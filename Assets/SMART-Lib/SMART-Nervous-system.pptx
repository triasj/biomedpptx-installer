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44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289" r:id="rId24"/>
    <p:sldId id="290" r:id="rId25"/>
    <p:sldId id="291" r:id="rId26"/>
    <p:sldId id="292" r:id="rId27"/>
    <p:sldId id="293" r:id="rId28"/>
    <p:sldId id="294" r:id="rId29"/>
    <p:sldId id="295" r:id="rId30"/>
    <p:sldId id="296" r:id="rId31"/>
    <p:sldId id="297" r:id="rId32"/>
    <p:sldId id="298" r:id="rId33"/>
    <p:sldId id="299" r:id="rId34"/>
    <p:sldId id="300" r:id="rId35"/>
    <p:sldId id="301" r:id="rId36"/>
    <p:sldId id="302" r:id="rId37"/>
    <p:sldId id="303" r:id="rId38"/>
    <p:sldId id="304" r:id="rId39"/>
    <p:sldId id="305" r:id="rId40"/>
    <p:sldId id="306" r:id="rId41"/>
    <p:sldId id="307" r:id="rId42"/>
    <p:sldId id="308" r:id="rId43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5468249-D4BF-4F9C-A4DD-A6FCB8D2127A}" v="2" dt="2024-11-28T13:14:58.432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-6168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theme" Target="theme/theme1.xml"/><Relationship Id="rId50" Type="http://schemas.microsoft.com/office/2015/10/relationships/revisionInfo" Target="revisionInfo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presProps" Target="pres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microsoft.com/office/2016/11/relationships/changesInfo" Target="changesInfos/changesInfo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notesMaster" Target="notesMasters/notesMaster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tableStyles" Target="tableStyles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viewProps" Target="viewProps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05468249-D4BF-4F9C-A4DD-A6FCB8D2127A}"/>
    <pc:docChg chg="custSel modSld modMainMaster">
      <pc:chgData name="LESUR Christophe SI" userId="a0bda02c-4e6d-4ba6-bae4-63d8a5b4dc4b" providerId="ADAL" clId="{05468249-D4BF-4F9C-A4DD-A6FCB8D2127A}" dt="2024-11-28T13:14:58.432" v="3" actId="478"/>
      <pc:docMkLst>
        <pc:docMk/>
      </pc:docMkLst>
      <pc:sldChg chg="delSp modSp mod modClrScheme chgLayout">
        <pc:chgData name="LESUR Christophe SI" userId="a0bda02c-4e6d-4ba6-bae4-63d8a5b4dc4b" providerId="ADAL" clId="{05468249-D4BF-4F9C-A4DD-A6FCB8D2127A}" dt="2024-11-28T13:14:46.044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05468249-D4BF-4F9C-A4DD-A6FCB8D2127A}" dt="2024-11-28T13:14:46.044" v="1" actId="700"/>
          <ac:spMkLst>
            <pc:docMk/>
            <pc:sldMk cId="0" sldId="262"/>
            <ac:spMk id="2" creationId="{33B32AEE-0F34-46CB-827B-CFA94A78F9F1}"/>
          </ac:spMkLst>
        </pc:spChg>
        <pc:spChg chg="mod ord">
          <ac:chgData name="LESUR Christophe SI" userId="a0bda02c-4e6d-4ba6-bae4-63d8a5b4dc4b" providerId="ADAL" clId="{05468249-D4BF-4F9C-A4DD-A6FCB8D2127A}" dt="2024-11-28T13:14:46.044" v="1" actId="700"/>
          <ac:spMkLst>
            <pc:docMk/>
            <pc:sldMk cId="0" sldId="262"/>
            <ac:spMk id="5122" creationId="{FE464456-6E05-437E-B2BB-AB9711BFE4A4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72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72"/>
            <ac:spMk id="6146" creationId="{93886623-87B5-4E8E-B3A8-8261B42875D6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73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73"/>
            <ac:spMk id="7170" creationId="{C55BC2AE-6CF6-4F44-8F4D-8E0A47393CF1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74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74"/>
            <ac:spMk id="8194" creationId="{7E1BC654-A39B-4F5B-9BCD-62BA05E60844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75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75"/>
            <ac:spMk id="9218" creationId="{8837D829-0F0C-4E24-AB1E-73D0A36D961C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76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76"/>
            <ac:spMk id="10242" creationId="{8A269813-1396-4AAD-8314-9D1F308612DC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77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77"/>
            <ac:spMk id="11266" creationId="{A1BD4EAD-058A-4C19-900F-62CC3D28CA11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78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78"/>
            <ac:spMk id="12290" creationId="{54BCB583-D6EC-448C-9398-D0F10B0C4B56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79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79"/>
            <ac:spMk id="13314" creationId="{FB77C7A7-10F8-444D-9AF0-545A96D627DE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80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80"/>
            <ac:spMk id="14338" creationId="{4421A46E-9F7F-4D6C-B504-D09D16774C17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81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81"/>
            <ac:spMk id="15362" creationId="{33E83995-7109-42C2-9A91-A6618F919ED2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82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82"/>
            <ac:spMk id="16386" creationId="{38F0CBCB-229C-48BB-9A85-3D47A7E8CFA7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83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83"/>
            <ac:spMk id="17410" creationId="{0BC475F3-E078-41B0-8006-FBF0A9CFF242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84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84"/>
            <ac:spMk id="18434" creationId="{BDC93C67-5207-411D-8DA6-BBA7F2F21423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85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85"/>
            <ac:spMk id="19458" creationId="{AA52AFBC-228E-4E73-8BC4-F4D83226482B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86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86"/>
            <ac:spMk id="20482" creationId="{D2D0D081-845C-4BBF-AEF3-5DBE3F846D99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87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87"/>
            <ac:spMk id="21506" creationId="{146014D5-8408-443E-A46D-E4CB03A3278A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88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88"/>
            <ac:spMk id="22530" creationId="{91D44D07-5E67-4091-9D80-502BD506A9D3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89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89"/>
            <ac:spMk id="23554" creationId="{BA2170A2-EA51-428F-B8C8-898398660634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90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90"/>
            <ac:spMk id="24578" creationId="{73CB6505-42DE-4B21-BC50-4DE34000CEC7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91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91"/>
            <ac:spMk id="25602" creationId="{65797E43-1D65-4E33-9F54-48D8EFA5BF38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92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92"/>
            <ac:spMk id="26626" creationId="{E8387AB4-C4B9-46D0-BA11-2D0111A61DB2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93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93"/>
            <ac:spMk id="27650" creationId="{FFB1C3F1-A1E9-4A91-A433-9A03AD1680CD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94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94"/>
            <ac:spMk id="28674" creationId="{DA19D0CB-B86A-48DA-B355-C00354BCDC6A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95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95"/>
            <ac:spMk id="29698" creationId="{71E318C0-CC7E-4183-98E8-0AFBFDD0C0AA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96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96"/>
            <ac:spMk id="30722" creationId="{9817DAC0-61F3-4C44-ADC0-13F29151B991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97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97"/>
            <ac:spMk id="31746" creationId="{D36F03F4-0142-4198-B9C4-66CC3135AF42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98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98"/>
            <ac:spMk id="32770" creationId="{9A9354A9-D005-4E06-82EA-ECDB0BDB165D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299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299"/>
            <ac:spMk id="33794" creationId="{4B962EEE-F595-4D22-81BC-A4660F4DC94E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300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300"/>
            <ac:spMk id="34820" creationId="{14D219CE-318A-416C-A78A-0F75A94267DF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301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301"/>
            <ac:spMk id="37893" creationId="{61336243-B6BF-479A-AFEB-0A088B37EBD3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302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302"/>
            <ac:spMk id="39938" creationId="{22A166B5-62EB-4B2B-AAB0-19D1D3307A62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303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303"/>
            <ac:spMk id="40962" creationId="{E4B05319-294A-4E52-80D5-9187D17C8CEA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304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304"/>
            <ac:spMk id="41986" creationId="{4AD91984-00AE-4BF8-89F9-81189EB37E26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305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305"/>
            <ac:spMk id="43010" creationId="{6AF1F7FC-54AA-40C2-A808-A3ACE86309DF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306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306"/>
            <ac:spMk id="47106" creationId="{71E5F4BF-427E-4B1A-A99D-65C0A02CDBB0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0" sldId="307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0" sldId="307"/>
            <ac:spMk id="48130" creationId="{29C846E0-BDED-4B1A-BA99-BD56C014D5EF}"/>
          </ac:spMkLst>
        </pc:spChg>
      </pc:sldChg>
      <pc:sldChg chg="modSp">
        <pc:chgData name="LESUR Christophe SI" userId="a0bda02c-4e6d-4ba6-bae4-63d8a5b4dc4b" providerId="ADAL" clId="{05468249-D4BF-4F9C-A4DD-A6FCB8D2127A}" dt="2024-11-28T13:14:43.013" v="0"/>
        <pc:sldMkLst>
          <pc:docMk/>
          <pc:sldMk cId="541970535" sldId="308"/>
        </pc:sldMkLst>
        <pc:spChg chg="mod">
          <ac:chgData name="LESUR Christophe SI" userId="a0bda02c-4e6d-4ba6-bae4-63d8a5b4dc4b" providerId="ADAL" clId="{05468249-D4BF-4F9C-A4DD-A6FCB8D2127A}" dt="2024-11-28T13:14:43.013" v="0"/>
          <ac:spMkLst>
            <pc:docMk/>
            <pc:sldMk cId="541970535" sldId="308"/>
            <ac:spMk id="2" creationId="{B38A6D18-3DA4-463A-A3C7-3DA67590D38D}"/>
          </ac:spMkLst>
        </pc:spChg>
      </pc:sldChg>
      <pc:sldMasterChg chg="delSldLayout modSldLayout">
        <pc:chgData name="LESUR Christophe SI" userId="a0bda02c-4e6d-4ba6-bae4-63d8a5b4dc4b" providerId="ADAL" clId="{05468249-D4BF-4F9C-A4DD-A6FCB8D2127A}" dt="2024-11-28T13:14:58.432" v="3" actId="478"/>
        <pc:sldMasterMkLst>
          <pc:docMk/>
          <pc:sldMasterMk cId="390333129" sldId="2147483738"/>
        </pc:sldMasterMkLst>
        <pc:sldLayoutChg chg="addSp delSp">
          <pc:chgData name="LESUR Christophe SI" userId="a0bda02c-4e6d-4ba6-bae4-63d8a5b4dc4b" providerId="ADAL" clId="{05468249-D4BF-4F9C-A4DD-A6FCB8D2127A}" dt="2024-11-28T13:14:58.432" v="3" actId="478"/>
          <pc:sldLayoutMkLst>
            <pc:docMk/>
            <pc:sldMasterMk cId="390333129" sldId="2147483738"/>
            <pc:sldLayoutMk cId="3225633022" sldId="2147483741"/>
          </pc:sldLayoutMkLst>
          <pc:spChg chg="add del">
            <ac:chgData name="LESUR Christophe SI" userId="a0bda02c-4e6d-4ba6-bae4-63d8a5b4dc4b" providerId="ADAL" clId="{05468249-D4BF-4F9C-A4DD-A6FCB8D2127A}" dt="2024-11-28T13:14:58.432" v="3" actId="478"/>
            <ac:spMkLst>
              <pc:docMk/>
              <pc:sldMasterMk cId="390333129" sldId="2147483738"/>
              <pc:sldLayoutMk cId="3225633022" sldId="2147483741"/>
              <ac:spMk id="4" creationId="{D74FA496-4972-4A9A-6D08-289143E8B8FE}"/>
            </ac:spMkLst>
          </pc:spChg>
        </pc:sldLayoutChg>
        <pc:sldLayoutChg chg="del">
          <pc:chgData name="LESUR Christophe SI" userId="a0bda02c-4e6d-4ba6-bae4-63d8a5b4dc4b" providerId="ADAL" clId="{05468249-D4BF-4F9C-A4DD-A6FCB8D2127A}" dt="2024-11-28T13:14:55.074" v="2" actId="2696"/>
          <pc:sldLayoutMkLst>
            <pc:docMk/>
            <pc:sldMasterMk cId="390333129" sldId="2147483738"/>
            <pc:sldLayoutMk cId="3785155478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4103186-5466-46B3-BC24-F7CE5F74E4DC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B425C8B-DE2E-4260-8D44-81DCD98202B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08393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Espace réservé de l'image des diapositives 1">
            <a:extLst>
              <a:ext uri="{FF2B5EF4-FFF2-40B4-BE49-F238E27FC236}">
                <a16:creationId xmlns:a16="http://schemas.microsoft.com/office/drawing/2014/main" id="{3BB85647-9412-4B78-9617-9B26000494FA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7106" name="Espace réservé des commentaires 2">
            <a:extLst>
              <a:ext uri="{FF2B5EF4-FFF2-40B4-BE49-F238E27FC236}">
                <a16:creationId xmlns:a16="http://schemas.microsoft.com/office/drawing/2014/main" id="{72E9725B-523A-42E3-B04B-FDA49A1B5F56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47107" name="Espace réservé du numéro de diapositive 3">
            <a:extLst>
              <a:ext uri="{FF2B5EF4-FFF2-40B4-BE49-F238E27FC236}">
                <a16:creationId xmlns:a16="http://schemas.microsoft.com/office/drawing/2014/main" id="{D9DA4A9B-49F7-4A99-ACD1-6C1D6645FC5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723FFCD-AD4B-4A67-85E6-FEA3B161A793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583184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855209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2563302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3331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8142100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FE464456-6E05-437E-B2BB-AB9711BFE4A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Nervous system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93886623-87B5-4E8E-B3A8-8261B42875D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Brain (1)</a:t>
            </a:r>
          </a:p>
        </p:txBody>
      </p:sp>
      <p:grpSp>
        <p:nvGrpSpPr>
          <p:cNvPr id="48130" name="human-brain-lateral-view-illustration">
            <a:extLst>
              <a:ext uri="{FF2B5EF4-FFF2-40B4-BE49-F238E27FC236}">
                <a16:creationId xmlns:a16="http://schemas.microsoft.com/office/drawing/2014/main" id="{539FD533-C172-4B28-9899-C324FF0B7D25}"/>
              </a:ext>
            </a:extLst>
          </p:cNvPr>
          <p:cNvGrpSpPr>
            <a:grpSpLocks/>
          </p:cNvGrpSpPr>
          <p:nvPr/>
        </p:nvGrpSpPr>
        <p:grpSpPr bwMode="auto">
          <a:xfrm>
            <a:off x="3875088" y="1479550"/>
            <a:ext cx="4429125" cy="4540250"/>
            <a:chOff x="1481" y="742"/>
            <a:chExt cx="2790" cy="2860"/>
          </a:xfrm>
        </p:grpSpPr>
        <p:grpSp>
          <p:nvGrpSpPr>
            <p:cNvPr id="48131" name="Group 4">
              <a:extLst>
                <a:ext uri="{FF2B5EF4-FFF2-40B4-BE49-F238E27FC236}">
                  <a16:creationId xmlns:a16="http://schemas.microsoft.com/office/drawing/2014/main" id="{4589833B-EC56-4C8F-9D00-DAA66960AE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1" y="742"/>
              <a:ext cx="2790" cy="2860"/>
              <a:chOff x="1481" y="742"/>
              <a:chExt cx="2790" cy="2860"/>
            </a:xfrm>
          </p:grpSpPr>
          <p:sp>
            <p:nvSpPr>
              <p:cNvPr id="48417" name="Freeform 5">
                <a:extLst>
                  <a:ext uri="{FF2B5EF4-FFF2-40B4-BE49-F238E27FC236}">
                    <a16:creationId xmlns:a16="http://schemas.microsoft.com/office/drawing/2014/main" id="{266B4490-D101-43AC-83FD-A88690252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457"/>
                <a:ext cx="638" cy="1145"/>
              </a:xfrm>
              <a:custGeom>
                <a:avLst/>
                <a:gdLst>
                  <a:gd name="T0" fmla="*/ 1001 w 255"/>
                  <a:gd name="T1" fmla="*/ 1270 h 458"/>
                  <a:gd name="T2" fmla="*/ 283 w 255"/>
                  <a:gd name="T3" fmla="*/ 2313 h 458"/>
                  <a:gd name="T4" fmla="*/ 283 w 255"/>
                  <a:gd name="T5" fmla="*/ 3345 h 458"/>
                  <a:gd name="T6" fmla="*/ 0 w 255"/>
                  <a:gd name="T7" fmla="*/ 3425 h 458"/>
                  <a:gd name="T8" fmla="*/ 63 w 255"/>
                  <a:gd name="T9" fmla="*/ 6408 h 458"/>
                  <a:gd name="T10" fmla="*/ 1551 w 255"/>
                  <a:gd name="T11" fmla="*/ 6583 h 458"/>
                  <a:gd name="T12" fmla="*/ 2772 w 255"/>
                  <a:gd name="T13" fmla="*/ 2800 h 458"/>
                  <a:gd name="T14" fmla="*/ 3993 w 255"/>
                  <a:gd name="T15" fmla="*/ 0 h 4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5" h="458">
                    <a:moveTo>
                      <a:pt x="64" y="81"/>
                    </a:moveTo>
                    <a:cubicBezTo>
                      <a:pt x="61" y="125"/>
                      <a:pt x="26" y="140"/>
                      <a:pt x="18" y="148"/>
                    </a:cubicBezTo>
                    <a:cubicBezTo>
                      <a:pt x="20" y="164"/>
                      <a:pt x="20" y="187"/>
                      <a:pt x="18" y="214"/>
                    </a:cubicBezTo>
                    <a:cubicBezTo>
                      <a:pt x="18" y="224"/>
                      <a:pt x="0" y="219"/>
                      <a:pt x="0" y="219"/>
                    </a:cubicBezTo>
                    <a:cubicBezTo>
                      <a:pt x="7" y="239"/>
                      <a:pt x="4" y="362"/>
                      <a:pt x="4" y="410"/>
                    </a:cubicBezTo>
                    <a:cubicBezTo>
                      <a:pt x="4" y="458"/>
                      <a:pt x="97" y="458"/>
                      <a:pt x="99" y="421"/>
                    </a:cubicBezTo>
                    <a:cubicBezTo>
                      <a:pt x="104" y="352"/>
                      <a:pt x="138" y="262"/>
                      <a:pt x="177" y="179"/>
                    </a:cubicBezTo>
                    <a:cubicBezTo>
                      <a:pt x="216" y="95"/>
                      <a:pt x="248" y="88"/>
                      <a:pt x="255" y="0"/>
                    </a:cubicBezTo>
                  </a:path>
                </a:pathLst>
              </a:custGeom>
              <a:solidFill>
                <a:srgbClr val="E8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8" name="Freeform 6">
                <a:extLst>
                  <a:ext uri="{FF2B5EF4-FFF2-40B4-BE49-F238E27FC236}">
                    <a16:creationId xmlns:a16="http://schemas.microsoft.com/office/drawing/2014/main" id="{B9FC77F9-5FC9-465E-B5A8-74AB27982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769"/>
                <a:ext cx="2645" cy="1913"/>
              </a:xfrm>
              <a:custGeom>
                <a:avLst/>
                <a:gdLst>
                  <a:gd name="T0" fmla="*/ 14908 w 1058"/>
                  <a:gd name="T1" fmla="*/ 2313 h 765"/>
                  <a:gd name="T2" fmla="*/ 15020 w 1058"/>
                  <a:gd name="T3" fmla="*/ 2563 h 765"/>
                  <a:gd name="T4" fmla="*/ 15345 w 1058"/>
                  <a:gd name="T5" fmla="*/ 2833 h 765"/>
                  <a:gd name="T6" fmla="*/ 15583 w 1058"/>
                  <a:gd name="T7" fmla="*/ 3126 h 765"/>
                  <a:gd name="T8" fmla="*/ 15970 w 1058"/>
                  <a:gd name="T9" fmla="*/ 3708 h 765"/>
                  <a:gd name="T10" fmla="*/ 16175 w 1058"/>
                  <a:gd name="T11" fmla="*/ 4439 h 765"/>
                  <a:gd name="T12" fmla="*/ 16500 w 1058"/>
                  <a:gd name="T13" fmla="*/ 5271 h 765"/>
                  <a:gd name="T14" fmla="*/ 16533 w 1058"/>
                  <a:gd name="T15" fmla="*/ 5942 h 765"/>
                  <a:gd name="T16" fmla="*/ 16363 w 1058"/>
                  <a:gd name="T17" fmla="*/ 6459 h 765"/>
                  <a:gd name="T18" fmla="*/ 16438 w 1058"/>
                  <a:gd name="T19" fmla="*/ 6722 h 765"/>
                  <a:gd name="T20" fmla="*/ 15925 w 1058"/>
                  <a:gd name="T21" fmla="*/ 8035 h 765"/>
                  <a:gd name="T22" fmla="*/ 15595 w 1058"/>
                  <a:gd name="T23" fmla="*/ 8522 h 765"/>
                  <a:gd name="T24" fmla="*/ 15345 w 1058"/>
                  <a:gd name="T25" fmla="*/ 8680 h 765"/>
                  <a:gd name="T26" fmla="*/ 14395 w 1058"/>
                  <a:gd name="T27" fmla="*/ 9255 h 765"/>
                  <a:gd name="T28" fmla="*/ 13408 w 1058"/>
                  <a:gd name="T29" fmla="*/ 9335 h 765"/>
                  <a:gd name="T30" fmla="*/ 12708 w 1058"/>
                  <a:gd name="T31" fmla="*/ 9522 h 765"/>
                  <a:gd name="T32" fmla="*/ 11895 w 1058"/>
                  <a:gd name="T33" fmla="*/ 9618 h 765"/>
                  <a:gd name="T34" fmla="*/ 11175 w 1058"/>
                  <a:gd name="T35" fmla="*/ 9650 h 765"/>
                  <a:gd name="T36" fmla="*/ 10238 w 1058"/>
                  <a:gd name="T37" fmla="*/ 11443 h 765"/>
                  <a:gd name="T38" fmla="*/ 8563 w 1058"/>
                  <a:gd name="T39" fmla="*/ 11913 h 765"/>
                  <a:gd name="T40" fmla="*/ 6813 w 1058"/>
                  <a:gd name="T41" fmla="*/ 11526 h 765"/>
                  <a:gd name="T42" fmla="*/ 4970 w 1058"/>
                  <a:gd name="T43" fmla="*/ 11463 h 765"/>
                  <a:gd name="T44" fmla="*/ 4583 w 1058"/>
                  <a:gd name="T45" fmla="*/ 11568 h 765"/>
                  <a:gd name="T46" fmla="*/ 4020 w 1058"/>
                  <a:gd name="T47" fmla="*/ 11506 h 765"/>
                  <a:gd name="T48" fmla="*/ 3083 w 1058"/>
                  <a:gd name="T49" fmla="*/ 11430 h 765"/>
                  <a:gd name="T50" fmla="*/ 2520 w 1058"/>
                  <a:gd name="T51" fmla="*/ 11130 h 765"/>
                  <a:gd name="T52" fmla="*/ 1770 w 1058"/>
                  <a:gd name="T53" fmla="*/ 11005 h 765"/>
                  <a:gd name="T54" fmla="*/ 1033 w 1058"/>
                  <a:gd name="T55" fmla="*/ 10380 h 765"/>
                  <a:gd name="T56" fmla="*/ 908 w 1058"/>
                  <a:gd name="T57" fmla="*/ 10088 h 765"/>
                  <a:gd name="T58" fmla="*/ 708 w 1058"/>
                  <a:gd name="T59" fmla="*/ 9930 h 765"/>
                  <a:gd name="T60" fmla="*/ 238 w 1058"/>
                  <a:gd name="T61" fmla="*/ 8442 h 765"/>
                  <a:gd name="T62" fmla="*/ 250 w 1058"/>
                  <a:gd name="T63" fmla="*/ 8147 h 765"/>
                  <a:gd name="T64" fmla="*/ 125 w 1058"/>
                  <a:gd name="T65" fmla="*/ 7755 h 765"/>
                  <a:gd name="T66" fmla="*/ 125 w 1058"/>
                  <a:gd name="T67" fmla="*/ 5566 h 765"/>
                  <a:gd name="T68" fmla="*/ 250 w 1058"/>
                  <a:gd name="T69" fmla="*/ 5334 h 765"/>
                  <a:gd name="T70" fmla="*/ 250 w 1058"/>
                  <a:gd name="T71" fmla="*/ 4816 h 765"/>
                  <a:gd name="T72" fmla="*/ 1583 w 1058"/>
                  <a:gd name="T73" fmla="*/ 2813 h 765"/>
                  <a:gd name="T74" fmla="*/ 2188 w 1058"/>
                  <a:gd name="T75" fmla="*/ 2363 h 765"/>
                  <a:gd name="T76" fmla="*/ 3125 w 1058"/>
                  <a:gd name="T77" fmla="*/ 1563 h 765"/>
                  <a:gd name="T78" fmla="*/ 3813 w 1058"/>
                  <a:gd name="T79" fmla="*/ 970 h 765"/>
                  <a:gd name="T80" fmla="*/ 5333 w 1058"/>
                  <a:gd name="T81" fmla="*/ 270 h 765"/>
                  <a:gd name="T82" fmla="*/ 5958 w 1058"/>
                  <a:gd name="T83" fmla="*/ 238 h 765"/>
                  <a:gd name="T84" fmla="*/ 7063 w 1058"/>
                  <a:gd name="T85" fmla="*/ 0 h 765"/>
                  <a:gd name="T86" fmla="*/ 7645 w 1058"/>
                  <a:gd name="T87" fmla="*/ 0 h 765"/>
                  <a:gd name="T88" fmla="*/ 8375 w 1058"/>
                  <a:gd name="T89" fmla="*/ 125 h 765"/>
                  <a:gd name="T90" fmla="*/ 9613 w 1058"/>
                  <a:gd name="T91" fmla="*/ 238 h 765"/>
                  <a:gd name="T92" fmla="*/ 10863 w 1058"/>
                  <a:gd name="T93" fmla="*/ 438 h 765"/>
                  <a:gd name="T94" fmla="*/ 11658 w 1058"/>
                  <a:gd name="T95" fmla="*/ 783 h 765"/>
                  <a:gd name="T96" fmla="*/ 12408 w 1058"/>
                  <a:gd name="T97" fmla="*/ 1000 h 765"/>
                  <a:gd name="T98" fmla="*/ 13500 w 1058"/>
                  <a:gd name="T99" fmla="*/ 1345 h 765"/>
                  <a:gd name="T100" fmla="*/ 14875 w 1058"/>
                  <a:gd name="T101" fmla="*/ 2301 h 76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058" h="765">
                    <a:moveTo>
                      <a:pt x="954" y="148"/>
                    </a:moveTo>
                    <a:cubicBezTo>
                      <a:pt x="959" y="155"/>
                      <a:pt x="961" y="158"/>
                      <a:pt x="961" y="164"/>
                    </a:cubicBezTo>
                    <a:cubicBezTo>
                      <a:pt x="961" y="168"/>
                      <a:pt x="975" y="176"/>
                      <a:pt x="982" y="181"/>
                    </a:cubicBezTo>
                    <a:cubicBezTo>
                      <a:pt x="989" y="186"/>
                      <a:pt x="992" y="195"/>
                      <a:pt x="997" y="200"/>
                    </a:cubicBezTo>
                    <a:cubicBezTo>
                      <a:pt x="1007" y="213"/>
                      <a:pt x="1015" y="225"/>
                      <a:pt x="1022" y="237"/>
                    </a:cubicBezTo>
                    <a:cubicBezTo>
                      <a:pt x="1030" y="251"/>
                      <a:pt x="1029" y="268"/>
                      <a:pt x="1035" y="284"/>
                    </a:cubicBezTo>
                    <a:cubicBezTo>
                      <a:pt x="1044" y="305"/>
                      <a:pt x="1054" y="320"/>
                      <a:pt x="1056" y="337"/>
                    </a:cubicBezTo>
                    <a:cubicBezTo>
                      <a:pt x="1056" y="348"/>
                      <a:pt x="1058" y="369"/>
                      <a:pt x="1058" y="380"/>
                    </a:cubicBezTo>
                    <a:cubicBezTo>
                      <a:pt x="1057" y="389"/>
                      <a:pt x="1048" y="402"/>
                      <a:pt x="1047" y="413"/>
                    </a:cubicBezTo>
                    <a:cubicBezTo>
                      <a:pt x="1047" y="424"/>
                      <a:pt x="1054" y="420"/>
                      <a:pt x="1052" y="430"/>
                    </a:cubicBezTo>
                    <a:cubicBezTo>
                      <a:pt x="1048" y="463"/>
                      <a:pt x="1038" y="491"/>
                      <a:pt x="1019" y="514"/>
                    </a:cubicBezTo>
                    <a:cubicBezTo>
                      <a:pt x="1010" y="526"/>
                      <a:pt x="1006" y="534"/>
                      <a:pt x="998" y="545"/>
                    </a:cubicBezTo>
                    <a:cubicBezTo>
                      <a:pt x="994" y="550"/>
                      <a:pt x="986" y="551"/>
                      <a:pt x="982" y="555"/>
                    </a:cubicBezTo>
                    <a:cubicBezTo>
                      <a:pt x="969" y="566"/>
                      <a:pt x="953" y="584"/>
                      <a:pt x="921" y="592"/>
                    </a:cubicBezTo>
                    <a:cubicBezTo>
                      <a:pt x="905" y="596"/>
                      <a:pt x="882" y="594"/>
                      <a:pt x="858" y="597"/>
                    </a:cubicBezTo>
                    <a:cubicBezTo>
                      <a:pt x="843" y="599"/>
                      <a:pt x="827" y="607"/>
                      <a:pt x="813" y="609"/>
                    </a:cubicBezTo>
                    <a:cubicBezTo>
                      <a:pt x="787" y="612"/>
                      <a:pt x="767" y="614"/>
                      <a:pt x="761" y="615"/>
                    </a:cubicBezTo>
                    <a:cubicBezTo>
                      <a:pt x="726" y="618"/>
                      <a:pt x="714" y="614"/>
                      <a:pt x="715" y="617"/>
                    </a:cubicBezTo>
                    <a:cubicBezTo>
                      <a:pt x="723" y="670"/>
                      <a:pt x="677" y="700"/>
                      <a:pt x="655" y="732"/>
                    </a:cubicBezTo>
                    <a:cubicBezTo>
                      <a:pt x="633" y="765"/>
                      <a:pt x="590" y="763"/>
                      <a:pt x="548" y="762"/>
                    </a:cubicBezTo>
                    <a:cubicBezTo>
                      <a:pt x="505" y="760"/>
                      <a:pt x="484" y="746"/>
                      <a:pt x="436" y="737"/>
                    </a:cubicBezTo>
                    <a:cubicBezTo>
                      <a:pt x="393" y="729"/>
                      <a:pt x="360" y="733"/>
                      <a:pt x="318" y="733"/>
                    </a:cubicBezTo>
                    <a:cubicBezTo>
                      <a:pt x="313" y="733"/>
                      <a:pt x="297" y="740"/>
                      <a:pt x="293" y="740"/>
                    </a:cubicBezTo>
                    <a:cubicBezTo>
                      <a:pt x="271" y="740"/>
                      <a:pt x="269" y="735"/>
                      <a:pt x="257" y="736"/>
                    </a:cubicBezTo>
                    <a:cubicBezTo>
                      <a:pt x="240" y="737"/>
                      <a:pt x="225" y="737"/>
                      <a:pt x="197" y="731"/>
                    </a:cubicBezTo>
                    <a:cubicBezTo>
                      <a:pt x="184" y="729"/>
                      <a:pt x="175" y="716"/>
                      <a:pt x="161" y="712"/>
                    </a:cubicBezTo>
                    <a:cubicBezTo>
                      <a:pt x="147" y="709"/>
                      <a:pt x="126" y="711"/>
                      <a:pt x="113" y="704"/>
                    </a:cubicBezTo>
                    <a:cubicBezTo>
                      <a:pt x="94" y="692"/>
                      <a:pt x="80" y="682"/>
                      <a:pt x="66" y="664"/>
                    </a:cubicBezTo>
                    <a:cubicBezTo>
                      <a:pt x="64" y="661"/>
                      <a:pt x="60" y="648"/>
                      <a:pt x="58" y="645"/>
                    </a:cubicBezTo>
                    <a:cubicBezTo>
                      <a:pt x="56" y="641"/>
                      <a:pt x="47" y="640"/>
                      <a:pt x="45" y="635"/>
                    </a:cubicBezTo>
                    <a:cubicBezTo>
                      <a:pt x="32" y="612"/>
                      <a:pt x="23" y="582"/>
                      <a:pt x="15" y="540"/>
                    </a:cubicBezTo>
                    <a:cubicBezTo>
                      <a:pt x="14" y="535"/>
                      <a:pt x="17" y="527"/>
                      <a:pt x="16" y="521"/>
                    </a:cubicBezTo>
                    <a:cubicBezTo>
                      <a:pt x="15" y="517"/>
                      <a:pt x="8" y="501"/>
                      <a:pt x="8" y="496"/>
                    </a:cubicBezTo>
                    <a:cubicBezTo>
                      <a:pt x="1" y="450"/>
                      <a:pt x="0" y="405"/>
                      <a:pt x="8" y="356"/>
                    </a:cubicBezTo>
                    <a:cubicBezTo>
                      <a:pt x="8" y="351"/>
                      <a:pt x="15" y="347"/>
                      <a:pt x="16" y="341"/>
                    </a:cubicBezTo>
                    <a:cubicBezTo>
                      <a:pt x="17" y="334"/>
                      <a:pt x="11" y="323"/>
                      <a:pt x="16" y="308"/>
                    </a:cubicBezTo>
                    <a:cubicBezTo>
                      <a:pt x="31" y="258"/>
                      <a:pt x="63" y="217"/>
                      <a:pt x="101" y="180"/>
                    </a:cubicBezTo>
                    <a:cubicBezTo>
                      <a:pt x="113" y="168"/>
                      <a:pt x="128" y="162"/>
                      <a:pt x="140" y="151"/>
                    </a:cubicBezTo>
                    <a:cubicBezTo>
                      <a:pt x="160" y="131"/>
                      <a:pt x="182" y="115"/>
                      <a:pt x="200" y="100"/>
                    </a:cubicBezTo>
                    <a:cubicBezTo>
                      <a:pt x="212" y="90"/>
                      <a:pt x="235" y="69"/>
                      <a:pt x="244" y="62"/>
                    </a:cubicBezTo>
                    <a:cubicBezTo>
                      <a:pt x="271" y="41"/>
                      <a:pt x="306" y="26"/>
                      <a:pt x="341" y="17"/>
                    </a:cubicBezTo>
                    <a:cubicBezTo>
                      <a:pt x="355" y="13"/>
                      <a:pt x="368" y="17"/>
                      <a:pt x="381" y="15"/>
                    </a:cubicBezTo>
                    <a:cubicBezTo>
                      <a:pt x="408" y="10"/>
                      <a:pt x="433" y="1"/>
                      <a:pt x="452" y="0"/>
                    </a:cubicBezTo>
                    <a:cubicBezTo>
                      <a:pt x="463" y="0"/>
                      <a:pt x="475" y="0"/>
                      <a:pt x="489" y="0"/>
                    </a:cubicBezTo>
                    <a:cubicBezTo>
                      <a:pt x="503" y="1"/>
                      <a:pt x="519" y="7"/>
                      <a:pt x="536" y="8"/>
                    </a:cubicBezTo>
                    <a:cubicBezTo>
                      <a:pt x="559" y="11"/>
                      <a:pt x="586" y="9"/>
                      <a:pt x="615" y="15"/>
                    </a:cubicBezTo>
                    <a:cubicBezTo>
                      <a:pt x="638" y="20"/>
                      <a:pt x="670" y="22"/>
                      <a:pt x="695" y="28"/>
                    </a:cubicBezTo>
                    <a:cubicBezTo>
                      <a:pt x="712" y="33"/>
                      <a:pt x="729" y="45"/>
                      <a:pt x="746" y="50"/>
                    </a:cubicBezTo>
                    <a:cubicBezTo>
                      <a:pt x="763" y="54"/>
                      <a:pt x="779" y="59"/>
                      <a:pt x="794" y="64"/>
                    </a:cubicBezTo>
                    <a:cubicBezTo>
                      <a:pt x="819" y="72"/>
                      <a:pt x="842" y="76"/>
                      <a:pt x="864" y="86"/>
                    </a:cubicBezTo>
                    <a:cubicBezTo>
                      <a:pt x="899" y="102"/>
                      <a:pt x="931" y="124"/>
                      <a:pt x="952" y="147"/>
                    </a:cubicBezTo>
                  </a:path>
                </a:pathLst>
              </a:custGeom>
              <a:solidFill>
                <a:srgbClr val="E8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9" name="Freeform 7">
                <a:extLst>
                  <a:ext uri="{FF2B5EF4-FFF2-40B4-BE49-F238E27FC236}">
                    <a16:creationId xmlns:a16="http://schemas.microsoft.com/office/drawing/2014/main" id="{6A0CD797-B524-4026-8166-819F6FB58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772"/>
                <a:ext cx="2645" cy="1915"/>
              </a:xfrm>
              <a:custGeom>
                <a:avLst/>
                <a:gdLst>
                  <a:gd name="T0" fmla="*/ 14908 w 1058"/>
                  <a:gd name="T1" fmla="*/ 2333 h 766"/>
                  <a:gd name="T2" fmla="*/ 15020 w 1058"/>
                  <a:gd name="T3" fmla="*/ 2583 h 766"/>
                  <a:gd name="T4" fmla="*/ 15345 w 1058"/>
                  <a:gd name="T5" fmla="*/ 2845 h 766"/>
                  <a:gd name="T6" fmla="*/ 15583 w 1058"/>
                  <a:gd name="T7" fmla="*/ 3145 h 766"/>
                  <a:gd name="T8" fmla="*/ 15970 w 1058"/>
                  <a:gd name="T9" fmla="*/ 3708 h 766"/>
                  <a:gd name="T10" fmla="*/ 16175 w 1058"/>
                  <a:gd name="T11" fmla="*/ 4438 h 766"/>
                  <a:gd name="T12" fmla="*/ 16500 w 1058"/>
                  <a:gd name="T13" fmla="*/ 5283 h 766"/>
                  <a:gd name="T14" fmla="*/ 16533 w 1058"/>
                  <a:gd name="T15" fmla="*/ 5938 h 766"/>
                  <a:gd name="T16" fmla="*/ 16363 w 1058"/>
                  <a:gd name="T17" fmla="*/ 6470 h 766"/>
                  <a:gd name="T18" fmla="*/ 16438 w 1058"/>
                  <a:gd name="T19" fmla="*/ 6738 h 766"/>
                  <a:gd name="T20" fmla="*/ 15925 w 1058"/>
                  <a:gd name="T21" fmla="*/ 8050 h 766"/>
                  <a:gd name="T22" fmla="*/ 15595 w 1058"/>
                  <a:gd name="T23" fmla="*/ 8533 h 766"/>
                  <a:gd name="T24" fmla="*/ 15345 w 1058"/>
                  <a:gd name="T25" fmla="*/ 8675 h 766"/>
                  <a:gd name="T26" fmla="*/ 14395 w 1058"/>
                  <a:gd name="T27" fmla="*/ 9250 h 766"/>
                  <a:gd name="T28" fmla="*/ 13408 w 1058"/>
                  <a:gd name="T29" fmla="*/ 9333 h 766"/>
                  <a:gd name="T30" fmla="*/ 12708 w 1058"/>
                  <a:gd name="T31" fmla="*/ 9520 h 766"/>
                  <a:gd name="T32" fmla="*/ 11895 w 1058"/>
                  <a:gd name="T33" fmla="*/ 9613 h 766"/>
                  <a:gd name="T34" fmla="*/ 11175 w 1058"/>
                  <a:gd name="T35" fmla="*/ 9658 h 766"/>
                  <a:gd name="T36" fmla="*/ 10238 w 1058"/>
                  <a:gd name="T37" fmla="*/ 11438 h 766"/>
                  <a:gd name="T38" fmla="*/ 8563 w 1058"/>
                  <a:gd name="T39" fmla="*/ 11908 h 766"/>
                  <a:gd name="T40" fmla="*/ 6813 w 1058"/>
                  <a:gd name="T41" fmla="*/ 11520 h 766"/>
                  <a:gd name="T42" fmla="*/ 4970 w 1058"/>
                  <a:gd name="T43" fmla="*/ 11470 h 766"/>
                  <a:gd name="T44" fmla="*/ 4583 w 1058"/>
                  <a:gd name="T45" fmla="*/ 11563 h 766"/>
                  <a:gd name="T46" fmla="*/ 4020 w 1058"/>
                  <a:gd name="T47" fmla="*/ 11500 h 766"/>
                  <a:gd name="T48" fmla="*/ 3083 w 1058"/>
                  <a:gd name="T49" fmla="*/ 11438 h 766"/>
                  <a:gd name="T50" fmla="*/ 2520 w 1058"/>
                  <a:gd name="T51" fmla="*/ 11125 h 766"/>
                  <a:gd name="T52" fmla="*/ 1770 w 1058"/>
                  <a:gd name="T53" fmla="*/ 11000 h 766"/>
                  <a:gd name="T54" fmla="*/ 1033 w 1058"/>
                  <a:gd name="T55" fmla="*/ 10375 h 766"/>
                  <a:gd name="T56" fmla="*/ 908 w 1058"/>
                  <a:gd name="T57" fmla="*/ 10083 h 766"/>
                  <a:gd name="T58" fmla="*/ 708 w 1058"/>
                  <a:gd name="T59" fmla="*/ 9938 h 766"/>
                  <a:gd name="T60" fmla="*/ 238 w 1058"/>
                  <a:gd name="T61" fmla="*/ 8458 h 766"/>
                  <a:gd name="T62" fmla="*/ 250 w 1058"/>
                  <a:gd name="T63" fmla="*/ 8158 h 766"/>
                  <a:gd name="T64" fmla="*/ 125 w 1058"/>
                  <a:gd name="T65" fmla="*/ 7750 h 766"/>
                  <a:gd name="T66" fmla="*/ 125 w 1058"/>
                  <a:gd name="T67" fmla="*/ 5583 h 766"/>
                  <a:gd name="T68" fmla="*/ 250 w 1058"/>
                  <a:gd name="T69" fmla="*/ 5345 h 766"/>
                  <a:gd name="T70" fmla="*/ 250 w 1058"/>
                  <a:gd name="T71" fmla="*/ 4813 h 766"/>
                  <a:gd name="T72" fmla="*/ 1583 w 1058"/>
                  <a:gd name="T73" fmla="*/ 2813 h 766"/>
                  <a:gd name="T74" fmla="*/ 2188 w 1058"/>
                  <a:gd name="T75" fmla="*/ 2363 h 766"/>
                  <a:gd name="T76" fmla="*/ 3125 w 1058"/>
                  <a:gd name="T77" fmla="*/ 1583 h 766"/>
                  <a:gd name="T78" fmla="*/ 3813 w 1058"/>
                  <a:gd name="T79" fmla="*/ 970 h 766"/>
                  <a:gd name="T80" fmla="*/ 5333 w 1058"/>
                  <a:gd name="T81" fmla="*/ 270 h 766"/>
                  <a:gd name="T82" fmla="*/ 5958 w 1058"/>
                  <a:gd name="T83" fmla="*/ 238 h 766"/>
                  <a:gd name="T84" fmla="*/ 7063 w 1058"/>
                  <a:gd name="T85" fmla="*/ 20 h 766"/>
                  <a:gd name="T86" fmla="*/ 7645 w 1058"/>
                  <a:gd name="T87" fmla="*/ 0 h 766"/>
                  <a:gd name="T88" fmla="*/ 8375 w 1058"/>
                  <a:gd name="T89" fmla="*/ 145 h 766"/>
                  <a:gd name="T90" fmla="*/ 9613 w 1058"/>
                  <a:gd name="T91" fmla="*/ 238 h 766"/>
                  <a:gd name="T92" fmla="*/ 10863 w 1058"/>
                  <a:gd name="T93" fmla="*/ 458 h 766"/>
                  <a:gd name="T94" fmla="*/ 11658 w 1058"/>
                  <a:gd name="T95" fmla="*/ 783 h 766"/>
                  <a:gd name="T96" fmla="*/ 12408 w 1058"/>
                  <a:gd name="T97" fmla="*/ 1000 h 766"/>
                  <a:gd name="T98" fmla="*/ 13500 w 1058"/>
                  <a:gd name="T99" fmla="*/ 1345 h 766"/>
                  <a:gd name="T100" fmla="*/ 14875 w 1058"/>
                  <a:gd name="T101" fmla="*/ 2300 h 76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058" h="766">
                    <a:moveTo>
                      <a:pt x="954" y="149"/>
                    </a:moveTo>
                    <a:cubicBezTo>
                      <a:pt x="959" y="156"/>
                      <a:pt x="961" y="159"/>
                      <a:pt x="961" y="165"/>
                    </a:cubicBezTo>
                    <a:cubicBezTo>
                      <a:pt x="961" y="168"/>
                      <a:pt x="975" y="176"/>
                      <a:pt x="982" y="182"/>
                    </a:cubicBezTo>
                    <a:cubicBezTo>
                      <a:pt x="989" y="187"/>
                      <a:pt x="992" y="196"/>
                      <a:pt x="997" y="201"/>
                    </a:cubicBezTo>
                    <a:cubicBezTo>
                      <a:pt x="1007" y="214"/>
                      <a:pt x="1015" y="226"/>
                      <a:pt x="1022" y="237"/>
                    </a:cubicBezTo>
                    <a:cubicBezTo>
                      <a:pt x="1030" y="252"/>
                      <a:pt x="1029" y="268"/>
                      <a:pt x="1035" y="284"/>
                    </a:cubicBezTo>
                    <a:cubicBezTo>
                      <a:pt x="1044" y="305"/>
                      <a:pt x="1054" y="320"/>
                      <a:pt x="1056" y="338"/>
                    </a:cubicBezTo>
                    <a:cubicBezTo>
                      <a:pt x="1056" y="348"/>
                      <a:pt x="1058" y="369"/>
                      <a:pt x="1058" y="380"/>
                    </a:cubicBezTo>
                    <a:cubicBezTo>
                      <a:pt x="1057" y="389"/>
                      <a:pt x="1048" y="403"/>
                      <a:pt x="1047" y="414"/>
                    </a:cubicBezTo>
                    <a:cubicBezTo>
                      <a:pt x="1047" y="424"/>
                      <a:pt x="1054" y="421"/>
                      <a:pt x="1052" y="431"/>
                    </a:cubicBezTo>
                    <a:cubicBezTo>
                      <a:pt x="1048" y="463"/>
                      <a:pt x="1038" y="492"/>
                      <a:pt x="1019" y="515"/>
                    </a:cubicBezTo>
                    <a:cubicBezTo>
                      <a:pt x="1010" y="527"/>
                      <a:pt x="1006" y="535"/>
                      <a:pt x="998" y="546"/>
                    </a:cubicBezTo>
                    <a:cubicBezTo>
                      <a:pt x="994" y="550"/>
                      <a:pt x="986" y="551"/>
                      <a:pt x="982" y="555"/>
                    </a:cubicBezTo>
                    <a:cubicBezTo>
                      <a:pt x="969" y="567"/>
                      <a:pt x="953" y="585"/>
                      <a:pt x="921" y="592"/>
                    </a:cubicBezTo>
                    <a:cubicBezTo>
                      <a:pt x="905" y="596"/>
                      <a:pt x="882" y="594"/>
                      <a:pt x="858" y="597"/>
                    </a:cubicBezTo>
                    <a:cubicBezTo>
                      <a:pt x="843" y="599"/>
                      <a:pt x="827" y="608"/>
                      <a:pt x="813" y="609"/>
                    </a:cubicBezTo>
                    <a:cubicBezTo>
                      <a:pt x="787" y="613"/>
                      <a:pt x="767" y="615"/>
                      <a:pt x="761" y="615"/>
                    </a:cubicBezTo>
                    <a:cubicBezTo>
                      <a:pt x="726" y="619"/>
                      <a:pt x="714" y="614"/>
                      <a:pt x="715" y="618"/>
                    </a:cubicBezTo>
                    <a:cubicBezTo>
                      <a:pt x="723" y="671"/>
                      <a:pt x="677" y="701"/>
                      <a:pt x="655" y="732"/>
                    </a:cubicBezTo>
                    <a:cubicBezTo>
                      <a:pt x="633" y="766"/>
                      <a:pt x="590" y="764"/>
                      <a:pt x="548" y="762"/>
                    </a:cubicBezTo>
                    <a:cubicBezTo>
                      <a:pt x="505" y="760"/>
                      <a:pt x="484" y="746"/>
                      <a:pt x="436" y="737"/>
                    </a:cubicBezTo>
                    <a:cubicBezTo>
                      <a:pt x="393" y="729"/>
                      <a:pt x="360" y="733"/>
                      <a:pt x="318" y="734"/>
                    </a:cubicBezTo>
                    <a:cubicBezTo>
                      <a:pt x="313" y="734"/>
                      <a:pt x="297" y="740"/>
                      <a:pt x="293" y="740"/>
                    </a:cubicBezTo>
                    <a:cubicBezTo>
                      <a:pt x="271" y="740"/>
                      <a:pt x="269" y="735"/>
                      <a:pt x="257" y="736"/>
                    </a:cubicBezTo>
                    <a:cubicBezTo>
                      <a:pt x="240" y="737"/>
                      <a:pt x="225" y="738"/>
                      <a:pt x="197" y="732"/>
                    </a:cubicBezTo>
                    <a:cubicBezTo>
                      <a:pt x="184" y="729"/>
                      <a:pt x="175" y="716"/>
                      <a:pt x="161" y="712"/>
                    </a:cubicBezTo>
                    <a:cubicBezTo>
                      <a:pt x="147" y="709"/>
                      <a:pt x="126" y="712"/>
                      <a:pt x="113" y="704"/>
                    </a:cubicBezTo>
                    <a:cubicBezTo>
                      <a:pt x="94" y="693"/>
                      <a:pt x="80" y="683"/>
                      <a:pt x="66" y="664"/>
                    </a:cubicBezTo>
                    <a:cubicBezTo>
                      <a:pt x="64" y="662"/>
                      <a:pt x="60" y="648"/>
                      <a:pt x="58" y="645"/>
                    </a:cubicBezTo>
                    <a:cubicBezTo>
                      <a:pt x="56" y="642"/>
                      <a:pt x="47" y="640"/>
                      <a:pt x="45" y="636"/>
                    </a:cubicBezTo>
                    <a:cubicBezTo>
                      <a:pt x="32" y="612"/>
                      <a:pt x="23" y="583"/>
                      <a:pt x="15" y="541"/>
                    </a:cubicBezTo>
                    <a:cubicBezTo>
                      <a:pt x="14" y="535"/>
                      <a:pt x="17" y="527"/>
                      <a:pt x="16" y="522"/>
                    </a:cubicBezTo>
                    <a:cubicBezTo>
                      <a:pt x="15" y="517"/>
                      <a:pt x="8" y="501"/>
                      <a:pt x="8" y="496"/>
                    </a:cubicBezTo>
                    <a:cubicBezTo>
                      <a:pt x="1" y="450"/>
                      <a:pt x="0" y="406"/>
                      <a:pt x="8" y="357"/>
                    </a:cubicBezTo>
                    <a:cubicBezTo>
                      <a:pt x="8" y="351"/>
                      <a:pt x="15" y="347"/>
                      <a:pt x="16" y="342"/>
                    </a:cubicBezTo>
                    <a:cubicBezTo>
                      <a:pt x="17" y="334"/>
                      <a:pt x="11" y="324"/>
                      <a:pt x="16" y="308"/>
                    </a:cubicBezTo>
                    <a:cubicBezTo>
                      <a:pt x="31" y="258"/>
                      <a:pt x="63" y="217"/>
                      <a:pt x="101" y="180"/>
                    </a:cubicBezTo>
                    <a:cubicBezTo>
                      <a:pt x="113" y="169"/>
                      <a:pt x="128" y="163"/>
                      <a:pt x="140" y="151"/>
                    </a:cubicBezTo>
                    <a:cubicBezTo>
                      <a:pt x="160" y="131"/>
                      <a:pt x="182" y="116"/>
                      <a:pt x="200" y="101"/>
                    </a:cubicBezTo>
                    <a:cubicBezTo>
                      <a:pt x="212" y="90"/>
                      <a:pt x="235" y="70"/>
                      <a:pt x="244" y="62"/>
                    </a:cubicBezTo>
                    <a:cubicBezTo>
                      <a:pt x="271" y="41"/>
                      <a:pt x="306" y="27"/>
                      <a:pt x="341" y="17"/>
                    </a:cubicBezTo>
                    <a:cubicBezTo>
                      <a:pt x="355" y="14"/>
                      <a:pt x="368" y="18"/>
                      <a:pt x="381" y="15"/>
                    </a:cubicBezTo>
                    <a:cubicBezTo>
                      <a:pt x="408" y="11"/>
                      <a:pt x="433" y="1"/>
                      <a:pt x="452" y="1"/>
                    </a:cubicBezTo>
                    <a:cubicBezTo>
                      <a:pt x="463" y="0"/>
                      <a:pt x="475" y="0"/>
                      <a:pt x="489" y="0"/>
                    </a:cubicBezTo>
                    <a:cubicBezTo>
                      <a:pt x="503" y="1"/>
                      <a:pt x="519" y="7"/>
                      <a:pt x="536" y="9"/>
                    </a:cubicBezTo>
                    <a:cubicBezTo>
                      <a:pt x="559" y="11"/>
                      <a:pt x="586" y="10"/>
                      <a:pt x="615" y="15"/>
                    </a:cubicBezTo>
                    <a:cubicBezTo>
                      <a:pt x="638" y="20"/>
                      <a:pt x="670" y="22"/>
                      <a:pt x="695" y="29"/>
                    </a:cubicBezTo>
                    <a:cubicBezTo>
                      <a:pt x="712" y="33"/>
                      <a:pt x="729" y="45"/>
                      <a:pt x="746" y="50"/>
                    </a:cubicBezTo>
                    <a:cubicBezTo>
                      <a:pt x="763" y="55"/>
                      <a:pt x="779" y="59"/>
                      <a:pt x="794" y="64"/>
                    </a:cubicBezTo>
                    <a:cubicBezTo>
                      <a:pt x="819" y="72"/>
                      <a:pt x="842" y="77"/>
                      <a:pt x="864" y="86"/>
                    </a:cubicBezTo>
                    <a:cubicBezTo>
                      <a:pt x="899" y="102"/>
                      <a:pt x="931" y="125"/>
                      <a:pt x="952" y="147"/>
                    </a:cubicBezTo>
                  </a:path>
                </a:pathLst>
              </a:custGeom>
              <a:solidFill>
                <a:srgbClr val="E8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0" name="Freeform 8">
                <a:extLst>
                  <a:ext uri="{FF2B5EF4-FFF2-40B4-BE49-F238E27FC236}">
                    <a16:creationId xmlns:a16="http://schemas.microsoft.com/office/drawing/2014/main" id="{C60B012F-E3A9-4836-A2FC-8F05D266D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592"/>
                <a:ext cx="725" cy="425"/>
              </a:xfrm>
              <a:custGeom>
                <a:avLst/>
                <a:gdLst>
                  <a:gd name="T0" fmla="*/ 3813 w 290"/>
                  <a:gd name="T1" fmla="*/ 2500 h 170"/>
                  <a:gd name="T2" fmla="*/ 3813 w 290"/>
                  <a:gd name="T3" fmla="*/ 1470 h 170"/>
                  <a:gd name="T4" fmla="*/ 4533 w 290"/>
                  <a:gd name="T5" fmla="*/ 425 h 170"/>
                  <a:gd name="T6" fmla="*/ 3395 w 290"/>
                  <a:gd name="T7" fmla="*/ 125 h 170"/>
                  <a:gd name="T8" fmla="*/ 1550 w 290"/>
                  <a:gd name="T9" fmla="*/ 63 h 170"/>
                  <a:gd name="T10" fmla="*/ 1158 w 290"/>
                  <a:gd name="T11" fmla="*/ 175 h 170"/>
                  <a:gd name="T12" fmla="*/ 595 w 290"/>
                  <a:gd name="T13" fmla="*/ 113 h 170"/>
                  <a:gd name="T14" fmla="*/ 238 w 290"/>
                  <a:gd name="T15" fmla="*/ 113 h 170"/>
                  <a:gd name="T16" fmla="*/ 175 w 290"/>
                  <a:gd name="T17" fmla="*/ 175 h 170"/>
                  <a:gd name="T18" fmla="*/ 313 w 290"/>
                  <a:gd name="T19" fmla="*/ 895 h 170"/>
                  <a:gd name="T20" fmla="*/ 970 w 290"/>
                  <a:gd name="T21" fmla="*/ 1313 h 170"/>
                  <a:gd name="T22" fmla="*/ 1625 w 290"/>
                  <a:gd name="T23" fmla="*/ 1613 h 170"/>
                  <a:gd name="T24" fmla="*/ 2238 w 290"/>
                  <a:gd name="T25" fmla="*/ 1863 h 170"/>
                  <a:gd name="T26" fmla="*/ 2488 w 290"/>
                  <a:gd name="T27" fmla="*/ 2188 h 170"/>
                  <a:gd name="T28" fmla="*/ 3063 w 290"/>
                  <a:gd name="T29" fmla="*/ 2438 h 170"/>
                  <a:gd name="T30" fmla="*/ 3533 w 290"/>
                  <a:gd name="T31" fmla="*/ 2583 h 170"/>
                  <a:gd name="T32" fmla="*/ 3813 w 290"/>
                  <a:gd name="T33" fmla="*/ 2500 h 1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0" h="170">
                    <a:moveTo>
                      <a:pt x="244" y="160"/>
                    </a:moveTo>
                    <a:cubicBezTo>
                      <a:pt x="246" y="133"/>
                      <a:pt x="246" y="110"/>
                      <a:pt x="244" y="94"/>
                    </a:cubicBezTo>
                    <a:cubicBezTo>
                      <a:pt x="252" y="86"/>
                      <a:pt x="286" y="71"/>
                      <a:pt x="290" y="27"/>
                    </a:cubicBezTo>
                    <a:cubicBezTo>
                      <a:pt x="268" y="22"/>
                      <a:pt x="248" y="14"/>
                      <a:pt x="217" y="8"/>
                    </a:cubicBezTo>
                    <a:cubicBezTo>
                      <a:pt x="174" y="0"/>
                      <a:pt x="141" y="4"/>
                      <a:pt x="99" y="4"/>
                    </a:cubicBezTo>
                    <a:cubicBezTo>
                      <a:pt x="94" y="4"/>
                      <a:pt x="78" y="11"/>
                      <a:pt x="74" y="11"/>
                    </a:cubicBezTo>
                    <a:cubicBezTo>
                      <a:pt x="52" y="11"/>
                      <a:pt x="50" y="6"/>
                      <a:pt x="38" y="7"/>
                    </a:cubicBezTo>
                    <a:cubicBezTo>
                      <a:pt x="30" y="7"/>
                      <a:pt x="23" y="8"/>
                      <a:pt x="15" y="7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0" y="28"/>
                      <a:pt x="2" y="52"/>
                      <a:pt x="20" y="57"/>
                    </a:cubicBezTo>
                    <a:cubicBezTo>
                      <a:pt x="16" y="70"/>
                      <a:pt x="34" y="79"/>
                      <a:pt x="62" y="84"/>
                    </a:cubicBezTo>
                    <a:cubicBezTo>
                      <a:pt x="67" y="102"/>
                      <a:pt x="78" y="103"/>
                      <a:pt x="104" y="103"/>
                    </a:cubicBezTo>
                    <a:cubicBezTo>
                      <a:pt x="110" y="114"/>
                      <a:pt x="126" y="123"/>
                      <a:pt x="143" y="119"/>
                    </a:cubicBezTo>
                    <a:cubicBezTo>
                      <a:pt x="143" y="119"/>
                      <a:pt x="140" y="139"/>
                      <a:pt x="159" y="140"/>
                    </a:cubicBezTo>
                    <a:cubicBezTo>
                      <a:pt x="161" y="146"/>
                      <a:pt x="173" y="158"/>
                      <a:pt x="196" y="156"/>
                    </a:cubicBezTo>
                    <a:cubicBezTo>
                      <a:pt x="202" y="163"/>
                      <a:pt x="207" y="165"/>
                      <a:pt x="226" y="165"/>
                    </a:cubicBezTo>
                    <a:cubicBezTo>
                      <a:pt x="226" y="165"/>
                      <a:pt x="244" y="170"/>
                      <a:pt x="244" y="160"/>
                    </a:cubicBezTo>
                  </a:path>
                </a:pathLst>
              </a:custGeom>
              <a:solidFill>
                <a:srgbClr val="E8BA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1" name="Freeform 9">
                <a:extLst>
                  <a:ext uri="{FF2B5EF4-FFF2-40B4-BE49-F238E27FC236}">
                    <a16:creationId xmlns:a16="http://schemas.microsoft.com/office/drawing/2014/main" id="{529E15BE-9C8F-49A7-B349-267D07C788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56" y="742"/>
                <a:ext cx="1715" cy="1698"/>
              </a:xfrm>
              <a:custGeom>
                <a:avLst/>
                <a:gdLst>
                  <a:gd name="T0" fmla="*/ 50 w 686"/>
                  <a:gd name="T1" fmla="*/ 220 h 679"/>
                  <a:gd name="T2" fmla="*/ 10458 w 686"/>
                  <a:gd name="T3" fmla="*/ 4679 h 679"/>
                  <a:gd name="T4" fmla="*/ 9770 w 686"/>
                  <a:gd name="T5" fmla="*/ 3426 h 679"/>
                  <a:gd name="T6" fmla="*/ 9145 w 686"/>
                  <a:gd name="T7" fmla="*/ 2533 h 679"/>
                  <a:gd name="T8" fmla="*/ 8250 w 686"/>
                  <a:gd name="T9" fmla="*/ 1771 h 679"/>
                  <a:gd name="T10" fmla="*/ 7083 w 686"/>
                  <a:gd name="T11" fmla="*/ 1125 h 679"/>
                  <a:gd name="T12" fmla="*/ 6425 w 686"/>
                  <a:gd name="T13" fmla="*/ 908 h 679"/>
                  <a:gd name="T14" fmla="*/ 5583 w 686"/>
                  <a:gd name="T15" fmla="*/ 688 h 679"/>
                  <a:gd name="T16" fmla="*/ 2675 w 686"/>
                  <a:gd name="T17" fmla="*/ 33 h 679"/>
                  <a:gd name="T18" fmla="*/ 1375 w 686"/>
                  <a:gd name="T19" fmla="*/ 20 h 679"/>
                  <a:gd name="T20" fmla="*/ 375 w 686"/>
                  <a:gd name="T21" fmla="*/ 175 h 679"/>
                  <a:gd name="T22" fmla="*/ 1688 w 686"/>
                  <a:gd name="T23" fmla="*/ 300 h 679"/>
                  <a:gd name="T24" fmla="*/ 4175 w 686"/>
                  <a:gd name="T25" fmla="*/ 613 h 679"/>
                  <a:gd name="T26" fmla="*/ 5720 w 686"/>
                  <a:gd name="T27" fmla="*/ 1175 h 679"/>
                  <a:gd name="T28" fmla="*/ 8188 w 686"/>
                  <a:gd name="T29" fmla="*/ 2471 h 679"/>
                  <a:gd name="T30" fmla="*/ 8333 w 686"/>
                  <a:gd name="T31" fmla="*/ 2738 h 679"/>
                  <a:gd name="T32" fmla="*/ 8895 w 686"/>
                  <a:gd name="T33" fmla="*/ 3301 h 679"/>
                  <a:gd name="T34" fmla="*/ 9488 w 686"/>
                  <a:gd name="T35" fmla="*/ 4616 h 679"/>
                  <a:gd name="T36" fmla="*/ 9845 w 686"/>
                  <a:gd name="T37" fmla="*/ 6117 h 679"/>
                  <a:gd name="T38" fmla="*/ 9750 w 686"/>
                  <a:gd name="T39" fmla="*/ 6897 h 679"/>
                  <a:gd name="T40" fmla="*/ 9720 w 686"/>
                  <a:gd name="T41" fmla="*/ 7160 h 679"/>
                  <a:gd name="T42" fmla="*/ 9675 w 686"/>
                  <a:gd name="T43" fmla="*/ 7335 h 679"/>
                  <a:gd name="T44" fmla="*/ 9625 w 686"/>
                  <a:gd name="T45" fmla="*/ 7505 h 679"/>
                  <a:gd name="T46" fmla="*/ 9563 w 686"/>
                  <a:gd name="T47" fmla="*/ 7660 h 679"/>
                  <a:gd name="T48" fmla="*/ 9500 w 686"/>
                  <a:gd name="T49" fmla="*/ 7805 h 679"/>
                  <a:gd name="T50" fmla="*/ 9425 w 686"/>
                  <a:gd name="T51" fmla="*/ 7942 h 679"/>
                  <a:gd name="T52" fmla="*/ 9345 w 686"/>
                  <a:gd name="T53" fmla="*/ 8085 h 679"/>
                  <a:gd name="T54" fmla="*/ 9208 w 686"/>
                  <a:gd name="T55" fmla="*/ 8272 h 679"/>
                  <a:gd name="T56" fmla="*/ 9158 w 686"/>
                  <a:gd name="T57" fmla="*/ 8317 h 679"/>
                  <a:gd name="T58" fmla="*/ 8658 w 686"/>
                  <a:gd name="T59" fmla="*/ 8850 h 679"/>
                  <a:gd name="T60" fmla="*/ 6720 w 686"/>
                  <a:gd name="T61" fmla="*/ 9505 h 679"/>
                  <a:gd name="T62" fmla="*/ 5208 w 686"/>
                  <a:gd name="T63" fmla="*/ 9788 h 679"/>
                  <a:gd name="T64" fmla="*/ 4438 w 686"/>
                  <a:gd name="T65" fmla="*/ 10401 h 679"/>
                  <a:gd name="T66" fmla="*/ 5125 w 686"/>
                  <a:gd name="T67" fmla="*/ 10556 h 679"/>
                  <a:gd name="T68" fmla="*/ 7145 w 686"/>
                  <a:gd name="T69" fmla="*/ 10276 h 679"/>
                  <a:gd name="T70" fmla="*/ 9220 w 686"/>
                  <a:gd name="T71" fmla="*/ 9413 h 679"/>
                  <a:gd name="T72" fmla="*/ 10595 w 686"/>
                  <a:gd name="T73" fmla="*/ 7472 h 679"/>
                  <a:gd name="T74" fmla="*/ 10458 w 686"/>
                  <a:gd name="T75" fmla="*/ 4679 h 67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86" h="679">
                    <a:moveTo>
                      <a:pt x="0" y="15"/>
                    </a:moveTo>
                    <a:cubicBezTo>
                      <a:pt x="1" y="15"/>
                      <a:pt x="2" y="15"/>
                      <a:pt x="3" y="14"/>
                    </a:cubicBezTo>
                    <a:cubicBezTo>
                      <a:pt x="2" y="15"/>
                      <a:pt x="1" y="15"/>
                      <a:pt x="0" y="15"/>
                    </a:cubicBezTo>
                    <a:close/>
                    <a:moveTo>
                      <a:pt x="669" y="299"/>
                    </a:moveTo>
                    <a:cubicBezTo>
                      <a:pt x="661" y="281"/>
                      <a:pt x="658" y="260"/>
                      <a:pt x="648" y="244"/>
                    </a:cubicBezTo>
                    <a:cubicBezTo>
                      <a:pt x="642" y="234"/>
                      <a:pt x="633" y="230"/>
                      <a:pt x="625" y="219"/>
                    </a:cubicBezTo>
                    <a:cubicBezTo>
                      <a:pt x="616" y="208"/>
                      <a:pt x="609" y="189"/>
                      <a:pt x="598" y="176"/>
                    </a:cubicBezTo>
                    <a:cubicBezTo>
                      <a:pt x="594" y="172"/>
                      <a:pt x="589" y="167"/>
                      <a:pt x="585" y="162"/>
                    </a:cubicBezTo>
                    <a:cubicBezTo>
                      <a:pt x="581" y="158"/>
                      <a:pt x="576" y="147"/>
                      <a:pt x="572" y="143"/>
                    </a:cubicBezTo>
                    <a:cubicBezTo>
                      <a:pt x="559" y="132"/>
                      <a:pt x="544" y="120"/>
                      <a:pt x="528" y="113"/>
                    </a:cubicBezTo>
                    <a:cubicBezTo>
                      <a:pt x="523" y="111"/>
                      <a:pt x="515" y="106"/>
                      <a:pt x="511" y="104"/>
                    </a:cubicBezTo>
                    <a:cubicBezTo>
                      <a:pt x="490" y="94"/>
                      <a:pt x="477" y="80"/>
                      <a:pt x="453" y="72"/>
                    </a:cubicBezTo>
                    <a:cubicBezTo>
                      <a:pt x="445" y="69"/>
                      <a:pt x="437" y="67"/>
                      <a:pt x="428" y="64"/>
                    </a:cubicBezTo>
                    <a:cubicBezTo>
                      <a:pt x="424" y="63"/>
                      <a:pt x="415" y="59"/>
                      <a:pt x="411" y="58"/>
                    </a:cubicBezTo>
                    <a:cubicBezTo>
                      <a:pt x="399" y="54"/>
                      <a:pt x="398" y="47"/>
                      <a:pt x="386" y="45"/>
                    </a:cubicBezTo>
                    <a:cubicBezTo>
                      <a:pt x="376" y="44"/>
                      <a:pt x="367" y="45"/>
                      <a:pt x="357" y="44"/>
                    </a:cubicBezTo>
                    <a:cubicBezTo>
                      <a:pt x="350" y="43"/>
                      <a:pt x="333" y="30"/>
                      <a:pt x="326" y="28"/>
                    </a:cubicBezTo>
                    <a:cubicBezTo>
                      <a:pt x="269" y="13"/>
                      <a:pt x="216" y="6"/>
                      <a:pt x="171" y="2"/>
                    </a:cubicBezTo>
                    <a:cubicBezTo>
                      <a:pt x="162" y="2"/>
                      <a:pt x="152" y="5"/>
                      <a:pt x="144" y="4"/>
                    </a:cubicBezTo>
                    <a:cubicBezTo>
                      <a:pt x="121" y="3"/>
                      <a:pt x="104" y="0"/>
                      <a:pt x="88" y="1"/>
                    </a:cubicBezTo>
                    <a:cubicBezTo>
                      <a:pt x="70" y="1"/>
                      <a:pt x="40" y="7"/>
                      <a:pt x="11" y="13"/>
                    </a:cubicBezTo>
                    <a:cubicBezTo>
                      <a:pt x="16" y="12"/>
                      <a:pt x="20" y="11"/>
                      <a:pt x="24" y="11"/>
                    </a:cubicBezTo>
                    <a:cubicBezTo>
                      <a:pt x="35" y="11"/>
                      <a:pt x="47" y="11"/>
                      <a:pt x="61" y="11"/>
                    </a:cubicBezTo>
                    <a:cubicBezTo>
                      <a:pt x="75" y="12"/>
                      <a:pt x="91" y="18"/>
                      <a:pt x="108" y="19"/>
                    </a:cubicBezTo>
                    <a:cubicBezTo>
                      <a:pt x="131" y="22"/>
                      <a:pt x="158" y="20"/>
                      <a:pt x="187" y="26"/>
                    </a:cubicBezTo>
                    <a:cubicBezTo>
                      <a:pt x="210" y="31"/>
                      <a:pt x="242" y="33"/>
                      <a:pt x="267" y="39"/>
                    </a:cubicBezTo>
                    <a:cubicBezTo>
                      <a:pt x="284" y="44"/>
                      <a:pt x="301" y="56"/>
                      <a:pt x="318" y="61"/>
                    </a:cubicBezTo>
                    <a:cubicBezTo>
                      <a:pt x="335" y="65"/>
                      <a:pt x="351" y="70"/>
                      <a:pt x="366" y="75"/>
                    </a:cubicBezTo>
                    <a:cubicBezTo>
                      <a:pt x="391" y="83"/>
                      <a:pt x="414" y="87"/>
                      <a:pt x="436" y="97"/>
                    </a:cubicBezTo>
                    <a:cubicBezTo>
                      <a:pt x="471" y="113"/>
                      <a:pt x="503" y="135"/>
                      <a:pt x="524" y="158"/>
                    </a:cubicBezTo>
                    <a:cubicBezTo>
                      <a:pt x="526" y="159"/>
                      <a:pt x="526" y="159"/>
                      <a:pt x="526" y="159"/>
                    </a:cubicBezTo>
                    <a:cubicBezTo>
                      <a:pt x="531" y="166"/>
                      <a:pt x="533" y="169"/>
                      <a:pt x="533" y="175"/>
                    </a:cubicBezTo>
                    <a:cubicBezTo>
                      <a:pt x="533" y="179"/>
                      <a:pt x="547" y="187"/>
                      <a:pt x="554" y="192"/>
                    </a:cubicBezTo>
                    <a:cubicBezTo>
                      <a:pt x="561" y="197"/>
                      <a:pt x="564" y="206"/>
                      <a:pt x="569" y="211"/>
                    </a:cubicBezTo>
                    <a:cubicBezTo>
                      <a:pt x="579" y="224"/>
                      <a:pt x="587" y="236"/>
                      <a:pt x="594" y="248"/>
                    </a:cubicBezTo>
                    <a:cubicBezTo>
                      <a:pt x="602" y="262"/>
                      <a:pt x="601" y="279"/>
                      <a:pt x="607" y="295"/>
                    </a:cubicBezTo>
                    <a:cubicBezTo>
                      <a:pt x="616" y="316"/>
                      <a:pt x="626" y="331"/>
                      <a:pt x="628" y="348"/>
                    </a:cubicBezTo>
                    <a:cubicBezTo>
                      <a:pt x="628" y="359"/>
                      <a:pt x="630" y="380"/>
                      <a:pt x="630" y="391"/>
                    </a:cubicBezTo>
                    <a:cubicBezTo>
                      <a:pt x="629" y="400"/>
                      <a:pt x="620" y="413"/>
                      <a:pt x="619" y="424"/>
                    </a:cubicBezTo>
                    <a:cubicBezTo>
                      <a:pt x="619" y="435"/>
                      <a:pt x="626" y="431"/>
                      <a:pt x="624" y="441"/>
                    </a:cubicBezTo>
                    <a:cubicBezTo>
                      <a:pt x="624" y="446"/>
                      <a:pt x="623" y="450"/>
                      <a:pt x="622" y="454"/>
                    </a:cubicBezTo>
                    <a:cubicBezTo>
                      <a:pt x="622" y="455"/>
                      <a:pt x="622" y="456"/>
                      <a:pt x="622" y="458"/>
                    </a:cubicBezTo>
                    <a:cubicBezTo>
                      <a:pt x="621" y="460"/>
                      <a:pt x="621" y="462"/>
                      <a:pt x="620" y="464"/>
                    </a:cubicBezTo>
                    <a:cubicBezTo>
                      <a:pt x="620" y="466"/>
                      <a:pt x="619" y="468"/>
                      <a:pt x="619" y="469"/>
                    </a:cubicBezTo>
                    <a:cubicBezTo>
                      <a:pt x="618" y="471"/>
                      <a:pt x="618" y="473"/>
                      <a:pt x="617" y="475"/>
                    </a:cubicBezTo>
                    <a:cubicBezTo>
                      <a:pt x="617" y="476"/>
                      <a:pt x="616" y="478"/>
                      <a:pt x="616" y="480"/>
                    </a:cubicBezTo>
                    <a:cubicBezTo>
                      <a:pt x="615" y="481"/>
                      <a:pt x="615" y="483"/>
                      <a:pt x="614" y="485"/>
                    </a:cubicBezTo>
                    <a:cubicBezTo>
                      <a:pt x="613" y="486"/>
                      <a:pt x="613" y="488"/>
                      <a:pt x="612" y="490"/>
                    </a:cubicBezTo>
                    <a:cubicBezTo>
                      <a:pt x="612" y="491"/>
                      <a:pt x="611" y="493"/>
                      <a:pt x="610" y="495"/>
                    </a:cubicBezTo>
                    <a:cubicBezTo>
                      <a:pt x="609" y="496"/>
                      <a:pt x="609" y="498"/>
                      <a:pt x="608" y="499"/>
                    </a:cubicBezTo>
                    <a:cubicBezTo>
                      <a:pt x="607" y="501"/>
                      <a:pt x="606" y="503"/>
                      <a:pt x="605" y="504"/>
                    </a:cubicBezTo>
                    <a:cubicBezTo>
                      <a:pt x="605" y="506"/>
                      <a:pt x="604" y="507"/>
                      <a:pt x="603" y="508"/>
                    </a:cubicBezTo>
                    <a:cubicBezTo>
                      <a:pt x="602" y="510"/>
                      <a:pt x="601" y="512"/>
                      <a:pt x="600" y="514"/>
                    </a:cubicBezTo>
                    <a:cubicBezTo>
                      <a:pt x="599" y="515"/>
                      <a:pt x="598" y="516"/>
                      <a:pt x="598" y="517"/>
                    </a:cubicBezTo>
                    <a:cubicBezTo>
                      <a:pt x="596" y="520"/>
                      <a:pt x="594" y="523"/>
                      <a:pt x="591" y="525"/>
                    </a:cubicBezTo>
                    <a:cubicBezTo>
                      <a:pt x="590" y="527"/>
                      <a:pt x="589" y="528"/>
                      <a:pt x="589" y="529"/>
                    </a:cubicBezTo>
                    <a:cubicBezTo>
                      <a:pt x="588" y="530"/>
                      <a:pt x="587" y="531"/>
                      <a:pt x="586" y="532"/>
                    </a:cubicBezTo>
                    <a:cubicBezTo>
                      <a:pt x="586" y="532"/>
                      <a:pt x="586" y="532"/>
                      <a:pt x="586" y="532"/>
                    </a:cubicBezTo>
                    <a:cubicBezTo>
                      <a:pt x="580" y="540"/>
                      <a:pt x="576" y="547"/>
                      <a:pt x="570" y="556"/>
                    </a:cubicBezTo>
                    <a:cubicBezTo>
                      <a:pt x="566" y="561"/>
                      <a:pt x="558" y="562"/>
                      <a:pt x="554" y="566"/>
                    </a:cubicBezTo>
                    <a:cubicBezTo>
                      <a:pt x="541" y="577"/>
                      <a:pt x="525" y="595"/>
                      <a:pt x="493" y="603"/>
                    </a:cubicBezTo>
                    <a:cubicBezTo>
                      <a:pt x="477" y="607"/>
                      <a:pt x="454" y="605"/>
                      <a:pt x="430" y="608"/>
                    </a:cubicBezTo>
                    <a:cubicBezTo>
                      <a:pt x="415" y="610"/>
                      <a:pt x="399" y="618"/>
                      <a:pt x="385" y="620"/>
                    </a:cubicBezTo>
                    <a:cubicBezTo>
                      <a:pt x="359" y="623"/>
                      <a:pt x="339" y="625"/>
                      <a:pt x="333" y="626"/>
                    </a:cubicBezTo>
                    <a:cubicBezTo>
                      <a:pt x="298" y="629"/>
                      <a:pt x="286" y="625"/>
                      <a:pt x="287" y="628"/>
                    </a:cubicBezTo>
                    <a:cubicBezTo>
                      <a:pt x="289" y="642"/>
                      <a:pt x="287" y="654"/>
                      <a:pt x="284" y="665"/>
                    </a:cubicBezTo>
                    <a:cubicBezTo>
                      <a:pt x="285" y="667"/>
                      <a:pt x="285" y="667"/>
                      <a:pt x="285" y="667"/>
                    </a:cubicBezTo>
                    <a:cubicBezTo>
                      <a:pt x="285" y="667"/>
                      <a:pt x="307" y="672"/>
                      <a:pt x="328" y="675"/>
                    </a:cubicBezTo>
                    <a:cubicBezTo>
                      <a:pt x="349" y="679"/>
                      <a:pt x="360" y="672"/>
                      <a:pt x="388" y="672"/>
                    </a:cubicBezTo>
                    <a:cubicBezTo>
                      <a:pt x="407" y="672"/>
                      <a:pt x="407" y="666"/>
                      <a:pt x="457" y="657"/>
                    </a:cubicBezTo>
                    <a:cubicBezTo>
                      <a:pt x="497" y="650"/>
                      <a:pt x="496" y="659"/>
                      <a:pt x="528" y="645"/>
                    </a:cubicBezTo>
                    <a:cubicBezTo>
                      <a:pt x="559" y="631"/>
                      <a:pt x="562" y="621"/>
                      <a:pt x="590" y="602"/>
                    </a:cubicBezTo>
                    <a:cubicBezTo>
                      <a:pt x="618" y="583"/>
                      <a:pt x="660" y="540"/>
                      <a:pt x="664" y="495"/>
                    </a:cubicBezTo>
                    <a:cubicBezTo>
                      <a:pt x="670" y="489"/>
                      <a:pt x="675" y="483"/>
                      <a:pt x="678" y="478"/>
                    </a:cubicBezTo>
                    <a:cubicBezTo>
                      <a:pt x="685" y="465"/>
                      <a:pt x="683" y="434"/>
                      <a:pt x="683" y="403"/>
                    </a:cubicBezTo>
                    <a:cubicBezTo>
                      <a:pt x="685" y="357"/>
                      <a:pt x="686" y="344"/>
                      <a:pt x="669" y="299"/>
                    </a:cubicBezTo>
                  </a:path>
                </a:pathLst>
              </a:custGeom>
              <a:solidFill>
                <a:srgbClr val="D8A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2" name="Freeform 10">
                <a:extLst>
                  <a:ext uri="{FF2B5EF4-FFF2-40B4-BE49-F238E27FC236}">
                    <a16:creationId xmlns:a16="http://schemas.microsoft.com/office/drawing/2014/main" id="{B662DDE4-5E25-4076-8DBC-3C1DDAAF4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525"/>
                <a:ext cx="93" cy="197"/>
              </a:xfrm>
              <a:custGeom>
                <a:avLst/>
                <a:gdLst>
                  <a:gd name="T0" fmla="*/ 158 w 37"/>
                  <a:gd name="T1" fmla="*/ 0 h 79"/>
                  <a:gd name="T2" fmla="*/ 209 w 37"/>
                  <a:gd name="T3" fmla="*/ 571 h 79"/>
                  <a:gd name="T4" fmla="*/ 146 w 37"/>
                  <a:gd name="T5" fmla="*/ 1224 h 79"/>
                  <a:gd name="T6" fmla="*/ 209 w 37"/>
                  <a:gd name="T7" fmla="*/ 92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79">
                    <a:moveTo>
                      <a:pt x="10" y="0"/>
                    </a:moveTo>
                    <a:cubicBezTo>
                      <a:pt x="0" y="2"/>
                      <a:pt x="12" y="29"/>
                      <a:pt x="13" y="37"/>
                    </a:cubicBezTo>
                    <a:cubicBezTo>
                      <a:pt x="15" y="47"/>
                      <a:pt x="15" y="70"/>
                      <a:pt x="9" y="79"/>
                    </a:cubicBezTo>
                    <a:cubicBezTo>
                      <a:pt x="25" y="71"/>
                      <a:pt x="37" y="7"/>
                      <a:pt x="13" y="6"/>
                    </a:cubicBezTo>
                  </a:path>
                </a:pathLst>
              </a:custGeom>
              <a:solidFill>
                <a:srgbClr val="E8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3" name="Freeform 11">
                <a:extLst>
                  <a:ext uri="{FF2B5EF4-FFF2-40B4-BE49-F238E27FC236}">
                    <a16:creationId xmlns:a16="http://schemas.microsoft.com/office/drawing/2014/main" id="{7E50F25D-0A52-4B0F-9809-43F301ECA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405"/>
                <a:ext cx="235" cy="260"/>
              </a:xfrm>
              <a:custGeom>
                <a:avLst/>
                <a:gdLst>
                  <a:gd name="T0" fmla="*/ 1220 w 94"/>
                  <a:gd name="T1" fmla="*/ 158 h 104"/>
                  <a:gd name="T2" fmla="*/ 550 w 94"/>
                  <a:gd name="T3" fmla="*/ 33 h 104"/>
                  <a:gd name="T4" fmla="*/ 533 w 94"/>
                  <a:gd name="T5" fmla="*/ 0 h 104"/>
                  <a:gd name="T6" fmla="*/ 345 w 94"/>
                  <a:gd name="T7" fmla="*/ 375 h 104"/>
                  <a:gd name="T8" fmla="*/ 0 w 94"/>
                  <a:gd name="T9" fmla="*/ 1625 h 104"/>
                  <a:gd name="T10" fmla="*/ 395 w 94"/>
                  <a:gd name="T11" fmla="*/ 1375 h 104"/>
                  <a:gd name="T12" fmla="*/ 645 w 94"/>
                  <a:gd name="T13" fmla="*/ 1283 h 104"/>
                  <a:gd name="T14" fmla="*/ 845 w 94"/>
                  <a:gd name="T15" fmla="*/ 1033 h 104"/>
                  <a:gd name="T16" fmla="*/ 1063 w 94"/>
                  <a:gd name="T17" fmla="*/ 970 h 104"/>
                  <a:gd name="T18" fmla="*/ 1158 w 94"/>
                  <a:gd name="T19" fmla="*/ 720 h 104"/>
                  <a:gd name="T20" fmla="*/ 1438 w 94"/>
                  <a:gd name="T21" fmla="*/ 425 h 104"/>
                  <a:gd name="T22" fmla="*/ 1470 w 94"/>
                  <a:gd name="T23" fmla="*/ 188 h 104"/>
                  <a:gd name="T24" fmla="*/ 1458 w 94"/>
                  <a:gd name="T25" fmla="*/ 175 h 104"/>
                  <a:gd name="T26" fmla="*/ 1220 w 94"/>
                  <a:gd name="T27" fmla="*/ 158 h 10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104">
                    <a:moveTo>
                      <a:pt x="78" y="10"/>
                    </a:moveTo>
                    <a:cubicBezTo>
                      <a:pt x="57" y="7"/>
                      <a:pt x="35" y="2"/>
                      <a:pt x="35" y="2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1" y="9"/>
                      <a:pt x="27" y="17"/>
                      <a:pt x="22" y="24"/>
                    </a:cubicBezTo>
                    <a:cubicBezTo>
                      <a:pt x="18" y="61"/>
                      <a:pt x="11" y="83"/>
                      <a:pt x="0" y="104"/>
                    </a:cubicBezTo>
                    <a:cubicBezTo>
                      <a:pt x="9" y="98"/>
                      <a:pt x="17" y="93"/>
                      <a:pt x="25" y="88"/>
                    </a:cubicBezTo>
                    <a:cubicBezTo>
                      <a:pt x="30" y="85"/>
                      <a:pt x="36" y="86"/>
                      <a:pt x="41" y="82"/>
                    </a:cubicBezTo>
                    <a:cubicBezTo>
                      <a:pt x="46" y="79"/>
                      <a:pt x="50" y="70"/>
                      <a:pt x="54" y="66"/>
                    </a:cubicBezTo>
                    <a:cubicBezTo>
                      <a:pt x="57" y="64"/>
                      <a:pt x="65" y="65"/>
                      <a:pt x="68" y="62"/>
                    </a:cubicBezTo>
                    <a:cubicBezTo>
                      <a:pt x="72" y="58"/>
                      <a:pt x="71" y="50"/>
                      <a:pt x="74" y="46"/>
                    </a:cubicBezTo>
                    <a:cubicBezTo>
                      <a:pt x="79" y="40"/>
                      <a:pt x="88" y="34"/>
                      <a:pt x="92" y="27"/>
                    </a:cubicBezTo>
                    <a:cubicBezTo>
                      <a:pt x="94" y="23"/>
                      <a:pt x="92" y="17"/>
                      <a:pt x="94" y="12"/>
                    </a:cubicBezTo>
                    <a:cubicBezTo>
                      <a:pt x="94" y="12"/>
                      <a:pt x="94" y="12"/>
                      <a:pt x="93" y="11"/>
                    </a:cubicBezTo>
                    <a:cubicBezTo>
                      <a:pt x="89" y="12"/>
                      <a:pt x="84" y="11"/>
                      <a:pt x="78" y="10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4" name="Freeform 12">
                <a:extLst>
                  <a:ext uri="{FF2B5EF4-FFF2-40B4-BE49-F238E27FC236}">
                    <a16:creationId xmlns:a16="http://schemas.microsoft.com/office/drawing/2014/main" id="{64A72790-1EA3-418B-BD39-725D9DE5E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382"/>
                <a:ext cx="67" cy="78"/>
              </a:xfrm>
              <a:custGeom>
                <a:avLst/>
                <a:gdLst>
                  <a:gd name="T0" fmla="*/ 104 w 27"/>
                  <a:gd name="T1" fmla="*/ 0 h 31"/>
                  <a:gd name="T2" fmla="*/ 74 w 27"/>
                  <a:gd name="T3" fmla="*/ 304 h 31"/>
                  <a:gd name="T4" fmla="*/ 258 w 27"/>
                  <a:gd name="T5" fmla="*/ 335 h 31"/>
                  <a:gd name="T6" fmla="*/ 370 w 27"/>
                  <a:gd name="T7" fmla="*/ 493 h 31"/>
                  <a:gd name="T8" fmla="*/ 290 w 27"/>
                  <a:gd name="T9" fmla="*/ 146 h 31"/>
                  <a:gd name="T10" fmla="*/ 74 w 27"/>
                  <a:gd name="T11" fmla="*/ 2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1">
                    <a:moveTo>
                      <a:pt x="7" y="0"/>
                    </a:moveTo>
                    <a:cubicBezTo>
                      <a:pt x="3" y="4"/>
                      <a:pt x="0" y="14"/>
                      <a:pt x="5" y="19"/>
                    </a:cubicBezTo>
                    <a:cubicBezTo>
                      <a:pt x="8" y="21"/>
                      <a:pt x="14" y="19"/>
                      <a:pt x="17" y="21"/>
                    </a:cubicBezTo>
                    <a:cubicBezTo>
                      <a:pt x="20" y="23"/>
                      <a:pt x="22" y="28"/>
                      <a:pt x="24" y="31"/>
                    </a:cubicBezTo>
                    <a:cubicBezTo>
                      <a:pt x="27" y="25"/>
                      <a:pt x="23" y="14"/>
                      <a:pt x="19" y="9"/>
                    </a:cubicBezTo>
                    <a:cubicBezTo>
                      <a:pt x="15" y="3"/>
                      <a:pt x="7" y="3"/>
                      <a:pt x="5" y="1"/>
                    </a:cubicBezTo>
                  </a:path>
                </a:pathLst>
              </a:custGeom>
              <a:solidFill>
                <a:srgbClr val="E8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5" name="Freeform 13">
                <a:extLst>
                  <a:ext uri="{FF2B5EF4-FFF2-40B4-BE49-F238E27FC236}">
                    <a16:creationId xmlns:a16="http://schemas.microsoft.com/office/drawing/2014/main" id="{1DB1649F-FB90-405B-A01A-CB45D0761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230"/>
                <a:ext cx="280" cy="107"/>
              </a:xfrm>
              <a:custGeom>
                <a:avLst/>
                <a:gdLst>
                  <a:gd name="T0" fmla="*/ 583 w 112"/>
                  <a:gd name="T1" fmla="*/ 649 h 43"/>
                  <a:gd name="T2" fmla="*/ 1238 w 112"/>
                  <a:gd name="T3" fmla="*/ 416 h 43"/>
                  <a:gd name="T4" fmla="*/ 1425 w 112"/>
                  <a:gd name="T5" fmla="*/ 167 h 43"/>
                  <a:gd name="T6" fmla="*/ 1175 w 112"/>
                  <a:gd name="T7" fmla="*/ 187 h 43"/>
                  <a:gd name="T8" fmla="*/ 625 w 112"/>
                  <a:gd name="T9" fmla="*/ 465 h 43"/>
                  <a:gd name="T10" fmla="*/ 0 w 112"/>
                  <a:gd name="T11" fmla="*/ 557 h 43"/>
                  <a:gd name="T12" fmla="*/ 470 w 112"/>
                  <a:gd name="T13" fmla="*/ 383 h 43"/>
                  <a:gd name="T14" fmla="*/ 970 w 112"/>
                  <a:gd name="T15" fmla="*/ 216 h 43"/>
                  <a:gd name="T16" fmla="*/ 1470 w 112"/>
                  <a:gd name="T17" fmla="*/ 12 h 43"/>
                  <a:gd name="T18" fmla="*/ 1250 w 112"/>
                  <a:gd name="T19" fmla="*/ 445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43">
                    <a:moveTo>
                      <a:pt x="37" y="42"/>
                    </a:moveTo>
                    <a:cubicBezTo>
                      <a:pt x="51" y="40"/>
                      <a:pt x="67" y="36"/>
                      <a:pt x="79" y="27"/>
                    </a:cubicBezTo>
                    <a:cubicBezTo>
                      <a:pt x="84" y="24"/>
                      <a:pt x="93" y="17"/>
                      <a:pt x="91" y="11"/>
                    </a:cubicBezTo>
                    <a:cubicBezTo>
                      <a:pt x="89" y="3"/>
                      <a:pt x="81" y="10"/>
                      <a:pt x="75" y="12"/>
                    </a:cubicBezTo>
                    <a:cubicBezTo>
                      <a:pt x="64" y="19"/>
                      <a:pt x="52" y="26"/>
                      <a:pt x="40" y="30"/>
                    </a:cubicBezTo>
                    <a:cubicBezTo>
                      <a:pt x="33" y="33"/>
                      <a:pt x="5" y="43"/>
                      <a:pt x="0" y="36"/>
                    </a:cubicBezTo>
                    <a:cubicBezTo>
                      <a:pt x="5" y="27"/>
                      <a:pt x="20" y="28"/>
                      <a:pt x="30" y="25"/>
                    </a:cubicBezTo>
                    <a:cubicBezTo>
                      <a:pt x="41" y="23"/>
                      <a:pt x="51" y="18"/>
                      <a:pt x="62" y="14"/>
                    </a:cubicBezTo>
                    <a:cubicBezTo>
                      <a:pt x="69" y="11"/>
                      <a:pt x="87" y="0"/>
                      <a:pt x="94" y="1"/>
                    </a:cubicBezTo>
                    <a:cubicBezTo>
                      <a:pt x="112" y="5"/>
                      <a:pt x="83" y="24"/>
                      <a:pt x="80" y="29"/>
                    </a:cubicBezTo>
                  </a:path>
                </a:pathLst>
              </a:custGeom>
              <a:solidFill>
                <a:srgbClr val="E8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6" name="Freeform 14">
                <a:extLst>
                  <a:ext uri="{FF2B5EF4-FFF2-40B4-BE49-F238E27FC236}">
                    <a16:creationId xmlns:a16="http://schemas.microsoft.com/office/drawing/2014/main" id="{001BE802-866B-4881-90AA-042AE2E6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330"/>
                <a:ext cx="120" cy="50"/>
              </a:xfrm>
              <a:custGeom>
                <a:avLst/>
                <a:gdLst>
                  <a:gd name="T0" fmla="*/ 158 w 48"/>
                  <a:gd name="T1" fmla="*/ 220 h 20"/>
                  <a:gd name="T2" fmla="*/ 0 w 48"/>
                  <a:gd name="T3" fmla="*/ 188 h 20"/>
                  <a:gd name="T4" fmla="*/ 425 w 48"/>
                  <a:gd name="T5" fmla="*/ 270 h 20"/>
                  <a:gd name="T6" fmla="*/ 750 w 48"/>
                  <a:gd name="T7" fmla="*/ 20 h 20"/>
                  <a:gd name="T8" fmla="*/ 250 w 48"/>
                  <a:gd name="T9" fmla="*/ 1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0">
                    <a:moveTo>
                      <a:pt x="10" y="14"/>
                    </a:moveTo>
                    <a:cubicBezTo>
                      <a:pt x="7" y="12"/>
                      <a:pt x="3" y="12"/>
                      <a:pt x="0" y="12"/>
                    </a:cubicBezTo>
                    <a:cubicBezTo>
                      <a:pt x="3" y="20"/>
                      <a:pt x="20" y="14"/>
                      <a:pt x="27" y="17"/>
                    </a:cubicBezTo>
                    <a:cubicBezTo>
                      <a:pt x="30" y="4"/>
                      <a:pt x="37" y="3"/>
                      <a:pt x="48" y="1"/>
                    </a:cubicBezTo>
                    <a:cubicBezTo>
                      <a:pt x="37" y="0"/>
                      <a:pt x="26" y="11"/>
                      <a:pt x="16" y="8"/>
                    </a:cubicBezTo>
                  </a:path>
                </a:pathLst>
              </a:custGeom>
              <a:solidFill>
                <a:srgbClr val="E8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7" name="Freeform 15">
                <a:extLst>
                  <a:ext uri="{FF2B5EF4-FFF2-40B4-BE49-F238E27FC236}">
                    <a16:creationId xmlns:a16="http://schemas.microsoft.com/office/drawing/2014/main" id="{9F6F0742-6DD5-4FDC-8DB7-1976A4700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089"/>
                <a:ext cx="60" cy="88"/>
              </a:xfrm>
              <a:custGeom>
                <a:avLst/>
                <a:gdLst>
                  <a:gd name="T0" fmla="*/ 0 w 24"/>
                  <a:gd name="T1" fmla="*/ 0 h 35"/>
                  <a:gd name="T2" fmla="*/ 175 w 24"/>
                  <a:gd name="T3" fmla="*/ 221 h 35"/>
                  <a:gd name="T4" fmla="*/ 238 w 24"/>
                  <a:gd name="T5" fmla="*/ 556 h 35"/>
                  <a:gd name="T6" fmla="*/ 375 w 24"/>
                  <a:gd name="T7" fmla="*/ 493 h 35"/>
                  <a:gd name="T8" fmla="*/ 145 w 24"/>
                  <a:gd name="T9" fmla="*/ 18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5">
                    <a:moveTo>
                      <a:pt x="0" y="0"/>
                    </a:moveTo>
                    <a:cubicBezTo>
                      <a:pt x="4" y="5"/>
                      <a:pt x="9" y="8"/>
                      <a:pt x="11" y="14"/>
                    </a:cubicBezTo>
                    <a:cubicBezTo>
                      <a:pt x="14" y="20"/>
                      <a:pt x="13" y="28"/>
                      <a:pt x="15" y="35"/>
                    </a:cubicBezTo>
                    <a:cubicBezTo>
                      <a:pt x="18" y="34"/>
                      <a:pt x="22" y="33"/>
                      <a:pt x="24" y="31"/>
                    </a:cubicBezTo>
                    <a:cubicBezTo>
                      <a:pt x="17" y="26"/>
                      <a:pt x="14" y="19"/>
                      <a:pt x="9" y="12"/>
                    </a:cubicBezTo>
                  </a:path>
                </a:pathLst>
              </a:custGeom>
              <a:solidFill>
                <a:srgbClr val="E8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8" name="Freeform 16">
                <a:extLst>
                  <a:ext uri="{FF2B5EF4-FFF2-40B4-BE49-F238E27FC236}">
                    <a16:creationId xmlns:a16="http://schemas.microsoft.com/office/drawing/2014/main" id="{2CE70675-B5B2-4373-A616-5DB5ED183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787"/>
                <a:ext cx="83" cy="52"/>
              </a:xfrm>
              <a:custGeom>
                <a:avLst/>
                <a:gdLst>
                  <a:gd name="T0" fmla="*/ 0 w 33"/>
                  <a:gd name="T1" fmla="*/ 154 h 21"/>
                  <a:gd name="T2" fmla="*/ 526 w 33"/>
                  <a:gd name="T3" fmla="*/ 319 h 21"/>
                  <a:gd name="T4" fmla="*/ 0 w 33"/>
                  <a:gd name="T5" fmla="*/ 7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1">
                    <a:moveTo>
                      <a:pt x="0" y="10"/>
                    </a:moveTo>
                    <a:cubicBezTo>
                      <a:pt x="9" y="13"/>
                      <a:pt x="23" y="20"/>
                      <a:pt x="33" y="21"/>
                    </a:cubicBezTo>
                    <a:cubicBezTo>
                      <a:pt x="30" y="14"/>
                      <a:pt x="5" y="0"/>
                      <a:pt x="0" y="5"/>
                    </a:cubicBezTo>
                  </a:path>
                </a:pathLst>
              </a:custGeom>
              <a:solidFill>
                <a:srgbClr val="E8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9" name="Freeform 17">
                <a:extLst>
                  <a:ext uri="{FF2B5EF4-FFF2-40B4-BE49-F238E27FC236}">
                    <a16:creationId xmlns:a16="http://schemas.microsoft.com/office/drawing/2014/main" id="{6579F17D-221B-4141-B865-A4D7FDBC6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782"/>
                <a:ext cx="50" cy="10"/>
              </a:xfrm>
              <a:custGeom>
                <a:avLst/>
                <a:gdLst>
                  <a:gd name="T0" fmla="*/ 0 w 20"/>
                  <a:gd name="T1" fmla="*/ 20 h 4"/>
                  <a:gd name="T2" fmla="*/ 313 w 20"/>
                  <a:gd name="T3" fmla="*/ 63 h 4"/>
                  <a:gd name="T4" fmla="*/ 283 w 20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">
                    <a:moveTo>
                      <a:pt x="0" y="1"/>
                    </a:moveTo>
                    <a:cubicBezTo>
                      <a:pt x="6" y="1"/>
                      <a:pt x="13" y="2"/>
                      <a:pt x="20" y="4"/>
                    </a:cubicBezTo>
                    <a:cubicBezTo>
                      <a:pt x="20" y="2"/>
                      <a:pt x="19" y="1"/>
                      <a:pt x="18" y="0"/>
                    </a:cubicBezTo>
                  </a:path>
                </a:pathLst>
              </a:custGeom>
              <a:solidFill>
                <a:srgbClr val="E8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0" name="Freeform 18">
                <a:extLst>
                  <a:ext uri="{FF2B5EF4-FFF2-40B4-BE49-F238E27FC236}">
                    <a16:creationId xmlns:a16="http://schemas.microsoft.com/office/drawing/2014/main" id="{E4448D6B-EB11-4BE4-A123-B87825B69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872"/>
                <a:ext cx="75" cy="40"/>
              </a:xfrm>
              <a:custGeom>
                <a:avLst/>
                <a:gdLst>
                  <a:gd name="T0" fmla="*/ 0 w 30"/>
                  <a:gd name="T1" fmla="*/ 125 h 16"/>
                  <a:gd name="T2" fmla="*/ 375 w 30"/>
                  <a:gd name="T3" fmla="*/ 220 h 16"/>
                  <a:gd name="T4" fmla="*/ 63 w 30"/>
                  <a:gd name="T5" fmla="*/ 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6">
                    <a:moveTo>
                      <a:pt x="0" y="8"/>
                    </a:moveTo>
                    <a:cubicBezTo>
                      <a:pt x="1" y="8"/>
                      <a:pt x="22" y="16"/>
                      <a:pt x="24" y="14"/>
                    </a:cubicBezTo>
                    <a:cubicBezTo>
                      <a:pt x="30" y="7"/>
                      <a:pt x="10" y="0"/>
                      <a:pt x="4" y="3"/>
                    </a:cubicBezTo>
                  </a:path>
                </a:pathLst>
              </a:custGeom>
              <a:solidFill>
                <a:srgbClr val="E8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1" name="Freeform 19">
                <a:extLst>
                  <a:ext uri="{FF2B5EF4-FFF2-40B4-BE49-F238E27FC236}">
                    <a16:creationId xmlns:a16="http://schemas.microsoft.com/office/drawing/2014/main" id="{4B6A6AEA-941D-4BE8-9C6B-613ACF9E8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697"/>
                <a:ext cx="252" cy="718"/>
              </a:xfrm>
              <a:custGeom>
                <a:avLst/>
                <a:gdLst>
                  <a:gd name="T0" fmla="*/ 791 w 101"/>
                  <a:gd name="T1" fmla="*/ 20 h 287"/>
                  <a:gd name="T2" fmla="*/ 312 w 101"/>
                  <a:gd name="T3" fmla="*/ 658 h 287"/>
                  <a:gd name="T4" fmla="*/ 62 w 101"/>
                  <a:gd name="T5" fmla="*/ 1459 h 287"/>
                  <a:gd name="T6" fmla="*/ 75 w 101"/>
                  <a:gd name="T7" fmla="*/ 3347 h 287"/>
                  <a:gd name="T8" fmla="*/ 125 w 101"/>
                  <a:gd name="T9" fmla="*/ 3943 h 287"/>
                  <a:gd name="T10" fmla="*/ 187 w 101"/>
                  <a:gd name="T11" fmla="*/ 4493 h 287"/>
                  <a:gd name="T12" fmla="*/ 417 w 101"/>
                  <a:gd name="T13" fmla="*/ 3505 h 287"/>
                  <a:gd name="T14" fmla="*/ 696 w 101"/>
                  <a:gd name="T15" fmla="*/ 2272 h 287"/>
                  <a:gd name="T16" fmla="*/ 966 w 101"/>
                  <a:gd name="T17" fmla="*/ 1596 h 287"/>
                  <a:gd name="T18" fmla="*/ 1120 w 101"/>
                  <a:gd name="T19" fmla="*/ 1146 h 287"/>
                  <a:gd name="T20" fmla="*/ 1475 w 101"/>
                  <a:gd name="T21" fmla="*/ 395 h 287"/>
                  <a:gd name="T22" fmla="*/ 1245 w 101"/>
                  <a:gd name="T23" fmla="*/ 83 h 287"/>
                  <a:gd name="T24" fmla="*/ 933 w 101"/>
                  <a:gd name="T25" fmla="*/ 0 h 2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1" h="287">
                    <a:moveTo>
                      <a:pt x="51" y="1"/>
                    </a:moveTo>
                    <a:cubicBezTo>
                      <a:pt x="41" y="15"/>
                      <a:pt x="34" y="29"/>
                      <a:pt x="20" y="42"/>
                    </a:cubicBezTo>
                    <a:cubicBezTo>
                      <a:pt x="6" y="57"/>
                      <a:pt x="6" y="73"/>
                      <a:pt x="4" y="93"/>
                    </a:cubicBezTo>
                    <a:cubicBezTo>
                      <a:pt x="0" y="133"/>
                      <a:pt x="5" y="174"/>
                      <a:pt x="5" y="214"/>
                    </a:cubicBezTo>
                    <a:cubicBezTo>
                      <a:pt x="5" y="227"/>
                      <a:pt x="7" y="239"/>
                      <a:pt x="8" y="252"/>
                    </a:cubicBezTo>
                    <a:cubicBezTo>
                      <a:pt x="8" y="261"/>
                      <a:pt x="5" y="281"/>
                      <a:pt x="12" y="287"/>
                    </a:cubicBezTo>
                    <a:cubicBezTo>
                      <a:pt x="26" y="278"/>
                      <a:pt x="25" y="240"/>
                      <a:pt x="27" y="224"/>
                    </a:cubicBezTo>
                    <a:cubicBezTo>
                      <a:pt x="32" y="198"/>
                      <a:pt x="35" y="171"/>
                      <a:pt x="45" y="145"/>
                    </a:cubicBezTo>
                    <a:cubicBezTo>
                      <a:pt x="50" y="131"/>
                      <a:pt x="57" y="117"/>
                      <a:pt x="62" y="102"/>
                    </a:cubicBezTo>
                    <a:cubicBezTo>
                      <a:pt x="65" y="93"/>
                      <a:pt x="67" y="82"/>
                      <a:pt x="72" y="73"/>
                    </a:cubicBezTo>
                    <a:cubicBezTo>
                      <a:pt x="82" y="56"/>
                      <a:pt x="101" y="47"/>
                      <a:pt x="95" y="25"/>
                    </a:cubicBezTo>
                    <a:cubicBezTo>
                      <a:pt x="93" y="16"/>
                      <a:pt x="87" y="9"/>
                      <a:pt x="80" y="5"/>
                    </a:cubicBezTo>
                    <a:cubicBezTo>
                      <a:pt x="74" y="3"/>
                      <a:pt x="62" y="6"/>
                      <a:pt x="60" y="0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2" name="Freeform 20">
                <a:extLst>
                  <a:ext uri="{FF2B5EF4-FFF2-40B4-BE49-F238E27FC236}">
                    <a16:creationId xmlns:a16="http://schemas.microsoft.com/office/drawing/2014/main" id="{93DC0070-A6A7-4EBB-889D-6D7B0985D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652"/>
                <a:ext cx="195" cy="378"/>
              </a:xfrm>
              <a:custGeom>
                <a:avLst/>
                <a:gdLst>
                  <a:gd name="T0" fmla="*/ 675 w 78"/>
                  <a:gd name="T1" fmla="*/ 270 h 151"/>
                  <a:gd name="T2" fmla="*/ 1188 w 78"/>
                  <a:gd name="T3" fmla="*/ 158 h 151"/>
                  <a:gd name="T4" fmla="*/ 845 w 78"/>
                  <a:gd name="T5" fmla="*/ 721 h 151"/>
                  <a:gd name="T6" fmla="*/ 0 w 78"/>
                  <a:gd name="T7" fmla="*/ 2368 h 151"/>
                  <a:gd name="T8" fmla="*/ 613 w 78"/>
                  <a:gd name="T9" fmla="*/ 375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51">
                    <a:moveTo>
                      <a:pt x="43" y="17"/>
                    </a:moveTo>
                    <a:cubicBezTo>
                      <a:pt x="52" y="17"/>
                      <a:pt x="73" y="0"/>
                      <a:pt x="76" y="10"/>
                    </a:cubicBezTo>
                    <a:cubicBezTo>
                      <a:pt x="78" y="18"/>
                      <a:pt x="58" y="39"/>
                      <a:pt x="54" y="46"/>
                    </a:cubicBezTo>
                    <a:cubicBezTo>
                      <a:pt x="33" y="78"/>
                      <a:pt x="13" y="114"/>
                      <a:pt x="0" y="151"/>
                    </a:cubicBezTo>
                    <a:cubicBezTo>
                      <a:pt x="11" y="109"/>
                      <a:pt x="36" y="65"/>
                      <a:pt x="39" y="24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3" name="Freeform 21">
                <a:extLst>
                  <a:ext uri="{FF2B5EF4-FFF2-40B4-BE49-F238E27FC236}">
                    <a16:creationId xmlns:a16="http://schemas.microsoft.com/office/drawing/2014/main" id="{DAECB681-F6D0-47D0-9D13-7F3457FAE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2540"/>
                <a:ext cx="110" cy="225"/>
              </a:xfrm>
              <a:custGeom>
                <a:avLst/>
                <a:gdLst>
                  <a:gd name="T0" fmla="*/ 83 w 44"/>
                  <a:gd name="T1" fmla="*/ 645 h 90"/>
                  <a:gd name="T2" fmla="*/ 675 w 44"/>
                  <a:gd name="T3" fmla="*/ 0 h 90"/>
                  <a:gd name="T4" fmla="*/ 425 w 44"/>
                  <a:gd name="T5" fmla="*/ 750 h 90"/>
                  <a:gd name="T6" fmla="*/ 0 w 44"/>
                  <a:gd name="T7" fmla="*/ 1408 h 90"/>
                  <a:gd name="T8" fmla="*/ 313 w 44"/>
                  <a:gd name="T9" fmla="*/ 583 h 90"/>
                  <a:gd name="T10" fmla="*/ 33 w 44"/>
                  <a:gd name="T11" fmla="*/ 738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90">
                    <a:moveTo>
                      <a:pt x="5" y="41"/>
                    </a:moveTo>
                    <a:cubicBezTo>
                      <a:pt x="22" y="33"/>
                      <a:pt x="26" y="8"/>
                      <a:pt x="43" y="0"/>
                    </a:cubicBezTo>
                    <a:cubicBezTo>
                      <a:pt x="44" y="15"/>
                      <a:pt x="33" y="34"/>
                      <a:pt x="27" y="48"/>
                    </a:cubicBezTo>
                    <a:cubicBezTo>
                      <a:pt x="20" y="64"/>
                      <a:pt x="11" y="77"/>
                      <a:pt x="0" y="90"/>
                    </a:cubicBezTo>
                    <a:cubicBezTo>
                      <a:pt x="11" y="79"/>
                      <a:pt x="22" y="53"/>
                      <a:pt x="20" y="37"/>
                    </a:cubicBezTo>
                    <a:cubicBezTo>
                      <a:pt x="13" y="39"/>
                      <a:pt x="8" y="43"/>
                      <a:pt x="2" y="47"/>
                    </a:cubicBezTo>
                  </a:path>
                </a:pathLst>
              </a:custGeom>
              <a:solidFill>
                <a:srgbClr val="D4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4" name="Freeform 22">
                <a:extLst>
                  <a:ext uri="{FF2B5EF4-FFF2-40B4-BE49-F238E27FC236}">
                    <a16:creationId xmlns:a16="http://schemas.microsoft.com/office/drawing/2014/main" id="{EB7385A1-7368-4ED0-9394-1B2FA8D03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667"/>
                <a:ext cx="223" cy="563"/>
              </a:xfrm>
              <a:custGeom>
                <a:avLst/>
                <a:gdLst>
                  <a:gd name="T0" fmla="*/ 879 w 89"/>
                  <a:gd name="T1" fmla="*/ 63 h 225"/>
                  <a:gd name="T2" fmla="*/ 1401 w 89"/>
                  <a:gd name="T3" fmla="*/ 0 h 225"/>
                  <a:gd name="T4" fmla="*/ 1180 w 89"/>
                  <a:gd name="T5" fmla="*/ 658 h 225"/>
                  <a:gd name="T6" fmla="*/ 942 w 89"/>
                  <a:gd name="T7" fmla="*/ 1396 h 225"/>
                  <a:gd name="T8" fmla="*/ 238 w 89"/>
                  <a:gd name="T9" fmla="*/ 2818 h 225"/>
                  <a:gd name="T10" fmla="*/ 0 w 89"/>
                  <a:gd name="T11" fmla="*/ 3526 h 225"/>
                  <a:gd name="T12" fmla="*/ 426 w 89"/>
                  <a:gd name="T13" fmla="*/ 1992 h 225"/>
                  <a:gd name="T14" fmla="*/ 960 w 89"/>
                  <a:gd name="T15" fmla="*/ 550 h 225"/>
                  <a:gd name="T16" fmla="*/ 910 w 89"/>
                  <a:gd name="T17" fmla="*/ 83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225">
                    <a:moveTo>
                      <a:pt x="56" y="4"/>
                    </a:moveTo>
                    <a:cubicBezTo>
                      <a:pt x="66" y="1"/>
                      <a:pt x="78" y="2"/>
                      <a:pt x="89" y="0"/>
                    </a:cubicBezTo>
                    <a:cubicBezTo>
                      <a:pt x="74" y="11"/>
                      <a:pt x="78" y="25"/>
                      <a:pt x="75" y="42"/>
                    </a:cubicBezTo>
                    <a:cubicBezTo>
                      <a:pt x="72" y="58"/>
                      <a:pt x="66" y="74"/>
                      <a:pt x="60" y="89"/>
                    </a:cubicBezTo>
                    <a:cubicBezTo>
                      <a:pt x="47" y="119"/>
                      <a:pt x="29" y="149"/>
                      <a:pt x="15" y="180"/>
                    </a:cubicBezTo>
                    <a:cubicBezTo>
                      <a:pt x="9" y="194"/>
                      <a:pt x="5" y="211"/>
                      <a:pt x="0" y="225"/>
                    </a:cubicBezTo>
                    <a:cubicBezTo>
                      <a:pt x="11" y="194"/>
                      <a:pt x="16" y="159"/>
                      <a:pt x="27" y="127"/>
                    </a:cubicBezTo>
                    <a:cubicBezTo>
                      <a:pt x="39" y="96"/>
                      <a:pt x="59" y="69"/>
                      <a:pt x="61" y="35"/>
                    </a:cubicBezTo>
                    <a:cubicBezTo>
                      <a:pt x="61" y="24"/>
                      <a:pt x="57" y="15"/>
                      <a:pt x="58" y="5"/>
                    </a:cubicBezTo>
                  </a:path>
                </a:pathLst>
              </a:custGeom>
              <a:solidFill>
                <a:srgbClr val="D4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5" name="Freeform 23">
                <a:extLst>
                  <a:ext uri="{FF2B5EF4-FFF2-40B4-BE49-F238E27FC236}">
                    <a16:creationId xmlns:a16="http://schemas.microsoft.com/office/drawing/2014/main" id="{94038E34-1A0F-49FF-B2DB-9DD507426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900"/>
                <a:ext cx="357" cy="675"/>
              </a:xfrm>
              <a:custGeom>
                <a:avLst/>
                <a:gdLst>
                  <a:gd name="T0" fmla="*/ 1837 w 143"/>
                  <a:gd name="T1" fmla="*/ 1000 h 270"/>
                  <a:gd name="T2" fmla="*/ 1308 w 143"/>
                  <a:gd name="T3" fmla="*/ 2458 h 270"/>
                  <a:gd name="T4" fmla="*/ 1121 w 143"/>
                  <a:gd name="T5" fmla="*/ 3208 h 270"/>
                  <a:gd name="T6" fmla="*/ 996 w 143"/>
                  <a:gd name="T7" fmla="*/ 3908 h 270"/>
                  <a:gd name="T8" fmla="*/ 0 w 143"/>
                  <a:gd name="T9" fmla="*/ 3925 h 270"/>
                  <a:gd name="T10" fmla="*/ 749 w 143"/>
                  <a:gd name="T11" fmla="*/ 3708 h 270"/>
                  <a:gd name="T12" fmla="*/ 979 w 143"/>
                  <a:gd name="T13" fmla="*/ 2938 h 270"/>
                  <a:gd name="T14" fmla="*/ 1665 w 143"/>
                  <a:gd name="T15" fmla="*/ 908 h 270"/>
                  <a:gd name="T16" fmla="*/ 2224 w 143"/>
                  <a:gd name="T17" fmla="*/ 0 h 270"/>
                  <a:gd name="T18" fmla="*/ 1870 w 143"/>
                  <a:gd name="T19" fmla="*/ 958 h 2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3" h="270">
                    <a:moveTo>
                      <a:pt x="118" y="64"/>
                    </a:moveTo>
                    <a:cubicBezTo>
                      <a:pt x="103" y="95"/>
                      <a:pt x="94" y="124"/>
                      <a:pt x="84" y="157"/>
                    </a:cubicBezTo>
                    <a:cubicBezTo>
                      <a:pt x="80" y="173"/>
                      <a:pt x="75" y="189"/>
                      <a:pt x="72" y="205"/>
                    </a:cubicBezTo>
                    <a:cubicBezTo>
                      <a:pt x="69" y="219"/>
                      <a:pt x="69" y="236"/>
                      <a:pt x="64" y="250"/>
                    </a:cubicBezTo>
                    <a:cubicBezTo>
                      <a:pt x="58" y="265"/>
                      <a:pt x="8" y="270"/>
                      <a:pt x="0" y="251"/>
                    </a:cubicBezTo>
                    <a:cubicBezTo>
                      <a:pt x="11" y="268"/>
                      <a:pt x="40" y="249"/>
                      <a:pt x="48" y="237"/>
                    </a:cubicBezTo>
                    <a:cubicBezTo>
                      <a:pt x="59" y="221"/>
                      <a:pt x="59" y="205"/>
                      <a:pt x="63" y="188"/>
                    </a:cubicBezTo>
                    <a:cubicBezTo>
                      <a:pt x="72" y="143"/>
                      <a:pt x="84" y="98"/>
                      <a:pt x="107" y="58"/>
                    </a:cubicBezTo>
                    <a:cubicBezTo>
                      <a:pt x="119" y="38"/>
                      <a:pt x="134" y="21"/>
                      <a:pt x="143" y="0"/>
                    </a:cubicBezTo>
                    <a:cubicBezTo>
                      <a:pt x="138" y="20"/>
                      <a:pt x="123" y="40"/>
                      <a:pt x="120" y="61"/>
                    </a:cubicBezTo>
                  </a:path>
                </a:pathLst>
              </a:custGeom>
              <a:solidFill>
                <a:srgbClr val="D4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6" name="Freeform 24">
                <a:extLst>
                  <a:ext uri="{FF2B5EF4-FFF2-40B4-BE49-F238E27FC236}">
                    <a16:creationId xmlns:a16="http://schemas.microsoft.com/office/drawing/2014/main" id="{610D05B0-4337-4A84-A438-E9F107A9C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022"/>
                <a:ext cx="27" cy="395"/>
              </a:xfrm>
              <a:custGeom>
                <a:avLst/>
                <a:gdLst>
                  <a:gd name="T0" fmla="*/ 12 w 11"/>
                  <a:gd name="T1" fmla="*/ 33 h 158"/>
                  <a:gd name="T2" fmla="*/ 150 w 11"/>
                  <a:gd name="T3" fmla="*/ 20 h 158"/>
                  <a:gd name="T4" fmla="*/ 150 w 11"/>
                  <a:gd name="T5" fmla="*/ 550 h 158"/>
                  <a:gd name="T6" fmla="*/ 162 w 11"/>
                  <a:gd name="T7" fmla="*/ 1283 h 158"/>
                  <a:gd name="T8" fmla="*/ 133 w 11"/>
                  <a:gd name="T9" fmla="*/ 2470 h 158"/>
                  <a:gd name="T10" fmla="*/ 71 w 11"/>
                  <a:gd name="T11" fmla="*/ 1750 h 158"/>
                  <a:gd name="T12" fmla="*/ 71 w 11"/>
                  <a:gd name="T13" fmla="*/ 1020 h 158"/>
                  <a:gd name="T14" fmla="*/ 42 w 11"/>
                  <a:gd name="T15" fmla="*/ 0 h 1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158">
                    <a:moveTo>
                      <a:pt x="1" y="2"/>
                    </a:moveTo>
                    <a:cubicBezTo>
                      <a:pt x="3" y="0"/>
                      <a:pt x="7" y="0"/>
                      <a:pt x="10" y="1"/>
                    </a:cubicBezTo>
                    <a:cubicBezTo>
                      <a:pt x="7" y="11"/>
                      <a:pt x="9" y="24"/>
                      <a:pt x="10" y="35"/>
                    </a:cubicBezTo>
                    <a:cubicBezTo>
                      <a:pt x="11" y="51"/>
                      <a:pt x="11" y="66"/>
                      <a:pt x="11" y="82"/>
                    </a:cubicBezTo>
                    <a:cubicBezTo>
                      <a:pt x="11" y="108"/>
                      <a:pt x="9" y="133"/>
                      <a:pt x="9" y="158"/>
                    </a:cubicBezTo>
                    <a:cubicBezTo>
                      <a:pt x="10" y="143"/>
                      <a:pt x="4" y="128"/>
                      <a:pt x="5" y="112"/>
                    </a:cubicBezTo>
                    <a:cubicBezTo>
                      <a:pt x="5" y="96"/>
                      <a:pt x="5" y="81"/>
                      <a:pt x="5" y="65"/>
                    </a:cubicBezTo>
                    <a:cubicBezTo>
                      <a:pt x="5" y="43"/>
                      <a:pt x="0" y="20"/>
                      <a:pt x="3" y="0"/>
                    </a:cubicBezTo>
                  </a:path>
                </a:pathLst>
              </a:custGeom>
              <a:solidFill>
                <a:srgbClr val="D6A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7" name="Freeform 25">
                <a:extLst>
                  <a:ext uri="{FF2B5EF4-FFF2-40B4-BE49-F238E27FC236}">
                    <a16:creationId xmlns:a16="http://schemas.microsoft.com/office/drawing/2014/main" id="{26BAAD0B-B3FC-4475-9C00-E0F3047EC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747"/>
                <a:ext cx="170" cy="400"/>
              </a:xfrm>
              <a:custGeom>
                <a:avLst/>
                <a:gdLst>
                  <a:gd name="T0" fmla="*/ 738 w 68"/>
                  <a:gd name="T1" fmla="*/ 0 h 160"/>
                  <a:gd name="T2" fmla="*/ 438 w 68"/>
                  <a:gd name="T3" fmla="*/ 408 h 160"/>
                  <a:gd name="T4" fmla="*/ 158 w 68"/>
                  <a:gd name="T5" fmla="*/ 908 h 160"/>
                  <a:gd name="T6" fmla="*/ 50 w 68"/>
                  <a:gd name="T7" fmla="*/ 2500 h 160"/>
                  <a:gd name="T8" fmla="*/ 158 w 68"/>
                  <a:gd name="T9" fmla="*/ 1688 h 160"/>
                  <a:gd name="T10" fmla="*/ 363 w 68"/>
                  <a:gd name="T11" fmla="*/ 908 h 160"/>
                  <a:gd name="T12" fmla="*/ 800 w 68"/>
                  <a:gd name="T13" fmla="*/ 20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160">
                    <a:moveTo>
                      <a:pt x="47" y="0"/>
                    </a:moveTo>
                    <a:cubicBezTo>
                      <a:pt x="38" y="4"/>
                      <a:pt x="34" y="18"/>
                      <a:pt x="28" y="26"/>
                    </a:cubicBezTo>
                    <a:cubicBezTo>
                      <a:pt x="19" y="36"/>
                      <a:pt x="12" y="45"/>
                      <a:pt x="10" y="58"/>
                    </a:cubicBezTo>
                    <a:cubicBezTo>
                      <a:pt x="5" y="90"/>
                      <a:pt x="0" y="127"/>
                      <a:pt x="3" y="160"/>
                    </a:cubicBezTo>
                    <a:cubicBezTo>
                      <a:pt x="10" y="147"/>
                      <a:pt x="8" y="124"/>
                      <a:pt x="10" y="108"/>
                    </a:cubicBezTo>
                    <a:cubicBezTo>
                      <a:pt x="12" y="91"/>
                      <a:pt x="16" y="74"/>
                      <a:pt x="23" y="58"/>
                    </a:cubicBezTo>
                    <a:cubicBezTo>
                      <a:pt x="30" y="43"/>
                      <a:pt x="68" y="18"/>
                      <a:pt x="51" y="1"/>
                    </a:cubicBezTo>
                  </a:path>
                </a:pathLst>
              </a:custGeom>
              <a:solidFill>
                <a:srgbClr val="F3E1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8" name="Freeform 26">
                <a:extLst>
                  <a:ext uri="{FF2B5EF4-FFF2-40B4-BE49-F238E27FC236}">
                    <a16:creationId xmlns:a16="http://schemas.microsoft.com/office/drawing/2014/main" id="{968495D7-18CB-4BE3-B83D-F95E24C78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772"/>
                <a:ext cx="73" cy="113"/>
              </a:xfrm>
              <a:custGeom>
                <a:avLst/>
                <a:gdLst>
                  <a:gd name="T0" fmla="*/ 317 w 29"/>
                  <a:gd name="T1" fmla="*/ 146 h 45"/>
                  <a:gd name="T2" fmla="*/ 33 w 29"/>
                  <a:gd name="T3" fmla="*/ 713 h 45"/>
                  <a:gd name="T4" fmla="*/ 176 w 29"/>
                  <a:gd name="T5" fmla="*/ 367 h 45"/>
                  <a:gd name="T6" fmla="*/ 368 w 29"/>
                  <a:gd name="T7" fmla="*/ 208 h 45"/>
                  <a:gd name="T8" fmla="*/ 413 w 29"/>
                  <a:gd name="T9" fmla="*/ 63 h 45"/>
                  <a:gd name="T10" fmla="*/ 380 w 29"/>
                  <a:gd name="T11" fmla="*/ 126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5">
                    <a:moveTo>
                      <a:pt x="20" y="9"/>
                    </a:moveTo>
                    <a:cubicBezTo>
                      <a:pt x="17" y="20"/>
                      <a:pt x="13" y="39"/>
                      <a:pt x="2" y="45"/>
                    </a:cubicBezTo>
                    <a:cubicBezTo>
                      <a:pt x="0" y="39"/>
                      <a:pt x="8" y="29"/>
                      <a:pt x="11" y="23"/>
                    </a:cubicBezTo>
                    <a:cubicBezTo>
                      <a:pt x="12" y="20"/>
                      <a:pt x="21" y="0"/>
                      <a:pt x="23" y="13"/>
                    </a:cubicBezTo>
                    <a:cubicBezTo>
                      <a:pt x="27" y="11"/>
                      <a:pt x="29" y="7"/>
                      <a:pt x="26" y="4"/>
                    </a:cubicBezTo>
                    <a:cubicBezTo>
                      <a:pt x="24" y="5"/>
                      <a:pt x="24" y="6"/>
                      <a:pt x="24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9" name="Freeform 27">
                <a:extLst>
                  <a:ext uri="{FF2B5EF4-FFF2-40B4-BE49-F238E27FC236}">
                    <a16:creationId xmlns:a16="http://schemas.microsoft.com/office/drawing/2014/main" id="{7FB43756-4228-43C9-A73E-D08C1E26E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902"/>
                <a:ext cx="20" cy="33"/>
              </a:xfrm>
              <a:custGeom>
                <a:avLst/>
                <a:gdLst>
                  <a:gd name="T0" fmla="*/ 63 w 8"/>
                  <a:gd name="T1" fmla="*/ 0 h 13"/>
                  <a:gd name="T2" fmla="*/ 33 w 8"/>
                  <a:gd name="T3" fmla="*/ 213 h 13"/>
                  <a:gd name="T4" fmla="*/ 95 w 8"/>
                  <a:gd name="T5" fmla="*/ 2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4" y="0"/>
                    </a:moveTo>
                    <a:cubicBezTo>
                      <a:pt x="2" y="4"/>
                      <a:pt x="0" y="8"/>
                      <a:pt x="2" y="13"/>
                    </a:cubicBezTo>
                    <a:cubicBezTo>
                      <a:pt x="6" y="11"/>
                      <a:pt x="8" y="5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0" name="Freeform 28">
                <a:extLst>
                  <a:ext uri="{FF2B5EF4-FFF2-40B4-BE49-F238E27FC236}">
                    <a16:creationId xmlns:a16="http://schemas.microsoft.com/office/drawing/2014/main" id="{9B2C11EF-2CF1-4755-9F6E-7FEDE78A0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697"/>
                <a:ext cx="88" cy="95"/>
              </a:xfrm>
              <a:custGeom>
                <a:avLst/>
                <a:gdLst>
                  <a:gd name="T0" fmla="*/ 146 w 35"/>
                  <a:gd name="T1" fmla="*/ 95 h 38"/>
                  <a:gd name="T2" fmla="*/ 0 w 35"/>
                  <a:gd name="T3" fmla="*/ 595 h 38"/>
                  <a:gd name="T4" fmla="*/ 146 w 35"/>
                  <a:gd name="T5" fmla="*/ 12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8">
                    <a:moveTo>
                      <a:pt x="9" y="6"/>
                    </a:moveTo>
                    <a:cubicBezTo>
                      <a:pt x="35" y="0"/>
                      <a:pt x="5" y="28"/>
                      <a:pt x="0" y="38"/>
                    </a:cubicBezTo>
                    <a:cubicBezTo>
                      <a:pt x="6" y="29"/>
                      <a:pt x="3" y="14"/>
                      <a:pt x="9" y="8"/>
                    </a:cubicBezTo>
                  </a:path>
                </a:pathLst>
              </a:custGeom>
              <a:solidFill>
                <a:srgbClr val="F3E1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1" name="Freeform 29">
                <a:extLst>
                  <a:ext uri="{FF2B5EF4-FFF2-40B4-BE49-F238E27FC236}">
                    <a16:creationId xmlns:a16="http://schemas.microsoft.com/office/drawing/2014/main" id="{2126F634-14C0-4FEB-9679-751752A29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667"/>
                <a:ext cx="63" cy="148"/>
              </a:xfrm>
              <a:custGeom>
                <a:avLst/>
                <a:gdLst>
                  <a:gd name="T0" fmla="*/ 50 w 25"/>
                  <a:gd name="T1" fmla="*/ 83 h 59"/>
                  <a:gd name="T2" fmla="*/ 0 w 25"/>
                  <a:gd name="T3" fmla="*/ 931 h 59"/>
                  <a:gd name="T4" fmla="*/ 159 w 25"/>
                  <a:gd name="T5" fmla="*/ 409 h 59"/>
                  <a:gd name="T6" fmla="*/ 242 w 25"/>
                  <a:gd name="T7" fmla="*/ 176 h 59"/>
                  <a:gd name="T8" fmla="*/ 401 w 25"/>
                  <a:gd name="T9" fmla="*/ 0 h 59"/>
                  <a:gd name="T10" fmla="*/ 113 w 25"/>
                  <a:gd name="T11" fmla="*/ 33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59">
                    <a:moveTo>
                      <a:pt x="3" y="5"/>
                    </a:moveTo>
                    <a:cubicBezTo>
                      <a:pt x="2" y="21"/>
                      <a:pt x="4" y="41"/>
                      <a:pt x="0" y="59"/>
                    </a:cubicBezTo>
                    <a:cubicBezTo>
                      <a:pt x="5" y="49"/>
                      <a:pt x="8" y="37"/>
                      <a:pt x="10" y="26"/>
                    </a:cubicBezTo>
                    <a:cubicBezTo>
                      <a:pt x="11" y="21"/>
                      <a:pt x="12" y="15"/>
                      <a:pt x="15" y="11"/>
                    </a:cubicBezTo>
                    <a:cubicBezTo>
                      <a:pt x="18" y="7"/>
                      <a:pt x="24" y="4"/>
                      <a:pt x="25" y="0"/>
                    </a:cubicBezTo>
                    <a:cubicBezTo>
                      <a:pt x="19" y="0"/>
                      <a:pt x="12" y="3"/>
                      <a:pt x="7" y="2"/>
                    </a:cubicBezTo>
                  </a:path>
                </a:pathLst>
              </a:custGeom>
              <a:solidFill>
                <a:srgbClr val="CC8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2" name="Freeform 30">
                <a:extLst>
                  <a:ext uri="{FF2B5EF4-FFF2-40B4-BE49-F238E27FC236}">
                    <a16:creationId xmlns:a16="http://schemas.microsoft.com/office/drawing/2014/main" id="{10712DD8-E113-4E92-9898-9FB1BD22E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515"/>
                <a:ext cx="60" cy="170"/>
              </a:xfrm>
              <a:custGeom>
                <a:avLst/>
                <a:gdLst>
                  <a:gd name="T0" fmla="*/ 375 w 24"/>
                  <a:gd name="T1" fmla="*/ 0 h 68"/>
                  <a:gd name="T2" fmla="*/ 238 w 24"/>
                  <a:gd name="T3" fmla="*/ 500 h 68"/>
                  <a:gd name="T4" fmla="*/ 145 w 24"/>
                  <a:gd name="T5" fmla="*/ 770 h 68"/>
                  <a:gd name="T6" fmla="*/ 0 w 24"/>
                  <a:gd name="T7" fmla="*/ 1063 h 68"/>
                  <a:gd name="T8" fmla="*/ 125 w 24"/>
                  <a:gd name="T9" fmla="*/ 688 h 68"/>
                  <a:gd name="T10" fmla="*/ 50 w 24"/>
                  <a:gd name="T11" fmla="*/ 520 h 68"/>
                  <a:gd name="T12" fmla="*/ 345 w 24"/>
                  <a:gd name="T13" fmla="*/ 95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68">
                    <a:moveTo>
                      <a:pt x="24" y="0"/>
                    </a:moveTo>
                    <a:cubicBezTo>
                      <a:pt x="20" y="9"/>
                      <a:pt x="18" y="22"/>
                      <a:pt x="15" y="32"/>
                    </a:cubicBezTo>
                    <a:cubicBezTo>
                      <a:pt x="13" y="38"/>
                      <a:pt x="12" y="44"/>
                      <a:pt x="9" y="49"/>
                    </a:cubicBezTo>
                    <a:cubicBezTo>
                      <a:pt x="7" y="55"/>
                      <a:pt x="0" y="62"/>
                      <a:pt x="0" y="68"/>
                    </a:cubicBezTo>
                    <a:cubicBezTo>
                      <a:pt x="4" y="62"/>
                      <a:pt x="7" y="52"/>
                      <a:pt x="8" y="44"/>
                    </a:cubicBezTo>
                    <a:cubicBezTo>
                      <a:pt x="8" y="40"/>
                      <a:pt x="9" y="28"/>
                      <a:pt x="3" y="33"/>
                    </a:cubicBezTo>
                    <a:cubicBezTo>
                      <a:pt x="10" y="25"/>
                      <a:pt x="14" y="14"/>
                      <a:pt x="22" y="6"/>
                    </a:cubicBezTo>
                  </a:path>
                </a:pathLst>
              </a:custGeom>
              <a:solidFill>
                <a:srgbClr val="CC8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3" name="Freeform 31">
                <a:extLst>
                  <a:ext uri="{FF2B5EF4-FFF2-40B4-BE49-F238E27FC236}">
                    <a16:creationId xmlns:a16="http://schemas.microsoft.com/office/drawing/2014/main" id="{A6B1DF72-87AD-47EE-901C-0BA0E3503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135"/>
                <a:ext cx="153" cy="417"/>
              </a:xfrm>
              <a:custGeom>
                <a:avLst/>
                <a:gdLst>
                  <a:gd name="T0" fmla="*/ 943 w 61"/>
                  <a:gd name="T1" fmla="*/ 0 h 167"/>
                  <a:gd name="T2" fmla="*/ 742 w 61"/>
                  <a:gd name="T3" fmla="*/ 574 h 167"/>
                  <a:gd name="T4" fmla="*/ 597 w 61"/>
                  <a:gd name="T5" fmla="*/ 1166 h 167"/>
                  <a:gd name="T6" fmla="*/ 441 w 61"/>
                  <a:gd name="T7" fmla="*/ 1745 h 167"/>
                  <a:gd name="T8" fmla="*/ 376 w 61"/>
                  <a:gd name="T9" fmla="*/ 2307 h 167"/>
                  <a:gd name="T10" fmla="*/ 271 w 61"/>
                  <a:gd name="T11" fmla="*/ 2507 h 167"/>
                  <a:gd name="T12" fmla="*/ 0 w 61"/>
                  <a:gd name="T13" fmla="*/ 2599 h 167"/>
                  <a:gd name="T14" fmla="*/ 301 w 61"/>
                  <a:gd name="T15" fmla="*/ 2132 h 167"/>
                  <a:gd name="T16" fmla="*/ 429 w 61"/>
                  <a:gd name="T17" fmla="*/ 1371 h 167"/>
                  <a:gd name="T18" fmla="*/ 943 w 61"/>
                  <a:gd name="T19" fmla="*/ 12 h 167"/>
                  <a:gd name="T20" fmla="*/ 963 w 61"/>
                  <a:gd name="T21" fmla="*/ 0 h 1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167">
                    <a:moveTo>
                      <a:pt x="60" y="0"/>
                    </a:moveTo>
                    <a:cubicBezTo>
                      <a:pt x="57" y="12"/>
                      <a:pt x="51" y="25"/>
                      <a:pt x="47" y="37"/>
                    </a:cubicBezTo>
                    <a:cubicBezTo>
                      <a:pt x="44" y="50"/>
                      <a:pt x="41" y="62"/>
                      <a:pt x="38" y="75"/>
                    </a:cubicBezTo>
                    <a:cubicBezTo>
                      <a:pt x="35" y="87"/>
                      <a:pt x="30" y="99"/>
                      <a:pt x="28" y="112"/>
                    </a:cubicBezTo>
                    <a:cubicBezTo>
                      <a:pt x="26" y="124"/>
                      <a:pt x="27" y="136"/>
                      <a:pt x="24" y="148"/>
                    </a:cubicBezTo>
                    <a:cubicBezTo>
                      <a:pt x="22" y="153"/>
                      <a:pt x="22" y="159"/>
                      <a:pt x="17" y="161"/>
                    </a:cubicBezTo>
                    <a:cubicBezTo>
                      <a:pt x="12" y="164"/>
                      <a:pt x="5" y="164"/>
                      <a:pt x="0" y="167"/>
                    </a:cubicBezTo>
                    <a:cubicBezTo>
                      <a:pt x="10" y="159"/>
                      <a:pt x="16" y="149"/>
                      <a:pt x="19" y="137"/>
                    </a:cubicBezTo>
                    <a:cubicBezTo>
                      <a:pt x="23" y="121"/>
                      <a:pt x="24" y="104"/>
                      <a:pt x="27" y="88"/>
                    </a:cubicBezTo>
                    <a:cubicBezTo>
                      <a:pt x="33" y="57"/>
                      <a:pt x="44" y="28"/>
                      <a:pt x="60" y="1"/>
                    </a:cubicBezTo>
                    <a:cubicBezTo>
                      <a:pt x="60" y="1"/>
                      <a:pt x="61" y="0"/>
                      <a:pt x="61" y="0"/>
                    </a:cubicBezTo>
                  </a:path>
                </a:pathLst>
              </a:custGeom>
              <a:solidFill>
                <a:srgbClr val="CC8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4" name="Freeform 32">
                <a:extLst>
                  <a:ext uri="{FF2B5EF4-FFF2-40B4-BE49-F238E27FC236}">
                    <a16:creationId xmlns:a16="http://schemas.microsoft.com/office/drawing/2014/main" id="{F7B62790-CEE5-41F9-B887-4FED225C8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860"/>
                <a:ext cx="203" cy="612"/>
              </a:xfrm>
              <a:custGeom>
                <a:avLst/>
                <a:gdLst>
                  <a:gd name="T0" fmla="*/ 617 w 81"/>
                  <a:gd name="T1" fmla="*/ 1436 h 245"/>
                  <a:gd name="T2" fmla="*/ 0 w 81"/>
                  <a:gd name="T3" fmla="*/ 3819 h 245"/>
                  <a:gd name="T4" fmla="*/ 426 w 81"/>
                  <a:gd name="T5" fmla="*/ 2341 h 245"/>
                  <a:gd name="T6" fmla="*/ 942 w 81"/>
                  <a:gd name="T7" fmla="*/ 1029 h 245"/>
                  <a:gd name="T8" fmla="*/ 1276 w 81"/>
                  <a:gd name="T9" fmla="*/ 0 h 2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245">
                    <a:moveTo>
                      <a:pt x="39" y="92"/>
                    </a:moveTo>
                    <a:cubicBezTo>
                      <a:pt x="25" y="144"/>
                      <a:pt x="6" y="193"/>
                      <a:pt x="0" y="245"/>
                    </a:cubicBezTo>
                    <a:cubicBezTo>
                      <a:pt x="8" y="214"/>
                      <a:pt x="19" y="182"/>
                      <a:pt x="27" y="150"/>
                    </a:cubicBezTo>
                    <a:cubicBezTo>
                      <a:pt x="35" y="120"/>
                      <a:pt x="49" y="94"/>
                      <a:pt x="60" y="66"/>
                    </a:cubicBezTo>
                    <a:cubicBezTo>
                      <a:pt x="69" y="44"/>
                      <a:pt x="69" y="20"/>
                      <a:pt x="81" y="0"/>
                    </a:cubicBezTo>
                  </a:path>
                </a:pathLst>
              </a:custGeom>
              <a:solidFill>
                <a:srgbClr val="D4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5" name="Freeform 33">
                <a:extLst>
                  <a:ext uri="{FF2B5EF4-FFF2-40B4-BE49-F238E27FC236}">
                    <a16:creationId xmlns:a16="http://schemas.microsoft.com/office/drawing/2014/main" id="{3CABF7C8-C87A-4ADB-BC3E-B6ABAA144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652"/>
                <a:ext cx="322" cy="263"/>
              </a:xfrm>
              <a:custGeom>
                <a:avLst/>
                <a:gdLst>
                  <a:gd name="T0" fmla="*/ 779 w 129"/>
                  <a:gd name="T1" fmla="*/ 95 h 105"/>
                  <a:gd name="T2" fmla="*/ 624 w 129"/>
                  <a:gd name="T3" fmla="*/ 501 h 105"/>
                  <a:gd name="T4" fmla="*/ 354 w 129"/>
                  <a:gd name="T5" fmla="*/ 847 h 105"/>
                  <a:gd name="T6" fmla="*/ 30 w 129"/>
                  <a:gd name="T7" fmla="*/ 1130 h 105"/>
                  <a:gd name="T8" fmla="*/ 62 w 129"/>
                  <a:gd name="T9" fmla="*/ 1651 h 105"/>
                  <a:gd name="T10" fmla="*/ 167 w 129"/>
                  <a:gd name="T11" fmla="*/ 1338 h 105"/>
                  <a:gd name="T12" fmla="*/ 342 w 129"/>
                  <a:gd name="T13" fmla="*/ 1034 h 105"/>
                  <a:gd name="T14" fmla="*/ 574 w 129"/>
                  <a:gd name="T15" fmla="*/ 784 h 105"/>
                  <a:gd name="T16" fmla="*/ 761 w 129"/>
                  <a:gd name="T17" fmla="*/ 521 h 105"/>
                  <a:gd name="T18" fmla="*/ 1183 w 129"/>
                  <a:gd name="T19" fmla="*/ 250 h 105"/>
                  <a:gd name="T20" fmla="*/ 1445 w 129"/>
                  <a:gd name="T21" fmla="*/ 301 h 105"/>
                  <a:gd name="T22" fmla="*/ 1725 w 129"/>
                  <a:gd name="T23" fmla="*/ 313 h 105"/>
                  <a:gd name="T24" fmla="*/ 1912 w 129"/>
                  <a:gd name="T25" fmla="*/ 1085 h 105"/>
                  <a:gd name="T26" fmla="*/ 1974 w 129"/>
                  <a:gd name="T27" fmla="*/ 521 h 105"/>
                  <a:gd name="T28" fmla="*/ 1974 w 129"/>
                  <a:gd name="T29" fmla="*/ 250 h 105"/>
                  <a:gd name="T30" fmla="*/ 1787 w 129"/>
                  <a:gd name="T31" fmla="*/ 158 h 105"/>
                  <a:gd name="T32" fmla="*/ 749 w 129"/>
                  <a:gd name="T33" fmla="*/ 0 h 10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9" h="105">
                    <a:moveTo>
                      <a:pt x="50" y="6"/>
                    </a:moveTo>
                    <a:cubicBezTo>
                      <a:pt x="51" y="14"/>
                      <a:pt x="44" y="25"/>
                      <a:pt x="40" y="32"/>
                    </a:cubicBezTo>
                    <a:cubicBezTo>
                      <a:pt x="36" y="41"/>
                      <a:pt x="30" y="48"/>
                      <a:pt x="23" y="54"/>
                    </a:cubicBezTo>
                    <a:cubicBezTo>
                      <a:pt x="17" y="60"/>
                      <a:pt x="5" y="64"/>
                      <a:pt x="2" y="72"/>
                    </a:cubicBezTo>
                    <a:cubicBezTo>
                      <a:pt x="0" y="80"/>
                      <a:pt x="2" y="97"/>
                      <a:pt x="4" y="105"/>
                    </a:cubicBezTo>
                    <a:cubicBezTo>
                      <a:pt x="8" y="101"/>
                      <a:pt x="9" y="91"/>
                      <a:pt x="11" y="85"/>
                    </a:cubicBezTo>
                    <a:cubicBezTo>
                      <a:pt x="14" y="78"/>
                      <a:pt x="17" y="72"/>
                      <a:pt x="22" y="66"/>
                    </a:cubicBezTo>
                    <a:cubicBezTo>
                      <a:pt x="27" y="61"/>
                      <a:pt x="33" y="56"/>
                      <a:pt x="37" y="50"/>
                    </a:cubicBezTo>
                    <a:cubicBezTo>
                      <a:pt x="42" y="45"/>
                      <a:pt x="44" y="38"/>
                      <a:pt x="49" y="33"/>
                    </a:cubicBezTo>
                    <a:cubicBezTo>
                      <a:pt x="56" y="22"/>
                      <a:pt x="61" y="16"/>
                      <a:pt x="76" y="16"/>
                    </a:cubicBezTo>
                    <a:cubicBezTo>
                      <a:pt x="82" y="16"/>
                      <a:pt x="87" y="18"/>
                      <a:pt x="93" y="19"/>
                    </a:cubicBezTo>
                    <a:cubicBezTo>
                      <a:pt x="99" y="19"/>
                      <a:pt x="106" y="18"/>
                      <a:pt x="111" y="20"/>
                    </a:cubicBezTo>
                    <a:cubicBezTo>
                      <a:pt x="129" y="27"/>
                      <a:pt x="124" y="55"/>
                      <a:pt x="123" y="69"/>
                    </a:cubicBezTo>
                    <a:cubicBezTo>
                      <a:pt x="128" y="59"/>
                      <a:pt x="127" y="45"/>
                      <a:pt x="127" y="33"/>
                    </a:cubicBezTo>
                    <a:cubicBezTo>
                      <a:pt x="127" y="29"/>
                      <a:pt x="129" y="20"/>
                      <a:pt x="127" y="16"/>
                    </a:cubicBezTo>
                    <a:cubicBezTo>
                      <a:pt x="125" y="9"/>
                      <a:pt x="121" y="11"/>
                      <a:pt x="115" y="10"/>
                    </a:cubicBezTo>
                    <a:cubicBezTo>
                      <a:pt x="93" y="7"/>
                      <a:pt x="70" y="6"/>
                      <a:pt x="48" y="0"/>
                    </a:cubicBezTo>
                  </a:path>
                </a:pathLst>
              </a:custGeom>
              <a:solidFill>
                <a:srgbClr val="D4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6" name="Freeform 34">
                <a:extLst>
                  <a:ext uri="{FF2B5EF4-FFF2-40B4-BE49-F238E27FC236}">
                    <a16:creationId xmlns:a16="http://schemas.microsoft.com/office/drawing/2014/main" id="{F784260E-A999-4C91-8639-9EE341864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817"/>
                <a:ext cx="157" cy="440"/>
              </a:xfrm>
              <a:custGeom>
                <a:avLst/>
                <a:gdLst>
                  <a:gd name="T0" fmla="*/ 683 w 63"/>
                  <a:gd name="T1" fmla="*/ 833 h 176"/>
                  <a:gd name="T2" fmla="*/ 0 w 63"/>
                  <a:gd name="T3" fmla="*/ 2750 h 176"/>
                  <a:gd name="T4" fmla="*/ 75 w 63"/>
                  <a:gd name="T5" fmla="*/ 2300 h 176"/>
                  <a:gd name="T6" fmla="*/ 249 w 63"/>
                  <a:gd name="T7" fmla="*/ 1625 h 176"/>
                  <a:gd name="T8" fmla="*/ 528 w 63"/>
                  <a:gd name="T9" fmla="*/ 833 h 176"/>
                  <a:gd name="T10" fmla="*/ 974 w 63"/>
                  <a:gd name="T11" fmla="*/ 0 h 176"/>
                  <a:gd name="T12" fmla="*/ 870 w 63"/>
                  <a:gd name="T13" fmla="*/ 363 h 176"/>
                  <a:gd name="T14" fmla="*/ 633 w 63"/>
                  <a:gd name="T15" fmla="*/ 1033 h 1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176">
                    <a:moveTo>
                      <a:pt x="44" y="53"/>
                    </a:moveTo>
                    <a:cubicBezTo>
                      <a:pt x="30" y="95"/>
                      <a:pt x="12" y="134"/>
                      <a:pt x="0" y="176"/>
                    </a:cubicBezTo>
                    <a:cubicBezTo>
                      <a:pt x="5" y="170"/>
                      <a:pt x="4" y="155"/>
                      <a:pt x="5" y="147"/>
                    </a:cubicBezTo>
                    <a:cubicBezTo>
                      <a:pt x="8" y="132"/>
                      <a:pt x="12" y="118"/>
                      <a:pt x="16" y="104"/>
                    </a:cubicBezTo>
                    <a:cubicBezTo>
                      <a:pt x="20" y="87"/>
                      <a:pt x="25" y="68"/>
                      <a:pt x="34" y="53"/>
                    </a:cubicBezTo>
                    <a:cubicBezTo>
                      <a:pt x="45" y="35"/>
                      <a:pt x="56" y="19"/>
                      <a:pt x="63" y="0"/>
                    </a:cubicBezTo>
                    <a:cubicBezTo>
                      <a:pt x="61" y="8"/>
                      <a:pt x="59" y="15"/>
                      <a:pt x="56" y="23"/>
                    </a:cubicBezTo>
                    <a:cubicBezTo>
                      <a:pt x="51" y="36"/>
                      <a:pt x="48" y="54"/>
                      <a:pt x="41" y="66"/>
                    </a:cubicBezTo>
                  </a:path>
                </a:pathLst>
              </a:custGeom>
              <a:solidFill>
                <a:srgbClr val="D7A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7" name="Freeform 35">
                <a:extLst>
                  <a:ext uri="{FF2B5EF4-FFF2-40B4-BE49-F238E27FC236}">
                    <a16:creationId xmlns:a16="http://schemas.microsoft.com/office/drawing/2014/main" id="{12EC5D6D-71B4-4966-A1A8-CDE4E282B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537"/>
                <a:ext cx="40" cy="128"/>
              </a:xfrm>
              <a:custGeom>
                <a:avLst/>
                <a:gdLst>
                  <a:gd name="T0" fmla="*/ 0 w 16"/>
                  <a:gd name="T1" fmla="*/ 83 h 51"/>
                  <a:gd name="T2" fmla="*/ 83 w 16"/>
                  <a:gd name="T3" fmla="*/ 806 h 51"/>
                  <a:gd name="T4" fmla="*/ 83 w 16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1">
                    <a:moveTo>
                      <a:pt x="0" y="5"/>
                    </a:moveTo>
                    <a:cubicBezTo>
                      <a:pt x="1" y="20"/>
                      <a:pt x="10" y="36"/>
                      <a:pt x="5" y="51"/>
                    </a:cubicBezTo>
                    <a:cubicBezTo>
                      <a:pt x="16" y="33"/>
                      <a:pt x="5" y="18"/>
                      <a:pt x="5" y="0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8" name="Freeform 36">
                <a:extLst>
                  <a:ext uri="{FF2B5EF4-FFF2-40B4-BE49-F238E27FC236}">
                    <a16:creationId xmlns:a16="http://schemas.microsoft.com/office/drawing/2014/main" id="{2A6478E5-6671-4AF7-B416-98569F1D2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400"/>
                <a:ext cx="25" cy="30"/>
              </a:xfrm>
              <a:custGeom>
                <a:avLst/>
                <a:gdLst>
                  <a:gd name="T0" fmla="*/ 0 w 10"/>
                  <a:gd name="T1" fmla="*/ 20 h 12"/>
                  <a:gd name="T2" fmla="*/ 0 w 10"/>
                  <a:gd name="T3" fmla="*/ 188 h 12"/>
                  <a:gd name="T4" fmla="*/ 145 w 10"/>
                  <a:gd name="T5" fmla="*/ 175 h 12"/>
                  <a:gd name="T6" fmla="*/ 50 w 1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0" y="1"/>
                    </a:moveTo>
                    <a:cubicBezTo>
                      <a:pt x="0" y="5"/>
                      <a:pt x="0" y="9"/>
                      <a:pt x="0" y="12"/>
                    </a:cubicBezTo>
                    <a:cubicBezTo>
                      <a:pt x="3" y="11"/>
                      <a:pt x="6" y="11"/>
                      <a:pt x="9" y="11"/>
                    </a:cubicBezTo>
                    <a:cubicBezTo>
                      <a:pt x="10" y="7"/>
                      <a:pt x="7" y="3"/>
                      <a:pt x="3" y="0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9" name="Freeform 37">
                <a:extLst>
                  <a:ext uri="{FF2B5EF4-FFF2-40B4-BE49-F238E27FC236}">
                    <a16:creationId xmlns:a16="http://schemas.microsoft.com/office/drawing/2014/main" id="{06899383-263E-4029-A0D1-1B1568EBC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47"/>
                <a:ext cx="75" cy="268"/>
              </a:xfrm>
              <a:custGeom>
                <a:avLst/>
                <a:gdLst>
                  <a:gd name="T0" fmla="*/ 188 w 30"/>
                  <a:gd name="T1" fmla="*/ 188 h 107"/>
                  <a:gd name="T2" fmla="*/ 63 w 30"/>
                  <a:gd name="T3" fmla="*/ 959 h 107"/>
                  <a:gd name="T4" fmla="*/ 208 w 30"/>
                  <a:gd name="T5" fmla="*/ 1681 h 107"/>
                  <a:gd name="T6" fmla="*/ 208 w 30"/>
                  <a:gd name="T7" fmla="*/ 659 h 107"/>
                  <a:gd name="T8" fmla="*/ 270 w 30"/>
                  <a:gd name="T9" fmla="*/ 95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07">
                    <a:moveTo>
                      <a:pt x="12" y="12"/>
                    </a:moveTo>
                    <a:cubicBezTo>
                      <a:pt x="7" y="30"/>
                      <a:pt x="1" y="42"/>
                      <a:pt x="4" y="61"/>
                    </a:cubicBezTo>
                    <a:cubicBezTo>
                      <a:pt x="6" y="74"/>
                      <a:pt x="0" y="100"/>
                      <a:pt x="13" y="107"/>
                    </a:cubicBezTo>
                    <a:cubicBezTo>
                      <a:pt x="8" y="83"/>
                      <a:pt x="6" y="65"/>
                      <a:pt x="13" y="42"/>
                    </a:cubicBezTo>
                    <a:cubicBezTo>
                      <a:pt x="15" y="36"/>
                      <a:pt x="30" y="0"/>
                      <a:pt x="17" y="6"/>
                    </a:cubicBezTo>
                  </a:path>
                </a:pathLst>
              </a:custGeom>
              <a:solidFill>
                <a:srgbClr val="E8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0" name="Freeform 38">
                <a:extLst>
                  <a:ext uri="{FF2B5EF4-FFF2-40B4-BE49-F238E27FC236}">
                    <a16:creationId xmlns:a16="http://schemas.microsoft.com/office/drawing/2014/main" id="{BE8DAF90-A314-4C12-8180-D8E876EC9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697"/>
                <a:ext cx="58" cy="123"/>
              </a:xfrm>
              <a:custGeom>
                <a:avLst/>
                <a:gdLst>
                  <a:gd name="T0" fmla="*/ 209 w 23"/>
                  <a:gd name="T1" fmla="*/ 126 h 49"/>
                  <a:gd name="T2" fmla="*/ 159 w 23"/>
                  <a:gd name="T3" fmla="*/ 776 h 49"/>
                  <a:gd name="T4" fmla="*/ 179 w 23"/>
                  <a:gd name="T5" fmla="*/ 284 h 49"/>
                  <a:gd name="T6" fmla="*/ 255 w 23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9">
                    <a:moveTo>
                      <a:pt x="13" y="8"/>
                    </a:moveTo>
                    <a:cubicBezTo>
                      <a:pt x="6" y="16"/>
                      <a:pt x="0" y="42"/>
                      <a:pt x="10" y="49"/>
                    </a:cubicBezTo>
                    <a:cubicBezTo>
                      <a:pt x="16" y="43"/>
                      <a:pt x="7" y="27"/>
                      <a:pt x="11" y="18"/>
                    </a:cubicBezTo>
                    <a:cubicBezTo>
                      <a:pt x="14" y="12"/>
                      <a:pt x="23" y="8"/>
                      <a:pt x="16" y="0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1" name="Freeform 39">
                <a:extLst>
                  <a:ext uri="{FF2B5EF4-FFF2-40B4-BE49-F238E27FC236}">
                    <a16:creationId xmlns:a16="http://schemas.microsoft.com/office/drawing/2014/main" id="{CB717FC7-C7FC-4F6D-A2C9-B4FF9F68E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052"/>
                <a:ext cx="78" cy="125"/>
              </a:xfrm>
              <a:custGeom>
                <a:avLst/>
                <a:gdLst>
                  <a:gd name="T0" fmla="*/ 0 w 31"/>
                  <a:gd name="T1" fmla="*/ 63 h 50"/>
                  <a:gd name="T2" fmla="*/ 126 w 31"/>
                  <a:gd name="T3" fmla="*/ 583 h 50"/>
                  <a:gd name="T4" fmla="*/ 493 w 31"/>
                  <a:gd name="T5" fmla="*/ 783 h 50"/>
                  <a:gd name="T6" fmla="*/ 221 w 31"/>
                  <a:gd name="T7" fmla="*/ 313 h 50"/>
                  <a:gd name="T8" fmla="*/ 20 w 31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0">
                    <a:moveTo>
                      <a:pt x="0" y="4"/>
                    </a:moveTo>
                    <a:cubicBezTo>
                      <a:pt x="12" y="13"/>
                      <a:pt x="4" y="25"/>
                      <a:pt x="8" y="37"/>
                    </a:cubicBezTo>
                    <a:cubicBezTo>
                      <a:pt x="11" y="48"/>
                      <a:pt x="22" y="47"/>
                      <a:pt x="31" y="50"/>
                    </a:cubicBezTo>
                    <a:cubicBezTo>
                      <a:pt x="25" y="41"/>
                      <a:pt x="22" y="28"/>
                      <a:pt x="14" y="20"/>
                    </a:cubicBezTo>
                    <a:cubicBezTo>
                      <a:pt x="8" y="13"/>
                      <a:pt x="0" y="10"/>
                      <a:pt x="1" y="0"/>
                    </a:cubicBezTo>
                  </a:path>
                </a:pathLst>
              </a:custGeom>
              <a:solidFill>
                <a:srgbClr val="E8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2" name="Freeform 40">
                <a:extLst>
                  <a:ext uri="{FF2B5EF4-FFF2-40B4-BE49-F238E27FC236}">
                    <a16:creationId xmlns:a16="http://schemas.microsoft.com/office/drawing/2014/main" id="{CF3F9A02-43C1-4DC8-9D03-88F2A803D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114"/>
                <a:ext cx="25" cy="33"/>
              </a:xfrm>
              <a:custGeom>
                <a:avLst/>
                <a:gdLst>
                  <a:gd name="T0" fmla="*/ 0 w 10"/>
                  <a:gd name="T1" fmla="*/ 20 h 13"/>
                  <a:gd name="T2" fmla="*/ 83 w 10"/>
                  <a:gd name="T3" fmla="*/ 213 h 13"/>
                  <a:gd name="T4" fmla="*/ 0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1"/>
                    </a:moveTo>
                    <a:cubicBezTo>
                      <a:pt x="1" y="6"/>
                      <a:pt x="1" y="10"/>
                      <a:pt x="5" y="13"/>
                    </a:cubicBezTo>
                    <a:cubicBezTo>
                      <a:pt x="10" y="9"/>
                      <a:pt x="3" y="4"/>
                      <a:pt x="0" y="0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3" name="Freeform 41">
                <a:extLst>
                  <a:ext uri="{FF2B5EF4-FFF2-40B4-BE49-F238E27FC236}">
                    <a16:creationId xmlns:a16="http://schemas.microsoft.com/office/drawing/2014/main" id="{7FD87479-340D-454E-89F9-82D9F97BA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597"/>
                <a:ext cx="703" cy="290"/>
              </a:xfrm>
              <a:custGeom>
                <a:avLst/>
                <a:gdLst>
                  <a:gd name="T0" fmla="*/ 1471 w 281"/>
                  <a:gd name="T1" fmla="*/ 50 h 116"/>
                  <a:gd name="T2" fmla="*/ 1784 w 281"/>
                  <a:gd name="T3" fmla="*/ 0 h 116"/>
                  <a:gd name="T4" fmla="*/ 2129 w 281"/>
                  <a:gd name="T5" fmla="*/ 33 h 116"/>
                  <a:gd name="T6" fmla="*/ 2804 w 281"/>
                  <a:gd name="T7" fmla="*/ 33 h 116"/>
                  <a:gd name="T8" fmla="*/ 3713 w 281"/>
                  <a:gd name="T9" fmla="*/ 188 h 116"/>
                  <a:gd name="T10" fmla="*/ 4288 w 281"/>
                  <a:gd name="T11" fmla="*/ 395 h 116"/>
                  <a:gd name="T12" fmla="*/ 4180 w 281"/>
                  <a:gd name="T13" fmla="*/ 875 h 116"/>
                  <a:gd name="T14" fmla="*/ 3568 w 281"/>
                  <a:gd name="T15" fmla="*/ 1438 h 116"/>
                  <a:gd name="T16" fmla="*/ 3130 w 281"/>
                  <a:gd name="T17" fmla="*/ 1645 h 116"/>
                  <a:gd name="T18" fmla="*/ 2504 w 281"/>
                  <a:gd name="T19" fmla="*/ 1770 h 116"/>
                  <a:gd name="T20" fmla="*/ 3130 w 281"/>
                  <a:gd name="T21" fmla="*/ 1550 h 116"/>
                  <a:gd name="T22" fmla="*/ 3713 w 281"/>
                  <a:gd name="T23" fmla="*/ 1208 h 116"/>
                  <a:gd name="T24" fmla="*/ 3943 w 281"/>
                  <a:gd name="T25" fmla="*/ 863 h 116"/>
                  <a:gd name="T26" fmla="*/ 3900 w 281"/>
                  <a:gd name="T27" fmla="*/ 520 h 116"/>
                  <a:gd name="T28" fmla="*/ 3442 w 281"/>
                  <a:gd name="T29" fmla="*/ 1050 h 116"/>
                  <a:gd name="T30" fmla="*/ 3663 w 281"/>
                  <a:gd name="T31" fmla="*/ 563 h 116"/>
                  <a:gd name="T32" fmla="*/ 3367 w 281"/>
                  <a:gd name="T33" fmla="*/ 783 h 116"/>
                  <a:gd name="T34" fmla="*/ 3505 w 281"/>
                  <a:gd name="T35" fmla="*/ 300 h 116"/>
                  <a:gd name="T36" fmla="*/ 3285 w 281"/>
                  <a:gd name="T37" fmla="*/ 500 h 116"/>
                  <a:gd name="T38" fmla="*/ 3005 w 281"/>
                  <a:gd name="T39" fmla="*/ 645 h 116"/>
                  <a:gd name="T40" fmla="*/ 3285 w 281"/>
                  <a:gd name="T41" fmla="*/ 333 h 116"/>
                  <a:gd name="T42" fmla="*/ 2804 w 281"/>
                  <a:gd name="T43" fmla="*/ 425 h 116"/>
                  <a:gd name="T44" fmla="*/ 3097 w 281"/>
                  <a:gd name="T45" fmla="*/ 208 h 116"/>
                  <a:gd name="T46" fmla="*/ 2847 w 281"/>
                  <a:gd name="T47" fmla="*/ 283 h 116"/>
                  <a:gd name="T48" fmla="*/ 2522 w 281"/>
                  <a:gd name="T49" fmla="*/ 313 h 116"/>
                  <a:gd name="T50" fmla="*/ 2317 w 281"/>
                  <a:gd name="T51" fmla="*/ 238 h 116"/>
                  <a:gd name="T52" fmla="*/ 2534 w 281"/>
                  <a:gd name="T53" fmla="*/ 63 h 116"/>
                  <a:gd name="T54" fmla="*/ 1941 w 281"/>
                  <a:gd name="T55" fmla="*/ 83 h 116"/>
                  <a:gd name="T56" fmla="*/ 1459 w 281"/>
                  <a:gd name="T57" fmla="*/ 145 h 116"/>
                  <a:gd name="T58" fmla="*/ 1208 w 281"/>
                  <a:gd name="T59" fmla="*/ 113 h 116"/>
                  <a:gd name="T60" fmla="*/ 958 w 281"/>
                  <a:gd name="T61" fmla="*/ 175 h 116"/>
                  <a:gd name="T62" fmla="*/ 438 w 281"/>
                  <a:gd name="T63" fmla="*/ 208 h 116"/>
                  <a:gd name="T64" fmla="*/ 0 w 281"/>
                  <a:gd name="T65" fmla="*/ 175 h 116"/>
                  <a:gd name="T66" fmla="*/ 0 w 281"/>
                  <a:gd name="T67" fmla="*/ 158 h 116"/>
                  <a:gd name="T68" fmla="*/ 625 w 281"/>
                  <a:gd name="T69" fmla="*/ 83 h 116"/>
                  <a:gd name="T70" fmla="*/ 971 w 281"/>
                  <a:gd name="T71" fmla="*/ 95 h 116"/>
                  <a:gd name="T72" fmla="*/ 1333 w 281"/>
                  <a:gd name="T73" fmla="*/ 50 h 11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81" h="116">
                    <a:moveTo>
                      <a:pt x="94" y="3"/>
                    </a:moveTo>
                    <a:cubicBezTo>
                      <a:pt x="101" y="3"/>
                      <a:pt x="107" y="0"/>
                      <a:pt x="114" y="0"/>
                    </a:cubicBezTo>
                    <a:cubicBezTo>
                      <a:pt x="122" y="0"/>
                      <a:pt x="129" y="1"/>
                      <a:pt x="136" y="2"/>
                    </a:cubicBezTo>
                    <a:cubicBezTo>
                      <a:pt x="149" y="3"/>
                      <a:pt x="166" y="0"/>
                      <a:pt x="179" y="2"/>
                    </a:cubicBezTo>
                    <a:cubicBezTo>
                      <a:pt x="201" y="5"/>
                      <a:pt x="215" y="7"/>
                      <a:pt x="237" y="12"/>
                    </a:cubicBezTo>
                    <a:cubicBezTo>
                      <a:pt x="246" y="14"/>
                      <a:pt x="268" y="17"/>
                      <a:pt x="274" y="25"/>
                    </a:cubicBezTo>
                    <a:cubicBezTo>
                      <a:pt x="281" y="32"/>
                      <a:pt x="271" y="48"/>
                      <a:pt x="267" y="56"/>
                    </a:cubicBezTo>
                    <a:cubicBezTo>
                      <a:pt x="258" y="73"/>
                      <a:pt x="244" y="83"/>
                      <a:pt x="228" y="92"/>
                    </a:cubicBezTo>
                    <a:cubicBezTo>
                      <a:pt x="220" y="97"/>
                      <a:pt x="209" y="103"/>
                      <a:pt x="200" y="105"/>
                    </a:cubicBezTo>
                    <a:cubicBezTo>
                      <a:pt x="191" y="108"/>
                      <a:pt x="168" y="116"/>
                      <a:pt x="160" y="113"/>
                    </a:cubicBezTo>
                    <a:cubicBezTo>
                      <a:pt x="171" y="113"/>
                      <a:pt x="190" y="103"/>
                      <a:pt x="200" y="99"/>
                    </a:cubicBezTo>
                    <a:cubicBezTo>
                      <a:pt x="214" y="94"/>
                      <a:pt x="226" y="87"/>
                      <a:pt x="237" y="77"/>
                    </a:cubicBezTo>
                    <a:cubicBezTo>
                      <a:pt x="244" y="72"/>
                      <a:pt x="250" y="64"/>
                      <a:pt x="252" y="55"/>
                    </a:cubicBezTo>
                    <a:cubicBezTo>
                      <a:pt x="253" y="50"/>
                      <a:pt x="255" y="36"/>
                      <a:pt x="249" y="33"/>
                    </a:cubicBezTo>
                    <a:cubicBezTo>
                      <a:pt x="236" y="39"/>
                      <a:pt x="235" y="62"/>
                      <a:pt x="220" y="67"/>
                    </a:cubicBezTo>
                    <a:cubicBezTo>
                      <a:pt x="225" y="58"/>
                      <a:pt x="233" y="47"/>
                      <a:pt x="234" y="36"/>
                    </a:cubicBezTo>
                    <a:cubicBezTo>
                      <a:pt x="227" y="37"/>
                      <a:pt x="223" y="48"/>
                      <a:pt x="215" y="50"/>
                    </a:cubicBezTo>
                    <a:cubicBezTo>
                      <a:pt x="217" y="47"/>
                      <a:pt x="238" y="22"/>
                      <a:pt x="224" y="19"/>
                    </a:cubicBezTo>
                    <a:cubicBezTo>
                      <a:pt x="222" y="19"/>
                      <a:pt x="213" y="30"/>
                      <a:pt x="210" y="32"/>
                    </a:cubicBezTo>
                    <a:cubicBezTo>
                      <a:pt x="205" y="36"/>
                      <a:pt x="199" y="38"/>
                      <a:pt x="192" y="41"/>
                    </a:cubicBezTo>
                    <a:cubicBezTo>
                      <a:pt x="200" y="38"/>
                      <a:pt x="208" y="30"/>
                      <a:pt x="210" y="21"/>
                    </a:cubicBezTo>
                    <a:cubicBezTo>
                      <a:pt x="200" y="24"/>
                      <a:pt x="189" y="30"/>
                      <a:pt x="179" y="27"/>
                    </a:cubicBezTo>
                    <a:cubicBezTo>
                      <a:pt x="185" y="23"/>
                      <a:pt x="196" y="22"/>
                      <a:pt x="198" y="13"/>
                    </a:cubicBezTo>
                    <a:cubicBezTo>
                      <a:pt x="194" y="12"/>
                      <a:pt x="187" y="16"/>
                      <a:pt x="182" y="18"/>
                    </a:cubicBezTo>
                    <a:cubicBezTo>
                      <a:pt x="175" y="19"/>
                      <a:pt x="168" y="20"/>
                      <a:pt x="161" y="20"/>
                    </a:cubicBezTo>
                    <a:cubicBezTo>
                      <a:pt x="157" y="20"/>
                      <a:pt x="146" y="22"/>
                      <a:pt x="148" y="15"/>
                    </a:cubicBezTo>
                    <a:cubicBezTo>
                      <a:pt x="149" y="12"/>
                      <a:pt x="159" y="7"/>
                      <a:pt x="162" y="4"/>
                    </a:cubicBezTo>
                    <a:cubicBezTo>
                      <a:pt x="157" y="7"/>
                      <a:pt x="120" y="17"/>
                      <a:pt x="124" y="5"/>
                    </a:cubicBezTo>
                    <a:cubicBezTo>
                      <a:pt x="114" y="9"/>
                      <a:pt x="104" y="9"/>
                      <a:pt x="93" y="9"/>
                    </a:cubicBezTo>
                    <a:cubicBezTo>
                      <a:pt x="88" y="8"/>
                      <a:pt x="82" y="7"/>
                      <a:pt x="77" y="7"/>
                    </a:cubicBezTo>
                    <a:cubicBezTo>
                      <a:pt x="71" y="7"/>
                      <a:pt x="67" y="10"/>
                      <a:pt x="61" y="11"/>
                    </a:cubicBezTo>
                    <a:cubicBezTo>
                      <a:pt x="51" y="14"/>
                      <a:pt x="38" y="17"/>
                      <a:pt x="28" y="13"/>
                    </a:cubicBezTo>
                    <a:cubicBezTo>
                      <a:pt x="18" y="10"/>
                      <a:pt x="11" y="7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6" y="1"/>
                      <a:pt x="31" y="3"/>
                      <a:pt x="40" y="5"/>
                    </a:cubicBezTo>
                    <a:cubicBezTo>
                      <a:pt x="48" y="6"/>
                      <a:pt x="54" y="7"/>
                      <a:pt x="62" y="6"/>
                    </a:cubicBezTo>
                    <a:cubicBezTo>
                      <a:pt x="69" y="5"/>
                      <a:pt x="77" y="2"/>
                      <a:pt x="85" y="3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4" name="Freeform 42">
                <a:extLst>
                  <a:ext uri="{FF2B5EF4-FFF2-40B4-BE49-F238E27FC236}">
                    <a16:creationId xmlns:a16="http://schemas.microsoft.com/office/drawing/2014/main" id="{5E40E7EC-54AE-439E-8DDD-708313E9E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617"/>
                <a:ext cx="115" cy="68"/>
              </a:xfrm>
              <a:custGeom>
                <a:avLst/>
                <a:gdLst>
                  <a:gd name="T0" fmla="*/ 345 w 46"/>
                  <a:gd name="T1" fmla="*/ 0 h 27"/>
                  <a:gd name="T2" fmla="*/ 113 w 46"/>
                  <a:gd name="T3" fmla="*/ 179 h 27"/>
                  <a:gd name="T4" fmla="*/ 0 w 46"/>
                  <a:gd name="T5" fmla="*/ 431 h 27"/>
                  <a:gd name="T6" fmla="*/ 300 w 46"/>
                  <a:gd name="T7" fmla="*/ 159 h 27"/>
                  <a:gd name="T8" fmla="*/ 720 w 46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7">
                    <a:moveTo>
                      <a:pt x="22" y="0"/>
                    </a:moveTo>
                    <a:cubicBezTo>
                      <a:pt x="16" y="0"/>
                      <a:pt x="10" y="8"/>
                      <a:pt x="7" y="11"/>
                    </a:cubicBezTo>
                    <a:cubicBezTo>
                      <a:pt x="2" y="16"/>
                      <a:pt x="1" y="21"/>
                      <a:pt x="0" y="27"/>
                    </a:cubicBezTo>
                    <a:cubicBezTo>
                      <a:pt x="2" y="20"/>
                      <a:pt x="13" y="15"/>
                      <a:pt x="19" y="10"/>
                    </a:cubicBezTo>
                    <a:cubicBezTo>
                      <a:pt x="25" y="5"/>
                      <a:pt x="38" y="1"/>
                      <a:pt x="46" y="0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5" name="Freeform 43">
                <a:extLst>
                  <a:ext uri="{FF2B5EF4-FFF2-40B4-BE49-F238E27FC236}">
                    <a16:creationId xmlns:a16="http://schemas.microsoft.com/office/drawing/2014/main" id="{138B76ED-DF75-45F9-B327-E10EA1AA9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605"/>
                <a:ext cx="240" cy="105"/>
              </a:xfrm>
              <a:custGeom>
                <a:avLst/>
                <a:gdLst>
                  <a:gd name="T0" fmla="*/ 0 w 96"/>
                  <a:gd name="T1" fmla="*/ 658 h 42"/>
                  <a:gd name="T2" fmla="*/ 250 w 96"/>
                  <a:gd name="T3" fmla="*/ 470 h 42"/>
                  <a:gd name="T4" fmla="*/ 533 w 96"/>
                  <a:gd name="T5" fmla="*/ 345 h 42"/>
                  <a:gd name="T6" fmla="*/ 1113 w 96"/>
                  <a:gd name="T7" fmla="*/ 175 h 42"/>
                  <a:gd name="T8" fmla="*/ 1500 w 96"/>
                  <a:gd name="T9" fmla="*/ 83 h 42"/>
                  <a:gd name="T10" fmla="*/ 1208 w 96"/>
                  <a:gd name="T11" fmla="*/ 33 h 42"/>
                  <a:gd name="T12" fmla="*/ 1063 w 96"/>
                  <a:gd name="T13" fmla="*/ 20 h 42"/>
                  <a:gd name="T14" fmla="*/ 970 w 96"/>
                  <a:gd name="T15" fmla="*/ 83 h 42"/>
                  <a:gd name="T16" fmla="*/ 625 w 96"/>
                  <a:gd name="T17" fmla="*/ 208 h 42"/>
                  <a:gd name="T18" fmla="*/ 270 w 96"/>
                  <a:gd name="T19" fmla="*/ 395 h 42"/>
                  <a:gd name="T20" fmla="*/ 20 w 96"/>
                  <a:gd name="T21" fmla="*/ 625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42">
                    <a:moveTo>
                      <a:pt x="0" y="42"/>
                    </a:moveTo>
                    <a:cubicBezTo>
                      <a:pt x="3" y="36"/>
                      <a:pt x="11" y="33"/>
                      <a:pt x="16" y="30"/>
                    </a:cubicBezTo>
                    <a:cubicBezTo>
                      <a:pt x="22" y="27"/>
                      <a:pt x="28" y="24"/>
                      <a:pt x="34" y="22"/>
                    </a:cubicBezTo>
                    <a:cubicBezTo>
                      <a:pt x="46" y="17"/>
                      <a:pt x="59" y="14"/>
                      <a:pt x="71" y="11"/>
                    </a:cubicBezTo>
                    <a:cubicBezTo>
                      <a:pt x="79" y="8"/>
                      <a:pt x="88" y="6"/>
                      <a:pt x="96" y="5"/>
                    </a:cubicBezTo>
                    <a:cubicBezTo>
                      <a:pt x="90" y="2"/>
                      <a:pt x="83" y="3"/>
                      <a:pt x="77" y="2"/>
                    </a:cubicBezTo>
                    <a:cubicBezTo>
                      <a:pt x="74" y="1"/>
                      <a:pt x="71" y="0"/>
                      <a:pt x="68" y="1"/>
                    </a:cubicBezTo>
                    <a:cubicBezTo>
                      <a:pt x="66" y="2"/>
                      <a:pt x="64" y="4"/>
                      <a:pt x="62" y="5"/>
                    </a:cubicBezTo>
                    <a:cubicBezTo>
                      <a:pt x="55" y="8"/>
                      <a:pt x="47" y="9"/>
                      <a:pt x="40" y="13"/>
                    </a:cubicBezTo>
                    <a:cubicBezTo>
                      <a:pt x="32" y="16"/>
                      <a:pt x="24" y="21"/>
                      <a:pt x="17" y="25"/>
                    </a:cubicBezTo>
                    <a:cubicBezTo>
                      <a:pt x="11" y="29"/>
                      <a:pt x="7" y="35"/>
                      <a:pt x="1" y="40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6" name="Freeform 44">
                <a:extLst>
                  <a:ext uri="{FF2B5EF4-FFF2-40B4-BE49-F238E27FC236}">
                    <a16:creationId xmlns:a16="http://schemas.microsoft.com/office/drawing/2014/main" id="{B72B4661-AA30-4F2A-AD85-DEA325C66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607"/>
                <a:ext cx="98" cy="30"/>
              </a:xfrm>
              <a:custGeom>
                <a:avLst/>
                <a:gdLst>
                  <a:gd name="T0" fmla="*/ 0 w 39"/>
                  <a:gd name="T1" fmla="*/ 125 h 12"/>
                  <a:gd name="T2" fmla="*/ 271 w 39"/>
                  <a:gd name="T3" fmla="*/ 175 h 12"/>
                  <a:gd name="T4" fmla="*/ 618 w 39"/>
                  <a:gd name="T5" fmla="*/ 50 h 12"/>
                  <a:gd name="T6" fmla="*/ 397 w 39"/>
                  <a:gd name="T7" fmla="*/ 63 h 12"/>
                  <a:gd name="T8" fmla="*/ 126 w 39"/>
                  <a:gd name="T9" fmla="*/ 8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2">
                    <a:moveTo>
                      <a:pt x="0" y="8"/>
                    </a:moveTo>
                    <a:cubicBezTo>
                      <a:pt x="6" y="10"/>
                      <a:pt x="10" y="12"/>
                      <a:pt x="17" y="11"/>
                    </a:cubicBezTo>
                    <a:cubicBezTo>
                      <a:pt x="24" y="10"/>
                      <a:pt x="32" y="6"/>
                      <a:pt x="39" y="3"/>
                    </a:cubicBezTo>
                    <a:cubicBezTo>
                      <a:pt x="37" y="0"/>
                      <a:pt x="27" y="4"/>
                      <a:pt x="25" y="4"/>
                    </a:cubicBezTo>
                    <a:cubicBezTo>
                      <a:pt x="19" y="6"/>
                      <a:pt x="14" y="7"/>
                      <a:pt x="8" y="5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7" name="Freeform 45">
                <a:extLst>
                  <a:ext uri="{FF2B5EF4-FFF2-40B4-BE49-F238E27FC236}">
                    <a16:creationId xmlns:a16="http://schemas.microsoft.com/office/drawing/2014/main" id="{A497D951-E818-4867-9AC3-2B5C6B6A0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607"/>
                <a:ext cx="280" cy="125"/>
              </a:xfrm>
              <a:custGeom>
                <a:avLst/>
                <a:gdLst>
                  <a:gd name="T0" fmla="*/ 158 w 112"/>
                  <a:gd name="T1" fmla="*/ 658 h 50"/>
                  <a:gd name="T2" fmla="*/ 563 w 112"/>
                  <a:gd name="T3" fmla="*/ 458 h 50"/>
                  <a:gd name="T4" fmla="*/ 1000 w 112"/>
                  <a:gd name="T5" fmla="*/ 300 h 50"/>
                  <a:gd name="T6" fmla="*/ 1645 w 112"/>
                  <a:gd name="T7" fmla="*/ 113 h 50"/>
                  <a:gd name="T8" fmla="*/ 1750 w 112"/>
                  <a:gd name="T9" fmla="*/ 83 h 50"/>
                  <a:gd name="T10" fmla="*/ 1625 w 112"/>
                  <a:gd name="T11" fmla="*/ 50 h 50"/>
                  <a:gd name="T12" fmla="*/ 1500 w 112"/>
                  <a:gd name="T13" fmla="*/ 20 h 50"/>
                  <a:gd name="T14" fmla="*/ 1145 w 112"/>
                  <a:gd name="T15" fmla="*/ 125 h 50"/>
                  <a:gd name="T16" fmla="*/ 158 w 112"/>
                  <a:gd name="T17" fmla="*/ 563 h 50"/>
                  <a:gd name="T18" fmla="*/ 0 w 112"/>
                  <a:gd name="T19" fmla="*/ 783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50">
                    <a:moveTo>
                      <a:pt x="10" y="42"/>
                    </a:moveTo>
                    <a:cubicBezTo>
                      <a:pt x="15" y="35"/>
                      <a:pt x="28" y="32"/>
                      <a:pt x="36" y="29"/>
                    </a:cubicBezTo>
                    <a:cubicBezTo>
                      <a:pt x="45" y="25"/>
                      <a:pt x="55" y="22"/>
                      <a:pt x="64" y="19"/>
                    </a:cubicBezTo>
                    <a:cubicBezTo>
                      <a:pt x="78" y="14"/>
                      <a:pt x="92" y="11"/>
                      <a:pt x="105" y="7"/>
                    </a:cubicBezTo>
                    <a:cubicBezTo>
                      <a:pt x="107" y="7"/>
                      <a:pt x="110" y="6"/>
                      <a:pt x="112" y="5"/>
                    </a:cubicBezTo>
                    <a:cubicBezTo>
                      <a:pt x="109" y="5"/>
                      <a:pt x="107" y="4"/>
                      <a:pt x="104" y="3"/>
                    </a:cubicBezTo>
                    <a:cubicBezTo>
                      <a:pt x="100" y="2"/>
                      <a:pt x="99" y="0"/>
                      <a:pt x="96" y="1"/>
                    </a:cubicBezTo>
                    <a:cubicBezTo>
                      <a:pt x="88" y="3"/>
                      <a:pt x="80" y="6"/>
                      <a:pt x="73" y="8"/>
                    </a:cubicBezTo>
                    <a:cubicBezTo>
                      <a:pt x="51" y="15"/>
                      <a:pt x="27" y="18"/>
                      <a:pt x="10" y="36"/>
                    </a:cubicBezTo>
                    <a:cubicBezTo>
                      <a:pt x="6" y="40"/>
                      <a:pt x="4" y="46"/>
                      <a:pt x="0" y="50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8" name="Freeform 46">
                <a:extLst>
                  <a:ext uri="{FF2B5EF4-FFF2-40B4-BE49-F238E27FC236}">
                    <a16:creationId xmlns:a16="http://schemas.microsoft.com/office/drawing/2014/main" id="{FA45D055-0263-4A38-B9DE-075C09A95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617"/>
                <a:ext cx="315" cy="143"/>
              </a:xfrm>
              <a:custGeom>
                <a:avLst/>
                <a:gdLst>
                  <a:gd name="T0" fmla="*/ 1470 w 126"/>
                  <a:gd name="T1" fmla="*/ 0 h 57"/>
                  <a:gd name="T2" fmla="*/ 1083 w 126"/>
                  <a:gd name="T3" fmla="*/ 146 h 57"/>
                  <a:gd name="T4" fmla="*/ 520 w 126"/>
                  <a:gd name="T5" fmla="*/ 429 h 57"/>
                  <a:gd name="T6" fmla="*/ 175 w 126"/>
                  <a:gd name="T7" fmla="*/ 710 h 57"/>
                  <a:gd name="T8" fmla="*/ 0 w 126"/>
                  <a:gd name="T9" fmla="*/ 901 h 57"/>
                  <a:gd name="T10" fmla="*/ 708 w 126"/>
                  <a:gd name="T11" fmla="*/ 534 h 57"/>
                  <a:gd name="T12" fmla="*/ 1520 w 126"/>
                  <a:gd name="T13" fmla="*/ 251 h 57"/>
                  <a:gd name="T14" fmla="*/ 1970 w 126"/>
                  <a:gd name="T15" fmla="*/ 95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57">
                    <a:moveTo>
                      <a:pt x="94" y="0"/>
                    </a:moveTo>
                    <a:cubicBezTo>
                      <a:pt x="86" y="4"/>
                      <a:pt x="77" y="6"/>
                      <a:pt x="69" y="9"/>
                    </a:cubicBezTo>
                    <a:cubicBezTo>
                      <a:pt x="57" y="14"/>
                      <a:pt x="45" y="20"/>
                      <a:pt x="33" y="27"/>
                    </a:cubicBezTo>
                    <a:cubicBezTo>
                      <a:pt x="25" y="32"/>
                      <a:pt x="18" y="38"/>
                      <a:pt x="11" y="45"/>
                    </a:cubicBezTo>
                    <a:cubicBezTo>
                      <a:pt x="8" y="49"/>
                      <a:pt x="4" y="54"/>
                      <a:pt x="0" y="57"/>
                    </a:cubicBezTo>
                    <a:cubicBezTo>
                      <a:pt x="15" y="49"/>
                      <a:pt x="29" y="40"/>
                      <a:pt x="45" y="34"/>
                    </a:cubicBezTo>
                    <a:cubicBezTo>
                      <a:pt x="62" y="28"/>
                      <a:pt x="80" y="22"/>
                      <a:pt x="97" y="16"/>
                    </a:cubicBezTo>
                    <a:cubicBezTo>
                      <a:pt x="107" y="13"/>
                      <a:pt x="116" y="10"/>
                      <a:pt x="126" y="6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9" name="Freeform 47">
                <a:extLst>
                  <a:ext uri="{FF2B5EF4-FFF2-40B4-BE49-F238E27FC236}">
                    <a16:creationId xmlns:a16="http://schemas.microsoft.com/office/drawing/2014/main" id="{567B8F4F-42F9-4526-B099-8822FD8B5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625"/>
                <a:ext cx="343" cy="182"/>
              </a:xfrm>
              <a:custGeom>
                <a:avLst/>
                <a:gdLst>
                  <a:gd name="T0" fmla="*/ 1472 w 137"/>
                  <a:gd name="T1" fmla="*/ 125 h 73"/>
                  <a:gd name="T2" fmla="*/ 1617 w 137"/>
                  <a:gd name="T3" fmla="*/ 187 h 73"/>
                  <a:gd name="T4" fmla="*/ 1380 w 137"/>
                  <a:gd name="T5" fmla="*/ 324 h 73"/>
                  <a:gd name="T6" fmla="*/ 521 w 137"/>
                  <a:gd name="T7" fmla="*/ 745 h 73"/>
                  <a:gd name="T8" fmla="*/ 0 w 137"/>
                  <a:gd name="T9" fmla="*/ 1132 h 73"/>
                  <a:gd name="T10" fmla="*/ 613 w 137"/>
                  <a:gd name="T11" fmla="*/ 820 h 73"/>
                  <a:gd name="T12" fmla="*/ 1272 w 137"/>
                  <a:gd name="T13" fmla="*/ 509 h 73"/>
                  <a:gd name="T14" fmla="*/ 1755 w 137"/>
                  <a:gd name="T15" fmla="*/ 292 h 73"/>
                  <a:gd name="T16" fmla="*/ 2151 w 137"/>
                  <a:gd name="T17" fmla="*/ 12 h 73"/>
                  <a:gd name="T18" fmla="*/ 1617 w 137"/>
                  <a:gd name="T19" fmla="*/ 0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7" h="73">
                    <a:moveTo>
                      <a:pt x="94" y="8"/>
                    </a:moveTo>
                    <a:cubicBezTo>
                      <a:pt x="98" y="7"/>
                      <a:pt x="110" y="6"/>
                      <a:pt x="103" y="12"/>
                    </a:cubicBezTo>
                    <a:cubicBezTo>
                      <a:pt x="99" y="16"/>
                      <a:pt x="93" y="18"/>
                      <a:pt x="88" y="21"/>
                    </a:cubicBezTo>
                    <a:cubicBezTo>
                      <a:pt x="69" y="29"/>
                      <a:pt x="50" y="38"/>
                      <a:pt x="33" y="48"/>
                    </a:cubicBezTo>
                    <a:cubicBezTo>
                      <a:pt x="21" y="55"/>
                      <a:pt x="9" y="63"/>
                      <a:pt x="0" y="73"/>
                    </a:cubicBezTo>
                    <a:cubicBezTo>
                      <a:pt x="11" y="63"/>
                      <a:pt x="26" y="58"/>
                      <a:pt x="39" y="53"/>
                    </a:cubicBezTo>
                    <a:cubicBezTo>
                      <a:pt x="54" y="46"/>
                      <a:pt x="68" y="40"/>
                      <a:pt x="81" y="33"/>
                    </a:cubicBezTo>
                    <a:cubicBezTo>
                      <a:pt x="91" y="28"/>
                      <a:pt x="100" y="25"/>
                      <a:pt x="112" y="19"/>
                    </a:cubicBezTo>
                    <a:cubicBezTo>
                      <a:pt x="122" y="14"/>
                      <a:pt x="132" y="11"/>
                      <a:pt x="137" y="1"/>
                    </a:cubicBezTo>
                    <a:cubicBezTo>
                      <a:pt x="103" y="0"/>
                      <a:pt x="103" y="0"/>
                      <a:pt x="103" y="0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0" name="Freeform 48">
                <a:extLst>
                  <a:ext uri="{FF2B5EF4-FFF2-40B4-BE49-F238E27FC236}">
                    <a16:creationId xmlns:a16="http://schemas.microsoft.com/office/drawing/2014/main" id="{D02DEA46-E0C4-4F8C-88FA-A8AE346A8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630"/>
                <a:ext cx="392" cy="217"/>
              </a:xfrm>
              <a:custGeom>
                <a:avLst/>
                <a:gdLst>
                  <a:gd name="T0" fmla="*/ 404 w 157"/>
                  <a:gd name="T1" fmla="*/ 1349 h 87"/>
                  <a:gd name="T2" fmla="*/ 667 w 157"/>
                  <a:gd name="T3" fmla="*/ 1257 h 87"/>
                  <a:gd name="T4" fmla="*/ 936 w 157"/>
                  <a:gd name="T5" fmla="*/ 1150 h 87"/>
                  <a:gd name="T6" fmla="*/ 1496 w 157"/>
                  <a:gd name="T7" fmla="*/ 791 h 87"/>
                  <a:gd name="T8" fmla="*/ 2337 w 157"/>
                  <a:gd name="T9" fmla="*/ 137 h 87"/>
                  <a:gd name="T10" fmla="*/ 2432 w 157"/>
                  <a:gd name="T11" fmla="*/ 30 h 87"/>
                  <a:gd name="T12" fmla="*/ 2275 w 157"/>
                  <a:gd name="T13" fmla="*/ 75 h 87"/>
                  <a:gd name="T14" fmla="*/ 2007 w 157"/>
                  <a:gd name="T15" fmla="*/ 200 h 87"/>
                  <a:gd name="T16" fmla="*/ 1778 w 157"/>
                  <a:gd name="T17" fmla="*/ 449 h 87"/>
                  <a:gd name="T18" fmla="*/ 1308 w 157"/>
                  <a:gd name="T19" fmla="*/ 791 h 87"/>
                  <a:gd name="T20" fmla="*/ 387 w 157"/>
                  <a:gd name="T21" fmla="*/ 1257 h 87"/>
                  <a:gd name="T22" fmla="*/ 250 w 157"/>
                  <a:gd name="T23" fmla="*/ 1275 h 87"/>
                  <a:gd name="T24" fmla="*/ 62 w 157"/>
                  <a:gd name="T25" fmla="*/ 1275 h 87"/>
                  <a:gd name="T26" fmla="*/ 187 w 157"/>
                  <a:gd name="T27" fmla="*/ 1337 h 87"/>
                  <a:gd name="T28" fmla="*/ 325 w 157"/>
                  <a:gd name="T29" fmla="*/ 1349 h 87"/>
                  <a:gd name="T30" fmla="*/ 375 w 157"/>
                  <a:gd name="T31" fmla="*/ 1349 h 8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7" h="87">
                    <a:moveTo>
                      <a:pt x="26" y="87"/>
                    </a:moveTo>
                    <a:cubicBezTo>
                      <a:pt x="31" y="87"/>
                      <a:pt x="38" y="83"/>
                      <a:pt x="43" y="81"/>
                    </a:cubicBezTo>
                    <a:cubicBezTo>
                      <a:pt x="49" y="79"/>
                      <a:pt x="54" y="77"/>
                      <a:pt x="60" y="74"/>
                    </a:cubicBezTo>
                    <a:cubicBezTo>
                      <a:pt x="73" y="68"/>
                      <a:pt x="84" y="59"/>
                      <a:pt x="96" y="51"/>
                    </a:cubicBezTo>
                    <a:cubicBezTo>
                      <a:pt x="115" y="38"/>
                      <a:pt x="133" y="24"/>
                      <a:pt x="150" y="9"/>
                    </a:cubicBezTo>
                    <a:cubicBezTo>
                      <a:pt x="151" y="8"/>
                      <a:pt x="157" y="4"/>
                      <a:pt x="156" y="2"/>
                    </a:cubicBezTo>
                    <a:cubicBezTo>
                      <a:pt x="155" y="0"/>
                      <a:pt x="148" y="4"/>
                      <a:pt x="146" y="5"/>
                    </a:cubicBezTo>
                    <a:cubicBezTo>
                      <a:pt x="141" y="7"/>
                      <a:pt x="134" y="9"/>
                      <a:pt x="129" y="13"/>
                    </a:cubicBezTo>
                    <a:cubicBezTo>
                      <a:pt x="124" y="18"/>
                      <a:pt x="120" y="24"/>
                      <a:pt x="114" y="29"/>
                    </a:cubicBezTo>
                    <a:cubicBezTo>
                      <a:pt x="105" y="37"/>
                      <a:pt x="95" y="44"/>
                      <a:pt x="84" y="51"/>
                    </a:cubicBezTo>
                    <a:cubicBezTo>
                      <a:pt x="66" y="63"/>
                      <a:pt x="46" y="74"/>
                      <a:pt x="25" y="81"/>
                    </a:cubicBezTo>
                    <a:cubicBezTo>
                      <a:pt x="22" y="82"/>
                      <a:pt x="19" y="82"/>
                      <a:pt x="16" y="82"/>
                    </a:cubicBezTo>
                    <a:cubicBezTo>
                      <a:pt x="14" y="82"/>
                      <a:pt x="5" y="82"/>
                      <a:pt x="4" y="82"/>
                    </a:cubicBezTo>
                    <a:cubicBezTo>
                      <a:pt x="0" y="85"/>
                      <a:pt x="10" y="86"/>
                      <a:pt x="12" y="86"/>
                    </a:cubicBezTo>
                    <a:cubicBezTo>
                      <a:pt x="15" y="86"/>
                      <a:pt x="18" y="87"/>
                      <a:pt x="21" y="87"/>
                    </a:cubicBezTo>
                    <a:cubicBezTo>
                      <a:pt x="22" y="87"/>
                      <a:pt x="23" y="87"/>
                      <a:pt x="24" y="87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1" name="Freeform 49">
                <a:extLst>
                  <a:ext uri="{FF2B5EF4-FFF2-40B4-BE49-F238E27FC236}">
                    <a16:creationId xmlns:a16="http://schemas.microsoft.com/office/drawing/2014/main" id="{BAE9084F-A4B3-4D41-B7E6-DF65542E1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40"/>
                <a:ext cx="342" cy="210"/>
              </a:xfrm>
              <a:custGeom>
                <a:avLst/>
                <a:gdLst>
                  <a:gd name="T0" fmla="*/ 167 w 137"/>
                  <a:gd name="T1" fmla="*/ 1313 h 84"/>
                  <a:gd name="T2" fmla="*/ 729 w 137"/>
                  <a:gd name="T3" fmla="*/ 1188 h 84"/>
                  <a:gd name="T4" fmla="*/ 1308 w 137"/>
                  <a:gd name="T5" fmla="*/ 938 h 84"/>
                  <a:gd name="T6" fmla="*/ 1757 w 137"/>
                  <a:gd name="T7" fmla="*/ 658 h 84"/>
                  <a:gd name="T8" fmla="*/ 2057 w 137"/>
                  <a:gd name="T9" fmla="*/ 238 h 84"/>
                  <a:gd name="T10" fmla="*/ 2037 w 137"/>
                  <a:gd name="T11" fmla="*/ 20 h 84"/>
                  <a:gd name="T12" fmla="*/ 1945 w 137"/>
                  <a:gd name="T13" fmla="*/ 95 h 84"/>
                  <a:gd name="T14" fmla="*/ 1837 w 137"/>
                  <a:gd name="T15" fmla="*/ 220 h 84"/>
                  <a:gd name="T16" fmla="*/ 1695 w 137"/>
                  <a:gd name="T17" fmla="*/ 313 h 84"/>
                  <a:gd name="T18" fmla="*/ 1653 w 137"/>
                  <a:gd name="T19" fmla="*/ 425 h 84"/>
                  <a:gd name="T20" fmla="*/ 1465 w 137"/>
                  <a:gd name="T21" fmla="*/ 708 h 84"/>
                  <a:gd name="T22" fmla="*/ 667 w 137"/>
                  <a:gd name="T23" fmla="*/ 1145 h 84"/>
                  <a:gd name="T24" fmla="*/ 325 w 137"/>
                  <a:gd name="T25" fmla="*/ 1250 h 84"/>
                  <a:gd name="T26" fmla="*/ 75 w 137"/>
                  <a:gd name="T27" fmla="*/ 1270 h 84"/>
                  <a:gd name="T28" fmla="*/ 0 w 137"/>
                  <a:gd name="T29" fmla="*/ 1283 h 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7" h="84">
                    <a:moveTo>
                      <a:pt x="11" y="84"/>
                    </a:moveTo>
                    <a:cubicBezTo>
                      <a:pt x="23" y="83"/>
                      <a:pt x="35" y="80"/>
                      <a:pt x="47" y="76"/>
                    </a:cubicBezTo>
                    <a:cubicBezTo>
                      <a:pt x="59" y="72"/>
                      <a:pt x="72" y="67"/>
                      <a:pt x="84" y="60"/>
                    </a:cubicBezTo>
                    <a:cubicBezTo>
                      <a:pt x="94" y="55"/>
                      <a:pt x="104" y="48"/>
                      <a:pt x="113" y="42"/>
                    </a:cubicBezTo>
                    <a:cubicBezTo>
                      <a:pt x="122" y="36"/>
                      <a:pt x="128" y="25"/>
                      <a:pt x="132" y="15"/>
                    </a:cubicBezTo>
                    <a:cubicBezTo>
                      <a:pt x="133" y="12"/>
                      <a:pt x="137" y="0"/>
                      <a:pt x="131" y="1"/>
                    </a:cubicBezTo>
                    <a:cubicBezTo>
                      <a:pt x="129" y="1"/>
                      <a:pt x="127" y="5"/>
                      <a:pt x="125" y="6"/>
                    </a:cubicBezTo>
                    <a:cubicBezTo>
                      <a:pt x="123" y="9"/>
                      <a:pt x="120" y="11"/>
                      <a:pt x="118" y="14"/>
                    </a:cubicBezTo>
                    <a:cubicBezTo>
                      <a:pt x="115" y="16"/>
                      <a:pt x="112" y="18"/>
                      <a:pt x="109" y="20"/>
                    </a:cubicBezTo>
                    <a:cubicBezTo>
                      <a:pt x="106" y="22"/>
                      <a:pt x="106" y="24"/>
                      <a:pt x="106" y="27"/>
                    </a:cubicBezTo>
                    <a:cubicBezTo>
                      <a:pt x="104" y="34"/>
                      <a:pt x="99" y="40"/>
                      <a:pt x="94" y="45"/>
                    </a:cubicBezTo>
                    <a:cubicBezTo>
                      <a:pt x="78" y="57"/>
                      <a:pt x="61" y="65"/>
                      <a:pt x="43" y="73"/>
                    </a:cubicBezTo>
                    <a:cubicBezTo>
                      <a:pt x="36" y="76"/>
                      <a:pt x="28" y="80"/>
                      <a:pt x="21" y="80"/>
                    </a:cubicBezTo>
                    <a:cubicBezTo>
                      <a:pt x="16" y="80"/>
                      <a:pt x="10" y="79"/>
                      <a:pt x="5" y="81"/>
                    </a:cubicBezTo>
                    <a:cubicBezTo>
                      <a:pt x="3" y="81"/>
                      <a:pt x="2" y="82"/>
                      <a:pt x="0" y="82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2" name="Freeform 50">
                <a:extLst>
                  <a:ext uri="{FF2B5EF4-FFF2-40B4-BE49-F238E27FC236}">
                    <a16:creationId xmlns:a16="http://schemas.microsoft.com/office/drawing/2014/main" id="{4A7E5FE4-BBC5-4316-B270-7535CBFFE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677"/>
                <a:ext cx="333" cy="208"/>
              </a:xfrm>
              <a:custGeom>
                <a:avLst/>
                <a:gdLst>
                  <a:gd name="T0" fmla="*/ 1680 w 133"/>
                  <a:gd name="T1" fmla="*/ 426 h 83"/>
                  <a:gd name="T2" fmla="*/ 1254 w 133"/>
                  <a:gd name="T3" fmla="*/ 784 h 83"/>
                  <a:gd name="T4" fmla="*/ 583 w 133"/>
                  <a:gd name="T5" fmla="*/ 1150 h 83"/>
                  <a:gd name="T6" fmla="*/ 33 w 133"/>
                  <a:gd name="T7" fmla="*/ 1100 h 83"/>
                  <a:gd name="T8" fmla="*/ 188 w 133"/>
                  <a:gd name="T9" fmla="*/ 1256 h 83"/>
                  <a:gd name="T10" fmla="*/ 471 w 133"/>
                  <a:gd name="T11" fmla="*/ 1288 h 83"/>
                  <a:gd name="T12" fmla="*/ 1022 w 133"/>
                  <a:gd name="T13" fmla="*/ 1055 h 83"/>
                  <a:gd name="T14" fmla="*/ 1567 w 133"/>
                  <a:gd name="T15" fmla="*/ 679 h 83"/>
                  <a:gd name="T16" fmla="*/ 1993 w 133"/>
                  <a:gd name="T17" fmla="*/ 208 h 83"/>
                  <a:gd name="T18" fmla="*/ 2068 w 133"/>
                  <a:gd name="T19" fmla="*/ 0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3" h="83">
                    <a:moveTo>
                      <a:pt x="107" y="27"/>
                    </a:moveTo>
                    <a:cubicBezTo>
                      <a:pt x="110" y="36"/>
                      <a:pt x="86" y="47"/>
                      <a:pt x="80" y="50"/>
                    </a:cubicBezTo>
                    <a:cubicBezTo>
                      <a:pt x="66" y="59"/>
                      <a:pt x="52" y="67"/>
                      <a:pt x="37" y="73"/>
                    </a:cubicBezTo>
                    <a:cubicBezTo>
                      <a:pt x="27" y="78"/>
                      <a:pt x="9" y="80"/>
                      <a:pt x="2" y="70"/>
                    </a:cubicBezTo>
                    <a:cubicBezTo>
                      <a:pt x="0" y="74"/>
                      <a:pt x="9" y="79"/>
                      <a:pt x="12" y="80"/>
                    </a:cubicBezTo>
                    <a:cubicBezTo>
                      <a:pt x="18" y="82"/>
                      <a:pt x="24" y="83"/>
                      <a:pt x="30" y="82"/>
                    </a:cubicBezTo>
                    <a:cubicBezTo>
                      <a:pt x="43" y="79"/>
                      <a:pt x="54" y="74"/>
                      <a:pt x="65" y="67"/>
                    </a:cubicBezTo>
                    <a:cubicBezTo>
                      <a:pt x="77" y="60"/>
                      <a:pt x="89" y="52"/>
                      <a:pt x="100" y="43"/>
                    </a:cubicBezTo>
                    <a:cubicBezTo>
                      <a:pt x="110" y="34"/>
                      <a:pt x="120" y="24"/>
                      <a:pt x="127" y="13"/>
                    </a:cubicBezTo>
                    <a:cubicBezTo>
                      <a:pt x="130" y="9"/>
                      <a:pt x="133" y="4"/>
                      <a:pt x="132" y="0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3" name="Freeform 51">
                <a:extLst>
                  <a:ext uri="{FF2B5EF4-FFF2-40B4-BE49-F238E27FC236}">
                    <a16:creationId xmlns:a16="http://schemas.microsoft.com/office/drawing/2014/main" id="{8AC515C0-85AE-4857-85D5-4FAE60C76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660"/>
                <a:ext cx="292" cy="240"/>
              </a:xfrm>
              <a:custGeom>
                <a:avLst/>
                <a:gdLst>
                  <a:gd name="T0" fmla="*/ 1462 w 117"/>
                  <a:gd name="T1" fmla="*/ 188 h 96"/>
                  <a:gd name="T2" fmla="*/ 1462 w 117"/>
                  <a:gd name="T3" fmla="*/ 313 h 96"/>
                  <a:gd name="T4" fmla="*/ 1403 w 117"/>
                  <a:gd name="T5" fmla="*/ 458 h 96"/>
                  <a:gd name="T6" fmla="*/ 1166 w 117"/>
                  <a:gd name="T7" fmla="*/ 738 h 96"/>
                  <a:gd name="T8" fmla="*/ 854 w 117"/>
                  <a:gd name="T9" fmla="*/ 1000 h 96"/>
                  <a:gd name="T10" fmla="*/ 529 w 117"/>
                  <a:gd name="T11" fmla="*/ 1250 h 96"/>
                  <a:gd name="T12" fmla="*/ 230 w 117"/>
                  <a:gd name="T13" fmla="*/ 1375 h 96"/>
                  <a:gd name="T14" fmla="*/ 0 w 117"/>
                  <a:gd name="T15" fmla="*/ 1438 h 96"/>
                  <a:gd name="T16" fmla="*/ 292 w 117"/>
                  <a:gd name="T17" fmla="*/ 1438 h 96"/>
                  <a:gd name="T18" fmla="*/ 591 w 117"/>
                  <a:gd name="T19" fmla="*/ 1283 h 96"/>
                  <a:gd name="T20" fmla="*/ 1133 w 117"/>
                  <a:gd name="T21" fmla="*/ 895 h 96"/>
                  <a:gd name="T22" fmla="*/ 1403 w 117"/>
                  <a:gd name="T23" fmla="*/ 645 h 96"/>
                  <a:gd name="T24" fmla="*/ 1600 w 117"/>
                  <a:gd name="T25" fmla="*/ 425 h 96"/>
                  <a:gd name="T26" fmla="*/ 1757 w 117"/>
                  <a:gd name="T27" fmla="*/ 188 h 96"/>
                  <a:gd name="T28" fmla="*/ 1807 w 117"/>
                  <a:gd name="T29" fmla="*/ 50 h 96"/>
                  <a:gd name="T30" fmla="*/ 1650 w 117"/>
                  <a:gd name="T31" fmla="*/ 20 h 96"/>
                  <a:gd name="T32" fmla="*/ 1600 w 117"/>
                  <a:gd name="T33" fmla="*/ 0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7" h="96">
                    <a:moveTo>
                      <a:pt x="94" y="12"/>
                    </a:moveTo>
                    <a:cubicBezTo>
                      <a:pt x="93" y="14"/>
                      <a:pt x="94" y="18"/>
                      <a:pt x="94" y="20"/>
                    </a:cubicBezTo>
                    <a:cubicBezTo>
                      <a:pt x="93" y="23"/>
                      <a:pt x="92" y="26"/>
                      <a:pt x="90" y="29"/>
                    </a:cubicBezTo>
                    <a:cubicBezTo>
                      <a:pt x="87" y="36"/>
                      <a:pt x="81" y="42"/>
                      <a:pt x="75" y="47"/>
                    </a:cubicBezTo>
                    <a:cubicBezTo>
                      <a:pt x="68" y="53"/>
                      <a:pt x="62" y="59"/>
                      <a:pt x="55" y="64"/>
                    </a:cubicBezTo>
                    <a:cubicBezTo>
                      <a:pt x="48" y="69"/>
                      <a:pt x="41" y="75"/>
                      <a:pt x="34" y="80"/>
                    </a:cubicBezTo>
                    <a:cubicBezTo>
                      <a:pt x="28" y="84"/>
                      <a:pt x="22" y="85"/>
                      <a:pt x="15" y="88"/>
                    </a:cubicBezTo>
                    <a:cubicBezTo>
                      <a:pt x="10" y="90"/>
                      <a:pt x="4" y="89"/>
                      <a:pt x="0" y="92"/>
                    </a:cubicBezTo>
                    <a:cubicBezTo>
                      <a:pt x="4" y="96"/>
                      <a:pt x="14" y="93"/>
                      <a:pt x="19" y="92"/>
                    </a:cubicBezTo>
                    <a:cubicBezTo>
                      <a:pt x="26" y="91"/>
                      <a:pt x="33" y="87"/>
                      <a:pt x="38" y="82"/>
                    </a:cubicBezTo>
                    <a:cubicBezTo>
                      <a:pt x="50" y="73"/>
                      <a:pt x="63" y="68"/>
                      <a:pt x="73" y="57"/>
                    </a:cubicBezTo>
                    <a:cubicBezTo>
                      <a:pt x="78" y="52"/>
                      <a:pt x="85" y="45"/>
                      <a:pt x="90" y="41"/>
                    </a:cubicBezTo>
                    <a:cubicBezTo>
                      <a:pt x="95" y="37"/>
                      <a:pt x="99" y="32"/>
                      <a:pt x="103" y="27"/>
                    </a:cubicBezTo>
                    <a:cubicBezTo>
                      <a:pt x="106" y="22"/>
                      <a:pt x="110" y="17"/>
                      <a:pt x="113" y="12"/>
                    </a:cubicBezTo>
                    <a:cubicBezTo>
                      <a:pt x="114" y="10"/>
                      <a:pt x="117" y="6"/>
                      <a:pt x="116" y="3"/>
                    </a:cubicBezTo>
                    <a:cubicBezTo>
                      <a:pt x="115" y="0"/>
                      <a:pt x="109" y="1"/>
                      <a:pt x="106" y="1"/>
                    </a:cubicBezTo>
                    <a:cubicBezTo>
                      <a:pt x="105" y="1"/>
                      <a:pt x="104" y="1"/>
                      <a:pt x="103" y="0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4" name="Freeform 52">
                <a:extLst>
                  <a:ext uri="{FF2B5EF4-FFF2-40B4-BE49-F238E27FC236}">
                    <a16:creationId xmlns:a16="http://schemas.microsoft.com/office/drawing/2014/main" id="{38562D99-7219-47D2-838F-FE07DA2AF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852"/>
                <a:ext cx="208" cy="93"/>
              </a:xfrm>
              <a:custGeom>
                <a:avLst/>
                <a:gdLst>
                  <a:gd name="T0" fmla="*/ 63 w 83"/>
                  <a:gd name="T1" fmla="*/ 254 h 37"/>
                  <a:gd name="T2" fmla="*/ 95 w 83"/>
                  <a:gd name="T3" fmla="*/ 493 h 37"/>
                  <a:gd name="T4" fmla="*/ 313 w 83"/>
                  <a:gd name="T5" fmla="*/ 568 h 37"/>
                  <a:gd name="T6" fmla="*/ 847 w 83"/>
                  <a:gd name="T7" fmla="*/ 430 h 37"/>
                  <a:gd name="T8" fmla="*/ 1088 w 83"/>
                  <a:gd name="T9" fmla="*/ 284 h 37"/>
                  <a:gd name="T10" fmla="*/ 1213 w 83"/>
                  <a:gd name="T11" fmla="*/ 158 h 37"/>
                  <a:gd name="T12" fmla="*/ 1306 w 83"/>
                  <a:gd name="T13" fmla="*/ 0 h 37"/>
                  <a:gd name="T14" fmla="*/ 867 w 83"/>
                  <a:gd name="T15" fmla="*/ 146 h 37"/>
                  <a:gd name="T16" fmla="*/ 584 w 83"/>
                  <a:gd name="T17" fmla="*/ 410 h 37"/>
                  <a:gd name="T18" fmla="*/ 283 w 83"/>
                  <a:gd name="T19" fmla="*/ 442 h 37"/>
                  <a:gd name="T20" fmla="*/ 83 w 83"/>
                  <a:gd name="T21" fmla="*/ 284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37">
                    <a:moveTo>
                      <a:pt x="4" y="16"/>
                    </a:moveTo>
                    <a:cubicBezTo>
                      <a:pt x="0" y="18"/>
                      <a:pt x="3" y="27"/>
                      <a:pt x="6" y="31"/>
                    </a:cubicBezTo>
                    <a:cubicBezTo>
                      <a:pt x="9" y="35"/>
                      <a:pt x="15" y="37"/>
                      <a:pt x="20" y="36"/>
                    </a:cubicBezTo>
                    <a:cubicBezTo>
                      <a:pt x="32" y="35"/>
                      <a:pt x="43" y="31"/>
                      <a:pt x="54" y="27"/>
                    </a:cubicBezTo>
                    <a:cubicBezTo>
                      <a:pt x="60" y="24"/>
                      <a:pt x="65" y="23"/>
                      <a:pt x="69" y="18"/>
                    </a:cubicBezTo>
                    <a:cubicBezTo>
                      <a:pt x="72" y="16"/>
                      <a:pt x="75" y="13"/>
                      <a:pt x="77" y="10"/>
                    </a:cubicBezTo>
                    <a:cubicBezTo>
                      <a:pt x="79" y="8"/>
                      <a:pt x="81" y="3"/>
                      <a:pt x="83" y="0"/>
                    </a:cubicBezTo>
                    <a:cubicBezTo>
                      <a:pt x="75" y="3"/>
                      <a:pt x="63" y="7"/>
                      <a:pt x="55" y="9"/>
                    </a:cubicBezTo>
                    <a:cubicBezTo>
                      <a:pt x="63" y="18"/>
                      <a:pt x="44" y="25"/>
                      <a:pt x="37" y="26"/>
                    </a:cubicBezTo>
                    <a:cubicBezTo>
                      <a:pt x="31" y="28"/>
                      <a:pt x="24" y="30"/>
                      <a:pt x="18" y="28"/>
                    </a:cubicBezTo>
                    <a:cubicBezTo>
                      <a:pt x="14" y="26"/>
                      <a:pt x="6" y="22"/>
                      <a:pt x="5" y="18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5" name="Freeform 53">
                <a:extLst>
                  <a:ext uri="{FF2B5EF4-FFF2-40B4-BE49-F238E27FC236}">
                    <a16:creationId xmlns:a16="http://schemas.microsoft.com/office/drawing/2014/main" id="{02580236-610E-40BE-844B-D583F3E96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832"/>
                <a:ext cx="193" cy="178"/>
              </a:xfrm>
              <a:custGeom>
                <a:avLst/>
                <a:gdLst>
                  <a:gd name="T0" fmla="*/ 880 w 77"/>
                  <a:gd name="T1" fmla="*/ 125 h 71"/>
                  <a:gd name="T2" fmla="*/ 1055 w 77"/>
                  <a:gd name="T3" fmla="*/ 63 h 71"/>
                  <a:gd name="T4" fmla="*/ 1181 w 77"/>
                  <a:gd name="T5" fmla="*/ 0 h 71"/>
                  <a:gd name="T6" fmla="*/ 1193 w 77"/>
                  <a:gd name="T7" fmla="*/ 251 h 71"/>
                  <a:gd name="T8" fmla="*/ 1213 w 77"/>
                  <a:gd name="T9" fmla="*/ 521 h 71"/>
                  <a:gd name="T10" fmla="*/ 1193 w 77"/>
                  <a:gd name="T11" fmla="*/ 805 h 71"/>
                  <a:gd name="T12" fmla="*/ 1193 w 77"/>
                  <a:gd name="T13" fmla="*/ 930 h 71"/>
                  <a:gd name="T14" fmla="*/ 1181 w 77"/>
                  <a:gd name="T15" fmla="*/ 1055 h 71"/>
                  <a:gd name="T16" fmla="*/ 960 w 77"/>
                  <a:gd name="T17" fmla="*/ 1088 h 71"/>
                  <a:gd name="T18" fmla="*/ 817 w 77"/>
                  <a:gd name="T19" fmla="*/ 1068 h 71"/>
                  <a:gd name="T20" fmla="*/ 692 w 77"/>
                  <a:gd name="T21" fmla="*/ 1055 h 71"/>
                  <a:gd name="T22" fmla="*/ 1055 w 77"/>
                  <a:gd name="T23" fmla="*/ 835 h 71"/>
                  <a:gd name="T24" fmla="*/ 1055 w 77"/>
                  <a:gd name="T25" fmla="*/ 742 h 71"/>
                  <a:gd name="T26" fmla="*/ 1005 w 77"/>
                  <a:gd name="T27" fmla="*/ 722 h 71"/>
                  <a:gd name="T28" fmla="*/ 835 w 77"/>
                  <a:gd name="T29" fmla="*/ 835 h 71"/>
                  <a:gd name="T30" fmla="*/ 1025 w 77"/>
                  <a:gd name="T31" fmla="*/ 584 h 71"/>
                  <a:gd name="T32" fmla="*/ 897 w 77"/>
                  <a:gd name="T33" fmla="*/ 471 h 71"/>
                  <a:gd name="T34" fmla="*/ 722 w 77"/>
                  <a:gd name="T35" fmla="*/ 584 h 71"/>
                  <a:gd name="T36" fmla="*/ 679 w 77"/>
                  <a:gd name="T37" fmla="*/ 554 h 71"/>
                  <a:gd name="T38" fmla="*/ 459 w 77"/>
                  <a:gd name="T39" fmla="*/ 659 h 71"/>
                  <a:gd name="T40" fmla="*/ 175 w 77"/>
                  <a:gd name="T41" fmla="*/ 742 h 71"/>
                  <a:gd name="T42" fmla="*/ 0 w 77"/>
                  <a:gd name="T43" fmla="*/ 692 h 71"/>
                  <a:gd name="T44" fmla="*/ 283 w 77"/>
                  <a:gd name="T45" fmla="*/ 617 h 71"/>
                  <a:gd name="T46" fmla="*/ 692 w 77"/>
                  <a:gd name="T47" fmla="*/ 364 h 71"/>
                  <a:gd name="T48" fmla="*/ 942 w 77"/>
                  <a:gd name="T49" fmla="*/ 113 h 7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7" h="71">
                    <a:moveTo>
                      <a:pt x="56" y="8"/>
                    </a:moveTo>
                    <a:cubicBezTo>
                      <a:pt x="59" y="7"/>
                      <a:pt x="64" y="5"/>
                      <a:pt x="67" y="4"/>
                    </a:cubicBezTo>
                    <a:cubicBezTo>
                      <a:pt x="69" y="3"/>
                      <a:pt x="72" y="0"/>
                      <a:pt x="75" y="0"/>
                    </a:cubicBezTo>
                    <a:cubicBezTo>
                      <a:pt x="76" y="5"/>
                      <a:pt x="75" y="11"/>
                      <a:pt x="76" y="16"/>
                    </a:cubicBezTo>
                    <a:cubicBezTo>
                      <a:pt x="76" y="22"/>
                      <a:pt x="77" y="27"/>
                      <a:pt x="77" y="33"/>
                    </a:cubicBezTo>
                    <a:cubicBezTo>
                      <a:pt x="77" y="39"/>
                      <a:pt x="77" y="45"/>
                      <a:pt x="76" y="51"/>
                    </a:cubicBezTo>
                    <a:cubicBezTo>
                      <a:pt x="76" y="53"/>
                      <a:pt x="76" y="57"/>
                      <a:pt x="76" y="59"/>
                    </a:cubicBezTo>
                    <a:cubicBezTo>
                      <a:pt x="76" y="62"/>
                      <a:pt x="77" y="65"/>
                      <a:pt x="75" y="67"/>
                    </a:cubicBezTo>
                    <a:cubicBezTo>
                      <a:pt x="72" y="71"/>
                      <a:pt x="65" y="69"/>
                      <a:pt x="61" y="69"/>
                    </a:cubicBezTo>
                    <a:cubicBezTo>
                      <a:pt x="58" y="68"/>
                      <a:pt x="55" y="68"/>
                      <a:pt x="52" y="68"/>
                    </a:cubicBezTo>
                    <a:cubicBezTo>
                      <a:pt x="49" y="68"/>
                      <a:pt x="47" y="67"/>
                      <a:pt x="44" y="67"/>
                    </a:cubicBezTo>
                    <a:cubicBezTo>
                      <a:pt x="52" y="63"/>
                      <a:pt x="64" y="65"/>
                      <a:pt x="67" y="53"/>
                    </a:cubicBezTo>
                    <a:cubicBezTo>
                      <a:pt x="67" y="51"/>
                      <a:pt x="68" y="48"/>
                      <a:pt x="67" y="47"/>
                    </a:cubicBezTo>
                    <a:cubicBezTo>
                      <a:pt x="66" y="44"/>
                      <a:pt x="66" y="44"/>
                      <a:pt x="64" y="46"/>
                    </a:cubicBezTo>
                    <a:cubicBezTo>
                      <a:pt x="60" y="48"/>
                      <a:pt x="57" y="51"/>
                      <a:pt x="53" y="53"/>
                    </a:cubicBezTo>
                    <a:cubicBezTo>
                      <a:pt x="58" y="50"/>
                      <a:pt x="64" y="43"/>
                      <a:pt x="65" y="37"/>
                    </a:cubicBezTo>
                    <a:cubicBezTo>
                      <a:pt x="65" y="33"/>
                      <a:pt x="62" y="27"/>
                      <a:pt x="57" y="30"/>
                    </a:cubicBezTo>
                    <a:cubicBezTo>
                      <a:pt x="55" y="25"/>
                      <a:pt x="49" y="37"/>
                      <a:pt x="46" y="37"/>
                    </a:cubicBezTo>
                    <a:cubicBezTo>
                      <a:pt x="47" y="33"/>
                      <a:pt x="47" y="32"/>
                      <a:pt x="43" y="35"/>
                    </a:cubicBezTo>
                    <a:cubicBezTo>
                      <a:pt x="38" y="37"/>
                      <a:pt x="34" y="40"/>
                      <a:pt x="29" y="42"/>
                    </a:cubicBezTo>
                    <a:cubicBezTo>
                      <a:pt x="24" y="45"/>
                      <a:pt x="17" y="47"/>
                      <a:pt x="11" y="47"/>
                    </a:cubicBezTo>
                    <a:cubicBezTo>
                      <a:pt x="7" y="47"/>
                      <a:pt x="4" y="43"/>
                      <a:pt x="0" y="44"/>
                    </a:cubicBezTo>
                    <a:cubicBezTo>
                      <a:pt x="4" y="45"/>
                      <a:pt x="14" y="41"/>
                      <a:pt x="18" y="39"/>
                    </a:cubicBezTo>
                    <a:cubicBezTo>
                      <a:pt x="28" y="35"/>
                      <a:pt x="36" y="31"/>
                      <a:pt x="44" y="23"/>
                    </a:cubicBezTo>
                    <a:cubicBezTo>
                      <a:pt x="49" y="18"/>
                      <a:pt x="52" y="9"/>
                      <a:pt x="60" y="7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6" name="Freeform 54">
                <a:extLst>
                  <a:ext uri="{FF2B5EF4-FFF2-40B4-BE49-F238E27FC236}">
                    <a16:creationId xmlns:a16="http://schemas.microsoft.com/office/drawing/2014/main" id="{4BF3D402-45E7-46FE-9584-6838A1A76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882"/>
                <a:ext cx="93" cy="100"/>
              </a:xfrm>
              <a:custGeom>
                <a:avLst/>
                <a:gdLst>
                  <a:gd name="T0" fmla="*/ 221 w 37"/>
                  <a:gd name="T1" fmla="*/ 270 h 40"/>
                  <a:gd name="T2" fmla="*/ 271 w 37"/>
                  <a:gd name="T3" fmla="*/ 425 h 40"/>
                  <a:gd name="T4" fmla="*/ 0 w 37"/>
                  <a:gd name="T5" fmla="*/ 613 h 40"/>
                  <a:gd name="T6" fmla="*/ 505 w 37"/>
                  <a:gd name="T7" fmla="*/ 300 h 40"/>
                  <a:gd name="T8" fmla="*/ 568 w 37"/>
                  <a:gd name="T9" fmla="*/ 83 h 40"/>
                  <a:gd name="T10" fmla="*/ 347 w 37"/>
                  <a:gd name="T11" fmla="*/ 113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14" y="17"/>
                    </a:moveTo>
                    <a:cubicBezTo>
                      <a:pt x="23" y="13"/>
                      <a:pt x="21" y="23"/>
                      <a:pt x="17" y="27"/>
                    </a:cubicBezTo>
                    <a:cubicBezTo>
                      <a:pt x="12" y="32"/>
                      <a:pt x="5" y="35"/>
                      <a:pt x="0" y="39"/>
                    </a:cubicBezTo>
                    <a:cubicBezTo>
                      <a:pt x="11" y="40"/>
                      <a:pt x="26" y="29"/>
                      <a:pt x="32" y="19"/>
                    </a:cubicBezTo>
                    <a:cubicBezTo>
                      <a:pt x="34" y="16"/>
                      <a:pt x="37" y="9"/>
                      <a:pt x="36" y="5"/>
                    </a:cubicBezTo>
                    <a:cubicBezTo>
                      <a:pt x="35" y="0"/>
                      <a:pt x="26" y="6"/>
                      <a:pt x="22" y="7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7" name="Freeform 55">
                <a:extLst>
                  <a:ext uri="{FF2B5EF4-FFF2-40B4-BE49-F238E27FC236}">
                    <a16:creationId xmlns:a16="http://schemas.microsoft.com/office/drawing/2014/main" id="{DCDB0ED5-18DE-4761-B2DF-1E676BA44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890"/>
                <a:ext cx="95" cy="90"/>
              </a:xfrm>
              <a:custGeom>
                <a:avLst/>
                <a:gdLst>
                  <a:gd name="T0" fmla="*/ 313 w 38"/>
                  <a:gd name="T1" fmla="*/ 113 h 36"/>
                  <a:gd name="T2" fmla="*/ 395 w 38"/>
                  <a:gd name="T3" fmla="*/ 208 h 36"/>
                  <a:gd name="T4" fmla="*/ 363 w 38"/>
                  <a:gd name="T5" fmla="*/ 345 h 36"/>
                  <a:gd name="T6" fmla="*/ 208 w 38"/>
                  <a:gd name="T7" fmla="*/ 470 h 36"/>
                  <a:gd name="T8" fmla="*/ 0 w 38"/>
                  <a:gd name="T9" fmla="*/ 563 h 36"/>
                  <a:gd name="T10" fmla="*/ 188 w 38"/>
                  <a:gd name="T11" fmla="*/ 533 h 36"/>
                  <a:gd name="T12" fmla="*/ 458 w 38"/>
                  <a:gd name="T13" fmla="*/ 375 h 36"/>
                  <a:gd name="T14" fmla="*/ 408 w 38"/>
                  <a:gd name="T15" fmla="*/ 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6">
                    <a:moveTo>
                      <a:pt x="20" y="7"/>
                    </a:moveTo>
                    <a:cubicBezTo>
                      <a:pt x="23" y="9"/>
                      <a:pt x="25" y="9"/>
                      <a:pt x="25" y="13"/>
                    </a:cubicBezTo>
                    <a:cubicBezTo>
                      <a:pt x="25" y="16"/>
                      <a:pt x="24" y="20"/>
                      <a:pt x="23" y="22"/>
                    </a:cubicBezTo>
                    <a:cubicBezTo>
                      <a:pt x="20" y="26"/>
                      <a:pt x="17" y="28"/>
                      <a:pt x="13" y="30"/>
                    </a:cubicBezTo>
                    <a:cubicBezTo>
                      <a:pt x="9" y="32"/>
                      <a:pt x="5" y="36"/>
                      <a:pt x="0" y="36"/>
                    </a:cubicBezTo>
                    <a:cubicBezTo>
                      <a:pt x="3" y="36"/>
                      <a:pt x="8" y="35"/>
                      <a:pt x="12" y="34"/>
                    </a:cubicBezTo>
                    <a:cubicBezTo>
                      <a:pt x="18" y="32"/>
                      <a:pt x="24" y="28"/>
                      <a:pt x="29" y="24"/>
                    </a:cubicBezTo>
                    <a:cubicBezTo>
                      <a:pt x="38" y="16"/>
                      <a:pt x="35" y="6"/>
                      <a:pt x="26" y="0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8" name="Freeform 56">
                <a:extLst>
                  <a:ext uri="{FF2B5EF4-FFF2-40B4-BE49-F238E27FC236}">
                    <a16:creationId xmlns:a16="http://schemas.microsoft.com/office/drawing/2014/main" id="{65833109-0AA4-4A34-A2F4-0C9BB9CD2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537"/>
                <a:ext cx="67" cy="63"/>
              </a:xfrm>
              <a:custGeom>
                <a:avLst/>
                <a:gdLst>
                  <a:gd name="T0" fmla="*/ 0 w 27"/>
                  <a:gd name="T1" fmla="*/ 63 h 25"/>
                  <a:gd name="T2" fmla="*/ 74 w 27"/>
                  <a:gd name="T3" fmla="*/ 285 h 25"/>
                  <a:gd name="T4" fmla="*/ 278 w 27"/>
                  <a:gd name="T5" fmla="*/ 318 h 25"/>
                  <a:gd name="T6" fmla="*/ 12 w 27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5">
                    <a:moveTo>
                      <a:pt x="0" y="4"/>
                    </a:moveTo>
                    <a:cubicBezTo>
                      <a:pt x="1" y="8"/>
                      <a:pt x="2" y="14"/>
                      <a:pt x="5" y="18"/>
                    </a:cubicBezTo>
                    <a:cubicBezTo>
                      <a:pt x="8" y="25"/>
                      <a:pt x="12" y="24"/>
                      <a:pt x="18" y="20"/>
                    </a:cubicBezTo>
                    <a:cubicBezTo>
                      <a:pt x="27" y="13"/>
                      <a:pt x="3" y="7"/>
                      <a:pt x="1" y="0"/>
                    </a:cubicBezTo>
                  </a:path>
                </a:pathLst>
              </a:custGeom>
              <a:solidFill>
                <a:srgbClr val="E8BA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9" name="Freeform 57">
                <a:extLst>
                  <a:ext uri="{FF2B5EF4-FFF2-40B4-BE49-F238E27FC236}">
                    <a16:creationId xmlns:a16="http://schemas.microsoft.com/office/drawing/2014/main" id="{064835B8-CC40-49C5-ABF7-2E24D586C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487"/>
                <a:ext cx="93" cy="60"/>
              </a:xfrm>
              <a:custGeom>
                <a:avLst/>
                <a:gdLst>
                  <a:gd name="T0" fmla="*/ 33 w 37"/>
                  <a:gd name="T1" fmla="*/ 0 h 24"/>
                  <a:gd name="T2" fmla="*/ 176 w 37"/>
                  <a:gd name="T3" fmla="*/ 283 h 24"/>
                  <a:gd name="T4" fmla="*/ 475 w 37"/>
                  <a:gd name="T5" fmla="*/ 345 h 24"/>
                  <a:gd name="T6" fmla="*/ 568 w 37"/>
                  <a:gd name="T7" fmla="*/ 250 h 24"/>
                  <a:gd name="T8" fmla="*/ 442 w 37"/>
                  <a:gd name="T9" fmla="*/ 208 h 24"/>
                  <a:gd name="T10" fmla="*/ 254 w 37"/>
                  <a:gd name="T11" fmla="*/ 125 h 24"/>
                  <a:gd name="T12" fmla="*/ 83 w 37"/>
                  <a:gd name="T13" fmla="*/ 5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24">
                    <a:moveTo>
                      <a:pt x="2" y="0"/>
                    </a:moveTo>
                    <a:cubicBezTo>
                      <a:pt x="0" y="6"/>
                      <a:pt x="8" y="14"/>
                      <a:pt x="11" y="18"/>
                    </a:cubicBezTo>
                    <a:cubicBezTo>
                      <a:pt x="16" y="23"/>
                      <a:pt x="23" y="24"/>
                      <a:pt x="30" y="22"/>
                    </a:cubicBezTo>
                    <a:cubicBezTo>
                      <a:pt x="32" y="21"/>
                      <a:pt x="37" y="19"/>
                      <a:pt x="36" y="16"/>
                    </a:cubicBezTo>
                    <a:cubicBezTo>
                      <a:pt x="36" y="14"/>
                      <a:pt x="30" y="13"/>
                      <a:pt x="28" y="13"/>
                    </a:cubicBezTo>
                    <a:cubicBezTo>
                      <a:pt x="24" y="11"/>
                      <a:pt x="20" y="10"/>
                      <a:pt x="16" y="8"/>
                    </a:cubicBezTo>
                    <a:cubicBezTo>
                      <a:pt x="12" y="6"/>
                      <a:pt x="9" y="5"/>
                      <a:pt x="5" y="3"/>
                    </a:cubicBezTo>
                  </a:path>
                </a:pathLst>
              </a:custGeom>
              <a:solidFill>
                <a:srgbClr val="E8BA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0" name="Freeform 58">
                <a:extLst>
                  <a:ext uri="{FF2B5EF4-FFF2-40B4-BE49-F238E27FC236}">
                    <a16:creationId xmlns:a16="http://schemas.microsoft.com/office/drawing/2014/main" id="{DBB57049-71BD-494C-96CE-318715FD8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455"/>
                <a:ext cx="125" cy="65"/>
              </a:xfrm>
              <a:custGeom>
                <a:avLst/>
                <a:gdLst>
                  <a:gd name="T0" fmla="*/ 0 w 50"/>
                  <a:gd name="T1" fmla="*/ 95 h 26"/>
                  <a:gd name="T2" fmla="*/ 783 w 50"/>
                  <a:gd name="T3" fmla="*/ 0 h 26"/>
                  <a:gd name="T4" fmla="*/ 720 w 50"/>
                  <a:gd name="T5" fmla="*/ 50 h 26"/>
                  <a:gd name="T6" fmla="*/ 583 w 50"/>
                  <a:gd name="T7" fmla="*/ 95 h 26"/>
                  <a:gd name="T8" fmla="*/ 145 w 50"/>
                  <a:gd name="T9" fmla="*/ 11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6">
                    <a:moveTo>
                      <a:pt x="0" y="6"/>
                    </a:moveTo>
                    <a:cubicBezTo>
                      <a:pt x="17" y="10"/>
                      <a:pt x="43" y="26"/>
                      <a:pt x="50" y="0"/>
                    </a:cubicBezTo>
                    <a:cubicBezTo>
                      <a:pt x="48" y="0"/>
                      <a:pt x="48" y="2"/>
                      <a:pt x="46" y="3"/>
                    </a:cubicBezTo>
                    <a:cubicBezTo>
                      <a:pt x="43" y="5"/>
                      <a:pt x="40" y="6"/>
                      <a:pt x="37" y="6"/>
                    </a:cubicBezTo>
                    <a:cubicBezTo>
                      <a:pt x="28" y="8"/>
                      <a:pt x="18" y="9"/>
                      <a:pt x="9" y="7"/>
                    </a:cubicBezTo>
                  </a:path>
                </a:pathLst>
              </a:custGeom>
              <a:solidFill>
                <a:srgbClr val="E8BA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1" name="Freeform 59">
                <a:extLst>
                  <a:ext uri="{FF2B5EF4-FFF2-40B4-BE49-F238E27FC236}">
                    <a16:creationId xmlns:a16="http://schemas.microsoft.com/office/drawing/2014/main" id="{BBBEE7DA-204A-45B3-84C5-FB4911A14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422"/>
                <a:ext cx="70" cy="28"/>
              </a:xfrm>
              <a:custGeom>
                <a:avLst/>
                <a:gdLst>
                  <a:gd name="T0" fmla="*/ 83 w 28"/>
                  <a:gd name="T1" fmla="*/ 0 h 11"/>
                  <a:gd name="T2" fmla="*/ 113 w 28"/>
                  <a:gd name="T3" fmla="*/ 130 h 11"/>
                  <a:gd name="T4" fmla="*/ 438 w 28"/>
                  <a:gd name="T5" fmla="*/ 130 h 11"/>
                  <a:gd name="T6" fmla="*/ 83 w 28"/>
                  <a:gd name="T7" fmla="*/ 3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1">
                    <a:moveTo>
                      <a:pt x="5" y="0"/>
                    </a:moveTo>
                    <a:cubicBezTo>
                      <a:pt x="3" y="6"/>
                      <a:pt x="0" y="7"/>
                      <a:pt x="7" y="8"/>
                    </a:cubicBezTo>
                    <a:cubicBezTo>
                      <a:pt x="13" y="9"/>
                      <a:pt x="22" y="11"/>
                      <a:pt x="28" y="8"/>
                    </a:cubicBezTo>
                    <a:cubicBezTo>
                      <a:pt x="23" y="3"/>
                      <a:pt x="12" y="3"/>
                      <a:pt x="5" y="2"/>
                    </a:cubicBezTo>
                  </a:path>
                </a:pathLst>
              </a:custGeom>
              <a:solidFill>
                <a:srgbClr val="E8BA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2" name="Freeform 60">
                <a:extLst>
                  <a:ext uri="{FF2B5EF4-FFF2-40B4-BE49-F238E27FC236}">
                    <a16:creationId xmlns:a16="http://schemas.microsoft.com/office/drawing/2014/main" id="{AAD9B81B-95B3-465D-9869-9192214B4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602"/>
                <a:ext cx="22" cy="30"/>
              </a:xfrm>
              <a:custGeom>
                <a:avLst/>
                <a:gdLst>
                  <a:gd name="T0" fmla="*/ 59 w 9"/>
                  <a:gd name="T1" fmla="*/ 0 h 12"/>
                  <a:gd name="T2" fmla="*/ 0 w 9"/>
                  <a:gd name="T3" fmla="*/ 188 h 12"/>
                  <a:gd name="T4" fmla="*/ 103 w 9"/>
                  <a:gd name="T5" fmla="*/ 125 h 12"/>
                  <a:gd name="T6" fmla="*/ 120 w 9"/>
                  <a:gd name="T7" fmla="*/ 3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4" y="0"/>
                    </a:moveTo>
                    <a:cubicBezTo>
                      <a:pt x="2" y="4"/>
                      <a:pt x="0" y="8"/>
                      <a:pt x="0" y="12"/>
                    </a:cubicBezTo>
                    <a:cubicBezTo>
                      <a:pt x="2" y="11"/>
                      <a:pt x="6" y="9"/>
                      <a:pt x="7" y="8"/>
                    </a:cubicBezTo>
                    <a:cubicBezTo>
                      <a:pt x="9" y="6"/>
                      <a:pt x="8" y="5"/>
                      <a:pt x="8" y="2"/>
                    </a:cubicBezTo>
                  </a:path>
                </a:pathLst>
              </a:custGeom>
              <a:solidFill>
                <a:srgbClr val="E8BA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3" name="Freeform 61">
                <a:extLst>
                  <a:ext uri="{FF2B5EF4-FFF2-40B4-BE49-F238E27FC236}">
                    <a16:creationId xmlns:a16="http://schemas.microsoft.com/office/drawing/2014/main" id="{B63C5F6E-300D-4F5B-BBC6-4987CC409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797"/>
                <a:ext cx="65" cy="38"/>
              </a:xfrm>
              <a:custGeom>
                <a:avLst/>
                <a:gdLst>
                  <a:gd name="T0" fmla="*/ 0 w 26"/>
                  <a:gd name="T1" fmla="*/ 51 h 15"/>
                  <a:gd name="T2" fmla="*/ 188 w 26"/>
                  <a:gd name="T3" fmla="*/ 243 h 15"/>
                  <a:gd name="T4" fmla="*/ 283 w 26"/>
                  <a:gd name="T5" fmla="*/ 180 h 15"/>
                  <a:gd name="T6" fmla="*/ 408 w 26"/>
                  <a:gd name="T7" fmla="*/ 63 h 15"/>
                  <a:gd name="T8" fmla="*/ 188 w 26"/>
                  <a:gd name="T9" fmla="*/ 147 h 15"/>
                  <a:gd name="T10" fmla="*/ 0 w 26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5">
                    <a:moveTo>
                      <a:pt x="0" y="3"/>
                    </a:moveTo>
                    <a:cubicBezTo>
                      <a:pt x="0" y="10"/>
                      <a:pt x="6" y="14"/>
                      <a:pt x="12" y="15"/>
                    </a:cubicBezTo>
                    <a:cubicBezTo>
                      <a:pt x="16" y="15"/>
                      <a:pt x="16" y="14"/>
                      <a:pt x="18" y="11"/>
                    </a:cubicBezTo>
                    <a:cubicBezTo>
                      <a:pt x="21" y="8"/>
                      <a:pt x="23" y="6"/>
                      <a:pt x="26" y="4"/>
                    </a:cubicBezTo>
                    <a:cubicBezTo>
                      <a:pt x="22" y="7"/>
                      <a:pt x="17" y="11"/>
                      <a:pt x="12" y="9"/>
                    </a:cubicBezTo>
                    <a:cubicBezTo>
                      <a:pt x="7" y="8"/>
                      <a:pt x="2" y="5"/>
                      <a:pt x="0" y="0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4" name="Freeform 62">
                <a:extLst>
                  <a:ext uri="{FF2B5EF4-FFF2-40B4-BE49-F238E27FC236}">
                    <a16:creationId xmlns:a16="http://schemas.microsoft.com/office/drawing/2014/main" id="{8E61973A-A65E-41D4-BCB6-32F0B55E2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40"/>
                <a:ext cx="238" cy="152"/>
              </a:xfrm>
              <a:custGeom>
                <a:avLst/>
                <a:gdLst>
                  <a:gd name="T0" fmla="*/ 145 w 95"/>
                  <a:gd name="T1" fmla="*/ 683 h 61"/>
                  <a:gd name="T2" fmla="*/ 346 w 95"/>
                  <a:gd name="T3" fmla="*/ 932 h 61"/>
                  <a:gd name="T4" fmla="*/ 646 w 95"/>
                  <a:gd name="T5" fmla="*/ 508 h 61"/>
                  <a:gd name="T6" fmla="*/ 1055 w 95"/>
                  <a:gd name="T7" fmla="*/ 229 h 61"/>
                  <a:gd name="T8" fmla="*/ 1275 w 95"/>
                  <a:gd name="T9" fmla="*/ 105 h 61"/>
                  <a:gd name="T10" fmla="*/ 1493 w 95"/>
                  <a:gd name="T11" fmla="*/ 0 h 61"/>
                  <a:gd name="T12" fmla="*/ 942 w 95"/>
                  <a:gd name="T13" fmla="*/ 125 h 61"/>
                  <a:gd name="T14" fmla="*/ 804 w 95"/>
                  <a:gd name="T15" fmla="*/ 292 h 61"/>
                  <a:gd name="T16" fmla="*/ 471 w 95"/>
                  <a:gd name="T17" fmla="*/ 508 h 61"/>
                  <a:gd name="T18" fmla="*/ 333 w 95"/>
                  <a:gd name="T19" fmla="*/ 620 h 61"/>
                  <a:gd name="T20" fmla="*/ 271 w 95"/>
                  <a:gd name="T21" fmla="*/ 728 h 61"/>
                  <a:gd name="T22" fmla="*/ 175 w 95"/>
                  <a:gd name="T23" fmla="*/ 787 h 61"/>
                  <a:gd name="T24" fmla="*/ 145 w 95"/>
                  <a:gd name="T25" fmla="*/ 695 h 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5" h="61">
                    <a:moveTo>
                      <a:pt x="9" y="44"/>
                    </a:moveTo>
                    <a:cubicBezTo>
                      <a:pt x="0" y="55"/>
                      <a:pt x="10" y="61"/>
                      <a:pt x="22" y="60"/>
                    </a:cubicBezTo>
                    <a:cubicBezTo>
                      <a:pt x="22" y="49"/>
                      <a:pt x="34" y="40"/>
                      <a:pt x="41" y="33"/>
                    </a:cubicBezTo>
                    <a:cubicBezTo>
                      <a:pt x="49" y="26"/>
                      <a:pt x="58" y="20"/>
                      <a:pt x="67" y="15"/>
                    </a:cubicBezTo>
                    <a:cubicBezTo>
                      <a:pt x="72" y="12"/>
                      <a:pt x="76" y="10"/>
                      <a:pt x="81" y="7"/>
                    </a:cubicBezTo>
                    <a:cubicBezTo>
                      <a:pt x="85" y="5"/>
                      <a:pt x="91" y="3"/>
                      <a:pt x="95" y="0"/>
                    </a:cubicBezTo>
                    <a:cubicBezTo>
                      <a:pt x="84" y="4"/>
                      <a:pt x="71" y="3"/>
                      <a:pt x="60" y="8"/>
                    </a:cubicBezTo>
                    <a:cubicBezTo>
                      <a:pt x="62" y="12"/>
                      <a:pt x="54" y="17"/>
                      <a:pt x="51" y="19"/>
                    </a:cubicBezTo>
                    <a:cubicBezTo>
                      <a:pt x="45" y="24"/>
                      <a:pt x="37" y="28"/>
                      <a:pt x="30" y="33"/>
                    </a:cubicBezTo>
                    <a:cubicBezTo>
                      <a:pt x="27" y="35"/>
                      <a:pt x="24" y="37"/>
                      <a:pt x="21" y="40"/>
                    </a:cubicBezTo>
                    <a:cubicBezTo>
                      <a:pt x="20" y="42"/>
                      <a:pt x="18" y="45"/>
                      <a:pt x="17" y="47"/>
                    </a:cubicBezTo>
                    <a:cubicBezTo>
                      <a:pt x="16" y="49"/>
                      <a:pt x="13" y="51"/>
                      <a:pt x="11" y="51"/>
                    </a:cubicBezTo>
                    <a:cubicBezTo>
                      <a:pt x="9" y="51"/>
                      <a:pt x="8" y="47"/>
                      <a:pt x="9" y="45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5" name="Freeform 63">
                <a:extLst>
                  <a:ext uri="{FF2B5EF4-FFF2-40B4-BE49-F238E27FC236}">
                    <a16:creationId xmlns:a16="http://schemas.microsoft.com/office/drawing/2014/main" id="{40E5DCB2-0A13-4711-8505-924D79535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942"/>
                <a:ext cx="77" cy="40"/>
              </a:xfrm>
              <a:custGeom>
                <a:avLst/>
                <a:gdLst>
                  <a:gd name="T0" fmla="*/ 12 w 31"/>
                  <a:gd name="T1" fmla="*/ 20 h 16"/>
                  <a:gd name="T2" fmla="*/ 474 w 31"/>
                  <a:gd name="T3" fmla="*/ 208 h 16"/>
                  <a:gd name="T4" fmla="*/ 258 w 31"/>
                  <a:gd name="T5" fmla="*/ 0 h 16"/>
                  <a:gd name="T6" fmla="*/ 0 w 3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6">
                    <a:moveTo>
                      <a:pt x="1" y="1"/>
                    </a:moveTo>
                    <a:cubicBezTo>
                      <a:pt x="3" y="12"/>
                      <a:pt x="22" y="16"/>
                      <a:pt x="31" y="13"/>
                    </a:cubicBezTo>
                    <a:cubicBezTo>
                      <a:pt x="26" y="16"/>
                      <a:pt x="6" y="6"/>
                      <a:pt x="17" y="0"/>
                    </a:cubicBezTo>
                    <a:cubicBezTo>
                      <a:pt x="11" y="0"/>
                      <a:pt x="6" y="0"/>
                      <a:pt x="0" y="0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6" name="Freeform 64">
                <a:extLst>
                  <a:ext uri="{FF2B5EF4-FFF2-40B4-BE49-F238E27FC236}">
                    <a16:creationId xmlns:a16="http://schemas.microsoft.com/office/drawing/2014/main" id="{EDB276EF-7027-4D85-A55E-3DE60359C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620"/>
                <a:ext cx="145" cy="110"/>
              </a:xfrm>
              <a:custGeom>
                <a:avLst/>
                <a:gdLst>
                  <a:gd name="T0" fmla="*/ 20 w 58"/>
                  <a:gd name="T1" fmla="*/ 520 h 44"/>
                  <a:gd name="T2" fmla="*/ 113 w 58"/>
                  <a:gd name="T3" fmla="*/ 688 h 44"/>
                  <a:gd name="T4" fmla="*/ 488 w 58"/>
                  <a:gd name="T5" fmla="*/ 313 h 44"/>
                  <a:gd name="T6" fmla="*/ 688 w 58"/>
                  <a:gd name="T7" fmla="*/ 208 h 44"/>
                  <a:gd name="T8" fmla="*/ 908 w 58"/>
                  <a:gd name="T9" fmla="*/ 95 h 44"/>
                  <a:gd name="T10" fmla="*/ 488 w 58"/>
                  <a:gd name="T11" fmla="*/ 63 h 44"/>
                  <a:gd name="T12" fmla="*/ 283 w 58"/>
                  <a:gd name="T13" fmla="*/ 363 h 44"/>
                  <a:gd name="T14" fmla="*/ 125 w 58"/>
                  <a:gd name="T15" fmla="*/ 520 h 44"/>
                  <a:gd name="T16" fmla="*/ 63 w 58"/>
                  <a:gd name="T17" fmla="*/ 520 h 44"/>
                  <a:gd name="T18" fmla="*/ 50 w 58"/>
                  <a:gd name="T19" fmla="*/ 438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44">
                    <a:moveTo>
                      <a:pt x="1" y="33"/>
                    </a:moveTo>
                    <a:cubicBezTo>
                      <a:pt x="0" y="37"/>
                      <a:pt x="2" y="43"/>
                      <a:pt x="7" y="44"/>
                    </a:cubicBezTo>
                    <a:cubicBezTo>
                      <a:pt x="8" y="33"/>
                      <a:pt x="23" y="26"/>
                      <a:pt x="31" y="20"/>
                    </a:cubicBezTo>
                    <a:cubicBezTo>
                      <a:pt x="35" y="17"/>
                      <a:pt x="40" y="16"/>
                      <a:pt x="44" y="13"/>
                    </a:cubicBezTo>
                    <a:cubicBezTo>
                      <a:pt x="47" y="12"/>
                      <a:pt x="58" y="9"/>
                      <a:pt x="58" y="6"/>
                    </a:cubicBezTo>
                    <a:cubicBezTo>
                      <a:pt x="58" y="0"/>
                      <a:pt x="34" y="4"/>
                      <a:pt x="31" y="4"/>
                    </a:cubicBezTo>
                    <a:cubicBezTo>
                      <a:pt x="37" y="9"/>
                      <a:pt x="22" y="21"/>
                      <a:pt x="18" y="23"/>
                    </a:cubicBezTo>
                    <a:cubicBezTo>
                      <a:pt x="15" y="26"/>
                      <a:pt x="12" y="31"/>
                      <a:pt x="8" y="33"/>
                    </a:cubicBezTo>
                    <a:cubicBezTo>
                      <a:pt x="6" y="35"/>
                      <a:pt x="5" y="36"/>
                      <a:pt x="4" y="33"/>
                    </a:cubicBezTo>
                    <a:cubicBezTo>
                      <a:pt x="3" y="32"/>
                      <a:pt x="3" y="29"/>
                      <a:pt x="3" y="28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7" name="Freeform 65">
                <a:extLst>
                  <a:ext uri="{FF2B5EF4-FFF2-40B4-BE49-F238E27FC236}">
                    <a16:creationId xmlns:a16="http://schemas.microsoft.com/office/drawing/2014/main" id="{2512ED3C-3232-4C31-AA6F-60F22D2F8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667"/>
                <a:ext cx="120" cy="110"/>
              </a:xfrm>
              <a:custGeom>
                <a:avLst/>
                <a:gdLst>
                  <a:gd name="T0" fmla="*/ 63 w 48"/>
                  <a:gd name="T1" fmla="*/ 395 h 44"/>
                  <a:gd name="T2" fmla="*/ 238 w 48"/>
                  <a:gd name="T3" fmla="*/ 658 h 44"/>
                  <a:gd name="T4" fmla="*/ 300 w 48"/>
                  <a:gd name="T5" fmla="*/ 488 h 44"/>
                  <a:gd name="T6" fmla="*/ 458 w 48"/>
                  <a:gd name="T7" fmla="*/ 313 h 44"/>
                  <a:gd name="T8" fmla="*/ 625 w 48"/>
                  <a:gd name="T9" fmla="*/ 145 h 44"/>
                  <a:gd name="T10" fmla="*/ 750 w 48"/>
                  <a:gd name="T11" fmla="*/ 20 h 44"/>
                  <a:gd name="T12" fmla="*/ 563 w 48"/>
                  <a:gd name="T13" fmla="*/ 125 h 44"/>
                  <a:gd name="T14" fmla="*/ 333 w 48"/>
                  <a:gd name="T15" fmla="*/ 363 h 44"/>
                  <a:gd name="T16" fmla="*/ 125 w 48"/>
                  <a:gd name="T17" fmla="*/ 470 h 44"/>
                  <a:gd name="T18" fmla="*/ 113 w 48"/>
                  <a:gd name="T19" fmla="*/ 250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44">
                    <a:moveTo>
                      <a:pt x="4" y="25"/>
                    </a:moveTo>
                    <a:cubicBezTo>
                      <a:pt x="0" y="31"/>
                      <a:pt x="8" y="44"/>
                      <a:pt x="15" y="42"/>
                    </a:cubicBezTo>
                    <a:cubicBezTo>
                      <a:pt x="16" y="38"/>
                      <a:pt x="16" y="35"/>
                      <a:pt x="19" y="31"/>
                    </a:cubicBezTo>
                    <a:cubicBezTo>
                      <a:pt x="22" y="27"/>
                      <a:pt x="26" y="23"/>
                      <a:pt x="29" y="20"/>
                    </a:cubicBezTo>
                    <a:cubicBezTo>
                      <a:pt x="33" y="16"/>
                      <a:pt x="36" y="12"/>
                      <a:pt x="40" y="9"/>
                    </a:cubicBezTo>
                    <a:cubicBezTo>
                      <a:pt x="42" y="6"/>
                      <a:pt x="46" y="5"/>
                      <a:pt x="48" y="1"/>
                    </a:cubicBezTo>
                    <a:cubicBezTo>
                      <a:pt x="44" y="0"/>
                      <a:pt x="39" y="5"/>
                      <a:pt x="36" y="8"/>
                    </a:cubicBezTo>
                    <a:cubicBezTo>
                      <a:pt x="30" y="12"/>
                      <a:pt x="25" y="18"/>
                      <a:pt x="21" y="23"/>
                    </a:cubicBezTo>
                    <a:cubicBezTo>
                      <a:pt x="18" y="27"/>
                      <a:pt x="13" y="35"/>
                      <a:pt x="8" y="30"/>
                    </a:cubicBezTo>
                    <a:cubicBezTo>
                      <a:pt x="5" y="26"/>
                      <a:pt x="6" y="21"/>
                      <a:pt x="7" y="16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8" name="Freeform 66">
                <a:extLst>
                  <a:ext uri="{FF2B5EF4-FFF2-40B4-BE49-F238E27FC236}">
                    <a16:creationId xmlns:a16="http://schemas.microsoft.com/office/drawing/2014/main" id="{2DBEC766-176C-464A-A7CA-2EEC94079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2615"/>
                <a:ext cx="60" cy="55"/>
              </a:xfrm>
              <a:custGeom>
                <a:avLst/>
                <a:gdLst>
                  <a:gd name="T0" fmla="*/ 113 w 24"/>
                  <a:gd name="T1" fmla="*/ 20 h 22"/>
                  <a:gd name="T2" fmla="*/ 20 w 24"/>
                  <a:gd name="T3" fmla="*/ 345 h 22"/>
                  <a:gd name="T4" fmla="*/ 188 w 24"/>
                  <a:gd name="T5" fmla="*/ 50 h 22"/>
                  <a:gd name="T6" fmla="*/ 283 w 24"/>
                  <a:gd name="T7" fmla="*/ 63 h 22"/>
                  <a:gd name="T8" fmla="*/ 313 w 24"/>
                  <a:gd name="T9" fmla="*/ 83 h 22"/>
                  <a:gd name="T10" fmla="*/ 375 w 24"/>
                  <a:gd name="T11" fmla="*/ 63 h 22"/>
                  <a:gd name="T12" fmla="*/ 158 w 24"/>
                  <a:gd name="T13" fmla="*/ 2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7" y="1"/>
                    </a:moveTo>
                    <a:cubicBezTo>
                      <a:pt x="2" y="4"/>
                      <a:pt x="0" y="17"/>
                      <a:pt x="1" y="22"/>
                    </a:cubicBezTo>
                    <a:cubicBezTo>
                      <a:pt x="6" y="17"/>
                      <a:pt x="4" y="7"/>
                      <a:pt x="12" y="3"/>
                    </a:cubicBezTo>
                    <a:cubicBezTo>
                      <a:pt x="15" y="2"/>
                      <a:pt x="15" y="3"/>
                      <a:pt x="18" y="4"/>
                    </a:cubicBezTo>
                    <a:cubicBezTo>
                      <a:pt x="19" y="4"/>
                      <a:pt x="19" y="5"/>
                      <a:pt x="20" y="5"/>
                    </a:cubicBezTo>
                    <a:cubicBezTo>
                      <a:pt x="21" y="5"/>
                      <a:pt x="23" y="4"/>
                      <a:pt x="24" y="4"/>
                    </a:cubicBezTo>
                    <a:cubicBezTo>
                      <a:pt x="22" y="0"/>
                      <a:pt x="13" y="2"/>
                      <a:pt x="10" y="1"/>
                    </a:cubicBezTo>
                  </a:path>
                </a:pathLst>
              </a:custGeom>
              <a:solidFill>
                <a:srgbClr val="D19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9" name="Freeform 67">
                <a:extLst>
                  <a:ext uri="{FF2B5EF4-FFF2-40B4-BE49-F238E27FC236}">
                    <a16:creationId xmlns:a16="http://schemas.microsoft.com/office/drawing/2014/main" id="{D934D4DA-75F6-48A2-8261-60CC70888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705"/>
                <a:ext cx="233" cy="120"/>
              </a:xfrm>
              <a:custGeom>
                <a:avLst/>
                <a:gdLst>
                  <a:gd name="T0" fmla="*/ 1085 w 93"/>
                  <a:gd name="T1" fmla="*/ 188 h 48"/>
                  <a:gd name="T2" fmla="*/ 251 w 93"/>
                  <a:gd name="T3" fmla="*/ 583 h 48"/>
                  <a:gd name="T4" fmla="*/ 83 w 93"/>
                  <a:gd name="T5" fmla="*/ 675 h 48"/>
                  <a:gd name="T6" fmla="*/ 63 w 93"/>
                  <a:gd name="T7" fmla="*/ 738 h 48"/>
                  <a:gd name="T8" fmla="*/ 271 w 93"/>
                  <a:gd name="T9" fmla="*/ 708 h 48"/>
                  <a:gd name="T10" fmla="*/ 489 w 93"/>
                  <a:gd name="T11" fmla="*/ 645 h 48"/>
                  <a:gd name="T12" fmla="*/ 438 w 93"/>
                  <a:gd name="T13" fmla="*/ 583 h 48"/>
                  <a:gd name="T14" fmla="*/ 534 w 93"/>
                  <a:gd name="T15" fmla="*/ 520 h 48"/>
                  <a:gd name="T16" fmla="*/ 834 w 93"/>
                  <a:gd name="T17" fmla="*/ 363 h 48"/>
                  <a:gd name="T18" fmla="*/ 1193 w 93"/>
                  <a:gd name="T19" fmla="*/ 158 h 48"/>
                  <a:gd name="T20" fmla="*/ 1463 w 93"/>
                  <a:gd name="T21" fmla="*/ 0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3" h="48">
                    <a:moveTo>
                      <a:pt x="69" y="12"/>
                    </a:moveTo>
                    <a:cubicBezTo>
                      <a:pt x="51" y="19"/>
                      <a:pt x="34" y="29"/>
                      <a:pt x="16" y="37"/>
                    </a:cubicBezTo>
                    <a:cubicBezTo>
                      <a:pt x="12" y="38"/>
                      <a:pt x="8" y="40"/>
                      <a:pt x="5" y="43"/>
                    </a:cubicBezTo>
                    <a:cubicBezTo>
                      <a:pt x="2" y="45"/>
                      <a:pt x="0" y="47"/>
                      <a:pt x="4" y="47"/>
                    </a:cubicBezTo>
                    <a:cubicBezTo>
                      <a:pt x="8" y="48"/>
                      <a:pt x="13" y="46"/>
                      <a:pt x="17" y="45"/>
                    </a:cubicBezTo>
                    <a:cubicBezTo>
                      <a:pt x="21" y="44"/>
                      <a:pt x="26" y="42"/>
                      <a:pt x="31" y="41"/>
                    </a:cubicBezTo>
                    <a:cubicBezTo>
                      <a:pt x="29" y="39"/>
                      <a:pt x="27" y="39"/>
                      <a:pt x="28" y="37"/>
                    </a:cubicBezTo>
                    <a:cubicBezTo>
                      <a:pt x="29" y="35"/>
                      <a:pt x="33" y="34"/>
                      <a:pt x="34" y="33"/>
                    </a:cubicBezTo>
                    <a:cubicBezTo>
                      <a:pt x="40" y="29"/>
                      <a:pt x="47" y="26"/>
                      <a:pt x="53" y="23"/>
                    </a:cubicBezTo>
                    <a:cubicBezTo>
                      <a:pt x="61" y="19"/>
                      <a:pt x="68" y="15"/>
                      <a:pt x="76" y="10"/>
                    </a:cubicBezTo>
                    <a:cubicBezTo>
                      <a:pt x="81" y="6"/>
                      <a:pt x="87" y="2"/>
                      <a:pt x="93" y="0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0" name="Freeform 68">
                <a:extLst>
                  <a:ext uri="{FF2B5EF4-FFF2-40B4-BE49-F238E27FC236}">
                    <a16:creationId xmlns:a16="http://schemas.microsoft.com/office/drawing/2014/main" id="{AFA4EFBB-6798-44E2-8438-B030ECB8D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662"/>
                <a:ext cx="255" cy="145"/>
              </a:xfrm>
              <a:custGeom>
                <a:avLst/>
                <a:gdLst>
                  <a:gd name="T0" fmla="*/ 1595 w 102"/>
                  <a:gd name="T1" fmla="*/ 0 h 58"/>
                  <a:gd name="T2" fmla="*/ 750 w 102"/>
                  <a:gd name="T3" fmla="*/ 333 h 58"/>
                  <a:gd name="T4" fmla="*/ 113 w 102"/>
                  <a:gd name="T5" fmla="*/ 645 h 58"/>
                  <a:gd name="T6" fmla="*/ 0 w 102"/>
                  <a:gd name="T7" fmla="*/ 800 h 58"/>
                  <a:gd name="T8" fmla="*/ 158 w 102"/>
                  <a:gd name="T9" fmla="*/ 895 h 58"/>
                  <a:gd name="T10" fmla="*/ 175 w 102"/>
                  <a:gd name="T11" fmla="*/ 720 h 58"/>
                  <a:gd name="T12" fmla="*/ 533 w 102"/>
                  <a:gd name="T13" fmla="*/ 533 h 58"/>
                  <a:gd name="T14" fmla="*/ 958 w 102"/>
                  <a:gd name="T15" fmla="*/ 333 h 58"/>
                  <a:gd name="T16" fmla="*/ 1500 w 102"/>
                  <a:gd name="T17" fmla="*/ 5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58">
                    <a:moveTo>
                      <a:pt x="102" y="0"/>
                    </a:moveTo>
                    <a:cubicBezTo>
                      <a:pt x="84" y="5"/>
                      <a:pt x="66" y="13"/>
                      <a:pt x="48" y="21"/>
                    </a:cubicBezTo>
                    <a:cubicBezTo>
                      <a:pt x="35" y="27"/>
                      <a:pt x="20" y="33"/>
                      <a:pt x="7" y="41"/>
                    </a:cubicBezTo>
                    <a:cubicBezTo>
                      <a:pt x="4" y="43"/>
                      <a:pt x="0" y="47"/>
                      <a:pt x="0" y="51"/>
                    </a:cubicBezTo>
                    <a:cubicBezTo>
                      <a:pt x="0" y="57"/>
                      <a:pt x="6" y="58"/>
                      <a:pt x="10" y="57"/>
                    </a:cubicBezTo>
                    <a:cubicBezTo>
                      <a:pt x="8" y="53"/>
                      <a:pt x="7" y="49"/>
                      <a:pt x="11" y="46"/>
                    </a:cubicBezTo>
                    <a:cubicBezTo>
                      <a:pt x="17" y="40"/>
                      <a:pt x="26" y="38"/>
                      <a:pt x="34" y="34"/>
                    </a:cubicBezTo>
                    <a:cubicBezTo>
                      <a:pt x="43" y="30"/>
                      <a:pt x="52" y="26"/>
                      <a:pt x="61" y="21"/>
                    </a:cubicBezTo>
                    <a:cubicBezTo>
                      <a:pt x="72" y="14"/>
                      <a:pt x="83" y="7"/>
                      <a:pt x="96" y="3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1" name="Freeform 69">
                <a:extLst>
                  <a:ext uri="{FF2B5EF4-FFF2-40B4-BE49-F238E27FC236}">
                    <a16:creationId xmlns:a16="http://schemas.microsoft.com/office/drawing/2014/main" id="{583BEC11-AFA7-461C-BAA7-1D5FE42A1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692"/>
                <a:ext cx="80" cy="60"/>
              </a:xfrm>
              <a:custGeom>
                <a:avLst/>
                <a:gdLst>
                  <a:gd name="T0" fmla="*/ 500 w 32"/>
                  <a:gd name="T1" fmla="*/ 0 h 24"/>
                  <a:gd name="T2" fmla="*/ 270 w 32"/>
                  <a:gd name="T3" fmla="*/ 95 h 24"/>
                  <a:gd name="T4" fmla="*/ 33 w 32"/>
                  <a:gd name="T5" fmla="*/ 283 h 24"/>
                  <a:gd name="T6" fmla="*/ 50 w 32"/>
                  <a:gd name="T7" fmla="*/ 363 h 24"/>
                  <a:gd name="T8" fmla="*/ 95 w 32"/>
                  <a:gd name="T9" fmla="*/ 250 h 24"/>
                  <a:gd name="T10" fmla="*/ 238 w 32"/>
                  <a:gd name="T11" fmla="*/ 158 h 24"/>
                  <a:gd name="T12" fmla="*/ 425 w 32"/>
                  <a:gd name="T13" fmla="*/ 33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4">
                    <a:moveTo>
                      <a:pt x="32" y="0"/>
                    </a:moveTo>
                    <a:cubicBezTo>
                      <a:pt x="27" y="1"/>
                      <a:pt x="22" y="4"/>
                      <a:pt x="17" y="6"/>
                    </a:cubicBezTo>
                    <a:cubicBezTo>
                      <a:pt x="12" y="9"/>
                      <a:pt x="5" y="13"/>
                      <a:pt x="2" y="18"/>
                    </a:cubicBezTo>
                    <a:cubicBezTo>
                      <a:pt x="1" y="20"/>
                      <a:pt x="0" y="24"/>
                      <a:pt x="3" y="23"/>
                    </a:cubicBezTo>
                    <a:cubicBezTo>
                      <a:pt x="6" y="22"/>
                      <a:pt x="5" y="18"/>
                      <a:pt x="6" y="16"/>
                    </a:cubicBezTo>
                    <a:cubicBezTo>
                      <a:pt x="8" y="14"/>
                      <a:pt x="13" y="12"/>
                      <a:pt x="15" y="10"/>
                    </a:cubicBezTo>
                    <a:cubicBezTo>
                      <a:pt x="19" y="8"/>
                      <a:pt x="23" y="5"/>
                      <a:pt x="27" y="2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2" name="Freeform 70">
                <a:extLst>
                  <a:ext uri="{FF2B5EF4-FFF2-40B4-BE49-F238E27FC236}">
                    <a16:creationId xmlns:a16="http://schemas.microsoft.com/office/drawing/2014/main" id="{A43833F3-3594-4AEC-939A-8151722D3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655"/>
                <a:ext cx="110" cy="82"/>
              </a:xfrm>
              <a:custGeom>
                <a:avLst/>
                <a:gdLst>
                  <a:gd name="T0" fmla="*/ 688 w 44"/>
                  <a:gd name="T1" fmla="*/ 0 h 33"/>
                  <a:gd name="T2" fmla="*/ 363 w 44"/>
                  <a:gd name="T3" fmla="*/ 137 h 33"/>
                  <a:gd name="T4" fmla="*/ 83 w 44"/>
                  <a:gd name="T5" fmla="*/ 321 h 33"/>
                  <a:gd name="T6" fmla="*/ 175 w 44"/>
                  <a:gd name="T7" fmla="*/ 403 h 33"/>
                  <a:gd name="T8" fmla="*/ 188 w 44"/>
                  <a:gd name="T9" fmla="*/ 340 h 33"/>
                  <a:gd name="T10" fmla="*/ 250 w 44"/>
                  <a:gd name="T11" fmla="*/ 258 h 33"/>
                  <a:gd name="T12" fmla="*/ 520 w 44"/>
                  <a:gd name="T13" fmla="*/ 92 h 33"/>
                  <a:gd name="T14" fmla="*/ 583 w 44"/>
                  <a:gd name="T15" fmla="*/ 62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33">
                    <a:moveTo>
                      <a:pt x="44" y="0"/>
                    </a:moveTo>
                    <a:cubicBezTo>
                      <a:pt x="37" y="3"/>
                      <a:pt x="30" y="6"/>
                      <a:pt x="23" y="9"/>
                    </a:cubicBezTo>
                    <a:cubicBezTo>
                      <a:pt x="17" y="12"/>
                      <a:pt x="9" y="16"/>
                      <a:pt x="5" y="21"/>
                    </a:cubicBezTo>
                    <a:cubicBezTo>
                      <a:pt x="0" y="28"/>
                      <a:pt x="10" y="33"/>
                      <a:pt x="11" y="26"/>
                    </a:cubicBezTo>
                    <a:cubicBezTo>
                      <a:pt x="12" y="25"/>
                      <a:pt x="11" y="24"/>
                      <a:pt x="12" y="22"/>
                    </a:cubicBezTo>
                    <a:cubicBezTo>
                      <a:pt x="13" y="20"/>
                      <a:pt x="15" y="19"/>
                      <a:pt x="16" y="17"/>
                    </a:cubicBezTo>
                    <a:cubicBezTo>
                      <a:pt x="21" y="13"/>
                      <a:pt x="27" y="9"/>
                      <a:pt x="33" y="6"/>
                    </a:cubicBezTo>
                    <a:cubicBezTo>
                      <a:pt x="34" y="6"/>
                      <a:pt x="36" y="5"/>
                      <a:pt x="37" y="4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3" name="Freeform 71">
                <a:extLst>
                  <a:ext uri="{FF2B5EF4-FFF2-40B4-BE49-F238E27FC236}">
                    <a16:creationId xmlns:a16="http://schemas.microsoft.com/office/drawing/2014/main" id="{1AE07AA4-0EDD-4650-A096-BCBA84EA2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645"/>
                <a:ext cx="63" cy="47"/>
              </a:xfrm>
              <a:custGeom>
                <a:avLst/>
                <a:gdLst>
                  <a:gd name="T0" fmla="*/ 338 w 25"/>
                  <a:gd name="T1" fmla="*/ 12 h 19"/>
                  <a:gd name="T2" fmla="*/ 63 w 25"/>
                  <a:gd name="T3" fmla="*/ 287 h 19"/>
                  <a:gd name="T4" fmla="*/ 209 w 25"/>
                  <a:gd name="T5" fmla="*/ 183 h 19"/>
                  <a:gd name="T6" fmla="*/ 401 w 25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9">
                    <a:moveTo>
                      <a:pt x="21" y="1"/>
                    </a:moveTo>
                    <a:cubicBezTo>
                      <a:pt x="17" y="3"/>
                      <a:pt x="0" y="11"/>
                      <a:pt x="4" y="19"/>
                    </a:cubicBezTo>
                    <a:cubicBezTo>
                      <a:pt x="7" y="17"/>
                      <a:pt x="12" y="14"/>
                      <a:pt x="13" y="12"/>
                    </a:cubicBezTo>
                    <a:cubicBezTo>
                      <a:pt x="16" y="7"/>
                      <a:pt x="19" y="3"/>
                      <a:pt x="25" y="0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4" name="Freeform 72">
                <a:extLst>
                  <a:ext uri="{FF2B5EF4-FFF2-40B4-BE49-F238E27FC236}">
                    <a16:creationId xmlns:a16="http://schemas.microsoft.com/office/drawing/2014/main" id="{1797C36F-2925-4887-9109-7B0FAFDBB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717"/>
                <a:ext cx="115" cy="85"/>
              </a:xfrm>
              <a:custGeom>
                <a:avLst/>
                <a:gdLst>
                  <a:gd name="T0" fmla="*/ 720 w 46"/>
                  <a:gd name="T1" fmla="*/ 0 h 34"/>
                  <a:gd name="T2" fmla="*/ 533 w 46"/>
                  <a:gd name="T3" fmla="*/ 238 h 34"/>
                  <a:gd name="T4" fmla="*/ 0 w 46"/>
                  <a:gd name="T5" fmla="*/ 53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4">
                    <a:moveTo>
                      <a:pt x="46" y="0"/>
                    </a:moveTo>
                    <a:cubicBezTo>
                      <a:pt x="44" y="6"/>
                      <a:pt x="39" y="11"/>
                      <a:pt x="34" y="15"/>
                    </a:cubicBezTo>
                    <a:cubicBezTo>
                      <a:pt x="24" y="22"/>
                      <a:pt x="11" y="29"/>
                      <a:pt x="0" y="34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5" name="Freeform 73">
                <a:extLst>
                  <a:ext uri="{FF2B5EF4-FFF2-40B4-BE49-F238E27FC236}">
                    <a16:creationId xmlns:a16="http://schemas.microsoft.com/office/drawing/2014/main" id="{573E4723-BB4C-416C-A42C-56CCE0AA2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820"/>
                <a:ext cx="132" cy="47"/>
              </a:xfrm>
              <a:custGeom>
                <a:avLst/>
                <a:gdLst>
                  <a:gd name="T0" fmla="*/ 0 w 53"/>
                  <a:gd name="T1" fmla="*/ 215 h 19"/>
                  <a:gd name="T2" fmla="*/ 311 w 53"/>
                  <a:gd name="T3" fmla="*/ 245 h 19"/>
                  <a:gd name="T4" fmla="*/ 603 w 53"/>
                  <a:gd name="T5" fmla="*/ 134 h 19"/>
                  <a:gd name="T6" fmla="*/ 819 w 53"/>
                  <a:gd name="T7" fmla="*/ 0 h 19"/>
                  <a:gd name="T8" fmla="*/ 653 w 53"/>
                  <a:gd name="T9" fmla="*/ 62 h 19"/>
                  <a:gd name="T10" fmla="*/ 137 w 53"/>
                  <a:gd name="T11" fmla="*/ 215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19">
                    <a:moveTo>
                      <a:pt x="0" y="14"/>
                    </a:moveTo>
                    <a:cubicBezTo>
                      <a:pt x="4" y="19"/>
                      <a:pt x="15" y="17"/>
                      <a:pt x="20" y="16"/>
                    </a:cubicBezTo>
                    <a:cubicBezTo>
                      <a:pt x="27" y="15"/>
                      <a:pt x="33" y="12"/>
                      <a:pt x="39" y="9"/>
                    </a:cubicBezTo>
                    <a:cubicBezTo>
                      <a:pt x="43" y="7"/>
                      <a:pt x="50" y="3"/>
                      <a:pt x="53" y="0"/>
                    </a:cubicBezTo>
                    <a:cubicBezTo>
                      <a:pt x="51" y="0"/>
                      <a:pt x="44" y="3"/>
                      <a:pt x="42" y="4"/>
                    </a:cubicBezTo>
                    <a:cubicBezTo>
                      <a:pt x="35" y="6"/>
                      <a:pt x="20" y="16"/>
                      <a:pt x="9" y="14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6" name="Freeform 74">
                <a:extLst>
                  <a:ext uri="{FF2B5EF4-FFF2-40B4-BE49-F238E27FC236}">
                    <a16:creationId xmlns:a16="http://schemas.microsoft.com/office/drawing/2014/main" id="{07F7225B-71F0-4729-AB97-DEACB8C46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805"/>
                <a:ext cx="95" cy="62"/>
              </a:xfrm>
              <a:custGeom>
                <a:avLst/>
                <a:gdLst>
                  <a:gd name="T0" fmla="*/ 0 w 38"/>
                  <a:gd name="T1" fmla="*/ 382 h 25"/>
                  <a:gd name="T2" fmla="*/ 238 w 38"/>
                  <a:gd name="T3" fmla="*/ 278 h 25"/>
                  <a:gd name="T4" fmla="*/ 438 w 38"/>
                  <a:gd name="T5" fmla="*/ 154 h 25"/>
                  <a:gd name="T6" fmla="*/ 595 w 38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5">
                    <a:moveTo>
                      <a:pt x="0" y="25"/>
                    </a:moveTo>
                    <a:cubicBezTo>
                      <a:pt x="5" y="23"/>
                      <a:pt x="10" y="21"/>
                      <a:pt x="15" y="18"/>
                    </a:cubicBezTo>
                    <a:cubicBezTo>
                      <a:pt x="19" y="16"/>
                      <a:pt x="24" y="13"/>
                      <a:pt x="28" y="10"/>
                    </a:cubicBezTo>
                    <a:cubicBezTo>
                      <a:pt x="31" y="7"/>
                      <a:pt x="34" y="3"/>
                      <a:pt x="38" y="0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7" name="Freeform 75">
                <a:extLst>
                  <a:ext uri="{FF2B5EF4-FFF2-40B4-BE49-F238E27FC236}">
                    <a16:creationId xmlns:a16="http://schemas.microsoft.com/office/drawing/2014/main" id="{F6C9BE5D-86D4-4216-97EB-7B1B8A0C0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05"/>
                <a:ext cx="133" cy="137"/>
              </a:xfrm>
              <a:custGeom>
                <a:avLst/>
                <a:gdLst>
                  <a:gd name="T0" fmla="*/ 0 w 53"/>
                  <a:gd name="T1" fmla="*/ 849 h 55"/>
                  <a:gd name="T2" fmla="*/ 301 w 53"/>
                  <a:gd name="T3" fmla="*/ 712 h 55"/>
                  <a:gd name="T4" fmla="*/ 535 w 53"/>
                  <a:gd name="T5" fmla="*/ 558 h 55"/>
                  <a:gd name="T6" fmla="*/ 818 w 53"/>
                  <a:gd name="T7" fmla="*/ 42 h 55"/>
                  <a:gd name="T8" fmla="*/ 818 w 53"/>
                  <a:gd name="T9" fmla="*/ 0 h 55"/>
                  <a:gd name="T10" fmla="*/ 597 w 53"/>
                  <a:gd name="T11" fmla="*/ 371 h 55"/>
                  <a:gd name="T12" fmla="*/ 63 w 53"/>
                  <a:gd name="T13" fmla="*/ 837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55">
                    <a:moveTo>
                      <a:pt x="0" y="55"/>
                    </a:moveTo>
                    <a:cubicBezTo>
                      <a:pt x="7" y="53"/>
                      <a:pt x="13" y="51"/>
                      <a:pt x="19" y="46"/>
                    </a:cubicBezTo>
                    <a:cubicBezTo>
                      <a:pt x="24" y="43"/>
                      <a:pt x="29" y="39"/>
                      <a:pt x="34" y="36"/>
                    </a:cubicBezTo>
                    <a:cubicBezTo>
                      <a:pt x="44" y="28"/>
                      <a:pt x="53" y="17"/>
                      <a:pt x="52" y="3"/>
                    </a:cubicBezTo>
                    <a:cubicBezTo>
                      <a:pt x="52" y="2"/>
                      <a:pt x="52" y="1"/>
                      <a:pt x="52" y="0"/>
                    </a:cubicBezTo>
                    <a:cubicBezTo>
                      <a:pt x="46" y="7"/>
                      <a:pt x="44" y="17"/>
                      <a:pt x="38" y="24"/>
                    </a:cubicBezTo>
                    <a:cubicBezTo>
                      <a:pt x="29" y="36"/>
                      <a:pt x="17" y="45"/>
                      <a:pt x="4" y="54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8" name="Freeform 76">
                <a:extLst>
                  <a:ext uri="{FF2B5EF4-FFF2-40B4-BE49-F238E27FC236}">
                    <a16:creationId xmlns:a16="http://schemas.microsoft.com/office/drawing/2014/main" id="{9D726DF3-7389-470D-A894-EEFB0A2EF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892"/>
                <a:ext cx="90" cy="20"/>
              </a:xfrm>
              <a:custGeom>
                <a:avLst/>
                <a:gdLst>
                  <a:gd name="T0" fmla="*/ 0 w 36"/>
                  <a:gd name="T1" fmla="*/ 50 h 8"/>
                  <a:gd name="T2" fmla="*/ 220 w 36"/>
                  <a:gd name="T3" fmla="*/ 125 h 8"/>
                  <a:gd name="T4" fmla="*/ 563 w 36"/>
                  <a:gd name="T5" fmla="*/ 0 h 8"/>
                  <a:gd name="T6" fmla="*/ 395 w 36"/>
                  <a:gd name="T7" fmla="*/ 33 h 8"/>
                  <a:gd name="T8" fmla="*/ 238 w 36"/>
                  <a:gd name="T9" fmla="*/ 63 h 8"/>
                  <a:gd name="T10" fmla="*/ 83 w 36"/>
                  <a:gd name="T11" fmla="*/ 8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8">
                    <a:moveTo>
                      <a:pt x="0" y="3"/>
                    </a:moveTo>
                    <a:cubicBezTo>
                      <a:pt x="2" y="7"/>
                      <a:pt x="10" y="7"/>
                      <a:pt x="14" y="8"/>
                    </a:cubicBezTo>
                    <a:cubicBezTo>
                      <a:pt x="24" y="8"/>
                      <a:pt x="29" y="4"/>
                      <a:pt x="36" y="0"/>
                    </a:cubicBezTo>
                    <a:cubicBezTo>
                      <a:pt x="33" y="2"/>
                      <a:pt x="29" y="2"/>
                      <a:pt x="25" y="2"/>
                    </a:cubicBezTo>
                    <a:cubicBezTo>
                      <a:pt x="22" y="3"/>
                      <a:pt x="18" y="3"/>
                      <a:pt x="15" y="4"/>
                    </a:cubicBezTo>
                    <a:cubicBezTo>
                      <a:pt x="12" y="4"/>
                      <a:pt x="8" y="4"/>
                      <a:pt x="5" y="5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9" name="Freeform 77">
                <a:extLst>
                  <a:ext uri="{FF2B5EF4-FFF2-40B4-BE49-F238E27FC236}">
                    <a16:creationId xmlns:a16="http://schemas.microsoft.com/office/drawing/2014/main" id="{CCB1D51B-5FD9-4D2E-A3C2-458AE9552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940"/>
                <a:ext cx="53" cy="32"/>
              </a:xfrm>
              <a:custGeom>
                <a:avLst/>
                <a:gdLst>
                  <a:gd name="T0" fmla="*/ 0 w 21"/>
                  <a:gd name="T1" fmla="*/ 121 h 13"/>
                  <a:gd name="T2" fmla="*/ 305 w 21"/>
                  <a:gd name="T3" fmla="*/ 0 h 13"/>
                  <a:gd name="T4" fmla="*/ 83 w 21"/>
                  <a:gd name="T5" fmla="*/ 10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0" y="8"/>
                    </a:moveTo>
                    <a:cubicBezTo>
                      <a:pt x="2" y="13"/>
                      <a:pt x="21" y="7"/>
                      <a:pt x="19" y="0"/>
                    </a:cubicBezTo>
                    <a:cubicBezTo>
                      <a:pt x="15" y="4"/>
                      <a:pt x="10" y="5"/>
                      <a:pt x="5" y="7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0" name="Freeform 78">
                <a:extLst>
                  <a:ext uri="{FF2B5EF4-FFF2-40B4-BE49-F238E27FC236}">
                    <a16:creationId xmlns:a16="http://schemas.microsoft.com/office/drawing/2014/main" id="{35734A4D-D5A3-4BFB-8E87-5280EC24A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965"/>
                <a:ext cx="48" cy="30"/>
              </a:xfrm>
              <a:custGeom>
                <a:avLst/>
                <a:gdLst>
                  <a:gd name="T0" fmla="*/ 0 w 19"/>
                  <a:gd name="T1" fmla="*/ 145 h 12"/>
                  <a:gd name="T2" fmla="*/ 306 w 19"/>
                  <a:gd name="T3" fmla="*/ 0 h 12"/>
                  <a:gd name="T4" fmla="*/ 129 w 19"/>
                  <a:gd name="T5" fmla="*/ 9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0" y="9"/>
                    </a:moveTo>
                    <a:cubicBezTo>
                      <a:pt x="7" y="12"/>
                      <a:pt x="18" y="7"/>
                      <a:pt x="19" y="0"/>
                    </a:cubicBezTo>
                    <a:cubicBezTo>
                      <a:pt x="17" y="3"/>
                      <a:pt x="12" y="5"/>
                      <a:pt x="8" y="6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1" name="Freeform 79">
                <a:extLst>
                  <a:ext uri="{FF2B5EF4-FFF2-40B4-BE49-F238E27FC236}">
                    <a16:creationId xmlns:a16="http://schemas.microsoft.com/office/drawing/2014/main" id="{F6E4361A-1186-4B23-B002-DC363F72B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787"/>
                <a:ext cx="37" cy="23"/>
              </a:xfrm>
              <a:custGeom>
                <a:avLst/>
                <a:gdLst>
                  <a:gd name="T0" fmla="*/ 0 w 15"/>
                  <a:gd name="T1" fmla="*/ 151 h 9"/>
                  <a:gd name="T2" fmla="*/ 224 w 15"/>
                  <a:gd name="T3" fmla="*/ 0 h 9"/>
                  <a:gd name="T4" fmla="*/ 165 w 15"/>
                  <a:gd name="T5" fmla="*/ 118 h 9"/>
                  <a:gd name="T6" fmla="*/ 30 w 15"/>
                  <a:gd name="T7" fmla="*/ 15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2" y="5"/>
                      <a:pt x="11" y="0"/>
                      <a:pt x="15" y="0"/>
                    </a:cubicBezTo>
                    <a:cubicBezTo>
                      <a:pt x="14" y="2"/>
                      <a:pt x="7" y="5"/>
                      <a:pt x="11" y="7"/>
                    </a:cubicBezTo>
                    <a:cubicBezTo>
                      <a:pt x="8" y="8"/>
                      <a:pt x="5" y="9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2" name="Freeform 80">
                <a:extLst>
                  <a:ext uri="{FF2B5EF4-FFF2-40B4-BE49-F238E27FC236}">
                    <a16:creationId xmlns:a16="http://schemas.microsoft.com/office/drawing/2014/main" id="{56BEDA86-47E5-43F9-A0AD-7ADB3285E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10"/>
                <a:ext cx="102" cy="50"/>
              </a:xfrm>
              <a:custGeom>
                <a:avLst/>
                <a:gdLst>
                  <a:gd name="T0" fmla="*/ 0 w 41"/>
                  <a:gd name="T1" fmla="*/ 313 h 20"/>
                  <a:gd name="T2" fmla="*/ 216 w 41"/>
                  <a:gd name="T3" fmla="*/ 175 h 20"/>
                  <a:gd name="T4" fmla="*/ 632 w 4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0">
                    <a:moveTo>
                      <a:pt x="0" y="20"/>
                    </a:moveTo>
                    <a:cubicBezTo>
                      <a:pt x="5" y="17"/>
                      <a:pt x="9" y="13"/>
                      <a:pt x="14" y="11"/>
                    </a:cubicBezTo>
                    <a:cubicBezTo>
                      <a:pt x="22" y="7"/>
                      <a:pt x="32" y="2"/>
                      <a:pt x="4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3" name="Freeform 81">
                <a:extLst>
                  <a:ext uri="{FF2B5EF4-FFF2-40B4-BE49-F238E27FC236}">
                    <a16:creationId xmlns:a16="http://schemas.microsoft.com/office/drawing/2014/main" id="{D69A01CD-431C-4306-A82E-D70C6542C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762"/>
                <a:ext cx="13" cy="15"/>
              </a:xfrm>
              <a:custGeom>
                <a:avLst/>
                <a:gdLst>
                  <a:gd name="T0" fmla="*/ 88 w 5"/>
                  <a:gd name="T1" fmla="*/ 0 h 6"/>
                  <a:gd name="T2" fmla="*/ 68 w 5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1"/>
                      <a:pt x="0" y="5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4" name="Freeform 82">
                <a:extLst>
                  <a:ext uri="{FF2B5EF4-FFF2-40B4-BE49-F238E27FC236}">
                    <a16:creationId xmlns:a16="http://schemas.microsoft.com/office/drawing/2014/main" id="{352A0181-6973-4E37-AF1C-3DD8599CC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775"/>
                <a:ext cx="15" cy="7"/>
              </a:xfrm>
              <a:custGeom>
                <a:avLst/>
                <a:gdLst>
                  <a:gd name="T0" fmla="*/ 0 w 6"/>
                  <a:gd name="T1" fmla="*/ 12 h 3"/>
                  <a:gd name="T2" fmla="*/ 95 w 6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2" y="0"/>
                      <a:pt x="5" y="1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5" name="Freeform 83">
                <a:extLst>
                  <a:ext uri="{FF2B5EF4-FFF2-40B4-BE49-F238E27FC236}">
                    <a16:creationId xmlns:a16="http://schemas.microsoft.com/office/drawing/2014/main" id="{601B3A24-327C-4BA9-801C-319A24C6E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30"/>
                <a:ext cx="35" cy="35"/>
              </a:xfrm>
              <a:custGeom>
                <a:avLst/>
                <a:gdLst>
                  <a:gd name="T0" fmla="*/ 0 w 14"/>
                  <a:gd name="T1" fmla="*/ 220 h 14"/>
                  <a:gd name="T2" fmla="*/ 220 w 1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1"/>
                      <a:pt x="13" y="6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6" name="Freeform 84">
                <a:extLst>
                  <a:ext uri="{FF2B5EF4-FFF2-40B4-BE49-F238E27FC236}">
                    <a16:creationId xmlns:a16="http://schemas.microsoft.com/office/drawing/2014/main" id="{95EAC487-12FE-4A1C-A5EA-EC831E99A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762"/>
                <a:ext cx="7" cy="13"/>
              </a:xfrm>
              <a:custGeom>
                <a:avLst/>
                <a:gdLst>
                  <a:gd name="T0" fmla="*/ 12 w 3"/>
                  <a:gd name="T1" fmla="*/ 0 h 5"/>
                  <a:gd name="T2" fmla="*/ 37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2"/>
                      <a:pt x="1" y="5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7" name="Freeform 85">
                <a:extLst>
                  <a:ext uri="{FF2B5EF4-FFF2-40B4-BE49-F238E27FC236}">
                    <a16:creationId xmlns:a16="http://schemas.microsoft.com/office/drawing/2014/main" id="{547799AF-30D2-45EF-9828-46DE8A2C3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740"/>
                <a:ext cx="30" cy="47"/>
              </a:xfrm>
              <a:custGeom>
                <a:avLst/>
                <a:gdLst>
                  <a:gd name="T0" fmla="*/ 188 w 12"/>
                  <a:gd name="T1" fmla="*/ 0 h 19"/>
                  <a:gd name="T2" fmla="*/ 0 w 12"/>
                  <a:gd name="T3" fmla="*/ 28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12" y="0"/>
                    </a:moveTo>
                    <a:cubicBezTo>
                      <a:pt x="11" y="7"/>
                      <a:pt x="7" y="15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8" name="Freeform 86">
                <a:extLst>
                  <a:ext uri="{FF2B5EF4-FFF2-40B4-BE49-F238E27FC236}">
                    <a16:creationId xmlns:a16="http://schemas.microsoft.com/office/drawing/2014/main" id="{AF39CC37-E81A-4A09-A376-6918836C7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722"/>
                <a:ext cx="7" cy="10"/>
              </a:xfrm>
              <a:custGeom>
                <a:avLst/>
                <a:gdLst>
                  <a:gd name="T0" fmla="*/ 0 w 3"/>
                  <a:gd name="T1" fmla="*/ 0 h 4"/>
                  <a:gd name="T2" fmla="*/ 37 w 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0"/>
                      <a:pt x="3" y="2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9" name="Freeform 87">
                <a:extLst>
                  <a:ext uri="{FF2B5EF4-FFF2-40B4-BE49-F238E27FC236}">
                    <a16:creationId xmlns:a16="http://schemas.microsoft.com/office/drawing/2014/main" id="{B3D1FD12-8584-4F85-A9E9-F19C4E7BD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787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88 w 5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2"/>
                      <a:pt x="2" y="5"/>
                      <a:pt x="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0" name="Freeform 88">
                <a:extLst>
                  <a:ext uri="{FF2B5EF4-FFF2-40B4-BE49-F238E27FC236}">
                    <a16:creationId xmlns:a16="http://schemas.microsoft.com/office/drawing/2014/main" id="{78E3E419-045D-4D44-9B61-B8D6663F4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85"/>
                <a:ext cx="28" cy="32"/>
              </a:xfrm>
              <a:custGeom>
                <a:avLst/>
                <a:gdLst>
                  <a:gd name="T0" fmla="*/ 0 w 11"/>
                  <a:gd name="T1" fmla="*/ 194 h 13"/>
                  <a:gd name="T2" fmla="*/ 181 w 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0" y="7"/>
                      <a:pt x="4" y="2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1" name="Freeform 89">
                <a:extLst>
                  <a:ext uri="{FF2B5EF4-FFF2-40B4-BE49-F238E27FC236}">
                    <a16:creationId xmlns:a16="http://schemas.microsoft.com/office/drawing/2014/main" id="{BFB69452-C535-47E9-8169-801411660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677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33 w 2"/>
                  <a:gd name="T3" fmla="*/ 34 h 5"/>
                  <a:gd name="T4" fmla="*/ 20 w 2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3"/>
                      <a:pt x="2" y="4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2" name="Freeform 90">
                <a:extLst>
                  <a:ext uri="{FF2B5EF4-FFF2-40B4-BE49-F238E27FC236}">
                    <a16:creationId xmlns:a16="http://schemas.microsoft.com/office/drawing/2014/main" id="{A9356B85-E31B-40E9-AB8B-B93947558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662"/>
                <a:ext cx="18" cy="15"/>
              </a:xfrm>
              <a:custGeom>
                <a:avLst/>
                <a:gdLst>
                  <a:gd name="T0" fmla="*/ 0 w 7"/>
                  <a:gd name="T1" fmla="*/ 95 h 6"/>
                  <a:gd name="T2" fmla="*/ 118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1" y="3"/>
                      <a:pt x="4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3" name="Freeform 91">
                <a:extLst>
                  <a:ext uri="{FF2B5EF4-FFF2-40B4-BE49-F238E27FC236}">
                    <a16:creationId xmlns:a16="http://schemas.microsoft.com/office/drawing/2014/main" id="{63E2A5D0-8129-49B6-9162-E166FAF18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842"/>
                <a:ext cx="53" cy="25"/>
              </a:xfrm>
              <a:custGeom>
                <a:avLst/>
                <a:gdLst>
                  <a:gd name="T0" fmla="*/ 0 w 21"/>
                  <a:gd name="T1" fmla="*/ 113 h 10"/>
                  <a:gd name="T2" fmla="*/ 338 w 2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0" y="7"/>
                    </a:moveTo>
                    <a:cubicBezTo>
                      <a:pt x="4" y="10"/>
                      <a:pt x="16" y="2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4" name="Freeform 92">
                <a:extLst>
                  <a:ext uri="{FF2B5EF4-FFF2-40B4-BE49-F238E27FC236}">
                    <a16:creationId xmlns:a16="http://schemas.microsoft.com/office/drawing/2014/main" id="{0BA94119-F30C-4522-9A05-A5EF623A5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855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5" name="Freeform 93">
                <a:extLst>
                  <a:ext uri="{FF2B5EF4-FFF2-40B4-BE49-F238E27FC236}">
                    <a16:creationId xmlns:a16="http://schemas.microsoft.com/office/drawing/2014/main" id="{DED9BBA0-CAB3-449E-BD65-697768849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02"/>
                <a:ext cx="45" cy="10"/>
              </a:xfrm>
              <a:custGeom>
                <a:avLst/>
                <a:gdLst>
                  <a:gd name="T0" fmla="*/ 0 w 18"/>
                  <a:gd name="T1" fmla="*/ 50 h 4"/>
                  <a:gd name="T2" fmla="*/ 283 w 1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5" y="4"/>
                      <a:pt x="14" y="2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6" name="Freeform 94">
                <a:extLst>
                  <a:ext uri="{FF2B5EF4-FFF2-40B4-BE49-F238E27FC236}">
                    <a16:creationId xmlns:a16="http://schemas.microsoft.com/office/drawing/2014/main" id="{B00BE531-7F9D-4237-A3EB-E1CBC42D4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892"/>
                <a:ext cx="8" cy="18"/>
              </a:xfrm>
              <a:custGeom>
                <a:avLst/>
                <a:gdLst>
                  <a:gd name="T0" fmla="*/ 0 w 3"/>
                  <a:gd name="T1" fmla="*/ 0 h 7"/>
                  <a:gd name="T2" fmla="*/ 21 w 3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3" y="1"/>
                      <a:pt x="2" y="5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7" name="Freeform 95">
                <a:extLst>
                  <a:ext uri="{FF2B5EF4-FFF2-40B4-BE49-F238E27FC236}">
                    <a16:creationId xmlns:a16="http://schemas.microsoft.com/office/drawing/2014/main" id="{35D0E5F4-F703-40BA-ACB2-C741325B5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475"/>
                <a:ext cx="52" cy="15"/>
              </a:xfrm>
              <a:custGeom>
                <a:avLst/>
                <a:gdLst>
                  <a:gd name="T0" fmla="*/ 0 w 21"/>
                  <a:gd name="T1" fmla="*/ 20 h 6"/>
                  <a:gd name="T2" fmla="*/ 319 w 2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">
                    <a:moveTo>
                      <a:pt x="0" y="1"/>
                    </a:moveTo>
                    <a:cubicBezTo>
                      <a:pt x="8" y="6"/>
                      <a:pt x="13" y="1"/>
                      <a:pt x="21" y="0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8" name="Freeform 96">
                <a:extLst>
                  <a:ext uri="{FF2B5EF4-FFF2-40B4-BE49-F238E27FC236}">
                    <a16:creationId xmlns:a16="http://schemas.microsoft.com/office/drawing/2014/main" id="{B14EBE6F-E779-4AAE-8BF8-02A720F09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507"/>
                <a:ext cx="45" cy="38"/>
              </a:xfrm>
              <a:custGeom>
                <a:avLst/>
                <a:gdLst>
                  <a:gd name="T0" fmla="*/ 0 w 18"/>
                  <a:gd name="T1" fmla="*/ 51 h 15"/>
                  <a:gd name="T2" fmla="*/ 283 w 18"/>
                  <a:gd name="T3" fmla="*/ 147 h 15"/>
                  <a:gd name="T4" fmla="*/ 0 w 1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0" y="3"/>
                    </a:moveTo>
                    <a:cubicBezTo>
                      <a:pt x="3" y="7"/>
                      <a:pt x="14" y="15"/>
                      <a:pt x="18" y="9"/>
                    </a:cubicBezTo>
                    <a:cubicBezTo>
                      <a:pt x="11" y="8"/>
                      <a:pt x="5" y="6"/>
                      <a:pt x="0" y="0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9" name="Freeform 97">
                <a:extLst>
                  <a:ext uri="{FF2B5EF4-FFF2-40B4-BE49-F238E27FC236}">
                    <a16:creationId xmlns:a16="http://schemas.microsoft.com/office/drawing/2014/main" id="{F9EAC88D-E48F-4064-BB14-FF6C3550F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565"/>
                <a:ext cx="25" cy="25"/>
              </a:xfrm>
              <a:custGeom>
                <a:avLst/>
                <a:gdLst>
                  <a:gd name="T0" fmla="*/ 0 w 10"/>
                  <a:gd name="T1" fmla="*/ 0 h 10"/>
                  <a:gd name="T2" fmla="*/ 158 w 10"/>
                  <a:gd name="T3" fmla="*/ 1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0" y="4"/>
                      <a:pt x="6" y="10"/>
                      <a:pt x="10" y="7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0" name="Freeform 98">
                <a:extLst>
                  <a:ext uri="{FF2B5EF4-FFF2-40B4-BE49-F238E27FC236}">
                    <a16:creationId xmlns:a16="http://schemas.microsoft.com/office/drawing/2014/main" id="{C68F2F7A-ED1D-4DB7-A02E-CE0E08675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437"/>
                <a:ext cx="27" cy="5"/>
              </a:xfrm>
              <a:custGeom>
                <a:avLst/>
                <a:gdLst>
                  <a:gd name="T0" fmla="*/ 0 w 11"/>
                  <a:gd name="T1" fmla="*/ 0 h 2"/>
                  <a:gd name="T2" fmla="*/ 162 w 1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3" y="2"/>
                      <a:pt x="8" y="2"/>
                      <a:pt x="11" y="2"/>
                    </a:cubicBezTo>
                  </a:path>
                </a:pathLst>
              </a:custGeom>
              <a:solidFill>
                <a:srgbClr val="F1D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1" name="Freeform 99">
                <a:extLst>
                  <a:ext uri="{FF2B5EF4-FFF2-40B4-BE49-F238E27FC236}">
                    <a16:creationId xmlns:a16="http://schemas.microsoft.com/office/drawing/2014/main" id="{10768867-9B37-4F71-A5FA-11012D513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412"/>
                <a:ext cx="45" cy="90"/>
              </a:xfrm>
              <a:custGeom>
                <a:avLst/>
                <a:gdLst>
                  <a:gd name="T0" fmla="*/ 20 w 18"/>
                  <a:gd name="T1" fmla="*/ 283 h 36"/>
                  <a:gd name="T2" fmla="*/ 0 w 18"/>
                  <a:gd name="T3" fmla="*/ 563 h 36"/>
                  <a:gd name="T4" fmla="*/ 50 w 18"/>
                  <a:gd name="T5" fmla="*/ 425 h 36"/>
                  <a:gd name="T6" fmla="*/ 208 w 18"/>
                  <a:gd name="T7" fmla="*/ 458 h 36"/>
                  <a:gd name="T8" fmla="*/ 95 w 18"/>
                  <a:gd name="T9" fmla="*/ 333 h 36"/>
                  <a:gd name="T10" fmla="*/ 283 w 18"/>
                  <a:gd name="T11" fmla="*/ 283 h 36"/>
                  <a:gd name="T12" fmla="*/ 158 w 18"/>
                  <a:gd name="T13" fmla="*/ 188 h 36"/>
                  <a:gd name="T14" fmla="*/ 220 w 18"/>
                  <a:gd name="T15" fmla="*/ 0 h 36"/>
                  <a:gd name="T16" fmla="*/ 0 w 18"/>
                  <a:gd name="T17" fmla="*/ 27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36">
                    <a:moveTo>
                      <a:pt x="1" y="18"/>
                    </a:moveTo>
                    <a:cubicBezTo>
                      <a:pt x="1" y="24"/>
                      <a:pt x="1" y="30"/>
                      <a:pt x="0" y="36"/>
                    </a:cubicBezTo>
                    <a:cubicBezTo>
                      <a:pt x="1" y="34"/>
                      <a:pt x="0" y="29"/>
                      <a:pt x="3" y="27"/>
                    </a:cubicBezTo>
                    <a:cubicBezTo>
                      <a:pt x="5" y="26"/>
                      <a:pt x="11" y="27"/>
                      <a:pt x="13" y="29"/>
                    </a:cubicBezTo>
                    <a:cubicBezTo>
                      <a:pt x="10" y="28"/>
                      <a:pt x="5" y="25"/>
                      <a:pt x="6" y="21"/>
                    </a:cubicBezTo>
                    <a:cubicBezTo>
                      <a:pt x="8" y="18"/>
                      <a:pt x="15" y="19"/>
                      <a:pt x="18" y="18"/>
                    </a:cubicBezTo>
                    <a:cubicBezTo>
                      <a:pt x="14" y="16"/>
                      <a:pt x="10" y="17"/>
                      <a:pt x="10" y="12"/>
                    </a:cubicBezTo>
                    <a:cubicBezTo>
                      <a:pt x="10" y="8"/>
                      <a:pt x="15" y="3"/>
                      <a:pt x="14" y="0"/>
                    </a:cubicBezTo>
                    <a:cubicBezTo>
                      <a:pt x="9" y="3"/>
                      <a:pt x="1" y="11"/>
                      <a:pt x="0" y="17"/>
                    </a:cubicBezTo>
                  </a:path>
                </a:pathLst>
              </a:custGeom>
              <a:solidFill>
                <a:srgbClr val="BE7B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2" name="Freeform 100">
                <a:extLst>
                  <a:ext uri="{FF2B5EF4-FFF2-40B4-BE49-F238E27FC236}">
                    <a16:creationId xmlns:a16="http://schemas.microsoft.com/office/drawing/2014/main" id="{DBEE7255-9A62-4679-B644-EC2A7CB62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425"/>
                <a:ext cx="95" cy="90"/>
              </a:xfrm>
              <a:custGeom>
                <a:avLst/>
                <a:gdLst>
                  <a:gd name="T0" fmla="*/ 175 w 38"/>
                  <a:gd name="T1" fmla="*/ 20 h 36"/>
                  <a:gd name="T2" fmla="*/ 488 w 38"/>
                  <a:gd name="T3" fmla="*/ 63 h 36"/>
                  <a:gd name="T4" fmla="*/ 500 w 38"/>
                  <a:gd name="T5" fmla="*/ 300 h 36"/>
                  <a:gd name="T6" fmla="*/ 313 w 38"/>
                  <a:gd name="T7" fmla="*/ 500 h 36"/>
                  <a:gd name="T8" fmla="*/ 0 w 38"/>
                  <a:gd name="T9" fmla="*/ 488 h 36"/>
                  <a:gd name="T10" fmla="*/ 270 w 38"/>
                  <a:gd name="T11" fmla="*/ 425 h 36"/>
                  <a:gd name="T12" fmla="*/ 458 w 38"/>
                  <a:gd name="T13" fmla="*/ 250 h 36"/>
                  <a:gd name="T14" fmla="*/ 145 w 38"/>
                  <a:gd name="T15" fmla="*/ 208 h 36"/>
                  <a:gd name="T16" fmla="*/ 50 w 38"/>
                  <a:gd name="T17" fmla="*/ 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6">
                    <a:moveTo>
                      <a:pt x="11" y="1"/>
                    </a:moveTo>
                    <a:cubicBezTo>
                      <a:pt x="17" y="4"/>
                      <a:pt x="25" y="2"/>
                      <a:pt x="31" y="4"/>
                    </a:cubicBezTo>
                    <a:cubicBezTo>
                      <a:pt x="38" y="6"/>
                      <a:pt x="35" y="14"/>
                      <a:pt x="32" y="19"/>
                    </a:cubicBezTo>
                    <a:cubicBezTo>
                      <a:pt x="29" y="23"/>
                      <a:pt x="24" y="30"/>
                      <a:pt x="20" y="32"/>
                    </a:cubicBezTo>
                    <a:cubicBezTo>
                      <a:pt x="14" y="36"/>
                      <a:pt x="6" y="33"/>
                      <a:pt x="0" y="31"/>
                    </a:cubicBezTo>
                    <a:cubicBezTo>
                      <a:pt x="4" y="33"/>
                      <a:pt x="13" y="29"/>
                      <a:pt x="17" y="27"/>
                    </a:cubicBezTo>
                    <a:cubicBezTo>
                      <a:pt x="22" y="25"/>
                      <a:pt x="27" y="21"/>
                      <a:pt x="29" y="16"/>
                    </a:cubicBezTo>
                    <a:cubicBezTo>
                      <a:pt x="34" y="4"/>
                      <a:pt x="14" y="14"/>
                      <a:pt x="9" y="13"/>
                    </a:cubicBezTo>
                    <a:cubicBezTo>
                      <a:pt x="22" y="12"/>
                      <a:pt x="7" y="2"/>
                      <a:pt x="3" y="0"/>
                    </a:cubicBezTo>
                  </a:path>
                </a:pathLst>
              </a:custGeom>
              <a:solidFill>
                <a:srgbClr val="BE7B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3" name="Freeform 101">
                <a:extLst>
                  <a:ext uri="{FF2B5EF4-FFF2-40B4-BE49-F238E27FC236}">
                    <a16:creationId xmlns:a16="http://schemas.microsoft.com/office/drawing/2014/main" id="{ED8B0343-508E-48C6-8A1E-7594DD8F9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522"/>
                <a:ext cx="103" cy="40"/>
              </a:xfrm>
              <a:custGeom>
                <a:avLst/>
                <a:gdLst>
                  <a:gd name="T0" fmla="*/ 113 w 41"/>
                  <a:gd name="T1" fmla="*/ 145 h 16"/>
                  <a:gd name="T2" fmla="*/ 442 w 41"/>
                  <a:gd name="T3" fmla="*/ 220 h 16"/>
                  <a:gd name="T4" fmla="*/ 651 w 41"/>
                  <a:gd name="T5" fmla="*/ 0 h 16"/>
                  <a:gd name="T6" fmla="*/ 555 w 41"/>
                  <a:gd name="T7" fmla="*/ 145 h 16"/>
                  <a:gd name="T8" fmla="*/ 347 w 41"/>
                  <a:gd name="T9" fmla="*/ 175 h 16"/>
                  <a:gd name="T10" fmla="*/ 0 w 41"/>
                  <a:gd name="T11" fmla="*/ 8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6">
                    <a:moveTo>
                      <a:pt x="7" y="9"/>
                    </a:moveTo>
                    <a:cubicBezTo>
                      <a:pt x="14" y="13"/>
                      <a:pt x="21" y="16"/>
                      <a:pt x="28" y="14"/>
                    </a:cubicBezTo>
                    <a:cubicBezTo>
                      <a:pt x="37" y="11"/>
                      <a:pt x="41" y="10"/>
                      <a:pt x="41" y="0"/>
                    </a:cubicBezTo>
                    <a:cubicBezTo>
                      <a:pt x="38" y="3"/>
                      <a:pt x="38" y="6"/>
                      <a:pt x="35" y="9"/>
                    </a:cubicBezTo>
                    <a:cubicBezTo>
                      <a:pt x="31" y="11"/>
                      <a:pt x="26" y="11"/>
                      <a:pt x="22" y="11"/>
                    </a:cubicBezTo>
                    <a:cubicBezTo>
                      <a:pt x="14" y="11"/>
                      <a:pt x="8" y="6"/>
                      <a:pt x="0" y="5"/>
                    </a:cubicBezTo>
                  </a:path>
                </a:pathLst>
              </a:custGeom>
              <a:solidFill>
                <a:srgbClr val="BE7B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4" name="Freeform 102">
                <a:extLst>
                  <a:ext uri="{FF2B5EF4-FFF2-40B4-BE49-F238E27FC236}">
                    <a16:creationId xmlns:a16="http://schemas.microsoft.com/office/drawing/2014/main" id="{D9D9D526-9ED8-405A-8F66-70FBEFCA2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67"/>
                <a:ext cx="52" cy="50"/>
              </a:xfrm>
              <a:custGeom>
                <a:avLst/>
                <a:gdLst>
                  <a:gd name="T0" fmla="*/ 30 w 21"/>
                  <a:gd name="T1" fmla="*/ 113 h 20"/>
                  <a:gd name="T2" fmla="*/ 319 w 21"/>
                  <a:gd name="T3" fmla="*/ 145 h 20"/>
                  <a:gd name="T4" fmla="*/ 154 w 21"/>
                  <a:gd name="T5" fmla="*/ 188 h 20"/>
                  <a:gd name="T6" fmla="*/ 0 w 21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2" y="7"/>
                    </a:moveTo>
                    <a:cubicBezTo>
                      <a:pt x="4" y="17"/>
                      <a:pt x="16" y="20"/>
                      <a:pt x="21" y="9"/>
                    </a:cubicBezTo>
                    <a:cubicBezTo>
                      <a:pt x="19" y="14"/>
                      <a:pt x="15" y="14"/>
                      <a:pt x="10" y="12"/>
                    </a:cubicBezTo>
                    <a:cubicBezTo>
                      <a:pt x="5" y="9"/>
                      <a:pt x="4" y="4"/>
                      <a:pt x="0" y="0"/>
                    </a:cubicBezTo>
                  </a:path>
                </a:pathLst>
              </a:custGeom>
              <a:solidFill>
                <a:srgbClr val="BE7B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5" name="Freeform 103">
                <a:extLst>
                  <a:ext uri="{FF2B5EF4-FFF2-40B4-BE49-F238E27FC236}">
                    <a16:creationId xmlns:a16="http://schemas.microsoft.com/office/drawing/2014/main" id="{CBB6DF34-FE24-4AB4-9B9B-BBF7D54820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3" y="2592"/>
                <a:ext cx="655" cy="148"/>
              </a:xfrm>
              <a:custGeom>
                <a:avLst/>
                <a:gdLst>
                  <a:gd name="T0" fmla="*/ 3020 w 262"/>
                  <a:gd name="T1" fmla="*/ 125 h 59"/>
                  <a:gd name="T2" fmla="*/ 1175 w 262"/>
                  <a:gd name="T3" fmla="*/ 63 h 59"/>
                  <a:gd name="T4" fmla="*/ 783 w 262"/>
                  <a:gd name="T5" fmla="*/ 176 h 59"/>
                  <a:gd name="T6" fmla="*/ 220 w 262"/>
                  <a:gd name="T7" fmla="*/ 113 h 59"/>
                  <a:gd name="T8" fmla="*/ 20 w 262"/>
                  <a:gd name="T9" fmla="*/ 125 h 59"/>
                  <a:gd name="T10" fmla="*/ 313 w 262"/>
                  <a:gd name="T11" fmla="*/ 188 h 59"/>
                  <a:gd name="T12" fmla="*/ 625 w 262"/>
                  <a:gd name="T13" fmla="*/ 238 h 59"/>
                  <a:gd name="T14" fmla="*/ 783 w 262"/>
                  <a:gd name="T15" fmla="*/ 271 h 59"/>
                  <a:gd name="T16" fmla="*/ 1000 w 262"/>
                  <a:gd name="T17" fmla="*/ 221 h 59"/>
                  <a:gd name="T18" fmla="*/ 1520 w 262"/>
                  <a:gd name="T19" fmla="*/ 125 h 59"/>
                  <a:gd name="T20" fmla="*/ 1908 w 262"/>
                  <a:gd name="T21" fmla="*/ 95 h 59"/>
                  <a:gd name="T22" fmla="*/ 2250 w 262"/>
                  <a:gd name="T23" fmla="*/ 176 h 59"/>
                  <a:gd name="T24" fmla="*/ 2875 w 262"/>
                  <a:gd name="T25" fmla="*/ 271 h 59"/>
                  <a:gd name="T26" fmla="*/ 3063 w 262"/>
                  <a:gd name="T27" fmla="*/ 221 h 59"/>
                  <a:gd name="T28" fmla="*/ 3158 w 262"/>
                  <a:gd name="T29" fmla="*/ 301 h 59"/>
                  <a:gd name="T30" fmla="*/ 3188 w 262"/>
                  <a:gd name="T31" fmla="*/ 472 h 59"/>
                  <a:gd name="T32" fmla="*/ 3408 w 262"/>
                  <a:gd name="T33" fmla="*/ 346 h 59"/>
                  <a:gd name="T34" fmla="*/ 3470 w 262"/>
                  <a:gd name="T35" fmla="*/ 534 h 59"/>
                  <a:gd name="T36" fmla="*/ 3613 w 262"/>
                  <a:gd name="T37" fmla="*/ 396 h 59"/>
                  <a:gd name="T38" fmla="*/ 3658 w 262"/>
                  <a:gd name="T39" fmla="*/ 584 h 59"/>
                  <a:gd name="T40" fmla="*/ 3738 w 262"/>
                  <a:gd name="T41" fmla="*/ 459 h 59"/>
                  <a:gd name="T42" fmla="*/ 3908 w 262"/>
                  <a:gd name="T43" fmla="*/ 522 h 59"/>
                  <a:gd name="T44" fmla="*/ 3875 w 262"/>
                  <a:gd name="T45" fmla="*/ 931 h 59"/>
                  <a:gd name="T46" fmla="*/ 4083 w 262"/>
                  <a:gd name="T47" fmla="*/ 522 h 59"/>
                  <a:gd name="T48" fmla="*/ 4095 w 262"/>
                  <a:gd name="T49" fmla="*/ 409 h 59"/>
                  <a:gd name="T50" fmla="*/ 3020 w 262"/>
                  <a:gd name="T51" fmla="*/ 125 h 59"/>
                  <a:gd name="T52" fmla="*/ 0 w 262"/>
                  <a:gd name="T53" fmla="*/ 125 h 59"/>
                  <a:gd name="T54" fmla="*/ 0 w 262"/>
                  <a:gd name="T55" fmla="*/ 125 h 59"/>
                  <a:gd name="T56" fmla="*/ 0 w 262"/>
                  <a:gd name="T57" fmla="*/ 125 h 5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62" h="59">
                    <a:moveTo>
                      <a:pt x="193" y="8"/>
                    </a:moveTo>
                    <a:cubicBezTo>
                      <a:pt x="150" y="0"/>
                      <a:pt x="117" y="4"/>
                      <a:pt x="75" y="4"/>
                    </a:cubicBezTo>
                    <a:cubicBezTo>
                      <a:pt x="70" y="4"/>
                      <a:pt x="54" y="11"/>
                      <a:pt x="50" y="11"/>
                    </a:cubicBezTo>
                    <a:cubicBezTo>
                      <a:pt x="28" y="11"/>
                      <a:pt x="26" y="6"/>
                      <a:pt x="14" y="7"/>
                    </a:cubicBezTo>
                    <a:cubicBezTo>
                      <a:pt x="10" y="7"/>
                      <a:pt x="5" y="7"/>
                      <a:pt x="1" y="8"/>
                    </a:cubicBezTo>
                    <a:cubicBezTo>
                      <a:pt x="8" y="11"/>
                      <a:pt x="12" y="11"/>
                      <a:pt x="20" y="12"/>
                    </a:cubicBezTo>
                    <a:cubicBezTo>
                      <a:pt x="27" y="12"/>
                      <a:pt x="33" y="12"/>
                      <a:pt x="40" y="15"/>
                    </a:cubicBezTo>
                    <a:cubicBezTo>
                      <a:pt x="44" y="18"/>
                      <a:pt x="45" y="18"/>
                      <a:pt x="50" y="17"/>
                    </a:cubicBezTo>
                    <a:cubicBezTo>
                      <a:pt x="55" y="16"/>
                      <a:pt x="59" y="15"/>
                      <a:pt x="64" y="14"/>
                    </a:cubicBezTo>
                    <a:cubicBezTo>
                      <a:pt x="75" y="11"/>
                      <a:pt x="86" y="9"/>
                      <a:pt x="97" y="8"/>
                    </a:cubicBezTo>
                    <a:cubicBezTo>
                      <a:pt x="106" y="7"/>
                      <a:pt x="114" y="7"/>
                      <a:pt x="122" y="6"/>
                    </a:cubicBezTo>
                    <a:cubicBezTo>
                      <a:pt x="129" y="5"/>
                      <a:pt x="140" y="5"/>
                      <a:pt x="144" y="11"/>
                    </a:cubicBezTo>
                    <a:cubicBezTo>
                      <a:pt x="149" y="10"/>
                      <a:pt x="186" y="4"/>
                      <a:pt x="184" y="17"/>
                    </a:cubicBezTo>
                    <a:cubicBezTo>
                      <a:pt x="188" y="15"/>
                      <a:pt x="192" y="14"/>
                      <a:pt x="196" y="14"/>
                    </a:cubicBezTo>
                    <a:cubicBezTo>
                      <a:pt x="199" y="14"/>
                      <a:pt x="207" y="15"/>
                      <a:pt x="202" y="19"/>
                    </a:cubicBezTo>
                    <a:cubicBezTo>
                      <a:pt x="209" y="16"/>
                      <a:pt x="206" y="27"/>
                      <a:pt x="204" y="30"/>
                    </a:cubicBezTo>
                    <a:cubicBezTo>
                      <a:pt x="207" y="27"/>
                      <a:pt x="214" y="21"/>
                      <a:pt x="218" y="22"/>
                    </a:cubicBezTo>
                    <a:cubicBezTo>
                      <a:pt x="224" y="22"/>
                      <a:pt x="222" y="31"/>
                      <a:pt x="222" y="34"/>
                    </a:cubicBezTo>
                    <a:cubicBezTo>
                      <a:pt x="224" y="31"/>
                      <a:pt x="227" y="25"/>
                      <a:pt x="231" y="25"/>
                    </a:cubicBezTo>
                    <a:cubicBezTo>
                      <a:pt x="238" y="25"/>
                      <a:pt x="235" y="33"/>
                      <a:pt x="234" y="37"/>
                    </a:cubicBezTo>
                    <a:cubicBezTo>
                      <a:pt x="235" y="35"/>
                      <a:pt x="236" y="30"/>
                      <a:pt x="239" y="29"/>
                    </a:cubicBezTo>
                    <a:cubicBezTo>
                      <a:pt x="243" y="26"/>
                      <a:pt x="248" y="29"/>
                      <a:pt x="250" y="33"/>
                    </a:cubicBezTo>
                    <a:cubicBezTo>
                      <a:pt x="254" y="39"/>
                      <a:pt x="253" y="54"/>
                      <a:pt x="248" y="59"/>
                    </a:cubicBezTo>
                    <a:cubicBezTo>
                      <a:pt x="255" y="51"/>
                      <a:pt x="260" y="44"/>
                      <a:pt x="261" y="33"/>
                    </a:cubicBezTo>
                    <a:cubicBezTo>
                      <a:pt x="261" y="32"/>
                      <a:pt x="262" y="29"/>
                      <a:pt x="262" y="26"/>
                    </a:cubicBezTo>
                    <a:cubicBezTo>
                      <a:pt x="242" y="21"/>
                      <a:pt x="223" y="13"/>
                      <a:pt x="193" y="8"/>
                    </a:cubicBezTo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BE7B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6" name="Freeform 104">
                <a:extLst>
                  <a:ext uri="{FF2B5EF4-FFF2-40B4-BE49-F238E27FC236}">
                    <a16:creationId xmlns:a16="http://schemas.microsoft.com/office/drawing/2014/main" id="{72205095-30E4-4EBE-B06C-190E4AFE2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837"/>
                <a:ext cx="103" cy="143"/>
              </a:xfrm>
              <a:custGeom>
                <a:avLst/>
                <a:gdLst>
                  <a:gd name="T0" fmla="*/ 0 w 41"/>
                  <a:gd name="T1" fmla="*/ 238 h 57"/>
                  <a:gd name="T2" fmla="*/ 334 w 41"/>
                  <a:gd name="T3" fmla="*/ 146 h 57"/>
                  <a:gd name="T4" fmla="*/ 600 w 41"/>
                  <a:gd name="T5" fmla="*/ 0 h 57"/>
                  <a:gd name="T6" fmla="*/ 651 w 41"/>
                  <a:gd name="T7" fmla="*/ 442 h 57"/>
                  <a:gd name="T8" fmla="*/ 618 w 41"/>
                  <a:gd name="T9" fmla="*/ 901 h 57"/>
                  <a:gd name="T10" fmla="*/ 492 w 41"/>
                  <a:gd name="T11" fmla="*/ 647 h 57"/>
                  <a:gd name="T12" fmla="*/ 525 w 41"/>
                  <a:gd name="T13" fmla="*/ 334 h 57"/>
                  <a:gd name="T14" fmla="*/ 367 w 41"/>
                  <a:gd name="T15" fmla="*/ 459 h 57"/>
                  <a:gd name="T16" fmla="*/ 347 w 41"/>
                  <a:gd name="T17" fmla="*/ 271 h 57"/>
                  <a:gd name="T18" fmla="*/ 126 w 41"/>
                  <a:gd name="T19" fmla="*/ 396 h 57"/>
                  <a:gd name="T20" fmla="*/ 0 w 41"/>
                  <a:gd name="T21" fmla="*/ 251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57">
                    <a:moveTo>
                      <a:pt x="0" y="15"/>
                    </a:moveTo>
                    <a:cubicBezTo>
                      <a:pt x="6" y="12"/>
                      <a:pt x="15" y="11"/>
                      <a:pt x="21" y="9"/>
                    </a:cubicBezTo>
                    <a:cubicBezTo>
                      <a:pt x="28" y="7"/>
                      <a:pt x="33" y="3"/>
                      <a:pt x="38" y="0"/>
                    </a:cubicBezTo>
                    <a:cubicBezTo>
                      <a:pt x="40" y="9"/>
                      <a:pt x="41" y="18"/>
                      <a:pt x="41" y="28"/>
                    </a:cubicBezTo>
                    <a:cubicBezTo>
                      <a:pt x="40" y="37"/>
                      <a:pt x="41" y="48"/>
                      <a:pt x="39" y="57"/>
                    </a:cubicBezTo>
                    <a:cubicBezTo>
                      <a:pt x="38" y="54"/>
                      <a:pt x="38" y="32"/>
                      <a:pt x="31" y="41"/>
                    </a:cubicBezTo>
                    <a:cubicBezTo>
                      <a:pt x="35" y="38"/>
                      <a:pt x="37" y="25"/>
                      <a:pt x="33" y="21"/>
                    </a:cubicBezTo>
                    <a:cubicBezTo>
                      <a:pt x="29" y="23"/>
                      <a:pt x="26" y="26"/>
                      <a:pt x="23" y="29"/>
                    </a:cubicBezTo>
                    <a:cubicBezTo>
                      <a:pt x="25" y="26"/>
                      <a:pt x="27" y="18"/>
                      <a:pt x="22" y="17"/>
                    </a:cubicBezTo>
                    <a:cubicBezTo>
                      <a:pt x="18" y="16"/>
                      <a:pt x="11" y="23"/>
                      <a:pt x="8" y="25"/>
                    </a:cubicBezTo>
                    <a:cubicBezTo>
                      <a:pt x="17" y="19"/>
                      <a:pt x="6" y="13"/>
                      <a:pt x="0" y="16"/>
                    </a:cubicBezTo>
                  </a:path>
                </a:pathLst>
              </a:custGeom>
              <a:solidFill>
                <a:srgbClr val="BE7B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7" name="Freeform 105">
                <a:extLst>
                  <a:ext uri="{FF2B5EF4-FFF2-40B4-BE49-F238E27FC236}">
                    <a16:creationId xmlns:a16="http://schemas.microsoft.com/office/drawing/2014/main" id="{47F111F5-6729-4FF2-8F63-1327B5587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610"/>
                <a:ext cx="200" cy="80"/>
              </a:xfrm>
              <a:custGeom>
                <a:avLst/>
                <a:gdLst>
                  <a:gd name="T0" fmla="*/ 0 w 80"/>
                  <a:gd name="T1" fmla="*/ 500 h 32"/>
                  <a:gd name="T2" fmla="*/ 313 w 80"/>
                  <a:gd name="T3" fmla="*/ 363 h 32"/>
                  <a:gd name="T4" fmla="*/ 658 w 80"/>
                  <a:gd name="T5" fmla="*/ 208 h 32"/>
                  <a:gd name="T6" fmla="*/ 1250 w 80"/>
                  <a:gd name="T7" fmla="*/ 83 h 32"/>
                  <a:gd name="T8" fmla="*/ 500 w 80"/>
                  <a:gd name="T9" fmla="*/ 34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2">
                    <a:moveTo>
                      <a:pt x="0" y="32"/>
                    </a:moveTo>
                    <a:cubicBezTo>
                      <a:pt x="5" y="28"/>
                      <a:pt x="14" y="25"/>
                      <a:pt x="20" y="23"/>
                    </a:cubicBezTo>
                    <a:cubicBezTo>
                      <a:pt x="27" y="19"/>
                      <a:pt x="34" y="16"/>
                      <a:pt x="42" y="13"/>
                    </a:cubicBezTo>
                    <a:cubicBezTo>
                      <a:pt x="50" y="10"/>
                      <a:pt x="73" y="0"/>
                      <a:pt x="80" y="5"/>
                    </a:cubicBezTo>
                    <a:cubicBezTo>
                      <a:pt x="67" y="13"/>
                      <a:pt x="46" y="17"/>
                      <a:pt x="32" y="22"/>
                    </a:cubicBezTo>
                  </a:path>
                </a:pathLst>
              </a:custGeom>
              <a:solidFill>
                <a:srgbClr val="BE7B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8" name="Freeform 106">
                <a:extLst>
                  <a:ext uri="{FF2B5EF4-FFF2-40B4-BE49-F238E27FC236}">
                    <a16:creationId xmlns:a16="http://schemas.microsoft.com/office/drawing/2014/main" id="{513C63F3-EDC0-4ED2-B1AB-B3ECB85CD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622"/>
                <a:ext cx="158" cy="85"/>
              </a:xfrm>
              <a:custGeom>
                <a:avLst/>
                <a:gdLst>
                  <a:gd name="T0" fmla="*/ 0 w 63"/>
                  <a:gd name="T1" fmla="*/ 533 h 34"/>
                  <a:gd name="T2" fmla="*/ 838 w 63"/>
                  <a:gd name="T3" fmla="*/ 0 h 34"/>
                  <a:gd name="T4" fmla="*/ 346 w 63"/>
                  <a:gd name="T5" fmla="*/ 395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34">
                    <a:moveTo>
                      <a:pt x="0" y="34"/>
                    </a:moveTo>
                    <a:cubicBezTo>
                      <a:pt x="17" y="22"/>
                      <a:pt x="37" y="15"/>
                      <a:pt x="53" y="0"/>
                    </a:cubicBezTo>
                    <a:cubicBezTo>
                      <a:pt x="63" y="7"/>
                      <a:pt x="25" y="23"/>
                      <a:pt x="22" y="25"/>
                    </a:cubicBezTo>
                  </a:path>
                </a:pathLst>
              </a:custGeom>
              <a:solidFill>
                <a:srgbClr val="BE7B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9" name="Freeform 107">
                <a:extLst>
                  <a:ext uri="{FF2B5EF4-FFF2-40B4-BE49-F238E27FC236}">
                    <a16:creationId xmlns:a16="http://schemas.microsoft.com/office/drawing/2014/main" id="{A49D118D-9C49-4CAF-8120-7A31ACA33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645"/>
                <a:ext cx="103" cy="115"/>
              </a:xfrm>
              <a:custGeom>
                <a:avLst/>
                <a:gdLst>
                  <a:gd name="T0" fmla="*/ 0 w 41"/>
                  <a:gd name="T1" fmla="*/ 720 h 46"/>
                  <a:gd name="T2" fmla="*/ 271 w 41"/>
                  <a:gd name="T3" fmla="*/ 458 h 46"/>
                  <a:gd name="T4" fmla="*/ 555 w 41"/>
                  <a:gd name="T5" fmla="*/ 0 h 46"/>
                  <a:gd name="T6" fmla="*/ 588 w 41"/>
                  <a:gd name="T7" fmla="*/ 175 h 46"/>
                  <a:gd name="T8" fmla="*/ 317 w 41"/>
                  <a:gd name="T9" fmla="*/ 48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6">
                    <a:moveTo>
                      <a:pt x="0" y="46"/>
                    </a:moveTo>
                    <a:cubicBezTo>
                      <a:pt x="9" y="42"/>
                      <a:pt x="11" y="37"/>
                      <a:pt x="17" y="29"/>
                    </a:cubicBezTo>
                    <a:cubicBezTo>
                      <a:pt x="24" y="21"/>
                      <a:pt x="33" y="10"/>
                      <a:pt x="35" y="0"/>
                    </a:cubicBezTo>
                    <a:cubicBezTo>
                      <a:pt x="41" y="4"/>
                      <a:pt x="40" y="5"/>
                      <a:pt x="37" y="11"/>
                    </a:cubicBezTo>
                    <a:cubicBezTo>
                      <a:pt x="33" y="17"/>
                      <a:pt x="25" y="26"/>
                      <a:pt x="20" y="31"/>
                    </a:cubicBezTo>
                  </a:path>
                </a:pathLst>
              </a:custGeom>
              <a:solidFill>
                <a:srgbClr val="BE7B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0" name="Freeform 108">
                <a:extLst>
                  <a:ext uri="{FF2B5EF4-FFF2-40B4-BE49-F238E27FC236}">
                    <a16:creationId xmlns:a16="http://schemas.microsoft.com/office/drawing/2014/main" id="{74257BA9-9792-4170-98A9-4947B16AA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667"/>
                <a:ext cx="67" cy="128"/>
              </a:xfrm>
              <a:custGeom>
                <a:avLst/>
                <a:gdLst>
                  <a:gd name="T0" fmla="*/ 400 w 27"/>
                  <a:gd name="T1" fmla="*/ 63 h 51"/>
                  <a:gd name="T2" fmla="*/ 0 w 27"/>
                  <a:gd name="T3" fmla="*/ 806 h 51"/>
                  <a:gd name="T4" fmla="*/ 228 w 27"/>
                  <a:gd name="T5" fmla="*/ 409 h 51"/>
                  <a:gd name="T6" fmla="*/ 216 w 27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1">
                    <a:moveTo>
                      <a:pt x="26" y="4"/>
                    </a:moveTo>
                    <a:cubicBezTo>
                      <a:pt x="27" y="22"/>
                      <a:pt x="12" y="41"/>
                      <a:pt x="0" y="51"/>
                    </a:cubicBezTo>
                    <a:cubicBezTo>
                      <a:pt x="7" y="47"/>
                      <a:pt x="12" y="34"/>
                      <a:pt x="15" y="26"/>
                    </a:cubicBezTo>
                    <a:cubicBezTo>
                      <a:pt x="18" y="17"/>
                      <a:pt x="20" y="8"/>
                      <a:pt x="14" y="0"/>
                    </a:cubicBezTo>
                  </a:path>
                </a:pathLst>
              </a:custGeom>
              <a:solidFill>
                <a:srgbClr val="BE7B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1" name="Freeform 109">
                <a:extLst>
                  <a:ext uri="{FF2B5EF4-FFF2-40B4-BE49-F238E27FC236}">
                    <a16:creationId xmlns:a16="http://schemas.microsoft.com/office/drawing/2014/main" id="{2EFA4CC5-1D49-42CC-A83B-88CE1C2B6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885"/>
                <a:ext cx="1478" cy="367"/>
              </a:xfrm>
              <a:custGeom>
                <a:avLst/>
                <a:gdLst>
                  <a:gd name="T0" fmla="*/ 8976 w 591"/>
                  <a:gd name="T1" fmla="*/ 1790 h 147"/>
                  <a:gd name="T2" fmla="*/ 8755 w 591"/>
                  <a:gd name="T3" fmla="*/ 1383 h 147"/>
                  <a:gd name="T4" fmla="*/ 8368 w 591"/>
                  <a:gd name="T5" fmla="*/ 1071 h 147"/>
                  <a:gd name="T6" fmla="*/ 7993 w 591"/>
                  <a:gd name="T7" fmla="*/ 761 h 147"/>
                  <a:gd name="T8" fmla="*/ 7475 w 591"/>
                  <a:gd name="T9" fmla="*/ 574 h 147"/>
                  <a:gd name="T10" fmla="*/ 7272 w 591"/>
                  <a:gd name="T11" fmla="*/ 200 h 147"/>
                  <a:gd name="T12" fmla="*/ 7272 w 591"/>
                  <a:gd name="T13" fmla="*/ 479 h 147"/>
                  <a:gd name="T14" fmla="*/ 6742 w 591"/>
                  <a:gd name="T15" fmla="*/ 467 h 147"/>
                  <a:gd name="T16" fmla="*/ 6147 w 591"/>
                  <a:gd name="T17" fmla="*/ 624 h 147"/>
                  <a:gd name="T18" fmla="*/ 5647 w 591"/>
                  <a:gd name="T19" fmla="*/ 467 h 147"/>
                  <a:gd name="T20" fmla="*/ 5192 w 591"/>
                  <a:gd name="T21" fmla="*/ 467 h 147"/>
                  <a:gd name="T22" fmla="*/ 4442 w 591"/>
                  <a:gd name="T23" fmla="*/ 355 h 147"/>
                  <a:gd name="T24" fmla="*/ 4004 w 591"/>
                  <a:gd name="T25" fmla="*/ 387 h 147"/>
                  <a:gd name="T26" fmla="*/ 3896 w 591"/>
                  <a:gd name="T27" fmla="*/ 387 h 147"/>
                  <a:gd name="T28" fmla="*/ 3784 w 591"/>
                  <a:gd name="T29" fmla="*/ 230 h 147"/>
                  <a:gd name="T30" fmla="*/ 3584 w 591"/>
                  <a:gd name="T31" fmla="*/ 167 h 147"/>
                  <a:gd name="T32" fmla="*/ 3034 w 591"/>
                  <a:gd name="T33" fmla="*/ 342 h 147"/>
                  <a:gd name="T34" fmla="*/ 2551 w 591"/>
                  <a:gd name="T35" fmla="*/ 529 h 147"/>
                  <a:gd name="T36" fmla="*/ 2208 w 591"/>
                  <a:gd name="T37" fmla="*/ 467 h 147"/>
                  <a:gd name="T38" fmla="*/ 1801 w 591"/>
                  <a:gd name="T39" fmla="*/ 499 h 147"/>
                  <a:gd name="T40" fmla="*/ 1250 w 591"/>
                  <a:gd name="T41" fmla="*/ 355 h 147"/>
                  <a:gd name="T42" fmla="*/ 895 w 591"/>
                  <a:gd name="T43" fmla="*/ 155 h 147"/>
                  <a:gd name="T44" fmla="*/ 50 w 591"/>
                  <a:gd name="T45" fmla="*/ 417 h 147"/>
                  <a:gd name="T46" fmla="*/ 20 w 591"/>
                  <a:gd name="T47" fmla="*/ 479 h 147"/>
                  <a:gd name="T48" fmla="*/ 50 w 591"/>
                  <a:gd name="T49" fmla="*/ 467 h 147"/>
                  <a:gd name="T50" fmla="*/ 408 w 591"/>
                  <a:gd name="T51" fmla="*/ 200 h 147"/>
                  <a:gd name="T52" fmla="*/ 1613 w 591"/>
                  <a:gd name="T53" fmla="*/ 667 h 147"/>
                  <a:gd name="T54" fmla="*/ 2471 w 591"/>
                  <a:gd name="T55" fmla="*/ 687 h 147"/>
                  <a:gd name="T56" fmla="*/ 2938 w 591"/>
                  <a:gd name="T57" fmla="*/ 749 h 147"/>
                  <a:gd name="T58" fmla="*/ 3239 w 591"/>
                  <a:gd name="T59" fmla="*/ 542 h 147"/>
                  <a:gd name="T60" fmla="*/ 4334 w 591"/>
                  <a:gd name="T61" fmla="*/ 592 h 147"/>
                  <a:gd name="T62" fmla="*/ 5930 w 591"/>
                  <a:gd name="T63" fmla="*/ 667 h 147"/>
                  <a:gd name="T64" fmla="*/ 6367 w 591"/>
                  <a:gd name="T65" fmla="*/ 749 h 147"/>
                  <a:gd name="T66" fmla="*/ 6755 w 591"/>
                  <a:gd name="T67" fmla="*/ 624 h 147"/>
                  <a:gd name="T68" fmla="*/ 8025 w 591"/>
                  <a:gd name="T69" fmla="*/ 996 h 147"/>
                  <a:gd name="T70" fmla="*/ 8180 w 591"/>
                  <a:gd name="T71" fmla="*/ 1278 h 147"/>
                  <a:gd name="T72" fmla="*/ 8618 w 591"/>
                  <a:gd name="T73" fmla="*/ 1446 h 147"/>
                  <a:gd name="T74" fmla="*/ 8993 w 591"/>
                  <a:gd name="T75" fmla="*/ 2287 h 147"/>
                  <a:gd name="T76" fmla="*/ 9243 w 591"/>
                  <a:gd name="T77" fmla="*/ 2224 h 147"/>
                  <a:gd name="T78" fmla="*/ 8976 w 591"/>
                  <a:gd name="T79" fmla="*/ 1790 h 1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91" h="147">
                    <a:moveTo>
                      <a:pt x="574" y="115"/>
                    </a:moveTo>
                    <a:cubicBezTo>
                      <a:pt x="571" y="106"/>
                      <a:pt x="568" y="95"/>
                      <a:pt x="560" y="89"/>
                    </a:cubicBezTo>
                    <a:cubicBezTo>
                      <a:pt x="552" y="82"/>
                      <a:pt x="542" y="77"/>
                      <a:pt x="535" y="69"/>
                    </a:cubicBezTo>
                    <a:cubicBezTo>
                      <a:pt x="527" y="62"/>
                      <a:pt x="519" y="56"/>
                      <a:pt x="511" y="49"/>
                    </a:cubicBezTo>
                    <a:cubicBezTo>
                      <a:pt x="504" y="42"/>
                      <a:pt x="487" y="42"/>
                      <a:pt x="478" y="37"/>
                    </a:cubicBezTo>
                    <a:cubicBezTo>
                      <a:pt x="469" y="32"/>
                      <a:pt x="468" y="23"/>
                      <a:pt x="465" y="13"/>
                    </a:cubicBezTo>
                    <a:cubicBezTo>
                      <a:pt x="465" y="31"/>
                      <a:pt x="465" y="31"/>
                      <a:pt x="465" y="31"/>
                    </a:cubicBezTo>
                    <a:cubicBezTo>
                      <a:pt x="453" y="30"/>
                      <a:pt x="443" y="27"/>
                      <a:pt x="431" y="30"/>
                    </a:cubicBezTo>
                    <a:cubicBezTo>
                      <a:pt x="419" y="34"/>
                      <a:pt x="405" y="41"/>
                      <a:pt x="393" y="40"/>
                    </a:cubicBezTo>
                    <a:cubicBezTo>
                      <a:pt x="383" y="39"/>
                      <a:pt x="371" y="31"/>
                      <a:pt x="361" y="30"/>
                    </a:cubicBezTo>
                    <a:cubicBezTo>
                      <a:pt x="349" y="29"/>
                      <a:pt x="343" y="29"/>
                      <a:pt x="332" y="30"/>
                    </a:cubicBezTo>
                    <a:cubicBezTo>
                      <a:pt x="316" y="31"/>
                      <a:pt x="301" y="23"/>
                      <a:pt x="284" y="23"/>
                    </a:cubicBezTo>
                    <a:cubicBezTo>
                      <a:pt x="275" y="23"/>
                      <a:pt x="265" y="24"/>
                      <a:pt x="256" y="25"/>
                    </a:cubicBezTo>
                    <a:cubicBezTo>
                      <a:pt x="254" y="25"/>
                      <a:pt x="251" y="25"/>
                      <a:pt x="249" y="25"/>
                    </a:cubicBezTo>
                    <a:cubicBezTo>
                      <a:pt x="245" y="24"/>
                      <a:pt x="245" y="18"/>
                      <a:pt x="242" y="15"/>
                    </a:cubicBezTo>
                    <a:cubicBezTo>
                      <a:pt x="239" y="12"/>
                      <a:pt x="234" y="11"/>
                      <a:pt x="229" y="11"/>
                    </a:cubicBezTo>
                    <a:cubicBezTo>
                      <a:pt x="218" y="12"/>
                      <a:pt x="203" y="16"/>
                      <a:pt x="194" y="22"/>
                    </a:cubicBezTo>
                    <a:cubicBezTo>
                      <a:pt x="184" y="29"/>
                      <a:pt x="176" y="35"/>
                      <a:pt x="163" y="34"/>
                    </a:cubicBezTo>
                    <a:cubicBezTo>
                      <a:pt x="156" y="34"/>
                      <a:pt x="149" y="31"/>
                      <a:pt x="141" y="30"/>
                    </a:cubicBezTo>
                    <a:cubicBezTo>
                      <a:pt x="132" y="30"/>
                      <a:pt x="124" y="30"/>
                      <a:pt x="115" y="32"/>
                    </a:cubicBezTo>
                    <a:cubicBezTo>
                      <a:pt x="101" y="33"/>
                      <a:pt x="91" y="33"/>
                      <a:pt x="80" y="23"/>
                    </a:cubicBezTo>
                    <a:cubicBezTo>
                      <a:pt x="71" y="16"/>
                      <a:pt x="67" y="16"/>
                      <a:pt x="57" y="10"/>
                    </a:cubicBezTo>
                    <a:cubicBezTo>
                      <a:pt x="42" y="0"/>
                      <a:pt x="6" y="5"/>
                      <a:pt x="3" y="27"/>
                    </a:cubicBezTo>
                    <a:cubicBezTo>
                      <a:pt x="2" y="30"/>
                      <a:pt x="0" y="27"/>
                      <a:pt x="1" y="31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12" y="14"/>
                      <a:pt x="26" y="13"/>
                    </a:cubicBezTo>
                    <a:cubicBezTo>
                      <a:pt x="49" y="7"/>
                      <a:pt x="76" y="32"/>
                      <a:pt x="103" y="43"/>
                    </a:cubicBezTo>
                    <a:cubicBezTo>
                      <a:pt x="129" y="48"/>
                      <a:pt x="143" y="47"/>
                      <a:pt x="158" y="44"/>
                    </a:cubicBezTo>
                    <a:cubicBezTo>
                      <a:pt x="166" y="42"/>
                      <a:pt x="178" y="50"/>
                      <a:pt x="188" y="48"/>
                    </a:cubicBezTo>
                    <a:cubicBezTo>
                      <a:pt x="197" y="47"/>
                      <a:pt x="200" y="36"/>
                      <a:pt x="207" y="35"/>
                    </a:cubicBezTo>
                    <a:cubicBezTo>
                      <a:pt x="226" y="32"/>
                      <a:pt x="245" y="32"/>
                      <a:pt x="277" y="38"/>
                    </a:cubicBezTo>
                    <a:cubicBezTo>
                      <a:pt x="305" y="44"/>
                      <a:pt x="343" y="45"/>
                      <a:pt x="379" y="43"/>
                    </a:cubicBezTo>
                    <a:cubicBezTo>
                      <a:pt x="389" y="43"/>
                      <a:pt x="398" y="49"/>
                      <a:pt x="407" y="48"/>
                    </a:cubicBezTo>
                    <a:cubicBezTo>
                      <a:pt x="416" y="48"/>
                      <a:pt x="425" y="41"/>
                      <a:pt x="432" y="40"/>
                    </a:cubicBezTo>
                    <a:cubicBezTo>
                      <a:pt x="469" y="37"/>
                      <a:pt x="486" y="47"/>
                      <a:pt x="513" y="64"/>
                    </a:cubicBezTo>
                    <a:cubicBezTo>
                      <a:pt x="518" y="68"/>
                      <a:pt x="517" y="78"/>
                      <a:pt x="523" y="82"/>
                    </a:cubicBezTo>
                    <a:cubicBezTo>
                      <a:pt x="532" y="88"/>
                      <a:pt x="546" y="87"/>
                      <a:pt x="551" y="93"/>
                    </a:cubicBezTo>
                    <a:cubicBezTo>
                      <a:pt x="564" y="106"/>
                      <a:pt x="570" y="125"/>
                      <a:pt x="575" y="147"/>
                    </a:cubicBezTo>
                    <a:cubicBezTo>
                      <a:pt x="579" y="147"/>
                      <a:pt x="586" y="142"/>
                      <a:pt x="591" y="143"/>
                    </a:cubicBezTo>
                    <a:cubicBezTo>
                      <a:pt x="582" y="138"/>
                      <a:pt x="578" y="125"/>
                      <a:pt x="574" y="115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2" name="Freeform 110">
                <a:extLst>
                  <a:ext uri="{FF2B5EF4-FFF2-40B4-BE49-F238E27FC236}">
                    <a16:creationId xmlns:a16="http://schemas.microsoft.com/office/drawing/2014/main" id="{F6C6D241-F21C-40AE-AFA4-F3D410434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590"/>
                <a:ext cx="105" cy="157"/>
              </a:xfrm>
              <a:custGeom>
                <a:avLst/>
                <a:gdLst>
                  <a:gd name="T0" fmla="*/ 425 w 42"/>
                  <a:gd name="T1" fmla="*/ 217 h 63"/>
                  <a:gd name="T2" fmla="*/ 645 w 42"/>
                  <a:gd name="T3" fmla="*/ 478 h 63"/>
                  <a:gd name="T4" fmla="*/ 500 w 42"/>
                  <a:gd name="T5" fmla="*/ 745 h 63"/>
                  <a:gd name="T6" fmla="*/ 0 w 42"/>
                  <a:gd name="T7" fmla="*/ 974 h 63"/>
                  <a:gd name="T8" fmla="*/ 113 w 42"/>
                  <a:gd name="T9" fmla="*/ 837 h 63"/>
                  <a:gd name="T10" fmla="*/ 333 w 42"/>
                  <a:gd name="T11" fmla="*/ 758 h 63"/>
                  <a:gd name="T12" fmla="*/ 488 w 42"/>
                  <a:gd name="T13" fmla="*/ 466 h 63"/>
                  <a:gd name="T14" fmla="*/ 63 w 42"/>
                  <a:gd name="T15" fmla="*/ 92 h 63"/>
                  <a:gd name="T16" fmla="*/ 238 w 42"/>
                  <a:gd name="T17" fmla="*/ 0 h 63"/>
                  <a:gd name="T18" fmla="*/ 408 w 42"/>
                  <a:gd name="T19" fmla="*/ 155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63">
                    <a:moveTo>
                      <a:pt x="27" y="14"/>
                    </a:moveTo>
                    <a:cubicBezTo>
                      <a:pt x="33" y="17"/>
                      <a:pt x="40" y="23"/>
                      <a:pt x="41" y="31"/>
                    </a:cubicBezTo>
                    <a:cubicBezTo>
                      <a:pt x="42" y="38"/>
                      <a:pt x="36" y="43"/>
                      <a:pt x="32" y="48"/>
                    </a:cubicBezTo>
                    <a:cubicBezTo>
                      <a:pt x="23" y="55"/>
                      <a:pt x="9" y="55"/>
                      <a:pt x="0" y="63"/>
                    </a:cubicBezTo>
                    <a:cubicBezTo>
                      <a:pt x="3" y="60"/>
                      <a:pt x="4" y="56"/>
                      <a:pt x="7" y="54"/>
                    </a:cubicBezTo>
                    <a:cubicBezTo>
                      <a:pt x="11" y="51"/>
                      <a:pt x="16" y="50"/>
                      <a:pt x="21" y="49"/>
                    </a:cubicBezTo>
                    <a:cubicBezTo>
                      <a:pt x="28" y="46"/>
                      <a:pt x="33" y="38"/>
                      <a:pt x="31" y="30"/>
                    </a:cubicBezTo>
                    <a:cubicBezTo>
                      <a:pt x="28" y="18"/>
                      <a:pt x="17" y="7"/>
                      <a:pt x="4" y="6"/>
                    </a:cubicBezTo>
                    <a:cubicBezTo>
                      <a:pt x="8" y="4"/>
                      <a:pt x="12" y="3"/>
                      <a:pt x="15" y="0"/>
                    </a:cubicBezTo>
                    <a:cubicBezTo>
                      <a:pt x="18" y="4"/>
                      <a:pt x="24" y="5"/>
                      <a:pt x="26" y="10"/>
                    </a:cubicBezTo>
                  </a:path>
                </a:pathLst>
              </a:custGeom>
              <a:solidFill>
                <a:srgbClr val="E4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3" name="Freeform 111">
                <a:extLst>
                  <a:ext uri="{FF2B5EF4-FFF2-40B4-BE49-F238E27FC236}">
                    <a16:creationId xmlns:a16="http://schemas.microsoft.com/office/drawing/2014/main" id="{6B0BC3CA-31FE-48E7-85B5-D07FEF42D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807"/>
                <a:ext cx="157" cy="215"/>
              </a:xfrm>
              <a:custGeom>
                <a:avLst/>
                <a:gdLst>
                  <a:gd name="T0" fmla="*/ 167 w 63"/>
                  <a:gd name="T1" fmla="*/ 583 h 86"/>
                  <a:gd name="T2" fmla="*/ 279 w 63"/>
                  <a:gd name="T3" fmla="*/ 800 h 86"/>
                  <a:gd name="T4" fmla="*/ 416 w 63"/>
                  <a:gd name="T5" fmla="*/ 1083 h 86"/>
                  <a:gd name="T6" fmla="*/ 695 w 63"/>
                  <a:gd name="T7" fmla="*/ 1270 h 86"/>
                  <a:gd name="T8" fmla="*/ 974 w 63"/>
                  <a:gd name="T9" fmla="*/ 1345 h 86"/>
                  <a:gd name="T10" fmla="*/ 571 w 63"/>
                  <a:gd name="T11" fmla="*/ 1083 h 86"/>
                  <a:gd name="T12" fmla="*/ 354 w 63"/>
                  <a:gd name="T13" fmla="*/ 783 h 86"/>
                  <a:gd name="T14" fmla="*/ 187 w 63"/>
                  <a:gd name="T15" fmla="*/ 438 h 86"/>
                  <a:gd name="T16" fmla="*/ 42 w 63"/>
                  <a:gd name="T17" fmla="*/ 0 h 86"/>
                  <a:gd name="T18" fmla="*/ 167 w 63"/>
                  <a:gd name="T19" fmla="*/ 563 h 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86">
                    <a:moveTo>
                      <a:pt x="11" y="37"/>
                    </a:moveTo>
                    <a:cubicBezTo>
                      <a:pt x="12" y="42"/>
                      <a:pt x="16" y="46"/>
                      <a:pt x="18" y="51"/>
                    </a:cubicBezTo>
                    <a:cubicBezTo>
                      <a:pt x="22" y="57"/>
                      <a:pt x="22" y="64"/>
                      <a:pt x="27" y="69"/>
                    </a:cubicBezTo>
                    <a:cubicBezTo>
                      <a:pt x="33" y="73"/>
                      <a:pt x="39" y="77"/>
                      <a:pt x="45" y="81"/>
                    </a:cubicBezTo>
                    <a:cubicBezTo>
                      <a:pt x="51" y="85"/>
                      <a:pt x="57" y="85"/>
                      <a:pt x="63" y="86"/>
                    </a:cubicBezTo>
                    <a:cubicBezTo>
                      <a:pt x="53" y="85"/>
                      <a:pt x="42" y="77"/>
                      <a:pt x="37" y="69"/>
                    </a:cubicBezTo>
                    <a:cubicBezTo>
                      <a:pt x="31" y="62"/>
                      <a:pt x="25" y="60"/>
                      <a:pt x="23" y="50"/>
                    </a:cubicBezTo>
                    <a:cubicBezTo>
                      <a:pt x="21" y="41"/>
                      <a:pt x="18" y="36"/>
                      <a:pt x="12" y="28"/>
                    </a:cubicBezTo>
                    <a:cubicBezTo>
                      <a:pt x="7" y="22"/>
                      <a:pt x="0" y="7"/>
                      <a:pt x="3" y="0"/>
                    </a:cubicBezTo>
                    <a:cubicBezTo>
                      <a:pt x="1" y="13"/>
                      <a:pt x="6" y="24"/>
                      <a:pt x="11" y="36"/>
                    </a:cubicBezTo>
                  </a:path>
                </a:pathLst>
              </a:custGeom>
              <a:solidFill>
                <a:srgbClr val="E4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4" name="Freeform 112">
                <a:extLst>
                  <a:ext uri="{FF2B5EF4-FFF2-40B4-BE49-F238E27FC236}">
                    <a16:creationId xmlns:a16="http://schemas.microsoft.com/office/drawing/2014/main" id="{BC93BE61-ACD7-4306-822B-3E8E57BB0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827"/>
                <a:ext cx="98" cy="228"/>
              </a:xfrm>
              <a:custGeom>
                <a:avLst/>
                <a:gdLst>
                  <a:gd name="T0" fmla="*/ 588 w 39"/>
                  <a:gd name="T1" fmla="*/ 0 h 91"/>
                  <a:gd name="T2" fmla="*/ 601 w 39"/>
                  <a:gd name="T3" fmla="*/ 251 h 91"/>
                  <a:gd name="T4" fmla="*/ 410 w 39"/>
                  <a:gd name="T5" fmla="*/ 408 h 91"/>
                  <a:gd name="T6" fmla="*/ 209 w 39"/>
                  <a:gd name="T7" fmla="*/ 521 h 91"/>
                  <a:gd name="T8" fmla="*/ 254 w 39"/>
                  <a:gd name="T9" fmla="*/ 709 h 91"/>
                  <a:gd name="T10" fmla="*/ 601 w 39"/>
                  <a:gd name="T11" fmla="*/ 897 h 91"/>
                  <a:gd name="T12" fmla="*/ 525 w 39"/>
                  <a:gd name="T13" fmla="*/ 1130 h 91"/>
                  <a:gd name="T14" fmla="*/ 442 w 39"/>
                  <a:gd name="T15" fmla="*/ 1431 h 91"/>
                  <a:gd name="T16" fmla="*/ 460 w 39"/>
                  <a:gd name="T17" fmla="*/ 1255 h 91"/>
                  <a:gd name="T18" fmla="*/ 472 w 39"/>
                  <a:gd name="T19" fmla="*/ 1035 h 91"/>
                  <a:gd name="T20" fmla="*/ 379 w 39"/>
                  <a:gd name="T21" fmla="*/ 909 h 91"/>
                  <a:gd name="T22" fmla="*/ 209 w 39"/>
                  <a:gd name="T23" fmla="*/ 879 h 91"/>
                  <a:gd name="T24" fmla="*/ 20 w 39"/>
                  <a:gd name="T25" fmla="*/ 804 h 91"/>
                  <a:gd name="T26" fmla="*/ 63 w 39"/>
                  <a:gd name="T27" fmla="*/ 521 h 91"/>
                  <a:gd name="T28" fmla="*/ 95 w 39"/>
                  <a:gd name="T29" fmla="*/ 346 h 91"/>
                  <a:gd name="T30" fmla="*/ 284 w 39"/>
                  <a:gd name="T31" fmla="*/ 363 h 91"/>
                  <a:gd name="T32" fmla="*/ 442 w 39"/>
                  <a:gd name="T33" fmla="*/ 283 h 9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91">
                    <a:moveTo>
                      <a:pt x="37" y="0"/>
                    </a:moveTo>
                    <a:cubicBezTo>
                      <a:pt x="36" y="5"/>
                      <a:pt x="39" y="11"/>
                      <a:pt x="38" y="16"/>
                    </a:cubicBezTo>
                    <a:cubicBezTo>
                      <a:pt x="36" y="24"/>
                      <a:pt x="33" y="24"/>
                      <a:pt x="26" y="26"/>
                    </a:cubicBezTo>
                    <a:cubicBezTo>
                      <a:pt x="23" y="27"/>
                      <a:pt x="14" y="30"/>
                      <a:pt x="13" y="33"/>
                    </a:cubicBezTo>
                    <a:cubicBezTo>
                      <a:pt x="12" y="34"/>
                      <a:pt x="15" y="44"/>
                      <a:pt x="16" y="45"/>
                    </a:cubicBezTo>
                    <a:cubicBezTo>
                      <a:pt x="21" y="52"/>
                      <a:pt x="36" y="46"/>
                      <a:pt x="38" y="57"/>
                    </a:cubicBezTo>
                    <a:cubicBezTo>
                      <a:pt x="39" y="62"/>
                      <a:pt x="34" y="68"/>
                      <a:pt x="33" y="72"/>
                    </a:cubicBezTo>
                    <a:cubicBezTo>
                      <a:pt x="30" y="78"/>
                      <a:pt x="30" y="85"/>
                      <a:pt x="28" y="91"/>
                    </a:cubicBezTo>
                    <a:cubicBezTo>
                      <a:pt x="29" y="87"/>
                      <a:pt x="29" y="83"/>
                      <a:pt x="29" y="80"/>
                    </a:cubicBezTo>
                    <a:cubicBezTo>
                      <a:pt x="29" y="75"/>
                      <a:pt x="30" y="70"/>
                      <a:pt x="30" y="66"/>
                    </a:cubicBezTo>
                    <a:cubicBezTo>
                      <a:pt x="30" y="61"/>
                      <a:pt x="28" y="60"/>
                      <a:pt x="24" y="58"/>
                    </a:cubicBezTo>
                    <a:cubicBezTo>
                      <a:pt x="20" y="57"/>
                      <a:pt x="17" y="58"/>
                      <a:pt x="13" y="56"/>
                    </a:cubicBezTo>
                    <a:cubicBezTo>
                      <a:pt x="9" y="53"/>
                      <a:pt x="5" y="52"/>
                      <a:pt x="1" y="51"/>
                    </a:cubicBezTo>
                    <a:cubicBezTo>
                      <a:pt x="0" y="45"/>
                      <a:pt x="4" y="39"/>
                      <a:pt x="4" y="33"/>
                    </a:cubicBezTo>
                    <a:cubicBezTo>
                      <a:pt x="4" y="29"/>
                      <a:pt x="2" y="24"/>
                      <a:pt x="6" y="22"/>
                    </a:cubicBezTo>
                    <a:cubicBezTo>
                      <a:pt x="10" y="19"/>
                      <a:pt x="15" y="23"/>
                      <a:pt x="18" y="23"/>
                    </a:cubicBezTo>
                    <a:cubicBezTo>
                      <a:pt x="22" y="22"/>
                      <a:pt x="25" y="20"/>
                      <a:pt x="28" y="18"/>
                    </a:cubicBezTo>
                  </a:path>
                </a:pathLst>
              </a:custGeom>
              <a:solidFill>
                <a:srgbClr val="E4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5" name="Freeform 113">
                <a:extLst>
                  <a:ext uri="{FF2B5EF4-FFF2-40B4-BE49-F238E27FC236}">
                    <a16:creationId xmlns:a16="http://schemas.microsoft.com/office/drawing/2014/main" id="{EFCDCCFD-0728-4FF5-BA9F-964ABA62A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652"/>
                <a:ext cx="110" cy="180"/>
              </a:xfrm>
              <a:custGeom>
                <a:avLst/>
                <a:gdLst>
                  <a:gd name="T0" fmla="*/ 125 w 44"/>
                  <a:gd name="T1" fmla="*/ 33 h 72"/>
                  <a:gd name="T2" fmla="*/ 408 w 44"/>
                  <a:gd name="T3" fmla="*/ 250 h 72"/>
                  <a:gd name="T4" fmla="*/ 533 w 44"/>
                  <a:gd name="T5" fmla="*/ 533 h 72"/>
                  <a:gd name="T6" fmla="*/ 675 w 44"/>
                  <a:gd name="T7" fmla="*/ 833 h 72"/>
                  <a:gd name="T8" fmla="*/ 595 w 44"/>
                  <a:gd name="T9" fmla="*/ 1125 h 72"/>
                  <a:gd name="T10" fmla="*/ 583 w 44"/>
                  <a:gd name="T11" fmla="*/ 750 h 72"/>
                  <a:gd name="T12" fmla="*/ 425 w 44"/>
                  <a:gd name="T13" fmla="*/ 470 h 72"/>
                  <a:gd name="T14" fmla="*/ 188 w 44"/>
                  <a:gd name="T15" fmla="*/ 300 h 72"/>
                  <a:gd name="T16" fmla="*/ 33 w 44"/>
                  <a:gd name="T17" fmla="*/ 0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72">
                    <a:moveTo>
                      <a:pt x="8" y="2"/>
                    </a:moveTo>
                    <a:cubicBezTo>
                      <a:pt x="13" y="7"/>
                      <a:pt x="21" y="11"/>
                      <a:pt x="26" y="16"/>
                    </a:cubicBezTo>
                    <a:cubicBezTo>
                      <a:pt x="30" y="21"/>
                      <a:pt x="31" y="28"/>
                      <a:pt x="34" y="34"/>
                    </a:cubicBezTo>
                    <a:cubicBezTo>
                      <a:pt x="37" y="40"/>
                      <a:pt x="42" y="46"/>
                      <a:pt x="43" y="53"/>
                    </a:cubicBezTo>
                    <a:cubicBezTo>
                      <a:pt x="44" y="58"/>
                      <a:pt x="44" y="70"/>
                      <a:pt x="38" y="72"/>
                    </a:cubicBezTo>
                    <a:cubicBezTo>
                      <a:pt x="37" y="64"/>
                      <a:pt x="40" y="56"/>
                      <a:pt x="37" y="48"/>
                    </a:cubicBezTo>
                    <a:cubicBezTo>
                      <a:pt x="34" y="42"/>
                      <a:pt x="30" y="36"/>
                      <a:pt x="27" y="30"/>
                    </a:cubicBezTo>
                    <a:cubicBezTo>
                      <a:pt x="23" y="20"/>
                      <a:pt x="20" y="23"/>
                      <a:pt x="12" y="19"/>
                    </a:cubicBezTo>
                    <a:cubicBezTo>
                      <a:pt x="7" y="16"/>
                      <a:pt x="0" y="5"/>
                      <a:pt x="2" y="0"/>
                    </a:cubicBezTo>
                  </a:path>
                </a:pathLst>
              </a:custGeom>
              <a:solidFill>
                <a:srgbClr val="E4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6" name="Freeform 114">
                <a:extLst>
                  <a:ext uri="{FF2B5EF4-FFF2-40B4-BE49-F238E27FC236}">
                    <a16:creationId xmlns:a16="http://schemas.microsoft.com/office/drawing/2014/main" id="{F3B00A86-6268-454E-9BAB-FD63D5C28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807"/>
                <a:ext cx="90" cy="193"/>
              </a:xfrm>
              <a:custGeom>
                <a:avLst/>
                <a:gdLst>
                  <a:gd name="T0" fmla="*/ 375 w 36"/>
                  <a:gd name="T1" fmla="*/ 283 h 77"/>
                  <a:gd name="T2" fmla="*/ 238 w 36"/>
                  <a:gd name="T3" fmla="*/ 835 h 77"/>
                  <a:gd name="T4" fmla="*/ 208 w 36"/>
                  <a:gd name="T5" fmla="*/ 1068 h 77"/>
                  <a:gd name="T6" fmla="*/ 0 w 36"/>
                  <a:gd name="T7" fmla="*/ 993 h 77"/>
                  <a:gd name="T8" fmla="*/ 408 w 36"/>
                  <a:gd name="T9" fmla="*/ 1118 h 77"/>
                  <a:gd name="T10" fmla="*/ 395 w 36"/>
                  <a:gd name="T11" fmla="*/ 754 h 77"/>
                  <a:gd name="T12" fmla="*/ 470 w 36"/>
                  <a:gd name="T13" fmla="*/ 0 h 77"/>
                  <a:gd name="T14" fmla="*/ 395 w 36"/>
                  <a:gd name="T15" fmla="*/ 301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77">
                    <a:moveTo>
                      <a:pt x="24" y="18"/>
                    </a:moveTo>
                    <a:cubicBezTo>
                      <a:pt x="16" y="27"/>
                      <a:pt x="15" y="42"/>
                      <a:pt x="15" y="53"/>
                    </a:cubicBezTo>
                    <a:cubicBezTo>
                      <a:pt x="16" y="57"/>
                      <a:pt x="18" y="65"/>
                      <a:pt x="13" y="68"/>
                    </a:cubicBezTo>
                    <a:cubicBezTo>
                      <a:pt x="9" y="70"/>
                      <a:pt x="3" y="66"/>
                      <a:pt x="0" y="63"/>
                    </a:cubicBezTo>
                    <a:cubicBezTo>
                      <a:pt x="4" y="71"/>
                      <a:pt x="19" y="77"/>
                      <a:pt x="26" y="71"/>
                    </a:cubicBezTo>
                    <a:cubicBezTo>
                      <a:pt x="33" y="64"/>
                      <a:pt x="27" y="56"/>
                      <a:pt x="25" y="48"/>
                    </a:cubicBezTo>
                    <a:cubicBezTo>
                      <a:pt x="20" y="32"/>
                      <a:pt x="36" y="16"/>
                      <a:pt x="30" y="0"/>
                    </a:cubicBezTo>
                    <a:cubicBezTo>
                      <a:pt x="29" y="6"/>
                      <a:pt x="27" y="13"/>
                      <a:pt x="25" y="19"/>
                    </a:cubicBezTo>
                  </a:path>
                </a:pathLst>
              </a:custGeom>
              <a:solidFill>
                <a:srgbClr val="E4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7" name="Freeform 115">
                <a:extLst>
                  <a:ext uri="{FF2B5EF4-FFF2-40B4-BE49-F238E27FC236}">
                    <a16:creationId xmlns:a16="http://schemas.microsoft.com/office/drawing/2014/main" id="{BC4EE338-9D2C-42B4-B3D7-97D7EF539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075"/>
                <a:ext cx="120" cy="150"/>
              </a:xfrm>
              <a:custGeom>
                <a:avLst/>
                <a:gdLst>
                  <a:gd name="T0" fmla="*/ 533 w 48"/>
                  <a:gd name="T1" fmla="*/ 333 h 60"/>
                  <a:gd name="T2" fmla="*/ 720 w 48"/>
                  <a:gd name="T3" fmla="*/ 550 h 60"/>
                  <a:gd name="T4" fmla="*/ 645 w 48"/>
                  <a:gd name="T5" fmla="*/ 800 h 60"/>
                  <a:gd name="T6" fmla="*/ 345 w 48"/>
                  <a:gd name="T7" fmla="*/ 895 h 60"/>
                  <a:gd name="T8" fmla="*/ 0 w 48"/>
                  <a:gd name="T9" fmla="*/ 925 h 60"/>
                  <a:gd name="T10" fmla="*/ 550 w 48"/>
                  <a:gd name="T11" fmla="*/ 520 h 60"/>
                  <a:gd name="T12" fmla="*/ 395 w 48"/>
                  <a:gd name="T13" fmla="*/ 270 h 60"/>
                  <a:gd name="T14" fmla="*/ 300 w 48"/>
                  <a:gd name="T15" fmla="*/ 0 h 60"/>
                  <a:gd name="T16" fmla="*/ 563 w 48"/>
                  <a:gd name="T17" fmla="*/ 363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60">
                    <a:moveTo>
                      <a:pt x="34" y="21"/>
                    </a:moveTo>
                    <a:cubicBezTo>
                      <a:pt x="38" y="27"/>
                      <a:pt x="43" y="28"/>
                      <a:pt x="46" y="35"/>
                    </a:cubicBezTo>
                    <a:cubicBezTo>
                      <a:pt x="48" y="41"/>
                      <a:pt x="47" y="47"/>
                      <a:pt x="41" y="51"/>
                    </a:cubicBezTo>
                    <a:cubicBezTo>
                      <a:pt x="36" y="56"/>
                      <a:pt x="29" y="56"/>
                      <a:pt x="22" y="57"/>
                    </a:cubicBezTo>
                    <a:cubicBezTo>
                      <a:pt x="15" y="58"/>
                      <a:pt x="7" y="60"/>
                      <a:pt x="0" y="59"/>
                    </a:cubicBezTo>
                    <a:cubicBezTo>
                      <a:pt x="11" y="51"/>
                      <a:pt x="36" y="51"/>
                      <a:pt x="35" y="33"/>
                    </a:cubicBezTo>
                    <a:cubicBezTo>
                      <a:pt x="35" y="24"/>
                      <a:pt x="28" y="23"/>
                      <a:pt x="25" y="17"/>
                    </a:cubicBezTo>
                    <a:cubicBezTo>
                      <a:pt x="23" y="11"/>
                      <a:pt x="23" y="6"/>
                      <a:pt x="19" y="0"/>
                    </a:cubicBezTo>
                    <a:cubicBezTo>
                      <a:pt x="21" y="6"/>
                      <a:pt x="29" y="22"/>
                      <a:pt x="36" y="23"/>
                    </a:cubicBezTo>
                  </a:path>
                </a:pathLst>
              </a:custGeom>
              <a:solidFill>
                <a:srgbClr val="E4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8" name="Freeform 116">
                <a:extLst>
                  <a:ext uri="{FF2B5EF4-FFF2-40B4-BE49-F238E27FC236}">
                    <a16:creationId xmlns:a16="http://schemas.microsoft.com/office/drawing/2014/main" id="{6A530A4A-BF20-475F-8799-6E8F6574C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652"/>
                <a:ext cx="317" cy="333"/>
              </a:xfrm>
              <a:custGeom>
                <a:avLst/>
                <a:gdLst>
                  <a:gd name="T0" fmla="*/ 604 w 127"/>
                  <a:gd name="T1" fmla="*/ 63 h 133"/>
                  <a:gd name="T2" fmla="*/ 374 w 127"/>
                  <a:gd name="T3" fmla="*/ 363 h 133"/>
                  <a:gd name="T4" fmla="*/ 187 w 127"/>
                  <a:gd name="T5" fmla="*/ 751 h 133"/>
                  <a:gd name="T6" fmla="*/ 62 w 127"/>
                  <a:gd name="T7" fmla="*/ 1147 h 133"/>
                  <a:gd name="T8" fmla="*/ 125 w 127"/>
                  <a:gd name="T9" fmla="*/ 1335 h 133"/>
                  <a:gd name="T10" fmla="*/ 250 w 127"/>
                  <a:gd name="T11" fmla="*/ 1535 h 133"/>
                  <a:gd name="T12" fmla="*/ 387 w 127"/>
                  <a:gd name="T13" fmla="*/ 1775 h 133"/>
                  <a:gd name="T14" fmla="*/ 592 w 127"/>
                  <a:gd name="T15" fmla="*/ 1930 h 133"/>
                  <a:gd name="T16" fmla="*/ 1058 w 127"/>
                  <a:gd name="T17" fmla="*/ 2038 h 133"/>
                  <a:gd name="T18" fmla="*/ 1246 w 127"/>
                  <a:gd name="T19" fmla="*/ 1993 h 133"/>
                  <a:gd name="T20" fmla="*/ 1058 w 127"/>
                  <a:gd name="T21" fmla="*/ 1868 h 133"/>
                  <a:gd name="T22" fmla="*/ 699 w 127"/>
                  <a:gd name="T23" fmla="*/ 1647 h 133"/>
                  <a:gd name="T24" fmla="*/ 916 w 127"/>
                  <a:gd name="T25" fmla="*/ 1347 h 133"/>
                  <a:gd name="T26" fmla="*/ 1196 w 127"/>
                  <a:gd name="T27" fmla="*/ 1084 h 133"/>
                  <a:gd name="T28" fmla="*/ 1620 w 127"/>
                  <a:gd name="T29" fmla="*/ 1209 h 133"/>
                  <a:gd name="T30" fmla="*/ 1632 w 127"/>
                  <a:gd name="T31" fmla="*/ 1410 h 133"/>
                  <a:gd name="T32" fmla="*/ 1695 w 127"/>
                  <a:gd name="T33" fmla="*/ 1617 h 133"/>
                  <a:gd name="T34" fmla="*/ 1837 w 127"/>
                  <a:gd name="T35" fmla="*/ 1460 h 133"/>
                  <a:gd name="T36" fmla="*/ 1820 w 127"/>
                  <a:gd name="T37" fmla="*/ 1347 h 133"/>
                  <a:gd name="T38" fmla="*/ 1900 w 127"/>
                  <a:gd name="T39" fmla="*/ 1272 h 133"/>
                  <a:gd name="T40" fmla="*/ 1837 w 127"/>
                  <a:gd name="T41" fmla="*/ 846 h 133"/>
                  <a:gd name="T42" fmla="*/ 1650 w 127"/>
                  <a:gd name="T43" fmla="*/ 784 h 133"/>
                  <a:gd name="T44" fmla="*/ 1650 w 127"/>
                  <a:gd name="T45" fmla="*/ 971 h 133"/>
                  <a:gd name="T46" fmla="*/ 1465 w 127"/>
                  <a:gd name="T47" fmla="*/ 866 h 133"/>
                  <a:gd name="T48" fmla="*/ 1216 w 127"/>
                  <a:gd name="T49" fmla="*/ 834 h 133"/>
                  <a:gd name="T50" fmla="*/ 791 w 127"/>
                  <a:gd name="T51" fmla="*/ 1084 h 133"/>
                  <a:gd name="T52" fmla="*/ 624 w 127"/>
                  <a:gd name="T53" fmla="*/ 1222 h 133"/>
                  <a:gd name="T54" fmla="*/ 437 w 127"/>
                  <a:gd name="T55" fmla="*/ 1084 h 133"/>
                  <a:gd name="T56" fmla="*/ 467 w 127"/>
                  <a:gd name="T57" fmla="*/ 613 h 133"/>
                  <a:gd name="T58" fmla="*/ 729 w 127"/>
                  <a:gd name="T59" fmla="*/ 175 h 133"/>
                  <a:gd name="T60" fmla="*/ 574 w 127"/>
                  <a:gd name="T61" fmla="*/ 95 h 13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27" h="133">
                    <a:moveTo>
                      <a:pt x="39" y="4"/>
                    </a:moveTo>
                    <a:cubicBezTo>
                      <a:pt x="30" y="0"/>
                      <a:pt x="27" y="16"/>
                      <a:pt x="24" y="23"/>
                    </a:cubicBezTo>
                    <a:cubicBezTo>
                      <a:pt x="20" y="31"/>
                      <a:pt x="16" y="40"/>
                      <a:pt x="12" y="48"/>
                    </a:cubicBezTo>
                    <a:cubicBezTo>
                      <a:pt x="7" y="57"/>
                      <a:pt x="0" y="63"/>
                      <a:pt x="4" y="73"/>
                    </a:cubicBezTo>
                    <a:cubicBezTo>
                      <a:pt x="6" y="77"/>
                      <a:pt x="7" y="81"/>
                      <a:pt x="8" y="85"/>
                    </a:cubicBezTo>
                    <a:cubicBezTo>
                      <a:pt x="9" y="90"/>
                      <a:pt x="14" y="93"/>
                      <a:pt x="16" y="98"/>
                    </a:cubicBezTo>
                    <a:cubicBezTo>
                      <a:pt x="19" y="103"/>
                      <a:pt x="20" y="108"/>
                      <a:pt x="25" y="113"/>
                    </a:cubicBezTo>
                    <a:cubicBezTo>
                      <a:pt x="29" y="116"/>
                      <a:pt x="33" y="120"/>
                      <a:pt x="38" y="123"/>
                    </a:cubicBezTo>
                    <a:cubicBezTo>
                      <a:pt x="45" y="130"/>
                      <a:pt x="58" y="128"/>
                      <a:pt x="68" y="130"/>
                    </a:cubicBezTo>
                    <a:cubicBezTo>
                      <a:pt x="72" y="131"/>
                      <a:pt x="80" y="133"/>
                      <a:pt x="80" y="127"/>
                    </a:cubicBezTo>
                    <a:cubicBezTo>
                      <a:pt x="80" y="121"/>
                      <a:pt x="72" y="120"/>
                      <a:pt x="68" y="119"/>
                    </a:cubicBezTo>
                    <a:cubicBezTo>
                      <a:pt x="61" y="116"/>
                      <a:pt x="48" y="113"/>
                      <a:pt x="45" y="105"/>
                    </a:cubicBezTo>
                    <a:cubicBezTo>
                      <a:pt x="41" y="94"/>
                      <a:pt x="54" y="93"/>
                      <a:pt x="59" y="86"/>
                    </a:cubicBezTo>
                    <a:cubicBezTo>
                      <a:pt x="65" y="78"/>
                      <a:pt x="66" y="68"/>
                      <a:pt x="77" y="69"/>
                    </a:cubicBezTo>
                    <a:cubicBezTo>
                      <a:pt x="84" y="70"/>
                      <a:pt x="101" y="71"/>
                      <a:pt x="104" y="77"/>
                    </a:cubicBezTo>
                    <a:cubicBezTo>
                      <a:pt x="106" y="80"/>
                      <a:pt x="104" y="87"/>
                      <a:pt x="105" y="90"/>
                    </a:cubicBezTo>
                    <a:cubicBezTo>
                      <a:pt x="106" y="95"/>
                      <a:pt x="110" y="98"/>
                      <a:pt x="109" y="103"/>
                    </a:cubicBezTo>
                    <a:cubicBezTo>
                      <a:pt x="116" y="104"/>
                      <a:pt x="119" y="98"/>
                      <a:pt x="118" y="93"/>
                    </a:cubicBezTo>
                    <a:cubicBezTo>
                      <a:pt x="118" y="89"/>
                      <a:pt x="116" y="89"/>
                      <a:pt x="117" y="86"/>
                    </a:cubicBezTo>
                    <a:cubicBezTo>
                      <a:pt x="117" y="84"/>
                      <a:pt x="121" y="82"/>
                      <a:pt x="122" y="81"/>
                    </a:cubicBezTo>
                    <a:cubicBezTo>
                      <a:pt x="127" y="72"/>
                      <a:pt x="123" y="62"/>
                      <a:pt x="118" y="54"/>
                    </a:cubicBezTo>
                    <a:cubicBezTo>
                      <a:pt x="116" y="50"/>
                      <a:pt x="109" y="43"/>
                      <a:pt x="106" y="50"/>
                    </a:cubicBezTo>
                    <a:cubicBezTo>
                      <a:pt x="105" y="53"/>
                      <a:pt x="113" y="60"/>
                      <a:pt x="106" y="62"/>
                    </a:cubicBezTo>
                    <a:cubicBezTo>
                      <a:pt x="103" y="63"/>
                      <a:pt x="97" y="56"/>
                      <a:pt x="94" y="55"/>
                    </a:cubicBezTo>
                    <a:cubicBezTo>
                      <a:pt x="90" y="53"/>
                      <a:pt x="83" y="52"/>
                      <a:pt x="78" y="53"/>
                    </a:cubicBezTo>
                    <a:cubicBezTo>
                      <a:pt x="69" y="55"/>
                      <a:pt x="57" y="62"/>
                      <a:pt x="51" y="69"/>
                    </a:cubicBezTo>
                    <a:cubicBezTo>
                      <a:pt x="47" y="72"/>
                      <a:pt x="44" y="78"/>
                      <a:pt x="40" y="78"/>
                    </a:cubicBezTo>
                    <a:cubicBezTo>
                      <a:pt x="35" y="78"/>
                      <a:pt x="30" y="72"/>
                      <a:pt x="28" y="69"/>
                    </a:cubicBezTo>
                    <a:cubicBezTo>
                      <a:pt x="21" y="57"/>
                      <a:pt x="24" y="50"/>
                      <a:pt x="30" y="39"/>
                    </a:cubicBezTo>
                    <a:cubicBezTo>
                      <a:pt x="35" y="31"/>
                      <a:pt x="47" y="21"/>
                      <a:pt x="47" y="11"/>
                    </a:cubicBezTo>
                    <a:cubicBezTo>
                      <a:pt x="47" y="5"/>
                      <a:pt x="42" y="2"/>
                      <a:pt x="37" y="6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9" name="Freeform 117">
                <a:extLst>
                  <a:ext uri="{FF2B5EF4-FFF2-40B4-BE49-F238E27FC236}">
                    <a16:creationId xmlns:a16="http://schemas.microsoft.com/office/drawing/2014/main" id="{1B632DAB-6E16-46A1-9398-A7DA4AFB7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420"/>
                <a:ext cx="443" cy="410"/>
              </a:xfrm>
              <a:custGeom>
                <a:avLst/>
                <a:gdLst>
                  <a:gd name="T0" fmla="*/ 438 w 177"/>
                  <a:gd name="T1" fmla="*/ 50 h 164"/>
                  <a:gd name="T2" fmla="*/ 626 w 177"/>
                  <a:gd name="T3" fmla="*/ 395 h 164"/>
                  <a:gd name="T4" fmla="*/ 1001 w 177"/>
                  <a:gd name="T5" fmla="*/ 770 h 164"/>
                  <a:gd name="T6" fmla="*/ 801 w 177"/>
                  <a:gd name="T7" fmla="*/ 1095 h 164"/>
                  <a:gd name="T8" fmla="*/ 395 w 177"/>
                  <a:gd name="T9" fmla="*/ 1425 h 164"/>
                  <a:gd name="T10" fmla="*/ 238 w 177"/>
                  <a:gd name="T11" fmla="*/ 1908 h 164"/>
                  <a:gd name="T12" fmla="*/ 188 w 177"/>
                  <a:gd name="T13" fmla="*/ 2125 h 164"/>
                  <a:gd name="T14" fmla="*/ 113 w 177"/>
                  <a:gd name="T15" fmla="*/ 2345 h 164"/>
                  <a:gd name="T16" fmla="*/ 438 w 177"/>
                  <a:gd name="T17" fmla="*/ 2408 h 164"/>
                  <a:gd name="T18" fmla="*/ 458 w 177"/>
                  <a:gd name="T19" fmla="*/ 2083 h 164"/>
                  <a:gd name="T20" fmla="*/ 1021 w 177"/>
                  <a:gd name="T21" fmla="*/ 1220 h 164"/>
                  <a:gd name="T22" fmla="*/ 1504 w 177"/>
                  <a:gd name="T23" fmla="*/ 1208 h 164"/>
                  <a:gd name="T24" fmla="*/ 1992 w 177"/>
                  <a:gd name="T25" fmla="*/ 1270 h 164"/>
                  <a:gd name="T26" fmla="*/ 2350 w 177"/>
                  <a:gd name="T27" fmla="*/ 1375 h 164"/>
                  <a:gd name="T28" fmla="*/ 2663 w 177"/>
                  <a:gd name="T29" fmla="*/ 1645 h 164"/>
                  <a:gd name="T30" fmla="*/ 2413 w 177"/>
                  <a:gd name="T31" fmla="*/ 1175 h 164"/>
                  <a:gd name="T32" fmla="*/ 2776 w 177"/>
                  <a:gd name="T33" fmla="*/ 938 h 164"/>
                  <a:gd name="T34" fmla="*/ 2305 w 177"/>
                  <a:gd name="T35" fmla="*/ 1063 h 164"/>
                  <a:gd name="T36" fmla="*/ 1742 w 177"/>
                  <a:gd name="T37" fmla="*/ 1000 h 164"/>
                  <a:gd name="T38" fmla="*/ 1334 w 177"/>
                  <a:gd name="T39" fmla="*/ 770 h 164"/>
                  <a:gd name="T40" fmla="*/ 1001 w 177"/>
                  <a:gd name="T41" fmla="*/ 458 h 164"/>
                  <a:gd name="T42" fmla="*/ 488 w 177"/>
                  <a:gd name="T43" fmla="*/ 83 h 16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7" h="164">
                    <a:moveTo>
                      <a:pt x="28" y="3"/>
                    </a:moveTo>
                    <a:cubicBezTo>
                      <a:pt x="15" y="5"/>
                      <a:pt x="37" y="22"/>
                      <a:pt x="40" y="25"/>
                    </a:cubicBezTo>
                    <a:cubicBezTo>
                      <a:pt x="48" y="33"/>
                      <a:pt x="58" y="39"/>
                      <a:pt x="64" y="49"/>
                    </a:cubicBezTo>
                    <a:cubicBezTo>
                      <a:pt x="70" y="61"/>
                      <a:pt x="60" y="65"/>
                      <a:pt x="51" y="70"/>
                    </a:cubicBezTo>
                    <a:cubicBezTo>
                      <a:pt x="41" y="74"/>
                      <a:pt x="32" y="82"/>
                      <a:pt x="25" y="91"/>
                    </a:cubicBezTo>
                    <a:cubicBezTo>
                      <a:pt x="17" y="99"/>
                      <a:pt x="17" y="112"/>
                      <a:pt x="15" y="122"/>
                    </a:cubicBezTo>
                    <a:cubicBezTo>
                      <a:pt x="14" y="127"/>
                      <a:pt x="13" y="132"/>
                      <a:pt x="12" y="136"/>
                    </a:cubicBezTo>
                    <a:cubicBezTo>
                      <a:pt x="12" y="143"/>
                      <a:pt x="10" y="145"/>
                      <a:pt x="7" y="150"/>
                    </a:cubicBezTo>
                    <a:cubicBezTo>
                      <a:pt x="0" y="164"/>
                      <a:pt x="22" y="156"/>
                      <a:pt x="28" y="154"/>
                    </a:cubicBezTo>
                    <a:cubicBezTo>
                      <a:pt x="43" y="149"/>
                      <a:pt x="28" y="142"/>
                      <a:pt x="29" y="133"/>
                    </a:cubicBezTo>
                    <a:cubicBezTo>
                      <a:pt x="31" y="111"/>
                      <a:pt x="42" y="84"/>
                      <a:pt x="65" y="78"/>
                    </a:cubicBezTo>
                    <a:cubicBezTo>
                      <a:pt x="75" y="76"/>
                      <a:pt x="85" y="75"/>
                      <a:pt x="96" y="77"/>
                    </a:cubicBezTo>
                    <a:cubicBezTo>
                      <a:pt x="106" y="78"/>
                      <a:pt x="117" y="78"/>
                      <a:pt x="127" y="81"/>
                    </a:cubicBezTo>
                    <a:cubicBezTo>
                      <a:pt x="134" y="83"/>
                      <a:pt x="143" y="84"/>
                      <a:pt x="150" y="88"/>
                    </a:cubicBezTo>
                    <a:cubicBezTo>
                      <a:pt x="157" y="93"/>
                      <a:pt x="163" y="100"/>
                      <a:pt x="170" y="105"/>
                    </a:cubicBezTo>
                    <a:cubicBezTo>
                      <a:pt x="165" y="97"/>
                      <a:pt x="150" y="85"/>
                      <a:pt x="154" y="75"/>
                    </a:cubicBezTo>
                    <a:cubicBezTo>
                      <a:pt x="157" y="67"/>
                      <a:pt x="170" y="63"/>
                      <a:pt x="177" y="60"/>
                    </a:cubicBezTo>
                    <a:cubicBezTo>
                      <a:pt x="167" y="62"/>
                      <a:pt x="157" y="67"/>
                      <a:pt x="147" y="68"/>
                    </a:cubicBezTo>
                    <a:cubicBezTo>
                      <a:pt x="135" y="70"/>
                      <a:pt x="122" y="66"/>
                      <a:pt x="111" y="64"/>
                    </a:cubicBezTo>
                    <a:cubicBezTo>
                      <a:pt x="100" y="62"/>
                      <a:pt x="92" y="56"/>
                      <a:pt x="85" y="49"/>
                    </a:cubicBezTo>
                    <a:cubicBezTo>
                      <a:pt x="78" y="42"/>
                      <a:pt x="70" y="37"/>
                      <a:pt x="64" y="29"/>
                    </a:cubicBezTo>
                    <a:cubicBezTo>
                      <a:pt x="58" y="21"/>
                      <a:pt x="42" y="0"/>
                      <a:pt x="31" y="5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0" name="Freeform 118">
                <a:extLst>
                  <a:ext uri="{FF2B5EF4-FFF2-40B4-BE49-F238E27FC236}">
                    <a16:creationId xmlns:a16="http://schemas.microsoft.com/office/drawing/2014/main" id="{9F542F6B-F534-462E-8E7E-81C7DDEF1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325"/>
                <a:ext cx="250" cy="627"/>
              </a:xfrm>
              <a:custGeom>
                <a:avLst/>
                <a:gdLst>
                  <a:gd name="T0" fmla="*/ 833 w 100"/>
                  <a:gd name="T1" fmla="*/ 1416 h 251"/>
                  <a:gd name="T2" fmla="*/ 595 w 100"/>
                  <a:gd name="T3" fmla="*/ 1871 h 251"/>
                  <a:gd name="T4" fmla="*/ 425 w 100"/>
                  <a:gd name="T5" fmla="*/ 2321 h 251"/>
                  <a:gd name="T6" fmla="*/ 520 w 100"/>
                  <a:gd name="T7" fmla="*/ 2790 h 251"/>
                  <a:gd name="T8" fmla="*/ 708 w 100"/>
                  <a:gd name="T9" fmla="*/ 3195 h 251"/>
                  <a:gd name="T10" fmla="*/ 783 w 100"/>
                  <a:gd name="T11" fmla="*/ 3570 h 251"/>
                  <a:gd name="T12" fmla="*/ 520 w 100"/>
                  <a:gd name="T13" fmla="*/ 3819 h 251"/>
                  <a:gd name="T14" fmla="*/ 970 w 100"/>
                  <a:gd name="T15" fmla="*/ 3849 h 251"/>
                  <a:gd name="T16" fmla="*/ 1208 w 100"/>
                  <a:gd name="T17" fmla="*/ 3882 h 251"/>
                  <a:gd name="T18" fmla="*/ 1425 w 100"/>
                  <a:gd name="T19" fmla="*/ 3912 h 251"/>
                  <a:gd name="T20" fmla="*/ 1033 w 100"/>
                  <a:gd name="T21" fmla="*/ 3058 h 251"/>
                  <a:gd name="T22" fmla="*/ 770 w 100"/>
                  <a:gd name="T23" fmla="*/ 2540 h 251"/>
                  <a:gd name="T24" fmla="*/ 833 w 100"/>
                  <a:gd name="T25" fmla="*/ 2058 h 251"/>
                  <a:gd name="T26" fmla="*/ 1095 w 100"/>
                  <a:gd name="T27" fmla="*/ 1634 h 251"/>
                  <a:gd name="T28" fmla="*/ 1175 w 100"/>
                  <a:gd name="T29" fmla="*/ 1187 h 251"/>
                  <a:gd name="T30" fmla="*/ 1083 w 100"/>
                  <a:gd name="T31" fmla="*/ 749 h 251"/>
                  <a:gd name="T32" fmla="*/ 1158 w 100"/>
                  <a:gd name="T33" fmla="*/ 312 h 251"/>
                  <a:gd name="T34" fmla="*/ 1563 w 100"/>
                  <a:gd name="T35" fmla="*/ 0 h 251"/>
                  <a:gd name="T36" fmla="*/ 1083 w 100"/>
                  <a:gd name="T37" fmla="*/ 230 h 251"/>
                  <a:gd name="T38" fmla="*/ 800 w 100"/>
                  <a:gd name="T39" fmla="*/ 530 h 251"/>
                  <a:gd name="T40" fmla="*/ 345 w 100"/>
                  <a:gd name="T41" fmla="*/ 749 h 251"/>
                  <a:gd name="T42" fmla="*/ 0 w 100"/>
                  <a:gd name="T43" fmla="*/ 1012 h 251"/>
                  <a:gd name="T44" fmla="*/ 708 w 100"/>
                  <a:gd name="T45" fmla="*/ 967 h 251"/>
                  <a:gd name="T46" fmla="*/ 833 w 100"/>
                  <a:gd name="T47" fmla="*/ 1416 h 2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00" h="251">
                    <a:moveTo>
                      <a:pt x="53" y="91"/>
                    </a:moveTo>
                    <a:cubicBezTo>
                      <a:pt x="52" y="101"/>
                      <a:pt x="42" y="111"/>
                      <a:pt x="38" y="120"/>
                    </a:cubicBezTo>
                    <a:cubicBezTo>
                      <a:pt x="33" y="129"/>
                      <a:pt x="28" y="138"/>
                      <a:pt x="27" y="149"/>
                    </a:cubicBezTo>
                    <a:cubicBezTo>
                      <a:pt x="26" y="159"/>
                      <a:pt x="29" y="169"/>
                      <a:pt x="33" y="179"/>
                    </a:cubicBezTo>
                    <a:cubicBezTo>
                      <a:pt x="36" y="189"/>
                      <a:pt x="37" y="197"/>
                      <a:pt x="45" y="205"/>
                    </a:cubicBezTo>
                    <a:cubicBezTo>
                      <a:pt x="50" y="212"/>
                      <a:pt x="53" y="221"/>
                      <a:pt x="50" y="229"/>
                    </a:cubicBezTo>
                    <a:cubicBezTo>
                      <a:pt x="46" y="238"/>
                      <a:pt x="39" y="239"/>
                      <a:pt x="33" y="245"/>
                    </a:cubicBezTo>
                    <a:cubicBezTo>
                      <a:pt x="42" y="248"/>
                      <a:pt x="53" y="246"/>
                      <a:pt x="62" y="247"/>
                    </a:cubicBezTo>
                    <a:cubicBezTo>
                      <a:pt x="66" y="247"/>
                      <a:pt x="76" y="251"/>
                      <a:pt x="77" y="249"/>
                    </a:cubicBezTo>
                    <a:cubicBezTo>
                      <a:pt x="82" y="251"/>
                      <a:pt x="86" y="251"/>
                      <a:pt x="91" y="251"/>
                    </a:cubicBezTo>
                    <a:cubicBezTo>
                      <a:pt x="68" y="248"/>
                      <a:pt x="74" y="212"/>
                      <a:pt x="66" y="196"/>
                    </a:cubicBezTo>
                    <a:cubicBezTo>
                      <a:pt x="60" y="185"/>
                      <a:pt x="52" y="176"/>
                      <a:pt x="49" y="163"/>
                    </a:cubicBezTo>
                    <a:cubicBezTo>
                      <a:pt x="47" y="155"/>
                      <a:pt x="50" y="140"/>
                      <a:pt x="53" y="132"/>
                    </a:cubicBezTo>
                    <a:cubicBezTo>
                      <a:pt x="58" y="122"/>
                      <a:pt x="66" y="116"/>
                      <a:pt x="70" y="105"/>
                    </a:cubicBezTo>
                    <a:cubicBezTo>
                      <a:pt x="73" y="95"/>
                      <a:pt x="76" y="87"/>
                      <a:pt x="75" y="76"/>
                    </a:cubicBezTo>
                    <a:cubicBezTo>
                      <a:pt x="74" y="66"/>
                      <a:pt x="69" y="58"/>
                      <a:pt x="69" y="48"/>
                    </a:cubicBezTo>
                    <a:cubicBezTo>
                      <a:pt x="69" y="39"/>
                      <a:pt x="69" y="28"/>
                      <a:pt x="74" y="20"/>
                    </a:cubicBezTo>
                    <a:cubicBezTo>
                      <a:pt x="79" y="10"/>
                      <a:pt x="96" y="9"/>
                      <a:pt x="100" y="0"/>
                    </a:cubicBezTo>
                    <a:cubicBezTo>
                      <a:pt x="90" y="0"/>
                      <a:pt x="76" y="9"/>
                      <a:pt x="69" y="15"/>
                    </a:cubicBezTo>
                    <a:cubicBezTo>
                      <a:pt x="63" y="20"/>
                      <a:pt x="59" y="29"/>
                      <a:pt x="51" y="34"/>
                    </a:cubicBezTo>
                    <a:cubicBezTo>
                      <a:pt x="42" y="39"/>
                      <a:pt x="31" y="43"/>
                      <a:pt x="22" y="48"/>
                    </a:cubicBezTo>
                    <a:cubicBezTo>
                      <a:pt x="15" y="51"/>
                      <a:pt x="2" y="57"/>
                      <a:pt x="0" y="65"/>
                    </a:cubicBezTo>
                    <a:cubicBezTo>
                      <a:pt x="15" y="59"/>
                      <a:pt x="30" y="52"/>
                      <a:pt x="45" y="62"/>
                    </a:cubicBezTo>
                    <a:cubicBezTo>
                      <a:pt x="54" y="68"/>
                      <a:pt x="60" y="81"/>
                      <a:pt x="53" y="91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1" name="Freeform 119">
                <a:extLst>
                  <a:ext uri="{FF2B5EF4-FFF2-40B4-BE49-F238E27FC236}">
                    <a16:creationId xmlns:a16="http://schemas.microsoft.com/office/drawing/2014/main" id="{3D126327-D25C-4169-A88C-4770489DF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070"/>
                <a:ext cx="1637" cy="432"/>
              </a:xfrm>
              <a:custGeom>
                <a:avLst/>
                <a:gdLst>
                  <a:gd name="T0" fmla="*/ 3511 w 655"/>
                  <a:gd name="T1" fmla="*/ 137 h 173"/>
                  <a:gd name="T2" fmla="*/ 3749 w 655"/>
                  <a:gd name="T3" fmla="*/ 637 h 173"/>
                  <a:gd name="T4" fmla="*/ 3311 w 655"/>
                  <a:gd name="T5" fmla="*/ 824 h 173"/>
                  <a:gd name="T6" fmla="*/ 2542 w 655"/>
                  <a:gd name="T7" fmla="*/ 387 h 173"/>
                  <a:gd name="T8" fmla="*/ 2199 w 655"/>
                  <a:gd name="T9" fmla="*/ 437 h 173"/>
                  <a:gd name="T10" fmla="*/ 1562 w 655"/>
                  <a:gd name="T11" fmla="*/ 467 h 173"/>
                  <a:gd name="T12" fmla="*/ 1105 w 655"/>
                  <a:gd name="T13" fmla="*/ 325 h 173"/>
                  <a:gd name="T14" fmla="*/ 467 w 655"/>
                  <a:gd name="T15" fmla="*/ 75 h 173"/>
                  <a:gd name="T16" fmla="*/ 605 w 655"/>
                  <a:gd name="T17" fmla="*/ 280 h 173"/>
                  <a:gd name="T18" fmla="*/ 1854 w 655"/>
                  <a:gd name="T19" fmla="*/ 749 h 173"/>
                  <a:gd name="T20" fmla="*/ 2387 w 655"/>
                  <a:gd name="T21" fmla="*/ 779 h 173"/>
                  <a:gd name="T22" fmla="*/ 2779 w 655"/>
                  <a:gd name="T23" fmla="*/ 1091 h 173"/>
                  <a:gd name="T24" fmla="*/ 3999 w 655"/>
                  <a:gd name="T25" fmla="*/ 1061 h 173"/>
                  <a:gd name="T26" fmla="*/ 3904 w 655"/>
                  <a:gd name="T27" fmla="*/ 1603 h 173"/>
                  <a:gd name="T28" fmla="*/ 3686 w 655"/>
                  <a:gd name="T29" fmla="*/ 2257 h 173"/>
                  <a:gd name="T30" fmla="*/ 4104 w 655"/>
                  <a:gd name="T31" fmla="*/ 2632 h 173"/>
                  <a:gd name="T32" fmla="*/ 4061 w 655"/>
                  <a:gd name="T33" fmla="*/ 2133 h 173"/>
                  <a:gd name="T34" fmla="*/ 4621 w 655"/>
                  <a:gd name="T35" fmla="*/ 1508 h 173"/>
                  <a:gd name="T36" fmla="*/ 4904 w 655"/>
                  <a:gd name="T37" fmla="*/ 1154 h 173"/>
                  <a:gd name="T38" fmla="*/ 6321 w 655"/>
                  <a:gd name="T39" fmla="*/ 792 h 173"/>
                  <a:gd name="T40" fmla="*/ 7040 w 655"/>
                  <a:gd name="T41" fmla="*/ 966 h 173"/>
                  <a:gd name="T42" fmla="*/ 7883 w 655"/>
                  <a:gd name="T43" fmla="*/ 1104 h 173"/>
                  <a:gd name="T44" fmla="*/ 8932 w 655"/>
                  <a:gd name="T45" fmla="*/ 1745 h 173"/>
                  <a:gd name="T46" fmla="*/ 9837 w 655"/>
                  <a:gd name="T47" fmla="*/ 2412 h 173"/>
                  <a:gd name="T48" fmla="*/ 10149 w 655"/>
                  <a:gd name="T49" fmla="*/ 1978 h 173"/>
                  <a:gd name="T50" fmla="*/ 9820 w 655"/>
                  <a:gd name="T51" fmla="*/ 2153 h 173"/>
                  <a:gd name="T52" fmla="*/ 9412 w 655"/>
                  <a:gd name="T53" fmla="*/ 1808 h 173"/>
                  <a:gd name="T54" fmla="*/ 9057 w 655"/>
                  <a:gd name="T55" fmla="*/ 1216 h 173"/>
                  <a:gd name="T56" fmla="*/ 8757 w 655"/>
                  <a:gd name="T57" fmla="*/ 1091 h 173"/>
                  <a:gd name="T58" fmla="*/ 7995 w 655"/>
                  <a:gd name="T59" fmla="*/ 874 h 173"/>
                  <a:gd name="T60" fmla="*/ 7715 w 655"/>
                  <a:gd name="T61" fmla="*/ 624 h 173"/>
                  <a:gd name="T62" fmla="*/ 7433 w 655"/>
                  <a:gd name="T63" fmla="*/ 749 h 173"/>
                  <a:gd name="T64" fmla="*/ 6728 w 655"/>
                  <a:gd name="T65" fmla="*/ 437 h 173"/>
                  <a:gd name="T66" fmla="*/ 6321 w 655"/>
                  <a:gd name="T67" fmla="*/ 387 h 173"/>
                  <a:gd name="T68" fmla="*/ 5446 w 655"/>
                  <a:gd name="T69" fmla="*/ 562 h 173"/>
                  <a:gd name="T70" fmla="*/ 4321 w 655"/>
                  <a:gd name="T71" fmla="*/ 824 h 173"/>
                  <a:gd name="T72" fmla="*/ 4061 w 655"/>
                  <a:gd name="T73" fmla="*/ 449 h 173"/>
                  <a:gd name="T74" fmla="*/ 3716 w 655"/>
                  <a:gd name="T75" fmla="*/ 12 h 17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55" h="173">
                    <a:moveTo>
                      <a:pt x="234" y="2"/>
                    </a:moveTo>
                    <a:cubicBezTo>
                      <a:pt x="229" y="0"/>
                      <a:pt x="226" y="5"/>
                      <a:pt x="225" y="9"/>
                    </a:cubicBezTo>
                    <a:cubicBezTo>
                      <a:pt x="223" y="14"/>
                      <a:pt x="225" y="16"/>
                      <a:pt x="228" y="19"/>
                    </a:cubicBezTo>
                    <a:cubicBezTo>
                      <a:pt x="234" y="25"/>
                      <a:pt x="242" y="32"/>
                      <a:pt x="240" y="41"/>
                    </a:cubicBezTo>
                    <a:cubicBezTo>
                      <a:pt x="235" y="44"/>
                      <a:pt x="232" y="44"/>
                      <a:pt x="227" y="45"/>
                    </a:cubicBezTo>
                    <a:cubicBezTo>
                      <a:pt x="221" y="47"/>
                      <a:pt x="217" y="51"/>
                      <a:pt x="212" y="53"/>
                    </a:cubicBezTo>
                    <a:cubicBezTo>
                      <a:pt x="202" y="57"/>
                      <a:pt x="191" y="53"/>
                      <a:pt x="182" y="46"/>
                    </a:cubicBezTo>
                    <a:cubicBezTo>
                      <a:pt x="174" y="41"/>
                      <a:pt x="170" y="31"/>
                      <a:pt x="163" y="25"/>
                    </a:cubicBezTo>
                    <a:cubicBezTo>
                      <a:pt x="158" y="21"/>
                      <a:pt x="153" y="17"/>
                      <a:pt x="150" y="21"/>
                    </a:cubicBezTo>
                    <a:cubicBezTo>
                      <a:pt x="147" y="26"/>
                      <a:pt x="150" y="30"/>
                      <a:pt x="141" y="28"/>
                    </a:cubicBezTo>
                    <a:cubicBezTo>
                      <a:pt x="133" y="26"/>
                      <a:pt x="118" y="15"/>
                      <a:pt x="111" y="21"/>
                    </a:cubicBezTo>
                    <a:cubicBezTo>
                      <a:pt x="106" y="25"/>
                      <a:pt x="108" y="29"/>
                      <a:pt x="100" y="30"/>
                    </a:cubicBezTo>
                    <a:cubicBezTo>
                      <a:pt x="95" y="31"/>
                      <a:pt x="89" y="31"/>
                      <a:pt x="84" y="29"/>
                    </a:cubicBezTo>
                    <a:cubicBezTo>
                      <a:pt x="79" y="28"/>
                      <a:pt x="75" y="24"/>
                      <a:pt x="71" y="21"/>
                    </a:cubicBezTo>
                    <a:cubicBezTo>
                      <a:pt x="66" y="18"/>
                      <a:pt x="63" y="17"/>
                      <a:pt x="57" y="15"/>
                    </a:cubicBezTo>
                    <a:cubicBezTo>
                      <a:pt x="47" y="11"/>
                      <a:pt x="42" y="6"/>
                      <a:pt x="30" y="5"/>
                    </a:cubicBezTo>
                    <a:cubicBezTo>
                      <a:pt x="26" y="5"/>
                      <a:pt x="5" y="10"/>
                      <a:pt x="1" y="7"/>
                    </a:cubicBezTo>
                    <a:cubicBezTo>
                      <a:pt x="0" y="14"/>
                      <a:pt x="34" y="14"/>
                      <a:pt x="39" y="18"/>
                    </a:cubicBezTo>
                    <a:cubicBezTo>
                      <a:pt x="47" y="24"/>
                      <a:pt x="52" y="31"/>
                      <a:pt x="61" y="36"/>
                    </a:cubicBezTo>
                    <a:cubicBezTo>
                      <a:pt x="76" y="45"/>
                      <a:pt x="103" y="64"/>
                      <a:pt x="119" y="48"/>
                    </a:cubicBezTo>
                    <a:cubicBezTo>
                      <a:pt x="121" y="47"/>
                      <a:pt x="121" y="45"/>
                      <a:pt x="123" y="43"/>
                    </a:cubicBezTo>
                    <a:cubicBezTo>
                      <a:pt x="132" y="50"/>
                      <a:pt x="142" y="47"/>
                      <a:pt x="153" y="50"/>
                    </a:cubicBezTo>
                    <a:cubicBezTo>
                      <a:pt x="158" y="51"/>
                      <a:pt x="160" y="55"/>
                      <a:pt x="164" y="59"/>
                    </a:cubicBezTo>
                    <a:cubicBezTo>
                      <a:pt x="168" y="63"/>
                      <a:pt x="173" y="67"/>
                      <a:pt x="178" y="70"/>
                    </a:cubicBezTo>
                    <a:cubicBezTo>
                      <a:pt x="191" y="78"/>
                      <a:pt x="205" y="78"/>
                      <a:pt x="219" y="76"/>
                    </a:cubicBezTo>
                    <a:cubicBezTo>
                      <a:pt x="230" y="73"/>
                      <a:pt x="246" y="65"/>
                      <a:pt x="256" y="68"/>
                    </a:cubicBezTo>
                    <a:cubicBezTo>
                      <a:pt x="267" y="72"/>
                      <a:pt x="272" y="83"/>
                      <a:pt x="263" y="92"/>
                    </a:cubicBezTo>
                    <a:cubicBezTo>
                      <a:pt x="259" y="96"/>
                      <a:pt x="254" y="99"/>
                      <a:pt x="250" y="103"/>
                    </a:cubicBezTo>
                    <a:cubicBezTo>
                      <a:pt x="246" y="108"/>
                      <a:pt x="244" y="113"/>
                      <a:pt x="241" y="118"/>
                    </a:cubicBezTo>
                    <a:cubicBezTo>
                      <a:pt x="236" y="127"/>
                      <a:pt x="229" y="134"/>
                      <a:pt x="236" y="145"/>
                    </a:cubicBezTo>
                    <a:cubicBezTo>
                      <a:pt x="242" y="155"/>
                      <a:pt x="247" y="159"/>
                      <a:pt x="243" y="171"/>
                    </a:cubicBezTo>
                    <a:cubicBezTo>
                      <a:pt x="249" y="172"/>
                      <a:pt x="259" y="173"/>
                      <a:pt x="263" y="169"/>
                    </a:cubicBezTo>
                    <a:cubicBezTo>
                      <a:pt x="260" y="164"/>
                      <a:pt x="257" y="161"/>
                      <a:pt x="257" y="154"/>
                    </a:cubicBezTo>
                    <a:cubicBezTo>
                      <a:pt x="257" y="148"/>
                      <a:pt x="259" y="143"/>
                      <a:pt x="260" y="137"/>
                    </a:cubicBezTo>
                    <a:cubicBezTo>
                      <a:pt x="264" y="125"/>
                      <a:pt x="277" y="119"/>
                      <a:pt x="284" y="110"/>
                    </a:cubicBezTo>
                    <a:cubicBezTo>
                      <a:pt x="287" y="104"/>
                      <a:pt x="291" y="101"/>
                      <a:pt x="296" y="97"/>
                    </a:cubicBezTo>
                    <a:cubicBezTo>
                      <a:pt x="301" y="92"/>
                      <a:pt x="301" y="88"/>
                      <a:pt x="303" y="82"/>
                    </a:cubicBezTo>
                    <a:cubicBezTo>
                      <a:pt x="304" y="76"/>
                      <a:pt x="307" y="76"/>
                      <a:pt x="314" y="74"/>
                    </a:cubicBezTo>
                    <a:cubicBezTo>
                      <a:pt x="322" y="72"/>
                      <a:pt x="330" y="70"/>
                      <a:pt x="337" y="67"/>
                    </a:cubicBezTo>
                    <a:cubicBezTo>
                      <a:pt x="359" y="58"/>
                      <a:pt x="381" y="39"/>
                      <a:pt x="405" y="51"/>
                    </a:cubicBezTo>
                    <a:cubicBezTo>
                      <a:pt x="416" y="56"/>
                      <a:pt x="426" y="51"/>
                      <a:pt x="437" y="55"/>
                    </a:cubicBezTo>
                    <a:cubicBezTo>
                      <a:pt x="442" y="57"/>
                      <a:pt x="446" y="61"/>
                      <a:pt x="451" y="62"/>
                    </a:cubicBezTo>
                    <a:cubicBezTo>
                      <a:pt x="457" y="64"/>
                      <a:pt x="463" y="64"/>
                      <a:pt x="469" y="66"/>
                    </a:cubicBezTo>
                    <a:cubicBezTo>
                      <a:pt x="481" y="70"/>
                      <a:pt x="492" y="70"/>
                      <a:pt x="505" y="71"/>
                    </a:cubicBezTo>
                    <a:cubicBezTo>
                      <a:pt x="519" y="72"/>
                      <a:pt x="529" y="76"/>
                      <a:pt x="540" y="84"/>
                    </a:cubicBezTo>
                    <a:cubicBezTo>
                      <a:pt x="552" y="93"/>
                      <a:pt x="565" y="98"/>
                      <a:pt x="572" y="112"/>
                    </a:cubicBezTo>
                    <a:cubicBezTo>
                      <a:pt x="579" y="124"/>
                      <a:pt x="588" y="135"/>
                      <a:pt x="600" y="141"/>
                    </a:cubicBezTo>
                    <a:cubicBezTo>
                      <a:pt x="609" y="146"/>
                      <a:pt x="620" y="152"/>
                      <a:pt x="630" y="155"/>
                    </a:cubicBezTo>
                    <a:cubicBezTo>
                      <a:pt x="638" y="157"/>
                      <a:pt x="647" y="152"/>
                      <a:pt x="652" y="145"/>
                    </a:cubicBezTo>
                    <a:cubicBezTo>
                      <a:pt x="655" y="142"/>
                      <a:pt x="655" y="129"/>
                      <a:pt x="650" y="127"/>
                    </a:cubicBezTo>
                    <a:cubicBezTo>
                      <a:pt x="648" y="125"/>
                      <a:pt x="634" y="128"/>
                      <a:pt x="631" y="129"/>
                    </a:cubicBezTo>
                    <a:cubicBezTo>
                      <a:pt x="633" y="133"/>
                      <a:pt x="633" y="136"/>
                      <a:pt x="629" y="138"/>
                    </a:cubicBezTo>
                    <a:cubicBezTo>
                      <a:pt x="624" y="140"/>
                      <a:pt x="621" y="135"/>
                      <a:pt x="618" y="132"/>
                    </a:cubicBezTo>
                    <a:cubicBezTo>
                      <a:pt x="612" y="127"/>
                      <a:pt x="607" y="124"/>
                      <a:pt x="603" y="116"/>
                    </a:cubicBezTo>
                    <a:cubicBezTo>
                      <a:pt x="597" y="108"/>
                      <a:pt x="590" y="100"/>
                      <a:pt x="584" y="91"/>
                    </a:cubicBezTo>
                    <a:cubicBezTo>
                      <a:pt x="581" y="87"/>
                      <a:pt x="580" y="83"/>
                      <a:pt x="580" y="78"/>
                    </a:cubicBezTo>
                    <a:cubicBezTo>
                      <a:pt x="580" y="73"/>
                      <a:pt x="584" y="67"/>
                      <a:pt x="582" y="63"/>
                    </a:cubicBezTo>
                    <a:cubicBezTo>
                      <a:pt x="575" y="69"/>
                      <a:pt x="571" y="73"/>
                      <a:pt x="561" y="70"/>
                    </a:cubicBezTo>
                    <a:cubicBezTo>
                      <a:pt x="552" y="68"/>
                      <a:pt x="546" y="64"/>
                      <a:pt x="538" y="59"/>
                    </a:cubicBezTo>
                    <a:cubicBezTo>
                      <a:pt x="529" y="55"/>
                      <a:pt x="521" y="57"/>
                      <a:pt x="512" y="56"/>
                    </a:cubicBezTo>
                    <a:cubicBezTo>
                      <a:pt x="507" y="55"/>
                      <a:pt x="502" y="54"/>
                      <a:pt x="498" y="50"/>
                    </a:cubicBezTo>
                    <a:cubicBezTo>
                      <a:pt x="496" y="47"/>
                      <a:pt x="497" y="42"/>
                      <a:pt x="494" y="40"/>
                    </a:cubicBezTo>
                    <a:cubicBezTo>
                      <a:pt x="491" y="42"/>
                      <a:pt x="491" y="45"/>
                      <a:pt x="487" y="47"/>
                    </a:cubicBezTo>
                    <a:cubicBezTo>
                      <a:pt x="484" y="48"/>
                      <a:pt x="480" y="48"/>
                      <a:pt x="476" y="48"/>
                    </a:cubicBezTo>
                    <a:cubicBezTo>
                      <a:pt x="468" y="47"/>
                      <a:pt x="459" y="44"/>
                      <a:pt x="453" y="39"/>
                    </a:cubicBezTo>
                    <a:cubicBezTo>
                      <a:pt x="445" y="34"/>
                      <a:pt x="439" y="31"/>
                      <a:pt x="431" y="28"/>
                    </a:cubicBezTo>
                    <a:cubicBezTo>
                      <a:pt x="421" y="24"/>
                      <a:pt x="416" y="18"/>
                      <a:pt x="408" y="13"/>
                    </a:cubicBezTo>
                    <a:cubicBezTo>
                      <a:pt x="408" y="18"/>
                      <a:pt x="410" y="22"/>
                      <a:pt x="405" y="25"/>
                    </a:cubicBezTo>
                    <a:cubicBezTo>
                      <a:pt x="400" y="28"/>
                      <a:pt x="390" y="28"/>
                      <a:pt x="384" y="29"/>
                    </a:cubicBezTo>
                    <a:cubicBezTo>
                      <a:pt x="372" y="31"/>
                      <a:pt x="360" y="33"/>
                      <a:pt x="349" y="36"/>
                    </a:cubicBezTo>
                    <a:cubicBezTo>
                      <a:pt x="336" y="39"/>
                      <a:pt x="326" y="42"/>
                      <a:pt x="315" y="49"/>
                    </a:cubicBezTo>
                    <a:cubicBezTo>
                      <a:pt x="304" y="56"/>
                      <a:pt x="290" y="57"/>
                      <a:pt x="277" y="53"/>
                    </a:cubicBezTo>
                    <a:cubicBezTo>
                      <a:pt x="270" y="51"/>
                      <a:pt x="270" y="48"/>
                      <a:pt x="269" y="42"/>
                    </a:cubicBezTo>
                    <a:cubicBezTo>
                      <a:pt x="268" y="35"/>
                      <a:pt x="266" y="33"/>
                      <a:pt x="260" y="29"/>
                    </a:cubicBezTo>
                    <a:cubicBezTo>
                      <a:pt x="254" y="24"/>
                      <a:pt x="249" y="20"/>
                      <a:pt x="245" y="14"/>
                    </a:cubicBezTo>
                    <a:cubicBezTo>
                      <a:pt x="243" y="11"/>
                      <a:pt x="238" y="1"/>
                      <a:pt x="238" y="1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2" name="Freeform 120">
                <a:extLst>
                  <a:ext uri="{FF2B5EF4-FFF2-40B4-BE49-F238E27FC236}">
                    <a16:creationId xmlns:a16="http://schemas.microsoft.com/office/drawing/2014/main" id="{D3680C05-3ACE-4767-95E8-1A06E71EB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272"/>
                <a:ext cx="957" cy="395"/>
              </a:xfrm>
              <a:custGeom>
                <a:avLst/>
                <a:gdLst>
                  <a:gd name="T0" fmla="*/ 0 w 383"/>
                  <a:gd name="T1" fmla="*/ 1958 h 158"/>
                  <a:gd name="T2" fmla="*/ 480 w 383"/>
                  <a:gd name="T3" fmla="*/ 1938 h 158"/>
                  <a:gd name="T4" fmla="*/ 999 w 383"/>
                  <a:gd name="T5" fmla="*/ 1970 h 158"/>
                  <a:gd name="T6" fmla="*/ 1999 w 383"/>
                  <a:gd name="T7" fmla="*/ 2113 h 158"/>
                  <a:gd name="T8" fmla="*/ 2591 w 383"/>
                  <a:gd name="T9" fmla="*/ 2300 h 158"/>
                  <a:gd name="T10" fmla="*/ 3153 w 383"/>
                  <a:gd name="T11" fmla="*/ 2425 h 158"/>
                  <a:gd name="T12" fmla="*/ 3758 w 383"/>
                  <a:gd name="T13" fmla="*/ 2438 h 158"/>
                  <a:gd name="T14" fmla="*/ 4278 w 383"/>
                  <a:gd name="T15" fmla="*/ 2425 h 158"/>
                  <a:gd name="T16" fmla="*/ 4995 w 383"/>
                  <a:gd name="T17" fmla="*/ 2000 h 158"/>
                  <a:gd name="T18" fmla="*/ 5620 w 383"/>
                  <a:gd name="T19" fmla="*/ 1270 h 158"/>
                  <a:gd name="T20" fmla="*/ 5912 w 383"/>
                  <a:gd name="T21" fmla="*/ 708 h 158"/>
                  <a:gd name="T22" fmla="*/ 5869 w 383"/>
                  <a:gd name="T23" fmla="*/ 0 h 158"/>
                  <a:gd name="T24" fmla="*/ 5725 w 383"/>
                  <a:gd name="T25" fmla="*/ 425 h 158"/>
                  <a:gd name="T26" fmla="*/ 5570 w 383"/>
                  <a:gd name="T27" fmla="*/ 813 h 158"/>
                  <a:gd name="T28" fmla="*/ 5350 w 383"/>
                  <a:gd name="T29" fmla="*/ 1095 h 158"/>
                  <a:gd name="T30" fmla="*/ 5150 w 383"/>
                  <a:gd name="T31" fmla="*/ 1175 h 158"/>
                  <a:gd name="T32" fmla="*/ 5162 w 383"/>
                  <a:gd name="T33" fmla="*/ 1425 h 158"/>
                  <a:gd name="T34" fmla="*/ 5057 w 383"/>
                  <a:gd name="T35" fmla="*/ 1645 h 158"/>
                  <a:gd name="T36" fmla="*/ 4715 w 383"/>
                  <a:gd name="T37" fmla="*/ 1988 h 158"/>
                  <a:gd name="T38" fmla="*/ 4120 w 383"/>
                  <a:gd name="T39" fmla="*/ 2113 h 158"/>
                  <a:gd name="T40" fmla="*/ 3571 w 383"/>
                  <a:gd name="T41" fmla="*/ 1958 h 158"/>
                  <a:gd name="T42" fmla="*/ 3246 w 383"/>
                  <a:gd name="T43" fmla="*/ 1750 h 158"/>
                  <a:gd name="T44" fmla="*/ 2883 w 383"/>
                  <a:gd name="T45" fmla="*/ 1458 h 158"/>
                  <a:gd name="T46" fmla="*/ 2903 w 383"/>
                  <a:gd name="T47" fmla="*/ 1208 h 158"/>
                  <a:gd name="T48" fmla="*/ 2541 w 383"/>
                  <a:gd name="T49" fmla="*/ 1158 h 158"/>
                  <a:gd name="T50" fmla="*/ 2166 w 383"/>
                  <a:gd name="T51" fmla="*/ 1033 h 158"/>
                  <a:gd name="T52" fmla="*/ 1667 w 383"/>
                  <a:gd name="T53" fmla="*/ 613 h 158"/>
                  <a:gd name="T54" fmla="*/ 1824 w 383"/>
                  <a:gd name="T55" fmla="*/ 1113 h 158"/>
                  <a:gd name="T56" fmla="*/ 1749 w 383"/>
                  <a:gd name="T57" fmla="*/ 1520 h 158"/>
                  <a:gd name="T58" fmla="*/ 1062 w 383"/>
                  <a:gd name="T59" fmla="*/ 1970 h 15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83" h="158">
                    <a:moveTo>
                      <a:pt x="0" y="125"/>
                    </a:moveTo>
                    <a:cubicBezTo>
                      <a:pt x="9" y="121"/>
                      <a:pt x="21" y="123"/>
                      <a:pt x="31" y="124"/>
                    </a:cubicBezTo>
                    <a:cubicBezTo>
                      <a:pt x="42" y="124"/>
                      <a:pt x="53" y="126"/>
                      <a:pt x="64" y="126"/>
                    </a:cubicBezTo>
                    <a:cubicBezTo>
                      <a:pt x="89" y="126"/>
                      <a:pt x="105" y="129"/>
                      <a:pt x="128" y="135"/>
                    </a:cubicBezTo>
                    <a:cubicBezTo>
                      <a:pt x="140" y="138"/>
                      <a:pt x="155" y="144"/>
                      <a:pt x="166" y="147"/>
                    </a:cubicBezTo>
                    <a:cubicBezTo>
                      <a:pt x="177" y="150"/>
                      <a:pt x="190" y="151"/>
                      <a:pt x="202" y="155"/>
                    </a:cubicBezTo>
                    <a:cubicBezTo>
                      <a:pt x="214" y="158"/>
                      <a:pt x="229" y="155"/>
                      <a:pt x="241" y="156"/>
                    </a:cubicBezTo>
                    <a:cubicBezTo>
                      <a:pt x="252" y="158"/>
                      <a:pt x="263" y="158"/>
                      <a:pt x="274" y="155"/>
                    </a:cubicBezTo>
                    <a:cubicBezTo>
                      <a:pt x="293" y="151"/>
                      <a:pt x="309" y="144"/>
                      <a:pt x="320" y="128"/>
                    </a:cubicBezTo>
                    <a:cubicBezTo>
                      <a:pt x="333" y="110"/>
                      <a:pt x="348" y="99"/>
                      <a:pt x="360" y="81"/>
                    </a:cubicBezTo>
                    <a:cubicBezTo>
                      <a:pt x="367" y="71"/>
                      <a:pt x="376" y="58"/>
                      <a:pt x="379" y="45"/>
                    </a:cubicBezTo>
                    <a:cubicBezTo>
                      <a:pt x="383" y="31"/>
                      <a:pt x="379" y="14"/>
                      <a:pt x="376" y="0"/>
                    </a:cubicBezTo>
                    <a:cubicBezTo>
                      <a:pt x="373" y="8"/>
                      <a:pt x="370" y="19"/>
                      <a:pt x="367" y="27"/>
                    </a:cubicBezTo>
                    <a:cubicBezTo>
                      <a:pt x="364" y="36"/>
                      <a:pt x="361" y="45"/>
                      <a:pt x="357" y="52"/>
                    </a:cubicBezTo>
                    <a:cubicBezTo>
                      <a:pt x="353" y="58"/>
                      <a:pt x="349" y="66"/>
                      <a:pt x="343" y="70"/>
                    </a:cubicBezTo>
                    <a:cubicBezTo>
                      <a:pt x="340" y="72"/>
                      <a:pt x="332" y="72"/>
                      <a:pt x="330" y="75"/>
                    </a:cubicBezTo>
                    <a:cubicBezTo>
                      <a:pt x="328" y="79"/>
                      <a:pt x="332" y="87"/>
                      <a:pt x="331" y="91"/>
                    </a:cubicBezTo>
                    <a:cubicBezTo>
                      <a:pt x="330" y="95"/>
                      <a:pt x="327" y="101"/>
                      <a:pt x="324" y="105"/>
                    </a:cubicBezTo>
                    <a:cubicBezTo>
                      <a:pt x="319" y="113"/>
                      <a:pt x="311" y="122"/>
                      <a:pt x="302" y="127"/>
                    </a:cubicBezTo>
                    <a:cubicBezTo>
                      <a:pt x="290" y="136"/>
                      <a:pt x="278" y="138"/>
                      <a:pt x="264" y="135"/>
                    </a:cubicBezTo>
                    <a:cubicBezTo>
                      <a:pt x="252" y="132"/>
                      <a:pt x="240" y="132"/>
                      <a:pt x="229" y="125"/>
                    </a:cubicBezTo>
                    <a:cubicBezTo>
                      <a:pt x="221" y="120"/>
                      <a:pt x="217" y="115"/>
                      <a:pt x="208" y="112"/>
                    </a:cubicBezTo>
                    <a:cubicBezTo>
                      <a:pt x="199" y="108"/>
                      <a:pt x="189" y="103"/>
                      <a:pt x="185" y="93"/>
                    </a:cubicBezTo>
                    <a:cubicBezTo>
                      <a:pt x="182" y="87"/>
                      <a:pt x="186" y="82"/>
                      <a:pt x="186" y="77"/>
                    </a:cubicBezTo>
                    <a:cubicBezTo>
                      <a:pt x="178" y="76"/>
                      <a:pt x="172" y="77"/>
                      <a:pt x="163" y="74"/>
                    </a:cubicBezTo>
                    <a:cubicBezTo>
                      <a:pt x="155" y="72"/>
                      <a:pt x="147" y="70"/>
                      <a:pt x="139" y="66"/>
                    </a:cubicBezTo>
                    <a:cubicBezTo>
                      <a:pt x="129" y="61"/>
                      <a:pt x="111" y="51"/>
                      <a:pt x="107" y="39"/>
                    </a:cubicBezTo>
                    <a:cubicBezTo>
                      <a:pt x="110" y="50"/>
                      <a:pt x="117" y="60"/>
                      <a:pt x="117" y="71"/>
                    </a:cubicBezTo>
                    <a:cubicBezTo>
                      <a:pt x="118" y="81"/>
                      <a:pt x="117" y="88"/>
                      <a:pt x="112" y="97"/>
                    </a:cubicBezTo>
                    <a:cubicBezTo>
                      <a:pt x="103" y="111"/>
                      <a:pt x="86" y="126"/>
                      <a:pt x="68" y="126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3" name="Freeform 121">
                <a:extLst>
                  <a:ext uri="{FF2B5EF4-FFF2-40B4-BE49-F238E27FC236}">
                    <a16:creationId xmlns:a16="http://schemas.microsoft.com/office/drawing/2014/main" id="{01C97546-E8FB-4C91-A614-6227742B5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55"/>
                <a:ext cx="265" cy="187"/>
              </a:xfrm>
              <a:custGeom>
                <a:avLst/>
                <a:gdLst>
                  <a:gd name="T0" fmla="*/ 563 w 106"/>
                  <a:gd name="T1" fmla="*/ 0 h 75"/>
                  <a:gd name="T2" fmla="*/ 0 w 106"/>
                  <a:gd name="T3" fmla="*/ 728 h 75"/>
                  <a:gd name="T4" fmla="*/ 533 w 106"/>
                  <a:gd name="T5" fmla="*/ 870 h 75"/>
                  <a:gd name="T6" fmla="*/ 1095 w 106"/>
                  <a:gd name="T7" fmla="*/ 1025 h 75"/>
                  <a:gd name="T8" fmla="*/ 1595 w 106"/>
                  <a:gd name="T9" fmla="*/ 1037 h 75"/>
                  <a:gd name="T10" fmla="*/ 1238 w 106"/>
                  <a:gd name="T11" fmla="*/ 621 h 75"/>
                  <a:gd name="T12" fmla="*/ 1095 w 106"/>
                  <a:gd name="T13" fmla="*/ 342 h 75"/>
                  <a:gd name="T14" fmla="*/ 875 w 106"/>
                  <a:gd name="T15" fmla="*/ 137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75">
                    <a:moveTo>
                      <a:pt x="36" y="0"/>
                    </a:moveTo>
                    <a:cubicBezTo>
                      <a:pt x="16" y="8"/>
                      <a:pt x="11" y="32"/>
                      <a:pt x="0" y="47"/>
                    </a:cubicBezTo>
                    <a:cubicBezTo>
                      <a:pt x="11" y="54"/>
                      <a:pt x="22" y="54"/>
                      <a:pt x="34" y="56"/>
                    </a:cubicBezTo>
                    <a:cubicBezTo>
                      <a:pt x="46" y="58"/>
                      <a:pt x="59" y="62"/>
                      <a:pt x="70" y="66"/>
                    </a:cubicBezTo>
                    <a:cubicBezTo>
                      <a:pt x="76" y="68"/>
                      <a:pt x="97" y="75"/>
                      <a:pt x="102" y="67"/>
                    </a:cubicBezTo>
                    <a:cubicBezTo>
                      <a:pt x="106" y="58"/>
                      <a:pt x="83" y="47"/>
                      <a:pt x="79" y="40"/>
                    </a:cubicBezTo>
                    <a:cubicBezTo>
                      <a:pt x="75" y="35"/>
                      <a:pt x="73" y="28"/>
                      <a:pt x="70" y="22"/>
                    </a:cubicBezTo>
                    <a:cubicBezTo>
                      <a:pt x="66" y="16"/>
                      <a:pt x="59" y="13"/>
                      <a:pt x="56" y="9"/>
                    </a:cubicBezTo>
                  </a:path>
                </a:pathLst>
              </a:custGeom>
              <a:solidFill>
                <a:srgbClr val="E8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4" name="Freeform 122">
                <a:extLst>
                  <a:ext uri="{FF2B5EF4-FFF2-40B4-BE49-F238E27FC236}">
                    <a16:creationId xmlns:a16="http://schemas.microsoft.com/office/drawing/2014/main" id="{591E110F-FA54-4197-B4A3-457AFC6BF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370"/>
                <a:ext cx="153" cy="225"/>
              </a:xfrm>
              <a:custGeom>
                <a:avLst/>
                <a:gdLst>
                  <a:gd name="T0" fmla="*/ 850 w 61"/>
                  <a:gd name="T1" fmla="*/ 645 h 90"/>
                  <a:gd name="T2" fmla="*/ 931 w 61"/>
                  <a:gd name="T3" fmla="*/ 125 h 90"/>
                  <a:gd name="T4" fmla="*/ 775 w 61"/>
                  <a:gd name="T5" fmla="*/ 83 h 90"/>
                  <a:gd name="T6" fmla="*/ 584 w 61"/>
                  <a:gd name="T7" fmla="*/ 188 h 90"/>
                  <a:gd name="T8" fmla="*/ 251 w 61"/>
                  <a:gd name="T9" fmla="*/ 1050 h 90"/>
                  <a:gd name="T10" fmla="*/ 0 w 61"/>
                  <a:gd name="T11" fmla="*/ 1408 h 90"/>
                  <a:gd name="T12" fmla="*/ 301 w 61"/>
                  <a:gd name="T13" fmla="*/ 1345 h 90"/>
                  <a:gd name="T14" fmla="*/ 660 w 61"/>
                  <a:gd name="T15" fmla="*/ 1345 h 90"/>
                  <a:gd name="T16" fmla="*/ 459 w 61"/>
                  <a:gd name="T17" fmla="*/ 800 h 90"/>
                  <a:gd name="T18" fmla="*/ 647 w 61"/>
                  <a:gd name="T19" fmla="*/ 470 h 90"/>
                  <a:gd name="T20" fmla="*/ 775 w 61"/>
                  <a:gd name="T21" fmla="*/ 658 h 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90">
                    <a:moveTo>
                      <a:pt x="54" y="41"/>
                    </a:moveTo>
                    <a:cubicBezTo>
                      <a:pt x="56" y="30"/>
                      <a:pt x="61" y="19"/>
                      <a:pt x="59" y="8"/>
                    </a:cubicBezTo>
                    <a:cubicBezTo>
                      <a:pt x="58" y="0"/>
                      <a:pt x="55" y="1"/>
                      <a:pt x="49" y="5"/>
                    </a:cubicBezTo>
                    <a:cubicBezTo>
                      <a:pt x="45" y="7"/>
                      <a:pt x="41" y="9"/>
                      <a:pt x="37" y="12"/>
                    </a:cubicBezTo>
                    <a:cubicBezTo>
                      <a:pt x="22" y="24"/>
                      <a:pt x="23" y="50"/>
                      <a:pt x="16" y="67"/>
                    </a:cubicBezTo>
                    <a:cubicBezTo>
                      <a:pt x="11" y="76"/>
                      <a:pt x="8" y="84"/>
                      <a:pt x="0" y="90"/>
                    </a:cubicBezTo>
                    <a:cubicBezTo>
                      <a:pt x="6" y="90"/>
                      <a:pt x="12" y="86"/>
                      <a:pt x="19" y="86"/>
                    </a:cubicBezTo>
                    <a:cubicBezTo>
                      <a:pt x="27" y="86"/>
                      <a:pt x="35" y="87"/>
                      <a:pt x="42" y="86"/>
                    </a:cubicBezTo>
                    <a:cubicBezTo>
                      <a:pt x="23" y="86"/>
                      <a:pt x="25" y="64"/>
                      <a:pt x="29" y="51"/>
                    </a:cubicBezTo>
                    <a:cubicBezTo>
                      <a:pt x="31" y="47"/>
                      <a:pt x="35" y="32"/>
                      <a:pt x="41" y="30"/>
                    </a:cubicBezTo>
                    <a:cubicBezTo>
                      <a:pt x="48" y="28"/>
                      <a:pt x="47" y="40"/>
                      <a:pt x="49" y="42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5" name="Freeform 123">
                <a:extLst>
                  <a:ext uri="{FF2B5EF4-FFF2-40B4-BE49-F238E27FC236}">
                    <a16:creationId xmlns:a16="http://schemas.microsoft.com/office/drawing/2014/main" id="{54F52FC1-0396-4993-9A9B-1FCEE1A80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502"/>
                <a:ext cx="65" cy="63"/>
              </a:xfrm>
              <a:custGeom>
                <a:avLst/>
                <a:gdLst>
                  <a:gd name="T0" fmla="*/ 0 w 26"/>
                  <a:gd name="T1" fmla="*/ 209 h 25"/>
                  <a:gd name="T2" fmla="*/ 333 w 26"/>
                  <a:gd name="T3" fmla="*/ 0 h 25"/>
                  <a:gd name="T4" fmla="*/ 408 w 26"/>
                  <a:gd name="T5" fmla="*/ 401 h 25"/>
                  <a:gd name="T6" fmla="*/ 175 w 26"/>
                  <a:gd name="T7" fmla="*/ 22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5">
                    <a:moveTo>
                      <a:pt x="0" y="13"/>
                    </a:moveTo>
                    <a:cubicBezTo>
                      <a:pt x="7" y="17"/>
                      <a:pt x="20" y="6"/>
                      <a:pt x="21" y="0"/>
                    </a:cubicBezTo>
                    <a:cubicBezTo>
                      <a:pt x="23" y="8"/>
                      <a:pt x="24" y="16"/>
                      <a:pt x="26" y="25"/>
                    </a:cubicBezTo>
                    <a:cubicBezTo>
                      <a:pt x="24" y="20"/>
                      <a:pt x="16" y="14"/>
                      <a:pt x="11" y="14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6" name="Freeform 124">
                <a:extLst>
                  <a:ext uri="{FF2B5EF4-FFF2-40B4-BE49-F238E27FC236}">
                    <a16:creationId xmlns:a16="http://schemas.microsoft.com/office/drawing/2014/main" id="{594D7308-E200-4B74-A79C-0B28484C1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285"/>
                <a:ext cx="127" cy="292"/>
              </a:xfrm>
              <a:custGeom>
                <a:avLst/>
                <a:gdLst>
                  <a:gd name="T0" fmla="*/ 249 w 51"/>
                  <a:gd name="T1" fmla="*/ 12 h 117"/>
                  <a:gd name="T2" fmla="*/ 311 w 51"/>
                  <a:gd name="T3" fmla="*/ 342 h 117"/>
                  <a:gd name="T4" fmla="*/ 403 w 51"/>
                  <a:gd name="T5" fmla="*/ 759 h 117"/>
                  <a:gd name="T6" fmla="*/ 354 w 51"/>
                  <a:gd name="T7" fmla="*/ 1183 h 117"/>
                  <a:gd name="T8" fmla="*/ 0 w 51"/>
                  <a:gd name="T9" fmla="*/ 1507 h 117"/>
                  <a:gd name="T10" fmla="*/ 403 w 51"/>
                  <a:gd name="T11" fmla="*/ 1620 h 117"/>
                  <a:gd name="T12" fmla="*/ 590 w 51"/>
                  <a:gd name="T13" fmla="*/ 1712 h 117"/>
                  <a:gd name="T14" fmla="*/ 757 w 51"/>
                  <a:gd name="T15" fmla="*/ 1819 h 117"/>
                  <a:gd name="T16" fmla="*/ 712 w 51"/>
                  <a:gd name="T17" fmla="*/ 759 h 117"/>
                  <a:gd name="T18" fmla="*/ 371 w 51"/>
                  <a:gd name="T19" fmla="*/ 0 h 1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117">
                    <a:moveTo>
                      <a:pt x="16" y="1"/>
                    </a:moveTo>
                    <a:cubicBezTo>
                      <a:pt x="1" y="9"/>
                      <a:pt x="13" y="13"/>
                      <a:pt x="20" y="22"/>
                    </a:cubicBezTo>
                    <a:cubicBezTo>
                      <a:pt x="26" y="29"/>
                      <a:pt x="26" y="40"/>
                      <a:pt x="26" y="49"/>
                    </a:cubicBezTo>
                    <a:cubicBezTo>
                      <a:pt x="26" y="58"/>
                      <a:pt x="27" y="68"/>
                      <a:pt x="23" y="76"/>
                    </a:cubicBezTo>
                    <a:cubicBezTo>
                      <a:pt x="19" y="85"/>
                      <a:pt x="9" y="92"/>
                      <a:pt x="0" y="97"/>
                    </a:cubicBezTo>
                    <a:cubicBezTo>
                      <a:pt x="7" y="101"/>
                      <a:pt x="18" y="101"/>
                      <a:pt x="26" y="104"/>
                    </a:cubicBezTo>
                    <a:cubicBezTo>
                      <a:pt x="30" y="105"/>
                      <a:pt x="35" y="107"/>
                      <a:pt x="38" y="110"/>
                    </a:cubicBezTo>
                    <a:cubicBezTo>
                      <a:pt x="42" y="114"/>
                      <a:pt x="43" y="117"/>
                      <a:pt x="49" y="117"/>
                    </a:cubicBezTo>
                    <a:cubicBezTo>
                      <a:pt x="35" y="97"/>
                      <a:pt x="40" y="72"/>
                      <a:pt x="46" y="49"/>
                    </a:cubicBezTo>
                    <a:cubicBezTo>
                      <a:pt x="51" y="32"/>
                      <a:pt x="48" y="2"/>
                      <a:pt x="24" y="0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7" name="Freeform 125">
                <a:extLst>
                  <a:ext uri="{FF2B5EF4-FFF2-40B4-BE49-F238E27FC236}">
                    <a16:creationId xmlns:a16="http://schemas.microsoft.com/office/drawing/2014/main" id="{AFE10A7C-5E83-4A57-B9E4-B16FAECE3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225"/>
                <a:ext cx="188" cy="187"/>
              </a:xfrm>
              <a:custGeom>
                <a:avLst/>
                <a:gdLst>
                  <a:gd name="T0" fmla="*/ 709 w 75"/>
                  <a:gd name="T1" fmla="*/ 30 h 75"/>
                  <a:gd name="T2" fmla="*/ 567 w 75"/>
                  <a:gd name="T3" fmla="*/ 62 h 75"/>
                  <a:gd name="T4" fmla="*/ 647 w 75"/>
                  <a:gd name="T5" fmla="*/ 187 h 75"/>
                  <a:gd name="T6" fmla="*/ 629 w 75"/>
                  <a:gd name="T7" fmla="*/ 436 h 75"/>
                  <a:gd name="T8" fmla="*/ 283 w 75"/>
                  <a:gd name="T9" fmla="*/ 591 h 75"/>
                  <a:gd name="T10" fmla="*/ 63 w 75"/>
                  <a:gd name="T11" fmla="*/ 808 h 75"/>
                  <a:gd name="T12" fmla="*/ 208 w 75"/>
                  <a:gd name="T13" fmla="*/ 962 h 75"/>
                  <a:gd name="T14" fmla="*/ 313 w 75"/>
                  <a:gd name="T15" fmla="*/ 1162 h 75"/>
                  <a:gd name="T16" fmla="*/ 521 w 75"/>
                  <a:gd name="T17" fmla="*/ 746 h 75"/>
                  <a:gd name="T18" fmla="*/ 1025 w 75"/>
                  <a:gd name="T19" fmla="*/ 716 h 75"/>
                  <a:gd name="T20" fmla="*/ 1118 w 75"/>
                  <a:gd name="T21" fmla="*/ 386 h 75"/>
                  <a:gd name="T22" fmla="*/ 772 w 75"/>
                  <a:gd name="T23" fmla="*/ 42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5" h="75">
                    <a:moveTo>
                      <a:pt x="45" y="2"/>
                    </a:moveTo>
                    <a:cubicBezTo>
                      <a:pt x="42" y="0"/>
                      <a:pt x="37" y="0"/>
                      <a:pt x="36" y="4"/>
                    </a:cubicBezTo>
                    <a:cubicBezTo>
                      <a:pt x="34" y="9"/>
                      <a:pt x="39" y="10"/>
                      <a:pt x="41" y="12"/>
                    </a:cubicBezTo>
                    <a:cubicBezTo>
                      <a:pt x="48" y="19"/>
                      <a:pt x="50" y="25"/>
                      <a:pt x="40" y="28"/>
                    </a:cubicBezTo>
                    <a:cubicBezTo>
                      <a:pt x="31" y="30"/>
                      <a:pt x="24" y="30"/>
                      <a:pt x="18" y="38"/>
                    </a:cubicBezTo>
                    <a:cubicBezTo>
                      <a:pt x="15" y="43"/>
                      <a:pt x="11" y="52"/>
                      <a:pt x="4" y="52"/>
                    </a:cubicBezTo>
                    <a:cubicBezTo>
                      <a:pt x="0" y="56"/>
                      <a:pt x="10" y="59"/>
                      <a:pt x="13" y="62"/>
                    </a:cubicBezTo>
                    <a:cubicBezTo>
                      <a:pt x="17" y="66"/>
                      <a:pt x="19" y="71"/>
                      <a:pt x="20" y="75"/>
                    </a:cubicBezTo>
                    <a:cubicBezTo>
                      <a:pt x="18" y="63"/>
                      <a:pt x="19" y="49"/>
                      <a:pt x="33" y="48"/>
                    </a:cubicBezTo>
                    <a:cubicBezTo>
                      <a:pt x="43" y="46"/>
                      <a:pt x="55" y="48"/>
                      <a:pt x="65" y="46"/>
                    </a:cubicBezTo>
                    <a:cubicBezTo>
                      <a:pt x="75" y="43"/>
                      <a:pt x="75" y="34"/>
                      <a:pt x="71" y="25"/>
                    </a:cubicBezTo>
                    <a:cubicBezTo>
                      <a:pt x="67" y="18"/>
                      <a:pt x="49" y="9"/>
                      <a:pt x="49" y="3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8" name="Freeform 126">
                <a:extLst>
                  <a:ext uri="{FF2B5EF4-FFF2-40B4-BE49-F238E27FC236}">
                    <a16:creationId xmlns:a16="http://schemas.microsoft.com/office/drawing/2014/main" id="{68FB378F-E868-4CAC-A8FC-DD6DD857E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457"/>
                <a:ext cx="208" cy="140"/>
              </a:xfrm>
              <a:custGeom>
                <a:avLst/>
                <a:gdLst>
                  <a:gd name="T0" fmla="*/ 63 w 83"/>
                  <a:gd name="T1" fmla="*/ 520 h 56"/>
                  <a:gd name="T2" fmla="*/ 283 w 83"/>
                  <a:gd name="T3" fmla="*/ 783 h 56"/>
                  <a:gd name="T4" fmla="*/ 616 w 83"/>
                  <a:gd name="T5" fmla="*/ 845 h 56"/>
                  <a:gd name="T6" fmla="*/ 972 w 83"/>
                  <a:gd name="T7" fmla="*/ 863 h 56"/>
                  <a:gd name="T8" fmla="*/ 1306 w 83"/>
                  <a:gd name="T9" fmla="*/ 845 h 56"/>
                  <a:gd name="T10" fmla="*/ 1055 w 83"/>
                  <a:gd name="T11" fmla="*/ 675 h 56"/>
                  <a:gd name="T12" fmla="*/ 867 w 83"/>
                  <a:gd name="T13" fmla="*/ 563 h 56"/>
                  <a:gd name="T14" fmla="*/ 867 w 83"/>
                  <a:gd name="T15" fmla="*/ 738 h 56"/>
                  <a:gd name="T16" fmla="*/ 659 w 83"/>
                  <a:gd name="T17" fmla="*/ 783 h 56"/>
                  <a:gd name="T18" fmla="*/ 20 w 83"/>
                  <a:gd name="T19" fmla="*/ 95 h 56"/>
                  <a:gd name="T20" fmla="*/ 20 w 83"/>
                  <a:gd name="T21" fmla="*/ 0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56">
                    <a:moveTo>
                      <a:pt x="4" y="33"/>
                    </a:moveTo>
                    <a:cubicBezTo>
                      <a:pt x="9" y="38"/>
                      <a:pt x="12" y="45"/>
                      <a:pt x="18" y="50"/>
                    </a:cubicBezTo>
                    <a:cubicBezTo>
                      <a:pt x="23" y="54"/>
                      <a:pt x="33" y="53"/>
                      <a:pt x="39" y="54"/>
                    </a:cubicBezTo>
                    <a:cubicBezTo>
                      <a:pt x="47" y="55"/>
                      <a:pt x="54" y="55"/>
                      <a:pt x="62" y="55"/>
                    </a:cubicBezTo>
                    <a:cubicBezTo>
                      <a:pt x="69" y="56"/>
                      <a:pt x="76" y="53"/>
                      <a:pt x="83" y="54"/>
                    </a:cubicBezTo>
                    <a:cubicBezTo>
                      <a:pt x="76" y="50"/>
                      <a:pt x="72" y="48"/>
                      <a:pt x="67" y="43"/>
                    </a:cubicBezTo>
                    <a:cubicBezTo>
                      <a:pt x="64" y="39"/>
                      <a:pt x="61" y="35"/>
                      <a:pt x="55" y="36"/>
                    </a:cubicBezTo>
                    <a:cubicBezTo>
                      <a:pt x="46" y="37"/>
                      <a:pt x="55" y="41"/>
                      <a:pt x="55" y="47"/>
                    </a:cubicBezTo>
                    <a:cubicBezTo>
                      <a:pt x="54" y="53"/>
                      <a:pt x="46" y="51"/>
                      <a:pt x="42" y="50"/>
                    </a:cubicBezTo>
                    <a:cubicBezTo>
                      <a:pt x="20" y="43"/>
                      <a:pt x="3" y="30"/>
                      <a:pt x="1" y="6"/>
                    </a:cubicBez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9" name="Freeform 127">
                <a:extLst>
                  <a:ext uri="{FF2B5EF4-FFF2-40B4-BE49-F238E27FC236}">
                    <a16:creationId xmlns:a16="http://schemas.microsoft.com/office/drawing/2014/main" id="{10D49EC4-2095-4C0F-8159-59F6A566E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032"/>
                <a:ext cx="123" cy="90"/>
              </a:xfrm>
              <a:custGeom>
                <a:avLst/>
                <a:gdLst>
                  <a:gd name="T0" fmla="*/ 95 w 49"/>
                  <a:gd name="T1" fmla="*/ 20 h 36"/>
                  <a:gd name="T2" fmla="*/ 397 w 49"/>
                  <a:gd name="T3" fmla="*/ 333 h 36"/>
                  <a:gd name="T4" fmla="*/ 776 w 49"/>
                  <a:gd name="T5" fmla="*/ 550 h 36"/>
                  <a:gd name="T6" fmla="*/ 176 w 49"/>
                  <a:gd name="T7" fmla="*/ 563 h 36"/>
                  <a:gd name="T8" fmla="*/ 0 w 49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6">
                    <a:moveTo>
                      <a:pt x="6" y="1"/>
                    </a:moveTo>
                    <a:cubicBezTo>
                      <a:pt x="18" y="1"/>
                      <a:pt x="21" y="14"/>
                      <a:pt x="25" y="21"/>
                    </a:cubicBezTo>
                    <a:cubicBezTo>
                      <a:pt x="30" y="30"/>
                      <a:pt x="43" y="27"/>
                      <a:pt x="49" y="35"/>
                    </a:cubicBezTo>
                    <a:cubicBezTo>
                      <a:pt x="39" y="35"/>
                      <a:pt x="19" y="22"/>
                      <a:pt x="11" y="36"/>
                    </a:cubicBezTo>
                    <a:cubicBezTo>
                      <a:pt x="21" y="20"/>
                      <a:pt x="14" y="10"/>
                      <a:pt x="0" y="0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0" name="Freeform 128">
                <a:extLst>
                  <a:ext uri="{FF2B5EF4-FFF2-40B4-BE49-F238E27FC236}">
                    <a16:creationId xmlns:a16="http://schemas.microsoft.com/office/drawing/2014/main" id="{A1EDD76E-4F3A-4C1F-A5F2-254EF3967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092"/>
                <a:ext cx="148" cy="280"/>
              </a:xfrm>
              <a:custGeom>
                <a:avLst/>
                <a:gdLst>
                  <a:gd name="T0" fmla="*/ 176 w 59"/>
                  <a:gd name="T1" fmla="*/ 20 h 112"/>
                  <a:gd name="T2" fmla="*/ 314 w 59"/>
                  <a:gd name="T3" fmla="*/ 938 h 112"/>
                  <a:gd name="T4" fmla="*/ 459 w 59"/>
                  <a:gd name="T5" fmla="*/ 1363 h 112"/>
                  <a:gd name="T6" fmla="*/ 722 w 59"/>
                  <a:gd name="T7" fmla="*/ 1595 h 112"/>
                  <a:gd name="T8" fmla="*/ 931 w 59"/>
                  <a:gd name="T9" fmla="*/ 1408 h 112"/>
                  <a:gd name="T10" fmla="*/ 597 w 59"/>
                  <a:gd name="T11" fmla="*/ 1300 h 112"/>
                  <a:gd name="T12" fmla="*/ 429 w 59"/>
                  <a:gd name="T13" fmla="*/ 800 h 112"/>
                  <a:gd name="T14" fmla="*/ 334 w 59"/>
                  <a:gd name="T15" fmla="*/ 300 h 112"/>
                  <a:gd name="T16" fmla="*/ 597 w 59"/>
                  <a:gd name="T17" fmla="*/ 95 h 112"/>
                  <a:gd name="T18" fmla="*/ 176 w 59"/>
                  <a:gd name="T19" fmla="*/ 20 h 1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112">
                    <a:moveTo>
                      <a:pt x="11" y="1"/>
                    </a:moveTo>
                    <a:cubicBezTo>
                      <a:pt x="0" y="6"/>
                      <a:pt x="18" y="50"/>
                      <a:pt x="20" y="60"/>
                    </a:cubicBezTo>
                    <a:cubicBezTo>
                      <a:pt x="22" y="69"/>
                      <a:pt x="25" y="78"/>
                      <a:pt x="29" y="87"/>
                    </a:cubicBezTo>
                    <a:cubicBezTo>
                      <a:pt x="33" y="95"/>
                      <a:pt x="37" y="112"/>
                      <a:pt x="46" y="102"/>
                    </a:cubicBezTo>
                    <a:cubicBezTo>
                      <a:pt x="49" y="98"/>
                      <a:pt x="57" y="94"/>
                      <a:pt x="59" y="90"/>
                    </a:cubicBezTo>
                    <a:cubicBezTo>
                      <a:pt x="49" y="92"/>
                      <a:pt x="44" y="92"/>
                      <a:pt x="38" y="83"/>
                    </a:cubicBezTo>
                    <a:cubicBezTo>
                      <a:pt x="31" y="73"/>
                      <a:pt x="29" y="62"/>
                      <a:pt x="27" y="51"/>
                    </a:cubicBezTo>
                    <a:cubicBezTo>
                      <a:pt x="26" y="40"/>
                      <a:pt x="22" y="29"/>
                      <a:pt x="21" y="19"/>
                    </a:cubicBezTo>
                    <a:cubicBezTo>
                      <a:pt x="21" y="6"/>
                      <a:pt x="29" y="10"/>
                      <a:pt x="38" y="6"/>
                    </a:cubicBezTo>
                    <a:cubicBezTo>
                      <a:pt x="29" y="5"/>
                      <a:pt x="20" y="0"/>
                      <a:pt x="11" y="1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1" name="Freeform 129">
                <a:extLst>
                  <a:ext uri="{FF2B5EF4-FFF2-40B4-BE49-F238E27FC236}">
                    <a16:creationId xmlns:a16="http://schemas.microsoft.com/office/drawing/2014/main" id="{9895CF61-9036-4579-AAA8-1B4713143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327"/>
                <a:ext cx="290" cy="213"/>
              </a:xfrm>
              <a:custGeom>
                <a:avLst/>
                <a:gdLst>
                  <a:gd name="T0" fmla="*/ 238 w 116"/>
                  <a:gd name="T1" fmla="*/ 113 h 85"/>
                  <a:gd name="T2" fmla="*/ 583 w 116"/>
                  <a:gd name="T3" fmla="*/ 867 h 85"/>
                  <a:gd name="T4" fmla="*/ 1408 w 116"/>
                  <a:gd name="T5" fmla="*/ 1306 h 85"/>
                  <a:gd name="T6" fmla="*/ 1770 w 116"/>
                  <a:gd name="T7" fmla="*/ 960 h 85"/>
                  <a:gd name="T8" fmla="*/ 1313 w 116"/>
                  <a:gd name="T9" fmla="*/ 1150 h 85"/>
                  <a:gd name="T10" fmla="*/ 800 w 116"/>
                  <a:gd name="T11" fmla="*/ 867 h 85"/>
                  <a:gd name="T12" fmla="*/ 500 w 116"/>
                  <a:gd name="T13" fmla="*/ 426 h 85"/>
                  <a:gd name="T14" fmla="*/ 550 w 116"/>
                  <a:gd name="T15" fmla="*/ 33 h 85"/>
                  <a:gd name="T16" fmla="*/ 313 w 116"/>
                  <a:gd name="T17" fmla="*/ 50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85">
                    <a:moveTo>
                      <a:pt x="15" y="7"/>
                    </a:moveTo>
                    <a:cubicBezTo>
                      <a:pt x="0" y="24"/>
                      <a:pt x="26" y="44"/>
                      <a:pt x="37" y="55"/>
                    </a:cubicBezTo>
                    <a:cubicBezTo>
                      <a:pt x="48" y="68"/>
                      <a:pt x="72" y="85"/>
                      <a:pt x="90" y="83"/>
                    </a:cubicBezTo>
                    <a:cubicBezTo>
                      <a:pt x="97" y="82"/>
                      <a:pt x="116" y="68"/>
                      <a:pt x="113" y="61"/>
                    </a:cubicBezTo>
                    <a:cubicBezTo>
                      <a:pt x="103" y="64"/>
                      <a:pt x="95" y="73"/>
                      <a:pt x="84" y="73"/>
                    </a:cubicBezTo>
                    <a:cubicBezTo>
                      <a:pt x="69" y="74"/>
                      <a:pt x="60" y="66"/>
                      <a:pt x="51" y="55"/>
                    </a:cubicBezTo>
                    <a:cubicBezTo>
                      <a:pt x="44" y="46"/>
                      <a:pt x="38" y="36"/>
                      <a:pt x="32" y="27"/>
                    </a:cubicBezTo>
                    <a:cubicBezTo>
                      <a:pt x="24" y="16"/>
                      <a:pt x="25" y="10"/>
                      <a:pt x="35" y="2"/>
                    </a:cubicBezTo>
                    <a:cubicBezTo>
                      <a:pt x="30" y="0"/>
                      <a:pt x="24" y="2"/>
                      <a:pt x="20" y="3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2" name="Freeform 130">
                <a:extLst>
                  <a:ext uri="{FF2B5EF4-FFF2-40B4-BE49-F238E27FC236}">
                    <a16:creationId xmlns:a16="http://schemas.microsoft.com/office/drawing/2014/main" id="{EBDA7AF0-7820-49EC-8BF5-EEFCF2F6D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1277"/>
                <a:ext cx="210" cy="418"/>
              </a:xfrm>
              <a:custGeom>
                <a:avLst/>
                <a:gdLst>
                  <a:gd name="T0" fmla="*/ 175 w 84"/>
                  <a:gd name="T1" fmla="*/ 50 h 167"/>
                  <a:gd name="T2" fmla="*/ 20 w 84"/>
                  <a:gd name="T3" fmla="*/ 95 h 167"/>
                  <a:gd name="T4" fmla="*/ 145 w 84"/>
                  <a:gd name="T5" fmla="*/ 313 h 167"/>
                  <a:gd name="T6" fmla="*/ 438 w 84"/>
                  <a:gd name="T7" fmla="*/ 676 h 167"/>
                  <a:gd name="T8" fmla="*/ 583 w 84"/>
                  <a:gd name="T9" fmla="*/ 864 h 167"/>
                  <a:gd name="T10" fmla="*/ 500 w 84"/>
                  <a:gd name="T11" fmla="*/ 1096 h 167"/>
                  <a:gd name="T12" fmla="*/ 500 w 84"/>
                  <a:gd name="T13" fmla="*/ 1584 h 167"/>
                  <a:gd name="T14" fmla="*/ 345 w 84"/>
                  <a:gd name="T15" fmla="*/ 2085 h 167"/>
                  <a:gd name="T16" fmla="*/ 250 w 84"/>
                  <a:gd name="T17" fmla="*/ 2618 h 167"/>
                  <a:gd name="T18" fmla="*/ 408 w 84"/>
                  <a:gd name="T19" fmla="*/ 2368 h 167"/>
                  <a:gd name="T20" fmla="*/ 613 w 84"/>
                  <a:gd name="T21" fmla="*/ 2055 h 167"/>
                  <a:gd name="T22" fmla="*/ 783 w 84"/>
                  <a:gd name="T23" fmla="*/ 1492 h 167"/>
                  <a:gd name="T24" fmla="*/ 845 w 84"/>
                  <a:gd name="T25" fmla="*/ 939 h 167"/>
                  <a:gd name="T26" fmla="*/ 1238 w 84"/>
                  <a:gd name="T27" fmla="*/ 563 h 167"/>
                  <a:gd name="T28" fmla="*/ 1063 w 84"/>
                  <a:gd name="T29" fmla="*/ 501 h 167"/>
                  <a:gd name="T30" fmla="*/ 800 w 84"/>
                  <a:gd name="T31" fmla="*/ 471 h 167"/>
                  <a:gd name="T32" fmla="*/ 563 w 84"/>
                  <a:gd name="T33" fmla="*/ 333 h 167"/>
                  <a:gd name="T34" fmla="*/ 300 w 84"/>
                  <a:gd name="T35" fmla="*/ 158 h 16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4" h="167">
                    <a:moveTo>
                      <a:pt x="11" y="3"/>
                    </a:moveTo>
                    <a:cubicBezTo>
                      <a:pt x="8" y="0"/>
                      <a:pt x="1" y="1"/>
                      <a:pt x="1" y="6"/>
                    </a:cubicBezTo>
                    <a:cubicBezTo>
                      <a:pt x="0" y="10"/>
                      <a:pt x="7" y="17"/>
                      <a:pt x="9" y="20"/>
                    </a:cubicBezTo>
                    <a:cubicBezTo>
                      <a:pt x="13" y="29"/>
                      <a:pt x="20" y="37"/>
                      <a:pt x="28" y="43"/>
                    </a:cubicBezTo>
                    <a:cubicBezTo>
                      <a:pt x="33" y="47"/>
                      <a:pt x="37" y="48"/>
                      <a:pt x="37" y="55"/>
                    </a:cubicBezTo>
                    <a:cubicBezTo>
                      <a:pt x="37" y="60"/>
                      <a:pt x="34" y="65"/>
                      <a:pt x="32" y="70"/>
                    </a:cubicBezTo>
                    <a:cubicBezTo>
                      <a:pt x="30" y="80"/>
                      <a:pt x="33" y="91"/>
                      <a:pt x="32" y="101"/>
                    </a:cubicBezTo>
                    <a:cubicBezTo>
                      <a:pt x="32" y="111"/>
                      <a:pt x="27" y="125"/>
                      <a:pt x="22" y="133"/>
                    </a:cubicBezTo>
                    <a:cubicBezTo>
                      <a:pt x="17" y="140"/>
                      <a:pt x="4" y="160"/>
                      <a:pt x="16" y="167"/>
                    </a:cubicBezTo>
                    <a:cubicBezTo>
                      <a:pt x="19" y="161"/>
                      <a:pt x="22" y="156"/>
                      <a:pt x="26" y="151"/>
                    </a:cubicBezTo>
                    <a:cubicBezTo>
                      <a:pt x="31" y="144"/>
                      <a:pt x="36" y="139"/>
                      <a:pt x="39" y="131"/>
                    </a:cubicBezTo>
                    <a:cubicBezTo>
                      <a:pt x="43" y="119"/>
                      <a:pt x="50" y="108"/>
                      <a:pt x="50" y="95"/>
                    </a:cubicBezTo>
                    <a:cubicBezTo>
                      <a:pt x="50" y="83"/>
                      <a:pt x="48" y="71"/>
                      <a:pt x="54" y="60"/>
                    </a:cubicBezTo>
                    <a:cubicBezTo>
                      <a:pt x="60" y="50"/>
                      <a:pt x="74" y="46"/>
                      <a:pt x="79" y="36"/>
                    </a:cubicBezTo>
                    <a:cubicBezTo>
                      <a:pt x="84" y="27"/>
                      <a:pt x="73" y="30"/>
                      <a:pt x="68" y="32"/>
                    </a:cubicBezTo>
                    <a:cubicBezTo>
                      <a:pt x="61" y="34"/>
                      <a:pt x="58" y="33"/>
                      <a:pt x="51" y="30"/>
                    </a:cubicBezTo>
                    <a:cubicBezTo>
                      <a:pt x="46" y="27"/>
                      <a:pt x="40" y="25"/>
                      <a:pt x="36" y="21"/>
                    </a:cubicBezTo>
                    <a:cubicBezTo>
                      <a:pt x="31" y="18"/>
                      <a:pt x="25" y="11"/>
                      <a:pt x="19" y="10"/>
                    </a:cubicBezTo>
                  </a:path>
                </a:pathLst>
              </a:custGeom>
              <a:solidFill>
                <a:srgbClr val="CCA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3" name="Freeform 131">
                <a:extLst>
                  <a:ext uri="{FF2B5EF4-FFF2-40B4-BE49-F238E27FC236}">
                    <a16:creationId xmlns:a16="http://schemas.microsoft.com/office/drawing/2014/main" id="{40187EDC-CA68-43C7-9A7D-777D7E261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392"/>
                <a:ext cx="140" cy="130"/>
              </a:xfrm>
              <a:custGeom>
                <a:avLst/>
                <a:gdLst>
                  <a:gd name="T0" fmla="*/ 220 w 56"/>
                  <a:gd name="T1" fmla="*/ 33 h 52"/>
                  <a:gd name="T2" fmla="*/ 63 w 56"/>
                  <a:gd name="T3" fmla="*/ 533 h 52"/>
                  <a:gd name="T4" fmla="*/ 83 w 56"/>
                  <a:gd name="T5" fmla="*/ 750 h 52"/>
                  <a:gd name="T6" fmla="*/ 345 w 56"/>
                  <a:gd name="T7" fmla="*/ 675 h 52"/>
                  <a:gd name="T8" fmla="*/ 563 w 56"/>
                  <a:gd name="T9" fmla="*/ 438 h 52"/>
                  <a:gd name="T10" fmla="*/ 770 w 56"/>
                  <a:gd name="T11" fmla="*/ 270 h 52"/>
                  <a:gd name="T12" fmla="*/ 813 w 56"/>
                  <a:gd name="T13" fmla="*/ 83 h 52"/>
                  <a:gd name="T14" fmla="*/ 520 w 56"/>
                  <a:gd name="T15" fmla="*/ 33 h 52"/>
                  <a:gd name="T16" fmla="*/ 333 w 56"/>
                  <a:gd name="T17" fmla="*/ 2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52">
                    <a:moveTo>
                      <a:pt x="14" y="2"/>
                    </a:moveTo>
                    <a:cubicBezTo>
                      <a:pt x="8" y="0"/>
                      <a:pt x="5" y="29"/>
                      <a:pt x="4" y="34"/>
                    </a:cubicBezTo>
                    <a:cubicBezTo>
                      <a:pt x="4" y="39"/>
                      <a:pt x="0" y="45"/>
                      <a:pt x="5" y="48"/>
                    </a:cubicBezTo>
                    <a:cubicBezTo>
                      <a:pt x="10" y="52"/>
                      <a:pt x="18" y="46"/>
                      <a:pt x="22" y="43"/>
                    </a:cubicBezTo>
                    <a:cubicBezTo>
                      <a:pt x="27" y="39"/>
                      <a:pt x="31" y="33"/>
                      <a:pt x="36" y="28"/>
                    </a:cubicBezTo>
                    <a:cubicBezTo>
                      <a:pt x="40" y="25"/>
                      <a:pt x="45" y="21"/>
                      <a:pt x="49" y="17"/>
                    </a:cubicBezTo>
                    <a:cubicBezTo>
                      <a:pt x="53" y="13"/>
                      <a:pt x="56" y="9"/>
                      <a:pt x="52" y="5"/>
                    </a:cubicBezTo>
                    <a:cubicBezTo>
                      <a:pt x="47" y="0"/>
                      <a:pt x="39" y="3"/>
                      <a:pt x="33" y="2"/>
                    </a:cubicBezTo>
                    <a:cubicBezTo>
                      <a:pt x="29" y="2"/>
                      <a:pt x="26" y="1"/>
                      <a:pt x="21" y="1"/>
                    </a:cubicBezTo>
                  </a:path>
                </a:pathLst>
              </a:custGeom>
              <a:solidFill>
                <a:srgbClr val="CCA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4" name="Freeform 132">
                <a:extLst>
                  <a:ext uri="{FF2B5EF4-FFF2-40B4-BE49-F238E27FC236}">
                    <a16:creationId xmlns:a16="http://schemas.microsoft.com/office/drawing/2014/main" id="{856B98C8-D470-4741-9F8B-6E2C3839B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1257"/>
                <a:ext cx="397" cy="428"/>
              </a:xfrm>
              <a:custGeom>
                <a:avLst/>
                <a:gdLst>
                  <a:gd name="T0" fmla="*/ 2057 w 159"/>
                  <a:gd name="T1" fmla="*/ 50 h 171"/>
                  <a:gd name="T2" fmla="*/ 1915 w 159"/>
                  <a:gd name="T3" fmla="*/ 270 h 171"/>
                  <a:gd name="T4" fmla="*/ 1715 w 159"/>
                  <a:gd name="T5" fmla="*/ 438 h 171"/>
                  <a:gd name="T6" fmla="*/ 1216 w 159"/>
                  <a:gd name="T7" fmla="*/ 813 h 171"/>
                  <a:gd name="T8" fmla="*/ 854 w 159"/>
                  <a:gd name="T9" fmla="*/ 1284 h 171"/>
                  <a:gd name="T10" fmla="*/ 792 w 159"/>
                  <a:gd name="T11" fmla="*/ 1785 h 171"/>
                  <a:gd name="T12" fmla="*/ 637 w 159"/>
                  <a:gd name="T13" fmla="*/ 2255 h 171"/>
                  <a:gd name="T14" fmla="*/ 217 w 159"/>
                  <a:gd name="T15" fmla="*/ 2225 h 171"/>
                  <a:gd name="T16" fmla="*/ 292 w 159"/>
                  <a:gd name="T17" fmla="*/ 2588 h 171"/>
                  <a:gd name="T18" fmla="*/ 792 w 159"/>
                  <a:gd name="T19" fmla="*/ 2568 h 171"/>
                  <a:gd name="T20" fmla="*/ 1091 w 159"/>
                  <a:gd name="T21" fmla="*/ 2130 h 171"/>
                  <a:gd name="T22" fmla="*/ 1104 w 159"/>
                  <a:gd name="T23" fmla="*/ 1522 h 171"/>
                  <a:gd name="T24" fmla="*/ 1433 w 159"/>
                  <a:gd name="T25" fmla="*/ 1034 h 171"/>
                  <a:gd name="T26" fmla="*/ 1840 w 159"/>
                  <a:gd name="T27" fmla="*/ 721 h 171"/>
                  <a:gd name="T28" fmla="*/ 2057 w 159"/>
                  <a:gd name="T29" fmla="*/ 438 h 171"/>
                  <a:gd name="T30" fmla="*/ 2320 w 159"/>
                  <a:gd name="T31" fmla="*/ 333 h 171"/>
                  <a:gd name="T32" fmla="*/ 2432 w 159"/>
                  <a:gd name="T33" fmla="*/ 375 h 171"/>
                  <a:gd name="T34" fmla="*/ 2444 w 159"/>
                  <a:gd name="T35" fmla="*/ 220 h 171"/>
                  <a:gd name="T36" fmla="*/ 2087 w 159"/>
                  <a:gd name="T37" fmla="*/ 33 h 1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9" h="171">
                    <a:moveTo>
                      <a:pt x="132" y="3"/>
                    </a:moveTo>
                    <a:cubicBezTo>
                      <a:pt x="130" y="3"/>
                      <a:pt x="126" y="14"/>
                      <a:pt x="123" y="17"/>
                    </a:cubicBezTo>
                    <a:cubicBezTo>
                      <a:pt x="119" y="21"/>
                      <a:pt x="114" y="24"/>
                      <a:pt x="110" y="28"/>
                    </a:cubicBezTo>
                    <a:cubicBezTo>
                      <a:pt x="100" y="37"/>
                      <a:pt x="89" y="44"/>
                      <a:pt x="78" y="52"/>
                    </a:cubicBezTo>
                    <a:cubicBezTo>
                      <a:pt x="68" y="60"/>
                      <a:pt x="60" y="69"/>
                      <a:pt x="55" y="82"/>
                    </a:cubicBezTo>
                    <a:cubicBezTo>
                      <a:pt x="51" y="92"/>
                      <a:pt x="52" y="103"/>
                      <a:pt x="51" y="114"/>
                    </a:cubicBezTo>
                    <a:cubicBezTo>
                      <a:pt x="50" y="124"/>
                      <a:pt x="49" y="137"/>
                      <a:pt x="41" y="144"/>
                    </a:cubicBezTo>
                    <a:cubicBezTo>
                      <a:pt x="31" y="153"/>
                      <a:pt x="24" y="142"/>
                      <a:pt x="14" y="142"/>
                    </a:cubicBezTo>
                    <a:cubicBezTo>
                      <a:pt x="0" y="142"/>
                      <a:pt x="12" y="161"/>
                      <a:pt x="19" y="165"/>
                    </a:cubicBezTo>
                    <a:cubicBezTo>
                      <a:pt x="29" y="171"/>
                      <a:pt x="41" y="170"/>
                      <a:pt x="51" y="164"/>
                    </a:cubicBezTo>
                    <a:cubicBezTo>
                      <a:pt x="61" y="157"/>
                      <a:pt x="68" y="147"/>
                      <a:pt x="70" y="136"/>
                    </a:cubicBezTo>
                    <a:cubicBezTo>
                      <a:pt x="72" y="123"/>
                      <a:pt x="69" y="110"/>
                      <a:pt x="71" y="97"/>
                    </a:cubicBezTo>
                    <a:cubicBezTo>
                      <a:pt x="73" y="86"/>
                      <a:pt x="85" y="75"/>
                      <a:pt x="92" y="66"/>
                    </a:cubicBezTo>
                    <a:cubicBezTo>
                      <a:pt x="100" y="57"/>
                      <a:pt x="108" y="52"/>
                      <a:pt x="118" y="46"/>
                    </a:cubicBezTo>
                    <a:cubicBezTo>
                      <a:pt x="126" y="41"/>
                      <a:pt x="128" y="36"/>
                      <a:pt x="132" y="28"/>
                    </a:cubicBezTo>
                    <a:cubicBezTo>
                      <a:pt x="136" y="22"/>
                      <a:pt x="143" y="18"/>
                      <a:pt x="149" y="21"/>
                    </a:cubicBezTo>
                    <a:cubicBezTo>
                      <a:pt x="152" y="23"/>
                      <a:pt x="152" y="28"/>
                      <a:pt x="156" y="24"/>
                    </a:cubicBezTo>
                    <a:cubicBezTo>
                      <a:pt x="159" y="22"/>
                      <a:pt x="158" y="16"/>
                      <a:pt x="157" y="14"/>
                    </a:cubicBezTo>
                    <a:cubicBezTo>
                      <a:pt x="154" y="8"/>
                      <a:pt x="140" y="0"/>
                      <a:pt x="134" y="2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5" name="Freeform 133">
                <a:extLst>
                  <a:ext uri="{FF2B5EF4-FFF2-40B4-BE49-F238E27FC236}">
                    <a16:creationId xmlns:a16="http://schemas.microsoft.com/office/drawing/2014/main" id="{F4AD31C1-F901-464C-A833-5C8657BB6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024"/>
                <a:ext cx="222" cy="886"/>
              </a:xfrm>
              <a:custGeom>
                <a:avLst/>
                <a:gdLst>
                  <a:gd name="T0" fmla="*/ 417 w 89"/>
                  <a:gd name="T1" fmla="*/ 20 h 354"/>
                  <a:gd name="T2" fmla="*/ 125 w 89"/>
                  <a:gd name="T3" fmla="*/ 375 h 354"/>
                  <a:gd name="T4" fmla="*/ 42 w 89"/>
                  <a:gd name="T5" fmla="*/ 846 h 354"/>
                  <a:gd name="T6" fmla="*/ 778 w 89"/>
                  <a:gd name="T7" fmla="*/ 1692 h 354"/>
                  <a:gd name="T8" fmla="*/ 883 w 89"/>
                  <a:gd name="T9" fmla="*/ 2097 h 354"/>
                  <a:gd name="T10" fmla="*/ 696 w 89"/>
                  <a:gd name="T11" fmla="*/ 2588 h 354"/>
                  <a:gd name="T12" fmla="*/ 499 w 89"/>
                  <a:gd name="T13" fmla="*/ 3151 h 354"/>
                  <a:gd name="T14" fmla="*/ 591 w 89"/>
                  <a:gd name="T15" fmla="*/ 3702 h 354"/>
                  <a:gd name="T16" fmla="*/ 683 w 89"/>
                  <a:gd name="T17" fmla="*/ 4185 h 354"/>
                  <a:gd name="T18" fmla="*/ 559 w 89"/>
                  <a:gd name="T19" fmla="*/ 4810 h 354"/>
                  <a:gd name="T20" fmla="*/ 666 w 89"/>
                  <a:gd name="T21" fmla="*/ 5361 h 354"/>
                  <a:gd name="T22" fmla="*/ 1090 w 89"/>
                  <a:gd name="T23" fmla="*/ 5406 h 354"/>
                  <a:gd name="T24" fmla="*/ 915 w 89"/>
                  <a:gd name="T25" fmla="*/ 5268 h 354"/>
                  <a:gd name="T26" fmla="*/ 853 w 89"/>
                  <a:gd name="T27" fmla="*/ 5048 h 354"/>
                  <a:gd name="T28" fmla="*/ 871 w 89"/>
                  <a:gd name="T29" fmla="*/ 4530 h 354"/>
                  <a:gd name="T30" fmla="*/ 978 w 89"/>
                  <a:gd name="T31" fmla="*/ 4027 h 354"/>
                  <a:gd name="T32" fmla="*/ 821 w 89"/>
                  <a:gd name="T33" fmla="*/ 3589 h 354"/>
                  <a:gd name="T34" fmla="*/ 903 w 89"/>
                  <a:gd name="T35" fmla="*/ 2650 h 354"/>
                  <a:gd name="T36" fmla="*/ 1090 w 89"/>
                  <a:gd name="T37" fmla="*/ 2180 h 354"/>
                  <a:gd name="T38" fmla="*/ 1382 w 89"/>
                  <a:gd name="T39" fmla="*/ 1835 h 354"/>
                  <a:gd name="T40" fmla="*/ 1212 w 89"/>
                  <a:gd name="T41" fmla="*/ 1679 h 354"/>
                  <a:gd name="T42" fmla="*/ 1028 w 89"/>
                  <a:gd name="T43" fmla="*/ 1504 h 354"/>
                  <a:gd name="T44" fmla="*/ 683 w 89"/>
                  <a:gd name="T45" fmla="*/ 1116 h 354"/>
                  <a:gd name="T46" fmla="*/ 559 w 89"/>
                  <a:gd name="T47" fmla="*/ 909 h 354"/>
                  <a:gd name="T48" fmla="*/ 404 w 89"/>
                  <a:gd name="T49" fmla="*/ 708 h 354"/>
                  <a:gd name="T50" fmla="*/ 342 w 89"/>
                  <a:gd name="T51" fmla="*/ 488 h 354"/>
                  <a:gd name="T52" fmla="*/ 466 w 89"/>
                  <a:gd name="T53" fmla="*/ 283 h 354"/>
                  <a:gd name="T54" fmla="*/ 449 w 89"/>
                  <a:gd name="T55" fmla="*/ 95 h 35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9" h="354">
                    <a:moveTo>
                      <a:pt x="27" y="1"/>
                    </a:moveTo>
                    <a:cubicBezTo>
                      <a:pt x="15" y="0"/>
                      <a:pt x="11" y="15"/>
                      <a:pt x="8" y="24"/>
                    </a:cubicBezTo>
                    <a:cubicBezTo>
                      <a:pt x="5" y="33"/>
                      <a:pt x="0" y="44"/>
                      <a:pt x="3" y="54"/>
                    </a:cubicBezTo>
                    <a:cubicBezTo>
                      <a:pt x="10" y="76"/>
                      <a:pt x="36" y="92"/>
                      <a:pt x="50" y="108"/>
                    </a:cubicBezTo>
                    <a:cubicBezTo>
                      <a:pt x="58" y="118"/>
                      <a:pt x="60" y="123"/>
                      <a:pt x="57" y="134"/>
                    </a:cubicBezTo>
                    <a:cubicBezTo>
                      <a:pt x="54" y="145"/>
                      <a:pt x="50" y="155"/>
                      <a:pt x="45" y="165"/>
                    </a:cubicBezTo>
                    <a:cubicBezTo>
                      <a:pt x="39" y="176"/>
                      <a:pt x="31" y="188"/>
                      <a:pt x="32" y="201"/>
                    </a:cubicBezTo>
                    <a:cubicBezTo>
                      <a:pt x="33" y="213"/>
                      <a:pt x="38" y="224"/>
                      <a:pt x="38" y="236"/>
                    </a:cubicBezTo>
                    <a:cubicBezTo>
                      <a:pt x="38" y="247"/>
                      <a:pt x="43" y="257"/>
                      <a:pt x="44" y="267"/>
                    </a:cubicBezTo>
                    <a:cubicBezTo>
                      <a:pt x="45" y="281"/>
                      <a:pt x="37" y="294"/>
                      <a:pt x="36" y="307"/>
                    </a:cubicBezTo>
                    <a:cubicBezTo>
                      <a:pt x="35" y="318"/>
                      <a:pt x="36" y="333"/>
                      <a:pt x="43" y="342"/>
                    </a:cubicBezTo>
                    <a:cubicBezTo>
                      <a:pt x="49" y="349"/>
                      <a:pt x="64" y="354"/>
                      <a:pt x="70" y="345"/>
                    </a:cubicBezTo>
                    <a:cubicBezTo>
                      <a:pt x="68" y="341"/>
                      <a:pt x="62" y="340"/>
                      <a:pt x="59" y="336"/>
                    </a:cubicBezTo>
                    <a:cubicBezTo>
                      <a:pt x="56" y="332"/>
                      <a:pt x="56" y="327"/>
                      <a:pt x="55" y="322"/>
                    </a:cubicBezTo>
                    <a:cubicBezTo>
                      <a:pt x="53" y="311"/>
                      <a:pt x="55" y="300"/>
                      <a:pt x="56" y="289"/>
                    </a:cubicBezTo>
                    <a:cubicBezTo>
                      <a:pt x="56" y="277"/>
                      <a:pt x="63" y="268"/>
                      <a:pt x="63" y="257"/>
                    </a:cubicBezTo>
                    <a:cubicBezTo>
                      <a:pt x="64" y="247"/>
                      <a:pt x="55" y="240"/>
                      <a:pt x="53" y="229"/>
                    </a:cubicBezTo>
                    <a:cubicBezTo>
                      <a:pt x="50" y="209"/>
                      <a:pt x="48" y="188"/>
                      <a:pt x="58" y="169"/>
                    </a:cubicBezTo>
                    <a:cubicBezTo>
                      <a:pt x="63" y="160"/>
                      <a:pt x="65" y="148"/>
                      <a:pt x="70" y="139"/>
                    </a:cubicBezTo>
                    <a:cubicBezTo>
                      <a:pt x="75" y="132"/>
                      <a:pt x="89" y="126"/>
                      <a:pt x="89" y="117"/>
                    </a:cubicBezTo>
                    <a:cubicBezTo>
                      <a:pt x="84" y="116"/>
                      <a:pt x="82" y="110"/>
                      <a:pt x="78" y="107"/>
                    </a:cubicBezTo>
                    <a:cubicBezTo>
                      <a:pt x="75" y="103"/>
                      <a:pt x="70" y="100"/>
                      <a:pt x="66" y="96"/>
                    </a:cubicBezTo>
                    <a:cubicBezTo>
                      <a:pt x="57" y="89"/>
                      <a:pt x="50" y="81"/>
                      <a:pt x="44" y="71"/>
                    </a:cubicBezTo>
                    <a:cubicBezTo>
                      <a:pt x="41" y="67"/>
                      <a:pt x="40" y="62"/>
                      <a:pt x="36" y="58"/>
                    </a:cubicBezTo>
                    <a:cubicBezTo>
                      <a:pt x="31" y="54"/>
                      <a:pt x="28" y="51"/>
                      <a:pt x="26" y="45"/>
                    </a:cubicBezTo>
                    <a:cubicBezTo>
                      <a:pt x="25" y="42"/>
                      <a:pt x="21" y="35"/>
                      <a:pt x="22" y="31"/>
                    </a:cubicBezTo>
                    <a:cubicBezTo>
                      <a:pt x="22" y="25"/>
                      <a:pt x="27" y="23"/>
                      <a:pt x="30" y="18"/>
                    </a:cubicBezTo>
                    <a:cubicBezTo>
                      <a:pt x="32" y="13"/>
                      <a:pt x="29" y="10"/>
                      <a:pt x="29" y="6"/>
                    </a:cubicBezTo>
                  </a:path>
                </a:pathLst>
              </a:custGeom>
              <a:solidFill>
                <a:srgbClr val="CCA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6" name="Freeform 134">
                <a:extLst>
                  <a:ext uri="{FF2B5EF4-FFF2-40B4-BE49-F238E27FC236}">
                    <a16:creationId xmlns:a16="http://schemas.microsoft.com/office/drawing/2014/main" id="{EB724322-4AC5-41AA-9977-660ED3B93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834"/>
                <a:ext cx="210" cy="153"/>
              </a:xfrm>
              <a:custGeom>
                <a:avLst/>
                <a:gdLst>
                  <a:gd name="T0" fmla="*/ 238 w 84"/>
                  <a:gd name="T1" fmla="*/ 472 h 61"/>
                  <a:gd name="T2" fmla="*/ 158 w 84"/>
                  <a:gd name="T3" fmla="*/ 880 h 61"/>
                  <a:gd name="T4" fmla="*/ 645 w 84"/>
                  <a:gd name="T5" fmla="*/ 818 h 61"/>
                  <a:gd name="T6" fmla="*/ 1083 w 84"/>
                  <a:gd name="T7" fmla="*/ 554 h 61"/>
                  <a:gd name="T8" fmla="*/ 1250 w 84"/>
                  <a:gd name="T9" fmla="*/ 113 h 61"/>
                  <a:gd name="T10" fmla="*/ 938 w 84"/>
                  <a:gd name="T11" fmla="*/ 125 h 61"/>
                  <a:gd name="T12" fmla="*/ 458 w 84"/>
                  <a:gd name="T13" fmla="*/ 314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61">
                    <a:moveTo>
                      <a:pt x="15" y="30"/>
                    </a:moveTo>
                    <a:cubicBezTo>
                      <a:pt x="5" y="33"/>
                      <a:pt x="0" y="50"/>
                      <a:pt x="10" y="56"/>
                    </a:cubicBezTo>
                    <a:cubicBezTo>
                      <a:pt x="17" y="61"/>
                      <a:pt x="33" y="55"/>
                      <a:pt x="41" y="52"/>
                    </a:cubicBezTo>
                    <a:cubicBezTo>
                      <a:pt x="50" y="49"/>
                      <a:pt x="61" y="41"/>
                      <a:pt x="69" y="35"/>
                    </a:cubicBezTo>
                    <a:cubicBezTo>
                      <a:pt x="78" y="29"/>
                      <a:pt x="84" y="18"/>
                      <a:pt x="80" y="7"/>
                    </a:cubicBezTo>
                    <a:cubicBezTo>
                      <a:pt x="77" y="0"/>
                      <a:pt x="67" y="6"/>
                      <a:pt x="60" y="8"/>
                    </a:cubicBezTo>
                    <a:cubicBezTo>
                      <a:pt x="49" y="10"/>
                      <a:pt x="38" y="13"/>
                      <a:pt x="29" y="20"/>
                    </a:cubicBezTo>
                  </a:path>
                </a:pathLst>
              </a:custGeom>
              <a:solidFill>
                <a:srgbClr val="CCA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7" name="Freeform 135">
                <a:extLst>
                  <a:ext uri="{FF2B5EF4-FFF2-40B4-BE49-F238E27FC236}">
                    <a16:creationId xmlns:a16="http://schemas.microsoft.com/office/drawing/2014/main" id="{E99512B8-4888-4B3A-831D-0F735029E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099"/>
                <a:ext cx="303" cy="436"/>
              </a:xfrm>
              <a:custGeom>
                <a:avLst/>
                <a:gdLst>
                  <a:gd name="T0" fmla="*/ 1600 w 121"/>
                  <a:gd name="T1" fmla="*/ 113 h 174"/>
                  <a:gd name="T2" fmla="*/ 1555 w 121"/>
                  <a:gd name="T3" fmla="*/ 363 h 174"/>
                  <a:gd name="T4" fmla="*/ 1492 w 121"/>
                  <a:gd name="T5" fmla="*/ 646 h 174"/>
                  <a:gd name="T6" fmla="*/ 1367 w 121"/>
                  <a:gd name="T7" fmla="*/ 1118 h 174"/>
                  <a:gd name="T8" fmla="*/ 563 w 121"/>
                  <a:gd name="T9" fmla="*/ 1859 h 174"/>
                  <a:gd name="T10" fmla="*/ 125 w 121"/>
                  <a:gd name="T11" fmla="*/ 2218 h 174"/>
                  <a:gd name="T12" fmla="*/ 95 w 121"/>
                  <a:gd name="T13" fmla="*/ 2739 h 174"/>
                  <a:gd name="T14" fmla="*/ 521 w 121"/>
                  <a:gd name="T15" fmla="*/ 2406 h 174"/>
                  <a:gd name="T16" fmla="*/ 1004 w 121"/>
                  <a:gd name="T17" fmla="*/ 2360 h 174"/>
                  <a:gd name="T18" fmla="*/ 1117 w 121"/>
                  <a:gd name="T19" fmla="*/ 2310 h 174"/>
                  <a:gd name="T20" fmla="*/ 1192 w 121"/>
                  <a:gd name="T21" fmla="*/ 1965 h 174"/>
                  <a:gd name="T22" fmla="*/ 1367 w 121"/>
                  <a:gd name="T23" fmla="*/ 1651 h 174"/>
                  <a:gd name="T24" fmla="*/ 1838 w 121"/>
                  <a:gd name="T25" fmla="*/ 1255 h 174"/>
                  <a:gd name="T26" fmla="*/ 1680 w 121"/>
                  <a:gd name="T27" fmla="*/ 1035 h 174"/>
                  <a:gd name="T28" fmla="*/ 1818 w 121"/>
                  <a:gd name="T29" fmla="*/ 646 h 174"/>
                  <a:gd name="T30" fmla="*/ 1851 w 121"/>
                  <a:gd name="T31" fmla="*/ 251 h 174"/>
                  <a:gd name="T32" fmla="*/ 1630 w 121"/>
                  <a:gd name="T33" fmla="*/ 0 h 1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1" h="174">
                    <a:moveTo>
                      <a:pt x="102" y="7"/>
                    </a:moveTo>
                    <a:cubicBezTo>
                      <a:pt x="98" y="9"/>
                      <a:pt x="99" y="19"/>
                      <a:pt x="99" y="23"/>
                    </a:cubicBezTo>
                    <a:cubicBezTo>
                      <a:pt x="98" y="29"/>
                      <a:pt x="97" y="35"/>
                      <a:pt x="95" y="41"/>
                    </a:cubicBezTo>
                    <a:cubicBezTo>
                      <a:pt x="90" y="52"/>
                      <a:pt x="88" y="59"/>
                      <a:pt x="87" y="71"/>
                    </a:cubicBezTo>
                    <a:cubicBezTo>
                      <a:pt x="86" y="97"/>
                      <a:pt x="53" y="104"/>
                      <a:pt x="36" y="118"/>
                    </a:cubicBezTo>
                    <a:cubicBezTo>
                      <a:pt x="27" y="124"/>
                      <a:pt x="15" y="132"/>
                      <a:pt x="8" y="141"/>
                    </a:cubicBezTo>
                    <a:cubicBezTo>
                      <a:pt x="0" y="153"/>
                      <a:pt x="5" y="162"/>
                      <a:pt x="6" y="174"/>
                    </a:cubicBezTo>
                    <a:cubicBezTo>
                      <a:pt x="16" y="166"/>
                      <a:pt x="21" y="158"/>
                      <a:pt x="33" y="153"/>
                    </a:cubicBezTo>
                    <a:cubicBezTo>
                      <a:pt x="44" y="149"/>
                      <a:pt x="53" y="150"/>
                      <a:pt x="64" y="150"/>
                    </a:cubicBezTo>
                    <a:cubicBezTo>
                      <a:pt x="65" y="148"/>
                      <a:pt x="68" y="147"/>
                      <a:pt x="71" y="147"/>
                    </a:cubicBezTo>
                    <a:cubicBezTo>
                      <a:pt x="66" y="140"/>
                      <a:pt x="71" y="132"/>
                      <a:pt x="76" y="125"/>
                    </a:cubicBezTo>
                    <a:cubicBezTo>
                      <a:pt x="80" y="119"/>
                      <a:pt x="82" y="111"/>
                      <a:pt x="87" y="105"/>
                    </a:cubicBezTo>
                    <a:cubicBezTo>
                      <a:pt x="93" y="99"/>
                      <a:pt x="121" y="89"/>
                      <a:pt x="117" y="80"/>
                    </a:cubicBezTo>
                    <a:cubicBezTo>
                      <a:pt x="105" y="81"/>
                      <a:pt x="107" y="76"/>
                      <a:pt x="107" y="66"/>
                    </a:cubicBezTo>
                    <a:cubicBezTo>
                      <a:pt x="108" y="56"/>
                      <a:pt x="113" y="50"/>
                      <a:pt x="116" y="41"/>
                    </a:cubicBezTo>
                    <a:cubicBezTo>
                      <a:pt x="118" y="34"/>
                      <a:pt x="119" y="23"/>
                      <a:pt x="118" y="16"/>
                    </a:cubicBezTo>
                    <a:cubicBezTo>
                      <a:pt x="116" y="8"/>
                      <a:pt x="107" y="6"/>
                      <a:pt x="104" y="0"/>
                    </a:cubicBezTo>
                  </a:path>
                </a:pathLst>
              </a:custGeom>
              <a:solidFill>
                <a:srgbClr val="CCA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8" name="Freeform 136">
                <a:extLst>
                  <a:ext uri="{FF2B5EF4-FFF2-40B4-BE49-F238E27FC236}">
                    <a16:creationId xmlns:a16="http://schemas.microsoft.com/office/drawing/2014/main" id="{139E6066-7F4A-44F3-B2F6-A86FAB5AC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740"/>
                <a:ext cx="113" cy="230"/>
              </a:xfrm>
              <a:custGeom>
                <a:avLst/>
                <a:gdLst>
                  <a:gd name="T0" fmla="*/ 492 w 45"/>
                  <a:gd name="T1" fmla="*/ 0 h 92"/>
                  <a:gd name="T2" fmla="*/ 460 w 45"/>
                  <a:gd name="T3" fmla="*/ 283 h 92"/>
                  <a:gd name="T4" fmla="*/ 304 w 45"/>
                  <a:gd name="T5" fmla="*/ 533 h 92"/>
                  <a:gd name="T6" fmla="*/ 20 w 45"/>
                  <a:gd name="T7" fmla="*/ 1033 h 92"/>
                  <a:gd name="T8" fmla="*/ 63 w 45"/>
                  <a:gd name="T9" fmla="*/ 1300 h 92"/>
                  <a:gd name="T10" fmla="*/ 176 w 45"/>
                  <a:gd name="T11" fmla="*/ 1408 h 92"/>
                  <a:gd name="T12" fmla="*/ 239 w 45"/>
                  <a:gd name="T13" fmla="*/ 1208 h 92"/>
                  <a:gd name="T14" fmla="*/ 304 w 45"/>
                  <a:gd name="T15" fmla="*/ 895 h 92"/>
                  <a:gd name="T16" fmla="*/ 505 w 45"/>
                  <a:gd name="T17" fmla="*/ 675 h 92"/>
                  <a:gd name="T18" fmla="*/ 681 w 45"/>
                  <a:gd name="T19" fmla="*/ 500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92">
                    <a:moveTo>
                      <a:pt x="31" y="0"/>
                    </a:moveTo>
                    <a:cubicBezTo>
                      <a:pt x="29" y="6"/>
                      <a:pt x="31" y="12"/>
                      <a:pt x="29" y="18"/>
                    </a:cubicBezTo>
                    <a:cubicBezTo>
                      <a:pt x="27" y="25"/>
                      <a:pt x="24" y="30"/>
                      <a:pt x="19" y="34"/>
                    </a:cubicBezTo>
                    <a:cubicBezTo>
                      <a:pt x="8" y="45"/>
                      <a:pt x="0" y="49"/>
                      <a:pt x="1" y="66"/>
                    </a:cubicBezTo>
                    <a:cubicBezTo>
                      <a:pt x="2" y="72"/>
                      <a:pt x="3" y="77"/>
                      <a:pt x="4" y="83"/>
                    </a:cubicBezTo>
                    <a:cubicBezTo>
                      <a:pt x="4" y="89"/>
                      <a:pt x="5" y="92"/>
                      <a:pt x="11" y="90"/>
                    </a:cubicBezTo>
                    <a:cubicBezTo>
                      <a:pt x="19" y="87"/>
                      <a:pt x="15" y="83"/>
                      <a:pt x="15" y="77"/>
                    </a:cubicBezTo>
                    <a:cubicBezTo>
                      <a:pt x="15" y="72"/>
                      <a:pt x="17" y="62"/>
                      <a:pt x="19" y="57"/>
                    </a:cubicBezTo>
                    <a:cubicBezTo>
                      <a:pt x="21" y="50"/>
                      <a:pt x="25" y="46"/>
                      <a:pt x="32" y="43"/>
                    </a:cubicBezTo>
                    <a:cubicBezTo>
                      <a:pt x="37" y="41"/>
                      <a:pt x="45" y="39"/>
                      <a:pt x="43" y="32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9" name="Freeform 137">
                <a:extLst>
                  <a:ext uri="{FF2B5EF4-FFF2-40B4-BE49-F238E27FC236}">
                    <a16:creationId xmlns:a16="http://schemas.microsoft.com/office/drawing/2014/main" id="{D0808B82-48BE-4D21-B32D-7E51797DC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27"/>
                <a:ext cx="365" cy="395"/>
              </a:xfrm>
              <a:custGeom>
                <a:avLst/>
                <a:gdLst>
                  <a:gd name="T0" fmla="*/ 1438 w 146"/>
                  <a:gd name="T1" fmla="*/ 0 h 158"/>
                  <a:gd name="T2" fmla="*/ 1333 w 146"/>
                  <a:gd name="T3" fmla="*/ 925 h 158"/>
                  <a:gd name="T4" fmla="*/ 1438 w 146"/>
                  <a:gd name="T5" fmla="*/ 1375 h 158"/>
                  <a:gd name="T6" fmla="*/ 988 w 146"/>
                  <a:gd name="T7" fmla="*/ 1300 h 158"/>
                  <a:gd name="T8" fmla="*/ 125 w 146"/>
                  <a:gd name="T9" fmla="*/ 1375 h 158"/>
                  <a:gd name="T10" fmla="*/ 0 w 146"/>
                  <a:gd name="T11" fmla="*/ 1533 h 158"/>
                  <a:gd name="T12" fmla="*/ 188 w 146"/>
                  <a:gd name="T13" fmla="*/ 1563 h 158"/>
                  <a:gd name="T14" fmla="*/ 688 w 146"/>
                  <a:gd name="T15" fmla="*/ 1583 h 158"/>
                  <a:gd name="T16" fmla="*/ 1113 w 146"/>
                  <a:gd name="T17" fmla="*/ 1583 h 158"/>
                  <a:gd name="T18" fmla="*/ 1345 w 146"/>
                  <a:gd name="T19" fmla="*/ 1908 h 158"/>
                  <a:gd name="T20" fmla="*/ 1658 w 146"/>
                  <a:gd name="T21" fmla="*/ 2095 h 158"/>
                  <a:gd name="T22" fmla="*/ 1925 w 146"/>
                  <a:gd name="T23" fmla="*/ 2395 h 158"/>
                  <a:gd name="T24" fmla="*/ 2283 w 146"/>
                  <a:gd name="T25" fmla="*/ 2425 h 158"/>
                  <a:gd name="T26" fmla="*/ 1970 w 146"/>
                  <a:gd name="T27" fmla="*/ 2033 h 158"/>
                  <a:gd name="T28" fmla="*/ 1658 w 146"/>
                  <a:gd name="T29" fmla="*/ 1675 h 158"/>
                  <a:gd name="T30" fmla="*/ 1625 w 146"/>
                  <a:gd name="T31" fmla="*/ 1208 h 158"/>
                  <a:gd name="T32" fmla="*/ 1488 w 146"/>
                  <a:gd name="T33" fmla="*/ 770 h 158"/>
                  <a:gd name="T34" fmla="*/ 1470 w 146"/>
                  <a:gd name="T35" fmla="*/ 375 h 158"/>
                  <a:gd name="T36" fmla="*/ 1533 w 146"/>
                  <a:gd name="T37" fmla="*/ 208 h 158"/>
                  <a:gd name="T38" fmla="*/ 1520 w 146"/>
                  <a:gd name="T39" fmla="*/ 20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6" h="158">
                    <a:moveTo>
                      <a:pt x="92" y="0"/>
                    </a:moveTo>
                    <a:cubicBezTo>
                      <a:pt x="72" y="12"/>
                      <a:pt x="81" y="41"/>
                      <a:pt x="85" y="59"/>
                    </a:cubicBezTo>
                    <a:cubicBezTo>
                      <a:pt x="86" y="64"/>
                      <a:pt x="95" y="83"/>
                      <a:pt x="92" y="88"/>
                    </a:cubicBezTo>
                    <a:cubicBezTo>
                      <a:pt x="90" y="91"/>
                      <a:pt x="68" y="84"/>
                      <a:pt x="63" y="83"/>
                    </a:cubicBezTo>
                    <a:cubicBezTo>
                      <a:pt x="44" y="77"/>
                      <a:pt x="24" y="74"/>
                      <a:pt x="8" y="88"/>
                    </a:cubicBezTo>
                    <a:cubicBezTo>
                      <a:pt x="5" y="91"/>
                      <a:pt x="0" y="92"/>
                      <a:pt x="0" y="98"/>
                    </a:cubicBezTo>
                    <a:cubicBezTo>
                      <a:pt x="0" y="106"/>
                      <a:pt x="7" y="101"/>
                      <a:pt x="12" y="100"/>
                    </a:cubicBezTo>
                    <a:cubicBezTo>
                      <a:pt x="23" y="99"/>
                      <a:pt x="33" y="103"/>
                      <a:pt x="44" y="101"/>
                    </a:cubicBezTo>
                    <a:cubicBezTo>
                      <a:pt x="52" y="100"/>
                      <a:pt x="63" y="98"/>
                      <a:pt x="71" y="101"/>
                    </a:cubicBezTo>
                    <a:cubicBezTo>
                      <a:pt x="81" y="105"/>
                      <a:pt x="81" y="114"/>
                      <a:pt x="86" y="122"/>
                    </a:cubicBezTo>
                    <a:cubicBezTo>
                      <a:pt x="90" y="129"/>
                      <a:pt x="99" y="131"/>
                      <a:pt x="106" y="134"/>
                    </a:cubicBezTo>
                    <a:cubicBezTo>
                      <a:pt x="115" y="139"/>
                      <a:pt x="117" y="145"/>
                      <a:pt x="123" y="153"/>
                    </a:cubicBezTo>
                    <a:cubicBezTo>
                      <a:pt x="130" y="150"/>
                      <a:pt x="138" y="158"/>
                      <a:pt x="146" y="155"/>
                    </a:cubicBezTo>
                    <a:cubicBezTo>
                      <a:pt x="139" y="149"/>
                      <a:pt x="134" y="137"/>
                      <a:pt x="126" y="130"/>
                    </a:cubicBezTo>
                    <a:cubicBezTo>
                      <a:pt x="118" y="122"/>
                      <a:pt x="109" y="118"/>
                      <a:pt x="106" y="107"/>
                    </a:cubicBezTo>
                    <a:cubicBezTo>
                      <a:pt x="103" y="97"/>
                      <a:pt x="104" y="87"/>
                      <a:pt x="104" y="77"/>
                    </a:cubicBezTo>
                    <a:cubicBezTo>
                      <a:pt x="104" y="65"/>
                      <a:pt x="98" y="59"/>
                      <a:pt x="95" y="49"/>
                    </a:cubicBezTo>
                    <a:cubicBezTo>
                      <a:pt x="93" y="41"/>
                      <a:pt x="92" y="32"/>
                      <a:pt x="94" y="24"/>
                    </a:cubicBezTo>
                    <a:cubicBezTo>
                      <a:pt x="95" y="20"/>
                      <a:pt x="97" y="16"/>
                      <a:pt x="98" y="13"/>
                    </a:cubicBezTo>
                    <a:cubicBezTo>
                      <a:pt x="98" y="9"/>
                      <a:pt x="95" y="4"/>
                      <a:pt x="97" y="1"/>
                    </a:cubicBezTo>
                  </a:path>
                </a:pathLst>
              </a:custGeom>
              <a:solidFill>
                <a:srgbClr val="CCA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0" name="Freeform 138">
                <a:extLst>
                  <a:ext uri="{FF2B5EF4-FFF2-40B4-BE49-F238E27FC236}">
                    <a16:creationId xmlns:a16="http://schemas.microsoft.com/office/drawing/2014/main" id="{5B1C8F0F-A5DE-4BCD-937C-49F983A85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127"/>
                <a:ext cx="1458" cy="835"/>
              </a:xfrm>
              <a:custGeom>
                <a:avLst/>
                <a:gdLst>
                  <a:gd name="T0" fmla="*/ 1375 w 583"/>
                  <a:gd name="T1" fmla="*/ 800 h 334"/>
                  <a:gd name="T2" fmla="*/ 1095 w 583"/>
                  <a:gd name="T3" fmla="*/ 2250 h 334"/>
                  <a:gd name="T4" fmla="*/ 0 w 583"/>
                  <a:gd name="T5" fmla="*/ 2500 h 334"/>
                  <a:gd name="T6" fmla="*/ 520 w 583"/>
                  <a:gd name="T7" fmla="*/ 2688 h 334"/>
                  <a:gd name="T8" fmla="*/ 1063 w 583"/>
                  <a:gd name="T9" fmla="*/ 2770 h 334"/>
                  <a:gd name="T10" fmla="*/ 1521 w 583"/>
                  <a:gd name="T11" fmla="*/ 2533 h 334"/>
                  <a:gd name="T12" fmla="*/ 1971 w 583"/>
                  <a:gd name="T13" fmla="*/ 2470 h 334"/>
                  <a:gd name="T14" fmla="*/ 2908 w 583"/>
                  <a:gd name="T15" fmla="*/ 2063 h 334"/>
                  <a:gd name="T16" fmla="*/ 3834 w 583"/>
                  <a:gd name="T17" fmla="*/ 1738 h 334"/>
                  <a:gd name="T18" fmla="*/ 4504 w 583"/>
                  <a:gd name="T19" fmla="*/ 2020 h 334"/>
                  <a:gd name="T20" fmla="*/ 5129 w 583"/>
                  <a:gd name="T21" fmla="*/ 2333 h 334"/>
                  <a:gd name="T22" fmla="*/ 5159 w 583"/>
                  <a:gd name="T23" fmla="*/ 3208 h 334"/>
                  <a:gd name="T24" fmla="*/ 5835 w 583"/>
                  <a:gd name="T25" fmla="*/ 3488 h 334"/>
                  <a:gd name="T26" fmla="*/ 5942 w 583"/>
                  <a:gd name="T27" fmla="*/ 2988 h 334"/>
                  <a:gd name="T28" fmla="*/ 6272 w 583"/>
                  <a:gd name="T29" fmla="*/ 2688 h 334"/>
                  <a:gd name="T30" fmla="*/ 6710 w 583"/>
                  <a:gd name="T31" fmla="*/ 2395 h 334"/>
                  <a:gd name="T32" fmla="*/ 7222 w 583"/>
                  <a:gd name="T33" fmla="*/ 2363 h 334"/>
                  <a:gd name="T34" fmla="*/ 7443 w 583"/>
                  <a:gd name="T35" fmla="*/ 1970 h 334"/>
                  <a:gd name="T36" fmla="*/ 7838 w 583"/>
                  <a:gd name="T37" fmla="*/ 1895 h 334"/>
                  <a:gd name="T38" fmla="*/ 7838 w 583"/>
                  <a:gd name="T39" fmla="*/ 2345 h 334"/>
                  <a:gd name="T40" fmla="*/ 8088 w 583"/>
                  <a:gd name="T41" fmla="*/ 2688 h 334"/>
                  <a:gd name="T42" fmla="*/ 8538 w 583"/>
                  <a:gd name="T43" fmla="*/ 3645 h 334"/>
                  <a:gd name="T44" fmla="*/ 7713 w 583"/>
                  <a:gd name="T45" fmla="*/ 4283 h 334"/>
                  <a:gd name="T46" fmla="*/ 7600 w 583"/>
                  <a:gd name="T47" fmla="*/ 4708 h 334"/>
                  <a:gd name="T48" fmla="*/ 8225 w 583"/>
                  <a:gd name="T49" fmla="*/ 4875 h 334"/>
                  <a:gd name="T50" fmla="*/ 8806 w 583"/>
                  <a:gd name="T51" fmla="*/ 5113 h 334"/>
                  <a:gd name="T52" fmla="*/ 8475 w 583"/>
                  <a:gd name="T53" fmla="*/ 4720 h 334"/>
                  <a:gd name="T54" fmla="*/ 8193 w 583"/>
                  <a:gd name="T55" fmla="*/ 4363 h 334"/>
                  <a:gd name="T56" fmla="*/ 8505 w 583"/>
                  <a:gd name="T57" fmla="*/ 3938 h 334"/>
                  <a:gd name="T58" fmla="*/ 8650 w 583"/>
                  <a:gd name="T59" fmla="*/ 3783 h 334"/>
                  <a:gd name="T60" fmla="*/ 8818 w 583"/>
                  <a:gd name="T61" fmla="*/ 3958 h 334"/>
                  <a:gd name="T62" fmla="*/ 9068 w 583"/>
                  <a:gd name="T63" fmla="*/ 3613 h 334"/>
                  <a:gd name="T64" fmla="*/ 8788 w 583"/>
                  <a:gd name="T65" fmla="*/ 2500 h 334"/>
                  <a:gd name="T66" fmla="*/ 8475 w 583"/>
                  <a:gd name="T67" fmla="*/ 1488 h 334"/>
                  <a:gd name="T68" fmla="*/ 8243 w 583"/>
                  <a:gd name="T69" fmla="*/ 1020 h 334"/>
                  <a:gd name="T70" fmla="*/ 7880 w 583"/>
                  <a:gd name="T71" fmla="*/ 1158 h 334"/>
                  <a:gd name="T72" fmla="*/ 7192 w 583"/>
                  <a:gd name="T73" fmla="*/ 1625 h 334"/>
                  <a:gd name="T74" fmla="*/ 6522 w 583"/>
                  <a:gd name="T75" fmla="*/ 2125 h 334"/>
                  <a:gd name="T76" fmla="*/ 5742 w 583"/>
                  <a:gd name="T77" fmla="*/ 2363 h 334"/>
                  <a:gd name="T78" fmla="*/ 5784 w 583"/>
                  <a:gd name="T79" fmla="*/ 1908 h 334"/>
                  <a:gd name="T80" fmla="*/ 5409 w 583"/>
                  <a:gd name="T81" fmla="*/ 1658 h 334"/>
                  <a:gd name="T82" fmla="*/ 4459 w 583"/>
                  <a:gd name="T83" fmla="*/ 1363 h 334"/>
                  <a:gd name="T84" fmla="*/ 4034 w 583"/>
                  <a:gd name="T85" fmla="*/ 1220 h 334"/>
                  <a:gd name="T86" fmla="*/ 3584 w 583"/>
                  <a:gd name="T87" fmla="*/ 895 h 334"/>
                  <a:gd name="T88" fmla="*/ 2863 w 583"/>
                  <a:gd name="T89" fmla="*/ 1313 h 334"/>
                  <a:gd name="T90" fmla="*/ 2221 w 583"/>
                  <a:gd name="T91" fmla="*/ 1520 h 334"/>
                  <a:gd name="T92" fmla="*/ 1488 w 583"/>
                  <a:gd name="T93" fmla="*/ 1813 h 334"/>
                  <a:gd name="T94" fmla="*/ 1533 w 583"/>
                  <a:gd name="T95" fmla="*/ 1083 h 334"/>
                  <a:gd name="T96" fmla="*/ 1771 w 583"/>
                  <a:gd name="T97" fmla="*/ 458 h 334"/>
                  <a:gd name="T98" fmla="*/ 1238 w 583"/>
                  <a:gd name="T99" fmla="*/ 0 h 334"/>
                  <a:gd name="T100" fmla="*/ 800 w 583"/>
                  <a:gd name="T101" fmla="*/ 408 h 334"/>
                  <a:gd name="T102" fmla="*/ 1208 w 583"/>
                  <a:gd name="T103" fmla="*/ 425 h 334"/>
                  <a:gd name="T104" fmla="*/ 1408 w 583"/>
                  <a:gd name="T105" fmla="*/ 720 h 33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83" h="334">
                    <a:moveTo>
                      <a:pt x="88" y="51"/>
                    </a:moveTo>
                    <a:cubicBezTo>
                      <a:pt x="79" y="80"/>
                      <a:pt x="69" y="114"/>
                      <a:pt x="70" y="144"/>
                    </a:cubicBezTo>
                    <a:cubicBezTo>
                      <a:pt x="72" y="191"/>
                      <a:pt x="26" y="151"/>
                      <a:pt x="0" y="160"/>
                    </a:cubicBezTo>
                    <a:cubicBezTo>
                      <a:pt x="8" y="165"/>
                      <a:pt x="23" y="168"/>
                      <a:pt x="33" y="172"/>
                    </a:cubicBezTo>
                    <a:cubicBezTo>
                      <a:pt x="43" y="177"/>
                      <a:pt x="56" y="178"/>
                      <a:pt x="68" y="177"/>
                    </a:cubicBezTo>
                    <a:cubicBezTo>
                      <a:pt x="80" y="175"/>
                      <a:pt x="86" y="167"/>
                      <a:pt x="97" y="162"/>
                    </a:cubicBezTo>
                    <a:cubicBezTo>
                      <a:pt x="107" y="158"/>
                      <a:pt x="116" y="161"/>
                      <a:pt x="126" y="158"/>
                    </a:cubicBezTo>
                    <a:cubicBezTo>
                      <a:pt x="147" y="153"/>
                      <a:pt x="168" y="146"/>
                      <a:pt x="186" y="132"/>
                    </a:cubicBezTo>
                    <a:cubicBezTo>
                      <a:pt x="204" y="118"/>
                      <a:pt x="221" y="106"/>
                      <a:pt x="245" y="111"/>
                    </a:cubicBezTo>
                    <a:cubicBezTo>
                      <a:pt x="260" y="115"/>
                      <a:pt x="272" y="126"/>
                      <a:pt x="288" y="129"/>
                    </a:cubicBezTo>
                    <a:cubicBezTo>
                      <a:pt x="300" y="132"/>
                      <a:pt x="320" y="137"/>
                      <a:pt x="328" y="149"/>
                    </a:cubicBezTo>
                    <a:cubicBezTo>
                      <a:pt x="339" y="165"/>
                      <a:pt x="327" y="187"/>
                      <a:pt x="330" y="205"/>
                    </a:cubicBezTo>
                    <a:cubicBezTo>
                      <a:pt x="335" y="228"/>
                      <a:pt x="355" y="222"/>
                      <a:pt x="373" y="223"/>
                    </a:cubicBezTo>
                    <a:cubicBezTo>
                      <a:pt x="372" y="213"/>
                      <a:pt x="376" y="201"/>
                      <a:pt x="380" y="191"/>
                    </a:cubicBezTo>
                    <a:cubicBezTo>
                      <a:pt x="385" y="180"/>
                      <a:pt x="392" y="179"/>
                      <a:pt x="401" y="172"/>
                    </a:cubicBezTo>
                    <a:cubicBezTo>
                      <a:pt x="411" y="164"/>
                      <a:pt x="416" y="157"/>
                      <a:pt x="429" y="153"/>
                    </a:cubicBezTo>
                    <a:cubicBezTo>
                      <a:pt x="441" y="149"/>
                      <a:pt x="451" y="153"/>
                      <a:pt x="462" y="151"/>
                    </a:cubicBezTo>
                    <a:cubicBezTo>
                      <a:pt x="480" y="148"/>
                      <a:pt x="471" y="138"/>
                      <a:pt x="476" y="126"/>
                    </a:cubicBezTo>
                    <a:cubicBezTo>
                      <a:pt x="480" y="116"/>
                      <a:pt x="491" y="115"/>
                      <a:pt x="501" y="121"/>
                    </a:cubicBezTo>
                    <a:cubicBezTo>
                      <a:pt x="519" y="132"/>
                      <a:pt x="501" y="138"/>
                      <a:pt x="501" y="150"/>
                    </a:cubicBezTo>
                    <a:cubicBezTo>
                      <a:pt x="501" y="158"/>
                      <a:pt x="511" y="166"/>
                      <a:pt x="517" y="172"/>
                    </a:cubicBezTo>
                    <a:cubicBezTo>
                      <a:pt x="533" y="190"/>
                      <a:pt x="554" y="205"/>
                      <a:pt x="546" y="233"/>
                    </a:cubicBezTo>
                    <a:cubicBezTo>
                      <a:pt x="540" y="256"/>
                      <a:pt x="511" y="263"/>
                      <a:pt x="493" y="274"/>
                    </a:cubicBezTo>
                    <a:cubicBezTo>
                      <a:pt x="483" y="280"/>
                      <a:pt x="477" y="290"/>
                      <a:pt x="486" y="301"/>
                    </a:cubicBezTo>
                    <a:cubicBezTo>
                      <a:pt x="496" y="312"/>
                      <a:pt x="514" y="309"/>
                      <a:pt x="526" y="312"/>
                    </a:cubicBezTo>
                    <a:cubicBezTo>
                      <a:pt x="534" y="315"/>
                      <a:pt x="555" y="334"/>
                      <a:pt x="563" y="327"/>
                    </a:cubicBezTo>
                    <a:cubicBezTo>
                      <a:pt x="579" y="315"/>
                      <a:pt x="548" y="304"/>
                      <a:pt x="542" y="302"/>
                    </a:cubicBezTo>
                    <a:cubicBezTo>
                      <a:pt x="528" y="298"/>
                      <a:pt x="518" y="296"/>
                      <a:pt x="524" y="279"/>
                    </a:cubicBezTo>
                    <a:cubicBezTo>
                      <a:pt x="528" y="269"/>
                      <a:pt x="537" y="259"/>
                      <a:pt x="544" y="252"/>
                    </a:cubicBezTo>
                    <a:cubicBezTo>
                      <a:pt x="546" y="249"/>
                      <a:pt x="550" y="242"/>
                      <a:pt x="553" y="242"/>
                    </a:cubicBezTo>
                    <a:cubicBezTo>
                      <a:pt x="559" y="242"/>
                      <a:pt x="559" y="251"/>
                      <a:pt x="564" y="253"/>
                    </a:cubicBezTo>
                    <a:cubicBezTo>
                      <a:pt x="575" y="256"/>
                      <a:pt x="578" y="241"/>
                      <a:pt x="580" y="231"/>
                    </a:cubicBezTo>
                    <a:cubicBezTo>
                      <a:pt x="583" y="208"/>
                      <a:pt x="569" y="181"/>
                      <a:pt x="562" y="160"/>
                    </a:cubicBezTo>
                    <a:cubicBezTo>
                      <a:pt x="555" y="138"/>
                      <a:pt x="552" y="117"/>
                      <a:pt x="542" y="95"/>
                    </a:cubicBezTo>
                    <a:cubicBezTo>
                      <a:pt x="539" y="88"/>
                      <a:pt x="535" y="69"/>
                      <a:pt x="527" y="65"/>
                    </a:cubicBezTo>
                    <a:cubicBezTo>
                      <a:pt x="519" y="60"/>
                      <a:pt x="511" y="68"/>
                      <a:pt x="504" y="74"/>
                    </a:cubicBezTo>
                    <a:cubicBezTo>
                      <a:pt x="490" y="86"/>
                      <a:pt x="475" y="94"/>
                      <a:pt x="460" y="104"/>
                    </a:cubicBezTo>
                    <a:cubicBezTo>
                      <a:pt x="445" y="113"/>
                      <a:pt x="432" y="124"/>
                      <a:pt x="417" y="136"/>
                    </a:cubicBezTo>
                    <a:cubicBezTo>
                      <a:pt x="405" y="145"/>
                      <a:pt x="378" y="168"/>
                      <a:pt x="367" y="151"/>
                    </a:cubicBezTo>
                    <a:cubicBezTo>
                      <a:pt x="359" y="139"/>
                      <a:pt x="371" y="133"/>
                      <a:pt x="370" y="122"/>
                    </a:cubicBezTo>
                    <a:cubicBezTo>
                      <a:pt x="369" y="109"/>
                      <a:pt x="356" y="109"/>
                      <a:pt x="346" y="106"/>
                    </a:cubicBezTo>
                    <a:cubicBezTo>
                      <a:pt x="327" y="100"/>
                      <a:pt x="303" y="98"/>
                      <a:pt x="285" y="87"/>
                    </a:cubicBezTo>
                    <a:cubicBezTo>
                      <a:pt x="275" y="81"/>
                      <a:pt x="270" y="81"/>
                      <a:pt x="258" y="78"/>
                    </a:cubicBezTo>
                    <a:cubicBezTo>
                      <a:pt x="245" y="74"/>
                      <a:pt x="240" y="62"/>
                      <a:pt x="229" y="57"/>
                    </a:cubicBezTo>
                    <a:cubicBezTo>
                      <a:pt x="214" y="49"/>
                      <a:pt x="196" y="74"/>
                      <a:pt x="183" y="84"/>
                    </a:cubicBezTo>
                    <a:cubicBezTo>
                      <a:pt x="170" y="93"/>
                      <a:pt x="157" y="92"/>
                      <a:pt x="142" y="97"/>
                    </a:cubicBezTo>
                    <a:cubicBezTo>
                      <a:pt x="127" y="102"/>
                      <a:pt x="111" y="119"/>
                      <a:pt x="95" y="116"/>
                    </a:cubicBezTo>
                    <a:cubicBezTo>
                      <a:pt x="94" y="100"/>
                      <a:pt x="97" y="84"/>
                      <a:pt x="98" y="69"/>
                    </a:cubicBezTo>
                    <a:cubicBezTo>
                      <a:pt x="100" y="54"/>
                      <a:pt x="120" y="44"/>
                      <a:pt x="113" y="29"/>
                    </a:cubicBezTo>
                    <a:cubicBezTo>
                      <a:pt x="108" y="19"/>
                      <a:pt x="89" y="0"/>
                      <a:pt x="79" y="0"/>
                    </a:cubicBezTo>
                    <a:cubicBezTo>
                      <a:pt x="68" y="1"/>
                      <a:pt x="49" y="14"/>
                      <a:pt x="51" y="26"/>
                    </a:cubicBezTo>
                    <a:cubicBezTo>
                      <a:pt x="58" y="26"/>
                      <a:pt x="71" y="24"/>
                      <a:pt x="77" y="27"/>
                    </a:cubicBezTo>
                    <a:cubicBezTo>
                      <a:pt x="84" y="31"/>
                      <a:pt x="85" y="41"/>
                      <a:pt x="90" y="46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1" name="Freeform 139">
                <a:extLst>
                  <a:ext uri="{FF2B5EF4-FFF2-40B4-BE49-F238E27FC236}">
                    <a16:creationId xmlns:a16="http://schemas.microsoft.com/office/drawing/2014/main" id="{3E0895DA-E75E-4DB9-95A7-8E3CBD9D8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957"/>
                <a:ext cx="692" cy="485"/>
              </a:xfrm>
              <a:custGeom>
                <a:avLst/>
                <a:gdLst>
                  <a:gd name="T0" fmla="*/ 2196 w 277"/>
                  <a:gd name="T1" fmla="*/ 408 h 194"/>
                  <a:gd name="T2" fmla="*/ 2978 w 277"/>
                  <a:gd name="T3" fmla="*/ 270 h 194"/>
                  <a:gd name="T4" fmla="*/ 3620 w 277"/>
                  <a:gd name="T5" fmla="*/ 533 h 194"/>
                  <a:gd name="T6" fmla="*/ 3662 w 277"/>
                  <a:gd name="T7" fmla="*/ 895 h 194"/>
                  <a:gd name="T8" fmla="*/ 3837 w 277"/>
                  <a:gd name="T9" fmla="*/ 1220 h 194"/>
                  <a:gd name="T10" fmla="*/ 3995 w 277"/>
                  <a:gd name="T11" fmla="*/ 1533 h 194"/>
                  <a:gd name="T12" fmla="*/ 4212 w 277"/>
                  <a:gd name="T13" fmla="*/ 1313 h 194"/>
                  <a:gd name="T14" fmla="*/ 4319 w 277"/>
                  <a:gd name="T15" fmla="*/ 1283 h 194"/>
                  <a:gd name="T16" fmla="*/ 4287 w 277"/>
                  <a:gd name="T17" fmla="*/ 1438 h 194"/>
                  <a:gd name="T18" fmla="*/ 4212 w 277"/>
                  <a:gd name="T19" fmla="*/ 1583 h 194"/>
                  <a:gd name="T20" fmla="*/ 4132 w 277"/>
                  <a:gd name="T21" fmla="*/ 1770 h 194"/>
                  <a:gd name="T22" fmla="*/ 4132 w 277"/>
                  <a:gd name="T23" fmla="*/ 1970 h 194"/>
                  <a:gd name="T24" fmla="*/ 3383 w 277"/>
                  <a:gd name="T25" fmla="*/ 1895 h 194"/>
                  <a:gd name="T26" fmla="*/ 3433 w 277"/>
                  <a:gd name="T27" fmla="*/ 1520 h 194"/>
                  <a:gd name="T28" fmla="*/ 3183 w 277"/>
                  <a:gd name="T29" fmla="*/ 1270 h 194"/>
                  <a:gd name="T30" fmla="*/ 3258 w 277"/>
                  <a:gd name="T31" fmla="*/ 925 h 194"/>
                  <a:gd name="T32" fmla="*/ 3120 w 277"/>
                  <a:gd name="T33" fmla="*/ 563 h 194"/>
                  <a:gd name="T34" fmla="*/ 2403 w 277"/>
                  <a:gd name="T35" fmla="*/ 458 h 194"/>
                  <a:gd name="T36" fmla="*/ 2371 w 277"/>
                  <a:gd name="T37" fmla="*/ 738 h 194"/>
                  <a:gd name="T38" fmla="*/ 2371 w 277"/>
                  <a:gd name="T39" fmla="*/ 1083 h 194"/>
                  <a:gd name="T40" fmla="*/ 2278 w 277"/>
                  <a:gd name="T41" fmla="*/ 1425 h 194"/>
                  <a:gd name="T42" fmla="*/ 2216 w 277"/>
                  <a:gd name="T43" fmla="*/ 1770 h 194"/>
                  <a:gd name="T44" fmla="*/ 1996 w 277"/>
                  <a:gd name="T45" fmla="*/ 1988 h 194"/>
                  <a:gd name="T46" fmla="*/ 1934 w 277"/>
                  <a:gd name="T47" fmla="*/ 2313 h 194"/>
                  <a:gd name="T48" fmla="*/ 779 w 277"/>
                  <a:gd name="T49" fmla="*/ 3033 h 194"/>
                  <a:gd name="T50" fmla="*/ 917 w 277"/>
                  <a:gd name="T51" fmla="*/ 2458 h 194"/>
                  <a:gd name="T52" fmla="*/ 967 w 277"/>
                  <a:gd name="T53" fmla="*/ 2125 h 194"/>
                  <a:gd name="T54" fmla="*/ 625 w 277"/>
                  <a:gd name="T55" fmla="*/ 1895 h 194"/>
                  <a:gd name="T56" fmla="*/ 375 w 277"/>
                  <a:gd name="T57" fmla="*/ 1550 h 194"/>
                  <a:gd name="T58" fmla="*/ 155 w 277"/>
                  <a:gd name="T59" fmla="*/ 1270 h 194"/>
                  <a:gd name="T60" fmla="*/ 167 w 277"/>
                  <a:gd name="T61" fmla="*/ 970 h 194"/>
                  <a:gd name="T62" fmla="*/ 280 w 277"/>
                  <a:gd name="T63" fmla="*/ 595 h 194"/>
                  <a:gd name="T64" fmla="*/ 200 w 277"/>
                  <a:gd name="T65" fmla="*/ 238 h 194"/>
                  <a:gd name="T66" fmla="*/ 217 w 277"/>
                  <a:gd name="T67" fmla="*/ 83 h 194"/>
                  <a:gd name="T68" fmla="*/ 655 w 277"/>
                  <a:gd name="T69" fmla="*/ 375 h 194"/>
                  <a:gd name="T70" fmla="*/ 1187 w 277"/>
                  <a:gd name="T71" fmla="*/ 63 h 194"/>
                  <a:gd name="T72" fmla="*/ 749 w 277"/>
                  <a:gd name="T73" fmla="*/ 520 h 194"/>
                  <a:gd name="T74" fmla="*/ 824 w 277"/>
                  <a:gd name="T75" fmla="*/ 720 h 194"/>
                  <a:gd name="T76" fmla="*/ 854 w 277"/>
                  <a:gd name="T77" fmla="*/ 1000 h 194"/>
                  <a:gd name="T78" fmla="*/ 667 w 277"/>
                  <a:gd name="T79" fmla="*/ 1283 h 194"/>
                  <a:gd name="T80" fmla="*/ 904 w 277"/>
                  <a:gd name="T81" fmla="*/ 1500 h 194"/>
                  <a:gd name="T82" fmla="*/ 1466 w 277"/>
                  <a:gd name="T83" fmla="*/ 1938 h 194"/>
                  <a:gd name="T84" fmla="*/ 1854 w 277"/>
                  <a:gd name="T85" fmla="*/ 1658 h 194"/>
                  <a:gd name="T86" fmla="*/ 2059 w 277"/>
                  <a:gd name="T87" fmla="*/ 1270 h 194"/>
                  <a:gd name="T88" fmla="*/ 1996 w 277"/>
                  <a:gd name="T89" fmla="*/ 895 h 194"/>
                  <a:gd name="T90" fmla="*/ 2103 w 277"/>
                  <a:gd name="T91" fmla="*/ 458 h 19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7" h="194">
                    <a:moveTo>
                      <a:pt x="141" y="26"/>
                    </a:moveTo>
                    <a:cubicBezTo>
                      <a:pt x="150" y="15"/>
                      <a:pt x="178" y="16"/>
                      <a:pt x="191" y="17"/>
                    </a:cubicBezTo>
                    <a:cubicBezTo>
                      <a:pt x="207" y="18"/>
                      <a:pt x="226" y="16"/>
                      <a:pt x="232" y="34"/>
                    </a:cubicBezTo>
                    <a:cubicBezTo>
                      <a:pt x="234" y="41"/>
                      <a:pt x="233" y="50"/>
                      <a:pt x="235" y="57"/>
                    </a:cubicBezTo>
                    <a:cubicBezTo>
                      <a:pt x="237" y="65"/>
                      <a:pt x="243" y="70"/>
                      <a:pt x="246" y="78"/>
                    </a:cubicBezTo>
                    <a:cubicBezTo>
                      <a:pt x="248" y="85"/>
                      <a:pt x="245" y="98"/>
                      <a:pt x="256" y="98"/>
                    </a:cubicBezTo>
                    <a:cubicBezTo>
                      <a:pt x="264" y="98"/>
                      <a:pt x="265" y="88"/>
                      <a:pt x="270" y="84"/>
                    </a:cubicBezTo>
                    <a:cubicBezTo>
                      <a:pt x="272" y="83"/>
                      <a:pt x="275" y="82"/>
                      <a:pt x="277" y="82"/>
                    </a:cubicBezTo>
                    <a:cubicBezTo>
                      <a:pt x="275" y="85"/>
                      <a:pt x="276" y="89"/>
                      <a:pt x="275" y="92"/>
                    </a:cubicBezTo>
                    <a:cubicBezTo>
                      <a:pt x="274" y="96"/>
                      <a:pt x="272" y="97"/>
                      <a:pt x="270" y="101"/>
                    </a:cubicBezTo>
                    <a:cubicBezTo>
                      <a:pt x="268" y="105"/>
                      <a:pt x="265" y="108"/>
                      <a:pt x="265" y="113"/>
                    </a:cubicBezTo>
                    <a:cubicBezTo>
                      <a:pt x="264" y="116"/>
                      <a:pt x="266" y="123"/>
                      <a:pt x="265" y="126"/>
                    </a:cubicBezTo>
                    <a:cubicBezTo>
                      <a:pt x="257" y="140"/>
                      <a:pt x="228" y="120"/>
                      <a:pt x="217" y="121"/>
                    </a:cubicBezTo>
                    <a:cubicBezTo>
                      <a:pt x="216" y="113"/>
                      <a:pt x="223" y="104"/>
                      <a:pt x="220" y="97"/>
                    </a:cubicBezTo>
                    <a:cubicBezTo>
                      <a:pt x="217" y="89"/>
                      <a:pt x="207" y="88"/>
                      <a:pt x="204" y="81"/>
                    </a:cubicBezTo>
                    <a:cubicBezTo>
                      <a:pt x="202" y="73"/>
                      <a:pt x="208" y="66"/>
                      <a:pt x="209" y="59"/>
                    </a:cubicBezTo>
                    <a:cubicBezTo>
                      <a:pt x="209" y="53"/>
                      <a:pt x="204" y="39"/>
                      <a:pt x="200" y="36"/>
                    </a:cubicBezTo>
                    <a:cubicBezTo>
                      <a:pt x="191" y="29"/>
                      <a:pt x="164" y="24"/>
                      <a:pt x="154" y="29"/>
                    </a:cubicBezTo>
                    <a:cubicBezTo>
                      <a:pt x="144" y="33"/>
                      <a:pt x="149" y="40"/>
                      <a:pt x="152" y="47"/>
                    </a:cubicBezTo>
                    <a:cubicBezTo>
                      <a:pt x="156" y="56"/>
                      <a:pt x="156" y="60"/>
                      <a:pt x="152" y="69"/>
                    </a:cubicBezTo>
                    <a:cubicBezTo>
                      <a:pt x="150" y="76"/>
                      <a:pt x="147" y="83"/>
                      <a:pt x="146" y="91"/>
                    </a:cubicBezTo>
                    <a:cubicBezTo>
                      <a:pt x="144" y="98"/>
                      <a:pt x="146" y="107"/>
                      <a:pt x="142" y="113"/>
                    </a:cubicBezTo>
                    <a:cubicBezTo>
                      <a:pt x="138" y="118"/>
                      <a:pt x="130" y="119"/>
                      <a:pt x="128" y="127"/>
                    </a:cubicBezTo>
                    <a:cubicBezTo>
                      <a:pt x="125" y="135"/>
                      <a:pt x="130" y="141"/>
                      <a:pt x="124" y="148"/>
                    </a:cubicBezTo>
                    <a:cubicBezTo>
                      <a:pt x="104" y="172"/>
                      <a:pt x="62" y="161"/>
                      <a:pt x="50" y="194"/>
                    </a:cubicBezTo>
                    <a:cubicBezTo>
                      <a:pt x="55" y="183"/>
                      <a:pt x="53" y="168"/>
                      <a:pt x="59" y="157"/>
                    </a:cubicBezTo>
                    <a:cubicBezTo>
                      <a:pt x="64" y="147"/>
                      <a:pt x="70" y="146"/>
                      <a:pt x="62" y="136"/>
                    </a:cubicBezTo>
                    <a:cubicBezTo>
                      <a:pt x="56" y="128"/>
                      <a:pt x="48" y="126"/>
                      <a:pt x="40" y="121"/>
                    </a:cubicBezTo>
                    <a:cubicBezTo>
                      <a:pt x="28" y="115"/>
                      <a:pt x="28" y="110"/>
                      <a:pt x="24" y="99"/>
                    </a:cubicBezTo>
                    <a:cubicBezTo>
                      <a:pt x="21" y="91"/>
                      <a:pt x="16" y="87"/>
                      <a:pt x="10" y="81"/>
                    </a:cubicBezTo>
                    <a:cubicBezTo>
                      <a:pt x="0" y="72"/>
                      <a:pt x="3" y="72"/>
                      <a:pt x="11" y="62"/>
                    </a:cubicBezTo>
                    <a:cubicBezTo>
                      <a:pt x="15" y="55"/>
                      <a:pt x="20" y="46"/>
                      <a:pt x="18" y="38"/>
                    </a:cubicBezTo>
                    <a:cubicBezTo>
                      <a:pt x="17" y="29"/>
                      <a:pt x="12" y="24"/>
                      <a:pt x="13" y="15"/>
                    </a:cubicBezTo>
                    <a:cubicBezTo>
                      <a:pt x="13" y="11"/>
                      <a:pt x="13" y="8"/>
                      <a:pt x="14" y="5"/>
                    </a:cubicBezTo>
                    <a:cubicBezTo>
                      <a:pt x="31" y="0"/>
                      <a:pt x="20" y="31"/>
                      <a:pt x="42" y="24"/>
                    </a:cubicBezTo>
                    <a:cubicBezTo>
                      <a:pt x="54" y="21"/>
                      <a:pt x="66" y="11"/>
                      <a:pt x="76" y="4"/>
                    </a:cubicBezTo>
                    <a:cubicBezTo>
                      <a:pt x="86" y="16"/>
                      <a:pt x="54" y="28"/>
                      <a:pt x="48" y="33"/>
                    </a:cubicBezTo>
                    <a:cubicBezTo>
                      <a:pt x="35" y="43"/>
                      <a:pt x="44" y="41"/>
                      <a:pt x="53" y="46"/>
                    </a:cubicBezTo>
                    <a:cubicBezTo>
                      <a:pt x="62" y="51"/>
                      <a:pt x="61" y="56"/>
                      <a:pt x="55" y="64"/>
                    </a:cubicBezTo>
                    <a:cubicBezTo>
                      <a:pt x="51" y="69"/>
                      <a:pt x="42" y="74"/>
                      <a:pt x="43" y="82"/>
                    </a:cubicBezTo>
                    <a:cubicBezTo>
                      <a:pt x="44" y="89"/>
                      <a:pt x="53" y="91"/>
                      <a:pt x="58" y="96"/>
                    </a:cubicBezTo>
                    <a:cubicBezTo>
                      <a:pt x="70" y="109"/>
                      <a:pt x="73" y="130"/>
                      <a:pt x="94" y="124"/>
                    </a:cubicBezTo>
                    <a:cubicBezTo>
                      <a:pt x="106" y="120"/>
                      <a:pt x="114" y="117"/>
                      <a:pt x="119" y="106"/>
                    </a:cubicBezTo>
                    <a:cubicBezTo>
                      <a:pt x="123" y="97"/>
                      <a:pt x="129" y="89"/>
                      <a:pt x="132" y="81"/>
                    </a:cubicBezTo>
                    <a:cubicBezTo>
                      <a:pt x="136" y="70"/>
                      <a:pt x="132" y="67"/>
                      <a:pt x="128" y="57"/>
                    </a:cubicBezTo>
                    <a:cubicBezTo>
                      <a:pt x="125" y="47"/>
                      <a:pt x="132" y="37"/>
                      <a:pt x="135" y="29"/>
                    </a:cubicBezTo>
                  </a:path>
                </a:pathLst>
              </a:custGeom>
              <a:solidFill>
                <a:srgbClr val="EFD7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2" name="Freeform 140">
                <a:extLst>
                  <a:ext uri="{FF2B5EF4-FFF2-40B4-BE49-F238E27FC236}">
                    <a16:creationId xmlns:a16="http://schemas.microsoft.com/office/drawing/2014/main" id="{9973E808-A692-4881-AA8C-04858C007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782"/>
                <a:ext cx="715" cy="300"/>
              </a:xfrm>
              <a:custGeom>
                <a:avLst/>
                <a:gdLst>
                  <a:gd name="T0" fmla="*/ 175 w 286"/>
                  <a:gd name="T1" fmla="*/ 145 h 120"/>
                  <a:gd name="T2" fmla="*/ 925 w 286"/>
                  <a:gd name="T3" fmla="*/ 63 h 120"/>
                  <a:gd name="T4" fmla="*/ 1125 w 286"/>
                  <a:gd name="T5" fmla="*/ 300 h 120"/>
                  <a:gd name="T6" fmla="*/ 1270 w 286"/>
                  <a:gd name="T7" fmla="*/ 375 h 120"/>
                  <a:gd name="T8" fmla="*/ 1363 w 286"/>
                  <a:gd name="T9" fmla="*/ 500 h 120"/>
                  <a:gd name="T10" fmla="*/ 1970 w 286"/>
                  <a:gd name="T11" fmla="*/ 270 h 120"/>
                  <a:gd name="T12" fmla="*/ 2283 w 286"/>
                  <a:gd name="T13" fmla="*/ 363 h 120"/>
                  <a:gd name="T14" fmla="*/ 2658 w 286"/>
                  <a:gd name="T15" fmla="*/ 395 h 120"/>
                  <a:gd name="T16" fmla="*/ 4188 w 286"/>
                  <a:gd name="T17" fmla="*/ 750 h 120"/>
                  <a:gd name="T18" fmla="*/ 4425 w 286"/>
                  <a:gd name="T19" fmla="*/ 988 h 120"/>
                  <a:gd name="T20" fmla="*/ 4083 w 286"/>
                  <a:gd name="T21" fmla="*/ 1220 h 120"/>
                  <a:gd name="T22" fmla="*/ 3708 w 286"/>
                  <a:gd name="T23" fmla="*/ 1283 h 120"/>
                  <a:gd name="T24" fmla="*/ 3300 w 286"/>
                  <a:gd name="T25" fmla="*/ 1375 h 120"/>
                  <a:gd name="T26" fmla="*/ 3220 w 286"/>
                  <a:gd name="T27" fmla="*/ 1408 h 120"/>
                  <a:gd name="T28" fmla="*/ 3500 w 286"/>
                  <a:gd name="T29" fmla="*/ 813 h 120"/>
                  <a:gd name="T30" fmla="*/ 3158 w 286"/>
                  <a:gd name="T31" fmla="*/ 750 h 120"/>
                  <a:gd name="T32" fmla="*/ 2800 w 286"/>
                  <a:gd name="T33" fmla="*/ 645 h 120"/>
                  <a:gd name="T34" fmla="*/ 2395 w 286"/>
                  <a:gd name="T35" fmla="*/ 500 h 120"/>
                  <a:gd name="T36" fmla="*/ 2033 w 286"/>
                  <a:gd name="T37" fmla="*/ 488 h 120"/>
                  <a:gd name="T38" fmla="*/ 1770 w 286"/>
                  <a:gd name="T39" fmla="*/ 720 h 120"/>
                  <a:gd name="T40" fmla="*/ 2113 w 286"/>
                  <a:gd name="T41" fmla="*/ 925 h 120"/>
                  <a:gd name="T42" fmla="*/ 2500 w 286"/>
                  <a:gd name="T43" fmla="*/ 1063 h 120"/>
                  <a:gd name="T44" fmla="*/ 2675 w 286"/>
                  <a:gd name="T45" fmla="*/ 1345 h 120"/>
                  <a:gd name="T46" fmla="*/ 2458 w 286"/>
                  <a:gd name="T47" fmla="*/ 1675 h 120"/>
                  <a:gd name="T48" fmla="*/ 2158 w 286"/>
                  <a:gd name="T49" fmla="*/ 1845 h 120"/>
                  <a:gd name="T50" fmla="*/ 1800 w 286"/>
                  <a:gd name="T51" fmla="*/ 1208 h 120"/>
                  <a:gd name="T52" fmla="*/ 1083 w 286"/>
                  <a:gd name="T53" fmla="*/ 958 h 120"/>
                  <a:gd name="T54" fmla="*/ 533 w 286"/>
                  <a:gd name="T55" fmla="*/ 1020 h 120"/>
                  <a:gd name="T56" fmla="*/ 283 w 286"/>
                  <a:gd name="T57" fmla="*/ 970 h 120"/>
                  <a:gd name="T58" fmla="*/ 0 w 286"/>
                  <a:gd name="T59" fmla="*/ 895 h 120"/>
                  <a:gd name="T60" fmla="*/ 220 w 286"/>
                  <a:gd name="T61" fmla="*/ 458 h 120"/>
                  <a:gd name="T62" fmla="*/ 333 w 286"/>
                  <a:gd name="T63" fmla="*/ 313 h 120"/>
                  <a:gd name="T64" fmla="*/ 208 w 286"/>
                  <a:gd name="T65" fmla="*/ 175 h 12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86" h="120">
                    <a:moveTo>
                      <a:pt x="11" y="9"/>
                    </a:moveTo>
                    <a:cubicBezTo>
                      <a:pt x="24" y="4"/>
                      <a:pt x="44" y="0"/>
                      <a:pt x="59" y="4"/>
                    </a:cubicBezTo>
                    <a:cubicBezTo>
                      <a:pt x="68" y="6"/>
                      <a:pt x="67" y="13"/>
                      <a:pt x="72" y="19"/>
                    </a:cubicBezTo>
                    <a:cubicBezTo>
                      <a:pt x="75" y="22"/>
                      <a:pt x="79" y="22"/>
                      <a:pt x="81" y="24"/>
                    </a:cubicBezTo>
                    <a:cubicBezTo>
                      <a:pt x="83" y="26"/>
                      <a:pt x="85" y="31"/>
                      <a:pt x="87" y="32"/>
                    </a:cubicBezTo>
                    <a:cubicBezTo>
                      <a:pt x="100" y="42"/>
                      <a:pt x="114" y="22"/>
                      <a:pt x="126" y="17"/>
                    </a:cubicBezTo>
                    <a:cubicBezTo>
                      <a:pt x="137" y="14"/>
                      <a:pt x="137" y="19"/>
                      <a:pt x="146" y="23"/>
                    </a:cubicBezTo>
                    <a:cubicBezTo>
                      <a:pt x="153" y="26"/>
                      <a:pt x="162" y="25"/>
                      <a:pt x="170" y="25"/>
                    </a:cubicBezTo>
                    <a:cubicBezTo>
                      <a:pt x="202" y="25"/>
                      <a:pt x="239" y="33"/>
                      <a:pt x="268" y="48"/>
                    </a:cubicBezTo>
                    <a:cubicBezTo>
                      <a:pt x="275" y="51"/>
                      <a:pt x="286" y="56"/>
                      <a:pt x="283" y="63"/>
                    </a:cubicBezTo>
                    <a:cubicBezTo>
                      <a:pt x="281" y="70"/>
                      <a:pt x="266" y="76"/>
                      <a:pt x="261" y="78"/>
                    </a:cubicBezTo>
                    <a:cubicBezTo>
                      <a:pt x="253" y="80"/>
                      <a:pt x="244" y="80"/>
                      <a:pt x="237" y="82"/>
                    </a:cubicBezTo>
                    <a:cubicBezTo>
                      <a:pt x="229" y="83"/>
                      <a:pt x="218" y="88"/>
                      <a:pt x="211" y="88"/>
                    </a:cubicBezTo>
                    <a:cubicBezTo>
                      <a:pt x="210" y="88"/>
                      <a:pt x="207" y="89"/>
                      <a:pt x="206" y="90"/>
                    </a:cubicBezTo>
                    <a:cubicBezTo>
                      <a:pt x="206" y="74"/>
                      <a:pt x="242" y="68"/>
                      <a:pt x="224" y="52"/>
                    </a:cubicBezTo>
                    <a:cubicBezTo>
                      <a:pt x="217" y="45"/>
                      <a:pt x="211" y="49"/>
                      <a:pt x="202" y="48"/>
                    </a:cubicBezTo>
                    <a:cubicBezTo>
                      <a:pt x="193" y="48"/>
                      <a:pt x="187" y="44"/>
                      <a:pt x="179" y="41"/>
                    </a:cubicBezTo>
                    <a:cubicBezTo>
                      <a:pt x="169" y="37"/>
                      <a:pt x="162" y="36"/>
                      <a:pt x="153" y="32"/>
                    </a:cubicBezTo>
                    <a:cubicBezTo>
                      <a:pt x="145" y="29"/>
                      <a:pt x="139" y="29"/>
                      <a:pt x="130" y="31"/>
                    </a:cubicBezTo>
                    <a:cubicBezTo>
                      <a:pt x="123" y="34"/>
                      <a:pt x="111" y="36"/>
                      <a:pt x="113" y="46"/>
                    </a:cubicBezTo>
                    <a:cubicBezTo>
                      <a:pt x="114" y="56"/>
                      <a:pt x="127" y="57"/>
                      <a:pt x="135" y="59"/>
                    </a:cubicBezTo>
                    <a:cubicBezTo>
                      <a:pt x="143" y="61"/>
                      <a:pt x="152" y="65"/>
                      <a:pt x="160" y="68"/>
                    </a:cubicBezTo>
                    <a:cubicBezTo>
                      <a:pt x="169" y="73"/>
                      <a:pt x="178" y="75"/>
                      <a:pt x="171" y="86"/>
                    </a:cubicBezTo>
                    <a:cubicBezTo>
                      <a:pt x="166" y="93"/>
                      <a:pt x="161" y="99"/>
                      <a:pt x="157" y="107"/>
                    </a:cubicBezTo>
                    <a:cubicBezTo>
                      <a:pt x="152" y="115"/>
                      <a:pt x="148" y="120"/>
                      <a:pt x="138" y="118"/>
                    </a:cubicBezTo>
                    <a:cubicBezTo>
                      <a:pt x="123" y="115"/>
                      <a:pt x="126" y="88"/>
                      <a:pt x="115" y="77"/>
                    </a:cubicBezTo>
                    <a:cubicBezTo>
                      <a:pt x="102" y="65"/>
                      <a:pt x="86" y="58"/>
                      <a:pt x="69" y="61"/>
                    </a:cubicBezTo>
                    <a:cubicBezTo>
                      <a:pt x="57" y="64"/>
                      <a:pt x="45" y="69"/>
                      <a:pt x="34" y="65"/>
                    </a:cubicBezTo>
                    <a:cubicBezTo>
                      <a:pt x="28" y="64"/>
                      <a:pt x="24" y="62"/>
                      <a:pt x="18" y="62"/>
                    </a:cubicBezTo>
                    <a:cubicBezTo>
                      <a:pt x="12" y="61"/>
                      <a:pt x="5" y="61"/>
                      <a:pt x="0" y="57"/>
                    </a:cubicBezTo>
                    <a:cubicBezTo>
                      <a:pt x="3" y="47"/>
                      <a:pt x="6" y="37"/>
                      <a:pt x="14" y="29"/>
                    </a:cubicBezTo>
                    <a:cubicBezTo>
                      <a:pt x="19" y="24"/>
                      <a:pt x="22" y="26"/>
                      <a:pt x="21" y="20"/>
                    </a:cubicBezTo>
                    <a:cubicBezTo>
                      <a:pt x="21" y="16"/>
                      <a:pt x="16" y="12"/>
                      <a:pt x="13" y="11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3" name="Freeform 141">
                <a:extLst>
                  <a:ext uri="{FF2B5EF4-FFF2-40B4-BE49-F238E27FC236}">
                    <a16:creationId xmlns:a16="http://schemas.microsoft.com/office/drawing/2014/main" id="{DFC0A55D-32A5-45B6-8BCC-93145198E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962"/>
                <a:ext cx="1038" cy="403"/>
              </a:xfrm>
              <a:custGeom>
                <a:avLst/>
                <a:gdLst>
                  <a:gd name="T0" fmla="*/ 0 w 415"/>
                  <a:gd name="T1" fmla="*/ 688 h 161"/>
                  <a:gd name="T2" fmla="*/ 345 w 415"/>
                  <a:gd name="T3" fmla="*/ 783 h 161"/>
                  <a:gd name="T4" fmla="*/ 750 w 415"/>
                  <a:gd name="T5" fmla="*/ 1001 h 161"/>
                  <a:gd name="T6" fmla="*/ 813 w 415"/>
                  <a:gd name="T7" fmla="*/ 1660 h 161"/>
                  <a:gd name="T8" fmla="*/ 708 w 415"/>
                  <a:gd name="T9" fmla="*/ 1972 h 161"/>
                  <a:gd name="T10" fmla="*/ 1020 w 415"/>
                  <a:gd name="T11" fmla="*/ 1897 h 161"/>
                  <a:gd name="T12" fmla="*/ 1313 w 415"/>
                  <a:gd name="T13" fmla="*/ 1942 h 161"/>
                  <a:gd name="T14" fmla="*/ 1408 w 415"/>
                  <a:gd name="T15" fmla="*/ 2225 h 161"/>
                  <a:gd name="T16" fmla="*/ 1908 w 415"/>
                  <a:gd name="T17" fmla="*/ 2118 h 161"/>
                  <a:gd name="T18" fmla="*/ 1501 w 415"/>
                  <a:gd name="T19" fmla="*/ 1680 h 161"/>
                  <a:gd name="T20" fmla="*/ 1708 w 415"/>
                  <a:gd name="T21" fmla="*/ 1379 h 161"/>
                  <a:gd name="T22" fmla="*/ 1926 w 415"/>
                  <a:gd name="T23" fmla="*/ 1146 h 161"/>
                  <a:gd name="T24" fmla="*/ 2096 w 415"/>
                  <a:gd name="T25" fmla="*/ 834 h 161"/>
                  <a:gd name="T26" fmla="*/ 2471 w 415"/>
                  <a:gd name="T27" fmla="*/ 876 h 161"/>
                  <a:gd name="T28" fmla="*/ 2459 w 415"/>
                  <a:gd name="T29" fmla="*/ 1442 h 161"/>
                  <a:gd name="T30" fmla="*/ 2646 w 415"/>
                  <a:gd name="T31" fmla="*/ 1710 h 161"/>
                  <a:gd name="T32" fmla="*/ 2959 w 415"/>
                  <a:gd name="T33" fmla="*/ 1785 h 161"/>
                  <a:gd name="T34" fmla="*/ 3584 w 415"/>
                  <a:gd name="T35" fmla="*/ 1897 h 161"/>
                  <a:gd name="T36" fmla="*/ 4242 w 415"/>
                  <a:gd name="T37" fmla="*/ 2193 h 161"/>
                  <a:gd name="T38" fmla="*/ 4772 w 415"/>
                  <a:gd name="T39" fmla="*/ 2526 h 161"/>
                  <a:gd name="T40" fmla="*/ 5180 w 415"/>
                  <a:gd name="T41" fmla="*/ 2243 h 161"/>
                  <a:gd name="T42" fmla="*/ 5693 w 415"/>
                  <a:gd name="T43" fmla="*/ 2118 h 161"/>
                  <a:gd name="T44" fmla="*/ 5943 w 415"/>
                  <a:gd name="T45" fmla="*/ 2243 h 161"/>
                  <a:gd name="T46" fmla="*/ 5975 w 415"/>
                  <a:gd name="T47" fmla="*/ 2443 h 161"/>
                  <a:gd name="T48" fmla="*/ 6493 w 415"/>
                  <a:gd name="T49" fmla="*/ 2005 h 161"/>
                  <a:gd name="T50" fmla="*/ 5913 w 415"/>
                  <a:gd name="T51" fmla="*/ 1630 h 161"/>
                  <a:gd name="T52" fmla="*/ 5775 w 415"/>
                  <a:gd name="T53" fmla="*/ 1254 h 161"/>
                  <a:gd name="T54" fmla="*/ 5400 w 415"/>
                  <a:gd name="T55" fmla="*/ 1021 h 161"/>
                  <a:gd name="T56" fmla="*/ 5193 w 415"/>
                  <a:gd name="T57" fmla="*/ 771 h 161"/>
                  <a:gd name="T58" fmla="*/ 4847 w 415"/>
                  <a:gd name="T59" fmla="*/ 613 h 161"/>
                  <a:gd name="T60" fmla="*/ 4785 w 415"/>
                  <a:gd name="T61" fmla="*/ 583 h 161"/>
                  <a:gd name="T62" fmla="*/ 4630 w 415"/>
                  <a:gd name="T63" fmla="*/ 971 h 161"/>
                  <a:gd name="T64" fmla="*/ 4992 w 415"/>
                  <a:gd name="T65" fmla="*/ 1066 h 161"/>
                  <a:gd name="T66" fmla="*/ 5555 w 415"/>
                  <a:gd name="T67" fmla="*/ 1617 h 161"/>
                  <a:gd name="T68" fmla="*/ 5538 w 415"/>
                  <a:gd name="T69" fmla="*/ 2005 h 161"/>
                  <a:gd name="T70" fmla="*/ 5130 w 415"/>
                  <a:gd name="T71" fmla="*/ 2055 h 161"/>
                  <a:gd name="T72" fmla="*/ 4367 w 415"/>
                  <a:gd name="T73" fmla="*/ 1930 h 161"/>
                  <a:gd name="T74" fmla="*/ 4034 w 415"/>
                  <a:gd name="T75" fmla="*/ 1805 h 161"/>
                  <a:gd name="T76" fmla="*/ 3754 w 415"/>
                  <a:gd name="T77" fmla="*/ 1554 h 161"/>
                  <a:gd name="T78" fmla="*/ 3179 w 415"/>
                  <a:gd name="T79" fmla="*/ 1084 h 161"/>
                  <a:gd name="T80" fmla="*/ 2846 w 415"/>
                  <a:gd name="T81" fmla="*/ 1021 h 161"/>
                  <a:gd name="T82" fmla="*/ 2501 w 415"/>
                  <a:gd name="T83" fmla="*/ 738 h 161"/>
                  <a:gd name="T84" fmla="*/ 1783 w 415"/>
                  <a:gd name="T85" fmla="*/ 626 h 161"/>
                  <a:gd name="T86" fmla="*/ 1563 w 415"/>
                  <a:gd name="T87" fmla="*/ 864 h 161"/>
                  <a:gd name="T88" fmla="*/ 1271 w 415"/>
                  <a:gd name="T89" fmla="*/ 801 h 161"/>
                  <a:gd name="T90" fmla="*/ 738 w 415"/>
                  <a:gd name="T91" fmla="*/ 596 h 161"/>
                  <a:gd name="T92" fmla="*/ 613 w 415"/>
                  <a:gd name="T93" fmla="*/ 426 h 161"/>
                  <a:gd name="T94" fmla="*/ 800 w 415"/>
                  <a:gd name="T95" fmla="*/ 238 h 161"/>
                  <a:gd name="T96" fmla="*/ 1301 w 415"/>
                  <a:gd name="T97" fmla="*/ 63 h 161"/>
                  <a:gd name="T98" fmla="*/ 625 w 415"/>
                  <a:gd name="T99" fmla="*/ 83 h 161"/>
                  <a:gd name="T100" fmla="*/ 0 w 415"/>
                  <a:gd name="T101" fmla="*/ 95 h 16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415" h="161">
                    <a:moveTo>
                      <a:pt x="0" y="44"/>
                    </a:moveTo>
                    <a:cubicBezTo>
                      <a:pt x="6" y="46"/>
                      <a:pt x="14" y="46"/>
                      <a:pt x="22" y="50"/>
                    </a:cubicBezTo>
                    <a:cubicBezTo>
                      <a:pt x="30" y="54"/>
                      <a:pt x="40" y="59"/>
                      <a:pt x="48" y="64"/>
                    </a:cubicBezTo>
                    <a:cubicBezTo>
                      <a:pt x="67" y="76"/>
                      <a:pt x="62" y="90"/>
                      <a:pt x="52" y="106"/>
                    </a:cubicBezTo>
                    <a:cubicBezTo>
                      <a:pt x="49" y="110"/>
                      <a:pt x="41" y="121"/>
                      <a:pt x="45" y="126"/>
                    </a:cubicBezTo>
                    <a:cubicBezTo>
                      <a:pt x="50" y="131"/>
                      <a:pt x="60" y="122"/>
                      <a:pt x="65" y="121"/>
                    </a:cubicBezTo>
                    <a:cubicBezTo>
                      <a:pt x="71" y="118"/>
                      <a:pt x="78" y="119"/>
                      <a:pt x="84" y="124"/>
                    </a:cubicBezTo>
                    <a:cubicBezTo>
                      <a:pt x="91" y="129"/>
                      <a:pt x="90" y="134"/>
                      <a:pt x="90" y="142"/>
                    </a:cubicBezTo>
                    <a:cubicBezTo>
                      <a:pt x="98" y="136"/>
                      <a:pt x="112" y="128"/>
                      <a:pt x="122" y="135"/>
                    </a:cubicBezTo>
                    <a:cubicBezTo>
                      <a:pt x="133" y="119"/>
                      <a:pt x="100" y="118"/>
                      <a:pt x="96" y="107"/>
                    </a:cubicBezTo>
                    <a:cubicBezTo>
                      <a:pt x="93" y="98"/>
                      <a:pt x="103" y="92"/>
                      <a:pt x="109" y="88"/>
                    </a:cubicBezTo>
                    <a:cubicBezTo>
                      <a:pt x="115" y="84"/>
                      <a:pt x="119" y="81"/>
                      <a:pt x="123" y="73"/>
                    </a:cubicBezTo>
                    <a:cubicBezTo>
                      <a:pt x="127" y="68"/>
                      <a:pt x="128" y="56"/>
                      <a:pt x="134" y="53"/>
                    </a:cubicBezTo>
                    <a:cubicBezTo>
                      <a:pt x="140" y="49"/>
                      <a:pt x="152" y="53"/>
                      <a:pt x="158" y="56"/>
                    </a:cubicBezTo>
                    <a:cubicBezTo>
                      <a:pt x="179" y="68"/>
                      <a:pt x="152" y="78"/>
                      <a:pt x="157" y="92"/>
                    </a:cubicBezTo>
                    <a:cubicBezTo>
                      <a:pt x="158" y="96"/>
                      <a:pt x="167" y="106"/>
                      <a:pt x="169" y="109"/>
                    </a:cubicBezTo>
                    <a:cubicBezTo>
                      <a:pt x="175" y="114"/>
                      <a:pt x="182" y="115"/>
                      <a:pt x="189" y="114"/>
                    </a:cubicBezTo>
                    <a:cubicBezTo>
                      <a:pt x="205" y="111"/>
                      <a:pt x="214" y="111"/>
                      <a:pt x="229" y="121"/>
                    </a:cubicBezTo>
                    <a:cubicBezTo>
                      <a:pt x="242" y="131"/>
                      <a:pt x="254" y="138"/>
                      <a:pt x="271" y="140"/>
                    </a:cubicBezTo>
                    <a:cubicBezTo>
                      <a:pt x="284" y="141"/>
                      <a:pt x="305" y="143"/>
                      <a:pt x="305" y="161"/>
                    </a:cubicBezTo>
                    <a:cubicBezTo>
                      <a:pt x="314" y="157"/>
                      <a:pt x="321" y="145"/>
                      <a:pt x="331" y="143"/>
                    </a:cubicBezTo>
                    <a:cubicBezTo>
                      <a:pt x="343" y="140"/>
                      <a:pt x="355" y="147"/>
                      <a:pt x="364" y="135"/>
                    </a:cubicBezTo>
                    <a:cubicBezTo>
                      <a:pt x="368" y="138"/>
                      <a:pt x="376" y="139"/>
                      <a:pt x="380" y="143"/>
                    </a:cubicBezTo>
                    <a:cubicBezTo>
                      <a:pt x="385" y="148"/>
                      <a:pt x="383" y="149"/>
                      <a:pt x="382" y="156"/>
                    </a:cubicBezTo>
                    <a:cubicBezTo>
                      <a:pt x="389" y="155"/>
                      <a:pt x="415" y="136"/>
                      <a:pt x="415" y="128"/>
                    </a:cubicBezTo>
                    <a:cubicBezTo>
                      <a:pt x="413" y="115"/>
                      <a:pt x="384" y="115"/>
                      <a:pt x="378" y="104"/>
                    </a:cubicBezTo>
                    <a:cubicBezTo>
                      <a:pt x="373" y="96"/>
                      <a:pt x="375" y="88"/>
                      <a:pt x="369" y="80"/>
                    </a:cubicBezTo>
                    <a:cubicBezTo>
                      <a:pt x="363" y="73"/>
                      <a:pt x="352" y="72"/>
                      <a:pt x="345" y="65"/>
                    </a:cubicBezTo>
                    <a:cubicBezTo>
                      <a:pt x="339" y="60"/>
                      <a:pt x="338" y="54"/>
                      <a:pt x="332" y="49"/>
                    </a:cubicBezTo>
                    <a:cubicBezTo>
                      <a:pt x="327" y="46"/>
                      <a:pt x="315" y="39"/>
                      <a:pt x="310" y="39"/>
                    </a:cubicBezTo>
                    <a:cubicBezTo>
                      <a:pt x="309" y="39"/>
                      <a:pt x="307" y="37"/>
                      <a:pt x="306" y="37"/>
                    </a:cubicBezTo>
                    <a:cubicBezTo>
                      <a:pt x="303" y="43"/>
                      <a:pt x="292" y="54"/>
                      <a:pt x="296" y="62"/>
                    </a:cubicBezTo>
                    <a:cubicBezTo>
                      <a:pt x="299" y="69"/>
                      <a:pt x="313" y="66"/>
                      <a:pt x="319" y="68"/>
                    </a:cubicBezTo>
                    <a:cubicBezTo>
                      <a:pt x="330" y="73"/>
                      <a:pt x="350" y="92"/>
                      <a:pt x="355" y="103"/>
                    </a:cubicBezTo>
                    <a:cubicBezTo>
                      <a:pt x="357" y="109"/>
                      <a:pt x="359" y="122"/>
                      <a:pt x="354" y="128"/>
                    </a:cubicBezTo>
                    <a:cubicBezTo>
                      <a:pt x="347" y="136"/>
                      <a:pt x="336" y="132"/>
                      <a:pt x="328" y="131"/>
                    </a:cubicBezTo>
                    <a:cubicBezTo>
                      <a:pt x="309" y="129"/>
                      <a:pt x="296" y="133"/>
                      <a:pt x="279" y="123"/>
                    </a:cubicBezTo>
                    <a:cubicBezTo>
                      <a:pt x="271" y="119"/>
                      <a:pt x="265" y="118"/>
                      <a:pt x="258" y="115"/>
                    </a:cubicBezTo>
                    <a:cubicBezTo>
                      <a:pt x="249" y="112"/>
                      <a:pt x="246" y="106"/>
                      <a:pt x="240" y="99"/>
                    </a:cubicBezTo>
                    <a:cubicBezTo>
                      <a:pt x="229" y="85"/>
                      <a:pt x="223" y="67"/>
                      <a:pt x="203" y="69"/>
                    </a:cubicBezTo>
                    <a:cubicBezTo>
                      <a:pt x="192" y="70"/>
                      <a:pt x="191" y="72"/>
                      <a:pt x="182" y="65"/>
                    </a:cubicBezTo>
                    <a:cubicBezTo>
                      <a:pt x="173" y="60"/>
                      <a:pt x="168" y="53"/>
                      <a:pt x="160" y="47"/>
                    </a:cubicBezTo>
                    <a:cubicBezTo>
                      <a:pt x="148" y="38"/>
                      <a:pt x="128" y="32"/>
                      <a:pt x="114" y="40"/>
                    </a:cubicBezTo>
                    <a:cubicBezTo>
                      <a:pt x="109" y="44"/>
                      <a:pt x="106" y="53"/>
                      <a:pt x="100" y="55"/>
                    </a:cubicBezTo>
                    <a:cubicBezTo>
                      <a:pt x="94" y="56"/>
                      <a:pt x="87" y="52"/>
                      <a:pt x="81" y="51"/>
                    </a:cubicBezTo>
                    <a:cubicBezTo>
                      <a:pt x="70" y="47"/>
                      <a:pt x="58" y="45"/>
                      <a:pt x="47" y="38"/>
                    </a:cubicBezTo>
                    <a:cubicBezTo>
                      <a:pt x="40" y="34"/>
                      <a:pt x="38" y="34"/>
                      <a:pt x="39" y="27"/>
                    </a:cubicBezTo>
                    <a:cubicBezTo>
                      <a:pt x="39" y="20"/>
                      <a:pt x="45" y="16"/>
                      <a:pt x="51" y="15"/>
                    </a:cubicBezTo>
                    <a:cubicBezTo>
                      <a:pt x="61" y="13"/>
                      <a:pt x="78" y="18"/>
                      <a:pt x="83" y="4"/>
                    </a:cubicBezTo>
                    <a:cubicBezTo>
                      <a:pt x="68" y="3"/>
                      <a:pt x="54" y="8"/>
                      <a:pt x="40" y="5"/>
                    </a:cubicBezTo>
                    <a:cubicBezTo>
                      <a:pt x="25" y="2"/>
                      <a:pt x="16" y="0"/>
                      <a:pt x="0" y="6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4" name="Freeform 142">
                <a:extLst>
                  <a:ext uri="{FF2B5EF4-FFF2-40B4-BE49-F238E27FC236}">
                    <a16:creationId xmlns:a16="http://schemas.microsoft.com/office/drawing/2014/main" id="{00C1F3EE-76F8-4C1A-A295-59523747F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902"/>
                <a:ext cx="530" cy="227"/>
              </a:xfrm>
              <a:custGeom>
                <a:avLst/>
                <a:gdLst>
                  <a:gd name="T0" fmla="*/ 63 w 212"/>
                  <a:gd name="T1" fmla="*/ 499 h 91"/>
                  <a:gd name="T2" fmla="*/ 1020 w 212"/>
                  <a:gd name="T3" fmla="*/ 561 h 91"/>
                  <a:gd name="T4" fmla="*/ 1300 w 212"/>
                  <a:gd name="T5" fmla="*/ 808 h 91"/>
                  <a:gd name="T6" fmla="*/ 1583 w 212"/>
                  <a:gd name="T7" fmla="*/ 945 h 91"/>
                  <a:gd name="T8" fmla="*/ 2238 w 212"/>
                  <a:gd name="T9" fmla="*/ 1150 h 91"/>
                  <a:gd name="T10" fmla="*/ 2533 w 212"/>
                  <a:gd name="T11" fmla="*/ 1337 h 91"/>
                  <a:gd name="T12" fmla="*/ 2708 w 212"/>
                  <a:gd name="T13" fmla="*/ 1287 h 91"/>
                  <a:gd name="T14" fmla="*/ 2833 w 212"/>
                  <a:gd name="T15" fmla="*/ 1350 h 91"/>
                  <a:gd name="T16" fmla="*/ 3220 w 212"/>
                  <a:gd name="T17" fmla="*/ 1058 h 91"/>
                  <a:gd name="T18" fmla="*/ 2645 w 212"/>
                  <a:gd name="T19" fmla="*/ 654 h 91"/>
                  <a:gd name="T20" fmla="*/ 1833 w 212"/>
                  <a:gd name="T21" fmla="*/ 666 h 91"/>
                  <a:gd name="T22" fmla="*/ 1125 w 212"/>
                  <a:gd name="T23" fmla="*/ 292 h 91"/>
                  <a:gd name="T24" fmla="*/ 595 w 212"/>
                  <a:gd name="T25" fmla="*/ 125 h 91"/>
                  <a:gd name="T26" fmla="*/ 0 w 212"/>
                  <a:gd name="T27" fmla="*/ 0 h 9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2" h="91">
                    <a:moveTo>
                      <a:pt x="4" y="32"/>
                    </a:moveTo>
                    <a:cubicBezTo>
                      <a:pt x="19" y="21"/>
                      <a:pt x="49" y="30"/>
                      <a:pt x="65" y="36"/>
                    </a:cubicBezTo>
                    <a:cubicBezTo>
                      <a:pt x="75" y="40"/>
                      <a:pt x="78" y="42"/>
                      <a:pt x="83" y="52"/>
                    </a:cubicBezTo>
                    <a:cubicBezTo>
                      <a:pt x="88" y="62"/>
                      <a:pt x="90" y="60"/>
                      <a:pt x="101" y="61"/>
                    </a:cubicBezTo>
                    <a:cubicBezTo>
                      <a:pt x="113" y="61"/>
                      <a:pt x="133" y="65"/>
                      <a:pt x="143" y="74"/>
                    </a:cubicBezTo>
                    <a:cubicBezTo>
                      <a:pt x="150" y="80"/>
                      <a:pt x="151" y="86"/>
                      <a:pt x="162" y="86"/>
                    </a:cubicBezTo>
                    <a:cubicBezTo>
                      <a:pt x="165" y="85"/>
                      <a:pt x="169" y="83"/>
                      <a:pt x="173" y="83"/>
                    </a:cubicBezTo>
                    <a:cubicBezTo>
                      <a:pt x="180" y="83"/>
                      <a:pt x="176" y="85"/>
                      <a:pt x="181" y="87"/>
                    </a:cubicBezTo>
                    <a:cubicBezTo>
                      <a:pt x="191" y="91"/>
                      <a:pt x="212" y="80"/>
                      <a:pt x="206" y="68"/>
                    </a:cubicBezTo>
                    <a:cubicBezTo>
                      <a:pt x="200" y="55"/>
                      <a:pt x="182" y="44"/>
                      <a:pt x="169" y="42"/>
                    </a:cubicBezTo>
                    <a:cubicBezTo>
                      <a:pt x="152" y="40"/>
                      <a:pt x="132" y="48"/>
                      <a:pt x="117" y="43"/>
                    </a:cubicBezTo>
                    <a:cubicBezTo>
                      <a:pt x="103" y="38"/>
                      <a:pt x="86" y="27"/>
                      <a:pt x="72" y="19"/>
                    </a:cubicBezTo>
                    <a:cubicBezTo>
                      <a:pt x="60" y="13"/>
                      <a:pt x="51" y="8"/>
                      <a:pt x="38" y="8"/>
                    </a:cubicBezTo>
                    <a:cubicBezTo>
                      <a:pt x="24" y="7"/>
                      <a:pt x="13" y="0"/>
                      <a:pt x="0" y="0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5" name="Freeform 143">
                <a:extLst>
                  <a:ext uri="{FF2B5EF4-FFF2-40B4-BE49-F238E27FC236}">
                    <a16:creationId xmlns:a16="http://schemas.microsoft.com/office/drawing/2014/main" id="{00B7AB09-1DDE-4D35-89FA-FB84DF559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829"/>
                <a:ext cx="260" cy="170"/>
              </a:xfrm>
              <a:custGeom>
                <a:avLst/>
                <a:gdLst>
                  <a:gd name="T0" fmla="*/ 208 w 104"/>
                  <a:gd name="T1" fmla="*/ 1033 h 68"/>
                  <a:gd name="T2" fmla="*/ 658 w 104"/>
                  <a:gd name="T3" fmla="*/ 800 h 68"/>
                  <a:gd name="T4" fmla="*/ 895 w 104"/>
                  <a:gd name="T5" fmla="*/ 488 h 68"/>
                  <a:gd name="T6" fmla="*/ 1300 w 104"/>
                  <a:gd name="T7" fmla="*/ 250 h 68"/>
                  <a:gd name="T8" fmla="*/ 1625 w 104"/>
                  <a:gd name="T9" fmla="*/ 50 h 68"/>
                  <a:gd name="T10" fmla="*/ 783 w 104"/>
                  <a:gd name="T11" fmla="*/ 33 h 68"/>
                  <a:gd name="T12" fmla="*/ 0 w 104"/>
                  <a:gd name="T13" fmla="*/ 1063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68">
                    <a:moveTo>
                      <a:pt x="13" y="66"/>
                    </a:moveTo>
                    <a:cubicBezTo>
                      <a:pt x="22" y="61"/>
                      <a:pt x="34" y="58"/>
                      <a:pt x="42" y="51"/>
                    </a:cubicBezTo>
                    <a:cubicBezTo>
                      <a:pt x="48" y="46"/>
                      <a:pt x="51" y="37"/>
                      <a:pt x="57" y="31"/>
                    </a:cubicBezTo>
                    <a:cubicBezTo>
                      <a:pt x="65" y="23"/>
                      <a:pt x="72" y="19"/>
                      <a:pt x="83" y="16"/>
                    </a:cubicBezTo>
                    <a:cubicBezTo>
                      <a:pt x="93" y="13"/>
                      <a:pt x="96" y="8"/>
                      <a:pt x="104" y="3"/>
                    </a:cubicBezTo>
                    <a:cubicBezTo>
                      <a:pt x="86" y="7"/>
                      <a:pt x="68" y="0"/>
                      <a:pt x="50" y="2"/>
                    </a:cubicBezTo>
                    <a:cubicBezTo>
                      <a:pt x="57" y="26"/>
                      <a:pt x="19" y="54"/>
                      <a:pt x="0" y="68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6" name="Freeform 144">
                <a:extLst>
                  <a:ext uri="{FF2B5EF4-FFF2-40B4-BE49-F238E27FC236}">
                    <a16:creationId xmlns:a16="http://schemas.microsoft.com/office/drawing/2014/main" id="{3223E156-3C5D-4CFA-8E0B-67F63ECA4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932"/>
                <a:ext cx="623" cy="1033"/>
              </a:xfrm>
              <a:custGeom>
                <a:avLst/>
                <a:gdLst>
                  <a:gd name="T0" fmla="*/ 3475 w 249"/>
                  <a:gd name="T1" fmla="*/ 345 h 413"/>
                  <a:gd name="T2" fmla="*/ 2992 w 249"/>
                  <a:gd name="T3" fmla="*/ 520 h 413"/>
                  <a:gd name="T4" fmla="*/ 2442 w 249"/>
                  <a:gd name="T5" fmla="*/ 1051 h 413"/>
                  <a:gd name="T6" fmla="*/ 1784 w 249"/>
                  <a:gd name="T7" fmla="*/ 1501 h 413"/>
                  <a:gd name="T8" fmla="*/ 1251 w 249"/>
                  <a:gd name="T9" fmla="*/ 1938 h 413"/>
                  <a:gd name="T10" fmla="*/ 438 w 249"/>
                  <a:gd name="T11" fmla="*/ 2879 h 413"/>
                  <a:gd name="T12" fmla="*/ 113 w 249"/>
                  <a:gd name="T13" fmla="*/ 3472 h 413"/>
                  <a:gd name="T14" fmla="*/ 220 w 249"/>
                  <a:gd name="T15" fmla="*/ 4067 h 413"/>
                  <a:gd name="T16" fmla="*/ 408 w 249"/>
                  <a:gd name="T17" fmla="*/ 3254 h 413"/>
                  <a:gd name="T18" fmla="*/ 1033 w 249"/>
                  <a:gd name="T19" fmla="*/ 2489 h 413"/>
                  <a:gd name="T20" fmla="*/ 2272 w 249"/>
                  <a:gd name="T21" fmla="*/ 2096 h 413"/>
                  <a:gd name="T22" fmla="*/ 2492 w 249"/>
                  <a:gd name="T23" fmla="*/ 2376 h 413"/>
                  <a:gd name="T24" fmla="*/ 2880 w 249"/>
                  <a:gd name="T25" fmla="*/ 2364 h 413"/>
                  <a:gd name="T26" fmla="*/ 3255 w 249"/>
                  <a:gd name="T27" fmla="*/ 2879 h 413"/>
                  <a:gd name="T28" fmla="*/ 2880 w 249"/>
                  <a:gd name="T29" fmla="*/ 3084 h 413"/>
                  <a:gd name="T30" fmla="*/ 2847 w 249"/>
                  <a:gd name="T31" fmla="*/ 3429 h 413"/>
                  <a:gd name="T32" fmla="*/ 2785 w 249"/>
                  <a:gd name="T33" fmla="*/ 3804 h 413"/>
                  <a:gd name="T34" fmla="*/ 2755 w 249"/>
                  <a:gd name="T35" fmla="*/ 4160 h 413"/>
                  <a:gd name="T36" fmla="*/ 2379 w 249"/>
                  <a:gd name="T37" fmla="*/ 4930 h 413"/>
                  <a:gd name="T38" fmla="*/ 2084 w 249"/>
                  <a:gd name="T39" fmla="*/ 5035 h 413"/>
                  <a:gd name="T40" fmla="*/ 1942 w 249"/>
                  <a:gd name="T41" fmla="*/ 4660 h 413"/>
                  <a:gd name="T42" fmla="*/ 1959 w 249"/>
                  <a:gd name="T43" fmla="*/ 5368 h 413"/>
                  <a:gd name="T44" fmla="*/ 2522 w 249"/>
                  <a:gd name="T45" fmla="*/ 5663 h 413"/>
                  <a:gd name="T46" fmla="*/ 2660 w 249"/>
                  <a:gd name="T47" fmla="*/ 5993 h 413"/>
                  <a:gd name="T48" fmla="*/ 3022 w 249"/>
                  <a:gd name="T49" fmla="*/ 6150 h 413"/>
                  <a:gd name="T50" fmla="*/ 3901 w 249"/>
                  <a:gd name="T51" fmla="*/ 6306 h 413"/>
                  <a:gd name="T52" fmla="*/ 3430 w 249"/>
                  <a:gd name="T53" fmla="*/ 6068 h 413"/>
                  <a:gd name="T54" fmla="*/ 3022 w 249"/>
                  <a:gd name="T55" fmla="*/ 5725 h 413"/>
                  <a:gd name="T56" fmla="*/ 3022 w 249"/>
                  <a:gd name="T57" fmla="*/ 5338 h 413"/>
                  <a:gd name="T58" fmla="*/ 3275 w 249"/>
                  <a:gd name="T59" fmla="*/ 5085 h 413"/>
                  <a:gd name="T60" fmla="*/ 3193 w 249"/>
                  <a:gd name="T61" fmla="*/ 4347 h 413"/>
                  <a:gd name="T62" fmla="*/ 3150 w 249"/>
                  <a:gd name="T63" fmla="*/ 3597 h 413"/>
                  <a:gd name="T64" fmla="*/ 3243 w 249"/>
                  <a:gd name="T65" fmla="*/ 3209 h 413"/>
                  <a:gd name="T66" fmla="*/ 3555 w 249"/>
                  <a:gd name="T67" fmla="*/ 2909 h 413"/>
                  <a:gd name="T68" fmla="*/ 3430 w 249"/>
                  <a:gd name="T69" fmla="*/ 2334 h 413"/>
                  <a:gd name="T70" fmla="*/ 2847 w 249"/>
                  <a:gd name="T71" fmla="*/ 1958 h 413"/>
                  <a:gd name="T72" fmla="*/ 2680 w 249"/>
                  <a:gd name="T73" fmla="*/ 1301 h 413"/>
                  <a:gd name="T74" fmla="*/ 3555 w 249"/>
                  <a:gd name="T75" fmla="*/ 583 h 41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49" h="413">
                    <a:moveTo>
                      <a:pt x="222" y="22"/>
                    </a:moveTo>
                    <a:cubicBezTo>
                      <a:pt x="226" y="0"/>
                      <a:pt x="195" y="28"/>
                      <a:pt x="191" y="33"/>
                    </a:cubicBezTo>
                    <a:cubicBezTo>
                      <a:pt x="179" y="46"/>
                      <a:pt x="171" y="58"/>
                      <a:pt x="156" y="67"/>
                    </a:cubicBezTo>
                    <a:cubicBezTo>
                      <a:pt x="141" y="77"/>
                      <a:pt x="128" y="87"/>
                      <a:pt x="114" y="96"/>
                    </a:cubicBezTo>
                    <a:cubicBezTo>
                      <a:pt x="102" y="104"/>
                      <a:pt x="92" y="116"/>
                      <a:pt x="80" y="124"/>
                    </a:cubicBezTo>
                    <a:cubicBezTo>
                      <a:pt x="56" y="140"/>
                      <a:pt x="42" y="161"/>
                      <a:pt x="28" y="184"/>
                    </a:cubicBezTo>
                    <a:cubicBezTo>
                      <a:pt x="20" y="196"/>
                      <a:pt x="10" y="207"/>
                      <a:pt x="7" y="222"/>
                    </a:cubicBezTo>
                    <a:cubicBezTo>
                      <a:pt x="5" y="231"/>
                      <a:pt x="0" y="257"/>
                      <a:pt x="14" y="260"/>
                    </a:cubicBezTo>
                    <a:cubicBezTo>
                      <a:pt x="14" y="242"/>
                      <a:pt x="16" y="222"/>
                      <a:pt x="26" y="208"/>
                    </a:cubicBezTo>
                    <a:cubicBezTo>
                      <a:pt x="37" y="191"/>
                      <a:pt x="53" y="175"/>
                      <a:pt x="66" y="159"/>
                    </a:cubicBezTo>
                    <a:cubicBezTo>
                      <a:pt x="82" y="140"/>
                      <a:pt x="125" y="96"/>
                      <a:pt x="145" y="134"/>
                    </a:cubicBezTo>
                    <a:cubicBezTo>
                      <a:pt x="150" y="141"/>
                      <a:pt x="151" y="149"/>
                      <a:pt x="159" y="152"/>
                    </a:cubicBezTo>
                    <a:cubicBezTo>
                      <a:pt x="166" y="154"/>
                      <a:pt x="176" y="150"/>
                      <a:pt x="184" y="151"/>
                    </a:cubicBezTo>
                    <a:cubicBezTo>
                      <a:pt x="200" y="152"/>
                      <a:pt x="222" y="166"/>
                      <a:pt x="208" y="184"/>
                    </a:cubicBezTo>
                    <a:cubicBezTo>
                      <a:pt x="202" y="191"/>
                      <a:pt x="190" y="191"/>
                      <a:pt x="184" y="197"/>
                    </a:cubicBezTo>
                    <a:cubicBezTo>
                      <a:pt x="178" y="204"/>
                      <a:pt x="183" y="211"/>
                      <a:pt x="182" y="219"/>
                    </a:cubicBezTo>
                    <a:cubicBezTo>
                      <a:pt x="182" y="227"/>
                      <a:pt x="179" y="235"/>
                      <a:pt x="178" y="243"/>
                    </a:cubicBezTo>
                    <a:cubicBezTo>
                      <a:pt x="177" y="251"/>
                      <a:pt x="178" y="258"/>
                      <a:pt x="176" y="266"/>
                    </a:cubicBezTo>
                    <a:cubicBezTo>
                      <a:pt x="170" y="281"/>
                      <a:pt x="164" y="302"/>
                      <a:pt x="152" y="315"/>
                    </a:cubicBezTo>
                    <a:cubicBezTo>
                      <a:pt x="146" y="322"/>
                      <a:pt x="141" y="330"/>
                      <a:pt x="133" y="322"/>
                    </a:cubicBezTo>
                    <a:cubicBezTo>
                      <a:pt x="126" y="316"/>
                      <a:pt x="127" y="306"/>
                      <a:pt x="124" y="298"/>
                    </a:cubicBezTo>
                    <a:cubicBezTo>
                      <a:pt x="119" y="307"/>
                      <a:pt x="121" y="332"/>
                      <a:pt x="125" y="343"/>
                    </a:cubicBezTo>
                    <a:cubicBezTo>
                      <a:pt x="131" y="359"/>
                      <a:pt x="151" y="346"/>
                      <a:pt x="161" y="362"/>
                    </a:cubicBezTo>
                    <a:cubicBezTo>
                      <a:pt x="166" y="368"/>
                      <a:pt x="166" y="376"/>
                      <a:pt x="170" y="383"/>
                    </a:cubicBezTo>
                    <a:cubicBezTo>
                      <a:pt x="176" y="393"/>
                      <a:pt x="182" y="391"/>
                      <a:pt x="193" y="393"/>
                    </a:cubicBezTo>
                    <a:cubicBezTo>
                      <a:pt x="209" y="396"/>
                      <a:pt x="234" y="413"/>
                      <a:pt x="249" y="403"/>
                    </a:cubicBezTo>
                    <a:cubicBezTo>
                      <a:pt x="237" y="400"/>
                      <a:pt x="229" y="395"/>
                      <a:pt x="219" y="388"/>
                    </a:cubicBezTo>
                    <a:cubicBezTo>
                      <a:pt x="209" y="381"/>
                      <a:pt x="199" y="378"/>
                      <a:pt x="193" y="366"/>
                    </a:cubicBezTo>
                    <a:cubicBezTo>
                      <a:pt x="189" y="356"/>
                      <a:pt x="186" y="349"/>
                      <a:pt x="193" y="341"/>
                    </a:cubicBezTo>
                    <a:cubicBezTo>
                      <a:pt x="199" y="335"/>
                      <a:pt x="206" y="334"/>
                      <a:pt x="209" y="325"/>
                    </a:cubicBezTo>
                    <a:cubicBezTo>
                      <a:pt x="213" y="310"/>
                      <a:pt x="210" y="291"/>
                      <a:pt x="204" y="278"/>
                    </a:cubicBezTo>
                    <a:cubicBezTo>
                      <a:pt x="196" y="259"/>
                      <a:pt x="199" y="249"/>
                      <a:pt x="201" y="230"/>
                    </a:cubicBezTo>
                    <a:cubicBezTo>
                      <a:pt x="203" y="220"/>
                      <a:pt x="201" y="212"/>
                      <a:pt x="207" y="205"/>
                    </a:cubicBezTo>
                    <a:cubicBezTo>
                      <a:pt x="215" y="198"/>
                      <a:pt x="222" y="196"/>
                      <a:pt x="227" y="186"/>
                    </a:cubicBezTo>
                    <a:cubicBezTo>
                      <a:pt x="235" y="170"/>
                      <a:pt x="235" y="157"/>
                      <a:pt x="219" y="149"/>
                    </a:cubicBezTo>
                    <a:cubicBezTo>
                      <a:pt x="206" y="142"/>
                      <a:pt x="191" y="138"/>
                      <a:pt x="182" y="125"/>
                    </a:cubicBezTo>
                    <a:cubicBezTo>
                      <a:pt x="174" y="112"/>
                      <a:pt x="164" y="96"/>
                      <a:pt x="171" y="83"/>
                    </a:cubicBezTo>
                    <a:cubicBezTo>
                      <a:pt x="181" y="63"/>
                      <a:pt x="198" y="11"/>
                      <a:pt x="227" y="37"/>
                    </a:cubicBezTo>
                  </a:path>
                </a:pathLst>
              </a:custGeom>
              <a:solidFill>
                <a:srgbClr val="EFD7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7" name="Freeform 145">
                <a:extLst>
                  <a:ext uri="{FF2B5EF4-FFF2-40B4-BE49-F238E27FC236}">
                    <a16:creationId xmlns:a16="http://schemas.microsoft.com/office/drawing/2014/main" id="{E75A4713-FDBB-4391-8B48-AA79C7E77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347"/>
                <a:ext cx="220" cy="530"/>
              </a:xfrm>
              <a:custGeom>
                <a:avLst/>
                <a:gdLst>
                  <a:gd name="T0" fmla="*/ 488 w 88"/>
                  <a:gd name="T1" fmla="*/ 50 h 212"/>
                  <a:gd name="T2" fmla="*/ 95 w 88"/>
                  <a:gd name="T3" fmla="*/ 658 h 212"/>
                  <a:gd name="T4" fmla="*/ 220 w 88"/>
                  <a:gd name="T5" fmla="*/ 1395 h 212"/>
                  <a:gd name="T6" fmla="*/ 175 w 88"/>
                  <a:gd name="T7" fmla="*/ 2158 h 212"/>
                  <a:gd name="T8" fmla="*/ 238 w 88"/>
                  <a:gd name="T9" fmla="*/ 2813 h 212"/>
                  <a:gd name="T10" fmla="*/ 363 w 88"/>
                  <a:gd name="T11" fmla="*/ 2458 h 212"/>
                  <a:gd name="T12" fmla="*/ 688 w 88"/>
                  <a:gd name="T13" fmla="*/ 2425 h 212"/>
                  <a:gd name="T14" fmla="*/ 658 w 88"/>
                  <a:gd name="T15" fmla="*/ 2800 h 212"/>
                  <a:gd name="T16" fmla="*/ 595 w 88"/>
                  <a:gd name="T17" fmla="*/ 2988 h 212"/>
                  <a:gd name="T18" fmla="*/ 488 w 88"/>
                  <a:gd name="T19" fmla="*/ 3145 h 212"/>
                  <a:gd name="T20" fmla="*/ 738 w 88"/>
                  <a:gd name="T21" fmla="*/ 3113 h 212"/>
                  <a:gd name="T22" fmla="*/ 800 w 88"/>
                  <a:gd name="T23" fmla="*/ 2958 h 212"/>
                  <a:gd name="T24" fmla="*/ 1000 w 88"/>
                  <a:gd name="T25" fmla="*/ 2833 h 212"/>
                  <a:gd name="T26" fmla="*/ 1020 w 88"/>
                  <a:gd name="T27" fmla="*/ 2500 h 212"/>
                  <a:gd name="T28" fmla="*/ 908 w 88"/>
                  <a:gd name="T29" fmla="*/ 2095 h 212"/>
                  <a:gd name="T30" fmla="*/ 1345 w 88"/>
                  <a:gd name="T31" fmla="*/ 1188 h 212"/>
                  <a:gd name="T32" fmla="*/ 970 w 88"/>
                  <a:gd name="T33" fmla="*/ 1083 h 212"/>
                  <a:gd name="T34" fmla="*/ 625 w 88"/>
                  <a:gd name="T35" fmla="*/ 1563 h 212"/>
                  <a:gd name="T36" fmla="*/ 395 w 88"/>
                  <a:gd name="T37" fmla="*/ 1220 h 212"/>
                  <a:gd name="T38" fmla="*/ 283 w 88"/>
                  <a:gd name="T39" fmla="*/ 770 h 212"/>
                  <a:gd name="T40" fmla="*/ 750 w 88"/>
                  <a:gd name="T41" fmla="*/ 0 h 21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8" h="212">
                    <a:moveTo>
                      <a:pt x="31" y="3"/>
                    </a:moveTo>
                    <a:cubicBezTo>
                      <a:pt x="21" y="13"/>
                      <a:pt x="10" y="28"/>
                      <a:pt x="6" y="42"/>
                    </a:cubicBezTo>
                    <a:cubicBezTo>
                      <a:pt x="1" y="61"/>
                      <a:pt x="15" y="70"/>
                      <a:pt x="14" y="89"/>
                    </a:cubicBezTo>
                    <a:cubicBezTo>
                      <a:pt x="12" y="104"/>
                      <a:pt x="13" y="122"/>
                      <a:pt x="11" y="138"/>
                    </a:cubicBezTo>
                    <a:cubicBezTo>
                      <a:pt x="10" y="143"/>
                      <a:pt x="0" y="186"/>
                      <a:pt x="15" y="180"/>
                    </a:cubicBezTo>
                    <a:cubicBezTo>
                      <a:pt x="22" y="178"/>
                      <a:pt x="20" y="162"/>
                      <a:pt x="23" y="157"/>
                    </a:cubicBezTo>
                    <a:cubicBezTo>
                      <a:pt x="28" y="149"/>
                      <a:pt x="37" y="147"/>
                      <a:pt x="44" y="155"/>
                    </a:cubicBezTo>
                    <a:cubicBezTo>
                      <a:pt x="50" y="162"/>
                      <a:pt x="44" y="171"/>
                      <a:pt x="42" y="179"/>
                    </a:cubicBezTo>
                    <a:cubicBezTo>
                      <a:pt x="41" y="183"/>
                      <a:pt x="40" y="187"/>
                      <a:pt x="38" y="191"/>
                    </a:cubicBezTo>
                    <a:cubicBezTo>
                      <a:pt x="37" y="193"/>
                      <a:pt x="31" y="198"/>
                      <a:pt x="31" y="201"/>
                    </a:cubicBezTo>
                    <a:cubicBezTo>
                      <a:pt x="29" y="212"/>
                      <a:pt x="42" y="204"/>
                      <a:pt x="47" y="199"/>
                    </a:cubicBezTo>
                    <a:cubicBezTo>
                      <a:pt x="49" y="196"/>
                      <a:pt x="48" y="192"/>
                      <a:pt x="51" y="189"/>
                    </a:cubicBezTo>
                    <a:cubicBezTo>
                      <a:pt x="54" y="185"/>
                      <a:pt x="60" y="184"/>
                      <a:pt x="64" y="181"/>
                    </a:cubicBezTo>
                    <a:cubicBezTo>
                      <a:pt x="76" y="174"/>
                      <a:pt x="72" y="170"/>
                      <a:pt x="65" y="160"/>
                    </a:cubicBezTo>
                    <a:cubicBezTo>
                      <a:pt x="60" y="151"/>
                      <a:pt x="58" y="144"/>
                      <a:pt x="58" y="134"/>
                    </a:cubicBezTo>
                    <a:cubicBezTo>
                      <a:pt x="60" y="112"/>
                      <a:pt x="88" y="95"/>
                      <a:pt x="86" y="76"/>
                    </a:cubicBezTo>
                    <a:cubicBezTo>
                      <a:pt x="84" y="59"/>
                      <a:pt x="71" y="62"/>
                      <a:pt x="62" y="69"/>
                    </a:cubicBezTo>
                    <a:cubicBezTo>
                      <a:pt x="51" y="78"/>
                      <a:pt x="49" y="91"/>
                      <a:pt x="40" y="100"/>
                    </a:cubicBezTo>
                    <a:cubicBezTo>
                      <a:pt x="30" y="93"/>
                      <a:pt x="27" y="90"/>
                      <a:pt x="25" y="78"/>
                    </a:cubicBezTo>
                    <a:cubicBezTo>
                      <a:pt x="23" y="68"/>
                      <a:pt x="18" y="58"/>
                      <a:pt x="18" y="49"/>
                    </a:cubicBezTo>
                    <a:cubicBezTo>
                      <a:pt x="20" y="30"/>
                      <a:pt x="33" y="11"/>
                      <a:pt x="48" y="0"/>
                    </a:cubicBezTo>
                  </a:path>
                </a:pathLst>
              </a:custGeom>
              <a:solidFill>
                <a:srgbClr val="EFD7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8" name="Freeform 146">
                <a:extLst>
                  <a:ext uri="{FF2B5EF4-FFF2-40B4-BE49-F238E27FC236}">
                    <a16:creationId xmlns:a16="http://schemas.microsoft.com/office/drawing/2014/main" id="{8A236C76-DA14-4729-B80F-0AE6C71B7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209"/>
                <a:ext cx="277" cy="241"/>
              </a:xfrm>
              <a:custGeom>
                <a:avLst/>
                <a:gdLst>
                  <a:gd name="T0" fmla="*/ 449 w 111"/>
                  <a:gd name="T1" fmla="*/ 0 h 96"/>
                  <a:gd name="T2" fmla="*/ 574 w 111"/>
                  <a:gd name="T3" fmla="*/ 743 h 96"/>
                  <a:gd name="T4" fmla="*/ 354 w 111"/>
                  <a:gd name="T5" fmla="*/ 1014 h 96"/>
                  <a:gd name="T6" fmla="*/ 0 w 111"/>
                  <a:gd name="T7" fmla="*/ 1235 h 96"/>
                  <a:gd name="T8" fmla="*/ 591 w 111"/>
                  <a:gd name="T9" fmla="*/ 1486 h 96"/>
                  <a:gd name="T10" fmla="*/ 636 w 111"/>
                  <a:gd name="T11" fmla="*/ 1499 h 96"/>
                  <a:gd name="T12" fmla="*/ 1028 w 111"/>
                  <a:gd name="T13" fmla="*/ 1373 h 96"/>
                  <a:gd name="T14" fmla="*/ 1383 w 111"/>
                  <a:gd name="T15" fmla="*/ 1519 h 96"/>
                  <a:gd name="T16" fmla="*/ 1537 w 111"/>
                  <a:gd name="T17" fmla="*/ 1202 h 96"/>
                  <a:gd name="T18" fmla="*/ 1724 w 111"/>
                  <a:gd name="T19" fmla="*/ 934 h 96"/>
                  <a:gd name="T20" fmla="*/ 1120 w 111"/>
                  <a:gd name="T21" fmla="*/ 1110 h 96"/>
                  <a:gd name="T22" fmla="*/ 561 w 111"/>
                  <a:gd name="T23" fmla="*/ 158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1" h="96">
                    <a:moveTo>
                      <a:pt x="29" y="0"/>
                    </a:moveTo>
                    <a:cubicBezTo>
                      <a:pt x="15" y="10"/>
                      <a:pt x="35" y="32"/>
                      <a:pt x="37" y="47"/>
                    </a:cubicBezTo>
                    <a:cubicBezTo>
                      <a:pt x="38" y="61"/>
                      <a:pt x="34" y="61"/>
                      <a:pt x="23" y="64"/>
                    </a:cubicBezTo>
                    <a:cubicBezTo>
                      <a:pt x="15" y="65"/>
                      <a:pt x="1" y="69"/>
                      <a:pt x="0" y="78"/>
                    </a:cubicBezTo>
                    <a:cubicBezTo>
                      <a:pt x="11" y="80"/>
                      <a:pt x="35" y="79"/>
                      <a:pt x="38" y="94"/>
                    </a:cubicBezTo>
                    <a:cubicBezTo>
                      <a:pt x="39" y="94"/>
                      <a:pt x="40" y="94"/>
                      <a:pt x="41" y="95"/>
                    </a:cubicBezTo>
                    <a:cubicBezTo>
                      <a:pt x="50" y="89"/>
                      <a:pt x="56" y="87"/>
                      <a:pt x="66" y="87"/>
                    </a:cubicBezTo>
                    <a:cubicBezTo>
                      <a:pt x="76" y="87"/>
                      <a:pt x="80" y="93"/>
                      <a:pt x="89" y="96"/>
                    </a:cubicBezTo>
                    <a:cubicBezTo>
                      <a:pt x="94" y="90"/>
                      <a:pt x="96" y="82"/>
                      <a:pt x="99" y="76"/>
                    </a:cubicBezTo>
                    <a:cubicBezTo>
                      <a:pt x="101" y="73"/>
                      <a:pt x="111" y="62"/>
                      <a:pt x="111" y="59"/>
                    </a:cubicBezTo>
                    <a:cubicBezTo>
                      <a:pt x="110" y="52"/>
                      <a:pt x="80" y="71"/>
                      <a:pt x="72" y="70"/>
                    </a:cubicBezTo>
                    <a:cubicBezTo>
                      <a:pt x="53" y="67"/>
                      <a:pt x="36" y="26"/>
                      <a:pt x="36" y="10"/>
                    </a:cubicBezTo>
                  </a:path>
                </a:pathLst>
              </a:custGeom>
              <a:solidFill>
                <a:srgbClr val="EFD7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9" name="Freeform 147">
                <a:extLst>
                  <a:ext uri="{FF2B5EF4-FFF2-40B4-BE49-F238E27FC236}">
                    <a16:creationId xmlns:a16="http://schemas.microsoft.com/office/drawing/2014/main" id="{A0894691-C3BA-4F53-9D92-43B41FA6C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1392"/>
                <a:ext cx="167" cy="328"/>
              </a:xfrm>
              <a:custGeom>
                <a:avLst/>
                <a:gdLst>
                  <a:gd name="T0" fmla="*/ 653 w 67"/>
                  <a:gd name="T1" fmla="*/ 33 h 131"/>
                  <a:gd name="T2" fmla="*/ 653 w 67"/>
                  <a:gd name="T3" fmla="*/ 992 h 131"/>
                  <a:gd name="T4" fmla="*/ 341 w 67"/>
                  <a:gd name="T5" fmla="*/ 2056 h 131"/>
                  <a:gd name="T6" fmla="*/ 1024 w 67"/>
                  <a:gd name="T7" fmla="*/ 1117 h 131"/>
                  <a:gd name="T8" fmla="*/ 882 w 67"/>
                  <a:gd name="T9" fmla="*/ 814 h 131"/>
                  <a:gd name="T10" fmla="*/ 683 w 67"/>
                  <a:gd name="T11" fmla="*/ 551 h 131"/>
                  <a:gd name="T12" fmla="*/ 653 w 67"/>
                  <a:gd name="T13" fmla="*/ 175 h 131"/>
                  <a:gd name="T14" fmla="*/ 932 w 67"/>
                  <a:gd name="T15" fmla="*/ 0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131">
                    <a:moveTo>
                      <a:pt x="42" y="2"/>
                    </a:moveTo>
                    <a:cubicBezTo>
                      <a:pt x="18" y="7"/>
                      <a:pt x="49" y="49"/>
                      <a:pt x="42" y="63"/>
                    </a:cubicBezTo>
                    <a:cubicBezTo>
                      <a:pt x="35" y="80"/>
                      <a:pt x="0" y="111"/>
                      <a:pt x="22" y="131"/>
                    </a:cubicBezTo>
                    <a:cubicBezTo>
                      <a:pt x="30" y="105"/>
                      <a:pt x="33" y="75"/>
                      <a:pt x="66" y="71"/>
                    </a:cubicBezTo>
                    <a:cubicBezTo>
                      <a:pt x="67" y="61"/>
                      <a:pt x="64" y="58"/>
                      <a:pt x="57" y="52"/>
                    </a:cubicBezTo>
                    <a:cubicBezTo>
                      <a:pt x="49" y="47"/>
                      <a:pt x="47" y="44"/>
                      <a:pt x="44" y="35"/>
                    </a:cubicBezTo>
                    <a:cubicBezTo>
                      <a:pt x="41" y="27"/>
                      <a:pt x="38" y="18"/>
                      <a:pt x="42" y="11"/>
                    </a:cubicBezTo>
                    <a:cubicBezTo>
                      <a:pt x="46" y="3"/>
                      <a:pt x="53" y="4"/>
                      <a:pt x="60" y="0"/>
                    </a:cubicBezTo>
                  </a:path>
                </a:pathLst>
              </a:custGeom>
              <a:solidFill>
                <a:srgbClr val="EFD7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0" name="Freeform 148">
                <a:extLst>
                  <a:ext uri="{FF2B5EF4-FFF2-40B4-BE49-F238E27FC236}">
                    <a16:creationId xmlns:a16="http://schemas.microsoft.com/office/drawing/2014/main" id="{8B904F52-2EDE-4EDE-960F-4DD680CA7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617"/>
                <a:ext cx="505" cy="365"/>
              </a:xfrm>
              <a:custGeom>
                <a:avLst/>
                <a:gdLst>
                  <a:gd name="T0" fmla="*/ 0 w 202"/>
                  <a:gd name="T1" fmla="*/ 1488 h 146"/>
                  <a:gd name="T2" fmla="*/ 83 w 202"/>
                  <a:gd name="T3" fmla="*/ 1875 h 146"/>
                  <a:gd name="T4" fmla="*/ 395 w 202"/>
                  <a:gd name="T5" fmla="*/ 2000 h 146"/>
                  <a:gd name="T6" fmla="*/ 783 w 202"/>
                  <a:gd name="T7" fmla="*/ 2020 h 146"/>
                  <a:gd name="T8" fmla="*/ 658 w 202"/>
                  <a:gd name="T9" fmla="*/ 1720 h 146"/>
                  <a:gd name="T10" fmla="*/ 958 w 202"/>
                  <a:gd name="T11" fmla="*/ 363 h 146"/>
                  <a:gd name="T12" fmla="*/ 1520 w 202"/>
                  <a:gd name="T13" fmla="*/ 313 h 146"/>
                  <a:gd name="T14" fmla="*/ 1363 w 202"/>
                  <a:gd name="T15" fmla="*/ 750 h 146"/>
                  <a:gd name="T16" fmla="*/ 1238 w 202"/>
                  <a:gd name="T17" fmla="*/ 1095 h 146"/>
                  <a:gd name="T18" fmla="*/ 1533 w 202"/>
                  <a:gd name="T19" fmla="*/ 863 h 146"/>
                  <a:gd name="T20" fmla="*/ 1863 w 202"/>
                  <a:gd name="T21" fmla="*/ 813 h 146"/>
                  <a:gd name="T22" fmla="*/ 2175 w 202"/>
                  <a:gd name="T23" fmla="*/ 908 h 146"/>
                  <a:gd name="T24" fmla="*/ 2363 w 202"/>
                  <a:gd name="T25" fmla="*/ 770 h 146"/>
                  <a:gd name="T26" fmla="*/ 2408 w 202"/>
                  <a:gd name="T27" fmla="*/ 2083 h 146"/>
                  <a:gd name="T28" fmla="*/ 2000 w 202"/>
                  <a:gd name="T29" fmla="*/ 1595 h 146"/>
                  <a:gd name="T30" fmla="*/ 1750 w 202"/>
                  <a:gd name="T31" fmla="*/ 1750 h 146"/>
                  <a:gd name="T32" fmla="*/ 2050 w 202"/>
                  <a:gd name="T33" fmla="*/ 2050 h 146"/>
                  <a:gd name="T34" fmla="*/ 2220 w 202"/>
                  <a:gd name="T35" fmla="*/ 2250 h 146"/>
                  <a:gd name="T36" fmla="*/ 2625 w 202"/>
                  <a:gd name="T37" fmla="*/ 2158 h 146"/>
                  <a:gd name="T38" fmla="*/ 3158 w 202"/>
                  <a:gd name="T39" fmla="*/ 1813 h 146"/>
                  <a:gd name="T40" fmla="*/ 2938 w 202"/>
                  <a:gd name="T41" fmla="*/ 1113 h 146"/>
                  <a:gd name="T42" fmla="*/ 2408 w 202"/>
                  <a:gd name="T43" fmla="*/ 625 h 146"/>
                  <a:gd name="T44" fmla="*/ 2208 w 202"/>
                  <a:gd name="T45" fmla="*/ 408 h 146"/>
                  <a:gd name="T46" fmla="*/ 1970 w 202"/>
                  <a:gd name="T47" fmla="*/ 175 h 146"/>
                  <a:gd name="T48" fmla="*/ 1220 w 202"/>
                  <a:gd name="T49" fmla="*/ 50 h 146"/>
                  <a:gd name="T50" fmla="*/ 658 w 202"/>
                  <a:gd name="T51" fmla="*/ 395 h 146"/>
                  <a:gd name="T52" fmla="*/ 425 w 202"/>
                  <a:gd name="T53" fmla="*/ 1095 h 146"/>
                  <a:gd name="T54" fmla="*/ 363 w 202"/>
                  <a:gd name="T55" fmla="*/ 1363 h 146"/>
                  <a:gd name="T56" fmla="*/ 95 w 202"/>
                  <a:gd name="T57" fmla="*/ 1363 h 14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02" h="146">
                    <a:moveTo>
                      <a:pt x="0" y="95"/>
                    </a:moveTo>
                    <a:cubicBezTo>
                      <a:pt x="1" y="102"/>
                      <a:pt x="2" y="112"/>
                      <a:pt x="5" y="120"/>
                    </a:cubicBezTo>
                    <a:cubicBezTo>
                      <a:pt x="9" y="132"/>
                      <a:pt x="14" y="126"/>
                      <a:pt x="25" y="128"/>
                    </a:cubicBezTo>
                    <a:cubicBezTo>
                      <a:pt x="32" y="129"/>
                      <a:pt x="43" y="137"/>
                      <a:pt x="50" y="129"/>
                    </a:cubicBezTo>
                    <a:cubicBezTo>
                      <a:pt x="55" y="122"/>
                      <a:pt x="46" y="115"/>
                      <a:pt x="42" y="110"/>
                    </a:cubicBezTo>
                    <a:cubicBezTo>
                      <a:pt x="20" y="89"/>
                      <a:pt x="45" y="43"/>
                      <a:pt x="61" y="23"/>
                    </a:cubicBezTo>
                    <a:cubicBezTo>
                      <a:pt x="70" y="14"/>
                      <a:pt x="93" y="0"/>
                      <a:pt x="97" y="20"/>
                    </a:cubicBezTo>
                    <a:cubicBezTo>
                      <a:pt x="99" y="30"/>
                      <a:pt x="93" y="40"/>
                      <a:pt x="87" y="48"/>
                    </a:cubicBezTo>
                    <a:cubicBezTo>
                      <a:pt x="84" y="51"/>
                      <a:pt x="71" y="66"/>
                      <a:pt x="79" y="70"/>
                    </a:cubicBezTo>
                    <a:cubicBezTo>
                      <a:pt x="85" y="73"/>
                      <a:pt x="94" y="58"/>
                      <a:pt x="98" y="55"/>
                    </a:cubicBezTo>
                    <a:cubicBezTo>
                      <a:pt x="104" y="51"/>
                      <a:pt x="112" y="50"/>
                      <a:pt x="119" y="52"/>
                    </a:cubicBezTo>
                    <a:cubicBezTo>
                      <a:pt x="124" y="53"/>
                      <a:pt x="132" y="63"/>
                      <a:pt x="139" y="58"/>
                    </a:cubicBezTo>
                    <a:cubicBezTo>
                      <a:pt x="145" y="54"/>
                      <a:pt x="138" y="43"/>
                      <a:pt x="151" y="49"/>
                    </a:cubicBezTo>
                    <a:cubicBezTo>
                      <a:pt x="177" y="60"/>
                      <a:pt x="188" y="129"/>
                      <a:pt x="154" y="133"/>
                    </a:cubicBezTo>
                    <a:cubicBezTo>
                      <a:pt x="131" y="135"/>
                      <a:pt x="149" y="102"/>
                      <a:pt x="128" y="102"/>
                    </a:cubicBezTo>
                    <a:cubicBezTo>
                      <a:pt x="119" y="102"/>
                      <a:pt x="108" y="104"/>
                      <a:pt x="112" y="112"/>
                    </a:cubicBezTo>
                    <a:cubicBezTo>
                      <a:pt x="115" y="120"/>
                      <a:pt x="126" y="124"/>
                      <a:pt x="131" y="131"/>
                    </a:cubicBezTo>
                    <a:cubicBezTo>
                      <a:pt x="135" y="138"/>
                      <a:pt x="132" y="142"/>
                      <a:pt x="142" y="144"/>
                    </a:cubicBezTo>
                    <a:cubicBezTo>
                      <a:pt x="151" y="146"/>
                      <a:pt x="160" y="142"/>
                      <a:pt x="168" y="138"/>
                    </a:cubicBezTo>
                    <a:cubicBezTo>
                      <a:pt x="183" y="132"/>
                      <a:pt x="201" y="135"/>
                      <a:pt x="202" y="116"/>
                    </a:cubicBezTo>
                    <a:cubicBezTo>
                      <a:pt x="202" y="102"/>
                      <a:pt x="195" y="82"/>
                      <a:pt x="188" y="71"/>
                    </a:cubicBezTo>
                    <a:cubicBezTo>
                      <a:pt x="180" y="57"/>
                      <a:pt x="167" y="48"/>
                      <a:pt x="154" y="40"/>
                    </a:cubicBezTo>
                    <a:cubicBezTo>
                      <a:pt x="147" y="35"/>
                      <a:pt x="144" y="34"/>
                      <a:pt x="141" y="26"/>
                    </a:cubicBezTo>
                    <a:cubicBezTo>
                      <a:pt x="137" y="15"/>
                      <a:pt x="137" y="13"/>
                      <a:pt x="126" y="11"/>
                    </a:cubicBezTo>
                    <a:cubicBezTo>
                      <a:pt x="111" y="7"/>
                      <a:pt x="93" y="3"/>
                      <a:pt x="78" y="3"/>
                    </a:cubicBezTo>
                    <a:cubicBezTo>
                      <a:pt x="58" y="3"/>
                      <a:pt x="52" y="8"/>
                      <a:pt x="42" y="25"/>
                    </a:cubicBezTo>
                    <a:cubicBezTo>
                      <a:pt x="34" y="40"/>
                      <a:pt x="32" y="53"/>
                      <a:pt x="27" y="70"/>
                    </a:cubicBezTo>
                    <a:cubicBezTo>
                      <a:pt x="26" y="74"/>
                      <a:pt x="26" y="84"/>
                      <a:pt x="23" y="87"/>
                    </a:cubicBezTo>
                    <a:cubicBezTo>
                      <a:pt x="19" y="91"/>
                      <a:pt x="8" y="88"/>
                      <a:pt x="6" y="87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1" name="Freeform 149">
                <a:extLst>
                  <a:ext uri="{FF2B5EF4-FFF2-40B4-BE49-F238E27FC236}">
                    <a16:creationId xmlns:a16="http://schemas.microsoft.com/office/drawing/2014/main" id="{F7541106-B104-422A-98AB-A151DEC5D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467"/>
                <a:ext cx="498" cy="520"/>
              </a:xfrm>
              <a:custGeom>
                <a:avLst/>
                <a:gdLst>
                  <a:gd name="T0" fmla="*/ 971 w 199"/>
                  <a:gd name="T1" fmla="*/ 3020 h 208"/>
                  <a:gd name="T2" fmla="*/ 1146 w 199"/>
                  <a:gd name="T3" fmla="*/ 3083 h 208"/>
                  <a:gd name="T4" fmla="*/ 1334 w 199"/>
                  <a:gd name="T5" fmla="*/ 3208 h 208"/>
                  <a:gd name="T6" fmla="*/ 1522 w 199"/>
                  <a:gd name="T7" fmla="*/ 2895 h 208"/>
                  <a:gd name="T8" fmla="*/ 1554 w 199"/>
                  <a:gd name="T9" fmla="*/ 2425 h 208"/>
                  <a:gd name="T10" fmla="*/ 1597 w 199"/>
                  <a:gd name="T11" fmla="*/ 2020 h 208"/>
                  <a:gd name="T12" fmla="*/ 1126 w 199"/>
                  <a:gd name="T13" fmla="*/ 1425 h 208"/>
                  <a:gd name="T14" fmla="*/ 1001 w 199"/>
                  <a:gd name="T15" fmla="*/ 845 h 208"/>
                  <a:gd name="T16" fmla="*/ 1647 w 199"/>
                  <a:gd name="T17" fmla="*/ 958 h 208"/>
                  <a:gd name="T18" fmla="*/ 2192 w 199"/>
                  <a:gd name="T19" fmla="*/ 675 h 208"/>
                  <a:gd name="T20" fmla="*/ 2680 w 199"/>
                  <a:gd name="T21" fmla="*/ 895 h 208"/>
                  <a:gd name="T22" fmla="*/ 2272 w 199"/>
                  <a:gd name="T23" fmla="*/ 1425 h 208"/>
                  <a:gd name="T24" fmla="*/ 2538 w 199"/>
                  <a:gd name="T25" fmla="*/ 1550 h 208"/>
                  <a:gd name="T26" fmla="*/ 2755 w 199"/>
                  <a:gd name="T27" fmla="*/ 1738 h 208"/>
                  <a:gd name="T28" fmla="*/ 2913 w 199"/>
                  <a:gd name="T29" fmla="*/ 1345 h 208"/>
                  <a:gd name="T30" fmla="*/ 3088 w 199"/>
                  <a:gd name="T31" fmla="*/ 1020 h 208"/>
                  <a:gd name="T32" fmla="*/ 2650 w 199"/>
                  <a:gd name="T33" fmla="*/ 363 h 208"/>
                  <a:gd name="T34" fmla="*/ 1972 w 199"/>
                  <a:gd name="T35" fmla="*/ 83 h 208"/>
                  <a:gd name="T36" fmla="*/ 1304 w 199"/>
                  <a:gd name="T37" fmla="*/ 438 h 208"/>
                  <a:gd name="T38" fmla="*/ 521 w 199"/>
                  <a:gd name="T39" fmla="*/ 813 h 208"/>
                  <a:gd name="T40" fmla="*/ 270 w 199"/>
                  <a:gd name="T41" fmla="*/ 1333 h 208"/>
                  <a:gd name="T42" fmla="*/ 876 w 199"/>
                  <a:gd name="T43" fmla="*/ 1925 h 208"/>
                  <a:gd name="T44" fmla="*/ 971 w 199"/>
                  <a:gd name="T45" fmla="*/ 2738 h 208"/>
                  <a:gd name="T46" fmla="*/ 988 w 199"/>
                  <a:gd name="T47" fmla="*/ 2783 h 20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9" h="208">
                    <a:moveTo>
                      <a:pt x="62" y="193"/>
                    </a:moveTo>
                    <a:cubicBezTo>
                      <a:pt x="65" y="195"/>
                      <a:pt x="69" y="195"/>
                      <a:pt x="73" y="197"/>
                    </a:cubicBezTo>
                    <a:cubicBezTo>
                      <a:pt x="77" y="199"/>
                      <a:pt x="80" y="205"/>
                      <a:pt x="85" y="205"/>
                    </a:cubicBezTo>
                    <a:cubicBezTo>
                      <a:pt x="98" y="208"/>
                      <a:pt x="96" y="194"/>
                      <a:pt x="97" y="185"/>
                    </a:cubicBezTo>
                    <a:cubicBezTo>
                      <a:pt x="98" y="175"/>
                      <a:pt x="98" y="165"/>
                      <a:pt x="99" y="155"/>
                    </a:cubicBezTo>
                    <a:cubicBezTo>
                      <a:pt x="100" y="146"/>
                      <a:pt x="103" y="138"/>
                      <a:pt x="102" y="129"/>
                    </a:cubicBezTo>
                    <a:cubicBezTo>
                      <a:pt x="100" y="108"/>
                      <a:pt x="88" y="103"/>
                      <a:pt x="72" y="91"/>
                    </a:cubicBezTo>
                    <a:cubicBezTo>
                      <a:pt x="57" y="79"/>
                      <a:pt x="46" y="70"/>
                      <a:pt x="64" y="54"/>
                    </a:cubicBezTo>
                    <a:cubicBezTo>
                      <a:pt x="79" y="40"/>
                      <a:pt x="99" y="39"/>
                      <a:pt x="105" y="61"/>
                    </a:cubicBezTo>
                    <a:cubicBezTo>
                      <a:pt x="118" y="62"/>
                      <a:pt x="129" y="49"/>
                      <a:pt x="140" y="43"/>
                    </a:cubicBezTo>
                    <a:cubicBezTo>
                      <a:pt x="151" y="36"/>
                      <a:pt x="172" y="39"/>
                      <a:pt x="171" y="57"/>
                    </a:cubicBezTo>
                    <a:cubicBezTo>
                      <a:pt x="171" y="73"/>
                      <a:pt x="145" y="79"/>
                      <a:pt x="145" y="91"/>
                    </a:cubicBezTo>
                    <a:cubicBezTo>
                      <a:pt x="145" y="100"/>
                      <a:pt x="157" y="97"/>
                      <a:pt x="162" y="99"/>
                    </a:cubicBezTo>
                    <a:cubicBezTo>
                      <a:pt x="169" y="101"/>
                      <a:pt x="171" y="106"/>
                      <a:pt x="176" y="111"/>
                    </a:cubicBezTo>
                    <a:cubicBezTo>
                      <a:pt x="181" y="103"/>
                      <a:pt x="182" y="94"/>
                      <a:pt x="186" y="86"/>
                    </a:cubicBezTo>
                    <a:cubicBezTo>
                      <a:pt x="190" y="78"/>
                      <a:pt x="196" y="73"/>
                      <a:pt x="197" y="65"/>
                    </a:cubicBezTo>
                    <a:cubicBezTo>
                      <a:pt x="199" y="46"/>
                      <a:pt x="182" y="33"/>
                      <a:pt x="169" y="23"/>
                    </a:cubicBezTo>
                    <a:cubicBezTo>
                      <a:pt x="158" y="14"/>
                      <a:pt x="139" y="0"/>
                      <a:pt x="126" y="5"/>
                    </a:cubicBezTo>
                    <a:cubicBezTo>
                      <a:pt x="111" y="10"/>
                      <a:pt x="97" y="21"/>
                      <a:pt x="83" y="28"/>
                    </a:cubicBezTo>
                    <a:cubicBezTo>
                      <a:pt x="66" y="37"/>
                      <a:pt x="50" y="46"/>
                      <a:pt x="33" y="52"/>
                    </a:cubicBezTo>
                    <a:cubicBezTo>
                      <a:pt x="17" y="58"/>
                      <a:pt x="0" y="67"/>
                      <a:pt x="17" y="85"/>
                    </a:cubicBezTo>
                    <a:cubicBezTo>
                      <a:pt x="31" y="100"/>
                      <a:pt x="48" y="102"/>
                      <a:pt x="56" y="123"/>
                    </a:cubicBezTo>
                    <a:cubicBezTo>
                      <a:pt x="64" y="142"/>
                      <a:pt x="61" y="157"/>
                      <a:pt x="62" y="175"/>
                    </a:cubicBezTo>
                    <a:cubicBezTo>
                      <a:pt x="62" y="176"/>
                      <a:pt x="63" y="177"/>
                      <a:pt x="63" y="178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2" name="Freeform 150">
                <a:extLst>
                  <a:ext uri="{FF2B5EF4-FFF2-40B4-BE49-F238E27FC236}">
                    <a16:creationId xmlns:a16="http://schemas.microsoft.com/office/drawing/2014/main" id="{569BDF1D-2070-4F4E-BC05-6F52061F0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667"/>
                <a:ext cx="290" cy="538"/>
              </a:xfrm>
              <a:custGeom>
                <a:avLst/>
                <a:gdLst>
                  <a:gd name="T0" fmla="*/ 1220 w 116"/>
                  <a:gd name="T1" fmla="*/ 0 h 215"/>
                  <a:gd name="T2" fmla="*/ 813 w 116"/>
                  <a:gd name="T3" fmla="*/ 470 h 215"/>
                  <a:gd name="T4" fmla="*/ 925 w 116"/>
                  <a:gd name="T5" fmla="*/ 1189 h 215"/>
                  <a:gd name="T6" fmla="*/ 833 w 116"/>
                  <a:gd name="T7" fmla="*/ 1534 h 215"/>
                  <a:gd name="T8" fmla="*/ 925 w 116"/>
                  <a:gd name="T9" fmla="*/ 1909 h 215"/>
                  <a:gd name="T10" fmla="*/ 408 w 116"/>
                  <a:gd name="T11" fmla="*/ 2034 h 215"/>
                  <a:gd name="T12" fmla="*/ 175 w 116"/>
                  <a:gd name="T13" fmla="*/ 1817 h 215"/>
                  <a:gd name="T14" fmla="*/ 270 w 116"/>
                  <a:gd name="T15" fmla="*/ 2117 h 215"/>
                  <a:gd name="T16" fmla="*/ 550 w 116"/>
                  <a:gd name="T17" fmla="*/ 2335 h 215"/>
                  <a:gd name="T18" fmla="*/ 863 w 116"/>
                  <a:gd name="T19" fmla="*/ 2492 h 215"/>
                  <a:gd name="T20" fmla="*/ 1270 w 116"/>
                  <a:gd name="T21" fmla="*/ 3193 h 215"/>
                  <a:gd name="T22" fmla="*/ 1645 w 116"/>
                  <a:gd name="T23" fmla="*/ 3318 h 215"/>
                  <a:gd name="T24" fmla="*/ 1738 w 116"/>
                  <a:gd name="T25" fmla="*/ 2913 h 215"/>
                  <a:gd name="T26" fmla="*/ 1208 w 116"/>
                  <a:gd name="T27" fmla="*/ 2242 h 215"/>
                  <a:gd name="T28" fmla="*/ 1158 w 116"/>
                  <a:gd name="T29" fmla="*/ 1429 h 215"/>
                  <a:gd name="T30" fmla="*/ 1208 w 116"/>
                  <a:gd name="T31" fmla="*/ 1051 h 215"/>
                  <a:gd name="T32" fmla="*/ 1220 w 116"/>
                  <a:gd name="T33" fmla="*/ 801 h 215"/>
                  <a:gd name="T34" fmla="*/ 1095 w 116"/>
                  <a:gd name="T35" fmla="*/ 438 h 215"/>
                  <a:gd name="T36" fmla="*/ 1375 w 116"/>
                  <a:gd name="T37" fmla="*/ 345 h 21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6" h="215">
                    <a:moveTo>
                      <a:pt x="78" y="0"/>
                    </a:moveTo>
                    <a:cubicBezTo>
                      <a:pt x="65" y="1"/>
                      <a:pt x="50" y="18"/>
                      <a:pt x="52" y="30"/>
                    </a:cubicBezTo>
                    <a:cubicBezTo>
                      <a:pt x="54" y="47"/>
                      <a:pt x="68" y="57"/>
                      <a:pt x="59" y="76"/>
                    </a:cubicBezTo>
                    <a:cubicBezTo>
                      <a:pt x="55" y="84"/>
                      <a:pt x="52" y="88"/>
                      <a:pt x="53" y="98"/>
                    </a:cubicBezTo>
                    <a:cubicBezTo>
                      <a:pt x="55" y="106"/>
                      <a:pt x="58" y="114"/>
                      <a:pt x="59" y="122"/>
                    </a:cubicBezTo>
                    <a:cubicBezTo>
                      <a:pt x="60" y="142"/>
                      <a:pt x="38" y="138"/>
                      <a:pt x="26" y="130"/>
                    </a:cubicBezTo>
                    <a:cubicBezTo>
                      <a:pt x="20" y="127"/>
                      <a:pt x="18" y="113"/>
                      <a:pt x="11" y="116"/>
                    </a:cubicBezTo>
                    <a:cubicBezTo>
                      <a:pt x="0" y="120"/>
                      <a:pt x="13" y="132"/>
                      <a:pt x="17" y="135"/>
                    </a:cubicBezTo>
                    <a:cubicBezTo>
                      <a:pt x="23" y="140"/>
                      <a:pt x="30" y="144"/>
                      <a:pt x="35" y="149"/>
                    </a:cubicBezTo>
                    <a:cubicBezTo>
                      <a:pt x="43" y="157"/>
                      <a:pt x="45" y="156"/>
                      <a:pt x="55" y="159"/>
                    </a:cubicBezTo>
                    <a:cubicBezTo>
                      <a:pt x="82" y="165"/>
                      <a:pt x="71" y="186"/>
                      <a:pt x="81" y="204"/>
                    </a:cubicBezTo>
                    <a:cubicBezTo>
                      <a:pt x="86" y="212"/>
                      <a:pt x="96" y="215"/>
                      <a:pt x="105" y="212"/>
                    </a:cubicBezTo>
                    <a:cubicBezTo>
                      <a:pt x="116" y="208"/>
                      <a:pt x="116" y="196"/>
                      <a:pt x="111" y="186"/>
                    </a:cubicBezTo>
                    <a:cubicBezTo>
                      <a:pt x="105" y="169"/>
                      <a:pt x="84" y="161"/>
                      <a:pt x="77" y="143"/>
                    </a:cubicBezTo>
                    <a:cubicBezTo>
                      <a:pt x="72" y="126"/>
                      <a:pt x="72" y="108"/>
                      <a:pt x="74" y="91"/>
                    </a:cubicBezTo>
                    <a:cubicBezTo>
                      <a:pt x="75" y="83"/>
                      <a:pt x="74" y="73"/>
                      <a:pt x="77" y="67"/>
                    </a:cubicBezTo>
                    <a:cubicBezTo>
                      <a:pt x="80" y="57"/>
                      <a:pt x="83" y="60"/>
                      <a:pt x="78" y="51"/>
                    </a:cubicBezTo>
                    <a:cubicBezTo>
                      <a:pt x="75" y="43"/>
                      <a:pt x="67" y="37"/>
                      <a:pt x="70" y="28"/>
                    </a:cubicBezTo>
                    <a:cubicBezTo>
                      <a:pt x="73" y="18"/>
                      <a:pt x="79" y="22"/>
                      <a:pt x="88" y="22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3" name="Freeform 151">
                <a:extLst>
                  <a:ext uri="{FF2B5EF4-FFF2-40B4-BE49-F238E27FC236}">
                    <a16:creationId xmlns:a16="http://schemas.microsoft.com/office/drawing/2014/main" id="{B3CE76E5-6203-4A1B-BD9F-A87511E21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747"/>
                <a:ext cx="193" cy="368"/>
              </a:xfrm>
              <a:custGeom>
                <a:avLst/>
                <a:gdLst>
                  <a:gd name="T0" fmla="*/ 1193 w 77"/>
                  <a:gd name="T1" fmla="*/ 158 h 147"/>
                  <a:gd name="T2" fmla="*/ 439 w 77"/>
                  <a:gd name="T3" fmla="*/ 188 h 147"/>
                  <a:gd name="T4" fmla="*/ 251 w 77"/>
                  <a:gd name="T5" fmla="*/ 533 h 147"/>
                  <a:gd name="T6" fmla="*/ 83 w 77"/>
                  <a:gd name="T7" fmla="*/ 846 h 147"/>
                  <a:gd name="T8" fmla="*/ 459 w 77"/>
                  <a:gd name="T9" fmla="*/ 1459 h 147"/>
                  <a:gd name="T10" fmla="*/ 617 w 77"/>
                  <a:gd name="T11" fmla="*/ 1850 h 147"/>
                  <a:gd name="T12" fmla="*/ 709 w 77"/>
                  <a:gd name="T13" fmla="*/ 2226 h 147"/>
                  <a:gd name="T14" fmla="*/ 772 w 77"/>
                  <a:gd name="T15" fmla="*/ 2306 h 147"/>
                  <a:gd name="T16" fmla="*/ 880 w 77"/>
                  <a:gd name="T17" fmla="*/ 1963 h 147"/>
                  <a:gd name="T18" fmla="*/ 960 w 77"/>
                  <a:gd name="T19" fmla="*/ 1617 h 147"/>
                  <a:gd name="T20" fmla="*/ 566 w 77"/>
                  <a:gd name="T21" fmla="*/ 1129 h 147"/>
                  <a:gd name="T22" fmla="*/ 679 w 77"/>
                  <a:gd name="T23" fmla="*/ 834 h 147"/>
                  <a:gd name="T24" fmla="*/ 930 w 77"/>
                  <a:gd name="T25" fmla="*/ 708 h 147"/>
                  <a:gd name="T26" fmla="*/ 1193 w 77"/>
                  <a:gd name="T27" fmla="*/ 283 h 1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147">
                    <a:moveTo>
                      <a:pt x="76" y="10"/>
                    </a:moveTo>
                    <a:cubicBezTo>
                      <a:pt x="59" y="10"/>
                      <a:pt x="42" y="0"/>
                      <a:pt x="28" y="12"/>
                    </a:cubicBezTo>
                    <a:cubicBezTo>
                      <a:pt x="21" y="18"/>
                      <a:pt x="19" y="26"/>
                      <a:pt x="16" y="34"/>
                    </a:cubicBezTo>
                    <a:cubicBezTo>
                      <a:pt x="13" y="41"/>
                      <a:pt x="8" y="47"/>
                      <a:pt x="5" y="54"/>
                    </a:cubicBezTo>
                    <a:cubicBezTo>
                      <a:pt x="0" y="71"/>
                      <a:pt x="21" y="79"/>
                      <a:pt x="29" y="93"/>
                    </a:cubicBezTo>
                    <a:cubicBezTo>
                      <a:pt x="33" y="100"/>
                      <a:pt x="36" y="109"/>
                      <a:pt x="39" y="118"/>
                    </a:cubicBezTo>
                    <a:cubicBezTo>
                      <a:pt x="41" y="124"/>
                      <a:pt x="42" y="136"/>
                      <a:pt x="45" y="142"/>
                    </a:cubicBezTo>
                    <a:cubicBezTo>
                      <a:pt x="47" y="144"/>
                      <a:pt x="47" y="145"/>
                      <a:pt x="49" y="147"/>
                    </a:cubicBezTo>
                    <a:cubicBezTo>
                      <a:pt x="54" y="143"/>
                      <a:pt x="54" y="131"/>
                      <a:pt x="56" y="125"/>
                    </a:cubicBezTo>
                    <a:cubicBezTo>
                      <a:pt x="57" y="119"/>
                      <a:pt x="61" y="108"/>
                      <a:pt x="61" y="103"/>
                    </a:cubicBezTo>
                    <a:cubicBezTo>
                      <a:pt x="58" y="91"/>
                      <a:pt x="36" y="85"/>
                      <a:pt x="36" y="72"/>
                    </a:cubicBezTo>
                    <a:cubicBezTo>
                      <a:pt x="36" y="67"/>
                      <a:pt x="41" y="57"/>
                      <a:pt x="43" y="53"/>
                    </a:cubicBezTo>
                    <a:cubicBezTo>
                      <a:pt x="49" y="44"/>
                      <a:pt x="50" y="45"/>
                      <a:pt x="59" y="45"/>
                    </a:cubicBezTo>
                    <a:cubicBezTo>
                      <a:pt x="77" y="45"/>
                      <a:pt x="76" y="34"/>
                      <a:pt x="76" y="18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4" name="Freeform 152">
                <a:extLst>
                  <a:ext uri="{FF2B5EF4-FFF2-40B4-BE49-F238E27FC236}">
                    <a16:creationId xmlns:a16="http://schemas.microsoft.com/office/drawing/2014/main" id="{1540D037-24D0-40C3-B7B6-92CFA381E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607"/>
                <a:ext cx="550" cy="585"/>
              </a:xfrm>
              <a:custGeom>
                <a:avLst/>
                <a:gdLst>
                  <a:gd name="T0" fmla="*/ 1675 w 220"/>
                  <a:gd name="T1" fmla="*/ 50 h 234"/>
                  <a:gd name="T2" fmla="*/ 1500 w 220"/>
                  <a:gd name="T3" fmla="*/ 408 h 234"/>
                  <a:gd name="T4" fmla="*/ 1313 w 220"/>
                  <a:gd name="T5" fmla="*/ 720 h 234"/>
                  <a:gd name="T6" fmla="*/ 1158 w 220"/>
                  <a:gd name="T7" fmla="*/ 1458 h 234"/>
                  <a:gd name="T8" fmla="*/ 1345 w 220"/>
                  <a:gd name="T9" fmla="*/ 1800 h 234"/>
                  <a:gd name="T10" fmla="*/ 1425 w 220"/>
                  <a:gd name="T11" fmla="*/ 2158 h 234"/>
                  <a:gd name="T12" fmla="*/ 2063 w 220"/>
                  <a:gd name="T13" fmla="*/ 2425 h 234"/>
                  <a:gd name="T14" fmla="*/ 2688 w 220"/>
                  <a:gd name="T15" fmla="*/ 2770 h 234"/>
                  <a:gd name="T16" fmla="*/ 2613 w 220"/>
                  <a:gd name="T17" fmla="*/ 3095 h 234"/>
                  <a:gd name="T18" fmla="*/ 2283 w 220"/>
                  <a:gd name="T19" fmla="*/ 3113 h 234"/>
                  <a:gd name="T20" fmla="*/ 1938 w 220"/>
                  <a:gd name="T21" fmla="*/ 3083 h 234"/>
                  <a:gd name="T22" fmla="*/ 1595 w 220"/>
                  <a:gd name="T23" fmla="*/ 3000 h 234"/>
                  <a:gd name="T24" fmla="*/ 875 w 220"/>
                  <a:gd name="T25" fmla="*/ 3083 h 234"/>
                  <a:gd name="T26" fmla="*/ 658 w 220"/>
                  <a:gd name="T27" fmla="*/ 3333 h 234"/>
                  <a:gd name="T28" fmla="*/ 333 w 220"/>
                  <a:gd name="T29" fmla="*/ 3188 h 234"/>
                  <a:gd name="T30" fmla="*/ 158 w 220"/>
                  <a:gd name="T31" fmla="*/ 2925 h 234"/>
                  <a:gd name="T32" fmla="*/ 113 w 220"/>
                  <a:gd name="T33" fmla="*/ 3250 h 234"/>
                  <a:gd name="T34" fmla="*/ 208 w 220"/>
                  <a:gd name="T35" fmla="*/ 3375 h 234"/>
                  <a:gd name="T36" fmla="*/ 238 w 220"/>
                  <a:gd name="T37" fmla="*/ 3563 h 234"/>
                  <a:gd name="T38" fmla="*/ 595 w 220"/>
                  <a:gd name="T39" fmla="*/ 3533 h 234"/>
                  <a:gd name="T40" fmla="*/ 1250 w 220"/>
                  <a:gd name="T41" fmla="*/ 3220 h 234"/>
                  <a:gd name="T42" fmla="*/ 2000 w 220"/>
                  <a:gd name="T43" fmla="*/ 3270 h 234"/>
                  <a:gd name="T44" fmla="*/ 2845 w 220"/>
                  <a:gd name="T45" fmla="*/ 3313 h 234"/>
                  <a:gd name="T46" fmla="*/ 3208 w 220"/>
                  <a:gd name="T47" fmla="*/ 3063 h 234"/>
                  <a:gd name="T48" fmla="*/ 3425 w 220"/>
                  <a:gd name="T49" fmla="*/ 2595 h 234"/>
                  <a:gd name="T50" fmla="*/ 3020 w 220"/>
                  <a:gd name="T51" fmla="*/ 2470 h 234"/>
                  <a:gd name="T52" fmla="*/ 2583 w 220"/>
                  <a:gd name="T53" fmla="*/ 2345 h 234"/>
                  <a:gd name="T54" fmla="*/ 1738 w 220"/>
                  <a:gd name="T55" fmla="*/ 1958 h 234"/>
                  <a:gd name="T56" fmla="*/ 1688 w 220"/>
                  <a:gd name="T57" fmla="*/ 1583 h 234"/>
                  <a:gd name="T58" fmla="*/ 1863 w 220"/>
                  <a:gd name="T59" fmla="*/ 970 h 234"/>
                  <a:gd name="T60" fmla="*/ 2500 w 220"/>
                  <a:gd name="T61" fmla="*/ 550 h 234"/>
                  <a:gd name="T62" fmla="*/ 2470 w 220"/>
                  <a:gd name="T63" fmla="*/ 188 h 234"/>
                  <a:gd name="T64" fmla="*/ 2208 w 220"/>
                  <a:gd name="T65" fmla="*/ 63 h 234"/>
                  <a:gd name="T66" fmla="*/ 1895 w 220"/>
                  <a:gd name="T67" fmla="*/ 63 h 2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20" h="234">
                    <a:moveTo>
                      <a:pt x="107" y="3"/>
                    </a:moveTo>
                    <a:cubicBezTo>
                      <a:pt x="101" y="7"/>
                      <a:pt x="99" y="19"/>
                      <a:pt x="96" y="26"/>
                    </a:cubicBezTo>
                    <a:cubicBezTo>
                      <a:pt x="93" y="33"/>
                      <a:pt x="88" y="39"/>
                      <a:pt x="84" y="46"/>
                    </a:cubicBezTo>
                    <a:cubicBezTo>
                      <a:pt x="76" y="60"/>
                      <a:pt x="66" y="75"/>
                      <a:pt x="74" y="93"/>
                    </a:cubicBezTo>
                    <a:cubicBezTo>
                      <a:pt x="77" y="101"/>
                      <a:pt x="83" y="106"/>
                      <a:pt x="86" y="115"/>
                    </a:cubicBezTo>
                    <a:cubicBezTo>
                      <a:pt x="88" y="122"/>
                      <a:pt x="87" y="132"/>
                      <a:pt x="91" y="138"/>
                    </a:cubicBezTo>
                    <a:cubicBezTo>
                      <a:pt x="100" y="150"/>
                      <a:pt x="119" y="153"/>
                      <a:pt x="132" y="155"/>
                    </a:cubicBezTo>
                    <a:cubicBezTo>
                      <a:pt x="150" y="156"/>
                      <a:pt x="167" y="156"/>
                      <a:pt x="172" y="177"/>
                    </a:cubicBezTo>
                    <a:cubicBezTo>
                      <a:pt x="174" y="185"/>
                      <a:pt x="173" y="193"/>
                      <a:pt x="167" y="198"/>
                    </a:cubicBezTo>
                    <a:cubicBezTo>
                      <a:pt x="160" y="204"/>
                      <a:pt x="154" y="200"/>
                      <a:pt x="146" y="199"/>
                    </a:cubicBezTo>
                    <a:cubicBezTo>
                      <a:pt x="137" y="199"/>
                      <a:pt x="132" y="199"/>
                      <a:pt x="124" y="197"/>
                    </a:cubicBezTo>
                    <a:cubicBezTo>
                      <a:pt x="116" y="194"/>
                      <a:pt x="110" y="193"/>
                      <a:pt x="102" y="192"/>
                    </a:cubicBezTo>
                    <a:cubicBezTo>
                      <a:pt x="88" y="190"/>
                      <a:pt x="68" y="186"/>
                      <a:pt x="56" y="197"/>
                    </a:cubicBezTo>
                    <a:cubicBezTo>
                      <a:pt x="50" y="204"/>
                      <a:pt x="52" y="211"/>
                      <a:pt x="42" y="213"/>
                    </a:cubicBezTo>
                    <a:cubicBezTo>
                      <a:pt x="34" y="214"/>
                      <a:pt x="26" y="210"/>
                      <a:pt x="21" y="204"/>
                    </a:cubicBezTo>
                    <a:cubicBezTo>
                      <a:pt x="18" y="200"/>
                      <a:pt x="16" y="186"/>
                      <a:pt x="10" y="187"/>
                    </a:cubicBezTo>
                    <a:cubicBezTo>
                      <a:pt x="0" y="189"/>
                      <a:pt x="5" y="204"/>
                      <a:pt x="7" y="208"/>
                    </a:cubicBezTo>
                    <a:cubicBezTo>
                      <a:pt x="9" y="211"/>
                      <a:pt x="11" y="212"/>
                      <a:pt x="13" y="216"/>
                    </a:cubicBezTo>
                    <a:cubicBezTo>
                      <a:pt x="14" y="219"/>
                      <a:pt x="12" y="225"/>
                      <a:pt x="15" y="228"/>
                    </a:cubicBezTo>
                    <a:cubicBezTo>
                      <a:pt x="21" y="234"/>
                      <a:pt x="31" y="229"/>
                      <a:pt x="38" y="226"/>
                    </a:cubicBezTo>
                    <a:cubicBezTo>
                      <a:pt x="53" y="220"/>
                      <a:pt x="63" y="209"/>
                      <a:pt x="80" y="206"/>
                    </a:cubicBezTo>
                    <a:cubicBezTo>
                      <a:pt x="97" y="203"/>
                      <a:pt x="112" y="207"/>
                      <a:pt x="128" y="209"/>
                    </a:cubicBezTo>
                    <a:cubicBezTo>
                      <a:pt x="144" y="210"/>
                      <a:pt x="166" y="215"/>
                      <a:pt x="182" y="212"/>
                    </a:cubicBezTo>
                    <a:cubicBezTo>
                      <a:pt x="190" y="210"/>
                      <a:pt x="199" y="203"/>
                      <a:pt x="205" y="196"/>
                    </a:cubicBezTo>
                    <a:cubicBezTo>
                      <a:pt x="208" y="191"/>
                      <a:pt x="220" y="171"/>
                      <a:pt x="219" y="166"/>
                    </a:cubicBezTo>
                    <a:cubicBezTo>
                      <a:pt x="216" y="159"/>
                      <a:pt x="199" y="159"/>
                      <a:pt x="193" y="158"/>
                    </a:cubicBezTo>
                    <a:cubicBezTo>
                      <a:pt x="184" y="156"/>
                      <a:pt x="175" y="152"/>
                      <a:pt x="165" y="150"/>
                    </a:cubicBezTo>
                    <a:cubicBezTo>
                      <a:pt x="149" y="145"/>
                      <a:pt x="124" y="136"/>
                      <a:pt x="111" y="125"/>
                    </a:cubicBezTo>
                    <a:cubicBezTo>
                      <a:pt x="101" y="117"/>
                      <a:pt x="105" y="111"/>
                      <a:pt x="108" y="101"/>
                    </a:cubicBezTo>
                    <a:cubicBezTo>
                      <a:pt x="113" y="88"/>
                      <a:pt x="115" y="75"/>
                      <a:pt x="119" y="62"/>
                    </a:cubicBezTo>
                    <a:cubicBezTo>
                      <a:pt x="127" y="41"/>
                      <a:pt x="145" y="47"/>
                      <a:pt x="160" y="35"/>
                    </a:cubicBezTo>
                    <a:cubicBezTo>
                      <a:pt x="169" y="27"/>
                      <a:pt x="162" y="21"/>
                      <a:pt x="158" y="12"/>
                    </a:cubicBezTo>
                    <a:cubicBezTo>
                      <a:pt x="153" y="0"/>
                      <a:pt x="152" y="2"/>
                      <a:pt x="141" y="4"/>
                    </a:cubicBezTo>
                    <a:cubicBezTo>
                      <a:pt x="133" y="6"/>
                      <a:pt x="128" y="5"/>
                      <a:pt x="121" y="4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5" name="Freeform 153">
                <a:extLst>
                  <a:ext uri="{FF2B5EF4-FFF2-40B4-BE49-F238E27FC236}">
                    <a16:creationId xmlns:a16="http://schemas.microsoft.com/office/drawing/2014/main" id="{C011EF86-F1FE-40A0-9CAF-4B6988EBD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635"/>
                <a:ext cx="133" cy="77"/>
              </a:xfrm>
              <a:custGeom>
                <a:avLst/>
                <a:gdLst>
                  <a:gd name="T0" fmla="*/ 221 w 53"/>
                  <a:gd name="T1" fmla="*/ 124 h 31"/>
                  <a:gd name="T2" fmla="*/ 113 w 53"/>
                  <a:gd name="T3" fmla="*/ 258 h 31"/>
                  <a:gd name="T4" fmla="*/ 0 w 53"/>
                  <a:gd name="T5" fmla="*/ 474 h 31"/>
                  <a:gd name="T6" fmla="*/ 396 w 53"/>
                  <a:gd name="T7" fmla="*/ 104 h 31"/>
                  <a:gd name="T8" fmla="*/ 504 w 53"/>
                  <a:gd name="T9" fmla="*/ 154 h 31"/>
                  <a:gd name="T10" fmla="*/ 597 w 53"/>
                  <a:gd name="T11" fmla="*/ 196 h 31"/>
                  <a:gd name="T12" fmla="*/ 838 w 53"/>
                  <a:gd name="T13" fmla="*/ 154 h 31"/>
                  <a:gd name="T14" fmla="*/ 472 w 53"/>
                  <a:gd name="T15" fmla="*/ 42 h 31"/>
                  <a:gd name="T16" fmla="*/ 346 w 53"/>
                  <a:gd name="T17" fmla="*/ 12 h 31"/>
                  <a:gd name="T18" fmla="*/ 221 w 53"/>
                  <a:gd name="T19" fmla="*/ 104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31">
                    <a:moveTo>
                      <a:pt x="14" y="8"/>
                    </a:moveTo>
                    <a:cubicBezTo>
                      <a:pt x="11" y="10"/>
                      <a:pt x="9" y="14"/>
                      <a:pt x="7" y="17"/>
                    </a:cubicBezTo>
                    <a:cubicBezTo>
                      <a:pt x="5" y="21"/>
                      <a:pt x="0" y="26"/>
                      <a:pt x="0" y="31"/>
                    </a:cubicBezTo>
                    <a:cubicBezTo>
                      <a:pt x="11" y="26"/>
                      <a:pt x="11" y="2"/>
                      <a:pt x="25" y="7"/>
                    </a:cubicBezTo>
                    <a:cubicBezTo>
                      <a:pt x="27" y="8"/>
                      <a:pt x="30" y="9"/>
                      <a:pt x="32" y="10"/>
                    </a:cubicBezTo>
                    <a:cubicBezTo>
                      <a:pt x="34" y="10"/>
                      <a:pt x="36" y="13"/>
                      <a:pt x="38" y="13"/>
                    </a:cubicBezTo>
                    <a:cubicBezTo>
                      <a:pt x="42" y="14"/>
                      <a:pt x="47" y="7"/>
                      <a:pt x="53" y="10"/>
                    </a:cubicBezTo>
                    <a:cubicBezTo>
                      <a:pt x="45" y="7"/>
                      <a:pt x="37" y="5"/>
                      <a:pt x="30" y="3"/>
                    </a:cubicBezTo>
                    <a:cubicBezTo>
                      <a:pt x="27" y="1"/>
                      <a:pt x="25" y="0"/>
                      <a:pt x="22" y="1"/>
                    </a:cubicBezTo>
                    <a:cubicBezTo>
                      <a:pt x="19" y="2"/>
                      <a:pt x="15" y="5"/>
                      <a:pt x="14" y="7"/>
                    </a:cubicBezTo>
                  </a:path>
                </a:pathLst>
              </a:custGeom>
              <a:solidFill>
                <a:srgbClr val="B0C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6" name="Freeform 154">
                <a:extLst>
                  <a:ext uri="{FF2B5EF4-FFF2-40B4-BE49-F238E27FC236}">
                    <a16:creationId xmlns:a16="http://schemas.microsoft.com/office/drawing/2014/main" id="{423CA9CA-1D3D-4955-B368-D4852A5EC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322"/>
                <a:ext cx="117" cy="403"/>
              </a:xfrm>
              <a:custGeom>
                <a:avLst/>
                <a:gdLst>
                  <a:gd name="T0" fmla="*/ 0 w 47"/>
                  <a:gd name="T1" fmla="*/ 363 h 161"/>
                  <a:gd name="T2" fmla="*/ 229 w 47"/>
                  <a:gd name="T3" fmla="*/ 238 h 161"/>
                  <a:gd name="T4" fmla="*/ 466 w 47"/>
                  <a:gd name="T5" fmla="*/ 801 h 161"/>
                  <a:gd name="T6" fmla="*/ 105 w 47"/>
                  <a:gd name="T7" fmla="*/ 1272 h 161"/>
                  <a:gd name="T8" fmla="*/ 309 w 47"/>
                  <a:gd name="T9" fmla="*/ 2526 h 161"/>
                  <a:gd name="T10" fmla="*/ 353 w 47"/>
                  <a:gd name="T11" fmla="*/ 1692 h 161"/>
                  <a:gd name="T12" fmla="*/ 558 w 47"/>
                  <a:gd name="T13" fmla="*/ 1429 h 161"/>
                  <a:gd name="T14" fmla="*/ 587 w 47"/>
                  <a:gd name="T15" fmla="*/ 1084 h 161"/>
                  <a:gd name="T16" fmla="*/ 600 w 47"/>
                  <a:gd name="T17" fmla="*/ 426 h 161"/>
                  <a:gd name="T18" fmla="*/ 75 w 47"/>
                  <a:gd name="T19" fmla="*/ 283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161">
                    <a:moveTo>
                      <a:pt x="0" y="23"/>
                    </a:moveTo>
                    <a:cubicBezTo>
                      <a:pt x="4" y="19"/>
                      <a:pt x="9" y="17"/>
                      <a:pt x="15" y="15"/>
                    </a:cubicBezTo>
                    <a:cubicBezTo>
                      <a:pt x="21" y="24"/>
                      <a:pt x="40" y="39"/>
                      <a:pt x="30" y="51"/>
                    </a:cubicBezTo>
                    <a:cubicBezTo>
                      <a:pt x="21" y="64"/>
                      <a:pt x="5" y="61"/>
                      <a:pt x="7" y="81"/>
                    </a:cubicBezTo>
                    <a:cubicBezTo>
                      <a:pt x="9" y="107"/>
                      <a:pt x="11" y="137"/>
                      <a:pt x="20" y="161"/>
                    </a:cubicBezTo>
                    <a:cubicBezTo>
                      <a:pt x="22" y="143"/>
                      <a:pt x="18" y="125"/>
                      <a:pt x="23" y="108"/>
                    </a:cubicBezTo>
                    <a:cubicBezTo>
                      <a:pt x="25" y="99"/>
                      <a:pt x="31" y="98"/>
                      <a:pt x="36" y="91"/>
                    </a:cubicBezTo>
                    <a:cubicBezTo>
                      <a:pt x="40" y="84"/>
                      <a:pt x="38" y="76"/>
                      <a:pt x="38" y="69"/>
                    </a:cubicBezTo>
                    <a:cubicBezTo>
                      <a:pt x="37" y="55"/>
                      <a:pt x="47" y="39"/>
                      <a:pt x="39" y="27"/>
                    </a:cubicBezTo>
                    <a:cubicBezTo>
                      <a:pt x="33" y="16"/>
                      <a:pt x="12" y="0"/>
                      <a:pt x="5" y="18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7" name="Freeform 155">
                <a:extLst>
                  <a:ext uri="{FF2B5EF4-FFF2-40B4-BE49-F238E27FC236}">
                    <a16:creationId xmlns:a16="http://schemas.microsoft.com/office/drawing/2014/main" id="{91CA46BC-FF48-4B7E-9BC0-1A9F2C6DA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465"/>
                <a:ext cx="282" cy="272"/>
              </a:xfrm>
              <a:custGeom>
                <a:avLst/>
                <a:gdLst>
                  <a:gd name="T0" fmla="*/ 1320 w 113"/>
                  <a:gd name="T1" fmla="*/ 0 h 109"/>
                  <a:gd name="T2" fmla="*/ 1041 w 113"/>
                  <a:gd name="T3" fmla="*/ 696 h 109"/>
                  <a:gd name="T4" fmla="*/ 779 w 113"/>
                  <a:gd name="T5" fmla="*/ 1370 h 109"/>
                  <a:gd name="T6" fmla="*/ 387 w 113"/>
                  <a:gd name="T7" fmla="*/ 1475 h 109"/>
                  <a:gd name="T8" fmla="*/ 125 w 113"/>
                  <a:gd name="T9" fmla="*/ 1600 h 109"/>
                  <a:gd name="T10" fmla="*/ 916 w 113"/>
                  <a:gd name="T11" fmla="*/ 1495 h 109"/>
                  <a:gd name="T12" fmla="*/ 1228 w 113"/>
                  <a:gd name="T13" fmla="*/ 1495 h 109"/>
                  <a:gd name="T14" fmla="*/ 1445 w 113"/>
                  <a:gd name="T15" fmla="*/ 1600 h 109"/>
                  <a:gd name="T16" fmla="*/ 1475 w 113"/>
                  <a:gd name="T17" fmla="*/ 1153 h 109"/>
                  <a:gd name="T18" fmla="*/ 1403 w 113"/>
                  <a:gd name="T19" fmla="*/ 821 h 109"/>
                  <a:gd name="T20" fmla="*/ 1475 w 113"/>
                  <a:gd name="T21" fmla="*/ 591 h 109"/>
                  <a:gd name="T22" fmla="*/ 1370 w 113"/>
                  <a:gd name="T23" fmla="*/ 387 h 109"/>
                  <a:gd name="T24" fmla="*/ 1320 w 113"/>
                  <a:gd name="T25" fmla="*/ 75 h 10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3" h="109">
                    <a:moveTo>
                      <a:pt x="85" y="0"/>
                    </a:moveTo>
                    <a:cubicBezTo>
                      <a:pt x="66" y="13"/>
                      <a:pt x="67" y="24"/>
                      <a:pt x="67" y="45"/>
                    </a:cubicBezTo>
                    <a:cubicBezTo>
                      <a:pt x="67" y="64"/>
                      <a:pt x="68" y="79"/>
                      <a:pt x="50" y="88"/>
                    </a:cubicBezTo>
                    <a:cubicBezTo>
                      <a:pt x="42" y="93"/>
                      <a:pt x="34" y="95"/>
                      <a:pt x="25" y="95"/>
                    </a:cubicBezTo>
                    <a:cubicBezTo>
                      <a:pt x="21" y="95"/>
                      <a:pt x="0" y="91"/>
                      <a:pt x="8" y="103"/>
                    </a:cubicBezTo>
                    <a:cubicBezTo>
                      <a:pt x="12" y="109"/>
                      <a:pt x="52" y="99"/>
                      <a:pt x="59" y="96"/>
                    </a:cubicBezTo>
                    <a:cubicBezTo>
                      <a:pt x="67" y="94"/>
                      <a:pt x="72" y="93"/>
                      <a:pt x="79" y="96"/>
                    </a:cubicBezTo>
                    <a:cubicBezTo>
                      <a:pt x="84" y="98"/>
                      <a:pt x="87" y="104"/>
                      <a:pt x="93" y="103"/>
                    </a:cubicBezTo>
                    <a:cubicBezTo>
                      <a:pt x="113" y="100"/>
                      <a:pt x="100" y="83"/>
                      <a:pt x="95" y="74"/>
                    </a:cubicBezTo>
                    <a:cubicBezTo>
                      <a:pt x="93" y="68"/>
                      <a:pt x="90" y="60"/>
                      <a:pt x="90" y="53"/>
                    </a:cubicBezTo>
                    <a:cubicBezTo>
                      <a:pt x="90" y="47"/>
                      <a:pt x="95" y="43"/>
                      <a:pt x="95" y="38"/>
                    </a:cubicBezTo>
                    <a:cubicBezTo>
                      <a:pt x="96" y="32"/>
                      <a:pt x="91" y="31"/>
                      <a:pt x="88" y="25"/>
                    </a:cubicBezTo>
                    <a:cubicBezTo>
                      <a:pt x="84" y="18"/>
                      <a:pt x="85" y="12"/>
                      <a:pt x="85" y="5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8" name="Freeform 156">
                <a:extLst>
                  <a:ext uri="{FF2B5EF4-FFF2-40B4-BE49-F238E27FC236}">
                    <a16:creationId xmlns:a16="http://schemas.microsoft.com/office/drawing/2014/main" id="{041D9797-3FE1-415E-A678-E26DA034A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692"/>
                <a:ext cx="558" cy="473"/>
              </a:xfrm>
              <a:custGeom>
                <a:avLst/>
                <a:gdLst>
                  <a:gd name="T0" fmla="*/ 238 w 223"/>
                  <a:gd name="T1" fmla="*/ 145 h 189"/>
                  <a:gd name="T2" fmla="*/ 95 w 223"/>
                  <a:gd name="T3" fmla="*/ 863 h 189"/>
                  <a:gd name="T4" fmla="*/ 345 w 223"/>
                  <a:gd name="T5" fmla="*/ 1567 h 189"/>
                  <a:gd name="T6" fmla="*/ 771 w 223"/>
                  <a:gd name="T7" fmla="*/ 2130 h 189"/>
                  <a:gd name="T8" fmla="*/ 1126 w 223"/>
                  <a:gd name="T9" fmla="*/ 2368 h 189"/>
                  <a:gd name="T10" fmla="*/ 1429 w 223"/>
                  <a:gd name="T11" fmla="*/ 2650 h 189"/>
                  <a:gd name="T12" fmla="*/ 2067 w 223"/>
                  <a:gd name="T13" fmla="*/ 2430 h 189"/>
                  <a:gd name="T14" fmla="*/ 2410 w 223"/>
                  <a:gd name="T15" fmla="*/ 2463 h 189"/>
                  <a:gd name="T16" fmla="*/ 2900 w 223"/>
                  <a:gd name="T17" fmla="*/ 2413 h 189"/>
                  <a:gd name="T18" fmla="*/ 3150 w 223"/>
                  <a:gd name="T19" fmla="*/ 2775 h 189"/>
                  <a:gd name="T20" fmla="*/ 3431 w 223"/>
                  <a:gd name="T21" fmla="*/ 2775 h 189"/>
                  <a:gd name="T22" fmla="*/ 2930 w 223"/>
                  <a:gd name="T23" fmla="*/ 2097 h 189"/>
                  <a:gd name="T24" fmla="*/ 2660 w 223"/>
                  <a:gd name="T25" fmla="*/ 1754 h 189"/>
                  <a:gd name="T26" fmla="*/ 2380 w 223"/>
                  <a:gd name="T27" fmla="*/ 1897 h 189"/>
                  <a:gd name="T28" fmla="*/ 1596 w 223"/>
                  <a:gd name="T29" fmla="*/ 1897 h 189"/>
                  <a:gd name="T30" fmla="*/ 1504 w 223"/>
                  <a:gd name="T31" fmla="*/ 1472 h 189"/>
                  <a:gd name="T32" fmla="*/ 1772 w 223"/>
                  <a:gd name="T33" fmla="*/ 1271 h 189"/>
                  <a:gd name="T34" fmla="*/ 1616 w 223"/>
                  <a:gd name="T35" fmla="*/ 959 h 189"/>
                  <a:gd name="T36" fmla="*/ 1346 w 223"/>
                  <a:gd name="T37" fmla="*/ 801 h 189"/>
                  <a:gd name="T38" fmla="*/ 550 w 223"/>
                  <a:gd name="T39" fmla="*/ 896 h 189"/>
                  <a:gd name="T40" fmla="*/ 395 w 223"/>
                  <a:gd name="T41" fmla="*/ 175 h 18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23" h="189">
                    <a:moveTo>
                      <a:pt x="15" y="9"/>
                    </a:moveTo>
                    <a:cubicBezTo>
                      <a:pt x="0" y="0"/>
                      <a:pt x="4" y="48"/>
                      <a:pt x="6" y="55"/>
                    </a:cubicBezTo>
                    <a:cubicBezTo>
                      <a:pt x="9" y="71"/>
                      <a:pt x="22" y="82"/>
                      <a:pt x="22" y="100"/>
                    </a:cubicBezTo>
                    <a:cubicBezTo>
                      <a:pt x="22" y="120"/>
                      <a:pt x="31" y="129"/>
                      <a:pt x="49" y="136"/>
                    </a:cubicBezTo>
                    <a:cubicBezTo>
                      <a:pt x="58" y="139"/>
                      <a:pt x="66" y="142"/>
                      <a:pt x="72" y="151"/>
                    </a:cubicBezTo>
                    <a:cubicBezTo>
                      <a:pt x="78" y="159"/>
                      <a:pt x="80" y="166"/>
                      <a:pt x="91" y="169"/>
                    </a:cubicBezTo>
                    <a:cubicBezTo>
                      <a:pt x="111" y="174"/>
                      <a:pt x="115" y="148"/>
                      <a:pt x="132" y="155"/>
                    </a:cubicBezTo>
                    <a:cubicBezTo>
                      <a:pt x="141" y="158"/>
                      <a:pt x="143" y="160"/>
                      <a:pt x="154" y="157"/>
                    </a:cubicBezTo>
                    <a:cubicBezTo>
                      <a:pt x="163" y="156"/>
                      <a:pt x="176" y="151"/>
                      <a:pt x="185" y="154"/>
                    </a:cubicBezTo>
                    <a:cubicBezTo>
                      <a:pt x="196" y="158"/>
                      <a:pt x="196" y="168"/>
                      <a:pt x="201" y="177"/>
                    </a:cubicBezTo>
                    <a:cubicBezTo>
                      <a:pt x="206" y="185"/>
                      <a:pt x="216" y="189"/>
                      <a:pt x="219" y="177"/>
                    </a:cubicBezTo>
                    <a:cubicBezTo>
                      <a:pt x="223" y="162"/>
                      <a:pt x="195" y="143"/>
                      <a:pt x="187" y="134"/>
                    </a:cubicBezTo>
                    <a:cubicBezTo>
                      <a:pt x="182" y="128"/>
                      <a:pt x="177" y="115"/>
                      <a:pt x="170" y="112"/>
                    </a:cubicBezTo>
                    <a:cubicBezTo>
                      <a:pt x="163" y="109"/>
                      <a:pt x="158" y="117"/>
                      <a:pt x="152" y="121"/>
                    </a:cubicBezTo>
                    <a:cubicBezTo>
                      <a:pt x="134" y="133"/>
                      <a:pt x="117" y="138"/>
                      <a:pt x="102" y="121"/>
                    </a:cubicBezTo>
                    <a:cubicBezTo>
                      <a:pt x="95" y="113"/>
                      <a:pt x="92" y="104"/>
                      <a:pt x="96" y="94"/>
                    </a:cubicBezTo>
                    <a:cubicBezTo>
                      <a:pt x="99" y="83"/>
                      <a:pt x="108" y="89"/>
                      <a:pt x="113" y="81"/>
                    </a:cubicBezTo>
                    <a:cubicBezTo>
                      <a:pt x="119" y="74"/>
                      <a:pt x="107" y="67"/>
                      <a:pt x="103" y="61"/>
                    </a:cubicBezTo>
                    <a:cubicBezTo>
                      <a:pt x="97" y="52"/>
                      <a:pt x="97" y="48"/>
                      <a:pt x="86" y="51"/>
                    </a:cubicBezTo>
                    <a:cubicBezTo>
                      <a:pt x="67" y="57"/>
                      <a:pt x="54" y="67"/>
                      <a:pt x="35" y="57"/>
                    </a:cubicBezTo>
                    <a:cubicBezTo>
                      <a:pt x="19" y="49"/>
                      <a:pt x="21" y="26"/>
                      <a:pt x="25" y="11"/>
                    </a:cubicBezTo>
                  </a:path>
                </a:pathLst>
              </a:custGeom>
              <a:solidFill>
                <a:srgbClr val="EFD7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9" name="Freeform 157">
                <a:extLst>
                  <a:ext uri="{FF2B5EF4-FFF2-40B4-BE49-F238E27FC236}">
                    <a16:creationId xmlns:a16="http://schemas.microsoft.com/office/drawing/2014/main" id="{311EB05D-8303-402D-A04C-433EB7D50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027"/>
                <a:ext cx="993" cy="343"/>
              </a:xfrm>
              <a:custGeom>
                <a:avLst/>
                <a:gdLst>
                  <a:gd name="T0" fmla="*/ 0 w 397"/>
                  <a:gd name="T1" fmla="*/ 95 h 137"/>
                  <a:gd name="T2" fmla="*/ 395 w 397"/>
                  <a:gd name="T3" fmla="*/ 158 h 137"/>
                  <a:gd name="T4" fmla="*/ 783 w 397"/>
                  <a:gd name="T5" fmla="*/ 270 h 137"/>
                  <a:gd name="T6" fmla="*/ 1096 w 397"/>
                  <a:gd name="T7" fmla="*/ 63 h 137"/>
                  <a:gd name="T8" fmla="*/ 1563 w 397"/>
                  <a:gd name="T9" fmla="*/ 33 h 137"/>
                  <a:gd name="T10" fmla="*/ 2584 w 397"/>
                  <a:gd name="T11" fmla="*/ 33 h 137"/>
                  <a:gd name="T12" fmla="*/ 3067 w 397"/>
                  <a:gd name="T13" fmla="*/ 145 h 137"/>
                  <a:gd name="T14" fmla="*/ 3742 w 397"/>
                  <a:gd name="T15" fmla="*/ 220 h 137"/>
                  <a:gd name="T16" fmla="*/ 4317 w 397"/>
                  <a:gd name="T17" fmla="*/ 270 h 137"/>
                  <a:gd name="T18" fmla="*/ 4692 w 397"/>
                  <a:gd name="T19" fmla="*/ 95 h 137"/>
                  <a:gd name="T20" fmla="*/ 5380 w 397"/>
                  <a:gd name="T21" fmla="*/ 438 h 137"/>
                  <a:gd name="T22" fmla="*/ 5755 w 397"/>
                  <a:gd name="T23" fmla="*/ 709 h 137"/>
                  <a:gd name="T24" fmla="*/ 6118 w 397"/>
                  <a:gd name="T25" fmla="*/ 991 h 137"/>
                  <a:gd name="T26" fmla="*/ 5963 w 397"/>
                  <a:gd name="T27" fmla="*/ 1850 h 137"/>
                  <a:gd name="T28" fmla="*/ 5725 w 397"/>
                  <a:gd name="T29" fmla="*/ 2025 h 137"/>
                  <a:gd name="T30" fmla="*/ 5663 w 397"/>
                  <a:gd name="T31" fmla="*/ 1505 h 137"/>
                  <a:gd name="T32" fmla="*/ 5130 w 397"/>
                  <a:gd name="T33" fmla="*/ 814 h 137"/>
                  <a:gd name="T34" fmla="*/ 4347 w 397"/>
                  <a:gd name="T35" fmla="*/ 613 h 137"/>
                  <a:gd name="T36" fmla="*/ 4005 w 397"/>
                  <a:gd name="T37" fmla="*/ 846 h 137"/>
                  <a:gd name="T38" fmla="*/ 3784 w 397"/>
                  <a:gd name="T39" fmla="*/ 596 h 137"/>
                  <a:gd name="T40" fmla="*/ 3347 w 397"/>
                  <a:gd name="T41" fmla="*/ 533 h 137"/>
                  <a:gd name="T42" fmla="*/ 2816 w 397"/>
                  <a:gd name="T43" fmla="*/ 438 h 137"/>
                  <a:gd name="T44" fmla="*/ 2364 w 397"/>
                  <a:gd name="T45" fmla="*/ 376 h 137"/>
                  <a:gd name="T46" fmla="*/ 2084 w 397"/>
                  <a:gd name="T47" fmla="*/ 220 h 137"/>
                  <a:gd name="T48" fmla="*/ 1676 w 397"/>
                  <a:gd name="T49" fmla="*/ 346 h 137"/>
                  <a:gd name="T50" fmla="*/ 1426 w 397"/>
                  <a:gd name="T51" fmla="*/ 676 h 137"/>
                  <a:gd name="T52" fmla="*/ 1021 w 397"/>
                  <a:gd name="T53" fmla="*/ 846 h 137"/>
                  <a:gd name="T54" fmla="*/ 563 w 397"/>
                  <a:gd name="T55" fmla="*/ 941 h 137"/>
                  <a:gd name="T56" fmla="*/ 250 w 397"/>
                  <a:gd name="T57" fmla="*/ 583 h 137"/>
                  <a:gd name="T58" fmla="*/ 238 w 397"/>
                  <a:gd name="T59" fmla="*/ 376 h 137"/>
                  <a:gd name="T60" fmla="*/ 63 w 397"/>
                  <a:gd name="T61" fmla="*/ 188 h 137"/>
                  <a:gd name="T62" fmla="*/ 83 w 397"/>
                  <a:gd name="T63" fmla="*/ 158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97" h="137">
                    <a:moveTo>
                      <a:pt x="0" y="6"/>
                    </a:moveTo>
                    <a:cubicBezTo>
                      <a:pt x="9" y="2"/>
                      <a:pt x="16" y="4"/>
                      <a:pt x="25" y="10"/>
                    </a:cubicBezTo>
                    <a:cubicBezTo>
                      <a:pt x="33" y="15"/>
                      <a:pt x="39" y="22"/>
                      <a:pt x="50" y="17"/>
                    </a:cubicBezTo>
                    <a:cubicBezTo>
                      <a:pt x="57" y="14"/>
                      <a:pt x="61" y="6"/>
                      <a:pt x="70" y="4"/>
                    </a:cubicBezTo>
                    <a:cubicBezTo>
                      <a:pt x="79" y="1"/>
                      <a:pt x="90" y="2"/>
                      <a:pt x="100" y="2"/>
                    </a:cubicBezTo>
                    <a:cubicBezTo>
                      <a:pt x="120" y="2"/>
                      <a:pt x="144" y="0"/>
                      <a:pt x="165" y="2"/>
                    </a:cubicBezTo>
                    <a:cubicBezTo>
                      <a:pt x="175" y="3"/>
                      <a:pt x="186" y="7"/>
                      <a:pt x="196" y="9"/>
                    </a:cubicBezTo>
                    <a:cubicBezTo>
                      <a:pt x="211" y="11"/>
                      <a:pt x="225" y="12"/>
                      <a:pt x="239" y="14"/>
                    </a:cubicBezTo>
                    <a:cubicBezTo>
                      <a:pt x="251" y="15"/>
                      <a:pt x="264" y="18"/>
                      <a:pt x="276" y="17"/>
                    </a:cubicBezTo>
                    <a:cubicBezTo>
                      <a:pt x="286" y="16"/>
                      <a:pt x="291" y="9"/>
                      <a:pt x="300" y="6"/>
                    </a:cubicBezTo>
                    <a:cubicBezTo>
                      <a:pt x="317" y="2"/>
                      <a:pt x="332" y="18"/>
                      <a:pt x="344" y="28"/>
                    </a:cubicBezTo>
                    <a:cubicBezTo>
                      <a:pt x="352" y="35"/>
                      <a:pt x="358" y="40"/>
                      <a:pt x="368" y="45"/>
                    </a:cubicBezTo>
                    <a:cubicBezTo>
                      <a:pt x="375" y="49"/>
                      <a:pt x="387" y="54"/>
                      <a:pt x="391" y="63"/>
                    </a:cubicBezTo>
                    <a:cubicBezTo>
                      <a:pt x="397" y="78"/>
                      <a:pt x="384" y="103"/>
                      <a:pt x="381" y="118"/>
                    </a:cubicBezTo>
                    <a:cubicBezTo>
                      <a:pt x="379" y="126"/>
                      <a:pt x="376" y="137"/>
                      <a:pt x="366" y="129"/>
                    </a:cubicBezTo>
                    <a:cubicBezTo>
                      <a:pt x="356" y="121"/>
                      <a:pt x="362" y="106"/>
                      <a:pt x="362" y="96"/>
                    </a:cubicBezTo>
                    <a:cubicBezTo>
                      <a:pt x="361" y="79"/>
                      <a:pt x="340" y="63"/>
                      <a:pt x="328" y="52"/>
                    </a:cubicBezTo>
                    <a:cubicBezTo>
                      <a:pt x="317" y="40"/>
                      <a:pt x="294" y="33"/>
                      <a:pt x="278" y="39"/>
                    </a:cubicBezTo>
                    <a:cubicBezTo>
                      <a:pt x="270" y="43"/>
                      <a:pt x="265" y="53"/>
                      <a:pt x="256" y="54"/>
                    </a:cubicBezTo>
                    <a:cubicBezTo>
                      <a:pt x="241" y="56"/>
                      <a:pt x="247" y="44"/>
                      <a:pt x="242" y="38"/>
                    </a:cubicBezTo>
                    <a:cubicBezTo>
                      <a:pt x="237" y="32"/>
                      <a:pt x="221" y="35"/>
                      <a:pt x="214" y="34"/>
                    </a:cubicBezTo>
                    <a:cubicBezTo>
                      <a:pt x="202" y="33"/>
                      <a:pt x="191" y="31"/>
                      <a:pt x="180" y="28"/>
                    </a:cubicBezTo>
                    <a:cubicBezTo>
                      <a:pt x="172" y="27"/>
                      <a:pt x="158" y="28"/>
                      <a:pt x="151" y="24"/>
                    </a:cubicBezTo>
                    <a:cubicBezTo>
                      <a:pt x="142" y="17"/>
                      <a:pt x="146" y="13"/>
                      <a:pt x="133" y="14"/>
                    </a:cubicBezTo>
                    <a:cubicBezTo>
                      <a:pt x="124" y="15"/>
                      <a:pt x="115" y="17"/>
                      <a:pt x="107" y="22"/>
                    </a:cubicBezTo>
                    <a:cubicBezTo>
                      <a:pt x="101" y="28"/>
                      <a:pt x="97" y="38"/>
                      <a:pt x="91" y="43"/>
                    </a:cubicBezTo>
                    <a:cubicBezTo>
                      <a:pt x="83" y="50"/>
                      <a:pt x="74" y="52"/>
                      <a:pt x="65" y="54"/>
                    </a:cubicBezTo>
                    <a:cubicBezTo>
                      <a:pt x="57" y="55"/>
                      <a:pt x="43" y="62"/>
                      <a:pt x="36" y="60"/>
                    </a:cubicBezTo>
                    <a:cubicBezTo>
                      <a:pt x="32" y="59"/>
                      <a:pt x="17" y="43"/>
                      <a:pt x="16" y="37"/>
                    </a:cubicBezTo>
                    <a:cubicBezTo>
                      <a:pt x="15" y="33"/>
                      <a:pt x="18" y="29"/>
                      <a:pt x="15" y="24"/>
                    </a:cubicBezTo>
                    <a:cubicBezTo>
                      <a:pt x="14" y="21"/>
                      <a:pt x="6" y="14"/>
                      <a:pt x="4" y="12"/>
                    </a:cubicBezTo>
                    <a:cubicBezTo>
                      <a:pt x="4" y="11"/>
                      <a:pt x="4" y="11"/>
                      <a:pt x="5" y="10"/>
                    </a:cubicBezTo>
                  </a:path>
                </a:pathLst>
              </a:custGeom>
              <a:solidFill>
                <a:srgbClr val="EFD7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0" name="Freeform 158">
                <a:extLst>
                  <a:ext uri="{FF2B5EF4-FFF2-40B4-BE49-F238E27FC236}">
                    <a16:creationId xmlns:a16="http://schemas.microsoft.com/office/drawing/2014/main" id="{6F4FC551-5855-4328-92E2-311F4D22E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220"/>
                <a:ext cx="1015" cy="367"/>
              </a:xfrm>
              <a:custGeom>
                <a:avLst/>
                <a:gdLst>
                  <a:gd name="T0" fmla="*/ 958 w 406"/>
                  <a:gd name="T1" fmla="*/ 654 h 147"/>
                  <a:gd name="T2" fmla="*/ 550 w 406"/>
                  <a:gd name="T3" fmla="*/ 1029 h 147"/>
                  <a:gd name="T4" fmla="*/ 563 w 406"/>
                  <a:gd name="T5" fmla="*/ 1528 h 147"/>
                  <a:gd name="T6" fmla="*/ 470 w 406"/>
                  <a:gd name="T7" fmla="*/ 1975 h 147"/>
                  <a:gd name="T8" fmla="*/ 0 w 406"/>
                  <a:gd name="T9" fmla="*/ 1912 h 147"/>
                  <a:gd name="T10" fmla="*/ 750 w 406"/>
                  <a:gd name="T11" fmla="*/ 2087 h 147"/>
                  <a:gd name="T12" fmla="*/ 1145 w 406"/>
                  <a:gd name="T13" fmla="*/ 1196 h 147"/>
                  <a:gd name="T14" fmla="*/ 1908 w 406"/>
                  <a:gd name="T15" fmla="*/ 761 h 147"/>
                  <a:gd name="T16" fmla="*/ 2250 w 406"/>
                  <a:gd name="T17" fmla="*/ 1620 h 147"/>
                  <a:gd name="T18" fmla="*/ 1675 w 406"/>
                  <a:gd name="T19" fmla="*/ 1870 h 147"/>
                  <a:gd name="T20" fmla="*/ 2625 w 406"/>
                  <a:gd name="T21" fmla="*/ 1778 h 147"/>
                  <a:gd name="T22" fmla="*/ 2563 w 406"/>
                  <a:gd name="T23" fmla="*/ 1246 h 147"/>
                  <a:gd name="T24" fmla="*/ 2470 w 406"/>
                  <a:gd name="T25" fmla="*/ 592 h 147"/>
                  <a:gd name="T26" fmla="*/ 3250 w 406"/>
                  <a:gd name="T27" fmla="*/ 761 h 147"/>
                  <a:gd name="T28" fmla="*/ 3488 w 406"/>
                  <a:gd name="T29" fmla="*/ 1059 h 147"/>
                  <a:gd name="T30" fmla="*/ 4033 w 406"/>
                  <a:gd name="T31" fmla="*/ 1121 h 147"/>
                  <a:gd name="T32" fmla="*/ 4470 w 406"/>
                  <a:gd name="T33" fmla="*/ 1291 h 147"/>
                  <a:gd name="T34" fmla="*/ 4500 w 406"/>
                  <a:gd name="T35" fmla="*/ 1665 h 147"/>
                  <a:gd name="T36" fmla="*/ 4833 w 406"/>
                  <a:gd name="T37" fmla="*/ 1850 h 147"/>
                  <a:gd name="T38" fmla="*/ 5238 w 406"/>
                  <a:gd name="T39" fmla="*/ 2150 h 147"/>
                  <a:gd name="T40" fmla="*/ 5845 w 406"/>
                  <a:gd name="T41" fmla="*/ 2120 h 147"/>
                  <a:gd name="T42" fmla="*/ 6095 w 406"/>
                  <a:gd name="T43" fmla="*/ 1900 h 147"/>
                  <a:gd name="T44" fmla="*/ 6345 w 406"/>
                  <a:gd name="T45" fmla="*/ 1758 h 147"/>
                  <a:gd name="T46" fmla="*/ 5875 w 406"/>
                  <a:gd name="T47" fmla="*/ 1695 h 147"/>
                  <a:gd name="T48" fmla="*/ 5520 w 406"/>
                  <a:gd name="T49" fmla="*/ 1508 h 147"/>
                  <a:gd name="T50" fmla="*/ 5345 w 406"/>
                  <a:gd name="T51" fmla="*/ 1166 h 147"/>
                  <a:gd name="T52" fmla="*/ 4970 w 406"/>
                  <a:gd name="T53" fmla="*/ 916 h 147"/>
                  <a:gd name="T54" fmla="*/ 4125 w 406"/>
                  <a:gd name="T55" fmla="*/ 342 h 147"/>
                  <a:gd name="T56" fmla="*/ 3113 w 406"/>
                  <a:gd name="T57" fmla="*/ 280 h 147"/>
                  <a:gd name="T58" fmla="*/ 1970 w 406"/>
                  <a:gd name="T59" fmla="*/ 62 h 147"/>
                  <a:gd name="T60" fmla="*/ 1658 w 406"/>
                  <a:gd name="T61" fmla="*/ 312 h 147"/>
                  <a:gd name="T62" fmla="*/ 1145 w 406"/>
                  <a:gd name="T63" fmla="*/ 512 h 14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06" h="147">
                    <a:moveTo>
                      <a:pt x="61" y="42"/>
                    </a:moveTo>
                    <a:cubicBezTo>
                      <a:pt x="54" y="49"/>
                      <a:pt x="41" y="57"/>
                      <a:pt x="35" y="66"/>
                    </a:cubicBezTo>
                    <a:cubicBezTo>
                      <a:pt x="28" y="76"/>
                      <a:pt x="32" y="86"/>
                      <a:pt x="36" y="98"/>
                    </a:cubicBezTo>
                    <a:cubicBezTo>
                      <a:pt x="39" y="109"/>
                      <a:pt x="44" y="121"/>
                      <a:pt x="30" y="127"/>
                    </a:cubicBezTo>
                    <a:cubicBezTo>
                      <a:pt x="18" y="132"/>
                      <a:pt x="11" y="126"/>
                      <a:pt x="0" y="123"/>
                    </a:cubicBezTo>
                    <a:cubicBezTo>
                      <a:pt x="5" y="141"/>
                      <a:pt x="35" y="142"/>
                      <a:pt x="48" y="134"/>
                    </a:cubicBezTo>
                    <a:cubicBezTo>
                      <a:pt x="68" y="121"/>
                      <a:pt x="68" y="97"/>
                      <a:pt x="73" y="77"/>
                    </a:cubicBezTo>
                    <a:cubicBezTo>
                      <a:pt x="79" y="51"/>
                      <a:pt x="97" y="46"/>
                      <a:pt x="122" y="49"/>
                    </a:cubicBezTo>
                    <a:cubicBezTo>
                      <a:pt x="143" y="51"/>
                      <a:pt x="152" y="86"/>
                      <a:pt x="144" y="104"/>
                    </a:cubicBezTo>
                    <a:cubicBezTo>
                      <a:pt x="135" y="124"/>
                      <a:pt x="115" y="95"/>
                      <a:pt x="107" y="120"/>
                    </a:cubicBezTo>
                    <a:cubicBezTo>
                      <a:pt x="117" y="133"/>
                      <a:pt x="161" y="129"/>
                      <a:pt x="168" y="114"/>
                    </a:cubicBezTo>
                    <a:cubicBezTo>
                      <a:pt x="171" y="106"/>
                      <a:pt x="163" y="90"/>
                      <a:pt x="164" y="80"/>
                    </a:cubicBezTo>
                    <a:cubicBezTo>
                      <a:pt x="164" y="66"/>
                      <a:pt x="166" y="50"/>
                      <a:pt x="158" y="38"/>
                    </a:cubicBezTo>
                    <a:cubicBezTo>
                      <a:pt x="173" y="29"/>
                      <a:pt x="201" y="33"/>
                      <a:pt x="208" y="49"/>
                    </a:cubicBezTo>
                    <a:cubicBezTo>
                      <a:pt x="212" y="59"/>
                      <a:pt x="211" y="65"/>
                      <a:pt x="223" y="68"/>
                    </a:cubicBezTo>
                    <a:cubicBezTo>
                      <a:pt x="234" y="70"/>
                      <a:pt x="246" y="69"/>
                      <a:pt x="258" y="72"/>
                    </a:cubicBezTo>
                    <a:cubicBezTo>
                      <a:pt x="265" y="74"/>
                      <a:pt x="281" y="77"/>
                      <a:pt x="286" y="83"/>
                    </a:cubicBezTo>
                    <a:cubicBezTo>
                      <a:pt x="293" y="90"/>
                      <a:pt x="286" y="99"/>
                      <a:pt x="288" y="107"/>
                    </a:cubicBezTo>
                    <a:cubicBezTo>
                      <a:pt x="289" y="116"/>
                      <a:pt x="300" y="116"/>
                      <a:pt x="309" y="119"/>
                    </a:cubicBezTo>
                    <a:cubicBezTo>
                      <a:pt x="320" y="123"/>
                      <a:pt x="326" y="130"/>
                      <a:pt x="335" y="138"/>
                    </a:cubicBezTo>
                    <a:cubicBezTo>
                      <a:pt x="346" y="147"/>
                      <a:pt x="362" y="145"/>
                      <a:pt x="374" y="136"/>
                    </a:cubicBezTo>
                    <a:cubicBezTo>
                      <a:pt x="380" y="132"/>
                      <a:pt x="384" y="126"/>
                      <a:pt x="390" y="122"/>
                    </a:cubicBezTo>
                    <a:cubicBezTo>
                      <a:pt x="396" y="119"/>
                      <a:pt x="403" y="118"/>
                      <a:pt x="406" y="113"/>
                    </a:cubicBezTo>
                    <a:cubicBezTo>
                      <a:pt x="398" y="109"/>
                      <a:pt x="386" y="111"/>
                      <a:pt x="376" y="109"/>
                    </a:cubicBezTo>
                    <a:cubicBezTo>
                      <a:pt x="367" y="106"/>
                      <a:pt x="359" y="104"/>
                      <a:pt x="353" y="97"/>
                    </a:cubicBezTo>
                    <a:cubicBezTo>
                      <a:pt x="347" y="90"/>
                      <a:pt x="347" y="82"/>
                      <a:pt x="342" y="75"/>
                    </a:cubicBezTo>
                    <a:cubicBezTo>
                      <a:pt x="336" y="68"/>
                      <a:pt x="326" y="63"/>
                      <a:pt x="318" y="59"/>
                    </a:cubicBezTo>
                    <a:cubicBezTo>
                      <a:pt x="298" y="48"/>
                      <a:pt x="284" y="30"/>
                      <a:pt x="264" y="22"/>
                    </a:cubicBezTo>
                    <a:cubicBezTo>
                      <a:pt x="242" y="12"/>
                      <a:pt x="221" y="21"/>
                      <a:pt x="199" y="18"/>
                    </a:cubicBezTo>
                    <a:cubicBezTo>
                      <a:pt x="176" y="14"/>
                      <a:pt x="149" y="0"/>
                      <a:pt x="126" y="4"/>
                    </a:cubicBezTo>
                    <a:cubicBezTo>
                      <a:pt x="116" y="5"/>
                      <a:pt x="115" y="15"/>
                      <a:pt x="106" y="20"/>
                    </a:cubicBezTo>
                    <a:cubicBezTo>
                      <a:pt x="96" y="25"/>
                      <a:pt x="80" y="25"/>
                      <a:pt x="73" y="33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1" name="Freeform 159">
                <a:extLst>
                  <a:ext uri="{FF2B5EF4-FFF2-40B4-BE49-F238E27FC236}">
                    <a16:creationId xmlns:a16="http://schemas.microsoft.com/office/drawing/2014/main" id="{5D02040F-015A-4D22-8D10-29E323AE9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482"/>
                <a:ext cx="185" cy="115"/>
              </a:xfrm>
              <a:custGeom>
                <a:avLst/>
                <a:gdLst>
                  <a:gd name="T0" fmla="*/ 395 w 74"/>
                  <a:gd name="T1" fmla="*/ 33 h 46"/>
                  <a:gd name="T2" fmla="*/ 270 w 74"/>
                  <a:gd name="T3" fmla="*/ 520 h 46"/>
                  <a:gd name="T4" fmla="*/ 1158 w 74"/>
                  <a:gd name="T5" fmla="*/ 708 h 46"/>
                  <a:gd name="T6" fmla="*/ 938 w 74"/>
                  <a:gd name="T7" fmla="*/ 533 h 46"/>
                  <a:gd name="T8" fmla="*/ 675 w 74"/>
                  <a:gd name="T9" fmla="*/ 300 h 46"/>
                  <a:gd name="T10" fmla="*/ 688 w 74"/>
                  <a:gd name="T11" fmla="*/ 113 h 46"/>
                  <a:gd name="T12" fmla="*/ 500 w 74"/>
                  <a:gd name="T13" fmla="*/ 33 h 46"/>
                  <a:gd name="T14" fmla="*/ 520 w 74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46">
                    <a:moveTo>
                      <a:pt x="25" y="2"/>
                    </a:moveTo>
                    <a:cubicBezTo>
                      <a:pt x="20" y="14"/>
                      <a:pt x="0" y="26"/>
                      <a:pt x="17" y="33"/>
                    </a:cubicBezTo>
                    <a:cubicBezTo>
                      <a:pt x="33" y="40"/>
                      <a:pt x="56" y="46"/>
                      <a:pt x="74" y="45"/>
                    </a:cubicBezTo>
                    <a:cubicBezTo>
                      <a:pt x="69" y="41"/>
                      <a:pt x="65" y="39"/>
                      <a:pt x="60" y="34"/>
                    </a:cubicBezTo>
                    <a:cubicBezTo>
                      <a:pt x="57" y="31"/>
                      <a:pt x="45" y="23"/>
                      <a:pt x="43" y="19"/>
                    </a:cubicBezTo>
                    <a:cubicBezTo>
                      <a:pt x="41" y="14"/>
                      <a:pt x="46" y="10"/>
                      <a:pt x="44" y="7"/>
                    </a:cubicBezTo>
                    <a:cubicBezTo>
                      <a:pt x="41" y="3"/>
                      <a:pt x="36" y="4"/>
                      <a:pt x="32" y="2"/>
                    </a:cubicBezTo>
                    <a:cubicBezTo>
                      <a:pt x="32" y="1"/>
                      <a:pt x="32" y="1"/>
                      <a:pt x="33" y="0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2" name="Freeform 160">
                <a:extLst>
                  <a:ext uri="{FF2B5EF4-FFF2-40B4-BE49-F238E27FC236}">
                    <a16:creationId xmlns:a16="http://schemas.microsoft.com/office/drawing/2014/main" id="{608A37E3-B6B4-4047-95E4-05BD50024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180"/>
                <a:ext cx="577" cy="367"/>
              </a:xfrm>
              <a:custGeom>
                <a:avLst/>
                <a:gdLst>
                  <a:gd name="T0" fmla="*/ 1634 w 231"/>
                  <a:gd name="T1" fmla="*/ 292 h 147"/>
                  <a:gd name="T2" fmla="*/ 2103 w 231"/>
                  <a:gd name="T3" fmla="*/ 325 h 147"/>
                  <a:gd name="T4" fmla="*/ 2415 w 231"/>
                  <a:gd name="T5" fmla="*/ 592 h 147"/>
                  <a:gd name="T6" fmla="*/ 3257 w 231"/>
                  <a:gd name="T7" fmla="*/ 592 h 147"/>
                  <a:gd name="T8" fmla="*/ 2995 w 231"/>
                  <a:gd name="T9" fmla="*/ 1029 h 147"/>
                  <a:gd name="T10" fmla="*/ 3087 w 231"/>
                  <a:gd name="T11" fmla="*/ 1790 h 147"/>
                  <a:gd name="T12" fmla="*/ 2715 w 231"/>
                  <a:gd name="T13" fmla="*/ 1962 h 147"/>
                  <a:gd name="T14" fmla="*/ 2415 w 231"/>
                  <a:gd name="T15" fmla="*/ 2287 h 147"/>
                  <a:gd name="T16" fmla="*/ 2308 w 231"/>
                  <a:gd name="T17" fmla="*/ 1882 h 147"/>
                  <a:gd name="T18" fmla="*/ 2433 w 231"/>
                  <a:gd name="T19" fmla="*/ 1446 h 147"/>
                  <a:gd name="T20" fmla="*/ 2228 w 231"/>
                  <a:gd name="T21" fmla="*/ 791 h 147"/>
                  <a:gd name="T22" fmla="*/ 1541 w 231"/>
                  <a:gd name="T23" fmla="*/ 699 h 147"/>
                  <a:gd name="T24" fmla="*/ 1591 w 231"/>
                  <a:gd name="T25" fmla="*/ 1528 h 147"/>
                  <a:gd name="T26" fmla="*/ 1186 w 231"/>
                  <a:gd name="T27" fmla="*/ 1745 h 147"/>
                  <a:gd name="T28" fmla="*/ 667 w 231"/>
                  <a:gd name="T29" fmla="*/ 1216 h 147"/>
                  <a:gd name="T30" fmla="*/ 1279 w 231"/>
                  <a:gd name="T31" fmla="*/ 996 h 147"/>
                  <a:gd name="T32" fmla="*/ 1229 w 231"/>
                  <a:gd name="T33" fmla="*/ 592 h 147"/>
                  <a:gd name="T34" fmla="*/ 1029 w 231"/>
                  <a:gd name="T35" fmla="*/ 355 h 147"/>
                  <a:gd name="T36" fmla="*/ 217 w 231"/>
                  <a:gd name="T37" fmla="*/ 312 h 147"/>
                  <a:gd name="T38" fmla="*/ 42 w 231"/>
                  <a:gd name="T39" fmla="*/ 387 h 147"/>
                  <a:gd name="T40" fmla="*/ 137 w 231"/>
                  <a:gd name="T41" fmla="*/ 42 h 147"/>
                  <a:gd name="T42" fmla="*/ 512 w 231"/>
                  <a:gd name="T43" fmla="*/ 42 h 147"/>
                  <a:gd name="T44" fmla="*/ 949 w 231"/>
                  <a:gd name="T45" fmla="*/ 75 h 147"/>
                  <a:gd name="T46" fmla="*/ 1261 w 231"/>
                  <a:gd name="T47" fmla="*/ 262 h 147"/>
                  <a:gd name="T48" fmla="*/ 1634 w 231"/>
                  <a:gd name="T49" fmla="*/ 250 h 14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1" h="147">
                    <a:moveTo>
                      <a:pt x="105" y="19"/>
                    </a:moveTo>
                    <a:cubicBezTo>
                      <a:pt x="116" y="19"/>
                      <a:pt x="124" y="14"/>
                      <a:pt x="135" y="21"/>
                    </a:cubicBezTo>
                    <a:cubicBezTo>
                      <a:pt x="142" y="25"/>
                      <a:pt x="146" y="35"/>
                      <a:pt x="155" y="38"/>
                    </a:cubicBezTo>
                    <a:cubicBezTo>
                      <a:pt x="174" y="46"/>
                      <a:pt x="191" y="29"/>
                      <a:pt x="209" y="38"/>
                    </a:cubicBezTo>
                    <a:cubicBezTo>
                      <a:pt x="231" y="49"/>
                      <a:pt x="196" y="53"/>
                      <a:pt x="192" y="66"/>
                    </a:cubicBezTo>
                    <a:cubicBezTo>
                      <a:pt x="186" y="83"/>
                      <a:pt x="197" y="99"/>
                      <a:pt x="198" y="115"/>
                    </a:cubicBezTo>
                    <a:cubicBezTo>
                      <a:pt x="198" y="127"/>
                      <a:pt x="185" y="125"/>
                      <a:pt x="174" y="126"/>
                    </a:cubicBezTo>
                    <a:cubicBezTo>
                      <a:pt x="159" y="127"/>
                      <a:pt x="155" y="132"/>
                      <a:pt x="155" y="147"/>
                    </a:cubicBezTo>
                    <a:cubicBezTo>
                      <a:pt x="152" y="140"/>
                      <a:pt x="147" y="130"/>
                      <a:pt x="148" y="121"/>
                    </a:cubicBezTo>
                    <a:cubicBezTo>
                      <a:pt x="149" y="111"/>
                      <a:pt x="153" y="102"/>
                      <a:pt x="156" y="93"/>
                    </a:cubicBezTo>
                    <a:cubicBezTo>
                      <a:pt x="161" y="76"/>
                      <a:pt x="157" y="61"/>
                      <a:pt x="143" y="51"/>
                    </a:cubicBezTo>
                    <a:cubicBezTo>
                      <a:pt x="128" y="40"/>
                      <a:pt x="113" y="28"/>
                      <a:pt x="99" y="45"/>
                    </a:cubicBezTo>
                    <a:cubicBezTo>
                      <a:pt x="86" y="62"/>
                      <a:pt x="104" y="77"/>
                      <a:pt x="102" y="98"/>
                    </a:cubicBezTo>
                    <a:cubicBezTo>
                      <a:pt x="100" y="111"/>
                      <a:pt x="89" y="115"/>
                      <a:pt x="76" y="112"/>
                    </a:cubicBezTo>
                    <a:cubicBezTo>
                      <a:pt x="61" y="107"/>
                      <a:pt x="51" y="91"/>
                      <a:pt x="43" y="78"/>
                    </a:cubicBezTo>
                    <a:cubicBezTo>
                      <a:pt x="59" y="77"/>
                      <a:pt x="78" y="89"/>
                      <a:pt x="82" y="64"/>
                    </a:cubicBezTo>
                    <a:cubicBezTo>
                      <a:pt x="83" y="56"/>
                      <a:pt x="80" y="46"/>
                      <a:pt x="79" y="38"/>
                    </a:cubicBezTo>
                    <a:cubicBezTo>
                      <a:pt x="77" y="27"/>
                      <a:pt x="74" y="29"/>
                      <a:pt x="66" y="23"/>
                    </a:cubicBezTo>
                    <a:cubicBezTo>
                      <a:pt x="53" y="16"/>
                      <a:pt x="26" y="4"/>
                      <a:pt x="14" y="20"/>
                    </a:cubicBezTo>
                    <a:cubicBezTo>
                      <a:pt x="9" y="26"/>
                      <a:pt x="8" y="41"/>
                      <a:pt x="3" y="25"/>
                    </a:cubicBezTo>
                    <a:cubicBezTo>
                      <a:pt x="0" y="16"/>
                      <a:pt x="0" y="6"/>
                      <a:pt x="9" y="3"/>
                    </a:cubicBezTo>
                    <a:cubicBezTo>
                      <a:pt x="16" y="0"/>
                      <a:pt x="26" y="2"/>
                      <a:pt x="33" y="3"/>
                    </a:cubicBezTo>
                    <a:cubicBezTo>
                      <a:pt x="42" y="4"/>
                      <a:pt x="52" y="3"/>
                      <a:pt x="61" y="5"/>
                    </a:cubicBezTo>
                    <a:cubicBezTo>
                      <a:pt x="69" y="6"/>
                      <a:pt x="74" y="13"/>
                      <a:pt x="81" y="17"/>
                    </a:cubicBezTo>
                    <a:cubicBezTo>
                      <a:pt x="89" y="21"/>
                      <a:pt x="96" y="15"/>
                      <a:pt x="105" y="16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3" name="Freeform 161">
                <a:extLst>
                  <a:ext uri="{FF2B5EF4-FFF2-40B4-BE49-F238E27FC236}">
                    <a16:creationId xmlns:a16="http://schemas.microsoft.com/office/drawing/2014/main" id="{A4A51192-BCA0-4409-BE73-1311B4BBD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407"/>
                <a:ext cx="1107" cy="890"/>
              </a:xfrm>
              <a:custGeom>
                <a:avLst/>
                <a:gdLst>
                  <a:gd name="T0" fmla="*/ 4321 w 443"/>
                  <a:gd name="T1" fmla="*/ 1770 h 356"/>
                  <a:gd name="T2" fmla="*/ 3808 w 443"/>
                  <a:gd name="T3" fmla="*/ 595 h 356"/>
                  <a:gd name="T4" fmla="*/ 2541 w 443"/>
                  <a:gd name="T5" fmla="*/ 83 h 356"/>
                  <a:gd name="T6" fmla="*/ 1105 w 443"/>
                  <a:gd name="T7" fmla="*/ 770 h 356"/>
                  <a:gd name="T8" fmla="*/ 0 w 443"/>
                  <a:gd name="T9" fmla="*/ 1283 h 356"/>
                  <a:gd name="T10" fmla="*/ 355 w 443"/>
                  <a:gd name="T11" fmla="*/ 1720 h 356"/>
                  <a:gd name="T12" fmla="*/ 842 w 443"/>
                  <a:gd name="T13" fmla="*/ 2145 h 356"/>
                  <a:gd name="T14" fmla="*/ 1167 w 443"/>
                  <a:gd name="T15" fmla="*/ 2083 h 356"/>
                  <a:gd name="T16" fmla="*/ 1574 w 443"/>
                  <a:gd name="T17" fmla="*/ 833 h 356"/>
                  <a:gd name="T18" fmla="*/ 2809 w 443"/>
                  <a:gd name="T19" fmla="*/ 333 h 356"/>
                  <a:gd name="T20" fmla="*/ 3883 w 443"/>
                  <a:gd name="T21" fmla="*/ 1533 h 356"/>
                  <a:gd name="T22" fmla="*/ 3446 w 443"/>
                  <a:gd name="T23" fmla="*/ 2238 h 356"/>
                  <a:gd name="T24" fmla="*/ 3246 w 443"/>
                  <a:gd name="T25" fmla="*/ 2520 h 356"/>
                  <a:gd name="T26" fmla="*/ 3216 w 443"/>
                  <a:gd name="T27" fmla="*/ 2813 h 356"/>
                  <a:gd name="T28" fmla="*/ 3291 w 443"/>
                  <a:gd name="T29" fmla="*/ 3470 h 356"/>
                  <a:gd name="T30" fmla="*/ 3933 w 443"/>
                  <a:gd name="T31" fmla="*/ 4750 h 356"/>
                  <a:gd name="T32" fmla="*/ 3059 w 443"/>
                  <a:gd name="T33" fmla="*/ 5208 h 356"/>
                  <a:gd name="T34" fmla="*/ 3853 w 443"/>
                  <a:gd name="T35" fmla="*/ 5458 h 356"/>
                  <a:gd name="T36" fmla="*/ 4495 w 443"/>
                  <a:gd name="T37" fmla="*/ 5238 h 356"/>
                  <a:gd name="T38" fmla="*/ 6350 w 443"/>
                  <a:gd name="T39" fmla="*/ 4750 h 356"/>
                  <a:gd name="T40" fmla="*/ 4883 w 443"/>
                  <a:gd name="T41" fmla="*/ 4813 h 356"/>
                  <a:gd name="T42" fmla="*/ 3916 w 443"/>
                  <a:gd name="T43" fmla="*/ 3875 h 356"/>
                  <a:gd name="T44" fmla="*/ 3528 w 443"/>
                  <a:gd name="T45" fmla="*/ 2658 h 356"/>
                  <a:gd name="T46" fmla="*/ 4540 w 443"/>
                  <a:gd name="T47" fmla="*/ 2158 h 356"/>
                  <a:gd name="T48" fmla="*/ 4903 w 443"/>
                  <a:gd name="T49" fmla="*/ 2988 h 356"/>
                  <a:gd name="T50" fmla="*/ 4728 w 443"/>
                  <a:gd name="T51" fmla="*/ 3300 h 356"/>
                  <a:gd name="T52" fmla="*/ 4715 w 443"/>
                  <a:gd name="T53" fmla="*/ 4158 h 356"/>
                  <a:gd name="T54" fmla="*/ 4945 w 443"/>
                  <a:gd name="T55" fmla="*/ 4113 h 356"/>
                  <a:gd name="T56" fmla="*/ 5945 w 443"/>
                  <a:gd name="T57" fmla="*/ 4175 h 356"/>
                  <a:gd name="T58" fmla="*/ 6649 w 443"/>
                  <a:gd name="T59" fmla="*/ 4238 h 356"/>
                  <a:gd name="T60" fmla="*/ 5528 w 443"/>
                  <a:gd name="T61" fmla="*/ 3533 h 356"/>
                  <a:gd name="T62" fmla="*/ 5215 w 443"/>
                  <a:gd name="T63" fmla="*/ 2145 h 356"/>
                  <a:gd name="T64" fmla="*/ 5695 w 443"/>
                  <a:gd name="T65" fmla="*/ 1083 h 356"/>
                  <a:gd name="T66" fmla="*/ 5133 w 443"/>
                  <a:gd name="T67" fmla="*/ 1625 h 35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43" h="356">
                    <a:moveTo>
                      <a:pt x="316" y="121"/>
                    </a:moveTo>
                    <a:cubicBezTo>
                      <a:pt x="304" y="130"/>
                      <a:pt x="288" y="118"/>
                      <a:pt x="277" y="113"/>
                    </a:cubicBezTo>
                    <a:cubicBezTo>
                      <a:pt x="264" y="107"/>
                      <a:pt x="262" y="92"/>
                      <a:pt x="260" y="78"/>
                    </a:cubicBezTo>
                    <a:cubicBezTo>
                      <a:pt x="257" y="63"/>
                      <a:pt x="255" y="50"/>
                      <a:pt x="244" y="38"/>
                    </a:cubicBezTo>
                    <a:cubicBezTo>
                      <a:pt x="233" y="27"/>
                      <a:pt x="217" y="18"/>
                      <a:pt x="204" y="13"/>
                    </a:cubicBezTo>
                    <a:cubicBezTo>
                      <a:pt x="192" y="8"/>
                      <a:pt x="175" y="0"/>
                      <a:pt x="163" y="5"/>
                    </a:cubicBezTo>
                    <a:cubicBezTo>
                      <a:pt x="148" y="11"/>
                      <a:pt x="133" y="20"/>
                      <a:pt x="118" y="27"/>
                    </a:cubicBezTo>
                    <a:cubicBezTo>
                      <a:pt x="102" y="35"/>
                      <a:pt x="87" y="43"/>
                      <a:pt x="71" y="49"/>
                    </a:cubicBezTo>
                    <a:cubicBezTo>
                      <a:pt x="55" y="56"/>
                      <a:pt x="40" y="58"/>
                      <a:pt x="26" y="67"/>
                    </a:cubicBezTo>
                    <a:cubicBezTo>
                      <a:pt x="17" y="73"/>
                      <a:pt x="10" y="77"/>
                      <a:pt x="0" y="82"/>
                    </a:cubicBezTo>
                    <a:cubicBezTo>
                      <a:pt x="6" y="79"/>
                      <a:pt x="10" y="87"/>
                      <a:pt x="12" y="92"/>
                    </a:cubicBezTo>
                    <a:cubicBezTo>
                      <a:pt x="16" y="101"/>
                      <a:pt x="16" y="103"/>
                      <a:pt x="23" y="110"/>
                    </a:cubicBezTo>
                    <a:cubicBezTo>
                      <a:pt x="28" y="115"/>
                      <a:pt x="31" y="122"/>
                      <a:pt x="36" y="126"/>
                    </a:cubicBezTo>
                    <a:cubicBezTo>
                      <a:pt x="41" y="131"/>
                      <a:pt x="48" y="133"/>
                      <a:pt x="54" y="137"/>
                    </a:cubicBezTo>
                    <a:cubicBezTo>
                      <a:pt x="76" y="155"/>
                      <a:pt x="86" y="195"/>
                      <a:pt x="82" y="221"/>
                    </a:cubicBezTo>
                    <a:cubicBezTo>
                      <a:pt x="100" y="197"/>
                      <a:pt x="95" y="154"/>
                      <a:pt x="75" y="133"/>
                    </a:cubicBezTo>
                    <a:cubicBezTo>
                      <a:pt x="58" y="115"/>
                      <a:pt x="12" y="81"/>
                      <a:pt x="59" y="67"/>
                    </a:cubicBezTo>
                    <a:cubicBezTo>
                      <a:pt x="73" y="62"/>
                      <a:pt x="86" y="60"/>
                      <a:pt x="101" y="53"/>
                    </a:cubicBezTo>
                    <a:cubicBezTo>
                      <a:pt x="114" y="48"/>
                      <a:pt x="126" y="42"/>
                      <a:pt x="139" y="34"/>
                    </a:cubicBezTo>
                    <a:cubicBezTo>
                      <a:pt x="151" y="26"/>
                      <a:pt x="165" y="18"/>
                      <a:pt x="180" y="21"/>
                    </a:cubicBezTo>
                    <a:cubicBezTo>
                      <a:pt x="196" y="24"/>
                      <a:pt x="210" y="42"/>
                      <a:pt x="222" y="51"/>
                    </a:cubicBezTo>
                    <a:cubicBezTo>
                      <a:pt x="236" y="63"/>
                      <a:pt x="247" y="78"/>
                      <a:pt x="249" y="98"/>
                    </a:cubicBezTo>
                    <a:cubicBezTo>
                      <a:pt x="250" y="109"/>
                      <a:pt x="243" y="111"/>
                      <a:pt x="235" y="117"/>
                    </a:cubicBezTo>
                    <a:cubicBezTo>
                      <a:pt x="226" y="124"/>
                      <a:pt x="224" y="132"/>
                      <a:pt x="221" y="143"/>
                    </a:cubicBezTo>
                    <a:cubicBezTo>
                      <a:pt x="215" y="143"/>
                      <a:pt x="211" y="138"/>
                      <a:pt x="206" y="141"/>
                    </a:cubicBezTo>
                    <a:cubicBezTo>
                      <a:pt x="206" y="150"/>
                      <a:pt x="212" y="152"/>
                      <a:pt x="208" y="161"/>
                    </a:cubicBezTo>
                    <a:cubicBezTo>
                      <a:pt x="208" y="164"/>
                      <a:pt x="204" y="166"/>
                      <a:pt x="204" y="169"/>
                    </a:cubicBezTo>
                    <a:cubicBezTo>
                      <a:pt x="203" y="172"/>
                      <a:pt x="206" y="176"/>
                      <a:pt x="206" y="180"/>
                    </a:cubicBezTo>
                    <a:cubicBezTo>
                      <a:pt x="206" y="187"/>
                      <a:pt x="201" y="195"/>
                      <a:pt x="202" y="203"/>
                    </a:cubicBezTo>
                    <a:cubicBezTo>
                      <a:pt x="202" y="211"/>
                      <a:pt x="206" y="215"/>
                      <a:pt x="211" y="222"/>
                    </a:cubicBezTo>
                    <a:cubicBezTo>
                      <a:pt x="221" y="236"/>
                      <a:pt x="215" y="253"/>
                      <a:pt x="225" y="267"/>
                    </a:cubicBezTo>
                    <a:cubicBezTo>
                      <a:pt x="233" y="280"/>
                      <a:pt x="245" y="290"/>
                      <a:pt x="252" y="304"/>
                    </a:cubicBezTo>
                    <a:cubicBezTo>
                      <a:pt x="261" y="320"/>
                      <a:pt x="250" y="324"/>
                      <a:pt x="236" y="328"/>
                    </a:cubicBezTo>
                    <a:cubicBezTo>
                      <a:pt x="223" y="331"/>
                      <a:pt x="209" y="335"/>
                      <a:pt x="196" y="333"/>
                    </a:cubicBezTo>
                    <a:cubicBezTo>
                      <a:pt x="196" y="341"/>
                      <a:pt x="202" y="348"/>
                      <a:pt x="202" y="356"/>
                    </a:cubicBezTo>
                    <a:cubicBezTo>
                      <a:pt x="216" y="350"/>
                      <a:pt x="232" y="351"/>
                      <a:pt x="247" y="349"/>
                    </a:cubicBezTo>
                    <a:cubicBezTo>
                      <a:pt x="256" y="348"/>
                      <a:pt x="261" y="345"/>
                      <a:pt x="268" y="340"/>
                    </a:cubicBezTo>
                    <a:cubicBezTo>
                      <a:pt x="276" y="334"/>
                      <a:pt x="277" y="334"/>
                      <a:pt x="288" y="335"/>
                    </a:cubicBezTo>
                    <a:cubicBezTo>
                      <a:pt x="321" y="336"/>
                      <a:pt x="346" y="327"/>
                      <a:pt x="374" y="310"/>
                    </a:cubicBezTo>
                    <a:cubicBezTo>
                      <a:pt x="385" y="302"/>
                      <a:pt x="394" y="304"/>
                      <a:pt x="407" y="304"/>
                    </a:cubicBezTo>
                    <a:cubicBezTo>
                      <a:pt x="403" y="287"/>
                      <a:pt x="374" y="298"/>
                      <a:pt x="364" y="300"/>
                    </a:cubicBezTo>
                    <a:cubicBezTo>
                      <a:pt x="347" y="303"/>
                      <a:pt x="330" y="306"/>
                      <a:pt x="313" y="308"/>
                    </a:cubicBezTo>
                    <a:cubicBezTo>
                      <a:pt x="296" y="310"/>
                      <a:pt x="279" y="312"/>
                      <a:pt x="271" y="294"/>
                    </a:cubicBezTo>
                    <a:cubicBezTo>
                      <a:pt x="264" y="279"/>
                      <a:pt x="262" y="263"/>
                      <a:pt x="251" y="248"/>
                    </a:cubicBezTo>
                    <a:cubicBezTo>
                      <a:pt x="242" y="235"/>
                      <a:pt x="232" y="226"/>
                      <a:pt x="225" y="212"/>
                    </a:cubicBezTo>
                    <a:cubicBezTo>
                      <a:pt x="216" y="196"/>
                      <a:pt x="219" y="186"/>
                      <a:pt x="226" y="170"/>
                    </a:cubicBezTo>
                    <a:cubicBezTo>
                      <a:pt x="230" y="159"/>
                      <a:pt x="239" y="135"/>
                      <a:pt x="249" y="129"/>
                    </a:cubicBezTo>
                    <a:cubicBezTo>
                      <a:pt x="260" y="124"/>
                      <a:pt x="280" y="134"/>
                      <a:pt x="291" y="138"/>
                    </a:cubicBezTo>
                    <a:cubicBezTo>
                      <a:pt x="308" y="143"/>
                      <a:pt x="310" y="153"/>
                      <a:pt x="314" y="171"/>
                    </a:cubicBezTo>
                    <a:cubicBezTo>
                      <a:pt x="315" y="179"/>
                      <a:pt x="319" y="184"/>
                      <a:pt x="314" y="191"/>
                    </a:cubicBezTo>
                    <a:cubicBezTo>
                      <a:pt x="310" y="197"/>
                      <a:pt x="302" y="197"/>
                      <a:pt x="297" y="201"/>
                    </a:cubicBezTo>
                    <a:cubicBezTo>
                      <a:pt x="287" y="208"/>
                      <a:pt x="295" y="208"/>
                      <a:pt x="303" y="211"/>
                    </a:cubicBezTo>
                    <a:cubicBezTo>
                      <a:pt x="310" y="215"/>
                      <a:pt x="314" y="218"/>
                      <a:pt x="315" y="227"/>
                    </a:cubicBezTo>
                    <a:cubicBezTo>
                      <a:pt x="315" y="240"/>
                      <a:pt x="305" y="253"/>
                      <a:pt x="302" y="266"/>
                    </a:cubicBezTo>
                    <a:cubicBezTo>
                      <a:pt x="302" y="270"/>
                      <a:pt x="302" y="274"/>
                      <a:pt x="302" y="277"/>
                    </a:cubicBezTo>
                    <a:cubicBezTo>
                      <a:pt x="309" y="272"/>
                      <a:pt x="307" y="266"/>
                      <a:pt x="317" y="263"/>
                    </a:cubicBezTo>
                    <a:cubicBezTo>
                      <a:pt x="324" y="260"/>
                      <a:pt x="333" y="260"/>
                      <a:pt x="340" y="259"/>
                    </a:cubicBezTo>
                    <a:cubicBezTo>
                      <a:pt x="356" y="256"/>
                      <a:pt x="365" y="264"/>
                      <a:pt x="381" y="267"/>
                    </a:cubicBezTo>
                    <a:cubicBezTo>
                      <a:pt x="389" y="268"/>
                      <a:pt x="396" y="268"/>
                      <a:pt x="404" y="271"/>
                    </a:cubicBezTo>
                    <a:cubicBezTo>
                      <a:pt x="411" y="273"/>
                      <a:pt x="420" y="277"/>
                      <a:pt x="426" y="271"/>
                    </a:cubicBezTo>
                    <a:cubicBezTo>
                      <a:pt x="443" y="255"/>
                      <a:pt x="402" y="256"/>
                      <a:pt x="395" y="253"/>
                    </a:cubicBezTo>
                    <a:cubicBezTo>
                      <a:pt x="379" y="248"/>
                      <a:pt x="366" y="238"/>
                      <a:pt x="354" y="226"/>
                    </a:cubicBezTo>
                    <a:cubicBezTo>
                      <a:pt x="342" y="213"/>
                      <a:pt x="341" y="201"/>
                      <a:pt x="337" y="185"/>
                    </a:cubicBezTo>
                    <a:cubicBezTo>
                      <a:pt x="334" y="169"/>
                      <a:pt x="331" y="154"/>
                      <a:pt x="334" y="137"/>
                    </a:cubicBezTo>
                    <a:cubicBezTo>
                      <a:pt x="336" y="120"/>
                      <a:pt x="348" y="112"/>
                      <a:pt x="354" y="97"/>
                    </a:cubicBezTo>
                    <a:cubicBezTo>
                      <a:pt x="358" y="90"/>
                      <a:pt x="357" y="73"/>
                      <a:pt x="365" y="69"/>
                    </a:cubicBezTo>
                    <a:cubicBezTo>
                      <a:pt x="358" y="63"/>
                      <a:pt x="344" y="83"/>
                      <a:pt x="339" y="88"/>
                    </a:cubicBezTo>
                    <a:cubicBezTo>
                      <a:pt x="336" y="93"/>
                      <a:pt x="333" y="100"/>
                      <a:pt x="329" y="104"/>
                    </a:cubicBezTo>
                    <a:cubicBezTo>
                      <a:pt x="325" y="110"/>
                      <a:pt x="316" y="113"/>
                      <a:pt x="315" y="121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4" name="Freeform 162">
                <a:extLst>
                  <a:ext uri="{FF2B5EF4-FFF2-40B4-BE49-F238E27FC236}">
                    <a16:creationId xmlns:a16="http://schemas.microsoft.com/office/drawing/2014/main" id="{3A63840C-A299-442E-8F88-D2F337A95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592"/>
                <a:ext cx="205" cy="295"/>
              </a:xfrm>
              <a:custGeom>
                <a:avLst/>
                <a:gdLst>
                  <a:gd name="T0" fmla="*/ 800 w 82"/>
                  <a:gd name="T1" fmla="*/ 0 h 118"/>
                  <a:gd name="T2" fmla="*/ 845 w 82"/>
                  <a:gd name="T3" fmla="*/ 363 h 118"/>
                  <a:gd name="T4" fmla="*/ 845 w 82"/>
                  <a:gd name="T5" fmla="*/ 520 h 118"/>
                  <a:gd name="T6" fmla="*/ 720 w 82"/>
                  <a:gd name="T7" fmla="*/ 625 h 118"/>
                  <a:gd name="T8" fmla="*/ 470 w 82"/>
                  <a:gd name="T9" fmla="*/ 833 h 118"/>
                  <a:gd name="T10" fmla="*/ 300 w 82"/>
                  <a:gd name="T11" fmla="*/ 1050 h 118"/>
                  <a:gd name="T12" fmla="*/ 208 w 82"/>
                  <a:gd name="T13" fmla="*/ 1158 h 118"/>
                  <a:gd name="T14" fmla="*/ 83 w 82"/>
                  <a:gd name="T15" fmla="*/ 1175 h 118"/>
                  <a:gd name="T16" fmla="*/ 0 w 82"/>
                  <a:gd name="T17" fmla="*/ 1845 h 118"/>
                  <a:gd name="T18" fmla="*/ 238 w 82"/>
                  <a:gd name="T19" fmla="*/ 1595 h 118"/>
                  <a:gd name="T20" fmla="*/ 375 w 82"/>
                  <a:gd name="T21" fmla="*/ 1250 h 118"/>
                  <a:gd name="T22" fmla="*/ 750 w 82"/>
                  <a:gd name="T23" fmla="*/ 813 h 118"/>
                  <a:gd name="T24" fmla="*/ 1283 w 82"/>
                  <a:gd name="T25" fmla="*/ 813 h 118"/>
                  <a:gd name="T26" fmla="*/ 1000 w 82"/>
                  <a:gd name="T27" fmla="*/ 533 h 118"/>
                  <a:gd name="T28" fmla="*/ 908 w 82"/>
                  <a:gd name="T29" fmla="*/ 345 h 118"/>
                  <a:gd name="T30" fmla="*/ 845 w 82"/>
                  <a:gd name="T31" fmla="*/ 113 h 1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2" h="118">
                    <a:moveTo>
                      <a:pt x="51" y="0"/>
                    </a:moveTo>
                    <a:cubicBezTo>
                      <a:pt x="51" y="8"/>
                      <a:pt x="54" y="15"/>
                      <a:pt x="54" y="23"/>
                    </a:cubicBezTo>
                    <a:cubicBezTo>
                      <a:pt x="55" y="26"/>
                      <a:pt x="55" y="30"/>
                      <a:pt x="54" y="33"/>
                    </a:cubicBezTo>
                    <a:cubicBezTo>
                      <a:pt x="52" y="36"/>
                      <a:pt x="49" y="38"/>
                      <a:pt x="46" y="40"/>
                    </a:cubicBezTo>
                    <a:cubicBezTo>
                      <a:pt x="41" y="45"/>
                      <a:pt x="35" y="49"/>
                      <a:pt x="30" y="53"/>
                    </a:cubicBezTo>
                    <a:cubicBezTo>
                      <a:pt x="24" y="57"/>
                      <a:pt x="22" y="61"/>
                      <a:pt x="19" y="67"/>
                    </a:cubicBezTo>
                    <a:cubicBezTo>
                      <a:pt x="18" y="70"/>
                      <a:pt x="16" y="73"/>
                      <a:pt x="13" y="74"/>
                    </a:cubicBezTo>
                    <a:cubicBezTo>
                      <a:pt x="11" y="75"/>
                      <a:pt x="8" y="73"/>
                      <a:pt x="5" y="75"/>
                    </a:cubicBezTo>
                    <a:cubicBezTo>
                      <a:pt x="16" y="74"/>
                      <a:pt x="1" y="113"/>
                      <a:pt x="0" y="118"/>
                    </a:cubicBezTo>
                    <a:cubicBezTo>
                      <a:pt x="6" y="115"/>
                      <a:pt x="11" y="106"/>
                      <a:pt x="15" y="102"/>
                    </a:cubicBezTo>
                    <a:cubicBezTo>
                      <a:pt x="20" y="95"/>
                      <a:pt x="23" y="87"/>
                      <a:pt x="24" y="80"/>
                    </a:cubicBezTo>
                    <a:cubicBezTo>
                      <a:pt x="28" y="65"/>
                      <a:pt x="33" y="56"/>
                      <a:pt x="48" y="52"/>
                    </a:cubicBezTo>
                    <a:cubicBezTo>
                      <a:pt x="58" y="49"/>
                      <a:pt x="71" y="50"/>
                      <a:pt x="82" y="52"/>
                    </a:cubicBezTo>
                    <a:cubicBezTo>
                      <a:pt x="72" y="53"/>
                      <a:pt x="67" y="41"/>
                      <a:pt x="64" y="34"/>
                    </a:cubicBezTo>
                    <a:cubicBezTo>
                      <a:pt x="62" y="30"/>
                      <a:pt x="59" y="26"/>
                      <a:pt x="58" y="22"/>
                    </a:cubicBezTo>
                    <a:cubicBezTo>
                      <a:pt x="57" y="18"/>
                      <a:pt x="54" y="11"/>
                      <a:pt x="54" y="7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5" name="Freeform 163">
                <a:extLst>
                  <a:ext uri="{FF2B5EF4-FFF2-40B4-BE49-F238E27FC236}">
                    <a16:creationId xmlns:a16="http://schemas.microsoft.com/office/drawing/2014/main" id="{3215ADE1-B2FC-427A-A29F-98D1BAFEF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645"/>
                <a:ext cx="195" cy="402"/>
              </a:xfrm>
              <a:custGeom>
                <a:avLst/>
                <a:gdLst>
                  <a:gd name="T0" fmla="*/ 0 w 78"/>
                  <a:gd name="T1" fmla="*/ 387 h 161"/>
                  <a:gd name="T2" fmla="*/ 113 w 78"/>
                  <a:gd name="T3" fmla="*/ 479 h 161"/>
                  <a:gd name="T4" fmla="*/ 283 w 78"/>
                  <a:gd name="T5" fmla="*/ 562 h 161"/>
                  <a:gd name="T6" fmla="*/ 613 w 78"/>
                  <a:gd name="T7" fmla="*/ 779 h 161"/>
                  <a:gd name="T8" fmla="*/ 750 w 78"/>
                  <a:gd name="T9" fmla="*/ 1134 h 161"/>
                  <a:gd name="T10" fmla="*/ 813 w 78"/>
                  <a:gd name="T11" fmla="*/ 1446 h 161"/>
                  <a:gd name="T12" fmla="*/ 813 w 78"/>
                  <a:gd name="T13" fmla="*/ 1591 h 161"/>
                  <a:gd name="T14" fmla="*/ 595 w 78"/>
                  <a:gd name="T15" fmla="*/ 1571 h 161"/>
                  <a:gd name="T16" fmla="*/ 550 w 78"/>
                  <a:gd name="T17" fmla="*/ 1728 h 161"/>
                  <a:gd name="T18" fmla="*/ 520 w 78"/>
                  <a:gd name="T19" fmla="*/ 1778 h 161"/>
                  <a:gd name="T20" fmla="*/ 583 w 78"/>
                  <a:gd name="T21" fmla="*/ 1820 h 161"/>
                  <a:gd name="T22" fmla="*/ 800 w 78"/>
                  <a:gd name="T23" fmla="*/ 2120 h 161"/>
                  <a:gd name="T24" fmla="*/ 688 w 78"/>
                  <a:gd name="T25" fmla="*/ 2462 h 161"/>
                  <a:gd name="T26" fmla="*/ 958 w 78"/>
                  <a:gd name="T27" fmla="*/ 2382 h 161"/>
                  <a:gd name="T28" fmla="*/ 1188 w 78"/>
                  <a:gd name="T29" fmla="*/ 2212 h 161"/>
                  <a:gd name="T30" fmla="*/ 1188 w 78"/>
                  <a:gd name="T31" fmla="*/ 2162 h 161"/>
                  <a:gd name="T32" fmla="*/ 1033 w 78"/>
                  <a:gd name="T33" fmla="*/ 1933 h 161"/>
                  <a:gd name="T34" fmla="*/ 970 w 78"/>
                  <a:gd name="T35" fmla="*/ 1603 h 161"/>
                  <a:gd name="T36" fmla="*/ 958 w 78"/>
                  <a:gd name="T37" fmla="*/ 1246 h 161"/>
                  <a:gd name="T38" fmla="*/ 938 w 78"/>
                  <a:gd name="T39" fmla="*/ 936 h 161"/>
                  <a:gd name="T40" fmla="*/ 1000 w 78"/>
                  <a:gd name="T41" fmla="*/ 449 h 161"/>
                  <a:gd name="T42" fmla="*/ 1113 w 78"/>
                  <a:gd name="T43" fmla="*/ 230 h 161"/>
                  <a:gd name="T44" fmla="*/ 1220 w 78"/>
                  <a:gd name="T45" fmla="*/ 0 h 161"/>
                  <a:gd name="T46" fmla="*/ 925 w 78"/>
                  <a:gd name="T47" fmla="*/ 342 h 161"/>
                  <a:gd name="T48" fmla="*/ 658 w 78"/>
                  <a:gd name="T49" fmla="*/ 512 h 161"/>
                  <a:gd name="T50" fmla="*/ 375 w 78"/>
                  <a:gd name="T51" fmla="*/ 499 h 161"/>
                  <a:gd name="T52" fmla="*/ 113 w 78"/>
                  <a:gd name="T53" fmla="*/ 404 h 1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8" h="161">
                    <a:moveTo>
                      <a:pt x="0" y="25"/>
                    </a:moveTo>
                    <a:cubicBezTo>
                      <a:pt x="3" y="26"/>
                      <a:pt x="5" y="29"/>
                      <a:pt x="7" y="31"/>
                    </a:cubicBezTo>
                    <a:cubicBezTo>
                      <a:pt x="11" y="33"/>
                      <a:pt x="15" y="35"/>
                      <a:pt x="18" y="36"/>
                    </a:cubicBezTo>
                    <a:cubicBezTo>
                      <a:pt x="26" y="40"/>
                      <a:pt x="34" y="43"/>
                      <a:pt x="39" y="50"/>
                    </a:cubicBezTo>
                    <a:cubicBezTo>
                      <a:pt x="43" y="58"/>
                      <a:pt x="46" y="65"/>
                      <a:pt x="48" y="73"/>
                    </a:cubicBezTo>
                    <a:cubicBezTo>
                      <a:pt x="50" y="80"/>
                      <a:pt x="52" y="86"/>
                      <a:pt x="52" y="93"/>
                    </a:cubicBezTo>
                    <a:cubicBezTo>
                      <a:pt x="52" y="95"/>
                      <a:pt x="53" y="100"/>
                      <a:pt x="52" y="102"/>
                    </a:cubicBezTo>
                    <a:cubicBezTo>
                      <a:pt x="50" y="104"/>
                      <a:pt x="41" y="100"/>
                      <a:pt x="38" y="101"/>
                    </a:cubicBezTo>
                    <a:cubicBezTo>
                      <a:pt x="36" y="102"/>
                      <a:pt x="34" y="108"/>
                      <a:pt x="35" y="111"/>
                    </a:cubicBezTo>
                    <a:cubicBezTo>
                      <a:pt x="35" y="113"/>
                      <a:pt x="32" y="114"/>
                      <a:pt x="33" y="114"/>
                    </a:cubicBezTo>
                    <a:cubicBezTo>
                      <a:pt x="35" y="116"/>
                      <a:pt x="36" y="116"/>
                      <a:pt x="37" y="117"/>
                    </a:cubicBezTo>
                    <a:cubicBezTo>
                      <a:pt x="42" y="123"/>
                      <a:pt x="53" y="127"/>
                      <a:pt x="51" y="136"/>
                    </a:cubicBezTo>
                    <a:cubicBezTo>
                      <a:pt x="49" y="140"/>
                      <a:pt x="41" y="154"/>
                      <a:pt x="44" y="158"/>
                    </a:cubicBezTo>
                    <a:cubicBezTo>
                      <a:pt x="46" y="161"/>
                      <a:pt x="58" y="155"/>
                      <a:pt x="61" y="153"/>
                    </a:cubicBezTo>
                    <a:cubicBezTo>
                      <a:pt x="65" y="151"/>
                      <a:pt x="74" y="148"/>
                      <a:pt x="76" y="142"/>
                    </a:cubicBezTo>
                    <a:cubicBezTo>
                      <a:pt x="75" y="141"/>
                      <a:pt x="75" y="141"/>
                      <a:pt x="76" y="139"/>
                    </a:cubicBezTo>
                    <a:cubicBezTo>
                      <a:pt x="69" y="139"/>
                      <a:pt x="68" y="128"/>
                      <a:pt x="66" y="124"/>
                    </a:cubicBezTo>
                    <a:cubicBezTo>
                      <a:pt x="63" y="117"/>
                      <a:pt x="63" y="110"/>
                      <a:pt x="62" y="103"/>
                    </a:cubicBezTo>
                    <a:cubicBezTo>
                      <a:pt x="62" y="95"/>
                      <a:pt x="62" y="87"/>
                      <a:pt x="61" y="80"/>
                    </a:cubicBezTo>
                    <a:cubicBezTo>
                      <a:pt x="60" y="73"/>
                      <a:pt x="59" y="67"/>
                      <a:pt x="60" y="60"/>
                    </a:cubicBezTo>
                    <a:cubicBezTo>
                      <a:pt x="60" y="50"/>
                      <a:pt x="61" y="38"/>
                      <a:pt x="64" y="29"/>
                    </a:cubicBezTo>
                    <a:cubicBezTo>
                      <a:pt x="66" y="24"/>
                      <a:pt x="68" y="19"/>
                      <a:pt x="71" y="15"/>
                    </a:cubicBezTo>
                    <a:cubicBezTo>
                      <a:pt x="74" y="11"/>
                      <a:pt x="78" y="6"/>
                      <a:pt x="78" y="0"/>
                    </a:cubicBezTo>
                    <a:cubicBezTo>
                      <a:pt x="72" y="7"/>
                      <a:pt x="67" y="15"/>
                      <a:pt x="59" y="22"/>
                    </a:cubicBezTo>
                    <a:cubicBezTo>
                      <a:pt x="55" y="26"/>
                      <a:pt x="48" y="30"/>
                      <a:pt x="42" y="33"/>
                    </a:cubicBezTo>
                    <a:cubicBezTo>
                      <a:pt x="35" y="35"/>
                      <a:pt x="30" y="33"/>
                      <a:pt x="24" y="32"/>
                    </a:cubicBezTo>
                    <a:cubicBezTo>
                      <a:pt x="18" y="30"/>
                      <a:pt x="12" y="30"/>
                      <a:pt x="7" y="26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6" name="Freeform 164">
                <a:extLst>
                  <a:ext uri="{FF2B5EF4-FFF2-40B4-BE49-F238E27FC236}">
                    <a16:creationId xmlns:a16="http://schemas.microsoft.com/office/drawing/2014/main" id="{963728E5-4CBC-4AE1-A5FF-715AEF60A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460"/>
                <a:ext cx="422" cy="587"/>
              </a:xfrm>
              <a:custGeom>
                <a:avLst/>
                <a:gdLst>
                  <a:gd name="T0" fmla="*/ 0 w 169"/>
                  <a:gd name="T1" fmla="*/ 1154 h 235"/>
                  <a:gd name="T2" fmla="*/ 167 w 169"/>
                  <a:gd name="T3" fmla="*/ 874 h 235"/>
                  <a:gd name="T4" fmla="*/ 479 w 169"/>
                  <a:gd name="T5" fmla="*/ 779 h 235"/>
                  <a:gd name="T6" fmla="*/ 1154 w 169"/>
                  <a:gd name="T7" fmla="*/ 667 h 235"/>
                  <a:gd name="T8" fmla="*/ 1558 w 169"/>
                  <a:gd name="T9" fmla="*/ 1199 h 235"/>
                  <a:gd name="T10" fmla="*/ 1259 w 169"/>
                  <a:gd name="T11" fmla="*/ 1684 h 235"/>
                  <a:gd name="T12" fmla="*/ 699 w 169"/>
                  <a:gd name="T13" fmla="*/ 2041 h 235"/>
                  <a:gd name="T14" fmla="*/ 624 w 169"/>
                  <a:gd name="T15" fmla="*/ 2341 h 235"/>
                  <a:gd name="T16" fmla="*/ 592 w 169"/>
                  <a:gd name="T17" fmla="*/ 2715 h 235"/>
                  <a:gd name="T18" fmla="*/ 1496 w 169"/>
                  <a:gd name="T19" fmla="*/ 3195 h 235"/>
                  <a:gd name="T20" fmla="*/ 1995 w 169"/>
                  <a:gd name="T21" fmla="*/ 3370 h 235"/>
                  <a:gd name="T22" fmla="*/ 2257 w 169"/>
                  <a:gd name="T23" fmla="*/ 3445 h 235"/>
                  <a:gd name="T24" fmla="*/ 2307 w 169"/>
                  <a:gd name="T25" fmla="*/ 3662 h 235"/>
                  <a:gd name="T26" fmla="*/ 2632 w 169"/>
                  <a:gd name="T27" fmla="*/ 3087 h 235"/>
                  <a:gd name="T28" fmla="*/ 2320 w 169"/>
                  <a:gd name="T29" fmla="*/ 3150 h 235"/>
                  <a:gd name="T30" fmla="*/ 1945 w 169"/>
                  <a:gd name="T31" fmla="*/ 3070 h 235"/>
                  <a:gd name="T32" fmla="*/ 1229 w 169"/>
                  <a:gd name="T33" fmla="*/ 2778 h 235"/>
                  <a:gd name="T34" fmla="*/ 979 w 169"/>
                  <a:gd name="T35" fmla="*/ 2183 h 235"/>
                  <a:gd name="T36" fmla="*/ 1558 w 169"/>
                  <a:gd name="T37" fmla="*/ 1791 h 235"/>
                  <a:gd name="T38" fmla="*/ 1808 w 169"/>
                  <a:gd name="T39" fmla="*/ 874 h 235"/>
                  <a:gd name="T40" fmla="*/ 1433 w 169"/>
                  <a:gd name="T41" fmla="*/ 512 h 235"/>
                  <a:gd name="T42" fmla="*/ 1216 w 169"/>
                  <a:gd name="T43" fmla="*/ 0 h 235"/>
                  <a:gd name="T44" fmla="*/ 717 w 169"/>
                  <a:gd name="T45" fmla="*/ 450 h 235"/>
                  <a:gd name="T46" fmla="*/ 512 w 169"/>
                  <a:gd name="T47" fmla="*/ 450 h 235"/>
                  <a:gd name="T48" fmla="*/ 312 w 169"/>
                  <a:gd name="T49" fmla="*/ 512 h 235"/>
                  <a:gd name="T50" fmla="*/ 62 w 169"/>
                  <a:gd name="T51" fmla="*/ 779 h 23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9" h="235">
                    <a:moveTo>
                      <a:pt x="0" y="74"/>
                    </a:moveTo>
                    <a:cubicBezTo>
                      <a:pt x="4" y="68"/>
                      <a:pt x="6" y="61"/>
                      <a:pt x="11" y="56"/>
                    </a:cubicBezTo>
                    <a:cubicBezTo>
                      <a:pt x="17" y="50"/>
                      <a:pt x="22" y="50"/>
                      <a:pt x="31" y="50"/>
                    </a:cubicBezTo>
                    <a:cubicBezTo>
                      <a:pt x="45" y="48"/>
                      <a:pt x="62" y="51"/>
                      <a:pt x="74" y="43"/>
                    </a:cubicBezTo>
                    <a:cubicBezTo>
                      <a:pt x="75" y="56"/>
                      <a:pt x="95" y="64"/>
                      <a:pt x="100" y="77"/>
                    </a:cubicBezTo>
                    <a:cubicBezTo>
                      <a:pt x="107" y="97"/>
                      <a:pt x="97" y="101"/>
                      <a:pt x="81" y="108"/>
                    </a:cubicBezTo>
                    <a:cubicBezTo>
                      <a:pt x="68" y="113"/>
                      <a:pt x="53" y="120"/>
                      <a:pt x="45" y="131"/>
                    </a:cubicBezTo>
                    <a:cubicBezTo>
                      <a:pt x="39" y="138"/>
                      <a:pt x="40" y="141"/>
                      <a:pt x="40" y="150"/>
                    </a:cubicBezTo>
                    <a:cubicBezTo>
                      <a:pt x="40" y="157"/>
                      <a:pt x="35" y="166"/>
                      <a:pt x="38" y="174"/>
                    </a:cubicBezTo>
                    <a:cubicBezTo>
                      <a:pt x="44" y="194"/>
                      <a:pt x="79" y="202"/>
                      <a:pt x="96" y="205"/>
                    </a:cubicBezTo>
                    <a:cubicBezTo>
                      <a:pt x="108" y="207"/>
                      <a:pt x="117" y="213"/>
                      <a:pt x="128" y="216"/>
                    </a:cubicBezTo>
                    <a:cubicBezTo>
                      <a:pt x="133" y="218"/>
                      <a:pt x="141" y="217"/>
                      <a:pt x="145" y="221"/>
                    </a:cubicBezTo>
                    <a:cubicBezTo>
                      <a:pt x="150" y="226"/>
                      <a:pt x="147" y="228"/>
                      <a:pt x="148" y="235"/>
                    </a:cubicBezTo>
                    <a:cubicBezTo>
                      <a:pt x="157" y="225"/>
                      <a:pt x="165" y="211"/>
                      <a:pt x="169" y="198"/>
                    </a:cubicBezTo>
                    <a:cubicBezTo>
                      <a:pt x="161" y="201"/>
                      <a:pt x="159" y="204"/>
                      <a:pt x="149" y="202"/>
                    </a:cubicBezTo>
                    <a:cubicBezTo>
                      <a:pt x="141" y="200"/>
                      <a:pt x="133" y="198"/>
                      <a:pt x="125" y="197"/>
                    </a:cubicBezTo>
                    <a:cubicBezTo>
                      <a:pt x="110" y="194"/>
                      <a:pt x="92" y="186"/>
                      <a:pt x="79" y="178"/>
                    </a:cubicBezTo>
                    <a:cubicBezTo>
                      <a:pt x="62" y="169"/>
                      <a:pt x="57" y="156"/>
                      <a:pt x="63" y="140"/>
                    </a:cubicBezTo>
                    <a:cubicBezTo>
                      <a:pt x="70" y="121"/>
                      <a:pt x="84" y="125"/>
                      <a:pt x="100" y="115"/>
                    </a:cubicBezTo>
                    <a:cubicBezTo>
                      <a:pt x="119" y="103"/>
                      <a:pt x="127" y="77"/>
                      <a:pt x="116" y="56"/>
                    </a:cubicBezTo>
                    <a:cubicBezTo>
                      <a:pt x="110" y="46"/>
                      <a:pt x="98" y="44"/>
                      <a:pt x="92" y="33"/>
                    </a:cubicBezTo>
                    <a:cubicBezTo>
                      <a:pt x="87" y="22"/>
                      <a:pt x="84" y="9"/>
                      <a:pt x="78" y="0"/>
                    </a:cubicBezTo>
                    <a:cubicBezTo>
                      <a:pt x="66" y="9"/>
                      <a:pt x="63" y="25"/>
                      <a:pt x="46" y="29"/>
                    </a:cubicBezTo>
                    <a:cubicBezTo>
                      <a:pt x="41" y="31"/>
                      <a:pt x="37" y="28"/>
                      <a:pt x="33" y="29"/>
                    </a:cubicBezTo>
                    <a:cubicBezTo>
                      <a:pt x="28" y="29"/>
                      <a:pt x="24" y="32"/>
                      <a:pt x="20" y="33"/>
                    </a:cubicBezTo>
                    <a:cubicBezTo>
                      <a:pt x="10" y="37"/>
                      <a:pt x="7" y="40"/>
                      <a:pt x="4" y="50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7" name="Freeform 165">
                <a:extLst>
                  <a:ext uri="{FF2B5EF4-FFF2-40B4-BE49-F238E27FC236}">
                    <a16:creationId xmlns:a16="http://schemas.microsoft.com/office/drawing/2014/main" id="{A49B8031-71B9-41BB-BC1F-7406EBFDD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107"/>
                <a:ext cx="692" cy="388"/>
              </a:xfrm>
              <a:custGeom>
                <a:avLst/>
                <a:gdLst>
                  <a:gd name="T0" fmla="*/ 637 w 277"/>
                  <a:gd name="T1" fmla="*/ 145 h 155"/>
                  <a:gd name="T2" fmla="*/ 137 w 277"/>
                  <a:gd name="T3" fmla="*/ 784 h 155"/>
                  <a:gd name="T4" fmla="*/ 500 w 277"/>
                  <a:gd name="T5" fmla="*/ 926 h 155"/>
                  <a:gd name="T6" fmla="*/ 699 w 277"/>
                  <a:gd name="T7" fmla="*/ 1242 h 155"/>
                  <a:gd name="T8" fmla="*/ 1479 w 277"/>
                  <a:gd name="T9" fmla="*/ 1429 h 155"/>
                  <a:gd name="T10" fmla="*/ 2246 w 277"/>
                  <a:gd name="T11" fmla="*/ 1692 h 155"/>
                  <a:gd name="T12" fmla="*/ 2653 w 277"/>
                  <a:gd name="T13" fmla="*/ 2213 h 155"/>
                  <a:gd name="T14" fmla="*/ 2808 w 277"/>
                  <a:gd name="T15" fmla="*/ 2413 h 155"/>
                  <a:gd name="T16" fmla="*/ 3058 w 277"/>
                  <a:gd name="T17" fmla="*/ 2255 h 155"/>
                  <a:gd name="T18" fmla="*/ 3650 w 277"/>
                  <a:gd name="T19" fmla="*/ 1755 h 155"/>
                  <a:gd name="T20" fmla="*/ 3945 w 277"/>
                  <a:gd name="T21" fmla="*/ 1585 h 155"/>
                  <a:gd name="T22" fmla="*/ 4307 w 277"/>
                  <a:gd name="T23" fmla="*/ 1472 h 155"/>
                  <a:gd name="T24" fmla="*/ 4307 w 277"/>
                  <a:gd name="T25" fmla="*/ 1397 h 155"/>
                  <a:gd name="T26" fmla="*/ 3695 w 277"/>
                  <a:gd name="T27" fmla="*/ 1504 h 155"/>
                  <a:gd name="T28" fmla="*/ 3103 w 277"/>
                  <a:gd name="T29" fmla="*/ 1835 h 155"/>
                  <a:gd name="T30" fmla="*/ 2746 w 277"/>
                  <a:gd name="T31" fmla="*/ 1472 h 155"/>
                  <a:gd name="T32" fmla="*/ 2153 w 277"/>
                  <a:gd name="T33" fmla="*/ 1334 h 155"/>
                  <a:gd name="T34" fmla="*/ 1574 w 277"/>
                  <a:gd name="T35" fmla="*/ 1192 h 155"/>
                  <a:gd name="T36" fmla="*/ 1062 w 277"/>
                  <a:gd name="T37" fmla="*/ 1054 h 155"/>
                  <a:gd name="T38" fmla="*/ 1074 w 277"/>
                  <a:gd name="T39" fmla="*/ 926 h 155"/>
                  <a:gd name="T40" fmla="*/ 812 w 277"/>
                  <a:gd name="T41" fmla="*/ 814 h 155"/>
                  <a:gd name="T42" fmla="*/ 575 w 277"/>
                  <a:gd name="T43" fmla="*/ 596 h 155"/>
                  <a:gd name="T44" fmla="*/ 824 w 277"/>
                  <a:gd name="T45" fmla="*/ 345 h 155"/>
                  <a:gd name="T46" fmla="*/ 779 w 277"/>
                  <a:gd name="T47" fmla="*/ 0 h 155"/>
                  <a:gd name="T48" fmla="*/ 687 w 277"/>
                  <a:gd name="T49" fmla="*/ 50 h 15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77" h="155">
                    <a:moveTo>
                      <a:pt x="41" y="9"/>
                    </a:moveTo>
                    <a:cubicBezTo>
                      <a:pt x="36" y="18"/>
                      <a:pt x="0" y="40"/>
                      <a:pt x="9" y="50"/>
                    </a:cubicBezTo>
                    <a:cubicBezTo>
                      <a:pt x="12" y="55"/>
                      <a:pt x="26" y="54"/>
                      <a:pt x="32" y="59"/>
                    </a:cubicBezTo>
                    <a:cubicBezTo>
                      <a:pt x="38" y="64"/>
                      <a:pt x="39" y="74"/>
                      <a:pt x="45" y="79"/>
                    </a:cubicBezTo>
                    <a:cubicBezTo>
                      <a:pt x="58" y="89"/>
                      <a:pt x="80" y="87"/>
                      <a:pt x="95" y="91"/>
                    </a:cubicBezTo>
                    <a:cubicBezTo>
                      <a:pt x="111" y="95"/>
                      <a:pt x="128" y="102"/>
                      <a:pt x="144" y="108"/>
                    </a:cubicBezTo>
                    <a:cubicBezTo>
                      <a:pt x="163" y="114"/>
                      <a:pt x="171" y="119"/>
                      <a:pt x="170" y="141"/>
                    </a:cubicBezTo>
                    <a:cubicBezTo>
                      <a:pt x="169" y="149"/>
                      <a:pt x="168" y="155"/>
                      <a:pt x="180" y="154"/>
                    </a:cubicBezTo>
                    <a:cubicBezTo>
                      <a:pt x="186" y="154"/>
                      <a:pt x="191" y="149"/>
                      <a:pt x="196" y="144"/>
                    </a:cubicBezTo>
                    <a:cubicBezTo>
                      <a:pt x="208" y="132"/>
                      <a:pt x="221" y="123"/>
                      <a:pt x="234" y="112"/>
                    </a:cubicBezTo>
                    <a:cubicBezTo>
                      <a:pt x="239" y="107"/>
                      <a:pt x="246" y="104"/>
                      <a:pt x="253" y="101"/>
                    </a:cubicBezTo>
                    <a:cubicBezTo>
                      <a:pt x="258" y="99"/>
                      <a:pt x="272" y="99"/>
                      <a:pt x="276" y="94"/>
                    </a:cubicBezTo>
                    <a:cubicBezTo>
                      <a:pt x="277" y="92"/>
                      <a:pt x="277" y="91"/>
                      <a:pt x="276" y="89"/>
                    </a:cubicBezTo>
                    <a:cubicBezTo>
                      <a:pt x="264" y="94"/>
                      <a:pt x="249" y="92"/>
                      <a:pt x="237" y="96"/>
                    </a:cubicBezTo>
                    <a:cubicBezTo>
                      <a:pt x="223" y="100"/>
                      <a:pt x="212" y="113"/>
                      <a:pt x="199" y="117"/>
                    </a:cubicBezTo>
                    <a:cubicBezTo>
                      <a:pt x="192" y="105"/>
                      <a:pt x="188" y="99"/>
                      <a:pt x="176" y="94"/>
                    </a:cubicBezTo>
                    <a:cubicBezTo>
                      <a:pt x="163" y="90"/>
                      <a:pt x="150" y="90"/>
                      <a:pt x="138" y="85"/>
                    </a:cubicBezTo>
                    <a:cubicBezTo>
                      <a:pt x="125" y="81"/>
                      <a:pt x="113" y="79"/>
                      <a:pt x="101" y="76"/>
                    </a:cubicBezTo>
                    <a:cubicBezTo>
                      <a:pt x="90" y="73"/>
                      <a:pt x="79" y="67"/>
                      <a:pt x="68" y="67"/>
                    </a:cubicBezTo>
                    <a:cubicBezTo>
                      <a:pt x="69" y="65"/>
                      <a:pt x="68" y="61"/>
                      <a:pt x="69" y="59"/>
                    </a:cubicBezTo>
                    <a:cubicBezTo>
                      <a:pt x="59" y="57"/>
                      <a:pt x="58" y="61"/>
                      <a:pt x="52" y="52"/>
                    </a:cubicBezTo>
                    <a:cubicBezTo>
                      <a:pt x="47" y="45"/>
                      <a:pt x="46" y="40"/>
                      <a:pt x="37" y="38"/>
                    </a:cubicBezTo>
                    <a:cubicBezTo>
                      <a:pt x="44" y="31"/>
                      <a:pt x="50" y="32"/>
                      <a:pt x="53" y="22"/>
                    </a:cubicBezTo>
                    <a:cubicBezTo>
                      <a:pt x="55" y="15"/>
                      <a:pt x="55" y="4"/>
                      <a:pt x="50" y="0"/>
                    </a:cubicBezTo>
                    <a:cubicBezTo>
                      <a:pt x="48" y="1"/>
                      <a:pt x="45" y="1"/>
                      <a:pt x="44" y="3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8" name="Freeform 166">
                <a:extLst>
                  <a:ext uri="{FF2B5EF4-FFF2-40B4-BE49-F238E27FC236}">
                    <a16:creationId xmlns:a16="http://schemas.microsoft.com/office/drawing/2014/main" id="{5E704770-F2C6-44C0-B3F6-6C788A2B1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002"/>
                <a:ext cx="753" cy="285"/>
              </a:xfrm>
              <a:custGeom>
                <a:avLst/>
                <a:gdLst>
                  <a:gd name="T0" fmla="*/ 0 w 301"/>
                  <a:gd name="T1" fmla="*/ 188 h 114"/>
                  <a:gd name="T2" fmla="*/ 908 w 301"/>
                  <a:gd name="T3" fmla="*/ 158 h 114"/>
                  <a:gd name="T4" fmla="*/ 1251 w 301"/>
                  <a:gd name="T5" fmla="*/ 220 h 114"/>
                  <a:gd name="T6" fmla="*/ 1564 w 301"/>
                  <a:gd name="T7" fmla="*/ 345 h 114"/>
                  <a:gd name="T8" fmla="*/ 2084 w 301"/>
                  <a:gd name="T9" fmla="*/ 720 h 114"/>
                  <a:gd name="T10" fmla="*/ 3305 w 301"/>
                  <a:gd name="T11" fmla="*/ 1395 h 114"/>
                  <a:gd name="T12" fmla="*/ 3913 w 301"/>
                  <a:gd name="T13" fmla="*/ 1688 h 114"/>
                  <a:gd name="T14" fmla="*/ 4568 w 301"/>
                  <a:gd name="T15" fmla="*/ 1613 h 114"/>
                  <a:gd name="T16" fmla="*/ 4255 w 301"/>
                  <a:gd name="T17" fmla="*/ 1083 h 114"/>
                  <a:gd name="T18" fmla="*/ 3492 w 301"/>
                  <a:gd name="T19" fmla="*/ 1020 h 114"/>
                  <a:gd name="T20" fmla="*/ 4068 w 301"/>
                  <a:gd name="T21" fmla="*/ 1363 h 114"/>
                  <a:gd name="T22" fmla="*/ 3430 w 301"/>
                  <a:gd name="T23" fmla="*/ 1125 h 114"/>
                  <a:gd name="T24" fmla="*/ 3004 w 301"/>
                  <a:gd name="T25" fmla="*/ 750 h 114"/>
                  <a:gd name="T26" fmla="*/ 2722 w 301"/>
                  <a:gd name="T27" fmla="*/ 625 h 114"/>
                  <a:gd name="T28" fmla="*/ 2554 w 301"/>
                  <a:gd name="T29" fmla="*/ 425 h 114"/>
                  <a:gd name="T30" fmla="*/ 1959 w 301"/>
                  <a:gd name="T31" fmla="*/ 300 h 114"/>
                  <a:gd name="T32" fmla="*/ 1709 w 301"/>
                  <a:gd name="T33" fmla="*/ 113 h 114"/>
                  <a:gd name="T34" fmla="*/ 1458 w 301"/>
                  <a:gd name="T35" fmla="*/ 33 h 114"/>
                  <a:gd name="T36" fmla="*/ 750 w 301"/>
                  <a:gd name="T37" fmla="*/ 20 h 114"/>
                  <a:gd name="T38" fmla="*/ 63 w 301"/>
                  <a:gd name="T39" fmla="*/ 238 h 11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01" h="114">
                    <a:moveTo>
                      <a:pt x="0" y="12"/>
                    </a:moveTo>
                    <a:cubicBezTo>
                      <a:pt x="6" y="34"/>
                      <a:pt x="46" y="17"/>
                      <a:pt x="58" y="10"/>
                    </a:cubicBezTo>
                    <a:cubicBezTo>
                      <a:pt x="64" y="13"/>
                      <a:pt x="72" y="13"/>
                      <a:pt x="80" y="14"/>
                    </a:cubicBezTo>
                    <a:cubicBezTo>
                      <a:pt x="86" y="16"/>
                      <a:pt x="93" y="19"/>
                      <a:pt x="100" y="22"/>
                    </a:cubicBezTo>
                    <a:cubicBezTo>
                      <a:pt x="109" y="25"/>
                      <a:pt x="133" y="34"/>
                      <a:pt x="133" y="46"/>
                    </a:cubicBezTo>
                    <a:cubicBezTo>
                      <a:pt x="153" y="36"/>
                      <a:pt x="199" y="73"/>
                      <a:pt x="211" y="89"/>
                    </a:cubicBezTo>
                    <a:cubicBezTo>
                      <a:pt x="223" y="103"/>
                      <a:pt x="232" y="105"/>
                      <a:pt x="250" y="108"/>
                    </a:cubicBezTo>
                    <a:cubicBezTo>
                      <a:pt x="261" y="111"/>
                      <a:pt x="285" y="114"/>
                      <a:pt x="292" y="103"/>
                    </a:cubicBezTo>
                    <a:cubicBezTo>
                      <a:pt x="301" y="91"/>
                      <a:pt x="283" y="73"/>
                      <a:pt x="272" y="69"/>
                    </a:cubicBezTo>
                    <a:cubicBezTo>
                      <a:pt x="266" y="68"/>
                      <a:pt x="226" y="59"/>
                      <a:pt x="223" y="65"/>
                    </a:cubicBezTo>
                    <a:cubicBezTo>
                      <a:pt x="219" y="73"/>
                      <a:pt x="269" y="74"/>
                      <a:pt x="260" y="87"/>
                    </a:cubicBezTo>
                    <a:cubicBezTo>
                      <a:pt x="255" y="95"/>
                      <a:pt x="225" y="76"/>
                      <a:pt x="219" y="72"/>
                    </a:cubicBezTo>
                    <a:cubicBezTo>
                      <a:pt x="209" y="65"/>
                      <a:pt x="202" y="54"/>
                      <a:pt x="192" y="48"/>
                    </a:cubicBezTo>
                    <a:cubicBezTo>
                      <a:pt x="186" y="45"/>
                      <a:pt x="180" y="42"/>
                      <a:pt x="174" y="40"/>
                    </a:cubicBezTo>
                    <a:cubicBezTo>
                      <a:pt x="165" y="37"/>
                      <a:pt x="165" y="37"/>
                      <a:pt x="163" y="27"/>
                    </a:cubicBezTo>
                    <a:cubicBezTo>
                      <a:pt x="149" y="33"/>
                      <a:pt x="137" y="27"/>
                      <a:pt x="125" y="19"/>
                    </a:cubicBezTo>
                    <a:cubicBezTo>
                      <a:pt x="119" y="16"/>
                      <a:pt x="115" y="11"/>
                      <a:pt x="109" y="7"/>
                    </a:cubicBezTo>
                    <a:cubicBezTo>
                      <a:pt x="102" y="1"/>
                      <a:pt x="102" y="1"/>
                      <a:pt x="93" y="2"/>
                    </a:cubicBezTo>
                    <a:cubicBezTo>
                      <a:pt x="77" y="2"/>
                      <a:pt x="63" y="0"/>
                      <a:pt x="48" y="1"/>
                    </a:cubicBezTo>
                    <a:cubicBezTo>
                      <a:pt x="32" y="2"/>
                      <a:pt x="18" y="9"/>
                      <a:pt x="4" y="15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9" name="Freeform 167">
                <a:extLst>
                  <a:ext uri="{FF2B5EF4-FFF2-40B4-BE49-F238E27FC236}">
                    <a16:creationId xmlns:a16="http://schemas.microsoft.com/office/drawing/2014/main" id="{8FBB39FF-9419-4DF3-B5D0-0E92A0E5D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887"/>
                <a:ext cx="233" cy="82"/>
              </a:xfrm>
              <a:custGeom>
                <a:avLst/>
                <a:gdLst>
                  <a:gd name="T0" fmla="*/ 0 w 93"/>
                  <a:gd name="T1" fmla="*/ 104 h 33"/>
                  <a:gd name="T2" fmla="*/ 438 w 93"/>
                  <a:gd name="T3" fmla="*/ 104 h 33"/>
                  <a:gd name="T4" fmla="*/ 847 w 93"/>
                  <a:gd name="T5" fmla="*/ 321 h 33"/>
                  <a:gd name="T6" fmla="*/ 1213 w 93"/>
                  <a:gd name="T7" fmla="*/ 475 h 33"/>
                  <a:gd name="T8" fmla="*/ 1463 w 93"/>
                  <a:gd name="T9" fmla="*/ 199 h 33"/>
                  <a:gd name="T10" fmla="*/ 1160 w 93"/>
                  <a:gd name="T11" fmla="*/ 216 h 33"/>
                  <a:gd name="T12" fmla="*/ 909 w 93"/>
                  <a:gd name="T13" fmla="*/ 92 h 33"/>
                  <a:gd name="T14" fmla="*/ 333 w 93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33">
                    <a:moveTo>
                      <a:pt x="0" y="7"/>
                    </a:moveTo>
                    <a:cubicBezTo>
                      <a:pt x="4" y="9"/>
                      <a:pt x="19" y="4"/>
                      <a:pt x="28" y="7"/>
                    </a:cubicBezTo>
                    <a:cubicBezTo>
                      <a:pt x="37" y="10"/>
                      <a:pt x="46" y="15"/>
                      <a:pt x="54" y="21"/>
                    </a:cubicBezTo>
                    <a:cubicBezTo>
                      <a:pt x="61" y="26"/>
                      <a:pt x="68" y="33"/>
                      <a:pt x="77" y="31"/>
                    </a:cubicBezTo>
                    <a:cubicBezTo>
                      <a:pt x="88" y="30"/>
                      <a:pt x="87" y="20"/>
                      <a:pt x="93" y="13"/>
                    </a:cubicBezTo>
                    <a:cubicBezTo>
                      <a:pt x="87" y="13"/>
                      <a:pt x="79" y="15"/>
                      <a:pt x="74" y="14"/>
                    </a:cubicBezTo>
                    <a:cubicBezTo>
                      <a:pt x="68" y="13"/>
                      <a:pt x="63" y="8"/>
                      <a:pt x="58" y="6"/>
                    </a:cubicBezTo>
                    <a:cubicBezTo>
                      <a:pt x="46" y="2"/>
                      <a:pt x="32" y="5"/>
                      <a:pt x="21" y="0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0" name="Freeform 168">
                <a:extLst>
                  <a:ext uri="{FF2B5EF4-FFF2-40B4-BE49-F238E27FC236}">
                    <a16:creationId xmlns:a16="http://schemas.microsoft.com/office/drawing/2014/main" id="{614FD76F-5CD4-48F5-B6F4-98B1B9DA7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782"/>
                <a:ext cx="152" cy="90"/>
              </a:xfrm>
              <a:custGeom>
                <a:avLst/>
                <a:gdLst>
                  <a:gd name="T0" fmla="*/ 0 w 61"/>
                  <a:gd name="T1" fmla="*/ 20 h 36"/>
                  <a:gd name="T2" fmla="*/ 466 w 61"/>
                  <a:gd name="T3" fmla="*/ 563 h 36"/>
                  <a:gd name="T4" fmla="*/ 944 w 61"/>
                  <a:gd name="T5" fmla="*/ 125 h 36"/>
                  <a:gd name="T6" fmla="*/ 571 w 61"/>
                  <a:gd name="T7" fmla="*/ 175 h 36"/>
                  <a:gd name="T8" fmla="*/ 311 w 61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6">
                    <a:moveTo>
                      <a:pt x="0" y="1"/>
                    </a:moveTo>
                    <a:cubicBezTo>
                      <a:pt x="18" y="2"/>
                      <a:pt x="26" y="18"/>
                      <a:pt x="30" y="36"/>
                    </a:cubicBezTo>
                    <a:cubicBezTo>
                      <a:pt x="38" y="22"/>
                      <a:pt x="49" y="17"/>
                      <a:pt x="61" y="8"/>
                    </a:cubicBezTo>
                    <a:cubicBezTo>
                      <a:pt x="53" y="7"/>
                      <a:pt x="45" y="13"/>
                      <a:pt x="37" y="11"/>
                    </a:cubicBezTo>
                    <a:cubicBezTo>
                      <a:pt x="30" y="9"/>
                      <a:pt x="26" y="3"/>
                      <a:pt x="20" y="0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1" name="Freeform 169">
                <a:extLst>
                  <a:ext uri="{FF2B5EF4-FFF2-40B4-BE49-F238E27FC236}">
                    <a16:creationId xmlns:a16="http://schemas.microsoft.com/office/drawing/2014/main" id="{8A9A99DE-B55C-40D0-9278-A4DD19EE5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832"/>
                <a:ext cx="800" cy="558"/>
              </a:xfrm>
              <a:custGeom>
                <a:avLst/>
                <a:gdLst>
                  <a:gd name="T0" fmla="*/ 2563 w 320"/>
                  <a:gd name="T1" fmla="*/ 876 h 223"/>
                  <a:gd name="T2" fmla="*/ 3345 w 320"/>
                  <a:gd name="T3" fmla="*/ 863 h 223"/>
                  <a:gd name="T4" fmla="*/ 3658 w 320"/>
                  <a:gd name="T5" fmla="*/ 958 h 223"/>
                  <a:gd name="T6" fmla="*/ 3800 w 320"/>
                  <a:gd name="T7" fmla="*/ 1284 h 223"/>
                  <a:gd name="T8" fmla="*/ 4283 w 320"/>
                  <a:gd name="T9" fmla="*/ 1742 h 223"/>
                  <a:gd name="T10" fmla="*/ 4895 w 320"/>
                  <a:gd name="T11" fmla="*/ 2097 h 223"/>
                  <a:gd name="T12" fmla="*/ 4895 w 320"/>
                  <a:gd name="T13" fmla="*/ 2367 h 223"/>
                  <a:gd name="T14" fmla="*/ 4925 w 320"/>
                  <a:gd name="T15" fmla="*/ 2617 h 223"/>
                  <a:gd name="T16" fmla="*/ 4688 w 320"/>
                  <a:gd name="T17" fmla="*/ 3025 h 223"/>
                  <a:gd name="T18" fmla="*/ 4988 w 320"/>
                  <a:gd name="T19" fmla="*/ 3025 h 223"/>
                  <a:gd name="T20" fmla="*/ 5000 w 320"/>
                  <a:gd name="T21" fmla="*/ 3068 h 223"/>
                  <a:gd name="T22" fmla="*/ 4625 w 320"/>
                  <a:gd name="T23" fmla="*/ 3288 h 223"/>
                  <a:gd name="T24" fmla="*/ 4250 w 320"/>
                  <a:gd name="T25" fmla="*/ 3476 h 223"/>
                  <a:gd name="T26" fmla="*/ 4458 w 320"/>
                  <a:gd name="T27" fmla="*/ 2159 h 223"/>
                  <a:gd name="T28" fmla="*/ 3300 w 320"/>
                  <a:gd name="T29" fmla="*/ 1409 h 223"/>
                  <a:gd name="T30" fmla="*/ 2800 w 320"/>
                  <a:gd name="T31" fmla="*/ 1033 h 223"/>
                  <a:gd name="T32" fmla="*/ 2063 w 320"/>
                  <a:gd name="T33" fmla="*/ 926 h 223"/>
                  <a:gd name="T34" fmla="*/ 1083 w 320"/>
                  <a:gd name="T35" fmla="*/ 1679 h 223"/>
                  <a:gd name="T36" fmla="*/ 970 w 320"/>
                  <a:gd name="T37" fmla="*/ 2347 h 223"/>
                  <a:gd name="T38" fmla="*/ 395 w 320"/>
                  <a:gd name="T39" fmla="*/ 2397 h 223"/>
                  <a:gd name="T40" fmla="*/ 158 w 320"/>
                  <a:gd name="T41" fmla="*/ 2117 h 223"/>
                  <a:gd name="T42" fmla="*/ 95 w 320"/>
                  <a:gd name="T43" fmla="*/ 1834 h 223"/>
                  <a:gd name="T44" fmla="*/ 250 w 320"/>
                  <a:gd name="T45" fmla="*/ 1584 h 223"/>
                  <a:gd name="T46" fmla="*/ 395 w 320"/>
                  <a:gd name="T47" fmla="*/ 1396 h 223"/>
                  <a:gd name="T48" fmla="*/ 583 w 320"/>
                  <a:gd name="T49" fmla="*/ 1772 h 223"/>
                  <a:gd name="T50" fmla="*/ 500 w 320"/>
                  <a:gd name="T51" fmla="*/ 2004 h 223"/>
                  <a:gd name="T52" fmla="*/ 720 w 320"/>
                  <a:gd name="T53" fmla="*/ 2209 h 223"/>
                  <a:gd name="T54" fmla="*/ 895 w 320"/>
                  <a:gd name="T55" fmla="*/ 1784 h 223"/>
                  <a:gd name="T56" fmla="*/ 720 w 320"/>
                  <a:gd name="T57" fmla="*/ 1209 h 223"/>
                  <a:gd name="T58" fmla="*/ 833 w 320"/>
                  <a:gd name="T59" fmla="*/ 1096 h 223"/>
                  <a:gd name="T60" fmla="*/ 988 w 320"/>
                  <a:gd name="T61" fmla="*/ 771 h 223"/>
                  <a:gd name="T62" fmla="*/ 1345 w 320"/>
                  <a:gd name="T63" fmla="*/ 500 h 223"/>
                  <a:gd name="T64" fmla="*/ 2175 w 320"/>
                  <a:gd name="T65" fmla="*/ 0 h 223"/>
                  <a:gd name="T66" fmla="*/ 1863 w 320"/>
                  <a:gd name="T67" fmla="*/ 333 h 223"/>
                  <a:gd name="T68" fmla="*/ 1938 w 320"/>
                  <a:gd name="T69" fmla="*/ 688 h 223"/>
                  <a:gd name="T70" fmla="*/ 2375 w 320"/>
                  <a:gd name="T71" fmla="*/ 771 h 223"/>
                  <a:gd name="T72" fmla="*/ 2833 w 320"/>
                  <a:gd name="T73" fmla="*/ 938 h 2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20" h="223">
                    <a:moveTo>
                      <a:pt x="164" y="56"/>
                    </a:moveTo>
                    <a:cubicBezTo>
                      <a:pt x="165" y="59"/>
                      <a:pt x="206" y="54"/>
                      <a:pt x="214" y="55"/>
                    </a:cubicBezTo>
                    <a:cubicBezTo>
                      <a:pt x="221" y="55"/>
                      <a:pt x="230" y="55"/>
                      <a:pt x="234" y="61"/>
                    </a:cubicBezTo>
                    <a:cubicBezTo>
                      <a:pt x="239" y="66"/>
                      <a:pt x="240" y="76"/>
                      <a:pt x="243" y="82"/>
                    </a:cubicBezTo>
                    <a:cubicBezTo>
                      <a:pt x="251" y="97"/>
                      <a:pt x="258" y="106"/>
                      <a:pt x="274" y="111"/>
                    </a:cubicBezTo>
                    <a:cubicBezTo>
                      <a:pt x="286" y="116"/>
                      <a:pt x="308" y="119"/>
                      <a:pt x="313" y="134"/>
                    </a:cubicBezTo>
                    <a:cubicBezTo>
                      <a:pt x="315" y="139"/>
                      <a:pt x="312" y="145"/>
                      <a:pt x="313" y="151"/>
                    </a:cubicBezTo>
                    <a:cubicBezTo>
                      <a:pt x="313" y="156"/>
                      <a:pt x="316" y="161"/>
                      <a:pt x="315" y="167"/>
                    </a:cubicBezTo>
                    <a:cubicBezTo>
                      <a:pt x="313" y="177"/>
                      <a:pt x="301" y="183"/>
                      <a:pt x="300" y="193"/>
                    </a:cubicBezTo>
                    <a:cubicBezTo>
                      <a:pt x="305" y="191"/>
                      <a:pt x="313" y="191"/>
                      <a:pt x="319" y="193"/>
                    </a:cubicBezTo>
                    <a:cubicBezTo>
                      <a:pt x="319" y="194"/>
                      <a:pt x="319" y="195"/>
                      <a:pt x="320" y="196"/>
                    </a:cubicBezTo>
                    <a:cubicBezTo>
                      <a:pt x="311" y="201"/>
                      <a:pt x="304" y="204"/>
                      <a:pt x="296" y="210"/>
                    </a:cubicBezTo>
                    <a:cubicBezTo>
                      <a:pt x="290" y="216"/>
                      <a:pt x="281" y="223"/>
                      <a:pt x="272" y="222"/>
                    </a:cubicBezTo>
                    <a:cubicBezTo>
                      <a:pt x="261" y="192"/>
                      <a:pt x="312" y="167"/>
                      <a:pt x="285" y="138"/>
                    </a:cubicBezTo>
                    <a:cubicBezTo>
                      <a:pt x="264" y="116"/>
                      <a:pt x="235" y="108"/>
                      <a:pt x="211" y="90"/>
                    </a:cubicBezTo>
                    <a:cubicBezTo>
                      <a:pt x="200" y="82"/>
                      <a:pt x="192" y="70"/>
                      <a:pt x="179" y="66"/>
                    </a:cubicBezTo>
                    <a:cubicBezTo>
                      <a:pt x="164" y="61"/>
                      <a:pt x="147" y="58"/>
                      <a:pt x="132" y="59"/>
                    </a:cubicBezTo>
                    <a:cubicBezTo>
                      <a:pt x="102" y="60"/>
                      <a:pt x="59" y="70"/>
                      <a:pt x="69" y="107"/>
                    </a:cubicBezTo>
                    <a:cubicBezTo>
                      <a:pt x="73" y="124"/>
                      <a:pt x="73" y="135"/>
                      <a:pt x="62" y="150"/>
                    </a:cubicBezTo>
                    <a:cubicBezTo>
                      <a:pt x="53" y="164"/>
                      <a:pt x="38" y="166"/>
                      <a:pt x="25" y="153"/>
                    </a:cubicBezTo>
                    <a:cubicBezTo>
                      <a:pt x="20" y="148"/>
                      <a:pt x="15" y="141"/>
                      <a:pt x="10" y="135"/>
                    </a:cubicBezTo>
                    <a:cubicBezTo>
                      <a:pt x="3" y="129"/>
                      <a:pt x="0" y="125"/>
                      <a:pt x="6" y="117"/>
                    </a:cubicBezTo>
                    <a:cubicBezTo>
                      <a:pt x="12" y="109"/>
                      <a:pt x="15" y="111"/>
                      <a:pt x="16" y="101"/>
                    </a:cubicBezTo>
                    <a:cubicBezTo>
                      <a:pt x="16" y="92"/>
                      <a:pt x="13" y="88"/>
                      <a:pt x="25" y="89"/>
                    </a:cubicBezTo>
                    <a:cubicBezTo>
                      <a:pt x="41" y="90"/>
                      <a:pt x="43" y="99"/>
                      <a:pt x="37" y="113"/>
                    </a:cubicBezTo>
                    <a:cubicBezTo>
                      <a:pt x="35" y="118"/>
                      <a:pt x="30" y="122"/>
                      <a:pt x="32" y="128"/>
                    </a:cubicBezTo>
                    <a:cubicBezTo>
                      <a:pt x="33" y="130"/>
                      <a:pt x="43" y="140"/>
                      <a:pt x="46" y="141"/>
                    </a:cubicBezTo>
                    <a:cubicBezTo>
                      <a:pt x="58" y="142"/>
                      <a:pt x="59" y="121"/>
                      <a:pt x="57" y="114"/>
                    </a:cubicBezTo>
                    <a:cubicBezTo>
                      <a:pt x="53" y="100"/>
                      <a:pt x="48" y="90"/>
                      <a:pt x="46" y="77"/>
                    </a:cubicBezTo>
                    <a:cubicBezTo>
                      <a:pt x="48" y="75"/>
                      <a:pt x="50" y="72"/>
                      <a:pt x="53" y="70"/>
                    </a:cubicBezTo>
                    <a:cubicBezTo>
                      <a:pt x="40" y="68"/>
                      <a:pt x="59" y="53"/>
                      <a:pt x="63" y="49"/>
                    </a:cubicBezTo>
                    <a:cubicBezTo>
                      <a:pt x="71" y="41"/>
                      <a:pt x="76" y="36"/>
                      <a:pt x="86" y="32"/>
                    </a:cubicBezTo>
                    <a:cubicBezTo>
                      <a:pt x="103" y="26"/>
                      <a:pt x="120" y="0"/>
                      <a:pt x="139" y="0"/>
                    </a:cubicBezTo>
                    <a:cubicBezTo>
                      <a:pt x="138" y="7"/>
                      <a:pt x="123" y="13"/>
                      <a:pt x="119" y="21"/>
                    </a:cubicBezTo>
                    <a:cubicBezTo>
                      <a:pt x="114" y="30"/>
                      <a:pt x="115" y="38"/>
                      <a:pt x="124" y="44"/>
                    </a:cubicBezTo>
                    <a:cubicBezTo>
                      <a:pt x="133" y="49"/>
                      <a:pt x="143" y="47"/>
                      <a:pt x="152" y="49"/>
                    </a:cubicBezTo>
                    <a:cubicBezTo>
                      <a:pt x="162" y="51"/>
                      <a:pt x="171" y="58"/>
                      <a:pt x="181" y="60"/>
                    </a:cubicBezTo>
                  </a:path>
                </a:pathLst>
              </a:custGeom>
              <a:solidFill>
                <a:srgbClr val="CCA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2" name="Freeform 170">
                <a:extLst>
                  <a:ext uri="{FF2B5EF4-FFF2-40B4-BE49-F238E27FC236}">
                    <a16:creationId xmlns:a16="http://schemas.microsoft.com/office/drawing/2014/main" id="{4C7CDF98-8C74-4782-971A-41F0B40DE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052"/>
                <a:ext cx="122" cy="122"/>
              </a:xfrm>
              <a:custGeom>
                <a:avLst/>
                <a:gdLst>
                  <a:gd name="T0" fmla="*/ 30 w 49"/>
                  <a:gd name="T1" fmla="*/ 154 h 49"/>
                  <a:gd name="T2" fmla="*/ 383 w 49"/>
                  <a:gd name="T3" fmla="*/ 570 h 49"/>
                  <a:gd name="T4" fmla="*/ 540 w 49"/>
                  <a:gd name="T5" fmla="*/ 662 h 49"/>
                  <a:gd name="T6" fmla="*/ 757 w 49"/>
                  <a:gd name="T7" fmla="*/ 466 h 49"/>
                  <a:gd name="T8" fmla="*/ 466 w 49"/>
                  <a:gd name="T9" fmla="*/ 154 h 49"/>
                  <a:gd name="T10" fmla="*/ 0 w 49"/>
                  <a:gd name="T11" fmla="*/ 62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9">
                    <a:moveTo>
                      <a:pt x="2" y="10"/>
                    </a:moveTo>
                    <a:cubicBezTo>
                      <a:pt x="13" y="16"/>
                      <a:pt x="23" y="20"/>
                      <a:pt x="25" y="37"/>
                    </a:cubicBezTo>
                    <a:cubicBezTo>
                      <a:pt x="26" y="46"/>
                      <a:pt x="25" y="49"/>
                      <a:pt x="35" y="43"/>
                    </a:cubicBezTo>
                    <a:cubicBezTo>
                      <a:pt x="39" y="40"/>
                      <a:pt x="45" y="34"/>
                      <a:pt x="49" y="30"/>
                    </a:cubicBezTo>
                    <a:cubicBezTo>
                      <a:pt x="42" y="24"/>
                      <a:pt x="37" y="16"/>
                      <a:pt x="30" y="10"/>
                    </a:cubicBezTo>
                    <a:cubicBezTo>
                      <a:pt x="20" y="0"/>
                      <a:pt x="13" y="3"/>
                      <a:pt x="0" y="4"/>
                    </a:cubicBezTo>
                  </a:path>
                </a:pathLst>
              </a:custGeom>
              <a:solidFill>
                <a:srgbClr val="CCA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3" name="Freeform 171">
                <a:extLst>
                  <a:ext uri="{FF2B5EF4-FFF2-40B4-BE49-F238E27FC236}">
                    <a16:creationId xmlns:a16="http://schemas.microsoft.com/office/drawing/2014/main" id="{C54C1687-9C1F-4CF9-BD03-FB269EB69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052"/>
                <a:ext cx="362" cy="485"/>
              </a:xfrm>
              <a:custGeom>
                <a:avLst/>
                <a:gdLst>
                  <a:gd name="T0" fmla="*/ 0 w 145"/>
                  <a:gd name="T1" fmla="*/ 33 h 194"/>
                  <a:gd name="T2" fmla="*/ 280 w 145"/>
                  <a:gd name="T3" fmla="*/ 300 h 194"/>
                  <a:gd name="T4" fmla="*/ 230 w 145"/>
                  <a:gd name="T5" fmla="*/ 688 h 194"/>
                  <a:gd name="T6" fmla="*/ 841 w 145"/>
                  <a:gd name="T7" fmla="*/ 1675 h 194"/>
                  <a:gd name="T8" fmla="*/ 1446 w 145"/>
                  <a:gd name="T9" fmla="*/ 1770 h 194"/>
                  <a:gd name="T10" fmla="*/ 1837 w 145"/>
                  <a:gd name="T11" fmla="*/ 1363 h 194"/>
                  <a:gd name="T12" fmla="*/ 1745 w 145"/>
                  <a:gd name="T13" fmla="*/ 1783 h 194"/>
                  <a:gd name="T14" fmla="*/ 1653 w 145"/>
                  <a:gd name="T15" fmla="*/ 2363 h 194"/>
                  <a:gd name="T16" fmla="*/ 1278 w 145"/>
                  <a:gd name="T17" fmla="*/ 2563 h 194"/>
                  <a:gd name="T18" fmla="*/ 687 w 145"/>
                  <a:gd name="T19" fmla="*/ 2645 h 194"/>
                  <a:gd name="T20" fmla="*/ 1121 w 145"/>
                  <a:gd name="T21" fmla="*/ 2770 h 194"/>
                  <a:gd name="T22" fmla="*/ 1478 w 145"/>
                  <a:gd name="T23" fmla="*/ 2925 h 194"/>
                  <a:gd name="T24" fmla="*/ 1850 w 145"/>
                  <a:gd name="T25" fmla="*/ 2970 h 194"/>
                  <a:gd name="T26" fmla="*/ 1945 w 145"/>
                  <a:gd name="T27" fmla="*/ 2645 h 194"/>
                  <a:gd name="T28" fmla="*/ 1962 w 145"/>
                  <a:gd name="T29" fmla="*/ 2250 h 194"/>
                  <a:gd name="T30" fmla="*/ 2100 w 145"/>
                  <a:gd name="T31" fmla="*/ 1925 h 194"/>
                  <a:gd name="T32" fmla="*/ 2244 w 145"/>
                  <a:gd name="T33" fmla="*/ 1175 h 194"/>
                  <a:gd name="T34" fmla="*/ 1945 w 145"/>
                  <a:gd name="T35" fmla="*/ 908 h 194"/>
                  <a:gd name="T36" fmla="*/ 1570 w 145"/>
                  <a:gd name="T37" fmla="*/ 1438 h 194"/>
                  <a:gd name="T38" fmla="*/ 1183 w 145"/>
                  <a:gd name="T39" fmla="*/ 1425 h 194"/>
                  <a:gd name="T40" fmla="*/ 824 w 145"/>
                  <a:gd name="T41" fmla="*/ 1300 h 194"/>
                  <a:gd name="T42" fmla="*/ 761 w 145"/>
                  <a:gd name="T43" fmla="*/ 958 h 194"/>
                  <a:gd name="T44" fmla="*/ 604 w 145"/>
                  <a:gd name="T45" fmla="*/ 688 h 194"/>
                  <a:gd name="T46" fmla="*/ 342 w 145"/>
                  <a:gd name="T47" fmla="*/ 50 h 194"/>
                  <a:gd name="T48" fmla="*/ 75 w 145"/>
                  <a:gd name="T49" fmla="*/ 0 h 19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5" h="194">
                    <a:moveTo>
                      <a:pt x="0" y="2"/>
                    </a:moveTo>
                    <a:cubicBezTo>
                      <a:pt x="1" y="6"/>
                      <a:pt x="15" y="11"/>
                      <a:pt x="18" y="19"/>
                    </a:cubicBezTo>
                    <a:cubicBezTo>
                      <a:pt x="22" y="29"/>
                      <a:pt x="16" y="36"/>
                      <a:pt x="15" y="44"/>
                    </a:cubicBezTo>
                    <a:cubicBezTo>
                      <a:pt x="40" y="58"/>
                      <a:pt x="30" y="92"/>
                      <a:pt x="54" y="107"/>
                    </a:cubicBezTo>
                    <a:cubicBezTo>
                      <a:pt x="66" y="115"/>
                      <a:pt x="80" y="119"/>
                      <a:pt x="93" y="113"/>
                    </a:cubicBezTo>
                    <a:cubicBezTo>
                      <a:pt x="109" y="106"/>
                      <a:pt x="113" y="104"/>
                      <a:pt x="118" y="87"/>
                    </a:cubicBezTo>
                    <a:cubicBezTo>
                      <a:pt x="133" y="80"/>
                      <a:pt x="114" y="110"/>
                      <a:pt x="112" y="114"/>
                    </a:cubicBezTo>
                    <a:cubicBezTo>
                      <a:pt x="105" y="127"/>
                      <a:pt x="105" y="136"/>
                      <a:pt x="106" y="151"/>
                    </a:cubicBezTo>
                    <a:cubicBezTo>
                      <a:pt x="107" y="171"/>
                      <a:pt x="97" y="164"/>
                      <a:pt x="82" y="164"/>
                    </a:cubicBezTo>
                    <a:cubicBezTo>
                      <a:pt x="69" y="164"/>
                      <a:pt x="56" y="165"/>
                      <a:pt x="44" y="169"/>
                    </a:cubicBezTo>
                    <a:cubicBezTo>
                      <a:pt x="53" y="171"/>
                      <a:pt x="63" y="174"/>
                      <a:pt x="72" y="177"/>
                    </a:cubicBezTo>
                    <a:cubicBezTo>
                      <a:pt x="80" y="180"/>
                      <a:pt x="86" y="185"/>
                      <a:pt x="95" y="187"/>
                    </a:cubicBezTo>
                    <a:cubicBezTo>
                      <a:pt x="101" y="189"/>
                      <a:pt x="113" y="194"/>
                      <a:pt x="119" y="190"/>
                    </a:cubicBezTo>
                    <a:cubicBezTo>
                      <a:pt x="125" y="186"/>
                      <a:pt x="124" y="175"/>
                      <a:pt x="125" y="169"/>
                    </a:cubicBezTo>
                    <a:cubicBezTo>
                      <a:pt x="125" y="160"/>
                      <a:pt x="124" y="152"/>
                      <a:pt x="126" y="144"/>
                    </a:cubicBezTo>
                    <a:cubicBezTo>
                      <a:pt x="127" y="136"/>
                      <a:pt x="132" y="130"/>
                      <a:pt x="135" y="123"/>
                    </a:cubicBezTo>
                    <a:cubicBezTo>
                      <a:pt x="140" y="109"/>
                      <a:pt x="142" y="89"/>
                      <a:pt x="144" y="75"/>
                    </a:cubicBezTo>
                    <a:cubicBezTo>
                      <a:pt x="145" y="60"/>
                      <a:pt x="137" y="60"/>
                      <a:pt x="125" y="58"/>
                    </a:cubicBezTo>
                    <a:cubicBezTo>
                      <a:pt x="112" y="68"/>
                      <a:pt x="118" y="85"/>
                      <a:pt x="101" y="92"/>
                    </a:cubicBezTo>
                    <a:cubicBezTo>
                      <a:pt x="92" y="95"/>
                      <a:pt x="84" y="94"/>
                      <a:pt x="76" y="91"/>
                    </a:cubicBezTo>
                    <a:cubicBezTo>
                      <a:pt x="69" y="89"/>
                      <a:pt x="58" y="88"/>
                      <a:pt x="53" y="83"/>
                    </a:cubicBezTo>
                    <a:cubicBezTo>
                      <a:pt x="47" y="77"/>
                      <a:pt x="52" y="69"/>
                      <a:pt x="49" y="61"/>
                    </a:cubicBezTo>
                    <a:cubicBezTo>
                      <a:pt x="46" y="55"/>
                      <a:pt x="41" y="52"/>
                      <a:pt x="39" y="44"/>
                    </a:cubicBezTo>
                    <a:cubicBezTo>
                      <a:pt x="35" y="30"/>
                      <a:pt x="36" y="10"/>
                      <a:pt x="22" y="3"/>
                    </a:cubicBezTo>
                    <a:cubicBezTo>
                      <a:pt x="17" y="1"/>
                      <a:pt x="7" y="1"/>
                      <a:pt x="5" y="0"/>
                    </a:cubicBezTo>
                  </a:path>
                </a:pathLst>
              </a:custGeom>
              <a:solidFill>
                <a:srgbClr val="CCA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4" name="Freeform 172">
                <a:extLst>
                  <a:ext uri="{FF2B5EF4-FFF2-40B4-BE49-F238E27FC236}">
                    <a16:creationId xmlns:a16="http://schemas.microsoft.com/office/drawing/2014/main" id="{35419CED-2560-4317-B57F-7A0662E97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657"/>
                <a:ext cx="155" cy="195"/>
              </a:xfrm>
              <a:custGeom>
                <a:avLst/>
                <a:gdLst>
                  <a:gd name="T0" fmla="*/ 0 w 62"/>
                  <a:gd name="T1" fmla="*/ 408 h 78"/>
                  <a:gd name="T2" fmla="*/ 533 w 62"/>
                  <a:gd name="T3" fmla="*/ 645 h 78"/>
                  <a:gd name="T4" fmla="*/ 708 w 62"/>
                  <a:gd name="T5" fmla="*/ 1220 h 78"/>
                  <a:gd name="T6" fmla="*/ 720 w 62"/>
                  <a:gd name="T7" fmla="*/ 863 h 78"/>
                  <a:gd name="T8" fmla="*/ 738 w 62"/>
                  <a:gd name="T9" fmla="*/ 520 h 78"/>
                  <a:gd name="T10" fmla="*/ 970 w 62"/>
                  <a:gd name="T11" fmla="*/ 0 h 78"/>
                  <a:gd name="T12" fmla="*/ 675 w 62"/>
                  <a:gd name="T13" fmla="*/ 300 h 78"/>
                  <a:gd name="T14" fmla="*/ 425 w 62"/>
                  <a:gd name="T15" fmla="*/ 488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78">
                    <a:moveTo>
                      <a:pt x="0" y="26"/>
                    </a:moveTo>
                    <a:cubicBezTo>
                      <a:pt x="11" y="25"/>
                      <a:pt x="28" y="31"/>
                      <a:pt x="34" y="41"/>
                    </a:cubicBezTo>
                    <a:cubicBezTo>
                      <a:pt x="41" y="52"/>
                      <a:pt x="44" y="65"/>
                      <a:pt x="45" y="78"/>
                    </a:cubicBezTo>
                    <a:cubicBezTo>
                      <a:pt x="48" y="74"/>
                      <a:pt x="46" y="61"/>
                      <a:pt x="46" y="55"/>
                    </a:cubicBezTo>
                    <a:cubicBezTo>
                      <a:pt x="46" y="48"/>
                      <a:pt x="46" y="41"/>
                      <a:pt x="47" y="33"/>
                    </a:cubicBezTo>
                    <a:cubicBezTo>
                      <a:pt x="48" y="21"/>
                      <a:pt x="56" y="11"/>
                      <a:pt x="62" y="0"/>
                    </a:cubicBezTo>
                    <a:cubicBezTo>
                      <a:pt x="57" y="8"/>
                      <a:pt x="50" y="13"/>
                      <a:pt x="43" y="19"/>
                    </a:cubicBezTo>
                    <a:cubicBezTo>
                      <a:pt x="39" y="22"/>
                      <a:pt x="33" y="37"/>
                      <a:pt x="27" y="31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5" name="Freeform 173">
                <a:extLst>
                  <a:ext uri="{FF2B5EF4-FFF2-40B4-BE49-F238E27FC236}">
                    <a16:creationId xmlns:a16="http://schemas.microsoft.com/office/drawing/2014/main" id="{21BB4E25-9781-4641-B04A-DF1246C58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765"/>
                <a:ext cx="50" cy="110"/>
              </a:xfrm>
              <a:custGeom>
                <a:avLst/>
                <a:gdLst>
                  <a:gd name="T0" fmla="*/ 63 w 20"/>
                  <a:gd name="T1" fmla="*/ 95 h 44"/>
                  <a:gd name="T2" fmla="*/ 313 w 20"/>
                  <a:gd name="T3" fmla="*/ 0 h 44"/>
                  <a:gd name="T4" fmla="*/ 250 w 20"/>
                  <a:gd name="T5" fmla="*/ 188 h 44"/>
                  <a:gd name="T6" fmla="*/ 220 w 20"/>
                  <a:gd name="T7" fmla="*/ 375 h 44"/>
                  <a:gd name="T8" fmla="*/ 0 w 20"/>
                  <a:gd name="T9" fmla="*/ 688 h 44"/>
                  <a:gd name="T10" fmla="*/ 95 w 20"/>
                  <a:gd name="T11" fmla="*/ 158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4">
                    <a:moveTo>
                      <a:pt x="4" y="6"/>
                    </a:moveTo>
                    <a:cubicBezTo>
                      <a:pt x="11" y="9"/>
                      <a:pt x="15" y="4"/>
                      <a:pt x="20" y="0"/>
                    </a:cubicBezTo>
                    <a:cubicBezTo>
                      <a:pt x="19" y="4"/>
                      <a:pt x="17" y="8"/>
                      <a:pt x="16" y="12"/>
                    </a:cubicBezTo>
                    <a:cubicBezTo>
                      <a:pt x="15" y="16"/>
                      <a:pt x="15" y="20"/>
                      <a:pt x="14" y="24"/>
                    </a:cubicBezTo>
                    <a:cubicBezTo>
                      <a:pt x="13" y="30"/>
                      <a:pt x="6" y="41"/>
                      <a:pt x="0" y="44"/>
                    </a:cubicBezTo>
                    <a:cubicBezTo>
                      <a:pt x="8" y="35"/>
                      <a:pt x="8" y="20"/>
                      <a:pt x="6" y="10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6" name="Freeform 174">
                <a:extLst>
                  <a:ext uri="{FF2B5EF4-FFF2-40B4-BE49-F238E27FC236}">
                    <a16:creationId xmlns:a16="http://schemas.microsoft.com/office/drawing/2014/main" id="{2870F115-0BC6-4D24-8C23-01987F6F9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652"/>
                <a:ext cx="170" cy="143"/>
              </a:xfrm>
              <a:custGeom>
                <a:avLst/>
                <a:gdLst>
                  <a:gd name="T0" fmla="*/ 488 w 68"/>
                  <a:gd name="T1" fmla="*/ 0 h 57"/>
                  <a:gd name="T2" fmla="*/ 158 w 68"/>
                  <a:gd name="T3" fmla="*/ 901 h 57"/>
                  <a:gd name="T4" fmla="*/ 550 w 68"/>
                  <a:gd name="T5" fmla="*/ 238 h 57"/>
                  <a:gd name="T6" fmla="*/ 720 w 68"/>
                  <a:gd name="T7" fmla="*/ 208 h 57"/>
                  <a:gd name="T8" fmla="*/ 863 w 68"/>
                  <a:gd name="T9" fmla="*/ 283 h 57"/>
                  <a:gd name="T10" fmla="*/ 1063 w 68"/>
                  <a:gd name="T11" fmla="*/ 95 h 57"/>
                  <a:gd name="T12" fmla="*/ 595 w 68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57">
                    <a:moveTo>
                      <a:pt x="31" y="0"/>
                    </a:moveTo>
                    <a:cubicBezTo>
                      <a:pt x="18" y="18"/>
                      <a:pt x="0" y="35"/>
                      <a:pt x="10" y="57"/>
                    </a:cubicBezTo>
                    <a:cubicBezTo>
                      <a:pt x="20" y="45"/>
                      <a:pt x="20" y="23"/>
                      <a:pt x="35" y="15"/>
                    </a:cubicBezTo>
                    <a:cubicBezTo>
                      <a:pt x="37" y="14"/>
                      <a:pt x="43" y="12"/>
                      <a:pt x="46" y="13"/>
                    </a:cubicBezTo>
                    <a:cubicBezTo>
                      <a:pt x="50" y="13"/>
                      <a:pt x="51" y="18"/>
                      <a:pt x="55" y="18"/>
                    </a:cubicBezTo>
                    <a:cubicBezTo>
                      <a:pt x="65" y="21"/>
                      <a:pt x="63" y="13"/>
                      <a:pt x="68" y="6"/>
                    </a:cubicBezTo>
                    <a:cubicBezTo>
                      <a:pt x="62" y="11"/>
                      <a:pt x="37" y="4"/>
                      <a:pt x="38" y="0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7" name="Freeform 175">
                <a:extLst>
                  <a:ext uri="{FF2B5EF4-FFF2-40B4-BE49-F238E27FC236}">
                    <a16:creationId xmlns:a16="http://schemas.microsoft.com/office/drawing/2014/main" id="{120CBBB2-4E8D-4B1D-8D16-5900061FC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710"/>
                <a:ext cx="75" cy="222"/>
              </a:xfrm>
              <a:custGeom>
                <a:avLst/>
                <a:gdLst>
                  <a:gd name="T0" fmla="*/ 188 w 30"/>
                  <a:gd name="T1" fmla="*/ 354 h 89"/>
                  <a:gd name="T2" fmla="*/ 20 w 30"/>
                  <a:gd name="T3" fmla="*/ 604 h 89"/>
                  <a:gd name="T4" fmla="*/ 208 w 30"/>
                  <a:gd name="T5" fmla="*/ 821 h 89"/>
                  <a:gd name="T6" fmla="*/ 300 w 30"/>
                  <a:gd name="T7" fmla="*/ 1382 h 89"/>
                  <a:gd name="T8" fmla="*/ 425 w 30"/>
                  <a:gd name="T9" fmla="*/ 1382 h 89"/>
                  <a:gd name="T10" fmla="*/ 300 w 30"/>
                  <a:gd name="T11" fmla="*/ 758 h 89"/>
                  <a:gd name="T12" fmla="*/ 470 w 30"/>
                  <a:gd name="T13" fmla="*/ 312 h 89"/>
                  <a:gd name="T14" fmla="*/ 408 w 30"/>
                  <a:gd name="T15" fmla="*/ 0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89">
                    <a:moveTo>
                      <a:pt x="12" y="23"/>
                    </a:moveTo>
                    <a:cubicBezTo>
                      <a:pt x="9" y="26"/>
                      <a:pt x="0" y="35"/>
                      <a:pt x="1" y="39"/>
                    </a:cubicBezTo>
                    <a:cubicBezTo>
                      <a:pt x="2" y="43"/>
                      <a:pt x="11" y="47"/>
                      <a:pt x="13" y="53"/>
                    </a:cubicBezTo>
                    <a:cubicBezTo>
                      <a:pt x="17" y="62"/>
                      <a:pt x="19" y="78"/>
                      <a:pt x="19" y="89"/>
                    </a:cubicBezTo>
                    <a:cubicBezTo>
                      <a:pt x="21" y="89"/>
                      <a:pt x="25" y="89"/>
                      <a:pt x="27" y="89"/>
                    </a:cubicBezTo>
                    <a:cubicBezTo>
                      <a:pt x="18" y="84"/>
                      <a:pt x="20" y="58"/>
                      <a:pt x="19" y="49"/>
                    </a:cubicBezTo>
                    <a:cubicBezTo>
                      <a:pt x="17" y="36"/>
                      <a:pt x="16" y="26"/>
                      <a:pt x="30" y="20"/>
                    </a:cubicBezTo>
                    <a:cubicBezTo>
                      <a:pt x="21" y="15"/>
                      <a:pt x="18" y="8"/>
                      <a:pt x="26" y="0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8" name="Freeform 176">
                <a:extLst>
                  <a:ext uri="{FF2B5EF4-FFF2-40B4-BE49-F238E27FC236}">
                    <a16:creationId xmlns:a16="http://schemas.microsoft.com/office/drawing/2014/main" id="{A66B532C-28BF-4706-AD33-FA8220964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900"/>
                <a:ext cx="298" cy="207"/>
              </a:xfrm>
              <a:custGeom>
                <a:avLst/>
                <a:gdLst>
                  <a:gd name="T0" fmla="*/ 83 w 119"/>
                  <a:gd name="T1" fmla="*/ 0 h 83"/>
                  <a:gd name="T2" fmla="*/ 533 w 119"/>
                  <a:gd name="T3" fmla="*/ 279 h 83"/>
                  <a:gd name="T4" fmla="*/ 771 w 119"/>
                  <a:gd name="T5" fmla="*/ 466 h 83"/>
                  <a:gd name="T6" fmla="*/ 1084 w 119"/>
                  <a:gd name="T7" fmla="*/ 591 h 83"/>
                  <a:gd name="T8" fmla="*/ 1367 w 119"/>
                  <a:gd name="T9" fmla="*/ 716 h 83"/>
                  <a:gd name="T10" fmla="*/ 1725 w 119"/>
                  <a:gd name="T11" fmla="*/ 758 h 83"/>
                  <a:gd name="T12" fmla="*/ 1713 w 119"/>
                  <a:gd name="T13" fmla="*/ 1028 h 83"/>
                  <a:gd name="T14" fmla="*/ 1493 w 119"/>
                  <a:gd name="T15" fmla="*/ 1287 h 83"/>
                  <a:gd name="T16" fmla="*/ 1493 w 119"/>
                  <a:gd name="T17" fmla="*/ 1070 h 83"/>
                  <a:gd name="T18" fmla="*/ 1397 w 119"/>
                  <a:gd name="T19" fmla="*/ 853 h 83"/>
                  <a:gd name="T20" fmla="*/ 972 w 119"/>
                  <a:gd name="T21" fmla="*/ 529 h 83"/>
                  <a:gd name="T22" fmla="*/ 458 w 119"/>
                  <a:gd name="T23" fmla="*/ 479 h 83"/>
                  <a:gd name="T24" fmla="*/ 95 w 119"/>
                  <a:gd name="T25" fmla="*/ 42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9" h="83">
                    <a:moveTo>
                      <a:pt x="5" y="0"/>
                    </a:moveTo>
                    <a:cubicBezTo>
                      <a:pt x="0" y="11"/>
                      <a:pt x="28" y="15"/>
                      <a:pt x="34" y="18"/>
                    </a:cubicBezTo>
                    <a:cubicBezTo>
                      <a:pt x="40" y="21"/>
                      <a:pt x="44" y="27"/>
                      <a:pt x="49" y="30"/>
                    </a:cubicBezTo>
                    <a:cubicBezTo>
                      <a:pt x="55" y="33"/>
                      <a:pt x="63" y="35"/>
                      <a:pt x="69" y="38"/>
                    </a:cubicBezTo>
                    <a:cubicBezTo>
                      <a:pt x="75" y="40"/>
                      <a:pt x="80" y="44"/>
                      <a:pt x="87" y="46"/>
                    </a:cubicBezTo>
                    <a:cubicBezTo>
                      <a:pt x="94" y="48"/>
                      <a:pt x="103" y="46"/>
                      <a:pt x="110" y="49"/>
                    </a:cubicBezTo>
                    <a:cubicBezTo>
                      <a:pt x="119" y="53"/>
                      <a:pt x="114" y="58"/>
                      <a:pt x="109" y="66"/>
                    </a:cubicBezTo>
                    <a:cubicBezTo>
                      <a:pt x="105" y="71"/>
                      <a:pt x="101" y="79"/>
                      <a:pt x="95" y="83"/>
                    </a:cubicBezTo>
                    <a:cubicBezTo>
                      <a:pt x="89" y="79"/>
                      <a:pt x="94" y="74"/>
                      <a:pt x="95" y="69"/>
                    </a:cubicBezTo>
                    <a:cubicBezTo>
                      <a:pt x="96" y="59"/>
                      <a:pt x="95" y="61"/>
                      <a:pt x="89" y="55"/>
                    </a:cubicBezTo>
                    <a:cubicBezTo>
                      <a:pt x="81" y="48"/>
                      <a:pt x="72" y="37"/>
                      <a:pt x="62" y="34"/>
                    </a:cubicBezTo>
                    <a:cubicBezTo>
                      <a:pt x="52" y="30"/>
                      <a:pt x="39" y="34"/>
                      <a:pt x="29" y="31"/>
                    </a:cubicBezTo>
                    <a:cubicBezTo>
                      <a:pt x="13" y="25"/>
                      <a:pt x="16" y="11"/>
                      <a:pt x="6" y="3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9" name="Freeform 177">
                <a:extLst>
                  <a:ext uri="{FF2B5EF4-FFF2-40B4-BE49-F238E27FC236}">
                    <a16:creationId xmlns:a16="http://schemas.microsoft.com/office/drawing/2014/main" id="{D596D786-7595-458E-BECF-55C2EAC34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232"/>
                <a:ext cx="915" cy="408"/>
              </a:xfrm>
              <a:custGeom>
                <a:avLst/>
                <a:gdLst>
                  <a:gd name="T0" fmla="*/ 2345 w 366"/>
                  <a:gd name="T1" fmla="*/ 1847 h 163"/>
                  <a:gd name="T2" fmla="*/ 2375 w 366"/>
                  <a:gd name="T3" fmla="*/ 2243 h 163"/>
                  <a:gd name="T4" fmla="*/ 2563 w 366"/>
                  <a:gd name="T5" fmla="*/ 2506 h 163"/>
                  <a:gd name="T6" fmla="*/ 2675 w 366"/>
                  <a:gd name="T7" fmla="*/ 2213 h 163"/>
                  <a:gd name="T8" fmla="*/ 2925 w 366"/>
                  <a:gd name="T9" fmla="*/ 2130 h 163"/>
                  <a:gd name="T10" fmla="*/ 3208 w 366"/>
                  <a:gd name="T11" fmla="*/ 1880 h 163"/>
                  <a:gd name="T12" fmla="*/ 3500 w 366"/>
                  <a:gd name="T13" fmla="*/ 1629 h 163"/>
                  <a:gd name="T14" fmla="*/ 4188 w 366"/>
                  <a:gd name="T15" fmla="*/ 1492 h 163"/>
                  <a:gd name="T16" fmla="*/ 4645 w 366"/>
                  <a:gd name="T17" fmla="*/ 1034 h 163"/>
                  <a:gd name="T18" fmla="*/ 5063 w 366"/>
                  <a:gd name="T19" fmla="*/ 1459 h 163"/>
                  <a:gd name="T20" fmla="*/ 5083 w 366"/>
                  <a:gd name="T21" fmla="*/ 1722 h 163"/>
                  <a:gd name="T22" fmla="*/ 5408 w 366"/>
                  <a:gd name="T23" fmla="*/ 1930 h 163"/>
                  <a:gd name="T24" fmla="*/ 5645 w 366"/>
                  <a:gd name="T25" fmla="*/ 2538 h 163"/>
                  <a:gd name="T26" fmla="*/ 5625 w 366"/>
                  <a:gd name="T27" fmla="*/ 2118 h 163"/>
                  <a:gd name="T28" fmla="*/ 5438 w 366"/>
                  <a:gd name="T29" fmla="*/ 1710 h 163"/>
                  <a:gd name="T30" fmla="*/ 5283 w 366"/>
                  <a:gd name="T31" fmla="*/ 1397 h 163"/>
                  <a:gd name="T32" fmla="*/ 5250 w 366"/>
                  <a:gd name="T33" fmla="*/ 1034 h 163"/>
                  <a:gd name="T34" fmla="*/ 4925 w 366"/>
                  <a:gd name="T35" fmla="*/ 458 h 163"/>
                  <a:gd name="T36" fmla="*/ 4658 w 366"/>
                  <a:gd name="T37" fmla="*/ 270 h 163"/>
                  <a:gd name="T38" fmla="*/ 4458 w 366"/>
                  <a:gd name="T39" fmla="*/ 0 h 163"/>
                  <a:gd name="T40" fmla="*/ 4563 w 366"/>
                  <a:gd name="T41" fmla="*/ 363 h 163"/>
                  <a:gd name="T42" fmla="*/ 4863 w 366"/>
                  <a:gd name="T43" fmla="*/ 688 h 163"/>
                  <a:gd name="T44" fmla="*/ 4533 w 366"/>
                  <a:gd name="T45" fmla="*/ 909 h 163"/>
                  <a:gd name="T46" fmla="*/ 4250 w 366"/>
                  <a:gd name="T47" fmla="*/ 1084 h 163"/>
                  <a:gd name="T48" fmla="*/ 3625 w 366"/>
                  <a:gd name="T49" fmla="*/ 1522 h 163"/>
                  <a:gd name="T50" fmla="*/ 3300 w 366"/>
                  <a:gd name="T51" fmla="*/ 1617 h 163"/>
                  <a:gd name="T52" fmla="*/ 3020 w 366"/>
                  <a:gd name="T53" fmla="*/ 1817 h 163"/>
                  <a:gd name="T54" fmla="*/ 2675 w 366"/>
                  <a:gd name="T55" fmla="*/ 1847 h 163"/>
                  <a:gd name="T56" fmla="*/ 2550 w 366"/>
                  <a:gd name="T57" fmla="*/ 1597 h 163"/>
                  <a:gd name="T58" fmla="*/ 2500 w 366"/>
                  <a:gd name="T59" fmla="*/ 1272 h 163"/>
                  <a:gd name="T60" fmla="*/ 2270 w 366"/>
                  <a:gd name="T61" fmla="*/ 1066 h 163"/>
                  <a:gd name="T62" fmla="*/ 1875 w 366"/>
                  <a:gd name="T63" fmla="*/ 1129 h 163"/>
                  <a:gd name="T64" fmla="*/ 1583 w 366"/>
                  <a:gd name="T65" fmla="*/ 926 h 163"/>
                  <a:gd name="T66" fmla="*/ 863 w 366"/>
                  <a:gd name="T67" fmla="*/ 708 h 163"/>
                  <a:gd name="T68" fmla="*/ 363 w 366"/>
                  <a:gd name="T69" fmla="*/ 626 h 163"/>
                  <a:gd name="T70" fmla="*/ 0 w 366"/>
                  <a:gd name="T71" fmla="*/ 971 h 163"/>
                  <a:gd name="T72" fmla="*/ 458 w 366"/>
                  <a:gd name="T73" fmla="*/ 813 h 163"/>
                  <a:gd name="T74" fmla="*/ 720 w 366"/>
                  <a:gd name="T75" fmla="*/ 876 h 163"/>
                  <a:gd name="T76" fmla="*/ 1238 w 366"/>
                  <a:gd name="T77" fmla="*/ 1191 h 163"/>
                  <a:gd name="T78" fmla="*/ 1895 w 366"/>
                  <a:gd name="T79" fmla="*/ 1304 h 163"/>
                  <a:gd name="T80" fmla="*/ 2313 w 366"/>
                  <a:gd name="T81" fmla="*/ 1755 h 16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66" h="163">
                    <a:moveTo>
                      <a:pt x="150" y="118"/>
                    </a:moveTo>
                    <a:cubicBezTo>
                      <a:pt x="153" y="127"/>
                      <a:pt x="153" y="134"/>
                      <a:pt x="152" y="143"/>
                    </a:cubicBezTo>
                    <a:cubicBezTo>
                      <a:pt x="152" y="152"/>
                      <a:pt x="152" y="163"/>
                      <a:pt x="164" y="160"/>
                    </a:cubicBezTo>
                    <a:cubicBezTo>
                      <a:pt x="176" y="156"/>
                      <a:pt x="168" y="148"/>
                      <a:pt x="171" y="141"/>
                    </a:cubicBezTo>
                    <a:cubicBezTo>
                      <a:pt x="175" y="129"/>
                      <a:pt x="182" y="137"/>
                      <a:pt x="187" y="136"/>
                    </a:cubicBezTo>
                    <a:cubicBezTo>
                      <a:pt x="192" y="134"/>
                      <a:pt x="200" y="124"/>
                      <a:pt x="205" y="120"/>
                    </a:cubicBezTo>
                    <a:cubicBezTo>
                      <a:pt x="212" y="116"/>
                      <a:pt x="217" y="108"/>
                      <a:pt x="224" y="104"/>
                    </a:cubicBezTo>
                    <a:cubicBezTo>
                      <a:pt x="239" y="95"/>
                      <a:pt x="257" y="112"/>
                      <a:pt x="268" y="95"/>
                    </a:cubicBezTo>
                    <a:cubicBezTo>
                      <a:pt x="276" y="83"/>
                      <a:pt x="280" y="67"/>
                      <a:pt x="297" y="66"/>
                    </a:cubicBezTo>
                    <a:cubicBezTo>
                      <a:pt x="312" y="65"/>
                      <a:pt x="326" y="77"/>
                      <a:pt x="324" y="93"/>
                    </a:cubicBezTo>
                    <a:cubicBezTo>
                      <a:pt x="323" y="102"/>
                      <a:pt x="316" y="104"/>
                      <a:pt x="325" y="110"/>
                    </a:cubicBezTo>
                    <a:cubicBezTo>
                      <a:pt x="332" y="115"/>
                      <a:pt x="339" y="116"/>
                      <a:pt x="346" y="123"/>
                    </a:cubicBezTo>
                    <a:cubicBezTo>
                      <a:pt x="353" y="130"/>
                      <a:pt x="366" y="154"/>
                      <a:pt x="361" y="162"/>
                    </a:cubicBezTo>
                    <a:cubicBezTo>
                      <a:pt x="360" y="153"/>
                      <a:pt x="363" y="144"/>
                      <a:pt x="360" y="135"/>
                    </a:cubicBezTo>
                    <a:cubicBezTo>
                      <a:pt x="358" y="126"/>
                      <a:pt x="352" y="117"/>
                      <a:pt x="348" y="109"/>
                    </a:cubicBezTo>
                    <a:cubicBezTo>
                      <a:pt x="346" y="101"/>
                      <a:pt x="342" y="96"/>
                      <a:pt x="338" y="89"/>
                    </a:cubicBezTo>
                    <a:cubicBezTo>
                      <a:pt x="333" y="79"/>
                      <a:pt x="334" y="76"/>
                      <a:pt x="336" y="66"/>
                    </a:cubicBezTo>
                    <a:cubicBezTo>
                      <a:pt x="338" y="47"/>
                      <a:pt x="330" y="40"/>
                      <a:pt x="315" y="29"/>
                    </a:cubicBezTo>
                    <a:cubicBezTo>
                      <a:pt x="310" y="25"/>
                      <a:pt x="303" y="22"/>
                      <a:pt x="298" y="17"/>
                    </a:cubicBezTo>
                    <a:cubicBezTo>
                      <a:pt x="294" y="11"/>
                      <a:pt x="292" y="2"/>
                      <a:pt x="285" y="0"/>
                    </a:cubicBezTo>
                    <a:cubicBezTo>
                      <a:pt x="286" y="7"/>
                      <a:pt x="287" y="17"/>
                      <a:pt x="292" y="23"/>
                    </a:cubicBezTo>
                    <a:cubicBezTo>
                      <a:pt x="297" y="30"/>
                      <a:pt x="312" y="33"/>
                      <a:pt x="311" y="44"/>
                    </a:cubicBezTo>
                    <a:cubicBezTo>
                      <a:pt x="310" y="54"/>
                      <a:pt x="297" y="55"/>
                      <a:pt x="290" y="58"/>
                    </a:cubicBezTo>
                    <a:cubicBezTo>
                      <a:pt x="282" y="60"/>
                      <a:pt x="279" y="63"/>
                      <a:pt x="272" y="69"/>
                    </a:cubicBezTo>
                    <a:cubicBezTo>
                      <a:pt x="261" y="79"/>
                      <a:pt x="246" y="90"/>
                      <a:pt x="232" y="97"/>
                    </a:cubicBezTo>
                    <a:cubicBezTo>
                      <a:pt x="226" y="101"/>
                      <a:pt x="218" y="101"/>
                      <a:pt x="211" y="103"/>
                    </a:cubicBezTo>
                    <a:cubicBezTo>
                      <a:pt x="204" y="106"/>
                      <a:pt x="199" y="112"/>
                      <a:pt x="193" y="116"/>
                    </a:cubicBezTo>
                    <a:cubicBezTo>
                      <a:pt x="184" y="121"/>
                      <a:pt x="179" y="121"/>
                      <a:pt x="171" y="118"/>
                    </a:cubicBezTo>
                    <a:cubicBezTo>
                      <a:pt x="160" y="114"/>
                      <a:pt x="159" y="113"/>
                      <a:pt x="163" y="102"/>
                    </a:cubicBezTo>
                    <a:cubicBezTo>
                      <a:pt x="167" y="91"/>
                      <a:pt x="169" y="89"/>
                      <a:pt x="160" y="81"/>
                    </a:cubicBezTo>
                    <a:cubicBezTo>
                      <a:pt x="157" y="78"/>
                      <a:pt x="150" y="69"/>
                      <a:pt x="145" y="68"/>
                    </a:cubicBezTo>
                    <a:cubicBezTo>
                      <a:pt x="138" y="66"/>
                      <a:pt x="128" y="72"/>
                      <a:pt x="120" y="72"/>
                    </a:cubicBezTo>
                    <a:cubicBezTo>
                      <a:pt x="109" y="71"/>
                      <a:pt x="108" y="66"/>
                      <a:pt x="101" y="59"/>
                    </a:cubicBezTo>
                    <a:cubicBezTo>
                      <a:pt x="88" y="46"/>
                      <a:pt x="71" y="51"/>
                      <a:pt x="55" y="45"/>
                    </a:cubicBezTo>
                    <a:cubicBezTo>
                      <a:pt x="42" y="39"/>
                      <a:pt x="38" y="33"/>
                      <a:pt x="23" y="40"/>
                    </a:cubicBezTo>
                    <a:cubicBezTo>
                      <a:pt x="14" y="43"/>
                      <a:pt x="2" y="53"/>
                      <a:pt x="0" y="62"/>
                    </a:cubicBezTo>
                    <a:cubicBezTo>
                      <a:pt x="9" y="62"/>
                      <a:pt x="19" y="54"/>
                      <a:pt x="29" y="52"/>
                    </a:cubicBezTo>
                    <a:cubicBezTo>
                      <a:pt x="38" y="50"/>
                      <a:pt x="39" y="51"/>
                      <a:pt x="46" y="56"/>
                    </a:cubicBezTo>
                    <a:cubicBezTo>
                      <a:pt x="56" y="64"/>
                      <a:pt x="67" y="73"/>
                      <a:pt x="79" y="76"/>
                    </a:cubicBezTo>
                    <a:cubicBezTo>
                      <a:pt x="92" y="81"/>
                      <a:pt x="107" y="77"/>
                      <a:pt x="121" y="83"/>
                    </a:cubicBezTo>
                    <a:cubicBezTo>
                      <a:pt x="136" y="89"/>
                      <a:pt x="140" y="100"/>
                      <a:pt x="148" y="112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0" name="Freeform 178">
                <a:extLst>
                  <a:ext uri="{FF2B5EF4-FFF2-40B4-BE49-F238E27FC236}">
                    <a16:creationId xmlns:a16="http://schemas.microsoft.com/office/drawing/2014/main" id="{5F7BA264-B4E7-4AA7-B4D6-37B2B4564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790"/>
                <a:ext cx="142" cy="377"/>
              </a:xfrm>
              <a:custGeom>
                <a:avLst/>
                <a:gdLst>
                  <a:gd name="T0" fmla="*/ 590 w 57"/>
                  <a:gd name="T1" fmla="*/ 0 h 151"/>
                  <a:gd name="T2" fmla="*/ 187 w 57"/>
                  <a:gd name="T3" fmla="*/ 292 h 151"/>
                  <a:gd name="T4" fmla="*/ 0 w 57"/>
                  <a:gd name="T5" fmla="*/ 667 h 151"/>
                  <a:gd name="T6" fmla="*/ 341 w 57"/>
                  <a:gd name="T7" fmla="*/ 1029 h 151"/>
                  <a:gd name="T8" fmla="*/ 324 w 57"/>
                  <a:gd name="T9" fmla="*/ 1216 h 151"/>
                  <a:gd name="T10" fmla="*/ 478 w 57"/>
                  <a:gd name="T11" fmla="*/ 1466 h 151"/>
                  <a:gd name="T12" fmla="*/ 603 w 57"/>
                  <a:gd name="T13" fmla="*/ 1975 h 151"/>
                  <a:gd name="T14" fmla="*/ 820 w 57"/>
                  <a:gd name="T15" fmla="*/ 2132 h 151"/>
                  <a:gd name="T16" fmla="*/ 653 w 57"/>
                  <a:gd name="T17" fmla="*/ 1308 h 151"/>
                  <a:gd name="T18" fmla="*/ 311 w 57"/>
                  <a:gd name="T19" fmla="*/ 624 h 151"/>
                  <a:gd name="T20" fmla="*/ 508 w 57"/>
                  <a:gd name="T21" fmla="*/ 325 h 151"/>
                  <a:gd name="T22" fmla="*/ 869 w 57"/>
                  <a:gd name="T23" fmla="*/ 200 h 151"/>
                  <a:gd name="T24" fmla="*/ 882 w 57"/>
                  <a:gd name="T25" fmla="*/ 30 h 151"/>
                  <a:gd name="T26" fmla="*/ 820 w 57"/>
                  <a:gd name="T27" fmla="*/ 0 h 1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151">
                    <a:moveTo>
                      <a:pt x="38" y="0"/>
                    </a:moveTo>
                    <a:cubicBezTo>
                      <a:pt x="26" y="6"/>
                      <a:pt x="18" y="4"/>
                      <a:pt x="12" y="19"/>
                    </a:cubicBezTo>
                    <a:cubicBezTo>
                      <a:pt x="8" y="27"/>
                      <a:pt x="4" y="35"/>
                      <a:pt x="0" y="43"/>
                    </a:cubicBezTo>
                    <a:cubicBezTo>
                      <a:pt x="12" y="48"/>
                      <a:pt x="22" y="51"/>
                      <a:pt x="22" y="66"/>
                    </a:cubicBezTo>
                    <a:cubicBezTo>
                      <a:pt x="22" y="71"/>
                      <a:pt x="20" y="73"/>
                      <a:pt x="21" y="78"/>
                    </a:cubicBezTo>
                    <a:cubicBezTo>
                      <a:pt x="23" y="84"/>
                      <a:pt x="28" y="88"/>
                      <a:pt x="31" y="94"/>
                    </a:cubicBezTo>
                    <a:cubicBezTo>
                      <a:pt x="36" y="104"/>
                      <a:pt x="36" y="116"/>
                      <a:pt x="39" y="127"/>
                    </a:cubicBezTo>
                    <a:cubicBezTo>
                      <a:pt x="41" y="134"/>
                      <a:pt x="45" y="151"/>
                      <a:pt x="53" y="137"/>
                    </a:cubicBezTo>
                    <a:cubicBezTo>
                      <a:pt x="40" y="139"/>
                      <a:pt x="33" y="91"/>
                      <a:pt x="42" y="84"/>
                    </a:cubicBezTo>
                    <a:cubicBezTo>
                      <a:pt x="29" y="77"/>
                      <a:pt x="21" y="53"/>
                      <a:pt x="20" y="40"/>
                    </a:cubicBezTo>
                    <a:cubicBezTo>
                      <a:pt x="19" y="30"/>
                      <a:pt x="24" y="24"/>
                      <a:pt x="33" y="21"/>
                    </a:cubicBezTo>
                    <a:cubicBezTo>
                      <a:pt x="40" y="19"/>
                      <a:pt x="48" y="14"/>
                      <a:pt x="56" y="13"/>
                    </a:cubicBezTo>
                    <a:cubicBezTo>
                      <a:pt x="55" y="9"/>
                      <a:pt x="55" y="5"/>
                      <a:pt x="57" y="2"/>
                    </a:cubicBezTo>
                    <a:cubicBezTo>
                      <a:pt x="54" y="3"/>
                      <a:pt x="54" y="0"/>
                      <a:pt x="53" y="0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1" name="Freeform 179">
                <a:extLst>
                  <a:ext uri="{FF2B5EF4-FFF2-40B4-BE49-F238E27FC236}">
                    <a16:creationId xmlns:a16="http://schemas.microsoft.com/office/drawing/2014/main" id="{1B48D8AC-D6CE-4A7F-A208-22F498CB9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085"/>
                <a:ext cx="363" cy="75"/>
              </a:xfrm>
              <a:custGeom>
                <a:avLst/>
                <a:gdLst>
                  <a:gd name="T0" fmla="*/ 521 w 145"/>
                  <a:gd name="T1" fmla="*/ 300 h 30"/>
                  <a:gd name="T2" fmla="*/ 896 w 145"/>
                  <a:gd name="T3" fmla="*/ 20 h 30"/>
                  <a:gd name="T4" fmla="*/ 1304 w 145"/>
                  <a:gd name="T5" fmla="*/ 113 h 30"/>
                  <a:gd name="T6" fmla="*/ 1722 w 145"/>
                  <a:gd name="T7" fmla="*/ 158 h 30"/>
                  <a:gd name="T8" fmla="*/ 2276 w 145"/>
                  <a:gd name="T9" fmla="*/ 145 h 30"/>
                  <a:gd name="T10" fmla="*/ 1742 w 145"/>
                  <a:gd name="T11" fmla="*/ 208 h 30"/>
                  <a:gd name="T12" fmla="*/ 1117 w 145"/>
                  <a:gd name="T13" fmla="*/ 175 h 30"/>
                  <a:gd name="T14" fmla="*/ 814 w 145"/>
                  <a:gd name="T15" fmla="*/ 175 h 30"/>
                  <a:gd name="T16" fmla="*/ 563 w 145"/>
                  <a:gd name="T17" fmla="*/ 313 h 30"/>
                  <a:gd name="T18" fmla="*/ 0 w 145"/>
                  <a:gd name="T19" fmla="*/ 438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5" h="30">
                    <a:moveTo>
                      <a:pt x="33" y="19"/>
                    </a:moveTo>
                    <a:cubicBezTo>
                      <a:pt x="35" y="12"/>
                      <a:pt x="49" y="1"/>
                      <a:pt x="57" y="1"/>
                    </a:cubicBezTo>
                    <a:cubicBezTo>
                      <a:pt x="63" y="0"/>
                      <a:pt x="75" y="6"/>
                      <a:pt x="83" y="7"/>
                    </a:cubicBezTo>
                    <a:cubicBezTo>
                      <a:pt x="92" y="8"/>
                      <a:pt x="101" y="9"/>
                      <a:pt x="110" y="10"/>
                    </a:cubicBezTo>
                    <a:cubicBezTo>
                      <a:pt x="120" y="10"/>
                      <a:pt x="136" y="5"/>
                      <a:pt x="145" y="9"/>
                    </a:cubicBezTo>
                    <a:cubicBezTo>
                      <a:pt x="142" y="25"/>
                      <a:pt x="119" y="14"/>
                      <a:pt x="111" y="13"/>
                    </a:cubicBezTo>
                    <a:cubicBezTo>
                      <a:pt x="98" y="10"/>
                      <a:pt x="84" y="11"/>
                      <a:pt x="71" y="11"/>
                    </a:cubicBezTo>
                    <a:cubicBezTo>
                      <a:pt x="65" y="10"/>
                      <a:pt x="57" y="9"/>
                      <a:pt x="52" y="11"/>
                    </a:cubicBezTo>
                    <a:cubicBezTo>
                      <a:pt x="45" y="12"/>
                      <a:pt x="43" y="16"/>
                      <a:pt x="36" y="20"/>
                    </a:cubicBezTo>
                    <a:cubicBezTo>
                      <a:pt x="27" y="27"/>
                      <a:pt x="11" y="30"/>
                      <a:pt x="0" y="28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2" name="Freeform 180">
                <a:extLst>
                  <a:ext uri="{FF2B5EF4-FFF2-40B4-BE49-F238E27FC236}">
                    <a16:creationId xmlns:a16="http://schemas.microsoft.com/office/drawing/2014/main" id="{6EADE1ED-B2C8-4A34-8364-EBA849142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805"/>
                <a:ext cx="53" cy="40"/>
              </a:xfrm>
              <a:custGeom>
                <a:avLst/>
                <a:gdLst>
                  <a:gd name="T0" fmla="*/ 318 w 21"/>
                  <a:gd name="T1" fmla="*/ 0 h 16"/>
                  <a:gd name="T2" fmla="*/ 96 w 21"/>
                  <a:gd name="T3" fmla="*/ 83 h 16"/>
                  <a:gd name="T4" fmla="*/ 0 w 21"/>
                  <a:gd name="T5" fmla="*/ 250 h 16"/>
                  <a:gd name="T6" fmla="*/ 255 w 21"/>
                  <a:gd name="T7" fmla="*/ 145 h 16"/>
                  <a:gd name="T8" fmla="*/ 338 w 21"/>
                  <a:gd name="T9" fmla="*/ 2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0"/>
                    </a:moveTo>
                    <a:cubicBezTo>
                      <a:pt x="16" y="1"/>
                      <a:pt x="9" y="2"/>
                      <a:pt x="6" y="5"/>
                    </a:cubicBezTo>
                    <a:cubicBezTo>
                      <a:pt x="1" y="8"/>
                      <a:pt x="1" y="11"/>
                      <a:pt x="0" y="16"/>
                    </a:cubicBezTo>
                    <a:cubicBezTo>
                      <a:pt x="5" y="12"/>
                      <a:pt x="9" y="6"/>
                      <a:pt x="16" y="9"/>
                    </a:cubicBezTo>
                    <a:cubicBezTo>
                      <a:pt x="17" y="6"/>
                      <a:pt x="19" y="2"/>
                      <a:pt x="2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3" name="Freeform 181">
                <a:extLst>
                  <a:ext uri="{FF2B5EF4-FFF2-40B4-BE49-F238E27FC236}">
                    <a16:creationId xmlns:a16="http://schemas.microsoft.com/office/drawing/2014/main" id="{33239942-AEF8-4657-A4B9-7B6637673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665"/>
                <a:ext cx="70" cy="40"/>
              </a:xfrm>
              <a:custGeom>
                <a:avLst/>
                <a:gdLst>
                  <a:gd name="T0" fmla="*/ 208 w 28"/>
                  <a:gd name="T1" fmla="*/ 33 h 16"/>
                  <a:gd name="T2" fmla="*/ 0 w 28"/>
                  <a:gd name="T3" fmla="*/ 250 h 16"/>
                  <a:gd name="T4" fmla="*/ 238 w 28"/>
                  <a:gd name="T5" fmla="*/ 50 h 16"/>
                  <a:gd name="T6" fmla="*/ 438 w 28"/>
                  <a:gd name="T7" fmla="*/ 113 h 16"/>
                  <a:gd name="T8" fmla="*/ 333 w 2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6">
                    <a:moveTo>
                      <a:pt x="13" y="2"/>
                    </a:moveTo>
                    <a:cubicBezTo>
                      <a:pt x="7" y="3"/>
                      <a:pt x="1" y="10"/>
                      <a:pt x="0" y="16"/>
                    </a:cubicBezTo>
                    <a:cubicBezTo>
                      <a:pt x="6" y="12"/>
                      <a:pt x="9" y="7"/>
                      <a:pt x="15" y="3"/>
                    </a:cubicBezTo>
                    <a:cubicBezTo>
                      <a:pt x="18" y="8"/>
                      <a:pt x="24" y="5"/>
                      <a:pt x="28" y="7"/>
                    </a:cubicBezTo>
                    <a:cubicBezTo>
                      <a:pt x="26" y="5"/>
                      <a:pt x="23" y="0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4" name="Freeform 182">
                <a:extLst>
                  <a:ext uri="{FF2B5EF4-FFF2-40B4-BE49-F238E27FC236}">
                    <a16:creationId xmlns:a16="http://schemas.microsoft.com/office/drawing/2014/main" id="{70FF0F9A-1E47-4B5B-9F2C-6D3F1C684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767"/>
                <a:ext cx="25" cy="43"/>
              </a:xfrm>
              <a:custGeom>
                <a:avLst/>
                <a:gdLst>
                  <a:gd name="T0" fmla="*/ 158 w 10"/>
                  <a:gd name="T1" fmla="*/ 0 h 17"/>
                  <a:gd name="T2" fmla="*/ 0 w 10"/>
                  <a:gd name="T3" fmla="*/ 210 h 17"/>
                  <a:gd name="T4" fmla="*/ 95 w 10"/>
                  <a:gd name="T5" fmla="*/ 276 h 17"/>
                  <a:gd name="T6" fmla="*/ 158 w 10"/>
                  <a:gd name="T7" fmla="*/ 9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0"/>
                    </a:moveTo>
                    <a:cubicBezTo>
                      <a:pt x="6" y="3"/>
                      <a:pt x="2" y="9"/>
                      <a:pt x="0" y="13"/>
                    </a:cubicBezTo>
                    <a:cubicBezTo>
                      <a:pt x="2" y="14"/>
                      <a:pt x="4" y="15"/>
                      <a:pt x="6" y="17"/>
                    </a:cubicBezTo>
                    <a:cubicBezTo>
                      <a:pt x="5" y="12"/>
                      <a:pt x="6" y="9"/>
                      <a:pt x="1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5" name="Freeform 183">
                <a:extLst>
                  <a:ext uri="{FF2B5EF4-FFF2-40B4-BE49-F238E27FC236}">
                    <a16:creationId xmlns:a16="http://schemas.microsoft.com/office/drawing/2014/main" id="{DD7BACBE-8440-4EEB-BDD6-CFFD60668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930"/>
                <a:ext cx="35" cy="32"/>
              </a:xfrm>
              <a:custGeom>
                <a:avLst/>
                <a:gdLst>
                  <a:gd name="T0" fmla="*/ 0 w 14"/>
                  <a:gd name="T1" fmla="*/ 0 h 13"/>
                  <a:gd name="T2" fmla="*/ 33 w 14"/>
                  <a:gd name="T3" fmla="*/ 121 h 13"/>
                  <a:gd name="T4" fmla="*/ 113 w 14"/>
                  <a:gd name="T5" fmla="*/ 194 h 13"/>
                  <a:gd name="T6" fmla="*/ 220 w 14"/>
                  <a:gd name="T7" fmla="*/ 12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1" y="3"/>
                      <a:pt x="1" y="5"/>
                      <a:pt x="2" y="8"/>
                    </a:cubicBezTo>
                    <a:cubicBezTo>
                      <a:pt x="4" y="10"/>
                      <a:pt x="7" y="9"/>
                      <a:pt x="7" y="13"/>
                    </a:cubicBezTo>
                    <a:cubicBezTo>
                      <a:pt x="9" y="12"/>
                      <a:pt x="11" y="9"/>
                      <a:pt x="14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6" name="Freeform 184">
                <a:extLst>
                  <a:ext uri="{FF2B5EF4-FFF2-40B4-BE49-F238E27FC236}">
                    <a16:creationId xmlns:a16="http://schemas.microsoft.com/office/drawing/2014/main" id="{CE5D7BEF-CFAA-4CBD-AFC5-34F7544A9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027"/>
                <a:ext cx="28" cy="38"/>
              </a:xfrm>
              <a:custGeom>
                <a:avLst/>
                <a:gdLst>
                  <a:gd name="T0" fmla="*/ 33 w 11"/>
                  <a:gd name="T1" fmla="*/ 20 h 15"/>
                  <a:gd name="T2" fmla="*/ 181 w 11"/>
                  <a:gd name="T3" fmla="*/ 33 h 15"/>
                  <a:gd name="T4" fmla="*/ 97 w 11"/>
                  <a:gd name="T5" fmla="*/ 243 h 15"/>
                  <a:gd name="T6" fmla="*/ 33 w 11"/>
                  <a:gd name="T7" fmla="*/ 63 h 15"/>
                  <a:gd name="T8" fmla="*/ 33 w 11"/>
                  <a:gd name="T9" fmla="*/ 33 h 15"/>
                  <a:gd name="T10" fmla="*/ 0 w 11"/>
                  <a:gd name="T11" fmla="*/ 3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2" y="1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0" y="6"/>
                      <a:pt x="7" y="10"/>
                      <a:pt x="6" y="15"/>
                    </a:cubicBezTo>
                    <a:cubicBezTo>
                      <a:pt x="8" y="11"/>
                      <a:pt x="5" y="6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7" name="Freeform 185">
                <a:extLst>
                  <a:ext uri="{FF2B5EF4-FFF2-40B4-BE49-F238E27FC236}">
                    <a16:creationId xmlns:a16="http://schemas.microsoft.com/office/drawing/2014/main" id="{E46ED2CB-6FBD-4D67-BCA0-E9AE1C68A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090"/>
                <a:ext cx="42" cy="17"/>
              </a:xfrm>
              <a:custGeom>
                <a:avLst/>
                <a:gdLst>
                  <a:gd name="T0" fmla="*/ 0 w 17"/>
                  <a:gd name="T1" fmla="*/ 100 h 7"/>
                  <a:gd name="T2" fmla="*/ 121 w 17"/>
                  <a:gd name="T3" fmla="*/ 0 h 7"/>
                  <a:gd name="T4" fmla="*/ 257 w 17"/>
                  <a:gd name="T5" fmla="*/ 87 h 7"/>
                  <a:gd name="T6" fmla="*/ 42 w 17"/>
                  <a:gd name="T7" fmla="*/ 8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0" y="7"/>
                    </a:moveTo>
                    <a:cubicBezTo>
                      <a:pt x="2" y="6"/>
                      <a:pt x="6" y="0"/>
                      <a:pt x="8" y="0"/>
                    </a:cubicBezTo>
                    <a:cubicBezTo>
                      <a:pt x="10" y="0"/>
                      <a:pt x="15" y="5"/>
                      <a:pt x="17" y="6"/>
                    </a:cubicBezTo>
                    <a:cubicBezTo>
                      <a:pt x="12" y="5"/>
                      <a:pt x="7" y="2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8" name="Freeform 186">
                <a:extLst>
                  <a:ext uri="{FF2B5EF4-FFF2-40B4-BE49-F238E27FC236}">
                    <a16:creationId xmlns:a16="http://schemas.microsoft.com/office/drawing/2014/main" id="{2C25AE67-C171-4C00-BE45-E5B4472AE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975"/>
                <a:ext cx="30" cy="75"/>
              </a:xfrm>
              <a:custGeom>
                <a:avLst/>
                <a:gdLst>
                  <a:gd name="T0" fmla="*/ 63 w 12"/>
                  <a:gd name="T1" fmla="*/ 0 h 30"/>
                  <a:gd name="T2" fmla="*/ 20 w 12"/>
                  <a:gd name="T3" fmla="*/ 125 h 30"/>
                  <a:gd name="T4" fmla="*/ 145 w 12"/>
                  <a:gd name="T5" fmla="*/ 188 h 30"/>
                  <a:gd name="T6" fmla="*/ 175 w 12"/>
                  <a:gd name="T7" fmla="*/ 470 h 30"/>
                  <a:gd name="T8" fmla="*/ 188 w 12"/>
                  <a:gd name="T9" fmla="*/ 158 h 30"/>
                  <a:gd name="T10" fmla="*/ 50 w 12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0">
                    <a:moveTo>
                      <a:pt x="4" y="0"/>
                    </a:moveTo>
                    <a:cubicBezTo>
                      <a:pt x="3" y="0"/>
                      <a:pt x="0" y="5"/>
                      <a:pt x="1" y="8"/>
                    </a:cubicBezTo>
                    <a:cubicBezTo>
                      <a:pt x="2" y="9"/>
                      <a:pt x="7" y="10"/>
                      <a:pt x="9" y="12"/>
                    </a:cubicBezTo>
                    <a:cubicBezTo>
                      <a:pt x="4" y="18"/>
                      <a:pt x="7" y="25"/>
                      <a:pt x="11" y="30"/>
                    </a:cubicBezTo>
                    <a:cubicBezTo>
                      <a:pt x="8" y="24"/>
                      <a:pt x="9" y="15"/>
                      <a:pt x="12" y="10"/>
                    </a:cubicBezTo>
                    <a:cubicBezTo>
                      <a:pt x="10" y="6"/>
                      <a:pt x="2" y="5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9" name="Freeform 187">
                <a:extLst>
                  <a:ext uri="{FF2B5EF4-FFF2-40B4-BE49-F238E27FC236}">
                    <a16:creationId xmlns:a16="http://schemas.microsoft.com/office/drawing/2014/main" id="{7AB07135-2430-4B09-9463-08F457C6C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407"/>
                <a:ext cx="85" cy="63"/>
              </a:xfrm>
              <a:custGeom>
                <a:avLst/>
                <a:gdLst>
                  <a:gd name="T0" fmla="*/ 63 w 34"/>
                  <a:gd name="T1" fmla="*/ 368 h 25"/>
                  <a:gd name="T2" fmla="*/ 333 w 34"/>
                  <a:gd name="T3" fmla="*/ 350 h 25"/>
                  <a:gd name="T4" fmla="*/ 533 w 34"/>
                  <a:gd name="T5" fmla="*/ 0 h 25"/>
                  <a:gd name="T6" fmla="*/ 300 w 34"/>
                  <a:gd name="T7" fmla="*/ 209 h 25"/>
                  <a:gd name="T8" fmla="*/ 188 w 34"/>
                  <a:gd name="T9" fmla="*/ 305 h 25"/>
                  <a:gd name="T10" fmla="*/ 0 w 34"/>
                  <a:gd name="T11" fmla="*/ 33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5">
                    <a:moveTo>
                      <a:pt x="4" y="23"/>
                    </a:moveTo>
                    <a:cubicBezTo>
                      <a:pt x="8" y="25"/>
                      <a:pt x="16" y="22"/>
                      <a:pt x="21" y="22"/>
                    </a:cubicBezTo>
                    <a:cubicBezTo>
                      <a:pt x="20" y="10"/>
                      <a:pt x="29" y="8"/>
                      <a:pt x="34" y="0"/>
                    </a:cubicBezTo>
                    <a:cubicBezTo>
                      <a:pt x="25" y="0"/>
                      <a:pt x="24" y="8"/>
                      <a:pt x="19" y="13"/>
                    </a:cubicBezTo>
                    <a:cubicBezTo>
                      <a:pt x="18" y="14"/>
                      <a:pt x="12" y="19"/>
                      <a:pt x="12" y="19"/>
                    </a:cubicBezTo>
                    <a:cubicBezTo>
                      <a:pt x="9" y="21"/>
                      <a:pt x="3" y="20"/>
                      <a:pt x="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0" name="Freeform 188">
                <a:extLst>
                  <a:ext uri="{FF2B5EF4-FFF2-40B4-BE49-F238E27FC236}">
                    <a16:creationId xmlns:a16="http://schemas.microsoft.com/office/drawing/2014/main" id="{8E38EB05-866F-49E3-A172-A02D08F9B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320"/>
                <a:ext cx="62" cy="160"/>
              </a:xfrm>
              <a:custGeom>
                <a:avLst/>
                <a:gdLst>
                  <a:gd name="T0" fmla="*/ 124 w 25"/>
                  <a:gd name="T1" fmla="*/ 250 h 64"/>
                  <a:gd name="T2" fmla="*/ 42 w 25"/>
                  <a:gd name="T3" fmla="*/ 458 h 64"/>
                  <a:gd name="T4" fmla="*/ 228 w 25"/>
                  <a:gd name="T5" fmla="*/ 550 h 64"/>
                  <a:gd name="T6" fmla="*/ 337 w 25"/>
                  <a:gd name="T7" fmla="*/ 783 h 64"/>
                  <a:gd name="T8" fmla="*/ 350 w 25"/>
                  <a:gd name="T9" fmla="*/ 1000 h 64"/>
                  <a:gd name="T10" fmla="*/ 320 w 25"/>
                  <a:gd name="T11" fmla="*/ 550 h 64"/>
                  <a:gd name="T12" fmla="*/ 196 w 25"/>
                  <a:gd name="T13" fmla="*/ 395 h 64"/>
                  <a:gd name="T14" fmla="*/ 278 w 25"/>
                  <a:gd name="T15" fmla="*/ 220 h 64"/>
                  <a:gd name="T16" fmla="*/ 42 w 25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64">
                    <a:moveTo>
                      <a:pt x="8" y="16"/>
                    </a:moveTo>
                    <a:cubicBezTo>
                      <a:pt x="7" y="22"/>
                      <a:pt x="0" y="26"/>
                      <a:pt x="3" y="29"/>
                    </a:cubicBezTo>
                    <a:cubicBezTo>
                      <a:pt x="5" y="31"/>
                      <a:pt x="12" y="31"/>
                      <a:pt x="15" y="35"/>
                    </a:cubicBezTo>
                    <a:cubicBezTo>
                      <a:pt x="19" y="38"/>
                      <a:pt x="20" y="45"/>
                      <a:pt x="22" y="50"/>
                    </a:cubicBezTo>
                    <a:cubicBezTo>
                      <a:pt x="24" y="55"/>
                      <a:pt x="22" y="60"/>
                      <a:pt x="23" y="64"/>
                    </a:cubicBezTo>
                    <a:cubicBezTo>
                      <a:pt x="23" y="56"/>
                      <a:pt x="25" y="41"/>
                      <a:pt x="21" y="35"/>
                    </a:cubicBezTo>
                    <a:cubicBezTo>
                      <a:pt x="18" y="31"/>
                      <a:pt x="13" y="31"/>
                      <a:pt x="13" y="25"/>
                    </a:cubicBezTo>
                    <a:cubicBezTo>
                      <a:pt x="13" y="21"/>
                      <a:pt x="17" y="18"/>
                      <a:pt x="18" y="14"/>
                    </a:cubicBezTo>
                    <a:cubicBezTo>
                      <a:pt x="9" y="15"/>
                      <a:pt x="9" y="6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1" name="Freeform 189">
                <a:extLst>
                  <a:ext uri="{FF2B5EF4-FFF2-40B4-BE49-F238E27FC236}">
                    <a16:creationId xmlns:a16="http://schemas.microsoft.com/office/drawing/2014/main" id="{FB068719-8B7A-44AF-B459-7F9D0AD07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425"/>
                <a:ext cx="198" cy="165"/>
              </a:xfrm>
              <a:custGeom>
                <a:avLst/>
                <a:gdLst>
                  <a:gd name="T0" fmla="*/ 617 w 79"/>
                  <a:gd name="T1" fmla="*/ 408 h 66"/>
                  <a:gd name="T2" fmla="*/ 784 w 79"/>
                  <a:gd name="T3" fmla="*/ 658 h 66"/>
                  <a:gd name="T4" fmla="*/ 867 w 79"/>
                  <a:gd name="T5" fmla="*/ 1033 h 66"/>
                  <a:gd name="T6" fmla="*/ 1243 w 79"/>
                  <a:gd name="T7" fmla="*/ 770 h 66"/>
                  <a:gd name="T8" fmla="*/ 817 w 79"/>
                  <a:gd name="T9" fmla="*/ 658 h 66"/>
                  <a:gd name="T10" fmla="*/ 754 w 79"/>
                  <a:gd name="T11" fmla="*/ 208 h 66"/>
                  <a:gd name="T12" fmla="*/ 439 w 79"/>
                  <a:gd name="T13" fmla="*/ 175 h 66"/>
                  <a:gd name="T14" fmla="*/ 238 w 79"/>
                  <a:gd name="T15" fmla="*/ 50 h 66"/>
                  <a:gd name="T16" fmla="*/ 0 w 79"/>
                  <a:gd name="T17" fmla="*/ 0 h 66"/>
                  <a:gd name="T18" fmla="*/ 271 w 79"/>
                  <a:gd name="T19" fmla="*/ 83 h 66"/>
                  <a:gd name="T20" fmla="*/ 471 w 79"/>
                  <a:gd name="T21" fmla="*/ 300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66">
                    <a:moveTo>
                      <a:pt x="39" y="26"/>
                    </a:moveTo>
                    <a:cubicBezTo>
                      <a:pt x="44" y="32"/>
                      <a:pt x="48" y="35"/>
                      <a:pt x="50" y="42"/>
                    </a:cubicBezTo>
                    <a:cubicBezTo>
                      <a:pt x="53" y="50"/>
                      <a:pt x="53" y="59"/>
                      <a:pt x="55" y="66"/>
                    </a:cubicBezTo>
                    <a:cubicBezTo>
                      <a:pt x="56" y="47"/>
                      <a:pt x="69" y="58"/>
                      <a:pt x="79" y="49"/>
                    </a:cubicBezTo>
                    <a:cubicBezTo>
                      <a:pt x="67" y="50"/>
                      <a:pt x="60" y="53"/>
                      <a:pt x="52" y="42"/>
                    </a:cubicBezTo>
                    <a:cubicBezTo>
                      <a:pt x="45" y="31"/>
                      <a:pt x="49" y="24"/>
                      <a:pt x="48" y="13"/>
                    </a:cubicBezTo>
                    <a:cubicBezTo>
                      <a:pt x="41" y="23"/>
                      <a:pt x="35" y="15"/>
                      <a:pt x="28" y="11"/>
                    </a:cubicBezTo>
                    <a:cubicBezTo>
                      <a:pt x="24" y="8"/>
                      <a:pt x="21" y="4"/>
                      <a:pt x="15" y="3"/>
                    </a:cubicBezTo>
                    <a:cubicBezTo>
                      <a:pt x="10" y="1"/>
                      <a:pt x="4" y="1"/>
                      <a:pt x="0" y="0"/>
                    </a:cubicBezTo>
                    <a:cubicBezTo>
                      <a:pt x="4" y="3"/>
                      <a:pt x="12" y="2"/>
                      <a:pt x="17" y="5"/>
                    </a:cubicBezTo>
                    <a:cubicBezTo>
                      <a:pt x="22" y="8"/>
                      <a:pt x="26" y="15"/>
                      <a:pt x="3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2" name="Freeform 190">
                <a:extLst>
                  <a:ext uri="{FF2B5EF4-FFF2-40B4-BE49-F238E27FC236}">
                    <a16:creationId xmlns:a16="http://schemas.microsoft.com/office/drawing/2014/main" id="{B6BC28C5-C5F0-4841-AE7F-8BE14C66F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490"/>
                <a:ext cx="275" cy="175"/>
              </a:xfrm>
              <a:custGeom>
                <a:avLst/>
                <a:gdLst>
                  <a:gd name="T0" fmla="*/ 395 w 110"/>
                  <a:gd name="T1" fmla="*/ 408 h 70"/>
                  <a:gd name="T2" fmla="*/ 863 w 110"/>
                  <a:gd name="T3" fmla="*/ 333 h 70"/>
                  <a:gd name="T4" fmla="*/ 1033 w 110"/>
                  <a:gd name="T5" fmla="*/ 175 h 70"/>
                  <a:gd name="T6" fmla="*/ 1158 w 110"/>
                  <a:gd name="T7" fmla="*/ 0 h 70"/>
                  <a:gd name="T8" fmla="*/ 1220 w 110"/>
                  <a:gd name="T9" fmla="*/ 125 h 70"/>
                  <a:gd name="T10" fmla="*/ 1270 w 110"/>
                  <a:gd name="T11" fmla="*/ 270 h 70"/>
                  <a:gd name="T12" fmla="*/ 1458 w 110"/>
                  <a:gd name="T13" fmla="*/ 470 h 70"/>
                  <a:gd name="T14" fmla="*/ 1625 w 110"/>
                  <a:gd name="T15" fmla="*/ 738 h 70"/>
                  <a:gd name="T16" fmla="*/ 1675 w 110"/>
                  <a:gd name="T17" fmla="*/ 1095 h 70"/>
                  <a:gd name="T18" fmla="*/ 1408 w 110"/>
                  <a:gd name="T19" fmla="*/ 738 h 70"/>
                  <a:gd name="T20" fmla="*/ 1250 w 110"/>
                  <a:gd name="T21" fmla="*/ 625 h 70"/>
                  <a:gd name="T22" fmla="*/ 1125 w 110"/>
                  <a:gd name="T23" fmla="*/ 488 h 70"/>
                  <a:gd name="T24" fmla="*/ 833 w 110"/>
                  <a:gd name="T25" fmla="*/ 500 h 70"/>
                  <a:gd name="T26" fmla="*/ 408 w 110"/>
                  <a:gd name="T27" fmla="*/ 520 h 70"/>
                  <a:gd name="T28" fmla="*/ 0 w 110"/>
                  <a:gd name="T29" fmla="*/ 595 h 70"/>
                  <a:gd name="T30" fmla="*/ 208 w 110"/>
                  <a:gd name="T31" fmla="*/ 438 h 70"/>
                  <a:gd name="T32" fmla="*/ 438 w 110"/>
                  <a:gd name="T33" fmla="*/ 395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0" h="70">
                    <a:moveTo>
                      <a:pt x="25" y="26"/>
                    </a:moveTo>
                    <a:cubicBezTo>
                      <a:pt x="35" y="24"/>
                      <a:pt x="46" y="25"/>
                      <a:pt x="55" y="21"/>
                    </a:cubicBezTo>
                    <a:cubicBezTo>
                      <a:pt x="60" y="19"/>
                      <a:pt x="62" y="15"/>
                      <a:pt x="66" y="11"/>
                    </a:cubicBezTo>
                    <a:cubicBezTo>
                      <a:pt x="69" y="8"/>
                      <a:pt x="73" y="5"/>
                      <a:pt x="74" y="0"/>
                    </a:cubicBezTo>
                    <a:cubicBezTo>
                      <a:pt x="77" y="1"/>
                      <a:pt x="77" y="5"/>
                      <a:pt x="78" y="8"/>
                    </a:cubicBezTo>
                    <a:cubicBezTo>
                      <a:pt x="79" y="11"/>
                      <a:pt x="80" y="14"/>
                      <a:pt x="81" y="17"/>
                    </a:cubicBezTo>
                    <a:cubicBezTo>
                      <a:pt x="83" y="23"/>
                      <a:pt x="88" y="26"/>
                      <a:pt x="93" y="30"/>
                    </a:cubicBezTo>
                    <a:cubicBezTo>
                      <a:pt x="98" y="34"/>
                      <a:pt x="102" y="40"/>
                      <a:pt x="104" y="47"/>
                    </a:cubicBezTo>
                    <a:cubicBezTo>
                      <a:pt x="106" y="52"/>
                      <a:pt x="110" y="66"/>
                      <a:pt x="107" y="70"/>
                    </a:cubicBezTo>
                    <a:cubicBezTo>
                      <a:pt x="101" y="63"/>
                      <a:pt x="97" y="54"/>
                      <a:pt x="90" y="47"/>
                    </a:cubicBezTo>
                    <a:cubicBezTo>
                      <a:pt x="87" y="44"/>
                      <a:pt x="83" y="42"/>
                      <a:pt x="80" y="40"/>
                    </a:cubicBezTo>
                    <a:cubicBezTo>
                      <a:pt x="77" y="37"/>
                      <a:pt x="75" y="34"/>
                      <a:pt x="72" y="31"/>
                    </a:cubicBezTo>
                    <a:cubicBezTo>
                      <a:pt x="67" y="26"/>
                      <a:pt x="60" y="30"/>
                      <a:pt x="53" y="32"/>
                    </a:cubicBezTo>
                    <a:cubicBezTo>
                      <a:pt x="44" y="34"/>
                      <a:pt x="35" y="34"/>
                      <a:pt x="26" y="33"/>
                    </a:cubicBezTo>
                    <a:cubicBezTo>
                      <a:pt x="18" y="32"/>
                      <a:pt x="7" y="33"/>
                      <a:pt x="0" y="38"/>
                    </a:cubicBezTo>
                    <a:cubicBezTo>
                      <a:pt x="2" y="34"/>
                      <a:pt x="8" y="30"/>
                      <a:pt x="13" y="28"/>
                    </a:cubicBezTo>
                    <a:cubicBezTo>
                      <a:pt x="18" y="27"/>
                      <a:pt x="23" y="27"/>
                      <a:pt x="28" y="25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3" name="Freeform 191">
                <a:extLst>
                  <a:ext uri="{FF2B5EF4-FFF2-40B4-BE49-F238E27FC236}">
                    <a16:creationId xmlns:a16="http://schemas.microsoft.com/office/drawing/2014/main" id="{F5E33A9A-435B-45F3-B851-89B370181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522"/>
                <a:ext cx="150" cy="195"/>
              </a:xfrm>
              <a:custGeom>
                <a:avLst/>
                <a:gdLst>
                  <a:gd name="T0" fmla="*/ 0 w 60"/>
                  <a:gd name="T1" fmla="*/ 270 h 78"/>
                  <a:gd name="T2" fmla="*/ 563 w 60"/>
                  <a:gd name="T3" fmla="*/ 500 h 78"/>
                  <a:gd name="T4" fmla="*/ 770 w 60"/>
                  <a:gd name="T5" fmla="*/ 783 h 78"/>
                  <a:gd name="T6" fmla="*/ 783 w 60"/>
                  <a:gd name="T7" fmla="*/ 1220 h 78"/>
                  <a:gd name="T8" fmla="*/ 833 w 60"/>
                  <a:gd name="T9" fmla="*/ 500 h 78"/>
                  <a:gd name="T10" fmla="*/ 345 w 60"/>
                  <a:gd name="T11" fmla="*/ 0 h 78"/>
                  <a:gd name="T12" fmla="*/ 208 w 60"/>
                  <a:gd name="T13" fmla="*/ 175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78">
                    <a:moveTo>
                      <a:pt x="0" y="17"/>
                    </a:moveTo>
                    <a:cubicBezTo>
                      <a:pt x="15" y="6"/>
                      <a:pt x="27" y="22"/>
                      <a:pt x="36" y="32"/>
                    </a:cubicBezTo>
                    <a:cubicBezTo>
                      <a:pt x="41" y="38"/>
                      <a:pt x="47" y="43"/>
                      <a:pt x="49" y="50"/>
                    </a:cubicBezTo>
                    <a:cubicBezTo>
                      <a:pt x="52" y="58"/>
                      <a:pt x="50" y="69"/>
                      <a:pt x="50" y="78"/>
                    </a:cubicBezTo>
                    <a:cubicBezTo>
                      <a:pt x="59" y="66"/>
                      <a:pt x="60" y="46"/>
                      <a:pt x="53" y="32"/>
                    </a:cubicBezTo>
                    <a:cubicBezTo>
                      <a:pt x="46" y="18"/>
                      <a:pt x="23" y="17"/>
                      <a:pt x="22" y="0"/>
                    </a:cubicBezTo>
                    <a:cubicBezTo>
                      <a:pt x="18" y="3"/>
                      <a:pt x="16" y="8"/>
                      <a:pt x="13" y="11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4" name="Freeform 192">
                <a:extLst>
                  <a:ext uri="{FF2B5EF4-FFF2-40B4-BE49-F238E27FC236}">
                    <a16:creationId xmlns:a16="http://schemas.microsoft.com/office/drawing/2014/main" id="{39E31E99-A212-4461-9ABB-714081B44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772"/>
                <a:ext cx="188" cy="193"/>
              </a:xfrm>
              <a:custGeom>
                <a:avLst/>
                <a:gdLst>
                  <a:gd name="T0" fmla="*/ 363 w 75"/>
                  <a:gd name="T1" fmla="*/ 0 h 77"/>
                  <a:gd name="T2" fmla="*/ 158 w 75"/>
                  <a:gd name="T3" fmla="*/ 584 h 77"/>
                  <a:gd name="T4" fmla="*/ 396 w 75"/>
                  <a:gd name="T5" fmla="*/ 785 h 77"/>
                  <a:gd name="T6" fmla="*/ 597 w 75"/>
                  <a:gd name="T7" fmla="*/ 1005 h 77"/>
                  <a:gd name="T8" fmla="*/ 785 w 75"/>
                  <a:gd name="T9" fmla="*/ 1088 h 77"/>
                  <a:gd name="T10" fmla="*/ 943 w 75"/>
                  <a:gd name="T11" fmla="*/ 1150 h 77"/>
                  <a:gd name="T12" fmla="*/ 1181 w 75"/>
                  <a:gd name="T13" fmla="*/ 1213 h 77"/>
                  <a:gd name="T14" fmla="*/ 409 w 75"/>
                  <a:gd name="T15" fmla="*/ 1055 h 77"/>
                  <a:gd name="T16" fmla="*/ 113 w 75"/>
                  <a:gd name="T17" fmla="*/ 880 h 77"/>
                  <a:gd name="T18" fmla="*/ 0 w 75"/>
                  <a:gd name="T19" fmla="*/ 617 h 77"/>
                  <a:gd name="T20" fmla="*/ 83 w 75"/>
                  <a:gd name="T21" fmla="*/ 363 h 77"/>
                  <a:gd name="T22" fmla="*/ 125 w 75"/>
                  <a:gd name="T23" fmla="*/ 221 h 77"/>
                  <a:gd name="T24" fmla="*/ 238 w 75"/>
                  <a:gd name="T25" fmla="*/ 125 h 7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5" h="77">
                    <a:moveTo>
                      <a:pt x="23" y="0"/>
                    </a:moveTo>
                    <a:cubicBezTo>
                      <a:pt x="15" y="9"/>
                      <a:pt x="2" y="24"/>
                      <a:pt x="10" y="37"/>
                    </a:cubicBezTo>
                    <a:cubicBezTo>
                      <a:pt x="13" y="43"/>
                      <a:pt x="20" y="46"/>
                      <a:pt x="25" y="50"/>
                    </a:cubicBezTo>
                    <a:cubicBezTo>
                      <a:pt x="30" y="54"/>
                      <a:pt x="32" y="60"/>
                      <a:pt x="38" y="64"/>
                    </a:cubicBezTo>
                    <a:cubicBezTo>
                      <a:pt x="42" y="66"/>
                      <a:pt x="46" y="67"/>
                      <a:pt x="50" y="69"/>
                    </a:cubicBezTo>
                    <a:cubicBezTo>
                      <a:pt x="53" y="70"/>
                      <a:pt x="58" y="70"/>
                      <a:pt x="60" y="73"/>
                    </a:cubicBezTo>
                    <a:cubicBezTo>
                      <a:pt x="65" y="74"/>
                      <a:pt x="70" y="75"/>
                      <a:pt x="75" y="77"/>
                    </a:cubicBezTo>
                    <a:cubicBezTo>
                      <a:pt x="59" y="75"/>
                      <a:pt x="42" y="75"/>
                      <a:pt x="26" y="67"/>
                    </a:cubicBezTo>
                    <a:cubicBezTo>
                      <a:pt x="20" y="63"/>
                      <a:pt x="12" y="61"/>
                      <a:pt x="7" y="56"/>
                    </a:cubicBezTo>
                    <a:cubicBezTo>
                      <a:pt x="1" y="52"/>
                      <a:pt x="1" y="45"/>
                      <a:pt x="0" y="39"/>
                    </a:cubicBezTo>
                    <a:cubicBezTo>
                      <a:pt x="0" y="33"/>
                      <a:pt x="3" y="28"/>
                      <a:pt x="5" y="23"/>
                    </a:cubicBezTo>
                    <a:cubicBezTo>
                      <a:pt x="6" y="20"/>
                      <a:pt x="7" y="16"/>
                      <a:pt x="8" y="14"/>
                    </a:cubicBezTo>
                    <a:cubicBezTo>
                      <a:pt x="10" y="11"/>
                      <a:pt x="13" y="10"/>
                      <a:pt x="15" y="8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5" name="Freeform 193">
                <a:extLst>
                  <a:ext uri="{FF2B5EF4-FFF2-40B4-BE49-F238E27FC236}">
                    <a16:creationId xmlns:a16="http://schemas.microsoft.com/office/drawing/2014/main" id="{A4E70740-3FDD-488B-9336-3D8BD0A52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762"/>
                <a:ext cx="78" cy="103"/>
              </a:xfrm>
              <a:custGeom>
                <a:avLst/>
                <a:gdLst>
                  <a:gd name="T0" fmla="*/ 159 w 31"/>
                  <a:gd name="T1" fmla="*/ 271 h 41"/>
                  <a:gd name="T2" fmla="*/ 63 w 31"/>
                  <a:gd name="T3" fmla="*/ 460 h 41"/>
                  <a:gd name="T4" fmla="*/ 0 w 31"/>
                  <a:gd name="T5" fmla="*/ 631 h 41"/>
                  <a:gd name="T6" fmla="*/ 189 w 31"/>
                  <a:gd name="T7" fmla="*/ 271 h 41"/>
                  <a:gd name="T8" fmla="*/ 304 w 31"/>
                  <a:gd name="T9" fmla="*/ 113 h 41"/>
                  <a:gd name="T10" fmla="*/ 493 w 31"/>
                  <a:gd name="T11" fmla="*/ 50 h 41"/>
                  <a:gd name="T12" fmla="*/ 367 w 31"/>
                  <a:gd name="T13" fmla="*/ 0 h 41"/>
                  <a:gd name="T14" fmla="*/ 221 w 31"/>
                  <a:gd name="T15" fmla="*/ 33 h 41"/>
                  <a:gd name="T16" fmla="*/ 221 w 31"/>
                  <a:gd name="T17" fmla="*/ 209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41">
                    <a:moveTo>
                      <a:pt x="10" y="17"/>
                    </a:moveTo>
                    <a:cubicBezTo>
                      <a:pt x="8" y="20"/>
                      <a:pt x="6" y="25"/>
                      <a:pt x="4" y="29"/>
                    </a:cubicBezTo>
                    <a:cubicBezTo>
                      <a:pt x="3" y="32"/>
                      <a:pt x="0" y="37"/>
                      <a:pt x="0" y="40"/>
                    </a:cubicBezTo>
                    <a:cubicBezTo>
                      <a:pt x="6" y="41"/>
                      <a:pt x="10" y="21"/>
                      <a:pt x="12" y="17"/>
                    </a:cubicBezTo>
                    <a:cubicBezTo>
                      <a:pt x="14" y="13"/>
                      <a:pt x="16" y="9"/>
                      <a:pt x="19" y="7"/>
                    </a:cubicBezTo>
                    <a:cubicBezTo>
                      <a:pt x="23" y="4"/>
                      <a:pt x="28" y="6"/>
                      <a:pt x="31" y="3"/>
                    </a:cubicBezTo>
                    <a:cubicBezTo>
                      <a:pt x="28" y="0"/>
                      <a:pt x="26" y="0"/>
                      <a:pt x="23" y="0"/>
                    </a:cubicBezTo>
                    <a:cubicBezTo>
                      <a:pt x="20" y="1"/>
                      <a:pt x="17" y="3"/>
                      <a:pt x="14" y="2"/>
                    </a:cubicBezTo>
                    <a:cubicBezTo>
                      <a:pt x="14" y="6"/>
                      <a:pt x="15" y="10"/>
                      <a:pt x="14" y="13"/>
                    </a:cubicBezTo>
                  </a:path>
                </a:pathLst>
              </a:custGeom>
              <a:solidFill>
                <a:srgbClr val="B0C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6" name="Freeform 194">
                <a:extLst>
                  <a:ext uri="{FF2B5EF4-FFF2-40B4-BE49-F238E27FC236}">
                    <a16:creationId xmlns:a16="http://schemas.microsoft.com/office/drawing/2014/main" id="{ADDF1F2F-D6F7-4132-86CF-44C8399B5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930"/>
                <a:ext cx="50" cy="65"/>
              </a:xfrm>
              <a:custGeom>
                <a:avLst/>
                <a:gdLst>
                  <a:gd name="T0" fmla="*/ 175 w 20"/>
                  <a:gd name="T1" fmla="*/ 220 h 26"/>
                  <a:gd name="T2" fmla="*/ 313 w 20"/>
                  <a:gd name="T3" fmla="*/ 408 h 26"/>
                  <a:gd name="T4" fmla="*/ 238 w 20"/>
                  <a:gd name="T5" fmla="*/ 145 h 26"/>
                  <a:gd name="T6" fmla="*/ 113 w 20"/>
                  <a:gd name="T7" fmla="*/ 95 h 26"/>
                  <a:gd name="T8" fmla="*/ 0 w 20"/>
                  <a:gd name="T9" fmla="*/ 0 h 26"/>
                  <a:gd name="T10" fmla="*/ 145 w 20"/>
                  <a:gd name="T11" fmla="*/ 15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6">
                    <a:moveTo>
                      <a:pt x="11" y="14"/>
                    </a:moveTo>
                    <a:cubicBezTo>
                      <a:pt x="15" y="18"/>
                      <a:pt x="17" y="21"/>
                      <a:pt x="20" y="26"/>
                    </a:cubicBezTo>
                    <a:cubicBezTo>
                      <a:pt x="20" y="23"/>
                      <a:pt x="17" y="11"/>
                      <a:pt x="15" y="9"/>
                    </a:cubicBezTo>
                    <a:cubicBezTo>
                      <a:pt x="13" y="6"/>
                      <a:pt x="11" y="8"/>
                      <a:pt x="7" y="6"/>
                    </a:cubicBezTo>
                    <a:cubicBezTo>
                      <a:pt x="5" y="5"/>
                      <a:pt x="2" y="2"/>
                      <a:pt x="0" y="0"/>
                    </a:cubicBezTo>
                    <a:cubicBezTo>
                      <a:pt x="3" y="3"/>
                      <a:pt x="6" y="7"/>
                      <a:pt x="9" y="10"/>
                    </a:cubicBezTo>
                  </a:path>
                </a:pathLst>
              </a:custGeom>
              <a:solidFill>
                <a:srgbClr val="B0B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7" name="Freeform 195">
                <a:extLst>
                  <a:ext uri="{FF2B5EF4-FFF2-40B4-BE49-F238E27FC236}">
                    <a16:creationId xmlns:a16="http://schemas.microsoft.com/office/drawing/2014/main" id="{6AC2F617-DFF1-4CF9-B81E-1D3384767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710"/>
                <a:ext cx="78" cy="87"/>
              </a:xfrm>
              <a:custGeom>
                <a:avLst/>
                <a:gdLst>
                  <a:gd name="T0" fmla="*/ 284 w 31"/>
                  <a:gd name="T1" fmla="*/ 62 h 35"/>
                  <a:gd name="T2" fmla="*/ 63 w 31"/>
                  <a:gd name="T3" fmla="*/ 308 h 35"/>
                  <a:gd name="T4" fmla="*/ 0 w 31"/>
                  <a:gd name="T5" fmla="*/ 537 h 35"/>
                  <a:gd name="T6" fmla="*/ 113 w 31"/>
                  <a:gd name="T7" fmla="*/ 75 h 35"/>
                  <a:gd name="T8" fmla="*/ 493 w 31"/>
                  <a:gd name="T9" fmla="*/ 12 h 35"/>
                  <a:gd name="T10" fmla="*/ 493 w 31"/>
                  <a:gd name="T11" fmla="*/ 30 h 35"/>
                  <a:gd name="T12" fmla="*/ 463 w 31"/>
                  <a:gd name="T13" fmla="*/ 42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5">
                    <a:moveTo>
                      <a:pt x="18" y="4"/>
                    </a:moveTo>
                    <a:cubicBezTo>
                      <a:pt x="11" y="9"/>
                      <a:pt x="5" y="11"/>
                      <a:pt x="4" y="20"/>
                    </a:cubicBezTo>
                    <a:cubicBezTo>
                      <a:pt x="3" y="25"/>
                      <a:pt x="2" y="31"/>
                      <a:pt x="0" y="35"/>
                    </a:cubicBezTo>
                    <a:cubicBezTo>
                      <a:pt x="0" y="26"/>
                      <a:pt x="0" y="11"/>
                      <a:pt x="7" y="5"/>
                    </a:cubicBezTo>
                    <a:cubicBezTo>
                      <a:pt x="14" y="0"/>
                      <a:pt x="23" y="2"/>
                      <a:pt x="31" y="1"/>
                    </a:cubicBezTo>
                    <a:cubicBezTo>
                      <a:pt x="31" y="1"/>
                      <a:pt x="31" y="2"/>
                      <a:pt x="31" y="2"/>
                    </a:cubicBezTo>
                    <a:cubicBezTo>
                      <a:pt x="30" y="2"/>
                      <a:pt x="29" y="2"/>
                      <a:pt x="29" y="3"/>
                    </a:cubicBezTo>
                  </a:path>
                </a:pathLst>
              </a:custGeom>
              <a:solidFill>
                <a:srgbClr val="B0B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8" name="Freeform 196">
                <a:extLst>
                  <a:ext uri="{FF2B5EF4-FFF2-40B4-BE49-F238E27FC236}">
                    <a16:creationId xmlns:a16="http://schemas.microsoft.com/office/drawing/2014/main" id="{B5957D1F-EF6C-47B2-B4DE-EA7937B15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997"/>
                <a:ext cx="25" cy="48"/>
              </a:xfrm>
              <a:custGeom>
                <a:avLst/>
                <a:gdLst>
                  <a:gd name="T0" fmla="*/ 33 w 10"/>
                  <a:gd name="T1" fmla="*/ 0 h 19"/>
                  <a:gd name="T2" fmla="*/ 20 w 10"/>
                  <a:gd name="T3" fmla="*/ 306 h 19"/>
                  <a:gd name="T4" fmla="*/ 0 w 10"/>
                  <a:gd name="T5" fmla="*/ 3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2" y="0"/>
                    </a:moveTo>
                    <a:cubicBezTo>
                      <a:pt x="10" y="7"/>
                      <a:pt x="2" y="10"/>
                      <a:pt x="1" y="19"/>
                    </a:cubicBezTo>
                    <a:cubicBezTo>
                      <a:pt x="4" y="14"/>
                      <a:pt x="0" y="7"/>
                      <a:pt x="0" y="2"/>
                    </a:cubicBezTo>
                  </a:path>
                </a:pathLst>
              </a:custGeom>
              <a:solidFill>
                <a:srgbClr val="B0B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9" name="Freeform 197">
                <a:extLst>
                  <a:ext uri="{FF2B5EF4-FFF2-40B4-BE49-F238E27FC236}">
                    <a16:creationId xmlns:a16="http://schemas.microsoft.com/office/drawing/2014/main" id="{2662D556-4B59-4649-B5BB-25E9E0E81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307"/>
                <a:ext cx="345" cy="175"/>
              </a:xfrm>
              <a:custGeom>
                <a:avLst/>
                <a:gdLst>
                  <a:gd name="T0" fmla="*/ 375 w 138"/>
                  <a:gd name="T1" fmla="*/ 83 h 70"/>
                  <a:gd name="T2" fmla="*/ 800 w 138"/>
                  <a:gd name="T3" fmla="*/ 188 h 70"/>
                  <a:gd name="T4" fmla="*/ 1188 w 138"/>
                  <a:gd name="T5" fmla="*/ 363 h 70"/>
                  <a:gd name="T6" fmla="*/ 1488 w 138"/>
                  <a:gd name="T7" fmla="*/ 583 h 70"/>
                  <a:gd name="T8" fmla="*/ 1613 w 138"/>
                  <a:gd name="T9" fmla="*/ 938 h 70"/>
                  <a:gd name="T10" fmla="*/ 1613 w 138"/>
                  <a:gd name="T11" fmla="*/ 1095 h 70"/>
                  <a:gd name="T12" fmla="*/ 1770 w 138"/>
                  <a:gd name="T13" fmla="*/ 1000 h 70"/>
                  <a:gd name="T14" fmla="*/ 1875 w 138"/>
                  <a:gd name="T15" fmla="*/ 833 h 70"/>
                  <a:gd name="T16" fmla="*/ 2158 w 138"/>
                  <a:gd name="T17" fmla="*/ 520 h 70"/>
                  <a:gd name="T18" fmla="*/ 1813 w 138"/>
                  <a:gd name="T19" fmla="*/ 708 h 70"/>
                  <a:gd name="T20" fmla="*/ 1675 w 138"/>
                  <a:gd name="T21" fmla="*/ 345 h 70"/>
                  <a:gd name="T22" fmla="*/ 1313 w 138"/>
                  <a:gd name="T23" fmla="*/ 238 h 70"/>
                  <a:gd name="T24" fmla="*/ 925 w 138"/>
                  <a:gd name="T25" fmla="*/ 158 h 70"/>
                  <a:gd name="T26" fmla="*/ 470 w 138"/>
                  <a:gd name="T27" fmla="*/ 50 h 70"/>
                  <a:gd name="T28" fmla="*/ 208 w 138"/>
                  <a:gd name="T29" fmla="*/ 33 h 70"/>
                  <a:gd name="T30" fmla="*/ 0 w 138"/>
                  <a:gd name="T31" fmla="*/ 0 h 7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70">
                    <a:moveTo>
                      <a:pt x="24" y="5"/>
                    </a:moveTo>
                    <a:cubicBezTo>
                      <a:pt x="32" y="8"/>
                      <a:pt x="42" y="8"/>
                      <a:pt x="51" y="12"/>
                    </a:cubicBezTo>
                    <a:cubicBezTo>
                      <a:pt x="59" y="15"/>
                      <a:pt x="67" y="20"/>
                      <a:pt x="76" y="23"/>
                    </a:cubicBezTo>
                    <a:cubicBezTo>
                      <a:pt x="84" y="26"/>
                      <a:pt x="90" y="30"/>
                      <a:pt x="95" y="37"/>
                    </a:cubicBezTo>
                    <a:cubicBezTo>
                      <a:pt x="101" y="45"/>
                      <a:pt x="103" y="50"/>
                      <a:pt x="103" y="60"/>
                    </a:cubicBezTo>
                    <a:cubicBezTo>
                      <a:pt x="103" y="63"/>
                      <a:pt x="103" y="67"/>
                      <a:pt x="103" y="70"/>
                    </a:cubicBezTo>
                    <a:cubicBezTo>
                      <a:pt x="109" y="70"/>
                      <a:pt x="109" y="69"/>
                      <a:pt x="113" y="64"/>
                    </a:cubicBezTo>
                    <a:cubicBezTo>
                      <a:pt x="116" y="60"/>
                      <a:pt x="118" y="56"/>
                      <a:pt x="120" y="53"/>
                    </a:cubicBezTo>
                    <a:cubicBezTo>
                      <a:pt x="125" y="45"/>
                      <a:pt x="132" y="40"/>
                      <a:pt x="138" y="33"/>
                    </a:cubicBezTo>
                    <a:cubicBezTo>
                      <a:pt x="130" y="34"/>
                      <a:pt x="122" y="42"/>
                      <a:pt x="116" y="45"/>
                    </a:cubicBezTo>
                    <a:cubicBezTo>
                      <a:pt x="118" y="38"/>
                      <a:pt x="113" y="26"/>
                      <a:pt x="107" y="22"/>
                    </a:cubicBezTo>
                    <a:cubicBezTo>
                      <a:pt x="100" y="17"/>
                      <a:pt x="92" y="17"/>
                      <a:pt x="84" y="15"/>
                    </a:cubicBezTo>
                    <a:cubicBezTo>
                      <a:pt x="75" y="14"/>
                      <a:pt x="68" y="11"/>
                      <a:pt x="59" y="10"/>
                    </a:cubicBezTo>
                    <a:cubicBezTo>
                      <a:pt x="49" y="9"/>
                      <a:pt x="40" y="5"/>
                      <a:pt x="30" y="3"/>
                    </a:cubicBezTo>
                    <a:cubicBezTo>
                      <a:pt x="24" y="2"/>
                      <a:pt x="19" y="3"/>
                      <a:pt x="13" y="2"/>
                    </a:cubicBezTo>
                    <a:cubicBezTo>
                      <a:pt x="9" y="1"/>
                      <a:pt x="4" y="0"/>
                      <a:pt x="0" y="0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0" name="Freeform 198">
                <a:extLst>
                  <a:ext uri="{FF2B5EF4-FFF2-40B4-BE49-F238E27FC236}">
                    <a16:creationId xmlns:a16="http://schemas.microsoft.com/office/drawing/2014/main" id="{A0F0B403-94D1-4C7B-848E-559A81C2D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132"/>
                <a:ext cx="92" cy="95"/>
              </a:xfrm>
              <a:custGeom>
                <a:avLst/>
                <a:gdLst>
                  <a:gd name="T0" fmla="*/ 495 w 37"/>
                  <a:gd name="T1" fmla="*/ 208 h 38"/>
                  <a:gd name="T2" fmla="*/ 353 w 37"/>
                  <a:gd name="T3" fmla="*/ 395 h 38"/>
                  <a:gd name="T4" fmla="*/ 462 w 37"/>
                  <a:gd name="T5" fmla="*/ 595 h 38"/>
                  <a:gd name="T6" fmla="*/ 199 w 37"/>
                  <a:gd name="T7" fmla="*/ 520 h 38"/>
                  <a:gd name="T8" fmla="*/ 104 w 37"/>
                  <a:gd name="T9" fmla="*/ 563 h 38"/>
                  <a:gd name="T10" fmla="*/ 0 w 37"/>
                  <a:gd name="T11" fmla="*/ 488 h 38"/>
                  <a:gd name="T12" fmla="*/ 321 w 37"/>
                  <a:gd name="T13" fmla="*/ 238 h 38"/>
                  <a:gd name="T14" fmla="*/ 475 w 37"/>
                  <a:gd name="T15" fmla="*/ 125 h 38"/>
                  <a:gd name="T16" fmla="*/ 569 w 37"/>
                  <a:gd name="T17" fmla="*/ 0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8">
                    <a:moveTo>
                      <a:pt x="32" y="13"/>
                    </a:moveTo>
                    <a:cubicBezTo>
                      <a:pt x="29" y="16"/>
                      <a:pt x="23" y="20"/>
                      <a:pt x="23" y="25"/>
                    </a:cubicBezTo>
                    <a:cubicBezTo>
                      <a:pt x="22" y="30"/>
                      <a:pt x="28" y="34"/>
                      <a:pt x="30" y="38"/>
                    </a:cubicBezTo>
                    <a:cubicBezTo>
                      <a:pt x="26" y="36"/>
                      <a:pt x="18" y="32"/>
                      <a:pt x="13" y="33"/>
                    </a:cubicBezTo>
                    <a:cubicBezTo>
                      <a:pt x="11" y="33"/>
                      <a:pt x="9" y="36"/>
                      <a:pt x="7" y="36"/>
                    </a:cubicBezTo>
                    <a:cubicBezTo>
                      <a:pt x="5" y="36"/>
                      <a:pt x="1" y="33"/>
                      <a:pt x="0" y="31"/>
                    </a:cubicBezTo>
                    <a:cubicBezTo>
                      <a:pt x="3" y="25"/>
                      <a:pt x="14" y="19"/>
                      <a:pt x="21" y="15"/>
                    </a:cubicBezTo>
                    <a:cubicBezTo>
                      <a:pt x="24" y="13"/>
                      <a:pt x="28" y="12"/>
                      <a:pt x="31" y="8"/>
                    </a:cubicBezTo>
                    <a:cubicBezTo>
                      <a:pt x="33" y="6"/>
                      <a:pt x="34" y="2"/>
                      <a:pt x="37" y="0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1" name="Freeform 199">
                <a:extLst>
                  <a:ext uri="{FF2B5EF4-FFF2-40B4-BE49-F238E27FC236}">
                    <a16:creationId xmlns:a16="http://schemas.microsoft.com/office/drawing/2014/main" id="{5B115D81-DD35-4246-8800-61D1E9B6F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179"/>
                <a:ext cx="235" cy="93"/>
              </a:xfrm>
              <a:custGeom>
                <a:avLst/>
                <a:gdLst>
                  <a:gd name="T0" fmla="*/ 125 w 94"/>
                  <a:gd name="T1" fmla="*/ 146 h 37"/>
                  <a:gd name="T2" fmla="*/ 488 w 94"/>
                  <a:gd name="T3" fmla="*/ 430 h 37"/>
                  <a:gd name="T4" fmla="*/ 925 w 94"/>
                  <a:gd name="T5" fmla="*/ 525 h 37"/>
                  <a:gd name="T6" fmla="*/ 1313 w 94"/>
                  <a:gd name="T7" fmla="*/ 525 h 37"/>
                  <a:gd name="T8" fmla="*/ 1220 w 94"/>
                  <a:gd name="T9" fmla="*/ 176 h 37"/>
                  <a:gd name="T10" fmla="*/ 625 w 94"/>
                  <a:gd name="T11" fmla="*/ 0 h 37"/>
                  <a:gd name="T12" fmla="*/ 938 w 94"/>
                  <a:gd name="T13" fmla="*/ 209 h 37"/>
                  <a:gd name="T14" fmla="*/ 750 w 94"/>
                  <a:gd name="T15" fmla="*/ 334 h 37"/>
                  <a:gd name="T16" fmla="*/ 20 w 94"/>
                  <a:gd name="T17" fmla="*/ 33 h 37"/>
                  <a:gd name="T18" fmla="*/ 0 w 94"/>
                  <a:gd name="T19" fmla="*/ 20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37">
                    <a:moveTo>
                      <a:pt x="8" y="9"/>
                    </a:moveTo>
                    <a:cubicBezTo>
                      <a:pt x="17" y="12"/>
                      <a:pt x="23" y="23"/>
                      <a:pt x="31" y="27"/>
                    </a:cubicBezTo>
                    <a:cubicBezTo>
                      <a:pt x="39" y="31"/>
                      <a:pt x="50" y="32"/>
                      <a:pt x="59" y="33"/>
                    </a:cubicBezTo>
                    <a:cubicBezTo>
                      <a:pt x="65" y="34"/>
                      <a:pt x="79" y="37"/>
                      <a:pt x="84" y="33"/>
                    </a:cubicBezTo>
                    <a:cubicBezTo>
                      <a:pt x="94" y="26"/>
                      <a:pt x="84" y="15"/>
                      <a:pt x="78" y="11"/>
                    </a:cubicBezTo>
                    <a:cubicBezTo>
                      <a:pt x="66" y="2"/>
                      <a:pt x="54" y="0"/>
                      <a:pt x="40" y="0"/>
                    </a:cubicBezTo>
                    <a:cubicBezTo>
                      <a:pt x="49" y="3"/>
                      <a:pt x="54" y="6"/>
                      <a:pt x="60" y="13"/>
                    </a:cubicBezTo>
                    <a:cubicBezTo>
                      <a:pt x="69" y="23"/>
                      <a:pt x="55" y="22"/>
                      <a:pt x="48" y="21"/>
                    </a:cubicBezTo>
                    <a:cubicBezTo>
                      <a:pt x="32" y="17"/>
                      <a:pt x="15" y="1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2" name="Freeform 200">
                <a:extLst>
                  <a:ext uri="{FF2B5EF4-FFF2-40B4-BE49-F238E27FC236}">
                    <a16:creationId xmlns:a16="http://schemas.microsoft.com/office/drawing/2014/main" id="{71B0917A-D3C8-400E-AA6B-AA2D3E476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019"/>
                <a:ext cx="275" cy="158"/>
              </a:xfrm>
              <a:custGeom>
                <a:avLst/>
                <a:gdLst>
                  <a:gd name="T0" fmla="*/ 625 w 110"/>
                  <a:gd name="T1" fmla="*/ 271 h 63"/>
                  <a:gd name="T2" fmla="*/ 970 w 110"/>
                  <a:gd name="T3" fmla="*/ 429 h 63"/>
                  <a:gd name="T4" fmla="*/ 1125 w 110"/>
                  <a:gd name="T5" fmla="*/ 441 h 63"/>
                  <a:gd name="T6" fmla="*/ 1238 w 110"/>
                  <a:gd name="T7" fmla="*/ 522 h 63"/>
                  <a:gd name="T8" fmla="*/ 1500 w 110"/>
                  <a:gd name="T9" fmla="*/ 680 h 63"/>
                  <a:gd name="T10" fmla="*/ 1720 w 110"/>
                  <a:gd name="T11" fmla="*/ 993 h 63"/>
                  <a:gd name="T12" fmla="*/ 938 w 110"/>
                  <a:gd name="T13" fmla="*/ 567 h 63"/>
                  <a:gd name="T14" fmla="*/ 783 w 110"/>
                  <a:gd name="T15" fmla="*/ 534 h 63"/>
                  <a:gd name="T16" fmla="*/ 625 w 110"/>
                  <a:gd name="T17" fmla="*/ 409 h 63"/>
                  <a:gd name="T18" fmla="*/ 300 w 110"/>
                  <a:gd name="T19" fmla="*/ 221 h 63"/>
                  <a:gd name="T20" fmla="*/ 0 w 110"/>
                  <a:gd name="T21" fmla="*/ 50 h 63"/>
                  <a:gd name="T22" fmla="*/ 158 w 110"/>
                  <a:gd name="T23" fmla="*/ 33 h 63"/>
                  <a:gd name="T24" fmla="*/ 300 w 110"/>
                  <a:gd name="T25" fmla="*/ 63 h 63"/>
                  <a:gd name="T26" fmla="*/ 675 w 110"/>
                  <a:gd name="T27" fmla="*/ 301 h 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0" h="63">
                    <a:moveTo>
                      <a:pt x="40" y="17"/>
                    </a:moveTo>
                    <a:cubicBezTo>
                      <a:pt x="43" y="23"/>
                      <a:pt x="56" y="26"/>
                      <a:pt x="62" y="27"/>
                    </a:cubicBezTo>
                    <a:cubicBezTo>
                      <a:pt x="65" y="28"/>
                      <a:pt x="69" y="27"/>
                      <a:pt x="72" y="28"/>
                    </a:cubicBezTo>
                    <a:cubicBezTo>
                      <a:pt x="74" y="29"/>
                      <a:pt x="77" y="31"/>
                      <a:pt x="79" y="33"/>
                    </a:cubicBezTo>
                    <a:cubicBezTo>
                      <a:pt x="85" y="36"/>
                      <a:pt x="91" y="38"/>
                      <a:pt x="96" y="43"/>
                    </a:cubicBezTo>
                    <a:cubicBezTo>
                      <a:pt x="102" y="49"/>
                      <a:pt x="104" y="57"/>
                      <a:pt x="110" y="63"/>
                    </a:cubicBezTo>
                    <a:cubicBezTo>
                      <a:pt x="100" y="48"/>
                      <a:pt x="77" y="36"/>
                      <a:pt x="60" y="36"/>
                    </a:cubicBezTo>
                    <a:cubicBezTo>
                      <a:pt x="54" y="36"/>
                      <a:pt x="54" y="37"/>
                      <a:pt x="50" y="34"/>
                    </a:cubicBezTo>
                    <a:cubicBezTo>
                      <a:pt x="47" y="30"/>
                      <a:pt x="45" y="28"/>
                      <a:pt x="40" y="26"/>
                    </a:cubicBezTo>
                    <a:cubicBezTo>
                      <a:pt x="33" y="23"/>
                      <a:pt x="26" y="19"/>
                      <a:pt x="19" y="14"/>
                    </a:cubicBezTo>
                    <a:cubicBezTo>
                      <a:pt x="13" y="11"/>
                      <a:pt x="7" y="5"/>
                      <a:pt x="0" y="3"/>
                    </a:cubicBezTo>
                    <a:cubicBezTo>
                      <a:pt x="4" y="2"/>
                      <a:pt x="7" y="2"/>
                      <a:pt x="10" y="2"/>
                    </a:cubicBezTo>
                    <a:cubicBezTo>
                      <a:pt x="15" y="1"/>
                      <a:pt x="15" y="0"/>
                      <a:pt x="19" y="4"/>
                    </a:cubicBezTo>
                    <a:cubicBezTo>
                      <a:pt x="25" y="10"/>
                      <a:pt x="33" y="19"/>
                      <a:pt x="43" y="19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3" name="Freeform 201">
                <a:extLst>
                  <a:ext uri="{FF2B5EF4-FFF2-40B4-BE49-F238E27FC236}">
                    <a16:creationId xmlns:a16="http://schemas.microsoft.com/office/drawing/2014/main" id="{E7CFC3E7-7D17-4F74-BCA7-B10A2E9BE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437"/>
                <a:ext cx="255" cy="250"/>
              </a:xfrm>
              <a:custGeom>
                <a:avLst/>
                <a:gdLst>
                  <a:gd name="T0" fmla="*/ 595 w 102"/>
                  <a:gd name="T1" fmla="*/ 95 h 100"/>
                  <a:gd name="T2" fmla="*/ 958 w 102"/>
                  <a:gd name="T3" fmla="*/ 363 h 100"/>
                  <a:gd name="T4" fmla="*/ 1145 w 102"/>
                  <a:gd name="T5" fmla="*/ 658 h 100"/>
                  <a:gd name="T6" fmla="*/ 1395 w 102"/>
                  <a:gd name="T7" fmla="*/ 938 h 100"/>
                  <a:gd name="T8" fmla="*/ 1563 w 102"/>
                  <a:gd name="T9" fmla="*/ 1345 h 100"/>
                  <a:gd name="T10" fmla="*/ 1595 w 102"/>
                  <a:gd name="T11" fmla="*/ 1563 h 100"/>
                  <a:gd name="T12" fmla="*/ 1425 w 102"/>
                  <a:gd name="T13" fmla="*/ 645 h 100"/>
                  <a:gd name="T14" fmla="*/ 833 w 102"/>
                  <a:gd name="T15" fmla="*/ 145 h 100"/>
                  <a:gd name="T16" fmla="*/ 408 w 102"/>
                  <a:gd name="T17" fmla="*/ 0 h 100"/>
                  <a:gd name="T18" fmla="*/ 0 w 102"/>
                  <a:gd name="T19" fmla="*/ 33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100">
                    <a:moveTo>
                      <a:pt x="38" y="6"/>
                    </a:moveTo>
                    <a:cubicBezTo>
                      <a:pt x="43" y="13"/>
                      <a:pt x="54" y="17"/>
                      <a:pt x="61" y="23"/>
                    </a:cubicBezTo>
                    <a:cubicBezTo>
                      <a:pt x="66" y="28"/>
                      <a:pt x="69" y="36"/>
                      <a:pt x="73" y="42"/>
                    </a:cubicBezTo>
                    <a:cubicBezTo>
                      <a:pt x="78" y="49"/>
                      <a:pt x="84" y="53"/>
                      <a:pt x="89" y="60"/>
                    </a:cubicBezTo>
                    <a:cubicBezTo>
                      <a:pt x="94" y="68"/>
                      <a:pt x="98" y="77"/>
                      <a:pt x="100" y="86"/>
                    </a:cubicBezTo>
                    <a:cubicBezTo>
                      <a:pt x="101" y="90"/>
                      <a:pt x="101" y="95"/>
                      <a:pt x="102" y="100"/>
                    </a:cubicBezTo>
                    <a:cubicBezTo>
                      <a:pt x="102" y="80"/>
                      <a:pt x="100" y="58"/>
                      <a:pt x="91" y="41"/>
                    </a:cubicBezTo>
                    <a:cubicBezTo>
                      <a:pt x="82" y="25"/>
                      <a:pt x="68" y="17"/>
                      <a:pt x="53" y="9"/>
                    </a:cubicBezTo>
                    <a:cubicBezTo>
                      <a:pt x="45" y="4"/>
                      <a:pt x="36" y="1"/>
                      <a:pt x="26" y="0"/>
                    </a:cubicBezTo>
                    <a:cubicBezTo>
                      <a:pt x="17" y="0"/>
                      <a:pt x="8" y="1"/>
                      <a:pt x="0" y="2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4" name="Freeform 202">
                <a:extLst>
                  <a:ext uri="{FF2B5EF4-FFF2-40B4-BE49-F238E27FC236}">
                    <a16:creationId xmlns:a16="http://schemas.microsoft.com/office/drawing/2014/main" id="{2B2D6C43-A486-4706-B816-26CAA56DA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1532"/>
                <a:ext cx="205" cy="238"/>
              </a:xfrm>
              <a:custGeom>
                <a:avLst/>
                <a:gdLst>
                  <a:gd name="T0" fmla="*/ 770 w 82"/>
                  <a:gd name="T1" fmla="*/ 208 h 95"/>
                  <a:gd name="T2" fmla="*/ 375 w 82"/>
                  <a:gd name="T3" fmla="*/ 742 h 95"/>
                  <a:gd name="T4" fmla="*/ 863 w 82"/>
                  <a:gd name="T5" fmla="*/ 1380 h 95"/>
                  <a:gd name="T6" fmla="*/ 925 w 82"/>
                  <a:gd name="T7" fmla="*/ 1493 h 95"/>
                  <a:gd name="T8" fmla="*/ 625 w 82"/>
                  <a:gd name="T9" fmla="*/ 1243 h 95"/>
                  <a:gd name="T10" fmla="*/ 375 w 82"/>
                  <a:gd name="T11" fmla="*/ 972 h 95"/>
                  <a:gd name="T12" fmla="*/ 220 w 82"/>
                  <a:gd name="T13" fmla="*/ 679 h 95"/>
                  <a:gd name="T14" fmla="*/ 0 w 82"/>
                  <a:gd name="T15" fmla="*/ 458 h 95"/>
                  <a:gd name="T16" fmla="*/ 283 w 82"/>
                  <a:gd name="T17" fmla="*/ 313 h 95"/>
                  <a:gd name="T18" fmla="*/ 533 w 82"/>
                  <a:gd name="T19" fmla="*/ 208 h 95"/>
                  <a:gd name="T20" fmla="*/ 1283 w 82"/>
                  <a:gd name="T21" fmla="*/ 0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95">
                    <a:moveTo>
                      <a:pt x="49" y="13"/>
                    </a:moveTo>
                    <a:cubicBezTo>
                      <a:pt x="33" y="11"/>
                      <a:pt x="19" y="33"/>
                      <a:pt x="24" y="47"/>
                    </a:cubicBezTo>
                    <a:cubicBezTo>
                      <a:pt x="29" y="65"/>
                      <a:pt x="45" y="74"/>
                      <a:pt x="55" y="88"/>
                    </a:cubicBezTo>
                    <a:cubicBezTo>
                      <a:pt x="57" y="90"/>
                      <a:pt x="58" y="92"/>
                      <a:pt x="59" y="95"/>
                    </a:cubicBezTo>
                    <a:cubicBezTo>
                      <a:pt x="57" y="89"/>
                      <a:pt x="45" y="84"/>
                      <a:pt x="40" y="79"/>
                    </a:cubicBezTo>
                    <a:cubicBezTo>
                      <a:pt x="34" y="74"/>
                      <a:pt x="29" y="68"/>
                      <a:pt x="24" y="62"/>
                    </a:cubicBezTo>
                    <a:cubicBezTo>
                      <a:pt x="20" y="56"/>
                      <a:pt x="17" y="49"/>
                      <a:pt x="14" y="43"/>
                    </a:cubicBezTo>
                    <a:cubicBezTo>
                      <a:pt x="11" y="35"/>
                      <a:pt x="7" y="33"/>
                      <a:pt x="0" y="29"/>
                    </a:cubicBezTo>
                    <a:cubicBezTo>
                      <a:pt x="6" y="25"/>
                      <a:pt x="12" y="23"/>
                      <a:pt x="18" y="20"/>
                    </a:cubicBezTo>
                    <a:cubicBezTo>
                      <a:pt x="24" y="18"/>
                      <a:pt x="29" y="14"/>
                      <a:pt x="34" y="13"/>
                    </a:cubicBezTo>
                    <a:cubicBezTo>
                      <a:pt x="50" y="7"/>
                      <a:pt x="66" y="6"/>
                      <a:pt x="82" y="0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5" name="Freeform 203">
                <a:extLst>
                  <a:ext uri="{FF2B5EF4-FFF2-40B4-BE49-F238E27FC236}">
                    <a16:creationId xmlns:a16="http://schemas.microsoft.com/office/drawing/2014/main" id="{44BFF0DE-736A-4E38-84FD-133B2CD7E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022"/>
                <a:ext cx="392" cy="250"/>
              </a:xfrm>
              <a:custGeom>
                <a:avLst/>
                <a:gdLst>
                  <a:gd name="T0" fmla="*/ 417 w 157"/>
                  <a:gd name="T1" fmla="*/ 158 h 100"/>
                  <a:gd name="T2" fmla="*/ 562 w 157"/>
                  <a:gd name="T3" fmla="*/ 488 h 100"/>
                  <a:gd name="T4" fmla="*/ 762 w 157"/>
                  <a:gd name="T5" fmla="*/ 845 h 100"/>
                  <a:gd name="T6" fmla="*/ 779 w 157"/>
                  <a:gd name="T7" fmla="*/ 1188 h 100"/>
                  <a:gd name="T8" fmla="*/ 542 w 157"/>
                  <a:gd name="T9" fmla="*/ 1408 h 100"/>
                  <a:gd name="T10" fmla="*/ 0 w 157"/>
                  <a:gd name="T11" fmla="*/ 1488 h 100"/>
                  <a:gd name="T12" fmla="*/ 437 w 157"/>
                  <a:gd name="T13" fmla="*/ 1550 h 100"/>
                  <a:gd name="T14" fmla="*/ 791 w 157"/>
                  <a:gd name="T15" fmla="*/ 1458 h 100"/>
                  <a:gd name="T16" fmla="*/ 979 w 157"/>
                  <a:gd name="T17" fmla="*/ 1375 h 100"/>
                  <a:gd name="T18" fmla="*/ 1154 w 157"/>
                  <a:gd name="T19" fmla="*/ 1300 h 100"/>
                  <a:gd name="T20" fmla="*/ 1558 w 157"/>
                  <a:gd name="T21" fmla="*/ 1270 h 100"/>
                  <a:gd name="T22" fmla="*/ 2037 w 157"/>
                  <a:gd name="T23" fmla="*/ 1125 h 100"/>
                  <a:gd name="T24" fmla="*/ 2287 w 157"/>
                  <a:gd name="T25" fmla="*/ 1000 h 100"/>
                  <a:gd name="T26" fmla="*/ 2382 w 157"/>
                  <a:gd name="T27" fmla="*/ 958 h 100"/>
                  <a:gd name="T28" fmla="*/ 2444 w 157"/>
                  <a:gd name="T29" fmla="*/ 875 h 100"/>
                  <a:gd name="T30" fmla="*/ 1945 w 157"/>
                  <a:gd name="T31" fmla="*/ 1033 h 100"/>
                  <a:gd name="T32" fmla="*/ 1383 w 157"/>
                  <a:gd name="T33" fmla="*/ 1095 h 100"/>
                  <a:gd name="T34" fmla="*/ 1059 w 157"/>
                  <a:gd name="T35" fmla="*/ 958 h 100"/>
                  <a:gd name="T36" fmla="*/ 811 w 157"/>
                  <a:gd name="T37" fmla="*/ 625 h 100"/>
                  <a:gd name="T38" fmla="*/ 624 w 157"/>
                  <a:gd name="T39" fmla="*/ 300 h 100"/>
                  <a:gd name="T40" fmla="*/ 292 w 157"/>
                  <a:gd name="T41" fmla="*/ 0 h 10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7" h="100">
                    <a:moveTo>
                      <a:pt x="27" y="10"/>
                    </a:moveTo>
                    <a:cubicBezTo>
                      <a:pt x="30" y="16"/>
                      <a:pt x="33" y="24"/>
                      <a:pt x="36" y="31"/>
                    </a:cubicBezTo>
                    <a:cubicBezTo>
                      <a:pt x="40" y="39"/>
                      <a:pt x="46" y="46"/>
                      <a:pt x="49" y="54"/>
                    </a:cubicBezTo>
                    <a:cubicBezTo>
                      <a:pt x="53" y="62"/>
                      <a:pt x="55" y="68"/>
                      <a:pt x="50" y="76"/>
                    </a:cubicBezTo>
                    <a:cubicBezTo>
                      <a:pt x="47" y="83"/>
                      <a:pt x="41" y="87"/>
                      <a:pt x="35" y="90"/>
                    </a:cubicBezTo>
                    <a:cubicBezTo>
                      <a:pt x="25" y="94"/>
                      <a:pt x="11" y="95"/>
                      <a:pt x="0" y="95"/>
                    </a:cubicBezTo>
                    <a:cubicBezTo>
                      <a:pt x="9" y="98"/>
                      <a:pt x="19" y="98"/>
                      <a:pt x="28" y="99"/>
                    </a:cubicBezTo>
                    <a:cubicBezTo>
                      <a:pt x="37" y="100"/>
                      <a:pt x="43" y="96"/>
                      <a:pt x="51" y="93"/>
                    </a:cubicBezTo>
                    <a:cubicBezTo>
                      <a:pt x="55" y="91"/>
                      <a:pt x="59" y="90"/>
                      <a:pt x="63" y="88"/>
                    </a:cubicBezTo>
                    <a:cubicBezTo>
                      <a:pt x="66" y="85"/>
                      <a:pt x="69" y="83"/>
                      <a:pt x="74" y="83"/>
                    </a:cubicBezTo>
                    <a:cubicBezTo>
                      <a:pt x="82" y="82"/>
                      <a:pt x="91" y="83"/>
                      <a:pt x="100" y="81"/>
                    </a:cubicBezTo>
                    <a:cubicBezTo>
                      <a:pt x="110" y="80"/>
                      <a:pt x="122" y="77"/>
                      <a:pt x="131" y="72"/>
                    </a:cubicBezTo>
                    <a:cubicBezTo>
                      <a:pt x="136" y="69"/>
                      <a:pt x="141" y="67"/>
                      <a:pt x="147" y="64"/>
                    </a:cubicBezTo>
                    <a:cubicBezTo>
                      <a:pt x="148" y="63"/>
                      <a:pt x="151" y="62"/>
                      <a:pt x="153" y="61"/>
                    </a:cubicBezTo>
                    <a:cubicBezTo>
                      <a:pt x="155" y="59"/>
                      <a:pt x="154" y="56"/>
                      <a:pt x="157" y="56"/>
                    </a:cubicBezTo>
                    <a:cubicBezTo>
                      <a:pt x="149" y="61"/>
                      <a:pt x="135" y="63"/>
                      <a:pt x="125" y="66"/>
                    </a:cubicBezTo>
                    <a:cubicBezTo>
                      <a:pt x="114" y="68"/>
                      <a:pt x="100" y="70"/>
                      <a:pt x="89" y="70"/>
                    </a:cubicBezTo>
                    <a:cubicBezTo>
                      <a:pt x="82" y="69"/>
                      <a:pt x="74" y="65"/>
                      <a:pt x="68" y="61"/>
                    </a:cubicBezTo>
                    <a:cubicBezTo>
                      <a:pt x="59" y="56"/>
                      <a:pt x="56" y="49"/>
                      <a:pt x="52" y="40"/>
                    </a:cubicBezTo>
                    <a:cubicBezTo>
                      <a:pt x="49" y="33"/>
                      <a:pt x="45" y="26"/>
                      <a:pt x="40" y="19"/>
                    </a:cubicBezTo>
                    <a:cubicBezTo>
                      <a:pt x="34" y="11"/>
                      <a:pt x="25" y="9"/>
                      <a:pt x="19" y="0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6" name="Freeform 204">
                <a:extLst>
                  <a:ext uri="{FF2B5EF4-FFF2-40B4-BE49-F238E27FC236}">
                    <a16:creationId xmlns:a16="http://schemas.microsoft.com/office/drawing/2014/main" id="{7629AF3F-A885-4075-AA35-FCE3FB18C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147"/>
                <a:ext cx="110" cy="245"/>
              </a:xfrm>
              <a:custGeom>
                <a:avLst/>
                <a:gdLst>
                  <a:gd name="T0" fmla="*/ 145 w 44"/>
                  <a:gd name="T1" fmla="*/ 0 h 98"/>
                  <a:gd name="T2" fmla="*/ 408 w 44"/>
                  <a:gd name="T3" fmla="*/ 250 h 98"/>
                  <a:gd name="T4" fmla="*/ 363 w 44"/>
                  <a:gd name="T5" fmla="*/ 625 h 98"/>
                  <a:gd name="T6" fmla="*/ 158 w 44"/>
                  <a:gd name="T7" fmla="*/ 988 h 98"/>
                  <a:gd name="T8" fmla="*/ 83 w 44"/>
                  <a:gd name="T9" fmla="*/ 1438 h 98"/>
                  <a:gd name="T10" fmla="*/ 283 w 44"/>
                  <a:gd name="T11" fmla="*/ 1425 h 98"/>
                  <a:gd name="T12" fmla="*/ 270 w 44"/>
                  <a:gd name="T13" fmla="*/ 1438 h 98"/>
                  <a:gd name="T14" fmla="*/ 345 w 44"/>
                  <a:gd name="T15" fmla="*/ 1083 h 98"/>
                  <a:gd name="T16" fmla="*/ 520 w 44"/>
                  <a:gd name="T17" fmla="*/ 708 h 98"/>
                  <a:gd name="T18" fmla="*/ 395 w 44"/>
                  <a:gd name="T19" fmla="*/ 95 h 98"/>
                  <a:gd name="T20" fmla="*/ 283 w 44"/>
                  <a:gd name="T21" fmla="*/ 5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98">
                    <a:moveTo>
                      <a:pt x="9" y="0"/>
                    </a:moveTo>
                    <a:cubicBezTo>
                      <a:pt x="16" y="1"/>
                      <a:pt x="23" y="10"/>
                      <a:pt x="26" y="16"/>
                    </a:cubicBezTo>
                    <a:cubicBezTo>
                      <a:pt x="29" y="24"/>
                      <a:pt x="26" y="33"/>
                      <a:pt x="23" y="40"/>
                    </a:cubicBezTo>
                    <a:cubicBezTo>
                      <a:pt x="20" y="49"/>
                      <a:pt x="13" y="54"/>
                      <a:pt x="10" y="63"/>
                    </a:cubicBezTo>
                    <a:cubicBezTo>
                      <a:pt x="7" y="70"/>
                      <a:pt x="0" y="84"/>
                      <a:pt x="5" y="92"/>
                    </a:cubicBezTo>
                    <a:cubicBezTo>
                      <a:pt x="8" y="98"/>
                      <a:pt x="13" y="91"/>
                      <a:pt x="18" y="91"/>
                    </a:cubicBezTo>
                    <a:cubicBezTo>
                      <a:pt x="18" y="92"/>
                      <a:pt x="18" y="91"/>
                      <a:pt x="17" y="92"/>
                    </a:cubicBezTo>
                    <a:cubicBezTo>
                      <a:pt x="11" y="85"/>
                      <a:pt x="18" y="74"/>
                      <a:pt x="22" y="69"/>
                    </a:cubicBezTo>
                    <a:cubicBezTo>
                      <a:pt x="29" y="61"/>
                      <a:pt x="29" y="54"/>
                      <a:pt x="33" y="45"/>
                    </a:cubicBezTo>
                    <a:cubicBezTo>
                      <a:pt x="38" y="31"/>
                      <a:pt x="44" y="13"/>
                      <a:pt x="25" y="6"/>
                    </a:cubicBezTo>
                    <a:cubicBezTo>
                      <a:pt x="23" y="5"/>
                      <a:pt x="20" y="4"/>
                      <a:pt x="18" y="3"/>
                    </a:cubicBezTo>
                  </a:path>
                </a:pathLst>
              </a:custGeom>
              <a:solidFill>
                <a:srgbClr val="A9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8132" name="Group 205">
              <a:extLst>
                <a:ext uri="{FF2B5EF4-FFF2-40B4-BE49-F238E27FC236}">
                  <a16:creationId xmlns:a16="http://schemas.microsoft.com/office/drawing/2014/main" id="{C7BB10B4-5EBB-4761-9766-D48B105281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3" y="814"/>
              <a:ext cx="2613" cy="1816"/>
              <a:chOff x="1503" y="814"/>
              <a:chExt cx="2613" cy="1816"/>
            </a:xfrm>
          </p:grpSpPr>
          <p:sp>
            <p:nvSpPr>
              <p:cNvPr id="48217" name="Freeform 206">
                <a:extLst>
                  <a:ext uri="{FF2B5EF4-FFF2-40B4-BE49-F238E27FC236}">
                    <a16:creationId xmlns:a16="http://schemas.microsoft.com/office/drawing/2014/main" id="{EBBC72F6-918A-4509-8201-3F68F7C0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964"/>
                <a:ext cx="270" cy="150"/>
              </a:xfrm>
              <a:custGeom>
                <a:avLst/>
                <a:gdLst>
                  <a:gd name="T0" fmla="*/ 0 w 108"/>
                  <a:gd name="T1" fmla="*/ 50 h 60"/>
                  <a:gd name="T2" fmla="*/ 813 w 108"/>
                  <a:gd name="T3" fmla="*/ 345 h 60"/>
                  <a:gd name="T4" fmla="*/ 1095 w 108"/>
                  <a:gd name="T5" fmla="*/ 613 h 60"/>
                  <a:gd name="T6" fmla="*/ 1408 w 108"/>
                  <a:gd name="T7" fmla="*/ 845 h 60"/>
                  <a:gd name="T8" fmla="*/ 1688 w 108"/>
                  <a:gd name="T9" fmla="*/ 938 h 60"/>
                  <a:gd name="T10" fmla="*/ 1425 w 108"/>
                  <a:gd name="T11" fmla="*/ 645 h 60"/>
                  <a:gd name="T12" fmla="*/ 1250 w 108"/>
                  <a:gd name="T13" fmla="*/ 283 h 60"/>
                  <a:gd name="T14" fmla="*/ 970 w 108"/>
                  <a:gd name="T15" fmla="*/ 83 h 60"/>
                  <a:gd name="T16" fmla="*/ 550 w 108"/>
                  <a:gd name="T17" fmla="*/ 95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60">
                    <a:moveTo>
                      <a:pt x="0" y="3"/>
                    </a:moveTo>
                    <a:cubicBezTo>
                      <a:pt x="18" y="0"/>
                      <a:pt x="38" y="10"/>
                      <a:pt x="52" y="22"/>
                    </a:cubicBezTo>
                    <a:cubicBezTo>
                      <a:pt x="59" y="27"/>
                      <a:pt x="64" y="33"/>
                      <a:pt x="70" y="39"/>
                    </a:cubicBezTo>
                    <a:cubicBezTo>
                      <a:pt x="76" y="45"/>
                      <a:pt x="82" y="50"/>
                      <a:pt x="90" y="54"/>
                    </a:cubicBezTo>
                    <a:cubicBezTo>
                      <a:pt x="95" y="56"/>
                      <a:pt x="102" y="59"/>
                      <a:pt x="108" y="60"/>
                    </a:cubicBezTo>
                    <a:cubicBezTo>
                      <a:pt x="102" y="54"/>
                      <a:pt x="96" y="48"/>
                      <a:pt x="91" y="41"/>
                    </a:cubicBezTo>
                    <a:cubicBezTo>
                      <a:pt x="86" y="34"/>
                      <a:pt x="84" y="26"/>
                      <a:pt x="80" y="18"/>
                    </a:cubicBezTo>
                    <a:cubicBezTo>
                      <a:pt x="76" y="11"/>
                      <a:pt x="69" y="7"/>
                      <a:pt x="62" y="5"/>
                    </a:cubicBezTo>
                    <a:cubicBezTo>
                      <a:pt x="52" y="3"/>
                      <a:pt x="45" y="7"/>
                      <a:pt x="35" y="6"/>
                    </a:cubicBezTo>
                  </a:path>
                </a:pathLst>
              </a:custGeom>
              <a:solidFill>
                <a:srgbClr val="A9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18" name="Freeform 207">
                <a:extLst>
                  <a:ext uri="{FF2B5EF4-FFF2-40B4-BE49-F238E27FC236}">
                    <a16:creationId xmlns:a16="http://schemas.microsoft.com/office/drawing/2014/main" id="{8ED7B171-E47E-48B2-959D-B596CFD2D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239"/>
                <a:ext cx="165" cy="276"/>
              </a:xfrm>
              <a:custGeom>
                <a:avLst/>
                <a:gdLst>
                  <a:gd name="T0" fmla="*/ 625 w 66"/>
                  <a:gd name="T1" fmla="*/ 146 h 110"/>
                  <a:gd name="T2" fmla="*/ 863 w 66"/>
                  <a:gd name="T3" fmla="*/ 284 h 110"/>
                  <a:gd name="T4" fmla="*/ 708 w 66"/>
                  <a:gd name="T5" fmla="*/ 693 h 110"/>
                  <a:gd name="T6" fmla="*/ 563 w 66"/>
                  <a:gd name="T7" fmla="*/ 1139 h 110"/>
                  <a:gd name="T8" fmla="*/ 395 w 66"/>
                  <a:gd name="T9" fmla="*/ 1485 h 110"/>
                  <a:gd name="T10" fmla="*/ 0 w 66"/>
                  <a:gd name="T11" fmla="*/ 1485 h 110"/>
                  <a:gd name="T12" fmla="*/ 375 w 66"/>
                  <a:gd name="T13" fmla="*/ 1739 h 110"/>
                  <a:gd name="T14" fmla="*/ 738 w 66"/>
                  <a:gd name="T15" fmla="*/ 1643 h 110"/>
                  <a:gd name="T16" fmla="*/ 738 w 66"/>
                  <a:gd name="T17" fmla="*/ 1360 h 110"/>
                  <a:gd name="T18" fmla="*/ 750 w 66"/>
                  <a:gd name="T19" fmla="*/ 1122 h 110"/>
                  <a:gd name="T20" fmla="*/ 925 w 66"/>
                  <a:gd name="T21" fmla="*/ 585 h 110"/>
                  <a:gd name="T22" fmla="*/ 970 w 66"/>
                  <a:gd name="T23" fmla="*/ 0 h 1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6" h="110">
                    <a:moveTo>
                      <a:pt x="40" y="9"/>
                    </a:moveTo>
                    <a:cubicBezTo>
                      <a:pt x="50" y="1"/>
                      <a:pt x="56" y="6"/>
                      <a:pt x="55" y="18"/>
                    </a:cubicBezTo>
                    <a:cubicBezTo>
                      <a:pt x="54" y="28"/>
                      <a:pt x="50" y="35"/>
                      <a:pt x="45" y="44"/>
                    </a:cubicBezTo>
                    <a:cubicBezTo>
                      <a:pt x="40" y="54"/>
                      <a:pt x="35" y="59"/>
                      <a:pt x="36" y="72"/>
                    </a:cubicBezTo>
                    <a:cubicBezTo>
                      <a:pt x="37" y="83"/>
                      <a:pt x="35" y="90"/>
                      <a:pt x="25" y="94"/>
                    </a:cubicBezTo>
                    <a:cubicBezTo>
                      <a:pt x="16" y="98"/>
                      <a:pt x="9" y="94"/>
                      <a:pt x="0" y="94"/>
                    </a:cubicBezTo>
                    <a:cubicBezTo>
                      <a:pt x="11" y="96"/>
                      <a:pt x="13" y="108"/>
                      <a:pt x="24" y="110"/>
                    </a:cubicBezTo>
                    <a:cubicBezTo>
                      <a:pt x="30" y="110"/>
                      <a:pt x="45" y="110"/>
                      <a:pt x="47" y="104"/>
                    </a:cubicBezTo>
                    <a:cubicBezTo>
                      <a:pt x="49" y="99"/>
                      <a:pt x="47" y="90"/>
                      <a:pt x="47" y="86"/>
                    </a:cubicBezTo>
                    <a:cubicBezTo>
                      <a:pt x="47" y="81"/>
                      <a:pt x="47" y="76"/>
                      <a:pt x="48" y="71"/>
                    </a:cubicBezTo>
                    <a:cubicBezTo>
                      <a:pt x="50" y="59"/>
                      <a:pt x="56" y="48"/>
                      <a:pt x="59" y="37"/>
                    </a:cubicBezTo>
                    <a:cubicBezTo>
                      <a:pt x="63" y="26"/>
                      <a:pt x="66" y="10"/>
                      <a:pt x="62" y="0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19" name="Freeform 208">
                <a:extLst>
                  <a:ext uri="{FF2B5EF4-FFF2-40B4-BE49-F238E27FC236}">
                    <a16:creationId xmlns:a16="http://schemas.microsoft.com/office/drawing/2014/main" id="{858D9B4B-162D-4EFC-907D-149FCA303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139"/>
                <a:ext cx="137" cy="183"/>
              </a:xfrm>
              <a:custGeom>
                <a:avLst/>
                <a:gdLst>
                  <a:gd name="T0" fmla="*/ 0 w 55"/>
                  <a:gd name="T1" fmla="*/ 0 h 73"/>
                  <a:gd name="T2" fmla="*/ 125 w 55"/>
                  <a:gd name="T3" fmla="*/ 313 h 73"/>
                  <a:gd name="T4" fmla="*/ 217 w 55"/>
                  <a:gd name="T5" fmla="*/ 709 h 73"/>
                  <a:gd name="T6" fmla="*/ 541 w 55"/>
                  <a:gd name="T7" fmla="*/ 963 h 73"/>
                  <a:gd name="T8" fmla="*/ 849 w 55"/>
                  <a:gd name="T9" fmla="*/ 1151 h 73"/>
                  <a:gd name="T10" fmla="*/ 478 w 55"/>
                  <a:gd name="T11" fmla="*/ 1101 h 73"/>
                  <a:gd name="T12" fmla="*/ 249 w 55"/>
                  <a:gd name="T13" fmla="*/ 897 h 73"/>
                  <a:gd name="T14" fmla="*/ 75 w 55"/>
                  <a:gd name="T15" fmla="*/ 629 h 73"/>
                  <a:gd name="T16" fmla="*/ 42 w 55"/>
                  <a:gd name="T17" fmla="*/ 113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73">
                    <a:moveTo>
                      <a:pt x="0" y="0"/>
                    </a:moveTo>
                    <a:cubicBezTo>
                      <a:pt x="0" y="6"/>
                      <a:pt x="6" y="14"/>
                      <a:pt x="8" y="20"/>
                    </a:cubicBezTo>
                    <a:cubicBezTo>
                      <a:pt x="10" y="28"/>
                      <a:pt x="10" y="37"/>
                      <a:pt x="14" y="45"/>
                    </a:cubicBezTo>
                    <a:cubicBezTo>
                      <a:pt x="18" y="52"/>
                      <a:pt x="27" y="58"/>
                      <a:pt x="35" y="61"/>
                    </a:cubicBezTo>
                    <a:cubicBezTo>
                      <a:pt x="43" y="63"/>
                      <a:pt x="51" y="65"/>
                      <a:pt x="55" y="73"/>
                    </a:cubicBezTo>
                    <a:cubicBezTo>
                      <a:pt x="48" y="72"/>
                      <a:pt x="38" y="72"/>
                      <a:pt x="31" y="70"/>
                    </a:cubicBezTo>
                    <a:cubicBezTo>
                      <a:pt x="24" y="68"/>
                      <a:pt x="21" y="62"/>
                      <a:pt x="16" y="57"/>
                    </a:cubicBezTo>
                    <a:cubicBezTo>
                      <a:pt x="12" y="52"/>
                      <a:pt x="7" y="47"/>
                      <a:pt x="5" y="40"/>
                    </a:cubicBezTo>
                    <a:cubicBezTo>
                      <a:pt x="3" y="30"/>
                      <a:pt x="3" y="17"/>
                      <a:pt x="3" y="7"/>
                    </a:cubicBezTo>
                  </a:path>
                </a:pathLst>
              </a:custGeom>
              <a:solidFill>
                <a:srgbClr val="A9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20" name="Freeform 209">
                <a:extLst>
                  <a:ext uri="{FF2B5EF4-FFF2-40B4-BE49-F238E27FC236}">
                    <a16:creationId xmlns:a16="http://schemas.microsoft.com/office/drawing/2014/main" id="{9117E370-5700-4875-AE5F-5F8AE3118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814"/>
                <a:ext cx="145" cy="123"/>
              </a:xfrm>
              <a:custGeom>
                <a:avLst/>
                <a:gdLst>
                  <a:gd name="T0" fmla="*/ 0 w 58"/>
                  <a:gd name="T1" fmla="*/ 663 h 49"/>
                  <a:gd name="T2" fmla="*/ 333 w 58"/>
                  <a:gd name="T3" fmla="*/ 555 h 49"/>
                  <a:gd name="T4" fmla="*/ 470 w 58"/>
                  <a:gd name="T5" fmla="*/ 776 h 49"/>
                  <a:gd name="T6" fmla="*/ 550 w 58"/>
                  <a:gd name="T7" fmla="*/ 585 h 49"/>
                  <a:gd name="T8" fmla="*/ 675 w 58"/>
                  <a:gd name="T9" fmla="*/ 409 h 49"/>
                  <a:gd name="T10" fmla="*/ 908 w 58"/>
                  <a:gd name="T11" fmla="*/ 83 h 49"/>
                  <a:gd name="T12" fmla="*/ 470 w 58"/>
                  <a:gd name="T13" fmla="*/ 251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9">
                    <a:moveTo>
                      <a:pt x="0" y="42"/>
                    </a:moveTo>
                    <a:cubicBezTo>
                      <a:pt x="5" y="39"/>
                      <a:pt x="14" y="35"/>
                      <a:pt x="21" y="35"/>
                    </a:cubicBezTo>
                    <a:cubicBezTo>
                      <a:pt x="30" y="36"/>
                      <a:pt x="26" y="43"/>
                      <a:pt x="30" y="49"/>
                    </a:cubicBezTo>
                    <a:cubicBezTo>
                      <a:pt x="33" y="46"/>
                      <a:pt x="33" y="41"/>
                      <a:pt x="35" y="37"/>
                    </a:cubicBezTo>
                    <a:cubicBezTo>
                      <a:pt x="37" y="33"/>
                      <a:pt x="40" y="29"/>
                      <a:pt x="43" y="26"/>
                    </a:cubicBezTo>
                    <a:cubicBezTo>
                      <a:pt x="47" y="19"/>
                      <a:pt x="54" y="12"/>
                      <a:pt x="58" y="5"/>
                    </a:cubicBezTo>
                    <a:cubicBezTo>
                      <a:pt x="50" y="0"/>
                      <a:pt x="33" y="10"/>
                      <a:pt x="30" y="16"/>
                    </a:cubicBezTo>
                  </a:path>
                </a:pathLst>
              </a:custGeom>
              <a:solidFill>
                <a:srgbClr val="A9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21" name="Freeform 210">
                <a:extLst>
                  <a:ext uri="{FF2B5EF4-FFF2-40B4-BE49-F238E27FC236}">
                    <a16:creationId xmlns:a16="http://schemas.microsoft.com/office/drawing/2014/main" id="{3EA46C70-7B7C-4BE8-96AC-F67033ECE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962"/>
                <a:ext cx="175" cy="220"/>
              </a:xfrm>
              <a:custGeom>
                <a:avLst/>
                <a:gdLst>
                  <a:gd name="T0" fmla="*/ 1095 w 70"/>
                  <a:gd name="T1" fmla="*/ 50 h 88"/>
                  <a:gd name="T2" fmla="*/ 208 w 70"/>
                  <a:gd name="T3" fmla="*/ 250 h 88"/>
                  <a:gd name="T4" fmla="*/ 250 w 70"/>
                  <a:gd name="T5" fmla="*/ 988 h 88"/>
                  <a:gd name="T6" fmla="*/ 283 w 70"/>
                  <a:gd name="T7" fmla="*/ 1375 h 88"/>
                  <a:gd name="T8" fmla="*/ 395 w 70"/>
                  <a:gd name="T9" fmla="*/ 958 h 88"/>
                  <a:gd name="T10" fmla="*/ 333 w 70"/>
                  <a:gd name="T11" fmla="*/ 708 h 88"/>
                  <a:gd name="T12" fmla="*/ 345 w 70"/>
                  <a:gd name="T13" fmla="*/ 488 h 88"/>
                  <a:gd name="T14" fmla="*/ 520 w 70"/>
                  <a:gd name="T15" fmla="*/ 188 h 88"/>
                  <a:gd name="T16" fmla="*/ 875 w 70"/>
                  <a:gd name="T17" fmla="*/ 33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88">
                    <a:moveTo>
                      <a:pt x="70" y="3"/>
                    </a:moveTo>
                    <a:cubicBezTo>
                      <a:pt x="52" y="0"/>
                      <a:pt x="26" y="1"/>
                      <a:pt x="13" y="16"/>
                    </a:cubicBezTo>
                    <a:cubicBezTo>
                      <a:pt x="0" y="32"/>
                      <a:pt x="14" y="47"/>
                      <a:pt x="16" y="63"/>
                    </a:cubicBezTo>
                    <a:cubicBezTo>
                      <a:pt x="17" y="71"/>
                      <a:pt x="14" y="80"/>
                      <a:pt x="18" y="88"/>
                    </a:cubicBezTo>
                    <a:cubicBezTo>
                      <a:pt x="23" y="79"/>
                      <a:pt x="26" y="71"/>
                      <a:pt x="25" y="61"/>
                    </a:cubicBezTo>
                    <a:cubicBezTo>
                      <a:pt x="24" y="55"/>
                      <a:pt x="21" y="50"/>
                      <a:pt x="21" y="45"/>
                    </a:cubicBezTo>
                    <a:cubicBezTo>
                      <a:pt x="21" y="40"/>
                      <a:pt x="21" y="36"/>
                      <a:pt x="22" y="31"/>
                    </a:cubicBezTo>
                    <a:cubicBezTo>
                      <a:pt x="24" y="23"/>
                      <a:pt x="26" y="17"/>
                      <a:pt x="33" y="12"/>
                    </a:cubicBezTo>
                    <a:cubicBezTo>
                      <a:pt x="40" y="7"/>
                      <a:pt x="48" y="2"/>
                      <a:pt x="56" y="2"/>
                    </a:cubicBezTo>
                  </a:path>
                </a:pathLst>
              </a:custGeom>
              <a:solidFill>
                <a:srgbClr val="A9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22" name="Freeform 211">
                <a:extLst>
                  <a:ext uri="{FF2B5EF4-FFF2-40B4-BE49-F238E27FC236}">
                    <a16:creationId xmlns:a16="http://schemas.microsoft.com/office/drawing/2014/main" id="{6976ABCD-84F4-4169-9BAC-5490D35CF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059"/>
                <a:ext cx="85" cy="105"/>
              </a:xfrm>
              <a:custGeom>
                <a:avLst/>
                <a:gdLst>
                  <a:gd name="T0" fmla="*/ 175 w 34"/>
                  <a:gd name="T1" fmla="*/ 20 h 42"/>
                  <a:gd name="T2" fmla="*/ 283 w 34"/>
                  <a:gd name="T3" fmla="*/ 158 h 42"/>
                  <a:gd name="T4" fmla="*/ 175 w 34"/>
                  <a:gd name="T5" fmla="*/ 313 h 42"/>
                  <a:gd name="T6" fmla="*/ 63 w 34"/>
                  <a:gd name="T7" fmla="*/ 658 h 42"/>
                  <a:gd name="T8" fmla="*/ 188 w 34"/>
                  <a:gd name="T9" fmla="*/ 408 h 42"/>
                  <a:gd name="T10" fmla="*/ 425 w 34"/>
                  <a:gd name="T11" fmla="*/ 375 h 42"/>
                  <a:gd name="T12" fmla="*/ 533 w 34"/>
                  <a:gd name="T13" fmla="*/ 158 h 42"/>
                  <a:gd name="T14" fmla="*/ 313 w 34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2">
                    <a:moveTo>
                      <a:pt x="11" y="1"/>
                    </a:moveTo>
                    <a:cubicBezTo>
                      <a:pt x="16" y="0"/>
                      <a:pt x="18" y="6"/>
                      <a:pt x="18" y="10"/>
                    </a:cubicBezTo>
                    <a:cubicBezTo>
                      <a:pt x="17" y="14"/>
                      <a:pt x="15" y="17"/>
                      <a:pt x="11" y="20"/>
                    </a:cubicBezTo>
                    <a:cubicBezTo>
                      <a:pt x="3" y="26"/>
                      <a:pt x="0" y="31"/>
                      <a:pt x="4" y="42"/>
                    </a:cubicBezTo>
                    <a:cubicBezTo>
                      <a:pt x="4" y="37"/>
                      <a:pt x="7" y="28"/>
                      <a:pt x="12" y="26"/>
                    </a:cubicBezTo>
                    <a:cubicBezTo>
                      <a:pt x="18" y="24"/>
                      <a:pt x="21" y="29"/>
                      <a:pt x="27" y="24"/>
                    </a:cubicBezTo>
                    <a:cubicBezTo>
                      <a:pt x="29" y="21"/>
                      <a:pt x="34" y="14"/>
                      <a:pt x="34" y="10"/>
                    </a:cubicBezTo>
                    <a:cubicBezTo>
                      <a:pt x="33" y="5"/>
                      <a:pt x="24" y="2"/>
                      <a:pt x="20" y="0"/>
                    </a:cubicBezTo>
                  </a:path>
                </a:pathLst>
              </a:custGeom>
              <a:solidFill>
                <a:srgbClr val="A9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23" name="Freeform 212">
                <a:extLst>
                  <a:ext uri="{FF2B5EF4-FFF2-40B4-BE49-F238E27FC236}">
                    <a16:creationId xmlns:a16="http://schemas.microsoft.com/office/drawing/2014/main" id="{0F11502D-20F5-4054-BB86-0400DF16D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914"/>
                <a:ext cx="70" cy="38"/>
              </a:xfrm>
              <a:custGeom>
                <a:avLst/>
                <a:gdLst>
                  <a:gd name="T0" fmla="*/ 0 w 28"/>
                  <a:gd name="T1" fmla="*/ 0 h 15"/>
                  <a:gd name="T2" fmla="*/ 208 w 28"/>
                  <a:gd name="T3" fmla="*/ 180 h 15"/>
                  <a:gd name="T4" fmla="*/ 438 w 28"/>
                  <a:gd name="T5" fmla="*/ 129 h 15"/>
                  <a:gd name="T6" fmla="*/ 63 w 28"/>
                  <a:gd name="T7" fmla="*/ 2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5">
                    <a:moveTo>
                      <a:pt x="0" y="0"/>
                    </a:moveTo>
                    <a:cubicBezTo>
                      <a:pt x="4" y="4"/>
                      <a:pt x="8" y="9"/>
                      <a:pt x="13" y="11"/>
                    </a:cubicBezTo>
                    <a:cubicBezTo>
                      <a:pt x="17" y="14"/>
                      <a:pt x="26" y="15"/>
                      <a:pt x="28" y="8"/>
                    </a:cubicBezTo>
                    <a:cubicBezTo>
                      <a:pt x="22" y="9"/>
                      <a:pt x="8" y="6"/>
                      <a:pt x="4" y="1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24" name="Freeform 213">
                <a:extLst>
                  <a:ext uri="{FF2B5EF4-FFF2-40B4-BE49-F238E27FC236}">
                    <a16:creationId xmlns:a16="http://schemas.microsoft.com/office/drawing/2014/main" id="{61CF9C96-3993-4954-9A0B-747AD1294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282"/>
                <a:ext cx="182" cy="103"/>
              </a:xfrm>
              <a:custGeom>
                <a:avLst/>
                <a:gdLst>
                  <a:gd name="T0" fmla="*/ 354 w 73"/>
                  <a:gd name="T1" fmla="*/ 221 h 41"/>
                  <a:gd name="T2" fmla="*/ 840 w 73"/>
                  <a:gd name="T3" fmla="*/ 146 h 41"/>
                  <a:gd name="T4" fmla="*/ 1057 w 73"/>
                  <a:gd name="T5" fmla="*/ 50 h 41"/>
                  <a:gd name="T6" fmla="*/ 945 w 73"/>
                  <a:gd name="T7" fmla="*/ 221 h 41"/>
                  <a:gd name="T8" fmla="*/ 466 w 73"/>
                  <a:gd name="T9" fmla="*/ 430 h 41"/>
                  <a:gd name="T10" fmla="*/ 0 w 73"/>
                  <a:gd name="T11" fmla="*/ 568 h 41"/>
                  <a:gd name="T12" fmla="*/ 0 w 73"/>
                  <a:gd name="T13" fmla="*/ 55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41">
                    <a:moveTo>
                      <a:pt x="23" y="14"/>
                    </a:moveTo>
                    <a:cubicBezTo>
                      <a:pt x="33" y="12"/>
                      <a:pt x="46" y="13"/>
                      <a:pt x="54" y="9"/>
                    </a:cubicBezTo>
                    <a:cubicBezTo>
                      <a:pt x="58" y="7"/>
                      <a:pt x="64" y="0"/>
                      <a:pt x="68" y="3"/>
                    </a:cubicBezTo>
                    <a:cubicBezTo>
                      <a:pt x="73" y="8"/>
                      <a:pt x="64" y="12"/>
                      <a:pt x="61" y="14"/>
                    </a:cubicBezTo>
                    <a:cubicBezTo>
                      <a:pt x="52" y="20"/>
                      <a:pt x="40" y="23"/>
                      <a:pt x="30" y="27"/>
                    </a:cubicBezTo>
                    <a:cubicBezTo>
                      <a:pt x="24" y="29"/>
                      <a:pt x="5" y="41"/>
                      <a:pt x="0" y="36"/>
                    </a:cubicBezTo>
                    <a:cubicBezTo>
                      <a:pt x="0" y="35"/>
                      <a:pt x="0" y="35"/>
                      <a:pt x="0" y="35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25" name="Freeform 214">
                <a:extLst>
                  <a:ext uri="{FF2B5EF4-FFF2-40B4-BE49-F238E27FC236}">
                    <a16:creationId xmlns:a16="http://schemas.microsoft.com/office/drawing/2014/main" id="{7E1B7B6B-47B0-4651-8552-EE776AE1C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405"/>
                <a:ext cx="65" cy="102"/>
              </a:xfrm>
              <a:custGeom>
                <a:avLst/>
                <a:gdLst>
                  <a:gd name="T0" fmla="*/ 283 w 26"/>
                  <a:gd name="T1" fmla="*/ 0 h 41"/>
                  <a:gd name="T2" fmla="*/ 408 w 26"/>
                  <a:gd name="T3" fmla="*/ 249 h 41"/>
                  <a:gd name="T4" fmla="*/ 113 w 26"/>
                  <a:gd name="T5" fmla="*/ 525 h 41"/>
                  <a:gd name="T6" fmla="*/ 270 w 26"/>
                  <a:gd name="T7" fmla="*/ 12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1">
                    <a:moveTo>
                      <a:pt x="18" y="0"/>
                    </a:moveTo>
                    <a:cubicBezTo>
                      <a:pt x="17" y="5"/>
                      <a:pt x="17" y="24"/>
                      <a:pt x="26" y="16"/>
                    </a:cubicBezTo>
                    <a:cubicBezTo>
                      <a:pt x="24" y="21"/>
                      <a:pt x="13" y="41"/>
                      <a:pt x="7" y="34"/>
                    </a:cubicBezTo>
                    <a:cubicBezTo>
                      <a:pt x="0" y="24"/>
                      <a:pt x="14" y="9"/>
                      <a:pt x="17" y="1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26" name="Freeform 215">
                <a:extLst>
                  <a:ext uri="{FF2B5EF4-FFF2-40B4-BE49-F238E27FC236}">
                    <a16:creationId xmlns:a16="http://schemas.microsoft.com/office/drawing/2014/main" id="{9E765744-9A31-4DD3-886F-B41E3C14F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199"/>
                <a:ext cx="47" cy="63"/>
              </a:xfrm>
              <a:custGeom>
                <a:avLst/>
                <a:gdLst>
                  <a:gd name="T0" fmla="*/ 62 w 19"/>
                  <a:gd name="T1" fmla="*/ 0 h 25"/>
                  <a:gd name="T2" fmla="*/ 183 w 19"/>
                  <a:gd name="T3" fmla="*/ 179 h 25"/>
                  <a:gd name="T4" fmla="*/ 0 w 19"/>
                  <a:gd name="T5" fmla="*/ 338 h 25"/>
                  <a:gd name="T6" fmla="*/ 228 w 19"/>
                  <a:gd name="T7" fmla="*/ 350 h 25"/>
                  <a:gd name="T8" fmla="*/ 257 w 19"/>
                  <a:gd name="T9" fmla="*/ 11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5">
                    <a:moveTo>
                      <a:pt x="4" y="0"/>
                    </a:moveTo>
                    <a:cubicBezTo>
                      <a:pt x="8" y="2"/>
                      <a:pt x="12" y="7"/>
                      <a:pt x="12" y="11"/>
                    </a:cubicBezTo>
                    <a:cubicBezTo>
                      <a:pt x="12" y="18"/>
                      <a:pt x="5" y="18"/>
                      <a:pt x="0" y="21"/>
                    </a:cubicBezTo>
                    <a:cubicBezTo>
                      <a:pt x="3" y="24"/>
                      <a:pt x="11" y="25"/>
                      <a:pt x="15" y="22"/>
                    </a:cubicBezTo>
                    <a:cubicBezTo>
                      <a:pt x="19" y="19"/>
                      <a:pt x="17" y="11"/>
                      <a:pt x="17" y="7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27" name="Freeform 216">
                <a:extLst>
                  <a:ext uri="{FF2B5EF4-FFF2-40B4-BE49-F238E27FC236}">
                    <a16:creationId xmlns:a16="http://schemas.microsoft.com/office/drawing/2014/main" id="{A523DDF8-17D3-4A06-B06A-05D51CEAB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184"/>
                <a:ext cx="40" cy="28"/>
              </a:xfrm>
              <a:custGeom>
                <a:avLst/>
                <a:gdLst>
                  <a:gd name="T0" fmla="*/ 250 w 16"/>
                  <a:gd name="T1" fmla="*/ 0 h 11"/>
                  <a:gd name="T2" fmla="*/ 175 w 16"/>
                  <a:gd name="T3" fmla="*/ 163 h 11"/>
                  <a:gd name="T4" fmla="*/ 0 w 16"/>
                  <a:gd name="T5" fmla="*/ 18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6" y="0"/>
                    </a:moveTo>
                    <a:cubicBezTo>
                      <a:pt x="13" y="3"/>
                      <a:pt x="10" y="7"/>
                      <a:pt x="11" y="10"/>
                    </a:cubicBezTo>
                    <a:cubicBezTo>
                      <a:pt x="7" y="9"/>
                      <a:pt x="4" y="10"/>
                      <a:pt x="0" y="11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28" name="Freeform 217">
                <a:extLst>
                  <a:ext uri="{FF2B5EF4-FFF2-40B4-BE49-F238E27FC236}">
                    <a16:creationId xmlns:a16="http://schemas.microsoft.com/office/drawing/2014/main" id="{3EEE6815-E51C-4910-BA51-1B1D05D6A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332"/>
                <a:ext cx="45" cy="75"/>
              </a:xfrm>
              <a:custGeom>
                <a:avLst/>
                <a:gdLst>
                  <a:gd name="T0" fmla="*/ 175 w 18"/>
                  <a:gd name="T1" fmla="*/ 0 h 30"/>
                  <a:gd name="T2" fmla="*/ 283 w 18"/>
                  <a:gd name="T3" fmla="*/ 283 h 30"/>
                  <a:gd name="T4" fmla="*/ 95 w 18"/>
                  <a:gd name="T5" fmla="*/ 9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">
                    <a:moveTo>
                      <a:pt x="11" y="0"/>
                    </a:moveTo>
                    <a:cubicBezTo>
                      <a:pt x="9" y="7"/>
                      <a:pt x="11" y="14"/>
                      <a:pt x="18" y="18"/>
                    </a:cubicBezTo>
                    <a:cubicBezTo>
                      <a:pt x="11" y="30"/>
                      <a:pt x="0" y="16"/>
                      <a:pt x="6" y="6"/>
                    </a:cubicBezTo>
                  </a:path>
                </a:pathLst>
              </a:custGeom>
              <a:solidFill>
                <a:srgbClr val="916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29" name="Freeform 218">
                <a:extLst>
                  <a:ext uri="{FF2B5EF4-FFF2-40B4-BE49-F238E27FC236}">
                    <a16:creationId xmlns:a16="http://schemas.microsoft.com/office/drawing/2014/main" id="{C36402BE-39A7-4A9B-8DED-7A27BB499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959"/>
                <a:ext cx="105" cy="50"/>
              </a:xfrm>
              <a:custGeom>
                <a:avLst/>
                <a:gdLst>
                  <a:gd name="T0" fmla="*/ 658 w 42"/>
                  <a:gd name="T1" fmla="*/ 125 h 20"/>
                  <a:gd name="T2" fmla="*/ 500 w 42"/>
                  <a:gd name="T3" fmla="*/ 313 h 20"/>
                  <a:gd name="T4" fmla="*/ 250 w 42"/>
                  <a:gd name="T5" fmla="*/ 220 h 20"/>
                  <a:gd name="T6" fmla="*/ 0 w 42"/>
                  <a:gd name="T7" fmla="*/ 125 h 20"/>
                  <a:gd name="T8" fmla="*/ 550 w 42"/>
                  <a:gd name="T9" fmla="*/ 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0">
                    <a:moveTo>
                      <a:pt x="42" y="8"/>
                    </a:moveTo>
                    <a:cubicBezTo>
                      <a:pt x="33" y="7"/>
                      <a:pt x="22" y="10"/>
                      <a:pt x="32" y="20"/>
                    </a:cubicBezTo>
                    <a:cubicBezTo>
                      <a:pt x="28" y="17"/>
                      <a:pt x="22" y="16"/>
                      <a:pt x="16" y="14"/>
                    </a:cubicBezTo>
                    <a:cubicBezTo>
                      <a:pt x="11" y="12"/>
                      <a:pt x="6" y="9"/>
                      <a:pt x="0" y="8"/>
                    </a:cubicBezTo>
                    <a:cubicBezTo>
                      <a:pt x="6" y="6"/>
                      <a:pt x="30" y="0"/>
                      <a:pt x="35" y="3"/>
                    </a:cubicBezTo>
                  </a:path>
                </a:pathLst>
              </a:custGeom>
              <a:solidFill>
                <a:srgbClr val="916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0" name="Freeform 219">
                <a:extLst>
                  <a:ext uri="{FF2B5EF4-FFF2-40B4-BE49-F238E27FC236}">
                    <a16:creationId xmlns:a16="http://schemas.microsoft.com/office/drawing/2014/main" id="{2541B03B-7DBE-40DD-9983-14CFBAB10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442"/>
                <a:ext cx="55" cy="65"/>
              </a:xfrm>
              <a:custGeom>
                <a:avLst/>
                <a:gdLst>
                  <a:gd name="T0" fmla="*/ 270 w 22"/>
                  <a:gd name="T1" fmla="*/ 0 h 26"/>
                  <a:gd name="T2" fmla="*/ 220 w 22"/>
                  <a:gd name="T3" fmla="*/ 220 h 26"/>
                  <a:gd name="T4" fmla="*/ 0 w 22"/>
                  <a:gd name="T5" fmla="*/ 300 h 26"/>
                  <a:gd name="T6" fmla="*/ 220 w 22"/>
                  <a:gd name="T7" fmla="*/ 375 h 26"/>
                  <a:gd name="T8" fmla="*/ 300 w 22"/>
                  <a:gd name="T9" fmla="*/ 14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6">
                    <a:moveTo>
                      <a:pt x="17" y="0"/>
                    </a:moveTo>
                    <a:cubicBezTo>
                      <a:pt x="16" y="5"/>
                      <a:pt x="17" y="10"/>
                      <a:pt x="14" y="14"/>
                    </a:cubicBezTo>
                    <a:cubicBezTo>
                      <a:pt x="10" y="19"/>
                      <a:pt x="6" y="17"/>
                      <a:pt x="0" y="19"/>
                    </a:cubicBezTo>
                    <a:cubicBezTo>
                      <a:pt x="2" y="25"/>
                      <a:pt x="9" y="26"/>
                      <a:pt x="14" y="24"/>
                    </a:cubicBezTo>
                    <a:cubicBezTo>
                      <a:pt x="22" y="21"/>
                      <a:pt x="19" y="16"/>
                      <a:pt x="19" y="9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1" name="Freeform 220">
                <a:extLst>
                  <a:ext uri="{FF2B5EF4-FFF2-40B4-BE49-F238E27FC236}">
                    <a16:creationId xmlns:a16="http://schemas.microsoft.com/office/drawing/2014/main" id="{95A6033D-5AE7-454D-A581-A00F1EDE2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209"/>
                <a:ext cx="60" cy="63"/>
              </a:xfrm>
              <a:custGeom>
                <a:avLst/>
                <a:gdLst>
                  <a:gd name="T0" fmla="*/ 0 w 24"/>
                  <a:gd name="T1" fmla="*/ 192 h 25"/>
                  <a:gd name="T2" fmla="*/ 158 w 24"/>
                  <a:gd name="T3" fmla="*/ 192 h 25"/>
                  <a:gd name="T4" fmla="*/ 220 w 24"/>
                  <a:gd name="T5" fmla="*/ 401 h 25"/>
                  <a:gd name="T6" fmla="*/ 125 w 24"/>
                  <a:gd name="T7" fmla="*/ 12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5">
                    <a:moveTo>
                      <a:pt x="0" y="12"/>
                    </a:moveTo>
                    <a:cubicBezTo>
                      <a:pt x="3" y="12"/>
                      <a:pt x="7" y="9"/>
                      <a:pt x="10" y="12"/>
                    </a:cubicBezTo>
                    <a:cubicBezTo>
                      <a:pt x="13" y="14"/>
                      <a:pt x="14" y="22"/>
                      <a:pt x="14" y="25"/>
                    </a:cubicBezTo>
                    <a:cubicBezTo>
                      <a:pt x="24" y="21"/>
                      <a:pt x="17" y="0"/>
                      <a:pt x="8" y="8"/>
                    </a:cubicBezTo>
                  </a:path>
                </a:pathLst>
              </a:custGeom>
              <a:solidFill>
                <a:srgbClr val="916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2" name="Freeform 221">
                <a:extLst>
                  <a:ext uri="{FF2B5EF4-FFF2-40B4-BE49-F238E27FC236}">
                    <a16:creationId xmlns:a16="http://schemas.microsoft.com/office/drawing/2014/main" id="{82E34174-F813-41A2-99D1-8D9550628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670"/>
                <a:ext cx="35" cy="37"/>
              </a:xfrm>
              <a:custGeom>
                <a:avLst/>
                <a:gdLst>
                  <a:gd name="T0" fmla="*/ 145 w 14"/>
                  <a:gd name="T1" fmla="*/ 0 h 15"/>
                  <a:gd name="T2" fmla="*/ 0 w 14"/>
                  <a:gd name="T3" fmla="*/ 224 h 15"/>
                  <a:gd name="T4" fmla="*/ 220 w 14"/>
                  <a:gd name="T5" fmla="*/ 21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cubicBezTo>
                      <a:pt x="7" y="8"/>
                      <a:pt x="8" y="11"/>
                      <a:pt x="0" y="15"/>
                    </a:cubicBezTo>
                    <a:cubicBezTo>
                      <a:pt x="4" y="15"/>
                      <a:pt x="9" y="14"/>
                      <a:pt x="14" y="14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3" name="Freeform 222">
                <a:extLst>
                  <a:ext uri="{FF2B5EF4-FFF2-40B4-BE49-F238E27FC236}">
                    <a16:creationId xmlns:a16="http://schemas.microsoft.com/office/drawing/2014/main" id="{947A2C5C-DA02-4E54-B1AD-7ECF6D68D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602"/>
                <a:ext cx="245" cy="370"/>
              </a:xfrm>
              <a:custGeom>
                <a:avLst/>
                <a:gdLst>
                  <a:gd name="T0" fmla="*/ 63 w 98"/>
                  <a:gd name="T1" fmla="*/ 158 h 148"/>
                  <a:gd name="T2" fmla="*/ 300 w 98"/>
                  <a:gd name="T3" fmla="*/ 408 h 148"/>
                  <a:gd name="T4" fmla="*/ 520 w 98"/>
                  <a:gd name="T5" fmla="*/ 595 h 148"/>
                  <a:gd name="T6" fmla="*/ 613 w 98"/>
                  <a:gd name="T7" fmla="*/ 833 h 148"/>
                  <a:gd name="T8" fmla="*/ 800 w 98"/>
                  <a:gd name="T9" fmla="*/ 1283 h 148"/>
                  <a:gd name="T10" fmla="*/ 645 w 98"/>
                  <a:gd name="T11" fmla="*/ 1738 h 148"/>
                  <a:gd name="T12" fmla="*/ 783 w 98"/>
                  <a:gd name="T13" fmla="*/ 2313 h 148"/>
                  <a:gd name="T14" fmla="*/ 783 w 98"/>
                  <a:gd name="T15" fmla="*/ 2113 h 148"/>
                  <a:gd name="T16" fmla="*/ 833 w 98"/>
                  <a:gd name="T17" fmla="*/ 1895 h 148"/>
                  <a:gd name="T18" fmla="*/ 925 w 98"/>
                  <a:gd name="T19" fmla="*/ 1675 h 148"/>
                  <a:gd name="T20" fmla="*/ 970 w 98"/>
                  <a:gd name="T21" fmla="*/ 1438 h 148"/>
                  <a:gd name="T22" fmla="*/ 1063 w 98"/>
                  <a:gd name="T23" fmla="*/ 1238 h 148"/>
                  <a:gd name="T24" fmla="*/ 970 w 98"/>
                  <a:gd name="T25" fmla="*/ 1020 h 148"/>
                  <a:gd name="T26" fmla="*/ 875 w 98"/>
                  <a:gd name="T27" fmla="*/ 595 h 148"/>
                  <a:gd name="T28" fmla="*/ 1063 w 98"/>
                  <a:gd name="T29" fmla="*/ 438 h 148"/>
                  <a:gd name="T30" fmla="*/ 1283 w 98"/>
                  <a:gd name="T31" fmla="*/ 250 h 148"/>
                  <a:gd name="T32" fmla="*/ 1458 w 98"/>
                  <a:gd name="T33" fmla="*/ 95 h 148"/>
                  <a:gd name="T34" fmla="*/ 1363 w 98"/>
                  <a:gd name="T35" fmla="*/ 50 h 148"/>
                  <a:gd name="T36" fmla="*/ 938 w 98"/>
                  <a:gd name="T37" fmla="*/ 220 h 148"/>
                  <a:gd name="T38" fmla="*/ 533 w 98"/>
                  <a:gd name="T39" fmla="*/ 333 h 148"/>
                  <a:gd name="T40" fmla="*/ 363 w 98"/>
                  <a:gd name="T41" fmla="*/ 188 h 148"/>
                  <a:gd name="T42" fmla="*/ 145 w 98"/>
                  <a:gd name="T43" fmla="*/ 33 h 148"/>
                  <a:gd name="T44" fmla="*/ 63 w 98"/>
                  <a:gd name="T45" fmla="*/ 158 h 14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8" h="148">
                    <a:moveTo>
                      <a:pt x="4" y="10"/>
                    </a:moveTo>
                    <a:cubicBezTo>
                      <a:pt x="8" y="16"/>
                      <a:pt x="13" y="21"/>
                      <a:pt x="19" y="26"/>
                    </a:cubicBezTo>
                    <a:cubicBezTo>
                      <a:pt x="23" y="29"/>
                      <a:pt x="29" y="33"/>
                      <a:pt x="33" y="38"/>
                    </a:cubicBezTo>
                    <a:cubicBezTo>
                      <a:pt x="37" y="42"/>
                      <a:pt x="37" y="47"/>
                      <a:pt x="39" y="53"/>
                    </a:cubicBezTo>
                    <a:cubicBezTo>
                      <a:pt x="42" y="62"/>
                      <a:pt x="52" y="72"/>
                      <a:pt x="51" y="82"/>
                    </a:cubicBezTo>
                    <a:cubicBezTo>
                      <a:pt x="51" y="92"/>
                      <a:pt x="42" y="101"/>
                      <a:pt x="41" y="111"/>
                    </a:cubicBezTo>
                    <a:cubicBezTo>
                      <a:pt x="40" y="120"/>
                      <a:pt x="41" y="143"/>
                      <a:pt x="50" y="148"/>
                    </a:cubicBezTo>
                    <a:cubicBezTo>
                      <a:pt x="52" y="145"/>
                      <a:pt x="50" y="139"/>
                      <a:pt x="50" y="135"/>
                    </a:cubicBezTo>
                    <a:cubicBezTo>
                      <a:pt x="50" y="131"/>
                      <a:pt x="51" y="126"/>
                      <a:pt x="53" y="121"/>
                    </a:cubicBezTo>
                    <a:cubicBezTo>
                      <a:pt x="54" y="116"/>
                      <a:pt x="58" y="112"/>
                      <a:pt x="59" y="107"/>
                    </a:cubicBezTo>
                    <a:cubicBezTo>
                      <a:pt x="60" y="102"/>
                      <a:pt x="60" y="98"/>
                      <a:pt x="62" y="92"/>
                    </a:cubicBezTo>
                    <a:cubicBezTo>
                      <a:pt x="65" y="87"/>
                      <a:pt x="68" y="85"/>
                      <a:pt x="68" y="79"/>
                    </a:cubicBezTo>
                    <a:cubicBezTo>
                      <a:pt x="68" y="74"/>
                      <a:pt x="65" y="70"/>
                      <a:pt x="62" y="65"/>
                    </a:cubicBezTo>
                    <a:cubicBezTo>
                      <a:pt x="58" y="58"/>
                      <a:pt x="52" y="46"/>
                      <a:pt x="56" y="38"/>
                    </a:cubicBezTo>
                    <a:cubicBezTo>
                      <a:pt x="59" y="34"/>
                      <a:pt x="64" y="31"/>
                      <a:pt x="68" y="28"/>
                    </a:cubicBezTo>
                    <a:cubicBezTo>
                      <a:pt x="73" y="24"/>
                      <a:pt x="77" y="20"/>
                      <a:pt x="82" y="16"/>
                    </a:cubicBezTo>
                    <a:cubicBezTo>
                      <a:pt x="85" y="13"/>
                      <a:pt x="90" y="10"/>
                      <a:pt x="93" y="6"/>
                    </a:cubicBezTo>
                    <a:cubicBezTo>
                      <a:pt x="98" y="0"/>
                      <a:pt x="93" y="1"/>
                      <a:pt x="87" y="3"/>
                    </a:cubicBezTo>
                    <a:cubicBezTo>
                      <a:pt x="78" y="7"/>
                      <a:pt x="68" y="9"/>
                      <a:pt x="60" y="14"/>
                    </a:cubicBezTo>
                    <a:cubicBezTo>
                      <a:pt x="52" y="20"/>
                      <a:pt x="44" y="25"/>
                      <a:pt x="34" y="21"/>
                    </a:cubicBezTo>
                    <a:cubicBezTo>
                      <a:pt x="30" y="19"/>
                      <a:pt x="27" y="15"/>
                      <a:pt x="23" y="12"/>
                    </a:cubicBezTo>
                    <a:cubicBezTo>
                      <a:pt x="20" y="10"/>
                      <a:pt x="12" y="5"/>
                      <a:pt x="9" y="2"/>
                    </a:cubicBezTo>
                    <a:cubicBezTo>
                      <a:pt x="5" y="1"/>
                      <a:pt x="0" y="4"/>
                      <a:pt x="4" y="10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4" name="Freeform 223">
                <a:extLst>
                  <a:ext uri="{FF2B5EF4-FFF2-40B4-BE49-F238E27FC236}">
                    <a16:creationId xmlns:a16="http://schemas.microsoft.com/office/drawing/2014/main" id="{4E203277-291E-4871-99E2-A58391B0F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655"/>
                <a:ext cx="97" cy="100"/>
              </a:xfrm>
              <a:custGeom>
                <a:avLst/>
                <a:gdLst>
                  <a:gd name="T0" fmla="*/ 0 w 39"/>
                  <a:gd name="T1" fmla="*/ 0 h 40"/>
                  <a:gd name="T2" fmla="*/ 229 w 39"/>
                  <a:gd name="T3" fmla="*/ 283 h 40"/>
                  <a:gd name="T4" fmla="*/ 478 w 39"/>
                  <a:gd name="T5" fmla="*/ 625 h 40"/>
                  <a:gd name="T6" fmla="*/ 445 w 39"/>
                  <a:gd name="T7" fmla="*/ 270 h 40"/>
                  <a:gd name="T8" fmla="*/ 587 w 39"/>
                  <a:gd name="T9" fmla="*/ 20 h 40"/>
                  <a:gd name="T10" fmla="*/ 403 w 39"/>
                  <a:gd name="T11" fmla="*/ 125 h 40"/>
                  <a:gd name="T12" fmla="*/ 229 w 39"/>
                  <a:gd name="T13" fmla="*/ 5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0">
                    <a:moveTo>
                      <a:pt x="0" y="0"/>
                    </a:moveTo>
                    <a:cubicBezTo>
                      <a:pt x="5" y="6"/>
                      <a:pt x="11" y="11"/>
                      <a:pt x="15" y="18"/>
                    </a:cubicBezTo>
                    <a:cubicBezTo>
                      <a:pt x="19" y="26"/>
                      <a:pt x="21" y="38"/>
                      <a:pt x="31" y="40"/>
                    </a:cubicBezTo>
                    <a:cubicBezTo>
                      <a:pt x="26" y="34"/>
                      <a:pt x="26" y="25"/>
                      <a:pt x="29" y="17"/>
                    </a:cubicBezTo>
                    <a:cubicBezTo>
                      <a:pt x="31" y="12"/>
                      <a:pt x="39" y="6"/>
                      <a:pt x="38" y="1"/>
                    </a:cubicBezTo>
                    <a:cubicBezTo>
                      <a:pt x="36" y="3"/>
                      <a:pt x="30" y="8"/>
                      <a:pt x="26" y="8"/>
                    </a:cubicBezTo>
                    <a:cubicBezTo>
                      <a:pt x="22" y="7"/>
                      <a:pt x="20" y="3"/>
                      <a:pt x="15" y="3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5" name="Freeform 224">
                <a:extLst>
                  <a:ext uri="{FF2B5EF4-FFF2-40B4-BE49-F238E27FC236}">
                    <a16:creationId xmlns:a16="http://schemas.microsoft.com/office/drawing/2014/main" id="{7BB626F9-7F21-41DB-892E-F65AF21A2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697"/>
                <a:ext cx="60" cy="198"/>
              </a:xfrm>
              <a:custGeom>
                <a:avLst/>
                <a:gdLst>
                  <a:gd name="T0" fmla="*/ 0 w 24"/>
                  <a:gd name="T1" fmla="*/ 145 h 79"/>
                  <a:gd name="T2" fmla="*/ 95 w 24"/>
                  <a:gd name="T3" fmla="*/ 396 h 79"/>
                  <a:gd name="T4" fmla="*/ 208 w 24"/>
                  <a:gd name="T5" fmla="*/ 692 h 79"/>
                  <a:gd name="T6" fmla="*/ 158 w 24"/>
                  <a:gd name="T7" fmla="*/ 960 h 79"/>
                  <a:gd name="T8" fmla="*/ 145 w 24"/>
                  <a:gd name="T9" fmla="*/ 1243 h 79"/>
                  <a:gd name="T10" fmla="*/ 238 w 24"/>
                  <a:gd name="T11" fmla="*/ 930 h 79"/>
                  <a:gd name="T12" fmla="*/ 375 w 24"/>
                  <a:gd name="T13" fmla="*/ 629 h 79"/>
                  <a:gd name="T14" fmla="*/ 220 w 24"/>
                  <a:gd name="T15" fmla="*/ 346 h 79"/>
                  <a:gd name="T16" fmla="*/ 125 w 24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79">
                    <a:moveTo>
                      <a:pt x="0" y="9"/>
                    </a:moveTo>
                    <a:cubicBezTo>
                      <a:pt x="3" y="14"/>
                      <a:pt x="3" y="20"/>
                      <a:pt x="6" y="25"/>
                    </a:cubicBezTo>
                    <a:cubicBezTo>
                      <a:pt x="9" y="31"/>
                      <a:pt x="12" y="37"/>
                      <a:pt x="13" y="44"/>
                    </a:cubicBezTo>
                    <a:cubicBezTo>
                      <a:pt x="14" y="50"/>
                      <a:pt x="11" y="56"/>
                      <a:pt x="10" y="61"/>
                    </a:cubicBezTo>
                    <a:cubicBezTo>
                      <a:pt x="9" y="67"/>
                      <a:pt x="9" y="73"/>
                      <a:pt x="9" y="79"/>
                    </a:cubicBezTo>
                    <a:cubicBezTo>
                      <a:pt x="9" y="71"/>
                      <a:pt x="11" y="66"/>
                      <a:pt x="15" y="59"/>
                    </a:cubicBezTo>
                    <a:cubicBezTo>
                      <a:pt x="19" y="54"/>
                      <a:pt x="24" y="47"/>
                      <a:pt x="24" y="40"/>
                    </a:cubicBezTo>
                    <a:cubicBezTo>
                      <a:pt x="23" y="34"/>
                      <a:pt x="17" y="28"/>
                      <a:pt x="14" y="22"/>
                    </a:cubicBezTo>
                    <a:cubicBezTo>
                      <a:pt x="11" y="15"/>
                      <a:pt x="8" y="8"/>
                      <a:pt x="8" y="0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6" name="Freeform 225">
                <a:extLst>
                  <a:ext uri="{FF2B5EF4-FFF2-40B4-BE49-F238E27FC236}">
                    <a16:creationId xmlns:a16="http://schemas.microsoft.com/office/drawing/2014/main" id="{7DE24BA1-4321-49D1-A75F-C9B29C8F3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675"/>
                <a:ext cx="32" cy="47"/>
              </a:xfrm>
              <a:custGeom>
                <a:avLst/>
                <a:gdLst>
                  <a:gd name="T0" fmla="*/ 0 w 13"/>
                  <a:gd name="T1" fmla="*/ 0 h 19"/>
                  <a:gd name="T2" fmla="*/ 194 w 13"/>
                  <a:gd name="T3" fmla="*/ 62 h 19"/>
                  <a:gd name="T4" fmla="*/ 133 w 13"/>
                  <a:gd name="T5" fmla="*/ 287 h 19"/>
                  <a:gd name="T6" fmla="*/ 30 w 13"/>
                  <a:gd name="T7" fmla="*/ 3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0" y="0"/>
                    </a:moveTo>
                    <a:cubicBezTo>
                      <a:pt x="3" y="4"/>
                      <a:pt x="9" y="3"/>
                      <a:pt x="13" y="4"/>
                    </a:cubicBezTo>
                    <a:cubicBezTo>
                      <a:pt x="10" y="9"/>
                      <a:pt x="10" y="14"/>
                      <a:pt x="9" y="19"/>
                    </a:cubicBezTo>
                    <a:cubicBezTo>
                      <a:pt x="7" y="14"/>
                      <a:pt x="4" y="8"/>
                      <a:pt x="2" y="2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7" name="Freeform 226">
                <a:extLst>
                  <a:ext uri="{FF2B5EF4-FFF2-40B4-BE49-F238E27FC236}">
                    <a16:creationId xmlns:a16="http://schemas.microsoft.com/office/drawing/2014/main" id="{20C57817-A327-442F-A4BB-2F2D57E9B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497"/>
                <a:ext cx="365" cy="455"/>
              </a:xfrm>
              <a:custGeom>
                <a:avLst/>
                <a:gdLst>
                  <a:gd name="T0" fmla="*/ 208 w 146"/>
                  <a:gd name="T1" fmla="*/ 813 h 182"/>
                  <a:gd name="T2" fmla="*/ 20 w 146"/>
                  <a:gd name="T3" fmla="*/ 1020 h 182"/>
                  <a:gd name="T4" fmla="*/ 250 w 146"/>
                  <a:gd name="T5" fmla="*/ 1175 h 182"/>
                  <a:gd name="T6" fmla="*/ 595 w 146"/>
                  <a:gd name="T7" fmla="*/ 1520 h 182"/>
                  <a:gd name="T8" fmla="*/ 688 w 146"/>
                  <a:gd name="T9" fmla="*/ 1658 h 182"/>
                  <a:gd name="T10" fmla="*/ 645 w 146"/>
                  <a:gd name="T11" fmla="*/ 1738 h 182"/>
                  <a:gd name="T12" fmla="*/ 688 w 146"/>
                  <a:gd name="T13" fmla="*/ 1845 h 182"/>
                  <a:gd name="T14" fmla="*/ 833 w 146"/>
                  <a:gd name="T15" fmla="*/ 2283 h 182"/>
                  <a:gd name="T16" fmla="*/ 863 w 146"/>
                  <a:gd name="T17" fmla="*/ 2645 h 182"/>
                  <a:gd name="T18" fmla="*/ 1000 w 146"/>
                  <a:gd name="T19" fmla="*/ 2738 h 182"/>
                  <a:gd name="T20" fmla="*/ 1113 w 146"/>
                  <a:gd name="T21" fmla="*/ 2833 h 182"/>
                  <a:gd name="T22" fmla="*/ 970 w 146"/>
                  <a:gd name="T23" fmla="*/ 2313 h 182"/>
                  <a:gd name="T24" fmla="*/ 1113 w 146"/>
                  <a:gd name="T25" fmla="*/ 1783 h 182"/>
                  <a:gd name="T26" fmla="*/ 970 w 146"/>
                  <a:gd name="T27" fmla="*/ 1613 h 182"/>
                  <a:gd name="T28" fmla="*/ 833 w 146"/>
                  <a:gd name="T29" fmla="*/ 1408 h 182"/>
                  <a:gd name="T30" fmla="*/ 425 w 146"/>
                  <a:gd name="T31" fmla="*/ 1033 h 182"/>
                  <a:gd name="T32" fmla="*/ 408 w 146"/>
                  <a:gd name="T33" fmla="*/ 863 h 182"/>
                  <a:gd name="T34" fmla="*/ 500 w 146"/>
                  <a:gd name="T35" fmla="*/ 625 h 182"/>
                  <a:gd name="T36" fmla="*/ 770 w 146"/>
                  <a:gd name="T37" fmla="*/ 520 h 182"/>
                  <a:gd name="T38" fmla="*/ 1000 w 146"/>
                  <a:gd name="T39" fmla="*/ 425 h 182"/>
                  <a:gd name="T40" fmla="*/ 1250 w 146"/>
                  <a:gd name="T41" fmla="*/ 470 h 182"/>
                  <a:gd name="T42" fmla="*/ 1395 w 146"/>
                  <a:gd name="T43" fmla="*/ 613 h 182"/>
                  <a:gd name="T44" fmla="*/ 1625 w 146"/>
                  <a:gd name="T45" fmla="*/ 550 h 182"/>
                  <a:gd name="T46" fmla="*/ 1750 w 146"/>
                  <a:gd name="T47" fmla="*/ 375 h 182"/>
                  <a:gd name="T48" fmla="*/ 2050 w 146"/>
                  <a:gd name="T49" fmla="*/ 283 h 182"/>
                  <a:gd name="T50" fmla="*/ 2188 w 146"/>
                  <a:gd name="T51" fmla="*/ 300 h 182"/>
                  <a:gd name="T52" fmla="*/ 2283 w 146"/>
                  <a:gd name="T53" fmla="*/ 395 h 182"/>
                  <a:gd name="T54" fmla="*/ 2175 w 146"/>
                  <a:gd name="T55" fmla="*/ 208 h 182"/>
                  <a:gd name="T56" fmla="*/ 1970 w 146"/>
                  <a:gd name="T57" fmla="*/ 125 h 182"/>
                  <a:gd name="T58" fmla="*/ 1783 w 146"/>
                  <a:gd name="T59" fmla="*/ 20 h 182"/>
                  <a:gd name="T60" fmla="*/ 1583 w 146"/>
                  <a:gd name="T61" fmla="*/ 20 h 182"/>
                  <a:gd name="T62" fmla="*/ 1408 w 146"/>
                  <a:gd name="T63" fmla="*/ 238 h 182"/>
                  <a:gd name="T64" fmla="*/ 1188 w 146"/>
                  <a:gd name="T65" fmla="*/ 283 h 182"/>
                  <a:gd name="T66" fmla="*/ 750 w 146"/>
                  <a:gd name="T67" fmla="*/ 408 h 182"/>
                  <a:gd name="T68" fmla="*/ 425 w 146"/>
                  <a:gd name="T69" fmla="*/ 613 h 182"/>
                  <a:gd name="T70" fmla="*/ 83 w 146"/>
                  <a:gd name="T71" fmla="*/ 750 h 182"/>
                  <a:gd name="T72" fmla="*/ 83 w 146"/>
                  <a:gd name="T73" fmla="*/ 908 h 18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46" h="182">
                    <a:moveTo>
                      <a:pt x="13" y="52"/>
                    </a:moveTo>
                    <a:cubicBezTo>
                      <a:pt x="9" y="54"/>
                      <a:pt x="0" y="59"/>
                      <a:pt x="1" y="65"/>
                    </a:cubicBezTo>
                    <a:cubicBezTo>
                      <a:pt x="3" y="71"/>
                      <a:pt x="11" y="72"/>
                      <a:pt x="16" y="75"/>
                    </a:cubicBezTo>
                    <a:cubicBezTo>
                      <a:pt x="27" y="80"/>
                      <a:pt x="30" y="88"/>
                      <a:pt x="38" y="97"/>
                    </a:cubicBezTo>
                    <a:cubicBezTo>
                      <a:pt x="42" y="101"/>
                      <a:pt x="45" y="101"/>
                      <a:pt x="44" y="106"/>
                    </a:cubicBezTo>
                    <a:cubicBezTo>
                      <a:pt x="44" y="108"/>
                      <a:pt x="41" y="109"/>
                      <a:pt x="41" y="111"/>
                    </a:cubicBezTo>
                    <a:cubicBezTo>
                      <a:pt x="40" y="115"/>
                      <a:pt x="42" y="115"/>
                      <a:pt x="44" y="118"/>
                    </a:cubicBezTo>
                    <a:cubicBezTo>
                      <a:pt x="49" y="126"/>
                      <a:pt x="51" y="136"/>
                      <a:pt x="53" y="146"/>
                    </a:cubicBezTo>
                    <a:cubicBezTo>
                      <a:pt x="54" y="152"/>
                      <a:pt x="50" y="165"/>
                      <a:pt x="55" y="169"/>
                    </a:cubicBezTo>
                    <a:cubicBezTo>
                      <a:pt x="57" y="172"/>
                      <a:pt x="61" y="171"/>
                      <a:pt x="64" y="175"/>
                    </a:cubicBezTo>
                    <a:cubicBezTo>
                      <a:pt x="67" y="177"/>
                      <a:pt x="67" y="182"/>
                      <a:pt x="71" y="181"/>
                    </a:cubicBezTo>
                    <a:cubicBezTo>
                      <a:pt x="65" y="173"/>
                      <a:pt x="60" y="159"/>
                      <a:pt x="62" y="148"/>
                    </a:cubicBezTo>
                    <a:cubicBezTo>
                      <a:pt x="64" y="137"/>
                      <a:pt x="73" y="127"/>
                      <a:pt x="71" y="114"/>
                    </a:cubicBezTo>
                    <a:cubicBezTo>
                      <a:pt x="70" y="109"/>
                      <a:pt x="65" y="107"/>
                      <a:pt x="62" y="103"/>
                    </a:cubicBezTo>
                    <a:cubicBezTo>
                      <a:pt x="59" y="98"/>
                      <a:pt x="58" y="94"/>
                      <a:pt x="53" y="90"/>
                    </a:cubicBezTo>
                    <a:cubicBezTo>
                      <a:pt x="44" y="82"/>
                      <a:pt x="35" y="76"/>
                      <a:pt x="27" y="66"/>
                    </a:cubicBezTo>
                    <a:cubicBezTo>
                      <a:pt x="23" y="61"/>
                      <a:pt x="24" y="61"/>
                      <a:pt x="26" y="55"/>
                    </a:cubicBezTo>
                    <a:cubicBezTo>
                      <a:pt x="27" y="50"/>
                      <a:pt x="28" y="44"/>
                      <a:pt x="32" y="40"/>
                    </a:cubicBezTo>
                    <a:cubicBezTo>
                      <a:pt x="36" y="36"/>
                      <a:pt x="44" y="35"/>
                      <a:pt x="49" y="33"/>
                    </a:cubicBezTo>
                    <a:cubicBezTo>
                      <a:pt x="54" y="30"/>
                      <a:pt x="59" y="28"/>
                      <a:pt x="64" y="27"/>
                    </a:cubicBezTo>
                    <a:cubicBezTo>
                      <a:pt x="69" y="26"/>
                      <a:pt x="77" y="26"/>
                      <a:pt x="80" y="30"/>
                    </a:cubicBezTo>
                    <a:cubicBezTo>
                      <a:pt x="85" y="34"/>
                      <a:pt x="81" y="39"/>
                      <a:pt x="89" y="39"/>
                    </a:cubicBezTo>
                    <a:cubicBezTo>
                      <a:pt x="92" y="39"/>
                      <a:pt x="101" y="37"/>
                      <a:pt x="104" y="35"/>
                    </a:cubicBezTo>
                    <a:cubicBezTo>
                      <a:pt x="108" y="33"/>
                      <a:pt x="107" y="28"/>
                      <a:pt x="112" y="24"/>
                    </a:cubicBezTo>
                    <a:cubicBezTo>
                      <a:pt x="117" y="20"/>
                      <a:pt x="125" y="18"/>
                      <a:pt x="131" y="18"/>
                    </a:cubicBezTo>
                    <a:cubicBezTo>
                      <a:pt x="133" y="17"/>
                      <a:pt x="138" y="18"/>
                      <a:pt x="140" y="19"/>
                    </a:cubicBezTo>
                    <a:cubicBezTo>
                      <a:pt x="143" y="21"/>
                      <a:pt x="143" y="25"/>
                      <a:pt x="146" y="25"/>
                    </a:cubicBezTo>
                    <a:cubicBezTo>
                      <a:pt x="145" y="22"/>
                      <a:pt x="142" y="16"/>
                      <a:pt x="139" y="13"/>
                    </a:cubicBezTo>
                    <a:cubicBezTo>
                      <a:pt x="135" y="9"/>
                      <a:pt x="130" y="10"/>
                      <a:pt x="126" y="8"/>
                    </a:cubicBezTo>
                    <a:cubicBezTo>
                      <a:pt x="121" y="6"/>
                      <a:pt x="118" y="2"/>
                      <a:pt x="114" y="1"/>
                    </a:cubicBezTo>
                    <a:cubicBezTo>
                      <a:pt x="111" y="1"/>
                      <a:pt x="103" y="0"/>
                      <a:pt x="101" y="1"/>
                    </a:cubicBezTo>
                    <a:cubicBezTo>
                      <a:pt x="95" y="3"/>
                      <a:pt x="94" y="11"/>
                      <a:pt x="90" y="15"/>
                    </a:cubicBezTo>
                    <a:cubicBezTo>
                      <a:pt x="86" y="19"/>
                      <a:pt x="82" y="18"/>
                      <a:pt x="76" y="18"/>
                    </a:cubicBezTo>
                    <a:cubicBezTo>
                      <a:pt x="67" y="19"/>
                      <a:pt x="58" y="24"/>
                      <a:pt x="48" y="26"/>
                    </a:cubicBezTo>
                    <a:cubicBezTo>
                      <a:pt x="40" y="28"/>
                      <a:pt x="34" y="33"/>
                      <a:pt x="27" y="39"/>
                    </a:cubicBezTo>
                    <a:cubicBezTo>
                      <a:pt x="20" y="44"/>
                      <a:pt x="12" y="44"/>
                      <a:pt x="5" y="48"/>
                    </a:cubicBezTo>
                    <a:cubicBezTo>
                      <a:pt x="5" y="52"/>
                      <a:pt x="6" y="55"/>
                      <a:pt x="5" y="58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8" name="Freeform 227">
                <a:extLst>
                  <a:ext uri="{FF2B5EF4-FFF2-40B4-BE49-F238E27FC236}">
                    <a16:creationId xmlns:a16="http://schemas.microsoft.com/office/drawing/2014/main" id="{14AD0BB0-C005-427F-8883-29B0A84E0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542"/>
                <a:ext cx="130" cy="208"/>
              </a:xfrm>
              <a:custGeom>
                <a:avLst/>
                <a:gdLst>
                  <a:gd name="T0" fmla="*/ 550 w 52"/>
                  <a:gd name="T1" fmla="*/ 251 h 83"/>
                  <a:gd name="T2" fmla="*/ 533 w 52"/>
                  <a:gd name="T3" fmla="*/ 584 h 83"/>
                  <a:gd name="T4" fmla="*/ 333 w 52"/>
                  <a:gd name="T5" fmla="*/ 804 h 83"/>
                  <a:gd name="T6" fmla="*/ 63 w 52"/>
                  <a:gd name="T7" fmla="*/ 992 h 83"/>
                  <a:gd name="T8" fmla="*/ 125 w 52"/>
                  <a:gd name="T9" fmla="*/ 1306 h 83"/>
                  <a:gd name="T10" fmla="*/ 270 w 52"/>
                  <a:gd name="T11" fmla="*/ 972 h 83"/>
                  <a:gd name="T12" fmla="*/ 500 w 52"/>
                  <a:gd name="T13" fmla="*/ 1130 h 83"/>
                  <a:gd name="T14" fmla="*/ 595 w 52"/>
                  <a:gd name="T15" fmla="*/ 880 h 83"/>
                  <a:gd name="T16" fmla="*/ 813 w 52"/>
                  <a:gd name="T17" fmla="*/ 629 h 83"/>
                  <a:gd name="T18" fmla="*/ 658 w 52"/>
                  <a:gd name="T19" fmla="*/ 521 h 83"/>
                  <a:gd name="T20" fmla="*/ 688 w 52"/>
                  <a:gd name="T21" fmla="*/ 301 h 83"/>
                  <a:gd name="T22" fmla="*/ 458 w 52"/>
                  <a:gd name="T23" fmla="*/ 0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83">
                    <a:moveTo>
                      <a:pt x="35" y="16"/>
                    </a:moveTo>
                    <a:cubicBezTo>
                      <a:pt x="35" y="23"/>
                      <a:pt x="38" y="29"/>
                      <a:pt x="34" y="37"/>
                    </a:cubicBezTo>
                    <a:cubicBezTo>
                      <a:pt x="32" y="42"/>
                      <a:pt x="26" y="47"/>
                      <a:pt x="21" y="51"/>
                    </a:cubicBezTo>
                    <a:cubicBezTo>
                      <a:pt x="16" y="54"/>
                      <a:pt x="8" y="58"/>
                      <a:pt x="4" y="63"/>
                    </a:cubicBezTo>
                    <a:cubicBezTo>
                      <a:pt x="0" y="70"/>
                      <a:pt x="7" y="76"/>
                      <a:pt x="8" y="83"/>
                    </a:cubicBezTo>
                    <a:cubicBezTo>
                      <a:pt x="8" y="75"/>
                      <a:pt x="6" y="65"/>
                      <a:pt x="17" y="62"/>
                    </a:cubicBezTo>
                    <a:cubicBezTo>
                      <a:pt x="25" y="59"/>
                      <a:pt x="33" y="64"/>
                      <a:pt x="32" y="72"/>
                    </a:cubicBezTo>
                    <a:cubicBezTo>
                      <a:pt x="41" y="67"/>
                      <a:pt x="37" y="65"/>
                      <a:pt x="38" y="56"/>
                    </a:cubicBezTo>
                    <a:cubicBezTo>
                      <a:pt x="39" y="49"/>
                      <a:pt x="46" y="44"/>
                      <a:pt x="52" y="40"/>
                    </a:cubicBezTo>
                    <a:cubicBezTo>
                      <a:pt x="49" y="36"/>
                      <a:pt x="44" y="37"/>
                      <a:pt x="42" y="33"/>
                    </a:cubicBezTo>
                    <a:cubicBezTo>
                      <a:pt x="41" y="29"/>
                      <a:pt x="45" y="23"/>
                      <a:pt x="44" y="19"/>
                    </a:cubicBezTo>
                    <a:cubicBezTo>
                      <a:pt x="43" y="10"/>
                      <a:pt x="29" y="8"/>
                      <a:pt x="29" y="0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39" name="Freeform 228">
                <a:extLst>
                  <a:ext uri="{FF2B5EF4-FFF2-40B4-BE49-F238E27FC236}">
                    <a16:creationId xmlns:a16="http://schemas.microsoft.com/office/drawing/2014/main" id="{9245B49F-4D16-41A6-B2A1-EEA303650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792"/>
                <a:ext cx="183" cy="388"/>
              </a:xfrm>
              <a:custGeom>
                <a:avLst/>
                <a:gdLst>
                  <a:gd name="T0" fmla="*/ 426 w 73"/>
                  <a:gd name="T1" fmla="*/ 50 h 155"/>
                  <a:gd name="T2" fmla="*/ 504 w 73"/>
                  <a:gd name="T3" fmla="*/ 250 h 155"/>
                  <a:gd name="T4" fmla="*/ 426 w 73"/>
                  <a:gd name="T5" fmla="*/ 488 h 155"/>
                  <a:gd name="T6" fmla="*/ 459 w 73"/>
                  <a:gd name="T7" fmla="*/ 926 h 155"/>
                  <a:gd name="T8" fmla="*/ 376 w 73"/>
                  <a:gd name="T9" fmla="*/ 1379 h 155"/>
                  <a:gd name="T10" fmla="*/ 188 w 73"/>
                  <a:gd name="T11" fmla="*/ 1459 h 155"/>
                  <a:gd name="T12" fmla="*/ 0 w 73"/>
                  <a:gd name="T13" fmla="*/ 1379 h 155"/>
                  <a:gd name="T14" fmla="*/ 363 w 73"/>
                  <a:gd name="T15" fmla="*/ 1555 h 155"/>
                  <a:gd name="T16" fmla="*/ 722 w 73"/>
                  <a:gd name="T17" fmla="*/ 1835 h 155"/>
                  <a:gd name="T18" fmla="*/ 805 w 73"/>
                  <a:gd name="T19" fmla="*/ 2275 h 155"/>
                  <a:gd name="T20" fmla="*/ 963 w 73"/>
                  <a:gd name="T21" fmla="*/ 2413 h 155"/>
                  <a:gd name="T22" fmla="*/ 1131 w 73"/>
                  <a:gd name="T23" fmla="*/ 2305 h 155"/>
                  <a:gd name="T24" fmla="*/ 1131 w 73"/>
                  <a:gd name="T25" fmla="*/ 2305 h 155"/>
                  <a:gd name="T26" fmla="*/ 1005 w 73"/>
                  <a:gd name="T27" fmla="*/ 2100 h 155"/>
                  <a:gd name="T28" fmla="*/ 897 w 73"/>
                  <a:gd name="T29" fmla="*/ 2055 h 155"/>
                  <a:gd name="T30" fmla="*/ 880 w 73"/>
                  <a:gd name="T31" fmla="*/ 1930 h 155"/>
                  <a:gd name="T32" fmla="*/ 772 w 73"/>
                  <a:gd name="T33" fmla="*/ 1755 h 155"/>
                  <a:gd name="T34" fmla="*/ 647 w 73"/>
                  <a:gd name="T35" fmla="*/ 1567 h 155"/>
                  <a:gd name="T36" fmla="*/ 504 w 73"/>
                  <a:gd name="T37" fmla="*/ 1159 h 155"/>
                  <a:gd name="T38" fmla="*/ 521 w 73"/>
                  <a:gd name="T39" fmla="*/ 676 h 155"/>
                  <a:gd name="T40" fmla="*/ 534 w 73"/>
                  <a:gd name="T41" fmla="*/ 300 h 155"/>
                  <a:gd name="T42" fmla="*/ 534 w 73"/>
                  <a:gd name="T43" fmla="*/ 125 h 155"/>
                  <a:gd name="T44" fmla="*/ 426 w 73"/>
                  <a:gd name="T45" fmla="*/ 0 h 15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3" h="155">
                    <a:moveTo>
                      <a:pt x="27" y="3"/>
                    </a:moveTo>
                    <a:cubicBezTo>
                      <a:pt x="29" y="8"/>
                      <a:pt x="32" y="12"/>
                      <a:pt x="32" y="16"/>
                    </a:cubicBezTo>
                    <a:cubicBezTo>
                      <a:pt x="33" y="22"/>
                      <a:pt x="29" y="26"/>
                      <a:pt x="27" y="31"/>
                    </a:cubicBezTo>
                    <a:cubicBezTo>
                      <a:pt x="24" y="40"/>
                      <a:pt x="29" y="50"/>
                      <a:pt x="29" y="59"/>
                    </a:cubicBezTo>
                    <a:cubicBezTo>
                      <a:pt x="29" y="70"/>
                      <a:pt x="30" y="79"/>
                      <a:pt x="24" y="88"/>
                    </a:cubicBezTo>
                    <a:cubicBezTo>
                      <a:pt x="22" y="93"/>
                      <a:pt x="18" y="95"/>
                      <a:pt x="12" y="93"/>
                    </a:cubicBezTo>
                    <a:cubicBezTo>
                      <a:pt x="8" y="92"/>
                      <a:pt x="4" y="86"/>
                      <a:pt x="0" y="88"/>
                    </a:cubicBezTo>
                    <a:cubicBezTo>
                      <a:pt x="5" y="97"/>
                      <a:pt x="15" y="98"/>
                      <a:pt x="23" y="99"/>
                    </a:cubicBezTo>
                    <a:cubicBezTo>
                      <a:pt x="34" y="100"/>
                      <a:pt x="39" y="109"/>
                      <a:pt x="46" y="117"/>
                    </a:cubicBezTo>
                    <a:cubicBezTo>
                      <a:pt x="53" y="127"/>
                      <a:pt x="48" y="134"/>
                      <a:pt x="51" y="145"/>
                    </a:cubicBezTo>
                    <a:cubicBezTo>
                      <a:pt x="52" y="149"/>
                      <a:pt x="56" y="155"/>
                      <a:pt x="61" y="154"/>
                    </a:cubicBezTo>
                    <a:cubicBezTo>
                      <a:pt x="63" y="154"/>
                      <a:pt x="69" y="149"/>
                      <a:pt x="72" y="147"/>
                    </a:cubicBezTo>
                    <a:cubicBezTo>
                      <a:pt x="73" y="147"/>
                      <a:pt x="73" y="147"/>
                      <a:pt x="72" y="147"/>
                    </a:cubicBezTo>
                    <a:cubicBezTo>
                      <a:pt x="68" y="144"/>
                      <a:pt x="68" y="138"/>
                      <a:pt x="64" y="134"/>
                    </a:cubicBezTo>
                    <a:cubicBezTo>
                      <a:pt x="61" y="132"/>
                      <a:pt x="60" y="134"/>
                      <a:pt x="57" y="131"/>
                    </a:cubicBezTo>
                    <a:cubicBezTo>
                      <a:pt x="56" y="129"/>
                      <a:pt x="57" y="125"/>
                      <a:pt x="56" y="123"/>
                    </a:cubicBezTo>
                    <a:cubicBezTo>
                      <a:pt x="55" y="117"/>
                      <a:pt x="53" y="115"/>
                      <a:pt x="49" y="112"/>
                    </a:cubicBezTo>
                    <a:cubicBezTo>
                      <a:pt x="45" y="108"/>
                      <a:pt x="43" y="105"/>
                      <a:pt x="41" y="100"/>
                    </a:cubicBezTo>
                    <a:cubicBezTo>
                      <a:pt x="36" y="90"/>
                      <a:pt x="32" y="86"/>
                      <a:pt x="32" y="74"/>
                    </a:cubicBezTo>
                    <a:cubicBezTo>
                      <a:pt x="32" y="64"/>
                      <a:pt x="34" y="53"/>
                      <a:pt x="33" y="43"/>
                    </a:cubicBezTo>
                    <a:cubicBezTo>
                      <a:pt x="32" y="34"/>
                      <a:pt x="31" y="28"/>
                      <a:pt x="34" y="19"/>
                    </a:cubicBezTo>
                    <a:cubicBezTo>
                      <a:pt x="36" y="15"/>
                      <a:pt x="38" y="13"/>
                      <a:pt x="34" y="8"/>
                    </a:cubicBezTo>
                    <a:cubicBezTo>
                      <a:pt x="32" y="5"/>
                      <a:pt x="28" y="4"/>
                      <a:pt x="27" y="0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40" name="Freeform 229">
                <a:extLst>
                  <a:ext uri="{FF2B5EF4-FFF2-40B4-BE49-F238E27FC236}">
                    <a16:creationId xmlns:a16="http://schemas.microsoft.com/office/drawing/2014/main" id="{A93883CA-DA2A-4CF7-B77A-6602548B1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655"/>
                <a:ext cx="40" cy="35"/>
              </a:xfrm>
              <a:custGeom>
                <a:avLst/>
                <a:gdLst>
                  <a:gd name="T0" fmla="*/ 250 w 16"/>
                  <a:gd name="T1" fmla="*/ 0 h 14"/>
                  <a:gd name="T2" fmla="*/ 83 w 16"/>
                  <a:gd name="T3" fmla="*/ 220 h 14"/>
                  <a:gd name="T4" fmla="*/ 0 w 16"/>
                  <a:gd name="T5" fmla="*/ 175 h 14"/>
                  <a:gd name="T6" fmla="*/ 145 w 16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6" y="0"/>
                    </a:moveTo>
                    <a:cubicBezTo>
                      <a:pt x="12" y="5"/>
                      <a:pt x="8" y="7"/>
                      <a:pt x="5" y="14"/>
                    </a:cubicBezTo>
                    <a:cubicBezTo>
                      <a:pt x="4" y="12"/>
                      <a:pt x="2" y="11"/>
                      <a:pt x="0" y="11"/>
                    </a:cubicBezTo>
                    <a:cubicBezTo>
                      <a:pt x="2" y="7"/>
                      <a:pt x="6" y="3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41" name="Freeform 230">
                <a:extLst>
                  <a:ext uri="{FF2B5EF4-FFF2-40B4-BE49-F238E27FC236}">
                    <a16:creationId xmlns:a16="http://schemas.microsoft.com/office/drawing/2014/main" id="{DFF7476B-D1CF-4788-862D-C93176AE1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517"/>
                <a:ext cx="100" cy="58"/>
              </a:xfrm>
              <a:custGeom>
                <a:avLst/>
                <a:gdLst>
                  <a:gd name="T0" fmla="*/ 0 w 40"/>
                  <a:gd name="T1" fmla="*/ 242 h 23"/>
                  <a:gd name="T2" fmla="*/ 408 w 40"/>
                  <a:gd name="T3" fmla="*/ 0 h 23"/>
                  <a:gd name="T4" fmla="*/ 625 w 40"/>
                  <a:gd name="T5" fmla="*/ 126 h 23"/>
                  <a:gd name="T6" fmla="*/ 250 w 40"/>
                  <a:gd name="T7" fmla="*/ 192 h 23"/>
                  <a:gd name="T8" fmla="*/ 188 w 40"/>
                  <a:gd name="T9" fmla="*/ 338 h 23"/>
                  <a:gd name="T10" fmla="*/ 33 w 40"/>
                  <a:gd name="T11" fmla="*/ 27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3">
                    <a:moveTo>
                      <a:pt x="0" y="15"/>
                    </a:moveTo>
                    <a:cubicBezTo>
                      <a:pt x="10" y="15"/>
                      <a:pt x="17" y="1"/>
                      <a:pt x="26" y="0"/>
                    </a:cubicBezTo>
                    <a:cubicBezTo>
                      <a:pt x="25" y="9"/>
                      <a:pt x="37" y="3"/>
                      <a:pt x="40" y="8"/>
                    </a:cubicBezTo>
                    <a:cubicBezTo>
                      <a:pt x="33" y="8"/>
                      <a:pt x="21" y="6"/>
                      <a:pt x="16" y="12"/>
                    </a:cubicBezTo>
                    <a:cubicBezTo>
                      <a:pt x="14" y="15"/>
                      <a:pt x="15" y="20"/>
                      <a:pt x="12" y="21"/>
                    </a:cubicBezTo>
                    <a:cubicBezTo>
                      <a:pt x="7" y="23"/>
                      <a:pt x="7" y="17"/>
                      <a:pt x="2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42" name="Freeform 231">
                <a:extLst>
                  <a:ext uri="{FF2B5EF4-FFF2-40B4-BE49-F238E27FC236}">
                    <a16:creationId xmlns:a16="http://schemas.microsoft.com/office/drawing/2014/main" id="{9F79A5CB-3137-4BE7-B1F4-67D710BF8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720"/>
                <a:ext cx="52" cy="142"/>
              </a:xfrm>
              <a:custGeom>
                <a:avLst/>
                <a:gdLst>
                  <a:gd name="T0" fmla="*/ 0 w 21"/>
                  <a:gd name="T1" fmla="*/ 0 h 57"/>
                  <a:gd name="T2" fmla="*/ 183 w 21"/>
                  <a:gd name="T3" fmla="*/ 167 h 57"/>
                  <a:gd name="T4" fmla="*/ 258 w 21"/>
                  <a:gd name="T5" fmla="*/ 404 h 57"/>
                  <a:gd name="T6" fmla="*/ 275 w 21"/>
                  <a:gd name="T7" fmla="*/ 620 h 57"/>
                  <a:gd name="T8" fmla="*/ 215 w 21"/>
                  <a:gd name="T9" fmla="*/ 882 h 57"/>
                  <a:gd name="T10" fmla="*/ 30 w 21"/>
                  <a:gd name="T11" fmla="*/ 341 h 57"/>
                  <a:gd name="T12" fmla="*/ 30 w 21"/>
                  <a:gd name="T13" fmla="*/ 341 h 57"/>
                  <a:gd name="T14" fmla="*/ 30 w 21"/>
                  <a:gd name="T15" fmla="*/ 42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7">
                    <a:moveTo>
                      <a:pt x="0" y="0"/>
                    </a:moveTo>
                    <a:cubicBezTo>
                      <a:pt x="0" y="5"/>
                      <a:pt x="9" y="8"/>
                      <a:pt x="12" y="11"/>
                    </a:cubicBezTo>
                    <a:cubicBezTo>
                      <a:pt x="16" y="17"/>
                      <a:pt x="15" y="20"/>
                      <a:pt x="17" y="26"/>
                    </a:cubicBezTo>
                    <a:cubicBezTo>
                      <a:pt x="19" y="32"/>
                      <a:pt x="21" y="33"/>
                      <a:pt x="18" y="40"/>
                    </a:cubicBezTo>
                    <a:cubicBezTo>
                      <a:pt x="16" y="46"/>
                      <a:pt x="14" y="50"/>
                      <a:pt x="14" y="57"/>
                    </a:cubicBezTo>
                    <a:cubicBezTo>
                      <a:pt x="14" y="49"/>
                      <a:pt x="17" y="17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9" y="17"/>
                      <a:pt x="3" y="10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43" name="Freeform 232">
                <a:extLst>
                  <a:ext uri="{FF2B5EF4-FFF2-40B4-BE49-F238E27FC236}">
                    <a16:creationId xmlns:a16="http://schemas.microsoft.com/office/drawing/2014/main" id="{AC5E6AEE-0863-4090-9861-0CF800170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577"/>
                <a:ext cx="97" cy="80"/>
              </a:xfrm>
              <a:custGeom>
                <a:avLst/>
                <a:gdLst>
                  <a:gd name="T0" fmla="*/ 30 w 39"/>
                  <a:gd name="T1" fmla="*/ 345 h 32"/>
                  <a:gd name="T2" fmla="*/ 0 w 39"/>
                  <a:gd name="T3" fmla="*/ 345 h 32"/>
                  <a:gd name="T4" fmla="*/ 42 w 39"/>
                  <a:gd name="T5" fmla="*/ 208 h 32"/>
                  <a:gd name="T6" fmla="*/ 216 w 39"/>
                  <a:gd name="T7" fmla="*/ 158 h 32"/>
                  <a:gd name="T8" fmla="*/ 599 w 39"/>
                  <a:gd name="T9" fmla="*/ 0 h 32"/>
                  <a:gd name="T10" fmla="*/ 259 w 39"/>
                  <a:gd name="T11" fmla="*/ 175 h 32"/>
                  <a:gd name="T12" fmla="*/ 137 w 39"/>
                  <a:gd name="T13" fmla="*/ 470 h 32"/>
                  <a:gd name="T14" fmla="*/ 42 w 39"/>
                  <a:gd name="T15" fmla="*/ 500 h 32"/>
                  <a:gd name="T16" fmla="*/ 30 w 39"/>
                  <a:gd name="T17" fmla="*/ 408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32">
                    <a:moveTo>
                      <a:pt x="2" y="22"/>
                    </a:moveTo>
                    <a:cubicBezTo>
                      <a:pt x="1" y="22"/>
                      <a:pt x="1" y="23"/>
                      <a:pt x="0" y="22"/>
                    </a:cubicBezTo>
                    <a:cubicBezTo>
                      <a:pt x="1" y="19"/>
                      <a:pt x="0" y="16"/>
                      <a:pt x="3" y="13"/>
                    </a:cubicBezTo>
                    <a:cubicBezTo>
                      <a:pt x="5" y="11"/>
                      <a:pt x="11" y="11"/>
                      <a:pt x="14" y="10"/>
                    </a:cubicBezTo>
                    <a:cubicBezTo>
                      <a:pt x="22" y="7"/>
                      <a:pt x="30" y="1"/>
                      <a:pt x="39" y="0"/>
                    </a:cubicBezTo>
                    <a:cubicBezTo>
                      <a:pt x="37" y="6"/>
                      <a:pt x="23" y="8"/>
                      <a:pt x="17" y="11"/>
                    </a:cubicBezTo>
                    <a:cubicBezTo>
                      <a:pt x="8" y="17"/>
                      <a:pt x="9" y="19"/>
                      <a:pt x="9" y="30"/>
                    </a:cubicBezTo>
                    <a:cubicBezTo>
                      <a:pt x="7" y="30"/>
                      <a:pt x="5" y="31"/>
                      <a:pt x="3" y="32"/>
                    </a:cubicBezTo>
                    <a:cubicBezTo>
                      <a:pt x="2" y="30"/>
                      <a:pt x="2" y="28"/>
                      <a:pt x="2" y="26"/>
                    </a:cubicBezTo>
                  </a:path>
                </a:pathLst>
              </a:custGeom>
              <a:solidFill>
                <a:srgbClr val="B0C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44" name="Freeform 233">
                <a:extLst>
                  <a:ext uri="{FF2B5EF4-FFF2-40B4-BE49-F238E27FC236}">
                    <a16:creationId xmlns:a16="http://schemas.microsoft.com/office/drawing/2014/main" id="{C9488BD1-4836-40F4-ADAA-E0A9841D4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1470"/>
                <a:ext cx="87" cy="30"/>
              </a:xfrm>
              <a:custGeom>
                <a:avLst/>
                <a:gdLst>
                  <a:gd name="T0" fmla="*/ 0 w 35"/>
                  <a:gd name="T1" fmla="*/ 188 h 12"/>
                  <a:gd name="T2" fmla="*/ 321 w 35"/>
                  <a:gd name="T3" fmla="*/ 20 h 12"/>
                  <a:gd name="T4" fmla="*/ 537 w 35"/>
                  <a:gd name="T5" fmla="*/ 188 h 12"/>
                  <a:gd name="T6" fmla="*/ 75 w 35"/>
                  <a:gd name="T7" fmla="*/ 17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2">
                    <a:moveTo>
                      <a:pt x="0" y="12"/>
                    </a:moveTo>
                    <a:cubicBezTo>
                      <a:pt x="4" y="8"/>
                      <a:pt x="15" y="0"/>
                      <a:pt x="21" y="1"/>
                    </a:cubicBezTo>
                    <a:cubicBezTo>
                      <a:pt x="26" y="1"/>
                      <a:pt x="32" y="8"/>
                      <a:pt x="35" y="12"/>
                    </a:cubicBezTo>
                    <a:cubicBezTo>
                      <a:pt x="25" y="6"/>
                      <a:pt x="15" y="4"/>
                      <a:pt x="5" y="11"/>
                    </a:cubicBezTo>
                  </a:path>
                </a:pathLst>
              </a:custGeom>
              <a:solidFill>
                <a:srgbClr val="B0C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45" name="Freeform 234">
                <a:extLst>
                  <a:ext uri="{FF2B5EF4-FFF2-40B4-BE49-F238E27FC236}">
                    <a16:creationId xmlns:a16="http://schemas.microsoft.com/office/drawing/2014/main" id="{08005CD3-656B-49E4-8F36-B7F0A983F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602"/>
                <a:ext cx="40" cy="85"/>
              </a:xfrm>
              <a:custGeom>
                <a:avLst/>
                <a:gdLst>
                  <a:gd name="T0" fmla="*/ 50 w 16"/>
                  <a:gd name="T1" fmla="*/ 270 h 34"/>
                  <a:gd name="T2" fmla="*/ 250 w 16"/>
                  <a:gd name="T3" fmla="*/ 533 h 34"/>
                  <a:gd name="T4" fmla="*/ 113 w 16"/>
                  <a:gd name="T5" fmla="*/ 283 h 34"/>
                  <a:gd name="T6" fmla="*/ 220 w 16"/>
                  <a:gd name="T7" fmla="*/ 63 h 34"/>
                  <a:gd name="T8" fmla="*/ 0 w 16"/>
                  <a:gd name="T9" fmla="*/ 238 h 34"/>
                  <a:gd name="T10" fmla="*/ 20 w 16"/>
                  <a:gd name="T11" fmla="*/ 23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4">
                    <a:moveTo>
                      <a:pt x="3" y="17"/>
                    </a:moveTo>
                    <a:cubicBezTo>
                      <a:pt x="2" y="23"/>
                      <a:pt x="11" y="31"/>
                      <a:pt x="16" y="34"/>
                    </a:cubicBezTo>
                    <a:cubicBezTo>
                      <a:pt x="11" y="29"/>
                      <a:pt x="7" y="25"/>
                      <a:pt x="7" y="18"/>
                    </a:cubicBezTo>
                    <a:cubicBezTo>
                      <a:pt x="6" y="11"/>
                      <a:pt x="9" y="9"/>
                      <a:pt x="14" y="4"/>
                    </a:cubicBezTo>
                    <a:cubicBezTo>
                      <a:pt x="10" y="0"/>
                      <a:pt x="1" y="11"/>
                      <a:pt x="0" y="15"/>
                    </a:cubicBezTo>
                    <a:cubicBezTo>
                      <a:pt x="0" y="16"/>
                      <a:pt x="0" y="15"/>
                      <a:pt x="1" y="15"/>
                    </a:cubicBezTo>
                  </a:path>
                </a:pathLst>
              </a:custGeom>
              <a:solidFill>
                <a:srgbClr val="B0B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46" name="Freeform 235">
                <a:extLst>
                  <a:ext uri="{FF2B5EF4-FFF2-40B4-BE49-F238E27FC236}">
                    <a16:creationId xmlns:a16="http://schemas.microsoft.com/office/drawing/2014/main" id="{E64DE6E4-9E2E-4175-9032-321306D6E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812"/>
                <a:ext cx="25" cy="130"/>
              </a:xfrm>
              <a:custGeom>
                <a:avLst/>
                <a:gdLst>
                  <a:gd name="T0" fmla="*/ 125 w 10"/>
                  <a:gd name="T1" fmla="*/ 83 h 52"/>
                  <a:gd name="T2" fmla="*/ 50 w 10"/>
                  <a:gd name="T3" fmla="*/ 458 h 52"/>
                  <a:gd name="T4" fmla="*/ 0 w 10"/>
                  <a:gd name="T5" fmla="*/ 625 h 52"/>
                  <a:gd name="T6" fmla="*/ 83 w 10"/>
                  <a:gd name="T7" fmla="*/ 813 h 52"/>
                  <a:gd name="T8" fmla="*/ 83 w 10"/>
                  <a:gd name="T9" fmla="*/ 595 h 52"/>
                  <a:gd name="T10" fmla="*/ 145 w 10"/>
                  <a:gd name="T11" fmla="*/ 395 h 52"/>
                  <a:gd name="T12" fmla="*/ 145 w 10"/>
                  <a:gd name="T13" fmla="*/ 208 h 52"/>
                  <a:gd name="T14" fmla="*/ 158 w 10"/>
                  <a:gd name="T15" fmla="*/ 0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52">
                    <a:moveTo>
                      <a:pt x="8" y="5"/>
                    </a:moveTo>
                    <a:cubicBezTo>
                      <a:pt x="5" y="12"/>
                      <a:pt x="4" y="21"/>
                      <a:pt x="3" y="29"/>
                    </a:cubicBezTo>
                    <a:cubicBezTo>
                      <a:pt x="2" y="32"/>
                      <a:pt x="0" y="37"/>
                      <a:pt x="0" y="40"/>
                    </a:cubicBezTo>
                    <a:cubicBezTo>
                      <a:pt x="1" y="43"/>
                      <a:pt x="4" y="49"/>
                      <a:pt x="5" y="52"/>
                    </a:cubicBezTo>
                    <a:cubicBezTo>
                      <a:pt x="5" y="47"/>
                      <a:pt x="5" y="43"/>
                      <a:pt x="5" y="38"/>
                    </a:cubicBezTo>
                    <a:cubicBezTo>
                      <a:pt x="6" y="32"/>
                      <a:pt x="8" y="30"/>
                      <a:pt x="9" y="25"/>
                    </a:cubicBezTo>
                    <a:cubicBezTo>
                      <a:pt x="10" y="22"/>
                      <a:pt x="9" y="17"/>
                      <a:pt x="9" y="13"/>
                    </a:cubicBezTo>
                    <a:cubicBezTo>
                      <a:pt x="9" y="9"/>
                      <a:pt x="7" y="3"/>
                      <a:pt x="10" y="0"/>
                    </a:cubicBezTo>
                  </a:path>
                </a:pathLst>
              </a:custGeom>
              <a:solidFill>
                <a:srgbClr val="B0B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47" name="Freeform 236">
                <a:extLst>
                  <a:ext uri="{FF2B5EF4-FFF2-40B4-BE49-F238E27FC236}">
                    <a16:creationId xmlns:a16="http://schemas.microsoft.com/office/drawing/2014/main" id="{9238F8D9-C4BC-4A96-A4CF-793CE182E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445"/>
                <a:ext cx="215" cy="175"/>
              </a:xfrm>
              <a:custGeom>
                <a:avLst/>
                <a:gdLst>
                  <a:gd name="T0" fmla="*/ 458 w 86"/>
                  <a:gd name="T1" fmla="*/ 658 h 70"/>
                  <a:gd name="T2" fmla="*/ 520 w 86"/>
                  <a:gd name="T3" fmla="*/ 813 h 70"/>
                  <a:gd name="T4" fmla="*/ 363 w 86"/>
                  <a:gd name="T5" fmla="*/ 908 h 70"/>
                  <a:gd name="T6" fmla="*/ 83 w 86"/>
                  <a:gd name="T7" fmla="*/ 1095 h 70"/>
                  <a:gd name="T8" fmla="*/ 750 w 86"/>
                  <a:gd name="T9" fmla="*/ 958 h 70"/>
                  <a:gd name="T10" fmla="*/ 1345 w 86"/>
                  <a:gd name="T11" fmla="*/ 1020 h 70"/>
                  <a:gd name="T12" fmla="*/ 875 w 86"/>
                  <a:gd name="T13" fmla="*/ 875 h 70"/>
                  <a:gd name="T14" fmla="*/ 595 w 86"/>
                  <a:gd name="T15" fmla="*/ 613 h 70"/>
                  <a:gd name="T16" fmla="*/ 345 w 86"/>
                  <a:gd name="T17" fmla="*/ 300 h 70"/>
                  <a:gd name="T18" fmla="*/ 0 w 86"/>
                  <a:gd name="T19" fmla="*/ 20 h 70"/>
                  <a:gd name="T20" fmla="*/ 238 w 86"/>
                  <a:gd name="T21" fmla="*/ 345 h 70"/>
                  <a:gd name="T22" fmla="*/ 458 w 86"/>
                  <a:gd name="T23" fmla="*/ 625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70">
                    <a:moveTo>
                      <a:pt x="29" y="42"/>
                    </a:moveTo>
                    <a:cubicBezTo>
                      <a:pt x="28" y="47"/>
                      <a:pt x="35" y="48"/>
                      <a:pt x="33" y="52"/>
                    </a:cubicBezTo>
                    <a:cubicBezTo>
                      <a:pt x="32" y="55"/>
                      <a:pt x="26" y="57"/>
                      <a:pt x="23" y="58"/>
                    </a:cubicBezTo>
                    <a:cubicBezTo>
                      <a:pt x="16" y="61"/>
                      <a:pt x="10" y="64"/>
                      <a:pt x="5" y="70"/>
                    </a:cubicBezTo>
                    <a:cubicBezTo>
                      <a:pt x="20" y="67"/>
                      <a:pt x="33" y="63"/>
                      <a:pt x="48" y="61"/>
                    </a:cubicBezTo>
                    <a:cubicBezTo>
                      <a:pt x="62" y="60"/>
                      <a:pt x="73" y="65"/>
                      <a:pt x="86" y="65"/>
                    </a:cubicBezTo>
                    <a:cubicBezTo>
                      <a:pt x="76" y="64"/>
                      <a:pt x="65" y="60"/>
                      <a:pt x="56" y="56"/>
                    </a:cubicBezTo>
                    <a:cubicBezTo>
                      <a:pt x="49" y="52"/>
                      <a:pt x="44" y="45"/>
                      <a:pt x="38" y="39"/>
                    </a:cubicBezTo>
                    <a:cubicBezTo>
                      <a:pt x="31" y="32"/>
                      <a:pt x="27" y="26"/>
                      <a:pt x="22" y="19"/>
                    </a:cubicBezTo>
                    <a:cubicBezTo>
                      <a:pt x="17" y="12"/>
                      <a:pt x="9" y="0"/>
                      <a:pt x="0" y="1"/>
                    </a:cubicBezTo>
                    <a:cubicBezTo>
                      <a:pt x="1" y="7"/>
                      <a:pt x="11" y="17"/>
                      <a:pt x="15" y="22"/>
                    </a:cubicBezTo>
                    <a:cubicBezTo>
                      <a:pt x="19" y="29"/>
                      <a:pt x="23" y="35"/>
                      <a:pt x="29" y="40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48" name="Freeform 237">
                <a:extLst>
                  <a:ext uri="{FF2B5EF4-FFF2-40B4-BE49-F238E27FC236}">
                    <a16:creationId xmlns:a16="http://schemas.microsoft.com/office/drawing/2014/main" id="{475A6387-8FED-4C7A-95FC-FD29D2172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677"/>
                <a:ext cx="75" cy="238"/>
              </a:xfrm>
              <a:custGeom>
                <a:avLst/>
                <a:gdLst>
                  <a:gd name="T0" fmla="*/ 470 w 30"/>
                  <a:gd name="T1" fmla="*/ 0 h 95"/>
                  <a:gd name="T2" fmla="*/ 63 w 30"/>
                  <a:gd name="T3" fmla="*/ 742 h 95"/>
                  <a:gd name="T4" fmla="*/ 95 w 30"/>
                  <a:gd name="T5" fmla="*/ 1180 h 95"/>
                  <a:gd name="T6" fmla="*/ 220 w 30"/>
                  <a:gd name="T7" fmla="*/ 1380 h 95"/>
                  <a:gd name="T8" fmla="*/ 363 w 30"/>
                  <a:gd name="T9" fmla="*/ 1493 h 95"/>
                  <a:gd name="T10" fmla="*/ 188 w 30"/>
                  <a:gd name="T11" fmla="*/ 804 h 95"/>
                  <a:gd name="T12" fmla="*/ 270 w 30"/>
                  <a:gd name="T13" fmla="*/ 438 h 95"/>
                  <a:gd name="T14" fmla="*/ 438 w 30"/>
                  <a:gd name="T15" fmla="*/ 95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95">
                    <a:moveTo>
                      <a:pt x="30" y="0"/>
                    </a:moveTo>
                    <a:cubicBezTo>
                      <a:pt x="18" y="13"/>
                      <a:pt x="9" y="31"/>
                      <a:pt x="4" y="47"/>
                    </a:cubicBezTo>
                    <a:cubicBezTo>
                      <a:pt x="0" y="57"/>
                      <a:pt x="1" y="66"/>
                      <a:pt x="6" y="75"/>
                    </a:cubicBezTo>
                    <a:cubicBezTo>
                      <a:pt x="8" y="79"/>
                      <a:pt x="11" y="85"/>
                      <a:pt x="14" y="88"/>
                    </a:cubicBezTo>
                    <a:cubicBezTo>
                      <a:pt x="17" y="91"/>
                      <a:pt x="21" y="92"/>
                      <a:pt x="23" y="95"/>
                    </a:cubicBezTo>
                    <a:cubicBezTo>
                      <a:pt x="12" y="84"/>
                      <a:pt x="9" y="65"/>
                      <a:pt x="12" y="51"/>
                    </a:cubicBezTo>
                    <a:cubicBezTo>
                      <a:pt x="14" y="42"/>
                      <a:pt x="13" y="36"/>
                      <a:pt x="17" y="28"/>
                    </a:cubicBezTo>
                    <a:cubicBezTo>
                      <a:pt x="20" y="21"/>
                      <a:pt x="25" y="13"/>
                      <a:pt x="28" y="6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49" name="Freeform 238">
                <a:extLst>
                  <a:ext uri="{FF2B5EF4-FFF2-40B4-BE49-F238E27FC236}">
                    <a16:creationId xmlns:a16="http://schemas.microsoft.com/office/drawing/2014/main" id="{8CB3CE9B-E774-42C6-8005-7ADBE5E92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780"/>
                <a:ext cx="183" cy="100"/>
              </a:xfrm>
              <a:custGeom>
                <a:avLst/>
                <a:gdLst>
                  <a:gd name="T0" fmla="*/ 0 w 73"/>
                  <a:gd name="T1" fmla="*/ 425 h 40"/>
                  <a:gd name="T2" fmla="*/ 208 w 73"/>
                  <a:gd name="T3" fmla="*/ 208 h 40"/>
                  <a:gd name="T4" fmla="*/ 491 w 73"/>
                  <a:gd name="T5" fmla="*/ 300 h 40"/>
                  <a:gd name="T6" fmla="*/ 785 w 73"/>
                  <a:gd name="T7" fmla="*/ 395 h 40"/>
                  <a:gd name="T8" fmla="*/ 835 w 73"/>
                  <a:gd name="T9" fmla="*/ 625 h 40"/>
                  <a:gd name="T10" fmla="*/ 1005 w 73"/>
                  <a:gd name="T11" fmla="*/ 188 h 40"/>
                  <a:gd name="T12" fmla="*/ 722 w 73"/>
                  <a:gd name="T13" fmla="*/ 208 h 40"/>
                  <a:gd name="T14" fmla="*/ 221 w 73"/>
                  <a:gd name="T15" fmla="*/ 9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40">
                    <a:moveTo>
                      <a:pt x="0" y="27"/>
                    </a:moveTo>
                    <a:cubicBezTo>
                      <a:pt x="3" y="23"/>
                      <a:pt x="8" y="15"/>
                      <a:pt x="13" y="13"/>
                    </a:cubicBezTo>
                    <a:cubicBezTo>
                      <a:pt x="19" y="11"/>
                      <a:pt x="25" y="16"/>
                      <a:pt x="31" y="19"/>
                    </a:cubicBezTo>
                    <a:cubicBezTo>
                      <a:pt x="36" y="21"/>
                      <a:pt x="45" y="21"/>
                      <a:pt x="50" y="25"/>
                    </a:cubicBezTo>
                    <a:cubicBezTo>
                      <a:pt x="54" y="27"/>
                      <a:pt x="58" y="37"/>
                      <a:pt x="53" y="40"/>
                    </a:cubicBezTo>
                    <a:cubicBezTo>
                      <a:pt x="61" y="37"/>
                      <a:pt x="73" y="18"/>
                      <a:pt x="64" y="12"/>
                    </a:cubicBezTo>
                    <a:cubicBezTo>
                      <a:pt x="57" y="17"/>
                      <a:pt x="54" y="17"/>
                      <a:pt x="46" y="13"/>
                    </a:cubicBezTo>
                    <a:cubicBezTo>
                      <a:pt x="38" y="10"/>
                      <a:pt x="20" y="0"/>
                      <a:pt x="14" y="6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0" name="Freeform 239">
                <a:extLst>
                  <a:ext uri="{FF2B5EF4-FFF2-40B4-BE49-F238E27FC236}">
                    <a16:creationId xmlns:a16="http://schemas.microsoft.com/office/drawing/2014/main" id="{DA6D5B96-FB6E-4C73-AA4E-FF6CCCF32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910"/>
                <a:ext cx="218" cy="85"/>
              </a:xfrm>
              <a:custGeom>
                <a:avLst/>
                <a:gdLst>
                  <a:gd name="T0" fmla="*/ 471 w 87"/>
                  <a:gd name="T1" fmla="*/ 0 h 34"/>
                  <a:gd name="T2" fmla="*/ 521 w 87"/>
                  <a:gd name="T3" fmla="*/ 375 h 34"/>
                  <a:gd name="T4" fmla="*/ 251 w 87"/>
                  <a:gd name="T5" fmla="*/ 408 h 34"/>
                  <a:gd name="T6" fmla="*/ 0 w 87"/>
                  <a:gd name="T7" fmla="*/ 458 h 34"/>
                  <a:gd name="T8" fmla="*/ 346 w 87"/>
                  <a:gd name="T9" fmla="*/ 533 h 34"/>
                  <a:gd name="T10" fmla="*/ 722 w 87"/>
                  <a:gd name="T11" fmla="*/ 533 h 34"/>
                  <a:gd name="T12" fmla="*/ 1035 w 87"/>
                  <a:gd name="T13" fmla="*/ 520 h 34"/>
                  <a:gd name="T14" fmla="*/ 1368 w 87"/>
                  <a:gd name="T15" fmla="*/ 500 h 34"/>
                  <a:gd name="T16" fmla="*/ 1163 w 87"/>
                  <a:gd name="T17" fmla="*/ 395 h 34"/>
                  <a:gd name="T18" fmla="*/ 1035 w 87"/>
                  <a:gd name="T19" fmla="*/ 283 h 34"/>
                  <a:gd name="T20" fmla="*/ 584 w 87"/>
                  <a:gd name="T21" fmla="*/ 158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7" h="34">
                    <a:moveTo>
                      <a:pt x="30" y="0"/>
                    </a:moveTo>
                    <a:cubicBezTo>
                      <a:pt x="34" y="7"/>
                      <a:pt x="45" y="20"/>
                      <a:pt x="33" y="24"/>
                    </a:cubicBezTo>
                    <a:cubicBezTo>
                      <a:pt x="28" y="25"/>
                      <a:pt x="22" y="25"/>
                      <a:pt x="16" y="26"/>
                    </a:cubicBezTo>
                    <a:cubicBezTo>
                      <a:pt x="12" y="27"/>
                      <a:pt x="4" y="27"/>
                      <a:pt x="0" y="29"/>
                    </a:cubicBezTo>
                    <a:cubicBezTo>
                      <a:pt x="8" y="29"/>
                      <a:pt x="15" y="33"/>
                      <a:pt x="22" y="34"/>
                    </a:cubicBezTo>
                    <a:cubicBezTo>
                      <a:pt x="30" y="34"/>
                      <a:pt x="38" y="34"/>
                      <a:pt x="46" y="34"/>
                    </a:cubicBezTo>
                    <a:cubicBezTo>
                      <a:pt x="53" y="34"/>
                      <a:pt x="59" y="34"/>
                      <a:pt x="66" y="33"/>
                    </a:cubicBezTo>
                    <a:cubicBezTo>
                      <a:pt x="72" y="32"/>
                      <a:pt x="83" y="29"/>
                      <a:pt x="87" y="32"/>
                    </a:cubicBezTo>
                    <a:cubicBezTo>
                      <a:pt x="83" y="30"/>
                      <a:pt x="78" y="28"/>
                      <a:pt x="74" y="25"/>
                    </a:cubicBezTo>
                    <a:cubicBezTo>
                      <a:pt x="71" y="23"/>
                      <a:pt x="70" y="20"/>
                      <a:pt x="66" y="18"/>
                    </a:cubicBezTo>
                    <a:cubicBezTo>
                      <a:pt x="58" y="15"/>
                      <a:pt x="44" y="15"/>
                      <a:pt x="37" y="10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1" name="Freeform 240">
                <a:extLst>
                  <a:ext uri="{FF2B5EF4-FFF2-40B4-BE49-F238E27FC236}">
                    <a16:creationId xmlns:a16="http://schemas.microsoft.com/office/drawing/2014/main" id="{F6166CEC-DA97-463D-968B-4970091BC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690"/>
                <a:ext cx="193" cy="287"/>
              </a:xfrm>
              <a:custGeom>
                <a:avLst/>
                <a:gdLst>
                  <a:gd name="T0" fmla="*/ 283 w 77"/>
                  <a:gd name="T1" fmla="*/ 280 h 115"/>
                  <a:gd name="T2" fmla="*/ 251 w 77"/>
                  <a:gd name="T3" fmla="*/ 686 h 115"/>
                  <a:gd name="T4" fmla="*/ 158 w 77"/>
                  <a:gd name="T5" fmla="*/ 903 h 115"/>
                  <a:gd name="T6" fmla="*/ 0 w 77"/>
                  <a:gd name="T7" fmla="*/ 1041 h 115"/>
                  <a:gd name="T8" fmla="*/ 221 w 77"/>
                  <a:gd name="T9" fmla="*/ 933 h 115"/>
                  <a:gd name="T10" fmla="*/ 346 w 77"/>
                  <a:gd name="T11" fmla="*/ 791 h 115"/>
                  <a:gd name="T12" fmla="*/ 566 w 77"/>
                  <a:gd name="T13" fmla="*/ 1091 h 115"/>
                  <a:gd name="T14" fmla="*/ 504 w 77"/>
                  <a:gd name="T15" fmla="*/ 1525 h 115"/>
                  <a:gd name="T16" fmla="*/ 208 w 77"/>
                  <a:gd name="T17" fmla="*/ 1774 h 115"/>
                  <a:gd name="T18" fmla="*/ 426 w 77"/>
                  <a:gd name="T19" fmla="*/ 1712 h 115"/>
                  <a:gd name="T20" fmla="*/ 692 w 77"/>
                  <a:gd name="T21" fmla="*/ 1712 h 115"/>
                  <a:gd name="T22" fmla="*/ 942 w 77"/>
                  <a:gd name="T23" fmla="*/ 1757 h 115"/>
                  <a:gd name="T24" fmla="*/ 1213 w 77"/>
                  <a:gd name="T25" fmla="*/ 1757 h 115"/>
                  <a:gd name="T26" fmla="*/ 880 w 77"/>
                  <a:gd name="T27" fmla="*/ 1403 h 115"/>
                  <a:gd name="T28" fmla="*/ 692 w 77"/>
                  <a:gd name="T29" fmla="*/ 933 h 115"/>
                  <a:gd name="T30" fmla="*/ 504 w 77"/>
                  <a:gd name="T31" fmla="*/ 499 h 115"/>
                  <a:gd name="T32" fmla="*/ 376 w 77"/>
                  <a:gd name="T33" fmla="*/ 30 h 115"/>
                  <a:gd name="T34" fmla="*/ 376 w 77"/>
                  <a:gd name="T35" fmla="*/ 0 h 115"/>
                  <a:gd name="T36" fmla="*/ 313 w 77"/>
                  <a:gd name="T37" fmla="*/ 217 h 11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7" h="115">
                    <a:moveTo>
                      <a:pt x="18" y="18"/>
                    </a:moveTo>
                    <a:cubicBezTo>
                      <a:pt x="19" y="28"/>
                      <a:pt x="20" y="35"/>
                      <a:pt x="16" y="44"/>
                    </a:cubicBezTo>
                    <a:cubicBezTo>
                      <a:pt x="14" y="48"/>
                      <a:pt x="12" y="53"/>
                      <a:pt x="10" y="58"/>
                    </a:cubicBezTo>
                    <a:cubicBezTo>
                      <a:pt x="7" y="62"/>
                      <a:pt x="4" y="64"/>
                      <a:pt x="0" y="67"/>
                    </a:cubicBezTo>
                    <a:cubicBezTo>
                      <a:pt x="5" y="65"/>
                      <a:pt x="10" y="63"/>
                      <a:pt x="14" y="60"/>
                    </a:cubicBezTo>
                    <a:cubicBezTo>
                      <a:pt x="17" y="57"/>
                      <a:pt x="18" y="53"/>
                      <a:pt x="22" y="51"/>
                    </a:cubicBezTo>
                    <a:cubicBezTo>
                      <a:pt x="35" y="43"/>
                      <a:pt x="35" y="62"/>
                      <a:pt x="36" y="70"/>
                    </a:cubicBezTo>
                    <a:cubicBezTo>
                      <a:pt x="36" y="80"/>
                      <a:pt x="41" y="89"/>
                      <a:pt x="32" y="98"/>
                    </a:cubicBezTo>
                    <a:cubicBezTo>
                      <a:pt x="26" y="104"/>
                      <a:pt x="18" y="105"/>
                      <a:pt x="13" y="114"/>
                    </a:cubicBezTo>
                    <a:cubicBezTo>
                      <a:pt x="17" y="113"/>
                      <a:pt x="22" y="110"/>
                      <a:pt x="27" y="110"/>
                    </a:cubicBezTo>
                    <a:cubicBezTo>
                      <a:pt x="33" y="109"/>
                      <a:pt x="38" y="110"/>
                      <a:pt x="44" y="110"/>
                    </a:cubicBezTo>
                    <a:cubicBezTo>
                      <a:pt x="49" y="111"/>
                      <a:pt x="54" y="112"/>
                      <a:pt x="60" y="113"/>
                    </a:cubicBezTo>
                    <a:cubicBezTo>
                      <a:pt x="65" y="113"/>
                      <a:pt x="71" y="111"/>
                      <a:pt x="77" y="113"/>
                    </a:cubicBezTo>
                    <a:cubicBezTo>
                      <a:pt x="64" y="115"/>
                      <a:pt x="62" y="97"/>
                      <a:pt x="56" y="90"/>
                    </a:cubicBezTo>
                    <a:cubicBezTo>
                      <a:pt x="50" y="80"/>
                      <a:pt x="47" y="70"/>
                      <a:pt x="44" y="60"/>
                    </a:cubicBezTo>
                    <a:cubicBezTo>
                      <a:pt x="42" y="50"/>
                      <a:pt x="37" y="41"/>
                      <a:pt x="32" y="32"/>
                    </a:cubicBezTo>
                    <a:cubicBezTo>
                      <a:pt x="27" y="22"/>
                      <a:pt x="28" y="12"/>
                      <a:pt x="24" y="2"/>
                    </a:cubicBezTo>
                    <a:cubicBezTo>
                      <a:pt x="24" y="3"/>
                      <a:pt x="24" y="0"/>
                      <a:pt x="24" y="0"/>
                    </a:cubicBezTo>
                    <a:cubicBezTo>
                      <a:pt x="23" y="5"/>
                      <a:pt x="21" y="9"/>
                      <a:pt x="20" y="14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2" name="Freeform 241">
                <a:extLst>
                  <a:ext uri="{FF2B5EF4-FFF2-40B4-BE49-F238E27FC236}">
                    <a16:creationId xmlns:a16="http://schemas.microsoft.com/office/drawing/2014/main" id="{C2909CCB-F347-4B20-B19A-CADA5AAB0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370"/>
                <a:ext cx="162" cy="142"/>
              </a:xfrm>
              <a:custGeom>
                <a:avLst/>
                <a:gdLst>
                  <a:gd name="T0" fmla="*/ 354 w 65"/>
                  <a:gd name="T1" fmla="*/ 341 h 57"/>
                  <a:gd name="T2" fmla="*/ 30 w 65"/>
                  <a:gd name="T3" fmla="*/ 882 h 57"/>
                  <a:gd name="T4" fmla="*/ 558 w 65"/>
                  <a:gd name="T5" fmla="*/ 570 h 57"/>
                  <a:gd name="T6" fmla="*/ 341 w 65"/>
                  <a:gd name="T7" fmla="*/ 496 h 57"/>
                  <a:gd name="T8" fmla="*/ 558 w 65"/>
                  <a:gd name="T9" fmla="*/ 311 h 57"/>
                  <a:gd name="T10" fmla="*/ 1007 w 65"/>
                  <a:gd name="T11" fmla="*/ 0 h 57"/>
                  <a:gd name="T12" fmla="*/ 715 w 65"/>
                  <a:gd name="T13" fmla="*/ 105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57">
                    <a:moveTo>
                      <a:pt x="23" y="22"/>
                    </a:moveTo>
                    <a:cubicBezTo>
                      <a:pt x="12" y="30"/>
                      <a:pt x="0" y="42"/>
                      <a:pt x="2" y="57"/>
                    </a:cubicBezTo>
                    <a:cubicBezTo>
                      <a:pt x="10" y="45"/>
                      <a:pt x="21" y="38"/>
                      <a:pt x="36" y="37"/>
                    </a:cubicBezTo>
                    <a:cubicBezTo>
                      <a:pt x="30" y="37"/>
                      <a:pt x="21" y="38"/>
                      <a:pt x="22" y="32"/>
                    </a:cubicBezTo>
                    <a:cubicBezTo>
                      <a:pt x="23" y="25"/>
                      <a:pt x="31" y="22"/>
                      <a:pt x="36" y="20"/>
                    </a:cubicBezTo>
                    <a:cubicBezTo>
                      <a:pt x="46" y="15"/>
                      <a:pt x="57" y="8"/>
                      <a:pt x="65" y="0"/>
                    </a:cubicBezTo>
                    <a:cubicBezTo>
                      <a:pt x="59" y="2"/>
                      <a:pt x="52" y="6"/>
                      <a:pt x="46" y="7"/>
                    </a:cubicBezTo>
                  </a:path>
                </a:pathLst>
              </a:custGeom>
              <a:solidFill>
                <a:srgbClr val="A9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3" name="Freeform 242">
                <a:extLst>
                  <a:ext uri="{FF2B5EF4-FFF2-40B4-BE49-F238E27FC236}">
                    <a16:creationId xmlns:a16="http://schemas.microsoft.com/office/drawing/2014/main" id="{DFAAAC36-B56F-4B21-BD26-60DD5E841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1132"/>
                <a:ext cx="105" cy="218"/>
              </a:xfrm>
              <a:custGeom>
                <a:avLst/>
                <a:gdLst>
                  <a:gd name="T0" fmla="*/ 550 w 42"/>
                  <a:gd name="T1" fmla="*/ 0 h 87"/>
                  <a:gd name="T2" fmla="*/ 220 w 42"/>
                  <a:gd name="T3" fmla="*/ 722 h 87"/>
                  <a:gd name="T4" fmla="*/ 208 w 42"/>
                  <a:gd name="T5" fmla="*/ 1085 h 87"/>
                  <a:gd name="T6" fmla="*/ 0 w 42"/>
                  <a:gd name="T7" fmla="*/ 1368 h 87"/>
                  <a:gd name="T8" fmla="*/ 345 w 42"/>
                  <a:gd name="T9" fmla="*/ 1118 h 87"/>
                  <a:gd name="T10" fmla="*/ 408 w 42"/>
                  <a:gd name="T11" fmla="*/ 772 h 87"/>
                  <a:gd name="T12" fmla="*/ 563 w 42"/>
                  <a:gd name="T13" fmla="*/ 95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87">
                    <a:moveTo>
                      <a:pt x="35" y="0"/>
                    </a:moveTo>
                    <a:cubicBezTo>
                      <a:pt x="37" y="18"/>
                      <a:pt x="15" y="29"/>
                      <a:pt x="14" y="46"/>
                    </a:cubicBezTo>
                    <a:cubicBezTo>
                      <a:pt x="14" y="54"/>
                      <a:pt x="15" y="61"/>
                      <a:pt x="13" y="69"/>
                    </a:cubicBezTo>
                    <a:cubicBezTo>
                      <a:pt x="11" y="78"/>
                      <a:pt x="5" y="81"/>
                      <a:pt x="0" y="87"/>
                    </a:cubicBezTo>
                    <a:cubicBezTo>
                      <a:pt x="7" y="86"/>
                      <a:pt x="18" y="77"/>
                      <a:pt x="22" y="71"/>
                    </a:cubicBezTo>
                    <a:cubicBezTo>
                      <a:pt x="26" y="65"/>
                      <a:pt x="25" y="56"/>
                      <a:pt x="26" y="49"/>
                    </a:cubicBezTo>
                    <a:cubicBezTo>
                      <a:pt x="28" y="34"/>
                      <a:pt x="42" y="21"/>
                      <a:pt x="36" y="6"/>
                    </a:cubicBezTo>
                  </a:path>
                </a:pathLst>
              </a:custGeom>
              <a:solidFill>
                <a:srgbClr val="A9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4" name="Freeform 243">
                <a:extLst>
                  <a:ext uri="{FF2B5EF4-FFF2-40B4-BE49-F238E27FC236}">
                    <a16:creationId xmlns:a16="http://schemas.microsoft.com/office/drawing/2014/main" id="{5F5504AE-776E-43B5-8370-3D65D8B8F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867"/>
                <a:ext cx="185" cy="107"/>
              </a:xfrm>
              <a:custGeom>
                <a:avLst/>
                <a:gdLst>
                  <a:gd name="T0" fmla="*/ 300 w 74"/>
                  <a:gd name="T1" fmla="*/ 279 h 43"/>
                  <a:gd name="T2" fmla="*/ 220 w 74"/>
                  <a:gd name="T3" fmla="*/ 649 h 43"/>
                  <a:gd name="T4" fmla="*/ 783 w 74"/>
                  <a:gd name="T5" fmla="*/ 495 h 43"/>
                  <a:gd name="T6" fmla="*/ 458 w 74"/>
                  <a:gd name="T7" fmla="*/ 478 h 43"/>
                  <a:gd name="T8" fmla="*/ 613 w 74"/>
                  <a:gd name="T9" fmla="*/ 229 h 43"/>
                  <a:gd name="T10" fmla="*/ 908 w 74"/>
                  <a:gd name="T11" fmla="*/ 92 h 43"/>
                  <a:gd name="T12" fmla="*/ 1145 w 74"/>
                  <a:gd name="T13" fmla="*/ 12 h 43"/>
                  <a:gd name="T14" fmla="*/ 563 w 74"/>
                  <a:gd name="T15" fmla="*/ 137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43">
                    <a:moveTo>
                      <a:pt x="19" y="18"/>
                    </a:moveTo>
                    <a:cubicBezTo>
                      <a:pt x="13" y="23"/>
                      <a:pt x="0" y="41"/>
                      <a:pt x="14" y="42"/>
                    </a:cubicBezTo>
                    <a:cubicBezTo>
                      <a:pt x="24" y="43"/>
                      <a:pt x="41" y="36"/>
                      <a:pt x="50" y="32"/>
                    </a:cubicBezTo>
                    <a:cubicBezTo>
                      <a:pt x="45" y="34"/>
                      <a:pt x="32" y="37"/>
                      <a:pt x="29" y="31"/>
                    </a:cubicBezTo>
                    <a:cubicBezTo>
                      <a:pt x="26" y="24"/>
                      <a:pt x="35" y="18"/>
                      <a:pt x="39" y="15"/>
                    </a:cubicBezTo>
                    <a:cubicBezTo>
                      <a:pt x="45" y="11"/>
                      <a:pt x="51" y="7"/>
                      <a:pt x="58" y="6"/>
                    </a:cubicBezTo>
                    <a:cubicBezTo>
                      <a:pt x="63" y="5"/>
                      <a:pt x="74" y="9"/>
                      <a:pt x="73" y="1"/>
                    </a:cubicBezTo>
                    <a:cubicBezTo>
                      <a:pt x="61" y="0"/>
                      <a:pt x="46" y="2"/>
                      <a:pt x="36" y="9"/>
                    </a:cubicBezTo>
                  </a:path>
                </a:pathLst>
              </a:custGeom>
              <a:solidFill>
                <a:srgbClr val="A9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5" name="Freeform 244">
                <a:extLst>
                  <a:ext uri="{FF2B5EF4-FFF2-40B4-BE49-F238E27FC236}">
                    <a16:creationId xmlns:a16="http://schemas.microsoft.com/office/drawing/2014/main" id="{C1AF08CD-866F-4455-BE9C-5900CCF03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054"/>
                <a:ext cx="105" cy="190"/>
              </a:xfrm>
              <a:custGeom>
                <a:avLst/>
                <a:gdLst>
                  <a:gd name="T0" fmla="*/ 300 w 42"/>
                  <a:gd name="T1" fmla="*/ 33 h 76"/>
                  <a:gd name="T2" fmla="*/ 208 w 42"/>
                  <a:gd name="T3" fmla="*/ 345 h 76"/>
                  <a:gd name="T4" fmla="*/ 313 w 42"/>
                  <a:gd name="T5" fmla="*/ 645 h 76"/>
                  <a:gd name="T6" fmla="*/ 658 w 42"/>
                  <a:gd name="T7" fmla="*/ 1188 h 76"/>
                  <a:gd name="T8" fmla="*/ 363 w 42"/>
                  <a:gd name="T9" fmla="*/ 908 h 76"/>
                  <a:gd name="T10" fmla="*/ 95 w 42"/>
                  <a:gd name="T11" fmla="*/ 675 h 76"/>
                  <a:gd name="T12" fmla="*/ 95 w 42"/>
                  <a:gd name="T13" fmla="*/ 313 h 76"/>
                  <a:gd name="T14" fmla="*/ 175 w 42"/>
                  <a:gd name="T15" fmla="*/ 145 h 76"/>
                  <a:gd name="T16" fmla="*/ 300 w 42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76">
                    <a:moveTo>
                      <a:pt x="19" y="2"/>
                    </a:moveTo>
                    <a:cubicBezTo>
                      <a:pt x="18" y="9"/>
                      <a:pt x="13" y="15"/>
                      <a:pt x="13" y="22"/>
                    </a:cubicBezTo>
                    <a:cubicBezTo>
                      <a:pt x="12" y="30"/>
                      <a:pt x="15" y="35"/>
                      <a:pt x="20" y="41"/>
                    </a:cubicBezTo>
                    <a:cubicBezTo>
                      <a:pt x="30" y="52"/>
                      <a:pt x="37" y="62"/>
                      <a:pt x="42" y="76"/>
                    </a:cubicBezTo>
                    <a:cubicBezTo>
                      <a:pt x="35" y="71"/>
                      <a:pt x="30" y="64"/>
                      <a:pt x="23" y="58"/>
                    </a:cubicBezTo>
                    <a:cubicBezTo>
                      <a:pt x="16" y="54"/>
                      <a:pt x="10" y="49"/>
                      <a:pt x="6" y="43"/>
                    </a:cubicBezTo>
                    <a:cubicBezTo>
                      <a:pt x="0" y="35"/>
                      <a:pt x="3" y="29"/>
                      <a:pt x="6" y="20"/>
                    </a:cubicBezTo>
                    <a:cubicBezTo>
                      <a:pt x="7" y="16"/>
                      <a:pt x="8" y="12"/>
                      <a:pt x="11" y="9"/>
                    </a:cubicBezTo>
                    <a:cubicBezTo>
                      <a:pt x="13" y="5"/>
                      <a:pt x="18" y="4"/>
                      <a:pt x="19" y="0"/>
                    </a:cubicBezTo>
                  </a:path>
                </a:pathLst>
              </a:custGeom>
              <a:solidFill>
                <a:srgbClr val="A9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6" name="Freeform 245">
                <a:extLst>
                  <a:ext uri="{FF2B5EF4-FFF2-40B4-BE49-F238E27FC236}">
                    <a16:creationId xmlns:a16="http://schemas.microsoft.com/office/drawing/2014/main" id="{2B26C1CA-4C5C-415C-B4E6-B2993C6C8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234"/>
                <a:ext cx="123" cy="236"/>
              </a:xfrm>
              <a:custGeom>
                <a:avLst/>
                <a:gdLst>
                  <a:gd name="T0" fmla="*/ 0 w 49"/>
                  <a:gd name="T1" fmla="*/ 0 h 94"/>
                  <a:gd name="T2" fmla="*/ 238 w 49"/>
                  <a:gd name="T3" fmla="*/ 316 h 94"/>
                  <a:gd name="T4" fmla="*/ 301 w 49"/>
                  <a:gd name="T5" fmla="*/ 726 h 94"/>
                  <a:gd name="T6" fmla="*/ 63 w 49"/>
                  <a:gd name="T7" fmla="*/ 1489 h 94"/>
                  <a:gd name="T8" fmla="*/ 316 w 49"/>
                  <a:gd name="T9" fmla="*/ 1047 h 94"/>
                  <a:gd name="T10" fmla="*/ 618 w 49"/>
                  <a:gd name="T11" fmla="*/ 693 h 94"/>
                  <a:gd name="T12" fmla="*/ 20 w 49"/>
                  <a:gd name="T13" fmla="*/ 63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94">
                    <a:moveTo>
                      <a:pt x="0" y="0"/>
                    </a:moveTo>
                    <a:cubicBezTo>
                      <a:pt x="3" y="8"/>
                      <a:pt x="10" y="13"/>
                      <a:pt x="15" y="20"/>
                    </a:cubicBezTo>
                    <a:cubicBezTo>
                      <a:pt x="20" y="28"/>
                      <a:pt x="20" y="37"/>
                      <a:pt x="19" y="46"/>
                    </a:cubicBezTo>
                    <a:cubicBezTo>
                      <a:pt x="17" y="63"/>
                      <a:pt x="4" y="77"/>
                      <a:pt x="4" y="94"/>
                    </a:cubicBezTo>
                    <a:cubicBezTo>
                      <a:pt x="7" y="84"/>
                      <a:pt x="13" y="74"/>
                      <a:pt x="20" y="66"/>
                    </a:cubicBezTo>
                    <a:cubicBezTo>
                      <a:pt x="26" y="58"/>
                      <a:pt x="35" y="53"/>
                      <a:pt x="39" y="44"/>
                    </a:cubicBezTo>
                    <a:cubicBezTo>
                      <a:pt x="49" y="23"/>
                      <a:pt x="10" y="16"/>
                      <a:pt x="1" y="4"/>
                    </a:cubicBezTo>
                  </a:path>
                </a:pathLst>
              </a:custGeom>
              <a:solidFill>
                <a:srgbClr val="A9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7" name="Freeform 246">
                <a:extLst>
                  <a:ext uri="{FF2B5EF4-FFF2-40B4-BE49-F238E27FC236}">
                    <a16:creationId xmlns:a16="http://schemas.microsoft.com/office/drawing/2014/main" id="{E596FE67-3BD6-4181-87CB-44325382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465"/>
                <a:ext cx="50" cy="367"/>
              </a:xfrm>
              <a:custGeom>
                <a:avLst/>
                <a:gdLst>
                  <a:gd name="T0" fmla="*/ 125 w 20"/>
                  <a:gd name="T1" fmla="*/ 217 h 147"/>
                  <a:gd name="T2" fmla="*/ 300 w 20"/>
                  <a:gd name="T3" fmla="*/ 1183 h 147"/>
                  <a:gd name="T4" fmla="*/ 208 w 20"/>
                  <a:gd name="T5" fmla="*/ 1665 h 147"/>
                  <a:gd name="T6" fmla="*/ 125 w 20"/>
                  <a:gd name="T7" fmla="*/ 2182 h 147"/>
                  <a:gd name="T8" fmla="*/ 125 w 20"/>
                  <a:gd name="T9" fmla="*/ 2287 h 147"/>
                  <a:gd name="T10" fmla="*/ 83 w 20"/>
                  <a:gd name="T11" fmla="*/ 1071 h 147"/>
                  <a:gd name="T12" fmla="*/ 0 w 20"/>
                  <a:gd name="T13" fmla="*/ 542 h 147"/>
                  <a:gd name="T14" fmla="*/ 145 w 20"/>
                  <a:gd name="T15" fmla="*/ 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47">
                    <a:moveTo>
                      <a:pt x="8" y="14"/>
                    </a:moveTo>
                    <a:cubicBezTo>
                      <a:pt x="2" y="37"/>
                      <a:pt x="18" y="55"/>
                      <a:pt x="19" y="76"/>
                    </a:cubicBezTo>
                    <a:cubicBezTo>
                      <a:pt x="20" y="86"/>
                      <a:pt x="15" y="97"/>
                      <a:pt x="13" y="107"/>
                    </a:cubicBezTo>
                    <a:cubicBezTo>
                      <a:pt x="11" y="117"/>
                      <a:pt x="8" y="129"/>
                      <a:pt x="8" y="140"/>
                    </a:cubicBezTo>
                    <a:cubicBezTo>
                      <a:pt x="8" y="142"/>
                      <a:pt x="8" y="145"/>
                      <a:pt x="8" y="147"/>
                    </a:cubicBezTo>
                    <a:cubicBezTo>
                      <a:pt x="3" y="122"/>
                      <a:pt x="9" y="95"/>
                      <a:pt x="5" y="69"/>
                    </a:cubicBezTo>
                    <a:cubicBezTo>
                      <a:pt x="3" y="58"/>
                      <a:pt x="0" y="47"/>
                      <a:pt x="0" y="35"/>
                    </a:cubicBezTo>
                    <a:cubicBezTo>
                      <a:pt x="1" y="22"/>
                      <a:pt x="6" y="13"/>
                      <a:pt x="9" y="0"/>
                    </a:cubicBezTo>
                  </a:path>
                </a:pathLst>
              </a:custGeom>
              <a:solidFill>
                <a:srgbClr val="A9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8" name="Freeform 247">
                <a:extLst>
                  <a:ext uri="{FF2B5EF4-FFF2-40B4-BE49-F238E27FC236}">
                    <a16:creationId xmlns:a16="http://schemas.microsoft.com/office/drawing/2014/main" id="{C282D0FC-5088-4CEF-88E0-980C72819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360"/>
                <a:ext cx="113" cy="330"/>
              </a:xfrm>
              <a:custGeom>
                <a:avLst/>
                <a:gdLst>
                  <a:gd name="T0" fmla="*/ 0 w 45"/>
                  <a:gd name="T1" fmla="*/ 595 h 132"/>
                  <a:gd name="T2" fmla="*/ 429 w 45"/>
                  <a:gd name="T3" fmla="*/ 1238 h 132"/>
                  <a:gd name="T4" fmla="*/ 113 w 45"/>
                  <a:gd name="T5" fmla="*/ 2063 h 132"/>
                  <a:gd name="T6" fmla="*/ 650 w 45"/>
                  <a:gd name="T7" fmla="*/ 1145 h 132"/>
                  <a:gd name="T8" fmla="*/ 535 w 45"/>
                  <a:gd name="T9" fmla="*/ 158 h 132"/>
                  <a:gd name="T10" fmla="*/ 568 w 45"/>
                  <a:gd name="T11" fmla="*/ 0 h 132"/>
                  <a:gd name="T12" fmla="*/ 409 w 45"/>
                  <a:gd name="T13" fmla="*/ 408 h 132"/>
                  <a:gd name="T14" fmla="*/ 95 w 45"/>
                  <a:gd name="T15" fmla="*/ 563 h 1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132">
                    <a:moveTo>
                      <a:pt x="0" y="38"/>
                    </a:moveTo>
                    <a:cubicBezTo>
                      <a:pt x="17" y="44"/>
                      <a:pt x="38" y="58"/>
                      <a:pt x="27" y="79"/>
                    </a:cubicBezTo>
                    <a:cubicBezTo>
                      <a:pt x="18" y="96"/>
                      <a:pt x="7" y="113"/>
                      <a:pt x="7" y="132"/>
                    </a:cubicBezTo>
                    <a:cubicBezTo>
                      <a:pt x="14" y="110"/>
                      <a:pt x="37" y="96"/>
                      <a:pt x="41" y="73"/>
                    </a:cubicBezTo>
                    <a:cubicBezTo>
                      <a:pt x="45" y="51"/>
                      <a:pt x="30" y="32"/>
                      <a:pt x="34" y="10"/>
                    </a:cubicBezTo>
                    <a:cubicBezTo>
                      <a:pt x="34" y="6"/>
                      <a:pt x="35" y="3"/>
                      <a:pt x="36" y="0"/>
                    </a:cubicBezTo>
                    <a:cubicBezTo>
                      <a:pt x="30" y="8"/>
                      <a:pt x="28" y="16"/>
                      <a:pt x="26" y="26"/>
                    </a:cubicBezTo>
                    <a:cubicBezTo>
                      <a:pt x="25" y="38"/>
                      <a:pt x="16" y="40"/>
                      <a:pt x="6" y="36"/>
                    </a:cubicBezTo>
                  </a:path>
                </a:pathLst>
              </a:custGeom>
              <a:solidFill>
                <a:srgbClr val="A9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59" name="Freeform 248">
                <a:extLst>
                  <a:ext uri="{FF2B5EF4-FFF2-40B4-BE49-F238E27FC236}">
                    <a16:creationId xmlns:a16="http://schemas.microsoft.com/office/drawing/2014/main" id="{34971956-4544-4AB4-8D1E-9FD12E519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890"/>
                <a:ext cx="300" cy="122"/>
              </a:xfrm>
              <a:custGeom>
                <a:avLst/>
                <a:gdLst>
                  <a:gd name="T0" fmla="*/ 95 w 120"/>
                  <a:gd name="T1" fmla="*/ 590 h 49"/>
                  <a:gd name="T2" fmla="*/ 533 w 120"/>
                  <a:gd name="T3" fmla="*/ 662 h 49"/>
                  <a:gd name="T4" fmla="*/ 1033 w 120"/>
                  <a:gd name="T5" fmla="*/ 620 h 49"/>
                  <a:gd name="T6" fmla="*/ 1520 w 120"/>
                  <a:gd name="T7" fmla="*/ 650 h 49"/>
                  <a:gd name="T8" fmla="*/ 1675 w 120"/>
                  <a:gd name="T9" fmla="*/ 495 h 49"/>
                  <a:gd name="T10" fmla="*/ 1863 w 120"/>
                  <a:gd name="T11" fmla="*/ 371 h 49"/>
                  <a:gd name="T12" fmla="*/ 1875 w 120"/>
                  <a:gd name="T13" fmla="*/ 371 h 49"/>
                  <a:gd name="T14" fmla="*/ 1583 w 120"/>
                  <a:gd name="T15" fmla="*/ 321 h 49"/>
                  <a:gd name="T16" fmla="*/ 1470 w 120"/>
                  <a:gd name="T17" fmla="*/ 0 h 49"/>
                  <a:gd name="T18" fmla="*/ 1313 w 120"/>
                  <a:gd name="T19" fmla="*/ 403 h 49"/>
                  <a:gd name="T20" fmla="*/ 938 w 120"/>
                  <a:gd name="T21" fmla="*/ 558 h 49"/>
                  <a:gd name="T22" fmla="*/ 470 w 120"/>
                  <a:gd name="T23" fmla="*/ 540 h 49"/>
                  <a:gd name="T24" fmla="*/ 0 w 120"/>
                  <a:gd name="T25" fmla="*/ 57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0" h="49">
                    <a:moveTo>
                      <a:pt x="6" y="38"/>
                    </a:moveTo>
                    <a:cubicBezTo>
                      <a:pt x="15" y="44"/>
                      <a:pt x="24" y="44"/>
                      <a:pt x="34" y="43"/>
                    </a:cubicBezTo>
                    <a:cubicBezTo>
                      <a:pt x="44" y="42"/>
                      <a:pt x="56" y="38"/>
                      <a:pt x="66" y="40"/>
                    </a:cubicBezTo>
                    <a:cubicBezTo>
                      <a:pt x="76" y="43"/>
                      <a:pt x="87" y="49"/>
                      <a:pt x="97" y="42"/>
                    </a:cubicBezTo>
                    <a:cubicBezTo>
                      <a:pt x="101" y="39"/>
                      <a:pt x="103" y="35"/>
                      <a:pt x="107" y="32"/>
                    </a:cubicBezTo>
                    <a:cubicBezTo>
                      <a:pt x="109" y="30"/>
                      <a:pt x="118" y="27"/>
                      <a:pt x="119" y="24"/>
                    </a:cubicBezTo>
                    <a:cubicBezTo>
                      <a:pt x="119" y="24"/>
                      <a:pt x="120" y="23"/>
                      <a:pt x="120" y="24"/>
                    </a:cubicBezTo>
                    <a:cubicBezTo>
                      <a:pt x="112" y="25"/>
                      <a:pt x="107" y="26"/>
                      <a:pt x="101" y="21"/>
                    </a:cubicBezTo>
                    <a:cubicBezTo>
                      <a:pt x="94" y="15"/>
                      <a:pt x="94" y="9"/>
                      <a:pt x="94" y="0"/>
                    </a:cubicBezTo>
                    <a:cubicBezTo>
                      <a:pt x="85" y="1"/>
                      <a:pt x="86" y="20"/>
                      <a:pt x="84" y="26"/>
                    </a:cubicBezTo>
                    <a:cubicBezTo>
                      <a:pt x="79" y="37"/>
                      <a:pt x="70" y="37"/>
                      <a:pt x="60" y="36"/>
                    </a:cubicBezTo>
                    <a:cubicBezTo>
                      <a:pt x="51" y="35"/>
                      <a:pt x="40" y="35"/>
                      <a:pt x="30" y="35"/>
                    </a:cubicBezTo>
                    <a:cubicBezTo>
                      <a:pt x="23" y="35"/>
                      <a:pt x="5" y="43"/>
                      <a:pt x="0" y="37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0" name="Freeform 249">
                <a:extLst>
                  <a:ext uri="{FF2B5EF4-FFF2-40B4-BE49-F238E27FC236}">
                    <a16:creationId xmlns:a16="http://schemas.microsoft.com/office/drawing/2014/main" id="{4662A3D3-4373-442E-A544-6F215E508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675"/>
                <a:ext cx="147" cy="185"/>
              </a:xfrm>
              <a:custGeom>
                <a:avLst/>
                <a:gdLst>
                  <a:gd name="T0" fmla="*/ 262 w 59"/>
                  <a:gd name="T1" fmla="*/ 500 h 74"/>
                  <a:gd name="T2" fmla="*/ 590 w 59"/>
                  <a:gd name="T3" fmla="*/ 363 h 74"/>
                  <a:gd name="T4" fmla="*/ 508 w 59"/>
                  <a:gd name="T5" fmla="*/ 0 h 74"/>
                  <a:gd name="T6" fmla="*/ 695 w 59"/>
                  <a:gd name="T7" fmla="*/ 595 h 74"/>
                  <a:gd name="T8" fmla="*/ 912 w 59"/>
                  <a:gd name="T9" fmla="*/ 1158 h 74"/>
                  <a:gd name="T10" fmla="*/ 434 w 59"/>
                  <a:gd name="T11" fmla="*/ 813 h 74"/>
                  <a:gd name="T12" fmla="*/ 0 w 59"/>
                  <a:gd name="T13" fmla="*/ 47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74">
                    <a:moveTo>
                      <a:pt x="17" y="32"/>
                    </a:moveTo>
                    <a:cubicBezTo>
                      <a:pt x="26" y="34"/>
                      <a:pt x="35" y="33"/>
                      <a:pt x="38" y="23"/>
                    </a:cubicBezTo>
                    <a:cubicBezTo>
                      <a:pt x="41" y="15"/>
                      <a:pt x="34" y="7"/>
                      <a:pt x="33" y="0"/>
                    </a:cubicBezTo>
                    <a:cubicBezTo>
                      <a:pt x="41" y="12"/>
                      <a:pt x="47" y="23"/>
                      <a:pt x="45" y="38"/>
                    </a:cubicBezTo>
                    <a:cubicBezTo>
                      <a:pt x="44" y="53"/>
                      <a:pt x="52" y="61"/>
                      <a:pt x="59" y="74"/>
                    </a:cubicBezTo>
                    <a:cubicBezTo>
                      <a:pt x="49" y="73"/>
                      <a:pt x="33" y="61"/>
                      <a:pt x="28" y="52"/>
                    </a:cubicBezTo>
                    <a:cubicBezTo>
                      <a:pt x="21" y="40"/>
                      <a:pt x="16" y="31"/>
                      <a:pt x="0" y="30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1" name="Freeform 250">
                <a:extLst>
                  <a:ext uri="{FF2B5EF4-FFF2-40B4-BE49-F238E27FC236}">
                    <a16:creationId xmlns:a16="http://schemas.microsoft.com/office/drawing/2014/main" id="{E75D3EE5-A673-4481-91AF-AC7740528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795"/>
                <a:ext cx="167" cy="155"/>
              </a:xfrm>
              <a:custGeom>
                <a:avLst/>
                <a:gdLst>
                  <a:gd name="T0" fmla="*/ 75 w 67"/>
                  <a:gd name="T1" fmla="*/ 300 h 62"/>
                  <a:gd name="T2" fmla="*/ 354 w 67"/>
                  <a:gd name="T3" fmla="*/ 750 h 62"/>
                  <a:gd name="T4" fmla="*/ 728 w 67"/>
                  <a:gd name="T5" fmla="*/ 813 h 62"/>
                  <a:gd name="T6" fmla="*/ 1037 w 67"/>
                  <a:gd name="T7" fmla="*/ 970 h 62"/>
                  <a:gd name="T8" fmla="*/ 790 w 67"/>
                  <a:gd name="T9" fmla="*/ 750 h 62"/>
                  <a:gd name="T10" fmla="*/ 528 w 67"/>
                  <a:gd name="T11" fmla="*/ 533 h 62"/>
                  <a:gd name="T12" fmla="*/ 262 w 67"/>
                  <a:gd name="T13" fmla="*/ 300 h 62"/>
                  <a:gd name="T14" fmla="*/ 105 w 67"/>
                  <a:gd name="T15" fmla="*/ 175 h 62"/>
                  <a:gd name="T16" fmla="*/ 0 w 67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62">
                    <a:moveTo>
                      <a:pt x="5" y="19"/>
                    </a:moveTo>
                    <a:cubicBezTo>
                      <a:pt x="15" y="28"/>
                      <a:pt x="24" y="34"/>
                      <a:pt x="23" y="48"/>
                    </a:cubicBezTo>
                    <a:cubicBezTo>
                      <a:pt x="29" y="46"/>
                      <a:pt x="40" y="51"/>
                      <a:pt x="47" y="52"/>
                    </a:cubicBezTo>
                    <a:cubicBezTo>
                      <a:pt x="54" y="54"/>
                      <a:pt x="61" y="58"/>
                      <a:pt x="67" y="62"/>
                    </a:cubicBezTo>
                    <a:cubicBezTo>
                      <a:pt x="63" y="57"/>
                      <a:pt x="56" y="52"/>
                      <a:pt x="51" y="48"/>
                    </a:cubicBezTo>
                    <a:cubicBezTo>
                      <a:pt x="44" y="44"/>
                      <a:pt x="39" y="40"/>
                      <a:pt x="34" y="34"/>
                    </a:cubicBezTo>
                    <a:cubicBezTo>
                      <a:pt x="29" y="28"/>
                      <a:pt x="23" y="24"/>
                      <a:pt x="17" y="19"/>
                    </a:cubicBezTo>
                    <a:cubicBezTo>
                      <a:pt x="14" y="16"/>
                      <a:pt x="10" y="14"/>
                      <a:pt x="7" y="11"/>
                    </a:cubicBezTo>
                    <a:cubicBezTo>
                      <a:pt x="4" y="7"/>
                      <a:pt x="3" y="4"/>
                      <a:pt x="0" y="0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2" name="Freeform 251">
                <a:extLst>
                  <a:ext uri="{FF2B5EF4-FFF2-40B4-BE49-F238E27FC236}">
                    <a16:creationId xmlns:a16="http://schemas.microsoft.com/office/drawing/2014/main" id="{2058EF16-8619-47A4-833D-9BCEAB2DE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1415"/>
                <a:ext cx="90" cy="85"/>
              </a:xfrm>
              <a:custGeom>
                <a:avLst/>
                <a:gdLst>
                  <a:gd name="T0" fmla="*/ 113 w 36"/>
                  <a:gd name="T1" fmla="*/ 0 h 34"/>
                  <a:gd name="T2" fmla="*/ 0 w 36"/>
                  <a:gd name="T3" fmla="*/ 533 h 34"/>
                  <a:gd name="T4" fmla="*/ 563 w 36"/>
                  <a:gd name="T5" fmla="*/ 50 h 34"/>
                  <a:gd name="T6" fmla="*/ 250 w 36"/>
                  <a:gd name="T7" fmla="*/ 2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4">
                    <a:moveTo>
                      <a:pt x="7" y="0"/>
                    </a:moveTo>
                    <a:cubicBezTo>
                      <a:pt x="6" y="12"/>
                      <a:pt x="1" y="23"/>
                      <a:pt x="0" y="34"/>
                    </a:cubicBezTo>
                    <a:cubicBezTo>
                      <a:pt x="2" y="25"/>
                      <a:pt x="26" y="8"/>
                      <a:pt x="36" y="3"/>
                    </a:cubicBezTo>
                    <a:cubicBezTo>
                      <a:pt x="31" y="4"/>
                      <a:pt x="21" y="6"/>
                      <a:pt x="16" y="1"/>
                    </a:cubicBezTo>
                  </a:path>
                </a:pathLst>
              </a:custGeom>
              <a:solidFill>
                <a:srgbClr val="A9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3" name="Freeform 252">
                <a:extLst>
                  <a:ext uri="{FF2B5EF4-FFF2-40B4-BE49-F238E27FC236}">
                    <a16:creationId xmlns:a16="http://schemas.microsoft.com/office/drawing/2014/main" id="{F90925A2-4896-4C81-B802-AFA7E50B0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300"/>
                <a:ext cx="158" cy="187"/>
              </a:xfrm>
              <a:custGeom>
                <a:avLst/>
                <a:gdLst>
                  <a:gd name="T0" fmla="*/ 301 w 63"/>
                  <a:gd name="T1" fmla="*/ 342 h 75"/>
                  <a:gd name="T2" fmla="*/ 554 w 63"/>
                  <a:gd name="T3" fmla="*/ 683 h 75"/>
                  <a:gd name="T4" fmla="*/ 534 w 63"/>
                  <a:gd name="T5" fmla="*/ 1162 h 75"/>
                  <a:gd name="T6" fmla="*/ 692 w 63"/>
                  <a:gd name="T7" fmla="*/ 683 h 75"/>
                  <a:gd name="T8" fmla="*/ 993 w 63"/>
                  <a:gd name="T9" fmla="*/ 404 h 75"/>
                  <a:gd name="T10" fmla="*/ 459 w 63"/>
                  <a:gd name="T11" fmla="*/ 342 h 75"/>
                  <a:gd name="T12" fmla="*/ 0 w 63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75">
                    <a:moveTo>
                      <a:pt x="19" y="22"/>
                    </a:moveTo>
                    <a:cubicBezTo>
                      <a:pt x="23" y="30"/>
                      <a:pt x="32" y="35"/>
                      <a:pt x="35" y="44"/>
                    </a:cubicBezTo>
                    <a:cubicBezTo>
                      <a:pt x="38" y="54"/>
                      <a:pt x="34" y="65"/>
                      <a:pt x="34" y="75"/>
                    </a:cubicBezTo>
                    <a:cubicBezTo>
                      <a:pt x="37" y="66"/>
                      <a:pt x="38" y="53"/>
                      <a:pt x="44" y="44"/>
                    </a:cubicBezTo>
                    <a:cubicBezTo>
                      <a:pt x="49" y="37"/>
                      <a:pt x="57" y="33"/>
                      <a:pt x="63" y="26"/>
                    </a:cubicBezTo>
                    <a:cubicBezTo>
                      <a:pt x="52" y="30"/>
                      <a:pt x="39" y="28"/>
                      <a:pt x="29" y="22"/>
                    </a:cubicBezTo>
                    <a:cubicBezTo>
                      <a:pt x="18" y="15"/>
                      <a:pt x="9" y="7"/>
                      <a:pt x="0" y="0"/>
                    </a:cubicBezTo>
                  </a:path>
                </a:pathLst>
              </a:custGeom>
              <a:solidFill>
                <a:srgbClr val="A9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4" name="Freeform 253">
                <a:extLst>
                  <a:ext uri="{FF2B5EF4-FFF2-40B4-BE49-F238E27FC236}">
                    <a16:creationId xmlns:a16="http://schemas.microsoft.com/office/drawing/2014/main" id="{F40E1759-6A82-4C53-8906-9E3E5472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457"/>
                <a:ext cx="138" cy="218"/>
              </a:xfrm>
              <a:custGeom>
                <a:avLst/>
                <a:gdLst>
                  <a:gd name="T0" fmla="*/ 0 w 55"/>
                  <a:gd name="T1" fmla="*/ 1150 h 87"/>
                  <a:gd name="T2" fmla="*/ 429 w 55"/>
                  <a:gd name="T3" fmla="*/ 1318 h 87"/>
                  <a:gd name="T4" fmla="*/ 788 w 55"/>
                  <a:gd name="T5" fmla="*/ 1067 h 87"/>
                  <a:gd name="T6" fmla="*/ 775 w 55"/>
                  <a:gd name="T7" fmla="*/ 596 h 87"/>
                  <a:gd name="T8" fmla="*/ 805 w 55"/>
                  <a:gd name="T9" fmla="*/ 83 h 87"/>
                  <a:gd name="T10" fmla="*/ 838 w 55"/>
                  <a:gd name="T11" fmla="*/ 0 h 87"/>
                  <a:gd name="T12" fmla="*/ 617 w 55"/>
                  <a:gd name="T13" fmla="*/ 804 h 87"/>
                  <a:gd name="T14" fmla="*/ 429 w 55"/>
                  <a:gd name="T15" fmla="*/ 1163 h 87"/>
                  <a:gd name="T16" fmla="*/ 33 w 55"/>
                  <a:gd name="T17" fmla="*/ 1213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87">
                    <a:moveTo>
                      <a:pt x="0" y="73"/>
                    </a:moveTo>
                    <a:cubicBezTo>
                      <a:pt x="7" y="80"/>
                      <a:pt x="17" y="87"/>
                      <a:pt x="27" y="84"/>
                    </a:cubicBezTo>
                    <a:cubicBezTo>
                      <a:pt x="34" y="82"/>
                      <a:pt x="47" y="74"/>
                      <a:pt x="50" y="68"/>
                    </a:cubicBezTo>
                    <a:cubicBezTo>
                      <a:pt x="55" y="58"/>
                      <a:pt x="50" y="47"/>
                      <a:pt x="49" y="38"/>
                    </a:cubicBezTo>
                    <a:cubicBezTo>
                      <a:pt x="47" y="27"/>
                      <a:pt x="49" y="16"/>
                      <a:pt x="51" y="5"/>
                    </a:cubicBezTo>
                    <a:cubicBezTo>
                      <a:pt x="52" y="3"/>
                      <a:pt x="52" y="1"/>
                      <a:pt x="53" y="0"/>
                    </a:cubicBezTo>
                    <a:cubicBezTo>
                      <a:pt x="45" y="15"/>
                      <a:pt x="41" y="34"/>
                      <a:pt x="39" y="51"/>
                    </a:cubicBezTo>
                    <a:cubicBezTo>
                      <a:pt x="38" y="61"/>
                      <a:pt x="36" y="69"/>
                      <a:pt x="27" y="74"/>
                    </a:cubicBezTo>
                    <a:cubicBezTo>
                      <a:pt x="18" y="78"/>
                      <a:pt x="11" y="76"/>
                      <a:pt x="2" y="77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5" name="Freeform 254">
                <a:extLst>
                  <a:ext uri="{FF2B5EF4-FFF2-40B4-BE49-F238E27FC236}">
                    <a16:creationId xmlns:a16="http://schemas.microsoft.com/office/drawing/2014/main" id="{7A7D2E66-7689-48B0-A9B2-0FC296829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002"/>
                <a:ext cx="173" cy="148"/>
              </a:xfrm>
              <a:custGeom>
                <a:avLst/>
                <a:gdLst>
                  <a:gd name="T0" fmla="*/ 346 w 69"/>
                  <a:gd name="T1" fmla="*/ 251 h 59"/>
                  <a:gd name="T2" fmla="*/ 471 w 69"/>
                  <a:gd name="T3" fmla="*/ 492 h 59"/>
                  <a:gd name="T4" fmla="*/ 679 w 69"/>
                  <a:gd name="T5" fmla="*/ 617 h 59"/>
                  <a:gd name="T6" fmla="*/ 1088 w 69"/>
                  <a:gd name="T7" fmla="*/ 931 h 59"/>
                  <a:gd name="T8" fmla="*/ 847 w 69"/>
                  <a:gd name="T9" fmla="*/ 597 h 59"/>
                  <a:gd name="T10" fmla="*/ 584 w 69"/>
                  <a:gd name="T11" fmla="*/ 409 h 59"/>
                  <a:gd name="T12" fmla="*/ 0 w 69"/>
                  <a:gd name="T13" fmla="*/ 50 h 59"/>
                  <a:gd name="T14" fmla="*/ 251 w 69"/>
                  <a:gd name="T15" fmla="*/ 221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59">
                    <a:moveTo>
                      <a:pt x="22" y="16"/>
                    </a:moveTo>
                    <a:cubicBezTo>
                      <a:pt x="25" y="22"/>
                      <a:pt x="25" y="26"/>
                      <a:pt x="30" y="31"/>
                    </a:cubicBezTo>
                    <a:cubicBezTo>
                      <a:pt x="34" y="35"/>
                      <a:pt x="38" y="37"/>
                      <a:pt x="43" y="39"/>
                    </a:cubicBezTo>
                    <a:cubicBezTo>
                      <a:pt x="56" y="43"/>
                      <a:pt x="64" y="46"/>
                      <a:pt x="69" y="59"/>
                    </a:cubicBezTo>
                    <a:cubicBezTo>
                      <a:pt x="65" y="49"/>
                      <a:pt x="64" y="43"/>
                      <a:pt x="54" y="38"/>
                    </a:cubicBezTo>
                    <a:cubicBezTo>
                      <a:pt x="48" y="35"/>
                      <a:pt x="41" y="32"/>
                      <a:pt x="37" y="26"/>
                    </a:cubicBezTo>
                    <a:cubicBezTo>
                      <a:pt x="28" y="15"/>
                      <a:pt x="15" y="0"/>
                      <a:pt x="0" y="3"/>
                    </a:cubicBezTo>
                    <a:cubicBezTo>
                      <a:pt x="6" y="6"/>
                      <a:pt x="12" y="10"/>
                      <a:pt x="16" y="14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6" name="Freeform 255">
                <a:extLst>
                  <a:ext uri="{FF2B5EF4-FFF2-40B4-BE49-F238E27FC236}">
                    <a16:creationId xmlns:a16="http://schemas.microsoft.com/office/drawing/2014/main" id="{A544BFAF-0A37-4E3E-8945-0EE72D765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20"/>
                <a:ext cx="443" cy="340"/>
              </a:xfrm>
              <a:custGeom>
                <a:avLst/>
                <a:gdLst>
                  <a:gd name="T0" fmla="*/ 596 w 177"/>
                  <a:gd name="T1" fmla="*/ 20 h 136"/>
                  <a:gd name="T2" fmla="*/ 583 w 177"/>
                  <a:gd name="T3" fmla="*/ 33 h 136"/>
                  <a:gd name="T4" fmla="*/ 425 w 177"/>
                  <a:gd name="T5" fmla="*/ 488 h 136"/>
                  <a:gd name="T6" fmla="*/ 0 w 177"/>
                  <a:gd name="T7" fmla="*/ 720 h 136"/>
                  <a:gd name="T8" fmla="*/ 971 w 177"/>
                  <a:gd name="T9" fmla="*/ 813 h 136"/>
                  <a:gd name="T10" fmla="*/ 708 w 177"/>
                  <a:gd name="T11" fmla="*/ 1488 h 136"/>
                  <a:gd name="T12" fmla="*/ 488 w 177"/>
                  <a:gd name="T13" fmla="*/ 1750 h 136"/>
                  <a:gd name="T14" fmla="*/ 676 w 177"/>
                  <a:gd name="T15" fmla="*/ 2125 h 136"/>
                  <a:gd name="T16" fmla="*/ 1096 w 177"/>
                  <a:gd name="T17" fmla="*/ 1363 h 136"/>
                  <a:gd name="T18" fmla="*/ 1409 w 177"/>
                  <a:gd name="T19" fmla="*/ 1000 h 136"/>
                  <a:gd name="T20" fmla="*/ 1492 w 177"/>
                  <a:gd name="T21" fmla="*/ 813 h 136"/>
                  <a:gd name="T22" fmla="*/ 1722 w 177"/>
                  <a:gd name="T23" fmla="*/ 770 h 136"/>
                  <a:gd name="T24" fmla="*/ 2255 w 177"/>
                  <a:gd name="T25" fmla="*/ 533 h 136"/>
                  <a:gd name="T26" fmla="*/ 2776 w 177"/>
                  <a:gd name="T27" fmla="*/ 333 h 136"/>
                  <a:gd name="T28" fmla="*/ 2225 w 177"/>
                  <a:gd name="T29" fmla="*/ 425 h 136"/>
                  <a:gd name="T30" fmla="*/ 1492 w 177"/>
                  <a:gd name="T31" fmla="*/ 613 h 136"/>
                  <a:gd name="T32" fmla="*/ 1034 w 177"/>
                  <a:gd name="T33" fmla="*/ 550 h 136"/>
                  <a:gd name="T34" fmla="*/ 738 w 177"/>
                  <a:gd name="T35" fmla="*/ 250 h 136"/>
                  <a:gd name="T36" fmla="*/ 596 w 177"/>
                  <a:gd name="T37" fmla="*/ 33 h 1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7" h="136">
                    <a:moveTo>
                      <a:pt x="38" y="1"/>
                    </a:moveTo>
                    <a:cubicBezTo>
                      <a:pt x="38" y="1"/>
                      <a:pt x="37" y="0"/>
                      <a:pt x="37" y="2"/>
                    </a:cubicBezTo>
                    <a:cubicBezTo>
                      <a:pt x="45" y="13"/>
                      <a:pt x="37" y="25"/>
                      <a:pt x="27" y="31"/>
                    </a:cubicBezTo>
                    <a:cubicBezTo>
                      <a:pt x="18" y="35"/>
                      <a:pt x="9" y="42"/>
                      <a:pt x="0" y="46"/>
                    </a:cubicBezTo>
                    <a:cubicBezTo>
                      <a:pt x="19" y="39"/>
                      <a:pt x="46" y="38"/>
                      <a:pt x="62" y="52"/>
                    </a:cubicBezTo>
                    <a:cubicBezTo>
                      <a:pt x="80" y="70"/>
                      <a:pt x="59" y="83"/>
                      <a:pt x="45" y="95"/>
                    </a:cubicBezTo>
                    <a:cubicBezTo>
                      <a:pt x="39" y="99"/>
                      <a:pt x="32" y="104"/>
                      <a:pt x="31" y="112"/>
                    </a:cubicBezTo>
                    <a:cubicBezTo>
                      <a:pt x="30" y="120"/>
                      <a:pt x="36" y="131"/>
                      <a:pt x="43" y="136"/>
                    </a:cubicBezTo>
                    <a:cubicBezTo>
                      <a:pt x="26" y="116"/>
                      <a:pt x="55" y="95"/>
                      <a:pt x="70" y="87"/>
                    </a:cubicBezTo>
                    <a:cubicBezTo>
                      <a:pt x="79" y="82"/>
                      <a:pt x="88" y="75"/>
                      <a:pt x="90" y="64"/>
                    </a:cubicBezTo>
                    <a:cubicBezTo>
                      <a:pt x="91" y="58"/>
                      <a:pt x="89" y="55"/>
                      <a:pt x="95" y="52"/>
                    </a:cubicBezTo>
                    <a:cubicBezTo>
                      <a:pt x="99" y="50"/>
                      <a:pt x="106" y="50"/>
                      <a:pt x="110" y="49"/>
                    </a:cubicBezTo>
                    <a:cubicBezTo>
                      <a:pt x="122" y="46"/>
                      <a:pt x="134" y="40"/>
                      <a:pt x="144" y="34"/>
                    </a:cubicBezTo>
                    <a:cubicBezTo>
                      <a:pt x="152" y="29"/>
                      <a:pt x="167" y="19"/>
                      <a:pt x="177" y="21"/>
                    </a:cubicBezTo>
                    <a:cubicBezTo>
                      <a:pt x="167" y="23"/>
                      <a:pt x="153" y="24"/>
                      <a:pt x="142" y="27"/>
                    </a:cubicBezTo>
                    <a:cubicBezTo>
                      <a:pt x="126" y="31"/>
                      <a:pt x="111" y="35"/>
                      <a:pt x="95" y="39"/>
                    </a:cubicBezTo>
                    <a:cubicBezTo>
                      <a:pt x="84" y="42"/>
                      <a:pt x="76" y="41"/>
                      <a:pt x="66" y="35"/>
                    </a:cubicBezTo>
                    <a:cubicBezTo>
                      <a:pt x="54" y="29"/>
                      <a:pt x="52" y="27"/>
                      <a:pt x="47" y="16"/>
                    </a:cubicBezTo>
                    <a:cubicBezTo>
                      <a:pt x="45" y="11"/>
                      <a:pt x="39" y="7"/>
                      <a:pt x="38" y="2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7" name="Freeform 256">
                <a:extLst>
                  <a:ext uri="{FF2B5EF4-FFF2-40B4-BE49-F238E27FC236}">
                    <a16:creationId xmlns:a16="http://schemas.microsoft.com/office/drawing/2014/main" id="{3171A7CF-8AB8-4C65-8D3A-2C68E965A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150"/>
                <a:ext cx="395" cy="95"/>
              </a:xfrm>
              <a:custGeom>
                <a:avLst/>
                <a:gdLst>
                  <a:gd name="T0" fmla="*/ 500 w 158"/>
                  <a:gd name="T1" fmla="*/ 113 h 38"/>
                  <a:gd name="T2" fmla="*/ 770 w 158"/>
                  <a:gd name="T3" fmla="*/ 0 h 38"/>
                  <a:gd name="T4" fmla="*/ 1158 w 158"/>
                  <a:gd name="T5" fmla="*/ 220 h 38"/>
                  <a:gd name="T6" fmla="*/ 1613 w 158"/>
                  <a:gd name="T7" fmla="*/ 363 h 38"/>
                  <a:gd name="T8" fmla="*/ 1833 w 158"/>
                  <a:gd name="T9" fmla="*/ 345 h 38"/>
                  <a:gd name="T10" fmla="*/ 2000 w 158"/>
                  <a:gd name="T11" fmla="*/ 458 h 38"/>
                  <a:gd name="T12" fmla="*/ 2470 w 158"/>
                  <a:gd name="T13" fmla="*/ 595 h 38"/>
                  <a:gd name="T14" fmla="*/ 1958 w 158"/>
                  <a:gd name="T15" fmla="*/ 563 h 38"/>
                  <a:gd name="T16" fmla="*/ 1458 w 158"/>
                  <a:gd name="T17" fmla="*/ 500 h 38"/>
                  <a:gd name="T18" fmla="*/ 958 w 158"/>
                  <a:gd name="T19" fmla="*/ 333 h 38"/>
                  <a:gd name="T20" fmla="*/ 408 w 158"/>
                  <a:gd name="T21" fmla="*/ 145 h 38"/>
                  <a:gd name="T22" fmla="*/ 0 w 158"/>
                  <a:gd name="T23" fmla="*/ 188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8" h="38">
                    <a:moveTo>
                      <a:pt x="32" y="7"/>
                    </a:moveTo>
                    <a:cubicBezTo>
                      <a:pt x="38" y="7"/>
                      <a:pt x="45" y="5"/>
                      <a:pt x="49" y="0"/>
                    </a:cubicBezTo>
                    <a:cubicBezTo>
                      <a:pt x="56" y="8"/>
                      <a:pt x="64" y="11"/>
                      <a:pt x="74" y="14"/>
                    </a:cubicBezTo>
                    <a:cubicBezTo>
                      <a:pt x="83" y="17"/>
                      <a:pt x="92" y="24"/>
                      <a:pt x="103" y="23"/>
                    </a:cubicBezTo>
                    <a:cubicBezTo>
                      <a:pt x="107" y="23"/>
                      <a:pt x="113" y="20"/>
                      <a:pt x="117" y="22"/>
                    </a:cubicBezTo>
                    <a:cubicBezTo>
                      <a:pt x="121" y="23"/>
                      <a:pt x="124" y="27"/>
                      <a:pt x="128" y="29"/>
                    </a:cubicBezTo>
                    <a:cubicBezTo>
                      <a:pt x="138" y="32"/>
                      <a:pt x="148" y="34"/>
                      <a:pt x="158" y="38"/>
                    </a:cubicBezTo>
                    <a:cubicBezTo>
                      <a:pt x="149" y="34"/>
                      <a:pt x="135" y="36"/>
                      <a:pt x="125" y="36"/>
                    </a:cubicBezTo>
                    <a:cubicBezTo>
                      <a:pt x="113" y="37"/>
                      <a:pt x="104" y="35"/>
                      <a:pt x="93" y="32"/>
                    </a:cubicBezTo>
                    <a:cubicBezTo>
                      <a:pt x="82" y="28"/>
                      <a:pt x="71" y="25"/>
                      <a:pt x="61" y="21"/>
                    </a:cubicBezTo>
                    <a:cubicBezTo>
                      <a:pt x="49" y="16"/>
                      <a:pt x="39" y="11"/>
                      <a:pt x="26" y="9"/>
                    </a:cubicBezTo>
                    <a:cubicBezTo>
                      <a:pt x="16" y="7"/>
                      <a:pt x="10" y="7"/>
                      <a:pt x="0" y="12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8" name="Freeform 257">
                <a:extLst>
                  <a:ext uri="{FF2B5EF4-FFF2-40B4-BE49-F238E27FC236}">
                    <a16:creationId xmlns:a16="http://schemas.microsoft.com/office/drawing/2014/main" id="{2266F285-2F34-445B-835A-B6B97A05B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222"/>
                <a:ext cx="235" cy="160"/>
              </a:xfrm>
              <a:custGeom>
                <a:avLst/>
                <a:gdLst>
                  <a:gd name="T0" fmla="*/ 583 w 94"/>
                  <a:gd name="T1" fmla="*/ 125 h 64"/>
                  <a:gd name="T2" fmla="*/ 908 w 94"/>
                  <a:gd name="T3" fmla="*/ 238 h 64"/>
                  <a:gd name="T4" fmla="*/ 1083 w 94"/>
                  <a:gd name="T5" fmla="*/ 270 h 64"/>
                  <a:gd name="T6" fmla="*/ 1125 w 94"/>
                  <a:gd name="T7" fmla="*/ 425 h 64"/>
                  <a:gd name="T8" fmla="*/ 1470 w 94"/>
                  <a:gd name="T9" fmla="*/ 1000 h 64"/>
                  <a:gd name="T10" fmla="*/ 1145 w 94"/>
                  <a:gd name="T11" fmla="*/ 613 h 64"/>
                  <a:gd name="T12" fmla="*/ 800 w 94"/>
                  <a:gd name="T13" fmla="*/ 345 h 64"/>
                  <a:gd name="T14" fmla="*/ 0 w 94"/>
                  <a:gd name="T15" fmla="*/ 83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64">
                    <a:moveTo>
                      <a:pt x="37" y="8"/>
                    </a:moveTo>
                    <a:cubicBezTo>
                      <a:pt x="45" y="8"/>
                      <a:pt x="51" y="13"/>
                      <a:pt x="58" y="15"/>
                    </a:cubicBezTo>
                    <a:cubicBezTo>
                      <a:pt x="61" y="16"/>
                      <a:pt x="68" y="16"/>
                      <a:pt x="69" y="17"/>
                    </a:cubicBezTo>
                    <a:cubicBezTo>
                      <a:pt x="71" y="18"/>
                      <a:pt x="71" y="24"/>
                      <a:pt x="72" y="27"/>
                    </a:cubicBezTo>
                    <a:cubicBezTo>
                      <a:pt x="77" y="41"/>
                      <a:pt x="87" y="52"/>
                      <a:pt x="94" y="64"/>
                    </a:cubicBezTo>
                    <a:cubicBezTo>
                      <a:pt x="85" y="59"/>
                      <a:pt x="79" y="46"/>
                      <a:pt x="73" y="39"/>
                    </a:cubicBezTo>
                    <a:cubicBezTo>
                      <a:pt x="66" y="33"/>
                      <a:pt x="59" y="26"/>
                      <a:pt x="51" y="22"/>
                    </a:cubicBezTo>
                    <a:cubicBezTo>
                      <a:pt x="39" y="15"/>
                      <a:pt x="14" y="0"/>
                      <a:pt x="0" y="5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69" name="Freeform 258">
                <a:extLst>
                  <a:ext uri="{FF2B5EF4-FFF2-40B4-BE49-F238E27FC236}">
                    <a16:creationId xmlns:a16="http://schemas.microsoft.com/office/drawing/2014/main" id="{9728866B-FE86-4741-AE3E-F5E3DD4DC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385"/>
                <a:ext cx="55" cy="47"/>
              </a:xfrm>
              <a:custGeom>
                <a:avLst/>
                <a:gdLst>
                  <a:gd name="T0" fmla="*/ 33 w 22"/>
                  <a:gd name="T1" fmla="*/ 30 h 19"/>
                  <a:gd name="T2" fmla="*/ 0 w 22"/>
                  <a:gd name="T3" fmla="*/ 275 h 19"/>
                  <a:gd name="T4" fmla="*/ 270 w 22"/>
                  <a:gd name="T5" fmla="*/ 195 h 19"/>
                  <a:gd name="T6" fmla="*/ 158 w 22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9">
                    <a:moveTo>
                      <a:pt x="2" y="2"/>
                    </a:moveTo>
                    <a:cubicBezTo>
                      <a:pt x="11" y="5"/>
                      <a:pt x="8" y="18"/>
                      <a:pt x="0" y="18"/>
                    </a:cubicBezTo>
                    <a:cubicBezTo>
                      <a:pt x="6" y="18"/>
                      <a:pt x="13" y="19"/>
                      <a:pt x="17" y="13"/>
                    </a:cubicBezTo>
                    <a:cubicBezTo>
                      <a:pt x="22" y="6"/>
                      <a:pt x="18" y="1"/>
                      <a:pt x="10" y="0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0" name="Freeform 259">
                <a:extLst>
                  <a:ext uri="{FF2B5EF4-FFF2-40B4-BE49-F238E27FC236}">
                    <a16:creationId xmlns:a16="http://schemas.microsoft.com/office/drawing/2014/main" id="{EC476A65-2895-447F-AF42-00A70B13A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385"/>
                <a:ext cx="65" cy="87"/>
              </a:xfrm>
              <a:custGeom>
                <a:avLst/>
                <a:gdLst>
                  <a:gd name="T0" fmla="*/ 0 w 26"/>
                  <a:gd name="T1" fmla="*/ 12 h 35"/>
                  <a:gd name="T2" fmla="*/ 158 w 26"/>
                  <a:gd name="T3" fmla="*/ 537 h 35"/>
                  <a:gd name="T4" fmla="*/ 395 w 26"/>
                  <a:gd name="T5" fmla="*/ 308 h 35"/>
                  <a:gd name="T6" fmla="*/ 395 w 26"/>
                  <a:gd name="T7" fmla="*/ 308 h 35"/>
                  <a:gd name="T8" fmla="*/ 83 w 26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5">
                    <a:moveTo>
                      <a:pt x="0" y="1"/>
                    </a:moveTo>
                    <a:cubicBezTo>
                      <a:pt x="2" y="12"/>
                      <a:pt x="9" y="23"/>
                      <a:pt x="10" y="35"/>
                    </a:cubicBezTo>
                    <a:cubicBezTo>
                      <a:pt x="13" y="31"/>
                      <a:pt x="21" y="19"/>
                      <a:pt x="25" y="20"/>
                    </a:cubicBezTo>
                    <a:cubicBezTo>
                      <a:pt x="26" y="20"/>
                      <a:pt x="26" y="20"/>
                      <a:pt x="25" y="20"/>
                    </a:cubicBezTo>
                    <a:cubicBezTo>
                      <a:pt x="18" y="13"/>
                      <a:pt x="11" y="8"/>
                      <a:pt x="5" y="0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1" name="Freeform 260">
                <a:extLst>
                  <a:ext uri="{FF2B5EF4-FFF2-40B4-BE49-F238E27FC236}">
                    <a16:creationId xmlns:a16="http://schemas.microsoft.com/office/drawing/2014/main" id="{E7E6DAF4-F4EE-433E-945C-8FB602747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362"/>
                <a:ext cx="118" cy="173"/>
              </a:xfrm>
              <a:custGeom>
                <a:avLst/>
                <a:gdLst>
                  <a:gd name="T0" fmla="*/ 600 w 47"/>
                  <a:gd name="T1" fmla="*/ 584 h 69"/>
                  <a:gd name="T2" fmla="*/ 693 w 47"/>
                  <a:gd name="T3" fmla="*/ 125 h 69"/>
                  <a:gd name="T4" fmla="*/ 316 w 47"/>
                  <a:gd name="T5" fmla="*/ 238 h 69"/>
                  <a:gd name="T6" fmla="*/ 126 w 47"/>
                  <a:gd name="T7" fmla="*/ 617 h 69"/>
                  <a:gd name="T8" fmla="*/ 0 w 47"/>
                  <a:gd name="T9" fmla="*/ 1088 h 69"/>
                  <a:gd name="T10" fmla="*/ 176 w 47"/>
                  <a:gd name="T11" fmla="*/ 772 h 69"/>
                  <a:gd name="T12" fmla="*/ 346 w 47"/>
                  <a:gd name="T13" fmla="*/ 364 h 69"/>
                  <a:gd name="T14" fmla="*/ 535 w 47"/>
                  <a:gd name="T15" fmla="*/ 396 h 69"/>
                  <a:gd name="T16" fmla="*/ 567 w 47"/>
                  <a:gd name="T17" fmla="*/ 679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69">
                    <a:moveTo>
                      <a:pt x="38" y="37"/>
                    </a:moveTo>
                    <a:cubicBezTo>
                      <a:pt x="41" y="30"/>
                      <a:pt x="47" y="15"/>
                      <a:pt x="44" y="8"/>
                    </a:cubicBezTo>
                    <a:cubicBezTo>
                      <a:pt x="40" y="0"/>
                      <a:pt x="24" y="12"/>
                      <a:pt x="20" y="15"/>
                    </a:cubicBezTo>
                    <a:cubicBezTo>
                      <a:pt x="13" y="21"/>
                      <a:pt x="9" y="30"/>
                      <a:pt x="8" y="39"/>
                    </a:cubicBezTo>
                    <a:cubicBezTo>
                      <a:pt x="6" y="49"/>
                      <a:pt x="2" y="59"/>
                      <a:pt x="0" y="69"/>
                    </a:cubicBezTo>
                    <a:cubicBezTo>
                      <a:pt x="4" y="66"/>
                      <a:pt x="8" y="54"/>
                      <a:pt x="11" y="49"/>
                    </a:cubicBezTo>
                    <a:cubicBezTo>
                      <a:pt x="14" y="41"/>
                      <a:pt x="16" y="30"/>
                      <a:pt x="22" y="23"/>
                    </a:cubicBezTo>
                    <a:cubicBezTo>
                      <a:pt x="27" y="17"/>
                      <a:pt x="32" y="17"/>
                      <a:pt x="34" y="25"/>
                    </a:cubicBezTo>
                    <a:cubicBezTo>
                      <a:pt x="35" y="29"/>
                      <a:pt x="38" y="39"/>
                      <a:pt x="36" y="43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2" name="Freeform 261">
                <a:extLst>
                  <a:ext uri="{FF2B5EF4-FFF2-40B4-BE49-F238E27FC236}">
                    <a16:creationId xmlns:a16="http://schemas.microsoft.com/office/drawing/2014/main" id="{B6F9D6DB-45E8-4B19-8C6B-9DDE3461F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290"/>
                <a:ext cx="112" cy="270"/>
              </a:xfrm>
              <a:custGeom>
                <a:avLst/>
                <a:gdLst>
                  <a:gd name="T0" fmla="*/ 261 w 45"/>
                  <a:gd name="T1" fmla="*/ 33 h 108"/>
                  <a:gd name="T2" fmla="*/ 124 w 45"/>
                  <a:gd name="T3" fmla="*/ 113 h 108"/>
                  <a:gd name="T4" fmla="*/ 403 w 45"/>
                  <a:gd name="T5" fmla="*/ 333 h 108"/>
                  <a:gd name="T6" fmla="*/ 383 w 45"/>
                  <a:gd name="T7" fmla="*/ 688 h 108"/>
                  <a:gd name="T8" fmla="*/ 341 w 45"/>
                  <a:gd name="T9" fmla="*/ 1175 h 108"/>
                  <a:gd name="T10" fmla="*/ 0 w 45"/>
                  <a:gd name="T11" fmla="*/ 1533 h 108"/>
                  <a:gd name="T12" fmla="*/ 540 w 45"/>
                  <a:gd name="T13" fmla="*/ 1688 h 108"/>
                  <a:gd name="T14" fmla="*/ 446 w 45"/>
                  <a:gd name="T15" fmla="*/ 1220 h 108"/>
                  <a:gd name="T16" fmla="*/ 600 w 45"/>
                  <a:gd name="T17" fmla="*/ 720 h 108"/>
                  <a:gd name="T18" fmla="*/ 662 w 45"/>
                  <a:gd name="T19" fmla="*/ 500 h 108"/>
                  <a:gd name="T20" fmla="*/ 682 w 45"/>
                  <a:gd name="T21" fmla="*/ 375 h 108"/>
                  <a:gd name="T22" fmla="*/ 632 w 45"/>
                  <a:gd name="T23" fmla="*/ 313 h 108"/>
                  <a:gd name="T24" fmla="*/ 291 w 45"/>
                  <a:gd name="T25" fmla="*/ 20 h 108"/>
                  <a:gd name="T26" fmla="*/ 261 w 45"/>
                  <a:gd name="T27" fmla="*/ 0 h 10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5" h="108">
                    <a:moveTo>
                      <a:pt x="17" y="2"/>
                    </a:moveTo>
                    <a:cubicBezTo>
                      <a:pt x="13" y="1"/>
                      <a:pt x="8" y="2"/>
                      <a:pt x="8" y="7"/>
                    </a:cubicBezTo>
                    <a:cubicBezTo>
                      <a:pt x="15" y="10"/>
                      <a:pt x="22" y="14"/>
                      <a:pt x="26" y="21"/>
                    </a:cubicBezTo>
                    <a:cubicBezTo>
                      <a:pt x="32" y="30"/>
                      <a:pt x="27" y="35"/>
                      <a:pt x="25" y="44"/>
                    </a:cubicBezTo>
                    <a:cubicBezTo>
                      <a:pt x="31" y="49"/>
                      <a:pt x="23" y="69"/>
                      <a:pt x="22" y="75"/>
                    </a:cubicBezTo>
                    <a:cubicBezTo>
                      <a:pt x="20" y="90"/>
                      <a:pt x="11" y="90"/>
                      <a:pt x="0" y="98"/>
                    </a:cubicBezTo>
                    <a:cubicBezTo>
                      <a:pt x="10" y="96"/>
                      <a:pt x="29" y="100"/>
                      <a:pt x="35" y="108"/>
                    </a:cubicBezTo>
                    <a:cubicBezTo>
                      <a:pt x="31" y="99"/>
                      <a:pt x="28" y="90"/>
                      <a:pt x="29" y="78"/>
                    </a:cubicBezTo>
                    <a:cubicBezTo>
                      <a:pt x="30" y="67"/>
                      <a:pt x="34" y="57"/>
                      <a:pt x="39" y="46"/>
                    </a:cubicBezTo>
                    <a:cubicBezTo>
                      <a:pt x="41" y="42"/>
                      <a:pt x="43" y="37"/>
                      <a:pt x="43" y="32"/>
                    </a:cubicBezTo>
                    <a:cubicBezTo>
                      <a:pt x="44" y="30"/>
                      <a:pt x="45" y="26"/>
                      <a:pt x="44" y="24"/>
                    </a:cubicBezTo>
                    <a:cubicBezTo>
                      <a:pt x="44" y="22"/>
                      <a:pt x="42" y="22"/>
                      <a:pt x="41" y="20"/>
                    </a:cubicBezTo>
                    <a:cubicBezTo>
                      <a:pt x="35" y="8"/>
                      <a:pt x="32" y="4"/>
                      <a:pt x="19" y="1"/>
                    </a:cubicBezTo>
                    <a:cubicBezTo>
                      <a:pt x="18" y="1"/>
                      <a:pt x="18" y="1"/>
                      <a:pt x="17" y="0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3" name="Freeform 262">
                <a:extLst>
                  <a:ext uri="{FF2B5EF4-FFF2-40B4-BE49-F238E27FC236}">
                    <a16:creationId xmlns:a16="http://schemas.microsoft.com/office/drawing/2014/main" id="{04CEF144-6496-406F-A3CA-855727721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240"/>
                <a:ext cx="193" cy="210"/>
              </a:xfrm>
              <a:custGeom>
                <a:avLst/>
                <a:gdLst>
                  <a:gd name="T0" fmla="*/ 692 w 77"/>
                  <a:gd name="T1" fmla="*/ 0 h 84"/>
                  <a:gd name="T2" fmla="*/ 785 w 77"/>
                  <a:gd name="T3" fmla="*/ 313 h 84"/>
                  <a:gd name="T4" fmla="*/ 521 w 77"/>
                  <a:gd name="T5" fmla="*/ 425 h 84"/>
                  <a:gd name="T6" fmla="*/ 346 w 77"/>
                  <a:gd name="T7" fmla="*/ 488 h 84"/>
                  <a:gd name="T8" fmla="*/ 271 w 77"/>
                  <a:gd name="T9" fmla="*/ 625 h 84"/>
                  <a:gd name="T10" fmla="*/ 0 w 77"/>
                  <a:gd name="T11" fmla="*/ 520 h 84"/>
                  <a:gd name="T12" fmla="*/ 313 w 77"/>
                  <a:gd name="T13" fmla="*/ 863 h 84"/>
                  <a:gd name="T14" fmla="*/ 426 w 77"/>
                  <a:gd name="T15" fmla="*/ 1125 h 84"/>
                  <a:gd name="T16" fmla="*/ 679 w 77"/>
                  <a:gd name="T17" fmla="*/ 1313 h 84"/>
                  <a:gd name="T18" fmla="*/ 439 w 77"/>
                  <a:gd name="T19" fmla="*/ 833 h 84"/>
                  <a:gd name="T20" fmla="*/ 659 w 77"/>
                  <a:gd name="T21" fmla="*/ 563 h 84"/>
                  <a:gd name="T22" fmla="*/ 1055 w 77"/>
                  <a:gd name="T23" fmla="*/ 613 h 84"/>
                  <a:gd name="T24" fmla="*/ 975 w 77"/>
                  <a:gd name="T25" fmla="*/ 188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84">
                    <a:moveTo>
                      <a:pt x="44" y="0"/>
                    </a:moveTo>
                    <a:cubicBezTo>
                      <a:pt x="41" y="9"/>
                      <a:pt x="50" y="13"/>
                      <a:pt x="50" y="20"/>
                    </a:cubicBezTo>
                    <a:cubicBezTo>
                      <a:pt x="50" y="29"/>
                      <a:pt x="39" y="25"/>
                      <a:pt x="33" y="27"/>
                    </a:cubicBezTo>
                    <a:cubicBezTo>
                      <a:pt x="30" y="27"/>
                      <a:pt x="25" y="29"/>
                      <a:pt x="22" y="31"/>
                    </a:cubicBezTo>
                    <a:cubicBezTo>
                      <a:pt x="20" y="34"/>
                      <a:pt x="20" y="37"/>
                      <a:pt x="17" y="40"/>
                    </a:cubicBezTo>
                    <a:cubicBezTo>
                      <a:pt x="10" y="47"/>
                      <a:pt x="5" y="37"/>
                      <a:pt x="0" y="33"/>
                    </a:cubicBezTo>
                    <a:cubicBezTo>
                      <a:pt x="0" y="46"/>
                      <a:pt x="15" y="47"/>
                      <a:pt x="20" y="55"/>
                    </a:cubicBezTo>
                    <a:cubicBezTo>
                      <a:pt x="23" y="61"/>
                      <a:pt x="22" y="66"/>
                      <a:pt x="27" y="72"/>
                    </a:cubicBezTo>
                    <a:cubicBezTo>
                      <a:pt x="31" y="76"/>
                      <a:pt x="37" y="83"/>
                      <a:pt x="43" y="84"/>
                    </a:cubicBezTo>
                    <a:cubicBezTo>
                      <a:pt x="35" y="75"/>
                      <a:pt x="30" y="65"/>
                      <a:pt x="28" y="53"/>
                    </a:cubicBezTo>
                    <a:cubicBezTo>
                      <a:pt x="27" y="43"/>
                      <a:pt x="31" y="34"/>
                      <a:pt x="42" y="36"/>
                    </a:cubicBezTo>
                    <a:cubicBezTo>
                      <a:pt x="49" y="38"/>
                      <a:pt x="59" y="43"/>
                      <a:pt x="67" y="39"/>
                    </a:cubicBezTo>
                    <a:cubicBezTo>
                      <a:pt x="77" y="33"/>
                      <a:pt x="65" y="19"/>
                      <a:pt x="62" y="12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4" name="Freeform 263">
                <a:extLst>
                  <a:ext uri="{FF2B5EF4-FFF2-40B4-BE49-F238E27FC236}">
                    <a16:creationId xmlns:a16="http://schemas.microsoft.com/office/drawing/2014/main" id="{02312C19-93CA-4967-871A-01FD70AC7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130"/>
                <a:ext cx="285" cy="100"/>
              </a:xfrm>
              <a:custGeom>
                <a:avLst/>
                <a:gdLst>
                  <a:gd name="T0" fmla="*/ 0 w 114"/>
                  <a:gd name="T1" fmla="*/ 250 h 40"/>
                  <a:gd name="T2" fmla="*/ 658 w 114"/>
                  <a:gd name="T3" fmla="*/ 0 h 40"/>
                  <a:gd name="T4" fmla="*/ 1020 w 114"/>
                  <a:gd name="T5" fmla="*/ 125 h 40"/>
                  <a:gd name="T6" fmla="*/ 1188 w 114"/>
                  <a:gd name="T7" fmla="*/ 125 h 40"/>
                  <a:gd name="T8" fmla="*/ 1363 w 114"/>
                  <a:gd name="T9" fmla="*/ 50 h 40"/>
                  <a:gd name="T10" fmla="*/ 1550 w 114"/>
                  <a:gd name="T11" fmla="*/ 363 h 40"/>
                  <a:gd name="T12" fmla="*/ 1783 w 114"/>
                  <a:gd name="T13" fmla="*/ 625 h 40"/>
                  <a:gd name="T14" fmla="*/ 1425 w 114"/>
                  <a:gd name="T15" fmla="*/ 363 h 40"/>
                  <a:gd name="T16" fmla="*/ 1220 w 114"/>
                  <a:gd name="T17" fmla="*/ 345 h 40"/>
                  <a:gd name="T18" fmla="*/ 988 w 114"/>
                  <a:gd name="T19" fmla="*/ 300 h 40"/>
                  <a:gd name="T20" fmla="*/ 813 w 114"/>
                  <a:gd name="T21" fmla="*/ 250 h 40"/>
                  <a:gd name="T22" fmla="*/ 625 w 114"/>
                  <a:gd name="T23" fmla="*/ 333 h 40"/>
                  <a:gd name="T24" fmla="*/ 408 w 114"/>
                  <a:gd name="T25" fmla="*/ 408 h 40"/>
                  <a:gd name="T26" fmla="*/ 145 w 114"/>
                  <a:gd name="T27" fmla="*/ 333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4" h="40">
                    <a:moveTo>
                      <a:pt x="0" y="16"/>
                    </a:moveTo>
                    <a:cubicBezTo>
                      <a:pt x="15" y="17"/>
                      <a:pt x="35" y="16"/>
                      <a:pt x="42" y="0"/>
                    </a:cubicBezTo>
                    <a:cubicBezTo>
                      <a:pt x="50" y="0"/>
                      <a:pt x="58" y="7"/>
                      <a:pt x="65" y="8"/>
                    </a:cubicBezTo>
                    <a:cubicBezTo>
                      <a:pt x="69" y="9"/>
                      <a:pt x="73" y="9"/>
                      <a:pt x="76" y="8"/>
                    </a:cubicBezTo>
                    <a:cubicBezTo>
                      <a:pt x="79" y="7"/>
                      <a:pt x="84" y="1"/>
                      <a:pt x="87" y="3"/>
                    </a:cubicBezTo>
                    <a:cubicBezTo>
                      <a:pt x="90" y="4"/>
                      <a:pt x="96" y="20"/>
                      <a:pt x="99" y="23"/>
                    </a:cubicBezTo>
                    <a:cubicBezTo>
                      <a:pt x="103" y="30"/>
                      <a:pt x="107" y="36"/>
                      <a:pt x="114" y="40"/>
                    </a:cubicBezTo>
                    <a:cubicBezTo>
                      <a:pt x="104" y="40"/>
                      <a:pt x="99" y="28"/>
                      <a:pt x="91" y="23"/>
                    </a:cubicBezTo>
                    <a:cubicBezTo>
                      <a:pt x="86" y="20"/>
                      <a:pt x="83" y="23"/>
                      <a:pt x="78" y="22"/>
                    </a:cubicBezTo>
                    <a:cubicBezTo>
                      <a:pt x="73" y="22"/>
                      <a:pt x="67" y="21"/>
                      <a:pt x="63" y="19"/>
                    </a:cubicBezTo>
                    <a:cubicBezTo>
                      <a:pt x="58" y="17"/>
                      <a:pt x="56" y="15"/>
                      <a:pt x="52" y="16"/>
                    </a:cubicBezTo>
                    <a:cubicBezTo>
                      <a:pt x="48" y="17"/>
                      <a:pt x="43" y="20"/>
                      <a:pt x="40" y="21"/>
                    </a:cubicBezTo>
                    <a:cubicBezTo>
                      <a:pt x="36" y="23"/>
                      <a:pt x="31" y="26"/>
                      <a:pt x="26" y="26"/>
                    </a:cubicBezTo>
                    <a:cubicBezTo>
                      <a:pt x="20" y="27"/>
                      <a:pt x="15" y="23"/>
                      <a:pt x="9" y="21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5" name="Freeform 264">
                <a:extLst>
                  <a:ext uri="{FF2B5EF4-FFF2-40B4-BE49-F238E27FC236}">
                    <a16:creationId xmlns:a16="http://schemas.microsoft.com/office/drawing/2014/main" id="{5AD58561-72C0-43C2-9B43-1E20D59BC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685"/>
                <a:ext cx="52" cy="127"/>
              </a:xfrm>
              <a:custGeom>
                <a:avLst/>
                <a:gdLst>
                  <a:gd name="T0" fmla="*/ 245 w 21"/>
                  <a:gd name="T1" fmla="*/ 0 h 51"/>
                  <a:gd name="T2" fmla="*/ 319 w 21"/>
                  <a:gd name="T3" fmla="*/ 682 h 51"/>
                  <a:gd name="T4" fmla="*/ 42 w 21"/>
                  <a:gd name="T5" fmla="*/ 787 h 51"/>
                  <a:gd name="T6" fmla="*/ 166 w 21"/>
                  <a:gd name="T7" fmla="*/ 229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51">
                    <a:moveTo>
                      <a:pt x="16" y="0"/>
                    </a:moveTo>
                    <a:cubicBezTo>
                      <a:pt x="12" y="10"/>
                      <a:pt x="9" y="38"/>
                      <a:pt x="21" y="44"/>
                    </a:cubicBezTo>
                    <a:cubicBezTo>
                      <a:pt x="18" y="47"/>
                      <a:pt x="7" y="51"/>
                      <a:pt x="3" y="51"/>
                    </a:cubicBezTo>
                    <a:cubicBezTo>
                      <a:pt x="0" y="40"/>
                      <a:pt x="7" y="26"/>
                      <a:pt x="11" y="15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6" name="Freeform 265">
                <a:extLst>
                  <a:ext uri="{FF2B5EF4-FFF2-40B4-BE49-F238E27FC236}">
                    <a16:creationId xmlns:a16="http://schemas.microsoft.com/office/drawing/2014/main" id="{8293C583-B59A-49BA-A698-5E2AF3B5C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940"/>
                <a:ext cx="158" cy="47"/>
              </a:xfrm>
              <a:custGeom>
                <a:avLst/>
                <a:gdLst>
                  <a:gd name="T0" fmla="*/ 20 w 63"/>
                  <a:gd name="T1" fmla="*/ 0 h 19"/>
                  <a:gd name="T2" fmla="*/ 504 w 63"/>
                  <a:gd name="T3" fmla="*/ 153 h 19"/>
                  <a:gd name="T4" fmla="*/ 993 w 63"/>
                  <a:gd name="T5" fmla="*/ 245 h 19"/>
                  <a:gd name="T6" fmla="*/ 617 w 63"/>
                  <a:gd name="T7" fmla="*/ 275 h 19"/>
                  <a:gd name="T8" fmla="*/ 0 w 63"/>
                  <a:gd name="T9" fmla="*/ 13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9">
                    <a:moveTo>
                      <a:pt x="1" y="0"/>
                    </a:moveTo>
                    <a:cubicBezTo>
                      <a:pt x="4" y="6"/>
                      <a:pt x="25" y="8"/>
                      <a:pt x="32" y="10"/>
                    </a:cubicBezTo>
                    <a:cubicBezTo>
                      <a:pt x="42" y="12"/>
                      <a:pt x="52" y="16"/>
                      <a:pt x="63" y="16"/>
                    </a:cubicBezTo>
                    <a:cubicBezTo>
                      <a:pt x="53" y="19"/>
                      <a:pt x="49" y="19"/>
                      <a:pt x="39" y="18"/>
                    </a:cubicBezTo>
                    <a:cubicBezTo>
                      <a:pt x="28" y="16"/>
                      <a:pt x="10" y="11"/>
                      <a:pt x="0" y="9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7" name="Freeform 266">
                <a:extLst>
                  <a:ext uri="{FF2B5EF4-FFF2-40B4-BE49-F238E27FC236}">
                    <a16:creationId xmlns:a16="http://schemas.microsoft.com/office/drawing/2014/main" id="{8765A44E-43C6-4D74-9055-5BEF30C1B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792"/>
                <a:ext cx="142" cy="210"/>
              </a:xfrm>
              <a:custGeom>
                <a:avLst/>
                <a:gdLst>
                  <a:gd name="T0" fmla="*/ 404 w 57"/>
                  <a:gd name="T1" fmla="*/ 125 h 84"/>
                  <a:gd name="T2" fmla="*/ 446 w 57"/>
                  <a:gd name="T3" fmla="*/ 783 h 84"/>
                  <a:gd name="T4" fmla="*/ 262 w 57"/>
                  <a:gd name="T5" fmla="*/ 1050 h 84"/>
                  <a:gd name="T6" fmla="*/ 0 w 57"/>
                  <a:gd name="T7" fmla="*/ 1208 h 84"/>
                  <a:gd name="T8" fmla="*/ 882 w 57"/>
                  <a:gd name="T9" fmla="*/ 1300 h 84"/>
                  <a:gd name="T10" fmla="*/ 603 w 57"/>
                  <a:gd name="T11" fmla="*/ 675 h 84"/>
                  <a:gd name="T12" fmla="*/ 354 w 57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84">
                    <a:moveTo>
                      <a:pt x="26" y="8"/>
                    </a:moveTo>
                    <a:cubicBezTo>
                      <a:pt x="36" y="18"/>
                      <a:pt x="33" y="38"/>
                      <a:pt x="29" y="50"/>
                    </a:cubicBezTo>
                    <a:cubicBezTo>
                      <a:pt x="26" y="56"/>
                      <a:pt x="22" y="63"/>
                      <a:pt x="17" y="67"/>
                    </a:cubicBezTo>
                    <a:cubicBezTo>
                      <a:pt x="14" y="71"/>
                      <a:pt x="0" y="72"/>
                      <a:pt x="0" y="77"/>
                    </a:cubicBezTo>
                    <a:cubicBezTo>
                      <a:pt x="19" y="76"/>
                      <a:pt x="39" y="76"/>
                      <a:pt x="57" y="83"/>
                    </a:cubicBezTo>
                    <a:cubicBezTo>
                      <a:pt x="41" y="84"/>
                      <a:pt x="39" y="54"/>
                      <a:pt x="39" y="43"/>
                    </a:cubicBezTo>
                    <a:cubicBezTo>
                      <a:pt x="39" y="24"/>
                      <a:pt x="36" y="13"/>
                      <a:pt x="23" y="0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8" name="Freeform 267">
                <a:extLst>
                  <a:ext uri="{FF2B5EF4-FFF2-40B4-BE49-F238E27FC236}">
                    <a16:creationId xmlns:a16="http://schemas.microsoft.com/office/drawing/2014/main" id="{A77DA596-9ABC-4097-B0A7-E04680D72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812"/>
                <a:ext cx="42" cy="45"/>
              </a:xfrm>
              <a:custGeom>
                <a:avLst/>
                <a:gdLst>
                  <a:gd name="T0" fmla="*/ 0 w 17"/>
                  <a:gd name="T1" fmla="*/ 113 h 18"/>
                  <a:gd name="T2" fmla="*/ 121 w 17"/>
                  <a:gd name="T3" fmla="*/ 283 h 18"/>
                  <a:gd name="T4" fmla="*/ 225 w 17"/>
                  <a:gd name="T5" fmla="*/ 63 h 18"/>
                  <a:gd name="T6" fmla="*/ 12 w 17"/>
                  <a:gd name="T7" fmla="*/ 9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0" y="7"/>
                    </a:moveTo>
                    <a:cubicBezTo>
                      <a:pt x="5" y="8"/>
                      <a:pt x="8" y="13"/>
                      <a:pt x="8" y="18"/>
                    </a:cubicBezTo>
                    <a:cubicBezTo>
                      <a:pt x="11" y="16"/>
                      <a:pt x="17" y="8"/>
                      <a:pt x="15" y="4"/>
                    </a:cubicBezTo>
                    <a:cubicBezTo>
                      <a:pt x="12" y="0"/>
                      <a:pt x="5" y="6"/>
                      <a:pt x="1" y="6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79" name="Freeform 268">
                <a:extLst>
                  <a:ext uri="{FF2B5EF4-FFF2-40B4-BE49-F238E27FC236}">
                    <a16:creationId xmlns:a16="http://schemas.microsoft.com/office/drawing/2014/main" id="{079AE726-ED0A-48D9-B7D3-D1A8BF842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1762"/>
                <a:ext cx="18" cy="35"/>
              </a:xfrm>
              <a:custGeom>
                <a:avLst/>
                <a:gdLst>
                  <a:gd name="T0" fmla="*/ 0 w 7"/>
                  <a:gd name="T1" fmla="*/ 0 h 14"/>
                  <a:gd name="T2" fmla="*/ 118 w 7"/>
                  <a:gd name="T3" fmla="*/ 158 h 14"/>
                  <a:gd name="T4" fmla="*/ 0 w 7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1" y="4"/>
                      <a:pt x="6" y="6"/>
                      <a:pt x="7" y="10"/>
                    </a:cubicBezTo>
                    <a:cubicBezTo>
                      <a:pt x="5" y="12"/>
                      <a:pt x="2" y="12"/>
                      <a:pt x="0" y="14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0" name="Freeform 269">
                <a:extLst>
                  <a:ext uri="{FF2B5EF4-FFF2-40B4-BE49-F238E27FC236}">
                    <a16:creationId xmlns:a16="http://schemas.microsoft.com/office/drawing/2014/main" id="{9861917F-5E0F-4C03-A59C-A5A410C52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945"/>
                <a:ext cx="65" cy="40"/>
              </a:xfrm>
              <a:custGeom>
                <a:avLst/>
                <a:gdLst>
                  <a:gd name="T0" fmla="*/ 0 w 26"/>
                  <a:gd name="T1" fmla="*/ 0 h 16"/>
                  <a:gd name="T2" fmla="*/ 125 w 26"/>
                  <a:gd name="T3" fmla="*/ 220 h 16"/>
                  <a:gd name="T4" fmla="*/ 345 w 26"/>
                  <a:gd name="T5" fmla="*/ 238 h 16"/>
                  <a:gd name="T6" fmla="*/ 113 w 26"/>
                  <a:gd name="T7" fmla="*/ 5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6">
                    <a:moveTo>
                      <a:pt x="0" y="0"/>
                    </a:moveTo>
                    <a:cubicBezTo>
                      <a:pt x="2" y="3"/>
                      <a:pt x="17" y="9"/>
                      <a:pt x="8" y="14"/>
                    </a:cubicBezTo>
                    <a:cubicBezTo>
                      <a:pt x="13" y="13"/>
                      <a:pt x="17" y="16"/>
                      <a:pt x="22" y="15"/>
                    </a:cubicBezTo>
                    <a:cubicBezTo>
                      <a:pt x="26" y="4"/>
                      <a:pt x="14" y="6"/>
                      <a:pt x="7" y="3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1" name="Freeform 270">
                <a:extLst>
                  <a:ext uri="{FF2B5EF4-FFF2-40B4-BE49-F238E27FC236}">
                    <a16:creationId xmlns:a16="http://schemas.microsoft.com/office/drawing/2014/main" id="{51BB0679-9DDF-4EE2-BA6A-D3C0FB7D4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762"/>
                <a:ext cx="40" cy="55"/>
              </a:xfrm>
              <a:custGeom>
                <a:avLst/>
                <a:gdLst>
                  <a:gd name="T0" fmla="*/ 0 w 16"/>
                  <a:gd name="T1" fmla="*/ 333 h 22"/>
                  <a:gd name="T2" fmla="*/ 63 w 16"/>
                  <a:gd name="T3" fmla="*/ 175 h 22"/>
                  <a:gd name="T4" fmla="*/ 95 w 16"/>
                  <a:gd name="T5" fmla="*/ 0 h 22"/>
                  <a:gd name="T6" fmla="*/ 250 w 16"/>
                  <a:gd name="T7" fmla="*/ 345 h 22"/>
                  <a:gd name="T8" fmla="*/ 0 w 16"/>
                  <a:gd name="T9" fmla="*/ 30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0" y="21"/>
                    </a:moveTo>
                    <a:cubicBezTo>
                      <a:pt x="0" y="18"/>
                      <a:pt x="3" y="15"/>
                      <a:pt x="4" y="11"/>
                    </a:cubicBezTo>
                    <a:cubicBezTo>
                      <a:pt x="5" y="8"/>
                      <a:pt x="5" y="3"/>
                      <a:pt x="6" y="0"/>
                    </a:cubicBezTo>
                    <a:cubicBezTo>
                      <a:pt x="7" y="8"/>
                      <a:pt x="16" y="14"/>
                      <a:pt x="16" y="22"/>
                    </a:cubicBezTo>
                    <a:cubicBezTo>
                      <a:pt x="13" y="18"/>
                      <a:pt x="4" y="15"/>
                      <a:pt x="0" y="19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2" name="Freeform 271">
                <a:extLst>
                  <a:ext uri="{FF2B5EF4-FFF2-40B4-BE49-F238E27FC236}">
                    <a16:creationId xmlns:a16="http://schemas.microsoft.com/office/drawing/2014/main" id="{3BE0379D-433D-4045-A1B7-F90F826F9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895"/>
                <a:ext cx="107" cy="85"/>
              </a:xfrm>
              <a:custGeom>
                <a:avLst/>
                <a:gdLst>
                  <a:gd name="T0" fmla="*/ 528 w 43"/>
                  <a:gd name="T1" fmla="*/ 63 h 34"/>
                  <a:gd name="T2" fmla="*/ 662 w 43"/>
                  <a:gd name="T3" fmla="*/ 438 h 34"/>
                  <a:gd name="T4" fmla="*/ 0 w 43"/>
                  <a:gd name="T5" fmla="*/ 533 h 34"/>
                  <a:gd name="T6" fmla="*/ 433 w 43"/>
                  <a:gd name="T7" fmla="*/ 313 h 34"/>
                  <a:gd name="T8" fmla="*/ 537 w 43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4">
                    <a:moveTo>
                      <a:pt x="34" y="4"/>
                    </a:moveTo>
                    <a:cubicBezTo>
                      <a:pt x="38" y="12"/>
                      <a:pt x="43" y="18"/>
                      <a:pt x="43" y="28"/>
                    </a:cubicBezTo>
                    <a:cubicBezTo>
                      <a:pt x="27" y="27"/>
                      <a:pt x="15" y="23"/>
                      <a:pt x="0" y="34"/>
                    </a:cubicBezTo>
                    <a:cubicBezTo>
                      <a:pt x="8" y="27"/>
                      <a:pt x="18" y="24"/>
                      <a:pt x="28" y="20"/>
                    </a:cubicBezTo>
                    <a:cubicBezTo>
                      <a:pt x="38" y="16"/>
                      <a:pt x="35" y="10"/>
                      <a:pt x="35" y="0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3" name="Freeform 272">
                <a:extLst>
                  <a:ext uri="{FF2B5EF4-FFF2-40B4-BE49-F238E27FC236}">
                    <a16:creationId xmlns:a16="http://schemas.microsoft.com/office/drawing/2014/main" id="{EDF54AE5-EB45-4C07-9611-F57C8EDB3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442"/>
                <a:ext cx="40" cy="45"/>
              </a:xfrm>
              <a:custGeom>
                <a:avLst/>
                <a:gdLst>
                  <a:gd name="T0" fmla="*/ 175 w 16"/>
                  <a:gd name="T1" fmla="*/ 0 h 18"/>
                  <a:gd name="T2" fmla="*/ 250 w 16"/>
                  <a:gd name="T3" fmla="*/ 158 h 18"/>
                  <a:gd name="T4" fmla="*/ 83 w 16"/>
                  <a:gd name="T5" fmla="*/ 283 h 18"/>
                  <a:gd name="T6" fmla="*/ 95 w 16"/>
                  <a:gd name="T7" fmla="*/ 8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1" y="0"/>
                    </a:moveTo>
                    <a:cubicBezTo>
                      <a:pt x="8" y="4"/>
                      <a:pt x="11" y="9"/>
                      <a:pt x="16" y="10"/>
                    </a:cubicBezTo>
                    <a:cubicBezTo>
                      <a:pt x="13" y="12"/>
                      <a:pt x="9" y="15"/>
                      <a:pt x="5" y="18"/>
                    </a:cubicBezTo>
                    <a:cubicBezTo>
                      <a:pt x="0" y="13"/>
                      <a:pt x="1" y="9"/>
                      <a:pt x="6" y="5"/>
                    </a:cubicBezTo>
                  </a:path>
                </a:pathLst>
              </a:custGeom>
              <a:solidFill>
                <a:srgbClr val="916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4" name="Freeform 273">
                <a:extLst>
                  <a:ext uri="{FF2B5EF4-FFF2-40B4-BE49-F238E27FC236}">
                    <a16:creationId xmlns:a16="http://schemas.microsoft.com/office/drawing/2014/main" id="{F48EA218-98A5-4506-9E25-C68DF3648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819"/>
                <a:ext cx="65" cy="45"/>
              </a:xfrm>
              <a:custGeom>
                <a:avLst/>
                <a:gdLst>
                  <a:gd name="T0" fmla="*/ 0 w 26"/>
                  <a:gd name="T1" fmla="*/ 158 h 18"/>
                  <a:gd name="T2" fmla="*/ 220 w 26"/>
                  <a:gd name="T3" fmla="*/ 283 h 18"/>
                  <a:gd name="T4" fmla="*/ 395 w 26"/>
                  <a:gd name="T5" fmla="*/ 113 h 18"/>
                  <a:gd name="T6" fmla="*/ 188 w 26"/>
                  <a:gd name="T7" fmla="*/ 9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0" y="10"/>
                    </a:moveTo>
                    <a:cubicBezTo>
                      <a:pt x="7" y="6"/>
                      <a:pt x="17" y="8"/>
                      <a:pt x="14" y="18"/>
                    </a:cubicBezTo>
                    <a:cubicBezTo>
                      <a:pt x="17" y="16"/>
                      <a:pt x="24" y="10"/>
                      <a:pt x="25" y="7"/>
                    </a:cubicBezTo>
                    <a:cubicBezTo>
                      <a:pt x="26" y="0"/>
                      <a:pt x="17" y="4"/>
                      <a:pt x="12" y="6"/>
                    </a:cubicBezTo>
                  </a:path>
                </a:pathLst>
              </a:custGeom>
              <a:solidFill>
                <a:srgbClr val="916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5" name="Freeform 274">
                <a:extLst>
                  <a:ext uri="{FF2B5EF4-FFF2-40B4-BE49-F238E27FC236}">
                    <a16:creationId xmlns:a16="http://schemas.microsoft.com/office/drawing/2014/main" id="{8C45CEF4-BF79-4E10-BE88-0CD6E42FF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909"/>
                <a:ext cx="70" cy="65"/>
              </a:xfrm>
              <a:custGeom>
                <a:avLst/>
                <a:gdLst>
                  <a:gd name="T0" fmla="*/ 395 w 28"/>
                  <a:gd name="T1" fmla="*/ 0 h 26"/>
                  <a:gd name="T2" fmla="*/ 375 w 28"/>
                  <a:gd name="T3" fmla="*/ 220 h 26"/>
                  <a:gd name="T4" fmla="*/ 408 w 28"/>
                  <a:gd name="T5" fmla="*/ 313 h 26"/>
                  <a:gd name="T6" fmla="*/ 300 w 28"/>
                  <a:gd name="T7" fmla="*/ 363 h 26"/>
                  <a:gd name="T8" fmla="*/ 345 w 28"/>
                  <a:gd name="T9" fmla="*/ 8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5" y="0"/>
                    </a:moveTo>
                    <a:cubicBezTo>
                      <a:pt x="20" y="6"/>
                      <a:pt x="22" y="9"/>
                      <a:pt x="24" y="14"/>
                    </a:cubicBezTo>
                    <a:cubicBezTo>
                      <a:pt x="25" y="17"/>
                      <a:pt x="28" y="16"/>
                      <a:pt x="26" y="20"/>
                    </a:cubicBezTo>
                    <a:cubicBezTo>
                      <a:pt x="25" y="21"/>
                      <a:pt x="21" y="23"/>
                      <a:pt x="19" y="23"/>
                    </a:cubicBezTo>
                    <a:cubicBezTo>
                      <a:pt x="0" y="26"/>
                      <a:pt x="16" y="9"/>
                      <a:pt x="22" y="5"/>
                    </a:cubicBezTo>
                  </a:path>
                </a:pathLst>
              </a:custGeom>
              <a:solidFill>
                <a:srgbClr val="916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6" name="Freeform 275">
                <a:extLst>
                  <a:ext uri="{FF2B5EF4-FFF2-40B4-BE49-F238E27FC236}">
                    <a16:creationId xmlns:a16="http://schemas.microsoft.com/office/drawing/2014/main" id="{69CC1527-2C51-476F-B9AA-615196D3C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1292"/>
                <a:ext cx="33" cy="75"/>
              </a:xfrm>
              <a:custGeom>
                <a:avLst/>
                <a:gdLst>
                  <a:gd name="T0" fmla="*/ 0 w 13"/>
                  <a:gd name="T1" fmla="*/ 0 h 30"/>
                  <a:gd name="T2" fmla="*/ 193 w 13"/>
                  <a:gd name="T3" fmla="*/ 208 h 30"/>
                  <a:gd name="T4" fmla="*/ 33 w 13"/>
                  <a:gd name="T5" fmla="*/ 470 h 30"/>
                  <a:gd name="T6" fmla="*/ 0 w 13"/>
                  <a:gd name="T7" fmla="*/ 5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0" y="0"/>
                    </a:moveTo>
                    <a:cubicBezTo>
                      <a:pt x="5" y="4"/>
                      <a:pt x="11" y="7"/>
                      <a:pt x="12" y="13"/>
                    </a:cubicBezTo>
                    <a:cubicBezTo>
                      <a:pt x="13" y="19"/>
                      <a:pt x="8" y="28"/>
                      <a:pt x="2" y="30"/>
                    </a:cubicBezTo>
                    <a:cubicBezTo>
                      <a:pt x="7" y="20"/>
                      <a:pt x="4" y="12"/>
                      <a:pt x="0" y="3"/>
                    </a:cubicBezTo>
                  </a:path>
                </a:pathLst>
              </a:custGeom>
              <a:solidFill>
                <a:srgbClr val="916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7" name="Freeform 276">
                <a:extLst>
                  <a:ext uri="{FF2B5EF4-FFF2-40B4-BE49-F238E27FC236}">
                    <a16:creationId xmlns:a16="http://schemas.microsoft.com/office/drawing/2014/main" id="{D8EF1D60-B879-427C-91D5-A671FA0F5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382"/>
                <a:ext cx="47" cy="28"/>
              </a:xfrm>
              <a:custGeom>
                <a:avLst/>
                <a:gdLst>
                  <a:gd name="T0" fmla="*/ 0 w 19"/>
                  <a:gd name="T1" fmla="*/ 33 h 11"/>
                  <a:gd name="T2" fmla="*/ 74 w 19"/>
                  <a:gd name="T3" fmla="*/ 181 h 11"/>
                  <a:gd name="T4" fmla="*/ 287 w 1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0" y="2"/>
                    </a:moveTo>
                    <a:cubicBezTo>
                      <a:pt x="2" y="5"/>
                      <a:pt x="6" y="7"/>
                      <a:pt x="5" y="11"/>
                    </a:cubicBezTo>
                    <a:cubicBezTo>
                      <a:pt x="9" y="8"/>
                      <a:pt x="18" y="2"/>
                      <a:pt x="19" y="0"/>
                    </a:cubicBezTo>
                  </a:path>
                </a:pathLst>
              </a:custGeom>
              <a:solidFill>
                <a:srgbClr val="916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8" name="Freeform 277">
                <a:extLst>
                  <a:ext uri="{FF2B5EF4-FFF2-40B4-BE49-F238E27FC236}">
                    <a16:creationId xmlns:a16="http://schemas.microsoft.com/office/drawing/2014/main" id="{D3B2E43F-541C-4BC3-8E3A-BE0DEF786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422"/>
                <a:ext cx="40" cy="55"/>
              </a:xfrm>
              <a:custGeom>
                <a:avLst/>
                <a:gdLst>
                  <a:gd name="T0" fmla="*/ 113 w 16"/>
                  <a:gd name="T1" fmla="*/ 0 h 22"/>
                  <a:gd name="T2" fmla="*/ 0 w 16"/>
                  <a:gd name="T3" fmla="*/ 345 h 22"/>
                  <a:gd name="T4" fmla="*/ 250 w 16"/>
                  <a:gd name="T5" fmla="*/ 175 h 22"/>
                  <a:gd name="T6" fmla="*/ 175 w 16"/>
                  <a:gd name="T7" fmla="*/ 2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7" y="0"/>
                    </a:moveTo>
                    <a:cubicBezTo>
                      <a:pt x="3" y="7"/>
                      <a:pt x="5" y="16"/>
                      <a:pt x="0" y="22"/>
                    </a:cubicBezTo>
                    <a:cubicBezTo>
                      <a:pt x="5" y="18"/>
                      <a:pt x="11" y="14"/>
                      <a:pt x="16" y="11"/>
                    </a:cubicBezTo>
                    <a:cubicBezTo>
                      <a:pt x="11" y="14"/>
                      <a:pt x="6" y="5"/>
                      <a:pt x="11" y="1"/>
                    </a:cubicBezTo>
                  </a:path>
                </a:pathLst>
              </a:custGeom>
              <a:solidFill>
                <a:srgbClr val="916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89" name="Freeform 278">
                <a:extLst>
                  <a:ext uri="{FF2B5EF4-FFF2-40B4-BE49-F238E27FC236}">
                    <a16:creationId xmlns:a16="http://schemas.microsoft.com/office/drawing/2014/main" id="{7E11FA1A-E3C6-4DCC-8AEE-F56392210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1735"/>
                <a:ext cx="32" cy="62"/>
              </a:xfrm>
              <a:custGeom>
                <a:avLst/>
                <a:gdLst>
                  <a:gd name="T0" fmla="*/ 0 w 13"/>
                  <a:gd name="T1" fmla="*/ 184 h 25"/>
                  <a:gd name="T2" fmla="*/ 194 w 13"/>
                  <a:gd name="T3" fmla="*/ 0 h 25"/>
                  <a:gd name="T4" fmla="*/ 153 w 13"/>
                  <a:gd name="T5" fmla="*/ 382 h 25"/>
                  <a:gd name="T6" fmla="*/ 74 w 13"/>
                  <a:gd name="T7" fmla="*/ 18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5">
                    <a:moveTo>
                      <a:pt x="0" y="12"/>
                    </a:moveTo>
                    <a:cubicBezTo>
                      <a:pt x="6" y="19"/>
                      <a:pt x="12" y="3"/>
                      <a:pt x="13" y="0"/>
                    </a:cubicBezTo>
                    <a:cubicBezTo>
                      <a:pt x="13" y="8"/>
                      <a:pt x="13" y="18"/>
                      <a:pt x="10" y="25"/>
                    </a:cubicBezTo>
                    <a:cubicBezTo>
                      <a:pt x="9" y="21"/>
                      <a:pt x="6" y="17"/>
                      <a:pt x="5" y="12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0" name="Freeform 279">
                <a:extLst>
                  <a:ext uri="{FF2B5EF4-FFF2-40B4-BE49-F238E27FC236}">
                    <a16:creationId xmlns:a16="http://schemas.microsoft.com/office/drawing/2014/main" id="{69246D26-164F-410B-B73A-630DB3237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875"/>
                <a:ext cx="43" cy="42"/>
              </a:xfrm>
              <a:custGeom>
                <a:avLst/>
                <a:gdLst>
                  <a:gd name="T0" fmla="*/ 33 w 17"/>
                  <a:gd name="T1" fmla="*/ 0 h 17"/>
                  <a:gd name="T2" fmla="*/ 0 w 17"/>
                  <a:gd name="T3" fmla="*/ 245 h 17"/>
                  <a:gd name="T4" fmla="*/ 255 w 17"/>
                  <a:gd name="T5" fmla="*/ 257 h 17"/>
                  <a:gd name="T6" fmla="*/ 255 w 17"/>
                  <a:gd name="T7" fmla="*/ 257 h 17"/>
                  <a:gd name="T8" fmla="*/ 63 w 17"/>
                  <a:gd name="T9" fmla="*/ 3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2" y="0"/>
                    </a:moveTo>
                    <a:cubicBezTo>
                      <a:pt x="2" y="5"/>
                      <a:pt x="6" y="10"/>
                      <a:pt x="0" y="16"/>
                    </a:cubicBezTo>
                    <a:cubicBezTo>
                      <a:pt x="6" y="16"/>
                      <a:pt x="10" y="15"/>
                      <a:pt x="16" y="17"/>
                    </a:cubicBezTo>
                    <a:cubicBezTo>
                      <a:pt x="17" y="17"/>
                      <a:pt x="17" y="17"/>
                      <a:pt x="16" y="17"/>
                    </a:cubicBezTo>
                    <a:cubicBezTo>
                      <a:pt x="12" y="12"/>
                      <a:pt x="7" y="8"/>
                      <a:pt x="4" y="2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1" name="Freeform 280">
                <a:extLst>
                  <a:ext uri="{FF2B5EF4-FFF2-40B4-BE49-F238E27FC236}">
                    <a16:creationId xmlns:a16="http://schemas.microsoft.com/office/drawing/2014/main" id="{FCB4E5E8-57C2-4759-978E-077346FF7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942"/>
                <a:ext cx="80" cy="68"/>
              </a:xfrm>
              <a:custGeom>
                <a:avLst/>
                <a:gdLst>
                  <a:gd name="T0" fmla="*/ 300 w 32"/>
                  <a:gd name="T1" fmla="*/ 0 h 27"/>
                  <a:gd name="T2" fmla="*/ 500 w 32"/>
                  <a:gd name="T3" fmla="*/ 242 h 27"/>
                  <a:gd name="T4" fmla="*/ 0 w 32"/>
                  <a:gd name="T5" fmla="*/ 335 h 27"/>
                  <a:gd name="T6" fmla="*/ 283 w 32"/>
                  <a:gd name="T7" fmla="*/ 254 h 27"/>
                  <a:gd name="T8" fmla="*/ 283 w 32"/>
                  <a:gd name="T9" fmla="*/ 5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7">
                    <a:moveTo>
                      <a:pt x="19" y="0"/>
                    </a:moveTo>
                    <a:cubicBezTo>
                      <a:pt x="15" y="9"/>
                      <a:pt x="27" y="12"/>
                      <a:pt x="32" y="15"/>
                    </a:cubicBezTo>
                    <a:cubicBezTo>
                      <a:pt x="23" y="27"/>
                      <a:pt x="13" y="27"/>
                      <a:pt x="0" y="21"/>
                    </a:cubicBezTo>
                    <a:cubicBezTo>
                      <a:pt x="5" y="21"/>
                      <a:pt x="14" y="20"/>
                      <a:pt x="18" y="16"/>
                    </a:cubicBezTo>
                    <a:cubicBezTo>
                      <a:pt x="23" y="11"/>
                      <a:pt x="17" y="8"/>
                      <a:pt x="18" y="3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2" name="Freeform 281">
                <a:extLst>
                  <a:ext uri="{FF2B5EF4-FFF2-40B4-BE49-F238E27FC236}">
                    <a16:creationId xmlns:a16="http://schemas.microsoft.com/office/drawing/2014/main" id="{D9FEFBE2-0F44-4116-A35D-54813635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237"/>
                <a:ext cx="67" cy="38"/>
              </a:xfrm>
              <a:custGeom>
                <a:avLst/>
                <a:gdLst>
                  <a:gd name="T0" fmla="*/ 412 w 27"/>
                  <a:gd name="T1" fmla="*/ 20 h 15"/>
                  <a:gd name="T2" fmla="*/ 196 w 27"/>
                  <a:gd name="T3" fmla="*/ 243 h 15"/>
                  <a:gd name="T4" fmla="*/ 0 w 27"/>
                  <a:gd name="T5" fmla="*/ 0 h 15"/>
                  <a:gd name="T6" fmla="*/ 350 w 27"/>
                  <a:gd name="T7" fmla="*/ 2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5">
                    <a:moveTo>
                      <a:pt x="27" y="1"/>
                    </a:moveTo>
                    <a:cubicBezTo>
                      <a:pt x="20" y="0"/>
                      <a:pt x="15" y="9"/>
                      <a:pt x="13" y="15"/>
                    </a:cubicBezTo>
                    <a:cubicBezTo>
                      <a:pt x="11" y="10"/>
                      <a:pt x="5" y="5"/>
                      <a:pt x="0" y="0"/>
                    </a:cubicBezTo>
                    <a:cubicBezTo>
                      <a:pt x="5" y="0"/>
                      <a:pt x="20" y="4"/>
                      <a:pt x="23" y="1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3" name="Freeform 282">
                <a:extLst>
                  <a:ext uri="{FF2B5EF4-FFF2-40B4-BE49-F238E27FC236}">
                    <a16:creationId xmlns:a16="http://schemas.microsoft.com/office/drawing/2014/main" id="{693C4D9B-65D5-4750-975F-4A2C152FB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145"/>
                <a:ext cx="47" cy="60"/>
              </a:xfrm>
              <a:custGeom>
                <a:avLst/>
                <a:gdLst>
                  <a:gd name="T0" fmla="*/ 134 w 19"/>
                  <a:gd name="T1" fmla="*/ 0 h 24"/>
                  <a:gd name="T2" fmla="*/ 0 w 19"/>
                  <a:gd name="T3" fmla="*/ 375 h 24"/>
                  <a:gd name="T4" fmla="*/ 287 w 19"/>
                  <a:gd name="T5" fmla="*/ 375 h 24"/>
                  <a:gd name="T6" fmla="*/ 215 w 19"/>
                  <a:gd name="T7" fmla="*/ 18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9" y="0"/>
                    </a:moveTo>
                    <a:cubicBezTo>
                      <a:pt x="11" y="10"/>
                      <a:pt x="11" y="19"/>
                      <a:pt x="0" y="24"/>
                    </a:cubicBezTo>
                    <a:cubicBezTo>
                      <a:pt x="7" y="23"/>
                      <a:pt x="12" y="20"/>
                      <a:pt x="19" y="24"/>
                    </a:cubicBezTo>
                    <a:cubicBezTo>
                      <a:pt x="18" y="20"/>
                      <a:pt x="14" y="17"/>
                      <a:pt x="14" y="12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4" name="Freeform 283">
                <a:extLst>
                  <a:ext uri="{FF2B5EF4-FFF2-40B4-BE49-F238E27FC236}">
                    <a16:creationId xmlns:a16="http://schemas.microsoft.com/office/drawing/2014/main" id="{D85C007D-46B8-4414-81A2-CF7B31666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147"/>
                <a:ext cx="33" cy="35"/>
              </a:xfrm>
              <a:custGeom>
                <a:avLst/>
                <a:gdLst>
                  <a:gd name="T0" fmla="*/ 0 w 13"/>
                  <a:gd name="T1" fmla="*/ 175 h 14"/>
                  <a:gd name="T2" fmla="*/ 213 w 13"/>
                  <a:gd name="T3" fmla="*/ 220 h 14"/>
                  <a:gd name="T4" fmla="*/ 129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11"/>
                    </a:moveTo>
                    <a:cubicBezTo>
                      <a:pt x="5" y="9"/>
                      <a:pt x="9" y="9"/>
                      <a:pt x="13" y="14"/>
                    </a:cubicBezTo>
                    <a:cubicBezTo>
                      <a:pt x="10" y="10"/>
                      <a:pt x="5" y="6"/>
                      <a:pt x="8" y="0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5" name="Freeform 284">
                <a:extLst>
                  <a:ext uri="{FF2B5EF4-FFF2-40B4-BE49-F238E27FC236}">
                    <a16:creationId xmlns:a16="http://schemas.microsoft.com/office/drawing/2014/main" id="{9192597D-3567-4899-A767-7FBED945B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270"/>
                <a:ext cx="75" cy="60"/>
              </a:xfrm>
              <a:custGeom>
                <a:avLst/>
                <a:gdLst>
                  <a:gd name="T0" fmla="*/ 113 w 30"/>
                  <a:gd name="T1" fmla="*/ 0 h 24"/>
                  <a:gd name="T2" fmla="*/ 0 w 30"/>
                  <a:gd name="T3" fmla="*/ 333 h 24"/>
                  <a:gd name="T4" fmla="*/ 333 w 30"/>
                  <a:gd name="T5" fmla="*/ 333 h 24"/>
                  <a:gd name="T6" fmla="*/ 250 w 30"/>
                  <a:gd name="T7" fmla="*/ 12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4">
                    <a:moveTo>
                      <a:pt x="7" y="0"/>
                    </a:moveTo>
                    <a:cubicBezTo>
                      <a:pt x="19" y="9"/>
                      <a:pt x="14" y="21"/>
                      <a:pt x="0" y="21"/>
                    </a:cubicBezTo>
                    <a:cubicBezTo>
                      <a:pt x="6" y="21"/>
                      <a:pt x="16" y="24"/>
                      <a:pt x="21" y="21"/>
                    </a:cubicBezTo>
                    <a:cubicBezTo>
                      <a:pt x="30" y="17"/>
                      <a:pt x="19" y="12"/>
                      <a:pt x="16" y="8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6" name="Freeform 285">
                <a:extLst>
                  <a:ext uri="{FF2B5EF4-FFF2-40B4-BE49-F238E27FC236}">
                    <a16:creationId xmlns:a16="http://schemas.microsoft.com/office/drawing/2014/main" id="{2F54FB2B-51F7-4B52-8438-8C8B25CD4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370"/>
                <a:ext cx="73" cy="65"/>
              </a:xfrm>
              <a:custGeom>
                <a:avLst/>
                <a:gdLst>
                  <a:gd name="T0" fmla="*/ 0 w 29"/>
                  <a:gd name="T1" fmla="*/ 208 h 26"/>
                  <a:gd name="T2" fmla="*/ 380 w 29"/>
                  <a:gd name="T3" fmla="*/ 408 h 26"/>
                  <a:gd name="T4" fmla="*/ 400 w 29"/>
                  <a:gd name="T5" fmla="*/ 113 h 26"/>
                  <a:gd name="T6" fmla="*/ 96 w 29"/>
                  <a:gd name="T7" fmla="*/ 12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6">
                    <a:moveTo>
                      <a:pt x="0" y="13"/>
                    </a:moveTo>
                    <a:cubicBezTo>
                      <a:pt x="11" y="6"/>
                      <a:pt x="26" y="12"/>
                      <a:pt x="24" y="26"/>
                    </a:cubicBezTo>
                    <a:cubicBezTo>
                      <a:pt x="25" y="20"/>
                      <a:pt x="29" y="13"/>
                      <a:pt x="25" y="7"/>
                    </a:cubicBezTo>
                    <a:cubicBezTo>
                      <a:pt x="21" y="0"/>
                      <a:pt x="10" y="4"/>
                      <a:pt x="6" y="8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7" name="Freeform 286">
                <a:extLst>
                  <a:ext uri="{FF2B5EF4-FFF2-40B4-BE49-F238E27FC236}">
                    <a16:creationId xmlns:a16="http://schemas.microsoft.com/office/drawing/2014/main" id="{480AC6AB-C586-4479-B324-47C69F81A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387"/>
                <a:ext cx="45" cy="68"/>
              </a:xfrm>
              <a:custGeom>
                <a:avLst/>
                <a:gdLst>
                  <a:gd name="T0" fmla="*/ 95 w 18"/>
                  <a:gd name="T1" fmla="*/ 431 h 27"/>
                  <a:gd name="T2" fmla="*/ 283 w 18"/>
                  <a:gd name="T3" fmla="*/ 242 h 27"/>
                  <a:gd name="T4" fmla="*/ 0 w 18"/>
                  <a:gd name="T5" fmla="*/ 0 h 27"/>
                  <a:gd name="T6" fmla="*/ 0 w 18"/>
                  <a:gd name="T7" fmla="*/ 2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7">
                    <a:moveTo>
                      <a:pt x="6" y="27"/>
                    </a:moveTo>
                    <a:cubicBezTo>
                      <a:pt x="8" y="22"/>
                      <a:pt x="9" y="11"/>
                      <a:pt x="18" y="15"/>
                    </a:cubicBezTo>
                    <a:cubicBezTo>
                      <a:pt x="11" y="12"/>
                      <a:pt x="7" y="3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8" name="Freeform 287">
                <a:extLst>
                  <a:ext uri="{FF2B5EF4-FFF2-40B4-BE49-F238E27FC236}">
                    <a16:creationId xmlns:a16="http://schemas.microsoft.com/office/drawing/2014/main" id="{507A9952-A521-4276-AB9F-7495AE603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212"/>
                <a:ext cx="43" cy="23"/>
              </a:xfrm>
              <a:custGeom>
                <a:avLst/>
                <a:gdLst>
                  <a:gd name="T0" fmla="*/ 0 w 17"/>
                  <a:gd name="T1" fmla="*/ 66 h 9"/>
                  <a:gd name="T2" fmla="*/ 192 w 17"/>
                  <a:gd name="T3" fmla="*/ 0 h 9"/>
                  <a:gd name="T4" fmla="*/ 276 w 17"/>
                  <a:gd name="T5" fmla="*/ 118 h 9"/>
                  <a:gd name="T6" fmla="*/ 0 w 17"/>
                  <a:gd name="T7" fmla="*/ 8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0" y="4"/>
                    </a:moveTo>
                    <a:cubicBezTo>
                      <a:pt x="4" y="3"/>
                      <a:pt x="8" y="2"/>
                      <a:pt x="12" y="0"/>
                    </a:cubicBezTo>
                    <a:cubicBezTo>
                      <a:pt x="13" y="3"/>
                      <a:pt x="15" y="5"/>
                      <a:pt x="17" y="7"/>
                    </a:cubicBezTo>
                    <a:cubicBezTo>
                      <a:pt x="13" y="9"/>
                      <a:pt x="5" y="6"/>
                      <a:pt x="0" y="5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99" name="Freeform 288">
                <a:extLst>
                  <a:ext uri="{FF2B5EF4-FFF2-40B4-BE49-F238E27FC236}">
                    <a16:creationId xmlns:a16="http://schemas.microsoft.com/office/drawing/2014/main" id="{946AD81F-5BFE-4F88-A04F-905533BE0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160"/>
                <a:ext cx="42" cy="17"/>
              </a:xfrm>
              <a:custGeom>
                <a:avLst/>
                <a:gdLst>
                  <a:gd name="T0" fmla="*/ 0 w 17"/>
                  <a:gd name="T1" fmla="*/ 41 h 7"/>
                  <a:gd name="T2" fmla="*/ 153 w 17"/>
                  <a:gd name="T3" fmla="*/ 0 h 7"/>
                  <a:gd name="T4" fmla="*/ 257 w 17"/>
                  <a:gd name="T5" fmla="*/ 100 h 7"/>
                  <a:gd name="T6" fmla="*/ 30 w 17"/>
                  <a:gd name="T7" fmla="*/ 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0" y="3"/>
                    </a:moveTo>
                    <a:cubicBezTo>
                      <a:pt x="3" y="4"/>
                      <a:pt x="7" y="2"/>
                      <a:pt x="10" y="0"/>
                    </a:cubicBezTo>
                    <a:cubicBezTo>
                      <a:pt x="12" y="3"/>
                      <a:pt x="16" y="5"/>
                      <a:pt x="17" y="7"/>
                    </a:cubicBezTo>
                    <a:cubicBezTo>
                      <a:pt x="13" y="5"/>
                      <a:pt x="7" y="5"/>
                      <a:pt x="2" y="3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0" name="Freeform 289">
                <a:extLst>
                  <a:ext uri="{FF2B5EF4-FFF2-40B4-BE49-F238E27FC236}">
                    <a16:creationId xmlns:a16="http://schemas.microsoft.com/office/drawing/2014/main" id="{21DE8244-FDE6-427D-B6DC-9C14819E7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502"/>
                <a:ext cx="63" cy="53"/>
              </a:xfrm>
              <a:custGeom>
                <a:avLst/>
                <a:gdLst>
                  <a:gd name="T0" fmla="*/ 0 w 25"/>
                  <a:gd name="T1" fmla="*/ 209 h 21"/>
                  <a:gd name="T2" fmla="*/ 305 w 25"/>
                  <a:gd name="T3" fmla="*/ 0 h 21"/>
                  <a:gd name="T4" fmla="*/ 401 w 25"/>
                  <a:gd name="T5" fmla="*/ 338 h 21"/>
                  <a:gd name="T6" fmla="*/ 63 w 25"/>
                  <a:gd name="T7" fmla="*/ 17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1">
                    <a:moveTo>
                      <a:pt x="0" y="13"/>
                    </a:moveTo>
                    <a:cubicBezTo>
                      <a:pt x="2" y="14"/>
                      <a:pt x="16" y="3"/>
                      <a:pt x="19" y="0"/>
                    </a:cubicBezTo>
                    <a:cubicBezTo>
                      <a:pt x="20" y="6"/>
                      <a:pt x="21" y="15"/>
                      <a:pt x="25" y="21"/>
                    </a:cubicBezTo>
                    <a:cubicBezTo>
                      <a:pt x="17" y="16"/>
                      <a:pt x="15" y="7"/>
                      <a:pt x="4" y="11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1" name="Freeform 290">
                <a:extLst>
                  <a:ext uri="{FF2B5EF4-FFF2-40B4-BE49-F238E27FC236}">
                    <a16:creationId xmlns:a16="http://schemas.microsoft.com/office/drawing/2014/main" id="{CD861918-61B5-460B-9064-C2AF13ADF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109"/>
                <a:ext cx="450" cy="453"/>
              </a:xfrm>
              <a:custGeom>
                <a:avLst/>
                <a:gdLst>
                  <a:gd name="T0" fmla="*/ 270 w 180"/>
                  <a:gd name="T1" fmla="*/ 1567 h 181"/>
                  <a:gd name="T2" fmla="*/ 208 w 180"/>
                  <a:gd name="T3" fmla="*/ 1942 h 181"/>
                  <a:gd name="T4" fmla="*/ 220 w 180"/>
                  <a:gd name="T5" fmla="*/ 2288 h 181"/>
                  <a:gd name="T6" fmla="*/ 0 w 180"/>
                  <a:gd name="T7" fmla="*/ 2776 h 181"/>
                  <a:gd name="T8" fmla="*/ 300 w 180"/>
                  <a:gd name="T9" fmla="*/ 2650 h 181"/>
                  <a:gd name="T10" fmla="*/ 488 w 180"/>
                  <a:gd name="T11" fmla="*/ 2430 h 181"/>
                  <a:gd name="T12" fmla="*/ 720 w 180"/>
                  <a:gd name="T13" fmla="*/ 2475 h 181"/>
                  <a:gd name="T14" fmla="*/ 1000 w 180"/>
                  <a:gd name="T15" fmla="*/ 2413 h 181"/>
                  <a:gd name="T16" fmla="*/ 1345 w 180"/>
                  <a:gd name="T17" fmla="*/ 2255 h 181"/>
                  <a:gd name="T18" fmla="*/ 1583 w 180"/>
                  <a:gd name="T19" fmla="*/ 2085 h 181"/>
                  <a:gd name="T20" fmla="*/ 2083 w 180"/>
                  <a:gd name="T21" fmla="*/ 1784 h 181"/>
                  <a:gd name="T22" fmla="*/ 2250 w 180"/>
                  <a:gd name="T23" fmla="*/ 1617 h 181"/>
                  <a:gd name="T24" fmla="*/ 2363 w 180"/>
                  <a:gd name="T25" fmla="*/ 1567 h 181"/>
                  <a:gd name="T26" fmla="*/ 2345 w 180"/>
                  <a:gd name="T27" fmla="*/ 1442 h 181"/>
                  <a:gd name="T28" fmla="*/ 2813 w 180"/>
                  <a:gd name="T29" fmla="*/ 1522 h 181"/>
                  <a:gd name="T30" fmla="*/ 2625 w 180"/>
                  <a:gd name="T31" fmla="*/ 1284 h 181"/>
                  <a:gd name="T32" fmla="*/ 2395 w 180"/>
                  <a:gd name="T33" fmla="*/ 1114 h 181"/>
                  <a:gd name="T34" fmla="*/ 2083 w 180"/>
                  <a:gd name="T35" fmla="*/ 563 h 181"/>
                  <a:gd name="T36" fmla="*/ 2300 w 180"/>
                  <a:gd name="T37" fmla="*/ 300 h 181"/>
                  <a:gd name="T38" fmla="*/ 2113 w 180"/>
                  <a:gd name="T39" fmla="*/ 125 h 181"/>
                  <a:gd name="T40" fmla="*/ 1863 w 180"/>
                  <a:gd name="T41" fmla="*/ 63 h 181"/>
                  <a:gd name="T42" fmla="*/ 1833 w 180"/>
                  <a:gd name="T43" fmla="*/ 375 h 181"/>
                  <a:gd name="T44" fmla="*/ 1675 w 180"/>
                  <a:gd name="T45" fmla="*/ 658 h 181"/>
                  <a:gd name="T46" fmla="*/ 1720 w 180"/>
                  <a:gd name="T47" fmla="*/ 813 h 181"/>
                  <a:gd name="T48" fmla="*/ 1988 w 180"/>
                  <a:gd name="T49" fmla="*/ 863 h 181"/>
                  <a:gd name="T50" fmla="*/ 2175 w 180"/>
                  <a:gd name="T51" fmla="*/ 1159 h 181"/>
                  <a:gd name="T52" fmla="*/ 1958 w 180"/>
                  <a:gd name="T53" fmla="*/ 1409 h 181"/>
                  <a:gd name="T54" fmla="*/ 1720 w 180"/>
                  <a:gd name="T55" fmla="*/ 1692 h 181"/>
                  <a:gd name="T56" fmla="*/ 1408 w 180"/>
                  <a:gd name="T57" fmla="*/ 1942 h 181"/>
                  <a:gd name="T58" fmla="*/ 1158 w 180"/>
                  <a:gd name="T59" fmla="*/ 1910 h 181"/>
                  <a:gd name="T60" fmla="*/ 500 w 180"/>
                  <a:gd name="T61" fmla="*/ 2160 h 181"/>
                  <a:gd name="T62" fmla="*/ 313 w 180"/>
                  <a:gd name="T63" fmla="*/ 1942 h 181"/>
                  <a:gd name="T64" fmla="*/ 345 w 180"/>
                  <a:gd name="T65" fmla="*/ 1784 h 181"/>
                  <a:gd name="T66" fmla="*/ 300 w 180"/>
                  <a:gd name="T67" fmla="*/ 1629 h 1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80" h="181">
                    <a:moveTo>
                      <a:pt x="17" y="100"/>
                    </a:moveTo>
                    <a:cubicBezTo>
                      <a:pt x="17" y="108"/>
                      <a:pt x="14" y="116"/>
                      <a:pt x="13" y="124"/>
                    </a:cubicBezTo>
                    <a:cubicBezTo>
                      <a:pt x="12" y="132"/>
                      <a:pt x="14" y="139"/>
                      <a:pt x="14" y="146"/>
                    </a:cubicBezTo>
                    <a:cubicBezTo>
                      <a:pt x="14" y="154"/>
                      <a:pt x="10" y="175"/>
                      <a:pt x="0" y="177"/>
                    </a:cubicBezTo>
                    <a:cubicBezTo>
                      <a:pt x="5" y="181"/>
                      <a:pt x="16" y="172"/>
                      <a:pt x="19" y="169"/>
                    </a:cubicBezTo>
                    <a:cubicBezTo>
                      <a:pt x="23" y="165"/>
                      <a:pt x="25" y="157"/>
                      <a:pt x="31" y="155"/>
                    </a:cubicBezTo>
                    <a:cubicBezTo>
                      <a:pt x="36" y="154"/>
                      <a:pt x="41" y="158"/>
                      <a:pt x="46" y="158"/>
                    </a:cubicBezTo>
                    <a:cubicBezTo>
                      <a:pt x="52" y="157"/>
                      <a:pt x="58" y="155"/>
                      <a:pt x="64" y="154"/>
                    </a:cubicBezTo>
                    <a:cubicBezTo>
                      <a:pt x="72" y="152"/>
                      <a:pt x="80" y="149"/>
                      <a:pt x="86" y="144"/>
                    </a:cubicBezTo>
                    <a:cubicBezTo>
                      <a:pt x="91" y="140"/>
                      <a:pt x="94" y="135"/>
                      <a:pt x="101" y="133"/>
                    </a:cubicBezTo>
                    <a:cubicBezTo>
                      <a:pt x="115" y="128"/>
                      <a:pt x="126" y="130"/>
                      <a:pt x="133" y="114"/>
                    </a:cubicBezTo>
                    <a:cubicBezTo>
                      <a:pt x="136" y="108"/>
                      <a:pt x="138" y="106"/>
                      <a:pt x="144" y="103"/>
                    </a:cubicBezTo>
                    <a:cubicBezTo>
                      <a:pt x="146" y="102"/>
                      <a:pt x="149" y="102"/>
                      <a:pt x="151" y="100"/>
                    </a:cubicBezTo>
                    <a:cubicBezTo>
                      <a:pt x="153" y="96"/>
                      <a:pt x="149" y="96"/>
                      <a:pt x="150" y="92"/>
                    </a:cubicBezTo>
                    <a:cubicBezTo>
                      <a:pt x="152" y="82"/>
                      <a:pt x="175" y="93"/>
                      <a:pt x="180" y="97"/>
                    </a:cubicBezTo>
                    <a:cubicBezTo>
                      <a:pt x="175" y="93"/>
                      <a:pt x="172" y="87"/>
                      <a:pt x="168" y="82"/>
                    </a:cubicBezTo>
                    <a:cubicBezTo>
                      <a:pt x="164" y="76"/>
                      <a:pt x="159" y="75"/>
                      <a:pt x="153" y="71"/>
                    </a:cubicBezTo>
                    <a:cubicBezTo>
                      <a:pt x="143" y="65"/>
                      <a:pt x="127" y="49"/>
                      <a:pt x="133" y="36"/>
                    </a:cubicBezTo>
                    <a:cubicBezTo>
                      <a:pt x="135" y="29"/>
                      <a:pt x="145" y="26"/>
                      <a:pt x="147" y="19"/>
                    </a:cubicBezTo>
                    <a:cubicBezTo>
                      <a:pt x="149" y="12"/>
                      <a:pt x="141" y="11"/>
                      <a:pt x="135" y="8"/>
                    </a:cubicBezTo>
                    <a:cubicBezTo>
                      <a:pt x="131" y="6"/>
                      <a:pt x="124" y="0"/>
                      <a:pt x="119" y="4"/>
                    </a:cubicBezTo>
                    <a:cubicBezTo>
                      <a:pt x="115" y="7"/>
                      <a:pt x="118" y="18"/>
                      <a:pt x="117" y="24"/>
                    </a:cubicBezTo>
                    <a:cubicBezTo>
                      <a:pt x="116" y="31"/>
                      <a:pt x="111" y="36"/>
                      <a:pt x="107" y="42"/>
                    </a:cubicBezTo>
                    <a:cubicBezTo>
                      <a:pt x="103" y="48"/>
                      <a:pt x="101" y="51"/>
                      <a:pt x="110" y="52"/>
                    </a:cubicBezTo>
                    <a:cubicBezTo>
                      <a:pt x="116" y="52"/>
                      <a:pt x="122" y="51"/>
                      <a:pt x="127" y="55"/>
                    </a:cubicBezTo>
                    <a:cubicBezTo>
                      <a:pt x="132" y="59"/>
                      <a:pt x="139" y="68"/>
                      <a:pt x="139" y="74"/>
                    </a:cubicBezTo>
                    <a:cubicBezTo>
                      <a:pt x="139" y="81"/>
                      <a:pt x="129" y="85"/>
                      <a:pt x="125" y="90"/>
                    </a:cubicBezTo>
                    <a:cubicBezTo>
                      <a:pt x="120" y="96"/>
                      <a:pt x="115" y="103"/>
                      <a:pt x="110" y="108"/>
                    </a:cubicBezTo>
                    <a:cubicBezTo>
                      <a:pt x="105" y="113"/>
                      <a:pt x="96" y="121"/>
                      <a:pt x="90" y="124"/>
                    </a:cubicBezTo>
                    <a:cubicBezTo>
                      <a:pt x="84" y="126"/>
                      <a:pt x="79" y="123"/>
                      <a:pt x="74" y="122"/>
                    </a:cubicBezTo>
                    <a:cubicBezTo>
                      <a:pt x="58" y="119"/>
                      <a:pt x="49" y="140"/>
                      <a:pt x="32" y="138"/>
                    </a:cubicBezTo>
                    <a:cubicBezTo>
                      <a:pt x="25" y="137"/>
                      <a:pt x="19" y="132"/>
                      <a:pt x="20" y="124"/>
                    </a:cubicBezTo>
                    <a:cubicBezTo>
                      <a:pt x="20" y="120"/>
                      <a:pt x="23" y="118"/>
                      <a:pt x="22" y="114"/>
                    </a:cubicBezTo>
                    <a:cubicBezTo>
                      <a:pt x="21" y="110"/>
                      <a:pt x="18" y="108"/>
                      <a:pt x="19" y="104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2" name="Freeform 291">
                <a:extLst>
                  <a:ext uri="{FF2B5EF4-FFF2-40B4-BE49-F238E27FC236}">
                    <a16:creationId xmlns:a16="http://schemas.microsoft.com/office/drawing/2014/main" id="{EF3C0E03-13EB-4B44-8E38-F7EC51094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142"/>
                <a:ext cx="120" cy="240"/>
              </a:xfrm>
              <a:custGeom>
                <a:avLst/>
                <a:gdLst>
                  <a:gd name="T0" fmla="*/ 33 w 48"/>
                  <a:gd name="T1" fmla="*/ 238 h 96"/>
                  <a:gd name="T2" fmla="*/ 488 w 48"/>
                  <a:gd name="T3" fmla="*/ 95 h 96"/>
                  <a:gd name="T4" fmla="*/ 688 w 48"/>
                  <a:gd name="T5" fmla="*/ 270 h 96"/>
                  <a:gd name="T6" fmla="*/ 688 w 48"/>
                  <a:gd name="T7" fmla="*/ 488 h 96"/>
                  <a:gd name="T8" fmla="*/ 720 w 48"/>
                  <a:gd name="T9" fmla="*/ 688 h 96"/>
                  <a:gd name="T10" fmla="*/ 563 w 48"/>
                  <a:gd name="T11" fmla="*/ 958 h 96"/>
                  <a:gd name="T12" fmla="*/ 520 w 48"/>
                  <a:gd name="T13" fmla="*/ 1500 h 96"/>
                  <a:gd name="T14" fmla="*/ 500 w 48"/>
                  <a:gd name="T15" fmla="*/ 925 h 96"/>
                  <a:gd name="T16" fmla="*/ 500 w 48"/>
                  <a:gd name="T17" fmla="*/ 470 h 96"/>
                  <a:gd name="T18" fmla="*/ 300 w 48"/>
                  <a:gd name="T19" fmla="*/ 220 h 96"/>
                  <a:gd name="T20" fmla="*/ 0 w 48"/>
                  <a:gd name="T21" fmla="*/ 313 h 96"/>
                  <a:gd name="T22" fmla="*/ 0 w 48"/>
                  <a:gd name="T23" fmla="*/ 283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96">
                    <a:moveTo>
                      <a:pt x="2" y="15"/>
                    </a:moveTo>
                    <a:cubicBezTo>
                      <a:pt x="9" y="7"/>
                      <a:pt x="21" y="0"/>
                      <a:pt x="31" y="6"/>
                    </a:cubicBezTo>
                    <a:cubicBezTo>
                      <a:pt x="34" y="8"/>
                      <a:pt x="42" y="13"/>
                      <a:pt x="44" y="17"/>
                    </a:cubicBezTo>
                    <a:cubicBezTo>
                      <a:pt x="46" y="21"/>
                      <a:pt x="43" y="26"/>
                      <a:pt x="44" y="31"/>
                    </a:cubicBezTo>
                    <a:cubicBezTo>
                      <a:pt x="46" y="37"/>
                      <a:pt x="48" y="38"/>
                      <a:pt x="46" y="44"/>
                    </a:cubicBezTo>
                    <a:cubicBezTo>
                      <a:pt x="43" y="50"/>
                      <a:pt x="39" y="55"/>
                      <a:pt x="36" y="61"/>
                    </a:cubicBezTo>
                    <a:cubicBezTo>
                      <a:pt x="32" y="71"/>
                      <a:pt x="34" y="85"/>
                      <a:pt x="33" y="96"/>
                    </a:cubicBezTo>
                    <a:cubicBezTo>
                      <a:pt x="22" y="94"/>
                      <a:pt x="29" y="66"/>
                      <a:pt x="32" y="59"/>
                    </a:cubicBezTo>
                    <a:cubicBezTo>
                      <a:pt x="35" y="49"/>
                      <a:pt x="36" y="41"/>
                      <a:pt x="32" y="30"/>
                    </a:cubicBezTo>
                    <a:cubicBezTo>
                      <a:pt x="29" y="23"/>
                      <a:pt x="28" y="14"/>
                      <a:pt x="19" y="14"/>
                    </a:cubicBezTo>
                    <a:cubicBezTo>
                      <a:pt x="15" y="14"/>
                      <a:pt x="3" y="18"/>
                      <a:pt x="0" y="20"/>
                    </a:cubicBezTo>
                    <a:cubicBezTo>
                      <a:pt x="0" y="20"/>
                      <a:pt x="0" y="19"/>
                      <a:pt x="0" y="18"/>
                    </a:cubicBezTo>
                  </a:path>
                </a:pathLst>
              </a:custGeom>
              <a:solidFill>
                <a:srgbClr val="F4E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3" name="Freeform 292">
                <a:extLst>
                  <a:ext uri="{FF2B5EF4-FFF2-40B4-BE49-F238E27FC236}">
                    <a16:creationId xmlns:a16="http://schemas.microsoft.com/office/drawing/2014/main" id="{007478F2-2C5B-4BCE-A7DC-14D3A0259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017"/>
                <a:ext cx="177" cy="245"/>
              </a:xfrm>
              <a:custGeom>
                <a:avLst/>
                <a:gdLst>
                  <a:gd name="T0" fmla="*/ 0 w 71"/>
                  <a:gd name="T1" fmla="*/ 0 h 98"/>
                  <a:gd name="T2" fmla="*/ 416 w 71"/>
                  <a:gd name="T3" fmla="*/ 425 h 98"/>
                  <a:gd name="T4" fmla="*/ 386 w 71"/>
                  <a:gd name="T5" fmla="*/ 875 h 98"/>
                  <a:gd name="T6" fmla="*/ 591 w 71"/>
                  <a:gd name="T7" fmla="*/ 1063 h 98"/>
                  <a:gd name="T8" fmla="*/ 591 w 71"/>
                  <a:gd name="T9" fmla="*/ 1333 h 98"/>
                  <a:gd name="T10" fmla="*/ 745 w 71"/>
                  <a:gd name="T11" fmla="*/ 1470 h 98"/>
                  <a:gd name="T12" fmla="*/ 1037 w 71"/>
                  <a:gd name="T13" fmla="*/ 1488 h 98"/>
                  <a:gd name="T14" fmla="*/ 1099 w 71"/>
                  <a:gd name="T15" fmla="*/ 1270 h 98"/>
                  <a:gd name="T16" fmla="*/ 870 w 71"/>
                  <a:gd name="T17" fmla="*/ 1300 h 98"/>
                  <a:gd name="T18" fmla="*/ 728 w 71"/>
                  <a:gd name="T19" fmla="*/ 1050 h 98"/>
                  <a:gd name="T20" fmla="*/ 653 w 71"/>
                  <a:gd name="T21" fmla="*/ 813 h 98"/>
                  <a:gd name="T22" fmla="*/ 621 w 71"/>
                  <a:gd name="T23" fmla="*/ 583 h 98"/>
                  <a:gd name="T24" fmla="*/ 496 w 71"/>
                  <a:gd name="T25" fmla="*/ 208 h 98"/>
                  <a:gd name="T26" fmla="*/ 75 w 71"/>
                  <a:gd name="T27" fmla="*/ 0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1" h="98">
                    <a:moveTo>
                      <a:pt x="0" y="0"/>
                    </a:moveTo>
                    <a:cubicBezTo>
                      <a:pt x="17" y="0"/>
                      <a:pt x="24" y="11"/>
                      <a:pt x="27" y="27"/>
                    </a:cubicBezTo>
                    <a:cubicBezTo>
                      <a:pt x="29" y="37"/>
                      <a:pt x="17" y="48"/>
                      <a:pt x="25" y="56"/>
                    </a:cubicBezTo>
                    <a:cubicBezTo>
                      <a:pt x="29" y="60"/>
                      <a:pt x="35" y="62"/>
                      <a:pt x="38" y="68"/>
                    </a:cubicBezTo>
                    <a:cubicBezTo>
                      <a:pt x="40" y="74"/>
                      <a:pt x="37" y="79"/>
                      <a:pt x="38" y="85"/>
                    </a:cubicBezTo>
                    <a:cubicBezTo>
                      <a:pt x="39" y="92"/>
                      <a:pt x="42" y="93"/>
                      <a:pt x="48" y="94"/>
                    </a:cubicBezTo>
                    <a:cubicBezTo>
                      <a:pt x="52" y="95"/>
                      <a:pt x="63" y="98"/>
                      <a:pt x="67" y="95"/>
                    </a:cubicBezTo>
                    <a:cubicBezTo>
                      <a:pt x="71" y="93"/>
                      <a:pt x="70" y="85"/>
                      <a:pt x="71" y="81"/>
                    </a:cubicBezTo>
                    <a:cubicBezTo>
                      <a:pt x="66" y="82"/>
                      <a:pt x="62" y="86"/>
                      <a:pt x="56" y="83"/>
                    </a:cubicBezTo>
                    <a:cubicBezTo>
                      <a:pt x="49" y="80"/>
                      <a:pt x="48" y="73"/>
                      <a:pt x="47" y="67"/>
                    </a:cubicBezTo>
                    <a:cubicBezTo>
                      <a:pt x="46" y="61"/>
                      <a:pt x="45" y="56"/>
                      <a:pt x="42" y="52"/>
                    </a:cubicBezTo>
                    <a:cubicBezTo>
                      <a:pt x="38" y="45"/>
                      <a:pt x="38" y="45"/>
                      <a:pt x="40" y="37"/>
                    </a:cubicBezTo>
                    <a:cubicBezTo>
                      <a:pt x="42" y="27"/>
                      <a:pt x="35" y="21"/>
                      <a:pt x="32" y="13"/>
                    </a:cubicBezTo>
                    <a:cubicBezTo>
                      <a:pt x="28" y="4"/>
                      <a:pt x="14" y="2"/>
                      <a:pt x="5" y="0"/>
                    </a:cubicBezTo>
                  </a:path>
                </a:pathLst>
              </a:custGeom>
              <a:solidFill>
                <a:srgbClr val="F4E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4" name="Freeform 293">
                <a:extLst>
                  <a:ext uri="{FF2B5EF4-FFF2-40B4-BE49-F238E27FC236}">
                    <a16:creationId xmlns:a16="http://schemas.microsoft.com/office/drawing/2014/main" id="{49474C96-0F1B-4CF3-BD2F-4DAD695F0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819"/>
                <a:ext cx="350" cy="230"/>
              </a:xfrm>
              <a:custGeom>
                <a:avLst/>
                <a:gdLst>
                  <a:gd name="T0" fmla="*/ 270 w 140"/>
                  <a:gd name="T1" fmla="*/ 50 h 92"/>
                  <a:gd name="T2" fmla="*/ 220 w 140"/>
                  <a:gd name="T3" fmla="*/ 50 h 92"/>
                  <a:gd name="T4" fmla="*/ 188 w 140"/>
                  <a:gd name="T5" fmla="*/ 375 h 92"/>
                  <a:gd name="T6" fmla="*/ 33 w 140"/>
                  <a:gd name="T7" fmla="*/ 595 h 92"/>
                  <a:gd name="T8" fmla="*/ 333 w 140"/>
                  <a:gd name="T9" fmla="*/ 645 h 92"/>
                  <a:gd name="T10" fmla="*/ 625 w 140"/>
                  <a:gd name="T11" fmla="*/ 625 h 92"/>
                  <a:gd name="T12" fmla="*/ 1345 w 140"/>
                  <a:gd name="T13" fmla="*/ 583 h 92"/>
                  <a:gd name="T14" fmla="*/ 1613 w 140"/>
                  <a:gd name="T15" fmla="*/ 770 h 92"/>
                  <a:gd name="T16" fmla="*/ 1750 w 140"/>
                  <a:gd name="T17" fmla="*/ 1083 h 92"/>
                  <a:gd name="T18" fmla="*/ 1908 w 140"/>
                  <a:gd name="T19" fmla="*/ 1238 h 92"/>
                  <a:gd name="T20" fmla="*/ 1938 w 140"/>
                  <a:gd name="T21" fmla="*/ 1438 h 92"/>
                  <a:gd name="T22" fmla="*/ 2145 w 140"/>
                  <a:gd name="T23" fmla="*/ 1270 h 92"/>
                  <a:gd name="T24" fmla="*/ 2063 w 140"/>
                  <a:gd name="T25" fmla="*/ 1063 h 92"/>
                  <a:gd name="T26" fmla="*/ 1770 w 140"/>
                  <a:gd name="T27" fmla="*/ 908 h 92"/>
                  <a:gd name="T28" fmla="*/ 1688 w 140"/>
                  <a:gd name="T29" fmla="*/ 658 h 92"/>
                  <a:gd name="T30" fmla="*/ 1488 w 140"/>
                  <a:gd name="T31" fmla="*/ 533 h 92"/>
                  <a:gd name="T32" fmla="*/ 1250 w 140"/>
                  <a:gd name="T33" fmla="*/ 438 h 92"/>
                  <a:gd name="T34" fmla="*/ 1033 w 140"/>
                  <a:gd name="T35" fmla="*/ 313 h 92"/>
                  <a:gd name="T36" fmla="*/ 813 w 140"/>
                  <a:gd name="T37" fmla="*/ 238 h 92"/>
                  <a:gd name="T38" fmla="*/ 470 w 140"/>
                  <a:gd name="T39" fmla="*/ 220 h 92"/>
                  <a:gd name="T40" fmla="*/ 408 w 140"/>
                  <a:gd name="T41" fmla="*/ 0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0" h="92">
                    <a:moveTo>
                      <a:pt x="17" y="3"/>
                    </a:moveTo>
                    <a:cubicBezTo>
                      <a:pt x="16" y="3"/>
                      <a:pt x="15" y="3"/>
                      <a:pt x="14" y="3"/>
                    </a:cubicBezTo>
                    <a:cubicBezTo>
                      <a:pt x="15" y="10"/>
                      <a:pt x="18" y="17"/>
                      <a:pt x="12" y="24"/>
                    </a:cubicBezTo>
                    <a:cubicBezTo>
                      <a:pt x="8" y="29"/>
                      <a:pt x="0" y="30"/>
                      <a:pt x="2" y="38"/>
                    </a:cubicBezTo>
                    <a:cubicBezTo>
                      <a:pt x="4" y="47"/>
                      <a:pt x="14" y="43"/>
                      <a:pt x="21" y="41"/>
                    </a:cubicBezTo>
                    <a:cubicBezTo>
                      <a:pt x="28" y="39"/>
                      <a:pt x="34" y="40"/>
                      <a:pt x="40" y="40"/>
                    </a:cubicBezTo>
                    <a:cubicBezTo>
                      <a:pt x="55" y="41"/>
                      <a:pt x="71" y="33"/>
                      <a:pt x="86" y="37"/>
                    </a:cubicBezTo>
                    <a:cubicBezTo>
                      <a:pt x="92" y="39"/>
                      <a:pt x="100" y="43"/>
                      <a:pt x="103" y="49"/>
                    </a:cubicBezTo>
                    <a:cubicBezTo>
                      <a:pt x="107" y="57"/>
                      <a:pt x="106" y="62"/>
                      <a:pt x="112" y="69"/>
                    </a:cubicBezTo>
                    <a:cubicBezTo>
                      <a:pt x="115" y="72"/>
                      <a:pt x="120" y="75"/>
                      <a:pt x="122" y="79"/>
                    </a:cubicBezTo>
                    <a:cubicBezTo>
                      <a:pt x="123" y="83"/>
                      <a:pt x="123" y="88"/>
                      <a:pt x="124" y="92"/>
                    </a:cubicBezTo>
                    <a:cubicBezTo>
                      <a:pt x="127" y="91"/>
                      <a:pt x="135" y="84"/>
                      <a:pt x="137" y="81"/>
                    </a:cubicBezTo>
                    <a:cubicBezTo>
                      <a:pt x="140" y="75"/>
                      <a:pt x="137" y="71"/>
                      <a:pt x="132" y="68"/>
                    </a:cubicBezTo>
                    <a:cubicBezTo>
                      <a:pt x="125" y="65"/>
                      <a:pt x="116" y="67"/>
                      <a:pt x="113" y="58"/>
                    </a:cubicBezTo>
                    <a:cubicBezTo>
                      <a:pt x="110" y="52"/>
                      <a:pt x="113" y="47"/>
                      <a:pt x="108" y="42"/>
                    </a:cubicBezTo>
                    <a:cubicBezTo>
                      <a:pt x="104" y="39"/>
                      <a:pt x="99" y="37"/>
                      <a:pt x="95" y="34"/>
                    </a:cubicBezTo>
                    <a:cubicBezTo>
                      <a:pt x="89" y="28"/>
                      <a:pt x="88" y="29"/>
                      <a:pt x="80" y="28"/>
                    </a:cubicBezTo>
                    <a:cubicBezTo>
                      <a:pt x="71" y="28"/>
                      <a:pt x="69" y="27"/>
                      <a:pt x="66" y="20"/>
                    </a:cubicBezTo>
                    <a:cubicBezTo>
                      <a:pt x="62" y="11"/>
                      <a:pt x="60" y="12"/>
                      <a:pt x="52" y="15"/>
                    </a:cubicBezTo>
                    <a:cubicBezTo>
                      <a:pt x="46" y="17"/>
                      <a:pt x="33" y="23"/>
                      <a:pt x="30" y="14"/>
                    </a:cubicBezTo>
                    <a:cubicBezTo>
                      <a:pt x="28" y="5"/>
                      <a:pt x="38" y="1"/>
                      <a:pt x="26" y="0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5" name="Freeform 294">
                <a:extLst>
                  <a:ext uri="{FF2B5EF4-FFF2-40B4-BE49-F238E27FC236}">
                    <a16:creationId xmlns:a16="http://schemas.microsoft.com/office/drawing/2014/main" id="{488A9D6A-2D18-48A8-B25A-846940D1D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864"/>
                <a:ext cx="568" cy="220"/>
              </a:xfrm>
              <a:custGeom>
                <a:avLst/>
                <a:gdLst>
                  <a:gd name="T0" fmla="*/ 0 w 227"/>
                  <a:gd name="T1" fmla="*/ 0 h 88"/>
                  <a:gd name="T2" fmla="*/ 1284 w 227"/>
                  <a:gd name="T3" fmla="*/ 345 h 88"/>
                  <a:gd name="T4" fmla="*/ 1534 w 227"/>
                  <a:gd name="T5" fmla="*/ 438 h 88"/>
                  <a:gd name="T6" fmla="*/ 1804 w 227"/>
                  <a:gd name="T7" fmla="*/ 488 h 88"/>
                  <a:gd name="T8" fmla="*/ 2222 w 227"/>
                  <a:gd name="T9" fmla="*/ 750 h 88"/>
                  <a:gd name="T10" fmla="*/ 2430 w 227"/>
                  <a:gd name="T11" fmla="*/ 783 h 88"/>
                  <a:gd name="T12" fmla="*/ 2567 w 227"/>
                  <a:gd name="T13" fmla="*/ 938 h 88"/>
                  <a:gd name="T14" fmla="*/ 2785 w 227"/>
                  <a:gd name="T15" fmla="*/ 958 h 88"/>
                  <a:gd name="T16" fmla="*/ 2993 w 227"/>
                  <a:gd name="T17" fmla="*/ 1050 h 88"/>
                  <a:gd name="T18" fmla="*/ 3413 w 227"/>
                  <a:gd name="T19" fmla="*/ 1000 h 88"/>
                  <a:gd name="T20" fmla="*/ 3556 w 227"/>
                  <a:gd name="T21" fmla="*/ 1375 h 88"/>
                  <a:gd name="T22" fmla="*/ 3025 w 227"/>
                  <a:gd name="T23" fmla="*/ 1113 h 88"/>
                  <a:gd name="T24" fmla="*/ 2472 w 227"/>
                  <a:gd name="T25" fmla="*/ 988 h 88"/>
                  <a:gd name="T26" fmla="*/ 1992 w 227"/>
                  <a:gd name="T27" fmla="*/ 720 h 88"/>
                  <a:gd name="T28" fmla="*/ 1521 w 227"/>
                  <a:gd name="T29" fmla="*/ 500 h 88"/>
                  <a:gd name="T30" fmla="*/ 1146 w 227"/>
                  <a:gd name="T31" fmla="*/ 500 h 88"/>
                  <a:gd name="T32" fmla="*/ 813 w 227"/>
                  <a:gd name="T33" fmla="*/ 625 h 88"/>
                  <a:gd name="T34" fmla="*/ 876 w 227"/>
                  <a:gd name="T35" fmla="*/ 408 h 88"/>
                  <a:gd name="T36" fmla="*/ 688 w 227"/>
                  <a:gd name="T37" fmla="*/ 250 h 88"/>
                  <a:gd name="T38" fmla="*/ 520 w 227"/>
                  <a:gd name="T39" fmla="*/ 113 h 88"/>
                  <a:gd name="T40" fmla="*/ 283 w 227"/>
                  <a:gd name="T41" fmla="*/ 50 h 8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27" h="88">
                    <a:moveTo>
                      <a:pt x="0" y="0"/>
                    </a:moveTo>
                    <a:cubicBezTo>
                      <a:pt x="30" y="0"/>
                      <a:pt x="55" y="10"/>
                      <a:pt x="82" y="22"/>
                    </a:cubicBezTo>
                    <a:cubicBezTo>
                      <a:pt x="87" y="24"/>
                      <a:pt x="92" y="27"/>
                      <a:pt x="98" y="28"/>
                    </a:cubicBezTo>
                    <a:cubicBezTo>
                      <a:pt x="103" y="30"/>
                      <a:pt x="109" y="30"/>
                      <a:pt x="115" y="31"/>
                    </a:cubicBezTo>
                    <a:cubicBezTo>
                      <a:pt x="127" y="34"/>
                      <a:pt x="130" y="46"/>
                      <a:pt x="142" y="48"/>
                    </a:cubicBezTo>
                    <a:cubicBezTo>
                      <a:pt x="146" y="48"/>
                      <a:pt x="152" y="48"/>
                      <a:pt x="155" y="50"/>
                    </a:cubicBezTo>
                    <a:cubicBezTo>
                      <a:pt x="159" y="52"/>
                      <a:pt x="160" y="58"/>
                      <a:pt x="164" y="60"/>
                    </a:cubicBezTo>
                    <a:cubicBezTo>
                      <a:pt x="169" y="62"/>
                      <a:pt x="174" y="60"/>
                      <a:pt x="178" y="61"/>
                    </a:cubicBezTo>
                    <a:cubicBezTo>
                      <a:pt x="183" y="62"/>
                      <a:pt x="186" y="65"/>
                      <a:pt x="191" y="67"/>
                    </a:cubicBezTo>
                    <a:cubicBezTo>
                      <a:pt x="201" y="69"/>
                      <a:pt x="209" y="62"/>
                      <a:pt x="218" y="64"/>
                    </a:cubicBezTo>
                    <a:cubicBezTo>
                      <a:pt x="226" y="65"/>
                      <a:pt x="227" y="81"/>
                      <a:pt x="227" y="88"/>
                    </a:cubicBezTo>
                    <a:cubicBezTo>
                      <a:pt x="217" y="82"/>
                      <a:pt x="205" y="71"/>
                      <a:pt x="193" y="71"/>
                    </a:cubicBezTo>
                    <a:cubicBezTo>
                      <a:pt x="180" y="71"/>
                      <a:pt x="168" y="73"/>
                      <a:pt x="158" y="63"/>
                    </a:cubicBezTo>
                    <a:cubicBezTo>
                      <a:pt x="149" y="54"/>
                      <a:pt x="139" y="49"/>
                      <a:pt x="127" y="46"/>
                    </a:cubicBezTo>
                    <a:cubicBezTo>
                      <a:pt x="116" y="43"/>
                      <a:pt x="108" y="35"/>
                      <a:pt x="97" y="32"/>
                    </a:cubicBezTo>
                    <a:cubicBezTo>
                      <a:pt x="90" y="30"/>
                      <a:pt x="80" y="29"/>
                      <a:pt x="73" y="32"/>
                    </a:cubicBezTo>
                    <a:cubicBezTo>
                      <a:pt x="66" y="34"/>
                      <a:pt x="60" y="43"/>
                      <a:pt x="52" y="40"/>
                    </a:cubicBezTo>
                    <a:cubicBezTo>
                      <a:pt x="54" y="35"/>
                      <a:pt x="59" y="33"/>
                      <a:pt x="56" y="26"/>
                    </a:cubicBezTo>
                    <a:cubicBezTo>
                      <a:pt x="54" y="21"/>
                      <a:pt x="48" y="20"/>
                      <a:pt x="44" y="16"/>
                    </a:cubicBezTo>
                    <a:cubicBezTo>
                      <a:pt x="39" y="12"/>
                      <a:pt x="39" y="10"/>
                      <a:pt x="33" y="7"/>
                    </a:cubicBezTo>
                    <a:cubicBezTo>
                      <a:pt x="28" y="5"/>
                      <a:pt x="24" y="3"/>
                      <a:pt x="18" y="3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6" name="Freeform 295">
                <a:extLst>
                  <a:ext uri="{FF2B5EF4-FFF2-40B4-BE49-F238E27FC236}">
                    <a16:creationId xmlns:a16="http://schemas.microsoft.com/office/drawing/2014/main" id="{F43ACA66-40FD-494C-AE81-3B7E6A9AC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977"/>
                <a:ext cx="220" cy="245"/>
              </a:xfrm>
              <a:custGeom>
                <a:avLst/>
                <a:gdLst>
                  <a:gd name="T0" fmla="*/ 95 w 88"/>
                  <a:gd name="T1" fmla="*/ 113 h 98"/>
                  <a:gd name="T2" fmla="*/ 375 w 88"/>
                  <a:gd name="T3" fmla="*/ 145 h 98"/>
                  <a:gd name="T4" fmla="*/ 563 w 88"/>
                  <a:gd name="T5" fmla="*/ 20 h 98"/>
                  <a:gd name="T6" fmla="*/ 833 w 88"/>
                  <a:gd name="T7" fmla="*/ 20 h 98"/>
                  <a:gd name="T8" fmla="*/ 1125 w 88"/>
                  <a:gd name="T9" fmla="*/ 50 h 98"/>
                  <a:gd name="T10" fmla="*/ 595 w 88"/>
                  <a:gd name="T11" fmla="*/ 345 h 98"/>
                  <a:gd name="T12" fmla="*/ 970 w 88"/>
                  <a:gd name="T13" fmla="*/ 658 h 98"/>
                  <a:gd name="T14" fmla="*/ 1345 w 88"/>
                  <a:gd name="T15" fmla="*/ 970 h 98"/>
                  <a:gd name="T16" fmla="*/ 1333 w 88"/>
                  <a:gd name="T17" fmla="*/ 1250 h 98"/>
                  <a:gd name="T18" fmla="*/ 1283 w 88"/>
                  <a:gd name="T19" fmla="*/ 1363 h 98"/>
                  <a:gd name="T20" fmla="*/ 1175 w 88"/>
                  <a:gd name="T21" fmla="*/ 1408 h 98"/>
                  <a:gd name="T22" fmla="*/ 1095 w 88"/>
                  <a:gd name="T23" fmla="*/ 1533 h 98"/>
                  <a:gd name="T24" fmla="*/ 1220 w 88"/>
                  <a:gd name="T25" fmla="*/ 1050 h 98"/>
                  <a:gd name="T26" fmla="*/ 863 w 88"/>
                  <a:gd name="T27" fmla="*/ 800 h 98"/>
                  <a:gd name="T28" fmla="*/ 333 w 88"/>
                  <a:gd name="T29" fmla="*/ 613 h 98"/>
                  <a:gd name="T30" fmla="*/ 63 w 88"/>
                  <a:gd name="T31" fmla="*/ 283 h 9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8" h="98">
                    <a:moveTo>
                      <a:pt x="6" y="7"/>
                    </a:moveTo>
                    <a:cubicBezTo>
                      <a:pt x="10" y="9"/>
                      <a:pt x="18" y="10"/>
                      <a:pt x="24" y="9"/>
                    </a:cubicBezTo>
                    <a:cubicBezTo>
                      <a:pt x="29" y="8"/>
                      <a:pt x="31" y="3"/>
                      <a:pt x="36" y="1"/>
                    </a:cubicBezTo>
                    <a:cubicBezTo>
                      <a:pt x="40" y="0"/>
                      <a:pt x="48" y="2"/>
                      <a:pt x="53" y="1"/>
                    </a:cubicBezTo>
                    <a:cubicBezTo>
                      <a:pt x="59" y="1"/>
                      <a:pt x="66" y="1"/>
                      <a:pt x="72" y="3"/>
                    </a:cubicBezTo>
                    <a:cubicBezTo>
                      <a:pt x="58" y="3"/>
                      <a:pt x="37" y="4"/>
                      <a:pt x="38" y="22"/>
                    </a:cubicBezTo>
                    <a:cubicBezTo>
                      <a:pt x="39" y="39"/>
                      <a:pt x="50" y="37"/>
                      <a:pt x="62" y="42"/>
                    </a:cubicBezTo>
                    <a:cubicBezTo>
                      <a:pt x="72" y="45"/>
                      <a:pt x="84" y="50"/>
                      <a:pt x="86" y="62"/>
                    </a:cubicBezTo>
                    <a:cubicBezTo>
                      <a:pt x="88" y="68"/>
                      <a:pt x="87" y="74"/>
                      <a:pt x="85" y="80"/>
                    </a:cubicBezTo>
                    <a:cubicBezTo>
                      <a:pt x="85" y="82"/>
                      <a:pt x="84" y="86"/>
                      <a:pt x="82" y="87"/>
                    </a:cubicBezTo>
                    <a:cubicBezTo>
                      <a:pt x="80" y="89"/>
                      <a:pt x="77" y="88"/>
                      <a:pt x="75" y="90"/>
                    </a:cubicBezTo>
                    <a:cubicBezTo>
                      <a:pt x="73" y="92"/>
                      <a:pt x="71" y="96"/>
                      <a:pt x="70" y="98"/>
                    </a:cubicBezTo>
                    <a:cubicBezTo>
                      <a:pt x="75" y="90"/>
                      <a:pt x="82" y="77"/>
                      <a:pt x="78" y="67"/>
                    </a:cubicBezTo>
                    <a:cubicBezTo>
                      <a:pt x="74" y="57"/>
                      <a:pt x="62" y="57"/>
                      <a:pt x="55" y="51"/>
                    </a:cubicBezTo>
                    <a:cubicBezTo>
                      <a:pt x="45" y="42"/>
                      <a:pt x="33" y="43"/>
                      <a:pt x="21" y="39"/>
                    </a:cubicBezTo>
                    <a:cubicBezTo>
                      <a:pt x="12" y="36"/>
                      <a:pt x="0" y="29"/>
                      <a:pt x="4" y="18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7" name="Freeform 296">
                <a:extLst>
                  <a:ext uri="{FF2B5EF4-FFF2-40B4-BE49-F238E27FC236}">
                    <a16:creationId xmlns:a16="http://schemas.microsoft.com/office/drawing/2014/main" id="{A62DFD31-35E5-429E-ADF7-3E39578A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057"/>
                <a:ext cx="117" cy="110"/>
              </a:xfrm>
              <a:custGeom>
                <a:avLst/>
                <a:gdLst>
                  <a:gd name="T0" fmla="*/ 0 w 47"/>
                  <a:gd name="T1" fmla="*/ 375 h 44"/>
                  <a:gd name="T2" fmla="*/ 433 w 47"/>
                  <a:gd name="T3" fmla="*/ 313 h 44"/>
                  <a:gd name="T4" fmla="*/ 695 w 47"/>
                  <a:gd name="T5" fmla="*/ 145 h 44"/>
                  <a:gd name="T6" fmla="*/ 433 w 47"/>
                  <a:gd name="T7" fmla="*/ 488 h 44"/>
                  <a:gd name="T8" fmla="*/ 416 w 47"/>
                  <a:gd name="T9" fmla="*/ 625 h 44"/>
                  <a:gd name="T10" fmla="*/ 137 w 47"/>
                  <a:gd name="T11" fmla="*/ 688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4">
                    <a:moveTo>
                      <a:pt x="0" y="24"/>
                    </a:moveTo>
                    <a:cubicBezTo>
                      <a:pt x="5" y="31"/>
                      <a:pt x="23" y="26"/>
                      <a:pt x="28" y="20"/>
                    </a:cubicBezTo>
                    <a:cubicBezTo>
                      <a:pt x="30" y="17"/>
                      <a:pt x="41" y="0"/>
                      <a:pt x="45" y="9"/>
                    </a:cubicBezTo>
                    <a:cubicBezTo>
                      <a:pt x="47" y="13"/>
                      <a:pt x="29" y="23"/>
                      <a:pt x="28" y="31"/>
                    </a:cubicBezTo>
                    <a:cubicBezTo>
                      <a:pt x="28" y="35"/>
                      <a:pt x="30" y="36"/>
                      <a:pt x="27" y="40"/>
                    </a:cubicBezTo>
                    <a:cubicBezTo>
                      <a:pt x="23" y="43"/>
                      <a:pt x="14" y="42"/>
                      <a:pt x="9" y="44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8" name="Freeform 297">
                <a:extLst>
                  <a:ext uri="{FF2B5EF4-FFF2-40B4-BE49-F238E27FC236}">
                    <a16:creationId xmlns:a16="http://schemas.microsoft.com/office/drawing/2014/main" id="{09DD288C-C9FE-4ABA-B340-A7A648E4F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134"/>
                <a:ext cx="323" cy="173"/>
              </a:xfrm>
              <a:custGeom>
                <a:avLst/>
                <a:gdLst>
                  <a:gd name="T0" fmla="*/ 188 w 129"/>
                  <a:gd name="T1" fmla="*/ 63 h 69"/>
                  <a:gd name="T2" fmla="*/ 158 w 129"/>
                  <a:gd name="T3" fmla="*/ 50 h 69"/>
                  <a:gd name="T4" fmla="*/ 333 w 129"/>
                  <a:gd name="T5" fmla="*/ 471 h 69"/>
                  <a:gd name="T6" fmla="*/ 596 w 129"/>
                  <a:gd name="T7" fmla="*/ 441 h 69"/>
                  <a:gd name="T8" fmla="*/ 676 w 129"/>
                  <a:gd name="T9" fmla="*/ 522 h 69"/>
                  <a:gd name="T10" fmla="*/ 801 w 129"/>
                  <a:gd name="T11" fmla="*/ 554 h 69"/>
                  <a:gd name="T12" fmla="*/ 1242 w 129"/>
                  <a:gd name="T13" fmla="*/ 868 h 69"/>
                  <a:gd name="T14" fmla="*/ 1850 w 129"/>
                  <a:gd name="T15" fmla="*/ 1005 h 69"/>
                  <a:gd name="T16" fmla="*/ 2026 w 129"/>
                  <a:gd name="T17" fmla="*/ 1038 h 69"/>
                  <a:gd name="T18" fmla="*/ 1755 w 129"/>
                  <a:gd name="T19" fmla="*/ 963 h 69"/>
                  <a:gd name="T20" fmla="*/ 1522 w 129"/>
                  <a:gd name="T21" fmla="*/ 817 h 69"/>
                  <a:gd name="T22" fmla="*/ 1284 w 129"/>
                  <a:gd name="T23" fmla="*/ 710 h 69"/>
                  <a:gd name="T24" fmla="*/ 1129 w 129"/>
                  <a:gd name="T25" fmla="*/ 534 h 69"/>
                  <a:gd name="T26" fmla="*/ 846 w 129"/>
                  <a:gd name="T27" fmla="*/ 409 h 69"/>
                  <a:gd name="T28" fmla="*/ 739 w 129"/>
                  <a:gd name="T29" fmla="*/ 188 h 69"/>
                  <a:gd name="T30" fmla="*/ 313 w 129"/>
                  <a:gd name="T31" fmla="*/ 125 h 6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9" h="69">
                    <a:moveTo>
                      <a:pt x="12" y="4"/>
                    </a:moveTo>
                    <a:cubicBezTo>
                      <a:pt x="11" y="4"/>
                      <a:pt x="10" y="3"/>
                      <a:pt x="10" y="3"/>
                    </a:cubicBezTo>
                    <a:cubicBezTo>
                      <a:pt x="10" y="16"/>
                      <a:pt x="0" y="33"/>
                      <a:pt x="21" y="30"/>
                    </a:cubicBezTo>
                    <a:cubicBezTo>
                      <a:pt x="27" y="30"/>
                      <a:pt x="33" y="26"/>
                      <a:pt x="38" y="28"/>
                    </a:cubicBezTo>
                    <a:cubicBezTo>
                      <a:pt x="40" y="29"/>
                      <a:pt x="41" y="32"/>
                      <a:pt x="43" y="33"/>
                    </a:cubicBezTo>
                    <a:cubicBezTo>
                      <a:pt x="45" y="34"/>
                      <a:pt x="49" y="34"/>
                      <a:pt x="51" y="35"/>
                    </a:cubicBezTo>
                    <a:cubicBezTo>
                      <a:pt x="63" y="39"/>
                      <a:pt x="67" y="52"/>
                      <a:pt x="79" y="55"/>
                    </a:cubicBezTo>
                    <a:cubicBezTo>
                      <a:pt x="92" y="58"/>
                      <a:pt x="106" y="58"/>
                      <a:pt x="118" y="64"/>
                    </a:cubicBezTo>
                    <a:cubicBezTo>
                      <a:pt x="122" y="66"/>
                      <a:pt x="124" y="69"/>
                      <a:pt x="129" y="66"/>
                    </a:cubicBezTo>
                    <a:cubicBezTo>
                      <a:pt x="124" y="64"/>
                      <a:pt x="118" y="63"/>
                      <a:pt x="112" y="61"/>
                    </a:cubicBezTo>
                    <a:cubicBezTo>
                      <a:pt x="107" y="58"/>
                      <a:pt x="102" y="54"/>
                      <a:pt x="97" y="52"/>
                    </a:cubicBezTo>
                    <a:cubicBezTo>
                      <a:pt x="92" y="49"/>
                      <a:pt x="86" y="49"/>
                      <a:pt x="82" y="45"/>
                    </a:cubicBezTo>
                    <a:cubicBezTo>
                      <a:pt x="78" y="42"/>
                      <a:pt x="76" y="37"/>
                      <a:pt x="72" y="34"/>
                    </a:cubicBezTo>
                    <a:cubicBezTo>
                      <a:pt x="66" y="30"/>
                      <a:pt x="60" y="30"/>
                      <a:pt x="54" y="26"/>
                    </a:cubicBezTo>
                    <a:cubicBezTo>
                      <a:pt x="48" y="22"/>
                      <a:pt x="49" y="18"/>
                      <a:pt x="47" y="12"/>
                    </a:cubicBezTo>
                    <a:cubicBezTo>
                      <a:pt x="41" y="0"/>
                      <a:pt x="27" y="14"/>
                      <a:pt x="20" y="8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09" name="Freeform 298">
                <a:extLst>
                  <a:ext uri="{FF2B5EF4-FFF2-40B4-BE49-F238E27FC236}">
                    <a16:creationId xmlns:a16="http://schemas.microsoft.com/office/drawing/2014/main" id="{CA8C9670-D4E4-43BC-873A-28E435FBA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049"/>
                <a:ext cx="172" cy="133"/>
              </a:xfrm>
              <a:custGeom>
                <a:avLst/>
                <a:gdLst>
                  <a:gd name="T0" fmla="*/ 105 w 69"/>
                  <a:gd name="T1" fmla="*/ 95 h 53"/>
                  <a:gd name="T2" fmla="*/ 416 w 69"/>
                  <a:gd name="T3" fmla="*/ 95 h 53"/>
                  <a:gd name="T4" fmla="*/ 466 w 69"/>
                  <a:gd name="T5" fmla="*/ 251 h 53"/>
                  <a:gd name="T6" fmla="*/ 633 w 69"/>
                  <a:gd name="T7" fmla="*/ 379 h 53"/>
                  <a:gd name="T8" fmla="*/ 945 w 69"/>
                  <a:gd name="T9" fmla="*/ 555 h 53"/>
                  <a:gd name="T10" fmla="*/ 1069 w 69"/>
                  <a:gd name="T11" fmla="*/ 838 h 53"/>
                  <a:gd name="T12" fmla="*/ 840 w 69"/>
                  <a:gd name="T13" fmla="*/ 617 h 53"/>
                  <a:gd name="T14" fmla="*/ 633 w 69"/>
                  <a:gd name="T15" fmla="*/ 459 h 53"/>
                  <a:gd name="T16" fmla="*/ 0 w 69"/>
                  <a:gd name="T17" fmla="*/ 238 h 53"/>
                  <a:gd name="T18" fmla="*/ 167 w 69"/>
                  <a:gd name="T19" fmla="*/ 95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53">
                    <a:moveTo>
                      <a:pt x="7" y="6"/>
                    </a:moveTo>
                    <a:cubicBezTo>
                      <a:pt x="15" y="6"/>
                      <a:pt x="22" y="0"/>
                      <a:pt x="27" y="6"/>
                    </a:cubicBezTo>
                    <a:cubicBezTo>
                      <a:pt x="29" y="8"/>
                      <a:pt x="28" y="13"/>
                      <a:pt x="30" y="16"/>
                    </a:cubicBezTo>
                    <a:cubicBezTo>
                      <a:pt x="33" y="19"/>
                      <a:pt x="37" y="22"/>
                      <a:pt x="41" y="24"/>
                    </a:cubicBezTo>
                    <a:cubicBezTo>
                      <a:pt x="49" y="27"/>
                      <a:pt x="56" y="28"/>
                      <a:pt x="61" y="35"/>
                    </a:cubicBezTo>
                    <a:cubicBezTo>
                      <a:pt x="65" y="41"/>
                      <a:pt x="66" y="48"/>
                      <a:pt x="69" y="53"/>
                    </a:cubicBezTo>
                    <a:cubicBezTo>
                      <a:pt x="64" y="48"/>
                      <a:pt x="61" y="44"/>
                      <a:pt x="54" y="39"/>
                    </a:cubicBezTo>
                    <a:cubicBezTo>
                      <a:pt x="49" y="36"/>
                      <a:pt x="47" y="31"/>
                      <a:pt x="41" y="29"/>
                    </a:cubicBezTo>
                    <a:cubicBezTo>
                      <a:pt x="28" y="25"/>
                      <a:pt x="14" y="19"/>
                      <a:pt x="0" y="15"/>
                    </a:cubicBezTo>
                    <a:cubicBezTo>
                      <a:pt x="3" y="11"/>
                      <a:pt x="8" y="9"/>
                      <a:pt x="11" y="6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0" name="Freeform 299">
                <a:extLst>
                  <a:ext uri="{FF2B5EF4-FFF2-40B4-BE49-F238E27FC236}">
                    <a16:creationId xmlns:a16="http://schemas.microsoft.com/office/drawing/2014/main" id="{EBE9E665-03F8-46B6-A8CE-35973BDDC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747"/>
                <a:ext cx="138" cy="140"/>
              </a:xfrm>
              <a:custGeom>
                <a:avLst/>
                <a:gdLst>
                  <a:gd name="T0" fmla="*/ 567 w 55"/>
                  <a:gd name="T1" fmla="*/ 300 h 56"/>
                  <a:gd name="T2" fmla="*/ 314 w 55"/>
                  <a:gd name="T3" fmla="*/ 470 h 56"/>
                  <a:gd name="T4" fmla="*/ 63 w 55"/>
                  <a:gd name="T5" fmla="*/ 658 h 56"/>
                  <a:gd name="T6" fmla="*/ 442 w 55"/>
                  <a:gd name="T7" fmla="*/ 863 h 56"/>
                  <a:gd name="T8" fmla="*/ 284 w 55"/>
                  <a:gd name="T9" fmla="*/ 675 h 56"/>
                  <a:gd name="T10" fmla="*/ 429 w 55"/>
                  <a:gd name="T11" fmla="*/ 675 h 56"/>
                  <a:gd name="T12" fmla="*/ 597 w 55"/>
                  <a:gd name="T13" fmla="*/ 375 h 56"/>
                  <a:gd name="T14" fmla="*/ 660 w 55"/>
                  <a:gd name="T15" fmla="*/ 175 h 56"/>
                  <a:gd name="T16" fmla="*/ 868 w 55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6">
                    <a:moveTo>
                      <a:pt x="36" y="19"/>
                    </a:moveTo>
                    <a:cubicBezTo>
                      <a:pt x="31" y="21"/>
                      <a:pt x="25" y="26"/>
                      <a:pt x="20" y="30"/>
                    </a:cubicBezTo>
                    <a:cubicBezTo>
                      <a:pt x="17" y="32"/>
                      <a:pt x="5" y="38"/>
                      <a:pt x="4" y="42"/>
                    </a:cubicBezTo>
                    <a:cubicBezTo>
                      <a:pt x="0" y="53"/>
                      <a:pt x="23" y="54"/>
                      <a:pt x="28" y="55"/>
                    </a:cubicBezTo>
                    <a:cubicBezTo>
                      <a:pt x="22" y="56"/>
                      <a:pt x="15" y="50"/>
                      <a:pt x="18" y="43"/>
                    </a:cubicBezTo>
                    <a:cubicBezTo>
                      <a:pt x="22" y="43"/>
                      <a:pt x="24" y="44"/>
                      <a:pt x="27" y="43"/>
                    </a:cubicBezTo>
                    <a:cubicBezTo>
                      <a:pt x="21" y="36"/>
                      <a:pt x="37" y="31"/>
                      <a:pt x="38" y="24"/>
                    </a:cubicBezTo>
                    <a:cubicBezTo>
                      <a:pt x="39" y="19"/>
                      <a:pt x="38" y="16"/>
                      <a:pt x="42" y="11"/>
                    </a:cubicBezTo>
                    <a:cubicBezTo>
                      <a:pt x="46" y="7"/>
                      <a:pt x="52" y="5"/>
                      <a:pt x="55" y="0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1" name="Freeform 300">
                <a:extLst>
                  <a:ext uri="{FF2B5EF4-FFF2-40B4-BE49-F238E27FC236}">
                    <a16:creationId xmlns:a16="http://schemas.microsoft.com/office/drawing/2014/main" id="{68A36FCC-F6E5-4AEC-AC73-F0AD417D7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845"/>
                <a:ext cx="143" cy="85"/>
              </a:xfrm>
              <a:custGeom>
                <a:avLst/>
                <a:gdLst>
                  <a:gd name="T0" fmla="*/ 158 w 57"/>
                  <a:gd name="T1" fmla="*/ 0 h 34"/>
                  <a:gd name="T2" fmla="*/ 271 w 57"/>
                  <a:gd name="T3" fmla="*/ 188 h 34"/>
                  <a:gd name="T4" fmla="*/ 554 w 57"/>
                  <a:gd name="T5" fmla="*/ 283 h 34"/>
                  <a:gd name="T6" fmla="*/ 868 w 57"/>
                  <a:gd name="T7" fmla="*/ 533 h 34"/>
                  <a:gd name="T8" fmla="*/ 680 w 57"/>
                  <a:gd name="T9" fmla="*/ 408 h 34"/>
                  <a:gd name="T10" fmla="*/ 442 w 57"/>
                  <a:gd name="T11" fmla="*/ 363 h 34"/>
                  <a:gd name="T12" fmla="*/ 221 w 57"/>
                  <a:gd name="T13" fmla="*/ 250 h 34"/>
                  <a:gd name="T14" fmla="*/ 0 w 57"/>
                  <a:gd name="T15" fmla="*/ 188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34">
                    <a:moveTo>
                      <a:pt x="10" y="0"/>
                    </a:moveTo>
                    <a:cubicBezTo>
                      <a:pt x="13" y="2"/>
                      <a:pt x="13" y="9"/>
                      <a:pt x="17" y="12"/>
                    </a:cubicBezTo>
                    <a:cubicBezTo>
                      <a:pt x="22" y="15"/>
                      <a:pt x="29" y="16"/>
                      <a:pt x="35" y="18"/>
                    </a:cubicBezTo>
                    <a:cubicBezTo>
                      <a:pt x="44" y="21"/>
                      <a:pt x="57" y="21"/>
                      <a:pt x="55" y="34"/>
                    </a:cubicBezTo>
                    <a:cubicBezTo>
                      <a:pt x="51" y="31"/>
                      <a:pt x="49" y="28"/>
                      <a:pt x="43" y="26"/>
                    </a:cubicBezTo>
                    <a:cubicBezTo>
                      <a:pt x="38" y="24"/>
                      <a:pt x="32" y="24"/>
                      <a:pt x="28" y="23"/>
                    </a:cubicBezTo>
                    <a:cubicBezTo>
                      <a:pt x="23" y="20"/>
                      <a:pt x="21" y="17"/>
                      <a:pt x="14" y="16"/>
                    </a:cubicBezTo>
                    <a:cubicBezTo>
                      <a:pt x="9" y="15"/>
                      <a:pt x="4" y="15"/>
                      <a:pt x="0" y="12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2" name="Freeform 301">
                <a:extLst>
                  <a:ext uri="{FF2B5EF4-FFF2-40B4-BE49-F238E27FC236}">
                    <a16:creationId xmlns:a16="http://schemas.microsoft.com/office/drawing/2014/main" id="{7CAC4A8A-B1B4-4E97-AFC0-CA4765EAB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782"/>
                <a:ext cx="82" cy="153"/>
              </a:xfrm>
              <a:custGeom>
                <a:avLst/>
                <a:gdLst>
                  <a:gd name="T0" fmla="*/ 42 w 33"/>
                  <a:gd name="T1" fmla="*/ 522 h 61"/>
                  <a:gd name="T2" fmla="*/ 137 w 33"/>
                  <a:gd name="T3" fmla="*/ 900 h 61"/>
                  <a:gd name="T4" fmla="*/ 507 w 33"/>
                  <a:gd name="T5" fmla="*/ 900 h 61"/>
                  <a:gd name="T6" fmla="*/ 383 w 33"/>
                  <a:gd name="T7" fmla="*/ 617 h 61"/>
                  <a:gd name="T8" fmla="*/ 291 w 33"/>
                  <a:gd name="T9" fmla="*/ 396 h 61"/>
                  <a:gd name="T10" fmla="*/ 353 w 33"/>
                  <a:gd name="T11" fmla="*/ 0 h 61"/>
                  <a:gd name="T12" fmla="*/ 199 w 33"/>
                  <a:gd name="T13" fmla="*/ 376 h 61"/>
                  <a:gd name="T14" fmla="*/ 75 w 33"/>
                  <a:gd name="T15" fmla="*/ 660 h 61"/>
                  <a:gd name="T16" fmla="*/ 75 w 33"/>
                  <a:gd name="T17" fmla="*/ 647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61">
                    <a:moveTo>
                      <a:pt x="3" y="33"/>
                    </a:moveTo>
                    <a:cubicBezTo>
                      <a:pt x="0" y="38"/>
                      <a:pt x="3" y="54"/>
                      <a:pt x="9" y="57"/>
                    </a:cubicBezTo>
                    <a:cubicBezTo>
                      <a:pt x="15" y="61"/>
                      <a:pt x="26" y="58"/>
                      <a:pt x="33" y="57"/>
                    </a:cubicBezTo>
                    <a:cubicBezTo>
                      <a:pt x="29" y="51"/>
                      <a:pt x="28" y="45"/>
                      <a:pt x="25" y="39"/>
                    </a:cubicBezTo>
                    <a:cubicBezTo>
                      <a:pt x="14" y="41"/>
                      <a:pt x="17" y="31"/>
                      <a:pt x="19" y="25"/>
                    </a:cubicBezTo>
                    <a:cubicBezTo>
                      <a:pt x="22" y="17"/>
                      <a:pt x="23" y="9"/>
                      <a:pt x="23" y="0"/>
                    </a:cubicBezTo>
                    <a:cubicBezTo>
                      <a:pt x="20" y="8"/>
                      <a:pt x="18" y="16"/>
                      <a:pt x="13" y="24"/>
                    </a:cubicBezTo>
                    <a:cubicBezTo>
                      <a:pt x="11" y="29"/>
                      <a:pt x="10" y="41"/>
                      <a:pt x="5" y="42"/>
                    </a:cubicBezTo>
                    <a:cubicBezTo>
                      <a:pt x="4" y="42"/>
                      <a:pt x="6" y="41"/>
                      <a:pt x="5" y="41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3" name="Freeform 302">
                <a:extLst>
                  <a:ext uri="{FF2B5EF4-FFF2-40B4-BE49-F238E27FC236}">
                    <a16:creationId xmlns:a16="http://schemas.microsoft.com/office/drawing/2014/main" id="{4C0DEBDF-7225-46A5-B143-C974B378D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632"/>
                <a:ext cx="170" cy="125"/>
              </a:xfrm>
              <a:custGeom>
                <a:avLst/>
                <a:gdLst>
                  <a:gd name="T0" fmla="*/ 0 w 68"/>
                  <a:gd name="T1" fmla="*/ 20 h 50"/>
                  <a:gd name="T2" fmla="*/ 470 w 68"/>
                  <a:gd name="T3" fmla="*/ 33 h 50"/>
                  <a:gd name="T4" fmla="*/ 863 w 68"/>
                  <a:gd name="T5" fmla="*/ 208 h 50"/>
                  <a:gd name="T6" fmla="*/ 988 w 68"/>
                  <a:gd name="T7" fmla="*/ 613 h 50"/>
                  <a:gd name="T8" fmla="*/ 708 w 68"/>
                  <a:gd name="T9" fmla="*/ 425 h 50"/>
                  <a:gd name="T10" fmla="*/ 500 w 68"/>
                  <a:gd name="T11" fmla="*/ 583 h 50"/>
                  <a:gd name="T12" fmla="*/ 283 w 68"/>
                  <a:gd name="T13" fmla="*/ 738 h 50"/>
                  <a:gd name="T14" fmla="*/ 375 w 68"/>
                  <a:gd name="T15" fmla="*/ 500 h 50"/>
                  <a:gd name="T16" fmla="*/ 550 w 68"/>
                  <a:gd name="T17" fmla="*/ 363 h 50"/>
                  <a:gd name="T18" fmla="*/ 345 w 68"/>
                  <a:gd name="T19" fmla="*/ 83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50">
                    <a:moveTo>
                      <a:pt x="0" y="1"/>
                    </a:moveTo>
                    <a:cubicBezTo>
                      <a:pt x="8" y="0"/>
                      <a:pt x="20" y="0"/>
                      <a:pt x="30" y="2"/>
                    </a:cubicBezTo>
                    <a:cubicBezTo>
                      <a:pt x="39" y="4"/>
                      <a:pt x="48" y="10"/>
                      <a:pt x="55" y="13"/>
                    </a:cubicBezTo>
                    <a:cubicBezTo>
                      <a:pt x="64" y="17"/>
                      <a:pt x="68" y="30"/>
                      <a:pt x="63" y="39"/>
                    </a:cubicBezTo>
                    <a:cubicBezTo>
                      <a:pt x="57" y="50"/>
                      <a:pt x="47" y="33"/>
                      <a:pt x="45" y="27"/>
                    </a:cubicBezTo>
                    <a:cubicBezTo>
                      <a:pt x="39" y="26"/>
                      <a:pt x="36" y="34"/>
                      <a:pt x="32" y="37"/>
                    </a:cubicBezTo>
                    <a:cubicBezTo>
                      <a:pt x="28" y="41"/>
                      <a:pt x="22" y="44"/>
                      <a:pt x="18" y="47"/>
                    </a:cubicBezTo>
                    <a:cubicBezTo>
                      <a:pt x="18" y="42"/>
                      <a:pt x="21" y="36"/>
                      <a:pt x="24" y="32"/>
                    </a:cubicBezTo>
                    <a:cubicBezTo>
                      <a:pt x="27" y="29"/>
                      <a:pt x="34" y="27"/>
                      <a:pt x="35" y="23"/>
                    </a:cubicBezTo>
                    <a:cubicBezTo>
                      <a:pt x="38" y="13"/>
                      <a:pt x="21" y="9"/>
                      <a:pt x="22" y="5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4" name="Freeform 303">
                <a:extLst>
                  <a:ext uri="{FF2B5EF4-FFF2-40B4-BE49-F238E27FC236}">
                    <a16:creationId xmlns:a16="http://schemas.microsoft.com/office/drawing/2014/main" id="{3E76CC3B-D427-458F-9940-EF3A6661F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772"/>
                <a:ext cx="192" cy="200"/>
              </a:xfrm>
              <a:custGeom>
                <a:avLst/>
                <a:gdLst>
                  <a:gd name="T0" fmla="*/ 820 w 77"/>
                  <a:gd name="T1" fmla="*/ 0 h 80"/>
                  <a:gd name="T2" fmla="*/ 1057 w 77"/>
                  <a:gd name="T3" fmla="*/ 250 h 80"/>
                  <a:gd name="T4" fmla="*/ 1162 w 77"/>
                  <a:gd name="T5" fmla="*/ 550 h 80"/>
                  <a:gd name="T6" fmla="*/ 1070 w 77"/>
                  <a:gd name="T7" fmla="*/ 1020 h 80"/>
                  <a:gd name="T8" fmla="*/ 820 w 77"/>
                  <a:gd name="T9" fmla="*/ 1095 h 80"/>
                  <a:gd name="T10" fmla="*/ 603 w 77"/>
                  <a:gd name="T11" fmla="*/ 1238 h 80"/>
                  <a:gd name="T12" fmla="*/ 324 w 77"/>
                  <a:gd name="T13" fmla="*/ 1188 h 80"/>
                  <a:gd name="T14" fmla="*/ 217 w 77"/>
                  <a:gd name="T15" fmla="*/ 988 h 80"/>
                  <a:gd name="T16" fmla="*/ 0 w 77"/>
                  <a:gd name="T17" fmla="*/ 800 h 80"/>
                  <a:gd name="T18" fmla="*/ 187 w 77"/>
                  <a:gd name="T19" fmla="*/ 658 h 80"/>
                  <a:gd name="T20" fmla="*/ 312 w 77"/>
                  <a:gd name="T21" fmla="*/ 1063 h 80"/>
                  <a:gd name="T22" fmla="*/ 746 w 77"/>
                  <a:gd name="T23" fmla="*/ 1020 h 80"/>
                  <a:gd name="T24" fmla="*/ 1057 w 77"/>
                  <a:gd name="T25" fmla="*/ 688 h 80"/>
                  <a:gd name="T26" fmla="*/ 975 w 77"/>
                  <a:gd name="T27" fmla="*/ 488 h 80"/>
                  <a:gd name="T28" fmla="*/ 903 w 77"/>
                  <a:gd name="T29" fmla="*/ 175 h 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7" h="80">
                    <a:moveTo>
                      <a:pt x="53" y="0"/>
                    </a:moveTo>
                    <a:cubicBezTo>
                      <a:pt x="57" y="6"/>
                      <a:pt x="64" y="9"/>
                      <a:pt x="68" y="16"/>
                    </a:cubicBezTo>
                    <a:cubicBezTo>
                      <a:pt x="72" y="22"/>
                      <a:pt x="75" y="28"/>
                      <a:pt x="75" y="35"/>
                    </a:cubicBezTo>
                    <a:cubicBezTo>
                      <a:pt x="76" y="44"/>
                      <a:pt x="77" y="62"/>
                      <a:pt x="69" y="65"/>
                    </a:cubicBezTo>
                    <a:cubicBezTo>
                      <a:pt x="64" y="67"/>
                      <a:pt x="58" y="68"/>
                      <a:pt x="53" y="70"/>
                    </a:cubicBezTo>
                    <a:cubicBezTo>
                      <a:pt x="48" y="72"/>
                      <a:pt x="44" y="77"/>
                      <a:pt x="39" y="79"/>
                    </a:cubicBezTo>
                    <a:cubicBezTo>
                      <a:pt x="33" y="80"/>
                      <a:pt x="26" y="80"/>
                      <a:pt x="21" y="76"/>
                    </a:cubicBezTo>
                    <a:cubicBezTo>
                      <a:pt x="17" y="72"/>
                      <a:pt x="18" y="67"/>
                      <a:pt x="14" y="63"/>
                    </a:cubicBezTo>
                    <a:cubicBezTo>
                      <a:pt x="11" y="59"/>
                      <a:pt x="5" y="52"/>
                      <a:pt x="0" y="51"/>
                    </a:cubicBezTo>
                    <a:cubicBezTo>
                      <a:pt x="2" y="47"/>
                      <a:pt x="8" y="43"/>
                      <a:pt x="12" y="42"/>
                    </a:cubicBezTo>
                    <a:cubicBezTo>
                      <a:pt x="12" y="51"/>
                      <a:pt x="12" y="62"/>
                      <a:pt x="20" y="68"/>
                    </a:cubicBezTo>
                    <a:cubicBezTo>
                      <a:pt x="28" y="74"/>
                      <a:pt x="39" y="68"/>
                      <a:pt x="48" y="65"/>
                    </a:cubicBezTo>
                    <a:cubicBezTo>
                      <a:pt x="61" y="60"/>
                      <a:pt x="64" y="57"/>
                      <a:pt x="68" y="44"/>
                    </a:cubicBezTo>
                    <a:cubicBezTo>
                      <a:pt x="70" y="36"/>
                      <a:pt x="67" y="36"/>
                      <a:pt x="63" y="31"/>
                    </a:cubicBezTo>
                    <a:cubicBezTo>
                      <a:pt x="58" y="25"/>
                      <a:pt x="58" y="19"/>
                      <a:pt x="58" y="11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5" name="Freeform 304">
                <a:extLst>
                  <a:ext uri="{FF2B5EF4-FFF2-40B4-BE49-F238E27FC236}">
                    <a16:creationId xmlns:a16="http://schemas.microsoft.com/office/drawing/2014/main" id="{2F7C1A26-6071-46A7-8014-4B53C23B3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037"/>
                <a:ext cx="885" cy="235"/>
              </a:xfrm>
              <a:custGeom>
                <a:avLst/>
                <a:gdLst>
                  <a:gd name="T0" fmla="*/ 0 w 354"/>
                  <a:gd name="T1" fmla="*/ 300 h 94"/>
                  <a:gd name="T2" fmla="*/ 145 w 354"/>
                  <a:gd name="T3" fmla="*/ 500 h 94"/>
                  <a:gd name="T4" fmla="*/ 250 w 354"/>
                  <a:gd name="T5" fmla="*/ 708 h 94"/>
                  <a:gd name="T6" fmla="*/ 500 w 354"/>
                  <a:gd name="T7" fmla="*/ 645 h 94"/>
                  <a:gd name="T8" fmla="*/ 720 w 354"/>
                  <a:gd name="T9" fmla="*/ 583 h 94"/>
                  <a:gd name="T10" fmla="*/ 750 w 354"/>
                  <a:gd name="T11" fmla="*/ 363 h 94"/>
                  <a:gd name="T12" fmla="*/ 1250 w 354"/>
                  <a:gd name="T13" fmla="*/ 158 h 94"/>
                  <a:gd name="T14" fmla="*/ 1750 w 354"/>
                  <a:gd name="T15" fmla="*/ 83 h 94"/>
                  <a:gd name="T16" fmla="*/ 1875 w 354"/>
                  <a:gd name="T17" fmla="*/ 145 h 94"/>
                  <a:gd name="T18" fmla="*/ 1938 w 354"/>
                  <a:gd name="T19" fmla="*/ 220 h 94"/>
                  <a:gd name="T20" fmla="*/ 2158 w 354"/>
                  <a:gd name="T21" fmla="*/ 145 h 94"/>
                  <a:gd name="T22" fmla="*/ 2375 w 354"/>
                  <a:gd name="T23" fmla="*/ 300 h 94"/>
                  <a:gd name="T24" fmla="*/ 2658 w 354"/>
                  <a:gd name="T25" fmla="*/ 333 h 94"/>
                  <a:gd name="T26" fmla="*/ 2908 w 354"/>
                  <a:gd name="T27" fmla="*/ 363 h 94"/>
                  <a:gd name="T28" fmla="*/ 3158 w 354"/>
                  <a:gd name="T29" fmla="*/ 333 h 94"/>
                  <a:gd name="T30" fmla="*/ 3375 w 354"/>
                  <a:gd name="T31" fmla="*/ 425 h 94"/>
                  <a:gd name="T32" fmla="*/ 3563 w 354"/>
                  <a:gd name="T33" fmla="*/ 550 h 94"/>
                  <a:gd name="T34" fmla="*/ 3783 w 354"/>
                  <a:gd name="T35" fmla="*/ 425 h 94"/>
                  <a:gd name="T36" fmla="*/ 4063 w 354"/>
                  <a:gd name="T37" fmla="*/ 375 h 94"/>
                  <a:gd name="T38" fmla="*/ 4563 w 354"/>
                  <a:gd name="T39" fmla="*/ 520 h 94"/>
                  <a:gd name="T40" fmla="*/ 5113 w 354"/>
                  <a:gd name="T41" fmla="*/ 875 h 94"/>
                  <a:gd name="T42" fmla="*/ 5345 w 354"/>
                  <a:gd name="T43" fmla="*/ 1470 h 94"/>
                  <a:gd name="T44" fmla="*/ 5533 w 354"/>
                  <a:gd name="T45" fmla="*/ 1125 h 94"/>
                  <a:gd name="T46" fmla="*/ 5345 w 354"/>
                  <a:gd name="T47" fmla="*/ 958 h 94"/>
                  <a:gd name="T48" fmla="*/ 5283 w 354"/>
                  <a:gd name="T49" fmla="*/ 708 h 94"/>
                  <a:gd name="T50" fmla="*/ 5020 w 354"/>
                  <a:gd name="T51" fmla="*/ 675 h 94"/>
                  <a:gd name="T52" fmla="*/ 4813 w 354"/>
                  <a:gd name="T53" fmla="*/ 550 h 94"/>
                  <a:gd name="T54" fmla="*/ 4595 w 354"/>
                  <a:gd name="T55" fmla="*/ 395 h 94"/>
                  <a:gd name="T56" fmla="*/ 4438 w 354"/>
                  <a:gd name="T57" fmla="*/ 220 h 94"/>
                  <a:gd name="T58" fmla="*/ 4313 w 354"/>
                  <a:gd name="T59" fmla="*/ 300 h 94"/>
                  <a:gd name="T60" fmla="*/ 4175 w 354"/>
                  <a:gd name="T61" fmla="*/ 313 h 94"/>
                  <a:gd name="T62" fmla="*/ 3908 w 354"/>
                  <a:gd name="T63" fmla="*/ 300 h 94"/>
                  <a:gd name="T64" fmla="*/ 3645 w 354"/>
                  <a:gd name="T65" fmla="*/ 333 h 94"/>
                  <a:gd name="T66" fmla="*/ 3395 w 354"/>
                  <a:gd name="T67" fmla="*/ 283 h 94"/>
                  <a:gd name="T68" fmla="*/ 3125 w 354"/>
                  <a:gd name="T69" fmla="*/ 270 h 94"/>
                  <a:gd name="T70" fmla="*/ 2813 w 354"/>
                  <a:gd name="T71" fmla="*/ 208 h 94"/>
                  <a:gd name="T72" fmla="*/ 2158 w 354"/>
                  <a:gd name="T73" fmla="*/ 125 h 94"/>
                  <a:gd name="T74" fmla="*/ 1658 w 354"/>
                  <a:gd name="T75" fmla="*/ 0 h 94"/>
                  <a:gd name="T76" fmla="*/ 800 w 354"/>
                  <a:gd name="T77" fmla="*/ 125 h 94"/>
                  <a:gd name="T78" fmla="*/ 438 w 354"/>
                  <a:gd name="T79" fmla="*/ 363 h 94"/>
                  <a:gd name="T80" fmla="*/ 283 w 354"/>
                  <a:gd name="T81" fmla="*/ 425 h 94"/>
                  <a:gd name="T82" fmla="*/ 145 w 354"/>
                  <a:gd name="T83" fmla="*/ 333 h 9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54" h="94">
                    <a:moveTo>
                      <a:pt x="0" y="19"/>
                    </a:moveTo>
                    <a:cubicBezTo>
                      <a:pt x="3" y="23"/>
                      <a:pt x="6" y="27"/>
                      <a:pt x="9" y="32"/>
                    </a:cubicBezTo>
                    <a:cubicBezTo>
                      <a:pt x="11" y="37"/>
                      <a:pt x="11" y="43"/>
                      <a:pt x="16" y="45"/>
                    </a:cubicBezTo>
                    <a:cubicBezTo>
                      <a:pt x="20" y="46"/>
                      <a:pt x="28" y="42"/>
                      <a:pt x="32" y="41"/>
                    </a:cubicBezTo>
                    <a:cubicBezTo>
                      <a:pt x="36" y="39"/>
                      <a:pt x="42" y="39"/>
                      <a:pt x="46" y="37"/>
                    </a:cubicBezTo>
                    <a:cubicBezTo>
                      <a:pt x="45" y="33"/>
                      <a:pt x="47" y="28"/>
                      <a:pt x="48" y="23"/>
                    </a:cubicBezTo>
                    <a:cubicBezTo>
                      <a:pt x="55" y="26"/>
                      <a:pt x="72" y="13"/>
                      <a:pt x="80" y="10"/>
                    </a:cubicBezTo>
                    <a:cubicBezTo>
                      <a:pt x="89" y="5"/>
                      <a:pt x="101" y="2"/>
                      <a:pt x="112" y="5"/>
                    </a:cubicBezTo>
                    <a:cubicBezTo>
                      <a:pt x="114" y="5"/>
                      <a:pt x="118" y="7"/>
                      <a:pt x="120" y="9"/>
                    </a:cubicBezTo>
                    <a:cubicBezTo>
                      <a:pt x="121" y="10"/>
                      <a:pt x="122" y="13"/>
                      <a:pt x="124" y="14"/>
                    </a:cubicBezTo>
                    <a:cubicBezTo>
                      <a:pt x="128" y="15"/>
                      <a:pt x="133" y="8"/>
                      <a:pt x="138" y="9"/>
                    </a:cubicBezTo>
                    <a:cubicBezTo>
                      <a:pt x="143" y="11"/>
                      <a:pt x="147" y="17"/>
                      <a:pt x="152" y="19"/>
                    </a:cubicBezTo>
                    <a:cubicBezTo>
                      <a:pt x="158" y="20"/>
                      <a:pt x="164" y="20"/>
                      <a:pt x="170" y="21"/>
                    </a:cubicBezTo>
                    <a:cubicBezTo>
                      <a:pt x="175" y="22"/>
                      <a:pt x="180" y="23"/>
                      <a:pt x="186" y="23"/>
                    </a:cubicBezTo>
                    <a:cubicBezTo>
                      <a:pt x="191" y="22"/>
                      <a:pt x="196" y="21"/>
                      <a:pt x="202" y="21"/>
                    </a:cubicBezTo>
                    <a:cubicBezTo>
                      <a:pt x="206" y="22"/>
                      <a:pt x="212" y="24"/>
                      <a:pt x="216" y="27"/>
                    </a:cubicBezTo>
                    <a:cubicBezTo>
                      <a:pt x="220" y="29"/>
                      <a:pt x="223" y="35"/>
                      <a:pt x="228" y="35"/>
                    </a:cubicBezTo>
                    <a:cubicBezTo>
                      <a:pt x="234" y="35"/>
                      <a:pt x="237" y="28"/>
                      <a:pt x="242" y="27"/>
                    </a:cubicBezTo>
                    <a:cubicBezTo>
                      <a:pt x="248" y="25"/>
                      <a:pt x="254" y="25"/>
                      <a:pt x="260" y="24"/>
                    </a:cubicBezTo>
                    <a:cubicBezTo>
                      <a:pt x="272" y="22"/>
                      <a:pt x="281" y="29"/>
                      <a:pt x="292" y="33"/>
                    </a:cubicBezTo>
                    <a:cubicBezTo>
                      <a:pt x="306" y="38"/>
                      <a:pt x="318" y="45"/>
                      <a:pt x="327" y="56"/>
                    </a:cubicBezTo>
                    <a:cubicBezTo>
                      <a:pt x="335" y="65"/>
                      <a:pt x="343" y="81"/>
                      <a:pt x="342" y="94"/>
                    </a:cubicBezTo>
                    <a:cubicBezTo>
                      <a:pt x="347" y="87"/>
                      <a:pt x="350" y="78"/>
                      <a:pt x="354" y="72"/>
                    </a:cubicBezTo>
                    <a:cubicBezTo>
                      <a:pt x="350" y="68"/>
                      <a:pt x="344" y="66"/>
                      <a:pt x="342" y="61"/>
                    </a:cubicBezTo>
                    <a:cubicBezTo>
                      <a:pt x="339" y="56"/>
                      <a:pt x="342" y="48"/>
                      <a:pt x="338" y="45"/>
                    </a:cubicBezTo>
                    <a:cubicBezTo>
                      <a:pt x="334" y="41"/>
                      <a:pt x="326" y="44"/>
                      <a:pt x="321" y="43"/>
                    </a:cubicBezTo>
                    <a:cubicBezTo>
                      <a:pt x="316" y="41"/>
                      <a:pt x="312" y="38"/>
                      <a:pt x="308" y="35"/>
                    </a:cubicBezTo>
                    <a:cubicBezTo>
                      <a:pt x="303" y="31"/>
                      <a:pt x="298" y="28"/>
                      <a:pt x="294" y="25"/>
                    </a:cubicBezTo>
                    <a:cubicBezTo>
                      <a:pt x="291" y="21"/>
                      <a:pt x="289" y="14"/>
                      <a:pt x="284" y="14"/>
                    </a:cubicBezTo>
                    <a:cubicBezTo>
                      <a:pt x="282" y="14"/>
                      <a:pt x="279" y="18"/>
                      <a:pt x="276" y="19"/>
                    </a:cubicBezTo>
                    <a:cubicBezTo>
                      <a:pt x="273" y="20"/>
                      <a:pt x="270" y="20"/>
                      <a:pt x="267" y="20"/>
                    </a:cubicBezTo>
                    <a:cubicBezTo>
                      <a:pt x="261" y="20"/>
                      <a:pt x="256" y="18"/>
                      <a:pt x="250" y="19"/>
                    </a:cubicBezTo>
                    <a:cubicBezTo>
                      <a:pt x="244" y="19"/>
                      <a:pt x="239" y="21"/>
                      <a:pt x="233" y="21"/>
                    </a:cubicBezTo>
                    <a:cubicBezTo>
                      <a:pt x="227" y="22"/>
                      <a:pt x="223" y="20"/>
                      <a:pt x="217" y="18"/>
                    </a:cubicBezTo>
                    <a:cubicBezTo>
                      <a:pt x="211" y="16"/>
                      <a:pt x="206" y="17"/>
                      <a:pt x="200" y="17"/>
                    </a:cubicBezTo>
                    <a:cubicBezTo>
                      <a:pt x="193" y="16"/>
                      <a:pt x="187" y="14"/>
                      <a:pt x="180" y="13"/>
                    </a:cubicBezTo>
                    <a:cubicBezTo>
                      <a:pt x="166" y="10"/>
                      <a:pt x="151" y="12"/>
                      <a:pt x="138" y="8"/>
                    </a:cubicBezTo>
                    <a:cubicBezTo>
                      <a:pt x="127" y="5"/>
                      <a:pt x="119" y="0"/>
                      <a:pt x="106" y="0"/>
                    </a:cubicBezTo>
                    <a:cubicBezTo>
                      <a:pt x="88" y="0"/>
                      <a:pt x="69" y="3"/>
                      <a:pt x="51" y="8"/>
                    </a:cubicBezTo>
                    <a:cubicBezTo>
                      <a:pt x="41" y="11"/>
                      <a:pt x="35" y="16"/>
                      <a:pt x="28" y="23"/>
                    </a:cubicBezTo>
                    <a:cubicBezTo>
                      <a:pt x="25" y="25"/>
                      <a:pt x="22" y="28"/>
                      <a:pt x="18" y="27"/>
                    </a:cubicBezTo>
                    <a:cubicBezTo>
                      <a:pt x="14" y="26"/>
                      <a:pt x="14" y="21"/>
                      <a:pt x="9" y="21"/>
                    </a:cubicBezTo>
                  </a:path>
                </a:pathLst>
              </a:custGeom>
              <a:solidFill>
                <a:srgbClr val="F5E9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6" name="Freeform 305">
                <a:extLst>
                  <a:ext uri="{FF2B5EF4-FFF2-40B4-BE49-F238E27FC236}">
                    <a16:creationId xmlns:a16="http://schemas.microsoft.com/office/drawing/2014/main" id="{2DA2CCCA-5841-433B-BA67-C7A6CDFA0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262"/>
                <a:ext cx="305" cy="270"/>
              </a:xfrm>
              <a:custGeom>
                <a:avLst/>
                <a:gdLst>
                  <a:gd name="T0" fmla="*/ 188 w 122"/>
                  <a:gd name="T1" fmla="*/ 738 h 108"/>
                  <a:gd name="T2" fmla="*/ 158 w 122"/>
                  <a:gd name="T3" fmla="*/ 1688 h 108"/>
                  <a:gd name="T4" fmla="*/ 145 w 122"/>
                  <a:gd name="T5" fmla="*/ 1675 h 108"/>
                  <a:gd name="T6" fmla="*/ 345 w 122"/>
                  <a:gd name="T7" fmla="*/ 1313 h 108"/>
                  <a:gd name="T8" fmla="*/ 333 w 122"/>
                  <a:gd name="T9" fmla="*/ 970 h 108"/>
                  <a:gd name="T10" fmla="*/ 720 w 122"/>
                  <a:gd name="T11" fmla="*/ 438 h 108"/>
                  <a:gd name="T12" fmla="*/ 1425 w 122"/>
                  <a:gd name="T13" fmla="*/ 395 h 108"/>
                  <a:gd name="T14" fmla="*/ 1658 w 122"/>
                  <a:gd name="T15" fmla="*/ 488 h 108"/>
                  <a:gd name="T16" fmla="*/ 1750 w 122"/>
                  <a:gd name="T17" fmla="*/ 750 h 108"/>
                  <a:gd name="T18" fmla="*/ 1750 w 122"/>
                  <a:gd name="T19" fmla="*/ 783 h 108"/>
                  <a:gd name="T20" fmla="*/ 1708 w 122"/>
                  <a:gd name="T21" fmla="*/ 345 h 108"/>
                  <a:gd name="T22" fmla="*/ 1750 w 122"/>
                  <a:gd name="T23" fmla="*/ 175 h 108"/>
                  <a:gd name="T24" fmla="*/ 1908 w 122"/>
                  <a:gd name="T25" fmla="*/ 95 h 108"/>
                  <a:gd name="T26" fmla="*/ 1720 w 122"/>
                  <a:gd name="T27" fmla="*/ 0 h 108"/>
                  <a:gd name="T28" fmla="*/ 1550 w 122"/>
                  <a:gd name="T29" fmla="*/ 113 h 108"/>
                  <a:gd name="T30" fmla="*/ 1145 w 122"/>
                  <a:gd name="T31" fmla="*/ 238 h 108"/>
                  <a:gd name="T32" fmla="*/ 738 w 122"/>
                  <a:gd name="T33" fmla="*/ 363 h 108"/>
                  <a:gd name="T34" fmla="*/ 270 w 122"/>
                  <a:gd name="T35" fmla="*/ 645 h 10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2" h="108">
                    <a:moveTo>
                      <a:pt x="12" y="47"/>
                    </a:moveTo>
                    <a:cubicBezTo>
                      <a:pt x="0" y="56"/>
                      <a:pt x="25" y="107"/>
                      <a:pt x="10" y="108"/>
                    </a:cubicBezTo>
                    <a:cubicBezTo>
                      <a:pt x="10" y="108"/>
                      <a:pt x="10" y="108"/>
                      <a:pt x="9" y="107"/>
                    </a:cubicBezTo>
                    <a:cubicBezTo>
                      <a:pt x="14" y="99"/>
                      <a:pt x="20" y="94"/>
                      <a:pt x="22" y="84"/>
                    </a:cubicBezTo>
                    <a:cubicBezTo>
                      <a:pt x="23" y="76"/>
                      <a:pt x="21" y="69"/>
                      <a:pt x="21" y="62"/>
                    </a:cubicBezTo>
                    <a:cubicBezTo>
                      <a:pt x="22" y="49"/>
                      <a:pt x="33" y="32"/>
                      <a:pt x="46" y="28"/>
                    </a:cubicBezTo>
                    <a:cubicBezTo>
                      <a:pt x="58" y="25"/>
                      <a:pt x="78" y="22"/>
                      <a:pt x="91" y="25"/>
                    </a:cubicBezTo>
                    <a:cubicBezTo>
                      <a:pt x="95" y="25"/>
                      <a:pt x="103" y="28"/>
                      <a:pt x="106" y="31"/>
                    </a:cubicBezTo>
                    <a:cubicBezTo>
                      <a:pt x="112" y="36"/>
                      <a:pt x="111" y="42"/>
                      <a:pt x="112" y="48"/>
                    </a:cubicBezTo>
                    <a:cubicBezTo>
                      <a:pt x="113" y="49"/>
                      <a:pt x="112" y="49"/>
                      <a:pt x="112" y="50"/>
                    </a:cubicBezTo>
                    <a:cubicBezTo>
                      <a:pt x="117" y="40"/>
                      <a:pt x="110" y="31"/>
                      <a:pt x="109" y="22"/>
                    </a:cubicBezTo>
                    <a:cubicBezTo>
                      <a:pt x="108" y="18"/>
                      <a:pt x="110" y="13"/>
                      <a:pt x="112" y="11"/>
                    </a:cubicBezTo>
                    <a:cubicBezTo>
                      <a:pt x="116" y="7"/>
                      <a:pt x="119" y="8"/>
                      <a:pt x="122" y="6"/>
                    </a:cubicBezTo>
                    <a:cubicBezTo>
                      <a:pt x="120" y="3"/>
                      <a:pt x="114" y="0"/>
                      <a:pt x="110" y="0"/>
                    </a:cubicBezTo>
                    <a:cubicBezTo>
                      <a:pt x="104" y="0"/>
                      <a:pt x="103" y="4"/>
                      <a:pt x="99" y="7"/>
                    </a:cubicBezTo>
                    <a:cubicBezTo>
                      <a:pt x="92" y="12"/>
                      <a:pt x="81" y="12"/>
                      <a:pt x="73" y="15"/>
                    </a:cubicBezTo>
                    <a:cubicBezTo>
                      <a:pt x="64" y="18"/>
                      <a:pt x="56" y="19"/>
                      <a:pt x="47" y="23"/>
                    </a:cubicBezTo>
                    <a:cubicBezTo>
                      <a:pt x="39" y="25"/>
                      <a:pt x="22" y="34"/>
                      <a:pt x="17" y="41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7" name="Freeform 306">
                <a:extLst>
                  <a:ext uri="{FF2B5EF4-FFF2-40B4-BE49-F238E27FC236}">
                    <a16:creationId xmlns:a16="http://schemas.microsoft.com/office/drawing/2014/main" id="{7E50221E-56B7-4902-9111-116D1598C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45"/>
                <a:ext cx="110" cy="80"/>
              </a:xfrm>
              <a:custGeom>
                <a:avLst/>
                <a:gdLst>
                  <a:gd name="T0" fmla="*/ 95 w 44"/>
                  <a:gd name="T1" fmla="*/ 408 h 32"/>
                  <a:gd name="T2" fmla="*/ 158 w 44"/>
                  <a:gd name="T3" fmla="*/ 488 h 32"/>
                  <a:gd name="T4" fmla="*/ 425 w 44"/>
                  <a:gd name="T5" fmla="*/ 470 h 32"/>
                  <a:gd name="T6" fmla="*/ 595 w 44"/>
                  <a:gd name="T7" fmla="*/ 0 h 32"/>
                  <a:gd name="T8" fmla="*/ 238 w 44"/>
                  <a:gd name="T9" fmla="*/ 40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2">
                    <a:moveTo>
                      <a:pt x="6" y="26"/>
                    </a:moveTo>
                    <a:cubicBezTo>
                      <a:pt x="0" y="30"/>
                      <a:pt x="6" y="32"/>
                      <a:pt x="10" y="31"/>
                    </a:cubicBezTo>
                    <a:cubicBezTo>
                      <a:pt x="16" y="30"/>
                      <a:pt x="20" y="29"/>
                      <a:pt x="27" y="30"/>
                    </a:cubicBezTo>
                    <a:cubicBezTo>
                      <a:pt x="44" y="31"/>
                      <a:pt x="37" y="10"/>
                      <a:pt x="38" y="0"/>
                    </a:cubicBezTo>
                    <a:cubicBezTo>
                      <a:pt x="36" y="11"/>
                      <a:pt x="30" y="28"/>
                      <a:pt x="15" y="26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8" name="Freeform 307">
                <a:extLst>
                  <a:ext uri="{FF2B5EF4-FFF2-40B4-BE49-F238E27FC236}">
                    <a16:creationId xmlns:a16="http://schemas.microsoft.com/office/drawing/2014/main" id="{134B2A14-479E-4608-AE36-CE5962FDD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285"/>
                <a:ext cx="425" cy="260"/>
              </a:xfrm>
              <a:custGeom>
                <a:avLst/>
                <a:gdLst>
                  <a:gd name="T0" fmla="*/ 33 w 170"/>
                  <a:gd name="T1" fmla="*/ 0 h 104"/>
                  <a:gd name="T2" fmla="*/ 408 w 170"/>
                  <a:gd name="T3" fmla="*/ 50 h 104"/>
                  <a:gd name="T4" fmla="*/ 770 w 170"/>
                  <a:gd name="T5" fmla="*/ 113 h 104"/>
                  <a:gd name="T6" fmla="*/ 1020 w 170"/>
                  <a:gd name="T7" fmla="*/ 145 h 104"/>
                  <a:gd name="T8" fmla="*/ 1188 w 170"/>
                  <a:gd name="T9" fmla="*/ 333 h 104"/>
                  <a:gd name="T10" fmla="*/ 1500 w 170"/>
                  <a:gd name="T11" fmla="*/ 425 h 104"/>
                  <a:gd name="T12" fmla="*/ 1738 w 170"/>
                  <a:gd name="T13" fmla="*/ 583 h 104"/>
                  <a:gd name="T14" fmla="*/ 1938 w 170"/>
                  <a:gd name="T15" fmla="*/ 770 h 104"/>
                  <a:gd name="T16" fmla="*/ 2063 w 170"/>
                  <a:gd name="T17" fmla="*/ 1033 h 104"/>
                  <a:gd name="T18" fmla="*/ 2470 w 170"/>
                  <a:gd name="T19" fmla="*/ 1250 h 104"/>
                  <a:gd name="T20" fmla="*/ 2500 w 170"/>
                  <a:gd name="T21" fmla="*/ 1625 h 104"/>
                  <a:gd name="T22" fmla="*/ 2220 w 170"/>
                  <a:gd name="T23" fmla="*/ 1500 h 104"/>
                  <a:gd name="T24" fmla="*/ 2020 w 170"/>
                  <a:gd name="T25" fmla="*/ 1313 h 104"/>
                  <a:gd name="T26" fmla="*/ 1813 w 170"/>
                  <a:gd name="T27" fmla="*/ 1208 h 104"/>
                  <a:gd name="T28" fmla="*/ 1708 w 170"/>
                  <a:gd name="T29" fmla="*/ 1033 h 104"/>
                  <a:gd name="T30" fmla="*/ 1500 w 170"/>
                  <a:gd name="T31" fmla="*/ 595 h 104"/>
                  <a:gd name="T32" fmla="*/ 813 w 170"/>
                  <a:gd name="T33" fmla="*/ 395 h 104"/>
                  <a:gd name="T34" fmla="*/ 675 w 170"/>
                  <a:gd name="T35" fmla="*/ 345 h 104"/>
                  <a:gd name="T36" fmla="*/ 613 w 170"/>
                  <a:gd name="T37" fmla="*/ 425 h 104"/>
                  <a:gd name="T38" fmla="*/ 438 w 170"/>
                  <a:gd name="T39" fmla="*/ 313 h 104"/>
                  <a:gd name="T40" fmla="*/ 0 w 170"/>
                  <a:gd name="T41" fmla="*/ 50 h 10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0" h="104">
                    <a:moveTo>
                      <a:pt x="2" y="0"/>
                    </a:moveTo>
                    <a:cubicBezTo>
                      <a:pt x="8" y="3"/>
                      <a:pt x="18" y="1"/>
                      <a:pt x="26" y="3"/>
                    </a:cubicBezTo>
                    <a:cubicBezTo>
                      <a:pt x="35" y="6"/>
                      <a:pt x="39" y="9"/>
                      <a:pt x="49" y="7"/>
                    </a:cubicBezTo>
                    <a:cubicBezTo>
                      <a:pt x="56" y="5"/>
                      <a:pt x="59" y="6"/>
                      <a:pt x="65" y="9"/>
                    </a:cubicBezTo>
                    <a:cubicBezTo>
                      <a:pt x="71" y="12"/>
                      <a:pt x="71" y="17"/>
                      <a:pt x="76" y="21"/>
                    </a:cubicBezTo>
                    <a:cubicBezTo>
                      <a:pt x="82" y="25"/>
                      <a:pt x="90" y="25"/>
                      <a:pt x="96" y="27"/>
                    </a:cubicBezTo>
                    <a:cubicBezTo>
                      <a:pt x="101" y="30"/>
                      <a:pt x="106" y="33"/>
                      <a:pt x="111" y="37"/>
                    </a:cubicBezTo>
                    <a:cubicBezTo>
                      <a:pt x="115" y="40"/>
                      <a:pt x="121" y="44"/>
                      <a:pt x="124" y="49"/>
                    </a:cubicBezTo>
                    <a:cubicBezTo>
                      <a:pt x="127" y="54"/>
                      <a:pt x="129" y="60"/>
                      <a:pt x="132" y="66"/>
                    </a:cubicBezTo>
                    <a:cubicBezTo>
                      <a:pt x="138" y="76"/>
                      <a:pt x="148" y="76"/>
                      <a:pt x="158" y="80"/>
                    </a:cubicBezTo>
                    <a:cubicBezTo>
                      <a:pt x="170" y="83"/>
                      <a:pt x="164" y="94"/>
                      <a:pt x="160" y="104"/>
                    </a:cubicBezTo>
                    <a:cubicBezTo>
                      <a:pt x="154" y="98"/>
                      <a:pt x="150" y="97"/>
                      <a:pt x="142" y="96"/>
                    </a:cubicBezTo>
                    <a:cubicBezTo>
                      <a:pt x="133" y="96"/>
                      <a:pt x="132" y="92"/>
                      <a:pt x="129" y="84"/>
                    </a:cubicBezTo>
                    <a:cubicBezTo>
                      <a:pt x="125" y="76"/>
                      <a:pt x="124" y="78"/>
                      <a:pt x="116" y="77"/>
                    </a:cubicBezTo>
                    <a:cubicBezTo>
                      <a:pt x="109" y="76"/>
                      <a:pt x="110" y="73"/>
                      <a:pt x="109" y="66"/>
                    </a:cubicBezTo>
                    <a:cubicBezTo>
                      <a:pt x="108" y="56"/>
                      <a:pt x="106" y="44"/>
                      <a:pt x="96" y="38"/>
                    </a:cubicBezTo>
                    <a:cubicBezTo>
                      <a:pt x="83" y="32"/>
                      <a:pt x="67" y="29"/>
                      <a:pt x="52" y="25"/>
                    </a:cubicBezTo>
                    <a:cubicBezTo>
                      <a:pt x="50" y="24"/>
                      <a:pt x="45" y="21"/>
                      <a:pt x="43" y="22"/>
                    </a:cubicBezTo>
                    <a:cubicBezTo>
                      <a:pt x="40" y="23"/>
                      <a:pt x="42" y="26"/>
                      <a:pt x="39" y="27"/>
                    </a:cubicBezTo>
                    <a:cubicBezTo>
                      <a:pt x="34" y="30"/>
                      <a:pt x="31" y="24"/>
                      <a:pt x="28" y="20"/>
                    </a:cubicBezTo>
                    <a:cubicBezTo>
                      <a:pt x="21" y="12"/>
                      <a:pt x="10" y="7"/>
                      <a:pt x="0" y="3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9" name="Freeform 308">
                <a:extLst>
                  <a:ext uri="{FF2B5EF4-FFF2-40B4-BE49-F238E27FC236}">
                    <a16:creationId xmlns:a16="http://schemas.microsoft.com/office/drawing/2014/main" id="{4F6F1F99-33A4-44FA-A660-72AB2F630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505"/>
                <a:ext cx="55" cy="60"/>
              </a:xfrm>
              <a:custGeom>
                <a:avLst/>
                <a:gdLst>
                  <a:gd name="T0" fmla="*/ 188 w 22"/>
                  <a:gd name="T1" fmla="*/ 20 h 24"/>
                  <a:gd name="T2" fmla="*/ 95 w 22"/>
                  <a:gd name="T3" fmla="*/ 283 h 24"/>
                  <a:gd name="T4" fmla="*/ 345 w 22"/>
                  <a:gd name="T5" fmla="*/ 375 h 24"/>
                  <a:gd name="T6" fmla="*/ 188 w 22"/>
                  <a:gd name="T7" fmla="*/ 175 h 24"/>
                  <a:gd name="T8" fmla="*/ 250 w 22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12" y="1"/>
                    </a:moveTo>
                    <a:cubicBezTo>
                      <a:pt x="6" y="5"/>
                      <a:pt x="0" y="13"/>
                      <a:pt x="6" y="18"/>
                    </a:cubicBezTo>
                    <a:cubicBezTo>
                      <a:pt x="11" y="22"/>
                      <a:pt x="18" y="20"/>
                      <a:pt x="22" y="24"/>
                    </a:cubicBezTo>
                    <a:cubicBezTo>
                      <a:pt x="17" y="23"/>
                      <a:pt x="14" y="16"/>
                      <a:pt x="12" y="11"/>
                    </a:cubicBezTo>
                    <a:cubicBezTo>
                      <a:pt x="18" y="7"/>
                      <a:pt x="18" y="8"/>
                      <a:pt x="16" y="0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0" name="Freeform 309">
                <a:extLst>
                  <a:ext uri="{FF2B5EF4-FFF2-40B4-BE49-F238E27FC236}">
                    <a16:creationId xmlns:a16="http://schemas.microsoft.com/office/drawing/2014/main" id="{17896F08-AB53-4D57-B8D1-690192F71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232"/>
                <a:ext cx="290" cy="238"/>
              </a:xfrm>
              <a:custGeom>
                <a:avLst/>
                <a:gdLst>
                  <a:gd name="T0" fmla="*/ 175 w 116"/>
                  <a:gd name="T1" fmla="*/ 95 h 95"/>
                  <a:gd name="T2" fmla="*/ 783 w 116"/>
                  <a:gd name="T3" fmla="*/ 158 h 95"/>
                  <a:gd name="T4" fmla="*/ 1000 w 116"/>
                  <a:gd name="T5" fmla="*/ 313 h 95"/>
                  <a:gd name="T6" fmla="*/ 1113 w 116"/>
                  <a:gd name="T7" fmla="*/ 396 h 95"/>
                  <a:gd name="T8" fmla="*/ 1175 w 116"/>
                  <a:gd name="T9" fmla="*/ 501 h 95"/>
                  <a:gd name="T10" fmla="*/ 1563 w 116"/>
                  <a:gd name="T11" fmla="*/ 408 h 95"/>
                  <a:gd name="T12" fmla="*/ 1800 w 116"/>
                  <a:gd name="T13" fmla="*/ 408 h 95"/>
                  <a:gd name="T14" fmla="*/ 1613 w 116"/>
                  <a:gd name="T15" fmla="*/ 534 h 95"/>
                  <a:gd name="T16" fmla="*/ 1563 w 116"/>
                  <a:gd name="T17" fmla="*/ 1085 h 95"/>
                  <a:gd name="T18" fmla="*/ 1613 w 116"/>
                  <a:gd name="T19" fmla="*/ 1318 h 95"/>
                  <a:gd name="T20" fmla="*/ 1363 w 116"/>
                  <a:gd name="T21" fmla="*/ 1443 h 95"/>
                  <a:gd name="T22" fmla="*/ 1270 w 116"/>
                  <a:gd name="T23" fmla="*/ 1275 h 95"/>
                  <a:gd name="T24" fmla="*/ 1425 w 116"/>
                  <a:gd name="T25" fmla="*/ 942 h 95"/>
                  <a:gd name="T26" fmla="*/ 1113 w 116"/>
                  <a:gd name="T27" fmla="*/ 564 h 95"/>
                  <a:gd name="T28" fmla="*/ 563 w 116"/>
                  <a:gd name="T29" fmla="*/ 188 h 95"/>
                  <a:gd name="T30" fmla="*/ 270 w 116"/>
                  <a:gd name="T31" fmla="*/ 238 h 95"/>
                  <a:gd name="T32" fmla="*/ 145 w 116"/>
                  <a:gd name="T33" fmla="*/ 564 h 95"/>
                  <a:gd name="T34" fmla="*/ 33 w 116"/>
                  <a:gd name="T35" fmla="*/ 501 h 95"/>
                  <a:gd name="T36" fmla="*/ 33 w 116"/>
                  <a:gd name="T37" fmla="*/ 271 h 95"/>
                  <a:gd name="T38" fmla="*/ 145 w 116"/>
                  <a:gd name="T39" fmla="*/ 145 h 9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6" h="95">
                    <a:moveTo>
                      <a:pt x="11" y="6"/>
                    </a:moveTo>
                    <a:cubicBezTo>
                      <a:pt x="22" y="0"/>
                      <a:pt x="39" y="5"/>
                      <a:pt x="50" y="10"/>
                    </a:cubicBezTo>
                    <a:cubicBezTo>
                      <a:pt x="56" y="13"/>
                      <a:pt x="60" y="16"/>
                      <a:pt x="64" y="20"/>
                    </a:cubicBezTo>
                    <a:cubicBezTo>
                      <a:pt x="66" y="22"/>
                      <a:pt x="69" y="23"/>
                      <a:pt x="71" y="25"/>
                    </a:cubicBezTo>
                    <a:cubicBezTo>
                      <a:pt x="73" y="27"/>
                      <a:pt x="73" y="30"/>
                      <a:pt x="75" y="32"/>
                    </a:cubicBezTo>
                    <a:cubicBezTo>
                      <a:pt x="81" y="39"/>
                      <a:pt x="94" y="31"/>
                      <a:pt x="100" y="26"/>
                    </a:cubicBezTo>
                    <a:cubicBezTo>
                      <a:pt x="103" y="24"/>
                      <a:pt x="116" y="15"/>
                      <a:pt x="115" y="26"/>
                    </a:cubicBezTo>
                    <a:cubicBezTo>
                      <a:pt x="115" y="30"/>
                      <a:pt x="106" y="30"/>
                      <a:pt x="103" y="34"/>
                    </a:cubicBezTo>
                    <a:cubicBezTo>
                      <a:pt x="97" y="44"/>
                      <a:pt x="101" y="57"/>
                      <a:pt x="100" y="69"/>
                    </a:cubicBezTo>
                    <a:cubicBezTo>
                      <a:pt x="100" y="74"/>
                      <a:pt x="104" y="80"/>
                      <a:pt x="103" y="84"/>
                    </a:cubicBezTo>
                    <a:cubicBezTo>
                      <a:pt x="101" y="90"/>
                      <a:pt x="92" y="90"/>
                      <a:pt x="87" y="92"/>
                    </a:cubicBezTo>
                    <a:cubicBezTo>
                      <a:pt x="76" y="95"/>
                      <a:pt x="77" y="90"/>
                      <a:pt x="81" y="81"/>
                    </a:cubicBezTo>
                    <a:cubicBezTo>
                      <a:pt x="84" y="74"/>
                      <a:pt x="92" y="68"/>
                      <a:pt x="91" y="60"/>
                    </a:cubicBezTo>
                    <a:cubicBezTo>
                      <a:pt x="91" y="49"/>
                      <a:pt x="76" y="44"/>
                      <a:pt x="71" y="36"/>
                    </a:cubicBezTo>
                    <a:cubicBezTo>
                      <a:pt x="64" y="26"/>
                      <a:pt x="49" y="13"/>
                      <a:pt x="36" y="12"/>
                    </a:cubicBezTo>
                    <a:cubicBezTo>
                      <a:pt x="32" y="11"/>
                      <a:pt x="19" y="12"/>
                      <a:pt x="17" y="15"/>
                    </a:cubicBezTo>
                    <a:cubicBezTo>
                      <a:pt x="13" y="19"/>
                      <a:pt x="10" y="31"/>
                      <a:pt x="9" y="36"/>
                    </a:cubicBezTo>
                    <a:cubicBezTo>
                      <a:pt x="7" y="34"/>
                      <a:pt x="5" y="33"/>
                      <a:pt x="2" y="32"/>
                    </a:cubicBezTo>
                    <a:cubicBezTo>
                      <a:pt x="2" y="27"/>
                      <a:pt x="0" y="22"/>
                      <a:pt x="2" y="17"/>
                    </a:cubicBezTo>
                    <a:cubicBezTo>
                      <a:pt x="4" y="13"/>
                      <a:pt x="6" y="12"/>
                      <a:pt x="9" y="9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1" name="Freeform 310">
                <a:extLst>
                  <a:ext uri="{FF2B5EF4-FFF2-40B4-BE49-F238E27FC236}">
                    <a16:creationId xmlns:a16="http://schemas.microsoft.com/office/drawing/2014/main" id="{17CD1D2C-105B-4A11-8B91-1EC00452F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345"/>
                <a:ext cx="70" cy="97"/>
              </a:xfrm>
              <a:custGeom>
                <a:avLst/>
                <a:gdLst>
                  <a:gd name="T0" fmla="*/ 20 w 28"/>
                  <a:gd name="T1" fmla="*/ 321 h 39"/>
                  <a:gd name="T2" fmla="*/ 158 w 28"/>
                  <a:gd name="T3" fmla="*/ 570 h 39"/>
                  <a:gd name="T4" fmla="*/ 438 w 28"/>
                  <a:gd name="T5" fmla="*/ 433 h 39"/>
                  <a:gd name="T6" fmla="*/ 375 w 28"/>
                  <a:gd name="T7" fmla="*/ 0 h 39"/>
                  <a:gd name="T8" fmla="*/ 270 w 28"/>
                  <a:gd name="T9" fmla="*/ 279 h 39"/>
                  <a:gd name="T10" fmla="*/ 270 w 28"/>
                  <a:gd name="T11" fmla="*/ 403 h 39"/>
                  <a:gd name="T12" fmla="*/ 125 w 28"/>
                  <a:gd name="T13" fmla="*/ 38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9">
                    <a:moveTo>
                      <a:pt x="1" y="21"/>
                    </a:moveTo>
                    <a:cubicBezTo>
                      <a:pt x="0" y="23"/>
                      <a:pt x="6" y="35"/>
                      <a:pt x="10" y="37"/>
                    </a:cubicBezTo>
                    <a:cubicBezTo>
                      <a:pt x="15" y="39"/>
                      <a:pt x="25" y="33"/>
                      <a:pt x="28" y="28"/>
                    </a:cubicBezTo>
                    <a:cubicBezTo>
                      <a:pt x="22" y="20"/>
                      <a:pt x="26" y="10"/>
                      <a:pt x="24" y="0"/>
                    </a:cubicBezTo>
                    <a:cubicBezTo>
                      <a:pt x="20" y="2"/>
                      <a:pt x="17" y="13"/>
                      <a:pt x="17" y="18"/>
                    </a:cubicBezTo>
                    <a:cubicBezTo>
                      <a:pt x="17" y="21"/>
                      <a:pt x="20" y="23"/>
                      <a:pt x="17" y="26"/>
                    </a:cubicBezTo>
                    <a:cubicBezTo>
                      <a:pt x="14" y="27"/>
                      <a:pt x="10" y="26"/>
                      <a:pt x="8" y="25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2" name="Freeform 311">
                <a:extLst>
                  <a:ext uri="{FF2B5EF4-FFF2-40B4-BE49-F238E27FC236}">
                    <a16:creationId xmlns:a16="http://schemas.microsoft.com/office/drawing/2014/main" id="{45EE210E-CDAD-4E83-B770-27C3CF439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850"/>
                <a:ext cx="255" cy="227"/>
              </a:xfrm>
              <a:custGeom>
                <a:avLst/>
                <a:gdLst>
                  <a:gd name="T0" fmla="*/ 0 w 102"/>
                  <a:gd name="T1" fmla="*/ 62 h 91"/>
                  <a:gd name="T2" fmla="*/ 83 w 102"/>
                  <a:gd name="T3" fmla="*/ 404 h 91"/>
                  <a:gd name="T4" fmla="*/ 283 w 102"/>
                  <a:gd name="T5" fmla="*/ 511 h 91"/>
                  <a:gd name="T6" fmla="*/ 408 w 102"/>
                  <a:gd name="T7" fmla="*/ 945 h 91"/>
                  <a:gd name="T8" fmla="*/ 925 w 102"/>
                  <a:gd name="T9" fmla="*/ 1195 h 91"/>
                  <a:gd name="T10" fmla="*/ 1095 w 102"/>
                  <a:gd name="T11" fmla="*/ 1399 h 91"/>
                  <a:gd name="T12" fmla="*/ 1300 w 102"/>
                  <a:gd name="T13" fmla="*/ 1275 h 91"/>
                  <a:gd name="T14" fmla="*/ 1595 w 102"/>
                  <a:gd name="T15" fmla="*/ 1275 h 91"/>
                  <a:gd name="T16" fmla="*/ 1063 w 102"/>
                  <a:gd name="T17" fmla="*/ 1103 h 91"/>
                  <a:gd name="T18" fmla="*/ 783 w 102"/>
                  <a:gd name="T19" fmla="*/ 728 h 91"/>
                  <a:gd name="T20" fmla="*/ 875 w 102"/>
                  <a:gd name="T21" fmla="*/ 342 h 91"/>
                  <a:gd name="T22" fmla="*/ 938 w 102"/>
                  <a:gd name="T23" fmla="*/ 217 h 91"/>
                  <a:gd name="T24" fmla="*/ 863 w 102"/>
                  <a:gd name="T25" fmla="*/ 0 h 91"/>
                  <a:gd name="T26" fmla="*/ 675 w 102"/>
                  <a:gd name="T27" fmla="*/ 137 h 91"/>
                  <a:gd name="T28" fmla="*/ 595 w 102"/>
                  <a:gd name="T29" fmla="*/ 387 h 91"/>
                  <a:gd name="T30" fmla="*/ 313 w 102"/>
                  <a:gd name="T31" fmla="*/ 312 h 91"/>
                  <a:gd name="T32" fmla="*/ 83 w 102"/>
                  <a:gd name="T33" fmla="*/ 125 h 9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2" h="91">
                    <a:moveTo>
                      <a:pt x="0" y="4"/>
                    </a:moveTo>
                    <a:cubicBezTo>
                      <a:pt x="2" y="10"/>
                      <a:pt x="1" y="20"/>
                      <a:pt x="5" y="26"/>
                    </a:cubicBezTo>
                    <a:cubicBezTo>
                      <a:pt x="10" y="31"/>
                      <a:pt x="14" y="26"/>
                      <a:pt x="18" y="33"/>
                    </a:cubicBezTo>
                    <a:cubicBezTo>
                      <a:pt x="24" y="44"/>
                      <a:pt x="11" y="58"/>
                      <a:pt x="26" y="61"/>
                    </a:cubicBezTo>
                    <a:cubicBezTo>
                      <a:pt x="38" y="64"/>
                      <a:pt x="52" y="67"/>
                      <a:pt x="59" y="77"/>
                    </a:cubicBezTo>
                    <a:cubicBezTo>
                      <a:pt x="62" y="81"/>
                      <a:pt x="65" y="89"/>
                      <a:pt x="70" y="90"/>
                    </a:cubicBezTo>
                    <a:cubicBezTo>
                      <a:pt x="76" y="91"/>
                      <a:pt x="78" y="84"/>
                      <a:pt x="83" y="82"/>
                    </a:cubicBezTo>
                    <a:cubicBezTo>
                      <a:pt x="89" y="80"/>
                      <a:pt x="99" y="86"/>
                      <a:pt x="102" y="82"/>
                    </a:cubicBezTo>
                    <a:cubicBezTo>
                      <a:pt x="92" y="75"/>
                      <a:pt x="77" y="79"/>
                      <a:pt x="68" y="71"/>
                    </a:cubicBezTo>
                    <a:cubicBezTo>
                      <a:pt x="60" y="65"/>
                      <a:pt x="49" y="59"/>
                      <a:pt x="50" y="47"/>
                    </a:cubicBezTo>
                    <a:cubicBezTo>
                      <a:pt x="50" y="39"/>
                      <a:pt x="51" y="27"/>
                      <a:pt x="56" y="22"/>
                    </a:cubicBezTo>
                    <a:cubicBezTo>
                      <a:pt x="61" y="18"/>
                      <a:pt x="62" y="21"/>
                      <a:pt x="60" y="14"/>
                    </a:cubicBezTo>
                    <a:cubicBezTo>
                      <a:pt x="59" y="9"/>
                      <a:pt x="58" y="2"/>
                      <a:pt x="55" y="0"/>
                    </a:cubicBezTo>
                    <a:cubicBezTo>
                      <a:pt x="51" y="3"/>
                      <a:pt x="46" y="5"/>
                      <a:pt x="43" y="9"/>
                    </a:cubicBezTo>
                    <a:cubicBezTo>
                      <a:pt x="40" y="14"/>
                      <a:pt x="39" y="20"/>
                      <a:pt x="38" y="25"/>
                    </a:cubicBezTo>
                    <a:cubicBezTo>
                      <a:pt x="31" y="24"/>
                      <a:pt x="26" y="25"/>
                      <a:pt x="20" y="20"/>
                    </a:cubicBezTo>
                    <a:cubicBezTo>
                      <a:pt x="17" y="18"/>
                      <a:pt x="5" y="11"/>
                      <a:pt x="5" y="8"/>
                    </a:cubicBezTo>
                  </a:path>
                </a:pathLst>
              </a:custGeom>
              <a:solidFill>
                <a:srgbClr val="F5E9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3" name="Freeform 312">
                <a:extLst>
                  <a:ext uri="{FF2B5EF4-FFF2-40B4-BE49-F238E27FC236}">
                    <a16:creationId xmlns:a16="http://schemas.microsoft.com/office/drawing/2014/main" id="{497A0070-66A3-40C9-AEE1-CDFFB8897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007"/>
                <a:ext cx="100" cy="55"/>
              </a:xfrm>
              <a:custGeom>
                <a:avLst/>
                <a:gdLst>
                  <a:gd name="T0" fmla="*/ 0 w 40"/>
                  <a:gd name="T1" fmla="*/ 238 h 22"/>
                  <a:gd name="T2" fmla="*/ 395 w 40"/>
                  <a:gd name="T3" fmla="*/ 0 h 22"/>
                  <a:gd name="T4" fmla="*/ 488 w 40"/>
                  <a:gd name="T5" fmla="*/ 175 h 22"/>
                  <a:gd name="T6" fmla="*/ 613 w 40"/>
                  <a:gd name="T7" fmla="*/ 333 h 22"/>
                  <a:gd name="T8" fmla="*/ 395 w 40"/>
                  <a:gd name="T9" fmla="*/ 250 h 22"/>
                  <a:gd name="T10" fmla="*/ 208 w 40"/>
                  <a:gd name="T11" fmla="*/ 25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2">
                    <a:moveTo>
                      <a:pt x="0" y="15"/>
                    </a:moveTo>
                    <a:cubicBezTo>
                      <a:pt x="12" y="18"/>
                      <a:pt x="15" y="1"/>
                      <a:pt x="25" y="0"/>
                    </a:cubicBezTo>
                    <a:cubicBezTo>
                      <a:pt x="26" y="3"/>
                      <a:pt x="28" y="7"/>
                      <a:pt x="31" y="11"/>
                    </a:cubicBezTo>
                    <a:cubicBezTo>
                      <a:pt x="34" y="14"/>
                      <a:pt x="40" y="15"/>
                      <a:pt x="39" y="21"/>
                    </a:cubicBezTo>
                    <a:cubicBezTo>
                      <a:pt x="30" y="22"/>
                      <a:pt x="31" y="19"/>
                      <a:pt x="25" y="16"/>
                    </a:cubicBezTo>
                    <a:cubicBezTo>
                      <a:pt x="20" y="13"/>
                      <a:pt x="18" y="18"/>
                      <a:pt x="13" y="16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4" name="Freeform 313">
                <a:extLst>
                  <a:ext uri="{FF2B5EF4-FFF2-40B4-BE49-F238E27FC236}">
                    <a16:creationId xmlns:a16="http://schemas.microsoft.com/office/drawing/2014/main" id="{D3B90E99-9AF0-4AFC-8C61-75B145C90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1532"/>
                <a:ext cx="70" cy="150"/>
              </a:xfrm>
              <a:custGeom>
                <a:avLst/>
                <a:gdLst>
                  <a:gd name="T0" fmla="*/ 238 w 28"/>
                  <a:gd name="T1" fmla="*/ 0 h 60"/>
                  <a:gd name="T2" fmla="*/ 175 w 28"/>
                  <a:gd name="T3" fmla="*/ 300 h 60"/>
                  <a:gd name="T4" fmla="*/ 220 w 28"/>
                  <a:gd name="T5" fmla="*/ 583 h 60"/>
                  <a:gd name="T6" fmla="*/ 175 w 28"/>
                  <a:gd name="T7" fmla="*/ 813 h 60"/>
                  <a:gd name="T8" fmla="*/ 0 w 28"/>
                  <a:gd name="T9" fmla="*/ 938 h 60"/>
                  <a:gd name="T10" fmla="*/ 238 w 28"/>
                  <a:gd name="T11" fmla="*/ 863 h 60"/>
                  <a:gd name="T12" fmla="*/ 425 w 28"/>
                  <a:gd name="T13" fmla="*/ 938 h 60"/>
                  <a:gd name="T14" fmla="*/ 438 w 28"/>
                  <a:gd name="T15" fmla="*/ 925 h 60"/>
                  <a:gd name="T16" fmla="*/ 333 w 28"/>
                  <a:gd name="T17" fmla="*/ 470 h 60"/>
                  <a:gd name="T18" fmla="*/ 300 w 28"/>
                  <a:gd name="T19" fmla="*/ 283 h 60"/>
                  <a:gd name="T20" fmla="*/ 250 w 28"/>
                  <a:gd name="T21" fmla="*/ 95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60">
                    <a:moveTo>
                      <a:pt x="15" y="0"/>
                    </a:moveTo>
                    <a:cubicBezTo>
                      <a:pt x="14" y="6"/>
                      <a:pt x="10" y="12"/>
                      <a:pt x="11" y="19"/>
                    </a:cubicBezTo>
                    <a:cubicBezTo>
                      <a:pt x="12" y="26"/>
                      <a:pt x="14" y="30"/>
                      <a:pt x="14" y="37"/>
                    </a:cubicBezTo>
                    <a:cubicBezTo>
                      <a:pt x="14" y="42"/>
                      <a:pt x="14" y="48"/>
                      <a:pt x="11" y="52"/>
                    </a:cubicBezTo>
                    <a:cubicBezTo>
                      <a:pt x="8" y="57"/>
                      <a:pt x="4" y="57"/>
                      <a:pt x="0" y="60"/>
                    </a:cubicBezTo>
                    <a:cubicBezTo>
                      <a:pt x="5" y="60"/>
                      <a:pt x="9" y="55"/>
                      <a:pt x="15" y="55"/>
                    </a:cubicBezTo>
                    <a:cubicBezTo>
                      <a:pt x="20" y="55"/>
                      <a:pt x="24" y="57"/>
                      <a:pt x="27" y="60"/>
                    </a:cubicBezTo>
                    <a:cubicBezTo>
                      <a:pt x="27" y="60"/>
                      <a:pt x="28" y="59"/>
                      <a:pt x="28" y="59"/>
                    </a:cubicBezTo>
                    <a:cubicBezTo>
                      <a:pt x="23" y="50"/>
                      <a:pt x="20" y="40"/>
                      <a:pt x="21" y="30"/>
                    </a:cubicBezTo>
                    <a:cubicBezTo>
                      <a:pt x="21" y="24"/>
                      <a:pt x="21" y="23"/>
                      <a:pt x="19" y="18"/>
                    </a:cubicBezTo>
                    <a:cubicBezTo>
                      <a:pt x="18" y="14"/>
                      <a:pt x="16" y="11"/>
                      <a:pt x="16" y="6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5" name="Freeform 314">
                <a:extLst>
                  <a:ext uri="{FF2B5EF4-FFF2-40B4-BE49-F238E27FC236}">
                    <a16:creationId xmlns:a16="http://schemas.microsoft.com/office/drawing/2014/main" id="{2CFAEDAB-3502-498F-B95F-24D6D98B6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457"/>
                <a:ext cx="52" cy="118"/>
              </a:xfrm>
              <a:custGeom>
                <a:avLst/>
                <a:gdLst>
                  <a:gd name="T0" fmla="*/ 258 w 21"/>
                  <a:gd name="T1" fmla="*/ 176 h 47"/>
                  <a:gd name="T2" fmla="*/ 12 w 21"/>
                  <a:gd name="T3" fmla="*/ 429 h 47"/>
                  <a:gd name="T4" fmla="*/ 124 w 21"/>
                  <a:gd name="T5" fmla="*/ 743 h 47"/>
                  <a:gd name="T6" fmla="*/ 258 w 21"/>
                  <a:gd name="T7" fmla="*/ 397 h 47"/>
                  <a:gd name="T8" fmla="*/ 319 w 21"/>
                  <a:gd name="T9" fmla="*/ 20 h 47"/>
                  <a:gd name="T10" fmla="*/ 287 w 21"/>
                  <a:gd name="T11" fmla="*/ 2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7">
                    <a:moveTo>
                      <a:pt x="17" y="11"/>
                    </a:moveTo>
                    <a:cubicBezTo>
                      <a:pt x="11" y="14"/>
                      <a:pt x="2" y="19"/>
                      <a:pt x="1" y="27"/>
                    </a:cubicBezTo>
                    <a:cubicBezTo>
                      <a:pt x="0" y="34"/>
                      <a:pt x="7" y="41"/>
                      <a:pt x="8" y="47"/>
                    </a:cubicBezTo>
                    <a:cubicBezTo>
                      <a:pt x="6" y="41"/>
                      <a:pt x="9" y="26"/>
                      <a:pt x="17" y="25"/>
                    </a:cubicBezTo>
                    <a:cubicBezTo>
                      <a:pt x="14" y="15"/>
                      <a:pt x="18" y="10"/>
                      <a:pt x="21" y="1"/>
                    </a:cubicBezTo>
                    <a:cubicBezTo>
                      <a:pt x="20" y="0"/>
                      <a:pt x="20" y="1"/>
                      <a:pt x="19" y="1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6" name="Freeform 315">
                <a:extLst>
                  <a:ext uri="{FF2B5EF4-FFF2-40B4-BE49-F238E27FC236}">
                    <a16:creationId xmlns:a16="http://schemas.microsoft.com/office/drawing/2014/main" id="{2F7F0868-7766-4B71-84CB-A947A8231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1472"/>
                <a:ext cx="153" cy="415"/>
              </a:xfrm>
              <a:custGeom>
                <a:avLst/>
                <a:gdLst>
                  <a:gd name="T0" fmla="*/ 775 w 61"/>
                  <a:gd name="T1" fmla="*/ 0 h 166"/>
                  <a:gd name="T2" fmla="*/ 692 w 61"/>
                  <a:gd name="T3" fmla="*/ 688 h 166"/>
                  <a:gd name="T4" fmla="*/ 680 w 61"/>
                  <a:gd name="T5" fmla="*/ 958 h 166"/>
                  <a:gd name="T6" fmla="*/ 722 w 61"/>
                  <a:gd name="T7" fmla="*/ 1238 h 166"/>
                  <a:gd name="T8" fmla="*/ 554 w 61"/>
                  <a:gd name="T9" fmla="*/ 1458 h 166"/>
                  <a:gd name="T10" fmla="*/ 472 w 61"/>
                  <a:gd name="T11" fmla="*/ 1708 h 166"/>
                  <a:gd name="T12" fmla="*/ 221 w 61"/>
                  <a:gd name="T13" fmla="*/ 1783 h 166"/>
                  <a:gd name="T14" fmla="*/ 0 w 61"/>
                  <a:gd name="T15" fmla="*/ 1813 h 166"/>
                  <a:gd name="T16" fmla="*/ 301 w 61"/>
                  <a:gd name="T17" fmla="*/ 1908 h 166"/>
                  <a:gd name="T18" fmla="*/ 441 w 61"/>
                  <a:gd name="T19" fmla="*/ 2208 h 166"/>
                  <a:gd name="T20" fmla="*/ 630 w 61"/>
                  <a:gd name="T21" fmla="*/ 2438 h 166"/>
                  <a:gd name="T22" fmla="*/ 805 w 61"/>
                  <a:gd name="T23" fmla="*/ 2500 h 166"/>
                  <a:gd name="T24" fmla="*/ 963 w 61"/>
                  <a:gd name="T25" fmla="*/ 2583 h 166"/>
                  <a:gd name="T26" fmla="*/ 567 w 61"/>
                  <a:gd name="T27" fmla="*/ 2113 h 166"/>
                  <a:gd name="T28" fmla="*/ 534 w 61"/>
                  <a:gd name="T29" fmla="*/ 1833 h 166"/>
                  <a:gd name="T30" fmla="*/ 742 w 61"/>
                  <a:gd name="T31" fmla="*/ 1750 h 166"/>
                  <a:gd name="T32" fmla="*/ 805 w 61"/>
                  <a:gd name="T33" fmla="*/ 1675 h 166"/>
                  <a:gd name="T34" fmla="*/ 880 w 61"/>
                  <a:gd name="T35" fmla="*/ 1595 h 166"/>
                  <a:gd name="T36" fmla="*/ 850 w 61"/>
                  <a:gd name="T37" fmla="*/ 1333 h 166"/>
                  <a:gd name="T38" fmla="*/ 900 w 61"/>
                  <a:gd name="T39" fmla="*/ 1095 h 166"/>
                  <a:gd name="T40" fmla="*/ 805 w 61"/>
                  <a:gd name="T41" fmla="*/ 863 h 166"/>
                  <a:gd name="T42" fmla="*/ 818 w 61"/>
                  <a:gd name="T43" fmla="*/ 438 h 166"/>
                  <a:gd name="T44" fmla="*/ 788 w 61"/>
                  <a:gd name="T45" fmla="*/ 238 h 166"/>
                  <a:gd name="T46" fmla="*/ 755 w 61"/>
                  <a:gd name="T47" fmla="*/ 50 h 16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1" h="166">
                    <a:moveTo>
                      <a:pt x="49" y="0"/>
                    </a:moveTo>
                    <a:cubicBezTo>
                      <a:pt x="45" y="14"/>
                      <a:pt x="46" y="29"/>
                      <a:pt x="44" y="44"/>
                    </a:cubicBezTo>
                    <a:cubicBezTo>
                      <a:pt x="42" y="50"/>
                      <a:pt x="42" y="55"/>
                      <a:pt x="43" y="61"/>
                    </a:cubicBezTo>
                    <a:cubicBezTo>
                      <a:pt x="44" y="67"/>
                      <a:pt x="48" y="72"/>
                      <a:pt x="46" y="79"/>
                    </a:cubicBezTo>
                    <a:cubicBezTo>
                      <a:pt x="44" y="84"/>
                      <a:pt x="38" y="88"/>
                      <a:pt x="35" y="93"/>
                    </a:cubicBezTo>
                    <a:cubicBezTo>
                      <a:pt x="33" y="97"/>
                      <a:pt x="33" y="106"/>
                      <a:pt x="30" y="109"/>
                    </a:cubicBezTo>
                    <a:cubicBezTo>
                      <a:pt x="27" y="112"/>
                      <a:pt x="18" y="113"/>
                      <a:pt x="14" y="114"/>
                    </a:cubicBezTo>
                    <a:cubicBezTo>
                      <a:pt x="9" y="115"/>
                      <a:pt x="3" y="113"/>
                      <a:pt x="0" y="116"/>
                    </a:cubicBezTo>
                    <a:cubicBezTo>
                      <a:pt x="1" y="122"/>
                      <a:pt x="14" y="120"/>
                      <a:pt x="19" y="122"/>
                    </a:cubicBezTo>
                    <a:cubicBezTo>
                      <a:pt x="28" y="126"/>
                      <a:pt x="25" y="133"/>
                      <a:pt x="28" y="141"/>
                    </a:cubicBezTo>
                    <a:cubicBezTo>
                      <a:pt x="30" y="150"/>
                      <a:pt x="31" y="154"/>
                      <a:pt x="40" y="156"/>
                    </a:cubicBezTo>
                    <a:cubicBezTo>
                      <a:pt x="44" y="157"/>
                      <a:pt x="47" y="157"/>
                      <a:pt x="51" y="160"/>
                    </a:cubicBezTo>
                    <a:cubicBezTo>
                      <a:pt x="55" y="163"/>
                      <a:pt x="56" y="166"/>
                      <a:pt x="61" y="165"/>
                    </a:cubicBezTo>
                    <a:cubicBezTo>
                      <a:pt x="47" y="161"/>
                      <a:pt x="39" y="150"/>
                      <a:pt x="36" y="135"/>
                    </a:cubicBezTo>
                    <a:cubicBezTo>
                      <a:pt x="36" y="130"/>
                      <a:pt x="33" y="121"/>
                      <a:pt x="34" y="117"/>
                    </a:cubicBezTo>
                    <a:cubicBezTo>
                      <a:pt x="36" y="111"/>
                      <a:pt x="43" y="115"/>
                      <a:pt x="47" y="112"/>
                    </a:cubicBezTo>
                    <a:cubicBezTo>
                      <a:pt x="48" y="111"/>
                      <a:pt x="50" y="108"/>
                      <a:pt x="51" y="107"/>
                    </a:cubicBezTo>
                    <a:cubicBezTo>
                      <a:pt x="54" y="104"/>
                      <a:pt x="55" y="106"/>
                      <a:pt x="56" y="102"/>
                    </a:cubicBezTo>
                    <a:cubicBezTo>
                      <a:pt x="57" y="97"/>
                      <a:pt x="53" y="91"/>
                      <a:pt x="54" y="85"/>
                    </a:cubicBezTo>
                    <a:cubicBezTo>
                      <a:pt x="55" y="80"/>
                      <a:pt x="58" y="76"/>
                      <a:pt x="57" y="70"/>
                    </a:cubicBezTo>
                    <a:cubicBezTo>
                      <a:pt x="56" y="65"/>
                      <a:pt x="52" y="60"/>
                      <a:pt x="51" y="55"/>
                    </a:cubicBezTo>
                    <a:cubicBezTo>
                      <a:pt x="49" y="47"/>
                      <a:pt x="50" y="36"/>
                      <a:pt x="52" y="28"/>
                    </a:cubicBezTo>
                    <a:cubicBezTo>
                      <a:pt x="53" y="21"/>
                      <a:pt x="53" y="21"/>
                      <a:pt x="50" y="15"/>
                    </a:cubicBezTo>
                    <a:cubicBezTo>
                      <a:pt x="49" y="11"/>
                      <a:pt x="47" y="7"/>
                      <a:pt x="48" y="3"/>
                    </a:cubicBezTo>
                  </a:path>
                </a:pathLst>
              </a:custGeom>
              <a:solidFill>
                <a:srgbClr val="F4E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7" name="Freeform 316">
                <a:extLst>
                  <a:ext uri="{FF2B5EF4-FFF2-40B4-BE49-F238E27FC236}">
                    <a16:creationId xmlns:a16="http://schemas.microsoft.com/office/drawing/2014/main" id="{49D68EF6-4D0E-47F8-83A3-D92F9BCD2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089"/>
                <a:ext cx="227" cy="253"/>
              </a:xfrm>
              <a:custGeom>
                <a:avLst/>
                <a:gdLst>
                  <a:gd name="T0" fmla="*/ 479 w 91"/>
                  <a:gd name="T1" fmla="*/ 238 h 101"/>
                  <a:gd name="T2" fmla="*/ 125 w 91"/>
                  <a:gd name="T3" fmla="*/ 501 h 101"/>
                  <a:gd name="T4" fmla="*/ 42 w 91"/>
                  <a:gd name="T5" fmla="*/ 659 h 101"/>
                  <a:gd name="T6" fmla="*/ 292 w 91"/>
                  <a:gd name="T7" fmla="*/ 679 h 101"/>
                  <a:gd name="T8" fmla="*/ 479 w 91"/>
                  <a:gd name="T9" fmla="*/ 909 h 101"/>
                  <a:gd name="T10" fmla="*/ 499 w 91"/>
                  <a:gd name="T11" fmla="*/ 1097 h 101"/>
                  <a:gd name="T12" fmla="*/ 666 w 91"/>
                  <a:gd name="T13" fmla="*/ 1130 h 101"/>
                  <a:gd name="T14" fmla="*/ 821 w 91"/>
                  <a:gd name="T15" fmla="*/ 1222 h 101"/>
                  <a:gd name="T16" fmla="*/ 1070 w 91"/>
                  <a:gd name="T17" fmla="*/ 1288 h 101"/>
                  <a:gd name="T18" fmla="*/ 1412 w 91"/>
                  <a:gd name="T19" fmla="*/ 1588 h 101"/>
                  <a:gd name="T20" fmla="*/ 1257 w 91"/>
                  <a:gd name="T21" fmla="*/ 1350 h 101"/>
                  <a:gd name="T22" fmla="*/ 1070 w 91"/>
                  <a:gd name="T23" fmla="*/ 1210 h 101"/>
                  <a:gd name="T24" fmla="*/ 821 w 91"/>
                  <a:gd name="T25" fmla="*/ 1085 h 101"/>
                  <a:gd name="T26" fmla="*/ 728 w 91"/>
                  <a:gd name="T27" fmla="*/ 879 h 101"/>
                  <a:gd name="T28" fmla="*/ 621 w 91"/>
                  <a:gd name="T29" fmla="*/ 817 h 101"/>
                  <a:gd name="T30" fmla="*/ 571 w 91"/>
                  <a:gd name="T31" fmla="*/ 721 h 101"/>
                  <a:gd name="T32" fmla="*/ 541 w 91"/>
                  <a:gd name="T33" fmla="*/ 488 h 101"/>
                  <a:gd name="T34" fmla="*/ 604 w 91"/>
                  <a:gd name="T35" fmla="*/ 220 h 101"/>
                  <a:gd name="T36" fmla="*/ 716 w 91"/>
                  <a:gd name="T37" fmla="*/ 0 h 101"/>
                  <a:gd name="T38" fmla="*/ 529 w 91"/>
                  <a:gd name="T39" fmla="*/ 220 h 10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1" h="101">
                    <a:moveTo>
                      <a:pt x="31" y="15"/>
                    </a:moveTo>
                    <a:cubicBezTo>
                      <a:pt x="25" y="23"/>
                      <a:pt x="15" y="25"/>
                      <a:pt x="8" y="32"/>
                    </a:cubicBezTo>
                    <a:cubicBezTo>
                      <a:pt x="5" y="35"/>
                      <a:pt x="0" y="38"/>
                      <a:pt x="3" y="42"/>
                    </a:cubicBezTo>
                    <a:cubicBezTo>
                      <a:pt x="7" y="45"/>
                      <a:pt x="14" y="41"/>
                      <a:pt x="19" y="43"/>
                    </a:cubicBezTo>
                    <a:cubicBezTo>
                      <a:pt x="23" y="44"/>
                      <a:pt x="30" y="53"/>
                      <a:pt x="31" y="58"/>
                    </a:cubicBezTo>
                    <a:cubicBezTo>
                      <a:pt x="32" y="62"/>
                      <a:pt x="29" y="66"/>
                      <a:pt x="32" y="70"/>
                    </a:cubicBezTo>
                    <a:cubicBezTo>
                      <a:pt x="35" y="74"/>
                      <a:pt x="39" y="71"/>
                      <a:pt x="43" y="72"/>
                    </a:cubicBezTo>
                    <a:cubicBezTo>
                      <a:pt x="45" y="79"/>
                      <a:pt x="46" y="78"/>
                      <a:pt x="53" y="78"/>
                    </a:cubicBezTo>
                    <a:cubicBezTo>
                      <a:pt x="59" y="79"/>
                      <a:pt x="64" y="81"/>
                      <a:pt x="69" y="82"/>
                    </a:cubicBezTo>
                    <a:cubicBezTo>
                      <a:pt x="76" y="85"/>
                      <a:pt x="91" y="92"/>
                      <a:pt x="91" y="101"/>
                    </a:cubicBezTo>
                    <a:cubicBezTo>
                      <a:pt x="87" y="97"/>
                      <a:pt x="86" y="91"/>
                      <a:pt x="81" y="86"/>
                    </a:cubicBezTo>
                    <a:cubicBezTo>
                      <a:pt x="78" y="83"/>
                      <a:pt x="73" y="80"/>
                      <a:pt x="69" y="77"/>
                    </a:cubicBezTo>
                    <a:cubicBezTo>
                      <a:pt x="64" y="74"/>
                      <a:pt x="58" y="72"/>
                      <a:pt x="53" y="69"/>
                    </a:cubicBezTo>
                    <a:cubicBezTo>
                      <a:pt x="48" y="64"/>
                      <a:pt x="50" y="61"/>
                      <a:pt x="47" y="56"/>
                    </a:cubicBezTo>
                    <a:cubicBezTo>
                      <a:pt x="45" y="54"/>
                      <a:pt x="42" y="54"/>
                      <a:pt x="40" y="52"/>
                    </a:cubicBezTo>
                    <a:cubicBezTo>
                      <a:pt x="37" y="49"/>
                      <a:pt x="38" y="50"/>
                      <a:pt x="37" y="46"/>
                    </a:cubicBezTo>
                    <a:cubicBezTo>
                      <a:pt x="35" y="40"/>
                      <a:pt x="33" y="36"/>
                      <a:pt x="35" y="31"/>
                    </a:cubicBezTo>
                    <a:cubicBezTo>
                      <a:pt x="37" y="25"/>
                      <a:pt x="38" y="21"/>
                      <a:pt x="39" y="14"/>
                    </a:cubicBezTo>
                    <a:cubicBezTo>
                      <a:pt x="40" y="9"/>
                      <a:pt x="46" y="5"/>
                      <a:pt x="46" y="0"/>
                    </a:cubicBezTo>
                    <a:cubicBezTo>
                      <a:pt x="41" y="3"/>
                      <a:pt x="38" y="10"/>
                      <a:pt x="34" y="14"/>
                    </a:cubicBezTo>
                  </a:path>
                </a:pathLst>
              </a:custGeom>
              <a:solidFill>
                <a:srgbClr val="F4E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8" name="Freeform 317">
                <a:extLst>
                  <a:ext uri="{FF2B5EF4-FFF2-40B4-BE49-F238E27FC236}">
                    <a16:creationId xmlns:a16="http://schemas.microsoft.com/office/drawing/2014/main" id="{1977F79A-436B-4780-8E9C-8196A60EB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172"/>
                <a:ext cx="155" cy="95"/>
              </a:xfrm>
              <a:custGeom>
                <a:avLst/>
                <a:gdLst>
                  <a:gd name="T0" fmla="*/ 720 w 62"/>
                  <a:gd name="T1" fmla="*/ 0 h 38"/>
                  <a:gd name="T2" fmla="*/ 345 w 62"/>
                  <a:gd name="T3" fmla="*/ 250 h 38"/>
                  <a:gd name="T4" fmla="*/ 208 w 62"/>
                  <a:gd name="T5" fmla="*/ 408 h 38"/>
                  <a:gd name="T6" fmla="*/ 0 w 62"/>
                  <a:gd name="T7" fmla="*/ 533 h 38"/>
                  <a:gd name="T8" fmla="*/ 488 w 62"/>
                  <a:gd name="T9" fmla="*/ 270 h 38"/>
                  <a:gd name="T10" fmla="*/ 863 w 62"/>
                  <a:gd name="T11" fmla="*/ 250 h 38"/>
                  <a:gd name="T12" fmla="*/ 970 w 62"/>
                  <a:gd name="T13" fmla="*/ 15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38">
                    <a:moveTo>
                      <a:pt x="46" y="0"/>
                    </a:moveTo>
                    <a:cubicBezTo>
                      <a:pt x="39" y="6"/>
                      <a:pt x="30" y="9"/>
                      <a:pt x="22" y="16"/>
                    </a:cubicBezTo>
                    <a:cubicBezTo>
                      <a:pt x="19" y="19"/>
                      <a:pt x="16" y="23"/>
                      <a:pt x="13" y="26"/>
                    </a:cubicBezTo>
                    <a:cubicBezTo>
                      <a:pt x="9" y="30"/>
                      <a:pt x="4" y="31"/>
                      <a:pt x="0" y="34"/>
                    </a:cubicBezTo>
                    <a:cubicBezTo>
                      <a:pt x="7" y="38"/>
                      <a:pt x="24" y="18"/>
                      <a:pt x="31" y="17"/>
                    </a:cubicBezTo>
                    <a:cubicBezTo>
                      <a:pt x="38" y="15"/>
                      <a:pt x="47" y="17"/>
                      <a:pt x="55" y="16"/>
                    </a:cubicBezTo>
                    <a:cubicBezTo>
                      <a:pt x="56" y="12"/>
                      <a:pt x="58" y="10"/>
                      <a:pt x="62" y="10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9" name="Freeform 318">
                <a:extLst>
                  <a:ext uri="{FF2B5EF4-FFF2-40B4-BE49-F238E27FC236}">
                    <a16:creationId xmlns:a16="http://schemas.microsoft.com/office/drawing/2014/main" id="{3E43B11F-E071-4C26-8470-A8F43A300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565"/>
                <a:ext cx="135" cy="205"/>
              </a:xfrm>
              <a:custGeom>
                <a:avLst/>
                <a:gdLst>
                  <a:gd name="T0" fmla="*/ 113 w 54"/>
                  <a:gd name="T1" fmla="*/ 158 h 82"/>
                  <a:gd name="T2" fmla="*/ 20 w 54"/>
                  <a:gd name="T3" fmla="*/ 925 h 82"/>
                  <a:gd name="T4" fmla="*/ 220 w 54"/>
                  <a:gd name="T5" fmla="*/ 800 h 82"/>
                  <a:gd name="T6" fmla="*/ 375 w 54"/>
                  <a:gd name="T7" fmla="*/ 908 h 82"/>
                  <a:gd name="T8" fmla="*/ 563 w 54"/>
                  <a:gd name="T9" fmla="*/ 1033 h 82"/>
                  <a:gd name="T10" fmla="*/ 550 w 54"/>
                  <a:gd name="T11" fmla="*/ 1283 h 82"/>
                  <a:gd name="T12" fmla="*/ 595 w 54"/>
                  <a:gd name="T13" fmla="*/ 908 h 82"/>
                  <a:gd name="T14" fmla="*/ 470 w 54"/>
                  <a:gd name="T15" fmla="*/ 595 h 82"/>
                  <a:gd name="T16" fmla="*/ 595 w 54"/>
                  <a:gd name="T17" fmla="*/ 333 h 82"/>
                  <a:gd name="T18" fmla="*/ 750 w 54"/>
                  <a:gd name="T19" fmla="*/ 0 h 82"/>
                  <a:gd name="T20" fmla="*/ 345 w 54"/>
                  <a:gd name="T21" fmla="*/ 488 h 82"/>
                  <a:gd name="T22" fmla="*/ 188 w 54"/>
                  <a:gd name="T23" fmla="*/ 188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82">
                    <a:moveTo>
                      <a:pt x="7" y="10"/>
                    </a:moveTo>
                    <a:cubicBezTo>
                      <a:pt x="8" y="27"/>
                      <a:pt x="0" y="43"/>
                      <a:pt x="1" y="59"/>
                    </a:cubicBezTo>
                    <a:cubicBezTo>
                      <a:pt x="6" y="59"/>
                      <a:pt x="9" y="51"/>
                      <a:pt x="14" y="51"/>
                    </a:cubicBezTo>
                    <a:cubicBezTo>
                      <a:pt x="17" y="51"/>
                      <a:pt x="21" y="57"/>
                      <a:pt x="24" y="58"/>
                    </a:cubicBezTo>
                    <a:cubicBezTo>
                      <a:pt x="30" y="60"/>
                      <a:pt x="34" y="59"/>
                      <a:pt x="36" y="66"/>
                    </a:cubicBezTo>
                    <a:cubicBezTo>
                      <a:pt x="37" y="72"/>
                      <a:pt x="33" y="78"/>
                      <a:pt x="35" y="82"/>
                    </a:cubicBezTo>
                    <a:cubicBezTo>
                      <a:pt x="39" y="76"/>
                      <a:pt x="41" y="65"/>
                      <a:pt x="38" y="58"/>
                    </a:cubicBezTo>
                    <a:cubicBezTo>
                      <a:pt x="34" y="50"/>
                      <a:pt x="29" y="48"/>
                      <a:pt x="30" y="38"/>
                    </a:cubicBezTo>
                    <a:cubicBezTo>
                      <a:pt x="31" y="31"/>
                      <a:pt x="32" y="26"/>
                      <a:pt x="38" y="21"/>
                    </a:cubicBezTo>
                    <a:cubicBezTo>
                      <a:pt x="41" y="17"/>
                      <a:pt x="54" y="5"/>
                      <a:pt x="48" y="0"/>
                    </a:cubicBezTo>
                    <a:cubicBezTo>
                      <a:pt x="35" y="6"/>
                      <a:pt x="31" y="22"/>
                      <a:pt x="22" y="31"/>
                    </a:cubicBezTo>
                    <a:cubicBezTo>
                      <a:pt x="18" y="27"/>
                      <a:pt x="9" y="18"/>
                      <a:pt x="12" y="12"/>
                    </a:cubicBezTo>
                  </a:path>
                </a:pathLst>
              </a:custGeom>
              <a:solidFill>
                <a:srgbClr val="F4E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0" name="Freeform 319">
                <a:extLst>
                  <a:ext uri="{FF2B5EF4-FFF2-40B4-BE49-F238E27FC236}">
                    <a16:creationId xmlns:a16="http://schemas.microsoft.com/office/drawing/2014/main" id="{A3AC490E-1799-4DCA-9658-35C3AA368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262"/>
                <a:ext cx="140" cy="118"/>
              </a:xfrm>
              <a:custGeom>
                <a:avLst/>
                <a:gdLst>
                  <a:gd name="T0" fmla="*/ 113 w 56"/>
                  <a:gd name="T1" fmla="*/ 208 h 47"/>
                  <a:gd name="T2" fmla="*/ 0 w 56"/>
                  <a:gd name="T3" fmla="*/ 743 h 47"/>
                  <a:gd name="T4" fmla="*/ 300 w 56"/>
                  <a:gd name="T5" fmla="*/ 505 h 47"/>
                  <a:gd name="T6" fmla="*/ 550 w 56"/>
                  <a:gd name="T7" fmla="*/ 459 h 47"/>
                  <a:gd name="T8" fmla="*/ 770 w 56"/>
                  <a:gd name="T9" fmla="*/ 346 h 47"/>
                  <a:gd name="T10" fmla="*/ 875 w 56"/>
                  <a:gd name="T11" fmla="*/ 0 h 47"/>
                  <a:gd name="T12" fmla="*/ 550 w 56"/>
                  <a:gd name="T13" fmla="*/ 304 h 47"/>
                  <a:gd name="T14" fmla="*/ 238 w 56"/>
                  <a:gd name="T15" fmla="*/ 239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47">
                    <a:moveTo>
                      <a:pt x="7" y="13"/>
                    </a:moveTo>
                    <a:cubicBezTo>
                      <a:pt x="14" y="17"/>
                      <a:pt x="0" y="40"/>
                      <a:pt x="0" y="47"/>
                    </a:cubicBezTo>
                    <a:cubicBezTo>
                      <a:pt x="7" y="43"/>
                      <a:pt x="12" y="35"/>
                      <a:pt x="19" y="32"/>
                    </a:cubicBezTo>
                    <a:cubicBezTo>
                      <a:pt x="23" y="29"/>
                      <a:pt x="29" y="30"/>
                      <a:pt x="35" y="29"/>
                    </a:cubicBezTo>
                    <a:cubicBezTo>
                      <a:pt x="40" y="27"/>
                      <a:pt x="46" y="27"/>
                      <a:pt x="49" y="22"/>
                    </a:cubicBezTo>
                    <a:cubicBezTo>
                      <a:pt x="52" y="16"/>
                      <a:pt x="54" y="7"/>
                      <a:pt x="56" y="0"/>
                    </a:cubicBezTo>
                    <a:cubicBezTo>
                      <a:pt x="50" y="8"/>
                      <a:pt x="45" y="17"/>
                      <a:pt x="35" y="19"/>
                    </a:cubicBezTo>
                    <a:cubicBezTo>
                      <a:pt x="29" y="20"/>
                      <a:pt x="18" y="21"/>
                      <a:pt x="15" y="15"/>
                    </a:cubicBezTo>
                  </a:path>
                </a:pathLst>
              </a:custGeom>
              <a:solidFill>
                <a:srgbClr val="F4E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1" name="Freeform 320">
                <a:extLst>
                  <a:ext uri="{FF2B5EF4-FFF2-40B4-BE49-F238E27FC236}">
                    <a16:creationId xmlns:a16="http://schemas.microsoft.com/office/drawing/2014/main" id="{71355102-8C09-4680-A35E-D401C2978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387"/>
                <a:ext cx="52" cy="130"/>
              </a:xfrm>
              <a:custGeom>
                <a:avLst/>
                <a:gdLst>
                  <a:gd name="T0" fmla="*/ 104 w 21"/>
                  <a:gd name="T1" fmla="*/ 313 h 52"/>
                  <a:gd name="T2" fmla="*/ 124 w 21"/>
                  <a:gd name="T3" fmla="*/ 813 h 52"/>
                  <a:gd name="T4" fmla="*/ 134 w 21"/>
                  <a:gd name="T5" fmla="*/ 333 h 52"/>
                  <a:gd name="T6" fmla="*/ 319 w 21"/>
                  <a:gd name="T7" fmla="*/ 0 h 52"/>
                  <a:gd name="T8" fmla="*/ 196 w 21"/>
                  <a:gd name="T9" fmla="*/ 83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2">
                    <a:moveTo>
                      <a:pt x="7" y="20"/>
                    </a:moveTo>
                    <a:cubicBezTo>
                      <a:pt x="0" y="29"/>
                      <a:pt x="6" y="42"/>
                      <a:pt x="8" y="52"/>
                    </a:cubicBezTo>
                    <a:cubicBezTo>
                      <a:pt x="6" y="42"/>
                      <a:pt x="5" y="30"/>
                      <a:pt x="9" y="21"/>
                    </a:cubicBezTo>
                    <a:cubicBezTo>
                      <a:pt x="11" y="16"/>
                      <a:pt x="16" y="4"/>
                      <a:pt x="21" y="0"/>
                    </a:cubicBezTo>
                    <a:cubicBezTo>
                      <a:pt x="19" y="2"/>
                      <a:pt x="14" y="3"/>
                      <a:pt x="13" y="5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2" name="Freeform 321">
                <a:extLst>
                  <a:ext uri="{FF2B5EF4-FFF2-40B4-BE49-F238E27FC236}">
                    <a16:creationId xmlns:a16="http://schemas.microsoft.com/office/drawing/2014/main" id="{DB182B7C-FA0B-4D28-9EE8-F98794ED3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849"/>
                <a:ext cx="88" cy="108"/>
              </a:xfrm>
              <a:custGeom>
                <a:avLst/>
                <a:gdLst>
                  <a:gd name="T0" fmla="*/ 380 w 35"/>
                  <a:gd name="T1" fmla="*/ 63 h 43"/>
                  <a:gd name="T2" fmla="*/ 463 w 35"/>
                  <a:gd name="T3" fmla="*/ 146 h 43"/>
                  <a:gd name="T4" fmla="*/ 254 w 35"/>
                  <a:gd name="T5" fmla="*/ 284 h 43"/>
                  <a:gd name="T6" fmla="*/ 126 w 35"/>
                  <a:gd name="T7" fmla="*/ 505 h 43"/>
                  <a:gd name="T8" fmla="*/ 0 w 35"/>
                  <a:gd name="T9" fmla="*/ 681 h 43"/>
                  <a:gd name="T10" fmla="*/ 158 w 35"/>
                  <a:gd name="T11" fmla="*/ 316 h 43"/>
                  <a:gd name="T12" fmla="*/ 347 w 35"/>
                  <a:gd name="T13" fmla="*/ 9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43">
                    <a:moveTo>
                      <a:pt x="24" y="4"/>
                    </a:moveTo>
                    <a:cubicBezTo>
                      <a:pt x="29" y="0"/>
                      <a:pt x="35" y="3"/>
                      <a:pt x="29" y="9"/>
                    </a:cubicBezTo>
                    <a:cubicBezTo>
                      <a:pt x="25" y="13"/>
                      <a:pt x="19" y="13"/>
                      <a:pt x="16" y="18"/>
                    </a:cubicBezTo>
                    <a:cubicBezTo>
                      <a:pt x="13" y="22"/>
                      <a:pt x="12" y="28"/>
                      <a:pt x="8" y="32"/>
                    </a:cubicBezTo>
                    <a:cubicBezTo>
                      <a:pt x="5" y="36"/>
                      <a:pt x="0" y="38"/>
                      <a:pt x="0" y="43"/>
                    </a:cubicBezTo>
                    <a:cubicBezTo>
                      <a:pt x="5" y="38"/>
                      <a:pt x="6" y="26"/>
                      <a:pt x="10" y="20"/>
                    </a:cubicBezTo>
                    <a:cubicBezTo>
                      <a:pt x="13" y="14"/>
                      <a:pt x="20" y="12"/>
                      <a:pt x="22" y="6"/>
                    </a:cubicBezTo>
                  </a:path>
                </a:pathLst>
              </a:custGeom>
              <a:solidFill>
                <a:srgbClr val="F2E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3" name="Freeform 322">
                <a:extLst>
                  <a:ext uri="{FF2B5EF4-FFF2-40B4-BE49-F238E27FC236}">
                    <a16:creationId xmlns:a16="http://schemas.microsoft.com/office/drawing/2014/main" id="{53B93A48-E30C-4780-B1CF-E03DFE279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014"/>
                <a:ext cx="93" cy="208"/>
              </a:xfrm>
              <a:custGeom>
                <a:avLst/>
                <a:gdLst>
                  <a:gd name="T0" fmla="*/ 221 w 37"/>
                  <a:gd name="T1" fmla="*/ 50 h 83"/>
                  <a:gd name="T2" fmla="*/ 271 w 37"/>
                  <a:gd name="T3" fmla="*/ 208 h 83"/>
                  <a:gd name="T4" fmla="*/ 317 w 37"/>
                  <a:gd name="T5" fmla="*/ 376 h 83"/>
                  <a:gd name="T6" fmla="*/ 475 w 37"/>
                  <a:gd name="T7" fmla="*/ 629 h 83"/>
                  <a:gd name="T8" fmla="*/ 367 w 37"/>
                  <a:gd name="T9" fmla="*/ 930 h 83"/>
                  <a:gd name="T10" fmla="*/ 525 w 37"/>
                  <a:gd name="T11" fmla="*/ 1306 h 83"/>
                  <a:gd name="T12" fmla="*/ 271 w 37"/>
                  <a:gd name="T13" fmla="*/ 942 h 83"/>
                  <a:gd name="T14" fmla="*/ 176 w 37"/>
                  <a:gd name="T15" fmla="*/ 772 h 83"/>
                  <a:gd name="T16" fmla="*/ 0 w 37"/>
                  <a:gd name="T17" fmla="*/ 742 h 83"/>
                  <a:gd name="T18" fmla="*/ 176 w 37"/>
                  <a:gd name="T19" fmla="*/ 554 h 83"/>
                  <a:gd name="T20" fmla="*/ 146 w 37"/>
                  <a:gd name="T21" fmla="*/ 376 h 83"/>
                  <a:gd name="T22" fmla="*/ 146 w 37"/>
                  <a:gd name="T23" fmla="*/ 0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83">
                    <a:moveTo>
                      <a:pt x="14" y="3"/>
                    </a:moveTo>
                    <a:cubicBezTo>
                      <a:pt x="13" y="6"/>
                      <a:pt x="16" y="10"/>
                      <a:pt x="17" y="13"/>
                    </a:cubicBezTo>
                    <a:cubicBezTo>
                      <a:pt x="18" y="16"/>
                      <a:pt x="19" y="21"/>
                      <a:pt x="20" y="24"/>
                    </a:cubicBezTo>
                    <a:cubicBezTo>
                      <a:pt x="24" y="31"/>
                      <a:pt x="37" y="30"/>
                      <a:pt x="30" y="40"/>
                    </a:cubicBezTo>
                    <a:cubicBezTo>
                      <a:pt x="25" y="47"/>
                      <a:pt x="18" y="50"/>
                      <a:pt x="23" y="59"/>
                    </a:cubicBezTo>
                    <a:cubicBezTo>
                      <a:pt x="28" y="67"/>
                      <a:pt x="34" y="73"/>
                      <a:pt x="33" y="83"/>
                    </a:cubicBezTo>
                    <a:cubicBezTo>
                      <a:pt x="21" y="83"/>
                      <a:pt x="20" y="68"/>
                      <a:pt x="17" y="60"/>
                    </a:cubicBezTo>
                    <a:cubicBezTo>
                      <a:pt x="15" y="57"/>
                      <a:pt x="14" y="51"/>
                      <a:pt x="11" y="49"/>
                    </a:cubicBezTo>
                    <a:cubicBezTo>
                      <a:pt x="8" y="47"/>
                      <a:pt x="4" y="49"/>
                      <a:pt x="0" y="47"/>
                    </a:cubicBezTo>
                    <a:cubicBezTo>
                      <a:pt x="3" y="43"/>
                      <a:pt x="9" y="40"/>
                      <a:pt x="11" y="35"/>
                    </a:cubicBezTo>
                    <a:cubicBezTo>
                      <a:pt x="13" y="30"/>
                      <a:pt x="10" y="28"/>
                      <a:pt x="9" y="24"/>
                    </a:cubicBezTo>
                    <a:cubicBezTo>
                      <a:pt x="7" y="17"/>
                      <a:pt x="13" y="6"/>
                      <a:pt x="9" y="0"/>
                    </a:cubicBezTo>
                  </a:path>
                </a:pathLst>
              </a:custGeom>
              <a:solidFill>
                <a:srgbClr val="F4E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4" name="Freeform 323">
                <a:extLst>
                  <a:ext uri="{FF2B5EF4-FFF2-40B4-BE49-F238E27FC236}">
                    <a16:creationId xmlns:a16="http://schemas.microsoft.com/office/drawing/2014/main" id="{66058B99-8472-4700-AFEF-040CC6889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355"/>
                <a:ext cx="162" cy="65"/>
              </a:xfrm>
              <a:custGeom>
                <a:avLst/>
                <a:gdLst>
                  <a:gd name="T0" fmla="*/ 324 w 65"/>
                  <a:gd name="T1" fmla="*/ 33 h 26"/>
                  <a:gd name="T2" fmla="*/ 229 w 65"/>
                  <a:gd name="T3" fmla="*/ 175 h 26"/>
                  <a:gd name="T4" fmla="*/ 75 w 65"/>
                  <a:gd name="T5" fmla="*/ 238 h 26"/>
                  <a:gd name="T6" fmla="*/ 199 w 65"/>
                  <a:gd name="T7" fmla="*/ 283 h 26"/>
                  <a:gd name="T8" fmla="*/ 324 w 65"/>
                  <a:gd name="T9" fmla="*/ 408 h 26"/>
                  <a:gd name="T10" fmla="*/ 745 w 65"/>
                  <a:gd name="T11" fmla="*/ 313 h 26"/>
                  <a:gd name="T12" fmla="*/ 882 w 65"/>
                  <a:gd name="T13" fmla="*/ 395 h 26"/>
                  <a:gd name="T14" fmla="*/ 1007 w 65"/>
                  <a:gd name="T15" fmla="*/ 188 h 26"/>
                  <a:gd name="T16" fmla="*/ 665 w 65"/>
                  <a:gd name="T17" fmla="*/ 238 h 26"/>
                  <a:gd name="T18" fmla="*/ 479 w 65"/>
                  <a:gd name="T19" fmla="*/ 158 h 26"/>
                  <a:gd name="T20" fmla="*/ 416 w 65"/>
                  <a:gd name="T21" fmla="*/ 0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26">
                    <a:moveTo>
                      <a:pt x="21" y="2"/>
                    </a:moveTo>
                    <a:cubicBezTo>
                      <a:pt x="18" y="3"/>
                      <a:pt x="18" y="8"/>
                      <a:pt x="15" y="11"/>
                    </a:cubicBezTo>
                    <a:cubicBezTo>
                      <a:pt x="12" y="14"/>
                      <a:pt x="8" y="13"/>
                      <a:pt x="5" y="15"/>
                    </a:cubicBezTo>
                    <a:cubicBezTo>
                      <a:pt x="0" y="20"/>
                      <a:pt x="10" y="18"/>
                      <a:pt x="13" y="18"/>
                    </a:cubicBezTo>
                    <a:cubicBezTo>
                      <a:pt x="18" y="19"/>
                      <a:pt x="21" y="20"/>
                      <a:pt x="21" y="26"/>
                    </a:cubicBezTo>
                    <a:cubicBezTo>
                      <a:pt x="29" y="23"/>
                      <a:pt x="39" y="18"/>
                      <a:pt x="48" y="20"/>
                    </a:cubicBezTo>
                    <a:cubicBezTo>
                      <a:pt x="52" y="21"/>
                      <a:pt x="53" y="25"/>
                      <a:pt x="57" y="25"/>
                    </a:cubicBezTo>
                    <a:cubicBezTo>
                      <a:pt x="61" y="24"/>
                      <a:pt x="65" y="16"/>
                      <a:pt x="65" y="12"/>
                    </a:cubicBezTo>
                    <a:cubicBezTo>
                      <a:pt x="58" y="17"/>
                      <a:pt x="51" y="16"/>
                      <a:pt x="43" y="15"/>
                    </a:cubicBezTo>
                    <a:cubicBezTo>
                      <a:pt x="39" y="15"/>
                      <a:pt x="33" y="13"/>
                      <a:pt x="31" y="10"/>
                    </a:cubicBezTo>
                    <a:cubicBezTo>
                      <a:pt x="29" y="7"/>
                      <a:pt x="30" y="1"/>
                      <a:pt x="27" y="0"/>
                    </a:cubicBezTo>
                  </a:path>
                </a:pathLst>
              </a:custGeom>
              <a:solidFill>
                <a:srgbClr val="F4E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5" name="Freeform 324">
                <a:extLst>
                  <a:ext uri="{FF2B5EF4-FFF2-40B4-BE49-F238E27FC236}">
                    <a16:creationId xmlns:a16="http://schemas.microsoft.com/office/drawing/2014/main" id="{E7EA0808-A827-4C7B-8CFD-CC87A342F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522"/>
                <a:ext cx="55" cy="60"/>
              </a:xfrm>
              <a:custGeom>
                <a:avLst/>
                <a:gdLst>
                  <a:gd name="T0" fmla="*/ 158 w 22"/>
                  <a:gd name="T1" fmla="*/ 0 h 24"/>
                  <a:gd name="T2" fmla="*/ 145 w 22"/>
                  <a:gd name="T3" fmla="*/ 188 h 24"/>
                  <a:gd name="T4" fmla="*/ 0 w 22"/>
                  <a:gd name="T5" fmla="*/ 375 h 24"/>
                  <a:gd name="T6" fmla="*/ 158 w 22"/>
                  <a:gd name="T7" fmla="*/ 283 h 24"/>
                  <a:gd name="T8" fmla="*/ 345 w 22"/>
                  <a:gd name="T9" fmla="*/ 238 h 24"/>
                  <a:gd name="T10" fmla="*/ 188 w 22"/>
                  <a:gd name="T11" fmla="*/ 6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4">
                    <a:moveTo>
                      <a:pt x="10" y="0"/>
                    </a:moveTo>
                    <a:cubicBezTo>
                      <a:pt x="10" y="4"/>
                      <a:pt x="11" y="8"/>
                      <a:pt x="9" y="12"/>
                    </a:cubicBezTo>
                    <a:cubicBezTo>
                      <a:pt x="7" y="17"/>
                      <a:pt x="2" y="19"/>
                      <a:pt x="0" y="24"/>
                    </a:cubicBezTo>
                    <a:cubicBezTo>
                      <a:pt x="5" y="24"/>
                      <a:pt x="7" y="20"/>
                      <a:pt x="10" y="18"/>
                    </a:cubicBezTo>
                    <a:cubicBezTo>
                      <a:pt x="13" y="16"/>
                      <a:pt x="18" y="15"/>
                      <a:pt x="22" y="15"/>
                    </a:cubicBezTo>
                    <a:cubicBezTo>
                      <a:pt x="19" y="12"/>
                      <a:pt x="13" y="9"/>
                      <a:pt x="12" y="4"/>
                    </a:cubicBezTo>
                  </a:path>
                </a:pathLst>
              </a:custGeom>
              <a:solidFill>
                <a:srgbClr val="F4E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6" name="Freeform 325">
                <a:extLst>
                  <a:ext uri="{FF2B5EF4-FFF2-40B4-BE49-F238E27FC236}">
                    <a16:creationId xmlns:a16="http://schemas.microsoft.com/office/drawing/2014/main" id="{C1B6C079-82A2-4C9F-BEC0-6BE8AC529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645"/>
                <a:ext cx="120" cy="455"/>
              </a:xfrm>
              <a:custGeom>
                <a:avLst/>
                <a:gdLst>
                  <a:gd name="T0" fmla="*/ 250 w 48"/>
                  <a:gd name="T1" fmla="*/ 0 h 182"/>
                  <a:gd name="T2" fmla="*/ 50 w 48"/>
                  <a:gd name="T3" fmla="*/ 363 h 182"/>
                  <a:gd name="T4" fmla="*/ 20 w 48"/>
                  <a:gd name="T5" fmla="*/ 958 h 182"/>
                  <a:gd name="T6" fmla="*/ 63 w 48"/>
                  <a:gd name="T7" fmla="*/ 2063 h 182"/>
                  <a:gd name="T8" fmla="*/ 283 w 48"/>
                  <a:gd name="T9" fmla="*/ 2845 h 182"/>
                  <a:gd name="T10" fmla="*/ 750 w 48"/>
                  <a:gd name="T11" fmla="*/ 2833 h 182"/>
                  <a:gd name="T12" fmla="*/ 645 w 48"/>
                  <a:gd name="T13" fmla="*/ 2720 h 182"/>
                  <a:gd name="T14" fmla="*/ 520 w 48"/>
                  <a:gd name="T15" fmla="*/ 2708 h 182"/>
                  <a:gd name="T16" fmla="*/ 363 w 48"/>
                  <a:gd name="T17" fmla="*/ 2500 h 182"/>
                  <a:gd name="T18" fmla="*/ 250 w 48"/>
                  <a:gd name="T19" fmla="*/ 1970 h 182"/>
                  <a:gd name="T20" fmla="*/ 145 w 48"/>
                  <a:gd name="T21" fmla="*/ 1438 h 182"/>
                  <a:gd name="T22" fmla="*/ 125 w 48"/>
                  <a:gd name="T23" fmla="*/ 895 h 182"/>
                  <a:gd name="T24" fmla="*/ 113 w 48"/>
                  <a:gd name="T25" fmla="*/ 458 h 182"/>
                  <a:gd name="T26" fmla="*/ 188 w 48"/>
                  <a:gd name="T27" fmla="*/ 63 h 18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8" h="182">
                    <a:moveTo>
                      <a:pt x="16" y="0"/>
                    </a:moveTo>
                    <a:cubicBezTo>
                      <a:pt x="3" y="2"/>
                      <a:pt x="4" y="13"/>
                      <a:pt x="3" y="23"/>
                    </a:cubicBezTo>
                    <a:cubicBezTo>
                      <a:pt x="3" y="35"/>
                      <a:pt x="1" y="50"/>
                      <a:pt x="1" y="61"/>
                    </a:cubicBezTo>
                    <a:cubicBezTo>
                      <a:pt x="0" y="84"/>
                      <a:pt x="0" y="111"/>
                      <a:pt x="4" y="132"/>
                    </a:cubicBezTo>
                    <a:cubicBezTo>
                      <a:pt x="8" y="151"/>
                      <a:pt x="11" y="164"/>
                      <a:pt x="18" y="182"/>
                    </a:cubicBezTo>
                    <a:cubicBezTo>
                      <a:pt x="28" y="181"/>
                      <a:pt x="38" y="179"/>
                      <a:pt x="48" y="181"/>
                    </a:cubicBezTo>
                    <a:cubicBezTo>
                      <a:pt x="46" y="179"/>
                      <a:pt x="44" y="176"/>
                      <a:pt x="41" y="174"/>
                    </a:cubicBezTo>
                    <a:cubicBezTo>
                      <a:pt x="39" y="173"/>
                      <a:pt x="36" y="174"/>
                      <a:pt x="33" y="173"/>
                    </a:cubicBezTo>
                    <a:cubicBezTo>
                      <a:pt x="27" y="171"/>
                      <a:pt x="25" y="166"/>
                      <a:pt x="23" y="160"/>
                    </a:cubicBezTo>
                    <a:cubicBezTo>
                      <a:pt x="19" y="149"/>
                      <a:pt x="15" y="137"/>
                      <a:pt x="16" y="126"/>
                    </a:cubicBezTo>
                    <a:cubicBezTo>
                      <a:pt x="18" y="114"/>
                      <a:pt x="11" y="104"/>
                      <a:pt x="9" y="92"/>
                    </a:cubicBezTo>
                    <a:cubicBezTo>
                      <a:pt x="8" y="81"/>
                      <a:pt x="8" y="68"/>
                      <a:pt x="8" y="57"/>
                    </a:cubicBezTo>
                    <a:cubicBezTo>
                      <a:pt x="9" y="47"/>
                      <a:pt x="6" y="38"/>
                      <a:pt x="7" y="29"/>
                    </a:cubicBezTo>
                    <a:cubicBezTo>
                      <a:pt x="8" y="20"/>
                      <a:pt x="13" y="12"/>
                      <a:pt x="12" y="4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7" name="Freeform 326">
                <a:extLst>
                  <a:ext uri="{FF2B5EF4-FFF2-40B4-BE49-F238E27FC236}">
                    <a16:creationId xmlns:a16="http://schemas.microsoft.com/office/drawing/2014/main" id="{894A6EEC-1345-4437-8543-92B531D4A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475"/>
                <a:ext cx="50" cy="155"/>
              </a:xfrm>
              <a:custGeom>
                <a:avLst/>
                <a:gdLst>
                  <a:gd name="T0" fmla="*/ 220 w 20"/>
                  <a:gd name="T1" fmla="*/ 0 h 62"/>
                  <a:gd name="T2" fmla="*/ 20 w 20"/>
                  <a:gd name="T3" fmla="*/ 583 h 62"/>
                  <a:gd name="T4" fmla="*/ 50 w 20"/>
                  <a:gd name="T5" fmla="*/ 875 h 62"/>
                  <a:gd name="T6" fmla="*/ 313 w 20"/>
                  <a:gd name="T7" fmla="*/ 970 h 62"/>
                  <a:gd name="T8" fmla="*/ 95 w 20"/>
                  <a:gd name="T9" fmla="*/ 563 h 62"/>
                  <a:gd name="T10" fmla="*/ 113 w 20"/>
                  <a:gd name="T11" fmla="*/ 283 h 62"/>
                  <a:gd name="T12" fmla="*/ 175 w 20"/>
                  <a:gd name="T13" fmla="*/ 5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2">
                    <a:moveTo>
                      <a:pt x="14" y="0"/>
                    </a:moveTo>
                    <a:cubicBezTo>
                      <a:pt x="6" y="10"/>
                      <a:pt x="1" y="25"/>
                      <a:pt x="1" y="37"/>
                    </a:cubicBezTo>
                    <a:cubicBezTo>
                      <a:pt x="1" y="41"/>
                      <a:pt x="0" y="53"/>
                      <a:pt x="3" y="56"/>
                    </a:cubicBezTo>
                    <a:cubicBezTo>
                      <a:pt x="6" y="58"/>
                      <a:pt x="17" y="61"/>
                      <a:pt x="20" y="62"/>
                    </a:cubicBezTo>
                    <a:cubicBezTo>
                      <a:pt x="13" y="60"/>
                      <a:pt x="7" y="43"/>
                      <a:pt x="6" y="36"/>
                    </a:cubicBezTo>
                    <a:cubicBezTo>
                      <a:pt x="5" y="30"/>
                      <a:pt x="6" y="23"/>
                      <a:pt x="7" y="18"/>
                    </a:cubicBezTo>
                    <a:cubicBezTo>
                      <a:pt x="8" y="14"/>
                      <a:pt x="8" y="5"/>
                      <a:pt x="11" y="3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8" name="Freeform 327">
                <a:extLst>
                  <a:ext uri="{FF2B5EF4-FFF2-40B4-BE49-F238E27FC236}">
                    <a16:creationId xmlns:a16="http://schemas.microsoft.com/office/drawing/2014/main" id="{E5420FD6-6089-495F-A8B3-1B73B19C0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482"/>
                <a:ext cx="245" cy="130"/>
              </a:xfrm>
              <a:custGeom>
                <a:avLst/>
                <a:gdLst>
                  <a:gd name="T0" fmla="*/ 175 w 98"/>
                  <a:gd name="T1" fmla="*/ 675 h 52"/>
                  <a:gd name="T2" fmla="*/ 675 w 98"/>
                  <a:gd name="T3" fmla="*/ 783 h 52"/>
                  <a:gd name="T4" fmla="*/ 1083 w 98"/>
                  <a:gd name="T5" fmla="*/ 738 h 52"/>
                  <a:gd name="T6" fmla="*/ 1533 w 98"/>
                  <a:gd name="T7" fmla="*/ 0 h 52"/>
                  <a:gd name="T8" fmla="*/ 1238 w 98"/>
                  <a:gd name="T9" fmla="*/ 500 h 52"/>
                  <a:gd name="T10" fmla="*/ 800 w 98"/>
                  <a:gd name="T11" fmla="*/ 625 h 52"/>
                  <a:gd name="T12" fmla="*/ 375 w 98"/>
                  <a:gd name="T13" fmla="*/ 520 h 52"/>
                  <a:gd name="T14" fmla="*/ 0 w 98"/>
                  <a:gd name="T15" fmla="*/ 395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52">
                    <a:moveTo>
                      <a:pt x="11" y="43"/>
                    </a:moveTo>
                    <a:cubicBezTo>
                      <a:pt x="19" y="48"/>
                      <a:pt x="34" y="48"/>
                      <a:pt x="43" y="50"/>
                    </a:cubicBezTo>
                    <a:cubicBezTo>
                      <a:pt x="52" y="52"/>
                      <a:pt x="61" y="51"/>
                      <a:pt x="69" y="47"/>
                    </a:cubicBezTo>
                    <a:cubicBezTo>
                      <a:pt x="87" y="38"/>
                      <a:pt x="94" y="18"/>
                      <a:pt x="98" y="0"/>
                    </a:cubicBezTo>
                    <a:cubicBezTo>
                      <a:pt x="92" y="11"/>
                      <a:pt x="88" y="23"/>
                      <a:pt x="79" y="32"/>
                    </a:cubicBezTo>
                    <a:cubicBezTo>
                      <a:pt x="71" y="40"/>
                      <a:pt x="61" y="41"/>
                      <a:pt x="51" y="40"/>
                    </a:cubicBezTo>
                    <a:cubicBezTo>
                      <a:pt x="41" y="39"/>
                      <a:pt x="34" y="35"/>
                      <a:pt x="24" y="33"/>
                    </a:cubicBezTo>
                    <a:cubicBezTo>
                      <a:pt x="17" y="32"/>
                      <a:pt x="5" y="33"/>
                      <a:pt x="0" y="25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9" name="Freeform 328">
                <a:extLst>
                  <a:ext uri="{FF2B5EF4-FFF2-40B4-BE49-F238E27FC236}">
                    <a16:creationId xmlns:a16="http://schemas.microsoft.com/office/drawing/2014/main" id="{A09CC4DC-2ABA-4C16-9FA3-EA6944911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270"/>
                <a:ext cx="205" cy="35"/>
              </a:xfrm>
              <a:custGeom>
                <a:avLst/>
                <a:gdLst>
                  <a:gd name="T0" fmla="*/ 83 w 82"/>
                  <a:gd name="T1" fmla="*/ 113 h 14"/>
                  <a:gd name="T2" fmla="*/ 238 w 82"/>
                  <a:gd name="T3" fmla="*/ 188 h 14"/>
                  <a:gd name="T4" fmla="*/ 583 w 82"/>
                  <a:gd name="T5" fmla="*/ 208 h 14"/>
                  <a:gd name="T6" fmla="*/ 1283 w 82"/>
                  <a:gd name="T7" fmla="*/ 125 h 14"/>
                  <a:gd name="T8" fmla="*/ 958 w 82"/>
                  <a:gd name="T9" fmla="*/ 113 h 14"/>
                  <a:gd name="T10" fmla="*/ 783 w 82"/>
                  <a:gd name="T11" fmla="*/ 0 h 14"/>
                  <a:gd name="T12" fmla="*/ 520 w 82"/>
                  <a:gd name="T13" fmla="*/ 33 h 14"/>
                  <a:gd name="T14" fmla="*/ 175 w 82"/>
                  <a:gd name="T15" fmla="*/ 5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4">
                    <a:moveTo>
                      <a:pt x="5" y="7"/>
                    </a:moveTo>
                    <a:cubicBezTo>
                      <a:pt x="0" y="12"/>
                      <a:pt x="12" y="12"/>
                      <a:pt x="15" y="12"/>
                    </a:cubicBezTo>
                    <a:cubicBezTo>
                      <a:pt x="22" y="12"/>
                      <a:pt x="29" y="14"/>
                      <a:pt x="37" y="13"/>
                    </a:cubicBezTo>
                    <a:cubicBezTo>
                      <a:pt x="51" y="12"/>
                      <a:pt x="68" y="12"/>
                      <a:pt x="82" y="8"/>
                    </a:cubicBezTo>
                    <a:cubicBezTo>
                      <a:pt x="75" y="7"/>
                      <a:pt x="68" y="6"/>
                      <a:pt x="61" y="7"/>
                    </a:cubicBezTo>
                    <a:cubicBezTo>
                      <a:pt x="57" y="8"/>
                      <a:pt x="45" y="8"/>
                      <a:pt x="50" y="0"/>
                    </a:cubicBezTo>
                    <a:cubicBezTo>
                      <a:pt x="45" y="0"/>
                      <a:pt x="38" y="2"/>
                      <a:pt x="33" y="2"/>
                    </a:cubicBezTo>
                    <a:cubicBezTo>
                      <a:pt x="25" y="2"/>
                      <a:pt x="18" y="3"/>
                      <a:pt x="11" y="3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0" name="Freeform 329">
                <a:extLst>
                  <a:ext uri="{FF2B5EF4-FFF2-40B4-BE49-F238E27FC236}">
                    <a16:creationId xmlns:a16="http://schemas.microsoft.com/office/drawing/2014/main" id="{1F828E2F-43BD-4A54-BD86-28F6E6E3F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157"/>
                <a:ext cx="225" cy="88"/>
              </a:xfrm>
              <a:custGeom>
                <a:avLst/>
                <a:gdLst>
                  <a:gd name="T0" fmla="*/ 0 w 90"/>
                  <a:gd name="T1" fmla="*/ 538 h 35"/>
                  <a:gd name="T2" fmla="*/ 270 w 90"/>
                  <a:gd name="T3" fmla="*/ 380 h 35"/>
                  <a:gd name="T4" fmla="*/ 595 w 90"/>
                  <a:gd name="T5" fmla="*/ 284 h 35"/>
                  <a:gd name="T6" fmla="*/ 533 w 90"/>
                  <a:gd name="T7" fmla="*/ 146 h 35"/>
                  <a:gd name="T8" fmla="*/ 63 w 90"/>
                  <a:gd name="T9" fmla="*/ 96 h 35"/>
                  <a:gd name="T10" fmla="*/ 283 w 90"/>
                  <a:gd name="T11" fmla="*/ 33 h 35"/>
                  <a:gd name="T12" fmla="*/ 533 w 90"/>
                  <a:gd name="T13" fmla="*/ 0 h 35"/>
                  <a:gd name="T14" fmla="*/ 813 w 90"/>
                  <a:gd name="T15" fmla="*/ 83 h 35"/>
                  <a:gd name="T16" fmla="*/ 1125 w 90"/>
                  <a:gd name="T17" fmla="*/ 83 h 35"/>
                  <a:gd name="T18" fmla="*/ 1408 w 90"/>
                  <a:gd name="T19" fmla="*/ 33 h 35"/>
                  <a:gd name="T20" fmla="*/ 800 w 90"/>
                  <a:gd name="T21" fmla="*/ 475 h 35"/>
                  <a:gd name="T22" fmla="*/ 363 w 90"/>
                  <a:gd name="T23" fmla="*/ 556 h 35"/>
                  <a:gd name="T24" fmla="*/ 188 w 90"/>
                  <a:gd name="T25" fmla="*/ 538 h 35"/>
                  <a:gd name="T26" fmla="*/ 20 w 90"/>
                  <a:gd name="T27" fmla="*/ 556 h 3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0" h="35">
                    <a:moveTo>
                      <a:pt x="0" y="34"/>
                    </a:moveTo>
                    <a:cubicBezTo>
                      <a:pt x="5" y="33"/>
                      <a:pt x="12" y="27"/>
                      <a:pt x="17" y="24"/>
                    </a:cubicBezTo>
                    <a:cubicBezTo>
                      <a:pt x="24" y="21"/>
                      <a:pt x="31" y="21"/>
                      <a:pt x="38" y="18"/>
                    </a:cubicBezTo>
                    <a:cubicBezTo>
                      <a:pt x="47" y="13"/>
                      <a:pt x="42" y="11"/>
                      <a:pt x="34" y="9"/>
                    </a:cubicBezTo>
                    <a:cubicBezTo>
                      <a:pt x="24" y="7"/>
                      <a:pt x="14" y="8"/>
                      <a:pt x="4" y="6"/>
                    </a:cubicBezTo>
                    <a:cubicBezTo>
                      <a:pt x="6" y="3"/>
                      <a:pt x="14" y="3"/>
                      <a:pt x="18" y="2"/>
                    </a:cubicBezTo>
                    <a:cubicBezTo>
                      <a:pt x="23" y="1"/>
                      <a:pt x="29" y="0"/>
                      <a:pt x="34" y="0"/>
                    </a:cubicBezTo>
                    <a:cubicBezTo>
                      <a:pt x="41" y="1"/>
                      <a:pt x="45" y="5"/>
                      <a:pt x="52" y="5"/>
                    </a:cubicBezTo>
                    <a:cubicBezTo>
                      <a:pt x="59" y="5"/>
                      <a:pt x="65" y="5"/>
                      <a:pt x="72" y="5"/>
                    </a:cubicBezTo>
                    <a:cubicBezTo>
                      <a:pt x="78" y="4"/>
                      <a:pt x="84" y="1"/>
                      <a:pt x="90" y="2"/>
                    </a:cubicBezTo>
                    <a:cubicBezTo>
                      <a:pt x="78" y="13"/>
                      <a:pt x="67" y="25"/>
                      <a:pt x="51" y="30"/>
                    </a:cubicBezTo>
                    <a:cubicBezTo>
                      <a:pt x="42" y="32"/>
                      <a:pt x="32" y="35"/>
                      <a:pt x="23" y="35"/>
                    </a:cubicBezTo>
                    <a:cubicBezTo>
                      <a:pt x="19" y="35"/>
                      <a:pt x="16" y="34"/>
                      <a:pt x="12" y="34"/>
                    </a:cubicBezTo>
                    <a:cubicBezTo>
                      <a:pt x="8" y="34"/>
                      <a:pt x="5" y="35"/>
                      <a:pt x="1" y="35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1" name="Freeform 330">
                <a:extLst>
                  <a:ext uri="{FF2B5EF4-FFF2-40B4-BE49-F238E27FC236}">
                    <a16:creationId xmlns:a16="http://schemas.microsoft.com/office/drawing/2014/main" id="{F3ECF17B-75DC-44B7-8A94-E7177657B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170"/>
                <a:ext cx="153" cy="72"/>
              </a:xfrm>
              <a:custGeom>
                <a:avLst/>
                <a:gdLst>
                  <a:gd name="T0" fmla="*/ 0 w 61"/>
                  <a:gd name="T1" fmla="*/ 412 h 29"/>
                  <a:gd name="T2" fmla="*/ 283 w 61"/>
                  <a:gd name="T3" fmla="*/ 382 h 29"/>
                  <a:gd name="T4" fmla="*/ 584 w 61"/>
                  <a:gd name="T5" fmla="*/ 308 h 29"/>
                  <a:gd name="T6" fmla="*/ 963 w 61"/>
                  <a:gd name="T7" fmla="*/ 12 h 29"/>
                  <a:gd name="T8" fmla="*/ 838 w 61"/>
                  <a:gd name="T9" fmla="*/ 42 h 29"/>
                  <a:gd name="T10" fmla="*/ 710 w 61"/>
                  <a:gd name="T11" fmla="*/ 30 h 29"/>
                  <a:gd name="T12" fmla="*/ 409 w 61"/>
                  <a:gd name="T13" fmla="*/ 0 h 29"/>
                  <a:gd name="T14" fmla="*/ 584 w 61"/>
                  <a:gd name="T15" fmla="*/ 166 h 29"/>
                  <a:gd name="T16" fmla="*/ 334 w 61"/>
                  <a:gd name="T17" fmla="*/ 32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29">
                    <a:moveTo>
                      <a:pt x="0" y="27"/>
                    </a:moveTo>
                    <a:cubicBezTo>
                      <a:pt x="5" y="29"/>
                      <a:pt x="13" y="26"/>
                      <a:pt x="18" y="25"/>
                    </a:cubicBezTo>
                    <a:cubicBezTo>
                      <a:pt x="25" y="24"/>
                      <a:pt x="31" y="22"/>
                      <a:pt x="37" y="20"/>
                    </a:cubicBezTo>
                    <a:cubicBezTo>
                      <a:pt x="45" y="16"/>
                      <a:pt x="59" y="10"/>
                      <a:pt x="61" y="1"/>
                    </a:cubicBezTo>
                    <a:cubicBezTo>
                      <a:pt x="59" y="1"/>
                      <a:pt x="56" y="3"/>
                      <a:pt x="53" y="3"/>
                    </a:cubicBezTo>
                    <a:cubicBezTo>
                      <a:pt x="50" y="4"/>
                      <a:pt x="48" y="3"/>
                      <a:pt x="45" y="2"/>
                    </a:cubicBezTo>
                    <a:cubicBezTo>
                      <a:pt x="39" y="1"/>
                      <a:pt x="32" y="0"/>
                      <a:pt x="26" y="0"/>
                    </a:cubicBezTo>
                    <a:cubicBezTo>
                      <a:pt x="31" y="3"/>
                      <a:pt x="40" y="3"/>
                      <a:pt x="37" y="11"/>
                    </a:cubicBezTo>
                    <a:cubicBezTo>
                      <a:pt x="35" y="16"/>
                      <a:pt x="27" y="21"/>
                      <a:pt x="21" y="21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2" name="Freeform 331">
                <a:extLst>
                  <a:ext uri="{FF2B5EF4-FFF2-40B4-BE49-F238E27FC236}">
                    <a16:creationId xmlns:a16="http://schemas.microsoft.com/office/drawing/2014/main" id="{342B9A61-3201-4870-B5E2-3436A8DDE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260"/>
                <a:ext cx="82" cy="42"/>
              </a:xfrm>
              <a:custGeom>
                <a:avLst/>
                <a:gdLst>
                  <a:gd name="T0" fmla="*/ 12 w 33"/>
                  <a:gd name="T1" fmla="*/ 0 h 17"/>
                  <a:gd name="T2" fmla="*/ 75 w 33"/>
                  <a:gd name="T3" fmla="*/ 225 h 17"/>
                  <a:gd name="T4" fmla="*/ 166 w 33"/>
                  <a:gd name="T5" fmla="*/ 225 h 17"/>
                  <a:gd name="T6" fmla="*/ 321 w 33"/>
                  <a:gd name="T7" fmla="*/ 225 h 17"/>
                  <a:gd name="T8" fmla="*/ 216 w 33"/>
                  <a:gd name="T9" fmla="*/ 91 h 17"/>
                  <a:gd name="T10" fmla="*/ 507 w 33"/>
                  <a:gd name="T11" fmla="*/ 12 h 17"/>
                  <a:gd name="T12" fmla="*/ 278 w 33"/>
                  <a:gd name="T13" fmla="*/ 12 h 17"/>
                  <a:gd name="T14" fmla="*/ 154 w 33"/>
                  <a:gd name="T15" fmla="*/ 12 h 17"/>
                  <a:gd name="T16" fmla="*/ 62 w 33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17">
                    <a:moveTo>
                      <a:pt x="1" y="0"/>
                    </a:moveTo>
                    <a:cubicBezTo>
                      <a:pt x="0" y="1"/>
                      <a:pt x="3" y="13"/>
                      <a:pt x="5" y="15"/>
                    </a:cubicBezTo>
                    <a:cubicBezTo>
                      <a:pt x="7" y="17"/>
                      <a:pt x="8" y="15"/>
                      <a:pt x="11" y="15"/>
                    </a:cubicBezTo>
                    <a:cubicBezTo>
                      <a:pt x="14" y="14"/>
                      <a:pt x="17" y="15"/>
                      <a:pt x="21" y="15"/>
                    </a:cubicBezTo>
                    <a:cubicBezTo>
                      <a:pt x="18" y="14"/>
                      <a:pt x="9" y="11"/>
                      <a:pt x="14" y="6"/>
                    </a:cubicBezTo>
                    <a:cubicBezTo>
                      <a:pt x="18" y="2"/>
                      <a:pt x="28" y="3"/>
                      <a:pt x="33" y="1"/>
                    </a:cubicBezTo>
                    <a:cubicBezTo>
                      <a:pt x="28" y="2"/>
                      <a:pt x="23" y="0"/>
                      <a:pt x="18" y="1"/>
                    </a:cubicBezTo>
                    <a:cubicBezTo>
                      <a:pt x="15" y="1"/>
                      <a:pt x="13" y="2"/>
                      <a:pt x="10" y="1"/>
                    </a:cubicBezTo>
                    <a:cubicBezTo>
                      <a:pt x="8" y="1"/>
                      <a:pt x="6" y="0"/>
                      <a:pt x="4" y="0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3" name="Freeform 332">
                <a:extLst>
                  <a:ext uri="{FF2B5EF4-FFF2-40B4-BE49-F238E27FC236}">
                    <a16:creationId xmlns:a16="http://schemas.microsoft.com/office/drawing/2014/main" id="{8F73A659-9075-4F0D-8CBA-DC1BF30D7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210"/>
                <a:ext cx="198" cy="52"/>
              </a:xfrm>
              <a:custGeom>
                <a:avLst/>
                <a:gdLst>
                  <a:gd name="T0" fmla="*/ 175 w 79"/>
                  <a:gd name="T1" fmla="*/ 319 h 21"/>
                  <a:gd name="T2" fmla="*/ 709 w 79"/>
                  <a:gd name="T3" fmla="*/ 258 h 21"/>
                  <a:gd name="T4" fmla="*/ 1243 w 79"/>
                  <a:gd name="T5" fmla="*/ 0 h 21"/>
                  <a:gd name="T6" fmla="*/ 1005 w 79"/>
                  <a:gd name="T7" fmla="*/ 124 h 21"/>
                  <a:gd name="T8" fmla="*/ 617 w 79"/>
                  <a:gd name="T9" fmla="*/ 228 h 21"/>
                  <a:gd name="T10" fmla="*/ 271 w 79"/>
                  <a:gd name="T11" fmla="*/ 275 h 21"/>
                  <a:gd name="T12" fmla="*/ 0 w 79"/>
                  <a:gd name="T13" fmla="*/ 319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21">
                    <a:moveTo>
                      <a:pt x="11" y="21"/>
                    </a:moveTo>
                    <a:cubicBezTo>
                      <a:pt x="23" y="21"/>
                      <a:pt x="34" y="21"/>
                      <a:pt x="45" y="17"/>
                    </a:cubicBezTo>
                    <a:cubicBezTo>
                      <a:pt x="56" y="15"/>
                      <a:pt x="72" y="9"/>
                      <a:pt x="79" y="0"/>
                    </a:cubicBezTo>
                    <a:cubicBezTo>
                      <a:pt x="74" y="3"/>
                      <a:pt x="69" y="6"/>
                      <a:pt x="64" y="8"/>
                    </a:cubicBezTo>
                    <a:cubicBezTo>
                      <a:pt x="56" y="10"/>
                      <a:pt x="47" y="13"/>
                      <a:pt x="39" y="15"/>
                    </a:cubicBezTo>
                    <a:cubicBezTo>
                      <a:pt x="32" y="16"/>
                      <a:pt x="24" y="16"/>
                      <a:pt x="17" y="18"/>
                    </a:cubicBezTo>
                    <a:cubicBezTo>
                      <a:pt x="12" y="19"/>
                      <a:pt x="5" y="21"/>
                      <a:pt x="0" y="21"/>
                    </a:cubicBezTo>
                  </a:path>
                </a:pathLst>
              </a:custGeom>
              <a:solidFill>
                <a:srgbClr val="EAC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4" name="Freeform 333">
                <a:extLst>
                  <a:ext uri="{FF2B5EF4-FFF2-40B4-BE49-F238E27FC236}">
                    <a16:creationId xmlns:a16="http://schemas.microsoft.com/office/drawing/2014/main" id="{38ECF4A8-D095-44FE-834C-27C3A2E2C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505"/>
                <a:ext cx="138" cy="347"/>
              </a:xfrm>
              <a:custGeom>
                <a:avLst/>
                <a:gdLst>
                  <a:gd name="T0" fmla="*/ 585 w 55"/>
                  <a:gd name="T1" fmla="*/ 0 h 139"/>
                  <a:gd name="T2" fmla="*/ 755 w 55"/>
                  <a:gd name="T3" fmla="*/ 467 h 139"/>
                  <a:gd name="T4" fmla="*/ 868 w 55"/>
                  <a:gd name="T5" fmla="*/ 946 h 139"/>
                  <a:gd name="T6" fmla="*/ 851 w 55"/>
                  <a:gd name="T7" fmla="*/ 1321 h 139"/>
                  <a:gd name="T8" fmla="*/ 713 w 55"/>
                  <a:gd name="T9" fmla="*/ 1882 h 139"/>
                  <a:gd name="T10" fmla="*/ 647 w 55"/>
                  <a:gd name="T11" fmla="*/ 2037 h 139"/>
                  <a:gd name="T12" fmla="*/ 534 w 55"/>
                  <a:gd name="T13" fmla="*/ 2025 h 139"/>
                  <a:gd name="T14" fmla="*/ 429 w 55"/>
                  <a:gd name="T15" fmla="*/ 2087 h 139"/>
                  <a:gd name="T16" fmla="*/ 50 w 55"/>
                  <a:gd name="T17" fmla="*/ 1945 h 139"/>
                  <a:gd name="T18" fmla="*/ 158 w 55"/>
                  <a:gd name="T19" fmla="*/ 1683 h 139"/>
                  <a:gd name="T20" fmla="*/ 346 w 55"/>
                  <a:gd name="T21" fmla="*/ 1633 h 139"/>
                  <a:gd name="T22" fmla="*/ 630 w 55"/>
                  <a:gd name="T23" fmla="*/ 1540 h 139"/>
                  <a:gd name="T24" fmla="*/ 680 w 55"/>
                  <a:gd name="T25" fmla="*/ 946 h 139"/>
                  <a:gd name="T26" fmla="*/ 680 w 55"/>
                  <a:gd name="T27" fmla="*/ 529 h 139"/>
                  <a:gd name="T28" fmla="*/ 617 w 55"/>
                  <a:gd name="T29" fmla="*/ 155 h 1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" h="139">
                    <a:moveTo>
                      <a:pt x="37" y="0"/>
                    </a:moveTo>
                    <a:cubicBezTo>
                      <a:pt x="39" y="10"/>
                      <a:pt x="45" y="20"/>
                      <a:pt x="48" y="30"/>
                    </a:cubicBezTo>
                    <a:cubicBezTo>
                      <a:pt x="50" y="41"/>
                      <a:pt x="55" y="50"/>
                      <a:pt x="55" y="61"/>
                    </a:cubicBezTo>
                    <a:cubicBezTo>
                      <a:pt x="54" y="71"/>
                      <a:pt x="54" y="75"/>
                      <a:pt x="54" y="85"/>
                    </a:cubicBezTo>
                    <a:cubicBezTo>
                      <a:pt x="54" y="94"/>
                      <a:pt x="45" y="113"/>
                      <a:pt x="45" y="121"/>
                    </a:cubicBezTo>
                    <a:cubicBezTo>
                      <a:pt x="45" y="126"/>
                      <a:pt x="48" y="129"/>
                      <a:pt x="41" y="131"/>
                    </a:cubicBezTo>
                    <a:cubicBezTo>
                      <a:pt x="39" y="131"/>
                      <a:pt x="37" y="130"/>
                      <a:pt x="34" y="130"/>
                    </a:cubicBezTo>
                    <a:cubicBezTo>
                      <a:pt x="32" y="130"/>
                      <a:pt x="29" y="133"/>
                      <a:pt x="27" y="134"/>
                    </a:cubicBezTo>
                    <a:cubicBezTo>
                      <a:pt x="18" y="138"/>
                      <a:pt x="0" y="139"/>
                      <a:pt x="3" y="125"/>
                    </a:cubicBezTo>
                    <a:cubicBezTo>
                      <a:pt x="5" y="120"/>
                      <a:pt x="7" y="114"/>
                      <a:pt x="10" y="108"/>
                    </a:cubicBezTo>
                    <a:cubicBezTo>
                      <a:pt x="13" y="103"/>
                      <a:pt x="16" y="102"/>
                      <a:pt x="22" y="105"/>
                    </a:cubicBezTo>
                    <a:cubicBezTo>
                      <a:pt x="30" y="109"/>
                      <a:pt x="40" y="114"/>
                      <a:pt x="40" y="99"/>
                    </a:cubicBezTo>
                    <a:cubicBezTo>
                      <a:pt x="40" y="86"/>
                      <a:pt x="44" y="74"/>
                      <a:pt x="43" y="61"/>
                    </a:cubicBezTo>
                    <a:cubicBezTo>
                      <a:pt x="43" y="51"/>
                      <a:pt x="44" y="43"/>
                      <a:pt x="43" y="34"/>
                    </a:cubicBezTo>
                    <a:cubicBezTo>
                      <a:pt x="42" y="27"/>
                      <a:pt x="42" y="16"/>
                      <a:pt x="39" y="10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5" name="Freeform 334">
                <a:extLst>
                  <a:ext uri="{FF2B5EF4-FFF2-40B4-BE49-F238E27FC236}">
                    <a16:creationId xmlns:a16="http://schemas.microsoft.com/office/drawing/2014/main" id="{F0A9AA00-6440-4FD3-BB72-93958F9AC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800"/>
                <a:ext cx="123" cy="187"/>
              </a:xfrm>
              <a:custGeom>
                <a:avLst/>
                <a:gdLst>
                  <a:gd name="T0" fmla="*/ 663 w 49"/>
                  <a:gd name="T1" fmla="*/ 62 h 75"/>
                  <a:gd name="T2" fmla="*/ 776 w 49"/>
                  <a:gd name="T3" fmla="*/ 342 h 75"/>
                  <a:gd name="T4" fmla="*/ 713 w 49"/>
                  <a:gd name="T5" fmla="*/ 633 h 75"/>
                  <a:gd name="T6" fmla="*/ 409 w 49"/>
                  <a:gd name="T7" fmla="*/ 1162 h 75"/>
                  <a:gd name="T8" fmla="*/ 146 w 49"/>
                  <a:gd name="T9" fmla="*/ 1120 h 75"/>
                  <a:gd name="T10" fmla="*/ 522 w 49"/>
                  <a:gd name="T11" fmla="*/ 883 h 75"/>
                  <a:gd name="T12" fmla="*/ 555 w 49"/>
                  <a:gd name="T13" fmla="*/ 436 h 75"/>
                  <a:gd name="T14" fmla="*/ 176 w 49"/>
                  <a:gd name="T15" fmla="*/ 292 h 75"/>
                  <a:gd name="T16" fmla="*/ 346 w 49"/>
                  <a:gd name="T17" fmla="*/ 0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75">
                    <a:moveTo>
                      <a:pt x="42" y="4"/>
                    </a:moveTo>
                    <a:cubicBezTo>
                      <a:pt x="40" y="10"/>
                      <a:pt x="48" y="16"/>
                      <a:pt x="49" y="22"/>
                    </a:cubicBezTo>
                    <a:cubicBezTo>
                      <a:pt x="49" y="28"/>
                      <a:pt x="46" y="35"/>
                      <a:pt x="45" y="41"/>
                    </a:cubicBezTo>
                    <a:cubicBezTo>
                      <a:pt x="41" y="54"/>
                      <a:pt x="37" y="66"/>
                      <a:pt x="26" y="75"/>
                    </a:cubicBezTo>
                    <a:cubicBezTo>
                      <a:pt x="28" y="65"/>
                      <a:pt x="14" y="72"/>
                      <a:pt x="9" y="72"/>
                    </a:cubicBezTo>
                    <a:cubicBezTo>
                      <a:pt x="14" y="64"/>
                      <a:pt x="27" y="65"/>
                      <a:pt x="33" y="57"/>
                    </a:cubicBezTo>
                    <a:cubicBezTo>
                      <a:pt x="38" y="50"/>
                      <a:pt x="42" y="34"/>
                      <a:pt x="35" y="28"/>
                    </a:cubicBezTo>
                    <a:cubicBezTo>
                      <a:pt x="28" y="22"/>
                      <a:pt x="18" y="24"/>
                      <a:pt x="11" y="19"/>
                    </a:cubicBezTo>
                    <a:cubicBezTo>
                      <a:pt x="0" y="11"/>
                      <a:pt x="15" y="5"/>
                      <a:pt x="22" y="0"/>
                    </a:cubicBezTo>
                  </a:path>
                </a:pathLst>
              </a:custGeom>
              <a:solidFill>
                <a:srgbClr val="C69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6" name="Freeform 335">
                <a:extLst>
                  <a:ext uri="{FF2B5EF4-FFF2-40B4-BE49-F238E27FC236}">
                    <a16:creationId xmlns:a16="http://schemas.microsoft.com/office/drawing/2014/main" id="{3A0BB4FC-1E70-449B-95DC-45A4D54EE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760"/>
                <a:ext cx="105" cy="72"/>
              </a:xfrm>
              <a:custGeom>
                <a:avLst/>
                <a:gdLst>
                  <a:gd name="T0" fmla="*/ 220 w 42"/>
                  <a:gd name="T1" fmla="*/ 92 h 29"/>
                  <a:gd name="T2" fmla="*/ 20 w 42"/>
                  <a:gd name="T3" fmla="*/ 340 h 29"/>
                  <a:gd name="T4" fmla="*/ 283 w 42"/>
                  <a:gd name="T5" fmla="*/ 432 h 29"/>
                  <a:gd name="T6" fmla="*/ 625 w 42"/>
                  <a:gd name="T7" fmla="*/ 258 h 29"/>
                  <a:gd name="T8" fmla="*/ 250 w 42"/>
                  <a:gd name="T9" fmla="*/ 124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9">
                    <a:moveTo>
                      <a:pt x="14" y="6"/>
                    </a:moveTo>
                    <a:cubicBezTo>
                      <a:pt x="8" y="0"/>
                      <a:pt x="0" y="17"/>
                      <a:pt x="1" y="22"/>
                    </a:cubicBezTo>
                    <a:cubicBezTo>
                      <a:pt x="2" y="27"/>
                      <a:pt x="13" y="29"/>
                      <a:pt x="18" y="28"/>
                    </a:cubicBezTo>
                    <a:cubicBezTo>
                      <a:pt x="8" y="7"/>
                      <a:pt x="42" y="29"/>
                      <a:pt x="40" y="17"/>
                    </a:cubicBezTo>
                    <a:cubicBezTo>
                      <a:pt x="35" y="17"/>
                      <a:pt x="15" y="17"/>
                      <a:pt x="16" y="8"/>
                    </a:cubicBezTo>
                  </a:path>
                </a:pathLst>
              </a:custGeom>
              <a:solidFill>
                <a:srgbClr val="A16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7" name="Freeform 336">
                <a:extLst>
                  <a:ext uri="{FF2B5EF4-FFF2-40B4-BE49-F238E27FC236}">
                    <a16:creationId xmlns:a16="http://schemas.microsoft.com/office/drawing/2014/main" id="{3C599AA4-603C-43C8-800E-4B1FA81A6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780"/>
                <a:ext cx="58" cy="27"/>
              </a:xfrm>
              <a:custGeom>
                <a:avLst/>
                <a:gdLst>
                  <a:gd name="T0" fmla="*/ 126 w 23"/>
                  <a:gd name="T1" fmla="*/ 0 h 11"/>
                  <a:gd name="T2" fmla="*/ 0 w 23"/>
                  <a:gd name="T3" fmla="*/ 162 h 11"/>
                  <a:gd name="T4" fmla="*/ 179 w 23"/>
                  <a:gd name="T5" fmla="*/ 61 h 11"/>
                  <a:gd name="T6" fmla="*/ 368 w 23"/>
                  <a:gd name="T7" fmla="*/ 91 h 11"/>
                  <a:gd name="T8" fmla="*/ 113 w 23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1">
                    <a:moveTo>
                      <a:pt x="8" y="0"/>
                    </a:moveTo>
                    <a:cubicBezTo>
                      <a:pt x="3" y="1"/>
                      <a:pt x="0" y="7"/>
                      <a:pt x="0" y="11"/>
                    </a:cubicBezTo>
                    <a:cubicBezTo>
                      <a:pt x="4" y="10"/>
                      <a:pt x="7" y="6"/>
                      <a:pt x="11" y="4"/>
                    </a:cubicBezTo>
                    <a:cubicBezTo>
                      <a:pt x="16" y="3"/>
                      <a:pt x="19" y="6"/>
                      <a:pt x="23" y="6"/>
                    </a:cubicBezTo>
                    <a:cubicBezTo>
                      <a:pt x="19" y="3"/>
                      <a:pt x="12" y="2"/>
                      <a:pt x="7" y="0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8" name="Freeform 337">
                <a:extLst>
                  <a:ext uri="{FF2B5EF4-FFF2-40B4-BE49-F238E27FC236}">
                    <a16:creationId xmlns:a16="http://schemas.microsoft.com/office/drawing/2014/main" id="{FE14121C-8449-41E5-88D8-718F38FF2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977"/>
                <a:ext cx="115" cy="63"/>
              </a:xfrm>
              <a:custGeom>
                <a:avLst/>
                <a:gdLst>
                  <a:gd name="T0" fmla="*/ 33 w 46"/>
                  <a:gd name="T1" fmla="*/ 381 h 25"/>
                  <a:gd name="T2" fmla="*/ 313 w 46"/>
                  <a:gd name="T3" fmla="*/ 401 h 25"/>
                  <a:gd name="T4" fmla="*/ 470 w 46"/>
                  <a:gd name="T5" fmla="*/ 368 h 25"/>
                  <a:gd name="T6" fmla="*/ 613 w 46"/>
                  <a:gd name="T7" fmla="*/ 350 h 25"/>
                  <a:gd name="T8" fmla="*/ 533 w 46"/>
                  <a:gd name="T9" fmla="*/ 179 h 25"/>
                  <a:gd name="T10" fmla="*/ 300 w 46"/>
                  <a:gd name="T11" fmla="*/ 0 h 25"/>
                  <a:gd name="T12" fmla="*/ 313 w 46"/>
                  <a:gd name="T13" fmla="*/ 255 h 25"/>
                  <a:gd name="T14" fmla="*/ 0 w 46"/>
                  <a:gd name="T15" fmla="*/ 381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25">
                    <a:moveTo>
                      <a:pt x="2" y="24"/>
                    </a:moveTo>
                    <a:cubicBezTo>
                      <a:pt x="7" y="24"/>
                      <a:pt x="14" y="25"/>
                      <a:pt x="20" y="25"/>
                    </a:cubicBezTo>
                    <a:cubicBezTo>
                      <a:pt x="24" y="25"/>
                      <a:pt x="26" y="24"/>
                      <a:pt x="30" y="23"/>
                    </a:cubicBezTo>
                    <a:cubicBezTo>
                      <a:pt x="33" y="21"/>
                      <a:pt x="36" y="23"/>
                      <a:pt x="39" y="22"/>
                    </a:cubicBezTo>
                    <a:cubicBezTo>
                      <a:pt x="46" y="20"/>
                      <a:pt x="39" y="14"/>
                      <a:pt x="34" y="11"/>
                    </a:cubicBezTo>
                    <a:cubicBezTo>
                      <a:pt x="30" y="7"/>
                      <a:pt x="24" y="5"/>
                      <a:pt x="19" y="0"/>
                    </a:cubicBezTo>
                    <a:cubicBezTo>
                      <a:pt x="25" y="7"/>
                      <a:pt x="29" y="11"/>
                      <a:pt x="20" y="16"/>
                    </a:cubicBezTo>
                    <a:cubicBezTo>
                      <a:pt x="15" y="19"/>
                      <a:pt x="3" y="18"/>
                      <a:pt x="0" y="24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9" name="Freeform 338">
                <a:extLst>
                  <a:ext uri="{FF2B5EF4-FFF2-40B4-BE49-F238E27FC236}">
                    <a16:creationId xmlns:a16="http://schemas.microsoft.com/office/drawing/2014/main" id="{E295941B-074B-4A4A-BD9B-96A321159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892"/>
                <a:ext cx="53" cy="55"/>
              </a:xfrm>
              <a:custGeom>
                <a:avLst/>
                <a:gdLst>
                  <a:gd name="T0" fmla="*/ 242 w 21"/>
                  <a:gd name="T1" fmla="*/ 63 h 22"/>
                  <a:gd name="T2" fmla="*/ 0 w 21"/>
                  <a:gd name="T3" fmla="*/ 188 h 22"/>
                  <a:gd name="T4" fmla="*/ 338 w 21"/>
                  <a:gd name="T5" fmla="*/ 345 h 22"/>
                  <a:gd name="T6" fmla="*/ 318 w 21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15" y="4"/>
                    </a:moveTo>
                    <a:cubicBezTo>
                      <a:pt x="9" y="5"/>
                      <a:pt x="4" y="8"/>
                      <a:pt x="0" y="12"/>
                    </a:cubicBezTo>
                    <a:cubicBezTo>
                      <a:pt x="2" y="19"/>
                      <a:pt x="15" y="22"/>
                      <a:pt x="21" y="22"/>
                    </a:cubicBezTo>
                    <a:cubicBezTo>
                      <a:pt x="12" y="18"/>
                      <a:pt x="12" y="7"/>
                      <a:pt x="20" y="0"/>
                    </a:cubicBezTo>
                  </a:path>
                </a:pathLst>
              </a:custGeom>
              <a:solidFill>
                <a:srgbClr val="814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0" name="Freeform 339">
                <a:extLst>
                  <a:ext uri="{FF2B5EF4-FFF2-40B4-BE49-F238E27FC236}">
                    <a16:creationId xmlns:a16="http://schemas.microsoft.com/office/drawing/2014/main" id="{5748AF7E-47F9-4653-9791-E8ADD5780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660"/>
                <a:ext cx="50" cy="45"/>
              </a:xfrm>
              <a:custGeom>
                <a:avLst/>
                <a:gdLst>
                  <a:gd name="T0" fmla="*/ 0 w 20"/>
                  <a:gd name="T1" fmla="*/ 20 h 18"/>
                  <a:gd name="T2" fmla="*/ 83 w 20"/>
                  <a:gd name="T3" fmla="*/ 175 h 18"/>
                  <a:gd name="T4" fmla="*/ 313 w 20"/>
                  <a:gd name="T5" fmla="*/ 283 h 18"/>
                  <a:gd name="T6" fmla="*/ 220 w 20"/>
                  <a:gd name="T7" fmla="*/ 125 h 18"/>
                  <a:gd name="T8" fmla="*/ 95 w 20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0" y="1"/>
                    </a:moveTo>
                    <a:cubicBezTo>
                      <a:pt x="2" y="3"/>
                      <a:pt x="6" y="7"/>
                      <a:pt x="5" y="11"/>
                    </a:cubicBezTo>
                    <a:cubicBezTo>
                      <a:pt x="12" y="10"/>
                      <a:pt x="16" y="12"/>
                      <a:pt x="20" y="18"/>
                    </a:cubicBezTo>
                    <a:cubicBezTo>
                      <a:pt x="20" y="13"/>
                      <a:pt x="19" y="10"/>
                      <a:pt x="14" y="8"/>
                    </a:cubicBezTo>
                    <a:cubicBezTo>
                      <a:pt x="9" y="6"/>
                      <a:pt x="5" y="6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1" name="Freeform 340">
                <a:extLst>
                  <a:ext uri="{FF2B5EF4-FFF2-40B4-BE49-F238E27FC236}">
                    <a16:creationId xmlns:a16="http://schemas.microsoft.com/office/drawing/2014/main" id="{E673FBB0-25BC-4440-9C25-20A718083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815"/>
                <a:ext cx="50" cy="85"/>
              </a:xfrm>
              <a:custGeom>
                <a:avLst/>
                <a:gdLst>
                  <a:gd name="T0" fmla="*/ 33 w 20"/>
                  <a:gd name="T1" fmla="*/ 0 h 34"/>
                  <a:gd name="T2" fmla="*/ 175 w 20"/>
                  <a:gd name="T3" fmla="*/ 533 h 34"/>
                  <a:gd name="T4" fmla="*/ 113 w 20"/>
                  <a:gd name="T5" fmla="*/ 220 h 34"/>
                  <a:gd name="T6" fmla="*/ 63 w 20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0"/>
                    </a:moveTo>
                    <a:cubicBezTo>
                      <a:pt x="7" y="10"/>
                      <a:pt x="20" y="20"/>
                      <a:pt x="11" y="34"/>
                    </a:cubicBezTo>
                    <a:cubicBezTo>
                      <a:pt x="11" y="27"/>
                      <a:pt x="12" y="19"/>
                      <a:pt x="7" y="14"/>
                    </a:cubicBezTo>
                    <a:cubicBezTo>
                      <a:pt x="2" y="9"/>
                      <a:pt x="0" y="7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2" name="Freeform 341">
                <a:extLst>
                  <a:ext uri="{FF2B5EF4-FFF2-40B4-BE49-F238E27FC236}">
                    <a16:creationId xmlns:a16="http://schemas.microsoft.com/office/drawing/2014/main" id="{230E50F4-69D3-4676-97E1-55BE4908E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365"/>
                <a:ext cx="220" cy="117"/>
              </a:xfrm>
              <a:custGeom>
                <a:avLst/>
                <a:gdLst>
                  <a:gd name="T0" fmla="*/ 0 w 88"/>
                  <a:gd name="T1" fmla="*/ 632 h 47"/>
                  <a:gd name="T2" fmla="*/ 313 w 88"/>
                  <a:gd name="T3" fmla="*/ 478 h 47"/>
                  <a:gd name="T4" fmla="*/ 658 w 88"/>
                  <a:gd name="T5" fmla="*/ 466 h 47"/>
                  <a:gd name="T6" fmla="*/ 988 w 88"/>
                  <a:gd name="T7" fmla="*/ 353 h 47"/>
                  <a:gd name="T8" fmla="*/ 1375 w 88"/>
                  <a:gd name="T9" fmla="*/ 0 h 47"/>
                  <a:gd name="T10" fmla="*/ 1220 w 88"/>
                  <a:gd name="T11" fmla="*/ 321 h 47"/>
                  <a:gd name="T12" fmla="*/ 613 w 88"/>
                  <a:gd name="T13" fmla="*/ 632 h 47"/>
                  <a:gd name="T14" fmla="*/ 500 w 88"/>
                  <a:gd name="T15" fmla="*/ 712 h 47"/>
                  <a:gd name="T16" fmla="*/ 408 w 88"/>
                  <a:gd name="T17" fmla="*/ 632 h 47"/>
                  <a:gd name="T18" fmla="*/ 208 w 88"/>
                  <a:gd name="T19" fmla="*/ 60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47">
                    <a:moveTo>
                      <a:pt x="0" y="41"/>
                    </a:moveTo>
                    <a:cubicBezTo>
                      <a:pt x="9" y="45"/>
                      <a:pt x="15" y="34"/>
                      <a:pt x="20" y="31"/>
                    </a:cubicBezTo>
                    <a:cubicBezTo>
                      <a:pt x="27" y="26"/>
                      <a:pt x="35" y="33"/>
                      <a:pt x="42" y="30"/>
                    </a:cubicBezTo>
                    <a:cubicBezTo>
                      <a:pt x="49" y="27"/>
                      <a:pt x="56" y="26"/>
                      <a:pt x="63" y="23"/>
                    </a:cubicBezTo>
                    <a:cubicBezTo>
                      <a:pt x="75" y="18"/>
                      <a:pt x="78" y="7"/>
                      <a:pt x="88" y="0"/>
                    </a:cubicBezTo>
                    <a:cubicBezTo>
                      <a:pt x="85" y="7"/>
                      <a:pt x="79" y="13"/>
                      <a:pt x="78" y="21"/>
                    </a:cubicBezTo>
                    <a:cubicBezTo>
                      <a:pt x="63" y="21"/>
                      <a:pt x="50" y="34"/>
                      <a:pt x="39" y="41"/>
                    </a:cubicBezTo>
                    <a:cubicBezTo>
                      <a:pt x="37" y="43"/>
                      <a:pt x="34" y="45"/>
                      <a:pt x="32" y="46"/>
                    </a:cubicBezTo>
                    <a:cubicBezTo>
                      <a:pt x="26" y="47"/>
                      <a:pt x="28" y="44"/>
                      <a:pt x="26" y="41"/>
                    </a:cubicBezTo>
                    <a:cubicBezTo>
                      <a:pt x="23" y="32"/>
                      <a:pt x="19" y="43"/>
                      <a:pt x="13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3" name="Freeform 342">
                <a:extLst>
                  <a:ext uri="{FF2B5EF4-FFF2-40B4-BE49-F238E27FC236}">
                    <a16:creationId xmlns:a16="http://schemas.microsoft.com/office/drawing/2014/main" id="{60FC449D-3EB0-4EBD-90A6-CCB97DF56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977"/>
                <a:ext cx="92" cy="95"/>
              </a:xfrm>
              <a:custGeom>
                <a:avLst/>
                <a:gdLst>
                  <a:gd name="T0" fmla="*/ 199 w 37"/>
                  <a:gd name="T1" fmla="*/ 238 h 38"/>
                  <a:gd name="T2" fmla="*/ 475 w 37"/>
                  <a:gd name="T3" fmla="*/ 438 h 38"/>
                  <a:gd name="T4" fmla="*/ 445 w 37"/>
                  <a:gd name="T5" fmla="*/ 300 h 38"/>
                  <a:gd name="T6" fmla="*/ 569 w 37"/>
                  <a:gd name="T7" fmla="*/ 175 h 38"/>
                  <a:gd name="T8" fmla="*/ 370 w 37"/>
                  <a:gd name="T9" fmla="*/ 333 h 38"/>
                  <a:gd name="T10" fmla="*/ 0 w 37"/>
                  <a:gd name="T11" fmla="*/ 83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8">
                    <a:moveTo>
                      <a:pt x="13" y="15"/>
                    </a:moveTo>
                    <a:cubicBezTo>
                      <a:pt x="15" y="17"/>
                      <a:pt x="27" y="38"/>
                      <a:pt x="31" y="28"/>
                    </a:cubicBezTo>
                    <a:cubicBezTo>
                      <a:pt x="32" y="25"/>
                      <a:pt x="28" y="22"/>
                      <a:pt x="29" y="19"/>
                    </a:cubicBezTo>
                    <a:cubicBezTo>
                      <a:pt x="30" y="16"/>
                      <a:pt x="34" y="13"/>
                      <a:pt x="37" y="11"/>
                    </a:cubicBezTo>
                    <a:cubicBezTo>
                      <a:pt x="32" y="14"/>
                      <a:pt x="27" y="16"/>
                      <a:pt x="24" y="21"/>
                    </a:cubicBezTo>
                    <a:cubicBezTo>
                      <a:pt x="20" y="18"/>
                      <a:pt x="3" y="0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4" name="Freeform 343">
                <a:extLst>
                  <a:ext uri="{FF2B5EF4-FFF2-40B4-BE49-F238E27FC236}">
                    <a16:creationId xmlns:a16="http://schemas.microsoft.com/office/drawing/2014/main" id="{877A2F11-19DE-4CFD-96CE-7A2593673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134"/>
                <a:ext cx="77" cy="78"/>
              </a:xfrm>
              <a:custGeom>
                <a:avLst/>
                <a:gdLst>
                  <a:gd name="T0" fmla="*/ 104 w 31"/>
                  <a:gd name="T1" fmla="*/ 20 h 31"/>
                  <a:gd name="T2" fmla="*/ 137 w 31"/>
                  <a:gd name="T3" fmla="*/ 254 h 31"/>
                  <a:gd name="T4" fmla="*/ 137 w 31"/>
                  <a:gd name="T5" fmla="*/ 430 h 31"/>
                  <a:gd name="T6" fmla="*/ 229 w 31"/>
                  <a:gd name="T7" fmla="*/ 126 h 31"/>
                  <a:gd name="T8" fmla="*/ 474 w 31"/>
                  <a:gd name="T9" fmla="*/ 20 h 31"/>
                  <a:gd name="T10" fmla="*/ 137 w 31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1">
                    <a:moveTo>
                      <a:pt x="7" y="1"/>
                    </a:moveTo>
                    <a:cubicBezTo>
                      <a:pt x="9" y="5"/>
                      <a:pt x="11" y="11"/>
                      <a:pt x="9" y="16"/>
                    </a:cubicBezTo>
                    <a:cubicBezTo>
                      <a:pt x="8" y="18"/>
                      <a:pt x="0" y="31"/>
                      <a:pt x="9" y="27"/>
                    </a:cubicBezTo>
                    <a:cubicBezTo>
                      <a:pt x="15" y="23"/>
                      <a:pt x="12" y="13"/>
                      <a:pt x="15" y="8"/>
                    </a:cubicBezTo>
                    <a:cubicBezTo>
                      <a:pt x="18" y="3"/>
                      <a:pt x="26" y="3"/>
                      <a:pt x="31" y="1"/>
                    </a:cubicBezTo>
                    <a:cubicBezTo>
                      <a:pt x="27" y="1"/>
                      <a:pt x="8" y="5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5" name="Freeform 344">
                <a:extLst>
                  <a:ext uri="{FF2B5EF4-FFF2-40B4-BE49-F238E27FC236}">
                    <a16:creationId xmlns:a16="http://schemas.microsoft.com/office/drawing/2014/main" id="{05E4D535-1BD3-405F-96CC-9E262AAFD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184"/>
                <a:ext cx="72" cy="60"/>
              </a:xfrm>
              <a:custGeom>
                <a:avLst/>
                <a:gdLst>
                  <a:gd name="T0" fmla="*/ 0 w 29"/>
                  <a:gd name="T1" fmla="*/ 50 h 24"/>
                  <a:gd name="T2" fmla="*/ 74 w 29"/>
                  <a:gd name="T3" fmla="*/ 145 h 24"/>
                  <a:gd name="T4" fmla="*/ 216 w 29"/>
                  <a:gd name="T5" fmla="*/ 188 h 24"/>
                  <a:gd name="T6" fmla="*/ 412 w 29"/>
                  <a:gd name="T7" fmla="*/ 375 h 24"/>
                  <a:gd name="T8" fmla="*/ 12 w 29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0" y="3"/>
                    </a:moveTo>
                    <a:cubicBezTo>
                      <a:pt x="0" y="4"/>
                      <a:pt x="4" y="8"/>
                      <a:pt x="5" y="9"/>
                    </a:cubicBezTo>
                    <a:cubicBezTo>
                      <a:pt x="9" y="11"/>
                      <a:pt x="10" y="10"/>
                      <a:pt x="14" y="12"/>
                    </a:cubicBezTo>
                    <a:cubicBezTo>
                      <a:pt x="20" y="14"/>
                      <a:pt x="22" y="22"/>
                      <a:pt x="27" y="24"/>
                    </a:cubicBezTo>
                    <a:cubicBezTo>
                      <a:pt x="29" y="10"/>
                      <a:pt x="5" y="1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6" name="Freeform 345">
                <a:extLst>
                  <a:ext uri="{FF2B5EF4-FFF2-40B4-BE49-F238E27FC236}">
                    <a16:creationId xmlns:a16="http://schemas.microsoft.com/office/drawing/2014/main" id="{0D9605DA-C7A9-4F77-ABEA-202697FF8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899"/>
                <a:ext cx="135" cy="63"/>
              </a:xfrm>
              <a:custGeom>
                <a:avLst/>
                <a:gdLst>
                  <a:gd name="T0" fmla="*/ 0 w 54"/>
                  <a:gd name="T1" fmla="*/ 63 h 25"/>
                  <a:gd name="T2" fmla="*/ 50 w 54"/>
                  <a:gd name="T3" fmla="*/ 272 h 25"/>
                  <a:gd name="T4" fmla="*/ 220 w 54"/>
                  <a:gd name="T5" fmla="*/ 192 h 25"/>
                  <a:gd name="T6" fmla="*/ 470 w 54"/>
                  <a:gd name="T7" fmla="*/ 255 h 25"/>
                  <a:gd name="T8" fmla="*/ 675 w 54"/>
                  <a:gd name="T9" fmla="*/ 272 h 25"/>
                  <a:gd name="T10" fmla="*/ 845 w 54"/>
                  <a:gd name="T11" fmla="*/ 368 h 25"/>
                  <a:gd name="T12" fmla="*/ 688 w 54"/>
                  <a:gd name="T13" fmla="*/ 242 h 25"/>
                  <a:gd name="T14" fmla="*/ 438 w 54"/>
                  <a:gd name="T15" fmla="*/ 222 h 25"/>
                  <a:gd name="T16" fmla="*/ 345 w 54"/>
                  <a:gd name="T17" fmla="*/ 179 h 25"/>
                  <a:gd name="T18" fmla="*/ 238 w 54"/>
                  <a:gd name="T19" fmla="*/ 146 h 25"/>
                  <a:gd name="T20" fmla="*/ 20 w 54"/>
                  <a:gd name="T21" fmla="*/ 5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25">
                    <a:moveTo>
                      <a:pt x="0" y="4"/>
                    </a:moveTo>
                    <a:cubicBezTo>
                      <a:pt x="5" y="6"/>
                      <a:pt x="5" y="12"/>
                      <a:pt x="3" y="17"/>
                    </a:cubicBezTo>
                    <a:cubicBezTo>
                      <a:pt x="7" y="15"/>
                      <a:pt x="9" y="11"/>
                      <a:pt x="14" y="12"/>
                    </a:cubicBezTo>
                    <a:cubicBezTo>
                      <a:pt x="19" y="12"/>
                      <a:pt x="25" y="15"/>
                      <a:pt x="30" y="16"/>
                    </a:cubicBezTo>
                    <a:cubicBezTo>
                      <a:pt x="35" y="17"/>
                      <a:pt x="38" y="15"/>
                      <a:pt x="43" y="17"/>
                    </a:cubicBezTo>
                    <a:cubicBezTo>
                      <a:pt x="46" y="18"/>
                      <a:pt x="51" y="25"/>
                      <a:pt x="54" y="23"/>
                    </a:cubicBezTo>
                    <a:cubicBezTo>
                      <a:pt x="49" y="21"/>
                      <a:pt x="49" y="16"/>
                      <a:pt x="44" y="15"/>
                    </a:cubicBezTo>
                    <a:cubicBezTo>
                      <a:pt x="39" y="14"/>
                      <a:pt x="33" y="16"/>
                      <a:pt x="28" y="14"/>
                    </a:cubicBezTo>
                    <a:cubicBezTo>
                      <a:pt x="26" y="13"/>
                      <a:pt x="24" y="12"/>
                      <a:pt x="22" y="11"/>
                    </a:cubicBezTo>
                    <a:cubicBezTo>
                      <a:pt x="20" y="10"/>
                      <a:pt x="17" y="10"/>
                      <a:pt x="15" y="9"/>
                    </a:cubicBezTo>
                    <a:cubicBezTo>
                      <a:pt x="11" y="8"/>
                      <a:pt x="6" y="0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7" name="Freeform 346">
                <a:extLst>
                  <a:ext uri="{FF2B5EF4-FFF2-40B4-BE49-F238E27FC236}">
                    <a16:creationId xmlns:a16="http://schemas.microsoft.com/office/drawing/2014/main" id="{7ECBE4F7-5E05-41F1-ACA1-27509E3D1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857"/>
                <a:ext cx="128" cy="60"/>
              </a:xfrm>
              <a:custGeom>
                <a:avLst/>
                <a:gdLst>
                  <a:gd name="T0" fmla="*/ 95 w 51"/>
                  <a:gd name="T1" fmla="*/ 0 h 24"/>
                  <a:gd name="T2" fmla="*/ 63 w 51"/>
                  <a:gd name="T3" fmla="*/ 145 h 24"/>
                  <a:gd name="T4" fmla="*/ 20 w 51"/>
                  <a:gd name="T5" fmla="*/ 300 h 24"/>
                  <a:gd name="T6" fmla="*/ 284 w 51"/>
                  <a:gd name="T7" fmla="*/ 238 h 24"/>
                  <a:gd name="T8" fmla="*/ 522 w 51"/>
                  <a:gd name="T9" fmla="*/ 238 h 24"/>
                  <a:gd name="T10" fmla="*/ 806 w 51"/>
                  <a:gd name="T11" fmla="*/ 220 h 24"/>
                  <a:gd name="T12" fmla="*/ 630 w 51"/>
                  <a:gd name="T13" fmla="*/ 125 h 24"/>
                  <a:gd name="T14" fmla="*/ 397 w 51"/>
                  <a:gd name="T15" fmla="*/ 158 h 24"/>
                  <a:gd name="T16" fmla="*/ 284 w 51"/>
                  <a:gd name="T17" fmla="*/ 208 h 24"/>
                  <a:gd name="T18" fmla="*/ 125 w 51"/>
                  <a:gd name="T19" fmla="*/ 220 h 24"/>
                  <a:gd name="T20" fmla="*/ 125 w 51"/>
                  <a:gd name="T21" fmla="*/ 33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24">
                    <a:moveTo>
                      <a:pt x="6" y="0"/>
                    </a:moveTo>
                    <a:cubicBezTo>
                      <a:pt x="6" y="3"/>
                      <a:pt x="6" y="6"/>
                      <a:pt x="4" y="9"/>
                    </a:cubicBezTo>
                    <a:cubicBezTo>
                      <a:pt x="3" y="12"/>
                      <a:pt x="0" y="16"/>
                      <a:pt x="1" y="19"/>
                    </a:cubicBezTo>
                    <a:cubicBezTo>
                      <a:pt x="4" y="24"/>
                      <a:pt x="15" y="17"/>
                      <a:pt x="18" y="15"/>
                    </a:cubicBezTo>
                    <a:cubicBezTo>
                      <a:pt x="25" y="12"/>
                      <a:pt x="27" y="14"/>
                      <a:pt x="33" y="15"/>
                    </a:cubicBezTo>
                    <a:cubicBezTo>
                      <a:pt x="39" y="16"/>
                      <a:pt x="46" y="10"/>
                      <a:pt x="51" y="14"/>
                    </a:cubicBezTo>
                    <a:cubicBezTo>
                      <a:pt x="47" y="13"/>
                      <a:pt x="42" y="11"/>
                      <a:pt x="40" y="8"/>
                    </a:cubicBezTo>
                    <a:cubicBezTo>
                      <a:pt x="35" y="13"/>
                      <a:pt x="31" y="10"/>
                      <a:pt x="25" y="10"/>
                    </a:cubicBezTo>
                    <a:cubicBezTo>
                      <a:pt x="22" y="10"/>
                      <a:pt x="21" y="12"/>
                      <a:pt x="18" y="13"/>
                    </a:cubicBezTo>
                    <a:cubicBezTo>
                      <a:pt x="15" y="15"/>
                      <a:pt x="12" y="14"/>
                      <a:pt x="8" y="14"/>
                    </a:cubicBezTo>
                    <a:cubicBezTo>
                      <a:pt x="7" y="10"/>
                      <a:pt x="11" y="6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8" name="Freeform 347">
                <a:extLst>
                  <a:ext uri="{FF2B5EF4-FFF2-40B4-BE49-F238E27FC236}">
                    <a16:creationId xmlns:a16="http://schemas.microsoft.com/office/drawing/2014/main" id="{55EC90AA-1679-475E-AA83-55F9FBDBC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094"/>
                <a:ext cx="37" cy="118"/>
              </a:xfrm>
              <a:custGeom>
                <a:avLst/>
                <a:gdLst>
                  <a:gd name="T0" fmla="*/ 74 w 15"/>
                  <a:gd name="T1" fmla="*/ 0 h 47"/>
                  <a:gd name="T2" fmla="*/ 12 w 15"/>
                  <a:gd name="T3" fmla="*/ 239 h 47"/>
                  <a:gd name="T4" fmla="*/ 121 w 15"/>
                  <a:gd name="T5" fmla="*/ 379 h 47"/>
                  <a:gd name="T6" fmla="*/ 224 w 15"/>
                  <a:gd name="T7" fmla="*/ 743 h 47"/>
                  <a:gd name="T8" fmla="*/ 153 w 15"/>
                  <a:gd name="T9" fmla="*/ 316 h 47"/>
                  <a:gd name="T10" fmla="*/ 91 w 15"/>
                  <a:gd name="T11" fmla="*/ 188 h 47"/>
                  <a:gd name="T12" fmla="*/ 104 w 15"/>
                  <a:gd name="T13" fmla="*/ 2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7">
                    <a:moveTo>
                      <a:pt x="5" y="0"/>
                    </a:moveTo>
                    <a:cubicBezTo>
                      <a:pt x="3" y="3"/>
                      <a:pt x="2" y="12"/>
                      <a:pt x="1" y="15"/>
                    </a:cubicBezTo>
                    <a:cubicBezTo>
                      <a:pt x="0" y="22"/>
                      <a:pt x="4" y="19"/>
                      <a:pt x="8" y="24"/>
                    </a:cubicBezTo>
                    <a:cubicBezTo>
                      <a:pt x="14" y="30"/>
                      <a:pt x="11" y="41"/>
                      <a:pt x="15" y="47"/>
                    </a:cubicBezTo>
                    <a:cubicBezTo>
                      <a:pt x="14" y="40"/>
                      <a:pt x="15" y="26"/>
                      <a:pt x="10" y="20"/>
                    </a:cubicBezTo>
                    <a:cubicBezTo>
                      <a:pt x="7" y="16"/>
                      <a:pt x="6" y="18"/>
                      <a:pt x="6" y="12"/>
                    </a:cubicBezTo>
                    <a:cubicBezTo>
                      <a:pt x="7" y="8"/>
                      <a:pt x="7" y="5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9" name="Freeform 348">
                <a:extLst>
                  <a:ext uri="{FF2B5EF4-FFF2-40B4-BE49-F238E27FC236}">
                    <a16:creationId xmlns:a16="http://schemas.microsoft.com/office/drawing/2014/main" id="{192BD740-8619-4F84-B00B-73BA3EBBC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162"/>
                <a:ext cx="52" cy="77"/>
              </a:xfrm>
              <a:custGeom>
                <a:avLst/>
                <a:gdLst>
                  <a:gd name="T0" fmla="*/ 0 w 21"/>
                  <a:gd name="T1" fmla="*/ 0 h 31"/>
                  <a:gd name="T2" fmla="*/ 196 w 21"/>
                  <a:gd name="T3" fmla="*/ 137 h 31"/>
                  <a:gd name="T4" fmla="*/ 228 w 21"/>
                  <a:gd name="T5" fmla="*/ 474 h 31"/>
                  <a:gd name="T6" fmla="*/ 228 w 21"/>
                  <a:gd name="T7" fmla="*/ 278 h 31"/>
                  <a:gd name="T8" fmla="*/ 134 w 21"/>
                  <a:gd name="T9" fmla="*/ 196 h 31"/>
                  <a:gd name="T10" fmla="*/ 134 w 21"/>
                  <a:gd name="T11" fmla="*/ 62 h 31"/>
                  <a:gd name="T12" fmla="*/ 30 w 2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1">
                    <a:moveTo>
                      <a:pt x="0" y="0"/>
                    </a:moveTo>
                    <a:cubicBezTo>
                      <a:pt x="7" y="1"/>
                      <a:pt x="11" y="2"/>
                      <a:pt x="13" y="9"/>
                    </a:cubicBezTo>
                    <a:cubicBezTo>
                      <a:pt x="15" y="15"/>
                      <a:pt x="21" y="26"/>
                      <a:pt x="15" y="31"/>
                    </a:cubicBezTo>
                    <a:cubicBezTo>
                      <a:pt x="15" y="27"/>
                      <a:pt x="16" y="22"/>
                      <a:pt x="15" y="18"/>
                    </a:cubicBezTo>
                    <a:cubicBezTo>
                      <a:pt x="13" y="14"/>
                      <a:pt x="11" y="16"/>
                      <a:pt x="9" y="13"/>
                    </a:cubicBezTo>
                    <a:cubicBezTo>
                      <a:pt x="7" y="11"/>
                      <a:pt x="10" y="7"/>
                      <a:pt x="9" y="4"/>
                    </a:cubicBezTo>
                    <a:cubicBezTo>
                      <a:pt x="7" y="1"/>
                      <a:pt x="2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0" name="Freeform 349">
                <a:extLst>
                  <a:ext uri="{FF2B5EF4-FFF2-40B4-BE49-F238E27FC236}">
                    <a16:creationId xmlns:a16="http://schemas.microsoft.com/office/drawing/2014/main" id="{C93489AB-2D14-4CB7-BAE1-0042ECC2E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377"/>
                <a:ext cx="62" cy="25"/>
              </a:xfrm>
              <a:custGeom>
                <a:avLst/>
                <a:gdLst>
                  <a:gd name="T0" fmla="*/ 0 w 25"/>
                  <a:gd name="T1" fmla="*/ 83 h 10"/>
                  <a:gd name="T2" fmla="*/ 166 w 25"/>
                  <a:gd name="T3" fmla="*/ 0 h 10"/>
                  <a:gd name="T4" fmla="*/ 382 w 25"/>
                  <a:gd name="T5" fmla="*/ 145 h 10"/>
                  <a:gd name="T6" fmla="*/ 184 w 25"/>
                  <a:gd name="T7" fmla="*/ 158 h 10"/>
                  <a:gd name="T8" fmla="*/ 136 w 25"/>
                  <a:gd name="T9" fmla="*/ 50 h 10"/>
                  <a:gd name="T10" fmla="*/ 124 w 25"/>
                  <a:gd name="T11" fmla="*/ 63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0">
                    <a:moveTo>
                      <a:pt x="0" y="5"/>
                    </a:moveTo>
                    <a:cubicBezTo>
                      <a:pt x="3" y="6"/>
                      <a:pt x="9" y="2"/>
                      <a:pt x="11" y="0"/>
                    </a:cubicBezTo>
                    <a:cubicBezTo>
                      <a:pt x="11" y="9"/>
                      <a:pt x="23" y="3"/>
                      <a:pt x="25" y="9"/>
                    </a:cubicBezTo>
                    <a:cubicBezTo>
                      <a:pt x="21" y="8"/>
                      <a:pt x="16" y="9"/>
                      <a:pt x="12" y="10"/>
                    </a:cubicBezTo>
                    <a:cubicBezTo>
                      <a:pt x="13" y="8"/>
                      <a:pt x="11" y="5"/>
                      <a:pt x="9" y="3"/>
                    </a:cubicBezTo>
                    <a:cubicBezTo>
                      <a:pt x="8" y="3"/>
                      <a:pt x="9" y="4"/>
                      <a:pt x="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1" name="Freeform 350">
                <a:extLst>
                  <a:ext uri="{FF2B5EF4-FFF2-40B4-BE49-F238E27FC236}">
                    <a16:creationId xmlns:a16="http://schemas.microsoft.com/office/drawing/2014/main" id="{23E18714-A903-453F-B070-824788BAB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312"/>
                <a:ext cx="77" cy="35"/>
              </a:xfrm>
              <a:custGeom>
                <a:avLst/>
                <a:gdLst>
                  <a:gd name="T0" fmla="*/ 75 w 31"/>
                  <a:gd name="T1" fmla="*/ 0 h 14"/>
                  <a:gd name="T2" fmla="*/ 0 w 31"/>
                  <a:gd name="T3" fmla="*/ 220 h 14"/>
                  <a:gd name="T4" fmla="*/ 216 w 31"/>
                  <a:gd name="T5" fmla="*/ 63 h 14"/>
                  <a:gd name="T6" fmla="*/ 474 w 31"/>
                  <a:gd name="T7" fmla="*/ 50 h 14"/>
                  <a:gd name="T8" fmla="*/ 258 w 31"/>
                  <a:gd name="T9" fmla="*/ 50 h 14"/>
                  <a:gd name="T10" fmla="*/ 166 w 31"/>
                  <a:gd name="T11" fmla="*/ 20 h 14"/>
                  <a:gd name="T12" fmla="*/ 62 w 31"/>
                  <a:gd name="T13" fmla="*/ 2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4">
                    <a:moveTo>
                      <a:pt x="5" y="0"/>
                    </a:moveTo>
                    <a:cubicBezTo>
                      <a:pt x="5" y="5"/>
                      <a:pt x="2" y="10"/>
                      <a:pt x="0" y="14"/>
                    </a:cubicBezTo>
                    <a:cubicBezTo>
                      <a:pt x="3" y="9"/>
                      <a:pt x="7" y="5"/>
                      <a:pt x="14" y="4"/>
                    </a:cubicBezTo>
                    <a:cubicBezTo>
                      <a:pt x="20" y="4"/>
                      <a:pt x="26" y="7"/>
                      <a:pt x="31" y="3"/>
                    </a:cubicBezTo>
                    <a:cubicBezTo>
                      <a:pt x="27" y="1"/>
                      <a:pt x="21" y="4"/>
                      <a:pt x="17" y="3"/>
                    </a:cubicBezTo>
                    <a:cubicBezTo>
                      <a:pt x="14" y="3"/>
                      <a:pt x="13" y="2"/>
                      <a:pt x="11" y="1"/>
                    </a:cubicBezTo>
                    <a:cubicBezTo>
                      <a:pt x="8" y="1"/>
                      <a:pt x="5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2" name="Freeform 351">
                <a:extLst>
                  <a:ext uri="{FF2B5EF4-FFF2-40B4-BE49-F238E27FC236}">
                    <a16:creationId xmlns:a16="http://schemas.microsoft.com/office/drawing/2014/main" id="{BEA5CD4A-1188-4040-93C1-D0E82DFFA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039"/>
                <a:ext cx="32" cy="128"/>
              </a:xfrm>
              <a:custGeom>
                <a:avLst/>
                <a:gdLst>
                  <a:gd name="T0" fmla="*/ 30 w 13"/>
                  <a:gd name="T1" fmla="*/ 251 h 51"/>
                  <a:gd name="T2" fmla="*/ 0 w 13"/>
                  <a:gd name="T3" fmla="*/ 535 h 51"/>
                  <a:gd name="T4" fmla="*/ 133 w 13"/>
                  <a:gd name="T5" fmla="*/ 806 h 51"/>
                  <a:gd name="T6" fmla="*/ 194 w 13"/>
                  <a:gd name="T7" fmla="*/ 429 h 51"/>
                  <a:gd name="T8" fmla="*/ 91 w 13"/>
                  <a:gd name="T9" fmla="*/ 284 h 51"/>
                  <a:gd name="T10" fmla="*/ 12 w 13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51">
                    <a:moveTo>
                      <a:pt x="2" y="16"/>
                    </a:moveTo>
                    <a:cubicBezTo>
                      <a:pt x="2" y="23"/>
                      <a:pt x="4" y="28"/>
                      <a:pt x="0" y="34"/>
                    </a:cubicBezTo>
                    <a:cubicBezTo>
                      <a:pt x="7" y="34"/>
                      <a:pt x="6" y="47"/>
                      <a:pt x="9" y="51"/>
                    </a:cubicBezTo>
                    <a:cubicBezTo>
                      <a:pt x="6" y="43"/>
                      <a:pt x="2" y="30"/>
                      <a:pt x="13" y="27"/>
                    </a:cubicBezTo>
                    <a:cubicBezTo>
                      <a:pt x="5" y="27"/>
                      <a:pt x="7" y="24"/>
                      <a:pt x="6" y="18"/>
                    </a:cubicBezTo>
                    <a:cubicBezTo>
                      <a:pt x="4" y="12"/>
                      <a:pt x="0" y="6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3" name="Freeform 352">
                <a:extLst>
                  <a:ext uri="{FF2B5EF4-FFF2-40B4-BE49-F238E27FC236}">
                    <a16:creationId xmlns:a16="http://schemas.microsoft.com/office/drawing/2014/main" id="{40E28EAB-9CAE-4E68-8BB1-3E8CD441E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627"/>
                <a:ext cx="52" cy="65"/>
              </a:xfrm>
              <a:custGeom>
                <a:avLst/>
                <a:gdLst>
                  <a:gd name="T0" fmla="*/ 30 w 21"/>
                  <a:gd name="T1" fmla="*/ 50 h 26"/>
                  <a:gd name="T2" fmla="*/ 12 w 21"/>
                  <a:gd name="T3" fmla="*/ 188 h 26"/>
                  <a:gd name="T4" fmla="*/ 62 w 21"/>
                  <a:gd name="T5" fmla="*/ 283 h 26"/>
                  <a:gd name="T6" fmla="*/ 166 w 21"/>
                  <a:gd name="T7" fmla="*/ 313 h 26"/>
                  <a:gd name="T8" fmla="*/ 275 w 21"/>
                  <a:gd name="T9" fmla="*/ 408 h 26"/>
                  <a:gd name="T10" fmla="*/ 319 w 21"/>
                  <a:gd name="T11" fmla="*/ 0 h 26"/>
                  <a:gd name="T12" fmla="*/ 154 w 21"/>
                  <a:gd name="T13" fmla="*/ 188 h 26"/>
                  <a:gd name="T14" fmla="*/ 62 w 21"/>
                  <a:gd name="T15" fmla="*/ 83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6">
                    <a:moveTo>
                      <a:pt x="2" y="3"/>
                    </a:moveTo>
                    <a:cubicBezTo>
                      <a:pt x="1" y="6"/>
                      <a:pt x="1" y="9"/>
                      <a:pt x="1" y="12"/>
                    </a:cubicBezTo>
                    <a:cubicBezTo>
                      <a:pt x="1" y="17"/>
                      <a:pt x="0" y="17"/>
                      <a:pt x="4" y="18"/>
                    </a:cubicBezTo>
                    <a:cubicBezTo>
                      <a:pt x="7" y="19"/>
                      <a:pt x="8" y="18"/>
                      <a:pt x="11" y="20"/>
                    </a:cubicBezTo>
                    <a:cubicBezTo>
                      <a:pt x="14" y="21"/>
                      <a:pt x="16" y="24"/>
                      <a:pt x="18" y="26"/>
                    </a:cubicBezTo>
                    <a:cubicBezTo>
                      <a:pt x="6" y="16"/>
                      <a:pt x="17" y="10"/>
                      <a:pt x="21" y="0"/>
                    </a:cubicBezTo>
                    <a:cubicBezTo>
                      <a:pt x="17" y="3"/>
                      <a:pt x="15" y="11"/>
                      <a:pt x="10" y="12"/>
                    </a:cubicBezTo>
                    <a:cubicBezTo>
                      <a:pt x="6" y="13"/>
                      <a:pt x="0" y="10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4" name="Freeform 353">
                <a:extLst>
                  <a:ext uri="{FF2B5EF4-FFF2-40B4-BE49-F238E27FC236}">
                    <a16:creationId xmlns:a16="http://schemas.microsoft.com/office/drawing/2014/main" id="{519F2073-9614-44C6-8C63-51798C7EF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550"/>
                <a:ext cx="15" cy="12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3"/>
                      <a:pt x="3" y="5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5" name="Freeform 354">
                <a:extLst>
                  <a:ext uri="{FF2B5EF4-FFF2-40B4-BE49-F238E27FC236}">
                    <a16:creationId xmlns:a16="http://schemas.microsoft.com/office/drawing/2014/main" id="{D29A4DE0-000B-4417-B957-D65E45BA4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850"/>
                <a:ext cx="32" cy="67"/>
              </a:xfrm>
              <a:custGeom>
                <a:avLst/>
                <a:gdLst>
                  <a:gd name="T0" fmla="*/ 91 w 13"/>
                  <a:gd name="T1" fmla="*/ 0 h 27"/>
                  <a:gd name="T2" fmla="*/ 0 w 13"/>
                  <a:gd name="T3" fmla="*/ 278 h 27"/>
                  <a:gd name="T4" fmla="*/ 194 w 13"/>
                  <a:gd name="T5" fmla="*/ 400 h 27"/>
                  <a:gd name="T6" fmla="*/ 62 w 13"/>
                  <a:gd name="T7" fmla="*/ 278 h 27"/>
                  <a:gd name="T8" fmla="*/ 74 w 13"/>
                  <a:gd name="T9" fmla="*/ 166 h 27"/>
                  <a:gd name="T10" fmla="*/ 91 w 13"/>
                  <a:gd name="T11" fmla="*/ 4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7">
                    <a:moveTo>
                      <a:pt x="6" y="0"/>
                    </a:moveTo>
                    <a:cubicBezTo>
                      <a:pt x="4" y="0"/>
                      <a:pt x="0" y="15"/>
                      <a:pt x="0" y="18"/>
                    </a:cubicBezTo>
                    <a:cubicBezTo>
                      <a:pt x="0" y="25"/>
                      <a:pt x="7" y="27"/>
                      <a:pt x="13" y="26"/>
                    </a:cubicBezTo>
                    <a:cubicBezTo>
                      <a:pt x="9" y="25"/>
                      <a:pt x="3" y="23"/>
                      <a:pt x="4" y="18"/>
                    </a:cubicBezTo>
                    <a:cubicBezTo>
                      <a:pt x="4" y="15"/>
                      <a:pt x="5" y="13"/>
                      <a:pt x="5" y="11"/>
                    </a:cubicBezTo>
                    <a:cubicBezTo>
                      <a:pt x="5" y="8"/>
                      <a:pt x="4" y="6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6" name="Freeform 355">
                <a:extLst>
                  <a:ext uri="{FF2B5EF4-FFF2-40B4-BE49-F238E27FC236}">
                    <a16:creationId xmlns:a16="http://schemas.microsoft.com/office/drawing/2014/main" id="{1436495D-1B62-40E0-889C-7C84A75EF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577"/>
                <a:ext cx="80" cy="220"/>
              </a:xfrm>
              <a:custGeom>
                <a:avLst/>
                <a:gdLst>
                  <a:gd name="T0" fmla="*/ 408 w 32"/>
                  <a:gd name="T1" fmla="*/ 20 h 88"/>
                  <a:gd name="T2" fmla="*/ 458 w 32"/>
                  <a:gd name="T3" fmla="*/ 438 h 88"/>
                  <a:gd name="T4" fmla="*/ 345 w 32"/>
                  <a:gd name="T5" fmla="*/ 738 h 88"/>
                  <a:gd name="T6" fmla="*/ 333 w 32"/>
                  <a:gd name="T7" fmla="*/ 895 h 88"/>
                  <a:gd name="T8" fmla="*/ 238 w 32"/>
                  <a:gd name="T9" fmla="*/ 1033 h 88"/>
                  <a:gd name="T10" fmla="*/ 145 w 32"/>
                  <a:gd name="T11" fmla="*/ 1145 h 88"/>
                  <a:gd name="T12" fmla="*/ 0 w 32"/>
                  <a:gd name="T13" fmla="*/ 1188 h 88"/>
                  <a:gd name="T14" fmla="*/ 145 w 32"/>
                  <a:gd name="T15" fmla="*/ 1375 h 88"/>
                  <a:gd name="T16" fmla="*/ 145 w 32"/>
                  <a:gd name="T17" fmla="*/ 1175 h 88"/>
                  <a:gd name="T18" fmla="*/ 283 w 32"/>
                  <a:gd name="T19" fmla="*/ 1050 h 88"/>
                  <a:gd name="T20" fmla="*/ 425 w 32"/>
                  <a:gd name="T21" fmla="*/ 938 h 88"/>
                  <a:gd name="T22" fmla="*/ 395 w 32"/>
                  <a:gd name="T23" fmla="*/ 875 h 88"/>
                  <a:gd name="T24" fmla="*/ 408 w 32"/>
                  <a:gd name="T25" fmla="*/ 783 h 88"/>
                  <a:gd name="T26" fmla="*/ 488 w 32"/>
                  <a:gd name="T27" fmla="*/ 458 h 88"/>
                  <a:gd name="T28" fmla="*/ 375 w 32"/>
                  <a:gd name="T29" fmla="*/ 0 h 8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88">
                    <a:moveTo>
                      <a:pt x="26" y="1"/>
                    </a:moveTo>
                    <a:cubicBezTo>
                      <a:pt x="26" y="11"/>
                      <a:pt x="28" y="19"/>
                      <a:pt x="29" y="28"/>
                    </a:cubicBezTo>
                    <a:cubicBezTo>
                      <a:pt x="29" y="36"/>
                      <a:pt x="26" y="40"/>
                      <a:pt x="22" y="47"/>
                    </a:cubicBezTo>
                    <a:cubicBezTo>
                      <a:pt x="20" y="51"/>
                      <a:pt x="21" y="54"/>
                      <a:pt x="21" y="57"/>
                    </a:cubicBezTo>
                    <a:cubicBezTo>
                      <a:pt x="20" y="61"/>
                      <a:pt x="17" y="63"/>
                      <a:pt x="15" y="66"/>
                    </a:cubicBezTo>
                    <a:cubicBezTo>
                      <a:pt x="13" y="68"/>
                      <a:pt x="12" y="71"/>
                      <a:pt x="9" y="73"/>
                    </a:cubicBezTo>
                    <a:cubicBezTo>
                      <a:pt x="6" y="74"/>
                      <a:pt x="3" y="74"/>
                      <a:pt x="0" y="76"/>
                    </a:cubicBezTo>
                    <a:cubicBezTo>
                      <a:pt x="6" y="79"/>
                      <a:pt x="10" y="80"/>
                      <a:pt x="9" y="88"/>
                    </a:cubicBezTo>
                    <a:cubicBezTo>
                      <a:pt x="8" y="83"/>
                      <a:pt x="7" y="79"/>
                      <a:pt x="9" y="75"/>
                    </a:cubicBezTo>
                    <a:cubicBezTo>
                      <a:pt x="11" y="70"/>
                      <a:pt x="14" y="69"/>
                      <a:pt x="18" y="67"/>
                    </a:cubicBezTo>
                    <a:cubicBezTo>
                      <a:pt x="19" y="66"/>
                      <a:pt x="27" y="62"/>
                      <a:pt x="27" y="60"/>
                    </a:cubicBezTo>
                    <a:cubicBezTo>
                      <a:pt x="28" y="59"/>
                      <a:pt x="25" y="57"/>
                      <a:pt x="25" y="56"/>
                    </a:cubicBezTo>
                    <a:cubicBezTo>
                      <a:pt x="24" y="53"/>
                      <a:pt x="25" y="53"/>
                      <a:pt x="26" y="50"/>
                    </a:cubicBezTo>
                    <a:cubicBezTo>
                      <a:pt x="28" y="44"/>
                      <a:pt x="32" y="36"/>
                      <a:pt x="31" y="29"/>
                    </a:cubicBezTo>
                    <a:cubicBezTo>
                      <a:pt x="30" y="20"/>
                      <a:pt x="28" y="8"/>
                      <a:pt x="2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7" name="Freeform 356">
                <a:extLst>
                  <a:ext uri="{FF2B5EF4-FFF2-40B4-BE49-F238E27FC236}">
                    <a16:creationId xmlns:a16="http://schemas.microsoft.com/office/drawing/2014/main" id="{A4C606C9-1902-4FB1-B217-42AEEC8AE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157"/>
                <a:ext cx="112" cy="103"/>
              </a:xfrm>
              <a:custGeom>
                <a:avLst/>
                <a:gdLst>
                  <a:gd name="T0" fmla="*/ 0 w 45"/>
                  <a:gd name="T1" fmla="*/ 251 h 41"/>
                  <a:gd name="T2" fmla="*/ 371 w 45"/>
                  <a:gd name="T3" fmla="*/ 221 h 41"/>
                  <a:gd name="T4" fmla="*/ 465 w 45"/>
                  <a:gd name="T5" fmla="*/ 397 h 41"/>
                  <a:gd name="T6" fmla="*/ 508 w 45"/>
                  <a:gd name="T7" fmla="*/ 568 h 41"/>
                  <a:gd name="T8" fmla="*/ 694 w 45"/>
                  <a:gd name="T9" fmla="*/ 651 h 41"/>
                  <a:gd name="T10" fmla="*/ 508 w 45"/>
                  <a:gd name="T11" fmla="*/ 347 h 41"/>
                  <a:gd name="T12" fmla="*/ 416 w 45"/>
                  <a:gd name="T13" fmla="*/ 0 h 41"/>
                  <a:gd name="T14" fmla="*/ 341 w 45"/>
                  <a:gd name="T15" fmla="*/ 95 h 41"/>
                  <a:gd name="T16" fmla="*/ 217 w 45"/>
                  <a:gd name="T17" fmla="*/ 126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41">
                    <a:moveTo>
                      <a:pt x="0" y="16"/>
                    </a:moveTo>
                    <a:cubicBezTo>
                      <a:pt x="9" y="13"/>
                      <a:pt x="17" y="3"/>
                      <a:pt x="24" y="14"/>
                    </a:cubicBezTo>
                    <a:cubicBezTo>
                      <a:pt x="27" y="18"/>
                      <a:pt x="28" y="21"/>
                      <a:pt x="30" y="25"/>
                    </a:cubicBezTo>
                    <a:cubicBezTo>
                      <a:pt x="33" y="28"/>
                      <a:pt x="35" y="31"/>
                      <a:pt x="33" y="36"/>
                    </a:cubicBezTo>
                    <a:cubicBezTo>
                      <a:pt x="38" y="38"/>
                      <a:pt x="41" y="37"/>
                      <a:pt x="45" y="41"/>
                    </a:cubicBezTo>
                    <a:cubicBezTo>
                      <a:pt x="40" y="35"/>
                      <a:pt x="37" y="28"/>
                      <a:pt x="33" y="22"/>
                    </a:cubicBezTo>
                    <a:cubicBezTo>
                      <a:pt x="30" y="17"/>
                      <a:pt x="23" y="5"/>
                      <a:pt x="27" y="0"/>
                    </a:cubicBezTo>
                    <a:cubicBezTo>
                      <a:pt x="25" y="1"/>
                      <a:pt x="24" y="5"/>
                      <a:pt x="22" y="6"/>
                    </a:cubicBezTo>
                    <a:cubicBezTo>
                      <a:pt x="20" y="8"/>
                      <a:pt x="16" y="6"/>
                      <a:pt x="14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8" name="Freeform 357">
                <a:extLst>
                  <a:ext uri="{FF2B5EF4-FFF2-40B4-BE49-F238E27FC236}">
                    <a16:creationId xmlns:a16="http://schemas.microsoft.com/office/drawing/2014/main" id="{684B14B9-6D6B-47A0-8D85-2E9B785BE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577"/>
                <a:ext cx="32" cy="78"/>
              </a:xfrm>
              <a:custGeom>
                <a:avLst/>
                <a:gdLst>
                  <a:gd name="T0" fmla="*/ 30 w 13"/>
                  <a:gd name="T1" fmla="*/ 63 h 31"/>
                  <a:gd name="T2" fmla="*/ 74 w 13"/>
                  <a:gd name="T3" fmla="*/ 284 h 31"/>
                  <a:gd name="T4" fmla="*/ 62 w 13"/>
                  <a:gd name="T5" fmla="*/ 493 h 31"/>
                  <a:gd name="T6" fmla="*/ 103 w 13"/>
                  <a:gd name="T7" fmla="*/ 83 h 31"/>
                  <a:gd name="T8" fmla="*/ 62 w 13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1">
                    <a:moveTo>
                      <a:pt x="2" y="4"/>
                    </a:moveTo>
                    <a:cubicBezTo>
                      <a:pt x="2" y="7"/>
                      <a:pt x="4" y="13"/>
                      <a:pt x="5" y="18"/>
                    </a:cubicBezTo>
                    <a:cubicBezTo>
                      <a:pt x="5" y="22"/>
                      <a:pt x="3" y="27"/>
                      <a:pt x="4" y="31"/>
                    </a:cubicBezTo>
                    <a:cubicBezTo>
                      <a:pt x="13" y="27"/>
                      <a:pt x="1" y="10"/>
                      <a:pt x="7" y="5"/>
                    </a:cubicBezTo>
                    <a:cubicBezTo>
                      <a:pt x="5" y="4"/>
                      <a:pt x="0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9" name="Freeform 358">
                <a:extLst>
                  <a:ext uri="{FF2B5EF4-FFF2-40B4-BE49-F238E27FC236}">
                    <a16:creationId xmlns:a16="http://schemas.microsoft.com/office/drawing/2014/main" id="{1380226D-1D1F-4CFF-91EF-C9B8F536C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07"/>
                <a:ext cx="40" cy="40"/>
              </a:xfrm>
              <a:custGeom>
                <a:avLst/>
                <a:gdLst>
                  <a:gd name="T0" fmla="*/ 175 w 16"/>
                  <a:gd name="T1" fmla="*/ 0 h 16"/>
                  <a:gd name="T2" fmla="*/ 95 w 16"/>
                  <a:gd name="T3" fmla="*/ 250 h 16"/>
                  <a:gd name="T4" fmla="*/ 125 w 16"/>
                  <a:gd name="T5" fmla="*/ 113 h 16"/>
                  <a:gd name="T6" fmla="*/ 250 w 16"/>
                  <a:gd name="T7" fmla="*/ 50 h 16"/>
                  <a:gd name="T8" fmla="*/ 220 w 16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1" y="0"/>
                    </a:moveTo>
                    <a:cubicBezTo>
                      <a:pt x="7" y="3"/>
                      <a:pt x="0" y="11"/>
                      <a:pt x="6" y="16"/>
                    </a:cubicBezTo>
                    <a:cubicBezTo>
                      <a:pt x="7" y="13"/>
                      <a:pt x="6" y="9"/>
                      <a:pt x="8" y="7"/>
                    </a:cubicBezTo>
                    <a:cubicBezTo>
                      <a:pt x="10" y="4"/>
                      <a:pt x="13" y="4"/>
                      <a:pt x="16" y="3"/>
                    </a:cubicBezTo>
                    <a:cubicBezTo>
                      <a:pt x="13" y="3"/>
                      <a:pt x="14" y="2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0" name="Freeform 359">
                <a:extLst>
                  <a:ext uri="{FF2B5EF4-FFF2-40B4-BE49-F238E27FC236}">
                    <a16:creationId xmlns:a16="http://schemas.microsoft.com/office/drawing/2014/main" id="{F9E51707-AF6B-4E90-B893-0E9FF6336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892"/>
                <a:ext cx="65" cy="120"/>
              </a:xfrm>
              <a:custGeom>
                <a:avLst/>
                <a:gdLst>
                  <a:gd name="T0" fmla="*/ 333 w 26"/>
                  <a:gd name="T1" fmla="*/ 0 h 48"/>
                  <a:gd name="T2" fmla="*/ 238 w 26"/>
                  <a:gd name="T3" fmla="*/ 145 h 48"/>
                  <a:gd name="T4" fmla="*/ 175 w 26"/>
                  <a:gd name="T5" fmla="*/ 333 h 48"/>
                  <a:gd name="T6" fmla="*/ 0 w 26"/>
                  <a:gd name="T7" fmla="*/ 270 h 48"/>
                  <a:gd name="T8" fmla="*/ 20 w 26"/>
                  <a:gd name="T9" fmla="*/ 363 h 48"/>
                  <a:gd name="T10" fmla="*/ 83 w 26"/>
                  <a:gd name="T11" fmla="*/ 425 h 48"/>
                  <a:gd name="T12" fmla="*/ 95 w 26"/>
                  <a:gd name="T13" fmla="*/ 595 h 48"/>
                  <a:gd name="T14" fmla="*/ 408 w 26"/>
                  <a:gd name="T15" fmla="*/ 750 h 48"/>
                  <a:gd name="T16" fmla="*/ 188 w 26"/>
                  <a:gd name="T17" fmla="*/ 375 h 48"/>
                  <a:gd name="T18" fmla="*/ 270 w 26"/>
                  <a:gd name="T19" fmla="*/ 333 h 48"/>
                  <a:gd name="T20" fmla="*/ 283 w 26"/>
                  <a:gd name="T21" fmla="*/ 238 h 48"/>
                  <a:gd name="T22" fmla="*/ 333 w 26"/>
                  <a:gd name="T23" fmla="*/ 50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48">
                    <a:moveTo>
                      <a:pt x="21" y="0"/>
                    </a:moveTo>
                    <a:cubicBezTo>
                      <a:pt x="19" y="3"/>
                      <a:pt x="17" y="6"/>
                      <a:pt x="15" y="9"/>
                    </a:cubicBezTo>
                    <a:cubicBezTo>
                      <a:pt x="13" y="13"/>
                      <a:pt x="13" y="18"/>
                      <a:pt x="11" y="21"/>
                    </a:cubicBezTo>
                    <a:cubicBezTo>
                      <a:pt x="7" y="20"/>
                      <a:pt x="4" y="18"/>
                      <a:pt x="0" y="17"/>
                    </a:cubicBezTo>
                    <a:cubicBezTo>
                      <a:pt x="0" y="19"/>
                      <a:pt x="0" y="21"/>
                      <a:pt x="1" y="23"/>
                    </a:cubicBezTo>
                    <a:cubicBezTo>
                      <a:pt x="3" y="26"/>
                      <a:pt x="4" y="25"/>
                      <a:pt x="5" y="27"/>
                    </a:cubicBezTo>
                    <a:cubicBezTo>
                      <a:pt x="10" y="31"/>
                      <a:pt x="6" y="32"/>
                      <a:pt x="6" y="38"/>
                    </a:cubicBezTo>
                    <a:cubicBezTo>
                      <a:pt x="14" y="33"/>
                      <a:pt x="21" y="42"/>
                      <a:pt x="26" y="48"/>
                    </a:cubicBezTo>
                    <a:cubicBezTo>
                      <a:pt x="22" y="44"/>
                      <a:pt x="9" y="28"/>
                      <a:pt x="12" y="24"/>
                    </a:cubicBezTo>
                    <a:cubicBezTo>
                      <a:pt x="13" y="22"/>
                      <a:pt x="16" y="22"/>
                      <a:pt x="17" y="21"/>
                    </a:cubicBezTo>
                    <a:cubicBezTo>
                      <a:pt x="19" y="18"/>
                      <a:pt x="18" y="17"/>
                      <a:pt x="18" y="15"/>
                    </a:cubicBezTo>
                    <a:cubicBezTo>
                      <a:pt x="18" y="9"/>
                      <a:pt x="17" y="8"/>
                      <a:pt x="2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1" name="Freeform 360">
                <a:extLst>
                  <a:ext uri="{FF2B5EF4-FFF2-40B4-BE49-F238E27FC236}">
                    <a16:creationId xmlns:a16="http://schemas.microsoft.com/office/drawing/2014/main" id="{717BC700-0244-4CF4-A003-74BC91391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022"/>
                <a:ext cx="25" cy="18"/>
              </a:xfrm>
              <a:custGeom>
                <a:avLst/>
                <a:gdLst>
                  <a:gd name="T0" fmla="*/ 63 w 10"/>
                  <a:gd name="T1" fmla="*/ 21 h 7"/>
                  <a:gd name="T2" fmla="*/ 0 w 10"/>
                  <a:gd name="T3" fmla="*/ 118 h 7"/>
                  <a:gd name="T4" fmla="*/ 158 w 10"/>
                  <a:gd name="T5" fmla="*/ 100 h 7"/>
                  <a:gd name="T6" fmla="*/ 113 w 10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4" y="1"/>
                    </a:moveTo>
                    <a:cubicBezTo>
                      <a:pt x="3" y="3"/>
                      <a:pt x="1" y="5"/>
                      <a:pt x="0" y="7"/>
                    </a:cubicBezTo>
                    <a:cubicBezTo>
                      <a:pt x="3" y="4"/>
                      <a:pt x="7" y="4"/>
                      <a:pt x="10" y="6"/>
                    </a:cubicBezTo>
                    <a:cubicBezTo>
                      <a:pt x="7" y="5"/>
                      <a:pt x="5" y="2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2" name="Freeform 361">
                <a:extLst>
                  <a:ext uri="{FF2B5EF4-FFF2-40B4-BE49-F238E27FC236}">
                    <a16:creationId xmlns:a16="http://schemas.microsoft.com/office/drawing/2014/main" id="{33CF07DC-B275-4054-924A-3D9BB7E44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060"/>
                <a:ext cx="135" cy="72"/>
              </a:xfrm>
              <a:custGeom>
                <a:avLst/>
                <a:gdLst>
                  <a:gd name="T0" fmla="*/ 20 w 54"/>
                  <a:gd name="T1" fmla="*/ 382 h 29"/>
                  <a:gd name="T2" fmla="*/ 95 w 54"/>
                  <a:gd name="T3" fmla="*/ 432 h 29"/>
                  <a:gd name="T4" fmla="*/ 270 w 54"/>
                  <a:gd name="T5" fmla="*/ 382 h 29"/>
                  <a:gd name="T6" fmla="*/ 395 w 54"/>
                  <a:gd name="T7" fmla="*/ 216 h 29"/>
                  <a:gd name="T8" fmla="*/ 470 w 54"/>
                  <a:gd name="T9" fmla="*/ 124 h 29"/>
                  <a:gd name="T10" fmla="*/ 583 w 54"/>
                  <a:gd name="T11" fmla="*/ 137 h 29"/>
                  <a:gd name="T12" fmla="*/ 845 w 54"/>
                  <a:gd name="T13" fmla="*/ 0 h 29"/>
                  <a:gd name="T14" fmla="*/ 645 w 54"/>
                  <a:gd name="T15" fmla="*/ 74 h 29"/>
                  <a:gd name="T16" fmla="*/ 438 w 54"/>
                  <a:gd name="T17" fmla="*/ 74 h 29"/>
                  <a:gd name="T18" fmla="*/ 333 w 54"/>
                  <a:gd name="T19" fmla="*/ 228 h 29"/>
                  <a:gd name="T20" fmla="*/ 158 w 54"/>
                  <a:gd name="T21" fmla="*/ 320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29">
                    <a:moveTo>
                      <a:pt x="1" y="25"/>
                    </a:moveTo>
                    <a:cubicBezTo>
                      <a:pt x="0" y="26"/>
                      <a:pt x="4" y="28"/>
                      <a:pt x="6" y="28"/>
                    </a:cubicBezTo>
                    <a:cubicBezTo>
                      <a:pt x="10" y="29"/>
                      <a:pt x="14" y="27"/>
                      <a:pt x="17" y="25"/>
                    </a:cubicBezTo>
                    <a:cubicBezTo>
                      <a:pt x="22" y="21"/>
                      <a:pt x="22" y="18"/>
                      <a:pt x="25" y="14"/>
                    </a:cubicBezTo>
                    <a:cubicBezTo>
                      <a:pt x="26" y="11"/>
                      <a:pt x="28" y="9"/>
                      <a:pt x="30" y="8"/>
                    </a:cubicBezTo>
                    <a:cubicBezTo>
                      <a:pt x="34" y="7"/>
                      <a:pt x="34" y="9"/>
                      <a:pt x="37" y="9"/>
                    </a:cubicBezTo>
                    <a:cubicBezTo>
                      <a:pt x="43" y="10"/>
                      <a:pt x="51" y="6"/>
                      <a:pt x="54" y="0"/>
                    </a:cubicBezTo>
                    <a:cubicBezTo>
                      <a:pt x="50" y="2"/>
                      <a:pt x="46" y="4"/>
                      <a:pt x="41" y="5"/>
                    </a:cubicBezTo>
                    <a:cubicBezTo>
                      <a:pt x="37" y="5"/>
                      <a:pt x="31" y="4"/>
                      <a:pt x="28" y="5"/>
                    </a:cubicBezTo>
                    <a:cubicBezTo>
                      <a:pt x="23" y="7"/>
                      <a:pt x="23" y="12"/>
                      <a:pt x="21" y="15"/>
                    </a:cubicBezTo>
                    <a:cubicBezTo>
                      <a:pt x="18" y="20"/>
                      <a:pt x="13" y="19"/>
                      <a:pt x="1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3" name="Freeform 362">
                <a:extLst>
                  <a:ext uri="{FF2B5EF4-FFF2-40B4-BE49-F238E27FC236}">
                    <a16:creationId xmlns:a16="http://schemas.microsoft.com/office/drawing/2014/main" id="{85120ED5-DD16-4319-9D5D-47847A85E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070"/>
                <a:ext cx="90" cy="17"/>
              </a:xfrm>
              <a:custGeom>
                <a:avLst/>
                <a:gdLst>
                  <a:gd name="T0" fmla="*/ 145 w 36"/>
                  <a:gd name="T1" fmla="*/ 41 h 7"/>
                  <a:gd name="T2" fmla="*/ 363 w 36"/>
                  <a:gd name="T3" fmla="*/ 58 h 7"/>
                  <a:gd name="T4" fmla="*/ 563 w 36"/>
                  <a:gd name="T5" fmla="*/ 87 h 7"/>
                  <a:gd name="T6" fmla="*/ 563 w 36"/>
                  <a:gd name="T7" fmla="*/ 87 h 7"/>
                  <a:gd name="T8" fmla="*/ 270 w 36"/>
                  <a:gd name="T9" fmla="*/ 29 h 7"/>
                  <a:gd name="T10" fmla="*/ 0 w 36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7">
                    <a:moveTo>
                      <a:pt x="9" y="3"/>
                    </a:moveTo>
                    <a:cubicBezTo>
                      <a:pt x="14" y="3"/>
                      <a:pt x="19" y="3"/>
                      <a:pt x="23" y="4"/>
                    </a:cubicBezTo>
                    <a:cubicBezTo>
                      <a:pt x="26" y="5"/>
                      <a:pt x="33" y="7"/>
                      <a:pt x="36" y="6"/>
                    </a:cubicBezTo>
                    <a:cubicBezTo>
                      <a:pt x="36" y="5"/>
                      <a:pt x="36" y="5"/>
                      <a:pt x="36" y="6"/>
                    </a:cubicBezTo>
                    <a:cubicBezTo>
                      <a:pt x="30" y="5"/>
                      <a:pt x="24" y="2"/>
                      <a:pt x="17" y="2"/>
                    </a:cubicBezTo>
                    <a:cubicBezTo>
                      <a:pt x="14" y="2"/>
                      <a:pt x="1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4" name="Freeform 363">
                <a:extLst>
                  <a:ext uri="{FF2B5EF4-FFF2-40B4-BE49-F238E27FC236}">
                    <a16:creationId xmlns:a16="http://schemas.microsoft.com/office/drawing/2014/main" id="{835E6448-5EDD-494C-961B-41842EC6A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092"/>
                <a:ext cx="112" cy="65"/>
              </a:xfrm>
              <a:custGeom>
                <a:avLst/>
                <a:gdLst>
                  <a:gd name="T0" fmla="*/ 0 w 45"/>
                  <a:gd name="T1" fmla="*/ 33 h 26"/>
                  <a:gd name="T2" fmla="*/ 167 w 45"/>
                  <a:gd name="T3" fmla="*/ 0 h 26"/>
                  <a:gd name="T4" fmla="*/ 694 w 45"/>
                  <a:gd name="T5" fmla="*/ 408 h 26"/>
                  <a:gd name="T6" fmla="*/ 528 w 45"/>
                  <a:gd name="T7" fmla="*/ 300 h 26"/>
                  <a:gd name="T8" fmla="*/ 341 w 45"/>
                  <a:gd name="T9" fmla="*/ 270 h 26"/>
                  <a:gd name="T10" fmla="*/ 62 w 45"/>
                  <a:gd name="T11" fmla="*/ 63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26">
                    <a:moveTo>
                      <a:pt x="0" y="2"/>
                    </a:moveTo>
                    <a:cubicBezTo>
                      <a:pt x="4" y="2"/>
                      <a:pt x="7" y="0"/>
                      <a:pt x="11" y="0"/>
                    </a:cubicBezTo>
                    <a:cubicBezTo>
                      <a:pt x="13" y="14"/>
                      <a:pt x="41" y="14"/>
                      <a:pt x="45" y="26"/>
                    </a:cubicBezTo>
                    <a:cubicBezTo>
                      <a:pt x="42" y="24"/>
                      <a:pt x="37" y="21"/>
                      <a:pt x="34" y="19"/>
                    </a:cubicBezTo>
                    <a:cubicBezTo>
                      <a:pt x="29" y="16"/>
                      <a:pt x="26" y="18"/>
                      <a:pt x="22" y="17"/>
                    </a:cubicBezTo>
                    <a:cubicBezTo>
                      <a:pt x="15" y="15"/>
                      <a:pt x="9" y="6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5" name="Freeform 364">
                <a:extLst>
                  <a:ext uri="{FF2B5EF4-FFF2-40B4-BE49-F238E27FC236}">
                    <a16:creationId xmlns:a16="http://schemas.microsoft.com/office/drawing/2014/main" id="{0D9C7728-264F-48C7-A8FA-AAB4BD2CE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312"/>
                <a:ext cx="175" cy="65"/>
              </a:xfrm>
              <a:custGeom>
                <a:avLst/>
                <a:gdLst>
                  <a:gd name="T0" fmla="*/ 20 w 70"/>
                  <a:gd name="T1" fmla="*/ 33 h 26"/>
                  <a:gd name="T2" fmla="*/ 125 w 70"/>
                  <a:gd name="T3" fmla="*/ 33 h 26"/>
                  <a:gd name="T4" fmla="*/ 313 w 70"/>
                  <a:gd name="T5" fmla="*/ 20 h 26"/>
                  <a:gd name="T6" fmla="*/ 550 w 70"/>
                  <a:gd name="T7" fmla="*/ 145 h 26"/>
                  <a:gd name="T8" fmla="*/ 863 w 70"/>
                  <a:gd name="T9" fmla="*/ 238 h 26"/>
                  <a:gd name="T10" fmla="*/ 1095 w 70"/>
                  <a:gd name="T11" fmla="*/ 408 h 26"/>
                  <a:gd name="T12" fmla="*/ 533 w 70"/>
                  <a:gd name="T13" fmla="*/ 175 h 26"/>
                  <a:gd name="T14" fmla="*/ 283 w 70"/>
                  <a:gd name="T15" fmla="*/ 83 h 26"/>
                  <a:gd name="T16" fmla="*/ 95 w 70"/>
                  <a:gd name="T17" fmla="*/ 175 h 26"/>
                  <a:gd name="T18" fmla="*/ 0 w 70"/>
                  <a:gd name="T19" fmla="*/ 2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26">
                    <a:moveTo>
                      <a:pt x="1" y="2"/>
                    </a:moveTo>
                    <a:cubicBezTo>
                      <a:pt x="3" y="1"/>
                      <a:pt x="6" y="1"/>
                      <a:pt x="8" y="2"/>
                    </a:cubicBezTo>
                    <a:cubicBezTo>
                      <a:pt x="12" y="2"/>
                      <a:pt x="16" y="1"/>
                      <a:pt x="20" y="1"/>
                    </a:cubicBezTo>
                    <a:cubicBezTo>
                      <a:pt x="28" y="1"/>
                      <a:pt x="29" y="5"/>
                      <a:pt x="35" y="9"/>
                    </a:cubicBezTo>
                    <a:cubicBezTo>
                      <a:pt x="41" y="13"/>
                      <a:pt x="49" y="12"/>
                      <a:pt x="55" y="15"/>
                    </a:cubicBezTo>
                    <a:cubicBezTo>
                      <a:pt x="60" y="17"/>
                      <a:pt x="67" y="22"/>
                      <a:pt x="70" y="26"/>
                    </a:cubicBezTo>
                    <a:cubicBezTo>
                      <a:pt x="58" y="21"/>
                      <a:pt x="45" y="17"/>
                      <a:pt x="34" y="11"/>
                    </a:cubicBezTo>
                    <a:cubicBezTo>
                      <a:pt x="29" y="7"/>
                      <a:pt x="25" y="4"/>
                      <a:pt x="18" y="5"/>
                    </a:cubicBezTo>
                    <a:cubicBezTo>
                      <a:pt x="15" y="6"/>
                      <a:pt x="7" y="8"/>
                      <a:pt x="6" y="11"/>
                    </a:cubicBezTo>
                    <a:cubicBezTo>
                      <a:pt x="6" y="8"/>
                      <a:pt x="3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6" name="Freeform 365">
                <a:extLst>
                  <a:ext uri="{FF2B5EF4-FFF2-40B4-BE49-F238E27FC236}">
                    <a16:creationId xmlns:a16="http://schemas.microsoft.com/office/drawing/2014/main" id="{4957F2BA-A298-4C61-98DF-280B56C52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310"/>
                <a:ext cx="113" cy="120"/>
              </a:xfrm>
              <a:custGeom>
                <a:avLst/>
                <a:gdLst>
                  <a:gd name="T0" fmla="*/ 50 w 45"/>
                  <a:gd name="T1" fmla="*/ 720 h 48"/>
                  <a:gd name="T2" fmla="*/ 63 w 45"/>
                  <a:gd name="T3" fmla="*/ 750 h 48"/>
                  <a:gd name="T4" fmla="*/ 33 w 45"/>
                  <a:gd name="T5" fmla="*/ 438 h 48"/>
                  <a:gd name="T6" fmla="*/ 251 w 45"/>
                  <a:gd name="T7" fmla="*/ 250 h 48"/>
                  <a:gd name="T8" fmla="*/ 472 w 45"/>
                  <a:gd name="T9" fmla="*/ 63 h 48"/>
                  <a:gd name="T10" fmla="*/ 713 w 45"/>
                  <a:gd name="T11" fmla="*/ 63 h 48"/>
                  <a:gd name="T12" fmla="*/ 176 w 45"/>
                  <a:gd name="T13" fmla="*/ 520 h 48"/>
                  <a:gd name="T14" fmla="*/ 83 w 45"/>
                  <a:gd name="T15" fmla="*/ 488 h 48"/>
                  <a:gd name="T16" fmla="*/ 63 w 45"/>
                  <a:gd name="T17" fmla="*/ 75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48">
                    <a:moveTo>
                      <a:pt x="3" y="46"/>
                    </a:moveTo>
                    <a:cubicBezTo>
                      <a:pt x="3" y="47"/>
                      <a:pt x="3" y="47"/>
                      <a:pt x="4" y="48"/>
                    </a:cubicBezTo>
                    <a:cubicBezTo>
                      <a:pt x="6" y="42"/>
                      <a:pt x="0" y="34"/>
                      <a:pt x="2" y="28"/>
                    </a:cubicBezTo>
                    <a:cubicBezTo>
                      <a:pt x="4" y="23"/>
                      <a:pt x="12" y="19"/>
                      <a:pt x="16" y="16"/>
                    </a:cubicBezTo>
                    <a:cubicBezTo>
                      <a:pt x="20" y="11"/>
                      <a:pt x="24" y="7"/>
                      <a:pt x="30" y="4"/>
                    </a:cubicBezTo>
                    <a:cubicBezTo>
                      <a:pt x="33" y="3"/>
                      <a:pt x="42" y="0"/>
                      <a:pt x="45" y="4"/>
                    </a:cubicBezTo>
                    <a:cubicBezTo>
                      <a:pt x="30" y="7"/>
                      <a:pt x="10" y="14"/>
                      <a:pt x="11" y="33"/>
                    </a:cubicBezTo>
                    <a:cubicBezTo>
                      <a:pt x="9" y="33"/>
                      <a:pt x="7" y="31"/>
                      <a:pt x="5" y="31"/>
                    </a:cubicBezTo>
                    <a:cubicBezTo>
                      <a:pt x="4" y="34"/>
                      <a:pt x="3" y="45"/>
                      <a:pt x="4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7" name="Freeform 366">
                <a:extLst>
                  <a:ext uri="{FF2B5EF4-FFF2-40B4-BE49-F238E27FC236}">
                    <a16:creationId xmlns:a16="http://schemas.microsoft.com/office/drawing/2014/main" id="{279F1D35-68DF-4C7A-904D-92D9782F0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307"/>
                <a:ext cx="80" cy="123"/>
              </a:xfrm>
              <a:custGeom>
                <a:avLst/>
                <a:gdLst>
                  <a:gd name="T0" fmla="*/ 125 w 32"/>
                  <a:gd name="T1" fmla="*/ 146 h 49"/>
                  <a:gd name="T2" fmla="*/ 250 w 32"/>
                  <a:gd name="T3" fmla="*/ 188 h 49"/>
                  <a:gd name="T4" fmla="*/ 345 w 32"/>
                  <a:gd name="T5" fmla="*/ 334 h 49"/>
                  <a:gd name="T6" fmla="*/ 375 w 32"/>
                  <a:gd name="T7" fmla="*/ 776 h 49"/>
                  <a:gd name="T8" fmla="*/ 408 w 32"/>
                  <a:gd name="T9" fmla="*/ 301 h 49"/>
                  <a:gd name="T10" fmla="*/ 375 w 32"/>
                  <a:gd name="T11" fmla="*/ 158 h 49"/>
                  <a:gd name="T12" fmla="*/ 500 w 32"/>
                  <a:gd name="T13" fmla="*/ 0 h 49"/>
                  <a:gd name="T14" fmla="*/ 238 w 32"/>
                  <a:gd name="T15" fmla="*/ 146 h 49"/>
                  <a:gd name="T16" fmla="*/ 0 w 32"/>
                  <a:gd name="T17" fmla="*/ 33 h 49"/>
                  <a:gd name="T18" fmla="*/ 20 w 32"/>
                  <a:gd name="T19" fmla="*/ 20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49">
                    <a:moveTo>
                      <a:pt x="8" y="9"/>
                    </a:moveTo>
                    <a:cubicBezTo>
                      <a:pt x="10" y="10"/>
                      <a:pt x="13" y="10"/>
                      <a:pt x="16" y="12"/>
                    </a:cubicBezTo>
                    <a:cubicBezTo>
                      <a:pt x="18" y="14"/>
                      <a:pt x="20" y="18"/>
                      <a:pt x="22" y="21"/>
                    </a:cubicBezTo>
                    <a:cubicBezTo>
                      <a:pt x="26" y="30"/>
                      <a:pt x="24" y="38"/>
                      <a:pt x="24" y="49"/>
                    </a:cubicBezTo>
                    <a:cubicBezTo>
                      <a:pt x="25" y="40"/>
                      <a:pt x="30" y="27"/>
                      <a:pt x="26" y="19"/>
                    </a:cubicBezTo>
                    <a:cubicBezTo>
                      <a:pt x="23" y="15"/>
                      <a:pt x="21" y="14"/>
                      <a:pt x="24" y="10"/>
                    </a:cubicBezTo>
                    <a:cubicBezTo>
                      <a:pt x="25" y="6"/>
                      <a:pt x="29" y="3"/>
                      <a:pt x="32" y="0"/>
                    </a:cubicBezTo>
                    <a:cubicBezTo>
                      <a:pt x="27" y="3"/>
                      <a:pt x="20" y="10"/>
                      <a:pt x="15" y="9"/>
                    </a:cubicBezTo>
                    <a:cubicBezTo>
                      <a:pt x="9" y="9"/>
                      <a:pt x="6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8" name="Freeform 367">
                <a:extLst>
                  <a:ext uri="{FF2B5EF4-FFF2-40B4-BE49-F238E27FC236}">
                    <a16:creationId xmlns:a16="http://schemas.microsoft.com/office/drawing/2014/main" id="{9E47700F-97BE-4BD8-9620-751421A91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247"/>
                <a:ext cx="65" cy="63"/>
              </a:xfrm>
              <a:custGeom>
                <a:avLst/>
                <a:gdLst>
                  <a:gd name="T0" fmla="*/ 125 w 26"/>
                  <a:gd name="T1" fmla="*/ 83 h 25"/>
                  <a:gd name="T2" fmla="*/ 33 w 26"/>
                  <a:gd name="T3" fmla="*/ 401 h 25"/>
                  <a:gd name="T4" fmla="*/ 145 w 26"/>
                  <a:gd name="T5" fmla="*/ 96 h 25"/>
                  <a:gd name="T6" fmla="*/ 408 w 26"/>
                  <a:gd name="T7" fmla="*/ 63 h 25"/>
                  <a:gd name="T8" fmla="*/ 125 w 26"/>
                  <a:gd name="T9" fmla="*/ 0 h 25"/>
                  <a:gd name="T10" fmla="*/ 113 w 26"/>
                  <a:gd name="T11" fmla="*/ 83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5">
                    <a:moveTo>
                      <a:pt x="8" y="5"/>
                    </a:moveTo>
                    <a:cubicBezTo>
                      <a:pt x="1" y="8"/>
                      <a:pt x="0" y="18"/>
                      <a:pt x="2" y="25"/>
                    </a:cubicBezTo>
                    <a:cubicBezTo>
                      <a:pt x="5" y="20"/>
                      <a:pt x="4" y="10"/>
                      <a:pt x="9" y="6"/>
                    </a:cubicBezTo>
                    <a:cubicBezTo>
                      <a:pt x="13" y="3"/>
                      <a:pt x="21" y="5"/>
                      <a:pt x="26" y="4"/>
                    </a:cubicBezTo>
                    <a:cubicBezTo>
                      <a:pt x="21" y="4"/>
                      <a:pt x="11" y="4"/>
                      <a:pt x="8" y="0"/>
                    </a:cubicBezTo>
                    <a:cubicBezTo>
                      <a:pt x="8" y="2"/>
                      <a:pt x="7" y="4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9" name="Freeform 368">
                <a:extLst>
                  <a:ext uri="{FF2B5EF4-FFF2-40B4-BE49-F238E27FC236}">
                    <a16:creationId xmlns:a16="http://schemas.microsoft.com/office/drawing/2014/main" id="{FBE4B602-16A7-4227-A274-F34593E3E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595"/>
                <a:ext cx="68" cy="255"/>
              </a:xfrm>
              <a:custGeom>
                <a:avLst/>
                <a:gdLst>
                  <a:gd name="T0" fmla="*/ 209 w 27"/>
                  <a:gd name="T1" fmla="*/ 0 h 102"/>
                  <a:gd name="T2" fmla="*/ 317 w 27"/>
                  <a:gd name="T3" fmla="*/ 488 h 102"/>
                  <a:gd name="T4" fmla="*/ 285 w 27"/>
                  <a:gd name="T5" fmla="*/ 925 h 102"/>
                  <a:gd name="T6" fmla="*/ 83 w 27"/>
                  <a:gd name="T7" fmla="*/ 1238 h 102"/>
                  <a:gd name="T8" fmla="*/ 50 w 27"/>
                  <a:gd name="T9" fmla="*/ 1408 h 102"/>
                  <a:gd name="T10" fmla="*/ 146 w 27"/>
                  <a:gd name="T11" fmla="*/ 1595 h 102"/>
                  <a:gd name="T12" fmla="*/ 191 w 27"/>
                  <a:gd name="T13" fmla="*/ 1395 h 102"/>
                  <a:gd name="T14" fmla="*/ 317 w 27"/>
                  <a:gd name="T15" fmla="*/ 1283 h 102"/>
                  <a:gd name="T16" fmla="*/ 305 w 27"/>
                  <a:gd name="T17" fmla="*/ 1095 h 102"/>
                  <a:gd name="T18" fmla="*/ 380 w 27"/>
                  <a:gd name="T19" fmla="*/ 908 h 102"/>
                  <a:gd name="T20" fmla="*/ 400 w 27"/>
                  <a:gd name="T21" fmla="*/ 500 h 102"/>
                  <a:gd name="T22" fmla="*/ 254 w 27"/>
                  <a:gd name="T23" fmla="*/ 0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102">
                    <a:moveTo>
                      <a:pt x="13" y="0"/>
                    </a:moveTo>
                    <a:cubicBezTo>
                      <a:pt x="13" y="10"/>
                      <a:pt x="19" y="21"/>
                      <a:pt x="20" y="31"/>
                    </a:cubicBezTo>
                    <a:cubicBezTo>
                      <a:pt x="22" y="41"/>
                      <a:pt x="19" y="49"/>
                      <a:pt x="18" y="59"/>
                    </a:cubicBezTo>
                    <a:cubicBezTo>
                      <a:pt x="17" y="70"/>
                      <a:pt x="13" y="71"/>
                      <a:pt x="5" y="79"/>
                    </a:cubicBezTo>
                    <a:cubicBezTo>
                      <a:pt x="1" y="84"/>
                      <a:pt x="0" y="84"/>
                      <a:pt x="3" y="90"/>
                    </a:cubicBezTo>
                    <a:cubicBezTo>
                      <a:pt x="5" y="94"/>
                      <a:pt x="8" y="96"/>
                      <a:pt x="9" y="102"/>
                    </a:cubicBezTo>
                    <a:cubicBezTo>
                      <a:pt x="11" y="98"/>
                      <a:pt x="9" y="93"/>
                      <a:pt x="12" y="89"/>
                    </a:cubicBezTo>
                    <a:cubicBezTo>
                      <a:pt x="13" y="86"/>
                      <a:pt x="19" y="85"/>
                      <a:pt x="20" y="82"/>
                    </a:cubicBezTo>
                    <a:cubicBezTo>
                      <a:pt x="20" y="80"/>
                      <a:pt x="18" y="73"/>
                      <a:pt x="19" y="70"/>
                    </a:cubicBezTo>
                    <a:cubicBezTo>
                      <a:pt x="20" y="66"/>
                      <a:pt x="23" y="62"/>
                      <a:pt x="24" y="58"/>
                    </a:cubicBezTo>
                    <a:cubicBezTo>
                      <a:pt x="27" y="51"/>
                      <a:pt x="26" y="39"/>
                      <a:pt x="25" y="32"/>
                    </a:cubicBezTo>
                    <a:cubicBezTo>
                      <a:pt x="23" y="22"/>
                      <a:pt x="15" y="12"/>
                      <a:pt x="16" y="0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0" name="Freeform 369">
                <a:extLst>
                  <a:ext uri="{FF2B5EF4-FFF2-40B4-BE49-F238E27FC236}">
                    <a16:creationId xmlns:a16="http://schemas.microsoft.com/office/drawing/2014/main" id="{511B6E9D-DDDA-41A2-9303-C29832755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725"/>
                <a:ext cx="93" cy="235"/>
              </a:xfrm>
              <a:custGeom>
                <a:avLst/>
                <a:gdLst>
                  <a:gd name="T0" fmla="*/ 284 w 37"/>
                  <a:gd name="T1" fmla="*/ 345 h 94"/>
                  <a:gd name="T2" fmla="*/ 493 w 37"/>
                  <a:gd name="T3" fmla="*/ 125 h 94"/>
                  <a:gd name="T4" fmla="*/ 525 w 37"/>
                  <a:gd name="T5" fmla="*/ 395 h 94"/>
                  <a:gd name="T6" fmla="*/ 380 w 37"/>
                  <a:gd name="T7" fmla="*/ 533 h 94"/>
                  <a:gd name="T8" fmla="*/ 304 w 37"/>
                  <a:gd name="T9" fmla="*/ 863 h 94"/>
                  <a:gd name="T10" fmla="*/ 397 w 37"/>
                  <a:gd name="T11" fmla="*/ 938 h 94"/>
                  <a:gd name="T12" fmla="*/ 538 w 37"/>
                  <a:gd name="T13" fmla="*/ 845 h 94"/>
                  <a:gd name="T14" fmla="*/ 493 w 37"/>
                  <a:gd name="T15" fmla="*/ 1095 h 94"/>
                  <a:gd name="T16" fmla="*/ 525 w 37"/>
                  <a:gd name="T17" fmla="*/ 1345 h 94"/>
                  <a:gd name="T18" fmla="*/ 0 w 37"/>
                  <a:gd name="T19" fmla="*/ 1470 h 94"/>
                  <a:gd name="T20" fmla="*/ 380 w 37"/>
                  <a:gd name="T21" fmla="*/ 1300 h 94"/>
                  <a:gd name="T22" fmla="*/ 0 w 37"/>
                  <a:gd name="T23" fmla="*/ 1250 h 94"/>
                  <a:gd name="T24" fmla="*/ 221 w 37"/>
                  <a:gd name="T25" fmla="*/ 1238 h 94"/>
                  <a:gd name="T26" fmla="*/ 430 w 37"/>
                  <a:gd name="T27" fmla="*/ 1145 h 94"/>
                  <a:gd name="T28" fmla="*/ 221 w 37"/>
                  <a:gd name="T29" fmla="*/ 1000 h 94"/>
                  <a:gd name="T30" fmla="*/ 158 w 37"/>
                  <a:gd name="T31" fmla="*/ 770 h 94"/>
                  <a:gd name="T32" fmla="*/ 317 w 37"/>
                  <a:gd name="T33" fmla="*/ 375 h 94"/>
                  <a:gd name="T34" fmla="*/ 367 w 37"/>
                  <a:gd name="T35" fmla="*/ 313 h 9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7" h="94">
                    <a:moveTo>
                      <a:pt x="18" y="22"/>
                    </a:moveTo>
                    <a:cubicBezTo>
                      <a:pt x="19" y="16"/>
                      <a:pt x="25" y="0"/>
                      <a:pt x="31" y="8"/>
                    </a:cubicBezTo>
                    <a:cubicBezTo>
                      <a:pt x="33" y="11"/>
                      <a:pt x="34" y="22"/>
                      <a:pt x="33" y="25"/>
                    </a:cubicBezTo>
                    <a:cubicBezTo>
                      <a:pt x="32" y="30"/>
                      <a:pt x="27" y="30"/>
                      <a:pt x="24" y="34"/>
                    </a:cubicBezTo>
                    <a:cubicBezTo>
                      <a:pt x="20" y="38"/>
                      <a:pt x="19" y="49"/>
                      <a:pt x="19" y="55"/>
                    </a:cubicBezTo>
                    <a:cubicBezTo>
                      <a:pt x="19" y="61"/>
                      <a:pt x="19" y="61"/>
                      <a:pt x="25" y="60"/>
                    </a:cubicBezTo>
                    <a:cubicBezTo>
                      <a:pt x="29" y="59"/>
                      <a:pt x="32" y="57"/>
                      <a:pt x="34" y="54"/>
                    </a:cubicBezTo>
                    <a:cubicBezTo>
                      <a:pt x="37" y="61"/>
                      <a:pt x="32" y="63"/>
                      <a:pt x="31" y="70"/>
                    </a:cubicBezTo>
                    <a:cubicBezTo>
                      <a:pt x="29" y="75"/>
                      <a:pt x="34" y="81"/>
                      <a:pt x="33" y="86"/>
                    </a:cubicBezTo>
                    <a:cubicBezTo>
                      <a:pt x="31" y="94"/>
                      <a:pt x="7" y="93"/>
                      <a:pt x="0" y="94"/>
                    </a:cubicBezTo>
                    <a:cubicBezTo>
                      <a:pt x="2" y="92"/>
                      <a:pt x="28" y="90"/>
                      <a:pt x="24" y="83"/>
                    </a:cubicBezTo>
                    <a:cubicBezTo>
                      <a:pt x="21" y="80"/>
                      <a:pt x="4" y="80"/>
                      <a:pt x="0" y="80"/>
                    </a:cubicBezTo>
                    <a:cubicBezTo>
                      <a:pt x="3" y="75"/>
                      <a:pt x="10" y="78"/>
                      <a:pt x="14" y="79"/>
                    </a:cubicBezTo>
                    <a:cubicBezTo>
                      <a:pt x="21" y="80"/>
                      <a:pt x="23" y="79"/>
                      <a:pt x="27" y="73"/>
                    </a:cubicBezTo>
                    <a:cubicBezTo>
                      <a:pt x="22" y="71"/>
                      <a:pt x="17" y="70"/>
                      <a:pt x="14" y="64"/>
                    </a:cubicBezTo>
                    <a:cubicBezTo>
                      <a:pt x="13" y="61"/>
                      <a:pt x="10" y="52"/>
                      <a:pt x="10" y="49"/>
                    </a:cubicBezTo>
                    <a:cubicBezTo>
                      <a:pt x="11" y="43"/>
                      <a:pt x="34" y="30"/>
                      <a:pt x="20" y="24"/>
                    </a:cubicBezTo>
                    <a:cubicBezTo>
                      <a:pt x="21" y="23"/>
                      <a:pt x="22" y="21"/>
                      <a:pt x="23" y="20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1" name="Freeform 370">
                <a:extLst>
                  <a:ext uri="{FF2B5EF4-FFF2-40B4-BE49-F238E27FC236}">
                    <a16:creationId xmlns:a16="http://schemas.microsoft.com/office/drawing/2014/main" id="{759E9723-6437-4D58-B5EB-05A9010F3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845"/>
                <a:ext cx="48" cy="72"/>
              </a:xfrm>
              <a:custGeom>
                <a:avLst/>
                <a:gdLst>
                  <a:gd name="T0" fmla="*/ 192 w 19"/>
                  <a:gd name="T1" fmla="*/ 42 h 29"/>
                  <a:gd name="T2" fmla="*/ 275 w 19"/>
                  <a:gd name="T3" fmla="*/ 258 h 29"/>
                  <a:gd name="T4" fmla="*/ 0 w 19"/>
                  <a:gd name="T5" fmla="*/ 444 h 29"/>
                  <a:gd name="T6" fmla="*/ 192 w 19"/>
                  <a:gd name="T7" fmla="*/ 184 h 29"/>
                  <a:gd name="T8" fmla="*/ 147 w 19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9">
                    <a:moveTo>
                      <a:pt x="12" y="3"/>
                    </a:moveTo>
                    <a:cubicBezTo>
                      <a:pt x="11" y="7"/>
                      <a:pt x="19" y="11"/>
                      <a:pt x="17" y="17"/>
                    </a:cubicBezTo>
                    <a:cubicBezTo>
                      <a:pt x="15" y="22"/>
                      <a:pt x="5" y="29"/>
                      <a:pt x="0" y="29"/>
                    </a:cubicBezTo>
                    <a:cubicBezTo>
                      <a:pt x="4" y="26"/>
                      <a:pt x="15" y="17"/>
                      <a:pt x="12" y="12"/>
                    </a:cubicBezTo>
                    <a:cubicBezTo>
                      <a:pt x="10" y="6"/>
                      <a:pt x="2" y="9"/>
                      <a:pt x="9" y="0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2" name="Freeform 371">
                <a:extLst>
                  <a:ext uri="{FF2B5EF4-FFF2-40B4-BE49-F238E27FC236}">
                    <a16:creationId xmlns:a16="http://schemas.microsoft.com/office/drawing/2014/main" id="{D605C74E-C1C0-4321-862E-775519149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482"/>
                <a:ext cx="100" cy="148"/>
              </a:xfrm>
              <a:custGeom>
                <a:avLst/>
                <a:gdLst>
                  <a:gd name="T0" fmla="*/ 220 w 40"/>
                  <a:gd name="T1" fmla="*/ 50 h 59"/>
                  <a:gd name="T2" fmla="*/ 488 w 40"/>
                  <a:gd name="T3" fmla="*/ 617 h 59"/>
                  <a:gd name="T4" fmla="*/ 220 w 40"/>
                  <a:gd name="T5" fmla="*/ 743 h 59"/>
                  <a:gd name="T6" fmla="*/ 0 w 40"/>
                  <a:gd name="T7" fmla="*/ 931 h 59"/>
                  <a:gd name="T8" fmla="*/ 188 w 40"/>
                  <a:gd name="T9" fmla="*/ 710 h 59"/>
                  <a:gd name="T10" fmla="*/ 375 w 40"/>
                  <a:gd name="T11" fmla="*/ 459 h 59"/>
                  <a:gd name="T12" fmla="*/ 250 w 40"/>
                  <a:gd name="T13" fmla="*/ 208 h 59"/>
                  <a:gd name="T14" fmla="*/ 83 w 40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59">
                    <a:moveTo>
                      <a:pt x="14" y="3"/>
                    </a:moveTo>
                    <a:cubicBezTo>
                      <a:pt x="25" y="10"/>
                      <a:pt x="40" y="25"/>
                      <a:pt x="31" y="39"/>
                    </a:cubicBezTo>
                    <a:cubicBezTo>
                      <a:pt x="27" y="45"/>
                      <a:pt x="20" y="41"/>
                      <a:pt x="14" y="47"/>
                    </a:cubicBezTo>
                    <a:cubicBezTo>
                      <a:pt x="9" y="51"/>
                      <a:pt x="8" y="58"/>
                      <a:pt x="0" y="59"/>
                    </a:cubicBezTo>
                    <a:cubicBezTo>
                      <a:pt x="4" y="50"/>
                      <a:pt x="3" y="48"/>
                      <a:pt x="12" y="45"/>
                    </a:cubicBezTo>
                    <a:cubicBezTo>
                      <a:pt x="20" y="42"/>
                      <a:pt x="25" y="37"/>
                      <a:pt x="24" y="29"/>
                    </a:cubicBezTo>
                    <a:cubicBezTo>
                      <a:pt x="24" y="21"/>
                      <a:pt x="24" y="17"/>
                      <a:pt x="16" y="13"/>
                    </a:cubicBezTo>
                    <a:cubicBezTo>
                      <a:pt x="7" y="10"/>
                      <a:pt x="9" y="8"/>
                      <a:pt x="5" y="0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3" name="Freeform 372">
                <a:extLst>
                  <a:ext uri="{FF2B5EF4-FFF2-40B4-BE49-F238E27FC236}">
                    <a16:creationId xmlns:a16="http://schemas.microsoft.com/office/drawing/2014/main" id="{3D249CFB-7F54-4286-87FA-B7081C65F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325"/>
                <a:ext cx="50" cy="137"/>
              </a:xfrm>
              <a:custGeom>
                <a:avLst/>
                <a:gdLst>
                  <a:gd name="T0" fmla="*/ 300 w 20"/>
                  <a:gd name="T1" fmla="*/ 125 h 55"/>
                  <a:gd name="T2" fmla="*/ 238 w 20"/>
                  <a:gd name="T3" fmla="*/ 590 h 55"/>
                  <a:gd name="T4" fmla="*/ 0 w 20"/>
                  <a:gd name="T5" fmla="*/ 807 h 55"/>
                  <a:gd name="T6" fmla="*/ 220 w 20"/>
                  <a:gd name="T7" fmla="*/ 653 h 55"/>
                  <a:gd name="T8" fmla="*/ 95 w 20"/>
                  <a:gd name="T9" fmla="*/ 541 h 55"/>
                  <a:gd name="T10" fmla="*/ 188 w 20"/>
                  <a:gd name="T11" fmla="*/ 341 h 55"/>
                  <a:gd name="T12" fmla="*/ 220 w 20"/>
                  <a:gd name="T13" fmla="*/ 137 h 55"/>
                  <a:gd name="T14" fmla="*/ 313 w 20"/>
                  <a:gd name="T15" fmla="*/ 30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55">
                    <a:moveTo>
                      <a:pt x="19" y="8"/>
                    </a:moveTo>
                    <a:cubicBezTo>
                      <a:pt x="15" y="18"/>
                      <a:pt x="16" y="27"/>
                      <a:pt x="15" y="38"/>
                    </a:cubicBezTo>
                    <a:cubicBezTo>
                      <a:pt x="14" y="46"/>
                      <a:pt x="10" y="55"/>
                      <a:pt x="0" y="52"/>
                    </a:cubicBezTo>
                    <a:cubicBezTo>
                      <a:pt x="4" y="50"/>
                      <a:pt x="11" y="46"/>
                      <a:pt x="14" y="42"/>
                    </a:cubicBezTo>
                    <a:cubicBezTo>
                      <a:pt x="10" y="39"/>
                      <a:pt x="5" y="41"/>
                      <a:pt x="6" y="35"/>
                    </a:cubicBezTo>
                    <a:cubicBezTo>
                      <a:pt x="6" y="31"/>
                      <a:pt x="11" y="26"/>
                      <a:pt x="12" y="22"/>
                    </a:cubicBezTo>
                    <a:cubicBezTo>
                      <a:pt x="14" y="18"/>
                      <a:pt x="12" y="13"/>
                      <a:pt x="14" y="9"/>
                    </a:cubicBezTo>
                    <a:cubicBezTo>
                      <a:pt x="14" y="6"/>
                      <a:pt x="18" y="0"/>
                      <a:pt x="20" y="2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4" name="Freeform 373">
                <a:extLst>
                  <a:ext uri="{FF2B5EF4-FFF2-40B4-BE49-F238E27FC236}">
                    <a16:creationId xmlns:a16="http://schemas.microsoft.com/office/drawing/2014/main" id="{B0A724BD-A912-4C98-B646-4FB052B05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087"/>
                <a:ext cx="150" cy="142"/>
              </a:xfrm>
              <a:custGeom>
                <a:avLst/>
                <a:gdLst>
                  <a:gd name="T0" fmla="*/ 583 w 60"/>
                  <a:gd name="T1" fmla="*/ 105 h 57"/>
                  <a:gd name="T2" fmla="*/ 925 w 60"/>
                  <a:gd name="T3" fmla="*/ 478 h 57"/>
                  <a:gd name="T4" fmla="*/ 708 w 60"/>
                  <a:gd name="T5" fmla="*/ 882 h 57"/>
                  <a:gd name="T6" fmla="*/ 708 w 60"/>
                  <a:gd name="T7" fmla="*/ 249 h 57"/>
                  <a:gd name="T8" fmla="*/ 533 w 60"/>
                  <a:gd name="T9" fmla="*/ 229 h 57"/>
                  <a:gd name="T10" fmla="*/ 375 w 60"/>
                  <a:gd name="T11" fmla="*/ 154 h 57"/>
                  <a:gd name="T12" fmla="*/ 0 w 60"/>
                  <a:gd name="T13" fmla="*/ 0 h 57"/>
                  <a:gd name="T14" fmla="*/ 375 w 60"/>
                  <a:gd name="T15" fmla="*/ 12 h 57"/>
                  <a:gd name="T16" fmla="*/ 520 w 60"/>
                  <a:gd name="T17" fmla="*/ 42 h 57"/>
                  <a:gd name="T18" fmla="*/ 563 w 60"/>
                  <a:gd name="T19" fmla="*/ 105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57">
                    <a:moveTo>
                      <a:pt x="37" y="7"/>
                    </a:moveTo>
                    <a:cubicBezTo>
                      <a:pt x="47" y="10"/>
                      <a:pt x="60" y="20"/>
                      <a:pt x="59" y="31"/>
                    </a:cubicBezTo>
                    <a:cubicBezTo>
                      <a:pt x="59" y="39"/>
                      <a:pt x="54" y="55"/>
                      <a:pt x="45" y="57"/>
                    </a:cubicBezTo>
                    <a:cubicBezTo>
                      <a:pt x="50" y="48"/>
                      <a:pt x="59" y="23"/>
                      <a:pt x="45" y="16"/>
                    </a:cubicBezTo>
                    <a:cubicBezTo>
                      <a:pt x="41" y="15"/>
                      <a:pt x="38" y="15"/>
                      <a:pt x="34" y="15"/>
                    </a:cubicBezTo>
                    <a:cubicBezTo>
                      <a:pt x="28" y="14"/>
                      <a:pt x="28" y="13"/>
                      <a:pt x="24" y="10"/>
                    </a:cubicBezTo>
                    <a:cubicBezTo>
                      <a:pt x="18" y="5"/>
                      <a:pt x="8" y="1"/>
                      <a:pt x="0" y="0"/>
                    </a:cubicBezTo>
                    <a:cubicBezTo>
                      <a:pt x="8" y="1"/>
                      <a:pt x="16" y="0"/>
                      <a:pt x="24" y="1"/>
                    </a:cubicBezTo>
                    <a:cubicBezTo>
                      <a:pt x="27" y="1"/>
                      <a:pt x="30" y="1"/>
                      <a:pt x="33" y="3"/>
                    </a:cubicBezTo>
                    <a:cubicBezTo>
                      <a:pt x="34" y="4"/>
                      <a:pt x="34" y="6"/>
                      <a:pt x="36" y="7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5" name="Freeform 374">
                <a:extLst>
                  <a:ext uri="{FF2B5EF4-FFF2-40B4-BE49-F238E27FC236}">
                    <a16:creationId xmlns:a16="http://schemas.microsoft.com/office/drawing/2014/main" id="{3EE33889-E6A5-4B2A-B785-6AA1CE26C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805"/>
                <a:ext cx="115" cy="145"/>
              </a:xfrm>
              <a:custGeom>
                <a:avLst/>
                <a:gdLst>
                  <a:gd name="T0" fmla="*/ 645 w 46"/>
                  <a:gd name="T1" fmla="*/ 220 h 58"/>
                  <a:gd name="T2" fmla="*/ 645 w 46"/>
                  <a:gd name="T3" fmla="*/ 675 h 58"/>
                  <a:gd name="T4" fmla="*/ 313 w 46"/>
                  <a:gd name="T5" fmla="*/ 908 h 58"/>
                  <a:gd name="T6" fmla="*/ 125 w 46"/>
                  <a:gd name="T7" fmla="*/ 333 h 58"/>
                  <a:gd name="T8" fmla="*/ 270 w 46"/>
                  <a:gd name="T9" fmla="*/ 595 h 58"/>
                  <a:gd name="T10" fmla="*/ 425 w 46"/>
                  <a:gd name="T11" fmla="*/ 720 h 58"/>
                  <a:gd name="T12" fmla="*/ 563 w 46"/>
                  <a:gd name="T13" fmla="*/ 583 h 58"/>
                  <a:gd name="T14" fmla="*/ 520 w 46"/>
                  <a:gd name="T15" fmla="*/ 425 h 58"/>
                  <a:gd name="T16" fmla="*/ 595 w 46"/>
                  <a:gd name="T17" fmla="*/ 375 h 58"/>
                  <a:gd name="T18" fmla="*/ 595 w 46"/>
                  <a:gd name="T19" fmla="*/ 238 h 58"/>
                  <a:gd name="T20" fmla="*/ 550 w 46"/>
                  <a:gd name="T21" fmla="*/ 0 h 58"/>
                  <a:gd name="T22" fmla="*/ 688 w 46"/>
                  <a:gd name="T23" fmla="*/ 300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58">
                    <a:moveTo>
                      <a:pt x="41" y="14"/>
                    </a:moveTo>
                    <a:cubicBezTo>
                      <a:pt x="41" y="23"/>
                      <a:pt x="44" y="32"/>
                      <a:pt x="41" y="43"/>
                    </a:cubicBezTo>
                    <a:cubicBezTo>
                      <a:pt x="37" y="54"/>
                      <a:pt x="30" y="54"/>
                      <a:pt x="20" y="58"/>
                    </a:cubicBezTo>
                    <a:cubicBezTo>
                      <a:pt x="18" y="53"/>
                      <a:pt x="0" y="25"/>
                      <a:pt x="8" y="21"/>
                    </a:cubicBezTo>
                    <a:cubicBezTo>
                      <a:pt x="12" y="19"/>
                      <a:pt x="16" y="35"/>
                      <a:pt x="17" y="38"/>
                    </a:cubicBezTo>
                    <a:cubicBezTo>
                      <a:pt x="19" y="45"/>
                      <a:pt x="19" y="47"/>
                      <a:pt x="27" y="46"/>
                    </a:cubicBezTo>
                    <a:cubicBezTo>
                      <a:pt x="32" y="45"/>
                      <a:pt x="38" y="44"/>
                      <a:pt x="36" y="37"/>
                    </a:cubicBezTo>
                    <a:cubicBezTo>
                      <a:pt x="35" y="32"/>
                      <a:pt x="29" y="33"/>
                      <a:pt x="33" y="27"/>
                    </a:cubicBezTo>
                    <a:cubicBezTo>
                      <a:pt x="34" y="25"/>
                      <a:pt x="37" y="25"/>
                      <a:pt x="38" y="24"/>
                    </a:cubicBezTo>
                    <a:cubicBezTo>
                      <a:pt x="40" y="21"/>
                      <a:pt x="38" y="18"/>
                      <a:pt x="38" y="15"/>
                    </a:cubicBezTo>
                    <a:cubicBezTo>
                      <a:pt x="38" y="9"/>
                      <a:pt x="39" y="6"/>
                      <a:pt x="35" y="0"/>
                    </a:cubicBezTo>
                    <a:cubicBezTo>
                      <a:pt x="46" y="1"/>
                      <a:pt x="37" y="15"/>
                      <a:pt x="44" y="19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6" name="Freeform 375">
                <a:extLst>
                  <a:ext uri="{FF2B5EF4-FFF2-40B4-BE49-F238E27FC236}">
                    <a16:creationId xmlns:a16="http://schemas.microsoft.com/office/drawing/2014/main" id="{7C81A435-FC9E-4DE9-AAD9-93411C2DC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720"/>
                <a:ext cx="100" cy="132"/>
              </a:xfrm>
              <a:custGeom>
                <a:avLst/>
                <a:gdLst>
                  <a:gd name="T0" fmla="*/ 175 w 40"/>
                  <a:gd name="T1" fmla="*/ 187 h 53"/>
                  <a:gd name="T2" fmla="*/ 50 w 40"/>
                  <a:gd name="T3" fmla="*/ 466 h 53"/>
                  <a:gd name="T4" fmla="*/ 270 w 40"/>
                  <a:gd name="T5" fmla="*/ 695 h 53"/>
                  <a:gd name="T6" fmla="*/ 313 w 40"/>
                  <a:gd name="T7" fmla="*/ 590 h 53"/>
                  <a:gd name="T8" fmla="*/ 470 w 40"/>
                  <a:gd name="T9" fmla="*/ 508 h 53"/>
                  <a:gd name="T10" fmla="*/ 613 w 40"/>
                  <a:gd name="T11" fmla="*/ 446 h 53"/>
                  <a:gd name="T12" fmla="*/ 583 w 40"/>
                  <a:gd name="T13" fmla="*/ 291 h 53"/>
                  <a:gd name="T14" fmla="*/ 145 w 40"/>
                  <a:gd name="T15" fmla="*/ 508 h 53"/>
                  <a:gd name="T16" fmla="*/ 188 w 40"/>
                  <a:gd name="T17" fmla="*/ 262 h 53"/>
                  <a:gd name="T18" fmla="*/ 345 w 40"/>
                  <a:gd name="T19" fmla="*/ 0 h 53"/>
                  <a:gd name="T20" fmla="*/ 220 w 40"/>
                  <a:gd name="T21" fmla="*/ 62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53">
                    <a:moveTo>
                      <a:pt x="11" y="12"/>
                    </a:moveTo>
                    <a:cubicBezTo>
                      <a:pt x="7" y="18"/>
                      <a:pt x="0" y="21"/>
                      <a:pt x="3" y="30"/>
                    </a:cubicBezTo>
                    <a:cubicBezTo>
                      <a:pt x="5" y="35"/>
                      <a:pt x="12" y="53"/>
                      <a:pt x="17" y="45"/>
                    </a:cubicBezTo>
                    <a:cubicBezTo>
                      <a:pt x="19" y="43"/>
                      <a:pt x="17" y="40"/>
                      <a:pt x="20" y="38"/>
                    </a:cubicBezTo>
                    <a:cubicBezTo>
                      <a:pt x="21" y="35"/>
                      <a:pt x="28" y="34"/>
                      <a:pt x="30" y="33"/>
                    </a:cubicBezTo>
                    <a:cubicBezTo>
                      <a:pt x="33" y="32"/>
                      <a:pt x="38" y="32"/>
                      <a:pt x="39" y="29"/>
                    </a:cubicBezTo>
                    <a:cubicBezTo>
                      <a:pt x="40" y="28"/>
                      <a:pt x="37" y="21"/>
                      <a:pt x="37" y="19"/>
                    </a:cubicBezTo>
                    <a:cubicBezTo>
                      <a:pt x="31" y="24"/>
                      <a:pt x="18" y="43"/>
                      <a:pt x="9" y="33"/>
                    </a:cubicBezTo>
                    <a:cubicBezTo>
                      <a:pt x="4" y="27"/>
                      <a:pt x="9" y="21"/>
                      <a:pt x="12" y="17"/>
                    </a:cubicBezTo>
                    <a:cubicBezTo>
                      <a:pt x="16" y="11"/>
                      <a:pt x="18" y="5"/>
                      <a:pt x="22" y="0"/>
                    </a:cubicBezTo>
                    <a:cubicBezTo>
                      <a:pt x="19" y="1"/>
                      <a:pt x="16" y="2"/>
                      <a:pt x="14" y="4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7" name="Freeform 376">
                <a:extLst>
                  <a:ext uri="{FF2B5EF4-FFF2-40B4-BE49-F238E27FC236}">
                    <a16:creationId xmlns:a16="http://schemas.microsoft.com/office/drawing/2014/main" id="{32435053-3267-4299-84B8-341A6690E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642"/>
                <a:ext cx="80" cy="178"/>
              </a:xfrm>
              <a:custGeom>
                <a:avLst/>
                <a:gdLst>
                  <a:gd name="T0" fmla="*/ 175 w 32"/>
                  <a:gd name="T1" fmla="*/ 271 h 71"/>
                  <a:gd name="T2" fmla="*/ 63 w 32"/>
                  <a:gd name="T3" fmla="*/ 722 h 71"/>
                  <a:gd name="T4" fmla="*/ 0 w 32"/>
                  <a:gd name="T5" fmla="*/ 1118 h 71"/>
                  <a:gd name="T6" fmla="*/ 188 w 32"/>
                  <a:gd name="T7" fmla="*/ 805 h 71"/>
                  <a:gd name="T8" fmla="*/ 158 w 32"/>
                  <a:gd name="T9" fmla="*/ 521 h 71"/>
                  <a:gd name="T10" fmla="*/ 270 w 32"/>
                  <a:gd name="T11" fmla="*/ 221 h 71"/>
                  <a:gd name="T12" fmla="*/ 500 w 32"/>
                  <a:gd name="T13" fmla="*/ 0 h 71"/>
                  <a:gd name="T14" fmla="*/ 220 w 32"/>
                  <a:gd name="T15" fmla="*/ 238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71">
                    <a:moveTo>
                      <a:pt x="11" y="17"/>
                    </a:moveTo>
                    <a:cubicBezTo>
                      <a:pt x="2" y="24"/>
                      <a:pt x="2" y="37"/>
                      <a:pt x="4" y="46"/>
                    </a:cubicBezTo>
                    <a:cubicBezTo>
                      <a:pt x="6" y="56"/>
                      <a:pt x="10" y="63"/>
                      <a:pt x="0" y="71"/>
                    </a:cubicBezTo>
                    <a:cubicBezTo>
                      <a:pt x="7" y="67"/>
                      <a:pt x="11" y="59"/>
                      <a:pt x="12" y="51"/>
                    </a:cubicBezTo>
                    <a:cubicBezTo>
                      <a:pt x="12" y="44"/>
                      <a:pt x="9" y="39"/>
                      <a:pt x="10" y="33"/>
                    </a:cubicBezTo>
                    <a:cubicBezTo>
                      <a:pt x="10" y="26"/>
                      <a:pt x="13" y="19"/>
                      <a:pt x="17" y="14"/>
                    </a:cubicBezTo>
                    <a:cubicBezTo>
                      <a:pt x="21" y="9"/>
                      <a:pt x="31" y="6"/>
                      <a:pt x="32" y="0"/>
                    </a:cubicBezTo>
                    <a:cubicBezTo>
                      <a:pt x="25" y="2"/>
                      <a:pt x="15" y="7"/>
                      <a:pt x="14" y="15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8" name="Freeform 377">
                <a:extLst>
                  <a:ext uri="{FF2B5EF4-FFF2-40B4-BE49-F238E27FC236}">
                    <a16:creationId xmlns:a16="http://schemas.microsoft.com/office/drawing/2014/main" id="{8E5A6188-55E2-43A6-BF83-669413963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390"/>
                <a:ext cx="135" cy="317"/>
              </a:xfrm>
              <a:custGeom>
                <a:avLst/>
                <a:gdLst>
                  <a:gd name="T0" fmla="*/ 645 w 54"/>
                  <a:gd name="T1" fmla="*/ 75 h 127"/>
                  <a:gd name="T2" fmla="*/ 470 w 54"/>
                  <a:gd name="T3" fmla="*/ 529 h 127"/>
                  <a:gd name="T4" fmla="*/ 438 w 54"/>
                  <a:gd name="T5" fmla="*/ 761 h 127"/>
                  <a:gd name="T6" fmla="*/ 425 w 54"/>
                  <a:gd name="T7" fmla="*/ 1008 h 127"/>
                  <a:gd name="T8" fmla="*/ 333 w 54"/>
                  <a:gd name="T9" fmla="*/ 1528 h 127"/>
                  <a:gd name="T10" fmla="*/ 208 w 54"/>
                  <a:gd name="T11" fmla="*/ 1775 h 127"/>
                  <a:gd name="T12" fmla="*/ 0 w 54"/>
                  <a:gd name="T13" fmla="*/ 1962 h 127"/>
                  <a:gd name="T14" fmla="*/ 425 w 54"/>
                  <a:gd name="T15" fmla="*/ 1478 h 127"/>
                  <a:gd name="T16" fmla="*/ 470 w 54"/>
                  <a:gd name="T17" fmla="*/ 996 h 127"/>
                  <a:gd name="T18" fmla="*/ 563 w 54"/>
                  <a:gd name="T19" fmla="*/ 574 h 127"/>
                  <a:gd name="T20" fmla="*/ 625 w 54"/>
                  <a:gd name="T21" fmla="*/ 155 h 127"/>
                  <a:gd name="T22" fmla="*/ 845 w 54"/>
                  <a:gd name="T23" fmla="*/ 0 h 1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127">
                    <a:moveTo>
                      <a:pt x="41" y="5"/>
                    </a:moveTo>
                    <a:cubicBezTo>
                      <a:pt x="29" y="13"/>
                      <a:pt x="29" y="21"/>
                      <a:pt x="30" y="34"/>
                    </a:cubicBezTo>
                    <a:cubicBezTo>
                      <a:pt x="30" y="39"/>
                      <a:pt x="28" y="44"/>
                      <a:pt x="28" y="49"/>
                    </a:cubicBezTo>
                    <a:cubicBezTo>
                      <a:pt x="27" y="55"/>
                      <a:pt x="27" y="60"/>
                      <a:pt x="27" y="65"/>
                    </a:cubicBezTo>
                    <a:cubicBezTo>
                      <a:pt x="25" y="76"/>
                      <a:pt x="25" y="87"/>
                      <a:pt x="21" y="98"/>
                    </a:cubicBezTo>
                    <a:cubicBezTo>
                      <a:pt x="19" y="103"/>
                      <a:pt x="16" y="109"/>
                      <a:pt x="13" y="114"/>
                    </a:cubicBezTo>
                    <a:cubicBezTo>
                      <a:pt x="9" y="118"/>
                      <a:pt x="4" y="121"/>
                      <a:pt x="0" y="126"/>
                    </a:cubicBezTo>
                    <a:cubicBezTo>
                      <a:pt x="9" y="127"/>
                      <a:pt x="23" y="102"/>
                      <a:pt x="27" y="95"/>
                    </a:cubicBezTo>
                    <a:cubicBezTo>
                      <a:pt x="31" y="86"/>
                      <a:pt x="29" y="74"/>
                      <a:pt x="30" y="64"/>
                    </a:cubicBezTo>
                    <a:cubicBezTo>
                      <a:pt x="32" y="55"/>
                      <a:pt x="36" y="46"/>
                      <a:pt x="36" y="37"/>
                    </a:cubicBezTo>
                    <a:cubicBezTo>
                      <a:pt x="36" y="26"/>
                      <a:pt x="36" y="20"/>
                      <a:pt x="40" y="10"/>
                    </a:cubicBezTo>
                    <a:cubicBezTo>
                      <a:pt x="46" y="9"/>
                      <a:pt x="52" y="4"/>
                      <a:pt x="54" y="0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9" name="Freeform 378">
                <a:extLst>
                  <a:ext uri="{FF2B5EF4-FFF2-40B4-BE49-F238E27FC236}">
                    <a16:creationId xmlns:a16="http://schemas.microsoft.com/office/drawing/2014/main" id="{060F8AF6-2B76-4EE7-925C-1C42C3A83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214"/>
                <a:ext cx="105" cy="46"/>
              </a:xfrm>
              <a:custGeom>
                <a:avLst/>
                <a:gdLst>
                  <a:gd name="T0" fmla="*/ 20 w 42"/>
                  <a:gd name="T1" fmla="*/ 84 h 18"/>
                  <a:gd name="T2" fmla="*/ 300 w 42"/>
                  <a:gd name="T3" fmla="*/ 302 h 18"/>
                  <a:gd name="T4" fmla="*/ 658 w 42"/>
                  <a:gd name="T5" fmla="*/ 33 h 18"/>
                  <a:gd name="T6" fmla="*/ 300 w 42"/>
                  <a:gd name="T7" fmla="*/ 202 h 18"/>
                  <a:gd name="T8" fmla="*/ 20 w 42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1" y="5"/>
                    </a:moveTo>
                    <a:cubicBezTo>
                      <a:pt x="5" y="10"/>
                      <a:pt x="12" y="18"/>
                      <a:pt x="19" y="18"/>
                    </a:cubicBezTo>
                    <a:cubicBezTo>
                      <a:pt x="24" y="18"/>
                      <a:pt x="42" y="8"/>
                      <a:pt x="42" y="2"/>
                    </a:cubicBezTo>
                    <a:cubicBezTo>
                      <a:pt x="35" y="5"/>
                      <a:pt x="29" y="14"/>
                      <a:pt x="19" y="12"/>
                    </a:cubicBezTo>
                    <a:cubicBezTo>
                      <a:pt x="15" y="12"/>
                      <a:pt x="0" y="5"/>
                      <a:pt x="1" y="0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0" name="Freeform 379">
                <a:extLst>
                  <a:ext uri="{FF2B5EF4-FFF2-40B4-BE49-F238E27FC236}">
                    <a16:creationId xmlns:a16="http://schemas.microsoft.com/office/drawing/2014/main" id="{A5069DCE-42D8-4AF7-9A46-712612AED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982"/>
                <a:ext cx="110" cy="112"/>
              </a:xfrm>
              <a:custGeom>
                <a:avLst/>
                <a:gdLst>
                  <a:gd name="T0" fmla="*/ 270 w 44"/>
                  <a:gd name="T1" fmla="*/ 199 h 45"/>
                  <a:gd name="T2" fmla="*/ 113 w 44"/>
                  <a:gd name="T3" fmla="*/ 694 h 45"/>
                  <a:gd name="T4" fmla="*/ 158 w 44"/>
                  <a:gd name="T5" fmla="*/ 446 h 45"/>
                  <a:gd name="T6" fmla="*/ 313 w 44"/>
                  <a:gd name="T7" fmla="*/ 261 h 45"/>
                  <a:gd name="T8" fmla="*/ 458 w 44"/>
                  <a:gd name="T9" fmla="*/ 124 h 45"/>
                  <a:gd name="T10" fmla="*/ 688 w 44"/>
                  <a:gd name="T11" fmla="*/ 75 h 45"/>
                  <a:gd name="T12" fmla="*/ 333 w 44"/>
                  <a:gd name="T13" fmla="*/ 16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5">
                    <a:moveTo>
                      <a:pt x="17" y="13"/>
                    </a:moveTo>
                    <a:cubicBezTo>
                      <a:pt x="2" y="19"/>
                      <a:pt x="0" y="32"/>
                      <a:pt x="7" y="45"/>
                    </a:cubicBezTo>
                    <a:cubicBezTo>
                      <a:pt x="8" y="40"/>
                      <a:pt x="7" y="34"/>
                      <a:pt x="10" y="29"/>
                    </a:cubicBezTo>
                    <a:cubicBezTo>
                      <a:pt x="12" y="23"/>
                      <a:pt x="16" y="21"/>
                      <a:pt x="20" y="17"/>
                    </a:cubicBezTo>
                    <a:cubicBezTo>
                      <a:pt x="23" y="14"/>
                      <a:pt x="25" y="10"/>
                      <a:pt x="29" y="8"/>
                    </a:cubicBezTo>
                    <a:cubicBezTo>
                      <a:pt x="33" y="6"/>
                      <a:pt x="39" y="5"/>
                      <a:pt x="44" y="5"/>
                    </a:cubicBezTo>
                    <a:cubicBezTo>
                      <a:pt x="37" y="0"/>
                      <a:pt x="27" y="7"/>
                      <a:pt x="21" y="11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1" name="Freeform 380">
                <a:extLst>
                  <a:ext uri="{FF2B5EF4-FFF2-40B4-BE49-F238E27FC236}">
                    <a16:creationId xmlns:a16="http://schemas.microsoft.com/office/drawing/2014/main" id="{7225F9FA-C1B2-4D4D-86F2-A34B1BDD7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092"/>
                <a:ext cx="68" cy="97"/>
              </a:xfrm>
              <a:custGeom>
                <a:avLst/>
                <a:gdLst>
                  <a:gd name="T0" fmla="*/ 179 w 27"/>
                  <a:gd name="T1" fmla="*/ 137 h 39"/>
                  <a:gd name="T2" fmla="*/ 272 w 27"/>
                  <a:gd name="T3" fmla="*/ 353 h 39"/>
                  <a:gd name="T4" fmla="*/ 431 w 27"/>
                  <a:gd name="T5" fmla="*/ 433 h 39"/>
                  <a:gd name="T6" fmla="*/ 285 w 27"/>
                  <a:gd name="T7" fmla="*/ 599 h 39"/>
                  <a:gd name="T8" fmla="*/ 179 w 27"/>
                  <a:gd name="T9" fmla="*/ 259 h 39"/>
                  <a:gd name="T10" fmla="*/ 126 w 27"/>
                  <a:gd name="T11" fmla="*/ 124 h 39"/>
                  <a:gd name="T12" fmla="*/ 20 w 27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9">
                    <a:moveTo>
                      <a:pt x="11" y="9"/>
                    </a:moveTo>
                    <a:cubicBezTo>
                      <a:pt x="17" y="13"/>
                      <a:pt x="16" y="16"/>
                      <a:pt x="17" y="23"/>
                    </a:cubicBezTo>
                    <a:cubicBezTo>
                      <a:pt x="18" y="32"/>
                      <a:pt x="20" y="31"/>
                      <a:pt x="27" y="28"/>
                    </a:cubicBezTo>
                    <a:cubicBezTo>
                      <a:pt x="26" y="32"/>
                      <a:pt x="21" y="36"/>
                      <a:pt x="18" y="39"/>
                    </a:cubicBezTo>
                    <a:cubicBezTo>
                      <a:pt x="13" y="31"/>
                      <a:pt x="10" y="25"/>
                      <a:pt x="11" y="17"/>
                    </a:cubicBezTo>
                    <a:cubicBezTo>
                      <a:pt x="12" y="11"/>
                      <a:pt x="13" y="12"/>
                      <a:pt x="8" y="8"/>
                    </a:cubicBezTo>
                    <a:cubicBezTo>
                      <a:pt x="6" y="5"/>
                      <a:pt x="0" y="3"/>
                      <a:pt x="1" y="0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2" name="Freeform 381">
                <a:extLst>
                  <a:ext uri="{FF2B5EF4-FFF2-40B4-BE49-F238E27FC236}">
                    <a16:creationId xmlns:a16="http://schemas.microsoft.com/office/drawing/2014/main" id="{442BB7DA-0EDA-4A98-8D1F-E2A1BEF45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942"/>
                <a:ext cx="128" cy="40"/>
              </a:xfrm>
              <a:custGeom>
                <a:avLst/>
                <a:gdLst>
                  <a:gd name="T0" fmla="*/ 472 w 51"/>
                  <a:gd name="T1" fmla="*/ 125 h 16"/>
                  <a:gd name="T2" fmla="*/ 630 w 51"/>
                  <a:gd name="T3" fmla="*/ 145 h 16"/>
                  <a:gd name="T4" fmla="*/ 743 w 51"/>
                  <a:gd name="T5" fmla="*/ 250 h 16"/>
                  <a:gd name="T6" fmla="*/ 776 w 51"/>
                  <a:gd name="T7" fmla="*/ 158 h 16"/>
                  <a:gd name="T8" fmla="*/ 617 w 51"/>
                  <a:gd name="T9" fmla="*/ 113 h 16"/>
                  <a:gd name="T10" fmla="*/ 314 w 51"/>
                  <a:gd name="T11" fmla="*/ 20 h 16"/>
                  <a:gd name="T12" fmla="*/ 0 w 51"/>
                  <a:gd name="T13" fmla="*/ 145 h 16"/>
                  <a:gd name="T14" fmla="*/ 158 w 51"/>
                  <a:gd name="T15" fmla="*/ 113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6">
                    <a:moveTo>
                      <a:pt x="30" y="8"/>
                    </a:moveTo>
                    <a:cubicBezTo>
                      <a:pt x="34" y="8"/>
                      <a:pt x="37" y="8"/>
                      <a:pt x="40" y="9"/>
                    </a:cubicBezTo>
                    <a:cubicBezTo>
                      <a:pt x="42" y="10"/>
                      <a:pt x="45" y="16"/>
                      <a:pt x="47" y="16"/>
                    </a:cubicBezTo>
                    <a:cubicBezTo>
                      <a:pt x="51" y="16"/>
                      <a:pt x="50" y="12"/>
                      <a:pt x="49" y="10"/>
                    </a:cubicBezTo>
                    <a:cubicBezTo>
                      <a:pt x="48" y="8"/>
                      <a:pt x="41" y="7"/>
                      <a:pt x="39" y="7"/>
                    </a:cubicBezTo>
                    <a:cubicBezTo>
                      <a:pt x="33" y="5"/>
                      <a:pt x="25" y="1"/>
                      <a:pt x="20" y="1"/>
                    </a:cubicBezTo>
                    <a:cubicBezTo>
                      <a:pt x="14" y="0"/>
                      <a:pt x="4" y="6"/>
                      <a:pt x="0" y="9"/>
                    </a:cubicBezTo>
                    <a:cubicBezTo>
                      <a:pt x="3" y="8"/>
                      <a:pt x="7" y="8"/>
                      <a:pt x="10" y="7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3" name="Freeform 382">
                <a:extLst>
                  <a:ext uri="{FF2B5EF4-FFF2-40B4-BE49-F238E27FC236}">
                    <a16:creationId xmlns:a16="http://schemas.microsoft.com/office/drawing/2014/main" id="{E9742439-3453-4354-9D02-5BF37AB0F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919"/>
                <a:ext cx="155" cy="50"/>
              </a:xfrm>
              <a:custGeom>
                <a:avLst/>
                <a:gdLst>
                  <a:gd name="T0" fmla="*/ 270 w 62"/>
                  <a:gd name="T1" fmla="*/ 83 h 20"/>
                  <a:gd name="T2" fmla="*/ 438 w 62"/>
                  <a:gd name="T3" fmla="*/ 158 h 20"/>
                  <a:gd name="T4" fmla="*/ 625 w 62"/>
                  <a:gd name="T5" fmla="*/ 283 h 20"/>
                  <a:gd name="T6" fmla="*/ 970 w 62"/>
                  <a:gd name="T7" fmla="*/ 283 h 20"/>
                  <a:gd name="T8" fmla="*/ 720 w 62"/>
                  <a:gd name="T9" fmla="*/ 270 h 20"/>
                  <a:gd name="T10" fmla="*/ 533 w 62"/>
                  <a:gd name="T11" fmla="*/ 95 h 20"/>
                  <a:gd name="T12" fmla="*/ 20 w 62"/>
                  <a:gd name="T13" fmla="*/ 50 h 20"/>
                  <a:gd name="T14" fmla="*/ 0 w 62"/>
                  <a:gd name="T15" fmla="*/ 33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20">
                    <a:moveTo>
                      <a:pt x="17" y="5"/>
                    </a:moveTo>
                    <a:cubicBezTo>
                      <a:pt x="20" y="8"/>
                      <a:pt x="25" y="8"/>
                      <a:pt x="28" y="10"/>
                    </a:cubicBezTo>
                    <a:cubicBezTo>
                      <a:pt x="32" y="13"/>
                      <a:pt x="35" y="17"/>
                      <a:pt x="40" y="18"/>
                    </a:cubicBezTo>
                    <a:cubicBezTo>
                      <a:pt x="44" y="20"/>
                      <a:pt x="57" y="19"/>
                      <a:pt x="62" y="18"/>
                    </a:cubicBezTo>
                    <a:cubicBezTo>
                      <a:pt x="56" y="17"/>
                      <a:pt x="52" y="19"/>
                      <a:pt x="46" y="17"/>
                    </a:cubicBezTo>
                    <a:cubicBezTo>
                      <a:pt x="40" y="14"/>
                      <a:pt x="39" y="9"/>
                      <a:pt x="34" y="6"/>
                    </a:cubicBezTo>
                    <a:cubicBezTo>
                      <a:pt x="23" y="0"/>
                      <a:pt x="12" y="0"/>
                      <a:pt x="1" y="3"/>
                    </a:cubicBezTo>
                    <a:cubicBezTo>
                      <a:pt x="0" y="3"/>
                      <a:pt x="1" y="2"/>
                      <a:pt x="0" y="2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4" name="Freeform 383">
                <a:extLst>
                  <a:ext uri="{FF2B5EF4-FFF2-40B4-BE49-F238E27FC236}">
                    <a16:creationId xmlns:a16="http://schemas.microsoft.com/office/drawing/2014/main" id="{0AC30BFC-0285-4B56-AE26-F57FD4A5A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034"/>
                <a:ext cx="128" cy="50"/>
              </a:xfrm>
              <a:custGeom>
                <a:avLst/>
                <a:gdLst>
                  <a:gd name="T0" fmla="*/ 50 w 51"/>
                  <a:gd name="T1" fmla="*/ 250 h 20"/>
                  <a:gd name="T2" fmla="*/ 301 w 51"/>
                  <a:gd name="T3" fmla="*/ 300 h 20"/>
                  <a:gd name="T4" fmla="*/ 409 w 51"/>
                  <a:gd name="T5" fmla="*/ 283 h 20"/>
                  <a:gd name="T6" fmla="*/ 442 w 51"/>
                  <a:gd name="T7" fmla="*/ 208 h 20"/>
                  <a:gd name="T8" fmla="*/ 806 w 51"/>
                  <a:gd name="T9" fmla="*/ 63 h 20"/>
                  <a:gd name="T10" fmla="*/ 379 w 51"/>
                  <a:gd name="T11" fmla="*/ 125 h 20"/>
                  <a:gd name="T12" fmla="*/ 238 w 51"/>
                  <a:gd name="T13" fmla="*/ 238 h 20"/>
                  <a:gd name="T14" fmla="*/ 0 w 51"/>
                  <a:gd name="T15" fmla="*/ 25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0">
                    <a:moveTo>
                      <a:pt x="3" y="16"/>
                    </a:moveTo>
                    <a:cubicBezTo>
                      <a:pt x="8" y="18"/>
                      <a:pt x="14" y="19"/>
                      <a:pt x="19" y="19"/>
                    </a:cubicBezTo>
                    <a:cubicBezTo>
                      <a:pt x="21" y="19"/>
                      <a:pt x="25" y="20"/>
                      <a:pt x="26" y="18"/>
                    </a:cubicBezTo>
                    <a:cubicBezTo>
                      <a:pt x="29" y="17"/>
                      <a:pt x="26" y="16"/>
                      <a:pt x="28" y="13"/>
                    </a:cubicBezTo>
                    <a:cubicBezTo>
                      <a:pt x="33" y="5"/>
                      <a:pt x="42" y="5"/>
                      <a:pt x="51" y="4"/>
                    </a:cubicBezTo>
                    <a:cubicBezTo>
                      <a:pt x="42" y="1"/>
                      <a:pt x="30" y="0"/>
                      <a:pt x="24" y="8"/>
                    </a:cubicBezTo>
                    <a:cubicBezTo>
                      <a:pt x="20" y="13"/>
                      <a:pt x="22" y="14"/>
                      <a:pt x="15" y="15"/>
                    </a:cubicBezTo>
                    <a:cubicBezTo>
                      <a:pt x="10" y="15"/>
                      <a:pt x="6" y="15"/>
                      <a:pt x="0" y="16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5" name="Freeform 384">
                <a:extLst>
                  <a:ext uri="{FF2B5EF4-FFF2-40B4-BE49-F238E27FC236}">
                    <a16:creationId xmlns:a16="http://schemas.microsoft.com/office/drawing/2014/main" id="{4349E645-663B-4076-8096-F3743471E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049"/>
                <a:ext cx="35" cy="110"/>
              </a:xfrm>
              <a:custGeom>
                <a:avLst/>
                <a:gdLst>
                  <a:gd name="T0" fmla="*/ 63 w 14"/>
                  <a:gd name="T1" fmla="*/ 63 h 44"/>
                  <a:gd name="T2" fmla="*/ 113 w 14"/>
                  <a:gd name="T3" fmla="*/ 375 h 44"/>
                  <a:gd name="T4" fmla="*/ 0 w 14"/>
                  <a:gd name="T5" fmla="*/ 625 h 44"/>
                  <a:gd name="T6" fmla="*/ 188 w 14"/>
                  <a:gd name="T7" fmla="*/ 645 h 44"/>
                  <a:gd name="T8" fmla="*/ 175 w 14"/>
                  <a:gd name="T9" fmla="*/ 438 h 44"/>
                  <a:gd name="T10" fmla="*/ 33 w 14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4">
                    <a:moveTo>
                      <a:pt x="4" y="4"/>
                    </a:moveTo>
                    <a:cubicBezTo>
                      <a:pt x="1" y="12"/>
                      <a:pt x="6" y="17"/>
                      <a:pt x="7" y="24"/>
                    </a:cubicBezTo>
                    <a:cubicBezTo>
                      <a:pt x="9" y="32"/>
                      <a:pt x="3" y="34"/>
                      <a:pt x="0" y="40"/>
                    </a:cubicBezTo>
                    <a:cubicBezTo>
                      <a:pt x="3" y="42"/>
                      <a:pt x="10" y="44"/>
                      <a:pt x="12" y="41"/>
                    </a:cubicBezTo>
                    <a:cubicBezTo>
                      <a:pt x="14" y="39"/>
                      <a:pt x="11" y="30"/>
                      <a:pt x="11" y="28"/>
                    </a:cubicBezTo>
                    <a:cubicBezTo>
                      <a:pt x="9" y="17"/>
                      <a:pt x="3" y="10"/>
                      <a:pt x="2" y="0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6" name="Freeform 385">
                <a:extLst>
                  <a:ext uri="{FF2B5EF4-FFF2-40B4-BE49-F238E27FC236}">
                    <a16:creationId xmlns:a16="http://schemas.microsoft.com/office/drawing/2014/main" id="{7585D2CC-B2C4-46BB-BD07-FF8374270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472"/>
                <a:ext cx="85" cy="170"/>
              </a:xfrm>
              <a:custGeom>
                <a:avLst/>
                <a:gdLst>
                  <a:gd name="T0" fmla="*/ 270 w 34"/>
                  <a:gd name="T1" fmla="*/ 270 h 68"/>
                  <a:gd name="T2" fmla="*/ 83 w 34"/>
                  <a:gd name="T3" fmla="*/ 408 h 68"/>
                  <a:gd name="T4" fmla="*/ 50 w 34"/>
                  <a:gd name="T5" fmla="*/ 613 h 68"/>
                  <a:gd name="T6" fmla="*/ 158 w 34"/>
                  <a:gd name="T7" fmla="*/ 1063 h 68"/>
                  <a:gd name="T8" fmla="*/ 188 w 34"/>
                  <a:gd name="T9" fmla="*/ 438 h 68"/>
                  <a:gd name="T10" fmla="*/ 375 w 34"/>
                  <a:gd name="T11" fmla="*/ 333 h 68"/>
                  <a:gd name="T12" fmla="*/ 438 w 34"/>
                  <a:gd name="T13" fmla="*/ 625 h 68"/>
                  <a:gd name="T14" fmla="*/ 425 w 34"/>
                  <a:gd name="T15" fmla="*/ 300 h 68"/>
                  <a:gd name="T16" fmla="*/ 533 w 34"/>
                  <a:gd name="T17" fmla="*/ 0 h 68"/>
                  <a:gd name="T18" fmla="*/ 283 w 34"/>
                  <a:gd name="T19" fmla="*/ 25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68">
                    <a:moveTo>
                      <a:pt x="17" y="17"/>
                    </a:moveTo>
                    <a:cubicBezTo>
                      <a:pt x="14" y="21"/>
                      <a:pt x="9" y="23"/>
                      <a:pt x="5" y="26"/>
                    </a:cubicBezTo>
                    <a:cubicBezTo>
                      <a:pt x="0" y="31"/>
                      <a:pt x="2" y="32"/>
                      <a:pt x="3" y="39"/>
                    </a:cubicBezTo>
                    <a:cubicBezTo>
                      <a:pt x="5" y="49"/>
                      <a:pt x="2" y="61"/>
                      <a:pt x="10" y="68"/>
                    </a:cubicBezTo>
                    <a:cubicBezTo>
                      <a:pt x="6" y="55"/>
                      <a:pt x="4" y="40"/>
                      <a:pt x="12" y="28"/>
                    </a:cubicBezTo>
                    <a:cubicBezTo>
                      <a:pt x="14" y="25"/>
                      <a:pt x="20" y="19"/>
                      <a:pt x="24" y="21"/>
                    </a:cubicBezTo>
                    <a:cubicBezTo>
                      <a:pt x="29" y="25"/>
                      <a:pt x="25" y="36"/>
                      <a:pt x="28" y="40"/>
                    </a:cubicBezTo>
                    <a:cubicBezTo>
                      <a:pt x="30" y="33"/>
                      <a:pt x="28" y="25"/>
                      <a:pt x="27" y="19"/>
                    </a:cubicBezTo>
                    <a:cubicBezTo>
                      <a:pt x="26" y="11"/>
                      <a:pt x="32" y="7"/>
                      <a:pt x="34" y="0"/>
                    </a:cubicBezTo>
                    <a:cubicBezTo>
                      <a:pt x="29" y="6"/>
                      <a:pt x="24" y="12"/>
                      <a:pt x="18" y="16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7" name="Freeform 386">
                <a:extLst>
                  <a:ext uri="{FF2B5EF4-FFF2-40B4-BE49-F238E27FC236}">
                    <a16:creationId xmlns:a16="http://schemas.microsoft.com/office/drawing/2014/main" id="{803CFFD6-80A9-4E4D-875C-48E0D89ED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090"/>
                <a:ext cx="195" cy="102"/>
              </a:xfrm>
              <a:custGeom>
                <a:avLst/>
                <a:gdLst>
                  <a:gd name="T0" fmla="*/ 313 w 78"/>
                  <a:gd name="T1" fmla="*/ 403 h 41"/>
                  <a:gd name="T2" fmla="*/ 563 w 78"/>
                  <a:gd name="T3" fmla="*/ 587 h 41"/>
                  <a:gd name="T4" fmla="*/ 863 w 78"/>
                  <a:gd name="T5" fmla="*/ 587 h 41"/>
                  <a:gd name="T6" fmla="*/ 1050 w 78"/>
                  <a:gd name="T7" fmla="*/ 216 h 41"/>
                  <a:gd name="T8" fmla="*/ 833 w 78"/>
                  <a:gd name="T9" fmla="*/ 525 h 41"/>
                  <a:gd name="T10" fmla="*/ 583 w 78"/>
                  <a:gd name="T11" fmla="*/ 371 h 41"/>
                  <a:gd name="T12" fmla="*/ 375 w 78"/>
                  <a:gd name="T13" fmla="*/ 30 h 41"/>
                  <a:gd name="T14" fmla="*/ 0 w 78"/>
                  <a:gd name="T15" fmla="*/ 62 h 41"/>
                  <a:gd name="T16" fmla="*/ 363 w 78"/>
                  <a:gd name="T17" fmla="*/ 154 h 41"/>
                  <a:gd name="T18" fmla="*/ 408 w 78"/>
                  <a:gd name="T19" fmla="*/ 308 h 41"/>
                  <a:gd name="T20" fmla="*/ 270 w 78"/>
                  <a:gd name="T21" fmla="*/ 371 h 41"/>
                  <a:gd name="T22" fmla="*/ 300 w 78"/>
                  <a:gd name="T23" fmla="*/ 383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41">
                    <a:moveTo>
                      <a:pt x="20" y="26"/>
                    </a:moveTo>
                    <a:cubicBezTo>
                      <a:pt x="25" y="29"/>
                      <a:pt x="30" y="35"/>
                      <a:pt x="36" y="38"/>
                    </a:cubicBezTo>
                    <a:cubicBezTo>
                      <a:pt x="42" y="41"/>
                      <a:pt x="48" y="39"/>
                      <a:pt x="55" y="38"/>
                    </a:cubicBezTo>
                    <a:cubicBezTo>
                      <a:pt x="64" y="36"/>
                      <a:pt x="78" y="24"/>
                      <a:pt x="67" y="14"/>
                    </a:cubicBezTo>
                    <a:cubicBezTo>
                      <a:pt x="66" y="24"/>
                      <a:pt x="64" y="32"/>
                      <a:pt x="53" y="34"/>
                    </a:cubicBezTo>
                    <a:cubicBezTo>
                      <a:pt x="46" y="36"/>
                      <a:pt x="41" y="30"/>
                      <a:pt x="37" y="24"/>
                    </a:cubicBezTo>
                    <a:cubicBezTo>
                      <a:pt x="32" y="18"/>
                      <a:pt x="32" y="4"/>
                      <a:pt x="24" y="2"/>
                    </a:cubicBezTo>
                    <a:cubicBezTo>
                      <a:pt x="18" y="0"/>
                      <a:pt x="6" y="3"/>
                      <a:pt x="0" y="4"/>
                    </a:cubicBezTo>
                    <a:cubicBezTo>
                      <a:pt x="7" y="3"/>
                      <a:pt x="19" y="5"/>
                      <a:pt x="23" y="10"/>
                    </a:cubicBezTo>
                    <a:cubicBezTo>
                      <a:pt x="24" y="12"/>
                      <a:pt x="27" y="18"/>
                      <a:pt x="26" y="20"/>
                    </a:cubicBezTo>
                    <a:cubicBezTo>
                      <a:pt x="24" y="23"/>
                      <a:pt x="19" y="22"/>
                      <a:pt x="17" y="24"/>
                    </a:cubicBezTo>
                    <a:cubicBezTo>
                      <a:pt x="18" y="25"/>
                      <a:pt x="18" y="25"/>
                      <a:pt x="19" y="25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8" name="Freeform 387">
                <a:extLst>
                  <a:ext uri="{FF2B5EF4-FFF2-40B4-BE49-F238E27FC236}">
                    <a16:creationId xmlns:a16="http://schemas.microsoft.com/office/drawing/2014/main" id="{3FC156C4-AD58-48B8-90C4-0CAC0DEB3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422"/>
                <a:ext cx="133" cy="138"/>
              </a:xfrm>
              <a:custGeom>
                <a:avLst/>
                <a:gdLst>
                  <a:gd name="T0" fmla="*/ 567 w 53"/>
                  <a:gd name="T1" fmla="*/ 63 h 55"/>
                  <a:gd name="T2" fmla="*/ 567 w 53"/>
                  <a:gd name="T3" fmla="*/ 617 h 55"/>
                  <a:gd name="T4" fmla="*/ 251 w 53"/>
                  <a:gd name="T5" fmla="*/ 567 h 55"/>
                  <a:gd name="T6" fmla="*/ 95 w 53"/>
                  <a:gd name="T7" fmla="*/ 868 h 55"/>
                  <a:gd name="T8" fmla="*/ 0 w 53"/>
                  <a:gd name="T9" fmla="*/ 660 h 55"/>
                  <a:gd name="T10" fmla="*/ 83 w 53"/>
                  <a:gd name="T11" fmla="*/ 555 h 55"/>
                  <a:gd name="T12" fmla="*/ 409 w 53"/>
                  <a:gd name="T13" fmla="*/ 442 h 55"/>
                  <a:gd name="T14" fmla="*/ 567 w 53"/>
                  <a:gd name="T15" fmla="*/ 429 h 55"/>
                  <a:gd name="T16" fmla="*/ 585 w 53"/>
                  <a:gd name="T17" fmla="*/ 271 h 55"/>
                  <a:gd name="T18" fmla="*/ 535 w 53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55">
                    <a:moveTo>
                      <a:pt x="36" y="4"/>
                    </a:moveTo>
                    <a:cubicBezTo>
                      <a:pt x="37" y="14"/>
                      <a:pt x="53" y="32"/>
                      <a:pt x="36" y="39"/>
                    </a:cubicBezTo>
                    <a:cubicBezTo>
                      <a:pt x="31" y="32"/>
                      <a:pt x="23" y="32"/>
                      <a:pt x="16" y="36"/>
                    </a:cubicBezTo>
                    <a:cubicBezTo>
                      <a:pt x="8" y="40"/>
                      <a:pt x="8" y="46"/>
                      <a:pt x="6" y="55"/>
                    </a:cubicBezTo>
                    <a:cubicBezTo>
                      <a:pt x="3" y="54"/>
                      <a:pt x="0" y="46"/>
                      <a:pt x="0" y="42"/>
                    </a:cubicBezTo>
                    <a:cubicBezTo>
                      <a:pt x="0" y="38"/>
                      <a:pt x="1" y="37"/>
                      <a:pt x="5" y="35"/>
                    </a:cubicBezTo>
                    <a:cubicBezTo>
                      <a:pt x="10" y="32"/>
                      <a:pt x="19" y="28"/>
                      <a:pt x="26" y="28"/>
                    </a:cubicBezTo>
                    <a:cubicBezTo>
                      <a:pt x="29" y="27"/>
                      <a:pt x="34" y="29"/>
                      <a:pt x="36" y="27"/>
                    </a:cubicBezTo>
                    <a:cubicBezTo>
                      <a:pt x="37" y="26"/>
                      <a:pt x="38" y="19"/>
                      <a:pt x="37" y="17"/>
                    </a:cubicBezTo>
                    <a:cubicBezTo>
                      <a:pt x="36" y="12"/>
                      <a:pt x="26" y="5"/>
                      <a:pt x="34" y="0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9" name="Freeform 388">
                <a:extLst>
                  <a:ext uri="{FF2B5EF4-FFF2-40B4-BE49-F238E27FC236}">
                    <a16:creationId xmlns:a16="http://schemas.microsoft.com/office/drawing/2014/main" id="{6D8B6DF3-876E-46C3-A1F1-2DDE3E3C0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345"/>
                <a:ext cx="158" cy="140"/>
              </a:xfrm>
              <a:custGeom>
                <a:avLst/>
                <a:gdLst>
                  <a:gd name="T0" fmla="*/ 0 w 63"/>
                  <a:gd name="T1" fmla="*/ 438 h 56"/>
                  <a:gd name="T2" fmla="*/ 271 w 63"/>
                  <a:gd name="T3" fmla="*/ 63 h 56"/>
                  <a:gd name="T4" fmla="*/ 629 w 63"/>
                  <a:gd name="T5" fmla="*/ 63 h 56"/>
                  <a:gd name="T6" fmla="*/ 880 w 63"/>
                  <a:gd name="T7" fmla="*/ 438 h 56"/>
                  <a:gd name="T8" fmla="*/ 742 w 63"/>
                  <a:gd name="T9" fmla="*/ 845 h 56"/>
                  <a:gd name="T10" fmla="*/ 850 w 63"/>
                  <a:gd name="T11" fmla="*/ 488 h 56"/>
                  <a:gd name="T12" fmla="*/ 755 w 63"/>
                  <a:gd name="T13" fmla="*/ 313 h 56"/>
                  <a:gd name="T14" fmla="*/ 629 w 63"/>
                  <a:gd name="T15" fmla="*/ 158 h 56"/>
                  <a:gd name="T16" fmla="*/ 238 w 63"/>
                  <a:gd name="T17" fmla="*/ 188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56">
                    <a:moveTo>
                      <a:pt x="0" y="28"/>
                    </a:moveTo>
                    <a:cubicBezTo>
                      <a:pt x="0" y="21"/>
                      <a:pt x="10" y="8"/>
                      <a:pt x="17" y="4"/>
                    </a:cubicBezTo>
                    <a:cubicBezTo>
                      <a:pt x="23" y="0"/>
                      <a:pt x="34" y="0"/>
                      <a:pt x="40" y="4"/>
                    </a:cubicBezTo>
                    <a:cubicBezTo>
                      <a:pt x="46" y="10"/>
                      <a:pt x="53" y="19"/>
                      <a:pt x="56" y="28"/>
                    </a:cubicBezTo>
                    <a:cubicBezTo>
                      <a:pt x="59" y="36"/>
                      <a:pt x="63" y="56"/>
                      <a:pt x="47" y="54"/>
                    </a:cubicBezTo>
                    <a:cubicBezTo>
                      <a:pt x="50" y="47"/>
                      <a:pt x="53" y="38"/>
                      <a:pt x="54" y="31"/>
                    </a:cubicBezTo>
                    <a:cubicBezTo>
                      <a:pt x="48" y="32"/>
                      <a:pt x="50" y="24"/>
                      <a:pt x="48" y="20"/>
                    </a:cubicBezTo>
                    <a:cubicBezTo>
                      <a:pt x="46" y="16"/>
                      <a:pt x="43" y="13"/>
                      <a:pt x="40" y="10"/>
                    </a:cubicBezTo>
                    <a:cubicBezTo>
                      <a:pt x="33" y="4"/>
                      <a:pt x="22" y="5"/>
                      <a:pt x="15" y="12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0" name="Freeform 389">
                <a:extLst>
                  <a:ext uri="{FF2B5EF4-FFF2-40B4-BE49-F238E27FC236}">
                    <a16:creationId xmlns:a16="http://schemas.microsoft.com/office/drawing/2014/main" id="{5C761BE0-36AA-42C9-98B0-C13BE5409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395"/>
                <a:ext cx="185" cy="182"/>
              </a:xfrm>
              <a:custGeom>
                <a:avLst/>
                <a:gdLst>
                  <a:gd name="T0" fmla="*/ 1125 w 74"/>
                  <a:gd name="T1" fmla="*/ 404 h 73"/>
                  <a:gd name="T2" fmla="*/ 770 w 74"/>
                  <a:gd name="T3" fmla="*/ 1007 h 73"/>
                  <a:gd name="T4" fmla="*/ 438 w 74"/>
                  <a:gd name="T5" fmla="*/ 1132 h 73"/>
                  <a:gd name="T6" fmla="*/ 0 w 74"/>
                  <a:gd name="T7" fmla="*/ 1025 h 73"/>
                  <a:gd name="T8" fmla="*/ 250 w 74"/>
                  <a:gd name="T9" fmla="*/ 1057 h 73"/>
                  <a:gd name="T10" fmla="*/ 533 w 74"/>
                  <a:gd name="T11" fmla="*/ 1037 h 73"/>
                  <a:gd name="T12" fmla="*/ 908 w 74"/>
                  <a:gd name="T13" fmla="*/ 745 h 73"/>
                  <a:gd name="T14" fmla="*/ 1050 w 74"/>
                  <a:gd name="T15" fmla="*/ 404 h 73"/>
                  <a:gd name="T16" fmla="*/ 1020 w 74"/>
                  <a:gd name="T17" fmla="*/ 0 h 73"/>
                  <a:gd name="T18" fmla="*/ 1083 w 74"/>
                  <a:gd name="T19" fmla="*/ 217 h 73"/>
                  <a:gd name="T20" fmla="*/ 1125 w 74"/>
                  <a:gd name="T21" fmla="*/ 324 h 73"/>
                  <a:gd name="T22" fmla="*/ 1145 w 74"/>
                  <a:gd name="T23" fmla="*/ 436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73">
                    <a:moveTo>
                      <a:pt x="72" y="26"/>
                    </a:moveTo>
                    <a:cubicBezTo>
                      <a:pt x="74" y="43"/>
                      <a:pt x="63" y="56"/>
                      <a:pt x="49" y="65"/>
                    </a:cubicBezTo>
                    <a:cubicBezTo>
                      <a:pt x="43" y="68"/>
                      <a:pt x="34" y="73"/>
                      <a:pt x="28" y="73"/>
                    </a:cubicBezTo>
                    <a:cubicBezTo>
                      <a:pt x="18" y="73"/>
                      <a:pt x="10" y="65"/>
                      <a:pt x="0" y="66"/>
                    </a:cubicBezTo>
                    <a:cubicBezTo>
                      <a:pt x="5" y="65"/>
                      <a:pt x="10" y="68"/>
                      <a:pt x="16" y="68"/>
                    </a:cubicBezTo>
                    <a:cubicBezTo>
                      <a:pt x="21" y="67"/>
                      <a:pt x="28" y="68"/>
                      <a:pt x="34" y="67"/>
                    </a:cubicBezTo>
                    <a:cubicBezTo>
                      <a:pt x="46" y="65"/>
                      <a:pt x="51" y="57"/>
                      <a:pt x="58" y="48"/>
                    </a:cubicBezTo>
                    <a:cubicBezTo>
                      <a:pt x="62" y="41"/>
                      <a:pt x="67" y="34"/>
                      <a:pt x="67" y="26"/>
                    </a:cubicBezTo>
                    <a:cubicBezTo>
                      <a:pt x="67" y="18"/>
                      <a:pt x="55" y="6"/>
                      <a:pt x="65" y="0"/>
                    </a:cubicBezTo>
                    <a:cubicBezTo>
                      <a:pt x="68" y="3"/>
                      <a:pt x="67" y="9"/>
                      <a:pt x="69" y="14"/>
                    </a:cubicBezTo>
                    <a:cubicBezTo>
                      <a:pt x="70" y="16"/>
                      <a:pt x="72" y="18"/>
                      <a:pt x="72" y="21"/>
                    </a:cubicBezTo>
                    <a:cubicBezTo>
                      <a:pt x="73" y="23"/>
                      <a:pt x="72" y="26"/>
                      <a:pt x="73" y="28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1" name="Freeform 390">
                <a:extLst>
                  <a:ext uri="{FF2B5EF4-FFF2-40B4-BE49-F238E27FC236}">
                    <a16:creationId xmlns:a16="http://schemas.microsoft.com/office/drawing/2014/main" id="{04AD88A7-F646-4F9F-9EB3-18F8B94D2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540"/>
                <a:ext cx="108" cy="90"/>
              </a:xfrm>
              <a:custGeom>
                <a:avLst/>
                <a:gdLst>
                  <a:gd name="T0" fmla="*/ 0 w 43"/>
                  <a:gd name="T1" fmla="*/ 375 h 36"/>
                  <a:gd name="T2" fmla="*/ 600 w 43"/>
                  <a:gd name="T3" fmla="*/ 470 h 36"/>
                  <a:gd name="T4" fmla="*/ 460 w 43"/>
                  <a:gd name="T5" fmla="*/ 250 h 36"/>
                  <a:gd name="T6" fmla="*/ 251 w 43"/>
                  <a:gd name="T7" fmla="*/ 0 h 36"/>
                  <a:gd name="T8" fmla="*/ 442 w 43"/>
                  <a:gd name="T9" fmla="*/ 40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6">
                    <a:moveTo>
                      <a:pt x="0" y="24"/>
                    </a:moveTo>
                    <a:cubicBezTo>
                      <a:pt x="8" y="23"/>
                      <a:pt x="31" y="36"/>
                      <a:pt x="38" y="30"/>
                    </a:cubicBezTo>
                    <a:cubicBezTo>
                      <a:pt x="43" y="24"/>
                      <a:pt x="33" y="18"/>
                      <a:pt x="29" y="16"/>
                    </a:cubicBezTo>
                    <a:cubicBezTo>
                      <a:pt x="23" y="11"/>
                      <a:pt x="21" y="5"/>
                      <a:pt x="16" y="0"/>
                    </a:cubicBezTo>
                    <a:cubicBezTo>
                      <a:pt x="9" y="6"/>
                      <a:pt x="39" y="19"/>
                      <a:pt x="28" y="26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2" name="Freeform 391">
                <a:extLst>
                  <a:ext uri="{FF2B5EF4-FFF2-40B4-BE49-F238E27FC236}">
                    <a16:creationId xmlns:a16="http://schemas.microsoft.com/office/drawing/2014/main" id="{3D8A5A0C-A52D-42F9-AF28-0ECFFF247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457"/>
                <a:ext cx="242" cy="138"/>
              </a:xfrm>
              <a:custGeom>
                <a:avLst/>
                <a:gdLst>
                  <a:gd name="T0" fmla="*/ 92 w 97"/>
                  <a:gd name="T1" fmla="*/ 346 h 55"/>
                  <a:gd name="T2" fmla="*/ 387 w 97"/>
                  <a:gd name="T3" fmla="*/ 647 h 55"/>
                  <a:gd name="T4" fmla="*/ 746 w 97"/>
                  <a:gd name="T5" fmla="*/ 743 h 55"/>
                  <a:gd name="T6" fmla="*/ 883 w 97"/>
                  <a:gd name="T7" fmla="*/ 818 h 55"/>
                  <a:gd name="T8" fmla="*/ 1070 w 97"/>
                  <a:gd name="T9" fmla="*/ 851 h 55"/>
                  <a:gd name="T10" fmla="*/ 1507 w 97"/>
                  <a:gd name="T11" fmla="*/ 775 h 55"/>
                  <a:gd name="T12" fmla="*/ 978 w 97"/>
                  <a:gd name="T13" fmla="*/ 775 h 55"/>
                  <a:gd name="T14" fmla="*/ 808 w 97"/>
                  <a:gd name="T15" fmla="*/ 680 h 55"/>
                  <a:gd name="T16" fmla="*/ 666 w 97"/>
                  <a:gd name="T17" fmla="*/ 555 h 55"/>
                  <a:gd name="T18" fmla="*/ 479 w 97"/>
                  <a:gd name="T19" fmla="*/ 522 h 55"/>
                  <a:gd name="T20" fmla="*/ 279 w 97"/>
                  <a:gd name="T21" fmla="*/ 396 h 55"/>
                  <a:gd name="T22" fmla="*/ 155 w 97"/>
                  <a:gd name="T23" fmla="*/ 0 h 55"/>
                  <a:gd name="T24" fmla="*/ 12 w 97"/>
                  <a:gd name="T25" fmla="*/ 125 h 55"/>
                  <a:gd name="T26" fmla="*/ 42 w 97"/>
                  <a:gd name="T27" fmla="*/ 301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7" h="55">
                    <a:moveTo>
                      <a:pt x="6" y="22"/>
                    </a:moveTo>
                    <a:cubicBezTo>
                      <a:pt x="4" y="28"/>
                      <a:pt x="21" y="37"/>
                      <a:pt x="25" y="41"/>
                    </a:cubicBezTo>
                    <a:cubicBezTo>
                      <a:pt x="33" y="46"/>
                      <a:pt x="39" y="45"/>
                      <a:pt x="48" y="47"/>
                    </a:cubicBezTo>
                    <a:cubicBezTo>
                      <a:pt x="52" y="48"/>
                      <a:pt x="53" y="50"/>
                      <a:pt x="57" y="52"/>
                    </a:cubicBezTo>
                    <a:cubicBezTo>
                      <a:pt x="61" y="54"/>
                      <a:pt x="64" y="54"/>
                      <a:pt x="69" y="54"/>
                    </a:cubicBezTo>
                    <a:cubicBezTo>
                      <a:pt x="78" y="54"/>
                      <a:pt x="89" y="55"/>
                      <a:pt x="97" y="49"/>
                    </a:cubicBezTo>
                    <a:cubicBezTo>
                      <a:pt x="86" y="54"/>
                      <a:pt x="75" y="53"/>
                      <a:pt x="63" y="49"/>
                    </a:cubicBezTo>
                    <a:cubicBezTo>
                      <a:pt x="59" y="47"/>
                      <a:pt x="56" y="45"/>
                      <a:pt x="52" y="43"/>
                    </a:cubicBezTo>
                    <a:cubicBezTo>
                      <a:pt x="49" y="41"/>
                      <a:pt x="45" y="37"/>
                      <a:pt x="43" y="35"/>
                    </a:cubicBezTo>
                    <a:cubicBezTo>
                      <a:pt x="39" y="34"/>
                      <a:pt x="35" y="35"/>
                      <a:pt x="31" y="33"/>
                    </a:cubicBezTo>
                    <a:cubicBezTo>
                      <a:pt x="26" y="31"/>
                      <a:pt x="22" y="28"/>
                      <a:pt x="18" y="25"/>
                    </a:cubicBezTo>
                    <a:cubicBezTo>
                      <a:pt x="8" y="16"/>
                      <a:pt x="10" y="12"/>
                      <a:pt x="10" y="0"/>
                    </a:cubicBezTo>
                    <a:cubicBezTo>
                      <a:pt x="8" y="1"/>
                      <a:pt x="2" y="5"/>
                      <a:pt x="1" y="8"/>
                    </a:cubicBezTo>
                    <a:cubicBezTo>
                      <a:pt x="0" y="12"/>
                      <a:pt x="4" y="15"/>
                      <a:pt x="3" y="19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3" name="Freeform 392">
                <a:extLst>
                  <a:ext uri="{FF2B5EF4-FFF2-40B4-BE49-F238E27FC236}">
                    <a16:creationId xmlns:a16="http://schemas.microsoft.com/office/drawing/2014/main" id="{9FC441A2-6B5D-4A33-9DD3-37A1F652D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132"/>
                <a:ext cx="120" cy="268"/>
              </a:xfrm>
              <a:custGeom>
                <a:avLst/>
                <a:gdLst>
                  <a:gd name="T0" fmla="*/ 375 w 48"/>
                  <a:gd name="T1" fmla="*/ 0 h 107"/>
                  <a:gd name="T2" fmla="*/ 595 w 48"/>
                  <a:gd name="T3" fmla="*/ 188 h 107"/>
                  <a:gd name="T4" fmla="*/ 720 w 48"/>
                  <a:gd name="T5" fmla="*/ 596 h 107"/>
                  <a:gd name="T6" fmla="*/ 595 w 48"/>
                  <a:gd name="T7" fmla="*/ 1317 h 107"/>
                  <a:gd name="T8" fmla="*/ 333 w 48"/>
                  <a:gd name="T9" fmla="*/ 1463 h 107"/>
                  <a:gd name="T10" fmla="*/ 188 w 48"/>
                  <a:gd name="T11" fmla="*/ 1400 h 107"/>
                  <a:gd name="T12" fmla="*/ 0 w 48"/>
                  <a:gd name="T13" fmla="*/ 1493 h 107"/>
                  <a:gd name="T14" fmla="*/ 395 w 48"/>
                  <a:gd name="T15" fmla="*/ 1272 h 107"/>
                  <a:gd name="T16" fmla="*/ 500 w 48"/>
                  <a:gd name="T17" fmla="*/ 1222 h 107"/>
                  <a:gd name="T18" fmla="*/ 563 w 48"/>
                  <a:gd name="T19" fmla="*/ 929 h 107"/>
                  <a:gd name="T20" fmla="*/ 395 w 48"/>
                  <a:gd name="T21" fmla="*/ 63 h 1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107">
                    <a:moveTo>
                      <a:pt x="24" y="0"/>
                    </a:moveTo>
                    <a:cubicBezTo>
                      <a:pt x="27" y="5"/>
                      <a:pt x="34" y="6"/>
                      <a:pt x="38" y="12"/>
                    </a:cubicBezTo>
                    <a:cubicBezTo>
                      <a:pt x="42" y="19"/>
                      <a:pt x="45" y="30"/>
                      <a:pt x="46" y="38"/>
                    </a:cubicBezTo>
                    <a:cubicBezTo>
                      <a:pt x="48" y="53"/>
                      <a:pt x="42" y="69"/>
                      <a:pt x="38" y="84"/>
                    </a:cubicBezTo>
                    <a:cubicBezTo>
                      <a:pt x="35" y="93"/>
                      <a:pt x="27" y="107"/>
                      <a:pt x="21" y="93"/>
                    </a:cubicBezTo>
                    <a:cubicBezTo>
                      <a:pt x="18" y="87"/>
                      <a:pt x="19" y="86"/>
                      <a:pt x="12" y="89"/>
                    </a:cubicBezTo>
                    <a:cubicBezTo>
                      <a:pt x="8" y="90"/>
                      <a:pt x="4" y="93"/>
                      <a:pt x="0" y="95"/>
                    </a:cubicBezTo>
                    <a:cubicBezTo>
                      <a:pt x="5" y="88"/>
                      <a:pt x="16" y="80"/>
                      <a:pt x="25" y="81"/>
                    </a:cubicBezTo>
                    <a:cubicBezTo>
                      <a:pt x="30" y="81"/>
                      <a:pt x="30" y="87"/>
                      <a:pt x="32" y="78"/>
                    </a:cubicBezTo>
                    <a:cubicBezTo>
                      <a:pt x="34" y="72"/>
                      <a:pt x="35" y="65"/>
                      <a:pt x="36" y="59"/>
                    </a:cubicBezTo>
                    <a:cubicBezTo>
                      <a:pt x="40" y="41"/>
                      <a:pt x="41" y="16"/>
                      <a:pt x="25" y="4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4" name="Freeform 393">
                <a:extLst>
                  <a:ext uri="{FF2B5EF4-FFF2-40B4-BE49-F238E27FC236}">
                    <a16:creationId xmlns:a16="http://schemas.microsoft.com/office/drawing/2014/main" id="{D2981989-34EE-46B8-97C6-665E3F86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167"/>
                <a:ext cx="190" cy="73"/>
              </a:xfrm>
              <a:custGeom>
                <a:avLst/>
                <a:gdLst>
                  <a:gd name="T0" fmla="*/ 83 w 76"/>
                  <a:gd name="T1" fmla="*/ 33 h 29"/>
                  <a:gd name="T2" fmla="*/ 50 w 76"/>
                  <a:gd name="T3" fmla="*/ 176 h 29"/>
                  <a:gd name="T4" fmla="*/ 270 w 76"/>
                  <a:gd name="T5" fmla="*/ 176 h 29"/>
                  <a:gd name="T6" fmla="*/ 613 w 76"/>
                  <a:gd name="T7" fmla="*/ 317 h 29"/>
                  <a:gd name="T8" fmla="*/ 925 w 76"/>
                  <a:gd name="T9" fmla="*/ 400 h 29"/>
                  <a:gd name="T10" fmla="*/ 1145 w 76"/>
                  <a:gd name="T11" fmla="*/ 176 h 29"/>
                  <a:gd name="T12" fmla="*/ 675 w 76"/>
                  <a:gd name="T13" fmla="*/ 222 h 29"/>
                  <a:gd name="T14" fmla="*/ 425 w 76"/>
                  <a:gd name="T15" fmla="*/ 159 h 29"/>
                  <a:gd name="T16" fmla="*/ 208 w 76"/>
                  <a:gd name="T17" fmla="*/ 5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29">
                    <a:moveTo>
                      <a:pt x="5" y="2"/>
                    </a:moveTo>
                    <a:cubicBezTo>
                      <a:pt x="2" y="4"/>
                      <a:pt x="0" y="7"/>
                      <a:pt x="3" y="11"/>
                    </a:cubicBezTo>
                    <a:cubicBezTo>
                      <a:pt x="6" y="14"/>
                      <a:pt x="14" y="11"/>
                      <a:pt x="17" y="11"/>
                    </a:cubicBezTo>
                    <a:cubicBezTo>
                      <a:pt x="25" y="12"/>
                      <a:pt x="33" y="15"/>
                      <a:pt x="39" y="20"/>
                    </a:cubicBezTo>
                    <a:cubicBezTo>
                      <a:pt x="47" y="26"/>
                      <a:pt x="49" y="29"/>
                      <a:pt x="59" y="25"/>
                    </a:cubicBezTo>
                    <a:cubicBezTo>
                      <a:pt x="63" y="22"/>
                      <a:pt x="76" y="17"/>
                      <a:pt x="73" y="11"/>
                    </a:cubicBezTo>
                    <a:cubicBezTo>
                      <a:pt x="65" y="23"/>
                      <a:pt x="54" y="17"/>
                      <a:pt x="43" y="14"/>
                    </a:cubicBezTo>
                    <a:cubicBezTo>
                      <a:pt x="38" y="12"/>
                      <a:pt x="31" y="13"/>
                      <a:pt x="27" y="10"/>
                    </a:cubicBezTo>
                    <a:cubicBezTo>
                      <a:pt x="22" y="7"/>
                      <a:pt x="21" y="0"/>
                      <a:pt x="13" y="3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5" name="Freeform 394">
                <a:extLst>
                  <a:ext uri="{FF2B5EF4-FFF2-40B4-BE49-F238E27FC236}">
                    <a16:creationId xmlns:a16="http://schemas.microsoft.com/office/drawing/2014/main" id="{9BC895FD-1C8E-407A-8183-E79E0A930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140"/>
                <a:ext cx="95" cy="42"/>
              </a:xfrm>
              <a:custGeom>
                <a:avLst/>
                <a:gdLst>
                  <a:gd name="T0" fmla="*/ 0 w 38"/>
                  <a:gd name="T1" fmla="*/ 0 h 17"/>
                  <a:gd name="T2" fmla="*/ 283 w 38"/>
                  <a:gd name="T3" fmla="*/ 166 h 17"/>
                  <a:gd name="T4" fmla="*/ 563 w 38"/>
                  <a:gd name="T5" fmla="*/ 183 h 17"/>
                  <a:gd name="T6" fmla="*/ 595 w 38"/>
                  <a:gd name="T7" fmla="*/ 74 h 17"/>
                  <a:gd name="T8" fmla="*/ 188 w 38"/>
                  <a:gd name="T9" fmla="*/ 62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7">
                    <a:moveTo>
                      <a:pt x="0" y="0"/>
                    </a:moveTo>
                    <a:cubicBezTo>
                      <a:pt x="7" y="3"/>
                      <a:pt x="12" y="8"/>
                      <a:pt x="18" y="11"/>
                    </a:cubicBezTo>
                    <a:cubicBezTo>
                      <a:pt x="23" y="14"/>
                      <a:pt x="30" y="12"/>
                      <a:pt x="36" y="12"/>
                    </a:cubicBezTo>
                    <a:cubicBezTo>
                      <a:pt x="37" y="9"/>
                      <a:pt x="37" y="7"/>
                      <a:pt x="38" y="5"/>
                    </a:cubicBezTo>
                    <a:cubicBezTo>
                      <a:pt x="29" y="17"/>
                      <a:pt x="22" y="4"/>
                      <a:pt x="12" y="4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6" name="Freeform 395">
                <a:extLst>
                  <a:ext uri="{FF2B5EF4-FFF2-40B4-BE49-F238E27FC236}">
                    <a16:creationId xmlns:a16="http://schemas.microsoft.com/office/drawing/2014/main" id="{01A9B2EE-2F20-495B-BDC0-FFEA1A1AA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070"/>
                <a:ext cx="130" cy="75"/>
              </a:xfrm>
              <a:custGeom>
                <a:avLst/>
                <a:gdLst>
                  <a:gd name="T0" fmla="*/ 0 w 52"/>
                  <a:gd name="T1" fmla="*/ 470 h 30"/>
                  <a:gd name="T2" fmla="*/ 375 w 52"/>
                  <a:gd name="T3" fmla="*/ 425 h 30"/>
                  <a:gd name="T4" fmla="*/ 720 w 52"/>
                  <a:gd name="T5" fmla="*/ 345 h 30"/>
                  <a:gd name="T6" fmla="*/ 375 w 52"/>
                  <a:gd name="T7" fmla="*/ 95 h 30"/>
                  <a:gd name="T8" fmla="*/ 583 w 52"/>
                  <a:gd name="T9" fmla="*/ 208 h 30"/>
                  <a:gd name="T10" fmla="*/ 458 w 52"/>
                  <a:gd name="T11" fmla="*/ 375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0">
                    <a:moveTo>
                      <a:pt x="0" y="30"/>
                    </a:moveTo>
                    <a:cubicBezTo>
                      <a:pt x="8" y="30"/>
                      <a:pt x="16" y="26"/>
                      <a:pt x="24" y="27"/>
                    </a:cubicBezTo>
                    <a:cubicBezTo>
                      <a:pt x="30" y="27"/>
                      <a:pt x="42" y="29"/>
                      <a:pt x="46" y="22"/>
                    </a:cubicBezTo>
                    <a:cubicBezTo>
                      <a:pt x="52" y="9"/>
                      <a:pt x="33" y="0"/>
                      <a:pt x="24" y="6"/>
                    </a:cubicBezTo>
                    <a:cubicBezTo>
                      <a:pt x="31" y="6"/>
                      <a:pt x="34" y="7"/>
                      <a:pt x="37" y="13"/>
                    </a:cubicBezTo>
                    <a:cubicBezTo>
                      <a:pt x="40" y="20"/>
                      <a:pt x="37" y="25"/>
                      <a:pt x="29" y="24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7" name="Freeform 396">
                <a:extLst>
                  <a:ext uri="{FF2B5EF4-FFF2-40B4-BE49-F238E27FC236}">
                    <a16:creationId xmlns:a16="http://schemas.microsoft.com/office/drawing/2014/main" id="{5EFDAC93-AB84-4AF9-8F60-B2D22D569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910"/>
                <a:ext cx="130" cy="90"/>
              </a:xfrm>
              <a:custGeom>
                <a:avLst/>
                <a:gdLst>
                  <a:gd name="T0" fmla="*/ 145 w 52"/>
                  <a:gd name="T1" fmla="*/ 83 h 36"/>
                  <a:gd name="T2" fmla="*/ 83 w 52"/>
                  <a:gd name="T3" fmla="*/ 363 h 36"/>
                  <a:gd name="T4" fmla="*/ 395 w 52"/>
                  <a:gd name="T5" fmla="*/ 563 h 36"/>
                  <a:gd name="T6" fmla="*/ 813 w 52"/>
                  <a:gd name="T7" fmla="*/ 220 h 36"/>
                  <a:gd name="T8" fmla="*/ 688 w 52"/>
                  <a:gd name="T9" fmla="*/ 283 h 36"/>
                  <a:gd name="T10" fmla="*/ 613 w 52"/>
                  <a:gd name="T11" fmla="*/ 395 h 36"/>
                  <a:gd name="T12" fmla="*/ 313 w 52"/>
                  <a:gd name="T13" fmla="*/ 470 h 36"/>
                  <a:gd name="T14" fmla="*/ 175 w 52"/>
                  <a:gd name="T15" fmla="*/ 188 h 36"/>
                  <a:gd name="T16" fmla="*/ 408 w 52"/>
                  <a:gd name="T17" fmla="*/ 0 h 36"/>
                  <a:gd name="T18" fmla="*/ 313 w 52"/>
                  <a:gd name="T19" fmla="*/ 0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36">
                    <a:moveTo>
                      <a:pt x="9" y="5"/>
                    </a:moveTo>
                    <a:cubicBezTo>
                      <a:pt x="5" y="11"/>
                      <a:pt x="0" y="15"/>
                      <a:pt x="5" y="23"/>
                    </a:cubicBezTo>
                    <a:cubicBezTo>
                      <a:pt x="8" y="29"/>
                      <a:pt x="17" y="36"/>
                      <a:pt x="25" y="36"/>
                    </a:cubicBezTo>
                    <a:cubicBezTo>
                      <a:pt x="38" y="35"/>
                      <a:pt x="48" y="26"/>
                      <a:pt x="52" y="14"/>
                    </a:cubicBezTo>
                    <a:cubicBezTo>
                      <a:pt x="51" y="15"/>
                      <a:pt x="46" y="16"/>
                      <a:pt x="44" y="18"/>
                    </a:cubicBezTo>
                    <a:cubicBezTo>
                      <a:pt x="41" y="20"/>
                      <a:pt x="41" y="23"/>
                      <a:pt x="39" y="25"/>
                    </a:cubicBezTo>
                    <a:cubicBezTo>
                      <a:pt x="33" y="31"/>
                      <a:pt x="27" y="28"/>
                      <a:pt x="20" y="30"/>
                    </a:cubicBezTo>
                    <a:cubicBezTo>
                      <a:pt x="18" y="24"/>
                      <a:pt x="10" y="19"/>
                      <a:pt x="11" y="12"/>
                    </a:cubicBezTo>
                    <a:cubicBezTo>
                      <a:pt x="12" y="4"/>
                      <a:pt x="21" y="4"/>
                      <a:pt x="26" y="0"/>
                    </a:cubicBezTo>
                    <a:cubicBezTo>
                      <a:pt x="24" y="1"/>
                      <a:pt x="22" y="0"/>
                      <a:pt x="20" y="0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8" name="Freeform 397">
                <a:extLst>
                  <a:ext uri="{FF2B5EF4-FFF2-40B4-BE49-F238E27FC236}">
                    <a16:creationId xmlns:a16="http://schemas.microsoft.com/office/drawing/2014/main" id="{07440853-1D6D-4AD1-A605-312BAB3F2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1960"/>
                <a:ext cx="108" cy="125"/>
              </a:xfrm>
              <a:custGeom>
                <a:avLst/>
                <a:gdLst>
                  <a:gd name="T0" fmla="*/ 126 w 43"/>
                  <a:gd name="T1" fmla="*/ 438 h 50"/>
                  <a:gd name="T2" fmla="*/ 347 w 43"/>
                  <a:gd name="T3" fmla="*/ 658 h 50"/>
                  <a:gd name="T4" fmla="*/ 681 w 43"/>
                  <a:gd name="T5" fmla="*/ 783 h 50"/>
                  <a:gd name="T6" fmla="*/ 271 w 43"/>
                  <a:gd name="T7" fmla="*/ 425 h 50"/>
                  <a:gd name="T8" fmla="*/ 50 w 43"/>
                  <a:gd name="T9" fmla="*/ 0 h 50"/>
                  <a:gd name="T10" fmla="*/ 126 w 43"/>
                  <a:gd name="T11" fmla="*/ 345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0">
                    <a:moveTo>
                      <a:pt x="8" y="28"/>
                    </a:moveTo>
                    <a:cubicBezTo>
                      <a:pt x="7" y="36"/>
                      <a:pt x="16" y="40"/>
                      <a:pt x="22" y="42"/>
                    </a:cubicBezTo>
                    <a:cubicBezTo>
                      <a:pt x="28" y="44"/>
                      <a:pt x="38" y="50"/>
                      <a:pt x="43" y="50"/>
                    </a:cubicBezTo>
                    <a:cubicBezTo>
                      <a:pt x="35" y="42"/>
                      <a:pt x="23" y="37"/>
                      <a:pt x="17" y="27"/>
                    </a:cubicBezTo>
                    <a:cubicBezTo>
                      <a:pt x="11" y="18"/>
                      <a:pt x="7" y="9"/>
                      <a:pt x="3" y="0"/>
                    </a:cubicBezTo>
                    <a:cubicBezTo>
                      <a:pt x="6" y="8"/>
                      <a:pt x="0" y="16"/>
                      <a:pt x="8" y="22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9" name="Freeform 398">
                <a:extLst>
                  <a:ext uri="{FF2B5EF4-FFF2-40B4-BE49-F238E27FC236}">
                    <a16:creationId xmlns:a16="http://schemas.microsoft.com/office/drawing/2014/main" id="{7902FBAB-4CA1-412A-8D4A-454D6A4B4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225"/>
                <a:ext cx="80" cy="85"/>
              </a:xfrm>
              <a:custGeom>
                <a:avLst/>
                <a:gdLst>
                  <a:gd name="T0" fmla="*/ 20 w 32"/>
                  <a:gd name="T1" fmla="*/ 270 h 34"/>
                  <a:gd name="T2" fmla="*/ 408 w 32"/>
                  <a:gd name="T3" fmla="*/ 345 h 34"/>
                  <a:gd name="T4" fmla="*/ 458 w 32"/>
                  <a:gd name="T5" fmla="*/ 208 h 34"/>
                  <a:gd name="T6" fmla="*/ 408 w 32"/>
                  <a:gd name="T7" fmla="*/ 0 h 34"/>
                  <a:gd name="T8" fmla="*/ 313 w 32"/>
                  <a:gd name="T9" fmla="*/ 188 h 34"/>
                  <a:gd name="T10" fmla="*/ 333 w 32"/>
                  <a:gd name="T11" fmla="*/ 283 h 34"/>
                  <a:gd name="T12" fmla="*/ 208 w 32"/>
                  <a:gd name="T13" fmla="*/ 34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4">
                    <a:moveTo>
                      <a:pt x="1" y="17"/>
                    </a:moveTo>
                    <a:cubicBezTo>
                      <a:pt x="0" y="34"/>
                      <a:pt x="17" y="27"/>
                      <a:pt x="26" y="22"/>
                    </a:cubicBezTo>
                    <a:cubicBezTo>
                      <a:pt x="32" y="19"/>
                      <a:pt x="32" y="19"/>
                      <a:pt x="29" y="13"/>
                    </a:cubicBezTo>
                    <a:cubicBezTo>
                      <a:pt x="26" y="9"/>
                      <a:pt x="19" y="4"/>
                      <a:pt x="26" y="0"/>
                    </a:cubicBezTo>
                    <a:cubicBezTo>
                      <a:pt x="19" y="3"/>
                      <a:pt x="19" y="6"/>
                      <a:pt x="20" y="12"/>
                    </a:cubicBezTo>
                    <a:cubicBezTo>
                      <a:pt x="21" y="15"/>
                      <a:pt x="23" y="14"/>
                      <a:pt x="21" y="18"/>
                    </a:cubicBezTo>
                    <a:cubicBezTo>
                      <a:pt x="20" y="20"/>
                      <a:pt x="15" y="22"/>
                      <a:pt x="13" y="22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0" name="Freeform 399">
                <a:extLst>
                  <a:ext uri="{FF2B5EF4-FFF2-40B4-BE49-F238E27FC236}">
                    <a16:creationId xmlns:a16="http://schemas.microsoft.com/office/drawing/2014/main" id="{250234A3-2707-4018-BCEA-F7E79C879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370"/>
                <a:ext cx="82" cy="122"/>
              </a:xfrm>
              <a:custGeom>
                <a:avLst/>
                <a:gdLst>
                  <a:gd name="T0" fmla="*/ 0 w 33"/>
                  <a:gd name="T1" fmla="*/ 712 h 49"/>
                  <a:gd name="T2" fmla="*/ 403 w 33"/>
                  <a:gd name="T3" fmla="*/ 478 h 49"/>
                  <a:gd name="T4" fmla="*/ 340 w 33"/>
                  <a:gd name="T5" fmla="*/ 0 h 49"/>
                  <a:gd name="T6" fmla="*/ 353 w 33"/>
                  <a:gd name="T7" fmla="*/ 187 h 49"/>
                  <a:gd name="T8" fmla="*/ 340 w 33"/>
                  <a:gd name="T9" fmla="*/ 433 h 49"/>
                  <a:gd name="T10" fmla="*/ 104 w 33"/>
                  <a:gd name="T11" fmla="*/ 712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9">
                    <a:moveTo>
                      <a:pt x="0" y="46"/>
                    </a:moveTo>
                    <a:cubicBezTo>
                      <a:pt x="16" y="48"/>
                      <a:pt x="23" y="49"/>
                      <a:pt x="26" y="31"/>
                    </a:cubicBezTo>
                    <a:cubicBezTo>
                      <a:pt x="28" y="20"/>
                      <a:pt x="33" y="9"/>
                      <a:pt x="22" y="0"/>
                    </a:cubicBezTo>
                    <a:cubicBezTo>
                      <a:pt x="20" y="3"/>
                      <a:pt x="23" y="8"/>
                      <a:pt x="23" y="12"/>
                    </a:cubicBezTo>
                    <a:cubicBezTo>
                      <a:pt x="24" y="18"/>
                      <a:pt x="24" y="23"/>
                      <a:pt x="22" y="28"/>
                    </a:cubicBezTo>
                    <a:cubicBezTo>
                      <a:pt x="19" y="34"/>
                      <a:pt x="15" y="45"/>
                      <a:pt x="7" y="46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1" name="Freeform 400">
                <a:extLst>
                  <a:ext uri="{FF2B5EF4-FFF2-40B4-BE49-F238E27FC236}">
                    <a16:creationId xmlns:a16="http://schemas.microsoft.com/office/drawing/2014/main" id="{4167E590-3E5D-4DC9-98CC-8776B7A4F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410"/>
                <a:ext cx="35" cy="100"/>
              </a:xfrm>
              <a:custGeom>
                <a:avLst/>
                <a:gdLst>
                  <a:gd name="T0" fmla="*/ 95 w 14"/>
                  <a:gd name="T1" fmla="*/ 0 h 40"/>
                  <a:gd name="T2" fmla="*/ 208 w 14"/>
                  <a:gd name="T3" fmla="*/ 125 h 40"/>
                  <a:gd name="T4" fmla="*/ 145 w 14"/>
                  <a:gd name="T5" fmla="*/ 300 h 40"/>
                  <a:gd name="T6" fmla="*/ 145 w 14"/>
                  <a:gd name="T7" fmla="*/ 625 h 40"/>
                  <a:gd name="T8" fmla="*/ 33 w 14"/>
                  <a:gd name="T9" fmla="*/ 533 h 40"/>
                  <a:gd name="T10" fmla="*/ 63 w 14"/>
                  <a:gd name="T11" fmla="*/ 345 h 40"/>
                  <a:gd name="T12" fmla="*/ 50 w 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6" y="0"/>
                    </a:moveTo>
                    <a:cubicBezTo>
                      <a:pt x="8" y="2"/>
                      <a:pt x="12" y="5"/>
                      <a:pt x="13" y="8"/>
                    </a:cubicBezTo>
                    <a:cubicBezTo>
                      <a:pt x="14" y="13"/>
                      <a:pt x="10" y="15"/>
                      <a:pt x="9" y="19"/>
                    </a:cubicBezTo>
                    <a:cubicBezTo>
                      <a:pt x="5" y="27"/>
                      <a:pt x="11" y="33"/>
                      <a:pt x="9" y="40"/>
                    </a:cubicBezTo>
                    <a:cubicBezTo>
                      <a:pt x="6" y="40"/>
                      <a:pt x="3" y="37"/>
                      <a:pt x="2" y="34"/>
                    </a:cubicBezTo>
                    <a:cubicBezTo>
                      <a:pt x="0" y="28"/>
                      <a:pt x="2" y="27"/>
                      <a:pt x="4" y="22"/>
                    </a:cubicBezTo>
                    <a:cubicBezTo>
                      <a:pt x="6" y="17"/>
                      <a:pt x="12" y="3"/>
                      <a:pt x="3" y="0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2" name="Freeform 401">
                <a:extLst>
                  <a:ext uri="{FF2B5EF4-FFF2-40B4-BE49-F238E27FC236}">
                    <a16:creationId xmlns:a16="http://schemas.microsoft.com/office/drawing/2014/main" id="{1211E1DF-D1A3-4321-86B2-31BAA1CCD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104"/>
                <a:ext cx="102" cy="50"/>
              </a:xfrm>
              <a:custGeom>
                <a:avLst/>
                <a:gdLst>
                  <a:gd name="T0" fmla="*/ 0 w 41"/>
                  <a:gd name="T1" fmla="*/ 0 h 20"/>
                  <a:gd name="T2" fmla="*/ 308 w 41"/>
                  <a:gd name="T3" fmla="*/ 283 h 20"/>
                  <a:gd name="T4" fmla="*/ 415 w 41"/>
                  <a:gd name="T5" fmla="*/ 145 h 20"/>
                  <a:gd name="T6" fmla="*/ 632 w 41"/>
                  <a:gd name="T7" fmla="*/ 145 h 20"/>
                  <a:gd name="T8" fmla="*/ 321 w 41"/>
                  <a:gd name="T9" fmla="*/ 158 h 20"/>
                  <a:gd name="T10" fmla="*/ 62 w 41"/>
                  <a:gd name="T11" fmla="*/ 3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0">
                    <a:moveTo>
                      <a:pt x="0" y="0"/>
                    </a:moveTo>
                    <a:cubicBezTo>
                      <a:pt x="6" y="3"/>
                      <a:pt x="11" y="20"/>
                      <a:pt x="20" y="18"/>
                    </a:cubicBezTo>
                    <a:cubicBezTo>
                      <a:pt x="25" y="17"/>
                      <a:pt x="23" y="12"/>
                      <a:pt x="27" y="9"/>
                    </a:cubicBezTo>
                    <a:cubicBezTo>
                      <a:pt x="30" y="6"/>
                      <a:pt x="37" y="8"/>
                      <a:pt x="41" y="9"/>
                    </a:cubicBezTo>
                    <a:cubicBezTo>
                      <a:pt x="32" y="4"/>
                      <a:pt x="28" y="7"/>
                      <a:pt x="21" y="10"/>
                    </a:cubicBezTo>
                    <a:cubicBezTo>
                      <a:pt x="12" y="15"/>
                      <a:pt x="12" y="3"/>
                      <a:pt x="4" y="2"/>
                    </a:cubicBezTo>
                  </a:path>
                </a:pathLst>
              </a:custGeom>
              <a:solidFill>
                <a:srgbClr val="E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3" name="Freeform 402">
                <a:extLst>
                  <a:ext uri="{FF2B5EF4-FFF2-40B4-BE49-F238E27FC236}">
                    <a16:creationId xmlns:a16="http://schemas.microsoft.com/office/drawing/2014/main" id="{EFD27835-47C8-4692-96D2-218D5EF49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425"/>
                <a:ext cx="40" cy="140"/>
              </a:xfrm>
              <a:custGeom>
                <a:avLst/>
                <a:gdLst>
                  <a:gd name="T0" fmla="*/ 208 w 16"/>
                  <a:gd name="T1" fmla="*/ 0 h 56"/>
                  <a:gd name="T2" fmla="*/ 95 w 16"/>
                  <a:gd name="T3" fmla="*/ 425 h 56"/>
                  <a:gd name="T4" fmla="*/ 238 w 16"/>
                  <a:gd name="T5" fmla="*/ 875 h 56"/>
                  <a:gd name="T6" fmla="*/ 125 w 16"/>
                  <a:gd name="T7" fmla="*/ 658 h 56"/>
                  <a:gd name="T8" fmla="*/ 33 w 16"/>
                  <a:gd name="T9" fmla="*/ 438 h 56"/>
                  <a:gd name="T10" fmla="*/ 175 w 16"/>
                  <a:gd name="T11" fmla="*/ 5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56">
                    <a:moveTo>
                      <a:pt x="13" y="0"/>
                    </a:moveTo>
                    <a:cubicBezTo>
                      <a:pt x="7" y="7"/>
                      <a:pt x="5" y="18"/>
                      <a:pt x="6" y="27"/>
                    </a:cubicBezTo>
                    <a:cubicBezTo>
                      <a:pt x="8" y="36"/>
                      <a:pt x="16" y="47"/>
                      <a:pt x="15" y="56"/>
                    </a:cubicBezTo>
                    <a:cubicBezTo>
                      <a:pt x="11" y="53"/>
                      <a:pt x="9" y="47"/>
                      <a:pt x="8" y="42"/>
                    </a:cubicBezTo>
                    <a:cubicBezTo>
                      <a:pt x="6" y="37"/>
                      <a:pt x="3" y="33"/>
                      <a:pt x="2" y="28"/>
                    </a:cubicBezTo>
                    <a:cubicBezTo>
                      <a:pt x="0" y="20"/>
                      <a:pt x="9" y="10"/>
                      <a:pt x="11" y="3"/>
                    </a:cubicBezTo>
                  </a:path>
                </a:pathLst>
              </a:custGeom>
              <a:solidFill>
                <a:srgbClr val="B0C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4" name="Freeform 403">
                <a:extLst>
                  <a:ext uri="{FF2B5EF4-FFF2-40B4-BE49-F238E27FC236}">
                    <a16:creationId xmlns:a16="http://schemas.microsoft.com/office/drawing/2014/main" id="{7C14DC58-4269-405D-98F9-F436B4491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460"/>
                <a:ext cx="90" cy="102"/>
              </a:xfrm>
              <a:custGeom>
                <a:avLst/>
                <a:gdLst>
                  <a:gd name="T0" fmla="*/ 63 w 36"/>
                  <a:gd name="T1" fmla="*/ 557 h 41"/>
                  <a:gd name="T2" fmla="*/ 563 w 36"/>
                  <a:gd name="T3" fmla="*/ 279 h 41"/>
                  <a:gd name="T4" fmla="*/ 0 w 36"/>
                  <a:gd name="T5" fmla="*/ 63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1">
                    <a:moveTo>
                      <a:pt x="4" y="36"/>
                    </a:moveTo>
                    <a:cubicBezTo>
                      <a:pt x="11" y="23"/>
                      <a:pt x="21" y="13"/>
                      <a:pt x="36" y="18"/>
                    </a:cubicBezTo>
                    <a:cubicBezTo>
                      <a:pt x="22" y="0"/>
                      <a:pt x="2" y="28"/>
                      <a:pt x="0" y="41"/>
                    </a:cubicBezTo>
                  </a:path>
                </a:pathLst>
              </a:custGeom>
              <a:solidFill>
                <a:srgbClr val="B0C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5" name="Freeform 404">
                <a:extLst>
                  <a:ext uri="{FF2B5EF4-FFF2-40B4-BE49-F238E27FC236}">
                    <a16:creationId xmlns:a16="http://schemas.microsoft.com/office/drawing/2014/main" id="{0759F66B-6795-4B98-9417-02270E45A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1745"/>
                <a:ext cx="33" cy="95"/>
              </a:xfrm>
              <a:custGeom>
                <a:avLst/>
                <a:gdLst>
                  <a:gd name="T0" fmla="*/ 63 w 13"/>
                  <a:gd name="T1" fmla="*/ 63 h 38"/>
                  <a:gd name="T2" fmla="*/ 63 w 13"/>
                  <a:gd name="T3" fmla="*/ 283 h 38"/>
                  <a:gd name="T4" fmla="*/ 213 w 13"/>
                  <a:gd name="T5" fmla="*/ 438 h 38"/>
                  <a:gd name="T6" fmla="*/ 96 w 1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8">
                    <a:moveTo>
                      <a:pt x="4" y="4"/>
                    </a:moveTo>
                    <a:cubicBezTo>
                      <a:pt x="5" y="9"/>
                      <a:pt x="3" y="14"/>
                      <a:pt x="4" y="18"/>
                    </a:cubicBezTo>
                    <a:cubicBezTo>
                      <a:pt x="6" y="23"/>
                      <a:pt x="11" y="23"/>
                      <a:pt x="13" y="28"/>
                    </a:cubicBezTo>
                    <a:cubicBezTo>
                      <a:pt x="0" y="38"/>
                      <a:pt x="2" y="6"/>
                      <a:pt x="6" y="0"/>
                    </a:cubicBezTo>
                  </a:path>
                </a:pathLst>
              </a:custGeom>
              <a:solidFill>
                <a:srgbClr val="B0C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6" name="Freeform 405">
                <a:extLst>
                  <a:ext uri="{FF2B5EF4-FFF2-40B4-BE49-F238E27FC236}">
                    <a16:creationId xmlns:a16="http://schemas.microsoft.com/office/drawing/2014/main" id="{F6F8AA0A-220C-44EF-9A66-BD3A9D112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999"/>
                <a:ext cx="53" cy="143"/>
              </a:xfrm>
              <a:custGeom>
                <a:avLst/>
                <a:gdLst>
                  <a:gd name="T0" fmla="*/ 114 w 21"/>
                  <a:gd name="T1" fmla="*/ 83 h 57"/>
                  <a:gd name="T2" fmla="*/ 318 w 21"/>
                  <a:gd name="T3" fmla="*/ 459 h 57"/>
                  <a:gd name="T4" fmla="*/ 96 w 21"/>
                  <a:gd name="T5" fmla="*/ 901 h 57"/>
                  <a:gd name="T6" fmla="*/ 222 w 21"/>
                  <a:gd name="T7" fmla="*/ 504 h 57"/>
                  <a:gd name="T8" fmla="*/ 126 w 21"/>
                  <a:gd name="T9" fmla="*/ 95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7">
                    <a:moveTo>
                      <a:pt x="7" y="5"/>
                    </a:moveTo>
                    <a:cubicBezTo>
                      <a:pt x="19" y="0"/>
                      <a:pt x="21" y="21"/>
                      <a:pt x="20" y="29"/>
                    </a:cubicBezTo>
                    <a:cubicBezTo>
                      <a:pt x="18" y="39"/>
                      <a:pt x="5" y="46"/>
                      <a:pt x="6" y="57"/>
                    </a:cubicBezTo>
                    <a:cubicBezTo>
                      <a:pt x="0" y="45"/>
                      <a:pt x="11" y="42"/>
                      <a:pt x="14" y="32"/>
                    </a:cubicBezTo>
                    <a:cubicBezTo>
                      <a:pt x="16" y="24"/>
                      <a:pt x="14" y="12"/>
                      <a:pt x="8" y="6"/>
                    </a:cubicBezTo>
                  </a:path>
                </a:pathLst>
              </a:custGeom>
              <a:solidFill>
                <a:srgbClr val="B0C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8133" name="Freeform 406">
              <a:extLst>
                <a:ext uri="{FF2B5EF4-FFF2-40B4-BE49-F238E27FC236}">
                  <a16:creationId xmlns:a16="http://schemas.microsoft.com/office/drawing/2014/main" id="{032B695A-4A92-4FD9-8A42-EC0193F56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197"/>
              <a:ext cx="45" cy="163"/>
            </a:xfrm>
            <a:custGeom>
              <a:avLst/>
              <a:gdLst>
                <a:gd name="T0" fmla="*/ 188 w 18"/>
                <a:gd name="T1" fmla="*/ 83 h 65"/>
                <a:gd name="T2" fmla="*/ 83 w 18"/>
                <a:gd name="T3" fmla="*/ 271 h 65"/>
                <a:gd name="T4" fmla="*/ 208 w 18"/>
                <a:gd name="T5" fmla="*/ 554 h 65"/>
                <a:gd name="T6" fmla="*/ 283 w 18"/>
                <a:gd name="T7" fmla="*/ 868 h 65"/>
                <a:gd name="T8" fmla="*/ 0 w 18"/>
                <a:gd name="T9" fmla="*/ 1026 h 65"/>
                <a:gd name="T10" fmla="*/ 250 w 18"/>
                <a:gd name="T11" fmla="*/ 838 h 65"/>
                <a:gd name="T12" fmla="*/ 175 w 18"/>
                <a:gd name="T13" fmla="*/ 692 h 65"/>
                <a:gd name="T14" fmla="*/ 113 w 18"/>
                <a:gd name="T15" fmla="*/ 522 h 65"/>
                <a:gd name="T16" fmla="*/ 50 w 18"/>
                <a:gd name="T17" fmla="*/ 364 h 65"/>
                <a:gd name="T18" fmla="*/ 33 w 18"/>
                <a:gd name="T19" fmla="*/ 208 h 65"/>
                <a:gd name="T20" fmla="*/ 50 w 18"/>
                <a:gd name="T21" fmla="*/ 63 h 65"/>
                <a:gd name="T22" fmla="*/ 188 w 18"/>
                <a:gd name="T23" fmla="*/ 83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65">
                  <a:moveTo>
                    <a:pt x="12" y="5"/>
                  </a:moveTo>
                  <a:cubicBezTo>
                    <a:pt x="5" y="0"/>
                    <a:pt x="4" y="12"/>
                    <a:pt x="5" y="17"/>
                  </a:cubicBezTo>
                  <a:cubicBezTo>
                    <a:pt x="7" y="23"/>
                    <a:pt x="11" y="29"/>
                    <a:pt x="13" y="35"/>
                  </a:cubicBezTo>
                  <a:cubicBezTo>
                    <a:pt x="15" y="40"/>
                    <a:pt x="18" y="49"/>
                    <a:pt x="18" y="55"/>
                  </a:cubicBezTo>
                  <a:cubicBezTo>
                    <a:pt x="17" y="63"/>
                    <a:pt x="7" y="63"/>
                    <a:pt x="0" y="65"/>
                  </a:cubicBezTo>
                  <a:cubicBezTo>
                    <a:pt x="5" y="64"/>
                    <a:pt x="16" y="58"/>
                    <a:pt x="16" y="53"/>
                  </a:cubicBezTo>
                  <a:cubicBezTo>
                    <a:pt x="16" y="50"/>
                    <a:pt x="12" y="47"/>
                    <a:pt x="11" y="44"/>
                  </a:cubicBezTo>
                  <a:cubicBezTo>
                    <a:pt x="9" y="41"/>
                    <a:pt x="8" y="37"/>
                    <a:pt x="7" y="33"/>
                  </a:cubicBezTo>
                  <a:cubicBezTo>
                    <a:pt x="6" y="30"/>
                    <a:pt x="4" y="27"/>
                    <a:pt x="3" y="23"/>
                  </a:cubicBezTo>
                  <a:cubicBezTo>
                    <a:pt x="1" y="19"/>
                    <a:pt x="2" y="17"/>
                    <a:pt x="2" y="13"/>
                  </a:cubicBezTo>
                  <a:cubicBezTo>
                    <a:pt x="2" y="9"/>
                    <a:pt x="0" y="6"/>
                    <a:pt x="3" y="4"/>
                  </a:cubicBezTo>
                  <a:cubicBezTo>
                    <a:pt x="6" y="1"/>
                    <a:pt x="10" y="2"/>
                    <a:pt x="12" y="5"/>
                  </a:cubicBezTo>
                </a:path>
              </a:pathLst>
            </a:custGeom>
            <a:solidFill>
              <a:srgbClr val="B0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4" name="Freeform 407">
              <a:extLst>
                <a:ext uri="{FF2B5EF4-FFF2-40B4-BE49-F238E27FC236}">
                  <a16:creationId xmlns:a16="http://schemas.microsoft.com/office/drawing/2014/main" id="{01BD5720-0BC5-4844-9B37-27C9FF847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237"/>
              <a:ext cx="185" cy="53"/>
            </a:xfrm>
            <a:custGeom>
              <a:avLst/>
              <a:gdLst>
                <a:gd name="T0" fmla="*/ 0 w 74"/>
                <a:gd name="T1" fmla="*/ 0 h 21"/>
                <a:gd name="T2" fmla="*/ 250 w 74"/>
                <a:gd name="T3" fmla="*/ 146 h 21"/>
                <a:gd name="T4" fmla="*/ 595 w 74"/>
                <a:gd name="T5" fmla="*/ 83 h 21"/>
                <a:gd name="T6" fmla="*/ 895 w 74"/>
                <a:gd name="T7" fmla="*/ 209 h 21"/>
                <a:gd name="T8" fmla="*/ 1158 w 74"/>
                <a:gd name="T9" fmla="*/ 338 h 21"/>
                <a:gd name="T10" fmla="*/ 875 w 74"/>
                <a:gd name="T11" fmla="*/ 242 h 21"/>
                <a:gd name="T12" fmla="*/ 595 w 74"/>
                <a:gd name="T13" fmla="*/ 159 h 21"/>
                <a:gd name="T14" fmla="*/ 283 w 74"/>
                <a:gd name="T15" fmla="*/ 242 h 21"/>
                <a:gd name="T16" fmla="*/ 33 w 74"/>
                <a:gd name="T17" fmla="*/ 114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1">
                  <a:moveTo>
                    <a:pt x="0" y="0"/>
                  </a:moveTo>
                  <a:cubicBezTo>
                    <a:pt x="8" y="4"/>
                    <a:pt x="7" y="9"/>
                    <a:pt x="16" y="9"/>
                  </a:cubicBezTo>
                  <a:cubicBezTo>
                    <a:pt x="24" y="9"/>
                    <a:pt x="30" y="5"/>
                    <a:pt x="38" y="5"/>
                  </a:cubicBezTo>
                  <a:cubicBezTo>
                    <a:pt x="45" y="6"/>
                    <a:pt x="51" y="9"/>
                    <a:pt x="57" y="13"/>
                  </a:cubicBezTo>
                  <a:cubicBezTo>
                    <a:pt x="63" y="17"/>
                    <a:pt x="68" y="18"/>
                    <a:pt x="74" y="21"/>
                  </a:cubicBezTo>
                  <a:cubicBezTo>
                    <a:pt x="67" y="21"/>
                    <a:pt x="62" y="17"/>
                    <a:pt x="56" y="15"/>
                  </a:cubicBezTo>
                  <a:cubicBezTo>
                    <a:pt x="49" y="13"/>
                    <a:pt x="44" y="10"/>
                    <a:pt x="38" y="10"/>
                  </a:cubicBezTo>
                  <a:cubicBezTo>
                    <a:pt x="32" y="10"/>
                    <a:pt x="24" y="16"/>
                    <a:pt x="18" y="15"/>
                  </a:cubicBezTo>
                  <a:cubicBezTo>
                    <a:pt x="11" y="14"/>
                    <a:pt x="8" y="9"/>
                    <a:pt x="2" y="7"/>
                  </a:cubicBezTo>
                </a:path>
              </a:pathLst>
            </a:custGeom>
            <a:solidFill>
              <a:srgbClr val="B0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5" name="Freeform 408">
              <a:extLst>
                <a:ext uri="{FF2B5EF4-FFF2-40B4-BE49-F238E27FC236}">
                  <a16:creationId xmlns:a16="http://schemas.microsoft.com/office/drawing/2014/main" id="{50853342-61ED-4186-A003-C6F75FFFA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502"/>
              <a:ext cx="65" cy="183"/>
            </a:xfrm>
            <a:custGeom>
              <a:avLst/>
              <a:gdLst>
                <a:gd name="T0" fmla="*/ 250 w 26"/>
                <a:gd name="T1" fmla="*/ 313 h 73"/>
                <a:gd name="T2" fmla="*/ 50 w 26"/>
                <a:gd name="T3" fmla="*/ 647 h 73"/>
                <a:gd name="T4" fmla="*/ 50 w 26"/>
                <a:gd name="T5" fmla="*/ 1151 h 73"/>
                <a:gd name="T6" fmla="*/ 208 w 26"/>
                <a:gd name="T7" fmla="*/ 521 h 73"/>
                <a:gd name="T8" fmla="*/ 333 w 26"/>
                <a:gd name="T9" fmla="*/ 0 h 73"/>
                <a:gd name="T10" fmla="*/ 208 w 26"/>
                <a:gd name="T11" fmla="*/ 346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3">
                  <a:moveTo>
                    <a:pt x="16" y="20"/>
                  </a:moveTo>
                  <a:cubicBezTo>
                    <a:pt x="11" y="27"/>
                    <a:pt x="5" y="33"/>
                    <a:pt x="3" y="41"/>
                  </a:cubicBezTo>
                  <a:cubicBezTo>
                    <a:pt x="0" y="51"/>
                    <a:pt x="2" y="63"/>
                    <a:pt x="3" y="73"/>
                  </a:cubicBezTo>
                  <a:cubicBezTo>
                    <a:pt x="6" y="59"/>
                    <a:pt x="3" y="45"/>
                    <a:pt x="13" y="33"/>
                  </a:cubicBezTo>
                  <a:cubicBezTo>
                    <a:pt x="19" y="25"/>
                    <a:pt x="26" y="10"/>
                    <a:pt x="21" y="0"/>
                  </a:cubicBezTo>
                  <a:cubicBezTo>
                    <a:pt x="19" y="7"/>
                    <a:pt x="21" y="19"/>
                    <a:pt x="13" y="22"/>
                  </a:cubicBezTo>
                </a:path>
              </a:pathLst>
            </a:custGeom>
            <a:solidFill>
              <a:srgbClr val="B0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6" name="Freeform 409">
              <a:extLst>
                <a:ext uri="{FF2B5EF4-FFF2-40B4-BE49-F238E27FC236}">
                  <a16:creationId xmlns:a16="http://schemas.microsoft.com/office/drawing/2014/main" id="{949F3804-D418-4D85-BB2E-9B9AE375B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617"/>
              <a:ext cx="147" cy="120"/>
            </a:xfrm>
            <a:custGeom>
              <a:avLst/>
              <a:gdLst>
                <a:gd name="T0" fmla="*/ 620 w 59"/>
                <a:gd name="T1" fmla="*/ 220 h 48"/>
                <a:gd name="T2" fmla="*/ 528 w 59"/>
                <a:gd name="T3" fmla="*/ 645 h 48"/>
                <a:gd name="T4" fmla="*/ 292 w 59"/>
                <a:gd name="T5" fmla="*/ 500 h 48"/>
                <a:gd name="T6" fmla="*/ 0 w 59"/>
                <a:gd name="T7" fmla="*/ 583 h 48"/>
                <a:gd name="T8" fmla="*/ 384 w 59"/>
                <a:gd name="T9" fmla="*/ 613 h 48"/>
                <a:gd name="T10" fmla="*/ 745 w 59"/>
                <a:gd name="T11" fmla="*/ 658 h 48"/>
                <a:gd name="T12" fmla="*/ 571 w 59"/>
                <a:gd name="T13" fmla="*/ 0 h 48"/>
                <a:gd name="T14" fmla="*/ 571 w 59"/>
                <a:gd name="T15" fmla="*/ 2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48">
                  <a:moveTo>
                    <a:pt x="40" y="14"/>
                  </a:moveTo>
                  <a:cubicBezTo>
                    <a:pt x="44" y="23"/>
                    <a:pt x="52" y="46"/>
                    <a:pt x="34" y="41"/>
                  </a:cubicBezTo>
                  <a:cubicBezTo>
                    <a:pt x="28" y="39"/>
                    <a:pt x="25" y="33"/>
                    <a:pt x="19" y="32"/>
                  </a:cubicBezTo>
                  <a:cubicBezTo>
                    <a:pt x="14" y="32"/>
                    <a:pt x="5" y="36"/>
                    <a:pt x="0" y="37"/>
                  </a:cubicBezTo>
                  <a:cubicBezTo>
                    <a:pt x="6" y="33"/>
                    <a:pt x="20" y="36"/>
                    <a:pt x="25" y="39"/>
                  </a:cubicBezTo>
                  <a:cubicBezTo>
                    <a:pt x="31" y="41"/>
                    <a:pt x="43" y="48"/>
                    <a:pt x="48" y="42"/>
                  </a:cubicBezTo>
                  <a:cubicBezTo>
                    <a:pt x="59" y="30"/>
                    <a:pt x="39" y="11"/>
                    <a:pt x="37" y="0"/>
                  </a:cubicBezTo>
                  <a:cubicBezTo>
                    <a:pt x="36" y="0"/>
                    <a:pt x="37" y="1"/>
                    <a:pt x="37" y="1"/>
                  </a:cubicBezTo>
                </a:path>
              </a:pathLst>
            </a:custGeom>
            <a:solidFill>
              <a:srgbClr val="B0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7" name="Freeform 410">
              <a:extLst>
                <a:ext uri="{FF2B5EF4-FFF2-40B4-BE49-F238E27FC236}">
                  <a16:creationId xmlns:a16="http://schemas.microsoft.com/office/drawing/2014/main" id="{11CBAD4E-B418-424E-8575-1E13E59A8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740"/>
              <a:ext cx="130" cy="102"/>
            </a:xfrm>
            <a:custGeom>
              <a:avLst/>
              <a:gdLst>
                <a:gd name="T0" fmla="*/ 33 w 52"/>
                <a:gd name="T1" fmla="*/ 279 h 41"/>
                <a:gd name="T2" fmla="*/ 345 w 52"/>
                <a:gd name="T3" fmla="*/ 619 h 41"/>
                <a:gd name="T4" fmla="*/ 583 w 52"/>
                <a:gd name="T5" fmla="*/ 587 h 41"/>
                <a:gd name="T6" fmla="*/ 813 w 52"/>
                <a:gd name="T7" fmla="*/ 537 h 41"/>
                <a:gd name="T8" fmla="*/ 238 w 52"/>
                <a:gd name="T9" fmla="*/ 445 h 41"/>
                <a:gd name="T10" fmla="*/ 113 w 52"/>
                <a:gd name="T11" fmla="*/ 199 h 41"/>
                <a:gd name="T12" fmla="*/ 270 w 52"/>
                <a:gd name="T13" fmla="*/ 0 h 41"/>
                <a:gd name="T14" fmla="*/ 0 w 52"/>
                <a:gd name="T15" fmla="*/ 259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41">
                  <a:moveTo>
                    <a:pt x="2" y="18"/>
                  </a:moveTo>
                  <a:cubicBezTo>
                    <a:pt x="0" y="27"/>
                    <a:pt x="14" y="38"/>
                    <a:pt x="22" y="40"/>
                  </a:cubicBezTo>
                  <a:cubicBezTo>
                    <a:pt x="28" y="41"/>
                    <a:pt x="32" y="40"/>
                    <a:pt x="37" y="38"/>
                  </a:cubicBezTo>
                  <a:cubicBezTo>
                    <a:pt x="42" y="36"/>
                    <a:pt x="48" y="37"/>
                    <a:pt x="52" y="35"/>
                  </a:cubicBezTo>
                  <a:cubicBezTo>
                    <a:pt x="40" y="39"/>
                    <a:pt x="24" y="38"/>
                    <a:pt x="15" y="29"/>
                  </a:cubicBezTo>
                  <a:cubicBezTo>
                    <a:pt x="9" y="24"/>
                    <a:pt x="7" y="21"/>
                    <a:pt x="7" y="13"/>
                  </a:cubicBezTo>
                  <a:cubicBezTo>
                    <a:pt x="8" y="5"/>
                    <a:pt x="10" y="4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</a:path>
              </a:pathLst>
            </a:custGeom>
            <a:solidFill>
              <a:srgbClr val="B0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8" name="Freeform 411">
              <a:extLst>
                <a:ext uri="{FF2B5EF4-FFF2-40B4-BE49-F238E27FC236}">
                  <a16:creationId xmlns:a16="http://schemas.microsoft.com/office/drawing/2014/main" id="{EDDFC0E7-5FD4-4309-8B0B-E80C558CE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945"/>
              <a:ext cx="145" cy="115"/>
            </a:xfrm>
            <a:custGeom>
              <a:avLst/>
              <a:gdLst>
                <a:gd name="T0" fmla="*/ 345 w 58"/>
                <a:gd name="T1" fmla="*/ 20 h 46"/>
                <a:gd name="T2" fmla="*/ 583 w 58"/>
                <a:gd name="T3" fmla="*/ 83 h 46"/>
                <a:gd name="T4" fmla="*/ 613 w 58"/>
                <a:gd name="T5" fmla="*/ 313 h 46"/>
                <a:gd name="T6" fmla="*/ 908 w 58"/>
                <a:gd name="T7" fmla="*/ 720 h 46"/>
                <a:gd name="T8" fmla="*/ 488 w 58"/>
                <a:gd name="T9" fmla="*/ 220 h 46"/>
                <a:gd name="T10" fmla="*/ 0 w 58"/>
                <a:gd name="T11" fmla="*/ 345 h 46"/>
                <a:gd name="T12" fmla="*/ 345 w 58"/>
                <a:gd name="T13" fmla="*/ 3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46">
                  <a:moveTo>
                    <a:pt x="22" y="1"/>
                  </a:moveTo>
                  <a:cubicBezTo>
                    <a:pt x="27" y="0"/>
                    <a:pt x="33" y="0"/>
                    <a:pt x="37" y="5"/>
                  </a:cubicBezTo>
                  <a:cubicBezTo>
                    <a:pt x="39" y="9"/>
                    <a:pt x="38" y="15"/>
                    <a:pt x="39" y="20"/>
                  </a:cubicBezTo>
                  <a:cubicBezTo>
                    <a:pt x="42" y="29"/>
                    <a:pt x="58" y="38"/>
                    <a:pt x="58" y="46"/>
                  </a:cubicBezTo>
                  <a:cubicBezTo>
                    <a:pt x="44" y="40"/>
                    <a:pt x="40" y="25"/>
                    <a:pt x="31" y="14"/>
                  </a:cubicBezTo>
                  <a:cubicBezTo>
                    <a:pt x="19" y="1"/>
                    <a:pt x="11" y="19"/>
                    <a:pt x="0" y="22"/>
                  </a:cubicBezTo>
                  <a:cubicBezTo>
                    <a:pt x="7" y="15"/>
                    <a:pt x="13" y="7"/>
                    <a:pt x="22" y="2"/>
                  </a:cubicBezTo>
                </a:path>
              </a:pathLst>
            </a:custGeom>
            <a:solidFill>
              <a:srgbClr val="B0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9" name="Freeform 412">
              <a:extLst>
                <a:ext uri="{FF2B5EF4-FFF2-40B4-BE49-F238E27FC236}">
                  <a16:creationId xmlns:a16="http://schemas.microsoft.com/office/drawing/2014/main" id="{B75F9C83-546E-46D6-800F-20055FABD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097"/>
              <a:ext cx="115" cy="40"/>
            </a:xfrm>
            <a:custGeom>
              <a:avLst/>
              <a:gdLst>
                <a:gd name="T0" fmla="*/ 20 w 46"/>
                <a:gd name="T1" fmla="*/ 50 h 16"/>
                <a:gd name="T2" fmla="*/ 395 w 46"/>
                <a:gd name="T3" fmla="*/ 238 h 16"/>
                <a:gd name="T4" fmla="*/ 720 w 46"/>
                <a:gd name="T5" fmla="*/ 63 h 16"/>
                <a:gd name="T6" fmla="*/ 345 w 46"/>
                <a:gd name="T7" fmla="*/ 145 h 16"/>
                <a:gd name="T8" fmla="*/ 0 w 46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6">
                  <a:moveTo>
                    <a:pt x="1" y="3"/>
                  </a:moveTo>
                  <a:cubicBezTo>
                    <a:pt x="9" y="9"/>
                    <a:pt x="15" y="14"/>
                    <a:pt x="25" y="15"/>
                  </a:cubicBezTo>
                  <a:cubicBezTo>
                    <a:pt x="34" y="16"/>
                    <a:pt x="38" y="7"/>
                    <a:pt x="46" y="4"/>
                  </a:cubicBezTo>
                  <a:cubicBezTo>
                    <a:pt x="37" y="6"/>
                    <a:pt x="31" y="12"/>
                    <a:pt x="22" y="9"/>
                  </a:cubicBezTo>
                  <a:cubicBezTo>
                    <a:pt x="16" y="7"/>
                    <a:pt x="4" y="4"/>
                    <a:pt x="0" y="0"/>
                  </a:cubicBezTo>
                </a:path>
              </a:pathLst>
            </a:custGeom>
            <a:solidFill>
              <a:srgbClr val="B0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0" name="Freeform 413">
              <a:extLst>
                <a:ext uri="{FF2B5EF4-FFF2-40B4-BE49-F238E27FC236}">
                  <a16:creationId xmlns:a16="http://schemas.microsoft.com/office/drawing/2014/main" id="{E23355A4-EB86-42DB-99D9-B0F06B75F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247"/>
              <a:ext cx="115" cy="128"/>
            </a:xfrm>
            <a:custGeom>
              <a:avLst/>
              <a:gdLst>
                <a:gd name="T0" fmla="*/ 313 w 46"/>
                <a:gd name="T1" fmla="*/ 83 h 51"/>
                <a:gd name="T2" fmla="*/ 520 w 46"/>
                <a:gd name="T3" fmla="*/ 409 h 51"/>
                <a:gd name="T4" fmla="*/ 283 w 46"/>
                <a:gd name="T5" fmla="*/ 535 h 51"/>
                <a:gd name="T6" fmla="*/ 145 w 46"/>
                <a:gd name="T7" fmla="*/ 806 h 51"/>
                <a:gd name="T8" fmla="*/ 250 w 46"/>
                <a:gd name="T9" fmla="*/ 492 h 51"/>
                <a:gd name="T10" fmla="*/ 520 w 46"/>
                <a:gd name="T11" fmla="*/ 301 h 51"/>
                <a:gd name="T12" fmla="*/ 300 w 46"/>
                <a:gd name="T13" fmla="*/ 113 h 51"/>
                <a:gd name="T14" fmla="*/ 0 w 46"/>
                <a:gd name="T15" fmla="*/ 176 h 51"/>
                <a:gd name="T16" fmla="*/ 33 w 46"/>
                <a:gd name="T17" fmla="*/ 14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51">
                  <a:moveTo>
                    <a:pt x="20" y="5"/>
                  </a:moveTo>
                  <a:cubicBezTo>
                    <a:pt x="33" y="0"/>
                    <a:pt x="46" y="17"/>
                    <a:pt x="33" y="26"/>
                  </a:cubicBezTo>
                  <a:cubicBezTo>
                    <a:pt x="28" y="30"/>
                    <a:pt x="22" y="30"/>
                    <a:pt x="18" y="34"/>
                  </a:cubicBezTo>
                  <a:cubicBezTo>
                    <a:pt x="12" y="38"/>
                    <a:pt x="11" y="45"/>
                    <a:pt x="9" y="51"/>
                  </a:cubicBezTo>
                  <a:cubicBezTo>
                    <a:pt x="12" y="43"/>
                    <a:pt x="10" y="37"/>
                    <a:pt x="16" y="31"/>
                  </a:cubicBezTo>
                  <a:cubicBezTo>
                    <a:pt x="21" y="27"/>
                    <a:pt x="31" y="25"/>
                    <a:pt x="33" y="19"/>
                  </a:cubicBezTo>
                  <a:cubicBezTo>
                    <a:pt x="35" y="13"/>
                    <a:pt x="24" y="7"/>
                    <a:pt x="19" y="7"/>
                  </a:cubicBezTo>
                  <a:cubicBezTo>
                    <a:pt x="14" y="6"/>
                    <a:pt x="5" y="10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</a:path>
              </a:pathLst>
            </a:custGeom>
            <a:solidFill>
              <a:srgbClr val="B0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Freeform 414">
              <a:extLst>
                <a:ext uri="{FF2B5EF4-FFF2-40B4-BE49-F238E27FC236}">
                  <a16:creationId xmlns:a16="http://schemas.microsoft.com/office/drawing/2014/main" id="{0D3999AD-C368-4E6D-9C11-C327AFF8E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217"/>
              <a:ext cx="205" cy="70"/>
            </a:xfrm>
            <a:custGeom>
              <a:avLst/>
              <a:gdLst>
                <a:gd name="T0" fmla="*/ 0 w 82"/>
                <a:gd name="T1" fmla="*/ 438 h 28"/>
                <a:gd name="T2" fmla="*/ 333 w 82"/>
                <a:gd name="T3" fmla="*/ 345 h 28"/>
                <a:gd name="T4" fmla="*/ 583 w 82"/>
                <a:gd name="T5" fmla="*/ 113 h 28"/>
                <a:gd name="T6" fmla="*/ 908 w 82"/>
                <a:gd name="T7" fmla="*/ 95 h 28"/>
                <a:gd name="T8" fmla="*/ 1283 w 82"/>
                <a:gd name="T9" fmla="*/ 125 h 28"/>
                <a:gd name="T10" fmla="*/ 988 w 82"/>
                <a:gd name="T11" fmla="*/ 50 h 28"/>
                <a:gd name="T12" fmla="*/ 658 w 82"/>
                <a:gd name="T13" fmla="*/ 20 h 28"/>
                <a:gd name="T14" fmla="*/ 408 w 82"/>
                <a:gd name="T15" fmla="*/ 175 h 28"/>
                <a:gd name="T16" fmla="*/ 113 w 82"/>
                <a:gd name="T17" fmla="*/ 37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28">
                  <a:moveTo>
                    <a:pt x="0" y="28"/>
                  </a:moveTo>
                  <a:cubicBezTo>
                    <a:pt x="7" y="25"/>
                    <a:pt x="14" y="25"/>
                    <a:pt x="21" y="22"/>
                  </a:cubicBezTo>
                  <a:cubicBezTo>
                    <a:pt x="27" y="18"/>
                    <a:pt x="31" y="11"/>
                    <a:pt x="37" y="7"/>
                  </a:cubicBezTo>
                  <a:cubicBezTo>
                    <a:pt x="43" y="2"/>
                    <a:pt x="51" y="5"/>
                    <a:pt x="58" y="6"/>
                  </a:cubicBezTo>
                  <a:cubicBezTo>
                    <a:pt x="66" y="7"/>
                    <a:pt x="76" y="6"/>
                    <a:pt x="82" y="8"/>
                  </a:cubicBezTo>
                  <a:cubicBezTo>
                    <a:pt x="76" y="8"/>
                    <a:pt x="70" y="4"/>
                    <a:pt x="63" y="3"/>
                  </a:cubicBezTo>
                  <a:cubicBezTo>
                    <a:pt x="57" y="2"/>
                    <a:pt x="49" y="0"/>
                    <a:pt x="42" y="1"/>
                  </a:cubicBezTo>
                  <a:cubicBezTo>
                    <a:pt x="35" y="1"/>
                    <a:pt x="30" y="5"/>
                    <a:pt x="26" y="11"/>
                  </a:cubicBezTo>
                  <a:cubicBezTo>
                    <a:pt x="20" y="18"/>
                    <a:pt x="14" y="19"/>
                    <a:pt x="7" y="24"/>
                  </a:cubicBezTo>
                </a:path>
              </a:pathLst>
            </a:custGeom>
            <a:solidFill>
              <a:srgbClr val="B0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2" name="Freeform 415">
              <a:extLst>
                <a:ext uri="{FF2B5EF4-FFF2-40B4-BE49-F238E27FC236}">
                  <a16:creationId xmlns:a16="http://schemas.microsoft.com/office/drawing/2014/main" id="{2D960C7F-6357-433F-AA6C-01D85A893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242"/>
              <a:ext cx="265" cy="68"/>
            </a:xfrm>
            <a:custGeom>
              <a:avLst/>
              <a:gdLst>
                <a:gd name="T0" fmla="*/ 488 w 106"/>
                <a:gd name="T1" fmla="*/ 146 h 27"/>
                <a:gd name="T2" fmla="*/ 1063 w 106"/>
                <a:gd name="T3" fmla="*/ 159 h 27"/>
                <a:gd name="T4" fmla="*/ 1658 w 106"/>
                <a:gd name="T5" fmla="*/ 431 h 27"/>
                <a:gd name="T6" fmla="*/ 1283 w 106"/>
                <a:gd name="T7" fmla="*/ 191 h 27"/>
                <a:gd name="T8" fmla="*/ 938 w 106"/>
                <a:gd name="T9" fmla="*/ 33 h 27"/>
                <a:gd name="T10" fmla="*/ 520 w 106"/>
                <a:gd name="T11" fmla="*/ 113 h 27"/>
                <a:gd name="T12" fmla="*/ 0 w 106"/>
                <a:gd name="T13" fmla="*/ 12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27">
                  <a:moveTo>
                    <a:pt x="31" y="9"/>
                  </a:moveTo>
                  <a:cubicBezTo>
                    <a:pt x="44" y="8"/>
                    <a:pt x="56" y="4"/>
                    <a:pt x="68" y="10"/>
                  </a:cubicBezTo>
                  <a:cubicBezTo>
                    <a:pt x="81" y="16"/>
                    <a:pt x="95" y="21"/>
                    <a:pt x="106" y="27"/>
                  </a:cubicBezTo>
                  <a:cubicBezTo>
                    <a:pt x="96" y="26"/>
                    <a:pt x="89" y="17"/>
                    <a:pt x="82" y="12"/>
                  </a:cubicBezTo>
                  <a:cubicBezTo>
                    <a:pt x="74" y="7"/>
                    <a:pt x="68" y="4"/>
                    <a:pt x="60" y="2"/>
                  </a:cubicBezTo>
                  <a:cubicBezTo>
                    <a:pt x="50" y="0"/>
                    <a:pt x="42" y="4"/>
                    <a:pt x="33" y="7"/>
                  </a:cubicBezTo>
                  <a:cubicBezTo>
                    <a:pt x="23" y="11"/>
                    <a:pt x="11" y="8"/>
                    <a:pt x="0" y="8"/>
                  </a:cubicBezTo>
                </a:path>
              </a:pathLst>
            </a:custGeom>
            <a:solidFill>
              <a:srgbClr val="B0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3" name="Freeform 416">
              <a:extLst>
                <a:ext uri="{FF2B5EF4-FFF2-40B4-BE49-F238E27FC236}">
                  <a16:creationId xmlns:a16="http://schemas.microsoft.com/office/drawing/2014/main" id="{53EF6E95-391D-4406-829E-142C7ECA9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1995"/>
              <a:ext cx="217" cy="45"/>
            </a:xfrm>
            <a:custGeom>
              <a:avLst/>
              <a:gdLst>
                <a:gd name="T0" fmla="*/ 229 w 87"/>
                <a:gd name="T1" fmla="*/ 158 h 18"/>
                <a:gd name="T2" fmla="*/ 511 w 87"/>
                <a:gd name="T3" fmla="*/ 83 h 18"/>
                <a:gd name="T4" fmla="*/ 791 w 87"/>
                <a:gd name="T5" fmla="*/ 158 h 18"/>
                <a:gd name="T6" fmla="*/ 1100 w 87"/>
                <a:gd name="T7" fmla="*/ 188 h 18"/>
                <a:gd name="T8" fmla="*/ 1349 w 87"/>
                <a:gd name="T9" fmla="*/ 188 h 18"/>
                <a:gd name="T10" fmla="*/ 653 w 87"/>
                <a:gd name="T11" fmla="*/ 83 h 18"/>
                <a:gd name="T12" fmla="*/ 312 w 87"/>
                <a:gd name="T13" fmla="*/ 50 h 18"/>
                <a:gd name="T14" fmla="*/ 0 w 87"/>
                <a:gd name="T15" fmla="*/ 283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18">
                  <a:moveTo>
                    <a:pt x="15" y="10"/>
                  </a:moveTo>
                  <a:cubicBezTo>
                    <a:pt x="21" y="8"/>
                    <a:pt x="26" y="5"/>
                    <a:pt x="33" y="5"/>
                  </a:cubicBezTo>
                  <a:cubicBezTo>
                    <a:pt x="39" y="5"/>
                    <a:pt x="45" y="8"/>
                    <a:pt x="51" y="10"/>
                  </a:cubicBezTo>
                  <a:cubicBezTo>
                    <a:pt x="57" y="11"/>
                    <a:pt x="64" y="12"/>
                    <a:pt x="71" y="12"/>
                  </a:cubicBezTo>
                  <a:cubicBezTo>
                    <a:pt x="77" y="11"/>
                    <a:pt x="82" y="9"/>
                    <a:pt x="87" y="12"/>
                  </a:cubicBezTo>
                  <a:cubicBezTo>
                    <a:pt x="72" y="9"/>
                    <a:pt x="57" y="8"/>
                    <a:pt x="42" y="5"/>
                  </a:cubicBezTo>
                  <a:cubicBezTo>
                    <a:pt x="35" y="3"/>
                    <a:pt x="28" y="0"/>
                    <a:pt x="20" y="3"/>
                  </a:cubicBezTo>
                  <a:cubicBezTo>
                    <a:pt x="13" y="5"/>
                    <a:pt x="5" y="18"/>
                    <a:pt x="0" y="18"/>
                  </a:cubicBezTo>
                </a:path>
              </a:pathLst>
            </a:custGeom>
            <a:solidFill>
              <a:srgbClr val="B0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4" name="Freeform 417">
              <a:extLst>
                <a:ext uri="{FF2B5EF4-FFF2-40B4-BE49-F238E27FC236}">
                  <a16:creationId xmlns:a16="http://schemas.microsoft.com/office/drawing/2014/main" id="{F821C19C-D086-44BB-94B2-0BD3DA039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032"/>
              <a:ext cx="192" cy="33"/>
            </a:xfrm>
            <a:custGeom>
              <a:avLst/>
              <a:gdLst>
                <a:gd name="T0" fmla="*/ 199 w 77"/>
                <a:gd name="T1" fmla="*/ 180 h 13"/>
                <a:gd name="T2" fmla="*/ 778 w 77"/>
                <a:gd name="T3" fmla="*/ 213 h 13"/>
                <a:gd name="T4" fmla="*/ 1194 w 77"/>
                <a:gd name="T5" fmla="*/ 0 h 13"/>
                <a:gd name="T6" fmla="*/ 915 w 77"/>
                <a:gd name="T7" fmla="*/ 84 h 13"/>
                <a:gd name="T8" fmla="*/ 633 w 77"/>
                <a:gd name="T9" fmla="*/ 180 h 13"/>
                <a:gd name="T10" fmla="*/ 324 w 77"/>
                <a:gd name="T11" fmla="*/ 147 h 13"/>
                <a:gd name="T12" fmla="*/ 0 w 77"/>
                <a:gd name="T13" fmla="*/ 14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3">
                  <a:moveTo>
                    <a:pt x="13" y="11"/>
                  </a:moveTo>
                  <a:cubicBezTo>
                    <a:pt x="26" y="11"/>
                    <a:pt x="38" y="13"/>
                    <a:pt x="50" y="13"/>
                  </a:cubicBezTo>
                  <a:cubicBezTo>
                    <a:pt x="62" y="13"/>
                    <a:pt x="66" y="3"/>
                    <a:pt x="77" y="0"/>
                  </a:cubicBezTo>
                  <a:cubicBezTo>
                    <a:pt x="72" y="3"/>
                    <a:pt x="65" y="2"/>
                    <a:pt x="59" y="5"/>
                  </a:cubicBezTo>
                  <a:cubicBezTo>
                    <a:pt x="52" y="7"/>
                    <a:pt x="49" y="11"/>
                    <a:pt x="41" y="11"/>
                  </a:cubicBezTo>
                  <a:cubicBezTo>
                    <a:pt x="34" y="11"/>
                    <a:pt x="28" y="9"/>
                    <a:pt x="21" y="9"/>
                  </a:cubicBezTo>
                  <a:cubicBezTo>
                    <a:pt x="15" y="8"/>
                    <a:pt x="6" y="12"/>
                    <a:pt x="0" y="9"/>
                  </a:cubicBezTo>
                </a:path>
              </a:pathLst>
            </a:custGeom>
            <a:solidFill>
              <a:srgbClr val="B0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Freeform 418">
              <a:extLst>
                <a:ext uri="{FF2B5EF4-FFF2-40B4-BE49-F238E27FC236}">
                  <a16:creationId xmlns:a16="http://schemas.microsoft.com/office/drawing/2014/main" id="{A143AFBA-2501-4783-A82B-CC3744E3A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115"/>
              <a:ext cx="95" cy="122"/>
            </a:xfrm>
            <a:custGeom>
              <a:avLst/>
              <a:gdLst>
                <a:gd name="T0" fmla="*/ 20 w 38"/>
                <a:gd name="T1" fmla="*/ 137 h 49"/>
                <a:gd name="T2" fmla="*/ 333 w 38"/>
                <a:gd name="T3" fmla="*/ 30 h 49"/>
                <a:gd name="T4" fmla="*/ 595 w 38"/>
                <a:gd name="T5" fmla="*/ 321 h 49"/>
                <a:gd name="T6" fmla="*/ 208 w 38"/>
                <a:gd name="T7" fmla="*/ 124 h 49"/>
                <a:gd name="T8" fmla="*/ 425 w 38"/>
                <a:gd name="T9" fmla="*/ 371 h 49"/>
                <a:gd name="T10" fmla="*/ 375 w 38"/>
                <a:gd name="T11" fmla="*/ 757 h 49"/>
                <a:gd name="T12" fmla="*/ 375 w 38"/>
                <a:gd name="T13" fmla="*/ 371 h 49"/>
                <a:gd name="T14" fmla="*/ 83 w 38"/>
                <a:gd name="T15" fmla="*/ 92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9">
                  <a:moveTo>
                    <a:pt x="1" y="9"/>
                  </a:moveTo>
                  <a:cubicBezTo>
                    <a:pt x="0" y="0"/>
                    <a:pt x="15" y="1"/>
                    <a:pt x="21" y="2"/>
                  </a:cubicBezTo>
                  <a:cubicBezTo>
                    <a:pt x="30" y="5"/>
                    <a:pt x="33" y="14"/>
                    <a:pt x="38" y="21"/>
                  </a:cubicBezTo>
                  <a:cubicBezTo>
                    <a:pt x="32" y="15"/>
                    <a:pt x="22" y="4"/>
                    <a:pt x="13" y="8"/>
                  </a:cubicBezTo>
                  <a:cubicBezTo>
                    <a:pt x="15" y="14"/>
                    <a:pt x="24" y="19"/>
                    <a:pt x="27" y="24"/>
                  </a:cubicBezTo>
                  <a:cubicBezTo>
                    <a:pt x="31" y="31"/>
                    <a:pt x="32" y="45"/>
                    <a:pt x="24" y="49"/>
                  </a:cubicBezTo>
                  <a:cubicBezTo>
                    <a:pt x="25" y="41"/>
                    <a:pt x="29" y="32"/>
                    <a:pt x="24" y="24"/>
                  </a:cubicBezTo>
                  <a:cubicBezTo>
                    <a:pt x="19" y="15"/>
                    <a:pt x="7" y="15"/>
                    <a:pt x="5" y="6"/>
                  </a:cubicBezTo>
                </a:path>
              </a:pathLst>
            </a:custGeom>
            <a:solidFill>
              <a:srgbClr val="B0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6" name="Freeform 419">
              <a:extLst>
                <a:ext uri="{FF2B5EF4-FFF2-40B4-BE49-F238E27FC236}">
                  <a16:creationId xmlns:a16="http://schemas.microsoft.com/office/drawing/2014/main" id="{225DAE7C-7D95-4C34-8EA5-257549FC9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87"/>
              <a:ext cx="178" cy="80"/>
            </a:xfrm>
            <a:custGeom>
              <a:avLst/>
              <a:gdLst>
                <a:gd name="T0" fmla="*/ 113 w 71"/>
                <a:gd name="T1" fmla="*/ 145 h 32"/>
                <a:gd name="T2" fmla="*/ 534 w 71"/>
                <a:gd name="T3" fmla="*/ 375 h 32"/>
                <a:gd name="T4" fmla="*/ 1118 w 71"/>
                <a:gd name="T5" fmla="*/ 395 h 32"/>
                <a:gd name="T6" fmla="*/ 491 w 71"/>
                <a:gd name="T7" fmla="*/ 283 h 32"/>
                <a:gd name="T8" fmla="*/ 238 w 71"/>
                <a:gd name="T9" fmla="*/ 113 h 32"/>
                <a:gd name="T10" fmla="*/ 125 w 71"/>
                <a:gd name="T11" fmla="*/ 113 h 32"/>
                <a:gd name="T12" fmla="*/ 0 w 71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32">
                  <a:moveTo>
                    <a:pt x="7" y="9"/>
                  </a:moveTo>
                  <a:cubicBezTo>
                    <a:pt x="13" y="15"/>
                    <a:pt x="25" y="22"/>
                    <a:pt x="34" y="24"/>
                  </a:cubicBezTo>
                  <a:cubicBezTo>
                    <a:pt x="44" y="27"/>
                    <a:pt x="62" y="32"/>
                    <a:pt x="71" y="25"/>
                  </a:cubicBezTo>
                  <a:cubicBezTo>
                    <a:pt x="56" y="28"/>
                    <a:pt x="45" y="23"/>
                    <a:pt x="31" y="18"/>
                  </a:cubicBezTo>
                  <a:cubicBezTo>
                    <a:pt x="25" y="16"/>
                    <a:pt x="21" y="10"/>
                    <a:pt x="15" y="7"/>
                  </a:cubicBezTo>
                  <a:cubicBezTo>
                    <a:pt x="12" y="6"/>
                    <a:pt x="10" y="8"/>
                    <a:pt x="8" y="7"/>
                  </a:cubicBezTo>
                  <a:cubicBezTo>
                    <a:pt x="5" y="5"/>
                    <a:pt x="2" y="2"/>
                    <a:pt x="0" y="0"/>
                  </a:cubicBezTo>
                </a:path>
              </a:pathLst>
            </a:custGeom>
            <a:solidFill>
              <a:srgbClr val="B0B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7" name="Freeform 420">
              <a:extLst>
                <a:ext uri="{FF2B5EF4-FFF2-40B4-BE49-F238E27FC236}">
                  <a16:creationId xmlns:a16="http://schemas.microsoft.com/office/drawing/2014/main" id="{D34055C5-475B-4589-8260-3EBADF42F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247"/>
              <a:ext cx="127" cy="158"/>
            </a:xfrm>
            <a:custGeom>
              <a:avLst/>
              <a:gdLst>
                <a:gd name="T0" fmla="*/ 105 w 51"/>
                <a:gd name="T1" fmla="*/ 0 h 63"/>
                <a:gd name="T2" fmla="*/ 321 w 51"/>
                <a:gd name="T3" fmla="*/ 554 h 63"/>
                <a:gd name="T4" fmla="*/ 787 w 51"/>
                <a:gd name="T5" fmla="*/ 913 h 63"/>
                <a:gd name="T6" fmla="*/ 725 w 51"/>
                <a:gd name="T7" fmla="*/ 805 h 63"/>
                <a:gd name="T8" fmla="*/ 354 w 51"/>
                <a:gd name="T9" fmla="*/ 504 h 63"/>
                <a:gd name="T10" fmla="*/ 167 w 51"/>
                <a:gd name="T11" fmla="*/ 283 h 63"/>
                <a:gd name="T12" fmla="*/ 92 w 51"/>
                <a:gd name="T13" fmla="*/ 2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63">
                  <a:moveTo>
                    <a:pt x="7" y="0"/>
                  </a:moveTo>
                  <a:cubicBezTo>
                    <a:pt x="0" y="13"/>
                    <a:pt x="14" y="25"/>
                    <a:pt x="21" y="35"/>
                  </a:cubicBezTo>
                  <a:cubicBezTo>
                    <a:pt x="29" y="45"/>
                    <a:pt x="34" y="63"/>
                    <a:pt x="51" y="58"/>
                  </a:cubicBezTo>
                  <a:cubicBezTo>
                    <a:pt x="46" y="58"/>
                    <a:pt x="46" y="54"/>
                    <a:pt x="47" y="51"/>
                  </a:cubicBezTo>
                  <a:cubicBezTo>
                    <a:pt x="37" y="55"/>
                    <a:pt x="29" y="38"/>
                    <a:pt x="23" y="32"/>
                  </a:cubicBezTo>
                  <a:cubicBezTo>
                    <a:pt x="19" y="27"/>
                    <a:pt x="14" y="23"/>
                    <a:pt x="11" y="18"/>
                  </a:cubicBezTo>
                  <a:cubicBezTo>
                    <a:pt x="9" y="15"/>
                    <a:pt x="3" y="3"/>
                    <a:pt x="6" y="1"/>
                  </a:cubicBezTo>
                </a:path>
              </a:pathLst>
            </a:custGeom>
            <a:solidFill>
              <a:srgbClr val="B0B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8" name="Freeform 421">
              <a:extLst>
                <a:ext uri="{FF2B5EF4-FFF2-40B4-BE49-F238E27FC236}">
                  <a16:creationId xmlns:a16="http://schemas.microsoft.com/office/drawing/2014/main" id="{28612BF8-9C5C-44D9-807F-2E6456DEF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465"/>
              <a:ext cx="130" cy="107"/>
            </a:xfrm>
            <a:custGeom>
              <a:avLst/>
              <a:gdLst>
                <a:gd name="T0" fmla="*/ 220 w 52"/>
                <a:gd name="T1" fmla="*/ 0 h 43"/>
                <a:gd name="T2" fmla="*/ 188 w 52"/>
                <a:gd name="T3" fmla="*/ 570 h 43"/>
                <a:gd name="T4" fmla="*/ 500 w 52"/>
                <a:gd name="T5" fmla="*/ 587 h 43"/>
                <a:gd name="T6" fmla="*/ 813 w 52"/>
                <a:gd name="T7" fmla="*/ 557 h 43"/>
                <a:gd name="T8" fmla="*/ 345 w 52"/>
                <a:gd name="T9" fmla="*/ 557 h 43"/>
                <a:gd name="T10" fmla="*/ 208 w 52"/>
                <a:gd name="T11" fmla="*/ 15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43">
                  <a:moveTo>
                    <a:pt x="14" y="0"/>
                  </a:moveTo>
                  <a:cubicBezTo>
                    <a:pt x="3" y="10"/>
                    <a:pt x="0" y="28"/>
                    <a:pt x="12" y="37"/>
                  </a:cubicBezTo>
                  <a:cubicBezTo>
                    <a:pt x="19" y="43"/>
                    <a:pt x="23" y="41"/>
                    <a:pt x="32" y="38"/>
                  </a:cubicBezTo>
                  <a:cubicBezTo>
                    <a:pt x="38" y="36"/>
                    <a:pt x="45" y="37"/>
                    <a:pt x="52" y="36"/>
                  </a:cubicBezTo>
                  <a:cubicBezTo>
                    <a:pt x="45" y="30"/>
                    <a:pt x="30" y="38"/>
                    <a:pt x="22" y="36"/>
                  </a:cubicBezTo>
                  <a:cubicBezTo>
                    <a:pt x="6" y="34"/>
                    <a:pt x="12" y="22"/>
                    <a:pt x="13" y="10"/>
                  </a:cubicBezTo>
                </a:path>
              </a:pathLst>
            </a:custGeom>
            <a:solidFill>
              <a:srgbClr val="B0B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422">
              <a:extLst>
                <a:ext uri="{FF2B5EF4-FFF2-40B4-BE49-F238E27FC236}">
                  <a16:creationId xmlns:a16="http://schemas.microsoft.com/office/drawing/2014/main" id="{55ABCA2D-1FB8-420D-96DD-F55A1E4E5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417"/>
              <a:ext cx="75" cy="105"/>
            </a:xfrm>
            <a:custGeom>
              <a:avLst/>
              <a:gdLst>
                <a:gd name="T0" fmla="*/ 0 w 30"/>
                <a:gd name="T1" fmla="*/ 645 h 42"/>
                <a:gd name="T2" fmla="*/ 425 w 30"/>
                <a:gd name="T3" fmla="*/ 488 h 42"/>
                <a:gd name="T4" fmla="*/ 313 w 30"/>
                <a:gd name="T5" fmla="*/ 0 h 42"/>
                <a:gd name="T6" fmla="*/ 345 w 30"/>
                <a:gd name="T7" fmla="*/ 333 h 42"/>
                <a:gd name="T8" fmla="*/ 113 w 30"/>
                <a:gd name="T9" fmla="*/ 6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2">
                  <a:moveTo>
                    <a:pt x="0" y="41"/>
                  </a:moveTo>
                  <a:cubicBezTo>
                    <a:pt x="8" y="42"/>
                    <a:pt x="24" y="42"/>
                    <a:pt x="27" y="31"/>
                  </a:cubicBezTo>
                  <a:cubicBezTo>
                    <a:pt x="30" y="20"/>
                    <a:pt x="18" y="11"/>
                    <a:pt x="20" y="0"/>
                  </a:cubicBezTo>
                  <a:cubicBezTo>
                    <a:pt x="15" y="5"/>
                    <a:pt x="21" y="14"/>
                    <a:pt x="22" y="21"/>
                  </a:cubicBezTo>
                  <a:cubicBezTo>
                    <a:pt x="23" y="35"/>
                    <a:pt x="16" y="32"/>
                    <a:pt x="7" y="39"/>
                  </a:cubicBezTo>
                </a:path>
              </a:pathLst>
            </a:custGeom>
            <a:solidFill>
              <a:srgbClr val="B0B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423">
              <a:extLst>
                <a:ext uri="{FF2B5EF4-FFF2-40B4-BE49-F238E27FC236}">
                  <a16:creationId xmlns:a16="http://schemas.microsoft.com/office/drawing/2014/main" id="{731570E8-3D94-4386-B388-B5330FEF2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312"/>
              <a:ext cx="87" cy="73"/>
            </a:xfrm>
            <a:custGeom>
              <a:avLst/>
              <a:gdLst>
                <a:gd name="T0" fmla="*/ 537 w 35"/>
                <a:gd name="T1" fmla="*/ 0 h 29"/>
                <a:gd name="T2" fmla="*/ 445 w 35"/>
                <a:gd name="T3" fmla="*/ 400 h 29"/>
                <a:gd name="T4" fmla="*/ 0 w 35"/>
                <a:gd name="T5" fmla="*/ 463 h 29"/>
                <a:gd name="T6" fmla="*/ 75 w 35"/>
                <a:gd name="T7" fmla="*/ 284 h 29"/>
                <a:gd name="T8" fmla="*/ 291 w 35"/>
                <a:gd name="T9" fmla="*/ 254 h 29"/>
                <a:gd name="T10" fmla="*/ 462 w 35"/>
                <a:gd name="T11" fmla="*/ 242 h 29"/>
                <a:gd name="T12" fmla="*/ 507 w 35"/>
                <a:gd name="T13" fmla="*/ 50 h 29"/>
                <a:gd name="T14" fmla="*/ 507 w 35"/>
                <a:gd name="T15" fmla="*/ 2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9">
                  <a:moveTo>
                    <a:pt x="35" y="0"/>
                  </a:moveTo>
                  <a:cubicBezTo>
                    <a:pt x="35" y="9"/>
                    <a:pt x="33" y="16"/>
                    <a:pt x="29" y="25"/>
                  </a:cubicBezTo>
                  <a:cubicBezTo>
                    <a:pt x="19" y="23"/>
                    <a:pt x="4" y="14"/>
                    <a:pt x="0" y="29"/>
                  </a:cubicBezTo>
                  <a:cubicBezTo>
                    <a:pt x="2" y="25"/>
                    <a:pt x="1" y="21"/>
                    <a:pt x="5" y="18"/>
                  </a:cubicBezTo>
                  <a:cubicBezTo>
                    <a:pt x="8" y="17"/>
                    <a:pt x="16" y="16"/>
                    <a:pt x="19" y="16"/>
                  </a:cubicBezTo>
                  <a:cubicBezTo>
                    <a:pt x="24" y="16"/>
                    <a:pt x="26" y="20"/>
                    <a:pt x="30" y="15"/>
                  </a:cubicBezTo>
                  <a:cubicBezTo>
                    <a:pt x="32" y="11"/>
                    <a:pt x="28" y="5"/>
                    <a:pt x="33" y="3"/>
                  </a:cubicBezTo>
                  <a:cubicBezTo>
                    <a:pt x="33" y="2"/>
                    <a:pt x="33" y="1"/>
                    <a:pt x="33" y="1"/>
                  </a:cubicBezTo>
                </a:path>
              </a:pathLst>
            </a:custGeom>
            <a:solidFill>
              <a:srgbClr val="B0B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Freeform 424">
              <a:extLst>
                <a:ext uri="{FF2B5EF4-FFF2-40B4-BE49-F238E27FC236}">
                  <a16:creationId xmlns:a16="http://schemas.microsoft.com/office/drawing/2014/main" id="{37C0BE10-AD64-4B31-92FE-8CE7016B7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185"/>
              <a:ext cx="90" cy="25"/>
            </a:xfrm>
            <a:custGeom>
              <a:avLst/>
              <a:gdLst>
                <a:gd name="T0" fmla="*/ 0 w 36"/>
                <a:gd name="T1" fmla="*/ 125 h 10"/>
                <a:gd name="T2" fmla="*/ 250 w 36"/>
                <a:gd name="T3" fmla="*/ 33 h 10"/>
                <a:gd name="T4" fmla="*/ 408 w 36"/>
                <a:gd name="T5" fmla="*/ 83 h 10"/>
                <a:gd name="T6" fmla="*/ 563 w 36"/>
                <a:gd name="T7" fmla="*/ 63 h 10"/>
                <a:gd name="T8" fmla="*/ 113 w 36"/>
                <a:gd name="T9" fmla="*/ 8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0">
                  <a:moveTo>
                    <a:pt x="0" y="8"/>
                  </a:moveTo>
                  <a:cubicBezTo>
                    <a:pt x="8" y="7"/>
                    <a:pt x="7" y="0"/>
                    <a:pt x="16" y="2"/>
                  </a:cubicBezTo>
                  <a:cubicBezTo>
                    <a:pt x="19" y="3"/>
                    <a:pt x="23" y="5"/>
                    <a:pt x="26" y="5"/>
                  </a:cubicBezTo>
                  <a:cubicBezTo>
                    <a:pt x="30" y="5"/>
                    <a:pt x="33" y="4"/>
                    <a:pt x="36" y="4"/>
                  </a:cubicBezTo>
                  <a:cubicBezTo>
                    <a:pt x="26" y="10"/>
                    <a:pt x="17" y="1"/>
                    <a:pt x="7" y="5"/>
                  </a:cubicBezTo>
                </a:path>
              </a:pathLst>
            </a:custGeom>
            <a:solidFill>
              <a:srgbClr val="B0B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2" name="Freeform 425">
              <a:extLst>
                <a:ext uri="{FF2B5EF4-FFF2-40B4-BE49-F238E27FC236}">
                  <a16:creationId xmlns:a16="http://schemas.microsoft.com/office/drawing/2014/main" id="{14E7BBE5-8F16-4B04-85A9-1FE112946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855"/>
              <a:ext cx="50" cy="65"/>
            </a:xfrm>
            <a:custGeom>
              <a:avLst/>
              <a:gdLst>
                <a:gd name="T0" fmla="*/ 20 w 20"/>
                <a:gd name="T1" fmla="*/ 20 h 26"/>
                <a:gd name="T2" fmla="*/ 300 w 20"/>
                <a:gd name="T3" fmla="*/ 220 h 26"/>
                <a:gd name="T4" fmla="*/ 0 w 20"/>
                <a:gd name="T5" fmla="*/ 408 h 26"/>
                <a:gd name="T6" fmla="*/ 188 w 20"/>
                <a:gd name="T7" fmla="*/ 220 h 26"/>
                <a:gd name="T8" fmla="*/ 50 w 20"/>
                <a:gd name="T9" fmla="*/ 3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6">
                  <a:moveTo>
                    <a:pt x="1" y="1"/>
                  </a:moveTo>
                  <a:cubicBezTo>
                    <a:pt x="7" y="0"/>
                    <a:pt x="18" y="8"/>
                    <a:pt x="19" y="14"/>
                  </a:cubicBezTo>
                  <a:cubicBezTo>
                    <a:pt x="20" y="23"/>
                    <a:pt x="6" y="23"/>
                    <a:pt x="0" y="26"/>
                  </a:cubicBezTo>
                  <a:cubicBezTo>
                    <a:pt x="5" y="24"/>
                    <a:pt x="12" y="19"/>
                    <a:pt x="12" y="14"/>
                  </a:cubicBezTo>
                  <a:cubicBezTo>
                    <a:pt x="13" y="7"/>
                    <a:pt x="7" y="5"/>
                    <a:pt x="3" y="2"/>
                  </a:cubicBezTo>
                </a:path>
              </a:pathLst>
            </a:custGeom>
            <a:solidFill>
              <a:srgbClr val="B0B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3" name="Freeform 426">
              <a:extLst>
                <a:ext uri="{FF2B5EF4-FFF2-40B4-BE49-F238E27FC236}">
                  <a16:creationId xmlns:a16="http://schemas.microsoft.com/office/drawing/2014/main" id="{E5F0CCBC-DC87-4F8D-A1D3-5E43DC15D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687"/>
              <a:ext cx="62" cy="128"/>
            </a:xfrm>
            <a:custGeom>
              <a:avLst/>
              <a:gdLst>
                <a:gd name="T0" fmla="*/ 382 w 25"/>
                <a:gd name="T1" fmla="*/ 0 h 51"/>
                <a:gd name="T2" fmla="*/ 290 w 25"/>
                <a:gd name="T3" fmla="*/ 567 h 51"/>
                <a:gd name="T4" fmla="*/ 42 w 25"/>
                <a:gd name="T5" fmla="*/ 238 h 51"/>
                <a:gd name="T6" fmla="*/ 196 w 25"/>
                <a:gd name="T7" fmla="*/ 504 h 51"/>
                <a:gd name="T8" fmla="*/ 290 w 25"/>
                <a:gd name="T9" fmla="*/ 37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1">
                  <a:moveTo>
                    <a:pt x="25" y="0"/>
                  </a:moveTo>
                  <a:cubicBezTo>
                    <a:pt x="18" y="11"/>
                    <a:pt x="23" y="25"/>
                    <a:pt x="19" y="36"/>
                  </a:cubicBezTo>
                  <a:cubicBezTo>
                    <a:pt x="14" y="51"/>
                    <a:pt x="0" y="22"/>
                    <a:pt x="3" y="15"/>
                  </a:cubicBezTo>
                  <a:cubicBezTo>
                    <a:pt x="3" y="22"/>
                    <a:pt x="7" y="28"/>
                    <a:pt x="13" y="32"/>
                  </a:cubicBezTo>
                  <a:cubicBezTo>
                    <a:pt x="16" y="30"/>
                    <a:pt x="17" y="27"/>
                    <a:pt x="19" y="24"/>
                  </a:cubicBezTo>
                </a:path>
              </a:pathLst>
            </a:custGeom>
            <a:solidFill>
              <a:srgbClr val="B0B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4" name="Freeform 427">
              <a:extLst>
                <a:ext uri="{FF2B5EF4-FFF2-40B4-BE49-F238E27FC236}">
                  <a16:creationId xmlns:a16="http://schemas.microsoft.com/office/drawing/2014/main" id="{ABB3B063-C49D-4CF3-9437-50BECB23F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270"/>
              <a:ext cx="93" cy="80"/>
            </a:xfrm>
            <a:custGeom>
              <a:avLst/>
              <a:gdLst>
                <a:gd name="T0" fmla="*/ 284 w 37"/>
                <a:gd name="T1" fmla="*/ 158 h 32"/>
                <a:gd name="T2" fmla="*/ 410 w 37"/>
                <a:gd name="T3" fmla="*/ 270 h 32"/>
                <a:gd name="T4" fmla="*/ 0 w 37"/>
                <a:gd name="T5" fmla="*/ 500 h 32"/>
                <a:gd name="T6" fmla="*/ 538 w 37"/>
                <a:gd name="T7" fmla="*/ 188 h 32"/>
                <a:gd name="T8" fmla="*/ 493 w 37"/>
                <a:gd name="T9" fmla="*/ 20 h 32"/>
                <a:gd name="T10" fmla="*/ 221 w 37"/>
                <a:gd name="T11" fmla="*/ 14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2">
                  <a:moveTo>
                    <a:pt x="18" y="10"/>
                  </a:moveTo>
                  <a:cubicBezTo>
                    <a:pt x="23" y="0"/>
                    <a:pt x="32" y="8"/>
                    <a:pt x="26" y="17"/>
                  </a:cubicBezTo>
                  <a:cubicBezTo>
                    <a:pt x="19" y="25"/>
                    <a:pt x="8" y="27"/>
                    <a:pt x="0" y="32"/>
                  </a:cubicBezTo>
                  <a:cubicBezTo>
                    <a:pt x="12" y="30"/>
                    <a:pt x="28" y="22"/>
                    <a:pt x="34" y="12"/>
                  </a:cubicBezTo>
                  <a:cubicBezTo>
                    <a:pt x="37" y="7"/>
                    <a:pt x="37" y="2"/>
                    <a:pt x="31" y="1"/>
                  </a:cubicBezTo>
                  <a:cubicBezTo>
                    <a:pt x="25" y="0"/>
                    <a:pt x="18" y="6"/>
                    <a:pt x="14" y="9"/>
                  </a:cubicBezTo>
                </a:path>
              </a:pathLst>
            </a:custGeom>
            <a:solidFill>
              <a:srgbClr val="B0B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5" name="Freeform 428">
              <a:extLst>
                <a:ext uri="{FF2B5EF4-FFF2-40B4-BE49-F238E27FC236}">
                  <a16:creationId xmlns:a16="http://schemas.microsoft.com/office/drawing/2014/main" id="{8D98E863-90E9-4FFC-B1F0-B00B4D8DF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019"/>
              <a:ext cx="135" cy="90"/>
            </a:xfrm>
            <a:custGeom>
              <a:avLst/>
              <a:gdLst>
                <a:gd name="T0" fmla="*/ 625 w 54"/>
                <a:gd name="T1" fmla="*/ 83 h 36"/>
                <a:gd name="T2" fmla="*/ 125 w 54"/>
                <a:gd name="T3" fmla="*/ 125 h 36"/>
                <a:gd name="T4" fmla="*/ 175 w 54"/>
                <a:gd name="T5" fmla="*/ 563 h 36"/>
                <a:gd name="T6" fmla="*/ 313 w 54"/>
                <a:gd name="T7" fmla="*/ 95 h 36"/>
                <a:gd name="T8" fmla="*/ 845 w 54"/>
                <a:gd name="T9" fmla="*/ 238 h 36"/>
                <a:gd name="T10" fmla="*/ 675 w 54"/>
                <a:gd name="T11" fmla="*/ 9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6">
                  <a:moveTo>
                    <a:pt x="40" y="5"/>
                  </a:moveTo>
                  <a:cubicBezTo>
                    <a:pt x="30" y="4"/>
                    <a:pt x="16" y="0"/>
                    <a:pt x="8" y="8"/>
                  </a:cubicBezTo>
                  <a:cubicBezTo>
                    <a:pt x="0" y="15"/>
                    <a:pt x="12" y="26"/>
                    <a:pt x="11" y="36"/>
                  </a:cubicBezTo>
                  <a:cubicBezTo>
                    <a:pt x="15" y="24"/>
                    <a:pt x="5" y="9"/>
                    <a:pt x="20" y="6"/>
                  </a:cubicBezTo>
                  <a:cubicBezTo>
                    <a:pt x="33" y="4"/>
                    <a:pt x="44" y="7"/>
                    <a:pt x="54" y="15"/>
                  </a:cubicBezTo>
                  <a:cubicBezTo>
                    <a:pt x="52" y="10"/>
                    <a:pt x="47" y="9"/>
                    <a:pt x="43" y="6"/>
                  </a:cubicBezTo>
                </a:path>
              </a:pathLst>
            </a:custGeom>
            <a:solidFill>
              <a:srgbClr val="B0B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6" name="Freeform 429">
              <a:extLst>
                <a:ext uri="{FF2B5EF4-FFF2-40B4-BE49-F238E27FC236}">
                  <a16:creationId xmlns:a16="http://schemas.microsoft.com/office/drawing/2014/main" id="{93ABEB34-0D46-4A7C-9ECF-C134A412F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675"/>
              <a:ext cx="48" cy="157"/>
            </a:xfrm>
            <a:custGeom>
              <a:avLst/>
              <a:gdLst>
                <a:gd name="T0" fmla="*/ 33 w 19"/>
                <a:gd name="T1" fmla="*/ 30 h 63"/>
                <a:gd name="T2" fmla="*/ 96 w 19"/>
                <a:gd name="T3" fmla="*/ 249 h 63"/>
                <a:gd name="T4" fmla="*/ 114 w 19"/>
                <a:gd name="T5" fmla="*/ 508 h 63"/>
                <a:gd name="T6" fmla="*/ 129 w 19"/>
                <a:gd name="T7" fmla="*/ 778 h 63"/>
                <a:gd name="T8" fmla="*/ 306 w 19"/>
                <a:gd name="T9" fmla="*/ 974 h 63"/>
                <a:gd name="T10" fmla="*/ 159 w 19"/>
                <a:gd name="T11" fmla="*/ 416 h 63"/>
                <a:gd name="T12" fmla="*/ 147 w 19"/>
                <a:gd name="T13" fmla="*/ 167 h 63"/>
                <a:gd name="T14" fmla="*/ 0 w 19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63">
                  <a:moveTo>
                    <a:pt x="2" y="2"/>
                  </a:moveTo>
                  <a:cubicBezTo>
                    <a:pt x="3" y="7"/>
                    <a:pt x="5" y="11"/>
                    <a:pt x="6" y="16"/>
                  </a:cubicBezTo>
                  <a:cubicBezTo>
                    <a:pt x="7" y="22"/>
                    <a:pt x="7" y="27"/>
                    <a:pt x="7" y="33"/>
                  </a:cubicBezTo>
                  <a:cubicBezTo>
                    <a:pt x="7" y="38"/>
                    <a:pt x="6" y="45"/>
                    <a:pt x="8" y="50"/>
                  </a:cubicBezTo>
                  <a:cubicBezTo>
                    <a:pt x="10" y="56"/>
                    <a:pt x="16" y="58"/>
                    <a:pt x="19" y="63"/>
                  </a:cubicBezTo>
                  <a:cubicBezTo>
                    <a:pt x="10" y="54"/>
                    <a:pt x="10" y="39"/>
                    <a:pt x="10" y="27"/>
                  </a:cubicBezTo>
                  <a:cubicBezTo>
                    <a:pt x="10" y="22"/>
                    <a:pt x="12" y="15"/>
                    <a:pt x="9" y="11"/>
                  </a:cubicBezTo>
                  <a:cubicBezTo>
                    <a:pt x="7" y="7"/>
                    <a:pt x="3" y="4"/>
                    <a:pt x="0" y="0"/>
                  </a:cubicBezTo>
                </a:path>
              </a:pathLst>
            </a:custGeom>
            <a:solidFill>
              <a:srgbClr val="B0B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Freeform 430">
              <a:extLst>
                <a:ext uri="{FF2B5EF4-FFF2-40B4-BE49-F238E27FC236}">
                  <a16:creationId xmlns:a16="http://schemas.microsoft.com/office/drawing/2014/main" id="{4083B52F-0604-4E98-B679-49CA89756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715"/>
              <a:ext cx="165" cy="315"/>
            </a:xfrm>
            <a:custGeom>
              <a:avLst/>
              <a:gdLst>
                <a:gd name="T0" fmla="*/ 220 w 66"/>
                <a:gd name="T1" fmla="*/ 1208 h 126"/>
                <a:gd name="T2" fmla="*/ 20 w 66"/>
                <a:gd name="T3" fmla="*/ 1970 h 126"/>
                <a:gd name="T4" fmla="*/ 583 w 66"/>
                <a:gd name="T5" fmla="*/ 1708 h 126"/>
                <a:gd name="T6" fmla="*/ 988 w 66"/>
                <a:gd name="T7" fmla="*/ 1300 h 126"/>
                <a:gd name="T8" fmla="*/ 1020 w 66"/>
                <a:gd name="T9" fmla="*/ 658 h 126"/>
                <a:gd name="T10" fmla="*/ 1000 w 66"/>
                <a:gd name="T11" fmla="*/ 300 h 126"/>
                <a:gd name="T12" fmla="*/ 970 w 66"/>
                <a:gd name="T13" fmla="*/ 0 h 126"/>
                <a:gd name="T14" fmla="*/ 613 w 66"/>
                <a:gd name="T15" fmla="*/ 595 h 126"/>
                <a:gd name="T16" fmla="*/ 645 w 66"/>
                <a:gd name="T17" fmla="*/ 958 h 126"/>
                <a:gd name="T18" fmla="*/ 770 w 66"/>
                <a:gd name="T19" fmla="*/ 1300 h 126"/>
                <a:gd name="T20" fmla="*/ 520 w 66"/>
                <a:gd name="T21" fmla="*/ 1488 h 126"/>
                <a:gd name="T22" fmla="*/ 333 w 66"/>
                <a:gd name="T23" fmla="*/ 1175 h 126"/>
                <a:gd name="T24" fmla="*/ 208 w 66"/>
                <a:gd name="T25" fmla="*/ 488 h 126"/>
                <a:gd name="T26" fmla="*/ 270 w 66"/>
                <a:gd name="T27" fmla="*/ 925 h 126"/>
                <a:gd name="T28" fmla="*/ 208 w 66"/>
                <a:gd name="T29" fmla="*/ 1375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6" h="126">
                  <a:moveTo>
                    <a:pt x="14" y="77"/>
                  </a:moveTo>
                  <a:cubicBezTo>
                    <a:pt x="10" y="92"/>
                    <a:pt x="0" y="110"/>
                    <a:pt x="1" y="126"/>
                  </a:cubicBezTo>
                  <a:cubicBezTo>
                    <a:pt x="11" y="125"/>
                    <a:pt x="27" y="114"/>
                    <a:pt x="37" y="109"/>
                  </a:cubicBezTo>
                  <a:cubicBezTo>
                    <a:pt x="50" y="102"/>
                    <a:pt x="60" y="98"/>
                    <a:pt x="63" y="83"/>
                  </a:cubicBezTo>
                  <a:cubicBezTo>
                    <a:pt x="65" y="69"/>
                    <a:pt x="64" y="56"/>
                    <a:pt x="65" y="42"/>
                  </a:cubicBezTo>
                  <a:cubicBezTo>
                    <a:pt x="65" y="34"/>
                    <a:pt x="64" y="27"/>
                    <a:pt x="64" y="19"/>
                  </a:cubicBezTo>
                  <a:cubicBezTo>
                    <a:pt x="63" y="13"/>
                    <a:pt x="66" y="3"/>
                    <a:pt x="62" y="0"/>
                  </a:cubicBezTo>
                  <a:cubicBezTo>
                    <a:pt x="46" y="10"/>
                    <a:pt x="41" y="18"/>
                    <a:pt x="39" y="38"/>
                  </a:cubicBezTo>
                  <a:cubicBezTo>
                    <a:pt x="38" y="46"/>
                    <a:pt x="39" y="53"/>
                    <a:pt x="41" y="61"/>
                  </a:cubicBezTo>
                  <a:cubicBezTo>
                    <a:pt x="43" y="67"/>
                    <a:pt x="49" y="77"/>
                    <a:pt x="49" y="83"/>
                  </a:cubicBezTo>
                  <a:cubicBezTo>
                    <a:pt x="50" y="90"/>
                    <a:pt x="40" y="96"/>
                    <a:pt x="33" y="95"/>
                  </a:cubicBezTo>
                  <a:cubicBezTo>
                    <a:pt x="24" y="94"/>
                    <a:pt x="22" y="83"/>
                    <a:pt x="21" y="75"/>
                  </a:cubicBezTo>
                  <a:cubicBezTo>
                    <a:pt x="19" y="65"/>
                    <a:pt x="27" y="33"/>
                    <a:pt x="13" y="31"/>
                  </a:cubicBezTo>
                  <a:cubicBezTo>
                    <a:pt x="11" y="40"/>
                    <a:pt x="16" y="49"/>
                    <a:pt x="17" y="59"/>
                  </a:cubicBezTo>
                  <a:cubicBezTo>
                    <a:pt x="17" y="66"/>
                    <a:pt x="9" y="83"/>
                    <a:pt x="13" y="88"/>
                  </a:cubicBezTo>
                </a:path>
              </a:pathLst>
            </a:custGeom>
            <a:solidFill>
              <a:srgbClr val="BD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8" name="Freeform 431">
              <a:extLst>
                <a:ext uri="{FF2B5EF4-FFF2-40B4-BE49-F238E27FC236}">
                  <a16:creationId xmlns:a16="http://schemas.microsoft.com/office/drawing/2014/main" id="{6A28A47A-67FB-4E8D-A65B-7E2179647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582"/>
              <a:ext cx="55" cy="238"/>
            </a:xfrm>
            <a:custGeom>
              <a:avLst/>
              <a:gdLst>
                <a:gd name="T0" fmla="*/ 0 w 22"/>
                <a:gd name="T1" fmla="*/ 1147 h 95"/>
                <a:gd name="T2" fmla="*/ 283 w 22"/>
                <a:gd name="T3" fmla="*/ 0 h 95"/>
                <a:gd name="T4" fmla="*/ 313 w 22"/>
                <a:gd name="T5" fmla="*/ 709 h 95"/>
                <a:gd name="T6" fmla="*/ 345 w 22"/>
                <a:gd name="T7" fmla="*/ 1035 h 95"/>
                <a:gd name="T8" fmla="*/ 270 w 22"/>
                <a:gd name="T9" fmla="*/ 1493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5">
                  <a:moveTo>
                    <a:pt x="0" y="73"/>
                  </a:moveTo>
                  <a:cubicBezTo>
                    <a:pt x="8" y="51"/>
                    <a:pt x="20" y="26"/>
                    <a:pt x="18" y="0"/>
                  </a:cubicBezTo>
                  <a:cubicBezTo>
                    <a:pt x="20" y="14"/>
                    <a:pt x="21" y="30"/>
                    <a:pt x="20" y="45"/>
                  </a:cubicBezTo>
                  <a:cubicBezTo>
                    <a:pt x="20" y="52"/>
                    <a:pt x="22" y="58"/>
                    <a:pt x="22" y="66"/>
                  </a:cubicBezTo>
                  <a:cubicBezTo>
                    <a:pt x="22" y="76"/>
                    <a:pt x="18" y="85"/>
                    <a:pt x="17" y="95"/>
                  </a:cubicBezTo>
                </a:path>
              </a:pathLst>
            </a:custGeom>
            <a:solidFill>
              <a:srgbClr val="BD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9" name="Freeform 432">
              <a:extLst>
                <a:ext uri="{FF2B5EF4-FFF2-40B4-BE49-F238E27FC236}">
                  <a16:creationId xmlns:a16="http://schemas.microsoft.com/office/drawing/2014/main" id="{A6C823D8-097D-44DC-B2E8-53190BB40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019"/>
              <a:ext cx="397" cy="791"/>
            </a:xfrm>
            <a:custGeom>
              <a:avLst/>
              <a:gdLst>
                <a:gd name="T0" fmla="*/ 2025 w 159"/>
                <a:gd name="T1" fmla="*/ 2275 h 316"/>
                <a:gd name="T2" fmla="*/ 1571 w 159"/>
                <a:gd name="T3" fmla="*/ 1817 h 316"/>
                <a:gd name="T4" fmla="*/ 1466 w 159"/>
                <a:gd name="T5" fmla="*/ 1492 h 316"/>
                <a:gd name="T6" fmla="*/ 1496 w 159"/>
                <a:gd name="T7" fmla="*/ 1096 h 316"/>
                <a:gd name="T8" fmla="*/ 966 w 159"/>
                <a:gd name="T9" fmla="*/ 488 h 316"/>
                <a:gd name="T10" fmla="*/ 699 w 159"/>
                <a:gd name="T11" fmla="*/ 250 h 316"/>
                <a:gd name="T12" fmla="*/ 824 w 159"/>
                <a:gd name="T13" fmla="*/ 551 h 316"/>
                <a:gd name="T14" fmla="*/ 1091 w 159"/>
                <a:gd name="T15" fmla="*/ 1054 h 316"/>
                <a:gd name="T16" fmla="*/ 667 w 159"/>
                <a:gd name="T17" fmla="*/ 864 h 316"/>
                <a:gd name="T18" fmla="*/ 562 w 159"/>
                <a:gd name="T19" fmla="*/ 375 h 316"/>
                <a:gd name="T20" fmla="*/ 262 w 159"/>
                <a:gd name="T21" fmla="*/ 0 h 316"/>
                <a:gd name="T22" fmla="*/ 200 w 159"/>
                <a:gd name="T23" fmla="*/ 0 h 316"/>
                <a:gd name="T24" fmla="*/ 417 w 159"/>
                <a:gd name="T25" fmla="*/ 533 h 316"/>
                <a:gd name="T26" fmla="*/ 479 w 159"/>
                <a:gd name="T27" fmla="*/ 783 h 316"/>
                <a:gd name="T28" fmla="*/ 574 w 159"/>
                <a:gd name="T29" fmla="*/ 1004 h 316"/>
                <a:gd name="T30" fmla="*/ 904 w 159"/>
                <a:gd name="T31" fmla="*/ 1272 h 316"/>
                <a:gd name="T32" fmla="*/ 1134 w 159"/>
                <a:gd name="T33" fmla="*/ 1567 h 316"/>
                <a:gd name="T34" fmla="*/ 1528 w 159"/>
                <a:gd name="T35" fmla="*/ 2150 h 316"/>
                <a:gd name="T36" fmla="*/ 1728 w 159"/>
                <a:gd name="T37" fmla="*/ 2889 h 316"/>
                <a:gd name="T38" fmla="*/ 2057 w 159"/>
                <a:gd name="T39" fmla="*/ 3715 h 316"/>
                <a:gd name="T40" fmla="*/ 2087 w 159"/>
                <a:gd name="T41" fmla="*/ 4393 h 316"/>
                <a:gd name="T42" fmla="*/ 1933 w 159"/>
                <a:gd name="T43" fmla="*/ 4811 h 316"/>
                <a:gd name="T44" fmla="*/ 2100 w 159"/>
                <a:gd name="T45" fmla="*/ 4686 h 316"/>
                <a:gd name="T46" fmla="*/ 2195 w 159"/>
                <a:gd name="T47" fmla="*/ 3827 h 316"/>
                <a:gd name="T48" fmla="*/ 2132 w 159"/>
                <a:gd name="T49" fmla="*/ 3402 h 316"/>
                <a:gd name="T50" fmla="*/ 1965 w 159"/>
                <a:gd name="T51" fmla="*/ 3046 h 316"/>
                <a:gd name="T52" fmla="*/ 2182 w 159"/>
                <a:gd name="T53" fmla="*/ 2806 h 316"/>
                <a:gd name="T54" fmla="*/ 2474 w 159"/>
                <a:gd name="T55" fmla="*/ 2901 h 316"/>
                <a:gd name="T56" fmla="*/ 2037 w 159"/>
                <a:gd name="T57" fmla="*/ 2651 h 316"/>
                <a:gd name="T58" fmla="*/ 2025 w 159"/>
                <a:gd name="T59" fmla="*/ 2275 h 31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59" h="316">
                  <a:moveTo>
                    <a:pt x="130" y="145"/>
                  </a:moveTo>
                  <a:cubicBezTo>
                    <a:pt x="121" y="135"/>
                    <a:pt x="109" y="127"/>
                    <a:pt x="101" y="116"/>
                  </a:cubicBezTo>
                  <a:cubicBezTo>
                    <a:pt x="96" y="109"/>
                    <a:pt x="93" y="104"/>
                    <a:pt x="94" y="95"/>
                  </a:cubicBezTo>
                  <a:cubicBezTo>
                    <a:pt x="94" y="86"/>
                    <a:pt x="99" y="78"/>
                    <a:pt x="96" y="70"/>
                  </a:cubicBezTo>
                  <a:cubicBezTo>
                    <a:pt x="91" y="56"/>
                    <a:pt x="71" y="43"/>
                    <a:pt x="62" y="31"/>
                  </a:cubicBezTo>
                  <a:cubicBezTo>
                    <a:pt x="59" y="27"/>
                    <a:pt x="51" y="14"/>
                    <a:pt x="45" y="16"/>
                  </a:cubicBezTo>
                  <a:cubicBezTo>
                    <a:pt x="37" y="17"/>
                    <a:pt x="50" y="32"/>
                    <a:pt x="53" y="35"/>
                  </a:cubicBezTo>
                  <a:cubicBezTo>
                    <a:pt x="60" y="44"/>
                    <a:pt x="74" y="54"/>
                    <a:pt x="70" y="67"/>
                  </a:cubicBezTo>
                  <a:cubicBezTo>
                    <a:pt x="66" y="82"/>
                    <a:pt x="48" y="63"/>
                    <a:pt x="43" y="55"/>
                  </a:cubicBezTo>
                  <a:cubicBezTo>
                    <a:pt x="38" y="45"/>
                    <a:pt x="42" y="34"/>
                    <a:pt x="36" y="24"/>
                  </a:cubicBezTo>
                  <a:cubicBezTo>
                    <a:pt x="31" y="18"/>
                    <a:pt x="15" y="8"/>
                    <a:pt x="17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0" y="6"/>
                    <a:pt x="23" y="26"/>
                    <a:pt x="27" y="34"/>
                  </a:cubicBezTo>
                  <a:cubicBezTo>
                    <a:pt x="30" y="39"/>
                    <a:pt x="31" y="45"/>
                    <a:pt x="31" y="50"/>
                  </a:cubicBezTo>
                  <a:cubicBezTo>
                    <a:pt x="35" y="56"/>
                    <a:pt x="37" y="59"/>
                    <a:pt x="37" y="64"/>
                  </a:cubicBezTo>
                  <a:cubicBezTo>
                    <a:pt x="37" y="68"/>
                    <a:pt x="51" y="76"/>
                    <a:pt x="58" y="81"/>
                  </a:cubicBezTo>
                  <a:cubicBezTo>
                    <a:pt x="65" y="86"/>
                    <a:pt x="68" y="95"/>
                    <a:pt x="73" y="100"/>
                  </a:cubicBezTo>
                  <a:cubicBezTo>
                    <a:pt x="83" y="113"/>
                    <a:pt x="91" y="125"/>
                    <a:pt x="98" y="137"/>
                  </a:cubicBezTo>
                  <a:cubicBezTo>
                    <a:pt x="106" y="151"/>
                    <a:pt x="105" y="168"/>
                    <a:pt x="111" y="184"/>
                  </a:cubicBezTo>
                  <a:cubicBezTo>
                    <a:pt x="120" y="205"/>
                    <a:pt x="130" y="220"/>
                    <a:pt x="132" y="237"/>
                  </a:cubicBezTo>
                  <a:cubicBezTo>
                    <a:pt x="132" y="248"/>
                    <a:pt x="134" y="269"/>
                    <a:pt x="134" y="280"/>
                  </a:cubicBezTo>
                  <a:cubicBezTo>
                    <a:pt x="133" y="287"/>
                    <a:pt x="127" y="298"/>
                    <a:pt x="124" y="307"/>
                  </a:cubicBezTo>
                  <a:cubicBezTo>
                    <a:pt x="129" y="316"/>
                    <a:pt x="135" y="305"/>
                    <a:pt x="135" y="299"/>
                  </a:cubicBezTo>
                  <a:cubicBezTo>
                    <a:pt x="138" y="281"/>
                    <a:pt x="142" y="262"/>
                    <a:pt x="141" y="244"/>
                  </a:cubicBezTo>
                  <a:cubicBezTo>
                    <a:pt x="140" y="235"/>
                    <a:pt x="140" y="225"/>
                    <a:pt x="137" y="217"/>
                  </a:cubicBezTo>
                  <a:cubicBezTo>
                    <a:pt x="135" y="209"/>
                    <a:pt x="126" y="202"/>
                    <a:pt x="126" y="194"/>
                  </a:cubicBezTo>
                  <a:cubicBezTo>
                    <a:pt x="126" y="187"/>
                    <a:pt x="133" y="177"/>
                    <a:pt x="140" y="179"/>
                  </a:cubicBezTo>
                  <a:cubicBezTo>
                    <a:pt x="145" y="180"/>
                    <a:pt x="152" y="197"/>
                    <a:pt x="159" y="185"/>
                  </a:cubicBezTo>
                  <a:cubicBezTo>
                    <a:pt x="149" y="180"/>
                    <a:pt x="139" y="174"/>
                    <a:pt x="131" y="169"/>
                  </a:cubicBezTo>
                  <a:cubicBezTo>
                    <a:pt x="122" y="163"/>
                    <a:pt x="123" y="154"/>
                    <a:pt x="130" y="145"/>
                  </a:cubicBezTo>
                </a:path>
              </a:pathLst>
            </a:custGeom>
            <a:solidFill>
              <a:srgbClr val="C69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0" name="Freeform 433">
              <a:extLst>
                <a:ext uri="{FF2B5EF4-FFF2-40B4-BE49-F238E27FC236}">
                  <a16:creationId xmlns:a16="http://schemas.microsoft.com/office/drawing/2014/main" id="{B64AC6FF-86C1-4352-8929-A0FE47A1F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012"/>
              <a:ext cx="337" cy="323"/>
            </a:xfrm>
            <a:custGeom>
              <a:avLst/>
              <a:gdLst>
                <a:gd name="T0" fmla="*/ 1121 w 135"/>
                <a:gd name="T1" fmla="*/ 376 h 129"/>
                <a:gd name="T2" fmla="*/ 1603 w 135"/>
                <a:gd name="T3" fmla="*/ 238 h 129"/>
                <a:gd name="T4" fmla="*/ 2099 w 135"/>
                <a:gd name="T5" fmla="*/ 0 h 129"/>
                <a:gd name="T6" fmla="*/ 1712 w 135"/>
                <a:gd name="T7" fmla="*/ 689 h 129"/>
                <a:gd name="T8" fmla="*/ 1308 w 135"/>
                <a:gd name="T9" fmla="*/ 1222 h 129"/>
                <a:gd name="T10" fmla="*/ 1278 w 135"/>
                <a:gd name="T11" fmla="*/ 751 h 129"/>
                <a:gd name="T12" fmla="*/ 1009 w 135"/>
                <a:gd name="T13" fmla="*/ 1209 h 129"/>
                <a:gd name="T14" fmla="*/ 667 w 135"/>
                <a:gd name="T15" fmla="*/ 1693 h 129"/>
                <a:gd name="T16" fmla="*/ 12 w 135"/>
                <a:gd name="T17" fmla="*/ 2006 h 129"/>
                <a:gd name="T18" fmla="*/ 637 w 135"/>
                <a:gd name="T19" fmla="*/ 1317 h 129"/>
                <a:gd name="T20" fmla="*/ 0 w 135"/>
                <a:gd name="T21" fmla="*/ 1472 h 129"/>
                <a:gd name="T22" fmla="*/ 716 w 135"/>
                <a:gd name="T23" fmla="*/ 959 h 129"/>
                <a:gd name="T24" fmla="*/ 966 w 135"/>
                <a:gd name="T25" fmla="*/ 751 h 129"/>
                <a:gd name="T26" fmla="*/ 1121 w 135"/>
                <a:gd name="T27" fmla="*/ 408 h 1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5" h="129">
                  <a:moveTo>
                    <a:pt x="72" y="24"/>
                  </a:moveTo>
                  <a:cubicBezTo>
                    <a:pt x="81" y="22"/>
                    <a:pt x="93" y="18"/>
                    <a:pt x="103" y="15"/>
                  </a:cubicBezTo>
                  <a:cubicBezTo>
                    <a:pt x="114" y="11"/>
                    <a:pt x="123" y="0"/>
                    <a:pt x="135" y="0"/>
                  </a:cubicBezTo>
                  <a:cubicBezTo>
                    <a:pt x="135" y="13"/>
                    <a:pt x="117" y="33"/>
                    <a:pt x="110" y="44"/>
                  </a:cubicBezTo>
                  <a:cubicBezTo>
                    <a:pt x="103" y="55"/>
                    <a:pt x="96" y="71"/>
                    <a:pt x="84" y="78"/>
                  </a:cubicBezTo>
                  <a:cubicBezTo>
                    <a:pt x="89" y="70"/>
                    <a:pt x="98" y="42"/>
                    <a:pt x="82" y="48"/>
                  </a:cubicBezTo>
                  <a:cubicBezTo>
                    <a:pt x="72" y="53"/>
                    <a:pt x="69" y="68"/>
                    <a:pt x="65" y="77"/>
                  </a:cubicBezTo>
                  <a:cubicBezTo>
                    <a:pt x="60" y="87"/>
                    <a:pt x="53" y="101"/>
                    <a:pt x="43" y="108"/>
                  </a:cubicBezTo>
                  <a:cubicBezTo>
                    <a:pt x="32" y="119"/>
                    <a:pt x="10" y="119"/>
                    <a:pt x="1" y="128"/>
                  </a:cubicBezTo>
                  <a:cubicBezTo>
                    <a:pt x="12" y="129"/>
                    <a:pt x="53" y="98"/>
                    <a:pt x="41" y="84"/>
                  </a:cubicBezTo>
                  <a:cubicBezTo>
                    <a:pt x="30" y="72"/>
                    <a:pt x="12" y="96"/>
                    <a:pt x="0" y="94"/>
                  </a:cubicBezTo>
                  <a:cubicBezTo>
                    <a:pt x="16" y="85"/>
                    <a:pt x="28" y="68"/>
                    <a:pt x="46" y="61"/>
                  </a:cubicBezTo>
                  <a:cubicBezTo>
                    <a:pt x="55" y="58"/>
                    <a:pt x="59" y="58"/>
                    <a:pt x="62" y="48"/>
                  </a:cubicBezTo>
                  <a:cubicBezTo>
                    <a:pt x="65" y="40"/>
                    <a:pt x="66" y="32"/>
                    <a:pt x="72" y="26"/>
                  </a:cubicBezTo>
                </a:path>
              </a:pathLst>
            </a:custGeom>
            <a:solidFill>
              <a:srgbClr val="BD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Freeform 434">
              <a:extLst>
                <a:ext uri="{FF2B5EF4-FFF2-40B4-BE49-F238E27FC236}">
                  <a16:creationId xmlns:a16="http://schemas.microsoft.com/office/drawing/2014/main" id="{72B8E676-E970-42C7-94D2-B9671DDC6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302"/>
              <a:ext cx="225" cy="98"/>
            </a:xfrm>
            <a:custGeom>
              <a:avLst/>
              <a:gdLst>
                <a:gd name="T0" fmla="*/ 0 w 90"/>
                <a:gd name="T1" fmla="*/ 95 h 39"/>
                <a:gd name="T2" fmla="*/ 20 w 90"/>
                <a:gd name="T3" fmla="*/ 618 h 39"/>
                <a:gd name="T4" fmla="*/ 208 w 90"/>
                <a:gd name="T5" fmla="*/ 284 h 39"/>
                <a:gd name="T6" fmla="*/ 625 w 90"/>
                <a:gd name="T7" fmla="*/ 284 h 39"/>
                <a:gd name="T8" fmla="*/ 1408 w 90"/>
                <a:gd name="T9" fmla="*/ 0 h 39"/>
                <a:gd name="T10" fmla="*/ 720 w 90"/>
                <a:gd name="T11" fmla="*/ 126 h 39"/>
                <a:gd name="T12" fmla="*/ 83 w 90"/>
                <a:gd name="T13" fmla="*/ 15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39">
                  <a:moveTo>
                    <a:pt x="0" y="6"/>
                  </a:moveTo>
                  <a:cubicBezTo>
                    <a:pt x="3" y="18"/>
                    <a:pt x="2" y="26"/>
                    <a:pt x="1" y="39"/>
                  </a:cubicBezTo>
                  <a:cubicBezTo>
                    <a:pt x="7" y="34"/>
                    <a:pt x="6" y="23"/>
                    <a:pt x="13" y="18"/>
                  </a:cubicBezTo>
                  <a:cubicBezTo>
                    <a:pt x="20" y="14"/>
                    <a:pt x="32" y="18"/>
                    <a:pt x="40" y="18"/>
                  </a:cubicBezTo>
                  <a:cubicBezTo>
                    <a:pt x="53" y="18"/>
                    <a:pt x="83" y="14"/>
                    <a:pt x="90" y="0"/>
                  </a:cubicBezTo>
                  <a:cubicBezTo>
                    <a:pt x="75" y="3"/>
                    <a:pt x="61" y="6"/>
                    <a:pt x="46" y="8"/>
                  </a:cubicBezTo>
                  <a:cubicBezTo>
                    <a:pt x="34" y="9"/>
                    <a:pt x="13" y="5"/>
                    <a:pt x="5" y="10"/>
                  </a:cubicBezTo>
                </a:path>
              </a:pathLst>
            </a:custGeom>
            <a:solidFill>
              <a:srgbClr val="BD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2" name="Freeform 435">
              <a:extLst>
                <a:ext uri="{FF2B5EF4-FFF2-40B4-BE49-F238E27FC236}">
                  <a16:creationId xmlns:a16="http://schemas.microsoft.com/office/drawing/2014/main" id="{D16DA22D-9C52-4FAD-9DF1-7BBFB9E67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327"/>
              <a:ext cx="315" cy="85"/>
            </a:xfrm>
            <a:custGeom>
              <a:avLst/>
              <a:gdLst>
                <a:gd name="T0" fmla="*/ 50 w 126"/>
                <a:gd name="T1" fmla="*/ 208 h 34"/>
                <a:gd name="T2" fmla="*/ 375 w 126"/>
                <a:gd name="T3" fmla="*/ 458 h 34"/>
                <a:gd name="T4" fmla="*/ 958 w 126"/>
                <a:gd name="T5" fmla="*/ 533 h 34"/>
                <a:gd name="T6" fmla="*/ 1470 w 126"/>
                <a:gd name="T7" fmla="*/ 395 h 34"/>
                <a:gd name="T8" fmla="*/ 1970 w 126"/>
                <a:gd name="T9" fmla="*/ 175 h 34"/>
                <a:gd name="T10" fmla="*/ 1470 w 126"/>
                <a:gd name="T11" fmla="*/ 175 h 34"/>
                <a:gd name="T12" fmla="*/ 1345 w 126"/>
                <a:gd name="T13" fmla="*/ 300 h 34"/>
                <a:gd name="T14" fmla="*/ 1083 w 126"/>
                <a:gd name="T15" fmla="*/ 395 h 34"/>
                <a:gd name="T16" fmla="*/ 470 w 126"/>
                <a:gd name="T17" fmla="*/ 0 h 34"/>
                <a:gd name="T18" fmla="*/ 470 w 126"/>
                <a:gd name="T19" fmla="*/ 2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34">
                  <a:moveTo>
                    <a:pt x="3" y="13"/>
                  </a:moveTo>
                  <a:cubicBezTo>
                    <a:pt x="0" y="30"/>
                    <a:pt x="10" y="27"/>
                    <a:pt x="24" y="29"/>
                  </a:cubicBezTo>
                  <a:cubicBezTo>
                    <a:pt x="36" y="32"/>
                    <a:pt x="47" y="33"/>
                    <a:pt x="61" y="34"/>
                  </a:cubicBezTo>
                  <a:cubicBezTo>
                    <a:pt x="76" y="34"/>
                    <a:pt x="81" y="33"/>
                    <a:pt x="94" y="25"/>
                  </a:cubicBezTo>
                  <a:cubicBezTo>
                    <a:pt x="102" y="20"/>
                    <a:pt x="122" y="18"/>
                    <a:pt x="126" y="11"/>
                  </a:cubicBezTo>
                  <a:cubicBezTo>
                    <a:pt x="117" y="10"/>
                    <a:pt x="102" y="9"/>
                    <a:pt x="94" y="11"/>
                  </a:cubicBezTo>
                  <a:cubicBezTo>
                    <a:pt x="85" y="13"/>
                    <a:pt x="91" y="15"/>
                    <a:pt x="86" y="19"/>
                  </a:cubicBezTo>
                  <a:cubicBezTo>
                    <a:pt x="81" y="24"/>
                    <a:pt x="74" y="24"/>
                    <a:pt x="69" y="25"/>
                  </a:cubicBezTo>
                  <a:cubicBezTo>
                    <a:pt x="54" y="27"/>
                    <a:pt x="3" y="20"/>
                    <a:pt x="30" y="0"/>
                  </a:cubicBezTo>
                  <a:cubicBezTo>
                    <a:pt x="28" y="0"/>
                    <a:pt x="30" y="0"/>
                    <a:pt x="30" y="1"/>
                  </a:cubicBezTo>
                </a:path>
              </a:pathLst>
            </a:custGeom>
            <a:solidFill>
              <a:srgbClr val="BD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Freeform 436">
              <a:extLst>
                <a:ext uri="{FF2B5EF4-FFF2-40B4-BE49-F238E27FC236}">
                  <a16:creationId xmlns:a16="http://schemas.microsoft.com/office/drawing/2014/main" id="{6B68D7F3-A772-4A00-834B-B0D7223D5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215"/>
              <a:ext cx="360" cy="177"/>
            </a:xfrm>
            <a:custGeom>
              <a:avLst/>
              <a:gdLst>
                <a:gd name="T0" fmla="*/ 0 w 144"/>
                <a:gd name="T1" fmla="*/ 1099 h 71"/>
                <a:gd name="T2" fmla="*/ 1375 w 144"/>
                <a:gd name="T3" fmla="*/ 900 h 71"/>
                <a:gd name="T4" fmla="*/ 2220 w 144"/>
                <a:gd name="T5" fmla="*/ 0 h 71"/>
                <a:gd name="T6" fmla="*/ 1863 w 144"/>
                <a:gd name="T7" fmla="*/ 416 h 71"/>
                <a:gd name="T8" fmla="*/ 1458 w 144"/>
                <a:gd name="T9" fmla="*/ 696 h 71"/>
                <a:gd name="T10" fmla="*/ 188 w 144"/>
                <a:gd name="T11" fmla="*/ 1087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71">
                  <a:moveTo>
                    <a:pt x="0" y="71"/>
                  </a:moveTo>
                  <a:cubicBezTo>
                    <a:pt x="26" y="54"/>
                    <a:pt x="60" y="66"/>
                    <a:pt x="88" y="58"/>
                  </a:cubicBezTo>
                  <a:cubicBezTo>
                    <a:pt x="111" y="50"/>
                    <a:pt x="144" y="27"/>
                    <a:pt x="142" y="0"/>
                  </a:cubicBezTo>
                  <a:cubicBezTo>
                    <a:pt x="133" y="1"/>
                    <a:pt x="125" y="20"/>
                    <a:pt x="119" y="27"/>
                  </a:cubicBezTo>
                  <a:cubicBezTo>
                    <a:pt x="112" y="34"/>
                    <a:pt x="103" y="40"/>
                    <a:pt x="93" y="45"/>
                  </a:cubicBezTo>
                  <a:cubicBezTo>
                    <a:pt x="68" y="57"/>
                    <a:pt x="36" y="55"/>
                    <a:pt x="12" y="70"/>
                  </a:cubicBezTo>
                </a:path>
              </a:pathLst>
            </a:custGeom>
            <a:solidFill>
              <a:srgbClr val="BD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4" name="Freeform 437">
              <a:extLst>
                <a:ext uri="{FF2B5EF4-FFF2-40B4-BE49-F238E27FC236}">
                  <a16:creationId xmlns:a16="http://schemas.microsoft.com/office/drawing/2014/main" id="{F62BE8F1-136E-46B0-9B2C-1E96F3434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217"/>
              <a:ext cx="397" cy="105"/>
            </a:xfrm>
            <a:custGeom>
              <a:avLst/>
              <a:gdLst>
                <a:gd name="T0" fmla="*/ 42 w 159"/>
                <a:gd name="T1" fmla="*/ 595 h 42"/>
                <a:gd name="T2" fmla="*/ 637 w 159"/>
                <a:gd name="T3" fmla="*/ 425 h 42"/>
                <a:gd name="T4" fmla="*/ 1228 w 159"/>
                <a:gd name="T5" fmla="*/ 283 h 42"/>
                <a:gd name="T6" fmla="*/ 2474 w 159"/>
                <a:gd name="T7" fmla="*/ 0 h 42"/>
                <a:gd name="T8" fmla="*/ 2070 w 159"/>
                <a:gd name="T9" fmla="*/ 333 h 42"/>
                <a:gd name="T10" fmla="*/ 1321 w 159"/>
                <a:gd name="T11" fmla="*/ 488 h 42"/>
                <a:gd name="T12" fmla="*/ 637 w 159"/>
                <a:gd name="T13" fmla="*/ 595 h 42"/>
                <a:gd name="T14" fmla="*/ 0 w 159"/>
                <a:gd name="T15" fmla="*/ 658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9" h="42">
                  <a:moveTo>
                    <a:pt x="3" y="38"/>
                  </a:moveTo>
                  <a:cubicBezTo>
                    <a:pt x="15" y="34"/>
                    <a:pt x="28" y="31"/>
                    <a:pt x="41" y="27"/>
                  </a:cubicBezTo>
                  <a:cubicBezTo>
                    <a:pt x="54" y="23"/>
                    <a:pt x="65" y="17"/>
                    <a:pt x="79" y="18"/>
                  </a:cubicBezTo>
                  <a:cubicBezTo>
                    <a:pt x="106" y="19"/>
                    <a:pt x="138" y="22"/>
                    <a:pt x="159" y="0"/>
                  </a:cubicBezTo>
                  <a:cubicBezTo>
                    <a:pt x="149" y="8"/>
                    <a:pt x="145" y="17"/>
                    <a:pt x="133" y="21"/>
                  </a:cubicBezTo>
                  <a:cubicBezTo>
                    <a:pt x="117" y="26"/>
                    <a:pt x="100" y="26"/>
                    <a:pt x="85" y="31"/>
                  </a:cubicBezTo>
                  <a:cubicBezTo>
                    <a:pt x="69" y="37"/>
                    <a:pt x="57" y="38"/>
                    <a:pt x="41" y="38"/>
                  </a:cubicBezTo>
                  <a:cubicBezTo>
                    <a:pt x="26" y="38"/>
                    <a:pt x="14" y="42"/>
                    <a:pt x="0" y="42"/>
                  </a:cubicBezTo>
                </a:path>
              </a:pathLst>
            </a:custGeom>
            <a:solidFill>
              <a:srgbClr val="BD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Freeform 438">
              <a:extLst>
                <a:ext uri="{FF2B5EF4-FFF2-40B4-BE49-F238E27FC236}">
                  <a16:creationId xmlns:a16="http://schemas.microsoft.com/office/drawing/2014/main" id="{F0CA42C6-7C5A-4656-AFF9-96935906B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170"/>
              <a:ext cx="160" cy="105"/>
            </a:xfrm>
            <a:custGeom>
              <a:avLst/>
              <a:gdLst>
                <a:gd name="T0" fmla="*/ 0 w 64"/>
                <a:gd name="T1" fmla="*/ 658 h 42"/>
                <a:gd name="T2" fmla="*/ 595 w 64"/>
                <a:gd name="T3" fmla="*/ 470 h 42"/>
                <a:gd name="T4" fmla="*/ 1000 w 64"/>
                <a:gd name="T5" fmla="*/ 0 h 42"/>
                <a:gd name="T6" fmla="*/ 625 w 64"/>
                <a:gd name="T7" fmla="*/ 313 h 42"/>
                <a:gd name="T8" fmla="*/ 33 w 64"/>
                <a:gd name="T9" fmla="*/ 58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2">
                  <a:moveTo>
                    <a:pt x="0" y="42"/>
                  </a:moveTo>
                  <a:cubicBezTo>
                    <a:pt x="12" y="38"/>
                    <a:pt x="26" y="38"/>
                    <a:pt x="38" y="30"/>
                  </a:cubicBezTo>
                  <a:cubicBezTo>
                    <a:pt x="50" y="21"/>
                    <a:pt x="58" y="13"/>
                    <a:pt x="64" y="0"/>
                  </a:cubicBezTo>
                  <a:cubicBezTo>
                    <a:pt x="55" y="6"/>
                    <a:pt x="48" y="14"/>
                    <a:pt x="40" y="20"/>
                  </a:cubicBezTo>
                  <a:cubicBezTo>
                    <a:pt x="28" y="28"/>
                    <a:pt x="14" y="31"/>
                    <a:pt x="2" y="37"/>
                  </a:cubicBezTo>
                </a:path>
              </a:pathLst>
            </a:custGeom>
            <a:solidFill>
              <a:srgbClr val="BD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6" name="Freeform 439">
              <a:extLst>
                <a:ext uri="{FF2B5EF4-FFF2-40B4-BE49-F238E27FC236}">
                  <a16:creationId xmlns:a16="http://schemas.microsoft.com/office/drawing/2014/main" id="{F940F673-8EB9-48AC-82AC-BBC61262E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312"/>
              <a:ext cx="108" cy="80"/>
            </a:xfrm>
            <a:custGeom>
              <a:avLst/>
              <a:gdLst>
                <a:gd name="T0" fmla="*/ 0 w 43"/>
                <a:gd name="T1" fmla="*/ 33 h 32"/>
                <a:gd name="T2" fmla="*/ 0 w 43"/>
                <a:gd name="T3" fmla="*/ 500 h 32"/>
                <a:gd name="T4" fmla="*/ 251 w 43"/>
                <a:gd name="T5" fmla="*/ 145 h 32"/>
                <a:gd name="T6" fmla="*/ 681 w 43"/>
                <a:gd name="T7" fmla="*/ 50 h 32"/>
                <a:gd name="T8" fmla="*/ 63 w 43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2">
                  <a:moveTo>
                    <a:pt x="0" y="2"/>
                  </a:moveTo>
                  <a:cubicBezTo>
                    <a:pt x="2" y="11"/>
                    <a:pt x="1" y="23"/>
                    <a:pt x="0" y="32"/>
                  </a:cubicBezTo>
                  <a:cubicBezTo>
                    <a:pt x="8" y="25"/>
                    <a:pt x="4" y="15"/>
                    <a:pt x="16" y="9"/>
                  </a:cubicBezTo>
                  <a:cubicBezTo>
                    <a:pt x="24" y="5"/>
                    <a:pt x="36" y="7"/>
                    <a:pt x="43" y="3"/>
                  </a:cubicBezTo>
                  <a:cubicBezTo>
                    <a:pt x="31" y="0"/>
                    <a:pt x="15" y="7"/>
                    <a:pt x="4" y="0"/>
                  </a:cubicBezTo>
                </a:path>
              </a:pathLst>
            </a:custGeom>
            <a:solidFill>
              <a:srgbClr val="A46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7" name="Freeform 440">
              <a:extLst>
                <a:ext uri="{FF2B5EF4-FFF2-40B4-BE49-F238E27FC236}">
                  <a16:creationId xmlns:a16="http://schemas.microsoft.com/office/drawing/2014/main" id="{A05D961D-7E58-4D41-9A1F-37E0692CE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155"/>
              <a:ext cx="85" cy="92"/>
            </a:xfrm>
            <a:custGeom>
              <a:avLst/>
              <a:gdLst>
                <a:gd name="T0" fmla="*/ 0 w 34"/>
                <a:gd name="T1" fmla="*/ 291 h 37"/>
                <a:gd name="T2" fmla="*/ 220 w 34"/>
                <a:gd name="T3" fmla="*/ 569 h 37"/>
                <a:gd name="T4" fmla="*/ 533 w 34"/>
                <a:gd name="T5" fmla="*/ 0 h 37"/>
                <a:gd name="T6" fmla="*/ 33 w 34"/>
                <a:gd name="T7" fmla="*/ 25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7">
                  <a:moveTo>
                    <a:pt x="0" y="19"/>
                  </a:moveTo>
                  <a:cubicBezTo>
                    <a:pt x="14" y="14"/>
                    <a:pt x="22" y="25"/>
                    <a:pt x="14" y="37"/>
                  </a:cubicBezTo>
                  <a:cubicBezTo>
                    <a:pt x="23" y="26"/>
                    <a:pt x="20" y="11"/>
                    <a:pt x="34" y="0"/>
                  </a:cubicBezTo>
                  <a:cubicBezTo>
                    <a:pt x="26" y="8"/>
                    <a:pt x="13" y="13"/>
                    <a:pt x="2" y="17"/>
                  </a:cubicBezTo>
                </a:path>
              </a:pathLst>
            </a:custGeom>
            <a:solidFill>
              <a:srgbClr val="A46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8" name="Freeform 441">
              <a:extLst>
                <a:ext uri="{FF2B5EF4-FFF2-40B4-BE49-F238E27FC236}">
                  <a16:creationId xmlns:a16="http://schemas.microsoft.com/office/drawing/2014/main" id="{464E278E-CA7A-486E-AB65-151272AD9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065"/>
              <a:ext cx="92" cy="80"/>
            </a:xfrm>
            <a:custGeom>
              <a:avLst/>
              <a:gdLst>
                <a:gd name="T0" fmla="*/ 75 w 37"/>
                <a:gd name="T1" fmla="*/ 95 h 32"/>
                <a:gd name="T2" fmla="*/ 0 w 37"/>
                <a:gd name="T3" fmla="*/ 363 h 32"/>
                <a:gd name="T4" fmla="*/ 321 w 37"/>
                <a:gd name="T5" fmla="*/ 500 h 32"/>
                <a:gd name="T6" fmla="*/ 569 w 37"/>
                <a:gd name="T7" fmla="*/ 0 h 32"/>
                <a:gd name="T8" fmla="*/ 186 w 37"/>
                <a:gd name="T9" fmla="*/ 15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2">
                  <a:moveTo>
                    <a:pt x="5" y="6"/>
                  </a:moveTo>
                  <a:cubicBezTo>
                    <a:pt x="3" y="10"/>
                    <a:pt x="1" y="18"/>
                    <a:pt x="0" y="23"/>
                  </a:cubicBezTo>
                  <a:cubicBezTo>
                    <a:pt x="9" y="11"/>
                    <a:pt x="26" y="16"/>
                    <a:pt x="21" y="32"/>
                  </a:cubicBezTo>
                  <a:cubicBezTo>
                    <a:pt x="26" y="20"/>
                    <a:pt x="22" y="7"/>
                    <a:pt x="37" y="0"/>
                  </a:cubicBezTo>
                  <a:cubicBezTo>
                    <a:pt x="30" y="4"/>
                    <a:pt x="20" y="9"/>
                    <a:pt x="12" y="10"/>
                  </a:cubicBezTo>
                </a:path>
              </a:pathLst>
            </a:custGeom>
            <a:solidFill>
              <a:srgbClr val="A46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9" name="Freeform 442">
              <a:extLst>
                <a:ext uri="{FF2B5EF4-FFF2-40B4-BE49-F238E27FC236}">
                  <a16:creationId xmlns:a16="http://schemas.microsoft.com/office/drawing/2014/main" id="{1F492295-4B9E-4032-876B-A255ED1C5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695"/>
              <a:ext cx="63" cy="217"/>
            </a:xfrm>
            <a:custGeom>
              <a:avLst/>
              <a:gdLst>
                <a:gd name="T0" fmla="*/ 318 w 25"/>
                <a:gd name="T1" fmla="*/ 105 h 87"/>
                <a:gd name="T2" fmla="*/ 318 w 25"/>
                <a:gd name="T3" fmla="*/ 1349 h 87"/>
                <a:gd name="T4" fmla="*/ 179 w 25"/>
                <a:gd name="T5" fmla="*/ 915 h 87"/>
                <a:gd name="T6" fmla="*/ 272 w 25"/>
                <a:gd name="T7" fmla="*/ 511 h 87"/>
                <a:gd name="T8" fmla="*/ 401 w 25"/>
                <a:gd name="T9" fmla="*/ 541 h 87"/>
                <a:gd name="T10" fmla="*/ 272 w 25"/>
                <a:gd name="T11" fmla="*/ 324 h 87"/>
                <a:gd name="T12" fmla="*/ 350 w 25"/>
                <a:gd name="T13" fmla="*/ 0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87">
                  <a:moveTo>
                    <a:pt x="20" y="7"/>
                  </a:moveTo>
                  <a:cubicBezTo>
                    <a:pt x="0" y="24"/>
                    <a:pt x="5" y="68"/>
                    <a:pt x="20" y="87"/>
                  </a:cubicBezTo>
                  <a:cubicBezTo>
                    <a:pt x="16" y="78"/>
                    <a:pt x="11" y="69"/>
                    <a:pt x="11" y="59"/>
                  </a:cubicBezTo>
                  <a:cubicBezTo>
                    <a:pt x="10" y="50"/>
                    <a:pt x="15" y="42"/>
                    <a:pt x="17" y="33"/>
                  </a:cubicBezTo>
                  <a:cubicBezTo>
                    <a:pt x="21" y="32"/>
                    <a:pt x="23" y="32"/>
                    <a:pt x="25" y="35"/>
                  </a:cubicBezTo>
                  <a:cubicBezTo>
                    <a:pt x="23" y="31"/>
                    <a:pt x="17" y="24"/>
                    <a:pt x="17" y="21"/>
                  </a:cubicBezTo>
                  <a:cubicBezTo>
                    <a:pt x="15" y="15"/>
                    <a:pt x="20" y="7"/>
                    <a:pt x="22" y="0"/>
                  </a:cubicBezTo>
                </a:path>
              </a:pathLst>
            </a:custGeom>
            <a:solidFill>
              <a:srgbClr val="A46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0" name="Freeform 443">
              <a:extLst>
                <a:ext uri="{FF2B5EF4-FFF2-40B4-BE49-F238E27FC236}">
                  <a16:creationId xmlns:a16="http://schemas.microsoft.com/office/drawing/2014/main" id="{233AE0A8-A29F-4FA5-8457-3E4CD73D0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922"/>
              <a:ext cx="70" cy="93"/>
            </a:xfrm>
            <a:custGeom>
              <a:avLst/>
              <a:gdLst>
                <a:gd name="T0" fmla="*/ 175 w 28"/>
                <a:gd name="T1" fmla="*/ 0 h 37"/>
                <a:gd name="T2" fmla="*/ 0 w 28"/>
                <a:gd name="T3" fmla="*/ 588 h 37"/>
                <a:gd name="T4" fmla="*/ 438 w 28"/>
                <a:gd name="T5" fmla="*/ 367 h 37"/>
                <a:gd name="T6" fmla="*/ 125 w 28"/>
                <a:gd name="T7" fmla="*/ 380 h 37"/>
                <a:gd name="T8" fmla="*/ 145 w 28"/>
                <a:gd name="T9" fmla="*/ 27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11" y="0"/>
                  </a:moveTo>
                  <a:cubicBezTo>
                    <a:pt x="12" y="13"/>
                    <a:pt x="5" y="25"/>
                    <a:pt x="0" y="37"/>
                  </a:cubicBezTo>
                  <a:cubicBezTo>
                    <a:pt x="6" y="35"/>
                    <a:pt x="23" y="27"/>
                    <a:pt x="28" y="23"/>
                  </a:cubicBezTo>
                  <a:cubicBezTo>
                    <a:pt x="21" y="24"/>
                    <a:pt x="14" y="24"/>
                    <a:pt x="8" y="24"/>
                  </a:cubicBezTo>
                  <a:cubicBezTo>
                    <a:pt x="7" y="21"/>
                    <a:pt x="8" y="19"/>
                    <a:pt x="9" y="17"/>
                  </a:cubicBezTo>
                </a:path>
              </a:pathLst>
            </a:custGeom>
            <a:solidFill>
              <a:srgbClr val="A46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1" name="Freeform 444">
              <a:extLst>
                <a:ext uri="{FF2B5EF4-FFF2-40B4-BE49-F238E27FC236}">
                  <a16:creationId xmlns:a16="http://schemas.microsoft.com/office/drawing/2014/main" id="{53DA6ED1-1C6C-4EA0-9B52-2F593D173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177"/>
              <a:ext cx="40" cy="103"/>
            </a:xfrm>
            <a:custGeom>
              <a:avLst/>
              <a:gdLst>
                <a:gd name="T0" fmla="*/ 113 w 16"/>
                <a:gd name="T1" fmla="*/ 176 h 41"/>
                <a:gd name="T2" fmla="*/ 50 w 16"/>
                <a:gd name="T3" fmla="*/ 430 h 41"/>
                <a:gd name="T4" fmla="*/ 238 w 16"/>
                <a:gd name="T5" fmla="*/ 651 h 41"/>
                <a:gd name="T6" fmla="*/ 125 w 16"/>
                <a:gd name="T7" fmla="*/ 0 h 41"/>
                <a:gd name="T8" fmla="*/ 95 w 16"/>
                <a:gd name="T9" fmla="*/ 3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1">
                  <a:moveTo>
                    <a:pt x="7" y="11"/>
                  </a:moveTo>
                  <a:cubicBezTo>
                    <a:pt x="5" y="17"/>
                    <a:pt x="1" y="21"/>
                    <a:pt x="3" y="27"/>
                  </a:cubicBezTo>
                  <a:cubicBezTo>
                    <a:pt x="6" y="32"/>
                    <a:pt x="16" y="34"/>
                    <a:pt x="15" y="41"/>
                  </a:cubicBezTo>
                  <a:cubicBezTo>
                    <a:pt x="0" y="34"/>
                    <a:pt x="16" y="9"/>
                    <a:pt x="8" y="0"/>
                  </a:cubicBezTo>
                  <a:cubicBezTo>
                    <a:pt x="7" y="0"/>
                    <a:pt x="6" y="1"/>
                    <a:pt x="6" y="2"/>
                  </a:cubicBezTo>
                </a:path>
              </a:pathLst>
            </a:custGeom>
            <a:solidFill>
              <a:srgbClr val="AC7E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2" name="Freeform 445">
              <a:extLst>
                <a:ext uri="{FF2B5EF4-FFF2-40B4-BE49-F238E27FC236}">
                  <a16:creationId xmlns:a16="http://schemas.microsoft.com/office/drawing/2014/main" id="{D171EFFD-7C42-480C-B3E6-33B77A429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237"/>
              <a:ext cx="95" cy="110"/>
            </a:xfrm>
            <a:custGeom>
              <a:avLst/>
              <a:gdLst>
                <a:gd name="T0" fmla="*/ 63 w 38"/>
                <a:gd name="T1" fmla="*/ 0 h 44"/>
                <a:gd name="T2" fmla="*/ 145 w 38"/>
                <a:gd name="T3" fmla="*/ 438 h 44"/>
                <a:gd name="T4" fmla="*/ 595 w 38"/>
                <a:gd name="T5" fmla="*/ 688 h 44"/>
                <a:gd name="T6" fmla="*/ 238 w 38"/>
                <a:gd name="T7" fmla="*/ 375 h 44"/>
                <a:gd name="T8" fmla="*/ 63 w 38"/>
                <a:gd name="T9" fmla="*/ 3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4">
                  <a:moveTo>
                    <a:pt x="4" y="0"/>
                  </a:moveTo>
                  <a:cubicBezTo>
                    <a:pt x="2" y="10"/>
                    <a:pt x="0" y="21"/>
                    <a:pt x="9" y="28"/>
                  </a:cubicBezTo>
                  <a:cubicBezTo>
                    <a:pt x="16" y="34"/>
                    <a:pt x="29" y="42"/>
                    <a:pt x="38" y="44"/>
                  </a:cubicBezTo>
                  <a:cubicBezTo>
                    <a:pt x="31" y="42"/>
                    <a:pt x="19" y="30"/>
                    <a:pt x="15" y="24"/>
                  </a:cubicBezTo>
                  <a:cubicBezTo>
                    <a:pt x="10" y="18"/>
                    <a:pt x="10" y="7"/>
                    <a:pt x="4" y="2"/>
                  </a:cubicBezTo>
                </a:path>
              </a:pathLst>
            </a:custGeom>
            <a:solidFill>
              <a:srgbClr val="AC7E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3" name="Freeform 446">
              <a:extLst>
                <a:ext uri="{FF2B5EF4-FFF2-40B4-BE49-F238E27FC236}">
                  <a16:creationId xmlns:a16="http://schemas.microsoft.com/office/drawing/2014/main" id="{FC83F92C-4D76-46F4-B112-686323DFB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769"/>
              <a:ext cx="1010" cy="320"/>
            </a:xfrm>
            <a:custGeom>
              <a:avLst/>
              <a:gdLst>
                <a:gd name="T0" fmla="*/ 3345 w 404"/>
                <a:gd name="T1" fmla="*/ 783 h 128"/>
                <a:gd name="T2" fmla="*/ 4095 w 404"/>
                <a:gd name="T3" fmla="*/ 1000 h 128"/>
                <a:gd name="T4" fmla="*/ 5188 w 404"/>
                <a:gd name="T5" fmla="*/ 1345 h 128"/>
                <a:gd name="T6" fmla="*/ 5613 w 404"/>
                <a:gd name="T7" fmla="*/ 1563 h 128"/>
                <a:gd name="T8" fmla="*/ 5645 w 404"/>
                <a:gd name="T9" fmla="*/ 1563 h 128"/>
                <a:gd name="T10" fmla="*/ 5970 w 404"/>
                <a:gd name="T11" fmla="*/ 1595 h 128"/>
                <a:gd name="T12" fmla="*/ 6313 w 404"/>
                <a:gd name="T13" fmla="*/ 2000 h 128"/>
                <a:gd name="T14" fmla="*/ 6188 w 404"/>
                <a:gd name="T15" fmla="*/ 1563 h 128"/>
                <a:gd name="T16" fmla="*/ 6000 w 404"/>
                <a:gd name="T17" fmla="*/ 1470 h 128"/>
                <a:gd name="T18" fmla="*/ 5863 w 404"/>
                <a:gd name="T19" fmla="*/ 1333 h 128"/>
                <a:gd name="T20" fmla="*/ 5425 w 404"/>
                <a:gd name="T21" fmla="*/ 1113 h 128"/>
                <a:gd name="T22" fmla="*/ 5113 w 404"/>
                <a:gd name="T23" fmla="*/ 908 h 128"/>
                <a:gd name="T24" fmla="*/ 4958 w 404"/>
                <a:gd name="T25" fmla="*/ 845 h 128"/>
                <a:gd name="T26" fmla="*/ 4925 w 404"/>
                <a:gd name="T27" fmla="*/ 988 h 128"/>
                <a:gd name="T28" fmla="*/ 4658 w 404"/>
                <a:gd name="T29" fmla="*/ 1033 h 128"/>
                <a:gd name="T30" fmla="*/ 4550 w 404"/>
                <a:gd name="T31" fmla="*/ 800 h 128"/>
                <a:gd name="T32" fmla="*/ 4363 w 404"/>
                <a:gd name="T33" fmla="*/ 688 h 128"/>
                <a:gd name="T34" fmla="*/ 4533 w 404"/>
                <a:gd name="T35" fmla="*/ 958 h 128"/>
                <a:gd name="T36" fmla="*/ 4000 w 404"/>
                <a:gd name="T37" fmla="*/ 895 h 128"/>
                <a:gd name="T38" fmla="*/ 3908 w 404"/>
                <a:gd name="T39" fmla="*/ 658 h 128"/>
                <a:gd name="T40" fmla="*/ 3313 w 404"/>
                <a:gd name="T41" fmla="*/ 345 h 128"/>
                <a:gd name="T42" fmla="*/ 2720 w 404"/>
                <a:gd name="T43" fmla="*/ 395 h 128"/>
                <a:gd name="T44" fmla="*/ 2583 w 404"/>
                <a:gd name="T45" fmla="*/ 313 h 128"/>
                <a:gd name="T46" fmla="*/ 2500 w 404"/>
                <a:gd name="T47" fmla="*/ 175 h 128"/>
                <a:gd name="T48" fmla="*/ 2220 w 404"/>
                <a:gd name="T49" fmla="*/ 95 h 128"/>
                <a:gd name="T50" fmla="*/ 1813 w 404"/>
                <a:gd name="T51" fmla="*/ 220 h 128"/>
                <a:gd name="T52" fmla="*/ 1250 w 404"/>
                <a:gd name="T53" fmla="*/ 33 h 128"/>
                <a:gd name="T54" fmla="*/ 645 w 404"/>
                <a:gd name="T55" fmla="*/ 63 h 128"/>
                <a:gd name="T56" fmla="*/ 0 w 404"/>
                <a:gd name="T57" fmla="*/ 63 h 128"/>
                <a:gd name="T58" fmla="*/ 208 w 404"/>
                <a:gd name="T59" fmla="*/ 145 h 128"/>
                <a:gd name="T60" fmla="*/ 1300 w 404"/>
                <a:gd name="T61" fmla="*/ 238 h 128"/>
                <a:gd name="T62" fmla="*/ 2550 w 404"/>
                <a:gd name="T63" fmla="*/ 438 h 128"/>
                <a:gd name="T64" fmla="*/ 3345 w 404"/>
                <a:gd name="T65" fmla="*/ 783 h 12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04" h="128">
                  <a:moveTo>
                    <a:pt x="214" y="50"/>
                  </a:moveTo>
                  <a:cubicBezTo>
                    <a:pt x="231" y="54"/>
                    <a:pt x="247" y="59"/>
                    <a:pt x="262" y="64"/>
                  </a:cubicBezTo>
                  <a:cubicBezTo>
                    <a:pt x="287" y="72"/>
                    <a:pt x="310" y="76"/>
                    <a:pt x="332" y="86"/>
                  </a:cubicBezTo>
                  <a:cubicBezTo>
                    <a:pt x="341" y="90"/>
                    <a:pt x="350" y="95"/>
                    <a:pt x="359" y="100"/>
                  </a:cubicBezTo>
                  <a:cubicBezTo>
                    <a:pt x="359" y="100"/>
                    <a:pt x="360" y="100"/>
                    <a:pt x="361" y="100"/>
                  </a:cubicBezTo>
                  <a:cubicBezTo>
                    <a:pt x="369" y="100"/>
                    <a:pt x="375" y="98"/>
                    <a:pt x="382" y="102"/>
                  </a:cubicBezTo>
                  <a:cubicBezTo>
                    <a:pt x="391" y="108"/>
                    <a:pt x="395" y="125"/>
                    <a:pt x="404" y="128"/>
                  </a:cubicBezTo>
                  <a:cubicBezTo>
                    <a:pt x="403" y="122"/>
                    <a:pt x="400" y="104"/>
                    <a:pt x="396" y="100"/>
                  </a:cubicBezTo>
                  <a:cubicBezTo>
                    <a:pt x="392" y="95"/>
                    <a:pt x="388" y="97"/>
                    <a:pt x="384" y="94"/>
                  </a:cubicBezTo>
                  <a:cubicBezTo>
                    <a:pt x="380" y="92"/>
                    <a:pt x="378" y="87"/>
                    <a:pt x="375" y="85"/>
                  </a:cubicBezTo>
                  <a:cubicBezTo>
                    <a:pt x="368" y="79"/>
                    <a:pt x="355" y="74"/>
                    <a:pt x="347" y="71"/>
                  </a:cubicBezTo>
                  <a:cubicBezTo>
                    <a:pt x="341" y="70"/>
                    <a:pt x="319" y="70"/>
                    <a:pt x="327" y="58"/>
                  </a:cubicBezTo>
                  <a:cubicBezTo>
                    <a:pt x="325" y="55"/>
                    <a:pt x="320" y="52"/>
                    <a:pt x="317" y="54"/>
                  </a:cubicBezTo>
                  <a:cubicBezTo>
                    <a:pt x="312" y="57"/>
                    <a:pt x="317" y="59"/>
                    <a:pt x="315" y="63"/>
                  </a:cubicBezTo>
                  <a:cubicBezTo>
                    <a:pt x="310" y="70"/>
                    <a:pt x="304" y="69"/>
                    <a:pt x="298" y="66"/>
                  </a:cubicBezTo>
                  <a:cubicBezTo>
                    <a:pt x="289" y="61"/>
                    <a:pt x="293" y="58"/>
                    <a:pt x="291" y="51"/>
                  </a:cubicBezTo>
                  <a:cubicBezTo>
                    <a:pt x="290" y="45"/>
                    <a:pt x="286" y="39"/>
                    <a:pt x="279" y="44"/>
                  </a:cubicBezTo>
                  <a:cubicBezTo>
                    <a:pt x="283" y="49"/>
                    <a:pt x="287" y="55"/>
                    <a:pt x="290" y="61"/>
                  </a:cubicBezTo>
                  <a:cubicBezTo>
                    <a:pt x="285" y="65"/>
                    <a:pt x="262" y="60"/>
                    <a:pt x="256" y="57"/>
                  </a:cubicBezTo>
                  <a:cubicBezTo>
                    <a:pt x="248" y="55"/>
                    <a:pt x="232" y="43"/>
                    <a:pt x="250" y="42"/>
                  </a:cubicBezTo>
                  <a:cubicBezTo>
                    <a:pt x="250" y="30"/>
                    <a:pt x="220" y="23"/>
                    <a:pt x="212" y="22"/>
                  </a:cubicBezTo>
                  <a:cubicBezTo>
                    <a:pt x="213" y="45"/>
                    <a:pt x="186" y="31"/>
                    <a:pt x="174" y="25"/>
                  </a:cubicBezTo>
                  <a:cubicBezTo>
                    <a:pt x="171" y="24"/>
                    <a:pt x="167" y="22"/>
                    <a:pt x="165" y="20"/>
                  </a:cubicBezTo>
                  <a:cubicBezTo>
                    <a:pt x="162" y="17"/>
                    <a:pt x="163" y="13"/>
                    <a:pt x="160" y="11"/>
                  </a:cubicBezTo>
                  <a:cubicBezTo>
                    <a:pt x="155" y="6"/>
                    <a:pt x="148" y="7"/>
                    <a:pt x="142" y="6"/>
                  </a:cubicBezTo>
                  <a:cubicBezTo>
                    <a:pt x="159" y="19"/>
                    <a:pt x="123" y="15"/>
                    <a:pt x="116" y="14"/>
                  </a:cubicBezTo>
                  <a:cubicBezTo>
                    <a:pt x="101" y="11"/>
                    <a:pt x="96" y="0"/>
                    <a:pt x="80" y="2"/>
                  </a:cubicBezTo>
                  <a:cubicBezTo>
                    <a:pt x="65" y="4"/>
                    <a:pt x="56" y="7"/>
                    <a:pt x="41" y="4"/>
                  </a:cubicBezTo>
                  <a:cubicBezTo>
                    <a:pt x="26" y="1"/>
                    <a:pt x="15" y="1"/>
                    <a:pt x="0" y="4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34" y="11"/>
                    <a:pt x="58" y="10"/>
                    <a:pt x="83" y="15"/>
                  </a:cubicBezTo>
                  <a:cubicBezTo>
                    <a:pt x="106" y="20"/>
                    <a:pt x="138" y="22"/>
                    <a:pt x="163" y="28"/>
                  </a:cubicBezTo>
                  <a:cubicBezTo>
                    <a:pt x="180" y="33"/>
                    <a:pt x="197" y="45"/>
                    <a:pt x="214" y="50"/>
                  </a:cubicBezTo>
                </a:path>
              </a:pathLst>
            </a:custGeom>
            <a:solidFill>
              <a:srgbClr val="C69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4" name="Freeform 447">
              <a:extLst>
                <a:ext uri="{FF2B5EF4-FFF2-40B4-BE49-F238E27FC236}">
                  <a16:creationId xmlns:a16="http://schemas.microsoft.com/office/drawing/2014/main" id="{6AE9D14A-C5ED-4AFF-A556-FCF50DB30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917"/>
              <a:ext cx="92" cy="72"/>
            </a:xfrm>
            <a:custGeom>
              <a:avLst/>
              <a:gdLst>
                <a:gd name="T0" fmla="*/ 137 w 37"/>
                <a:gd name="T1" fmla="*/ 0 h 29"/>
                <a:gd name="T2" fmla="*/ 154 w 37"/>
                <a:gd name="T3" fmla="*/ 246 h 29"/>
                <a:gd name="T4" fmla="*/ 353 w 37"/>
                <a:gd name="T5" fmla="*/ 308 h 29"/>
                <a:gd name="T6" fmla="*/ 537 w 37"/>
                <a:gd name="T7" fmla="*/ 444 h 29"/>
                <a:gd name="T8" fmla="*/ 291 w 37"/>
                <a:gd name="T9" fmla="*/ 62 h 29"/>
                <a:gd name="T10" fmla="*/ 137 w 37"/>
                <a:gd name="T11" fmla="*/ 4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9">
                  <a:moveTo>
                    <a:pt x="9" y="0"/>
                  </a:moveTo>
                  <a:cubicBezTo>
                    <a:pt x="1" y="7"/>
                    <a:pt x="0" y="12"/>
                    <a:pt x="10" y="16"/>
                  </a:cubicBezTo>
                  <a:cubicBezTo>
                    <a:pt x="14" y="18"/>
                    <a:pt x="19" y="18"/>
                    <a:pt x="23" y="20"/>
                  </a:cubicBezTo>
                  <a:cubicBezTo>
                    <a:pt x="27" y="22"/>
                    <a:pt x="29" y="28"/>
                    <a:pt x="35" y="29"/>
                  </a:cubicBezTo>
                  <a:cubicBezTo>
                    <a:pt x="37" y="17"/>
                    <a:pt x="8" y="17"/>
                    <a:pt x="19" y="4"/>
                  </a:cubicBezTo>
                  <a:cubicBezTo>
                    <a:pt x="16" y="3"/>
                    <a:pt x="10" y="2"/>
                    <a:pt x="9" y="3"/>
                  </a:cubicBezTo>
                </a:path>
              </a:pathLst>
            </a:custGeom>
            <a:solidFill>
              <a:srgbClr val="AC7E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5" name="Freeform 448">
              <a:extLst>
                <a:ext uri="{FF2B5EF4-FFF2-40B4-BE49-F238E27FC236}">
                  <a16:creationId xmlns:a16="http://schemas.microsoft.com/office/drawing/2014/main" id="{B7F07300-CFAD-4A6A-871A-37F2E6D47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832"/>
              <a:ext cx="147" cy="87"/>
            </a:xfrm>
            <a:custGeom>
              <a:avLst/>
              <a:gdLst>
                <a:gd name="T0" fmla="*/ 820 w 59"/>
                <a:gd name="T1" fmla="*/ 154 h 35"/>
                <a:gd name="T2" fmla="*/ 912 w 59"/>
                <a:gd name="T3" fmla="*/ 495 h 35"/>
                <a:gd name="T4" fmla="*/ 466 w 59"/>
                <a:gd name="T5" fmla="*/ 370 h 35"/>
                <a:gd name="T6" fmla="*/ 0 w 59"/>
                <a:gd name="T7" fmla="*/ 199 h 35"/>
                <a:gd name="T8" fmla="*/ 496 w 59"/>
                <a:gd name="T9" fmla="*/ 291 h 35"/>
                <a:gd name="T10" fmla="*/ 837 w 59"/>
                <a:gd name="T11" fmla="*/ 15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5">
                  <a:moveTo>
                    <a:pt x="53" y="10"/>
                  </a:moveTo>
                  <a:cubicBezTo>
                    <a:pt x="48" y="16"/>
                    <a:pt x="52" y="29"/>
                    <a:pt x="59" y="32"/>
                  </a:cubicBezTo>
                  <a:cubicBezTo>
                    <a:pt x="51" y="35"/>
                    <a:pt x="37" y="27"/>
                    <a:pt x="30" y="24"/>
                  </a:cubicBezTo>
                  <a:cubicBezTo>
                    <a:pt x="20" y="20"/>
                    <a:pt x="10" y="16"/>
                    <a:pt x="0" y="13"/>
                  </a:cubicBezTo>
                  <a:cubicBezTo>
                    <a:pt x="9" y="14"/>
                    <a:pt x="23" y="20"/>
                    <a:pt x="32" y="19"/>
                  </a:cubicBezTo>
                  <a:cubicBezTo>
                    <a:pt x="39" y="18"/>
                    <a:pt x="48" y="0"/>
                    <a:pt x="54" y="10"/>
                  </a:cubicBezTo>
                </a:path>
              </a:pathLst>
            </a:custGeom>
            <a:solidFill>
              <a:srgbClr val="AC7E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6" name="Freeform 449">
              <a:extLst>
                <a:ext uri="{FF2B5EF4-FFF2-40B4-BE49-F238E27FC236}">
                  <a16:creationId xmlns:a16="http://schemas.microsoft.com/office/drawing/2014/main" id="{9E38AE20-2800-4AE4-822B-91D615A7E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915"/>
              <a:ext cx="35" cy="100"/>
            </a:xfrm>
            <a:custGeom>
              <a:avLst/>
              <a:gdLst>
                <a:gd name="T0" fmla="*/ 158 w 14"/>
                <a:gd name="T1" fmla="*/ 33 h 40"/>
                <a:gd name="T2" fmla="*/ 0 w 14"/>
                <a:gd name="T3" fmla="*/ 500 h 40"/>
                <a:gd name="T4" fmla="*/ 113 w 1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0">
                  <a:moveTo>
                    <a:pt x="10" y="2"/>
                  </a:moveTo>
                  <a:cubicBezTo>
                    <a:pt x="7" y="9"/>
                    <a:pt x="14" y="40"/>
                    <a:pt x="0" y="32"/>
                  </a:cubicBezTo>
                  <a:cubicBezTo>
                    <a:pt x="10" y="23"/>
                    <a:pt x="5" y="11"/>
                    <a:pt x="7" y="0"/>
                  </a:cubicBezTo>
                </a:path>
              </a:pathLst>
            </a:custGeom>
            <a:solidFill>
              <a:srgbClr val="E19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Freeform 450">
              <a:extLst>
                <a:ext uri="{FF2B5EF4-FFF2-40B4-BE49-F238E27FC236}">
                  <a16:creationId xmlns:a16="http://schemas.microsoft.com/office/drawing/2014/main" id="{8C054582-DA68-4E5D-B078-17A3C5990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185"/>
              <a:ext cx="145" cy="57"/>
            </a:xfrm>
            <a:custGeom>
              <a:avLst/>
              <a:gdLst>
                <a:gd name="T0" fmla="*/ 408 w 58"/>
                <a:gd name="T1" fmla="*/ 154 h 23"/>
                <a:gd name="T2" fmla="*/ 908 w 58"/>
                <a:gd name="T3" fmla="*/ 216 h 23"/>
                <a:gd name="T4" fmla="*/ 583 w 58"/>
                <a:gd name="T5" fmla="*/ 62 h 23"/>
                <a:gd name="T6" fmla="*/ 345 w 58"/>
                <a:gd name="T7" fmla="*/ 124 h 23"/>
                <a:gd name="T8" fmla="*/ 0 w 58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3">
                  <a:moveTo>
                    <a:pt x="26" y="10"/>
                  </a:moveTo>
                  <a:cubicBezTo>
                    <a:pt x="38" y="5"/>
                    <a:pt x="45" y="23"/>
                    <a:pt x="58" y="14"/>
                  </a:cubicBezTo>
                  <a:cubicBezTo>
                    <a:pt x="48" y="19"/>
                    <a:pt x="44" y="5"/>
                    <a:pt x="37" y="4"/>
                  </a:cubicBezTo>
                  <a:cubicBezTo>
                    <a:pt x="33" y="4"/>
                    <a:pt x="27" y="9"/>
                    <a:pt x="22" y="8"/>
                  </a:cubicBezTo>
                  <a:cubicBezTo>
                    <a:pt x="15" y="7"/>
                    <a:pt x="8" y="1"/>
                    <a:pt x="0" y="0"/>
                  </a:cubicBezTo>
                </a:path>
              </a:pathLst>
            </a:custGeom>
            <a:solidFill>
              <a:srgbClr val="E19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8" name="Freeform 451">
              <a:extLst>
                <a:ext uri="{FF2B5EF4-FFF2-40B4-BE49-F238E27FC236}">
                  <a16:creationId xmlns:a16="http://schemas.microsoft.com/office/drawing/2014/main" id="{C96B6A93-C501-40E6-8074-6484748C5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257"/>
              <a:ext cx="103" cy="138"/>
            </a:xfrm>
            <a:custGeom>
              <a:avLst/>
              <a:gdLst>
                <a:gd name="T0" fmla="*/ 618 w 41"/>
                <a:gd name="T1" fmla="*/ 50 h 55"/>
                <a:gd name="T2" fmla="*/ 442 w 41"/>
                <a:gd name="T3" fmla="*/ 693 h 55"/>
                <a:gd name="T4" fmla="*/ 0 w 41"/>
                <a:gd name="T5" fmla="*/ 680 h 55"/>
                <a:gd name="T6" fmla="*/ 367 w 41"/>
                <a:gd name="T7" fmla="*/ 630 h 55"/>
                <a:gd name="T8" fmla="*/ 442 w 41"/>
                <a:gd name="T9" fmla="*/ 314 h 55"/>
                <a:gd name="T10" fmla="*/ 588 w 41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55">
                  <a:moveTo>
                    <a:pt x="39" y="3"/>
                  </a:moveTo>
                  <a:cubicBezTo>
                    <a:pt x="33" y="3"/>
                    <a:pt x="33" y="37"/>
                    <a:pt x="28" y="44"/>
                  </a:cubicBezTo>
                  <a:cubicBezTo>
                    <a:pt x="20" y="55"/>
                    <a:pt x="11" y="44"/>
                    <a:pt x="0" y="43"/>
                  </a:cubicBezTo>
                  <a:cubicBezTo>
                    <a:pt x="8" y="39"/>
                    <a:pt x="15" y="37"/>
                    <a:pt x="23" y="40"/>
                  </a:cubicBezTo>
                  <a:cubicBezTo>
                    <a:pt x="24" y="31"/>
                    <a:pt x="24" y="27"/>
                    <a:pt x="28" y="20"/>
                  </a:cubicBezTo>
                  <a:cubicBezTo>
                    <a:pt x="32" y="14"/>
                    <a:pt x="41" y="8"/>
                    <a:pt x="37" y="0"/>
                  </a:cubicBezTo>
                </a:path>
              </a:pathLst>
            </a:custGeom>
            <a:solidFill>
              <a:srgbClr val="E19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9" name="Freeform 452">
              <a:extLst>
                <a:ext uri="{FF2B5EF4-FFF2-40B4-BE49-F238E27FC236}">
                  <a16:creationId xmlns:a16="http://schemas.microsoft.com/office/drawing/2014/main" id="{74EE7210-C63F-4184-BF8A-CBBB46D43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157"/>
              <a:ext cx="95" cy="65"/>
            </a:xfrm>
            <a:custGeom>
              <a:avLst/>
              <a:gdLst>
                <a:gd name="T0" fmla="*/ 300 w 38"/>
                <a:gd name="T1" fmla="*/ 0 h 26"/>
                <a:gd name="T2" fmla="*/ 0 w 38"/>
                <a:gd name="T3" fmla="*/ 408 h 26"/>
                <a:gd name="T4" fmla="*/ 238 w 38"/>
                <a:gd name="T5" fmla="*/ 2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6">
                  <a:moveTo>
                    <a:pt x="19" y="0"/>
                  </a:moveTo>
                  <a:cubicBezTo>
                    <a:pt x="38" y="12"/>
                    <a:pt x="9" y="23"/>
                    <a:pt x="0" y="26"/>
                  </a:cubicBezTo>
                  <a:cubicBezTo>
                    <a:pt x="7" y="22"/>
                    <a:pt x="19" y="10"/>
                    <a:pt x="15" y="1"/>
                  </a:cubicBezTo>
                </a:path>
              </a:pathLst>
            </a:custGeom>
            <a:solidFill>
              <a:srgbClr val="E19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453">
              <a:extLst>
                <a:ext uri="{FF2B5EF4-FFF2-40B4-BE49-F238E27FC236}">
                  <a16:creationId xmlns:a16="http://schemas.microsoft.com/office/drawing/2014/main" id="{427BBF6D-8995-434D-95AC-6A183691B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392"/>
              <a:ext cx="83" cy="105"/>
            </a:xfrm>
            <a:custGeom>
              <a:avLst/>
              <a:gdLst>
                <a:gd name="T0" fmla="*/ 221 w 33"/>
                <a:gd name="T1" fmla="*/ 158 h 42"/>
                <a:gd name="T2" fmla="*/ 113 w 33"/>
                <a:gd name="T3" fmla="*/ 658 h 42"/>
                <a:gd name="T4" fmla="*/ 221 w 33"/>
                <a:gd name="T5" fmla="*/ 208 h 42"/>
                <a:gd name="T6" fmla="*/ 443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14" y="10"/>
                  </a:moveTo>
                  <a:cubicBezTo>
                    <a:pt x="0" y="14"/>
                    <a:pt x="3" y="31"/>
                    <a:pt x="7" y="42"/>
                  </a:cubicBezTo>
                  <a:cubicBezTo>
                    <a:pt x="7" y="32"/>
                    <a:pt x="6" y="20"/>
                    <a:pt x="14" y="13"/>
                  </a:cubicBezTo>
                  <a:cubicBezTo>
                    <a:pt x="19" y="9"/>
                    <a:pt x="33" y="10"/>
                    <a:pt x="28" y="0"/>
                  </a:cubicBezTo>
                </a:path>
              </a:pathLst>
            </a:custGeom>
            <a:solidFill>
              <a:srgbClr val="E19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454">
              <a:extLst>
                <a:ext uri="{FF2B5EF4-FFF2-40B4-BE49-F238E27FC236}">
                  <a16:creationId xmlns:a16="http://schemas.microsoft.com/office/drawing/2014/main" id="{5A48B5E4-B9C4-448A-B05A-68682A5BD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012"/>
              <a:ext cx="72" cy="85"/>
            </a:xfrm>
            <a:custGeom>
              <a:avLst/>
              <a:gdLst>
                <a:gd name="T0" fmla="*/ 353 w 29"/>
                <a:gd name="T1" fmla="*/ 83 h 34"/>
                <a:gd name="T2" fmla="*/ 166 w 29"/>
                <a:gd name="T3" fmla="*/ 533 h 34"/>
                <a:gd name="T4" fmla="*/ 444 w 29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4">
                  <a:moveTo>
                    <a:pt x="23" y="5"/>
                  </a:moveTo>
                  <a:cubicBezTo>
                    <a:pt x="12" y="8"/>
                    <a:pt x="0" y="24"/>
                    <a:pt x="11" y="34"/>
                  </a:cubicBezTo>
                  <a:cubicBezTo>
                    <a:pt x="12" y="19"/>
                    <a:pt x="10" y="5"/>
                    <a:pt x="29" y="0"/>
                  </a:cubicBezTo>
                </a:path>
              </a:pathLst>
            </a:custGeom>
            <a:solidFill>
              <a:srgbClr val="E19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455">
              <a:extLst>
                <a:ext uri="{FF2B5EF4-FFF2-40B4-BE49-F238E27FC236}">
                  <a16:creationId xmlns:a16="http://schemas.microsoft.com/office/drawing/2014/main" id="{61D19230-0843-44E5-98A8-5B20138AB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109"/>
              <a:ext cx="53" cy="93"/>
            </a:xfrm>
            <a:custGeom>
              <a:avLst/>
              <a:gdLst>
                <a:gd name="T0" fmla="*/ 0 w 21"/>
                <a:gd name="T1" fmla="*/ 0 h 37"/>
                <a:gd name="T2" fmla="*/ 63 w 21"/>
                <a:gd name="T3" fmla="*/ 588 h 37"/>
                <a:gd name="T4" fmla="*/ 63 w 21"/>
                <a:gd name="T5" fmla="*/ 588 h 37"/>
                <a:gd name="T6" fmla="*/ 0 w 21"/>
                <a:gd name="T7" fmla="*/ 2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7">
                  <a:moveTo>
                    <a:pt x="0" y="0"/>
                  </a:moveTo>
                  <a:cubicBezTo>
                    <a:pt x="16" y="9"/>
                    <a:pt x="20" y="26"/>
                    <a:pt x="4" y="37"/>
                  </a:cubicBezTo>
                  <a:cubicBezTo>
                    <a:pt x="3" y="37"/>
                    <a:pt x="3" y="37"/>
                    <a:pt x="4" y="37"/>
                  </a:cubicBezTo>
                  <a:cubicBezTo>
                    <a:pt x="21" y="28"/>
                    <a:pt x="1" y="11"/>
                    <a:pt x="0" y="1"/>
                  </a:cubicBezTo>
                </a:path>
              </a:pathLst>
            </a:custGeom>
            <a:solidFill>
              <a:srgbClr val="E19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456">
              <a:extLst>
                <a:ext uri="{FF2B5EF4-FFF2-40B4-BE49-F238E27FC236}">
                  <a16:creationId xmlns:a16="http://schemas.microsoft.com/office/drawing/2014/main" id="{84F9D400-9D63-43A4-890B-934200277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637"/>
              <a:ext cx="40" cy="70"/>
            </a:xfrm>
            <a:custGeom>
              <a:avLst/>
              <a:gdLst>
                <a:gd name="T0" fmla="*/ 95 w 16"/>
                <a:gd name="T1" fmla="*/ 0 h 28"/>
                <a:gd name="T2" fmla="*/ 0 w 16"/>
                <a:gd name="T3" fmla="*/ 438 h 28"/>
                <a:gd name="T4" fmla="*/ 20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6" y="0"/>
                  </a:moveTo>
                  <a:cubicBezTo>
                    <a:pt x="14" y="8"/>
                    <a:pt x="16" y="26"/>
                    <a:pt x="0" y="28"/>
                  </a:cubicBezTo>
                  <a:cubicBezTo>
                    <a:pt x="8" y="19"/>
                    <a:pt x="8" y="11"/>
                    <a:pt x="1" y="0"/>
                  </a:cubicBezTo>
                </a:path>
              </a:pathLst>
            </a:custGeom>
            <a:solidFill>
              <a:srgbClr val="E19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457">
              <a:extLst>
                <a:ext uri="{FF2B5EF4-FFF2-40B4-BE49-F238E27FC236}">
                  <a16:creationId xmlns:a16="http://schemas.microsoft.com/office/drawing/2014/main" id="{B432F426-80A4-4976-89E2-EC2177A8E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155"/>
              <a:ext cx="112" cy="42"/>
            </a:xfrm>
            <a:custGeom>
              <a:avLst/>
              <a:gdLst>
                <a:gd name="T0" fmla="*/ 0 w 45"/>
                <a:gd name="T1" fmla="*/ 12 h 17"/>
                <a:gd name="T2" fmla="*/ 341 w 45"/>
                <a:gd name="T3" fmla="*/ 245 h 17"/>
                <a:gd name="T4" fmla="*/ 694 w 45"/>
                <a:gd name="T5" fmla="*/ 12 h 17"/>
                <a:gd name="T6" fmla="*/ 341 w 45"/>
                <a:gd name="T7" fmla="*/ 183 h 17"/>
                <a:gd name="T8" fmla="*/ 279 w 45"/>
                <a:gd name="T9" fmla="*/ 104 h 17"/>
                <a:gd name="T10" fmla="*/ 154 w 45"/>
                <a:gd name="T11" fmla="*/ 121 h 17"/>
                <a:gd name="T12" fmla="*/ 12 w 45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7">
                  <a:moveTo>
                    <a:pt x="0" y="1"/>
                  </a:moveTo>
                  <a:cubicBezTo>
                    <a:pt x="5" y="11"/>
                    <a:pt x="10" y="16"/>
                    <a:pt x="22" y="16"/>
                  </a:cubicBezTo>
                  <a:cubicBezTo>
                    <a:pt x="31" y="17"/>
                    <a:pt x="44" y="12"/>
                    <a:pt x="45" y="1"/>
                  </a:cubicBezTo>
                  <a:cubicBezTo>
                    <a:pt x="38" y="7"/>
                    <a:pt x="33" y="15"/>
                    <a:pt x="22" y="12"/>
                  </a:cubicBezTo>
                  <a:cubicBezTo>
                    <a:pt x="21" y="11"/>
                    <a:pt x="20" y="8"/>
                    <a:pt x="18" y="7"/>
                  </a:cubicBezTo>
                  <a:cubicBezTo>
                    <a:pt x="15" y="6"/>
                    <a:pt x="12" y="8"/>
                    <a:pt x="10" y="8"/>
                  </a:cubicBezTo>
                  <a:cubicBezTo>
                    <a:pt x="6" y="6"/>
                    <a:pt x="3" y="4"/>
                    <a:pt x="1" y="0"/>
                  </a:cubicBezTo>
                </a:path>
              </a:pathLst>
            </a:custGeom>
            <a:solidFill>
              <a:srgbClr val="E19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Freeform 458">
              <a:extLst>
                <a:ext uri="{FF2B5EF4-FFF2-40B4-BE49-F238E27FC236}">
                  <a16:creationId xmlns:a16="http://schemas.microsoft.com/office/drawing/2014/main" id="{48EB8B81-FC21-4584-8C4C-AEC9F3A63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420"/>
              <a:ext cx="65" cy="182"/>
            </a:xfrm>
            <a:custGeom>
              <a:avLst/>
              <a:gdLst>
                <a:gd name="T0" fmla="*/ 270 w 26"/>
                <a:gd name="T1" fmla="*/ 12 h 73"/>
                <a:gd name="T2" fmla="*/ 175 w 26"/>
                <a:gd name="T3" fmla="*/ 529 h 73"/>
                <a:gd name="T4" fmla="*/ 408 w 26"/>
                <a:gd name="T5" fmla="*/ 1007 h 73"/>
                <a:gd name="T6" fmla="*/ 125 w 26"/>
                <a:gd name="T7" fmla="*/ 541 h 73"/>
                <a:gd name="T8" fmla="*/ 20 w 26"/>
                <a:gd name="T9" fmla="*/ 249 h 73"/>
                <a:gd name="T10" fmla="*/ 238 w 26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3">
                  <a:moveTo>
                    <a:pt x="17" y="1"/>
                  </a:moveTo>
                  <a:cubicBezTo>
                    <a:pt x="6" y="8"/>
                    <a:pt x="8" y="24"/>
                    <a:pt x="11" y="34"/>
                  </a:cubicBezTo>
                  <a:cubicBezTo>
                    <a:pt x="14" y="42"/>
                    <a:pt x="15" y="66"/>
                    <a:pt x="26" y="65"/>
                  </a:cubicBezTo>
                  <a:cubicBezTo>
                    <a:pt x="16" y="73"/>
                    <a:pt x="9" y="41"/>
                    <a:pt x="8" y="35"/>
                  </a:cubicBezTo>
                  <a:cubicBezTo>
                    <a:pt x="7" y="29"/>
                    <a:pt x="0" y="22"/>
                    <a:pt x="1" y="16"/>
                  </a:cubicBezTo>
                  <a:cubicBezTo>
                    <a:pt x="1" y="12"/>
                    <a:pt x="11" y="1"/>
                    <a:pt x="15" y="0"/>
                  </a:cubicBezTo>
                </a:path>
              </a:pathLst>
            </a:custGeom>
            <a:solidFill>
              <a:srgbClr val="E19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459">
              <a:extLst>
                <a:ext uri="{FF2B5EF4-FFF2-40B4-BE49-F238E27FC236}">
                  <a16:creationId xmlns:a16="http://schemas.microsoft.com/office/drawing/2014/main" id="{34370D72-6CC7-4A12-AC3F-5EEFEDA51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662"/>
              <a:ext cx="70" cy="193"/>
            </a:xfrm>
            <a:custGeom>
              <a:avLst/>
              <a:gdLst>
                <a:gd name="T0" fmla="*/ 333 w 28"/>
                <a:gd name="T1" fmla="*/ 83 h 77"/>
                <a:gd name="T2" fmla="*/ 220 w 28"/>
                <a:gd name="T3" fmla="*/ 679 h 77"/>
                <a:gd name="T4" fmla="*/ 20 w 28"/>
                <a:gd name="T5" fmla="*/ 910 h 77"/>
                <a:gd name="T6" fmla="*/ 125 w 28"/>
                <a:gd name="T7" fmla="*/ 1213 h 77"/>
                <a:gd name="T8" fmla="*/ 113 w 28"/>
                <a:gd name="T9" fmla="*/ 847 h 77"/>
                <a:gd name="T10" fmla="*/ 333 w 28"/>
                <a:gd name="T11" fmla="*/ 597 h 77"/>
                <a:gd name="T12" fmla="*/ 333 w 28"/>
                <a:gd name="T13" fmla="*/ 471 h 77"/>
                <a:gd name="T14" fmla="*/ 395 w 28"/>
                <a:gd name="T15" fmla="*/ 313 h 77"/>
                <a:gd name="T16" fmla="*/ 333 w 28"/>
                <a:gd name="T17" fmla="*/ 0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77">
                  <a:moveTo>
                    <a:pt x="21" y="5"/>
                  </a:moveTo>
                  <a:cubicBezTo>
                    <a:pt x="26" y="16"/>
                    <a:pt x="21" y="34"/>
                    <a:pt x="14" y="43"/>
                  </a:cubicBezTo>
                  <a:cubicBezTo>
                    <a:pt x="10" y="48"/>
                    <a:pt x="1" y="52"/>
                    <a:pt x="1" y="58"/>
                  </a:cubicBezTo>
                  <a:cubicBezTo>
                    <a:pt x="0" y="64"/>
                    <a:pt x="7" y="71"/>
                    <a:pt x="8" y="77"/>
                  </a:cubicBezTo>
                  <a:cubicBezTo>
                    <a:pt x="6" y="69"/>
                    <a:pt x="3" y="62"/>
                    <a:pt x="7" y="54"/>
                  </a:cubicBezTo>
                  <a:cubicBezTo>
                    <a:pt x="11" y="48"/>
                    <a:pt x="19" y="45"/>
                    <a:pt x="21" y="38"/>
                  </a:cubicBezTo>
                  <a:cubicBezTo>
                    <a:pt x="23" y="34"/>
                    <a:pt x="21" y="33"/>
                    <a:pt x="21" y="30"/>
                  </a:cubicBezTo>
                  <a:cubicBezTo>
                    <a:pt x="21" y="25"/>
                    <a:pt x="23" y="24"/>
                    <a:pt x="25" y="20"/>
                  </a:cubicBezTo>
                  <a:cubicBezTo>
                    <a:pt x="28" y="13"/>
                    <a:pt x="22" y="8"/>
                    <a:pt x="21" y="0"/>
                  </a:cubicBezTo>
                </a:path>
              </a:pathLst>
            </a:custGeom>
            <a:solidFill>
              <a:srgbClr val="E19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Freeform 460">
              <a:extLst>
                <a:ext uri="{FF2B5EF4-FFF2-40B4-BE49-F238E27FC236}">
                  <a16:creationId xmlns:a16="http://schemas.microsoft.com/office/drawing/2014/main" id="{0F24EDC9-AB44-4AE9-A0DF-D43AC3701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632"/>
              <a:ext cx="375" cy="228"/>
            </a:xfrm>
            <a:custGeom>
              <a:avLst/>
              <a:gdLst>
                <a:gd name="T0" fmla="*/ 2345 w 150"/>
                <a:gd name="T1" fmla="*/ 0 h 91"/>
                <a:gd name="T2" fmla="*/ 783 w 150"/>
                <a:gd name="T3" fmla="*/ 1225 h 91"/>
                <a:gd name="T4" fmla="*/ 0 w 150"/>
                <a:gd name="T5" fmla="*/ 1368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91">
                  <a:moveTo>
                    <a:pt x="150" y="0"/>
                  </a:moveTo>
                  <a:cubicBezTo>
                    <a:pt x="133" y="41"/>
                    <a:pt x="87" y="65"/>
                    <a:pt x="50" y="78"/>
                  </a:cubicBezTo>
                  <a:cubicBezTo>
                    <a:pt x="13" y="91"/>
                    <a:pt x="12" y="85"/>
                    <a:pt x="0" y="87"/>
                  </a:cubicBezTo>
                </a:path>
              </a:pathLst>
            </a:custGeom>
            <a:noFill/>
            <a:ln w="7938" cap="rnd">
              <a:solidFill>
                <a:srgbClr val="92574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8" name="Freeform 461">
              <a:extLst>
                <a:ext uri="{FF2B5EF4-FFF2-40B4-BE49-F238E27FC236}">
                  <a16:creationId xmlns:a16="http://schemas.microsoft.com/office/drawing/2014/main" id="{1B284962-58C4-4241-A26D-F0885039C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615"/>
              <a:ext cx="403" cy="187"/>
            </a:xfrm>
            <a:custGeom>
              <a:avLst/>
              <a:gdLst>
                <a:gd name="T0" fmla="*/ 2526 w 161"/>
                <a:gd name="T1" fmla="*/ 0 h 75"/>
                <a:gd name="T2" fmla="*/ 0 w 161"/>
                <a:gd name="T3" fmla="*/ 1162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1" h="75">
                  <a:moveTo>
                    <a:pt x="161" y="0"/>
                  </a:moveTo>
                  <a:cubicBezTo>
                    <a:pt x="136" y="13"/>
                    <a:pt x="26" y="33"/>
                    <a:pt x="0" y="75"/>
                  </a:cubicBezTo>
                </a:path>
              </a:pathLst>
            </a:custGeom>
            <a:noFill/>
            <a:ln w="7938" cap="rnd">
              <a:solidFill>
                <a:srgbClr val="AB79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9" name="Freeform 462">
              <a:extLst>
                <a:ext uri="{FF2B5EF4-FFF2-40B4-BE49-F238E27FC236}">
                  <a16:creationId xmlns:a16="http://schemas.microsoft.com/office/drawing/2014/main" id="{D11B743C-4E17-4E23-B51A-82D4B32FD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597"/>
              <a:ext cx="340" cy="138"/>
            </a:xfrm>
            <a:custGeom>
              <a:avLst/>
              <a:gdLst>
                <a:gd name="T0" fmla="*/ 2125 w 136"/>
                <a:gd name="T1" fmla="*/ 0 h 55"/>
                <a:gd name="T2" fmla="*/ 0 w 136"/>
                <a:gd name="T3" fmla="*/ 868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6" h="55">
                  <a:moveTo>
                    <a:pt x="136" y="0"/>
                  </a:moveTo>
                  <a:cubicBezTo>
                    <a:pt x="103" y="8"/>
                    <a:pt x="4" y="22"/>
                    <a:pt x="0" y="55"/>
                  </a:cubicBezTo>
                </a:path>
              </a:pathLst>
            </a:custGeom>
            <a:noFill/>
            <a:ln w="7938" cap="rnd">
              <a:solidFill>
                <a:srgbClr val="A4705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0" name="Freeform 463">
              <a:extLst>
                <a:ext uri="{FF2B5EF4-FFF2-40B4-BE49-F238E27FC236}">
                  <a16:creationId xmlns:a16="http://schemas.microsoft.com/office/drawing/2014/main" id="{2E53FDE5-47E7-410D-B01E-94C3A8F40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645"/>
              <a:ext cx="272" cy="247"/>
            </a:xfrm>
            <a:custGeom>
              <a:avLst/>
              <a:gdLst>
                <a:gd name="T0" fmla="*/ 1694 w 109"/>
                <a:gd name="T1" fmla="*/ 0 h 99"/>
                <a:gd name="T2" fmla="*/ 0 w 109"/>
                <a:gd name="T3" fmla="*/ 1537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99">
                  <a:moveTo>
                    <a:pt x="109" y="0"/>
                  </a:moveTo>
                  <a:cubicBezTo>
                    <a:pt x="105" y="32"/>
                    <a:pt x="36" y="94"/>
                    <a:pt x="0" y="99"/>
                  </a:cubicBezTo>
                </a:path>
              </a:pathLst>
            </a:custGeom>
            <a:noFill/>
            <a:ln w="7938" cap="rnd">
              <a:solidFill>
                <a:srgbClr val="92574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1" name="Freeform 464">
              <a:extLst>
                <a:ext uri="{FF2B5EF4-FFF2-40B4-BE49-F238E27FC236}">
                  <a16:creationId xmlns:a16="http://schemas.microsoft.com/office/drawing/2014/main" id="{DDCB4C89-7A4D-4623-8CCE-900972265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700"/>
              <a:ext cx="257" cy="192"/>
            </a:xfrm>
            <a:custGeom>
              <a:avLst/>
              <a:gdLst>
                <a:gd name="T0" fmla="*/ 1599 w 103"/>
                <a:gd name="T1" fmla="*/ 0 h 77"/>
                <a:gd name="T2" fmla="*/ 0 w 103"/>
                <a:gd name="T3" fmla="*/ 1194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3" h="77">
                  <a:moveTo>
                    <a:pt x="103" y="0"/>
                  </a:moveTo>
                  <a:cubicBezTo>
                    <a:pt x="95" y="22"/>
                    <a:pt x="25" y="74"/>
                    <a:pt x="0" y="77"/>
                  </a:cubicBezTo>
                </a:path>
              </a:pathLst>
            </a:custGeom>
            <a:noFill/>
            <a:ln w="7938" cap="rnd">
              <a:solidFill>
                <a:srgbClr val="92574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2" name="Freeform 465">
              <a:extLst>
                <a:ext uri="{FF2B5EF4-FFF2-40B4-BE49-F238E27FC236}">
                  <a16:creationId xmlns:a16="http://schemas.microsoft.com/office/drawing/2014/main" id="{5EE4EF01-C91B-4E6C-AE9C-C54F3732D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625"/>
              <a:ext cx="363" cy="225"/>
            </a:xfrm>
            <a:custGeom>
              <a:avLst/>
              <a:gdLst>
                <a:gd name="T0" fmla="*/ 2276 w 145"/>
                <a:gd name="T1" fmla="*/ 0 h 90"/>
                <a:gd name="T2" fmla="*/ 0 w 145"/>
                <a:gd name="T3" fmla="*/ 1408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90">
                  <a:moveTo>
                    <a:pt x="145" y="0"/>
                  </a:moveTo>
                  <a:cubicBezTo>
                    <a:pt x="133" y="20"/>
                    <a:pt x="44" y="89"/>
                    <a:pt x="0" y="90"/>
                  </a:cubicBezTo>
                </a:path>
              </a:pathLst>
            </a:custGeom>
            <a:noFill/>
            <a:ln w="7938" cap="rnd">
              <a:solidFill>
                <a:srgbClr val="92574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3" name="Freeform 466">
              <a:extLst>
                <a:ext uri="{FF2B5EF4-FFF2-40B4-BE49-F238E27FC236}">
                  <a16:creationId xmlns:a16="http://schemas.microsoft.com/office/drawing/2014/main" id="{AC888BAB-F5BC-48F8-A08A-9D93D79BF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622"/>
              <a:ext cx="403" cy="225"/>
            </a:xfrm>
            <a:custGeom>
              <a:avLst/>
              <a:gdLst>
                <a:gd name="T0" fmla="*/ 2526 w 161"/>
                <a:gd name="T1" fmla="*/ 0 h 90"/>
                <a:gd name="T2" fmla="*/ 158 w 161"/>
                <a:gd name="T3" fmla="*/ 1408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1" h="90">
                  <a:moveTo>
                    <a:pt x="161" y="0"/>
                  </a:moveTo>
                  <a:cubicBezTo>
                    <a:pt x="145" y="25"/>
                    <a:pt x="0" y="65"/>
                    <a:pt x="10" y="90"/>
                  </a:cubicBezTo>
                </a:path>
              </a:pathLst>
            </a:custGeom>
            <a:noFill/>
            <a:ln w="7938" cap="rnd">
              <a:solidFill>
                <a:srgbClr val="A4705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4" name="Freeform 467">
              <a:extLst>
                <a:ext uri="{FF2B5EF4-FFF2-40B4-BE49-F238E27FC236}">
                  <a16:creationId xmlns:a16="http://schemas.microsoft.com/office/drawing/2014/main" id="{D6DEE215-2801-49C1-88C7-758524681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2602"/>
              <a:ext cx="395" cy="183"/>
            </a:xfrm>
            <a:custGeom>
              <a:avLst/>
              <a:gdLst>
                <a:gd name="T0" fmla="*/ 2470 w 158"/>
                <a:gd name="T1" fmla="*/ 0 h 73"/>
                <a:gd name="T2" fmla="*/ 125 w 158"/>
                <a:gd name="T3" fmla="*/ 1151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8" h="73">
                  <a:moveTo>
                    <a:pt x="158" y="0"/>
                  </a:moveTo>
                  <a:cubicBezTo>
                    <a:pt x="117" y="11"/>
                    <a:pt x="0" y="29"/>
                    <a:pt x="8" y="73"/>
                  </a:cubicBezTo>
                </a:path>
              </a:pathLst>
            </a:custGeom>
            <a:noFill/>
            <a:ln w="7938" cap="rnd">
              <a:solidFill>
                <a:srgbClr val="AB79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5" name="Freeform 468">
              <a:extLst>
                <a:ext uri="{FF2B5EF4-FFF2-40B4-BE49-F238E27FC236}">
                  <a16:creationId xmlns:a16="http://schemas.microsoft.com/office/drawing/2014/main" id="{223BAEC4-609B-4101-9CF7-722CD3EDB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625"/>
              <a:ext cx="233" cy="170"/>
            </a:xfrm>
            <a:custGeom>
              <a:avLst/>
              <a:gdLst>
                <a:gd name="T0" fmla="*/ 1463 w 93"/>
                <a:gd name="T1" fmla="*/ 0 h 68"/>
                <a:gd name="T2" fmla="*/ 50 w 93"/>
                <a:gd name="T3" fmla="*/ 1063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68">
                  <a:moveTo>
                    <a:pt x="93" y="0"/>
                  </a:moveTo>
                  <a:cubicBezTo>
                    <a:pt x="44" y="21"/>
                    <a:pt x="0" y="45"/>
                    <a:pt x="3" y="68"/>
                  </a:cubicBezTo>
                </a:path>
              </a:pathLst>
            </a:custGeom>
            <a:noFill/>
            <a:ln w="7938" cap="rnd">
              <a:solidFill>
                <a:srgbClr val="AB79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6" name="Freeform 469">
              <a:extLst>
                <a:ext uri="{FF2B5EF4-FFF2-40B4-BE49-F238E27FC236}">
                  <a16:creationId xmlns:a16="http://schemas.microsoft.com/office/drawing/2014/main" id="{E8219114-D007-403B-8F42-028A7D8A4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617"/>
              <a:ext cx="115" cy="100"/>
            </a:xfrm>
            <a:custGeom>
              <a:avLst/>
              <a:gdLst>
                <a:gd name="T0" fmla="*/ 720 w 46"/>
                <a:gd name="T1" fmla="*/ 0 h 40"/>
                <a:gd name="T2" fmla="*/ 20 w 46"/>
                <a:gd name="T3" fmla="*/ 62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0">
                  <a:moveTo>
                    <a:pt x="46" y="0"/>
                  </a:moveTo>
                  <a:cubicBezTo>
                    <a:pt x="21" y="9"/>
                    <a:pt x="0" y="17"/>
                    <a:pt x="1" y="40"/>
                  </a:cubicBezTo>
                </a:path>
              </a:pathLst>
            </a:custGeom>
            <a:noFill/>
            <a:ln w="7938" cap="rnd">
              <a:solidFill>
                <a:srgbClr val="92574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7" name="Freeform 470">
              <a:extLst>
                <a:ext uri="{FF2B5EF4-FFF2-40B4-BE49-F238E27FC236}">
                  <a16:creationId xmlns:a16="http://schemas.microsoft.com/office/drawing/2014/main" id="{CA2A5704-5907-4261-BD8D-421E1C93B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857"/>
              <a:ext cx="170" cy="95"/>
            </a:xfrm>
            <a:custGeom>
              <a:avLst/>
              <a:gdLst>
                <a:gd name="T0" fmla="*/ 1063 w 68"/>
                <a:gd name="T1" fmla="*/ 0 h 38"/>
                <a:gd name="T2" fmla="*/ 0 w 68"/>
                <a:gd name="T3" fmla="*/ 50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8">
                  <a:moveTo>
                    <a:pt x="68" y="0"/>
                  </a:moveTo>
                  <a:cubicBezTo>
                    <a:pt x="61" y="18"/>
                    <a:pt x="26" y="38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92574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8" name="Freeform 471">
              <a:extLst>
                <a:ext uri="{FF2B5EF4-FFF2-40B4-BE49-F238E27FC236}">
                  <a16:creationId xmlns:a16="http://schemas.microsoft.com/office/drawing/2014/main" id="{50B96E27-93C8-44AB-B839-16F8E0468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857"/>
              <a:ext cx="125" cy="125"/>
            </a:xfrm>
            <a:custGeom>
              <a:avLst/>
              <a:gdLst>
                <a:gd name="T0" fmla="*/ 783 w 50"/>
                <a:gd name="T1" fmla="*/ 0 h 50"/>
                <a:gd name="T2" fmla="*/ 0 w 50"/>
                <a:gd name="T3" fmla="*/ 78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50">
                  <a:moveTo>
                    <a:pt x="50" y="0"/>
                  </a:moveTo>
                  <a:cubicBezTo>
                    <a:pt x="46" y="27"/>
                    <a:pt x="31" y="50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92574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9" name="Freeform 472">
              <a:extLst>
                <a:ext uri="{FF2B5EF4-FFF2-40B4-BE49-F238E27FC236}">
                  <a16:creationId xmlns:a16="http://schemas.microsoft.com/office/drawing/2014/main" id="{862A547D-FFA7-4D6B-BC85-298933D73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845"/>
              <a:ext cx="128" cy="147"/>
            </a:xfrm>
            <a:custGeom>
              <a:avLst/>
              <a:gdLst>
                <a:gd name="T0" fmla="*/ 806 w 51"/>
                <a:gd name="T1" fmla="*/ 0 h 59"/>
                <a:gd name="T2" fmla="*/ 0 w 51"/>
                <a:gd name="T3" fmla="*/ 837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59">
                  <a:moveTo>
                    <a:pt x="51" y="0"/>
                  </a:moveTo>
                  <a:cubicBezTo>
                    <a:pt x="48" y="23"/>
                    <a:pt x="33" y="59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92574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0" name="Freeform 473">
              <a:extLst>
                <a:ext uri="{FF2B5EF4-FFF2-40B4-BE49-F238E27FC236}">
                  <a16:creationId xmlns:a16="http://schemas.microsoft.com/office/drawing/2014/main" id="{239BE200-22D4-4CFB-8180-01551B9E8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470"/>
              <a:ext cx="150" cy="55"/>
            </a:xfrm>
            <a:custGeom>
              <a:avLst/>
              <a:gdLst>
                <a:gd name="T0" fmla="*/ 938 w 60"/>
                <a:gd name="T1" fmla="*/ 188 h 22"/>
                <a:gd name="T2" fmla="*/ 0 w 6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2">
                  <a:moveTo>
                    <a:pt x="60" y="12"/>
                  </a:moveTo>
                  <a:cubicBezTo>
                    <a:pt x="41" y="22"/>
                    <a:pt x="17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A674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1" name="Freeform 474">
              <a:extLst>
                <a:ext uri="{FF2B5EF4-FFF2-40B4-BE49-F238E27FC236}">
                  <a16:creationId xmlns:a16="http://schemas.microsoft.com/office/drawing/2014/main" id="{A8EBA4D2-B4ED-4214-B9DE-A8CE87B93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500"/>
              <a:ext cx="100" cy="70"/>
            </a:xfrm>
            <a:custGeom>
              <a:avLst/>
              <a:gdLst>
                <a:gd name="T0" fmla="*/ 0 w 40"/>
                <a:gd name="T1" fmla="*/ 0 h 28"/>
                <a:gd name="T2" fmla="*/ 625 w 40"/>
                <a:gd name="T3" fmla="*/ 4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8">
                  <a:moveTo>
                    <a:pt x="0" y="0"/>
                  </a:moveTo>
                  <a:cubicBezTo>
                    <a:pt x="8" y="17"/>
                    <a:pt x="24" y="28"/>
                    <a:pt x="40" y="28"/>
                  </a:cubicBezTo>
                </a:path>
              </a:pathLst>
            </a:custGeom>
            <a:noFill/>
            <a:ln w="7938" cap="rnd">
              <a:solidFill>
                <a:srgbClr val="A674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2" name="Freeform 475">
              <a:extLst>
                <a:ext uri="{FF2B5EF4-FFF2-40B4-BE49-F238E27FC236}">
                  <a16:creationId xmlns:a16="http://schemas.microsoft.com/office/drawing/2014/main" id="{F5F58F17-883A-421A-B7B3-909056B51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560"/>
              <a:ext cx="38" cy="57"/>
            </a:xfrm>
            <a:custGeom>
              <a:avLst/>
              <a:gdLst>
                <a:gd name="T0" fmla="*/ 0 w 15"/>
                <a:gd name="T1" fmla="*/ 0 h 23"/>
                <a:gd name="T2" fmla="*/ 243 w 15"/>
                <a:gd name="T3" fmla="*/ 34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5" y="10"/>
                    <a:pt x="5" y="20"/>
                    <a:pt x="15" y="23"/>
                  </a:cubicBezTo>
                </a:path>
              </a:pathLst>
            </a:custGeom>
            <a:noFill/>
            <a:ln w="7938" cap="rnd">
              <a:solidFill>
                <a:srgbClr val="A674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3" name="Freeform 476">
              <a:extLst>
                <a:ext uri="{FF2B5EF4-FFF2-40B4-BE49-F238E27FC236}">
                  <a16:creationId xmlns:a16="http://schemas.microsoft.com/office/drawing/2014/main" id="{0358AACD-DFBB-498A-A151-5EBB28600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435"/>
              <a:ext cx="150" cy="37"/>
            </a:xfrm>
            <a:custGeom>
              <a:avLst/>
              <a:gdLst>
                <a:gd name="T0" fmla="*/ 938 w 60"/>
                <a:gd name="T1" fmla="*/ 0 h 15"/>
                <a:gd name="T2" fmla="*/ 0 w 60"/>
                <a:gd name="T3" fmla="*/ 7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5">
                  <a:moveTo>
                    <a:pt x="60" y="0"/>
                  </a:moveTo>
                  <a:cubicBezTo>
                    <a:pt x="46" y="7"/>
                    <a:pt x="31" y="1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A674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4" name="Freeform 477">
              <a:extLst>
                <a:ext uri="{FF2B5EF4-FFF2-40B4-BE49-F238E27FC236}">
                  <a16:creationId xmlns:a16="http://schemas.microsoft.com/office/drawing/2014/main" id="{FDB6A9A7-E9A1-43E4-8C4B-78B58842E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457"/>
              <a:ext cx="638" cy="1145"/>
            </a:xfrm>
            <a:custGeom>
              <a:avLst/>
              <a:gdLst>
                <a:gd name="T0" fmla="*/ 1001 w 255"/>
                <a:gd name="T1" fmla="*/ 1270 h 458"/>
                <a:gd name="T2" fmla="*/ 283 w 255"/>
                <a:gd name="T3" fmla="*/ 2313 h 458"/>
                <a:gd name="T4" fmla="*/ 283 w 255"/>
                <a:gd name="T5" fmla="*/ 3345 h 458"/>
                <a:gd name="T6" fmla="*/ 0 w 255"/>
                <a:gd name="T7" fmla="*/ 3425 h 458"/>
                <a:gd name="T8" fmla="*/ 63 w 255"/>
                <a:gd name="T9" fmla="*/ 6408 h 458"/>
                <a:gd name="T10" fmla="*/ 1551 w 255"/>
                <a:gd name="T11" fmla="*/ 6583 h 458"/>
                <a:gd name="T12" fmla="*/ 2772 w 255"/>
                <a:gd name="T13" fmla="*/ 2800 h 458"/>
                <a:gd name="T14" fmla="*/ 3993 w 255"/>
                <a:gd name="T15" fmla="*/ 0 h 4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458">
                  <a:moveTo>
                    <a:pt x="64" y="81"/>
                  </a:moveTo>
                  <a:cubicBezTo>
                    <a:pt x="61" y="125"/>
                    <a:pt x="26" y="140"/>
                    <a:pt x="18" y="148"/>
                  </a:cubicBezTo>
                  <a:cubicBezTo>
                    <a:pt x="20" y="164"/>
                    <a:pt x="20" y="187"/>
                    <a:pt x="18" y="214"/>
                  </a:cubicBezTo>
                  <a:cubicBezTo>
                    <a:pt x="18" y="224"/>
                    <a:pt x="0" y="219"/>
                    <a:pt x="0" y="219"/>
                  </a:cubicBezTo>
                  <a:cubicBezTo>
                    <a:pt x="7" y="239"/>
                    <a:pt x="4" y="362"/>
                    <a:pt x="4" y="410"/>
                  </a:cubicBezTo>
                  <a:cubicBezTo>
                    <a:pt x="4" y="458"/>
                    <a:pt x="97" y="458"/>
                    <a:pt x="99" y="421"/>
                  </a:cubicBezTo>
                  <a:cubicBezTo>
                    <a:pt x="104" y="352"/>
                    <a:pt x="138" y="262"/>
                    <a:pt x="177" y="179"/>
                  </a:cubicBezTo>
                  <a:cubicBezTo>
                    <a:pt x="216" y="95"/>
                    <a:pt x="248" y="88"/>
                    <a:pt x="255" y="0"/>
                  </a:cubicBezTo>
                </a:path>
              </a:pathLst>
            </a:custGeom>
            <a:noFill/>
            <a:ln w="12700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5" name="Freeform 478">
              <a:extLst>
                <a:ext uri="{FF2B5EF4-FFF2-40B4-BE49-F238E27FC236}">
                  <a16:creationId xmlns:a16="http://schemas.microsoft.com/office/drawing/2014/main" id="{F493CFBA-D83D-49FA-8A7F-E4FC8C988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620"/>
              <a:ext cx="565" cy="385"/>
            </a:xfrm>
            <a:custGeom>
              <a:avLst/>
              <a:gdLst>
                <a:gd name="T0" fmla="*/ 3533 w 226"/>
                <a:gd name="T1" fmla="*/ 2408 h 154"/>
                <a:gd name="T2" fmla="*/ 3063 w 226"/>
                <a:gd name="T3" fmla="*/ 2270 h 154"/>
                <a:gd name="T4" fmla="*/ 2488 w 226"/>
                <a:gd name="T5" fmla="*/ 2020 h 154"/>
                <a:gd name="T6" fmla="*/ 2238 w 226"/>
                <a:gd name="T7" fmla="*/ 1688 h 154"/>
                <a:gd name="T8" fmla="*/ 1625 w 226"/>
                <a:gd name="T9" fmla="*/ 1438 h 154"/>
                <a:gd name="T10" fmla="*/ 970 w 226"/>
                <a:gd name="T11" fmla="*/ 1145 h 154"/>
                <a:gd name="T12" fmla="*/ 313 w 226"/>
                <a:gd name="T13" fmla="*/ 720 h 154"/>
                <a:gd name="T14" fmla="*/ 175 w 226"/>
                <a:gd name="T15" fmla="*/ 0 h 1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6" h="154">
                  <a:moveTo>
                    <a:pt x="226" y="154"/>
                  </a:moveTo>
                  <a:cubicBezTo>
                    <a:pt x="207" y="154"/>
                    <a:pt x="202" y="152"/>
                    <a:pt x="196" y="145"/>
                  </a:cubicBezTo>
                  <a:cubicBezTo>
                    <a:pt x="173" y="147"/>
                    <a:pt x="161" y="135"/>
                    <a:pt x="159" y="129"/>
                  </a:cubicBezTo>
                  <a:cubicBezTo>
                    <a:pt x="140" y="128"/>
                    <a:pt x="143" y="108"/>
                    <a:pt x="143" y="108"/>
                  </a:cubicBezTo>
                  <a:cubicBezTo>
                    <a:pt x="126" y="112"/>
                    <a:pt x="110" y="103"/>
                    <a:pt x="104" y="92"/>
                  </a:cubicBezTo>
                  <a:cubicBezTo>
                    <a:pt x="78" y="92"/>
                    <a:pt x="67" y="91"/>
                    <a:pt x="62" y="73"/>
                  </a:cubicBezTo>
                  <a:cubicBezTo>
                    <a:pt x="34" y="68"/>
                    <a:pt x="16" y="59"/>
                    <a:pt x="20" y="46"/>
                  </a:cubicBezTo>
                  <a:cubicBezTo>
                    <a:pt x="2" y="41"/>
                    <a:pt x="0" y="17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6" name="Freeform 479">
              <a:extLst>
                <a:ext uri="{FF2B5EF4-FFF2-40B4-BE49-F238E27FC236}">
                  <a16:creationId xmlns:a16="http://schemas.microsoft.com/office/drawing/2014/main" id="{256BB10A-8A01-470A-A67A-2F776AE27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742"/>
              <a:ext cx="1715" cy="1333"/>
            </a:xfrm>
            <a:custGeom>
              <a:avLst/>
              <a:gdLst>
                <a:gd name="T0" fmla="*/ 0 w 686"/>
                <a:gd name="T1" fmla="*/ 238 h 533"/>
                <a:gd name="T2" fmla="*/ 1375 w 686"/>
                <a:gd name="T3" fmla="*/ 20 h 533"/>
                <a:gd name="T4" fmla="*/ 2250 w 686"/>
                <a:gd name="T5" fmla="*/ 63 h 533"/>
                <a:gd name="T6" fmla="*/ 2675 w 686"/>
                <a:gd name="T7" fmla="*/ 33 h 533"/>
                <a:gd name="T8" fmla="*/ 5095 w 686"/>
                <a:gd name="T9" fmla="*/ 438 h 533"/>
                <a:gd name="T10" fmla="*/ 5583 w 686"/>
                <a:gd name="T11" fmla="*/ 688 h 533"/>
                <a:gd name="T12" fmla="*/ 6033 w 686"/>
                <a:gd name="T13" fmla="*/ 708 h 533"/>
                <a:gd name="T14" fmla="*/ 6425 w 686"/>
                <a:gd name="T15" fmla="*/ 908 h 533"/>
                <a:gd name="T16" fmla="*/ 6688 w 686"/>
                <a:gd name="T17" fmla="*/ 1000 h 533"/>
                <a:gd name="T18" fmla="*/ 7083 w 686"/>
                <a:gd name="T19" fmla="*/ 1125 h 533"/>
                <a:gd name="T20" fmla="*/ 7988 w 686"/>
                <a:gd name="T21" fmla="*/ 1626 h 533"/>
                <a:gd name="T22" fmla="*/ 8250 w 686"/>
                <a:gd name="T23" fmla="*/ 1771 h 533"/>
                <a:gd name="T24" fmla="*/ 8938 w 686"/>
                <a:gd name="T25" fmla="*/ 2238 h 533"/>
                <a:gd name="T26" fmla="*/ 9145 w 686"/>
                <a:gd name="T27" fmla="*/ 2533 h 533"/>
                <a:gd name="T28" fmla="*/ 9345 w 686"/>
                <a:gd name="T29" fmla="*/ 2751 h 533"/>
                <a:gd name="T30" fmla="*/ 9770 w 686"/>
                <a:gd name="T31" fmla="*/ 3429 h 533"/>
                <a:gd name="T32" fmla="*/ 10125 w 686"/>
                <a:gd name="T33" fmla="*/ 3816 h 533"/>
                <a:gd name="T34" fmla="*/ 10458 w 686"/>
                <a:gd name="T35" fmla="*/ 4679 h 533"/>
                <a:gd name="T36" fmla="*/ 10675 w 686"/>
                <a:gd name="T37" fmla="*/ 6305 h 533"/>
                <a:gd name="T38" fmla="*/ 10595 w 686"/>
                <a:gd name="T39" fmla="*/ 7475 h 533"/>
                <a:gd name="T40" fmla="*/ 9875 w 686"/>
                <a:gd name="T41" fmla="*/ 8056 h 533"/>
                <a:gd name="T42" fmla="*/ 9175 w 686"/>
                <a:gd name="T43" fmla="*/ 8338 h 53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86" h="533">
                  <a:moveTo>
                    <a:pt x="0" y="15"/>
                  </a:moveTo>
                  <a:cubicBezTo>
                    <a:pt x="32" y="9"/>
                    <a:pt x="67" y="1"/>
                    <a:pt x="88" y="1"/>
                  </a:cubicBezTo>
                  <a:cubicBezTo>
                    <a:pt x="104" y="0"/>
                    <a:pt x="121" y="3"/>
                    <a:pt x="144" y="4"/>
                  </a:cubicBezTo>
                  <a:cubicBezTo>
                    <a:pt x="152" y="5"/>
                    <a:pt x="162" y="2"/>
                    <a:pt x="171" y="2"/>
                  </a:cubicBezTo>
                  <a:cubicBezTo>
                    <a:pt x="216" y="6"/>
                    <a:pt x="269" y="13"/>
                    <a:pt x="326" y="28"/>
                  </a:cubicBezTo>
                  <a:cubicBezTo>
                    <a:pt x="333" y="30"/>
                    <a:pt x="350" y="43"/>
                    <a:pt x="357" y="44"/>
                  </a:cubicBezTo>
                  <a:cubicBezTo>
                    <a:pt x="367" y="45"/>
                    <a:pt x="376" y="44"/>
                    <a:pt x="386" y="45"/>
                  </a:cubicBezTo>
                  <a:cubicBezTo>
                    <a:pt x="398" y="47"/>
                    <a:pt x="399" y="54"/>
                    <a:pt x="411" y="58"/>
                  </a:cubicBezTo>
                  <a:cubicBezTo>
                    <a:pt x="415" y="59"/>
                    <a:pt x="424" y="63"/>
                    <a:pt x="428" y="64"/>
                  </a:cubicBezTo>
                  <a:cubicBezTo>
                    <a:pt x="437" y="67"/>
                    <a:pt x="445" y="69"/>
                    <a:pt x="453" y="72"/>
                  </a:cubicBezTo>
                  <a:cubicBezTo>
                    <a:pt x="477" y="80"/>
                    <a:pt x="490" y="94"/>
                    <a:pt x="511" y="104"/>
                  </a:cubicBezTo>
                  <a:cubicBezTo>
                    <a:pt x="515" y="106"/>
                    <a:pt x="523" y="111"/>
                    <a:pt x="528" y="113"/>
                  </a:cubicBezTo>
                  <a:cubicBezTo>
                    <a:pt x="544" y="120"/>
                    <a:pt x="559" y="132"/>
                    <a:pt x="572" y="143"/>
                  </a:cubicBezTo>
                  <a:cubicBezTo>
                    <a:pt x="576" y="147"/>
                    <a:pt x="581" y="158"/>
                    <a:pt x="585" y="162"/>
                  </a:cubicBezTo>
                  <a:cubicBezTo>
                    <a:pt x="589" y="167"/>
                    <a:pt x="594" y="172"/>
                    <a:pt x="598" y="176"/>
                  </a:cubicBezTo>
                  <a:cubicBezTo>
                    <a:pt x="609" y="189"/>
                    <a:pt x="616" y="208"/>
                    <a:pt x="625" y="219"/>
                  </a:cubicBezTo>
                  <a:cubicBezTo>
                    <a:pt x="633" y="230"/>
                    <a:pt x="642" y="234"/>
                    <a:pt x="648" y="244"/>
                  </a:cubicBezTo>
                  <a:cubicBezTo>
                    <a:pt x="658" y="260"/>
                    <a:pt x="661" y="281"/>
                    <a:pt x="669" y="299"/>
                  </a:cubicBezTo>
                  <a:cubicBezTo>
                    <a:pt x="686" y="344"/>
                    <a:pt x="685" y="357"/>
                    <a:pt x="683" y="403"/>
                  </a:cubicBezTo>
                  <a:cubicBezTo>
                    <a:pt x="683" y="434"/>
                    <a:pt x="685" y="465"/>
                    <a:pt x="678" y="478"/>
                  </a:cubicBezTo>
                  <a:cubicBezTo>
                    <a:pt x="671" y="490"/>
                    <a:pt x="657" y="504"/>
                    <a:pt x="632" y="515"/>
                  </a:cubicBezTo>
                  <a:cubicBezTo>
                    <a:pt x="607" y="525"/>
                    <a:pt x="598" y="524"/>
                    <a:pt x="587" y="533"/>
                  </a:cubicBezTo>
                </a:path>
              </a:pathLst>
            </a:custGeom>
            <a:noFill/>
            <a:ln w="12700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7" name="Freeform 480">
              <a:extLst>
                <a:ext uri="{FF2B5EF4-FFF2-40B4-BE49-F238E27FC236}">
                  <a16:creationId xmlns:a16="http://schemas.microsoft.com/office/drawing/2014/main" id="{742F928A-0D9F-405D-AA91-9628570F0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902"/>
              <a:ext cx="1440" cy="405"/>
            </a:xfrm>
            <a:custGeom>
              <a:avLst/>
              <a:gdLst>
                <a:gd name="T0" fmla="*/ 9000 w 576"/>
                <a:gd name="T1" fmla="*/ 2533 h 162"/>
                <a:gd name="T2" fmla="*/ 8563 w 576"/>
                <a:gd name="T3" fmla="*/ 1345 h 162"/>
                <a:gd name="T4" fmla="*/ 8125 w 576"/>
                <a:gd name="T5" fmla="*/ 1175 h 162"/>
                <a:gd name="T6" fmla="*/ 7970 w 576"/>
                <a:gd name="T7" fmla="*/ 895 h 162"/>
                <a:gd name="T8" fmla="*/ 6708 w 576"/>
                <a:gd name="T9" fmla="*/ 520 h 162"/>
                <a:gd name="T10" fmla="*/ 6313 w 576"/>
                <a:gd name="T11" fmla="*/ 645 h 162"/>
                <a:gd name="T12" fmla="*/ 5875 w 576"/>
                <a:gd name="T13" fmla="*/ 563 h 162"/>
                <a:gd name="T14" fmla="*/ 4283 w 576"/>
                <a:gd name="T15" fmla="*/ 488 h 162"/>
                <a:gd name="T16" fmla="*/ 3188 w 576"/>
                <a:gd name="T17" fmla="*/ 438 h 162"/>
                <a:gd name="T18" fmla="*/ 2895 w 576"/>
                <a:gd name="T19" fmla="*/ 645 h 162"/>
                <a:gd name="T20" fmla="*/ 2425 w 576"/>
                <a:gd name="T21" fmla="*/ 583 h 162"/>
                <a:gd name="T22" fmla="*/ 1563 w 576"/>
                <a:gd name="T23" fmla="*/ 563 h 162"/>
                <a:gd name="T24" fmla="*/ 363 w 576"/>
                <a:gd name="T25" fmla="*/ 95 h 162"/>
                <a:gd name="T26" fmla="*/ 0 w 576"/>
                <a:gd name="T27" fmla="*/ 363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6" h="162">
                  <a:moveTo>
                    <a:pt x="576" y="162"/>
                  </a:moveTo>
                  <a:cubicBezTo>
                    <a:pt x="570" y="130"/>
                    <a:pt x="565" y="104"/>
                    <a:pt x="548" y="86"/>
                  </a:cubicBezTo>
                  <a:cubicBezTo>
                    <a:pt x="543" y="80"/>
                    <a:pt x="529" y="81"/>
                    <a:pt x="520" y="75"/>
                  </a:cubicBezTo>
                  <a:cubicBezTo>
                    <a:pt x="514" y="71"/>
                    <a:pt x="515" y="61"/>
                    <a:pt x="510" y="57"/>
                  </a:cubicBezTo>
                  <a:cubicBezTo>
                    <a:pt x="483" y="40"/>
                    <a:pt x="466" y="30"/>
                    <a:pt x="429" y="33"/>
                  </a:cubicBezTo>
                  <a:cubicBezTo>
                    <a:pt x="422" y="34"/>
                    <a:pt x="413" y="41"/>
                    <a:pt x="404" y="41"/>
                  </a:cubicBezTo>
                  <a:cubicBezTo>
                    <a:pt x="395" y="42"/>
                    <a:pt x="386" y="36"/>
                    <a:pt x="376" y="36"/>
                  </a:cubicBezTo>
                  <a:cubicBezTo>
                    <a:pt x="340" y="38"/>
                    <a:pt x="302" y="37"/>
                    <a:pt x="274" y="31"/>
                  </a:cubicBezTo>
                  <a:cubicBezTo>
                    <a:pt x="242" y="25"/>
                    <a:pt x="223" y="25"/>
                    <a:pt x="204" y="28"/>
                  </a:cubicBezTo>
                  <a:cubicBezTo>
                    <a:pt x="197" y="29"/>
                    <a:pt x="194" y="40"/>
                    <a:pt x="185" y="41"/>
                  </a:cubicBezTo>
                  <a:cubicBezTo>
                    <a:pt x="175" y="43"/>
                    <a:pt x="163" y="35"/>
                    <a:pt x="155" y="37"/>
                  </a:cubicBezTo>
                  <a:cubicBezTo>
                    <a:pt x="140" y="40"/>
                    <a:pt x="126" y="41"/>
                    <a:pt x="100" y="36"/>
                  </a:cubicBezTo>
                  <a:cubicBezTo>
                    <a:pt x="73" y="25"/>
                    <a:pt x="46" y="0"/>
                    <a:pt x="23" y="6"/>
                  </a:cubicBezTo>
                  <a:cubicBezTo>
                    <a:pt x="9" y="7"/>
                    <a:pt x="0" y="23"/>
                    <a:pt x="0" y="23"/>
                  </a:cubicBezTo>
                </a:path>
              </a:pathLst>
            </a:custGeom>
            <a:noFill/>
            <a:ln w="12700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8" name="Freeform 481">
              <a:extLst>
                <a:ext uri="{FF2B5EF4-FFF2-40B4-BE49-F238E27FC236}">
                  <a16:creationId xmlns:a16="http://schemas.microsoft.com/office/drawing/2014/main" id="{0341DFFC-C059-4210-9C2D-1776D6EC5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977"/>
              <a:ext cx="948" cy="463"/>
            </a:xfrm>
            <a:custGeom>
              <a:avLst/>
              <a:gdLst>
                <a:gd name="T0" fmla="*/ 5931 w 379"/>
                <a:gd name="T1" fmla="*/ 0 h 185"/>
                <a:gd name="T2" fmla="*/ 4775 w 379"/>
                <a:gd name="T3" fmla="*/ 1692 h 185"/>
                <a:gd name="T4" fmla="*/ 3805 w 379"/>
                <a:gd name="T5" fmla="*/ 2368 h 185"/>
                <a:gd name="T6" fmla="*/ 2691 w 379"/>
                <a:gd name="T7" fmla="*/ 2555 h 185"/>
                <a:gd name="T8" fmla="*/ 1613 w 379"/>
                <a:gd name="T9" fmla="*/ 2788 h 185"/>
                <a:gd name="T10" fmla="*/ 675 w 379"/>
                <a:gd name="T11" fmla="*/ 2838 h 185"/>
                <a:gd name="T12" fmla="*/ 0 w 379"/>
                <a:gd name="T13" fmla="*/ 2713 h 1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9" h="185">
                  <a:moveTo>
                    <a:pt x="379" y="0"/>
                  </a:moveTo>
                  <a:cubicBezTo>
                    <a:pt x="376" y="46"/>
                    <a:pt x="333" y="88"/>
                    <a:pt x="305" y="108"/>
                  </a:cubicBezTo>
                  <a:cubicBezTo>
                    <a:pt x="277" y="127"/>
                    <a:pt x="274" y="137"/>
                    <a:pt x="243" y="151"/>
                  </a:cubicBezTo>
                  <a:cubicBezTo>
                    <a:pt x="211" y="165"/>
                    <a:pt x="212" y="156"/>
                    <a:pt x="172" y="163"/>
                  </a:cubicBezTo>
                  <a:cubicBezTo>
                    <a:pt x="122" y="172"/>
                    <a:pt x="122" y="178"/>
                    <a:pt x="103" y="178"/>
                  </a:cubicBezTo>
                  <a:cubicBezTo>
                    <a:pt x="75" y="178"/>
                    <a:pt x="64" y="185"/>
                    <a:pt x="43" y="181"/>
                  </a:cubicBezTo>
                  <a:cubicBezTo>
                    <a:pt x="22" y="178"/>
                    <a:pt x="0" y="173"/>
                    <a:pt x="0" y="173"/>
                  </a:cubicBezTo>
                </a:path>
              </a:pathLst>
            </a:custGeom>
            <a:noFill/>
            <a:ln w="12700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9" name="Freeform 482">
              <a:extLst>
                <a:ext uri="{FF2B5EF4-FFF2-40B4-BE49-F238E27FC236}">
                  <a16:creationId xmlns:a16="http://schemas.microsoft.com/office/drawing/2014/main" id="{16BA1682-B559-4960-AC66-EBD09866C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435"/>
              <a:ext cx="238" cy="230"/>
            </a:xfrm>
            <a:custGeom>
              <a:avLst/>
              <a:gdLst>
                <a:gd name="T0" fmla="*/ 1493 w 95"/>
                <a:gd name="T1" fmla="*/ 0 h 92"/>
                <a:gd name="T2" fmla="*/ 1463 w 95"/>
                <a:gd name="T3" fmla="*/ 238 h 92"/>
                <a:gd name="T4" fmla="*/ 1180 w 95"/>
                <a:gd name="T5" fmla="*/ 533 h 92"/>
                <a:gd name="T6" fmla="*/ 1085 w 95"/>
                <a:gd name="T7" fmla="*/ 783 h 92"/>
                <a:gd name="T8" fmla="*/ 867 w 95"/>
                <a:gd name="T9" fmla="*/ 845 h 92"/>
                <a:gd name="T10" fmla="*/ 659 w 95"/>
                <a:gd name="T11" fmla="*/ 1095 h 92"/>
                <a:gd name="T12" fmla="*/ 408 w 95"/>
                <a:gd name="T13" fmla="*/ 1188 h 92"/>
                <a:gd name="T14" fmla="*/ 0 w 95"/>
                <a:gd name="T15" fmla="*/ 1438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92">
                  <a:moveTo>
                    <a:pt x="95" y="0"/>
                  </a:moveTo>
                  <a:cubicBezTo>
                    <a:pt x="93" y="5"/>
                    <a:pt x="95" y="11"/>
                    <a:pt x="93" y="15"/>
                  </a:cubicBezTo>
                  <a:cubicBezTo>
                    <a:pt x="89" y="22"/>
                    <a:pt x="80" y="28"/>
                    <a:pt x="75" y="34"/>
                  </a:cubicBezTo>
                  <a:cubicBezTo>
                    <a:pt x="72" y="38"/>
                    <a:pt x="73" y="46"/>
                    <a:pt x="69" y="50"/>
                  </a:cubicBezTo>
                  <a:cubicBezTo>
                    <a:pt x="66" y="53"/>
                    <a:pt x="58" y="52"/>
                    <a:pt x="55" y="54"/>
                  </a:cubicBezTo>
                  <a:cubicBezTo>
                    <a:pt x="51" y="58"/>
                    <a:pt x="47" y="67"/>
                    <a:pt x="42" y="70"/>
                  </a:cubicBezTo>
                  <a:cubicBezTo>
                    <a:pt x="37" y="74"/>
                    <a:pt x="31" y="73"/>
                    <a:pt x="26" y="76"/>
                  </a:cubicBezTo>
                  <a:cubicBezTo>
                    <a:pt x="18" y="81"/>
                    <a:pt x="9" y="87"/>
                    <a:pt x="0" y="92"/>
                  </a:cubicBezTo>
                </a:path>
              </a:pathLst>
            </a:custGeom>
            <a:noFill/>
            <a:ln w="12700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0" name="Freeform 483">
              <a:extLst>
                <a:ext uri="{FF2B5EF4-FFF2-40B4-BE49-F238E27FC236}">
                  <a16:creationId xmlns:a16="http://schemas.microsoft.com/office/drawing/2014/main" id="{1E9F6F60-D3D8-4174-8D17-9BF8F2C12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77"/>
              <a:ext cx="213" cy="795"/>
            </a:xfrm>
            <a:custGeom>
              <a:avLst/>
              <a:gdLst>
                <a:gd name="T0" fmla="*/ 0 w 85"/>
                <a:gd name="T1" fmla="*/ 4970 h 318"/>
                <a:gd name="T2" fmla="*/ 847 w 85"/>
                <a:gd name="T3" fmla="*/ 1908 h 318"/>
                <a:gd name="T4" fmla="*/ 1288 w 85"/>
                <a:gd name="T5" fmla="*/ 375 h 318"/>
                <a:gd name="T6" fmla="*/ 1275 w 85"/>
                <a:gd name="T7" fmla="*/ 20 h 318"/>
                <a:gd name="T8" fmla="*/ 1318 w 85"/>
                <a:gd name="T9" fmla="*/ 0 h 318"/>
                <a:gd name="T10" fmla="*/ 1338 w 85"/>
                <a:gd name="T11" fmla="*/ 375 h 318"/>
                <a:gd name="T12" fmla="*/ 880 w 85"/>
                <a:gd name="T13" fmla="*/ 1925 h 318"/>
                <a:gd name="T14" fmla="*/ 0 w 85"/>
                <a:gd name="T15" fmla="*/ 4970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318">
                  <a:moveTo>
                    <a:pt x="0" y="318"/>
                  </a:moveTo>
                  <a:cubicBezTo>
                    <a:pt x="5" y="292"/>
                    <a:pt x="27" y="180"/>
                    <a:pt x="54" y="122"/>
                  </a:cubicBezTo>
                  <a:cubicBezTo>
                    <a:pt x="74" y="76"/>
                    <a:pt x="82" y="52"/>
                    <a:pt x="82" y="24"/>
                  </a:cubicBezTo>
                  <a:cubicBezTo>
                    <a:pt x="82" y="17"/>
                    <a:pt x="82" y="9"/>
                    <a:pt x="81" y="1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5" y="8"/>
                    <a:pt x="85" y="16"/>
                    <a:pt x="85" y="24"/>
                  </a:cubicBezTo>
                  <a:cubicBezTo>
                    <a:pt x="85" y="51"/>
                    <a:pt x="76" y="77"/>
                    <a:pt x="56" y="123"/>
                  </a:cubicBezTo>
                  <a:cubicBezTo>
                    <a:pt x="29" y="181"/>
                    <a:pt x="5" y="292"/>
                    <a:pt x="0" y="318"/>
                  </a:cubicBezTo>
                </a:path>
              </a:pathLst>
            </a:custGeom>
            <a:solidFill>
              <a:srgbClr val="905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1" name="Freeform 484">
              <a:extLst>
                <a:ext uri="{FF2B5EF4-FFF2-40B4-BE49-F238E27FC236}">
                  <a16:creationId xmlns:a16="http://schemas.microsoft.com/office/drawing/2014/main" id="{2C027374-D816-4E63-A065-0DD64F823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990"/>
              <a:ext cx="15" cy="365"/>
            </a:xfrm>
            <a:custGeom>
              <a:avLst/>
              <a:gdLst>
                <a:gd name="T0" fmla="*/ 0 w 6"/>
                <a:gd name="T1" fmla="*/ 333 h 146"/>
                <a:gd name="T2" fmla="*/ 0 w 6"/>
                <a:gd name="T3" fmla="*/ 33 h 146"/>
                <a:gd name="T4" fmla="*/ 20 w 6"/>
                <a:gd name="T5" fmla="*/ 20 h 146"/>
                <a:gd name="T6" fmla="*/ 50 w 6"/>
                <a:gd name="T7" fmla="*/ 0 h 146"/>
                <a:gd name="T8" fmla="*/ 63 w 6"/>
                <a:gd name="T9" fmla="*/ 300 h 146"/>
                <a:gd name="T10" fmla="*/ 95 w 6"/>
                <a:gd name="T11" fmla="*/ 2283 h 146"/>
                <a:gd name="T12" fmla="*/ 0 w 6"/>
                <a:gd name="T13" fmla="*/ 333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46">
                  <a:moveTo>
                    <a:pt x="0" y="21"/>
                  </a:moveTo>
                  <a:cubicBezTo>
                    <a:pt x="0" y="13"/>
                    <a:pt x="0" y="8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4" y="12"/>
                    <a:pt x="4" y="19"/>
                  </a:cubicBezTo>
                  <a:cubicBezTo>
                    <a:pt x="4" y="51"/>
                    <a:pt x="5" y="102"/>
                    <a:pt x="6" y="146"/>
                  </a:cubicBezTo>
                  <a:cubicBezTo>
                    <a:pt x="5" y="102"/>
                    <a:pt x="0" y="52"/>
                    <a:pt x="0" y="21"/>
                  </a:cubicBezTo>
                </a:path>
              </a:pathLst>
            </a:custGeom>
            <a:solidFill>
              <a:srgbClr val="905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2" name="Freeform 485">
              <a:extLst>
                <a:ext uri="{FF2B5EF4-FFF2-40B4-BE49-F238E27FC236}">
                  <a16:creationId xmlns:a16="http://schemas.microsoft.com/office/drawing/2014/main" id="{687F9DED-2A9C-4B6E-905C-9A5D2B6D4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990"/>
              <a:ext cx="10" cy="95"/>
            </a:xfrm>
            <a:custGeom>
              <a:avLst/>
              <a:gdLst>
                <a:gd name="T0" fmla="*/ 63 w 4"/>
                <a:gd name="T1" fmla="*/ 595 h 38"/>
                <a:gd name="T2" fmla="*/ 20 w 4"/>
                <a:gd name="T3" fmla="*/ 50 h 38"/>
                <a:gd name="T4" fmla="*/ 20 w 4"/>
                <a:gd name="T5" fmla="*/ 20 h 38"/>
                <a:gd name="T6" fmla="*/ 50 w 4"/>
                <a:gd name="T7" fmla="*/ 0 h 38"/>
                <a:gd name="T8" fmla="*/ 63 w 4"/>
                <a:gd name="T9" fmla="*/ 300 h 38"/>
                <a:gd name="T10" fmla="*/ 63 w 4"/>
                <a:gd name="T11" fmla="*/ 59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8">
                  <a:moveTo>
                    <a:pt x="4" y="38"/>
                  </a:moveTo>
                  <a:cubicBezTo>
                    <a:pt x="4" y="30"/>
                    <a:pt x="0" y="8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4" y="12"/>
                    <a:pt x="4" y="19"/>
                  </a:cubicBezTo>
                  <a:cubicBezTo>
                    <a:pt x="4" y="38"/>
                    <a:pt x="4" y="38"/>
                    <a:pt x="4" y="38"/>
                  </a:cubicBezTo>
                </a:path>
              </a:pathLst>
            </a:custGeom>
            <a:solidFill>
              <a:srgbClr val="490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3" name="Freeform 486">
              <a:extLst>
                <a:ext uri="{FF2B5EF4-FFF2-40B4-BE49-F238E27FC236}">
                  <a16:creationId xmlns:a16="http://schemas.microsoft.com/office/drawing/2014/main" id="{E31BE809-E73C-4EA3-88CB-0CB090B8C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769"/>
              <a:ext cx="2645" cy="1913"/>
            </a:xfrm>
            <a:custGeom>
              <a:avLst/>
              <a:gdLst>
                <a:gd name="T0" fmla="*/ 14908 w 1058"/>
                <a:gd name="T1" fmla="*/ 2313 h 765"/>
                <a:gd name="T2" fmla="*/ 15020 w 1058"/>
                <a:gd name="T3" fmla="*/ 2563 h 765"/>
                <a:gd name="T4" fmla="*/ 15345 w 1058"/>
                <a:gd name="T5" fmla="*/ 2833 h 765"/>
                <a:gd name="T6" fmla="*/ 15583 w 1058"/>
                <a:gd name="T7" fmla="*/ 3126 h 765"/>
                <a:gd name="T8" fmla="*/ 15970 w 1058"/>
                <a:gd name="T9" fmla="*/ 3708 h 765"/>
                <a:gd name="T10" fmla="*/ 16175 w 1058"/>
                <a:gd name="T11" fmla="*/ 4439 h 765"/>
                <a:gd name="T12" fmla="*/ 16500 w 1058"/>
                <a:gd name="T13" fmla="*/ 5271 h 765"/>
                <a:gd name="T14" fmla="*/ 16533 w 1058"/>
                <a:gd name="T15" fmla="*/ 5942 h 765"/>
                <a:gd name="T16" fmla="*/ 16363 w 1058"/>
                <a:gd name="T17" fmla="*/ 6459 h 765"/>
                <a:gd name="T18" fmla="*/ 16438 w 1058"/>
                <a:gd name="T19" fmla="*/ 6722 h 765"/>
                <a:gd name="T20" fmla="*/ 15925 w 1058"/>
                <a:gd name="T21" fmla="*/ 8035 h 765"/>
                <a:gd name="T22" fmla="*/ 15595 w 1058"/>
                <a:gd name="T23" fmla="*/ 8522 h 765"/>
                <a:gd name="T24" fmla="*/ 15345 w 1058"/>
                <a:gd name="T25" fmla="*/ 8680 h 765"/>
                <a:gd name="T26" fmla="*/ 14395 w 1058"/>
                <a:gd name="T27" fmla="*/ 9255 h 765"/>
                <a:gd name="T28" fmla="*/ 13408 w 1058"/>
                <a:gd name="T29" fmla="*/ 9335 h 765"/>
                <a:gd name="T30" fmla="*/ 12708 w 1058"/>
                <a:gd name="T31" fmla="*/ 9522 h 765"/>
                <a:gd name="T32" fmla="*/ 11895 w 1058"/>
                <a:gd name="T33" fmla="*/ 9618 h 765"/>
                <a:gd name="T34" fmla="*/ 11175 w 1058"/>
                <a:gd name="T35" fmla="*/ 9650 h 765"/>
                <a:gd name="T36" fmla="*/ 10238 w 1058"/>
                <a:gd name="T37" fmla="*/ 11443 h 765"/>
                <a:gd name="T38" fmla="*/ 8563 w 1058"/>
                <a:gd name="T39" fmla="*/ 11913 h 765"/>
                <a:gd name="T40" fmla="*/ 6813 w 1058"/>
                <a:gd name="T41" fmla="*/ 11526 h 765"/>
                <a:gd name="T42" fmla="*/ 4970 w 1058"/>
                <a:gd name="T43" fmla="*/ 11463 h 765"/>
                <a:gd name="T44" fmla="*/ 4583 w 1058"/>
                <a:gd name="T45" fmla="*/ 11568 h 765"/>
                <a:gd name="T46" fmla="*/ 4020 w 1058"/>
                <a:gd name="T47" fmla="*/ 11506 h 765"/>
                <a:gd name="T48" fmla="*/ 3083 w 1058"/>
                <a:gd name="T49" fmla="*/ 11430 h 765"/>
                <a:gd name="T50" fmla="*/ 2520 w 1058"/>
                <a:gd name="T51" fmla="*/ 11130 h 765"/>
                <a:gd name="T52" fmla="*/ 1770 w 1058"/>
                <a:gd name="T53" fmla="*/ 11005 h 765"/>
                <a:gd name="T54" fmla="*/ 1033 w 1058"/>
                <a:gd name="T55" fmla="*/ 10380 h 765"/>
                <a:gd name="T56" fmla="*/ 908 w 1058"/>
                <a:gd name="T57" fmla="*/ 10088 h 765"/>
                <a:gd name="T58" fmla="*/ 708 w 1058"/>
                <a:gd name="T59" fmla="*/ 9930 h 765"/>
                <a:gd name="T60" fmla="*/ 238 w 1058"/>
                <a:gd name="T61" fmla="*/ 8442 h 765"/>
                <a:gd name="T62" fmla="*/ 250 w 1058"/>
                <a:gd name="T63" fmla="*/ 8147 h 765"/>
                <a:gd name="T64" fmla="*/ 125 w 1058"/>
                <a:gd name="T65" fmla="*/ 7755 h 765"/>
                <a:gd name="T66" fmla="*/ 125 w 1058"/>
                <a:gd name="T67" fmla="*/ 5566 h 765"/>
                <a:gd name="T68" fmla="*/ 250 w 1058"/>
                <a:gd name="T69" fmla="*/ 5334 h 765"/>
                <a:gd name="T70" fmla="*/ 250 w 1058"/>
                <a:gd name="T71" fmla="*/ 4816 h 765"/>
                <a:gd name="T72" fmla="*/ 1583 w 1058"/>
                <a:gd name="T73" fmla="*/ 2813 h 765"/>
                <a:gd name="T74" fmla="*/ 2188 w 1058"/>
                <a:gd name="T75" fmla="*/ 2363 h 765"/>
                <a:gd name="T76" fmla="*/ 3125 w 1058"/>
                <a:gd name="T77" fmla="*/ 1563 h 765"/>
                <a:gd name="T78" fmla="*/ 3813 w 1058"/>
                <a:gd name="T79" fmla="*/ 970 h 765"/>
                <a:gd name="T80" fmla="*/ 5333 w 1058"/>
                <a:gd name="T81" fmla="*/ 270 h 765"/>
                <a:gd name="T82" fmla="*/ 5958 w 1058"/>
                <a:gd name="T83" fmla="*/ 238 h 765"/>
                <a:gd name="T84" fmla="*/ 7063 w 1058"/>
                <a:gd name="T85" fmla="*/ 0 h 765"/>
                <a:gd name="T86" fmla="*/ 7645 w 1058"/>
                <a:gd name="T87" fmla="*/ 0 h 765"/>
                <a:gd name="T88" fmla="*/ 8375 w 1058"/>
                <a:gd name="T89" fmla="*/ 125 h 765"/>
                <a:gd name="T90" fmla="*/ 9613 w 1058"/>
                <a:gd name="T91" fmla="*/ 238 h 765"/>
                <a:gd name="T92" fmla="*/ 10863 w 1058"/>
                <a:gd name="T93" fmla="*/ 438 h 765"/>
                <a:gd name="T94" fmla="*/ 11658 w 1058"/>
                <a:gd name="T95" fmla="*/ 783 h 765"/>
                <a:gd name="T96" fmla="*/ 12408 w 1058"/>
                <a:gd name="T97" fmla="*/ 1000 h 765"/>
                <a:gd name="T98" fmla="*/ 13500 w 1058"/>
                <a:gd name="T99" fmla="*/ 1345 h 765"/>
                <a:gd name="T100" fmla="*/ 14875 w 1058"/>
                <a:gd name="T101" fmla="*/ 2301 h 76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58" h="765">
                  <a:moveTo>
                    <a:pt x="954" y="148"/>
                  </a:moveTo>
                  <a:cubicBezTo>
                    <a:pt x="959" y="155"/>
                    <a:pt x="961" y="158"/>
                    <a:pt x="961" y="164"/>
                  </a:cubicBezTo>
                  <a:cubicBezTo>
                    <a:pt x="961" y="168"/>
                    <a:pt x="975" y="176"/>
                    <a:pt x="982" y="181"/>
                  </a:cubicBezTo>
                  <a:cubicBezTo>
                    <a:pt x="989" y="186"/>
                    <a:pt x="992" y="195"/>
                    <a:pt x="997" y="200"/>
                  </a:cubicBezTo>
                  <a:cubicBezTo>
                    <a:pt x="1007" y="213"/>
                    <a:pt x="1015" y="225"/>
                    <a:pt x="1022" y="237"/>
                  </a:cubicBezTo>
                  <a:cubicBezTo>
                    <a:pt x="1030" y="251"/>
                    <a:pt x="1029" y="268"/>
                    <a:pt x="1035" y="284"/>
                  </a:cubicBezTo>
                  <a:cubicBezTo>
                    <a:pt x="1044" y="305"/>
                    <a:pt x="1054" y="320"/>
                    <a:pt x="1056" y="337"/>
                  </a:cubicBezTo>
                  <a:cubicBezTo>
                    <a:pt x="1056" y="348"/>
                    <a:pt x="1058" y="369"/>
                    <a:pt x="1058" y="380"/>
                  </a:cubicBezTo>
                  <a:cubicBezTo>
                    <a:pt x="1057" y="389"/>
                    <a:pt x="1048" y="402"/>
                    <a:pt x="1047" y="413"/>
                  </a:cubicBezTo>
                  <a:cubicBezTo>
                    <a:pt x="1047" y="424"/>
                    <a:pt x="1054" y="420"/>
                    <a:pt x="1052" y="430"/>
                  </a:cubicBezTo>
                  <a:cubicBezTo>
                    <a:pt x="1048" y="463"/>
                    <a:pt x="1038" y="491"/>
                    <a:pt x="1019" y="514"/>
                  </a:cubicBezTo>
                  <a:cubicBezTo>
                    <a:pt x="1010" y="526"/>
                    <a:pt x="1006" y="534"/>
                    <a:pt x="998" y="545"/>
                  </a:cubicBezTo>
                  <a:cubicBezTo>
                    <a:pt x="994" y="550"/>
                    <a:pt x="986" y="551"/>
                    <a:pt x="982" y="555"/>
                  </a:cubicBezTo>
                  <a:cubicBezTo>
                    <a:pt x="969" y="566"/>
                    <a:pt x="953" y="584"/>
                    <a:pt x="921" y="592"/>
                  </a:cubicBezTo>
                  <a:cubicBezTo>
                    <a:pt x="905" y="596"/>
                    <a:pt x="882" y="594"/>
                    <a:pt x="858" y="597"/>
                  </a:cubicBezTo>
                  <a:cubicBezTo>
                    <a:pt x="843" y="599"/>
                    <a:pt x="827" y="607"/>
                    <a:pt x="813" y="609"/>
                  </a:cubicBezTo>
                  <a:cubicBezTo>
                    <a:pt x="787" y="612"/>
                    <a:pt x="767" y="614"/>
                    <a:pt x="761" y="615"/>
                  </a:cubicBezTo>
                  <a:cubicBezTo>
                    <a:pt x="726" y="618"/>
                    <a:pt x="714" y="614"/>
                    <a:pt x="715" y="617"/>
                  </a:cubicBezTo>
                  <a:cubicBezTo>
                    <a:pt x="723" y="670"/>
                    <a:pt x="677" y="700"/>
                    <a:pt x="655" y="732"/>
                  </a:cubicBezTo>
                  <a:cubicBezTo>
                    <a:pt x="633" y="765"/>
                    <a:pt x="590" y="763"/>
                    <a:pt x="548" y="762"/>
                  </a:cubicBezTo>
                  <a:cubicBezTo>
                    <a:pt x="505" y="760"/>
                    <a:pt x="484" y="746"/>
                    <a:pt x="436" y="737"/>
                  </a:cubicBezTo>
                  <a:cubicBezTo>
                    <a:pt x="393" y="729"/>
                    <a:pt x="360" y="733"/>
                    <a:pt x="318" y="733"/>
                  </a:cubicBezTo>
                  <a:cubicBezTo>
                    <a:pt x="313" y="733"/>
                    <a:pt x="297" y="740"/>
                    <a:pt x="293" y="740"/>
                  </a:cubicBezTo>
                  <a:cubicBezTo>
                    <a:pt x="271" y="740"/>
                    <a:pt x="269" y="735"/>
                    <a:pt x="257" y="736"/>
                  </a:cubicBezTo>
                  <a:cubicBezTo>
                    <a:pt x="240" y="737"/>
                    <a:pt x="225" y="737"/>
                    <a:pt x="197" y="731"/>
                  </a:cubicBezTo>
                  <a:cubicBezTo>
                    <a:pt x="184" y="729"/>
                    <a:pt x="175" y="716"/>
                    <a:pt x="161" y="712"/>
                  </a:cubicBezTo>
                  <a:cubicBezTo>
                    <a:pt x="147" y="709"/>
                    <a:pt x="126" y="711"/>
                    <a:pt x="113" y="704"/>
                  </a:cubicBezTo>
                  <a:cubicBezTo>
                    <a:pt x="94" y="692"/>
                    <a:pt x="80" y="682"/>
                    <a:pt x="66" y="664"/>
                  </a:cubicBezTo>
                  <a:cubicBezTo>
                    <a:pt x="64" y="661"/>
                    <a:pt x="60" y="648"/>
                    <a:pt x="58" y="645"/>
                  </a:cubicBezTo>
                  <a:cubicBezTo>
                    <a:pt x="56" y="641"/>
                    <a:pt x="47" y="640"/>
                    <a:pt x="45" y="635"/>
                  </a:cubicBezTo>
                  <a:cubicBezTo>
                    <a:pt x="32" y="612"/>
                    <a:pt x="23" y="582"/>
                    <a:pt x="15" y="540"/>
                  </a:cubicBezTo>
                  <a:cubicBezTo>
                    <a:pt x="14" y="535"/>
                    <a:pt x="17" y="527"/>
                    <a:pt x="16" y="521"/>
                  </a:cubicBezTo>
                  <a:cubicBezTo>
                    <a:pt x="15" y="517"/>
                    <a:pt x="8" y="501"/>
                    <a:pt x="8" y="496"/>
                  </a:cubicBezTo>
                  <a:cubicBezTo>
                    <a:pt x="1" y="450"/>
                    <a:pt x="0" y="405"/>
                    <a:pt x="8" y="356"/>
                  </a:cubicBezTo>
                  <a:cubicBezTo>
                    <a:pt x="8" y="351"/>
                    <a:pt x="15" y="347"/>
                    <a:pt x="16" y="341"/>
                  </a:cubicBezTo>
                  <a:cubicBezTo>
                    <a:pt x="17" y="334"/>
                    <a:pt x="11" y="323"/>
                    <a:pt x="16" y="308"/>
                  </a:cubicBezTo>
                  <a:cubicBezTo>
                    <a:pt x="31" y="258"/>
                    <a:pt x="63" y="217"/>
                    <a:pt x="101" y="180"/>
                  </a:cubicBezTo>
                  <a:cubicBezTo>
                    <a:pt x="113" y="168"/>
                    <a:pt x="128" y="162"/>
                    <a:pt x="140" y="151"/>
                  </a:cubicBezTo>
                  <a:cubicBezTo>
                    <a:pt x="160" y="131"/>
                    <a:pt x="182" y="115"/>
                    <a:pt x="200" y="100"/>
                  </a:cubicBezTo>
                  <a:cubicBezTo>
                    <a:pt x="212" y="90"/>
                    <a:pt x="235" y="69"/>
                    <a:pt x="244" y="62"/>
                  </a:cubicBezTo>
                  <a:cubicBezTo>
                    <a:pt x="271" y="41"/>
                    <a:pt x="306" y="26"/>
                    <a:pt x="341" y="17"/>
                  </a:cubicBezTo>
                  <a:cubicBezTo>
                    <a:pt x="355" y="13"/>
                    <a:pt x="368" y="17"/>
                    <a:pt x="381" y="15"/>
                  </a:cubicBezTo>
                  <a:cubicBezTo>
                    <a:pt x="408" y="10"/>
                    <a:pt x="433" y="1"/>
                    <a:pt x="452" y="0"/>
                  </a:cubicBezTo>
                  <a:cubicBezTo>
                    <a:pt x="463" y="0"/>
                    <a:pt x="475" y="0"/>
                    <a:pt x="489" y="0"/>
                  </a:cubicBezTo>
                  <a:cubicBezTo>
                    <a:pt x="503" y="1"/>
                    <a:pt x="519" y="7"/>
                    <a:pt x="536" y="8"/>
                  </a:cubicBezTo>
                  <a:cubicBezTo>
                    <a:pt x="559" y="11"/>
                    <a:pt x="586" y="9"/>
                    <a:pt x="615" y="15"/>
                  </a:cubicBezTo>
                  <a:cubicBezTo>
                    <a:pt x="638" y="20"/>
                    <a:pt x="670" y="22"/>
                    <a:pt x="695" y="28"/>
                  </a:cubicBezTo>
                  <a:cubicBezTo>
                    <a:pt x="712" y="33"/>
                    <a:pt x="729" y="45"/>
                    <a:pt x="746" y="50"/>
                  </a:cubicBezTo>
                  <a:cubicBezTo>
                    <a:pt x="763" y="54"/>
                    <a:pt x="779" y="59"/>
                    <a:pt x="794" y="64"/>
                  </a:cubicBezTo>
                  <a:cubicBezTo>
                    <a:pt x="819" y="72"/>
                    <a:pt x="842" y="76"/>
                    <a:pt x="864" y="86"/>
                  </a:cubicBezTo>
                  <a:cubicBezTo>
                    <a:pt x="899" y="102"/>
                    <a:pt x="931" y="124"/>
                    <a:pt x="952" y="147"/>
                  </a:cubicBezTo>
                </a:path>
              </a:pathLst>
            </a:custGeom>
            <a:noFill/>
            <a:ln w="12700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4" name="Freeform 487">
              <a:extLst>
                <a:ext uri="{FF2B5EF4-FFF2-40B4-BE49-F238E27FC236}">
                  <a16:creationId xmlns:a16="http://schemas.microsoft.com/office/drawing/2014/main" id="{D6F7A24C-BDDF-46D1-8754-25F59529E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790"/>
              <a:ext cx="107" cy="132"/>
            </a:xfrm>
            <a:custGeom>
              <a:avLst/>
              <a:gdLst>
                <a:gd name="T0" fmla="*/ 0 w 43"/>
                <a:gd name="T1" fmla="*/ 0 h 53"/>
                <a:gd name="T2" fmla="*/ 321 w 43"/>
                <a:gd name="T3" fmla="*/ 446 h 53"/>
                <a:gd name="T4" fmla="*/ 662 w 43"/>
                <a:gd name="T5" fmla="*/ 81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3">
                  <a:moveTo>
                    <a:pt x="0" y="0"/>
                  </a:moveTo>
                  <a:cubicBezTo>
                    <a:pt x="3" y="14"/>
                    <a:pt x="12" y="19"/>
                    <a:pt x="21" y="29"/>
                  </a:cubicBezTo>
                  <a:cubicBezTo>
                    <a:pt x="27" y="35"/>
                    <a:pt x="35" y="51"/>
                    <a:pt x="43" y="53"/>
                  </a:cubicBezTo>
                </a:path>
              </a:pathLst>
            </a:custGeom>
            <a:noFill/>
            <a:ln w="12700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5" name="Freeform 488">
              <a:extLst>
                <a:ext uri="{FF2B5EF4-FFF2-40B4-BE49-F238E27FC236}">
                  <a16:creationId xmlns:a16="http://schemas.microsoft.com/office/drawing/2014/main" id="{3C68932C-303D-4D3C-8093-C2A2FAD3A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827"/>
              <a:ext cx="252" cy="73"/>
            </a:xfrm>
            <a:custGeom>
              <a:avLst/>
              <a:gdLst>
                <a:gd name="T0" fmla="*/ 0 w 101"/>
                <a:gd name="T1" fmla="*/ 400 h 29"/>
                <a:gd name="T2" fmla="*/ 1569 w 101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29">
                  <a:moveTo>
                    <a:pt x="0" y="25"/>
                  </a:moveTo>
                  <a:cubicBezTo>
                    <a:pt x="34" y="29"/>
                    <a:pt x="85" y="13"/>
                    <a:pt x="101" y="0"/>
                  </a:cubicBezTo>
                </a:path>
              </a:pathLst>
            </a:custGeom>
            <a:noFill/>
            <a:ln w="7938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6" name="Freeform 489">
              <a:extLst>
                <a:ext uri="{FF2B5EF4-FFF2-40B4-BE49-F238E27FC236}">
                  <a16:creationId xmlns:a16="http://schemas.microsoft.com/office/drawing/2014/main" id="{742AC637-0E00-4D67-975E-FD73C0467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677"/>
              <a:ext cx="23" cy="183"/>
            </a:xfrm>
            <a:custGeom>
              <a:avLst/>
              <a:gdLst>
                <a:gd name="T0" fmla="*/ 0 w 9"/>
                <a:gd name="T1" fmla="*/ 1151 h 73"/>
                <a:gd name="T2" fmla="*/ 130 w 9"/>
                <a:gd name="T3" fmla="*/ 376 h 73"/>
                <a:gd name="T4" fmla="*/ 97 w 9"/>
                <a:gd name="T5" fmla="*/ 0 h 73"/>
                <a:gd name="T6" fmla="*/ 84 w 9"/>
                <a:gd name="T7" fmla="*/ 20 h 73"/>
                <a:gd name="T8" fmla="*/ 130 w 9"/>
                <a:gd name="T9" fmla="*/ 0 h 73"/>
                <a:gd name="T10" fmla="*/ 151 w 9"/>
                <a:gd name="T11" fmla="*/ 376 h 73"/>
                <a:gd name="T12" fmla="*/ 0 w 9"/>
                <a:gd name="T13" fmla="*/ 1151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3">
                  <a:moveTo>
                    <a:pt x="0" y="73"/>
                  </a:moveTo>
                  <a:cubicBezTo>
                    <a:pt x="6" y="56"/>
                    <a:pt x="8" y="39"/>
                    <a:pt x="8" y="24"/>
                  </a:cubicBezTo>
                  <a:cubicBezTo>
                    <a:pt x="8" y="16"/>
                    <a:pt x="7" y="8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8"/>
                    <a:pt x="9" y="16"/>
                    <a:pt x="9" y="24"/>
                  </a:cubicBezTo>
                  <a:cubicBezTo>
                    <a:pt x="9" y="39"/>
                    <a:pt x="6" y="55"/>
                    <a:pt x="0" y="73"/>
                  </a:cubicBezTo>
                </a:path>
              </a:pathLst>
            </a:custGeom>
            <a:solidFill>
              <a:srgbClr val="490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592">
            <a:extLst>
              <a:ext uri="{FF2B5EF4-FFF2-40B4-BE49-F238E27FC236}">
                <a16:creationId xmlns:a16="http://schemas.microsoft.com/office/drawing/2014/main" id="{C55BC2AE-6CF6-4F44-8F4D-8E0A47393CF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Brain (2)</a:t>
            </a:r>
          </a:p>
        </p:txBody>
      </p:sp>
      <p:grpSp>
        <p:nvGrpSpPr>
          <p:cNvPr id="49154" name="human-brain-lateral-view-illustration">
            <a:extLst>
              <a:ext uri="{FF2B5EF4-FFF2-40B4-BE49-F238E27FC236}">
                <a16:creationId xmlns:a16="http://schemas.microsoft.com/office/drawing/2014/main" id="{01C50E29-3A1A-4AA9-B9B5-CD707377EAF2}"/>
              </a:ext>
            </a:extLst>
          </p:cNvPr>
          <p:cNvGrpSpPr>
            <a:grpSpLocks/>
          </p:cNvGrpSpPr>
          <p:nvPr/>
        </p:nvGrpSpPr>
        <p:grpSpPr bwMode="auto">
          <a:xfrm>
            <a:off x="2544763" y="2354263"/>
            <a:ext cx="3322637" cy="2370137"/>
            <a:chOff x="311" y="1415"/>
            <a:chExt cx="2093" cy="1493"/>
          </a:xfrm>
        </p:grpSpPr>
        <p:sp>
          <p:nvSpPr>
            <p:cNvPr id="49447" name="Freeform 5845">
              <a:extLst>
                <a:ext uri="{FF2B5EF4-FFF2-40B4-BE49-F238E27FC236}">
                  <a16:creationId xmlns:a16="http://schemas.microsoft.com/office/drawing/2014/main" id="{B49A0FEE-F551-48A2-80C1-E3E51A914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" y="1415"/>
              <a:ext cx="2093" cy="1493"/>
            </a:xfrm>
            <a:custGeom>
              <a:avLst/>
              <a:gdLst>
                <a:gd name="T0" fmla="*/ 9367 w 837"/>
                <a:gd name="T1" fmla="*/ 8246 h 560"/>
                <a:gd name="T2" fmla="*/ 10930 w 837"/>
                <a:gd name="T3" fmla="*/ 8985 h 560"/>
                <a:gd name="T4" fmla="*/ 12305 w 837"/>
                <a:gd name="T5" fmla="*/ 8451 h 560"/>
                <a:gd name="T6" fmla="*/ 12788 w 837"/>
                <a:gd name="T7" fmla="*/ 7521 h 560"/>
                <a:gd name="T8" fmla="*/ 13006 w 837"/>
                <a:gd name="T9" fmla="*/ 6689 h 560"/>
                <a:gd name="T10" fmla="*/ 13038 w 837"/>
                <a:gd name="T11" fmla="*/ 5929 h 560"/>
                <a:gd name="T12" fmla="*/ 13068 w 837"/>
                <a:gd name="T13" fmla="*/ 5380 h 560"/>
                <a:gd name="T14" fmla="*/ 12818 w 837"/>
                <a:gd name="T15" fmla="*/ 4172 h 560"/>
                <a:gd name="T16" fmla="*/ 12538 w 837"/>
                <a:gd name="T17" fmla="*/ 3434 h 560"/>
                <a:gd name="T18" fmla="*/ 12088 w 837"/>
                <a:gd name="T19" fmla="*/ 2466 h 560"/>
                <a:gd name="T20" fmla="*/ 11505 w 837"/>
                <a:gd name="T21" fmla="*/ 1856 h 560"/>
                <a:gd name="T22" fmla="*/ 9692 w 837"/>
                <a:gd name="T23" fmla="*/ 818 h 560"/>
                <a:gd name="T24" fmla="*/ 8222 w 837"/>
                <a:gd name="T25" fmla="*/ 376 h 560"/>
                <a:gd name="T26" fmla="*/ 7629 w 837"/>
                <a:gd name="T27" fmla="*/ 115 h 560"/>
                <a:gd name="T28" fmla="*/ 6992 w 837"/>
                <a:gd name="T29" fmla="*/ 205 h 560"/>
                <a:gd name="T30" fmla="*/ 6021 w 837"/>
                <a:gd name="T31" fmla="*/ 205 h 560"/>
                <a:gd name="T32" fmla="*/ 5114 w 837"/>
                <a:gd name="T33" fmla="*/ 477 h 560"/>
                <a:gd name="T34" fmla="*/ 3721 w 837"/>
                <a:gd name="T35" fmla="*/ 683 h 560"/>
                <a:gd name="T36" fmla="*/ 2363 w 837"/>
                <a:gd name="T37" fmla="*/ 1613 h 560"/>
                <a:gd name="T38" fmla="*/ 1720 w 837"/>
                <a:gd name="T39" fmla="*/ 2807 h 560"/>
                <a:gd name="T40" fmla="*/ 1125 w 837"/>
                <a:gd name="T41" fmla="*/ 3546 h 560"/>
                <a:gd name="T42" fmla="*/ 833 w 837"/>
                <a:gd name="T43" fmla="*/ 4074 h 560"/>
                <a:gd name="T44" fmla="*/ 345 w 837"/>
                <a:gd name="T45" fmla="*/ 5985 h 560"/>
                <a:gd name="T46" fmla="*/ 363 w 837"/>
                <a:gd name="T47" fmla="*/ 7598 h 560"/>
                <a:gd name="T48" fmla="*/ 1595 w 837"/>
                <a:gd name="T49" fmla="*/ 9361 h 560"/>
                <a:gd name="T50" fmla="*/ 3521 w 837"/>
                <a:gd name="T51" fmla="*/ 9569 h 560"/>
                <a:gd name="T52" fmla="*/ 5084 w 837"/>
                <a:gd name="T53" fmla="*/ 9894 h 560"/>
                <a:gd name="T54" fmla="*/ 6879 w 837"/>
                <a:gd name="T55" fmla="*/ 10350 h 560"/>
                <a:gd name="T56" fmla="*/ 9147 w 837"/>
                <a:gd name="T57" fmla="*/ 9894 h 560"/>
                <a:gd name="T58" fmla="*/ 9367 w 837"/>
                <a:gd name="T59" fmla="*/ 8246 h 56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37" h="560">
                  <a:moveTo>
                    <a:pt x="599" y="435"/>
                  </a:moveTo>
                  <a:cubicBezTo>
                    <a:pt x="624" y="457"/>
                    <a:pt x="672" y="475"/>
                    <a:pt x="699" y="474"/>
                  </a:cubicBezTo>
                  <a:cubicBezTo>
                    <a:pt x="728" y="473"/>
                    <a:pt x="766" y="467"/>
                    <a:pt x="787" y="446"/>
                  </a:cubicBezTo>
                  <a:cubicBezTo>
                    <a:pt x="801" y="434"/>
                    <a:pt x="808" y="412"/>
                    <a:pt x="818" y="397"/>
                  </a:cubicBezTo>
                  <a:cubicBezTo>
                    <a:pt x="826" y="383"/>
                    <a:pt x="829" y="369"/>
                    <a:pt x="832" y="353"/>
                  </a:cubicBezTo>
                  <a:cubicBezTo>
                    <a:pt x="834" y="340"/>
                    <a:pt x="836" y="327"/>
                    <a:pt x="834" y="313"/>
                  </a:cubicBezTo>
                  <a:cubicBezTo>
                    <a:pt x="833" y="303"/>
                    <a:pt x="837" y="294"/>
                    <a:pt x="836" y="284"/>
                  </a:cubicBezTo>
                  <a:cubicBezTo>
                    <a:pt x="834" y="264"/>
                    <a:pt x="829" y="239"/>
                    <a:pt x="820" y="220"/>
                  </a:cubicBezTo>
                  <a:cubicBezTo>
                    <a:pt x="813" y="206"/>
                    <a:pt x="805" y="197"/>
                    <a:pt x="802" y="181"/>
                  </a:cubicBezTo>
                  <a:cubicBezTo>
                    <a:pt x="797" y="160"/>
                    <a:pt x="787" y="146"/>
                    <a:pt x="773" y="130"/>
                  </a:cubicBezTo>
                  <a:cubicBezTo>
                    <a:pt x="765" y="120"/>
                    <a:pt x="744" y="101"/>
                    <a:pt x="736" y="98"/>
                  </a:cubicBezTo>
                  <a:cubicBezTo>
                    <a:pt x="718" y="77"/>
                    <a:pt x="650" y="31"/>
                    <a:pt x="620" y="43"/>
                  </a:cubicBezTo>
                  <a:cubicBezTo>
                    <a:pt x="612" y="20"/>
                    <a:pt x="545" y="8"/>
                    <a:pt x="526" y="20"/>
                  </a:cubicBezTo>
                  <a:cubicBezTo>
                    <a:pt x="524" y="14"/>
                    <a:pt x="511" y="8"/>
                    <a:pt x="488" y="6"/>
                  </a:cubicBezTo>
                  <a:cubicBezTo>
                    <a:pt x="473" y="5"/>
                    <a:pt x="455" y="5"/>
                    <a:pt x="447" y="11"/>
                  </a:cubicBezTo>
                  <a:cubicBezTo>
                    <a:pt x="435" y="8"/>
                    <a:pt x="400" y="0"/>
                    <a:pt x="385" y="11"/>
                  </a:cubicBezTo>
                  <a:cubicBezTo>
                    <a:pt x="369" y="0"/>
                    <a:pt x="334" y="12"/>
                    <a:pt x="327" y="25"/>
                  </a:cubicBezTo>
                  <a:cubicBezTo>
                    <a:pt x="314" y="9"/>
                    <a:pt x="273" y="17"/>
                    <a:pt x="238" y="36"/>
                  </a:cubicBezTo>
                  <a:cubicBezTo>
                    <a:pt x="210" y="52"/>
                    <a:pt x="180" y="64"/>
                    <a:pt x="151" y="85"/>
                  </a:cubicBezTo>
                  <a:cubicBezTo>
                    <a:pt x="122" y="107"/>
                    <a:pt x="94" y="137"/>
                    <a:pt x="110" y="148"/>
                  </a:cubicBezTo>
                  <a:cubicBezTo>
                    <a:pt x="87" y="155"/>
                    <a:pt x="85" y="164"/>
                    <a:pt x="72" y="187"/>
                  </a:cubicBezTo>
                  <a:cubicBezTo>
                    <a:pt x="59" y="210"/>
                    <a:pt x="53" y="215"/>
                    <a:pt x="53" y="215"/>
                  </a:cubicBezTo>
                  <a:cubicBezTo>
                    <a:pt x="38" y="229"/>
                    <a:pt x="16" y="298"/>
                    <a:pt x="22" y="316"/>
                  </a:cubicBezTo>
                  <a:cubicBezTo>
                    <a:pt x="12" y="328"/>
                    <a:pt x="0" y="391"/>
                    <a:pt x="23" y="401"/>
                  </a:cubicBezTo>
                  <a:cubicBezTo>
                    <a:pt x="22" y="426"/>
                    <a:pt x="52" y="485"/>
                    <a:pt x="102" y="494"/>
                  </a:cubicBezTo>
                  <a:cubicBezTo>
                    <a:pt x="157" y="503"/>
                    <a:pt x="192" y="499"/>
                    <a:pt x="225" y="505"/>
                  </a:cubicBezTo>
                  <a:cubicBezTo>
                    <a:pt x="259" y="511"/>
                    <a:pt x="317" y="531"/>
                    <a:pt x="325" y="522"/>
                  </a:cubicBezTo>
                  <a:cubicBezTo>
                    <a:pt x="340" y="536"/>
                    <a:pt x="425" y="556"/>
                    <a:pt x="440" y="546"/>
                  </a:cubicBezTo>
                  <a:cubicBezTo>
                    <a:pt x="470" y="554"/>
                    <a:pt x="554" y="560"/>
                    <a:pt x="585" y="522"/>
                  </a:cubicBezTo>
                  <a:cubicBezTo>
                    <a:pt x="603" y="499"/>
                    <a:pt x="619" y="457"/>
                    <a:pt x="599" y="435"/>
                  </a:cubicBezTo>
                  <a:close/>
                </a:path>
              </a:pathLst>
            </a:custGeom>
            <a:solidFill>
              <a:srgbClr val="E8E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8" name="Freeform 5846">
              <a:extLst>
                <a:ext uri="{FF2B5EF4-FFF2-40B4-BE49-F238E27FC236}">
                  <a16:creationId xmlns:a16="http://schemas.microsoft.com/office/drawing/2014/main" id="{A6AF2612-A1EE-4784-BD7F-EA9A55173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441"/>
              <a:ext cx="72" cy="606"/>
            </a:xfrm>
            <a:custGeom>
              <a:avLst/>
              <a:gdLst>
                <a:gd name="T0" fmla="*/ 278 w 29"/>
                <a:gd name="T1" fmla="*/ 0 h 227"/>
                <a:gd name="T2" fmla="*/ 12 w 29"/>
                <a:gd name="T3" fmla="*/ 149 h 227"/>
                <a:gd name="T4" fmla="*/ 137 w 29"/>
                <a:gd name="T5" fmla="*/ 606 h 227"/>
                <a:gd name="T6" fmla="*/ 246 w 29"/>
                <a:gd name="T7" fmla="*/ 1639 h 227"/>
                <a:gd name="T8" fmla="*/ 320 w 29"/>
                <a:gd name="T9" fmla="*/ 2792 h 227"/>
                <a:gd name="T10" fmla="*/ 370 w 29"/>
                <a:gd name="T11" fmla="*/ 3385 h 227"/>
                <a:gd name="T12" fmla="*/ 370 w 29"/>
                <a:gd name="T13" fmla="*/ 4319 h 227"/>
                <a:gd name="T14" fmla="*/ 432 w 29"/>
                <a:gd name="T15" fmla="*/ 3556 h 227"/>
                <a:gd name="T16" fmla="*/ 412 w 29"/>
                <a:gd name="T17" fmla="*/ 2814 h 227"/>
                <a:gd name="T18" fmla="*/ 340 w 29"/>
                <a:gd name="T19" fmla="*/ 1596 h 227"/>
                <a:gd name="T20" fmla="*/ 370 w 29"/>
                <a:gd name="T21" fmla="*/ 1196 h 227"/>
                <a:gd name="T22" fmla="*/ 278 w 29"/>
                <a:gd name="T23" fmla="*/ 764 h 227"/>
                <a:gd name="T24" fmla="*/ 278 w 29"/>
                <a:gd name="T25" fmla="*/ 0 h 2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" h="227">
                  <a:moveTo>
                    <a:pt x="18" y="0"/>
                  </a:moveTo>
                  <a:cubicBezTo>
                    <a:pt x="13" y="0"/>
                    <a:pt x="2" y="0"/>
                    <a:pt x="1" y="8"/>
                  </a:cubicBezTo>
                  <a:cubicBezTo>
                    <a:pt x="0" y="14"/>
                    <a:pt x="7" y="26"/>
                    <a:pt x="9" y="32"/>
                  </a:cubicBezTo>
                  <a:cubicBezTo>
                    <a:pt x="15" y="49"/>
                    <a:pt x="16" y="67"/>
                    <a:pt x="16" y="86"/>
                  </a:cubicBezTo>
                  <a:cubicBezTo>
                    <a:pt x="16" y="106"/>
                    <a:pt x="18" y="127"/>
                    <a:pt x="21" y="147"/>
                  </a:cubicBezTo>
                  <a:cubicBezTo>
                    <a:pt x="22" y="157"/>
                    <a:pt x="25" y="168"/>
                    <a:pt x="24" y="178"/>
                  </a:cubicBezTo>
                  <a:cubicBezTo>
                    <a:pt x="23" y="194"/>
                    <a:pt x="21" y="211"/>
                    <a:pt x="24" y="227"/>
                  </a:cubicBezTo>
                  <a:cubicBezTo>
                    <a:pt x="24" y="213"/>
                    <a:pt x="26" y="200"/>
                    <a:pt x="28" y="187"/>
                  </a:cubicBezTo>
                  <a:cubicBezTo>
                    <a:pt x="29" y="173"/>
                    <a:pt x="29" y="162"/>
                    <a:pt x="27" y="148"/>
                  </a:cubicBezTo>
                  <a:cubicBezTo>
                    <a:pt x="24" y="127"/>
                    <a:pt x="23" y="105"/>
                    <a:pt x="22" y="84"/>
                  </a:cubicBezTo>
                  <a:cubicBezTo>
                    <a:pt x="22" y="76"/>
                    <a:pt x="24" y="70"/>
                    <a:pt x="24" y="63"/>
                  </a:cubicBezTo>
                  <a:cubicBezTo>
                    <a:pt x="23" y="55"/>
                    <a:pt x="20" y="47"/>
                    <a:pt x="18" y="40"/>
                  </a:cubicBezTo>
                  <a:cubicBezTo>
                    <a:pt x="15" y="30"/>
                    <a:pt x="7" y="7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49" name="Freeform 5847">
              <a:extLst>
                <a:ext uri="{FF2B5EF4-FFF2-40B4-BE49-F238E27FC236}">
                  <a16:creationId xmlns:a16="http://schemas.microsoft.com/office/drawing/2014/main" id="{353AE61A-5769-4D38-A418-AD36F209B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431"/>
              <a:ext cx="120" cy="408"/>
            </a:xfrm>
            <a:custGeom>
              <a:avLst/>
              <a:gdLst>
                <a:gd name="T0" fmla="*/ 175 w 48"/>
                <a:gd name="T1" fmla="*/ 264 h 153"/>
                <a:gd name="T2" fmla="*/ 83 w 48"/>
                <a:gd name="T3" fmla="*/ 1459 h 153"/>
                <a:gd name="T4" fmla="*/ 270 w 48"/>
                <a:gd name="T5" fmla="*/ 2048 h 153"/>
                <a:gd name="T6" fmla="*/ 300 w 48"/>
                <a:gd name="T7" fmla="*/ 2389 h 153"/>
                <a:gd name="T8" fmla="*/ 363 w 48"/>
                <a:gd name="T9" fmla="*/ 2901 h 153"/>
                <a:gd name="T10" fmla="*/ 313 w 48"/>
                <a:gd name="T11" fmla="*/ 1821 h 153"/>
                <a:gd name="T12" fmla="*/ 238 w 48"/>
                <a:gd name="T13" fmla="*/ 1400 h 153"/>
                <a:gd name="T14" fmla="*/ 283 w 48"/>
                <a:gd name="T15" fmla="*/ 931 h 153"/>
                <a:gd name="T16" fmla="*/ 283 w 48"/>
                <a:gd name="T17" fmla="*/ 491 h 153"/>
                <a:gd name="T18" fmla="*/ 283 w 48"/>
                <a:gd name="T19" fmla="*/ 227 h 153"/>
                <a:gd name="T20" fmla="*/ 750 w 48"/>
                <a:gd name="T21" fmla="*/ 136 h 153"/>
                <a:gd name="T22" fmla="*/ 175 w 48"/>
                <a:gd name="T23" fmla="*/ 307 h 1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153">
                  <a:moveTo>
                    <a:pt x="11" y="14"/>
                  </a:moveTo>
                  <a:cubicBezTo>
                    <a:pt x="24" y="35"/>
                    <a:pt x="0" y="57"/>
                    <a:pt x="5" y="77"/>
                  </a:cubicBezTo>
                  <a:cubicBezTo>
                    <a:pt x="7" y="88"/>
                    <a:pt x="15" y="97"/>
                    <a:pt x="17" y="108"/>
                  </a:cubicBezTo>
                  <a:cubicBezTo>
                    <a:pt x="19" y="114"/>
                    <a:pt x="18" y="120"/>
                    <a:pt x="19" y="126"/>
                  </a:cubicBezTo>
                  <a:cubicBezTo>
                    <a:pt x="19" y="135"/>
                    <a:pt x="23" y="144"/>
                    <a:pt x="23" y="153"/>
                  </a:cubicBezTo>
                  <a:cubicBezTo>
                    <a:pt x="23" y="134"/>
                    <a:pt x="24" y="115"/>
                    <a:pt x="20" y="96"/>
                  </a:cubicBezTo>
                  <a:cubicBezTo>
                    <a:pt x="18" y="89"/>
                    <a:pt x="15" y="82"/>
                    <a:pt x="15" y="74"/>
                  </a:cubicBezTo>
                  <a:cubicBezTo>
                    <a:pt x="15" y="66"/>
                    <a:pt x="17" y="58"/>
                    <a:pt x="18" y="49"/>
                  </a:cubicBezTo>
                  <a:cubicBezTo>
                    <a:pt x="19" y="40"/>
                    <a:pt x="21" y="34"/>
                    <a:pt x="18" y="26"/>
                  </a:cubicBezTo>
                  <a:cubicBezTo>
                    <a:pt x="17" y="22"/>
                    <a:pt x="16" y="17"/>
                    <a:pt x="18" y="12"/>
                  </a:cubicBezTo>
                  <a:cubicBezTo>
                    <a:pt x="23" y="4"/>
                    <a:pt x="39" y="7"/>
                    <a:pt x="48" y="7"/>
                  </a:cubicBezTo>
                  <a:cubicBezTo>
                    <a:pt x="41" y="2"/>
                    <a:pt x="3" y="0"/>
                    <a:pt x="1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0" name="Freeform 5848">
              <a:extLst>
                <a:ext uri="{FF2B5EF4-FFF2-40B4-BE49-F238E27FC236}">
                  <a16:creationId xmlns:a16="http://schemas.microsoft.com/office/drawing/2014/main" id="{68EDD8AA-3F7A-4B33-9156-823EC4409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455"/>
              <a:ext cx="125" cy="141"/>
            </a:xfrm>
            <a:custGeom>
              <a:avLst/>
              <a:gdLst>
                <a:gd name="T0" fmla="*/ 20 w 50"/>
                <a:gd name="T1" fmla="*/ 920 h 53"/>
                <a:gd name="T2" fmla="*/ 20 w 50"/>
                <a:gd name="T3" fmla="*/ 474 h 53"/>
                <a:gd name="T4" fmla="*/ 63 w 50"/>
                <a:gd name="T5" fmla="*/ 170 h 53"/>
                <a:gd name="T6" fmla="*/ 783 w 50"/>
                <a:gd name="T7" fmla="*/ 319 h 53"/>
                <a:gd name="T8" fmla="*/ 188 w 50"/>
                <a:gd name="T9" fmla="*/ 418 h 53"/>
                <a:gd name="T10" fmla="*/ 95 w 50"/>
                <a:gd name="T11" fmla="*/ 793 h 53"/>
                <a:gd name="T12" fmla="*/ 33 w 50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3">
                  <a:moveTo>
                    <a:pt x="1" y="49"/>
                  </a:moveTo>
                  <a:cubicBezTo>
                    <a:pt x="1" y="41"/>
                    <a:pt x="1" y="33"/>
                    <a:pt x="1" y="25"/>
                  </a:cubicBezTo>
                  <a:cubicBezTo>
                    <a:pt x="0" y="21"/>
                    <a:pt x="0" y="13"/>
                    <a:pt x="4" y="9"/>
                  </a:cubicBezTo>
                  <a:cubicBezTo>
                    <a:pt x="13" y="0"/>
                    <a:pt x="41" y="12"/>
                    <a:pt x="50" y="17"/>
                  </a:cubicBezTo>
                  <a:cubicBezTo>
                    <a:pt x="39" y="14"/>
                    <a:pt x="18" y="8"/>
                    <a:pt x="12" y="22"/>
                  </a:cubicBezTo>
                  <a:cubicBezTo>
                    <a:pt x="9" y="28"/>
                    <a:pt x="10" y="36"/>
                    <a:pt x="6" y="42"/>
                  </a:cubicBezTo>
                  <a:cubicBezTo>
                    <a:pt x="4" y="46"/>
                    <a:pt x="2" y="47"/>
                    <a:pt x="2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1" name="Freeform 5849">
              <a:extLst>
                <a:ext uri="{FF2B5EF4-FFF2-40B4-BE49-F238E27FC236}">
                  <a16:creationId xmlns:a16="http://schemas.microsoft.com/office/drawing/2014/main" id="{3A4E2A87-3BA3-4BC5-ACB3-9BE7736B4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537"/>
              <a:ext cx="250" cy="123"/>
            </a:xfrm>
            <a:custGeom>
              <a:avLst/>
              <a:gdLst>
                <a:gd name="T0" fmla="*/ 0 w 100"/>
                <a:gd name="T1" fmla="*/ 500 h 46"/>
                <a:gd name="T2" fmla="*/ 175 w 100"/>
                <a:gd name="T3" fmla="*/ 78 h 46"/>
                <a:gd name="T4" fmla="*/ 625 w 100"/>
                <a:gd name="T5" fmla="*/ 193 h 46"/>
                <a:gd name="T6" fmla="*/ 1563 w 100"/>
                <a:gd name="T7" fmla="*/ 880 h 46"/>
                <a:gd name="T8" fmla="*/ 563 w 100"/>
                <a:gd name="T9" fmla="*/ 265 h 46"/>
                <a:gd name="T10" fmla="*/ 158 w 100"/>
                <a:gd name="T11" fmla="*/ 308 h 46"/>
                <a:gd name="T12" fmla="*/ 95 w 100"/>
                <a:gd name="T13" fmla="*/ 422 h 46"/>
                <a:gd name="T14" fmla="*/ 20 w 100"/>
                <a:gd name="T15" fmla="*/ 516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6">
                  <a:moveTo>
                    <a:pt x="0" y="26"/>
                  </a:moveTo>
                  <a:cubicBezTo>
                    <a:pt x="3" y="20"/>
                    <a:pt x="3" y="7"/>
                    <a:pt x="11" y="4"/>
                  </a:cubicBezTo>
                  <a:cubicBezTo>
                    <a:pt x="19" y="0"/>
                    <a:pt x="32" y="7"/>
                    <a:pt x="40" y="10"/>
                  </a:cubicBezTo>
                  <a:cubicBezTo>
                    <a:pt x="61" y="19"/>
                    <a:pt x="84" y="28"/>
                    <a:pt x="100" y="46"/>
                  </a:cubicBezTo>
                  <a:cubicBezTo>
                    <a:pt x="81" y="33"/>
                    <a:pt x="58" y="22"/>
                    <a:pt x="36" y="14"/>
                  </a:cubicBezTo>
                  <a:cubicBezTo>
                    <a:pt x="28" y="12"/>
                    <a:pt x="16" y="10"/>
                    <a:pt x="10" y="16"/>
                  </a:cubicBezTo>
                  <a:cubicBezTo>
                    <a:pt x="8" y="17"/>
                    <a:pt x="7" y="20"/>
                    <a:pt x="6" y="22"/>
                  </a:cubicBezTo>
                  <a:cubicBezTo>
                    <a:pt x="4" y="24"/>
                    <a:pt x="1" y="23"/>
                    <a:pt x="1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2" name="Freeform 5850">
              <a:extLst>
                <a:ext uri="{FF2B5EF4-FFF2-40B4-BE49-F238E27FC236}">
                  <a16:creationId xmlns:a16="http://schemas.microsoft.com/office/drawing/2014/main" id="{E6D14C1C-BDF7-4FAC-BFF2-85DADD0BA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065"/>
              <a:ext cx="97" cy="358"/>
            </a:xfrm>
            <a:custGeom>
              <a:avLst/>
              <a:gdLst>
                <a:gd name="T0" fmla="*/ 353 w 39"/>
                <a:gd name="T1" fmla="*/ 0 h 134"/>
                <a:gd name="T2" fmla="*/ 415 w 39"/>
                <a:gd name="T3" fmla="*/ 379 h 134"/>
                <a:gd name="T4" fmla="*/ 445 w 39"/>
                <a:gd name="T5" fmla="*/ 799 h 134"/>
                <a:gd name="T6" fmla="*/ 341 w 39"/>
                <a:gd name="T7" fmla="*/ 1485 h 134"/>
                <a:gd name="T8" fmla="*/ 187 w 39"/>
                <a:gd name="T9" fmla="*/ 2020 h 134"/>
                <a:gd name="T10" fmla="*/ 0 w 39"/>
                <a:gd name="T11" fmla="*/ 2554 h 134"/>
                <a:gd name="T12" fmla="*/ 246 w 39"/>
                <a:gd name="T13" fmla="*/ 2135 h 134"/>
                <a:gd name="T14" fmla="*/ 507 w 39"/>
                <a:gd name="T15" fmla="*/ 1371 h 134"/>
                <a:gd name="T16" fmla="*/ 557 w 39"/>
                <a:gd name="T17" fmla="*/ 513 h 134"/>
                <a:gd name="T18" fmla="*/ 371 w 39"/>
                <a:gd name="T19" fmla="*/ 35 h 1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34">
                  <a:moveTo>
                    <a:pt x="23" y="0"/>
                  </a:moveTo>
                  <a:cubicBezTo>
                    <a:pt x="26" y="6"/>
                    <a:pt x="26" y="13"/>
                    <a:pt x="27" y="20"/>
                  </a:cubicBezTo>
                  <a:cubicBezTo>
                    <a:pt x="28" y="27"/>
                    <a:pt x="29" y="35"/>
                    <a:pt x="29" y="42"/>
                  </a:cubicBezTo>
                  <a:cubicBezTo>
                    <a:pt x="29" y="54"/>
                    <a:pt x="25" y="67"/>
                    <a:pt x="22" y="78"/>
                  </a:cubicBezTo>
                  <a:cubicBezTo>
                    <a:pt x="20" y="87"/>
                    <a:pt x="17" y="97"/>
                    <a:pt x="12" y="106"/>
                  </a:cubicBezTo>
                  <a:cubicBezTo>
                    <a:pt x="7" y="115"/>
                    <a:pt x="5" y="125"/>
                    <a:pt x="0" y="134"/>
                  </a:cubicBezTo>
                  <a:cubicBezTo>
                    <a:pt x="3" y="124"/>
                    <a:pt x="9" y="119"/>
                    <a:pt x="16" y="112"/>
                  </a:cubicBezTo>
                  <a:cubicBezTo>
                    <a:pt x="26" y="101"/>
                    <a:pt x="28" y="85"/>
                    <a:pt x="33" y="72"/>
                  </a:cubicBezTo>
                  <a:cubicBezTo>
                    <a:pt x="39" y="58"/>
                    <a:pt x="39" y="41"/>
                    <a:pt x="36" y="27"/>
                  </a:cubicBezTo>
                  <a:cubicBezTo>
                    <a:pt x="33" y="17"/>
                    <a:pt x="26" y="11"/>
                    <a:pt x="2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3" name="Freeform 5851">
              <a:extLst>
                <a:ext uri="{FF2B5EF4-FFF2-40B4-BE49-F238E27FC236}">
                  <a16:creationId xmlns:a16="http://schemas.microsoft.com/office/drawing/2014/main" id="{A690DB27-2D5F-4EF9-A940-B0EF0423C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916"/>
              <a:ext cx="108" cy="264"/>
            </a:xfrm>
            <a:custGeom>
              <a:avLst/>
              <a:gdLst>
                <a:gd name="T0" fmla="*/ 20 w 43"/>
                <a:gd name="T1" fmla="*/ 115 h 99"/>
                <a:gd name="T2" fmla="*/ 409 w 43"/>
                <a:gd name="T3" fmla="*/ 1080 h 99"/>
                <a:gd name="T4" fmla="*/ 472 w 43"/>
                <a:gd name="T5" fmla="*/ 1877 h 99"/>
                <a:gd name="T6" fmla="*/ 651 w 43"/>
                <a:gd name="T7" fmla="*/ 1443 h 99"/>
                <a:gd name="T8" fmla="*/ 492 w 43"/>
                <a:gd name="T9" fmla="*/ 832 h 99"/>
                <a:gd name="T10" fmla="*/ 188 w 43"/>
                <a:gd name="T11" fmla="*/ 363 h 99"/>
                <a:gd name="T12" fmla="*/ 0 w 43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99">
                  <a:moveTo>
                    <a:pt x="1" y="6"/>
                  </a:moveTo>
                  <a:cubicBezTo>
                    <a:pt x="7" y="25"/>
                    <a:pt x="18" y="39"/>
                    <a:pt x="26" y="57"/>
                  </a:cubicBezTo>
                  <a:cubicBezTo>
                    <a:pt x="33" y="71"/>
                    <a:pt x="32" y="84"/>
                    <a:pt x="30" y="99"/>
                  </a:cubicBezTo>
                  <a:cubicBezTo>
                    <a:pt x="32" y="91"/>
                    <a:pt x="39" y="84"/>
                    <a:pt x="41" y="76"/>
                  </a:cubicBezTo>
                  <a:cubicBezTo>
                    <a:pt x="43" y="63"/>
                    <a:pt x="38" y="54"/>
                    <a:pt x="31" y="44"/>
                  </a:cubicBezTo>
                  <a:cubicBezTo>
                    <a:pt x="26" y="35"/>
                    <a:pt x="19" y="27"/>
                    <a:pt x="12" y="19"/>
                  </a:cubicBezTo>
                  <a:cubicBezTo>
                    <a:pt x="9" y="14"/>
                    <a:pt x="0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4" name="Freeform 5852">
              <a:extLst>
                <a:ext uri="{FF2B5EF4-FFF2-40B4-BE49-F238E27FC236}">
                  <a16:creationId xmlns:a16="http://schemas.microsoft.com/office/drawing/2014/main" id="{7330DB61-2048-4221-AE17-E7B2587FA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143"/>
              <a:ext cx="197" cy="181"/>
            </a:xfrm>
            <a:custGeom>
              <a:avLst/>
              <a:gdLst>
                <a:gd name="T0" fmla="*/ 0 w 79"/>
                <a:gd name="T1" fmla="*/ 1283 h 68"/>
                <a:gd name="T2" fmla="*/ 466 w 79"/>
                <a:gd name="T3" fmla="*/ 418 h 68"/>
                <a:gd name="T4" fmla="*/ 853 w 79"/>
                <a:gd name="T5" fmla="*/ 261 h 68"/>
                <a:gd name="T6" fmla="*/ 1224 w 79"/>
                <a:gd name="T7" fmla="*/ 0 h 68"/>
                <a:gd name="T8" fmla="*/ 945 w 79"/>
                <a:gd name="T9" fmla="*/ 341 h 68"/>
                <a:gd name="T10" fmla="*/ 496 w 79"/>
                <a:gd name="T11" fmla="*/ 623 h 68"/>
                <a:gd name="T12" fmla="*/ 155 w 79"/>
                <a:gd name="T13" fmla="*/ 942 h 68"/>
                <a:gd name="T14" fmla="*/ 0 w 79"/>
                <a:gd name="T15" fmla="*/ 128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68">
                  <a:moveTo>
                    <a:pt x="0" y="68"/>
                  </a:moveTo>
                  <a:cubicBezTo>
                    <a:pt x="10" y="51"/>
                    <a:pt x="11" y="33"/>
                    <a:pt x="30" y="22"/>
                  </a:cubicBezTo>
                  <a:cubicBezTo>
                    <a:pt x="38" y="18"/>
                    <a:pt x="47" y="18"/>
                    <a:pt x="55" y="14"/>
                  </a:cubicBezTo>
                  <a:cubicBezTo>
                    <a:pt x="64" y="10"/>
                    <a:pt x="71" y="4"/>
                    <a:pt x="79" y="0"/>
                  </a:cubicBezTo>
                  <a:cubicBezTo>
                    <a:pt x="72" y="5"/>
                    <a:pt x="68" y="13"/>
                    <a:pt x="61" y="18"/>
                  </a:cubicBezTo>
                  <a:cubicBezTo>
                    <a:pt x="52" y="25"/>
                    <a:pt x="41" y="28"/>
                    <a:pt x="32" y="33"/>
                  </a:cubicBezTo>
                  <a:cubicBezTo>
                    <a:pt x="24" y="37"/>
                    <a:pt x="15" y="43"/>
                    <a:pt x="10" y="50"/>
                  </a:cubicBezTo>
                  <a:cubicBezTo>
                    <a:pt x="6" y="55"/>
                    <a:pt x="3" y="64"/>
                    <a:pt x="0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5" name="Freeform 5853">
              <a:extLst>
                <a:ext uri="{FF2B5EF4-FFF2-40B4-BE49-F238E27FC236}">
                  <a16:creationId xmlns:a16="http://schemas.microsoft.com/office/drawing/2014/main" id="{427A49C2-BE70-43D6-8E25-44D5308B1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292"/>
              <a:ext cx="105" cy="251"/>
            </a:xfrm>
            <a:custGeom>
              <a:avLst/>
              <a:gdLst>
                <a:gd name="T0" fmla="*/ 658 w 42"/>
                <a:gd name="T1" fmla="*/ 0 h 94"/>
                <a:gd name="T2" fmla="*/ 220 w 42"/>
                <a:gd name="T3" fmla="*/ 820 h 94"/>
                <a:gd name="T4" fmla="*/ 95 w 42"/>
                <a:gd name="T5" fmla="*/ 1789 h 94"/>
                <a:gd name="T6" fmla="*/ 175 w 42"/>
                <a:gd name="T7" fmla="*/ 1311 h 94"/>
                <a:gd name="T8" fmla="*/ 300 w 42"/>
                <a:gd name="T9" fmla="*/ 764 h 94"/>
                <a:gd name="T10" fmla="*/ 583 w 42"/>
                <a:gd name="T11" fmla="*/ 136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94">
                  <a:moveTo>
                    <a:pt x="42" y="0"/>
                  </a:moveTo>
                  <a:cubicBezTo>
                    <a:pt x="28" y="14"/>
                    <a:pt x="20" y="25"/>
                    <a:pt x="14" y="43"/>
                  </a:cubicBezTo>
                  <a:cubicBezTo>
                    <a:pt x="9" y="57"/>
                    <a:pt x="0" y="81"/>
                    <a:pt x="6" y="94"/>
                  </a:cubicBezTo>
                  <a:cubicBezTo>
                    <a:pt x="4" y="86"/>
                    <a:pt x="9" y="77"/>
                    <a:pt x="11" y="69"/>
                  </a:cubicBezTo>
                  <a:cubicBezTo>
                    <a:pt x="14" y="59"/>
                    <a:pt x="16" y="49"/>
                    <a:pt x="19" y="40"/>
                  </a:cubicBezTo>
                  <a:cubicBezTo>
                    <a:pt x="22" y="30"/>
                    <a:pt x="29" y="13"/>
                    <a:pt x="3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6" name="Freeform 5854">
              <a:extLst>
                <a:ext uri="{FF2B5EF4-FFF2-40B4-BE49-F238E27FC236}">
                  <a16:creationId xmlns:a16="http://schemas.microsoft.com/office/drawing/2014/main" id="{57018A5D-E2E5-44D3-9337-9AF362493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545"/>
              <a:ext cx="65" cy="446"/>
            </a:xfrm>
            <a:custGeom>
              <a:avLst/>
              <a:gdLst>
                <a:gd name="T0" fmla="*/ 188 w 26"/>
                <a:gd name="T1" fmla="*/ 0 h 167"/>
                <a:gd name="T2" fmla="*/ 125 w 26"/>
                <a:gd name="T3" fmla="*/ 900 h 167"/>
                <a:gd name="T4" fmla="*/ 220 w 26"/>
                <a:gd name="T5" fmla="*/ 1677 h 167"/>
                <a:gd name="T6" fmla="*/ 63 w 26"/>
                <a:gd name="T7" fmla="*/ 2361 h 167"/>
                <a:gd name="T8" fmla="*/ 50 w 26"/>
                <a:gd name="T9" fmla="*/ 3181 h 167"/>
                <a:gd name="T10" fmla="*/ 208 w 26"/>
                <a:gd name="T11" fmla="*/ 2326 h 167"/>
                <a:gd name="T12" fmla="*/ 250 w 26"/>
                <a:gd name="T13" fmla="*/ 1926 h 167"/>
                <a:gd name="T14" fmla="*/ 313 w 26"/>
                <a:gd name="T15" fmla="*/ 1597 h 167"/>
                <a:gd name="T16" fmla="*/ 208 w 26"/>
                <a:gd name="T17" fmla="*/ 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167">
                  <a:moveTo>
                    <a:pt x="12" y="0"/>
                  </a:moveTo>
                  <a:cubicBezTo>
                    <a:pt x="14" y="15"/>
                    <a:pt x="6" y="31"/>
                    <a:pt x="8" y="47"/>
                  </a:cubicBezTo>
                  <a:cubicBezTo>
                    <a:pt x="10" y="61"/>
                    <a:pt x="14" y="74"/>
                    <a:pt x="14" y="88"/>
                  </a:cubicBezTo>
                  <a:cubicBezTo>
                    <a:pt x="13" y="101"/>
                    <a:pt x="8" y="112"/>
                    <a:pt x="4" y="124"/>
                  </a:cubicBezTo>
                  <a:cubicBezTo>
                    <a:pt x="0" y="139"/>
                    <a:pt x="0" y="152"/>
                    <a:pt x="3" y="167"/>
                  </a:cubicBezTo>
                  <a:cubicBezTo>
                    <a:pt x="3" y="150"/>
                    <a:pt x="6" y="137"/>
                    <a:pt x="13" y="122"/>
                  </a:cubicBezTo>
                  <a:cubicBezTo>
                    <a:pt x="16" y="114"/>
                    <a:pt x="16" y="109"/>
                    <a:pt x="16" y="101"/>
                  </a:cubicBezTo>
                  <a:cubicBezTo>
                    <a:pt x="17" y="94"/>
                    <a:pt x="19" y="90"/>
                    <a:pt x="20" y="84"/>
                  </a:cubicBezTo>
                  <a:cubicBezTo>
                    <a:pt x="26" y="59"/>
                    <a:pt x="5" y="25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7" name="Freeform 5855">
              <a:extLst>
                <a:ext uri="{FF2B5EF4-FFF2-40B4-BE49-F238E27FC236}">
                  <a16:creationId xmlns:a16="http://schemas.microsoft.com/office/drawing/2014/main" id="{C9B0618E-A54C-4C9A-9083-D003F24FC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887"/>
              <a:ext cx="133" cy="226"/>
            </a:xfrm>
            <a:custGeom>
              <a:avLst/>
              <a:gdLst>
                <a:gd name="T0" fmla="*/ 208 w 53"/>
                <a:gd name="T1" fmla="*/ 0 h 85"/>
                <a:gd name="T2" fmla="*/ 125 w 53"/>
                <a:gd name="T3" fmla="*/ 1167 h 85"/>
                <a:gd name="T4" fmla="*/ 409 w 53"/>
                <a:gd name="T5" fmla="*/ 1505 h 85"/>
                <a:gd name="T6" fmla="*/ 838 w 53"/>
                <a:gd name="T7" fmla="*/ 1598 h 85"/>
                <a:gd name="T8" fmla="*/ 208 w 53"/>
                <a:gd name="T9" fmla="*/ 941 h 85"/>
                <a:gd name="T10" fmla="*/ 158 w 53"/>
                <a:gd name="T11" fmla="*/ 396 h 85"/>
                <a:gd name="T12" fmla="*/ 188 w 53"/>
                <a:gd name="T13" fmla="*/ 56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85">
                  <a:moveTo>
                    <a:pt x="13" y="0"/>
                  </a:moveTo>
                  <a:cubicBezTo>
                    <a:pt x="1" y="15"/>
                    <a:pt x="0" y="46"/>
                    <a:pt x="8" y="62"/>
                  </a:cubicBezTo>
                  <a:cubicBezTo>
                    <a:pt x="11" y="70"/>
                    <a:pt x="19" y="77"/>
                    <a:pt x="26" y="80"/>
                  </a:cubicBezTo>
                  <a:cubicBezTo>
                    <a:pt x="34" y="82"/>
                    <a:pt x="46" y="80"/>
                    <a:pt x="53" y="85"/>
                  </a:cubicBezTo>
                  <a:cubicBezTo>
                    <a:pt x="37" y="81"/>
                    <a:pt x="16" y="66"/>
                    <a:pt x="13" y="50"/>
                  </a:cubicBezTo>
                  <a:cubicBezTo>
                    <a:pt x="10" y="41"/>
                    <a:pt x="11" y="30"/>
                    <a:pt x="10" y="21"/>
                  </a:cubicBezTo>
                  <a:cubicBezTo>
                    <a:pt x="10" y="15"/>
                    <a:pt x="12" y="9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8" name="Freeform 5856">
              <a:extLst>
                <a:ext uri="{FF2B5EF4-FFF2-40B4-BE49-F238E27FC236}">
                  <a16:creationId xmlns:a16="http://schemas.microsoft.com/office/drawing/2014/main" id="{0F853ABB-7F1F-4BFA-B846-ECA7B0126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815"/>
              <a:ext cx="63" cy="221"/>
            </a:xfrm>
            <a:custGeom>
              <a:avLst/>
              <a:gdLst>
                <a:gd name="T0" fmla="*/ 401 w 25"/>
                <a:gd name="T1" fmla="*/ 0 h 83"/>
                <a:gd name="T2" fmla="*/ 209 w 25"/>
                <a:gd name="T3" fmla="*/ 418 h 83"/>
                <a:gd name="T4" fmla="*/ 83 w 25"/>
                <a:gd name="T5" fmla="*/ 759 h 83"/>
                <a:gd name="T6" fmla="*/ 285 w 25"/>
                <a:gd name="T7" fmla="*/ 1566 h 83"/>
                <a:gd name="T8" fmla="*/ 209 w 25"/>
                <a:gd name="T9" fmla="*/ 716 h 83"/>
                <a:gd name="T10" fmla="*/ 338 w 25"/>
                <a:gd name="T11" fmla="*/ 248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3">
                  <a:moveTo>
                    <a:pt x="25" y="0"/>
                  </a:moveTo>
                  <a:cubicBezTo>
                    <a:pt x="24" y="8"/>
                    <a:pt x="17" y="16"/>
                    <a:pt x="13" y="22"/>
                  </a:cubicBezTo>
                  <a:cubicBezTo>
                    <a:pt x="11" y="28"/>
                    <a:pt x="7" y="34"/>
                    <a:pt x="5" y="40"/>
                  </a:cubicBezTo>
                  <a:cubicBezTo>
                    <a:pt x="0" y="57"/>
                    <a:pt x="8" y="70"/>
                    <a:pt x="18" y="83"/>
                  </a:cubicBezTo>
                  <a:cubicBezTo>
                    <a:pt x="10" y="67"/>
                    <a:pt x="13" y="55"/>
                    <a:pt x="13" y="38"/>
                  </a:cubicBezTo>
                  <a:cubicBezTo>
                    <a:pt x="13" y="28"/>
                    <a:pt x="17" y="22"/>
                    <a:pt x="2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59" name="Freeform 5857">
              <a:extLst>
                <a:ext uri="{FF2B5EF4-FFF2-40B4-BE49-F238E27FC236}">
                  <a16:creationId xmlns:a16="http://schemas.microsoft.com/office/drawing/2014/main" id="{9FEB4B84-E35A-42C6-B8C6-C050E3B83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340"/>
              <a:ext cx="595" cy="227"/>
            </a:xfrm>
            <a:custGeom>
              <a:avLst/>
              <a:gdLst>
                <a:gd name="T0" fmla="*/ 0 w 238"/>
                <a:gd name="T1" fmla="*/ 56 h 85"/>
                <a:gd name="T2" fmla="*/ 1033 w 238"/>
                <a:gd name="T3" fmla="*/ 150 h 85"/>
                <a:gd name="T4" fmla="*/ 1488 w 238"/>
                <a:gd name="T5" fmla="*/ 628 h 85"/>
                <a:gd name="T6" fmla="*/ 2050 w 238"/>
                <a:gd name="T7" fmla="*/ 913 h 85"/>
                <a:gd name="T8" fmla="*/ 2738 w 238"/>
                <a:gd name="T9" fmla="*/ 1391 h 85"/>
                <a:gd name="T10" fmla="*/ 3720 w 238"/>
                <a:gd name="T11" fmla="*/ 1541 h 85"/>
                <a:gd name="T12" fmla="*/ 2658 w 238"/>
                <a:gd name="T13" fmla="*/ 1504 h 85"/>
                <a:gd name="T14" fmla="*/ 1958 w 238"/>
                <a:gd name="T15" fmla="*/ 1012 h 85"/>
                <a:gd name="T16" fmla="*/ 1333 w 238"/>
                <a:gd name="T17" fmla="*/ 684 h 85"/>
                <a:gd name="T18" fmla="*/ 908 w 238"/>
                <a:gd name="T19" fmla="*/ 206 h 85"/>
                <a:gd name="T20" fmla="*/ 0 w 238"/>
                <a:gd name="T21" fmla="*/ 56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8" h="85">
                  <a:moveTo>
                    <a:pt x="0" y="3"/>
                  </a:moveTo>
                  <a:cubicBezTo>
                    <a:pt x="14" y="7"/>
                    <a:pt x="53" y="0"/>
                    <a:pt x="66" y="8"/>
                  </a:cubicBezTo>
                  <a:cubicBezTo>
                    <a:pt x="79" y="16"/>
                    <a:pt x="79" y="27"/>
                    <a:pt x="95" y="33"/>
                  </a:cubicBezTo>
                  <a:cubicBezTo>
                    <a:pt x="112" y="40"/>
                    <a:pt x="116" y="37"/>
                    <a:pt x="131" y="48"/>
                  </a:cubicBezTo>
                  <a:cubicBezTo>
                    <a:pt x="147" y="59"/>
                    <a:pt x="159" y="67"/>
                    <a:pt x="175" y="73"/>
                  </a:cubicBezTo>
                  <a:cubicBezTo>
                    <a:pt x="192" y="78"/>
                    <a:pt x="217" y="75"/>
                    <a:pt x="238" y="81"/>
                  </a:cubicBezTo>
                  <a:cubicBezTo>
                    <a:pt x="226" y="80"/>
                    <a:pt x="189" y="85"/>
                    <a:pt x="170" y="79"/>
                  </a:cubicBezTo>
                  <a:cubicBezTo>
                    <a:pt x="151" y="74"/>
                    <a:pt x="135" y="55"/>
                    <a:pt x="125" y="53"/>
                  </a:cubicBezTo>
                  <a:cubicBezTo>
                    <a:pt x="114" y="50"/>
                    <a:pt x="93" y="44"/>
                    <a:pt x="85" y="36"/>
                  </a:cubicBezTo>
                  <a:cubicBezTo>
                    <a:pt x="77" y="28"/>
                    <a:pt x="64" y="12"/>
                    <a:pt x="58" y="11"/>
                  </a:cubicBezTo>
                  <a:cubicBezTo>
                    <a:pt x="52" y="9"/>
                    <a:pt x="13" y="1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0" name="Freeform 5858">
              <a:extLst>
                <a:ext uri="{FF2B5EF4-FFF2-40B4-BE49-F238E27FC236}">
                  <a16:creationId xmlns:a16="http://schemas.microsoft.com/office/drawing/2014/main" id="{9D928378-2899-4B69-BCB0-6770FB112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2489"/>
              <a:ext cx="405" cy="115"/>
            </a:xfrm>
            <a:custGeom>
              <a:avLst/>
              <a:gdLst>
                <a:gd name="T0" fmla="*/ 1783 w 162"/>
                <a:gd name="T1" fmla="*/ 594 h 43"/>
                <a:gd name="T2" fmla="*/ 2533 w 162"/>
                <a:gd name="T3" fmla="*/ 824 h 43"/>
                <a:gd name="T4" fmla="*/ 1875 w 162"/>
                <a:gd name="T5" fmla="*/ 479 h 43"/>
                <a:gd name="T6" fmla="*/ 1050 w 162"/>
                <a:gd name="T7" fmla="*/ 444 h 43"/>
                <a:gd name="T8" fmla="*/ 0 w 162"/>
                <a:gd name="T9" fmla="*/ 0 h 43"/>
                <a:gd name="T10" fmla="*/ 1783 w 162"/>
                <a:gd name="T11" fmla="*/ 59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2" h="43">
                  <a:moveTo>
                    <a:pt x="114" y="31"/>
                  </a:moveTo>
                  <a:cubicBezTo>
                    <a:pt x="128" y="31"/>
                    <a:pt x="149" y="35"/>
                    <a:pt x="162" y="43"/>
                  </a:cubicBezTo>
                  <a:cubicBezTo>
                    <a:pt x="142" y="27"/>
                    <a:pt x="132" y="25"/>
                    <a:pt x="120" y="25"/>
                  </a:cubicBezTo>
                  <a:cubicBezTo>
                    <a:pt x="107" y="25"/>
                    <a:pt x="92" y="27"/>
                    <a:pt x="67" y="23"/>
                  </a:cubicBezTo>
                  <a:cubicBezTo>
                    <a:pt x="42" y="19"/>
                    <a:pt x="14" y="11"/>
                    <a:pt x="0" y="0"/>
                  </a:cubicBezTo>
                  <a:cubicBezTo>
                    <a:pt x="11" y="17"/>
                    <a:pt x="65" y="35"/>
                    <a:pt x="114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1" name="Freeform 5859">
              <a:extLst>
                <a:ext uri="{FF2B5EF4-FFF2-40B4-BE49-F238E27FC236}">
                  <a16:creationId xmlns:a16="http://schemas.microsoft.com/office/drawing/2014/main" id="{046AECAD-40D6-47F9-99C3-94E9DFAAF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641"/>
              <a:ext cx="363" cy="102"/>
            </a:xfrm>
            <a:custGeom>
              <a:avLst/>
              <a:gdLst>
                <a:gd name="T0" fmla="*/ 0 w 145"/>
                <a:gd name="T1" fmla="*/ 81 h 38"/>
                <a:gd name="T2" fmla="*/ 1066 w 145"/>
                <a:gd name="T3" fmla="*/ 274 h 38"/>
                <a:gd name="T4" fmla="*/ 2276 w 145"/>
                <a:gd name="T5" fmla="*/ 73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38">
                  <a:moveTo>
                    <a:pt x="0" y="4"/>
                  </a:moveTo>
                  <a:cubicBezTo>
                    <a:pt x="13" y="0"/>
                    <a:pt x="39" y="2"/>
                    <a:pt x="68" y="14"/>
                  </a:cubicBezTo>
                  <a:cubicBezTo>
                    <a:pt x="97" y="26"/>
                    <a:pt x="131" y="28"/>
                    <a:pt x="14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2" name="Freeform 5860">
              <a:extLst>
                <a:ext uri="{FF2B5EF4-FFF2-40B4-BE49-F238E27FC236}">
                  <a16:creationId xmlns:a16="http://schemas.microsoft.com/office/drawing/2014/main" id="{95210137-5461-46F3-A864-D392BD2B3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2103"/>
              <a:ext cx="45" cy="181"/>
            </a:xfrm>
            <a:custGeom>
              <a:avLst/>
              <a:gdLst>
                <a:gd name="T0" fmla="*/ 0 w 18"/>
                <a:gd name="T1" fmla="*/ 0 h 68"/>
                <a:gd name="T2" fmla="*/ 33 w 18"/>
                <a:gd name="T3" fmla="*/ 644 h 68"/>
                <a:gd name="T4" fmla="*/ 283 w 18"/>
                <a:gd name="T5" fmla="*/ 1283 h 68"/>
                <a:gd name="T6" fmla="*/ 113 w 18"/>
                <a:gd name="T7" fmla="*/ 588 h 68"/>
                <a:gd name="T8" fmla="*/ 33 w 18"/>
                <a:gd name="T9" fmla="*/ 35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8">
                  <a:moveTo>
                    <a:pt x="0" y="0"/>
                  </a:moveTo>
                  <a:cubicBezTo>
                    <a:pt x="5" y="10"/>
                    <a:pt x="1" y="24"/>
                    <a:pt x="2" y="34"/>
                  </a:cubicBezTo>
                  <a:cubicBezTo>
                    <a:pt x="3" y="47"/>
                    <a:pt x="9" y="59"/>
                    <a:pt x="18" y="68"/>
                  </a:cubicBezTo>
                  <a:cubicBezTo>
                    <a:pt x="12" y="56"/>
                    <a:pt x="7" y="45"/>
                    <a:pt x="7" y="31"/>
                  </a:cubicBezTo>
                  <a:cubicBezTo>
                    <a:pt x="6" y="22"/>
                    <a:pt x="7" y="1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3" name="Freeform 5861">
              <a:extLst>
                <a:ext uri="{FF2B5EF4-FFF2-40B4-BE49-F238E27FC236}">
                  <a16:creationId xmlns:a16="http://schemas.microsoft.com/office/drawing/2014/main" id="{9383F2B5-F652-45F7-9CEB-7F28BDF0C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468"/>
              <a:ext cx="438" cy="264"/>
            </a:xfrm>
            <a:custGeom>
              <a:avLst/>
              <a:gdLst>
                <a:gd name="T0" fmla="*/ 0 w 175"/>
                <a:gd name="T1" fmla="*/ 1877 h 99"/>
                <a:gd name="T2" fmla="*/ 989 w 175"/>
                <a:gd name="T3" fmla="*/ 947 h 99"/>
                <a:gd name="T4" fmla="*/ 2743 w 175"/>
                <a:gd name="T5" fmla="*/ 77 h 99"/>
                <a:gd name="T6" fmla="*/ 1146 w 175"/>
                <a:gd name="T7" fmla="*/ 968 h 99"/>
                <a:gd name="T8" fmla="*/ 0 w 175"/>
                <a:gd name="T9" fmla="*/ 187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99">
                  <a:moveTo>
                    <a:pt x="0" y="99"/>
                  </a:moveTo>
                  <a:cubicBezTo>
                    <a:pt x="22" y="76"/>
                    <a:pt x="44" y="60"/>
                    <a:pt x="63" y="50"/>
                  </a:cubicBezTo>
                  <a:cubicBezTo>
                    <a:pt x="82" y="40"/>
                    <a:pt x="155" y="0"/>
                    <a:pt x="175" y="4"/>
                  </a:cubicBezTo>
                  <a:cubicBezTo>
                    <a:pt x="158" y="7"/>
                    <a:pt x="91" y="40"/>
                    <a:pt x="73" y="51"/>
                  </a:cubicBezTo>
                  <a:cubicBezTo>
                    <a:pt x="55" y="62"/>
                    <a:pt x="7" y="87"/>
                    <a:pt x="0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4" name="Freeform 5862">
              <a:extLst>
                <a:ext uri="{FF2B5EF4-FFF2-40B4-BE49-F238E27FC236}">
                  <a16:creationId xmlns:a16="http://schemas.microsoft.com/office/drawing/2014/main" id="{4DD8846D-0B72-47D4-9D50-6CFD31F12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1831"/>
              <a:ext cx="165" cy="288"/>
            </a:xfrm>
            <a:custGeom>
              <a:avLst/>
              <a:gdLst>
                <a:gd name="T0" fmla="*/ 1033 w 66"/>
                <a:gd name="T1" fmla="*/ 0 h 108"/>
                <a:gd name="T2" fmla="*/ 750 w 66"/>
                <a:gd name="T3" fmla="*/ 320 h 108"/>
                <a:gd name="T4" fmla="*/ 283 w 66"/>
                <a:gd name="T5" fmla="*/ 1229 h 108"/>
                <a:gd name="T6" fmla="*/ 0 w 66"/>
                <a:gd name="T7" fmla="*/ 2048 h 108"/>
                <a:gd name="T8" fmla="*/ 363 w 66"/>
                <a:gd name="T9" fmla="*/ 1387 h 108"/>
                <a:gd name="T10" fmla="*/ 833 w 66"/>
                <a:gd name="T11" fmla="*/ 533 h 108"/>
                <a:gd name="T12" fmla="*/ 1033 w 66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08">
                  <a:moveTo>
                    <a:pt x="66" y="0"/>
                  </a:moveTo>
                  <a:cubicBezTo>
                    <a:pt x="54" y="4"/>
                    <a:pt x="54" y="7"/>
                    <a:pt x="48" y="17"/>
                  </a:cubicBezTo>
                  <a:cubicBezTo>
                    <a:pt x="42" y="27"/>
                    <a:pt x="28" y="54"/>
                    <a:pt x="18" y="65"/>
                  </a:cubicBezTo>
                  <a:cubicBezTo>
                    <a:pt x="8" y="76"/>
                    <a:pt x="1" y="94"/>
                    <a:pt x="0" y="108"/>
                  </a:cubicBezTo>
                  <a:cubicBezTo>
                    <a:pt x="5" y="95"/>
                    <a:pt x="15" y="84"/>
                    <a:pt x="23" y="73"/>
                  </a:cubicBezTo>
                  <a:cubicBezTo>
                    <a:pt x="31" y="62"/>
                    <a:pt x="48" y="39"/>
                    <a:pt x="53" y="28"/>
                  </a:cubicBezTo>
                  <a:cubicBezTo>
                    <a:pt x="58" y="17"/>
                    <a:pt x="59" y="4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5" name="Freeform 5863">
              <a:extLst>
                <a:ext uri="{FF2B5EF4-FFF2-40B4-BE49-F238E27FC236}">
                  <a16:creationId xmlns:a16="http://schemas.microsoft.com/office/drawing/2014/main" id="{A11DF7C5-EAA5-499F-B8AC-237513F35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1788"/>
              <a:ext cx="100" cy="192"/>
            </a:xfrm>
            <a:custGeom>
              <a:avLst/>
              <a:gdLst>
                <a:gd name="T0" fmla="*/ 0 w 40"/>
                <a:gd name="T1" fmla="*/ 115 h 72"/>
                <a:gd name="T2" fmla="*/ 408 w 40"/>
                <a:gd name="T3" fmla="*/ 683 h 72"/>
                <a:gd name="T4" fmla="*/ 520 w 40"/>
                <a:gd name="T5" fmla="*/ 1365 h 72"/>
                <a:gd name="T6" fmla="*/ 563 w 40"/>
                <a:gd name="T7" fmla="*/ 739 h 72"/>
                <a:gd name="T8" fmla="*/ 363 w 40"/>
                <a:gd name="T9" fmla="*/ 363 h 72"/>
                <a:gd name="T10" fmla="*/ 50 w 40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72">
                  <a:moveTo>
                    <a:pt x="0" y="6"/>
                  </a:moveTo>
                  <a:cubicBezTo>
                    <a:pt x="3" y="16"/>
                    <a:pt x="19" y="26"/>
                    <a:pt x="26" y="36"/>
                  </a:cubicBezTo>
                  <a:cubicBezTo>
                    <a:pt x="34" y="49"/>
                    <a:pt x="34" y="57"/>
                    <a:pt x="33" y="72"/>
                  </a:cubicBezTo>
                  <a:cubicBezTo>
                    <a:pt x="40" y="62"/>
                    <a:pt x="39" y="51"/>
                    <a:pt x="36" y="39"/>
                  </a:cubicBezTo>
                  <a:cubicBezTo>
                    <a:pt x="33" y="31"/>
                    <a:pt x="30" y="25"/>
                    <a:pt x="23" y="19"/>
                  </a:cubicBezTo>
                  <a:cubicBezTo>
                    <a:pt x="18" y="14"/>
                    <a:pt x="4" y="7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6" name="Freeform 5864">
              <a:extLst>
                <a:ext uri="{FF2B5EF4-FFF2-40B4-BE49-F238E27FC236}">
                  <a16:creationId xmlns:a16="http://schemas.microsoft.com/office/drawing/2014/main" id="{548E43E0-F720-4A0C-8FB6-FF39EC47D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847"/>
              <a:ext cx="75" cy="442"/>
            </a:xfrm>
            <a:custGeom>
              <a:avLst/>
              <a:gdLst>
                <a:gd name="T0" fmla="*/ 33 w 30"/>
                <a:gd name="T1" fmla="*/ 56 h 166"/>
                <a:gd name="T2" fmla="*/ 158 w 30"/>
                <a:gd name="T3" fmla="*/ 943 h 166"/>
                <a:gd name="T4" fmla="*/ 113 w 30"/>
                <a:gd name="T5" fmla="*/ 1206 h 166"/>
                <a:gd name="T6" fmla="*/ 208 w 30"/>
                <a:gd name="T7" fmla="*/ 1510 h 166"/>
                <a:gd name="T8" fmla="*/ 363 w 30"/>
                <a:gd name="T9" fmla="*/ 2303 h 166"/>
                <a:gd name="T10" fmla="*/ 333 w 30"/>
                <a:gd name="T11" fmla="*/ 3134 h 166"/>
                <a:gd name="T12" fmla="*/ 470 w 30"/>
                <a:gd name="T13" fmla="*/ 2213 h 166"/>
                <a:gd name="T14" fmla="*/ 270 w 30"/>
                <a:gd name="T15" fmla="*/ 1361 h 166"/>
                <a:gd name="T16" fmla="*/ 188 w 30"/>
                <a:gd name="T17" fmla="*/ 602 h 166"/>
                <a:gd name="T18" fmla="*/ 20 w 30"/>
                <a:gd name="T19" fmla="*/ 0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166">
                  <a:moveTo>
                    <a:pt x="2" y="3"/>
                  </a:moveTo>
                  <a:cubicBezTo>
                    <a:pt x="0" y="18"/>
                    <a:pt x="9" y="35"/>
                    <a:pt x="10" y="50"/>
                  </a:cubicBezTo>
                  <a:cubicBezTo>
                    <a:pt x="10" y="56"/>
                    <a:pt x="8" y="59"/>
                    <a:pt x="7" y="64"/>
                  </a:cubicBezTo>
                  <a:cubicBezTo>
                    <a:pt x="7" y="71"/>
                    <a:pt x="10" y="73"/>
                    <a:pt x="13" y="80"/>
                  </a:cubicBezTo>
                  <a:cubicBezTo>
                    <a:pt x="18" y="93"/>
                    <a:pt x="22" y="108"/>
                    <a:pt x="23" y="122"/>
                  </a:cubicBezTo>
                  <a:cubicBezTo>
                    <a:pt x="25" y="137"/>
                    <a:pt x="21" y="151"/>
                    <a:pt x="21" y="166"/>
                  </a:cubicBezTo>
                  <a:cubicBezTo>
                    <a:pt x="29" y="152"/>
                    <a:pt x="30" y="133"/>
                    <a:pt x="30" y="117"/>
                  </a:cubicBezTo>
                  <a:cubicBezTo>
                    <a:pt x="29" y="100"/>
                    <a:pt x="21" y="88"/>
                    <a:pt x="17" y="72"/>
                  </a:cubicBezTo>
                  <a:cubicBezTo>
                    <a:pt x="14" y="59"/>
                    <a:pt x="14" y="45"/>
                    <a:pt x="12" y="32"/>
                  </a:cubicBezTo>
                  <a:cubicBezTo>
                    <a:pt x="10" y="21"/>
                    <a:pt x="5" y="11"/>
                    <a:pt x="1" y="0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7" name="Freeform 5865">
              <a:extLst>
                <a:ext uri="{FF2B5EF4-FFF2-40B4-BE49-F238E27FC236}">
                  <a16:creationId xmlns:a16="http://schemas.microsoft.com/office/drawing/2014/main" id="{0733FA7A-726B-4F3C-AFCF-5C55FB764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935"/>
              <a:ext cx="82" cy="413"/>
            </a:xfrm>
            <a:custGeom>
              <a:avLst/>
              <a:gdLst>
                <a:gd name="T0" fmla="*/ 166 w 33"/>
                <a:gd name="T1" fmla="*/ 397 h 155"/>
                <a:gd name="T2" fmla="*/ 412 w 33"/>
                <a:gd name="T3" fmla="*/ 1023 h 155"/>
                <a:gd name="T4" fmla="*/ 494 w 33"/>
                <a:gd name="T5" fmla="*/ 1604 h 155"/>
                <a:gd name="T6" fmla="*/ 137 w 33"/>
                <a:gd name="T7" fmla="*/ 2931 h 155"/>
                <a:gd name="T8" fmla="*/ 353 w 33"/>
                <a:gd name="T9" fmla="*/ 1455 h 155"/>
                <a:gd name="T10" fmla="*/ 199 w 33"/>
                <a:gd name="T11" fmla="*/ 645 h 155"/>
                <a:gd name="T12" fmla="*/ 0 w 33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55">
                  <a:moveTo>
                    <a:pt x="11" y="21"/>
                  </a:moveTo>
                  <a:cubicBezTo>
                    <a:pt x="17" y="33"/>
                    <a:pt x="24" y="41"/>
                    <a:pt x="27" y="54"/>
                  </a:cubicBezTo>
                  <a:cubicBezTo>
                    <a:pt x="29" y="64"/>
                    <a:pt x="31" y="74"/>
                    <a:pt x="32" y="85"/>
                  </a:cubicBezTo>
                  <a:cubicBezTo>
                    <a:pt x="33" y="110"/>
                    <a:pt x="23" y="135"/>
                    <a:pt x="9" y="155"/>
                  </a:cubicBezTo>
                  <a:cubicBezTo>
                    <a:pt x="20" y="134"/>
                    <a:pt x="26" y="101"/>
                    <a:pt x="23" y="77"/>
                  </a:cubicBezTo>
                  <a:cubicBezTo>
                    <a:pt x="20" y="63"/>
                    <a:pt x="19" y="47"/>
                    <a:pt x="13" y="34"/>
                  </a:cubicBezTo>
                  <a:cubicBezTo>
                    <a:pt x="8" y="22"/>
                    <a:pt x="2" y="13"/>
                    <a:pt x="0" y="0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8" name="Freeform 5866">
              <a:extLst>
                <a:ext uri="{FF2B5EF4-FFF2-40B4-BE49-F238E27FC236}">
                  <a16:creationId xmlns:a16="http://schemas.microsoft.com/office/drawing/2014/main" id="{C6480D5E-3803-490B-B8E6-0022C559C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145"/>
              <a:ext cx="67" cy="62"/>
            </a:xfrm>
            <a:custGeom>
              <a:avLst/>
              <a:gdLst>
                <a:gd name="T0" fmla="*/ 12 w 27"/>
                <a:gd name="T1" fmla="*/ 0 h 23"/>
                <a:gd name="T2" fmla="*/ 412 w 27"/>
                <a:gd name="T3" fmla="*/ 94 h 23"/>
                <a:gd name="T4" fmla="*/ 0 w 27"/>
                <a:gd name="T5" fmla="*/ 450 h 23"/>
                <a:gd name="T6" fmla="*/ 62 w 27"/>
                <a:gd name="T7" fmla="*/ 15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1" y="0"/>
                  </a:moveTo>
                  <a:cubicBezTo>
                    <a:pt x="3" y="12"/>
                    <a:pt x="19" y="5"/>
                    <a:pt x="27" y="5"/>
                  </a:cubicBezTo>
                  <a:cubicBezTo>
                    <a:pt x="19" y="9"/>
                    <a:pt x="4" y="14"/>
                    <a:pt x="0" y="23"/>
                  </a:cubicBezTo>
                  <a:cubicBezTo>
                    <a:pt x="1" y="18"/>
                    <a:pt x="3" y="13"/>
                    <a:pt x="4" y="8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9" name="Freeform 5867">
              <a:extLst>
                <a:ext uri="{FF2B5EF4-FFF2-40B4-BE49-F238E27FC236}">
                  <a16:creationId xmlns:a16="http://schemas.microsoft.com/office/drawing/2014/main" id="{22EB433E-2464-47E9-A574-3562CB7F0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263"/>
              <a:ext cx="63" cy="96"/>
            </a:xfrm>
            <a:custGeom>
              <a:avLst/>
              <a:gdLst>
                <a:gd name="T0" fmla="*/ 381 w 25"/>
                <a:gd name="T1" fmla="*/ 0 h 36"/>
                <a:gd name="T2" fmla="*/ 0 w 25"/>
                <a:gd name="T3" fmla="*/ 589 h 36"/>
                <a:gd name="T4" fmla="*/ 401 w 25"/>
                <a:gd name="T5" fmla="*/ 683 h 36"/>
                <a:gd name="T6" fmla="*/ 401 w 25"/>
                <a:gd name="T7" fmla="*/ 5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24" y="0"/>
                  </a:moveTo>
                  <a:cubicBezTo>
                    <a:pt x="16" y="11"/>
                    <a:pt x="5" y="18"/>
                    <a:pt x="0" y="31"/>
                  </a:cubicBezTo>
                  <a:cubicBezTo>
                    <a:pt x="8" y="28"/>
                    <a:pt x="18" y="33"/>
                    <a:pt x="25" y="36"/>
                  </a:cubicBezTo>
                  <a:cubicBezTo>
                    <a:pt x="4" y="30"/>
                    <a:pt x="23" y="14"/>
                    <a:pt x="25" y="3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0" name="Freeform 5868">
              <a:extLst>
                <a:ext uri="{FF2B5EF4-FFF2-40B4-BE49-F238E27FC236}">
                  <a16:creationId xmlns:a16="http://schemas.microsoft.com/office/drawing/2014/main" id="{546A85D6-F053-460D-B0F8-CC285F2B7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297"/>
              <a:ext cx="212" cy="248"/>
            </a:xfrm>
            <a:custGeom>
              <a:avLst/>
              <a:gdLst>
                <a:gd name="T0" fmla="*/ 1287 w 85"/>
                <a:gd name="T1" fmla="*/ 77 h 93"/>
                <a:gd name="T2" fmla="*/ 1150 w 85"/>
                <a:gd name="T3" fmla="*/ 717 h 93"/>
                <a:gd name="T4" fmla="*/ 1008 w 85"/>
                <a:gd name="T5" fmla="*/ 1195 h 93"/>
                <a:gd name="T6" fmla="*/ 0 w 85"/>
                <a:gd name="T7" fmla="*/ 1672 h 93"/>
                <a:gd name="T8" fmla="*/ 883 w 85"/>
                <a:gd name="T9" fmla="*/ 1080 h 93"/>
                <a:gd name="T10" fmla="*/ 1070 w 85"/>
                <a:gd name="T11" fmla="*/ 491 h 93"/>
                <a:gd name="T12" fmla="*/ 1319 w 85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93">
                  <a:moveTo>
                    <a:pt x="83" y="4"/>
                  </a:moveTo>
                  <a:cubicBezTo>
                    <a:pt x="83" y="16"/>
                    <a:pt x="78" y="28"/>
                    <a:pt x="74" y="38"/>
                  </a:cubicBezTo>
                  <a:cubicBezTo>
                    <a:pt x="70" y="47"/>
                    <a:pt x="69" y="55"/>
                    <a:pt x="65" y="63"/>
                  </a:cubicBezTo>
                  <a:cubicBezTo>
                    <a:pt x="55" y="83"/>
                    <a:pt x="19" y="93"/>
                    <a:pt x="0" y="88"/>
                  </a:cubicBezTo>
                  <a:cubicBezTo>
                    <a:pt x="20" y="86"/>
                    <a:pt x="49" y="78"/>
                    <a:pt x="57" y="57"/>
                  </a:cubicBezTo>
                  <a:cubicBezTo>
                    <a:pt x="61" y="45"/>
                    <a:pt x="61" y="37"/>
                    <a:pt x="69" y="26"/>
                  </a:cubicBezTo>
                  <a:cubicBezTo>
                    <a:pt x="76" y="18"/>
                    <a:pt x="85" y="12"/>
                    <a:pt x="85" y="0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1" name="Freeform 5869">
              <a:extLst>
                <a:ext uri="{FF2B5EF4-FFF2-40B4-BE49-F238E27FC236}">
                  <a16:creationId xmlns:a16="http://schemas.microsoft.com/office/drawing/2014/main" id="{90E55235-AB17-41CD-B1DC-D8372BFDC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263"/>
              <a:ext cx="390" cy="261"/>
            </a:xfrm>
            <a:custGeom>
              <a:avLst/>
              <a:gdLst>
                <a:gd name="T0" fmla="*/ 720 w 156"/>
                <a:gd name="T1" fmla="*/ 1795 h 98"/>
                <a:gd name="T2" fmla="*/ 1625 w 156"/>
                <a:gd name="T3" fmla="*/ 1318 h 98"/>
                <a:gd name="T4" fmla="*/ 1988 w 156"/>
                <a:gd name="T5" fmla="*/ 738 h 98"/>
                <a:gd name="T6" fmla="*/ 2438 w 156"/>
                <a:gd name="T7" fmla="*/ 0 h 98"/>
                <a:gd name="T8" fmla="*/ 1563 w 156"/>
                <a:gd name="T9" fmla="*/ 1036 h 98"/>
                <a:gd name="T10" fmla="*/ 613 w 156"/>
                <a:gd name="T11" fmla="*/ 1433 h 98"/>
                <a:gd name="T12" fmla="*/ 250 w 156"/>
                <a:gd name="T13" fmla="*/ 1135 h 98"/>
                <a:gd name="T14" fmla="*/ 50 w 156"/>
                <a:gd name="T15" fmla="*/ 1206 h 98"/>
                <a:gd name="T16" fmla="*/ 375 w 156"/>
                <a:gd name="T17" fmla="*/ 1454 h 98"/>
                <a:gd name="T18" fmla="*/ 708 w 156"/>
                <a:gd name="T19" fmla="*/ 1851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98">
                  <a:moveTo>
                    <a:pt x="46" y="95"/>
                  </a:moveTo>
                  <a:cubicBezTo>
                    <a:pt x="69" y="95"/>
                    <a:pt x="87" y="85"/>
                    <a:pt x="104" y="70"/>
                  </a:cubicBezTo>
                  <a:cubicBezTo>
                    <a:pt x="114" y="61"/>
                    <a:pt x="120" y="51"/>
                    <a:pt x="127" y="39"/>
                  </a:cubicBezTo>
                  <a:cubicBezTo>
                    <a:pt x="134" y="27"/>
                    <a:pt x="143" y="6"/>
                    <a:pt x="156" y="0"/>
                  </a:cubicBezTo>
                  <a:cubicBezTo>
                    <a:pt x="129" y="5"/>
                    <a:pt x="118" y="38"/>
                    <a:pt x="100" y="55"/>
                  </a:cubicBezTo>
                  <a:cubicBezTo>
                    <a:pt x="84" y="72"/>
                    <a:pt x="63" y="84"/>
                    <a:pt x="39" y="76"/>
                  </a:cubicBezTo>
                  <a:cubicBezTo>
                    <a:pt x="28" y="73"/>
                    <a:pt x="24" y="65"/>
                    <a:pt x="16" y="60"/>
                  </a:cubicBezTo>
                  <a:cubicBezTo>
                    <a:pt x="14" y="59"/>
                    <a:pt x="0" y="54"/>
                    <a:pt x="3" y="64"/>
                  </a:cubicBezTo>
                  <a:cubicBezTo>
                    <a:pt x="4" y="68"/>
                    <a:pt x="21" y="74"/>
                    <a:pt x="24" y="77"/>
                  </a:cubicBezTo>
                  <a:cubicBezTo>
                    <a:pt x="31" y="84"/>
                    <a:pt x="36" y="94"/>
                    <a:pt x="45" y="98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2" name="Freeform 5870">
              <a:extLst>
                <a:ext uri="{FF2B5EF4-FFF2-40B4-BE49-F238E27FC236}">
                  <a16:creationId xmlns:a16="http://schemas.microsoft.com/office/drawing/2014/main" id="{4FC748E2-6647-4ECC-AB5A-B22ECBAA9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113"/>
              <a:ext cx="618" cy="310"/>
            </a:xfrm>
            <a:custGeom>
              <a:avLst/>
              <a:gdLst>
                <a:gd name="T0" fmla="*/ 3806 w 247"/>
                <a:gd name="T1" fmla="*/ 56 h 116"/>
                <a:gd name="T2" fmla="*/ 3463 w 247"/>
                <a:gd name="T3" fmla="*/ 1756 h 116"/>
                <a:gd name="T4" fmla="*/ 3275 w 247"/>
                <a:gd name="T5" fmla="*/ 2191 h 116"/>
                <a:gd name="T6" fmla="*/ 2680 w 247"/>
                <a:gd name="T7" fmla="*/ 1793 h 116"/>
                <a:gd name="T8" fmla="*/ 1691 w 247"/>
                <a:gd name="T9" fmla="*/ 1392 h 116"/>
                <a:gd name="T10" fmla="*/ 938 w 247"/>
                <a:gd name="T11" fmla="*/ 1013 h 116"/>
                <a:gd name="T12" fmla="*/ 395 w 247"/>
                <a:gd name="T13" fmla="*/ 457 h 116"/>
                <a:gd name="T14" fmla="*/ 0 w 247"/>
                <a:gd name="T15" fmla="*/ 307 h 116"/>
                <a:gd name="T16" fmla="*/ 846 w 247"/>
                <a:gd name="T17" fmla="*/ 556 h 116"/>
                <a:gd name="T18" fmla="*/ 1489 w 247"/>
                <a:gd name="T19" fmla="*/ 991 h 116"/>
                <a:gd name="T20" fmla="*/ 2472 w 247"/>
                <a:gd name="T21" fmla="*/ 1427 h 116"/>
                <a:gd name="T22" fmla="*/ 3463 w 247"/>
                <a:gd name="T23" fmla="*/ 1315 h 116"/>
                <a:gd name="T24" fmla="*/ 3505 w 247"/>
                <a:gd name="T25" fmla="*/ 1050 h 116"/>
                <a:gd name="T26" fmla="*/ 3650 w 247"/>
                <a:gd name="T27" fmla="*/ 730 h 116"/>
                <a:gd name="T28" fmla="*/ 3806 w 247"/>
                <a:gd name="T29" fmla="*/ 0 h 1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7" h="116">
                  <a:moveTo>
                    <a:pt x="243" y="3"/>
                  </a:moveTo>
                  <a:cubicBezTo>
                    <a:pt x="247" y="32"/>
                    <a:pt x="235" y="67"/>
                    <a:pt x="221" y="92"/>
                  </a:cubicBezTo>
                  <a:cubicBezTo>
                    <a:pt x="215" y="102"/>
                    <a:pt x="220" y="116"/>
                    <a:pt x="209" y="115"/>
                  </a:cubicBezTo>
                  <a:cubicBezTo>
                    <a:pt x="198" y="114"/>
                    <a:pt x="181" y="99"/>
                    <a:pt x="171" y="94"/>
                  </a:cubicBezTo>
                  <a:cubicBezTo>
                    <a:pt x="149" y="84"/>
                    <a:pt x="130" y="81"/>
                    <a:pt x="108" y="73"/>
                  </a:cubicBezTo>
                  <a:cubicBezTo>
                    <a:pt x="92" y="68"/>
                    <a:pt x="73" y="63"/>
                    <a:pt x="60" y="53"/>
                  </a:cubicBezTo>
                  <a:cubicBezTo>
                    <a:pt x="48" y="44"/>
                    <a:pt x="39" y="31"/>
                    <a:pt x="25" y="24"/>
                  </a:cubicBezTo>
                  <a:cubicBezTo>
                    <a:pt x="17" y="21"/>
                    <a:pt x="7" y="19"/>
                    <a:pt x="0" y="16"/>
                  </a:cubicBezTo>
                  <a:cubicBezTo>
                    <a:pt x="18" y="19"/>
                    <a:pt x="38" y="20"/>
                    <a:pt x="54" y="29"/>
                  </a:cubicBezTo>
                  <a:cubicBezTo>
                    <a:pt x="67" y="38"/>
                    <a:pt x="80" y="46"/>
                    <a:pt x="95" y="52"/>
                  </a:cubicBezTo>
                  <a:cubicBezTo>
                    <a:pt x="116" y="61"/>
                    <a:pt x="137" y="66"/>
                    <a:pt x="158" y="75"/>
                  </a:cubicBezTo>
                  <a:cubicBezTo>
                    <a:pt x="175" y="83"/>
                    <a:pt x="209" y="91"/>
                    <a:pt x="221" y="69"/>
                  </a:cubicBezTo>
                  <a:cubicBezTo>
                    <a:pt x="224" y="64"/>
                    <a:pt x="223" y="60"/>
                    <a:pt x="224" y="55"/>
                  </a:cubicBezTo>
                  <a:cubicBezTo>
                    <a:pt x="226" y="48"/>
                    <a:pt x="229" y="44"/>
                    <a:pt x="233" y="38"/>
                  </a:cubicBezTo>
                  <a:cubicBezTo>
                    <a:pt x="238" y="28"/>
                    <a:pt x="247" y="11"/>
                    <a:pt x="243" y="0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3" name="Freeform 5871">
              <a:extLst>
                <a:ext uri="{FF2B5EF4-FFF2-40B4-BE49-F238E27FC236}">
                  <a16:creationId xmlns:a16="http://schemas.microsoft.com/office/drawing/2014/main" id="{B8FF5E6F-6BB9-4101-8FFA-1F9A80AB4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937"/>
              <a:ext cx="53" cy="96"/>
            </a:xfrm>
            <a:custGeom>
              <a:avLst/>
              <a:gdLst>
                <a:gd name="T0" fmla="*/ 0 w 21"/>
                <a:gd name="T1" fmla="*/ 264 h 36"/>
                <a:gd name="T2" fmla="*/ 222 w 21"/>
                <a:gd name="T3" fmla="*/ 0 h 36"/>
                <a:gd name="T4" fmla="*/ 338 w 21"/>
                <a:gd name="T5" fmla="*/ 683 h 36"/>
                <a:gd name="T6" fmla="*/ 50 w 21"/>
                <a:gd name="T7" fmla="*/ 32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6">
                  <a:moveTo>
                    <a:pt x="0" y="14"/>
                  </a:moveTo>
                  <a:cubicBezTo>
                    <a:pt x="7" y="12"/>
                    <a:pt x="11" y="7"/>
                    <a:pt x="14" y="0"/>
                  </a:cubicBezTo>
                  <a:cubicBezTo>
                    <a:pt x="13" y="13"/>
                    <a:pt x="19" y="24"/>
                    <a:pt x="21" y="36"/>
                  </a:cubicBezTo>
                  <a:cubicBezTo>
                    <a:pt x="18" y="26"/>
                    <a:pt x="13" y="20"/>
                    <a:pt x="3" y="17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4" name="Freeform 5872">
              <a:extLst>
                <a:ext uri="{FF2B5EF4-FFF2-40B4-BE49-F238E27FC236}">
                  <a16:creationId xmlns:a16="http://schemas.microsoft.com/office/drawing/2014/main" id="{B8F4A6FD-E0D1-4891-857E-4A340DF94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444"/>
              <a:ext cx="90" cy="741"/>
            </a:xfrm>
            <a:custGeom>
              <a:avLst/>
              <a:gdLst>
                <a:gd name="T0" fmla="*/ 113 w 36"/>
                <a:gd name="T1" fmla="*/ 0 h 278"/>
                <a:gd name="T2" fmla="*/ 313 w 36"/>
                <a:gd name="T3" fmla="*/ 682 h 278"/>
                <a:gd name="T4" fmla="*/ 408 w 36"/>
                <a:gd name="T5" fmla="*/ 1399 h 278"/>
                <a:gd name="T6" fmla="*/ 500 w 36"/>
                <a:gd name="T7" fmla="*/ 2671 h 278"/>
                <a:gd name="T8" fmla="*/ 488 w 36"/>
                <a:gd name="T9" fmla="*/ 3617 h 278"/>
                <a:gd name="T10" fmla="*/ 550 w 36"/>
                <a:gd name="T11" fmla="*/ 4902 h 278"/>
                <a:gd name="T12" fmla="*/ 533 w 36"/>
                <a:gd name="T13" fmla="*/ 5264 h 278"/>
                <a:gd name="T14" fmla="*/ 220 w 36"/>
                <a:gd name="T15" fmla="*/ 3766 h 278"/>
                <a:gd name="T16" fmla="*/ 145 w 36"/>
                <a:gd name="T17" fmla="*/ 2466 h 278"/>
                <a:gd name="T18" fmla="*/ 238 w 36"/>
                <a:gd name="T19" fmla="*/ 1613 h 278"/>
                <a:gd name="T20" fmla="*/ 33 w 36"/>
                <a:gd name="T21" fmla="*/ 930 h 278"/>
                <a:gd name="T22" fmla="*/ 0 w 36"/>
                <a:gd name="T23" fmla="*/ 56 h 2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" h="278">
                  <a:moveTo>
                    <a:pt x="7" y="0"/>
                  </a:moveTo>
                  <a:cubicBezTo>
                    <a:pt x="12" y="10"/>
                    <a:pt x="16" y="25"/>
                    <a:pt x="20" y="36"/>
                  </a:cubicBezTo>
                  <a:cubicBezTo>
                    <a:pt x="24" y="48"/>
                    <a:pt x="24" y="61"/>
                    <a:pt x="26" y="74"/>
                  </a:cubicBezTo>
                  <a:cubicBezTo>
                    <a:pt x="28" y="97"/>
                    <a:pt x="29" y="119"/>
                    <a:pt x="32" y="141"/>
                  </a:cubicBezTo>
                  <a:cubicBezTo>
                    <a:pt x="35" y="159"/>
                    <a:pt x="33" y="174"/>
                    <a:pt x="31" y="191"/>
                  </a:cubicBezTo>
                  <a:cubicBezTo>
                    <a:pt x="28" y="215"/>
                    <a:pt x="36" y="236"/>
                    <a:pt x="35" y="259"/>
                  </a:cubicBezTo>
                  <a:cubicBezTo>
                    <a:pt x="35" y="265"/>
                    <a:pt x="34" y="274"/>
                    <a:pt x="34" y="278"/>
                  </a:cubicBezTo>
                  <a:cubicBezTo>
                    <a:pt x="34" y="250"/>
                    <a:pt x="15" y="227"/>
                    <a:pt x="14" y="199"/>
                  </a:cubicBezTo>
                  <a:cubicBezTo>
                    <a:pt x="13" y="181"/>
                    <a:pt x="32" y="139"/>
                    <a:pt x="9" y="130"/>
                  </a:cubicBezTo>
                  <a:cubicBezTo>
                    <a:pt x="20" y="118"/>
                    <a:pt x="16" y="100"/>
                    <a:pt x="15" y="85"/>
                  </a:cubicBezTo>
                  <a:cubicBezTo>
                    <a:pt x="14" y="75"/>
                    <a:pt x="16" y="52"/>
                    <a:pt x="2" y="49"/>
                  </a:cubicBezTo>
                  <a:cubicBezTo>
                    <a:pt x="6" y="42"/>
                    <a:pt x="11" y="4"/>
                    <a:pt x="0" y="3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5" name="Freeform 5873">
              <a:extLst>
                <a:ext uri="{FF2B5EF4-FFF2-40B4-BE49-F238E27FC236}">
                  <a16:creationId xmlns:a16="http://schemas.microsoft.com/office/drawing/2014/main" id="{66AB1B8C-26BA-49AD-A9E2-99954FC30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473"/>
              <a:ext cx="95" cy="504"/>
            </a:xfrm>
            <a:custGeom>
              <a:avLst/>
              <a:gdLst>
                <a:gd name="T0" fmla="*/ 333 w 38"/>
                <a:gd name="T1" fmla="*/ 0 h 189"/>
                <a:gd name="T2" fmla="*/ 208 w 38"/>
                <a:gd name="T3" fmla="*/ 989 h 189"/>
                <a:gd name="T4" fmla="*/ 395 w 38"/>
                <a:gd name="T5" fmla="*/ 1800 h 189"/>
                <a:gd name="T6" fmla="*/ 425 w 38"/>
                <a:gd name="T7" fmla="*/ 2275 h 189"/>
                <a:gd name="T8" fmla="*/ 500 w 38"/>
                <a:gd name="T9" fmla="*/ 2696 h 189"/>
                <a:gd name="T10" fmla="*/ 550 w 38"/>
                <a:gd name="T11" fmla="*/ 3584 h 189"/>
                <a:gd name="T12" fmla="*/ 458 w 38"/>
                <a:gd name="T13" fmla="*/ 2880 h 189"/>
                <a:gd name="T14" fmla="*/ 313 w 38"/>
                <a:gd name="T15" fmla="*/ 2525 h 189"/>
                <a:gd name="T16" fmla="*/ 363 w 38"/>
                <a:gd name="T17" fmla="*/ 2184 h 189"/>
                <a:gd name="T18" fmla="*/ 300 w 38"/>
                <a:gd name="T19" fmla="*/ 1912 h 189"/>
                <a:gd name="T20" fmla="*/ 145 w 38"/>
                <a:gd name="T21" fmla="*/ 1592 h 189"/>
                <a:gd name="T22" fmla="*/ 113 w 38"/>
                <a:gd name="T23" fmla="*/ 1216 h 189"/>
                <a:gd name="T24" fmla="*/ 63 w 38"/>
                <a:gd name="T25" fmla="*/ 832 h 189"/>
                <a:gd name="T26" fmla="*/ 333 w 38"/>
                <a:gd name="T27" fmla="*/ 0 h 1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189">
                  <a:moveTo>
                    <a:pt x="21" y="0"/>
                  </a:moveTo>
                  <a:cubicBezTo>
                    <a:pt x="27" y="19"/>
                    <a:pt x="14" y="35"/>
                    <a:pt x="13" y="52"/>
                  </a:cubicBezTo>
                  <a:cubicBezTo>
                    <a:pt x="11" y="67"/>
                    <a:pt x="22" y="81"/>
                    <a:pt x="25" y="95"/>
                  </a:cubicBezTo>
                  <a:cubicBezTo>
                    <a:pt x="27" y="103"/>
                    <a:pt x="26" y="112"/>
                    <a:pt x="27" y="120"/>
                  </a:cubicBezTo>
                  <a:cubicBezTo>
                    <a:pt x="27" y="128"/>
                    <a:pt x="30" y="135"/>
                    <a:pt x="32" y="142"/>
                  </a:cubicBezTo>
                  <a:cubicBezTo>
                    <a:pt x="34" y="154"/>
                    <a:pt x="38" y="177"/>
                    <a:pt x="35" y="189"/>
                  </a:cubicBezTo>
                  <a:cubicBezTo>
                    <a:pt x="38" y="177"/>
                    <a:pt x="33" y="164"/>
                    <a:pt x="29" y="152"/>
                  </a:cubicBezTo>
                  <a:cubicBezTo>
                    <a:pt x="27" y="144"/>
                    <a:pt x="21" y="140"/>
                    <a:pt x="20" y="133"/>
                  </a:cubicBezTo>
                  <a:cubicBezTo>
                    <a:pt x="19" y="128"/>
                    <a:pt x="23" y="121"/>
                    <a:pt x="23" y="115"/>
                  </a:cubicBezTo>
                  <a:cubicBezTo>
                    <a:pt x="22" y="110"/>
                    <a:pt x="21" y="106"/>
                    <a:pt x="19" y="101"/>
                  </a:cubicBezTo>
                  <a:cubicBezTo>
                    <a:pt x="18" y="95"/>
                    <a:pt x="16" y="86"/>
                    <a:pt x="9" y="84"/>
                  </a:cubicBezTo>
                  <a:cubicBezTo>
                    <a:pt x="15" y="77"/>
                    <a:pt x="12" y="71"/>
                    <a:pt x="7" y="64"/>
                  </a:cubicBezTo>
                  <a:cubicBezTo>
                    <a:pt x="2" y="55"/>
                    <a:pt x="0" y="54"/>
                    <a:pt x="4" y="44"/>
                  </a:cubicBezTo>
                  <a:cubicBezTo>
                    <a:pt x="10" y="29"/>
                    <a:pt x="18" y="17"/>
                    <a:pt x="21" y="0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6" name="Freeform 5874">
              <a:extLst>
                <a:ext uri="{FF2B5EF4-FFF2-40B4-BE49-F238E27FC236}">
                  <a16:creationId xmlns:a16="http://schemas.microsoft.com/office/drawing/2014/main" id="{F967CCC3-16F6-4F8A-BEFA-2173424BD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455"/>
              <a:ext cx="57" cy="130"/>
            </a:xfrm>
            <a:custGeom>
              <a:avLst/>
              <a:gdLst>
                <a:gd name="T0" fmla="*/ 0 w 23"/>
                <a:gd name="T1" fmla="*/ 0 h 49"/>
                <a:gd name="T2" fmla="*/ 196 w 23"/>
                <a:gd name="T3" fmla="*/ 915 h 49"/>
                <a:gd name="T4" fmla="*/ 30 w 23"/>
                <a:gd name="T5" fmla="*/ 77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9">
                  <a:moveTo>
                    <a:pt x="0" y="0"/>
                  </a:moveTo>
                  <a:cubicBezTo>
                    <a:pt x="23" y="2"/>
                    <a:pt x="11" y="36"/>
                    <a:pt x="13" y="49"/>
                  </a:cubicBezTo>
                  <a:cubicBezTo>
                    <a:pt x="17" y="36"/>
                    <a:pt x="12" y="12"/>
                    <a:pt x="2" y="4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7" name="Freeform 5875">
              <a:extLst>
                <a:ext uri="{FF2B5EF4-FFF2-40B4-BE49-F238E27FC236}">
                  <a16:creationId xmlns:a16="http://schemas.microsoft.com/office/drawing/2014/main" id="{9FD9B2FD-1C41-46A1-9F4C-785D5EA8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249"/>
              <a:ext cx="310" cy="112"/>
            </a:xfrm>
            <a:custGeom>
              <a:avLst/>
              <a:gdLst>
                <a:gd name="T0" fmla="*/ 363 w 124"/>
                <a:gd name="T1" fmla="*/ 205 h 42"/>
                <a:gd name="T2" fmla="*/ 1188 w 124"/>
                <a:gd name="T3" fmla="*/ 533 h 42"/>
                <a:gd name="T4" fmla="*/ 1938 w 124"/>
                <a:gd name="T5" fmla="*/ 739 h 42"/>
                <a:gd name="T6" fmla="*/ 1833 w 124"/>
                <a:gd name="T7" fmla="*/ 248 h 42"/>
                <a:gd name="T8" fmla="*/ 0 w 124"/>
                <a:gd name="T9" fmla="*/ 7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42">
                  <a:moveTo>
                    <a:pt x="23" y="11"/>
                  </a:moveTo>
                  <a:cubicBezTo>
                    <a:pt x="40" y="25"/>
                    <a:pt x="54" y="27"/>
                    <a:pt x="76" y="28"/>
                  </a:cubicBezTo>
                  <a:cubicBezTo>
                    <a:pt x="91" y="29"/>
                    <a:pt x="111" y="29"/>
                    <a:pt x="124" y="39"/>
                  </a:cubicBezTo>
                  <a:cubicBezTo>
                    <a:pt x="119" y="32"/>
                    <a:pt x="116" y="22"/>
                    <a:pt x="117" y="13"/>
                  </a:cubicBezTo>
                  <a:cubicBezTo>
                    <a:pt x="119" y="42"/>
                    <a:pt x="13" y="0"/>
                    <a:pt x="0" y="4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8" name="Freeform 5876">
              <a:extLst>
                <a:ext uri="{FF2B5EF4-FFF2-40B4-BE49-F238E27FC236}">
                  <a16:creationId xmlns:a16="http://schemas.microsoft.com/office/drawing/2014/main" id="{393400D9-F714-4695-A6B3-B4E48E7CF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364"/>
              <a:ext cx="470" cy="221"/>
            </a:xfrm>
            <a:custGeom>
              <a:avLst/>
              <a:gdLst>
                <a:gd name="T0" fmla="*/ 0 w 188"/>
                <a:gd name="T1" fmla="*/ 0 h 83"/>
                <a:gd name="T2" fmla="*/ 595 w 188"/>
                <a:gd name="T3" fmla="*/ 453 h 83"/>
                <a:gd name="T4" fmla="*/ 1083 w 188"/>
                <a:gd name="T5" fmla="*/ 831 h 83"/>
                <a:gd name="T6" fmla="*/ 1958 w 188"/>
                <a:gd name="T7" fmla="*/ 1190 h 83"/>
                <a:gd name="T8" fmla="*/ 2938 w 188"/>
                <a:gd name="T9" fmla="*/ 1566 h 83"/>
                <a:gd name="T10" fmla="*/ 2208 w 188"/>
                <a:gd name="T11" fmla="*/ 998 h 83"/>
                <a:gd name="T12" fmla="*/ 1458 w 188"/>
                <a:gd name="T13" fmla="*/ 852 h 83"/>
                <a:gd name="T14" fmla="*/ 783 w 188"/>
                <a:gd name="T15" fmla="*/ 397 h 83"/>
                <a:gd name="T16" fmla="*/ 0 w 188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83">
                  <a:moveTo>
                    <a:pt x="0" y="0"/>
                  </a:moveTo>
                  <a:cubicBezTo>
                    <a:pt x="11" y="20"/>
                    <a:pt x="22" y="22"/>
                    <a:pt x="38" y="24"/>
                  </a:cubicBezTo>
                  <a:cubicBezTo>
                    <a:pt x="54" y="26"/>
                    <a:pt x="54" y="32"/>
                    <a:pt x="69" y="44"/>
                  </a:cubicBezTo>
                  <a:cubicBezTo>
                    <a:pt x="84" y="56"/>
                    <a:pt x="98" y="61"/>
                    <a:pt x="125" y="63"/>
                  </a:cubicBezTo>
                  <a:cubicBezTo>
                    <a:pt x="152" y="65"/>
                    <a:pt x="158" y="59"/>
                    <a:pt x="188" y="83"/>
                  </a:cubicBezTo>
                  <a:cubicBezTo>
                    <a:pt x="181" y="73"/>
                    <a:pt x="157" y="55"/>
                    <a:pt x="141" y="53"/>
                  </a:cubicBezTo>
                  <a:cubicBezTo>
                    <a:pt x="125" y="51"/>
                    <a:pt x="105" y="53"/>
                    <a:pt x="93" y="45"/>
                  </a:cubicBezTo>
                  <a:cubicBezTo>
                    <a:pt x="81" y="37"/>
                    <a:pt x="64" y="25"/>
                    <a:pt x="50" y="21"/>
                  </a:cubicBezTo>
                  <a:cubicBezTo>
                    <a:pt x="36" y="17"/>
                    <a:pt x="8" y="11"/>
                    <a:pt x="0" y="0"/>
                  </a:cubicBezTo>
                  <a:close/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9" name="Freeform 5877">
              <a:extLst>
                <a:ext uri="{FF2B5EF4-FFF2-40B4-BE49-F238E27FC236}">
                  <a16:creationId xmlns:a16="http://schemas.microsoft.com/office/drawing/2014/main" id="{755BE00D-5EAB-45A6-9B41-7CAE6FBEC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428"/>
              <a:ext cx="380" cy="123"/>
            </a:xfrm>
            <a:custGeom>
              <a:avLst/>
              <a:gdLst>
                <a:gd name="T0" fmla="*/ 0 w 152"/>
                <a:gd name="T1" fmla="*/ 0 h 46"/>
                <a:gd name="T2" fmla="*/ 1250 w 152"/>
                <a:gd name="T3" fmla="*/ 743 h 46"/>
                <a:gd name="T4" fmla="*/ 2375 w 152"/>
                <a:gd name="T5" fmla="*/ 824 h 46"/>
                <a:gd name="T6" fmla="*/ 1145 w 152"/>
                <a:gd name="T7" fmla="*/ 559 h 46"/>
                <a:gd name="T8" fmla="*/ 0 w 152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46">
                  <a:moveTo>
                    <a:pt x="0" y="0"/>
                  </a:moveTo>
                  <a:cubicBezTo>
                    <a:pt x="15" y="14"/>
                    <a:pt x="35" y="32"/>
                    <a:pt x="80" y="39"/>
                  </a:cubicBezTo>
                  <a:cubicBezTo>
                    <a:pt x="125" y="46"/>
                    <a:pt x="140" y="40"/>
                    <a:pt x="152" y="43"/>
                  </a:cubicBezTo>
                  <a:cubicBezTo>
                    <a:pt x="126" y="38"/>
                    <a:pt x="92" y="36"/>
                    <a:pt x="73" y="29"/>
                  </a:cubicBezTo>
                  <a:cubicBezTo>
                    <a:pt x="54" y="22"/>
                    <a:pt x="8" y="6"/>
                    <a:pt x="0" y="0"/>
                  </a:cubicBezTo>
                  <a:close/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0" name="Freeform 5878">
              <a:extLst>
                <a:ext uri="{FF2B5EF4-FFF2-40B4-BE49-F238E27FC236}">
                  <a16:creationId xmlns:a16="http://schemas.microsoft.com/office/drawing/2014/main" id="{38188003-AD7F-4CBF-93BA-BC1FC8B59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551"/>
              <a:ext cx="417" cy="181"/>
            </a:xfrm>
            <a:custGeom>
              <a:avLst/>
              <a:gdLst>
                <a:gd name="T0" fmla="*/ 0 w 167"/>
                <a:gd name="T1" fmla="*/ 0 h 68"/>
                <a:gd name="T2" fmla="*/ 1558 w 167"/>
                <a:gd name="T3" fmla="*/ 964 h 68"/>
                <a:gd name="T4" fmla="*/ 2599 w 167"/>
                <a:gd name="T5" fmla="*/ 1057 h 68"/>
                <a:gd name="T6" fmla="*/ 1166 w 167"/>
                <a:gd name="T7" fmla="*/ 695 h 68"/>
                <a:gd name="T8" fmla="*/ 0 w 167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68">
                  <a:moveTo>
                    <a:pt x="0" y="0"/>
                  </a:moveTo>
                  <a:cubicBezTo>
                    <a:pt x="13" y="7"/>
                    <a:pt x="42" y="34"/>
                    <a:pt x="100" y="51"/>
                  </a:cubicBezTo>
                  <a:cubicBezTo>
                    <a:pt x="158" y="68"/>
                    <a:pt x="154" y="52"/>
                    <a:pt x="167" y="56"/>
                  </a:cubicBezTo>
                  <a:cubicBezTo>
                    <a:pt x="152" y="53"/>
                    <a:pt x="109" y="52"/>
                    <a:pt x="75" y="37"/>
                  </a:cubicBezTo>
                  <a:cubicBezTo>
                    <a:pt x="41" y="22"/>
                    <a:pt x="9" y="3"/>
                    <a:pt x="0" y="0"/>
                  </a:cubicBezTo>
                  <a:close/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1" name="Freeform 5879">
              <a:extLst>
                <a:ext uri="{FF2B5EF4-FFF2-40B4-BE49-F238E27FC236}">
                  <a16:creationId xmlns:a16="http://schemas.microsoft.com/office/drawing/2014/main" id="{9712A973-35DE-4529-9CA9-310F655A5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575"/>
              <a:ext cx="70" cy="45"/>
            </a:xfrm>
            <a:custGeom>
              <a:avLst/>
              <a:gdLst>
                <a:gd name="T0" fmla="*/ 438 w 28"/>
                <a:gd name="T1" fmla="*/ 0 h 17"/>
                <a:gd name="T2" fmla="*/ 0 w 28"/>
                <a:gd name="T3" fmla="*/ 225 h 17"/>
                <a:gd name="T4" fmla="*/ 408 w 28"/>
                <a:gd name="T5" fmla="*/ 315 h 17"/>
                <a:gd name="T6" fmla="*/ 438 w 28"/>
                <a:gd name="T7" fmla="*/ 7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cubicBezTo>
                    <a:pt x="18" y="9"/>
                    <a:pt x="13" y="10"/>
                    <a:pt x="0" y="12"/>
                  </a:cubicBezTo>
                  <a:cubicBezTo>
                    <a:pt x="7" y="11"/>
                    <a:pt x="18" y="16"/>
                    <a:pt x="26" y="17"/>
                  </a:cubicBezTo>
                  <a:cubicBezTo>
                    <a:pt x="21" y="14"/>
                    <a:pt x="22" y="6"/>
                    <a:pt x="28" y="4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2" name="Freeform 5880">
              <a:extLst>
                <a:ext uri="{FF2B5EF4-FFF2-40B4-BE49-F238E27FC236}">
                  <a16:creationId xmlns:a16="http://schemas.microsoft.com/office/drawing/2014/main" id="{69C237BC-B984-442D-AA84-9E7880DEA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705"/>
              <a:ext cx="90" cy="46"/>
            </a:xfrm>
            <a:custGeom>
              <a:avLst/>
              <a:gdLst>
                <a:gd name="T0" fmla="*/ 563 w 36"/>
                <a:gd name="T1" fmla="*/ 162 h 17"/>
                <a:gd name="T2" fmla="*/ 0 w 36"/>
                <a:gd name="T3" fmla="*/ 60 h 17"/>
                <a:gd name="T4" fmla="*/ 333 w 36"/>
                <a:gd name="T5" fmla="*/ 336 h 17"/>
                <a:gd name="T6" fmla="*/ 283 w 36"/>
                <a:gd name="T7" fmla="*/ 198 h 17"/>
                <a:gd name="T8" fmla="*/ 425 w 36"/>
                <a:gd name="T9" fmla="*/ 16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7">
                  <a:moveTo>
                    <a:pt x="36" y="8"/>
                  </a:moveTo>
                  <a:cubicBezTo>
                    <a:pt x="25" y="5"/>
                    <a:pt x="11" y="0"/>
                    <a:pt x="0" y="3"/>
                  </a:cubicBezTo>
                  <a:cubicBezTo>
                    <a:pt x="10" y="6"/>
                    <a:pt x="13" y="13"/>
                    <a:pt x="21" y="17"/>
                  </a:cubicBezTo>
                  <a:cubicBezTo>
                    <a:pt x="19" y="15"/>
                    <a:pt x="19" y="12"/>
                    <a:pt x="18" y="10"/>
                  </a:cubicBezTo>
                  <a:cubicBezTo>
                    <a:pt x="20" y="8"/>
                    <a:pt x="24" y="7"/>
                    <a:pt x="27" y="8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3" name="Freeform 5881">
              <a:extLst>
                <a:ext uri="{FF2B5EF4-FFF2-40B4-BE49-F238E27FC236}">
                  <a16:creationId xmlns:a16="http://schemas.microsoft.com/office/drawing/2014/main" id="{4A1F2A81-7DAD-4F35-B652-9F4A5F9EF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409"/>
              <a:ext cx="50" cy="70"/>
            </a:xfrm>
            <a:custGeom>
              <a:avLst/>
              <a:gdLst>
                <a:gd name="T0" fmla="*/ 20 w 20"/>
                <a:gd name="T1" fmla="*/ 0 h 26"/>
                <a:gd name="T2" fmla="*/ 313 w 20"/>
                <a:gd name="T3" fmla="*/ 347 h 26"/>
                <a:gd name="T4" fmla="*/ 0 w 20"/>
                <a:gd name="T5" fmla="*/ 506 h 26"/>
                <a:gd name="T6" fmla="*/ 33 w 20"/>
                <a:gd name="T7" fmla="*/ 21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1" y="0"/>
                  </a:moveTo>
                  <a:cubicBezTo>
                    <a:pt x="4" y="8"/>
                    <a:pt x="14" y="13"/>
                    <a:pt x="20" y="18"/>
                  </a:cubicBezTo>
                  <a:cubicBezTo>
                    <a:pt x="13" y="18"/>
                    <a:pt x="5" y="21"/>
                    <a:pt x="0" y="26"/>
                  </a:cubicBezTo>
                  <a:cubicBezTo>
                    <a:pt x="5" y="22"/>
                    <a:pt x="3" y="17"/>
                    <a:pt x="2" y="11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4" name="Freeform 5882">
              <a:extLst>
                <a:ext uri="{FF2B5EF4-FFF2-40B4-BE49-F238E27FC236}">
                  <a16:creationId xmlns:a16="http://schemas.microsoft.com/office/drawing/2014/main" id="{9B30DC52-C9E0-4D8A-A341-2376A8D54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2143"/>
              <a:ext cx="55" cy="90"/>
            </a:xfrm>
            <a:custGeom>
              <a:avLst/>
              <a:gdLst>
                <a:gd name="T0" fmla="*/ 0 w 22"/>
                <a:gd name="T1" fmla="*/ 519 h 34"/>
                <a:gd name="T2" fmla="*/ 313 w 22"/>
                <a:gd name="T3" fmla="*/ 630 h 34"/>
                <a:gd name="T4" fmla="*/ 283 w 22"/>
                <a:gd name="T5" fmla="*/ 0 h 34"/>
                <a:gd name="T6" fmla="*/ 63 w 22"/>
                <a:gd name="T7" fmla="*/ 46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4">
                  <a:moveTo>
                    <a:pt x="0" y="28"/>
                  </a:moveTo>
                  <a:cubicBezTo>
                    <a:pt x="7" y="26"/>
                    <a:pt x="14" y="30"/>
                    <a:pt x="20" y="34"/>
                  </a:cubicBezTo>
                  <a:cubicBezTo>
                    <a:pt x="16" y="23"/>
                    <a:pt x="22" y="11"/>
                    <a:pt x="18" y="0"/>
                  </a:cubicBezTo>
                  <a:cubicBezTo>
                    <a:pt x="19" y="11"/>
                    <a:pt x="14" y="23"/>
                    <a:pt x="4" y="25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5" name="Freeform 5883">
              <a:extLst>
                <a:ext uri="{FF2B5EF4-FFF2-40B4-BE49-F238E27FC236}">
                  <a16:creationId xmlns:a16="http://schemas.microsoft.com/office/drawing/2014/main" id="{4CDAC328-87CA-4699-A5A2-BC9E6B0F9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1788"/>
              <a:ext cx="110" cy="301"/>
            </a:xfrm>
            <a:custGeom>
              <a:avLst/>
              <a:gdLst>
                <a:gd name="T0" fmla="*/ 595 w 44"/>
                <a:gd name="T1" fmla="*/ 205 h 113"/>
                <a:gd name="T2" fmla="*/ 208 w 44"/>
                <a:gd name="T3" fmla="*/ 1172 h 113"/>
                <a:gd name="T4" fmla="*/ 188 w 44"/>
                <a:gd name="T5" fmla="*/ 2136 h 113"/>
                <a:gd name="T6" fmla="*/ 125 w 44"/>
                <a:gd name="T7" fmla="*/ 1548 h 113"/>
                <a:gd name="T8" fmla="*/ 95 w 44"/>
                <a:gd name="T9" fmla="*/ 794 h 113"/>
                <a:gd name="T10" fmla="*/ 688 w 44"/>
                <a:gd name="T11" fmla="*/ 0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13">
                  <a:moveTo>
                    <a:pt x="38" y="11"/>
                  </a:moveTo>
                  <a:cubicBezTo>
                    <a:pt x="30" y="28"/>
                    <a:pt x="16" y="44"/>
                    <a:pt x="13" y="62"/>
                  </a:cubicBezTo>
                  <a:cubicBezTo>
                    <a:pt x="10" y="79"/>
                    <a:pt x="31" y="97"/>
                    <a:pt x="12" y="113"/>
                  </a:cubicBezTo>
                  <a:cubicBezTo>
                    <a:pt x="16" y="101"/>
                    <a:pt x="13" y="93"/>
                    <a:pt x="8" y="82"/>
                  </a:cubicBezTo>
                  <a:cubicBezTo>
                    <a:pt x="0" y="67"/>
                    <a:pt x="0" y="58"/>
                    <a:pt x="6" y="42"/>
                  </a:cubicBezTo>
                  <a:cubicBezTo>
                    <a:pt x="14" y="24"/>
                    <a:pt x="36" y="17"/>
                    <a:pt x="44" y="0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6" name="Freeform 5884">
              <a:extLst>
                <a:ext uri="{FF2B5EF4-FFF2-40B4-BE49-F238E27FC236}">
                  <a16:creationId xmlns:a16="http://schemas.microsoft.com/office/drawing/2014/main" id="{DFFA62DC-1F4E-4D57-B205-6A14464D0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655"/>
              <a:ext cx="83" cy="416"/>
            </a:xfrm>
            <a:custGeom>
              <a:avLst/>
              <a:gdLst>
                <a:gd name="T0" fmla="*/ 317 w 33"/>
                <a:gd name="T1" fmla="*/ 35 h 156"/>
                <a:gd name="T2" fmla="*/ 463 w 33"/>
                <a:gd name="T3" fmla="*/ 717 h 156"/>
                <a:gd name="T4" fmla="*/ 241 w 33"/>
                <a:gd name="T5" fmla="*/ 1536 h 156"/>
                <a:gd name="T6" fmla="*/ 176 w 33"/>
                <a:gd name="T7" fmla="*/ 2957 h 156"/>
                <a:gd name="T8" fmla="*/ 20 w 33"/>
                <a:gd name="T9" fmla="*/ 1971 h 156"/>
                <a:gd name="T10" fmla="*/ 221 w 33"/>
                <a:gd name="T11" fmla="*/ 1251 h 156"/>
                <a:gd name="T12" fmla="*/ 254 w 33"/>
                <a:gd name="T13" fmla="*/ 717 h 156"/>
                <a:gd name="T14" fmla="*/ 304 w 33"/>
                <a:gd name="T15" fmla="*/ 0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56">
                  <a:moveTo>
                    <a:pt x="20" y="2"/>
                  </a:moveTo>
                  <a:cubicBezTo>
                    <a:pt x="15" y="18"/>
                    <a:pt x="24" y="26"/>
                    <a:pt x="29" y="38"/>
                  </a:cubicBezTo>
                  <a:cubicBezTo>
                    <a:pt x="33" y="49"/>
                    <a:pt x="20" y="71"/>
                    <a:pt x="15" y="81"/>
                  </a:cubicBezTo>
                  <a:cubicBezTo>
                    <a:pt x="1" y="110"/>
                    <a:pt x="0" y="124"/>
                    <a:pt x="11" y="156"/>
                  </a:cubicBezTo>
                  <a:cubicBezTo>
                    <a:pt x="2" y="141"/>
                    <a:pt x="0" y="121"/>
                    <a:pt x="1" y="104"/>
                  </a:cubicBezTo>
                  <a:cubicBezTo>
                    <a:pt x="2" y="89"/>
                    <a:pt x="10" y="80"/>
                    <a:pt x="14" y="66"/>
                  </a:cubicBezTo>
                  <a:cubicBezTo>
                    <a:pt x="17" y="54"/>
                    <a:pt x="18" y="51"/>
                    <a:pt x="16" y="38"/>
                  </a:cubicBezTo>
                  <a:cubicBezTo>
                    <a:pt x="14" y="27"/>
                    <a:pt x="17" y="11"/>
                    <a:pt x="19" y="0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7" name="Freeform 5885">
              <a:extLst>
                <a:ext uri="{FF2B5EF4-FFF2-40B4-BE49-F238E27FC236}">
                  <a16:creationId xmlns:a16="http://schemas.microsoft.com/office/drawing/2014/main" id="{F9AB4B81-DCBE-4D31-AEFF-A7E0B775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657"/>
              <a:ext cx="58" cy="88"/>
            </a:xfrm>
            <a:custGeom>
              <a:avLst/>
              <a:gdLst>
                <a:gd name="T0" fmla="*/ 20 w 23"/>
                <a:gd name="T1" fmla="*/ 0 h 33"/>
                <a:gd name="T2" fmla="*/ 368 w 23"/>
                <a:gd name="T3" fmla="*/ 533 h 33"/>
                <a:gd name="T4" fmla="*/ 50 w 23"/>
                <a:gd name="T5" fmla="*/ 2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3">
                  <a:moveTo>
                    <a:pt x="1" y="0"/>
                  </a:moveTo>
                  <a:cubicBezTo>
                    <a:pt x="0" y="14"/>
                    <a:pt x="7" y="33"/>
                    <a:pt x="23" y="28"/>
                  </a:cubicBezTo>
                  <a:cubicBezTo>
                    <a:pt x="13" y="27"/>
                    <a:pt x="0" y="1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8" name="Freeform 5886">
              <a:extLst>
                <a:ext uri="{FF2B5EF4-FFF2-40B4-BE49-F238E27FC236}">
                  <a16:creationId xmlns:a16="http://schemas.microsoft.com/office/drawing/2014/main" id="{05038D67-8C33-4505-B459-C3AD581E5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623"/>
              <a:ext cx="78" cy="320"/>
            </a:xfrm>
            <a:custGeom>
              <a:avLst/>
              <a:gdLst>
                <a:gd name="T0" fmla="*/ 221 w 31"/>
                <a:gd name="T1" fmla="*/ 21 h 120"/>
                <a:gd name="T2" fmla="*/ 380 w 31"/>
                <a:gd name="T3" fmla="*/ 547 h 120"/>
                <a:gd name="T4" fmla="*/ 476 w 31"/>
                <a:gd name="T5" fmla="*/ 1059 h 120"/>
                <a:gd name="T6" fmla="*/ 0 w 31"/>
                <a:gd name="T7" fmla="*/ 2275 h 120"/>
                <a:gd name="T8" fmla="*/ 221 w 31"/>
                <a:gd name="T9" fmla="*/ 1707 h 120"/>
                <a:gd name="T10" fmla="*/ 380 w 31"/>
                <a:gd name="T11" fmla="*/ 1045 h 120"/>
                <a:gd name="T12" fmla="*/ 304 w 31"/>
                <a:gd name="T13" fmla="*/ 477 h 120"/>
                <a:gd name="T14" fmla="*/ 242 w 31"/>
                <a:gd name="T15" fmla="*/ 0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20">
                  <a:moveTo>
                    <a:pt x="14" y="1"/>
                  </a:moveTo>
                  <a:cubicBezTo>
                    <a:pt x="19" y="9"/>
                    <a:pt x="22" y="20"/>
                    <a:pt x="24" y="29"/>
                  </a:cubicBezTo>
                  <a:cubicBezTo>
                    <a:pt x="26" y="38"/>
                    <a:pt x="31" y="47"/>
                    <a:pt x="30" y="56"/>
                  </a:cubicBezTo>
                  <a:cubicBezTo>
                    <a:pt x="29" y="81"/>
                    <a:pt x="13" y="102"/>
                    <a:pt x="0" y="120"/>
                  </a:cubicBezTo>
                  <a:cubicBezTo>
                    <a:pt x="1" y="111"/>
                    <a:pt x="10" y="99"/>
                    <a:pt x="14" y="90"/>
                  </a:cubicBezTo>
                  <a:cubicBezTo>
                    <a:pt x="18" y="79"/>
                    <a:pt x="23" y="66"/>
                    <a:pt x="24" y="55"/>
                  </a:cubicBezTo>
                  <a:cubicBezTo>
                    <a:pt x="24" y="45"/>
                    <a:pt x="20" y="35"/>
                    <a:pt x="19" y="25"/>
                  </a:cubicBezTo>
                  <a:cubicBezTo>
                    <a:pt x="18" y="17"/>
                    <a:pt x="15" y="8"/>
                    <a:pt x="15" y="0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9" name="Freeform 5887">
              <a:extLst>
                <a:ext uri="{FF2B5EF4-FFF2-40B4-BE49-F238E27FC236}">
                  <a16:creationId xmlns:a16="http://schemas.microsoft.com/office/drawing/2014/main" id="{E550AFE6-D9C5-492E-8528-9E1A0401D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556"/>
              <a:ext cx="57" cy="85"/>
            </a:xfrm>
            <a:custGeom>
              <a:avLst/>
              <a:gdLst>
                <a:gd name="T0" fmla="*/ 0 w 23"/>
                <a:gd name="T1" fmla="*/ 93 h 32"/>
                <a:gd name="T2" fmla="*/ 278 w 23"/>
                <a:gd name="T3" fmla="*/ 600 h 32"/>
                <a:gd name="T4" fmla="*/ 307 w 23"/>
                <a:gd name="T5" fmla="*/ 303 h 32"/>
                <a:gd name="T6" fmla="*/ 349 w 23"/>
                <a:gd name="T7" fmla="*/ 0 h 32"/>
                <a:gd name="T8" fmla="*/ 183 w 23"/>
                <a:gd name="T9" fmla="*/ 19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0" y="5"/>
                  </a:moveTo>
                  <a:cubicBezTo>
                    <a:pt x="11" y="9"/>
                    <a:pt x="16" y="22"/>
                    <a:pt x="18" y="32"/>
                  </a:cubicBezTo>
                  <a:cubicBezTo>
                    <a:pt x="20" y="27"/>
                    <a:pt x="19" y="21"/>
                    <a:pt x="20" y="16"/>
                  </a:cubicBezTo>
                  <a:cubicBezTo>
                    <a:pt x="21" y="11"/>
                    <a:pt x="23" y="5"/>
                    <a:pt x="23" y="0"/>
                  </a:cubicBezTo>
                  <a:cubicBezTo>
                    <a:pt x="20" y="7"/>
                    <a:pt x="20" y="14"/>
                    <a:pt x="12" y="10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0" name="Freeform 5888">
              <a:extLst>
                <a:ext uri="{FF2B5EF4-FFF2-40B4-BE49-F238E27FC236}">
                  <a16:creationId xmlns:a16="http://schemas.microsoft.com/office/drawing/2014/main" id="{BE78FFAB-6E7A-4B03-8B7A-421832E9C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617"/>
              <a:ext cx="218" cy="203"/>
            </a:xfrm>
            <a:custGeom>
              <a:avLst/>
              <a:gdLst>
                <a:gd name="T0" fmla="*/ 50 w 87"/>
                <a:gd name="T1" fmla="*/ 401 h 76"/>
                <a:gd name="T2" fmla="*/ 489 w 87"/>
                <a:gd name="T3" fmla="*/ 227 h 76"/>
                <a:gd name="T4" fmla="*/ 834 w 87"/>
                <a:gd name="T5" fmla="*/ 534 h 76"/>
                <a:gd name="T6" fmla="*/ 1100 w 87"/>
                <a:gd name="T7" fmla="*/ 1071 h 76"/>
                <a:gd name="T8" fmla="*/ 1368 w 87"/>
                <a:gd name="T9" fmla="*/ 1448 h 76"/>
                <a:gd name="T10" fmla="*/ 1067 w 87"/>
                <a:gd name="T11" fmla="*/ 956 h 76"/>
                <a:gd name="T12" fmla="*/ 847 w 87"/>
                <a:gd name="T13" fmla="*/ 342 h 76"/>
                <a:gd name="T14" fmla="*/ 0 w 87"/>
                <a:gd name="T15" fmla="*/ 457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76">
                  <a:moveTo>
                    <a:pt x="3" y="21"/>
                  </a:moveTo>
                  <a:cubicBezTo>
                    <a:pt x="9" y="14"/>
                    <a:pt x="22" y="12"/>
                    <a:pt x="31" y="12"/>
                  </a:cubicBezTo>
                  <a:cubicBezTo>
                    <a:pt x="42" y="13"/>
                    <a:pt x="48" y="19"/>
                    <a:pt x="53" y="28"/>
                  </a:cubicBezTo>
                  <a:cubicBezTo>
                    <a:pt x="58" y="38"/>
                    <a:pt x="63" y="48"/>
                    <a:pt x="70" y="56"/>
                  </a:cubicBezTo>
                  <a:cubicBezTo>
                    <a:pt x="75" y="63"/>
                    <a:pt x="81" y="70"/>
                    <a:pt x="87" y="76"/>
                  </a:cubicBezTo>
                  <a:cubicBezTo>
                    <a:pt x="80" y="73"/>
                    <a:pt x="71" y="58"/>
                    <a:pt x="68" y="50"/>
                  </a:cubicBezTo>
                  <a:cubicBezTo>
                    <a:pt x="62" y="40"/>
                    <a:pt x="63" y="27"/>
                    <a:pt x="54" y="18"/>
                  </a:cubicBezTo>
                  <a:cubicBezTo>
                    <a:pt x="36" y="0"/>
                    <a:pt x="13" y="4"/>
                    <a:pt x="0" y="24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1" name="Freeform 5889">
              <a:extLst>
                <a:ext uri="{FF2B5EF4-FFF2-40B4-BE49-F238E27FC236}">
                  <a16:creationId xmlns:a16="http://schemas.microsoft.com/office/drawing/2014/main" id="{642EF1C4-4D72-44FC-987B-D9218720A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641"/>
              <a:ext cx="128" cy="187"/>
            </a:xfrm>
            <a:custGeom>
              <a:avLst/>
              <a:gdLst>
                <a:gd name="T0" fmla="*/ 0 w 51"/>
                <a:gd name="T1" fmla="*/ 0 h 70"/>
                <a:gd name="T2" fmla="*/ 176 w 51"/>
                <a:gd name="T3" fmla="*/ 77 h 70"/>
                <a:gd name="T4" fmla="*/ 238 w 51"/>
                <a:gd name="T5" fmla="*/ 286 h 70"/>
                <a:gd name="T6" fmla="*/ 442 w 51"/>
                <a:gd name="T7" fmla="*/ 593 h 70"/>
                <a:gd name="T8" fmla="*/ 725 w 51"/>
                <a:gd name="T9" fmla="*/ 900 h 70"/>
                <a:gd name="T10" fmla="*/ 776 w 51"/>
                <a:gd name="T11" fmla="*/ 1336 h 70"/>
                <a:gd name="T12" fmla="*/ 663 w 51"/>
                <a:gd name="T13" fmla="*/ 1071 h 70"/>
                <a:gd name="T14" fmla="*/ 429 w 51"/>
                <a:gd name="T15" fmla="*/ 743 h 70"/>
                <a:gd name="T16" fmla="*/ 146 w 51"/>
                <a:gd name="T17" fmla="*/ 379 h 70"/>
                <a:gd name="T18" fmla="*/ 83 w 51"/>
                <a:gd name="T19" fmla="*/ 94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70">
                  <a:moveTo>
                    <a:pt x="0" y="0"/>
                  </a:moveTo>
                  <a:cubicBezTo>
                    <a:pt x="3" y="2"/>
                    <a:pt x="8" y="2"/>
                    <a:pt x="11" y="4"/>
                  </a:cubicBezTo>
                  <a:cubicBezTo>
                    <a:pt x="13" y="6"/>
                    <a:pt x="14" y="13"/>
                    <a:pt x="15" y="15"/>
                  </a:cubicBezTo>
                  <a:cubicBezTo>
                    <a:pt x="18" y="23"/>
                    <a:pt x="22" y="27"/>
                    <a:pt x="28" y="31"/>
                  </a:cubicBezTo>
                  <a:cubicBezTo>
                    <a:pt x="34" y="36"/>
                    <a:pt x="42" y="41"/>
                    <a:pt x="46" y="47"/>
                  </a:cubicBezTo>
                  <a:cubicBezTo>
                    <a:pt x="51" y="55"/>
                    <a:pt x="48" y="62"/>
                    <a:pt x="49" y="70"/>
                  </a:cubicBezTo>
                  <a:cubicBezTo>
                    <a:pt x="49" y="65"/>
                    <a:pt x="45" y="60"/>
                    <a:pt x="42" y="56"/>
                  </a:cubicBezTo>
                  <a:cubicBezTo>
                    <a:pt x="37" y="50"/>
                    <a:pt x="32" y="46"/>
                    <a:pt x="27" y="39"/>
                  </a:cubicBezTo>
                  <a:cubicBezTo>
                    <a:pt x="22" y="31"/>
                    <a:pt x="14" y="27"/>
                    <a:pt x="9" y="20"/>
                  </a:cubicBezTo>
                  <a:cubicBezTo>
                    <a:pt x="6" y="15"/>
                    <a:pt x="8" y="9"/>
                    <a:pt x="5" y="5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2" name="Freeform 5890">
              <a:extLst>
                <a:ext uri="{FF2B5EF4-FFF2-40B4-BE49-F238E27FC236}">
                  <a16:creationId xmlns:a16="http://schemas.microsoft.com/office/drawing/2014/main" id="{42A90480-C2B4-439C-A45D-604905E6D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873"/>
              <a:ext cx="50" cy="224"/>
            </a:xfrm>
            <a:custGeom>
              <a:avLst/>
              <a:gdLst>
                <a:gd name="T0" fmla="*/ 0 w 20"/>
                <a:gd name="T1" fmla="*/ 0 h 84"/>
                <a:gd name="T2" fmla="*/ 158 w 20"/>
                <a:gd name="T3" fmla="*/ 909 h 84"/>
                <a:gd name="T4" fmla="*/ 313 w 20"/>
                <a:gd name="T5" fmla="*/ 1592 h 84"/>
                <a:gd name="T6" fmla="*/ 238 w 20"/>
                <a:gd name="T7" fmla="*/ 832 h 84"/>
                <a:gd name="T8" fmla="*/ 158 w 20"/>
                <a:gd name="T9" fmla="*/ 341 h 84"/>
                <a:gd name="T10" fmla="*/ 50 w 20"/>
                <a:gd name="T11" fmla="*/ 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84">
                  <a:moveTo>
                    <a:pt x="0" y="0"/>
                  </a:moveTo>
                  <a:cubicBezTo>
                    <a:pt x="8" y="15"/>
                    <a:pt x="8" y="32"/>
                    <a:pt x="10" y="48"/>
                  </a:cubicBezTo>
                  <a:cubicBezTo>
                    <a:pt x="11" y="59"/>
                    <a:pt x="15" y="75"/>
                    <a:pt x="20" y="84"/>
                  </a:cubicBezTo>
                  <a:cubicBezTo>
                    <a:pt x="16" y="73"/>
                    <a:pt x="17" y="57"/>
                    <a:pt x="15" y="44"/>
                  </a:cubicBezTo>
                  <a:cubicBezTo>
                    <a:pt x="14" y="36"/>
                    <a:pt x="12" y="27"/>
                    <a:pt x="10" y="18"/>
                  </a:cubicBezTo>
                  <a:cubicBezTo>
                    <a:pt x="8" y="12"/>
                    <a:pt x="3" y="6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3" name="Freeform 5891">
              <a:extLst>
                <a:ext uri="{FF2B5EF4-FFF2-40B4-BE49-F238E27FC236}">
                  <a16:creationId xmlns:a16="http://schemas.microsoft.com/office/drawing/2014/main" id="{00B32751-68C4-4424-B44E-86A4114C2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671"/>
              <a:ext cx="105" cy="90"/>
            </a:xfrm>
            <a:custGeom>
              <a:avLst/>
              <a:gdLst>
                <a:gd name="T0" fmla="*/ 0 w 42"/>
                <a:gd name="T1" fmla="*/ 0 h 34"/>
                <a:gd name="T2" fmla="*/ 658 w 42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4">
                  <a:moveTo>
                    <a:pt x="0" y="0"/>
                  </a:moveTo>
                  <a:cubicBezTo>
                    <a:pt x="6" y="15"/>
                    <a:pt x="28" y="28"/>
                    <a:pt x="42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4" name="Freeform 5892">
              <a:extLst>
                <a:ext uri="{FF2B5EF4-FFF2-40B4-BE49-F238E27FC236}">
                  <a16:creationId xmlns:a16="http://schemas.microsoft.com/office/drawing/2014/main" id="{7B2595E3-2804-40CA-AFBA-72C0A9EE8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657"/>
              <a:ext cx="130" cy="99"/>
            </a:xfrm>
            <a:custGeom>
              <a:avLst/>
              <a:gdLst>
                <a:gd name="T0" fmla="*/ 0 w 52"/>
                <a:gd name="T1" fmla="*/ 209 h 37"/>
                <a:gd name="T2" fmla="*/ 470 w 52"/>
                <a:gd name="T3" fmla="*/ 94 h 37"/>
                <a:gd name="T4" fmla="*/ 813 w 52"/>
                <a:gd name="T5" fmla="*/ 709 h 37"/>
                <a:gd name="T6" fmla="*/ 438 w 52"/>
                <a:gd name="T7" fmla="*/ 171 h 37"/>
                <a:gd name="T8" fmla="*/ 33 w 52"/>
                <a:gd name="T9" fmla="*/ 20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7">
                  <a:moveTo>
                    <a:pt x="0" y="11"/>
                  </a:moveTo>
                  <a:cubicBezTo>
                    <a:pt x="8" y="6"/>
                    <a:pt x="20" y="0"/>
                    <a:pt x="30" y="5"/>
                  </a:cubicBezTo>
                  <a:cubicBezTo>
                    <a:pt x="41" y="9"/>
                    <a:pt x="49" y="26"/>
                    <a:pt x="52" y="37"/>
                  </a:cubicBezTo>
                  <a:cubicBezTo>
                    <a:pt x="44" y="28"/>
                    <a:pt x="41" y="11"/>
                    <a:pt x="28" y="9"/>
                  </a:cubicBezTo>
                  <a:cubicBezTo>
                    <a:pt x="19" y="7"/>
                    <a:pt x="10" y="10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5" name="Freeform 5893">
              <a:extLst>
                <a:ext uri="{FF2B5EF4-FFF2-40B4-BE49-F238E27FC236}">
                  <a16:creationId xmlns:a16="http://schemas.microsoft.com/office/drawing/2014/main" id="{54C37581-83DE-4A4E-A9C2-5D2552C3C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081"/>
              <a:ext cx="28" cy="35"/>
            </a:xfrm>
            <a:custGeom>
              <a:avLst/>
              <a:gdLst>
                <a:gd name="T0" fmla="*/ 117 w 11"/>
                <a:gd name="T1" fmla="*/ 0 h 13"/>
                <a:gd name="T2" fmla="*/ 0 w 11"/>
                <a:gd name="T3" fmla="*/ 232 h 13"/>
                <a:gd name="T4" fmla="*/ 181 w 11"/>
                <a:gd name="T5" fmla="*/ 253 h 13"/>
                <a:gd name="T6" fmla="*/ 117 w 11"/>
                <a:gd name="T7" fmla="*/ 8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7" y="0"/>
                  </a:moveTo>
                  <a:cubicBezTo>
                    <a:pt x="6" y="5"/>
                    <a:pt x="2" y="9"/>
                    <a:pt x="0" y="12"/>
                  </a:cubicBezTo>
                  <a:cubicBezTo>
                    <a:pt x="4" y="11"/>
                    <a:pt x="7" y="11"/>
                    <a:pt x="11" y="13"/>
                  </a:cubicBezTo>
                  <a:cubicBezTo>
                    <a:pt x="9" y="11"/>
                    <a:pt x="7" y="8"/>
                    <a:pt x="7" y="4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6" name="Freeform 5894">
              <a:extLst>
                <a:ext uri="{FF2B5EF4-FFF2-40B4-BE49-F238E27FC236}">
                  <a16:creationId xmlns:a16="http://schemas.microsoft.com/office/drawing/2014/main" id="{EE79A159-6DAE-4674-9AA7-DF8E80AE7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439"/>
              <a:ext cx="575" cy="232"/>
            </a:xfrm>
            <a:custGeom>
              <a:avLst/>
              <a:gdLst>
                <a:gd name="T0" fmla="*/ 0 w 230"/>
                <a:gd name="T1" fmla="*/ 760 h 87"/>
                <a:gd name="T2" fmla="*/ 1625 w 230"/>
                <a:gd name="T3" fmla="*/ 1629 h 87"/>
                <a:gd name="T4" fmla="*/ 3063 w 230"/>
                <a:gd name="T5" fmla="*/ 1101 h 87"/>
                <a:gd name="T6" fmla="*/ 3595 w 230"/>
                <a:gd name="T7" fmla="*/ 0 h 87"/>
                <a:gd name="T8" fmla="*/ 3113 w 230"/>
                <a:gd name="T9" fmla="*/ 760 h 87"/>
                <a:gd name="T10" fmla="*/ 2208 w 230"/>
                <a:gd name="T11" fmla="*/ 1288 h 87"/>
                <a:gd name="T12" fmla="*/ 845 w 230"/>
                <a:gd name="T13" fmla="*/ 1139 h 87"/>
                <a:gd name="T14" fmla="*/ 583 w 230"/>
                <a:gd name="T15" fmla="*/ 568 h 87"/>
                <a:gd name="T16" fmla="*/ 0 w 230"/>
                <a:gd name="T17" fmla="*/ 760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0" h="87">
                  <a:moveTo>
                    <a:pt x="0" y="40"/>
                  </a:moveTo>
                  <a:cubicBezTo>
                    <a:pt x="8" y="53"/>
                    <a:pt x="64" y="86"/>
                    <a:pt x="104" y="86"/>
                  </a:cubicBezTo>
                  <a:cubicBezTo>
                    <a:pt x="144" y="87"/>
                    <a:pt x="182" y="72"/>
                    <a:pt x="196" y="58"/>
                  </a:cubicBezTo>
                  <a:cubicBezTo>
                    <a:pt x="210" y="45"/>
                    <a:pt x="218" y="17"/>
                    <a:pt x="230" y="0"/>
                  </a:cubicBezTo>
                  <a:cubicBezTo>
                    <a:pt x="220" y="9"/>
                    <a:pt x="205" y="30"/>
                    <a:pt x="199" y="40"/>
                  </a:cubicBezTo>
                  <a:cubicBezTo>
                    <a:pt x="193" y="50"/>
                    <a:pt x="159" y="65"/>
                    <a:pt x="141" y="68"/>
                  </a:cubicBezTo>
                  <a:cubicBezTo>
                    <a:pt x="123" y="72"/>
                    <a:pt x="80" y="76"/>
                    <a:pt x="54" y="60"/>
                  </a:cubicBezTo>
                  <a:cubicBezTo>
                    <a:pt x="29" y="45"/>
                    <a:pt x="35" y="34"/>
                    <a:pt x="37" y="30"/>
                  </a:cubicBezTo>
                  <a:cubicBezTo>
                    <a:pt x="39" y="27"/>
                    <a:pt x="21" y="46"/>
                    <a:pt x="0" y="40"/>
                  </a:cubicBezTo>
                  <a:close/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7" name="Freeform 5895">
              <a:extLst>
                <a:ext uri="{FF2B5EF4-FFF2-40B4-BE49-F238E27FC236}">
                  <a16:creationId xmlns:a16="http://schemas.microsoft.com/office/drawing/2014/main" id="{B8F0964D-CED5-431F-B279-344144C98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396"/>
              <a:ext cx="70" cy="91"/>
            </a:xfrm>
            <a:custGeom>
              <a:avLst/>
              <a:gdLst>
                <a:gd name="T0" fmla="*/ 0 w 28"/>
                <a:gd name="T1" fmla="*/ 653 h 34"/>
                <a:gd name="T2" fmla="*/ 438 w 28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4">
                  <a:moveTo>
                    <a:pt x="0" y="34"/>
                  </a:moveTo>
                  <a:cubicBezTo>
                    <a:pt x="16" y="22"/>
                    <a:pt x="23" y="15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8" name="Freeform 5896">
              <a:extLst>
                <a:ext uri="{FF2B5EF4-FFF2-40B4-BE49-F238E27FC236}">
                  <a16:creationId xmlns:a16="http://schemas.microsoft.com/office/drawing/2014/main" id="{CD66F2A7-66A9-4851-8971-DF8D287ED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556"/>
              <a:ext cx="518" cy="328"/>
            </a:xfrm>
            <a:custGeom>
              <a:avLst/>
              <a:gdLst>
                <a:gd name="T0" fmla="*/ 2868 w 207"/>
                <a:gd name="T1" fmla="*/ 0 h 123"/>
                <a:gd name="T2" fmla="*/ 3088 w 207"/>
                <a:gd name="T3" fmla="*/ 1003 h 123"/>
                <a:gd name="T4" fmla="*/ 2335 w 207"/>
                <a:gd name="T5" fmla="*/ 2104 h 123"/>
                <a:gd name="T6" fmla="*/ 708 w 207"/>
                <a:gd name="T7" fmla="*/ 2163 h 123"/>
                <a:gd name="T8" fmla="*/ 0 w 207"/>
                <a:gd name="T9" fmla="*/ 2163 h 123"/>
                <a:gd name="T10" fmla="*/ 813 w 207"/>
                <a:gd name="T11" fmla="*/ 1971 h 123"/>
                <a:gd name="T12" fmla="*/ 2285 w 207"/>
                <a:gd name="T13" fmla="*/ 1515 h 123"/>
                <a:gd name="T14" fmla="*/ 2868 w 207"/>
                <a:gd name="T15" fmla="*/ 0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7" h="123">
                  <a:moveTo>
                    <a:pt x="183" y="0"/>
                  </a:moveTo>
                  <a:cubicBezTo>
                    <a:pt x="195" y="12"/>
                    <a:pt x="207" y="22"/>
                    <a:pt x="197" y="53"/>
                  </a:cubicBezTo>
                  <a:cubicBezTo>
                    <a:pt x="187" y="84"/>
                    <a:pt x="170" y="104"/>
                    <a:pt x="149" y="111"/>
                  </a:cubicBezTo>
                  <a:cubicBezTo>
                    <a:pt x="127" y="118"/>
                    <a:pt x="73" y="123"/>
                    <a:pt x="45" y="114"/>
                  </a:cubicBezTo>
                  <a:cubicBezTo>
                    <a:pt x="35" y="110"/>
                    <a:pt x="26" y="120"/>
                    <a:pt x="0" y="114"/>
                  </a:cubicBezTo>
                  <a:cubicBezTo>
                    <a:pt x="11" y="111"/>
                    <a:pt x="35" y="104"/>
                    <a:pt x="52" y="104"/>
                  </a:cubicBezTo>
                  <a:cubicBezTo>
                    <a:pt x="69" y="104"/>
                    <a:pt x="108" y="107"/>
                    <a:pt x="146" y="80"/>
                  </a:cubicBezTo>
                  <a:cubicBezTo>
                    <a:pt x="184" y="52"/>
                    <a:pt x="203" y="32"/>
                    <a:pt x="183" y="0"/>
                  </a:cubicBezTo>
                  <a:close/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9" name="Freeform 5897">
              <a:extLst>
                <a:ext uri="{FF2B5EF4-FFF2-40B4-BE49-F238E27FC236}">
                  <a16:creationId xmlns:a16="http://schemas.microsoft.com/office/drawing/2014/main" id="{53DEFD18-7575-4851-9E08-A09813EE3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2705"/>
              <a:ext cx="525" cy="96"/>
            </a:xfrm>
            <a:custGeom>
              <a:avLst/>
              <a:gdLst>
                <a:gd name="T0" fmla="*/ 0 w 210"/>
                <a:gd name="T1" fmla="*/ 77 h 36"/>
                <a:gd name="T2" fmla="*/ 1425 w 210"/>
                <a:gd name="T3" fmla="*/ 227 h 36"/>
                <a:gd name="T4" fmla="*/ 2408 w 210"/>
                <a:gd name="T5" fmla="*/ 456 h 36"/>
                <a:gd name="T6" fmla="*/ 3283 w 210"/>
                <a:gd name="T7" fmla="*/ 683 h 36"/>
                <a:gd name="T8" fmla="*/ 2125 w 210"/>
                <a:gd name="T9" fmla="*/ 171 h 36"/>
                <a:gd name="T10" fmla="*/ 1113 w 210"/>
                <a:gd name="T11" fmla="*/ 21 h 36"/>
                <a:gd name="T12" fmla="*/ 0 w 210"/>
                <a:gd name="T13" fmla="*/ 7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36">
                  <a:moveTo>
                    <a:pt x="0" y="4"/>
                  </a:moveTo>
                  <a:cubicBezTo>
                    <a:pt x="22" y="10"/>
                    <a:pt x="65" y="12"/>
                    <a:pt x="91" y="12"/>
                  </a:cubicBezTo>
                  <a:cubicBezTo>
                    <a:pt x="117" y="12"/>
                    <a:pt x="137" y="18"/>
                    <a:pt x="154" y="24"/>
                  </a:cubicBezTo>
                  <a:cubicBezTo>
                    <a:pt x="172" y="30"/>
                    <a:pt x="199" y="36"/>
                    <a:pt x="210" y="36"/>
                  </a:cubicBezTo>
                  <a:cubicBezTo>
                    <a:pt x="195" y="32"/>
                    <a:pt x="150" y="15"/>
                    <a:pt x="136" y="9"/>
                  </a:cubicBezTo>
                  <a:cubicBezTo>
                    <a:pt x="122" y="3"/>
                    <a:pt x="88" y="0"/>
                    <a:pt x="71" y="1"/>
                  </a:cubicBezTo>
                  <a:cubicBezTo>
                    <a:pt x="54" y="2"/>
                    <a:pt x="15" y="8"/>
                    <a:pt x="0" y="4"/>
                  </a:cubicBezTo>
                  <a:close/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0" name="Freeform 5898">
              <a:extLst>
                <a:ext uri="{FF2B5EF4-FFF2-40B4-BE49-F238E27FC236}">
                  <a16:creationId xmlns:a16="http://schemas.microsoft.com/office/drawing/2014/main" id="{323DF6EC-7C89-4285-B691-B78893875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807"/>
              <a:ext cx="262" cy="58"/>
            </a:xfrm>
            <a:custGeom>
              <a:avLst/>
              <a:gdLst>
                <a:gd name="T0" fmla="*/ 0 w 105"/>
                <a:gd name="T1" fmla="*/ 0 h 22"/>
                <a:gd name="T2" fmla="*/ 1337 w 105"/>
                <a:gd name="T3" fmla="*/ 403 h 22"/>
                <a:gd name="T4" fmla="*/ 1557 w 105"/>
                <a:gd name="T5" fmla="*/ 221 h 22"/>
                <a:gd name="T6" fmla="*/ 0 w 105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22">
                  <a:moveTo>
                    <a:pt x="0" y="0"/>
                  </a:moveTo>
                  <a:cubicBezTo>
                    <a:pt x="14" y="8"/>
                    <a:pt x="66" y="22"/>
                    <a:pt x="86" y="22"/>
                  </a:cubicBezTo>
                  <a:cubicBezTo>
                    <a:pt x="105" y="21"/>
                    <a:pt x="100" y="12"/>
                    <a:pt x="100" y="12"/>
                  </a:cubicBezTo>
                  <a:cubicBezTo>
                    <a:pt x="86" y="11"/>
                    <a:pt x="22" y="13"/>
                    <a:pt x="0" y="0"/>
                  </a:cubicBezTo>
                  <a:close/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1" name="Freeform 5899">
              <a:extLst>
                <a:ext uri="{FF2B5EF4-FFF2-40B4-BE49-F238E27FC236}">
                  <a16:creationId xmlns:a16="http://schemas.microsoft.com/office/drawing/2014/main" id="{6DEE47EB-D85F-4A61-BC77-3CD0DC9B7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204"/>
              <a:ext cx="387" cy="203"/>
            </a:xfrm>
            <a:custGeom>
              <a:avLst/>
              <a:gdLst>
                <a:gd name="T0" fmla="*/ 0 w 155"/>
                <a:gd name="T1" fmla="*/ 0 h 76"/>
                <a:gd name="T2" fmla="*/ 949 w 155"/>
                <a:gd name="T3" fmla="*/ 705 h 76"/>
                <a:gd name="T4" fmla="*/ 1633 w 155"/>
                <a:gd name="T5" fmla="*/ 970 h 76"/>
                <a:gd name="T6" fmla="*/ 2412 w 155"/>
                <a:gd name="T7" fmla="*/ 1448 h 76"/>
                <a:gd name="T8" fmla="*/ 1683 w 155"/>
                <a:gd name="T9" fmla="*/ 1127 h 76"/>
                <a:gd name="T10" fmla="*/ 916 w 155"/>
                <a:gd name="T11" fmla="*/ 857 h 76"/>
                <a:gd name="T12" fmla="*/ 375 w 155"/>
                <a:gd name="T13" fmla="*/ 321 h 76"/>
                <a:gd name="T14" fmla="*/ 12 w 155"/>
                <a:gd name="T15" fmla="*/ 35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76">
                  <a:moveTo>
                    <a:pt x="0" y="0"/>
                  </a:moveTo>
                  <a:cubicBezTo>
                    <a:pt x="24" y="1"/>
                    <a:pt x="40" y="28"/>
                    <a:pt x="61" y="37"/>
                  </a:cubicBezTo>
                  <a:cubicBezTo>
                    <a:pt x="75" y="44"/>
                    <a:pt x="90" y="46"/>
                    <a:pt x="105" y="51"/>
                  </a:cubicBezTo>
                  <a:cubicBezTo>
                    <a:pt x="122" y="58"/>
                    <a:pt x="139" y="67"/>
                    <a:pt x="155" y="76"/>
                  </a:cubicBezTo>
                  <a:cubicBezTo>
                    <a:pt x="147" y="64"/>
                    <a:pt x="120" y="63"/>
                    <a:pt x="108" y="59"/>
                  </a:cubicBezTo>
                  <a:cubicBezTo>
                    <a:pt x="92" y="54"/>
                    <a:pt x="75" y="52"/>
                    <a:pt x="59" y="45"/>
                  </a:cubicBezTo>
                  <a:cubicBezTo>
                    <a:pt x="44" y="39"/>
                    <a:pt x="36" y="27"/>
                    <a:pt x="24" y="17"/>
                  </a:cubicBezTo>
                  <a:cubicBezTo>
                    <a:pt x="18" y="12"/>
                    <a:pt x="9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2" name="Freeform 5900">
              <a:extLst>
                <a:ext uri="{FF2B5EF4-FFF2-40B4-BE49-F238E27FC236}">
                  <a16:creationId xmlns:a16="http://schemas.microsoft.com/office/drawing/2014/main" id="{3DBE7D7C-66AF-420B-BFCD-46C97A1CB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1815"/>
              <a:ext cx="77" cy="200"/>
            </a:xfrm>
            <a:custGeom>
              <a:avLst/>
              <a:gdLst>
                <a:gd name="T0" fmla="*/ 30 w 31"/>
                <a:gd name="T1" fmla="*/ 136 h 75"/>
                <a:gd name="T2" fmla="*/ 383 w 31"/>
                <a:gd name="T3" fmla="*/ 739 h 75"/>
                <a:gd name="T4" fmla="*/ 308 w 31"/>
                <a:gd name="T5" fmla="*/ 1421 h 75"/>
                <a:gd name="T6" fmla="*/ 0 w 31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5">
                  <a:moveTo>
                    <a:pt x="2" y="7"/>
                  </a:moveTo>
                  <a:cubicBezTo>
                    <a:pt x="11" y="13"/>
                    <a:pt x="21" y="28"/>
                    <a:pt x="25" y="39"/>
                  </a:cubicBezTo>
                  <a:cubicBezTo>
                    <a:pt x="31" y="54"/>
                    <a:pt x="27" y="61"/>
                    <a:pt x="20" y="75"/>
                  </a:cubicBezTo>
                  <a:cubicBezTo>
                    <a:pt x="29" y="53"/>
                    <a:pt x="16" y="16"/>
                    <a:pt x="0" y="0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3" name="Freeform 5901">
              <a:extLst>
                <a:ext uri="{FF2B5EF4-FFF2-40B4-BE49-F238E27FC236}">
                  <a16:creationId xmlns:a16="http://schemas.microsoft.com/office/drawing/2014/main" id="{C3B72E59-E3E9-47D6-8AAF-AB439024E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953"/>
              <a:ext cx="110" cy="224"/>
            </a:xfrm>
            <a:custGeom>
              <a:avLst/>
              <a:gdLst>
                <a:gd name="T0" fmla="*/ 125 w 44"/>
                <a:gd name="T1" fmla="*/ 397 h 84"/>
                <a:gd name="T2" fmla="*/ 488 w 44"/>
                <a:gd name="T3" fmla="*/ 947 h 84"/>
                <a:gd name="T4" fmla="*/ 595 w 44"/>
                <a:gd name="T5" fmla="*/ 1592 h 84"/>
                <a:gd name="T6" fmla="*/ 425 w 44"/>
                <a:gd name="T7" fmla="*/ 512 h 84"/>
                <a:gd name="T8" fmla="*/ 33 w 44"/>
                <a:gd name="T9" fmla="*/ 0 h 84"/>
                <a:gd name="T10" fmla="*/ 0 w 44"/>
                <a:gd name="T11" fmla="*/ 363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84">
                  <a:moveTo>
                    <a:pt x="8" y="21"/>
                  </a:moveTo>
                  <a:cubicBezTo>
                    <a:pt x="21" y="26"/>
                    <a:pt x="25" y="38"/>
                    <a:pt x="31" y="50"/>
                  </a:cubicBezTo>
                  <a:cubicBezTo>
                    <a:pt x="36" y="61"/>
                    <a:pt x="41" y="71"/>
                    <a:pt x="38" y="84"/>
                  </a:cubicBezTo>
                  <a:cubicBezTo>
                    <a:pt x="44" y="69"/>
                    <a:pt x="36" y="40"/>
                    <a:pt x="27" y="27"/>
                  </a:cubicBezTo>
                  <a:cubicBezTo>
                    <a:pt x="18" y="15"/>
                    <a:pt x="6" y="17"/>
                    <a:pt x="2" y="0"/>
                  </a:cubicBezTo>
                  <a:cubicBezTo>
                    <a:pt x="2" y="6"/>
                    <a:pt x="1" y="15"/>
                    <a:pt x="0" y="19"/>
                  </a:cubicBezTo>
                </a:path>
              </a:pathLst>
            </a:custGeom>
            <a:solidFill>
              <a:srgbClr val="DA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4" name="Freeform 5902">
              <a:extLst>
                <a:ext uri="{FF2B5EF4-FFF2-40B4-BE49-F238E27FC236}">
                  <a16:creationId xmlns:a16="http://schemas.microsoft.com/office/drawing/2014/main" id="{69C943E5-7ED0-4853-9A9E-049F1FD80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215"/>
              <a:ext cx="435" cy="216"/>
            </a:xfrm>
            <a:custGeom>
              <a:avLst/>
              <a:gdLst>
                <a:gd name="T0" fmla="*/ 95 w 174"/>
                <a:gd name="T1" fmla="*/ 93 h 81"/>
                <a:gd name="T2" fmla="*/ 625 w 174"/>
                <a:gd name="T3" fmla="*/ 547 h 81"/>
                <a:gd name="T4" fmla="*/ 1333 w 174"/>
                <a:gd name="T5" fmla="*/ 797 h 81"/>
                <a:gd name="T6" fmla="*/ 2625 w 174"/>
                <a:gd name="T7" fmla="*/ 1536 h 81"/>
                <a:gd name="T8" fmla="*/ 2720 w 174"/>
                <a:gd name="T9" fmla="*/ 1309 h 81"/>
                <a:gd name="T10" fmla="*/ 2425 w 174"/>
                <a:gd name="T11" fmla="*/ 1309 h 81"/>
                <a:gd name="T12" fmla="*/ 2283 w 174"/>
                <a:gd name="T13" fmla="*/ 1216 h 81"/>
                <a:gd name="T14" fmla="*/ 2175 w 174"/>
                <a:gd name="T15" fmla="*/ 1024 h 81"/>
                <a:gd name="T16" fmla="*/ 2033 w 174"/>
                <a:gd name="T17" fmla="*/ 1003 h 81"/>
                <a:gd name="T18" fmla="*/ 1833 w 174"/>
                <a:gd name="T19" fmla="*/ 931 h 81"/>
                <a:gd name="T20" fmla="*/ 1488 w 174"/>
                <a:gd name="T21" fmla="*/ 704 h 81"/>
                <a:gd name="T22" fmla="*/ 1063 w 174"/>
                <a:gd name="T23" fmla="*/ 568 h 81"/>
                <a:gd name="T24" fmla="*/ 675 w 174"/>
                <a:gd name="T25" fmla="*/ 435 h 81"/>
                <a:gd name="T26" fmla="*/ 0 w 174"/>
                <a:gd name="T27" fmla="*/ 0 h 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4" h="81">
                  <a:moveTo>
                    <a:pt x="6" y="5"/>
                  </a:moveTo>
                  <a:cubicBezTo>
                    <a:pt x="11" y="16"/>
                    <a:pt x="29" y="25"/>
                    <a:pt x="40" y="29"/>
                  </a:cubicBezTo>
                  <a:cubicBezTo>
                    <a:pt x="55" y="36"/>
                    <a:pt x="70" y="39"/>
                    <a:pt x="85" y="42"/>
                  </a:cubicBezTo>
                  <a:cubicBezTo>
                    <a:pt x="116" y="49"/>
                    <a:pt x="139" y="71"/>
                    <a:pt x="168" y="81"/>
                  </a:cubicBezTo>
                  <a:cubicBezTo>
                    <a:pt x="170" y="77"/>
                    <a:pt x="172" y="73"/>
                    <a:pt x="174" y="69"/>
                  </a:cubicBezTo>
                  <a:cubicBezTo>
                    <a:pt x="168" y="75"/>
                    <a:pt x="163" y="73"/>
                    <a:pt x="155" y="69"/>
                  </a:cubicBezTo>
                  <a:cubicBezTo>
                    <a:pt x="152" y="68"/>
                    <a:pt x="149" y="66"/>
                    <a:pt x="146" y="64"/>
                  </a:cubicBezTo>
                  <a:cubicBezTo>
                    <a:pt x="143" y="61"/>
                    <a:pt x="142" y="56"/>
                    <a:pt x="139" y="54"/>
                  </a:cubicBezTo>
                  <a:cubicBezTo>
                    <a:pt x="136" y="52"/>
                    <a:pt x="133" y="54"/>
                    <a:pt x="130" y="53"/>
                  </a:cubicBezTo>
                  <a:cubicBezTo>
                    <a:pt x="126" y="53"/>
                    <a:pt x="121" y="51"/>
                    <a:pt x="117" y="49"/>
                  </a:cubicBezTo>
                  <a:cubicBezTo>
                    <a:pt x="108" y="47"/>
                    <a:pt x="103" y="40"/>
                    <a:pt x="95" y="37"/>
                  </a:cubicBezTo>
                  <a:cubicBezTo>
                    <a:pt x="88" y="33"/>
                    <a:pt x="75" y="32"/>
                    <a:pt x="68" y="30"/>
                  </a:cubicBezTo>
                  <a:cubicBezTo>
                    <a:pt x="59" y="28"/>
                    <a:pt x="52" y="25"/>
                    <a:pt x="43" y="23"/>
                  </a:cubicBezTo>
                  <a:cubicBezTo>
                    <a:pt x="26" y="19"/>
                    <a:pt x="15" y="8"/>
                    <a:pt x="0" y="0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5" name="Freeform 5903">
              <a:extLst>
                <a:ext uri="{FF2B5EF4-FFF2-40B4-BE49-F238E27FC236}">
                  <a16:creationId xmlns:a16="http://schemas.microsoft.com/office/drawing/2014/main" id="{414B07FB-B2A9-45BF-BED3-F2941A477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727"/>
              <a:ext cx="243" cy="149"/>
            </a:xfrm>
            <a:custGeom>
              <a:avLst/>
              <a:gdLst>
                <a:gd name="T0" fmla="*/ 0 w 97"/>
                <a:gd name="T1" fmla="*/ 1054 h 56"/>
                <a:gd name="T2" fmla="*/ 1526 w 97"/>
                <a:gd name="T3" fmla="*/ 0 h 56"/>
                <a:gd name="T4" fmla="*/ 0 w 97"/>
                <a:gd name="T5" fmla="*/ 105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56">
                  <a:moveTo>
                    <a:pt x="0" y="56"/>
                  </a:moveTo>
                  <a:cubicBezTo>
                    <a:pt x="27" y="54"/>
                    <a:pt x="75" y="55"/>
                    <a:pt x="97" y="0"/>
                  </a:cubicBezTo>
                  <a:cubicBezTo>
                    <a:pt x="94" y="10"/>
                    <a:pt x="51" y="54"/>
                    <a:pt x="0" y="56"/>
                  </a:cubicBezTo>
                  <a:close/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6" name="Freeform 5904">
              <a:extLst>
                <a:ext uri="{FF2B5EF4-FFF2-40B4-BE49-F238E27FC236}">
                  <a16:creationId xmlns:a16="http://schemas.microsoft.com/office/drawing/2014/main" id="{1CFBD049-7B6D-4185-9F75-8B125B1B7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540"/>
              <a:ext cx="90" cy="80"/>
            </a:xfrm>
            <a:custGeom>
              <a:avLst/>
              <a:gdLst>
                <a:gd name="T0" fmla="*/ 300 w 36"/>
                <a:gd name="T1" fmla="*/ 0 h 30"/>
                <a:gd name="T2" fmla="*/ 0 w 36"/>
                <a:gd name="T3" fmla="*/ 77 h 30"/>
                <a:gd name="T4" fmla="*/ 563 w 36"/>
                <a:gd name="T5" fmla="*/ 568 h 30"/>
                <a:gd name="T6" fmla="*/ 238 w 36"/>
                <a:gd name="T7" fmla="*/ 307 h 30"/>
                <a:gd name="T8" fmla="*/ 270 w 36"/>
                <a:gd name="T9" fmla="*/ 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0">
                  <a:moveTo>
                    <a:pt x="19" y="0"/>
                  </a:moveTo>
                  <a:cubicBezTo>
                    <a:pt x="13" y="4"/>
                    <a:pt x="6" y="3"/>
                    <a:pt x="0" y="4"/>
                  </a:cubicBezTo>
                  <a:cubicBezTo>
                    <a:pt x="6" y="19"/>
                    <a:pt x="25" y="22"/>
                    <a:pt x="36" y="30"/>
                  </a:cubicBezTo>
                  <a:cubicBezTo>
                    <a:pt x="29" y="28"/>
                    <a:pt x="21" y="21"/>
                    <a:pt x="15" y="16"/>
                  </a:cubicBezTo>
                  <a:cubicBezTo>
                    <a:pt x="9" y="12"/>
                    <a:pt x="4" y="2"/>
                    <a:pt x="17" y="3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7" name="Freeform 5905">
              <a:extLst>
                <a:ext uri="{FF2B5EF4-FFF2-40B4-BE49-F238E27FC236}">
                  <a16:creationId xmlns:a16="http://schemas.microsoft.com/office/drawing/2014/main" id="{A5C4DCF1-B21D-4F9F-87EC-0D15E1B01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441"/>
              <a:ext cx="185" cy="83"/>
            </a:xfrm>
            <a:custGeom>
              <a:avLst/>
              <a:gdLst>
                <a:gd name="T0" fmla="*/ 20 w 74"/>
                <a:gd name="T1" fmla="*/ 0 h 31"/>
                <a:gd name="T2" fmla="*/ 550 w 74"/>
                <a:gd name="T3" fmla="*/ 444 h 31"/>
                <a:gd name="T4" fmla="*/ 1158 w 74"/>
                <a:gd name="T5" fmla="*/ 345 h 31"/>
                <a:gd name="T6" fmla="*/ 520 w 74"/>
                <a:gd name="T7" fmla="*/ 345 h 31"/>
                <a:gd name="T8" fmla="*/ 0 w 74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31">
                  <a:moveTo>
                    <a:pt x="1" y="0"/>
                  </a:moveTo>
                  <a:cubicBezTo>
                    <a:pt x="14" y="7"/>
                    <a:pt x="23" y="14"/>
                    <a:pt x="35" y="23"/>
                  </a:cubicBezTo>
                  <a:cubicBezTo>
                    <a:pt x="45" y="31"/>
                    <a:pt x="64" y="26"/>
                    <a:pt x="74" y="18"/>
                  </a:cubicBezTo>
                  <a:cubicBezTo>
                    <a:pt x="60" y="22"/>
                    <a:pt x="46" y="26"/>
                    <a:pt x="33" y="18"/>
                  </a:cubicBezTo>
                  <a:cubicBezTo>
                    <a:pt x="22" y="11"/>
                    <a:pt x="14" y="0"/>
                    <a:pt x="0" y="0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8" name="Freeform 5906">
              <a:extLst>
                <a:ext uri="{FF2B5EF4-FFF2-40B4-BE49-F238E27FC236}">
                  <a16:creationId xmlns:a16="http://schemas.microsoft.com/office/drawing/2014/main" id="{EDC8C8B9-04D1-4589-85E2-57372B8B3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" y="1415"/>
              <a:ext cx="2093" cy="1493"/>
            </a:xfrm>
            <a:custGeom>
              <a:avLst/>
              <a:gdLst>
                <a:gd name="T0" fmla="*/ 9367 w 837"/>
                <a:gd name="T1" fmla="*/ 8246 h 560"/>
                <a:gd name="T2" fmla="*/ 10930 w 837"/>
                <a:gd name="T3" fmla="*/ 8985 h 560"/>
                <a:gd name="T4" fmla="*/ 12305 w 837"/>
                <a:gd name="T5" fmla="*/ 8451 h 560"/>
                <a:gd name="T6" fmla="*/ 12788 w 837"/>
                <a:gd name="T7" fmla="*/ 7521 h 560"/>
                <a:gd name="T8" fmla="*/ 13006 w 837"/>
                <a:gd name="T9" fmla="*/ 6689 h 560"/>
                <a:gd name="T10" fmla="*/ 13038 w 837"/>
                <a:gd name="T11" fmla="*/ 5929 h 560"/>
                <a:gd name="T12" fmla="*/ 13068 w 837"/>
                <a:gd name="T13" fmla="*/ 5380 h 560"/>
                <a:gd name="T14" fmla="*/ 12818 w 837"/>
                <a:gd name="T15" fmla="*/ 4172 h 560"/>
                <a:gd name="T16" fmla="*/ 12538 w 837"/>
                <a:gd name="T17" fmla="*/ 3434 h 560"/>
                <a:gd name="T18" fmla="*/ 12088 w 837"/>
                <a:gd name="T19" fmla="*/ 2466 h 560"/>
                <a:gd name="T20" fmla="*/ 11505 w 837"/>
                <a:gd name="T21" fmla="*/ 1856 h 560"/>
                <a:gd name="T22" fmla="*/ 9692 w 837"/>
                <a:gd name="T23" fmla="*/ 818 h 560"/>
                <a:gd name="T24" fmla="*/ 8222 w 837"/>
                <a:gd name="T25" fmla="*/ 376 h 560"/>
                <a:gd name="T26" fmla="*/ 7629 w 837"/>
                <a:gd name="T27" fmla="*/ 115 h 560"/>
                <a:gd name="T28" fmla="*/ 6992 w 837"/>
                <a:gd name="T29" fmla="*/ 205 h 560"/>
                <a:gd name="T30" fmla="*/ 6021 w 837"/>
                <a:gd name="T31" fmla="*/ 205 h 560"/>
                <a:gd name="T32" fmla="*/ 5114 w 837"/>
                <a:gd name="T33" fmla="*/ 477 h 560"/>
                <a:gd name="T34" fmla="*/ 3721 w 837"/>
                <a:gd name="T35" fmla="*/ 683 h 560"/>
                <a:gd name="T36" fmla="*/ 2363 w 837"/>
                <a:gd name="T37" fmla="*/ 1613 h 560"/>
                <a:gd name="T38" fmla="*/ 1720 w 837"/>
                <a:gd name="T39" fmla="*/ 2807 h 560"/>
                <a:gd name="T40" fmla="*/ 1125 w 837"/>
                <a:gd name="T41" fmla="*/ 3546 h 560"/>
                <a:gd name="T42" fmla="*/ 833 w 837"/>
                <a:gd name="T43" fmla="*/ 4074 h 560"/>
                <a:gd name="T44" fmla="*/ 345 w 837"/>
                <a:gd name="T45" fmla="*/ 5985 h 560"/>
                <a:gd name="T46" fmla="*/ 363 w 837"/>
                <a:gd name="T47" fmla="*/ 7598 h 560"/>
                <a:gd name="T48" fmla="*/ 1595 w 837"/>
                <a:gd name="T49" fmla="*/ 9361 h 560"/>
                <a:gd name="T50" fmla="*/ 3521 w 837"/>
                <a:gd name="T51" fmla="*/ 9569 h 560"/>
                <a:gd name="T52" fmla="*/ 5084 w 837"/>
                <a:gd name="T53" fmla="*/ 9894 h 560"/>
                <a:gd name="T54" fmla="*/ 6879 w 837"/>
                <a:gd name="T55" fmla="*/ 10350 h 560"/>
                <a:gd name="T56" fmla="*/ 9147 w 837"/>
                <a:gd name="T57" fmla="*/ 9894 h 560"/>
                <a:gd name="T58" fmla="*/ 9367 w 837"/>
                <a:gd name="T59" fmla="*/ 8246 h 56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37" h="560">
                  <a:moveTo>
                    <a:pt x="599" y="435"/>
                  </a:moveTo>
                  <a:cubicBezTo>
                    <a:pt x="624" y="457"/>
                    <a:pt x="672" y="475"/>
                    <a:pt x="699" y="474"/>
                  </a:cubicBezTo>
                  <a:cubicBezTo>
                    <a:pt x="728" y="473"/>
                    <a:pt x="766" y="467"/>
                    <a:pt x="787" y="446"/>
                  </a:cubicBezTo>
                  <a:cubicBezTo>
                    <a:pt x="801" y="434"/>
                    <a:pt x="808" y="412"/>
                    <a:pt x="818" y="397"/>
                  </a:cubicBezTo>
                  <a:cubicBezTo>
                    <a:pt x="826" y="383"/>
                    <a:pt x="829" y="369"/>
                    <a:pt x="832" y="353"/>
                  </a:cubicBezTo>
                  <a:cubicBezTo>
                    <a:pt x="834" y="340"/>
                    <a:pt x="836" y="327"/>
                    <a:pt x="834" y="313"/>
                  </a:cubicBezTo>
                  <a:cubicBezTo>
                    <a:pt x="833" y="303"/>
                    <a:pt x="837" y="294"/>
                    <a:pt x="836" y="284"/>
                  </a:cubicBezTo>
                  <a:cubicBezTo>
                    <a:pt x="834" y="264"/>
                    <a:pt x="829" y="239"/>
                    <a:pt x="820" y="220"/>
                  </a:cubicBezTo>
                  <a:cubicBezTo>
                    <a:pt x="813" y="206"/>
                    <a:pt x="805" y="197"/>
                    <a:pt x="802" y="181"/>
                  </a:cubicBezTo>
                  <a:cubicBezTo>
                    <a:pt x="797" y="160"/>
                    <a:pt x="787" y="146"/>
                    <a:pt x="773" y="130"/>
                  </a:cubicBezTo>
                  <a:cubicBezTo>
                    <a:pt x="765" y="120"/>
                    <a:pt x="744" y="101"/>
                    <a:pt x="736" y="98"/>
                  </a:cubicBezTo>
                  <a:cubicBezTo>
                    <a:pt x="718" y="77"/>
                    <a:pt x="650" y="31"/>
                    <a:pt x="620" y="43"/>
                  </a:cubicBezTo>
                  <a:cubicBezTo>
                    <a:pt x="612" y="20"/>
                    <a:pt x="545" y="8"/>
                    <a:pt x="526" y="20"/>
                  </a:cubicBezTo>
                  <a:cubicBezTo>
                    <a:pt x="524" y="14"/>
                    <a:pt x="511" y="8"/>
                    <a:pt x="488" y="6"/>
                  </a:cubicBezTo>
                  <a:cubicBezTo>
                    <a:pt x="473" y="5"/>
                    <a:pt x="455" y="5"/>
                    <a:pt x="447" y="11"/>
                  </a:cubicBezTo>
                  <a:cubicBezTo>
                    <a:pt x="435" y="8"/>
                    <a:pt x="400" y="0"/>
                    <a:pt x="385" y="11"/>
                  </a:cubicBezTo>
                  <a:cubicBezTo>
                    <a:pt x="369" y="0"/>
                    <a:pt x="334" y="12"/>
                    <a:pt x="327" y="25"/>
                  </a:cubicBezTo>
                  <a:cubicBezTo>
                    <a:pt x="314" y="9"/>
                    <a:pt x="273" y="17"/>
                    <a:pt x="238" y="36"/>
                  </a:cubicBezTo>
                  <a:cubicBezTo>
                    <a:pt x="210" y="52"/>
                    <a:pt x="180" y="64"/>
                    <a:pt x="151" y="85"/>
                  </a:cubicBezTo>
                  <a:cubicBezTo>
                    <a:pt x="122" y="107"/>
                    <a:pt x="94" y="137"/>
                    <a:pt x="110" y="148"/>
                  </a:cubicBezTo>
                  <a:cubicBezTo>
                    <a:pt x="87" y="155"/>
                    <a:pt x="85" y="164"/>
                    <a:pt x="72" y="187"/>
                  </a:cubicBezTo>
                  <a:cubicBezTo>
                    <a:pt x="59" y="210"/>
                    <a:pt x="53" y="215"/>
                    <a:pt x="53" y="215"/>
                  </a:cubicBezTo>
                  <a:cubicBezTo>
                    <a:pt x="38" y="229"/>
                    <a:pt x="16" y="298"/>
                    <a:pt x="22" y="316"/>
                  </a:cubicBezTo>
                  <a:cubicBezTo>
                    <a:pt x="12" y="328"/>
                    <a:pt x="0" y="391"/>
                    <a:pt x="23" y="401"/>
                  </a:cubicBezTo>
                  <a:cubicBezTo>
                    <a:pt x="22" y="426"/>
                    <a:pt x="52" y="485"/>
                    <a:pt x="102" y="494"/>
                  </a:cubicBezTo>
                  <a:cubicBezTo>
                    <a:pt x="157" y="503"/>
                    <a:pt x="192" y="499"/>
                    <a:pt x="225" y="505"/>
                  </a:cubicBezTo>
                  <a:cubicBezTo>
                    <a:pt x="259" y="511"/>
                    <a:pt x="317" y="531"/>
                    <a:pt x="325" y="522"/>
                  </a:cubicBezTo>
                  <a:cubicBezTo>
                    <a:pt x="340" y="536"/>
                    <a:pt x="425" y="556"/>
                    <a:pt x="440" y="546"/>
                  </a:cubicBezTo>
                  <a:cubicBezTo>
                    <a:pt x="470" y="554"/>
                    <a:pt x="554" y="560"/>
                    <a:pt x="585" y="522"/>
                  </a:cubicBezTo>
                  <a:cubicBezTo>
                    <a:pt x="603" y="499"/>
                    <a:pt x="619" y="457"/>
                    <a:pt x="599" y="4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9" name="Freeform 5907">
              <a:extLst>
                <a:ext uri="{FF2B5EF4-FFF2-40B4-BE49-F238E27FC236}">
                  <a16:creationId xmlns:a16="http://schemas.microsoft.com/office/drawing/2014/main" id="{F1A32DD7-113D-4743-A77A-AC9198EF6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148"/>
              <a:ext cx="733" cy="429"/>
            </a:xfrm>
            <a:custGeom>
              <a:avLst/>
              <a:gdLst>
                <a:gd name="T0" fmla="*/ 0 w 293"/>
                <a:gd name="T1" fmla="*/ 0 h 161"/>
                <a:gd name="T2" fmla="*/ 675 w 293"/>
                <a:gd name="T3" fmla="*/ 306 h 161"/>
                <a:gd name="T4" fmla="*/ 1283 w 293"/>
                <a:gd name="T5" fmla="*/ 874 h 161"/>
                <a:gd name="T6" fmla="*/ 2897 w 293"/>
                <a:gd name="T7" fmla="*/ 1604 h 161"/>
                <a:gd name="T8" fmla="*/ 4118 w 293"/>
                <a:gd name="T9" fmla="*/ 2513 h 161"/>
                <a:gd name="T10" fmla="*/ 4588 w 293"/>
                <a:gd name="T11" fmla="*/ 3046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3" h="161">
                  <a:moveTo>
                    <a:pt x="0" y="0"/>
                  </a:moveTo>
                  <a:cubicBezTo>
                    <a:pt x="14" y="6"/>
                    <a:pt x="30" y="7"/>
                    <a:pt x="43" y="16"/>
                  </a:cubicBezTo>
                  <a:cubicBezTo>
                    <a:pt x="57" y="26"/>
                    <a:pt x="67" y="38"/>
                    <a:pt x="82" y="46"/>
                  </a:cubicBezTo>
                  <a:cubicBezTo>
                    <a:pt x="114" y="64"/>
                    <a:pt x="154" y="65"/>
                    <a:pt x="185" y="85"/>
                  </a:cubicBezTo>
                  <a:cubicBezTo>
                    <a:pt x="210" y="102"/>
                    <a:pt x="240" y="113"/>
                    <a:pt x="263" y="133"/>
                  </a:cubicBezTo>
                  <a:cubicBezTo>
                    <a:pt x="271" y="140"/>
                    <a:pt x="283" y="153"/>
                    <a:pt x="293" y="16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0" name="Freeform 5908">
              <a:extLst>
                <a:ext uri="{FF2B5EF4-FFF2-40B4-BE49-F238E27FC236}">
                  <a16:creationId xmlns:a16="http://schemas.microsoft.com/office/drawing/2014/main" id="{60919073-6ED8-4B42-BA9C-BA738547A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444"/>
              <a:ext cx="95" cy="755"/>
            </a:xfrm>
            <a:custGeom>
              <a:avLst/>
              <a:gdLst>
                <a:gd name="T0" fmla="*/ 0 w 38"/>
                <a:gd name="T1" fmla="*/ 0 h 283"/>
                <a:gd name="T2" fmla="*/ 270 w 38"/>
                <a:gd name="T3" fmla="*/ 1275 h 283"/>
                <a:gd name="T4" fmla="*/ 345 w 38"/>
                <a:gd name="T5" fmla="*/ 2449 h 283"/>
                <a:gd name="T6" fmla="*/ 395 w 38"/>
                <a:gd name="T7" fmla="*/ 3380 h 283"/>
                <a:gd name="T8" fmla="*/ 595 w 38"/>
                <a:gd name="T9" fmla="*/ 5373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3">
                  <a:moveTo>
                    <a:pt x="0" y="0"/>
                  </a:moveTo>
                  <a:cubicBezTo>
                    <a:pt x="6" y="16"/>
                    <a:pt x="17" y="38"/>
                    <a:pt x="17" y="67"/>
                  </a:cubicBezTo>
                  <a:cubicBezTo>
                    <a:pt x="17" y="96"/>
                    <a:pt x="20" y="110"/>
                    <a:pt x="22" y="129"/>
                  </a:cubicBezTo>
                  <a:cubicBezTo>
                    <a:pt x="23" y="147"/>
                    <a:pt x="29" y="162"/>
                    <a:pt x="25" y="178"/>
                  </a:cubicBezTo>
                  <a:cubicBezTo>
                    <a:pt x="20" y="194"/>
                    <a:pt x="23" y="251"/>
                    <a:pt x="38" y="28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1" name="Freeform 5909">
              <a:extLst>
                <a:ext uri="{FF2B5EF4-FFF2-40B4-BE49-F238E27FC236}">
                  <a16:creationId xmlns:a16="http://schemas.microsoft.com/office/drawing/2014/main" id="{88D131BC-4676-485B-AE57-8B769A432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444"/>
              <a:ext cx="85" cy="555"/>
            </a:xfrm>
            <a:custGeom>
              <a:avLst/>
              <a:gdLst>
                <a:gd name="T0" fmla="*/ 175 w 34"/>
                <a:gd name="T1" fmla="*/ 0 h 208"/>
                <a:gd name="T2" fmla="*/ 83 w 34"/>
                <a:gd name="T3" fmla="*/ 1003 h 208"/>
                <a:gd name="T4" fmla="*/ 208 w 34"/>
                <a:gd name="T5" fmla="*/ 1788 h 208"/>
                <a:gd name="T6" fmla="*/ 300 w 34"/>
                <a:gd name="T7" fmla="*/ 2449 h 208"/>
                <a:gd name="T8" fmla="*/ 425 w 34"/>
                <a:gd name="T9" fmla="*/ 3210 h 208"/>
                <a:gd name="T10" fmla="*/ 270 w 34"/>
                <a:gd name="T11" fmla="*/ 3952 h 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08">
                  <a:moveTo>
                    <a:pt x="11" y="0"/>
                  </a:moveTo>
                  <a:cubicBezTo>
                    <a:pt x="19" y="16"/>
                    <a:pt x="10" y="38"/>
                    <a:pt x="5" y="53"/>
                  </a:cubicBezTo>
                  <a:cubicBezTo>
                    <a:pt x="0" y="71"/>
                    <a:pt x="6" y="79"/>
                    <a:pt x="13" y="94"/>
                  </a:cubicBezTo>
                  <a:cubicBezTo>
                    <a:pt x="20" y="107"/>
                    <a:pt x="18" y="114"/>
                    <a:pt x="19" y="129"/>
                  </a:cubicBezTo>
                  <a:cubicBezTo>
                    <a:pt x="20" y="143"/>
                    <a:pt x="26" y="156"/>
                    <a:pt x="27" y="169"/>
                  </a:cubicBezTo>
                  <a:cubicBezTo>
                    <a:pt x="29" y="188"/>
                    <a:pt x="34" y="197"/>
                    <a:pt x="17" y="2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2" name="Freeform 5910">
              <a:extLst>
                <a:ext uri="{FF2B5EF4-FFF2-40B4-BE49-F238E27FC236}">
                  <a16:creationId xmlns:a16="http://schemas.microsoft.com/office/drawing/2014/main" id="{EA3FC7BF-4995-40A8-B880-A4D68731F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961"/>
              <a:ext cx="25" cy="32"/>
            </a:xfrm>
            <a:custGeom>
              <a:avLst/>
              <a:gdLst>
                <a:gd name="T0" fmla="*/ 0 w 10"/>
                <a:gd name="T1" fmla="*/ 0 h 12"/>
                <a:gd name="T2" fmla="*/ 158 w 10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2" y="5"/>
                    <a:pt x="6" y="9"/>
                    <a:pt x="10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3" name="Freeform 5911">
              <a:extLst>
                <a:ext uri="{FF2B5EF4-FFF2-40B4-BE49-F238E27FC236}">
                  <a16:creationId xmlns:a16="http://schemas.microsoft.com/office/drawing/2014/main" id="{10DF7807-DC3F-4AE8-BC30-FF695A7CF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628"/>
              <a:ext cx="240" cy="205"/>
            </a:xfrm>
            <a:custGeom>
              <a:avLst/>
              <a:gdLst>
                <a:gd name="T0" fmla="*/ 0 w 96"/>
                <a:gd name="T1" fmla="*/ 474 h 77"/>
                <a:gd name="T2" fmla="*/ 770 w 96"/>
                <a:gd name="T3" fmla="*/ 282 h 77"/>
                <a:gd name="T4" fmla="*/ 1095 w 96"/>
                <a:gd name="T5" fmla="*/ 865 h 77"/>
                <a:gd name="T6" fmla="*/ 1500 w 96"/>
                <a:gd name="T7" fmla="*/ 1454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77">
                  <a:moveTo>
                    <a:pt x="0" y="25"/>
                  </a:moveTo>
                  <a:cubicBezTo>
                    <a:pt x="14" y="11"/>
                    <a:pt x="33" y="0"/>
                    <a:pt x="49" y="15"/>
                  </a:cubicBezTo>
                  <a:cubicBezTo>
                    <a:pt x="58" y="22"/>
                    <a:pt x="64" y="36"/>
                    <a:pt x="70" y="46"/>
                  </a:cubicBezTo>
                  <a:cubicBezTo>
                    <a:pt x="77" y="58"/>
                    <a:pt x="88" y="66"/>
                    <a:pt x="96" y="7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4" name="Freeform 5912">
              <a:extLst>
                <a:ext uri="{FF2B5EF4-FFF2-40B4-BE49-F238E27FC236}">
                  <a16:creationId xmlns:a16="http://schemas.microsoft.com/office/drawing/2014/main" id="{E2983960-9533-43E2-9CEA-5AB128E7F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633"/>
              <a:ext cx="57" cy="24"/>
            </a:xfrm>
            <a:custGeom>
              <a:avLst/>
              <a:gdLst>
                <a:gd name="T0" fmla="*/ 0 w 23"/>
                <a:gd name="T1" fmla="*/ 21 h 9"/>
                <a:gd name="T2" fmla="*/ 349 w 2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0" y="1"/>
                  </a:moveTo>
                  <a:cubicBezTo>
                    <a:pt x="6" y="8"/>
                    <a:pt x="18" y="9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5" name="Freeform 5913">
              <a:extLst>
                <a:ext uri="{FF2B5EF4-FFF2-40B4-BE49-F238E27FC236}">
                  <a16:creationId xmlns:a16="http://schemas.microsoft.com/office/drawing/2014/main" id="{A522FA34-BAD7-477D-B316-066BFE28D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75"/>
              <a:ext cx="68" cy="61"/>
            </a:xfrm>
            <a:custGeom>
              <a:avLst/>
              <a:gdLst>
                <a:gd name="T0" fmla="*/ 0 w 27"/>
                <a:gd name="T1" fmla="*/ 430 h 23"/>
                <a:gd name="T2" fmla="*/ 0 w 27"/>
                <a:gd name="T3" fmla="*/ 0 h 23"/>
                <a:gd name="T4" fmla="*/ 431 w 27"/>
                <a:gd name="T5" fmla="*/ 7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3">
                  <a:moveTo>
                    <a:pt x="0" y="23"/>
                  </a:moveTo>
                  <a:cubicBezTo>
                    <a:pt x="1" y="15"/>
                    <a:pt x="1" y="7"/>
                    <a:pt x="0" y="0"/>
                  </a:cubicBezTo>
                  <a:cubicBezTo>
                    <a:pt x="8" y="3"/>
                    <a:pt x="19" y="9"/>
                    <a:pt x="27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6" name="Freeform 5914">
              <a:extLst>
                <a:ext uri="{FF2B5EF4-FFF2-40B4-BE49-F238E27FC236}">
                  <a16:creationId xmlns:a16="http://schemas.microsoft.com/office/drawing/2014/main" id="{F15BEFDC-40D7-43BF-A6C4-0804BD542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652"/>
              <a:ext cx="97" cy="123"/>
            </a:xfrm>
            <a:custGeom>
              <a:avLst/>
              <a:gdLst>
                <a:gd name="T0" fmla="*/ 0 w 39"/>
                <a:gd name="T1" fmla="*/ 0 h 46"/>
                <a:gd name="T2" fmla="*/ 599 w 39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6">
                  <a:moveTo>
                    <a:pt x="0" y="0"/>
                  </a:moveTo>
                  <a:cubicBezTo>
                    <a:pt x="6" y="23"/>
                    <a:pt x="25" y="31"/>
                    <a:pt x="39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7" name="Freeform 5915">
              <a:extLst>
                <a:ext uri="{FF2B5EF4-FFF2-40B4-BE49-F238E27FC236}">
                  <a16:creationId xmlns:a16="http://schemas.microsoft.com/office/drawing/2014/main" id="{7FD1C81A-A416-4D2C-966E-689E3DC98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057"/>
              <a:ext cx="107" cy="376"/>
            </a:xfrm>
            <a:custGeom>
              <a:avLst/>
              <a:gdLst>
                <a:gd name="T0" fmla="*/ 383 w 43"/>
                <a:gd name="T1" fmla="*/ 0 h 141"/>
                <a:gd name="T2" fmla="*/ 371 w 43"/>
                <a:gd name="T3" fmla="*/ 1800 h 141"/>
                <a:gd name="T4" fmla="*/ 12 w 43"/>
                <a:gd name="T5" fmla="*/ 2675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1">
                  <a:moveTo>
                    <a:pt x="25" y="0"/>
                  </a:moveTo>
                  <a:cubicBezTo>
                    <a:pt x="43" y="19"/>
                    <a:pt x="31" y="72"/>
                    <a:pt x="24" y="95"/>
                  </a:cubicBezTo>
                  <a:cubicBezTo>
                    <a:pt x="20" y="108"/>
                    <a:pt x="0" y="131"/>
                    <a:pt x="1" y="14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8" name="Freeform 5916">
              <a:extLst>
                <a:ext uri="{FF2B5EF4-FFF2-40B4-BE49-F238E27FC236}">
                  <a16:creationId xmlns:a16="http://schemas.microsoft.com/office/drawing/2014/main" id="{EEEAE941-EC97-47CE-A40F-E6470455F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244"/>
              <a:ext cx="345" cy="315"/>
            </a:xfrm>
            <a:custGeom>
              <a:avLst/>
              <a:gdLst>
                <a:gd name="T0" fmla="*/ 0 w 138"/>
                <a:gd name="T1" fmla="*/ 2037 h 118"/>
                <a:gd name="T2" fmla="*/ 1300 w 138"/>
                <a:gd name="T3" fmla="*/ 1239 h 118"/>
                <a:gd name="T4" fmla="*/ 2158 w 138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18">
                  <a:moveTo>
                    <a:pt x="0" y="107"/>
                  </a:moveTo>
                  <a:cubicBezTo>
                    <a:pt x="30" y="118"/>
                    <a:pt x="68" y="86"/>
                    <a:pt x="83" y="65"/>
                  </a:cubicBezTo>
                  <a:cubicBezTo>
                    <a:pt x="96" y="48"/>
                    <a:pt x="114" y="2"/>
                    <a:pt x="1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9" name="Freeform 5917">
              <a:extLst>
                <a:ext uri="{FF2B5EF4-FFF2-40B4-BE49-F238E27FC236}">
                  <a16:creationId xmlns:a16="http://schemas.microsoft.com/office/drawing/2014/main" id="{C1C2931D-6433-43F1-968B-A49874C8C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329"/>
              <a:ext cx="145" cy="88"/>
            </a:xfrm>
            <a:custGeom>
              <a:avLst/>
              <a:gdLst>
                <a:gd name="T0" fmla="*/ 0 w 58"/>
                <a:gd name="T1" fmla="*/ 227 h 33"/>
                <a:gd name="T2" fmla="*/ 908 w 58"/>
                <a:gd name="T3" fmla="*/ 30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33">
                  <a:moveTo>
                    <a:pt x="0" y="12"/>
                  </a:moveTo>
                  <a:cubicBezTo>
                    <a:pt x="20" y="0"/>
                    <a:pt x="43" y="33"/>
                    <a:pt x="58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0" name="Freeform 5918">
              <a:extLst>
                <a:ext uri="{FF2B5EF4-FFF2-40B4-BE49-F238E27FC236}">
                  <a16:creationId xmlns:a16="http://schemas.microsoft.com/office/drawing/2014/main" id="{6ED50D40-7023-4723-B2C3-CBD1ACD9A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385"/>
              <a:ext cx="40" cy="54"/>
            </a:xfrm>
            <a:custGeom>
              <a:avLst/>
              <a:gdLst>
                <a:gd name="T0" fmla="*/ 0 w 16"/>
                <a:gd name="T1" fmla="*/ 0 h 20"/>
                <a:gd name="T2" fmla="*/ 175 w 16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0" y="0"/>
                  </a:moveTo>
                  <a:cubicBezTo>
                    <a:pt x="9" y="3"/>
                    <a:pt x="16" y="11"/>
                    <a:pt x="11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1" name="Freeform 5919">
              <a:extLst>
                <a:ext uri="{FF2B5EF4-FFF2-40B4-BE49-F238E27FC236}">
                  <a16:creationId xmlns:a16="http://schemas.microsoft.com/office/drawing/2014/main" id="{7DB266CD-F0BA-4C02-8C52-AD2D598CD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817"/>
              <a:ext cx="75" cy="230"/>
            </a:xfrm>
            <a:custGeom>
              <a:avLst/>
              <a:gdLst>
                <a:gd name="T0" fmla="*/ 63 w 30"/>
                <a:gd name="T1" fmla="*/ 0 h 86"/>
                <a:gd name="T2" fmla="*/ 0 w 30"/>
                <a:gd name="T3" fmla="*/ 1645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6">
                  <a:moveTo>
                    <a:pt x="4" y="0"/>
                  </a:moveTo>
                  <a:cubicBezTo>
                    <a:pt x="5" y="22"/>
                    <a:pt x="30" y="73"/>
                    <a:pt x="0" y="8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2" name="Freeform 5920">
              <a:extLst>
                <a:ext uri="{FF2B5EF4-FFF2-40B4-BE49-F238E27FC236}">
                  <a16:creationId xmlns:a16="http://schemas.microsoft.com/office/drawing/2014/main" id="{110407A5-96B4-4BDC-8791-782471C3C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017"/>
              <a:ext cx="83" cy="278"/>
            </a:xfrm>
            <a:custGeom>
              <a:avLst/>
              <a:gdLst>
                <a:gd name="T0" fmla="*/ 0 w 33"/>
                <a:gd name="T1" fmla="*/ 0 h 104"/>
                <a:gd name="T2" fmla="*/ 96 w 33"/>
                <a:gd name="T3" fmla="*/ 1986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4">
                  <a:moveTo>
                    <a:pt x="0" y="0"/>
                  </a:moveTo>
                  <a:cubicBezTo>
                    <a:pt x="9" y="26"/>
                    <a:pt x="33" y="80"/>
                    <a:pt x="6" y="10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3" name="Freeform 5921">
              <a:extLst>
                <a:ext uri="{FF2B5EF4-FFF2-40B4-BE49-F238E27FC236}">
                  <a16:creationId xmlns:a16="http://schemas.microsoft.com/office/drawing/2014/main" id="{FCC850AB-63BD-4585-BEB9-D5D545D8E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252"/>
              <a:ext cx="18" cy="40"/>
            </a:xfrm>
            <a:custGeom>
              <a:avLst/>
              <a:gdLst>
                <a:gd name="T0" fmla="*/ 0 w 7"/>
                <a:gd name="T1" fmla="*/ 0 h 15"/>
                <a:gd name="T2" fmla="*/ 118 w 7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0" y="6"/>
                    <a:pt x="2" y="11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4" name="Freeform 5922">
              <a:extLst>
                <a:ext uri="{FF2B5EF4-FFF2-40B4-BE49-F238E27FC236}">
                  <a16:creationId xmlns:a16="http://schemas.microsoft.com/office/drawing/2014/main" id="{AF24E4A0-1520-45E5-86D2-C2E9E9D13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900"/>
              <a:ext cx="95" cy="456"/>
            </a:xfrm>
            <a:custGeom>
              <a:avLst/>
              <a:gdLst>
                <a:gd name="T0" fmla="*/ 0 w 38"/>
                <a:gd name="T1" fmla="*/ 0 h 171"/>
                <a:gd name="T2" fmla="*/ 520 w 38"/>
                <a:gd name="T3" fmla="*/ 1685 h 171"/>
                <a:gd name="T4" fmla="*/ 175 w 38"/>
                <a:gd name="T5" fmla="*/ 3243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71">
                  <a:moveTo>
                    <a:pt x="0" y="0"/>
                  </a:moveTo>
                  <a:cubicBezTo>
                    <a:pt x="8" y="30"/>
                    <a:pt x="28" y="57"/>
                    <a:pt x="33" y="89"/>
                  </a:cubicBezTo>
                  <a:cubicBezTo>
                    <a:pt x="38" y="119"/>
                    <a:pt x="28" y="147"/>
                    <a:pt x="11" y="17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5" name="Freeform 5923">
              <a:extLst>
                <a:ext uri="{FF2B5EF4-FFF2-40B4-BE49-F238E27FC236}">
                  <a16:creationId xmlns:a16="http://schemas.microsoft.com/office/drawing/2014/main" id="{FC238814-18FA-49DA-823D-BCBA9C037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076"/>
              <a:ext cx="227" cy="160"/>
            </a:xfrm>
            <a:custGeom>
              <a:avLst/>
              <a:gdLst>
                <a:gd name="T0" fmla="*/ 0 w 91"/>
                <a:gd name="T1" fmla="*/ 1139 h 60"/>
                <a:gd name="T2" fmla="*/ 387 w 91"/>
                <a:gd name="T3" fmla="*/ 739 h 60"/>
                <a:gd name="T4" fmla="*/ 945 w 91"/>
                <a:gd name="T5" fmla="*/ 547 h 60"/>
                <a:gd name="T6" fmla="*/ 1412 w 91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60">
                  <a:moveTo>
                    <a:pt x="0" y="60"/>
                  </a:moveTo>
                  <a:cubicBezTo>
                    <a:pt x="8" y="50"/>
                    <a:pt x="14" y="45"/>
                    <a:pt x="25" y="39"/>
                  </a:cubicBezTo>
                  <a:cubicBezTo>
                    <a:pt x="36" y="33"/>
                    <a:pt x="49" y="33"/>
                    <a:pt x="61" y="29"/>
                  </a:cubicBezTo>
                  <a:cubicBezTo>
                    <a:pt x="77" y="23"/>
                    <a:pt x="86" y="14"/>
                    <a:pt x="9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6" name="Freeform 5924">
              <a:extLst>
                <a:ext uri="{FF2B5EF4-FFF2-40B4-BE49-F238E27FC236}">
                  <a16:creationId xmlns:a16="http://schemas.microsoft.com/office/drawing/2014/main" id="{06C490ED-087A-42AB-A5F3-10BA9C26E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116"/>
              <a:ext cx="50" cy="11"/>
            </a:xfrm>
            <a:custGeom>
              <a:avLst/>
              <a:gdLst>
                <a:gd name="T0" fmla="*/ 0 w 20"/>
                <a:gd name="T1" fmla="*/ 47 h 4"/>
                <a:gd name="T2" fmla="*/ 313 w 20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2"/>
                  </a:moveTo>
                  <a:cubicBezTo>
                    <a:pt x="6" y="0"/>
                    <a:pt x="14" y="0"/>
                    <a:pt x="2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7" name="Freeform 5925">
              <a:extLst>
                <a:ext uri="{FF2B5EF4-FFF2-40B4-BE49-F238E27FC236}">
                  <a16:creationId xmlns:a16="http://schemas.microsoft.com/office/drawing/2014/main" id="{943295F0-7FB2-4953-863C-77615E7C5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639"/>
              <a:ext cx="122" cy="138"/>
            </a:xfrm>
            <a:custGeom>
              <a:avLst/>
              <a:gdLst>
                <a:gd name="T0" fmla="*/ 137 w 49"/>
                <a:gd name="T1" fmla="*/ 0 h 52"/>
                <a:gd name="T2" fmla="*/ 199 w 49"/>
                <a:gd name="T3" fmla="*/ 825 h 52"/>
                <a:gd name="T4" fmla="*/ 744 w 49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2">
                  <a:moveTo>
                    <a:pt x="9" y="0"/>
                  </a:moveTo>
                  <a:cubicBezTo>
                    <a:pt x="0" y="7"/>
                    <a:pt x="4" y="38"/>
                    <a:pt x="13" y="44"/>
                  </a:cubicBezTo>
                  <a:cubicBezTo>
                    <a:pt x="22" y="50"/>
                    <a:pt x="49" y="34"/>
                    <a:pt x="48" y="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8" name="Freeform 5926">
              <a:extLst>
                <a:ext uri="{FF2B5EF4-FFF2-40B4-BE49-F238E27FC236}">
                  <a16:creationId xmlns:a16="http://schemas.microsoft.com/office/drawing/2014/main" id="{60687E24-9C7C-4D30-9B2B-B1C7D84EB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761"/>
              <a:ext cx="225" cy="400"/>
            </a:xfrm>
            <a:custGeom>
              <a:avLst/>
              <a:gdLst>
                <a:gd name="T0" fmla="*/ 438 w 90"/>
                <a:gd name="T1" fmla="*/ 0 h 150"/>
                <a:gd name="T2" fmla="*/ 113 w 90"/>
                <a:gd name="T3" fmla="*/ 1003 h 150"/>
                <a:gd name="T4" fmla="*/ 125 w 90"/>
                <a:gd name="T5" fmla="*/ 2184 h 150"/>
                <a:gd name="T6" fmla="*/ 1408 w 90"/>
                <a:gd name="T7" fmla="*/ 2845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150">
                  <a:moveTo>
                    <a:pt x="28" y="0"/>
                  </a:moveTo>
                  <a:cubicBezTo>
                    <a:pt x="29" y="19"/>
                    <a:pt x="13" y="35"/>
                    <a:pt x="7" y="53"/>
                  </a:cubicBezTo>
                  <a:cubicBezTo>
                    <a:pt x="0" y="71"/>
                    <a:pt x="1" y="97"/>
                    <a:pt x="8" y="115"/>
                  </a:cubicBezTo>
                  <a:cubicBezTo>
                    <a:pt x="21" y="146"/>
                    <a:pt x="68" y="132"/>
                    <a:pt x="90" y="15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9" name="Freeform 5927">
              <a:extLst>
                <a:ext uri="{FF2B5EF4-FFF2-40B4-BE49-F238E27FC236}">
                  <a16:creationId xmlns:a16="http://schemas.microsoft.com/office/drawing/2014/main" id="{80FBCE57-0541-4B6A-B079-CDFDB3588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540"/>
              <a:ext cx="52" cy="509"/>
            </a:xfrm>
            <a:custGeom>
              <a:avLst/>
              <a:gdLst>
                <a:gd name="T0" fmla="*/ 275 w 21"/>
                <a:gd name="T1" fmla="*/ 0 h 191"/>
                <a:gd name="T2" fmla="*/ 166 w 21"/>
                <a:gd name="T3" fmla="*/ 831 h 191"/>
                <a:gd name="T4" fmla="*/ 258 w 21"/>
                <a:gd name="T5" fmla="*/ 1833 h 191"/>
                <a:gd name="T6" fmla="*/ 30 w 21"/>
                <a:gd name="T7" fmla="*/ 2614 h 191"/>
                <a:gd name="T8" fmla="*/ 104 w 21"/>
                <a:gd name="T9" fmla="*/ 3614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1">
                  <a:moveTo>
                    <a:pt x="18" y="0"/>
                  </a:moveTo>
                  <a:cubicBezTo>
                    <a:pt x="18" y="16"/>
                    <a:pt x="13" y="29"/>
                    <a:pt x="11" y="44"/>
                  </a:cubicBezTo>
                  <a:cubicBezTo>
                    <a:pt x="9" y="61"/>
                    <a:pt x="21" y="78"/>
                    <a:pt x="17" y="97"/>
                  </a:cubicBezTo>
                  <a:cubicBezTo>
                    <a:pt x="15" y="112"/>
                    <a:pt x="3" y="123"/>
                    <a:pt x="2" y="138"/>
                  </a:cubicBezTo>
                  <a:cubicBezTo>
                    <a:pt x="0" y="155"/>
                    <a:pt x="6" y="173"/>
                    <a:pt x="7" y="19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0" name="Freeform 5928">
              <a:extLst>
                <a:ext uri="{FF2B5EF4-FFF2-40B4-BE49-F238E27FC236}">
                  <a16:creationId xmlns:a16="http://schemas.microsoft.com/office/drawing/2014/main" id="{32FDA921-F2A1-4DB1-91FA-B0446553A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876"/>
              <a:ext cx="72" cy="96"/>
            </a:xfrm>
            <a:custGeom>
              <a:avLst/>
              <a:gdLst>
                <a:gd name="T0" fmla="*/ 0 w 29"/>
                <a:gd name="T1" fmla="*/ 683 h 36"/>
                <a:gd name="T2" fmla="*/ 444 w 2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6">
                  <a:moveTo>
                    <a:pt x="0" y="36"/>
                  </a:moveTo>
                  <a:cubicBezTo>
                    <a:pt x="9" y="32"/>
                    <a:pt x="27" y="11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1" name="Freeform 5929">
              <a:extLst>
                <a:ext uri="{FF2B5EF4-FFF2-40B4-BE49-F238E27FC236}">
                  <a16:creationId xmlns:a16="http://schemas.microsoft.com/office/drawing/2014/main" id="{41BE57ED-18AC-4573-AD60-D64FB19CB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583"/>
              <a:ext cx="67" cy="96"/>
            </a:xfrm>
            <a:custGeom>
              <a:avLst/>
              <a:gdLst>
                <a:gd name="T0" fmla="*/ 0 w 27"/>
                <a:gd name="T1" fmla="*/ 0 h 36"/>
                <a:gd name="T2" fmla="*/ 412 w 27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6">
                  <a:moveTo>
                    <a:pt x="0" y="0"/>
                  </a:moveTo>
                  <a:cubicBezTo>
                    <a:pt x="13" y="1"/>
                    <a:pt x="25" y="24"/>
                    <a:pt x="27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2" name="Freeform 5930">
              <a:extLst>
                <a:ext uri="{FF2B5EF4-FFF2-40B4-BE49-F238E27FC236}">
                  <a16:creationId xmlns:a16="http://schemas.microsoft.com/office/drawing/2014/main" id="{B09494F0-A728-48E8-A008-C3B1E9F2C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260"/>
              <a:ext cx="965" cy="381"/>
            </a:xfrm>
            <a:custGeom>
              <a:avLst/>
              <a:gdLst>
                <a:gd name="T0" fmla="*/ 0 w 386"/>
                <a:gd name="T1" fmla="*/ 0 h 143"/>
                <a:gd name="T2" fmla="*/ 925 w 386"/>
                <a:gd name="T3" fmla="*/ 490 h 143"/>
                <a:gd name="T4" fmla="*/ 2000 w 386"/>
                <a:gd name="T5" fmla="*/ 623 h 143"/>
                <a:gd name="T6" fmla="*/ 2363 w 386"/>
                <a:gd name="T7" fmla="*/ 1044 h 143"/>
                <a:gd name="T8" fmla="*/ 3000 w 386"/>
                <a:gd name="T9" fmla="*/ 1364 h 143"/>
                <a:gd name="T10" fmla="*/ 3708 w 386"/>
                <a:gd name="T11" fmla="*/ 1852 h 143"/>
                <a:gd name="T12" fmla="*/ 4708 w 386"/>
                <a:gd name="T13" fmla="*/ 2022 h 143"/>
                <a:gd name="T14" fmla="*/ 5250 w 386"/>
                <a:gd name="T15" fmla="*/ 2443 h 143"/>
                <a:gd name="T16" fmla="*/ 6033 w 386"/>
                <a:gd name="T17" fmla="*/ 2704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6" h="143">
                  <a:moveTo>
                    <a:pt x="0" y="0"/>
                  </a:moveTo>
                  <a:cubicBezTo>
                    <a:pt x="21" y="5"/>
                    <a:pt x="37" y="21"/>
                    <a:pt x="59" y="26"/>
                  </a:cubicBezTo>
                  <a:cubicBezTo>
                    <a:pt x="81" y="31"/>
                    <a:pt x="108" y="23"/>
                    <a:pt x="128" y="33"/>
                  </a:cubicBezTo>
                  <a:cubicBezTo>
                    <a:pt x="138" y="39"/>
                    <a:pt x="143" y="48"/>
                    <a:pt x="151" y="55"/>
                  </a:cubicBezTo>
                  <a:cubicBezTo>
                    <a:pt x="164" y="65"/>
                    <a:pt x="180" y="63"/>
                    <a:pt x="192" y="72"/>
                  </a:cubicBezTo>
                  <a:cubicBezTo>
                    <a:pt x="207" y="84"/>
                    <a:pt x="217" y="94"/>
                    <a:pt x="237" y="98"/>
                  </a:cubicBezTo>
                  <a:cubicBezTo>
                    <a:pt x="257" y="103"/>
                    <a:pt x="281" y="99"/>
                    <a:pt x="301" y="107"/>
                  </a:cubicBezTo>
                  <a:cubicBezTo>
                    <a:pt x="314" y="111"/>
                    <a:pt x="324" y="122"/>
                    <a:pt x="336" y="129"/>
                  </a:cubicBezTo>
                  <a:cubicBezTo>
                    <a:pt x="351" y="138"/>
                    <a:pt x="373" y="134"/>
                    <a:pt x="386" y="1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3" name="Freeform 5931">
              <a:extLst>
                <a:ext uri="{FF2B5EF4-FFF2-40B4-BE49-F238E27FC236}">
                  <a16:creationId xmlns:a16="http://schemas.microsoft.com/office/drawing/2014/main" id="{3BD6B1E7-31B4-4B0B-9295-E466B1104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407"/>
              <a:ext cx="967" cy="320"/>
            </a:xfrm>
            <a:custGeom>
              <a:avLst/>
              <a:gdLst>
                <a:gd name="T0" fmla="*/ 0 w 387"/>
                <a:gd name="T1" fmla="*/ 0 h 120"/>
                <a:gd name="T2" fmla="*/ 937 w 387"/>
                <a:gd name="T3" fmla="*/ 760 h 120"/>
                <a:gd name="T4" fmla="*/ 1654 w 387"/>
                <a:gd name="T5" fmla="*/ 968 h 120"/>
                <a:gd name="T6" fmla="*/ 2416 w 387"/>
                <a:gd name="T7" fmla="*/ 947 h 120"/>
                <a:gd name="T8" fmla="*/ 3183 w 387"/>
                <a:gd name="T9" fmla="*/ 1443 h 120"/>
                <a:gd name="T10" fmla="*/ 4308 w 387"/>
                <a:gd name="T11" fmla="*/ 1992 h 120"/>
                <a:gd name="T12" fmla="*/ 4882 w 387"/>
                <a:gd name="T13" fmla="*/ 2163 h 120"/>
                <a:gd name="T14" fmla="*/ 5382 w 387"/>
                <a:gd name="T15" fmla="*/ 2141 h 120"/>
                <a:gd name="T16" fmla="*/ 6037 w 387"/>
                <a:gd name="T17" fmla="*/ 2275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7" h="120">
                  <a:moveTo>
                    <a:pt x="0" y="0"/>
                  </a:moveTo>
                  <a:cubicBezTo>
                    <a:pt x="13" y="17"/>
                    <a:pt x="40" y="35"/>
                    <a:pt x="60" y="40"/>
                  </a:cubicBezTo>
                  <a:cubicBezTo>
                    <a:pt x="74" y="45"/>
                    <a:pt x="91" y="48"/>
                    <a:pt x="106" y="51"/>
                  </a:cubicBezTo>
                  <a:cubicBezTo>
                    <a:pt x="123" y="53"/>
                    <a:pt x="139" y="49"/>
                    <a:pt x="155" y="50"/>
                  </a:cubicBezTo>
                  <a:cubicBezTo>
                    <a:pt x="175" y="52"/>
                    <a:pt x="188" y="67"/>
                    <a:pt x="204" y="76"/>
                  </a:cubicBezTo>
                  <a:cubicBezTo>
                    <a:pt x="228" y="90"/>
                    <a:pt x="249" y="99"/>
                    <a:pt x="276" y="105"/>
                  </a:cubicBezTo>
                  <a:cubicBezTo>
                    <a:pt x="287" y="108"/>
                    <a:pt x="302" y="115"/>
                    <a:pt x="313" y="114"/>
                  </a:cubicBezTo>
                  <a:cubicBezTo>
                    <a:pt x="326" y="113"/>
                    <a:pt x="332" y="109"/>
                    <a:pt x="345" y="113"/>
                  </a:cubicBezTo>
                  <a:cubicBezTo>
                    <a:pt x="360" y="117"/>
                    <a:pt x="371" y="120"/>
                    <a:pt x="387" y="1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4" name="Freeform 5932">
              <a:extLst>
                <a:ext uri="{FF2B5EF4-FFF2-40B4-BE49-F238E27FC236}">
                  <a16:creationId xmlns:a16="http://schemas.microsoft.com/office/drawing/2014/main" id="{0EE27E73-1149-47BE-90AE-4A6EE5D97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561"/>
              <a:ext cx="120" cy="35"/>
            </a:xfrm>
            <a:custGeom>
              <a:avLst/>
              <a:gdLst>
                <a:gd name="T0" fmla="*/ 0 w 48"/>
                <a:gd name="T1" fmla="*/ 197 h 13"/>
                <a:gd name="T2" fmla="*/ 500 w 48"/>
                <a:gd name="T3" fmla="*/ 197 h 13"/>
                <a:gd name="T4" fmla="*/ 750 w 4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3">
                  <a:moveTo>
                    <a:pt x="0" y="10"/>
                  </a:moveTo>
                  <a:cubicBezTo>
                    <a:pt x="9" y="12"/>
                    <a:pt x="24" y="13"/>
                    <a:pt x="32" y="10"/>
                  </a:cubicBezTo>
                  <a:cubicBezTo>
                    <a:pt x="39" y="7"/>
                    <a:pt x="40" y="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5" name="Freeform 5933">
              <a:extLst>
                <a:ext uri="{FF2B5EF4-FFF2-40B4-BE49-F238E27FC236}">
                  <a16:creationId xmlns:a16="http://schemas.microsoft.com/office/drawing/2014/main" id="{A0FA7E1A-9B31-4B90-A354-84F8DD03B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279"/>
              <a:ext cx="32" cy="88"/>
            </a:xfrm>
            <a:custGeom>
              <a:avLst/>
              <a:gdLst>
                <a:gd name="T0" fmla="*/ 0 w 13"/>
                <a:gd name="T1" fmla="*/ 0 h 33"/>
                <a:gd name="T2" fmla="*/ 194 w 13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3">
                  <a:moveTo>
                    <a:pt x="0" y="0"/>
                  </a:moveTo>
                  <a:cubicBezTo>
                    <a:pt x="3" y="11"/>
                    <a:pt x="5" y="24"/>
                    <a:pt x="13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6" name="Freeform 5934">
              <a:extLst>
                <a:ext uri="{FF2B5EF4-FFF2-40B4-BE49-F238E27FC236}">
                  <a16:creationId xmlns:a16="http://schemas.microsoft.com/office/drawing/2014/main" id="{5178D25F-197C-470E-A2A7-4A07CD830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457"/>
              <a:ext cx="70" cy="38"/>
            </a:xfrm>
            <a:custGeom>
              <a:avLst/>
              <a:gdLst>
                <a:gd name="T0" fmla="*/ 0 w 28"/>
                <a:gd name="T1" fmla="*/ 280 h 14"/>
                <a:gd name="T2" fmla="*/ 438 w 28"/>
                <a:gd name="T3" fmla="*/ 2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0" y="14"/>
                  </a:moveTo>
                  <a:cubicBezTo>
                    <a:pt x="4" y="0"/>
                    <a:pt x="16" y="1"/>
                    <a:pt x="28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7" name="Freeform 5935">
              <a:extLst>
                <a:ext uri="{FF2B5EF4-FFF2-40B4-BE49-F238E27FC236}">
                  <a16:creationId xmlns:a16="http://schemas.microsoft.com/office/drawing/2014/main" id="{C718E417-2DF3-4A6C-972E-69ADF12F3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2127"/>
              <a:ext cx="45" cy="173"/>
            </a:xfrm>
            <a:custGeom>
              <a:avLst/>
              <a:gdLst>
                <a:gd name="T0" fmla="*/ 20 w 18"/>
                <a:gd name="T1" fmla="*/ 0 h 65"/>
                <a:gd name="T2" fmla="*/ 50 w 18"/>
                <a:gd name="T3" fmla="*/ 660 h 65"/>
                <a:gd name="T4" fmla="*/ 283 w 18"/>
                <a:gd name="T5" fmla="*/ 122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5">
                  <a:moveTo>
                    <a:pt x="1" y="0"/>
                  </a:moveTo>
                  <a:cubicBezTo>
                    <a:pt x="5" y="11"/>
                    <a:pt x="0" y="23"/>
                    <a:pt x="3" y="35"/>
                  </a:cubicBezTo>
                  <a:cubicBezTo>
                    <a:pt x="5" y="46"/>
                    <a:pt x="12" y="55"/>
                    <a:pt x="18" y="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8" name="Freeform 5936">
              <a:extLst>
                <a:ext uri="{FF2B5EF4-FFF2-40B4-BE49-F238E27FC236}">
                  <a16:creationId xmlns:a16="http://schemas.microsoft.com/office/drawing/2014/main" id="{D195BDB7-93CB-45D0-80D3-04141915E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2217"/>
              <a:ext cx="58" cy="35"/>
            </a:xfrm>
            <a:custGeom>
              <a:avLst/>
              <a:gdLst>
                <a:gd name="T0" fmla="*/ 368 w 23"/>
                <a:gd name="T1" fmla="*/ 253 h 13"/>
                <a:gd name="T2" fmla="*/ 0 w 2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">
                  <a:moveTo>
                    <a:pt x="23" y="13"/>
                  </a:moveTo>
                  <a:cubicBezTo>
                    <a:pt x="17" y="6"/>
                    <a:pt x="1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9" name="Freeform 5937">
              <a:extLst>
                <a:ext uri="{FF2B5EF4-FFF2-40B4-BE49-F238E27FC236}">
                  <a16:creationId xmlns:a16="http://schemas.microsoft.com/office/drawing/2014/main" id="{ED0E4D15-FABD-45B8-B803-52C782EA7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796"/>
              <a:ext cx="77" cy="269"/>
            </a:xfrm>
            <a:custGeom>
              <a:avLst/>
              <a:gdLst>
                <a:gd name="T0" fmla="*/ 474 w 31"/>
                <a:gd name="T1" fmla="*/ 0 h 101"/>
                <a:gd name="T2" fmla="*/ 30 w 31"/>
                <a:gd name="T3" fmla="*/ 1113 h 101"/>
                <a:gd name="T4" fmla="*/ 291 w 31"/>
                <a:gd name="T5" fmla="*/ 1907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01">
                  <a:moveTo>
                    <a:pt x="31" y="0"/>
                  </a:moveTo>
                  <a:cubicBezTo>
                    <a:pt x="22" y="19"/>
                    <a:pt x="5" y="38"/>
                    <a:pt x="2" y="59"/>
                  </a:cubicBezTo>
                  <a:cubicBezTo>
                    <a:pt x="0" y="76"/>
                    <a:pt x="13" y="90"/>
                    <a:pt x="19" y="10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0" name="Freeform 5938">
              <a:extLst>
                <a:ext uri="{FF2B5EF4-FFF2-40B4-BE49-F238E27FC236}">
                  <a16:creationId xmlns:a16="http://schemas.microsoft.com/office/drawing/2014/main" id="{E50C9378-0E7E-4821-BBC6-850A8AC20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15"/>
              <a:ext cx="30" cy="72"/>
            </a:xfrm>
            <a:custGeom>
              <a:avLst/>
              <a:gdLst>
                <a:gd name="T0" fmla="*/ 125 w 12"/>
                <a:gd name="T1" fmla="*/ 0 h 27"/>
                <a:gd name="T2" fmla="*/ 0 w 12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8" y="0"/>
                  </a:moveTo>
                  <a:cubicBezTo>
                    <a:pt x="12" y="12"/>
                    <a:pt x="10" y="21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1" name="Freeform 5939">
              <a:extLst>
                <a:ext uri="{FF2B5EF4-FFF2-40B4-BE49-F238E27FC236}">
                  <a16:creationId xmlns:a16="http://schemas.microsoft.com/office/drawing/2014/main" id="{AD3E835C-E960-45CA-A6A6-451C856DD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1761"/>
              <a:ext cx="237" cy="454"/>
            </a:xfrm>
            <a:custGeom>
              <a:avLst/>
              <a:gdLst>
                <a:gd name="T0" fmla="*/ 0 w 95"/>
                <a:gd name="T1" fmla="*/ 0 h 170"/>
                <a:gd name="T2" fmla="*/ 746 w 95"/>
                <a:gd name="T3" fmla="*/ 1811 h 170"/>
                <a:gd name="T4" fmla="*/ 1337 w 95"/>
                <a:gd name="T5" fmla="*/ 2305 h 170"/>
                <a:gd name="T6" fmla="*/ 1474 w 95"/>
                <a:gd name="T7" fmla="*/ 2804 h 170"/>
                <a:gd name="T8" fmla="*/ 1320 w 95"/>
                <a:gd name="T9" fmla="*/ 323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70">
                  <a:moveTo>
                    <a:pt x="0" y="0"/>
                  </a:moveTo>
                  <a:cubicBezTo>
                    <a:pt x="21" y="13"/>
                    <a:pt x="78" y="69"/>
                    <a:pt x="48" y="95"/>
                  </a:cubicBezTo>
                  <a:cubicBezTo>
                    <a:pt x="64" y="81"/>
                    <a:pt x="81" y="108"/>
                    <a:pt x="86" y="121"/>
                  </a:cubicBezTo>
                  <a:cubicBezTo>
                    <a:pt x="89" y="128"/>
                    <a:pt x="95" y="140"/>
                    <a:pt x="95" y="147"/>
                  </a:cubicBezTo>
                  <a:cubicBezTo>
                    <a:pt x="95" y="155"/>
                    <a:pt x="85" y="168"/>
                    <a:pt x="85" y="17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2" name="Freeform 5940">
              <a:extLst>
                <a:ext uri="{FF2B5EF4-FFF2-40B4-BE49-F238E27FC236}">
                  <a16:creationId xmlns:a16="http://schemas.microsoft.com/office/drawing/2014/main" id="{2058223A-E9CE-4362-8591-F47A2F2CE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9"/>
              <a:ext cx="23" cy="35"/>
            </a:xfrm>
            <a:custGeom>
              <a:avLst/>
              <a:gdLst>
                <a:gd name="T0" fmla="*/ 0 w 9"/>
                <a:gd name="T1" fmla="*/ 0 h 13"/>
                <a:gd name="T2" fmla="*/ 151 w 9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1" y="5"/>
                    <a:pt x="4" y="9"/>
                    <a:pt x="9" y="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3" name="Freeform 5941">
              <a:extLst>
                <a:ext uri="{FF2B5EF4-FFF2-40B4-BE49-F238E27FC236}">
                  <a16:creationId xmlns:a16="http://schemas.microsoft.com/office/drawing/2014/main" id="{54111AB1-A4C2-4083-83CA-30BAC2DB2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1809"/>
              <a:ext cx="45" cy="51"/>
            </a:xfrm>
            <a:custGeom>
              <a:avLst/>
              <a:gdLst>
                <a:gd name="T0" fmla="*/ 0 w 18"/>
                <a:gd name="T1" fmla="*/ 0 h 19"/>
                <a:gd name="T2" fmla="*/ 283 w 18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">
                  <a:moveTo>
                    <a:pt x="0" y="0"/>
                  </a:moveTo>
                  <a:cubicBezTo>
                    <a:pt x="14" y="7"/>
                    <a:pt x="14" y="8"/>
                    <a:pt x="18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4" name="Freeform 5942">
              <a:extLst>
                <a:ext uri="{FF2B5EF4-FFF2-40B4-BE49-F238E27FC236}">
                  <a16:creationId xmlns:a16="http://schemas.microsoft.com/office/drawing/2014/main" id="{4D191C62-6498-4685-80BD-C3E2B65A7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476"/>
              <a:ext cx="13" cy="32"/>
            </a:xfrm>
            <a:custGeom>
              <a:avLst/>
              <a:gdLst>
                <a:gd name="T0" fmla="*/ 88 w 5"/>
                <a:gd name="T1" fmla="*/ 0 h 12"/>
                <a:gd name="T2" fmla="*/ 21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0" y="6"/>
                    <a:pt x="1" y="8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5" name="Freeform 5943">
              <a:extLst>
                <a:ext uri="{FF2B5EF4-FFF2-40B4-BE49-F238E27FC236}">
                  <a16:creationId xmlns:a16="http://schemas.microsoft.com/office/drawing/2014/main" id="{7F1D515C-50F7-4840-B1BF-27E04C51A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468"/>
              <a:ext cx="15" cy="125"/>
            </a:xfrm>
            <a:custGeom>
              <a:avLst/>
              <a:gdLst>
                <a:gd name="T0" fmla="*/ 0 w 6"/>
                <a:gd name="T1" fmla="*/ 0 h 47"/>
                <a:gd name="T2" fmla="*/ 33 w 6"/>
                <a:gd name="T3" fmla="*/ 88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0" y="0"/>
                  </a:moveTo>
                  <a:cubicBezTo>
                    <a:pt x="5" y="11"/>
                    <a:pt x="6" y="29"/>
                    <a:pt x="2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6" name="Freeform 5944">
              <a:extLst>
                <a:ext uri="{FF2B5EF4-FFF2-40B4-BE49-F238E27FC236}">
                  <a16:creationId xmlns:a16="http://schemas.microsoft.com/office/drawing/2014/main" id="{75329D9B-1B79-4ED4-A878-4CB1428BA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529"/>
              <a:ext cx="18" cy="78"/>
            </a:xfrm>
            <a:custGeom>
              <a:avLst/>
              <a:gdLst>
                <a:gd name="T0" fmla="*/ 100 w 7"/>
                <a:gd name="T1" fmla="*/ 0 h 29"/>
                <a:gd name="T2" fmla="*/ 21 w 7"/>
                <a:gd name="T3" fmla="*/ 56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6" y="0"/>
                  </a:moveTo>
                  <a:cubicBezTo>
                    <a:pt x="7" y="13"/>
                    <a:pt x="0" y="15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7" name="Freeform 5945">
              <a:extLst>
                <a:ext uri="{FF2B5EF4-FFF2-40B4-BE49-F238E27FC236}">
                  <a16:creationId xmlns:a16="http://schemas.microsoft.com/office/drawing/2014/main" id="{3370A943-1ED4-4B70-910C-84C2351B5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673"/>
              <a:ext cx="22" cy="99"/>
            </a:xfrm>
            <a:custGeom>
              <a:avLst/>
              <a:gdLst>
                <a:gd name="T0" fmla="*/ 71 w 9"/>
                <a:gd name="T1" fmla="*/ 0 h 37"/>
                <a:gd name="T2" fmla="*/ 71 w 9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7">
                  <a:moveTo>
                    <a:pt x="5" y="0"/>
                  </a:moveTo>
                  <a:cubicBezTo>
                    <a:pt x="9" y="13"/>
                    <a:pt x="0" y="26"/>
                    <a:pt x="5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8" name="Freeform 5946">
              <a:extLst>
                <a:ext uri="{FF2B5EF4-FFF2-40B4-BE49-F238E27FC236}">
                  <a16:creationId xmlns:a16="http://schemas.microsoft.com/office/drawing/2014/main" id="{C61B301B-2FEC-4C70-AD26-D862B915A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740"/>
              <a:ext cx="33" cy="67"/>
            </a:xfrm>
            <a:custGeom>
              <a:avLst/>
              <a:gdLst>
                <a:gd name="T0" fmla="*/ 0 w 13"/>
                <a:gd name="T1" fmla="*/ 0 h 25"/>
                <a:gd name="T2" fmla="*/ 213 w 13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1" y="9"/>
                    <a:pt x="6" y="19"/>
                    <a:pt x="13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9" name="Freeform 5947">
              <a:extLst>
                <a:ext uri="{FF2B5EF4-FFF2-40B4-BE49-F238E27FC236}">
                  <a16:creationId xmlns:a16="http://schemas.microsoft.com/office/drawing/2014/main" id="{73B57BD9-CB7B-464A-AA35-8629C6540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276"/>
              <a:ext cx="233" cy="291"/>
            </a:xfrm>
            <a:custGeom>
              <a:avLst/>
              <a:gdLst>
                <a:gd name="T0" fmla="*/ 0 w 93"/>
                <a:gd name="T1" fmla="*/ 1981 h 109"/>
                <a:gd name="T2" fmla="*/ 616 w 93"/>
                <a:gd name="T3" fmla="*/ 1866 h 109"/>
                <a:gd name="T4" fmla="*/ 1193 w 93"/>
                <a:gd name="T5" fmla="*/ 1199 h 109"/>
                <a:gd name="T6" fmla="*/ 1380 w 93"/>
                <a:gd name="T7" fmla="*/ 606 h 109"/>
                <a:gd name="T8" fmla="*/ 1463 w 93"/>
                <a:gd name="T9" fmla="*/ 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09">
                  <a:moveTo>
                    <a:pt x="0" y="104"/>
                  </a:moveTo>
                  <a:cubicBezTo>
                    <a:pt x="9" y="109"/>
                    <a:pt x="30" y="102"/>
                    <a:pt x="39" y="98"/>
                  </a:cubicBezTo>
                  <a:cubicBezTo>
                    <a:pt x="57" y="91"/>
                    <a:pt x="71" y="83"/>
                    <a:pt x="76" y="63"/>
                  </a:cubicBezTo>
                  <a:cubicBezTo>
                    <a:pt x="79" y="52"/>
                    <a:pt x="84" y="42"/>
                    <a:pt x="88" y="32"/>
                  </a:cubicBezTo>
                  <a:cubicBezTo>
                    <a:pt x="92" y="22"/>
                    <a:pt x="92" y="10"/>
                    <a:pt x="9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0" name="Freeform 5948">
              <a:extLst>
                <a:ext uri="{FF2B5EF4-FFF2-40B4-BE49-F238E27FC236}">
                  <a16:creationId xmlns:a16="http://schemas.microsoft.com/office/drawing/2014/main" id="{CA9F2C17-69E2-4068-AE95-CF10FA1D5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460"/>
              <a:ext cx="22" cy="99"/>
            </a:xfrm>
            <a:custGeom>
              <a:avLst/>
              <a:gdLst>
                <a:gd name="T0" fmla="*/ 132 w 9"/>
                <a:gd name="T1" fmla="*/ 0 h 37"/>
                <a:gd name="T2" fmla="*/ 120 w 9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7">
                  <a:moveTo>
                    <a:pt x="9" y="0"/>
                  </a:moveTo>
                  <a:cubicBezTo>
                    <a:pt x="5" y="11"/>
                    <a:pt x="0" y="28"/>
                    <a:pt x="8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1" name="Freeform 5949">
              <a:extLst>
                <a:ext uri="{FF2B5EF4-FFF2-40B4-BE49-F238E27FC236}">
                  <a16:creationId xmlns:a16="http://schemas.microsoft.com/office/drawing/2014/main" id="{2E7256AA-0872-4693-A08E-B3A6A2E09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287"/>
              <a:ext cx="55" cy="64"/>
            </a:xfrm>
            <a:custGeom>
              <a:avLst/>
              <a:gdLst>
                <a:gd name="T0" fmla="*/ 0 w 22"/>
                <a:gd name="T1" fmla="*/ 456 h 24"/>
                <a:gd name="T2" fmla="*/ 113 w 22"/>
                <a:gd name="T3" fmla="*/ 227 h 24"/>
                <a:gd name="T4" fmla="*/ 345 w 2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4">
                  <a:moveTo>
                    <a:pt x="0" y="24"/>
                  </a:moveTo>
                  <a:cubicBezTo>
                    <a:pt x="3" y="20"/>
                    <a:pt x="4" y="16"/>
                    <a:pt x="7" y="12"/>
                  </a:cubicBezTo>
                  <a:cubicBezTo>
                    <a:pt x="11" y="7"/>
                    <a:pt x="17" y="4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2" name="Freeform 5950">
              <a:extLst>
                <a:ext uri="{FF2B5EF4-FFF2-40B4-BE49-F238E27FC236}">
                  <a16:creationId xmlns:a16="http://schemas.microsoft.com/office/drawing/2014/main" id="{EC9AB85F-0E1E-450D-BC3E-B25539EA0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087"/>
              <a:ext cx="17" cy="109"/>
            </a:xfrm>
            <a:custGeom>
              <a:avLst/>
              <a:gdLst>
                <a:gd name="T0" fmla="*/ 29 w 7"/>
                <a:gd name="T1" fmla="*/ 0 h 41"/>
                <a:gd name="T2" fmla="*/ 0 w 7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2" y="0"/>
                  </a:moveTo>
                  <a:cubicBezTo>
                    <a:pt x="2" y="14"/>
                    <a:pt x="7" y="28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3" name="Freeform 5951">
              <a:extLst>
                <a:ext uri="{FF2B5EF4-FFF2-40B4-BE49-F238E27FC236}">
                  <a16:creationId xmlns:a16="http://schemas.microsoft.com/office/drawing/2014/main" id="{D888D2C3-40C2-4285-8CA0-C1D9EFC6A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625"/>
              <a:ext cx="145" cy="24"/>
            </a:xfrm>
            <a:custGeom>
              <a:avLst/>
              <a:gdLst>
                <a:gd name="T0" fmla="*/ 0 w 58"/>
                <a:gd name="T1" fmla="*/ 171 h 9"/>
                <a:gd name="T2" fmla="*/ 625 w 58"/>
                <a:gd name="T3" fmla="*/ 77 h 9"/>
                <a:gd name="T4" fmla="*/ 908 w 58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9">
                  <a:moveTo>
                    <a:pt x="0" y="9"/>
                  </a:moveTo>
                  <a:cubicBezTo>
                    <a:pt x="9" y="0"/>
                    <a:pt x="29" y="2"/>
                    <a:pt x="40" y="4"/>
                  </a:cubicBezTo>
                  <a:cubicBezTo>
                    <a:pt x="46" y="6"/>
                    <a:pt x="52" y="7"/>
                    <a:pt x="58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4" name="Freeform 5952">
              <a:extLst>
                <a:ext uri="{FF2B5EF4-FFF2-40B4-BE49-F238E27FC236}">
                  <a16:creationId xmlns:a16="http://schemas.microsoft.com/office/drawing/2014/main" id="{4A69F23D-3CCB-43D5-B48D-53F3B7C7B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711"/>
              <a:ext cx="90" cy="40"/>
            </a:xfrm>
            <a:custGeom>
              <a:avLst/>
              <a:gdLst>
                <a:gd name="T0" fmla="*/ 0 w 36"/>
                <a:gd name="T1" fmla="*/ 0 h 15"/>
                <a:gd name="T2" fmla="*/ 563 w 3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5">
                  <a:moveTo>
                    <a:pt x="0" y="0"/>
                  </a:moveTo>
                  <a:cubicBezTo>
                    <a:pt x="14" y="3"/>
                    <a:pt x="25" y="7"/>
                    <a:pt x="36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5" name="Freeform 5953">
              <a:extLst>
                <a:ext uri="{FF2B5EF4-FFF2-40B4-BE49-F238E27FC236}">
                  <a16:creationId xmlns:a16="http://schemas.microsoft.com/office/drawing/2014/main" id="{62F1B30B-9407-48ED-B88E-373620BDA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268"/>
              <a:ext cx="27" cy="32"/>
            </a:xfrm>
            <a:custGeom>
              <a:avLst/>
              <a:gdLst>
                <a:gd name="T0" fmla="*/ 42 w 11"/>
                <a:gd name="T1" fmla="*/ 227 h 12"/>
                <a:gd name="T2" fmla="*/ 0 w 11"/>
                <a:gd name="T3" fmla="*/ 115 h 12"/>
                <a:gd name="T4" fmla="*/ 120 w 11"/>
                <a:gd name="T5" fmla="*/ 136 h 12"/>
                <a:gd name="T6" fmla="*/ 42 w 1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3" y="12"/>
                  </a:moveTo>
                  <a:cubicBezTo>
                    <a:pt x="2" y="10"/>
                    <a:pt x="1" y="8"/>
                    <a:pt x="0" y="6"/>
                  </a:cubicBezTo>
                  <a:cubicBezTo>
                    <a:pt x="3" y="5"/>
                    <a:pt x="6" y="8"/>
                    <a:pt x="8" y="7"/>
                  </a:cubicBezTo>
                  <a:cubicBezTo>
                    <a:pt x="11" y="5"/>
                    <a:pt x="5" y="0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6" name="Freeform 5954">
              <a:extLst>
                <a:ext uri="{FF2B5EF4-FFF2-40B4-BE49-F238E27FC236}">
                  <a16:creationId xmlns:a16="http://schemas.microsoft.com/office/drawing/2014/main" id="{080F02F5-3FC2-4173-9BD7-A3A1C58F2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161"/>
              <a:ext cx="30" cy="40"/>
            </a:xfrm>
            <a:custGeom>
              <a:avLst/>
              <a:gdLst>
                <a:gd name="T0" fmla="*/ 95 w 12"/>
                <a:gd name="T1" fmla="*/ 285 h 15"/>
                <a:gd name="T2" fmla="*/ 175 w 12"/>
                <a:gd name="T3" fmla="*/ 192 h 15"/>
                <a:gd name="T4" fmla="*/ 63 w 12"/>
                <a:gd name="T5" fmla="*/ 192 h 15"/>
                <a:gd name="T6" fmla="*/ 113 w 12"/>
                <a:gd name="T7" fmla="*/ 21 h 15"/>
                <a:gd name="T8" fmla="*/ 0 w 1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6" y="15"/>
                  </a:moveTo>
                  <a:cubicBezTo>
                    <a:pt x="7" y="13"/>
                    <a:pt x="9" y="12"/>
                    <a:pt x="11" y="10"/>
                  </a:cubicBezTo>
                  <a:cubicBezTo>
                    <a:pt x="9" y="9"/>
                    <a:pt x="6" y="9"/>
                    <a:pt x="4" y="10"/>
                  </a:cubicBezTo>
                  <a:cubicBezTo>
                    <a:pt x="7" y="7"/>
                    <a:pt x="12" y="3"/>
                    <a:pt x="7" y="1"/>
                  </a:cubicBezTo>
                  <a:cubicBezTo>
                    <a:pt x="4" y="0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7" name="Freeform 5955">
              <a:extLst>
                <a:ext uri="{FF2B5EF4-FFF2-40B4-BE49-F238E27FC236}">
                  <a16:creationId xmlns:a16="http://schemas.microsoft.com/office/drawing/2014/main" id="{4F9434F2-0613-4065-B566-BB3A11DDF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180"/>
              <a:ext cx="25" cy="21"/>
            </a:xfrm>
            <a:custGeom>
              <a:avLst/>
              <a:gdLst>
                <a:gd name="T0" fmla="*/ 125 w 10"/>
                <a:gd name="T1" fmla="*/ 144 h 8"/>
                <a:gd name="T2" fmla="*/ 158 w 10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8" y="8"/>
                  </a:moveTo>
                  <a:cubicBezTo>
                    <a:pt x="0" y="3"/>
                    <a:pt x="2" y="0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8" name="Freeform 5956">
              <a:extLst>
                <a:ext uri="{FF2B5EF4-FFF2-40B4-BE49-F238E27FC236}">
                  <a16:creationId xmlns:a16="http://schemas.microsoft.com/office/drawing/2014/main" id="{B25E16BC-FAF0-4725-B357-617B92897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975"/>
              <a:ext cx="20" cy="34"/>
            </a:xfrm>
            <a:custGeom>
              <a:avLst/>
              <a:gdLst>
                <a:gd name="T0" fmla="*/ 33 w 8"/>
                <a:gd name="T1" fmla="*/ 233 h 13"/>
                <a:gd name="T2" fmla="*/ 0 w 8"/>
                <a:gd name="T3" fmla="*/ 68 h 13"/>
                <a:gd name="T4" fmla="*/ 113 w 8"/>
                <a:gd name="T5" fmla="*/ 165 h 13"/>
                <a:gd name="T6" fmla="*/ 63 w 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2" y="13"/>
                  </a:moveTo>
                  <a:cubicBezTo>
                    <a:pt x="2" y="10"/>
                    <a:pt x="0" y="7"/>
                    <a:pt x="0" y="4"/>
                  </a:cubicBezTo>
                  <a:cubicBezTo>
                    <a:pt x="2" y="5"/>
                    <a:pt x="4" y="8"/>
                    <a:pt x="7" y="9"/>
                  </a:cubicBezTo>
                  <a:cubicBezTo>
                    <a:pt x="8" y="5"/>
                    <a:pt x="5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9" name="Freeform 5957">
              <a:extLst>
                <a:ext uri="{FF2B5EF4-FFF2-40B4-BE49-F238E27FC236}">
                  <a16:creationId xmlns:a16="http://schemas.microsoft.com/office/drawing/2014/main" id="{2C0A4C2F-1CAF-44A5-9772-DB334E6BE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961"/>
              <a:ext cx="27" cy="32"/>
            </a:xfrm>
            <a:custGeom>
              <a:avLst/>
              <a:gdLst>
                <a:gd name="T0" fmla="*/ 91 w 11"/>
                <a:gd name="T1" fmla="*/ 205 h 12"/>
                <a:gd name="T2" fmla="*/ 133 w 11"/>
                <a:gd name="T3" fmla="*/ 35 h 12"/>
                <a:gd name="T4" fmla="*/ 0 w 11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6" y="11"/>
                  </a:moveTo>
                  <a:cubicBezTo>
                    <a:pt x="8" y="10"/>
                    <a:pt x="11" y="5"/>
                    <a:pt x="9" y="2"/>
                  </a:cubicBezTo>
                  <a:cubicBezTo>
                    <a:pt x="6" y="0"/>
                    <a:pt x="0" y="10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0" name="Freeform 5958">
              <a:extLst>
                <a:ext uri="{FF2B5EF4-FFF2-40B4-BE49-F238E27FC236}">
                  <a16:creationId xmlns:a16="http://schemas.microsoft.com/office/drawing/2014/main" id="{AEB76C91-0B20-4F64-BE9D-2BE1106AD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945"/>
              <a:ext cx="25" cy="32"/>
            </a:xfrm>
            <a:custGeom>
              <a:avLst/>
              <a:gdLst>
                <a:gd name="T0" fmla="*/ 33 w 10"/>
                <a:gd name="T1" fmla="*/ 227 h 12"/>
                <a:gd name="T2" fmla="*/ 20 w 10"/>
                <a:gd name="T3" fmla="*/ 115 h 12"/>
                <a:gd name="T4" fmla="*/ 113 w 10"/>
                <a:gd name="T5" fmla="*/ 149 h 12"/>
                <a:gd name="T6" fmla="*/ 95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2" y="12"/>
                  </a:moveTo>
                  <a:cubicBezTo>
                    <a:pt x="1" y="10"/>
                    <a:pt x="0" y="8"/>
                    <a:pt x="1" y="6"/>
                  </a:cubicBezTo>
                  <a:cubicBezTo>
                    <a:pt x="3" y="6"/>
                    <a:pt x="5" y="9"/>
                    <a:pt x="7" y="8"/>
                  </a:cubicBezTo>
                  <a:cubicBezTo>
                    <a:pt x="10" y="7"/>
                    <a:pt x="8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1" name="Freeform 5959">
              <a:extLst>
                <a:ext uri="{FF2B5EF4-FFF2-40B4-BE49-F238E27FC236}">
                  <a16:creationId xmlns:a16="http://schemas.microsoft.com/office/drawing/2014/main" id="{A390343D-F56D-425D-A170-EAC2ECC80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124"/>
              <a:ext cx="62" cy="43"/>
            </a:xfrm>
            <a:custGeom>
              <a:avLst/>
              <a:gdLst>
                <a:gd name="T0" fmla="*/ 350 w 25"/>
                <a:gd name="T1" fmla="*/ 274 h 16"/>
                <a:gd name="T2" fmla="*/ 350 w 25"/>
                <a:gd name="T3" fmla="*/ 137 h 16"/>
                <a:gd name="T4" fmla="*/ 278 w 25"/>
                <a:gd name="T5" fmla="*/ 218 h 16"/>
                <a:gd name="T6" fmla="*/ 92 w 25"/>
                <a:gd name="T7" fmla="*/ 175 h 16"/>
                <a:gd name="T8" fmla="*/ 92 w 25"/>
                <a:gd name="T9" fmla="*/ 0 h 16"/>
                <a:gd name="T10" fmla="*/ 0 w 25"/>
                <a:gd name="T11" fmla="*/ 312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6">
                  <a:moveTo>
                    <a:pt x="23" y="14"/>
                  </a:moveTo>
                  <a:cubicBezTo>
                    <a:pt x="24" y="11"/>
                    <a:pt x="25" y="8"/>
                    <a:pt x="23" y="7"/>
                  </a:cubicBezTo>
                  <a:cubicBezTo>
                    <a:pt x="21" y="8"/>
                    <a:pt x="20" y="10"/>
                    <a:pt x="18" y="11"/>
                  </a:cubicBezTo>
                  <a:cubicBezTo>
                    <a:pt x="20" y="0"/>
                    <a:pt x="11" y="0"/>
                    <a:pt x="6" y="9"/>
                  </a:cubicBezTo>
                  <a:cubicBezTo>
                    <a:pt x="7" y="6"/>
                    <a:pt x="7" y="3"/>
                    <a:pt x="6" y="0"/>
                  </a:cubicBezTo>
                  <a:cubicBezTo>
                    <a:pt x="2" y="3"/>
                    <a:pt x="1" y="11"/>
                    <a:pt x="0" y="1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2" name="Freeform 5960">
              <a:extLst>
                <a:ext uri="{FF2B5EF4-FFF2-40B4-BE49-F238E27FC236}">
                  <a16:creationId xmlns:a16="http://schemas.microsoft.com/office/drawing/2014/main" id="{4C3BB453-434A-4361-8CE8-B6D007407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145"/>
              <a:ext cx="30" cy="38"/>
            </a:xfrm>
            <a:custGeom>
              <a:avLst/>
              <a:gdLst>
                <a:gd name="T0" fmla="*/ 50 w 12"/>
                <a:gd name="T1" fmla="*/ 0 h 14"/>
                <a:gd name="T2" fmla="*/ 33 w 12"/>
                <a:gd name="T3" fmla="*/ 163 h 14"/>
                <a:gd name="T4" fmla="*/ 158 w 12"/>
                <a:gd name="T5" fmla="*/ 0 h 14"/>
                <a:gd name="T6" fmla="*/ 158 w 12"/>
                <a:gd name="T7" fmla="*/ 28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3" y="0"/>
                  </a:moveTo>
                  <a:cubicBezTo>
                    <a:pt x="1" y="2"/>
                    <a:pt x="0" y="6"/>
                    <a:pt x="2" y="8"/>
                  </a:cubicBezTo>
                  <a:cubicBezTo>
                    <a:pt x="6" y="6"/>
                    <a:pt x="7" y="1"/>
                    <a:pt x="10" y="0"/>
                  </a:cubicBezTo>
                  <a:cubicBezTo>
                    <a:pt x="12" y="3"/>
                    <a:pt x="11" y="10"/>
                    <a:pt x="10" y="1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3" name="Freeform 5961">
              <a:extLst>
                <a:ext uri="{FF2B5EF4-FFF2-40B4-BE49-F238E27FC236}">
                  <a16:creationId xmlns:a16="http://schemas.microsoft.com/office/drawing/2014/main" id="{32FE427F-C49D-46C9-9D2A-4893141B0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2025"/>
              <a:ext cx="25" cy="27"/>
            </a:xfrm>
            <a:custGeom>
              <a:avLst/>
              <a:gdLst>
                <a:gd name="T0" fmla="*/ 50 w 10"/>
                <a:gd name="T1" fmla="*/ 197 h 10"/>
                <a:gd name="T2" fmla="*/ 158 w 10"/>
                <a:gd name="T3" fmla="*/ 103 h 10"/>
                <a:gd name="T4" fmla="*/ 0 w 10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10"/>
                  </a:moveTo>
                  <a:cubicBezTo>
                    <a:pt x="4" y="8"/>
                    <a:pt x="10" y="7"/>
                    <a:pt x="10" y="5"/>
                  </a:cubicBezTo>
                  <a:cubicBezTo>
                    <a:pt x="10" y="0"/>
                    <a:pt x="2" y="1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4" name="Freeform 5962">
              <a:extLst>
                <a:ext uri="{FF2B5EF4-FFF2-40B4-BE49-F238E27FC236}">
                  <a16:creationId xmlns:a16="http://schemas.microsoft.com/office/drawing/2014/main" id="{7CC1CC09-965B-455C-9BFF-CCF0430E8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745"/>
              <a:ext cx="30" cy="35"/>
            </a:xfrm>
            <a:custGeom>
              <a:avLst/>
              <a:gdLst>
                <a:gd name="T0" fmla="*/ 95 w 12"/>
                <a:gd name="T1" fmla="*/ 253 h 13"/>
                <a:gd name="T2" fmla="*/ 188 w 12"/>
                <a:gd name="T3" fmla="*/ 175 h 13"/>
                <a:gd name="T4" fmla="*/ 20 w 12"/>
                <a:gd name="T5" fmla="*/ 218 h 13"/>
                <a:gd name="T6" fmla="*/ 33 w 1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6" y="13"/>
                  </a:moveTo>
                  <a:cubicBezTo>
                    <a:pt x="8" y="12"/>
                    <a:pt x="11" y="11"/>
                    <a:pt x="12" y="9"/>
                  </a:cubicBezTo>
                  <a:cubicBezTo>
                    <a:pt x="10" y="4"/>
                    <a:pt x="4" y="9"/>
                    <a:pt x="1" y="11"/>
                  </a:cubicBezTo>
                  <a:cubicBezTo>
                    <a:pt x="0" y="7"/>
                    <a:pt x="3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5" name="Freeform 5963">
              <a:extLst>
                <a:ext uri="{FF2B5EF4-FFF2-40B4-BE49-F238E27FC236}">
                  <a16:creationId xmlns:a16="http://schemas.microsoft.com/office/drawing/2014/main" id="{780C4F5A-4B84-4FFC-880D-A3588BDE5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633"/>
              <a:ext cx="20" cy="16"/>
            </a:xfrm>
            <a:custGeom>
              <a:avLst/>
              <a:gdLst>
                <a:gd name="T0" fmla="*/ 113 w 8"/>
                <a:gd name="T1" fmla="*/ 56 h 6"/>
                <a:gd name="T2" fmla="*/ 0 w 8"/>
                <a:gd name="T3" fmla="*/ 56 h 6"/>
                <a:gd name="T4" fmla="*/ 125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7" y="3"/>
                  </a:moveTo>
                  <a:cubicBezTo>
                    <a:pt x="5" y="0"/>
                    <a:pt x="2" y="1"/>
                    <a:pt x="0" y="3"/>
                  </a:cubicBezTo>
                  <a:cubicBezTo>
                    <a:pt x="1" y="5"/>
                    <a:pt x="5" y="6"/>
                    <a:pt x="8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6" name="Freeform 5964">
              <a:extLst>
                <a:ext uri="{FF2B5EF4-FFF2-40B4-BE49-F238E27FC236}">
                  <a16:creationId xmlns:a16="http://schemas.microsoft.com/office/drawing/2014/main" id="{C372B722-4D66-4027-9B02-0A3EAE50D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577"/>
              <a:ext cx="25" cy="24"/>
            </a:xfrm>
            <a:custGeom>
              <a:avLst/>
              <a:gdLst>
                <a:gd name="T0" fmla="*/ 0 w 10"/>
                <a:gd name="T1" fmla="*/ 115 h 9"/>
                <a:gd name="T2" fmla="*/ 50 w 10"/>
                <a:gd name="T3" fmla="*/ 0 h 9"/>
                <a:gd name="T4" fmla="*/ 63 w 10"/>
                <a:gd name="T5" fmla="*/ 171 h 9"/>
                <a:gd name="T6" fmla="*/ 158 w 10"/>
                <a:gd name="T7" fmla="*/ 3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1" y="3"/>
                    <a:pt x="1" y="1"/>
                    <a:pt x="3" y="0"/>
                  </a:cubicBezTo>
                  <a:cubicBezTo>
                    <a:pt x="4" y="3"/>
                    <a:pt x="1" y="7"/>
                    <a:pt x="4" y="9"/>
                  </a:cubicBezTo>
                  <a:cubicBezTo>
                    <a:pt x="7" y="8"/>
                    <a:pt x="9" y="5"/>
                    <a:pt x="10" y="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7" name="Freeform 5965">
              <a:extLst>
                <a:ext uri="{FF2B5EF4-FFF2-40B4-BE49-F238E27FC236}">
                  <a16:creationId xmlns:a16="http://schemas.microsoft.com/office/drawing/2014/main" id="{8F88955A-6B19-4E6E-98A7-5F091B83C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476"/>
              <a:ext cx="37" cy="43"/>
            </a:xfrm>
            <a:custGeom>
              <a:avLst/>
              <a:gdLst>
                <a:gd name="T0" fmla="*/ 30 w 15"/>
                <a:gd name="T1" fmla="*/ 231 h 16"/>
                <a:gd name="T2" fmla="*/ 0 w 15"/>
                <a:gd name="T3" fmla="*/ 15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2" y="12"/>
                  </a:moveTo>
                  <a:cubicBezTo>
                    <a:pt x="15" y="16"/>
                    <a:pt x="9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8" name="Freeform 5966">
              <a:extLst>
                <a:ext uri="{FF2B5EF4-FFF2-40B4-BE49-F238E27FC236}">
                  <a16:creationId xmlns:a16="http://schemas.microsoft.com/office/drawing/2014/main" id="{2D7BD273-61DD-47A6-A7C7-3824C7872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535"/>
              <a:ext cx="25" cy="29"/>
            </a:xfrm>
            <a:custGeom>
              <a:avLst/>
              <a:gdLst>
                <a:gd name="T0" fmla="*/ 33 w 10"/>
                <a:gd name="T1" fmla="*/ 90 h 11"/>
                <a:gd name="T2" fmla="*/ 0 w 10"/>
                <a:gd name="T3" fmla="*/ 18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2" y="5"/>
                  </a:moveTo>
                  <a:cubicBezTo>
                    <a:pt x="10" y="0"/>
                    <a:pt x="10" y="11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9" name="Freeform 5967">
              <a:extLst>
                <a:ext uri="{FF2B5EF4-FFF2-40B4-BE49-F238E27FC236}">
                  <a16:creationId xmlns:a16="http://schemas.microsoft.com/office/drawing/2014/main" id="{8F69610B-7C41-4923-8F32-58F258B26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791"/>
              <a:ext cx="35" cy="34"/>
            </a:xfrm>
            <a:custGeom>
              <a:avLst/>
              <a:gdLst>
                <a:gd name="T0" fmla="*/ 188 w 14"/>
                <a:gd name="T1" fmla="*/ 89 h 13"/>
                <a:gd name="T2" fmla="*/ 83 w 14"/>
                <a:gd name="T3" fmla="*/ 55 h 13"/>
                <a:gd name="T4" fmla="*/ 125 w 14"/>
                <a:gd name="T5" fmla="*/ 123 h 13"/>
                <a:gd name="T6" fmla="*/ 0 w 14"/>
                <a:gd name="T7" fmla="*/ 16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12" y="5"/>
                  </a:moveTo>
                  <a:cubicBezTo>
                    <a:pt x="11" y="3"/>
                    <a:pt x="7" y="0"/>
                    <a:pt x="5" y="3"/>
                  </a:cubicBezTo>
                  <a:cubicBezTo>
                    <a:pt x="3" y="6"/>
                    <a:pt x="7" y="6"/>
                    <a:pt x="8" y="7"/>
                  </a:cubicBezTo>
                  <a:cubicBezTo>
                    <a:pt x="14" y="13"/>
                    <a:pt x="3" y="13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0" name="Freeform 5968">
              <a:extLst>
                <a:ext uri="{FF2B5EF4-FFF2-40B4-BE49-F238E27FC236}">
                  <a16:creationId xmlns:a16="http://schemas.microsoft.com/office/drawing/2014/main" id="{A24E1235-F18F-4813-BC1F-B76F6E3F0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1812"/>
              <a:ext cx="37" cy="51"/>
            </a:xfrm>
            <a:custGeom>
              <a:avLst/>
              <a:gdLst>
                <a:gd name="T0" fmla="*/ 133 w 15"/>
                <a:gd name="T1" fmla="*/ 368 h 19"/>
                <a:gd name="T2" fmla="*/ 74 w 15"/>
                <a:gd name="T3" fmla="*/ 274 h 19"/>
                <a:gd name="T4" fmla="*/ 0 w 15"/>
                <a:gd name="T5" fmla="*/ 21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9" y="19"/>
                  </a:moveTo>
                  <a:cubicBezTo>
                    <a:pt x="15" y="14"/>
                    <a:pt x="13" y="9"/>
                    <a:pt x="5" y="14"/>
                  </a:cubicBezTo>
                  <a:cubicBezTo>
                    <a:pt x="15" y="4"/>
                    <a:pt x="5" y="0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1" name="Freeform 5969">
              <a:extLst>
                <a:ext uri="{FF2B5EF4-FFF2-40B4-BE49-F238E27FC236}">
                  <a16:creationId xmlns:a16="http://schemas.microsoft.com/office/drawing/2014/main" id="{A25B73AE-65E8-434A-99F4-24DF5AE49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071"/>
              <a:ext cx="27" cy="29"/>
            </a:xfrm>
            <a:custGeom>
              <a:avLst/>
              <a:gdLst>
                <a:gd name="T0" fmla="*/ 12 w 11"/>
                <a:gd name="T1" fmla="*/ 55 h 11"/>
                <a:gd name="T2" fmla="*/ 29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" y="3"/>
                  </a:moveTo>
                  <a:cubicBezTo>
                    <a:pt x="0" y="11"/>
                    <a:pt x="11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2" name="Freeform 5970">
              <a:extLst>
                <a:ext uri="{FF2B5EF4-FFF2-40B4-BE49-F238E27FC236}">
                  <a16:creationId xmlns:a16="http://schemas.microsoft.com/office/drawing/2014/main" id="{927D1C2D-839C-4EEE-AE5C-6FF3714C5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2036"/>
              <a:ext cx="25" cy="32"/>
            </a:xfrm>
            <a:custGeom>
              <a:avLst/>
              <a:gdLst>
                <a:gd name="T0" fmla="*/ 95 w 10"/>
                <a:gd name="T1" fmla="*/ 192 h 12"/>
                <a:gd name="T2" fmla="*/ 95 w 10"/>
                <a:gd name="T3" fmla="*/ 205 h 12"/>
                <a:gd name="T4" fmla="*/ 158 w 10"/>
                <a:gd name="T5" fmla="*/ 115 h 12"/>
                <a:gd name="T6" fmla="*/ 33 w 10"/>
                <a:gd name="T7" fmla="*/ 149 h 12"/>
                <a:gd name="T8" fmla="*/ 95 w 10"/>
                <a:gd name="T9" fmla="*/ 21 h 12"/>
                <a:gd name="T10" fmla="*/ 0 w 10"/>
                <a:gd name="T11" fmla="*/ 9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6" y="10"/>
                  </a:moveTo>
                  <a:cubicBezTo>
                    <a:pt x="5" y="11"/>
                    <a:pt x="5" y="12"/>
                    <a:pt x="6" y="11"/>
                  </a:cubicBezTo>
                  <a:cubicBezTo>
                    <a:pt x="8" y="10"/>
                    <a:pt x="10" y="8"/>
                    <a:pt x="10" y="6"/>
                  </a:cubicBezTo>
                  <a:cubicBezTo>
                    <a:pt x="8" y="4"/>
                    <a:pt x="4" y="6"/>
                    <a:pt x="2" y="8"/>
                  </a:cubicBezTo>
                  <a:cubicBezTo>
                    <a:pt x="4" y="6"/>
                    <a:pt x="6" y="4"/>
                    <a:pt x="6" y="1"/>
                  </a:cubicBezTo>
                  <a:cubicBezTo>
                    <a:pt x="3" y="0"/>
                    <a:pt x="1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3" name="Freeform 5971">
              <a:extLst>
                <a:ext uri="{FF2B5EF4-FFF2-40B4-BE49-F238E27FC236}">
                  <a16:creationId xmlns:a16="http://schemas.microsoft.com/office/drawing/2014/main" id="{2430FC69-0315-4BEE-B483-4E6F2C65E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265"/>
              <a:ext cx="27" cy="38"/>
            </a:xfrm>
            <a:custGeom>
              <a:avLst/>
              <a:gdLst>
                <a:gd name="T0" fmla="*/ 103 w 11"/>
                <a:gd name="T1" fmla="*/ 280 h 14"/>
                <a:gd name="T2" fmla="*/ 162 w 11"/>
                <a:gd name="T3" fmla="*/ 198 h 14"/>
                <a:gd name="T4" fmla="*/ 120 w 11"/>
                <a:gd name="T5" fmla="*/ 198 h 14"/>
                <a:gd name="T6" fmla="*/ 0 w 11"/>
                <a:gd name="T7" fmla="*/ 11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7" y="14"/>
                  </a:moveTo>
                  <a:cubicBezTo>
                    <a:pt x="9" y="13"/>
                    <a:pt x="11" y="12"/>
                    <a:pt x="11" y="10"/>
                  </a:cubicBezTo>
                  <a:cubicBezTo>
                    <a:pt x="10" y="10"/>
                    <a:pt x="9" y="10"/>
                    <a:pt x="8" y="10"/>
                  </a:cubicBezTo>
                  <a:cubicBezTo>
                    <a:pt x="9" y="0"/>
                    <a:pt x="8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4" name="Freeform 5972">
              <a:extLst>
                <a:ext uri="{FF2B5EF4-FFF2-40B4-BE49-F238E27FC236}">
                  <a16:creationId xmlns:a16="http://schemas.microsoft.com/office/drawing/2014/main" id="{E1D7388D-AF8F-4801-9A84-8B22C9F28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127"/>
              <a:ext cx="18" cy="29"/>
            </a:xfrm>
            <a:custGeom>
              <a:avLst/>
              <a:gdLst>
                <a:gd name="T0" fmla="*/ 100 w 7"/>
                <a:gd name="T1" fmla="*/ 21 h 11"/>
                <a:gd name="T2" fmla="*/ 21 w 7"/>
                <a:gd name="T3" fmla="*/ 55 h 11"/>
                <a:gd name="T4" fmla="*/ 67 w 7"/>
                <a:gd name="T5" fmla="*/ 111 h 11"/>
                <a:gd name="T6" fmla="*/ 118 w 7"/>
                <a:gd name="T7" fmla="*/ 124 h 11"/>
                <a:gd name="T8" fmla="*/ 33 w 7"/>
                <a:gd name="T9" fmla="*/ 2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6" y="1"/>
                  </a:moveTo>
                  <a:cubicBezTo>
                    <a:pt x="5" y="0"/>
                    <a:pt x="2" y="1"/>
                    <a:pt x="1" y="3"/>
                  </a:cubicBezTo>
                  <a:cubicBezTo>
                    <a:pt x="0" y="7"/>
                    <a:pt x="2" y="4"/>
                    <a:pt x="4" y="6"/>
                  </a:cubicBezTo>
                  <a:cubicBezTo>
                    <a:pt x="5" y="7"/>
                    <a:pt x="7" y="5"/>
                    <a:pt x="7" y="7"/>
                  </a:cubicBezTo>
                  <a:cubicBezTo>
                    <a:pt x="7" y="9"/>
                    <a:pt x="4" y="11"/>
                    <a:pt x="2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5" name="Freeform 5973">
              <a:extLst>
                <a:ext uri="{FF2B5EF4-FFF2-40B4-BE49-F238E27FC236}">
                  <a16:creationId xmlns:a16="http://schemas.microsoft.com/office/drawing/2014/main" id="{967350F5-C88F-4EF9-97F4-59701A6CD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215"/>
              <a:ext cx="13" cy="16"/>
            </a:xfrm>
            <a:custGeom>
              <a:avLst/>
              <a:gdLst>
                <a:gd name="T0" fmla="*/ 68 w 5"/>
                <a:gd name="T1" fmla="*/ 21 h 6"/>
                <a:gd name="T2" fmla="*/ 68 w 5"/>
                <a:gd name="T3" fmla="*/ 115 h 6"/>
                <a:gd name="T4" fmla="*/ 21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5" y="2"/>
                    <a:pt x="5" y="4"/>
                    <a:pt x="4" y="6"/>
                  </a:cubicBezTo>
                  <a:cubicBezTo>
                    <a:pt x="1" y="6"/>
                    <a:pt x="0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6" name="Freeform 5974">
              <a:extLst>
                <a:ext uri="{FF2B5EF4-FFF2-40B4-BE49-F238E27FC236}">
                  <a16:creationId xmlns:a16="http://schemas.microsoft.com/office/drawing/2014/main" id="{2289D3A0-77C2-4B19-B905-B9A854FAE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247"/>
              <a:ext cx="30" cy="50"/>
            </a:xfrm>
            <a:custGeom>
              <a:avLst/>
              <a:gdLst>
                <a:gd name="T0" fmla="*/ 33 w 12"/>
                <a:gd name="T1" fmla="*/ 21 h 19"/>
                <a:gd name="T2" fmla="*/ 33 w 12"/>
                <a:gd name="T3" fmla="*/ 179 h 19"/>
                <a:gd name="T4" fmla="*/ 125 w 12"/>
                <a:gd name="T5" fmla="*/ 0 h 19"/>
                <a:gd name="T6" fmla="*/ 113 w 12"/>
                <a:gd name="T7" fmla="*/ 34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2" y="1"/>
                  </a:moveTo>
                  <a:cubicBezTo>
                    <a:pt x="0" y="4"/>
                    <a:pt x="0" y="7"/>
                    <a:pt x="2" y="10"/>
                  </a:cubicBezTo>
                  <a:cubicBezTo>
                    <a:pt x="6" y="8"/>
                    <a:pt x="5" y="3"/>
                    <a:pt x="8" y="0"/>
                  </a:cubicBezTo>
                  <a:cubicBezTo>
                    <a:pt x="12" y="5"/>
                    <a:pt x="8" y="13"/>
                    <a:pt x="7" y="1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7" name="Freeform 5975">
              <a:extLst>
                <a:ext uri="{FF2B5EF4-FFF2-40B4-BE49-F238E27FC236}">
                  <a16:creationId xmlns:a16="http://schemas.microsoft.com/office/drawing/2014/main" id="{5C467828-4D6E-4846-99A4-EE099728D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79"/>
              <a:ext cx="25" cy="29"/>
            </a:xfrm>
            <a:custGeom>
              <a:avLst/>
              <a:gdLst>
                <a:gd name="T0" fmla="*/ 113 w 10"/>
                <a:gd name="T1" fmla="*/ 0 h 11"/>
                <a:gd name="T2" fmla="*/ 33 w 10"/>
                <a:gd name="T3" fmla="*/ 21 h 11"/>
                <a:gd name="T4" fmla="*/ 95 w 10"/>
                <a:gd name="T5" fmla="*/ 76 h 11"/>
                <a:gd name="T6" fmla="*/ 158 w 10"/>
                <a:gd name="T7" fmla="*/ 124 h 11"/>
                <a:gd name="T8" fmla="*/ 50 w 10"/>
                <a:gd name="T9" fmla="*/ 2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7" y="0"/>
                  </a:moveTo>
                  <a:cubicBezTo>
                    <a:pt x="6" y="0"/>
                    <a:pt x="3" y="0"/>
                    <a:pt x="2" y="1"/>
                  </a:cubicBezTo>
                  <a:cubicBezTo>
                    <a:pt x="0" y="4"/>
                    <a:pt x="5" y="3"/>
                    <a:pt x="6" y="4"/>
                  </a:cubicBezTo>
                  <a:cubicBezTo>
                    <a:pt x="7" y="5"/>
                    <a:pt x="10" y="4"/>
                    <a:pt x="10" y="7"/>
                  </a:cubicBezTo>
                  <a:cubicBezTo>
                    <a:pt x="10" y="9"/>
                    <a:pt x="5" y="10"/>
                    <a:pt x="3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8" name="Freeform 5976">
              <a:extLst>
                <a:ext uri="{FF2B5EF4-FFF2-40B4-BE49-F238E27FC236}">
                  <a16:creationId xmlns:a16="http://schemas.microsoft.com/office/drawing/2014/main" id="{52B4D851-2D3C-4718-ABF9-C2B719A73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479"/>
              <a:ext cx="30" cy="26"/>
            </a:xfrm>
            <a:custGeom>
              <a:avLst/>
              <a:gdLst>
                <a:gd name="T0" fmla="*/ 0 w 12"/>
                <a:gd name="T1" fmla="*/ 34 h 10"/>
                <a:gd name="T2" fmla="*/ 33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2"/>
                  </a:moveTo>
                  <a:cubicBezTo>
                    <a:pt x="3" y="10"/>
                    <a:pt x="12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9" name="Freeform 5977">
              <a:extLst>
                <a:ext uri="{FF2B5EF4-FFF2-40B4-BE49-F238E27FC236}">
                  <a16:creationId xmlns:a16="http://schemas.microsoft.com/office/drawing/2014/main" id="{ADB87AE0-C734-41A5-9B46-4D2295178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396"/>
              <a:ext cx="17" cy="27"/>
            </a:xfrm>
            <a:custGeom>
              <a:avLst/>
              <a:gdLst>
                <a:gd name="T0" fmla="*/ 0 w 7"/>
                <a:gd name="T1" fmla="*/ 116 h 10"/>
                <a:gd name="T2" fmla="*/ 29 w 7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6"/>
                  </a:moveTo>
                  <a:cubicBezTo>
                    <a:pt x="4" y="0"/>
                    <a:pt x="7" y="5"/>
                    <a:pt x="2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0" name="Freeform 5978">
              <a:extLst>
                <a:ext uri="{FF2B5EF4-FFF2-40B4-BE49-F238E27FC236}">
                  <a16:creationId xmlns:a16="http://schemas.microsoft.com/office/drawing/2014/main" id="{FB5F032B-A9D0-476F-940B-6AA742BFE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612"/>
              <a:ext cx="35" cy="45"/>
            </a:xfrm>
            <a:custGeom>
              <a:avLst/>
              <a:gdLst>
                <a:gd name="T0" fmla="*/ 0 w 14"/>
                <a:gd name="T1" fmla="*/ 204 h 17"/>
                <a:gd name="T2" fmla="*/ 125 w 14"/>
                <a:gd name="T3" fmla="*/ 259 h 17"/>
                <a:gd name="T4" fmla="*/ 83 w 14"/>
                <a:gd name="T5" fmla="*/ 132 h 17"/>
                <a:gd name="T6" fmla="*/ 220 w 14"/>
                <a:gd name="T7" fmla="*/ 20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11"/>
                  </a:moveTo>
                  <a:cubicBezTo>
                    <a:pt x="1" y="13"/>
                    <a:pt x="5" y="17"/>
                    <a:pt x="8" y="14"/>
                  </a:cubicBezTo>
                  <a:cubicBezTo>
                    <a:pt x="9" y="12"/>
                    <a:pt x="5" y="8"/>
                    <a:pt x="5" y="7"/>
                  </a:cubicBezTo>
                  <a:cubicBezTo>
                    <a:pt x="11" y="0"/>
                    <a:pt x="10" y="11"/>
                    <a:pt x="14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1" name="Freeform 5979">
              <a:extLst>
                <a:ext uri="{FF2B5EF4-FFF2-40B4-BE49-F238E27FC236}">
                  <a16:creationId xmlns:a16="http://schemas.microsoft.com/office/drawing/2014/main" id="{F37811BA-B8EE-4939-A9E3-E903ACD0B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735"/>
              <a:ext cx="20" cy="21"/>
            </a:xfrm>
            <a:custGeom>
              <a:avLst/>
              <a:gdLst>
                <a:gd name="T0" fmla="*/ 125 w 8"/>
                <a:gd name="T1" fmla="*/ 34 h 8"/>
                <a:gd name="T2" fmla="*/ 0 w 8"/>
                <a:gd name="T3" fmla="*/ 123 h 8"/>
                <a:gd name="T4" fmla="*/ 5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2"/>
                  </a:moveTo>
                  <a:cubicBezTo>
                    <a:pt x="7" y="5"/>
                    <a:pt x="4" y="8"/>
                    <a:pt x="0" y="7"/>
                  </a:cubicBez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2" name="Freeform 5980">
              <a:extLst>
                <a:ext uri="{FF2B5EF4-FFF2-40B4-BE49-F238E27FC236}">
                  <a16:creationId xmlns:a16="http://schemas.microsoft.com/office/drawing/2014/main" id="{E7B45C63-80BF-4453-A04E-AFFE14AAE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713"/>
              <a:ext cx="35" cy="24"/>
            </a:xfrm>
            <a:custGeom>
              <a:avLst/>
              <a:gdLst>
                <a:gd name="T0" fmla="*/ 220 w 14"/>
                <a:gd name="T1" fmla="*/ 115 h 9"/>
                <a:gd name="T2" fmla="*/ 220 w 14"/>
                <a:gd name="T3" fmla="*/ 115 h 9"/>
                <a:gd name="T4" fmla="*/ 188 w 14"/>
                <a:gd name="T5" fmla="*/ 21 h 9"/>
                <a:gd name="T6" fmla="*/ 113 w 14"/>
                <a:gd name="T7" fmla="*/ 149 h 9"/>
                <a:gd name="T8" fmla="*/ 83 w 14"/>
                <a:gd name="T9" fmla="*/ 0 h 9"/>
                <a:gd name="T10" fmla="*/ 20 w 14"/>
                <a:gd name="T11" fmla="*/ 17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9">
                  <a:moveTo>
                    <a:pt x="14" y="6"/>
                  </a:moveTo>
                  <a:cubicBezTo>
                    <a:pt x="14" y="6"/>
                    <a:pt x="14" y="8"/>
                    <a:pt x="14" y="6"/>
                  </a:cubicBezTo>
                  <a:cubicBezTo>
                    <a:pt x="14" y="4"/>
                    <a:pt x="13" y="2"/>
                    <a:pt x="12" y="1"/>
                  </a:cubicBezTo>
                  <a:cubicBezTo>
                    <a:pt x="8" y="1"/>
                    <a:pt x="8" y="6"/>
                    <a:pt x="7" y="8"/>
                  </a:cubicBezTo>
                  <a:cubicBezTo>
                    <a:pt x="5" y="7"/>
                    <a:pt x="5" y="3"/>
                    <a:pt x="5" y="0"/>
                  </a:cubicBezTo>
                  <a:cubicBezTo>
                    <a:pt x="2" y="2"/>
                    <a:pt x="0" y="6"/>
                    <a:pt x="1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3" name="Freeform 5981">
              <a:extLst>
                <a:ext uri="{FF2B5EF4-FFF2-40B4-BE49-F238E27FC236}">
                  <a16:creationId xmlns:a16="http://schemas.microsoft.com/office/drawing/2014/main" id="{3B22F807-8D46-43F0-BDA3-441E2D12F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625"/>
              <a:ext cx="22" cy="27"/>
            </a:xfrm>
            <a:custGeom>
              <a:avLst/>
              <a:gdLst>
                <a:gd name="T0" fmla="*/ 90 w 9"/>
                <a:gd name="T1" fmla="*/ 176 h 10"/>
                <a:gd name="T2" fmla="*/ 90 w 9"/>
                <a:gd name="T3" fmla="*/ 0 h 10"/>
                <a:gd name="T4" fmla="*/ 0 w 9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9"/>
                  </a:moveTo>
                  <a:cubicBezTo>
                    <a:pt x="9" y="7"/>
                    <a:pt x="9" y="2"/>
                    <a:pt x="6" y="0"/>
                  </a:cubicBezTo>
                  <a:cubicBezTo>
                    <a:pt x="3" y="2"/>
                    <a:pt x="2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4" name="Freeform 5982">
              <a:extLst>
                <a:ext uri="{FF2B5EF4-FFF2-40B4-BE49-F238E27FC236}">
                  <a16:creationId xmlns:a16="http://schemas.microsoft.com/office/drawing/2014/main" id="{734A965E-B703-4F48-80D2-F6D50A9C9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537"/>
              <a:ext cx="25" cy="35"/>
            </a:xfrm>
            <a:custGeom>
              <a:avLst/>
              <a:gdLst>
                <a:gd name="T0" fmla="*/ 158 w 10"/>
                <a:gd name="T1" fmla="*/ 175 h 13"/>
                <a:gd name="T2" fmla="*/ 125 w 10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10" y="9"/>
                  </a:moveTo>
                  <a:cubicBezTo>
                    <a:pt x="8" y="0"/>
                    <a:pt x="0" y="8"/>
                    <a:pt x="8" y="1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5" name="Freeform 5983">
              <a:extLst>
                <a:ext uri="{FF2B5EF4-FFF2-40B4-BE49-F238E27FC236}">
                  <a16:creationId xmlns:a16="http://schemas.microsoft.com/office/drawing/2014/main" id="{DB93D83C-8495-4076-8474-24B3FB320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055"/>
              <a:ext cx="37" cy="50"/>
            </a:xfrm>
            <a:custGeom>
              <a:avLst/>
              <a:gdLst>
                <a:gd name="T0" fmla="*/ 30 w 15"/>
                <a:gd name="T1" fmla="*/ 76 h 19"/>
                <a:gd name="T2" fmla="*/ 0 w 15"/>
                <a:gd name="T3" fmla="*/ 76 h 19"/>
                <a:gd name="T4" fmla="*/ 91 w 15"/>
                <a:gd name="T5" fmla="*/ 0 h 19"/>
                <a:gd name="T6" fmla="*/ 42 w 15"/>
                <a:gd name="T7" fmla="*/ 145 h 19"/>
                <a:gd name="T8" fmla="*/ 153 w 15"/>
                <a:gd name="T9" fmla="*/ 111 h 19"/>
                <a:gd name="T10" fmla="*/ 30 w 15"/>
                <a:gd name="T11" fmla="*/ 34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9">
                  <a:moveTo>
                    <a:pt x="2" y="4"/>
                  </a:moveTo>
                  <a:cubicBezTo>
                    <a:pt x="1" y="4"/>
                    <a:pt x="1" y="4"/>
                    <a:pt x="0" y="4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5" y="3"/>
                    <a:pt x="3" y="5"/>
                    <a:pt x="3" y="8"/>
                  </a:cubicBezTo>
                  <a:cubicBezTo>
                    <a:pt x="5" y="8"/>
                    <a:pt x="8" y="5"/>
                    <a:pt x="10" y="6"/>
                  </a:cubicBezTo>
                  <a:cubicBezTo>
                    <a:pt x="15" y="10"/>
                    <a:pt x="4" y="17"/>
                    <a:pt x="2" y="1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6" name="Freeform 5984">
              <a:extLst>
                <a:ext uri="{FF2B5EF4-FFF2-40B4-BE49-F238E27FC236}">
                  <a16:creationId xmlns:a16="http://schemas.microsoft.com/office/drawing/2014/main" id="{7BCA6B9F-5C21-4A5E-9424-3A112B016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015"/>
              <a:ext cx="27" cy="56"/>
            </a:xfrm>
            <a:custGeom>
              <a:avLst/>
              <a:gdLst>
                <a:gd name="T0" fmla="*/ 91 w 11"/>
                <a:gd name="T1" fmla="*/ 397 h 21"/>
                <a:gd name="T2" fmla="*/ 0 w 11"/>
                <a:gd name="T3" fmla="*/ 149 h 21"/>
                <a:gd name="T4" fmla="*/ 133 w 11"/>
                <a:gd name="T5" fmla="*/ 248 h 21"/>
                <a:gd name="T6" fmla="*/ 91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6" y="21"/>
                  </a:moveTo>
                  <a:cubicBezTo>
                    <a:pt x="6" y="16"/>
                    <a:pt x="2" y="12"/>
                    <a:pt x="0" y="8"/>
                  </a:cubicBezTo>
                  <a:cubicBezTo>
                    <a:pt x="4" y="9"/>
                    <a:pt x="6" y="12"/>
                    <a:pt x="9" y="13"/>
                  </a:cubicBezTo>
                  <a:cubicBezTo>
                    <a:pt x="11" y="9"/>
                    <a:pt x="8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7" name="Freeform 5985">
              <a:extLst>
                <a:ext uri="{FF2B5EF4-FFF2-40B4-BE49-F238E27FC236}">
                  <a16:creationId xmlns:a16="http://schemas.microsoft.com/office/drawing/2014/main" id="{068F8190-002E-406E-A03D-1EDBCEBB4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815"/>
              <a:ext cx="25" cy="34"/>
            </a:xfrm>
            <a:custGeom>
              <a:avLst/>
              <a:gdLst>
                <a:gd name="T0" fmla="*/ 113 w 10"/>
                <a:gd name="T1" fmla="*/ 0 h 13"/>
                <a:gd name="T2" fmla="*/ 20 w 10"/>
                <a:gd name="T3" fmla="*/ 110 h 13"/>
                <a:gd name="T4" fmla="*/ 158 w 10"/>
                <a:gd name="T5" fmla="*/ 89 h 13"/>
                <a:gd name="T6" fmla="*/ 0 w 10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7" y="0"/>
                  </a:moveTo>
                  <a:cubicBezTo>
                    <a:pt x="4" y="1"/>
                    <a:pt x="1" y="3"/>
                    <a:pt x="1" y="6"/>
                  </a:cubicBezTo>
                  <a:cubicBezTo>
                    <a:pt x="4" y="7"/>
                    <a:pt x="7" y="5"/>
                    <a:pt x="10" y="5"/>
                  </a:cubicBezTo>
                  <a:cubicBezTo>
                    <a:pt x="10" y="10"/>
                    <a:pt x="4" y="12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8" name="Freeform 5986">
              <a:extLst>
                <a:ext uri="{FF2B5EF4-FFF2-40B4-BE49-F238E27FC236}">
                  <a16:creationId xmlns:a16="http://schemas.microsoft.com/office/drawing/2014/main" id="{1A89B229-56EB-434D-95D0-F56B65CEE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788"/>
              <a:ext cx="50" cy="51"/>
            </a:xfrm>
            <a:custGeom>
              <a:avLst/>
              <a:gdLst>
                <a:gd name="T0" fmla="*/ 188 w 20"/>
                <a:gd name="T1" fmla="*/ 368 h 19"/>
                <a:gd name="T2" fmla="*/ 125 w 20"/>
                <a:gd name="T3" fmla="*/ 274 h 19"/>
                <a:gd name="T4" fmla="*/ 208 w 20"/>
                <a:gd name="T5" fmla="*/ 137 h 19"/>
                <a:gd name="T6" fmla="*/ 0 w 20"/>
                <a:gd name="T7" fmla="*/ 19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9">
                  <a:moveTo>
                    <a:pt x="12" y="19"/>
                  </a:moveTo>
                  <a:cubicBezTo>
                    <a:pt x="20" y="18"/>
                    <a:pt x="16" y="6"/>
                    <a:pt x="8" y="14"/>
                  </a:cubicBezTo>
                  <a:cubicBezTo>
                    <a:pt x="10" y="12"/>
                    <a:pt x="14" y="10"/>
                    <a:pt x="13" y="7"/>
                  </a:cubicBezTo>
                  <a:cubicBezTo>
                    <a:pt x="12" y="0"/>
                    <a:pt x="2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9" name="Freeform 5987">
              <a:extLst>
                <a:ext uri="{FF2B5EF4-FFF2-40B4-BE49-F238E27FC236}">
                  <a16:creationId xmlns:a16="http://schemas.microsoft.com/office/drawing/2014/main" id="{A20AC5BC-4449-4C28-9FC8-9C6BE683C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817"/>
              <a:ext cx="20" cy="19"/>
            </a:xfrm>
            <a:custGeom>
              <a:avLst/>
              <a:gdLst>
                <a:gd name="T0" fmla="*/ 33 w 8"/>
                <a:gd name="T1" fmla="*/ 103 h 7"/>
                <a:gd name="T2" fmla="*/ 125 w 8"/>
                <a:gd name="T3" fmla="*/ 103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5"/>
                  </a:moveTo>
                  <a:cubicBezTo>
                    <a:pt x="3" y="7"/>
                    <a:pt x="6" y="6"/>
                    <a:pt x="8" y="5"/>
                  </a:cubicBezTo>
                  <a:cubicBezTo>
                    <a:pt x="7" y="2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0" name="Freeform 5988">
              <a:extLst>
                <a:ext uri="{FF2B5EF4-FFF2-40B4-BE49-F238E27FC236}">
                  <a16:creationId xmlns:a16="http://schemas.microsoft.com/office/drawing/2014/main" id="{72943A2B-C310-4538-BE8D-53F3995D4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769"/>
              <a:ext cx="35" cy="38"/>
            </a:xfrm>
            <a:custGeom>
              <a:avLst/>
              <a:gdLst>
                <a:gd name="T0" fmla="*/ 220 w 14"/>
                <a:gd name="T1" fmla="*/ 220 h 14"/>
                <a:gd name="T2" fmla="*/ 145 w 14"/>
                <a:gd name="T3" fmla="*/ 38 h 14"/>
                <a:gd name="T4" fmla="*/ 95 w 14"/>
                <a:gd name="T5" fmla="*/ 280 h 14"/>
                <a:gd name="T6" fmla="*/ 50 w 14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4" y="11"/>
                  </a:moveTo>
                  <a:cubicBezTo>
                    <a:pt x="13" y="8"/>
                    <a:pt x="12" y="3"/>
                    <a:pt x="9" y="2"/>
                  </a:cubicBezTo>
                  <a:cubicBezTo>
                    <a:pt x="6" y="5"/>
                    <a:pt x="8" y="11"/>
                    <a:pt x="6" y="14"/>
                  </a:cubicBezTo>
                  <a:cubicBezTo>
                    <a:pt x="1" y="12"/>
                    <a:pt x="0" y="4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1" name="Freeform 5989">
              <a:extLst>
                <a:ext uri="{FF2B5EF4-FFF2-40B4-BE49-F238E27FC236}">
                  <a16:creationId xmlns:a16="http://schemas.microsoft.com/office/drawing/2014/main" id="{E515D684-FB43-4565-B7D1-502A9DBA1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900"/>
              <a:ext cx="20" cy="40"/>
            </a:xfrm>
            <a:custGeom>
              <a:avLst/>
              <a:gdLst>
                <a:gd name="T0" fmla="*/ 33 w 8"/>
                <a:gd name="T1" fmla="*/ 56 h 15"/>
                <a:gd name="T2" fmla="*/ 0 w 8"/>
                <a:gd name="T3" fmla="*/ 35 h 15"/>
                <a:gd name="T4" fmla="*/ 125 w 8"/>
                <a:gd name="T5" fmla="*/ 21 h 15"/>
                <a:gd name="T6" fmla="*/ 20 w 8"/>
                <a:gd name="T7" fmla="*/ 136 h 15"/>
                <a:gd name="T8" fmla="*/ 125 w 8"/>
                <a:gd name="T9" fmla="*/ 171 h 15"/>
                <a:gd name="T10" fmla="*/ 20 w 8"/>
                <a:gd name="T11" fmla="*/ 28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5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2" y="0"/>
                    <a:pt x="5" y="0"/>
                    <a:pt x="8" y="1"/>
                  </a:cubicBezTo>
                  <a:cubicBezTo>
                    <a:pt x="8" y="4"/>
                    <a:pt x="3" y="5"/>
                    <a:pt x="1" y="7"/>
                  </a:cubicBezTo>
                  <a:cubicBezTo>
                    <a:pt x="3" y="7"/>
                    <a:pt x="7" y="7"/>
                    <a:pt x="8" y="9"/>
                  </a:cubicBezTo>
                  <a:cubicBezTo>
                    <a:pt x="8" y="12"/>
                    <a:pt x="4" y="14"/>
                    <a:pt x="1" y="1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2" name="Freeform 5990">
              <a:extLst>
                <a:ext uri="{FF2B5EF4-FFF2-40B4-BE49-F238E27FC236}">
                  <a16:creationId xmlns:a16="http://schemas.microsoft.com/office/drawing/2014/main" id="{6D323799-3328-4E3A-9D16-BA5E818FA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633"/>
              <a:ext cx="15" cy="27"/>
            </a:xfrm>
            <a:custGeom>
              <a:avLst/>
              <a:gdLst>
                <a:gd name="T0" fmla="*/ 0 w 6"/>
                <a:gd name="T1" fmla="*/ 138 h 10"/>
                <a:gd name="T2" fmla="*/ 83 w 6"/>
                <a:gd name="T3" fmla="*/ 0 h 10"/>
                <a:gd name="T4" fmla="*/ 63 w 6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7"/>
                  </a:moveTo>
                  <a:cubicBezTo>
                    <a:pt x="2" y="5"/>
                    <a:pt x="2" y="2"/>
                    <a:pt x="5" y="0"/>
                  </a:cubicBezTo>
                  <a:cubicBezTo>
                    <a:pt x="6" y="3"/>
                    <a:pt x="5" y="7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3" name="Freeform 5991">
              <a:extLst>
                <a:ext uri="{FF2B5EF4-FFF2-40B4-BE49-F238E27FC236}">
                  <a16:creationId xmlns:a16="http://schemas.microsoft.com/office/drawing/2014/main" id="{7C0B27E3-D881-43CA-986A-7E1EB646D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625"/>
              <a:ext cx="35" cy="30"/>
            </a:xfrm>
            <a:custGeom>
              <a:avLst/>
              <a:gdLst>
                <a:gd name="T0" fmla="*/ 220 w 14"/>
                <a:gd name="T1" fmla="*/ 142 h 11"/>
                <a:gd name="T2" fmla="*/ 95 w 14"/>
                <a:gd name="T3" fmla="*/ 38 h 11"/>
                <a:gd name="T4" fmla="*/ 208 w 14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4"/>
                    <a:pt x="9" y="0"/>
                    <a:pt x="6" y="2"/>
                  </a:cubicBezTo>
                  <a:cubicBezTo>
                    <a:pt x="0" y="6"/>
                    <a:pt x="11" y="10"/>
                    <a:pt x="13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4" name="Freeform 5992">
              <a:extLst>
                <a:ext uri="{FF2B5EF4-FFF2-40B4-BE49-F238E27FC236}">
                  <a16:creationId xmlns:a16="http://schemas.microsoft.com/office/drawing/2014/main" id="{BD7A26AF-8E1F-4751-9DBB-937922B5A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532"/>
              <a:ext cx="30" cy="61"/>
            </a:xfrm>
            <a:custGeom>
              <a:avLst/>
              <a:gdLst>
                <a:gd name="T0" fmla="*/ 33 w 12"/>
                <a:gd name="T1" fmla="*/ 430 h 23"/>
                <a:gd name="T2" fmla="*/ 20 w 12"/>
                <a:gd name="T3" fmla="*/ 430 h 23"/>
                <a:gd name="T4" fmla="*/ 125 w 12"/>
                <a:gd name="T5" fmla="*/ 374 h 23"/>
                <a:gd name="T6" fmla="*/ 20 w 12"/>
                <a:gd name="T7" fmla="*/ 294 h 23"/>
                <a:gd name="T8" fmla="*/ 0 w 12"/>
                <a:gd name="T9" fmla="*/ 7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2" y="23"/>
                  </a:moveTo>
                  <a:cubicBezTo>
                    <a:pt x="2" y="23"/>
                    <a:pt x="1" y="23"/>
                    <a:pt x="1" y="23"/>
                  </a:cubicBezTo>
                  <a:cubicBezTo>
                    <a:pt x="3" y="23"/>
                    <a:pt x="6" y="22"/>
                    <a:pt x="8" y="20"/>
                  </a:cubicBezTo>
                  <a:cubicBezTo>
                    <a:pt x="7" y="18"/>
                    <a:pt x="4" y="17"/>
                    <a:pt x="1" y="16"/>
                  </a:cubicBezTo>
                  <a:cubicBezTo>
                    <a:pt x="6" y="13"/>
                    <a:pt x="12" y="0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5" name="Freeform 5993">
              <a:extLst>
                <a:ext uri="{FF2B5EF4-FFF2-40B4-BE49-F238E27FC236}">
                  <a16:creationId xmlns:a16="http://schemas.microsoft.com/office/drawing/2014/main" id="{42C26650-D72C-49AC-9FA6-D97235D81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665"/>
              <a:ext cx="17" cy="35"/>
            </a:xfrm>
            <a:custGeom>
              <a:avLst/>
              <a:gdLst>
                <a:gd name="T0" fmla="*/ 12 w 7"/>
                <a:gd name="T1" fmla="*/ 197 h 13"/>
                <a:gd name="T2" fmla="*/ 41 w 7"/>
                <a:gd name="T3" fmla="*/ 253 h 13"/>
                <a:gd name="T4" fmla="*/ 12 w 7"/>
                <a:gd name="T5" fmla="*/ 116 h 13"/>
                <a:gd name="T6" fmla="*/ 100 w 7"/>
                <a:gd name="T7" fmla="*/ 175 h 13"/>
                <a:gd name="T8" fmla="*/ 87 w 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1" y="10"/>
                  </a:moveTo>
                  <a:cubicBezTo>
                    <a:pt x="2" y="11"/>
                    <a:pt x="2" y="12"/>
                    <a:pt x="3" y="13"/>
                  </a:cubicBezTo>
                  <a:cubicBezTo>
                    <a:pt x="1" y="11"/>
                    <a:pt x="0" y="8"/>
                    <a:pt x="1" y="6"/>
                  </a:cubicBezTo>
                  <a:cubicBezTo>
                    <a:pt x="3" y="7"/>
                    <a:pt x="5" y="8"/>
                    <a:pt x="7" y="9"/>
                  </a:cubicBezTo>
                  <a:cubicBezTo>
                    <a:pt x="7" y="6"/>
                    <a:pt x="6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6" name="Freeform 5994">
              <a:extLst>
                <a:ext uri="{FF2B5EF4-FFF2-40B4-BE49-F238E27FC236}">
                  <a16:creationId xmlns:a16="http://schemas.microsoft.com/office/drawing/2014/main" id="{A806E73D-664F-421A-86F7-6D0A86FAA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561"/>
              <a:ext cx="28" cy="48"/>
            </a:xfrm>
            <a:custGeom>
              <a:avLst/>
              <a:gdLst>
                <a:gd name="T0" fmla="*/ 84 w 11"/>
                <a:gd name="T1" fmla="*/ 341 h 18"/>
                <a:gd name="T2" fmla="*/ 130 w 11"/>
                <a:gd name="T3" fmla="*/ 320 h 18"/>
                <a:gd name="T4" fmla="*/ 33 w 11"/>
                <a:gd name="T5" fmla="*/ 264 h 18"/>
                <a:gd name="T6" fmla="*/ 163 w 11"/>
                <a:gd name="T7" fmla="*/ 171 h 18"/>
                <a:gd name="T8" fmla="*/ 0 w 11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8">
                  <a:moveTo>
                    <a:pt x="5" y="18"/>
                  </a:moveTo>
                  <a:cubicBezTo>
                    <a:pt x="6" y="18"/>
                    <a:pt x="7" y="18"/>
                    <a:pt x="8" y="17"/>
                  </a:cubicBezTo>
                  <a:cubicBezTo>
                    <a:pt x="7" y="15"/>
                    <a:pt x="4" y="14"/>
                    <a:pt x="2" y="14"/>
                  </a:cubicBezTo>
                  <a:cubicBezTo>
                    <a:pt x="4" y="12"/>
                    <a:pt x="9" y="10"/>
                    <a:pt x="10" y="9"/>
                  </a:cubicBezTo>
                  <a:cubicBezTo>
                    <a:pt x="11" y="4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7" name="Freeform 5995">
              <a:extLst>
                <a:ext uri="{FF2B5EF4-FFF2-40B4-BE49-F238E27FC236}">
                  <a16:creationId xmlns:a16="http://schemas.microsoft.com/office/drawing/2014/main" id="{EE870F56-EADA-4293-B544-AFFA120B0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724"/>
              <a:ext cx="27" cy="51"/>
            </a:xfrm>
            <a:custGeom>
              <a:avLst/>
              <a:gdLst>
                <a:gd name="T0" fmla="*/ 29 w 11"/>
                <a:gd name="T1" fmla="*/ 346 h 19"/>
                <a:gd name="T2" fmla="*/ 150 w 11"/>
                <a:gd name="T3" fmla="*/ 330 h 19"/>
                <a:gd name="T4" fmla="*/ 42 w 11"/>
                <a:gd name="T5" fmla="*/ 274 h 19"/>
                <a:gd name="T6" fmla="*/ 61 w 11"/>
                <a:gd name="T7" fmla="*/ 137 h 19"/>
                <a:gd name="T8" fmla="*/ 150 w 11"/>
                <a:gd name="T9" fmla="*/ 94 h 19"/>
                <a:gd name="T10" fmla="*/ 0 w 11"/>
                <a:gd name="T11" fmla="*/ 21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9">
                  <a:moveTo>
                    <a:pt x="2" y="18"/>
                  </a:moveTo>
                  <a:cubicBezTo>
                    <a:pt x="4" y="18"/>
                    <a:pt x="8" y="19"/>
                    <a:pt x="10" y="17"/>
                  </a:cubicBezTo>
                  <a:cubicBezTo>
                    <a:pt x="9" y="15"/>
                    <a:pt x="5" y="14"/>
                    <a:pt x="3" y="14"/>
                  </a:cubicBezTo>
                  <a:cubicBezTo>
                    <a:pt x="9" y="14"/>
                    <a:pt x="11" y="10"/>
                    <a:pt x="4" y="7"/>
                  </a:cubicBezTo>
                  <a:cubicBezTo>
                    <a:pt x="6" y="6"/>
                    <a:pt x="8" y="6"/>
                    <a:pt x="10" y="5"/>
                  </a:cubicBezTo>
                  <a:cubicBezTo>
                    <a:pt x="10" y="0"/>
                    <a:pt x="3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8" name="Freeform 5996">
              <a:extLst>
                <a:ext uri="{FF2B5EF4-FFF2-40B4-BE49-F238E27FC236}">
                  <a16:creationId xmlns:a16="http://schemas.microsoft.com/office/drawing/2014/main" id="{BAF5461C-909D-4A2E-9CBB-DFAF267D7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743"/>
              <a:ext cx="20" cy="16"/>
            </a:xfrm>
            <a:custGeom>
              <a:avLst/>
              <a:gdLst>
                <a:gd name="T0" fmla="*/ 0 w 8"/>
                <a:gd name="T1" fmla="*/ 21 h 6"/>
                <a:gd name="T2" fmla="*/ 125 w 8"/>
                <a:gd name="T3" fmla="*/ 35 h 6"/>
                <a:gd name="T4" fmla="*/ 50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1"/>
                  </a:moveTo>
                  <a:cubicBezTo>
                    <a:pt x="3" y="0"/>
                    <a:pt x="6" y="0"/>
                    <a:pt x="8" y="2"/>
                  </a:cubicBezTo>
                  <a:cubicBezTo>
                    <a:pt x="7" y="4"/>
                    <a:pt x="4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9" name="Freeform 5997">
              <a:extLst>
                <a:ext uri="{FF2B5EF4-FFF2-40B4-BE49-F238E27FC236}">
                  <a16:creationId xmlns:a16="http://schemas.microsoft.com/office/drawing/2014/main" id="{24900921-9B18-4F20-86EE-32158FBFB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759"/>
              <a:ext cx="30" cy="21"/>
            </a:xfrm>
            <a:custGeom>
              <a:avLst/>
              <a:gdLst>
                <a:gd name="T0" fmla="*/ 158 w 12"/>
                <a:gd name="T1" fmla="*/ 0 h 8"/>
                <a:gd name="T2" fmla="*/ 188 w 12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0" y="0"/>
                  </a:moveTo>
                  <a:cubicBezTo>
                    <a:pt x="0" y="7"/>
                    <a:pt x="12" y="8"/>
                    <a:pt x="12" y="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0" name="Freeform 5998">
              <a:extLst>
                <a:ext uri="{FF2B5EF4-FFF2-40B4-BE49-F238E27FC236}">
                  <a16:creationId xmlns:a16="http://schemas.microsoft.com/office/drawing/2014/main" id="{D423E1D2-D20F-4188-8873-A61831751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073"/>
              <a:ext cx="15" cy="19"/>
            </a:xfrm>
            <a:custGeom>
              <a:avLst/>
              <a:gdLst>
                <a:gd name="T0" fmla="*/ 95 w 6"/>
                <a:gd name="T1" fmla="*/ 60 h 7"/>
                <a:gd name="T2" fmla="*/ 20 w 6"/>
                <a:gd name="T3" fmla="*/ 22 h 7"/>
                <a:gd name="T4" fmla="*/ 63 w 6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3"/>
                    <a:pt x="2" y="6"/>
                    <a:pt x="4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1" name="Freeform 5999">
              <a:extLst>
                <a:ext uri="{FF2B5EF4-FFF2-40B4-BE49-F238E27FC236}">
                  <a16:creationId xmlns:a16="http://schemas.microsoft.com/office/drawing/2014/main" id="{C6FF8F77-4F9A-4EBB-830C-8407F2D1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119"/>
              <a:ext cx="15" cy="18"/>
            </a:xfrm>
            <a:custGeom>
              <a:avLst/>
              <a:gdLst>
                <a:gd name="T0" fmla="*/ 95 w 6"/>
                <a:gd name="T1" fmla="*/ 21 h 7"/>
                <a:gd name="T2" fmla="*/ 83 w 6"/>
                <a:gd name="T3" fmla="*/ 118 h 7"/>
                <a:gd name="T4" fmla="*/ 5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1"/>
                  </a:moveTo>
                  <a:cubicBezTo>
                    <a:pt x="6" y="3"/>
                    <a:pt x="5" y="5"/>
                    <a:pt x="5" y="7"/>
                  </a:cubicBezTo>
                  <a:cubicBezTo>
                    <a:pt x="2" y="6"/>
                    <a:pt x="0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2" name="Freeform 6000">
              <a:extLst>
                <a:ext uri="{FF2B5EF4-FFF2-40B4-BE49-F238E27FC236}">
                  <a16:creationId xmlns:a16="http://schemas.microsoft.com/office/drawing/2014/main" id="{83A2690C-ECD1-4611-95C0-6C7179538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335"/>
              <a:ext cx="20" cy="29"/>
            </a:xfrm>
            <a:custGeom>
              <a:avLst/>
              <a:gdLst>
                <a:gd name="T0" fmla="*/ 83 w 8"/>
                <a:gd name="T1" fmla="*/ 200 h 11"/>
                <a:gd name="T2" fmla="*/ 0 w 8"/>
                <a:gd name="T3" fmla="*/ 90 h 11"/>
                <a:gd name="T4" fmla="*/ 95 w 8"/>
                <a:gd name="T5" fmla="*/ 111 h 11"/>
                <a:gd name="T6" fmla="*/ 63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5" y="11"/>
                  </a:moveTo>
                  <a:cubicBezTo>
                    <a:pt x="2" y="10"/>
                    <a:pt x="0" y="7"/>
                    <a:pt x="0" y="5"/>
                  </a:cubicBezTo>
                  <a:cubicBezTo>
                    <a:pt x="1" y="5"/>
                    <a:pt x="4" y="7"/>
                    <a:pt x="6" y="6"/>
                  </a:cubicBezTo>
                  <a:cubicBezTo>
                    <a:pt x="8" y="4"/>
                    <a:pt x="6" y="0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3" name="Freeform 6001">
              <a:extLst>
                <a:ext uri="{FF2B5EF4-FFF2-40B4-BE49-F238E27FC236}">
                  <a16:creationId xmlns:a16="http://schemas.microsoft.com/office/drawing/2014/main" id="{1F2AB421-AB5D-4AB5-BC89-BFA3B08B3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236"/>
              <a:ext cx="22" cy="27"/>
            </a:xfrm>
            <a:custGeom>
              <a:avLst/>
              <a:gdLst>
                <a:gd name="T0" fmla="*/ 132 w 9"/>
                <a:gd name="T1" fmla="*/ 116 h 10"/>
                <a:gd name="T2" fmla="*/ 103 w 9"/>
                <a:gd name="T3" fmla="*/ 0 h 10"/>
                <a:gd name="T4" fmla="*/ 103 w 9"/>
                <a:gd name="T5" fmla="*/ 176 h 10"/>
                <a:gd name="T6" fmla="*/ 12 w 9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6"/>
                  </a:moveTo>
                  <a:cubicBezTo>
                    <a:pt x="9" y="3"/>
                    <a:pt x="8" y="1"/>
                    <a:pt x="7" y="0"/>
                  </a:cubicBezTo>
                  <a:cubicBezTo>
                    <a:pt x="4" y="3"/>
                    <a:pt x="6" y="6"/>
                    <a:pt x="7" y="9"/>
                  </a:cubicBezTo>
                  <a:cubicBezTo>
                    <a:pt x="3" y="10"/>
                    <a:pt x="0" y="5"/>
                    <a:pt x="1" y="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4" name="Freeform 6002">
              <a:extLst>
                <a:ext uri="{FF2B5EF4-FFF2-40B4-BE49-F238E27FC236}">
                  <a16:creationId xmlns:a16="http://schemas.microsoft.com/office/drawing/2014/main" id="{20F814F9-A075-467E-A80F-FAC054DD3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196"/>
              <a:ext cx="17" cy="16"/>
            </a:xfrm>
            <a:custGeom>
              <a:avLst/>
              <a:gdLst>
                <a:gd name="T0" fmla="*/ 0 w 7"/>
                <a:gd name="T1" fmla="*/ 93 h 6"/>
                <a:gd name="T2" fmla="*/ 100 w 7"/>
                <a:gd name="T3" fmla="*/ 77 h 6"/>
                <a:gd name="T4" fmla="*/ 12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1" y="5"/>
                    <a:pt x="6" y="6"/>
                    <a:pt x="7" y="4"/>
                  </a:cubicBezTo>
                  <a:cubicBezTo>
                    <a:pt x="7" y="1"/>
                    <a:pt x="2" y="1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5" name="Freeform 6003">
              <a:extLst>
                <a:ext uri="{FF2B5EF4-FFF2-40B4-BE49-F238E27FC236}">
                  <a16:creationId xmlns:a16="http://schemas.microsoft.com/office/drawing/2014/main" id="{C2E6D68A-9E42-40C9-BC48-E2C5C2AD7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83"/>
              <a:ext cx="25" cy="24"/>
            </a:xfrm>
            <a:custGeom>
              <a:avLst/>
              <a:gdLst>
                <a:gd name="T0" fmla="*/ 95 w 10"/>
                <a:gd name="T1" fmla="*/ 171 h 9"/>
                <a:gd name="T2" fmla="*/ 145 w 10"/>
                <a:gd name="T3" fmla="*/ 0 h 9"/>
                <a:gd name="T4" fmla="*/ 0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9"/>
                  </a:moveTo>
                  <a:cubicBezTo>
                    <a:pt x="8" y="7"/>
                    <a:pt x="10" y="3"/>
                    <a:pt x="9" y="0"/>
                  </a:cubicBezTo>
                  <a:cubicBezTo>
                    <a:pt x="6" y="0"/>
                    <a:pt x="2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6" name="Freeform 6004">
              <a:extLst>
                <a:ext uri="{FF2B5EF4-FFF2-40B4-BE49-F238E27FC236}">
                  <a16:creationId xmlns:a16="http://schemas.microsoft.com/office/drawing/2014/main" id="{0EC40B17-3262-4060-84EB-D5DB1EA48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279"/>
              <a:ext cx="22" cy="21"/>
            </a:xfrm>
            <a:custGeom>
              <a:avLst/>
              <a:gdLst>
                <a:gd name="T0" fmla="*/ 103 w 9"/>
                <a:gd name="T1" fmla="*/ 0 h 8"/>
                <a:gd name="T2" fmla="*/ 29 w 9"/>
                <a:gd name="T3" fmla="*/ 34 h 8"/>
                <a:gd name="T4" fmla="*/ 132 w 9"/>
                <a:gd name="T5" fmla="*/ 89 h 8"/>
                <a:gd name="T6" fmla="*/ 0 w 9"/>
                <a:gd name="T7" fmla="*/ 14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7" y="0"/>
                  </a:moveTo>
                  <a:cubicBezTo>
                    <a:pt x="5" y="0"/>
                    <a:pt x="3" y="0"/>
                    <a:pt x="2" y="2"/>
                  </a:cubicBezTo>
                  <a:cubicBezTo>
                    <a:pt x="4" y="3"/>
                    <a:pt x="7" y="3"/>
                    <a:pt x="9" y="5"/>
                  </a:cubicBezTo>
                  <a:cubicBezTo>
                    <a:pt x="8" y="8"/>
                    <a:pt x="3" y="8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7" name="Freeform 6005">
              <a:extLst>
                <a:ext uri="{FF2B5EF4-FFF2-40B4-BE49-F238E27FC236}">
                  <a16:creationId xmlns:a16="http://schemas.microsoft.com/office/drawing/2014/main" id="{3C4670A1-300A-4BF2-9776-764FA1749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284"/>
              <a:ext cx="28" cy="24"/>
            </a:xfrm>
            <a:custGeom>
              <a:avLst/>
              <a:gdLst>
                <a:gd name="T0" fmla="*/ 181 w 11"/>
                <a:gd name="T1" fmla="*/ 136 h 9"/>
                <a:gd name="T2" fmla="*/ 84 w 11"/>
                <a:gd name="T3" fmla="*/ 21 h 9"/>
                <a:gd name="T4" fmla="*/ 117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7"/>
                  </a:moveTo>
                  <a:cubicBezTo>
                    <a:pt x="10" y="6"/>
                    <a:pt x="7" y="0"/>
                    <a:pt x="5" y="1"/>
                  </a:cubicBezTo>
                  <a:cubicBezTo>
                    <a:pt x="0" y="1"/>
                    <a:pt x="5" y="7"/>
                    <a:pt x="7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8" name="Freeform 6006">
              <a:extLst>
                <a:ext uri="{FF2B5EF4-FFF2-40B4-BE49-F238E27FC236}">
                  <a16:creationId xmlns:a16="http://schemas.microsoft.com/office/drawing/2014/main" id="{7BC95049-140C-4E30-831A-78F53304A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367"/>
              <a:ext cx="17" cy="29"/>
            </a:xfrm>
            <a:custGeom>
              <a:avLst/>
              <a:gdLst>
                <a:gd name="T0" fmla="*/ 100 w 7"/>
                <a:gd name="T1" fmla="*/ 124 h 11"/>
                <a:gd name="T2" fmla="*/ 58 w 7"/>
                <a:gd name="T3" fmla="*/ 0 h 11"/>
                <a:gd name="T4" fmla="*/ 70 w 7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7" y="7"/>
                  </a:moveTo>
                  <a:cubicBezTo>
                    <a:pt x="7" y="4"/>
                    <a:pt x="6" y="1"/>
                    <a:pt x="4" y="0"/>
                  </a:cubicBezTo>
                  <a:cubicBezTo>
                    <a:pt x="0" y="3"/>
                    <a:pt x="2" y="8"/>
                    <a:pt x="5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9" name="Freeform 6007">
              <a:extLst>
                <a:ext uri="{FF2B5EF4-FFF2-40B4-BE49-F238E27FC236}">
                  <a16:creationId xmlns:a16="http://schemas.microsoft.com/office/drawing/2014/main" id="{1E447498-4757-4CB5-8D4C-92AE8DE7F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412"/>
              <a:ext cx="27" cy="27"/>
            </a:xfrm>
            <a:custGeom>
              <a:avLst/>
              <a:gdLst>
                <a:gd name="T0" fmla="*/ 0 w 11"/>
                <a:gd name="T1" fmla="*/ 197 h 10"/>
                <a:gd name="T2" fmla="*/ 0 w 11"/>
                <a:gd name="T3" fmla="*/ 10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1" y="10"/>
                    <a:pt x="7" y="0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0" name="Freeform 6008">
              <a:extLst>
                <a:ext uri="{FF2B5EF4-FFF2-40B4-BE49-F238E27FC236}">
                  <a16:creationId xmlns:a16="http://schemas.microsoft.com/office/drawing/2014/main" id="{208D67FC-467A-4A39-A881-91E4E4A9B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548"/>
              <a:ext cx="50" cy="24"/>
            </a:xfrm>
            <a:custGeom>
              <a:avLst/>
              <a:gdLst>
                <a:gd name="T0" fmla="*/ 50 w 20"/>
                <a:gd name="T1" fmla="*/ 0 h 9"/>
                <a:gd name="T2" fmla="*/ 20 w 20"/>
                <a:gd name="T3" fmla="*/ 115 h 9"/>
                <a:gd name="T4" fmla="*/ 95 w 20"/>
                <a:gd name="T5" fmla="*/ 21 h 9"/>
                <a:gd name="T6" fmla="*/ 145 w 20"/>
                <a:gd name="T7" fmla="*/ 171 h 9"/>
                <a:gd name="T8" fmla="*/ 220 w 20"/>
                <a:gd name="T9" fmla="*/ 21 h 9"/>
                <a:gd name="T10" fmla="*/ 238 w 20"/>
                <a:gd name="T11" fmla="*/ 93 h 9"/>
                <a:gd name="T12" fmla="*/ 300 w 20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9">
                  <a:moveTo>
                    <a:pt x="3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3" y="5"/>
                    <a:pt x="5" y="3"/>
                    <a:pt x="6" y="1"/>
                  </a:cubicBezTo>
                  <a:cubicBezTo>
                    <a:pt x="5" y="4"/>
                    <a:pt x="6" y="8"/>
                    <a:pt x="9" y="9"/>
                  </a:cubicBezTo>
                  <a:cubicBezTo>
                    <a:pt x="13" y="9"/>
                    <a:pt x="13" y="4"/>
                    <a:pt x="14" y="1"/>
                  </a:cubicBezTo>
                  <a:cubicBezTo>
                    <a:pt x="14" y="2"/>
                    <a:pt x="15" y="4"/>
                    <a:pt x="15" y="5"/>
                  </a:cubicBezTo>
                  <a:cubicBezTo>
                    <a:pt x="19" y="5"/>
                    <a:pt x="20" y="2"/>
                    <a:pt x="19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1" name="Freeform 6009">
              <a:extLst>
                <a:ext uri="{FF2B5EF4-FFF2-40B4-BE49-F238E27FC236}">
                  <a16:creationId xmlns:a16="http://schemas.microsoft.com/office/drawing/2014/main" id="{DEBFC5B6-0E8F-4C2E-9E07-199C87646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543"/>
              <a:ext cx="32" cy="21"/>
            </a:xfrm>
            <a:custGeom>
              <a:avLst/>
              <a:gdLst>
                <a:gd name="T0" fmla="*/ 74 w 13"/>
                <a:gd name="T1" fmla="*/ 144 h 8"/>
                <a:gd name="T2" fmla="*/ 0 w 13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5" y="8"/>
                  </a:moveTo>
                  <a:cubicBezTo>
                    <a:pt x="13" y="2"/>
                    <a:pt x="6" y="0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5" name="superior-view-human-brain">
            <a:extLst>
              <a:ext uri="{FF2B5EF4-FFF2-40B4-BE49-F238E27FC236}">
                <a16:creationId xmlns:a16="http://schemas.microsoft.com/office/drawing/2014/main" id="{D796B6C3-1B1B-4B3D-984A-9A77DEE2B3E1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1841500"/>
            <a:ext cx="2778125" cy="3568700"/>
            <a:chOff x="3391" y="1035"/>
            <a:chExt cx="1750" cy="2248"/>
          </a:xfrm>
        </p:grpSpPr>
        <p:grpSp>
          <p:nvGrpSpPr>
            <p:cNvPr id="49156" name="Group 6212">
              <a:extLst>
                <a:ext uri="{FF2B5EF4-FFF2-40B4-BE49-F238E27FC236}">
                  <a16:creationId xmlns:a16="http://schemas.microsoft.com/office/drawing/2014/main" id="{0414168C-7861-403C-8CFD-4B78B2B859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1" y="1035"/>
              <a:ext cx="1750" cy="2248"/>
              <a:chOff x="3391" y="1035"/>
              <a:chExt cx="1750" cy="2248"/>
            </a:xfrm>
          </p:grpSpPr>
          <p:sp>
            <p:nvSpPr>
              <p:cNvPr id="49247" name="Freeform 6012">
                <a:extLst>
                  <a:ext uri="{FF2B5EF4-FFF2-40B4-BE49-F238E27FC236}">
                    <a16:creationId xmlns:a16="http://schemas.microsoft.com/office/drawing/2014/main" id="{D9FE81F8-0105-44A0-BF28-FFEA89C23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035"/>
                <a:ext cx="1750" cy="2248"/>
              </a:xfrm>
              <a:custGeom>
                <a:avLst/>
                <a:gdLst>
                  <a:gd name="T0" fmla="*/ 5470 w 700"/>
                  <a:gd name="T1" fmla="*/ 14528 h 843"/>
                  <a:gd name="T2" fmla="*/ 5425 w 700"/>
                  <a:gd name="T3" fmla="*/ 15040 h 843"/>
                  <a:gd name="T4" fmla="*/ 5063 w 700"/>
                  <a:gd name="T5" fmla="*/ 15680 h 843"/>
                  <a:gd name="T6" fmla="*/ 3863 w 700"/>
                  <a:gd name="T7" fmla="*/ 15587 h 843"/>
                  <a:gd name="T8" fmla="*/ 2938 w 700"/>
                  <a:gd name="T9" fmla="*/ 14813 h 843"/>
                  <a:gd name="T10" fmla="*/ 1563 w 700"/>
                  <a:gd name="T11" fmla="*/ 14131 h 843"/>
                  <a:gd name="T12" fmla="*/ 750 w 700"/>
                  <a:gd name="T13" fmla="*/ 12651 h 843"/>
                  <a:gd name="T14" fmla="*/ 533 w 700"/>
                  <a:gd name="T15" fmla="*/ 12536 h 843"/>
                  <a:gd name="T16" fmla="*/ 125 w 700"/>
                  <a:gd name="T17" fmla="*/ 10013 h 843"/>
                  <a:gd name="T18" fmla="*/ 238 w 700"/>
                  <a:gd name="T19" fmla="*/ 8853 h 843"/>
                  <a:gd name="T20" fmla="*/ 283 w 700"/>
                  <a:gd name="T21" fmla="*/ 7488 h 843"/>
                  <a:gd name="T22" fmla="*/ 533 w 700"/>
                  <a:gd name="T23" fmla="*/ 6315 h 843"/>
                  <a:gd name="T24" fmla="*/ 783 w 700"/>
                  <a:gd name="T25" fmla="*/ 4573 h 843"/>
                  <a:gd name="T26" fmla="*/ 1833 w 700"/>
                  <a:gd name="T27" fmla="*/ 2539 h 843"/>
                  <a:gd name="T28" fmla="*/ 2563 w 700"/>
                  <a:gd name="T29" fmla="*/ 1309 h 843"/>
                  <a:gd name="T30" fmla="*/ 3750 w 700"/>
                  <a:gd name="T31" fmla="*/ 547 h 843"/>
                  <a:gd name="T32" fmla="*/ 5113 w 700"/>
                  <a:gd name="T33" fmla="*/ 264 h 843"/>
                  <a:gd name="T34" fmla="*/ 5470 w 700"/>
                  <a:gd name="T35" fmla="*/ 1365 h 843"/>
                  <a:gd name="T36" fmla="*/ 5813 w 700"/>
                  <a:gd name="T37" fmla="*/ 320 h 843"/>
                  <a:gd name="T38" fmla="*/ 7063 w 700"/>
                  <a:gd name="T39" fmla="*/ 605 h 843"/>
                  <a:gd name="T40" fmla="*/ 8175 w 700"/>
                  <a:gd name="T41" fmla="*/ 1080 h 843"/>
                  <a:gd name="T42" fmla="*/ 8708 w 700"/>
                  <a:gd name="T43" fmla="*/ 1536 h 843"/>
                  <a:gd name="T44" fmla="*/ 9238 w 700"/>
                  <a:gd name="T45" fmla="*/ 2752 h 843"/>
                  <a:gd name="T46" fmla="*/ 9675 w 700"/>
                  <a:gd name="T47" fmla="*/ 3491 h 843"/>
                  <a:gd name="T48" fmla="*/ 9958 w 700"/>
                  <a:gd name="T49" fmla="*/ 4323 h 843"/>
                  <a:gd name="T50" fmla="*/ 9958 w 700"/>
                  <a:gd name="T51" fmla="*/ 4856 h 843"/>
                  <a:gd name="T52" fmla="*/ 10145 w 700"/>
                  <a:gd name="T53" fmla="*/ 5213 h 843"/>
                  <a:gd name="T54" fmla="*/ 10313 w 700"/>
                  <a:gd name="T55" fmla="*/ 5747 h 843"/>
                  <a:gd name="T56" fmla="*/ 10675 w 700"/>
                  <a:gd name="T57" fmla="*/ 7488 h 843"/>
                  <a:gd name="T58" fmla="*/ 10720 w 700"/>
                  <a:gd name="T59" fmla="*/ 8853 h 843"/>
                  <a:gd name="T60" fmla="*/ 10813 w 700"/>
                  <a:gd name="T61" fmla="*/ 10013 h 843"/>
                  <a:gd name="T62" fmla="*/ 10313 w 700"/>
                  <a:gd name="T63" fmla="*/ 12459 h 843"/>
                  <a:gd name="T64" fmla="*/ 10095 w 700"/>
                  <a:gd name="T65" fmla="*/ 12608 h 843"/>
                  <a:gd name="T66" fmla="*/ 9188 w 700"/>
                  <a:gd name="T67" fmla="*/ 14109 h 843"/>
                  <a:gd name="T68" fmla="*/ 8425 w 700"/>
                  <a:gd name="T69" fmla="*/ 14677 h 843"/>
                  <a:gd name="T70" fmla="*/ 8188 w 700"/>
                  <a:gd name="T71" fmla="*/ 14997 h 843"/>
                  <a:gd name="T72" fmla="*/ 7095 w 700"/>
                  <a:gd name="T73" fmla="*/ 15587 h 843"/>
                  <a:gd name="T74" fmla="*/ 5688 w 700"/>
                  <a:gd name="T75" fmla="*/ 15667 h 843"/>
                  <a:gd name="T76" fmla="*/ 5550 w 700"/>
                  <a:gd name="T77" fmla="*/ 14941 h 843"/>
                  <a:gd name="T78" fmla="*/ 5470 w 700"/>
                  <a:gd name="T79" fmla="*/ 14528 h 84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00" h="843">
                    <a:moveTo>
                      <a:pt x="350" y="766"/>
                    </a:moveTo>
                    <a:cubicBezTo>
                      <a:pt x="350" y="766"/>
                      <a:pt x="350" y="778"/>
                      <a:pt x="347" y="793"/>
                    </a:cubicBezTo>
                    <a:cubicBezTo>
                      <a:pt x="344" y="807"/>
                      <a:pt x="346" y="811"/>
                      <a:pt x="324" y="827"/>
                    </a:cubicBezTo>
                    <a:cubicBezTo>
                      <a:pt x="301" y="843"/>
                      <a:pt x="272" y="825"/>
                      <a:pt x="247" y="822"/>
                    </a:cubicBezTo>
                    <a:cubicBezTo>
                      <a:pt x="221" y="819"/>
                      <a:pt x="191" y="801"/>
                      <a:pt x="188" y="781"/>
                    </a:cubicBezTo>
                    <a:cubicBezTo>
                      <a:pt x="180" y="787"/>
                      <a:pt x="140" y="771"/>
                      <a:pt x="100" y="745"/>
                    </a:cubicBezTo>
                    <a:cubicBezTo>
                      <a:pt x="74" y="726"/>
                      <a:pt x="44" y="694"/>
                      <a:pt x="48" y="667"/>
                    </a:cubicBezTo>
                    <a:cubicBezTo>
                      <a:pt x="48" y="667"/>
                      <a:pt x="50" y="673"/>
                      <a:pt x="34" y="661"/>
                    </a:cubicBezTo>
                    <a:cubicBezTo>
                      <a:pt x="18" y="648"/>
                      <a:pt x="10" y="566"/>
                      <a:pt x="8" y="528"/>
                    </a:cubicBezTo>
                    <a:cubicBezTo>
                      <a:pt x="7" y="489"/>
                      <a:pt x="7" y="470"/>
                      <a:pt x="15" y="467"/>
                    </a:cubicBezTo>
                    <a:cubicBezTo>
                      <a:pt x="0" y="456"/>
                      <a:pt x="16" y="425"/>
                      <a:pt x="18" y="395"/>
                    </a:cubicBezTo>
                    <a:cubicBezTo>
                      <a:pt x="20" y="365"/>
                      <a:pt x="18" y="342"/>
                      <a:pt x="34" y="333"/>
                    </a:cubicBezTo>
                    <a:cubicBezTo>
                      <a:pt x="28" y="323"/>
                      <a:pt x="40" y="283"/>
                      <a:pt x="50" y="241"/>
                    </a:cubicBezTo>
                    <a:cubicBezTo>
                      <a:pt x="60" y="200"/>
                      <a:pt x="92" y="137"/>
                      <a:pt x="117" y="134"/>
                    </a:cubicBezTo>
                    <a:cubicBezTo>
                      <a:pt x="114" y="118"/>
                      <a:pt x="146" y="67"/>
                      <a:pt x="164" y="69"/>
                    </a:cubicBezTo>
                    <a:cubicBezTo>
                      <a:pt x="170" y="57"/>
                      <a:pt x="221" y="30"/>
                      <a:pt x="240" y="29"/>
                    </a:cubicBezTo>
                    <a:cubicBezTo>
                      <a:pt x="242" y="13"/>
                      <a:pt x="288" y="0"/>
                      <a:pt x="327" y="14"/>
                    </a:cubicBezTo>
                    <a:cubicBezTo>
                      <a:pt x="340" y="19"/>
                      <a:pt x="349" y="34"/>
                      <a:pt x="350" y="72"/>
                    </a:cubicBezTo>
                    <a:cubicBezTo>
                      <a:pt x="347" y="30"/>
                      <a:pt x="359" y="22"/>
                      <a:pt x="372" y="17"/>
                    </a:cubicBezTo>
                    <a:cubicBezTo>
                      <a:pt x="410" y="3"/>
                      <a:pt x="433" y="16"/>
                      <a:pt x="452" y="32"/>
                    </a:cubicBezTo>
                    <a:cubicBezTo>
                      <a:pt x="465" y="28"/>
                      <a:pt x="503" y="44"/>
                      <a:pt x="523" y="57"/>
                    </a:cubicBezTo>
                    <a:cubicBezTo>
                      <a:pt x="530" y="62"/>
                      <a:pt x="550" y="73"/>
                      <a:pt x="557" y="81"/>
                    </a:cubicBezTo>
                    <a:cubicBezTo>
                      <a:pt x="568" y="92"/>
                      <a:pt x="584" y="124"/>
                      <a:pt x="591" y="145"/>
                    </a:cubicBezTo>
                    <a:cubicBezTo>
                      <a:pt x="594" y="154"/>
                      <a:pt x="611" y="174"/>
                      <a:pt x="619" y="184"/>
                    </a:cubicBezTo>
                    <a:cubicBezTo>
                      <a:pt x="627" y="193"/>
                      <a:pt x="632" y="210"/>
                      <a:pt x="637" y="228"/>
                    </a:cubicBezTo>
                    <a:cubicBezTo>
                      <a:pt x="639" y="237"/>
                      <a:pt x="637" y="256"/>
                      <a:pt x="637" y="256"/>
                    </a:cubicBezTo>
                    <a:cubicBezTo>
                      <a:pt x="637" y="256"/>
                      <a:pt x="647" y="269"/>
                      <a:pt x="649" y="275"/>
                    </a:cubicBezTo>
                    <a:cubicBezTo>
                      <a:pt x="653" y="286"/>
                      <a:pt x="657" y="295"/>
                      <a:pt x="660" y="303"/>
                    </a:cubicBezTo>
                    <a:cubicBezTo>
                      <a:pt x="666" y="318"/>
                      <a:pt x="681" y="365"/>
                      <a:pt x="683" y="395"/>
                    </a:cubicBezTo>
                    <a:cubicBezTo>
                      <a:pt x="684" y="425"/>
                      <a:pt x="700" y="456"/>
                      <a:pt x="686" y="467"/>
                    </a:cubicBezTo>
                    <a:cubicBezTo>
                      <a:pt x="694" y="470"/>
                      <a:pt x="694" y="489"/>
                      <a:pt x="692" y="528"/>
                    </a:cubicBezTo>
                    <a:cubicBezTo>
                      <a:pt x="691" y="544"/>
                      <a:pt x="674" y="640"/>
                      <a:pt x="660" y="657"/>
                    </a:cubicBezTo>
                    <a:cubicBezTo>
                      <a:pt x="655" y="664"/>
                      <a:pt x="646" y="665"/>
                      <a:pt x="646" y="665"/>
                    </a:cubicBezTo>
                    <a:cubicBezTo>
                      <a:pt x="650" y="674"/>
                      <a:pt x="628" y="714"/>
                      <a:pt x="588" y="744"/>
                    </a:cubicBezTo>
                    <a:cubicBezTo>
                      <a:pt x="568" y="757"/>
                      <a:pt x="550" y="778"/>
                      <a:pt x="539" y="774"/>
                    </a:cubicBezTo>
                    <a:cubicBezTo>
                      <a:pt x="534" y="777"/>
                      <a:pt x="533" y="784"/>
                      <a:pt x="524" y="791"/>
                    </a:cubicBezTo>
                    <a:cubicBezTo>
                      <a:pt x="504" y="804"/>
                      <a:pt x="471" y="820"/>
                      <a:pt x="454" y="822"/>
                    </a:cubicBezTo>
                    <a:cubicBezTo>
                      <a:pt x="428" y="825"/>
                      <a:pt x="406" y="843"/>
                      <a:pt x="364" y="826"/>
                    </a:cubicBezTo>
                    <a:cubicBezTo>
                      <a:pt x="351" y="821"/>
                      <a:pt x="358" y="802"/>
                      <a:pt x="355" y="788"/>
                    </a:cubicBezTo>
                    <a:cubicBezTo>
                      <a:pt x="352" y="773"/>
                      <a:pt x="350" y="766"/>
                      <a:pt x="350" y="766"/>
                    </a:cubicBezTo>
                    <a:close/>
                  </a:path>
                </a:pathLst>
              </a:custGeom>
              <a:solidFill>
                <a:srgbClr val="E8E4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48" name="Freeform 6013">
                <a:extLst>
                  <a:ext uri="{FF2B5EF4-FFF2-40B4-BE49-F238E27FC236}">
                    <a16:creationId xmlns:a16="http://schemas.microsoft.com/office/drawing/2014/main" id="{0067113C-9FAD-46D1-AEAE-4E1F99B12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83"/>
                <a:ext cx="133" cy="501"/>
              </a:xfrm>
              <a:custGeom>
                <a:avLst/>
                <a:gdLst>
                  <a:gd name="T0" fmla="*/ 818 w 53"/>
                  <a:gd name="T1" fmla="*/ 773 h 188"/>
                  <a:gd name="T2" fmla="*/ 725 w 53"/>
                  <a:gd name="T3" fmla="*/ 1535 h 188"/>
                  <a:gd name="T4" fmla="*/ 788 w 53"/>
                  <a:gd name="T5" fmla="*/ 2513 h 188"/>
                  <a:gd name="T6" fmla="*/ 693 w 53"/>
                  <a:gd name="T7" fmla="*/ 3275 h 188"/>
                  <a:gd name="T8" fmla="*/ 208 w 53"/>
                  <a:gd name="T9" fmla="*/ 3408 h 188"/>
                  <a:gd name="T10" fmla="*/ 125 w 53"/>
                  <a:gd name="T11" fmla="*/ 3296 h 188"/>
                  <a:gd name="T12" fmla="*/ 409 w 53"/>
                  <a:gd name="T13" fmla="*/ 2116 h 188"/>
                  <a:gd name="T14" fmla="*/ 535 w 53"/>
                  <a:gd name="T15" fmla="*/ 1327 h 188"/>
                  <a:gd name="T16" fmla="*/ 459 w 53"/>
                  <a:gd name="T17" fmla="*/ 986 h 188"/>
                  <a:gd name="T18" fmla="*/ 113 w 53"/>
                  <a:gd name="T19" fmla="*/ 943 h 188"/>
                  <a:gd name="T20" fmla="*/ 113 w 53"/>
                  <a:gd name="T21" fmla="*/ 533 h 188"/>
                  <a:gd name="T22" fmla="*/ 0 w 53"/>
                  <a:gd name="T23" fmla="*/ 192 h 188"/>
                  <a:gd name="T24" fmla="*/ 284 w 53"/>
                  <a:gd name="T25" fmla="*/ 320 h 188"/>
                  <a:gd name="T26" fmla="*/ 459 w 53"/>
                  <a:gd name="T27" fmla="*/ 0 h 188"/>
                  <a:gd name="T28" fmla="*/ 630 w 53"/>
                  <a:gd name="T29" fmla="*/ 192 h 188"/>
                  <a:gd name="T30" fmla="*/ 743 w 53"/>
                  <a:gd name="T31" fmla="*/ 456 h 18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3" h="188">
                    <a:moveTo>
                      <a:pt x="52" y="41"/>
                    </a:moveTo>
                    <a:cubicBezTo>
                      <a:pt x="42" y="54"/>
                      <a:pt x="44" y="66"/>
                      <a:pt x="46" y="81"/>
                    </a:cubicBezTo>
                    <a:cubicBezTo>
                      <a:pt x="48" y="98"/>
                      <a:pt x="50" y="115"/>
                      <a:pt x="50" y="133"/>
                    </a:cubicBezTo>
                    <a:cubicBezTo>
                      <a:pt x="50" y="145"/>
                      <a:pt x="53" y="162"/>
                      <a:pt x="44" y="173"/>
                    </a:cubicBezTo>
                    <a:cubicBezTo>
                      <a:pt x="38" y="181"/>
                      <a:pt x="21" y="188"/>
                      <a:pt x="13" y="180"/>
                    </a:cubicBezTo>
                    <a:cubicBezTo>
                      <a:pt x="15" y="176"/>
                      <a:pt x="11" y="178"/>
                      <a:pt x="8" y="174"/>
                    </a:cubicBezTo>
                    <a:cubicBezTo>
                      <a:pt x="39" y="178"/>
                      <a:pt x="46" y="126"/>
                      <a:pt x="26" y="112"/>
                    </a:cubicBezTo>
                    <a:cubicBezTo>
                      <a:pt x="50" y="103"/>
                      <a:pt x="32" y="85"/>
                      <a:pt x="34" y="70"/>
                    </a:cubicBezTo>
                    <a:cubicBezTo>
                      <a:pt x="35" y="60"/>
                      <a:pt x="38" y="57"/>
                      <a:pt x="29" y="52"/>
                    </a:cubicBezTo>
                    <a:cubicBezTo>
                      <a:pt x="23" y="48"/>
                      <a:pt x="14" y="49"/>
                      <a:pt x="7" y="50"/>
                    </a:cubicBezTo>
                    <a:cubicBezTo>
                      <a:pt x="5" y="44"/>
                      <a:pt x="8" y="35"/>
                      <a:pt x="7" y="28"/>
                    </a:cubicBezTo>
                    <a:cubicBezTo>
                      <a:pt x="6" y="21"/>
                      <a:pt x="4" y="16"/>
                      <a:pt x="0" y="10"/>
                    </a:cubicBezTo>
                    <a:cubicBezTo>
                      <a:pt x="10" y="5"/>
                      <a:pt x="10" y="14"/>
                      <a:pt x="18" y="17"/>
                    </a:cubicBezTo>
                    <a:cubicBezTo>
                      <a:pt x="31" y="23"/>
                      <a:pt x="39" y="10"/>
                      <a:pt x="29" y="0"/>
                    </a:cubicBezTo>
                    <a:cubicBezTo>
                      <a:pt x="33" y="4"/>
                      <a:pt x="38" y="6"/>
                      <a:pt x="40" y="10"/>
                    </a:cubicBezTo>
                    <a:cubicBezTo>
                      <a:pt x="43" y="16"/>
                      <a:pt x="38" y="21"/>
                      <a:pt x="47" y="2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49" name="Freeform 6014">
                <a:extLst>
                  <a:ext uri="{FF2B5EF4-FFF2-40B4-BE49-F238E27FC236}">
                    <a16:creationId xmlns:a16="http://schemas.microsoft.com/office/drawing/2014/main" id="{8A8081CE-A233-4B02-B239-A56460C59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589"/>
                <a:ext cx="235" cy="630"/>
              </a:xfrm>
              <a:custGeom>
                <a:avLst/>
                <a:gdLst>
                  <a:gd name="T0" fmla="*/ 783 w 94"/>
                  <a:gd name="T1" fmla="*/ 93 h 236"/>
                  <a:gd name="T2" fmla="*/ 1300 w 94"/>
                  <a:gd name="T3" fmla="*/ 171 h 236"/>
                  <a:gd name="T4" fmla="*/ 1208 w 94"/>
                  <a:gd name="T5" fmla="*/ 833 h 236"/>
                  <a:gd name="T6" fmla="*/ 1313 w 94"/>
                  <a:gd name="T7" fmla="*/ 1618 h 236"/>
                  <a:gd name="T8" fmla="*/ 1458 w 94"/>
                  <a:gd name="T9" fmla="*/ 2280 h 236"/>
                  <a:gd name="T10" fmla="*/ 1313 w 94"/>
                  <a:gd name="T11" fmla="*/ 2779 h 236"/>
                  <a:gd name="T12" fmla="*/ 1250 w 94"/>
                  <a:gd name="T13" fmla="*/ 3385 h 236"/>
                  <a:gd name="T14" fmla="*/ 1175 w 94"/>
                  <a:gd name="T15" fmla="*/ 4055 h 236"/>
                  <a:gd name="T16" fmla="*/ 895 w 94"/>
                  <a:gd name="T17" fmla="*/ 4490 h 236"/>
                  <a:gd name="T18" fmla="*/ 688 w 94"/>
                  <a:gd name="T19" fmla="*/ 3655 h 236"/>
                  <a:gd name="T20" fmla="*/ 50 w 94"/>
                  <a:gd name="T21" fmla="*/ 3727 h 236"/>
                  <a:gd name="T22" fmla="*/ 395 w 94"/>
                  <a:gd name="T23" fmla="*/ 3500 h 236"/>
                  <a:gd name="T24" fmla="*/ 863 w 94"/>
                  <a:gd name="T25" fmla="*/ 3500 h 236"/>
                  <a:gd name="T26" fmla="*/ 895 w 94"/>
                  <a:gd name="T27" fmla="*/ 2608 h 236"/>
                  <a:gd name="T28" fmla="*/ 988 w 94"/>
                  <a:gd name="T29" fmla="*/ 1994 h 236"/>
                  <a:gd name="T30" fmla="*/ 1113 w 94"/>
                  <a:gd name="T31" fmla="*/ 1639 h 236"/>
                  <a:gd name="T32" fmla="*/ 958 w 94"/>
                  <a:gd name="T33" fmla="*/ 1369 h 236"/>
                  <a:gd name="T34" fmla="*/ 363 w 94"/>
                  <a:gd name="T35" fmla="*/ 1183 h 236"/>
                  <a:gd name="T36" fmla="*/ 658 w 94"/>
                  <a:gd name="T37" fmla="*/ 1161 h 236"/>
                  <a:gd name="T38" fmla="*/ 988 w 94"/>
                  <a:gd name="T39" fmla="*/ 913 h 236"/>
                  <a:gd name="T40" fmla="*/ 833 w 94"/>
                  <a:gd name="T41" fmla="*/ 171 h 2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4" h="236">
                    <a:moveTo>
                      <a:pt x="50" y="5"/>
                    </a:moveTo>
                    <a:cubicBezTo>
                      <a:pt x="60" y="5"/>
                      <a:pt x="80" y="0"/>
                      <a:pt x="83" y="9"/>
                    </a:cubicBezTo>
                    <a:cubicBezTo>
                      <a:pt x="86" y="19"/>
                      <a:pt x="77" y="34"/>
                      <a:pt x="77" y="44"/>
                    </a:cubicBezTo>
                    <a:cubicBezTo>
                      <a:pt x="77" y="58"/>
                      <a:pt x="82" y="72"/>
                      <a:pt x="84" y="85"/>
                    </a:cubicBezTo>
                    <a:cubicBezTo>
                      <a:pt x="86" y="96"/>
                      <a:pt x="94" y="111"/>
                      <a:pt x="93" y="120"/>
                    </a:cubicBezTo>
                    <a:cubicBezTo>
                      <a:pt x="92" y="129"/>
                      <a:pt x="86" y="138"/>
                      <a:pt x="84" y="146"/>
                    </a:cubicBezTo>
                    <a:cubicBezTo>
                      <a:pt x="82" y="157"/>
                      <a:pt x="81" y="167"/>
                      <a:pt x="80" y="178"/>
                    </a:cubicBezTo>
                    <a:cubicBezTo>
                      <a:pt x="79" y="190"/>
                      <a:pt x="78" y="202"/>
                      <a:pt x="75" y="213"/>
                    </a:cubicBezTo>
                    <a:cubicBezTo>
                      <a:pt x="72" y="224"/>
                      <a:pt x="65" y="228"/>
                      <a:pt x="57" y="236"/>
                    </a:cubicBezTo>
                    <a:cubicBezTo>
                      <a:pt x="60" y="222"/>
                      <a:pt x="60" y="199"/>
                      <a:pt x="44" y="192"/>
                    </a:cubicBezTo>
                    <a:cubicBezTo>
                      <a:pt x="30" y="187"/>
                      <a:pt x="16" y="200"/>
                      <a:pt x="3" y="196"/>
                    </a:cubicBezTo>
                    <a:cubicBezTo>
                      <a:pt x="0" y="183"/>
                      <a:pt x="17" y="183"/>
                      <a:pt x="25" y="184"/>
                    </a:cubicBezTo>
                    <a:cubicBezTo>
                      <a:pt x="36" y="186"/>
                      <a:pt x="44" y="190"/>
                      <a:pt x="55" y="184"/>
                    </a:cubicBezTo>
                    <a:cubicBezTo>
                      <a:pt x="73" y="174"/>
                      <a:pt x="76" y="147"/>
                      <a:pt x="57" y="137"/>
                    </a:cubicBezTo>
                    <a:cubicBezTo>
                      <a:pt x="77" y="135"/>
                      <a:pt x="78" y="115"/>
                      <a:pt x="63" y="105"/>
                    </a:cubicBezTo>
                    <a:cubicBezTo>
                      <a:pt x="71" y="102"/>
                      <a:pt x="72" y="93"/>
                      <a:pt x="71" y="86"/>
                    </a:cubicBezTo>
                    <a:cubicBezTo>
                      <a:pt x="70" y="77"/>
                      <a:pt x="68" y="76"/>
                      <a:pt x="61" y="72"/>
                    </a:cubicBezTo>
                    <a:cubicBezTo>
                      <a:pt x="50" y="67"/>
                      <a:pt x="35" y="66"/>
                      <a:pt x="23" y="62"/>
                    </a:cubicBezTo>
                    <a:cubicBezTo>
                      <a:pt x="29" y="59"/>
                      <a:pt x="35" y="62"/>
                      <a:pt x="42" y="61"/>
                    </a:cubicBezTo>
                    <a:cubicBezTo>
                      <a:pt x="49" y="59"/>
                      <a:pt x="59" y="54"/>
                      <a:pt x="63" y="48"/>
                    </a:cubicBezTo>
                    <a:cubicBezTo>
                      <a:pt x="71" y="36"/>
                      <a:pt x="64" y="17"/>
                      <a:pt x="53" y="9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0" name="Freeform 6015">
                <a:extLst>
                  <a:ext uri="{FF2B5EF4-FFF2-40B4-BE49-F238E27FC236}">
                    <a16:creationId xmlns:a16="http://schemas.microsoft.com/office/drawing/2014/main" id="{2EA1EFEC-1E13-4620-8D52-66AB716F6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803"/>
                <a:ext cx="57" cy="160"/>
              </a:xfrm>
              <a:custGeom>
                <a:avLst/>
                <a:gdLst>
                  <a:gd name="T0" fmla="*/ 245 w 23"/>
                  <a:gd name="T1" fmla="*/ 0 h 60"/>
                  <a:gd name="T2" fmla="*/ 92 w 23"/>
                  <a:gd name="T3" fmla="*/ 1139 h 60"/>
                  <a:gd name="T4" fmla="*/ 216 w 23"/>
                  <a:gd name="T5" fmla="*/ 683 h 60"/>
                  <a:gd name="T6" fmla="*/ 228 w 23"/>
                  <a:gd name="T7" fmla="*/ 363 h 60"/>
                  <a:gd name="T8" fmla="*/ 349 w 23"/>
                  <a:gd name="T9" fmla="*/ 3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0">
                    <a:moveTo>
                      <a:pt x="16" y="0"/>
                    </a:moveTo>
                    <a:cubicBezTo>
                      <a:pt x="1" y="12"/>
                      <a:pt x="0" y="44"/>
                      <a:pt x="6" y="60"/>
                    </a:cubicBezTo>
                    <a:cubicBezTo>
                      <a:pt x="5" y="54"/>
                      <a:pt x="4" y="34"/>
                      <a:pt x="14" y="36"/>
                    </a:cubicBezTo>
                    <a:cubicBezTo>
                      <a:pt x="7" y="31"/>
                      <a:pt x="9" y="23"/>
                      <a:pt x="15" y="19"/>
                    </a:cubicBezTo>
                    <a:cubicBezTo>
                      <a:pt x="9" y="12"/>
                      <a:pt x="17" y="6"/>
                      <a:pt x="2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1" name="Freeform 6016">
                <a:extLst>
                  <a:ext uri="{FF2B5EF4-FFF2-40B4-BE49-F238E27FC236}">
                    <a16:creationId xmlns:a16="http://schemas.microsoft.com/office/drawing/2014/main" id="{499FB43D-B15B-4BFF-80A7-A35996F0B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957"/>
                <a:ext cx="62" cy="155"/>
              </a:xfrm>
              <a:custGeom>
                <a:avLst/>
                <a:gdLst>
                  <a:gd name="T0" fmla="*/ 278 w 25"/>
                  <a:gd name="T1" fmla="*/ 0 h 58"/>
                  <a:gd name="T2" fmla="*/ 382 w 25"/>
                  <a:gd name="T3" fmla="*/ 1106 h 58"/>
                  <a:gd name="T4" fmla="*/ 278 w 25"/>
                  <a:gd name="T5" fmla="*/ 94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8">
                    <a:moveTo>
                      <a:pt x="18" y="0"/>
                    </a:moveTo>
                    <a:cubicBezTo>
                      <a:pt x="9" y="14"/>
                      <a:pt x="0" y="58"/>
                      <a:pt x="25" y="58"/>
                    </a:cubicBezTo>
                    <a:cubicBezTo>
                      <a:pt x="4" y="49"/>
                      <a:pt x="18" y="22"/>
                      <a:pt x="1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2" name="Freeform 6017">
                <a:extLst>
                  <a:ext uri="{FF2B5EF4-FFF2-40B4-BE49-F238E27FC236}">
                    <a16:creationId xmlns:a16="http://schemas.microsoft.com/office/drawing/2014/main" id="{0706B4FC-506E-4FF0-9EEE-6EC5F1A09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861"/>
                <a:ext cx="85" cy="206"/>
              </a:xfrm>
              <a:custGeom>
                <a:avLst/>
                <a:gdLst>
                  <a:gd name="T0" fmla="*/ 333 w 34"/>
                  <a:gd name="T1" fmla="*/ 0 h 77"/>
                  <a:gd name="T2" fmla="*/ 20 w 34"/>
                  <a:gd name="T3" fmla="*/ 958 h 77"/>
                  <a:gd name="T4" fmla="*/ 520 w 34"/>
                  <a:gd name="T5" fmla="*/ 1474 h 77"/>
                  <a:gd name="T6" fmla="*/ 533 w 34"/>
                  <a:gd name="T7" fmla="*/ 1153 h 77"/>
                  <a:gd name="T8" fmla="*/ 283 w 34"/>
                  <a:gd name="T9" fmla="*/ 902 h 77"/>
                  <a:gd name="T10" fmla="*/ 208 w 34"/>
                  <a:gd name="T11" fmla="*/ 573 h 77"/>
                  <a:gd name="T12" fmla="*/ 250 w 34"/>
                  <a:gd name="T13" fmla="*/ 500 h 77"/>
                  <a:gd name="T14" fmla="*/ 208 w 34"/>
                  <a:gd name="T15" fmla="*/ 385 h 77"/>
                  <a:gd name="T16" fmla="*/ 300 w 34"/>
                  <a:gd name="T17" fmla="*/ 150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77">
                    <a:moveTo>
                      <a:pt x="21" y="0"/>
                    </a:moveTo>
                    <a:cubicBezTo>
                      <a:pt x="12" y="16"/>
                      <a:pt x="0" y="30"/>
                      <a:pt x="1" y="50"/>
                    </a:cubicBezTo>
                    <a:cubicBezTo>
                      <a:pt x="2" y="70"/>
                      <a:pt x="20" y="68"/>
                      <a:pt x="33" y="77"/>
                    </a:cubicBezTo>
                    <a:cubicBezTo>
                      <a:pt x="27" y="72"/>
                      <a:pt x="27" y="64"/>
                      <a:pt x="34" y="60"/>
                    </a:cubicBezTo>
                    <a:cubicBezTo>
                      <a:pt x="21" y="64"/>
                      <a:pt x="10" y="64"/>
                      <a:pt x="18" y="47"/>
                    </a:cubicBezTo>
                    <a:cubicBezTo>
                      <a:pt x="3" y="57"/>
                      <a:pt x="12" y="33"/>
                      <a:pt x="13" y="30"/>
                    </a:cubicBezTo>
                    <a:cubicBezTo>
                      <a:pt x="13" y="29"/>
                      <a:pt x="15" y="28"/>
                      <a:pt x="16" y="26"/>
                    </a:cubicBezTo>
                    <a:cubicBezTo>
                      <a:pt x="16" y="24"/>
                      <a:pt x="13" y="22"/>
                      <a:pt x="13" y="20"/>
                    </a:cubicBezTo>
                    <a:cubicBezTo>
                      <a:pt x="14" y="15"/>
                      <a:pt x="14" y="12"/>
                      <a:pt x="1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3" name="Freeform 6018">
                <a:extLst>
                  <a:ext uri="{FF2B5EF4-FFF2-40B4-BE49-F238E27FC236}">
                    <a16:creationId xmlns:a16="http://schemas.microsoft.com/office/drawing/2014/main" id="{DE458A7E-3225-4F48-8773-B980D7FFE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493"/>
                <a:ext cx="52" cy="203"/>
              </a:xfrm>
              <a:custGeom>
                <a:avLst/>
                <a:gdLst>
                  <a:gd name="T0" fmla="*/ 287 w 21"/>
                  <a:gd name="T1" fmla="*/ 0 h 76"/>
                  <a:gd name="T2" fmla="*/ 42 w 21"/>
                  <a:gd name="T3" fmla="*/ 307 h 76"/>
                  <a:gd name="T4" fmla="*/ 12 w 21"/>
                  <a:gd name="T5" fmla="*/ 684 h 76"/>
                  <a:gd name="T6" fmla="*/ 258 w 21"/>
                  <a:gd name="T7" fmla="*/ 1221 h 76"/>
                  <a:gd name="T8" fmla="*/ 245 w 21"/>
                  <a:gd name="T9" fmla="*/ 727 h 76"/>
                  <a:gd name="T10" fmla="*/ 124 w 21"/>
                  <a:gd name="T11" fmla="*/ 422 h 76"/>
                  <a:gd name="T12" fmla="*/ 319 w 21"/>
                  <a:gd name="T13" fmla="*/ 3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6">
                    <a:moveTo>
                      <a:pt x="19" y="0"/>
                    </a:moveTo>
                    <a:cubicBezTo>
                      <a:pt x="14" y="6"/>
                      <a:pt x="6" y="9"/>
                      <a:pt x="3" y="16"/>
                    </a:cubicBezTo>
                    <a:cubicBezTo>
                      <a:pt x="0" y="22"/>
                      <a:pt x="1" y="30"/>
                      <a:pt x="1" y="36"/>
                    </a:cubicBezTo>
                    <a:cubicBezTo>
                      <a:pt x="2" y="43"/>
                      <a:pt x="5" y="76"/>
                      <a:pt x="17" y="64"/>
                    </a:cubicBezTo>
                    <a:cubicBezTo>
                      <a:pt x="6" y="64"/>
                      <a:pt x="6" y="41"/>
                      <a:pt x="16" y="38"/>
                    </a:cubicBezTo>
                    <a:cubicBezTo>
                      <a:pt x="8" y="35"/>
                      <a:pt x="7" y="30"/>
                      <a:pt x="8" y="22"/>
                    </a:cubicBezTo>
                    <a:cubicBezTo>
                      <a:pt x="8" y="13"/>
                      <a:pt x="12" y="5"/>
                      <a:pt x="2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4" name="Freeform 6019">
                <a:extLst>
                  <a:ext uri="{FF2B5EF4-FFF2-40B4-BE49-F238E27FC236}">
                    <a16:creationId xmlns:a16="http://schemas.microsoft.com/office/drawing/2014/main" id="{2D922AAF-05FF-42C4-ACEC-1C6601665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064"/>
                <a:ext cx="230" cy="91"/>
              </a:xfrm>
              <a:custGeom>
                <a:avLst/>
                <a:gdLst>
                  <a:gd name="T0" fmla="*/ 175 w 92"/>
                  <a:gd name="T1" fmla="*/ 653 h 34"/>
                  <a:gd name="T2" fmla="*/ 658 w 92"/>
                  <a:gd name="T3" fmla="*/ 56 h 34"/>
                  <a:gd name="T4" fmla="*/ 1438 w 92"/>
                  <a:gd name="T5" fmla="*/ 401 h 34"/>
                  <a:gd name="T6" fmla="*/ 720 w 92"/>
                  <a:gd name="T7" fmla="*/ 573 h 34"/>
                  <a:gd name="T8" fmla="*/ 188 w 92"/>
                  <a:gd name="T9" fmla="*/ 51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34">
                    <a:moveTo>
                      <a:pt x="11" y="34"/>
                    </a:moveTo>
                    <a:cubicBezTo>
                      <a:pt x="0" y="20"/>
                      <a:pt x="16" y="5"/>
                      <a:pt x="42" y="3"/>
                    </a:cubicBezTo>
                    <a:cubicBezTo>
                      <a:pt x="60" y="2"/>
                      <a:pt x="85" y="0"/>
                      <a:pt x="92" y="21"/>
                    </a:cubicBezTo>
                    <a:cubicBezTo>
                      <a:pt x="81" y="10"/>
                      <a:pt x="42" y="5"/>
                      <a:pt x="46" y="30"/>
                    </a:cubicBezTo>
                    <a:cubicBezTo>
                      <a:pt x="41" y="6"/>
                      <a:pt x="24" y="13"/>
                      <a:pt x="1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5" name="Freeform 6020">
                <a:extLst>
                  <a:ext uri="{FF2B5EF4-FFF2-40B4-BE49-F238E27FC236}">
                    <a16:creationId xmlns:a16="http://schemas.microsoft.com/office/drawing/2014/main" id="{AD7E12F2-83BE-4E21-B4B1-4659EB181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144"/>
                <a:ext cx="120" cy="61"/>
              </a:xfrm>
              <a:custGeom>
                <a:avLst/>
                <a:gdLst>
                  <a:gd name="T0" fmla="*/ 0 w 48"/>
                  <a:gd name="T1" fmla="*/ 430 h 23"/>
                  <a:gd name="T2" fmla="*/ 750 w 4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3">
                    <a:moveTo>
                      <a:pt x="0" y="23"/>
                    </a:moveTo>
                    <a:cubicBezTo>
                      <a:pt x="14" y="13"/>
                      <a:pt x="31" y="3"/>
                      <a:pt x="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6" name="Freeform 6021">
                <a:extLst>
                  <a:ext uri="{FF2B5EF4-FFF2-40B4-BE49-F238E27FC236}">
                    <a16:creationId xmlns:a16="http://schemas.microsoft.com/office/drawing/2014/main" id="{2288136B-7C75-4C37-9248-4FF3D91A3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227"/>
                <a:ext cx="113" cy="184"/>
              </a:xfrm>
              <a:custGeom>
                <a:avLst/>
                <a:gdLst>
                  <a:gd name="T0" fmla="*/ 713 w 45"/>
                  <a:gd name="T1" fmla="*/ 77 h 69"/>
                  <a:gd name="T2" fmla="*/ 208 w 45"/>
                  <a:gd name="T3" fmla="*/ 683 h 69"/>
                  <a:gd name="T4" fmla="*/ 304 w 45"/>
                  <a:gd name="T5" fmla="*/ 1309 h 69"/>
                  <a:gd name="T6" fmla="*/ 334 w 45"/>
                  <a:gd name="T7" fmla="*/ 819 h 69"/>
                  <a:gd name="T8" fmla="*/ 472 w 45"/>
                  <a:gd name="T9" fmla="*/ 512 h 69"/>
                  <a:gd name="T10" fmla="*/ 522 w 45"/>
                  <a:gd name="T11" fmla="*/ 227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9">
                    <a:moveTo>
                      <a:pt x="45" y="4"/>
                    </a:moveTo>
                    <a:cubicBezTo>
                      <a:pt x="33" y="0"/>
                      <a:pt x="18" y="26"/>
                      <a:pt x="13" y="36"/>
                    </a:cubicBezTo>
                    <a:cubicBezTo>
                      <a:pt x="7" y="49"/>
                      <a:pt x="0" y="65"/>
                      <a:pt x="19" y="69"/>
                    </a:cubicBezTo>
                    <a:cubicBezTo>
                      <a:pt x="9" y="63"/>
                      <a:pt x="9" y="46"/>
                      <a:pt x="21" y="43"/>
                    </a:cubicBezTo>
                    <a:cubicBezTo>
                      <a:pt x="15" y="35"/>
                      <a:pt x="23" y="29"/>
                      <a:pt x="30" y="27"/>
                    </a:cubicBezTo>
                    <a:cubicBezTo>
                      <a:pt x="25" y="22"/>
                      <a:pt x="28" y="15"/>
                      <a:pt x="33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7" name="Freeform 6022">
                <a:extLst>
                  <a:ext uri="{FF2B5EF4-FFF2-40B4-BE49-F238E27FC236}">
                    <a16:creationId xmlns:a16="http://schemas.microsoft.com/office/drawing/2014/main" id="{F35135AC-F839-4BDC-A573-7F10105A4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872"/>
                <a:ext cx="177" cy="187"/>
              </a:xfrm>
              <a:custGeom>
                <a:avLst/>
                <a:gdLst>
                  <a:gd name="T0" fmla="*/ 0 w 71"/>
                  <a:gd name="T1" fmla="*/ 1336 h 70"/>
                  <a:gd name="T2" fmla="*/ 217 w 71"/>
                  <a:gd name="T3" fmla="*/ 914 h 70"/>
                  <a:gd name="T4" fmla="*/ 603 w 71"/>
                  <a:gd name="T5" fmla="*/ 900 h 70"/>
                  <a:gd name="T6" fmla="*/ 1099 w 71"/>
                  <a:gd name="T7" fmla="*/ 0 h 70"/>
                  <a:gd name="T8" fmla="*/ 995 w 71"/>
                  <a:gd name="T9" fmla="*/ 363 h 70"/>
                  <a:gd name="T10" fmla="*/ 870 w 71"/>
                  <a:gd name="T11" fmla="*/ 764 h 70"/>
                  <a:gd name="T12" fmla="*/ 715 w 71"/>
                  <a:gd name="T13" fmla="*/ 1162 h 70"/>
                  <a:gd name="T14" fmla="*/ 541 w 71"/>
                  <a:gd name="T15" fmla="*/ 1298 h 70"/>
                  <a:gd name="T16" fmla="*/ 404 w 71"/>
                  <a:gd name="T17" fmla="*/ 1029 h 70"/>
                  <a:gd name="T18" fmla="*/ 0 w 71"/>
                  <a:gd name="T19" fmla="*/ 1336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70">
                    <a:moveTo>
                      <a:pt x="0" y="70"/>
                    </a:moveTo>
                    <a:cubicBezTo>
                      <a:pt x="1" y="62"/>
                      <a:pt x="2" y="49"/>
                      <a:pt x="14" y="48"/>
                    </a:cubicBezTo>
                    <a:cubicBezTo>
                      <a:pt x="24" y="47"/>
                      <a:pt x="28" y="54"/>
                      <a:pt x="39" y="47"/>
                    </a:cubicBezTo>
                    <a:cubicBezTo>
                      <a:pt x="55" y="34"/>
                      <a:pt x="45" y="1"/>
                      <a:pt x="71" y="0"/>
                    </a:cubicBezTo>
                    <a:cubicBezTo>
                      <a:pt x="61" y="2"/>
                      <a:pt x="55" y="10"/>
                      <a:pt x="64" y="19"/>
                    </a:cubicBezTo>
                    <a:cubicBezTo>
                      <a:pt x="51" y="15"/>
                      <a:pt x="54" y="33"/>
                      <a:pt x="56" y="40"/>
                    </a:cubicBezTo>
                    <a:cubicBezTo>
                      <a:pt x="44" y="35"/>
                      <a:pt x="45" y="54"/>
                      <a:pt x="46" y="61"/>
                    </a:cubicBezTo>
                    <a:cubicBezTo>
                      <a:pt x="40" y="57"/>
                      <a:pt x="33" y="59"/>
                      <a:pt x="35" y="68"/>
                    </a:cubicBezTo>
                    <a:cubicBezTo>
                      <a:pt x="33" y="63"/>
                      <a:pt x="29" y="59"/>
                      <a:pt x="26" y="54"/>
                    </a:cubicBezTo>
                    <a:cubicBezTo>
                      <a:pt x="16" y="48"/>
                      <a:pt x="2" y="55"/>
                      <a:pt x="0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8" name="Freeform 6023">
                <a:extLst>
                  <a:ext uri="{FF2B5EF4-FFF2-40B4-BE49-F238E27FC236}">
                    <a16:creationId xmlns:a16="http://schemas.microsoft.com/office/drawing/2014/main" id="{A41598D6-DCBC-4C73-B6A9-49EF31902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432"/>
                <a:ext cx="152" cy="384"/>
              </a:xfrm>
              <a:custGeom>
                <a:avLst/>
                <a:gdLst>
                  <a:gd name="T0" fmla="*/ 30 w 61"/>
                  <a:gd name="T1" fmla="*/ 2653 h 144"/>
                  <a:gd name="T2" fmla="*/ 404 w 61"/>
                  <a:gd name="T3" fmla="*/ 1821 h 144"/>
                  <a:gd name="T4" fmla="*/ 466 w 61"/>
                  <a:gd name="T5" fmla="*/ 1400 h 144"/>
                  <a:gd name="T6" fmla="*/ 528 w 61"/>
                  <a:gd name="T7" fmla="*/ 1045 h 144"/>
                  <a:gd name="T8" fmla="*/ 603 w 61"/>
                  <a:gd name="T9" fmla="*/ 968 h 144"/>
                  <a:gd name="T10" fmla="*/ 620 w 61"/>
                  <a:gd name="T11" fmla="*/ 717 h 144"/>
                  <a:gd name="T12" fmla="*/ 728 w 61"/>
                  <a:gd name="T13" fmla="*/ 589 h 144"/>
                  <a:gd name="T14" fmla="*/ 728 w 61"/>
                  <a:gd name="T15" fmla="*/ 397 h 144"/>
                  <a:gd name="T16" fmla="*/ 882 w 61"/>
                  <a:gd name="T17" fmla="*/ 77 h 144"/>
                  <a:gd name="T18" fmla="*/ 944 w 61"/>
                  <a:gd name="T19" fmla="*/ 0 h 144"/>
                  <a:gd name="T20" fmla="*/ 0 w 61"/>
                  <a:gd name="T21" fmla="*/ 2731 h 1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144">
                    <a:moveTo>
                      <a:pt x="2" y="140"/>
                    </a:moveTo>
                    <a:cubicBezTo>
                      <a:pt x="3" y="131"/>
                      <a:pt x="15" y="99"/>
                      <a:pt x="26" y="96"/>
                    </a:cubicBezTo>
                    <a:cubicBezTo>
                      <a:pt x="20" y="89"/>
                      <a:pt x="22" y="78"/>
                      <a:pt x="30" y="74"/>
                    </a:cubicBezTo>
                    <a:cubicBezTo>
                      <a:pt x="30" y="63"/>
                      <a:pt x="28" y="65"/>
                      <a:pt x="34" y="55"/>
                    </a:cubicBezTo>
                    <a:cubicBezTo>
                      <a:pt x="35" y="53"/>
                      <a:pt x="37" y="54"/>
                      <a:pt x="39" y="51"/>
                    </a:cubicBezTo>
                    <a:cubicBezTo>
                      <a:pt x="40" y="48"/>
                      <a:pt x="38" y="42"/>
                      <a:pt x="40" y="38"/>
                    </a:cubicBezTo>
                    <a:cubicBezTo>
                      <a:pt x="41" y="35"/>
                      <a:pt x="46" y="34"/>
                      <a:pt x="47" y="31"/>
                    </a:cubicBezTo>
                    <a:cubicBezTo>
                      <a:pt x="48" y="28"/>
                      <a:pt x="46" y="24"/>
                      <a:pt x="47" y="21"/>
                    </a:cubicBezTo>
                    <a:cubicBezTo>
                      <a:pt x="50" y="16"/>
                      <a:pt x="54" y="10"/>
                      <a:pt x="57" y="4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42" y="17"/>
                      <a:pt x="17" y="54"/>
                      <a:pt x="0" y="1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59" name="Freeform 6024">
                <a:extLst>
                  <a:ext uri="{FF2B5EF4-FFF2-40B4-BE49-F238E27FC236}">
                    <a16:creationId xmlns:a16="http://schemas.microsoft.com/office/drawing/2014/main" id="{A3FA3C1F-9709-415F-810D-EA462F970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920"/>
                <a:ext cx="85" cy="283"/>
              </a:xfrm>
              <a:custGeom>
                <a:avLst/>
                <a:gdLst>
                  <a:gd name="T0" fmla="*/ 470 w 34"/>
                  <a:gd name="T1" fmla="*/ 21 h 106"/>
                  <a:gd name="T2" fmla="*/ 63 w 34"/>
                  <a:gd name="T3" fmla="*/ 721 h 106"/>
                  <a:gd name="T4" fmla="*/ 0 w 34"/>
                  <a:gd name="T5" fmla="*/ 2018 h 106"/>
                  <a:gd name="T6" fmla="*/ 188 w 34"/>
                  <a:gd name="T7" fmla="*/ 649 h 106"/>
                  <a:gd name="T8" fmla="*/ 270 w 34"/>
                  <a:gd name="T9" fmla="*/ 478 h 106"/>
                  <a:gd name="T10" fmla="*/ 333 w 34"/>
                  <a:gd name="T11" fmla="*/ 435 h 106"/>
                  <a:gd name="T12" fmla="*/ 333 w 34"/>
                  <a:gd name="T13" fmla="*/ 307 h 106"/>
                  <a:gd name="T14" fmla="*/ 533 w 34"/>
                  <a:gd name="T15" fmla="*/ 0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06">
                    <a:moveTo>
                      <a:pt x="30" y="1"/>
                    </a:moveTo>
                    <a:cubicBezTo>
                      <a:pt x="11" y="9"/>
                      <a:pt x="4" y="18"/>
                      <a:pt x="4" y="38"/>
                    </a:cubicBezTo>
                    <a:cubicBezTo>
                      <a:pt x="4" y="61"/>
                      <a:pt x="2" y="83"/>
                      <a:pt x="0" y="106"/>
                    </a:cubicBezTo>
                    <a:cubicBezTo>
                      <a:pt x="13" y="84"/>
                      <a:pt x="5" y="57"/>
                      <a:pt x="12" y="34"/>
                    </a:cubicBezTo>
                    <a:cubicBezTo>
                      <a:pt x="13" y="30"/>
                      <a:pt x="15" y="29"/>
                      <a:pt x="17" y="25"/>
                    </a:cubicBezTo>
                    <a:cubicBezTo>
                      <a:pt x="18" y="24"/>
                      <a:pt x="20" y="25"/>
                      <a:pt x="21" y="23"/>
                    </a:cubicBezTo>
                    <a:cubicBezTo>
                      <a:pt x="22" y="21"/>
                      <a:pt x="20" y="18"/>
                      <a:pt x="21" y="16"/>
                    </a:cubicBezTo>
                    <a:cubicBezTo>
                      <a:pt x="24" y="10"/>
                      <a:pt x="28" y="4"/>
                      <a:pt x="3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0" name="Freeform 6025">
                <a:extLst>
                  <a:ext uri="{FF2B5EF4-FFF2-40B4-BE49-F238E27FC236}">
                    <a16:creationId xmlns:a16="http://schemas.microsoft.com/office/drawing/2014/main" id="{5C88FCB0-C990-467C-99D7-0AE179EE7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544"/>
                <a:ext cx="115" cy="525"/>
              </a:xfrm>
              <a:custGeom>
                <a:avLst/>
                <a:gdLst>
                  <a:gd name="T0" fmla="*/ 250 w 46"/>
                  <a:gd name="T1" fmla="*/ 1612 h 197"/>
                  <a:gd name="T2" fmla="*/ 95 w 46"/>
                  <a:gd name="T3" fmla="*/ 2060 h 197"/>
                  <a:gd name="T4" fmla="*/ 220 w 46"/>
                  <a:gd name="T5" fmla="*/ 2534 h 197"/>
                  <a:gd name="T6" fmla="*/ 0 w 46"/>
                  <a:gd name="T7" fmla="*/ 3446 h 197"/>
                  <a:gd name="T8" fmla="*/ 238 w 46"/>
                  <a:gd name="T9" fmla="*/ 3728 h 197"/>
                  <a:gd name="T10" fmla="*/ 395 w 46"/>
                  <a:gd name="T11" fmla="*/ 2556 h 197"/>
                  <a:gd name="T12" fmla="*/ 720 w 46"/>
                  <a:gd name="T13" fmla="*/ 1476 h 197"/>
                  <a:gd name="T14" fmla="*/ 458 w 46"/>
                  <a:gd name="T15" fmla="*/ 794 h 197"/>
                  <a:gd name="T16" fmla="*/ 395 w 46"/>
                  <a:gd name="T17" fmla="*/ 0 h 197"/>
                  <a:gd name="T18" fmla="*/ 113 w 46"/>
                  <a:gd name="T19" fmla="*/ 533 h 197"/>
                  <a:gd name="T20" fmla="*/ 145 w 46"/>
                  <a:gd name="T21" fmla="*/ 1079 h 197"/>
                  <a:gd name="T22" fmla="*/ 250 w 46"/>
                  <a:gd name="T23" fmla="*/ 1514 h 1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197">
                    <a:moveTo>
                      <a:pt x="16" y="85"/>
                    </a:moveTo>
                    <a:cubicBezTo>
                      <a:pt x="12" y="93"/>
                      <a:pt x="8" y="101"/>
                      <a:pt x="6" y="109"/>
                    </a:cubicBezTo>
                    <a:cubicBezTo>
                      <a:pt x="3" y="121"/>
                      <a:pt x="8" y="125"/>
                      <a:pt x="14" y="134"/>
                    </a:cubicBezTo>
                    <a:cubicBezTo>
                      <a:pt x="24" y="149"/>
                      <a:pt x="23" y="180"/>
                      <a:pt x="0" y="182"/>
                    </a:cubicBezTo>
                    <a:cubicBezTo>
                      <a:pt x="9" y="183"/>
                      <a:pt x="10" y="191"/>
                      <a:pt x="15" y="197"/>
                    </a:cubicBezTo>
                    <a:cubicBezTo>
                      <a:pt x="29" y="182"/>
                      <a:pt x="24" y="153"/>
                      <a:pt x="25" y="135"/>
                    </a:cubicBezTo>
                    <a:cubicBezTo>
                      <a:pt x="26" y="119"/>
                      <a:pt x="28" y="84"/>
                      <a:pt x="46" y="78"/>
                    </a:cubicBezTo>
                    <a:cubicBezTo>
                      <a:pt x="33" y="67"/>
                      <a:pt x="29" y="59"/>
                      <a:pt x="29" y="42"/>
                    </a:cubicBezTo>
                    <a:cubicBezTo>
                      <a:pt x="29" y="29"/>
                      <a:pt x="35" y="12"/>
                      <a:pt x="25" y="0"/>
                    </a:cubicBezTo>
                    <a:cubicBezTo>
                      <a:pt x="35" y="11"/>
                      <a:pt x="13" y="22"/>
                      <a:pt x="7" y="28"/>
                    </a:cubicBezTo>
                    <a:cubicBezTo>
                      <a:pt x="21" y="32"/>
                      <a:pt x="19" y="51"/>
                      <a:pt x="9" y="57"/>
                    </a:cubicBezTo>
                    <a:cubicBezTo>
                      <a:pt x="24" y="59"/>
                      <a:pt x="20" y="73"/>
                      <a:pt x="16" y="8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1" name="Freeform 6026">
                <a:extLst>
                  <a:ext uri="{FF2B5EF4-FFF2-40B4-BE49-F238E27FC236}">
                    <a16:creationId xmlns:a16="http://schemas.microsoft.com/office/drawing/2014/main" id="{DA9420C1-828E-4ACC-9014-FD989E9FD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141"/>
                <a:ext cx="135" cy="216"/>
              </a:xfrm>
              <a:custGeom>
                <a:avLst/>
                <a:gdLst>
                  <a:gd name="T0" fmla="*/ 158 w 54"/>
                  <a:gd name="T1" fmla="*/ 0 h 81"/>
                  <a:gd name="T2" fmla="*/ 345 w 54"/>
                  <a:gd name="T3" fmla="*/ 947 h 81"/>
                  <a:gd name="T4" fmla="*/ 550 w 54"/>
                  <a:gd name="T5" fmla="*/ 1331 h 81"/>
                  <a:gd name="T6" fmla="*/ 658 w 54"/>
                  <a:gd name="T7" fmla="*/ 1480 h 81"/>
                  <a:gd name="T8" fmla="*/ 845 w 54"/>
                  <a:gd name="T9" fmla="*/ 1536 h 81"/>
                  <a:gd name="T10" fmla="*/ 595 w 54"/>
                  <a:gd name="T11" fmla="*/ 989 h 81"/>
                  <a:gd name="T12" fmla="*/ 395 w 54"/>
                  <a:gd name="T13" fmla="*/ 547 h 81"/>
                  <a:gd name="T14" fmla="*/ 250 w 54"/>
                  <a:gd name="T15" fmla="*/ 341 h 81"/>
                  <a:gd name="T16" fmla="*/ 220 w 54"/>
                  <a:gd name="T17" fmla="*/ 77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81">
                    <a:moveTo>
                      <a:pt x="10" y="0"/>
                    </a:moveTo>
                    <a:cubicBezTo>
                      <a:pt x="0" y="11"/>
                      <a:pt x="18" y="38"/>
                      <a:pt x="22" y="50"/>
                    </a:cubicBezTo>
                    <a:cubicBezTo>
                      <a:pt x="25" y="59"/>
                      <a:pt x="28" y="64"/>
                      <a:pt x="35" y="70"/>
                    </a:cubicBezTo>
                    <a:cubicBezTo>
                      <a:pt x="37" y="72"/>
                      <a:pt x="39" y="76"/>
                      <a:pt x="42" y="78"/>
                    </a:cubicBezTo>
                    <a:cubicBezTo>
                      <a:pt x="46" y="80"/>
                      <a:pt x="50" y="77"/>
                      <a:pt x="54" y="81"/>
                    </a:cubicBezTo>
                    <a:cubicBezTo>
                      <a:pt x="44" y="73"/>
                      <a:pt x="32" y="66"/>
                      <a:pt x="38" y="52"/>
                    </a:cubicBezTo>
                    <a:cubicBezTo>
                      <a:pt x="27" y="50"/>
                      <a:pt x="30" y="36"/>
                      <a:pt x="25" y="29"/>
                    </a:cubicBezTo>
                    <a:cubicBezTo>
                      <a:pt x="22" y="25"/>
                      <a:pt x="18" y="25"/>
                      <a:pt x="16" y="18"/>
                    </a:cubicBezTo>
                    <a:cubicBezTo>
                      <a:pt x="14" y="14"/>
                      <a:pt x="14" y="9"/>
                      <a:pt x="1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2" name="Freeform 6027">
                <a:extLst>
                  <a:ext uri="{FF2B5EF4-FFF2-40B4-BE49-F238E27FC236}">
                    <a16:creationId xmlns:a16="http://schemas.microsoft.com/office/drawing/2014/main" id="{8B65A771-9FB7-43CB-9B84-70F4FB8B4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357"/>
                <a:ext cx="115" cy="286"/>
              </a:xfrm>
              <a:custGeom>
                <a:avLst/>
                <a:gdLst>
                  <a:gd name="T0" fmla="*/ 113 w 46"/>
                  <a:gd name="T1" fmla="*/ 0 h 107"/>
                  <a:gd name="T2" fmla="*/ 50 w 46"/>
                  <a:gd name="T3" fmla="*/ 671 h 107"/>
                  <a:gd name="T4" fmla="*/ 375 w 46"/>
                  <a:gd name="T5" fmla="*/ 994 h 107"/>
                  <a:gd name="T6" fmla="*/ 720 w 46"/>
                  <a:gd name="T7" fmla="*/ 2042 h 107"/>
                  <a:gd name="T8" fmla="*/ 688 w 46"/>
                  <a:gd name="T9" fmla="*/ 1486 h 107"/>
                  <a:gd name="T10" fmla="*/ 595 w 46"/>
                  <a:gd name="T11" fmla="*/ 1050 h 107"/>
                  <a:gd name="T12" fmla="*/ 458 w 46"/>
                  <a:gd name="T13" fmla="*/ 730 h 107"/>
                  <a:gd name="T14" fmla="*/ 158 w 46"/>
                  <a:gd name="T15" fmla="*/ 628 h 107"/>
                  <a:gd name="T16" fmla="*/ 125 w 46"/>
                  <a:gd name="T17" fmla="*/ 150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07">
                    <a:moveTo>
                      <a:pt x="7" y="0"/>
                    </a:moveTo>
                    <a:cubicBezTo>
                      <a:pt x="5" y="12"/>
                      <a:pt x="0" y="23"/>
                      <a:pt x="3" y="35"/>
                    </a:cubicBezTo>
                    <a:cubicBezTo>
                      <a:pt x="7" y="47"/>
                      <a:pt x="15" y="46"/>
                      <a:pt x="24" y="52"/>
                    </a:cubicBezTo>
                    <a:cubicBezTo>
                      <a:pt x="41" y="66"/>
                      <a:pt x="31" y="92"/>
                      <a:pt x="46" y="107"/>
                    </a:cubicBezTo>
                    <a:cubicBezTo>
                      <a:pt x="42" y="98"/>
                      <a:pt x="40" y="87"/>
                      <a:pt x="44" y="78"/>
                    </a:cubicBezTo>
                    <a:cubicBezTo>
                      <a:pt x="33" y="71"/>
                      <a:pt x="42" y="62"/>
                      <a:pt x="38" y="55"/>
                    </a:cubicBezTo>
                    <a:cubicBezTo>
                      <a:pt x="34" y="47"/>
                      <a:pt x="23" y="53"/>
                      <a:pt x="29" y="38"/>
                    </a:cubicBezTo>
                    <a:cubicBezTo>
                      <a:pt x="19" y="40"/>
                      <a:pt x="15" y="43"/>
                      <a:pt x="10" y="33"/>
                    </a:cubicBezTo>
                    <a:cubicBezTo>
                      <a:pt x="5" y="24"/>
                      <a:pt x="8" y="18"/>
                      <a:pt x="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3" name="Freeform 6028">
                <a:extLst>
                  <a:ext uri="{FF2B5EF4-FFF2-40B4-BE49-F238E27FC236}">
                    <a16:creationId xmlns:a16="http://schemas.microsoft.com/office/drawing/2014/main" id="{9F7A8F9E-ADDB-405E-AE51-E11DD6E49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344"/>
                <a:ext cx="75" cy="184"/>
              </a:xfrm>
              <a:custGeom>
                <a:avLst/>
                <a:gdLst>
                  <a:gd name="T0" fmla="*/ 83 w 30"/>
                  <a:gd name="T1" fmla="*/ 0 h 69"/>
                  <a:gd name="T2" fmla="*/ 283 w 30"/>
                  <a:gd name="T3" fmla="*/ 704 h 69"/>
                  <a:gd name="T4" fmla="*/ 300 w 30"/>
                  <a:gd name="T5" fmla="*/ 1080 h 69"/>
                  <a:gd name="T6" fmla="*/ 470 w 30"/>
                  <a:gd name="T7" fmla="*/ 1309 h 69"/>
                  <a:gd name="T8" fmla="*/ 395 w 30"/>
                  <a:gd name="T9" fmla="*/ 888 h 69"/>
                  <a:gd name="T10" fmla="*/ 363 w 30"/>
                  <a:gd name="T11" fmla="*/ 491 h 69"/>
                  <a:gd name="T12" fmla="*/ 145 w 30"/>
                  <a:gd name="T13" fmla="*/ 192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9">
                    <a:moveTo>
                      <a:pt x="5" y="0"/>
                    </a:moveTo>
                    <a:cubicBezTo>
                      <a:pt x="0" y="14"/>
                      <a:pt x="15" y="24"/>
                      <a:pt x="18" y="37"/>
                    </a:cubicBezTo>
                    <a:cubicBezTo>
                      <a:pt x="20" y="44"/>
                      <a:pt x="18" y="51"/>
                      <a:pt x="19" y="57"/>
                    </a:cubicBezTo>
                    <a:cubicBezTo>
                      <a:pt x="20" y="63"/>
                      <a:pt x="25" y="64"/>
                      <a:pt x="30" y="69"/>
                    </a:cubicBezTo>
                    <a:cubicBezTo>
                      <a:pt x="18" y="61"/>
                      <a:pt x="25" y="58"/>
                      <a:pt x="25" y="47"/>
                    </a:cubicBezTo>
                    <a:cubicBezTo>
                      <a:pt x="25" y="40"/>
                      <a:pt x="20" y="35"/>
                      <a:pt x="23" y="26"/>
                    </a:cubicBezTo>
                    <a:cubicBezTo>
                      <a:pt x="16" y="24"/>
                      <a:pt x="11" y="17"/>
                      <a:pt x="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4" name="Freeform 6029">
                <a:extLst>
                  <a:ext uri="{FF2B5EF4-FFF2-40B4-BE49-F238E27FC236}">
                    <a16:creationId xmlns:a16="http://schemas.microsoft.com/office/drawing/2014/main" id="{2BB69E19-1C4F-4581-ADE5-61F471442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36"/>
                <a:ext cx="57" cy="413"/>
              </a:xfrm>
              <a:custGeom>
                <a:avLst/>
                <a:gdLst>
                  <a:gd name="T0" fmla="*/ 0 w 23"/>
                  <a:gd name="T1" fmla="*/ 0 h 155"/>
                  <a:gd name="T2" fmla="*/ 74 w 23"/>
                  <a:gd name="T3" fmla="*/ 1492 h 155"/>
                  <a:gd name="T4" fmla="*/ 349 w 23"/>
                  <a:gd name="T5" fmla="*/ 2931 h 155"/>
                  <a:gd name="T6" fmla="*/ 349 w 23"/>
                  <a:gd name="T7" fmla="*/ 2286 h 155"/>
                  <a:gd name="T8" fmla="*/ 245 w 23"/>
                  <a:gd name="T9" fmla="*/ 1703 h 155"/>
                  <a:gd name="T10" fmla="*/ 245 w 23"/>
                  <a:gd name="T11" fmla="*/ 1079 h 155"/>
                  <a:gd name="T12" fmla="*/ 42 w 23"/>
                  <a:gd name="T13" fmla="*/ 738 h 155"/>
                  <a:gd name="T14" fmla="*/ 42 w 23"/>
                  <a:gd name="T15" fmla="*/ 376 h 1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55">
                    <a:moveTo>
                      <a:pt x="0" y="0"/>
                    </a:moveTo>
                    <a:cubicBezTo>
                      <a:pt x="0" y="27"/>
                      <a:pt x="2" y="53"/>
                      <a:pt x="5" y="79"/>
                    </a:cubicBezTo>
                    <a:cubicBezTo>
                      <a:pt x="6" y="90"/>
                      <a:pt x="11" y="153"/>
                      <a:pt x="23" y="155"/>
                    </a:cubicBezTo>
                    <a:cubicBezTo>
                      <a:pt x="20" y="145"/>
                      <a:pt x="17" y="131"/>
                      <a:pt x="23" y="121"/>
                    </a:cubicBezTo>
                    <a:cubicBezTo>
                      <a:pt x="11" y="115"/>
                      <a:pt x="19" y="100"/>
                      <a:pt x="16" y="90"/>
                    </a:cubicBezTo>
                    <a:cubicBezTo>
                      <a:pt x="13" y="78"/>
                      <a:pt x="4" y="69"/>
                      <a:pt x="16" y="57"/>
                    </a:cubicBezTo>
                    <a:cubicBezTo>
                      <a:pt x="12" y="52"/>
                      <a:pt x="5" y="46"/>
                      <a:pt x="3" y="39"/>
                    </a:cubicBezTo>
                    <a:cubicBezTo>
                      <a:pt x="1" y="32"/>
                      <a:pt x="6" y="27"/>
                      <a:pt x="3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5" name="Freeform 6030">
                <a:extLst>
                  <a:ext uri="{FF2B5EF4-FFF2-40B4-BE49-F238E27FC236}">
                    <a16:creationId xmlns:a16="http://schemas.microsoft.com/office/drawing/2014/main" id="{DB6ED7A3-4DEE-459B-A68D-36EA5A423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907"/>
                <a:ext cx="148" cy="106"/>
              </a:xfrm>
              <a:custGeom>
                <a:avLst/>
                <a:gdLst>
                  <a:gd name="T0" fmla="*/ 0 w 59"/>
                  <a:gd name="T1" fmla="*/ 633 h 40"/>
                  <a:gd name="T2" fmla="*/ 472 w 59"/>
                  <a:gd name="T3" fmla="*/ 170 h 40"/>
                  <a:gd name="T4" fmla="*/ 931 w 59"/>
                  <a:gd name="T5" fmla="*/ 745 h 40"/>
                  <a:gd name="T6" fmla="*/ 597 w 59"/>
                  <a:gd name="T7" fmla="*/ 408 h 40"/>
                  <a:gd name="T8" fmla="*/ 584 w 59"/>
                  <a:gd name="T9" fmla="*/ 562 h 40"/>
                  <a:gd name="T10" fmla="*/ 334 w 59"/>
                  <a:gd name="T11" fmla="*/ 371 h 40"/>
                  <a:gd name="T12" fmla="*/ 271 w 59"/>
                  <a:gd name="T13" fmla="*/ 337 h 40"/>
                  <a:gd name="T14" fmla="*/ 238 w 59"/>
                  <a:gd name="T15" fmla="*/ 464 h 40"/>
                  <a:gd name="T16" fmla="*/ 95 w 59"/>
                  <a:gd name="T17" fmla="*/ 451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40">
                    <a:moveTo>
                      <a:pt x="0" y="34"/>
                    </a:moveTo>
                    <a:cubicBezTo>
                      <a:pt x="3" y="20"/>
                      <a:pt x="10" y="0"/>
                      <a:pt x="30" y="9"/>
                    </a:cubicBezTo>
                    <a:cubicBezTo>
                      <a:pt x="41" y="14"/>
                      <a:pt x="52" y="30"/>
                      <a:pt x="59" y="40"/>
                    </a:cubicBezTo>
                    <a:cubicBezTo>
                      <a:pt x="51" y="35"/>
                      <a:pt x="47" y="25"/>
                      <a:pt x="38" y="22"/>
                    </a:cubicBezTo>
                    <a:cubicBezTo>
                      <a:pt x="38" y="25"/>
                      <a:pt x="36" y="27"/>
                      <a:pt x="37" y="30"/>
                    </a:cubicBezTo>
                    <a:cubicBezTo>
                      <a:pt x="37" y="22"/>
                      <a:pt x="29" y="15"/>
                      <a:pt x="21" y="20"/>
                    </a:cubicBezTo>
                    <a:cubicBezTo>
                      <a:pt x="20" y="19"/>
                      <a:pt x="18" y="18"/>
                      <a:pt x="17" y="18"/>
                    </a:cubicBezTo>
                    <a:cubicBezTo>
                      <a:pt x="17" y="20"/>
                      <a:pt x="15" y="22"/>
                      <a:pt x="15" y="25"/>
                    </a:cubicBezTo>
                    <a:cubicBezTo>
                      <a:pt x="12" y="21"/>
                      <a:pt x="7" y="21"/>
                      <a:pt x="6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6" name="Freeform 6031">
                <a:extLst>
                  <a:ext uri="{FF2B5EF4-FFF2-40B4-BE49-F238E27FC236}">
                    <a16:creationId xmlns:a16="http://schemas.microsoft.com/office/drawing/2014/main" id="{131C28E4-EFB5-450E-B6C6-4A80FE9AD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976"/>
                <a:ext cx="92" cy="64"/>
              </a:xfrm>
              <a:custGeom>
                <a:avLst/>
                <a:gdLst>
                  <a:gd name="T0" fmla="*/ 0 w 37"/>
                  <a:gd name="T1" fmla="*/ 456 h 24"/>
                  <a:gd name="T2" fmla="*/ 246 w 37"/>
                  <a:gd name="T3" fmla="*/ 149 h 24"/>
                  <a:gd name="T4" fmla="*/ 569 w 37"/>
                  <a:gd name="T5" fmla="*/ 248 h 24"/>
                  <a:gd name="T6" fmla="*/ 341 w 37"/>
                  <a:gd name="T7" fmla="*/ 376 h 24"/>
                  <a:gd name="T8" fmla="*/ 278 w 37"/>
                  <a:gd name="T9" fmla="*/ 285 h 24"/>
                  <a:gd name="T10" fmla="*/ 216 w 37"/>
                  <a:gd name="T11" fmla="*/ 36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24">
                    <a:moveTo>
                      <a:pt x="0" y="24"/>
                    </a:moveTo>
                    <a:cubicBezTo>
                      <a:pt x="10" y="23"/>
                      <a:pt x="10" y="13"/>
                      <a:pt x="16" y="8"/>
                    </a:cubicBezTo>
                    <a:cubicBezTo>
                      <a:pt x="25" y="0"/>
                      <a:pt x="30" y="8"/>
                      <a:pt x="37" y="13"/>
                    </a:cubicBezTo>
                    <a:cubicBezTo>
                      <a:pt x="31" y="9"/>
                      <a:pt x="17" y="9"/>
                      <a:pt x="22" y="20"/>
                    </a:cubicBezTo>
                    <a:cubicBezTo>
                      <a:pt x="21" y="18"/>
                      <a:pt x="19" y="17"/>
                      <a:pt x="18" y="15"/>
                    </a:cubicBezTo>
                    <a:cubicBezTo>
                      <a:pt x="15" y="16"/>
                      <a:pt x="15" y="17"/>
                      <a:pt x="14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7" name="Freeform 6032">
                <a:extLst>
                  <a:ext uri="{FF2B5EF4-FFF2-40B4-BE49-F238E27FC236}">
                    <a16:creationId xmlns:a16="http://schemas.microsoft.com/office/drawing/2014/main" id="{719C3E0D-2DEF-4567-99E5-D35A92D2C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267"/>
                <a:ext cx="77" cy="114"/>
              </a:xfrm>
              <a:custGeom>
                <a:avLst/>
                <a:gdLst>
                  <a:gd name="T0" fmla="*/ 432 w 31"/>
                  <a:gd name="T1" fmla="*/ 0 h 43"/>
                  <a:gd name="T2" fmla="*/ 0 w 31"/>
                  <a:gd name="T3" fmla="*/ 668 h 43"/>
                  <a:gd name="T4" fmla="*/ 137 w 31"/>
                  <a:gd name="T5" fmla="*/ 801 h 43"/>
                  <a:gd name="T6" fmla="*/ 383 w 31"/>
                  <a:gd name="T7" fmla="*/ 520 h 43"/>
                  <a:gd name="T8" fmla="*/ 474 w 31"/>
                  <a:gd name="T9" fmla="*/ 9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3">
                    <a:moveTo>
                      <a:pt x="28" y="0"/>
                    </a:moveTo>
                    <a:cubicBezTo>
                      <a:pt x="21" y="12"/>
                      <a:pt x="16" y="35"/>
                      <a:pt x="0" y="36"/>
                    </a:cubicBezTo>
                    <a:cubicBezTo>
                      <a:pt x="4" y="34"/>
                      <a:pt x="8" y="38"/>
                      <a:pt x="9" y="43"/>
                    </a:cubicBezTo>
                    <a:cubicBezTo>
                      <a:pt x="8" y="32"/>
                      <a:pt x="14" y="27"/>
                      <a:pt x="25" y="28"/>
                    </a:cubicBezTo>
                    <a:cubicBezTo>
                      <a:pt x="22" y="17"/>
                      <a:pt x="28" y="14"/>
                      <a:pt x="3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8" name="Freeform 6033">
                <a:extLst>
                  <a:ext uri="{FF2B5EF4-FFF2-40B4-BE49-F238E27FC236}">
                    <a16:creationId xmlns:a16="http://schemas.microsoft.com/office/drawing/2014/main" id="{9F6D5FE2-A5B4-4283-A19B-E2606CEB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389"/>
                <a:ext cx="50" cy="152"/>
              </a:xfrm>
              <a:custGeom>
                <a:avLst/>
                <a:gdLst>
                  <a:gd name="T0" fmla="*/ 238 w 20"/>
                  <a:gd name="T1" fmla="*/ 0 h 57"/>
                  <a:gd name="T2" fmla="*/ 95 w 20"/>
                  <a:gd name="T3" fmla="*/ 661 h 57"/>
                  <a:gd name="T4" fmla="*/ 300 w 20"/>
                  <a:gd name="T5" fmla="*/ 1080 h 57"/>
                  <a:gd name="T6" fmla="*/ 250 w 20"/>
                  <a:gd name="T7" fmla="*/ 717 h 57"/>
                  <a:gd name="T8" fmla="*/ 313 w 20"/>
                  <a:gd name="T9" fmla="*/ 397 h 57"/>
                  <a:gd name="T10" fmla="*/ 283 w 20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7">
                    <a:moveTo>
                      <a:pt x="15" y="0"/>
                    </a:moveTo>
                    <a:cubicBezTo>
                      <a:pt x="12" y="13"/>
                      <a:pt x="10" y="23"/>
                      <a:pt x="6" y="35"/>
                    </a:cubicBezTo>
                    <a:cubicBezTo>
                      <a:pt x="0" y="50"/>
                      <a:pt x="7" y="51"/>
                      <a:pt x="19" y="57"/>
                    </a:cubicBezTo>
                    <a:cubicBezTo>
                      <a:pt x="5" y="57"/>
                      <a:pt x="3" y="41"/>
                      <a:pt x="16" y="38"/>
                    </a:cubicBezTo>
                    <a:cubicBezTo>
                      <a:pt x="6" y="34"/>
                      <a:pt x="11" y="23"/>
                      <a:pt x="20" y="21"/>
                    </a:cubicBezTo>
                    <a:cubicBezTo>
                      <a:pt x="15" y="15"/>
                      <a:pt x="17" y="6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9" name="Freeform 6034">
                <a:extLst>
                  <a:ext uri="{FF2B5EF4-FFF2-40B4-BE49-F238E27FC236}">
                    <a16:creationId xmlns:a16="http://schemas.microsoft.com/office/drawing/2014/main" id="{0B8CEC06-36C0-4A53-8210-037EE5B8D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696"/>
                <a:ext cx="75" cy="64"/>
              </a:xfrm>
              <a:custGeom>
                <a:avLst/>
                <a:gdLst>
                  <a:gd name="T0" fmla="*/ 0 w 30"/>
                  <a:gd name="T1" fmla="*/ 456 h 24"/>
                  <a:gd name="T2" fmla="*/ 470 w 30"/>
                  <a:gd name="T3" fmla="*/ 0 h 24"/>
                  <a:gd name="T4" fmla="*/ 345 w 30"/>
                  <a:gd name="T5" fmla="*/ 264 h 24"/>
                  <a:gd name="T6" fmla="*/ 188 w 30"/>
                  <a:gd name="T7" fmla="*/ 24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4">
                    <a:moveTo>
                      <a:pt x="0" y="24"/>
                    </a:moveTo>
                    <a:cubicBezTo>
                      <a:pt x="3" y="12"/>
                      <a:pt x="17" y="1"/>
                      <a:pt x="30" y="0"/>
                    </a:cubicBezTo>
                    <a:cubicBezTo>
                      <a:pt x="24" y="2"/>
                      <a:pt x="18" y="7"/>
                      <a:pt x="22" y="14"/>
                    </a:cubicBezTo>
                    <a:cubicBezTo>
                      <a:pt x="19" y="11"/>
                      <a:pt x="15" y="10"/>
                      <a:pt x="12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0" name="Freeform 6035">
                <a:extLst>
                  <a:ext uri="{FF2B5EF4-FFF2-40B4-BE49-F238E27FC236}">
                    <a16:creationId xmlns:a16="http://schemas.microsoft.com/office/drawing/2014/main" id="{A087857B-2EBE-4D60-9428-B7057218B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123"/>
                <a:ext cx="68" cy="216"/>
              </a:xfrm>
              <a:custGeom>
                <a:avLst/>
                <a:gdLst>
                  <a:gd name="T0" fmla="*/ 0 w 27"/>
                  <a:gd name="T1" fmla="*/ 0 h 81"/>
                  <a:gd name="T2" fmla="*/ 126 w 27"/>
                  <a:gd name="T3" fmla="*/ 832 h 81"/>
                  <a:gd name="T4" fmla="*/ 431 w 27"/>
                  <a:gd name="T5" fmla="*/ 1536 h 81"/>
                  <a:gd name="T6" fmla="*/ 272 w 27"/>
                  <a:gd name="T7" fmla="*/ 1024 h 81"/>
                  <a:gd name="T8" fmla="*/ 242 w 27"/>
                  <a:gd name="T9" fmla="*/ 547 h 81"/>
                  <a:gd name="T10" fmla="*/ 50 w 27"/>
                  <a:gd name="T11" fmla="*/ 93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81">
                    <a:moveTo>
                      <a:pt x="0" y="0"/>
                    </a:moveTo>
                    <a:cubicBezTo>
                      <a:pt x="4" y="16"/>
                      <a:pt x="6" y="29"/>
                      <a:pt x="8" y="44"/>
                    </a:cubicBezTo>
                    <a:cubicBezTo>
                      <a:pt x="9" y="60"/>
                      <a:pt x="10" y="76"/>
                      <a:pt x="27" y="81"/>
                    </a:cubicBezTo>
                    <a:cubicBezTo>
                      <a:pt x="20" y="75"/>
                      <a:pt x="9" y="63"/>
                      <a:pt x="17" y="54"/>
                    </a:cubicBezTo>
                    <a:cubicBezTo>
                      <a:pt x="10" y="48"/>
                      <a:pt x="11" y="37"/>
                      <a:pt x="15" y="29"/>
                    </a:cubicBezTo>
                    <a:cubicBezTo>
                      <a:pt x="7" y="23"/>
                      <a:pt x="7" y="14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1" name="Freeform 6036">
                <a:extLst>
                  <a:ext uri="{FF2B5EF4-FFF2-40B4-BE49-F238E27FC236}">
                    <a16:creationId xmlns:a16="http://schemas.microsoft.com/office/drawing/2014/main" id="{A149DA3F-A0A6-4183-A37A-5822F690C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1149"/>
                <a:ext cx="42" cy="176"/>
              </a:xfrm>
              <a:custGeom>
                <a:avLst/>
                <a:gdLst>
                  <a:gd name="T0" fmla="*/ 42 w 17"/>
                  <a:gd name="T1" fmla="*/ 0 h 66"/>
                  <a:gd name="T2" fmla="*/ 257 w 17"/>
                  <a:gd name="T3" fmla="*/ 1045 h 66"/>
                  <a:gd name="T4" fmla="*/ 183 w 17"/>
                  <a:gd name="T5" fmla="*/ 739 h 66"/>
                  <a:gd name="T6" fmla="*/ 133 w 17"/>
                  <a:gd name="T7" fmla="*/ 435 h 66"/>
                  <a:gd name="T8" fmla="*/ 104 w 17"/>
                  <a:gd name="T9" fmla="*/ 77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66">
                    <a:moveTo>
                      <a:pt x="3" y="0"/>
                    </a:moveTo>
                    <a:cubicBezTo>
                      <a:pt x="3" y="8"/>
                      <a:pt x="0" y="66"/>
                      <a:pt x="17" y="55"/>
                    </a:cubicBezTo>
                    <a:cubicBezTo>
                      <a:pt x="10" y="54"/>
                      <a:pt x="6" y="44"/>
                      <a:pt x="12" y="39"/>
                    </a:cubicBezTo>
                    <a:cubicBezTo>
                      <a:pt x="5" y="35"/>
                      <a:pt x="9" y="29"/>
                      <a:pt x="9" y="23"/>
                    </a:cubicBezTo>
                    <a:cubicBezTo>
                      <a:pt x="9" y="18"/>
                      <a:pt x="5" y="10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2" name="Freeform 6037">
                <a:extLst>
                  <a:ext uri="{FF2B5EF4-FFF2-40B4-BE49-F238E27FC236}">
                    <a16:creationId xmlns:a16="http://schemas.microsoft.com/office/drawing/2014/main" id="{BDAC4C8F-DF43-4F20-8504-382F97627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1349"/>
                <a:ext cx="50" cy="155"/>
              </a:xfrm>
              <a:custGeom>
                <a:avLst/>
                <a:gdLst>
                  <a:gd name="T0" fmla="*/ 238 w 20"/>
                  <a:gd name="T1" fmla="*/ 0 h 58"/>
                  <a:gd name="T2" fmla="*/ 20 w 20"/>
                  <a:gd name="T3" fmla="*/ 687 h 58"/>
                  <a:gd name="T4" fmla="*/ 313 w 20"/>
                  <a:gd name="T5" fmla="*/ 1106 h 58"/>
                  <a:gd name="T6" fmla="*/ 113 w 20"/>
                  <a:gd name="T7" fmla="*/ 649 h 58"/>
                  <a:gd name="T8" fmla="*/ 145 w 20"/>
                  <a:gd name="T9" fmla="*/ 363 h 58"/>
                  <a:gd name="T10" fmla="*/ 220 w 20"/>
                  <a:gd name="T11" fmla="*/ 265 h 58"/>
                  <a:gd name="T12" fmla="*/ 283 w 20"/>
                  <a:gd name="T13" fmla="*/ 115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58">
                    <a:moveTo>
                      <a:pt x="15" y="0"/>
                    </a:moveTo>
                    <a:cubicBezTo>
                      <a:pt x="7" y="12"/>
                      <a:pt x="0" y="21"/>
                      <a:pt x="1" y="36"/>
                    </a:cubicBezTo>
                    <a:cubicBezTo>
                      <a:pt x="2" y="50"/>
                      <a:pt x="7" y="53"/>
                      <a:pt x="20" y="58"/>
                    </a:cubicBezTo>
                    <a:cubicBezTo>
                      <a:pt x="2" y="58"/>
                      <a:pt x="7" y="45"/>
                      <a:pt x="7" y="34"/>
                    </a:cubicBezTo>
                    <a:cubicBezTo>
                      <a:pt x="7" y="26"/>
                      <a:pt x="5" y="26"/>
                      <a:pt x="9" y="19"/>
                    </a:cubicBezTo>
                    <a:cubicBezTo>
                      <a:pt x="9" y="18"/>
                      <a:pt x="13" y="14"/>
                      <a:pt x="14" y="14"/>
                    </a:cubicBezTo>
                    <a:cubicBezTo>
                      <a:pt x="15" y="12"/>
                      <a:pt x="14" y="8"/>
                      <a:pt x="1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3" name="Freeform 6038">
                <a:extLst>
                  <a:ext uri="{FF2B5EF4-FFF2-40B4-BE49-F238E27FC236}">
                    <a16:creationId xmlns:a16="http://schemas.microsoft.com/office/drawing/2014/main" id="{407DEF05-2D67-4B08-9F66-CFB7D7D76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1645"/>
                <a:ext cx="62" cy="240"/>
              </a:xfrm>
              <a:custGeom>
                <a:avLst/>
                <a:gdLst>
                  <a:gd name="T0" fmla="*/ 124 w 25"/>
                  <a:gd name="T1" fmla="*/ 0 h 90"/>
                  <a:gd name="T2" fmla="*/ 184 w 25"/>
                  <a:gd name="T3" fmla="*/ 832 h 90"/>
                  <a:gd name="T4" fmla="*/ 308 w 25"/>
                  <a:gd name="T5" fmla="*/ 1707 h 90"/>
                  <a:gd name="T6" fmla="*/ 350 w 25"/>
                  <a:gd name="T7" fmla="*/ 1139 h 90"/>
                  <a:gd name="T8" fmla="*/ 290 w 25"/>
                  <a:gd name="T9" fmla="*/ 717 h 90"/>
                  <a:gd name="T10" fmla="*/ 196 w 25"/>
                  <a:gd name="T11" fmla="*/ 456 h 90"/>
                  <a:gd name="T12" fmla="*/ 124 w 25"/>
                  <a:gd name="T13" fmla="*/ 136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90">
                    <a:moveTo>
                      <a:pt x="8" y="0"/>
                    </a:moveTo>
                    <a:cubicBezTo>
                      <a:pt x="0" y="13"/>
                      <a:pt x="7" y="32"/>
                      <a:pt x="12" y="44"/>
                    </a:cubicBezTo>
                    <a:cubicBezTo>
                      <a:pt x="18" y="57"/>
                      <a:pt x="20" y="75"/>
                      <a:pt x="20" y="90"/>
                    </a:cubicBezTo>
                    <a:cubicBezTo>
                      <a:pt x="20" y="80"/>
                      <a:pt x="25" y="68"/>
                      <a:pt x="23" y="60"/>
                    </a:cubicBezTo>
                    <a:cubicBezTo>
                      <a:pt x="20" y="50"/>
                      <a:pt x="16" y="49"/>
                      <a:pt x="19" y="38"/>
                    </a:cubicBezTo>
                    <a:cubicBezTo>
                      <a:pt x="13" y="36"/>
                      <a:pt x="11" y="29"/>
                      <a:pt x="13" y="24"/>
                    </a:cubicBezTo>
                    <a:cubicBezTo>
                      <a:pt x="6" y="22"/>
                      <a:pt x="6" y="10"/>
                      <a:pt x="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4" name="Freeform 6039">
                <a:extLst>
                  <a:ext uri="{FF2B5EF4-FFF2-40B4-BE49-F238E27FC236}">
                    <a16:creationId xmlns:a16="http://schemas.microsoft.com/office/drawing/2014/main" id="{0536A002-2D6A-464C-B5D9-B80836824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499"/>
                <a:ext cx="72" cy="160"/>
              </a:xfrm>
              <a:custGeom>
                <a:avLst/>
                <a:gdLst>
                  <a:gd name="T0" fmla="*/ 184 w 29"/>
                  <a:gd name="T1" fmla="*/ 77 h 60"/>
                  <a:gd name="T2" fmla="*/ 444 w 29"/>
                  <a:gd name="T3" fmla="*/ 1139 h 60"/>
                  <a:gd name="T4" fmla="*/ 432 w 29"/>
                  <a:gd name="T5" fmla="*/ 683 h 60"/>
                  <a:gd name="T6" fmla="*/ 290 w 29"/>
                  <a:gd name="T7" fmla="*/ 115 h 60"/>
                  <a:gd name="T8" fmla="*/ 246 w 29"/>
                  <a:gd name="T9" fmla="*/ 77 h 60"/>
                  <a:gd name="T10" fmla="*/ 278 w 29"/>
                  <a:gd name="T11" fmla="*/ 0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60">
                    <a:moveTo>
                      <a:pt x="12" y="4"/>
                    </a:moveTo>
                    <a:cubicBezTo>
                      <a:pt x="0" y="15"/>
                      <a:pt x="26" y="48"/>
                      <a:pt x="29" y="60"/>
                    </a:cubicBezTo>
                    <a:cubicBezTo>
                      <a:pt x="25" y="55"/>
                      <a:pt x="22" y="40"/>
                      <a:pt x="28" y="36"/>
                    </a:cubicBezTo>
                    <a:cubicBezTo>
                      <a:pt x="22" y="35"/>
                      <a:pt x="16" y="11"/>
                      <a:pt x="19" y="6"/>
                    </a:cubicBezTo>
                    <a:cubicBezTo>
                      <a:pt x="18" y="6"/>
                      <a:pt x="17" y="5"/>
                      <a:pt x="16" y="4"/>
                    </a:cubicBezTo>
                    <a:cubicBezTo>
                      <a:pt x="16" y="3"/>
                      <a:pt x="17" y="2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5" name="Freeform 6040">
                <a:extLst>
                  <a:ext uri="{FF2B5EF4-FFF2-40B4-BE49-F238E27FC236}">
                    <a16:creationId xmlns:a16="http://schemas.microsoft.com/office/drawing/2014/main" id="{1500499C-8DBB-4C81-BFD6-E4AC379AB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603"/>
                <a:ext cx="75" cy="64"/>
              </a:xfrm>
              <a:custGeom>
                <a:avLst/>
                <a:gdLst>
                  <a:gd name="T0" fmla="*/ 20 w 30"/>
                  <a:gd name="T1" fmla="*/ 93 h 24"/>
                  <a:gd name="T2" fmla="*/ 283 w 30"/>
                  <a:gd name="T3" fmla="*/ 456 h 24"/>
                  <a:gd name="T4" fmla="*/ 345 w 30"/>
                  <a:gd name="T5" fmla="*/ 320 h 24"/>
                  <a:gd name="T6" fmla="*/ 470 w 30"/>
                  <a:gd name="T7" fmla="*/ 248 h 24"/>
                  <a:gd name="T8" fmla="*/ 363 w 30"/>
                  <a:gd name="T9" fmla="*/ 248 h 24"/>
                  <a:gd name="T10" fmla="*/ 300 w 30"/>
                  <a:gd name="T11" fmla="*/ 77 h 24"/>
                  <a:gd name="T12" fmla="*/ 0 w 30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4">
                    <a:moveTo>
                      <a:pt x="1" y="5"/>
                    </a:moveTo>
                    <a:cubicBezTo>
                      <a:pt x="8" y="11"/>
                      <a:pt x="12" y="18"/>
                      <a:pt x="18" y="24"/>
                    </a:cubicBezTo>
                    <a:cubicBezTo>
                      <a:pt x="20" y="22"/>
                      <a:pt x="20" y="19"/>
                      <a:pt x="22" y="17"/>
                    </a:cubicBezTo>
                    <a:cubicBezTo>
                      <a:pt x="24" y="15"/>
                      <a:pt x="27" y="14"/>
                      <a:pt x="30" y="13"/>
                    </a:cubicBezTo>
                    <a:cubicBezTo>
                      <a:pt x="27" y="13"/>
                      <a:pt x="24" y="14"/>
                      <a:pt x="23" y="13"/>
                    </a:cubicBezTo>
                    <a:cubicBezTo>
                      <a:pt x="18" y="12"/>
                      <a:pt x="19" y="9"/>
                      <a:pt x="19" y="4"/>
                    </a:cubicBezTo>
                    <a:cubicBezTo>
                      <a:pt x="12" y="6"/>
                      <a:pt x="5" y="7"/>
                      <a:pt x="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6" name="Freeform 6041">
                <a:extLst>
                  <a:ext uri="{FF2B5EF4-FFF2-40B4-BE49-F238E27FC236}">
                    <a16:creationId xmlns:a16="http://schemas.microsoft.com/office/drawing/2014/main" id="{114037D4-3DE4-4D75-B2FD-A54868C69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883"/>
                <a:ext cx="283" cy="144"/>
              </a:xfrm>
              <a:custGeom>
                <a:avLst/>
                <a:gdLst>
                  <a:gd name="T0" fmla="*/ 188 w 113"/>
                  <a:gd name="T1" fmla="*/ 397 h 54"/>
                  <a:gd name="T2" fmla="*/ 551 w 113"/>
                  <a:gd name="T3" fmla="*/ 875 h 54"/>
                  <a:gd name="T4" fmla="*/ 959 w 113"/>
                  <a:gd name="T5" fmla="*/ 683 h 54"/>
                  <a:gd name="T6" fmla="*/ 1180 w 113"/>
                  <a:gd name="T7" fmla="*/ 568 h 54"/>
                  <a:gd name="T8" fmla="*/ 1443 w 113"/>
                  <a:gd name="T9" fmla="*/ 661 h 54"/>
                  <a:gd name="T10" fmla="*/ 1650 w 113"/>
                  <a:gd name="T11" fmla="*/ 683 h 54"/>
                  <a:gd name="T12" fmla="*/ 1756 w 113"/>
                  <a:gd name="T13" fmla="*/ 149 h 54"/>
                  <a:gd name="T14" fmla="*/ 1525 w 113"/>
                  <a:gd name="T15" fmla="*/ 512 h 54"/>
                  <a:gd name="T16" fmla="*/ 1285 w 113"/>
                  <a:gd name="T17" fmla="*/ 264 h 54"/>
                  <a:gd name="T18" fmla="*/ 1129 w 113"/>
                  <a:gd name="T19" fmla="*/ 248 h 54"/>
                  <a:gd name="T20" fmla="*/ 1004 w 113"/>
                  <a:gd name="T21" fmla="*/ 0 h 54"/>
                  <a:gd name="T22" fmla="*/ 942 w 113"/>
                  <a:gd name="T23" fmla="*/ 363 h 54"/>
                  <a:gd name="T24" fmla="*/ 834 w 113"/>
                  <a:gd name="T25" fmla="*/ 491 h 54"/>
                  <a:gd name="T26" fmla="*/ 676 w 113"/>
                  <a:gd name="T27" fmla="*/ 320 h 54"/>
                  <a:gd name="T28" fmla="*/ 501 w 113"/>
                  <a:gd name="T29" fmla="*/ 512 h 54"/>
                  <a:gd name="T30" fmla="*/ 333 w 113"/>
                  <a:gd name="T31" fmla="*/ 285 h 54"/>
                  <a:gd name="T32" fmla="*/ 145 w 113"/>
                  <a:gd name="T33" fmla="*/ 307 h 54"/>
                  <a:gd name="T34" fmla="*/ 0 w 113"/>
                  <a:gd name="T35" fmla="*/ 171 h 5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3" h="54">
                    <a:moveTo>
                      <a:pt x="12" y="21"/>
                    </a:moveTo>
                    <a:cubicBezTo>
                      <a:pt x="16" y="31"/>
                      <a:pt x="26" y="41"/>
                      <a:pt x="35" y="46"/>
                    </a:cubicBezTo>
                    <a:cubicBezTo>
                      <a:pt x="48" y="54"/>
                      <a:pt x="52" y="44"/>
                      <a:pt x="61" y="36"/>
                    </a:cubicBezTo>
                    <a:cubicBezTo>
                      <a:pt x="66" y="32"/>
                      <a:pt x="68" y="30"/>
                      <a:pt x="75" y="30"/>
                    </a:cubicBezTo>
                    <a:cubicBezTo>
                      <a:pt x="82" y="31"/>
                      <a:pt x="86" y="32"/>
                      <a:pt x="92" y="35"/>
                    </a:cubicBezTo>
                    <a:cubicBezTo>
                      <a:pt x="97" y="38"/>
                      <a:pt x="100" y="40"/>
                      <a:pt x="105" y="36"/>
                    </a:cubicBezTo>
                    <a:cubicBezTo>
                      <a:pt x="113" y="29"/>
                      <a:pt x="113" y="18"/>
                      <a:pt x="112" y="8"/>
                    </a:cubicBezTo>
                    <a:cubicBezTo>
                      <a:pt x="110" y="16"/>
                      <a:pt x="106" y="28"/>
                      <a:pt x="97" y="27"/>
                    </a:cubicBezTo>
                    <a:cubicBezTo>
                      <a:pt x="90" y="27"/>
                      <a:pt x="85" y="19"/>
                      <a:pt x="82" y="14"/>
                    </a:cubicBezTo>
                    <a:cubicBezTo>
                      <a:pt x="78" y="18"/>
                      <a:pt x="77" y="19"/>
                      <a:pt x="72" y="13"/>
                    </a:cubicBezTo>
                    <a:cubicBezTo>
                      <a:pt x="69" y="9"/>
                      <a:pt x="67" y="3"/>
                      <a:pt x="64" y="0"/>
                    </a:cubicBezTo>
                    <a:cubicBezTo>
                      <a:pt x="61" y="5"/>
                      <a:pt x="63" y="13"/>
                      <a:pt x="60" y="19"/>
                    </a:cubicBezTo>
                    <a:cubicBezTo>
                      <a:pt x="58" y="23"/>
                      <a:pt x="57" y="25"/>
                      <a:pt x="53" y="26"/>
                    </a:cubicBezTo>
                    <a:cubicBezTo>
                      <a:pt x="46" y="27"/>
                      <a:pt x="45" y="21"/>
                      <a:pt x="43" y="17"/>
                    </a:cubicBezTo>
                    <a:cubicBezTo>
                      <a:pt x="40" y="21"/>
                      <a:pt x="37" y="27"/>
                      <a:pt x="32" y="27"/>
                    </a:cubicBezTo>
                    <a:cubicBezTo>
                      <a:pt x="24" y="27"/>
                      <a:pt x="25" y="18"/>
                      <a:pt x="21" y="15"/>
                    </a:cubicBezTo>
                    <a:cubicBezTo>
                      <a:pt x="18" y="12"/>
                      <a:pt x="13" y="17"/>
                      <a:pt x="9" y="16"/>
                    </a:cubicBezTo>
                    <a:cubicBezTo>
                      <a:pt x="5" y="15"/>
                      <a:pt x="3" y="13"/>
                      <a:pt x="0" y="9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7" name="Freeform 6042">
                <a:extLst>
                  <a:ext uri="{FF2B5EF4-FFF2-40B4-BE49-F238E27FC236}">
                    <a16:creationId xmlns:a16="http://schemas.microsoft.com/office/drawing/2014/main" id="{1D16847C-CF41-47E4-9A61-5A498ABA0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3128"/>
                <a:ext cx="335" cy="123"/>
              </a:xfrm>
              <a:custGeom>
                <a:avLst/>
                <a:gdLst>
                  <a:gd name="T0" fmla="*/ 0 w 134"/>
                  <a:gd name="T1" fmla="*/ 342 h 46"/>
                  <a:gd name="T2" fmla="*/ 250 w 134"/>
                  <a:gd name="T3" fmla="*/ 537 h 46"/>
                  <a:gd name="T4" fmla="*/ 563 w 134"/>
                  <a:gd name="T5" fmla="*/ 650 h 46"/>
                  <a:gd name="T6" fmla="*/ 1270 w 134"/>
                  <a:gd name="T7" fmla="*/ 845 h 46"/>
                  <a:gd name="T8" fmla="*/ 1783 w 134"/>
                  <a:gd name="T9" fmla="*/ 765 h 46"/>
                  <a:gd name="T10" fmla="*/ 2000 w 134"/>
                  <a:gd name="T11" fmla="*/ 444 h 46"/>
                  <a:gd name="T12" fmla="*/ 2020 w 134"/>
                  <a:gd name="T13" fmla="*/ 0 h 46"/>
                  <a:gd name="T14" fmla="*/ 1895 w 134"/>
                  <a:gd name="T15" fmla="*/ 150 h 46"/>
                  <a:gd name="T16" fmla="*/ 1750 w 134"/>
                  <a:gd name="T17" fmla="*/ 94 h 46"/>
                  <a:gd name="T18" fmla="*/ 1613 w 134"/>
                  <a:gd name="T19" fmla="*/ 479 h 46"/>
                  <a:gd name="T20" fmla="*/ 1363 w 134"/>
                  <a:gd name="T21" fmla="*/ 422 h 46"/>
                  <a:gd name="T22" fmla="*/ 1238 w 134"/>
                  <a:gd name="T23" fmla="*/ 615 h 46"/>
                  <a:gd name="T24" fmla="*/ 938 w 134"/>
                  <a:gd name="T25" fmla="*/ 500 h 46"/>
                  <a:gd name="T26" fmla="*/ 800 w 134"/>
                  <a:gd name="T27" fmla="*/ 559 h 46"/>
                  <a:gd name="T28" fmla="*/ 613 w 134"/>
                  <a:gd name="T29" fmla="*/ 444 h 46"/>
                  <a:gd name="T30" fmla="*/ 408 w 134"/>
                  <a:gd name="T31" fmla="*/ 537 h 46"/>
                  <a:gd name="T32" fmla="*/ 250 w 134"/>
                  <a:gd name="T33" fmla="*/ 457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4" h="46">
                    <a:moveTo>
                      <a:pt x="0" y="18"/>
                    </a:moveTo>
                    <a:cubicBezTo>
                      <a:pt x="3" y="23"/>
                      <a:pt x="11" y="25"/>
                      <a:pt x="16" y="28"/>
                    </a:cubicBezTo>
                    <a:cubicBezTo>
                      <a:pt x="23" y="31"/>
                      <a:pt x="29" y="32"/>
                      <a:pt x="36" y="34"/>
                    </a:cubicBezTo>
                    <a:cubicBezTo>
                      <a:pt x="51" y="37"/>
                      <a:pt x="66" y="42"/>
                      <a:pt x="81" y="44"/>
                    </a:cubicBezTo>
                    <a:cubicBezTo>
                      <a:pt x="93" y="45"/>
                      <a:pt x="104" y="46"/>
                      <a:pt x="114" y="40"/>
                    </a:cubicBezTo>
                    <a:cubicBezTo>
                      <a:pt x="120" y="37"/>
                      <a:pt x="125" y="29"/>
                      <a:pt x="128" y="23"/>
                    </a:cubicBezTo>
                    <a:cubicBezTo>
                      <a:pt x="130" y="18"/>
                      <a:pt x="134" y="4"/>
                      <a:pt x="129" y="0"/>
                    </a:cubicBezTo>
                    <a:cubicBezTo>
                      <a:pt x="125" y="1"/>
                      <a:pt x="124" y="6"/>
                      <a:pt x="121" y="8"/>
                    </a:cubicBezTo>
                    <a:cubicBezTo>
                      <a:pt x="117" y="9"/>
                      <a:pt x="115" y="7"/>
                      <a:pt x="112" y="5"/>
                    </a:cubicBezTo>
                    <a:cubicBezTo>
                      <a:pt x="109" y="12"/>
                      <a:pt x="110" y="19"/>
                      <a:pt x="103" y="25"/>
                    </a:cubicBezTo>
                    <a:cubicBezTo>
                      <a:pt x="97" y="30"/>
                      <a:pt x="92" y="28"/>
                      <a:pt x="87" y="22"/>
                    </a:cubicBezTo>
                    <a:cubicBezTo>
                      <a:pt x="85" y="25"/>
                      <a:pt x="84" y="31"/>
                      <a:pt x="79" y="32"/>
                    </a:cubicBezTo>
                    <a:cubicBezTo>
                      <a:pt x="73" y="34"/>
                      <a:pt x="66" y="27"/>
                      <a:pt x="60" y="26"/>
                    </a:cubicBezTo>
                    <a:cubicBezTo>
                      <a:pt x="55" y="24"/>
                      <a:pt x="56" y="27"/>
                      <a:pt x="51" y="29"/>
                    </a:cubicBezTo>
                    <a:cubicBezTo>
                      <a:pt x="46" y="30"/>
                      <a:pt x="42" y="26"/>
                      <a:pt x="39" y="23"/>
                    </a:cubicBezTo>
                    <a:cubicBezTo>
                      <a:pt x="34" y="25"/>
                      <a:pt x="33" y="29"/>
                      <a:pt x="26" y="28"/>
                    </a:cubicBezTo>
                    <a:cubicBezTo>
                      <a:pt x="23" y="27"/>
                      <a:pt x="19" y="25"/>
                      <a:pt x="16" y="2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8" name="Freeform 6043">
                <a:extLst>
                  <a:ext uri="{FF2B5EF4-FFF2-40B4-BE49-F238E27FC236}">
                    <a16:creationId xmlns:a16="http://schemas.microsoft.com/office/drawing/2014/main" id="{719FF276-F268-4296-85AA-14DDAE840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3109"/>
                <a:ext cx="140" cy="62"/>
              </a:xfrm>
              <a:custGeom>
                <a:avLst/>
                <a:gdLst>
                  <a:gd name="T0" fmla="*/ 0 w 56"/>
                  <a:gd name="T1" fmla="*/ 291 h 23"/>
                  <a:gd name="T2" fmla="*/ 863 w 56"/>
                  <a:gd name="T3" fmla="*/ 218 h 23"/>
                  <a:gd name="T4" fmla="*/ 595 w 56"/>
                  <a:gd name="T5" fmla="*/ 22 h 23"/>
                  <a:gd name="T6" fmla="*/ 158 w 56"/>
                  <a:gd name="T7" fmla="*/ 94 h 23"/>
                  <a:gd name="T8" fmla="*/ 438 w 56"/>
                  <a:gd name="T9" fmla="*/ 159 h 23"/>
                  <a:gd name="T10" fmla="*/ 375 w 56"/>
                  <a:gd name="T11" fmla="*/ 275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23">
                    <a:moveTo>
                      <a:pt x="0" y="15"/>
                    </a:moveTo>
                    <a:cubicBezTo>
                      <a:pt x="7" y="17"/>
                      <a:pt x="53" y="23"/>
                      <a:pt x="55" y="11"/>
                    </a:cubicBezTo>
                    <a:cubicBezTo>
                      <a:pt x="56" y="2"/>
                      <a:pt x="45" y="0"/>
                      <a:pt x="38" y="1"/>
                    </a:cubicBezTo>
                    <a:cubicBezTo>
                      <a:pt x="29" y="2"/>
                      <a:pt x="20" y="4"/>
                      <a:pt x="10" y="5"/>
                    </a:cubicBezTo>
                    <a:cubicBezTo>
                      <a:pt x="14" y="6"/>
                      <a:pt x="25" y="5"/>
                      <a:pt x="28" y="8"/>
                    </a:cubicBezTo>
                    <a:cubicBezTo>
                      <a:pt x="32" y="11"/>
                      <a:pt x="28" y="16"/>
                      <a:pt x="24" y="1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9" name="Freeform 6044">
                <a:extLst>
                  <a:ext uri="{FF2B5EF4-FFF2-40B4-BE49-F238E27FC236}">
                    <a16:creationId xmlns:a16="http://schemas.microsoft.com/office/drawing/2014/main" id="{CD8A6BBA-03EB-4437-A252-8692A0332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859"/>
                <a:ext cx="53" cy="109"/>
              </a:xfrm>
              <a:custGeom>
                <a:avLst/>
                <a:gdLst>
                  <a:gd name="T0" fmla="*/ 192 w 21"/>
                  <a:gd name="T1" fmla="*/ 0 h 41"/>
                  <a:gd name="T2" fmla="*/ 338 w 21"/>
                  <a:gd name="T3" fmla="*/ 282 h 41"/>
                  <a:gd name="T4" fmla="*/ 0 w 21"/>
                  <a:gd name="T5" fmla="*/ 771 h 41"/>
                  <a:gd name="T6" fmla="*/ 50 w 21"/>
                  <a:gd name="T7" fmla="*/ 465 h 41"/>
                  <a:gd name="T8" fmla="*/ 114 w 21"/>
                  <a:gd name="T9" fmla="*/ 303 h 41"/>
                  <a:gd name="T10" fmla="*/ 146 w 21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1">
                    <a:moveTo>
                      <a:pt x="12" y="0"/>
                    </a:moveTo>
                    <a:cubicBezTo>
                      <a:pt x="15" y="6"/>
                      <a:pt x="16" y="11"/>
                      <a:pt x="21" y="15"/>
                    </a:cubicBezTo>
                    <a:cubicBezTo>
                      <a:pt x="14" y="23"/>
                      <a:pt x="1" y="30"/>
                      <a:pt x="0" y="41"/>
                    </a:cubicBezTo>
                    <a:cubicBezTo>
                      <a:pt x="3" y="37"/>
                      <a:pt x="0" y="30"/>
                      <a:pt x="3" y="25"/>
                    </a:cubicBezTo>
                    <a:cubicBezTo>
                      <a:pt x="5" y="21"/>
                      <a:pt x="8" y="21"/>
                      <a:pt x="7" y="16"/>
                    </a:cubicBezTo>
                    <a:cubicBezTo>
                      <a:pt x="6" y="9"/>
                      <a:pt x="5" y="7"/>
                      <a:pt x="9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0" name="Freeform 6045">
                <a:extLst>
                  <a:ext uri="{FF2B5EF4-FFF2-40B4-BE49-F238E27FC236}">
                    <a16:creationId xmlns:a16="http://schemas.microsoft.com/office/drawing/2014/main" id="{46B995AB-EA88-430F-AE96-11B0500E4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957"/>
                <a:ext cx="278" cy="182"/>
              </a:xfrm>
              <a:custGeom>
                <a:avLst/>
                <a:gdLst>
                  <a:gd name="T0" fmla="*/ 0 w 111"/>
                  <a:gd name="T1" fmla="*/ 21 h 68"/>
                  <a:gd name="T2" fmla="*/ 158 w 111"/>
                  <a:gd name="T3" fmla="*/ 252 h 68"/>
                  <a:gd name="T4" fmla="*/ 376 w 111"/>
                  <a:gd name="T5" fmla="*/ 423 h 68"/>
                  <a:gd name="T6" fmla="*/ 929 w 111"/>
                  <a:gd name="T7" fmla="*/ 824 h 68"/>
                  <a:gd name="T8" fmla="*/ 1726 w 111"/>
                  <a:gd name="T9" fmla="*/ 881 h 68"/>
                  <a:gd name="T10" fmla="*/ 1538 w 111"/>
                  <a:gd name="T11" fmla="*/ 982 h 68"/>
                  <a:gd name="T12" fmla="*/ 1443 w 111"/>
                  <a:gd name="T13" fmla="*/ 653 h 68"/>
                  <a:gd name="T14" fmla="*/ 1285 w 111"/>
                  <a:gd name="T15" fmla="*/ 787 h 68"/>
                  <a:gd name="T16" fmla="*/ 1147 w 111"/>
                  <a:gd name="T17" fmla="*/ 632 h 68"/>
                  <a:gd name="T18" fmla="*/ 992 w 111"/>
                  <a:gd name="T19" fmla="*/ 674 h 68"/>
                  <a:gd name="T20" fmla="*/ 754 w 111"/>
                  <a:gd name="T21" fmla="*/ 500 h 68"/>
                  <a:gd name="T22" fmla="*/ 438 w 111"/>
                  <a:gd name="T23" fmla="*/ 265 h 68"/>
                  <a:gd name="T24" fmla="*/ 113 w 111"/>
                  <a:gd name="T25" fmla="*/ 0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1" h="68">
                    <a:moveTo>
                      <a:pt x="0" y="1"/>
                    </a:moveTo>
                    <a:cubicBezTo>
                      <a:pt x="5" y="4"/>
                      <a:pt x="6" y="9"/>
                      <a:pt x="10" y="13"/>
                    </a:cubicBezTo>
                    <a:cubicBezTo>
                      <a:pt x="14" y="17"/>
                      <a:pt x="19" y="19"/>
                      <a:pt x="24" y="22"/>
                    </a:cubicBezTo>
                    <a:cubicBezTo>
                      <a:pt x="36" y="29"/>
                      <a:pt x="47" y="37"/>
                      <a:pt x="59" y="43"/>
                    </a:cubicBezTo>
                    <a:cubicBezTo>
                      <a:pt x="67" y="47"/>
                      <a:pt x="111" y="68"/>
                      <a:pt x="110" y="46"/>
                    </a:cubicBezTo>
                    <a:cubicBezTo>
                      <a:pt x="107" y="49"/>
                      <a:pt x="103" y="52"/>
                      <a:pt x="98" y="51"/>
                    </a:cubicBezTo>
                    <a:cubicBezTo>
                      <a:pt x="91" y="48"/>
                      <a:pt x="93" y="40"/>
                      <a:pt x="92" y="34"/>
                    </a:cubicBezTo>
                    <a:cubicBezTo>
                      <a:pt x="89" y="37"/>
                      <a:pt x="87" y="41"/>
                      <a:pt x="82" y="41"/>
                    </a:cubicBezTo>
                    <a:cubicBezTo>
                      <a:pt x="76" y="42"/>
                      <a:pt x="77" y="34"/>
                      <a:pt x="73" y="33"/>
                    </a:cubicBezTo>
                    <a:cubicBezTo>
                      <a:pt x="70" y="32"/>
                      <a:pt x="67" y="36"/>
                      <a:pt x="63" y="35"/>
                    </a:cubicBezTo>
                    <a:cubicBezTo>
                      <a:pt x="58" y="33"/>
                      <a:pt x="52" y="29"/>
                      <a:pt x="48" y="26"/>
                    </a:cubicBezTo>
                    <a:cubicBezTo>
                      <a:pt x="42" y="22"/>
                      <a:pt x="35" y="16"/>
                      <a:pt x="28" y="14"/>
                    </a:cubicBezTo>
                    <a:cubicBezTo>
                      <a:pt x="20" y="11"/>
                      <a:pt x="9" y="11"/>
                      <a:pt x="7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1" name="Freeform 6046">
                <a:extLst>
                  <a:ext uri="{FF2B5EF4-FFF2-40B4-BE49-F238E27FC236}">
                    <a16:creationId xmlns:a16="http://schemas.microsoft.com/office/drawing/2014/main" id="{53066A54-C5D6-457F-B557-2526B263F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395"/>
                <a:ext cx="140" cy="461"/>
              </a:xfrm>
              <a:custGeom>
                <a:avLst/>
                <a:gdLst>
                  <a:gd name="T0" fmla="*/ 33 w 56"/>
                  <a:gd name="T1" fmla="*/ 1420 h 173"/>
                  <a:gd name="T2" fmla="*/ 333 w 56"/>
                  <a:gd name="T3" fmla="*/ 2401 h 173"/>
                  <a:gd name="T4" fmla="*/ 408 w 56"/>
                  <a:gd name="T5" fmla="*/ 2798 h 173"/>
                  <a:gd name="T6" fmla="*/ 283 w 56"/>
                  <a:gd name="T7" fmla="*/ 3272 h 173"/>
                  <a:gd name="T8" fmla="*/ 375 w 56"/>
                  <a:gd name="T9" fmla="*/ 3024 h 173"/>
                  <a:gd name="T10" fmla="*/ 595 w 56"/>
                  <a:gd name="T11" fmla="*/ 2763 h 173"/>
                  <a:gd name="T12" fmla="*/ 488 w 56"/>
                  <a:gd name="T13" fmla="*/ 2364 h 173"/>
                  <a:gd name="T14" fmla="*/ 533 w 56"/>
                  <a:gd name="T15" fmla="*/ 2193 h 173"/>
                  <a:gd name="T16" fmla="*/ 583 w 56"/>
                  <a:gd name="T17" fmla="*/ 2116 h 173"/>
                  <a:gd name="T18" fmla="*/ 488 w 56"/>
                  <a:gd name="T19" fmla="*/ 1889 h 173"/>
                  <a:gd name="T20" fmla="*/ 408 w 56"/>
                  <a:gd name="T21" fmla="*/ 1647 h 173"/>
                  <a:gd name="T22" fmla="*/ 563 w 56"/>
                  <a:gd name="T23" fmla="*/ 1399 h 173"/>
                  <a:gd name="T24" fmla="*/ 875 w 56"/>
                  <a:gd name="T25" fmla="*/ 1306 h 173"/>
                  <a:gd name="T26" fmla="*/ 500 w 56"/>
                  <a:gd name="T27" fmla="*/ 738 h 173"/>
                  <a:gd name="T28" fmla="*/ 250 w 56"/>
                  <a:gd name="T29" fmla="*/ 0 h 173"/>
                  <a:gd name="T30" fmla="*/ 208 w 56"/>
                  <a:gd name="T31" fmla="*/ 661 h 173"/>
                  <a:gd name="T32" fmla="*/ 345 w 56"/>
                  <a:gd name="T33" fmla="*/ 1045 h 173"/>
                  <a:gd name="T34" fmla="*/ 145 w 56"/>
                  <a:gd name="T35" fmla="*/ 1135 h 173"/>
                  <a:gd name="T36" fmla="*/ 175 w 56"/>
                  <a:gd name="T37" fmla="*/ 1442 h 173"/>
                  <a:gd name="T38" fmla="*/ 0 w 56"/>
                  <a:gd name="T39" fmla="*/ 1386 h 17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6" h="173">
                    <a:moveTo>
                      <a:pt x="2" y="75"/>
                    </a:moveTo>
                    <a:cubicBezTo>
                      <a:pt x="11" y="92"/>
                      <a:pt x="11" y="111"/>
                      <a:pt x="21" y="127"/>
                    </a:cubicBezTo>
                    <a:cubicBezTo>
                      <a:pt x="25" y="133"/>
                      <a:pt x="27" y="141"/>
                      <a:pt x="26" y="148"/>
                    </a:cubicBezTo>
                    <a:cubicBezTo>
                      <a:pt x="25" y="157"/>
                      <a:pt x="19" y="164"/>
                      <a:pt x="18" y="173"/>
                    </a:cubicBezTo>
                    <a:cubicBezTo>
                      <a:pt x="19" y="169"/>
                      <a:pt x="21" y="164"/>
                      <a:pt x="24" y="160"/>
                    </a:cubicBezTo>
                    <a:cubicBezTo>
                      <a:pt x="27" y="154"/>
                      <a:pt x="33" y="151"/>
                      <a:pt x="38" y="146"/>
                    </a:cubicBezTo>
                    <a:cubicBezTo>
                      <a:pt x="32" y="142"/>
                      <a:pt x="31" y="132"/>
                      <a:pt x="31" y="125"/>
                    </a:cubicBezTo>
                    <a:cubicBezTo>
                      <a:pt x="31" y="122"/>
                      <a:pt x="32" y="120"/>
                      <a:pt x="34" y="116"/>
                    </a:cubicBezTo>
                    <a:cubicBezTo>
                      <a:pt x="35" y="115"/>
                      <a:pt x="37" y="114"/>
                      <a:pt x="37" y="112"/>
                    </a:cubicBezTo>
                    <a:cubicBezTo>
                      <a:pt x="37" y="108"/>
                      <a:pt x="32" y="103"/>
                      <a:pt x="31" y="100"/>
                    </a:cubicBezTo>
                    <a:cubicBezTo>
                      <a:pt x="29" y="96"/>
                      <a:pt x="27" y="92"/>
                      <a:pt x="26" y="87"/>
                    </a:cubicBezTo>
                    <a:cubicBezTo>
                      <a:pt x="25" y="80"/>
                      <a:pt x="29" y="75"/>
                      <a:pt x="36" y="74"/>
                    </a:cubicBezTo>
                    <a:cubicBezTo>
                      <a:pt x="43" y="72"/>
                      <a:pt x="49" y="72"/>
                      <a:pt x="56" y="69"/>
                    </a:cubicBezTo>
                    <a:cubicBezTo>
                      <a:pt x="45" y="59"/>
                      <a:pt x="36" y="53"/>
                      <a:pt x="32" y="39"/>
                    </a:cubicBezTo>
                    <a:cubicBezTo>
                      <a:pt x="29" y="28"/>
                      <a:pt x="34" y="1"/>
                      <a:pt x="16" y="0"/>
                    </a:cubicBezTo>
                    <a:cubicBezTo>
                      <a:pt x="24" y="5"/>
                      <a:pt x="25" y="34"/>
                      <a:pt x="13" y="35"/>
                    </a:cubicBezTo>
                    <a:cubicBezTo>
                      <a:pt x="21" y="36"/>
                      <a:pt x="28" y="48"/>
                      <a:pt x="22" y="55"/>
                    </a:cubicBezTo>
                    <a:cubicBezTo>
                      <a:pt x="18" y="58"/>
                      <a:pt x="11" y="55"/>
                      <a:pt x="9" y="60"/>
                    </a:cubicBezTo>
                    <a:cubicBezTo>
                      <a:pt x="8" y="64"/>
                      <a:pt x="17" y="73"/>
                      <a:pt x="11" y="76"/>
                    </a:cubicBezTo>
                    <a:cubicBezTo>
                      <a:pt x="8" y="77"/>
                      <a:pt x="3" y="73"/>
                      <a:pt x="0" y="7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2" name="Freeform 6047">
                <a:extLst>
                  <a:ext uri="{FF2B5EF4-FFF2-40B4-BE49-F238E27FC236}">
                    <a16:creationId xmlns:a16="http://schemas.microsoft.com/office/drawing/2014/main" id="{8A726FF6-0AA2-444A-AB76-B1BC50EA9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163"/>
                <a:ext cx="358" cy="226"/>
              </a:xfrm>
              <a:custGeom>
                <a:avLst/>
                <a:gdLst>
                  <a:gd name="T0" fmla="*/ 158 w 143"/>
                  <a:gd name="T1" fmla="*/ 431 h 85"/>
                  <a:gd name="T2" fmla="*/ 313 w 143"/>
                  <a:gd name="T3" fmla="*/ 715 h 85"/>
                  <a:gd name="T4" fmla="*/ 596 w 143"/>
                  <a:gd name="T5" fmla="*/ 904 h 85"/>
                  <a:gd name="T6" fmla="*/ 896 w 143"/>
                  <a:gd name="T7" fmla="*/ 1337 h 85"/>
                  <a:gd name="T8" fmla="*/ 1555 w 143"/>
                  <a:gd name="T9" fmla="*/ 1087 h 85"/>
                  <a:gd name="T10" fmla="*/ 1850 w 143"/>
                  <a:gd name="T11" fmla="*/ 1258 h 85"/>
                  <a:gd name="T12" fmla="*/ 1943 w 143"/>
                  <a:gd name="T13" fmla="*/ 1407 h 85"/>
                  <a:gd name="T14" fmla="*/ 2055 w 143"/>
                  <a:gd name="T15" fmla="*/ 1598 h 85"/>
                  <a:gd name="T16" fmla="*/ 2088 w 143"/>
                  <a:gd name="T17" fmla="*/ 1053 h 85"/>
                  <a:gd name="T18" fmla="*/ 2226 w 143"/>
                  <a:gd name="T19" fmla="*/ 545 h 85"/>
                  <a:gd name="T20" fmla="*/ 2038 w 143"/>
                  <a:gd name="T21" fmla="*/ 848 h 85"/>
                  <a:gd name="T22" fmla="*/ 1660 w 143"/>
                  <a:gd name="T23" fmla="*/ 601 h 85"/>
                  <a:gd name="T24" fmla="*/ 1630 w 143"/>
                  <a:gd name="T25" fmla="*/ 806 h 85"/>
                  <a:gd name="T26" fmla="*/ 1367 w 143"/>
                  <a:gd name="T27" fmla="*/ 736 h 85"/>
                  <a:gd name="T28" fmla="*/ 1242 w 143"/>
                  <a:gd name="T29" fmla="*/ 580 h 85"/>
                  <a:gd name="T30" fmla="*/ 1097 w 143"/>
                  <a:gd name="T31" fmla="*/ 657 h 85"/>
                  <a:gd name="T32" fmla="*/ 801 w 143"/>
                  <a:gd name="T33" fmla="*/ 694 h 85"/>
                  <a:gd name="T34" fmla="*/ 613 w 143"/>
                  <a:gd name="T35" fmla="*/ 282 h 85"/>
                  <a:gd name="T36" fmla="*/ 458 w 143"/>
                  <a:gd name="T37" fmla="*/ 409 h 85"/>
                  <a:gd name="T38" fmla="*/ 333 w 143"/>
                  <a:gd name="T39" fmla="*/ 362 h 85"/>
                  <a:gd name="T40" fmla="*/ 145 w 143"/>
                  <a:gd name="T41" fmla="*/ 247 h 85"/>
                  <a:gd name="T42" fmla="*/ 0 w 143"/>
                  <a:gd name="T43" fmla="*/ 0 h 8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3" h="85">
                    <a:moveTo>
                      <a:pt x="10" y="23"/>
                    </a:moveTo>
                    <a:cubicBezTo>
                      <a:pt x="13" y="28"/>
                      <a:pt x="14" y="34"/>
                      <a:pt x="20" y="38"/>
                    </a:cubicBezTo>
                    <a:cubicBezTo>
                      <a:pt x="25" y="41"/>
                      <a:pt x="32" y="45"/>
                      <a:pt x="38" y="48"/>
                    </a:cubicBezTo>
                    <a:cubicBezTo>
                      <a:pt x="47" y="51"/>
                      <a:pt x="58" y="60"/>
                      <a:pt x="57" y="71"/>
                    </a:cubicBezTo>
                    <a:cubicBezTo>
                      <a:pt x="60" y="48"/>
                      <a:pt x="83" y="52"/>
                      <a:pt x="99" y="58"/>
                    </a:cubicBezTo>
                    <a:cubicBezTo>
                      <a:pt x="105" y="61"/>
                      <a:pt x="112" y="63"/>
                      <a:pt x="118" y="67"/>
                    </a:cubicBezTo>
                    <a:cubicBezTo>
                      <a:pt x="121" y="70"/>
                      <a:pt x="122" y="72"/>
                      <a:pt x="124" y="75"/>
                    </a:cubicBezTo>
                    <a:cubicBezTo>
                      <a:pt x="126" y="79"/>
                      <a:pt x="130" y="81"/>
                      <a:pt x="131" y="85"/>
                    </a:cubicBezTo>
                    <a:cubicBezTo>
                      <a:pt x="124" y="77"/>
                      <a:pt x="128" y="64"/>
                      <a:pt x="133" y="56"/>
                    </a:cubicBezTo>
                    <a:cubicBezTo>
                      <a:pt x="138" y="46"/>
                      <a:pt x="143" y="41"/>
                      <a:pt x="142" y="29"/>
                    </a:cubicBezTo>
                    <a:cubicBezTo>
                      <a:pt x="141" y="37"/>
                      <a:pt x="137" y="42"/>
                      <a:pt x="130" y="45"/>
                    </a:cubicBezTo>
                    <a:cubicBezTo>
                      <a:pt x="120" y="49"/>
                      <a:pt x="111" y="40"/>
                      <a:pt x="106" y="32"/>
                    </a:cubicBezTo>
                    <a:cubicBezTo>
                      <a:pt x="106" y="35"/>
                      <a:pt x="107" y="41"/>
                      <a:pt x="104" y="43"/>
                    </a:cubicBezTo>
                    <a:cubicBezTo>
                      <a:pt x="100" y="46"/>
                      <a:pt x="90" y="41"/>
                      <a:pt x="87" y="39"/>
                    </a:cubicBezTo>
                    <a:cubicBezTo>
                      <a:pt x="84" y="38"/>
                      <a:pt x="81" y="32"/>
                      <a:pt x="79" y="31"/>
                    </a:cubicBezTo>
                    <a:cubicBezTo>
                      <a:pt x="76" y="30"/>
                      <a:pt x="72" y="34"/>
                      <a:pt x="70" y="35"/>
                    </a:cubicBezTo>
                    <a:cubicBezTo>
                      <a:pt x="64" y="38"/>
                      <a:pt x="56" y="40"/>
                      <a:pt x="51" y="37"/>
                    </a:cubicBezTo>
                    <a:cubicBezTo>
                      <a:pt x="42" y="31"/>
                      <a:pt x="39" y="24"/>
                      <a:pt x="39" y="15"/>
                    </a:cubicBezTo>
                    <a:cubicBezTo>
                      <a:pt x="36" y="17"/>
                      <a:pt x="33" y="21"/>
                      <a:pt x="29" y="22"/>
                    </a:cubicBezTo>
                    <a:cubicBezTo>
                      <a:pt x="25" y="23"/>
                      <a:pt x="24" y="21"/>
                      <a:pt x="21" y="19"/>
                    </a:cubicBezTo>
                    <a:cubicBezTo>
                      <a:pt x="17" y="17"/>
                      <a:pt x="12" y="16"/>
                      <a:pt x="9" y="13"/>
                    </a:cubicBezTo>
                    <a:cubicBezTo>
                      <a:pt x="6" y="10"/>
                      <a:pt x="4" y="1"/>
                      <a:pt x="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3" name="Freeform 6048">
                <a:extLst>
                  <a:ext uri="{FF2B5EF4-FFF2-40B4-BE49-F238E27FC236}">
                    <a16:creationId xmlns:a16="http://schemas.microsoft.com/office/drawing/2014/main" id="{9B196C1C-F470-47EE-819E-D61827D8F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731"/>
                <a:ext cx="135" cy="232"/>
              </a:xfrm>
              <a:custGeom>
                <a:avLst/>
                <a:gdLst>
                  <a:gd name="T0" fmla="*/ 220 w 54"/>
                  <a:gd name="T1" fmla="*/ 1195 h 87"/>
                  <a:gd name="T2" fmla="*/ 63 w 54"/>
                  <a:gd name="T3" fmla="*/ 1651 h 87"/>
                  <a:gd name="T4" fmla="*/ 175 w 54"/>
                  <a:gd name="T5" fmla="*/ 1365 h 87"/>
                  <a:gd name="T6" fmla="*/ 345 w 54"/>
                  <a:gd name="T7" fmla="*/ 1139 h 87"/>
                  <a:gd name="T8" fmla="*/ 595 w 54"/>
                  <a:gd name="T9" fmla="*/ 1101 h 87"/>
                  <a:gd name="T10" fmla="*/ 583 w 54"/>
                  <a:gd name="T11" fmla="*/ 683 h 87"/>
                  <a:gd name="T12" fmla="*/ 750 w 54"/>
                  <a:gd name="T13" fmla="*/ 320 h 87"/>
                  <a:gd name="T14" fmla="*/ 688 w 54"/>
                  <a:gd name="T15" fmla="*/ 35 h 87"/>
                  <a:gd name="T16" fmla="*/ 595 w 54"/>
                  <a:gd name="T17" fmla="*/ 264 h 87"/>
                  <a:gd name="T18" fmla="*/ 488 w 54"/>
                  <a:gd name="T19" fmla="*/ 533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87">
                    <a:moveTo>
                      <a:pt x="14" y="63"/>
                    </a:moveTo>
                    <a:cubicBezTo>
                      <a:pt x="9" y="67"/>
                      <a:pt x="0" y="82"/>
                      <a:pt x="4" y="87"/>
                    </a:cubicBezTo>
                    <a:cubicBezTo>
                      <a:pt x="8" y="83"/>
                      <a:pt x="7" y="76"/>
                      <a:pt x="11" y="72"/>
                    </a:cubicBezTo>
                    <a:cubicBezTo>
                      <a:pt x="13" y="68"/>
                      <a:pt x="18" y="62"/>
                      <a:pt x="22" y="60"/>
                    </a:cubicBezTo>
                    <a:cubicBezTo>
                      <a:pt x="27" y="58"/>
                      <a:pt x="33" y="60"/>
                      <a:pt x="38" y="58"/>
                    </a:cubicBezTo>
                    <a:cubicBezTo>
                      <a:pt x="34" y="53"/>
                      <a:pt x="36" y="43"/>
                      <a:pt x="37" y="36"/>
                    </a:cubicBezTo>
                    <a:cubicBezTo>
                      <a:pt x="40" y="29"/>
                      <a:pt x="46" y="24"/>
                      <a:pt x="48" y="17"/>
                    </a:cubicBezTo>
                    <a:cubicBezTo>
                      <a:pt x="50" y="13"/>
                      <a:pt x="54" y="0"/>
                      <a:pt x="44" y="2"/>
                    </a:cubicBezTo>
                    <a:cubicBezTo>
                      <a:pt x="41" y="2"/>
                      <a:pt x="40" y="11"/>
                      <a:pt x="38" y="14"/>
                    </a:cubicBezTo>
                    <a:cubicBezTo>
                      <a:pt x="37" y="18"/>
                      <a:pt x="35" y="25"/>
                      <a:pt x="31" y="2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4" name="Freeform 6049">
                <a:extLst>
                  <a:ext uri="{FF2B5EF4-FFF2-40B4-BE49-F238E27FC236}">
                    <a16:creationId xmlns:a16="http://schemas.microsoft.com/office/drawing/2014/main" id="{86B85711-882A-421B-9C50-A5D561627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709"/>
                <a:ext cx="70" cy="198"/>
              </a:xfrm>
              <a:custGeom>
                <a:avLst/>
                <a:gdLst>
                  <a:gd name="T0" fmla="*/ 0 w 28"/>
                  <a:gd name="T1" fmla="*/ 1418 h 74"/>
                  <a:gd name="T2" fmla="*/ 220 w 28"/>
                  <a:gd name="T3" fmla="*/ 995 h 74"/>
                  <a:gd name="T4" fmla="*/ 363 w 28"/>
                  <a:gd name="T5" fmla="*/ 594 h 74"/>
                  <a:gd name="T6" fmla="*/ 345 w 28"/>
                  <a:gd name="T7" fmla="*/ 209 h 74"/>
                  <a:gd name="T8" fmla="*/ 50 w 28"/>
                  <a:gd name="T9" fmla="*/ 0 h 74"/>
                  <a:gd name="T10" fmla="*/ 145 w 28"/>
                  <a:gd name="T11" fmla="*/ 308 h 74"/>
                  <a:gd name="T12" fmla="*/ 20 w 28"/>
                  <a:gd name="T13" fmla="*/ 401 h 74"/>
                  <a:gd name="T14" fmla="*/ 83 w 28"/>
                  <a:gd name="T15" fmla="*/ 650 h 74"/>
                  <a:gd name="T16" fmla="*/ 63 w 28"/>
                  <a:gd name="T17" fmla="*/ 1073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74">
                    <a:moveTo>
                      <a:pt x="0" y="74"/>
                    </a:moveTo>
                    <a:cubicBezTo>
                      <a:pt x="2" y="67"/>
                      <a:pt x="10" y="59"/>
                      <a:pt x="14" y="52"/>
                    </a:cubicBezTo>
                    <a:cubicBezTo>
                      <a:pt x="18" y="46"/>
                      <a:pt x="21" y="38"/>
                      <a:pt x="23" y="31"/>
                    </a:cubicBezTo>
                    <a:cubicBezTo>
                      <a:pt x="26" y="24"/>
                      <a:pt x="28" y="15"/>
                      <a:pt x="22" y="11"/>
                    </a:cubicBezTo>
                    <a:cubicBezTo>
                      <a:pt x="15" y="7"/>
                      <a:pt x="8" y="7"/>
                      <a:pt x="3" y="0"/>
                    </a:cubicBezTo>
                    <a:cubicBezTo>
                      <a:pt x="6" y="5"/>
                      <a:pt x="11" y="10"/>
                      <a:pt x="9" y="16"/>
                    </a:cubicBezTo>
                    <a:cubicBezTo>
                      <a:pt x="9" y="20"/>
                      <a:pt x="5" y="24"/>
                      <a:pt x="1" y="21"/>
                    </a:cubicBezTo>
                    <a:cubicBezTo>
                      <a:pt x="9" y="22"/>
                      <a:pt x="14" y="29"/>
                      <a:pt x="5" y="34"/>
                    </a:cubicBezTo>
                    <a:cubicBezTo>
                      <a:pt x="15" y="39"/>
                      <a:pt x="8" y="50"/>
                      <a:pt x="4" y="5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5" name="Freeform 6050">
                <a:extLst>
                  <a:ext uri="{FF2B5EF4-FFF2-40B4-BE49-F238E27FC236}">
                    <a16:creationId xmlns:a16="http://schemas.microsoft.com/office/drawing/2014/main" id="{B4AEEFF1-D121-4670-A2B7-3302DD72E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333"/>
                <a:ext cx="155" cy="251"/>
              </a:xfrm>
              <a:custGeom>
                <a:avLst/>
                <a:gdLst>
                  <a:gd name="T0" fmla="*/ 645 w 62"/>
                  <a:gd name="T1" fmla="*/ 0 h 94"/>
                  <a:gd name="T2" fmla="*/ 908 w 62"/>
                  <a:gd name="T3" fmla="*/ 1012 h 94"/>
                  <a:gd name="T4" fmla="*/ 813 w 62"/>
                  <a:gd name="T5" fmla="*/ 1525 h 94"/>
                  <a:gd name="T6" fmla="*/ 488 w 62"/>
                  <a:gd name="T7" fmla="*/ 1789 h 94"/>
                  <a:gd name="T8" fmla="*/ 675 w 62"/>
                  <a:gd name="T9" fmla="*/ 1255 h 94"/>
                  <a:gd name="T10" fmla="*/ 720 w 62"/>
                  <a:gd name="T11" fmla="*/ 684 h 94"/>
                  <a:gd name="T12" fmla="*/ 500 w 62"/>
                  <a:gd name="T13" fmla="*/ 742 h 94"/>
                  <a:gd name="T14" fmla="*/ 208 w 62"/>
                  <a:gd name="T15" fmla="*/ 991 h 94"/>
                  <a:gd name="T16" fmla="*/ 0 w 62"/>
                  <a:gd name="T17" fmla="*/ 606 h 94"/>
                  <a:gd name="T18" fmla="*/ 438 w 62"/>
                  <a:gd name="T19" fmla="*/ 550 h 94"/>
                  <a:gd name="T20" fmla="*/ 488 w 62"/>
                  <a:gd name="T21" fmla="*/ 248 h 94"/>
                  <a:gd name="T22" fmla="*/ 613 w 62"/>
                  <a:gd name="T23" fmla="*/ 0 h 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94">
                    <a:moveTo>
                      <a:pt x="41" y="0"/>
                    </a:moveTo>
                    <a:cubicBezTo>
                      <a:pt x="62" y="12"/>
                      <a:pt x="60" y="32"/>
                      <a:pt x="58" y="53"/>
                    </a:cubicBezTo>
                    <a:cubicBezTo>
                      <a:pt x="57" y="62"/>
                      <a:pt x="58" y="72"/>
                      <a:pt x="52" y="80"/>
                    </a:cubicBezTo>
                    <a:cubicBezTo>
                      <a:pt x="46" y="88"/>
                      <a:pt x="39" y="91"/>
                      <a:pt x="31" y="94"/>
                    </a:cubicBezTo>
                    <a:cubicBezTo>
                      <a:pt x="39" y="91"/>
                      <a:pt x="56" y="72"/>
                      <a:pt x="43" y="66"/>
                    </a:cubicBezTo>
                    <a:cubicBezTo>
                      <a:pt x="50" y="59"/>
                      <a:pt x="56" y="43"/>
                      <a:pt x="46" y="36"/>
                    </a:cubicBezTo>
                    <a:cubicBezTo>
                      <a:pt x="41" y="32"/>
                      <a:pt x="36" y="36"/>
                      <a:pt x="32" y="39"/>
                    </a:cubicBezTo>
                    <a:cubicBezTo>
                      <a:pt x="27" y="44"/>
                      <a:pt x="20" y="51"/>
                      <a:pt x="13" y="52"/>
                    </a:cubicBezTo>
                    <a:cubicBezTo>
                      <a:pt x="4" y="53"/>
                      <a:pt x="3" y="38"/>
                      <a:pt x="0" y="32"/>
                    </a:cubicBezTo>
                    <a:cubicBezTo>
                      <a:pt x="6" y="45"/>
                      <a:pt x="21" y="36"/>
                      <a:pt x="28" y="29"/>
                    </a:cubicBezTo>
                    <a:cubicBezTo>
                      <a:pt x="33" y="26"/>
                      <a:pt x="46" y="14"/>
                      <a:pt x="31" y="13"/>
                    </a:cubicBezTo>
                    <a:cubicBezTo>
                      <a:pt x="38" y="11"/>
                      <a:pt x="45" y="8"/>
                      <a:pt x="39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6" name="Freeform 6051">
                <a:extLst>
                  <a:ext uri="{FF2B5EF4-FFF2-40B4-BE49-F238E27FC236}">
                    <a16:creationId xmlns:a16="http://schemas.microsoft.com/office/drawing/2014/main" id="{4ACA0474-32D2-423E-9E1B-27D57ECC1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28"/>
                <a:ext cx="57" cy="205"/>
              </a:xfrm>
              <a:custGeom>
                <a:avLst/>
                <a:gdLst>
                  <a:gd name="T0" fmla="*/ 245 w 23"/>
                  <a:gd name="T1" fmla="*/ 0 h 77"/>
                  <a:gd name="T2" fmla="*/ 307 w 23"/>
                  <a:gd name="T3" fmla="*/ 490 h 77"/>
                  <a:gd name="T4" fmla="*/ 307 w 23"/>
                  <a:gd name="T5" fmla="*/ 1057 h 77"/>
                  <a:gd name="T6" fmla="*/ 287 w 23"/>
                  <a:gd name="T7" fmla="*/ 1454 h 77"/>
                  <a:gd name="T8" fmla="*/ 196 w 23"/>
                  <a:gd name="T9" fmla="*/ 1283 h 77"/>
                  <a:gd name="T10" fmla="*/ 0 w 23"/>
                  <a:gd name="T11" fmla="*/ 1190 h 77"/>
                  <a:gd name="T12" fmla="*/ 166 w 23"/>
                  <a:gd name="T13" fmla="*/ 1057 h 77"/>
                  <a:gd name="T14" fmla="*/ 104 w 23"/>
                  <a:gd name="T15" fmla="*/ 716 h 77"/>
                  <a:gd name="T16" fmla="*/ 196 w 23"/>
                  <a:gd name="T17" fmla="*/ 56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77">
                    <a:moveTo>
                      <a:pt x="16" y="0"/>
                    </a:moveTo>
                    <a:cubicBezTo>
                      <a:pt x="21" y="6"/>
                      <a:pt x="20" y="19"/>
                      <a:pt x="20" y="26"/>
                    </a:cubicBezTo>
                    <a:cubicBezTo>
                      <a:pt x="20" y="36"/>
                      <a:pt x="20" y="46"/>
                      <a:pt x="20" y="56"/>
                    </a:cubicBezTo>
                    <a:cubicBezTo>
                      <a:pt x="20" y="59"/>
                      <a:pt x="23" y="77"/>
                      <a:pt x="19" y="77"/>
                    </a:cubicBezTo>
                    <a:cubicBezTo>
                      <a:pt x="17" y="77"/>
                      <a:pt x="14" y="70"/>
                      <a:pt x="13" y="68"/>
                    </a:cubicBezTo>
                    <a:cubicBezTo>
                      <a:pt x="9" y="64"/>
                      <a:pt x="5" y="64"/>
                      <a:pt x="0" y="63"/>
                    </a:cubicBezTo>
                    <a:cubicBezTo>
                      <a:pt x="3" y="60"/>
                      <a:pt x="8" y="60"/>
                      <a:pt x="11" y="56"/>
                    </a:cubicBezTo>
                    <a:cubicBezTo>
                      <a:pt x="16" y="48"/>
                      <a:pt x="10" y="44"/>
                      <a:pt x="7" y="38"/>
                    </a:cubicBezTo>
                    <a:cubicBezTo>
                      <a:pt x="19" y="30"/>
                      <a:pt x="15" y="16"/>
                      <a:pt x="13" y="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7" name="Freeform 6052">
                <a:extLst>
                  <a:ext uri="{FF2B5EF4-FFF2-40B4-BE49-F238E27FC236}">
                    <a16:creationId xmlns:a16="http://schemas.microsoft.com/office/drawing/2014/main" id="{4B40D6F6-74AF-4D8F-88AC-CF8E6238A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157"/>
                <a:ext cx="80" cy="96"/>
              </a:xfrm>
              <a:custGeom>
                <a:avLst/>
                <a:gdLst>
                  <a:gd name="T0" fmla="*/ 20 w 32"/>
                  <a:gd name="T1" fmla="*/ 115 h 36"/>
                  <a:gd name="T2" fmla="*/ 33 w 32"/>
                  <a:gd name="T3" fmla="*/ 547 h 36"/>
                  <a:gd name="T4" fmla="*/ 488 w 32"/>
                  <a:gd name="T5" fmla="*/ 376 h 36"/>
                  <a:gd name="T6" fmla="*/ 158 w 32"/>
                  <a:gd name="T7" fmla="*/ 376 h 36"/>
                  <a:gd name="T8" fmla="*/ 145 w 32"/>
                  <a:gd name="T9" fmla="*/ 320 h 36"/>
                  <a:gd name="T10" fmla="*/ 145 w 32"/>
                  <a:gd name="T11" fmla="*/ 285 h 36"/>
                  <a:gd name="T12" fmla="*/ 113 w 32"/>
                  <a:gd name="T13" fmla="*/ 248 h 36"/>
                  <a:gd name="T14" fmla="*/ 50 w 32"/>
                  <a:gd name="T15" fmla="*/ 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36">
                    <a:moveTo>
                      <a:pt x="1" y="6"/>
                    </a:moveTo>
                    <a:cubicBezTo>
                      <a:pt x="0" y="13"/>
                      <a:pt x="1" y="22"/>
                      <a:pt x="2" y="29"/>
                    </a:cubicBezTo>
                    <a:cubicBezTo>
                      <a:pt x="11" y="26"/>
                      <a:pt x="32" y="36"/>
                      <a:pt x="31" y="20"/>
                    </a:cubicBezTo>
                    <a:cubicBezTo>
                      <a:pt x="25" y="25"/>
                      <a:pt x="15" y="31"/>
                      <a:pt x="10" y="20"/>
                    </a:cubicBezTo>
                    <a:cubicBezTo>
                      <a:pt x="9" y="19"/>
                      <a:pt x="9" y="17"/>
                      <a:pt x="9" y="17"/>
                    </a:cubicBezTo>
                    <a:cubicBezTo>
                      <a:pt x="9" y="16"/>
                      <a:pt x="10" y="15"/>
                      <a:pt x="9" y="15"/>
                    </a:cubicBezTo>
                    <a:cubicBezTo>
                      <a:pt x="9" y="14"/>
                      <a:pt x="8" y="14"/>
                      <a:pt x="7" y="13"/>
                    </a:cubicBezTo>
                    <a:cubicBezTo>
                      <a:pt x="4" y="8"/>
                      <a:pt x="2" y="7"/>
                      <a:pt x="3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8" name="Freeform 6053">
                <a:extLst>
                  <a:ext uri="{FF2B5EF4-FFF2-40B4-BE49-F238E27FC236}">
                    <a16:creationId xmlns:a16="http://schemas.microsoft.com/office/drawing/2014/main" id="{C111E8CE-9821-45C4-AFD4-B0433ED3D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157"/>
                <a:ext cx="145" cy="182"/>
              </a:xfrm>
              <a:custGeom>
                <a:avLst/>
                <a:gdLst>
                  <a:gd name="T0" fmla="*/ 0 w 58"/>
                  <a:gd name="T1" fmla="*/ 881 h 68"/>
                  <a:gd name="T2" fmla="*/ 208 w 58"/>
                  <a:gd name="T3" fmla="*/ 1097 h 68"/>
                  <a:gd name="T4" fmla="*/ 363 w 58"/>
                  <a:gd name="T5" fmla="*/ 1269 h 68"/>
                  <a:gd name="T6" fmla="*/ 658 w 58"/>
                  <a:gd name="T7" fmla="*/ 961 h 68"/>
                  <a:gd name="T8" fmla="*/ 675 w 58"/>
                  <a:gd name="T9" fmla="*/ 0 h 68"/>
                  <a:gd name="T10" fmla="*/ 408 w 58"/>
                  <a:gd name="T11" fmla="*/ 538 h 68"/>
                  <a:gd name="T12" fmla="*/ 363 w 58"/>
                  <a:gd name="T13" fmla="*/ 902 h 68"/>
                  <a:gd name="T14" fmla="*/ 83 w 58"/>
                  <a:gd name="T15" fmla="*/ 765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68">
                    <a:moveTo>
                      <a:pt x="0" y="46"/>
                    </a:moveTo>
                    <a:cubicBezTo>
                      <a:pt x="4" y="50"/>
                      <a:pt x="9" y="53"/>
                      <a:pt x="13" y="57"/>
                    </a:cubicBezTo>
                    <a:cubicBezTo>
                      <a:pt x="16" y="59"/>
                      <a:pt x="19" y="66"/>
                      <a:pt x="23" y="66"/>
                    </a:cubicBezTo>
                    <a:cubicBezTo>
                      <a:pt x="30" y="68"/>
                      <a:pt x="39" y="56"/>
                      <a:pt x="42" y="50"/>
                    </a:cubicBezTo>
                    <a:cubicBezTo>
                      <a:pt x="49" y="38"/>
                      <a:pt x="58" y="11"/>
                      <a:pt x="43" y="0"/>
                    </a:cubicBezTo>
                    <a:cubicBezTo>
                      <a:pt x="45" y="11"/>
                      <a:pt x="44" y="48"/>
                      <a:pt x="26" y="28"/>
                    </a:cubicBezTo>
                    <a:cubicBezTo>
                      <a:pt x="32" y="33"/>
                      <a:pt x="32" y="46"/>
                      <a:pt x="23" y="47"/>
                    </a:cubicBezTo>
                    <a:cubicBezTo>
                      <a:pt x="16" y="49"/>
                      <a:pt x="9" y="46"/>
                      <a:pt x="5" y="4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9" name="Freeform 6054">
                <a:extLst>
                  <a:ext uri="{FF2B5EF4-FFF2-40B4-BE49-F238E27FC236}">
                    <a16:creationId xmlns:a16="http://schemas.microsoft.com/office/drawing/2014/main" id="{7CFB534F-9B34-4444-A8BC-924A9EDF7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1309"/>
                <a:ext cx="130" cy="312"/>
              </a:xfrm>
              <a:custGeom>
                <a:avLst/>
                <a:gdLst>
                  <a:gd name="T0" fmla="*/ 625 w 52"/>
                  <a:gd name="T1" fmla="*/ 0 h 117"/>
                  <a:gd name="T2" fmla="*/ 770 w 52"/>
                  <a:gd name="T3" fmla="*/ 661 h 117"/>
                  <a:gd name="T4" fmla="*/ 533 w 52"/>
                  <a:gd name="T5" fmla="*/ 1344 h 117"/>
                  <a:gd name="T6" fmla="*/ 375 w 52"/>
                  <a:gd name="T7" fmla="*/ 1843 h 117"/>
                  <a:gd name="T8" fmla="*/ 0 w 52"/>
                  <a:gd name="T9" fmla="*/ 2027 h 117"/>
                  <a:gd name="T10" fmla="*/ 208 w 52"/>
                  <a:gd name="T11" fmla="*/ 1571 h 117"/>
                  <a:gd name="T12" fmla="*/ 363 w 52"/>
                  <a:gd name="T13" fmla="*/ 1536 h 117"/>
                  <a:gd name="T14" fmla="*/ 333 w 52"/>
                  <a:gd name="T15" fmla="*/ 1117 h 117"/>
                  <a:gd name="T16" fmla="*/ 533 w 52"/>
                  <a:gd name="T17" fmla="*/ 1024 h 117"/>
                  <a:gd name="T18" fmla="*/ 488 w 52"/>
                  <a:gd name="T19" fmla="*/ 717 h 117"/>
                  <a:gd name="T20" fmla="*/ 658 w 52"/>
                  <a:gd name="T21" fmla="*/ 35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117">
                    <a:moveTo>
                      <a:pt x="40" y="0"/>
                    </a:moveTo>
                    <a:cubicBezTo>
                      <a:pt x="47" y="12"/>
                      <a:pt x="52" y="21"/>
                      <a:pt x="49" y="35"/>
                    </a:cubicBezTo>
                    <a:cubicBezTo>
                      <a:pt x="46" y="48"/>
                      <a:pt x="40" y="59"/>
                      <a:pt x="34" y="71"/>
                    </a:cubicBezTo>
                    <a:cubicBezTo>
                      <a:pt x="30" y="79"/>
                      <a:pt x="28" y="88"/>
                      <a:pt x="24" y="97"/>
                    </a:cubicBezTo>
                    <a:cubicBezTo>
                      <a:pt x="20" y="103"/>
                      <a:pt x="7" y="117"/>
                      <a:pt x="0" y="107"/>
                    </a:cubicBezTo>
                    <a:cubicBezTo>
                      <a:pt x="11" y="109"/>
                      <a:pt x="23" y="91"/>
                      <a:pt x="13" y="83"/>
                    </a:cubicBezTo>
                    <a:cubicBezTo>
                      <a:pt x="15" y="89"/>
                      <a:pt x="21" y="85"/>
                      <a:pt x="23" y="81"/>
                    </a:cubicBezTo>
                    <a:cubicBezTo>
                      <a:pt x="26" y="74"/>
                      <a:pt x="22" y="66"/>
                      <a:pt x="21" y="59"/>
                    </a:cubicBezTo>
                    <a:cubicBezTo>
                      <a:pt x="26" y="65"/>
                      <a:pt x="33" y="60"/>
                      <a:pt x="34" y="54"/>
                    </a:cubicBezTo>
                    <a:cubicBezTo>
                      <a:pt x="36" y="49"/>
                      <a:pt x="34" y="43"/>
                      <a:pt x="31" y="38"/>
                    </a:cubicBezTo>
                    <a:cubicBezTo>
                      <a:pt x="43" y="34"/>
                      <a:pt x="52" y="14"/>
                      <a:pt x="42" y="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0" name="Freeform 6055">
                <a:extLst>
                  <a:ext uri="{FF2B5EF4-FFF2-40B4-BE49-F238E27FC236}">
                    <a16:creationId xmlns:a16="http://schemas.microsoft.com/office/drawing/2014/main" id="{9D3310F3-9B99-483B-9A73-1EBBB596A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544"/>
                <a:ext cx="75" cy="56"/>
              </a:xfrm>
              <a:custGeom>
                <a:avLst/>
                <a:gdLst>
                  <a:gd name="T0" fmla="*/ 0 w 30"/>
                  <a:gd name="T1" fmla="*/ 397 h 21"/>
                  <a:gd name="T2" fmla="*/ 220 w 30"/>
                  <a:gd name="T3" fmla="*/ 0 h 21"/>
                  <a:gd name="T4" fmla="*/ 470 w 30"/>
                  <a:gd name="T5" fmla="*/ 248 h 21"/>
                  <a:gd name="T6" fmla="*/ 208 w 30"/>
                  <a:gd name="T7" fmla="*/ 341 h 21"/>
                  <a:gd name="T8" fmla="*/ 63 w 30"/>
                  <a:gd name="T9" fmla="*/ 34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1">
                    <a:moveTo>
                      <a:pt x="0" y="21"/>
                    </a:moveTo>
                    <a:cubicBezTo>
                      <a:pt x="8" y="18"/>
                      <a:pt x="12" y="8"/>
                      <a:pt x="14" y="0"/>
                    </a:cubicBezTo>
                    <a:cubicBezTo>
                      <a:pt x="17" y="6"/>
                      <a:pt x="25" y="10"/>
                      <a:pt x="30" y="13"/>
                    </a:cubicBezTo>
                    <a:cubicBezTo>
                      <a:pt x="25" y="11"/>
                      <a:pt x="12" y="10"/>
                      <a:pt x="13" y="18"/>
                    </a:cubicBezTo>
                    <a:cubicBezTo>
                      <a:pt x="10" y="18"/>
                      <a:pt x="7" y="17"/>
                      <a:pt x="4" y="1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1" name="Freeform 6056">
                <a:extLst>
                  <a:ext uri="{FF2B5EF4-FFF2-40B4-BE49-F238E27FC236}">
                    <a16:creationId xmlns:a16="http://schemas.microsoft.com/office/drawing/2014/main" id="{73320E20-B05C-4B0D-B874-32159BB5C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467"/>
                <a:ext cx="125" cy="250"/>
              </a:xfrm>
              <a:custGeom>
                <a:avLst/>
                <a:gdLst>
                  <a:gd name="T0" fmla="*/ 0 w 50"/>
                  <a:gd name="T1" fmla="*/ 1769 h 94"/>
                  <a:gd name="T2" fmla="*/ 95 w 50"/>
                  <a:gd name="T3" fmla="*/ 1620 h 94"/>
                  <a:gd name="T4" fmla="*/ 250 w 50"/>
                  <a:gd name="T5" fmla="*/ 1505 h 94"/>
                  <a:gd name="T6" fmla="*/ 520 w 50"/>
                  <a:gd name="T7" fmla="*/ 1372 h 94"/>
                  <a:gd name="T8" fmla="*/ 550 w 50"/>
                  <a:gd name="T9" fmla="*/ 1146 h 94"/>
                  <a:gd name="T10" fmla="*/ 595 w 50"/>
                  <a:gd name="T11" fmla="*/ 806 h 94"/>
                  <a:gd name="T12" fmla="*/ 675 w 50"/>
                  <a:gd name="T13" fmla="*/ 508 h 94"/>
                  <a:gd name="T14" fmla="*/ 783 w 50"/>
                  <a:gd name="T15" fmla="*/ 282 h 94"/>
                  <a:gd name="T16" fmla="*/ 658 w 50"/>
                  <a:gd name="T17" fmla="*/ 170 h 94"/>
                  <a:gd name="T18" fmla="*/ 520 w 50"/>
                  <a:gd name="T19" fmla="*/ 0 h 94"/>
                  <a:gd name="T20" fmla="*/ 595 w 50"/>
                  <a:gd name="T21" fmla="*/ 282 h 94"/>
                  <a:gd name="T22" fmla="*/ 395 w 50"/>
                  <a:gd name="T23" fmla="*/ 468 h 94"/>
                  <a:gd name="T24" fmla="*/ 345 w 50"/>
                  <a:gd name="T25" fmla="*/ 771 h 94"/>
                  <a:gd name="T26" fmla="*/ 283 w 50"/>
                  <a:gd name="T27" fmla="*/ 1090 h 94"/>
                  <a:gd name="T28" fmla="*/ 345 w 50"/>
                  <a:gd name="T29" fmla="*/ 1258 h 94"/>
                  <a:gd name="T30" fmla="*/ 220 w 50"/>
                  <a:gd name="T31" fmla="*/ 1407 h 9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94">
                    <a:moveTo>
                      <a:pt x="0" y="94"/>
                    </a:moveTo>
                    <a:cubicBezTo>
                      <a:pt x="3" y="92"/>
                      <a:pt x="4" y="88"/>
                      <a:pt x="6" y="86"/>
                    </a:cubicBezTo>
                    <a:cubicBezTo>
                      <a:pt x="9" y="83"/>
                      <a:pt x="12" y="82"/>
                      <a:pt x="16" y="80"/>
                    </a:cubicBezTo>
                    <a:cubicBezTo>
                      <a:pt x="22" y="78"/>
                      <a:pt x="28" y="76"/>
                      <a:pt x="33" y="73"/>
                    </a:cubicBezTo>
                    <a:cubicBezTo>
                      <a:pt x="39" y="69"/>
                      <a:pt x="36" y="67"/>
                      <a:pt x="35" y="61"/>
                    </a:cubicBezTo>
                    <a:cubicBezTo>
                      <a:pt x="35" y="55"/>
                      <a:pt x="36" y="49"/>
                      <a:pt x="38" y="43"/>
                    </a:cubicBezTo>
                    <a:cubicBezTo>
                      <a:pt x="39" y="37"/>
                      <a:pt x="41" y="33"/>
                      <a:pt x="43" y="27"/>
                    </a:cubicBezTo>
                    <a:cubicBezTo>
                      <a:pt x="45" y="24"/>
                      <a:pt x="50" y="18"/>
                      <a:pt x="50" y="15"/>
                    </a:cubicBezTo>
                    <a:cubicBezTo>
                      <a:pt x="50" y="10"/>
                      <a:pt x="46" y="11"/>
                      <a:pt x="42" y="9"/>
                    </a:cubicBezTo>
                    <a:cubicBezTo>
                      <a:pt x="39" y="7"/>
                      <a:pt x="35" y="3"/>
                      <a:pt x="33" y="0"/>
                    </a:cubicBezTo>
                    <a:cubicBezTo>
                      <a:pt x="36" y="5"/>
                      <a:pt x="40" y="9"/>
                      <a:pt x="38" y="15"/>
                    </a:cubicBezTo>
                    <a:cubicBezTo>
                      <a:pt x="37" y="22"/>
                      <a:pt x="31" y="24"/>
                      <a:pt x="25" y="25"/>
                    </a:cubicBezTo>
                    <a:cubicBezTo>
                      <a:pt x="34" y="27"/>
                      <a:pt x="30" y="40"/>
                      <a:pt x="22" y="41"/>
                    </a:cubicBezTo>
                    <a:cubicBezTo>
                      <a:pt x="29" y="48"/>
                      <a:pt x="26" y="54"/>
                      <a:pt x="18" y="58"/>
                    </a:cubicBezTo>
                    <a:cubicBezTo>
                      <a:pt x="21" y="60"/>
                      <a:pt x="23" y="64"/>
                      <a:pt x="22" y="67"/>
                    </a:cubicBezTo>
                    <a:cubicBezTo>
                      <a:pt x="21" y="72"/>
                      <a:pt x="17" y="73"/>
                      <a:pt x="14" y="75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2" name="Freeform 6057">
                <a:extLst>
                  <a:ext uri="{FF2B5EF4-FFF2-40B4-BE49-F238E27FC236}">
                    <a16:creationId xmlns:a16="http://schemas.microsoft.com/office/drawing/2014/main" id="{4D6A6D4A-0BEC-4196-822D-E2736EC51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773"/>
                <a:ext cx="90" cy="342"/>
              </a:xfrm>
              <a:custGeom>
                <a:avLst/>
                <a:gdLst>
                  <a:gd name="T0" fmla="*/ 238 w 36"/>
                  <a:gd name="T1" fmla="*/ 35 h 128"/>
                  <a:gd name="T2" fmla="*/ 238 w 36"/>
                  <a:gd name="T3" fmla="*/ 729 h 128"/>
                  <a:gd name="T4" fmla="*/ 283 w 36"/>
                  <a:gd name="T5" fmla="*/ 1392 h 128"/>
                  <a:gd name="T6" fmla="*/ 395 w 36"/>
                  <a:gd name="T7" fmla="*/ 1643 h 128"/>
                  <a:gd name="T8" fmla="*/ 500 w 36"/>
                  <a:gd name="T9" fmla="*/ 1793 h 128"/>
                  <a:gd name="T10" fmla="*/ 470 w 36"/>
                  <a:gd name="T11" fmla="*/ 2079 h 128"/>
                  <a:gd name="T12" fmla="*/ 563 w 36"/>
                  <a:gd name="T13" fmla="*/ 2442 h 128"/>
                  <a:gd name="T14" fmla="*/ 408 w 36"/>
                  <a:gd name="T15" fmla="*/ 2191 h 128"/>
                  <a:gd name="T16" fmla="*/ 363 w 36"/>
                  <a:gd name="T17" fmla="*/ 1964 h 128"/>
                  <a:gd name="T18" fmla="*/ 63 w 36"/>
                  <a:gd name="T19" fmla="*/ 1836 h 128"/>
                  <a:gd name="T20" fmla="*/ 158 w 36"/>
                  <a:gd name="T21" fmla="*/ 1678 h 128"/>
                  <a:gd name="T22" fmla="*/ 158 w 36"/>
                  <a:gd name="T23" fmla="*/ 1542 h 128"/>
                  <a:gd name="T24" fmla="*/ 63 w 36"/>
                  <a:gd name="T25" fmla="*/ 1413 h 128"/>
                  <a:gd name="T26" fmla="*/ 95 w 36"/>
                  <a:gd name="T27" fmla="*/ 1256 h 128"/>
                  <a:gd name="T28" fmla="*/ 0 w 36"/>
                  <a:gd name="T29" fmla="*/ 935 h 128"/>
                  <a:gd name="T30" fmla="*/ 95 w 36"/>
                  <a:gd name="T31" fmla="*/ 687 h 128"/>
                  <a:gd name="T32" fmla="*/ 95 w 36"/>
                  <a:gd name="T33" fmla="*/ 478 h 128"/>
                  <a:gd name="T34" fmla="*/ 220 w 36"/>
                  <a:gd name="T35" fmla="*/ 192 h 128"/>
                  <a:gd name="T36" fmla="*/ 145 w 36"/>
                  <a:gd name="T37" fmla="*/ 0 h 1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6" h="128">
                    <a:moveTo>
                      <a:pt x="15" y="2"/>
                    </a:moveTo>
                    <a:cubicBezTo>
                      <a:pt x="27" y="14"/>
                      <a:pt x="17" y="25"/>
                      <a:pt x="15" y="38"/>
                    </a:cubicBezTo>
                    <a:cubicBezTo>
                      <a:pt x="14" y="49"/>
                      <a:pt x="14" y="63"/>
                      <a:pt x="18" y="73"/>
                    </a:cubicBezTo>
                    <a:cubicBezTo>
                      <a:pt x="19" y="77"/>
                      <a:pt x="22" y="83"/>
                      <a:pt x="25" y="86"/>
                    </a:cubicBezTo>
                    <a:cubicBezTo>
                      <a:pt x="30" y="89"/>
                      <a:pt x="32" y="87"/>
                      <a:pt x="32" y="94"/>
                    </a:cubicBezTo>
                    <a:cubicBezTo>
                      <a:pt x="32" y="99"/>
                      <a:pt x="31" y="104"/>
                      <a:pt x="30" y="109"/>
                    </a:cubicBezTo>
                    <a:cubicBezTo>
                      <a:pt x="30" y="117"/>
                      <a:pt x="33" y="121"/>
                      <a:pt x="36" y="128"/>
                    </a:cubicBezTo>
                    <a:cubicBezTo>
                      <a:pt x="31" y="125"/>
                      <a:pt x="29" y="119"/>
                      <a:pt x="26" y="115"/>
                    </a:cubicBezTo>
                    <a:cubicBezTo>
                      <a:pt x="24" y="111"/>
                      <a:pt x="25" y="105"/>
                      <a:pt x="23" y="103"/>
                    </a:cubicBezTo>
                    <a:cubicBezTo>
                      <a:pt x="20" y="98"/>
                      <a:pt x="9" y="98"/>
                      <a:pt x="4" y="96"/>
                    </a:cubicBezTo>
                    <a:cubicBezTo>
                      <a:pt x="7" y="94"/>
                      <a:pt x="10" y="91"/>
                      <a:pt x="10" y="88"/>
                    </a:cubicBezTo>
                    <a:cubicBezTo>
                      <a:pt x="11" y="85"/>
                      <a:pt x="10" y="83"/>
                      <a:pt x="10" y="81"/>
                    </a:cubicBezTo>
                    <a:cubicBezTo>
                      <a:pt x="9" y="78"/>
                      <a:pt x="5" y="76"/>
                      <a:pt x="4" y="74"/>
                    </a:cubicBezTo>
                    <a:cubicBezTo>
                      <a:pt x="2" y="70"/>
                      <a:pt x="5" y="71"/>
                      <a:pt x="6" y="66"/>
                    </a:cubicBezTo>
                    <a:cubicBezTo>
                      <a:pt x="8" y="60"/>
                      <a:pt x="4" y="53"/>
                      <a:pt x="0" y="49"/>
                    </a:cubicBezTo>
                    <a:cubicBezTo>
                      <a:pt x="3" y="46"/>
                      <a:pt x="5" y="41"/>
                      <a:pt x="6" y="36"/>
                    </a:cubicBezTo>
                    <a:cubicBezTo>
                      <a:pt x="7" y="32"/>
                      <a:pt x="5" y="29"/>
                      <a:pt x="6" y="25"/>
                    </a:cubicBezTo>
                    <a:cubicBezTo>
                      <a:pt x="9" y="19"/>
                      <a:pt x="15" y="18"/>
                      <a:pt x="14" y="10"/>
                    </a:cubicBezTo>
                    <a:cubicBezTo>
                      <a:pt x="13" y="6"/>
                      <a:pt x="10" y="3"/>
                      <a:pt x="9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3" name="Freeform 6058">
                <a:extLst>
                  <a:ext uri="{FF2B5EF4-FFF2-40B4-BE49-F238E27FC236}">
                    <a16:creationId xmlns:a16="http://schemas.microsoft.com/office/drawing/2014/main" id="{BD86F78F-5E12-4E36-A434-464522232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773"/>
                <a:ext cx="80" cy="104"/>
              </a:xfrm>
              <a:custGeom>
                <a:avLst/>
                <a:gdLst>
                  <a:gd name="T0" fmla="*/ 0 w 32"/>
                  <a:gd name="T1" fmla="*/ 0 h 39"/>
                  <a:gd name="T2" fmla="*/ 63 w 32"/>
                  <a:gd name="T3" fmla="*/ 307 h 39"/>
                  <a:gd name="T4" fmla="*/ 113 w 32"/>
                  <a:gd name="T5" fmla="*/ 739 h 39"/>
                  <a:gd name="T6" fmla="*/ 500 w 32"/>
                  <a:gd name="T7" fmla="*/ 435 h 39"/>
                  <a:gd name="T8" fmla="*/ 270 w 32"/>
                  <a:gd name="T9" fmla="*/ 456 h 39"/>
                  <a:gd name="T10" fmla="*/ 220 w 32"/>
                  <a:gd name="T11" fmla="*/ 285 h 39"/>
                  <a:gd name="T12" fmla="*/ 20 w 32"/>
                  <a:gd name="T13" fmla="*/ 21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9">
                    <a:moveTo>
                      <a:pt x="0" y="0"/>
                    </a:moveTo>
                    <a:cubicBezTo>
                      <a:pt x="0" y="5"/>
                      <a:pt x="4" y="11"/>
                      <a:pt x="4" y="16"/>
                    </a:cubicBezTo>
                    <a:cubicBezTo>
                      <a:pt x="5" y="24"/>
                      <a:pt x="4" y="32"/>
                      <a:pt x="7" y="39"/>
                    </a:cubicBezTo>
                    <a:cubicBezTo>
                      <a:pt x="14" y="31"/>
                      <a:pt x="21" y="26"/>
                      <a:pt x="32" y="23"/>
                    </a:cubicBezTo>
                    <a:cubicBezTo>
                      <a:pt x="28" y="24"/>
                      <a:pt x="20" y="26"/>
                      <a:pt x="17" y="24"/>
                    </a:cubicBezTo>
                    <a:cubicBezTo>
                      <a:pt x="13" y="23"/>
                      <a:pt x="14" y="19"/>
                      <a:pt x="14" y="15"/>
                    </a:cubicBezTo>
                    <a:cubicBezTo>
                      <a:pt x="4" y="18"/>
                      <a:pt x="5" y="7"/>
                      <a:pt x="1" y="1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4" name="Freeform 6059">
                <a:extLst>
                  <a:ext uri="{FF2B5EF4-FFF2-40B4-BE49-F238E27FC236}">
                    <a16:creationId xmlns:a16="http://schemas.microsoft.com/office/drawing/2014/main" id="{170E95A1-86CC-4650-AA17-E4AB1A5A2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765"/>
                <a:ext cx="98" cy="214"/>
              </a:xfrm>
              <a:custGeom>
                <a:avLst/>
                <a:gdLst>
                  <a:gd name="T0" fmla="*/ 239 w 39"/>
                  <a:gd name="T1" fmla="*/ 0 h 80"/>
                  <a:gd name="T2" fmla="*/ 493 w 39"/>
                  <a:gd name="T3" fmla="*/ 78 h 80"/>
                  <a:gd name="T4" fmla="*/ 568 w 39"/>
                  <a:gd name="T5" fmla="*/ 342 h 80"/>
                  <a:gd name="T6" fmla="*/ 588 w 39"/>
                  <a:gd name="T7" fmla="*/ 1073 h 80"/>
                  <a:gd name="T8" fmla="*/ 410 w 39"/>
                  <a:gd name="T9" fmla="*/ 1530 h 80"/>
                  <a:gd name="T10" fmla="*/ 0 w 39"/>
                  <a:gd name="T11" fmla="*/ 1530 h 80"/>
                  <a:gd name="T12" fmla="*/ 284 w 39"/>
                  <a:gd name="T13" fmla="*/ 1418 h 80"/>
                  <a:gd name="T14" fmla="*/ 334 w 39"/>
                  <a:gd name="T15" fmla="*/ 1051 h 80"/>
                  <a:gd name="T16" fmla="*/ 367 w 39"/>
                  <a:gd name="T17" fmla="*/ 687 h 80"/>
                  <a:gd name="T18" fmla="*/ 442 w 39"/>
                  <a:gd name="T19" fmla="*/ 321 h 80"/>
                  <a:gd name="T20" fmla="*/ 367 w 39"/>
                  <a:gd name="T21" fmla="*/ 136 h 80"/>
                  <a:gd name="T22" fmla="*/ 254 w 39"/>
                  <a:gd name="T23" fmla="*/ 56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80">
                    <a:moveTo>
                      <a:pt x="15" y="0"/>
                    </a:moveTo>
                    <a:cubicBezTo>
                      <a:pt x="21" y="2"/>
                      <a:pt x="26" y="1"/>
                      <a:pt x="31" y="4"/>
                    </a:cubicBezTo>
                    <a:cubicBezTo>
                      <a:pt x="35" y="8"/>
                      <a:pt x="35" y="11"/>
                      <a:pt x="36" y="18"/>
                    </a:cubicBezTo>
                    <a:cubicBezTo>
                      <a:pt x="39" y="29"/>
                      <a:pt x="38" y="43"/>
                      <a:pt x="37" y="56"/>
                    </a:cubicBezTo>
                    <a:cubicBezTo>
                      <a:pt x="37" y="64"/>
                      <a:pt x="37" y="79"/>
                      <a:pt x="26" y="80"/>
                    </a:cubicBezTo>
                    <a:cubicBezTo>
                      <a:pt x="20" y="80"/>
                      <a:pt x="3" y="74"/>
                      <a:pt x="0" y="80"/>
                    </a:cubicBezTo>
                    <a:cubicBezTo>
                      <a:pt x="4" y="75"/>
                      <a:pt x="12" y="77"/>
                      <a:pt x="18" y="74"/>
                    </a:cubicBezTo>
                    <a:cubicBezTo>
                      <a:pt x="23" y="71"/>
                      <a:pt x="30" y="58"/>
                      <a:pt x="21" y="55"/>
                    </a:cubicBezTo>
                    <a:cubicBezTo>
                      <a:pt x="29" y="54"/>
                      <a:pt x="30" y="39"/>
                      <a:pt x="23" y="36"/>
                    </a:cubicBezTo>
                    <a:cubicBezTo>
                      <a:pt x="31" y="31"/>
                      <a:pt x="30" y="25"/>
                      <a:pt x="28" y="17"/>
                    </a:cubicBezTo>
                    <a:cubicBezTo>
                      <a:pt x="27" y="13"/>
                      <a:pt x="26" y="10"/>
                      <a:pt x="23" y="7"/>
                    </a:cubicBezTo>
                    <a:cubicBezTo>
                      <a:pt x="21" y="5"/>
                      <a:pt x="18" y="5"/>
                      <a:pt x="16" y="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5" name="Freeform 6060">
                <a:extLst>
                  <a:ext uri="{FF2B5EF4-FFF2-40B4-BE49-F238E27FC236}">
                    <a16:creationId xmlns:a16="http://schemas.microsoft.com/office/drawing/2014/main" id="{03606651-BC94-4459-AA9D-C6B8EE31E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39"/>
                <a:ext cx="75" cy="88"/>
              </a:xfrm>
              <a:custGeom>
                <a:avLst/>
                <a:gdLst>
                  <a:gd name="T0" fmla="*/ 0 w 30"/>
                  <a:gd name="T1" fmla="*/ 627 h 33"/>
                  <a:gd name="T2" fmla="*/ 470 w 30"/>
                  <a:gd name="T3" fmla="*/ 589 h 33"/>
                  <a:gd name="T4" fmla="*/ 395 w 30"/>
                  <a:gd name="T5" fmla="*/ 0 h 33"/>
                  <a:gd name="T6" fmla="*/ 333 w 30"/>
                  <a:gd name="T7" fmla="*/ 363 h 33"/>
                  <a:gd name="T8" fmla="*/ 95 w 30"/>
                  <a:gd name="T9" fmla="*/ 56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3">
                    <a:moveTo>
                      <a:pt x="0" y="33"/>
                    </a:moveTo>
                    <a:cubicBezTo>
                      <a:pt x="9" y="30"/>
                      <a:pt x="21" y="28"/>
                      <a:pt x="30" y="31"/>
                    </a:cubicBezTo>
                    <a:cubicBezTo>
                      <a:pt x="24" y="21"/>
                      <a:pt x="19" y="12"/>
                      <a:pt x="25" y="0"/>
                    </a:cubicBezTo>
                    <a:cubicBezTo>
                      <a:pt x="19" y="7"/>
                      <a:pt x="22" y="12"/>
                      <a:pt x="21" y="19"/>
                    </a:cubicBezTo>
                    <a:cubicBezTo>
                      <a:pt x="20" y="28"/>
                      <a:pt x="12" y="25"/>
                      <a:pt x="6" y="3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6" name="Freeform 6061">
                <a:extLst>
                  <a:ext uri="{FF2B5EF4-FFF2-40B4-BE49-F238E27FC236}">
                    <a16:creationId xmlns:a16="http://schemas.microsoft.com/office/drawing/2014/main" id="{5C5365E0-18FD-4FBC-B0EE-FCF9BBA56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307"/>
                <a:ext cx="152" cy="266"/>
              </a:xfrm>
              <a:custGeom>
                <a:avLst/>
                <a:gdLst>
                  <a:gd name="T0" fmla="*/ 324 w 61"/>
                  <a:gd name="T1" fmla="*/ 431 h 100"/>
                  <a:gd name="T2" fmla="*/ 416 w 61"/>
                  <a:gd name="T3" fmla="*/ 524 h 100"/>
                  <a:gd name="T4" fmla="*/ 591 w 61"/>
                  <a:gd name="T5" fmla="*/ 601 h 100"/>
                  <a:gd name="T6" fmla="*/ 775 w 61"/>
                  <a:gd name="T7" fmla="*/ 793 h 100"/>
                  <a:gd name="T8" fmla="*/ 820 w 61"/>
                  <a:gd name="T9" fmla="*/ 1053 h 100"/>
                  <a:gd name="T10" fmla="*/ 944 w 61"/>
                  <a:gd name="T11" fmla="*/ 1279 h 100"/>
                  <a:gd name="T12" fmla="*/ 728 w 61"/>
                  <a:gd name="T13" fmla="*/ 1450 h 100"/>
                  <a:gd name="T14" fmla="*/ 787 w 61"/>
                  <a:gd name="T15" fmla="*/ 1883 h 100"/>
                  <a:gd name="T16" fmla="*/ 541 w 61"/>
                  <a:gd name="T17" fmla="*/ 1508 h 100"/>
                  <a:gd name="T18" fmla="*/ 571 w 61"/>
                  <a:gd name="T19" fmla="*/ 1091 h 100"/>
                  <a:gd name="T20" fmla="*/ 404 w 61"/>
                  <a:gd name="T21" fmla="*/ 806 h 100"/>
                  <a:gd name="T22" fmla="*/ 324 w 61"/>
                  <a:gd name="T23" fmla="*/ 737 h 100"/>
                  <a:gd name="T24" fmla="*/ 292 w 61"/>
                  <a:gd name="T25" fmla="*/ 636 h 100"/>
                  <a:gd name="T26" fmla="*/ 125 w 61"/>
                  <a:gd name="T27" fmla="*/ 601 h 100"/>
                  <a:gd name="T28" fmla="*/ 154 w 61"/>
                  <a:gd name="T29" fmla="*/ 226 h 100"/>
                  <a:gd name="T30" fmla="*/ 62 w 61"/>
                  <a:gd name="T31" fmla="*/ 136 h 100"/>
                  <a:gd name="T32" fmla="*/ 0 w 61"/>
                  <a:gd name="T33" fmla="*/ 0 h 1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1" h="100">
                    <a:moveTo>
                      <a:pt x="21" y="23"/>
                    </a:moveTo>
                    <a:cubicBezTo>
                      <a:pt x="25" y="24"/>
                      <a:pt x="25" y="26"/>
                      <a:pt x="27" y="28"/>
                    </a:cubicBezTo>
                    <a:cubicBezTo>
                      <a:pt x="30" y="30"/>
                      <a:pt x="34" y="31"/>
                      <a:pt x="38" y="32"/>
                    </a:cubicBezTo>
                    <a:cubicBezTo>
                      <a:pt x="42" y="35"/>
                      <a:pt x="47" y="38"/>
                      <a:pt x="50" y="42"/>
                    </a:cubicBezTo>
                    <a:cubicBezTo>
                      <a:pt x="52" y="47"/>
                      <a:pt x="52" y="52"/>
                      <a:pt x="53" y="56"/>
                    </a:cubicBezTo>
                    <a:cubicBezTo>
                      <a:pt x="55" y="61"/>
                      <a:pt x="59" y="63"/>
                      <a:pt x="61" y="68"/>
                    </a:cubicBezTo>
                    <a:cubicBezTo>
                      <a:pt x="56" y="70"/>
                      <a:pt x="49" y="71"/>
                      <a:pt x="47" y="77"/>
                    </a:cubicBezTo>
                    <a:cubicBezTo>
                      <a:pt x="45" y="85"/>
                      <a:pt x="52" y="93"/>
                      <a:pt x="51" y="100"/>
                    </a:cubicBezTo>
                    <a:cubicBezTo>
                      <a:pt x="46" y="92"/>
                      <a:pt x="43" y="86"/>
                      <a:pt x="35" y="80"/>
                    </a:cubicBezTo>
                    <a:cubicBezTo>
                      <a:pt x="45" y="75"/>
                      <a:pt x="46" y="66"/>
                      <a:pt x="37" y="58"/>
                    </a:cubicBezTo>
                    <a:cubicBezTo>
                      <a:pt x="40" y="48"/>
                      <a:pt x="37" y="44"/>
                      <a:pt x="26" y="43"/>
                    </a:cubicBezTo>
                    <a:cubicBezTo>
                      <a:pt x="20" y="42"/>
                      <a:pt x="23" y="43"/>
                      <a:pt x="21" y="39"/>
                    </a:cubicBezTo>
                    <a:cubicBezTo>
                      <a:pt x="20" y="36"/>
                      <a:pt x="21" y="35"/>
                      <a:pt x="19" y="34"/>
                    </a:cubicBezTo>
                    <a:cubicBezTo>
                      <a:pt x="16" y="32"/>
                      <a:pt x="11" y="34"/>
                      <a:pt x="8" y="32"/>
                    </a:cubicBezTo>
                    <a:cubicBezTo>
                      <a:pt x="4" y="28"/>
                      <a:pt x="13" y="18"/>
                      <a:pt x="10" y="12"/>
                    </a:cubicBezTo>
                    <a:cubicBezTo>
                      <a:pt x="9" y="10"/>
                      <a:pt x="6" y="9"/>
                      <a:pt x="4" y="7"/>
                    </a:cubicBezTo>
                    <a:cubicBezTo>
                      <a:pt x="2" y="5"/>
                      <a:pt x="3" y="2"/>
                      <a:pt x="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7" name="Freeform 6062">
                <a:extLst>
                  <a:ext uri="{FF2B5EF4-FFF2-40B4-BE49-F238E27FC236}">
                    <a16:creationId xmlns:a16="http://schemas.microsoft.com/office/drawing/2014/main" id="{6B66B2BB-205D-42FB-AD96-59663BA04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744"/>
                <a:ext cx="50" cy="80"/>
              </a:xfrm>
              <a:custGeom>
                <a:avLst/>
                <a:gdLst>
                  <a:gd name="T0" fmla="*/ 0 w 20"/>
                  <a:gd name="T1" fmla="*/ 568 h 30"/>
                  <a:gd name="T2" fmla="*/ 313 w 20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0">
                    <a:moveTo>
                      <a:pt x="0" y="30"/>
                    </a:moveTo>
                    <a:cubicBezTo>
                      <a:pt x="5" y="19"/>
                      <a:pt x="8" y="7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8" name="Freeform 6063">
                <a:extLst>
                  <a:ext uri="{FF2B5EF4-FFF2-40B4-BE49-F238E27FC236}">
                    <a16:creationId xmlns:a16="http://schemas.microsoft.com/office/drawing/2014/main" id="{87364CD4-CB47-4352-AC58-1DEFFCA87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829"/>
                <a:ext cx="63" cy="56"/>
              </a:xfrm>
              <a:custGeom>
                <a:avLst/>
                <a:gdLst>
                  <a:gd name="T0" fmla="*/ 0 w 25"/>
                  <a:gd name="T1" fmla="*/ 0 h 21"/>
                  <a:gd name="T2" fmla="*/ 401 w 2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1">
                    <a:moveTo>
                      <a:pt x="0" y="0"/>
                    </a:moveTo>
                    <a:cubicBezTo>
                      <a:pt x="9" y="3"/>
                      <a:pt x="25" y="12"/>
                      <a:pt x="25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9" name="Freeform 6064">
                <a:extLst>
                  <a:ext uri="{FF2B5EF4-FFF2-40B4-BE49-F238E27FC236}">
                    <a16:creationId xmlns:a16="http://schemas.microsoft.com/office/drawing/2014/main" id="{7CB86105-C81A-4E40-AE95-1737C948E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869"/>
                <a:ext cx="158" cy="147"/>
              </a:xfrm>
              <a:custGeom>
                <a:avLst/>
                <a:gdLst>
                  <a:gd name="T0" fmla="*/ 251 w 63"/>
                  <a:gd name="T1" fmla="*/ 115 h 55"/>
                  <a:gd name="T2" fmla="*/ 993 w 63"/>
                  <a:gd name="T3" fmla="*/ 115 h 55"/>
                  <a:gd name="T4" fmla="*/ 868 w 63"/>
                  <a:gd name="T5" fmla="*/ 422 h 55"/>
                  <a:gd name="T6" fmla="*/ 692 w 63"/>
                  <a:gd name="T7" fmla="*/ 615 h 55"/>
                  <a:gd name="T8" fmla="*/ 692 w 63"/>
                  <a:gd name="T9" fmla="*/ 957 h 55"/>
                  <a:gd name="T10" fmla="*/ 429 w 63"/>
                  <a:gd name="T11" fmla="*/ 764 h 55"/>
                  <a:gd name="T12" fmla="*/ 238 w 63"/>
                  <a:gd name="T13" fmla="*/ 492 h 55"/>
                  <a:gd name="T14" fmla="*/ 33 w 63"/>
                  <a:gd name="T15" fmla="*/ 0 h 55"/>
                  <a:gd name="T16" fmla="*/ 221 w 63"/>
                  <a:gd name="T17" fmla="*/ 56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55">
                    <a:moveTo>
                      <a:pt x="16" y="6"/>
                    </a:moveTo>
                    <a:cubicBezTo>
                      <a:pt x="27" y="24"/>
                      <a:pt x="56" y="32"/>
                      <a:pt x="63" y="6"/>
                    </a:cubicBezTo>
                    <a:cubicBezTo>
                      <a:pt x="60" y="11"/>
                      <a:pt x="59" y="18"/>
                      <a:pt x="55" y="22"/>
                    </a:cubicBezTo>
                    <a:cubicBezTo>
                      <a:pt x="51" y="26"/>
                      <a:pt x="44" y="27"/>
                      <a:pt x="44" y="32"/>
                    </a:cubicBezTo>
                    <a:cubicBezTo>
                      <a:pt x="44" y="37"/>
                      <a:pt x="59" y="55"/>
                      <a:pt x="44" y="50"/>
                    </a:cubicBezTo>
                    <a:cubicBezTo>
                      <a:pt x="39" y="48"/>
                      <a:pt x="33" y="43"/>
                      <a:pt x="27" y="40"/>
                    </a:cubicBezTo>
                    <a:cubicBezTo>
                      <a:pt x="22" y="37"/>
                      <a:pt x="19" y="31"/>
                      <a:pt x="15" y="26"/>
                    </a:cubicBezTo>
                    <a:cubicBezTo>
                      <a:pt x="11" y="20"/>
                      <a:pt x="0" y="9"/>
                      <a:pt x="2" y="0"/>
                    </a:cubicBezTo>
                    <a:cubicBezTo>
                      <a:pt x="5" y="3"/>
                      <a:pt x="9" y="6"/>
                      <a:pt x="14" y="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0" name="Freeform 6065">
                <a:extLst>
                  <a:ext uri="{FF2B5EF4-FFF2-40B4-BE49-F238E27FC236}">
                    <a16:creationId xmlns:a16="http://schemas.microsoft.com/office/drawing/2014/main" id="{6DE483EB-0440-41D3-A6DC-5535D454B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725"/>
                <a:ext cx="77" cy="72"/>
              </a:xfrm>
              <a:custGeom>
                <a:avLst/>
                <a:gdLst>
                  <a:gd name="T0" fmla="*/ 0 w 31"/>
                  <a:gd name="T1" fmla="*/ 77 h 27"/>
                  <a:gd name="T2" fmla="*/ 124 w 31"/>
                  <a:gd name="T3" fmla="*/ 285 h 27"/>
                  <a:gd name="T4" fmla="*/ 196 w 31"/>
                  <a:gd name="T5" fmla="*/ 363 h 27"/>
                  <a:gd name="T6" fmla="*/ 258 w 31"/>
                  <a:gd name="T7" fmla="*/ 512 h 27"/>
                  <a:gd name="T8" fmla="*/ 474 w 31"/>
                  <a:gd name="T9" fmla="*/ 248 h 27"/>
                  <a:gd name="T10" fmla="*/ 246 w 31"/>
                  <a:gd name="T11" fmla="*/ 248 h 27"/>
                  <a:gd name="T12" fmla="*/ 12 w 31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7">
                    <a:moveTo>
                      <a:pt x="0" y="4"/>
                    </a:moveTo>
                    <a:cubicBezTo>
                      <a:pt x="1" y="8"/>
                      <a:pt x="5" y="12"/>
                      <a:pt x="8" y="15"/>
                    </a:cubicBezTo>
                    <a:cubicBezTo>
                      <a:pt x="9" y="17"/>
                      <a:pt x="11" y="17"/>
                      <a:pt x="13" y="19"/>
                    </a:cubicBezTo>
                    <a:cubicBezTo>
                      <a:pt x="15" y="21"/>
                      <a:pt x="15" y="24"/>
                      <a:pt x="17" y="27"/>
                    </a:cubicBezTo>
                    <a:cubicBezTo>
                      <a:pt x="20" y="19"/>
                      <a:pt x="21" y="14"/>
                      <a:pt x="31" y="13"/>
                    </a:cubicBezTo>
                    <a:cubicBezTo>
                      <a:pt x="28" y="9"/>
                      <a:pt x="20" y="15"/>
                      <a:pt x="16" y="13"/>
                    </a:cubicBezTo>
                    <a:cubicBezTo>
                      <a:pt x="10" y="11"/>
                      <a:pt x="3" y="5"/>
                      <a:pt x="1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1" name="Freeform 6066">
                <a:extLst>
                  <a:ext uri="{FF2B5EF4-FFF2-40B4-BE49-F238E27FC236}">
                    <a16:creationId xmlns:a16="http://schemas.microsoft.com/office/drawing/2014/main" id="{DFCA83B2-F646-4C76-BE65-45819C687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07"/>
                <a:ext cx="72" cy="144"/>
              </a:xfrm>
              <a:custGeom>
                <a:avLst/>
                <a:gdLst>
                  <a:gd name="T0" fmla="*/ 0 w 29"/>
                  <a:gd name="T1" fmla="*/ 1024 h 54"/>
                  <a:gd name="T2" fmla="*/ 228 w 29"/>
                  <a:gd name="T3" fmla="*/ 285 h 54"/>
                  <a:gd name="T4" fmla="*/ 340 w 29"/>
                  <a:gd name="T5" fmla="*/ 547 h 54"/>
                  <a:gd name="T6" fmla="*/ 196 w 29"/>
                  <a:gd name="T7" fmla="*/ 683 h 54"/>
                  <a:gd name="T8" fmla="*/ 0 w 29"/>
                  <a:gd name="T9" fmla="*/ 989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54">
                    <a:moveTo>
                      <a:pt x="0" y="54"/>
                    </a:moveTo>
                    <a:cubicBezTo>
                      <a:pt x="8" y="43"/>
                      <a:pt x="7" y="27"/>
                      <a:pt x="15" y="15"/>
                    </a:cubicBezTo>
                    <a:cubicBezTo>
                      <a:pt x="25" y="0"/>
                      <a:pt x="29" y="21"/>
                      <a:pt x="22" y="29"/>
                    </a:cubicBezTo>
                    <a:cubicBezTo>
                      <a:pt x="15" y="19"/>
                      <a:pt x="14" y="31"/>
                      <a:pt x="13" y="36"/>
                    </a:cubicBezTo>
                    <a:cubicBezTo>
                      <a:pt x="11" y="46"/>
                      <a:pt x="8" y="47"/>
                      <a:pt x="0" y="52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2" name="Freeform 6067">
                <a:extLst>
                  <a:ext uri="{FF2B5EF4-FFF2-40B4-BE49-F238E27FC236}">
                    <a16:creationId xmlns:a16="http://schemas.microsoft.com/office/drawing/2014/main" id="{577B21E7-0A74-4BE6-8091-3D88C723F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3075"/>
                <a:ext cx="162" cy="50"/>
              </a:xfrm>
              <a:custGeom>
                <a:avLst/>
                <a:gdLst>
                  <a:gd name="T0" fmla="*/ 633 w 65"/>
                  <a:gd name="T1" fmla="*/ 76 h 19"/>
                  <a:gd name="T2" fmla="*/ 249 w 65"/>
                  <a:gd name="T3" fmla="*/ 55 h 19"/>
                  <a:gd name="T4" fmla="*/ 62 w 65"/>
                  <a:gd name="T5" fmla="*/ 166 h 19"/>
                  <a:gd name="T6" fmla="*/ 199 w 65"/>
                  <a:gd name="T7" fmla="*/ 271 h 19"/>
                  <a:gd name="T8" fmla="*/ 404 w 65"/>
                  <a:gd name="T9" fmla="*/ 234 h 19"/>
                  <a:gd name="T10" fmla="*/ 508 w 65"/>
                  <a:gd name="T11" fmla="*/ 255 h 19"/>
                  <a:gd name="T12" fmla="*/ 591 w 65"/>
                  <a:gd name="T13" fmla="*/ 166 h 19"/>
                  <a:gd name="T14" fmla="*/ 1007 w 65"/>
                  <a:gd name="T15" fmla="*/ 55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19">
                    <a:moveTo>
                      <a:pt x="41" y="4"/>
                    </a:moveTo>
                    <a:cubicBezTo>
                      <a:pt x="32" y="4"/>
                      <a:pt x="25" y="0"/>
                      <a:pt x="16" y="3"/>
                    </a:cubicBezTo>
                    <a:cubicBezTo>
                      <a:pt x="14" y="4"/>
                      <a:pt x="5" y="6"/>
                      <a:pt x="4" y="9"/>
                    </a:cubicBezTo>
                    <a:cubicBezTo>
                      <a:pt x="0" y="19"/>
                      <a:pt x="9" y="16"/>
                      <a:pt x="13" y="15"/>
                    </a:cubicBezTo>
                    <a:cubicBezTo>
                      <a:pt x="17" y="15"/>
                      <a:pt x="21" y="13"/>
                      <a:pt x="26" y="13"/>
                    </a:cubicBezTo>
                    <a:cubicBezTo>
                      <a:pt x="28" y="13"/>
                      <a:pt x="30" y="15"/>
                      <a:pt x="33" y="14"/>
                    </a:cubicBezTo>
                    <a:cubicBezTo>
                      <a:pt x="36" y="14"/>
                      <a:pt x="37" y="10"/>
                      <a:pt x="38" y="9"/>
                    </a:cubicBezTo>
                    <a:cubicBezTo>
                      <a:pt x="45" y="8"/>
                      <a:pt x="63" y="15"/>
                      <a:pt x="65" y="3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3" name="Freeform 6068">
                <a:extLst>
                  <a:ext uri="{FF2B5EF4-FFF2-40B4-BE49-F238E27FC236}">
                    <a16:creationId xmlns:a16="http://schemas.microsoft.com/office/drawing/2014/main" id="{183EE7DD-ACCC-4819-9CD3-6E200EA7C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501"/>
                <a:ext cx="90" cy="107"/>
              </a:xfrm>
              <a:custGeom>
                <a:avLst/>
                <a:gdLst>
                  <a:gd name="T0" fmla="*/ 270 w 36"/>
                  <a:gd name="T1" fmla="*/ 209 h 40"/>
                  <a:gd name="T2" fmla="*/ 563 w 36"/>
                  <a:gd name="T3" fmla="*/ 572 h 40"/>
                  <a:gd name="T4" fmla="*/ 50 w 36"/>
                  <a:gd name="T5" fmla="*/ 765 h 40"/>
                  <a:gd name="T6" fmla="*/ 188 w 36"/>
                  <a:gd name="T7" fmla="*/ 479 h 40"/>
                  <a:gd name="T8" fmla="*/ 125 w 36"/>
                  <a:gd name="T9" fmla="*/ 136 h 40"/>
                  <a:gd name="T10" fmla="*/ 188 w 36"/>
                  <a:gd name="T11" fmla="*/ 136 h 40"/>
                  <a:gd name="T12" fmla="*/ 175 w 36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40">
                    <a:moveTo>
                      <a:pt x="17" y="11"/>
                    </a:moveTo>
                    <a:cubicBezTo>
                      <a:pt x="21" y="20"/>
                      <a:pt x="32" y="22"/>
                      <a:pt x="36" y="30"/>
                    </a:cubicBezTo>
                    <a:cubicBezTo>
                      <a:pt x="26" y="35"/>
                      <a:pt x="8" y="27"/>
                      <a:pt x="3" y="40"/>
                    </a:cubicBezTo>
                    <a:cubicBezTo>
                      <a:pt x="5" y="33"/>
                      <a:pt x="0" y="23"/>
                      <a:pt x="12" y="25"/>
                    </a:cubicBezTo>
                    <a:cubicBezTo>
                      <a:pt x="13" y="19"/>
                      <a:pt x="7" y="15"/>
                      <a:pt x="8" y="7"/>
                    </a:cubicBezTo>
                    <a:cubicBezTo>
                      <a:pt x="9" y="7"/>
                      <a:pt x="10" y="7"/>
                      <a:pt x="12" y="7"/>
                    </a:cubicBezTo>
                    <a:cubicBezTo>
                      <a:pt x="12" y="5"/>
                      <a:pt x="12" y="3"/>
                      <a:pt x="11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4" name="Freeform 6069">
                <a:extLst>
                  <a:ext uri="{FF2B5EF4-FFF2-40B4-BE49-F238E27FC236}">
                    <a16:creationId xmlns:a16="http://schemas.microsoft.com/office/drawing/2014/main" id="{AC6C4FD7-2909-4438-9D27-66C754EA0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387"/>
                <a:ext cx="63" cy="117"/>
              </a:xfrm>
              <a:custGeom>
                <a:avLst/>
                <a:gdLst>
                  <a:gd name="T0" fmla="*/ 222 w 25"/>
                  <a:gd name="T1" fmla="*/ 226 h 44"/>
                  <a:gd name="T2" fmla="*/ 401 w 25"/>
                  <a:gd name="T3" fmla="*/ 678 h 44"/>
                  <a:gd name="T4" fmla="*/ 126 w 25"/>
                  <a:gd name="T5" fmla="*/ 827 h 44"/>
                  <a:gd name="T6" fmla="*/ 126 w 25"/>
                  <a:gd name="T7" fmla="*/ 431 h 44"/>
                  <a:gd name="T8" fmla="*/ 0 w 25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4">
                    <a:moveTo>
                      <a:pt x="14" y="12"/>
                    </a:moveTo>
                    <a:cubicBezTo>
                      <a:pt x="17" y="22"/>
                      <a:pt x="17" y="30"/>
                      <a:pt x="25" y="36"/>
                    </a:cubicBezTo>
                    <a:cubicBezTo>
                      <a:pt x="20" y="40"/>
                      <a:pt x="13" y="41"/>
                      <a:pt x="8" y="44"/>
                    </a:cubicBezTo>
                    <a:cubicBezTo>
                      <a:pt x="14" y="38"/>
                      <a:pt x="9" y="29"/>
                      <a:pt x="8" y="23"/>
                    </a:cubicBezTo>
                    <a:cubicBezTo>
                      <a:pt x="6" y="13"/>
                      <a:pt x="4" y="9"/>
                      <a:pt x="0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5" name="Freeform 6070">
                <a:extLst>
                  <a:ext uri="{FF2B5EF4-FFF2-40B4-BE49-F238E27FC236}">
                    <a16:creationId xmlns:a16="http://schemas.microsoft.com/office/drawing/2014/main" id="{EBC7BE83-4CBB-4A5B-BB7C-CC7685E5E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285"/>
                <a:ext cx="68" cy="59"/>
              </a:xfrm>
              <a:custGeom>
                <a:avLst/>
                <a:gdLst>
                  <a:gd name="T0" fmla="*/ 83 w 27"/>
                  <a:gd name="T1" fmla="*/ 115 h 22"/>
                  <a:gd name="T2" fmla="*/ 272 w 27"/>
                  <a:gd name="T3" fmla="*/ 424 h 22"/>
                  <a:gd name="T4" fmla="*/ 431 w 27"/>
                  <a:gd name="T5" fmla="*/ 56 h 22"/>
                  <a:gd name="T6" fmla="*/ 0 w 27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2">
                    <a:moveTo>
                      <a:pt x="5" y="6"/>
                    </a:moveTo>
                    <a:cubicBezTo>
                      <a:pt x="11" y="11"/>
                      <a:pt x="15" y="15"/>
                      <a:pt x="17" y="22"/>
                    </a:cubicBezTo>
                    <a:cubicBezTo>
                      <a:pt x="17" y="14"/>
                      <a:pt x="19" y="7"/>
                      <a:pt x="27" y="3"/>
                    </a:cubicBezTo>
                    <a:cubicBezTo>
                      <a:pt x="21" y="9"/>
                      <a:pt x="3" y="10"/>
                      <a:pt x="0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6" name="Freeform 6071">
                <a:extLst>
                  <a:ext uri="{FF2B5EF4-FFF2-40B4-BE49-F238E27FC236}">
                    <a16:creationId xmlns:a16="http://schemas.microsoft.com/office/drawing/2014/main" id="{30FB149B-09C5-464C-B99C-D1123A208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312"/>
                <a:ext cx="47" cy="43"/>
              </a:xfrm>
              <a:custGeom>
                <a:avLst/>
                <a:gdLst>
                  <a:gd name="T0" fmla="*/ 0 w 19"/>
                  <a:gd name="T1" fmla="*/ 81 h 16"/>
                  <a:gd name="T2" fmla="*/ 195 w 19"/>
                  <a:gd name="T3" fmla="*/ 312 h 16"/>
                  <a:gd name="T4" fmla="*/ 195 w 19"/>
                  <a:gd name="T5" fmla="*/ 94 h 16"/>
                  <a:gd name="T6" fmla="*/ 228 w 19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6">
                    <a:moveTo>
                      <a:pt x="0" y="4"/>
                    </a:moveTo>
                    <a:cubicBezTo>
                      <a:pt x="6" y="7"/>
                      <a:pt x="12" y="9"/>
                      <a:pt x="13" y="16"/>
                    </a:cubicBezTo>
                    <a:cubicBezTo>
                      <a:pt x="14" y="12"/>
                      <a:pt x="13" y="9"/>
                      <a:pt x="13" y="5"/>
                    </a:cubicBezTo>
                    <a:cubicBezTo>
                      <a:pt x="13" y="2"/>
                      <a:pt x="19" y="0"/>
                      <a:pt x="15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7" name="Freeform 6072">
                <a:extLst>
                  <a:ext uri="{FF2B5EF4-FFF2-40B4-BE49-F238E27FC236}">
                    <a16:creationId xmlns:a16="http://schemas.microsoft.com/office/drawing/2014/main" id="{5ED25F41-BA1C-4D0C-B7FE-37D1F62D9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712"/>
                <a:ext cx="62" cy="93"/>
              </a:xfrm>
              <a:custGeom>
                <a:avLst/>
                <a:gdLst>
                  <a:gd name="T0" fmla="*/ 92 w 25"/>
                  <a:gd name="T1" fmla="*/ 0 h 35"/>
                  <a:gd name="T2" fmla="*/ 0 w 25"/>
                  <a:gd name="T3" fmla="*/ 409 h 35"/>
                  <a:gd name="T4" fmla="*/ 104 w 25"/>
                  <a:gd name="T5" fmla="*/ 656 h 35"/>
                  <a:gd name="T6" fmla="*/ 382 w 25"/>
                  <a:gd name="T7" fmla="*/ 282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6" y="0"/>
                    </a:moveTo>
                    <a:cubicBezTo>
                      <a:pt x="8" y="8"/>
                      <a:pt x="7" y="17"/>
                      <a:pt x="0" y="22"/>
                    </a:cubicBezTo>
                    <a:cubicBezTo>
                      <a:pt x="6" y="24"/>
                      <a:pt x="7" y="29"/>
                      <a:pt x="7" y="35"/>
                    </a:cubicBezTo>
                    <a:cubicBezTo>
                      <a:pt x="5" y="25"/>
                      <a:pt x="18" y="19"/>
                      <a:pt x="25" y="15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8" name="Freeform 6073">
                <a:extLst>
                  <a:ext uri="{FF2B5EF4-FFF2-40B4-BE49-F238E27FC236}">
                    <a16:creationId xmlns:a16="http://schemas.microsoft.com/office/drawing/2014/main" id="{88CA377F-B847-4958-8E1A-B7996977A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301"/>
                <a:ext cx="38" cy="86"/>
              </a:xfrm>
              <a:custGeom>
                <a:avLst/>
                <a:gdLst>
                  <a:gd name="T0" fmla="*/ 0 w 15"/>
                  <a:gd name="T1" fmla="*/ 231 h 32"/>
                  <a:gd name="T2" fmla="*/ 160 w 15"/>
                  <a:gd name="T3" fmla="*/ 0 h 32"/>
                  <a:gd name="T4" fmla="*/ 180 w 15"/>
                  <a:gd name="T5" fmla="*/ 62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2">
                    <a:moveTo>
                      <a:pt x="0" y="12"/>
                    </a:moveTo>
                    <a:cubicBezTo>
                      <a:pt x="6" y="11"/>
                      <a:pt x="9" y="6"/>
                      <a:pt x="10" y="0"/>
                    </a:cubicBezTo>
                    <a:cubicBezTo>
                      <a:pt x="15" y="12"/>
                      <a:pt x="10" y="21"/>
                      <a:pt x="11" y="32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9" name="Freeform 6074">
                <a:extLst>
                  <a:ext uri="{FF2B5EF4-FFF2-40B4-BE49-F238E27FC236}">
                    <a16:creationId xmlns:a16="http://schemas.microsoft.com/office/drawing/2014/main" id="{86D020CA-AD1A-4BE3-BB21-19FE8AC59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525"/>
                <a:ext cx="40" cy="75"/>
              </a:xfrm>
              <a:custGeom>
                <a:avLst/>
                <a:gdLst>
                  <a:gd name="T0" fmla="*/ 0 w 16"/>
                  <a:gd name="T1" fmla="*/ 367 h 28"/>
                  <a:gd name="T2" fmla="*/ 175 w 16"/>
                  <a:gd name="T3" fmla="*/ 0 h 28"/>
                  <a:gd name="T4" fmla="*/ 188 w 16"/>
                  <a:gd name="T5" fmla="*/ 53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0" y="19"/>
                    </a:moveTo>
                    <a:cubicBezTo>
                      <a:pt x="8" y="15"/>
                      <a:pt x="9" y="7"/>
                      <a:pt x="11" y="0"/>
                    </a:cubicBezTo>
                    <a:cubicBezTo>
                      <a:pt x="16" y="7"/>
                      <a:pt x="13" y="20"/>
                      <a:pt x="12" y="28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0" name="Freeform 6075">
                <a:extLst>
                  <a:ext uri="{FF2B5EF4-FFF2-40B4-BE49-F238E27FC236}">
                    <a16:creationId xmlns:a16="http://schemas.microsoft.com/office/drawing/2014/main" id="{86189C7F-65F1-44C4-BE08-15B22D5F5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136"/>
                <a:ext cx="45" cy="83"/>
              </a:xfrm>
              <a:custGeom>
                <a:avLst/>
                <a:gdLst>
                  <a:gd name="T0" fmla="*/ 63 w 18"/>
                  <a:gd name="T1" fmla="*/ 0 h 31"/>
                  <a:gd name="T2" fmla="*/ 0 w 18"/>
                  <a:gd name="T3" fmla="*/ 345 h 31"/>
                  <a:gd name="T4" fmla="*/ 145 w 18"/>
                  <a:gd name="T5" fmla="*/ 594 h 31"/>
                  <a:gd name="T6" fmla="*/ 283 w 18"/>
                  <a:gd name="T7" fmla="*/ 26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1">
                    <a:moveTo>
                      <a:pt x="4" y="0"/>
                    </a:moveTo>
                    <a:cubicBezTo>
                      <a:pt x="6" y="7"/>
                      <a:pt x="6" y="14"/>
                      <a:pt x="0" y="18"/>
                    </a:cubicBezTo>
                    <a:cubicBezTo>
                      <a:pt x="7" y="18"/>
                      <a:pt x="8" y="25"/>
                      <a:pt x="9" y="31"/>
                    </a:cubicBezTo>
                    <a:cubicBezTo>
                      <a:pt x="8" y="23"/>
                      <a:pt x="9" y="17"/>
                      <a:pt x="18" y="14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1" name="Freeform 6076">
                <a:extLst>
                  <a:ext uri="{FF2B5EF4-FFF2-40B4-BE49-F238E27FC236}">
                    <a16:creationId xmlns:a16="http://schemas.microsoft.com/office/drawing/2014/main" id="{8CC70FF9-9114-4A58-A12A-F504E2B2C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139"/>
                <a:ext cx="397" cy="194"/>
              </a:xfrm>
              <a:custGeom>
                <a:avLst/>
                <a:gdLst>
                  <a:gd name="T0" fmla="*/ 105 w 159"/>
                  <a:gd name="T1" fmla="*/ 21 h 73"/>
                  <a:gd name="T2" fmla="*/ 0 w 159"/>
                  <a:gd name="T3" fmla="*/ 975 h 73"/>
                  <a:gd name="T4" fmla="*/ 604 w 159"/>
                  <a:gd name="T5" fmla="*/ 1371 h 73"/>
                  <a:gd name="T6" fmla="*/ 467 w 159"/>
                  <a:gd name="T7" fmla="*/ 938 h 73"/>
                  <a:gd name="T8" fmla="*/ 762 w 159"/>
                  <a:gd name="T9" fmla="*/ 975 h 73"/>
                  <a:gd name="T10" fmla="*/ 1184 w 159"/>
                  <a:gd name="T11" fmla="*/ 997 h 73"/>
                  <a:gd name="T12" fmla="*/ 1341 w 159"/>
                  <a:gd name="T13" fmla="*/ 678 h 73"/>
                  <a:gd name="T14" fmla="*/ 1603 w 159"/>
                  <a:gd name="T15" fmla="*/ 749 h 73"/>
                  <a:gd name="T16" fmla="*/ 1820 w 159"/>
                  <a:gd name="T17" fmla="*/ 805 h 73"/>
                  <a:gd name="T18" fmla="*/ 1715 w 159"/>
                  <a:gd name="T19" fmla="*/ 1313 h 73"/>
                  <a:gd name="T20" fmla="*/ 2120 w 159"/>
                  <a:gd name="T21" fmla="*/ 733 h 73"/>
                  <a:gd name="T22" fmla="*/ 2474 w 159"/>
                  <a:gd name="T23" fmla="*/ 191 h 73"/>
                  <a:gd name="T24" fmla="*/ 1840 w 159"/>
                  <a:gd name="T25" fmla="*/ 35 h 73"/>
                  <a:gd name="T26" fmla="*/ 1571 w 159"/>
                  <a:gd name="T27" fmla="*/ 260 h 73"/>
                  <a:gd name="T28" fmla="*/ 1291 w 159"/>
                  <a:gd name="T29" fmla="*/ 431 h 73"/>
                  <a:gd name="T30" fmla="*/ 792 w 159"/>
                  <a:gd name="T31" fmla="*/ 524 h 73"/>
                  <a:gd name="T32" fmla="*/ 355 w 159"/>
                  <a:gd name="T33" fmla="*/ 431 h 73"/>
                  <a:gd name="T34" fmla="*/ 155 w 159"/>
                  <a:gd name="T35" fmla="*/ 191 h 7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9" h="73">
                    <a:moveTo>
                      <a:pt x="7" y="1"/>
                    </a:moveTo>
                    <a:cubicBezTo>
                      <a:pt x="8" y="18"/>
                      <a:pt x="10" y="37"/>
                      <a:pt x="0" y="52"/>
                    </a:cubicBezTo>
                    <a:cubicBezTo>
                      <a:pt x="13" y="57"/>
                      <a:pt x="28" y="65"/>
                      <a:pt x="39" y="73"/>
                    </a:cubicBezTo>
                    <a:cubicBezTo>
                      <a:pt x="33" y="68"/>
                      <a:pt x="25" y="59"/>
                      <a:pt x="30" y="50"/>
                    </a:cubicBezTo>
                    <a:cubicBezTo>
                      <a:pt x="35" y="42"/>
                      <a:pt x="44" y="47"/>
                      <a:pt x="49" y="52"/>
                    </a:cubicBezTo>
                    <a:cubicBezTo>
                      <a:pt x="53" y="38"/>
                      <a:pt x="70" y="43"/>
                      <a:pt x="76" y="53"/>
                    </a:cubicBezTo>
                    <a:cubicBezTo>
                      <a:pt x="77" y="46"/>
                      <a:pt x="78" y="40"/>
                      <a:pt x="86" y="36"/>
                    </a:cubicBezTo>
                    <a:cubicBezTo>
                      <a:pt x="94" y="32"/>
                      <a:pt x="96" y="36"/>
                      <a:pt x="103" y="40"/>
                    </a:cubicBezTo>
                    <a:cubicBezTo>
                      <a:pt x="108" y="30"/>
                      <a:pt x="119" y="27"/>
                      <a:pt x="117" y="43"/>
                    </a:cubicBezTo>
                    <a:cubicBezTo>
                      <a:pt x="116" y="53"/>
                      <a:pt x="109" y="59"/>
                      <a:pt x="110" y="70"/>
                    </a:cubicBezTo>
                    <a:cubicBezTo>
                      <a:pt x="113" y="56"/>
                      <a:pt x="127" y="49"/>
                      <a:pt x="136" y="39"/>
                    </a:cubicBezTo>
                    <a:cubicBezTo>
                      <a:pt x="143" y="32"/>
                      <a:pt x="157" y="20"/>
                      <a:pt x="159" y="10"/>
                    </a:cubicBezTo>
                    <a:cubicBezTo>
                      <a:pt x="146" y="11"/>
                      <a:pt x="131" y="0"/>
                      <a:pt x="118" y="2"/>
                    </a:cubicBezTo>
                    <a:cubicBezTo>
                      <a:pt x="113" y="4"/>
                      <a:pt x="107" y="11"/>
                      <a:pt x="101" y="14"/>
                    </a:cubicBezTo>
                    <a:cubicBezTo>
                      <a:pt x="95" y="18"/>
                      <a:pt x="90" y="21"/>
                      <a:pt x="83" y="23"/>
                    </a:cubicBezTo>
                    <a:cubicBezTo>
                      <a:pt x="71" y="25"/>
                      <a:pt x="63" y="28"/>
                      <a:pt x="51" y="28"/>
                    </a:cubicBezTo>
                    <a:cubicBezTo>
                      <a:pt x="44" y="28"/>
                      <a:pt x="28" y="26"/>
                      <a:pt x="23" y="23"/>
                    </a:cubicBezTo>
                    <a:cubicBezTo>
                      <a:pt x="14" y="19"/>
                      <a:pt x="16" y="15"/>
                      <a:pt x="10" y="1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2" name="Freeform 6077">
                <a:extLst>
                  <a:ext uri="{FF2B5EF4-FFF2-40B4-BE49-F238E27FC236}">
                    <a16:creationId xmlns:a16="http://schemas.microsoft.com/office/drawing/2014/main" id="{B453F1CA-3BF1-4B89-A05E-6BED182C3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1920"/>
                <a:ext cx="142" cy="499"/>
              </a:xfrm>
              <a:custGeom>
                <a:avLst/>
                <a:gdLst>
                  <a:gd name="T0" fmla="*/ 712 w 57"/>
                  <a:gd name="T1" fmla="*/ 1003 h 187"/>
                  <a:gd name="T2" fmla="*/ 850 w 57"/>
                  <a:gd name="T3" fmla="*/ 2185 h 187"/>
                  <a:gd name="T4" fmla="*/ 787 w 57"/>
                  <a:gd name="T5" fmla="*/ 2436 h 187"/>
                  <a:gd name="T6" fmla="*/ 807 w 57"/>
                  <a:gd name="T7" fmla="*/ 2698 h 187"/>
                  <a:gd name="T8" fmla="*/ 820 w 57"/>
                  <a:gd name="T9" fmla="*/ 3554 h 187"/>
                  <a:gd name="T10" fmla="*/ 416 w 57"/>
                  <a:gd name="T11" fmla="*/ 2620 h 187"/>
                  <a:gd name="T12" fmla="*/ 478 w 57"/>
                  <a:gd name="T13" fmla="*/ 2129 h 187"/>
                  <a:gd name="T14" fmla="*/ 433 w 57"/>
                  <a:gd name="T15" fmla="*/ 1673 h 187"/>
                  <a:gd name="T16" fmla="*/ 354 w 57"/>
                  <a:gd name="T17" fmla="*/ 1310 h 187"/>
                  <a:gd name="T18" fmla="*/ 0 w 57"/>
                  <a:gd name="T19" fmla="*/ 1332 h 187"/>
                  <a:gd name="T20" fmla="*/ 187 w 57"/>
                  <a:gd name="T21" fmla="*/ 969 h 187"/>
                  <a:gd name="T22" fmla="*/ 384 w 57"/>
                  <a:gd name="T23" fmla="*/ 934 h 187"/>
                  <a:gd name="T24" fmla="*/ 603 w 57"/>
                  <a:gd name="T25" fmla="*/ 875 h 187"/>
                  <a:gd name="T26" fmla="*/ 354 w 57"/>
                  <a:gd name="T27" fmla="*/ 742 h 187"/>
                  <a:gd name="T28" fmla="*/ 446 w 57"/>
                  <a:gd name="T29" fmla="*/ 376 h 187"/>
                  <a:gd name="T30" fmla="*/ 478 w 57"/>
                  <a:gd name="T31" fmla="*/ 0 h 187"/>
                  <a:gd name="T32" fmla="*/ 665 w 57"/>
                  <a:gd name="T33" fmla="*/ 491 h 187"/>
                  <a:gd name="T34" fmla="*/ 725 w 57"/>
                  <a:gd name="T35" fmla="*/ 1003 h 1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7" h="187">
                    <a:moveTo>
                      <a:pt x="46" y="53"/>
                    </a:moveTo>
                    <a:cubicBezTo>
                      <a:pt x="44" y="74"/>
                      <a:pt x="57" y="94"/>
                      <a:pt x="55" y="115"/>
                    </a:cubicBezTo>
                    <a:cubicBezTo>
                      <a:pt x="55" y="121"/>
                      <a:pt x="53" y="123"/>
                      <a:pt x="51" y="128"/>
                    </a:cubicBezTo>
                    <a:cubicBezTo>
                      <a:pt x="49" y="134"/>
                      <a:pt x="50" y="136"/>
                      <a:pt x="52" y="142"/>
                    </a:cubicBezTo>
                    <a:cubicBezTo>
                      <a:pt x="57" y="157"/>
                      <a:pt x="56" y="172"/>
                      <a:pt x="53" y="187"/>
                    </a:cubicBezTo>
                    <a:cubicBezTo>
                      <a:pt x="49" y="169"/>
                      <a:pt x="42" y="150"/>
                      <a:pt x="27" y="138"/>
                    </a:cubicBezTo>
                    <a:cubicBezTo>
                      <a:pt x="30" y="129"/>
                      <a:pt x="32" y="122"/>
                      <a:pt x="31" y="112"/>
                    </a:cubicBezTo>
                    <a:cubicBezTo>
                      <a:pt x="30" y="104"/>
                      <a:pt x="27" y="96"/>
                      <a:pt x="28" y="88"/>
                    </a:cubicBezTo>
                    <a:cubicBezTo>
                      <a:pt x="29" y="79"/>
                      <a:pt x="30" y="75"/>
                      <a:pt x="23" y="69"/>
                    </a:cubicBezTo>
                    <a:cubicBezTo>
                      <a:pt x="15" y="64"/>
                      <a:pt x="7" y="64"/>
                      <a:pt x="0" y="70"/>
                    </a:cubicBezTo>
                    <a:cubicBezTo>
                      <a:pt x="2" y="63"/>
                      <a:pt x="6" y="57"/>
                      <a:pt x="12" y="51"/>
                    </a:cubicBezTo>
                    <a:cubicBezTo>
                      <a:pt x="18" y="46"/>
                      <a:pt x="18" y="47"/>
                      <a:pt x="25" y="49"/>
                    </a:cubicBezTo>
                    <a:cubicBezTo>
                      <a:pt x="28" y="50"/>
                      <a:pt x="37" y="52"/>
                      <a:pt x="39" y="46"/>
                    </a:cubicBezTo>
                    <a:cubicBezTo>
                      <a:pt x="41" y="39"/>
                      <a:pt x="27" y="39"/>
                      <a:pt x="23" y="39"/>
                    </a:cubicBezTo>
                    <a:cubicBezTo>
                      <a:pt x="23" y="33"/>
                      <a:pt x="28" y="26"/>
                      <a:pt x="29" y="20"/>
                    </a:cubicBezTo>
                    <a:cubicBezTo>
                      <a:pt x="31" y="13"/>
                      <a:pt x="30" y="6"/>
                      <a:pt x="31" y="0"/>
                    </a:cubicBezTo>
                    <a:cubicBezTo>
                      <a:pt x="37" y="6"/>
                      <a:pt x="40" y="17"/>
                      <a:pt x="43" y="26"/>
                    </a:cubicBezTo>
                    <a:cubicBezTo>
                      <a:pt x="46" y="35"/>
                      <a:pt x="44" y="45"/>
                      <a:pt x="47" y="5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3" name="Freeform 6078">
                <a:extLst>
                  <a:ext uri="{FF2B5EF4-FFF2-40B4-BE49-F238E27FC236}">
                    <a16:creationId xmlns:a16="http://schemas.microsoft.com/office/drawing/2014/main" id="{F93023EB-C5D1-46AD-81A7-86102C9A8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077"/>
                <a:ext cx="217" cy="115"/>
              </a:xfrm>
              <a:custGeom>
                <a:avLst/>
                <a:gdLst>
                  <a:gd name="T0" fmla="*/ 0 w 87"/>
                  <a:gd name="T1" fmla="*/ 786 h 43"/>
                  <a:gd name="T2" fmla="*/ 778 w 87"/>
                  <a:gd name="T3" fmla="*/ 730 h 43"/>
                  <a:gd name="T4" fmla="*/ 1319 w 87"/>
                  <a:gd name="T5" fmla="*/ 0 h 43"/>
                  <a:gd name="T6" fmla="*/ 1120 w 87"/>
                  <a:gd name="T7" fmla="*/ 380 h 43"/>
                  <a:gd name="T8" fmla="*/ 821 w 87"/>
                  <a:gd name="T9" fmla="*/ 265 h 43"/>
                  <a:gd name="T10" fmla="*/ 683 w 87"/>
                  <a:gd name="T11" fmla="*/ 594 h 43"/>
                  <a:gd name="T12" fmla="*/ 449 w 87"/>
                  <a:gd name="T13" fmla="*/ 479 h 43"/>
                  <a:gd name="T14" fmla="*/ 262 w 87"/>
                  <a:gd name="T15" fmla="*/ 709 h 43"/>
                  <a:gd name="T16" fmla="*/ 75 w 87"/>
                  <a:gd name="T17" fmla="*/ 628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43">
                    <a:moveTo>
                      <a:pt x="0" y="41"/>
                    </a:moveTo>
                    <a:cubicBezTo>
                      <a:pt x="17" y="40"/>
                      <a:pt x="33" y="43"/>
                      <a:pt x="50" y="38"/>
                    </a:cubicBezTo>
                    <a:cubicBezTo>
                      <a:pt x="68" y="33"/>
                      <a:pt x="87" y="23"/>
                      <a:pt x="85" y="0"/>
                    </a:cubicBezTo>
                    <a:cubicBezTo>
                      <a:pt x="82" y="9"/>
                      <a:pt x="79" y="15"/>
                      <a:pt x="72" y="20"/>
                    </a:cubicBezTo>
                    <a:cubicBezTo>
                      <a:pt x="62" y="28"/>
                      <a:pt x="61" y="20"/>
                      <a:pt x="53" y="14"/>
                    </a:cubicBezTo>
                    <a:cubicBezTo>
                      <a:pt x="52" y="22"/>
                      <a:pt x="53" y="29"/>
                      <a:pt x="44" y="31"/>
                    </a:cubicBezTo>
                    <a:cubicBezTo>
                      <a:pt x="38" y="32"/>
                      <a:pt x="31" y="30"/>
                      <a:pt x="29" y="25"/>
                    </a:cubicBezTo>
                    <a:cubicBezTo>
                      <a:pt x="26" y="32"/>
                      <a:pt x="26" y="37"/>
                      <a:pt x="17" y="37"/>
                    </a:cubicBezTo>
                    <a:cubicBezTo>
                      <a:pt x="15" y="37"/>
                      <a:pt x="7" y="34"/>
                      <a:pt x="5" y="3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4" name="Freeform 6079">
                <a:extLst>
                  <a:ext uri="{FF2B5EF4-FFF2-40B4-BE49-F238E27FC236}">
                    <a16:creationId xmlns:a16="http://schemas.microsoft.com/office/drawing/2014/main" id="{EB31D504-81D1-4FA1-A716-3CBDB6035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053"/>
                <a:ext cx="228" cy="112"/>
              </a:xfrm>
              <a:custGeom>
                <a:avLst/>
                <a:gdLst>
                  <a:gd name="T0" fmla="*/ 0 w 91"/>
                  <a:gd name="T1" fmla="*/ 589 h 42"/>
                  <a:gd name="T2" fmla="*/ 784 w 91"/>
                  <a:gd name="T3" fmla="*/ 776 h 42"/>
                  <a:gd name="T4" fmla="*/ 1431 w 91"/>
                  <a:gd name="T5" fmla="*/ 0 h 42"/>
                  <a:gd name="T6" fmla="*/ 1193 w 91"/>
                  <a:gd name="T7" fmla="*/ 419 h 42"/>
                  <a:gd name="T8" fmla="*/ 930 w 91"/>
                  <a:gd name="T9" fmla="*/ 320 h 42"/>
                  <a:gd name="T10" fmla="*/ 834 w 91"/>
                  <a:gd name="T11" fmla="*/ 568 h 42"/>
                  <a:gd name="T12" fmla="*/ 596 w 91"/>
                  <a:gd name="T13" fmla="*/ 376 h 42"/>
                  <a:gd name="T14" fmla="*/ 313 w 91"/>
                  <a:gd name="T15" fmla="*/ 512 h 42"/>
                  <a:gd name="T16" fmla="*/ 113 w 91"/>
                  <a:gd name="T17" fmla="*/ 491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2">
                    <a:moveTo>
                      <a:pt x="0" y="31"/>
                    </a:moveTo>
                    <a:cubicBezTo>
                      <a:pt x="18" y="27"/>
                      <a:pt x="33" y="42"/>
                      <a:pt x="50" y="41"/>
                    </a:cubicBezTo>
                    <a:cubicBezTo>
                      <a:pt x="75" y="40"/>
                      <a:pt x="81" y="19"/>
                      <a:pt x="91" y="0"/>
                    </a:cubicBezTo>
                    <a:cubicBezTo>
                      <a:pt x="83" y="5"/>
                      <a:pt x="82" y="16"/>
                      <a:pt x="76" y="22"/>
                    </a:cubicBezTo>
                    <a:cubicBezTo>
                      <a:pt x="70" y="27"/>
                      <a:pt x="61" y="26"/>
                      <a:pt x="59" y="17"/>
                    </a:cubicBezTo>
                    <a:cubicBezTo>
                      <a:pt x="59" y="22"/>
                      <a:pt x="58" y="28"/>
                      <a:pt x="53" y="30"/>
                    </a:cubicBezTo>
                    <a:cubicBezTo>
                      <a:pt x="44" y="34"/>
                      <a:pt x="43" y="22"/>
                      <a:pt x="38" y="20"/>
                    </a:cubicBezTo>
                    <a:cubicBezTo>
                      <a:pt x="32" y="17"/>
                      <a:pt x="26" y="25"/>
                      <a:pt x="20" y="27"/>
                    </a:cubicBezTo>
                    <a:cubicBezTo>
                      <a:pt x="16" y="28"/>
                      <a:pt x="10" y="25"/>
                      <a:pt x="7" y="2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5" name="Freeform 6080">
                <a:extLst>
                  <a:ext uri="{FF2B5EF4-FFF2-40B4-BE49-F238E27FC236}">
                    <a16:creationId xmlns:a16="http://schemas.microsoft.com/office/drawing/2014/main" id="{332EA8F6-7BC3-4E83-BD60-1A0DA7FE6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523"/>
                <a:ext cx="250" cy="229"/>
              </a:xfrm>
              <a:custGeom>
                <a:avLst/>
                <a:gdLst>
                  <a:gd name="T0" fmla="*/ 0 w 100"/>
                  <a:gd name="T1" fmla="*/ 759 h 86"/>
                  <a:gd name="T2" fmla="*/ 0 w 100"/>
                  <a:gd name="T3" fmla="*/ 1566 h 86"/>
                  <a:gd name="T4" fmla="*/ 550 w 100"/>
                  <a:gd name="T5" fmla="*/ 1624 h 86"/>
                  <a:gd name="T6" fmla="*/ 645 w 100"/>
                  <a:gd name="T7" fmla="*/ 1169 h 86"/>
                  <a:gd name="T8" fmla="*/ 958 w 100"/>
                  <a:gd name="T9" fmla="*/ 865 h 86"/>
                  <a:gd name="T10" fmla="*/ 1563 w 100"/>
                  <a:gd name="T11" fmla="*/ 362 h 86"/>
                  <a:gd name="T12" fmla="*/ 1363 w 100"/>
                  <a:gd name="T13" fmla="*/ 0 h 86"/>
                  <a:gd name="T14" fmla="*/ 708 w 100"/>
                  <a:gd name="T15" fmla="*/ 306 h 86"/>
                  <a:gd name="T16" fmla="*/ 458 w 100"/>
                  <a:gd name="T17" fmla="*/ 490 h 86"/>
                  <a:gd name="T18" fmla="*/ 95 w 100"/>
                  <a:gd name="T19" fmla="*/ 738 h 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86">
                    <a:moveTo>
                      <a:pt x="0" y="40"/>
                    </a:moveTo>
                    <a:cubicBezTo>
                      <a:pt x="7" y="50"/>
                      <a:pt x="2" y="71"/>
                      <a:pt x="0" y="83"/>
                    </a:cubicBezTo>
                    <a:cubicBezTo>
                      <a:pt x="10" y="65"/>
                      <a:pt x="32" y="64"/>
                      <a:pt x="35" y="86"/>
                    </a:cubicBezTo>
                    <a:cubicBezTo>
                      <a:pt x="38" y="78"/>
                      <a:pt x="37" y="70"/>
                      <a:pt x="41" y="62"/>
                    </a:cubicBezTo>
                    <a:cubicBezTo>
                      <a:pt x="45" y="55"/>
                      <a:pt x="53" y="51"/>
                      <a:pt x="61" y="46"/>
                    </a:cubicBezTo>
                    <a:cubicBezTo>
                      <a:pt x="74" y="38"/>
                      <a:pt x="89" y="30"/>
                      <a:pt x="100" y="19"/>
                    </a:cubicBezTo>
                    <a:cubicBezTo>
                      <a:pt x="98" y="13"/>
                      <a:pt x="93" y="3"/>
                      <a:pt x="87" y="0"/>
                    </a:cubicBezTo>
                    <a:cubicBezTo>
                      <a:pt x="77" y="14"/>
                      <a:pt x="59" y="12"/>
                      <a:pt x="45" y="16"/>
                    </a:cubicBezTo>
                    <a:cubicBezTo>
                      <a:pt x="38" y="18"/>
                      <a:pt x="34" y="21"/>
                      <a:pt x="29" y="26"/>
                    </a:cubicBezTo>
                    <a:cubicBezTo>
                      <a:pt x="22" y="34"/>
                      <a:pt x="17" y="38"/>
                      <a:pt x="6" y="39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6" name="Freeform 6081">
                <a:extLst>
                  <a:ext uri="{FF2B5EF4-FFF2-40B4-BE49-F238E27FC236}">
                    <a16:creationId xmlns:a16="http://schemas.microsoft.com/office/drawing/2014/main" id="{CB614BCD-621D-4730-848B-75ED1EBDF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715"/>
                <a:ext cx="192" cy="194"/>
              </a:xfrm>
              <a:custGeom>
                <a:avLst/>
                <a:gdLst>
                  <a:gd name="T0" fmla="*/ 12 w 77"/>
                  <a:gd name="T1" fmla="*/ 975 h 73"/>
                  <a:gd name="T2" fmla="*/ 449 w 77"/>
                  <a:gd name="T3" fmla="*/ 1257 h 73"/>
                  <a:gd name="T4" fmla="*/ 945 w 77"/>
                  <a:gd name="T5" fmla="*/ 882 h 73"/>
                  <a:gd name="T6" fmla="*/ 1182 w 77"/>
                  <a:gd name="T7" fmla="*/ 465 h 73"/>
                  <a:gd name="T8" fmla="*/ 933 w 77"/>
                  <a:gd name="T9" fmla="*/ 0 h 73"/>
                  <a:gd name="T10" fmla="*/ 1037 w 77"/>
                  <a:gd name="T11" fmla="*/ 486 h 73"/>
                  <a:gd name="T12" fmla="*/ 758 w 77"/>
                  <a:gd name="T13" fmla="*/ 452 h 73"/>
                  <a:gd name="T14" fmla="*/ 541 w 77"/>
                  <a:gd name="T15" fmla="*/ 691 h 73"/>
                  <a:gd name="T16" fmla="*/ 541 w 77"/>
                  <a:gd name="T17" fmla="*/ 997 h 73"/>
                  <a:gd name="T18" fmla="*/ 312 w 77"/>
                  <a:gd name="T19" fmla="*/ 1018 h 73"/>
                  <a:gd name="T20" fmla="*/ 187 w 77"/>
                  <a:gd name="T21" fmla="*/ 1145 h 73"/>
                  <a:gd name="T22" fmla="*/ 0 w 77"/>
                  <a:gd name="T23" fmla="*/ 917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7" h="73">
                    <a:moveTo>
                      <a:pt x="1" y="52"/>
                    </a:moveTo>
                    <a:cubicBezTo>
                      <a:pt x="7" y="66"/>
                      <a:pt x="14" y="73"/>
                      <a:pt x="29" y="67"/>
                    </a:cubicBezTo>
                    <a:cubicBezTo>
                      <a:pt x="40" y="63"/>
                      <a:pt x="50" y="53"/>
                      <a:pt x="61" y="47"/>
                    </a:cubicBezTo>
                    <a:cubicBezTo>
                      <a:pt x="70" y="42"/>
                      <a:pt x="75" y="36"/>
                      <a:pt x="76" y="25"/>
                    </a:cubicBezTo>
                    <a:cubicBezTo>
                      <a:pt x="77" y="14"/>
                      <a:pt x="73" y="2"/>
                      <a:pt x="60" y="0"/>
                    </a:cubicBezTo>
                    <a:cubicBezTo>
                      <a:pt x="64" y="7"/>
                      <a:pt x="72" y="17"/>
                      <a:pt x="67" y="26"/>
                    </a:cubicBezTo>
                    <a:cubicBezTo>
                      <a:pt x="63" y="34"/>
                      <a:pt x="53" y="30"/>
                      <a:pt x="49" y="24"/>
                    </a:cubicBezTo>
                    <a:cubicBezTo>
                      <a:pt x="55" y="35"/>
                      <a:pt x="46" y="45"/>
                      <a:pt x="35" y="37"/>
                    </a:cubicBezTo>
                    <a:cubicBezTo>
                      <a:pt x="36" y="42"/>
                      <a:pt x="39" y="50"/>
                      <a:pt x="35" y="53"/>
                    </a:cubicBezTo>
                    <a:cubicBezTo>
                      <a:pt x="30" y="59"/>
                      <a:pt x="25" y="52"/>
                      <a:pt x="20" y="54"/>
                    </a:cubicBezTo>
                    <a:cubicBezTo>
                      <a:pt x="17" y="55"/>
                      <a:pt x="17" y="60"/>
                      <a:pt x="12" y="61"/>
                    </a:cubicBezTo>
                    <a:cubicBezTo>
                      <a:pt x="7" y="61"/>
                      <a:pt x="1" y="53"/>
                      <a:pt x="0" y="49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7" name="Freeform 6082">
                <a:extLst>
                  <a:ext uri="{FF2B5EF4-FFF2-40B4-BE49-F238E27FC236}">
                    <a16:creationId xmlns:a16="http://schemas.microsoft.com/office/drawing/2014/main" id="{FF5BE65E-7BFC-4BBD-A1C7-AF60BCF1E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704"/>
                <a:ext cx="143" cy="155"/>
              </a:xfrm>
              <a:custGeom>
                <a:avLst/>
                <a:gdLst>
                  <a:gd name="T0" fmla="*/ 50 w 57"/>
                  <a:gd name="T1" fmla="*/ 78 h 58"/>
                  <a:gd name="T2" fmla="*/ 0 w 57"/>
                  <a:gd name="T3" fmla="*/ 991 h 58"/>
                  <a:gd name="T4" fmla="*/ 379 w 57"/>
                  <a:gd name="T5" fmla="*/ 593 h 58"/>
                  <a:gd name="T6" fmla="*/ 334 w 57"/>
                  <a:gd name="T7" fmla="*/ 1106 h 58"/>
                  <a:gd name="T8" fmla="*/ 743 w 57"/>
                  <a:gd name="T9" fmla="*/ 1085 h 58"/>
                  <a:gd name="T10" fmla="*/ 743 w 57"/>
                  <a:gd name="T11" fmla="*/ 730 h 58"/>
                  <a:gd name="T12" fmla="*/ 805 w 57"/>
                  <a:gd name="T13" fmla="*/ 513 h 58"/>
                  <a:gd name="T14" fmla="*/ 881 w 57"/>
                  <a:gd name="T15" fmla="*/ 21 h 58"/>
                  <a:gd name="T16" fmla="*/ 492 w 57"/>
                  <a:gd name="T17" fmla="*/ 192 h 58"/>
                  <a:gd name="T18" fmla="*/ 0 w 57"/>
                  <a:gd name="T19" fmla="*/ 78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58">
                    <a:moveTo>
                      <a:pt x="3" y="4"/>
                    </a:moveTo>
                    <a:cubicBezTo>
                      <a:pt x="13" y="15"/>
                      <a:pt x="13" y="43"/>
                      <a:pt x="0" y="52"/>
                    </a:cubicBezTo>
                    <a:cubicBezTo>
                      <a:pt x="6" y="46"/>
                      <a:pt x="16" y="31"/>
                      <a:pt x="24" y="31"/>
                    </a:cubicBezTo>
                    <a:cubicBezTo>
                      <a:pt x="43" y="33"/>
                      <a:pt x="25" y="52"/>
                      <a:pt x="21" y="58"/>
                    </a:cubicBezTo>
                    <a:cubicBezTo>
                      <a:pt x="28" y="50"/>
                      <a:pt x="39" y="50"/>
                      <a:pt x="47" y="57"/>
                    </a:cubicBezTo>
                    <a:cubicBezTo>
                      <a:pt x="44" y="49"/>
                      <a:pt x="43" y="45"/>
                      <a:pt x="47" y="38"/>
                    </a:cubicBezTo>
                    <a:cubicBezTo>
                      <a:pt x="50" y="33"/>
                      <a:pt x="51" y="33"/>
                      <a:pt x="51" y="27"/>
                    </a:cubicBezTo>
                    <a:cubicBezTo>
                      <a:pt x="51" y="20"/>
                      <a:pt x="57" y="7"/>
                      <a:pt x="56" y="1"/>
                    </a:cubicBezTo>
                    <a:cubicBezTo>
                      <a:pt x="50" y="9"/>
                      <a:pt x="41" y="10"/>
                      <a:pt x="31" y="10"/>
                    </a:cubicBezTo>
                    <a:cubicBezTo>
                      <a:pt x="21" y="10"/>
                      <a:pt x="10" y="0"/>
                      <a:pt x="0" y="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8" name="Freeform 6083">
                <a:extLst>
                  <a:ext uri="{FF2B5EF4-FFF2-40B4-BE49-F238E27FC236}">
                    <a16:creationId xmlns:a16="http://schemas.microsoft.com/office/drawing/2014/main" id="{39628189-A434-4D66-B2F4-614076ECF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411"/>
                <a:ext cx="95" cy="248"/>
              </a:xfrm>
              <a:custGeom>
                <a:avLst/>
                <a:gdLst>
                  <a:gd name="T0" fmla="*/ 158 w 38"/>
                  <a:gd name="T1" fmla="*/ 512 h 93"/>
                  <a:gd name="T2" fmla="*/ 270 w 38"/>
                  <a:gd name="T3" fmla="*/ 1101 h 93"/>
                  <a:gd name="T4" fmla="*/ 33 w 38"/>
                  <a:gd name="T5" fmla="*/ 1763 h 93"/>
                  <a:gd name="T6" fmla="*/ 270 w 38"/>
                  <a:gd name="T7" fmla="*/ 1571 h 93"/>
                  <a:gd name="T8" fmla="*/ 500 w 38"/>
                  <a:gd name="T9" fmla="*/ 1613 h 93"/>
                  <a:gd name="T10" fmla="*/ 488 w 38"/>
                  <a:gd name="T11" fmla="*/ 1160 h 93"/>
                  <a:gd name="T12" fmla="*/ 470 w 38"/>
                  <a:gd name="T13" fmla="*/ 717 h 93"/>
                  <a:gd name="T14" fmla="*/ 458 w 38"/>
                  <a:gd name="T15" fmla="*/ 227 h 93"/>
                  <a:gd name="T16" fmla="*/ 595 w 38"/>
                  <a:gd name="T17" fmla="*/ 0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93">
                    <a:moveTo>
                      <a:pt x="10" y="27"/>
                    </a:moveTo>
                    <a:cubicBezTo>
                      <a:pt x="0" y="38"/>
                      <a:pt x="14" y="48"/>
                      <a:pt x="17" y="58"/>
                    </a:cubicBezTo>
                    <a:cubicBezTo>
                      <a:pt x="20" y="71"/>
                      <a:pt x="7" y="82"/>
                      <a:pt x="2" y="93"/>
                    </a:cubicBezTo>
                    <a:cubicBezTo>
                      <a:pt x="8" y="92"/>
                      <a:pt x="11" y="84"/>
                      <a:pt x="17" y="83"/>
                    </a:cubicBezTo>
                    <a:cubicBezTo>
                      <a:pt x="21" y="82"/>
                      <a:pt x="29" y="83"/>
                      <a:pt x="32" y="85"/>
                    </a:cubicBezTo>
                    <a:cubicBezTo>
                      <a:pt x="23" y="83"/>
                      <a:pt x="18" y="62"/>
                      <a:pt x="31" y="61"/>
                    </a:cubicBezTo>
                    <a:cubicBezTo>
                      <a:pt x="23" y="55"/>
                      <a:pt x="17" y="43"/>
                      <a:pt x="30" y="38"/>
                    </a:cubicBezTo>
                    <a:cubicBezTo>
                      <a:pt x="17" y="29"/>
                      <a:pt x="24" y="23"/>
                      <a:pt x="29" y="12"/>
                    </a:cubicBezTo>
                    <a:cubicBezTo>
                      <a:pt x="31" y="7"/>
                      <a:pt x="30" y="2"/>
                      <a:pt x="38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9" name="Freeform 6084">
                <a:extLst>
                  <a:ext uri="{FF2B5EF4-FFF2-40B4-BE49-F238E27FC236}">
                    <a16:creationId xmlns:a16="http://schemas.microsoft.com/office/drawing/2014/main" id="{FA8FF3E9-B184-4868-849B-1E5D5890A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2307"/>
                <a:ext cx="128" cy="360"/>
              </a:xfrm>
              <a:custGeom>
                <a:avLst/>
                <a:gdLst>
                  <a:gd name="T0" fmla="*/ 755 w 51"/>
                  <a:gd name="T1" fmla="*/ 477 h 135"/>
                  <a:gd name="T2" fmla="*/ 806 w 51"/>
                  <a:gd name="T3" fmla="*/ 931 h 135"/>
                  <a:gd name="T4" fmla="*/ 788 w 51"/>
                  <a:gd name="T5" fmla="*/ 1515 h 135"/>
                  <a:gd name="T6" fmla="*/ 492 w 51"/>
                  <a:gd name="T7" fmla="*/ 2560 h 135"/>
                  <a:gd name="T8" fmla="*/ 567 w 51"/>
                  <a:gd name="T9" fmla="*/ 2104 h 135"/>
                  <a:gd name="T10" fmla="*/ 459 w 51"/>
                  <a:gd name="T11" fmla="*/ 1685 h 135"/>
                  <a:gd name="T12" fmla="*/ 176 w 51"/>
                  <a:gd name="T13" fmla="*/ 1685 h 135"/>
                  <a:gd name="T14" fmla="*/ 83 w 51"/>
                  <a:gd name="T15" fmla="*/ 1480 h 135"/>
                  <a:gd name="T16" fmla="*/ 346 w 51"/>
                  <a:gd name="T17" fmla="*/ 1331 h 135"/>
                  <a:gd name="T18" fmla="*/ 585 w 51"/>
                  <a:gd name="T19" fmla="*/ 797 h 135"/>
                  <a:gd name="T20" fmla="*/ 555 w 51"/>
                  <a:gd name="T21" fmla="*/ 320 h 135"/>
                  <a:gd name="T22" fmla="*/ 472 w 51"/>
                  <a:gd name="T23" fmla="*/ 0 h 1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135">
                    <a:moveTo>
                      <a:pt x="48" y="25"/>
                    </a:moveTo>
                    <a:cubicBezTo>
                      <a:pt x="49" y="33"/>
                      <a:pt x="51" y="40"/>
                      <a:pt x="51" y="49"/>
                    </a:cubicBezTo>
                    <a:cubicBezTo>
                      <a:pt x="51" y="59"/>
                      <a:pt x="51" y="69"/>
                      <a:pt x="50" y="80"/>
                    </a:cubicBezTo>
                    <a:cubicBezTo>
                      <a:pt x="46" y="99"/>
                      <a:pt x="39" y="117"/>
                      <a:pt x="31" y="135"/>
                    </a:cubicBezTo>
                    <a:cubicBezTo>
                      <a:pt x="37" y="128"/>
                      <a:pt x="36" y="119"/>
                      <a:pt x="36" y="111"/>
                    </a:cubicBezTo>
                    <a:cubicBezTo>
                      <a:pt x="37" y="101"/>
                      <a:pt x="38" y="94"/>
                      <a:pt x="29" y="89"/>
                    </a:cubicBezTo>
                    <a:cubicBezTo>
                      <a:pt x="22" y="85"/>
                      <a:pt x="18" y="90"/>
                      <a:pt x="11" y="89"/>
                    </a:cubicBezTo>
                    <a:cubicBezTo>
                      <a:pt x="4" y="89"/>
                      <a:pt x="0" y="84"/>
                      <a:pt x="5" y="78"/>
                    </a:cubicBezTo>
                    <a:cubicBezTo>
                      <a:pt x="10" y="73"/>
                      <a:pt x="16" y="75"/>
                      <a:pt x="22" y="70"/>
                    </a:cubicBezTo>
                    <a:cubicBezTo>
                      <a:pt x="31" y="64"/>
                      <a:pt x="35" y="52"/>
                      <a:pt x="37" y="42"/>
                    </a:cubicBezTo>
                    <a:cubicBezTo>
                      <a:pt x="39" y="33"/>
                      <a:pt x="38" y="25"/>
                      <a:pt x="35" y="17"/>
                    </a:cubicBezTo>
                    <a:cubicBezTo>
                      <a:pt x="34" y="13"/>
                      <a:pt x="29" y="4"/>
                      <a:pt x="3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0" name="Freeform 6085">
                <a:extLst>
                  <a:ext uri="{FF2B5EF4-FFF2-40B4-BE49-F238E27FC236}">
                    <a16:creationId xmlns:a16="http://schemas.microsoft.com/office/drawing/2014/main" id="{C1BADB62-3663-4567-87DD-FA8AA393B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789"/>
                <a:ext cx="320" cy="288"/>
              </a:xfrm>
              <a:custGeom>
                <a:avLst/>
                <a:gdLst>
                  <a:gd name="T0" fmla="*/ 550 w 128"/>
                  <a:gd name="T1" fmla="*/ 2048 h 108"/>
                  <a:gd name="T2" fmla="*/ 1520 w 128"/>
                  <a:gd name="T3" fmla="*/ 1024 h 108"/>
                  <a:gd name="T4" fmla="*/ 1800 w 128"/>
                  <a:gd name="T5" fmla="*/ 512 h 108"/>
                  <a:gd name="T6" fmla="*/ 2000 w 128"/>
                  <a:gd name="T7" fmla="*/ 93 h 108"/>
                  <a:gd name="T8" fmla="*/ 1550 w 128"/>
                  <a:gd name="T9" fmla="*/ 0 h 108"/>
                  <a:gd name="T10" fmla="*/ 1550 w 128"/>
                  <a:gd name="T11" fmla="*/ 320 h 108"/>
                  <a:gd name="T12" fmla="*/ 1345 w 128"/>
                  <a:gd name="T13" fmla="*/ 547 h 108"/>
                  <a:gd name="T14" fmla="*/ 1050 w 128"/>
                  <a:gd name="T15" fmla="*/ 853 h 108"/>
                  <a:gd name="T16" fmla="*/ 845 w 128"/>
                  <a:gd name="T17" fmla="*/ 1059 h 108"/>
                  <a:gd name="T18" fmla="*/ 708 w 128"/>
                  <a:gd name="T19" fmla="*/ 1251 h 108"/>
                  <a:gd name="T20" fmla="*/ 363 w 128"/>
                  <a:gd name="T21" fmla="*/ 1139 h 108"/>
                  <a:gd name="T22" fmla="*/ 300 w 128"/>
                  <a:gd name="T23" fmla="*/ 1571 h 108"/>
                  <a:gd name="T24" fmla="*/ 0 w 128"/>
                  <a:gd name="T25" fmla="*/ 1728 h 108"/>
                  <a:gd name="T26" fmla="*/ 563 w 128"/>
                  <a:gd name="T27" fmla="*/ 1843 h 10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8" h="108">
                    <a:moveTo>
                      <a:pt x="35" y="108"/>
                    </a:moveTo>
                    <a:cubicBezTo>
                      <a:pt x="49" y="85"/>
                      <a:pt x="79" y="74"/>
                      <a:pt x="97" y="54"/>
                    </a:cubicBezTo>
                    <a:cubicBezTo>
                      <a:pt x="106" y="45"/>
                      <a:pt x="111" y="39"/>
                      <a:pt x="115" y="27"/>
                    </a:cubicBezTo>
                    <a:cubicBezTo>
                      <a:pt x="119" y="19"/>
                      <a:pt x="121" y="11"/>
                      <a:pt x="128" y="5"/>
                    </a:cubicBezTo>
                    <a:cubicBezTo>
                      <a:pt x="117" y="6"/>
                      <a:pt x="108" y="7"/>
                      <a:pt x="99" y="0"/>
                    </a:cubicBezTo>
                    <a:cubicBezTo>
                      <a:pt x="100" y="7"/>
                      <a:pt x="103" y="10"/>
                      <a:pt x="99" y="17"/>
                    </a:cubicBezTo>
                    <a:cubicBezTo>
                      <a:pt x="96" y="22"/>
                      <a:pt x="91" y="26"/>
                      <a:pt x="86" y="29"/>
                    </a:cubicBezTo>
                    <a:cubicBezTo>
                      <a:pt x="79" y="34"/>
                      <a:pt x="74" y="40"/>
                      <a:pt x="67" y="45"/>
                    </a:cubicBezTo>
                    <a:cubicBezTo>
                      <a:pt x="63" y="49"/>
                      <a:pt x="58" y="52"/>
                      <a:pt x="54" y="56"/>
                    </a:cubicBezTo>
                    <a:cubicBezTo>
                      <a:pt x="51" y="60"/>
                      <a:pt x="50" y="64"/>
                      <a:pt x="45" y="66"/>
                    </a:cubicBezTo>
                    <a:cubicBezTo>
                      <a:pt x="36" y="68"/>
                      <a:pt x="30" y="61"/>
                      <a:pt x="23" y="60"/>
                    </a:cubicBezTo>
                    <a:cubicBezTo>
                      <a:pt x="22" y="69"/>
                      <a:pt x="26" y="76"/>
                      <a:pt x="19" y="83"/>
                    </a:cubicBezTo>
                    <a:cubicBezTo>
                      <a:pt x="12" y="91"/>
                      <a:pt x="8" y="88"/>
                      <a:pt x="0" y="91"/>
                    </a:cubicBezTo>
                    <a:cubicBezTo>
                      <a:pt x="9" y="95"/>
                      <a:pt x="31" y="84"/>
                      <a:pt x="36" y="97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1" name="Freeform 6086">
                <a:extLst>
                  <a:ext uri="{FF2B5EF4-FFF2-40B4-BE49-F238E27FC236}">
                    <a16:creationId xmlns:a16="http://schemas.microsoft.com/office/drawing/2014/main" id="{73529252-7B4F-4125-83EF-0D23FAFCE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2523"/>
                <a:ext cx="158" cy="309"/>
              </a:xfrm>
              <a:custGeom>
                <a:avLst/>
                <a:gdLst>
                  <a:gd name="T0" fmla="*/ 943 w 63"/>
                  <a:gd name="T1" fmla="*/ 136 h 116"/>
                  <a:gd name="T2" fmla="*/ 850 w 63"/>
                  <a:gd name="T3" fmla="*/ 794 h 116"/>
                  <a:gd name="T4" fmla="*/ 692 w 63"/>
                  <a:gd name="T5" fmla="*/ 1454 h 116"/>
                  <a:gd name="T6" fmla="*/ 429 w 63"/>
                  <a:gd name="T7" fmla="*/ 1931 h 116"/>
                  <a:gd name="T8" fmla="*/ 0 w 63"/>
                  <a:gd name="T9" fmla="*/ 2022 h 116"/>
                  <a:gd name="T10" fmla="*/ 567 w 63"/>
                  <a:gd name="T11" fmla="*/ 1319 h 116"/>
                  <a:gd name="T12" fmla="*/ 471 w 63"/>
                  <a:gd name="T13" fmla="*/ 943 h 116"/>
                  <a:gd name="T14" fmla="*/ 772 w 63"/>
                  <a:gd name="T15" fmla="*/ 589 h 116"/>
                  <a:gd name="T16" fmla="*/ 660 w 63"/>
                  <a:gd name="T17" fmla="*/ 0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16">
                    <a:moveTo>
                      <a:pt x="60" y="7"/>
                    </a:moveTo>
                    <a:cubicBezTo>
                      <a:pt x="63" y="16"/>
                      <a:pt x="57" y="32"/>
                      <a:pt x="54" y="42"/>
                    </a:cubicBezTo>
                    <a:cubicBezTo>
                      <a:pt x="52" y="54"/>
                      <a:pt x="48" y="65"/>
                      <a:pt x="44" y="77"/>
                    </a:cubicBezTo>
                    <a:cubicBezTo>
                      <a:pt x="40" y="87"/>
                      <a:pt x="36" y="96"/>
                      <a:pt x="27" y="102"/>
                    </a:cubicBezTo>
                    <a:cubicBezTo>
                      <a:pt x="18" y="107"/>
                      <a:pt x="8" y="116"/>
                      <a:pt x="0" y="107"/>
                    </a:cubicBezTo>
                    <a:cubicBezTo>
                      <a:pt x="15" y="97"/>
                      <a:pt x="28" y="87"/>
                      <a:pt x="36" y="70"/>
                    </a:cubicBezTo>
                    <a:cubicBezTo>
                      <a:pt x="41" y="59"/>
                      <a:pt x="47" y="48"/>
                      <a:pt x="30" y="50"/>
                    </a:cubicBezTo>
                    <a:cubicBezTo>
                      <a:pt x="38" y="45"/>
                      <a:pt x="46" y="42"/>
                      <a:pt x="49" y="31"/>
                    </a:cubicBezTo>
                    <a:cubicBezTo>
                      <a:pt x="52" y="20"/>
                      <a:pt x="47" y="9"/>
                      <a:pt x="42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2" name="Freeform 6087">
                <a:extLst>
                  <a:ext uri="{FF2B5EF4-FFF2-40B4-BE49-F238E27FC236}">
                    <a16:creationId xmlns:a16="http://schemas.microsoft.com/office/drawing/2014/main" id="{02682E13-F10F-4334-8658-E1F951C15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3043"/>
                <a:ext cx="370" cy="200"/>
              </a:xfrm>
              <a:custGeom>
                <a:avLst/>
                <a:gdLst>
                  <a:gd name="T0" fmla="*/ 0 w 148"/>
                  <a:gd name="T1" fmla="*/ 1229 h 75"/>
                  <a:gd name="T2" fmla="*/ 688 w 148"/>
                  <a:gd name="T3" fmla="*/ 1400 h 75"/>
                  <a:gd name="T4" fmla="*/ 1363 w 148"/>
                  <a:gd name="T5" fmla="*/ 1195 h 75"/>
                  <a:gd name="T6" fmla="*/ 1895 w 148"/>
                  <a:gd name="T7" fmla="*/ 989 h 75"/>
                  <a:gd name="T8" fmla="*/ 2175 w 148"/>
                  <a:gd name="T9" fmla="*/ 853 h 75"/>
                  <a:gd name="T10" fmla="*/ 2313 w 148"/>
                  <a:gd name="T11" fmla="*/ 589 h 75"/>
                  <a:gd name="T12" fmla="*/ 2220 w 148"/>
                  <a:gd name="T13" fmla="*/ 0 h 75"/>
                  <a:gd name="T14" fmla="*/ 2188 w 148"/>
                  <a:gd name="T15" fmla="*/ 0 h 75"/>
                  <a:gd name="T16" fmla="*/ 1970 w 148"/>
                  <a:gd name="T17" fmla="*/ 512 h 75"/>
                  <a:gd name="T18" fmla="*/ 1750 w 148"/>
                  <a:gd name="T19" fmla="*/ 797 h 75"/>
                  <a:gd name="T20" fmla="*/ 1625 w 148"/>
                  <a:gd name="T21" fmla="*/ 739 h 75"/>
                  <a:gd name="T22" fmla="*/ 1500 w 148"/>
                  <a:gd name="T23" fmla="*/ 832 h 75"/>
                  <a:gd name="T24" fmla="*/ 1113 w 148"/>
                  <a:gd name="T25" fmla="*/ 1160 h 75"/>
                  <a:gd name="T26" fmla="*/ 95 w 148"/>
                  <a:gd name="T27" fmla="*/ 1251 h 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75">
                    <a:moveTo>
                      <a:pt x="0" y="65"/>
                    </a:moveTo>
                    <a:cubicBezTo>
                      <a:pt x="12" y="73"/>
                      <a:pt x="31" y="75"/>
                      <a:pt x="44" y="74"/>
                    </a:cubicBezTo>
                    <a:cubicBezTo>
                      <a:pt x="59" y="73"/>
                      <a:pt x="73" y="65"/>
                      <a:pt x="87" y="63"/>
                    </a:cubicBezTo>
                    <a:cubicBezTo>
                      <a:pt x="99" y="61"/>
                      <a:pt x="109" y="56"/>
                      <a:pt x="121" y="52"/>
                    </a:cubicBezTo>
                    <a:cubicBezTo>
                      <a:pt x="126" y="50"/>
                      <a:pt x="135" y="48"/>
                      <a:pt x="139" y="45"/>
                    </a:cubicBezTo>
                    <a:cubicBezTo>
                      <a:pt x="143" y="42"/>
                      <a:pt x="145" y="36"/>
                      <a:pt x="148" y="31"/>
                    </a:cubicBezTo>
                    <a:cubicBezTo>
                      <a:pt x="142" y="22"/>
                      <a:pt x="143" y="11"/>
                      <a:pt x="142" y="0"/>
                    </a:cubicBezTo>
                    <a:cubicBezTo>
                      <a:pt x="142" y="0"/>
                      <a:pt x="141" y="0"/>
                      <a:pt x="140" y="0"/>
                    </a:cubicBezTo>
                    <a:cubicBezTo>
                      <a:pt x="139" y="11"/>
                      <a:pt x="141" y="26"/>
                      <a:pt x="126" y="27"/>
                    </a:cubicBezTo>
                    <a:cubicBezTo>
                      <a:pt x="126" y="36"/>
                      <a:pt x="121" y="44"/>
                      <a:pt x="112" y="42"/>
                    </a:cubicBezTo>
                    <a:cubicBezTo>
                      <a:pt x="109" y="42"/>
                      <a:pt x="107" y="39"/>
                      <a:pt x="104" y="39"/>
                    </a:cubicBezTo>
                    <a:cubicBezTo>
                      <a:pt x="101" y="39"/>
                      <a:pt x="98" y="43"/>
                      <a:pt x="96" y="44"/>
                    </a:cubicBezTo>
                    <a:cubicBezTo>
                      <a:pt x="88" y="49"/>
                      <a:pt x="79" y="57"/>
                      <a:pt x="71" y="61"/>
                    </a:cubicBezTo>
                    <a:cubicBezTo>
                      <a:pt x="63" y="65"/>
                      <a:pt x="24" y="74"/>
                      <a:pt x="6" y="6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3" name="Freeform 6088">
                <a:extLst>
                  <a:ext uri="{FF2B5EF4-FFF2-40B4-BE49-F238E27FC236}">
                    <a16:creationId xmlns:a16="http://schemas.microsoft.com/office/drawing/2014/main" id="{F3C572AB-F40B-48D3-BB50-80761CB90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901"/>
                <a:ext cx="190" cy="187"/>
              </a:xfrm>
              <a:custGeom>
                <a:avLst/>
                <a:gdLst>
                  <a:gd name="T0" fmla="*/ 438 w 76"/>
                  <a:gd name="T1" fmla="*/ 572 h 70"/>
                  <a:gd name="T2" fmla="*/ 783 w 76"/>
                  <a:gd name="T3" fmla="*/ 705 h 70"/>
                  <a:gd name="T4" fmla="*/ 625 w 76"/>
                  <a:gd name="T5" fmla="*/ 935 h 70"/>
                  <a:gd name="T6" fmla="*/ 250 w 76"/>
                  <a:gd name="T7" fmla="*/ 970 h 70"/>
                  <a:gd name="T8" fmla="*/ 125 w 76"/>
                  <a:gd name="T9" fmla="*/ 1336 h 70"/>
                  <a:gd name="T10" fmla="*/ 0 w 76"/>
                  <a:gd name="T11" fmla="*/ 1050 h 70"/>
                  <a:gd name="T12" fmla="*/ 175 w 76"/>
                  <a:gd name="T13" fmla="*/ 879 h 70"/>
                  <a:gd name="T14" fmla="*/ 188 w 76"/>
                  <a:gd name="T15" fmla="*/ 478 h 70"/>
                  <a:gd name="T16" fmla="*/ 800 w 76"/>
                  <a:gd name="T17" fmla="*/ 0 h 70"/>
                  <a:gd name="T18" fmla="*/ 1113 w 76"/>
                  <a:gd name="T19" fmla="*/ 171 h 70"/>
                  <a:gd name="T20" fmla="*/ 1188 w 76"/>
                  <a:gd name="T21" fmla="*/ 321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6" h="70">
                    <a:moveTo>
                      <a:pt x="28" y="30"/>
                    </a:moveTo>
                    <a:cubicBezTo>
                      <a:pt x="38" y="30"/>
                      <a:pt x="47" y="26"/>
                      <a:pt x="50" y="37"/>
                    </a:cubicBezTo>
                    <a:cubicBezTo>
                      <a:pt x="53" y="47"/>
                      <a:pt x="48" y="50"/>
                      <a:pt x="40" y="49"/>
                    </a:cubicBezTo>
                    <a:cubicBezTo>
                      <a:pt x="33" y="48"/>
                      <a:pt x="24" y="47"/>
                      <a:pt x="16" y="51"/>
                    </a:cubicBezTo>
                    <a:cubicBezTo>
                      <a:pt x="10" y="54"/>
                      <a:pt x="8" y="63"/>
                      <a:pt x="8" y="70"/>
                    </a:cubicBezTo>
                    <a:cubicBezTo>
                      <a:pt x="6" y="66"/>
                      <a:pt x="0" y="59"/>
                      <a:pt x="0" y="55"/>
                    </a:cubicBezTo>
                    <a:cubicBezTo>
                      <a:pt x="1" y="48"/>
                      <a:pt x="7" y="50"/>
                      <a:pt x="11" y="46"/>
                    </a:cubicBezTo>
                    <a:cubicBezTo>
                      <a:pt x="16" y="39"/>
                      <a:pt x="5" y="33"/>
                      <a:pt x="12" y="25"/>
                    </a:cubicBezTo>
                    <a:cubicBezTo>
                      <a:pt x="24" y="10"/>
                      <a:pt x="51" y="29"/>
                      <a:pt x="51" y="0"/>
                    </a:cubicBezTo>
                    <a:cubicBezTo>
                      <a:pt x="52" y="13"/>
                      <a:pt x="62" y="12"/>
                      <a:pt x="71" y="9"/>
                    </a:cubicBezTo>
                    <a:cubicBezTo>
                      <a:pt x="71" y="12"/>
                      <a:pt x="75" y="16"/>
                      <a:pt x="76" y="17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4" name="Freeform 6089">
                <a:extLst>
                  <a:ext uri="{FF2B5EF4-FFF2-40B4-BE49-F238E27FC236}">
                    <a16:creationId xmlns:a16="http://schemas.microsoft.com/office/drawing/2014/main" id="{80216F8A-CB6F-44AE-ACD8-139BB1780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3069"/>
                <a:ext cx="255" cy="94"/>
              </a:xfrm>
              <a:custGeom>
                <a:avLst/>
                <a:gdLst>
                  <a:gd name="T0" fmla="*/ 158 w 102"/>
                  <a:gd name="T1" fmla="*/ 137 h 35"/>
                  <a:gd name="T2" fmla="*/ 895 w 102"/>
                  <a:gd name="T3" fmla="*/ 505 h 35"/>
                  <a:gd name="T4" fmla="*/ 1333 w 102"/>
                  <a:gd name="T5" fmla="*/ 449 h 35"/>
                  <a:gd name="T6" fmla="*/ 1533 w 102"/>
                  <a:gd name="T7" fmla="*/ 81 h 35"/>
                  <a:gd name="T8" fmla="*/ 1438 w 102"/>
                  <a:gd name="T9" fmla="*/ 346 h 35"/>
                  <a:gd name="T10" fmla="*/ 1175 w 102"/>
                  <a:gd name="T11" fmla="*/ 81 h 35"/>
                  <a:gd name="T12" fmla="*/ 1000 w 102"/>
                  <a:gd name="T13" fmla="*/ 368 h 35"/>
                  <a:gd name="T14" fmla="*/ 658 w 102"/>
                  <a:gd name="T15" fmla="*/ 218 h 35"/>
                  <a:gd name="T16" fmla="*/ 188 w 102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35">
                    <a:moveTo>
                      <a:pt x="10" y="7"/>
                    </a:moveTo>
                    <a:cubicBezTo>
                      <a:pt x="0" y="35"/>
                      <a:pt x="42" y="27"/>
                      <a:pt x="57" y="26"/>
                    </a:cubicBezTo>
                    <a:cubicBezTo>
                      <a:pt x="66" y="25"/>
                      <a:pt x="76" y="25"/>
                      <a:pt x="85" y="23"/>
                    </a:cubicBezTo>
                    <a:cubicBezTo>
                      <a:pt x="98" y="21"/>
                      <a:pt x="102" y="17"/>
                      <a:pt x="98" y="4"/>
                    </a:cubicBezTo>
                    <a:cubicBezTo>
                      <a:pt x="99" y="9"/>
                      <a:pt x="98" y="16"/>
                      <a:pt x="92" y="18"/>
                    </a:cubicBezTo>
                    <a:cubicBezTo>
                      <a:pt x="82" y="21"/>
                      <a:pt x="80" y="9"/>
                      <a:pt x="75" y="4"/>
                    </a:cubicBezTo>
                    <a:cubicBezTo>
                      <a:pt x="71" y="9"/>
                      <a:pt x="70" y="16"/>
                      <a:pt x="64" y="19"/>
                    </a:cubicBezTo>
                    <a:cubicBezTo>
                      <a:pt x="57" y="22"/>
                      <a:pt x="46" y="16"/>
                      <a:pt x="42" y="11"/>
                    </a:cubicBezTo>
                    <a:cubicBezTo>
                      <a:pt x="32" y="20"/>
                      <a:pt x="12" y="15"/>
                      <a:pt x="12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5" name="Freeform 6090">
                <a:extLst>
                  <a:ext uri="{FF2B5EF4-FFF2-40B4-BE49-F238E27FC236}">
                    <a16:creationId xmlns:a16="http://schemas.microsoft.com/office/drawing/2014/main" id="{2A688A1C-E171-4A01-B174-374D99092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771"/>
                <a:ext cx="153" cy="184"/>
              </a:xfrm>
              <a:custGeom>
                <a:avLst/>
                <a:gdLst>
                  <a:gd name="T0" fmla="*/ 0 w 61"/>
                  <a:gd name="T1" fmla="*/ 1173 h 69"/>
                  <a:gd name="T2" fmla="*/ 334 w 61"/>
                  <a:gd name="T3" fmla="*/ 1101 h 69"/>
                  <a:gd name="T4" fmla="*/ 617 w 61"/>
                  <a:gd name="T5" fmla="*/ 819 h 69"/>
                  <a:gd name="T6" fmla="*/ 913 w 61"/>
                  <a:gd name="T7" fmla="*/ 491 h 69"/>
                  <a:gd name="T8" fmla="*/ 755 w 61"/>
                  <a:gd name="T9" fmla="*/ 0 h 69"/>
                  <a:gd name="T10" fmla="*/ 522 w 61"/>
                  <a:gd name="T11" fmla="*/ 419 h 69"/>
                  <a:gd name="T12" fmla="*/ 534 w 61"/>
                  <a:gd name="T13" fmla="*/ 661 h 69"/>
                  <a:gd name="T14" fmla="*/ 301 w 61"/>
                  <a:gd name="T15" fmla="*/ 797 h 69"/>
                  <a:gd name="T16" fmla="*/ 158 w 61"/>
                  <a:gd name="T17" fmla="*/ 1101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69">
                    <a:moveTo>
                      <a:pt x="0" y="62"/>
                    </a:moveTo>
                    <a:cubicBezTo>
                      <a:pt x="4" y="69"/>
                      <a:pt x="17" y="62"/>
                      <a:pt x="21" y="58"/>
                    </a:cubicBezTo>
                    <a:cubicBezTo>
                      <a:pt x="27" y="52"/>
                      <a:pt x="32" y="48"/>
                      <a:pt x="39" y="43"/>
                    </a:cubicBezTo>
                    <a:cubicBezTo>
                      <a:pt x="45" y="39"/>
                      <a:pt x="56" y="33"/>
                      <a:pt x="58" y="26"/>
                    </a:cubicBezTo>
                    <a:cubicBezTo>
                      <a:pt x="61" y="19"/>
                      <a:pt x="54" y="5"/>
                      <a:pt x="48" y="0"/>
                    </a:cubicBezTo>
                    <a:cubicBezTo>
                      <a:pt x="50" y="14"/>
                      <a:pt x="52" y="25"/>
                      <a:pt x="33" y="22"/>
                    </a:cubicBezTo>
                    <a:cubicBezTo>
                      <a:pt x="33" y="26"/>
                      <a:pt x="37" y="30"/>
                      <a:pt x="34" y="35"/>
                    </a:cubicBezTo>
                    <a:cubicBezTo>
                      <a:pt x="32" y="40"/>
                      <a:pt x="24" y="41"/>
                      <a:pt x="19" y="42"/>
                    </a:cubicBezTo>
                    <a:cubicBezTo>
                      <a:pt x="22" y="49"/>
                      <a:pt x="15" y="56"/>
                      <a:pt x="10" y="5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6" name="Freeform 6091">
                <a:extLst>
                  <a:ext uri="{FF2B5EF4-FFF2-40B4-BE49-F238E27FC236}">
                    <a16:creationId xmlns:a16="http://schemas.microsoft.com/office/drawing/2014/main" id="{BC4FBC64-3F2B-4057-8320-728CCB8D2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88"/>
                <a:ext cx="140" cy="245"/>
              </a:xfrm>
              <a:custGeom>
                <a:avLst/>
                <a:gdLst>
                  <a:gd name="T0" fmla="*/ 0 w 56"/>
                  <a:gd name="T1" fmla="*/ 1454 h 92"/>
                  <a:gd name="T2" fmla="*/ 720 w 56"/>
                  <a:gd name="T3" fmla="*/ 1113 h 92"/>
                  <a:gd name="T4" fmla="*/ 863 w 56"/>
                  <a:gd name="T5" fmla="*/ 602 h 92"/>
                  <a:gd name="T6" fmla="*/ 645 w 56"/>
                  <a:gd name="T7" fmla="*/ 0 h 92"/>
                  <a:gd name="T8" fmla="*/ 550 w 56"/>
                  <a:gd name="T9" fmla="*/ 546 h 92"/>
                  <a:gd name="T10" fmla="*/ 613 w 56"/>
                  <a:gd name="T11" fmla="*/ 831 h 92"/>
                  <a:gd name="T12" fmla="*/ 408 w 56"/>
                  <a:gd name="T13" fmla="*/ 887 h 92"/>
                  <a:gd name="T14" fmla="*/ 270 w 56"/>
                  <a:gd name="T15" fmla="*/ 1249 h 92"/>
                  <a:gd name="T16" fmla="*/ 83 w 56"/>
                  <a:gd name="T17" fmla="*/ 1489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92">
                    <a:moveTo>
                      <a:pt x="0" y="77"/>
                    </a:moveTo>
                    <a:cubicBezTo>
                      <a:pt x="18" y="92"/>
                      <a:pt x="38" y="71"/>
                      <a:pt x="46" y="59"/>
                    </a:cubicBezTo>
                    <a:cubicBezTo>
                      <a:pt x="50" y="53"/>
                      <a:pt x="56" y="39"/>
                      <a:pt x="55" y="32"/>
                    </a:cubicBezTo>
                    <a:cubicBezTo>
                      <a:pt x="55" y="22"/>
                      <a:pt x="47" y="7"/>
                      <a:pt x="41" y="0"/>
                    </a:cubicBezTo>
                    <a:cubicBezTo>
                      <a:pt x="43" y="8"/>
                      <a:pt x="50" y="33"/>
                      <a:pt x="35" y="29"/>
                    </a:cubicBezTo>
                    <a:cubicBezTo>
                      <a:pt x="37" y="34"/>
                      <a:pt x="43" y="39"/>
                      <a:pt x="39" y="44"/>
                    </a:cubicBezTo>
                    <a:cubicBezTo>
                      <a:pt x="37" y="48"/>
                      <a:pt x="30" y="48"/>
                      <a:pt x="26" y="47"/>
                    </a:cubicBezTo>
                    <a:cubicBezTo>
                      <a:pt x="29" y="56"/>
                      <a:pt x="28" y="64"/>
                      <a:pt x="17" y="66"/>
                    </a:cubicBezTo>
                    <a:cubicBezTo>
                      <a:pt x="18" y="73"/>
                      <a:pt x="14" y="86"/>
                      <a:pt x="5" y="79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7" name="Freeform 6092">
                <a:extLst>
                  <a:ext uri="{FF2B5EF4-FFF2-40B4-BE49-F238E27FC236}">
                    <a16:creationId xmlns:a16="http://schemas.microsoft.com/office/drawing/2014/main" id="{3F2E75D7-565B-4933-88EF-D76A90051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168"/>
                <a:ext cx="110" cy="123"/>
              </a:xfrm>
              <a:custGeom>
                <a:avLst/>
                <a:gdLst>
                  <a:gd name="T0" fmla="*/ 238 w 44"/>
                  <a:gd name="T1" fmla="*/ 94 h 46"/>
                  <a:gd name="T2" fmla="*/ 533 w 44"/>
                  <a:gd name="T3" fmla="*/ 0 h 46"/>
                  <a:gd name="T4" fmla="*/ 550 w 44"/>
                  <a:gd name="T5" fmla="*/ 380 h 46"/>
                  <a:gd name="T6" fmla="*/ 675 w 44"/>
                  <a:gd name="T7" fmla="*/ 786 h 46"/>
                  <a:gd name="T8" fmla="*/ 408 w 44"/>
                  <a:gd name="T9" fmla="*/ 880 h 46"/>
                  <a:gd name="T10" fmla="*/ 375 w 44"/>
                  <a:gd name="T11" fmla="*/ 457 h 46"/>
                  <a:gd name="T12" fmla="*/ 175 w 44"/>
                  <a:gd name="T13" fmla="*/ 457 h 46"/>
                  <a:gd name="T14" fmla="*/ 0 w 44"/>
                  <a:gd name="T15" fmla="*/ 171 h 46"/>
                  <a:gd name="T16" fmla="*/ 20 w 44"/>
                  <a:gd name="T17" fmla="*/ 209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6">
                    <a:moveTo>
                      <a:pt x="15" y="5"/>
                    </a:moveTo>
                    <a:cubicBezTo>
                      <a:pt x="21" y="7"/>
                      <a:pt x="29" y="3"/>
                      <a:pt x="34" y="0"/>
                    </a:cubicBezTo>
                    <a:cubicBezTo>
                      <a:pt x="39" y="6"/>
                      <a:pt x="35" y="13"/>
                      <a:pt x="35" y="20"/>
                    </a:cubicBezTo>
                    <a:cubicBezTo>
                      <a:pt x="36" y="26"/>
                      <a:pt x="44" y="37"/>
                      <a:pt x="43" y="41"/>
                    </a:cubicBezTo>
                    <a:cubicBezTo>
                      <a:pt x="37" y="40"/>
                      <a:pt x="28" y="39"/>
                      <a:pt x="26" y="46"/>
                    </a:cubicBezTo>
                    <a:cubicBezTo>
                      <a:pt x="29" y="41"/>
                      <a:pt x="29" y="29"/>
                      <a:pt x="24" y="24"/>
                    </a:cubicBezTo>
                    <a:cubicBezTo>
                      <a:pt x="19" y="20"/>
                      <a:pt x="16" y="22"/>
                      <a:pt x="11" y="24"/>
                    </a:cubicBezTo>
                    <a:cubicBezTo>
                      <a:pt x="15" y="16"/>
                      <a:pt x="9" y="7"/>
                      <a:pt x="0" y="9"/>
                    </a:cubicBezTo>
                    <a:cubicBezTo>
                      <a:pt x="0" y="10"/>
                      <a:pt x="0" y="11"/>
                      <a:pt x="1" y="11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8" name="Freeform 6093">
                <a:extLst>
                  <a:ext uri="{FF2B5EF4-FFF2-40B4-BE49-F238E27FC236}">
                    <a16:creationId xmlns:a16="http://schemas.microsoft.com/office/drawing/2014/main" id="{9321DFF3-9CA0-486B-9D34-78BE0D39C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309"/>
                <a:ext cx="73" cy="176"/>
              </a:xfrm>
              <a:custGeom>
                <a:avLst/>
                <a:gdLst>
                  <a:gd name="T0" fmla="*/ 272 w 29"/>
                  <a:gd name="T1" fmla="*/ 93 h 66"/>
                  <a:gd name="T2" fmla="*/ 443 w 29"/>
                  <a:gd name="T3" fmla="*/ 776 h 66"/>
                  <a:gd name="T4" fmla="*/ 0 w 29"/>
                  <a:gd name="T5" fmla="*/ 1251 h 66"/>
                  <a:gd name="T6" fmla="*/ 191 w 29"/>
                  <a:gd name="T7" fmla="*/ 760 h 66"/>
                  <a:gd name="T8" fmla="*/ 272 w 29"/>
                  <a:gd name="T9" fmla="*/ 376 h 66"/>
                  <a:gd name="T10" fmla="*/ 191 w 29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66">
                    <a:moveTo>
                      <a:pt x="17" y="5"/>
                    </a:moveTo>
                    <a:cubicBezTo>
                      <a:pt x="24" y="15"/>
                      <a:pt x="28" y="29"/>
                      <a:pt x="28" y="41"/>
                    </a:cubicBezTo>
                    <a:cubicBezTo>
                      <a:pt x="27" y="55"/>
                      <a:pt x="10" y="60"/>
                      <a:pt x="0" y="66"/>
                    </a:cubicBezTo>
                    <a:cubicBezTo>
                      <a:pt x="3" y="64"/>
                      <a:pt x="29" y="38"/>
                      <a:pt x="12" y="40"/>
                    </a:cubicBezTo>
                    <a:cubicBezTo>
                      <a:pt x="17" y="32"/>
                      <a:pt x="19" y="30"/>
                      <a:pt x="17" y="20"/>
                    </a:cubicBezTo>
                    <a:cubicBezTo>
                      <a:pt x="16" y="15"/>
                      <a:pt x="19" y="2"/>
                      <a:pt x="12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9" name="Freeform 6094">
                <a:extLst>
                  <a:ext uri="{FF2B5EF4-FFF2-40B4-BE49-F238E27FC236}">
                    <a16:creationId xmlns:a16="http://schemas.microsoft.com/office/drawing/2014/main" id="{CE293E28-9209-4AF0-87A6-F24874C26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547"/>
                <a:ext cx="63" cy="229"/>
              </a:xfrm>
              <a:custGeom>
                <a:avLst/>
                <a:gdLst>
                  <a:gd name="T0" fmla="*/ 146 w 25"/>
                  <a:gd name="T1" fmla="*/ 0 h 86"/>
                  <a:gd name="T2" fmla="*/ 350 w 25"/>
                  <a:gd name="T3" fmla="*/ 977 h 86"/>
                  <a:gd name="T4" fmla="*/ 242 w 25"/>
                  <a:gd name="T5" fmla="*/ 1377 h 86"/>
                  <a:gd name="T6" fmla="*/ 159 w 25"/>
                  <a:gd name="T7" fmla="*/ 1587 h 86"/>
                  <a:gd name="T8" fmla="*/ 0 w 25"/>
                  <a:gd name="T9" fmla="*/ 1624 h 86"/>
                  <a:gd name="T10" fmla="*/ 50 w 25"/>
                  <a:gd name="T11" fmla="*/ 1169 h 86"/>
                  <a:gd name="T12" fmla="*/ 192 w 25"/>
                  <a:gd name="T13" fmla="*/ 1092 h 86"/>
                  <a:gd name="T14" fmla="*/ 83 w 25"/>
                  <a:gd name="T15" fmla="*/ 716 h 86"/>
                  <a:gd name="T16" fmla="*/ 159 w 25"/>
                  <a:gd name="T17" fmla="*/ 170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86">
                    <a:moveTo>
                      <a:pt x="9" y="0"/>
                    </a:moveTo>
                    <a:cubicBezTo>
                      <a:pt x="16" y="14"/>
                      <a:pt x="25" y="36"/>
                      <a:pt x="22" y="52"/>
                    </a:cubicBezTo>
                    <a:cubicBezTo>
                      <a:pt x="21" y="59"/>
                      <a:pt x="17" y="67"/>
                      <a:pt x="15" y="73"/>
                    </a:cubicBezTo>
                    <a:cubicBezTo>
                      <a:pt x="14" y="76"/>
                      <a:pt x="12" y="82"/>
                      <a:pt x="10" y="84"/>
                    </a:cubicBezTo>
                    <a:cubicBezTo>
                      <a:pt x="7" y="86"/>
                      <a:pt x="3" y="84"/>
                      <a:pt x="0" y="86"/>
                    </a:cubicBezTo>
                    <a:cubicBezTo>
                      <a:pt x="8" y="84"/>
                      <a:pt x="16" y="63"/>
                      <a:pt x="3" y="62"/>
                    </a:cubicBezTo>
                    <a:cubicBezTo>
                      <a:pt x="7" y="64"/>
                      <a:pt x="11" y="62"/>
                      <a:pt x="12" y="58"/>
                    </a:cubicBezTo>
                    <a:cubicBezTo>
                      <a:pt x="15" y="52"/>
                      <a:pt x="9" y="42"/>
                      <a:pt x="5" y="38"/>
                    </a:cubicBezTo>
                    <a:cubicBezTo>
                      <a:pt x="21" y="46"/>
                      <a:pt x="10" y="13"/>
                      <a:pt x="10" y="9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0" name="Freeform 6095">
                <a:extLst>
                  <a:ext uri="{FF2B5EF4-FFF2-40B4-BE49-F238E27FC236}">
                    <a16:creationId xmlns:a16="http://schemas.microsoft.com/office/drawing/2014/main" id="{7B7F1B2A-4BD9-4A09-A3C8-1F2C6F1B9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517"/>
                <a:ext cx="58" cy="91"/>
              </a:xfrm>
              <a:custGeom>
                <a:avLst/>
                <a:gdLst>
                  <a:gd name="T0" fmla="*/ 50 w 23"/>
                  <a:gd name="T1" fmla="*/ 653 h 34"/>
                  <a:gd name="T2" fmla="*/ 305 w 23"/>
                  <a:gd name="T3" fmla="*/ 444 h 34"/>
                  <a:gd name="T4" fmla="*/ 209 w 23"/>
                  <a:gd name="T5" fmla="*/ 0 h 34"/>
                  <a:gd name="T6" fmla="*/ 0 w 23"/>
                  <a:gd name="T7" fmla="*/ 367 h 34"/>
                  <a:gd name="T8" fmla="*/ 33 w 23"/>
                  <a:gd name="T9" fmla="*/ 50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4">
                    <a:moveTo>
                      <a:pt x="3" y="34"/>
                    </a:moveTo>
                    <a:cubicBezTo>
                      <a:pt x="9" y="34"/>
                      <a:pt x="16" y="28"/>
                      <a:pt x="19" y="23"/>
                    </a:cubicBezTo>
                    <a:cubicBezTo>
                      <a:pt x="23" y="13"/>
                      <a:pt x="15" y="8"/>
                      <a:pt x="13" y="0"/>
                    </a:cubicBezTo>
                    <a:cubicBezTo>
                      <a:pt x="10" y="10"/>
                      <a:pt x="22" y="31"/>
                      <a:pt x="0" y="19"/>
                    </a:cubicBezTo>
                    <a:cubicBezTo>
                      <a:pt x="0" y="21"/>
                      <a:pt x="1" y="24"/>
                      <a:pt x="2" y="2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1" name="Freeform 6096">
                <a:extLst>
                  <a:ext uri="{FF2B5EF4-FFF2-40B4-BE49-F238E27FC236}">
                    <a16:creationId xmlns:a16="http://schemas.microsoft.com/office/drawing/2014/main" id="{A187E315-D7B7-4599-B061-2AE8A6408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424"/>
                <a:ext cx="120" cy="136"/>
              </a:xfrm>
              <a:custGeom>
                <a:avLst/>
                <a:gdLst>
                  <a:gd name="T0" fmla="*/ 145 w 48"/>
                  <a:gd name="T1" fmla="*/ 888 h 51"/>
                  <a:gd name="T2" fmla="*/ 438 w 48"/>
                  <a:gd name="T3" fmla="*/ 853 h 51"/>
                  <a:gd name="T4" fmla="*/ 675 w 48"/>
                  <a:gd name="T5" fmla="*/ 760 h 51"/>
                  <a:gd name="T6" fmla="*/ 720 w 48"/>
                  <a:gd name="T7" fmla="*/ 477 h 51"/>
                  <a:gd name="T8" fmla="*/ 738 w 48"/>
                  <a:gd name="T9" fmla="*/ 0 h 51"/>
                  <a:gd name="T10" fmla="*/ 625 w 48"/>
                  <a:gd name="T11" fmla="*/ 320 h 51"/>
                  <a:gd name="T12" fmla="*/ 395 w 48"/>
                  <a:gd name="T13" fmla="*/ 547 h 51"/>
                  <a:gd name="T14" fmla="*/ 158 w 48"/>
                  <a:gd name="T15" fmla="*/ 717 h 51"/>
                  <a:gd name="T16" fmla="*/ 0 w 48"/>
                  <a:gd name="T17" fmla="*/ 8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51">
                    <a:moveTo>
                      <a:pt x="9" y="47"/>
                    </a:moveTo>
                    <a:cubicBezTo>
                      <a:pt x="13" y="44"/>
                      <a:pt x="23" y="46"/>
                      <a:pt x="28" y="45"/>
                    </a:cubicBezTo>
                    <a:cubicBezTo>
                      <a:pt x="33" y="44"/>
                      <a:pt x="39" y="44"/>
                      <a:pt x="43" y="40"/>
                    </a:cubicBezTo>
                    <a:cubicBezTo>
                      <a:pt x="48" y="35"/>
                      <a:pt x="46" y="31"/>
                      <a:pt x="46" y="25"/>
                    </a:cubicBezTo>
                    <a:cubicBezTo>
                      <a:pt x="45" y="17"/>
                      <a:pt x="44" y="7"/>
                      <a:pt x="47" y="0"/>
                    </a:cubicBezTo>
                    <a:cubicBezTo>
                      <a:pt x="39" y="6"/>
                      <a:pt x="40" y="7"/>
                      <a:pt x="40" y="17"/>
                    </a:cubicBezTo>
                    <a:cubicBezTo>
                      <a:pt x="40" y="24"/>
                      <a:pt x="35" y="37"/>
                      <a:pt x="25" y="29"/>
                    </a:cubicBezTo>
                    <a:cubicBezTo>
                      <a:pt x="22" y="32"/>
                      <a:pt x="19" y="51"/>
                      <a:pt x="10" y="38"/>
                    </a:cubicBezTo>
                    <a:cubicBezTo>
                      <a:pt x="12" y="45"/>
                      <a:pt x="3" y="51"/>
                      <a:pt x="0" y="4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2" name="Freeform 6097">
                <a:extLst>
                  <a:ext uri="{FF2B5EF4-FFF2-40B4-BE49-F238E27FC236}">
                    <a16:creationId xmlns:a16="http://schemas.microsoft.com/office/drawing/2014/main" id="{621CE5E2-77E6-456E-943B-7DC7B6199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677"/>
                <a:ext cx="160" cy="352"/>
              </a:xfrm>
              <a:custGeom>
                <a:avLst/>
                <a:gdLst>
                  <a:gd name="T0" fmla="*/ 770 w 64"/>
                  <a:gd name="T1" fmla="*/ 341 h 132"/>
                  <a:gd name="T2" fmla="*/ 863 w 64"/>
                  <a:gd name="T3" fmla="*/ 797 h 132"/>
                  <a:gd name="T4" fmla="*/ 958 w 64"/>
                  <a:gd name="T5" fmla="*/ 1251 h 132"/>
                  <a:gd name="T6" fmla="*/ 938 w 64"/>
                  <a:gd name="T7" fmla="*/ 2069 h 132"/>
                  <a:gd name="T8" fmla="*/ 595 w 64"/>
                  <a:gd name="T9" fmla="*/ 2504 h 132"/>
                  <a:gd name="T10" fmla="*/ 283 w 64"/>
                  <a:gd name="T11" fmla="*/ 2312 h 132"/>
                  <a:gd name="T12" fmla="*/ 0 w 64"/>
                  <a:gd name="T13" fmla="*/ 2083 h 132"/>
                  <a:gd name="T14" fmla="*/ 220 w 64"/>
                  <a:gd name="T15" fmla="*/ 1899 h 132"/>
                  <a:gd name="T16" fmla="*/ 438 w 64"/>
                  <a:gd name="T17" fmla="*/ 1592 h 132"/>
                  <a:gd name="T18" fmla="*/ 550 w 64"/>
                  <a:gd name="T19" fmla="*/ 1216 h 132"/>
                  <a:gd name="T20" fmla="*/ 595 w 64"/>
                  <a:gd name="T21" fmla="*/ 760 h 132"/>
                  <a:gd name="T22" fmla="*/ 675 w 64"/>
                  <a:gd name="T23" fmla="*/ 363 h 132"/>
                  <a:gd name="T24" fmla="*/ 750 w 64"/>
                  <a:gd name="T25" fmla="*/ 0 h 1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32">
                    <a:moveTo>
                      <a:pt x="49" y="18"/>
                    </a:moveTo>
                    <a:cubicBezTo>
                      <a:pt x="52" y="25"/>
                      <a:pt x="53" y="35"/>
                      <a:pt x="55" y="42"/>
                    </a:cubicBezTo>
                    <a:cubicBezTo>
                      <a:pt x="57" y="50"/>
                      <a:pt x="60" y="58"/>
                      <a:pt x="61" y="66"/>
                    </a:cubicBezTo>
                    <a:cubicBezTo>
                      <a:pt x="64" y="79"/>
                      <a:pt x="64" y="96"/>
                      <a:pt x="60" y="109"/>
                    </a:cubicBezTo>
                    <a:cubicBezTo>
                      <a:pt x="58" y="116"/>
                      <a:pt x="48" y="132"/>
                      <a:pt x="38" y="132"/>
                    </a:cubicBezTo>
                    <a:cubicBezTo>
                      <a:pt x="33" y="132"/>
                      <a:pt x="22" y="125"/>
                      <a:pt x="18" y="122"/>
                    </a:cubicBezTo>
                    <a:cubicBezTo>
                      <a:pt x="12" y="118"/>
                      <a:pt x="7" y="113"/>
                      <a:pt x="0" y="110"/>
                    </a:cubicBezTo>
                    <a:cubicBezTo>
                      <a:pt x="5" y="110"/>
                      <a:pt x="16" y="106"/>
                      <a:pt x="14" y="100"/>
                    </a:cubicBezTo>
                    <a:cubicBezTo>
                      <a:pt x="22" y="117"/>
                      <a:pt x="52" y="95"/>
                      <a:pt x="28" y="84"/>
                    </a:cubicBezTo>
                    <a:cubicBezTo>
                      <a:pt x="41" y="94"/>
                      <a:pt x="47" y="72"/>
                      <a:pt x="35" y="64"/>
                    </a:cubicBezTo>
                    <a:cubicBezTo>
                      <a:pt x="48" y="62"/>
                      <a:pt x="53" y="45"/>
                      <a:pt x="38" y="40"/>
                    </a:cubicBezTo>
                    <a:cubicBezTo>
                      <a:pt x="52" y="40"/>
                      <a:pt x="43" y="24"/>
                      <a:pt x="43" y="19"/>
                    </a:cubicBezTo>
                    <a:cubicBezTo>
                      <a:pt x="43" y="12"/>
                      <a:pt x="50" y="7"/>
                      <a:pt x="48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3" name="Freeform 6098">
                <a:extLst>
                  <a:ext uri="{FF2B5EF4-FFF2-40B4-BE49-F238E27FC236}">
                    <a16:creationId xmlns:a16="http://schemas.microsoft.com/office/drawing/2014/main" id="{99E82AFA-5A19-427C-827C-458B52240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589"/>
                <a:ext cx="77" cy="283"/>
              </a:xfrm>
              <a:custGeom>
                <a:avLst/>
                <a:gdLst>
                  <a:gd name="T0" fmla="*/ 92 w 31"/>
                  <a:gd name="T1" fmla="*/ 1140 h 106"/>
                  <a:gd name="T2" fmla="*/ 104 w 31"/>
                  <a:gd name="T3" fmla="*/ 1161 h 106"/>
                  <a:gd name="T4" fmla="*/ 62 w 31"/>
                  <a:gd name="T5" fmla="*/ 854 h 106"/>
                  <a:gd name="T6" fmla="*/ 0 w 31"/>
                  <a:gd name="T7" fmla="*/ 491 h 106"/>
                  <a:gd name="T8" fmla="*/ 216 w 31"/>
                  <a:gd name="T9" fmla="*/ 307 h 106"/>
                  <a:gd name="T10" fmla="*/ 30 w 31"/>
                  <a:gd name="T11" fmla="*/ 0 h 106"/>
                  <a:gd name="T12" fmla="*/ 412 w 31"/>
                  <a:gd name="T13" fmla="*/ 320 h 106"/>
                  <a:gd name="T14" fmla="*/ 278 w 31"/>
                  <a:gd name="T15" fmla="*/ 1012 h 106"/>
                  <a:gd name="T16" fmla="*/ 278 w 31"/>
                  <a:gd name="T17" fmla="*/ 1391 h 106"/>
                  <a:gd name="T18" fmla="*/ 432 w 31"/>
                  <a:gd name="T19" fmla="*/ 1695 h 106"/>
                  <a:gd name="T20" fmla="*/ 196 w 31"/>
                  <a:gd name="T21" fmla="*/ 1810 h 106"/>
                  <a:gd name="T22" fmla="*/ 0 w 31"/>
                  <a:gd name="T23" fmla="*/ 2018 h 106"/>
                  <a:gd name="T24" fmla="*/ 154 w 31"/>
                  <a:gd name="T25" fmla="*/ 1354 h 10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106">
                    <a:moveTo>
                      <a:pt x="6" y="60"/>
                    </a:moveTo>
                    <a:cubicBezTo>
                      <a:pt x="6" y="61"/>
                      <a:pt x="6" y="61"/>
                      <a:pt x="7" y="61"/>
                    </a:cubicBezTo>
                    <a:cubicBezTo>
                      <a:pt x="10" y="55"/>
                      <a:pt x="8" y="49"/>
                      <a:pt x="4" y="45"/>
                    </a:cubicBezTo>
                    <a:cubicBezTo>
                      <a:pt x="13" y="40"/>
                      <a:pt x="13" y="24"/>
                      <a:pt x="0" y="26"/>
                    </a:cubicBezTo>
                    <a:cubicBezTo>
                      <a:pt x="7" y="29"/>
                      <a:pt x="13" y="23"/>
                      <a:pt x="14" y="16"/>
                    </a:cubicBezTo>
                    <a:cubicBezTo>
                      <a:pt x="15" y="8"/>
                      <a:pt x="9" y="3"/>
                      <a:pt x="2" y="0"/>
                    </a:cubicBezTo>
                    <a:cubicBezTo>
                      <a:pt x="11" y="3"/>
                      <a:pt x="25" y="5"/>
                      <a:pt x="27" y="17"/>
                    </a:cubicBezTo>
                    <a:cubicBezTo>
                      <a:pt x="30" y="29"/>
                      <a:pt x="21" y="42"/>
                      <a:pt x="18" y="53"/>
                    </a:cubicBezTo>
                    <a:cubicBezTo>
                      <a:pt x="16" y="59"/>
                      <a:pt x="16" y="67"/>
                      <a:pt x="18" y="73"/>
                    </a:cubicBezTo>
                    <a:cubicBezTo>
                      <a:pt x="20" y="79"/>
                      <a:pt x="31" y="83"/>
                      <a:pt x="28" y="89"/>
                    </a:cubicBezTo>
                    <a:cubicBezTo>
                      <a:pt x="27" y="94"/>
                      <a:pt x="18" y="94"/>
                      <a:pt x="13" y="95"/>
                    </a:cubicBezTo>
                    <a:cubicBezTo>
                      <a:pt x="8" y="97"/>
                      <a:pt x="3" y="101"/>
                      <a:pt x="0" y="106"/>
                    </a:cubicBezTo>
                    <a:cubicBezTo>
                      <a:pt x="5" y="95"/>
                      <a:pt x="20" y="85"/>
                      <a:pt x="10" y="71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4" name="Freeform 6099">
                <a:extLst>
                  <a:ext uri="{FF2B5EF4-FFF2-40B4-BE49-F238E27FC236}">
                    <a16:creationId xmlns:a16="http://schemas.microsoft.com/office/drawing/2014/main" id="{15E9890E-4327-4E21-8EAE-D2B111F0B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509"/>
                <a:ext cx="70" cy="134"/>
              </a:xfrm>
              <a:custGeom>
                <a:avLst/>
                <a:gdLst>
                  <a:gd name="T0" fmla="*/ 0 w 28"/>
                  <a:gd name="T1" fmla="*/ 0 h 50"/>
                  <a:gd name="T2" fmla="*/ 95 w 28"/>
                  <a:gd name="T3" fmla="*/ 367 h 50"/>
                  <a:gd name="T4" fmla="*/ 158 w 28"/>
                  <a:gd name="T5" fmla="*/ 962 h 50"/>
                  <a:gd name="T6" fmla="*/ 208 w 28"/>
                  <a:gd name="T7" fmla="*/ 574 h 50"/>
                  <a:gd name="T8" fmla="*/ 438 w 28"/>
                  <a:gd name="T9" fmla="*/ 461 h 50"/>
                  <a:gd name="T10" fmla="*/ 238 w 28"/>
                  <a:gd name="T11" fmla="*/ 23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0">
                    <a:moveTo>
                      <a:pt x="0" y="0"/>
                    </a:moveTo>
                    <a:cubicBezTo>
                      <a:pt x="0" y="7"/>
                      <a:pt x="3" y="13"/>
                      <a:pt x="6" y="19"/>
                    </a:cubicBezTo>
                    <a:cubicBezTo>
                      <a:pt x="11" y="30"/>
                      <a:pt x="11" y="38"/>
                      <a:pt x="10" y="50"/>
                    </a:cubicBezTo>
                    <a:cubicBezTo>
                      <a:pt x="14" y="45"/>
                      <a:pt x="10" y="36"/>
                      <a:pt x="13" y="30"/>
                    </a:cubicBezTo>
                    <a:cubicBezTo>
                      <a:pt x="17" y="22"/>
                      <a:pt x="21" y="22"/>
                      <a:pt x="28" y="24"/>
                    </a:cubicBezTo>
                    <a:cubicBezTo>
                      <a:pt x="26" y="19"/>
                      <a:pt x="14" y="18"/>
                      <a:pt x="15" y="1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5" name="Freeform 6100">
                <a:extLst>
                  <a:ext uri="{FF2B5EF4-FFF2-40B4-BE49-F238E27FC236}">
                    <a16:creationId xmlns:a16="http://schemas.microsoft.com/office/drawing/2014/main" id="{6A95BED4-69D8-4655-9133-48A828C31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1608"/>
                <a:ext cx="83" cy="75"/>
              </a:xfrm>
              <a:custGeom>
                <a:avLst/>
                <a:gdLst>
                  <a:gd name="T0" fmla="*/ 0 w 33"/>
                  <a:gd name="T1" fmla="*/ 0 h 28"/>
                  <a:gd name="T2" fmla="*/ 83 w 33"/>
                  <a:gd name="T3" fmla="*/ 538 h 28"/>
                  <a:gd name="T4" fmla="*/ 317 w 33"/>
                  <a:gd name="T5" fmla="*/ 193 h 28"/>
                  <a:gd name="T6" fmla="*/ 443 w 33"/>
                  <a:gd name="T7" fmla="*/ 171 h 28"/>
                  <a:gd name="T8" fmla="*/ 526 w 33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8">
                    <a:moveTo>
                      <a:pt x="0" y="0"/>
                    </a:moveTo>
                    <a:cubicBezTo>
                      <a:pt x="9" y="7"/>
                      <a:pt x="4" y="19"/>
                      <a:pt x="5" y="28"/>
                    </a:cubicBezTo>
                    <a:cubicBezTo>
                      <a:pt x="8" y="17"/>
                      <a:pt x="5" y="9"/>
                      <a:pt x="20" y="10"/>
                    </a:cubicBezTo>
                    <a:cubicBezTo>
                      <a:pt x="24" y="10"/>
                      <a:pt x="25" y="12"/>
                      <a:pt x="28" y="9"/>
                    </a:cubicBezTo>
                    <a:cubicBezTo>
                      <a:pt x="31" y="6"/>
                      <a:pt x="29" y="2"/>
                      <a:pt x="33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6" name="Freeform 6101">
                <a:extLst>
                  <a:ext uri="{FF2B5EF4-FFF2-40B4-BE49-F238E27FC236}">
                    <a16:creationId xmlns:a16="http://schemas.microsoft.com/office/drawing/2014/main" id="{92829FF0-AA3C-4C52-8024-CB3E6546D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581"/>
                <a:ext cx="75" cy="200"/>
              </a:xfrm>
              <a:custGeom>
                <a:avLst/>
                <a:gdLst>
                  <a:gd name="T0" fmla="*/ 20 w 30"/>
                  <a:gd name="T1" fmla="*/ 1251 h 75"/>
                  <a:gd name="T2" fmla="*/ 363 w 30"/>
                  <a:gd name="T3" fmla="*/ 1387 h 75"/>
                  <a:gd name="T4" fmla="*/ 425 w 30"/>
                  <a:gd name="T5" fmla="*/ 968 h 75"/>
                  <a:gd name="T6" fmla="*/ 313 w 30"/>
                  <a:gd name="T7" fmla="*/ 0 h 75"/>
                  <a:gd name="T8" fmla="*/ 158 w 30"/>
                  <a:gd name="T9" fmla="*/ 739 h 75"/>
                  <a:gd name="T10" fmla="*/ 238 w 30"/>
                  <a:gd name="T11" fmla="*/ 776 h 75"/>
                  <a:gd name="T12" fmla="*/ 83 w 30"/>
                  <a:gd name="T13" fmla="*/ 1003 h 75"/>
                  <a:gd name="T14" fmla="*/ 0 w 30"/>
                  <a:gd name="T15" fmla="*/ 1195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75">
                    <a:moveTo>
                      <a:pt x="1" y="66"/>
                    </a:moveTo>
                    <a:cubicBezTo>
                      <a:pt x="8" y="65"/>
                      <a:pt x="16" y="75"/>
                      <a:pt x="23" y="73"/>
                    </a:cubicBezTo>
                    <a:cubicBezTo>
                      <a:pt x="30" y="71"/>
                      <a:pt x="27" y="57"/>
                      <a:pt x="27" y="51"/>
                    </a:cubicBezTo>
                    <a:cubicBezTo>
                      <a:pt x="26" y="34"/>
                      <a:pt x="25" y="16"/>
                      <a:pt x="20" y="0"/>
                    </a:cubicBezTo>
                    <a:cubicBezTo>
                      <a:pt x="22" y="9"/>
                      <a:pt x="24" y="38"/>
                      <a:pt x="10" y="39"/>
                    </a:cubicBezTo>
                    <a:cubicBezTo>
                      <a:pt x="11" y="35"/>
                      <a:pt x="14" y="39"/>
                      <a:pt x="15" y="41"/>
                    </a:cubicBezTo>
                    <a:cubicBezTo>
                      <a:pt x="18" y="48"/>
                      <a:pt x="11" y="54"/>
                      <a:pt x="5" y="53"/>
                    </a:cubicBezTo>
                    <a:cubicBezTo>
                      <a:pt x="19" y="51"/>
                      <a:pt x="8" y="74"/>
                      <a:pt x="0" y="6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7" name="Freeform 6102">
                <a:extLst>
                  <a:ext uri="{FF2B5EF4-FFF2-40B4-BE49-F238E27FC236}">
                    <a16:creationId xmlns:a16="http://schemas.microsoft.com/office/drawing/2014/main" id="{A95B2CA8-AD43-480E-8AD1-07B0A90E9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808"/>
                <a:ext cx="73" cy="160"/>
              </a:xfrm>
              <a:custGeom>
                <a:avLst/>
                <a:gdLst>
                  <a:gd name="T0" fmla="*/ 0 w 29"/>
                  <a:gd name="T1" fmla="*/ 0 h 60"/>
                  <a:gd name="T2" fmla="*/ 347 w 29"/>
                  <a:gd name="T3" fmla="*/ 419 h 60"/>
                  <a:gd name="T4" fmla="*/ 443 w 29"/>
                  <a:gd name="T5" fmla="*/ 1139 h 60"/>
                  <a:gd name="T6" fmla="*/ 209 w 29"/>
                  <a:gd name="T7" fmla="*/ 533 h 60"/>
                  <a:gd name="T8" fmla="*/ 176 w 29"/>
                  <a:gd name="T9" fmla="*/ 205 h 60"/>
                  <a:gd name="T10" fmla="*/ 0 w 29"/>
                  <a:gd name="T11" fmla="*/ 35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60">
                    <a:moveTo>
                      <a:pt x="0" y="0"/>
                    </a:moveTo>
                    <a:cubicBezTo>
                      <a:pt x="11" y="4"/>
                      <a:pt x="17" y="12"/>
                      <a:pt x="22" y="22"/>
                    </a:cubicBezTo>
                    <a:cubicBezTo>
                      <a:pt x="29" y="36"/>
                      <a:pt x="28" y="45"/>
                      <a:pt x="28" y="60"/>
                    </a:cubicBezTo>
                    <a:cubicBezTo>
                      <a:pt x="28" y="52"/>
                      <a:pt x="27" y="22"/>
                      <a:pt x="13" y="28"/>
                    </a:cubicBezTo>
                    <a:cubicBezTo>
                      <a:pt x="12" y="21"/>
                      <a:pt x="15" y="17"/>
                      <a:pt x="11" y="11"/>
                    </a:cubicBezTo>
                    <a:cubicBezTo>
                      <a:pt x="8" y="7"/>
                      <a:pt x="2" y="6"/>
                      <a:pt x="0" y="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8" name="Freeform 6103">
                <a:extLst>
                  <a:ext uri="{FF2B5EF4-FFF2-40B4-BE49-F238E27FC236}">
                    <a16:creationId xmlns:a16="http://schemas.microsoft.com/office/drawing/2014/main" id="{CA0C9774-B73B-43E4-BA25-C3184E940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1869"/>
                <a:ext cx="197" cy="174"/>
              </a:xfrm>
              <a:custGeom>
                <a:avLst/>
                <a:gdLst>
                  <a:gd name="T0" fmla="*/ 42 w 79"/>
                  <a:gd name="T1" fmla="*/ 940 h 65"/>
                  <a:gd name="T2" fmla="*/ 324 w 79"/>
                  <a:gd name="T3" fmla="*/ 653 h 65"/>
                  <a:gd name="T4" fmla="*/ 621 w 79"/>
                  <a:gd name="T5" fmla="*/ 688 h 65"/>
                  <a:gd name="T6" fmla="*/ 883 w 79"/>
                  <a:gd name="T7" fmla="*/ 824 h 65"/>
                  <a:gd name="T8" fmla="*/ 945 w 79"/>
                  <a:gd name="T9" fmla="*/ 1247 h 65"/>
                  <a:gd name="T10" fmla="*/ 1007 w 79"/>
                  <a:gd name="T11" fmla="*/ 859 h 65"/>
                  <a:gd name="T12" fmla="*/ 1162 w 79"/>
                  <a:gd name="T13" fmla="*/ 688 h 65"/>
                  <a:gd name="T14" fmla="*/ 1057 w 79"/>
                  <a:gd name="T15" fmla="*/ 0 h 65"/>
                  <a:gd name="T16" fmla="*/ 965 w 79"/>
                  <a:gd name="T17" fmla="*/ 501 h 65"/>
                  <a:gd name="T18" fmla="*/ 790 w 79"/>
                  <a:gd name="T19" fmla="*/ 444 h 65"/>
                  <a:gd name="T20" fmla="*/ 541 w 79"/>
                  <a:gd name="T21" fmla="*/ 479 h 65"/>
                  <a:gd name="T22" fmla="*/ 292 w 79"/>
                  <a:gd name="T23" fmla="*/ 458 h 65"/>
                  <a:gd name="T24" fmla="*/ 199 w 79"/>
                  <a:gd name="T25" fmla="*/ 559 h 65"/>
                  <a:gd name="T26" fmla="*/ 92 w 79"/>
                  <a:gd name="T27" fmla="*/ 573 h 65"/>
                  <a:gd name="T28" fmla="*/ 12 w 79"/>
                  <a:gd name="T29" fmla="*/ 846 h 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9" h="65">
                    <a:moveTo>
                      <a:pt x="3" y="49"/>
                    </a:moveTo>
                    <a:cubicBezTo>
                      <a:pt x="11" y="45"/>
                      <a:pt x="11" y="36"/>
                      <a:pt x="21" y="34"/>
                    </a:cubicBezTo>
                    <a:cubicBezTo>
                      <a:pt x="28" y="33"/>
                      <a:pt x="33" y="34"/>
                      <a:pt x="40" y="36"/>
                    </a:cubicBezTo>
                    <a:cubicBezTo>
                      <a:pt x="46" y="38"/>
                      <a:pt x="53" y="38"/>
                      <a:pt x="57" y="43"/>
                    </a:cubicBezTo>
                    <a:cubicBezTo>
                      <a:pt x="62" y="50"/>
                      <a:pt x="59" y="58"/>
                      <a:pt x="61" y="65"/>
                    </a:cubicBezTo>
                    <a:cubicBezTo>
                      <a:pt x="62" y="57"/>
                      <a:pt x="60" y="51"/>
                      <a:pt x="65" y="45"/>
                    </a:cubicBezTo>
                    <a:cubicBezTo>
                      <a:pt x="68" y="41"/>
                      <a:pt x="72" y="40"/>
                      <a:pt x="75" y="36"/>
                    </a:cubicBezTo>
                    <a:cubicBezTo>
                      <a:pt x="79" y="28"/>
                      <a:pt x="76" y="5"/>
                      <a:pt x="68" y="0"/>
                    </a:cubicBezTo>
                    <a:cubicBezTo>
                      <a:pt x="68" y="9"/>
                      <a:pt x="70" y="19"/>
                      <a:pt x="62" y="26"/>
                    </a:cubicBezTo>
                    <a:cubicBezTo>
                      <a:pt x="57" y="31"/>
                      <a:pt x="51" y="31"/>
                      <a:pt x="51" y="23"/>
                    </a:cubicBezTo>
                    <a:cubicBezTo>
                      <a:pt x="42" y="29"/>
                      <a:pt x="46" y="34"/>
                      <a:pt x="35" y="25"/>
                    </a:cubicBezTo>
                    <a:cubicBezTo>
                      <a:pt x="29" y="19"/>
                      <a:pt x="26" y="19"/>
                      <a:pt x="19" y="24"/>
                    </a:cubicBezTo>
                    <a:cubicBezTo>
                      <a:pt x="17" y="25"/>
                      <a:pt x="16" y="28"/>
                      <a:pt x="13" y="29"/>
                    </a:cubicBezTo>
                    <a:cubicBezTo>
                      <a:pt x="11" y="30"/>
                      <a:pt x="8" y="28"/>
                      <a:pt x="6" y="30"/>
                    </a:cubicBezTo>
                    <a:cubicBezTo>
                      <a:pt x="0" y="33"/>
                      <a:pt x="8" y="41"/>
                      <a:pt x="1" y="4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9" name="Freeform 6104">
                <a:extLst>
                  <a:ext uri="{FF2B5EF4-FFF2-40B4-BE49-F238E27FC236}">
                    <a16:creationId xmlns:a16="http://schemas.microsoft.com/office/drawing/2014/main" id="{FFAB5E5B-3F0D-46DD-ACE6-068D4D311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701"/>
                <a:ext cx="117" cy="294"/>
              </a:xfrm>
              <a:custGeom>
                <a:avLst/>
                <a:gdLst>
                  <a:gd name="T0" fmla="*/ 12 w 47"/>
                  <a:gd name="T1" fmla="*/ 78 h 110"/>
                  <a:gd name="T2" fmla="*/ 309 w 47"/>
                  <a:gd name="T3" fmla="*/ 422 h 110"/>
                  <a:gd name="T4" fmla="*/ 478 w 47"/>
                  <a:gd name="T5" fmla="*/ 957 h 110"/>
                  <a:gd name="T6" fmla="*/ 650 w 47"/>
                  <a:gd name="T7" fmla="*/ 1585 h 110"/>
                  <a:gd name="T8" fmla="*/ 587 w 47"/>
                  <a:gd name="T9" fmla="*/ 2101 h 110"/>
                  <a:gd name="T10" fmla="*/ 321 w 47"/>
                  <a:gd name="T11" fmla="*/ 1473 h 110"/>
                  <a:gd name="T12" fmla="*/ 321 w 47"/>
                  <a:gd name="T13" fmla="*/ 994 h 110"/>
                  <a:gd name="T14" fmla="*/ 199 w 47"/>
                  <a:gd name="T15" fmla="*/ 743 h 110"/>
                  <a:gd name="T16" fmla="*/ 199 w 47"/>
                  <a:gd name="T17" fmla="*/ 478 h 110"/>
                  <a:gd name="T18" fmla="*/ 124 w 47"/>
                  <a:gd name="T19" fmla="*/ 321 h 110"/>
                  <a:gd name="T20" fmla="*/ 0 w 47"/>
                  <a:gd name="T21" fmla="*/ 0 h 1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10">
                    <a:moveTo>
                      <a:pt x="1" y="4"/>
                    </a:moveTo>
                    <a:cubicBezTo>
                      <a:pt x="8" y="3"/>
                      <a:pt x="17" y="17"/>
                      <a:pt x="20" y="22"/>
                    </a:cubicBezTo>
                    <a:cubicBezTo>
                      <a:pt x="24" y="31"/>
                      <a:pt x="28" y="41"/>
                      <a:pt x="31" y="50"/>
                    </a:cubicBezTo>
                    <a:cubicBezTo>
                      <a:pt x="34" y="61"/>
                      <a:pt x="39" y="72"/>
                      <a:pt x="42" y="83"/>
                    </a:cubicBezTo>
                    <a:cubicBezTo>
                      <a:pt x="44" y="90"/>
                      <a:pt x="47" y="107"/>
                      <a:pt x="38" y="110"/>
                    </a:cubicBezTo>
                    <a:cubicBezTo>
                      <a:pt x="38" y="100"/>
                      <a:pt x="37" y="71"/>
                      <a:pt x="21" y="77"/>
                    </a:cubicBezTo>
                    <a:cubicBezTo>
                      <a:pt x="23" y="68"/>
                      <a:pt x="27" y="61"/>
                      <a:pt x="21" y="52"/>
                    </a:cubicBezTo>
                    <a:cubicBezTo>
                      <a:pt x="18" y="46"/>
                      <a:pt x="14" y="46"/>
                      <a:pt x="13" y="39"/>
                    </a:cubicBezTo>
                    <a:cubicBezTo>
                      <a:pt x="12" y="35"/>
                      <a:pt x="14" y="30"/>
                      <a:pt x="13" y="25"/>
                    </a:cubicBezTo>
                    <a:cubicBezTo>
                      <a:pt x="12" y="20"/>
                      <a:pt x="10" y="20"/>
                      <a:pt x="8" y="17"/>
                    </a:cubicBezTo>
                    <a:cubicBezTo>
                      <a:pt x="5" y="12"/>
                      <a:pt x="7" y="3"/>
                      <a:pt x="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0" name="Freeform 6105">
                <a:extLst>
                  <a:ext uri="{FF2B5EF4-FFF2-40B4-BE49-F238E27FC236}">
                    <a16:creationId xmlns:a16="http://schemas.microsoft.com/office/drawing/2014/main" id="{1F561C8B-C8BF-44CA-AA3A-0875862E4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1448"/>
                <a:ext cx="115" cy="243"/>
              </a:xfrm>
              <a:custGeom>
                <a:avLst/>
                <a:gdLst>
                  <a:gd name="T0" fmla="*/ 0 w 46"/>
                  <a:gd name="T1" fmla="*/ 0 h 91"/>
                  <a:gd name="T2" fmla="*/ 238 w 46"/>
                  <a:gd name="T3" fmla="*/ 422 h 91"/>
                  <a:gd name="T4" fmla="*/ 488 w 46"/>
                  <a:gd name="T5" fmla="*/ 855 h 91"/>
                  <a:gd name="T6" fmla="*/ 595 w 46"/>
                  <a:gd name="T7" fmla="*/ 1733 h 91"/>
                  <a:gd name="T8" fmla="*/ 238 w 46"/>
                  <a:gd name="T9" fmla="*/ 1656 h 91"/>
                  <a:gd name="T10" fmla="*/ 458 w 46"/>
                  <a:gd name="T11" fmla="*/ 1469 h 91"/>
                  <a:gd name="T12" fmla="*/ 283 w 46"/>
                  <a:gd name="T13" fmla="*/ 1127 h 91"/>
                  <a:gd name="T14" fmla="*/ 363 w 46"/>
                  <a:gd name="T15" fmla="*/ 935 h 91"/>
                  <a:gd name="T16" fmla="*/ 220 w 46"/>
                  <a:gd name="T17" fmla="*/ 662 h 91"/>
                  <a:gd name="T18" fmla="*/ 238 w 46"/>
                  <a:gd name="T19" fmla="*/ 513 h 91"/>
                  <a:gd name="T20" fmla="*/ 50 w 46"/>
                  <a:gd name="T21" fmla="*/ 136 h 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91">
                    <a:moveTo>
                      <a:pt x="0" y="0"/>
                    </a:moveTo>
                    <a:cubicBezTo>
                      <a:pt x="6" y="7"/>
                      <a:pt x="10" y="15"/>
                      <a:pt x="15" y="22"/>
                    </a:cubicBezTo>
                    <a:cubicBezTo>
                      <a:pt x="22" y="29"/>
                      <a:pt x="28" y="36"/>
                      <a:pt x="31" y="45"/>
                    </a:cubicBezTo>
                    <a:cubicBezTo>
                      <a:pt x="37" y="58"/>
                      <a:pt x="46" y="78"/>
                      <a:pt x="38" y="91"/>
                    </a:cubicBezTo>
                    <a:cubicBezTo>
                      <a:pt x="31" y="86"/>
                      <a:pt x="23" y="83"/>
                      <a:pt x="15" y="87"/>
                    </a:cubicBezTo>
                    <a:cubicBezTo>
                      <a:pt x="19" y="83"/>
                      <a:pt x="26" y="83"/>
                      <a:pt x="29" y="77"/>
                    </a:cubicBezTo>
                    <a:cubicBezTo>
                      <a:pt x="33" y="68"/>
                      <a:pt x="26" y="59"/>
                      <a:pt x="18" y="59"/>
                    </a:cubicBezTo>
                    <a:cubicBezTo>
                      <a:pt x="21" y="57"/>
                      <a:pt x="23" y="53"/>
                      <a:pt x="23" y="49"/>
                    </a:cubicBezTo>
                    <a:cubicBezTo>
                      <a:pt x="23" y="42"/>
                      <a:pt x="15" y="40"/>
                      <a:pt x="14" y="35"/>
                    </a:cubicBezTo>
                    <a:cubicBezTo>
                      <a:pt x="13" y="33"/>
                      <a:pt x="15" y="30"/>
                      <a:pt x="15" y="27"/>
                    </a:cubicBezTo>
                    <a:cubicBezTo>
                      <a:pt x="13" y="20"/>
                      <a:pt x="6" y="14"/>
                      <a:pt x="3" y="7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1" name="Freeform 6106">
                <a:extLst>
                  <a:ext uri="{FF2B5EF4-FFF2-40B4-BE49-F238E27FC236}">
                    <a16:creationId xmlns:a16="http://schemas.microsoft.com/office/drawing/2014/main" id="{36C089B1-0C3A-4025-A46B-02387445E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1344"/>
                <a:ext cx="47" cy="136"/>
              </a:xfrm>
              <a:custGeom>
                <a:avLst/>
                <a:gdLst>
                  <a:gd name="T0" fmla="*/ 74 w 19"/>
                  <a:gd name="T1" fmla="*/ 0 h 51"/>
                  <a:gd name="T2" fmla="*/ 0 w 19"/>
                  <a:gd name="T3" fmla="*/ 547 h 51"/>
                  <a:gd name="T4" fmla="*/ 275 w 19"/>
                  <a:gd name="T5" fmla="*/ 968 h 51"/>
                  <a:gd name="T6" fmla="*/ 287 w 19"/>
                  <a:gd name="T7" fmla="*/ 512 h 51"/>
                  <a:gd name="T8" fmla="*/ 134 w 19"/>
                  <a:gd name="T9" fmla="*/ 35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51">
                    <a:moveTo>
                      <a:pt x="5" y="0"/>
                    </a:moveTo>
                    <a:cubicBezTo>
                      <a:pt x="4" y="1"/>
                      <a:pt x="0" y="25"/>
                      <a:pt x="0" y="29"/>
                    </a:cubicBezTo>
                    <a:cubicBezTo>
                      <a:pt x="3" y="39"/>
                      <a:pt x="15" y="42"/>
                      <a:pt x="18" y="51"/>
                    </a:cubicBezTo>
                    <a:cubicBezTo>
                      <a:pt x="14" y="45"/>
                      <a:pt x="5" y="26"/>
                      <a:pt x="19" y="27"/>
                    </a:cubicBezTo>
                    <a:cubicBezTo>
                      <a:pt x="9" y="22"/>
                      <a:pt x="13" y="9"/>
                      <a:pt x="9" y="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2" name="Freeform 6107">
                <a:extLst>
                  <a:ext uri="{FF2B5EF4-FFF2-40B4-BE49-F238E27FC236}">
                    <a16:creationId xmlns:a16="http://schemas.microsoft.com/office/drawing/2014/main" id="{4D4DA50B-C966-446B-980F-D02BCD7F2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093"/>
                <a:ext cx="105" cy="416"/>
              </a:xfrm>
              <a:custGeom>
                <a:avLst/>
                <a:gdLst>
                  <a:gd name="T0" fmla="*/ 0 w 42"/>
                  <a:gd name="T1" fmla="*/ 0 h 156"/>
                  <a:gd name="T2" fmla="*/ 345 w 42"/>
                  <a:gd name="T3" fmla="*/ 264 h 156"/>
                  <a:gd name="T4" fmla="*/ 395 w 42"/>
                  <a:gd name="T5" fmla="*/ 760 h 156"/>
                  <a:gd name="T6" fmla="*/ 658 w 42"/>
                  <a:gd name="T7" fmla="*/ 1672 h 156"/>
                  <a:gd name="T8" fmla="*/ 425 w 42"/>
                  <a:gd name="T9" fmla="*/ 2104 h 156"/>
                  <a:gd name="T10" fmla="*/ 345 w 42"/>
                  <a:gd name="T11" fmla="*/ 2957 h 156"/>
                  <a:gd name="T12" fmla="*/ 125 w 42"/>
                  <a:gd name="T13" fmla="*/ 2424 h 156"/>
                  <a:gd name="T14" fmla="*/ 208 w 42"/>
                  <a:gd name="T15" fmla="*/ 1877 h 156"/>
                  <a:gd name="T16" fmla="*/ 250 w 42"/>
                  <a:gd name="T17" fmla="*/ 1400 h 156"/>
                  <a:gd name="T18" fmla="*/ 188 w 42"/>
                  <a:gd name="T19" fmla="*/ 1251 h 156"/>
                  <a:gd name="T20" fmla="*/ 250 w 42"/>
                  <a:gd name="T21" fmla="*/ 947 h 156"/>
                  <a:gd name="T22" fmla="*/ 188 w 42"/>
                  <a:gd name="T23" fmla="*/ 717 h 156"/>
                  <a:gd name="T24" fmla="*/ 220 w 42"/>
                  <a:gd name="T25" fmla="*/ 533 h 156"/>
                  <a:gd name="T26" fmla="*/ 0 w 42"/>
                  <a:gd name="T27" fmla="*/ 0 h 15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156">
                    <a:moveTo>
                      <a:pt x="0" y="0"/>
                    </a:moveTo>
                    <a:cubicBezTo>
                      <a:pt x="8" y="1"/>
                      <a:pt x="18" y="8"/>
                      <a:pt x="22" y="14"/>
                    </a:cubicBezTo>
                    <a:cubicBezTo>
                      <a:pt x="28" y="21"/>
                      <a:pt x="25" y="32"/>
                      <a:pt x="25" y="40"/>
                    </a:cubicBezTo>
                    <a:cubicBezTo>
                      <a:pt x="24" y="57"/>
                      <a:pt x="28" y="77"/>
                      <a:pt x="42" y="88"/>
                    </a:cubicBezTo>
                    <a:cubicBezTo>
                      <a:pt x="39" y="96"/>
                      <a:pt x="31" y="103"/>
                      <a:pt x="27" y="111"/>
                    </a:cubicBezTo>
                    <a:cubicBezTo>
                      <a:pt x="19" y="126"/>
                      <a:pt x="21" y="140"/>
                      <a:pt x="22" y="156"/>
                    </a:cubicBezTo>
                    <a:cubicBezTo>
                      <a:pt x="18" y="147"/>
                      <a:pt x="18" y="133"/>
                      <a:pt x="8" y="128"/>
                    </a:cubicBezTo>
                    <a:cubicBezTo>
                      <a:pt x="22" y="130"/>
                      <a:pt x="20" y="105"/>
                      <a:pt x="13" y="99"/>
                    </a:cubicBezTo>
                    <a:cubicBezTo>
                      <a:pt x="26" y="96"/>
                      <a:pt x="20" y="81"/>
                      <a:pt x="16" y="74"/>
                    </a:cubicBezTo>
                    <a:cubicBezTo>
                      <a:pt x="13" y="70"/>
                      <a:pt x="12" y="70"/>
                      <a:pt x="12" y="66"/>
                    </a:cubicBezTo>
                    <a:cubicBezTo>
                      <a:pt x="13" y="61"/>
                      <a:pt x="17" y="57"/>
                      <a:pt x="16" y="50"/>
                    </a:cubicBezTo>
                    <a:cubicBezTo>
                      <a:pt x="16" y="46"/>
                      <a:pt x="12" y="42"/>
                      <a:pt x="12" y="38"/>
                    </a:cubicBezTo>
                    <a:cubicBezTo>
                      <a:pt x="11" y="34"/>
                      <a:pt x="13" y="32"/>
                      <a:pt x="14" y="28"/>
                    </a:cubicBezTo>
                    <a:cubicBezTo>
                      <a:pt x="17" y="19"/>
                      <a:pt x="11" y="3"/>
                      <a:pt x="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3" name="Freeform 6108">
                <a:extLst>
                  <a:ext uri="{FF2B5EF4-FFF2-40B4-BE49-F238E27FC236}">
                    <a16:creationId xmlns:a16="http://schemas.microsoft.com/office/drawing/2014/main" id="{FD7B38C7-BC00-4D53-A549-1A7E16EC3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1629"/>
                <a:ext cx="83" cy="70"/>
              </a:xfrm>
              <a:custGeom>
                <a:avLst/>
                <a:gdLst>
                  <a:gd name="T0" fmla="*/ 0 w 33"/>
                  <a:gd name="T1" fmla="*/ 137 h 26"/>
                  <a:gd name="T2" fmla="*/ 284 w 33"/>
                  <a:gd name="T3" fmla="*/ 506 h 26"/>
                  <a:gd name="T4" fmla="*/ 526 w 33"/>
                  <a:gd name="T5" fmla="*/ 0 h 26"/>
                  <a:gd name="T6" fmla="*/ 33 w 33"/>
                  <a:gd name="T7" fmla="*/ 3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6">
                    <a:moveTo>
                      <a:pt x="0" y="7"/>
                    </a:moveTo>
                    <a:cubicBezTo>
                      <a:pt x="7" y="10"/>
                      <a:pt x="16" y="18"/>
                      <a:pt x="18" y="26"/>
                    </a:cubicBezTo>
                    <a:cubicBezTo>
                      <a:pt x="15" y="14"/>
                      <a:pt x="24" y="6"/>
                      <a:pt x="33" y="0"/>
                    </a:cubicBezTo>
                    <a:cubicBezTo>
                      <a:pt x="27" y="3"/>
                      <a:pt x="7" y="9"/>
                      <a:pt x="2" y="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4" name="Freeform 6109">
                <a:extLst>
                  <a:ext uri="{FF2B5EF4-FFF2-40B4-BE49-F238E27FC236}">
                    <a16:creationId xmlns:a16="http://schemas.microsoft.com/office/drawing/2014/main" id="{89E4E5D8-8E48-4234-B814-4EA4B737C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120"/>
                <a:ext cx="47" cy="107"/>
              </a:xfrm>
              <a:custGeom>
                <a:avLst/>
                <a:gdLst>
                  <a:gd name="T0" fmla="*/ 74 w 19"/>
                  <a:gd name="T1" fmla="*/ 0 h 40"/>
                  <a:gd name="T2" fmla="*/ 0 w 19"/>
                  <a:gd name="T3" fmla="*/ 342 h 40"/>
                  <a:gd name="T4" fmla="*/ 12 w 19"/>
                  <a:gd name="T5" fmla="*/ 765 h 40"/>
                  <a:gd name="T6" fmla="*/ 287 w 19"/>
                  <a:gd name="T7" fmla="*/ 538 h 40"/>
                  <a:gd name="T8" fmla="*/ 30 w 19"/>
                  <a:gd name="T9" fmla="*/ 364 h 40"/>
                  <a:gd name="T10" fmla="*/ 104 w 19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0">
                    <a:moveTo>
                      <a:pt x="5" y="0"/>
                    </a:moveTo>
                    <a:cubicBezTo>
                      <a:pt x="5" y="6"/>
                      <a:pt x="1" y="11"/>
                      <a:pt x="0" y="18"/>
                    </a:cubicBezTo>
                    <a:cubicBezTo>
                      <a:pt x="0" y="25"/>
                      <a:pt x="0" y="32"/>
                      <a:pt x="1" y="40"/>
                    </a:cubicBezTo>
                    <a:cubicBezTo>
                      <a:pt x="4" y="34"/>
                      <a:pt x="11" y="22"/>
                      <a:pt x="19" y="28"/>
                    </a:cubicBezTo>
                    <a:cubicBezTo>
                      <a:pt x="13" y="26"/>
                      <a:pt x="3" y="27"/>
                      <a:pt x="2" y="19"/>
                    </a:cubicBezTo>
                    <a:cubicBezTo>
                      <a:pt x="1" y="14"/>
                      <a:pt x="6" y="7"/>
                      <a:pt x="7" y="1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5" name="Freeform 6110">
                <a:extLst>
                  <a:ext uri="{FF2B5EF4-FFF2-40B4-BE49-F238E27FC236}">
                    <a16:creationId xmlns:a16="http://schemas.microsoft.com/office/drawing/2014/main" id="{1E1564A7-EA1F-4AAE-9404-8F9E7C12F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667"/>
                <a:ext cx="32" cy="162"/>
              </a:xfrm>
              <a:custGeom>
                <a:avLst/>
                <a:gdLst>
                  <a:gd name="T0" fmla="*/ 121 w 13"/>
                  <a:gd name="T1" fmla="*/ 0 h 61"/>
                  <a:gd name="T2" fmla="*/ 42 w 13"/>
                  <a:gd name="T3" fmla="*/ 430 h 61"/>
                  <a:gd name="T4" fmla="*/ 153 w 13"/>
                  <a:gd name="T5" fmla="*/ 1142 h 61"/>
                  <a:gd name="T6" fmla="*/ 194 w 13"/>
                  <a:gd name="T7" fmla="*/ 600 h 61"/>
                  <a:gd name="T8" fmla="*/ 91 w 13"/>
                  <a:gd name="T9" fmla="*/ 430 h 61"/>
                  <a:gd name="T10" fmla="*/ 103 w 13"/>
                  <a:gd name="T11" fmla="*/ 282 h 61"/>
                  <a:gd name="T12" fmla="*/ 162 w 13"/>
                  <a:gd name="T13" fmla="*/ 112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1">
                    <a:moveTo>
                      <a:pt x="8" y="0"/>
                    </a:moveTo>
                    <a:cubicBezTo>
                      <a:pt x="0" y="8"/>
                      <a:pt x="0" y="13"/>
                      <a:pt x="3" y="23"/>
                    </a:cubicBezTo>
                    <a:cubicBezTo>
                      <a:pt x="5" y="36"/>
                      <a:pt x="7" y="49"/>
                      <a:pt x="10" y="61"/>
                    </a:cubicBezTo>
                    <a:cubicBezTo>
                      <a:pt x="10" y="52"/>
                      <a:pt x="5" y="39"/>
                      <a:pt x="13" y="32"/>
                    </a:cubicBezTo>
                    <a:cubicBezTo>
                      <a:pt x="11" y="36"/>
                      <a:pt x="6" y="26"/>
                      <a:pt x="6" y="23"/>
                    </a:cubicBezTo>
                    <a:cubicBezTo>
                      <a:pt x="6" y="21"/>
                      <a:pt x="7" y="17"/>
                      <a:pt x="7" y="15"/>
                    </a:cubicBezTo>
                    <a:cubicBezTo>
                      <a:pt x="8" y="11"/>
                      <a:pt x="6" y="8"/>
                      <a:pt x="1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6" name="Freeform 6111">
                <a:extLst>
                  <a:ext uri="{FF2B5EF4-FFF2-40B4-BE49-F238E27FC236}">
                    <a16:creationId xmlns:a16="http://schemas.microsoft.com/office/drawing/2014/main" id="{568B9761-550D-40C4-81AC-7F7C6D2CD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864"/>
                <a:ext cx="98" cy="128"/>
              </a:xfrm>
              <a:custGeom>
                <a:avLst/>
                <a:gdLst>
                  <a:gd name="T0" fmla="*/ 0 w 39"/>
                  <a:gd name="T1" fmla="*/ 909 h 48"/>
                  <a:gd name="T2" fmla="*/ 221 w 39"/>
                  <a:gd name="T3" fmla="*/ 419 h 48"/>
                  <a:gd name="T4" fmla="*/ 618 w 39"/>
                  <a:gd name="T5" fmla="*/ 115 h 48"/>
                  <a:gd name="T6" fmla="*/ 430 w 39"/>
                  <a:gd name="T7" fmla="*/ 419 h 48"/>
                  <a:gd name="T8" fmla="*/ 284 w 39"/>
                  <a:gd name="T9" fmla="*/ 456 h 48"/>
                  <a:gd name="T10" fmla="*/ 221 w 39"/>
                  <a:gd name="T11" fmla="*/ 533 h 48"/>
                  <a:gd name="T12" fmla="*/ 113 w 39"/>
                  <a:gd name="T13" fmla="*/ 589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8">
                    <a:moveTo>
                      <a:pt x="0" y="48"/>
                    </a:moveTo>
                    <a:cubicBezTo>
                      <a:pt x="5" y="39"/>
                      <a:pt x="7" y="30"/>
                      <a:pt x="14" y="22"/>
                    </a:cubicBezTo>
                    <a:cubicBezTo>
                      <a:pt x="18" y="18"/>
                      <a:pt x="34" y="0"/>
                      <a:pt x="39" y="6"/>
                    </a:cubicBezTo>
                    <a:cubicBezTo>
                      <a:pt x="34" y="8"/>
                      <a:pt x="22" y="14"/>
                      <a:pt x="27" y="22"/>
                    </a:cubicBezTo>
                    <a:cubicBezTo>
                      <a:pt x="23" y="16"/>
                      <a:pt x="21" y="22"/>
                      <a:pt x="18" y="24"/>
                    </a:cubicBezTo>
                    <a:cubicBezTo>
                      <a:pt x="17" y="25"/>
                      <a:pt x="15" y="27"/>
                      <a:pt x="14" y="28"/>
                    </a:cubicBezTo>
                    <a:cubicBezTo>
                      <a:pt x="12" y="30"/>
                      <a:pt x="9" y="27"/>
                      <a:pt x="7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7" name="Freeform 6112">
                <a:extLst>
                  <a:ext uri="{FF2B5EF4-FFF2-40B4-BE49-F238E27FC236}">
                    <a16:creationId xmlns:a16="http://schemas.microsoft.com/office/drawing/2014/main" id="{CCE16ABD-6920-4581-83BC-5A8AA1F21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976"/>
                <a:ext cx="107" cy="40"/>
              </a:xfrm>
              <a:custGeom>
                <a:avLst/>
                <a:gdLst>
                  <a:gd name="T0" fmla="*/ 0 w 43"/>
                  <a:gd name="T1" fmla="*/ 149 h 15"/>
                  <a:gd name="T2" fmla="*/ 416 w 43"/>
                  <a:gd name="T3" fmla="*/ 115 h 15"/>
                  <a:gd name="T4" fmla="*/ 570 w 43"/>
                  <a:gd name="T5" fmla="*/ 285 h 15"/>
                  <a:gd name="T6" fmla="*/ 371 w 43"/>
                  <a:gd name="T7" fmla="*/ 285 h 15"/>
                  <a:gd name="T8" fmla="*/ 199 w 43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5">
                    <a:moveTo>
                      <a:pt x="0" y="8"/>
                    </a:moveTo>
                    <a:cubicBezTo>
                      <a:pt x="6" y="0"/>
                      <a:pt x="19" y="3"/>
                      <a:pt x="27" y="6"/>
                    </a:cubicBezTo>
                    <a:cubicBezTo>
                      <a:pt x="31" y="8"/>
                      <a:pt x="43" y="11"/>
                      <a:pt x="37" y="15"/>
                    </a:cubicBezTo>
                    <a:cubicBezTo>
                      <a:pt x="34" y="9"/>
                      <a:pt x="28" y="12"/>
                      <a:pt x="24" y="15"/>
                    </a:cubicBezTo>
                    <a:cubicBezTo>
                      <a:pt x="23" y="10"/>
                      <a:pt x="17" y="7"/>
                      <a:pt x="13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8" name="Freeform 6113">
                <a:extLst>
                  <a:ext uri="{FF2B5EF4-FFF2-40B4-BE49-F238E27FC236}">
                    <a16:creationId xmlns:a16="http://schemas.microsoft.com/office/drawing/2014/main" id="{A897642B-F6F1-451B-83B7-6DA8B39AF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2128"/>
                <a:ext cx="35" cy="104"/>
              </a:xfrm>
              <a:custGeom>
                <a:avLst/>
                <a:gdLst>
                  <a:gd name="T0" fmla="*/ 220 w 14"/>
                  <a:gd name="T1" fmla="*/ 0 h 39"/>
                  <a:gd name="T2" fmla="*/ 83 w 14"/>
                  <a:gd name="T3" fmla="*/ 739 h 39"/>
                  <a:gd name="T4" fmla="*/ 145 w 14"/>
                  <a:gd name="T5" fmla="*/ 477 h 39"/>
                  <a:gd name="T6" fmla="*/ 175 w 14"/>
                  <a:gd name="T7" fmla="*/ 7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0" y="8"/>
                      <a:pt x="0" y="26"/>
                      <a:pt x="5" y="39"/>
                    </a:cubicBezTo>
                    <a:cubicBezTo>
                      <a:pt x="1" y="35"/>
                      <a:pt x="4" y="21"/>
                      <a:pt x="9" y="25"/>
                    </a:cubicBezTo>
                    <a:cubicBezTo>
                      <a:pt x="0" y="21"/>
                      <a:pt x="9" y="9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9" name="Freeform 6114">
                <a:extLst>
                  <a:ext uri="{FF2B5EF4-FFF2-40B4-BE49-F238E27FC236}">
                    <a16:creationId xmlns:a16="http://schemas.microsoft.com/office/drawing/2014/main" id="{3B55F5F1-2235-4B64-85C8-74C064C34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219"/>
                <a:ext cx="103" cy="165"/>
              </a:xfrm>
              <a:custGeom>
                <a:avLst/>
                <a:gdLst>
                  <a:gd name="T0" fmla="*/ 651 w 41"/>
                  <a:gd name="T1" fmla="*/ 0 h 62"/>
                  <a:gd name="T2" fmla="*/ 95 w 41"/>
                  <a:gd name="T3" fmla="*/ 1168 h 62"/>
                  <a:gd name="T4" fmla="*/ 271 w 41"/>
                  <a:gd name="T5" fmla="*/ 828 h 62"/>
                  <a:gd name="T6" fmla="*/ 430 w 41"/>
                  <a:gd name="T7" fmla="*/ 567 h 62"/>
                  <a:gd name="T8" fmla="*/ 588 w 41"/>
                  <a:gd name="T9" fmla="*/ 20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62">
                    <a:moveTo>
                      <a:pt x="41" y="0"/>
                    </a:moveTo>
                    <a:cubicBezTo>
                      <a:pt x="27" y="12"/>
                      <a:pt x="0" y="42"/>
                      <a:pt x="6" y="62"/>
                    </a:cubicBezTo>
                    <a:cubicBezTo>
                      <a:pt x="7" y="58"/>
                      <a:pt x="10" y="37"/>
                      <a:pt x="17" y="44"/>
                    </a:cubicBezTo>
                    <a:cubicBezTo>
                      <a:pt x="11" y="37"/>
                      <a:pt x="20" y="31"/>
                      <a:pt x="27" y="30"/>
                    </a:cubicBezTo>
                    <a:cubicBezTo>
                      <a:pt x="25" y="22"/>
                      <a:pt x="29" y="13"/>
                      <a:pt x="3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0" name="Freeform 6115">
                <a:extLst>
                  <a:ext uri="{FF2B5EF4-FFF2-40B4-BE49-F238E27FC236}">
                    <a16:creationId xmlns:a16="http://schemas.microsoft.com/office/drawing/2014/main" id="{6A8CD1DD-4394-42A2-97BD-988386D85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219"/>
                <a:ext cx="60" cy="314"/>
              </a:xfrm>
              <a:custGeom>
                <a:avLst/>
                <a:gdLst>
                  <a:gd name="T0" fmla="*/ 95 w 24"/>
                  <a:gd name="T1" fmla="*/ 56 h 118"/>
                  <a:gd name="T2" fmla="*/ 188 w 24"/>
                  <a:gd name="T3" fmla="*/ 1112 h 118"/>
                  <a:gd name="T4" fmla="*/ 208 w 24"/>
                  <a:gd name="T5" fmla="*/ 1621 h 118"/>
                  <a:gd name="T6" fmla="*/ 145 w 24"/>
                  <a:gd name="T7" fmla="*/ 2225 h 118"/>
                  <a:gd name="T8" fmla="*/ 375 w 24"/>
                  <a:gd name="T9" fmla="*/ 1472 h 118"/>
                  <a:gd name="T10" fmla="*/ 333 w 24"/>
                  <a:gd name="T11" fmla="*/ 1019 h 118"/>
                  <a:gd name="T12" fmla="*/ 220 w 24"/>
                  <a:gd name="T13" fmla="*/ 546 h 118"/>
                  <a:gd name="T14" fmla="*/ 158 w 24"/>
                  <a:gd name="T15" fmla="*/ 0 h 1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18">
                    <a:moveTo>
                      <a:pt x="6" y="3"/>
                    </a:moveTo>
                    <a:cubicBezTo>
                      <a:pt x="0" y="24"/>
                      <a:pt x="7" y="39"/>
                      <a:pt x="12" y="59"/>
                    </a:cubicBezTo>
                    <a:cubicBezTo>
                      <a:pt x="14" y="68"/>
                      <a:pt x="15" y="77"/>
                      <a:pt x="13" y="86"/>
                    </a:cubicBezTo>
                    <a:cubicBezTo>
                      <a:pt x="11" y="96"/>
                      <a:pt x="4" y="108"/>
                      <a:pt x="9" y="118"/>
                    </a:cubicBezTo>
                    <a:cubicBezTo>
                      <a:pt x="9" y="111"/>
                      <a:pt x="11" y="72"/>
                      <a:pt x="24" y="78"/>
                    </a:cubicBezTo>
                    <a:cubicBezTo>
                      <a:pt x="17" y="71"/>
                      <a:pt x="16" y="63"/>
                      <a:pt x="21" y="54"/>
                    </a:cubicBezTo>
                    <a:cubicBezTo>
                      <a:pt x="12" y="48"/>
                      <a:pt x="16" y="37"/>
                      <a:pt x="14" y="29"/>
                    </a:cubicBezTo>
                    <a:cubicBezTo>
                      <a:pt x="12" y="20"/>
                      <a:pt x="5" y="10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1" name="Freeform 6116">
                <a:extLst>
                  <a:ext uri="{FF2B5EF4-FFF2-40B4-BE49-F238E27FC236}">
                    <a16:creationId xmlns:a16="http://schemas.microsoft.com/office/drawing/2014/main" id="{F5A8B7DC-8887-4746-9460-EE9F472F5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803"/>
                <a:ext cx="45" cy="317"/>
              </a:xfrm>
              <a:custGeom>
                <a:avLst/>
                <a:gdLst>
                  <a:gd name="T0" fmla="*/ 250 w 18"/>
                  <a:gd name="T1" fmla="*/ 0 h 119"/>
                  <a:gd name="T2" fmla="*/ 125 w 18"/>
                  <a:gd name="T3" fmla="*/ 474 h 119"/>
                  <a:gd name="T4" fmla="*/ 145 w 18"/>
                  <a:gd name="T5" fmla="*/ 1058 h 119"/>
                  <a:gd name="T6" fmla="*/ 113 w 18"/>
                  <a:gd name="T7" fmla="*/ 1702 h 119"/>
                  <a:gd name="T8" fmla="*/ 83 w 18"/>
                  <a:gd name="T9" fmla="*/ 2248 h 119"/>
                  <a:gd name="T10" fmla="*/ 220 w 18"/>
                  <a:gd name="T11" fmla="*/ 1910 h 119"/>
                  <a:gd name="T12" fmla="*/ 250 w 18"/>
                  <a:gd name="T13" fmla="*/ 1454 h 119"/>
                  <a:gd name="T14" fmla="*/ 250 w 18"/>
                  <a:gd name="T15" fmla="*/ 1079 h 119"/>
                  <a:gd name="T16" fmla="*/ 283 w 18"/>
                  <a:gd name="T17" fmla="*/ 943 h 119"/>
                  <a:gd name="T18" fmla="*/ 220 w 18"/>
                  <a:gd name="T19" fmla="*/ 703 h 119"/>
                  <a:gd name="T20" fmla="*/ 270 w 18"/>
                  <a:gd name="T21" fmla="*/ 474 h 119"/>
                  <a:gd name="T22" fmla="*/ 250 w 18"/>
                  <a:gd name="T23" fmla="*/ 77 h 1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119">
                    <a:moveTo>
                      <a:pt x="16" y="0"/>
                    </a:moveTo>
                    <a:cubicBezTo>
                      <a:pt x="10" y="9"/>
                      <a:pt x="8" y="14"/>
                      <a:pt x="8" y="25"/>
                    </a:cubicBezTo>
                    <a:cubicBezTo>
                      <a:pt x="8" y="36"/>
                      <a:pt x="10" y="46"/>
                      <a:pt x="9" y="56"/>
                    </a:cubicBezTo>
                    <a:cubicBezTo>
                      <a:pt x="9" y="68"/>
                      <a:pt x="8" y="79"/>
                      <a:pt x="7" y="90"/>
                    </a:cubicBezTo>
                    <a:cubicBezTo>
                      <a:pt x="6" y="100"/>
                      <a:pt x="0" y="108"/>
                      <a:pt x="5" y="119"/>
                    </a:cubicBezTo>
                    <a:cubicBezTo>
                      <a:pt x="3" y="113"/>
                      <a:pt x="6" y="100"/>
                      <a:pt x="14" y="101"/>
                    </a:cubicBezTo>
                    <a:cubicBezTo>
                      <a:pt x="6" y="95"/>
                      <a:pt x="7" y="82"/>
                      <a:pt x="16" y="77"/>
                    </a:cubicBezTo>
                    <a:cubicBezTo>
                      <a:pt x="14" y="70"/>
                      <a:pt x="12" y="64"/>
                      <a:pt x="16" y="57"/>
                    </a:cubicBezTo>
                    <a:cubicBezTo>
                      <a:pt x="18" y="53"/>
                      <a:pt x="18" y="54"/>
                      <a:pt x="18" y="50"/>
                    </a:cubicBezTo>
                    <a:cubicBezTo>
                      <a:pt x="18" y="46"/>
                      <a:pt x="13" y="43"/>
                      <a:pt x="14" y="37"/>
                    </a:cubicBezTo>
                    <a:cubicBezTo>
                      <a:pt x="15" y="32"/>
                      <a:pt x="18" y="31"/>
                      <a:pt x="17" y="25"/>
                    </a:cubicBezTo>
                    <a:cubicBezTo>
                      <a:pt x="16" y="17"/>
                      <a:pt x="7" y="12"/>
                      <a:pt x="1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2" name="Freeform 6117">
                <a:extLst>
                  <a:ext uri="{FF2B5EF4-FFF2-40B4-BE49-F238E27FC236}">
                    <a16:creationId xmlns:a16="http://schemas.microsoft.com/office/drawing/2014/main" id="{3A7BF551-B025-4285-86CE-3FD937425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509"/>
                <a:ext cx="33" cy="179"/>
              </a:xfrm>
              <a:custGeom>
                <a:avLst/>
                <a:gdLst>
                  <a:gd name="T0" fmla="*/ 33 w 13"/>
                  <a:gd name="T1" fmla="*/ 0 h 67"/>
                  <a:gd name="T2" fmla="*/ 51 w 13"/>
                  <a:gd name="T3" fmla="*/ 705 h 67"/>
                  <a:gd name="T4" fmla="*/ 213 w 13"/>
                  <a:gd name="T5" fmla="*/ 1277 h 67"/>
                  <a:gd name="T6" fmla="*/ 160 w 13"/>
                  <a:gd name="T7" fmla="*/ 858 h 67"/>
                  <a:gd name="T8" fmla="*/ 160 w 13"/>
                  <a:gd name="T9" fmla="*/ 457 h 67"/>
                  <a:gd name="T10" fmla="*/ 96 w 13"/>
                  <a:gd name="T11" fmla="*/ 17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67">
                    <a:moveTo>
                      <a:pt x="2" y="0"/>
                    </a:moveTo>
                    <a:cubicBezTo>
                      <a:pt x="5" y="10"/>
                      <a:pt x="3" y="26"/>
                      <a:pt x="3" y="37"/>
                    </a:cubicBezTo>
                    <a:cubicBezTo>
                      <a:pt x="4" y="47"/>
                      <a:pt x="0" y="65"/>
                      <a:pt x="13" y="67"/>
                    </a:cubicBezTo>
                    <a:cubicBezTo>
                      <a:pt x="8" y="63"/>
                      <a:pt x="1" y="50"/>
                      <a:pt x="10" y="45"/>
                    </a:cubicBezTo>
                    <a:cubicBezTo>
                      <a:pt x="5" y="38"/>
                      <a:pt x="5" y="31"/>
                      <a:pt x="10" y="24"/>
                    </a:cubicBezTo>
                    <a:cubicBezTo>
                      <a:pt x="5" y="21"/>
                      <a:pt x="4" y="14"/>
                      <a:pt x="6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3" name="Freeform 6118">
                <a:extLst>
                  <a:ext uri="{FF2B5EF4-FFF2-40B4-BE49-F238E27FC236}">
                    <a16:creationId xmlns:a16="http://schemas.microsoft.com/office/drawing/2014/main" id="{97B78EC5-2739-42D2-A867-957CB59A7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243"/>
                <a:ext cx="55" cy="157"/>
              </a:xfrm>
              <a:custGeom>
                <a:avLst/>
                <a:gdLst>
                  <a:gd name="T0" fmla="*/ 345 w 22"/>
                  <a:gd name="T1" fmla="*/ 0 h 59"/>
                  <a:gd name="T2" fmla="*/ 95 w 22"/>
                  <a:gd name="T3" fmla="*/ 396 h 59"/>
                  <a:gd name="T4" fmla="*/ 208 w 22"/>
                  <a:gd name="T5" fmla="*/ 1112 h 59"/>
                  <a:gd name="T6" fmla="*/ 250 w 22"/>
                  <a:gd name="T7" fmla="*/ 396 h 59"/>
                  <a:gd name="T8" fmla="*/ 313 w 22"/>
                  <a:gd name="T9" fmla="*/ 35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9">
                    <a:moveTo>
                      <a:pt x="22" y="0"/>
                    </a:moveTo>
                    <a:cubicBezTo>
                      <a:pt x="14" y="3"/>
                      <a:pt x="7" y="13"/>
                      <a:pt x="6" y="21"/>
                    </a:cubicBezTo>
                    <a:cubicBezTo>
                      <a:pt x="5" y="30"/>
                      <a:pt x="8" y="51"/>
                      <a:pt x="13" y="59"/>
                    </a:cubicBezTo>
                    <a:cubicBezTo>
                      <a:pt x="12" y="52"/>
                      <a:pt x="0" y="20"/>
                      <a:pt x="16" y="21"/>
                    </a:cubicBezTo>
                    <a:cubicBezTo>
                      <a:pt x="3" y="22"/>
                      <a:pt x="19" y="5"/>
                      <a:pt x="2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4" name="Freeform 6119">
                <a:extLst>
                  <a:ext uri="{FF2B5EF4-FFF2-40B4-BE49-F238E27FC236}">
                    <a16:creationId xmlns:a16="http://schemas.microsoft.com/office/drawing/2014/main" id="{C045D163-E30F-4B4B-8C80-F4C2A6042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1528"/>
                <a:ext cx="48" cy="259"/>
              </a:xfrm>
              <a:custGeom>
                <a:avLst/>
                <a:gdLst>
                  <a:gd name="T0" fmla="*/ 0 w 19"/>
                  <a:gd name="T1" fmla="*/ 0 h 97"/>
                  <a:gd name="T2" fmla="*/ 192 w 19"/>
                  <a:gd name="T3" fmla="*/ 1012 h 97"/>
                  <a:gd name="T4" fmla="*/ 129 w 19"/>
                  <a:gd name="T5" fmla="*/ 1848 h 97"/>
                  <a:gd name="T6" fmla="*/ 306 w 19"/>
                  <a:gd name="T7" fmla="*/ 1583 h 97"/>
                  <a:gd name="T8" fmla="*/ 255 w 19"/>
                  <a:gd name="T9" fmla="*/ 1298 h 97"/>
                  <a:gd name="T10" fmla="*/ 222 w 19"/>
                  <a:gd name="T11" fmla="*/ 1084 h 97"/>
                  <a:gd name="T12" fmla="*/ 288 w 19"/>
                  <a:gd name="T13" fmla="*/ 777 h 97"/>
                  <a:gd name="T14" fmla="*/ 243 w 19"/>
                  <a:gd name="T15" fmla="*/ 606 h 97"/>
                  <a:gd name="T16" fmla="*/ 255 w 19"/>
                  <a:gd name="T17" fmla="*/ 379 h 97"/>
                  <a:gd name="T18" fmla="*/ 114 w 19"/>
                  <a:gd name="T19" fmla="*/ 93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97">
                    <a:moveTo>
                      <a:pt x="0" y="0"/>
                    </a:moveTo>
                    <a:cubicBezTo>
                      <a:pt x="10" y="15"/>
                      <a:pt x="13" y="36"/>
                      <a:pt x="12" y="53"/>
                    </a:cubicBezTo>
                    <a:cubicBezTo>
                      <a:pt x="11" y="68"/>
                      <a:pt x="3" y="82"/>
                      <a:pt x="8" y="97"/>
                    </a:cubicBezTo>
                    <a:cubicBezTo>
                      <a:pt x="4" y="90"/>
                      <a:pt x="13" y="81"/>
                      <a:pt x="19" y="83"/>
                    </a:cubicBezTo>
                    <a:cubicBezTo>
                      <a:pt x="9" y="82"/>
                      <a:pt x="15" y="73"/>
                      <a:pt x="16" y="68"/>
                    </a:cubicBezTo>
                    <a:cubicBezTo>
                      <a:pt x="16" y="64"/>
                      <a:pt x="14" y="61"/>
                      <a:pt x="14" y="57"/>
                    </a:cubicBezTo>
                    <a:cubicBezTo>
                      <a:pt x="14" y="51"/>
                      <a:pt x="18" y="46"/>
                      <a:pt x="18" y="41"/>
                    </a:cubicBezTo>
                    <a:cubicBezTo>
                      <a:pt x="18" y="37"/>
                      <a:pt x="16" y="35"/>
                      <a:pt x="15" y="32"/>
                    </a:cubicBezTo>
                    <a:cubicBezTo>
                      <a:pt x="14" y="27"/>
                      <a:pt x="16" y="24"/>
                      <a:pt x="16" y="20"/>
                    </a:cubicBezTo>
                    <a:cubicBezTo>
                      <a:pt x="15" y="16"/>
                      <a:pt x="9" y="9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5" name="Freeform 6120">
                <a:extLst>
                  <a:ext uri="{FF2B5EF4-FFF2-40B4-BE49-F238E27FC236}">
                    <a16:creationId xmlns:a16="http://schemas.microsoft.com/office/drawing/2014/main" id="{C01893E1-E2C3-4909-B96B-569369229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1880"/>
                <a:ext cx="30" cy="107"/>
              </a:xfrm>
              <a:custGeom>
                <a:avLst/>
                <a:gdLst>
                  <a:gd name="T0" fmla="*/ 63 w 12"/>
                  <a:gd name="T1" fmla="*/ 94 h 40"/>
                  <a:gd name="T2" fmla="*/ 95 w 12"/>
                  <a:gd name="T3" fmla="*/ 423 h 40"/>
                  <a:gd name="T4" fmla="*/ 0 w 12"/>
                  <a:gd name="T5" fmla="*/ 765 h 40"/>
                  <a:gd name="T6" fmla="*/ 188 w 12"/>
                  <a:gd name="T7" fmla="*/ 559 h 40"/>
                  <a:gd name="T8" fmla="*/ 175 w 12"/>
                  <a:gd name="T9" fmla="*/ 193 h 40"/>
                  <a:gd name="T10" fmla="*/ 158 w 12"/>
                  <a:gd name="T11" fmla="*/ 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0">
                    <a:moveTo>
                      <a:pt x="4" y="5"/>
                    </a:moveTo>
                    <a:cubicBezTo>
                      <a:pt x="4" y="11"/>
                      <a:pt x="7" y="16"/>
                      <a:pt x="6" y="22"/>
                    </a:cubicBezTo>
                    <a:cubicBezTo>
                      <a:pt x="6" y="29"/>
                      <a:pt x="3" y="34"/>
                      <a:pt x="0" y="40"/>
                    </a:cubicBezTo>
                    <a:cubicBezTo>
                      <a:pt x="4" y="37"/>
                      <a:pt x="7" y="29"/>
                      <a:pt x="12" y="29"/>
                    </a:cubicBezTo>
                    <a:cubicBezTo>
                      <a:pt x="6" y="27"/>
                      <a:pt x="6" y="14"/>
                      <a:pt x="11" y="10"/>
                    </a:cubicBezTo>
                    <a:cubicBezTo>
                      <a:pt x="9" y="7"/>
                      <a:pt x="8" y="3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6" name="Freeform 6121">
                <a:extLst>
                  <a:ext uri="{FF2B5EF4-FFF2-40B4-BE49-F238E27FC236}">
                    <a16:creationId xmlns:a16="http://schemas.microsoft.com/office/drawing/2014/main" id="{A2013D8A-F690-4025-937F-35E5831F0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477"/>
                <a:ext cx="105" cy="142"/>
              </a:xfrm>
              <a:custGeom>
                <a:avLst/>
                <a:gdLst>
                  <a:gd name="T0" fmla="*/ 0 w 42"/>
                  <a:gd name="T1" fmla="*/ 56 h 53"/>
                  <a:gd name="T2" fmla="*/ 658 w 42"/>
                  <a:gd name="T3" fmla="*/ 748 h 53"/>
                  <a:gd name="T4" fmla="*/ 583 w 42"/>
                  <a:gd name="T5" fmla="*/ 812 h 53"/>
                  <a:gd name="T6" fmla="*/ 458 w 42"/>
                  <a:gd name="T7" fmla="*/ 675 h 53"/>
                  <a:gd name="T8" fmla="*/ 313 w 42"/>
                  <a:gd name="T9" fmla="*/ 458 h 53"/>
                  <a:gd name="T10" fmla="*/ 208 w 42"/>
                  <a:gd name="T11" fmla="*/ 287 h 53"/>
                  <a:gd name="T12" fmla="*/ 0 w 42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53">
                    <a:moveTo>
                      <a:pt x="0" y="3"/>
                    </a:moveTo>
                    <a:cubicBezTo>
                      <a:pt x="0" y="14"/>
                      <a:pt x="30" y="53"/>
                      <a:pt x="42" y="39"/>
                    </a:cubicBezTo>
                    <a:cubicBezTo>
                      <a:pt x="41" y="40"/>
                      <a:pt x="39" y="42"/>
                      <a:pt x="37" y="42"/>
                    </a:cubicBezTo>
                    <a:cubicBezTo>
                      <a:pt x="30" y="42"/>
                      <a:pt x="32" y="37"/>
                      <a:pt x="29" y="35"/>
                    </a:cubicBezTo>
                    <a:cubicBezTo>
                      <a:pt x="23" y="31"/>
                      <a:pt x="19" y="36"/>
                      <a:pt x="20" y="24"/>
                    </a:cubicBezTo>
                    <a:cubicBezTo>
                      <a:pt x="12" y="26"/>
                      <a:pt x="13" y="21"/>
                      <a:pt x="13" y="15"/>
                    </a:cubicBezTo>
                    <a:cubicBezTo>
                      <a:pt x="3" y="16"/>
                      <a:pt x="2" y="8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7" name="Freeform 6122">
                <a:extLst>
                  <a:ext uri="{FF2B5EF4-FFF2-40B4-BE49-F238E27FC236}">
                    <a16:creationId xmlns:a16="http://schemas.microsoft.com/office/drawing/2014/main" id="{6104E626-560F-4571-A423-5966755AC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611"/>
                <a:ext cx="127" cy="133"/>
              </a:xfrm>
              <a:custGeom>
                <a:avLst/>
                <a:gdLst>
                  <a:gd name="T0" fmla="*/ 105 w 51"/>
                  <a:gd name="T1" fmla="*/ 942 h 50"/>
                  <a:gd name="T2" fmla="*/ 261 w 51"/>
                  <a:gd name="T3" fmla="*/ 362 h 50"/>
                  <a:gd name="T4" fmla="*/ 787 w 51"/>
                  <a:gd name="T5" fmla="*/ 0 h 50"/>
                  <a:gd name="T6" fmla="*/ 540 w 51"/>
                  <a:gd name="T7" fmla="*/ 396 h 50"/>
                  <a:gd name="T8" fmla="*/ 433 w 51"/>
                  <a:gd name="T9" fmla="*/ 362 h 50"/>
                  <a:gd name="T10" fmla="*/ 446 w 51"/>
                  <a:gd name="T11" fmla="*/ 545 h 50"/>
                  <a:gd name="T12" fmla="*/ 217 w 51"/>
                  <a:gd name="T13" fmla="*/ 601 h 50"/>
                  <a:gd name="T14" fmla="*/ 75 w 51"/>
                  <a:gd name="T15" fmla="*/ 716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50">
                    <a:moveTo>
                      <a:pt x="7" y="50"/>
                    </a:moveTo>
                    <a:cubicBezTo>
                      <a:pt x="4" y="35"/>
                      <a:pt x="0" y="26"/>
                      <a:pt x="17" y="19"/>
                    </a:cubicBezTo>
                    <a:cubicBezTo>
                      <a:pt x="29" y="14"/>
                      <a:pt x="39" y="5"/>
                      <a:pt x="51" y="0"/>
                    </a:cubicBezTo>
                    <a:cubicBezTo>
                      <a:pt x="46" y="6"/>
                      <a:pt x="29" y="10"/>
                      <a:pt x="35" y="21"/>
                    </a:cubicBezTo>
                    <a:cubicBezTo>
                      <a:pt x="33" y="20"/>
                      <a:pt x="30" y="19"/>
                      <a:pt x="28" y="19"/>
                    </a:cubicBezTo>
                    <a:cubicBezTo>
                      <a:pt x="27" y="22"/>
                      <a:pt x="28" y="26"/>
                      <a:pt x="29" y="29"/>
                    </a:cubicBezTo>
                    <a:cubicBezTo>
                      <a:pt x="24" y="27"/>
                      <a:pt x="13" y="22"/>
                      <a:pt x="14" y="32"/>
                    </a:cubicBezTo>
                    <a:cubicBezTo>
                      <a:pt x="7" y="28"/>
                      <a:pt x="4" y="31"/>
                      <a:pt x="5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8" name="Freeform 6123">
                <a:extLst>
                  <a:ext uri="{FF2B5EF4-FFF2-40B4-BE49-F238E27FC236}">
                    <a16:creationId xmlns:a16="http://schemas.microsoft.com/office/drawing/2014/main" id="{9BF8D932-6A02-4F7B-9F66-4B31D2E47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605"/>
                <a:ext cx="33" cy="190"/>
              </a:xfrm>
              <a:custGeom>
                <a:avLst/>
                <a:gdLst>
                  <a:gd name="T0" fmla="*/ 84 w 13"/>
                  <a:gd name="T1" fmla="*/ 252 h 71"/>
                  <a:gd name="T2" fmla="*/ 63 w 13"/>
                  <a:gd name="T3" fmla="*/ 688 h 71"/>
                  <a:gd name="T4" fmla="*/ 147 w 13"/>
                  <a:gd name="T5" fmla="*/ 1359 h 71"/>
                  <a:gd name="T6" fmla="*/ 213 w 13"/>
                  <a:gd name="T7" fmla="*/ 765 h 71"/>
                  <a:gd name="T8" fmla="*/ 213 w 13"/>
                  <a:gd name="T9" fmla="*/ 458 h 71"/>
                  <a:gd name="T10" fmla="*/ 129 w 13"/>
                  <a:gd name="T11" fmla="*/ 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71">
                    <a:moveTo>
                      <a:pt x="5" y="13"/>
                    </a:moveTo>
                    <a:cubicBezTo>
                      <a:pt x="6" y="21"/>
                      <a:pt x="3" y="28"/>
                      <a:pt x="4" y="36"/>
                    </a:cubicBezTo>
                    <a:cubicBezTo>
                      <a:pt x="6" y="48"/>
                      <a:pt x="5" y="60"/>
                      <a:pt x="9" y="71"/>
                    </a:cubicBezTo>
                    <a:cubicBezTo>
                      <a:pt x="9" y="61"/>
                      <a:pt x="1" y="45"/>
                      <a:pt x="13" y="40"/>
                    </a:cubicBezTo>
                    <a:cubicBezTo>
                      <a:pt x="7" y="37"/>
                      <a:pt x="6" y="27"/>
                      <a:pt x="13" y="24"/>
                    </a:cubicBezTo>
                    <a:cubicBezTo>
                      <a:pt x="0" y="23"/>
                      <a:pt x="11" y="6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9" name="Freeform 6124">
                <a:extLst>
                  <a:ext uri="{FF2B5EF4-FFF2-40B4-BE49-F238E27FC236}">
                    <a16:creationId xmlns:a16="http://schemas.microsoft.com/office/drawing/2014/main" id="{85E10EF8-1422-4547-BD2F-8617D75D5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840"/>
                <a:ext cx="125" cy="88"/>
              </a:xfrm>
              <a:custGeom>
                <a:avLst/>
                <a:gdLst>
                  <a:gd name="T0" fmla="*/ 0 w 50"/>
                  <a:gd name="T1" fmla="*/ 589 h 33"/>
                  <a:gd name="T2" fmla="*/ 363 w 50"/>
                  <a:gd name="T3" fmla="*/ 363 h 33"/>
                  <a:gd name="T4" fmla="*/ 783 w 50"/>
                  <a:gd name="T5" fmla="*/ 0 h 33"/>
                  <a:gd name="T6" fmla="*/ 613 w 50"/>
                  <a:gd name="T7" fmla="*/ 477 h 33"/>
                  <a:gd name="T8" fmla="*/ 470 w 50"/>
                  <a:gd name="T9" fmla="*/ 397 h 33"/>
                  <a:gd name="T10" fmla="*/ 395 w 50"/>
                  <a:gd name="T11" fmla="*/ 512 h 33"/>
                  <a:gd name="T12" fmla="*/ 175 w 50"/>
                  <a:gd name="T13" fmla="*/ 627 h 33"/>
                  <a:gd name="T14" fmla="*/ 0 w 50"/>
                  <a:gd name="T15" fmla="*/ 627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3">
                    <a:moveTo>
                      <a:pt x="0" y="31"/>
                    </a:moveTo>
                    <a:cubicBezTo>
                      <a:pt x="7" y="27"/>
                      <a:pt x="16" y="23"/>
                      <a:pt x="23" y="19"/>
                    </a:cubicBezTo>
                    <a:cubicBezTo>
                      <a:pt x="34" y="13"/>
                      <a:pt x="41" y="8"/>
                      <a:pt x="50" y="0"/>
                    </a:cubicBezTo>
                    <a:cubicBezTo>
                      <a:pt x="48" y="10"/>
                      <a:pt x="34" y="13"/>
                      <a:pt x="39" y="25"/>
                    </a:cubicBezTo>
                    <a:cubicBezTo>
                      <a:pt x="37" y="23"/>
                      <a:pt x="33" y="20"/>
                      <a:pt x="30" y="21"/>
                    </a:cubicBezTo>
                    <a:cubicBezTo>
                      <a:pt x="27" y="22"/>
                      <a:pt x="27" y="26"/>
                      <a:pt x="25" y="27"/>
                    </a:cubicBezTo>
                    <a:cubicBezTo>
                      <a:pt x="20" y="29"/>
                      <a:pt x="11" y="24"/>
                      <a:pt x="11" y="33"/>
                    </a:cubicBezTo>
                    <a:cubicBezTo>
                      <a:pt x="7" y="32"/>
                      <a:pt x="3" y="29"/>
                      <a:pt x="0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0" name="Freeform 6125">
                <a:extLst>
                  <a:ext uri="{FF2B5EF4-FFF2-40B4-BE49-F238E27FC236}">
                    <a16:creationId xmlns:a16="http://schemas.microsoft.com/office/drawing/2014/main" id="{128C2E2E-DAF4-4A8B-B7B7-DA52D4C03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651"/>
                <a:ext cx="70" cy="141"/>
              </a:xfrm>
              <a:custGeom>
                <a:avLst/>
                <a:gdLst>
                  <a:gd name="T0" fmla="*/ 438 w 28"/>
                  <a:gd name="T1" fmla="*/ 21 h 53"/>
                  <a:gd name="T2" fmla="*/ 33 w 28"/>
                  <a:gd name="T3" fmla="*/ 998 h 53"/>
                  <a:gd name="T4" fmla="*/ 208 w 28"/>
                  <a:gd name="T5" fmla="*/ 490 h 53"/>
                  <a:gd name="T6" fmla="*/ 313 w 28"/>
                  <a:gd name="T7" fmla="*/ 226 h 53"/>
                  <a:gd name="T8" fmla="*/ 425 w 28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3">
                    <a:moveTo>
                      <a:pt x="28" y="1"/>
                    </a:moveTo>
                    <a:cubicBezTo>
                      <a:pt x="2" y="3"/>
                      <a:pt x="0" y="34"/>
                      <a:pt x="2" y="53"/>
                    </a:cubicBezTo>
                    <a:cubicBezTo>
                      <a:pt x="3" y="50"/>
                      <a:pt x="2" y="16"/>
                      <a:pt x="13" y="26"/>
                    </a:cubicBezTo>
                    <a:cubicBezTo>
                      <a:pt x="13" y="22"/>
                      <a:pt x="9" y="5"/>
                      <a:pt x="20" y="12"/>
                    </a:cubicBezTo>
                    <a:cubicBezTo>
                      <a:pt x="21" y="7"/>
                      <a:pt x="23" y="5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1" name="Freeform 6126">
                <a:extLst>
                  <a:ext uri="{FF2B5EF4-FFF2-40B4-BE49-F238E27FC236}">
                    <a16:creationId xmlns:a16="http://schemas.microsoft.com/office/drawing/2014/main" id="{CC371150-862E-4ED0-B72A-6634D34D8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149"/>
                <a:ext cx="72" cy="142"/>
              </a:xfrm>
              <a:custGeom>
                <a:avLst/>
                <a:gdLst>
                  <a:gd name="T0" fmla="*/ 104 w 29"/>
                  <a:gd name="T1" fmla="*/ 0 h 53"/>
                  <a:gd name="T2" fmla="*/ 92 w 29"/>
                  <a:gd name="T3" fmla="*/ 504 h 53"/>
                  <a:gd name="T4" fmla="*/ 0 w 29"/>
                  <a:gd name="T5" fmla="*/ 927 h 53"/>
                  <a:gd name="T6" fmla="*/ 184 w 29"/>
                  <a:gd name="T7" fmla="*/ 1018 h 53"/>
                  <a:gd name="T8" fmla="*/ 196 w 29"/>
                  <a:gd name="T9" fmla="*/ 560 h 53"/>
                  <a:gd name="T10" fmla="*/ 290 w 29"/>
                  <a:gd name="T11" fmla="*/ 616 h 53"/>
                  <a:gd name="T12" fmla="*/ 444 w 29"/>
                  <a:gd name="T13" fmla="*/ 458 h 53"/>
                  <a:gd name="T14" fmla="*/ 166 w 29"/>
                  <a:gd name="T15" fmla="*/ 115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53">
                    <a:moveTo>
                      <a:pt x="7" y="0"/>
                    </a:moveTo>
                    <a:cubicBezTo>
                      <a:pt x="10" y="8"/>
                      <a:pt x="7" y="18"/>
                      <a:pt x="6" y="26"/>
                    </a:cubicBezTo>
                    <a:cubicBezTo>
                      <a:pt x="4" y="33"/>
                      <a:pt x="4" y="42"/>
                      <a:pt x="0" y="48"/>
                    </a:cubicBezTo>
                    <a:cubicBezTo>
                      <a:pt x="4" y="49"/>
                      <a:pt x="8" y="52"/>
                      <a:pt x="12" y="53"/>
                    </a:cubicBezTo>
                    <a:cubicBezTo>
                      <a:pt x="5" y="47"/>
                      <a:pt x="8" y="35"/>
                      <a:pt x="13" y="29"/>
                    </a:cubicBezTo>
                    <a:cubicBezTo>
                      <a:pt x="15" y="30"/>
                      <a:pt x="17" y="31"/>
                      <a:pt x="19" y="32"/>
                    </a:cubicBezTo>
                    <a:cubicBezTo>
                      <a:pt x="15" y="24"/>
                      <a:pt x="22" y="22"/>
                      <a:pt x="29" y="24"/>
                    </a:cubicBezTo>
                    <a:cubicBezTo>
                      <a:pt x="26" y="19"/>
                      <a:pt x="7" y="17"/>
                      <a:pt x="11" y="6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2" name="Freeform 6127">
                <a:extLst>
                  <a:ext uri="{FF2B5EF4-FFF2-40B4-BE49-F238E27FC236}">
                    <a16:creationId xmlns:a16="http://schemas.microsoft.com/office/drawing/2014/main" id="{5259978D-E8F6-40FC-80B2-B74EED6D6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155"/>
                <a:ext cx="138" cy="66"/>
              </a:xfrm>
              <a:custGeom>
                <a:avLst/>
                <a:gdLst>
                  <a:gd name="T0" fmla="*/ 0 w 55"/>
                  <a:gd name="T1" fmla="*/ 182 h 25"/>
                  <a:gd name="T2" fmla="*/ 442 w 55"/>
                  <a:gd name="T3" fmla="*/ 111 h 25"/>
                  <a:gd name="T4" fmla="*/ 555 w 55"/>
                  <a:gd name="T5" fmla="*/ 459 h 25"/>
                  <a:gd name="T6" fmla="*/ 868 w 55"/>
                  <a:gd name="T7" fmla="*/ 90 h 25"/>
                  <a:gd name="T8" fmla="*/ 504 w 55"/>
                  <a:gd name="T9" fmla="*/ 34 h 25"/>
                  <a:gd name="T10" fmla="*/ 188 w 55"/>
                  <a:gd name="T11" fmla="*/ 21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25">
                    <a:moveTo>
                      <a:pt x="0" y="10"/>
                    </a:moveTo>
                    <a:cubicBezTo>
                      <a:pt x="10" y="10"/>
                      <a:pt x="18" y="5"/>
                      <a:pt x="28" y="6"/>
                    </a:cubicBezTo>
                    <a:cubicBezTo>
                      <a:pt x="39" y="8"/>
                      <a:pt x="40" y="16"/>
                      <a:pt x="35" y="25"/>
                    </a:cubicBezTo>
                    <a:cubicBezTo>
                      <a:pt x="42" y="20"/>
                      <a:pt x="50" y="11"/>
                      <a:pt x="55" y="5"/>
                    </a:cubicBezTo>
                    <a:cubicBezTo>
                      <a:pt x="49" y="6"/>
                      <a:pt x="38" y="3"/>
                      <a:pt x="32" y="2"/>
                    </a:cubicBezTo>
                    <a:cubicBezTo>
                      <a:pt x="24" y="0"/>
                      <a:pt x="20" y="0"/>
                      <a:pt x="12" y="1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3" name="Freeform 6128">
                <a:extLst>
                  <a:ext uri="{FF2B5EF4-FFF2-40B4-BE49-F238E27FC236}">
                    <a16:creationId xmlns:a16="http://schemas.microsoft.com/office/drawing/2014/main" id="{5B5FA03D-E938-4643-BB04-47F8421FA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619"/>
                <a:ext cx="47" cy="74"/>
              </a:xfrm>
              <a:custGeom>
                <a:avLst/>
                <a:gdLst>
                  <a:gd name="T0" fmla="*/ 12 w 19"/>
                  <a:gd name="T1" fmla="*/ 518 h 28"/>
                  <a:gd name="T2" fmla="*/ 121 w 19"/>
                  <a:gd name="T3" fmla="*/ 238 h 28"/>
                  <a:gd name="T4" fmla="*/ 275 w 19"/>
                  <a:gd name="T5" fmla="*/ 167 h 28"/>
                  <a:gd name="T6" fmla="*/ 287 w 19"/>
                  <a:gd name="T7" fmla="*/ 0 h 28"/>
                  <a:gd name="T8" fmla="*/ 0 w 19"/>
                  <a:gd name="T9" fmla="*/ 11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1" y="28"/>
                    </a:moveTo>
                    <a:cubicBezTo>
                      <a:pt x="2" y="23"/>
                      <a:pt x="4" y="17"/>
                      <a:pt x="8" y="13"/>
                    </a:cubicBezTo>
                    <a:cubicBezTo>
                      <a:pt x="11" y="10"/>
                      <a:pt x="14" y="11"/>
                      <a:pt x="18" y="9"/>
                    </a:cubicBezTo>
                    <a:cubicBezTo>
                      <a:pt x="17" y="6"/>
                      <a:pt x="17" y="3"/>
                      <a:pt x="19" y="0"/>
                    </a:cubicBezTo>
                    <a:cubicBezTo>
                      <a:pt x="13" y="1"/>
                      <a:pt x="6" y="4"/>
                      <a:pt x="0" y="6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4" name="Freeform 6129">
                <a:extLst>
                  <a:ext uri="{FF2B5EF4-FFF2-40B4-BE49-F238E27FC236}">
                    <a16:creationId xmlns:a16="http://schemas.microsoft.com/office/drawing/2014/main" id="{984CD846-59FA-4BCF-9DE0-80D38B15E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531"/>
                <a:ext cx="75" cy="69"/>
              </a:xfrm>
              <a:custGeom>
                <a:avLst/>
                <a:gdLst>
                  <a:gd name="T0" fmla="*/ 0 w 30"/>
                  <a:gd name="T1" fmla="*/ 170 h 26"/>
                  <a:gd name="T2" fmla="*/ 283 w 30"/>
                  <a:gd name="T3" fmla="*/ 0 h 26"/>
                  <a:gd name="T4" fmla="*/ 470 w 30"/>
                  <a:gd name="T5" fmla="*/ 247 h 26"/>
                  <a:gd name="T6" fmla="*/ 125 w 30"/>
                  <a:gd name="T7" fmla="*/ 486 h 26"/>
                  <a:gd name="T8" fmla="*/ 238 w 30"/>
                  <a:gd name="T9" fmla="*/ 260 h 26"/>
                  <a:gd name="T10" fmla="*/ 113 w 30"/>
                  <a:gd name="T11" fmla="*/ 20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6">
                    <a:moveTo>
                      <a:pt x="0" y="9"/>
                    </a:moveTo>
                    <a:cubicBezTo>
                      <a:pt x="7" y="7"/>
                      <a:pt x="13" y="5"/>
                      <a:pt x="18" y="0"/>
                    </a:cubicBezTo>
                    <a:cubicBezTo>
                      <a:pt x="22" y="4"/>
                      <a:pt x="25" y="9"/>
                      <a:pt x="30" y="13"/>
                    </a:cubicBezTo>
                    <a:cubicBezTo>
                      <a:pt x="21" y="16"/>
                      <a:pt x="16" y="20"/>
                      <a:pt x="8" y="26"/>
                    </a:cubicBezTo>
                    <a:cubicBezTo>
                      <a:pt x="10" y="24"/>
                      <a:pt x="16" y="17"/>
                      <a:pt x="15" y="14"/>
                    </a:cubicBezTo>
                    <a:cubicBezTo>
                      <a:pt x="14" y="11"/>
                      <a:pt x="11" y="12"/>
                      <a:pt x="7" y="11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5" name="Freeform 6130">
                <a:extLst>
                  <a:ext uri="{FF2B5EF4-FFF2-40B4-BE49-F238E27FC236}">
                    <a16:creationId xmlns:a16="http://schemas.microsoft.com/office/drawing/2014/main" id="{9A4CBDF4-95D6-4976-9148-245776F46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979"/>
                <a:ext cx="37" cy="53"/>
              </a:xfrm>
              <a:custGeom>
                <a:avLst/>
                <a:gdLst>
                  <a:gd name="T0" fmla="*/ 30 w 15"/>
                  <a:gd name="T1" fmla="*/ 21 h 20"/>
                  <a:gd name="T2" fmla="*/ 212 w 15"/>
                  <a:gd name="T3" fmla="*/ 337 h 20"/>
                  <a:gd name="T4" fmla="*/ 0 w 15"/>
                  <a:gd name="T5" fmla="*/ 371 h 20"/>
                  <a:gd name="T6" fmla="*/ 121 w 15"/>
                  <a:gd name="T7" fmla="*/ 170 h 20"/>
                  <a:gd name="T8" fmla="*/ 12 w 15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2" y="1"/>
                    </a:moveTo>
                    <a:cubicBezTo>
                      <a:pt x="15" y="0"/>
                      <a:pt x="15" y="7"/>
                      <a:pt x="14" y="18"/>
                    </a:cubicBezTo>
                    <a:cubicBezTo>
                      <a:pt x="9" y="17"/>
                      <a:pt x="5" y="20"/>
                      <a:pt x="0" y="20"/>
                    </a:cubicBezTo>
                    <a:cubicBezTo>
                      <a:pt x="2" y="18"/>
                      <a:pt x="8" y="12"/>
                      <a:pt x="8" y="9"/>
                    </a:cubicBezTo>
                    <a:cubicBezTo>
                      <a:pt x="8" y="5"/>
                      <a:pt x="2" y="4"/>
                      <a:pt x="1" y="1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6" name="Freeform 6131">
                <a:extLst>
                  <a:ext uri="{FF2B5EF4-FFF2-40B4-BE49-F238E27FC236}">
                    <a16:creationId xmlns:a16="http://schemas.microsoft.com/office/drawing/2014/main" id="{1CD83DDF-FE06-402F-923C-D7BA9A738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707"/>
                <a:ext cx="50" cy="42"/>
              </a:xfrm>
              <a:custGeom>
                <a:avLst/>
                <a:gdLst>
                  <a:gd name="T0" fmla="*/ 238 w 20"/>
                  <a:gd name="T1" fmla="*/ 289 h 16"/>
                  <a:gd name="T2" fmla="*/ 313 w 20"/>
                  <a:gd name="T3" fmla="*/ 110 h 16"/>
                  <a:gd name="T4" fmla="*/ 0 w 2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15" y="16"/>
                    </a:moveTo>
                    <a:cubicBezTo>
                      <a:pt x="15" y="12"/>
                      <a:pt x="17" y="8"/>
                      <a:pt x="20" y="6"/>
                    </a:cubicBezTo>
                    <a:cubicBezTo>
                      <a:pt x="15" y="5"/>
                      <a:pt x="5" y="2"/>
                      <a:pt x="0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7" name="Freeform 6132">
                <a:extLst>
                  <a:ext uri="{FF2B5EF4-FFF2-40B4-BE49-F238E27FC236}">
                    <a16:creationId xmlns:a16="http://schemas.microsoft.com/office/drawing/2014/main" id="{FC605358-82A8-4A6E-92F8-57CE1F276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035"/>
                <a:ext cx="1750" cy="2248"/>
              </a:xfrm>
              <a:custGeom>
                <a:avLst/>
                <a:gdLst>
                  <a:gd name="T0" fmla="*/ 5470 w 700"/>
                  <a:gd name="T1" fmla="*/ 14528 h 843"/>
                  <a:gd name="T2" fmla="*/ 5425 w 700"/>
                  <a:gd name="T3" fmla="*/ 15040 h 843"/>
                  <a:gd name="T4" fmla="*/ 5063 w 700"/>
                  <a:gd name="T5" fmla="*/ 15680 h 843"/>
                  <a:gd name="T6" fmla="*/ 3863 w 700"/>
                  <a:gd name="T7" fmla="*/ 15587 h 843"/>
                  <a:gd name="T8" fmla="*/ 2938 w 700"/>
                  <a:gd name="T9" fmla="*/ 14813 h 843"/>
                  <a:gd name="T10" fmla="*/ 1563 w 700"/>
                  <a:gd name="T11" fmla="*/ 14131 h 843"/>
                  <a:gd name="T12" fmla="*/ 750 w 700"/>
                  <a:gd name="T13" fmla="*/ 12651 h 843"/>
                  <a:gd name="T14" fmla="*/ 533 w 700"/>
                  <a:gd name="T15" fmla="*/ 12536 h 843"/>
                  <a:gd name="T16" fmla="*/ 125 w 700"/>
                  <a:gd name="T17" fmla="*/ 10013 h 843"/>
                  <a:gd name="T18" fmla="*/ 238 w 700"/>
                  <a:gd name="T19" fmla="*/ 8853 h 843"/>
                  <a:gd name="T20" fmla="*/ 283 w 700"/>
                  <a:gd name="T21" fmla="*/ 7488 h 843"/>
                  <a:gd name="T22" fmla="*/ 533 w 700"/>
                  <a:gd name="T23" fmla="*/ 6315 h 843"/>
                  <a:gd name="T24" fmla="*/ 783 w 700"/>
                  <a:gd name="T25" fmla="*/ 4573 h 843"/>
                  <a:gd name="T26" fmla="*/ 1833 w 700"/>
                  <a:gd name="T27" fmla="*/ 2539 h 843"/>
                  <a:gd name="T28" fmla="*/ 2563 w 700"/>
                  <a:gd name="T29" fmla="*/ 1309 h 843"/>
                  <a:gd name="T30" fmla="*/ 3750 w 700"/>
                  <a:gd name="T31" fmla="*/ 547 h 843"/>
                  <a:gd name="T32" fmla="*/ 5113 w 700"/>
                  <a:gd name="T33" fmla="*/ 264 h 843"/>
                  <a:gd name="T34" fmla="*/ 5470 w 700"/>
                  <a:gd name="T35" fmla="*/ 1365 h 843"/>
                  <a:gd name="T36" fmla="*/ 5813 w 700"/>
                  <a:gd name="T37" fmla="*/ 320 h 843"/>
                  <a:gd name="T38" fmla="*/ 7063 w 700"/>
                  <a:gd name="T39" fmla="*/ 605 h 843"/>
                  <a:gd name="T40" fmla="*/ 8175 w 700"/>
                  <a:gd name="T41" fmla="*/ 1080 h 843"/>
                  <a:gd name="T42" fmla="*/ 8708 w 700"/>
                  <a:gd name="T43" fmla="*/ 1536 h 843"/>
                  <a:gd name="T44" fmla="*/ 9238 w 700"/>
                  <a:gd name="T45" fmla="*/ 2752 h 843"/>
                  <a:gd name="T46" fmla="*/ 9675 w 700"/>
                  <a:gd name="T47" fmla="*/ 3491 h 843"/>
                  <a:gd name="T48" fmla="*/ 9958 w 700"/>
                  <a:gd name="T49" fmla="*/ 4323 h 843"/>
                  <a:gd name="T50" fmla="*/ 9958 w 700"/>
                  <a:gd name="T51" fmla="*/ 4856 h 843"/>
                  <a:gd name="T52" fmla="*/ 10145 w 700"/>
                  <a:gd name="T53" fmla="*/ 5213 h 843"/>
                  <a:gd name="T54" fmla="*/ 10313 w 700"/>
                  <a:gd name="T55" fmla="*/ 5747 h 843"/>
                  <a:gd name="T56" fmla="*/ 10675 w 700"/>
                  <a:gd name="T57" fmla="*/ 7488 h 843"/>
                  <a:gd name="T58" fmla="*/ 10720 w 700"/>
                  <a:gd name="T59" fmla="*/ 8853 h 843"/>
                  <a:gd name="T60" fmla="*/ 10813 w 700"/>
                  <a:gd name="T61" fmla="*/ 10013 h 843"/>
                  <a:gd name="T62" fmla="*/ 10313 w 700"/>
                  <a:gd name="T63" fmla="*/ 12459 h 843"/>
                  <a:gd name="T64" fmla="*/ 10095 w 700"/>
                  <a:gd name="T65" fmla="*/ 12608 h 843"/>
                  <a:gd name="T66" fmla="*/ 9188 w 700"/>
                  <a:gd name="T67" fmla="*/ 14109 h 843"/>
                  <a:gd name="T68" fmla="*/ 8425 w 700"/>
                  <a:gd name="T69" fmla="*/ 14677 h 843"/>
                  <a:gd name="T70" fmla="*/ 8188 w 700"/>
                  <a:gd name="T71" fmla="*/ 14997 h 843"/>
                  <a:gd name="T72" fmla="*/ 7095 w 700"/>
                  <a:gd name="T73" fmla="*/ 15587 h 843"/>
                  <a:gd name="T74" fmla="*/ 5688 w 700"/>
                  <a:gd name="T75" fmla="*/ 15667 h 843"/>
                  <a:gd name="T76" fmla="*/ 5550 w 700"/>
                  <a:gd name="T77" fmla="*/ 14941 h 843"/>
                  <a:gd name="T78" fmla="*/ 5470 w 700"/>
                  <a:gd name="T79" fmla="*/ 14528 h 84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00" h="843">
                    <a:moveTo>
                      <a:pt x="350" y="766"/>
                    </a:moveTo>
                    <a:cubicBezTo>
                      <a:pt x="350" y="766"/>
                      <a:pt x="350" y="778"/>
                      <a:pt x="347" y="793"/>
                    </a:cubicBezTo>
                    <a:cubicBezTo>
                      <a:pt x="344" y="807"/>
                      <a:pt x="346" y="811"/>
                      <a:pt x="324" y="827"/>
                    </a:cubicBezTo>
                    <a:cubicBezTo>
                      <a:pt x="301" y="843"/>
                      <a:pt x="272" y="825"/>
                      <a:pt x="247" y="822"/>
                    </a:cubicBezTo>
                    <a:cubicBezTo>
                      <a:pt x="221" y="819"/>
                      <a:pt x="191" y="801"/>
                      <a:pt x="188" y="781"/>
                    </a:cubicBezTo>
                    <a:cubicBezTo>
                      <a:pt x="180" y="787"/>
                      <a:pt x="140" y="771"/>
                      <a:pt x="100" y="745"/>
                    </a:cubicBezTo>
                    <a:cubicBezTo>
                      <a:pt x="74" y="726"/>
                      <a:pt x="44" y="694"/>
                      <a:pt x="48" y="667"/>
                    </a:cubicBezTo>
                    <a:cubicBezTo>
                      <a:pt x="48" y="667"/>
                      <a:pt x="50" y="673"/>
                      <a:pt x="34" y="661"/>
                    </a:cubicBezTo>
                    <a:cubicBezTo>
                      <a:pt x="18" y="648"/>
                      <a:pt x="10" y="566"/>
                      <a:pt x="8" y="528"/>
                    </a:cubicBezTo>
                    <a:cubicBezTo>
                      <a:pt x="7" y="489"/>
                      <a:pt x="7" y="470"/>
                      <a:pt x="15" y="467"/>
                    </a:cubicBezTo>
                    <a:cubicBezTo>
                      <a:pt x="0" y="456"/>
                      <a:pt x="16" y="425"/>
                      <a:pt x="18" y="395"/>
                    </a:cubicBezTo>
                    <a:cubicBezTo>
                      <a:pt x="20" y="365"/>
                      <a:pt x="18" y="342"/>
                      <a:pt x="34" y="333"/>
                    </a:cubicBezTo>
                    <a:cubicBezTo>
                      <a:pt x="28" y="323"/>
                      <a:pt x="40" y="283"/>
                      <a:pt x="50" y="241"/>
                    </a:cubicBezTo>
                    <a:cubicBezTo>
                      <a:pt x="60" y="200"/>
                      <a:pt x="92" y="137"/>
                      <a:pt x="117" y="134"/>
                    </a:cubicBezTo>
                    <a:cubicBezTo>
                      <a:pt x="114" y="118"/>
                      <a:pt x="146" y="67"/>
                      <a:pt x="164" y="69"/>
                    </a:cubicBezTo>
                    <a:cubicBezTo>
                      <a:pt x="170" y="57"/>
                      <a:pt x="221" y="30"/>
                      <a:pt x="240" y="29"/>
                    </a:cubicBezTo>
                    <a:cubicBezTo>
                      <a:pt x="242" y="13"/>
                      <a:pt x="288" y="0"/>
                      <a:pt x="327" y="14"/>
                    </a:cubicBezTo>
                    <a:cubicBezTo>
                      <a:pt x="340" y="19"/>
                      <a:pt x="349" y="34"/>
                      <a:pt x="350" y="72"/>
                    </a:cubicBezTo>
                    <a:cubicBezTo>
                      <a:pt x="347" y="30"/>
                      <a:pt x="359" y="22"/>
                      <a:pt x="372" y="17"/>
                    </a:cubicBezTo>
                    <a:cubicBezTo>
                      <a:pt x="410" y="3"/>
                      <a:pt x="433" y="16"/>
                      <a:pt x="452" y="32"/>
                    </a:cubicBezTo>
                    <a:cubicBezTo>
                      <a:pt x="465" y="28"/>
                      <a:pt x="503" y="44"/>
                      <a:pt x="523" y="57"/>
                    </a:cubicBezTo>
                    <a:cubicBezTo>
                      <a:pt x="530" y="62"/>
                      <a:pt x="550" y="73"/>
                      <a:pt x="557" y="81"/>
                    </a:cubicBezTo>
                    <a:cubicBezTo>
                      <a:pt x="568" y="92"/>
                      <a:pt x="584" y="124"/>
                      <a:pt x="591" y="145"/>
                    </a:cubicBezTo>
                    <a:cubicBezTo>
                      <a:pt x="594" y="154"/>
                      <a:pt x="611" y="174"/>
                      <a:pt x="619" y="184"/>
                    </a:cubicBezTo>
                    <a:cubicBezTo>
                      <a:pt x="627" y="193"/>
                      <a:pt x="632" y="210"/>
                      <a:pt x="637" y="228"/>
                    </a:cubicBezTo>
                    <a:cubicBezTo>
                      <a:pt x="639" y="237"/>
                      <a:pt x="637" y="256"/>
                      <a:pt x="637" y="256"/>
                    </a:cubicBezTo>
                    <a:cubicBezTo>
                      <a:pt x="637" y="256"/>
                      <a:pt x="647" y="269"/>
                      <a:pt x="649" y="275"/>
                    </a:cubicBezTo>
                    <a:cubicBezTo>
                      <a:pt x="653" y="286"/>
                      <a:pt x="657" y="295"/>
                      <a:pt x="660" y="303"/>
                    </a:cubicBezTo>
                    <a:cubicBezTo>
                      <a:pt x="666" y="318"/>
                      <a:pt x="681" y="365"/>
                      <a:pt x="683" y="395"/>
                    </a:cubicBezTo>
                    <a:cubicBezTo>
                      <a:pt x="684" y="425"/>
                      <a:pt x="700" y="456"/>
                      <a:pt x="686" y="467"/>
                    </a:cubicBezTo>
                    <a:cubicBezTo>
                      <a:pt x="694" y="470"/>
                      <a:pt x="694" y="489"/>
                      <a:pt x="692" y="528"/>
                    </a:cubicBezTo>
                    <a:cubicBezTo>
                      <a:pt x="691" y="544"/>
                      <a:pt x="674" y="640"/>
                      <a:pt x="660" y="657"/>
                    </a:cubicBezTo>
                    <a:cubicBezTo>
                      <a:pt x="655" y="664"/>
                      <a:pt x="646" y="665"/>
                      <a:pt x="646" y="665"/>
                    </a:cubicBezTo>
                    <a:cubicBezTo>
                      <a:pt x="650" y="674"/>
                      <a:pt x="628" y="714"/>
                      <a:pt x="588" y="744"/>
                    </a:cubicBezTo>
                    <a:cubicBezTo>
                      <a:pt x="568" y="757"/>
                      <a:pt x="550" y="778"/>
                      <a:pt x="539" y="774"/>
                    </a:cubicBezTo>
                    <a:cubicBezTo>
                      <a:pt x="534" y="777"/>
                      <a:pt x="533" y="784"/>
                      <a:pt x="524" y="791"/>
                    </a:cubicBezTo>
                    <a:cubicBezTo>
                      <a:pt x="504" y="804"/>
                      <a:pt x="471" y="820"/>
                      <a:pt x="454" y="822"/>
                    </a:cubicBezTo>
                    <a:cubicBezTo>
                      <a:pt x="428" y="825"/>
                      <a:pt x="406" y="843"/>
                      <a:pt x="364" y="826"/>
                    </a:cubicBezTo>
                    <a:cubicBezTo>
                      <a:pt x="351" y="821"/>
                      <a:pt x="358" y="802"/>
                      <a:pt x="355" y="788"/>
                    </a:cubicBezTo>
                    <a:cubicBezTo>
                      <a:pt x="352" y="773"/>
                      <a:pt x="350" y="766"/>
                      <a:pt x="350" y="76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8" name="Freeform 6133">
                <a:extLst>
                  <a:ext uri="{FF2B5EF4-FFF2-40B4-BE49-F238E27FC236}">
                    <a16:creationId xmlns:a16="http://schemas.microsoft.com/office/drawing/2014/main" id="{95F598B4-28B4-466F-9087-27DED6D27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229"/>
                <a:ext cx="95" cy="864"/>
              </a:xfrm>
              <a:custGeom>
                <a:avLst/>
                <a:gdLst>
                  <a:gd name="T0" fmla="*/ 113 w 38"/>
                  <a:gd name="T1" fmla="*/ 0 h 324"/>
                  <a:gd name="T2" fmla="*/ 158 w 38"/>
                  <a:gd name="T3" fmla="*/ 2333 h 324"/>
                  <a:gd name="T4" fmla="*/ 595 w 38"/>
                  <a:gd name="T5" fmla="*/ 3661 h 324"/>
                  <a:gd name="T6" fmla="*/ 208 w 38"/>
                  <a:gd name="T7" fmla="*/ 4096 h 324"/>
                  <a:gd name="T8" fmla="*/ 188 w 38"/>
                  <a:gd name="T9" fmla="*/ 4893 h 324"/>
                  <a:gd name="T10" fmla="*/ 33 w 38"/>
                  <a:gd name="T11" fmla="*/ 6144 h 3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24">
                    <a:moveTo>
                      <a:pt x="7" y="0"/>
                    </a:moveTo>
                    <a:cubicBezTo>
                      <a:pt x="7" y="33"/>
                      <a:pt x="9" y="91"/>
                      <a:pt x="10" y="123"/>
                    </a:cubicBezTo>
                    <a:cubicBezTo>
                      <a:pt x="11" y="148"/>
                      <a:pt x="0" y="199"/>
                      <a:pt x="38" y="193"/>
                    </a:cubicBezTo>
                    <a:cubicBezTo>
                      <a:pt x="25" y="200"/>
                      <a:pt x="17" y="201"/>
                      <a:pt x="13" y="216"/>
                    </a:cubicBezTo>
                    <a:cubicBezTo>
                      <a:pt x="10" y="229"/>
                      <a:pt x="11" y="245"/>
                      <a:pt x="12" y="258"/>
                    </a:cubicBezTo>
                    <a:cubicBezTo>
                      <a:pt x="13" y="283"/>
                      <a:pt x="11" y="301"/>
                      <a:pt x="2" y="324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9" name="Freeform 6134">
                <a:extLst>
                  <a:ext uri="{FF2B5EF4-FFF2-40B4-BE49-F238E27FC236}">
                    <a16:creationId xmlns:a16="http://schemas.microsoft.com/office/drawing/2014/main" id="{F177A169-7EB1-452C-9D70-9DF88B893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051"/>
                <a:ext cx="60" cy="42"/>
              </a:xfrm>
              <a:custGeom>
                <a:avLst/>
                <a:gdLst>
                  <a:gd name="T0" fmla="*/ 375 w 24"/>
                  <a:gd name="T1" fmla="*/ 289 h 16"/>
                  <a:gd name="T2" fmla="*/ 0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24" y="16"/>
                    </a:moveTo>
                    <a:cubicBezTo>
                      <a:pt x="16" y="10"/>
                      <a:pt x="10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0" name="Freeform 6135">
                <a:extLst>
                  <a:ext uri="{FF2B5EF4-FFF2-40B4-BE49-F238E27FC236}">
                    <a16:creationId xmlns:a16="http://schemas.microsoft.com/office/drawing/2014/main" id="{CC2DB13F-0F16-4B56-BB0C-570D19EC0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091"/>
                <a:ext cx="118" cy="989"/>
              </a:xfrm>
              <a:custGeom>
                <a:avLst/>
                <a:gdLst>
                  <a:gd name="T0" fmla="*/ 208 w 47"/>
                  <a:gd name="T1" fmla="*/ 0 h 371"/>
                  <a:gd name="T2" fmla="*/ 221 w 47"/>
                  <a:gd name="T3" fmla="*/ 419 h 371"/>
                  <a:gd name="T4" fmla="*/ 505 w 47"/>
                  <a:gd name="T5" fmla="*/ 605 h 371"/>
                  <a:gd name="T6" fmla="*/ 409 w 47"/>
                  <a:gd name="T7" fmla="*/ 2218 h 371"/>
                  <a:gd name="T8" fmla="*/ 346 w 47"/>
                  <a:gd name="T9" fmla="*/ 2991 h 371"/>
                  <a:gd name="T10" fmla="*/ 284 w 47"/>
                  <a:gd name="T11" fmla="*/ 3391 h 371"/>
                  <a:gd name="T12" fmla="*/ 0 w 47"/>
                  <a:gd name="T13" fmla="*/ 3503 h 371"/>
                  <a:gd name="T14" fmla="*/ 346 w 47"/>
                  <a:gd name="T15" fmla="*/ 3695 h 371"/>
                  <a:gd name="T16" fmla="*/ 316 w 47"/>
                  <a:gd name="T17" fmla="*/ 4300 h 371"/>
                  <a:gd name="T18" fmla="*/ 442 w 47"/>
                  <a:gd name="T19" fmla="*/ 5665 h 371"/>
                  <a:gd name="T20" fmla="*/ 743 w 47"/>
                  <a:gd name="T21" fmla="*/ 5529 h 371"/>
                  <a:gd name="T22" fmla="*/ 472 w 47"/>
                  <a:gd name="T23" fmla="*/ 5742 h 371"/>
                  <a:gd name="T24" fmla="*/ 379 w 47"/>
                  <a:gd name="T25" fmla="*/ 6155 h 371"/>
                  <a:gd name="T26" fmla="*/ 284 w 47"/>
                  <a:gd name="T27" fmla="*/ 7027 h 37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7" h="371">
                    <a:moveTo>
                      <a:pt x="13" y="0"/>
                    </a:moveTo>
                    <a:cubicBezTo>
                      <a:pt x="9" y="8"/>
                      <a:pt x="11" y="16"/>
                      <a:pt x="14" y="22"/>
                    </a:cubicBezTo>
                    <a:cubicBezTo>
                      <a:pt x="18" y="28"/>
                      <a:pt x="26" y="26"/>
                      <a:pt x="32" y="32"/>
                    </a:cubicBezTo>
                    <a:cubicBezTo>
                      <a:pt x="5" y="26"/>
                      <a:pt x="25" y="101"/>
                      <a:pt x="26" y="117"/>
                    </a:cubicBezTo>
                    <a:cubicBezTo>
                      <a:pt x="27" y="131"/>
                      <a:pt x="24" y="145"/>
                      <a:pt x="22" y="158"/>
                    </a:cubicBezTo>
                    <a:cubicBezTo>
                      <a:pt x="21" y="164"/>
                      <a:pt x="23" y="173"/>
                      <a:pt x="18" y="179"/>
                    </a:cubicBezTo>
                    <a:cubicBezTo>
                      <a:pt x="15" y="182"/>
                      <a:pt x="4" y="181"/>
                      <a:pt x="0" y="185"/>
                    </a:cubicBezTo>
                    <a:cubicBezTo>
                      <a:pt x="11" y="186"/>
                      <a:pt x="19" y="181"/>
                      <a:pt x="22" y="195"/>
                    </a:cubicBezTo>
                    <a:cubicBezTo>
                      <a:pt x="23" y="203"/>
                      <a:pt x="20" y="218"/>
                      <a:pt x="20" y="227"/>
                    </a:cubicBezTo>
                    <a:cubicBezTo>
                      <a:pt x="20" y="246"/>
                      <a:pt x="18" y="281"/>
                      <a:pt x="28" y="299"/>
                    </a:cubicBezTo>
                    <a:cubicBezTo>
                      <a:pt x="34" y="295"/>
                      <a:pt x="40" y="289"/>
                      <a:pt x="47" y="292"/>
                    </a:cubicBezTo>
                    <a:cubicBezTo>
                      <a:pt x="43" y="298"/>
                      <a:pt x="35" y="297"/>
                      <a:pt x="30" y="303"/>
                    </a:cubicBezTo>
                    <a:cubicBezTo>
                      <a:pt x="25" y="310"/>
                      <a:pt x="26" y="318"/>
                      <a:pt x="24" y="325"/>
                    </a:cubicBezTo>
                    <a:cubicBezTo>
                      <a:pt x="19" y="339"/>
                      <a:pt x="15" y="361"/>
                      <a:pt x="18" y="371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1" name="Freeform 6136">
                <a:extLst>
                  <a:ext uri="{FF2B5EF4-FFF2-40B4-BE49-F238E27FC236}">
                    <a16:creationId xmlns:a16="http://schemas.microsoft.com/office/drawing/2014/main" id="{7369081F-F454-46F1-AE17-EB1834868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304"/>
                <a:ext cx="185" cy="661"/>
              </a:xfrm>
              <a:custGeom>
                <a:avLst/>
                <a:gdLst>
                  <a:gd name="T0" fmla="*/ 438 w 74"/>
                  <a:gd name="T1" fmla="*/ 626 h 248"/>
                  <a:gd name="T2" fmla="*/ 0 w 74"/>
                  <a:gd name="T3" fmla="*/ 0 h 248"/>
                  <a:gd name="T4" fmla="*/ 188 w 74"/>
                  <a:gd name="T5" fmla="*/ 307 h 248"/>
                  <a:gd name="T6" fmla="*/ 125 w 74"/>
                  <a:gd name="T7" fmla="*/ 717 h 248"/>
                  <a:gd name="T8" fmla="*/ 563 w 74"/>
                  <a:gd name="T9" fmla="*/ 1535 h 248"/>
                  <a:gd name="T10" fmla="*/ 675 w 74"/>
                  <a:gd name="T11" fmla="*/ 3502 h 248"/>
                  <a:gd name="T12" fmla="*/ 1063 w 74"/>
                  <a:gd name="T13" fmla="*/ 4696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48">
                    <a:moveTo>
                      <a:pt x="28" y="33"/>
                    </a:moveTo>
                    <a:cubicBezTo>
                      <a:pt x="17" y="23"/>
                      <a:pt x="15" y="5"/>
                      <a:pt x="0" y="0"/>
                    </a:cubicBezTo>
                    <a:cubicBezTo>
                      <a:pt x="6" y="3"/>
                      <a:pt x="10" y="9"/>
                      <a:pt x="12" y="16"/>
                    </a:cubicBezTo>
                    <a:cubicBezTo>
                      <a:pt x="16" y="28"/>
                      <a:pt x="7" y="29"/>
                      <a:pt x="8" y="38"/>
                    </a:cubicBezTo>
                    <a:cubicBezTo>
                      <a:pt x="9" y="47"/>
                      <a:pt x="31" y="69"/>
                      <a:pt x="36" y="81"/>
                    </a:cubicBezTo>
                    <a:cubicBezTo>
                      <a:pt x="54" y="117"/>
                      <a:pt x="48" y="148"/>
                      <a:pt x="43" y="185"/>
                    </a:cubicBezTo>
                    <a:cubicBezTo>
                      <a:pt x="66" y="195"/>
                      <a:pt x="74" y="228"/>
                      <a:pt x="68" y="248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2" name="Freeform 6137">
                <a:extLst>
                  <a:ext uri="{FF2B5EF4-FFF2-40B4-BE49-F238E27FC236}">
                    <a16:creationId xmlns:a16="http://schemas.microsoft.com/office/drawing/2014/main" id="{1A9647FD-B630-4F9F-8874-AB958C08C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1843"/>
                <a:ext cx="75" cy="40"/>
              </a:xfrm>
              <a:custGeom>
                <a:avLst/>
                <a:gdLst>
                  <a:gd name="T0" fmla="*/ 470 w 30"/>
                  <a:gd name="T1" fmla="*/ 285 h 15"/>
                  <a:gd name="T2" fmla="*/ 0 w 30"/>
                  <a:gd name="T3" fmla="*/ 22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30" y="15"/>
                    </a:moveTo>
                    <a:cubicBezTo>
                      <a:pt x="22" y="9"/>
                      <a:pt x="7" y="0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3" name="Freeform 6138">
                <a:extLst>
                  <a:ext uri="{FF2B5EF4-FFF2-40B4-BE49-F238E27FC236}">
                    <a16:creationId xmlns:a16="http://schemas.microsoft.com/office/drawing/2014/main" id="{AA40A8B6-6D18-471E-94FA-2E36CD15F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1760"/>
                <a:ext cx="80" cy="35"/>
              </a:xfrm>
              <a:custGeom>
                <a:avLst/>
                <a:gdLst>
                  <a:gd name="T0" fmla="*/ 500 w 32"/>
                  <a:gd name="T1" fmla="*/ 253 h 13"/>
                  <a:gd name="T2" fmla="*/ 0 w 32"/>
                  <a:gd name="T3" fmla="*/ 2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3">
                    <a:moveTo>
                      <a:pt x="32" y="13"/>
                    </a:moveTo>
                    <a:cubicBezTo>
                      <a:pt x="21" y="11"/>
                      <a:pt x="13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4" name="Freeform 6139">
                <a:extLst>
                  <a:ext uri="{FF2B5EF4-FFF2-40B4-BE49-F238E27FC236}">
                    <a16:creationId xmlns:a16="http://schemas.microsoft.com/office/drawing/2014/main" id="{DAA8183A-23BE-497E-859E-0A409F6D2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029"/>
                <a:ext cx="102" cy="216"/>
              </a:xfrm>
              <a:custGeom>
                <a:avLst/>
                <a:gdLst>
                  <a:gd name="T0" fmla="*/ 632 w 41"/>
                  <a:gd name="T1" fmla="*/ 0 h 81"/>
                  <a:gd name="T2" fmla="*/ 137 w 41"/>
                  <a:gd name="T3" fmla="*/ 1536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81">
                    <a:moveTo>
                      <a:pt x="41" y="0"/>
                    </a:moveTo>
                    <a:cubicBezTo>
                      <a:pt x="17" y="27"/>
                      <a:pt x="0" y="44"/>
                      <a:pt x="9" y="8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5" name="Freeform 6140">
                <a:extLst>
                  <a:ext uri="{FF2B5EF4-FFF2-40B4-BE49-F238E27FC236}">
                    <a16:creationId xmlns:a16="http://schemas.microsoft.com/office/drawing/2014/main" id="{8EE38EE9-2EAA-4139-980A-5A70CAF47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128"/>
                <a:ext cx="230" cy="83"/>
              </a:xfrm>
              <a:custGeom>
                <a:avLst/>
                <a:gdLst>
                  <a:gd name="T0" fmla="*/ 1438 w 92"/>
                  <a:gd name="T1" fmla="*/ 0 h 31"/>
                  <a:gd name="T2" fmla="*/ 0 w 92"/>
                  <a:gd name="T3" fmla="*/ 13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31">
                    <a:moveTo>
                      <a:pt x="92" y="0"/>
                    </a:moveTo>
                    <a:cubicBezTo>
                      <a:pt x="65" y="31"/>
                      <a:pt x="35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6" name="Freeform 6141">
                <a:extLst>
                  <a:ext uri="{FF2B5EF4-FFF2-40B4-BE49-F238E27FC236}">
                    <a16:creationId xmlns:a16="http://schemas.microsoft.com/office/drawing/2014/main" id="{5DD5361C-F17B-4E8E-9E82-BC21A4FB4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123"/>
                <a:ext cx="92" cy="224"/>
              </a:xfrm>
              <a:custGeom>
                <a:avLst/>
                <a:gdLst>
                  <a:gd name="T0" fmla="*/ 0 w 37"/>
                  <a:gd name="T1" fmla="*/ 0 h 84"/>
                  <a:gd name="T2" fmla="*/ 124 w 37"/>
                  <a:gd name="T3" fmla="*/ 1251 h 84"/>
                  <a:gd name="T4" fmla="*/ 569 w 37"/>
                  <a:gd name="T5" fmla="*/ 1309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84">
                    <a:moveTo>
                      <a:pt x="0" y="0"/>
                    </a:moveTo>
                    <a:cubicBezTo>
                      <a:pt x="12" y="16"/>
                      <a:pt x="0" y="48"/>
                      <a:pt x="8" y="66"/>
                    </a:cubicBezTo>
                    <a:cubicBezTo>
                      <a:pt x="17" y="84"/>
                      <a:pt x="22" y="78"/>
                      <a:pt x="37" y="6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7" name="Freeform 6142">
                <a:extLst>
                  <a:ext uri="{FF2B5EF4-FFF2-40B4-BE49-F238E27FC236}">
                    <a16:creationId xmlns:a16="http://schemas.microsoft.com/office/drawing/2014/main" id="{BFE308D3-040A-4C5C-9AC4-B988917EC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333"/>
                <a:ext cx="57" cy="707"/>
              </a:xfrm>
              <a:custGeom>
                <a:avLst/>
                <a:gdLst>
                  <a:gd name="T0" fmla="*/ 320 w 23"/>
                  <a:gd name="T1" fmla="*/ 0 h 265"/>
                  <a:gd name="T2" fmla="*/ 12 w 23"/>
                  <a:gd name="T3" fmla="*/ 1275 h 265"/>
                  <a:gd name="T4" fmla="*/ 154 w 23"/>
                  <a:gd name="T5" fmla="*/ 1822 h 265"/>
                  <a:gd name="T6" fmla="*/ 136 w 23"/>
                  <a:gd name="T7" fmla="*/ 2548 h 265"/>
                  <a:gd name="T8" fmla="*/ 228 w 23"/>
                  <a:gd name="T9" fmla="*/ 3324 h 265"/>
                  <a:gd name="T10" fmla="*/ 349 w 23"/>
                  <a:gd name="T11" fmla="*/ 3951 h 265"/>
                  <a:gd name="T12" fmla="*/ 278 w 23"/>
                  <a:gd name="T13" fmla="*/ 4597 h 265"/>
                  <a:gd name="T14" fmla="*/ 30 w 23"/>
                  <a:gd name="T15" fmla="*/ 5032 h 2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65">
                    <a:moveTo>
                      <a:pt x="21" y="0"/>
                    </a:moveTo>
                    <a:cubicBezTo>
                      <a:pt x="3" y="17"/>
                      <a:pt x="0" y="44"/>
                      <a:pt x="1" y="67"/>
                    </a:cubicBezTo>
                    <a:cubicBezTo>
                      <a:pt x="1" y="79"/>
                      <a:pt x="8" y="86"/>
                      <a:pt x="10" y="96"/>
                    </a:cubicBezTo>
                    <a:cubicBezTo>
                      <a:pt x="12" y="105"/>
                      <a:pt x="9" y="120"/>
                      <a:pt x="9" y="134"/>
                    </a:cubicBezTo>
                    <a:cubicBezTo>
                      <a:pt x="9" y="150"/>
                      <a:pt x="10" y="161"/>
                      <a:pt x="15" y="175"/>
                    </a:cubicBezTo>
                    <a:cubicBezTo>
                      <a:pt x="19" y="186"/>
                      <a:pt x="23" y="196"/>
                      <a:pt x="23" y="208"/>
                    </a:cubicBezTo>
                    <a:cubicBezTo>
                      <a:pt x="23" y="216"/>
                      <a:pt x="22" y="235"/>
                      <a:pt x="18" y="242"/>
                    </a:cubicBezTo>
                    <a:cubicBezTo>
                      <a:pt x="14" y="251"/>
                      <a:pt x="5" y="256"/>
                      <a:pt x="2" y="265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8" name="Freeform 6143">
                <a:extLst>
                  <a:ext uri="{FF2B5EF4-FFF2-40B4-BE49-F238E27FC236}">
                    <a16:creationId xmlns:a16="http://schemas.microsoft.com/office/drawing/2014/main" id="{147EF8C1-0CA4-4C2A-8207-6F1C78975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960"/>
                <a:ext cx="300" cy="123"/>
              </a:xfrm>
              <a:custGeom>
                <a:avLst/>
                <a:gdLst>
                  <a:gd name="T0" fmla="*/ 1875 w 120"/>
                  <a:gd name="T1" fmla="*/ 650 h 46"/>
                  <a:gd name="T2" fmla="*/ 845 w 120"/>
                  <a:gd name="T3" fmla="*/ 537 h 46"/>
                  <a:gd name="T4" fmla="*/ 625 w 120"/>
                  <a:gd name="T5" fmla="*/ 479 h 46"/>
                  <a:gd name="T6" fmla="*/ 395 w 120"/>
                  <a:gd name="T7" fmla="*/ 230 h 46"/>
                  <a:gd name="T8" fmla="*/ 0 w 120"/>
                  <a:gd name="T9" fmla="*/ 209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6">
                    <a:moveTo>
                      <a:pt x="120" y="34"/>
                    </a:moveTo>
                    <a:cubicBezTo>
                      <a:pt x="94" y="46"/>
                      <a:pt x="80" y="38"/>
                      <a:pt x="54" y="28"/>
                    </a:cubicBezTo>
                    <a:cubicBezTo>
                      <a:pt x="49" y="26"/>
                      <a:pt x="44" y="28"/>
                      <a:pt x="40" y="25"/>
                    </a:cubicBezTo>
                    <a:cubicBezTo>
                      <a:pt x="35" y="23"/>
                      <a:pt x="30" y="16"/>
                      <a:pt x="25" y="12"/>
                    </a:cubicBezTo>
                    <a:cubicBezTo>
                      <a:pt x="17" y="7"/>
                      <a:pt x="3" y="0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9" name="Freeform 6144">
                <a:extLst>
                  <a:ext uri="{FF2B5EF4-FFF2-40B4-BE49-F238E27FC236}">
                    <a16:creationId xmlns:a16="http://schemas.microsoft.com/office/drawing/2014/main" id="{2332359A-2261-4A7A-BA01-91086ECE5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1661"/>
                <a:ext cx="95" cy="248"/>
              </a:xfrm>
              <a:custGeom>
                <a:avLst/>
                <a:gdLst>
                  <a:gd name="T0" fmla="*/ 0 w 38"/>
                  <a:gd name="T1" fmla="*/ 0 h 93"/>
                  <a:gd name="T2" fmla="*/ 408 w 38"/>
                  <a:gd name="T3" fmla="*/ 704 h 93"/>
                  <a:gd name="T4" fmla="*/ 425 w 38"/>
                  <a:gd name="T5" fmla="*/ 1763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93">
                    <a:moveTo>
                      <a:pt x="0" y="0"/>
                    </a:moveTo>
                    <a:cubicBezTo>
                      <a:pt x="16" y="10"/>
                      <a:pt x="22" y="20"/>
                      <a:pt x="26" y="37"/>
                    </a:cubicBezTo>
                    <a:cubicBezTo>
                      <a:pt x="29" y="54"/>
                      <a:pt x="38" y="77"/>
                      <a:pt x="27" y="93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0" name="Freeform 6145">
                <a:extLst>
                  <a:ext uri="{FF2B5EF4-FFF2-40B4-BE49-F238E27FC236}">
                    <a16:creationId xmlns:a16="http://schemas.microsoft.com/office/drawing/2014/main" id="{64F1507B-F0E9-48E8-86DE-DE6150C8B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1645"/>
                <a:ext cx="40" cy="88"/>
              </a:xfrm>
              <a:custGeom>
                <a:avLst/>
                <a:gdLst>
                  <a:gd name="T0" fmla="*/ 250 w 16"/>
                  <a:gd name="T1" fmla="*/ 0 h 33"/>
                  <a:gd name="T2" fmla="*/ 63 w 16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3">
                    <a:moveTo>
                      <a:pt x="16" y="0"/>
                    </a:moveTo>
                    <a:cubicBezTo>
                      <a:pt x="0" y="5"/>
                      <a:pt x="4" y="20"/>
                      <a:pt x="4" y="33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1" name="Freeform 6146">
                <a:extLst>
                  <a:ext uri="{FF2B5EF4-FFF2-40B4-BE49-F238E27FC236}">
                    <a16:creationId xmlns:a16="http://schemas.microsoft.com/office/drawing/2014/main" id="{1D1F65B8-4E1F-42AA-8681-8A9C945C5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408"/>
                <a:ext cx="558" cy="520"/>
              </a:xfrm>
              <a:custGeom>
                <a:avLst/>
                <a:gdLst>
                  <a:gd name="T0" fmla="*/ 3493 w 223"/>
                  <a:gd name="T1" fmla="*/ 0 h 195"/>
                  <a:gd name="T2" fmla="*/ 2943 w 223"/>
                  <a:gd name="T3" fmla="*/ 605 h 195"/>
                  <a:gd name="T4" fmla="*/ 3055 w 223"/>
                  <a:gd name="T5" fmla="*/ 1331 h 195"/>
                  <a:gd name="T6" fmla="*/ 2335 w 223"/>
                  <a:gd name="T7" fmla="*/ 2253 h 195"/>
                  <a:gd name="T8" fmla="*/ 1491 w 223"/>
                  <a:gd name="T9" fmla="*/ 2013 h 195"/>
                  <a:gd name="T10" fmla="*/ 1847 w 223"/>
                  <a:gd name="T11" fmla="*/ 2675 h 195"/>
                  <a:gd name="T12" fmla="*/ 1471 w 223"/>
                  <a:gd name="T13" fmla="*/ 3187 h 195"/>
                  <a:gd name="T14" fmla="*/ 688 w 223"/>
                  <a:gd name="T15" fmla="*/ 3528 h 195"/>
                  <a:gd name="T16" fmla="*/ 488 w 223"/>
                  <a:gd name="T17" fmla="*/ 3165 h 195"/>
                  <a:gd name="T18" fmla="*/ 0 w 223"/>
                  <a:gd name="T19" fmla="*/ 3243 h 1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3" h="195">
                    <a:moveTo>
                      <a:pt x="223" y="0"/>
                    </a:moveTo>
                    <a:cubicBezTo>
                      <a:pt x="205" y="1"/>
                      <a:pt x="192" y="17"/>
                      <a:pt x="188" y="32"/>
                    </a:cubicBezTo>
                    <a:cubicBezTo>
                      <a:pt x="182" y="50"/>
                      <a:pt x="203" y="52"/>
                      <a:pt x="195" y="70"/>
                    </a:cubicBezTo>
                    <a:cubicBezTo>
                      <a:pt x="188" y="86"/>
                      <a:pt x="171" y="114"/>
                      <a:pt x="149" y="119"/>
                    </a:cubicBezTo>
                    <a:cubicBezTo>
                      <a:pt x="131" y="124"/>
                      <a:pt x="107" y="108"/>
                      <a:pt x="95" y="106"/>
                    </a:cubicBezTo>
                    <a:cubicBezTo>
                      <a:pt x="112" y="114"/>
                      <a:pt x="120" y="123"/>
                      <a:pt x="118" y="141"/>
                    </a:cubicBezTo>
                    <a:cubicBezTo>
                      <a:pt x="116" y="161"/>
                      <a:pt x="110" y="158"/>
                      <a:pt x="94" y="168"/>
                    </a:cubicBezTo>
                    <a:cubicBezTo>
                      <a:pt x="82" y="176"/>
                      <a:pt x="63" y="195"/>
                      <a:pt x="44" y="186"/>
                    </a:cubicBezTo>
                    <a:cubicBezTo>
                      <a:pt x="38" y="183"/>
                      <a:pt x="37" y="172"/>
                      <a:pt x="31" y="167"/>
                    </a:cubicBezTo>
                    <a:cubicBezTo>
                      <a:pt x="22" y="158"/>
                      <a:pt x="17" y="173"/>
                      <a:pt x="0" y="17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2" name="Freeform 6147">
                <a:extLst>
                  <a:ext uri="{FF2B5EF4-FFF2-40B4-BE49-F238E27FC236}">
                    <a16:creationId xmlns:a16="http://schemas.microsoft.com/office/drawing/2014/main" id="{8CD0AE95-1327-4DCA-A2FE-78415CEAC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373"/>
                <a:ext cx="145" cy="296"/>
              </a:xfrm>
              <a:custGeom>
                <a:avLst/>
                <a:gdLst>
                  <a:gd name="T0" fmla="*/ 908 w 58"/>
                  <a:gd name="T1" fmla="*/ 2104 h 111"/>
                  <a:gd name="T2" fmla="*/ 458 w 58"/>
                  <a:gd name="T3" fmla="*/ 1024 h 111"/>
                  <a:gd name="T4" fmla="*/ 113 w 58"/>
                  <a:gd name="T5" fmla="*/ 776 h 111"/>
                  <a:gd name="T6" fmla="*/ 113 w 58"/>
                  <a:gd name="T7" fmla="*/ 0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11">
                    <a:moveTo>
                      <a:pt x="58" y="111"/>
                    </a:moveTo>
                    <a:cubicBezTo>
                      <a:pt x="34" y="100"/>
                      <a:pt x="45" y="70"/>
                      <a:pt x="29" y="54"/>
                    </a:cubicBezTo>
                    <a:cubicBezTo>
                      <a:pt x="23" y="48"/>
                      <a:pt x="12" y="47"/>
                      <a:pt x="7" y="41"/>
                    </a:cubicBezTo>
                    <a:cubicBezTo>
                      <a:pt x="0" y="31"/>
                      <a:pt x="5" y="1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3" name="Freeform 6148">
                <a:extLst>
                  <a:ext uri="{FF2B5EF4-FFF2-40B4-BE49-F238E27FC236}">
                    <a16:creationId xmlns:a16="http://schemas.microsoft.com/office/drawing/2014/main" id="{8DBB6747-E35D-46C7-A745-46A48996C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224"/>
                <a:ext cx="315" cy="304"/>
              </a:xfrm>
              <a:custGeom>
                <a:avLst/>
                <a:gdLst>
                  <a:gd name="T0" fmla="*/ 1970 w 126"/>
                  <a:gd name="T1" fmla="*/ 1856 h 114"/>
                  <a:gd name="T2" fmla="*/ 1208 w 126"/>
                  <a:gd name="T3" fmla="*/ 1877 h 114"/>
                  <a:gd name="T4" fmla="*/ 925 w 126"/>
                  <a:gd name="T5" fmla="*/ 1288 h 114"/>
                  <a:gd name="T6" fmla="*/ 395 w 126"/>
                  <a:gd name="T7" fmla="*/ 875 h 114"/>
                  <a:gd name="T8" fmla="*/ 0 w 126"/>
                  <a:gd name="T9" fmla="*/ 0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14">
                    <a:moveTo>
                      <a:pt x="126" y="98"/>
                    </a:moveTo>
                    <a:cubicBezTo>
                      <a:pt x="117" y="114"/>
                      <a:pt x="90" y="107"/>
                      <a:pt x="77" y="99"/>
                    </a:cubicBezTo>
                    <a:cubicBezTo>
                      <a:pt x="62" y="90"/>
                      <a:pt x="69" y="79"/>
                      <a:pt x="59" y="68"/>
                    </a:cubicBezTo>
                    <a:cubicBezTo>
                      <a:pt x="51" y="58"/>
                      <a:pt x="35" y="59"/>
                      <a:pt x="25" y="46"/>
                    </a:cubicBezTo>
                    <a:cubicBezTo>
                      <a:pt x="15" y="33"/>
                      <a:pt x="7" y="1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4" name="Freeform 6149">
                <a:extLst>
                  <a:ext uri="{FF2B5EF4-FFF2-40B4-BE49-F238E27FC236}">
                    <a16:creationId xmlns:a16="http://schemas.microsoft.com/office/drawing/2014/main" id="{57A6F5B0-0EF1-4979-AFEB-C919CCEE8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136"/>
                <a:ext cx="397" cy="283"/>
              </a:xfrm>
              <a:custGeom>
                <a:avLst/>
                <a:gdLst>
                  <a:gd name="T0" fmla="*/ 2474 w 159"/>
                  <a:gd name="T1" fmla="*/ 913 h 106"/>
                  <a:gd name="T2" fmla="*/ 2257 w 159"/>
                  <a:gd name="T3" fmla="*/ 1370 h 106"/>
                  <a:gd name="T4" fmla="*/ 2412 w 159"/>
                  <a:gd name="T5" fmla="*/ 2018 h 106"/>
                  <a:gd name="T6" fmla="*/ 1853 w 159"/>
                  <a:gd name="T7" fmla="*/ 1311 h 106"/>
                  <a:gd name="T8" fmla="*/ 1134 w 159"/>
                  <a:gd name="T9" fmla="*/ 1618 h 106"/>
                  <a:gd name="T10" fmla="*/ 529 w 159"/>
                  <a:gd name="T11" fmla="*/ 913 h 106"/>
                  <a:gd name="T12" fmla="*/ 280 w 159"/>
                  <a:gd name="T13" fmla="*/ 422 h 106"/>
                  <a:gd name="T14" fmla="*/ 0 w 159"/>
                  <a:gd name="T15" fmla="*/ 0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9" h="106">
                    <a:moveTo>
                      <a:pt x="159" y="48"/>
                    </a:moveTo>
                    <a:cubicBezTo>
                      <a:pt x="157" y="58"/>
                      <a:pt x="148" y="62"/>
                      <a:pt x="145" y="72"/>
                    </a:cubicBezTo>
                    <a:cubicBezTo>
                      <a:pt x="140" y="85"/>
                      <a:pt x="148" y="96"/>
                      <a:pt x="155" y="106"/>
                    </a:cubicBezTo>
                    <a:cubicBezTo>
                      <a:pt x="140" y="92"/>
                      <a:pt x="140" y="77"/>
                      <a:pt x="119" y="69"/>
                    </a:cubicBezTo>
                    <a:cubicBezTo>
                      <a:pt x="95" y="59"/>
                      <a:pt x="76" y="55"/>
                      <a:pt x="73" y="85"/>
                    </a:cubicBezTo>
                    <a:cubicBezTo>
                      <a:pt x="72" y="56"/>
                      <a:pt x="53" y="66"/>
                      <a:pt x="34" y="48"/>
                    </a:cubicBezTo>
                    <a:cubicBezTo>
                      <a:pt x="26" y="40"/>
                      <a:pt x="24" y="31"/>
                      <a:pt x="18" y="22"/>
                    </a:cubicBezTo>
                    <a:cubicBezTo>
                      <a:pt x="13" y="13"/>
                      <a:pt x="4" y="9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5" name="Freeform 6150">
                <a:extLst>
                  <a:ext uri="{FF2B5EF4-FFF2-40B4-BE49-F238E27FC236}">
                    <a16:creationId xmlns:a16="http://schemas.microsoft.com/office/drawing/2014/main" id="{0B98A6FB-0F3A-417C-B985-BA1334220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171"/>
                <a:ext cx="208" cy="232"/>
              </a:xfrm>
              <a:custGeom>
                <a:avLst/>
                <a:gdLst>
                  <a:gd name="T0" fmla="*/ 1306 w 83"/>
                  <a:gd name="T1" fmla="*/ 0 h 87"/>
                  <a:gd name="T2" fmla="*/ 629 w 83"/>
                  <a:gd name="T3" fmla="*/ 931 h 87"/>
                  <a:gd name="T4" fmla="*/ 376 w 83"/>
                  <a:gd name="T5" fmla="*/ 1651 h 87"/>
                  <a:gd name="T6" fmla="*/ 0 w 83"/>
                  <a:gd name="T7" fmla="*/ 1571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87">
                    <a:moveTo>
                      <a:pt x="83" y="0"/>
                    </a:moveTo>
                    <a:cubicBezTo>
                      <a:pt x="66" y="13"/>
                      <a:pt x="52" y="30"/>
                      <a:pt x="40" y="49"/>
                    </a:cubicBezTo>
                    <a:cubicBezTo>
                      <a:pt x="33" y="61"/>
                      <a:pt x="30" y="74"/>
                      <a:pt x="24" y="87"/>
                    </a:cubicBezTo>
                    <a:cubicBezTo>
                      <a:pt x="16" y="83"/>
                      <a:pt x="8" y="79"/>
                      <a:pt x="0" y="83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6" name="Freeform 6151">
                <a:extLst>
                  <a:ext uri="{FF2B5EF4-FFF2-40B4-BE49-F238E27FC236}">
                    <a16:creationId xmlns:a16="http://schemas.microsoft.com/office/drawing/2014/main" id="{9C5A20A6-1066-407F-ABAA-49B89D9C3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400"/>
                <a:ext cx="35" cy="35"/>
              </a:xfrm>
              <a:custGeom>
                <a:avLst/>
                <a:gdLst>
                  <a:gd name="T0" fmla="*/ 220 w 14"/>
                  <a:gd name="T1" fmla="*/ 253 h 13"/>
                  <a:gd name="T2" fmla="*/ 0 w 1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cubicBezTo>
                      <a:pt x="11" y="6"/>
                      <a:pt x="7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7" name="Freeform 6152">
                <a:extLst>
                  <a:ext uri="{FF2B5EF4-FFF2-40B4-BE49-F238E27FC236}">
                    <a16:creationId xmlns:a16="http://schemas.microsoft.com/office/drawing/2014/main" id="{3EDA1F27-759D-4B92-8CF3-C8C98289E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520"/>
                <a:ext cx="220" cy="109"/>
              </a:xfrm>
              <a:custGeom>
                <a:avLst/>
                <a:gdLst>
                  <a:gd name="T0" fmla="*/ 1375 w 88"/>
                  <a:gd name="T1" fmla="*/ 0 h 41"/>
                  <a:gd name="T2" fmla="*/ 533 w 88"/>
                  <a:gd name="T3" fmla="*/ 396 h 41"/>
                  <a:gd name="T4" fmla="*/ 345 w 88"/>
                  <a:gd name="T5" fmla="*/ 657 h 41"/>
                  <a:gd name="T6" fmla="*/ 0 w 88"/>
                  <a:gd name="T7" fmla="*/ 77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41">
                    <a:moveTo>
                      <a:pt x="88" y="0"/>
                    </a:moveTo>
                    <a:cubicBezTo>
                      <a:pt x="72" y="22"/>
                      <a:pt x="53" y="10"/>
                      <a:pt x="34" y="21"/>
                    </a:cubicBezTo>
                    <a:cubicBezTo>
                      <a:pt x="31" y="22"/>
                      <a:pt x="27" y="32"/>
                      <a:pt x="22" y="35"/>
                    </a:cubicBezTo>
                    <a:cubicBezTo>
                      <a:pt x="16" y="39"/>
                      <a:pt x="7" y="39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8" name="Freeform 6153">
                <a:extLst>
                  <a:ext uri="{FF2B5EF4-FFF2-40B4-BE49-F238E27FC236}">
                    <a16:creationId xmlns:a16="http://schemas.microsoft.com/office/drawing/2014/main" id="{9EA0A387-D736-47DA-B16C-A8A0C209C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528"/>
                <a:ext cx="25" cy="43"/>
              </a:xfrm>
              <a:custGeom>
                <a:avLst/>
                <a:gdLst>
                  <a:gd name="T0" fmla="*/ 158 w 10"/>
                  <a:gd name="T1" fmla="*/ 312 h 16"/>
                  <a:gd name="T2" fmla="*/ 0 w 1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10" y="16"/>
                    </a:moveTo>
                    <a:cubicBezTo>
                      <a:pt x="5" y="12"/>
                      <a:pt x="2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9" name="Freeform 6154">
                <a:extLst>
                  <a:ext uri="{FF2B5EF4-FFF2-40B4-BE49-F238E27FC236}">
                    <a16:creationId xmlns:a16="http://schemas.microsoft.com/office/drawing/2014/main" id="{FEC1EEF8-2A90-4ACB-997B-B928BFF3A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731"/>
                <a:ext cx="150" cy="237"/>
              </a:xfrm>
              <a:custGeom>
                <a:avLst/>
                <a:gdLst>
                  <a:gd name="T0" fmla="*/ 800 w 60"/>
                  <a:gd name="T1" fmla="*/ 1339 h 89"/>
                  <a:gd name="T2" fmla="*/ 533 w 60"/>
                  <a:gd name="T3" fmla="*/ 716 h 89"/>
                  <a:gd name="T4" fmla="*/ 625 w 60"/>
                  <a:gd name="T5" fmla="*/ 0 h 89"/>
                  <a:gd name="T6" fmla="*/ 333 w 60"/>
                  <a:gd name="T7" fmla="*/ 815 h 89"/>
                  <a:gd name="T8" fmla="*/ 0 w 60"/>
                  <a:gd name="T9" fmla="*/ 1680 h 89"/>
                  <a:gd name="T10" fmla="*/ 425 w 60"/>
                  <a:gd name="T11" fmla="*/ 1134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89">
                    <a:moveTo>
                      <a:pt x="51" y="71"/>
                    </a:moveTo>
                    <a:cubicBezTo>
                      <a:pt x="35" y="62"/>
                      <a:pt x="29" y="56"/>
                      <a:pt x="34" y="38"/>
                    </a:cubicBezTo>
                    <a:cubicBezTo>
                      <a:pt x="38" y="26"/>
                      <a:pt x="60" y="7"/>
                      <a:pt x="40" y="0"/>
                    </a:cubicBezTo>
                    <a:cubicBezTo>
                      <a:pt x="31" y="13"/>
                      <a:pt x="28" y="28"/>
                      <a:pt x="21" y="43"/>
                    </a:cubicBezTo>
                    <a:cubicBezTo>
                      <a:pt x="14" y="57"/>
                      <a:pt x="1" y="72"/>
                      <a:pt x="0" y="89"/>
                    </a:cubicBezTo>
                    <a:cubicBezTo>
                      <a:pt x="6" y="78"/>
                      <a:pt x="13" y="55"/>
                      <a:pt x="27" y="6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0" name="Freeform 6155">
                <a:extLst>
                  <a:ext uri="{FF2B5EF4-FFF2-40B4-BE49-F238E27FC236}">
                    <a16:creationId xmlns:a16="http://schemas.microsoft.com/office/drawing/2014/main" id="{37862AD8-6241-4082-8A67-D6183AC70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669"/>
                <a:ext cx="395" cy="366"/>
              </a:xfrm>
              <a:custGeom>
                <a:avLst/>
                <a:gdLst>
                  <a:gd name="T0" fmla="*/ 2470 w 158"/>
                  <a:gd name="T1" fmla="*/ 0 h 137"/>
                  <a:gd name="T2" fmla="*/ 2083 w 158"/>
                  <a:gd name="T3" fmla="*/ 705 h 137"/>
                  <a:gd name="T4" fmla="*/ 1563 w 158"/>
                  <a:gd name="T5" fmla="*/ 684 h 137"/>
                  <a:gd name="T6" fmla="*/ 1613 w 158"/>
                  <a:gd name="T7" fmla="*/ 1469 h 137"/>
                  <a:gd name="T8" fmla="*/ 1145 w 158"/>
                  <a:gd name="T9" fmla="*/ 1942 h 137"/>
                  <a:gd name="T10" fmla="*/ 863 w 158"/>
                  <a:gd name="T11" fmla="*/ 2076 h 137"/>
                  <a:gd name="T12" fmla="*/ 563 w 158"/>
                  <a:gd name="T13" fmla="*/ 1926 h 137"/>
                  <a:gd name="T14" fmla="*/ 345 w 158"/>
                  <a:gd name="T15" fmla="*/ 2533 h 137"/>
                  <a:gd name="T16" fmla="*/ 0 w 158"/>
                  <a:gd name="T17" fmla="*/ 2463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37">
                    <a:moveTo>
                      <a:pt x="158" y="0"/>
                    </a:moveTo>
                    <a:cubicBezTo>
                      <a:pt x="156" y="12"/>
                      <a:pt x="142" y="28"/>
                      <a:pt x="133" y="37"/>
                    </a:cubicBezTo>
                    <a:cubicBezTo>
                      <a:pt x="121" y="50"/>
                      <a:pt x="116" y="43"/>
                      <a:pt x="100" y="36"/>
                    </a:cubicBezTo>
                    <a:cubicBezTo>
                      <a:pt x="119" y="48"/>
                      <a:pt x="119" y="63"/>
                      <a:pt x="103" y="77"/>
                    </a:cubicBezTo>
                    <a:cubicBezTo>
                      <a:pt x="97" y="82"/>
                      <a:pt x="84" y="88"/>
                      <a:pt x="73" y="102"/>
                    </a:cubicBezTo>
                    <a:cubicBezTo>
                      <a:pt x="72" y="102"/>
                      <a:pt x="56" y="109"/>
                      <a:pt x="55" y="109"/>
                    </a:cubicBezTo>
                    <a:cubicBezTo>
                      <a:pt x="46" y="110"/>
                      <a:pt x="43" y="112"/>
                      <a:pt x="36" y="101"/>
                    </a:cubicBezTo>
                    <a:cubicBezTo>
                      <a:pt x="35" y="116"/>
                      <a:pt x="39" y="128"/>
                      <a:pt x="22" y="133"/>
                    </a:cubicBezTo>
                    <a:cubicBezTo>
                      <a:pt x="12" y="137"/>
                      <a:pt x="4" y="135"/>
                      <a:pt x="0" y="12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1" name="Freeform 6156">
                <a:extLst>
                  <a:ext uri="{FF2B5EF4-FFF2-40B4-BE49-F238E27FC236}">
                    <a16:creationId xmlns:a16="http://schemas.microsoft.com/office/drawing/2014/main" id="{BCAC5A10-7B73-4B12-828A-72618224A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73"/>
                <a:ext cx="410" cy="206"/>
              </a:xfrm>
              <a:custGeom>
                <a:avLst/>
                <a:gdLst>
                  <a:gd name="T0" fmla="*/ 2270 w 164"/>
                  <a:gd name="T1" fmla="*/ 0 h 77"/>
                  <a:gd name="T2" fmla="*/ 2095 w 164"/>
                  <a:gd name="T3" fmla="*/ 803 h 77"/>
                  <a:gd name="T4" fmla="*/ 1363 w 164"/>
                  <a:gd name="T5" fmla="*/ 1030 h 77"/>
                  <a:gd name="T6" fmla="*/ 2000 w 164"/>
                  <a:gd name="T7" fmla="*/ 1051 h 77"/>
                  <a:gd name="T8" fmla="*/ 1363 w 164"/>
                  <a:gd name="T9" fmla="*/ 1338 h 77"/>
                  <a:gd name="T10" fmla="*/ 645 w 164"/>
                  <a:gd name="T11" fmla="*/ 787 h 77"/>
                  <a:gd name="T12" fmla="*/ 0 w 164"/>
                  <a:gd name="T13" fmla="*/ 193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4" h="77">
                    <a:moveTo>
                      <a:pt x="145" y="0"/>
                    </a:moveTo>
                    <a:cubicBezTo>
                      <a:pt x="164" y="8"/>
                      <a:pt x="150" y="40"/>
                      <a:pt x="134" y="42"/>
                    </a:cubicBezTo>
                    <a:cubicBezTo>
                      <a:pt x="127" y="44"/>
                      <a:pt x="78" y="30"/>
                      <a:pt x="87" y="54"/>
                    </a:cubicBezTo>
                    <a:cubicBezTo>
                      <a:pt x="91" y="63"/>
                      <a:pt x="119" y="44"/>
                      <a:pt x="128" y="55"/>
                    </a:cubicBezTo>
                    <a:cubicBezTo>
                      <a:pt x="146" y="77"/>
                      <a:pt x="95" y="71"/>
                      <a:pt x="87" y="70"/>
                    </a:cubicBezTo>
                    <a:cubicBezTo>
                      <a:pt x="66" y="67"/>
                      <a:pt x="58" y="50"/>
                      <a:pt x="41" y="41"/>
                    </a:cubicBezTo>
                    <a:cubicBezTo>
                      <a:pt x="21" y="29"/>
                      <a:pt x="10" y="36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2" name="Freeform 6157">
                <a:extLst>
                  <a:ext uri="{FF2B5EF4-FFF2-40B4-BE49-F238E27FC236}">
                    <a16:creationId xmlns:a16="http://schemas.microsoft.com/office/drawing/2014/main" id="{86820E7F-C792-4005-9D03-65576A0BD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640"/>
                <a:ext cx="195" cy="197"/>
              </a:xfrm>
              <a:custGeom>
                <a:avLst/>
                <a:gdLst>
                  <a:gd name="T0" fmla="*/ 1063 w 78"/>
                  <a:gd name="T1" fmla="*/ 1395 h 74"/>
                  <a:gd name="T2" fmla="*/ 470 w 78"/>
                  <a:gd name="T3" fmla="*/ 887 h 74"/>
                  <a:gd name="T4" fmla="*/ 0 w 78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74">
                    <a:moveTo>
                      <a:pt x="68" y="74"/>
                    </a:moveTo>
                    <a:cubicBezTo>
                      <a:pt x="78" y="44"/>
                      <a:pt x="50" y="54"/>
                      <a:pt x="30" y="47"/>
                    </a:cubicBezTo>
                    <a:cubicBezTo>
                      <a:pt x="5" y="39"/>
                      <a:pt x="12" y="19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3" name="Freeform 6158">
                <a:extLst>
                  <a:ext uri="{FF2B5EF4-FFF2-40B4-BE49-F238E27FC236}">
                    <a16:creationId xmlns:a16="http://schemas.microsoft.com/office/drawing/2014/main" id="{5570ABF6-3AD7-4D88-BF85-25DA23B8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328"/>
                <a:ext cx="317" cy="509"/>
              </a:xfrm>
              <a:custGeom>
                <a:avLst/>
                <a:gdLst>
                  <a:gd name="T0" fmla="*/ 1745 w 127"/>
                  <a:gd name="T1" fmla="*/ 1135 h 191"/>
                  <a:gd name="T2" fmla="*/ 1495 w 127"/>
                  <a:gd name="T3" fmla="*/ 1514 h 191"/>
                  <a:gd name="T4" fmla="*/ 1807 w 127"/>
                  <a:gd name="T5" fmla="*/ 2252 h 191"/>
                  <a:gd name="T6" fmla="*/ 1932 w 127"/>
                  <a:gd name="T7" fmla="*/ 2969 h 191"/>
                  <a:gd name="T8" fmla="*/ 1745 w 127"/>
                  <a:gd name="T9" fmla="*/ 3523 h 191"/>
                  <a:gd name="T10" fmla="*/ 1340 w 127"/>
                  <a:gd name="T11" fmla="*/ 2798 h 191"/>
                  <a:gd name="T12" fmla="*/ 779 w 127"/>
                  <a:gd name="T13" fmla="*/ 2534 h 191"/>
                  <a:gd name="T14" fmla="*/ 417 w 127"/>
                  <a:gd name="T15" fmla="*/ 2025 h 191"/>
                  <a:gd name="T16" fmla="*/ 871 w 127"/>
                  <a:gd name="T17" fmla="*/ 1762 h 191"/>
                  <a:gd name="T18" fmla="*/ 529 w 127"/>
                  <a:gd name="T19" fmla="*/ 1399 h 191"/>
                  <a:gd name="T20" fmla="*/ 479 w 127"/>
                  <a:gd name="T21" fmla="*/ 909 h 191"/>
                  <a:gd name="T22" fmla="*/ 342 w 127"/>
                  <a:gd name="T23" fmla="*/ 0 h 1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7" h="191">
                    <a:moveTo>
                      <a:pt x="112" y="60"/>
                    </a:moveTo>
                    <a:cubicBezTo>
                      <a:pt x="98" y="68"/>
                      <a:pt x="91" y="60"/>
                      <a:pt x="96" y="80"/>
                    </a:cubicBezTo>
                    <a:cubicBezTo>
                      <a:pt x="100" y="95"/>
                      <a:pt x="110" y="106"/>
                      <a:pt x="116" y="119"/>
                    </a:cubicBezTo>
                    <a:cubicBezTo>
                      <a:pt x="123" y="132"/>
                      <a:pt x="122" y="143"/>
                      <a:pt x="124" y="157"/>
                    </a:cubicBezTo>
                    <a:cubicBezTo>
                      <a:pt x="127" y="176"/>
                      <a:pt x="121" y="191"/>
                      <a:pt x="112" y="186"/>
                    </a:cubicBezTo>
                    <a:cubicBezTo>
                      <a:pt x="103" y="181"/>
                      <a:pt x="99" y="158"/>
                      <a:pt x="86" y="148"/>
                    </a:cubicBezTo>
                    <a:cubicBezTo>
                      <a:pt x="74" y="139"/>
                      <a:pt x="62" y="138"/>
                      <a:pt x="50" y="134"/>
                    </a:cubicBezTo>
                    <a:cubicBezTo>
                      <a:pt x="41" y="130"/>
                      <a:pt x="26" y="121"/>
                      <a:pt x="27" y="107"/>
                    </a:cubicBezTo>
                    <a:cubicBezTo>
                      <a:pt x="27" y="87"/>
                      <a:pt x="47" y="104"/>
                      <a:pt x="56" y="93"/>
                    </a:cubicBezTo>
                    <a:cubicBezTo>
                      <a:pt x="50" y="86"/>
                      <a:pt x="39" y="83"/>
                      <a:pt x="34" y="74"/>
                    </a:cubicBezTo>
                    <a:cubicBezTo>
                      <a:pt x="29" y="65"/>
                      <a:pt x="33" y="58"/>
                      <a:pt x="31" y="48"/>
                    </a:cubicBezTo>
                    <a:cubicBezTo>
                      <a:pt x="27" y="27"/>
                      <a:pt x="0" y="21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4" name="Freeform 6159">
                <a:extLst>
                  <a:ext uri="{FF2B5EF4-FFF2-40B4-BE49-F238E27FC236}">
                    <a16:creationId xmlns:a16="http://schemas.microsoft.com/office/drawing/2014/main" id="{B9D0A31E-4E29-4A3E-8D07-8570DCBAC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349"/>
                <a:ext cx="72" cy="35"/>
              </a:xfrm>
              <a:custGeom>
                <a:avLst/>
                <a:gdLst>
                  <a:gd name="T0" fmla="*/ 444 w 29"/>
                  <a:gd name="T1" fmla="*/ 175 h 13"/>
                  <a:gd name="T2" fmla="*/ 0 w 29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3">
                    <a:moveTo>
                      <a:pt x="29" y="9"/>
                    </a:moveTo>
                    <a:cubicBezTo>
                      <a:pt x="21" y="13"/>
                      <a:pt x="8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5" name="Freeform 6160">
                <a:extLst>
                  <a:ext uri="{FF2B5EF4-FFF2-40B4-BE49-F238E27FC236}">
                    <a16:creationId xmlns:a16="http://schemas.microsoft.com/office/drawing/2014/main" id="{2ACAC1AC-0288-4B5D-8151-B3DF4F9D2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811"/>
                <a:ext cx="102" cy="69"/>
              </a:xfrm>
              <a:custGeom>
                <a:avLst/>
                <a:gdLst>
                  <a:gd name="T0" fmla="*/ 619 w 41"/>
                  <a:gd name="T1" fmla="*/ 170 h 26"/>
                  <a:gd name="T2" fmla="*/ 557 w 41"/>
                  <a:gd name="T3" fmla="*/ 486 h 26"/>
                  <a:gd name="T4" fmla="*/ 0 w 41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6">
                    <a:moveTo>
                      <a:pt x="40" y="9"/>
                    </a:moveTo>
                    <a:cubicBezTo>
                      <a:pt x="41" y="16"/>
                      <a:pt x="41" y="22"/>
                      <a:pt x="36" y="26"/>
                    </a:cubicBezTo>
                    <a:cubicBezTo>
                      <a:pt x="28" y="11"/>
                      <a:pt x="17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6" name="Freeform 6161">
                <a:extLst>
                  <a:ext uri="{FF2B5EF4-FFF2-40B4-BE49-F238E27FC236}">
                    <a16:creationId xmlns:a16="http://schemas.microsoft.com/office/drawing/2014/main" id="{03534512-9102-4D9A-85A5-2B8EED84C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613"/>
                <a:ext cx="83" cy="123"/>
              </a:xfrm>
              <a:custGeom>
                <a:avLst/>
                <a:gdLst>
                  <a:gd name="T0" fmla="*/ 493 w 33"/>
                  <a:gd name="T1" fmla="*/ 880 h 46"/>
                  <a:gd name="T2" fmla="*/ 0 w 33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6">
                    <a:moveTo>
                      <a:pt x="31" y="46"/>
                    </a:moveTo>
                    <a:cubicBezTo>
                      <a:pt x="33" y="25"/>
                      <a:pt x="15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7" name="Freeform 6162">
                <a:extLst>
                  <a:ext uri="{FF2B5EF4-FFF2-40B4-BE49-F238E27FC236}">
                    <a16:creationId xmlns:a16="http://schemas.microsoft.com/office/drawing/2014/main" id="{8D2ACC3C-F84F-4D45-B739-13BFA20BB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096"/>
                <a:ext cx="317" cy="181"/>
              </a:xfrm>
              <a:custGeom>
                <a:avLst/>
                <a:gdLst>
                  <a:gd name="T0" fmla="*/ 1974 w 127"/>
                  <a:gd name="T1" fmla="*/ 0 h 68"/>
                  <a:gd name="T2" fmla="*/ 449 w 127"/>
                  <a:gd name="T3" fmla="*/ 737 h 68"/>
                  <a:gd name="T4" fmla="*/ 12 w 127"/>
                  <a:gd name="T5" fmla="*/ 93 h 68"/>
                  <a:gd name="T6" fmla="*/ 0 w 127"/>
                  <a:gd name="T7" fmla="*/ 1283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68">
                    <a:moveTo>
                      <a:pt x="127" y="0"/>
                    </a:moveTo>
                    <a:cubicBezTo>
                      <a:pt x="111" y="40"/>
                      <a:pt x="72" y="48"/>
                      <a:pt x="29" y="39"/>
                    </a:cubicBezTo>
                    <a:cubicBezTo>
                      <a:pt x="4" y="34"/>
                      <a:pt x="20" y="15"/>
                      <a:pt x="1" y="5"/>
                    </a:cubicBezTo>
                    <a:cubicBezTo>
                      <a:pt x="16" y="21"/>
                      <a:pt x="9" y="50"/>
                      <a:pt x="0" y="68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8" name="Freeform 6163">
                <a:extLst>
                  <a:ext uri="{FF2B5EF4-FFF2-40B4-BE49-F238E27FC236}">
                    <a16:creationId xmlns:a16="http://schemas.microsoft.com/office/drawing/2014/main" id="{7B21847C-BD7B-4D46-A8F6-C3469C056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1448"/>
                <a:ext cx="198" cy="277"/>
              </a:xfrm>
              <a:custGeom>
                <a:avLst/>
                <a:gdLst>
                  <a:gd name="T0" fmla="*/ 50 w 79"/>
                  <a:gd name="T1" fmla="*/ 0 h 104"/>
                  <a:gd name="T2" fmla="*/ 930 w 79"/>
                  <a:gd name="T3" fmla="*/ 1001 h 104"/>
                  <a:gd name="T4" fmla="*/ 1025 w 79"/>
                  <a:gd name="T5" fmla="*/ 1966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04">
                    <a:moveTo>
                      <a:pt x="3" y="0"/>
                    </a:moveTo>
                    <a:cubicBezTo>
                      <a:pt x="0" y="39"/>
                      <a:pt x="33" y="35"/>
                      <a:pt x="59" y="53"/>
                    </a:cubicBezTo>
                    <a:cubicBezTo>
                      <a:pt x="79" y="66"/>
                      <a:pt x="75" y="84"/>
                      <a:pt x="65" y="104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9" name="Freeform 6164">
                <a:extLst>
                  <a:ext uri="{FF2B5EF4-FFF2-40B4-BE49-F238E27FC236}">
                    <a16:creationId xmlns:a16="http://schemas.microsoft.com/office/drawing/2014/main" id="{0FB747F7-2819-461A-83A2-05D4409F2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392"/>
                <a:ext cx="85" cy="123"/>
              </a:xfrm>
              <a:custGeom>
                <a:avLst/>
                <a:gdLst>
                  <a:gd name="T0" fmla="*/ 20 w 34"/>
                  <a:gd name="T1" fmla="*/ 0 h 46"/>
                  <a:gd name="T2" fmla="*/ 363 w 34"/>
                  <a:gd name="T3" fmla="*/ 422 h 46"/>
                  <a:gd name="T4" fmla="*/ 533 w 34"/>
                  <a:gd name="T5" fmla="*/ 88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6">
                    <a:moveTo>
                      <a:pt x="1" y="0"/>
                    </a:moveTo>
                    <a:cubicBezTo>
                      <a:pt x="0" y="16"/>
                      <a:pt x="14" y="16"/>
                      <a:pt x="23" y="22"/>
                    </a:cubicBezTo>
                    <a:cubicBezTo>
                      <a:pt x="31" y="27"/>
                      <a:pt x="33" y="37"/>
                      <a:pt x="34" y="46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0" name="Freeform 6165">
                <a:extLst>
                  <a:ext uri="{FF2B5EF4-FFF2-40B4-BE49-F238E27FC236}">
                    <a16:creationId xmlns:a16="http://schemas.microsoft.com/office/drawing/2014/main" id="{403110A1-4CE4-441B-80E6-F72121BA0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1891"/>
                <a:ext cx="105" cy="29"/>
              </a:xfrm>
              <a:custGeom>
                <a:avLst/>
                <a:gdLst>
                  <a:gd name="T0" fmla="*/ 0 w 42"/>
                  <a:gd name="T1" fmla="*/ 200 h 11"/>
                  <a:gd name="T2" fmla="*/ 658 w 42"/>
                  <a:gd name="T3" fmla="*/ 1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1">
                    <a:moveTo>
                      <a:pt x="0" y="11"/>
                    </a:moveTo>
                    <a:cubicBezTo>
                      <a:pt x="13" y="10"/>
                      <a:pt x="30" y="0"/>
                      <a:pt x="42" y="7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1" name="Freeform 6166">
                <a:extLst>
                  <a:ext uri="{FF2B5EF4-FFF2-40B4-BE49-F238E27FC236}">
                    <a16:creationId xmlns:a16="http://schemas.microsoft.com/office/drawing/2014/main" id="{6AD97823-6BAC-4646-B263-4CA3C66A0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107"/>
                <a:ext cx="13" cy="72"/>
              </a:xfrm>
              <a:custGeom>
                <a:avLst/>
                <a:gdLst>
                  <a:gd name="T0" fmla="*/ 68 w 5"/>
                  <a:gd name="T1" fmla="*/ 0 h 27"/>
                  <a:gd name="T2" fmla="*/ 88 w 5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4" y="0"/>
                    </a:moveTo>
                    <a:cubicBezTo>
                      <a:pt x="0" y="9"/>
                      <a:pt x="3" y="19"/>
                      <a:pt x="5" y="27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2" name="Freeform 6167">
                <a:extLst>
                  <a:ext uri="{FF2B5EF4-FFF2-40B4-BE49-F238E27FC236}">
                    <a16:creationId xmlns:a16="http://schemas.microsoft.com/office/drawing/2014/main" id="{E19522AA-2D18-4534-96C8-D16D370A0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176"/>
                <a:ext cx="55" cy="32"/>
              </a:xfrm>
              <a:custGeom>
                <a:avLst/>
                <a:gdLst>
                  <a:gd name="T0" fmla="*/ 0 w 22"/>
                  <a:gd name="T1" fmla="*/ 0 h 12"/>
                  <a:gd name="T2" fmla="*/ 345 w 2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8" y="4"/>
                      <a:pt x="19" y="2"/>
                      <a:pt x="22" y="12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3" name="Freeform 6168">
                <a:extLst>
                  <a:ext uri="{FF2B5EF4-FFF2-40B4-BE49-F238E27FC236}">
                    <a16:creationId xmlns:a16="http://schemas.microsoft.com/office/drawing/2014/main" id="{6459FAE4-7235-4AA2-922A-6EDB76C87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571"/>
                <a:ext cx="65" cy="42"/>
              </a:xfrm>
              <a:custGeom>
                <a:avLst/>
                <a:gdLst>
                  <a:gd name="T0" fmla="*/ 0 w 26"/>
                  <a:gd name="T1" fmla="*/ 34 h 16"/>
                  <a:gd name="T2" fmla="*/ 408 w 26"/>
                  <a:gd name="T3" fmla="*/ 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6">
                    <a:moveTo>
                      <a:pt x="0" y="2"/>
                    </a:moveTo>
                    <a:cubicBezTo>
                      <a:pt x="6" y="16"/>
                      <a:pt x="16" y="0"/>
                      <a:pt x="26" y="5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4" name="Freeform 6169">
                <a:extLst>
                  <a:ext uri="{FF2B5EF4-FFF2-40B4-BE49-F238E27FC236}">
                    <a16:creationId xmlns:a16="http://schemas.microsoft.com/office/drawing/2014/main" id="{2FDDA097-78C6-454F-B4D7-528B8D52E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859"/>
                <a:ext cx="37" cy="13"/>
              </a:xfrm>
              <a:custGeom>
                <a:avLst/>
                <a:gdLst>
                  <a:gd name="T0" fmla="*/ 0 w 15"/>
                  <a:gd name="T1" fmla="*/ 88 h 5"/>
                  <a:gd name="T2" fmla="*/ 224 w 15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4" y="0"/>
                      <a:pt x="10" y="1"/>
                      <a:pt x="15" y="2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5" name="Freeform 6170">
                <a:extLst>
                  <a:ext uri="{FF2B5EF4-FFF2-40B4-BE49-F238E27FC236}">
                    <a16:creationId xmlns:a16="http://schemas.microsoft.com/office/drawing/2014/main" id="{81B6D683-17A8-44C0-A3E0-152CE6BDE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277"/>
                <a:ext cx="93" cy="30"/>
              </a:xfrm>
              <a:custGeom>
                <a:avLst/>
                <a:gdLst>
                  <a:gd name="T0" fmla="*/ 0 w 37"/>
                  <a:gd name="T1" fmla="*/ 0 h 11"/>
                  <a:gd name="T2" fmla="*/ 588 w 37"/>
                  <a:gd name="T3" fmla="*/ 12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0" y="0"/>
                    </a:moveTo>
                    <a:cubicBezTo>
                      <a:pt x="7" y="7"/>
                      <a:pt x="28" y="11"/>
                      <a:pt x="37" y="6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6" name="Freeform 6171">
                <a:extLst>
                  <a:ext uri="{FF2B5EF4-FFF2-40B4-BE49-F238E27FC236}">
                    <a16:creationId xmlns:a16="http://schemas.microsoft.com/office/drawing/2014/main" id="{57DE19B6-CC9F-4083-A47F-1CF9CA479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725"/>
                <a:ext cx="52" cy="96"/>
              </a:xfrm>
              <a:custGeom>
                <a:avLst/>
                <a:gdLst>
                  <a:gd name="T0" fmla="*/ 0 w 21"/>
                  <a:gd name="T1" fmla="*/ 683 h 36"/>
                  <a:gd name="T2" fmla="*/ 319 w 21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0" y="36"/>
                    </a:moveTo>
                    <a:cubicBezTo>
                      <a:pt x="2" y="20"/>
                      <a:pt x="11" y="11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7" name="Freeform 6172">
                <a:extLst>
                  <a:ext uri="{FF2B5EF4-FFF2-40B4-BE49-F238E27FC236}">
                    <a16:creationId xmlns:a16="http://schemas.microsoft.com/office/drawing/2014/main" id="{BFD865CE-78B5-425A-BE0C-434E94EC1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147"/>
                <a:ext cx="302" cy="477"/>
              </a:xfrm>
              <a:custGeom>
                <a:avLst/>
                <a:gdLst>
                  <a:gd name="T0" fmla="*/ 1775 w 121"/>
                  <a:gd name="T1" fmla="*/ 0 h 179"/>
                  <a:gd name="T2" fmla="*/ 1807 w 121"/>
                  <a:gd name="T3" fmla="*/ 794 h 179"/>
                  <a:gd name="T4" fmla="*/ 1495 w 121"/>
                  <a:gd name="T5" fmla="*/ 1327 h 179"/>
                  <a:gd name="T6" fmla="*/ 904 w 121"/>
                  <a:gd name="T7" fmla="*/ 965 h 179"/>
                  <a:gd name="T8" fmla="*/ 946 w 121"/>
                  <a:gd name="T9" fmla="*/ 1284 h 179"/>
                  <a:gd name="T10" fmla="*/ 791 w 121"/>
                  <a:gd name="T11" fmla="*/ 2572 h 179"/>
                  <a:gd name="T12" fmla="*/ 374 w 121"/>
                  <a:gd name="T13" fmla="*/ 3272 h 179"/>
                  <a:gd name="T14" fmla="*/ 0 w 121"/>
                  <a:gd name="T15" fmla="*/ 3238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" h="179">
                    <a:moveTo>
                      <a:pt x="114" y="0"/>
                    </a:moveTo>
                    <a:cubicBezTo>
                      <a:pt x="117" y="14"/>
                      <a:pt x="121" y="29"/>
                      <a:pt x="116" y="42"/>
                    </a:cubicBezTo>
                    <a:cubicBezTo>
                      <a:pt x="109" y="57"/>
                      <a:pt x="108" y="60"/>
                      <a:pt x="96" y="70"/>
                    </a:cubicBezTo>
                    <a:cubicBezTo>
                      <a:pt x="79" y="82"/>
                      <a:pt x="74" y="56"/>
                      <a:pt x="58" y="51"/>
                    </a:cubicBezTo>
                    <a:cubicBezTo>
                      <a:pt x="50" y="49"/>
                      <a:pt x="58" y="63"/>
                      <a:pt x="61" y="68"/>
                    </a:cubicBezTo>
                    <a:cubicBezTo>
                      <a:pt x="77" y="91"/>
                      <a:pt x="54" y="124"/>
                      <a:pt x="51" y="136"/>
                    </a:cubicBezTo>
                    <a:cubicBezTo>
                      <a:pt x="48" y="147"/>
                      <a:pt x="34" y="167"/>
                      <a:pt x="24" y="173"/>
                    </a:cubicBezTo>
                    <a:cubicBezTo>
                      <a:pt x="16" y="179"/>
                      <a:pt x="9" y="176"/>
                      <a:pt x="0" y="17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8" name="Freeform 6173">
                <a:extLst>
                  <a:ext uri="{FF2B5EF4-FFF2-40B4-BE49-F238E27FC236}">
                    <a16:creationId xmlns:a16="http://schemas.microsoft.com/office/drawing/2014/main" id="{49C7509E-4B35-4BA3-BE22-0A7BE60B0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744"/>
                <a:ext cx="145" cy="320"/>
              </a:xfrm>
              <a:custGeom>
                <a:avLst/>
                <a:gdLst>
                  <a:gd name="T0" fmla="*/ 375 w 58"/>
                  <a:gd name="T1" fmla="*/ 77 h 120"/>
                  <a:gd name="T2" fmla="*/ 813 w 58"/>
                  <a:gd name="T3" fmla="*/ 435 h 120"/>
                  <a:gd name="T4" fmla="*/ 800 w 58"/>
                  <a:gd name="T5" fmla="*/ 1536 h 120"/>
                  <a:gd name="T6" fmla="*/ 220 w 58"/>
                  <a:gd name="T7" fmla="*/ 1728 h 120"/>
                  <a:gd name="T8" fmla="*/ 0 w 58"/>
                  <a:gd name="T9" fmla="*/ 2275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20">
                    <a:moveTo>
                      <a:pt x="24" y="4"/>
                    </a:moveTo>
                    <a:cubicBezTo>
                      <a:pt x="39" y="14"/>
                      <a:pt x="49" y="0"/>
                      <a:pt x="52" y="23"/>
                    </a:cubicBezTo>
                    <a:cubicBezTo>
                      <a:pt x="54" y="39"/>
                      <a:pt x="58" y="66"/>
                      <a:pt x="51" y="81"/>
                    </a:cubicBezTo>
                    <a:cubicBezTo>
                      <a:pt x="42" y="100"/>
                      <a:pt x="28" y="88"/>
                      <a:pt x="14" y="91"/>
                    </a:cubicBezTo>
                    <a:cubicBezTo>
                      <a:pt x="1" y="94"/>
                      <a:pt x="0" y="109"/>
                      <a:pt x="0" y="12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9" name="Freeform 6174">
                <a:extLst>
                  <a:ext uri="{FF2B5EF4-FFF2-40B4-BE49-F238E27FC236}">
                    <a16:creationId xmlns:a16="http://schemas.microsoft.com/office/drawing/2014/main" id="{20A49FDC-3DD3-4172-9C2A-BD4F4EB8E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811"/>
                <a:ext cx="123" cy="362"/>
              </a:xfrm>
              <a:custGeom>
                <a:avLst/>
                <a:gdLst>
                  <a:gd name="T0" fmla="*/ 505 w 49"/>
                  <a:gd name="T1" fmla="*/ 0 h 136"/>
                  <a:gd name="T2" fmla="*/ 251 w 49"/>
                  <a:gd name="T3" fmla="*/ 474 h 136"/>
                  <a:gd name="T4" fmla="*/ 50 w 49"/>
                  <a:gd name="T5" fmla="*/ 1147 h 136"/>
                  <a:gd name="T6" fmla="*/ 271 w 49"/>
                  <a:gd name="T7" fmla="*/ 1757 h 136"/>
                  <a:gd name="T8" fmla="*/ 693 w 49"/>
                  <a:gd name="T9" fmla="*/ 2089 h 136"/>
                  <a:gd name="T10" fmla="*/ 585 w 49"/>
                  <a:gd name="T11" fmla="*/ 2566 h 1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36">
                    <a:moveTo>
                      <a:pt x="32" y="0"/>
                    </a:moveTo>
                    <a:cubicBezTo>
                      <a:pt x="30" y="10"/>
                      <a:pt x="21" y="17"/>
                      <a:pt x="16" y="25"/>
                    </a:cubicBezTo>
                    <a:cubicBezTo>
                      <a:pt x="10" y="36"/>
                      <a:pt x="6" y="48"/>
                      <a:pt x="3" y="61"/>
                    </a:cubicBezTo>
                    <a:cubicBezTo>
                      <a:pt x="0" y="75"/>
                      <a:pt x="4" y="84"/>
                      <a:pt x="17" y="93"/>
                    </a:cubicBezTo>
                    <a:cubicBezTo>
                      <a:pt x="27" y="101"/>
                      <a:pt x="38" y="98"/>
                      <a:pt x="44" y="111"/>
                    </a:cubicBezTo>
                    <a:cubicBezTo>
                      <a:pt x="49" y="121"/>
                      <a:pt x="47" y="132"/>
                      <a:pt x="37" y="136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0" name="Freeform 6175">
                <a:extLst>
                  <a:ext uri="{FF2B5EF4-FFF2-40B4-BE49-F238E27FC236}">
                    <a16:creationId xmlns:a16="http://schemas.microsoft.com/office/drawing/2014/main" id="{23035AEC-F2D1-4A3A-9765-D33B523A9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581"/>
                <a:ext cx="120" cy="267"/>
              </a:xfrm>
              <a:custGeom>
                <a:avLst/>
                <a:gdLst>
                  <a:gd name="T0" fmla="*/ 0 w 48"/>
                  <a:gd name="T1" fmla="*/ 77 h 100"/>
                  <a:gd name="T2" fmla="*/ 395 w 48"/>
                  <a:gd name="T3" fmla="*/ 171 h 100"/>
                  <a:gd name="T4" fmla="*/ 563 w 48"/>
                  <a:gd name="T5" fmla="*/ 820 h 100"/>
                  <a:gd name="T6" fmla="*/ 750 w 48"/>
                  <a:gd name="T7" fmla="*/ 1370 h 100"/>
                  <a:gd name="T8" fmla="*/ 595 w 48"/>
                  <a:gd name="T9" fmla="*/ 190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100">
                    <a:moveTo>
                      <a:pt x="0" y="4"/>
                    </a:moveTo>
                    <a:cubicBezTo>
                      <a:pt x="9" y="4"/>
                      <a:pt x="19" y="0"/>
                      <a:pt x="25" y="9"/>
                    </a:cubicBezTo>
                    <a:cubicBezTo>
                      <a:pt x="31" y="17"/>
                      <a:pt x="31" y="34"/>
                      <a:pt x="36" y="43"/>
                    </a:cubicBezTo>
                    <a:cubicBezTo>
                      <a:pt x="40" y="53"/>
                      <a:pt x="48" y="62"/>
                      <a:pt x="48" y="72"/>
                    </a:cubicBezTo>
                    <a:cubicBezTo>
                      <a:pt x="48" y="79"/>
                      <a:pt x="42" y="93"/>
                      <a:pt x="38" y="10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1" name="Freeform 6176">
                <a:extLst>
                  <a:ext uri="{FF2B5EF4-FFF2-40B4-BE49-F238E27FC236}">
                    <a16:creationId xmlns:a16="http://schemas.microsoft.com/office/drawing/2014/main" id="{1A1B40D7-C42A-469C-8E75-12DDCE55A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885"/>
                <a:ext cx="420" cy="155"/>
              </a:xfrm>
              <a:custGeom>
                <a:avLst/>
                <a:gdLst>
                  <a:gd name="T0" fmla="*/ 145 w 168"/>
                  <a:gd name="T1" fmla="*/ 901 h 58"/>
                  <a:gd name="T2" fmla="*/ 813 w 168"/>
                  <a:gd name="T3" fmla="*/ 307 h 58"/>
                  <a:gd name="T4" fmla="*/ 1583 w 168"/>
                  <a:gd name="T5" fmla="*/ 991 h 58"/>
                  <a:gd name="T6" fmla="*/ 1925 w 168"/>
                  <a:gd name="T7" fmla="*/ 628 h 58"/>
                  <a:gd name="T8" fmla="*/ 2313 w 168"/>
                  <a:gd name="T9" fmla="*/ 820 h 58"/>
                  <a:gd name="T10" fmla="*/ 2613 w 168"/>
                  <a:gd name="T11" fmla="*/ 94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8" h="58">
                    <a:moveTo>
                      <a:pt x="9" y="47"/>
                    </a:moveTo>
                    <a:cubicBezTo>
                      <a:pt x="0" y="22"/>
                      <a:pt x="31" y="0"/>
                      <a:pt x="52" y="16"/>
                    </a:cubicBezTo>
                    <a:cubicBezTo>
                      <a:pt x="64" y="26"/>
                      <a:pt x="82" y="58"/>
                      <a:pt x="101" y="52"/>
                    </a:cubicBezTo>
                    <a:cubicBezTo>
                      <a:pt x="112" y="49"/>
                      <a:pt x="111" y="35"/>
                      <a:pt x="123" y="33"/>
                    </a:cubicBezTo>
                    <a:cubicBezTo>
                      <a:pt x="132" y="31"/>
                      <a:pt x="139" y="42"/>
                      <a:pt x="148" y="43"/>
                    </a:cubicBezTo>
                    <a:cubicBezTo>
                      <a:pt x="165" y="46"/>
                      <a:pt x="168" y="18"/>
                      <a:pt x="167" y="5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2" name="Freeform 6177">
                <a:extLst>
                  <a:ext uri="{FF2B5EF4-FFF2-40B4-BE49-F238E27FC236}">
                    <a16:creationId xmlns:a16="http://schemas.microsoft.com/office/drawing/2014/main" id="{BE2AB800-E8A1-44E0-8167-1DEBF61D4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864"/>
                <a:ext cx="132" cy="59"/>
              </a:xfrm>
              <a:custGeom>
                <a:avLst/>
                <a:gdLst>
                  <a:gd name="T0" fmla="*/ 0 w 53"/>
                  <a:gd name="T1" fmla="*/ 21 h 22"/>
                  <a:gd name="T2" fmla="*/ 478 w 53"/>
                  <a:gd name="T3" fmla="*/ 402 h 22"/>
                  <a:gd name="T4" fmla="*/ 819 w 5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2">
                    <a:moveTo>
                      <a:pt x="0" y="1"/>
                    </a:moveTo>
                    <a:cubicBezTo>
                      <a:pt x="6" y="12"/>
                      <a:pt x="17" y="22"/>
                      <a:pt x="31" y="21"/>
                    </a:cubicBezTo>
                    <a:cubicBezTo>
                      <a:pt x="41" y="20"/>
                      <a:pt x="47" y="9"/>
                      <a:pt x="53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3" name="Freeform 6178">
                <a:extLst>
                  <a:ext uri="{FF2B5EF4-FFF2-40B4-BE49-F238E27FC236}">
                    <a16:creationId xmlns:a16="http://schemas.microsoft.com/office/drawing/2014/main" id="{4243534B-26FA-4C93-9A2B-9BC8D126C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2280"/>
                <a:ext cx="125" cy="280"/>
              </a:xfrm>
              <a:custGeom>
                <a:avLst/>
                <a:gdLst>
                  <a:gd name="T0" fmla="*/ 158 w 50"/>
                  <a:gd name="T1" fmla="*/ 93 h 105"/>
                  <a:gd name="T2" fmla="*/ 625 w 50"/>
                  <a:gd name="T3" fmla="*/ 397 h 105"/>
                  <a:gd name="T4" fmla="*/ 708 w 50"/>
                  <a:gd name="T5" fmla="*/ 1139 h 105"/>
                  <a:gd name="T6" fmla="*/ 158 w 50"/>
                  <a:gd name="T7" fmla="*/ 1992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05">
                    <a:moveTo>
                      <a:pt x="10" y="5"/>
                    </a:moveTo>
                    <a:cubicBezTo>
                      <a:pt x="30" y="5"/>
                      <a:pt x="31" y="0"/>
                      <a:pt x="40" y="21"/>
                    </a:cubicBezTo>
                    <a:cubicBezTo>
                      <a:pt x="45" y="35"/>
                      <a:pt x="50" y="46"/>
                      <a:pt x="45" y="60"/>
                    </a:cubicBezTo>
                    <a:cubicBezTo>
                      <a:pt x="37" y="84"/>
                      <a:pt x="0" y="74"/>
                      <a:pt x="10" y="105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4" name="Freeform 6179">
                <a:extLst>
                  <a:ext uri="{FF2B5EF4-FFF2-40B4-BE49-F238E27FC236}">
                    <a16:creationId xmlns:a16="http://schemas.microsoft.com/office/drawing/2014/main" id="{65D72208-A8E9-4408-88A9-B82839D92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965"/>
                <a:ext cx="282" cy="198"/>
              </a:xfrm>
              <a:custGeom>
                <a:avLst/>
                <a:gdLst>
                  <a:gd name="T0" fmla="*/ 155 w 113"/>
                  <a:gd name="T1" fmla="*/ 94 h 74"/>
                  <a:gd name="T2" fmla="*/ 591 w 113"/>
                  <a:gd name="T3" fmla="*/ 94 h 74"/>
                  <a:gd name="T4" fmla="*/ 624 w 113"/>
                  <a:gd name="T5" fmla="*/ 458 h 74"/>
                  <a:gd name="T6" fmla="*/ 217 w 113"/>
                  <a:gd name="T7" fmla="*/ 538 h 74"/>
                  <a:gd name="T8" fmla="*/ 30 w 113"/>
                  <a:gd name="T9" fmla="*/ 859 h 74"/>
                  <a:gd name="T10" fmla="*/ 636 w 113"/>
                  <a:gd name="T11" fmla="*/ 1359 h 74"/>
                  <a:gd name="T12" fmla="*/ 1682 w 113"/>
                  <a:gd name="T13" fmla="*/ 902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74">
                    <a:moveTo>
                      <a:pt x="10" y="5"/>
                    </a:moveTo>
                    <a:cubicBezTo>
                      <a:pt x="17" y="6"/>
                      <a:pt x="32" y="0"/>
                      <a:pt x="38" y="5"/>
                    </a:cubicBezTo>
                    <a:cubicBezTo>
                      <a:pt x="42" y="8"/>
                      <a:pt x="44" y="19"/>
                      <a:pt x="40" y="24"/>
                    </a:cubicBezTo>
                    <a:cubicBezTo>
                      <a:pt x="36" y="29"/>
                      <a:pt x="21" y="25"/>
                      <a:pt x="14" y="28"/>
                    </a:cubicBezTo>
                    <a:cubicBezTo>
                      <a:pt x="3" y="31"/>
                      <a:pt x="3" y="34"/>
                      <a:pt x="2" y="45"/>
                    </a:cubicBezTo>
                    <a:cubicBezTo>
                      <a:pt x="0" y="72"/>
                      <a:pt x="18" y="74"/>
                      <a:pt x="41" y="71"/>
                    </a:cubicBezTo>
                    <a:cubicBezTo>
                      <a:pt x="55" y="70"/>
                      <a:pt x="113" y="71"/>
                      <a:pt x="108" y="47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5" name="Freeform 6180">
                <a:extLst>
                  <a:ext uri="{FF2B5EF4-FFF2-40B4-BE49-F238E27FC236}">
                    <a16:creationId xmlns:a16="http://schemas.microsoft.com/office/drawing/2014/main" id="{18970B25-9271-4043-918D-17F5CD3DC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3059"/>
                <a:ext cx="30" cy="37"/>
              </a:xfrm>
              <a:custGeom>
                <a:avLst/>
                <a:gdLst>
                  <a:gd name="T0" fmla="*/ 0 w 12"/>
                  <a:gd name="T1" fmla="*/ 259 h 14"/>
                  <a:gd name="T2" fmla="*/ 188 w 1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2" y="8"/>
                      <a:pt x="8" y="5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6" name="Freeform 6181">
                <a:extLst>
                  <a:ext uri="{FF2B5EF4-FFF2-40B4-BE49-F238E27FC236}">
                    <a16:creationId xmlns:a16="http://schemas.microsoft.com/office/drawing/2014/main" id="{E3B81325-61EE-4319-8F8F-1C752C5D5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627"/>
                <a:ext cx="150" cy="181"/>
              </a:xfrm>
              <a:custGeom>
                <a:avLst/>
                <a:gdLst>
                  <a:gd name="T0" fmla="*/ 270 w 60"/>
                  <a:gd name="T1" fmla="*/ 1283 h 68"/>
                  <a:gd name="T2" fmla="*/ 270 w 60"/>
                  <a:gd name="T3" fmla="*/ 418 h 68"/>
                  <a:gd name="T4" fmla="*/ 595 w 60"/>
                  <a:gd name="T5" fmla="*/ 77 h 68"/>
                  <a:gd name="T6" fmla="*/ 938 w 60"/>
                  <a:gd name="T7" fmla="*/ 192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68">
                    <a:moveTo>
                      <a:pt x="17" y="68"/>
                    </a:moveTo>
                    <a:cubicBezTo>
                      <a:pt x="0" y="61"/>
                      <a:pt x="6" y="33"/>
                      <a:pt x="17" y="22"/>
                    </a:cubicBezTo>
                    <a:cubicBezTo>
                      <a:pt x="21" y="17"/>
                      <a:pt x="33" y="6"/>
                      <a:pt x="38" y="4"/>
                    </a:cubicBezTo>
                    <a:cubicBezTo>
                      <a:pt x="47" y="0"/>
                      <a:pt x="52" y="7"/>
                      <a:pt x="60" y="1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7" name="Freeform 6182">
                <a:extLst>
                  <a:ext uri="{FF2B5EF4-FFF2-40B4-BE49-F238E27FC236}">
                    <a16:creationId xmlns:a16="http://schemas.microsoft.com/office/drawing/2014/main" id="{3CEF871F-AF6F-44B9-80D3-3FEC27058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317"/>
                <a:ext cx="83" cy="291"/>
              </a:xfrm>
              <a:custGeom>
                <a:avLst/>
                <a:gdLst>
                  <a:gd name="T0" fmla="*/ 126 w 33"/>
                  <a:gd name="T1" fmla="*/ 0 h 109"/>
                  <a:gd name="T2" fmla="*/ 463 w 33"/>
                  <a:gd name="T3" fmla="*/ 435 h 109"/>
                  <a:gd name="T4" fmla="*/ 506 w 33"/>
                  <a:gd name="T5" fmla="*/ 1084 h 109"/>
                  <a:gd name="T6" fmla="*/ 0 w 33"/>
                  <a:gd name="T7" fmla="*/ 2074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09">
                    <a:moveTo>
                      <a:pt x="8" y="0"/>
                    </a:moveTo>
                    <a:cubicBezTo>
                      <a:pt x="22" y="8"/>
                      <a:pt x="25" y="6"/>
                      <a:pt x="29" y="23"/>
                    </a:cubicBezTo>
                    <a:cubicBezTo>
                      <a:pt x="31" y="34"/>
                      <a:pt x="33" y="45"/>
                      <a:pt x="32" y="57"/>
                    </a:cubicBezTo>
                    <a:cubicBezTo>
                      <a:pt x="31" y="83"/>
                      <a:pt x="27" y="103"/>
                      <a:pt x="0" y="10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8" name="Freeform 6183">
                <a:extLst>
                  <a:ext uri="{FF2B5EF4-FFF2-40B4-BE49-F238E27FC236}">
                    <a16:creationId xmlns:a16="http://schemas.microsoft.com/office/drawing/2014/main" id="{B0B7D343-FC5A-4341-830E-4446167CD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472"/>
                <a:ext cx="72" cy="256"/>
              </a:xfrm>
              <a:custGeom>
                <a:avLst/>
                <a:gdLst>
                  <a:gd name="T0" fmla="*/ 444 w 29"/>
                  <a:gd name="T1" fmla="*/ 0 h 96"/>
                  <a:gd name="T2" fmla="*/ 12 w 29"/>
                  <a:gd name="T3" fmla="*/ 1101 h 96"/>
                  <a:gd name="T4" fmla="*/ 290 w 29"/>
                  <a:gd name="T5" fmla="*/ 1651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96">
                    <a:moveTo>
                      <a:pt x="29" y="0"/>
                    </a:moveTo>
                    <a:cubicBezTo>
                      <a:pt x="2" y="9"/>
                      <a:pt x="0" y="31"/>
                      <a:pt x="1" y="58"/>
                    </a:cubicBezTo>
                    <a:cubicBezTo>
                      <a:pt x="2" y="65"/>
                      <a:pt x="6" y="96"/>
                      <a:pt x="19" y="87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9" name="Freeform 6184">
                <a:extLst>
                  <a:ext uri="{FF2B5EF4-FFF2-40B4-BE49-F238E27FC236}">
                    <a16:creationId xmlns:a16="http://schemas.microsoft.com/office/drawing/2014/main" id="{0B8C5C80-63B5-41B9-8661-B472BFE4F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405"/>
                <a:ext cx="55" cy="91"/>
              </a:xfrm>
              <a:custGeom>
                <a:avLst/>
                <a:gdLst>
                  <a:gd name="T0" fmla="*/ 345 w 22"/>
                  <a:gd name="T1" fmla="*/ 653 h 34"/>
                  <a:gd name="T2" fmla="*/ 0 w 22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4">
                    <a:moveTo>
                      <a:pt x="22" y="34"/>
                    </a:moveTo>
                    <a:cubicBezTo>
                      <a:pt x="8" y="29"/>
                      <a:pt x="8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0" name="Freeform 6185">
                <a:extLst>
                  <a:ext uri="{FF2B5EF4-FFF2-40B4-BE49-F238E27FC236}">
                    <a16:creationId xmlns:a16="http://schemas.microsoft.com/office/drawing/2014/main" id="{95BFB2B2-E86E-4162-BA3C-36A052B12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56"/>
                <a:ext cx="103" cy="120"/>
              </a:xfrm>
              <a:custGeom>
                <a:avLst/>
                <a:gdLst>
                  <a:gd name="T0" fmla="*/ 651 w 41"/>
                  <a:gd name="T1" fmla="*/ 0 h 45"/>
                  <a:gd name="T2" fmla="*/ 20 w 41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5">
                    <a:moveTo>
                      <a:pt x="41" y="0"/>
                    </a:moveTo>
                    <a:cubicBezTo>
                      <a:pt x="23" y="13"/>
                      <a:pt x="0" y="17"/>
                      <a:pt x="1" y="45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1" name="Freeform 6186">
                <a:extLst>
                  <a:ext uri="{FF2B5EF4-FFF2-40B4-BE49-F238E27FC236}">
                    <a16:creationId xmlns:a16="http://schemas.microsoft.com/office/drawing/2014/main" id="{94885EFC-CC06-424B-A3BA-1F1C56013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40"/>
                <a:ext cx="77" cy="51"/>
              </a:xfrm>
              <a:custGeom>
                <a:avLst/>
                <a:gdLst>
                  <a:gd name="T0" fmla="*/ 0 w 31"/>
                  <a:gd name="T1" fmla="*/ 368 h 19"/>
                  <a:gd name="T2" fmla="*/ 474 w 31"/>
                  <a:gd name="T3" fmla="*/ 21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9">
                    <a:moveTo>
                      <a:pt x="0" y="19"/>
                    </a:moveTo>
                    <a:cubicBezTo>
                      <a:pt x="10" y="14"/>
                      <a:pt x="14" y="0"/>
                      <a:pt x="31" y="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2" name="Freeform 6187">
                <a:extLst>
                  <a:ext uri="{FF2B5EF4-FFF2-40B4-BE49-F238E27FC236}">
                    <a16:creationId xmlns:a16="http://schemas.microsoft.com/office/drawing/2014/main" id="{F352AE53-FBA8-41DA-B31C-01873F4C7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1773"/>
                <a:ext cx="85" cy="224"/>
              </a:xfrm>
              <a:custGeom>
                <a:avLst/>
                <a:gdLst>
                  <a:gd name="T0" fmla="*/ 533 w 34"/>
                  <a:gd name="T1" fmla="*/ 0 h 84"/>
                  <a:gd name="T2" fmla="*/ 438 w 34"/>
                  <a:gd name="T3" fmla="*/ 1592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84">
                    <a:moveTo>
                      <a:pt x="34" y="0"/>
                    </a:moveTo>
                    <a:cubicBezTo>
                      <a:pt x="8" y="3"/>
                      <a:pt x="0" y="82"/>
                      <a:pt x="28" y="84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3" name="Freeform 6188">
                <a:extLst>
                  <a:ext uri="{FF2B5EF4-FFF2-40B4-BE49-F238E27FC236}">
                    <a16:creationId xmlns:a16="http://schemas.microsoft.com/office/drawing/2014/main" id="{8D8B9270-9FFB-45A6-93B5-A548E43E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944"/>
                <a:ext cx="80" cy="205"/>
              </a:xfrm>
              <a:custGeom>
                <a:avLst/>
                <a:gdLst>
                  <a:gd name="T0" fmla="*/ 313 w 32"/>
                  <a:gd name="T1" fmla="*/ 0 h 77"/>
                  <a:gd name="T2" fmla="*/ 500 w 32"/>
                  <a:gd name="T3" fmla="*/ 1454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77">
                    <a:moveTo>
                      <a:pt x="20" y="0"/>
                    </a:moveTo>
                    <a:cubicBezTo>
                      <a:pt x="5" y="21"/>
                      <a:pt x="0" y="69"/>
                      <a:pt x="32" y="77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4" name="Freeform 6189">
                <a:extLst>
                  <a:ext uri="{FF2B5EF4-FFF2-40B4-BE49-F238E27FC236}">
                    <a16:creationId xmlns:a16="http://schemas.microsoft.com/office/drawing/2014/main" id="{893FF801-C6AC-4CB6-8502-F5CE014B6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725"/>
                <a:ext cx="57" cy="94"/>
              </a:xfrm>
              <a:custGeom>
                <a:avLst/>
                <a:gdLst>
                  <a:gd name="T0" fmla="*/ 349 w 23"/>
                  <a:gd name="T1" fmla="*/ 677 h 35"/>
                  <a:gd name="T2" fmla="*/ 124 w 23"/>
                  <a:gd name="T3" fmla="*/ 231 h 35"/>
                  <a:gd name="T4" fmla="*/ 0 w 23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5">
                    <a:moveTo>
                      <a:pt x="23" y="35"/>
                    </a:moveTo>
                    <a:cubicBezTo>
                      <a:pt x="22" y="24"/>
                      <a:pt x="14" y="19"/>
                      <a:pt x="8" y="12"/>
                    </a:cubicBezTo>
                    <a:cubicBezTo>
                      <a:pt x="5" y="8"/>
                      <a:pt x="3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5" name="Freeform 6190">
                <a:extLst>
                  <a:ext uri="{FF2B5EF4-FFF2-40B4-BE49-F238E27FC236}">
                    <a16:creationId xmlns:a16="http://schemas.microsoft.com/office/drawing/2014/main" id="{320DD7E4-F70E-4C12-8779-87749A4C1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085"/>
                <a:ext cx="90" cy="32"/>
              </a:xfrm>
              <a:custGeom>
                <a:avLst/>
                <a:gdLst>
                  <a:gd name="T0" fmla="*/ 0 w 36"/>
                  <a:gd name="T1" fmla="*/ 0 h 12"/>
                  <a:gd name="T2" fmla="*/ 563 w 36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2">
                    <a:moveTo>
                      <a:pt x="0" y="0"/>
                    </a:moveTo>
                    <a:cubicBezTo>
                      <a:pt x="11" y="0"/>
                      <a:pt x="28" y="3"/>
                      <a:pt x="36" y="12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6" name="Freeform 6191">
                <a:extLst>
                  <a:ext uri="{FF2B5EF4-FFF2-40B4-BE49-F238E27FC236}">
                    <a16:creationId xmlns:a16="http://schemas.microsoft.com/office/drawing/2014/main" id="{6411BA8B-7577-4AF5-973B-C14094934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096"/>
                <a:ext cx="43" cy="131"/>
              </a:xfrm>
              <a:custGeom>
                <a:avLst/>
                <a:gdLst>
                  <a:gd name="T0" fmla="*/ 180 w 17"/>
                  <a:gd name="T1" fmla="*/ 936 h 49"/>
                  <a:gd name="T2" fmla="*/ 33 w 17"/>
                  <a:gd name="T3" fmla="*/ 457 h 49"/>
                  <a:gd name="T4" fmla="*/ 225 w 17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9">
                    <a:moveTo>
                      <a:pt x="11" y="49"/>
                    </a:moveTo>
                    <a:cubicBezTo>
                      <a:pt x="5" y="46"/>
                      <a:pt x="0" y="31"/>
                      <a:pt x="2" y="24"/>
                    </a:cubicBezTo>
                    <a:cubicBezTo>
                      <a:pt x="4" y="15"/>
                      <a:pt x="17" y="10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7" name="Freeform 6192">
                <a:extLst>
                  <a:ext uri="{FF2B5EF4-FFF2-40B4-BE49-F238E27FC236}">
                    <a16:creationId xmlns:a16="http://schemas.microsoft.com/office/drawing/2014/main" id="{E05E2801-69AF-4D36-9FD9-A59DEFECD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211"/>
                <a:ext cx="90" cy="21"/>
              </a:xfrm>
              <a:custGeom>
                <a:avLst/>
                <a:gdLst>
                  <a:gd name="T0" fmla="*/ 0 w 36"/>
                  <a:gd name="T1" fmla="*/ 123 h 8"/>
                  <a:gd name="T2" fmla="*/ 563 w 36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8">
                    <a:moveTo>
                      <a:pt x="0" y="7"/>
                    </a:moveTo>
                    <a:cubicBezTo>
                      <a:pt x="9" y="6"/>
                      <a:pt x="28" y="0"/>
                      <a:pt x="36" y="8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8" name="Freeform 6193">
                <a:extLst>
                  <a:ext uri="{FF2B5EF4-FFF2-40B4-BE49-F238E27FC236}">
                    <a16:creationId xmlns:a16="http://schemas.microsoft.com/office/drawing/2014/main" id="{1104F6EC-B57F-43D8-895E-869A3E8B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653"/>
                <a:ext cx="22" cy="38"/>
              </a:xfrm>
              <a:custGeom>
                <a:avLst/>
                <a:gdLst>
                  <a:gd name="T0" fmla="*/ 42 w 9"/>
                  <a:gd name="T1" fmla="*/ 280 h 14"/>
                  <a:gd name="T2" fmla="*/ 132 w 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3" y="14"/>
                    </a:moveTo>
                    <a:cubicBezTo>
                      <a:pt x="0" y="8"/>
                      <a:pt x="3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9" name="Freeform 6194">
                <a:extLst>
                  <a:ext uri="{FF2B5EF4-FFF2-40B4-BE49-F238E27FC236}">
                    <a16:creationId xmlns:a16="http://schemas.microsoft.com/office/drawing/2014/main" id="{FFBB94B7-8C64-430E-ABEB-95BF557DF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877"/>
                <a:ext cx="5" cy="38"/>
              </a:xfrm>
              <a:custGeom>
                <a:avLst/>
                <a:gdLst>
                  <a:gd name="T0" fmla="*/ 0 w 2"/>
                  <a:gd name="T1" fmla="*/ 0 h 14"/>
                  <a:gd name="T2" fmla="*/ 33 w 2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0" y="5"/>
                      <a:pt x="2" y="9"/>
                      <a:pt x="2" y="14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0" name="Freeform 6195">
                <a:extLst>
                  <a:ext uri="{FF2B5EF4-FFF2-40B4-BE49-F238E27FC236}">
                    <a16:creationId xmlns:a16="http://schemas.microsoft.com/office/drawing/2014/main" id="{70873ED4-4DDB-4CD1-990F-F977E26BB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853"/>
                <a:ext cx="37" cy="62"/>
              </a:xfrm>
              <a:custGeom>
                <a:avLst/>
                <a:gdLst>
                  <a:gd name="T0" fmla="*/ 0 w 15"/>
                  <a:gd name="T1" fmla="*/ 0 h 23"/>
                  <a:gd name="T2" fmla="*/ 224 w 15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3">
                    <a:moveTo>
                      <a:pt x="0" y="0"/>
                    </a:moveTo>
                    <a:cubicBezTo>
                      <a:pt x="1" y="9"/>
                      <a:pt x="8" y="19"/>
                      <a:pt x="15" y="23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1" name="Freeform 6196">
                <a:extLst>
                  <a:ext uri="{FF2B5EF4-FFF2-40B4-BE49-F238E27FC236}">
                    <a16:creationId xmlns:a16="http://schemas.microsoft.com/office/drawing/2014/main" id="{29255349-EF2E-4165-9C41-8117FA592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235"/>
                <a:ext cx="77" cy="21"/>
              </a:xfrm>
              <a:custGeom>
                <a:avLst/>
                <a:gdLst>
                  <a:gd name="T0" fmla="*/ 0 w 31"/>
                  <a:gd name="T1" fmla="*/ 76 h 8"/>
                  <a:gd name="T2" fmla="*/ 474 w 31"/>
                  <a:gd name="T3" fmla="*/ 8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0" y="4"/>
                    </a:moveTo>
                    <a:cubicBezTo>
                      <a:pt x="7" y="8"/>
                      <a:pt x="20" y="0"/>
                      <a:pt x="31" y="5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2" name="Freeform 6197">
                <a:extLst>
                  <a:ext uri="{FF2B5EF4-FFF2-40B4-BE49-F238E27FC236}">
                    <a16:creationId xmlns:a16="http://schemas.microsoft.com/office/drawing/2014/main" id="{F6198BC7-7C6A-40D2-9DBF-FA48117C3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509"/>
                <a:ext cx="60" cy="62"/>
              </a:xfrm>
              <a:custGeom>
                <a:avLst/>
                <a:gdLst>
                  <a:gd name="T0" fmla="*/ 20 w 24"/>
                  <a:gd name="T1" fmla="*/ 0 h 23"/>
                  <a:gd name="T2" fmla="*/ 375 w 24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3">
                    <a:moveTo>
                      <a:pt x="1" y="0"/>
                    </a:moveTo>
                    <a:cubicBezTo>
                      <a:pt x="0" y="13"/>
                      <a:pt x="11" y="16"/>
                      <a:pt x="24" y="23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3" name="Freeform 6198">
                <a:extLst>
                  <a:ext uri="{FF2B5EF4-FFF2-40B4-BE49-F238E27FC236}">
                    <a16:creationId xmlns:a16="http://schemas.microsoft.com/office/drawing/2014/main" id="{EFFD474E-1F5D-456B-BC94-C75905AA2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219"/>
                <a:ext cx="62" cy="58"/>
              </a:xfrm>
              <a:custGeom>
                <a:avLst/>
                <a:gdLst>
                  <a:gd name="T0" fmla="*/ 0 w 25"/>
                  <a:gd name="T1" fmla="*/ 0 h 22"/>
                  <a:gd name="T2" fmla="*/ 382 w 25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2">
                    <a:moveTo>
                      <a:pt x="0" y="0"/>
                    </a:moveTo>
                    <a:cubicBezTo>
                      <a:pt x="13" y="2"/>
                      <a:pt x="23" y="14"/>
                      <a:pt x="25" y="22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4" name="Freeform 6199">
                <a:extLst>
                  <a:ext uri="{FF2B5EF4-FFF2-40B4-BE49-F238E27FC236}">
                    <a16:creationId xmlns:a16="http://schemas.microsoft.com/office/drawing/2014/main" id="{02DA2B4D-A1D5-4070-837F-CA08CFE0A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2117"/>
                <a:ext cx="25" cy="179"/>
              </a:xfrm>
              <a:custGeom>
                <a:avLst/>
                <a:gdLst>
                  <a:gd name="T0" fmla="*/ 20 w 10"/>
                  <a:gd name="T1" fmla="*/ 1277 h 67"/>
                  <a:gd name="T2" fmla="*/ 63 w 10"/>
                  <a:gd name="T3" fmla="*/ 593 h 67"/>
                  <a:gd name="T4" fmla="*/ 33 w 10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7">
                    <a:moveTo>
                      <a:pt x="1" y="67"/>
                    </a:moveTo>
                    <a:cubicBezTo>
                      <a:pt x="6" y="51"/>
                      <a:pt x="10" y="47"/>
                      <a:pt x="4" y="31"/>
                    </a:cubicBezTo>
                    <a:cubicBezTo>
                      <a:pt x="0" y="20"/>
                      <a:pt x="3" y="11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5" name="Freeform 6200">
                <a:extLst>
                  <a:ext uri="{FF2B5EF4-FFF2-40B4-BE49-F238E27FC236}">
                    <a16:creationId xmlns:a16="http://schemas.microsoft.com/office/drawing/2014/main" id="{86B6A941-B805-4C13-A7AA-F2C2D3B89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1992"/>
                <a:ext cx="45" cy="53"/>
              </a:xfrm>
              <a:custGeom>
                <a:avLst/>
                <a:gdLst>
                  <a:gd name="T0" fmla="*/ 20 w 18"/>
                  <a:gd name="T1" fmla="*/ 0 h 20"/>
                  <a:gd name="T2" fmla="*/ 20 w 18"/>
                  <a:gd name="T3" fmla="*/ 239 h 20"/>
                  <a:gd name="T4" fmla="*/ 283 w 18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1" y="0"/>
                    </a:moveTo>
                    <a:cubicBezTo>
                      <a:pt x="0" y="4"/>
                      <a:pt x="0" y="9"/>
                      <a:pt x="1" y="13"/>
                    </a:cubicBezTo>
                    <a:cubicBezTo>
                      <a:pt x="7" y="14"/>
                      <a:pt x="14" y="14"/>
                      <a:pt x="18" y="2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6" name="Freeform 6201">
                <a:extLst>
                  <a:ext uri="{FF2B5EF4-FFF2-40B4-BE49-F238E27FC236}">
                    <a16:creationId xmlns:a16="http://schemas.microsoft.com/office/drawing/2014/main" id="{479C4944-7835-4FCB-AF74-6C7EF569C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688"/>
                <a:ext cx="65" cy="32"/>
              </a:xfrm>
              <a:custGeom>
                <a:avLst/>
                <a:gdLst>
                  <a:gd name="T0" fmla="*/ 0 w 26"/>
                  <a:gd name="T1" fmla="*/ 0 h 12"/>
                  <a:gd name="T2" fmla="*/ 408 w 26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2">
                    <a:moveTo>
                      <a:pt x="0" y="0"/>
                    </a:moveTo>
                    <a:cubicBezTo>
                      <a:pt x="12" y="2"/>
                      <a:pt x="22" y="8"/>
                      <a:pt x="26" y="12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7" name="Freeform 6202">
                <a:extLst>
                  <a:ext uri="{FF2B5EF4-FFF2-40B4-BE49-F238E27FC236}">
                    <a16:creationId xmlns:a16="http://schemas.microsoft.com/office/drawing/2014/main" id="{E537F9E9-7858-48F6-B49B-0FD89ED36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1208"/>
                <a:ext cx="63" cy="267"/>
              </a:xfrm>
              <a:custGeom>
                <a:avLst/>
                <a:gdLst>
                  <a:gd name="T0" fmla="*/ 401 w 25"/>
                  <a:gd name="T1" fmla="*/ 0 h 100"/>
                  <a:gd name="T2" fmla="*/ 20 w 25"/>
                  <a:gd name="T3" fmla="*/ 764 h 100"/>
                  <a:gd name="T4" fmla="*/ 350 w 25"/>
                  <a:gd name="T5" fmla="*/ 1904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00">
                    <a:moveTo>
                      <a:pt x="25" y="0"/>
                    </a:moveTo>
                    <a:cubicBezTo>
                      <a:pt x="10" y="5"/>
                      <a:pt x="0" y="8"/>
                      <a:pt x="1" y="40"/>
                    </a:cubicBezTo>
                    <a:cubicBezTo>
                      <a:pt x="1" y="73"/>
                      <a:pt x="3" y="98"/>
                      <a:pt x="22" y="10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8" name="Freeform 6203">
                <a:extLst>
                  <a:ext uri="{FF2B5EF4-FFF2-40B4-BE49-F238E27FC236}">
                    <a16:creationId xmlns:a16="http://schemas.microsoft.com/office/drawing/2014/main" id="{F565BA0E-507E-4237-9EDE-9A56A780F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1112"/>
                <a:ext cx="63" cy="267"/>
              </a:xfrm>
              <a:custGeom>
                <a:avLst/>
                <a:gdLst>
                  <a:gd name="T0" fmla="*/ 63 w 25"/>
                  <a:gd name="T1" fmla="*/ 56 h 100"/>
                  <a:gd name="T2" fmla="*/ 401 w 25"/>
                  <a:gd name="T3" fmla="*/ 1084 h 100"/>
                  <a:gd name="T4" fmla="*/ 0 w 25"/>
                  <a:gd name="T5" fmla="*/ 1904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00">
                    <a:moveTo>
                      <a:pt x="4" y="3"/>
                    </a:moveTo>
                    <a:cubicBezTo>
                      <a:pt x="21" y="0"/>
                      <a:pt x="24" y="35"/>
                      <a:pt x="25" y="57"/>
                    </a:cubicBezTo>
                    <a:cubicBezTo>
                      <a:pt x="25" y="80"/>
                      <a:pt x="8" y="99"/>
                      <a:pt x="0" y="10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9" name="Freeform 6204">
                <a:extLst>
                  <a:ext uri="{FF2B5EF4-FFF2-40B4-BE49-F238E27FC236}">
                    <a16:creationId xmlns:a16="http://schemas.microsoft.com/office/drawing/2014/main" id="{6FCC6CAC-59AA-4320-89CB-D36691936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293"/>
                <a:ext cx="30" cy="51"/>
              </a:xfrm>
              <a:custGeom>
                <a:avLst/>
                <a:gdLst>
                  <a:gd name="T0" fmla="*/ 0 w 12"/>
                  <a:gd name="T1" fmla="*/ 0 h 19"/>
                  <a:gd name="T2" fmla="*/ 188 w 12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0" y="0"/>
                    </a:moveTo>
                    <a:cubicBezTo>
                      <a:pt x="1" y="12"/>
                      <a:pt x="4" y="16"/>
                      <a:pt x="12" y="1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0" name="Freeform 6205">
                <a:extLst>
                  <a:ext uri="{FF2B5EF4-FFF2-40B4-BE49-F238E27FC236}">
                    <a16:creationId xmlns:a16="http://schemas.microsoft.com/office/drawing/2014/main" id="{D0A9E62C-B552-46E8-B53A-D64E442FA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957"/>
                <a:ext cx="55" cy="22"/>
              </a:xfrm>
              <a:custGeom>
                <a:avLst/>
                <a:gdLst>
                  <a:gd name="T0" fmla="*/ 0 w 22"/>
                  <a:gd name="T1" fmla="*/ 168 h 8"/>
                  <a:gd name="T2" fmla="*/ 345 w 2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8">
                    <a:moveTo>
                      <a:pt x="0" y="8"/>
                    </a:moveTo>
                    <a:cubicBezTo>
                      <a:pt x="12" y="7"/>
                      <a:pt x="17" y="4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1" name="Freeform 6206">
                <a:extLst>
                  <a:ext uri="{FF2B5EF4-FFF2-40B4-BE49-F238E27FC236}">
                    <a16:creationId xmlns:a16="http://schemas.microsoft.com/office/drawing/2014/main" id="{CC65A2A7-D153-48A6-AFE8-BAC048117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549"/>
                <a:ext cx="63" cy="256"/>
              </a:xfrm>
              <a:custGeom>
                <a:avLst/>
                <a:gdLst>
                  <a:gd name="T0" fmla="*/ 179 w 25"/>
                  <a:gd name="T1" fmla="*/ 0 h 96"/>
                  <a:gd name="T2" fmla="*/ 350 w 25"/>
                  <a:gd name="T3" fmla="*/ 832 h 96"/>
                  <a:gd name="T4" fmla="*/ 0 w 25"/>
                  <a:gd name="T5" fmla="*/ 1821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96">
                    <a:moveTo>
                      <a:pt x="11" y="0"/>
                    </a:moveTo>
                    <a:cubicBezTo>
                      <a:pt x="22" y="11"/>
                      <a:pt x="20" y="21"/>
                      <a:pt x="22" y="44"/>
                    </a:cubicBezTo>
                    <a:cubicBezTo>
                      <a:pt x="25" y="67"/>
                      <a:pt x="13" y="93"/>
                      <a:pt x="0" y="96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2" name="Freeform 6207">
                <a:extLst>
                  <a:ext uri="{FF2B5EF4-FFF2-40B4-BE49-F238E27FC236}">
                    <a16:creationId xmlns:a16="http://schemas.microsoft.com/office/drawing/2014/main" id="{B430CAFC-C1D1-456A-86C0-DC4F76621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467"/>
                <a:ext cx="122" cy="149"/>
              </a:xfrm>
              <a:custGeom>
                <a:avLst/>
                <a:gdLst>
                  <a:gd name="T0" fmla="*/ 0 w 49"/>
                  <a:gd name="T1" fmla="*/ 0 h 56"/>
                  <a:gd name="T2" fmla="*/ 187 w 49"/>
                  <a:gd name="T3" fmla="*/ 580 h 56"/>
                  <a:gd name="T4" fmla="*/ 757 w 49"/>
                  <a:gd name="T5" fmla="*/ 105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56">
                    <a:moveTo>
                      <a:pt x="0" y="0"/>
                    </a:moveTo>
                    <a:cubicBezTo>
                      <a:pt x="0" y="14"/>
                      <a:pt x="4" y="19"/>
                      <a:pt x="12" y="31"/>
                    </a:cubicBezTo>
                    <a:cubicBezTo>
                      <a:pt x="21" y="43"/>
                      <a:pt x="40" y="56"/>
                      <a:pt x="49" y="56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3" name="Freeform 6208">
                <a:extLst>
                  <a:ext uri="{FF2B5EF4-FFF2-40B4-BE49-F238E27FC236}">
                    <a16:creationId xmlns:a16="http://schemas.microsoft.com/office/drawing/2014/main" id="{EE3CE0C8-C0A9-4645-AC61-1C2E9C673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571"/>
                <a:ext cx="180" cy="224"/>
              </a:xfrm>
              <a:custGeom>
                <a:avLst/>
                <a:gdLst>
                  <a:gd name="T0" fmla="*/ 300 w 72"/>
                  <a:gd name="T1" fmla="*/ 1592 h 84"/>
                  <a:gd name="T2" fmla="*/ 250 w 72"/>
                  <a:gd name="T3" fmla="*/ 704 h 84"/>
                  <a:gd name="T4" fmla="*/ 1125 w 72"/>
                  <a:gd name="T5" fmla="*/ 21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84">
                    <a:moveTo>
                      <a:pt x="19" y="84"/>
                    </a:moveTo>
                    <a:cubicBezTo>
                      <a:pt x="9" y="65"/>
                      <a:pt x="0" y="48"/>
                      <a:pt x="16" y="37"/>
                    </a:cubicBezTo>
                    <a:cubicBezTo>
                      <a:pt x="31" y="25"/>
                      <a:pt x="64" y="0"/>
                      <a:pt x="72" y="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4" name="Freeform 6209">
                <a:extLst>
                  <a:ext uri="{FF2B5EF4-FFF2-40B4-BE49-F238E27FC236}">
                    <a16:creationId xmlns:a16="http://schemas.microsoft.com/office/drawing/2014/main" id="{F8C74F7A-F956-4780-9E59-BE4A769E9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75"/>
                <a:ext cx="190" cy="157"/>
              </a:xfrm>
              <a:custGeom>
                <a:avLst/>
                <a:gdLst>
                  <a:gd name="T0" fmla="*/ 0 w 76"/>
                  <a:gd name="T1" fmla="*/ 0 h 59"/>
                  <a:gd name="T2" fmla="*/ 833 w 76"/>
                  <a:gd name="T3" fmla="*/ 247 h 59"/>
                  <a:gd name="T4" fmla="*/ 1175 w 76"/>
                  <a:gd name="T5" fmla="*/ 1112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59">
                    <a:moveTo>
                      <a:pt x="0" y="0"/>
                    </a:moveTo>
                    <a:cubicBezTo>
                      <a:pt x="21" y="1"/>
                      <a:pt x="32" y="5"/>
                      <a:pt x="53" y="13"/>
                    </a:cubicBezTo>
                    <a:cubicBezTo>
                      <a:pt x="75" y="21"/>
                      <a:pt x="76" y="47"/>
                      <a:pt x="75" y="5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5" name="Freeform 6210">
                <a:extLst>
                  <a:ext uri="{FF2B5EF4-FFF2-40B4-BE49-F238E27FC236}">
                    <a16:creationId xmlns:a16="http://schemas.microsoft.com/office/drawing/2014/main" id="{927B29B0-3036-4DCC-BBF9-8B75BD946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1595"/>
                <a:ext cx="92" cy="18"/>
              </a:xfrm>
              <a:custGeom>
                <a:avLst/>
                <a:gdLst>
                  <a:gd name="T0" fmla="*/ 0 w 37"/>
                  <a:gd name="T1" fmla="*/ 0 h 7"/>
                  <a:gd name="T2" fmla="*/ 569 w 37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7">
                    <a:moveTo>
                      <a:pt x="0" y="0"/>
                    </a:moveTo>
                    <a:cubicBezTo>
                      <a:pt x="11" y="5"/>
                      <a:pt x="29" y="7"/>
                      <a:pt x="37" y="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6" name="Freeform 6211">
                <a:extLst>
                  <a:ext uri="{FF2B5EF4-FFF2-40B4-BE49-F238E27FC236}">
                    <a16:creationId xmlns:a16="http://schemas.microsoft.com/office/drawing/2014/main" id="{B0EA07FB-EBC7-4708-A633-712216509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851"/>
                <a:ext cx="125" cy="122"/>
              </a:xfrm>
              <a:custGeom>
                <a:avLst/>
                <a:gdLst>
                  <a:gd name="T0" fmla="*/ 0 w 50"/>
                  <a:gd name="T1" fmla="*/ 859 h 46"/>
                  <a:gd name="T2" fmla="*/ 783 w 50"/>
                  <a:gd name="T3" fmla="*/ 34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46">
                    <a:moveTo>
                      <a:pt x="0" y="46"/>
                    </a:moveTo>
                    <a:cubicBezTo>
                      <a:pt x="10" y="21"/>
                      <a:pt x="34" y="0"/>
                      <a:pt x="50" y="2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9157" name="Freeform 6213">
              <a:extLst>
                <a:ext uri="{FF2B5EF4-FFF2-40B4-BE49-F238E27FC236}">
                  <a16:creationId xmlns:a16="http://schemas.microsoft.com/office/drawing/2014/main" id="{AE77F4FD-FEDE-4429-9635-F19DE5FB1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955"/>
              <a:ext cx="145" cy="80"/>
            </a:xfrm>
            <a:custGeom>
              <a:avLst/>
              <a:gdLst>
                <a:gd name="T0" fmla="*/ 0 w 58"/>
                <a:gd name="T1" fmla="*/ 376 h 30"/>
                <a:gd name="T2" fmla="*/ 125 w 58"/>
                <a:gd name="T3" fmla="*/ 149 h 30"/>
                <a:gd name="T4" fmla="*/ 533 w 58"/>
                <a:gd name="T5" fmla="*/ 115 h 30"/>
                <a:gd name="T6" fmla="*/ 833 w 58"/>
                <a:gd name="T7" fmla="*/ 205 h 30"/>
                <a:gd name="T8" fmla="*/ 908 w 58"/>
                <a:gd name="T9" fmla="*/ 56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0" y="20"/>
                  </a:moveTo>
                  <a:cubicBezTo>
                    <a:pt x="4" y="17"/>
                    <a:pt x="5" y="11"/>
                    <a:pt x="8" y="8"/>
                  </a:cubicBezTo>
                  <a:cubicBezTo>
                    <a:pt x="16" y="0"/>
                    <a:pt x="25" y="4"/>
                    <a:pt x="34" y="6"/>
                  </a:cubicBezTo>
                  <a:cubicBezTo>
                    <a:pt x="39" y="7"/>
                    <a:pt x="49" y="8"/>
                    <a:pt x="53" y="11"/>
                  </a:cubicBezTo>
                  <a:cubicBezTo>
                    <a:pt x="58" y="16"/>
                    <a:pt x="56" y="23"/>
                    <a:pt x="58" y="3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58" name="Freeform 6214">
              <a:extLst>
                <a:ext uri="{FF2B5EF4-FFF2-40B4-BE49-F238E27FC236}">
                  <a16:creationId xmlns:a16="http://schemas.microsoft.com/office/drawing/2014/main" id="{7F514FFA-AEAA-4CFF-A046-AF0799E79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1440"/>
              <a:ext cx="58" cy="59"/>
            </a:xfrm>
            <a:custGeom>
              <a:avLst/>
              <a:gdLst>
                <a:gd name="T0" fmla="*/ 222 w 23"/>
                <a:gd name="T1" fmla="*/ 424 h 22"/>
                <a:gd name="T2" fmla="*/ 368 w 23"/>
                <a:gd name="T3" fmla="*/ 274 h 22"/>
                <a:gd name="T4" fmla="*/ 192 w 23"/>
                <a:gd name="T5" fmla="*/ 308 h 22"/>
                <a:gd name="T6" fmla="*/ 318 w 23"/>
                <a:gd name="T7" fmla="*/ 115 h 22"/>
                <a:gd name="T8" fmla="*/ 0 w 23"/>
                <a:gd name="T9" fmla="*/ 21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14" y="22"/>
                  </a:moveTo>
                  <a:cubicBezTo>
                    <a:pt x="18" y="21"/>
                    <a:pt x="21" y="18"/>
                    <a:pt x="23" y="14"/>
                  </a:cubicBezTo>
                  <a:cubicBezTo>
                    <a:pt x="20" y="13"/>
                    <a:pt x="16" y="14"/>
                    <a:pt x="12" y="16"/>
                  </a:cubicBezTo>
                  <a:cubicBezTo>
                    <a:pt x="16" y="14"/>
                    <a:pt x="19" y="10"/>
                    <a:pt x="20" y="6"/>
                  </a:cubicBezTo>
                  <a:cubicBezTo>
                    <a:pt x="15" y="0"/>
                    <a:pt x="4" y="5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59" name="Freeform 6215">
              <a:extLst>
                <a:ext uri="{FF2B5EF4-FFF2-40B4-BE49-F238E27FC236}">
                  <a16:creationId xmlns:a16="http://schemas.microsoft.com/office/drawing/2014/main" id="{6ACF506E-4DAA-42C4-B02F-6B047E51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587"/>
              <a:ext cx="30" cy="45"/>
            </a:xfrm>
            <a:custGeom>
              <a:avLst/>
              <a:gdLst>
                <a:gd name="T0" fmla="*/ 33 w 12"/>
                <a:gd name="T1" fmla="*/ 77 h 17"/>
                <a:gd name="T2" fmla="*/ 63 w 12"/>
                <a:gd name="T3" fmla="*/ 315 h 17"/>
                <a:gd name="T4" fmla="*/ 175 w 1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2" y="4"/>
                  </a:moveTo>
                  <a:cubicBezTo>
                    <a:pt x="1" y="8"/>
                    <a:pt x="0" y="14"/>
                    <a:pt x="4" y="17"/>
                  </a:cubicBezTo>
                  <a:cubicBezTo>
                    <a:pt x="10" y="16"/>
                    <a:pt x="12" y="6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0" name="Freeform 6216">
              <a:extLst>
                <a:ext uri="{FF2B5EF4-FFF2-40B4-BE49-F238E27FC236}">
                  <a16:creationId xmlns:a16="http://schemas.microsoft.com/office/drawing/2014/main" id="{485063DE-0925-48E6-B565-CC8F2A064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555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0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1" name="Freeform 6217">
              <a:extLst>
                <a:ext uri="{FF2B5EF4-FFF2-40B4-BE49-F238E27FC236}">
                  <a16:creationId xmlns:a16="http://schemas.microsoft.com/office/drawing/2014/main" id="{EFEAD094-3D48-4F4F-A3B3-4B9FE170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411"/>
              <a:ext cx="37" cy="34"/>
            </a:xfrm>
            <a:custGeom>
              <a:avLst/>
              <a:gdLst>
                <a:gd name="T0" fmla="*/ 42 w 15"/>
                <a:gd name="T1" fmla="*/ 34 h 13"/>
                <a:gd name="T2" fmla="*/ 224 w 15"/>
                <a:gd name="T3" fmla="*/ 21 h 13"/>
                <a:gd name="T4" fmla="*/ 0 w 15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3" y="2"/>
                  </a:moveTo>
                  <a:cubicBezTo>
                    <a:pt x="7" y="1"/>
                    <a:pt x="11" y="0"/>
                    <a:pt x="15" y="1"/>
                  </a:cubicBezTo>
                  <a:cubicBezTo>
                    <a:pt x="14" y="7"/>
                    <a:pt x="5" y="10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2" name="Freeform 6218">
              <a:extLst>
                <a:ext uri="{FF2B5EF4-FFF2-40B4-BE49-F238E27FC236}">
                  <a16:creationId xmlns:a16="http://schemas.microsoft.com/office/drawing/2014/main" id="{B8CE43B5-9C59-4BC2-9769-59DA2A012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461"/>
              <a:ext cx="7" cy="27"/>
            </a:xfrm>
            <a:custGeom>
              <a:avLst/>
              <a:gdLst>
                <a:gd name="T0" fmla="*/ 28 w 3"/>
                <a:gd name="T1" fmla="*/ 0 h 10"/>
                <a:gd name="T2" fmla="*/ 37 w 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2" y="0"/>
                  </a:moveTo>
                  <a:cubicBezTo>
                    <a:pt x="0" y="4"/>
                    <a:pt x="1" y="7"/>
                    <a:pt x="3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3" name="Freeform 6219">
              <a:extLst>
                <a:ext uri="{FF2B5EF4-FFF2-40B4-BE49-F238E27FC236}">
                  <a16:creationId xmlns:a16="http://schemas.microsoft.com/office/drawing/2014/main" id="{B8CCB81B-4452-42EE-8799-D026F04D0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1688"/>
              <a:ext cx="10" cy="35"/>
            </a:xfrm>
            <a:custGeom>
              <a:avLst/>
              <a:gdLst>
                <a:gd name="T0" fmla="*/ 63 w 4"/>
                <a:gd name="T1" fmla="*/ 0 h 13"/>
                <a:gd name="T2" fmla="*/ 0 w 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4" y="5"/>
                    <a:pt x="2" y="9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4" name="Freeform 6220">
              <a:extLst>
                <a:ext uri="{FF2B5EF4-FFF2-40B4-BE49-F238E27FC236}">
                  <a16:creationId xmlns:a16="http://schemas.microsoft.com/office/drawing/2014/main" id="{610D9D97-5E15-40CD-A178-AC5003B59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731"/>
              <a:ext cx="45" cy="72"/>
            </a:xfrm>
            <a:custGeom>
              <a:avLst/>
              <a:gdLst>
                <a:gd name="T0" fmla="*/ 33 w 18"/>
                <a:gd name="T1" fmla="*/ 205 h 27"/>
                <a:gd name="T2" fmla="*/ 0 w 18"/>
                <a:gd name="T3" fmla="*/ 149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2" y="11"/>
                  </a:moveTo>
                  <a:cubicBezTo>
                    <a:pt x="5" y="27"/>
                    <a:pt x="18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5" name="Freeform 6221">
              <a:extLst>
                <a:ext uri="{FF2B5EF4-FFF2-40B4-BE49-F238E27FC236}">
                  <a16:creationId xmlns:a16="http://schemas.microsoft.com/office/drawing/2014/main" id="{D6A59026-6B63-4311-8326-8CE7623FC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728"/>
              <a:ext cx="28" cy="37"/>
            </a:xfrm>
            <a:custGeom>
              <a:avLst/>
              <a:gdLst>
                <a:gd name="T0" fmla="*/ 0 w 11"/>
                <a:gd name="T1" fmla="*/ 56 h 14"/>
                <a:gd name="T2" fmla="*/ 181 w 11"/>
                <a:gd name="T3" fmla="*/ 21 h 14"/>
                <a:gd name="T4" fmla="*/ 64 w 11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3"/>
                  </a:moveTo>
                  <a:cubicBezTo>
                    <a:pt x="4" y="1"/>
                    <a:pt x="7" y="0"/>
                    <a:pt x="11" y="1"/>
                  </a:cubicBezTo>
                  <a:cubicBezTo>
                    <a:pt x="11" y="6"/>
                    <a:pt x="6" y="9"/>
                    <a:pt x="4" y="1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6" name="Freeform 6222">
              <a:extLst>
                <a:ext uri="{FF2B5EF4-FFF2-40B4-BE49-F238E27FC236}">
                  <a16:creationId xmlns:a16="http://schemas.microsoft.com/office/drawing/2014/main" id="{2A78BB18-7031-4CD8-8750-6E1F8834F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741"/>
              <a:ext cx="33" cy="48"/>
            </a:xfrm>
            <a:custGeom>
              <a:avLst/>
              <a:gdLst>
                <a:gd name="T0" fmla="*/ 33 w 13"/>
                <a:gd name="T1" fmla="*/ 93 h 18"/>
                <a:gd name="T2" fmla="*/ 20 w 13"/>
                <a:gd name="T3" fmla="*/ 341 h 18"/>
                <a:gd name="T4" fmla="*/ 213 w 1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2" y="5"/>
                  </a:moveTo>
                  <a:cubicBezTo>
                    <a:pt x="0" y="9"/>
                    <a:pt x="0" y="14"/>
                    <a:pt x="1" y="18"/>
                  </a:cubicBezTo>
                  <a:cubicBezTo>
                    <a:pt x="6" y="14"/>
                    <a:pt x="9" y="6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7" name="Freeform 6223">
              <a:extLst>
                <a:ext uri="{FF2B5EF4-FFF2-40B4-BE49-F238E27FC236}">
                  <a16:creationId xmlns:a16="http://schemas.microsoft.com/office/drawing/2014/main" id="{C815F241-A9CA-46B3-925F-737F48BF6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835"/>
              <a:ext cx="5" cy="26"/>
            </a:xfrm>
            <a:custGeom>
              <a:avLst/>
              <a:gdLst>
                <a:gd name="T0" fmla="*/ 0 w 2"/>
                <a:gd name="T1" fmla="*/ 0 h 10"/>
                <a:gd name="T2" fmla="*/ 33 w 2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1" y="7"/>
                    <a:pt x="2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8" name="Freeform 6224">
              <a:extLst>
                <a:ext uri="{FF2B5EF4-FFF2-40B4-BE49-F238E27FC236}">
                  <a16:creationId xmlns:a16="http://schemas.microsoft.com/office/drawing/2014/main" id="{F3197501-2E6D-421F-BFF4-80DD5FB8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035"/>
              <a:ext cx="25" cy="18"/>
            </a:xfrm>
            <a:custGeom>
              <a:avLst/>
              <a:gdLst>
                <a:gd name="T0" fmla="*/ 145 w 10"/>
                <a:gd name="T1" fmla="*/ 118 h 7"/>
                <a:gd name="T2" fmla="*/ 0 w 10"/>
                <a:gd name="T3" fmla="*/ 85 h 7"/>
                <a:gd name="T4" fmla="*/ 158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9" y="7"/>
                  </a:moveTo>
                  <a:cubicBezTo>
                    <a:pt x="6" y="7"/>
                    <a:pt x="3" y="6"/>
                    <a:pt x="0" y="5"/>
                  </a:cubicBezTo>
                  <a:cubicBezTo>
                    <a:pt x="3" y="2"/>
                    <a:pt x="8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9" name="Freeform 6225">
              <a:extLst>
                <a:ext uri="{FF2B5EF4-FFF2-40B4-BE49-F238E27FC236}">
                  <a16:creationId xmlns:a16="http://schemas.microsoft.com/office/drawing/2014/main" id="{8869F52F-84AA-41B9-BFBF-4123663AC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880"/>
              <a:ext cx="63" cy="48"/>
            </a:xfrm>
            <a:custGeom>
              <a:avLst/>
              <a:gdLst>
                <a:gd name="T0" fmla="*/ 350 w 25"/>
                <a:gd name="T1" fmla="*/ 307 h 18"/>
                <a:gd name="T2" fmla="*/ 350 w 25"/>
                <a:gd name="T3" fmla="*/ 77 h 18"/>
                <a:gd name="T4" fmla="*/ 255 w 25"/>
                <a:gd name="T5" fmla="*/ 248 h 18"/>
                <a:gd name="T6" fmla="*/ 159 w 25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22" y="16"/>
                  </a:moveTo>
                  <a:cubicBezTo>
                    <a:pt x="25" y="12"/>
                    <a:pt x="25" y="7"/>
                    <a:pt x="22" y="4"/>
                  </a:cubicBezTo>
                  <a:cubicBezTo>
                    <a:pt x="19" y="6"/>
                    <a:pt x="17" y="9"/>
                    <a:pt x="16" y="13"/>
                  </a:cubicBezTo>
                  <a:cubicBezTo>
                    <a:pt x="23" y="0"/>
                    <a:pt x="0" y="5"/>
                    <a:pt x="10" y="1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0" name="Freeform 6226">
              <a:extLst>
                <a:ext uri="{FF2B5EF4-FFF2-40B4-BE49-F238E27FC236}">
                  <a16:creationId xmlns:a16="http://schemas.microsoft.com/office/drawing/2014/main" id="{F47DC0B4-806C-410C-8F94-25425098B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277"/>
              <a:ext cx="47" cy="46"/>
            </a:xfrm>
            <a:custGeom>
              <a:avLst/>
              <a:gdLst>
                <a:gd name="T0" fmla="*/ 287 w 19"/>
                <a:gd name="T1" fmla="*/ 219 h 17"/>
                <a:gd name="T2" fmla="*/ 183 w 19"/>
                <a:gd name="T3" fmla="*/ 22 h 17"/>
                <a:gd name="T4" fmla="*/ 166 w 19"/>
                <a:gd name="T5" fmla="*/ 257 h 17"/>
                <a:gd name="T6" fmla="*/ 74 w 19"/>
                <a:gd name="T7" fmla="*/ 0 h 17"/>
                <a:gd name="T8" fmla="*/ 30 w 19"/>
                <a:gd name="T9" fmla="*/ 3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9" y="11"/>
                  </a:moveTo>
                  <a:cubicBezTo>
                    <a:pt x="19" y="7"/>
                    <a:pt x="16" y="3"/>
                    <a:pt x="12" y="1"/>
                  </a:cubicBezTo>
                  <a:cubicBezTo>
                    <a:pt x="11" y="5"/>
                    <a:pt x="11" y="9"/>
                    <a:pt x="11" y="13"/>
                  </a:cubicBezTo>
                  <a:cubicBezTo>
                    <a:pt x="10" y="8"/>
                    <a:pt x="9" y="3"/>
                    <a:pt x="5" y="0"/>
                  </a:cubicBezTo>
                  <a:cubicBezTo>
                    <a:pt x="0" y="4"/>
                    <a:pt x="0" y="12"/>
                    <a:pt x="2" y="1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1" name="Freeform 6227">
              <a:extLst>
                <a:ext uri="{FF2B5EF4-FFF2-40B4-BE49-F238E27FC236}">
                  <a16:creationId xmlns:a16="http://schemas.microsoft.com/office/drawing/2014/main" id="{FE5AE330-ADF6-4684-9387-5F1C1ADA1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341"/>
              <a:ext cx="27" cy="56"/>
            </a:xfrm>
            <a:custGeom>
              <a:avLst/>
              <a:gdLst>
                <a:gd name="T0" fmla="*/ 0 w 11"/>
                <a:gd name="T1" fmla="*/ 192 h 21"/>
                <a:gd name="T2" fmla="*/ 120 w 11"/>
                <a:gd name="T3" fmla="*/ 0 h 21"/>
                <a:gd name="T4" fmla="*/ 71 w 11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0" y="10"/>
                  </a:moveTo>
                  <a:cubicBezTo>
                    <a:pt x="2" y="6"/>
                    <a:pt x="4" y="2"/>
                    <a:pt x="8" y="0"/>
                  </a:cubicBezTo>
                  <a:cubicBezTo>
                    <a:pt x="11" y="7"/>
                    <a:pt x="6" y="14"/>
                    <a:pt x="5" y="2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2" name="Freeform 6228">
              <a:extLst>
                <a:ext uri="{FF2B5EF4-FFF2-40B4-BE49-F238E27FC236}">
                  <a16:creationId xmlns:a16="http://schemas.microsoft.com/office/drawing/2014/main" id="{3FE63D4F-0A09-435E-8975-D9B431C2B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325"/>
              <a:ext cx="15" cy="22"/>
            </a:xfrm>
            <a:custGeom>
              <a:avLst/>
              <a:gdLst>
                <a:gd name="T0" fmla="*/ 95 w 6"/>
                <a:gd name="T1" fmla="*/ 168 h 8"/>
                <a:gd name="T2" fmla="*/ 0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8"/>
                  </a:moveTo>
                  <a:cubicBezTo>
                    <a:pt x="3" y="6"/>
                    <a:pt x="1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6229">
              <a:extLst>
                <a:ext uri="{FF2B5EF4-FFF2-40B4-BE49-F238E27FC236}">
                  <a16:creationId xmlns:a16="http://schemas.microsoft.com/office/drawing/2014/main" id="{BBF9E9F1-B93A-4BAD-866C-702BF05D2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205"/>
              <a:ext cx="10" cy="40"/>
            </a:xfrm>
            <a:custGeom>
              <a:avLst/>
              <a:gdLst>
                <a:gd name="T0" fmla="*/ 0 w 4"/>
                <a:gd name="T1" fmla="*/ 285 h 15"/>
                <a:gd name="T2" fmla="*/ 63 w 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15"/>
                  </a:moveTo>
                  <a:cubicBezTo>
                    <a:pt x="0" y="9"/>
                    <a:pt x="2" y="5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Freeform 6230">
              <a:extLst>
                <a:ext uri="{FF2B5EF4-FFF2-40B4-BE49-F238E27FC236}">
                  <a16:creationId xmlns:a16="http://schemas.microsoft.com/office/drawing/2014/main" id="{0E347C6D-FF2E-4AB2-A17D-BDF92216B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101"/>
              <a:ext cx="35" cy="16"/>
            </a:xfrm>
            <a:custGeom>
              <a:avLst/>
              <a:gdLst>
                <a:gd name="T0" fmla="*/ 63 w 14"/>
                <a:gd name="T1" fmla="*/ 0 h 6"/>
                <a:gd name="T2" fmla="*/ 220 w 14"/>
                <a:gd name="T3" fmla="*/ 77 h 6"/>
                <a:gd name="T4" fmla="*/ 0 w 14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4" y="0"/>
                  </a:moveTo>
                  <a:cubicBezTo>
                    <a:pt x="8" y="0"/>
                    <a:pt x="13" y="0"/>
                    <a:pt x="14" y="4"/>
                  </a:cubicBezTo>
                  <a:cubicBezTo>
                    <a:pt x="10" y="6"/>
                    <a:pt x="5" y="6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Freeform 6231">
              <a:extLst>
                <a:ext uri="{FF2B5EF4-FFF2-40B4-BE49-F238E27FC236}">
                  <a16:creationId xmlns:a16="http://schemas.microsoft.com/office/drawing/2014/main" id="{E112D240-203A-463F-87F7-05756669C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133"/>
              <a:ext cx="33" cy="59"/>
            </a:xfrm>
            <a:custGeom>
              <a:avLst/>
              <a:gdLst>
                <a:gd name="T0" fmla="*/ 84 w 13"/>
                <a:gd name="T1" fmla="*/ 0 h 22"/>
                <a:gd name="T2" fmla="*/ 0 w 13"/>
                <a:gd name="T3" fmla="*/ 193 h 22"/>
                <a:gd name="T4" fmla="*/ 213 w 13"/>
                <a:gd name="T5" fmla="*/ 80 h 22"/>
                <a:gd name="T6" fmla="*/ 84 w 13"/>
                <a:gd name="T7" fmla="*/ 42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5" y="0"/>
                  </a:moveTo>
                  <a:cubicBezTo>
                    <a:pt x="3" y="4"/>
                    <a:pt x="1" y="6"/>
                    <a:pt x="0" y="10"/>
                  </a:cubicBezTo>
                  <a:cubicBezTo>
                    <a:pt x="5" y="13"/>
                    <a:pt x="9" y="6"/>
                    <a:pt x="13" y="4"/>
                  </a:cubicBezTo>
                  <a:cubicBezTo>
                    <a:pt x="13" y="11"/>
                    <a:pt x="7" y="16"/>
                    <a:pt x="5" y="2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6" name="Freeform 6232">
              <a:extLst>
                <a:ext uri="{FF2B5EF4-FFF2-40B4-BE49-F238E27FC236}">
                  <a16:creationId xmlns:a16="http://schemas.microsoft.com/office/drawing/2014/main" id="{C577427A-1E28-45B0-B6B5-30EBE76D7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125"/>
              <a:ext cx="33" cy="35"/>
            </a:xfrm>
            <a:custGeom>
              <a:avLst/>
              <a:gdLst>
                <a:gd name="T0" fmla="*/ 84 w 13"/>
                <a:gd name="T1" fmla="*/ 253 h 13"/>
                <a:gd name="T2" fmla="*/ 180 w 13"/>
                <a:gd name="T3" fmla="*/ 0 h 13"/>
                <a:gd name="T4" fmla="*/ 0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5" y="13"/>
                  </a:moveTo>
                  <a:cubicBezTo>
                    <a:pt x="9" y="11"/>
                    <a:pt x="13" y="5"/>
                    <a:pt x="11" y="0"/>
                  </a:cubicBezTo>
                  <a:cubicBezTo>
                    <a:pt x="6" y="2"/>
                    <a:pt x="3" y="8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7" name="Freeform 6233">
              <a:extLst>
                <a:ext uri="{FF2B5EF4-FFF2-40B4-BE49-F238E27FC236}">
                  <a16:creationId xmlns:a16="http://schemas.microsoft.com/office/drawing/2014/main" id="{0C3ABE46-00A8-4E1D-8F07-E214AB916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944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118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4" y="4"/>
                    <a:pt x="7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8" name="Freeform 6234">
              <a:extLst>
                <a:ext uri="{FF2B5EF4-FFF2-40B4-BE49-F238E27FC236}">
                  <a16:creationId xmlns:a16="http://schemas.microsoft.com/office/drawing/2014/main" id="{4327B44E-9954-47DF-A88A-FE80AEEDD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800"/>
              <a:ext cx="48" cy="40"/>
            </a:xfrm>
            <a:custGeom>
              <a:avLst/>
              <a:gdLst>
                <a:gd name="T0" fmla="*/ 306 w 19"/>
                <a:gd name="T1" fmla="*/ 192 h 15"/>
                <a:gd name="T2" fmla="*/ 306 w 19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19" y="10"/>
                  </a:moveTo>
                  <a:cubicBezTo>
                    <a:pt x="15" y="0"/>
                    <a:pt x="0" y="13"/>
                    <a:pt x="19" y="1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9" name="Freeform 6235">
              <a:extLst>
                <a:ext uri="{FF2B5EF4-FFF2-40B4-BE49-F238E27FC236}">
                  <a16:creationId xmlns:a16="http://schemas.microsoft.com/office/drawing/2014/main" id="{2D65D4ED-F1FE-4B2E-96F7-502C42A0A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885"/>
              <a:ext cx="2" cy="14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0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0" name="Freeform 6236">
              <a:extLst>
                <a:ext uri="{FF2B5EF4-FFF2-40B4-BE49-F238E27FC236}">
                  <a16:creationId xmlns:a16="http://schemas.microsoft.com/office/drawing/2014/main" id="{BDB62441-5BF5-4CDE-941C-3C7658B4A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904"/>
              <a:ext cx="3" cy="29"/>
            </a:xfrm>
            <a:custGeom>
              <a:avLst/>
              <a:gdLst>
                <a:gd name="T0" fmla="*/ 27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1" y="4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1" name="Freeform 6237">
              <a:extLst>
                <a:ext uri="{FF2B5EF4-FFF2-40B4-BE49-F238E27FC236}">
                  <a16:creationId xmlns:a16="http://schemas.microsoft.com/office/drawing/2014/main" id="{DE306C34-7CE7-4FFF-B028-B2E02551C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048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2" name="Freeform 6238">
              <a:extLst>
                <a:ext uri="{FF2B5EF4-FFF2-40B4-BE49-F238E27FC236}">
                  <a16:creationId xmlns:a16="http://schemas.microsoft.com/office/drawing/2014/main" id="{5A07A416-CDD5-4351-8E67-5C7EEC3DF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085"/>
              <a:ext cx="30" cy="24"/>
            </a:xfrm>
            <a:custGeom>
              <a:avLst/>
              <a:gdLst>
                <a:gd name="T0" fmla="*/ 113 w 12"/>
                <a:gd name="T1" fmla="*/ 171 h 9"/>
                <a:gd name="T2" fmla="*/ 188 w 12"/>
                <a:gd name="T3" fmla="*/ 21 h 9"/>
                <a:gd name="T4" fmla="*/ 0 w 12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7" y="9"/>
                  </a:moveTo>
                  <a:cubicBezTo>
                    <a:pt x="9" y="7"/>
                    <a:pt x="11" y="4"/>
                    <a:pt x="12" y="1"/>
                  </a:cubicBezTo>
                  <a:cubicBezTo>
                    <a:pt x="7" y="0"/>
                    <a:pt x="2" y="5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3" name="Freeform 6239">
              <a:extLst>
                <a:ext uri="{FF2B5EF4-FFF2-40B4-BE49-F238E27FC236}">
                  <a16:creationId xmlns:a16="http://schemas.microsoft.com/office/drawing/2014/main" id="{39F33152-CAEF-4311-A7A9-BCE834D52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160"/>
              <a:ext cx="25" cy="5"/>
            </a:xfrm>
            <a:custGeom>
              <a:avLst/>
              <a:gdLst>
                <a:gd name="T0" fmla="*/ 0 w 10"/>
                <a:gd name="T1" fmla="*/ 0 h 2"/>
                <a:gd name="T2" fmla="*/ 158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4" y="1"/>
                    <a:pt x="7" y="2"/>
                    <a:pt x="10" y="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4" name="Freeform 6240">
              <a:extLst>
                <a:ext uri="{FF2B5EF4-FFF2-40B4-BE49-F238E27FC236}">
                  <a16:creationId xmlns:a16="http://schemas.microsoft.com/office/drawing/2014/main" id="{4400A1D0-378F-49C6-B8E6-9EF90224A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269"/>
              <a:ext cx="25" cy="35"/>
            </a:xfrm>
            <a:custGeom>
              <a:avLst/>
              <a:gdLst>
                <a:gd name="T0" fmla="*/ 158 w 10"/>
                <a:gd name="T1" fmla="*/ 116 h 13"/>
                <a:gd name="T2" fmla="*/ 20 w 10"/>
                <a:gd name="T3" fmla="*/ 35 h 13"/>
                <a:gd name="T4" fmla="*/ 113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6"/>
                  </a:moveTo>
                  <a:cubicBezTo>
                    <a:pt x="8" y="2"/>
                    <a:pt x="5" y="0"/>
                    <a:pt x="1" y="2"/>
                  </a:cubicBezTo>
                  <a:cubicBezTo>
                    <a:pt x="0" y="6"/>
                    <a:pt x="5" y="10"/>
                    <a:pt x="7" y="1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5" name="Freeform 6241">
              <a:extLst>
                <a:ext uri="{FF2B5EF4-FFF2-40B4-BE49-F238E27FC236}">
                  <a16:creationId xmlns:a16="http://schemas.microsoft.com/office/drawing/2014/main" id="{3BF06019-D603-4F92-BE52-358D630D3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640"/>
              <a:ext cx="33" cy="29"/>
            </a:xfrm>
            <a:custGeom>
              <a:avLst/>
              <a:gdLst>
                <a:gd name="T0" fmla="*/ 84 w 13"/>
                <a:gd name="T1" fmla="*/ 200 h 11"/>
                <a:gd name="T2" fmla="*/ 180 w 13"/>
                <a:gd name="T3" fmla="*/ 34 h 11"/>
                <a:gd name="T4" fmla="*/ 0 w 13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5" y="11"/>
                  </a:moveTo>
                  <a:cubicBezTo>
                    <a:pt x="10" y="11"/>
                    <a:pt x="13" y="7"/>
                    <a:pt x="11" y="2"/>
                  </a:cubicBezTo>
                  <a:cubicBezTo>
                    <a:pt x="7" y="0"/>
                    <a:pt x="2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6" name="Freeform 6242">
              <a:extLst>
                <a:ext uri="{FF2B5EF4-FFF2-40B4-BE49-F238E27FC236}">
                  <a16:creationId xmlns:a16="http://schemas.microsoft.com/office/drawing/2014/main" id="{6E209540-C8BC-43AC-B510-E74314316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576"/>
              <a:ext cx="12" cy="24"/>
            </a:xfrm>
            <a:custGeom>
              <a:avLst/>
              <a:gdLst>
                <a:gd name="T0" fmla="*/ 70 w 5"/>
                <a:gd name="T1" fmla="*/ 0 h 9"/>
                <a:gd name="T2" fmla="*/ 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2" y="3"/>
                    <a:pt x="1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7" name="Freeform 6243">
              <a:extLst>
                <a:ext uri="{FF2B5EF4-FFF2-40B4-BE49-F238E27FC236}">
                  <a16:creationId xmlns:a16="http://schemas.microsoft.com/office/drawing/2014/main" id="{482986DC-4A5E-4FF4-A6F1-7AFFE5379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605"/>
              <a:ext cx="20" cy="27"/>
            </a:xfrm>
            <a:custGeom>
              <a:avLst/>
              <a:gdLst>
                <a:gd name="T0" fmla="*/ 0 w 8"/>
                <a:gd name="T1" fmla="*/ 197 h 10"/>
                <a:gd name="T2" fmla="*/ 125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4" y="8"/>
                    <a:pt x="6" y="4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8" name="Freeform 6244">
              <a:extLst>
                <a:ext uri="{FF2B5EF4-FFF2-40B4-BE49-F238E27FC236}">
                  <a16:creationId xmlns:a16="http://schemas.microsoft.com/office/drawing/2014/main" id="{1B3D6581-2A6F-4439-9891-96118DB32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720"/>
              <a:ext cx="30" cy="5"/>
            </a:xfrm>
            <a:custGeom>
              <a:avLst/>
              <a:gdLst>
                <a:gd name="T0" fmla="*/ 0 w 12"/>
                <a:gd name="T1" fmla="*/ 0 h 2"/>
                <a:gd name="T2" fmla="*/ 188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2"/>
                    <a:pt x="8" y="1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Freeform 6245">
              <a:extLst>
                <a:ext uri="{FF2B5EF4-FFF2-40B4-BE49-F238E27FC236}">
                  <a16:creationId xmlns:a16="http://schemas.microsoft.com/office/drawing/2014/main" id="{55DF98B0-67E2-45B9-9B6A-48824B0EF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832"/>
              <a:ext cx="35" cy="19"/>
            </a:xfrm>
            <a:custGeom>
              <a:avLst/>
              <a:gdLst>
                <a:gd name="T0" fmla="*/ 0 w 14"/>
                <a:gd name="T1" fmla="*/ 0 h 7"/>
                <a:gd name="T2" fmla="*/ 220 w 1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5" y="2"/>
                    <a:pt x="10" y="4"/>
                    <a:pt x="14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0" name="Freeform 6246">
              <a:extLst>
                <a:ext uri="{FF2B5EF4-FFF2-40B4-BE49-F238E27FC236}">
                  <a16:creationId xmlns:a16="http://schemas.microsoft.com/office/drawing/2014/main" id="{E4DD7398-2244-4794-942E-6BDEB5B8B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808"/>
              <a:ext cx="28" cy="29"/>
            </a:xfrm>
            <a:custGeom>
              <a:avLst/>
              <a:gdLst>
                <a:gd name="T0" fmla="*/ 64 w 11"/>
                <a:gd name="T1" fmla="*/ 0 h 11"/>
                <a:gd name="T2" fmla="*/ 20 w 11"/>
                <a:gd name="T3" fmla="*/ 200 h 11"/>
                <a:gd name="T4" fmla="*/ 181 w 11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0"/>
                  </a:moveTo>
                  <a:cubicBezTo>
                    <a:pt x="1" y="2"/>
                    <a:pt x="0" y="7"/>
                    <a:pt x="1" y="11"/>
                  </a:cubicBezTo>
                  <a:cubicBezTo>
                    <a:pt x="6" y="10"/>
                    <a:pt x="9" y="5"/>
                    <a:pt x="11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1" name="Freeform 6247">
              <a:extLst>
                <a:ext uri="{FF2B5EF4-FFF2-40B4-BE49-F238E27FC236}">
                  <a16:creationId xmlns:a16="http://schemas.microsoft.com/office/drawing/2014/main" id="{757E95F5-0BAA-4244-913E-9337CF708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73"/>
              <a:ext cx="35" cy="30"/>
            </a:xfrm>
            <a:custGeom>
              <a:avLst/>
              <a:gdLst>
                <a:gd name="T0" fmla="*/ 20 w 14"/>
                <a:gd name="T1" fmla="*/ 202 h 11"/>
                <a:gd name="T2" fmla="*/ 63 w 14"/>
                <a:gd name="T3" fmla="*/ 0 h 11"/>
                <a:gd name="T4" fmla="*/ 158 w 14"/>
                <a:gd name="T5" fmla="*/ 224 h 11"/>
                <a:gd name="T6" fmla="*/ 220 w 14"/>
                <a:gd name="T7" fmla="*/ 16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" y="10"/>
                  </a:moveTo>
                  <a:cubicBezTo>
                    <a:pt x="2" y="6"/>
                    <a:pt x="0" y="2"/>
                    <a:pt x="4" y="0"/>
                  </a:cubicBezTo>
                  <a:cubicBezTo>
                    <a:pt x="6" y="4"/>
                    <a:pt x="7" y="8"/>
                    <a:pt x="10" y="11"/>
                  </a:cubicBezTo>
                  <a:cubicBezTo>
                    <a:pt x="11" y="11"/>
                    <a:pt x="13" y="10"/>
                    <a:pt x="14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Freeform 6248">
              <a:extLst>
                <a:ext uri="{FF2B5EF4-FFF2-40B4-BE49-F238E27FC236}">
                  <a16:creationId xmlns:a16="http://schemas.microsoft.com/office/drawing/2014/main" id="{5B209703-F643-42D1-B542-0F05E747C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712"/>
              <a:ext cx="22" cy="32"/>
            </a:xfrm>
            <a:custGeom>
              <a:avLst/>
              <a:gdLst>
                <a:gd name="T0" fmla="*/ 0 w 9"/>
                <a:gd name="T1" fmla="*/ 0 h 12"/>
                <a:gd name="T2" fmla="*/ 132 w 9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4" y="3"/>
                    <a:pt x="7" y="7"/>
                    <a:pt x="9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3" name="Freeform 6249">
              <a:extLst>
                <a:ext uri="{FF2B5EF4-FFF2-40B4-BE49-F238E27FC236}">
                  <a16:creationId xmlns:a16="http://schemas.microsoft.com/office/drawing/2014/main" id="{B019B749-D888-4B78-B89E-9D3CE9022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864"/>
              <a:ext cx="25" cy="13"/>
            </a:xfrm>
            <a:custGeom>
              <a:avLst/>
              <a:gdLst>
                <a:gd name="T0" fmla="*/ 0 w 10"/>
                <a:gd name="T1" fmla="*/ 68 h 5"/>
                <a:gd name="T2" fmla="*/ 15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4" y="5"/>
                    <a:pt x="8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4" name="Freeform 6250">
              <a:extLst>
                <a:ext uri="{FF2B5EF4-FFF2-40B4-BE49-F238E27FC236}">
                  <a16:creationId xmlns:a16="http://schemas.microsoft.com/office/drawing/2014/main" id="{B5DF6C27-A053-4D06-BA9F-AFCF89DD8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843"/>
              <a:ext cx="55" cy="61"/>
            </a:xfrm>
            <a:custGeom>
              <a:avLst/>
              <a:gdLst>
                <a:gd name="T0" fmla="*/ 345 w 22"/>
                <a:gd name="T1" fmla="*/ 281 h 23"/>
                <a:gd name="T2" fmla="*/ 333 w 22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22" y="15"/>
                  </a:moveTo>
                  <a:cubicBezTo>
                    <a:pt x="19" y="0"/>
                    <a:pt x="0" y="18"/>
                    <a:pt x="21" y="2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5" name="Freeform 6251">
              <a:extLst>
                <a:ext uri="{FF2B5EF4-FFF2-40B4-BE49-F238E27FC236}">
                  <a16:creationId xmlns:a16="http://schemas.microsoft.com/office/drawing/2014/main" id="{89D8423D-C5CF-4C35-ACAB-D4489EFB8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837"/>
              <a:ext cx="27" cy="11"/>
            </a:xfrm>
            <a:custGeom>
              <a:avLst/>
              <a:gdLst>
                <a:gd name="T0" fmla="*/ 0 w 11"/>
                <a:gd name="T1" fmla="*/ 47 h 4"/>
                <a:gd name="T2" fmla="*/ 162 w 1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2"/>
                  </a:moveTo>
                  <a:cubicBezTo>
                    <a:pt x="4" y="0"/>
                    <a:pt x="8" y="1"/>
                    <a:pt x="11" y="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6" name="Freeform 6252">
              <a:extLst>
                <a:ext uri="{FF2B5EF4-FFF2-40B4-BE49-F238E27FC236}">
                  <a16:creationId xmlns:a16="http://schemas.microsoft.com/office/drawing/2014/main" id="{E1BCAE50-1318-41A4-9768-EB74D8E8A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992"/>
              <a:ext cx="20" cy="3"/>
            </a:xfrm>
            <a:custGeom>
              <a:avLst/>
              <a:gdLst>
                <a:gd name="T0" fmla="*/ 0 w 8"/>
                <a:gd name="T1" fmla="*/ 27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7" name="Freeform 6253">
              <a:extLst>
                <a:ext uri="{FF2B5EF4-FFF2-40B4-BE49-F238E27FC236}">
                  <a16:creationId xmlns:a16="http://schemas.microsoft.com/office/drawing/2014/main" id="{1506B8E4-11A8-4926-8A90-8E36CA6BB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005"/>
              <a:ext cx="47" cy="64"/>
            </a:xfrm>
            <a:custGeom>
              <a:avLst/>
              <a:gdLst>
                <a:gd name="T0" fmla="*/ 0 w 19"/>
                <a:gd name="T1" fmla="*/ 93 h 24"/>
                <a:gd name="T2" fmla="*/ 134 w 19"/>
                <a:gd name="T3" fmla="*/ 21 h 24"/>
                <a:gd name="T4" fmla="*/ 62 w 19"/>
                <a:gd name="T5" fmla="*/ 248 h 24"/>
                <a:gd name="T6" fmla="*/ 195 w 19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0" y="5"/>
                  </a:moveTo>
                  <a:cubicBezTo>
                    <a:pt x="3" y="2"/>
                    <a:pt x="5" y="0"/>
                    <a:pt x="9" y="1"/>
                  </a:cubicBezTo>
                  <a:cubicBezTo>
                    <a:pt x="9" y="5"/>
                    <a:pt x="6" y="9"/>
                    <a:pt x="4" y="13"/>
                  </a:cubicBezTo>
                  <a:cubicBezTo>
                    <a:pt x="17" y="10"/>
                    <a:pt x="19" y="11"/>
                    <a:pt x="13" y="2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8" name="Freeform 6254">
              <a:extLst>
                <a:ext uri="{FF2B5EF4-FFF2-40B4-BE49-F238E27FC236}">
                  <a16:creationId xmlns:a16="http://schemas.microsoft.com/office/drawing/2014/main" id="{F5B6C78B-4BF8-4B64-9570-29C0EA83E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907"/>
              <a:ext cx="18" cy="10"/>
            </a:xfrm>
            <a:custGeom>
              <a:avLst/>
              <a:gdLst>
                <a:gd name="T0" fmla="*/ 118 w 7"/>
                <a:gd name="T1" fmla="*/ 50 h 4"/>
                <a:gd name="T2" fmla="*/ 0 w 7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4" y="0"/>
                    <a:pt x="1" y="1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9" name="Freeform 6255">
              <a:extLst>
                <a:ext uri="{FF2B5EF4-FFF2-40B4-BE49-F238E27FC236}">
                  <a16:creationId xmlns:a16="http://schemas.microsoft.com/office/drawing/2014/main" id="{12E25505-B2B0-48F8-A84F-403FA4908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827"/>
              <a:ext cx="23" cy="5"/>
            </a:xfrm>
            <a:custGeom>
              <a:avLst/>
              <a:gdLst>
                <a:gd name="T0" fmla="*/ 151 w 9"/>
                <a:gd name="T1" fmla="*/ 33 h 2"/>
                <a:gd name="T2" fmla="*/ 0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2"/>
                  </a:moveTo>
                  <a:cubicBezTo>
                    <a:pt x="7" y="1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0" name="Freeform 6256">
              <a:extLst>
                <a:ext uri="{FF2B5EF4-FFF2-40B4-BE49-F238E27FC236}">
                  <a16:creationId xmlns:a16="http://schemas.microsoft.com/office/drawing/2014/main" id="{F70B13E3-79AF-4CCD-B57F-52BDF7A60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1147"/>
              <a:ext cx="27" cy="16"/>
            </a:xfrm>
            <a:custGeom>
              <a:avLst/>
              <a:gdLst>
                <a:gd name="T0" fmla="*/ 0 w 11"/>
                <a:gd name="T1" fmla="*/ 115 h 6"/>
                <a:gd name="T2" fmla="*/ 162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4" y="4"/>
                    <a:pt x="7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1" name="Freeform 6257">
              <a:extLst>
                <a:ext uri="{FF2B5EF4-FFF2-40B4-BE49-F238E27FC236}">
                  <a16:creationId xmlns:a16="http://schemas.microsoft.com/office/drawing/2014/main" id="{4763BEB9-F97E-4A2C-A603-26246BF85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152"/>
              <a:ext cx="33" cy="32"/>
            </a:xfrm>
            <a:custGeom>
              <a:avLst/>
              <a:gdLst>
                <a:gd name="T0" fmla="*/ 63 w 13"/>
                <a:gd name="T1" fmla="*/ 227 h 12"/>
                <a:gd name="T2" fmla="*/ 213 w 13"/>
                <a:gd name="T3" fmla="*/ 35 h 12"/>
                <a:gd name="T4" fmla="*/ 0 w 13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4" y="12"/>
                  </a:moveTo>
                  <a:cubicBezTo>
                    <a:pt x="7" y="8"/>
                    <a:pt x="13" y="6"/>
                    <a:pt x="13" y="2"/>
                  </a:cubicBezTo>
                  <a:cubicBezTo>
                    <a:pt x="9" y="0"/>
                    <a:pt x="4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2" name="Freeform 6258">
              <a:extLst>
                <a:ext uri="{FF2B5EF4-FFF2-40B4-BE49-F238E27FC236}">
                  <a16:creationId xmlns:a16="http://schemas.microsoft.com/office/drawing/2014/main" id="{C42D6E34-FF2B-468A-8E61-F0128EF03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243"/>
              <a:ext cx="20" cy="29"/>
            </a:xfrm>
            <a:custGeom>
              <a:avLst/>
              <a:gdLst>
                <a:gd name="T0" fmla="*/ 0 w 8"/>
                <a:gd name="T1" fmla="*/ 200 h 11"/>
                <a:gd name="T2" fmla="*/ 125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2" y="7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Freeform 6259">
              <a:extLst>
                <a:ext uri="{FF2B5EF4-FFF2-40B4-BE49-F238E27FC236}">
                  <a16:creationId xmlns:a16="http://schemas.microsoft.com/office/drawing/2014/main" id="{51615071-FFF1-42EC-B30C-7B4484587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595"/>
              <a:ext cx="7" cy="32"/>
            </a:xfrm>
            <a:custGeom>
              <a:avLst/>
              <a:gdLst>
                <a:gd name="T0" fmla="*/ 0 w 3"/>
                <a:gd name="T1" fmla="*/ 0 h 12"/>
                <a:gd name="T2" fmla="*/ 37 w 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0" y="4"/>
                    <a:pt x="0" y="9"/>
                    <a:pt x="3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4" name="Freeform 6260">
              <a:extLst>
                <a:ext uri="{FF2B5EF4-FFF2-40B4-BE49-F238E27FC236}">
                  <a16:creationId xmlns:a16="http://schemas.microsoft.com/office/drawing/2014/main" id="{FADCD9C9-7539-4CA8-86D8-C297D3A67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248"/>
              <a:ext cx="25" cy="59"/>
            </a:xfrm>
            <a:custGeom>
              <a:avLst/>
              <a:gdLst>
                <a:gd name="T0" fmla="*/ 0 w 10"/>
                <a:gd name="T1" fmla="*/ 287 h 22"/>
                <a:gd name="T2" fmla="*/ 125 w 10"/>
                <a:gd name="T3" fmla="*/ 0 h 22"/>
                <a:gd name="T4" fmla="*/ 95 w 10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0" y="15"/>
                  </a:moveTo>
                  <a:cubicBezTo>
                    <a:pt x="0" y="10"/>
                    <a:pt x="3" y="2"/>
                    <a:pt x="8" y="0"/>
                  </a:cubicBezTo>
                  <a:cubicBezTo>
                    <a:pt x="10" y="7"/>
                    <a:pt x="8" y="16"/>
                    <a:pt x="6" y="2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Freeform 6261">
              <a:extLst>
                <a:ext uri="{FF2B5EF4-FFF2-40B4-BE49-F238E27FC236}">
                  <a16:creationId xmlns:a16="http://schemas.microsoft.com/office/drawing/2014/main" id="{04C905D6-1D44-44EC-8BA3-3BC581F89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2165"/>
              <a:ext cx="38" cy="43"/>
            </a:xfrm>
            <a:custGeom>
              <a:avLst/>
              <a:gdLst>
                <a:gd name="T0" fmla="*/ 0 w 15"/>
                <a:gd name="T1" fmla="*/ 312 h 16"/>
                <a:gd name="T2" fmla="*/ 243 w 1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0" y="16"/>
                  </a:moveTo>
                  <a:cubicBezTo>
                    <a:pt x="6" y="15"/>
                    <a:pt x="12" y="5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6" name="Freeform 6262">
              <a:extLst>
                <a:ext uri="{FF2B5EF4-FFF2-40B4-BE49-F238E27FC236}">
                  <a16:creationId xmlns:a16="http://schemas.microsoft.com/office/drawing/2014/main" id="{05A46801-8B1A-421D-8DD3-8D45FE600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392"/>
              <a:ext cx="37" cy="35"/>
            </a:xfrm>
            <a:custGeom>
              <a:avLst/>
              <a:gdLst>
                <a:gd name="T0" fmla="*/ 0 w 15"/>
                <a:gd name="T1" fmla="*/ 253 h 13"/>
                <a:gd name="T2" fmla="*/ 224 w 15"/>
                <a:gd name="T3" fmla="*/ 94 h 13"/>
                <a:gd name="T4" fmla="*/ 0 w 15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4" y="11"/>
                    <a:pt x="13" y="9"/>
                    <a:pt x="15" y="5"/>
                  </a:cubicBezTo>
                  <a:cubicBezTo>
                    <a:pt x="11" y="0"/>
                    <a:pt x="5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7" name="Freeform 6263">
              <a:extLst>
                <a:ext uri="{FF2B5EF4-FFF2-40B4-BE49-F238E27FC236}">
                  <a16:creationId xmlns:a16="http://schemas.microsoft.com/office/drawing/2014/main" id="{6F7656F7-9082-4F23-A2B1-90FA82BFE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363"/>
              <a:ext cx="37" cy="53"/>
            </a:xfrm>
            <a:custGeom>
              <a:avLst/>
              <a:gdLst>
                <a:gd name="T0" fmla="*/ 42 w 15"/>
                <a:gd name="T1" fmla="*/ 56 h 20"/>
                <a:gd name="T2" fmla="*/ 62 w 15"/>
                <a:gd name="T3" fmla="*/ 315 h 20"/>
                <a:gd name="T4" fmla="*/ 224 w 1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3" y="3"/>
                  </a:moveTo>
                  <a:cubicBezTo>
                    <a:pt x="3" y="7"/>
                    <a:pt x="0" y="15"/>
                    <a:pt x="4" y="17"/>
                  </a:cubicBezTo>
                  <a:cubicBezTo>
                    <a:pt x="11" y="20"/>
                    <a:pt x="14" y="3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8" name="Freeform 6264">
              <a:extLst>
                <a:ext uri="{FF2B5EF4-FFF2-40B4-BE49-F238E27FC236}">
                  <a16:creationId xmlns:a16="http://schemas.microsoft.com/office/drawing/2014/main" id="{50770AB6-D2F0-4D49-ABE4-308E54361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405"/>
              <a:ext cx="35" cy="32"/>
            </a:xfrm>
            <a:custGeom>
              <a:avLst/>
              <a:gdLst>
                <a:gd name="T0" fmla="*/ 0 w 14"/>
                <a:gd name="T1" fmla="*/ 227 h 12"/>
                <a:gd name="T2" fmla="*/ 220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5" y="9"/>
                    <a:pt x="8" y="3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9" name="Freeform 6265">
              <a:extLst>
                <a:ext uri="{FF2B5EF4-FFF2-40B4-BE49-F238E27FC236}">
                  <a16:creationId xmlns:a16="http://schemas.microsoft.com/office/drawing/2014/main" id="{2238FB45-91E4-47EC-A9AC-C4A2B0D20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581"/>
              <a:ext cx="48" cy="51"/>
            </a:xfrm>
            <a:custGeom>
              <a:avLst/>
              <a:gdLst>
                <a:gd name="T0" fmla="*/ 192 w 19"/>
                <a:gd name="T1" fmla="*/ 309 h 19"/>
                <a:gd name="T2" fmla="*/ 33 w 19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2" y="16"/>
                  </a:moveTo>
                  <a:cubicBezTo>
                    <a:pt x="19" y="0"/>
                    <a:pt x="0" y="8"/>
                    <a:pt x="2" y="1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Freeform 6266">
              <a:extLst>
                <a:ext uri="{FF2B5EF4-FFF2-40B4-BE49-F238E27FC236}">
                  <a16:creationId xmlns:a16="http://schemas.microsoft.com/office/drawing/2014/main" id="{209F5B55-C5FD-4645-A32C-C0AAFFBFF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2395"/>
              <a:ext cx="12" cy="24"/>
            </a:xfrm>
            <a:custGeom>
              <a:avLst/>
              <a:gdLst>
                <a:gd name="T0" fmla="*/ 70 w 5"/>
                <a:gd name="T1" fmla="*/ 171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9"/>
                  </a:move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1" name="Freeform 6267">
              <a:extLst>
                <a:ext uri="{FF2B5EF4-FFF2-40B4-BE49-F238E27FC236}">
                  <a16:creationId xmlns:a16="http://schemas.microsoft.com/office/drawing/2014/main" id="{FC64C0CA-D1B3-4ED4-AFE2-09BC28BF1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2261"/>
              <a:ext cx="25" cy="46"/>
            </a:xfrm>
            <a:custGeom>
              <a:avLst/>
              <a:gdLst>
                <a:gd name="T0" fmla="*/ 0 w 10"/>
                <a:gd name="T1" fmla="*/ 116 h 17"/>
                <a:gd name="T2" fmla="*/ 63 w 10"/>
                <a:gd name="T3" fmla="*/ 336 h 17"/>
                <a:gd name="T4" fmla="*/ 145 w 1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0" y="6"/>
                  </a:moveTo>
                  <a:cubicBezTo>
                    <a:pt x="1" y="10"/>
                    <a:pt x="1" y="14"/>
                    <a:pt x="4" y="17"/>
                  </a:cubicBezTo>
                  <a:cubicBezTo>
                    <a:pt x="10" y="14"/>
                    <a:pt x="9" y="6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2" name="Freeform 6268">
              <a:extLst>
                <a:ext uri="{FF2B5EF4-FFF2-40B4-BE49-F238E27FC236}">
                  <a16:creationId xmlns:a16="http://schemas.microsoft.com/office/drawing/2014/main" id="{526BCB91-FDC8-412E-9DE7-BF1AB46BE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2120"/>
              <a:ext cx="32" cy="37"/>
            </a:xfrm>
            <a:custGeom>
              <a:avLst/>
              <a:gdLst>
                <a:gd name="T0" fmla="*/ 133 w 13"/>
                <a:gd name="T1" fmla="*/ 90 h 14"/>
                <a:gd name="T2" fmla="*/ 194 w 13"/>
                <a:gd name="T3" fmla="*/ 22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9" y="5"/>
                  </a:moveTo>
                  <a:cubicBezTo>
                    <a:pt x="4" y="0"/>
                    <a:pt x="0" y="14"/>
                    <a:pt x="13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3" name="Freeform 6269">
              <a:extLst>
                <a:ext uri="{FF2B5EF4-FFF2-40B4-BE49-F238E27FC236}">
                  <a16:creationId xmlns:a16="http://schemas.microsoft.com/office/drawing/2014/main" id="{79279155-9CA3-4FE3-ADAC-1D5616BB5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205"/>
              <a:ext cx="45" cy="35"/>
            </a:xfrm>
            <a:custGeom>
              <a:avLst/>
              <a:gdLst>
                <a:gd name="T0" fmla="*/ 63 w 18"/>
                <a:gd name="T1" fmla="*/ 253 h 13"/>
                <a:gd name="T2" fmla="*/ 0 w 18"/>
                <a:gd name="T3" fmla="*/ 1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4" y="13"/>
                  </a:moveTo>
                  <a:cubicBezTo>
                    <a:pt x="18" y="8"/>
                    <a:pt x="6" y="0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4" name="Freeform 6270">
              <a:extLst>
                <a:ext uri="{FF2B5EF4-FFF2-40B4-BE49-F238E27FC236}">
                  <a16:creationId xmlns:a16="http://schemas.microsoft.com/office/drawing/2014/main" id="{6BC386DC-627B-4A2C-B98B-06F6E0D55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101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188 w 1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2" y="4"/>
                    <a:pt x="7" y="4"/>
                    <a:pt x="12" y="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5" name="Freeform 6271">
              <a:extLst>
                <a:ext uri="{FF2B5EF4-FFF2-40B4-BE49-F238E27FC236}">
                  <a16:creationId xmlns:a16="http://schemas.microsoft.com/office/drawing/2014/main" id="{72D245B2-CDA3-4574-9487-B85CEAEEA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989"/>
              <a:ext cx="15" cy="14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2"/>
                    <a:pt x="5" y="3"/>
                    <a:pt x="6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6" name="Freeform 6272">
              <a:extLst>
                <a:ext uri="{FF2B5EF4-FFF2-40B4-BE49-F238E27FC236}">
                  <a16:creationId xmlns:a16="http://schemas.microsoft.com/office/drawing/2014/main" id="{C39EBC63-CEA5-49DA-8A18-A38815D67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043"/>
              <a:ext cx="48" cy="50"/>
            </a:xfrm>
            <a:custGeom>
              <a:avLst/>
              <a:gdLst>
                <a:gd name="T0" fmla="*/ 288 w 19"/>
                <a:gd name="T1" fmla="*/ 0 h 19"/>
                <a:gd name="T2" fmla="*/ 288 w 19"/>
                <a:gd name="T3" fmla="*/ 200 h 19"/>
                <a:gd name="T4" fmla="*/ 159 w 19"/>
                <a:gd name="T5" fmla="*/ 34 h 19"/>
                <a:gd name="T6" fmla="*/ 0 w 19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18" y="0"/>
                  </a:moveTo>
                  <a:cubicBezTo>
                    <a:pt x="18" y="4"/>
                    <a:pt x="19" y="8"/>
                    <a:pt x="18" y="11"/>
                  </a:cubicBezTo>
                  <a:cubicBezTo>
                    <a:pt x="14" y="11"/>
                    <a:pt x="11" y="6"/>
                    <a:pt x="10" y="2"/>
                  </a:cubicBezTo>
                  <a:cubicBezTo>
                    <a:pt x="11" y="19"/>
                    <a:pt x="2" y="1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7" name="Freeform 6273">
              <a:extLst>
                <a:ext uri="{FF2B5EF4-FFF2-40B4-BE49-F238E27FC236}">
                  <a16:creationId xmlns:a16="http://schemas.microsoft.com/office/drawing/2014/main" id="{6FE9603B-6DEE-4452-BB26-2474B715A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845"/>
              <a:ext cx="23" cy="32"/>
            </a:xfrm>
            <a:custGeom>
              <a:avLst/>
              <a:gdLst>
                <a:gd name="T0" fmla="*/ 130 w 9"/>
                <a:gd name="T1" fmla="*/ 0 h 12"/>
                <a:gd name="T2" fmla="*/ 118 w 9"/>
                <a:gd name="T3" fmla="*/ 205 h 12"/>
                <a:gd name="T4" fmla="*/ 0 w 9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0"/>
                  </a:moveTo>
                  <a:cubicBezTo>
                    <a:pt x="9" y="4"/>
                    <a:pt x="8" y="7"/>
                    <a:pt x="7" y="11"/>
                  </a:cubicBezTo>
                  <a:cubicBezTo>
                    <a:pt x="2" y="12"/>
                    <a:pt x="1" y="6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8" name="Freeform 6274">
              <a:extLst>
                <a:ext uri="{FF2B5EF4-FFF2-40B4-BE49-F238E27FC236}">
                  <a16:creationId xmlns:a16="http://schemas.microsoft.com/office/drawing/2014/main" id="{F7F30EF3-9C4D-4862-B052-21C51E394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963"/>
              <a:ext cx="18" cy="26"/>
            </a:xfrm>
            <a:custGeom>
              <a:avLst/>
              <a:gdLst>
                <a:gd name="T0" fmla="*/ 0 w 7"/>
                <a:gd name="T1" fmla="*/ 0 h 10"/>
                <a:gd name="T2" fmla="*/ 85 w 7"/>
                <a:gd name="T3" fmla="*/ 177 h 10"/>
                <a:gd name="T4" fmla="*/ 10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1" y="3"/>
                    <a:pt x="2" y="7"/>
                    <a:pt x="5" y="10"/>
                  </a:cubicBezTo>
                  <a:cubicBezTo>
                    <a:pt x="7" y="8"/>
                    <a:pt x="6" y="4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9" name="Freeform 6275">
              <a:extLst>
                <a:ext uri="{FF2B5EF4-FFF2-40B4-BE49-F238E27FC236}">
                  <a16:creationId xmlns:a16="http://schemas.microsoft.com/office/drawing/2014/main" id="{3018A951-00B6-4BEB-880E-0431EFB5E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877"/>
              <a:ext cx="40" cy="32"/>
            </a:xfrm>
            <a:custGeom>
              <a:avLst/>
              <a:gdLst>
                <a:gd name="T0" fmla="*/ 0 w 16"/>
                <a:gd name="T1" fmla="*/ 149 h 12"/>
                <a:gd name="T2" fmla="*/ 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8"/>
                  </a:moveTo>
                  <a:cubicBezTo>
                    <a:pt x="10" y="12"/>
                    <a:pt x="16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0" name="Freeform 6276">
              <a:extLst>
                <a:ext uri="{FF2B5EF4-FFF2-40B4-BE49-F238E27FC236}">
                  <a16:creationId xmlns:a16="http://schemas.microsoft.com/office/drawing/2014/main" id="{CCB56780-21A3-4524-8F95-D02261905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536"/>
              <a:ext cx="33" cy="40"/>
            </a:xfrm>
            <a:custGeom>
              <a:avLst/>
              <a:gdLst>
                <a:gd name="T0" fmla="*/ 0 w 13"/>
                <a:gd name="T1" fmla="*/ 136 h 15"/>
                <a:gd name="T2" fmla="*/ 63 w 1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7"/>
                  </a:moveTo>
                  <a:cubicBezTo>
                    <a:pt x="11" y="0"/>
                    <a:pt x="13" y="10"/>
                    <a:pt x="4" y="1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1" name="Freeform 6277">
              <a:extLst>
                <a:ext uri="{FF2B5EF4-FFF2-40B4-BE49-F238E27FC236}">
                  <a16:creationId xmlns:a16="http://schemas.microsoft.com/office/drawing/2014/main" id="{AB130777-420A-41C1-A44B-2088A3300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531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2" name="Freeform 6278">
              <a:extLst>
                <a:ext uri="{FF2B5EF4-FFF2-40B4-BE49-F238E27FC236}">
                  <a16:creationId xmlns:a16="http://schemas.microsoft.com/office/drawing/2014/main" id="{CDF7B6D5-E8B3-46A3-AA69-C94726427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2475"/>
              <a:ext cx="28" cy="10"/>
            </a:xfrm>
            <a:custGeom>
              <a:avLst/>
              <a:gdLst>
                <a:gd name="T0" fmla="*/ 0 w 11"/>
                <a:gd name="T1" fmla="*/ 63 h 4"/>
                <a:gd name="T2" fmla="*/ 181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3" y="2"/>
                    <a:pt x="7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3" name="Freeform 6279">
              <a:extLst>
                <a:ext uri="{FF2B5EF4-FFF2-40B4-BE49-F238E27FC236}">
                  <a16:creationId xmlns:a16="http://schemas.microsoft.com/office/drawing/2014/main" id="{4FF52A3E-F092-409E-AAB4-157E314AF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739"/>
              <a:ext cx="40" cy="50"/>
            </a:xfrm>
            <a:custGeom>
              <a:avLst/>
              <a:gdLst>
                <a:gd name="T0" fmla="*/ 50 w 16"/>
                <a:gd name="T1" fmla="*/ 347 h 19"/>
                <a:gd name="T2" fmla="*/ 0 w 16"/>
                <a:gd name="T3" fmla="*/ 23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3" y="19"/>
                  </a:moveTo>
                  <a:cubicBezTo>
                    <a:pt x="16" y="17"/>
                    <a:pt x="9" y="0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4" name="Freeform 6280">
              <a:extLst>
                <a:ext uri="{FF2B5EF4-FFF2-40B4-BE49-F238E27FC236}">
                  <a16:creationId xmlns:a16="http://schemas.microsoft.com/office/drawing/2014/main" id="{ED5AD873-EB47-4762-B49B-82C6F7731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795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3"/>
                    <a:pt x="1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5" name="Freeform 6281">
              <a:extLst>
                <a:ext uri="{FF2B5EF4-FFF2-40B4-BE49-F238E27FC236}">
                  <a16:creationId xmlns:a16="http://schemas.microsoft.com/office/drawing/2014/main" id="{E7240147-A064-468D-B65A-48AE2B49B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960"/>
              <a:ext cx="30" cy="37"/>
            </a:xfrm>
            <a:custGeom>
              <a:avLst/>
              <a:gdLst>
                <a:gd name="T0" fmla="*/ 125 w 12"/>
                <a:gd name="T1" fmla="*/ 77 h 14"/>
                <a:gd name="T2" fmla="*/ 145 w 12"/>
                <a:gd name="T3" fmla="*/ 34 h 14"/>
                <a:gd name="T4" fmla="*/ 125 w 12"/>
                <a:gd name="T5" fmla="*/ 259 h 14"/>
                <a:gd name="T6" fmla="*/ 0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8" y="4"/>
                  </a:moveTo>
                  <a:cubicBezTo>
                    <a:pt x="9" y="3"/>
                    <a:pt x="10" y="3"/>
                    <a:pt x="9" y="2"/>
                  </a:cubicBezTo>
                  <a:cubicBezTo>
                    <a:pt x="9" y="5"/>
                    <a:pt x="12" y="11"/>
                    <a:pt x="8" y="14"/>
                  </a:cubicBezTo>
                  <a:cubicBezTo>
                    <a:pt x="4" y="10"/>
                    <a:pt x="4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6" name="Freeform 6282">
              <a:extLst>
                <a:ext uri="{FF2B5EF4-FFF2-40B4-BE49-F238E27FC236}">
                  <a16:creationId xmlns:a16="http://schemas.microsoft.com/office/drawing/2014/main" id="{F75478C2-5786-4764-9DE3-6137A2C9B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3011"/>
              <a:ext cx="28" cy="29"/>
            </a:xfrm>
            <a:custGeom>
              <a:avLst/>
              <a:gdLst>
                <a:gd name="T0" fmla="*/ 0 w 11"/>
                <a:gd name="T1" fmla="*/ 90 h 11"/>
                <a:gd name="T2" fmla="*/ 163 w 11"/>
                <a:gd name="T3" fmla="*/ 21 h 11"/>
                <a:gd name="T4" fmla="*/ 84 w 11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3" y="3"/>
                    <a:pt x="6" y="0"/>
                    <a:pt x="10" y="1"/>
                  </a:cubicBezTo>
                  <a:cubicBezTo>
                    <a:pt x="11" y="5"/>
                    <a:pt x="8" y="9"/>
                    <a:pt x="5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7" name="Freeform 6283">
              <a:extLst>
                <a:ext uri="{FF2B5EF4-FFF2-40B4-BE49-F238E27FC236}">
                  <a16:creationId xmlns:a16="http://schemas.microsoft.com/office/drawing/2014/main" id="{8F7BB125-C766-4FBD-A2F8-C6452DA9A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3096"/>
              <a:ext cx="18" cy="8"/>
            </a:xfrm>
            <a:custGeom>
              <a:avLst/>
              <a:gdLst>
                <a:gd name="T0" fmla="*/ 0 w 7"/>
                <a:gd name="T1" fmla="*/ 0 h 3"/>
                <a:gd name="T2" fmla="*/ 118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2"/>
                    <a:pt x="4" y="3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8" name="Freeform 6284">
              <a:extLst>
                <a:ext uri="{FF2B5EF4-FFF2-40B4-BE49-F238E27FC236}">
                  <a16:creationId xmlns:a16="http://schemas.microsoft.com/office/drawing/2014/main" id="{8FB5821B-7FA8-4613-8A2B-743874B73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3053"/>
              <a:ext cx="12" cy="24"/>
            </a:xfrm>
            <a:custGeom>
              <a:avLst/>
              <a:gdLst>
                <a:gd name="T0" fmla="*/ 70 w 5"/>
                <a:gd name="T1" fmla="*/ 171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9"/>
                  </a:moveTo>
                  <a:cubicBezTo>
                    <a:pt x="1" y="7"/>
                    <a:pt x="0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9" name="Freeform 6285">
              <a:extLst>
                <a:ext uri="{FF2B5EF4-FFF2-40B4-BE49-F238E27FC236}">
                  <a16:creationId xmlns:a16="http://schemas.microsoft.com/office/drawing/2014/main" id="{C5012D99-026B-4BF1-8299-99FABB538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787"/>
              <a:ext cx="28" cy="24"/>
            </a:xfrm>
            <a:custGeom>
              <a:avLst/>
              <a:gdLst>
                <a:gd name="T0" fmla="*/ 97 w 11"/>
                <a:gd name="T1" fmla="*/ 171 h 9"/>
                <a:gd name="T2" fmla="*/ 163 w 11"/>
                <a:gd name="T3" fmla="*/ 21 h 9"/>
                <a:gd name="T4" fmla="*/ 0 w 11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9"/>
                  </a:moveTo>
                  <a:cubicBezTo>
                    <a:pt x="8" y="7"/>
                    <a:pt x="11" y="4"/>
                    <a:pt x="10" y="1"/>
                  </a:cubicBezTo>
                  <a:cubicBezTo>
                    <a:pt x="6" y="0"/>
                    <a:pt x="2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0" name="Freeform 6286">
              <a:extLst>
                <a:ext uri="{FF2B5EF4-FFF2-40B4-BE49-F238E27FC236}">
                  <a16:creationId xmlns:a16="http://schemas.microsoft.com/office/drawing/2014/main" id="{2AF933F2-D2C6-4C4E-AED3-9EC485BAB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2635"/>
              <a:ext cx="15" cy="21"/>
            </a:xfrm>
            <a:custGeom>
              <a:avLst/>
              <a:gdLst>
                <a:gd name="T0" fmla="*/ 0 w 6"/>
                <a:gd name="T1" fmla="*/ 144 h 8"/>
                <a:gd name="T2" fmla="*/ 95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1" y="5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1" name="Freeform 6287">
              <a:extLst>
                <a:ext uri="{FF2B5EF4-FFF2-40B4-BE49-F238E27FC236}">
                  <a16:creationId xmlns:a16="http://schemas.microsoft.com/office/drawing/2014/main" id="{BD6E0E89-2B2C-4531-9F78-53DCAFFA1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2536"/>
              <a:ext cx="32" cy="13"/>
            </a:xfrm>
            <a:custGeom>
              <a:avLst/>
              <a:gdLst>
                <a:gd name="T0" fmla="*/ 194 w 13"/>
                <a:gd name="T1" fmla="*/ 68 h 5"/>
                <a:gd name="T2" fmla="*/ 0 w 13"/>
                <a:gd name="T3" fmla="*/ 88 h 5"/>
                <a:gd name="T4" fmla="*/ 182 w 1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13" y="4"/>
                  </a:moveTo>
                  <a:cubicBezTo>
                    <a:pt x="8" y="4"/>
                    <a:pt x="4" y="5"/>
                    <a:pt x="0" y="5"/>
                  </a:cubicBezTo>
                  <a:cubicBezTo>
                    <a:pt x="1" y="0"/>
                    <a:pt x="8" y="0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2" name="Freeform 6288">
              <a:extLst>
                <a:ext uri="{FF2B5EF4-FFF2-40B4-BE49-F238E27FC236}">
                  <a16:creationId xmlns:a16="http://schemas.microsoft.com/office/drawing/2014/main" id="{C6E8D31D-F1B3-4E12-B026-DFA7BD766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2680"/>
              <a:ext cx="45" cy="51"/>
            </a:xfrm>
            <a:custGeom>
              <a:avLst/>
              <a:gdLst>
                <a:gd name="T0" fmla="*/ 283 w 18"/>
                <a:gd name="T1" fmla="*/ 21 h 19"/>
                <a:gd name="T2" fmla="*/ 220 w 18"/>
                <a:gd name="T3" fmla="*/ 172 h 19"/>
                <a:gd name="T4" fmla="*/ 113 w 18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8" y="1"/>
                  </a:moveTo>
                  <a:cubicBezTo>
                    <a:pt x="12" y="0"/>
                    <a:pt x="7" y="5"/>
                    <a:pt x="14" y="9"/>
                  </a:cubicBezTo>
                  <a:cubicBezTo>
                    <a:pt x="7" y="5"/>
                    <a:pt x="0" y="15"/>
                    <a:pt x="7" y="1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3" name="Freeform 6289">
              <a:extLst>
                <a:ext uri="{FF2B5EF4-FFF2-40B4-BE49-F238E27FC236}">
                  <a16:creationId xmlns:a16="http://schemas.microsoft.com/office/drawing/2014/main" id="{EAB8FE87-5142-4719-9F3F-7A806CB83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763"/>
              <a:ext cx="35" cy="69"/>
            </a:xfrm>
            <a:custGeom>
              <a:avLst/>
              <a:gdLst>
                <a:gd name="T0" fmla="*/ 0 w 14"/>
                <a:gd name="T1" fmla="*/ 204 h 26"/>
                <a:gd name="T2" fmla="*/ 63 w 14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0" y="11"/>
                  </a:moveTo>
                  <a:cubicBezTo>
                    <a:pt x="7" y="26"/>
                    <a:pt x="14" y="7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4" name="Freeform 6290">
              <a:extLst>
                <a:ext uri="{FF2B5EF4-FFF2-40B4-BE49-F238E27FC236}">
                  <a16:creationId xmlns:a16="http://schemas.microsoft.com/office/drawing/2014/main" id="{1E7206E2-5BE7-4811-A033-F5B5E7855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669"/>
              <a:ext cx="32" cy="51"/>
            </a:xfrm>
            <a:custGeom>
              <a:avLst/>
              <a:gdLst>
                <a:gd name="T0" fmla="*/ 0 w 13"/>
                <a:gd name="T1" fmla="*/ 368 h 19"/>
                <a:gd name="T2" fmla="*/ 121 w 13"/>
                <a:gd name="T3" fmla="*/ 346 h 19"/>
                <a:gd name="T4" fmla="*/ 12 w 13"/>
                <a:gd name="T5" fmla="*/ 231 h 19"/>
                <a:gd name="T6" fmla="*/ 162 w 13"/>
                <a:gd name="T7" fmla="*/ 172 h 19"/>
                <a:gd name="T8" fmla="*/ 42 w 13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0" y="19"/>
                  </a:moveTo>
                  <a:cubicBezTo>
                    <a:pt x="3" y="19"/>
                    <a:pt x="5" y="19"/>
                    <a:pt x="8" y="18"/>
                  </a:cubicBezTo>
                  <a:cubicBezTo>
                    <a:pt x="7" y="15"/>
                    <a:pt x="4" y="14"/>
                    <a:pt x="1" y="12"/>
                  </a:cubicBezTo>
                  <a:cubicBezTo>
                    <a:pt x="3" y="12"/>
                    <a:pt x="10" y="11"/>
                    <a:pt x="11" y="9"/>
                  </a:cubicBezTo>
                  <a:cubicBezTo>
                    <a:pt x="13" y="5"/>
                    <a:pt x="7" y="0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5" name="Freeform 6291">
              <a:extLst>
                <a:ext uri="{FF2B5EF4-FFF2-40B4-BE49-F238E27FC236}">
                  <a16:creationId xmlns:a16="http://schemas.microsoft.com/office/drawing/2014/main" id="{E6A9E758-0DD0-4E68-9F02-104E68611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1755"/>
              <a:ext cx="8" cy="26"/>
            </a:xfrm>
            <a:custGeom>
              <a:avLst/>
              <a:gdLst>
                <a:gd name="T0" fmla="*/ 0 w 3"/>
                <a:gd name="T1" fmla="*/ 0 h 10"/>
                <a:gd name="T2" fmla="*/ 21 w 3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3" y="3"/>
                    <a:pt x="1" y="7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6" name="Freeform 6292">
              <a:extLst>
                <a:ext uri="{FF2B5EF4-FFF2-40B4-BE49-F238E27FC236}">
                  <a16:creationId xmlns:a16="http://schemas.microsoft.com/office/drawing/2014/main" id="{B555CB5E-D63A-454D-B5DD-E5AE3FC1E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867"/>
              <a:ext cx="10" cy="21"/>
            </a:xfrm>
            <a:custGeom>
              <a:avLst/>
              <a:gdLst>
                <a:gd name="T0" fmla="*/ 0 w 4"/>
                <a:gd name="T1" fmla="*/ 144 h 8"/>
                <a:gd name="T2" fmla="*/ 6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1" y="6"/>
                    <a:pt x="3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7" name="Freeform 6293">
              <a:extLst>
                <a:ext uri="{FF2B5EF4-FFF2-40B4-BE49-F238E27FC236}">
                  <a16:creationId xmlns:a16="http://schemas.microsoft.com/office/drawing/2014/main" id="{8870F179-3047-4B82-B678-85D03EEE1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680"/>
              <a:ext cx="5" cy="27"/>
            </a:xfrm>
            <a:custGeom>
              <a:avLst/>
              <a:gdLst>
                <a:gd name="T0" fmla="*/ 33 w 2"/>
                <a:gd name="T1" fmla="*/ 0 h 10"/>
                <a:gd name="T2" fmla="*/ 0 w 2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0" y="4"/>
                    <a:pt x="0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8" name="Freeform 6294">
              <a:extLst>
                <a:ext uri="{FF2B5EF4-FFF2-40B4-BE49-F238E27FC236}">
                  <a16:creationId xmlns:a16="http://schemas.microsoft.com/office/drawing/2014/main" id="{1CF246C8-A482-4121-835A-716A57F90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016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5"/>
                    <a:pt x="6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9" name="Freeform 6295">
              <a:extLst>
                <a:ext uri="{FF2B5EF4-FFF2-40B4-BE49-F238E27FC236}">
                  <a16:creationId xmlns:a16="http://schemas.microsoft.com/office/drawing/2014/main" id="{181426F7-C965-4C70-B2D3-017837131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376"/>
              <a:ext cx="17" cy="21"/>
            </a:xfrm>
            <a:custGeom>
              <a:avLst/>
              <a:gdLst>
                <a:gd name="T0" fmla="*/ 41 w 7"/>
                <a:gd name="T1" fmla="*/ 144 h 8"/>
                <a:gd name="T2" fmla="*/ 87 w 7"/>
                <a:gd name="T3" fmla="*/ 0 h 8"/>
                <a:gd name="T4" fmla="*/ 0 w 7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8"/>
                  </a:moveTo>
                  <a:cubicBezTo>
                    <a:pt x="6" y="6"/>
                    <a:pt x="7" y="3"/>
                    <a:pt x="6" y="0"/>
                  </a:cubicBezTo>
                  <a:cubicBezTo>
                    <a:pt x="4" y="0"/>
                    <a:pt x="1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0" name="Freeform 6296">
              <a:extLst>
                <a:ext uri="{FF2B5EF4-FFF2-40B4-BE49-F238E27FC236}">
                  <a16:creationId xmlns:a16="http://schemas.microsoft.com/office/drawing/2014/main" id="{3D8E120A-1CA3-43AE-B79F-DC93FB226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301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63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0" y="4"/>
                    <a:pt x="2" y="8"/>
                    <a:pt x="4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1" name="Freeform 6297">
              <a:extLst>
                <a:ext uri="{FF2B5EF4-FFF2-40B4-BE49-F238E27FC236}">
                  <a16:creationId xmlns:a16="http://schemas.microsoft.com/office/drawing/2014/main" id="{4285F3AC-A6B2-43E1-A3AF-5FA6F870E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323"/>
              <a:ext cx="53" cy="61"/>
            </a:xfrm>
            <a:custGeom>
              <a:avLst/>
              <a:gdLst>
                <a:gd name="T0" fmla="*/ 0 w 21"/>
                <a:gd name="T1" fmla="*/ 281 h 23"/>
                <a:gd name="T2" fmla="*/ 126 w 21"/>
                <a:gd name="T3" fmla="*/ 430 h 23"/>
                <a:gd name="T4" fmla="*/ 96 w 21"/>
                <a:gd name="T5" fmla="*/ 225 h 23"/>
                <a:gd name="T6" fmla="*/ 288 w 21"/>
                <a:gd name="T7" fmla="*/ 281 h 23"/>
                <a:gd name="T8" fmla="*/ 159 w 21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3">
                  <a:moveTo>
                    <a:pt x="0" y="15"/>
                  </a:moveTo>
                  <a:cubicBezTo>
                    <a:pt x="2" y="18"/>
                    <a:pt x="5" y="22"/>
                    <a:pt x="8" y="23"/>
                  </a:cubicBezTo>
                  <a:cubicBezTo>
                    <a:pt x="11" y="20"/>
                    <a:pt x="9" y="15"/>
                    <a:pt x="6" y="12"/>
                  </a:cubicBezTo>
                  <a:cubicBezTo>
                    <a:pt x="8" y="14"/>
                    <a:pt x="16" y="19"/>
                    <a:pt x="18" y="15"/>
                  </a:cubicBezTo>
                  <a:cubicBezTo>
                    <a:pt x="21" y="10"/>
                    <a:pt x="12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2" name="Freeform 6298">
              <a:extLst>
                <a:ext uri="{FF2B5EF4-FFF2-40B4-BE49-F238E27FC236}">
                  <a16:creationId xmlns:a16="http://schemas.microsoft.com/office/drawing/2014/main" id="{CAC0952A-9A6F-4BD1-808A-88D3C061E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333"/>
              <a:ext cx="10" cy="19"/>
            </a:xfrm>
            <a:custGeom>
              <a:avLst/>
              <a:gdLst>
                <a:gd name="T0" fmla="*/ 63 w 4"/>
                <a:gd name="T1" fmla="*/ 0 h 7"/>
                <a:gd name="T2" fmla="*/ 0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3" name="Freeform 6299">
              <a:extLst>
                <a:ext uri="{FF2B5EF4-FFF2-40B4-BE49-F238E27FC236}">
                  <a16:creationId xmlns:a16="http://schemas.microsoft.com/office/drawing/2014/main" id="{97A9EF0D-F7EA-4314-B84E-0FE41ACDF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104"/>
              <a:ext cx="10" cy="32"/>
            </a:xfrm>
            <a:custGeom>
              <a:avLst/>
              <a:gdLst>
                <a:gd name="T0" fmla="*/ 0 w 4"/>
                <a:gd name="T1" fmla="*/ 227 h 12"/>
                <a:gd name="T2" fmla="*/ 63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2" y="8"/>
                    <a:pt x="2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4" name="Freeform 6300">
              <a:extLst>
                <a:ext uri="{FF2B5EF4-FFF2-40B4-BE49-F238E27FC236}">
                  <a16:creationId xmlns:a16="http://schemas.microsoft.com/office/drawing/2014/main" id="{A6090CF7-1E30-44E6-9E65-E84DFEC6E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192"/>
              <a:ext cx="2" cy="48"/>
            </a:xfrm>
            <a:custGeom>
              <a:avLst/>
              <a:gdLst>
                <a:gd name="T0" fmla="*/ 8 w 1"/>
                <a:gd name="T1" fmla="*/ 0 h 18"/>
                <a:gd name="T2" fmla="*/ 8 w 1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">
                  <a:moveTo>
                    <a:pt x="1" y="0"/>
                  </a:moveTo>
                  <a:cubicBezTo>
                    <a:pt x="1" y="6"/>
                    <a:pt x="0" y="12"/>
                    <a:pt x="1" y="1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5" name="Freeform 6301">
              <a:extLst>
                <a:ext uri="{FF2B5EF4-FFF2-40B4-BE49-F238E27FC236}">
                  <a16:creationId xmlns:a16="http://schemas.microsoft.com/office/drawing/2014/main" id="{98FB842C-2087-4A69-92F9-31B5B9FC9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445"/>
              <a:ext cx="23" cy="46"/>
            </a:xfrm>
            <a:custGeom>
              <a:avLst/>
              <a:gdLst>
                <a:gd name="T0" fmla="*/ 33 w 9"/>
                <a:gd name="T1" fmla="*/ 336 h 17"/>
                <a:gd name="T2" fmla="*/ 97 w 9"/>
                <a:gd name="T3" fmla="*/ 0 h 17"/>
                <a:gd name="T4" fmla="*/ 0 w 9"/>
                <a:gd name="T5" fmla="*/ 21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2" y="17"/>
                  </a:moveTo>
                  <a:cubicBezTo>
                    <a:pt x="6" y="13"/>
                    <a:pt x="9" y="5"/>
                    <a:pt x="6" y="0"/>
                  </a:cubicBezTo>
                  <a:cubicBezTo>
                    <a:pt x="3" y="3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6" name="Freeform 6302">
              <a:extLst>
                <a:ext uri="{FF2B5EF4-FFF2-40B4-BE49-F238E27FC236}">
                  <a16:creationId xmlns:a16="http://schemas.microsoft.com/office/drawing/2014/main" id="{2B896954-6F4A-4EED-BE81-EB7CCEFE8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664"/>
              <a:ext cx="25" cy="27"/>
            </a:xfrm>
            <a:custGeom>
              <a:avLst/>
              <a:gdLst>
                <a:gd name="T0" fmla="*/ 63 w 10"/>
                <a:gd name="T1" fmla="*/ 0 h 10"/>
                <a:gd name="T2" fmla="*/ 0 w 10"/>
                <a:gd name="T3" fmla="*/ 159 h 10"/>
                <a:gd name="T4" fmla="*/ 158 w 10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2" y="2"/>
                    <a:pt x="0" y="5"/>
                    <a:pt x="0" y="8"/>
                  </a:cubicBezTo>
                  <a:cubicBezTo>
                    <a:pt x="4" y="10"/>
                    <a:pt x="8" y="7"/>
                    <a:pt x="10" y="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7E1BC654-A39B-4F5B-9BCD-62BA05E6084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Brain (3)</a:t>
            </a:r>
          </a:p>
        </p:txBody>
      </p:sp>
      <p:grpSp>
        <p:nvGrpSpPr>
          <p:cNvPr id="50178" name="Human-Brain-Sagittal-Section-Diagram">
            <a:extLst>
              <a:ext uri="{FF2B5EF4-FFF2-40B4-BE49-F238E27FC236}">
                <a16:creationId xmlns:a16="http://schemas.microsoft.com/office/drawing/2014/main" id="{0DAF5B26-BF4C-4B82-AAE6-FA69052228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096000" y="1676400"/>
            <a:ext cx="3806825" cy="3686175"/>
            <a:chOff x="2978" y="1273"/>
            <a:chExt cx="2398" cy="2322"/>
          </a:xfrm>
        </p:grpSpPr>
        <p:grpSp>
          <p:nvGrpSpPr>
            <p:cNvPr id="50426" name="Group 911">
              <a:extLst>
                <a:ext uri="{FF2B5EF4-FFF2-40B4-BE49-F238E27FC236}">
                  <a16:creationId xmlns:a16="http://schemas.microsoft.com/office/drawing/2014/main" id="{FE2F1BA4-F9BA-42D7-A6AF-2EE2290F78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8" y="1273"/>
              <a:ext cx="2398" cy="2322"/>
              <a:chOff x="2978" y="1273"/>
              <a:chExt cx="2398" cy="2322"/>
            </a:xfrm>
          </p:grpSpPr>
          <p:sp>
            <p:nvSpPr>
              <p:cNvPr id="50650" name="Freeform 711">
                <a:extLst>
                  <a:ext uri="{FF2B5EF4-FFF2-40B4-BE49-F238E27FC236}">
                    <a16:creationId xmlns:a16="http://schemas.microsoft.com/office/drawing/2014/main" id="{C0289FF4-EF8F-4C69-B9DF-8356A3903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988"/>
                <a:ext cx="802" cy="376"/>
              </a:xfrm>
              <a:custGeom>
                <a:avLst/>
                <a:gdLst>
                  <a:gd name="T0" fmla="*/ 2951 w 346"/>
                  <a:gd name="T1" fmla="*/ 2301 h 152"/>
                  <a:gd name="T2" fmla="*/ 3352 w 346"/>
                  <a:gd name="T3" fmla="*/ 2001 h 152"/>
                  <a:gd name="T4" fmla="*/ 3910 w 346"/>
                  <a:gd name="T5" fmla="*/ 1786 h 152"/>
                  <a:gd name="T6" fmla="*/ 3138 w 346"/>
                  <a:gd name="T7" fmla="*/ 378 h 152"/>
                  <a:gd name="T8" fmla="*/ 0 w 346"/>
                  <a:gd name="T9" fmla="*/ 1727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152">
                    <a:moveTo>
                      <a:pt x="237" y="152"/>
                    </a:moveTo>
                    <a:cubicBezTo>
                      <a:pt x="245" y="141"/>
                      <a:pt x="254" y="135"/>
                      <a:pt x="269" y="132"/>
                    </a:cubicBezTo>
                    <a:cubicBezTo>
                      <a:pt x="284" y="132"/>
                      <a:pt x="298" y="129"/>
                      <a:pt x="314" y="118"/>
                    </a:cubicBezTo>
                    <a:cubicBezTo>
                      <a:pt x="346" y="94"/>
                      <a:pt x="346" y="50"/>
                      <a:pt x="252" y="25"/>
                    </a:cubicBezTo>
                    <a:cubicBezTo>
                      <a:pt x="159" y="0"/>
                      <a:pt x="33" y="71"/>
                      <a:pt x="0" y="114"/>
                    </a:cubicBezTo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1" name="Freeform 712">
                <a:extLst>
                  <a:ext uri="{FF2B5EF4-FFF2-40B4-BE49-F238E27FC236}">
                    <a16:creationId xmlns:a16="http://schemas.microsoft.com/office/drawing/2014/main" id="{8B7B89D1-A208-4AB5-B20E-E29A94E20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273"/>
                <a:ext cx="2398" cy="1642"/>
              </a:xfrm>
              <a:custGeom>
                <a:avLst/>
                <a:gdLst>
                  <a:gd name="T0" fmla="*/ 8235 w 1034"/>
                  <a:gd name="T1" fmla="*/ 8225 h 664"/>
                  <a:gd name="T2" fmla="*/ 9353 w 1034"/>
                  <a:gd name="T3" fmla="*/ 8482 h 664"/>
                  <a:gd name="T4" fmla="*/ 10552 w 1034"/>
                  <a:gd name="T5" fmla="*/ 8470 h 664"/>
                  <a:gd name="T6" fmla="*/ 11440 w 1034"/>
                  <a:gd name="T7" fmla="*/ 8255 h 664"/>
                  <a:gd name="T8" fmla="*/ 12725 w 1034"/>
                  <a:gd name="T9" fmla="*/ 7033 h 664"/>
                  <a:gd name="T10" fmla="*/ 12897 w 1034"/>
                  <a:gd name="T11" fmla="*/ 6036 h 664"/>
                  <a:gd name="T12" fmla="*/ 12811 w 1034"/>
                  <a:gd name="T13" fmla="*/ 5730 h 664"/>
                  <a:gd name="T14" fmla="*/ 12832 w 1034"/>
                  <a:gd name="T15" fmla="*/ 4990 h 664"/>
                  <a:gd name="T16" fmla="*/ 12558 w 1034"/>
                  <a:gd name="T17" fmla="*/ 3915 h 664"/>
                  <a:gd name="T18" fmla="*/ 12199 w 1034"/>
                  <a:gd name="T19" fmla="*/ 3081 h 664"/>
                  <a:gd name="T20" fmla="*/ 11600 w 1034"/>
                  <a:gd name="T21" fmla="*/ 2329 h 664"/>
                  <a:gd name="T22" fmla="*/ 10951 w 1034"/>
                  <a:gd name="T23" fmla="*/ 1511 h 664"/>
                  <a:gd name="T24" fmla="*/ 10251 w 1034"/>
                  <a:gd name="T25" fmla="*/ 1345 h 664"/>
                  <a:gd name="T26" fmla="*/ 9643 w 1034"/>
                  <a:gd name="T27" fmla="*/ 801 h 664"/>
                  <a:gd name="T28" fmla="*/ 8493 w 1034"/>
                  <a:gd name="T29" fmla="*/ 453 h 664"/>
                  <a:gd name="T30" fmla="*/ 7869 w 1034"/>
                  <a:gd name="T31" fmla="*/ 183 h 664"/>
                  <a:gd name="T32" fmla="*/ 7271 w 1034"/>
                  <a:gd name="T33" fmla="*/ 257 h 664"/>
                  <a:gd name="T34" fmla="*/ 7271 w 1034"/>
                  <a:gd name="T35" fmla="*/ 257 h 664"/>
                  <a:gd name="T36" fmla="*/ 6552 w 1034"/>
                  <a:gd name="T37" fmla="*/ 74 h 664"/>
                  <a:gd name="T38" fmla="*/ 5777 w 1034"/>
                  <a:gd name="T39" fmla="*/ 215 h 664"/>
                  <a:gd name="T40" fmla="*/ 5162 w 1034"/>
                  <a:gd name="T41" fmla="*/ 257 h 664"/>
                  <a:gd name="T42" fmla="*/ 4701 w 1034"/>
                  <a:gd name="T43" fmla="*/ 532 h 664"/>
                  <a:gd name="T44" fmla="*/ 4142 w 1034"/>
                  <a:gd name="T45" fmla="*/ 574 h 664"/>
                  <a:gd name="T46" fmla="*/ 3878 w 1034"/>
                  <a:gd name="T47" fmla="*/ 955 h 664"/>
                  <a:gd name="T48" fmla="*/ 3017 w 1034"/>
                  <a:gd name="T49" fmla="*/ 1088 h 664"/>
                  <a:gd name="T50" fmla="*/ 2136 w 1034"/>
                  <a:gd name="T51" fmla="*/ 1951 h 664"/>
                  <a:gd name="T52" fmla="*/ 1607 w 1034"/>
                  <a:gd name="T53" fmla="*/ 2433 h 664"/>
                  <a:gd name="T54" fmla="*/ 925 w 1034"/>
                  <a:gd name="T55" fmla="*/ 3571 h 664"/>
                  <a:gd name="T56" fmla="*/ 652 w 1034"/>
                  <a:gd name="T57" fmla="*/ 3915 h 664"/>
                  <a:gd name="T58" fmla="*/ 264 w 1034"/>
                  <a:gd name="T59" fmla="*/ 4825 h 664"/>
                  <a:gd name="T60" fmla="*/ 339 w 1034"/>
                  <a:gd name="T61" fmla="*/ 5020 h 664"/>
                  <a:gd name="T62" fmla="*/ 209 w 1034"/>
                  <a:gd name="T63" fmla="*/ 5156 h 664"/>
                  <a:gd name="T64" fmla="*/ 123 w 1034"/>
                  <a:gd name="T65" fmla="*/ 5700 h 664"/>
                  <a:gd name="T66" fmla="*/ 139 w 1034"/>
                  <a:gd name="T67" fmla="*/ 6017 h 664"/>
                  <a:gd name="T68" fmla="*/ 12 w 1034"/>
                  <a:gd name="T69" fmla="*/ 6642 h 664"/>
                  <a:gd name="T70" fmla="*/ 49 w 1034"/>
                  <a:gd name="T71" fmla="*/ 7485 h 664"/>
                  <a:gd name="T72" fmla="*/ 415 w 1034"/>
                  <a:gd name="T73" fmla="*/ 8470 h 664"/>
                  <a:gd name="T74" fmla="*/ 559 w 1034"/>
                  <a:gd name="T75" fmla="*/ 9221 h 664"/>
                  <a:gd name="T76" fmla="*/ 1758 w 1034"/>
                  <a:gd name="T77" fmla="*/ 9968 h 664"/>
                  <a:gd name="T78" fmla="*/ 2630 w 1034"/>
                  <a:gd name="T79" fmla="*/ 9798 h 664"/>
                  <a:gd name="T80" fmla="*/ 2781 w 1034"/>
                  <a:gd name="T81" fmla="*/ 9723 h 664"/>
                  <a:gd name="T82" fmla="*/ 3006 w 1034"/>
                  <a:gd name="T83" fmla="*/ 9815 h 664"/>
                  <a:gd name="T84" fmla="*/ 5190 w 1034"/>
                  <a:gd name="T85" fmla="*/ 9857 h 66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034" h="664">
                    <a:moveTo>
                      <a:pt x="660" y="544"/>
                    </a:moveTo>
                    <a:cubicBezTo>
                      <a:pt x="683" y="557"/>
                      <a:pt x="716" y="561"/>
                      <a:pt x="750" y="561"/>
                    </a:cubicBezTo>
                    <a:cubicBezTo>
                      <a:pt x="780" y="561"/>
                      <a:pt x="814" y="562"/>
                      <a:pt x="846" y="560"/>
                    </a:cubicBezTo>
                    <a:cubicBezTo>
                      <a:pt x="873" y="558"/>
                      <a:pt x="893" y="553"/>
                      <a:pt x="917" y="546"/>
                    </a:cubicBezTo>
                    <a:cubicBezTo>
                      <a:pt x="952" y="537"/>
                      <a:pt x="1011" y="502"/>
                      <a:pt x="1020" y="465"/>
                    </a:cubicBezTo>
                    <a:cubicBezTo>
                      <a:pt x="1029" y="428"/>
                      <a:pt x="1033" y="436"/>
                      <a:pt x="1034" y="399"/>
                    </a:cubicBezTo>
                    <a:cubicBezTo>
                      <a:pt x="1034" y="388"/>
                      <a:pt x="1033" y="380"/>
                      <a:pt x="1027" y="379"/>
                    </a:cubicBezTo>
                    <a:cubicBezTo>
                      <a:pt x="1033" y="374"/>
                      <a:pt x="1033" y="360"/>
                      <a:pt x="1029" y="330"/>
                    </a:cubicBezTo>
                    <a:cubicBezTo>
                      <a:pt x="1026" y="300"/>
                      <a:pt x="1019" y="259"/>
                      <a:pt x="1007" y="259"/>
                    </a:cubicBezTo>
                    <a:cubicBezTo>
                      <a:pt x="1012" y="249"/>
                      <a:pt x="997" y="225"/>
                      <a:pt x="978" y="204"/>
                    </a:cubicBezTo>
                    <a:cubicBezTo>
                      <a:pt x="963" y="188"/>
                      <a:pt x="948" y="144"/>
                      <a:pt x="930" y="154"/>
                    </a:cubicBezTo>
                    <a:cubicBezTo>
                      <a:pt x="942" y="135"/>
                      <a:pt x="894" y="109"/>
                      <a:pt x="878" y="100"/>
                    </a:cubicBezTo>
                    <a:cubicBezTo>
                      <a:pt x="861" y="91"/>
                      <a:pt x="836" y="73"/>
                      <a:pt x="822" y="89"/>
                    </a:cubicBezTo>
                    <a:cubicBezTo>
                      <a:pt x="845" y="69"/>
                      <a:pt x="786" y="58"/>
                      <a:pt x="773" y="53"/>
                    </a:cubicBezTo>
                    <a:cubicBezTo>
                      <a:pt x="752" y="45"/>
                      <a:pt x="699" y="5"/>
                      <a:pt x="681" y="30"/>
                    </a:cubicBezTo>
                    <a:cubicBezTo>
                      <a:pt x="686" y="16"/>
                      <a:pt x="656" y="16"/>
                      <a:pt x="631" y="12"/>
                    </a:cubicBezTo>
                    <a:cubicBezTo>
                      <a:pt x="605" y="9"/>
                      <a:pt x="583" y="4"/>
                      <a:pt x="583" y="17"/>
                    </a:cubicBezTo>
                    <a:cubicBezTo>
                      <a:pt x="583" y="17"/>
                      <a:pt x="583" y="17"/>
                      <a:pt x="583" y="17"/>
                    </a:cubicBezTo>
                    <a:cubicBezTo>
                      <a:pt x="582" y="5"/>
                      <a:pt x="554" y="1"/>
                      <a:pt x="525" y="5"/>
                    </a:cubicBezTo>
                    <a:cubicBezTo>
                      <a:pt x="500" y="9"/>
                      <a:pt x="464" y="0"/>
                      <a:pt x="463" y="14"/>
                    </a:cubicBezTo>
                    <a:cubicBezTo>
                      <a:pt x="461" y="3"/>
                      <a:pt x="438" y="11"/>
                      <a:pt x="414" y="17"/>
                    </a:cubicBezTo>
                    <a:cubicBezTo>
                      <a:pt x="394" y="23"/>
                      <a:pt x="378" y="24"/>
                      <a:pt x="377" y="35"/>
                    </a:cubicBezTo>
                    <a:cubicBezTo>
                      <a:pt x="374" y="24"/>
                      <a:pt x="348" y="33"/>
                      <a:pt x="332" y="38"/>
                    </a:cubicBezTo>
                    <a:cubicBezTo>
                      <a:pt x="318" y="42"/>
                      <a:pt x="309" y="52"/>
                      <a:pt x="311" y="63"/>
                    </a:cubicBezTo>
                    <a:cubicBezTo>
                      <a:pt x="299" y="47"/>
                      <a:pt x="264" y="63"/>
                      <a:pt x="242" y="72"/>
                    </a:cubicBezTo>
                    <a:cubicBezTo>
                      <a:pt x="217" y="82"/>
                      <a:pt x="171" y="108"/>
                      <a:pt x="171" y="129"/>
                    </a:cubicBezTo>
                    <a:cubicBezTo>
                      <a:pt x="159" y="117"/>
                      <a:pt x="121" y="147"/>
                      <a:pt x="129" y="161"/>
                    </a:cubicBezTo>
                    <a:cubicBezTo>
                      <a:pt x="115" y="151"/>
                      <a:pt x="56" y="217"/>
                      <a:pt x="74" y="236"/>
                    </a:cubicBezTo>
                    <a:cubicBezTo>
                      <a:pt x="68" y="236"/>
                      <a:pt x="65" y="235"/>
                      <a:pt x="52" y="259"/>
                    </a:cubicBezTo>
                    <a:cubicBezTo>
                      <a:pt x="39" y="283"/>
                      <a:pt x="22" y="312"/>
                      <a:pt x="21" y="319"/>
                    </a:cubicBezTo>
                    <a:cubicBezTo>
                      <a:pt x="19" y="326"/>
                      <a:pt x="27" y="332"/>
                      <a:pt x="27" y="332"/>
                    </a:cubicBezTo>
                    <a:cubicBezTo>
                      <a:pt x="27" y="332"/>
                      <a:pt x="22" y="331"/>
                      <a:pt x="17" y="341"/>
                    </a:cubicBezTo>
                    <a:cubicBezTo>
                      <a:pt x="12" y="353"/>
                      <a:pt x="11" y="364"/>
                      <a:pt x="10" y="377"/>
                    </a:cubicBezTo>
                    <a:cubicBezTo>
                      <a:pt x="10" y="384"/>
                      <a:pt x="12" y="392"/>
                      <a:pt x="11" y="398"/>
                    </a:cubicBezTo>
                    <a:cubicBezTo>
                      <a:pt x="10" y="412"/>
                      <a:pt x="2" y="424"/>
                      <a:pt x="1" y="439"/>
                    </a:cubicBezTo>
                    <a:cubicBezTo>
                      <a:pt x="0" y="458"/>
                      <a:pt x="2" y="477"/>
                      <a:pt x="4" y="495"/>
                    </a:cubicBezTo>
                    <a:cubicBezTo>
                      <a:pt x="6" y="515"/>
                      <a:pt x="10" y="554"/>
                      <a:pt x="33" y="560"/>
                    </a:cubicBezTo>
                    <a:cubicBezTo>
                      <a:pt x="26" y="582"/>
                      <a:pt x="29" y="592"/>
                      <a:pt x="45" y="610"/>
                    </a:cubicBezTo>
                    <a:cubicBezTo>
                      <a:pt x="64" y="627"/>
                      <a:pt x="101" y="664"/>
                      <a:pt x="141" y="659"/>
                    </a:cubicBezTo>
                    <a:cubicBezTo>
                      <a:pt x="146" y="659"/>
                      <a:pt x="169" y="648"/>
                      <a:pt x="211" y="648"/>
                    </a:cubicBezTo>
                    <a:cubicBezTo>
                      <a:pt x="215" y="649"/>
                      <a:pt x="219" y="643"/>
                      <a:pt x="223" y="643"/>
                    </a:cubicBezTo>
                    <a:cubicBezTo>
                      <a:pt x="229" y="643"/>
                      <a:pt x="235" y="649"/>
                      <a:pt x="241" y="649"/>
                    </a:cubicBezTo>
                    <a:cubicBezTo>
                      <a:pt x="321" y="650"/>
                      <a:pt x="416" y="652"/>
                      <a:pt x="416" y="652"/>
                    </a:cubicBezTo>
                  </a:path>
                </a:pathLst>
              </a:custGeom>
              <a:solidFill>
                <a:srgbClr val="ED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2" name="Freeform 713">
                <a:extLst>
                  <a:ext uri="{FF2B5EF4-FFF2-40B4-BE49-F238E27FC236}">
                    <a16:creationId xmlns:a16="http://schemas.microsoft.com/office/drawing/2014/main" id="{E0522311-EF5F-4379-955C-2E98A6DE5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238"/>
                <a:ext cx="205" cy="247"/>
              </a:xfrm>
              <a:custGeom>
                <a:avLst/>
                <a:gdLst>
                  <a:gd name="T0" fmla="*/ 352 w 88"/>
                  <a:gd name="T1" fmla="*/ 0 h 100"/>
                  <a:gd name="T2" fmla="*/ 303 w 88"/>
                  <a:gd name="T3" fmla="*/ 709 h 100"/>
                  <a:gd name="T4" fmla="*/ 0 w 88"/>
                  <a:gd name="T5" fmla="*/ 1282 h 100"/>
                  <a:gd name="T6" fmla="*/ 466 w 88"/>
                  <a:gd name="T7" fmla="*/ 1433 h 100"/>
                  <a:gd name="T8" fmla="*/ 874 w 88"/>
                  <a:gd name="T9" fmla="*/ 1341 h 100"/>
                  <a:gd name="T10" fmla="*/ 1114 w 88"/>
                  <a:gd name="T11" fmla="*/ 1250 h 100"/>
                  <a:gd name="T12" fmla="*/ 950 w 88"/>
                  <a:gd name="T13" fmla="*/ 1129 h 100"/>
                  <a:gd name="T14" fmla="*/ 559 w 88"/>
                  <a:gd name="T15" fmla="*/ 872 h 100"/>
                  <a:gd name="T16" fmla="*/ 352 w 88"/>
                  <a:gd name="T17" fmla="*/ 615 h 100"/>
                  <a:gd name="T18" fmla="*/ 352 w 88"/>
                  <a:gd name="T19" fmla="*/ 245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100">
                    <a:moveTo>
                      <a:pt x="28" y="0"/>
                    </a:moveTo>
                    <a:cubicBezTo>
                      <a:pt x="20" y="16"/>
                      <a:pt x="25" y="30"/>
                      <a:pt x="24" y="47"/>
                    </a:cubicBezTo>
                    <a:cubicBezTo>
                      <a:pt x="24" y="63"/>
                      <a:pt x="9" y="73"/>
                      <a:pt x="0" y="85"/>
                    </a:cubicBezTo>
                    <a:cubicBezTo>
                      <a:pt x="13" y="82"/>
                      <a:pt x="30" y="82"/>
                      <a:pt x="37" y="95"/>
                    </a:cubicBezTo>
                    <a:cubicBezTo>
                      <a:pt x="43" y="88"/>
                      <a:pt x="60" y="86"/>
                      <a:pt x="69" y="89"/>
                    </a:cubicBezTo>
                    <a:cubicBezTo>
                      <a:pt x="77" y="91"/>
                      <a:pt x="86" y="100"/>
                      <a:pt x="88" y="83"/>
                    </a:cubicBezTo>
                    <a:cubicBezTo>
                      <a:pt x="82" y="82"/>
                      <a:pt x="80" y="78"/>
                      <a:pt x="75" y="75"/>
                    </a:cubicBezTo>
                    <a:cubicBezTo>
                      <a:pt x="66" y="69"/>
                      <a:pt x="54" y="64"/>
                      <a:pt x="44" y="58"/>
                    </a:cubicBezTo>
                    <a:cubicBezTo>
                      <a:pt x="38" y="54"/>
                      <a:pt x="30" y="49"/>
                      <a:pt x="28" y="41"/>
                    </a:cubicBezTo>
                    <a:cubicBezTo>
                      <a:pt x="25" y="33"/>
                      <a:pt x="30" y="25"/>
                      <a:pt x="28" y="16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3" name="Freeform 714">
                <a:extLst>
                  <a:ext uri="{FF2B5EF4-FFF2-40B4-BE49-F238E27FC236}">
                    <a16:creationId xmlns:a16="http://schemas.microsoft.com/office/drawing/2014/main" id="{F34967D3-0E2E-4BC5-A232-B8124852D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948"/>
                <a:ext cx="961" cy="1457"/>
              </a:xfrm>
              <a:custGeom>
                <a:avLst/>
                <a:gdLst>
                  <a:gd name="T0" fmla="*/ 4865 w 414"/>
                  <a:gd name="T1" fmla="*/ 1108 h 589"/>
                  <a:gd name="T2" fmla="*/ 2149 w 414"/>
                  <a:gd name="T3" fmla="*/ 319 h 589"/>
                  <a:gd name="T4" fmla="*/ 710 w 414"/>
                  <a:gd name="T5" fmla="*/ 1274 h 589"/>
                  <a:gd name="T6" fmla="*/ 0 w 414"/>
                  <a:gd name="T7" fmla="*/ 1818 h 589"/>
                  <a:gd name="T8" fmla="*/ 225 w 414"/>
                  <a:gd name="T9" fmla="*/ 2075 h 589"/>
                  <a:gd name="T10" fmla="*/ 436 w 414"/>
                  <a:gd name="T11" fmla="*/ 2343 h 589"/>
                  <a:gd name="T12" fmla="*/ 490 w 414"/>
                  <a:gd name="T13" fmla="*/ 2496 h 589"/>
                  <a:gd name="T14" fmla="*/ 453 w 414"/>
                  <a:gd name="T15" fmla="*/ 2753 h 589"/>
                  <a:gd name="T16" fmla="*/ 652 w 414"/>
                  <a:gd name="T17" fmla="*/ 2815 h 589"/>
                  <a:gd name="T18" fmla="*/ 587 w 414"/>
                  <a:gd name="T19" fmla="*/ 3438 h 589"/>
                  <a:gd name="T20" fmla="*/ 490 w 414"/>
                  <a:gd name="T21" fmla="*/ 4252 h 589"/>
                  <a:gd name="T22" fmla="*/ 490 w 414"/>
                  <a:gd name="T23" fmla="*/ 4829 h 589"/>
                  <a:gd name="T24" fmla="*/ 399 w 414"/>
                  <a:gd name="T25" fmla="*/ 5586 h 589"/>
                  <a:gd name="T26" fmla="*/ 162 w 414"/>
                  <a:gd name="T27" fmla="*/ 5905 h 589"/>
                  <a:gd name="T28" fmla="*/ 522 w 414"/>
                  <a:gd name="T29" fmla="*/ 6768 h 589"/>
                  <a:gd name="T30" fmla="*/ 701 w 414"/>
                  <a:gd name="T31" fmla="*/ 7992 h 589"/>
                  <a:gd name="T32" fmla="*/ 1260 w 414"/>
                  <a:gd name="T33" fmla="*/ 8554 h 589"/>
                  <a:gd name="T34" fmla="*/ 1363 w 414"/>
                  <a:gd name="T35" fmla="*/ 6993 h 589"/>
                  <a:gd name="T36" fmla="*/ 1553 w 414"/>
                  <a:gd name="T37" fmla="*/ 5133 h 589"/>
                  <a:gd name="T38" fmla="*/ 1876 w 414"/>
                  <a:gd name="T39" fmla="*/ 4190 h 589"/>
                  <a:gd name="T40" fmla="*/ 2700 w 414"/>
                  <a:gd name="T41" fmla="*/ 3812 h 589"/>
                  <a:gd name="T42" fmla="*/ 2839 w 414"/>
                  <a:gd name="T43" fmla="*/ 3812 h 589"/>
                  <a:gd name="T44" fmla="*/ 3141 w 414"/>
                  <a:gd name="T45" fmla="*/ 3995 h 589"/>
                  <a:gd name="T46" fmla="*/ 3377 w 414"/>
                  <a:gd name="T47" fmla="*/ 4435 h 589"/>
                  <a:gd name="T48" fmla="*/ 3454 w 414"/>
                  <a:gd name="T49" fmla="*/ 4344 h 589"/>
                  <a:gd name="T50" fmla="*/ 3589 w 414"/>
                  <a:gd name="T51" fmla="*/ 3617 h 589"/>
                  <a:gd name="T52" fmla="*/ 3540 w 414"/>
                  <a:gd name="T53" fmla="*/ 3330 h 589"/>
                  <a:gd name="T54" fmla="*/ 3691 w 414"/>
                  <a:gd name="T55" fmla="*/ 2516 h 589"/>
                  <a:gd name="T56" fmla="*/ 4580 w 414"/>
                  <a:gd name="T57" fmla="*/ 2288 h 589"/>
                  <a:gd name="T58" fmla="*/ 5151 w 414"/>
                  <a:gd name="T59" fmla="*/ 1652 h 589"/>
                  <a:gd name="T60" fmla="*/ 4865 w 414"/>
                  <a:gd name="T61" fmla="*/ 1108 h 58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414" h="589">
                    <a:moveTo>
                      <a:pt x="389" y="73"/>
                    </a:moveTo>
                    <a:cubicBezTo>
                      <a:pt x="342" y="3"/>
                      <a:pt x="249" y="0"/>
                      <a:pt x="172" y="21"/>
                    </a:cubicBezTo>
                    <a:cubicBezTo>
                      <a:pt x="125" y="34"/>
                      <a:pt x="90" y="50"/>
                      <a:pt x="57" y="84"/>
                    </a:cubicBezTo>
                    <a:cubicBezTo>
                      <a:pt x="37" y="92"/>
                      <a:pt x="18" y="105"/>
                      <a:pt x="0" y="120"/>
                    </a:cubicBezTo>
                    <a:cubicBezTo>
                      <a:pt x="18" y="137"/>
                      <a:pt x="18" y="137"/>
                      <a:pt x="18" y="137"/>
                    </a:cubicBezTo>
                    <a:cubicBezTo>
                      <a:pt x="35" y="155"/>
                      <a:pt x="35" y="155"/>
                      <a:pt x="35" y="155"/>
                    </a:cubicBezTo>
                    <a:cubicBezTo>
                      <a:pt x="39" y="165"/>
                      <a:pt x="39" y="165"/>
                      <a:pt x="39" y="165"/>
                    </a:cubicBezTo>
                    <a:cubicBezTo>
                      <a:pt x="36" y="182"/>
                      <a:pt x="36" y="182"/>
                      <a:pt x="36" y="182"/>
                    </a:cubicBezTo>
                    <a:cubicBezTo>
                      <a:pt x="52" y="186"/>
                      <a:pt x="52" y="186"/>
                      <a:pt x="52" y="186"/>
                    </a:cubicBezTo>
                    <a:cubicBezTo>
                      <a:pt x="48" y="193"/>
                      <a:pt x="61" y="216"/>
                      <a:pt x="47" y="227"/>
                    </a:cubicBezTo>
                    <a:cubicBezTo>
                      <a:pt x="37" y="234"/>
                      <a:pt x="16" y="255"/>
                      <a:pt x="39" y="281"/>
                    </a:cubicBezTo>
                    <a:cubicBezTo>
                      <a:pt x="46" y="289"/>
                      <a:pt x="36" y="309"/>
                      <a:pt x="39" y="319"/>
                    </a:cubicBezTo>
                    <a:cubicBezTo>
                      <a:pt x="42" y="328"/>
                      <a:pt x="40" y="352"/>
                      <a:pt x="32" y="369"/>
                    </a:cubicBezTo>
                    <a:cubicBezTo>
                      <a:pt x="26" y="380"/>
                      <a:pt x="12" y="387"/>
                      <a:pt x="13" y="390"/>
                    </a:cubicBezTo>
                    <a:cubicBezTo>
                      <a:pt x="24" y="409"/>
                      <a:pt x="35" y="428"/>
                      <a:pt x="42" y="447"/>
                    </a:cubicBezTo>
                    <a:cubicBezTo>
                      <a:pt x="55" y="483"/>
                      <a:pt x="52" y="525"/>
                      <a:pt x="56" y="528"/>
                    </a:cubicBezTo>
                    <a:cubicBezTo>
                      <a:pt x="70" y="540"/>
                      <a:pt x="76" y="589"/>
                      <a:pt x="101" y="565"/>
                    </a:cubicBezTo>
                    <a:cubicBezTo>
                      <a:pt x="122" y="546"/>
                      <a:pt x="111" y="486"/>
                      <a:pt x="109" y="462"/>
                    </a:cubicBezTo>
                    <a:cubicBezTo>
                      <a:pt x="106" y="417"/>
                      <a:pt x="114" y="382"/>
                      <a:pt x="124" y="339"/>
                    </a:cubicBezTo>
                    <a:cubicBezTo>
                      <a:pt x="129" y="317"/>
                      <a:pt x="126" y="289"/>
                      <a:pt x="150" y="277"/>
                    </a:cubicBezTo>
                    <a:cubicBezTo>
                      <a:pt x="170" y="267"/>
                      <a:pt x="195" y="263"/>
                      <a:pt x="216" y="252"/>
                    </a:cubicBezTo>
                    <a:cubicBezTo>
                      <a:pt x="217" y="252"/>
                      <a:pt x="225" y="252"/>
                      <a:pt x="227" y="252"/>
                    </a:cubicBezTo>
                    <a:cubicBezTo>
                      <a:pt x="230" y="265"/>
                      <a:pt x="243" y="259"/>
                      <a:pt x="251" y="264"/>
                    </a:cubicBezTo>
                    <a:cubicBezTo>
                      <a:pt x="255" y="267"/>
                      <a:pt x="266" y="289"/>
                      <a:pt x="270" y="293"/>
                    </a:cubicBezTo>
                    <a:cubicBezTo>
                      <a:pt x="274" y="297"/>
                      <a:pt x="272" y="284"/>
                      <a:pt x="276" y="287"/>
                    </a:cubicBezTo>
                    <a:cubicBezTo>
                      <a:pt x="294" y="269"/>
                      <a:pt x="292" y="256"/>
                      <a:pt x="287" y="239"/>
                    </a:cubicBezTo>
                    <a:cubicBezTo>
                      <a:pt x="285" y="234"/>
                      <a:pt x="285" y="226"/>
                      <a:pt x="283" y="220"/>
                    </a:cubicBezTo>
                    <a:cubicBezTo>
                      <a:pt x="275" y="196"/>
                      <a:pt x="271" y="182"/>
                      <a:pt x="295" y="166"/>
                    </a:cubicBezTo>
                    <a:cubicBezTo>
                      <a:pt x="317" y="151"/>
                      <a:pt x="343" y="160"/>
                      <a:pt x="366" y="151"/>
                    </a:cubicBezTo>
                    <a:cubicBezTo>
                      <a:pt x="382" y="145"/>
                      <a:pt x="411" y="127"/>
                      <a:pt x="412" y="109"/>
                    </a:cubicBezTo>
                    <a:cubicBezTo>
                      <a:pt x="414" y="95"/>
                      <a:pt x="396" y="83"/>
                      <a:pt x="389" y="73"/>
                    </a:cubicBezTo>
                    <a:close/>
                  </a:path>
                </a:pathLst>
              </a:custGeom>
              <a:solidFill>
                <a:srgbClr val="FBC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4" name="Freeform 715">
                <a:extLst>
                  <a:ext uri="{FF2B5EF4-FFF2-40B4-BE49-F238E27FC236}">
                    <a16:creationId xmlns:a16="http://schemas.microsoft.com/office/drawing/2014/main" id="{44B01859-53A3-40B2-8705-6DAA48CEF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388"/>
                <a:ext cx="111" cy="391"/>
              </a:xfrm>
              <a:custGeom>
                <a:avLst/>
                <a:gdLst>
                  <a:gd name="T0" fmla="*/ 423 w 48"/>
                  <a:gd name="T1" fmla="*/ 0 h 158"/>
                  <a:gd name="T2" fmla="*/ 567 w 48"/>
                  <a:gd name="T3" fmla="*/ 379 h 158"/>
                  <a:gd name="T4" fmla="*/ 432 w 48"/>
                  <a:gd name="T5" fmla="*/ 864 h 158"/>
                  <a:gd name="T6" fmla="*/ 310 w 48"/>
                  <a:gd name="T7" fmla="*/ 1378 h 158"/>
                  <a:gd name="T8" fmla="*/ 160 w 48"/>
                  <a:gd name="T9" fmla="*/ 2210 h 158"/>
                  <a:gd name="T10" fmla="*/ 0 w 48"/>
                  <a:gd name="T11" fmla="*/ 2395 h 158"/>
                  <a:gd name="T12" fmla="*/ 65 w 48"/>
                  <a:gd name="T13" fmla="*/ 1408 h 1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58">
                    <a:moveTo>
                      <a:pt x="34" y="0"/>
                    </a:moveTo>
                    <a:cubicBezTo>
                      <a:pt x="44" y="0"/>
                      <a:pt x="48" y="12"/>
                      <a:pt x="46" y="25"/>
                    </a:cubicBezTo>
                    <a:cubicBezTo>
                      <a:pt x="44" y="38"/>
                      <a:pt x="38" y="43"/>
                      <a:pt x="35" y="57"/>
                    </a:cubicBezTo>
                    <a:cubicBezTo>
                      <a:pt x="31" y="71"/>
                      <a:pt x="27" y="78"/>
                      <a:pt x="25" y="91"/>
                    </a:cubicBezTo>
                    <a:cubicBezTo>
                      <a:pt x="23" y="104"/>
                      <a:pt x="15" y="135"/>
                      <a:pt x="13" y="146"/>
                    </a:cubicBezTo>
                    <a:cubicBezTo>
                      <a:pt x="10" y="157"/>
                      <a:pt x="0" y="158"/>
                      <a:pt x="0" y="158"/>
                    </a:cubicBezTo>
                    <a:cubicBezTo>
                      <a:pt x="0" y="158"/>
                      <a:pt x="4" y="95"/>
                      <a:pt x="5" y="93"/>
                    </a:cubicBezTo>
                  </a:path>
                </a:pathLst>
              </a:custGeom>
              <a:solidFill>
                <a:srgbClr val="F6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5" name="Freeform 716">
                <a:extLst>
                  <a:ext uri="{FF2B5EF4-FFF2-40B4-BE49-F238E27FC236}">
                    <a16:creationId xmlns:a16="http://schemas.microsoft.com/office/drawing/2014/main" id="{6ABD1FC2-9DF4-4661-B60A-1990CFA4F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371"/>
                <a:ext cx="317" cy="289"/>
              </a:xfrm>
              <a:custGeom>
                <a:avLst/>
                <a:gdLst>
                  <a:gd name="T0" fmla="*/ 1414 w 137"/>
                  <a:gd name="T1" fmla="*/ 212 h 117"/>
                  <a:gd name="T2" fmla="*/ 1536 w 137"/>
                  <a:gd name="T3" fmla="*/ 726 h 117"/>
                  <a:gd name="T4" fmla="*/ 1585 w 137"/>
                  <a:gd name="T5" fmla="*/ 951 h 117"/>
                  <a:gd name="T6" fmla="*/ 1671 w 137"/>
                  <a:gd name="T7" fmla="*/ 1238 h 117"/>
                  <a:gd name="T8" fmla="*/ 1585 w 137"/>
                  <a:gd name="T9" fmla="*/ 1341 h 117"/>
                  <a:gd name="T10" fmla="*/ 1414 w 137"/>
                  <a:gd name="T11" fmla="*/ 1354 h 117"/>
                  <a:gd name="T12" fmla="*/ 1423 w 137"/>
                  <a:gd name="T13" fmla="*/ 1549 h 117"/>
                  <a:gd name="T14" fmla="*/ 1435 w 137"/>
                  <a:gd name="T15" fmla="*/ 1764 h 117"/>
                  <a:gd name="T16" fmla="*/ 1150 w 137"/>
                  <a:gd name="T17" fmla="*/ 1354 h 117"/>
                  <a:gd name="T18" fmla="*/ 733 w 137"/>
                  <a:gd name="T19" fmla="*/ 963 h 117"/>
                  <a:gd name="T20" fmla="*/ 0 w 137"/>
                  <a:gd name="T21" fmla="*/ 709 h 117"/>
                  <a:gd name="T22" fmla="*/ 123 w 137"/>
                  <a:gd name="T23" fmla="*/ 556 h 117"/>
                  <a:gd name="T24" fmla="*/ 134 w 137"/>
                  <a:gd name="T25" fmla="*/ 299 h 117"/>
                  <a:gd name="T26" fmla="*/ 208 w 137"/>
                  <a:gd name="T27" fmla="*/ 257 h 117"/>
                  <a:gd name="T28" fmla="*/ 558 w 137"/>
                  <a:gd name="T29" fmla="*/ 269 h 117"/>
                  <a:gd name="T30" fmla="*/ 932 w 137"/>
                  <a:gd name="T31" fmla="*/ 165 h 117"/>
                  <a:gd name="T32" fmla="*/ 1178 w 137"/>
                  <a:gd name="T33" fmla="*/ 0 h 1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7" h="117">
                    <a:moveTo>
                      <a:pt x="114" y="14"/>
                    </a:moveTo>
                    <a:cubicBezTo>
                      <a:pt x="120" y="25"/>
                      <a:pt x="122" y="36"/>
                      <a:pt x="124" y="48"/>
                    </a:cubicBezTo>
                    <a:cubicBezTo>
                      <a:pt x="125" y="53"/>
                      <a:pt x="126" y="58"/>
                      <a:pt x="128" y="63"/>
                    </a:cubicBezTo>
                    <a:cubicBezTo>
                      <a:pt x="131" y="69"/>
                      <a:pt x="132" y="75"/>
                      <a:pt x="135" y="82"/>
                    </a:cubicBezTo>
                    <a:cubicBezTo>
                      <a:pt x="137" y="88"/>
                      <a:pt x="135" y="93"/>
                      <a:pt x="128" y="89"/>
                    </a:cubicBezTo>
                    <a:cubicBezTo>
                      <a:pt x="122" y="85"/>
                      <a:pt x="117" y="81"/>
                      <a:pt x="114" y="90"/>
                    </a:cubicBezTo>
                    <a:cubicBezTo>
                      <a:pt x="112" y="95"/>
                      <a:pt x="114" y="98"/>
                      <a:pt x="115" y="103"/>
                    </a:cubicBezTo>
                    <a:cubicBezTo>
                      <a:pt x="116" y="108"/>
                      <a:pt x="116" y="112"/>
                      <a:pt x="116" y="117"/>
                    </a:cubicBezTo>
                    <a:cubicBezTo>
                      <a:pt x="113" y="105"/>
                      <a:pt x="101" y="98"/>
                      <a:pt x="93" y="90"/>
                    </a:cubicBezTo>
                    <a:cubicBezTo>
                      <a:pt x="83" y="81"/>
                      <a:pt x="72" y="70"/>
                      <a:pt x="59" y="64"/>
                    </a:cubicBezTo>
                    <a:cubicBezTo>
                      <a:pt x="41" y="55"/>
                      <a:pt x="20" y="51"/>
                      <a:pt x="0" y="47"/>
                    </a:cubicBezTo>
                    <a:cubicBezTo>
                      <a:pt x="7" y="48"/>
                      <a:pt x="9" y="41"/>
                      <a:pt x="10" y="37"/>
                    </a:cubicBezTo>
                    <a:cubicBezTo>
                      <a:pt x="11" y="31"/>
                      <a:pt x="10" y="26"/>
                      <a:pt x="11" y="20"/>
                    </a:cubicBezTo>
                    <a:cubicBezTo>
                      <a:pt x="11" y="16"/>
                      <a:pt x="12" y="17"/>
                      <a:pt x="17" y="17"/>
                    </a:cubicBezTo>
                    <a:cubicBezTo>
                      <a:pt x="26" y="17"/>
                      <a:pt x="35" y="19"/>
                      <a:pt x="45" y="18"/>
                    </a:cubicBezTo>
                    <a:cubicBezTo>
                      <a:pt x="55" y="17"/>
                      <a:pt x="65" y="15"/>
                      <a:pt x="75" y="11"/>
                    </a:cubicBezTo>
                    <a:cubicBezTo>
                      <a:pt x="82" y="8"/>
                      <a:pt x="88" y="4"/>
                      <a:pt x="95" y="0"/>
                    </a:cubicBezTo>
                  </a:path>
                </a:pathLst>
              </a:custGeom>
              <a:solidFill>
                <a:srgbClr val="B1C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6" name="Freeform 717">
                <a:extLst>
                  <a:ext uri="{FF2B5EF4-FFF2-40B4-BE49-F238E27FC236}">
                    <a16:creationId xmlns:a16="http://schemas.microsoft.com/office/drawing/2014/main" id="{A8E5BA2D-FE0E-4B28-9277-4600B7140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144"/>
                <a:ext cx="572" cy="338"/>
              </a:xfrm>
              <a:custGeom>
                <a:avLst/>
                <a:gdLst>
                  <a:gd name="T0" fmla="*/ 509 w 247"/>
                  <a:gd name="T1" fmla="*/ 585 h 137"/>
                  <a:gd name="T2" fmla="*/ 1454 w 247"/>
                  <a:gd name="T3" fmla="*/ 30 h 137"/>
                  <a:gd name="T4" fmla="*/ 1989 w 247"/>
                  <a:gd name="T5" fmla="*/ 12 h 137"/>
                  <a:gd name="T6" fmla="*/ 3057 w 247"/>
                  <a:gd name="T7" fmla="*/ 1145 h 137"/>
                  <a:gd name="T8" fmla="*/ 1068 w 247"/>
                  <a:gd name="T9" fmla="*/ 1638 h 137"/>
                  <a:gd name="T10" fmla="*/ 644 w 247"/>
                  <a:gd name="T11" fmla="*/ 1443 h 137"/>
                  <a:gd name="T12" fmla="*/ 322 w 247"/>
                  <a:gd name="T13" fmla="*/ 1564 h 137"/>
                  <a:gd name="T14" fmla="*/ 86 w 247"/>
                  <a:gd name="T15" fmla="*/ 1485 h 137"/>
                  <a:gd name="T16" fmla="*/ 102 w 247"/>
                  <a:gd name="T17" fmla="*/ 1216 h 137"/>
                  <a:gd name="T18" fmla="*/ 248 w 247"/>
                  <a:gd name="T19" fmla="*/ 901 h 137"/>
                  <a:gd name="T20" fmla="*/ 509 w 247"/>
                  <a:gd name="T21" fmla="*/ 585 h 1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7" h="137">
                    <a:moveTo>
                      <a:pt x="41" y="39"/>
                    </a:moveTo>
                    <a:cubicBezTo>
                      <a:pt x="60" y="23"/>
                      <a:pt x="87" y="5"/>
                      <a:pt x="117" y="2"/>
                    </a:cubicBezTo>
                    <a:cubicBezTo>
                      <a:pt x="126" y="2"/>
                      <a:pt x="143" y="0"/>
                      <a:pt x="160" y="1"/>
                    </a:cubicBezTo>
                    <a:cubicBezTo>
                      <a:pt x="200" y="6"/>
                      <a:pt x="247" y="43"/>
                      <a:pt x="246" y="76"/>
                    </a:cubicBezTo>
                    <a:cubicBezTo>
                      <a:pt x="246" y="124"/>
                      <a:pt x="170" y="137"/>
                      <a:pt x="86" y="109"/>
                    </a:cubicBezTo>
                    <a:cubicBezTo>
                      <a:pt x="55" y="95"/>
                      <a:pt x="52" y="96"/>
                      <a:pt x="52" y="96"/>
                    </a:cubicBezTo>
                    <a:cubicBezTo>
                      <a:pt x="52" y="96"/>
                      <a:pt x="34" y="105"/>
                      <a:pt x="26" y="104"/>
                    </a:cubicBezTo>
                    <a:cubicBezTo>
                      <a:pt x="18" y="104"/>
                      <a:pt x="8" y="105"/>
                      <a:pt x="7" y="99"/>
                    </a:cubicBezTo>
                    <a:cubicBezTo>
                      <a:pt x="6" y="92"/>
                      <a:pt x="8" y="81"/>
                      <a:pt x="8" y="81"/>
                    </a:cubicBezTo>
                    <a:cubicBezTo>
                      <a:pt x="8" y="81"/>
                      <a:pt x="0" y="76"/>
                      <a:pt x="20" y="60"/>
                    </a:cubicBezTo>
                    <a:cubicBezTo>
                      <a:pt x="25" y="55"/>
                      <a:pt x="31" y="47"/>
                      <a:pt x="41" y="39"/>
                    </a:cubicBezTo>
                    <a:close/>
                  </a:path>
                </a:pathLst>
              </a:custGeom>
              <a:solidFill>
                <a:srgbClr val="DF79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7" name="Freeform 718">
                <a:extLst>
                  <a:ext uri="{FF2B5EF4-FFF2-40B4-BE49-F238E27FC236}">
                    <a16:creationId xmlns:a16="http://schemas.microsoft.com/office/drawing/2014/main" id="{CBF3FD55-6A5F-49B7-A9D2-AEA887ABE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005"/>
                <a:ext cx="478" cy="406"/>
              </a:xfrm>
              <a:custGeom>
                <a:avLst/>
                <a:gdLst>
                  <a:gd name="T0" fmla="*/ 2023 w 206"/>
                  <a:gd name="T1" fmla="*/ 1894 h 164"/>
                  <a:gd name="T2" fmla="*/ 2536 w 206"/>
                  <a:gd name="T3" fmla="*/ 1337 h 164"/>
                  <a:gd name="T4" fmla="*/ 2573 w 206"/>
                  <a:gd name="T5" fmla="*/ 822 h 164"/>
                  <a:gd name="T6" fmla="*/ 2525 w 206"/>
                  <a:gd name="T7" fmla="*/ 760 h 164"/>
                  <a:gd name="T8" fmla="*/ 2364 w 206"/>
                  <a:gd name="T9" fmla="*/ 515 h 164"/>
                  <a:gd name="T10" fmla="*/ 1810 w 206"/>
                  <a:gd name="T11" fmla="*/ 319 h 164"/>
                  <a:gd name="T12" fmla="*/ 1077 w 206"/>
                  <a:gd name="T13" fmla="*/ 0 h 164"/>
                  <a:gd name="T14" fmla="*/ 339 w 206"/>
                  <a:gd name="T15" fmla="*/ 0 h 164"/>
                  <a:gd name="T16" fmla="*/ 12 w 206"/>
                  <a:gd name="T17" fmla="*/ 391 h 164"/>
                  <a:gd name="T18" fmla="*/ 399 w 206"/>
                  <a:gd name="T19" fmla="*/ 626 h 164"/>
                  <a:gd name="T20" fmla="*/ 1060 w 206"/>
                  <a:gd name="T21" fmla="*/ 1367 h 164"/>
                  <a:gd name="T22" fmla="*/ 1060 w 206"/>
                  <a:gd name="T23" fmla="*/ 1716 h 164"/>
                  <a:gd name="T24" fmla="*/ 1002 w 206"/>
                  <a:gd name="T25" fmla="*/ 2488 h 164"/>
                  <a:gd name="T26" fmla="*/ 1114 w 206"/>
                  <a:gd name="T27" fmla="*/ 2458 h 164"/>
                  <a:gd name="T28" fmla="*/ 1163 w 206"/>
                  <a:gd name="T29" fmla="*/ 2396 h 164"/>
                  <a:gd name="T30" fmla="*/ 1350 w 206"/>
                  <a:gd name="T31" fmla="*/ 2169 h 164"/>
                  <a:gd name="T32" fmla="*/ 1589 w 206"/>
                  <a:gd name="T33" fmla="*/ 1985 h 164"/>
                  <a:gd name="T34" fmla="*/ 2023 w 206"/>
                  <a:gd name="T35" fmla="*/ 1894 h 1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6" h="164">
                    <a:moveTo>
                      <a:pt x="162" y="125"/>
                    </a:moveTo>
                    <a:cubicBezTo>
                      <a:pt x="203" y="88"/>
                      <a:pt x="203" y="88"/>
                      <a:pt x="203" y="88"/>
                    </a:cubicBezTo>
                    <a:cubicBezTo>
                      <a:pt x="203" y="88"/>
                      <a:pt x="205" y="69"/>
                      <a:pt x="206" y="54"/>
                    </a:cubicBezTo>
                    <a:cubicBezTo>
                      <a:pt x="204" y="53"/>
                      <a:pt x="203" y="51"/>
                      <a:pt x="202" y="50"/>
                    </a:cubicBezTo>
                    <a:cubicBezTo>
                      <a:pt x="198" y="44"/>
                      <a:pt x="194" y="39"/>
                      <a:pt x="189" y="34"/>
                    </a:cubicBezTo>
                    <a:cubicBezTo>
                      <a:pt x="172" y="28"/>
                      <a:pt x="147" y="21"/>
                      <a:pt x="145" y="21"/>
                    </a:cubicBezTo>
                    <a:cubicBezTo>
                      <a:pt x="141" y="21"/>
                      <a:pt x="86" y="0"/>
                      <a:pt x="8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1"/>
                      <a:pt x="2" y="26"/>
                      <a:pt x="1" y="26"/>
                    </a:cubicBezTo>
                    <a:cubicBezTo>
                      <a:pt x="0" y="26"/>
                      <a:pt x="32" y="41"/>
                      <a:pt x="32" y="41"/>
                    </a:cubicBezTo>
                    <a:cubicBezTo>
                      <a:pt x="85" y="90"/>
                      <a:pt x="85" y="90"/>
                      <a:pt x="85" y="90"/>
                    </a:cubicBezTo>
                    <a:cubicBezTo>
                      <a:pt x="85" y="113"/>
                      <a:pt x="85" y="113"/>
                      <a:pt x="85" y="113"/>
                    </a:cubicBezTo>
                    <a:cubicBezTo>
                      <a:pt x="85" y="113"/>
                      <a:pt x="94" y="132"/>
                      <a:pt x="80" y="164"/>
                    </a:cubicBezTo>
                    <a:cubicBezTo>
                      <a:pt x="89" y="162"/>
                      <a:pt x="89" y="162"/>
                      <a:pt x="89" y="162"/>
                    </a:cubicBezTo>
                    <a:cubicBezTo>
                      <a:pt x="93" y="158"/>
                      <a:pt x="93" y="158"/>
                      <a:pt x="93" y="158"/>
                    </a:cubicBezTo>
                    <a:cubicBezTo>
                      <a:pt x="96" y="153"/>
                      <a:pt x="101" y="148"/>
                      <a:pt x="108" y="143"/>
                    </a:cubicBezTo>
                    <a:cubicBezTo>
                      <a:pt x="127" y="131"/>
                      <a:pt x="127" y="131"/>
                      <a:pt x="127" y="131"/>
                    </a:cubicBezTo>
                    <a:lnTo>
                      <a:pt x="162" y="125"/>
                    </a:lnTo>
                    <a:close/>
                  </a:path>
                </a:pathLst>
              </a:custGeom>
              <a:solidFill>
                <a:srgbClr val="FAD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8" name="Freeform 719">
                <a:extLst>
                  <a:ext uri="{FF2B5EF4-FFF2-40B4-BE49-F238E27FC236}">
                    <a16:creationId xmlns:a16="http://schemas.microsoft.com/office/drawing/2014/main" id="{1B675CDB-2595-40D6-B610-9FFD7DD3E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641"/>
                <a:ext cx="163" cy="724"/>
              </a:xfrm>
              <a:custGeom>
                <a:avLst/>
                <a:gdLst>
                  <a:gd name="T0" fmla="*/ 808 w 70"/>
                  <a:gd name="T1" fmla="*/ 3109 h 293"/>
                  <a:gd name="T2" fmla="*/ 645 w 70"/>
                  <a:gd name="T3" fmla="*/ 3109 h 293"/>
                  <a:gd name="T4" fmla="*/ 477 w 70"/>
                  <a:gd name="T5" fmla="*/ 2523 h 293"/>
                  <a:gd name="T6" fmla="*/ 217 w 70"/>
                  <a:gd name="T7" fmla="*/ 1690 h 293"/>
                  <a:gd name="T8" fmla="*/ 554 w 70"/>
                  <a:gd name="T9" fmla="*/ 1129 h 293"/>
                  <a:gd name="T10" fmla="*/ 682 w 70"/>
                  <a:gd name="T11" fmla="*/ 0 h 293"/>
                  <a:gd name="T12" fmla="*/ 515 w 70"/>
                  <a:gd name="T13" fmla="*/ 904 h 293"/>
                  <a:gd name="T14" fmla="*/ 102 w 70"/>
                  <a:gd name="T15" fmla="*/ 1581 h 293"/>
                  <a:gd name="T16" fmla="*/ 277 w 70"/>
                  <a:gd name="T17" fmla="*/ 2113 h 293"/>
                  <a:gd name="T18" fmla="*/ 515 w 70"/>
                  <a:gd name="T19" fmla="*/ 3333 h 293"/>
                  <a:gd name="T20" fmla="*/ 494 w 70"/>
                  <a:gd name="T21" fmla="*/ 3457 h 293"/>
                  <a:gd name="T22" fmla="*/ 477 w 70"/>
                  <a:gd name="T23" fmla="*/ 3711 h 293"/>
                  <a:gd name="T24" fmla="*/ 515 w 70"/>
                  <a:gd name="T25" fmla="*/ 3744 h 293"/>
                  <a:gd name="T26" fmla="*/ 885 w 70"/>
                  <a:gd name="T27" fmla="*/ 4421 h 293"/>
                  <a:gd name="T28" fmla="*/ 808 w 70"/>
                  <a:gd name="T29" fmla="*/ 3109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0" h="293">
                    <a:moveTo>
                      <a:pt x="64" y="206"/>
                    </a:moveTo>
                    <a:cubicBezTo>
                      <a:pt x="64" y="206"/>
                      <a:pt x="56" y="205"/>
                      <a:pt x="51" y="206"/>
                    </a:cubicBezTo>
                    <a:cubicBezTo>
                      <a:pt x="46" y="206"/>
                      <a:pt x="45" y="201"/>
                      <a:pt x="38" y="167"/>
                    </a:cubicBezTo>
                    <a:cubicBezTo>
                      <a:pt x="32" y="133"/>
                      <a:pt x="10" y="114"/>
                      <a:pt x="17" y="112"/>
                    </a:cubicBezTo>
                    <a:cubicBezTo>
                      <a:pt x="24" y="109"/>
                      <a:pt x="41" y="87"/>
                      <a:pt x="44" y="75"/>
                    </a:cubicBezTo>
                    <a:cubicBezTo>
                      <a:pt x="48" y="59"/>
                      <a:pt x="54" y="16"/>
                      <a:pt x="54" y="0"/>
                    </a:cubicBezTo>
                    <a:cubicBezTo>
                      <a:pt x="51" y="20"/>
                      <a:pt x="46" y="43"/>
                      <a:pt x="41" y="60"/>
                    </a:cubicBezTo>
                    <a:cubicBezTo>
                      <a:pt x="32" y="91"/>
                      <a:pt x="16" y="102"/>
                      <a:pt x="8" y="105"/>
                    </a:cubicBezTo>
                    <a:cubicBezTo>
                      <a:pt x="0" y="109"/>
                      <a:pt x="12" y="118"/>
                      <a:pt x="22" y="140"/>
                    </a:cubicBezTo>
                    <a:cubicBezTo>
                      <a:pt x="30" y="158"/>
                      <a:pt x="36" y="191"/>
                      <a:pt x="41" y="221"/>
                    </a:cubicBezTo>
                    <a:cubicBezTo>
                      <a:pt x="40" y="223"/>
                      <a:pt x="40" y="225"/>
                      <a:pt x="39" y="229"/>
                    </a:cubicBezTo>
                    <a:cubicBezTo>
                      <a:pt x="39" y="232"/>
                      <a:pt x="38" y="238"/>
                      <a:pt x="38" y="246"/>
                    </a:cubicBezTo>
                    <a:cubicBezTo>
                      <a:pt x="39" y="247"/>
                      <a:pt x="40" y="247"/>
                      <a:pt x="41" y="248"/>
                    </a:cubicBezTo>
                    <a:cubicBezTo>
                      <a:pt x="52" y="257"/>
                      <a:pt x="55" y="291"/>
                      <a:pt x="70" y="293"/>
                    </a:cubicBezTo>
                    <a:lnTo>
                      <a:pt x="64" y="206"/>
                    </a:lnTo>
                    <a:close/>
                  </a:path>
                </a:pathLst>
              </a:custGeom>
              <a:solidFill>
                <a:srgbClr val="F6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9" name="Freeform 720">
                <a:extLst>
                  <a:ext uri="{FF2B5EF4-FFF2-40B4-BE49-F238E27FC236}">
                    <a16:creationId xmlns:a16="http://schemas.microsoft.com/office/drawing/2014/main" id="{B75FFED5-DF6D-425F-A517-C38525753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796"/>
                <a:ext cx="51" cy="371"/>
              </a:xfrm>
              <a:custGeom>
                <a:avLst/>
                <a:gdLst>
                  <a:gd name="T0" fmla="*/ 123 w 22"/>
                  <a:gd name="T1" fmla="*/ 0 h 150"/>
                  <a:gd name="T2" fmla="*/ 12 w 22"/>
                  <a:gd name="T3" fmla="*/ 1162 h 150"/>
                  <a:gd name="T4" fmla="*/ 86 w 22"/>
                  <a:gd name="T5" fmla="*/ 2258 h 150"/>
                  <a:gd name="T6" fmla="*/ 274 w 22"/>
                  <a:gd name="T7" fmla="*/ 2271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50">
                    <a:moveTo>
                      <a:pt x="10" y="0"/>
                    </a:moveTo>
                    <a:cubicBezTo>
                      <a:pt x="8" y="8"/>
                      <a:pt x="0" y="45"/>
                      <a:pt x="1" y="77"/>
                    </a:cubicBezTo>
                    <a:cubicBezTo>
                      <a:pt x="2" y="110"/>
                      <a:pt x="7" y="149"/>
                      <a:pt x="7" y="149"/>
                    </a:cubicBezTo>
                    <a:cubicBezTo>
                      <a:pt x="22" y="150"/>
                      <a:pt x="22" y="150"/>
                      <a:pt x="22" y="150"/>
                    </a:cubicBezTo>
                  </a:path>
                </a:pathLst>
              </a:custGeom>
              <a:solidFill>
                <a:srgbClr val="F6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0" name="Freeform 721">
                <a:extLst>
                  <a:ext uri="{FF2B5EF4-FFF2-40B4-BE49-F238E27FC236}">
                    <a16:creationId xmlns:a16="http://schemas.microsoft.com/office/drawing/2014/main" id="{D17B16AA-4D9B-4840-B871-D15C54E21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327"/>
                <a:ext cx="67" cy="54"/>
              </a:xfrm>
              <a:custGeom>
                <a:avLst/>
                <a:gdLst>
                  <a:gd name="T0" fmla="*/ 134 w 29"/>
                  <a:gd name="T1" fmla="*/ 0 h 22"/>
                  <a:gd name="T2" fmla="*/ 74 w 29"/>
                  <a:gd name="T3" fmla="*/ 120 h 22"/>
                  <a:gd name="T4" fmla="*/ 282 w 29"/>
                  <a:gd name="T5" fmla="*/ 295 h 22"/>
                  <a:gd name="T6" fmla="*/ 358 w 29"/>
                  <a:gd name="T7" fmla="*/ 282 h 22"/>
                  <a:gd name="T8" fmla="*/ 208 w 29"/>
                  <a:gd name="T9" fmla="*/ 326 h 22"/>
                  <a:gd name="T10" fmla="*/ 0 w 29"/>
                  <a:gd name="T11" fmla="*/ 162 h 22"/>
                  <a:gd name="T12" fmla="*/ 134 w 29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2">
                    <a:moveTo>
                      <a:pt x="11" y="0"/>
                    </a:moveTo>
                    <a:cubicBezTo>
                      <a:pt x="8" y="2"/>
                      <a:pt x="6" y="5"/>
                      <a:pt x="6" y="8"/>
                    </a:cubicBezTo>
                    <a:cubicBezTo>
                      <a:pt x="6" y="15"/>
                      <a:pt x="13" y="20"/>
                      <a:pt x="23" y="20"/>
                    </a:cubicBezTo>
                    <a:cubicBezTo>
                      <a:pt x="25" y="20"/>
                      <a:pt x="27" y="19"/>
                      <a:pt x="29" y="19"/>
                    </a:cubicBezTo>
                    <a:cubicBezTo>
                      <a:pt x="26" y="21"/>
                      <a:pt x="22" y="22"/>
                      <a:pt x="17" y="22"/>
                    </a:cubicBezTo>
                    <a:cubicBezTo>
                      <a:pt x="7" y="22"/>
                      <a:pt x="0" y="17"/>
                      <a:pt x="0" y="11"/>
                    </a:cubicBezTo>
                    <a:cubicBezTo>
                      <a:pt x="0" y="6"/>
                      <a:pt x="4" y="2"/>
                      <a:pt x="11" y="0"/>
                    </a:cubicBezTo>
                    <a:close/>
                  </a:path>
                </a:pathLst>
              </a:custGeom>
              <a:solidFill>
                <a:srgbClr val="CF2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1" name="Freeform 722">
                <a:extLst>
                  <a:ext uri="{FF2B5EF4-FFF2-40B4-BE49-F238E27FC236}">
                    <a16:creationId xmlns:a16="http://schemas.microsoft.com/office/drawing/2014/main" id="{45316183-4F95-4A1C-826C-99E12C11E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067"/>
                <a:ext cx="292" cy="220"/>
              </a:xfrm>
              <a:custGeom>
                <a:avLst/>
                <a:gdLst>
                  <a:gd name="T0" fmla="*/ 74 w 126"/>
                  <a:gd name="T1" fmla="*/ 42 h 89"/>
                  <a:gd name="T2" fmla="*/ 521 w 126"/>
                  <a:gd name="T3" fmla="*/ 586 h 89"/>
                  <a:gd name="T4" fmla="*/ 612 w 126"/>
                  <a:gd name="T5" fmla="*/ 1345 h 89"/>
                  <a:gd name="T6" fmla="*/ 1133 w 126"/>
                  <a:gd name="T7" fmla="*/ 1209 h 89"/>
                  <a:gd name="T8" fmla="*/ 1397 w 126"/>
                  <a:gd name="T9" fmla="*/ 573 h 89"/>
                  <a:gd name="T10" fmla="*/ 0 w 126"/>
                  <a:gd name="T11" fmla="*/ 42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89">
                    <a:moveTo>
                      <a:pt x="6" y="3"/>
                    </a:moveTo>
                    <a:cubicBezTo>
                      <a:pt x="23" y="12"/>
                      <a:pt x="33" y="21"/>
                      <a:pt x="42" y="39"/>
                    </a:cubicBezTo>
                    <a:cubicBezTo>
                      <a:pt x="49" y="52"/>
                      <a:pt x="56" y="74"/>
                      <a:pt x="49" y="89"/>
                    </a:cubicBezTo>
                    <a:cubicBezTo>
                      <a:pt x="58" y="81"/>
                      <a:pt x="80" y="85"/>
                      <a:pt x="91" y="80"/>
                    </a:cubicBezTo>
                    <a:cubicBezTo>
                      <a:pt x="109" y="72"/>
                      <a:pt x="126" y="55"/>
                      <a:pt x="112" y="38"/>
                    </a:cubicBezTo>
                    <a:cubicBezTo>
                      <a:pt x="89" y="8"/>
                      <a:pt x="23" y="0"/>
                      <a:pt x="0" y="3"/>
                    </a:cubicBezTo>
                  </a:path>
                </a:pathLst>
              </a:custGeom>
              <a:solidFill>
                <a:srgbClr val="FDE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2" name="Freeform 723">
                <a:extLst>
                  <a:ext uri="{FF2B5EF4-FFF2-40B4-BE49-F238E27FC236}">
                    <a16:creationId xmlns:a16="http://schemas.microsoft.com/office/drawing/2014/main" id="{A8A910DA-BE5C-468E-A98E-971A49566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891"/>
                <a:ext cx="1219" cy="1704"/>
              </a:xfrm>
              <a:custGeom>
                <a:avLst/>
                <a:gdLst>
                  <a:gd name="T0" fmla="*/ 1541 w 526"/>
                  <a:gd name="T1" fmla="*/ 10422 h 689"/>
                  <a:gd name="T2" fmla="*/ 1606 w 526"/>
                  <a:gd name="T3" fmla="*/ 8050 h 689"/>
                  <a:gd name="T4" fmla="*/ 1729 w 526"/>
                  <a:gd name="T5" fmla="*/ 7971 h 689"/>
                  <a:gd name="T6" fmla="*/ 1778 w 526"/>
                  <a:gd name="T7" fmla="*/ 8686 h 689"/>
                  <a:gd name="T8" fmla="*/ 1805 w 526"/>
                  <a:gd name="T9" fmla="*/ 8666 h 689"/>
                  <a:gd name="T10" fmla="*/ 1757 w 526"/>
                  <a:gd name="T11" fmla="*/ 6972 h 689"/>
                  <a:gd name="T12" fmla="*/ 1977 w 526"/>
                  <a:gd name="T13" fmla="*/ 4355 h 689"/>
                  <a:gd name="T14" fmla="*/ 3346 w 526"/>
                  <a:gd name="T15" fmla="*/ 3767 h 689"/>
                  <a:gd name="T16" fmla="*/ 4044 w 526"/>
                  <a:gd name="T17" fmla="*/ 4293 h 689"/>
                  <a:gd name="T18" fmla="*/ 4317 w 526"/>
                  <a:gd name="T19" fmla="*/ 4917 h 689"/>
                  <a:gd name="T20" fmla="*/ 4206 w 526"/>
                  <a:gd name="T21" fmla="*/ 4355 h 689"/>
                  <a:gd name="T22" fmla="*/ 4206 w 526"/>
                  <a:gd name="T23" fmla="*/ 4056 h 689"/>
                  <a:gd name="T24" fmla="*/ 4517 w 526"/>
                  <a:gd name="T25" fmla="*/ 4219 h 689"/>
                  <a:gd name="T26" fmla="*/ 4366 w 526"/>
                  <a:gd name="T27" fmla="*/ 3779 h 689"/>
                  <a:gd name="T28" fmla="*/ 4297 w 526"/>
                  <a:gd name="T29" fmla="*/ 3462 h 689"/>
                  <a:gd name="T30" fmla="*/ 4232 w 526"/>
                  <a:gd name="T31" fmla="*/ 3163 h 689"/>
                  <a:gd name="T32" fmla="*/ 4496 w 526"/>
                  <a:gd name="T33" fmla="*/ 2886 h 689"/>
                  <a:gd name="T34" fmla="*/ 4892 w 526"/>
                  <a:gd name="T35" fmla="*/ 2587 h 689"/>
                  <a:gd name="T36" fmla="*/ 5451 w 526"/>
                  <a:gd name="T37" fmla="*/ 2374 h 689"/>
                  <a:gd name="T38" fmla="*/ 4679 w 526"/>
                  <a:gd name="T39" fmla="*/ 967 h 689"/>
                  <a:gd name="T40" fmla="*/ 1541 w 526"/>
                  <a:gd name="T41" fmla="*/ 2312 h 689"/>
                  <a:gd name="T42" fmla="*/ 396 w 526"/>
                  <a:gd name="T43" fmla="*/ 3163 h 689"/>
                  <a:gd name="T44" fmla="*/ 248 w 526"/>
                  <a:gd name="T45" fmla="*/ 2147 h 689"/>
                  <a:gd name="T46" fmla="*/ 4060 w 526"/>
                  <a:gd name="T47" fmla="*/ 62 h 689"/>
                  <a:gd name="T48" fmla="*/ 6498 w 526"/>
                  <a:gd name="T49" fmla="*/ 1768 h 689"/>
                  <a:gd name="T50" fmla="*/ 5650 w 526"/>
                  <a:gd name="T51" fmla="*/ 2965 h 689"/>
                  <a:gd name="T52" fmla="*/ 4716 w 526"/>
                  <a:gd name="T53" fmla="*/ 2844 h 689"/>
                  <a:gd name="T54" fmla="*/ 4443 w 526"/>
                  <a:gd name="T55" fmla="*/ 3633 h 689"/>
                  <a:gd name="T56" fmla="*/ 4742 w 526"/>
                  <a:gd name="T57" fmla="*/ 4476 h 689"/>
                  <a:gd name="T58" fmla="*/ 4591 w 526"/>
                  <a:gd name="T59" fmla="*/ 4753 h 689"/>
                  <a:gd name="T60" fmla="*/ 4317 w 526"/>
                  <a:gd name="T61" fmla="*/ 4509 h 689"/>
                  <a:gd name="T62" fmla="*/ 4329 w 526"/>
                  <a:gd name="T63" fmla="*/ 4580 h 689"/>
                  <a:gd name="T64" fmla="*/ 4431 w 526"/>
                  <a:gd name="T65" fmla="*/ 4961 h 689"/>
                  <a:gd name="T66" fmla="*/ 4517 w 526"/>
                  <a:gd name="T67" fmla="*/ 5040 h 689"/>
                  <a:gd name="T68" fmla="*/ 4693 w 526"/>
                  <a:gd name="T69" fmla="*/ 5206 h 689"/>
                  <a:gd name="T70" fmla="*/ 4554 w 526"/>
                  <a:gd name="T71" fmla="*/ 5473 h 689"/>
                  <a:gd name="T72" fmla="*/ 4232 w 526"/>
                  <a:gd name="T73" fmla="*/ 5493 h 689"/>
                  <a:gd name="T74" fmla="*/ 4222 w 526"/>
                  <a:gd name="T75" fmla="*/ 5157 h 689"/>
                  <a:gd name="T76" fmla="*/ 4260 w 526"/>
                  <a:gd name="T77" fmla="*/ 4917 h 689"/>
                  <a:gd name="T78" fmla="*/ 4072 w 526"/>
                  <a:gd name="T79" fmla="*/ 4434 h 689"/>
                  <a:gd name="T80" fmla="*/ 3458 w 526"/>
                  <a:gd name="T81" fmla="*/ 4160 h 689"/>
                  <a:gd name="T82" fmla="*/ 3163 w 526"/>
                  <a:gd name="T83" fmla="*/ 4385 h 689"/>
                  <a:gd name="T84" fmla="*/ 3073 w 526"/>
                  <a:gd name="T85" fmla="*/ 4870 h 689"/>
                  <a:gd name="T86" fmla="*/ 3497 w 526"/>
                  <a:gd name="T87" fmla="*/ 5884 h 689"/>
                  <a:gd name="T88" fmla="*/ 2837 w 526"/>
                  <a:gd name="T89" fmla="*/ 7506 h 689"/>
                  <a:gd name="T90" fmla="*/ 2788 w 526"/>
                  <a:gd name="T91" fmla="*/ 8686 h 689"/>
                  <a:gd name="T92" fmla="*/ 2503 w 526"/>
                  <a:gd name="T93" fmla="*/ 10422 h 68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689">
                    <a:moveTo>
                      <a:pt x="124" y="689"/>
                    </a:moveTo>
                    <a:cubicBezTo>
                      <a:pt x="132" y="665"/>
                      <a:pt x="126" y="551"/>
                      <a:pt x="129" y="532"/>
                    </a:cubicBezTo>
                    <a:cubicBezTo>
                      <a:pt x="132" y="512"/>
                      <a:pt x="138" y="516"/>
                      <a:pt x="139" y="527"/>
                    </a:cubicBezTo>
                    <a:cubicBezTo>
                      <a:pt x="140" y="535"/>
                      <a:pt x="141" y="558"/>
                      <a:pt x="143" y="574"/>
                    </a:cubicBezTo>
                    <a:cubicBezTo>
                      <a:pt x="143" y="578"/>
                      <a:pt x="145" y="577"/>
                      <a:pt x="145" y="573"/>
                    </a:cubicBezTo>
                    <a:cubicBezTo>
                      <a:pt x="147" y="545"/>
                      <a:pt x="145" y="492"/>
                      <a:pt x="141" y="461"/>
                    </a:cubicBezTo>
                    <a:cubicBezTo>
                      <a:pt x="137" y="427"/>
                      <a:pt x="142" y="335"/>
                      <a:pt x="159" y="288"/>
                    </a:cubicBezTo>
                    <a:cubicBezTo>
                      <a:pt x="181" y="229"/>
                      <a:pt x="248" y="241"/>
                      <a:pt x="269" y="249"/>
                    </a:cubicBezTo>
                    <a:cubicBezTo>
                      <a:pt x="307" y="262"/>
                      <a:pt x="315" y="278"/>
                      <a:pt x="325" y="284"/>
                    </a:cubicBezTo>
                    <a:cubicBezTo>
                      <a:pt x="336" y="290"/>
                      <a:pt x="344" y="316"/>
                      <a:pt x="347" y="325"/>
                    </a:cubicBezTo>
                    <a:cubicBezTo>
                      <a:pt x="346" y="315"/>
                      <a:pt x="340" y="298"/>
                      <a:pt x="338" y="288"/>
                    </a:cubicBezTo>
                    <a:cubicBezTo>
                      <a:pt x="335" y="278"/>
                      <a:pt x="334" y="271"/>
                      <a:pt x="338" y="268"/>
                    </a:cubicBezTo>
                    <a:cubicBezTo>
                      <a:pt x="343" y="265"/>
                      <a:pt x="354" y="272"/>
                      <a:pt x="363" y="279"/>
                    </a:cubicBezTo>
                    <a:cubicBezTo>
                      <a:pt x="363" y="279"/>
                      <a:pt x="353" y="259"/>
                      <a:pt x="351" y="250"/>
                    </a:cubicBezTo>
                    <a:cubicBezTo>
                      <a:pt x="350" y="240"/>
                      <a:pt x="352" y="234"/>
                      <a:pt x="345" y="229"/>
                    </a:cubicBezTo>
                    <a:cubicBezTo>
                      <a:pt x="341" y="224"/>
                      <a:pt x="338" y="215"/>
                      <a:pt x="340" y="209"/>
                    </a:cubicBezTo>
                    <a:cubicBezTo>
                      <a:pt x="344" y="199"/>
                      <a:pt x="355" y="201"/>
                      <a:pt x="361" y="191"/>
                    </a:cubicBezTo>
                    <a:cubicBezTo>
                      <a:pt x="369" y="180"/>
                      <a:pt x="378" y="174"/>
                      <a:pt x="393" y="171"/>
                    </a:cubicBezTo>
                    <a:cubicBezTo>
                      <a:pt x="408" y="171"/>
                      <a:pt x="422" y="168"/>
                      <a:pt x="438" y="157"/>
                    </a:cubicBezTo>
                    <a:cubicBezTo>
                      <a:pt x="470" y="133"/>
                      <a:pt x="470" y="89"/>
                      <a:pt x="376" y="64"/>
                    </a:cubicBezTo>
                    <a:cubicBezTo>
                      <a:pt x="283" y="39"/>
                      <a:pt x="157" y="110"/>
                      <a:pt x="124" y="153"/>
                    </a:cubicBezTo>
                    <a:cubicBezTo>
                      <a:pt x="95" y="191"/>
                      <a:pt x="64" y="230"/>
                      <a:pt x="32" y="209"/>
                    </a:cubicBezTo>
                    <a:cubicBezTo>
                      <a:pt x="0" y="188"/>
                      <a:pt x="15" y="157"/>
                      <a:pt x="20" y="142"/>
                    </a:cubicBezTo>
                    <a:cubicBezTo>
                      <a:pt x="50" y="51"/>
                      <a:pt x="213" y="8"/>
                      <a:pt x="326" y="4"/>
                    </a:cubicBezTo>
                    <a:cubicBezTo>
                      <a:pt x="461" y="0"/>
                      <a:pt x="518" y="76"/>
                      <a:pt x="522" y="117"/>
                    </a:cubicBezTo>
                    <a:cubicBezTo>
                      <a:pt x="526" y="155"/>
                      <a:pt x="496" y="186"/>
                      <a:pt x="454" y="196"/>
                    </a:cubicBezTo>
                    <a:cubicBezTo>
                      <a:pt x="410" y="207"/>
                      <a:pt x="398" y="171"/>
                      <a:pt x="379" y="188"/>
                    </a:cubicBezTo>
                    <a:cubicBezTo>
                      <a:pt x="369" y="198"/>
                      <a:pt x="353" y="210"/>
                      <a:pt x="357" y="240"/>
                    </a:cubicBezTo>
                    <a:cubicBezTo>
                      <a:pt x="361" y="269"/>
                      <a:pt x="375" y="291"/>
                      <a:pt x="381" y="296"/>
                    </a:cubicBezTo>
                    <a:cubicBezTo>
                      <a:pt x="386" y="301"/>
                      <a:pt x="383" y="315"/>
                      <a:pt x="369" y="314"/>
                    </a:cubicBezTo>
                    <a:cubicBezTo>
                      <a:pt x="358" y="314"/>
                      <a:pt x="351" y="304"/>
                      <a:pt x="347" y="298"/>
                    </a:cubicBezTo>
                    <a:cubicBezTo>
                      <a:pt x="347" y="300"/>
                      <a:pt x="348" y="301"/>
                      <a:pt x="348" y="303"/>
                    </a:cubicBezTo>
                    <a:cubicBezTo>
                      <a:pt x="351" y="311"/>
                      <a:pt x="354" y="321"/>
                      <a:pt x="356" y="328"/>
                    </a:cubicBezTo>
                    <a:cubicBezTo>
                      <a:pt x="357" y="331"/>
                      <a:pt x="361" y="332"/>
                      <a:pt x="363" y="333"/>
                    </a:cubicBezTo>
                    <a:cubicBezTo>
                      <a:pt x="369" y="334"/>
                      <a:pt x="375" y="337"/>
                      <a:pt x="377" y="344"/>
                    </a:cubicBezTo>
                    <a:cubicBezTo>
                      <a:pt x="381" y="354"/>
                      <a:pt x="370" y="362"/>
                      <a:pt x="366" y="362"/>
                    </a:cubicBezTo>
                    <a:cubicBezTo>
                      <a:pt x="365" y="366"/>
                      <a:pt x="356" y="374"/>
                      <a:pt x="340" y="363"/>
                    </a:cubicBezTo>
                    <a:cubicBezTo>
                      <a:pt x="334" y="358"/>
                      <a:pt x="336" y="348"/>
                      <a:pt x="339" y="341"/>
                    </a:cubicBezTo>
                    <a:cubicBezTo>
                      <a:pt x="340" y="338"/>
                      <a:pt x="342" y="329"/>
                      <a:pt x="342" y="325"/>
                    </a:cubicBezTo>
                    <a:cubicBezTo>
                      <a:pt x="339" y="314"/>
                      <a:pt x="333" y="297"/>
                      <a:pt x="327" y="293"/>
                    </a:cubicBezTo>
                    <a:cubicBezTo>
                      <a:pt x="319" y="289"/>
                      <a:pt x="296" y="280"/>
                      <a:pt x="278" y="275"/>
                    </a:cubicBezTo>
                    <a:cubicBezTo>
                      <a:pt x="260" y="270"/>
                      <a:pt x="259" y="281"/>
                      <a:pt x="254" y="290"/>
                    </a:cubicBezTo>
                    <a:cubicBezTo>
                      <a:pt x="249" y="297"/>
                      <a:pt x="248" y="309"/>
                      <a:pt x="247" y="322"/>
                    </a:cubicBezTo>
                    <a:cubicBezTo>
                      <a:pt x="246" y="334"/>
                      <a:pt x="282" y="339"/>
                      <a:pt x="281" y="389"/>
                    </a:cubicBezTo>
                    <a:cubicBezTo>
                      <a:pt x="281" y="439"/>
                      <a:pt x="259" y="492"/>
                      <a:pt x="228" y="496"/>
                    </a:cubicBezTo>
                    <a:cubicBezTo>
                      <a:pt x="234" y="503"/>
                      <a:pt x="241" y="526"/>
                      <a:pt x="224" y="574"/>
                    </a:cubicBezTo>
                    <a:cubicBezTo>
                      <a:pt x="206" y="622"/>
                      <a:pt x="201" y="689"/>
                      <a:pt x="201" y="689"/>
                    </a:cubicBezTo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3" name="Freeform 724">
                <a:extLst>
                  <a:ext uri="{FF2B5EF4-FFF2-40B4-BE49-F238E27FC236}">
                    <a16:creationId xmlns:a16="http://schemas.microsoft.com/office/drawing/2014/main" id="{DF1CD504-B578-4324-8A0F-B5A9B9969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458"/>
                <a:ext cx="510" cy="1137"/>
              </a:xfrm>
              <a:custGeom>
                <a:avLst/>
                <a:gdLst>
                  <a:gd name="T0" fmla="*/ 0 w 220"/>
                  <a:gd name="T1" fmla="*/ 6946 h 460"/>
                  <a:gd name="T2" fmla="*/ 962 w 220"/>
                  <a:gd name="T3" fmla="*/ 6946 h 460"/>
                  <a:gd name="T4" fmla="*/ 1247 w 220"/>
                  <a:gd name="T5" fmla="*/ 5210 h 460"/>
                  <a:gd name="T6" fmla="*/ 1296 w 220"/>
                  <a:gd name="T7" fmla="*/ 4031 h 460"/>
                  <a:gd name="T8" fmla="*/ 1957 w 220"/>
                  <a:gd name="T9" fmla="*/ 2412 h 460"/>
                  <a:gd name="T10" fmla="*/ 1532 w 220"/>
                  <a:gd name="T11" fmla="*/ 1406 h 460"/>
                  <a:gd name="T12" fmla="*/ 1618 w 220"/>
                  <a:gd name="T13" fmla="*/ 922 h 460"/>
                  <a:gd name="T14" fmla="*/ 1919 w 220"/>
                  <a:gd name="T15" fmla="*/ 697 h 460"/>
                  <a:gd name="T16" fmla="*/ 2531 w 220"/>
                  <a:gd name="T17" fmla="*/ 966 h 460"/>
                  <a:gd name="T18" fmla="*/ 2715 w 220"/>
                  <a:gd name="T19" fmla="*/ 1448 h 460"/>
                  <a:gd name="T20" fmla="*/ 2675 w 220"/>
                  <a:gd name="T21" fmla="*/ 1693 h 460"/>
                  <a:gd name="T22" fmla="*/ 2691 w 220"/>
                  <a:gd name="T23" fmla="*/ 2022 h 460"/>
                  <a:gd name="T24" fmla="*/ 2703 w 220"/>
                  <a:gd name="T25" fmla="*/ 2042 h 460"/>
                  <a:gd name="T26" fmla="*/ 2740 w 220"/>
                  <a:gd name="T27" fmla="*/ 1540 h 460"/>
                  <a:gd name="T28" fmla="*/ 2740 w 220"/>
                  <a:gd name="T29" fmla="*/ 1312 h 460"/>
                  <a:gd name="T30" fmla="*/ 2504 w 220"/>
                  <a:gd name="T31" fmla="*/ 831 h 460"/>
                  <a:gd name="T32" fmla="*/ 1806 w 220"/>
                  <a:gd name="T33" fmla="*/ 299 h 460"/>
                  <a:gd name="T34" fmla="*/ 436 w 220"/>
                  <a:gd name="T35" fmla="*/ 892 h 460"/>
                  <a:gd name="T36" fmla="*/ 209 w 220"/>
                  <a:gd name="T37" fmla="*/ 3500 h 460"/>
                  <a:gd name="T38" fmla="*/ 264 w 220"/>
                  <a:gd name="T39" fmla="*/ 5193 h 460"/>
                  <a:gd name="T40" fmla="*/ 236 w 220"/>
                  <a:gd name="T41" fmla="*/ 5210 h 460"/>
                  <a:gd name="T42" fmla="*/ 188 w 220"/>
                  <a:gd name="T43" fmla="*/ 4504 h 460"/>
                  <a:gd name="T44" fmla="*/ 65 w 220"/>
                  <a:gd name="T45" fmla="*/ 4575 h 460"/>
                  <a:gd name="T46" fmla="*/ 0 w 220"/>
                  <a:gd name="T47" fmla="*/ 6946 h 46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20" h="460">
                    <a:moveTo>
                      <a:pt x="0" y="460"/>
                    </a:moveTo>
                    <a:cubicBezTo>
                      <a:pt x="77" y="460"/>
                      <a:pt x="77" y="460"/>
                      <a:pt x="77" y="460"/>
                    </a:cubicBezTo>
                    <a:cubicBezTo>
                      <a:pt x="77" y="460"/>
                      <a:pt x="82" y="393"/>
                      <a:pt x="100" y="345"/>
                    </a:cubicBezTo>
                    <a:cubicBezTo>
                      <a:pt x="117" y="297"/>
                      <a:pt x="110" y="274"/>
                      <a:pt x="104" y="267"/>
                    </a:cubicBezTo>
                    <a:cubicBezTo>
                      <a:pt x="135" y="263"/>
                      <a:pt x="157" y="210"/>
                      <a:pt x="157" y="160"/>
                    </a:cubicBezTo>
                    <a:cubicBezTo>
                      <a:pt x="158" y="110"/>
                      <a:pt x="122" y="105"/>
                      <a:pt x="123" y="93"/>
                    </a:cubicBezTo>
                    <a:cubicBezTo>
                      <a:pt x="124" y="80"/>
                      <a:pt x="125" y="68"/>
                      <a:pt x="130" y="61"/>
                    </a:cubicBezTo>
                    <a:cubicBezTo>
                      <a:pt x="135" y="52"/>
                      <a:pt x="136" y="41"/>
                      <a:pt x="154" y="46"/>
                    </a:cubicBezTo>
                    <a:cubicBezTo>
                      <a:pt x="172" y="51"/>
                      <a:pt x="195" y="60"/>
                      <a:pt x="203" y="64"/>
                    </a:cubicBezTo>
                    <a:cubicBezTo>
                      <a:pt x="209" y="68"/>
                      <a:pt x="215" y="85"/>
                      <a:pt x="218" y="96"/>
                    </a:cubicBezTo>
                    <a:cubicBezTo>
                      <a:pt x="218" y="100"/>
                      <a:pt x="216" y="109"/>
                      <a:pt x="215" y="112"/>
                    </a:cubicBezTo>
                    <a:cubicBezTo>
                      <a:pt x="212" y="119"/>
                      <a:pt x="210" y="129"/>
                      <a:pt x="216" y="134"/>
                    </a:cubicBezTo>
                    <a:cubicBezTo>
                      <a:pt x="217" y="134"/>
                      <a:pt x="217" y="134"/>
                      <a:pt x="217" y="135"/>
                    </a:cubicBezTo>
                    <a:cubicBezTo>
                      <a:pt x="218" y="124"/>
                      <a:pt x="219" y="113"/>
                      <a:pt x="220" y="102"/>
                    </a:cubicBezTo>
                    <a:cubicBezTo>
                      <a:pt x="220" y="97"/>
                      <a:pt x="220" y="92"/>
                      <a:pt x="220" y="87"/>
                    </a:cubicBezTo>
                    <a:cubicBezTo>
                      <a:pt x="216" y="75"/>
                      <a:pt x="209" y="59"/>
                      <a:pt x="201" y="55"/>
                    </a:cubicBezTo>
                    <a:cubicBezTo>
                      <a:pt x="191" y="49"/>
                      <a:pt x="183" y="33"/>
                      <a:pt x="145" y="20"/>
                    </a:cubicBezTo>
                    <a:cubicBezTo>
                      <a:pt x="124" y="12"/>
                      <a:pt x="57" y="0"/>
                      <a:pt x="35" y="59"/>
                    </a:cubicBezTo>
                    <a:cubicBezTo>
                      <a:pt x="18" y="106"/>
                      <a:pt x="13" y="198"/>
                      <a:pt x="17" y="232"/>
                    </a:cubicBezTo>
                    <a:cubicBezTo>
                      <a:pt x="21" y="263"/>
                      <a:pt x="23" y="316"/>
                      <a:pt x="21" y="344"/>
                    </a:cubicBezTo>
                    <a:cubicBezTo>
                      <a:pt x="21" y="348"/>
                      <a:pt x="19" y="349"/>
                      <a:pt x="19" y="345"/>
                    </a:cubicBezTo>
                    <a:cubicBezTo>
                      <a:pt x="17" y="329"/>
                      <a:pt x="16" y="306"/>
                      <a:pt x="15" y="298"/>
                    </a:cubicBezTo>
                    <a:cubicBezTo>
                      <a:pt x="14" y="287"/>
                      <a:pt x="8" y="283"/>
                      <a:pt x="5" y="303"/>
                    </a:cubicBezTo>
                    <a:cubicBezTo>
                      <a:pt x="2" y="322"/>
                      <a:pt x="8" y="436"/>
                      <a:pt x="0" y="460"/>
                    </a:cubicBezTo>
                    <a:close/>
                  </a:path>
                </a:pathLst>
              </a:custGeom>
              <a:solidFill>
                <a:srgbClr val="ECD6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4" name="Freeform 725">
                <a:extLst>
                  <a:ext uri="{FF2B5EF4-FFF2-40B4-BE49-F238E27FC236}">
                    <a16:creationId xmlns:a16="http://schemas.microsoft.com/office/drawing/2014/main" id="{D6C48F0F-9D3E-4E95-8104-698653068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603"/>
                <a:ext cx="111" cy="213"/>
              </a:xfrm>
              <a:custGeom>
                <a:avLst/>
                <a:gdLst>
                  <a:gd name="T0" fmla="*/ 546 w 48"/>
                  <a:gd name="T1" fmla="*/ 852 h 86"/>
                  <a:gd name="T2" fmla="*/ 370 w 48"/>
                  <a:gd name="T3" fmla="*/ 681 h 86"/>
                  <a:gd name="T4" fmla="*/ 284 w 48"/>
                  <a:gd name="T5" fmla="*/ 607 h 86"/>
                  <a:gd name="T6" fmla="*/ 208 w 48"/>
                  <a:gd name="T7" fmla="*/ 307 h 86"/>
                  <a:gd name="T8" fmla="*/ 113 w 48"/>
                  <a:gd name="T9" fmla="*/ 30 h 86"/>
                  <a:gd name="T10" fmla="*/ 74 w 48"/>
                  <a:gd name="T11" fmla="*/ 62 h 86"/>
                  <a:gd name="T12" fmla="*/ 123 w 48"/>
                  <a:gd name="T13" fmla="*/ 307 h 86"/>
                  <a:gd name="T14" fmla="*/ 171 w 48"/>
                  <a:gd name="T15" fmla="*/ 565 h 86"/>
                  <a:gd name="T16" fmla="*/ 102 w 48"/>
                  <a:gd name="T17" fmla="*/ 320 h 86"/>
                  <a:gd name="T18" fmla="*/ 28 w 48"/>
                  <a:gd name="T19" fmla="*/ 134 h 86"/>
                  <a:gd name="T20" fmla="*/ 0 w 48"/>
                  <a:gd name="T21" fmla="*/ 166 h 86"/>
                  <a:gd name="T22" fmla="*/ 65 w 48"/>
                  <a:gd name="T23" fmla="*/ 362 h 86"/>
                  <a:gd name="T24" fmla="*/ 65 w 48"/>
                  <a:gd name="T25" fmla="*/ 362 h 86"/>
                  <a:gd name="T26" fmla="*/ 113 w 48"/>
                  <a:gd name="T27" fmla="*/ 565 h 86"/>
                  <a:gd name="T28" fmla="*/ 74 w 48"/>
                  <a:gd name="T29" fmla="*/ 802 h 86"/>
                  <a:gd name="T30" fmla="*/ 86 w 48"/>
                  <a:gd name="T31" fmla="*/ 1142 h 86"/>
                  <a:gd name="T32" fmla="*/ 407 w 48"/>
                  <a:gd name="T33" fmla="*/ 1122 h 86"/>
                  <a:gd name="T34" fmla="*/ 546 w 48"/>
                  <a:gd name="T35" fmla="*/ 852 h 8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8" h="86">
                    <a:moveTo>
                      <a:pt x="44" y="56"/>
                    </a:moveTo>
                    <a:cubicBezTo>
                      <a:pt x="42" y="49"/>
                      <a:pt x="36" y="46"/>
                      <a:pt x="30" y="45"/>
                    </a:cubicBezTo>
                    <a:cubicBezTo>
                      <a:pt x="28" y="44"/>
                      <a:pt x="24" y="43"/>
                      <a:pt x="23" y="40"/>
                    </a:cubicBezTo>
                    <a:cubicBezTo>
                      <a:pt x="22" y="35"/>
                      <a:pt x="19" y="27"/>
                      <a:pt x="17" y="20"/>
                    </a:cubicBezTo>
                    <a:cubicBezTo>
                      <a:pt x="16" y="19"/>
                      <a:pt x="10" y="2"/>
                      <a:pt x="9" y="2"/>
                    </a:cubicBezTo>
                    <a:cubicBezTo>
                      <a:pt x="9" y="2"/>
                      <a:pt x="6" y="0"/>
                      <a:pt x="6" y="4"/>
                    </a:cubicBezTo>
                    <a:cubicBezTo>
                      <a:pt x="7" y="8"/>
                      <a:pt x="11" y="20"/>
                      <a:pt x="10" y="20"/>
                    </a:cubicBezTo>
                    <a:cubicBezTo>
                      <a:pt x="12" y="26"/>
                      <a:pt x="13" y="32"/>
                      <a:pt x="14" y="37"/>
                    </a:cubicBezTo>
                    <a:cubicBezTo>
                      <a:pt x="13" y="33"/>
                      <a:pt x="11" y="27"/>
                      <a:pt x="8" y="21"/>
                    </a:cubicBezTo>
                    <a:cubicBezTo>
                      <a:pt x="8" y="19"/>
                      <a:pt x="3" y="9"/>
                      <a:pt x="2" y="9"/>
                    </a:cubicBezTo>
                    <a:cubicBezTo>
                      <a:pt x="2" y="10"/>
                      <a:pt x="0" y="10"/>
                      <a:pt x="0" y="11"/>
                    </a:cubicBezTo>
                    <a:cubicBezTo>
                      <a:pt x="0" y="15"/>
                      <a:pt x="4" y="22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7" y="29"/>
                      <a:pt x="8" y="33"/>
                      <a:pt x="9" y="37"/>
                    </a:cubicBezTo>
                    <a:cubicBezTo>
                      <a:pt x="9" y="41"/>
                      <a:pt x="7" y="50"/>
                      <a:pt x="6" y="53"/>
                    </a:cubicBezTo>
                    <a:cubicBezTo>
                      <a:pt x="3" y="60"/>
                      <a:pt x="1" y="70"/>
                      <a:pt x="7" y="75"/>
                    </a:cubicBezTo>
                    <a:cubicBezTo>
                      <a:pt x="23" y="86"/>
                      <a:pt x="32" y="78"/>
                      <a:pt x="33" y="74"/>
                    </a:cubicBezTo>
                    <a:cubicBezTo>
                      <a:pt x="37" y="74"/>
                      <a:pt x="48" y="66"/>
                      <a:pt x="44" y="56"/>
                    </a:cubicBezTo>
                    <a:close/>
                  </a:path>
                </a:pathLst>
              </a:custGeom>
              <a:solidFill>
                <a:srgbClr val="6DA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5" name="Freeform 726">
                <a:extLst>
                  <a:ext uri="{FF2B5EF4-FFF2-40B4-BE49-F238E27FC236}">
                    <a16:creationId xmlns:a16="http://schemas.microsoft.com/office/drawing/2014/main" id="{DEBE33A6-85DD-47AA-AF0D-CC0C0F2E9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891"/>
                <a:ext cx="1219" cy="569"/>
              </a:xfrm>
              <a:custGeom>
                <a:avLst/>
                <a:gdLst>
                  <a:gd name="T0" fmla="*/ 4060 w 526"/>
                  <a:gd name="T1" fmla="*/ 62 h 230"/>
                  <a:gd name="T2" fmla="*/ 248 w 526"/>
                  <a:gd name="T3" fmla="*/ 2147 h 230"/>
                  <a:gd name="T4" fmla="*/ 396 w 526"/>
                  <a:gd name="T5" fmla="*/ 3164 h 230"/>
                  <a:gd name="T6" fmla="*/ 1541 w 526"/>
                  <a:gd name="T7" fmla="*/ 2321 h 230"/>
                  <a:gd name="T8" fmla="*/ 4679 w 526"/>
                  <a:gd name="T9" fmla="*/ 967 h 230"/>
                  <a:gd name="T10" fmla="*/ 5451 w 526"/>
                  <a:gd name="T11" fmla="*/ 2375 h 230"/>
                  <a:gd name="T12" fmla="*/ 4892 w 526"/>
                  <a:gd name="T13" fmla="*/ 2588 h 230"/>
                  <a:gd name="T14" fmla="*/ 4892 w 526"/>
                  <a:gd name="T15" fmla="*/ 2786 h 230"/>
                  <a:gd name="T16" fmla="*/ 5650 w 526"/>
                  <a:gd name="T17" fmla="*/ 2969 h 230"/>
                  <a:gd name="T18" fmla="*/ 6498 w 526"/>
                  <a:gd name="T19" fmla="*/ 1769 h 230"/>
                  <a:gd name="T20" fmla="*/ 4060 w 526"/>
                  <a:gd name="T21" fmla="*/ 62 h 2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6" h="230">
                    <a:moveTo>
                      <a:pt x="326" y="4"/>
                    </a:moveTo>
                    <a:cubicBezTo>
                      <a:pt x="213" y="8"/>
                      <a:pt x="50" y="51"/>
                      <a:pt x="20" y="142"/>
                    </a:cubicBezTo>
                    <a:cubicBezTo>
                      <a:pt x="15" y="157"/>
                      <a:pt x="0" y="188"/>
                      <a:pt x="32" y="209"/>
                    </a:cubicBezTo>
                    <a:cubicBezTo>
                      <a:pt x="64" y="230"/>
                      <a:pt x="95" y="191"/>
                      <a:pt x="124" y="153"/>
                    </a:cubicBezTo>
                    <a:cubicBezTo>
                      <a:pt x="157" y="110"/>
                      <a:pt x="283" y="39"/>
                      <a:pt x="376" y="64"/>
                    </a:cubicBezTo>
                    <a:cubicBezTo>
                      <a:pt x="470" y="89"/>
                      <a:pt x="470" y="133"/>
                      <a:pt x="438" y="157"/>
                    </a:cubicBezTo>
                    <a:cubicBezTo>
                      <a:pt x="422" y="168"/>
                      <a:pt x="408" y="171"/>
                      <a:pt x="393" y="171"/>
                    </a:cubicBezTo>
                    <a:cubicBezTo>
                      <a:pt x="388" y="171"/>
                      <a:pt x="387" y="182"/>
                      <a:pt x="393" y="184"/>
                    </a:cubicBezTo>
                    <a:cubicBezTo>
                      <a:pt x="407" y="187"/>
                      <a:pt x="422" y="204"/>
                      <a:pt x="454" y="196"/>
                    </a:cubicBezTo>
                    <a:cubicBezTo>
                      <a:pt x="496" y="186"/>
                      <a:pt x="526" y="155"/>
                      <a:pt x="522" y="117"/>
                    </a:cubicBezTo>
                    <a:cubicBezTo>
                      <a:pt x="518" y="76"/>
                      <a:pt x="461" y="0"/>
                      <a:pt x="326" y="4"/>
                    </a:cubicBezTo>
                    <a:close/>
                  </a:path>
                </a:pathLst>
              </a:custGeom>
              <a:solidFill>
                <a:srgbClr val="F3A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6" name="Freeform 727">
                <a:extLst>
                  <a:ext uri="{FF2B5EF4-FFF2-40B4-BE49-F238E27FC236}">
                    <a16:creationId xmlns:a16="http://schemas.microsoft.com/office/drawing/2014/main" id="{38E522E1-4540-4309-B1BD-C274D2025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988"/>
                <a:ext cx="802" cy="371"/>
              </a:xfrm>
              <a:custGeom>
                <a:avLst/>
                <a:gdLst>
                  <a:gd name="T0" fmla="*/ 3127 w 346"/>
                  <a:gd name="T1" fmla="*/ 453 h 150"/>
                  <a:gd name="T2" fmla="*/ 4084 w 346"/>
                  <a:gd name="T3" fmla="*/ 1224 h 150"/>
                  <a:gd name="T4" fmla="*/ 3873 w 346"/>
                  <a:gd name="T5" fmla="*/ 1724 h 150"/>
                  <a:gd name="T6" fmla="*/ 3352 w 346"/>
                  <a:gd name="T7" fmla="*/ 1939 h 150"/>
                  <a:gd name="T8" fmla="*/ 3352 w 346"/>
                  <a:gd name="T9" fmla="*/ 1939 h 150"/>
                  <a:gd name="T10" fmla="*/ 3335 w 346"/>
                  <a:gd name="T11" fmla="*/ 1939 h 150"/>
                  <a:gd name="T12" fmla="*/ 2976 w 346"/>
                  <a:gd name="T13" fmla="*/ 2271 h 150"/>
                  <a:gd name="T14" fmla="*/ 3352 w 346"/>
                  <a:gd name="T15" fmla="*/ 1994 h 150"/>
                  <a:gd name="T16" fmla="*/ 3910 w 346"/>
                  <a:gd name="T17" fmla="*/ 1786 h 150"/>
                  <a:gd name="T18" fmla="*/ 3138 w 346"/>
                  <a:gd name="T19" fmla="*/ 378 h 150"/>
                  <a:gd name="T20" fmla="*/ 0 w 346"/>
                  <a:gd name="T21" fmla="*/ 1724 h 150"/>
                  <a:gd name="T22" fmla="*/ 49 w 346"/>
                  <a:gd name="T23" fmla="*/ 1768 h 150"/>
                  <a:gd name="T24" fmla="*/ 3127 w 346"/>
                  <a:gd name="T25" fmla="*/ 453 h 1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6" h="150">
                    <a:moveTo>
                      <a:pt x="251" y="30"/>
                    </a:moveTo>
                    <a:cubicBezTo>
                      <a:pt x="313" y="46"/>
                      <a:pt x="326" y="69"/>
                      <a:pt x="328" y="81"/>
                    </a:cubicBezTo>
                    <a:cubicBezTo>
                      <a:pt x="330" y="92"/>
                      <a:pt x="324" y="104"/>
                      <a:pt x="311" y="114"/>
                    </a:cubicBezTo>
                    <a:cubicBezTo>
                      <a:pt x="297" y="123"/>
                      <a:pt x="284" y="128"/>
                      <a:pt x="269" y="128"/>
                    </a:cubicBezTo>
                    <a:cubicBezTo>
                      <a:pt x="269" y="128"/>
                      <a:pt x="269" y="128"/>
                      <a:pt x="269" y="128"/>
                    </a:cubicBezTo>
                    <a:cubicBezTo>
                      <a:pt x="268" y="128"/>
                      <a:pt x="268" y="128"/>
                      <a:pt x="268" y="128"/>
                    </a:cubicBezTo>
                    <a:cubicBezTo>
                      <a:pt x="254" y="130"/>
                      <a:pt x="247" y="138"/>
                      <a:pt x="239" y="150"/>
                    </a:cubicBezTo>
                    <a:cubicBezTo>
                      <a:pt x="246" y="140"/>
                      <a:pt x="255" y="134"/>
                      <a:pt x="269" y="132"/>
                    </a:cubicBezTo>
                    <a:cubicBezTo>
                      <a:pt x="284" y="132"/>
                      <a:pt x="298" y="129"/>
                      <a:pt x="314" y="118"/>
                    </a:cubicBezTo>
                    <a:cubicBezTo>
                      <a:pt x="346" y="94"/>
                      <a:pt x="346" y="50"/>
                      <a:pt x="252" y="25"/>
                    </a:cubicBezTo>
                    <a:cubicBezTo>
                      <a:pt x="159" y="0"/>
                      <a:pt x="33" y="71"/>
                      <a:pt x="0" y="114"/>
                    </a:cubicBezTo>
                    <a:cubicBezTo>
                      <a:pt x="4" y="117"/>
                      <a:pt x="4" y="117"/>
                      <a:pt x="4" y="117"/>
                    </a:cubicBezTo>
                    <a:cubicBezTo>
                      <a:pt x="38" y="72"/>
                      <a:pt x="163" y="7"/>
                      <a:pt x="251" y="30"/>
                    </a:cubicBezTo>
                    <a:close/>
                  </a:path>
                </a:pathLst>
              </a:custGeom>
              <a:solidFill>
                <a:srgbClr val="F6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7" name="Freeform 728">
                <a:extLst>
                  <a:ext uri="{FF2B5EF4-FFF2-40B4-BE49-F238E27FC236}">
                    <a16:creationId xmlns:a16="http://schemas.microsoft.com/office/drawing/2014/main" id="{11160C85-EFB1-4401-A64F-D87087577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027"/>
                <a:ext cx="480" cy="332"/>
              </a:xfrm>
              <a:custGeom>
                <a:avLst/>
                <a:gdLst>
                  <a:gd name="T0" fmla="*/ 2182 w 207"/>
                  <a:gd name="T1" fmla="*/ 1553 h 134"/>
                  <a:gd name="T2" fmla="*/ 1410 w 207"/>
                  <a:gd name="T3" fmla="*/ 136 h 134"/>
                  <a:gd name="T4" fmla="*/ 37 w 207"/>
                  <a:gd name="T5" fmla="*/ 216 h 134"/>
                  <a:gd name="T6" fmla="*/ 0 w 207"/>
                  <a:gd name="T7" fmla="*/ 258 h 134"/>
                  <a:gd name="T8" fmla="*/ 65 w 207"/>
                  <a:gd name="T9" fmla="*/ 287 h 134"/>
                  <a:gd name="T10" fmla="*/ 1398 w 207"/>
                  <a:gd name="T11" fmla="*/ 216 h 134"/>
                  <a:gd name="T12" fmla="*/ 2356 w 207"/>
                  <a:gd name="T13" fmla="*/ 989 h 134"/>
                  <a:gd name="T14" fmla="*/ 2145 w 207"/>
                  <a:gd name="T15" fmla="*/ 1492 h 134"/>
                  <a:gd name="T16" fmla="*/ 1619 w 207"/>
                  <a:gd name="T17" fmla="*/ 1700 h 134"/>
                  <a:gd name="T18" fmla="*/ 1619 w 207"/>
                  <a:gd name="T19" fmla="*/ 1700 h 134"/>
                  <a:gd name="T20" fmla="*/ 1607 w 207"/>
                  <a:gd name="T21" fmla="*/ 1700 h 134"/>
                  <a:gd name="T22" fmla="*/ 1248 w 207"/>
                  <a:gd name="T23" fmla="*/ 2039 h 134"/>
                  <a:gd name="T24" fmla="*/ 1619 w 207"/>
                  <a:gd name="T25" fmla="*/ 1762 h 134"/>
                  <a:gd name="T26" fmla="*/ 2182 w 207"/>
                  <a:gd name="T27" fmla="*/ 1553 h 1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7" h="134">
                    <a:moveTo>
                      <a:pt x="175" y="102"/>
                    </a:moveTo>
                    <a:cubicBezTo>
                      <a:pt x="207" y="78"/>
                      <a:pt x="207" y="34"/>
                      <a:pt x="113" y="9"/>
                    </a:cubicBezTo>
                    <a:cubicBezTo>
                      <a:pt x="79" y="0"/>
                      <a:pt x="40" y="4"/>
                      <a:pt x="3" y="14"/>
                    </a:cubicBezTo>
                    <a:cubicBezTo>
                      <a:pt x="2" y="16"/>
                      <a:pt x="0" y="17"/>
                      <a:pt x="0" y="17"/>
                    </a:cubicBezTo>
                    <a:cubicBezTo>
                      <a:pt x="0" y="17"/>
                      <a:pt x="2" y="18"/>
                      <a:pt x="5" y="19"/>
                    </a:cubicBezTo>
                    <a:cubicBezTo>
                      <a:pt x="41" y="9"/>
                      <a:pt x="79" y="5"/>
                      <a:pt x="112" y="14"/>
                    </a:cubicBezTo>
                    <a:cubicBezTo>
                      <a:pt x="174" y="30"/>
                      <a:pt x="187" y="53"/>
                      <a:pt x="189" y="65"/>
                    </a:cubicBezTo>
                    <a:cubicBezTo>
                      <a:pt x="191" y="76"/>
                      <a:pt x="185" y="88"/>
                      <a:pt x="172" y="98"/>
                    </a:cubicBezTo>
                    <a:cubicBezTo>
                      <a:pt x="158" y="107"/>
                      <a:pt x="145" y="112"/>
                      <a:pt x="130" y="112"/>
                    </a:cubicBezTo>
                    <a:cubicBezTo>
                      <a:pt x="130" y="112"/>
                      <a:pt x="130" y="112"/>
                      <a:pt x="130" y="112"/>
                    </a:cubicBezTo>
                    <a:cubicBezTo>
                      <a:pt x="129" y="112"/>
                      <a:pt x="129" y="112"/>
                      <a:pt x="129" y="112"/>
                    </a:cubicBezTo>
                    <a:cubicBezTo>
                      <a:pt x="115" y="114"/>
                      <a:pt x="108" y="122"/>
                      <a:pt x="100" y="134"/>
                    </a:cubicBezTo>
                    <a:cubicBezTo>
                      <a:pt x="107" y="124"/>
                      <a:pt x="116" y="118"/>
                      <a:pt x="130" y="116"/>
                    </a:cubicBezTo>
                    <a:cubicBezTo>
                      <a:pt x="145" y="116"/>
                      <a:pt x="159" y="113"/>
                      <a:pt x="175" y="102"/>
                    </a:cubicBezTo>
                    <a:close/>
                  </a:path>
                </a:pathLst>
              </a:custGeom>
              <a:solidFill>
                <a:srgbClr val="F5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8" name="Oval 729">
                <a:extLst>
                  <a:ext uri="{FF2B5EF4-FFF2-40B4-BE49-F238E27FC236}">
                    <a16:creationId xmlns:a16="http://schemas.microsoft.com/office/drawing/2014/main" id="{96CABB67-C601-4D40-B09A-2BAC5C5CE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2322"/>
                <a:ext cx="78" cy="56"/>
              </a:xfrm>
              <a:prstGeom prst="ellipse">
                <a:avLst/>
              </a:prstGeom>
              <a:solidFill>
                <a:srgbClr val="ECA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9" name="Freeform 730">
                <a:extLst>
                  <a:ext uri="{FF2B5EF4-FFF2-40B4-BE49-F238E27FC236}">
                    <a16:creationId xmlns:a16="http://schemas.microsoft.com/office/drawing/2014/main" id="{466B6819-EC64-4577-A917-4853539C0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322"/>
                <a:ext cx="69" cy="52"/>
              </a:xfrm>
              <a:custGeom>
                <a:avLst/>
                <a:gdLst>
                  <a:gd name="T0" fmla="*/ 317 w 30"/>
                  <a:gd name="T1" fmla="*/ 196 h 21"/>
                  <a:gd name="T2" fmla="*/ 110 w 30"/>
                  <a:gd name="T3" fmla="*/ 30 h 21"/>
                  <a:gd name="T4" fmla="*/ 0 w 30"/>
                  <a:gd name="T5" fmla="*/ 62 h 21"/>
                  <a:gd name="T6" fmla="*/ 159 w 30"/>
                  <a:gd name="T7" fmla="*/ 0 h 21"/>
                  <a:gd name="T8" fmla="*/ 366 w 30"/>
                  <a:gd name="T9" fmla="*/ 166 h 21"/>
                  <a:gd name="T10" fmla="*/ 269 w 30"/>
                  <a:gd name="T11" fmla="*/ 319 h 21"/>
                  <a:gd name="T12" fmla="*/ 317 w 30"/>
                  <a:gd name="T13" fmla="*/ 19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1">
                    <a:moveTo>
                      <a:pt x="26" y="13"/>
                    </a:moveTo>
                    <a:cubicBezTo>
                      <a:pt x="26" y="7"/>
                      <a:pt x="19" y="2"/>
                      <a:pt x="9" y="2"/>
                    </a:cubicBezTo>
                    <a:cubicBezTo>
                      <a:pt x="6" y="2"/>
                      <a:pt x="3" y="3"/>
                      <a:pt x="0" y="4"/>
                    </a:cubicBezTo>
                    <a:cubicBezTo>
                      <a:pt x="4" y="1"/>
                      <a:pt x="8" y="0"/>
                      <a:pt x="13" y="0"/>
                    </a:cubicBezTo>
                    <a:cubicBezTo>
                      <a:pt x="23" y="0"/>
                      <a:pt x="30" y="5"/>
                      <a:pt x="30" y="11"/>
                    </a:cubicBezTo>
                    <a:cubicBezTo>
                      <a:pt x="30" y="15"/>
                      <a:pt x="27" y="19"/>
                      <a:pt x="22" y="21"/>
                    </a:cubicBezTo>
                    <a:cubicBezTo>
                      <a:pt x="24" y="19"/>
                      <a:pt x="26" y="16"/>
                      <a:pt x="26" y="13"/>
                    </a:cubicBezTo>
                    <a:close/>
                  </a:path>
                </a:pathLst>
              </a:custGeom>
              <a:solidFill>
                <a:srgbClr val="F8D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0" name="Freeform 731">
                <a:extLst>
                  <a:ext uri="{FF2B5EF4-FFF2-40B4-BE49-F238E27FC236}">
                    <a16:creationId xmlns:a16="http://schemas.microsoft.com/office/drawing/2014/main" id="{0AF9FFF5-E5B2-4B47-8DB3-991BC6D56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057"/>
                <a:ext cx="313" cy="255"/>
              </a:xfrm>
              <a:custGeom>
                <a:avLst/>
                <a:gdLst>
                  <a:gd name="T0" fmla="*/ 635 w 135"/>
                  <a:gd name="T1" fmla="*/ 0 h 103"/>
                  <a:gd name="T2" fmla="*/ 1683 w 135"/>
                  <a:gd name="T3" fmla="*/ 1317 h 103"/>
                  <a:gd name="T4" fmla="*/ 1472 w 135"/>
                  <a:gd name="T5" fmla="*/ 1337 h 103"/>
                  <a:gd name="T6" fmla="*/ 0 w 135"/>
                  <a:gd name="T7" fmla="*/ 275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03">
                    <a:moveTo>
                      <a:pt x="51" y="0"/>
                    </a:moveTo>
                    <a:cubicBezTo>
                      <a:pt x="76" y="3"/>
                      <a:pt x="133" y="35"/>
                      <a:pt x="135" y="87"/>
                    </a:cubicBezTo>
                    <a:cubicBezTo>
                      <a:pt x="135" y="102"/>
                      <a:pt x="125" y="103"/>
                      <a:pt x="118" y="88"/>
                    </a:cubicBezTo>
                    <a:cubicBezTo>
                      <a:pt x="103" y="50"/>
                      <a:pt x="63" y="4"/>
                      <a:pt x="0" y="18"/>
                    </a:cubicBezTo>
                  </a:path>
                </a:pathLst>
              </a:custGeom>
              <a:solidFill>
                <a:srgbClr val="E6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1" name="Freeform 732">
                <a:extLst>
                  <a:ext uri="{FF2B5EF4-FFF2-40B4-BE49-F238E27FC236}">
                    <a16:creationId xmlns:a16="http://schemas.microsoft.com/office/drawing/2014/main" id="{65E8C7A9-4E25-491F-A91F-A5D8A343F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411"/>
                <a:ext cx="106" cy="450"/>
              </a:xfrm>
              <a:custGeom>
                <a:avLst/>
                <a:gdLst>
                  <a:gd name="T0" fmla="*/ 111 w 46"/>
                  <a:gd name="T1" fmla="*/ 2208 h 182"/>
                  <a:gd name="T2" fmla="*/ 171 w 46"/>
                  <a:gd name="T3" fmla="*/ 2072 h 182"/>
                  <a:gd name="T4" fmla="*/ 111 w 46"/>
                  <a:gd name="T5" fmla="*/ 1980 h 182"/>
                  <a:gd name="T6" fmla="*/ 85 w 46"/>
                  <a:gd name="T7" fmla="*/ 1919 h 182"/>
                  <a:gd name="T8" fmla="*/ 65 w 46"/>
                  <a:gd name="T9" fmla="*/ 1827 h 182"/>
                  <a:gd name="T10" fmla="*/ 65 w 46"/>
                  <a:gd name="T11" fmla="*/ 1815 h 182"/>
                  <a:gd name="T12" fmla="*/ 85 w 46"/>
                  <a:gd name="T13" fmla="*/ 1785 h 182"/>
                  <a:gd name="T14" fmla="*/ 111 w 46"/>
                  <a:gd name="T15" fmla="*/ 1755 h 182"/>
                  <a:gd name="T16" fmla="*/ 94 w 46"/>
                  <a:gd name="T17" fmla="*/ 1664 h 182"/>
                  <a:gd name="T18" fmla="*/ 37 w 46"/>
                  <a:gd name="T19" fmla="*/ 1179 h 182"/>
                  <a:gd name="T20" fmla="*/ 85 w 46"/>
                  <a:gd name="T21" fmla="*/ 843 h 182"/>
                  <a:gd name="T22" fmla="*/ 318 w 46"/>
                  <a:gd name="T23" fmla="*/ 532 h 182"/>
                  <a:gd name="T24" fmla="*/ 244 w 46"/>
                  <a:gd name="T25" fmla="*/ 331 h 182"/>
                  <a:gd name="T26" fmla="*/ 111 w 46"/>
                  <a:gd name="T27" fmla="*/ 361 h 182"/>
                  <a:gd name="T28" fmla="*/ 171 w 46"/>
                  <a:gd name="T29" fmla="*/ 299 h 182"/>
                  <a:gd name="T30" fmla="*/ 281 w 46"/>
                  <a:gd name="T31" fmla="*/ 215 h 182"/>
                  <a:gd name="T32" fmla="*/ 562 w 46"/>
                  <a:gd name="T33" fmla="*/ 74 h 182"/>
                  <a:gd name="T34" fmla="*/ 562 w 46"/>
                  <a:gd name="T35" fmla="*/ 423 h 182"/>
                  <a:gd name="T36" fmla="*/ 346 w 46"/>
                  <a:gd name="T37" fmla="*/ 739 h 182"/>
                  <a:gd name="T38" fmla="*/ 281 w 46"/>
                  <a:gd name="T39" fmla="*/ 1076 h 182"/>
                  <a:gd name="T40" fmla="*/ 355 w 46"/>
                  <a:gd name="T41" fmla="*/ 1558 h 182"/>
                  <a:gd name="T42" fmla="*/ 355 w 46"/>
                  <a:gd name="T43" fmla="*/ 1632 h 182"/>
                  <a:gd name="T44" fmla="*/ 281 w 46"/>
                  <a:gd name="T45" fmla="*/ 1785 h 182"/>
                  <a:gd name="T46" fmla="*/ 318 w 46"/>
                  <a:gd name="T47" fmla="*/ 1906 h 182"/>
                  <a:gd name="T48" fmla="*/ 256 w 46"/>
                  <a:gd name="T49" fmla="*/ 2055 h 182"/>
                  <a:gd name="T50" fmla="*/ 272 w 46"/>
                  <a:gd name="T51" fmla="*/ 2176 h 182"/>
                  <a:gd name="T52" fmla="*/ 233 w 46"/>
                  <a:gd name="T53" fmla="*/ 2250 h 182"/>
                  <a:gd name="T54" fmla="*/ 196 w 46"/>
                  <a:gd name="T55" fmla="*/ 2403 h 182"/>
                  <a:gd name="T56" fmla="*/ 134 w 46"/>
                  <a:gd name="T57" fmla="*/ 2475 h 182"/>
                  <a:gd name="T58" fmla="*/ 65 w 46"/>
                  <a:gd name="T59" fmla="*/ 2648 h 182"/>
                  <a:gd name="T60" fmla="*/ 12 w 46"/>
                  <a:gd name="T61" fmla="*/ 2752 h 182"/>
                  <a:gd name="T62" fmla="*/ 122 w 46"/>
                  <a:gd name="T63" fmla="*/ 2280 h 182"/>
                  <a:gd name="T64" fmla="*/ 111 w 46"/>
                  <a:gd name="T65" fmla="*/ 2208 h 1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6" h="182">
                    <a:moveTo>
                      <a:pt x="9" y="146"/>
                    </a:moveTo>
                    <a:cubicBezTo>
                      <a:pt x="11" y="143"/>
                      <a:pt x="14" y="142"/>
                      <a:pt x="14" y="137"/>
                    </a:cubicBezTo>
                    <a:cubicBezTo>
                      <a:pt x="13" y="134"/>
                      <a:pt x="11" y="133"/>
                      <a:pt x="9" y="131"/>
                    </a:cubicBezTo>
                    <a:cubicBezTo>
                      <a:pt x="8" y="129"/>
                      <a:pt x="8" y="129"/>
                      <a:pt x="7" y="127"/>
                    </a:cubicBezTo>
                    <a:cubicBezTo>
                      <a:pt x="6" y="125"/>
                      <a:pt x="6" y="123"/>
                      <a:pt x="5" y="121"/>
                    </a:cubicBezTo>
                    <a:cubicBezTo>
                      <a:pt x="5" y="121"/>
                      <a:pt x="5" y="120"/>
                      <a:pt x="5" y="120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8" y="117"/>
                      <a:pt x="8" y="116"/>
                      <a:pt x="9" y="116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4" y="99"/>
                      <a:pt x="0" y="86"/>
                      <a:pt x="3" y="78"/>
                    </a:cubicBezTo>
                    <a:cubicBezTo>
                      <a:pt x="6" y="69"/>
                      <a:pt x="5" y="68"/>
                      <a:pt x="7" y="56"/>
                    </a:cubicBezTo>
                    <a:cubicBezTo>
                      <a:pt x="10" y="44"/>
                      <a:pt x="20" y="41"/>
                      <a:pt x="26" y="35"/>
                    </a:cubicBezTo>
                    <a:cubicBezTo>
                      <a:pt x="22" y="32"/>
                      <a:pt x="20" y="28"/>
                      <a:pt x="20" y="22"/>
                    </a:cubicBezTo>
                    <a:cubicBezTo>
                      <a:pt x="17" y="24"/>
                      <a:pt x="13" y="25"/>
                      <a:pt x="9" y="24"/>
                    </a:cubicBezTo>
                    <a:cubicBezTo>
                      <a:pt x="10" y="23"/>
                      <a:pt x="12" y="21"/>
                      <a:pt x="14" y="20"/>
                    </a:cubicBezTo>
                    <a:cubicBezTo>
                      <a:pt x="17" y="19"/>
                      <a:pt x="20" y="17"/>
                      <a:pt x="23" y="14"/>
                    </a:cubicBezTo>
                    <a:cubicBezTo>
                      <a:pt x="29" y="5"/>
                      <a:pt x="40" y="0"/>
                      <a:pt x="46" y="5"/>
                    </a:cubicBezTo>
                    <a:cubicBezTo>
                      <a:pt x="39" y="8"/>
                      <a:pt x="40" y="22"/>
                      <a:pt x="46" y="28"/>
                    </a:cubicBezTo>
                    <a:cubicBezTo>
                      <a:pt x="41" y="34"/>
                      <a:pt x="30" y="37"/>
                      <a:pt x="28" y="49"/>
                    </a:cubicBezTo>
                    <a:cubicBezTo>
                      <a:pt x="26" y="60"/>
                      <a:pt x="26" y="62"/>
                      <a:pt x="23" y="71"/>
                    </a:cubicBezTo>
                    <a:cubicBezTo>
                      <a:pt x="20" y="79"/>
                      <a:pt x="25" y="92"/>
                      <a:pt x="29" y="103"/>
                    </a:cubicBezTo>
                    <a:cubicBezTo>
                      <a:pt x="29" y="108"/>
                      <a:pt x="29" y="108"/>
                      <a:pt x="29" y="108"/>
                    </a:cubicBezTo>
                    <a:cubicBezTo>
                      <a:pt x="27" y="111"/>
                      <a:pt x="23" y="115"/>
                      <a:pt x="23" y="118"/>
                    </a:cubicBezTo>
                    <a:cubicBezTo>
                      <a:pt x="24" y="122"/>
                      <a:pt x="26" y="122"/>
                      <a:pt x="26" y="126"/>
                    </a:cubicBezTo>
                    <a:cubicBezTo>
                      <a:pt x="25" y="129"/>
                      <a:pt x="21" y="132"/>
                      <a:pt x="21" y="136"/>
                    </a:cubicBezTo>
                    <a:cubicBezTo>
                      <a:pt x="21" y="138"/>
                      <a:pt x="23" y="142"/>
                      <a:pt x="22" y="144"/>
                    </a:cubicBezTo>
                    <a:cubicBezTo>
                      <a:pt x="22" y="147"/>
                      <a:pt x="21" y="147"/>
                      <a:pt x="19" y="149"/>
                    </a:cubicBezTo>
                    <a:cubicBezTo>
                      <a:pt x="16" y="153"/>
                      <a:pt x="18" y="155"/>
                      <a:pt x="16" y="159"/>
                    </a:cubicBezTo>
                    <a:cubicBezTo>
                      <a:pt x="15" y="162"/>
                      <a:pt x="13" y="161"/>
                      <a:pt x="11" y="164"/>
                    </a:cubicBezTo>
                    <a:cubicBezTo>
                      <a:pt x="7" y="167"/>
                      <a:pt x="5" y="170"/>
                      <a:pt x="5" y="175"/>
                    </a:cubicBezTo>
                    <a:cubicBezTo>
                      <a:pt x="4" y="178"/>
                      <a:pt x="3" y="180"/>
                      <a:pt x="1" y="182"/>
                    </a:cubicBezTo>
                    <a:cubicBezTo>
                      <a:pt x="6" y="173"/>
                      <a:pt x="9" y="157"/>
                      <a:pt x="10" y="151"/>
                    </a:cubicBezTo>
                    <a:cubicBezTo>
                      <a:pt x="10" y="150"/>
                      <a:pt x="9" y="147"/>
                      <a:pt x="9" y="146"/>
                    </a:cubicBezTo>
                    <a:close/>
                  </a:path>
                </a:pathLst>
              </a:custGeom>
              <a:solidFill>
                <a:srgbClr val="FFF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2" name="Freeform 733">
                <a:extLst>
                  <a:ext uri="{FF2B5EF4-FFF2-40B4-BE49-F238E27FC236}">
                    <a16:creationId xmlns:a16="http://schemas.microsoft.com/office/drawing/2014/main" id="{6209C0A9-456C-461B-8CC2-21E40CCD1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314"/>
                <a:ext cx="211" cy="937"/>
              </a:xfrm>
              <a:custGeom>
                <a:avLst/>
                <a:gdLst>
                  <a:gd name="T0" fmla="*/ 37 w 91"/>
                  <a:gd name="T1" fmla="*/ 3654 h 379"/>
                  <a:gd name="T2" fmla="*/ 172 w 91"/>
                  <a:gd name="T3" fmla="*/ 3931 h 379"/>
                  <a:gd name="T4" fmla="*/ 424 w 91"/>
                  <a:gd name="T5" fmla="*/ 4670 h 379"/>
                  <a:gd name="T6" fmla="*/ 587 w 91"/>
                  <a:gd name="T7" fmla="*/ 5728 h 379"/>
                  <a:gd name="T8" fmla="*/ 596 w 91"/>
                  <a:gd name="T9" fmla="*/ 5451 h 379"/>
                  <a:gd name="T10" fmla="*/ 624 w 91"/>
                  <a:gd name="T11" fmla="*/ 5335 h 379"/>
                  <a:gd name="T12" fmla="*/ 387 w 91"/>
                  <a:gd name="T13" fmla="*/ 4106 h 379"/>
                  <a:gd name="T14" fmla="*/ 209 w 91"/>
                  <a:gd name="T15" fmla="*/ 3582 h 379"/>
                  <a:gd name="T16" fmla="*/ 624 w 91"/>
                  <a:gd name="T17" fmla="*/ 2902 h 379"/>
                  <a:gd name="T18" fmla="*/ 823 w 91"/>
                  <a:gd name="T19" fmla="*/ 1755 h 379"/>
                  <a:gd name="T20" fmla="*/ 1011 w 91"/>
                  <a:gd name="T21" fmla="*/ 1046 h 379"/>
                  <a:gd name="T22" fmla="*/ 1048 w 91"/>
                  <a:gd name="T23" fmla="*/ 514 h 379"/>
                  <a:gd name="T24" fmla="*/ 624 w 91"/>
                  <a:gd name="T25" fmla="*/ 514 h 379"/>
                  <a:gd name="T26" fmla="*/ 415 w 91"/>
                  <a:gd name="T27" fmla="*/ 440 h 379"/>
                  <a:gd name="T28" fmla="*/ 550 w 91"/>
                  <a:gd name="T29" fmla="*/ 134 h 379"/>
                  <a:gd name="T30" fmla="*/ 359 w 91"/>
                  <a:gd name="T31" fmla="*/ 62 h 379"/>
                  <a:gd name="T32" fmla="*/ 301 w 91"/>
                  <a:gd name="T33" fmla="*/ 195 h 379"/>
                  <a:gd name="T34" fmla="*/ 225 w 91"/>
                  <a:gd name="T35" fmla="*/ 470 h 379"/>
                  <a:gd name="T36" fmla="*/ 188 w 91"/>
                  <a:gd name="T37" fmla="*/ 831 h 379"/>
                  <a:gd name="T38" fmla="*/ 501 w 91"/>
                  <a:gd name="T39" fmla="*/ 801 h 379"/>
                  <a:gd name="T40" fmla="*/ 786 w 91"/>
                  <a:gd name="T41" fmla="*/ 665 h 379"/>
                  <a:gd name="T42" fmla="*/ 786 w 91"/>
                  <a:gd name="T43" fmla="*/ 1014 h 379"/>
                  <a:gd name="T44" fmla="*/ 559 w 91"/>
                  <a:gd name="T45" fmla="*/ 1333 h 379"/>
                  <a:gd name="T46" fmla="*/ 501 w 91"/>
                  <a:gd name="T47" fmla="*/ 1661 h 379"/>
                  <a:gd name="T48" fmla="*/ 575 w 91"/>
                  <a:gd name="T49" fmla="*/ 2146 h 379"/>
                  <a:gd name="T50" fmla="*/ 575 w 91"/>
                  <a:gd name="T51" fmla="*/ 2218 h 379"/>
                  <a:gd name="T52" fmla="*/ 501 w 91"/>
                  <a:gd name="T53" fmla="*/ 2371 h 379"/>
                  <a:gd name="T54" fmla="*/ 538 w 91"/>
                  <a:gd name="T55" fmla="*/ 2495 h 379"/>
                  <a:gd name="T56" fmla="*/ 473 w 91"/>
                  <a:gd name="T57" fmla="*/ 2648 h 379"/>
                  <a:gd name="T58" fmla="*/ 485 w 91"/>
                  <a:gd name="T59" fmla="*/ 2762 h 379"/>
                  <a:gd name="T60" fmla="*/ 445 w 91"/>
                  <a:gd name="T61" fmla="*/ 2843 h 379"/>
                  <a:gd name="T62" fmla="*/ 415 w 91"/>
                  <a:gd name="T63" fmla="*/ 2994 h 379"/>
                  <a:gd name="T64" fmla="*/ 350 w 91"/>
                  <a:gd name="T65" fmla="*/ 3068 h 379"/>
                  <a:gd name="T66" fmla="*/ 274 w 91"/>
                  <a:gd name="T67" fmla="*/ 3234 h 379"/>
                  <a:gd name="T68" fmla="*/ 151 w 91"/>
                  <a:gd name="T69" fmla="*/ 3387 h 379"/>
                  <a:gd name="T70" fmla="*/ 37 w 91"/>
                  <a:gd name="T71" fmla="*/ 3654 h 37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1" h="379">
                    <a:moveTo>
                      <a:pt x="3" y="242"/>
                    </a:moveTo>
                    <a:cubicBezTo>
                      <a:pt x="6" y="250"/>
                      <a:pt x="12" y="257"/>
                      <a:pt x="14" y="260"/>
                    </a:cubicBezTo>
                    <a:cubicBezTo>
                      <a:pt x="21" y="273"/>
                      <a:pt x="29" y="291"/>
                      <a:pt x="34" y="309"/>
                    </a:cubicBezTo>
                    <a:cubicBezTo>
                      <a:pt x="38" y="325"/>
                      <a:pt x="44" y="357"/>
                      <a:pt x="47" y="379"/>
                    </a:cubicBezTo>
                    <a:cubicBezTo>
                      <a:pt x="47" y="370"/>
                      <a:pt x="48" y="364"/>
                      <a:pt x="48" y="361"/>
                    </a:cubicBezTo>
                    <a:cubicBezTo>
                      <a:pt x="49" y="357"/>
                      <a:pt x="49" y="355"/>
                      <a:pt x="50" y="353"/>
                    </a:cubicBezTo>
                    <a:cubicBezTo>
                      <a:pt x="45" y="323"/>
                      <a:pt x="39" y="290"/>
                      <a:pt x="31" y="272"/>
                    </a:cubicBezTo>
                    <a:cubicBezTo>
                      <a:pt x="21" y="250"/>
                      <a:pt x="9" y="241"/>
                      <a:pt x="17" y="237"/>
                    </a:cubicBezTo>
                    <a:cubicBezTo>
                      <a:pt x="25" y="234"/>
                      <a:pt x="41" y="223"/>
                      <a:pt x="50" y="192"/>
                    </a:cubicBezTo>
                    <a:cubicBezTo>
                      <a:pt x="56" y="170"/>
                      <a:pt x="63" y="137"/>
                      <a:pt x="66" y="116"/>
                    </a:cubicBezTo>
                    <a:cubicBezTo>
                      <a:pt x="69" y="95"/>
                      <a:pt x="76" y="85"/>
                      <a:pt x="81" y="69"/>
                    </a:cubicBezTo>
                    <a:cubicBezTo>
                      <a:pt x="87" y="52"/>
                      <a:pt x="91" y="47"/>
                      <a:pt x="84" y="34"/>
                    </a:cubicBezTo>
                    <a:cubicBezTo>
                      <a:pt x="77" y="22"/>
                      <a:pt x="59" y="32"/>
                      <a:pt x="50" y="34"/>
                    </a:cubicBezTo>
                    <a:cubicBezTo>
                      <a:pt x="40" y="36"/>
                      <a:pt x="35" y="28"/>
                      <a:pt x="33" y="29"/>
                    </a:cubicBezTo>
                    <a:cubicBezTo>
                      <a:pt x="40" y="21"/>
                      <a:pt x="46" y="16"/>
                      <a:pt x="44" y="9"/>
                    </a:cubicBezTo>
                    <a:cubicBezTo>
                      <a:pt x="42" y="0"/>
                      <a:pt x="34" y="0"/>
                      <a:pt x="29" y="4"/>
                    </a:cubicBezTo>
                    <a:cubicBezTo>
                      <a:pt x="27" y="7"/>
                      <a:pt x="25" y="9"/>
                      <a:pt x="24" y="13"/>
                    </a:cubicBezTo>
                    <a:cubicBezTo>
                      <a:pt x="23" y="23"/>
                      <a:pt x="26" y="18"/>
                      <a:pt x="18" y="31"/>
                    </a:cubicBezTo>
                    <a:cubicBezTo>
                      <a:pt x="12" y="35"/>
                      <a:pt x="6" y="49"/>
                      <a:pt x="15" y="55"/>
                    </a:cubicBezTo>
                    <a:cubicBezTo>
                      <a:pt x="24" y="61"/>
                      <a:pt x="33" y="61"/>
                      <a:pt x="40" y="53"/>
                    </a:cubicBezTo>
                    <a:cubicBezTo>
                      <a:pt x="46" y="44"/>
                      <a:pt x="57" y="39"/>
                      <a:pt x="63" y="44"/>
                    </a:cubicBezTo>
                    <a:cubicBezTo>
                      <a:pt x="56" y="47"/>
                      <a:pt x="57" y="61"/>
                      <a:pt x="63" y="67"/>
                    </a:cubicBezTo>
                    <a:cubicBezTo>
                      <a:pt x="58" y="73"/>
                      <a:pt x="47" y="76"/>
                      <a:pt x="45" y="88"/>
                    </a:cubicBezTo>
                    <a:cubicBezTo>
                      <a:pt x="43" y="99"/>
                      <a:pt x="43" y="101"/>
                      <a:pt x="40" y="110"/>
                    </a:cubicBezTo>
                    <a:cubicBezTo>
                      <a:pt x="37" y="118"/>
                      <a:pt x="42" y="131"/>
                      <a:pt x="46" y="142"/>
                    </a:cubicBezTo>
                    <a:cubicBezTo>
                      <a:pt x="46" y="147"/>
                      <a:pt x="46" y="147"/>
                      <a:pt x="46" y="147"/>
                    </a:cubicBezTo>
                    <a:cubicBezTo>
                      <a:pt x="44" y="150"/>
                      <a:pt x="40" y="154"/>
                      <a:pt x="40" y="157"/>
                    </a:cubicBezTo>
                    <a:cubicBezTo>
                      <a:pt x="41" y="161"/>
                      <a:pt x="43" y="161"/>
                      <a:pt x="43" y="165"/>
                    </a:cubicBezTo>
                    <a:cubicBezTo>
                      <a:pt x="42" y="168"/>
                      <a:pt x="38" y="171"/>
                      <a:pt x="38" y="175"/>
                    </a:cubicBezTo>
                    <a:cubicBezTo>
                      <a:pt x="38" y="177"/>
                      <a:pt x="40" y="181"/>
                      <a:pt x="39" y="183"/>
                    </a:cubicBezTo>
                    <a:cubicBezTo>
                      <a:pt x="39" y="186"/>
                      <a:pt x="38" y="186"/>
                      <a:pt x="36" y="188"/>
                    </a:cubicBezTo>
                    <a:cubicBezTo>
                      <a:pt x="33" y="192"/>
                      <a:pt x="35" y="194"/>
                      <a:pt x="33" y="198"/>
                    </a:cubicBezTo>
                    <a:cubicBezTo>
                      <a:pt x="32" y="201"/>
                      <a:pt x="30" y="200"/>
                      <a:pt x="28" y="203"/>
                    </a:cubicBezTo>
                    <a:cubicBezTo>
                      <a:pt x="24" y="206"/>
                      <a:pt x="22" y="209"/>
                      <a:pt x="22" y="214"/>
                    </a:cubicBezTo>
                    <a:cubicBezTo>
                      <a:pt x="21" y="218"/>
                      <a:pt x="19" y="222"/>
                      <a:pt x="12" y="224"/>
                    </a:cubicBezTo>
                    <a:cubicBezTo>
                      <a:pt x="2" y="226"/>
                      <a:pt x="0" y="235"/>
                      <a:pt x="3" y="242"/>
                    </a:cubicBezTo>
                    <a:close/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3" name="Freeform 734">
                <a:extLst>
                  <a:ext uri="{FF2B5EF4-FFF2-40B4-BE49-F238E27FC236}">
                    <a16:creationId xmlns:a16="http://schemas.microsoft.com/office/drawing/2014/main" id="{4C0D39E5-90E7-4F51-BB3B-D959A02EC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22"/>
                <a:ext cx="561" cy="917"/>
              </a:xfrm>
              <a:custGeom>
                <a:avLst/>
                <a:gdLst>
                  <a:gd name="T0" fmla="*/ 415 w 242"/>
                  <a:gd name="T1" fmla="*/ 3416 h 371"/>
                  <a:gd name="T2" fmla="*/ 0 w 242"/>
                  <a:gd name="T3" fmla="*/ 3292 h 371"/>
                  <a:gd name="T4" fmla="*/ 376 w 242"/>
                  <a:gd name="T5" fmla="*/ 3139 h 371"/>
                  <a:gd name="T6" fmla="*/ 832 w 242"/>
                  <a:gd name="T7" fmla="*/ 3324 h 371"/>
                  <a:gd name="T8" fmla="*/ 359 w 242"/>
                  <a:gd name="T9" fmla="*/ 2872 h 371"/>
                  <a:gd name="T10" fmla="*/ 510 w 242"/>
                  <a:gd name="T11" fmla="*/ 2823 h 371"/>
                  <a:gd name="T12" fmla="*/ 651 w 242"/>
                  <a:gd name="T13" fmla="*/ 2749 h 371"/>
                  <a:gd name="T14" fmla="*/ 709 w 242"/>
                  <a:gd name="T15" fmla="*/ 2976 h 371"/>
                  <a:gd name="T16" fmla="*/ 909 w 242"/>
                  <a:gd name="T17" fmla="*/ 3188 h 371"/>
                  <a:gd name="T18" fmla="*/ 1182 w 242"/>
                  <a:gd name="T19" fmla="*/ 3213 h 371"/>
                  <a:gd name="T20" fmla="*/ 983 w 242"/>
                  <a:gd name="T21" fmla="*/ 2627 h 371"/>
                  <a:gd name="T22" fmla="*/ 1171 w 242"/>
                  <a:gd name="T23" fmla="*/ 2309 h 371"/>
                  <a:gd name="T24" fmla="*/ 1256 w 242"/>
                  <a:gd name="T25" fmla="*/ 2296 h 371"/>
                  <a:gd name="T26" fmla="*/ 1447 w 242"/>
                  <a:gd name="T27" fmla="*/ 2309 h 371"/>
                  <a:gd name="T28" fmla="*/ 1333 w 242"/>
                  <a:gd name="T29" fmla="*/ 2902 h 371"/>
                  <a:gd name="T30" fmla="*/ 1720 w 242"/>
                  <a:gd name="T31" fmla="*/ 2823 h 371"/>
                  <a:gd name="T32" fmla="*/ 1871 w 242"/>
                  <a:gd name="T33" fmla="*/ 2328 h 371"/>
                  <a:gd name="T34" fmla="*/ 1966 w 242"/>
                  <a:gd name="T35" fmla="*/ 2627 h 371"/>
                  <a:gd name="T36" fmla="*/ 1892 w 242"/>
                  <a:gd name="T37" fmla="*/ 2793 h 371"/>
                  <a:gd name="T38" fmla="*/ 1908 w 242"/>
                  <a:gd name="T39" fmla="*/ 3080 h 371"/>
                  <a:gd name="T40" fmla="*/ 1569 w 242"/>
                  <a:gd name="T41" fmla="*/ 3035 h 371"/>
                  <a:gd name="T42" fmla="*/ 1581 w 242"/>
                  <a:gd name="T43" fmla="*/ 3292 h 371"/>
                  <a:gd name="T44" fmla="*/ 2242 w 242"/>
                  <a:gd name="T45" fmla="*/ 3006 h 371"/>
                  <a:gd name="T46" fmla="*/ 2381 w 242"/>
                  <a:gd name="T47" fmla="*/ 2719 h 371"/>
                  <a:gd name="T48" fmla="*/ 2392 w 242"/>
                  <a:gd name="T49" fmla="*/ 2341 h 371"/>
                  <a:gd name="T50" fmla="*/ 2392 w 242"/>
                  <a:gd name="T51" fmla="*/ 1631 h 371"/>
                  <a:gd name="T52" fmla="*/ 2691 w 242"/>
                  <a:gd name="T53" fmla="*/ 606 h 371"/>
                  <a:gd name="T54" fmla="*/ 2128 w 242"/>
                  <a:gd name="T55" fmla="*/ 470 h 371"/>
                  <a:gd name="T56" fmla="*/ 2418 w 242"/>
                  <a:gd name="T57" fmla="*/ 133 h 371"/>
                  <a:gd name="T58" fmla="*/ 2928 w 242"/>
                  <a:gd name="T59" fmla="*/ 514 h 371"/>
                  <a:gd name="T60" fmla="*/ 2515 w 242"/>
                  <a:gd name="T61" fmla="*/ 2852 h 371"/>
                  <a:gd name="T62" fmla="*/ 2515 w 242"/>
                  <a:gd name="T63" fmla="*/ 5223 h 371"/>
                  <a:gd name="T64" fmla="*/ 2316 w 242"/>
                  <a:gd name="T65" fmla="*/ 4575 h 371"/>
                  <a:gd name="T66" fmla="*/ 1746 w 242"/>
                  <a:gd name="T67" fmla="*/ 3591 h 371"/>
                  <a:gd name="T68" fmla="*/ 1746 w 242"/>
                  <a:gd name="T69" fmla="*/ 4442 h 371"/>
                  <a:gd name="T70" fmla="*/ 1855 w 242"/>
                  <a:gd name="T71" fmla="*/ 4790 h 371"/>
                  <a:gd name="T72" fmla="*/ 1720 w 242"/>
                  <a:gd name="T73" fmla="*/ 4533 h 371"/>
                  <a:gd name="T74" fmla="*/ 1671 w 242"/>
                  <a:gd name="T75" fmla="*/ 4966 h 371"/>
                  <a:gd name="T76" fmla="*/ 1456 w 242"/>
                  <a:gd name="T77" fmla="*/ 4093 h 371"/>
                  <a:gd name="T78" fmla="*/ 1085 w 242"/>
                  <a:gd name="T79" fmla="*/ 4227 h 371"/>
                  <a:gd name="T80" fmla="*/ 1069 w 242"/>
                  <a:gd name="T81" fmla="*/ 4728 h 371"/>
                  <a:gd name="T82" fmla="*/ 1171 w 242"/>
                  <a:gd name="T83" fmla="*/ 4936 h 371"/>
                  <a:gd name="T84" fmla="*/ 934 w 242"/>
                  <a:gd name="T85" fmla="*/ 4649 h 371"/>
                  <a:gd name="T86" fmla="*/ 925 w 242"/>
                  <a:gd name="T87" fmla="*/ 4575 h 371"/>
                  <a:gd name="T88" fmla="*/ 774 w 242"/>
                  <a:gd name="T89" fmla="*/ 4318 h 371"/>
                  <a:gd name="T90" fmla="*/ 1032 w 242"/>
                  <a:gd name="T91" fmla="*/ 4185 h 371"/>
                  <a:gd name="T92" fmla="*/ 1305 w 242"/>
                  <a:gd name="T93" fmla="*/ 3777 h 371"/>
                  <a:gd name="T94" fmla="*/ 909 w 242"/>
                  <a:gd name="T95" fmla="*/ 3670 h 371"/>
                  <a:gd name="T96" fmla="*/ 538 w 242"/>
                  <a:gd name="T97" fmla="*/ 3787 h 371"/>
                  <a:gd name="T98" fmla="*/ 445 w 242"/>
                  <a:gd name="T99" fmla="*/ 4031 h 371"/>
                  <a:gd name="T100" fmla="*/ 387 w 242"/>
                  <a:gd name="T101" fmla="*/ 4545 h 371"/>
                  <a:gd name="T102" fmla="*/ 424 w 242"/>
                  <a:gd name="T103" fmla="*/ 4014 h 371"/>
                  <a:gd name="T104" fmla="*/ 86 w 242"/>
                  <a:gd name="T105" fmla="*/ 4271 h 371"/>
                  <a:gd name="T106" fmla="*/ 37 w 242"/>
                  <a:gd name="T107" fmla="*/ 3868 h 371"/>
                  <a:gd name="T108" fmla="*/ 424 w 242"/>
                  <a:gd name="T109" fmla="*/ 3777 h 371"/>
                  <a:gd name="T110" fmla="*/ 962 w 242"/>
                  <a:gd name="T111" fmla="*/ 3470 h 37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42" h="371">
                    <a:moveTo>
                      <a:pt x="59" y="225"/>
                    </a:moveTo>
                    <a:cubicBezTo>
                      <a:pt x="56" y="226"/>
                      <a:pt x="54" y="227"/>
                      <a:pt x="51" y="227"/>
                    </a:cubicBezTo>
                    <a:cubicBezTo>
                      <a:pt x="45" y="226"/>
                      <a:pt x="39" y="226"/>
                      <a:pt x="33" y="226"/>
                    </a:cubicBezTo>
                    <a:cubicBezTo>
                      <a:pt x="28" y="226"/>
                      <a:pt x="27" y="226"/>
                      <a:pt x="22" y="226"/>
                    </a:cubicBezTo>
                    <a:cubicBezTo>
                      <a:pt x="17" y="227"/>
                      <a:pt x="12" y="225"/>
                      <a:pt x="8" y="225"/>
                    </a:cubicBezTo>
                    <a:cubicBezTo>
                      <a:pt x="1" y="225"/>
                      <a:pt x="1" y="224"/>
                      <a:pt x="0" y="218"/>
                    </a:cubicBezTo>
                    <a:cubicBezTo>
                      <a:pt x="2" y="224"/>
                      <a:pt x="12" y="221"/>
                      <a:pt x="17" y="221"/>
                    </a:cubicBezTo>
                    <a:cubicBezTo>
                      <a:pt x="22" y="221"/>
                      <a:pt x="28" y="223"/>
                      <a:pt x="28" y="216"/>
                    </a:cubicBezTo>
                    <a:cubicBezTo>
                      <a:pt x="28" y="215"/>
                      <a:pt x="26" y="209"/>
                      <a:pt x="30" y="208"/>
                    </a:cubicBezTo>
                    <a:cubicBezTo>
                      <a:pt x="28" y="213"/>
                      <a:pt x="34" y="217"/>
                      <a:pt x="38" y="220"/>
                    </a:cubicBezTo>
                    <a:cubicBezTo>
                      <a:pt x="43" y="223"/>
                      <a:pt x="45" y="222"/>
                      <a:pt x="50" y="221"/>
                    </a:cubicBezTo>
                    <a:cubicBezTo>
                      <a:pt x="57" y="220"/>
                      <a:pt x="60" y="220"/>
                      <a:pt x="67" y="220"/>
                    </a:cubicBezTo>
                    <a:cubicBezTo>
                      <a:pt x="73" y="218"/>
                      <a:pt x="64" y="213"/>
                      <a:pt x="58" y="209"/>
                    </a:cubicBezTo>
                    <a:cubicBezTo>
                      <a:pt x="54" y="206"/>
                      <a:pt x="53" y="201"/>
                      <a:pt x="50" y="197"/>
                    </a:cubicBezTo>
                    <a:cubicBezTo>
                      <a:pt x="44" y="191"/>
                      <a:pt x="35" y="194"/>
                      <a:pt x="29" y="190"/>
                    </a:cubicBezTo>
                    <a:cubicBezTo>
                      <a:pt x="26" y="188"/>
                      <a:pt x="24" y="181"/>
                      <a:pt x="30" y="182"/>
                    </a:cubicBezTo>
                    <a:cubicBezTo>
                      <a:pt x="31" y="186"/>
                      <a:pt x="32" y="187"/>
                      <a:pt x="36" y="188"/>
                    </a:cubicBezTo>
                    <a:cubicBezTo>
                      <a:pt x="38" y="189"/>
                      <a:pt x="39" y="188"/>
                      <a:pt x="41" y="187"/>
                    </a:cubicBezTo>
                    <a:cubicBezTo>
                      <a:pt x="43" y="185"/>
                      <a:pt x="46" y="181"/>
                      <a:pt x="48" y="178"/>
                    </a:cubicBezTo>
                    <a:cubicBezTo>
                      <a:pt x="49" y="177"/>
                      <a:pt x="48" y="174"/>
                      <a:pt x="51" y="174"/>
                    </a:cubicBezTo>
                    <a:cubicBezTo>
                      <a:pt x="55" y="175"/>
                      <a:pt x="54" y="180"/>
                      <a:pt x="52" y="182"/>
                    </a:cubicBezTo>
                    <a:cubicBezTo>
                      <a:pt x="49" y="185"/>
                      <a:pt x="48" y="184"/>
                      <a:pt x="49" y="189"/>
                    </a:cubicBezTo>
                    <a:cubicBezTo>
                      <a:pt x="50" y="192"/>
                      <a:pt x="52" y="193"/>
                      <a:pt x="54" y="195"/>
                    </a:cubicBezTo>
                    <a:cubicBezTo>
                      <a:pt x="55" y="195"/>
                      <a:pt x="55" y="197"/>
                      <a:pt x="57" y="197"/>
                    </a:cubicBezTo>
                    <a:cubicBezTo>
                      <a:pt x="58" y="198"/>
                      <a:pt x="62" y="195"/>
                      <a:pt x="64" y="195"/>
                    </a:cubicBezTo>
                    <a:cubicBezTo>
                      <a:pt x="69" y="194"/>
                      <a:pt x="67" y="195"/>
                      <a:pt x="66" y="199"/>
                    </a:cubicBezTo>
                    <a:cubicBezTo>
                      <a:pt x="65" y="204"/>
                      <a:pt x="69" y="208"/>
                      <a:pt x="73" y="211"/>
                    </a:cubicBezTo>
                    <a:cubicBezTo>
                      <a:pt x="78" y="216"/>
                      <a:pt x="85" y="216"/>
                      <a:pt x="90" y="221"/>
                    </a:cubicBezTo>
                    <a:cubicBezTo>
                      <a:pt x="93" y="223"/>
                      <a:pt x="94" y="227"/>
                      <a:pt x="99" y="225"/>
                    </a:cubicBezTo>
                    <a:cubicBezTo>
                      <a:pt x="106" y="222"/>
                      <a:pt x="97" y="217"/>
                      <a:pt x="95" y="213"/>
                    </a:cubicBezTo>
                    <a:cubicBezTo>
                      <a:pt x="93" y="207"/>
                      <a:pt x="96" y="200"/>
                      <a:pt x="93" y="194"/>
                    </a:cubicBezTo>
                    <a:cubicBezTo>
                      <a:pt x="91" y="189"/>
                      <a:pt x="88" y="185"/>
                      <a:pt x="84" y="180"/>
                    </a:cubicBezTo>
                    <a:cubicBezTo>
                      <a:pt x="83" y="179"/>
                      <a:pt x="79" y="176"/>
                      <a:pt x="79" y="174"/>
                    </a:cubicBezTo>
                    <a:cubicBezTo>
                      <a:pt x="82" y="174"/>
                      <a:pt x="85" y="175"/>
                      <a:pt x="87" y="178"/>
                    </a:cubicBezTo>
                    <a:cubicBezTo>
                      <a:pt x="88" y="179"/>
                      <a:pt x="91" y="184"/>
                      <a:pt x="93" y="186"/>
                    </a:cubicBezTo>
                    <a:cubicBezTo>
                      <a:pt x="94" y="174"/>
                      <a:pt x="88" y="165"/>
                      <a:pt x="94" y="153"/>
                    </a:cubicBezTo>
                    <a:cubicBezTo>
                      <a:pt x="97" y="148"/>
                      <a:pt x="96" y="147"/>
                      <a:pt x="97" y="141"/>
                    </a:cubicBezTo>
                    <a:cubicBezTo>
                      <a:pt x="98" y="137"/>
                      <a:pt x="94" y="133"/>
                      <a:pt x="94" y="130"/>
                    </a:cubicBezTo>
                    <a:cubicBezTo>
                      <a:pt x="103" y="130"/>
                      <a:pt x="102" y="147"/>
                      <a:pt x="101" y="152"/>
                    </a:cubicBezTo>
                    <a:cubicBezTo>
                      <a:pt x="100" y="155"/>
                      <a:pt x="98" y="158"/>
                      <a:pt x="99" y="161"/>
                    </a:cubicBezTo>
                    <a:cubicBezTo>
                      <a:pt x="101" y="165"/>
                      <a:pt x="101" y="163"/>
                      <a:pt x="104" y="162"/>
                    </a:cubicBezTo>
                    <a:cubicBezTo>
                      <a:pt x="106" y="162"/>
                      <a:pt x="114" y="151"/>
                      <a:pt x="116" y="153"/>
                    </a:cubicBezTo>
                    <a:cubicBezTo>
                      <a:pt x="118" y="156"/>
                      <a:pt x="112" y="162"/>
                      <a:pt x="110" y="163"/>
                    </a:cubicBezTo>
                    <a:cubicBezTo>
                      <a:pt x="107" y="164"/>
                      <a:pt x="101" y="174"/>
                      <a:pt x="101" y="178"/>
                    </a:cubicBezTo>
                    <a:cubicBezTo>
                      <a:pt x="102" y="184"/>
                      <a:pt x="101" y="186"/>
                      <a:pt x="107" y="192"/>
                    </a:cubicBezTo>
                    <a:cubicBezTo>
                      <a:pt x="110" y="195"/>
                      <a:pt x="122" y="195"/>
                      <a:pt x="127" y="195"/>
                    </a:cubicBezTo>
                    <a:cubicBezTo>
                      <a:pt x="132" y="195"/>
                      <a:pt x="130" y="195"/>
                      <a:pt x="132" y="192"/>
                    </a:cubicBezTo>
                    <a:cubicBezTo>
                      <a:pt x="134" y="190"/>
                      <a:pt x="136" y="189"/>
                      <a:pt x="138" y="187"/>
                    </a:cubicBezTo>
                    <a:cubicBezTo>
                      <a:pt x="145" y="183"/>
                      <a:pt x="145" y="174"/>
                      <a:pt x="146" y="167"/>
                    </a:cubicBezTo>
                    <a:cubicBezTo>
                      <a:pt x="146" y="165"/>
                      <a:pt x="146" y="162"/>
                      <a:pt x="147" y="160"/>
                    </a:cubicBezTo>
                    <a:cubicBezTo>
                      <a:pt x="147" y="158"/>
                      <a:pt x="149" y="156"/>
                      <a:pt x="150" y="154"/>
                    </a:cubicBezTo>
                    <a:cubicBezTo>
                      <a:pt x="152" y="158"/>
                      <a:pt x="151" y="157"/>
                      <a:pt x="150" y="161"/>
                    </a:cubicBezTo>
                    <a:cubicBezTo>
                      <a:pt x="149" y="164"/>
                      <a:pt x="152" y="170"/>
                      <a:pt x="151" y="173"/>
                    </a:cubicBezTo>
                    <a:cubicBezTo>
                      <a:pt x="154" y="174"/>
                      <a:pt x="155" y="174"/>
                      <a:pt x="158" y="174"/>
                    </a:cubicBezTo>
                    <a:cubicBezTo>
                      <a:pt x="160" y="174"/>
                      <a:pt x="164" y="172"/>
                      <a:pt x="166" y="173"/>
                    </a:cubicBezTo>
                    <a:cubicBezTo>
                      <a:pt x="175" y="175"/>
                      <a:pt x="162" y="178"/>
                      <a:pt x="158" y="178"/>
                    </a:cubicBezTo>
                    <a:cubicBezTo>
                      <a:pt x="155" y="179"/>
                      <a:pt x="148" y="180"/>
                      <a:pt x="152" y="185"/>
                    </a:cubicBezTo>
                    <a:cubicBezTo>
                      <a:pt x="154" y="189"/>
                      <a:pt x="159" y="188"/>
                      <a:pt x="162" y="192"/>
                    </a:cubicBezTo>
                    <a:cubicBezTo>
                      <a:pt x="159" y="191"/>
                      <a:pt x="144" y="184"/>
                      <a:pt x="142" y="192"/>
                    </a:cubicBezTo>
                    <a:cubicBezTo>
                      <a:pt x="141" y="196"/>
                      <a:pt x="154" y="200"/>
                      <a:pt x="153" y="204"/>
                    </a:cubicBezTo>
                    <a:cubicBezTo>
                      <a:pt x="152" y="209"/>
                      <a:pt x="142" y="200"/>
                      <a:pt x="140" y="199"/>
                    </a:cubicBezTo>
                    <a:cubicBezTo>
                      <a:pt x="137" y="196"/>
                      <a:pt x="137" y="196"/>
                      <a:pt x="133" y="199"/>
                    </a:cubicBezTo>
                    <a:cubicBezTo>
                      <a:pt x="131" y="200"/>
                      <a:pt x="128" y="200"/>
                      <a:pt x="126" y="201"/>
                    </a:cubicBezTo>
                    <a:cubicBezTo>
                      <a:pt x="125" y="201"/>
                      <a:pt x="124" y="201"/>
                      <a:pt x="122" y="201"/>
                    </a:cubicBezTo>
                    <a:cubicBezTo>
                      <a:pt x="117" y="200"/>
                      <a:pt x="116" y="201"/>
                      <a:pt x="115" y="206"/>
                    </a:cubicBezTo>
                    <a:cubicBezTo>
                      <a:pt x="112" y="215"/>
                      <a:pt x="119" y="216"/>
                      <a:pt x="127" y="218"/>
                    </a:cubicBezTo>
                    <a:cubicBezTo>
                      <a:pt x="137" y="221"/>
                      <a:pt x="145" y="225"/>
                      <a:pt x="155" y="222"/>
                    </a:cubicBezTo>
                    <a:cubicBezTo>
                      <a:pt x="168" y="220"/>
                      <a:pt x="174" y="216"/>
                      <a:pt x="174" y="211"/>
                    </a:cubicBezTo>
                    <a:cubicBezTo>
                      <a:pt x="175" y="206"/>
                      <a:pt x="176" y="202"/>
                      <a:pt x="180" y="199"/>
                    </a:cubicBezTo>
                    <a:cubicBezTo>
                      <a:pt x="183" y="197"/>
                      <a:pt x="184" y="197"/>
                      <a:pt x="185" y="194"/>
                    </a:cubicBezTo>
                    <a:cubicBezTo>
                      <a:pt x="187" y="191"/>
                      <a:pt x="186" y="188"/>
                      <a:pt x="188" y="185"/>
                    </a:cubicBezTo>
                    <a:cubicBezTo>
                      <a:pt x="190" y="183"/>
                      <a:pt x="191" y="182"/>
                      <a:pt x="191" y="180"/>
                    </a:cubicBezTo>
                    <a:cubicBezTo>
                      <a:pt x="192" y="178"/>
                      <a:pt x="190" y="174"/>
                      <a:pt x="190" y="172"/>
                    </a:cubicBezTo>
                    <a:cubicBezTo>
                      <a:pt x="190" y="168"/>
                      <a:pt x="194" y="165"/>
                      <a:pt x="195" y="162"/>
                    </a:cubicBezTo>
                    <a:cubicBezTo>
                      <a:pt x="195" y="158"/>
                      <a:pt x="193" y="158"/>
                      <a:pt x="192" y="155"/>
                    </a:cubicBezTo>
                    <a:cubicBezTo>
                      <a:pt x="192" y="151"/>
                      <a:pt x="196" y="147"/>
                      <a:pt x="198" y="145"/>
                    </a:cubicBezTo>
                    <a:cubicBezTo>
                      <a:pt x="198" y="140"/>
                      <a:pt x="198" y="140"/>
                      <a:pt x="198" y="140"/>
                    </a:cubicBezTo>
                    <a:cubicBezTo>
                      <a:pt x="194" y="129"/>
                      <a:pt x="189" y="117"/>
                      <a:pt x="192" y="108"/>
                    </a:cubicBezTo>
                    <a:cubicBezTo>
                      <a:pt x="195" y="100"/>
                      <a:pt x="195" y="98"/>
                      <a:pt x="197" y="87"/>
                    </a:cubicBezTo>
                    <a:cubicBezTo>
                      <a:pt x="199" y="75"/>
                      <a:pt x="209" y="72"/>
                      <a:pt x="215" y="67"/>
                    </a:cubicBezTo>
                    <a:cubicBezTo>
                      <a:pt x="208" y="61"/>
                      <a:pt x="209" y="43"/>
                      <a:pt x="216" y="40"/>
                    </a:cubicBezTo>
                    <a:cubicBezTo>
                      <a:pt x="210" y="35"/>
                      <a:pt x="199" y="41"/>
                      <a:pt x="193" y="49"/>
                    </a:cubicBezTo>
                    <a:cubicBezTo>
                      <a:pt x="186" y="57"/>
                      <a:pt x="176" y="57"/>
                      <a:pt x="167" y="52"/>
                    </a:cubicBezTo>
                    <a:cubicBezTo>
                      <a:pt x="158" y="46"/>
                      <a:pt x="164" y="35"/>
                      <a:pt x="171" y="31"/>
                    </a:cubicBezTo>
                    <a:cubicBezTo>
                      <a:pt x="179" y="18"/>
                      <a:pt x="176" y="23"/>
                      <a:pt x="177" y="14"/>
                    </a:cubicBezTo>
                    <a:cubicBezTo>
                      <a:pt x="177" y="10"/>
                      <a:pt x="179" y="7"/>
                      <a:pt x="182" y="5"/>
                    </a:cubicBezTo>
                    <a:cubicBezTo>
                      <a:pt x="186" y="2"/>
                      <a:pt x="192" y="0"/>
                      <a:pt x="194" y="9"/>
                    </a:cubicBezTo>
                    <a:cubicBezTo>
                      <a:pt x="197" y="16"/>
                      <a:pt x="192" y="18"/>
                      <a:pt x="185" y="26"/>
                    </a:cubicBezTo>
                    <a:cubicBezTo>
                      <a:pt x="187" y="25"/>
                      <a:pt x="192" y="36"/>
                      <a:pt x="202" y="34"/>
                    </a:cubicBezTo>
                    <a:cubicBezTo>
                      <a:pt x="211" y="33"/>
                      <a:pt x="229" y="22"/>
                      <a:pt x="235" y="34"/>
                    </a:cubicBezTo>
                    <a:cubicBezTo>
                      <a:pt x="242" y="47"/>
                      <a:pt x="238" y="52"/>
                      <a:pt x="232" y="68"/>
                    </a:cubicBezTo>
                    <a:cubicBezTo>
                      <a:pt x="227" y="84"/>
                      <a:pt x="221" y="94"/>
                      <a:pt x="218" y="114"/>
                    </a:cubicBezTo>
                    <a:cubicBezTo>
                      <a:pt x="215" y="135"/>
                      <a:pt x="208" y="167"/>
                      <a:pt x="202" y="189"/>
                    </a:cubicBezTo>
                    <a:cubicBezTo>
                      <a:pt x="193" y="219"/>
                      <a:pt x="177" y="230"/>
                      <a:pt x="169" y="233"/>
                    </a:cubicBezTo>
                    <a:cubicBezTo>
                      <a:pt x="162" y="236"/>
                      <a:pt x="173" y="245"/>
                      <a:pt x="183" y="267"/>
                    </a:cubicBezTo>
                    <a:cubicBezTo>
                      <a:pt x="191" y="285"/>
                      <a:pt x="197" y="317"/>
                      <a:pt x="202" y="346"/>
                    </a:cubicBezTo>
                    <a:cubicBezTo>
                      <a:pt x="201" y="348"/>
                      <a:pt x="201" y="351"/>
                      <a:pt x="200" y="354"/>
                    </a:cubicBezTo>
                    <a:cubicBezTo>
                      <a:pt x="199" y="357"/>
                      <a:pt x="199" y="363"/>
                      <a:pt x="199" y="371"/>
                    </a:cubicBezTo>
                    <a:cubicBezTo>
                      <a:pt x="196" y="351"/>
                      <a:pt x="190" y="318"/>
                      <a:pt x="186" y="303"/>
                    </a:cubicBezTo>
                    <a:cubicBezTo>
                      <a:pt x="181" y="285"/>
                      <a:pt x="173" y="268"/>
                      <a:pt x="166" y="255"/>
                    </a:cubicBezTo>
                    <a:cubicBezTo>
                      <a:pt x="159" y="243"/>
                      <a:pt x="154" y="243"/>
                      <a:pt x="148" y="240"/>
                    </a:cubicBezTo>
                    <a:cubicBezTo>
                      <a:pt x="146" y="238"/>
                      <a:pt x="143" y="238"/>
                      <a:pt x="140" y="238"/>
                    </a:cubicBezTo>
                    <a:cubicBezTo>
                      <a:pt x="135" y="238"/>
                      <a:pt x="130" y="241"/>
                      <a:pt x="126" y="245"/>
                    </a:cubicBezTo>
                    <a:cubicBezTo>
                      <a:pt x="120" y="252"/>
                      <a:pt x="124" y="271"/>
                      <a:pt x="130" y="277"/>
                    </a:cubicBezTo>
                    <a:cubicBezTo>
                      <a:pt x="135" y="283"/>
                      <a:pt x="137" y="287"/>
                      <a:pt x="140" y="294"/>
                    </a:cubicBezTo>
                    <a:cubicBezTo>
                      <a:pt x="143" y="299"/>
                      <a:pt x="146" y="303"/>
                      <a:pt x="149" y="308"/>
                    </a:cubicBezTo>
                    <a:cubicBezTo>
                      <a:pt x="149" y="312"/>
                      <a:pt x="157" y="327"/>
                      <a:pt x="162" y="328"/>
                    </a:cubicBezTo>
                    <a:cubicBezTo>
                      <a:pt x="157" y="327"/>
                      <a:pt x="152" y="321"/>
                      <a:pt x="149" y="317"/>
                    </a:cubicBezTo>
                    <a:cubicBezTo>
                      <a:pt x="148" y="316"/>
                      <a:pt x="146" y="316"/>
                      <a:pt x="146" y="315"/>
                    </a:cubicBezTo>
                    <a:cubicBezTo>
                      <a:pt x="145" y="314"/>
                      <a:pt x="146" y="312"/>
                      <a:pt x="145" y="311"/>
                    </a:cubicBezTo>
                    <a:cubicBezTo>
                      <a:pt x="144" y="308"/>
                      <a:pt x="141" y="302"/>
                      <a:pt x="138" y="300"/>
                    </a:cubicBezTo>
                    <a:cubicBezTo>
                      <a:pt x="135" y="305"/>
                      <a:pt x="138" y="313"/>
                      <a:pt x="139" y="318"/>
                    </a:cubicBezTo>
                    <a:cubicBezTo>
                      <a:pt x="139" y="321"/>
                      <a:pt x="137" y="323"/>
                      <a:pt x="137" y="326"/>
                    </a:cubicBezTo>
                    <a:cubicBezTo>
                      <a:pt x="136" y="327"/>
                      <a:pt x="138" y="332"/>
                      <a:pt x="134" y="329"/>
                    </a:cubicBezTo>
                    <a:cubicBezTo>
                      <a:pt x="138" y="321"/>
                      <a:pt x="134" y="313"/>
                      <a:pt x="133" y="304"/>
                    </a:cubicBezTo>
                    <a:cubicBezTo>
                      <a:pt x="132" y="297"/>
                      <a:pt x="130" y="286"/>
                      <a:pt x="124" y="283"/>
                    </a:cubicBezTo>
                    <a:cubicBezTo>
                      <a:pt x="118" y="280"/>
                      <a:pt x="118" y="278"/>
                      <a:pt x="117" y="271"/>
                    </a:cubicBezTo>
                    <a:cubicBezTo>
                      <a:pt x="116" y="263"/>
                      <a:pt x="114" y="263"/>
                      <a:pt x="107" y="267"/>
                    </a:cubicBezTo>
                    <a:cubicBezTo>
                      <a:pt x="103" y="269"/>
                      <a:pt x="99" y="272"/>
                      <a:pt x="95" y="275"/>
                    </a:cubicBezTo>
                    <a:cubicBezTo>
                      <a:pt x="93" y="276"/>
                      <a:pt x="89" y="278"/>
                      <a:pt x="87" y="280"/>
                    </a:cubicBezTo>
                    <a:cubicBezTo>
                      <a:pt x="85" y="283"/>
                      <a:pt x="86" y="286"/>
                      <a:pt x="86" y="289"/>
                    </a:cubicBezTo>
                    <a:cubicBezTo>
                      <a:pt x="86" y="294"/>
                      <a:pt x="85" y="295"/>
                      <a:pt x="83" y="300"/>
                    </a:cubicBezTo>
                    <a:cubicBezTo>
                      <a:pt x="82" y="303"/>
                      <a:pt x="85" y="310"/>
                      <a:pt x="86" y="313"/>
                    </a:cubicBezTo>
                    <a:cubicBezTo>
                      <a:pt x="87" y="316"/>
                      <a:pt x="87" y="317"/>
                      <a:pt x="88" y="321"/>
                    </a:cubicBezTo>
                    <a:cubicBezTo>
                      <a:pt x="88" y="322"/>
                      <a:pt x="88" y="323"/>
                      <a:pt x="88" y="324"/>
                    </a:cubicBezTo>
                    <a:cubicBezTo>
                      <a:pt x="90" y="326"/>
                      <a:pt x="94" y="327"/>
                      <a:pt x="94" y="327"/>
                    </a:cubicBezTo>
                    <a:cubicBezTo>
                      <a:pt x="94" y="327"/>
                      <a:pt x="94" y="330"/>
                      <a:pt x="90" y="329"/>
                    </a:cubicBezTo>
                    <a:cubicBezTo>
                      <a:pt x="85" y="328"/>
                      <a:pt x="83" y="323"/>
                      <a:pt x="81" y="318"/>
                    </a:cubicBezTo>
                    <a:cubicBezTo>
                      <a:pt x="80" y="315"/>
                      <a:pt x="80" y="309"/>
                      <a:pt x="75" y="308"/>
                    </a:cubicBezTo>
                    <a:cubicBezTo>
                      <a:pt x="72" y="308"/>
                      <a:pt x="71" y="311"/>
                      <a:pt x="70" y="315"/>
                    </a:cubicBezTo>
                    <a:cubicBezTo>
                      <a:pt x="71" y="312"/>
                      <a:pt x="69" y="308"/>
                      <a:pt x="71" y="305"/>
                    </a:cubicBezTo>
                    <a:cubicBezTo>
                      <a:pt x="72" y="304"/>
                      <a:pt x="73" y="304"/>
                      <a:pt x="74" y="303"/>
                    </a:cubicBezTo>
                    <a:cubicBezTo>
                      <a:pt x="74" y="302"/>
                      <a:pt x="74" y="301"/>
                      <a:pt x="74" y="300"/>
                    </a:cubicBezTo>
                    <a:cubicBezTo>
                      <a:pt x="74" y="296"/>
                      <a:pt x="74" y="292"/>
                      <a:pt x="71" y="290"/>
                    </a:cubicBezTo>
                    <a:cubicBezTo>
                      <a:pt x="69" y="288"/>
                      <a:pt x="65" y="288"/>
                      <a:pt x="62" y="286"/>
                    </a:cubicBezTo>
                    <a:cubicBezTo>
                      <a:pt x="65" y="288"/>
                      <a:pt x="69" y="286"/>
                      <a:pt x="73" y="286"/>
                    </a:cubicBezTo>
                    <a:cubicBezTo>
                      <a:pt x="77" y="286"/>
                      <a:pt x="80" y="285"/>
                      <a:pt x="82" y="282"/>
                    </a:cubicBezTo>
                    <a:cubicBezTo>
                      <a:pt x="83" y="281"/>
                      <a:pt x="82" y="279"/>
                      <a:pt x="83" y="277"/>
                    </a:cubicBezTo>
                    <a:cubicBezTo>
                      <a:pt x="84" y="276"/>
                      <a:pt x="88" y="274"/>
                      <a:pt x="89" y="272"/>
                    </a:cubicBezTo>
                    <a:cubicBezTo>
                      <a:pt x="92" y="270"/>
                      <a:pt x="94" y="268"/>
                      <a:pt x="97" y="266"/>
                    </a:cubicBezTo>
                    <a:cubicBezTo>
                      <a:pt x="101" y="262"/>
                      <a:pt x="102" y="255"/>
                      <a:pt x="105" y="250"/>
                    </a:cubicBezTo>
                    <a:cubicBezTo>
                      <a:pt x="108" y="246"/>
                      <a:pt x="112" y="243"/>
                      <a:pt x="107" y="240"/>
                    </a:cubicBezTo>
                    <a:cubicBezTo>
                      <a:pt x="100" y="236"/>
                      <a:pt x="88" y="239"/>
                      <a:pt x="80" y="241"/>
                    </a:cubicBezTo>
                    <a:cubicBezTo>
                      <a:pt x="77" y="241"/>
                      <a:pt x="75" y="243"/>
                      <a:pt x="73" y="243"/>
                    </a:cubicBezTo>
                    <a:cubicBezTo>
                      <a:pt x="70" y="244"/>
                      <a:pt x="68" y="243"/>
                      <a:pt x="65" y="244"/>
                    </a:cubicBezTo>
                    <a:cubicBezTo>
                      <a:pt x="61" y="245"/>
                      <a:pt x="59" y="247"/>
                      <a:pt x="55" y="249"/>
                    </a:cubicBezTo>
                    <a:cubicBezTo>
                      <a:pt x="52" y="250"/>
                      <a:pt x="45" y="249"/>
                      <a:pt x="43" y="251"/>
                    </a:cubicBezTo>
                    <a:cubicBezTo>
                      <a:pt x="43" y="252"/>
                      <a:pt x="43" y="256"/>
                      <a:pt x="42" y="258"/>
                    </a:cubicBezTo>
                    <a:cubicBezTo>
                      <a:pt x="42" y="260"/>
                      <a:pt x="41" y="261"/>
                      <a:pt x="40" y="263"/>
                    </a:cubicBezTo>
                    <a:cubicBezTo>
                      <a:pt x="39" y="264"/>
                      <a:pt x="37" y="266"/>
                      <a:pt x="36" y="267"/>
                    </a:cubicBezTo>
                    <a:cubicBezTo>
                      <a:pt x="34" y="272"/>
                      <a:pt x="39" y="275"/>
                      <a:pt x="38" y="279"/>
                    </a:cubicBezTo>
                    <a:cubicBezTo>
                      <a:pt x="36" y="283"/>
                      <a:pt x="34" y="284"/>
                      <a:pt x="33" y="289"/>
                    </a:cubicBezTo>
                    <a:cubicBezTo>
                      <a:pt x="31" y="294"/>
                      <a:pt x="29" y="297"/>
                      <a:pt x="31" y="301"/>
                    </a:cubicBezTo>
                    <a:cubicBezTo>
                      <a:pt x="28" y="299"/>
                      <a:pt x="29" y="298"/>
                      <a:pt x="28" y="294"/>
                    </a:cubicBezTo>
                    <a:cubicBezTo>
                      <a:pt x="28" y="289"/>
                      <a:pt x="31" y="287"/>
                      <a:pt x="32" y="283"/>
                    </a:cubicBezTo>
                    <a:cubicBezTo>
                      <a:pt x="34" y="277"/>
                      <a:pt x="30" y="272"/>
                      <a:pt x="34" y="266"/>
                    </a:cubicBezTo>
                    <a:cubicBezTo>
                      <a:pt x="26" y="264"/>
                      <a:pt x="28" y="273"/>
                      <a:pt x="24" y="276"/>
                    </a:cubicBezTo>
                    <a:cubicBezTo>
                      <a:pt x="19" y="280"/>
                      <a:pt x="16" y="282"/>
                      <a:pt x="15" y="289"/>
                    </a:cubicBezTo>
                    <a:cubicBezTo>
                      <a:pt x="11" y="289"/>
                      <a:pt x="8" y="286"/>
                      <a:pt x="7" y="283"/>
                    </a:cubicBezTo>
                    <a:cubicBezTo>
                      <a:pt x="15" y="283"/>
                      <a:pt x="15" y="280"/>
                      <a:pt x="17" y="275"/>
                    </a:cubicBezTo>
                    <a:cubicBezTo>
                      <a:pt x="19" y="269"/>
                      <a:pt x="28" y="264"/>
                      <a:pt x="19" y="259"/>
                    </a:cubicBezTo>
                    <a:cubicBezTo>
                      <a:pt x="17" y="258"/>
                      <a:pt x="5" y="259"/>
                      <a:pt x="3" y="256"/>
                    </a:cubicBezTo>
                    <a:cubicBezTo>
                      <a:pt x="2" y="256"/>
                      <a:pt x="2" y="255"/>
                      <a:pt x="3" y="255"/>
                    </a:cubicBezTo>
                    <a:cubicBezTo>
                      <a:pt x="7" y="254"/>
                      <a:pt x="14" y="254"/>
                      <a:pt x="18" y="254"/>
                    </a:cubicBezTo>
                    <a:cubicBezTo>
                      <a:pt x="23" y="255"/>
                      <a:pt x="31" y="252"/>
                      <a:pt x="34" y="250"/>
                    </a:cubicBezTo>
                    <a:cubicBezTo>
                      <a:pt x="36" y="248"/>
                      <a:pt x="36" y="247"/>
                      <a:pt x="38" y="245"/>
                    </a:cubicBezTo>
                    <a:cubicBezTo>
                      <a:pt x="41" y="242"/>
                      <a:pt x="44" y="240"/>
                      <a:pt x="48" y="238"/>
                    </a:cubicBezTo>
                    <a:cubicBezTo>
                      <a:pt x="56" y="234"/>
                      <a:pt x="68" y="230"/>
                      <a:pt x="77" y="230"/>
                    </a:cubicBezTo>
                    <a:cubicBezTo>
                      <a:pt x="78" y="221"/>
                      <a:pt x="64" y="225"/>
                      <a:pt x="59" y="225"/>
                    </a:cubicBezTo>
                    <a:close/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4" name="Freeform 735">
                <a:extLst>
                  <a:ext uri="{FF2B5EF4-FFF2-40B4-BE49-F238E27FC236}">
                    <a16:creationId xmlns:a16="http://schemas.microsoft.com/office/drawing/2014/main" id="{923A4626-4080-4F4B-AB8C-EAE66ECD9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643"/>
                <a:ext cx="406" cy="500"/>
              </a:xfrm>
              <a:custGeom>
                <a:avLst/>
                <a:gdLst>
                  <a:gd name="T0" fmla="*/ 1749 w 175"/>
                  <a:gd name="T1" fmla="*/ 1636 h 202"/>
                  <a:gd name="T2" fmla="*/ 1749 w 175"/>
                  <a:gd name="T3" fmla="*/ 2488 h 202"/>
                  <a:gd name="T4" fmla="*/ 1863 w 175"/>
                  <a:gd name="T5" fmla="*/ 2837 h 202"/>
                  <a:gd name="T6" fmla="*/ 1721 w 175"/>
                  <a:gd name="T7" fmla="*/ 2579 h 202"/>
                  <a:gd name="T8" fmla="*/ 1675 w 175"/>
                  <a:gd name="T9" fmla="*/ 3020 h 202"/>
                  <a:gd name="T10" fmla="*/ 1459 w 175"/>
                  <a:gd name="T11" fmla="*/ 2139 h 202"/>
                  <a:gd name="T12" fmla="*/ 1088 w 175"/>
                  <a:gd name="T13" fmla="*/ 2272 h 202"/>
                  <a:gd name="T14" fmla="*/ 1076 w 175"/>
                  <a:gd name="T15" fmla="*/ 2775 h 202"/>
                  <a:gd name="T16" fmla="*/ 1174 w 175"/>
                  <a:gd name="T17" fmla="*/ 2990 h 202"/>
                  <a:gd name="T18" fmla="*/ 937 w 175"/>
                  <a:gd name="T19" fmla="*/ 2703 h 202"/>
                  <a:gd name="T20" fmla="*/ 926 w 175"/>
                  <a:gd name="T21" fmla="*/ 2621 h 202"/>
                  <a:gd name="T22" fmla="*/ 775 w 175"/>
                  <a:gd name="T23" fmla="*/ 2364 h 202"/>
                  <a:gd name="T24" fmla="*/ 1039 w 175"/>
                  <a:gd name="T25" fmla="*/ 2230 h 202"/>
                  <a:gd name="T26" fmla="*/ 1313 w 175"/>
                  <a:gd name="T27" fmla="*/ 1819 h 202"/>
                  <a:gd name="T28" fmla="*/ 909 w 175"/>
                  <a:gd name="T29" fmla="*/ 1715 h 202"/>
                  <a:gd name="T30" fmla="*/ 538 w 175"/>
                  <a:gd name="T31" fmla="*/ 1839 h 202"/>
                  <a:gd name="T32" fmla="*/ 452 w 175"/>
                  <a:gd name="T33" fmla="*/ 2077 h 202"/>
                  <a:gd name="T34" fmla="*/ 387 w 175"/>
                  <a:gd name="T35" fmla="*/ 2592 h 202"/>
                  <a:gd name="T36" fmla="*/ 425 w 175"/>
                  <a:gd name="T37" fmla="*/ 2064 h 202"/>
                  <a:gd name="T38" fmla="*/ 86 w 175"/>
                  <a:gd name="T39" fmla="*/ 2322 h 202"/>
                  <a:gd name="T40" fmla="*/ 37 w 175"/>
                  <a:gd name="T41" fmla="*/ 1911 h 202"/>
                  <a:gd name="T42" fmla="*/ 425 w 175"/>
                  <a:gd name="T43" fmla="*/ 1819 h 202"/>
                  <a:gd name="T44" fmla="*/ 963 w 175"/>
                  <a:gd name="T45" fmla="*/ 1520 h 202"/>
                  <a:gd name="T46" fmla="*/ 415 w 175"/>
                  <a:gd name="T47" fmla="*/ 1458 h 202"/>
                  <a:gd name="T48" fmla="*/ 0 w 175"/>
                  <a:gd name="T49" fmla="*/ 1337 h 202"/>
                  <a:gd name="T50" fmla="*/ 376 w 175"/>
                  <a:gd name="T51" fmla="*/ 1183 h 202"/>
                  <a:gd name="T52" fmla="*/ 835 w 175"/>
                  <a:gd name="T53" fmla="*/ 1366 h 202"/>
                  <a:gd name="T54" fmla="*/ 360 w 175"/>
                  <a:gd name="T55" fmla="*/ 913 h 202"/>
                  <a:gd name="T56" fmla="*/ 510 w 175"/>
                  <a:gd name="T57" fmla="*/ 864 h 202"/>
                  <a:gd name="T58" fmla="*/ 652 w 175"/>
                  <a:gd name="T59" fmla="*/ 790 h 202"/>
                  <a:gd name="T60" fmla="*/ 710 w 175"/>
                  <a:gd name="T61" fmla="*/ 1017 h 202"/>
                  <a:gd name="T62" fmla="*/ 909 w 175"/>
                  <a:gd name="T63" fmla="*/ 1225 h 202"/>
                  <a:gd name="T64" fmla="*/ 1183 w 175"/>
                  <a:gd name="T65" fmla="*/ 1255 h 202"/>
                  <a:gd name="T66" fmla="*/ 986 w 175"/>
                  <a:gd name="T67" fmla="*/ 668 h 202"/>
                  <a:gd name="T68" fmla="*/ 1174 w 175"/>
                  <a:gd name="T69" fmla="*/ 349 h 202"/>
                  <a:gd name="T70" fmla="*/ 1260 w 175"/>
                  <a:gd name="T71" fmla="*/ 332 h 202"/>
                  <a:gd name="T72" fmla="*/ 1448 w 175"/>
                  <a:gd name="T73" fmla="*/ 349 h 202"/>
                  <a:gd name="T74" fmla="*/ 1334 w 175"/>
                  <a:gd name="T75" fmla="*/ 938 h 202"/>
                  <a:gd name="T76" fmla="*/ 1721 w 175"/>
                  <a:gd name="T77" fmla="*/ 864 h 202"/>
                  <a:gd name="T78" fmla="*/ 1872 w 175"/>
                  <a:gd name="T79" fmla="*/ 361 h 202"/>
                  <a:gd name="T80" fmla="*/ 1974 w 175"/>
                  <a:gd name="T81" fmla="*/ 668 h 202"/>
                  <a:gd name="T82" fmla="*/ 1900 w 175"/>
                  <a:gd name="T83" fmla="*/ 834 h 202"/>
                  <a:gd name="T84" fmla="*/ 1912 w 175"/>
                  <a:gd name="T85" fmla="*/ 1121 h 202"/>
                  <a:gd name="T86" fmla="*/ 1571 w 175"/>
                  <a:gd name="T87" fmla="*/ 1079 h 202"/>
                  <a:gd name="T88" fmla="*/ 1587 w 175"/>
                  <a:gd name="T89" fmla="*/ 1337 h 20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5" h="202">
                    <a:moveTo>
                      <a:pt x="165" y="123"/>
                    </a:moveTo>
                    <a:cubicBezTo>
                      <a:pt x="159" y="113"/>
                      <a:pt x="153" y="113"/>
                      <a:pt x="148" y="110"/>
                    </a:cubicBezTo>
                    <a:cubicBezTo>
                      <a:pt x="146" y="108"/>
                      <a:pt x="143" y="108"/>
                      <a:pt x="140" y="108"/>
                    </a:cubicBezTo>
                    <a:cubicBezTo>
                      <a:pt x="135" y="108"/>
                      <a:pt x="130" y="111"/>
                      <a:pt x="126" y="115"/>
                    </a:cubicBezTo>
                    <a:cubicBezTo>
                      <a:pt x="120" y="122"/>
                      <a:pt x="124" y="141"/>
                      <a:pt x="130" y="147"/>
                    </a:cubicBezTo>
                    <a:cubicBezTo>
                      <a:pt x="135" y="153"/>
                      <a:pt x="137" y="157"/>
                      <a:pt x="140" y="164"/>
                    </a:cubicBezTo>
                    <a:cubicBezTo>
                      <a:pt x="143" y="169"/>
                      <a:pt x="146" y="173"/>
                      <a:pt x="149" y="178"/>
                    </a:cubicBezTo>
                    <a:cubicBezTo>
                      <a:pt x="149" y="182"/>
                      <a:pt x="157" y="197"/>
                      <a:pt x="162" y="198"/>
                    </a:cubicBezTo>
                    <a:cubicBezTo>
                      <a:pt x="157" y="197"/>
                      <a:pt x="152" y="191"/>
                      <a:pt x="149" y="187"/>
                    </a:cubicBezTo>
                    <a:cubicBezTo>
                      <a:pt x="148" y="186"/>
                      <a:pt x="146" y="186"/>
                      <a:pt x="146" y="185"/>
                    </a:cubicBezTo>
                    <a:cubicBezTo>
                      <a:pt x="145" y="184"/>
                      <a:pt x="146" y="182"/>
                      <a:pt x="145" y="181"/>
                    </a:cubicBezTo>
                    <a:cubicBezTo>
                      <a:pt x="144" y="178"/>
                      <a:pt x="141" y="172"/>
                      <a:pt x="138" y="170"/>
                    </a:cubicBezTo>
                    <a:cubicBezTo>
                      <a:pt x="135" y="175"/>
                      <a:pt x="138" y="183"/>
                      <a:pt x="139" y="188"/>
                    </a:cubicBezTo>
                    <a:cubicBezTo>
                      <a:pt x="139" y="191"/>
                      <a:pt x="137" y="193"/>
                      <a:pt x="137" y="196"/>
                    </a:cubicBezTo>
                    <a:cubicBezTo>
                      <a:pt x="136" y="197"/>
                      <a:pt x="138" y="202"/>
                      <a:pt x="134" y="199"/>
                    </a:cubicBezTo>
                    <a:cubicBezTo>
                      <a:pt x="138" y="191"/>
                      <a:pt x="134" y="183"/>
                      <a:pt x="133" y="174"/>
                    </a:cubicBezTo>
                    <a:cubicBezTo>
                      <a:pt x="132" y="167"/>
                      <a:pt x="130" y="156"/>
                      <a:pt x="124" y="153"/>
                    </a:cubicBezTo>
                    <a:cubicBezTo>
                      <a:pt x="118" y="150"/>
                      <a:pt x="118" y="148"/>
                      <a:pt x="117" y="141"/>
                    </a:cubicBezTo>
                    <a:cubicBezTo>
                      <a:pt x="116" y="133"/>
                      <a:pt x="114" y="133"/>
                      <a:pt x="107" y="137"/>
                    </a:cubicBezTo>
                    <a:cubicBezTo>
                      <a:pt x="103" y="139"/>
                      <a:pt x="99" y="142"/>
                      <a:pt x="95" y="145"/>
                    </a:cubicBezTo>
                    <a:cubicBezTo>
                      <a:pt x="93" y="146"/>
                      <a:pt x="89" y="148"/>
                      <a:pt x="87" y="150"/>
                    </a:cubicBezTo>
                    <a:cubicBezTo>
                      <a:pt x="85" y="153"/>
                      <a:pt x="86" y="156"/>
                      <a:pt x="86" y="159"/>
                    </a:cubicBezTo>
                    <a:cubicBezTo>
                      <a:pt x="86" y="164"/>
                      <a:pt x="85" y="165"/>
                      <a:pt x="83" y="170"/>
                    </a:cubicBezTo>
                    <a:cubicBezTo>
                      <a:pt x="82" y="173"/>
                      <a:pt x="85" y="180"/>
                      <a:pt x="86" y="183"/>
                    </a:cubicBezTo>
                    <a:cubicBezTo>
                      <a:pt x="87" y="186"/>
                      <a:pt x="87" y="187"/>
                      <a:pt x="88" y="191"/>
                    </a:cubicBezTo>
                    <a:cubicBezTo>
                      <a:pt x="88" y="192"/>
                      <a:pt x="88" y="193"/>
                      <a:pt x="88" y="194"/>
                    </a:cubicBezTo>
                    <a:cubicBezTo>
                      <a:pt x="90" y="196"/>
                      <a:pt x="94" y="197"/>
                      <a:pt x="94" y="197"/>
                    </a:cubicBezTo>
                    <a:cubicBezTo>
                      <a:pt x="94" y="197"/>
                      <a:pt x="94" y="200"/>
                      <a:pt x="90" y="199"/>
                    </a:cubicBezTo>
                    <a:cubicBezTo>
                      <a:pt x="85" y="198"/>
                      <a:pt x="83" y="193"/>
                      <a:pt x="81" y="188"/>
                    </a:cubicBezTo>
                    <a:cubicBezTo>
                      <a:pt x="80" y="185"/>
                      <a:pt x="80" y="179"/>
                      <a:pt x="75" y="178"/>
                    </a:cubicBezTo>
                    <a:cubicBezTo>
                      <a:pt x="72" y="178"/>
                      <a:pt x="71" y="181"/>
                      <a:pt x="70" y="185"/>
                    </a:cubicBezTo>
                    <a:cubicBezTo>
                      <a:pt x="71" y="182"/>
                      <a:pt x="69" y="178"/>
                      <a:pt x="71" y="175"/>
                    </a:cubicBezTo>
                    <a:cubicBezTo>
                      <a:pt x="72" y="174"/>
                      <a:pt x="73" y="174"/>
                      <a:pt x="74" y="173"/>
                    </a:cubicBezTo>
                    <a:cubicBezTo>
                      <a:pt x="74" y="172"/>
                      <a:pt x="74" y="171"/>
                      <a:pt x="74" y="170"/>
                    </a:cubicBezTo>
                    <a:cubicBezTo>
                      <a:pt x="74" y="166"/>
                      <a:pt x="74" y="162"/>
                      <a:pt x="71" y="160"/>
                    </a:cubicBezTo>
                    <a:cubicBezTo>
                      <a:pt x="69" y="158"/>
                      <a:pt x="65" y="158"/>
                      <a:pt x="62" y="156"/>
                    </a:cubicBezTo>
                    <a:cubicBezTo>
                      <a:pt x="65" y="158"/>
                      <a:pt x="69" y="156"/>
                      <a:pt x="73" y="156"/>
                    </a:cubicBezTo>
                    <a:cubicBezTo>
                      <a:pt x="77" y="156"/>
                      <a:pt x="80" y="155"/>
                      <a:pt x="82" y="152"/>
                    </a:cubicBezTo>
                    <a:cubicBezTo>
                      <a:pt x="83" y="151"/>
                      <a:pt x="82" y="149"/>
                      <a:pt x="83" y="147"/>
                    </a:cubicBezTo>
                    <a:cubicBezTo>
                      <a:pt x="84" y="146"/>
                      <a:pt x="88" y="144"/>
                      <a:pt x="89" y="142"/>
                    </a:cubicBezTo>
                    <a:cubicBezTo>
                      <a:pt x="92" y="140"/>
                      <a:pt x="94" y="138"/>
                      <a:pt x="97" y="136"/>
                    </a:cubicBezTo>
                    <a:cubicBezTo>
                      <a:pt x="101" y="132"/>
                      <a:pt x="102" y="125"/>
                      <a:pt x="105" y="120"/>
                    </a:cubicBezTo>
                    <a:cubicBezTo>
                      <a:pt x="108" y="116"/>
                      <a:pt x="112" y="113"/>
                      <a:pt x="107" y="110"/>
                    </a:cubicBezTo>
                    <a:cubicBezTo>
                      <a:pt x="100" y="106"/>
                      <a:pt x="88" y="109"/>
                      <a:pt x="80" y="111"/>
                    </a:cubicBezTo>
                    <a:cubicBezTo>
                      <a:pt x="77" y="111"/>
                      <a:pt x="75" y="113"/>
                      <a:pt x="73" y="113"/>
                    </a:cubicBezTo>
                    <a:cubicBezTo>
                      <a:pt x="70" y="114"/>
                      <a:pt x="68" y="113"/>
                      <a:pt x="65" y="114"/>
                    </a:cubicBezTo>
                    <a:cubicBezTo>
                      <a:pt x="61" y="115"/>
                      <a:pt x="59" y="117"/>
                      <a:pt x="55" y="119"/>
                    </a:cubicBezTo>
                    <a:cubicBezTo>
                      <a:pt x="52" y="120"/>
                      <a:pt x="45" y="119"/>
                      <a:pt x="43" y="121"/>
                    </a:cubicBezTo>
                    <a:cubicBezTo>
                      <a:pt x="43" y="122"/>
                      <a:pt x="43" y="126"/>
                      <a:pt x="42" y="128"/>
                    </a:cubicBezTo>
                    <a:cubicBezTo>
                      <a:pt x="42" y="130"/>
                      <a:pt x="41" y="131"/>
                      <a:pt x="40" y="133"/>
                    </a:cubicBezTo>
                    <a:cubicBezTo>
                      <a:pt x="39" y="134"/>
                      <a:pt x="37" y="136"/>
                      <a:pt x="36" y="137"/>
                    </a:cubicBezTo>
                    <a:cubicBezTo>
                      <a:pt x="34" y="142"/>
                      <a:pt x="39" y="145"/>
                      <a:pt x="38" y="149"/>
                    </a:cubicBezTo>
                    <a:cubicBezTo>
                      <a:pt x="36" y="153"/>
                      <a:pt x="34" y="154"/>
                      <a:pt x="33" y="159"/>
                    </a:cubicBezTo>
                    <a:cubicBezTo>
                      <a:pt x="31" y="164"/>
                      <a:pt x="29" y="167"/>
                      <a:pt x="31" y="171"/>
                    </a:cubicBezTo>
                    <a:cubicBezTo>
                      <a:pt x="28" y="169"/>
                      <a:pt x="29" y="168"/>
                      <a:pt x="28" y="164"/>
                    </a:cubicBezTo>
                    <a:cubicBezTo>
                      <a:pt x="28" y="159"/>
                      <a:pt x="31" y="157"/>
                      <a:pt x="32" y="153"/>
                    </a:cubicBezTo>
                    <a:cubicBezTo>
                      <a:pt x="34" y="147"/>
                      <a:pt x="30" y="142"/>
                      <a:pt x="34" y="136"/>
                    </a:cubicBezTo>
                    <a:cubicBezTo>
                      <a:pt x="26" y="134"/>
                      <a:pt x="28" y="143"/>
                      <a:pt x="24" y="146"/>
                    </a:cubicBezTo>
                    <a:cubicBezTo>
                      <a:pt x="19" y="150"/>
                      <a:pt x="16" y="152"/>
                      <a:pt x="15" y="159"/>
                    </a:cubicBezTo>
                    <a:cubicBezTo>
                      <a:pt x="11" y="159"/>
                      <a:pt x="8" y="156"/>
                      <a:pt x="7" y="153"/>
                    </a:cubicBezTo>
                    <a:cubicBezTo>
                      <a:pt x="15" y="153"/>
                      <a:pt x="15" y="150"/>
                      <a:pt x="17" y="145"/>
                    </a:cubicBezTo>
                    <a:cubicBezTo>
                      <a:pt x="19" y="139"/>
                      <a:pt x="28" y="134"/>
                      <a:pt x="19" y="129"/>
                    </a:cubicBezTo>
                    <a:cubicBezTo>
                      <a:pt x="17" y="128"/>
                      <a:pt x="5" y="129"/>
                      <a:pt x="3" y="126"/>
                    </a:cubicBezTo>
                    <a:cubicBezTo>
                      <a:pt x="2" y="126"/>
                      <a:pt x="2" y="125"/>
                      <a:pt x="3" y="125"/>
                    </a:cubicBezTo>
                    <a:cubicBezTo>
                      <a:pt x="7" y="124"/>
                      <a:pt x="14" y="124"/>
                      <a:pt x="18" y="124"/>
                    </a:cubicBezTo>
                    <a:cubicBezTo>
                      <a:pt x="23" y="125"/>
                      <a:pt x="31" y="122"/>
                      <a:pt x="34" y="120"/>
                    </a:cubicBezTo>
                    <a:cubicBezTo>
                      <a:pt x="36" y="118"/>
                      <a:pt x="36" y="117"/>
                      <a:pt x="38" y="115"/>
                    </a:cubicBezTo>
                    <a:cubicBezTo>
                      <a:pt x="41" y="112"/>
                      <a:pt x="44" y="110"/>
                      <a:pt x="48" y="108"/>
                    </a:cubicBezTo>
                    <a:cubicBezTo>
                      <a:pt x="56" y="104"/>
                      <a:pt x="68" y="100"/>
                      <a:pt x="77" y="100"/>
                    </a:cubicBezTo>
                    <a:cubicBezTo>
                      <a:pt x="78" y="91"/>
                      <a:pt x="64" y="95"/>
                      <a:pt x="59" y="95"/>
                    </a:cubicBezTo>
                    <a:cubicBezTo>
                      <a:pt x="56" y="96"/>
                      <a:pt x="54" y="97"/>
                      <a:pt x="51" y="97"/>
                    </a:cubicBezTo>
                    <a:cubicBezTo>
                      <a:pt x="45" y="96"/>
                      <a:pt x="39" y="96"/>
                      <a:pt x="33" y="96"/>
                    </a:cubicBezTo>
                    <a:cubicBezTo>
                      <a:pt x="28" y="96"/>
                      <a:pt x="27" y="96"/>
                      <a:pt x="22" y="96"/>
                    </a:cubicBezTo>
                    <a:cubicBezTo>
                      <a:pt x="17" y="97"/>
                      <a:pt x="12" y="95"/>
                      <a:pt x="8" y="95"/>
                    </a:cubicBezTo>
                    <a:cubicBezTo>
                      <a:pt x="1" y="95"/>
                      <a:pt x="1" y="94"/>
                      <a:pt x="0" y="88"/>
                    </a:cubicBezTo>
                    <a:cubicBezTo>
                      <a:pt x="2" y="94"/>
                      <a:pt x="12" y="91"/>
                      <a:pt x="17" y="91"/>
                    </a:cubicBezTo>
                    <a:cubicBezTo>
                      <a:pt x="22" y="91"/>
                      <a:pt x="28" y="93"/>
                      <a:pt x="28" y="86"/>
                    </a:cubicBezTo>
                    <a:cubicBezTo>
                      <a:pt x="28" y="85"/>
                      <a:pt x="26" y="79"/>
                      <a:pt x="30" y="78"/>
                    </a:cubicBezTo>
                    <a:cubicBezTo>
                      <a:pt x="28" y="83"/>
                      <a:pt x="34" y="87"/>
                      <a:pt x="38" y="90"/>
                    </a:cubicBezTo>
                    <a:cubicBezTo>
                      <a:pt x="43" y="93"/>
                      <a:pt x="45" y="92"/>
                      <a:pt x="50" y="91"/>
                    </a:cubicBezTo>
                    <a:cubicBezTo>
                      <a:pt x="57" y="90"/>
                      <a:pt x="60" y="90"/>
                      <a:pt x="67" y="90"/>
                    </a:cubicBezTo>
                    <a:cubicBezTo>
                      <a:pt x="73" y="88"/>
                      <a:pt x="64" y="83"/>
                      <a:pt x="58" y="79"/>
                    </a:cubicBezTo>
                    <a:cubicBezTo>
                      <a:pt x="54" y="76"/>
                      <a:pt x="53" y="71"/>
                      <a:pt x="50" y="67"/>
                    </a:cubicBezTo>
                    <a:cubicBezTo>
                      <a:pt x="44" y="61"/>
                      <a:pt x="35" y="64"/>
                      <a:pt x="29" y="60"/>
                    </a:cubicBezTo>
                    <a:cubicBezTo>
                      <a:pt x="26" y="58"/>
                      <a:pt x="24" y="51"/>
                      <a:pt x="30" y="52"/>
                    </a:cubicBezTo>
                    <a:cubicBezTo>
                      <a:pt x="31" y="56"/>
                      <a:pt x="32" y="57"/>
                      <a:pt x="36" y="58"/>
                    </a:cubicBezTo>
                    <a:cubicBezTo>
                      <a:pt x="38" y="59"/>
                      <a:pt x="39" y="58"/>
                      <a:pt x="41" y="57"/>
                    </a:cubicBezTo>
                    <a:cubicBezTo>
                      <a:pt x="43" y="55"/>
                      <a:pt x="46" y="51"/>
                      <a:pt x="48" y="48"/>
                    </a:cubicBezTo>
                    <a:cubicBezTo>
                      <a:pt x="49" y="47"/>
                      <a:pt x="48" y="44"/>
                      <a:pt x="51" y="44"/>
                    </a:cubicBezTo>
                    <a:cubicBezTo>
                      <a:pt x="55" y="45"/>
                      <a:pt x="54" y="50"/>
                      <a:pt x="52" y="52"/>
                    </a:cubicBezTo>
                    <a:cubicBezTo>
                      <a:pt x="49" y="55"/>
                      <a:pt x="48" y="54"/>
                      <a:pt x="49" y="59"/>
                    </a:cubicBezTo>
                    <a:cubicBezTo>
                      <a:pt x="50" y="62"/>
                      <a:pt x="52" y="63"/>
                      <a:pt x="54" y="65"/>
                    </a:cubicBezTo>
                    <a:cubicBezTo>
                      <a:pt x="55" y="65"/>
                      <a:pt x="55" y="67"/>
                      <a:pt x="57" y="67"/>
                    </a:cubicBezTo>
                    <a:cubicBezTo>
                      <a:pt x="58" y="68"/>
                      <a:pt x="62" y="65"/>
                      <a:pt x="64" y="65"/>
                    </a:cubicBezTo>
                    <a:cubicBezTo>
                      <a:pt x="69" y="64"/>
                      <a:pt x="67" y="65"/>
                      <a:pt x="66" y="69"/>
                    </a:cubicBezTo>
                    <a:cubicBezTo>
                      <a:pt x="65" y="74"/>
                      <a:pt x="69" y="78"/>
                      <a:pt x="73" y="81"/>
                    </a:cubicBezTo>
                    <a:cubicBezTo>
                      <a:pt x="78" y="86"/>
                      <a:pt x="85" y="86"/>
                      <a:pt x="90" y="91"/>
                    </a:cubicBezTo>
                    <a:cubicBezTo>
                      <a:pt x="93" y="93"/>
                      <a:pt x="94" y="97"/>
                      <a:pt x="99" y="95"/>
                    </a:cubicBezTo>
                    <a:cubicBezTo>
                      <a:pt x="106" y="92"/>
                      <a:pt x="97" y="87"/>
                      <a:pt x="95" y="83"/>
                    </a:cubicBezTo>
                    <a:cubicBezTo>
                      <a:pt x="93" y="77"/>
                      <a:pt x="96" y="70"/>
                      <a:pt x="93" y="64"/>
                    </a:cubicBezTo>
                    <a:cubicBezTo>
                      <a:pt x="91" y="59"/>
                      <a:pt x="88" y="55"/>
                      <a:pt x="84" y="50"/>
                    </a:cubicBezTo>
                    <a:cubicBezTo>
                      <a:pt x="83" y="49"/>
                      <a:pt x="79" y="46"/>
                      <a:pt x="79" y="44"/>
                    </a:cubicBezTo>
                    <a:cubicBezTo>
                      <a:pt x="82" y="44"/>
                      <a:pt x="85" y="45"/>
                      <a:pt x="87" y="48"/>
                    </a:cubicBezTo>
                    <a:cubicBezTo>
                      <a:pt x="88" y="49"/>
                      <a:pt x="91" y="54"/>
                      <a:pt x="93" y="56"/>
                    </a:cubicBezTo>
                    <a:cubicBezTo>
                      <a:pt x="94" y="44"/>
                      <a:pt x="88" y="35"/>
                      <a:pt x="94" y="23"/>
                    </a:cubicBezTo>
                    <a:cubicBezTo>
                      <a:pt x="97" y="18"/>
                      <a:pt x="96" y="17"/>
                      <a:pt x="97" y="11"/>
                    </a:cubicBezTo>
                    <a:cubicBezTo>
                      <a:pt x="98" y="7"/>
                      <a:pt x="94" y="3"/>
                      <a:pt x="94" y="0"/>
                    </a:cubicBezTo>
                    <a:cubicBezTo>
                      <a:pt x="103" y="0"/>
                      <a:pt x="102" y="17"/>
                      <a:pt x="101" y="22"/>
                    </a:cubicBezTo>
                    <a:cubicBezTo>
                      <a:pt x="100" y="25"/>
                      <a:pt x="98" y="28"/>
                      <a:pt x="99" y="31"/>
                    </a:cubicBezTo>
                    <a:cubicBezTo>
                      <a:pt x="101" y="35"/>
                      <a:pt x="101" y="33"/>
                      <a:pt x="104" y="32"/>
                    </a:cubicBezTo>
                    <a:cubicBezTo>
                      <a:pt x="106" y="32"/>
                      <a:pt x="114" y="21"/>
                      <a:pt x="116" y="23"/>
                    </a:cubicBezTo>
                    <a:cubicBezTo>
                      <a:pt x="118" y="26"/>
                      <a:pt x="112" y="32"/>
                      <a:pt x="110" y="33"/>
                    </a:cubicBezTo>
                    <a:cubicBezTo>
                      <a:pt x="107" y="34"/>
                      <a:pt x="101" y="44"/>
                      <a:pt x="101" y="48"/>
                    </a:cubicBezTo>
                    <a:cubicBezTo>
                      <a:pt x="102" y="54"/>
                      <a:pt x="101" y="56"/>
                      <a:pt x="107" y="62"/>
                    </a:cubicBezTo>
                    <a:cubicBezTo>
                      <a:pt x="110" y="65"/>
                      <a:pt x="122" y="65"/>
                      <a:pt x="127" y="65"/>
                    </a:cubicBezTo>
                    <a:cubicBezTo>
                      <a:pt x="132" y="65"/>
                      <a:pt x="130" y="65"/>
                      <a:pt x="132" y="62"/>
                    </a:cubicBezTo>
                    <a:cubicBezTo>
                      <a:pt x="134" y="60"/>
                      <a:pt x="136" y="59"/>
                      <a:pt x="138" y="57"/>
                    </a:cubicBezTo>
                    <a:cubicBezTo>
                      <a:pt x="145" y="53"/>
                      <a:pt x="145" y="44"/>
                      <a:pt x="146" y="37"/>
                    </a:cubicBezTo>
                    <a:cubicBezTo>
                      <a:pt x="146" y="35"/>
                      <a:pt x="146" y="32"/>
                      <a:pt x="147" y="30"/>
                    </a:cubicBezTo>
                    <a:cubicBezTo>
                      <a:pt x="147" y="28"/>
                      <a:pt x="149" y="26"/>
                      <a:pt x="150" y="24"/>
                    </a:cubicBezTo>
                    <a:cubicBezTo>
                      <a:pt x="152" y="28"/>
                      <a:pt x="151" y="27"/>
                      <a:pt x="150" y="31"/>
                    </a:cubicBezTo>
                    <a:cubicBezTo>
                      <a:pt x="149" y="34"/>
                      <a:pt x="152" y="40"/>
                      <a:pt x="151" y="43"/>
                    </a:cubicBezTo>
                    <a:cubicBezTo>
                      <a:pt x="154" y="44"/>
                      <a:pt x="155" y="44"/>
                      <a:pt x="158" y="44"/>
                    </a:cubicBezTo>
                    <a:cubicBezTo>
                      <a:pt x="160" y="44"/>
                      <a:pt x="164" y="42"/>
                      <a:pt x="166" y="43"/>
                    </a:cubicBezTo>
                    <a:cubicBezTo>
                      <a:pt x="175" y="45"/>
                      <a:pt x="162" y="48"/>
                      <a:pt x="158" y="48"/>
                    </a:cubicBezTo>
                    <a:cubicBezTo>
                      <a:pt x="155" y="49"/>
                      <a:pt x="148" y="50"/>
                      <a:pt x="152" y="55"/>
                    </a:cubicBezTo>
                    <a:cubicBezTo>
                      <a:pt x="154" y="59"/>
                      <a:pt x="159" y="58"/>
                      <a:pt x="162" y="62"/>
                    </a:cubicBezTo>
                    <a:cubicBezTo>
                      <a:pt x="159" y="61"/>
                      <a:pt x="144" y="54"/>
                      <a:pt x="142" y="62"/>
                    </a:cubicBezTo>
                    <a:cubicBezTo>
                      <a:pt x="141" y="66"/>
                      <a:pt x="154" y="70"/>
                      <a:pt x="153" y="74"/>
                    </a:cubicBezTo>
                    <a:cubicBezTo>
                      <a:pt x="152" y="79"/>
                      <a:pt x="142" y="70"/>
                      <a:pt x="140" y="69"/>
                    </a:cubicBezTo>
                    <a:cubicBezTo>
                      <a:pt x="137" y="66"/>
                      <a:pt x="137" y="66"/>
                      <a:pt x="133" y="69"/>
                    </a:cubicBezTo>
                    <a:cubicBezTo>
                      <a:pt x="131" y="70"/>
                      <a:pt x="128" y="70"/>
                      <a:pt x="126" y="71"/>
                    </a:cubicBezTo>
                    <a:cubicBezTo>
                      <a:pt x="125" y="71"/>
                      <a:pt x="124" y="71"/>
                      <a:pt x="122" y="71"/>
                    </a:cubicBezTo>
                    <a:cubicBezTo>
                      <a:pt x="117" y="70"/>
                      <a:pt x="116" y="71"/>
                      <a:pt x="115" y="76"/>
                    </a:cubicBezTo>
                    <a:cubicBezTo>
                      <a:pt x="112" y="85"/>
                      <a:pt x="119" y="86"/>
                      <a:pt x="127" y="88"/>
                    </a:cubicBezTo>
                    <a:cubicBezTo>
                      <a:pt x="137" y="91"/>
                      <a:pt x="145" y="95"/>
                      <a:pt x="155" y="92"/>
                    </a:cubicBezTo>
                    <a:cubicBezTo>
                      <a:pt x="162" y="91"/>
                      <a:pt x="166" y="90"/>
                      <a:pt x="169" y="88"/>
                    </a:cubicBezTo>
                  </a:path>
                </a:pathLst>
              </a:custGeom>
              <a:noFill/>
              <a:ln w="142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5" name="Freeform 736">
                <a:extLst>
                  <a:ext uri="{FF2B5EF4-FFF2-40B4-BE49-F238E27FC236}">
                    <a16:creationId xmlns:a16="http://schemas.microsoft.com/office/drawing/2014/main" id="{E937E211-5331-49DC-A2F6-072DFF56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591"/>
                <a:ext cx="547" cy="646"/>
              </a:xfrm>
              <a:custGeom>
                <a:avLst/>
                <a:gdLst>
                  <a:gd name="T0" fmla="*/ 65 w 236"/>
                  <a:gd name="T1" fmla="*/ 1893 h 261"/>
                  <a:gd name="T2" fmla="*/ 338 w 236"/>
                  <a:gd name="T3" fmla="*/ 1349 h 261"/>
                  <a:gd name="T4" fmla="*/ 473 w 236"/>
                  <a:gd name="T5" fmla="*/ 1121 h 261"/>
                  <a:gd name="T6" fmla="*/ 1048 w 236"/>
                  <a:gd name="T7" fmla="*/ 515 h 261"/>
                  <a:gd name="T8" fmla="*/ 1198 w 236"/>
                  <a:gd name="T9" fmla="*/ 275 h 261"/>
                  <a:gd name="T10" fmla="*/ 1618 w 236"/>
                  <a:gd name="T11" fmla="*/ 215 h 261"/>
                  <a:gd name="T12" fmla="*/ 1708 w 236"/>
                  <a:gd name="T13" fmla="*/ 153 h 261"/>
                  <a:gd name="T14" fmla="*/ 2255 w 236"/>
                  <a:gd name="T15" fmla="*/ 153 h 261"/>
                  <a:gd name="T16" fmla="*/ 2278 w 236"/>
                  <a:gd name="T17" fmla="*/ 1059 h 261"/>
                  <a:gd name="T18" fmla="*/ 2492 w 236"/>
                  <a:gd name="T19" fmla="*/ 332 h 261"/>
                  <a:gd name="T20" fmla="*/ 2853 w 236"/>
                  <a:gd name="T21" fmla="*/ 822 h 261"/>
                  <a:gd name="T22" fmla="*/ 2890 w 236"/>
                  <a:gd name="T23" fmla="*/ 1183 h 261"/>
                  <a:gd name="T24" fmla="*/ 2091 w 236"/>
                  <a:gd name="T25" fmla="*/ 1470 h 261"/>
                  <a:gd name="T26" fmla="*/ 2401 w 236"/>
                  <a:gd name="T27" fmla="*/ 1366 h 261"/>
                  <a:gd name="T28" fmla="*/ 2552 w 236"/>
                  <a:gd name="T29" fmla="*/ 1151 h 261"/>
                  <a:gd name="T30" fmla="*/ 2540 w 236"/>
                  <a:gd name="T31" fmla="*/ 968 h 261"/>
                  <a:gd name="T32" fmla="*/ 2478 w 236"/>
                  <a:gd name="T33" fmla="*/ 881 h 261"/>
                  <a:gd name="T34" fmla="*/ 1993 w 236"/>
                  <a:gd name="T35" fmla="*/ 1255 h 261"/>
                  <a:gd name="T36" fmla="*/ 1956 w 236"/>
                  <a:gd name="T37" fmla="*/ 802 h 261"/>
                  <a:gd name="T38" fmla="*/ 1870 w 236"/>
                  <a:gd name="T39" fmla="*/ 485 h 261"/>
                  <a:gd name="T40" fmla="*/ 1643 w 236"/>
                  <a:gd name="T41" fmla="*/ 985 h 261"/>
                  <a:gd name="T42" fmla="*/ 1891 w 236"/>
                  <a:gd name="T43" fmla="*/ 1757 h 261"/>
                  <a:gd name="T44" fmla="*/ 1456 w 236"/>
                  <a:gd name="T45" fmla="*/ 1304 h 261"/>
                  <a:gd name="T46" fmla="*/ 1305 w 236"/>
                  <a:gd name="T47" fmla="*/ 1109 h 261"/>
                  <a:gd name="T48" fmla="*/ 1106 w 236"/>
                  <a:gd name="T49" fmla="*/ 1200 h 261"/>
                  <a:gd name="T50" fmla="*/ 1381 w 236"/>
                  <a:gd name="T51" fmla="*/ 1520 h 261"/>
                  <a:gd name="T52" fmla="*/ 1031 w 236"/>
                  <a:gd name="T53" fmla="*/ 1500 h 261"/>
                  <a:gd name="T54" fmla="*/ 758 w 236"/>
                  <a:gd name="T55" fmla="*/ 1757 h 261"/>
                  <a:gd name="T56" fmla="*/ 1398 w 236"/>
                  <a:gd name="T57" fmla="*/ 1757 h 261"/>
                  <a:gd name="T58" fmla="*/ 1085 w 236"/>
                  <a:gd name="T59" fmla="*/ 2138 h 261"/>
                  <a:gd name="T60" fmla="*/ 897 w 236"/>
                  <a:gd name="T61" fmla="*/ 2272 h 261"/>
                  <a:gd name="T62" fmla="*/ 957 w 236"/>
                  <a:gd name="T63" fmla="*/ 2530 h 261"/>
                  <a:gd name="T64" fmla="*/ 1048 w 236"/>
                  <a:gd name="T65" fmla="*/ 2911 h 261"/>
                  <a:gd name="T66" fmla="*/ 1161 w 236"/>
                  <a:gd name="T67" fmla="*/ 2334 h 261"/>
                  <a:gd name="T68" fmla="*/ 1472 w 236"/>
                  <a:gd name="T69" fmla="*/ 2047 h 261"/>
                  <a:gd name="T70" fmla="*/ 1965 w 236"/>
                  <a:gd name="T71" fmla="*/ 2138 h 261"/>
                  <a:gd name="T72" fmla="*/ 1680 w 236"/>
                  <a:gd name="T73" fmla="*/ 2621 h 261"/>
                  <a:gd name="T74" fmla="*/ 1578 w 236"/>
                  <a:gd name="T75" fmla="*/ 2898 h 261"/>
                  <a:gd name="T76" fmla="*/ 1595 w 236"/>
                  <a:gd name="T77" fmla="*/ 3020 h 261"/>
                  <a:gd name="T78" fmla="*/ 1757 w 236"/>
                  <a:gd name="T79" fmla="*/ 3260 h 261"/>
                  <a:gd name="T80" fmla="*/ 1729 w 236"/>
                  <a:gd name="T81" fmla="*/ 2733 h 261"/>
                  <a:gd name="T82" fmla="*/ 2116 w 236"/>
                  <a:gd name="T83" fmla="*/ 2458 h 261"/>
                  <a:gd name="T84" fmla="*/ 2364 w 236"/>
                  <a:gd name="T85" fmla="*/ 3289 h 261"/>
                  <a:gd name="T86" fmla="*/ 2478 w 236"/>
                  <a:gd name="T87" fmla="*/ 3124 h 261"/>
                  <a:gd name="T88" fmla="*/ 2401 w 236"/>
                  <a:gd name="T89" fmla="*/ 2807 h 261"/>
                  <a:gd name="T90" fmla="*/ 2503 w 236"/>
                  <a:gd name="T91" fmla="*/ 1985 h 261"/>
                  <a:gd name="T92" fmla="*/ 2862 w 236"/>
                  <a:gd name="T93" fmla="*/ 2911 h 261"/>
                  <a:gd name="T94" fmla="*/ 2837 w 236"/>
                  <a:gd name="T95" fmla="*/ 3671 h 261"/>
                  <a:gd name="T96" fmla="*/ 2626 w 236"/>
                  <a:gd name="T97" fmla="*/ 3834 h 261"/>
                  <a:gd name="T98" fmla="*/ 2218 w 236"/>
                  <a:gd name="T99" fmla="*/ 3916 h 261"/>
                  <a:gd name="T100" fmla="*/ 1993 w 236"/>
                  <a:gd name="T101" fmla="*/ 3896 h 261"/>
                  <a:gd name="T102" fmla="*/ 1342 w 236"/>
                  <a:gd name="T103" fmla="*/ 3742 h 261"/>
                  <a:gd name="T104" fmla="*/ 1145 w 236"/>
                  <a:gd name="T105" fmla="*/ 3168 h 261"/>
                  <a:gd name="T106" fmla="*/ 623 w 236"/>
                  <a:gd name="T107" fmla="*/ 3505 h 261"/>
                  <a:gd name="T108" fmla="*/ 236 w 236"/>
                  <a:gd name="T109" fmla="*/ 2683 h 26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36" h="261">
                    <a:moveTo>
                      <a:pt x="2" y="149"/>
                    </a:moveTo>
                    <a:cubicBezTo>
                      <a:pt x="4" y="144"/>
                      <a:pt x="9" y="144"/>
                      <a:pt x="15" y="143"/>
                    </a:cubicBezTo>
                    <a:cubicBezTo>
                      <a:pt x="12" y="143"/>
                      <a:pt x="8" y="143"/>
                      <a:pt x="5" y="142"/>
                    </a:cubicBezTo>
                    <a:cubicBezTo>
                      <a:pt x="6" y="136"/>
                      <a:pt x="3" y="131"/>
                      <a:pt x="5" y="125"/>
                    </a:cubicBezTo>
                    <a:cubicBezTo>
                      <a:pt x="6" y="123"/>
                      <a:pt x="9" y="123"/>
                      <a:pt x="10" y="121"/>
                    </a:cubicBezTo>
                    <a:cubicBezTo>
                      <a:pt x="11" y="119"/>
                      <a:pt x="10" y="117"/>
                      <a:pt x="11" y="114"/>
                    </a:cubicBezTo>
                    <a:cubicBezTo>
                      <a:pt x="12" y="110"/>
                      <a:pt x="14" y="109"/>
                      <a:pt x="16" y="105"/>
                    </a:cubicBezTo>
                    <a:cubicBezTo>
                      <a:pt x="20" y="100"/>
                      <a:pt x="21" y="93"/>
                      <a:pt x="27" y="89"/>
                    </a:cubicBezTo>
                    <a:cubicBezTo>
                      <a:pt x="37" y="83"/>
                      <a:pt x="52" y="90"/>
                      <a:pt x="62" y="91"/>
                    </a:cubicBezTo>
                    <a:cubicBezTo>
                      <a:pt x="57" y="89"/>
                      <a:pt x="53" y="86"/>
                      <a:pt x="47" y="86"/>
                    </a:cubicBezTo>
                    <a:cubicBezTo>
                      <a:pt x="44" y="85"/>
                      <a:pt x="42" y="87"/>
                      <a:pt x="39" y="85"/>
                    </a:cubicBezTo>
                    <a:cubicBezTo>
                      <a:pt x="35" y="82"/>
                      <a:pt x="37" y="78"/>
                      <a:pt x="38" y="74"/>
                    </a:cubicBezTo>
                    <a:cubicBezTo>
                      <a:pt x="40" y="68"/>
                      <a:pt x="43" y="70"/>
                      <a:pt x="47" y="64"/>
                    </a:cubicBezTo>
                    <a:cubicBezTo>
                      <a:pt x="52" y="58"/>
                      <a:pt x="50" y="52"/>
                      <a:pt x="60" y="53"/>
                    </a:cubicBezTo>
                    <a:cubicBezTo>
                      <a:pt x="60" y="51"/>
                      <a:pt x="60" y="49"/>
                      <a:pt x="58" y="47"/>
                    </a:cubicBezTo>
                    <a:cubicBezTo>
                      <a:pt x="68" y="41"/>
                      <a:pt x="71" y="31"/>
                      <a:pt x="84" y="34"/>
                    </a:cubicBezTo>
                    <a:cubicBezTo>
                      <a:pt x="91" y="36"/>
                      <a:pt x="97" y="45"/>
                      <a:pt x="102" y="51"/>
                    </a:cubicBezTo>
                    <a:cubicBezTo>
                      <a:pt x="99" y="46"/>
                      <a:pt x="97" y="40"/>
                      <a:pt x="93" y="36"/>
                    </a:cubicBezTo>
                    <a:cubicBezTo>
                      <a:pt x="87" y="31"/>
                      <a:pt x="85" y="32"/>
                      <a:pt x="90" y="25"/>
                    </a:cubicBezTo>
                    <a:cubicBezTo>
                      <a:pt x="91" y="23"/>
                      <a:pt x="94" y="19"/>
                      <a:pt x="96" y="18"/>
                    </a:cubicBezTo>
                    <a:cubicBezTo>
                      <a:pt x="98" y="17"/>
                      <a:pt x="100" y="20"/>
                      <a:pt x="102" y="19"/>
                    </a:cubicBezTo>
                    <a:cubicBezTo>
                      <a:pt x="105" y="18"/>
                      <a:pt x="106" y="13"/>
                      <a:pt x="109" y="12"/>
                    </a:cubicBezTo>
                    <a:cubicBezTo>
                      <a:pt x="112" y="11"/>
                      <a:pt x="116" y="13"/>
                      <a:pt x="118" y="14"/>
                    </a:cubicBezTo>
                    <a:cubicBezTo>
                      <a:pt x="120" y="7"/>
                      <a:pt x="127" y="10"/>
                      <a:pt x="130" y="14"/>
                    </a:cubicBezTo>
                    <a:cubicBezTo>
                      <a:pt x="132" y="16"/>
                      <a:pt x="134" y="20"/>
                      <a:pt x="135" y="23"/>
                    </a:cubicBezTo>
                    <a:cubicBezTo>
                      <a:pt x="135" y="22"/>
                      <a:pt x="135" y="22"/>
                      <a:pt x="136" y="21"/>
                    </a:cubicBezTo>
                    <a:cubicBezTo>
                      <a:pt x="137" y="17"/>
                      <a:pt x="138" y="16"/>
                      <a:pt x="138" y="13"/>
                    </a:cubicBezTo>
                    <a:cubicBezTo>
                      <a:pt x="138" y="13"/>
                      <a:pt x="136" y="11"/>
                      <a:pt x="137" y="10"/>
                    </a:cubicBezTo>
                    <a:cubicBezTo>
                      <a:pt x="139" y="0"/>
                      <a:pt x="150" y="7"/>
                      <a:pt x="155" y="11"/>
                    </a:cubicBezTo>
                    <a:cubicBezTo>
                      <a:pt x="157" y="6"/>
                      <a:pt x="161" y="8"/>
                      <a:pt x="164" y="10"/>
                    </a:cubicBezTo>
                    <a:cubicBezTo>
                      <a:pt x="165" y="8"/>
                      <a:pt x="167" y="7"/>
                      <a:pt x="167" y="5"/>
                    </a:cubicBezTo>
                    <a:cubicBezTo>
                      <a:pt x="176" y="3"/>
                      <a:pt x="171" y="19"/>
                      <a:pt x="181" y="10"/>
                    </a:cubicBezTo>
                    <a:cubicBezTo>
                      <a:pt x="184" y="16"/>
                      <a:pt x="182" y="22"/>
                      <a:pt x="184" y="28"/>
                    </a:cubicBezTo>
                    <a:cubicBezTo>
                      <a:pt x="185" y="33"/>
                      <a:pt x="188" y="35"/>
                      <a:pt x="187" y="41"/>
                    </a:cubicBezTo>
                    <a:cubicBezTo>
                      <a:pt x="186" y="47"/>
                      <a:pt x="182" y="52"/>
                      <a:pt x="182" y="59"/>
                    </a:cubicBezTo>
                    <a:cubicBezTo>
                      <a:pt x="182" y="62"/>
                      <a:pt x="183" y="66"/>
                      <a:pt x="183" y="70"/>
                    </a:cubicBezTo>
                    <a:cubicBezTo>
                      <a:pt x="184" y="58"/>
                      <a:pt x="187" y="47"/>
                      <a:pt x="192" y="37"/>
                    </a:cubicBezTo>
                    <a:cubicBezTo>
                      <a:pt x="193" y="35"/>
                      <a:pt x="195" y="34"/>
                      <a:pt x="195" y="32"/>
                    </a:cubicBezTo>
                    <a:cubicBezTo>
                      <a:pt x="195" y="31"/>
                      <a:pt x="194" y="29"/>
                      <a:pt x="194" y="28"/>
                    </a:cubicBezTo>
                    <a:cubicBezTo>
                      <a:pt x="195" y="24"/>
                      <a:pt x="195" y="23"/>
                      <a:pt x="200" y="22"/>
                    </a:cubicBezTo>
                    <a:cubicBezTo>
                      <a:pt x="216" y="20"/>
                      <a:pt x="211" y="39"/>
                      <a:pt x="222" y="44"/>
                    </a:cubicBezTo>
                    <a:cubicBezTo>
                      <a:pt x="224" y="45"/>
                      <a:pt x="224" y="45"/>
                      <a:pt x="224" y="45"/>
                    </a:cubicBezTo>
                    <a:cubicBezTo>
                      <a:pt x="225" y="46"/>
                      <a:pt x="227" y="47"/>
                      <a:pt x="228" y="48"/>
                    </a:cubicBezTo>
                    <a:cubicBezTo>
                      <a:pt x="229" y="50"/>
                      <a:pt x="228" y="52"/>
                      <a:pt x="229" y="54"/>
                    </a:cubicBezTo>
                    <a:cubicBezTo>
                      <a:pt x="230" y="57"/>
                      <a:pt x="230" y="56"/>
                      <a:pt x="232" y="58"/>
                    </a:cubicBezTo>
                    <a:cubicBezTo>
                      <a:pt x="233" y="60"/>
                      <a:pt x="236" y="61"/>
                      <a:pt x="236" y="65"/>
                    </a:cubicBezTo>
                    <a:cubicBezTo>
                      <a:pt x="236" y="69"/>
                      <a:pt x="233" y="70"/>
                      <a:pt x="232" y="73"/>
                    </a:cubicBezTo>
                    <a:cubicBezTo>
                      <a:pt x="231" y="74"/>
                      <a:pt x="233" y="76"/>
                      <a:pt x="232" y="78"/>
                    </a:cubicBezTo>
                    <a:cubicBezTo>
                      <a:pt x="231" y="83"/>
                      <a:pt x="228" y="100"/>
                      <a:pt x="223" y="108"/>
                    </a:cubicBezTo>
                    <a:cubicBezTo>
                      <a:pt x="220" y="110"/>
                      <a:pt x="215" y="112"/>
                      <a:pt x="208" y="113"/>
                    </a:cubicBezTo>
                    <a:cubicBezTo>
                      <a:pt x="198" y="116"/>
                      <a:pt x="190" y="112"/>
                      <a:pt x="180" y="109"/>
                    </a:cubicBezTo>
                    <a:cubicBezTo>
                      <a:pt x="172" y="107"/>
                      <a:pt x="165" y="106"/>
                      <a:pt x="168" y="97"/>
                    </a:cubicBezTo>
                    <a:cubicBezTo>
                      <a:pt x="169" y="92"/>
                      <a:pt x="170" y="91"/>
                      <a:pt x="175" y="92"/>
                    </a:cubicBezTo>
                    <a:cubicBezTo>
                      <a:pt x="177" y="92"/>
                      <a:pt x="178" y="92"/>
                      <a:pt x="179" y="92"/>
                    </a:cubicBezTo>
                    <a:cubicBezTo>
                      <a:pt x="181" y="91"/>
                      <a:pt x="184" y="91"/>
                      <a:pt x="186" y="90"/>
                    </a:cubicBezTo>
                    <a:cubicBezTo>
                      <a:pt x="190" y="87"/>
                      <a:pt x="190" y="87"/>
                      <a:pt x="193" y="90"/>
                    </a:cubicBezTo>
                    <a:cubicBezTo>
                      <a:pt x="195" y="91"/>
                      <a:pt x="205" y="100"/>
                      <a:pt x="206" y="95"/>
                    </a:cubicBezTo>
                    <a:cubicBezTo>
                      <a:pt x="207" y="91"/>
                      <a:pt x="194" y="87"/>
                      <a:pt x="195" y="83"/>
                    </a:cubicBezTo>
                    <a:cubicBezTo>
                      <a:pt x="197" y="75"/>
                      <a:pt x="212" y="82"/>
                      <a:pt x="215" y="83"/>
                    </a:cubicBezTo>
                    <a:cubicBezTo>
                      <a:pt x="212" y="79"/>
                      <a:pt x="207" y="80"/>
                      <a:pt x="205" y="76"/>
                    </a:cubicBezTo>
                    <a:cubicBezTo>
                      <a:pt x="201" y="71"/>
                      <a:pt x="208" y="70"/>
                      <a:pt x="211" y="69"/>
                    </a:cubicBezTo>
                    <a:cubicBezTo>
                      <a:pt x="215" y="69"/>
                      <a:pt x="228" y="66"/>
                      <a:pt x="219" y="64"/>
                    </a:cubicBezTo>
                    <a:cubicBezTo>
                      <a:pt x="217" y="63"/>
                      <a:pt x="213" y="65"/>
                      <a:pt x="211" y="65"/>
                    </a:cubicBezTo>
                    <a:cubicBezTo>
                      <a:pt x="208" y="65"/>
                      <a:pt x="207" y="65"/>
                      <a:pt x="204" y="64"/>
                    </a:cubicBezTo>
                    <a:cubicBezTo>
                      <a:pt x="205" y="61"/>
                      <a:pt x="202" y="55"/>
                      <a:pt x="203" y="52"/>
                    </a:cubicBezTo>
                    <a:cubicBezTo>
                      <a:pt x="204" y="48"/>
                      <a:pt x="205" y="49"/>
                      <a:pt x="203" y="45"/>
                    </a:cubicBezTo>
                    <a:cubicBezTo>
                      <a:pt x="202" y="47"/>
                      <a:pt x="200" y="49"/>
                      <a:pt x="200" y="51"/>
                    </a:cubicBezTo>
                    <a:cubicBezTo>
                      <a:pt x="199" y="53"/>
                      <a:pt x="199" y="56"/>
                      <a:pt x="199" y="58"/>
                    </a:cubicBezTo>
                    <a:cubicBezTo>
                      <a:pt x="198" y="65"/>
                      <a:pt x="198" y="74"/>
                      <a:pt x="191" y="78"/>
                    </a:cubicBezTo>
                    <a:cubicBezTo>
                      <a:pt x="189" y="80"/>
                      <a:pt x="187" y="81"/>
                      <a:pt x="185" y="83"/>
                    </a:cubicBezTo>
                    <a:cubicBezTo>
                      <a:pt x="183" y="86"/>
                      <a:pt x="185" y="86"/>
                      <a:pt x="180" y="86"/>
                    </a:cubicBezTo>
                    <a:cubicBezTo>
                      <a:pt x="175" y="86"/>
                      <a:pt x="163" y="86"/>
                      <a:pt x="160" y="83"/>
                    </a:cubicBezTo>
                    <a:cubicBezTo>
                      <a:pt x="154" y="77"/>
                      <a:pt x="155" y="75"/>
                      <a:pt x="154" y="69"/>
                    </a:cubicBezTo>
                    <a:cubicBezTo>
                      <a:pt x="154" y="65"/>
                      <a:pt x="160" y="55"/>
                      <a:pt x="163" y="54"/>
                    </a:cubicBezTo>
                    <a:cubicBezTo>
                      <a:pt x="165" y="53"/>
                      <a:pt x="171" y="47"/>
                      <a:pt x="169" y="44"/>
                    </a:cubicBezTo>
                    <a:cubicBezTo>
                      <a:pt x="167" y="42"/>
                      <a:pt x="159" y="53"/>
                      <a:pt x="157" y="53"/>
                    </a:cubicBezTo>
                    <a:cubicBezTo>
                      <a:pt x="154" y="54"/>
                      <a:pt x="154" y="56"/>
                      <a:pt x="152" y="52"/>
                    </a:cubicBezTo>
                    <a:cubicBezTo>
                      <a:pt x="151" y="49"/>
                      <a:pt x="153" y="46"/>
                      <a:pt x="154" y="43"/>
                    </a:cubicBezTo>
                    <a:cubicBezTo>
                      <a:pt x="155" y="38"/>
                      <a:pt x="156" y="21"/>
                      <a:pt x="147" y="21"/>
                    </a:cubicBezTo>
                    <a:cubicBezTo>
                      <a:pt x="147" y="24"/>
                      <a:pt x="151" y="28"/>
                      <a:pt x="150" y="32"/>
                    </a:cubicBezTo>
                    <a:cubicBezTo>
                      <a:pt x="149" y="38"/>
                      <a:pt x="150" y="39"/>
                      <a:pt x="147" y="44"/>
                    </a:cubicBezTo>
                    <a:cubicBezTo>
                      <a:pt x="141" y="56"/>
                      <a:pt x="147" y="65"/>
                      <a:pt x="146" y="77"/>
                    </a:cubicBezTo>
                    <a:cubicBezTo>
                      <a:pt x="144" y="75"/>
                      <a:pt x="141" y="70"/>
                      <a:pt x="140" y="69"/>
                    </a:cubicBezTo>
                    <a:cubicBezTo>
                      <a:pt x="138" y="66"/>
                      <a:pt x="135" y="65"/>
                      <a:pt x="132" y="65"/>
                    </a:cubicBezTo>
                    <a:cubicBezTo>
                      <a:pt x="132" y="67"/>
                      <a:pt x="136" y="70"/>
                      <a:pt x="137" y="71"/>
                    </a:cubicBezTo>
                    <a:cubicBezTo>
                      <a:pt x="141" y="76"/>
                      <a:pt x="144" y="80"/>
                      <a:pt x="146" y="85"/>
                    </a:cubicBezTo>
                    <a:cubicBezTo>
                      <a:pt x="149" y="91"/>
                      <a:pt x="146" y="98"/>
                      <a:pt x="148" y="104"/>
                    </a:cubicBezTo>
                    <a:cubicBezTo>
                      <a:pt x="150" y="108"/>
                      <a:pt x="159" y="113"/>
                      <a:pt x="152" y="116"/>
                    </a:cubicBezTo>
                    <a:cubicBezTo>
                      <a:pt x="147" y="118"/>
                      <a:pt x="146" y="114"/>
                      <a:pt x="143" y="112"/>
                    </a:cubicBezTo>
                    <a:cubicBezTo>
                      <a:pt x="138" y="107"/>
                      <a:pt x="131" y="107"/>
                      <a:pt x="126" y="102"/>
                    </a:cubicBezTo>
                    <a:cubicBezTo>
                      <a:pt x="122" y="99"/>
                      <a:pt x="118" y="95"/>
                      <a:pt x="119" y="90"/>
                    </a:cubicBezTo>
                    <a:cubicBezTo>
                      <a:pt x="120" y="86"/>
                      <a:pt x="122" y="85"/>
                      <a:pt x="117" y="86"/>
                    </a:cubicBezTo>
                    <a:cubicBezTo>
                      <a:pt x="115" y="86"/>
                      <a:pt x="111" y="89"/>
                      <a:pt x="110" y="88"/>
                    </a:cubicBezTo>
                    <a:cubicBezTo>
                      <a:pt x="108" y="88"/>
                      <a:pt x="108" y="86"/>
                      <a:pt x="107" y="86"/>
                    </a:cubicBezTo>
                    <a:cubicBezTo>
                      <a:pt x="105" y="84"/>
                      <a:pt x="103" y="83"/>
                      <a:pt x="102" y="80"/>
                    </a:cubicBezTo>
                    <a:cubicBezTo>
                      <a:pt x="101" y="75"/>
                      <a:pt x="102" y="76"/>
                      <a:pt x="105" y="73"/>
                    </a:cubicBezTo>
                    <a:cubicBezTo>
                      <a:pt x="107" y="71"/>
                      <a:pt x="108" y="66"/>
                      <a:pt x="104" y="65"/>
                    </a:cubicBezTo>
                    <a:cubicBezTo>
                      <a:pt x="101" y="65"/>
                      <a:pt x="102" y="68"/>
                      <a:pt x="101" y="69"/>
                    </a:cubicBezTo>
                    <a:cubicBezTo>
                      <a:pt x="99" y="72"/>
                      <a:pt x="96" y="76"/>
                      <a:pt x="94" y="78"/>
                    </a:cubicBezTo>
                    <a:cubicBezTo>
                      <a:pt x="92" y="79"/>
                      <a:pt x="91" y="80"/>
                      <a:pt x="89" y="79"/>
                    </a:cubicBezTo>
                    <a:cubicBezTo>
                      <a:pt x="85" y="78"/>
                      <a:pt x="84" y="77"/>
                      <a:pt x="83" y="73"/>
                    </a:cubicBezTo>
                    <a:cubicBezTo>
                      <a:pt x="77" y="72"/>
                      <a:pt x="79" y="79"/>
                      <a:pt x="82" y="81"/>
                    </a:cubicBezTo>
                    <a:cubicBezTo>
                      <a:pt x="88" y="85"/>
                      <a:pt x="97" y="82"/>
                      <a:pt x="103" y="88"/>
                    </a:cubicBezTo>
                    <a:cubicBezTo>
                      <a:pt x="106" y="92"/>
                      <a:pt x="107" y="97"/>
                      <a:pt x="111" y="100"/>
                    </a:cubicBezTo>
                    <a:cubicBezTo>
                      <a:pt x="117" y="104"/>
                      <a:pt x="126" y="109"/>
                      <a:pt x="120" y="111"/>
                    </a:cubicBezTo>
                    <a:cubicBezTo>
                      <a:pt x="113" y="111"/>
                      <a:pt x="110" y="111"/>
                      <a:pt x="103" y="112"/>
                    </a:cubicBezTo>
                    <a:cubicBezTo>
                      <a:pt x="98" y="113"/>
                      <a:pt x="96" y="114"/>
                      <a:pt x="91" y="111"/>
                    </a:cubicBezTo>
                    <a:cubicBezTo>
                      <a:pt x="87" y="108"/>
                      <a:pt x="81" y="104"/>
                      <a:pt x="83" y="99"/>
                    </a:cubicBezTo>
                    <a:cubicBezTo>
                      <a:pt x="79" y="100"/>
                      <a:pt x="81" y="106"/>
                      <a:pt x="81" y="107"/>
                    </a:cubicBezTo>
                    <a:cubicBezTo>
                      <a:pt x="81" y="114"/>
                      <a:pt x="75" y="112"/>
                      <a:pt x="70" y="112"/>
                    </a:cubicBezTo>
                    <a:cubicBezTo>
                      <a:pt x="65" y="112"/>
                      <a:pt x="55" y="115"/>
                      <a:pt x="53" y="109"/>
                    </a:cubicBezTo>
                    <a:cubicBezTo>
                      <a:pt x="54" y="115"/>
                      <a:pt x="54" y="116"/>
                      <a:pt x="61" y="116"/>
                    </a:cubicBezTo>
                    <a:cubicBezTo>
                      <a:pt x="65" y="116"/>
                      <a:pt x="70" y="118"/>
                      <a:pt x="75" y="117"/>
                    </a:cubicBezTo>
                    <a:cubicBezTo>
                      <a:pt x="80" y="117"/>
                      <a:pt x="81" y="117"/>
                      <a:pt x="86" y="117"/>
                    </a:cubicBezTo>
                    <a:cubicBezTo>
                      <a:pt x="92" y="117"/>
                      <a:pt x="98" y="117"/>
                      <a:pt x="104" y="118"/>
                    </a:cubicBezTo>
                    <a:cubicBezTo>
                      <a:pt x="107" y="118"/>
                      <a:pt x="109" y="117"/>
                      <a:pt x="112" y="116"/>
                    </a:cubicBezTo>
                    <a:cubicBezTo>
                      <a:pt x="117" y="116"/>
                      <a:pt x="131" y="112"/>
                      <a:pt x="130" y="121"/>
                    </a:cubicBezTo>
                    <a:cubicBezTo>
                      <a:pt x="121" y="121"/>
                      <a:pt x="109" y="125"/>
                      <a:pt x="101" y="129"/>
                    </a:cubicBezTo>
                    <a:cubicBezTo>
                      <a:pt x="97" y="131"/>
                      <a:pt x="94" y="133"/>
                      <a:pt x="91" y="136"/>
                    </a:cubicBezTo>
                    <a:cubicBezTo>
                      <a:pt x="89" y="138"/>
                      <a:pt x="89" y="139"/>
                      <a:pt x="87" y="141"/>
                    </a:cubicBezTo>
                    <a:cubicBezTo>
                      <a:pt x="84" y="143"/>
                      <a:pt x="76" y="146"/>
                      <a:pt x="71" y="145"/>
                    </a:cubicBezTo>
                    <a:cubicBezTo>
                      <a:pt x="67" y="145"/>
                      <a:pt x="60" y="145"/>
                      <a:pt x="56" y="146"/>
                    </a:cubicBezTo>
                    <a:cubicBezTo>
                      <a:pt x="55" y="146"/>
                      <a:pt x="55" y="147"/>
                      <a:pt x="56" y="147"/>
                    </a:cubicBezTo>
                    <a:cubicBezTo>
                      <a:pt x="58" y="150"/>
                      <a:pt x="70" y="149"/>
                      <a:pt x="72" y="150"/>
                    </a:cubicBezTo>
                    <a:cubicBezTo>
                      <a:pt x="81" y="155"/>
                      <a:pt x="72" y="160"/>
                      <a:pt x="70" y="166"/>
                    </a:cubicBezTo>
                    <a:cubicBezTo>
                      <a:pt x="68" y="171"/>
                      <a:pt x="68" y="174"/>
                      <a:pt x="60" y="174"/>
                    </a:cubicBezTo>
                    <a:cubicBezTo>
                      <a:pt x="61" y="177"/>
                      <a:pt x="64" y="180"/>
                      <a:pt x="68" y="180"/>
                    </a:cubicBezTo>
                    <a:cubicBezTo>
                      <a:pt x="69" y="173"/>
                      <a:pt x="72" y="171"/>
                      <a:pt x="77" y="167"/>
                    </a:cubicBezTo>
                    <a:cubicBezTo>
                      <a:pt x="81" y="164"/>
                      <a:pt x="79" y="155"/>
                      <a:pt x="87" y="157"/>
                    </a:cubicBezTo>
                    <a:cubicBezTo>
                      <a:pt x="83" y="163"/>
                      <a:pt x="87" y="168"/>
                      <a:pt x="85" y="174"/>
                    </a:cubicBezTo>
                    <a:cubicBezTo>
                      <a:pt x="84" y="178"/>
                      <a:pt x="81" y="180"/>
                      <a:pt x="81" y="185"/>
                    </a:cubicBezTo>
                    <a:cubicBezTo>
                      <a:pt x="82" y="189"/>
                      <a:pt x="81" y="190"/>
                      <a:pt x="84" y="192"/>
                    </a:cubicBezTo>
                    <a:cubicBezTo>
                      <a:pt x="82" y="188"/>
                      <a:pt x="84" y="185"/>
                      <a:pt x="86" y="180"/>
                    </a:cubicBezTo>
                    <a:cubicBezTo>
                      <a:pt x="87" y="175"/>
                      <a:pt x="89" y="174"/>
                      <a:pt x="91" y="170"/>
                    </a:cubicBezTo>
                    <a:cubicBezTo>
                      <a:pt x="92" y="166"/>
                      <a:pt x="87" y="163"/>
                      <a:pt x="89" y="158"/>
                    </a:cubicBezTo>
                    <a:cubicBezTo>
                      <a:pt x="90" y="157"/>
                      <a:pt x="92" y="155"/>
                      <a:pt x="93" y="154"/>
                    </a:cubicBezTo>
                    <a:cubicBezTo>
                      <a:pt x="94" y="152"/>
                      <a:pt x="95" y="151"/>
                      <a:pt x="95" y="149"/>
                    </a:cubicBezTo>
                    <a:cubicBezTo>
                      <a:pt x="96" y="147"/>
                      <a:pt x="96" y="143"/>
                      <a:pt x="96" y="142"/>
                    </a:cubicBezTo>
                    <a:cubicBezTo>
                      <a:pt x="98" y="140"/>
                      <a:pt x="105" y="141"/>
                      <a:pt x="108" y="140"/>
                    </a:cubicBezTo>
                    <a:cubicBezTo>
                      <a:pt x="112" y="138"/>
                      <a:pt x="114" y="136"/>
                      <a:pt x="118" y="135"/>
                    </a:cubicBezTo>
                    <a:cubicBezTo>
                      <a:pt x="121" y="134"/>
                      <a:pt x="123" y="135"/>
                      <a:pt x="126" y="134"/>
                    </a:cubicBezTo>
                    <a:cubicBezTo>
                      <a:pt x="128" y="134"/>
                      <a:pt x="130" y="132"/>
                      <a:pt x="133" y="132"/>
                    </a:cubicBezTo>
                    <a:cubicBezTo>
                      <a:pt x="141" y="130"/>
                      <a:pt x="153" y="127"/>
                      <a:pt x="160" y="131"/>
                    </a:cubicBezTo>
                    <a:cubicBezTo>
                      <a:pt x="165" y="134"/>
                      <a:pt x="161" y="137"/>
                      <a:pt x="158" y="141"/>
                    </a:cubicBezTo>
                    <a:cubicBezTo>
                      <a:pt x="155" y="146"/>
                      <a:pt x="154" y="153"/>
                      <a:pt x="150" y="157"/>
                    </a:cubicBezTo>
                    <a:cubicBezTo>
                      <a:pt x="147" y="159"/>
                      <a:pt x="145" y="161"/>
                      <a:pt x="142" y="163"/>
                    </a:cubicBezTo>
                    <a:cubicBezTo>
                      <a:pt x="141" y="165"/>
                      <a:pt x="137" y="167"/>
                      <a:pt x="136" y="168"/>
                    </a:cubicBezTo>
                    <a:cubicBezTo>
                      <a:pt x="135" y="170"/>
                      <a:pt x="136" y="172"/>
                      <a:pt x="135" y="173"/>
                    </a:cubicBezTo>
                    <a:cubicBezTo>
                      <a:pt x="133" y="176"/>
                      <a:pt x="130" y="177"/>
                      <a:pt x="126" y="177"/>
                    </a:cubicBezTo>
                    <a:cubicBezTo>
                      <a:pt x="122" y="177"/>
                      <a:pt x="118" y="179"/>
                      <a:pt x="115" y="177"/>
                    </a:cubicBezTo>
                    <a:cubicBezTo>
                      <a:pt x="118" y="179"/>
                      <a:pt x="122" y="179"/>
                      <a:pt x="124" y="181"/>
                    </a:cubicBezTo>
                    <a:cubicBezTo>
                      <a:pt x="127" y="183"/>
                      <a:pt x="127" y="187"/>
                      <a:pt x="127" y="191"/>
                    </a:cubicBezTo>
                    <a:cubicBezTo>
                      <a:pt x="127" y="192"/>
                      <a:pt x="127" y="193"/>
                      <a:pt x="127" y="194"/>
                    </a:cubicBezTo>
                    <a:cubicBezTo>
                      <a:pt x="126" y="195"/>
                      <a:pt x="125" y="195"/>
                      <a:pt x="124" y="196"/>
                    </a:cubicBezTo>
                    <a:cubicBezTo>
                      <a:pt x="122" y="199"/>
                      <a:pt x="124" y="203"/>
                      <a:pt x="123" y="206"/>
                    </a:cubicBezTo>
                    <a:cubicBezTo>
                      <a:pt x="124" y="202"/>
                      <a:pt x="125" y="199"/>
                      <a:pt x="128" y="199"/>
                    </a:cubicBezTo>
                    <a:cubicBezTo>
                      <a:pt x="133" y="200"/>
                      <a:pt x="133" y="206"/>
                      <a:pt x="134" y="209"/>
                    </a:cubicBezTo>
                    <a:cubicBezTo>
                      <a:pt x="136" y="214"/>
                      <a:pt x="138" y="219"/>
                      <a:pt x="143" y="220"/>
                    </a:cubicBezTo>
                    <a:cubicBezTo>
                      <a:pt x="147" y="221"/>
                      <a:pt x="147" y="218"/>
                      <a:pt x="147" y="218"/>
                    </a:cubicBezTo>
                    <a:cubicBezTo>
                      <a:pt x="147" y="218"/>
                      <a:pt x="143" y="217"/>
                      <a:pt x="141" y="215"/>
                    </a:cubicBezTo>
                    <a:cubicBezTo>
                      <a:pt x="141" y="214"/>
                      <a:pt x="141" y="213"/>
                      <a:pt x="141" y="212"/>
                    </a:cubicBezTo>
                    <a:cubicBezTo>
                      <a:pt x="140" y="208"/>
                      <a:pt x="140" y="207"/>
                      <a:pt x="139" y="204"/>
                    </a:cubicBezTo>
                    <a:cubicBezTo>
                      <a:pt x="138" y="201"/>
                      <a:pt x="135" y="194"/>
                      <a:pt x="136" y="191"/>
                    </a:cubicBezTo>
                    <a:cubicBezTo>
                      <a:pt x="138" y="186"/>
                      <a:pt x="139" y="185"/>
                      <a:pt x="139" y="180"/>
                    </a:cubicBezTo>
                    <a:cubicBezTo>
                      <a:pt x="139" y="177"/>
                      <a:pt x="138" y="174"/>
                      <a:pt x="140" y="171"/>
                    </a:cubicBezTo>
                    <a:cubicBezTo>
                      <a:pt x="142" y="169"/>
                      <a:pt x="146" y="167"/>
                      <a:pt x="148" y="166"/>
                    </a:cubicBezTo>
                    <a:cubicBezTo>
                      <a:pt x="152" y="163"/>
                      <a:pt x="156" y="160"/>
                      <a:pt x="160" y="158"/>
                    </a:cubicBezTo>
                    <a:cubicBezTo>
                      <a:pt x="167" y="154"/>
                      <a:pt x="169" y="154"/>
                      <a:pt x="170" y="162"/>
                    </a:cubicBezTo>
                    <a:cubicBezTo>
                      <a:pt x="171" y="169"/>
                      <a:pt x="171" y="171"/>
                      <a:pt x="177" y="174"/>
                    </a:cubicBezTo>
                    <a:cubicBezTo>
                      <a:pt x="183" y="177"/>
                      <a:pt x="185" y="188"/>
                      <a:pt x="186" y="195"/>
                    </a:cubicBezTo>
                    <a:cubicBezTo>
                      <a:pt x="187" y="204"/>
                      <a:pt x="191" y="212"/>
                      <a:pt x="187" y="220"/>
                    </a:cubicBezTo>
                    <a:cubicBezTo>
                      <a:pt x="191" y="223"/>
                      <a:pt x="189" y="218"/>
                      <a:pt x="190" y="217"/>
                    </a:cubicBezTo>
                    <a:cubicBezTo>
                      <a:pt x="190" y="214"/>
                      <a:pt x="192" y="212"/>
                      <a:pt x="192" y="209"/>
                    </a:cubicBezTo>
                    <a:cubicBezTo>
                      <a:pt x="191" y="204"/>
                      <a:pt x="188" y="196"/>
                      <a:pt x="191" y="191"/>
                    </a:cubicBezTo>
                    <a:cubicBezTo>
                      <a:pt x="194" y="193"/>
                      <a:pt x="197" y="199"/>
                      <a:pt x="198" y="202"/>
                    </a:cubicBezTo>
                    <a:cubicBezTo>
                      <a:pt x="199" y="203"/>
                      <a:pt x="198" y="205"/>
                      <a:pt x="199" y="206"/>
                    </a:cubicBezTo>
                    <a:cubicBezTo>
                      <a:pt x="199" y="207"/>
                      <a:pt x="201" y="207"/>
                      <a:pt x="202" y="208"/>
                    </a:cubicBezTo>
                    <a:cubicBezTo>
                      <a:pt x="205" y="212"/>
                      <a:pt x="210" y="218"/>
                      <a:pt x="215" y="219"/>
                    </a:cubicBezTo>
                    <a:cubicBezTo>
                      <a:pt x="210" y="218"/>
                      <a:pt x="202" y="203"/>
                      <a:pt x="202" y="199"/>
                    </a:cubicBezTo>
                    <a:cubicBezTo>
                      <a:pt x="199" y="194"/>
                      <a:pt x="196" y="190"/>
                      <a:pt x="193" y="185"/>
                    </a:cubicBezTo>
                    <a:cubicBezTo>
                      <a:pt x="190" y="178"/>
                      <a:pt x="188" y="174"/>
                      <a:pt x="183" y="168"/>
                    </a:cubicBezTo>
                    <a:cubicBezTo>
                      <a:pt x="177" y="162"/>
                      <a:pt x="173" y="143"/>
                      <a:pt x="179" y="136"/>
                    </a:cubicBezTo>
                    <a:cubicBezTo>
                      <a:pt x="183" y="132"/>
                      <a:pt x="188" y="129"/>
                      <a:pt x="193" y="129"/>
                    </a:cubicBezTo>
                    <a:cubicBezTo>
                      <a:pt x="196" y="129"/>
                      <a:pt x="199" y="129"/>
                      <a:pt x="201" y="131"/>
                    </a:cubicBezTo>
                    <a:cubicBezTo>
                      <a:pt x="206" y="134"/>
                      <a:pt x="212" y="134"/>
                      <a:pt x="218" y="145"/>
                    </a:cubicBezTo>
                    <a:cubicBezTo>
                      <a:pt x="222" y="154"/>
                      <a:pt x="227" y="169"/>
                      <a:pt x="228" y="173"/>
                    </a:cubicBezTo>
                    <a:cubicBezTo>
                      <a:pt x="229" y="175"/>
                      <a:pt x="231" y="181"/>
                      <a:pt x="231" y="184"/>
                    </a:cubicBezTo>
                    <a:cubicBezTo>
                      <a:pt x="232" y="187"/>
                      <a:pt x="230" y="189"/>
                      <a:pt x="230" y="192"/>
                    </a:cubicBezTo>
                    <a:cubicBezTo>
                      <a:pt x="230" y="194"/>
                      <a:pt x="232" y="197"/>
                      <a:pt x="233" y="200"/>
                    </a:cubicBezTo>
                    <a:cubicBezTo>
                      <a:pt x="235" y="207"/>
                      <a:pt x="235" y="216"/>
                      <a:pt x="236" y="224"/>
                    </a:cubicBezTo>
                    <a:cubicBezTo>
                      <a:pt x="236" y="228"/>
                      <a:pt x="235" y="228"/>
                      <a:pt x="233" y="232"/>
                    </a:cubicBezTo>
                    <a:cubicBezTo>
                      <a:pt x="231" y="235"/>
                      <a:pt x="230" y="240"/>
                      <a:pt x="228" y="242"/>
                    </a:cubicBezTo>
                    <a:cubicBezTo>
                      <a:pt x="225" y="245"/>
                      <a:pt x="223" y="244"/>
                      <a:pt x="220" y="245"/>
                    </a:cubicBezTo>
                    <a:cubicBezTo>
                      <a:pt x="219" y="246"/>
                      <a:pt x="218" y="245"/>
                      <a:pt x="217" y="246"/>
                    </a:cubicBezTo>
                    <a:cubicBezTo>
                      <a:pt x="216" y="246"/>
                      <a:pt x="217" y="249"/>
                      <a:pt x="216" y="250"/>
                    </a:cubicBezTo>
                    <a:cubicBezTo>
                      <a:pt x="213" y="251"/>
                      <a:pt x="214" y="253"/>
                      <a:pt x="211" y="253"/>
                    </a:cubicBezTo>
                    <a:cubicBezTo>
                      <a:pt x="209" y="253"/>
                      <a:pt x="206" y="249"/>
                      <a:pt x="204" y="250"/>
                    </a:cubicBezTo>
                    <a:cubicBezTo>
                      <a:pt x="201" y="250"/>
                      <a:pt x="199" y="253"/>
                      <a:pt x="197" y="253"/>
                    </a:cubicBezTo>
                    <a:cubicBezTo>
                      <a:pt x="195" y="254"/>
                      <a:pt x="192" y="254"/>
                      <a:pt x="191" y="254"/>
                    </a:cubicBezTo>
                    <a:cubicBezTo>
                      <a:pt x="187" y="255"/>
                      <a:pt x="182" y="258"/>
                      <a:pt x="178" y="258"/>
                    </a:cubicBezTo>
                    <a:cubicBezTo>
                      <a:pt x="171" y="258"/>
                      <a:pt x="168" y="253"/>
                      <a:pt x="170" y="246"/>
                    </a:cubicBezTo>
                    <a:cubicBezTo>
                      <a:pt x="169" y="248"/>
                      <a:pt x="167" y="251"/>
                      <a:pt x="165" y="253"/>
                    </a:cubicBezTo>
                    <a:cubicBezTo>
                      <a:pt x="163" y="251"/>
                      <a:pt x="162" y="250"/>
                      <a:pt x="160" y="248"/>
                    </a:cubicBezTo>
                    <a:cubicBezTo>
                      <a:pt x="161" y="251"/>
                      <a:pt x="161" y="254"/>
                      <a:pt x="160" y="257"/>
                    </a:cubicBezTo>
                    <a:cubicBezTo>
                      <a:pt x="153" y="257"/>
                      <a:pt x="150" y="261"/>
                      <a:pt x="143" y="258"/>
                    </a:cubicBezTo>
                    <a:cubicBezTo>
                      <a:pt x="138" y="255"/>
                      <a:pt x="134" y="253"/>
                      <a:pt x="128" y="253"/>
                    </a:cubicBezTo>
                    <a:cubicBezTo>
                      <a:pt x="119" y="254"/>
                      <a:pt x="120" y="251"/>
                      <a:pt x="114" y="247"/>
                    </a:cubicBezTo>
                    <a:cubicBezTo>
                      <a:pt x="113" y="247"/>
                      <a:pt x="110" y="248"/>
                      <a:pt x="108" y="247"/>
                    </a:cubicBezTo>
                    <a:cubicBezTo>
                      <a:pt x="106" y="246"/>
                      <a:pt x="105" y="242"/>
                      <a:pt x="104" y="240"/>
                    </a:cubicBezTo>
                    <a:cubicBezTo>
                      <a:pt x="100" y="246"/>
                      <a:pt x="93" y="247"/>
                      <a:pt x="87" y="243"/>
                    </a:cubicBezTo>
                    <a:cubicBezTo>
                      <a:pt x="80" y="239"/>
                      <a:pt x="86" y="230"/>
                      <a:pt x="87" y="224"/>
                    </a:cubicBezTo>
                    <a:cubicBezTo>
                      <a:pt x="89" y="219"/>
                      <a:pt x="91" y="214"/>
                      <a:pt x="92" y="209"/>
                    </a:cubicBezTo>
                    <a:cubicBezTo>
                      <a:pt x="93" y="203"/>
                      <a:pt x="90" y="204"/>
                      <a:pt x="87" y="209"/>
                    </a:cubicBezTo>
                    <a:cubicBezTo>
                      <a:pt x="82" y="218"/>
                      <a:pt x="84" y="245"/>
                      <a:pt x="68" y="237"/>
                    </a:cubicBezTo>
                    <a:cubicBezTo>
                      <a:pt x="65" y="236"/>
                      <a:pt x="64" y="234"/>
                      <a:pt x="60" y="233"/>
                    </a:cubicBezTo>
                    <a:cubicBezTo>
                      <a:pt x="57" y="233"/>
                      <a:pt x="53" y="233"/>
                      <a:pt x="50" y="231"/>
                    </a:cubicBezTo>
                    <a:cubicBezTo>
                      <a:pt x="43" y="226"/>
                      <a:pt x="47" y="220"/>
                      <a:pt x="49" y="213"/>
                    </a:cubicBezTo>
                    <a:cubicBezTo>
                      <a:pt x="40" y="221"/>
                      <a:pt x="39" y="216"/>
                      <a:pt x="33" y="209"/>
                    </a:cubicBezTo>
                    <a:cubicBezTo>
                      <a:pt x="29" y="204"/>
                      <a:pt x="24" y="204"/>
                      <a:pt x="24" y="195"/>
                    </a:cubicBezTo>
                    <a:cubicBezTo>
                      <a:pt x="17" y="200"/>
                      <a:pt x="14" y="184"/>
                      <a:pt x="19" y="177"/>
                    </a:cubicBezTo>
                    <a:cubicBezTo>
                      <a:pt x="17" y="179"/>
                      <a:pt x="15" y="183"/>
                      <a:pt x="10" y="181"/>
                    </a:cubicBezTo>
                    <a:cubicBezTo>
                      <a:pt x="5" y="180"/>
                      <a:pt x="4" y="175"/>
                      <a:pt x="4" y="171"/>
                    </a:cubicBezTo>
                    <a:cubicBezTo>
                      <a:pt x="3" y="166"/>
                      <a:pt x="0" y="154"/>
                      <a:pt x="2" y="149"/>
                    </a:cubicBezTo>
                    <a:close/>
                  </a:path>
                </a:pathLst>
              </a:custGeom>
              <a:solidFill>
                <a:srgbClr val="E2B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6" name="Freeform 737">
                <a:extLst>
                  <a:ext uri="{FF2B5EF4-FFF2-40B4-BE49-F238E27FC236}">
                    <a16:creationId xmlns:a16="http://schemas.microsoft.com/office/drawing/2014/main" id="{A7CBA284-D451-4BAD-9BAA-7FABDE114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581"/>
                <a:ext cx="681" cy="782"/>
              </a:xfrm>
              <a:custGeom>
                <a:avLst/>
                <a:gdLst>
                  <a:gd name="T0" fmla="*/ 160 w 294"/>
                  <a:gd name="T1" fmla="*/ 2014 h 316"/>
                  <a:gd name="T2" fmla="*/ 718 w 294"/>
                  <a:gd name="T3" fmla="*/ 1171 h 316"/>
                  <a:gd name="T4" fmla="*/ 1753 w 294"/>
                  <a:gd name="T5" fmla="*/ 183 h 316"/>
                  <a:gd name="T6" fmla="*/ 2360 w 294"/>
                  <a:gd name="T7" fmla="*/ 0 h 316"/>
                  <a:gd name="T8" fmla="*/ 2882 w 294"/>
                  <a:gd name="T9" fmla="*/ 215 h 316"/>
                  <a:gd name="T10" fmla="*/ 3208 w 294"/>
                  <a:gd name="T11" fmla="*/ 636 h 316"/>
                  <a:gd name="T12" fmla="*/ 3009 w 294"/>
                  <a:gd name="T13" fmla="*/ 391 h 316"/>
                  <a:gd name="T14" fmla="*/ 2946 w 294"/>
                  <a:gd name="T15" fmla="*/ 544 h 316"/>
                  <a:gd name="T16" fmla="*/ 2796 w 294"/>
                  <a:gd name="T17" fmla="*/ 1121 h 316"/>
                  <a:gd name="T18" fmla="*/ 2844 w 294"/>
                  <a:gd name="T19" fmla="*/ 681 h 316"/>
                  <a:gd name="T20" fmla="*/ 2775 w 294"/>
                  <a:gd name="T21" fmla="*/ 215 h 316"/>
                  <a:gd name="T22" fmla="*/ 2560 w 294"/>
                  <a:gd name="T23" fmla="*/ 215 h 316"/>
                  <a:gd name="T24" fmla="*/ 2226 w 294"/>
                  <a:gd name="T25" fmla="*/ 215 h 316"/>
                  <a:gd name="T26" fmla="*/ 2210 w 294"/>
                  <a:gd name="T27" fmla="*/ 379 h 316"/>
                  <a:gd name="T28" fmla="*/ 2136 w 294"/>
                  <a:gd name="T29" fmla="*/ 275 h 316"/>
                  <a:gd name="T30" fmla="*/ 1879 w 294"/>
                  <a:gd name="T31" fmla="*/ 245 h 316"/>
                  <a:gd name="T32" fmla="*/ 1716 w 294"/>
                  <a:gd name="T33" fmla="*/ 332 h 316"/>
                  <a:gd name="T34" fmla="*/ 1679 w 294"/>
                  <a:gd name="T35" fmla="*/ 606 h 316"/>
                  <a:gd name="T36" fmla="*/ 1566 w 294"/>
                  <a:gd name="T37" fmla="*/ 577 h 316"/>
                  <a:gd name="T38" fmla="*/ 1267 w 294"/>
                  <a:gd name="T39" fmla="*/ 864 h 316"/>
                  <a:gd name="T40" fmla="*/ 994 w 294"/>
                  <a:gd name="T41" fmla="*/ 1183 h 316"/>
                  <a:gd name="T42" fmla="*/ 1105 w 294"/>
                  <a:gd name="T43" fmla="*/ 1366 h 316"/>
                  <a:gd name="T44" fmla="*/ 859 w 294"/>
                  <a:gd name="T45" fmla="*/ 1408 h 316"/>
                  <a:gd name="T46" fmla="*/ 660 w 294"/>
                  <a:gd name="T47" fmla="*/ 1789 h 316"/>
                  <a:gd name="T48" fmla="*/ 584 w 294"/>
                  <a:gd name="T49" fmla="*/ 1953 h 316"/>
                  <a:gd name="T50" fmla="*/ 709 w 294"/>
                  <a:gd name="T51" fmla="*/ 2230 h 316"/>
                  <a:gd name="T52" fmla="*/ 574 w 294"/>
                  <a:gd name="T53" fmla="*/ 2653 h 316"/>
                  <a:gd name="T54" fmla="*/ 757 w 294"/>
                  <a:gd name="T55" fmla="*/ 2744 h 316"/>
                  <a:gd name="T56" fmla="*/ 933 w 294"/>
                  <a:gd name="T57" fmla="*/ 3227 h 316"/>
                  <a:gd name="T58" fmla="*/ 1142 w 294"/>
                  <a:gd name="T59" fmla="*/ 3564 h 316"/>
                  <a:gd name="T60" fmla="*/ 1369 w 294"/>
                  <a:gd name="T61" fmla="*/ 3650 h 316"/>
                  <a:gd name="T62" fmla="*/ 1663 w 294"/>
                  <a:gd name="T63" fmla="*/ 3227 h 316"/>
                  <a:gd name="T64" fmla="*/ 1605 w 294"/>
                  <a:gd name="T65" fmla="*/ 3742 h 316"/>
                  <a:gd name="T66" fmla="*/ 1862 w 294"/>
                  <a:gd name="T67" fmla="*/ 3804 h 316"/>
                  <a:gd name="T68" fmla="*/ 2115 w 294"/>
                  <a:gd name="T69" fmla="*/ 3895 h 316"/>
                  <a:gd name="T70" fmla="*/ 2511 w 294"/>
                  <a:gd name="T71" fmla="*/ 3957 h 316"/>
                  <a:gd name="T72" fmla="*/ 2571 w 294"/>
                  <a:gd name="T73" fmla="*/ 3895 h 316"/>
                  <a:gd name="T74" fmla="*/ 2736 w 294"/>
                  <a:gd name="T75" fmla="*/ 3969 h 316"/>
                  <a:gd name="T76" fmla="*/ 2972 w 294"/>
                  <a:gd name="T77" fmla="*/ 3895 h 316"/>
                  <a:gd name="T78" fmla="*/ 3143 w 294"/>
                  <a:gd name="T79" fmla="*/ 3895 h 316"/>
                  <a:gd name="T80" fmla="*/ 3220 w 294"/>
                  <a:gd name="T81" fmla="*/ 3791 h 316"/>
                  <a:gd name="T82" fmla="*/ 3354 w 294"/>
                  <a:gd name="T83" fmla="*/ 3729 h 316"/>
                  <a:gd name="T84" fmla="*/ 3456 w 294"/>
                  <a:gd name="T85" fmla="*/ 3455 h 316"/>
                  <a:gd name="T86" fmla="*/ 3380 w 294"/>
                  <a:gd name="T87" fmla="*/ 2970 h 316"/>
                  <a:gd name="T88" fmla="*/ 3354 w 294"/>
                  <a:gd name="T89" fmla="*/ 2683 h 316"/>
                  <a:gd name="T90" fmla="*/ 3245 w 294"/>
                  <a:gd name="T91" fmla="*/ 2272 h 316"/>
                  <a:gd name="T92" fmla="*/ 3653 w 294"/>
                  <a:gd name="T93" fmla="*/ 4016 h 316"/>
                  <a:gd name="T94" fmla="*/ 3208 w 294"/>
                  <a:gd name="T95" fmla="*/ 4623 h 316"/>
                  <a:gd name="T96" fmla="*/ 2673 w 294"/>
                  <a:gd name="T97" fmla="*/ 4685 h 316"/>
                  <a:gd name="T98" fmla="*/ 2483 w 294"/>
                  <a:gd name="T99" fmla="*/ 4727 h 316"/>
                  <a:gd name="T100" fmla="*/ 2075 w 294"/>
                  <a:gd name="T101" fmla="*/ 4576 h 316"/>
                  <a:gd name="T102" fmla="*/ 1427 w 294"/>
                  <a:gd name="T103" fmla="*/ 4029 h 316"/>
                  <a:gd name="T104" fmla="*/ 1068 w 294"/>
                  <a:gd name="T105" fmla="*/ 4061 h 316"/>
                  <a:gd name="T106" fmla="*/ 510 w 294"/>
                  <a:gd name="T107" fmla="*/ 3351 h 316"/>
                  <a:gd name="T108" fmla="*/ 0 w 294"/>
                  <a:gd name="T109" fmla="*/ 2653 h 316"/>
                  <a:gd name="T110" fmla="*/ 134 w 294"/>
                  <a:gd name="T111" fmla="*/ 2076 h 31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94" h="316">
                    <a:moveTo>
                      <a:pt x="11" y="137"/>
                    </a:moveTo>
                    <a:cubicBezTo>
                      <a:pt x="12" y="136"/>
                      <a:pt x="12" y="134"/>
                      <a:pt x="13" y="133"/>
                    </a:cubicBezTo>
                    <a:cubicBezTo>
                      <a:pt x="16" y="129"/>
                      <a:pt x="18" y="125"/>
                      <a:pt x="20" y="122"/>
                    </a:cubicBezTo>
                    <a:cubicBezTo>
                      <a:pt x="26" y="112"/>
                      <a:pt x="50" y="86"/>
                      <a:pt x="58" y="77"/>
                    </a:cubicBezTo>
                    <a:cubicBezTo>
                      <a:pt x="70" y="67"/>
                      <a:pt x="86" y="53"/>
                      <a:pt x="104" y="39"/>
                    </a:cubicBezTo>
                    <a:cubicBezTo>
                      <a:pt x="118" y="29"/>
                      <a:pt x="137" y="20"/>
                      <a:pt x="141" y="12"/>
                    </a:cubicBezTo>
                    <a:cubicBezTo>
                      <a:pt x="144" y="3"/>
                      <a:pt x="146" y="3"/>
                      <a:pt x="146" y="3"/>
                    </a:cubicBezTo>
                    <a:cubicBezTo>
                      <a:pt x="159" y="8"/>
                      <a:pt x="175" y="3"/>
                      <a:pt x="190" y="0"/>
                    </a:cubicBezTo>
                    <a:cubicBezTo>
                      <a:pt x="213" y="1"/>
                      <a:pt x="213" y="4"/>
                      <a:pt x="220" y="6"/>
                    </a:cubicBezTo>
                    <a:cubicBezTo>
                      <a:pt x="227" y="8"/>
                      <a:pt x="230" y="9"/>
                      <a:pt x="232" y="14"/>
                    </a:cubicBezTo>
                    <a:cubicBezTo>
                      <a:pt x="235" y="19"/>
                      <a:pt x="236" y="19"/>
                      <a:pt x="242" y="20"/>
                    </a:cubicBezTo>
                    <a:cubicBezTo>
                      <a:pt x="248" y="22"/>
                      <a:pt x="256" y="33"/>
                      <a:pt x="258" y="42"/>
                    </a:cubicBezTo>
                    <a:cubicBezTo>
                      <a:pt x="258" y="42"/>
                      <a:pt x="258" y="42"/>
                      <a:pt x="258" y="42"/>
                    </a:cubicBezTo>
                    <a:cubicBezTo>
                      <a:pt x="254" y="35"/>
                      <a:pt x="254" y="25"/>
                      <a:pt x="242" y="26"/>
                    </a:cubicBezTo>
                    <a:cubicBezTo>
                      <a:pt x="237" y="27"/>
                      <a:pt x="237" y="28"/>
                      <a:pt x="236" y="32"/>
                    </a:cubicBezTo>
                    <a:cubicBezTo>
                      <a:pt x="236" y="33"/>
                      <a:pt x="237" y="35"/>
                      <a:pt x="237" y="36"/>
                    </a:cubicBezTo>
                    <a:cubicBezTo>
                      <a:pt x="237" y="38"/>
                      <a:pt x="235" y="39"/>
                      <a:pt x="234" y="41"/>
                    </a:cubicBezTo>
                    <a:cubicBezTo>
                      <a:pt x="229" y="51"/>
                      <a:pt x="226" y="62"/>
                      <a:pt x="225" y="74"/>
                    </a:cubicBezTo>
                    <a:cubicBezTo>
                      <a:pt x="225" y="70"/>
                      <a:pt x="224" y="66"/>
                      <a:pt x="224" y="63"/>
                    </a:cubicBezTo>
                    <a:cubicBezTo>
                      <a:pt x="224" y="56"/>
                      <a:pt x="228" y="51"/>
                      <a:pt x="229" y="45"/>
                    </a:cubicBezTo>
                    <a:cubicBezTo>
                      <a:pt x="230" y="39"/>
                      <a:pt x="227" y="37"/>
                      <a:pt x="226" y="32"/>
                    </a:cubicBezTo>
                    <a:cubicBezTo>
                      <a:pt x="224" y="26"/>
                      <a:pt x="226" y="20"/>
                      <a:pt x="223" y="14"/>
                    </a:cubicBezTo>
                    <a:cubicBezTo>
                      <a:pt x="213" y="23"/>
                      <a:pt x="218" y="7"/>
                      <a:pt x="209" y="9"/>
                    </a:cubicBezTo>
                    <a:cubicBezTo>
                      <a:pt x="209" y="11"/>
                      <a:pt x="207" y="12"/>
                      <a:pt x="206" y="14"/>
                    </a:cubicBezTo>
                    <a:cubicBezTo>
                      <a:pt x="203" y="12"/>
                      <a:pt x="199" y="10"/>
                      <a:pt x="197" y="15"/>
                    </a:cubicBezTo>
                    <a:cubicBezTo>
                      <a:pt x="192" y="11"/>
                      <a:pt x="181" y="4"/>
                      <a:pt x="179" y="14"/>
                    </a:cubicBezTo>
                    <a:cubicBezTo>
                      <a:pt x="178" y="15"/>
                      <a:pt x="180" y="17"/>
                      <a:pt x="180" y="17"/>
                    </a:cubicBezTo>
                    <a:cubicBezTo>
                      <a:pt x="180" y="20"/>
                      <a:pt x="179" y="21"/>
                      <a:pt x="178" y="25"/>
                    </a:cubicBezTo>
                    <a:cubicBezTo>
                      <a:pt x="177" y="26"/>
                      <a:pt x="177" y="26"/>
                      <a:pt x="177" y="27"/>
                    </a:cubicBezTo>
                    <a:cubicBezTo>
                      <a:pt x="176" y="24"/>
                      <a:pt x="174" y="20"/>
                      <a:pt x="172" y="18"/>
                    </a:cubicBezTo>
                    <a:cubicBezTo>
                      <a:pt x="169" y="14"/>
                      <a:pt x="162" y="11"/>
                      <a:pt x="160" y="18"/>
                    </a:cubicBezTo>
                    <a:cubicBezTo>
                      <a:pt x="158" y="17"/>
                      <a:pt x="154" y="15"/>
                      <a:pt x="151" y="16"/>
                    </a:cubicBezTo>
                    <a:cubicBezTo>
                      <a:pt x="148" y="17"/>
                      <a:pt x="147" y="22"/>
                      <a:pt x="144" y="23"/>
                    </a:cubicBezTo>
                    <a:cubicBezTo>
                      <a:pt x="142" y="24"/>
                      <a:pt x="140" y="21"/>
                      <a:pt x="138" y="22"/>
                    </a:cubicBezTo>
                    <a:cubicBezTo>
                      <a:pt x="136" y="23"/>
                      <a:pt x="133" y="27"/>
                      <a:pt x="132" y="29"/>
                    </a:cubicBezTo>
                    <a:cubicBezTo>
                      <a:pt x="127" y="36"/>
                      <a:pt x="129" y="35"/>
                      <a:pt x="135" y="40"/>
                    </a:cubicBezTo>
                    <a:cubicBezTo>
                      <a:pt x="139" y="44"/>
                      <a:pt x="141" y="50"/>
                      <a:pt x="144" y="55"/>
                    </a:cubicBezTo>
                    <a:cubicBezTo>
                      <a:pt x="139" y="49"/>
                      <a:pt x="133" y="40"/>
                      <a:pt x="126" y="38"/>
                    </a:cubicBezTo>
                    <a:cubicBezTo>
                      <a:pt x="113" y="35"/>
                      <a:pt x="110" y="45"/>
                      <a:pt x="100" y="51"/>
                    </a:cubicBezTo>
                    <a:cubicBezTo>
                      <a:pt x="102" y="53"/>
                      <a:pt x="102" y="55"/>
                      <a:pt x="102" y="57"/>
                    </a:cubicBezTo>
                    <a:cubicBezTo>
                      <a:pt x="92" y="56"/>
                      <a:pt x="94" y="62"/>
                      <a:pt x="89" y="68"/>
                    </a:cubicBezTo>
                    <a:cubicBezTo>
                      <a:pt x="85" y="74"/>
                      <a:pt x="82" y="72"/>
                      <a:pt x="80" y="78"/>
                    </a:cubicBezTo>
                    <a:cubicBezTo>
                      <a:pt x="79" y="82"/>
                      <a:pt x="77" y="86"/>
                      <a:pt x="81" y="89"/>
                    </a:cubicBezTo>
                    <a:cubicBezTo>
                      <a:pt x="84" y="91"/>
                      <a:pt x="86" y="89"/>
                      <a:pt x="89" y="90"/>
                    </a:cubicBezTo>
                    <a:cubicBezTo>
                      <a:pt x="95" y="90"/>
                      <a:pt x="99" y="93"/>
                      <a:pt x="104" y="95"/>
                    </a:cubicBezTo>
                    <a:cubicBezTo>
                      <a:pt x="94" y="94"/>
                      <a:pt x="79" y="87"/>
                      <a:pt x="69" y="93"/>
                    </a:cubicBezTo>
                    <a:cubicBezTo>
                      <a:pt x="63" y="97"/>
                      <a:pt x="62" y="104"/>
                      <a:pt x="58" y="109"/>
                    </a:cubicBezTo>
                    <a:cubicBezTo>
                      <a:pt x="56" y="113"/>
                      <a:pt x="54" y="114"/>
                      <a:pt x="53" y="118"/>
                    </a:cubicBezTo>
                    <a:cubicBezTo>
                      <a:pt x="52" y="121"/>
                      <a:pt x="53" y="123"/>
                      <a:pt x="52" y="125"/>
                    </a:cubicBezTo>
                    <a:cubicBezTo>
                      <a:pt x="51" y="127"/>
                      <a:pt x="48" y="127"/>
                      <a:pt x="47" y="129"/>
                    </a:cubicBezTo>
                    <a:cubicBezTo>
                      <a:pt x="45" y="135"/>
                      <a:pt x="48" y="140"/>
                      <a:pt x="47" y="146"/>
                    </a:cubicBezTo>
                    <a:cubicBezTo>
                      <a:pt x="50" y="147"/>
                      <a:pt x="54" y="147"/>
                      <a:pt x="57" y="147"/>
                    </a:cubicBezTo>
                    <a:cubicBezTo>
                      <a:pt x="51" y="148"/>
                      <a:pt x="46" y="148"/>
                      <a:pt x="44" y="153"/>
                    </a:cubicBezTo>
                    <a:cubicBezTo>
                      <a:pt x="42" y="158"/>
                      <a:pt x="45" y="170"/>
                      <a:pt x="46" y="175"/>
                    </a:cubicBezTo>
                    <a:cubicBezTo>
                      <a:pt x="46" y="179"/>
                      <a:pt x="47" y="184"/>
                      <a:pt x="52" y="185"/>
                    </a:cubicBezTo>
                    <a:cubicBezTo>
                      <a:pt x="57" y="187"/>
                      <a:pt x="59" y="183"/>
                      <a:pt x="61" y="181"/>
                    </a:cubicBezTo>
                    <a:cubicBezTo>
                      <a:pt x="56" y="188"/>
                      <a:pt x="59" y="204"/>
                      <a:pt x="66" y="199"/>
                    </a:cubicBezTo>
                    <a:cubicBezTo>
                      <a:pt x="66" y="208"/>
                      <a:pt x="71" y="208"/>
                      <a:pt x="75" y="213"/>
                    </a:cubicBezTo>
                    <a:cubicBezTo>
                      <a:pt x="81" y="220"/>
                      <a:pt x="82" y="225"/>
                      <a:pt x="91" y="217"/>
                    </a:cubicBezTo>
                    <a:cubicBezTo>
                      <a:pt x="89" y="224"/>
                      <a:pt x="85" y="230"/>
                      <a:pt x="92" y="235"/>
                    </a:cubicBezTo>
                    <a:cubicBezTo>
                      <a:pt x="95" y="237"/>
                      <a:pt x="99" y="237"/>
                      <a:pt x="102" y="237"/>
                    </a:cubicBezTo>
                    <a:cubicBezTo>
                      <a:pt x="106" y="238"/>
                      <a:pt x="107" y="240"/>
                      <a:pt x="110" y="241"/>
                    </a:cubicBezTo>
                    <a:cubicBezTo>
                      <a:pt x="126" y="249"/>
                      <a:pt x="124" y="222"/>
                      <a:pt x="129" y="213"/>
                    </a:cubicBezTo>
                    <a:cubicBezTo>
                      <a:pt x="132" y="208"/>
                      <a:pt x="135" y="207"/>
                      <a:pt x="134" y="213"/>
                    </a:cubicBezTo>
                    <a:cubicBezTo>
                      <a:pt x="133" y="218"/>
                      <a:pt x="131" y="223"/>
                      <a:pt x="129" y="228"/>
                    </a:cubicBezTo>
                    <a:cubicBezTo>
                      <a:pt x="128" y="234"/>
                      <a:pt x="122" y="243"/>
                      <a:pt x="129" y="247"/>
                    </a:cubicBezTo>
                    <a:cubicBezTo>
                      <a:pt x="135" y="251"/>
                      <a:pt x="142" y="250"/>
                      <a:pt x="146" y="244"/>
                    </a:cubicBezTo>
                    <a:cubicBezTo>
                      <a:pt x="147" y="246"/>
                      <a:pt x="148" y="250"/>
                      <a:pt x="150" y="251"/>
                    </a:cubicBezTo>
                    <a:cubicBezTo>
                      <a:pt x="152" y="252"/>
                      <a:pt x="155" y="251"/>
                      <a:pt x="156" y="251"/>
                    </a:cubicBezTo>
                    <a:cubicBezTo>
                      <a:pt x="162" y="255"/>
                      <a:pt x="161" y="258"/>
                      <a:pt x="170" y="257"/>
                    </a:cubicBezTo>
                    <a:cubicBezTo>
                      <a:pt x="176" y="257"/>
                      <a:pt x="180" y="259"/>
                      <a:pt x="185" y="262"/>
                    </a:cubicBezTo>
                    <a:cubicBezTo>
                      <a:pt x="192" y="265"/>
                      <a:pt x="195" y="261"/>
                      <a:pt x="202" y="261"/>
                    </a:cubicBezTo>
                    <a:cubicBezTo>
                      <a:pt x="203" y="258"/>
                      <a:pt x="203" y="255"/>
                      <a:pt x="202" y="252"/>
                    </a:cubicBezTo>
                    <a:cubicBezTo>
                      <a:pt x="204" y="254"/>
                      <a:pt x="205" y="255"/>
                      <a:pt x="207" y="257"/>
                    </a:cubicBezTo>
                    <a:cubicBezTo>
                      <a:pt x="209" y="255"/>
                      <a:pt x="211" y="252"/>
                      <a:pt x="212" y="250"/>
                    </a:cubicBezTo>
                    <a:cubicBezTo>
                      <a:pt x="210" y="257"/>
                      <a:pt x="213" y="262"/>
                      <a:pt x="220" y="262"/>
                    </a:cubicBezTo>
                    <a:cubicBezTo>
                      <a:pt x="224" y="262"/>
                      <a:pt x="229" y="259"/>
                      <a:pt x="233" y="258"/>
                    </a:cubicBezTo>
                    <a:cubicBezTo>
                      <a:pt x="234" y="258"/>
                      <a:pt x="237" y="258"/>
                      <a:pt x="239" y="257"/>
                    </a:cubicBezTo>
                    <a:cubicBezTo>
                      <a:pt x="241" y="257"/>
                      <a:pt x="243" y="254"/>
                      <a:pt x="246" y="254"/>
                    </a:cubicBezTo>
                    <a:cubicBezTo>
                      <a:pt x="248" y="253"/>
                      <a:pt x="251" y="257"/>
                      <a:pt x="253" y="257"/>
                    </a:cubicBezTo>
                    <a:cubicBezTo>
                      <a:pt x="256" y="257"/>
                      <a:pt x="255" y="255"/>
                      <a:pt x="258" y="254"/>
                    </a:cubicBezTo>
                    <a:cubicBezTo>
                      <a:pt x="259" y="253"/>
                      <a:pt x="258" y="250"/>
                      <a:pt x="259" y="250"/>
                    </a:cubicBezTo>
                    <a:cubicBezTo>
                      <a:pt x="260" y="249"/>
                      <a:pt x="261" y="250"/>
                      <a:pt x="262" y="249"/>
                    </a:cubicBezTo>
                    <a:cubicBezTo>
                      <a:pt x="265" y="248"/>
                      <a:pt x="267" y="249"/>
                      <a:pt x="270" y="246"/>
                    </a:cubicBezTo>
                    <a:cubicBezTo>
                      <a:pt x="272" y="244"/>
                      <a:pt x="273" y="239"/>
                      <a:pt x="275" y="236"/>
                    </a:cubicBezTo>
                    <a:cubicBezTo>
                      <a:pt x="277" y="232"/>
                      <a:pt x="278" y="232"/>
                      <a:pt x="278" y="228"/>
                    </a:cubicBezTo>
                    <a:cubicBezTo>
                      <a:pt x="277" y="220"/>
                      <a:pt x="277" y="211"/>
                      <a:pt x="275" y="204"/>
                    </a:cubicBezTo>
                    <a:cubicBezTo>
                      <a:pt x="274" y="201"/>
                      <a:pt x="272" y="198"/>
                      <a:pt x="272" y="196"/>
                    </a:cubicBezTo>
                    <a:cubicBezTo>
                      <a:pt x="272" y="193"/>
                      <a:pt x="274" y="191"/>
                      <a:pt x="273" y="188"/>
                    </a:cubicBezTo>
                    <a:cubicBezTo>
                      <a:pt x="273" y="185"/>
                      <a:pt x="271" y="179"/>
                      <a:pt x="270" y="177"/>
                    </a:cubicBezTo>
                    <a:cubicBezTo>
                      <a:pt x="269" y="173"/>
                      <a:pt x="264" y="158"/>
                      <a:pt x="260" y="149"/>
                    </a:cubicBezTo>
                    <a:cubicBezTo>
                      <a:pt x="261" y="149"/>
                      <a:pt x="261" y="150"/>
                      <a:pt x="261" y="150"/>
                    </a:cubicBezTo>
                    <a:cubicBezTo>
                      <a:pt x="268" y="163"/>
                      <a:pt x="276" y="180"/>
                      <a:pt x="281" y="198"/>
                    </a:cubicBezTo>
                    <a:cubicBezTo>
                      <a:pt x="285" y="213"/>
                      <a:pt x="291" y="245"/>
                      <a:pt x="294" y="265"/>
                    </a:cubicBezTo>
                    <a:cubicBezTo>
                      <a:pt x="291" y="275"/>
                      <a:pt x="279" y="301"/>
                      <a:pt x="271" y="304"/>
                    </a:cubicBezTo>
                    <a:cubicBezTo>
                      <a:pt x="266" y="306"/>
                      <a:pt x="263" y="303"/>
                      <a:pt x="258" y="305"/>
                    </a:cubicBezTo>
                    <a:cubicBezTo>
                      <a:pt x="252" y="306"/>
                      <a:pt x="241" y="316"/>
                      <a:pt x="237" y="307"/>
                    </a:cubicBezTo>
                    <a:cubicBezTo>
                      <a:pt x="230" y="313"/>
                      <a:pt x="223" y="310"/>
                      <a:pt x="215" y="309"/>
                    </a:cubicBezTo>
                    <a:cubicBezTo>
                      <a:pt x="215" y="309"/>
                      <a:pt x="207" y="310"/>
                      <a:pt x="207" y="310"/>
                    </a:cubicBezTo>
                    <a:cubicBezTo>
                      <a:pt x="209" y="310"/>
                      <a:pt x="198" y="312"/>
                      <a:pt x="200" y="312"/>
                    </a:cubicBezTo>
                    <a:cubicBezTo>
                      <a:pt x="195" y="311"/>
                      <a:pt x="192" y="308"/>
                      <a:pt x="187" y="307"/>
                    </a:cubicBezTo>
                    <a:cubicBezTo>
                      <a:pt x="181" y="305"/>
                      <a:pt x="174" y="302"/>
                      <a:pt x="167" y="302"/>
                    </a:cubicBezTo>
                    <a:cubicBezTo>
                      <a:pt x="155" y="303"/>
                      <a:pt x="129" y="297"/>
                      <a:pt x="120" y="289"/>
                    </a:cubicBezTo>
                    <a:cubicBezTo>
                      <a:pt x="113" y="282"/>
                      <a:pt x="111" y="276"/>
                      <a:pt x="115" y="266"/>
                    </a:cubicBezTo>
                    <a:cubicBezTo>
                      <a:pt x="109" y="270"/>
                      <a:pt x="110" y="273"/>
                      <a:pt x="101" y="274"/>
                    </a:cubicBezTo>
                    <a:cubicBezTo>
                      <a:pt x="94" y="274"/>
                      <a:pt x="92" y="272"/>
                      <a:pt x="86" y="268"/>
                    </a:cubicBezTo>
                    <a:cubicBezTo>
                      <a:pt x="74" y="258"/>
                      <a:pt x="62" y="249"/>
                      <a:pt x="53" y="236"/>
                    </a:cubicBezTo>
                    <a:cubicBezTo>
                      <a:pt x="49" y="230"/>
                      <a:pt x="46" y="225"/>
                      <a:pt x="41" y="221"/>
                    </a:cubicBezTo>
                    <a:cubicBezTo>
                      <a:pt x="33" y="216"/>
                      <a:pt x="26" y="212"/>
                      <a:pt x="19" y="206"/>
                    </a:cubicBezTo>
                    <a:cubicBezTo>
                      <a:pt x="4" y="195"/>
                      <a:pt x="4" y="190"/>
                      <a:pt x="0" y="175"/>
                    </a:cubicBezTo>
                    <a:cubicBezTo>
                      <a:pt x="1" y="174"/>
                      <a:pt x="1" y="174"/>
                      <a:pt x="1" y="174"/>
                    </a:cubicBezTo>
                    <a:cubicBezTo>
                      <a:pt x="4" y="164"/>
                      <a:pt x="4" y="145"/>
                      <a:pt x="11" y="137"/>
                    </a:cubicBezTo>
                    <a:close/>
                  </a:path>
                </a:pathLst>
              </a:custGeom>
              <a:solidFill>
                <a:srgbClr val="B183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7" name="Freeform 738">
                <a:extLst>
                  <a:ext uri="{FF2B5EF4-FFF2-40B4-BE49-F238E27FC236}">
                    <a16:creationId xmlns:a16="http://schemas.microsoft.com/office/drawing/2014/main" id="{871EA2FE-02EC-4AFA-9106-626156226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65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6C6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8" name="Freeform 739">
                <a:extLst>
                  <a:ext uri="{FF2B5EF4-FFF2-40B4-BE49-F238E27FC236}">
                    <a16:creationId xmlns:a16="http://schemas.microsoft.com/office/drawing/2014/main" id="{BB75A942-94B4-490F-ABA2-FCB31D3EE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653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63 h 4"/>
                  <a:gd name="T4" fmla="*/ 0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2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6C6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9" name="Freeform 740">
                <a:extLst>
                  <a:ext uri="{FF2B5EF4-FFF2-40B4-BE49-F238E27FC236}">
                    <a16:creationId xmlns:a16="http://schemas.microsoft.com/office/drawing/2014/main" id="{C33C2CF1-920C-4878-8E26-AE71C2F9A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64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6C6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0" name="Freeform 741">
                <a:extLst>
                  <a:ext uri="{FF2B5EF4-FFF2-40B4-BE49-F238E27FC236}">
                    <a16:creationId xmlns:a16="http://schemas.microsoft.com/office/drawing/2014/main" id="{84B27D9C-2AB4-4085-B11A-A1F64E6C7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648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6C6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1" name="Freeform 742">
                <a:extLst>
                  <a:ext uri="{FF2B5EF4-FFF2-40B4-BE49-F238E27FC236}">
                    <a16:creationId xmlns:a16="http://schemas.microsoft.com/office/drawing/2014/main" id="{2DC3FCAD-4F90-469D-A51D-25E33E17A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663"/>
                <a:ext cx="4" cy="15"/>
              </a:xfrm>
              <a:custGeom>
                <a:avLst/>
                <a:gdLst>
                  <a:gd name="T0" fmla="*/ 16 w 2"/>
                  <a:gd name="T1" fmla="*/ 95 h 6"/>
                  <a:gd name="T2" fmla="*/ 0 w 2"/>
                  <a:gd name="T3" fmla="*/ 0 h 6"/>
                  <a:gd name="T4" fmla="*/ 16 w 2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2" y="4"/>
                      <a:pt x="1" y="2"/>
                      <a:pt x="0" y="0"/>
                    </a:cubicBezTo>
                    <a:cubicBezTo>
                      <a:pt x="1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6C6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2" name="Freeform 743">
                <a:extLst>
                  <a:ext uri="{FF2B5EF4-FFF2-40B4-BE49-F238E27FC236}">
                    <a16:creationId xmlns:a16="http://schemas.microsoft.com/office/drawing/2014/main" id="{8D137D54-6E5A-43A8-820C-E0D811C92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646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0 w 2"/>
                  <a:gd name="T3" fmla="*/ 0 h 1"/>
                  <a:gd name="T4" fmla="*/ 33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6C6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3" name="Freeform 744">
                <a:extLst>
                  <a:ext uri="{FF2B5EF4-FFF2-40B4-BE49-F238E27FC236}">
                    <a16:creationId xmlns:a16="http://schemas.microsoft.com/office/drawing/2014/main" id="{0C7E2E8A-2084-49F8-9F36-C1D947810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646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6C6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4" name="Freeform 745">
                <a:extLst>
                  <a:ext uri="{FF2B5EF4-FFF2-40B4-BE49-F238E27FC236}">
                    <a16:creationId xmlns:a16="http://schemas.microsoft.com/office/drawing/2014/main" id="{F02D6427-4300-40D9-833D-DB75B4FB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868"/>
                <a:ext cx="95" cy="104"/>
              </a:xfrm>
              <a:custGeom>
                <a:avLst/>
                <a:gdLst>
                  <a:gd name="T0" fmla="*/ 445 w 41"/>
                  <a:gd name="T1" fmla="*/ 532 h 42"/>
                  <a:gd name="T2" fmla="*/ 301 w 41"/>
                  <a:gd name="T3" fmla="*/ 626 h 42"/>
                  <a:gd name="T4" fmla="*/ 134 w 41"/>
                  <a:gd name="T5" fmla="*/ 626 h 42"/>
                  <a:gd name="T6" fmla="*/ 28 w 41"/>
                  <a:gd name="T7" fmla="*/ 515 h 42"/>
                  <a:gd name="T8" fmla="*/ 285 w 41"/>
                  <a:gd name="T9" fmla="*/ 0 h 42"/>
                  <a:gd name="T10" fmla="*/ 248 w 41"/>
                  <a:gd name="T11" fmla="*/ 196 h 42"/>
                  <a:gd name="T12" fmla="*/ 510 w 41"/>
                  <a:gd name="T13" fmla="*/ 215 h 42"/>
                  <a:gd name="T14" fmla="*/ 151 w 41"/>
                  <a:gd name="T15" fmla="*/ 287 h 42"/>
                  <a:gd name="T16" fmla="*/ 209 w 41"/>
                  <a:gd name="T17" fmla="*/ 545 h 42"/>
                  <a:gd name="T18" fmla="*/ 445 w 41"/>
                  <a:gd name="T19" fmla="*/ 53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42">
                    <a:moveTo>
                      <a:pt x="36" y="35"/>
                    </a:moveTo>
                    <a:cubicBezTo>
                      <a:pt x="32" y="37"/>
                      <a:pt x="28" y="40"/>
                      <a:pt x="24" y="41"/>
                    </a:cubicBezTo>
                    <a:cubicBezTo>
                      <a:pt x="20" y="42"/>
                      <a:pt x="16" y="41"/>
                      <a:pt x="11" y="41"/>
                    </a:cubicBezTo>
                    <a:cubicBezTo>
                      <a:pt x="4" y="42"/>
                      <a:pt x="0" y="42"/>
                      <a:pt x="2" y="34"/>
                    </a:cubicBezTo>
                    <a:cubicBezTo>
                      <a:pt x="6" y="21"/>
                      <a:pt x="15" y="11"/>
                      <a:pt x="23" y="0"/>
                    </a:cubicBezTo>
                    <a:cubicBezTo>
                      <a:pt x="19" y="4"/>
                      <a:pt x="16" y="9"/>
                      <a:pt x="20" y="13"/>
                    </a:cubicBezTo>
                    <a:cubicBezTo>
                      <a:pt x="26" y="19"/>
                      <a:pt x="35" y="15"/>
                      <a:pt x="41" y="14"/>
                    </a:cubicBezTo>
                    <a:cubicBezTo>
                      <a:pt x="33" y="19"/>
                      <a:pt x="21" y="25"/>
                      <a:pt x="12" y="19"/>
                    </a:cubicBezTo>
                    <a:cubicBezTo>
                      <a:pt x="12" y="27"/>
                      <a:pt x="7" y="33"/>
                      <a:pt x="17" y="36"/>
                    </a:cubicBezTo>
                    <a:cubicBezTo>
                      <a:pt x="22" y="38"/>
                      <a:pt x="35" y="38"/>
                      <a:pt x="36" y="35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5" name="Freeform 746">
                <a:extLst>
                  <a:ext uri="{FF2B5EF4-FFF2-40B4-BE49-F238E27FC236}">
                    <a16:creationId xmlns:a16="http://schemas.microsoft.com/office/drawing/2014/main" id="{148E2158-31D1-495C-8577-CA6ADC8CA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658"/>
                <a:ext cx="232" cy="250"/>
              </a:xfrm>
              <a:custGeom>
                <a:avLst/>
                <a:gdLst>
                  <a:gd name="T0" fmla="*/ 49 w 100"/>
                  <a:gd name="T1" fmla="*/ 1532 h 101"/>
                  <a:gd name="T2" fmla="*/ 102 w 100"/>
                  <a:gd name="T3" fmla="*/ 1317 h 101"/>
                  <a:gd name="T4" fmla="*/ 209 w 100"/>
                  <a:gd name="T5" fmla="*/ 1337 h 101"/>
                  <a:gd name="T6" fmla="*/ 376 w 100"/>
                  <a:gd name="T7" fmla="*/ 1304 h 101"/>
                  <a:gd name="T8" fmla="*/ 313 w 100"/>
                  <a:gd name="T9" fmla="*/ 1079 h 101"/>
                  <a:gd name="T10" fmla="*/ 652 w 100"/>
                  <a:gd name="T11" fmla="*/ 894 h 101"/>
                  <a:gd name="T12" fmla="*/ 522 w 100"/>
                  <a:gd name="T13" fmla="*/ 881 h 101"/>
                  <a:gd name="T14" fmla="*/ 587 w 100"/>
                  <a:gd name="T15" fmla="*/ 743 h 101"/>
                  <a:gd name="T16" fmla="*/ 747 w 100"/>
                  <a:gd name="T17" fmla="*/ 649 h 101"/>
                  <a:gd name="T18" fmla="*/ 889 w 100"/>
                  <a:gd name="T19" fmla="*/ 391 h 101"/>
                  <a:gd name="T20" fmla="*/ 1097 w 100"/>
                  <a:gd name="T21" fmla="*/ 166 h 101"/>
                  <a:gd name="T22" fmla="*/ 1199 w 100"/>
                  <a:gd name="T23" fmla="*/ 30 h 101"/>
                  <a:gd name="T24" fmla="*/ 909 w 100"/>
                  <a:gd name="T25" fmla="*/ 245 h 101"/>
                  <a:gd name="T26" fmla="*/ 485 w 100"/>
                  <a:gd name="T27" fmla="*/ 681 h 101"/>
                  <a:gd name="T28" fmla="*/ 285 w 100"/>
                  <a:gd name="T29" fmla="*/ 938 h 101"/>
                  <a:gd name="T30" fmla="*/ 49 w 100"/>
                  <a:gd name="T31" fmla="*/ 1275 h 1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0" h="101">
                    <a:moveTo>
                      <a:pt x="4" y="101"/>
                    </a:moveTo>
                    <a:cubicBezTo>
                      <a:pt x="0" y="98"/>
                      <a:pt x="4" y="88"/>
                      <a:pt x="8" y="87"/>
                    </a:cubicBezTo>
                    <a:cubicBezTo>
                      <a:pt x="9" y="87"/>
                      <a:pt x="15" y="88"/>
                      <a:pt x="17" y="88"/>
                    </a:cubicBezTo>
                    <a:cubicBezTo>
                      <a:pt x="21" y="88"/>
                      <a:pt x="26" y="87"/>
                      <a:pt x="30" y="86"/>
                    </a:cubicBezTo>
                    <a:cubicBezTo>
                      <a:pt x="19" y="86"/>
                      <a:pt x="20" y="80"/>
                      <a:pt x="25" y="71"/>
                    </a:cubicBezTo>
                    <a:cubicBezTo>
                      <a:pt x="30" y="62"/>
                      <a:pt x="41" y="60"/>
                      <a:pt x="52" y="59"/>
                    </a:cubicBezTo>
                    <a:cubicBezTo>
                      <a:pt x="48" y="59"/>
                      <a:pt x="44" y="61"/>
                      <a:pt x="42" y="58"/>
                    </a:cubicBezTo>
                    <a:cubicBezTo>
                      <a:pt x="40" y="55"/>
                      <a:pt x="45" y="50"/>
                      <a:pt x="47" y="49"/>
                    </a:cubicBezTo>
                    <a:cubicBezTo>
                      <a:pt x="51" y="46"/>
                      <a:pt x="56" y="46"/>
                      <a:pt x="60" y="43"/>
                    </a:cubicBezTo>
                    <a:cubicBezTo>
                      <a:pt x="54" y="39"/>
                      <a:pt x="66" y="27"/>
                      <a:pt x="71" y="26"/>
                    </a:cubicBezTo>
                    <a:cubicBezTo>
                      <a:pt x="66" y="20"/>
                      <a:pt x="84" y="13"/>
                      <a:pt x="88" y="11"/>
                    </a:cubicBezTo>
                    <a:cubicBezTo>
                      <a:pt x="89" y="10"/>
                      <a:pt x="100" y="5"/>
                      <a:pt x="96" y="2"/>
                    </a:cubicBezTo>
                    <a:cubicBezTo>
                      <a:pt x="92" y="0"/>
                      <a:pt x="75" y="14"/>
                      <a:pt x="73" y="16"/>
                    </a:cubicBezTo>
                    <a:cubicBezTo>
                      <a:pt x="61" y="25"/>
                      <a:pt x="50" y="34"/>
                      <a:pt x="39" y="45"/>
                    </a:cubicBezTo>
                    <a:cubicBezTo>
                      <a:pt x="33" y="50"/>
                      <a:pt x="29" y="56"/>
                      <a:pt x="23" y="62"/>
                    </a:cubicBezTo>
                    <a:cubicBezTo>
                      <a:pt x="17" y="69"/>
                      <a:pt x="11" y="78"/>
                      <a:pt x="4" y="84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6" name="Freeform 747">
                <a:extLst>
                  <a:ext uri="{FF2B5EF4-FFF2-40B4-BE49-F238E27FC236}">
                    <a16:creationId xmlns:a16="http://schemas.microsoft.com/office/drawing/2014/main" id="{2027B7E2-0CBB-4C31-AC86-07E2729E0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591"/>
                <a:ext cx="37" cy="30"/>
              </a:xfrm>
              <a:custGeom>
                <a:avLst/>
                <a:gdLst>
                  <a:gd name="T0" fmla="*/ 0 w 16"/>
                  <a:gd name="T1" fmla="*/ 188 h 12"/>
                  <a:gd name="T2" fmla="*/ 171 w 16"/>
                  <a:gd name="T3" fmla="*/ 158 h 12"/>
                  <a:gd name="T4" fmla="*/ 199 w 16"/>
                  <a:gd name="T5" fmla="*/ 33 h 12"/>
                  <a:gd name="T6" fmla="*/ 102 w 1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0" y="12"/>
                    </a:moveTo>
                    <a:cubicBezTo>
                      <a:pt x="5" y="11"/>
                      <a:pt x="9" y="10"/>
                      <a:pt x="14" y="10"/>
                    </a:cubicBezTo>
                    <a:cubicBezTo>
                      <a:pt x="12" y="7"/>
                      <a:pt x="13" y="4"/>
                      <a:pt x="16" y="2"/>
                    </a:cubicBezTo>
                    <a:cubicBezTo>
                      <a:pt x="13" y="2"/>
                      <a:pt x="10" y="2"/>
                      <a:pt x="8" y="0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7" name="Freeform 748">
                <a:extLst>
                  <a:ext uri="{FF2B5EF4-FFF2-40B4-BE49-F238E27FC236}">
                    <a16:creationId xmlns:a16="http://schemas.microsoft.com/office/drawing/2014/main" id="{4A3B8444-9AEA-4B95-8E04-6D49D35BF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594"/>
                <a:ext cx="44" cy="44"/>
              </a:xfrm>
              <a:custGeom>
                <a:avLst/>
                <a:gdLst>
                  <a:gd name="T0" fmla="*/ 0 w 19"/>
                  <a:gd name="T1" fmla="*/ 0 h 18"/>
                  <a:gd name="T2" fmla="*/ 74 w 19"/>
                  <a:gd name="T3" fmla="*/ 132 h 18"/>
                  <a:gd name="T4" fmla="*/ 225 w 19"/>
                  <a:gd name="T5" fmla="*/ 264 h 18"/>
                  <a:gd name="T6" fmla="*/ 236 w 19"/>
                  <a:gd name="T7" fmla="*/ 90 h 18"/>
                  <a:gd name="T8" fmla="*/ 49 w 1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0" y="0"/>
                    </a:moveTo>
                    <a:cubicBezTo>
                      <a:pt x="2" y="3"/>
                      <a:pt x="5" y="6"/>
                      <a:pt x="6" y="9"/>
                    </a:cubicBezTo>
                    <a:cubicBezTo>
                      <a:pt x="11" y="5"/>
                      <a:pt x="16" y="15"/>
                      <a:pt x="18" y="18"/>
                    </a:cubicBezTo>
                    <a:cubicBezTo>
                      <a:pt x="17" y="14"/>
                      <a:pt x="18" y="10"/>
                      <a:pt x="19" y="6"/>
                    </a:cubicBezTo>
                    <a:cubicBezTo>
                      <a:pt x="15" y="7"/>
                      <a:pt x="5" y="4"/>
                      <a:pt x="4" y="0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8" name="Freeform 749">
                <a:extLst>
                  <a:ext uri="{FF2B5EF4-FFF2-40B4-BE49-F238E27FC236}">
                    <a16:creationId xmlns:a16="http://schemas.microsoft.com/office/drawing/2014/main" id="{9D3CAEFD-5451-4493-9489-F9ADA4E23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581"/>
                <a:ext cx="63" cy="35"/>
              </a:xfrm>
              <a:custGeom>
                <a:avLst/>
                <a:gdLst>
                  <a:gd name="T0" fmla="*/ 0 w 27"/>
                  <a:gd name="T1" fmla="*/ 50 h 14"/>
                  <a:gd name="T2" fmla="*/ 240 w 27"/>
                  <a:gd name="T3" fmla="*/ 220 h 14"/>
                  <a:gd name="T4" fmla="*/ 240 w 27"/>
                  <a:gd name="T5" fmla="*/ 188 h 14"/>
                  <a:gd name="T6" fmla="*/ 343 w 27"/>
                  <a:gd name="T7" fmla="*/ 208 h 14"/>
                  <a:gd name="T8" fmla="*/ 180 w 27"/>
                  <a:gd name="T9" fmla="*/ 95 h 14"/>
                  <a:gd name="T10" fmla="*/ 343 w 27"/>
                  <a:gd name="T11" fmla="*/ 50 h 14"/>
                  <a:gd name="T12" fmla="*/ 217 w 27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4">
                    <a:moveTo>
                      <a:pt x="0" y="3"/>
                    </a:moveTo>
                    <a:cubicBezTo>
                      <a:pt x="4" y="11"/>
                      <a:pt x="14" y="7"/>
                      <a:pt x="19" y="14"/>
                    </a:cubicBezTo>
                    <a:cubicBezTo>
                      <a:pt x="19" y="13"/>
                      <a:pt x="19" y="13"/>
                      <a:pt x="19" y="12"/>
                    </a:cubicBezTo>
                    <a:cubicBezTo>
                      <a:pt x="22" y="11"/>
                      <a:pt x="26" y="11"/>
                      <a:pt x="27" y="13"/>
                    </a:cubicBezTo>
                    <a:cubicBezTo>
                      <a:pt x="25" y="11"/>
                      <a:pt x="15" y="10"/>
                      <a:pt x="14" y="6"/>
                    </a:cubicBezTo>
                    <a:cubicBezTo>
                      <a:pt x="14" y="1"/>
                      <a:pt x="24" y="3"/>
                      <a:pt x="27" y="3"/>
                    </a:cubicBezTo>
                    <a:cubicBezTo>
                      <a:pt x="24" y="2"/>
                      <a:pt x="20" y="2"/>
                      <a:pt x="17" y="0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9" name="Freeform 750">
                <a:extLst>
                  <a:ext uri="{FF2B5EF4-FFF2-40B4-BE49-F238E27FC236}">
                    <a16:creationId xmlns:a16="http://schemas.microsoft.com/office/drawing/2014/main" id="{E287E342-6A31-43F4-9471-D21BD0A2D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601"/>
                <a:ext cx="28" cy="134"/>
              </a:xfrm>
              <a:custGeom>
                <a:avLst/>
                <a:gdLst>
                  <a:gd name="T0" fmla="*/ 0 w 12"/>
                  <a:gd name="T1" fmla="*/ 136 h 54"/>
                  <a:gd name="T2" fmla="*/ 49 w 12"/>
                  <a:gd name="T3" fmla="*/ 474 h 54"/>
                  <a:gd name="T4" fmla="*/ 0 w 12"/>
                  <a:gd name="T5" fmla="*/ 826 h 54"/>
                  <a:gd name="T6" fmla="*/ 65 w 12"/>
                  <a:gd name="T7" fmla="*/ 598 h 54"/>
                  <a:gd name="T8" fmla="*/ 126 w 12"/>
                  <a:gd name="T9" fmla="*/ 457 h 54"/>
                  <a:gd name="T10" fmla="*/ 126 w 12"/>
                  <a:gd name="T11" fmla="*/ 278 h 54"/>
                  <a:gd name="T12" fmla="*/ 86 w 12"/>
                  <a:gd name="T13" fmla="*/ 104 h 54"/>
                  <a:gd name="T14" fmla="*/ 0 w 12"/>
                  <a:gd name="T15" fmla="*/ 0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4">
                    <a:moveTo>
                      <a:pt x="0" y="9"/>
                    </a:moveTo>
                    <a:cubicBezTo>
                      <a:pt x="0" y="17"/>
                      <a:pt x="2" y="23"/>
                      <a:pt x="4" y="31"/>
                    </a:cubicBezTo>
                    <a:cubicBezTo>
                      <a:pt x="7" y="40"/>
                      <a:pt x="1" y="46"/>
                      <a:pt x="0" y="54"/>
                    </a:cubicBezTo>
                    <a:cubicBezTo>
                      <a:pt x="3" y="51"/>
                      <a:pt x="3" y="43"/>
                      <a:pt x="5" y="39"/>
                    </a:cubicBezTo>
                    <a:cubicBezTo>
                      <a:pt x="6" y="35"/>
                      <a:pt x="9" y="33"/>
                      <a:pt x="10" y="30"/>
                    </a:cubicBezTo>
                    <a:cubicBezTo>
                      <a:pt x="12" y="26"/>
                      <a:pt x="6" y="22"/>
                      <a:pt x="10" y="18"/>
                    </a:cubicBezTo>
                    <a:cubicBezTo>
                      <a:pt x="6" y="16"/>
                      <a:pt x="8" y="11"/>
                      <a:pt x="7" y="7"/>
                    </a:cubicBez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0" name="Freeform 751">
                <a:extLst>
                  <a:ext uri="{FF2B5EF4-FFF2-40B4-BE49-F238E27FC236}">
                    <a16:creationId xmlns:a16="http://schemas.microsoft.com/office/drawing/2014/main" id="{CBBBCE93-6C86-4B65-8DAA-40A494D4F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034"/>
                <a:ext cx="250" cy="329"/>
              </a:xfrm>
              <a:custGeom>
                <a:avLst/>
                <a:gdLst>
                  <a:gd name="T0" fmla="*/ 896 w 108"/>
                  <a:gd name="T1" fmla="*/ 1848 h 133"/>
                  <a:gd name="T2" fmla="*/ 1056 w 108"/>
                  <a:gd name="T3" fmla="*/ 1831 h 133"/>
                  <a:gd name="T4" fmla="*/ 1340 w 108"/>
                  <a:gd name="T5" fmla="*/ 1242 h 133"/>
                  <a:gd name="T6" fmla="*/ 1178 w 108"/>
                  <a:gd name="T7" fmla="*/ 228 h 133"/>
                  <a:gd name="T8" fmla="*/ 1113 w 108"/>
                  <a:gd name="T9" fmla="*/ 0 h 133"/>
                  <a:gd name="T10" fmla="*/ 1093 w 108"/>
                  <a:gd name="T11" fmla="*/ 62 h 133"/>
                  <a:gd name="T12" fmla="*/ 1067 w 108"/>
                  <a:gd name="T13" fmla="*/ 215 h 133"/>
                  <a:gd name="T14" fmla="*/ 1067 w 108"/>
                  <a:gd name="T15" fmla="*/ 228 h 133"/>
                  <a:gd name="T16" fmla="*/ 1067 w 108"/>
                  <a:gd name="T17" fmla="*/ 228 h 133"/>
                  <a:gd name="T18" fmla="*/ 1113 w 108"/>
                  <a:gd name="T19" fmla="*/ 299 h 133"/>
                  <a:gd name="T20" fmla="*/ 1130 w 108"/>
                  <a:gd name="T21" fmla="*/ 482 h 133"/>
                  <a:gd name="T22" fmla="*/ 1141 w 108"/>
                  <a:gd name="T23" fmla="*/ 680 h 133"/>
                  <a:gd name="T24" fmla="*/ 1104 w 108"/>
                  <a:gd name="T25" fmla="*/ 789 h 133"/>
                  <a:gd name="T26" fmla="*/ 1067 w 108"/>
                  <a:gd name="T27" fmla="*/ 905 h 133"/>
                  <a:gd name="T28" fmla="*/ 1039 w 108"/>
                  <a:gd name="T29" fmla="*/ 935 h 133"/>
                  <a:gd name="T30" fmla="*/ 1104 w 108"/>
                  <a:gd name="T31" fmla="*/ 1573 h 133"/>
                  <a:gd name="T32" fmla="*/ 1007 w 108"/>
                  <a:gd name="T33" fmla="*/ 1603 h 133"/>
                  <a:gd name="T34" fmla="*/ 868 w 108"/>
                  <a:gd name="T35" fmla="*/ 1108 h 133"/>
                  <a:gd name="T36" fmla="*/ 831 w 108"/>
                  <a:gd name="T37" fmla="*/ 1121 h 133"/>
                  <a:gd name="T38" fmla="*/ 819 w 108"/>
                  <a:gd name="T39" fmla="*/ 1121 h 133"/>
                  <a:gd name="T40" fmla="*/ 933 w 108"/>
                  <a:gd name="T41" fmla="*/ 1450 h 133"/>
                  <a:gd name="T42" fmla="*/ 905 w 108"/>
                  <a:gd name="T43" fmla="*/ 1739 h 133"/>
                  <a:gd name="T44" fmla="*/ 771 w 108"/>
                  <a:gd name="T45" fmla="*/ 1714 h 133"/>
                  <a:gd name="T46" fmla="*/ 718 w 108"/>
                  <a:gd name="T47" fmla="*/ 1304 h 133"/>
                  <a:gd name="T48" fmla="*/ 697 w 108"/>
                  <a:gd name="T49" fmla="*/ 1769 h 133"/>
                  <a:gd name="T50" fmla="*/ 472 w 108"/>
                  <a:gd name="T51" fmla="*/ 1395 h 133"/>
                  <a:gd name="T52" fmla="*/ 472 w 108"/>
                  <a:gd name="T53" fmla="*/ 1694 h 133"/>
                  <a:gd name="T54" fmla="*/ 407 w 108"/>
                  <a:gd name="T55" fmla="*/ 1769 h 133"/>
                  <a:gd name="T56" fmla="*/ 347 w 108"/>
                  <a:gd name="T57" fmla="*/ 1573 h 133"/>
                  <a:gd name="T58" fmla="*/ 262 w 108"/>
                  <a:gd name="T59" fmla="*/ 1395 h 133"/>
                  <a:gd name="T60" fmla="*/ 285 w 108"/>
                  <a:gd name="T61" fmla="*/ 1224 h 133"/>
                  <a:gd name="T62" fmla="*/ 208 w 108"/>
                  <a:gd name="T63" fmla="*/ 1121 h 133"/>
                  <a:gd name="T64" fmla="*/ 199 w 108"/>
                  <a:gd name="T65" fmla="*/ 1180 h 133"/>
                  <a:gd name="T66" fmla="*/ 199 w 108"/>
                  <a:gd name="T67" fmla="*/ 1180 h 133"/>
                  <a:gd name="T68" fmla="*/ 150 w 108"/>
                  <a:gd name="T69" fmla="*/ 1378 h 133"/>
                  <a:gd name="T70" fmla="*/ 188 w 108"/>
                  <a:gd name="T71" fmla="*/ 1652 h 133"/>
                  <a:gd name="T72" fmla="*/ 123 w 108"/>
                  <a:gd name="T73" fmla="*/ 1786 h 133"/>
                  <a:gd name="T74" fmla="*/ 37 w 108"/>
                  <a:gd name="T75" fmla="*/ 1623 h 133"/>
                  <a:gd name="T76" fmla="*/ 12 w 108"/>
                  <a:gd name="T77" fmla="*/ 1482 h 133"/>
                  <a:gd name="T78" fmla="*/ 0 w 108"/>
                  <a:gd name="T79" fmla="*/ 1878 h 133"/>
                  <a:gd name="T80" fmla="*/ 12 w 108"/>
                  <a:gd name="T81" fmla="*/ 1878 h 133"/>
                  <a:gd name="T82" fmla="*/ 171 w 108"/>
                  <a:gd name="T83" fmla="*/ 1952 h 133"/>
                  <a:gd name="T84" fmla="*/ 262 w 108"/>
                  <a:gd name="T85" fmla="*/ 1922 h 133"/>
                  <a:gd name="T86" fmla="*/ 359 w 108"/>
                  <a:gd name="T87" fmla="*/ 1910 h 133"/>
                  <a:gd name="T88" fmla="*/ 632 w 108"/>
                  <a:gd name="T89" fmla="*/ 1878 h 133"/>
                  <a:gd name="T90" fmla="*/ 896 w 108"/>
                  <a:gd name="T91" fmla="*/ 1848 h 13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08" h="133">
                    <a:moveTo>
                      <a:pt x="72" y="122"/>
                    </a:moveTo>
                    <a:cubicBezTo>
                      <a:pt x="77" y="120"/>
                      <a:pt x="80" y="123"/>
                      <a:pt x="85" y="121"/>
                    </a:cubicBezTo>
                    <a:cubicBezTo>
                      <a:pt x="93" y="118"/>
                      <a:pt x="105" y="92"/>
                      <a:pt x="108" y="82"/>
                    </a:cubicBezTo>
                    <a:cubicBezTo>
                      <a:pt x="105" y="62"/>
                      <a:pt x="99" y="30"/>
                      <a:pt x="95" y="15"/>
                    </a:cubicBezTo>
                    <a:cubicBezTo>
                      <a:pt x="93" y="10"/>
                      <a:pt x="92" y="5"/>
                      <a:pt x="90" y="0"/>
                    </a:cubicBezTo>
                    <a:cubicBezTo>
                      <a:pt x="88" y="4"/>
                      <a:pt x="88" y="4"/>
                      <a:pt x="88" y="4"/>
                    </a:cubicBezTo>
                    <a:cubicBezTo>
                      <a:pt x="88" y="7"/>
                      <a:pt x="86" y="12"/>
                      <a:pt x="86" y="14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7" y="17"/>
                      <a:pt x="90" y="18"/>
                      <a:pt x="90" y="20"/>
                    </a:cubicBezTo>
                    <a:cubicBezTo>
                      <a:pt x="92" y="24"/>
                      <a:pt x="91" y="28"/>
                      <a:pt x="91" y="32"/>
                    </a:cubicBezTo>
                    <a:cubicBezTo>
                      <a:pt x="91" y="36"/>
                      <a:pt x="92" y="41"/>
                      <a:pt x="92" y="45"/>
                    </a:cubicBezTo>
                    <a:cubicBezTo>
                      <a:pt x="92" y="49"/>
                      <a:pt x="91" y="49"/>
                      <a:pt x="89" y="52"/>
                    </a:cubicBezTo>
                    <a:cubicBezTo>
                      <a:pt x="89" y="55"/>
                      <a:pt x="88" y="58"/>
                      <a:pt x="86" y="60"/>
                    </a:cubicBezTo>
                    <a:cubicBezTo>
                      <a:pt x="85" y="61"/>
                      <a:pt x="85" y="62"/>
                      <a:pt x="84" y="62"/>
                    </a:cubicBezTo>
                    <a:cubicBezTo>
                      <a:pt x="92" y="73"/>
                      <a:pt x="90" y="92"/>
                      <a:pt x="89" y="104"/>
                    </a:cubicBezTo>
                    <a:cubicBezTo>
                      <a:pt x="89" y="113"/>
                      <a:pt x="82" y="116"/>
                      <a:pt x="81" y="106"/>
                    </a:cubicBezTo>
                    <a:cubicBezTo>
                      <a:pt x="80" y="97"/>
                      <a:pt x="78" y="80"/>
                      <a:pt x="70" y="73"/>
                    </a:cubicBezTo>
                    <a:cubicBezTo>
                      <a:pt x="69" y="73"/>
                      <a:pt x="69" y="74"/>
                      <a:pt x="67" y="74"/>
                    </a:cubicBezTo>
                    <a:cubicBezTo>
                      <a:pt x="67" y="74"/>
                      <a:pt x="67" y="74"/>
                      <a:pt x="66" y="74"/>
                    </a:cubicBezTo>
                    <a:cubicBezTo>
                      <a:pt x="69" y="81"/>
                      <a:pt x="74" y="88"/>
                      <a:pt x="75" y="96"/>
                    </a:cubicBezTo>
                    <a:cubicBezTo>
                      <a:pt x="76" y="101"/>
                      <a:pt x="76" y="111"/>
                      <a:pt x="73" y="115"/>
                    </a:cubicBezTo>
                    <a:cubicBezTo>
                      <a:pt x="69" y="120"/>
                      <a:pt x="62" y="120"/>
                      <a:pt x="62" y="113"/>
                    </a:cubicBezTo>
                    <a:cubicBezTo>
                      <a:pt x="61" y="104"/>
                      <a:pt x="63" y="95"/>
                      <a:pt x="58" y="86"/>
                    </a:cubicBezTo>
                    <a:cubicBezTo>
                      <a:pt x="57" y="93"/>
                      <a:pt x="63" y="112"/>
                      <a:pt x="56" y="117"/>
                    </a:cubicBezTo>
                    <a:cubicBezTo>
                      <a:pt x="45" y="124"/>
                      <a:pt x="38" y="99"/>
                      <a:pt x="38" y="92"/>
                    </a:cubicBezTo>
                    <a:cubicBezTo>
                      <a:pt x="36" y="98"/>
                      <a:pt x="39" y="105"/>
                      <a:pt x="38" y="112"/>
                    </a:cubicBezTo>
                    <a:cubicBezTo>
                      <a:pt x="38" y="115"/>
                      <a:pt x="37" y="117"/>
                      <a:pt x="33" y="117"/>
                    </a:cubicBezTo>
                    <a:cubicBezTo>
                      <a:pt x="27" y="118"/>
                      <a:pt x="28" y="109"/>
                      <a:pt x="28" y="104"/>
                    </a:cubicBezTo>
                    <a:cubicBezTo>
                      <a:pt x="26" y="99"/>
                      <a:pt x="23" y="97"/>
                      <a:pt x="21" y="92"/>
                    </a:cubicBezTo>
                    <a:cubicBezTo>
                      <a:pt x="20" y="88"/>
                      <a:pt x="22" y="84"/>
                      <a:pt x="23" y="81"/>
                    </a:cubicBezTo>
                    <a:cubicBezTo>
                      <a:pt x="27" y="73"/>
                      <a:pt x="23" y="75"/>
                      <a:pt x="17" y="74"/>
                    </a:cubicBezTo>
                    <a:cubicBezTo>
                      <a:pt x="17" y="75"/>
                      <a:pt x="17" y="76"/>
                      <a:pt x="16" y="78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5" y="82"/>
                      <a:pt x="12" y="86"/>
                      <a:pt x="12" y="91"/>
                    </a:cubicBezTo>
                    <a:cubicBezTo>
                      <a:pt x="12" y="98"/>
                      <a:pt x="13" y="103"/>
                      <a:pt x="15" y="109"/>
                    </a:cubicBezTo>
                    <a:cubicBezTo>
                      <a:pt x="17" y="115"/>
                      <a:pt x="18" y="123"/>
                      <a:pt x="10" y="118"/>
                    </a:cubicBezTo>
                    <a:cubicBezTo>
                      <a:pt x="6" y="116"/>
                      <a:pt x="4" y="112"/>
                      <a:pt x="3" y="107"/>
                    </a:cubicBezTo>
                    <a:cubicBezTo>
                      <a:pt x="3" y="104"/>
                      <a:pt x="5" y="100"/>
                      <a:pt x="1" y="98"/>
                    </a:cubicBezTo>
                    <a:cubicBezTo>
                      <a:pt x="0" y="107"/>
                      <a:pt x="0" y="115"/>
                      <a:pt x="0" y="124"/>
                    </a:cubicBezTo>
                    <a:cubicBezTo>
                      <a:pt x="1" y="124"/>
                      <a:pt x="1" y="124"/>
                      <a:pt x="1" y="124"/>
                    </a:cubicBezTo>
                    <a:cubicBezTo>
                      <a:pt x="6" y="125"/>
                      <a:pt x="9" y="128"/>
                      <a:pt x="14" y="129"/>
                    </a:cubicBezTo>
                    <a:cubicBezTo>
                      <a:pt x="12" y="129"/>
                      <a:pt x="23" y="127"/>
                      <a:pt x="21" y="127"/>
                    </a:cubicBezTo>
                    <a:cubicBezTo>
                      <a:pt x="21" y="127"/>
                      <a:pt x="29" y="126"/>
                      <a:pt x="29" y="126"/>
                    </a:cubicBezTo>
                    <a:cubicBezTo>
                      <a:pt x="37" y="127"/>
                      <a:pt x="44" y="130"/>
                      <a:pt x="51" y="124"/>
                    </a:cubicBezTo>
                    <a:cubicBezTo>
                      <a:pt x="55" y="133"/>
                      <a:pt x="66" y="123"/>
                      <a:pt x="72" y="122"/>
                    </a:cubicBezTo>
                    <a:close/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1" name="Freeform 752">
                <a:extLst>
                  <a:ext uri="{FF2B5EF4-FFF2-40B4-BE49-F238E27FC236}">
                    <a16:creationId xmlns:a16="http://schemas.microsoft.com/office/drawing/2014/main" id="{EC1144FC-BCCE-4B67-BD9C-27783713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242"/>
                <a:ext cx="65" cy="71"/>
              </a:xfrm>
              <a:custGeom>
                <a:avLst/>
                <a:gdLst>
                  <a:gd name="T0" fmla="*/ 0 w 28"/>
                  <a:gd name="T1" fmla="*/ 71 h 29"/>
                  <a:gd name="T2" fmla="*/ 123 w 28"/>
                  <a:gd name="T3" fmla="*/ 365 h 29"/>
                  <a:gd name="T4" fmla="*/ 351 w 28"/>
                  <a:gd name="T5" fmla="*/ 426 h 29"/>
                  <a:gd name="T6" fmla="*/ 274 w 28"/>
                  <a:gd name="T7" fmla="*/ 120 h 29"/>
                  <a:gd name="T8" fmla="*/ 139 w 28"/>
                  <a:gd name="T9" fmla="*/ 223 h 29"/>
                  <a:gd name="T10" fmla="*/ 28 w 28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9">
                    <a:moveTo>
                      <a:pt x="0" y="5"/>
                    </a:moveTo>
                    <a:cubicBezTo>
                      <a:pt x="2" y="13"/>
                      <a:pt x="2" y="20"/>
                      <a:pt x="10" y="25"/>
                    </a:cubicBezTo>
                    <a:cubicBezTo>
                      <a:pt x="16" y="28"/>
                      <a:pt x="22" y="29"/>
                      <a:pt x="28" y="29"/>
                    </a:cubicBezTo>
                    <a:cubicBezTo>
                      <a:pt x="22" y="25"/>
                      <a:pt x="22" y="15"/>
                      <a:pt x="22" y="8"/>
                    </a:cubicBezTo>
                    <a:cubicBezTo>
                      <a:pt x="21" y="16"/>
                      <a:pt x="19" y="21"/>
                      <a:pt x="11" y="15"/>
                    </a:cubicBezTo>
                    <a:cubicBezTo>
                      <a:pt x="7" y="12"/>
                      <a:pt x="2" y="5"/>
                      <a:pt x="2" y="0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2" name="Freeform 753">
                <a:extLst>
                  <a:ext uri="{FF2B5EF4-FFF2-40B4-BE49-F238E27FC236}">
                    <a16:creationId xmlns:a16="http://schemas.microsoft.com/office/drawing/2014/main" id="{D8BD968D-53B3-4095-A744-A76C1E66C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212"/>
                <a:ext cx="88" cy="116"/>
              </a:xfrm>
              <a:custGeom>
                <a:avLst/>
                <a:gdLst>
                  <a:gd name="T0" fmla="*/ 435 w 38"/>
                  <a:gd name="T1" fmla="*/ 133 h 47"/>
                  <a:gd name="T2" fmla="*/ 472 w 38"/>
                  <a:gd name="T3" fmla="*/ 706 h 47"/>
                  <a:gd name="T4" fmla="*/ 248 w 38"/>
                  <a:gd name="T5" fmla="*/ 694 h 47"/>
                  <a:gd name="T6" fmla="*/ 0 w 38"/>
                  <a:gd name="T7" fmla="*/ 647 h 47"/>
                  <a:gd name="T8" fmla="*/ 86 w 38"/>
                  <a:gd name="T9" fmla="*/ 407 h 47"/>
                  <a:gd name="T10" fmla="*/ 188 w 38"/>
                  <a:gd name="T11" fmla="*/ 0 h 47"/>
                  <a:gd name="T12" fmla="*/ 225 w 38"/>
                  <a:gd name="T13" fmla="*/ 494 h 47"/>
                  <a:gd name="T14" fmla="*/ 359 w 38"/>
                  <a:gd name="T15" fmla="*/ 511 h 47"/>
                  <a:gd name="T16" fmla="*/ 435 w 38"/>
                  <a:gd name="T17" fmla="*/ 15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7">
                    <a:moveTo>
                      <a:pt x="35" y="9"/>
                    </a:moveTo>
                    <a:cubicBezTo>
                      <a:pt x="30" y="22"/>
                      <a:pt x="35" y="35"/>
                      <a:pt x="38" y="47"/>
                    </a:cubicBezTo>
                    <a:cubicBezTo>
                      <a:pt x="32" y="46"/>
                      <a:pt x="26" y="47"/>
                      <a:pt x="20" y="46"/>
                    </a:cubicBezTo>
                    <a:cubicBezTo>
                      <a:pt x="14" y="45"/>
                      <a:pt x="5" y="46"/>
                      <a:pt x="0" y="43"/>
                    </a:cubicBezTo>
                    <a:cubicBezTo>
                      <a:pt x="10" y="41"/>
                      <a:pt x="7" y="34"/>
                      <a:pt x="7" y="27"/>
                    </a:cubicBezTo>
                    <a:cubicBezTo>
                      <a:pt x="7" y="18"/>
                      <a:pt x="13" y="8"/>
                      <a:pt x="15" y="0"/>
                    </a:cubicBezTo>
                    <a:cubicBezTo>
                      <a:pt x="13" y="8"/>
                      <a:pt x="13" y="25"/>
                      <a:pt x="18" y="33"/>
                    </a:cubicBezTo>
                    <a:cubicBezTo>
                      <a:pt x="20" y="38"/>
                      <a:pt x="24" y="40"/>
                      <a:pt x="29" y="34"/>
                    </a:cubicBezTo>
                    <a:cubicBezTo>
                      <a:pt x="34" y="28"/>
                      <a:pt x="30" y="16"/>
                      <a:pt x="35" y="10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3" name="Freeform 754">
                <a:extLst>
                  <a:ext uri="{FF2B5EF4-FFF2-40B4-BE49-F238E27FC236}">
                    <a16:creationId xmlns:a16="http://schemas.microsoft.com/office/drawing/2014/main" id="{248D535F-3063-48C8-BD3D-EA5CB299A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3101"/>
                <a:ext cx="21" cy="54"/>
              </a:xfrm>
              <a:custGeom>
                <a:avLst/>
                <a:gdLst>
                  <a:gd name="T0" fmla="*/ 103 w 9"/>
                  <a:gd name="T1" fmla="*/ 0 h 22"/>
                  <a:gd name="T2" fmla="*/ 12 w 9"/>
                  <a:gd name="T3" fmla="*/ 326 h 22"/>
                  <a:gd name="T4" fmla="*/ 28 w 9"/>
                  <a:gd name="T5" fmla="*/ 20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2">
                    <a:moveTo>
                      <a:pt x="8" y="0"/>
                    </a:moveTo>
                    <a:cubicBezTo>
                      <a:pt x="8" y="7"/>
                      <a:pt x="9" y="18"/>
                      <a:pt x="1" y="22"/>
                    </a:cubicBezTo>
                    <a:cubicBezTo>
                      <a:pt x="0" y="20"/>
                      <a:pt x="1" y="16"/>
                      <a:pt x="2" y="14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4" name="Freeform 755">
                <a:extLst>
                  <a:ext uri="{FF2B5EF4-FFF2-40B4-BE49-F238E27FC236}">
                    <a16:creationId xmlns:a16="http://schemas.microsoft.com/office/drawing/2014/main" id="{A7651108-E975-4350-8214-809DA32F2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3170"/>
                <a:ext cx="37" cy="72"/>
              </a:xfrm>
              <a:custGeom>
                <a:avLst/>
                <a:gdLst>
                  <a:gd name="T0" fmla="*/ 187 w 16"/>
                  <a:gd name="T1" fmla="*/ 0 h 29"/>
                  <a:gd name="T2" fmla="*/ 187 w 16"/>
                  <a:gd name="T3" fmla="*/ 137 h 29"/>
                  <a:gd name="T4" fmla="*/ 113 w 16"/>
                  <a:gd name="T5" fmla="*/ 258 h 29"/>
                  <a:gd name="T6" fmla="*/ 74 w 16"/>
                  <a:gd name="T7" fmla="*/ 432 h 29"/>
                  <a:gd name="T8" fmla="*/ 0 w 16"/>
                  <a:gd name="T9" fmla="*/ 444 h 29"/>
                  <a:gd name="T10" fmla="*/ 86 w 16"/>
                  <a:gd name="T11" fmla="*/ 10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9">
                    <a:moveTo>
                      <a:pt x="15" y="0"/>
                    </a:moveTo>
                    <a:cubicBezTo>
                      <a:pt x="15" y="3"/>
                      <a:pt x="16" y="6"/>
                      <a:pt x="15" y="9"/>
                    </a:cubicBezTo>
                    <a:cubicBezTo>
                      <a:pt x="13" y="12"/>
                      <a:pt x="10" y="14"/>
                      <a:pt x="9" y="17"/>
                    </a:cubicBezTo>
                    <a:cubicBezTo>
                      <a:pt x="8" y="20"/>
                      <a:pt x="8" y="26"/>
                      <a:pt x="6" y="28"/>
                    </a:cubicBezTo>
                    <a:cubicBezTo>
                      <a:pt x="4" y="29"/>
                      <a:pt x="2" y="28"/>
                      <a:pt x="0" y="29"/>
                    </a:cubicBezTo>
                    <a:cubicBezTo>
                      <a:pt x="7" y="25"/>
                      <a:pt x="3" y="13"/>
                      <a:pt x="7" y="7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5" name="Freeform 756">
                <a:extLst>
                  <a:ext uri="{FF2B5EF4-FFF2-40B4-BE49-F238E27FC236}">
                    <a16:creationId xmlns:a16="http://schemas.microsoft.com/office/drawing/2014/main" id="{1FDE7AB6-24E6-4BDB-A490-52B953BDE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125"/>
                <a:ext cx="148" cy="131"/>
              </a:xfrm>
              <a:custGeom>
                <a:avLst/>
                <a:gdLst>
                  <a:gd name="T0" fmla="*/ 765 w 64"/>
                  <a:gd name="T1" fmla="*/ 556 h 53"/>
                  <a:gd name="T2" fmla="*/ 620 w 64"/>
                  <a:gd name="T3" fmla="*/ 788 h 53"/>
                  <a:gd name="T4" fmla="*/ 386 w 64"/>
                  <a:gd name="T5" fmla="*/ 648 h 53"/>
                  <a:gd name="T6" fmla="*/ 273 w 64"/>
                  <a:gd name="T7" fmla="*/ 556 h 53"/>
                  <a:gd name="T8" fmla="*/ 171 w 64"/>
                  <a:gd name="T9" fmla="*/ 423 h 53"/>
                  <a:gd name="T10" fmla="*/ 0 w 64"/>
                  <a:gd name="T11" fmla="*/ 133 h 53"/>
                  <a:gd name="T12" fmla="*/ 199 w 64"/>
                  <a:gd name="T13" fmla="*/ 319 h 53"/>
                  <a:gd name="T14" fmla="*/ 386 w 64"/>
                  <a:gd name="T15" fmla="*/ 183 h 53"/>
                  <a:gd name="T16" fmla="*/ 301 w 64"/>
                  <a:gd name="T17" fmla="*/ 423 h 53"/>
                  <a:gd name="T18" fmla="*/ 407 w 64"/>
                  <a:gd name="T19" fmla="*/ 74 h 53"/>
                  <a:gd name="T20" fmla="*/ 460 w 64"/>
                  <a:gd name="T21" fmla="*/ 269 h 53"/>
                  <a:gd name="T22" fmla="*/ 432 w 64"/>
                  <a:gd name="T23" fmla="*/ 635 h 53"/>
                  <a:gd name="T24" fmla="*/ 583 w 64"/>
                  <a:gd name="T25" fmla="*/ 606 h 53"/>
                  <a:gd name="T26" fmla="*/ 657 w 64"/>
                  <a:gd name="T27" fmla="*/ 349 h 53"/>
                  <a:gd name="T28" fmla="*/ 668 w 64"/>
                  <a:gd name="T29" fmla="*/ 665 h 53"/>
                  <a:gd name="T30" fmla="*/ 791 w 64"/>
                  <a:gd name="T31" fmla="*/ 573 h 5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4" h="53">
                    <a:moveTo>
                      <a:pt x="62" y="37"/>
                    </a:moveTo>
                    <a:cubicBezTo>
                      <a:pt x="62" y="44"/>
                      <a:pt x="57" y="52"/>
                      <a:pt x="50" y="52"/>
                    </a:cubicBezTo>
                    <a:cubicBezTo>
                      <a:pt x="42" y="53"/>
                      <a:pt x="37" y="47"/>
                      <a:pt x="31" y="43"/>
                    </a:cubicBezTo>
                    <a:cubicBezTo>
                      <a:pt x="29" y="41"/>
                      <a:pt x="25" y="39"/>
                      <a:pt x="22" y="37"/>
                    </a:cubicBezTo>
                    <a:cubicBezTo>
                      <a:pt x="18" y="34"/>
                      <a:pt x="17" y="32"/>
                      <a:pt x="14" y="28"/>
                    </a:cubicBezTo>
                    <a:cubicBezTo>
                      <a:pt x="10" y="22"/>
                      <a:pt x="4" y="16"/>
                      <a:pt x="0" y="9"/>
                    </a:cubicBezTo>
                    <a:cubicBezTo>
                      <a:pt x="4" y="14"/>
                      <a:pt x="10" y="20"/>
                      <a:pt x="16" y="21"/>
                    </a:cubicBezTo>
                    <a:cubicBezTo>
                      <a:pt x="20" y="22"/>
                      <a:pt x="31" y="17"/>
                      <a:pt x="31" y="12"/>
                    </a:cubicBezTo>
                    <a:cubicBezTo>
                      <a:pt x="28" y="17"/>
                      <a:pt x="26" y="23"/>
                      <a:pt x="24" y="28"/>
                    </a:cubicBezTo>
                    <a:cubicBezTo>
                      <a:pt x="34" y="32"/>
                      <a:pt x="31" y="8"/>
                      <a:pt x="33" y="5"/>
                    </a:cubicBezTo>
                    <a:cubicBezTo>
                      <a:pt x="38" y="0"/>
                      <a:pt x="38" y="14"/>
                      <a:pt x="37" y="18"/>
                    </a:cubicBezTo>
                    <a:cubicBezTo>
                      <a:pt x="36" y="24"/>
                      <a:pt x="29" y="36"/>
                      <a:pt x="35" y="42"/>
                    </a:cubicBezTo>
                    <a:cubicBezTo>
                      <a:pt x="38" y="45"/>
                      <a:pt x="45" y="43"/>
                      <a:pt x="47" y="40"/>
                    </a:cubicBezTo>
                    <a:cubicBezTo>
                      <a:pt x="51" y="36"/>
                      <a:pt x="51" y="29"/>
                      <a:pt x="53" y="23"/>
                    </a:cubicBezTo>
                    <a:cubicBezTo>
                      <a:pt x="51" y="28"/>
                      <a:pt x="49" y="42"/>
                      <a:pt x="54" y="44"/>
                    </a:cubicBezTo>
                    <a:cubicBezTo>
                      <a:pt x="58" y="47"/>
                      <a:pt x="61" y="40"/>
                      <a:pt x="64" y="38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6" name="Freeform 757">
                <a:extLst>
                  <a:ext uri="{FF2B5EF4-FFF2-40B4-BE49-F238E27FC236}">
                    <a16:creationId xmlns:a16="http://schemas.microsoft.com/office/drawing/2014/main" id="{93808298-F4D6-4D31-8F62-67DC1A5BC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969"/>
                <a:ext cx="139" cy="181"/>
              </a:xfrm>
              <a:custGeom>
                <a:avLst/>
                <a:gdLst>
                  <a:gd name="T0" fmla="*/ 37 w 60"/>
                  <a:gd name="T1" fmla="*/ 30 h 73"/>
                  <a:gd name="T2" fmla="*/ 74 w 60"/>
                  <a:gd name="T3" fmla="*/ 565 h 73"/>
                  <a:gd name="T4" fmla="*/ 285 w 60"/>
                  <a:gd name="T5" fmla="*/ 793 h 73"/>
                  <a:gd name="T6" fmla="*/ 521 w 60"/>
                  <a:gd name="T7" fmla="*/ 1022 h 73"/>
                  <a:gd name="T8" fmla="*/ 623 w 60"/>
                  <a:gd name="T9" fmla="*/ 1101 h 73"/>
                  <a:gd name="T10" fmla="*/ 746 w 60"/>
                  <a:gd name="T11" fmla="*/ 855 h 73"/>
                  <a:gd name="T12" fmla="*/ 595 w 60"/>
                  <a:gd name="T13" fmla="*/ 885 h 73"/>
                  <a:gd name="T14" fmla="*/ 396 w 60"/>
                  <a:gd name="T15" fmla="*/ 607 h 73"/>
                  <a:gd name="T16" fmla="*/ 209 w 60"/>
                  <a:gd name="T17" fmla="*/ 669 h 73"/>
                  <a:gd name="T18" fmla="*/ 114 w 60"/>
                  <a:gd name="T19" fmla="*/ 382 h 73"/>
                  <a:gd name="T20" fmla="*/ 65 w 60"/>
                  <a:gd name="T21" fmla="*/ 0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73">
                    <a:moveTo>
                      <a:pt x="3" y="2"/>
                    </a:moveTo>
                    <a:cubicBezTo>
                      <a:pt x="0" y="15"/>
                      <a:pt x="0" y="25"/>
                      <a:pt x="6" y="37"/>
                    </a:cubicBezTo>
                    <a:cubicBezTo>
                      <a:pt x="10" y="44"/>
                      <a:pt x="16" y="47"/>
                      <a:pt x="23" y="52"/>
                    </a:cubicBezTo>
                    <a:cubicBezTo>
                      <a:pt x="29" y="57"/>
                      <a:pt x="36" y="62"/>
                      <a:pt x="42" y="67"/>
                    </a:cubicBezTo>
                    <a:cubicBezTo>
                      <a:pt x="44" y="69"/>
                      <a:pt x="47" y="73"/>
                      <a:pt x="50" y="72"/>
                    </a:cubicBezTo>
                    <a:cubicBezTo>
                      <a:pt x="54" y="70"/>
                      <a:pt x="58" y="60"/>
                      <a:pt x="60" y="56"/>
                    </a:cubicBezTo>
                    <a:cubicBezTo>
                      <a:pt x="57" y="63"/>
                      <a:pt x="49" y="68"/>
                      <a:pt x="48" y="58"/>
                    </a:cubicBezTo>
                    <a:cubicBezTo>
                      <a:pt x="43" y="70"/>
                      <a:pt x="26" y="51"/>
                      <a:pt x="32" y="40"/>
                    </a:cubicBezTo>
                    <a:cubicBezTo>
                      <a:pt x="26" y="42"/>
                      <a:pt x="24" y="47"/>
                      <a:pt x="17" y="44"/>
                    </a:cubicBezTo>
                    <a:cubicBezTo>
                      <a:pt x="12" y="41"/>
                      <a:pt x="6" y="30"/>
                      <a:pt x="9" y="25"/>
                    </a:cubicBezTo>
                    <a:cubicBezTo>
                      <a:pt x="3" y="23"/>
                      <a:pt x="1" y="4"/>
                      <a:pt x="5" y="0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7" name="Freeform 758">
                <a:extLst>
                  <a:ext uri="{FF2B5EF4-FFF2-40B4-BE49-F238E27FC236}">
                    <a16:creationId xmlns:a16="http://schemas.microsoft.com/office/drawing/2014/main" id="{06135810-A808-4FD2-92DF-684D91503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3039"/>
                <a:ext cx="74" cy="47"/>
              </a:xfrm>
              <a:custGeom>
                <a:avLst/>
                <a:gdLst>
                  <a:gd name="T0" fmla="*/ 199 w 32"/>
                  <a:gd name="T1" fmla="*/ 74 h 19"/>
                  <a:gd name="T2" fmla="*/ 347 w 32"/>
                  <a:gd name="T3" fmla="*/ 42 h 19"/>
                  <a:gd name="T4" fmla="*/ 395 w 32"/>
                  <a:gd name="T5" fmla="*/ 228 h 19"/>
                  <a:gd name="T6" fmla="*/ 321 w 32"/>
                  <a:gd name="T7" fmla="*/ 257 h 19"/>
                  <a:gd name="T8" fmla="*/ 0 w 32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9">
                    <a:moveTo>
                      <a:pt x="16" y="5"/>
                    </a:moveTo>
                    <a:cubicBezTo>
                      <a:pt x="20" y="5"/>
                      <a:pt x="25" y="5"/>
                      <a:pt x="28" y="3"/>
                    </a:cubicBezTo>
                    <a:cubicBezTo>
                      <a:pt x="28" y="8"/>
                      <a:pt x="32" y="11"/>
                      <a:pt x="32" y="15"/>
                    </a:cubicBezTo>
                    <a:cubicBezTo>
                      <a:pt x="30" y="15"/>
                      <a:pt x="28" y="16"/>
                      <a:pt x="26" y="17"/>
                    </a:cubicBezTo>
                    <a:cubicBezTo>
                      <a:pt x="30" y="0"/>
                      <a:pt x="4" y="13"/>
                      <a:pt x="0" y="19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8" name="Freeform 759">
                <a:extLst>
                  <a:ext uri="{FF2B5EF4-FFF2-40B4-BE49-F238E27FC236}">
                    <a16:creationId xmlns:a16="http://schemas.microsoft.com/office/drawing/2014/main" id="{60A5EF6F-46A8-4303-A40F-081FC4C09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786"/>
                <a:ext cx="30" cy="104"/>
              </a:xfrm>
              <a:custGeom>
                <a:avLst/>
                <a:gdLst>
                  <a:gd name="T0" fmla="*/ 48 w 13"/>
                  <a:gd name="T1" fmla="*/ 166 h 42"/>
                  <a:gd name="T2" fmla="*/ 37 w 13"/>
                  <a:gd name="T3" fmla="*/ 362 h 42"/>
                  <a:gd name="T4" fmla="*/ 48 w 13"/>
                  <a:gd name="T5" fmla="*/ 639 h 42"/>
                  <a:gd name="T6" fmla="*/ 150 w 13"/>
                  <a:gd name="T7" fmla="*/ 485 h 42"/>
                  <a:gd name="T8" fmla="*/ 65 w 13"/>
                  <a:gd name="T9" fmla="*/ 307 h 42"/>
                  <a:gd name="T10" fmla="*/ 48 w 13"/>
                  <a:gd name="T11" fmla="*/ 228 h 42"/>
                  <a:gd name="T12" fmla="*/ 48 w 13"/>
                  <a:gd name="T13" fmla="*/ 183 h 42"/>
                  <a:gd name="T14" fmla="*/ 28 w 13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42">
                    <a:moveTo>
                      <a:pt x="4" y="11"/>
                    </a:moveTo>
                    <a:cubicBezTo>
                      <a:pt x="0" y="16"/>
                      <a:pt x="0" y="18"/>
                      <a:pt x="3" y="24"/>
                    </a:cubicBezTo>
                    <a:cubicBezTo>
                      <a:pt x="6" y="28"/>
                      <a:pt x="13" y="39"/>
                      <a:pt x="4" y="42"/>
                    </a:cubicBezTo>
                    <a:cubicBezTo>
                      <a:pt x="8" y="41"/>
                      <a:pt x="13" y="36"/>
                      <a:pt x="12" y="32"/>
                    </a:cubicBezTo>
                    <a:cubicBezTo>
                      <a:pt x="12" y="28"/>
                      <a:pt x="5" y="25"/>
                      <a:pt x="5" y="20"/>
                    </a:cubicBezTo>
                    <a:cubicBezTo>
                      <a:pt x="5" y="18"/>
                      <a:pt x="4" y="17"/>
                      <a:pt x="4" y="15"/>
                    </a:cubicBezTo>
                    <a:cubicBezTo>
                      <a:pt x="4" y="13"/>
                      <a:pt x="5" y="13"/>
                      <a:pt x="4" y="12"/>
                    </a:cubicBezTo>
                    <a:cubicBezTo>
                      <a:pt x="3" y="9"/>
                      <a:pt x="2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9" name="Freeform 760">
                <a:extLst>
                  <a:ext uri="{FF2B5EF4-FFF2-40B4-BE49-F238E27FC236}">
                    <a16:creationId xmlns:a16="http://schemas.microsoft.com/office/drawing/2014/main" id="{E866715C-E0BA-46C2-8853-0E860D433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880"/>
                <a:ext cx="77" cy="13"/>
              </a:xfrm>
              <a:custGeom>
                <a:avLst/>
                <a:gdLst>
                  <a:gd name="T0" fmla="*/ 0 w 33"/>
                  <a:gd name="T1" fmla="*/ 0 h 5"/>
                  <a:gd name="T2" fmla="*/ 142 w 33"/>
                  <a:gd name="T3" fmla="*/ 55 h 5"/>
                  <a:gd name="T4" fmla="*/ 420 w 33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">
                    <a:moveTo>
                      <a:pt x="0" y="0"/>
                    </a:moveTo>
                    <a:cubicBezTo>
                      <a:pt x="4" y="1"/>
                      <a:pt x="7" y="2"/>
                      <a:pt x="11" y="3"/>
                    </a:cubicBezTo>
                    <a:cubicBezTo>
                      <a:pt x="19" y="5"/>
                      <a:pt x="25" y="3"/>
                      <a:pt x="3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0" name="Freeform 761">
                <a:extLst>
                  <a:ext uri="{FF2B5EF4-FFF2-40B4-BE49-F238E27FC236}">
                    <a16:creationId xmlns:a16="http://schemas.microsoft.com/office/drawing/2014/main" id="{9E5373C9-B00B-417A-B9A2-A6C4DC46B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895"/>
                <a:ext cx="65" cy="30"/>
              </a:xfrm>
              <a:custGeom>
                <a:avLst/>
                <a:gdLst>
                  <a:gd name="T0" fmla="*/ 0 w 28"/>
                  <a:gd name="T1" fmla="*/ 188 h 12"/>
                  <a:gd name="T2" fmla="*/ 351 w 2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12"/>
                    </a:moveTo>
                    <a:cubicBezTo>
                      <a:pt x="7" y="6"/>
                      <a:pt x="19" y="2"/>
                      <a:pt x="2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1" name="Freeform 762">
                <a:extLst>
                  <a:ext uri="{FF2B5EF4-FFF2-40B4-BE49-F238E27FC236}">
                    <a16:creationId xmlns:a16="http://schemas.microsoft.com/office/drawing/2014/main" id="{7406CC39-76D2-438B-9E82-33BA16530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915"/>
                <a:ext cx="37" cy="47"/>
              </a:xfrm>
              <a:custGeom>
                <a:avLst/>
                <a:gdLst>
                  <a:gd name="T0" fmla="*/ 102 w 16"/>
                  <a:gd name="T1" fmla="*/ 0 h 19"/>
                  <a:gd name="T2" fmla="*/ 12 w 16"/>
                  <a:gd name="T3" fmla="*/ 287 h 19"/>
                  <a:gd name="T4" fmla="*/ 113 w 16"/>
                  <a:gd name="T5" fmla="*/ 1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8" y="0"/>
                    </a:moveTo>
                    <a:cubicBezTo>
                      <a:pt x="11" y="9"/>
                      <a:pt x="0" y="11"/>
                      <a:pt x="1" y="19"/>
                    </a:cubicBezTo>
                    <a:cubicBezTo>
                      <a:pt x="3" y="13"/>
                      <a:pt x="16" y="9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2" name="Freeform 763">
                <a:extLst>
                  <a:ext uri="{FF2B5EF4-FFF2-40B4-BE49-F238E27FC236}">
                    <a16:creationId xmlns:a16="http://schemas.microsoft.com/office/drawing/2014/main" id="{30561E88-43DA-40DA-99FB-868E29A30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918"/>
                <a:ext cx="39" cy="54"/>
              </a:xfrm>
              <a:custGeom>
                <a:avLst/>
                <a:gdLst>
                  <a:gd name="T0" fmla="*/ 204 w 17"/>
                  <a:gd name="T1" fmla="*/ 0 h 22"/>
                  <a:gd name="T2" fmla="*/ 48 w 17"/>
                  <a:gd name="T3" fmla="*/ 91 h 22"/>
                  <a:gd name="T4" fmla="*/ 37 w 17"/>
                  <a:gd name="T5" fmla="*/ 326 h 22"/>
                  <a:gd name="T6" fmla="*/ 147 w 17"/>
                  <a:gd name="T7" fmla="*/ 2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2">
                    <a:moveTo>
                      <a:pt x="17" y="0"/>
                    </a:moveTo>
                    <a:cubicBezTo>
                      <a:pt x="12" y="0"/>
                      <a:pt x="7" y="2"/>
                      <a:pt x="4" y="6"/>
                    </a:cubicBezTo>
                    <a:cubicBezTo>
                      <a:pt x="0" y="11"/>
                      <a:pt x="3" y="17"/>
                      <a:pt x="3" y="22"/>
                    </a:cubicBezTo>
                    <a:cubicBezTo>
                      <a:pt x="2" y="15"/>
                      <a:pt x="5" y="6"/>
                      <a:pt x="12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3" name="Freeform 764">
                <a:extLst>
                  <a:ext uri="{FF2B5EF4-FFF2-40B4-BE49-F238E27FC236}">
                    <a16:creationId xmlns:a16="http://schemas.microsoft.com/office/drawing/2014/main" id="{81FC4564-C1B8-4C88-8D1C-0EA9AD7E2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915"/>
                <a:ext cx="132" cy="52"/>
              </a:xfrm>
              <a:custGeom>
                <a:avLst/>
                <a:gdLst>
                  <a:gd name="T0" fmla="*/ 0 w 57"/>
                  <a:gd name="T1" fmla="*/ 215 h 21"/>
                  <a:gd name="T2" fmla="*/ 171 w 57"/>
                  <a:gd name="T3" fmla="*/ 124 h 21"/>
                  <a:gd name="T4" fmla="*/ 350 w 57"/>
                  <a:gd name="T5" fmla="*/ 92 h 21"/>
                  <a:gd name="T6" fmla="*/ 623 w 57"/>
                  <a:gd name="T7" fmla="*/ 30 h 21"/>
                  <a:gd name="T8" fmla="*/ 509 w 57"/>
                  <a:gd name="T9" fmla="*/ 319 h 21"/>
                  <a:gd name="T10" fmla="*/ 558 w 57"/>
                  <a:gd name="T11" fmla="*/ 92 h 21"/>
                  <a:gd name="T12" fmla="*/ 387 w 57"/>
                  <a:gd name="T13" fmla="*/ 124 h 21"/>
                  <a:gd name="T14" fmla="*/ 208 w 57"/>
                  <a:gd name="T15" fmla="*/ 154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21">
                    <a:moveTo>
                      <a:pt x="0" y="14"/>
                    </a:moveTo>
                    <a:cubicBezTo>
                      <a:pt x="7" y="14"/>
                      <a:pt x="9" y="10"/>
                      <a:pt x="14" y="8"/>
                    </a:cubicBezTo>
                    <a:cubicBezTo>
                      <a:pt x="18" y="7"/>
                      <a:pt x="23" y="7"/>
                      <a:pt x="28" y="6"/>
                    </a:cubicBezTo>
                    <a:cubicBezTo>
                      <a:pt x="34" y="4"/>
                      <a:pt x="43" y="5"/>
                      <a:pt x="50" y="2"/>
                    </a:cubicBezTo>
                    <a:cubicBezTo>
                      <a:pt x="57" y="0"/>
                      <a:pt x="42" y="13"/>
                      <a:pt x="41" y="21"/>
                    </a:cubicBezTo>
                    <a:cubicBezTo>
                      <a:pt x="44" y="18"/>
                      <a:pt x="46" y="11"/>
                      <a:pt x="45" y="6"/>
                    </a:cubicBezTo>
                    <a:cubicBezTo>
                      <a:pt x="41" y="6"/>
                      <a:pt x="35" y="8"/>
                      <a:pt x="31" y="8"/>
                    </a:cubicBezTo>
                    <a:cubicBezTo>
                      <a:pt x="27" y="9"/>
                      <a:pt x="21" y="9"/>
                      <a:pt x="17" y="1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4" name="Freeform 765">
                <a:extLst>
                  <a:ext uri="{FF2B5EF4-FFF2-40B4-BE49-F238E27FC236}">
                    <a16:creationId xmlns:a16="http://schemas.microsoft.com/office/drawing/2014/main" id="{5E168D63-2CA0-4E06-AD69-1872F02D5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638"/>
                <a:ext cx="40" cy="52"/>
              </a:xfrm>
              <a:custGeom>
                <a:avLst/>
                <a:gdLst>
                  <a:gd name="T0" fmla="*/ 221 w 17"/>
                  <a:gd name="T1" fmla="*/ 0 h 21"/>
                  <a:gd name="T2" fmla="*/ 12 w 17"/>
                  <a:gd name="T3" fmla="*/ 124 h 21"/>
                  <a:gd name="T4" fmla="*/ 132 w 17"/>
                  <a:gd name="T5" fmla="*/ 319 h 21"/>
                  <a:gd name="T6" fmla="*/ 144 w 17"/>
                  <a:gd name="T7" fmla="*/ 196 h 21"/>
                  <a:gd name="T8" fmla="*/ 155 w 17"/>
                  <a:gd name="T9" fmla="*/ 92 h 21"/>
                  <a:gd name="T10" fmla="*/ 172 w 17"/>
                  <a:gd name="T11" fmla="*/ 42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1">
                    <a:moveTo>
                      <a:pt x="17" y="0"/>
                    </a:moveTo>
                    <a:cubicBezTo>
                      <a:pt x="14" y="4"/>
                      <a:pt x="3" y="4"/>
                      <a:pt x="1" y="8"/>
                    </a:cubicBezTo>
                    <a:cubicBezTo>
                      <a:pt x="0" y="12"/>
                      <a:pt x="8" y="18"/>
                      <a:pt x="10" y="21"/>
                    </a:cubicBezTo>
                    <a:cubicBezTo>
                      <a:pt x="2" y="17"/>
                      <a:pt x="6" y="8"/>
                      <a:pt x="11" y="13"/>
                    </a:cubicBezTo>
                    <a:cubicBezTo>
                      <a:pt x="7" y="10"/>
                      <a:pt x="7" y="6"/>
                      <a:pt x="12" y="6"/>
                    </a:cubicBezTo>
                    <a:cubicBezTo>
                      <a:pt x="12" y="4"/>
                      <a:pt x="13" y="4"/>
                      <a:pt x="13" y="3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5" name="Freeform 766">
                <a:extLst>
                  <a:ext uri="{FF2B5EF4-FFF2-40B4-BE49-F238E27FC236}">
                    <a16:creationId xmlns:a16="http://schemas.microsoft.com/office/drawing/2014/main" id="{2232DC99-0470-4F89-B095-BDD5FC6D3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690"/>
                <a:ext cx="33" cy="35"/>
              </a:xfrm>
              <a:custGeom>
                <a:avLst/>
                <a:gdLst>
                  <a:gd name="T0" fmla="*/ 184 w 14"/>
                  <a:gd name="T1" fmla="*/ 0 h 14"/>
                  <a:gd name="T2" fmla="*/ 144 w 14"/>
                  <a:gd name="T3" fmla="*/ 220 h 14"/>
                  <a:gd name="T4" fmla="*/ 184 w 14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4" y="0"/>
                    </a:moveTo>
                    <a:cubicBezTo>
                      <a:pt x="8" y="5"/>
                      <a:pt x="0" y="9"/>
                      <a:pt x="11" y="14"/>
                    </a:cubicBezTo>
                    <a:cubicBezTo>
                      <a:pt x="4" y="7"/>
                      <a:pt x="10" y="6"/>
                      <a:pt x="14" y="1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6" name="Freeform 767">
                <a:extLst>
                  <a:ext uri="{FF2B5EF4-FFF2-40B4-BE49-F238E27FC236}">
                    <a16:creationId xmlns:a16="http://schemas.microsoft.com/office/drawing/2014/main" id="{2EF78135-6D57-4B03-8F76-E10BEDE02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744"/>
                <a:ext cx="35" cy="52"/>
              </a:xfrm>
              <a:custGeom>
                <a:avLst/>
                <a:gdLst>
                  <a:gd name="T0" fmla="*/ 180 w 15"/>
                  <a:gd name="T1" fmla="*/ 0 h 21"/>
                  <a:gd name="T2" fmla="*/ 114 w 15"/>
                  <a:gd name="T3" fmla="*/ 134 h 21"/>
                  <a:gd name="T4" fmla="*/ 28 w 15"/>
                  <a:gd name="T5" fmla="*/ 228 h 21"/>
                  <a:gd name="T6" fmla="*/ 191 w 15"/>
                  <a:gd name="T7" fmla="*/ 319 h 21"/>
                  <a:gd name="T8" fmla="*/ 77 w 15"/>
                  <a:gd name="T9" fmla="*/ 228 h 21"/>
                  <a:gd name="T10" fmla="*/ 163 w 15"/>
                  <a:gd name="T11" fmla="*/ 92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1">
                    <a:moveTo>
                      <a:pt x="14" y="0"/>
                    </a:moveTo>
                    <a:cubicBezTo>
                      <a:pt x="13" y="3"/>
                      <a:pt x="11" y="6"/>
                      <a:pt x="9" y="9"/>
                    </a:cubicBezTo>
                    <a:cubicBezTo>
                      <a:pt x="7" y="11"/>
                      <a:pt x="2" y="12"/>
                      <a:pt x="2" y="15"/>
                    </a:cubicBezTo>
                    <a:cubicBezTo>
                      <a:pt x="0" y="21"/>
                      <a:pt x="12" y="17"/>
                      <a:pt x="15" y="21"/>
                    </a:cubicBezTo>
                    <a:cubicBezTo>
                      <a:pt x="12" y="19"/>
                      <a:pt x="9" y="17"/>
                      <a:pt x="6" y="15"/>
                    </a:cubicBezTo>
                    <a:cubicBezTo>
                      <a:pt x="10" y="13"/>
                      <a:pt x="12" y="11"/>
                      <a:pt x="13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7" name="Freeform 768">
                <a:extLst>
                  <a:ext uri="{FF2B5EF4-FFF2-40B4-BE49-F238E27FC236}">
                    <a16:creationId xmlns:a16="http://schemas.microsoft.com/office/drawing/2014/main" id="{33B5999F-C9E6-4481-8E33-972EC6E8A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801"/>
                <a:ext cx="81" cy="70"/>
              </a:xfrm>
              <a:custGeom>
                <a:avLst/>
                <a:gdLst>
                  <a:gd name="T0" fmla="*/ 0 w 35"/>
                  <a:gd name="T1" fmla="*/ 438 h 28"/>
                  <a:gd name="T2" fmla="*/ 433 w 35"/>
                  <a:gd name="T3" fmla="*/ 158 h 28"/>
                  <a:gd name="T4" fmla="*/ 301 w 35"/>
                  <a:gd name="T5" fmla="*/ 220 h 28"/>
                  <a:gd name="T6" fmla="*/ 199 w 35"/>
                  <a:gd name="T7" fmla="*/ 188 h 28"/>
                  <a:gd name="T8" fmla="*/ 134 w 35"/>
                  <a:gd name="T9" fmla="*/ 18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8">
                    <a:moveTo>
                      <a:pt x="0" y="28"/>
                    </a:moveTo>
                    <a:cubicBezTo>
                      <a:pt x="8" y="13"/>
                      <a:pt x="16" y="0"/>
                      <a:pt x="35" y="10"/>
                    </a:cubicBezTo>
                    <a:cubicBezTo>
                      <a:pt x="32" y="9"/>
                      <a:pt x="21" y="8"/>
                      <a:pt x="24" y="14"/>
                    </a:cubicBezTo>
                    <a:cubicBezTo>
                      <a:pt x="22" y="11"/>
                      <a:pt x="19" y="9"/>
                      <a:pt x="16" y="12"/>
                    </a:cubicBezTo>
                    <a:cubicBezTo>
                      <a:pt x="14" y="10"/>
                      <a:pt x="13" y="11"/>
                      <a:pt x="11" y="1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8" name="Freeform 769">
                <a:extLst>
                  <a:ext uri="{FF2B5EF4-FFF2-40B4-BE49-F238E27FC236}">
                    <a16:creationId xmlns:a16="http://schemas.microsoft.com/office/drawing/2014/main" id="{22946C0F-FB5E-464E-A16D-BB16FE2BF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007"/>
                <a:ext cx="23" cy="61"/>
              </a:xfrm>
              <a:custGeom>
                <a:avLst/>
                <a:gdLst>
                  <a:gd name="T0" fmla="*/ 122 w 10"/>
                  <a:gd name="T1" fmla="*/ 0 h 25"/>
                  <a:gd name="T2" fmla="*/ 12 w 10"/>
                  <a:gd name="T3" fmla="*/ 36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5">
                    <a:moveTo>
                      <a:pt x="10" y="0"/>
                    </a:moveTo>
                    <a:cubicBezTo>
                      <a:pt x="0" y="5"/>
                      <a:pt x="6" y="16"/>
                      <a:pt x="1" y="2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9" name="Freeform 770">
                <a:extLst>
                  <a:ext uri="{FF2B5EF4-FFF2-40B4-BE49-F238E27FC236}">
                    <a16:creationId xmlns:a16="http://schemas.microsoft.com/office/drawing/2014/main" id="{0B3AAFF8-80CC-4ABD-AF04-926D1107F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742"/>
                <a:ext cx="9" cy="12"/>
              </a:xfrm>
              <a:custGeom>
                <a:avLst/>
                <a:gdLst>
                  <a:gd name="T0" fmla="*/ 0 w 4"/>
                  <a:gd name="T1" fmla="*/ 70 h 5"/>
                  <a:gd name="T2" fmla="*/ 45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0" name="Freeform 771">
                <a:extLst>
                  <a:ext uri="{FF2B5EF4-FFF2-40B4-BE49-F238E27FC236}">
                    <a16:creationId xmlns:a16="http://schemas.microsoft.com/office/drawing/2014/main" id="{BDDE51B7-0B4D-4638-8B2B-5125B4052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742"/>
                <a:ext cx="9" cy="12"/>
              </a:xfrm>
              <a:custGeom>
                <a:avLst/>
                <a:gdLst>
                  <a:gd name="T0" fmla="*/ 0 w 4"/>
                  <a:gd name="T1" fmla="*/ 70 h 5"/>
                  <a:gd name="T2" fmla="*/ 45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1" name="Freeform 772">
                <a:extLst>
                  <a:ext uri="{FF2B5EF4-FFF2-40B4-BE49-F238E27FC236}">
                    <a16:creationId xmlns:a16="http://schemas.microsoft.com/office/drawing/2014/main" id="{C3193B26-E945-43FD-9EBE-DA8148A6D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913"/>
                <a:ext cx="16" cy="14"/>
              </a:xfrm>
              <a:custGeom>
                <a:avLst/>
                <a:gdLst>
                  <a:gd name="T0" fmla="*/ 0 w 7"/>
                  <a:gd name="T1" fmla="*/ 0 h 6"/>
                  <a:gd name="T2" fmla="*/ 85 w 7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2" y="2"/>
                      <a:pt x="4" y="5"/>
                      <a:pt x="7" y="6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2" name="Freeform 773">
                <a:extLst>
                  <a:ext uri="{FF2B5EF4-FFF2-40B4-BE49-F238E27FC236}">
                    <a16:creationId xmlns:a16="http://schemas.microsoft.com/office/drawing/2014/main" id="{5604ABED-EBCF-481E-8326-0AC4F9D95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913"/>
                <a:ext cx="16" cy="14"/>
              </a:xfrm>
              <a:custGeom>
                <a:avLst/>
                <a:gdLst>
                  <a:gd name="T0" fmla="*/ 0 w 7"/>
                  <a:gd name="T1" fmla="*/ 0 h 6"/>
                  <a:gd name="T2" fmla="*/ 85 w 7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2" y="2"/>
                      <a:pt x="4" y="5"/>
                      <a:pt x="7" y="6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3" name="Freeform 774">
                <a:extLst>
                  <a:ext uri="{FF2B5EF4-FFF2-40B4-BE49-F238E27FC236}">
                    <a16:creationId xmlns:a16="http://schemas.microsoft.com/office/drawing/2014/main" id="{6373E80D-173C-4D41-8A50-FF92B8CB6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036"/>
                <a:ext cx="18" cy="8"/>
              </a:xfrm>
              <a:custGeom>
                <a:avLst/>
                <a:gdLst>
                  <a:gd name="T0" fmla="*/ 0 w 8"/>
                  <a:gd name="T1" fmla="*/ 56 h 3"/>
                  <a:gd name="T2" fmla="*/ 92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4" name="Freeform 775">
                <a:extLst>
                  <a:ext uri="{FF2B5EF4-FFF2-40B4-BE49-F238E27FC236}">
                    <a16:creationId xmlns:a16="http://schemas.microsoft.com/office/drawing/2014/main" id="{BADD8327-3727-4616-A082-A877F7769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036"/>
                <a:ext cx="18" cy="8"/>
              </a:xfrm>
              <a:custGeom>
                <a:avLst/>
                <a:gdLst>
                  <a:gd name="T0" fmla="*/ 0 w 8"/>
                  <a:gd name="T1" fmla="*/ 56 h 3"/>
                  <a:gd name="T2" fmla="*/ 92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5" name="Freeform 776">
                <a:extLst>
                  <a:ext uri="{FF2B5EF4-FFF2-40B4-BE49-F238E27FC236}">
                    <a16:creationId xmlns:a16="http://schemas.microsoft.com/office/drawing/2014/main" id="{177FE222-D4D0-4D78-B136-D55BB3C25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170"/>
                <a:ext cx="21" cy="10"/>
              </a:xfrm>
              <a:custGeom>
                <a:avLst/>
                <a:gdLst>
                  <a:gd name="T0" fmla="*/ 0 w 9"/>
                  <a:gd name="T1" fmla="*/ 63 h 4"/>
                  <a:gd name="T2" fmla="*/ 114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2"/>
                      <a:pt x="6" y="1"/>
                      <a:pt x="9" y="0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6" name="Freeform 777">
                <a:extLst>
                  <a:ext uri="{FF2B5EF4-FFF2-40B4-BE49-F238E27FC236}">
                    <a16:creationId xmlns:a16="http://schemas.microsoft.com/office/drawing/2014/main" id="{71DA4171-EFAC-4538-955D-526E29092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559"/>
                <a:ext cx="700" cy="450"/>
              </a:xfrm>
              <a:custGeom>
                <a:avLst/>
                <a:gdLst>
                  <a:gd name="T0" fmla="*/ 436 w 302"/>
                  <a:gd name="T1" fmla="*/ 1798 h 182"/>
                  <a:gd name="T2" fmla="*/ 12 w 302"/>
                  <a:gd name="T3" fmla="*/ 789 h 182"/>
                  <a:gd name="T4" fmla="*/ 102 w 302"/>
                  <a:gd name="T5" fmla="*/ 299 h 182"/>
                  <a:gd name="T6" fmla="*/ 399 w 302"/>
                  <a:gd name="T7" fmla="*/ 74 h 182"/>
                  <a:gd name="T8" fmla="*/ 1011 w 302"/>
                  <a:gd name="T9" fmla="*/ 349 h 182"/>
                  <a:gd name="T10" fmla="*/ 1198 w 302"/>
                  <a:gd name="T11" fmla="*/ 831 h 182"/>
                  <a:gd name="T12" fmla="*/ 1161 w 302"/>
                  <a:gd name="T13" fmla="*/ 1076 h 182"/>
                  <a:gd name="T14" fmla="*/ 1171 w 302"/>
                  <a:gd name="T15" fmla="*/ 1407 h 182"/>
                  <a:gd name="T16" fmla="*/ 1493 w 302"/>
                  <a:gd name="T17" fmla="*/ 1387 h 182"/>
                  <a:gd name="T18" fmla="*/ 1634 w 302"/>
                  <a:gd name="T19" fmla="*/ 1118 h 182"/>
                  <a:gd name="T20" fmla="*/ 1456 w 302"/>
                  <a:gd name="T21" fmla="*/ 954 h 182"/>
                  <a:gd name="T22" fmla="*/ 1370 w 302"/>
                  <a:gd name="T23" fmla="*/ 875 h 182"/>
                  <a:gd name="T24" fmla="*/ 1268 w 302"/>
                  <a:gd name="T25" fmla="*/ 502 h 182"/>
                  <a:gd name="T26" fmla="*/ 1256 w 302"/>
                  <a:gd name="T27" fmla="*/ 423 h 182"/>
                  <a:gd name="T28" fmla="*/ 1532 w 302"/>
                  <a:gd name="T29" fmla="*/ 668 h 182"/>
                  <a:gd name="T30" fmla="*/ 1680 w 302"/>
                  <a:gd name="T31" fmla="*/ 391 h 182"/>
                  <a:gd name="T32" fmla="*/ 1655 w 302"/>
                  <a:gd name="T33" fmla="*/ 349 h 182"/>
                  <a:gd name="T34" fmla="*/ 2788 w 302"/>
                  <a:gd name="T35" fmla="*/ 618 h 182"/>
                  <a:gd name="T36" fmla="*/ 3762 w 302"/>
                  <a:gd name="T37" fmla="*/ 618 h 182"/>
                  <a:gd name="T38" fmla="*/ 2768 w 302"/>
                  <a:gd name="T39" fmla="*/ 1785 h 182"/>
                  <a:gd name="T40" fmla="*/ 1720 w 302"/>
                  <a:gd name="T41" fmla="*/ 2537 h 182"/>
                  <a:gd name="T42" fmla="*/ 387 w 302"/>
                  <a:gd name="T43" fmla="*/ 2371 h 182"/>
                  <a:gd name="T44" fmla="*/ 436 w 302"/>
                  <a:gd name="T45" fmla="*/ 1798 h 18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02" h="182">
                    <a:moveTo>
                      <a:pt x="35" y="119"/>
                    </a:moveTo>
                    <a:cubicBezTo>
                      <a:pt x="36" y="69"/>
                      <a:pt x="0" y="64"/>
                      <a:pt x="1" y="52"/>
                    </a:cubicBezTo>
                    <a:cubicBezTo>
                      <a:pt x="2" y="39"/>
                      <a:pt x="3" y="27"/>
                      <a:pt x="8" y="20"/>
                    </a:cubicBezTo>
                    <a:cubicBezTo>
                      <a:pt x="13" y="11"/>
                      <a:pt x="14" y="0"/>
                      <a:pt x="32" y="5"/>
                    </a:cubicBezTo>
                    <a:cubicBezTo>
                      <a:pt x="50" y="10"/>
                      <a:pt x="73" y="19"/>
                      <a:pt x="81" y="23"/>
                    </a:cubicBezTo>
                    <a:cubicBezTo>
                      <a:pt x="87" y="27"/>
                      <a:pt x="93" y="44"/>
                      <a:pt x="96" y="55"/>
                    </a:cubicBezTo>
                    <a:cubicBezTo>
                      <a:pt x="96" y="59"/>
                      <a:pt x="94" y="68"/>
                      <a:pt x="93" y="71"/>
                    </a:cubicBezTo>
                    <a:cubicBezTo>
                      <a:pt x="90" y="78"/>
                      <a:pt x="88" y="88"/>
                      <a:pt x="94" y="93"/>
                    </a:cubicBezTo>
                    <a:cubicBezTo>
                      <a:pt x="110" y="104"/>
                      <a:pt x="119" y="96"/>
                      <a:pt x="120" y="92"/>
                    </a:cubicBezTo>
                    <a:cubicBezTo>
                      <a:pt x="124" y="92"/>
                      <a:pt x="135" y="84"/>
                      <a:pt x="131" y="74"/>
                    </a:cubicBezTo>
                    <a:cubicBezTo>
                      <a:pt x="129" y="67"/>
                      <a:pt x="123" y="64"/>
                      <a:pt x="117" y="63"/>
                    </a:cubicBezTo>
                    <a:cubicBezTo>
                      <a:pt x="115" y="62"/>
                      <a:pt x="111" y="61"/>
                      <a:pt x="110" y="58"/>
                    </a:cubicBezTo>
                    <a:cubicBezTo>
                      <a:pt x="108" y="51"/>
                      <a:pt x="105" y="41"/>
                      <a:pt x="102" y="33"/>
                    </a:cubicBezTo>
                    <a:cubicBezTo>
                      <a:pt x="102" y="31"/>
                      <a:pt x="101" y="30"/>
                      <a:pt x="101" y="28"/>
                    </a:cubicBezTo>
                    <a:cubicBezTo>
                      <a:pt x="105" y="34"/>
                      <a:pt x="112" y="44"/>
                      <a:pt x="123" y="44"/>
                    </a:cubicBezTo>
                    <a:cubicBezTo>
                      <a:pt x="137" y="45"/>
                      <a:pt x="140" y="31"/>
                      <a:pt x="135" y="26"/>
                    </a:cubicBezTo>
                    <a:cubicBezTo>
                      <a:pt x="134" y="25"/>
                      <a:pt x="133" y="24"/>
                      <a:pt x="133" y="23"/>
                    </a:cubicBezTo>
                    <a:cubicBezTo>
                      <a:pt x="156" y="37"/>
                      <a:pt x="189" y="41"/>
                      <a:pt x="224" y="41"/>
                    </a:cubicBezTo>
                    <a:cubicBezTo>
                      <a:pt x="249" y="41"/>
                      <a:pt x="275" y="41"/>
                      <a:pt x="302" y="41"/>
                    </a:cubicBezTo>
                    <a:cubicBezTo>
                      <a:pt x="295" y="90"/>
                      <a:pt x="249" y="124"/>
                      <a:pt x="222" y="118"/>
                    </a:cubicBezTo>
                    <a:cubicBezTo>
                      <a:pt x="222" y="135"/>
                      <a:pt x="168" y="172"/>
                      <a:pt x="138" y="168"/>
                    </a:cubicBezTo>
                    <a:cubicBezTo>
                      <a:pt x="136" y="182"/>
                      <a:pt x="61" y="167"/>
                      <a:pt x="31" y="157"/>
                    </a:cubicBezTo>
                    <a:cubicBezTo>
                      <a:pt x="34" y="145"/>
                      <a:pt x="35" y="132"/>
                      <a:pt x="35" y="119"/>
                    </a:cubicBezTo>
                    <a:close/>
                  </a:path>
                </a:pathLst>
              </a:custGeom>
              <a:solidFill>
                <a:srgbClr val="ED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7" name="Freeform 778">
                <a:extLst>
                  <a:ext uri="{FF2B5EF4-FFF2-40B4-BE49-F238E27FC236}">
                    <a16:creationId xmlns:a16="http://schemas.microsoft.com/office/drawing/2014/main" id="{592B978B-7EEA-452F-B124-B1BDDA160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559"/>
                <a:ext cx="693" cy="289"/>
              </a:xfrm>
              <a:custGeom>
                <a:avLst/>
                <a:gdLst>
                  <a:gd name="T0" fmla="*/ 3713 w 299"/>
                  <a:gd name="T1" fmla="*/ 615 h 117"/>
                  <a:gd name="T2" fmla="*/ 3314 w 299"/>
                  <a:gd name="T3" fmla="*/ 635 h 117"/>
                  <a:gd name="T4" fmla="*/ 2665 w 299"/>
                  <a:gd name="T5" fmla="*/ 615 h 117"/>
                  <a:gd name="T6" fmla="*/ 2288 w 299"/>
                  <a:gd name="T7" fmla="*/ 585 h 117"/>
                  <a:gd name="T8" fmla="*/ 2079 w 299"/>
                  <a:gd name="T9" fmla="*/ 543 h 117"/>
                  <a:gd name="T10" fmla="*/ 1794 w 299"/>
                  <a:gd name="T11" fmla="*/ 482 h 117"/>
                  <a:gd name="T12" fmla="*/ 1708 w 299"/>
                  <a:gd name="T13" fmla="*/ 440 h 117"/>
                  <a:gd name="T14" fmla="*/ 1532 w 299"/>
                  <a:gd name="T15" fmla="*/ 664 h 117"/>
                  <a:gd name="T16" fmla="*/ 1358 w 299"/>
                  <a:gd name="T17" fmla="*/ 573 h 117"/>
                  <a:gd name="T18" fmla="*/ 1342 w 299"/>
                  <a:gd name="T19" fmla="*/ 585 h 117"/>
                  <a:gd name="T20" fmla="*/ 1321 w 299"/>
                  <a:gd name="T21" fmla="*/ 647 h 117"/>
                  <a:gd name="T22" fmla="*/ 1370 w 299"/>
                  <a:gd name="T23" fmla="*/ 872 h 117"/>
                  <a:gd name="T24" fmla="*/ 1456 w 299"/>
                  <a:gd name="T25" fmla="*/ 951 h 117"/>
                  <a:gd name="T26" fmla="*/ 1634 w 299"/>
                  <a:gd name="T27" fmla="*/ 1116 h 117"/>
                  <a:gd name="T28" fmla="*/ 1493 w 299"/>
                  <a:gd name="T29" fmla="*/ 1386 h 117"/>
                  <a:gd name="T30" fmla="*/ 1170 w 299"/>
                  <a:gd name="T31" fmla="*/ 1403 h 117"/>
                  <a:gd name="T32" fmla="*/ 1161 w 299"/>
                  <a:gd name="T33" fmla="*/ 1067 h 117"/>
                  <a:gd name="T34" fmla="*/ 1198 w 299"/>
                  <a:gd name="T35" fmla="*/ 830 h 117"/>
                  <a:gd name="T36" fmla="*/ 1048 w 299"/>
                  <a:gd name="T37" fmla="*/ 390 h 117"/>
                  <a:gd name="T38" fmla="*/ 811 w 299"/>
                  <a:gd name="T39" fmla="*/ 245 h 117"/>
                  <a:gd name="T40" fmla="*/ 399 w 299"/>
                  <a:gd name="T41" fmla="*/ 74 h 117"/>
                  <a:gd name="T42" fmla="*/ 102 w 299"/>
                  <a:gd name="T43" fmla="*/ 299 h 117"/>
                  <a:gd name="T44" fmla="*/ 12 w 299"/>
                  <a:gd name="T45" fmla="*/ 781 h 117"/>
                  <a:gd name="T46" fmla="*/ 436 w 299"/>
                  <a:gd name="T47" fmla="*/ 1764 h 117"/>
                  <a:gd name="T48" fmla="*/ 338 w 299"/>
                  <a:gd name="T49" fmla="*/ 1008 h 117"/>
                  <a:gd name="T50" fmla="*/ 209 w 299"/>
                  <a:gd name="T51" fmla="*/ 543 h 117"/>
                  <a:gd name="T52" fmla="*/ 399 w 299"/>
                  <a:gd name="T53" fmla="*/ 287 h 117"/>
                  <a:gd name="T54" fmla="*/ 909 w 299"/>
                  <a:gd name="T55" fmla="*/ 469 h 117"/>
                  <a:gd name="T56" fmla="*/ 1059 w 299"/>
                  <a:gd name="T57" fmla="*/ 739 h 117"/>
                  <a:gd name="T58" fmla="*/ 1256 w 299"/>
                  <a:gd name="T59" fmla="*/ 1598 h 117"/>
                  <a:gd name="T60" fmla="*/ 1680 w 299"/>
                  <a:gd name="T61" fmla="*/ 1354 h 117"/>
                  <a:gd name="T62" fmla="*/ 1729 w 299"/>
                  <a:gd name="T63" fmla="*/ 1025 h 117"/>
                  <a:gd name="T64" fmla="*/ 1880 w 299"/>
                  <a:gd name="T65" fmla="*/ 921 h 117"/>
                  <a:gd name="T66" fmla="*/ 2948 w 299"/>
                  <a:gd name="T67" fmla="*/ 995 h 117"/>
                  <a:gd name="T68" fmla="*/ 3240 w 299"/>
                  <a:gd name="T69" fmla="*/ 1415 h 117"/>
                  <a:gd name="T70" fmla="*/ 2862 w 299"/>
                  <a:gd name="T71" fmla="*/ 1640 h 117"/>
                  <a:gd name="T72" fmla="*/ 3486 w 299"/>
                  <a:gd name="T73" fmla="*/ 1146 h 117"/>
                  <a:gd name="T74" fmla="*/ 3713 w 299"/>
                  <a:gd name="T75" fmla="*/ 615 h 11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99" h="117">
                    <a:moveTo>
                      <a:pt x="298" y="41"/>
                    </a:moveTo>
                    <a:cubicBezTo>
                      <a:pt x="293" y="41"/>
                      <a:pt x="273" y="42"/>
                      <a:pt x="266" y="42"/>
                    </a:cubicBezTo>
                    <a:cubicBezTo>
                      <a:pt x="250" y="43"/>
                      <a:pt x="231" y="43"/>
                      <a:pt x="214" y="41"/>
                    </a:cubicBezTo>
                    <a:cubicBezTo>
                      <a:pt x="204" y="41"/>
                      <a:pt x="194" y="40"/>
                      <a:pt x="184" y="39"/>
                    </a:cubicBezTo>
                    <a:cubicBezTo>
                      <a:pt x="178" y="38"/>
                      <a:pt x="172" y="38"/>
                      <a:pt x="167" y="36"/>
                    </a:cubicBezTo>
                    <a:cubicBezTo>
                      <a:pt x="159" y="35"/>
                      <a:pt x="151" y="34"/>
                      <a:pt x="144" y="32"/>
                    </a:cubicBezTo>
                    <a:cubicBezTo>
                      <a:pt x="141" y="31"/>
                      <a:pt x="139" y="30"/>
                      <a:pt x="137" y="29"/>
                    </a:cubicBezTo>
                    <a:cubicBezTo>
                      <a:pt x="139" y="35"/>
                      <a:pt x="134" y="44"/>
                      <a:pt x="123" y="44"/>
                    </a:cubicBezTo>
                    <a:cubicBezTo>
                      <a:pt x="118" y="44"/>
                      <a:pt x="113" y="41"/>
                      <a:pt x="109" y="38"/>
                    </a:cubicBezTo>
                    <a:cubicBezTo>
                      <a:pt x="109" y="38"/>
                      <a:pt x="108" y="39"/>
                      <a:pt x="108" y="39"/>
                    </a:cubicBezTo>
                    <a:cubicBezTo>
                      <a:pt x="106" y="40"/>
                      <a:pt x="106" y="42"/>
                      <a:pt x="106" y="43"/>
                    </a:cubicBezTo>
                    <a:cubicBezTo>
                      <a:pt x="108" y="49"/>
                      <a:pt x="109" y="54"/>
                      <a:pt x="110" y="58"/>
                    </a:cubicBezTo>
                    <a:cubicBezTo>
                      <a:pt x="111" y="61"/>
                      <a:pt x="115" y="62"/>
                      <a:pt x="117" y="63"/>
                    </a:cubicBezTo>
                    <a:cubicBezTo>
                      <a:pt x="123" y="64"/>
                      <a:pt x="129" y="67"/>
                      <a:pt x="131" y="74"/>
                    </a:cubicBezTo>
                    <a:cubicBezTo>
                      <a:pt x="135" y="84"/>
                      <a:pt x="124" y="92"/>
                      <a:pt x="120" y="92"/>
                    </a:cubicBezTo>
                    <a:cubicBezTo>
                      <a:pt x="119" y="96"/>
                      <a:pt x="110" y="104"/>
                      <a:pt x="94" y="93"/>
                    </a:cubicBezTo>
                    <a:cubicBezTo>
                      <a:pt x="88" y="88"/>
                      <a:pt x="90" y="78"/>
                      <a:pt x="93" y="71"/>
                    </a:cubicBezTo>
                    <a:cubicBezTo>
                      <a:pt x="94" y="68"/>
                      <a:pt x="96" y="59"/>
                      <a:pt x="96" y="55"/>
                    </a:cubicBezTo>
                    <a:cubicBezTo>
                      <a:pt x="94" y="46"/>
                      <a:pt x="89" y="32"/>
                      <a:pt x="84" y="26"/>
                    </a:cubicBezTo>
                    <a:cubicBezTo>
                      <a:pt x="78" y="29"/>
                      <a:pt x="66" y="19"/>
                      <a:pt x="65" y="16"/>
                    </a:cubicBezTo>
                    <a:cubicBezTo>
                      <a:pt x="55" y="12"/>
                      <a:pt x="43" y="8"/>
                      <a:pt x="32" y="5"/>
                    </a:cubicBezTo>
                    <a:cubicBezTo>
                      <a:pt x="14" y="0"/>
                      <a:pt x="13" y="11"/>
                      <a:pt x="8" y="20"/>
                    </a:cubicBezTo>
                    <a:cubicBezTo>
                      <a:pt x="3" y="27"/>
                      <a:pt x="2" y="39"/>
                      <a:pt x="1" y="52"/>
                    </a:cubicBezTo>
                    <a:cubicBezTo>
                      <a:pt x="0" y="64"/>
                      <a:pt x="35" y="69"/>
                      <a:pt x="35" y="117"/>
                    </a:cubicBezTo>
                    <a:cubicBezTo>
                      <a:pt x="36" y="100"/>
                      <a:pt x="33" y="82"/>
                      <a:pt x="27" y="67"/>
                    </a:cubicBezTo>
                    <a:cubicBezTo>
                      <a:pt x="22" y="58"/>
                      <a:pt x="15" y="47"/>
                      <a:pt x="17" y="36"/>
                    </a:cubicBezTo>
                    <a:cubicBezTo>
                      <a:pt x="19" y="29"/>
                      <a:pt x="25" y="22"/>
                      <a:pt x="32" y="19"/>
                    </a:cubicBezTo>
                    <a:cubicBezTo>
                      <a:pt x="40" y="16"/>
                      <a:pt x="62" y="23"/>
                      <a:pt x="73" y="31"/>
                    </a:cubicBezTo>
                    <a:cubicBezTo>
                      <a:pt x="78" y="35"/>
                      <a:pt x="83" y="41"/>
                      <a:pt x="85" y="49"/>
                    </a:cubicBezTo>
                    <a:cubicBezTo>
                      <a:pt x="90" y="73"/>
                      <a:pt x="69" y="100"/>
                      <a:pt x="101" y="106"/>
                    </a:cubicBezTo>
                    <a:cubicBezTo>
                      <a:pt x="114" y="108"/>
                      <a:pt x="129" y="102"/>
                      <a:pt x="135" y="90"/>
                    </a:cubicBezTo>
                    <a:cubicBezTo>
                      <a:pt x="139" y="82"/>
                      <a:pt x="140" y="76"/>
                      <a:pt x="139" y="68"/>
                    </a:cubicBezTo>
                    <a:cubicBezTo>
                      <a:pt x="136" y="56"/>
                      <a:pt x="142" y="59"/>
                      <a:pt x="151" y="61"/>
                    </a:cubicBezTo>
                    <a:cubicBezTo>
                      <a:pt x="179" y="66"/>
                      <a:pt x="209" y="66"/>
                      <a:pt x="237" y="66"/>
                    </a:cubicBezTo>
                    <a:cubicBezTo>
                      <a:pt x="267" y="65"/>
                      <a:pt x="275" y="79"/>
                      <a:pt x="260" y="94"/>
                    </a:cubicBezTo>
                    <a:cubicBezTo>
                      <a:pt x="240" y="116"/>
                      <a:pt x="230" y="109"/>
                      <a:pt x="230" y="109"/>
                    </a:cubicBezTo>
                    <a:cubicBezTo>
                      <a:pt x="250" y="117"/>
                      <a:pt x="272" y="90"/>
                      <a:pt x="280" y="76"/>
                    </a:cubicBezTo>
                    <a:cubicBezTo>
                      <a:pt x="285" y="67"/>
                      <a:pt x="299" y="53"/>
                      <a:pt x="298" y="41"/>
                    </a:cubicBezTo>
                    <a:close/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8" name="Freeform 779">
                <a:extLst>
                  <a:ext uri="{FF2B5EF4-FFF2-40B4-BE49-F238E27FC236}">
                    <a16:creationId xmlns:a16="http://schemas.microsoft.com/office/drawing/2014/main" id="{7E3BB55B-EB71-49A1-B27A-01F81F3D4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638"/>
                <a:ext cx="127" cy="178"/>
              </a:xfrm>
              <a:custGeom>
                <a:avLst/>
                <a:gdLst>
                  <a:gd name="T0" fmla="*/ 677 w 55"/>
                  <a:gd name="T1" fmla="*/ 319 h 72"/>
                  <a:gd name="T2" fmla="*/ 490 w 55"/>
                  <a:gd name="T3" fmla="*/ 183 h 72"/>
                  <a:gd name="T4" fmla="*/ 480 w 55"/>
                  <a:gd name="T5" fmla="*/ 183 h 72"/>
                  <a:gd name="T6" fmla="*/ 245 w 55"/>
                  <a:gd name="T7" fmla="*/ 0 h 72"/>
                  <a:gd name="T8" fmla="*/ 224 w 55"/>
                  <a:gd name="T9" fmla="*/ 0 h 72"/>
                  <a:gd name="T10" fmla="*/ 224 w 55"/>
                  <a:gd name="T11" fmla="*/ 12 h 72"/>
                  <a:gd name="T12" fmla="*/ 321 w 55"/>
                  <a:gd name="T13" fmla="*/ 391 h 72"/>
                  <a:gd name="T14" fmla="*/ 404 w 55"/>
                  <a:gd name="T15" fmla="*/ 470 h 72"/>
                  <a:gd name="T16" fmla="*/ 582 w 55"/>
                  <a:gd name="T17" fmla="*/ 635 h 72"/>
                  <a:gd name="T18" fmla="*/ 443 w 55"/>
                  <a:gd name="T19" fmla="*/ 905 h 72"/>
                  <a:gd name="T20" fmla="*/ 122 w 55"/>
                  <a:gd name="T21" fmla="*/ 922 h 72"/>
                  <a:gd name="T22" fmla="*/ 111 w 55"/>
                  <a:gd name="T23" fmla="*/ 586 h 72"/>
                  <a:gd name="T24" fmla="*/ 150 w 55"/>
                  <a:gd name="T25" fmla="*/ 349 h 72"/>
                  <a:gd name="T26" fmla="*/ 48 w 55"/>
                  <a:gd name="T27" fmla="*/ 0 h 72"/>
                  <a:gd name="T28" fmla="*/ 12 w 55"/>
                  <a:gd name="T29" fmla="*/ 104 h 72"/>
                  <a:gd name="T30" fmla="*/ 65 w 55"/>
                  <a:gd name="T31" fmla="*/ 544 h 72"/>
                  <a:gd name="T32" fmla="*/ 37 w 55"/>
                  <a:gd name="T33" fmla="*/ 875 h 72"/>
                  <a:gd name="T34" fmla="*/ 443 w 55"/>
                  <a:gd name="T35" fmla="*/ 996 h 72"/>
                  <a:gd name="T36" fmla="*/ 651 w 55"/>
                  <a:gd name="T37" fmla="*/ 635 h 72"/>
                  <a:gd name="T38" fmla="*/ 506 w 55"/>
                  <a:gd name="T39" fmla="*/ 391 h 72"/>
                  <a:gd name="T40" fmla="*/ 677 w 55"/>
                  <a:gd name="T41" fmla="*/ 319 h 7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5" h="72">
                    <a:moveTo>
                      <a:pt x="55" y="21"/>
                    </a:move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39" y="12"/>
                    </a:cubicBezTo>
                    <a:cubicBezTo>
                      <a:pt x="30" y="12"/>
                      <a:pt x="24" y="6"/>
                      <a:pt x="20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21" y="9"/>
                      <a:pt x="24" y="19"/>
                      <a:pt x="26" y="26"/>
                    </a:cubicBezTo>
                    <a:cubicBezTo>
                      <a:pt x="27" y="29"/>
                      <a:pt x="31" y="30"/>
                      <a:pt x="33" y="31"/>
                    </a:cubicBezTo>
                    <a:cubicBezTo>
                      <a:pt x="39" y="32"/>
                      <a:pt x="45" y="35"/>
                      <a:pt x="47" y="42"/>
                    </a:cubicBezTo>
                    <a:cubicBezTo>
                      <a:pt x="51" y="52"/>
                      <a:pt x="40" y="60"/>
                      <a:pt x="36" y="60"/>
                    </a:cubicBezTo>
                    <a:cubicBezTo>
                      <a:pt x="35" y="64"/>
                      <a:pt x="26" y="72"/>
                      <a:pt x="10" y="61"/>
                    </a:cubicBezTo>
                    <a:cubicBezTo>
                      <a:pt x="4" y="56"/>
                      <a:pt x="6" y="46"/>
                      <a:pt x="9" y="39"/>
                    </a:cubicBezTo>
                    <a:cubicBezTo>
                      <a:pt x="10" y="36"/>
                      <a:pt x="12" y="27"/>
                      <a:pt x="12" y="23"/>
                    </a:cubicBezTo>
                    <a:cubicBezTo>
                      <a:pt x="10" y="16"/>
                      <a:pt x="7" y="7"/>
                      <a:pt x="4" y="0"/>
                    </a:cubicBezTo>
                    <a:cubicBezTo>
                      <a:pt x="0" y="1"/>
                      <a:pt x="0" y="3"/>
                      <a:pt x="1" y="7"/>
                    </a:cubicBezTo>
                    <a:cubicBezTo>
                      <a:pt x="4" y="17"/>
                      <a:pt x="7" y="25"/>
                      <a:pt x="5" y="36"/>
                    </a:cubicBezTo>
                    <a:cubicBezTo>
                      <a:pt x="3" y="43"/>
                      <a:pt x="1" y="51"/>
                      <a:pt x="3" y="58"/>
                    </a:cubicBezTo>
                    <a:cubicBezTo>
                      <a:pt x="8" y="69"/>
                      <a:pt x="27" y="71"/>
                      <a:pt x="36" y="66"/>
                    </a:cubicBezTo>
                    <a:cubicBezTo>
                      <a:pt x="46" y="61"/>
                      <a:pt x="55" y="55"/>
                      <a:pt x="53" y="42"/>
                    </a:cubicBezTo>
                    <a:cubicBezTo>
                      <a:pt x="51" y="34"/>
                      <a:pt x="45" y="31"/>
                      <a:pt x="41" y="26"/>
                    </a:cubicBezTo>
                    <a:cubicBezTo>
                      <a:pt x="34" y="18"/>
                      <a:pt x="50" y="21"/>
                      <a:pt x="55" y="21"/>
                    </a:cubicBezTo>
                    <a:close/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9" name="Freeform 780">
                <a:extLst>
                  <a:ext uri="{FF2B5EF4-FFF2-40B4-BE49-F238E27FC236}">
                    <a16:creationId xmlns:a16="http://schemas.microsoft.com/office/drawing/2014/main" id="{1841F587-C223-4778-B916-AD02FEE5B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559"/>
                <a:ext cx="221" cy="158"/>
              </a:xfrm>
              <a:custGeom>
                <a:avLst/>
                <a:gdLst>
                  <a:gd name="T0" fmla="*/ 931 w 95"/>
                  <a:gd name="T1" fmla="*/ 390 h 64"/>
                  <a:gd name="T2" fmla="*/ 1072 w 95"/>
                  <a:gd name="T3" fmla="*/ 615 h 64"/>
                  <a:gd name="T4" fmla="*/ 1184 w 95"/>
                  <a:gd name="T5" fmla="*/ 901 h 64"/>
                  <a:gd name="T6" fmla="*/ 1196 w 95"/>
                  <a:gd name="T7" fmla="*/ 830 h 64"/>
                  <a:gd name="T8" fmla="*/ 1007 w 95"/>
                  <a:gd name="T9" fmla="*/ 348 h 64"/>
                  <a:gd name="T10" fmla="*/ 388 w 95"/>
                  <a:gd name="T11" fmla="*/ 74 h 64"/>
                  <a:gd name="T12" fmla="*/ 86 w 95"/>
                  <a:gd name="T13" fmla="*/ 299 h 64"/>
                  <a:gd name="T14" fmla="*/ 0 w 95"/>
                  <a:gd name="T15" fmla="*/ 780 h 64"/>
                  <a:gd name="T16" fmla="*/ 114 w 95"/>
                  <a:gd name="T17" fmla="*/ 963 h 64"/>
                  <a:gd name="T18" fmla="*/ 102 w 95"/>
                  <a:gd name="T19" fmla="*/ 726 h 64"/>
                  <a:gd name="T20" fmla="*/ 293 w 95"/>
                  <a:gd name="T21" fmla="*/ 165 h 64"/>
                  <a:gd name="T22" fmla="*/ 931 w 95"/>
                  <a:gd name="T23" fmla="*/ 390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64">
                    <a:moveTo>
                      <a:pt x="74" y="26"/>
                    </a:moveTo>
                    <a:cubicBezTo>
                      <a:pt x="80" y="29"/>
                      <a:pt x="84" y="38"/>
                      <a:pt x="85" y="41"/>
                    </a:cubicBezTo>
                    <a:cubicBezTo>
                      <a:pt x="85" y="47"/>
                      <a:pt x="94" y="48"/>
                      <a:pt x="94" y="60"/>
                    </a:cubicBezTo>
                    <a:cubicBezTo>
                      <a:pt x="95" y="58"/>
                      <a:pt x="95" y="56"/>
                      <a:pt x="95" y="55"/>
                    </a:cubicBezTo>
                    <a:cubicBezTo>
                      <a:pt x="92" y="44"/>
                      <a:pt x="86" y="27"/>
                      <a:pt x="80" y="23"/>
                    </a:cubicBezTo>
                    <a:cubicBezTo>
                      <a:pt x="72" y="19"/>
                      <a:pt x="49" y="10"/>
                      <a:pt x="31" y="5"/>
                    </a:cubicBezTo>
                    <a:cubicBezTo>
                      <a:pt x="13" y="0"/>
                      <a:pt x="12" y="11"/>
                      <a:pt x="7" y="20"/>
                    </a:cubicBezTo>
                    <a:cubicBezTo>
                      <a:pt x="2" y="27"/>
                      <a:pt x="1" y="39"/>
                      <a:pt x="0" y="52"/>
                    </a:cubicBezTo>
                    <a:cubicBezTo>
                      <a:pt x="0" y="56"/>
                      <a:pt x="4" y="60"/>
                      <a:pt x="9" y="64"/>
                    </a:cubicBezTo>
                    <a:cubicBezTo>
                      <a:pt x="8" y="61"/>
                      <a:pt x="8" y="56"/>
                      <a:pt x="8" y="48"/>
                    </a:cubicBezTo>
                    <a:cubicBezTo>
                      <a:pt x="11" y="25"/>
                      <a:pt x="12" y="15"/>
                      <a:pt x="23" y="11"/>
                    </a:cubicBezTo>
                    <a:cubicBezTo>
                      <a:pt x="34" y="7"/>
                      <a:pt x="64" y="20"/>
                      <a:pt x="74" y="26"/>
                    </a:cubicBezTo>
                    <a:close/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0" name="Freeform 781">
                <a:extLst>
                  <a:ext uri="{FF2B5EF4-FFF2-40B4-BE49-F238E27FC236}">
                    <a16:creationId xmlns:a16="http://schemas.microsoft.com/office/drawing/2014/main" id="{4C3428C5-E6EC-44B4-B209-8959E45B5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303"/>
                <a:ext cx="172" cy="299"/>
              </a:xfrm>
              <a:custGeom>
                <a:avLst/>
                <a:gdLst>
                  <a:gd name="T0" fmla="*/ 930 w 74"/>
                  <a:gd name="T1" fmla="*/ 62 h 121"/>
                  <a:gd name="T2" fmla="*/ 428 w 74"/>
                  <a:gd name="T3" fmla="*/ 42 h 121"/>
                  <a:gd name="T4" fmla="*/ 237 w 74"/>
                  <a:gd name="T5" fmla="*/ 410 h 121"/>
                  <a:gd name="T6" fmla="*/ 228 w 74"/>
                  <a:gd name="T7" fmla="*/ 1826 h 121"/>
                  <a:gd name="T8" fmla="*/ 179 w 74"/>
                  <a:gd name="T9" fmla="*/ 1465 h 121"/>
                  <a:gd name="T10" fmla="*/ 265 w 74"/>
                  <a:gd name="T11" fmla="*/ 1161 h 121"/>
                  <a:gd name="T12" fmla="*/ 465 w 74"/>
                  <a:gd name="T13" fmla="*/ 665 h 121"/>
                  <a:gd name="T14" fmla="*/ 351 w 74"/>
                  <a:gd name="T15" fmla="*/ 423 h 121"/>
                  <a:gd name="T16" fmla="*/ 400 w 74"/>
                  <a:gd name="T17" fmla="*/ 195 h 121"/>
                  <a:gd name="T18" fmla="*/ 804 w 74"/>
                  <a:gd name="T19" fmla="*/ 62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121">
                    <a:moveTo>
                      <a:pt x="74" y="4"/>
                    </a:moveTo>
                    <a:cubicBezTo>
                      <a:pt x="61" y="5"/>
                      <a:pt x="47" y="0"/>
                      <a:pt x="34" y="3"/>
                    </a:cubicBezTo>
                    <a:cubicBezTo>
                      <a:pt x="22" y="6"/>
                      <a:pt x="21" y="17"/>
                      <a:pt x="19" y="27"/>
                    </a:cubicBezTo>
                    <a:cubicBezTo>
                      <a:pt x="12" y="56"/>
                      <a:pt x="0" y="96"/>
                      <a:pt x="18" y="121"/>
                    </a:cubicBezTo>
                    <a:cubicBezTo>
                      <a:pt x="16" y="113"/>
                      <a:pt x="13" y="106"/>
                      <a:pt x="14" y="97"/>
                    </a:cubicBezTo>
                    <a:cubicBezTo>
                      <a:pt x="15" y="90"/>
                      <a:pt x="20" y="84"/>
                      <a:pt x="21" y="77"/>
                    </a:cubicBezTo>
                    <a:cubicBezTo>
                      <a:pt x="22" y="64"/>
                      <a:pt x="15" y="37"/>
                      <a:pt x="37" y="44"/>
                    </a:cubicBezTo>
                    <a:cubicBezTo>
                      <a:pt x="30" y="38"/>
                      <a:pt x="26" y="37"/>
                      <a:pt x="28" y="28"/>
                    </a:cubicBezTo>
                    <a:cubicBezTo>
                      <a:pt x="28" y="26"/>
                      <a:pt x="30" y="15"/>
                      <a:pt x="32" y="13"/>
                    </a:cubicBezTo>
                    <a:cubicBezTo>
                      <a:pt x="37" y="7"/>
                      <a:pt x="56" y="6"/>
                      <a:pt x="64" y="4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1" name="Freeform 782">
                <a:extLst>
                  <a:ext uri="{FF2B5EF4-FFF2-40B4-BE49-F238E27FC236}">
                    <a16:creationId xmlns:a16="http://schemas.microsoft.com/office/drawing/2014/main" id="{C2BAB648-43C3-4DA3-A301-E9A338398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592"/>
                <a:ext cx="109" cy="193"/>
              </a:xfrm>
              <a:custGeom>
                <a:avLst/>
                <a:gdLst>
                  <a:gd name="T0" fmla="*/ 350 w 47"/>
                  <a:gd name="T1" fmla="*/ 0 h 78"/>
                  <a:gd name="T2" fmla="*/ 49 w 47"/>
                  <a:gd name="T3" fmla="*/ 257 h 78"/>
                  <a:gd name="T4" fmla="*/ 102 w 47"/>
                  <a:gd name="T5" fmla="*/ 544 h 78"/>
                  <a:gd name="T6" fmla="*/ 339 w 47"/>
                  <a:gd name="T7" fmla="*/ 881 h 78"/>
                  <a:gd name="T8" fmla="*/ 587 w 47"/>
                  <a:gd name="T9" fmla="*/ 1183 h 78"/>
                  <a:gd name="T10" fmla="*/ 424 w 47"/>
                  <a:gd name="T11" fmla="*/ 864 h 78"/>
                  <a:gd name="T12" fmla="*/ 399 w 47"/>
                  <a:gd name="T13" fmla="*/ 594 h 78"/>
                  <a:gd name="T14" fmla="*/ 151 w 47"/>
                  <a:gd name="T15" fmla="*/ 361 h 78"/>
                  <a:gd name="T16" fmla="*/ 274 w 47"/>
                  <a:gd name="T17" fmla="*/ 74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78">
                    <a:moveTo>
                      <a:pt x="28" y="0"/>
                    </a:moveTo>
                    <a:cubicBezTo>
                      <a:pt x="21" y="3"/>
                      <a:pt x="8" y="11"/>
                      <a:pt x="4" y="17"/>
                    </a:cubicBezTo>
                    <a:cubicBezTo>
                      <a:pt x="0" y="24"/>
                      <a:pt x="4" y="30"/>
                      <a:pt x="8" y="36"/>
                    </a:cubicBezTo>
                    <a:cubicBezTo>
                      <a:pt x="13" y="43"/>
                      <a:pt x="20" y="53"/>
                      <a:pt x="27" y="58"/>
                    </a:cubicBezTo>
                    <a:cubicBezTo>
                      <a:pt x="36" y="66"/>
                      <a:pt x="43" y="66"/>
                      <a:pt x="47" y="78"/>
                    </a:cubicBezTo>
                    <a:cubicBezTo>
                      <a:pt x="46" y="67"/>
                      <a:pt x="42" y="64"/>
                      <a:pt x="34" y="57"/>
                    </a:cubicBezTo>
                    <a:cubicBezTo>
                      <a:pt x="26" y="51"/>
                      <a:pt x="23" y="47"/>
                      <a:pt x="32" y="39"/>
                    </a:cubicBezTo>
                    <a:cubicBezTo>
                      <a:pt x="22" y="39"/>
                      <a:pt x="16" y="34"/>
                      <a:pt x="12" y="24"/>
                    </a:cubicBezTo>
                    <a:cubicBezTo>
                      <a:pt x="8" y="13"/>
                      <a:pt x="15" y="13"/>
                      <a:pt x="2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2" name="Freeform 783">
                <a:extLst>
                  <a:ext uri="{FF2B5EF4-FFF2-40B4-BE49-F238E27FC236}">
                    <a16:creationId xmlns:a16="http://schemas.microsoft.com/office/drawing/2014/main" id="{4163FB38-8AAD-4B1D-883C-71F43BD57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624"/>
                <a:ext cx="167" cy="30"/>
              </a:xfrm>
              <a:custGeom>
                <a:avLst/>
                <a:gdLst>
                  <a:gd name="T0" fmla="*/ 0 w 72"/>
                  <a:gd name="T1" fmla="*/ 188 h 12"/>
                  <a:gd name="T2" fmla="*/ 898 w 72"/>
                  <a:gd name="T3" fmla="*/ 2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2">
                    <a:moveTo>
                      <a:pt x="0" y="12"/>
                    </a:moveTo>
                    <a:cubicBezTo>
                      <a:pt x="23" y="0"/>
                      <a:pt x="49" y="2"/>
                      <a:pt x="7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3" name="Freeform 784">
                <a:extLst>
                  <a:ext uri="{FF2B5EF4-FFF2-40B4-BE49-F238E27FC236}">
                    <a16:creationId xmlns:a16="http://schemas.microsoft.com/office/drawing/2014/main" id="{80233AC5-F402-497E-92D8-4CDBC7197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731"/>
                <a:ext cx="294" cy="128"/>
              </a:xfrm>
              <a:custGeom>
                <a:avLst/>
                <a:gdLst>
                  <a:gd name="T0" fmla="*/ 0 w 127"/>
                  <a:gd name="T1" fmla="*/ 153 h 52"/>
                  <a:gd name="T2" fmla="*/ 567 w 127"/>
                  <a:gd name="T3" fmla="*/ 182 h 52"/>
                  <a:gd name="T4" fmla="*/ 1104 w 127"/>
                  <a:gd name="T5" fmla="*/ 91 h 52"/>
                  <a:gd name="T6" fmla="*/ 1451 w 127"/>
                  <a:gd name="T7" fmla="*/ 91 h 52"/>
                  <a:gd name="T8" fmla="*/ 1451 w 127"/>
                  <a:gd name="T9" fmla="*/ 775 h 52"/>
                  <a:gd name="T10" fmla="*/ 1116 w 127"/>
                  <a:gd name="T11" fmla="*/ 182 h 52"/>
                  <a:gd name="T12" fmla="*/ 482 w 127"/>
                  <a:gd name="T13" fmla="*/ 389 h 52"/>
                  <a:gd name="T14" fmla="*/ 273 w 127"/>
                  <a:gd name="T15" fmla="*/ 236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52">
                    <a:moveTo>
                      <a:pt x="0" y="10"/>
                    </a:moveTo>
                    <a:cubicBezTo>
                      <a:pt x="14" y="14"/>
                      <a:pt x="31" y="12"/>
                      <a:pt x="46" y="12"/>
                    </a:cubicBezTo>
                    <a:cubicBezTo>
                      <a:pt x="59" y="12"/>
                      <a:pt x="76" y="8"/>
                      <a:pt x="89" y="6"/>
                    </a:cubicBezTo>
                    <a:cubicBezTo>
                      <a:pt x="97" y="5"/>
                      <a:pt x="110" y="0"/>
                      <a:pt x="117" y="6"/>
                    </a:cubicBezTo>
                    <a:cubicBezTo>
                      <a:pt x="127" y="14"/>
                      <a:pt x="118" y="41"/>
                      <a:pt x="117" y="52"/>
                    </a:cubicBezTo>
                    <a:cubicBezTo>
                      <a:pt x="127" y="10"/>
                      <a:pt x="115" y="7"/>
                      <a:pt x="90" y="12"/>
                    </a:cubicBezTo>
                    <a:cubicBezTo>
                      <a:pt x="61" y="15"/>
                      <a:pt x="42" y="23"/>
                      <a:pt x="39" y="26"/>
                    </a:cubicBezTo>
                    <a:cubicBezTo>
                      <a:pt x="38" y="17"/>
                      <a:pt x="28" y="17"/>
                      <a:pt x="22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4" name="Freeform 785">
                <a:extLst>
                  <a:ext uri="{FF2B5EF4-FFF2-40B4-BE49-F238E27FC236}">
                    <a16:creationId xmlns:a16="http://schemas.microsoft.com/office/drawing/2014/main" id="{A2EB2A40-5806-4E45-A16A-EE9C07349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906"/>
                <a:ext cx="236" cy="37"/>
              </a:xfrm>
              <a:custGeom>
                <a:avLst/>
                <a:gdLst>
                  <a:gd name="T0" fmla="*/ 0 w 102"/>
                  <a:gd name="T1" fmla="*/ 212 h 15"/>
                  <a:gd name="T2" fmla="*/ 696 w 102"/>
                  <a:gd name="T3" fmla="*/ 104 h 15"/>
                  <a:gd name="T4" fmla="*/ 1263 w 102"/>
                  <a:gd name="T5" fmla="*/ 12 h 15"/>
                  <a:gd name="T6" fmla="*/ 990 w 102"/>
                  <a:gd name="T7" fmla="*/ 195 h 15"/>
                  <a:gd name="T8" fmla="*/ 669 w 102"/>
                  <a:gd name="T9" fmla="*/ 212 h 15"/>
                  <a:gd name="T10" fmla="*/ 86 w 102"/>
                  <a:gd name="T11" fmla="*/ 15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15">
                    <a:moveTo>
                      <a:pt x="0" y="14"/>
                    </a:moveTo>
                    <a:cubicBezTo>
                      <a:pt x="16" y="0"/>
                      <a:pt x="37" y="5"/>
                      <a:pt x="56" y="7"/>
                    </a:cubicBezTo>
                    <a:cubicBezTo>
                      <a:pt x="72" y="8"/>
                      <a:pt x="86" y="6"/>
                      <a:pt x="102" y="1"/>
                    </a:cubicBezTo>
                    <a:cubicBezTo>
                      <a:pt x="94" y="4"/>
                      <a:pt x="88" y="11"/>
                      <a:pt x="80" y="13"/>
                    </a:cubicBezTo>
                    <a:cubicBezTo>
                      <a:pt x="73" y="15"/>
                      <a:pt x="61" y="14"/>
                      <a:pt x="54" y="14"/>
                    </a:cubicBezTo>
                    <a:cubicBezTo>
                      <a:pt x="39" y="12"/>
                      <a:pt x="22" y="6"/>
                      <a:pt x="7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5" name="Freeform 786">
                <a:extLst>
                  <a:ext uri="{FF2B5EF4-FFF2-40B4-BE49-F238E27FC236}">
                    <a16:creationId xmlns:a16="http://schemas.microsoft.com/office/drawing/2014/main" id="{4973C9E2-FFC2-4180-89CD-E523595E6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933"/>
                <a:ext cx="188" cy="188"/>
              </a:xfrm>
              <a:custGeom>
                <a:avLst/>
                <a:gdLst>
                  <a:gd name="T0" fmla="*/ 0 w 81"/>
                  <a:gd name="T1" fmla="*/ 1150 h 76"/>
                  <a:gd name="T2" fmla="*/ 399 w 81"/>
                  <a:gd name="T3" fmla="*/ 423 h 76"/>
                  <a:gd name="T4" fmla="*/ 726 w 81"/>
                  <a:gd name="T5" fmla="*/ 228 h 76"/>
                  <a:gd name="T6" fmla="*/ 1012 w 81"/>
                  <a:gd name="T7" fmla="*/ 0 h 76"/>
                  <a:gd name="T8" fmla="*/ 766 w 81"/>
                  <a:gd name="T9" fmla="*/ 423 h 76"/>
                  <a:gd name="T10" fmla="*/ 490 w 81"/>
                  <a:gd name="T11" fmla="*/ 668 h 76"/>
                  <a:gd name="T12" fmla="*/ 285 w 81"/>
                  <a:gd name="T13" fmla="*/ 801 h 76"/>
                  <a:gd name="T14" fmla="*/ 74 w 81"/>
                  <a:gd name="T15" fmla="*/ 935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76">
                    <a:moveTo>
                      <a:pt x="0" y="76"/>
                    </a:moveTo>
                    <a:cubicBezTo>
                      <a:pt x="0" y="61"/>
                      <a:pt x="19" y="37"/>
                      <a:pt x="32" y="28"/>
                    </a:cubicBezTo>
                    <a:cubicBezTo>
                      <a:pt x="40" y="23"/>
                      <a:pt x="50" y="19"/>
                      <a:pt x="58" y="15"/>
                    </a:cubicBezTo>
                    <a:cubicBezTo>
                      <a:pt x="65" y="10"/>
                      <a:pt x="77" y="6"/>
                      <a:pt x="81" y="0"/>
                    </a:cubicBezTo>
                    <a:cubicBezTo>
                      <a:pt x="78" y="10"/>
                      <a:pt x="55" y="16"/>
                      <a:pt x="61" y="28"/>
                    </a:cubicBezTo>
                    <a:cubicBezTo>
                      <a:pt x="45" y="22"/>
                      <a:pt x="44" y="33"/>
                      <a:pt x="39" y="44"/>
                    </a:cubicBezTo>
                    <a:cubicBezTo>
                      <a:pt x="33" y="37"/>
                      <a:pt x="24" y="47"/>
                      <a:pt x="23" y="53"/>
                    </a:cubicBezTo>
                    <a:cubicBezTo>
                      <a:pt x="15" y="51"/>
                      <a:pt x="9" y="56"/>
                      <a:pt x="6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6" name="Freeform 787">
                <a:extLst>
                  <a:ext uri="{FF2B5EF4-FFF2-40B4-BE49-F238E27FC236}">
                    <a16:creationId xmlns:a16="http://schemas.microsoft.com/office/drawing/2014/main" id="{6C9E8938-07CA-4F3A-B891-D5E1EDF20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881"/>
                <a:ext cx="92" cy="223"/>
              </a:xfrm>
              <a:custGeom>
                <a:avLst/>
                <a:gdLst>
                  <a:gd name="T0" fmla="*/ 488 w 40"/>
                  <a:gd name="T1" fmla="*/ 0 h 90"/>
                  <a:gd name="T2" fmla="*/ 85 w 40"/>
                  <a:gd name="T3" fmla="*/ 805 h 90"/>
                  <a:gd name="T4" fmla="*/ 28 w 40"/>
                  <a:gd name="T5" fmla="*/ 1122 h 90"/>
                  <a:gd name="T6" fmla="*/ 338 w 40"/>
                  <a:gd name="T7" fmla="*/ 1370 h 90"/>
                  <a:gd name="T8" fmla="*/ 94 w 40"/>
                  <a:gd name="T9" fmla="*/ 1122 h 90"/>
                  <a:gd name="T10" fmla="*/ 195 w 40"/>
                  <a:gd name="T11" fmla="*/ 927 h 90"/>
                  <a:gd name="T12" fmla="*/ 170 w 40"/>
                  <a:gd name="T13" fmla="*/ 761 h 90"/>
                  <a:gd name="T14" fmla="*/ 253 w 40"/>
                  <a:gd name="T15" fmla="*/ 689 h 90"/>
                  <a:gd name="T16" fmla="*/ 244 w 40"/>
                  <a:gd name="T17" fmla="*/ 577 h 90"/>
                  <a:gd name="T18" fmla="*/ 448 w 40"/>
                  <a:gd name="T19" fmla="*/ 124 h 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90">
                    <a:moveTo>
                      <a:pt x="40" y="0"/>
                    </a:moveTo>
                    <a:cubicBezTo>
                      <a:pt x="28" y="17"/>
                      <a:pt x="15" y="35"/>
                      <a:pt x="7" y="53"/>
                    </a:cubicBezTo>
                    <a:cubicBezTo>
                      <a:pt x="4" y="58"/>
                      <a:pt x="0" y="69"/>
                      <a:pt x="2" y="74"/>
                    </a:cubicBezTo>
                    <a:cubicBezTo>
                      <a:pt x="5" y="82"/>
                      <a:pt x="21" y="89"/>
                      <a:pt x="28" y="90"/>
                    </a:cubicBezTo>
                    <a:cubicBezTo>
                      <a:pt x="21" y="87"/>
                      <a:pt x="10" y="82"/>
                      <a:pt x="8" y="74"/>
                    </a:cubicBezTo>
                    <a:cubicBezTo>
                      <a:pt x="8" y="69"/>
                      <a:pt x="10" y="61"/>
                      <a:pt x="16" y="61"/>
                    </a:cubicBezTo>
                    <a:cubicBezTo>
                      <a:pt x="15" y="57"/>
                      <a:pt x="12" y="54"/>
                      <a:pt x="14" y="50"/>
                    </a:cubicBezTo>
                    <a:cubicBezTo>
                      <a:pt x="15" y="47"/>
                      <a:pt x="20" y="47"/>
                      <a:pt x="21" y="45"/>
                    </a:cubicBezTo>
                    <a:cubicBezTo>
                      <a:pt x="22" y="43"/>
                      <a:pt x="20" y="41"/>
                      <a:pt x="20" y="38"/>
                    </a:cubicBezTo>
                    <a:cubicBezTo>
                      <a:pt x="22" y="29"/>
                      <a:pt x="32" y="16"/>
                      <a:pt x="37" y="8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7" name="Freeform 788">
                <a:extLst>
                  <a:ext uri="{FF2B5EF4-FFF2-40B4-BE49-F238E27FC236}">
                    <a16:creationId xmlns:a16="http://schemas.microsoft.com/office/drawing/2014/main" id="{6EE503A8-F17D-4152-821E-A9B778156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121"/>
                <a:ext cx="60" cy="342"/>
              </a:xfrm>
              <a:custGeom>
                <a:avLst/>
                <a:gdLst>
                  <a:gd name="T0" fmla="*/ 235 w 26"/>
                  <a:gd name="T1" fmla="*/ 42 h 138"/>
                  <a:gd name="T2" fmla="*/ 134 w 26"/>
                  <a:gd name="T3" fmla="*/ 424 h 138"/>
                  <a:gd name="T4" fmla="*/ 122 w 26"/>
                  <a:gd name="T5" fmla="*/ 914 h 138"/>
                  <a:gd name="T6" fmla="*/ 28 w 26"/>
                  <a:gd name="T7" fmla="*/ 1338 h 138"/>
                  <a:gd name="T8" fmla="*/ 111 w 26"/>
                  <a:gd name="T9" fmla="*/ 2102 h 138"/>
                  <a:gd name="T10" fmla="*/ 309 w 26"/>
                  <a:gd name="T11" fmla="*/ 1093 h 138"/>
                  <a:gd name="T12" fmla="*/ 224 w 26"/>
                  <a:gd name="T13" fmla="*/ 835 h 138"/>
                  <a:gd name="T14" fmla="*/ 282 w 26"/>
                  <a:gd name="T15" fmla="*/ 701 h 138"/>
                  <a:gd name="T16" fmla="*/ 245 w 26"/>
                  <a:gd name="T17" fmla="*/ 486 h 138"/>
                  <a:gd name="T18" fmla="*/ 282 w 26"/>
                  <a:gd name="T19" fmla="*/ 42 h 138"/>
                  <a:gd name="T20" fmla="*/ 256 w 26"/>
                  <a:gd name="T21" fmla="*/ 12 h 1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38">
                    <a:moveTo>
                      <a:pt x="19" y="3"/>
                    </a:moveTo>
                    <a:cubicBezTo>
                      <a:pt x="13" y="13"/>
                      <a:pt x="10" y="16"/>
                      <a:pt x="11" y="28"/>
                    </a:cubicBezTo>
                    <a:cubicBezTo>
                      <a:pt x="12" y="39"/>
                      <a:pt x="12" y="49"/>
                      <a:pt x="10" y="60"/>
                    </a:cubicBezTo>
                    <a:cubicBezTo>
                      <a:pt x="9" y="70"/>
                      <a:pt x="3" y="78"/>
                      <a:pt x="2" y="88"/>
                    </a:cubicBezTo>
                    <a:cubicBezTo>
                      <a:pt x="0" y="102"/>
                      <a:pt x="4" y="124"/>
                      <a:pt x="9" y="138"/>
                    </a:cubicBezTo>
                    <a:cubicBezTo>
                      <a:pt x="8" y="128"/>
                      <a:pt x="0" y="58"/>
                      <a:pt x="25" y="72"/>
                    </a:cubicBezTo>
                    <a:cubicBezTo>
                      <a:pt x="19" y="70"/>
                      <a:pt x="16" y="60"/>
                      <a:pt x="18" y="55"/>
                    </a:cubicBezTo>
                    <a:cubicBezTo>
                      <a:pt x="18" y="52"/>
                      <a:pt x="22" y="50"/>
                      <a:pt x="23" y="46"/>
                    </a:cubicBezTo>
                    <a:cubicBezTo>
                      <a:pt x="24" y="42"/>
                      <a:pt x="20" y="36"/>
                      <a:pt x="20" y="32"/>
                    </a:cubicBezTo>
                    <a:cubicBezTo>
                      <a:pt x="20" y="20"/>
                      <a:pt x="9" y="2"/>
                      <a:pt x="23" y="3"/>
                    </a:cubicBezTo>
                    <a:cubicBezTo>
                      <a:pt x="20" y="1"/>
                      <a:pt x="26" y="0"/>
                      <a:pt x="21" y="1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8" name="Freeform 789">
                <a:extLst>
                  <a:ext uri="{FF2B5EF4-FFF2-40B4-BE49-F238E27FC236}">
                    <a16:creationId xmlns:a16="http://schemas.microsoft.com/office/drawing/2014/main" id="{E6114B73-7AE0-47E9-88B9-4C4504119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134"/>
                <a:ext cx="176" cy="148"/>
              </a:xfrm>
              <a:custGeom>
                <a:avLst/>
                <a:gdLst>
                  <a:gd name="T0" fmla="*/ 0 w 76"/>
                  <a:gd name="T1" fmla="*/ 0 h 60"/>
                  <a:gd name="T2" fmla="*/ 574 w 76"/>
                  <a:gd name="T3" fmla="*/ 269 h 60"/>
                  <a:gd name="T4" fmla="*/ 831 w 76"/>
                  <a:gd name="T5" fmla="*/ 585 h 60"/>
                  <a:gd name="T6" fmla="*/ 831 w 76"/>
                  <a:gd name="T7" fmla="*/ 900 h 60"/>
                  <a:gd name="T8" fmla="*/ 623 w 76"/>
                  <a:gd name="T9" fmla="*/ 585 h 60"/>
                  <a:gd name="T10" fmla="*/ 350 w 76"/>
                  <a:gd name="T11" fmla="*/ 269 h 60"/>
                  <a:gd name="T12" fmla="*/ 151 w 76"/>
                  <a:gd name="T13" fmla="*/ 91 h 60"/>
                  <a:gd name="T14" fmla="*/ 134 w 76"/>
                  <a:gd name="T15" fmla="*/ 62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60">
                    <a:moveTo>
                      <a:pt x="0" y="0"/>
                    </a:moveTo>
                    <a:cubicBezTo>
                      <a:pt x="16" y="0"/>
                      <a:pt x="34" y="9"/>
                      <a:pt x="46" y="18"/>
                    </a:cubicBezTo>
                    <a:cubicBezTo>
                      <a:pt x="54" y="24"/>
                      <a:pt x="61" y="31"/>
                      <a:pt x="67" y="39"/>
                    </a:cubicBezTo>
                    <a:cubicBezTo>
                      <a:pt x="76" y="52"/>
                      <a:pt x="70" y="49"/>
                      <a:pt x="67" y="60"/>
                    </a:cubicBezTo>
                    <a:cubicBezTo>
                      <a:pt x="67" y="48"/>
                      <a:pt x="64" y="34"/>
                      <a:pt x="50" y="39"/>
                    </a:cubicBezTo>
                    <a:cubicBezTo>
                      <a:pt x="46" y="24"/>
                      <a:pt x="38" y="26"/>
                      <a:pt x="28" y="18"/>
                    </a:cubicBezTo>
                    <a:cubicBezTo>
                      <a:pt x="22" y="13"/>
                      <a:pt x="20" y="7"/>
                      <a:pt x="12" y="6"/>
                    </a:cubicBezTo>
                    <a:cubicBezTo>
                      <a:pt x="12" y="5"/>
                      <a:pt x="11" y="5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9" name="Freeform 790">
                <a:extLst>
                  <a:ext uri="{FF2B5EF4-FFF2-40B4-BE49-F238E27FC236}">
                    <a16:creationId xmlns:a16="http://schemas.microsoft.com/office/drawing/2014/main" id="{4B062F67-A683-4DDF-BA21-529E4B3BB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643"/>
                <a:ext cx="81" cy="126"/>
              </a:xfrm>
              <a:custGeom>
                <a:avLst/>
                <a:gdLst>
                  <a:gd name="T0" fmla="*/ 12 w 35"/>
                  <a:gd name="T1" fmla="*/ 768 h 51"/>
                  <a:gd name="T2" fmla="*/ 113 w 35"/>
                  <a:gd name="T3" fmla="*/ 269 h 51"/>
                  <a:gd name="T4" fmla="*/ 433 w 35"/>
                  <a:gd name="T5" fmla="*/ 0 h 51"/>
                  <a:gd name="T6" fmla="*/ 285 w 35"/>
                  <a:gd name="T7" fmla="*/ 183 h 51"/>
                  <a:gd name="T8" fmla="*/ 236 w 35"/>
                  <a:gd name="T9" fmla="*/ 440 h 51"/>
                  <a:gd name="T10" fmla="*/ 86 w 35"/>
                  <a:gd name="T11" fmla="*/ 58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1">
                    <a:moveTo>
                      <a:pt x="1" y="51"/>
                    </a:moveTo>
                    <a:cubicBezTo>
                      <a:pt x="0" y="43"/>
                      <a:pt x="5" y="25"/>
                      <a:pt x="9" y="18"/>
                    </a:cubicBezTo>
                    <a:cubicBezTo>
                      <a:pt x="14" y="11"/>
                      <a:pt x="28" y="3"/>
                      <a:pt x="35" y="0"/>
                    </a:cubicBezTo>
                    <a:cubicBezTo>
                      <a:pt x="32" y="4"/>
                      <a:pt x="27" y="8"/>
                      <a:pt x="23" y="12"/>
                    </a:cubicBezTo>
                    <a:cubicBezTo>
                      <a:pt x="16" y="20"/>
                      <a:pt x="17" y="20"/>
                      <a:pt x="19" y="29"/>
                    </a:cubicBezTo>
                    <a:cubicBezTo>
                      <a:pt x="13" y="24"/>
                      <a:pt x="10" y="34"/>
                      <a:pt x="7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0" name="Freeform 791">
                <a:extLst>
                  <a:ext uri="{FF2B5EF4-FFF2-40B4-BE49-F238E27FC236}">
                    <a16:creationId xmlns:a16="http://schemas.microsoft.com/office/drawing/2014/main" id="{052E1011-F3AD-477C-90F7-A9DCD1725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758"/>
                <a:ext cx="751" cy="99"/>
              </a:xfrm>
              <a:custGeom>
                <a:avLst/>
                <a:gdLst>
                  <a:gd name="T0" fmla="*/ 0 w 324"/>
                  <a:gd name="T1" fmla="*/ 215 h 40"/>
                  <a:gd name="T2" fmla="*/ 501 w 324"/>
                  <a:gd name="T3" fmla="*/ 228 h 40"/>
                  <a:gd name="T4" fmla="*/ 925 w 324"/>
                  <a:gd name="T5" fmla="*/ 183 h 40"/>
                  <a:gd name="T6" fmla="*/ 1982 w 324"/>
                  <a:gd name="T7" fmla="*/ 42 h 40"/>
                  <a:gd name="T8" fmla="*/ 2503 w 324"/>
                  <a:gd name="T9" fmla="*/ 74 h 40"/>
                  <a:gd name="T10" fmla="*/ 2911 w 324"/>
                  <a:gd name="T11" fmla="*/ 228 h 40"/>
                  <a:gd name="T12" fmla="*/ 3611 w 324"/>
                  <a:gd name="T13" fmla="*/ 228 h 40"/>
                  <a:gd name="T14" fmla="*/ 4035 w 324"/>
                  <a:gd name="T15" fmla="*/ 606 h 40"/>
                  <a:gd name="T16" fmla="*/ 3563 w 324"/>
                  <a:gd name="T17" fmla="*/ 332 h 40"/>
                  <a:gd name="T18" fmla="*/ 3363 w 324"/>
                  <a:gd name="T19" fmla="*/ 441 h 40"/>
                  <a:gd name="T20" fmla="*/ 3213 w 324"/>
                  <a:gd name="T21" fmla="*/ 453 h 40"/>
                  <a:gd name="T22" fmla="*/ 2890 w 324"/>
                  <a:gd name="T23" fmla="*/ 361 h 40"/>
                  <a:gd name="T24" fmla="*/ 2703 w 324"/>
                  <a:gd name="T25" fmla="*/ 332 h 40"/>
                  <a:gd name="T26" fmla="*/ 2589 w 324"/>
                  <a:gd name="T27" fmla="*/ 245 h 40"/>
                  <a:gd name="T28" fmla="*/ 1945 w 324"/>
                  <a:gd name="T29" fmla="*/ 215 h 40"/>
                  <a:gd name="T30" fmla="*/ 1296 w 324"/>
                  <a:gd name="T31" fmla="*/ 275 h 40"/>
                  <a:gd name="T32" fmla="*/ 974 w 324"/>
                  <a:gd name="T33" fmla="*/ 307 h 40"/>
                  <a:gd name="T34" fmla="*/ 635 w 324"/>
                  <a:gd name="T35" fmla="*/ 319 h 4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4" h="40">
                    <a:moveTo>
                      <a:pt x="0" y="14"/>
                    </a:moveTo>
                    <a:cubicBezTo>
                      <a:pt x="12" y="18"/>
                      <a:pt x="27" y="11"/>
                      <a:pt x="40" y="15"/>
                    </a:cubicBezTo>
                    <a:cubicBezTo>
                      <a:pt x="53" y="18"/>
                      <a:pt x="61" y="17"/>
                      <a:pt x="74" y="12"/>
                    </a:cubicBezTo>
                    <a:cubicBezTo>
                      <a:pt x="104" y="1"/>
                      <a:pt x="127" y="2"/>
                      <a:pt x="159" y="3"/>
                    </a:cubicBezTo>
                    <a:cubicBezTo>
                      <a:pt x="173" y="4"/>
                      <a:pt x="187" y="4"/>
                      <a:pt x="201" y="5"/>
                    </a:cubicBezTo>
                    <a:cubicBezTo>
                      <a:pt x="214" y="5"/>
                      <a:pt x="221" y="11"/>
                      <a:pt x="234" y="15"/>
                    </a:cubicBezTo>
                    <a:cubicBezTo>
                      <a:pt x="252" y="22"/>
                      <a:pt x="271" y="14"/>
                      <a:pt x="290" y="15"/>
                    </a:cubicBezTo>
                    <a:cubicBezTo>
                      <a:pt x="310" y="17"/>
                      <a:pt x="311" y="29"/>
                      <a:pt x="324" y="40"/>
                    </a:cubicBezTo>
                    <a:cubicBezTo>
                      <a:pt x="318" y="33"/>
                      <a:pt x="296" y="22"/>
                      <a:pt x="286" y="22"/>
                    </a:cubicBezTo>
                    <a:cubicBezTo>
                      <a:pt x="278" y="22"/>
                      <a:pt x="276" y="26"/>
                      <a:pt x="270" y="29"/>
                    </a:cubicBezTo>
                    <a:cubicBezTo>
                      <a:pt x="259" y="36"/>
                      <a:pt x="267" y="32"/>
                      <a:pt x="258" y="30"/>
                    </a:cubicBezTo>
                    <a:cubicBezTo>
                      <a:pt x="250" y="28"/>
                      <a:pt x="240" y="26"/>
                      <a:pt x="232" y="24"/>
                    </a:cubicBezTo>
                    <a:cubicBezTo>
                      <a:pt x="227" y="23"/>
                      <a:pt x="222" y="23"/>
                      <a:pt x="217" y="22"/>
                    </a:cubicBezTo>
                    <a:cubicBezTo>
                      <a:pt x="213" y="21"/>
                      <a:pt x="212" y="19"/>
                      <a:pt x="208" y="16"/>
                    </a:cubicBezTo>
                    <a:cubicBezTo>
                      <a:pt x="192" y="8"/>
                      <a:pt x="172" y="18"/>
                      <a:pt x="156" y="14"/>
                    </a:cubicBezTo>
                    <a:cubicBezTo>
                      <a:pt x="133" y="9"/>
                      <a:pt x="124" y="8"/>
                      <a:pt x="104" y="18"/>
                    </a:cubicBezTo>
                    <a:cubicBezTo>
                      <a:pt x="103" y="0"/>
                      <a:pt x="84" y="16"/>
                      <a:pt x="78" y="20"/>
                    </a:cubicBezTo>
                    <a:cubicBezTo>
                      <a:pt x="70" y="24"/>
                      <a:pt x="60" y="23"/>
                      <a:pt x="51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1" name="Freeform 792">
                <a:extLst>
                  <a:ext uri="{FF2B5EF4-FFF2-40B4-BE49-F238E27FC236}">
                    <a16:creationId xmlns:a16="http://schemas.microsoft.com/office/drawing/2014/main" id="{F16B1091-9453-4ADF-A381-DEB91693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1943"/>
                <a:ext cx="162" cy="97"/>
              </a:xfrm>
              <a:custGeom>
                <a:avLst/>
                <a:gdLst>
                  <a:gd name="T0" fmla="*/ 0 w 70"/>
                  <a:gd name="T1" fmla="*/ 433 h 39"/>
                  <a:gd name="T2" fmla="*/ 558 w 70"/>
                  <a:gd name="T3" fmla="*/ 154 h 39"/>
                  <a:gd name="T4" fmla="*/ 782 w 70"/>
                  <a:gd name="T5" fmla="*/ 124 h 39"/>
                  <a:gd name="T6" fmla="*/ 856 w 70"/>
                  <a:gd name="T7" fmla="*/ 599 h 39"/>
                  <a:gd name="T8" fmla="*/ 620 w 70"/>
                  <a:gd name="T9" fmla="*/ 216 h 39"/>
                  <a:gd name="T10" fmla="*/ 331 w 70"/>
                  <a:gd name="T11" fmla="*/ 308 h 39"/>
                  <a:gd name="T12" fmla="*/ 102 w 70"/>
                  <a:gd name="T13" fmla="*/ 40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9">
                    <a:moveTo>
                      <a:pt x="0" y="28"/>
                    </a:moveTo>
                    <a:cubicBezTo>
                      <a:pt x="4" y="11"/>
                      <a:pt x="31" y="17"/>
                      <a:pt x="45" y="10"/>
                    </a:cubicBezTo>
                    <a:cubicBezTo>
                      <a:pt x="54" y="5"/>
                      <a:pt x="56" y="0"/>
                      <a:pt x="63" y="8"/>
                    </a:cubicBezTo>
                    <a:cubicBezTo>
                      <a:pt x="70" y="17"/>
                      <a:pt x="66" y="30"/>
                      <a:pt x="69" y="39"/>
                    </a:cubicBezTo>
                    <a:cubicBezTo>
                      <a:pt x="69" y="26"/>
                      <a:pt x="66" y="9"/>
                      <a:pt x="50" y="14"/>
                    </a:cubicBezTo>
                    <a:cubicBezTo>
                      <a:pt x="41" y="17"/>
                      <a:pt x="37" y="23"/>
                      <a:pt x="27" y="20"/>
                    </a:cubicBezTo>
                    <a:cubicBezTo>
                      <a:pt x="24" y="30"/>
                      <a:pt x="15" y="23"/>
                      <a:pt x="8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2" name="Freeform 793">
                <a:extLst>
                  <a:ext uri="{FF2B5EF4-FFF2-40B4-BE49-F238E27FC236}">
                    <a16:creationId xmlns:a16="http://schemas.microsoft.com/office/drawing/2014/main" id="{49088593-F167-48D3-9ADD-8DA8CA134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1698"/>
                <a:ext cx="211" cy="154"/>
              </a:xfrm>
              <a:custGeom>
                <a:avLst/>
                <a:gdLst>
                  <a:gd name="T0" fmla="*/ 0 w 91"/>
                  <a:gd name="T1" fmla="*/ 951 h 62"/>
                  <a:gd name="T2" fmla="*/ 209 w 91"/>
                  <a:gd name="T3" fmla="*/ 611 h 62"/>
                  <a:gd name="T4" fmla="*/ 587 w 91"/>
                  <a:gd name="T5" fmla="*/ 291 h 62"/>
                  <a:gd name="T6" fmla="*/ 823 w 91"/>
                  <a:gd name="T7" fmla="*/ 0 h 62"/>
                  <a:gd name="T8" fmla="*/ 1134 w 91"/>
                  <a:gd name="T9" fmla="*/ 353 h 62"/>
                  <a:gd name="T10" fmla="*/ 786 w 91"/>
                  <a:gd name="T11" fmla="*/ 462 h 62"/>
                  <a:gd name="T12" fmla="*/ 596 w 91"/>
                  <a:gd name="T13" fmla="*/ 537 h 62"/>
                  <a:gd name="T14" fmla="*/ 415 w 91"/>
                  <a:gd name="T15" fmla="*/ 599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62">
                    <a:moveTo>
                      <a:pt x="0" y="62"/>
                    </a:moveTo>
                    <a:cubicBezTo>
                      <a:pt x="9" y="56"/>
                      <a:pt x="11" y="46"/>
                      <a:pt x="17" y="40"/>
                    </a:cubicBezTo>
                    <a:cubicBezTo>
                      <a:pt x="26" y="32"/>
                      <a:pt x="39" y="29"/>
                      <a:pt x="47" y="19"/>
                    </a:cubicBezTo>
                    <a:cubicBezTo>
                      <a:pt x="52" y="13"/>
                      <a:pt x="56" y="1"/>
                      <a:pt x="66" y="0"/>
                    </a:cubicBezTo>
                    <a:cubicBezTo>
                      <a:pt x="74" y="0"/>
                      <a:pt x="86" y="16"/>
                      <a:pt x="91" y="23"/>
                    </a:cubicBezTo>
                    <a:cubicBezTo>
                      <a:pt x="81" y="7"/>
                      <a:pt x="49" y="7"/>
                      <a:pt x="63" y="30"/>
                    </a:cubicBezTo>
                    <a:cubicBezTo>
                      <a:pt x="58" y="21"/>
                      <a:pt x="48" y="25"/>
                      <a:pt x="48" y="35"/>
                    </a:cubicBezTo>
                    <a:cubicBezTo>
                      <a:pt x="43" y="30"/>
                      <a:pt x="37" y="35"/>
                      <a:pt x="33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3" name="Freeform 794">
                <a:extLst>
                  <a:ext uri="{FF2B5EF4-FFF2-40B4-BE49-F238E27FC236}">
                    <a16:creationId xmlns:a16="http://schemas.microsoft.com/office/drawing/2014/main" id="{4E9EA5E8-2404-4553-90A6-2E1473D5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491"/>
                <a:ext cx="139" cy="175"/>
              </a:xfrm>
              <a:custGeom>
                <a:avLst/>
                <a:gdLst>
                  <a:gd name="T0" fmla="*/ 746 w 60"/>
                  <a:gd name="T1" fmla="*/ 212 h 71"/>
                  <a:gd name="T2" fmla="*/ 171 w 60"/>
                  <a:gd name="T3" fmla="*/ 266 h 71"/>
                  <a:gd name="T4" fmla="*/ 151 w 60"/>
                  <a:gd name="T5" fmla="*/ 601 h 71"/>
                  <a:gd name="T6" fmla="*/ 0 w 60"/>
                  <a:gd name="T7" fmla="*/ 1062 h 71"/>
                  <a:gd name="T8" fmla="*/ 285 w 60"/>
                  <a:gd name="T9" fmla="*/ 796 h 71"/>
                  <a:gd name="T10" fmla="*/ 310 w 60"/>
                  <a:gd name="T11" fmla="*/ 493 h 71"/>
                  <a:gd name="T12" fmla="*/ 473 w 60"/>
                  <a:gd name="T13" fmla="*/ 256 h 71"/>
                  <a:gd name="T14" fmla="*/ 575 w 60"/>
                  <a:gd name="T15" fmla="*/ 153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71">
                    <a:moveTo>
                      <a:pt x="60" y="14"/>
                    </a:moveTo>
                    <a:cubicBezTo>
                      <a:pt x="48" y="4"/>
                      <a:pt x="20" y="0"/>
                      <a:pt x="14" y="18"/>
                    </a:cubicBezTo>
                    <a:cubicBezTo>
                      <a:pt x="11" y="25"/>
                      <a:pt x="13" y="33"/>
                      <a:pt x="12" y="40"/>
                    </a:cubicBezTo>
                    <a:cubicBezTo>
                      <a:pt x="11" y="53"/>
                      <a:pt x="7" y="60"/>
                      <a:pt x="0" y="71"/>
                    </a:cubicBezTo>
                    <a:cubicBezTo>
                      <a:pt x="5" y="65"/>
                      <a:pt x="13" y="49"/>
                      <a:pt x="23" y="53"/>
                    </a:cubicBezTo>
                    <a:cubicBezTo>
                      <a:pt x="18" y="48"/>
                      <a:pt x="14" y="33"/>
                      <a:pt x="25" y="33"/>
                    </a:cubicBezTo>
                    <a:cubicBezTo>
                      <a:pt x="10" y="22"/>
                      <a:pt x="29" y="8"/>
                      <a:pt x="38" y="17"/>
                    </a:cubicBezTo>
                    <a:cubicBezTo>
                      <a:pt x="37" y="11"/>
                      <a:pt x="42" y="9"/>
                      <a:pt x="4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4" name="Freeform 795">
                <a:extLst>
                  <a:ext uri="{FF2B5EF4-FFF2-40B4-BE49-F238E27FC236}">
                    <a16:creationId xmlns:a16="http://schemas.microsoft.com/office/drawing/2014/main" id="{3F6E0BBB-B5DD-438D-8ECB-C9557886B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2161"/>
                <a:ext cx="218" cy="227"/>
              </a:xfrm>
              <a:custGeom>
                <a:avLst/>
                <a:gdLst>
                  <a:gd name="T0" fmla="*/ 925 w 94"/>
                  <a:gd name="T1" fmla="*/ 0 h 92"/>
                  <a:gd name="T2" fmla="*/ 0 w 94"/>
                  <a:gd name="T3" fmla="*/ 1369 h 92"/>
                  <a:gd name="T4" fmla="*/ 925 w 94"/>
                  <a:gd name="T5" fmla="*/ 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74" y="0"/>
                    </a:moveTo>
                    <a:cubicBezTo>
                      <a:pt x="80" y="23"/>
                      <a:pt x="66" y="85"/>
                      <a:pt x="0" y="91"/>
                    </a:cubicBezTo>
                    <a:cubicBezTo>
                      <a:pt x="34" y="92"/>
                      <a:pt x="94" y="72"/>
                      <a:pt x="74" y="0"/>
                    </a:cubicBezTo>
                    <a:close/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5" name="Freeform 796">
                <a:extLst>
                  <a:ext uri="{FF2B5EF4-FFF2-40B4-BE49-F238E27FC236}">
                    <a16:creationId xmlns:a16="http://schemas.microsoft.com/office/drawing/2014/main" id="{37B70F99-732F-4545-A3F8-5FAAA9847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141"/>
                <a:ext cx="294" cy="356"/>
              </a:xfrm>
              <a:custGeom>
                <a:avLst/>
                <a:gdLst>
                  <a:gd name="T0" fmla="*/ 0 w 127"/>
                  <a:gd name="T1" fmla="*/ 2146 h 144"/>
                  <a:gd name="T2" fmla="*/ 857 w 127"/>
                  <a:gd name="T3" fmla="*/ 1765 h 144"/>
                  <a:gd name="T4" fmla="*/ 1377 w 127"/>
                  <a:gd name="T5" fmla="*/ 1100 h 144"/>
                  <a:gd name="T6" fmla="*/ 1350 w 127"/>
                  <a:gd name="T7" fmla="*/ 0 h 144"/>
                  <a:gd name="T8" fmla="*/ 1442 w 127"/>
                  <a:gd name="T9" fmla="*/ 1315 h 144"/>
                  <a:gd name="T10" fmla="*/ 718 w 127"/>
                  <a:gd name="T11" fmla="*/ 1980 h 144"/>
                  <a:gd name="T12" fmla="*/ 0 w 127"/>
                  <a:gd name="T13" fmla="*/ 2146 h 1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144">
                    <a:moveTo>
                      <a:pt x="0" y="142"/>
                    </a:moveTo>
                    <a:cubicBezTo>
                      <a:pt x="18" y="139"/>
                      <a:pt x="56" y="127"/>
                      <a:pt x="69" y="117"/>
                    </a:cubicBezTo>
                    <a:cubicBezTo>
                      <a:pt x="82" y="108"/>
                      <a:pt x="106" y="103"/>
                      <a:pt x="111" y="73"/>
                    </a:cubicBezTo>
                    <a:cubicBezTo>
                      <a:pt x="117" y="43"/>
                      <a:pt x="109" y="10"/>
                      <a:pt x="109" y="0"/>
                    </a:cubicBezTo>
                    <a:cubicBezTo>
                      <a:pt x="118" y="18"/>
                      <a:pt x="127" y="54"/>
                      <a:pt x="116" y="87"/>
                    </a:cubicBezTo>
                    <a:cubicBezTo>
                      <a:pt x="104" y="121"/>
                      <a:pt x="72" y="123"/>
                      <a:pt x="58" y="131"/>
                    </a:cubicBezTo>
                    <a:cubicBezTo>
                      <a:pt x="44" y="140"/>
                      <a:pt x="10" y="144"/>
                      <a:pt x="0" y="142"/>
                    </a:cubicBezTo>
                    <a:close/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6" name="Freeform 797">
                <a:extLst>
                  <a:ext uri="{FF2B5EF4-FFF2-40B4-BE49-F238E27FC236}">
                    <a16:creationId xmlns:a16="http://schemas.microsoft.com/office/drawing/2014/main" id="{626AFB18-F832-4FDF-9B97-42E44DDAC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2361"/>
                <a:ext cx="310" cy="215"/>
              </a:xfrm>
              <a:custGeom>
                <a:avLst/>
                <a:gdLst>
                  <a:gd name="T0" fmla="*/ 0 w 134"/>
                  <a:gd name="T1" fmla="*/ 1300 h 87"/>
                  <a:gd name="T2" fmla="*/ 1076 w 134"/>
                  <a:gd name="T3" fmla="*/ 843 h 87"/>
                  <a:gd name="T4" fmla="*/ 1573 w 134"/>
                  <a:gd name="T5" fmla="*/ 166 h 87"/>
                  <a:gd name="T6" fmla="*/ 1585 w 134"/>
                  <a:gd name="T7" fmla="*/ 153 h 87"/>
                  <a:gd name="T8" fmla="*/ 1161 w 134"/>
                  <a:gd name="T9" fmla="*/ 922 h 87"/>
                  <a:gd name="T10" fmla="*/ 0 w 134"/>
                  <a:gd name="T11" fmla="*/ 1300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87">
                    <a:moveTo>
                      <a:pt x="0" y="86"/>
                    </a:moveTo>
                    <a:cubicBezTo>
                      <a:pt x="19" y="80"/>
                      <a:pt x="64" y="73"/>
                      <a:pt x="87" y="56"/>
                    </a:cubicBezTo>
                    <a:cubicBezTo>
                      <a:pt x="109" y="40"/>
                      <a:pt x="119" y="14"/>
                      <a:pt x="127" y="11"/>
                    </a:cubicBezTo>
                    <a:cubicBezTo>
                      <a:pt x="134" y="8"/>
                      <a:pt x="133" y="0"/>
                      <a:pt x="128" y="10"/>
                    </a:cubicBezTo>
                    <a:cubicBezTo>
                      <a:pt x="122" y="20"/>
                      <a:pt x="106" y="50"/>
                      <a:pt x="94" y="61"/>
                    </a:cubicBezTo>
                    <a:cubicBezTo>
                      <a:pt x="82" y="72"/>
                      <a:pt x="12" y="87"/>
                      <a:pt x="0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7" name="Freeform 798">
                <a:extLst>
                  <a:ext uri="{FF2B5EF4-FFF2-40B4-BE49-F238E27FC236}">
                    <a16:creationId xmlns:a16="http://schemas.microsoft.com/office/drawing/2014/main" id="{D9E74AA4-6A97-4039-A8B6-5F8F35D3D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2238"/>
                <a:ext cx="125" cy="32"/>
              </a:xfrm>
              <a:custGeom>
                <a:avLst/>
                <a:gdLst>
                  <a:gd name="T0" fmla="*/ 0 w 54"/>
                  <a:gd name="T1" fmla="*/ 194 h 13"/>
                  <a:gd name="T2" fmla="*/ 669 w 5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3">
                    <a:moveTo>
                      <a:pt x="0" y="13"/>
                    </a:moveTo>
                    <a:cubicBezTo>
                      <a:pt x="14" y="4"/>
                      <a:pt x="41" y="0"/>
                      <a:pt x="5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8" name="Freeform 799">
                <a:extLst>
                  <a:ext uri="{FF2B5EF4-FFF2-40B4-BE49-F238E27FC236}">
                    <a16:creationId xmlns:a16="http://schemas.microsoft.com/office/drawing/2014/main" id="{20DDAA1F-1E19-4F09-BBCC-2CBE187CB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361"/>
                <a:ext cx="77" cy="223"/>
              </a:xfrm>
              <a:custGeom>
                <a:avLst/>
                <a:gdLst>
                  <a:gd name="T0" fmla="*/ 331 w 33"/>
                  <a:gd name="T1" fmla="*/ 1370 h 90"/>
                  <a:gd name="T2" fmla="*/ 420 w 33"/>
                  <a:gd name="T3" fmla="*/ 0 h 90"/>
                  <a:gd name="T4" fmla="*/ 331 w 33"/>
                  <a:gd name="T5" fmla="*/ 137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90">
                    <a:moveTo>
                      <a:pt x="26" y="90"/>
                    </a:moveTo>
                    <a:cubicBezTo>
                      <a:pt x="0" y="49"/>
                      <a:pt x="13" y="12"/>
                      <a:pt x="33" y="0"/>
                    </a:cubicBezTo>
                    <a:cubicBezTo>
                      <a:pt x="23" y="10"/>
                      <a:pt x="8" y="55"/>
                      <a:pt x="26" y="90"/>
                    </a:cubicBezTo>
                    <a:close/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9" name="Freeform 800">
                <a:extLst>
                  <a:ext uri="{FF2B5EF4-FFF2-40B4-BE49-F238E27FC236}">
                    <a16:creationId xmlns:a16="http://schemas.microsoft.com/office/drawing/2014/main" id="{F5757CF5-C9FE-44A1-AE62-A04F7BADF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463"/>
                <a:ext cx="81" cy="27"/>
              </a:xfrm>
              <a:custGeom>
                <a:avLst/>
                <a:gdLst>
                  <a:gd name="T0" fmla="*/ 0 w 35"/>
                  <a:gd name="T1" fmla="*/ 162 h 11"/>
                  <a:gd name="T2" fmla="*/ 433 w 35"/>
                  <a:gd name="T3" fmla="*/ 7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">
                    <a:moveTo>
                      <a:pt x="0" y="11"/>
                    </a:moveTo>
                    <a:cubicBezTo>
                      <a:pt x="8" y="0"/>
                      <a:pt x="20" y="0"/>
                      <a:pt x="3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0" name="Freeform 801">
                <a:extLst>
                  <a:ext uri="{FF2B5EF4-FFF2-40B4-BE49-F238E27FC236}">
                    <a16:creationId xmlns:a16="http://schemas.microsoft.com/office/drawing/2014/main" id="{301640D2-1E17-4180-91D2-CA46E50D6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896"/>
                <a:ext cx="183" cy="55"/>
              </a:xfrm>
              <a:custGeom>
                <a:avLst/>
                <a:gdLst>
                  <a:gd name="T0" fmla="*/ 612 w 79"/>
                  <a:gd name="T1" fmla="*/ 208 h 22"/>
                  <a:gd name="T2" fmla="*/ 982 w 79"/>
                  <a:gd name="T3" fmla="*/ 20 h 22"/>
                  <a:gd name="T4" fmla="*/ 521 w 79"/>
                  <a:gd name="T5" fmla="*/ 175 h 22"/>
                  <a:gd name="T6" fmla="*/ 0 w 79"/>
                  <a:gd name="T7" fmla="*/ 270 h 22"/>
                  <a:gd name="T8" fmla="*/ 612 w 79"/>
                  <a:gd name="T9" fmla="*/ 2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2">
                    <a:moveTo>
                      <a:pt x="49" y="13"/>
                    </a:moveTo>
                    <a:cubicBezTo>
                      <a:pt x="61" y="6"/>
                      <a:pt x="69" y="1"/>
                      <a:pt x="79" y="1"/>
                    </a:cubicBezTo>
                    <a:cubicBezTo>
                      <a:pt x="69" y="0"/>
                      <a:pt x="55" y="1"/>
                      <a:pt x="42" y="11"/>
                    </a:cubicBezTo>
                    <a:cubicBezTo>
                      <a:pt x="29" y="21"/>
                      <a:pt x="18" y="18"/>
                      <a:pt x="0" y="17"/>
                    </a:cubicBezTo>
                    <a:cubicBezTo>
                      <a:pt x="12" y="18"/>
                      <a:pt x="36" y="22"/>
                      <a:pt x="49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1" name="Freeform 802">
                <a:extLst>
                  <a:ext uri="{FF2B5EF4-FFF2-40B4-BE49-F238E27FC236}">
                    <a16:creationId xmlns:a16="http://schemas.microsoft.com/office/drawing/2014/main" id="{9FB8BA5B-C805-445C-BA45-8A14DFE4C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064"/>
                <a:ext cx="102" cy="37"/>
              </a:xfrm>
              <a:custGeom>
                <a:avLst/>
                <a:gdLst>
                  <a:gd name="T0" fmla="*/ 547 w 44"/>
                  <a:gd name="T1" fmla="*/ 0 h 15"/>
                  <a:gd name="T2" fmla="*/ 522 w 44"/>
                  <a:gd name="T3" fmla="*/ 0 h 15"/>
                  <a:gd name="T4" fmla="*/ 0 w 44"/>
                  <a:gd name="T5" fmla="*/ 224 h 15"/>
                  <a:gd name="T6" fmla="*/ 547 w 4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5">
                    <a:moveTo>
                      <a:pt x="44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28" y="4"/>
                      <a:pt x="14" y="9"/>
                      <a:pt x="0" y="15"/>
                    </a:cubicBez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DCA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2" name="Freeform 803">
                <a:extLst>
                  <a:ext uri="{FF2B5EF4-FFF2-40B4-BE49-F238E27FC236}">
                    <a16:creationId xmlns:a16="http://schemas.microsoft.com/office/drawing/2014/main" id="{8977096B-086B-41DF-91A1-9B3D1B18A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069"/>
                <a:ext cx="538" cy="250"/>
              </a:xfrm>
              <a:custGeom>
                <a:avLst/>
                <a:gdLst>
                  <a:gd name="T0" fmla="*/ 1419 w 232"/>
                  <a:gd name="T1" fmla="*/ 196 h 101"/>
                  <a:gd name="T2" fmla="*/ 188 w 232"/>
                  <a:gd name="T3" fmla="*/ 1225 h 101"/>
                  <a:gd name="T4" fmla="*/ 0 w 232"/>
                  <a:gd name="T5" fmla="*/ 1532 h 101"/>
                  <a:gd name="T6" fmla="*/ 786 w 232"/>
                  <a:gd name="T7" fmla="*/ 743 h 101"/>
                  <a:gd name="T8" fmla="*/ 2145 w 232"/>
                  <a:gd name="T9" fmla="*/ 532 h 101"/>
                  <a:gd name="T10" fmla="*/ 2894 w 232"/>
                  <a:gd name="T11" fmla="*/ 1243 h 101"/>
                  <a:gd name="T12" fmla="*/ 1419 w 232"/>
                  <a:gd name="T13" fmla="*/ 196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2" h="101">
                    <a:moveTo>
                      <a:pt x="114" y="13"/>
                    </a:moveTo>
                    <a:cubicBezTo>
                      <a:pt x="69" y="33"/>
                      <a:pt x="31" y="60"/>
                      <a:pt x="15" y="81"/>
                    </a:cubicBezTo>
                    <a:cubicBezTo>
                      <a:pt x="10" y="88"/>
                      <a:pt x="5" y="95"/>
                      <a:pt x="0" y="101"/>
                    </a:cubicBezTo>
                    <a:cubicBezTo>
                      <a:pt x="13" y="93"/>
                      <a:pt x="41" y="61"/>
                      <a:pt x="63" y="49"/>
                    </a:cubicBezTo>
                    <a:cubicBezTo>
                      <a:pt x="93" y="34"/>
                      <a:pt x="134" y="24"/>
                      <a:pt x="172" y="35"/>
                    </a:cubicBezTo>
                    <a:cubicBezTo>
                      <a:pt x="194" y="42"/>
                      <a:pt x="217" y="56"/>
                      <a:pt x="232" y="82"/>
                    </a:cubicBezTo>
                    <a:cubicBezTo>
                      <a:pt x="217" y="45"/>
                      <a:pt x="177" y="0"/>
                      <a:pt x="114" y="13"/>
                    </a:cubicBezTo>
                    <a:close/>
                  </a:path>
                </a:pathLst>
              </a:custGeom>
              <a:solidFill>
                <a:srgbClr val="704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3" name="Freeform 804">
                <a:extLst>
                  <a:ext uri="{FF2B5EF4-FFF2-40B4-BE49-F238E27FC236}">
                    <a16:creationId xmlns:a16="http://schemas.microsoft.com/office/drawing/2014/main" id="{0BFFCFB5-0C53-4CD7-AE64-A22B5E391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889"/>
                <a:ext cx="1009" cy="408"/>
              </a:xfrm>
              <a:custGeom>
                <a:avLst/>
                <a:gdLst>
                  <a:gd name="T0" fmla="*/ 0 w 435"/>
                  <a:gd name="T1" fmla="*/ 2495 h 165"/>
                  <a:gd name="T2" fmla="*/ 2535 w 435"/>
                  <a:gd name="T3" fmla="*/ 391 h 165"/>
                  <a:gd name="T4" fmla="*/ 5428 w 435"/>
                  <a:gd name="T5" fmla="*/ 635 h 165"/>
                  <a:gd name="T6" fmla="*/ 1997 w 435"/>
                  <a:gd name="T7" fmla="*/ 710 h 165"/>
                  <a:gd name="T8" fmla="*/ 0 w 435"/>
                  <a:gd name="T9" fmla="*/ 2495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5" h="165">
                    <a:moveTo>
                      <a:pt x="0" y="165"/>
                    </a:moveTo>
                    <a:cubicBezTo>
                      <a:pt x="5" y="141"/>
                      <a:pt x="49" y="58"/>
                      <a:pt x="203" y="26"/>
                    </a:cubicBezTo>
                    <a:cubicBezTo>
                      <a:pt x="280" y="10"/>
                      <a:pt x="369" y="0"/>
                      <a:pt x="435" y="42"/>
                    </a:cubicBezTo>
                    <a:cubicBezTo>
                      <a:pt x="389" y="14"/>
                      <a:pt x="269" y="8"/>
                      <a:pt x="160" y="47"/>
                    </a:cubicBezTo>
                    <a:cubicBezTo>
                      <a:pt x="58" y="83"/>
                      <a:pt x="22" y="122"/>
                      <a:pt x="0" y="165"/>
                    </a:cubicBezTo>
                    <a:close/>
                  </a:path>
                </a:pathLst>
              </a:custGeom>
              <a:solidFill>
                <a:srgbClr val="FBD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4" name="Freeform 805">
                <a:extLst>
                  <a:ext uri="{FF2B5EF4-FFF2-40B4-BE49-F238E27FC236}">
                    <a16:creationId xmlns:a16="http://schemas.microsoft.com/office/drawing/2014/main" id="{B7A281D1-4494-417D-A486-34D3D5DB8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158"/>
                <a:ext cx="162" cy="164"/>
              </a:xfrm>
              <a:custGeom>
                <a:avLst/>
                <a:gdLst>
                  <a:gd name="T0" fmla="*/ 558 w 70"/>
                  <a:gd name="T1" fmla="*/ 0 h 66"/>
                  <a:gd name="T2" fmla="*/ 0 w 70"/>
                  <a:gd name="T3" fmla="*/ 1014 h 66"/>
                  <a:gd name="T4" fmla="*/ 558 w 70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6">
                    <a:moveTo>
                      <a:pt x="45" y="0"/>
                    </a:moveTo>
                    <a:cubicBezTo>
                      <a:pt x="54" y="11"/>
                      <a:pt x="51" y="57"/>
                      <a:pt x="0" y="66"/>
                    </a:cubicBezTo>
                    <a:cubicBezTo>
                      <a:pt x="31" y="65"/>
                      <a:pt x="70" y="41"/>
                      <a:pt x="45" y="0"/>
                    </a:cubicBezTo>
                    <a:close/>
                  </a:path>
                </a:pathLst>
              </a:custGeom>
              <a:solidFill>
                <a:srgbClr val="FBD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5" name="Freeform 806">
                <a:extLst>
                  <a:ext uri="{FF2B5EF4-FFF2-40B4-BE49-F238E27FC236}">
                    <a16:creationId xmlns:a16="http://schemas.microsoft.com/office/drawing/2014/main" id="{D59DF75F-8CC0-4E6B-BC9C-DB0CE1D4A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497"/>
                <a:ext cx="229" cy="596"/>
              </a:xfrm>
              <a:custGeom>
                <a:avLst/>
                <a:gdLst>
                  <a:gd name="T0" fmla="*/ 1226 w 99"/>
                  <a:gd name="T1" fmla="*/ 30 h 241"/>
                  <a:gd name="T2" fmla="*/ 224 w 99"/>
                  <a:gd name="T3" fmla="*/ 922 h 241"/>
                  <a:gd name="T4" fmla="*/ 86 w 99"/>
                  <a:gd name="T5" fmla="*/ 3645 h 241"/>
                  <a:gd name="T6" fmla="*/ 301 w 99"/>
                  <a:gd name="T7" fmla="*/ 922 h 241"/>
                  <a:gd name="T8" fmla="*/ 1226 w 99"/>
                  <a:gd name="T9" fmla="*/ 30 h 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241">
                    <a:moveTo>
                      <a:pt x="99" y="2"/>
                    </a:moveTo>
                    <a:cubicBezTo>
                      <a:pt x="79" y="1"/>
                      <a:pt x="33" y="4"/>
                      <a:pt x="18" y="61"/>
                    </a:cubicBezTo>
                    <a:cubicBezTo>
                      <a:pt x="3" y="118"/>
                      <a:pt x="0" y="177"/>
                      <a:pt x="7" y="241"/>
                    </a:cubicBezTo>
                    <a:cubicBezTo>
                      <a:pt x="9" y="203"/>
                      <a:pt x="9" y="110"/>
                      <a:pt x="24" y="61"/>
                    </a:cubicBezTo>
                    <a:cubicBezTo>
                      <a:pt x="38" y="10"/>
                      <a:pt x="70" y="0"/>
                      <a:pt x="9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6" name="Freeform 807">
                <a:extLst>
                  <a:ext uri="{FF2B5EF4-FFF2-40B4-BE49-F238E27FC236}">
                    <a16:creationId xmlns:a16="http://schemas.microsoft.com/office/drawing/2014/main" id="{F453AB36-0C42-4F7D-B2BA-C34BA157F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340"/>
                <a:ext cx="7" cy="213"/>
              </a:xfrm>
              <a:custGeom>
                <a:avLst/>
                <a:gdLst>
                  <a:gd name="T0" fmla="*/ 0 w 3"/>
                  <a:gd name="T1" fmla="*/ 0 h 86"/>
                  <a:gd name="T2" fmla="*/ 0 w 3"/>
                  <a:gd name="T3" fmla="*/ 1308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6">
                    <a:moveTo>
                      <a:pt x="0" y="0"/>
                    </a:moveTo>
                    <a:cubicBezTo>
                      <a:pt x="3" y="20"/>
                      <a:pt x="3" y="63"/>
                      <a:pt x="0" y="8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7" name="Freeform 808">
                <a:extLst>
                  <a:ext uri="{FF2B5EF4-FFF2-40B4-BE49-F238E27FC236}">
                    <a16:creationId xmlns:a16="http://schemas.microsoft.com/office/drawing/2014/main" id="{339E1F93-1C31-4AE4-A78E-E06918642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722"/>
                <a:ext cx="28" cy="64"/>
              </a:xfrm>
              <a:custGeom>
                <a:avLst/>
                <a:gdLst>
                  <a:gd name="T0" fmla="*/ 152 w 12"/>
                  <a:gd name="T1" fmla="*/ 389 h 26"/>
                  <a:gd name="T2" fmla="*/ 142 w 12"/>
                  <a:gd name="T3" fmla="*/ 0 h 26"/>
                  <a:gd name="T4" fmla="*/ 152 w 12"/>
                  <a:gd name="T5" fmla="*/ 38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6">
                    <a:moveTo>
                      <a:pt x="12" y="26"/>
                    </a:moveTo>
                    <a:cubicBezTo>
                      <a:pt x="0" y="19"/>
                      <a:pt x="8" y="10"/>
                      <a:pt x="11" y="0"/>
                    </a:cubicBezTo>
                    <a:cubicBezTo>
                      <a:pt x="10" y="6"/>
                      <a:pt x="8" y="17"/>
                      <a:pt x="12" y="26"/>
                    </a:cubicBezTo>
                    <a:close/>
                  </a:path>
                </a:pathLst>
              </a:custGeom>
              <a:solidFill>
                <a:srgbClr val="C5D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8" name="Freeform 809">
                <a:extLst>
                  <a:ext uri="{FF2B5EF4-FFF2-40B4-BE49-F238E27FC236}">
                    <a16:creationId xmlns:a16="http://schemas.microsoft.com/office/drawing/2014/main" id="{EFD05E2E-3387-4356-80FB-E67C4F08F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359"/>
                <a:ext cx="271" cy="118"/>
              </a:xfrm>
              <a:custGeom>
                <a:avLst/>
                <a:gdLst>
                  <a:gd name="T0" fmla="*/ 1455 w 117"/>
                  <a:gd name="T1" fmla="*/ 0 h 48"/>
                  <a:gd name="T2" fmla="*/ 1341 w 117"/>
                  <a:gd name="T3" fmla="*/ 266 h 48"/>
                  <a:gd name="T4" fmla="*/ 0 w 117"/>
                  <a:gd name="T5" fmla="*/ 509 h 48"/>
                  <a:gd name="T6" fmla="*/ 1455 w 117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48">
                    <a:moveTo>
                      <a:pt x="117" y="0"/>
                    </a:moveTo>
                    <a:cubicBezTo>
                      <a:pt x="115" y="7"/>
                      <a:pt x="112" y="14"/>
                      <a:pt x="108" y="18"/>
                    </a:cubicBezTo>
                    <a:cubicBezTo>
                      <a:pt x="80" y="48"/>
                      <a:pt x="17" y="37"/>
                      <a:pt x="0" y="34"/>
                    </a:cubicBezTo>
                    <a:cubicBezTo>
                      <a:pt x="21" y="33"/>
                      <a:pt x="81" y="39"/>
                      <a:pt x="117" y="0"/>
                    </a:cubicBezTo>
                    <a:close/>
                  </a:path>
                </a:pathLst>
              </a:custGeom>
              <a:solidFill>
                <a:srgbClr val="CF2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9" name="Freeform 810">
                <a:extLst>
                  <a:ext uri="{FF2B5EF4-FFF2-40B4-BE49-F238E27FC236}">
                    <a16:creationId xmlns:a16="http://schemas.microsoft.com/office/drawing/2014/main" id="{C3EC1908-48E8-4AA0-9FAB-75C484CC4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055"/>
                <a:ext cx="181" cy="217"/>
              </a:xfrm>
              <a:custGeom>
                <a:avLst/>
                <a:gdLst>
                  <a:gd name="T0" fmla="*/ 114 w 78"/>
                  <a:gd name="T1" fmla="*/ 0 h 88"/>
                  <a:gd name="T2" fmla="*/ 0 w 78"/>
                  <a:gd name="T3" fmla="*/ 42 h 88"/>
                  <a:gd name="T4" fmla="*/ 926 w 78"/>
                  <a:gd name="T5" fmla="*/ 1319 h 88"/>
                  <a:gd name="T6" fmla="*/ 114 w 78"/>
                  <a:gd name="T7" fmla="*/ 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88">
                    <a:moveTo>
                      <a:pt x="9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7" y="11"/>
                      <a:pt x="72" y="42"/>
                      <a:pt x="74" y="88"/>
                    </a:cubicBezTo>
                    <a:cubicBezTo>
                      <a:pt x="78" y="35"/>
                      <a:pt x="22" y="3"/>
                      <a:pt x="9" y="0"/>
                    </a:cubicBezTo>
                    <a:close/>
                  </a:path>
                </a:pathLst>
              </a:custGeom>
              <a:solidFill>
                <a:srgbClr val="F5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0" name="Freeform 811">
                <a:extLst>
                  <a:ext uri="{FF2B5EF4-FFF2-40B4-BE49-F238E27FC236}">
                    <a16:creationId xmlns:a16="http://schemas.microsoft.com/office/drawing/2014/main" id="{76A7ACF8-5184-404E-9980-10926D04F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747"/>
                <a:ext cx="12" cy="49"/>
              </a:xfrm>
              <a:custGeom>
                <a:avLst/>
                <a:gdLst>
                  <a:gd name="T0" fmla="*/ 41 w 5"/>
                  <a:gd name="T1" fmla="*/ 0 h 20"/>
                  <a:gd name="T2" fmla="*/ 0 w 5"/>
                  <a:gd name="T3" fmla="*/ 2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3" y="0"/>
                    </a:moveTo>
                    <a:cubicBezTo>
                      <a:pt x="5" y="7"/>
                      <a:pt x="5" y="15"/>
                      <a:pt x="0" y="20"/>
                    </a:cubicBezTo>
                  </a:path>
                </a:pathLst>
              </a:custGeom>
              <a:solidFill>
                <a:srgbClr val="389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1" name="Freeform 812">
                <a:extLst>
                  <a:ext uri="{FF2B5EF4-FFF2-40B4-BE49-F238E27FC236}">
                    <a16:creationId xmlns:a16="http://schemas.microsoft.com/office/drawing/2014/main" id="{C9CFB6FA-68BC-403F-8B47-8B3F3546A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717"/>
                <a:ext cx="40" cy="52"/>
              </a:xfrm>
              <a:custGeom>
                <a:avLst/>
                <a:gdLst>
                  <a:gd name="T0" fmla="*/ 115 w 17"/>
                  <a:gd name="T1" fmla="*/ 74 h 21"/>
                  <a:gd name="T2" fmla="*/ 115 w 17"/>
                  <a:gd name="T3" fmla="*/ 319 h 21"/>
                  <a:gd name="T4" fmla="*/ 106 w 17"/>
                  <a:gd name="T5" fmla="*/ 104 h 21"/>
                  <a:gd name="T6" fmla="*/ 0 w 17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9" y="5"/>
                    </a:moveTo>
                    <a:cubicBezTo>
                      <a:pt x="15" y="8"/>
                      <a:pt x="17" y="18"/>
                      <a:pt x="9" y="21"/>
                    </a:cubicBezTo>
                    <a:cubicBezTo>
                      <a:pt x="11" y="15"/>
                      <a:pt x="12" y="11"/>
                      <a:pt x="8" y="7"/>
                    </a:cubicBezTo>
                    <a:cubicBezTo>
                      <a:pt x="5" y="5"/>
                      <a:pt x="2" y="3"/>
                      <a:pt x="0" y="0"/>
                    </a:cubicBezTo>
                  </a:path>
                </a:pathLst>
              </a:custGeom>
              <a:solidFill>
                <a:srgbClr val="389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2" name="Freeform 813">
                <a:extLst>
                  <a:ext uri="{FF2B5EF4-FFF2-40B4-BE49-F238E27FC236}">
                    <a16:creationId xmlns:a16="http://schemas.microsoft.com/office/drawing/2014/main" id="{6504CEF8-3E63-44F5-A6B4-D1F56C886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603"/>
                <a:ext cx="79" cy="62"/>
              </a:xfrm>
              <a:custGeom>
                <a:avLst/>
                <a:gdLst>
                  <a:gd name="T0" fmla="*/ 0 w 34"/>
                  <a:gd name="T1" fmla="*/ 154 h 25"/>
                  <a:gd name="T2" fmla="*/ 286 w 34"/>
                  <a:gd name="T3" fmla="*/ 308 h 25"/>
                  <a:gd name="T4" fmla="*/ 216 w 34"/>
                  <a:gd name="T5" fmla="*/ 0 h 25"/>
                  <a:gd name="T6" fmla="*/ 216 w 34"/>
                  <a:gd name="T7" fmla="*/ 196 h 25"/>
                  <a:gd name="T8" fmla="*/ 28 w 34"/>
                  <a:gd name="T9" fmla="*/ 13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0" y="10"/>
                    </a:moveTo>
                    <a:cubicBezTo>
                      <a:pt x="5" y="16"/>
                      <a:pt x="14" y="25"/>
                      <a:pt x="23" y="20"/>
                    </a:cubicBezTo>
                    <a:cubicBezTo>
                      <a:pt x="34" y="14"/>
                      <a:pt x="21" y="5"/>
                      <a:pt x="17" y="0"/>
                    </a:cubicBezTo>
                    <a:cubicBezTo>
                      <a:pt x="18" y="4"/>
                      <a:pt x="24" y="10"/>
                      <a:pt x="17" y="13"/>
                    </a:cubicBezTo>
                    <a:cubicBezTo>
                      <a:pt x="13" y="15"/>
                      <a:pt x="4" y="12"/>
                      <a:pt x="2" y="9"/>
                    </a:cubicBezTo>
                  </a:path>
                </a:pathLst>
              </a:custGeom>
              <a:solidFill>
                <a:srgbClr val="FBC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3" name="Freeform 814">
                <a:extLst>
                  <a:ext uri="{FF2B5EF4-FFF2-40B4-BE49-F238E27FC236}">
                    <a16:creationId xmlns:a16="http://schemas.microsoft.com/office/drawing/2014/main" id="{70B5243A-438B-47A5-9743-05A794596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124"/>
                <a:ext cx="174" cy="245"/>
              </a:xfrm>
              <a:custGeom>
                <a:avLst/>
                <a:gdLst>
                  <a:gd name="T0" fmla="*/ 0 w 75"/>
                  <a:gd name="T1" fmla="*/ 1500 h 99"/>
                  <a:gd name="T2" fmla="*/ 889 w 75"/>
                  <a:gd name="T3" fmla="*/ 544 h 99"/>
                  <a:gd name="T4" fmla="*/ 812 w 75"/>
                  <a:gd name="T5" fmla="*/ 0 h 99"/>
                  <a:gd name="T6" fmla="*/ 0 w 75"/>
                  <a:gd name="T7" fmla="*/ 1500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99">
                    <a:moveTo>
                      <a:pt x="0" y="99"/>
                    </a:moveTo>
                    <a:cubicBezTo>
                      <a:pt x="51" y="87"/>
                      <a:pt x="68" y="61"/>
                      <a:pt x="71" y="36"/>
                    </a:cubicBezTo>
                    <a:cubicBezTo>
                      <a:pt x="73" y="22"/>
                      <a:pt x="68" y="4"/>
                      <a:pt x="65" y="0"/>
                    </a:cubicBezTo>
                    <a:cubicBezTo>
                      <a:pt x="69" y="15"/>
                      <a:pt x="75" y="71"/>
                      <a:pt x="0" y="99"/>
                    </a:cubicBezTo>
                    <a:close/>
                  </a:path>
                </a:pathLst>
              </a:custGeom>
              <a:solidFill>
                <a:srgbClr val="E38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4" name="Freeform 815">
                <a:extLst>
                  <a:ext uri="{FF2B5EF4-FFF2-40B4-BE49-F238E27FC236}">
                    <a16:creationId xmlns:a16="http://schemas.microsoft.com/office/drawing/2014/main" id="{6D898F2B-1A5F-4BBD-B91D-D67AD5473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077"/>
                <a:ext cx="461" cy="341"/>
              </a:xfrm>
              <a:custGeom>
                <a:avLst/>
                <a:gdLst>
                  <a:gd name="T0" fmla="*/ 0 w 199"/>
                  <a:gd name="T1" fmla="*/ 2009 h 138"/>
                  <a:gd name="T2" fmla="*/ 869 w 199"/>
                  <a:gd name="T3" fmla="*/ 1324 h 138"/>
                  <a:gd name="T4" fmla="*/ 2474 w 199"/>
                  <a:gd name="T5" fmla="*/ 0 h 138"/>
                  <a:gd name="T6" fmla="*/ 971 w 199"/>
                  <a:gd name="T7" fmla="*/ 1025 h 138"/>
                  <a:gd name="T8" fmla="*/ 0 w 199"/>
                  <a:gd name="T9" fmla="*/ 2009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138">
                    <a:moveTo>
                      <a:pt x="0" y="133"/>
                    </a:moveTo>
                    <a:cubicBezTo>
                      <a:pt x="11" y="138"/>
                      <a:pt x="37" y="130"/>
                      <a:pt x="70" y="88"/>
                    </a:cubicBezTo>
                    <a:cubicBezTo>
                      <a:pt x="103" y="45"/>
                      <a:pt x="153" y="18"/>
                      <a:pt x="199" y="0"/>
                    </a:cubicBezTo>
                    <a:cubicBezTo>
                      <a:pt x="182" y="6"/>
                      <a:pt x="127" y="20"/>
                      <a:pt x="78" y="68"/>
                    </a:cubicBezTo>
                    <a:cubicBezTo>
                      <a:pt x="29" y="116"/>
                      <a:pt x="17" y="137"/>
                      <a:pt x="0" y="133"/>
                    </a:cubicBezTo>
                    <a:close/>
                  </a:path>
                </a:pathLst>
              </a:custGeom>
              <a:solidFill>
                <a:srgbClr val="E38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5" name="Freeform 816">
                <a:extLst>
                  <a:ext uri="{FF2B5EF4-FFF2-40B4-BE49-F238E27FC236}">
                    <a16:creationId xmlns:a16="http://schemas.microsoft.com/office/drawing/2014/main" id="{E89673C0-0C4E-4F2C-9482-93D64D445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740"/>
                <a:ext cx="142" cy="363"/>
              </a:xfrm>
              <a:custGeom>
                <a:avLst/>
                <a:gdLst>
                  <a:gd name="T0" fmla="*/ 417 w 61"/>
                  <a:gd name="T1" fmla="*/ 0 h 147"/>
                  <a:gd name="T2" fmla="*/ 542 w 61"/>
                  <a:gd name="T3" fmla="*/ 1506 h 147"/>
                  <a:gd name="T4" fmla="*/ 0 w 61"/>
                  <a:gd name="T5" fmla="*/ 2213 h 147"/>
                  <a:gd name="T6" fmla="*/ 477 w 61"/>
                  <a:gd name="T7" fmla="*/ 1324 h 147"/>
                  <a:gd name="T8" fmla="*/ 417 w 61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47">
                    <a:moveTo>
                      <a:pt x="33" y="0"/>
                    </a:moveTo>
                    <a:cubicBezTo>
                      <a:pt x="47" y="11"/>
                      <a:pt x="61" y="38"/>
                      <a:pt x="43" y="100"/>
                    </a:cubicBezTo>
                    <a:cubicBezTo>
                      <a:pt x="35" y="125"/>
                      <a:pt x="17" y="147"/>
                      <a:pt x="0" y="147"/>
                    </a:cubicBezTo>
                    <a:cubicBezTo>
                      <a:pt x="13" y="141"/>
                      <a:pt x="29" y="117"/>
                      <a:pt x="38" y="88"/>
                    </a:cubicBezTo>
                    <a:cubicBezTo>
                      <a:pt x="47" y="59"/>
                      <a:pt x="46" y="9"/>
                      <a:pt x="33" y="0"/>
                    </a:cubicBezTo>
                    <a:close/>
                  </a:path>
                </a:pathLst>
              </a:custGeom>
              <a:solidFill>
                <a:srgbClr val="DAB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6" name="Freeform 817">
                <a:extLst>
                  <a:ext uri="{FF2B5EF4-FFF2-40B4-BE49-F238E27FC236}">
                    <a16:creationId xmlns:a16="http://schemas.microsoft.com/office/drawing/2014/main" id="{31B82CCD-EB0C-4CEE-9EE8-87B3D90F9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140"/>
                <a:ext cx="83" cy="438"/>
              </a:xfrm>
              <a:custGeom>
                <a:avLst/>
                <a:gdLst>
                  <a:gd name="T0" fmla="*/ 224 w 36"/>
                  <a:gd name="T1" fmla="*/ 1047 h 177"/>
                  <a:gd name="T2" fmla="*/ 0 w 36"/>
                  <a:gd name="T3" fmla="*/ 2682 h 177"/>
                  <a:gd name="T4" fmla="*/ 318 w 36"/>
                  <a:gd name="T5" fmla="*/ 893 h 177"/>
                  <a:gd name="T6" fmla="*/ 378 w 36"/>
                  <a:gd name="T7" fmla="*/ 0 h 177"/>
                  <a:gd name="T8" fmla="*/ 224 w 36"/>
                  <a:gd name="T9" fmla="*/ 1047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77">
                    <a:moveTo>
                      <a:pt x="18" y="69"/>
                    </a:moveTo>
                    <a:cubicBezTo>
                      <a:pt x="7" y="103"/>
                      <a:pt x="0" y="177"/>
                      <a:pt x="0" y="177"/>
                    </a:cubicBezTo>
                    <a:cubicBezTo>
                      <a:pt x="2" y="137"/>
                      <a:pt x="15" y="94"/>
                      <a:pt x="26" y="59"/>
                    </a:cubicBezTo>
                    <a:cubicBezTo>
                      <a:pt x="36" y="24"/>
                      <a:pt x="34" y="13"/>
                      <a:pt x="31" y="0"/>
                    </a:cubicBezTo>
                    <a:cubicBezTo>
                      <a:pt x="31" y="8"/>
                      <a:pt x="27" y="40"/>
                      <a:pt x="18" y="69"/>
                    </a:cubicBezTo>
                    <a:close/>
                  </a:path>
                </a:pathLst>
              </a:custGeom>
              <a:solidFill>
                <a:srgbClr val="DAB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7" name="Freeform 818">
                <a:extLst>
                  <a:ext uri="{FF2B5EF4-FFF2-40B4-BE49-F238E27FC236}">
                    <a16:creationId xmlns:a16="http://schemas.microsoft.com/office/drawing/2014/main" id="{7F3FA09F-A942-4336-91A2-516201860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1313"/>
                <a:ext cx="93" cy="230"/>
              </a:xfrm>
              <a:custGeom>
                <a:avLst/>
                <a:gdLst>
                  <a:gd name="T0" fmla="*/ 151 w 40"/>
                  <a:gd name="T1" fmla="*/ 62 h 93"/>
                  <a:gd name="T2" fmla="*/ 326 w 40"/>
                  <a:gd name="T3" fmla="*/ 727 h 93"/>
                  <a:gd name="T4" fmla="*/ 286 w 40"/>
                  <a:gd name="T5" fmla="*/ 1162 h 93"/>
                  <a:gd name="T6" fmla="*/ 0 w 40"/>
                  <a:gd name="T7" fmla="*/ 1407 h 93"/>
                  <a:gd name="T8" fmla="*/ 102 w 40"/>
                  <a:gd name="T9" fmla="*/ 843 h 93"/>
                  <a:gd name="T10" fmla="*/ 228 w 40"/>
                  <a:gd name="T11" fmla="*/ 12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93">
                    <a:moveTo>
                      <a:pt x="12" y="4"/>
                    </a:moveTo>
                    <a:cubicBezTo>
                      <a:pt x="40" y="0"/>
                      <a:pt x="28" y="32"/>
                      <a:pt x="26" y="48"/>
                    </a:cubicBezTo>
                    <a:cubicBezTo>
                      <a:pt x="25" y="57"/>
                      <a:pt x="25" y="67"/>
                      <a:pt x="23" y="77"/>
                    </a:cubicBezTo>
                    <a:cubicBezTo>
                      <a:pt x="19" y="91"/>
                      <a:pt x="12" y="86"/>
                      <a:pt x="0" y="93"/>
                    </a:cubicBezTo>
                    <a:cubicBezTo>
                      <a:pt x="5" y="87"/>
                      <a:pt x="32" y="57"/>
                      <a:pt x="8" y="56"/>
                    </a:cubicBezTo>
                    <a:cubicBezTo>
                      <a:pt x="21" y="45"/>
                      <a:pt x="30" y="23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8" name="Freeform 819">
                <a:extLst>
                  <a:ext uri="{FF2B5EF4-FFF2-40B4-BE49-F238E27FC236}">
                    <a16:creationId xmlns:a16="http://schemas.microsoft.com/office/drawing/2014/main" id="{3F9D1B17-D866-4D4B-9EDB-DD8A2821C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763"/>
                <a:ext cx="190" cy="205"/>
              </a:xfrm>
              <a:custGeom>
                <a:avLst/>
                <a:gdLst>
                  <a:gd name="T0" fmla="*/ 0 w 82"/>
                  <a:gd name="T1" fmla="*/ 245 h 83"/>
                  <a:gd name="T2" fmla="*/ 322 w 82"/>
                  <a:gd name="T3" fmla="*/ 726 h 83"/>
                  <a:gd name="T4" fmla="*/ 709 w 82"/>
                  <a:gd name="T5" fmla="*/ 1250 h 83"/>
                  <a:gd name="T6" fmla="*/ 774 w 82"/>
                  <a:gd name="T7" fmla="*/ 635 h 83"/>
                  <a:gd name="T8" fmla="*/ 1010 w 82"/>
                  <a:gd name="T9" fmla="*/ 212 h 83"/>
                  <a:gd name="T10" fmla="*/ 971 w 82"/>
                  <a:gd name="T11" fmla="*/ 195 h 83"/>
                  <a:gd name="T12" fmla="*/ 660 w 82"/>
                  <a:gd name="T13" fmla="*/ 0 h 83"/>
                  <a:gd name="T14" fmla="*/ 681 w 82"/>
                  <a:gd name="T15" fmla="*/ 378 h 83"/>
                  <a:gd name="T16" fmla="*/ 436 w 82"/>
                  <a:gd name="T17" fmla="*/ 482 h 83"/>
                  <a:gd name="T18" fmla="*/ 285 w 82"/>
                  <a:gd name="T19" fmla="*/ 299 h 83"/>
                  <a:gd name="T20" fmla="*/ 37 w 82"/>
                  <a:gd name="T21" fmla="*/ 245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83">
                    <a:moveTo>
                      <a:pt x="0" y="16"/>
                    </a:moveTo>
                    <a:cubicBezTo>
                      <a:pt x="14" y="27"/>
                      <a:pt x="20" y="31"/>
                      <a:pt x="26" y="48"/>
                    </a:cubicBezTo>
                    <a:cubicBezTo>
                      <a:pt x="32" y="62"/>
                      <a:pt x="40" y="83"/>
                      <a:pt x="57" y="83"/>
                    </a:cubicBezTo>
                    <a:cubicBezTo>
                      <a:pt x="57" y="69"/>
                      <a:pt x="55" y="56"/>
                      <a:pt x="62" y="42"/>
                    </a:cubicBezTo>
                    <a:cubicBezTo>
                      <a:pt x="67" y="32"/>
                      <a:pt x="82" y="27"/>
                      <a:pt x="81" y="14"/>
                    </a:cubicBezTo>
                    <a:cubicBezTo>
                      <a:pt x="80" y="13"/>
                      <a:pt x="79" y="13"/>
                      <a:pt x="78" y="13"/>
                    </a:cubicBezTo>
                    <a:cubicBezTo>
                      <a:pt x="75" y="3"/>
                      <a:pt x="60" y="8"/>
                      <a:pt x="53" y="0"/>
                    </a:cubicBezTo>
                    <a:cubicBezTo>
                      <a:pt x="63" y="7"/>
                      <a:pt x="60" y="16"/>
                      <a:pt x="55" y="25"/>
                    </a:cubicBezTo>
                    <a:cubicBezTo>
                      <a:pt x="50" y="38"/>
                      <a:pt x="46" y="43"/>
                      <a:pt x="35" y="32"/>
                    </a:cubicBezTo>
                    <a:cubicBezTo>
                      <a:pt x="31" y="29"/>
                      <a:pt x="28" y="22"/>
                      <a:pt x="23" y="20"/>
                    </a:cubicBezTo>
                    <a:cubicBezTo>
                      <a:pt x="17" y="16"/>
                      <a:pt x="8" y="17"/>
                      <a:pt x="3" y="16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9" name="Freeform 820">
                <a:extLst>
                  <a:ext uri="{FF2B5EF4-FFF2-40B4-BE49-F238E27FC236}">
                    <a16:creationId xmlns:a16="http://schemas.microsoft.com/office/drawing/2014/main" id="{749D804A-163C-4CFE-ABED-C37E6B457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412"/>
                <a:ext cx="214" cy="346"/>
              </a:xfrm>
              <a:custGeom>
                <a:avLst/>
                <a:gdLst>
                  <a:gd name="T0" fmla="*/ 1044 w 92"/>
                  <a:gd name="T1" fmla="*/ 0 h 140"/>
                  <a:gd name="T2" fmla="*/ 958 w 92"/>
                  <a:gd name="T3" fmla="*/ 1045 h 140"/>
                  <a:gd name="T4" fmla="*/ 1121 w 92"/>
                  <a:gd name="T5" fmla="*/ 1705 h 140"/>
                  <a:gd name="T6" fmla="*/ 693 w 92"/>
                  <a:gd name="T7" fmla="*/ 1947 h 140"/>
                  <a:gd name="T8" fmla="*/ 454 w 92"/>
                  <a:gd name="T9" fmla="*/ 2083 h 140"/>
                  <a:gd name="T10" fmla="*/ 0 w 92"/>
                  <a:gd name="T11" fmla="*/ 2113 h 140"/>
                  <a:gd name="T12" fmla="*/ 768 w 92"/>
                  <a:gd name="T13" fmla="*/ 1589 h 140"/>
                  <a:gd name="T14" fmla="*/ 979 w 92"/>
                  <a:gd name="T15" fmla="*/ 1540 h 140"/>
                  <a:gd name="T16" fmla="*/ 816 w 92"/>
                  <a:gd name="T17" fmla="*/ 1070 h 140"/>
                  <a:gd name="T18" fmla="*/ 807 w 92"/>
                  <a:gd name="T19" fmla="*/ 618 h 140"/>
                  <a:gd name="T20" fmla="*/ 996 w 92"/>
                  <a:gd name="T21" fmla="*/ 225 h 1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2" h="140">
                    <a:moveTo>
                      <a:pt x="83" y="0"/>
                    </a:moveTo>
                    <a:cubicBezTo>
                      <a:pt x="79" y="22"/>
                      <a:pt x="73" y="47"/>
                      <a:pt x="76" y="69"/>
                    </a:cubicBezTo>
                    <a:cubicBezTo>
                      <a:pt x="77" y="82"/>
                      <a:pt x="92" y="101"/>
                      <a:pt x="89" y="113"/>
                    </a:cubicBezTo>
                    <a:cubicBezTo>
                      <a:pt x="85" y="124"/>
                      <a:pt x="65" y="125"/>
                      <a:pt x="55" y="129"/>
                    </a:cubicBezTo>
                    <a:cubicBezTo>
                      <a:pt x="48" y="132"/>
                      <a:pt x="43" y="137"/>
                      <a:pt x="36" y="138"/>
                    </a:cubicBezTo>
                    <a:cubicBezTo>
                      <a:pt x="23" y="140"/>
                      <a:pt x="11" y="132"/>
                      <a:pt x="0" y="140"/>
                    </a:cubicBezTo>
                    <a:cubicBezTo>
                      <a:pt x="13" y="131"/>
                      <a:pt x="86" y="130"/>
                      <a:pt x="61" y="105"/>
                    </a:cubicBezTo>
                    <a:cubicBezTo>
                      <a:pt x="65" y="113"/>
                      <a:pt x="77" y="110"/>
                      <a:pt x="78" y="102"/>
                    </a:cubicBezTo>
                    <a:cubicBezTo>
                      <a:pt x="79" y="96"/>
                      <a:pt x="67" y="77"/>
                      <a:pt x="65" y="71"/>
                    </a:cubicBezTo>
                    <a:cubicBezTo>
                      <a:pt x="81" y="65"/>
                      <a:pt x="75" y="50"/>
                      <a:pt x="64" y="41"/>
                    </a:cubicBezTo>
                    <a:cubicBezTo>
                      <a:pt x="80" y="36"/>
                      <a:pt x="72" y="27"/>
                      <a:pt x="79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0" name="Freeform 821">
                <a:extLst>
                  <a:ext uri="{FF2B5EF4-FFF2-40B4-BE49-F238E27FC236}">
                    <a16:creationId xmlns:a16="http://schemas.microsoft.com/office/drawing/2014/main" id="{CBA34BD5-7116-42F2-BFF6-6926B453F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" y="1827"/>
                <a:ext cx="158" cy="143"/>
              </a:xfrm>
              <a:custGeom>
                <a:avLst/>
                <a:gdLst>
                  <a:gd name="T0" fmla="*/ 644 w 68"/>
                  <a:gd name="T1" fmla="*/ 0 h 58"/>
                  <a:gd name="T2" fmla="*/ 827 w 68"/>
                  <a:gd name="T3" fmla="*/ 407 h 58"/>
                  <a:gd name="T4" fmla="*/ 674 w 68"/>
                  <a:gd name="T5" fmla="*/ 602 h 58"/>
                  <a:gd name="T6" fmla="*/ 453 w 68"/>
                  <a:gd name="T7" fmla="*/ 735 h 58"/>
                  <a:gd name="T8" fmla="*/ 0 w 68"/>
                  <a:gd name="T9" fmla="*/ 870 h 58"/>
                  <a:gd name="T10" fmla="*/ 627 w 68"/>
                  <a:gd name="T11" fmla="*/ 540 h 58"/>
                  <a:gd name="T12" fmla="*/ 739 w 68"/>
                  <a:gd name="T13" fmla="*/ 328 h 58"/>
                  <a:gd name="T14" fmla="*/ 665 w 68"/>
                  <a:gd name="T15" fmla="*/ 9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58">
                    <a:moveTo>
                      <a:pt x="51" y="0"/>
                    </a:moveTo>
                    <a:cubicBezTo>
                      <a:pt x="58" y="9"/>
                      <a:pt x="68" y="14"/>
                      <a:pt x="66" y="27"/>
                    </a:cubicBezTo>
                    <a:cubicBezTo>
                      <a:pt x="66" y="35"/>
                      <a:pt x="60" y="35"/>
                      <a:pt x="54" y="40"/>
                    </a:cubicBezTo>
                    <a:cubicBezTo>
                      <a:pt x="48" y="46"/>
                      <a:pt x="45" y="48"/>
                      <a:pt x="36" y="49"/>
                    </a:cubicBezTo>
                    <a:cubicBezTo>
                      <a:pt x="23" y="51"/>
                      <a:pt x="10" y="51"/>
                      <a:pt x="0" y="58"/>
                    </a:cubicBezTo>
                    <a:cubicBezTo>
                      <a:pt x="12" y="43"/>
                      <a:pt x="34" y="46"/>
                      <a:pt x="50" y="36"/>
                    </a:cubicBezTo>
                    <a:cubicBezTo>
                      <a:pt x="55" y="33"/>
                      <a:pt x="60" y="28"/>
                      <a:pt x="59" y="22"/>
                    </a:cubicBezTo>
                    <a:cubicBezTo>
                      <a:pt x="59" y="20"/>
                      <a:pt x="55" y="7"/>
                      <a:pt x="53" y="6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1" name="Freeform 822">
                <a:extLst>
                  <a:ext uri="{FF2B5EF4-FFF2-40B4-BE49-F238E27FC236}">
                    <a16:creationId xmlns:a16="http://schemas.microsoft.com/office/drawing/2014/main" id="{0D6FDA12-79A3-49EA-B82D-21A2A02AB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3" y="2121"/>
                <a:ext cx="164" cy="99"/>
              </a:xfrm>
              <a:custGeom>
                <a:avLst/>
                <a:gdLst>
                  <a:gd name="T0" fmla="*/ 0 w 71"/>
                  <a:gd name="T1" fmla="*/ 453 h 40"/>
                  <a:gd name="T2" fmla="*/ 159 w 71"/>
                  <a:gd name="T3" fmla="*/ 564 h 40"/>
                  <a:gd name="T4" fmla="*/ 383 w 71"/>
                  <a:gd name="T5" fmla="*/ 577 h 40"/>
                  <a:gd name="T6" fmla="*/ 668 w 71"/>
                  <a:gd name="T7" fmla="*/ 577 h 40"/>
                  <a:gd name="T8" fmla="*/ 848 w 71"/>
                  <a:gd name="T9" fmla="*/ 0 h 40"/>
                  <a:gd name="T10" fmla="*/ 811 w 71"/>
                  <a:gd name="T11" fmla="*/ 349 h 40"/>
                  <a:gd name="T12" fmla="*/ 566 w 71"/>
                  <a:gd name="T13" fmla="*/ 473 h 40"/>
                  <a:gd name="T14" fmla="*/ 367 w 71"/>
                  <a:gd name="T15" fmla="*/ 502 h 40"/>
                  <a:gd name="T16" fmla="*/ 85 w 71"/>
                  <a:gd name="T17" fmla="*/ 473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40">
                    <a:moveTo>
                      <a:pt x="0" y="30"/>
                    </a:moveTo>
                    <a:cubicBezTo>
                      <a:pt x="4" y="32"/>
                      <a:pt x="8" y="36"/>
                      <a:pt x="13" y="37"/>
                    </a:cubicBezTo>
                    <a:cubicBezTo>
                      <a:pt x="18" y="38"/>
                      <a:pt x="25" y="37"/>
                      <a:pt x="31" y="38"/>
                    </a:cubicBezTo>
                    <a:cubicBezTo>
                      <a:pt x="38" y="39"/>
                      <a:pt x="46" y="40"/>
                      <a:pt x="54" y="38"/>
                    </a:cubicBezTo>
                    <a:cubicBezTo>
                      <a:pt x="71" y="34"/>
                      <a:pt x="71" y="16"/>
                      <a:pt x="69" y="0"/>
                    </a:cubicBezTo>
                    <a:cubicBezTo>
                      <a:pt x="69" y="6"/>
                      <a:pt x="70" y="18"/>
                      <a:pt x="66" y="23"/>
                    </a:cubicBezTo>
                    <a:cubicBezTo>
                      <a:pt x="61" y="30"/>
                      <a:pt x="54" y="30"/>
                      <a:pt x="46" y="31"/>
                    </a:cubicBezTo>
                    <a:cubicBezTo>
                      <a:pt x="41" y="32"/>
                      <a:pt x="35" y="32"/>
                      <a:pt x="30" y="33"/>
                    </a:cubicBezTo>
                    <a:cubicBezTo>
                      <a:pt x="22" y="35"/>
                      <a:pt x="15" y="33"/>
                      <a:pt x="7" y="31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2" name="Freeform 823">
                <a:extLst>
                  <a:ext uri="{FF2B5EF4-FFF2-40B4-BE49-F238E27FC236}">
                    <a16:creationId xmlns:a16="http://schemas.microsoft.com/office/drawing/2014/main" id="{0B6E5BD7-3F69-4DAC-8E07-222FE173A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2050"/>
                <a:ext cx="112" cy="79"/>
              </a:xfrm>
              <a:custGeom>
                <a:avLst/>
                <a:gdLst>
                  <a:gd name="T0" fmla="*/ 0 w 48"/>
                  <a:gd name="T1" fmla="*/ 0 h 32"/>
                  <a:gd name="T2" fmla="*/ 49 w 48"/>
                  <a:gd name="T3" fmla="*/ 121 h 32"/>
                  <a:gd name="T4" fmla="*/ 65 w 48"/>
                  <a:gd name="T5" fmla="*/ 225 h 32"/>
                  <a:gd name="T6" fmla="*/ 217 w 48"/>
                  <a:gd name="T7" fmla="*/ 378 h 32"/>
                  <a:gd name="T8" fmla="*/ 609 w 48"/>
                  <a:gd name="T9" fmla="*/ 378 h 32"/>
                  <a:gd name="T10" fmla="*/ 306 w 48"/>
                  <a:gd name="T11" fmla="*/ 348 h 32"/>
                  <a:gd name="T12" fmla="*/ 180 w 48"/>
                  <a:gd name="T13" fmla="*/ 165 h 32"/>
                  <a:gd name="T14" fmla="*/ 0 w 48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2">
                    <a:moveTo>
                      <a:pt x="0" y="0"/>
                    </a:moveTo>
                    <a:cubicBezTo>
                      <a:pt x="0" y="3"/>
                      <a:pt x="3" y="6"/>
                      <a:pt x="4" y="8"/>
                    </a:cubicBezTo>
                    <a:cubicBezTo>
                      <a:pt x="4" y="10"/>
                      <a:pt x="4" y="14"/>
                      <a:pt x="5" y="15"/>
                    </a:cubicBezTo>
                    <a:cubicBezTo>
                      <a:pt x="8" y="20"/>
                      <a:pt x="13" y="23"/>
                      <a:pt x="17" y="25"/>
                    </a:cubicBezTo>
                    <a:cubicBezTo>
                      <a:pt x="30" y="32"/>
                      <a:pt x="35" y="32"/>
                      <a:pt x="48" y="25"/>
                    </a:cubicBezTo>
                    <a:cubicBezTo>
                      <a:pt x="40" y="27"/>
                      <a:pt x="32" y="26"/>
                      <a:pt x="24" y="23"/>
                    </a:cubicBezTo>
                    <a:cubicBezTo>
                      <a:pt x="20" y="22"/>
                      <a:pt x="8" y="17"/>
                      <a:pt x="14" y="11"/>
                    </a:cubicBezTo>
                    <a:cubicBezTo>
                      <a:pt x="8" y="14"/>
                      <a:pt x="2" y="5"/>
                      <a:pt x="0" y="0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3" name="Freeform 824">
                <a:extLst>
                  <a:ext uri="{FF2B5EF4-FFF2-40B4-BE49-F238E27FC236}">
                    <a16:creationId xmlns:a16="http://schemas.microsoft.com/office/drawing/2014/main" id="{ECD804C6-E5E6-4D4F-B06A-F9D347655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1874"/>
                <a:ext cx="78" cy="27"/>
              </a:xfrm>
              <a:custGeom>
                <a:avLst/>
                <a:gdLst>
                  <a:gd name="T0" fmla="*/ 0 w 34"/>
                  <a:gd name="T1" fmla="*/ 162 h 11"/>
                  <a:gd name="T2" fmla="*/ 252 w 34"/>
                  <a:gd name="T3" fmla="*/ 29 h 11"/>
                  <a:gd name="T4" fmla="*/ 411 w 34"/>
                  <a:gd name="T5" fmla="*/ 133 h 11"/>
                  <a:gd name="T6" fmla="*/ 37 w 34"/>
                  <a:gd name="T7" fmla="*/ 13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1">
                    <a:moveTo>
                      <a:pt x="0" y="11"/>
                    </a:moveTo>
                    <a:cubicBezTo>
                      <a:pt x="5" y="6"/>
                      <a:pt x="14" y="0"/>
                      <a:pt x="21" y="2"/>
                    </a:cubicBezTo>
                    <a:cubicBezTo>
                      <a:pt x="25" y="3"/>
                      <a:pt x="32" y="5"/>
                      <a:pt x="34" y="9"/>
                    </a:cubicBezTo>
                    <a:cubicBezTo>
                      <a:pt x="24" y="10"/>
                      <a:pt x="12" y="5"/>
                      <a:pt x="3" y="9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4" name="Freeform 825">
                <a:extLst>
                  <a:ext uri="{FF2B5EF4-FFF2-40B4-BE49-F238E27FC236}">
                    <a16:creationId xmlns:a16="http://schemas.microsoft.com/office/drawing/2014/main" id="{41C173B4-BB41-4C99-8CC1-BABAB2B51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943"/>
                <a:ext cx="67" cy="40"/>
              </a:xfrm>
              <a:custGeom>
                <a:avLst/>
                <a:gdLst>
                  <a:gd name="T0" fmla="*/ 0 w 29"/>
                  <a:gd name="T1" fmla="*/ 33 h 16"/>
                  <a:gd name="T2" fmla="*/ 358 w 29"/>
                  <a:gd name="T3" fmla="*/ 250 h 16"/>
                  <a:gd name="T4" fmla="*/ 273 w 29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6">
                    <a:moveTo>
                      <a:pt x="0" y="2"/>
                    </a:moveTo>
                    <a:cubicBezTo>
                      <a:pt x="9" y="7"/>
                      <a:pt x="19" y="13"/>
                      <a:pt x="29" y="16"/>
                    </a:cubicBezTo>
                    <a:cubicBezTo>
                      <a:pt x="29" y="11"/>
                      <a:pt x="23" y="5"/>
                      <a:pt x="22" y="0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5" name="Freeform 826">
                <a:extLst>
                  <a:ext uri="{FF2B5EF4-FFF2-40B4-BE49-F238E27FC236}">
                    <a16:creationId xmlns:a16="http://schemas.microsoft.com/office/drawing/2014/main" id="{97252A05-33C7-47BD-BC30-E753203F9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037"/>
                <a:ext cx="68" cy="79"/>
              </a:xfrm>
              <a:custGeom>
                <a:avLst/>
                <a:gdLst>
                  <a:gd name="T0" fmla="*/ 0 w 29"/>
                  <a:gd name="T1" fmla="*/ 0 h 32"/>
                  <a:gd name="T2" fmla="*/ 270 w 29"/>
                  <a:gd name="T3" fmla="*/ 481 h 32"/>
                  <a:gd name="T4" fmla="*/ 258 w 29"/>
                  <a:gd name="T5" fmla="*/ 257 h 32"/>
                  <a:gd name="T6" fmla="*/ 373 w 29"/>
                  <a:gd name="T7" fmla="*/ 16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2">
                    <a:moveTo>
                      <a:pt x="0" y="0"/>
                    </a:moveTo>
                    <a:cubicBezTo>
                      <a:pt x="0" y="7"/>
                      <a:pt x="16" y="29"/>
                      <a:pt x="21" y="32"/>
                    </a:cubicBezTo>
                    <a:cubicBezTo>
                      <a:pt x="21" y="26"/>
                      <a:pt x="16" y="23"/>
                      <a:pt x="20" y="17"/>
                    </a:cubicBezTo>
                    <a:cubicBezTo>
                      <a:pt x="23" y="14"/>
                      <a:pt x="27" y="15"/>
                      <a:pt x="29" y="11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6" name="Freeform 827">
                <a:extLst>
                  <a:ext uri="{FF2B5EF4-FFF2-40B4-BE49-F238E27FC236}">
                    <a16:creationId xmlns:a16="http://schemas.microsoft.com/office/drawing/2014/main" id="{4D704F02-6053-41BE-8ABA-8EE7CEF7D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538"/>
                <a:ext cx="78" cy="71"/>
              </a:xfrm>
              <a:custGeom>
                <a:avLst/>
                <a:gdLst>
                  <a:gd name="T0" fmla="*/ 73 w 34"/>
                  <a:gd name="T1" fmla="*/ 59 h 29"/>
                  <a:gd name="T2" fmla="*/ 158 w 34"/>
                  <a:gd name="T3" fmla="*/ 0 h 29"/>
                  <a:gd name="T4" fmla="*/ 243 w 34"/>
                  <a:gd name="T5" fmla="*/ 174 h 29"/>
                  <a:gd name="T6" fmla="*/ 411 w 34"/>
                  <a:gd name="T7" fmla="*/ 426 h 29"/>
                  <a:gd name="T8" fmla="*/ 216 w 34"/>
                  <a:gd name="T9" fmla="*/ 203 h 29"/>
                  <a:gd name="T10" fmla="*/ 0 w 34"/>
                  <a:gd name="T11" fmla="*/ 162 h 29"/>
                  <a:gd name="T12" fmla="*/ 37 w 34"/>
                  <a:gd name="T13" fmla="*/ 9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29">
                    <a:moveTo>
                      <a:pt x="6" y="4"/>
                    </a:moveTo>
                    <a:cubicBezTo>
                      <a:pt x="9" y="4"/>
                      <a:pt x="11" y="2"/>
                      <a:pt x="13" y="0"/>
                    </a:cubicBezTo>
                    <a:cubicBezTo>
                      <a:pt x="13" y="5"/>
                      <a:pt x="18" y="9"/>
                      <a:pt x="20" y="12"/>
                    </a:cubicBezTo>
                    <a:cubicBezTo>
                      <a:pt x="24" y="18"/>
                      <a:pt x="29" y="24"/>
                      <a:pt x="34" y="29"/>
                    </a:cubicBezTo>
                    <a:cubicBezTo>
                      <a:pt x="27" y="24"/>
                      <a:pt x="23" y="20"/>
                      <a:pt x="18" y="14"/>
                    </a:cubicBezTo>
                    <a:cubicBezTo>
                      <a:pt x="12" y="8"/>
                      <a:pt x="7" y="9"/>
                      <a:pt x="0" y="11"/>
                    </a:cubicBezTo>
                    <a:cubicBezTo>
                      <a:pt x="1" y="10"/>
                      <a:pt x="2" y="8"/>
                      <a:pt x="3" y="6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7" name="Freeform 828">
                <a:extLst>
                  <a:ext uri="{FF2B5EF4-FFF2-40B4-BE49-F238E27FC236}">
                    <a16:creationId xmlns:a16="http://schemas.microsoft.com/office/drawing/2014/main" id="{6BCDBF9B-EBCB-4639-AE68-6D379C454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429"/>
                <a:ext cx="46" cy="213"/>
              </a:xfrm>
              <a:custGeom>
                <a:avLst/>
                <a:gdLst>
                  <a:gd name="T0" fmla="*/ 110 w 20"/>
                  <a:gd name="T1" fmla="*/ 0 h 86"/>
                  <a:gd name="T2" fmla="*/ 186 w 20"/>
                  <a:gd name="T3" fmla="*/ 307 h 86"/>
                  <a:gd name="T4" fmla="*/ 195 w 20"/>
                  <a:gd name="T5" fmla="*/ 698 h 86"/>
                  <a:gd name="T6" fmla="*/ 244 w 20"/>
                  <a:gd name="T7" fmla="*/ 1308 h 86"/>
                  <a:gd name="T8" fmla="*/ 0 w 20"/>
                  <a:gd name="T9" fmla="*/ 1018 h 86"/>
                  <a:gd name="T10" fmla="*/ 131 w 20"/>
                  <a:gd name="T11" fmla="*/ 773 h 86"/>
                  <a:gd name="T12" fmla="*/ 85 w 20"/>
                  <a:gd name="T13" fmla="*/ 681 h 86"/>
                  <a:gd name="T14" fmla="*/ 110 w 20"/>
                  <a:gd name="T15" fmla="*/ 594 h 86"/>
                  <a:gd name="T16" fmla="*/ 85 w 20"/>
                  <a:gd name="T17" fmla="*/ 307 h 86"/>
                  <a:gd name="T18" fmla="*/ 147 w 20"/>
                  <a:gd name="T19" fmla="*/ 124 h 86"/>
                  <a:gd name="T20" fmla="*/ 122 w 20"/>
                  <a:gd name="T21" fmla="*/ 0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86">
                    <a:moveTo>
                      <a:pt x="9" y="0"/>
                    </a:moveTo>
                    <a:cubicBezTo>
                      <a:pt x="16" y="5"/>
                      <a:pt x="15" y="12"/>
                      <a:pt x="15" y="20"/>
                    </a:cubicBezTo>
                    <a:cubicBezTo>
                      <a:pt x="15" y="29"/>
                      <a:pt x="16" y="38"/>
                      <a:pt x="16" y="46"/>
                    </a:cubicBezTo>
                    <a:cubicBezTo>
                      <a:pt x="16" y="59"/>
                      <a:pt x="16" y="73"/>
                      <a:pt x="20" y="86"/>
                    </a:cubicBezTo>
                    <a:cubicBezTo>
                      <a:pt x="18" y="76"/>
                      <a:pt x="12" y="61"/>
                      <a:pt x="0" y="67"/>
                    </a:cubicBezTo>
                    <a:cubicBezTo>
                      <a:pt x="6" y="66"/>
                      <a:pt x="12" y="58"/>
                      <a:pt x="11" y="51"/>
                    </a:cubicBezTo>
                    <a:cubicBezTo>
                      <a:pt x="11" y="48"/>
                      <a:pt x="7" y="47"/>
                      <a:pt x="7" y="45"/>
                    </a:cubicBezTo>
                    <a:cubicBezTo>
                      <a:pt x="6" y="43"/>
                      <a:pt x="9" y="41"/>
                      <a:pt x="9" y="39"/>
                    </a:cubicBezTo>
                    <a:cubicBezTo>
                      <a:pt x="12" y="30"/>
                      <a:pt x="5" y="26"/>
                      <a:pt x="7" y="20"/>
                    </a:cubicBezTo>
                    <a:cubicBezTo>
                      <a:pt x="8" y="16"/>
                      <a:pt x="11" y="13"/>
                      <a:pt x="12" y="8"/>
                    </a:cubicBezTo>
                    <a:cubicBezTo>
                      <a:pt x="12" y="6"/>
                      <a:pt x="11" y="3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8" name="Freeform 829">
                <a:extLst>
                  <a:ext uri="{FF2B5EF4-FFF2-40B4-BE49-F238E27FC236}">
                    <a16:creationId xmlns:a16="http://schemas.microsoft.com/office/drawing/2014/main" id="{81E0B7D8-8A4F-4ACB-8019-DB78D3E5E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1753"/>
                <a:ext cx="55" cy="151"/>
              </a:xfrm>
              <a:custGeom>
                <a:avLst/>
                <a:gdLst>
                  <a:gd name="T0" fmla="*/ 11 w 24"/>
                  <a:gd name="T1" fmla="*/ 0 h 61"/>
                  <a:gd name="T2" fmla="*/ 37 w 24"/>
                  <a:gd name="T3" fmla="*/ 577 h 61"/>
                  <a:gd name="T4" fmla="*/ 25 w 24"/>
                  <a:gd name="T5" fmla="*/ 772 h 61"/>
                  <a:gd name="T6" fmla="*/ 289 w 24"/>
                  <a:gd name="T7" fmla="*/ 926 h 61"/>
                  <a:gd name="T8" fmla="*/ 110 w 24"/>
                  <a:gd name="T9" fmla="*/ 772 h 61"/>
                  <a:gd name="T10" fmla="*/ 215 w 24"/>
                  <a:gd name="T11" fmla="*/ 577 h 61"/>
                  <a:gd name="T12" fmla="*/ 131 w 24"/>
                  <a:gd name="T13" fmla="*/ 361 h 61"/>
                  <a:gd name="T14" fmla="*/ 85 w 24"/>
                  <a:gd name="T15" fmla="*/ 4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1">
                    <a:moveTo>
                      <a:pt x="1" y="0"/>
                    </a:moveTo>
                    <a:cubicBezTo>
                      <a:pt x="9" y="10"/>
                      <a:pt x="4" y="26"/>
                      <a:pt x="3" y="38"/>
                    </a:cubicBezTo>
                    <a:cubicBezTo>
                      <a:pt x="2" y="42"/>
                      <a:pt x="0" y="48"/>
                      <a:pt x="2" y="51"/>
                    </a:cubicBezTo>
                    <a:cubicBezTo>
                      <a:pt x="7" y="59"/>
                      <a:pt x="18" y="55"/>
                      <a:pt x="24" y="61"/>
                    </a:cubicBezTo>
                    <a:cubicBezTo>
                      <a:pt x="19" y="59"/>
                      <a:pt x="11" y="56"/>
                      <a:pt x="9" y="51"/>
                    </a:cubicBezTo>
                    <a:cubicBezTo>
                      <a:pt x="7" y="45"/>
                      <a:pt x="12" y="39"/>
                      <a:pt x="18" y="38"/>
                    </a:cubicBezTo>
                    <a:cubicBezTo>
                      <a:pt x="7" y="43"/>
                      <a:pt x="10" y="28"/>
                      <a:pt x="11" y="24"/>
                    </a:cubicBezTo>
                    <a:cubicBezTo>
                      <a:pt x="11" y="17"/>
                      <a:pt x="7" y="11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9" name="Freeform 830">
                <a:extLst>
                  <a:ext uri="{FF2B5EF4-FFF2-40B4-BE49-F238E27FC236}">
                    <a16:creationId xmlns:a16="http://schemas.microsoft.com/office/drawing/2014/main" id="{A14B1C5A-A3E9-477B-950B-98510C51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834"/>
                <a:ext cx="127" cy="87"/>
              </a:xfrm>
              <a:custGeom>
                <a:avLst/>
                <a:gdLst>
                  <a:gd name="T0" fmla="*/ 0 w 55"/>
                  <a:gd name="T1" fmla="*/ 475 h 35"/>
                  <a:gd name="T2" fmla="*/ 383 w 55"/>
                  <a:gd name="T3" fmla="*/ 291 h 35"/>
                  <a:gd name="T4" fmla="*/ 554 w 55"/>
                  <a:gd name="T5" fmla="*/ 216 h 35"/>
                  <a:gd name="T6" fmla="*/ 677 w 55"/>
                  <a:gd name="T7" fmla="*/ 0 h 35"/>
                  <a:gd name="T8" fmla="*/ 517 w 55"/>
                  <a:gd name="T9" fmla="*/ 167 h 35"/>
                  <a:gd name="T10" fmla="*/ 383 w 55"/>
                  <a:gd name="T11" fmla="*/ 104 h 35"/>
                  <a:gd name="T12" fmla="*/ 358 w 55"/>
                  <a:gd name="T13" fmla="*/ 246 h 35"/>
                  <a:gd name="T14" fmla="*/ 196 w 55"/>
                  <a:gd name="T15" fmla="*/ 278 h 35"/>
                  <a:gd name="T16" fmla="*/ 122 w 55"/>
                  <a:gd name="T17" fmla="*/ 403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35">
                    <a:moveTo>
                      <a:pt x="0" y="31"/>
                    </a:moveTo>
                    <a:cubicBezTo>
                      <a:pt x="12" y="35"/>
                      <a:pt x="22" y="22"/>
                      <a:pt x="31" y="19"/>
                    </a:cubicBezTo>
                    <a:cubicBezTo>
                      <a:pt x="36" y="17"/>
                      <a:pt x="40" y="17"/>
                      <a:pt x="45" y="14"/>
                    </a:cubicBezTo>
                    <a:cubicBezTo>
                      <a:pt x="50" y="11"/>
                      <a:pt x="52" y="6"/>
                      <a:pt x="55" y="0"/>
                    </a:cubicBezTo>
                    <a:cubicBezTo>
                      <a:pt x="51" y="4"/>
                      <a:pt x="49" y="9"/>
                      <a:pt x="42" y="11"/>
                    </a:cubicBezTo>
                    <a:cubicBezTo>
                      <a:pt x="38" y="12"/>
                      <a:pt x="32" y="13"/>
                      <a:pt x="31" y="7"/>
                    </a:cubicBezTo>
                    <a:cubicBezTo>
                      <a:pt x="30" y="11"/>
                      <a:pt x="33" y="13"/>
                      <a:pt x="29" y="16"/>
                    </a:cubicBezTo>
                    <a:cubicBezTo>
                      <a:pt x="27" y="19"/>
                      <a:pt x="19" y="21"/>
                      <a:pt x="16" y="18"/>
                    </a:cubicBezTo>
                    <a:cubicBezTo>
                      <a:pt x="17" y="23"/>
                      <a:pt x="14" y="26"/>
                      <a:pt x="10" y="26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0" name="Freeform 831">
                <a:extLst>
                  <a:ext uri="{FF2B5EF4-FFF2-40B4-BE49-F238E27FC236}">
                    <a16:creationId xmlns:a16="http://schemas.microsoft.com/office/drawing/2014/main" id="{C4684FA2-DD14-47BA-86C3-2E196BDD7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1899"/>
                <a:ext cx="329" cy="242"/>
              </a:xfrm>
              <a:custGeom>
                <a:avLst/>
                <a:gdLst>
                  <a:gd name="T0" fmla="*/ 0 w 142"/>
                  <a:gd name="T1" fmla="*/ 0 h 98"/>
                  <a:gd name="T2" fmla="*/ 188 w 142"/>
                  <a:gd name="T3" fmla="*/ 104 h 98"/>
                  <a:gd name="T4" fmla="*/ 408 w 142"/>
                  <a:gd name="T5" fmla="*/ 225 h 98"/>
                  <a:gd name="T6" fmla="*/ 795 w 142"/>
                  <a:gd name="T7" fmla="*/ 524 h 98"/>
                  <a:gd name="T8" fmla="*/ 1332 w 142"/>
                  <a:gd name="T9" fmla="*/ 830 h 98"/>
                  <a:gd name="T10" fmla="*/ 1455 w 142"/>
                  <a:gd name="T11" fmla="*/ 1129 h 98"/>
                  <a:gd name="T12" fmla="*/ 1765 w 142"/>
                  <a:gd name="T13" fmla="*/ 1477 h 98"/>
                  <a:gd name="T14" fmla="*/ 1427 w 142"/>
                  <a:gd name="T15" fmla="*/ 1415 h 98"/>
                  <a:gd name="T16" fmla="*/ 1332 w 142"/>
                  <a:gd name="T17" fmla="*/ 1129 h 98"/>
                  <a:gd name="T18" fmla="*/ 1170 w 142"/>
                  <a:gd name="T19" fmla="*/ 1067 h 98"/>
                  <a:gd name="T20" fmla="*/ 1105 w 142"/>
                  <a:gd name="T21" fmla="*/ 921 h 98"/>
                  <a:gd name="T22" fmla="*/ 934 w 142"/>
                  <a:gd name="T23" fmla="*/ 872 h 98"/>
                  <a:gd name="T24" fmla="*/ 811 w 142"/>
                  <a:gd name="T25" fmla="*/ 696 h 98"/>
                  <a:gd name="T26" fmla="*/ 709 w 142"/>
                  <a:gd name="T27" fmla="*/ 524 h 98"/>
                  <a:gd name="T28" fmla="*/ 633 w 142"/>
                  <a:gd name="T29" fmla="*/ 469 h 98"/>
                  <a:gd name="T30" fmla="*/ 623 w 142"/>
                  <a:gd name="T31" fmla="*/ 420 h 98"/>
                  <a:gd name="T32" fmla="*/ 498 w 142"/>
                  <a:gd name="T33" fmla="*/ 286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2" h="98">
                    <a:moveTo>
                      <a:pt x="0" y="0"/>
                    </a:moveTo>
                    <a:cubicBezTo>
                      <a:pt x="4" y="4"/>
                      <a:pt x="11" y="5"/>
                      <a:pt x="15" y="7"/>
                    </a:cubicBezTo>
                    <a:cubicBezTo>
                      <a:pt x="22" y="9"/>
                      <a:pt x="27" y="13"/>
                      <a:pt x="33" y="15"/>
                    </a:cubicBezTo>
                    <a:cubicBezTo>
                      <a:pt x="45" y="21"/>
                      <a:pt x="54" y="28"/>
                      <a:pt x="64" y="35"/>
                    </a:cubicBezTo>
                    <a:cubicBezTo>
                      <a:pt x="72" y="41"/>
                      <a:pt x="96" y="64"/>
                      <a:pt x="107" y="55"/>
                    </a:cubicBezTo>
                    <a:cubicBezTo>
                      <a:pt x="103" y="65"/>
                      <a:pt x="110" y="69"/>
                      <a:pt x="117" y="75"/>
                    </a:cubicBezTo>
                    <a:cubicBezTo>
                      <a:pt x="126" y="81"/>
                      <a:pt x="136" y="88"/>
                      <a:pt x="142" y="98"/>
                    </a:cubicBezTo>
                    <a:cubicBezTo>
                      <a:pt x="138" y="90"/>
                      <a:pt x="119" y="83"/>
                      <a:pt x="115" y="94"/>
                    </a:cubicBezTo>
                    <a:cubicBezTo>
                      <a:pt x="116" y="86"/>
                      <a:pt x="114" y="79"/>
                      <a:pt x="107" y="75"/>
                    </a:cubicBezTo>
                    <a:cubicBezTo>
                      <a:pt x="104" y="73"/>
                      <a:pt x="96" y="73"/>
                      <a:pt x="94" y="71"/>
                    </a:cubicBezTo>
                    <a:cubicBezTo>
                      <a:pt x="91" y="67"/>
                      <a:pt x="93" y="64"/>
                      <a:pt x="89" y="61"/>
                    </a:cubicBezTo>
                    <a:cubicBezTo>
                      <a:pt x="84" y="58"/>
                      <a:pt x="79" y="59"/>
                      <a:pt x="75" y="58"/>
                    </a:cubicBezTo>
                    <a:cubicBezTo>
                      <a:pt x="78" y="48"/>
                      <a:pt x="70" y="50"/>
                      <a:pt x="65" y="46"/>
                    </a:cubicBezTo>
                    <a:cubicBezTo>
                      <a:pt x="61" y="43"/>
                      <a:pt x="61" y="38"/>
                      <a:pt x="57" y="35"/>
                    </a:cubicBezTo>
                    <a:cubicBezTo>
                      <a:pt x="55" y="33"/>
                      <a:pt x="52" y="33"/>
                      <a:pt x="51" y="31"/>
                    </a:cubicBezTo>
                    <a:cubicBezTo>
                      <a:pt x="50" y="30"/>
                      <a:pt x="51" y="29"/>
                      <a:pt x="50" y="28"/>
                    </a:cubicBezTo>
                    <a:cubicBezTo>
                      <a:pt x="47" y="24"/>
                      <a:pt x="43" y="22"/>
                      <a:pt x="40" y="19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1" name="Freeform 832">
                <a:extLst>
                  <a:ext uri="{FF2B5EF4-FFF2-40B4-BE49-F238E27FC236}">
                    <a16:creationId xmlns:a16="http://schemas.microsoft.com/office/drawing/2014/main" id="{25F67EEE-97B1-4945-9C75-19337D4DB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089"/>
                <a:ext cx="99" cy="141"/>
              </a:xfrm>
              <a:custGeom>
                <a:avLst/>
                <a:gdLst>
                  <a:gd name="T0" fmla="*/ 28 w 43"/>
                  <a:gd name="T1" fmla="*/ 195 h 57"/>
                  <a:gd name="T2" fmla="*/ 292 w 43"/>
                  <a:gd name="T3" fmla="*/ 299 h 57"/>
                  <a:gd name="T4" fmla="*/ 525 w 43"/>
                  <a:gd name="T5" fmla="*/ 863 h 57"/>
                  <a:gd name="T6" fmla="*/ 292 w 43"/>
                  <a:gd name="T7" fmla="*/ 564 h 57"/>
                  <a:gd name="T8" fmla="*/ 159 w 43"/>
                  <a:gd name="T9" fmla="*/ 319 h 57"/>
                  <a:gd name="T10" fmla="*/ 48 w 43"/>
                  <a:gd name="T11" fmla="*/ 166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7">
                    <a:moveTo>
                      <a:pt x="2" y="13"/>
                    </a:moveTo>
                    <a:cubicBezTo>
                      <a:pt x="0" y="0"/>
                      <a:pt x="22" y="18"/>
                      <a:pt x="24" y="20"/>
                    </a:cubicBezTo>
                    <a:cubicBezTo>
                      <a:pt x="37" y="29"/>
                      <a:pt x="38" y="43"/>
                      <a:pt x="43" y="57"/>
                    </a:cubicBezTo>
                    <a:cubicBezTo>
                      <a:pt x="42" y="53"/>
                      <a:pt x="32" y="24"/>
                      <a:pt x="24" y="37"/>
                    </a:cubicBezTo>
                    <a:cubicBezTo>
                      <a:pt x="30" y="29"/>
                      <a:pt x="22" y="19"/>
                      <a:pt x="13" y="21"/>
                    </a:cubicBezTo>
                    <a:cubicBezTo>
                      <a:pt x="12" y="14"/>
                      <a:pt x="9" y="15"/>
                      <a:pt x="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2" name="Freeform 833">
                <a:extLst>
                  <a:ext uri="{FF2B5EF4-FFF2-40B4-BE49-F238E27FC236}">
                    <a16:creationId xmlns:a16="http://schemas.microsoft.com/office/drawing/2014/main" id="{E9C2F7FC-ADD0-46E3-A5A4-E15427F87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037"/>
                <a:ext cx="106" cy="114"/>
              </a:xfrm>
              <a:custGeom>
                <a:avLst/>
                <a:gdLst>
                  <a:gd name="T0" fmla="*/ 0 w 46"/>
                  <a:gd name="T1" fmla="*/ 0 h 46"/>
                  <a:gd name="T2" fmla="*/ 171 w 46"/>
                  <a:gd name="T3" fmla="*/ 62 h 46"/>
                  <a:gd name="T4" fmla="*/ 346 w 46"/>
                  <a:gd name="T5" fmla="*/ 216 h 46"/>
                  <a:gd name="T6" fmla="*/ 562 w 46"/>
                  <a:gd name="T7" fmla="*/ 701 h 46"/>
                  <a:gd name="T8" fmla="*/ 293 w 46"/>
                  <a:gd name="T9" fmla="*/ 473 h 46"/>
                  <a:gd name="T10" fmla="*/ 318 w 46"/>
                  <a:gd name="T11" fmla="*/ 320 h 46"/>
                  <a:gd name="T12" fmla="*/ 281 w 46"/>
                  <a:gd name="T13" fmla="*/ 245 h 46"/>
                  <a:gd name="T14" fmla="*/ 207 w 46"/>
                  <a:gd name="T15" fmla="*/ 216 h 46"/>
                  <a:gd name="T16" fmla="*/ 150 w 46"/>
                  <a:gd name="T17" fmla="*/ 136 h 46"/>
                  <a:gd name="T18" fmla="*/ 37 w 46"/>
                  <a:gd name="T19" fmla="*/ 30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46">
                    <a:moveTo>
                      <a:pt x="0" y="0"/>
                    </a:moveTo>
                    <a:cubicBezTo>
                      <a:pt x="3" y="3"/>
                      <a:pt x="10" y="3"/>
                      <a:pt x="14" y="4"/>
                    </a:cubicBezTo>
                    <a:cubicBezTo>
                      <a:pt x="19" y="6"/>
                      <a:pt x="24" y="10"/>
                      <a:pt x="28" y="14"/>
                    </a:cubicBezTo>
                    <a:cubicBezTo>
                      <a:pt x="37" y="22"/>
                      <a:pt x="43" y="35"/>
                      <a:pt x="46" y="46"/>
                    </a:cubicBezTo>
                    <a:cubicBezTo>
                      <a:pt x="44" y="40"/>
                      <a:pt x="32" y="20"/>
                      <a:pt x="24" y="31"/>
                    </a:cubicBezTo>
                    <a:cubicBezTo>
                      <a:pt x="27" y="29"/>
                      <a:pt x="27" y="25"/>
                      <a:pt x="26" y="21"/>
                    </a:cubicBezTo>
                    <a:cubicBezTo>
                      <a:pt x="26" y="20"/>
                      <a:pt x="24" y="17"/>
                      <a:pt x="23" y="16"/>
                    </a:cubicBezTo>
                    <a:cubicBezTo>
                      <a:pt x="21" y="14"/>
                      <a:pt x="19" y="15"/>
                      <a:pt x="17" y="14"/>
                    </a:cubicBezTo>
                    <a:cubicBezTo>
                      <a:pt x="15" y="13"/>
                      <a:pt x="14" y="11"/>
                      <a:pt x="12" y="9"/>
                    </a:cubicBezTo>
                    <a:cubicBezTo>
                      <a:pt x="10" y="6"/>
                      <a:pt x="7" y="4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3" name="Freeform 834">
                <a:extLst>
                  <a:ext uri="{FF2B5EF4-FFF2-40B4-BE49-F238E27FC236}">
                    <a16:creationId xmlns:a16="http://schemas.microsoft.com/office/drawing/2014/main" id="{7F403F86-E4DA-4F97-B28F-247B78CC6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854"/>
                <a:ext cx="211" cy="210"/>
              </a:xfrm>
              <a:custGeom>
                <a:avLst/>
                <a:gdLst>
                  <a:gd name="T0" fmla="*/ 0 w 91"/>
                  <a:gd name="T1" fmla="*/ 1282 h 85"/>
                  <a:gd name="T2" fmla="*/ 350 w 91"/>
                  <a:gd name="T3" fmla="*/ 830 h 85"/>
                  <a:gd name="T4" fmla="*/ 698 w 91"/>
                  <a:gd name="T5" fmla="*/ 586 h 85"/>
                  <a:gd name="T6" fmla="*/ 1011 w 91"/>
                  <a:gd name="T7" fmla="*/ 0 h 85"/>
                  <a:gd name="T8" fmla="*/ 849 w 91"/>
                  <a:gd name="T9" fmla="*/ 420 h 85"/>
                  <a:gd name="T10" fmla="*/ 510 w 91"/>
                  <a:gd name="T11" fmla="*/ 390 h 85"/>
                  <a:gd name="T12" fmla="*/ 445 w 91"/>
                  <a:gd name="T13" fmla="*/ 605 h 85"/>
                  <a:gd name="T14" fmla="*/ 188 w 91"/>
                  <a:gd name="T15" fmla="*/ 635 h 85"/>
                  <a:gd name="T16" fmla="*/ 209 w 91"/>
                  <a:gd name="T17" fmla="*/ 830 h 85"/>
                  <a:gd name="T18" fmla="*/ 37 w 91"/>
                  <a:gd name="T19" fmla="*/ 964 h 85"/>
                  <a:gd name="T20" fmla="*/ 12 w 91"/>
                  <a:gd name="T21" fmla="*/ 1178 h 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85">
                    <a:moveTo>
                      <a:pt x="0" y="85"/>
                    </a:moveTo>
                    <a:cubicBezTo>
                      <a:pt x="11" y="80"/>
                      <a:pt x="19" y="64"/>
                      <a:pt x="28" y="55"/>
                    </a:cubicBezTo>
                    <a:cubicBezTo>
                      <a:pt x="35" y="47"/>
                      <a:pt x="46" y="43"/>
                      <a:pt x="56" y="39"/>
                    </a:cubicBezTo>
                    <a:cubicBezTo>
                      <a:pt x="70" y="33"/>
                      <a:pt x="91" y="19"/>
                      <a:pt x="81" y="0"/>
                    </a:cubicBezTo>
                    <a:cubicBezTo>
                      <a:pt x="79" y="11"/>
                      <a:pt x="79" y="20"/>
                      <a:pt x="68" y="28"/>
                    </a:cubicBezTo>
                    <a:cubicBezTo>
                      <a:pt x="63" y="31"/>
                      <a:pt x="43" y="36"/>
                      <a:pt x="41" y="26"/>
                    </a:cubicBezTo>
                    <a:cubicBezTo>
                      <a:pt x="41" y="34"/>
                      <a:pt x="43" y="36"/>
                      <a:pt x="36" y="40"/>
                    </a:cubicBezTo>
                    <a:cubicBezTo>
                      <a:pt x="29" y="43"/>
                      <a:pt x="21" y="47"/>
                      <a:pt x="15" y="42"/>
                    </a:cubicBezTo>
                    <a:cubicBezTo>
                      <a:pt x="19" y="45"/>
                      <a:pt x="19" y="51"/>
                      <a:pt x="17" y="55"/>
                    </a:cubicBezTo>
                    <a:cubicBezTo>
                      <a:pt x="15" y="61"/>
                      <a:pt x="9" y="63"/>
                      <a:pt x="3" y="64"/>
                    </a:cubicBezTo>
                    <a:cubicBezTo>
                      <a:pt x="8" y="68"/>
                      <a:pt x="1" y="75"/>
                      <a:pt x="1" y="78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4" name="Freeform 835">
                <a:extLst>
                  <a:ext uri="{FF2B5EF4-FFF2-40B4-BE49-F238E27FC236}">
                    <a16:creationId xmlns:a16="http://schemas.microsoft.com/office/drawing/2014/main" id="{644D33D5-7C41-4360-B54E-12467B52B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575"/>
                <a:ext cx="83" cy="42"/>
              </a:xfrm>
              <a:custGeom>
                <a:avLst/>
                <a:gdLst>
                  <a:gd name="T0" fmla="*/ 74 w 36"/>
                  <a:gd name="T1" fmla="*/ 0 h 17"/>
                  <a:gd name="T2" fmla="*/ 0 w 36"/>
                  <a:gd name="T3" fmla="*/ 257 h 17"/>
                  <a:gd name="T4" fmla="*/ 440 w 36"/>
                  <a:gd name="T5" fmla="*/ 212 h 17"/>
                  <a:gd name="T6" fmla="*/ 378 w 36"/>
                  <a:gd name="T7" fmla="*/ 195 h 17"/>
                  <a:gd name="T8" fmla="*/ 207 w 36"/>
                  <a:gd name="T9" fmla="*/ 183 h 17"/>
                  <a:gd name="T10" fmla="*/ 111 w 36"/>
                  <a:gd name="T11" fmla="*/ 12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7">
                    <a:moveTo>
                      <a:pt x="6" y="0"/>
                    </a:moveTo>
                    <a:cubicBezTo>
                      <a:pt x="2" y="4"/>
                      <a:pt x="1" y="13"/>
                      <a:pt x="0" y="17"/>
                    </a:cubicBezTo>
                    <a:cubicBezTo>
                      <a:pt x="10" y="13"/>
                      <a:pt x="26" y="11"/>
                      <a:pt x="36" y="14"/>
                    </a:cubicBezTo>
                    <a:cubicBezTo>
                      <a:pt x="34" y="14"/>
                      <a:pt x="33" y="13"/>
                      <a:pt x="31" y="13"/>
                    </a:cubicBezTo>
                    <a:cubicBezTo>
                      <a:pt x="26" y="12"/>
                      <a:pt x="22" y="13"/>
                      <a:pt x="17" y="12"/>
                    </a:cubicBezTo>
                    <a:cubicBezTo>
                      <a:pt x="12" y="12"/>
                      <a:pt x="6" y="7"/>
                      <a:pt x="9" y="1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5" name="Freeform 836">
                <a:extLst>
                  <a:ext uri="{FF2B5EF4-FFF2-40B4-BE49-F238E27FC236}">
                    <a16:creationId xmlns:a16="http://schemas.microsoft.com/office/drawing/2014/main" id="{D075AC0A-FF05-479F-BCBB-D628C0AA3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839"/>
                <a:ext cx="341" cy="102"/>
              </a:xfrm>
              <a:custGeom>
                <a:avLst/>
                <a:gdLst>
                  <a:gd name="T0" fmla="*/ 0 w 147"/>
                  <a:gd name="T1" fmla="*/ 403 h 41"/>
                  <a:gd name="T2" fmla="*/ 452 w 147"/>
                  <a:gd name="T3" fmla="*/ 353 h 41"/>
                  <a:gd name="T4" fmla="*/ 937 w 147"/>
                  <a:gd name="T5" fmla="*/ 321 h 41"/>
                  <a:gd name="T6" fmla="*/ 1835 w 147"/>
                  <a:gd name="T7" fmla="*/ 75 h 41"/>
                  <a:gd name="T8" fmla="*/ 1598 w 147"/>
                  <a:gd name="T9" fmla="*/ 279 h 41"/>
                  <a:gd name="T10" fmla="*/ 1350 w 147"/>
                  <a:gd name="T11" fmla="*/ 42 h 41"/>
                  <a:gd name="T12" fmla="*/ 872 w 147"/>
                  <a:gd name="T13" fmla="*/ 0 h 41"/>
                  <a:gd name="T14" fmla="*/ 763 w 147"/>
                  <a:gd name="T15" fmla="*/ 154 h 41"/>
                  <a:gd name="T16" fmla="*/ 538 w 147"/>
                  <a:gd name="T17" fmla="*/ 30 h 41"/>
                  <a:gd name="T18" fmla="*/ 339 w 147"/>
                  <a:gd name="T19" fmla="*/ 249 h 41"/>
                  <a:gd name="T20" fmla="*/ 12 w 147"/>
                  <a:gd name="T21" fmla="*/ 433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7" h="41">
                    <a:moveTo>
                      <a:pt x="0" y="26"/>
                    </a:moveTo>
                    <a:cubicBezTo>
                      <a:pt x="8" y="41"/>
                      <a:pt x="27" y="26"/>
                      <a:pt x="36" y="23"/>
                    </a:cubicBezTo>
                    <a:cubicBezTo>
                      <a:pt x="49" y="19"/>
                      <a:pt x="62" y="19"/>
                      <a:pt x="75" y="21"/>
                    </a:cubicBezTo>
                    <a:cubicBezTo>
                      <a:pt x="100" y="24"/>
                      <a:pt x="135" y="32"/>
                      <a:pt x="147" y="5"/>
                    </a:cubicBezTo>
                    <a:cubicBezTo>
                      <a:pt x="141" y="11"/>
                      <a:pt x="137" y="17"/>
                      <a:pt x="128" y="18"/>
                    </a:cubicBezTo>
                    <a:cubicBezTo>
                      <a:pt x="117" y="20"/>
                      <a:pt x="108" y="15"/>
                      <a:pt x="108" y="3"/>
                    </a:cubicBezTo>
                    <a:cubicBezTo>
                      <a:pt x="108" y="23"/>
                      <a:pt x="75" y="11"/>
                      <a:pt x="70" y="0"/>
                    </a:cubicBezTo>
                    <a:cubicBezTo>
                      <a:pt x="69" y="7"/>
                      <a:pt x="68" y="11"/>
                      <a:pt x="61" y="10"/>
                    </a:cubicBezTo>
                    <a:cubicBezTo>
                      <a:pt x="57" y="10"/>
                      <a:pt x="44" y="7"/>
                      <a:pt x="43" y="2"/>
                    </a:cubicBezTo>
                    <a:cubicBezTo>
                      <a:pt x="45" y="12"/>
                      <a:pt x="37" y="17"/>
                      <a:pt x="27" y="16"/>
                    </a:cubicBezTo>
                    <a:cubicBezTo>
                      <a:pt x="29" y="21"/>
                      <a:pt x="16" y="33"/>
                      <a:pt x="1" y="28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6" name="Freeform 837">
                <a:extLst>
                  <a:ext uri="{FF2B5EF4-FFF2-40B4-BE49-F238E27FC236}">
                    <a16:creationId xmlns:a16="http://schemas.microsoft.com/office/drawing/2014/main" id="{DDFFCB61-6A7E-401B-BA37-E6EA0F7F3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1557"/>
                <a:ext cx="144" cy="225"/>
              </a:xfrm>
              <a:custGeom>
                <a:avLst/>
                <a:gdLst>
                  <a:gd name="T0" fmla="*/ 323 w 62"/>
                  <a:gd name="T1" fmla="*/ 0 h 91"/>
                  <a:gd name="T2" fmla="*/ 474 w 62"/>
                  <a:gd name="T3" fmla="*/ 121 h 91"/>
                  <a:gd name="T4" fmla="*/ 674 w 62"/>
                  <a:gd name="T5" fmla="*/ 331 h 91"/>
                  <a:gd name="T6" fmla="*/ 690 w 62"/>
                  <a:gd name="T7" fmla="*/ 801 h 91"/>
                  <a:gd name="T8" fmla="*/ 0 w 62"/>
                  <a:gd name="T9" fmla="*/ 1192 h 91"/>
                  <a:gd name="T10" fmla="*/ 567 w 62"/>
                  <a:gd name="T11" fmla="*/ 831 h 91"/>
                  <a:gd name="T12" fmla="*/ 599 w 62"/>
                  <a:gd name="T13" fmla="*/ 410 h 91"/>
                  <a:gd name="T14" fmla="*/ 539 w 62"/>
                  <a:gd name="T15" fmla="*/ 215 h 91"/>
                  <a:gd name="T16" fmla="*/ 425 w 62"/>
                  <a:gd name="T17" fmla="*/ 74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91">
                    <a:moveTo>
                      <a:pt x="26" y="0"/>
                    </a:moveTo>
                    <a:cubicBezTo>
                      <a:pt x="30" y="3"/>
                      <a:pt x="34" y="5"/>
                      <a:pt x="38" y="8"/>
                    </a:cubicBezTo>
                    <a:cubicBezTo>
                      <a:pt x="44" y="12"/>
                      <a:pt x="49" y="17"/>
                      <a:pt x="54" y="22"/>
                    </a:cubicBezTo>
                    <a:cubicBezTo>
                      <a:pt x="62" y="31"/>
                      <a:pt x="60" y="42"/>
                      <a:pt x="55" y="53"/>
                    </a:cubicBezTo>
                    <a:cubicBezTo>
                      <a:pt x="46" y="72"/>
                      <a:pt x="22" y="91"/>
                      <a:pt x="0" y="79"/>
                    </a:cubicBezTo>
                    <a:cubicBezTo>
                      <a:pt x="18" y="82"/>
                      <a:pt x="36" y="70"/>
                      <a:pt x="45" y="55"/>
                    </a:cubicBezTo>
                    <a:cubicBezTo>
                      <a:pt x="50" y="47"/>
                      <a:pt x="50" y="36"/>
                      <a:pt x="48" y="27"/>
                    </a:cubicBezTo>
                    <a:cubicBezTo>
                      <a:pt x="48" y="22"/>
                      <a:pt x="46" y="18"/>
                      <a:pt x="43" y="14"/>
                    </a:cubicBezTo>
                    <a:cubicBezTo>
                      <a:pt x="41" y="11"/>
                      <a:pt x="37" y="6"/>
                      <a:pt x="34" y="5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7" name="Freeform 838">
                <a:extLst>
                  <a:ext uri="{FF2B5EF4-FFF2-40B4-BE49-F238E27FC236}">
                    <a16:creationId xmlns:a16="http://schemas.microsoft.com/office/drawing/2014/main" id="{523523AD-9157-468E-A890-C8895E95B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1570"/>
                <a:ext cx="56" cy="91"/>
              </a:xfrm>
              <a:custGeom>
                <a:avLst/>
                <a:gdLst>
                  <a:gd name="T0" fmla="*/ 0 w 24"/>
                  <a:gd name="T1" fmla="*/ 266 h 37"/>
                  <a:gd name="T2" fmla="*/ 306 w 24"/>
                  <a:gd name="T3" fmla="*/ 0 h 37"/>
                  <a:gd name="T4" fmla="*/ 240 w 24"/>
                  <a:gd name="T5" fmla="*/ 253 h 37"/>
                  <a:gd name="T6" fmla="*/ 126 w 24"/>
                  <a:gd name="T7" fmla="*/ 551 h 37"/>
                  <a:gd name="T8" fmla="*/ 77 w 24"/>
                  <a:gd name="T9" fmla="*/ 31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7">
                    <a:moveTo>
                      <a:pt x="0" y="18"/>
                    </a:moveTo>
                    <a:cubicBezTo>
                      <a:pt x="11" y="15"/>
                      <a:pt x="19" y="11"/>
                      <a:pt x="24" y="0"/>
                    </a:cubicBezTo>
                    <a:cubicBezTo>
                      <a:pt x="22" y="6"/>
                      <a:pt x="21" y="12"/>
                      <a:pt x="19" y="17"/>
                    </a:cubicBezTo>
                    <a:cubicBezTo>
                      <a:pt x="16" y="24"/>
                      <a:pt x="13" y="30"/>
                      <a:pt x="10" y="37"/>
                    </a:cubicBezTo>
                    <a:cubicBezTo>
                      <a:pt x="12" y="34"/>
                      <a:pt x="12" y="20"/>
                      <a:pt x="6" y="21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8" name="Freeform 839">
                <a:extLst>
                  <a:ext uri="{FF2B5EF4-FFF2-40B4-BE49-F238E27FC236}">
                    <a16:creationId xmlns:a16="http://schemas.microsoft.com/office/drawing/2014/main" id="{A8BFC031-235C-42A8-BA7F-F030AFE7E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691"/>
                <a:ext cx="204" cy="89"/>
              </a:xfrm>
              <a:custGeom>
                <a:avLst/>
                <a:gdLst>
                  <a:gd name="T0" fmla="*/ 0 w 88"/>
                  <a:gd name="T1" fmla="*/ 0 h 36"/>
                  <a:gd name="T2" fmla="*/ 559 w 88"/>
                  <a:gd name="T3" fmla="*/ 391 h 36"/>
                  <a:gd name="T4" fmla="*/ 848 w 88"/>
                  <a:gd name="T5" fmla="*/ 514 h 36"/>
                  <a:gd name="T6" fmla="*/ 1097 w 88"/>
                  <a:gd name="T7" fmla="*/ 349 h 36"/>
                  <a:gd name="T8" fmla="*/ 860 w 88"/>
                  <a:gd name="T9" fmla="*/ 440 h 36"/>
                  <a:gd name="T10" fmla="*/ 795 w 88"/>
                  <a:gd name="T11" fmla="*/ 225 h 36"/>
                  <a:gd name="T12" fmla="*/ 461 w 88"/>
                  <a:gd name="T13" fmla="*/ 121 h 36"/>
                  <a:gd name="T14" fmla="*/ 37 w 88"/>
                  <a:gd name="T15" fmla="*/ 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36">
                    <a:moveTo>
                      <a:pt x="0" y="0"/>
                    </a:moveTo>
                    <a:cubicBezTo>
                      <a:pt x="4" y="23"/>
                      <a:pt x="27" y="20"/>
                      <a:pt x="45" y="26"/>
                    </a:cubicBezTo>
                    <a:cubicBezTo>
                      <a:pt x="53" y="28"/>
                      <a:pt x="60" y="33"/>
                      <a:pt x="68" y="34"/>
                    </a:cubicBezTo>
                    <a:cubicBezTo>
                      <a:pt x="78" y="36"/>
                      <a:pt x="83" y="31"/>
                      <a:pt x="88" y="23"/>
                    </a:cubicBezTo>
                    <a:cubicBezTo>
                      <a:pt x="83" y="26"/>
                      <a:pt x="75" y="31"/>
                      <a:pt x="69" y="29"/>
                    </a:cubicBezTo>
                    <a:cubicBezTo>
                      <a:pt x="65" y="27"/>
                      <a:pt x="61" y="20"/>
                      <a:pt x="64" y="15"/>
                    </a:cubicBezTo>
                    <a:cubicBezTo>
                      <a:pt x="57" y="25"/>
                      <a:pt x="36" y="21"/>
                      <a:pt x="37" y="8"/>
                    </a:cubicBezTo>
                    <a:cubicBezTo>
                      <a:pt x="24" y="21"/>
                      <a:pt x="15" y="6"/>
                      <a:pt x="3" y="0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9" name="Freeform 840">
                <a:extLst>
                  <a:ext uri="{FF2B5EF4-FFF2-40B4-BE49-F238E27FC236}">
                    <a16:creationId xmlns:a16="http://schemas.microsoft.com/office/drawing/2014/main" id="{C9623459-8D23-4A41-8E95-BF86C8D46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674"/>
                <a:ext cx="258" cy="91"/>
              </a:xfrm>
              <a:custGeom>
                <a:avLst/>
                <a:gdLst>
                  <a:gd name="T0" fmla="*/ 0 w 111"/>
                  <a:gd name="T1" fmla="*/ 298 h 37"/>
                  <a:gd name="T2" fmla="*/ 400 w 111"/>
                  <a:gd name="T3" fmla="*/ 357 h 37"/>
                  <a:gd name="T4" fmla="*/ 804 w 111"/>
                  <a:gd name="T5" fmla="*/ 398 h 37"/>
                  <a:gd name="T6" fmla="*/ 1081 w 111"/>
                  <a:gd name="T7" fmla="*/ 509 h 37"/>
                  <a:gd name="T8" fmla="*/ 1395 w 111"/>
                  <a:gd name="T9" fmla="*/ 489 h 37"/>
                  <a:gd name="T10" fmla="*/ 1178 w 111"/>
                  <a:gd name="T11" fmla="*/ 0 h 37"/>
                  <a:gd name="T12" fmla="*/ 1081 w 111"/>
                  <a:gd name="T13" fmla="*/ 344 h 37"/>
                  <a:gd name="T14" fmla="*/ 881 w 111"/>
                  <a:gd name="T15" fmla="*/ 182 h 37"/>
                  <a:gd name="T16" fmla="*/ 751 w 111"/>
                  <a:gd name="T17" fmla="*/ 298 h 37"/>
                  <a:gd name="T18" fmla="*/ 551 w 111"/>
                  <a:gd name="T19" fmla="*/ 150 h 37"/>
                  <a:gd name="T20" fmla="*/ 339 w 111"/>
                  <a:gd name="T21" fmla="*/ 253 h 37"/>
                  <a:gd name="T22" fmla="*/ 163 w 111"/>
                  <a:gd name="T23" fmla="*/ 224 h 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1" h="37">
                    <a:moveTo>
                      <a:pt x="0" y="20"/>
                    </a:moveTo>
                    <a:cubicBezTo>
                      <a:pt x="8" y="25"/>
                      <a:pt x="22" y="23"/>
                      <a:pt x="32" y="24"/>
                    </a:cubicBezTo>
                    <a:cubicBezTo>
                      <a:pt x="43" y="25"/>
                      <a:pt x="54" y="25"/>
                      <a:pt x="64" y="27"/>
                    </a:cubicBezTo>
                    <a:cubicBezTo>
                      <a:pt x="72" y="29"/>
                      <a:pt x="79" y="31"/>
                      <a:pt x="86" y="34"/>
                    </a:cubicBezTo>
                    <a:cubicBezTo>
                      <a:pt x="93" y="37"/>
                      <a:pt x="105" y="37"/>
                      <a:pt x="111" y="33"/>
                    </a:cubicBezTo>
                    <a:cubicBezTo>
                      <a:pt x="97" y="26"/>
                      <a:pt x="96" y="14"/>
                      <a:pt x="94" y="0"/>
                    </a:cubicBezTo>
                    <a:cubicBezTo>
                      <a:pt x="93" y="7"/>
                      <a:pt x="94" y="20"/>
                      <a:pt x="86" y="23"/>
                    </a:cubicBezTo>
                    <a:cubicBezTo>
                      <a:pt x="80" y="25"/>
                      <a:pt x="69" y="19"/>
                      <a:pt x="70" y="12"/>
                    </a:cubicBezTo>
                    <a:cubicBezTo>
                      <a:pt x="67" y="15"/>
                      <a:pt x="66" y="20"/>
                      <a:pt x="60" y="20"/>
                    </a:cubicBezTo>
                    <a:cubicBezTo>
                      <a:pt x="54" y="21"/>
                      <a:pt x="46" y="15"/>
                      <a:pt x="44" y="10"/>
                    </a:cubicBezTo>
                    <a:cubicBezTo>
                      <a:pt x="37" y="14"/>
                      <a:pt x="35" y="18"/>
                      <a:pt x="27" y="17"/>
                    </a:cubicBezTo>
                    <a:cubicBezTo>
                      <a:pt x="23" y="17"/>
                      <a:pt x="18" y="16"/>
                      <a:pt x="13" y="15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0" name="Freeform 841">
                <a:extLst>
                  <a:ext uri="{FF2B5EF4-FFF2-40B4-BE49-F238E27FC236}">
                    <a16:creationId xmlns:a16="http://schemas.microsoft.com/office/drawing/2014/main" id="{0F15A43A-0575-400E-826A-BE2CE91E5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141"/>
                <a:ext cx="320" cy="334"/>
              </a:xfrm>
              <a:custGeom>
                <a:avLst/>
                <a:gdLst>
                  <a:gd name="T0" fmla="*/ 1549 w 138"/>
                  <a:gd name="T1" fmla="*/ 0 h 135"/>
                  <a:gd name="T2" fmla="*/ 1581 w 138"/>
                  <a:gd name="T3" fmla="*/ 1076 h 135"/>
                  <a:gd name="T4" fmla="*/ 1259 w 138"/>
                  <a:gd name="T5" fmla="*/ 1482 h 135"/>
                  <a:gd name="T6" fmla="*/ 661 w 138"/>
                  <a:gd name="T7" fmla="*/ 1922 h 135"/>
                  <a:gd name="T8" fmla="*/ 0 w 138"/>
                  <a:gd name="T9" fmla="*/ 1940 h 135"/>
                  <a:gd name="T10" fmla="*/ 795 w 138"/>
                  <a:gd name="T11" fmla="*/ 1603 h 135"/>
                  <a:gd name="T12" fmla="*/ 1333 w 138"/>
                  <a:gd name="T13" fmla="*/ 1193 h 135"/>
                  <a:gd name="T14" fmla="*/ 1549 w 138"/>
                  <a:gd name="T15" fmla="*/ 0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" h="135">
                    <a:moveTo>
                      <a:pt x="124" y="0"/>
                    </a:moveTo>
                    <a:cubicBezTo>
                      <a:pt x="126" y="22"/>
                      <a:pt x="138" y="53"/>
                      <a:pt x="127" y="71"/>
                    </a:cubicBezTo>
                    <a:cubicBezTo>
                      <a:pt x="117" y="90"/>
                      <a:pt x="109" y="89"/>
                      <a:pt x="101" y="98"/>
                    </a:cubicBezTo>
                    <a:cubicBezTo>
                      <a:pt x="94" y="108"/>
                      <a:pt x="70" y="121"/>
                      <a:pt x="53" y="127"/>
                    </a:cubicBezTo>
                    <a:cubicBezTo>
                      <a:pt x="36" y="132"/>
                      <a:pt x="7" y="135"/>
                      <a:pt x="0" y="128"/>
                    </a:cubicBezTo>
                    <a:cubicBezTo>
                      <a:pt x="18" y="129"/>
                      <a:pt x="52" y="118"/>
                      <a:pt x="64" y="106"/>
                    </a:cubicBezTo>
                    <a:cubicBezTo>
                      <a:pt x="76" y="95"/>
                      <a:pt x="92" y="91"/>
                      <a:pt x="107" y="79"/>
                    </a:cubicBezTo>
                    <a:cubicBezTo>
                      <a:pt x="122" y="67"/>
                      <a:pt x="134" y="26"/>
                      <a:pt x="1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1" name="Freeform 842">
                <a:extLst>
                  <a:ext uri="{FF2B5EF4-FFF2-40B4-BE49-F238E27FC236}">
                    <a16:creationId xmlns:a16="http://schemas.microsoft.com/office/drawing/2014/main" id="{F988DB32-1CAB-4041-BCFF-D67257124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2255"/>
                <a:ext cx="480" cy="398"/>
              </a:xfrm>
              <a:custGeom>
                <a:avLst/>
                <a:gdLst>
                  <a:gd name="T0" fmla="*/ 0 w 207"/>
                  <a:gd name="T1" fmla="*/ 2390 h 161"/>
                  <a:gd name="T2" fmla="*/ 1732 w 207"/>
                  <a:gd name="T3" fmla="*/ 1814 h 161"/>
                  <a:gd name="T4" fmla="*/ 2317 w 207"/>
                  <a:gd name="T5" fmla="*/ 1117 h 161"/>
                  <a:gd name="T6" fmla="*/ 2544 w 207"/>
                  <a:gd name="T7" fmla="*/ 329 h 161"/>
                  <a:gd name="T8" fmla="*/ 2544 w 207"/>
                  <a:gd name="T9" fmla="*/ 0 h 161"/>
                  <a:gd name="T10" fmla="*/ 2419 w 207"/>
                  <a:gd name="T11" fmla="*/ 482 h 161"/>
                  <a:gd name="T12" fmla="*/ 2136 w 207"/>
                  <a:gd name="T13" fmla="*/ 1192 h 161"/>
                  <a:gd name="T14" fmla="*/ 1758 w 207"/>
                  <a:gd name="T15" fmla="*/ 1528 h 161"/>
                  <a:gd name="T16" fmla="*/ 1484 w 207"/>
                  <a:gd name="T17" fmla="*/ 1876 h 161"/>
                  <a:gd name="T18" fmla="*/ 0 w 207"/>
                  <a:gd name="T19" fmla="*/ 2390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7" h="161">
                    <a:moveTo>
                      <a:pt x="0" y="158"/>
                    </a:moveTo>
                    <a:cubicBezTo>
                      <a:pt x="25" y="158"/>
                      <a:pt x="104" y="146"/>
                      <a:pt x="139" y="120"/>
                    </a:cubicBezTo>
                    <a:cubicBezTo>
                      <a:pt x="174" y="94"/>
                      <a:pt x="182" y="85"/>
                      <a:pt x="186" y="74"/>
                    </a:cubicBezTo>
                    <a:cubicBezTo>
                      <a:pt x="190" y="63"/>
                      <a:pt x="200" y="34"/>
                      <a:pt x="204" y="22"/>
                    </a:cubicBezTo>
                    <a:cubicBezTo>
                      <a:pt x="207" y="10"/>
                      <a:pt x="204" y="0"/>
                      <a:pt x="204" y="0"/>
                    </a:cubicBezTo>
                    <a:cubicBezTo>
                      <a:pt x="203" y="14"/>
                      <a:pt x="198" y="18"/>
                      <a:pt x="194" y="32"/>
                    </a:cubicBezTo>
                    <a:cubicBezTo>
                      <a:pt x="190" y="46"/>
                      <a:pt x="183" y="68"/>
                      <a:pt x="171" y="79"/>
                    </a:cubicBezTo>
                    <a:cubicBezTo>
                      <a:pt x="160" y="90"/>
                      <a:pt x="145" y="102"/>
                      <a:pt x="141" y="101"/>
                    </a:cubicBezTo>
                    <a:cubicBezTo>
                      <a:pt x="143" y="107"/>
                      <a:pt x="132" y="122"/>
                      <a:pt x="119" y="124"/>
                    </a:cubicBezTo>
                    <a:cubicBezTo>
                      <a:pt x="115" y="131"/>
                      <a:pt x="27" y="161"/>
                      <a:pt x="0" y="158"/>
                    </a:cubicBezTo>
                    <a:close/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2" name="Freeform 843">
                <a:extLst>
                  <a:ext uri="{FF2B5EF4-FFF2-40B4-BE49-F238E27FC236}">
                    <a16:creationId xmlns:a16="http://schemas.microsoft.com/office/drawing/2014/main" id="{266CC0A2-1747-465B-A520-3565A2D7C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13"/>
                <a:ext cx="281" cy="37"/>
              </a:xfrm>
              <a:custGeom>
                <a:avLst/>
                <a:gdLst>
                  <a:gd name="T0" fmla="*/ 0 w 121"/>
                  <a:gd name="T1" fmla="*/ 12 h 15"/>
                  <a:gd name="T2" fmla="*/ 664 w 121"/>
                  <a:gd name="T3" fmla="*/ 165 h 15"/>
                  <a:gd name="T4" fmla="*/ 1052 w 121"/>
                  <a:gd name="T5" fmla="*/ 183 h 15"/>
                  <a:gd name="T6" fmla="*/ 1516 w 121"/>
                  <a:gd name="T7" fmla="*/ 165 h 15"/>
                  <a:gd name="T8" fmla="*/ 1203 w 121"/>
                  <a:gd name="T9" fmla="*/ 0 h 15"/>
                  <a:gd name="T10" fmla="*/ 1052 w 121"/>
                  <a:gd name="T11" fmla="*/ 121 h 15"/>
                  <a:gd name="T12" fmla="*/ 864 w 121"/>
                  <a:gd name="T13" fmla="*/ 30 h 15"/>
                  <a:gd name="T14" fmla="*/ 513 w 121"/>
                  <a:gd name="T15" fmla="*/ 0 h 15"/>
                  <a:gd name="T16" fmla="*/ 179 w 121"/>
                  <a:gd name="T17" fmla="*/ 42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1" h="15">
                    <a:moveTo>
                      <a:pt x="0" y="1"/>
                    </a:moveTo>
                    <a:cubicBezTo>
                      <a:pt x="18" y="4"/>
                      <a:pt x="36" y="8"/>
                      <a:pt x="53" y="11"/>
                    </a:cubicBezTo>
                    <a:cubicBezTo>
                      <a:pt x="64" y="13"/>
                      <a:pt x="74" y="12"/>
                      <a:pt x="84" y="12"/>
                    </a:cubicBezTo>
                    <a:cubicBezTo>
                      <a:pt x="96" y="11"/>
                      <a:pt x="110" y="14"/>
                      <a:pt x="121" y="11"/>
                    </a:cubicBezTo>
                    <a:cubicBezTo>
                      <a:pt x="112" y="10"/>
                      <a:pt x="94" y="15"/>
                      <a:pt x="96" y="0"/>
                    </a:cubicBezTo>
                    <a:cubicBezTo>
                      <a:pt x="91" y="1"/>
                      <a:pt x="90" y="7"/>
                      <a:pt x="84" y="8"/>
                    </a:cubicBezTo>
                    <a:cubicBezTo>
                      <a:pt x="79" y="10"/>
                      <a:pt x="72" y="6"/>
                      <a:pt x="69" y="2"/>
                    </a:cubicBezTo>
                    <a:cubicBezTo>
                      <a:pt x="63" y="4"/>
                      <a:pt x="43" y="13"/>
                      <a:pt x="41" y="0"/>
                    </a:cubicBezTo>
                    <a:cubicBezTo>
                      <a:pt x="36" y="3"/>
                      <a:pt x="19" y="6"/>
                      <a:pt x="14" y="3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3" name="Freeform 844">
                <a:extLst>
                  <a:ext uri="{FF2B5EF4-FFF2-40B4-BE49-F238E27FC236}">
                    <a16:creationId xmlns:a16="http://schemas.microsoft.com/office/drawing/2014/main" id="{9C99C2D6-BCAB-4488-ACCD-F564EE671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891"/>
                <a:ext cx="640" cy="433"/>
              </a:xfrm>
              <a:custGeom>
                <a:avLst/>
                <a:gdLst>
                  <a:gd name="T0" fmla="*/ 209 w 276"/>
                  <a:gd name="T1" fmla="*/ 2148 h 175"/>
                  <a:gd name="T2" fmla="*/ 3441 w 276"/>
                  <a:gd name="T3" fmla="*/ 121 h 175"/>
                  <a:gd name="T4" fmla="*/ 3193 w 276"/>
                  <a:gd name="T5" fmla="*/ 30 h 175"/>
                  <a:gd name="T6" fmla="*/ 934 w 276"/>
                  <a:gd name="T7" fmla="*/ 881 h 175"/>
                  <a:gd name="T8" fmla="*/ 114 w 276"/>
                  <a:gd name="T9" fmla="*/ 2650 h 175"/>
                  <a:gd name="T10" fmla="*/ 209 w 276"/>
                  <a:gd name="T11" fmla="*/ 2148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6" h="175">
                    <a:moveTo>
                      <a:pt x="17" y="142"/>
                    </a:moveTo>
                    <a:cubicBezTo>
                      <a:pt x="43" y="63"/>
                      <a:pt x="169" y="20"/>
                      <a:pt x="276" y="8"/>
                    </a:cubicBezTo>
                    <a:cubicBezTo>
                      <a:pt x="274" y="6"/>
                      <a:pt x="269" y="3"/>
                      <a:pt x="256" y="2"/>
                    </a:cubicBezTo>
                    <a:cubicBezTo>
                      <a:pt x="239" y="0"/>
                      <a:pt x="172" y="2"/>
                      <a:pt x="75" y="58"/>
                    </a:cubicBezTo>
                    <a:cubicBezTo>
                      <a:pt x="11" y="96"/>
                      <a:pt x="0" y="143"/>
                      <a:pt x="9" y="175"/>
                    </a:cubicBezTo>
                    <a:cubicBezTo>
                      <a:pt x="9" y="162"/>
                      <a:pt x="14" y="150"/>
                      <a:pt x="17" y="142"/>
                    </a:cubicBezTo>
                    <a:close/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4" name="Freeform 845">
                <a:extLst>
                  <a:ext uri="{FF2B5EF4-FFF2-40B4-BE49-F238E27FC236}">
                    <a16:creationId xmlns:a16="http://schemas.microsoft.com/office/drawing/2014/main" id="{637C9331-92CF-4220-9915-F60D65470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980"/>
                <a:ext cx="234" cy="196"/>
              </a:xfrm>
              <a:custGeom>
                <a:avLst/>
                <a:gdLst>
                  <a:gd name="T0" fmla="*/ 0 w 101"/>
                  <a:gd name="T1" fmla="*/ 1206 h 79"/>
                  <a:gd name="T2" fmla="*/ 49 w 101"/>
                  <a:gd name="T3" fmla="*/ 824 h 79"/>
                  <a:gd name="T4" fmla="*/ 375 w 101"/>
                  <a:gd name="T5" fmla="*/ 516 h 79"/>
                  <a:gd name="T6" fmla="*/ 709 w 101"/>
                  <a:gd name="T7" fmla="*/ 216 h 79"/>
                  <a:gd name="T8" fmla="*/ 897 w 101"/>
                  <a:gd name="T9" fmla="*/ 228 h 79"/>
                  <a:gd name="T10" fmla="*/ 1068 w 101"/>
                  <a:gd name="T11" fmla="*/ 0 h 79"/>
                  <a:gd name="T12" fmla="*/ 1256 w 101"/>
                  <a:gd name="T13" fmla="*/ 3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79">
                    <a:moveTo>
                      <a:pt x="0" y="79"/>
                    </a:moveTo>
                    <a:cubicBezTo>
                      <a:pt x="4" y="72"/>
                      <a:pt x="6" y="61"/>
                      <a:pt x="4" y="54"/>
                    </a:cubicBezTo>
                    <a:cubicBezTo>
                      <a:pt x="11" y="72"/>
                      <a:pt x="27" y="39"/>
                      <a:pt x="30" y="34"/>
                    </a:cubicBezTo>
                    <a:cubicBezTo>
                      <a:pt x="42" y="46"/>
                      <a:pt x="53" y="24"/>
                      <a:pt x="57" y="14"/>
                    </a:cubicBezTo>
                    <a:cubicBezTo>
                      <a:pt x="60" y="20"/>
                      <a:pt x="67" y="18"/>
                      <a:pt x="72" y="15"/>
                    </a:cubicBezTo>
                    <a:cubicBezTo>
                      <a:pt x="80" y="11"/>
                      <a:pt x="80" y="3"/>
                      <a:pt x="86" y="0"/>
                    </a:cubicBezTo>
                    <a:cubicBezTo>
                      <a:pt x="89" y="5"/>
                      <a:pt x="96" y="4"/>
                      <a:pt x="101" y="2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5" name="Freeform 846">
                <a:extLst>
                  <a:ext uri="{FF2B5EF4-FFF2-40B4-BE49-F238E27FC236}">
                    <a16:creationId xmlns:a16="http://schemas.microsoft.com/office/drawing/2014/main" id="{45242C52-9E73-4902-92FB-AEADF003F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857"/>
                <a:ext cx="199" cy="79"/>
              </a:xfrm>
              <a:custGeom>
                <a:avLst/>
                <a:gdLst>
                  <a:gd name="T0" fmla="*/ 0 w 86"/>
                  <a:gd name="T1" fmla="*/ 481 h 32"/>
                  <a:gd name="T2" fmla="*/ 433 w 86"/>
                  <a:gd name="T3" fmla="*/ 133 h 32"/>
                  <a:gd name="T4" fmla="*/ 643 w 86"/>
                  <a:gd name="T5" fmla="*/ 244 h 32"/>
                  <a:gd name="T6" fmla="*/ 734 w 86"/>
                  <a:gd name="T7" fmla="*/ 74 h 32"/>
                  <a:gd name="T8" fmla="*/ 803 w 86"/>
                  <a:gd name="T9" fmla="*/ 0 h 32"/>
                  <a:gd name="T10" fmla="*/ 1064 w 86"/>
                  <a:gd name="T11" fmla="*/ 269 h 32"/>
                  <a:gd name="T12" fmla="*/ 208 w 86"/>
                  <a:gd name="T13" fmla="*/ 407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32">
                    <a:moveTo>
                      <a:pt x="0" y="32"/>
                    </a:moveTo>
                    <a:cubicBezTo>
                      <a:pt x="11" y="30"/>
                      <a:pt x="30" y="21"/>
                      <a:pt x="35" y="9"/>
                    </a:cubicBezTo>
                    <a:cubicBezTo>
                      <a:pt x="38" y="15"/>
                      <a:pt x="47" y="19"/>
                      <a:pt x="52" y="16"/>
                    </a:cubicBezTo>
                    <a:cubicBezTo>
                      <a:pt x="56" y="14"/>
                      <a:pt x="57" y="8"/>
                      <a:pt x="59" y="5"/>
                    </a:cubicBezTo>
                    <a:cubicBezTo>
                      <a:pt x="63" y="8"/>
                      <a:pt x="65" y="4"/>
                      <a:pt x="65" y="0"/>
                    </a:cubicBezTo>
                    <a:cubicBezTo>
                      <a:pt x="66" y="8"/>
                      <a:pt x="79" y="16"/>
                      <a:pt x="86" y="18"/>
                    </a:cubicBezTo>
                    <a:cubicBezTo>
                      <a:pt x="64" y="25"/>
                      <a:pt x="39" y="19"/>
                      <a:pt x="17" y="27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6" name="Freeform 847">
                <a:extLst>
                  <a:ext uri="{FF2B5EF4-FFF2-40B4-BE49-F238E27FC236}">
                    <a16:creationId xmlns:a16="http://schemas.microsoft.com/office/drawing/2014/main" id="{F24792D0-F0E8-4378-8BBB-38FC77116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527"/>
                <a:ext cx="42" cy="79"/>
              </a:xfrm>
              <a:custGeom>
                <a:avLst/>
                <a:gdLst>
                  <a:gd name="T0" fmla="*/ 201 w 18"/>
                  <a:gd name="T1" fmla="*/ 153 h 32"/>
                  <a:gd name="T2" fmla="*/ 12 w 18"/>
                  <a:gd name="T3" fmla="*/ 469 h 32"/>
                  <a:gd name="T4" fmla="*/ 0 w 18"/>
                  <a:gd name="T5" fmla="*/ 439 h 32"/>
                  <a:gd name="T6" fmla="*/ 229 w 18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2">
                    <a:moveTo>
                      <a:pt x="16" y="10"/>
                    </a:moveTo>
                    <a:cubicBezTo>
                      <a:pt x="16" y="22"/>
                      <a:pt x="10" y="26"/>
                      <a:pt x="1" y="31"/>
                    </a:cubicBezTo>
                    <a:cubicBezTo>
                      <a:pt x="0" y="27"/>
                      <a:pt x="0" y="32"/>
                      <a:pt x="0" y="29"/>
                    </a:cubicBezTo>
                    <a:cubicBezTo>
                      <a:pt x="12" y="26"/>
                      <a:pt x="10" y="4"/>
                      <a:pt x="18" y="0"/>
                    </a:cubicBezTo>
                  </a:path>
                </a:pathLst>
              </a:custGeom>
              <a:solidFill>
                <a:srgbClr val="FDD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7" name="Freeform 848">
                <a:extLst>
                  <a:ext uri="{FF2B5EF4-FFF2-40B4-BE49-F238E27FC236}">
                    <a16:creationId xmlns:a16="http://schemas.microsoft.com/office/drawing/2014/main" id="{21F92660-7F2A-4476-AC42-17BE2C2F7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448"/>
                <a:ext cx="49" cy="54"/>
              </a:xfrm>
              <a:custGeom>
                <a:avLst/>
                <a:gdLst>
                  <a:gd name="T0" fmla="*/ 28 w 21"/>
                  <a:gd name="T1" fmla="*/ 133 h 22"/>
                  <a:gd name="T2" fmla="*/ 266 w 21"/>
                  <a:gd name="T3" fmla="*/ 194 h 22"/>
                  <a:gd name="T4" fmla="*/ 191 w 21"/>
                  <a:gd name="T5" fmla="*/ 0 h 22"/>
                  <a:gd name="T6" fmla="*/ 49 w 21"/>
                  <a:gd name="T7" fmla="*/ 13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2" y="9"/>
                    </a:moveTo>
                    <a:cubicBezTo>
                      <a:pt x="0" y="22"/>
                      <a:pt x="18" y="18"/>
                      <a:pt x="21" y="13"/>
                    </a:cubicBezTo>
                    <a:cubicBezTo>
                      <a:pt x="16" y="10"/>
                      <a:pt x="16" y="5"/>
                      <a:pt x="15" y="0"/>
                    </a:cubicBezTo>
                    <a:cubicBezTo>
                      <a:pt x="15" y="7"/>
                      <a:pt x="11" y="10"/>
                      <a:pt x="4" y="9"/>
                    </a:cubicBezTo>
                  </a:path>
                </a:pathLst>
              </a:custGeom>
              <a:solidFill>
                <a:srgbClr val="FDD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8" name="Freeform 849">
                <a:extLst>
                  <a:ext uri="{FF2B5EF4-FFF2-40B4-BE49-F238E27FC236}">
                    <a16:creationId xmlns:a16="http://schemas.microsoft.com/office/drawing/2014/main" id="{C68346CD-F7D9-4E5B-B227-4FD749B4C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23"/>
                <a:ext cx="44" cy="22"/>
              </a:xfrm>
              <a:custGeom>
                <a:avLst/>
                <a:gdLst>
                  <a:gd name="T0" fmla="*/ 0 w 19"/>
                  <a:gd name="T1" fmla="*/ 120 h 9"/>
                  <a:gd name="T2" fmla="*/ 151 w 19"/>
                  <a:gd name="T3" fmla="*/ 132 h 9"/>
                  <a:gd name="T4" fmla="*/ 236 w 1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9">
                    <a:moveTo>
                      <a:pt x="0" y="8"/>
                    </a:moveTo>
                    <a:cubicBezTo>
                      <a:pt x="4" y="6"/>
                      <a:pt x="11" y="2"/>
                      <a:pt x="12" y="9"/>
                    </a:cubicBezTo>
                    <a:cubicBezTo>
                      <a:pt x="13" y="5"/>
                      <a:pt x="15" y="1"/>
                      <a:pt x="19" y="0"/>
                    </a:cubicBezTo>
                  </a:path>
                </a:pathLst>
              </a:custGeom>
              <a:solidFill>
                <a:srgbClr val="FDD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89" name="Freeform 850">
                <a:extLst>
                  <a:ext uri="{FF2B5EF4-FFF2-40B4-BE49-F238E27FC236}">
                    <a16:creationId xmlns:a16="http://schemas.microsoft.com/office/drawing/2014/main" id="{94E449D8-2523-4261-A228-5C167C532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626"/>
                <a:ext cx="44" cy="188"/>
              </a:xfrm>
              <a:custGeom>
                <a:avLst/>
                <a:gdLst>
                  <a:gd name="T0" fmla="*/ 188 w 19"/>
                  <a:gd name="T1" fmla="*/ 0 h 76"/>
                  <a:gd name="T2" fmla="*/ 225 w 19"/>
                  <a:gd name="T3" fmla="*/ 287 h 76"/>
                  <a:gd name="T4" fmla="*/ 171 w 19"/>
                  <a:gd name="T5" fmla="*/ 391 h 76"/>
                  <a:gd name="T6" fmla="*/ 171 w 19"/>
                  <a:gd name="T7" fmla="*/ 515 h 76"/>
                  <a:gd name="T8" fmla="*/ 0 w 19"/>
                  <a:gd name="T9" fmla="*/ 1150 h 76"/>
                  <a:gd name="T10" fmla="*/ 113 w 19"/>
                  <a:gd name="T11" fmla="*/ 772 h 76"/>
                  <a:gd name="T12" fmla="*/ 37 w 19"/>
                  <a:gd name="T13" fmla="*/ 576 h 76"/>
                  <a:gd name="T14" fmla="*/ 37 w 19"/>
                  <a:gd name="T15" fmla="*/ 195 h 76"/>
                  <a:gd name="T16" fmla="*/ 160 w 19"/>
                  <a:gd name="T17" fmla="*/ 42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76">
                    <a:moveTo>
                      <a:pt x="15" y="0"/>
                    </a:moveTo>
                    <a:cubicBezTo>
                      <a:pt x="16" y="6"/>
                      <a:pt x="19" y="13"/>
                      <a:pt x="18" y="19"/>
                    </a:cubicBezTo>
                    <a:cubicBezTo>
                      <a:pt x="18" y="21"/>
                      <a:pt x="14" y="23"/>
                      <a:pt x="14" y="26"/>
                    </a:cubicBezTo>
                    <a:cubicBezTo>
                      <a:pt x="13" y="28"/>
                      <a:pt x="14" y="32"/>
                      <a:pt x="14" y="34"/>
                    </a:cubicBezTo>
                    <a:cubicBezTo>
                      <a:pt x="13" y="48"/>
                      <a:pt x="17" y="69"/>
                      <a:pt x="0" y="76"/>
                    </a:cubicBezTo>
                    <a:cubicBezTo>
                      <a:pt x="3" y="69"/>
                      <a:pt x="9" y="59"/>
                      <a:pt x="9" y="51"/>
                    </a:cubicBezTo>
                    <a:cubicBezTo>
                      <a:pt x="9" y="44"/>
                      <a:pt x="5" y="44"/>
                      <a:pt x="3" y="38"/>
                    </a:cubicBezTo>
                    <a:cubicBezTo>
                      <a:pt x="1" y="32"/>
                      <a:pt x="18" y="15"/>
                      <a:pt x="3" y="13"/>
                    </a:cubicBezTo>
                    <a:cubicBezTo>
                      <a:pt x="6" y="10"/>
                      <a:pt x="12" y="8"/>
                      <a:pt x="13" y="3"/>
                    </a:cubicBezTo>
                  </a:path>
                </a:pathLst>
              </a:custGeom>
              <a:solidFill>
                <a:srgbClr val="FDD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0" name="Freeform 851">
                <a:extLst>
                  <a:ext uri="{FF2B5EF4-FFF2-40B4-BE49-F238E27FC236}">
                    <a16:creationId xmlns:a16="http://schemas.microsoft.com/office/drawing/2014/main" id="{6EAE2AE6-E9ED-455B-817D-00CED9778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505"/>
                <a:ext cx="30" cy="44"/>
              </a:xfrm>
              <a:custGeom>
                <a:avLst/>
                <a:gdLst>
                  <a:gd name="T0" fmla="*/ 159 w 13"/>
                  <a:gd name="T1" fmla="*/ 0 h 18"/>
                  <a:gd name="T2" fmla="*/ 28 w 13"/>
                  <a:gd name="T3" fmla="*/ 26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7" y="4"/>
                      <a:pt x="0" y="11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1" name="Freeform 852">
                <a:extLst>
                  <a:ext uri="{FF2B5EF4-FFF2-40B4-BE49-F238E27FC236}">
                    <a16:creationId xmlns:a16="http://schemas.microsoft.com/office/drawing/2014/main" id="{A7E11C7F-FF21-422D-9541-FFA325DB3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581"/>
                <a:ext cx="14" cy="57"/>
              </a:xfrm>
              <a:custGeom>
                <a:avLst/>
                <a:gdLst>
                  <a:gd name="T0" fmla="*/ 77 w 6"/>
                  <a:gd name="T1" fmla="*/ 0 h 23"/>
                  <a:gd name="T2" fmla="*/ 65 w 6"/>
                  <a:gd name="T3" fmla="*/ 34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3">
                    <a:moveTo>
                      <a:pt x="6" y="0"/>
                    </a:moveTo>
                    <a:cubicBezTo>
                      <a:pt x="0" y="6"/>
                      <a:pt x="2" y="16"/>
                      <a:pt x="5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2" name="Freeform 853">
                <a:extLst>
                  <a:ext uri="{FF2B5EF4-FFF2-40B4-BE49-F238E27FC236}">
                    <a16:creationId xmlns:a16="http://schemas.microsoft.com/office/drawing/2014/main" id="{EF820866-886A-4868-955F-9CF49366B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430"/>
                <a:ext cx="16" cy="45"/>
              </a:xfrm>
              <a:custGeom>
                <a:avLst/>
                <a:gdLst>
                  <a:gd name="T0" fmla="*/ 57 w 7"/>
                  <a:gd name="T1" fmla="*/ 0 h 18"/>
                  <a:gd name="T2" fmla="*/ 85 w 7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5" y="0"/>
                    </a:moveTo>
                    <a:cubicBezTo>
                      <a:pt x="0" y="6"/>
                      <a:pt x="0" y="13"/>
                      <a:pt x="7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3" name="Freeform 854">
                <a:extLst>
                  <a:ext uri="{FF2B5EF4-FFF2-40B4-BE49-F238E27FC236}">
                    <a16:creationId xmlns:a16="http://schemas.microsoft.com/office/drawing/2014/main" id="{24A9822F-9D0B-4187-B3B6-127773A04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2331"/>
                <a:ext cx="19" cy="18"/>
              </a:xfrm>
              <a:custGeom>
                <a:avLst/>
                <a:gdLst>
                  <a:gd name="T0" fmla="*/ 107 w 8"/>
                  <a:gd name="T1" fmla="*/ 0 h 7"/>
                  <a:gd name="T2" fmla="*/ 0 w 8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4" y="1"/>
                      <a:pt x="0" y="1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4" name="Freeform 855">
                <a:extLst>
                  <a:ext uri="{FF2B5EF4-FFF2-40B4-BE49-F238E27FC236}">
                    <a16:creationId xmlns:a16="http://schemas.microsoft.com/office/drawing/2014/main" id="{72354678-AEDA-4784-8C39-693C378F5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801"/>
                <a:ext cx="55" cy="107"/>
              </a:xfrm>
              <a:custGeom>
                <a:avLst/>
                <a:gdLst>
                  <a:gd name="T0" fmla="*/ 0 w 24"/>
                  <a:gd name="T1" fmla="*/ 662 h 43"/>
                  <a:gd name="T2" fmla="*/ 289 w 24"/>
                  <a:gd name="T3" fmla="*/ 0 h 43"/>
                  <a:gd name="T4" fmla="*/ 0 w 24"/>
                  <a:gd name="T5" fmla="*/ 66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3">
                    <a:moveTo>
                      <a:pt x="0" y="43"/>
                    </a:moveTo>
                    <a:cubicBezTo>
                      <a:pt x="9" y="35"/>
                      <a:pt x="20" y="18"/>
                      <a:pt x="24" y="0"/>
                    </a:cubicBezTo>
                    <a:cubicBezTo>
                      <a:pt x="24" y="9"/>
                      <a:pt x="21" y="30"/>
                      <a:pt x="0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5" name="Freeform 856">
                <a:extLst>
                  <a:ext uri="{FF2B5EF4-FFF2-40B4-BE49-F238E27FC236}">
                    <a16:creationId xmlns:a16="http://schemas.microsoft.com/office/drawing/2014/main" id="{F54460BC-F90A-42AD-8420-ADB6AC639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3096"/>
                <a:ext cx="21" cy="74"/>
              </a:xfrm>
              <a:custGeom>
                <a:avLst/>
                <a:gdLst>
                  <a:gd name="T0" fmla="*/ 0 w 9"/>
                  <a:gd name="T1" fmla="*/ 0 h 30"/>
                  <a:gd name="T2" fmla="*/ 103 w 9"/>
                  <a:gd name="T3" fmla="*/ 0 h 30"/>
                  <a:gd name="T4" fmla="*/ 103 w 9"/>
                  <a:gd name="T5" fmla="*/ 298 h 30"/>
                  <a:gd name="T6" fmla="*/ 0 w 9"/>
                  <a:gd name="T7" fmla="*/ 21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0" y="0"/>
                    </a:moveTo>
                    <a:cubicBezTo>
                      <a:pt x="2" y="8"/>
                      <a:pt x="6" y="3"/>
                      <a:pt x="8" y="0"/>
                    </a:cubicBezTo>
                    <a:cubicBezTo>
                      <a:pt x="6" y="7"/>
                      <a:pt x="9" y="13"/>
                      <a:pt x="8" y="20"/>
                    </a:cubicBezTo>
                    <a:cubicBezTo>
                      <a:pt x="7" y="30"/>
                      <a:pt x="2" y="20"/>
                      <a:pt x="0" y="14"/>
                    </a:cubicBezTo>
                  </a:path>
                </a:pathLst>
              </a:custGeom>
              <a:solidFill>
                <a:srgbClr val="F6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6" name="Freeform 857">
                <a:extLst>
                  <a:ext uri="{FF2B5EF4-FFF2-40B4-BE49-F238E27FC236}">
                    <a16:creationId xmlns:a16="http://schemas.microsoft.com/office/drawing/2014/main" id="{55A4C2FE-3DBF-45E0-8D9E-B6196C26C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838"/>
                <a:ext cx="169" cy="119"/>
              </a:xfrm>
              <a:custGeom>
                <a:avLst/>
                <a:gdLst>
                  <a:gd name="T0" fmla="*/ 718 w 73"/>
                  <a:gd name="T1" fmla="*/ 0 h 48"/>
                  <a:gd name="T2" fmla="*/ 803 w 73"/>
                  <a:gd name="T3" fmla="*/ 228 h 48"/>
                  <a:gd name="T4" fmla="*/ 521 w 73"/>
                  <a:gd name="T5" fmla="*/ 516 h 48"/>
                  <a:gd name="T6" fmla="*/ 199 w 73"/>
                  <a:gd name="T7" fmla="*/ 702 h 48"/>
                  <a:gd name="T8" fmla="*/ 86 w 73"/>
                  <a:gd name="T9" fmla="*/ 731 h 48"/>
                  <a:gd name="T10" fmla="*/ 0 w 73"/>
                  <a:gd name="T11" fmla="*/ 548 h 48"/>
                  <a:gd name="T12" fmla="*/ 396 w 73"/>
                  <a:gd name="T13" fmla="*/ 454 h 48"/>
                  <a:gd name="T14" fmla="*/ 632 w 73"/>
                  <a:gd name="T15" fmla="*/ 290 h 48"/>
                  <a:gd name="T16" fmla="*/ 697 w 73"/>
                  <a:gd name="T17" fmla="*/ 216 h 48"/>
                  <a:gd name="T18" fmla="*/ 771 w 73"/>
                  <a:gd name="T19" fmla="*/ 62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48">
                    <a:moveTo>
                      <a:pt x="58" y="0"/>
                    </a:moveTo>
                    <a:cubicBezTo>
                      <a:pt x="63" y="7"/>
                      <a:pt x="73" y="5"/>
                      <a:pt x="65" y="15"/>
                    </a:cubicBezTo>
                    <a:cubicBezTo>
                      <a:pt x="59" y="23"/>
                      <a:pt x="51" y="29"/>
                      <a:pt x="42" y="34"/>
                    </a:cubicBezTo>
                    <a:cubicBezTo>
                      <a:pt x="33" y="39"/>
                      <a:pt x="25" y="43"/>
                      <a:pt x="16" y="46"/>
                    </a:cubicBezTo>
                    <a:cubicBezTo>
                      <a:pt x="14" y="46"/>
                      <a:pt x="8" y="48"/>
                      <a:pt x="7" y="48"/>
                    </a:cubicBezTo>
                    <a:cubicBezTo>
                      <a:pt x="4" y="47"/>
                      <a:pt x="0" y="37"/>
                      <a:pt x="0" y="36"/>
                    </a:cubicBezTo>
                    <a:cubicBezTo>
                      <a:pt x="4" y="46"/>
                      <a:pt x="26" y="32"/>
                      <a:pt x="32" y="30"/>
                    </a:cubicBezTo>
                    <a:cubicBezTo>
                      <a:pt x="39" y="27"/>
                      <a:pt x="45" y="23"/>
                      <a:pt x="51" y="19"/>
                    </a:cubicBezTo>
                    <a:cubicBezTo>
                      <a:pt x="53" y="17"/>
                      <a:pt x="55" y="16"/>
                      <a:pt x="56" y="14"/>
                    </a:cubicBezTo>
                    <a:cubicBezTo>
                      <a:pt x="59" y="11"/>
                      <a:pt x="58" y="6"/>
                      <a:pt x="62" y="4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7" name="Freeform 858">
                <a:extLst>
                  <a:ext uri="{FF2B5EF4-FFF2-40B4-BE49-F238E27FC236}">
                    <a16:creationId xmlns:a16="http://schemas.microsoft.com/office/drawing/2014/main" id="{F8120DE6-8E75-455B-A42E-F0B2E6445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616"/>
                <a:ext cx="396" cy="86"/>
              </a:xfrm>
              <a:custGeom>
                <a:avLst/>
                <a:gdLst>
                  <a:gd name="T0" fmla="*/ 1153 w 171"/>
                  <a:gd name="T1" fmla="*/ 265 h 35"/>
                  <a:gd name="T2" fmla="*/ 28 w 171"/>
                  <a:gd name="T3" fmla="*/ 0 h 35"/>
                  <a:gd name="T4" fmla="*/ 49 w 171"/>
                  <a:gd name="T5" fmla="*/ 42 h 35"/>
                  <a:gd name="T6" fmla="*/ 0 w 171"/>
                  <a:gd name="T7" fmla="*/ 295 h 35"/>
                  <a:gd name="T8" fmla="*/ 102 w 171"/>
                  <a:gd name="T9" fmla="*/ 295 h 35"/>
                  <a:gd name="T10" fmla="*/ 248 w 171"/>
                  <a:gd name="T11" fmla="*/ 344 h 35"/>
                  <a:gd name="T12" fmla="*/ 820 w 171"/>
                  <a:gd name="T13" fmla="*/ 506 h 35"/>
                  <a:gd name="T14" fmla="*/ 1281 w 171"/>
                  <a:gd name="T15" fmla="*/ 477 h 35"/>
                  <a:gd name="T16" fmla="*/ 1776 w 171"/>
                  <a:gd name="T17" fmla="*/ 386 h 35"/>
                  <a:gd name="T18" fmla="*/ 2075 w 171"/>
                  <a:gd name="T19" fmla="*/ 344 h 35"/>
                  <a:gd name="T20" fmla="*/ 2112 w 171"/>
                  <a:gd name="T21" fmla="*/ 295 h 35"/>
                  <a:gd name="T22" fmla="*/ 2124 w 171"/>
                  <a:gd name="T23" fmla="*/ 265 h 35"/>
                  <a:gd name="T24" fmla="*/ 1153 w 171"/>
                  <a:gd name="T25" fmla="*/ 265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1" h="35">
                    <a:moveTo>
                      <a:pt x="93" y="18"/>
                    </a:moveTo>
                    <a:cubicBezTo>
                      <a:pt x="58" y="18"/>
                      <a:pt x="25" y="14"/>
                      <a:pt x="2" y="0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8" y="7"/>
                      <a:pt x="7" y="16"/>
                      <a:pt x="0" y="20"/>
                    </a:cubicBezTo>
                    <a:cubicBezTo>
                      <a:pt x="2" y="21"/>
                      <a:pt x="6" y="20"/>
                      <a:pt x="8" y="20"/>
                    </a:cubicBezTo>
                    <a:cubicBezTo>
                      <a:pt x="12" y="20"/>
                      <a:pt x="16" y="22"/>
                      <a:pt x="20" y="23"/>
                    </a:cubicBezTo>
                    <a:cubicBezTo>
                      <a:pt x="35" y="28"/>
                      <a:pt x="51" y="32"/>
                      <a:pt x="66" y="34"/>
                    </a:cubicBezTo>
                    <a:cubicBezTo>
                      <a:pt x="78" y="35"/>
                      <a:pt x="91" y="33"/>
                      <a:pt x="103" y="32"/>
                    </a:cubicBezTo>
                    <a:cubicBezTo>
                      <a:pt x="116" y="30"/>
                      <a:pt x="130" y="26"/>
                      <a:pt x="143" y="26"/>
                    </a:cubicBezTo>
                    <a:cubicBezTo>
                      <a:pt x="150" y="26"/>
                      <a:pt x="162" y="28"/>
                      <a:pt x="167" y="23"/>
                    </a:cubicBezTo>
                    <a:cubicBezTo>
                      <a:pt x="169" y="22"/>
                      <a:pt x="170" y="21"/>
                      <a:pt x="170" y="20"/>
                    </a:cubicBezTo>
                    <a:cubicBezTo>
                      <a:pt x="170" y="19"/>
                      <a:pt x="170" y="18"/>
                      <a:pt x="171" y="18"/>
                    </a:cubicBezTo>
                    <a:cubicBezTo>
                      <a:pt x="144" y="18"/>
                      <a:pt x="118" y="18"/>
                      <a:pt x="93" y="18"/>
                    </a:cubicBezTo>
                    <a:close/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8" name="Freeform 859">
                <a:extLst>
                  <a:ext uri="{FF2B5EF4-FFF2-40B4-BE49-F238E27FC236}">
                    <a16:creationId xmlns:a16="http://schemas.microsoft.com/office/drawing/2014/main" id="{69C18DEA-4D9B-4A96-9C00-D2389E797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106"/>
                <a:ext cx="258" cy="55"/>
              </a:xfrm>
              <a:custGeom>
                <a:avLst/>
                <a:gdLst>
                  <a:gd name="T0" fmla="*/ 0 w 111"/>
                  <a:gd name="T1" fmla="*/ 345 h 22"/>
                  <a:gd name="T2" fmla="*/ 681 w 111"/>
                  <a:gd name="T3" fmla="*/ 33 h 22"/>
                  <a:gd name="T4" fmla="*/ 1395 w 111"/>
                  <a:gd name="T5" fmla="*/ 313 h 22"/>
                  <a:gd name="T6" fmla="*/ 0 w 111"/>
                  <a:gd name="T7" fmla="*/ 34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1" h="22">
                    <a:moveTo>
                      <a:pt x="0" y="22"/>
                    </a:moveTo>
                    <a:cubicBezTo>
                      <a:pt x="17" y="10"/>
                      <a:pt x="36" y="3"/>
                      <a:pt x="54" y="2"/>
                    </a:cubicBezTo>
                    <a:cubicBezTo>
                      <a:pt x="75" y="2"/>
                      <a:pt x="94" y="7"/>
                      <a:pt x="111" y="20"/>
                    </a:cubicBezTo>
                    <a:cubicBezTo>
                      <a:pt x="74" y="6"/>
                      <a:pt x="49" y="0"/>
                      <a:pt x="0" y="22"/>
                    </a:cubicBezTo>
                    <a:close/>
                  </a:path>
                </a:pathLst>
              </a:custGeom>
              <a:solidFill>
                <a:srgbClr val="966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99" name="Freeform 860">
                <a:extLst>
                  <a:ext uri="{FF2B5EF4-FFF2-40B4-BE49-F238E27FC236}">
                    <a16:creationId xmlns:a16="http://schemas.microsoft.com/office/drawing/2014/main" id="{466F6FC4-CE08-49EE-8A01-D238E6281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101"/>
                <a:ext cx="81" cy="156"/>
              </a:xfrm>
              <a:custGeom>
                <a:avLst/>
                <a:gdLst>
                  <a:gd name="T0" fmla="*/ 0 w 35"/>
                  <a:gd name="T1" fmla="*/ 0 h 63"/>
                  <a:gd name="T2" fmla="*/ 359 w 35"/>
                  <a:gd name="T3" fmla="*/ 956 h 63"/>
                  <a:gd name="T4" fmla="*/ 0 w 35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63">
                    <a:moveTo>
                      <a:pt x="0" y="0"/>
                    </a:moveTo>
                    <a:cubicBezTo>
                      <a:pt x="12" y="10"/>
                      <a:pt x="33" y="37"/>
                      <a:pt x="29" y="63"/>
                    </a:cubicBezTo>
                    <a:cubicBezTo>
                      <a:pt x="35" y="39"/>
                      <a:pt x="25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0" name="Freeform 861">
                <a:extLst>
                  <a:ext uri="{FF2B5EF4-FFF2-40B4-BE49-F238E27FC236}">
                    <a16:creationId xmlns:a16="http://schemas.microsoft.com/office/drawing/2014/main" id="{95757A1D-C569-4163-AE74-04367758D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389"/>
                <a:ext cx="174" cy="149"/>
              </a:xfrm>
              <a:custGeom>
                <a:avLst/>
                <a:gdLst>
                  <a:gd name="T0" fmla="*/ 0 w 75"/>
                  <a:gd name="T1" fmla="*/ 0 h 60"/>
                  <a:gd name="T2" fmla="*/ 661 w 75"/>
                  <a:gd name="T3" fmla="*/ 370 h 60"/>
                  <a:gd name="T4" fmla="*/ 889 w 75"/>
                  <a:gd name="T5" fmla="*/ 487 h 60"/>
                  <a:gd name="T6" fmla="*/ 661 w 75"/>
                  <a:gd name="T7" fmla="*/ 919 h 60"/>
                  <a:gd name="T8" fmla="*/ 587 w 75"/>
                  <a:gd name="T9" fmla="*/ 445 h 60"/>
                  <a:gd name="T10" fmla="*/ 123 w 75"/>
                  <a:gd name="T11" fmla="*/ 154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60">
                    <a:moveTo>
                      <a:pt x="0" y="0"/>
                    </a:moveTo>
                    <a:cubicBezTo>
                      <a:pt x="18" y="7"/>
                      <a:pt x="35" y="17"/>
                      <a:pt x="53" y="24"/>
                    </a:cubicBezTo>
                    <a:cubicBezTo>
                      <a:pt x="59" y="26"/>
                      <a:pt x="69" y="27"/>
                      <a:pt x="71" y="32"/>
                    </a:cubicBezTo>
                    <a:cubicBezTo>
                      <a:pt x="75" y="42"/>
                      <a:pt x="60" y="57"/>
                      <a:pt x="53" y="60"/>
                    </a:cubicBezTo>
                    <a:cubicBezTo>
                      <a:pt x="67" y="45"/>
                      <a:pt x="62" y="37"/>
                      <a:pt x="47" y="29"/>
                    </a:cubicBezTo>
                    <a:cubicBezTo>
                      <a:pt x="36" y="24"/>
                      <a:pt x="20" y="17"/>
                      <a:pt x="1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1" name="Freeform 862">
                <a:extLst>
                  <a:ext uri="{FF2B5EF4-FFF2-40B4-BE49-F238E27FC236}">
                    <a16:creationId xmlns:a16="http://schemas.microsoft.com/office/drawing/2014/main" id="{C2EB9AD4-1922-4FF4-B6C6-BE60F4379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529"/>
                <a:ext cx="176" cy="107"/>
              </a:xfrm>
              <a:custGeom>
                <a:avLst/>
                <a:gdLst>
                  <a:gd name="T0" fmla="*/ 945 w 76"/>
                  <a:gd name="T1" fmla="*/ 0 h 43"/>
                  <a:gd name="T2" fmla="*/ 0 w 76"/>
                  <a:gd name="T3" fmla="*/ 662 h 43"/>
                  <a:gd name="T4" fmla="*/ 262 w 76"/>
                  <a:gd name="T5" fmla="*/ 600 h 43"/>
                  <a:gd name="T6" fmla="*/ 435 w 76"/>
                  <a:gd name="T7" fmla="*/ 383 h 43"/>
                  <a:gd name="T8" fmla="*/ 584 w 76"/>
                  <a:gd name="T9" fmla="*/ 18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3">
                    <a:moveTo>
                      <a:pt x="76" y="0"/>
                    </a:moveTo>
                    <a:cubicBezTo>
                      <a:pt x="45" y="8"/>
                      <a:pt x="20" y="16"/>
                      <a:pt x="0" y="43"/>
                    </a:cubicBezTo>
                    <a:cubicBezTo>
                      <a:pt x="3" y="36"/>
                      <a:pt x="19" y="29"/>
                      <a:pt x="21" y="39"/>
                    </a:cubicBezTo>
                    <a:cubicBezTo>
                      <a:pt x="14" y="28"/>
                      <a:pt x="25" y="23"/>
                      <a:pt x="35" y="25"/>
                    </a:cubicBezTo>
                    <a:cubicBezTo>
                      <a:pt x="35" y="17"/>
                      <a:pt x="40" y="13"/>
                      <a:pt x="47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2" name="Freeform 863">
                <a:extLst>
                  <a:ext uri="{FF2B5EF4-FFF2-40B4-BE49-F238E27FC236}">
                    <a16:creationId xmlns:a16="http://schemas.microsoft.com/office/drawing/2014/main" id="{BF3C26AD-1C4E-4841-90C6-8065E2F9B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334"/>
                <a:ext cx="181" cy="240"/>
              </a:xfrm>
              <a:custGeom>
                <a:avLst/>
                <a:gdLst>
                  <a:gd name="T0" fmla="*/ 139 w 78"/>
                  <a:gd name="T1" fmla="*/ 589 h 97"/>
                  <a:gd name="T2" fmla="*/ 501 w 78"/>
                  <a:gd name="T3" fmla="*/ 299 h 97"/>
                  <a:gd name="T4" fmla="*/ 750 w 78"/>
                  <a:gd name="T5" fmla="*/ 42 h 97"/>
                  <a:gd name="T6" fmla="*/ 587 w 78"/>
                  <a:gd name="T7" fmla="*/ 482 h 97"/>
                  <a:gd name="T8" fmla="*/ 835 w 78"/>
                  <a:gd name="T9" fmla="*/ 789 h 97"/>
                  <a:gd name="T10" fmla="*/ 926 w 78"/>
                  <a:gd name="T11" fmla="*/ 925 h 97"/>
                  <a:gd name="T12" fmla="*/ 947 w 78"/>
                  <a:gd name="T13" fmla="*/ 1047 h 97"/>
                  <a:gd name="T14" fmla="*/ 803 w 78"/>
                  <a:gd name="T15" fmla="*/ 1170 h 97"/>
                  <a:gd name="T16" fmla="*/ 738 w 78"/>
                  <a:gd name="T17" fmla="*/ 1470 h 97"/>
                  <a:gd name="T18" fmla="*/ 689 w 78"/>
                  <a:gd name="T19" fmla="*/ 1089 h 97"/>
                  <a:gd name="T20" fmla="*/ 464 w 78"/>
                  <a:gd name="T21" fmla="*/ 1029 h 97"/>
                  <a:gd name="T22" fmla="*/ 265 w 78"/>
                  <a:gd name="T23" fmla="*/ 893 h 97"/>
                  <a:gd name="T24" fmla="*/ 0 w 78"/>
                  <a:gd name="T25" fmla="*/ 698 h 9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8" h="97">
                    <a:moveTo>
                      <a:pt x="11" y="39"/>
                    </a:moveTo>
                    <a:cubicBezTo>
                      <a:pt x="21" y="35"/>
                      <a:pt x="31" y="27"/>
                      <a:pt x="40" y="20"/>
                    </a:cubicBezTo>
                    <a:cubicBezTo>
                      <a:pt x="43" y="17"/>
                      <a:pt x="54" y="0"/>
                      <a:pt x="60" y="3"/>
                    </a:cubicBezTo>
                    <a:cubicBezTo>
                      <a:pt x="60" y="5"/>
                      <a:pt x="50" y="27"/>
                      <a:pt x="47" y="32"/>
                    </a:cubicBezTo>
                    <a:cubicBezTo>
                      <a:pt x="40" y="45"/>
                      <a:pt x="56" y="51"/>
                      <a:pt x="67" y="52"/>
                    </a:cubicBezTo>
                    <a:cubicBezTo>
                      <a:pt x="60" y="59"/>
                      <a:pt x="72" y="55"/>
                      <a:pt x="74" y="61"/>
                    </a:cubicBezTo>
                    <a:cubicBezTo>
                      <a:pt x="75" y="62"/>
                      <a:pt x="78" y="66"/>
                      <a:pt x="76" y="69"/>
                    </a:cubicBezTo>
                    <a:cubicBezTo>
                      <a:pt x="74" y="71"/>
                      <a:pt x="67" y="73"/>
                      <a:pt x="64" y="77"/>
                    </a:cubicBezTo>
                    <a:cubicBezTo>
                      <a:pt x="60" y="82"/>
                      <a:pt x="60" y="90"/>
                      <a:pt x="59" y="97"/>
                    </a:cubicBezTo>
                    <a:cubicBezTo>
                      <a:pt x="57" y="88"/>
                      <a:pt x="59" y="80"/>
                      <a:pt x="55" y="72"/>
                    </a:cubicBezTo>
                    <a:cubicBezTo>
                      <a:pt x="49" y="62"/>
                      <a:pt x="46" y="68"/>
                      <a:pt x="37" y="68"/>
                    </a:cubicBezTo>
                    <a:cubicBezTo>
                      <a:pt x="30" y="68"/>
                      <a:pt x="27" y="63"/>
                      <a:pt x="21" y="59"/>
                    </a:cubicBezTo>
                    <a:cubicBezTo>
                      <a:pt x="15" y="54"/>
                      <a:pt x="7" y="51"/>
                      <a:pt x="0" y="46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3" name="Freeform 864">
                <a:extLst>
                  <a:ext uri="{FF2B5EF4-FFF2-40B4-BE49-F238E27FC236}">
                    <a16:creationId xmlns:a16="http://schemas.microsoft.com/office/drawing/2014/main" id="{9D64D62A-2C97-4BCE-9C4E-CCF744D12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359"/>
                <a:ext cx="100" cy="151"/>
              </a:xfrm>
              <a:custGeom>
                <a:avLst/>
                <a:gdLst>
                  <a:gd name="T0" fmla="*/ 542 w 43"/>
                  <a:gd name="T1" fmla="*/ 926 h 61"/>
                  <a:gd name="T2" fmla="*/ 200 w 43"/>
                  <a:gd name="T3" fmla="*/ 564 h 61"/>
                  <a:gd name="T4" fmla="*/ 102 w 43"/>
                  <a:gd name="T5" fmla="*/ 275 h 61"/>
                  <a:gd name="T6" fmla="*/ 0 w 43"/>
                  <a:gd name="T7" fmla="*/ 0 h 61"/>
                  <a:gd name="T8" fmla="*/ 228 w 43"/>
                  <a:gd name="T9" fmla="*/ 228 h 61"/>
                  <a:gd name="T10" fmla="*/ 400 w 43"/>
                  <a:gd name="T11" fmla="*/ 453 h 61"/>
                  <a:gd name="T12" fmla="*/ 542 w 43"/>
                  <a:gd name="T13" fmla="*/ 743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61">
                    <a:moveTo>
                      <a:pt x="43" y="61"/>
                    </a:moveTo>
                    <a:cubicBezTo>
                      <a:pt x="31" y="54"/>
                      <a:pt x="24" y="49"/>
                      <a:pt x="16" y="37"/>
                    </a:cubicBezTo>
                    <a:cubicBezTo>
                      <a:pt x="13" y="31"/>
                      <a:pt x="11" y="24"/>
                      <a:pt x="8" y="18"/>
                    </a:cubicBezTo>
                    <a:cubicBezTo>
                      <a:pt x="6" y="13"/>
                      <a:pt x="0" y="5"/>
                      <a:pt x="0" y="0"/>
                    </a:cubicBezTo>
                    <a:cubicBezTo>
                      <a:pt x="4" y="7"/>
                      <a:pt x="8" y="15"/>
                      <a:pt x="18" y="15"/>
                    </a:cubicBezTo>
                    <a:cubicBezTo>
                      <a:pt x="10" y="26"/>
                      <a:pt x="22" y="37"/>
                      <a:pt x="32" y="30"/>
                    </a:cubicBezTo>
                    <a:cubicBezTo>
                      <a:pt x="29" y="38"/>
                      <a:pt x="36" y="46"/>
                      <a:pt x="43" y="49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4" name="Freeform 865">
                <a:extLst>
                  <a:ext uri="{FF2B5EF4-FFF2-40B4-BE49-F238E27FC236}">
                    <a16:creationId xmlns:a16="http://schemas.microsoft.com/office/drawing/2014/main" id="{1E9B0F91-BB72-48BE-968D-DF648A1F1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300"/>
                <a:ext cx="119" cy="215"/>
              </a:xfrm>
              <a:custGeom>
                <a:avLst/>
                <a:gdLst>
                  <a:gd name="T0" fmla="*/ 649 w 51"/>
                  <a:gd name="T1" fmla="*/ 0 h 87"/>
                  <a:gd name="T2" fmla="*/ 266 w 51"/>
                  <a:gd name="T3" fmla="*/ 30 h 87"/>
                  <a:gd name="T4" fmla="*/ 12 w 51"/>
                  <a:gd name="T5" fmla="*/ 245 h 87"/>
                  <a:gd name="T6" fmla="*/ 77 w 51"/>
                  <a:gd name="T7" fmla="*/ 709 h 87"/>
                  <a:gd name="T8" fmla="*/ 152 w 51"/>
                  <a:gd name="T9" fmla="*/ 1312 h 87"/>
                  <a:gd name="T10" fmla="*/ 142 w 51"/>
                  <a:gd name="T11" fmla="*/ 872 h 87"/>
                  <a:gd name="T12" fmla="*/ 229 w 51"/>
                  <a:gd name="T13" fmla="*/ 739 h 87"/>
                  <a:gd name="T14" fmla="*/ 191 w 51"/>
                  <a:gd name="T15" fmla="*/ 361 h 87"/>
                  <a:gd name="T16" fmla="*/ 294 w 51"/>
                  <a:gd name="T17" fmla="*/ 74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87">
                    <a:moveTo>
                      <a:pt x="51" y="0"/>
                    </a:moveTo>
                    <a:cubicBezTo>
                      <a:pt x="41" y="1"/>
                      <a:pt x="31" y="1"/>
                      <a:pt x="21" y="2"/>
                    </a:cubicBezTo>
                    <a:cubicBezTo>
                      <a:pt x="9" y="2"/>
                      <a:pt x="1" y="1"/>
                      <a:pt x="1" y="16"/>
                    </a:cubicBezTo>
                    <a:cubicBezTo>
                      <a:pt x="0" y="26"/>
                      <a:pt x="4" y="37"/>
                      <a:pt x="6" y="47"/>
                    </a:cubicBezTo>
                    <a:cubicBezTo>
                      <a:pt x="8" y="61"/>
                      <a:pt x="7" y="74"/>
                      <a:pt x="12" y="87"/>
                    </a:cubicBezTo>
                    <a:cubicBezTo>
                      <a:pt x="11" y="77"/>
                      <a:pt x="11" y="68"/>
                      <a:pt x="11" y="58"/>
                    </a:cubicBezTo>
                    <a:cubicBezTo>
                      <a:pt x="10" y="52"/>
                      <a:pt x="8" y="45"/>
                      <a:pt x="18" y="49"/>
                    </a:cubicBezTo>
                    <a:cubicBezTo>
                      <a:pt x="11" y="43"/>
                      <a:pt x="3" y="30"/>
                      <a:pt x="15" y="24"/>
                    </a:cubicBezTo>
                    <a:cubicBezTo>
                      <a:pt x="3" y="15"/>
                      <a:pt x="17" y="10"/>
                      <a:pt x="23" y="5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5" name="Freeform 866">
                <a:extLst>
                  <a:ext uri="{FF2B5EF4-FFF2-40B4-BE49-F238E27FC236}">
                    <a16:creationId xmlns:a16="http://schemas.microsoft.com/office/drawing/2014/main" id="{50CEBE05-06F7-4183-B52E-4923D7BAE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295"/>
                <a:ext cx="69" cy="77"/>
              </a:xfrm>
              <a:custGeom>
                <a:avLst/>
                <a:gdLst>
                  <a:gd name="T0" fmla="*/ 37 w 30"/>
                  <a:gd name="T1" fmla="*/ 30 h 31"/>
                  <a:gd name="T2" fmla="*/ 301 w 30"/>
                  <a:gd name="T3" fmla="*/ 62 h 31"/>
                  <a:gd name="T4" fmla="*/ 290 w 30"/>
                  <a:gd name="T5" fmla="*/ 474 h 31"/>
                  <a:gd name="T6" fmla="*/ 159 w 30"/>
                  <a:gd name="T7" fmla="*/ 229 h 31"/>
                  <a:gd name="T8" fmla="*/ 0 w 30"/>
                  <a:gd name="T9" fmla="*/ 7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1">
                    <a:moveTo>
                      <a:pt x="3" y="2"/>
                    </a:moveTo>
                    <a:cubicBezTo>
                      <a:pt x="8" y="0"/>
                      <a:pt x="20" y="0"/>
                      <a:pt x="25" y="4"/>
                    </a:cubicBezTo>
                    <a:cubicBezTo>
                      <a:pt x="30" y="9"/>
                      <a:pt x="28" y="26"/>
                      <a:pt x="24" y="31"/>
                    </a:cubicBezTo>
                    <a:cubicBezTo>
                      <a:pt x="25" y="24"/>
                      <a:pt x="25" y="8"/>
                      <a:pt x="13" y="15"/>
                    </a:cubicBezTo>
                    <a:cubicBezTo>
                      <a:pt x="15" y="7"/>
                      <a:pt x="6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6" name="Freeform 867">
                <a:extLst>
                  <a:ext uri="{FF2B5EF4-FFF2-40B4-BE49-F238E27FC236}">
                    <a16:creationId xmlns:a16="http://schemas.microsoft.com/office/drawing/2014/main" id="{24DF5889-8627-4753-9360-FE54C1994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305"/>
                <a:ext cx="105" cy="208"/>
              </a:xfrm>
              <a:custGeom>
                <a:avLst/>
                <a:gdLst>
                  <a:gd name="T0" fmla="*/ 0 w 45"/>
                  <a:gd name="T1" fmla="*/ 104 h 84"/>
                  <a:gd name="T2" fmla="*/ 343 w 45"/>
                  <a:gd name="T3" fmla="*/ 62 h 84"/>
                  <a:gd name="T4" fmla="*/ 469 w 45"/>
                  <a:gd name="T5" fmla="*/ 485 h 84"/>
                  <a:gd name="T6" fmla="*/ 408 w 45"/>
                  <a:gd name="T7" fmla="*/ 1275 h 84"/>
                  <a:gd name="T8" fmla="*/ 315 w 45"/>
                  <a:gd name="T9" fmla="*/ 968 h 84"/>
                  <a:gd name="T10" fmla="*/ 306 w 45"/>
                  <a:gd name="T11" fmla="*/ 681 h 84"/>
                  <a:gd name="T12" fmla="*/ 257 w 45"/>
                  <a:gd name="T13" fmla="*/ 423 h 84"/>
                  <a:gd name="T14" fmla="*/ 229 w 45"/>
                  <a:gd name="T15" fmla="*/ 92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84">
                    <a:moveTo>
                      <a:pt x="0" y="7"/>
                    </a:moveTo>
                    <a:cubicBezTo>
                      <a:pt x="6" y="4"/>
                      <a:pt x="20" y="0"/>
                      <a:pt x="27" y="4"/>
                    </a:cubicBezTo>
                    <a:cubicBezTo>
                      <a:pt x="35" y="8"/>
                      <a:pt x="34" y="24"/>
                      <a:pt x="37" y="32"/>
                    </a:cubicBezTo>
                    <a:cubicBezTo>
                      <a:pt x="41" y="49"/>
                      <a:pt x="45" y="70"/>
                      <a:pt x="32" y="84"/>
                    </a:cubicBezTo>
                    <a:cubicBezTo>
                      <a:pt x="38" y="78"/>
                      <a:pt x="37" y="60"/>
                      <a:pt x="25" y="64"/>
                    </a:cubicBezTo>
                    <a:cubicBezTo>
                      <a:pt x="38" y="61"/>
                      <a:pt x="31" y="42"/>
                      <a:pt x="24" y="45"/>
                    </a:cubicBezTo>
                    <a:cubicBezTo>
                      <a:pt x="23" y="39"/>
                      <a:pt x="31" y="30"/>
                      <a:pt x="20" y="28"/>
                    </a:cubicBezTo>
                    <a:cubicBezTo>
                      <a:pt x="35" y="22"/>
                      <a:pt x="30" y="9"/>
                      <a:pt x="1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7" name="Freeform 868">
                <a:extLst>
                  <a:ext uri="{FF2B5EF4-FFF2-40B4-BE49-F238E27FC236}">
                    <a16:creationId xmlns:a16="http://schemas.microsoft.com/office/drawing/2014/main" id="{5560A57F-39DA-4F63-B26C-8C8BFA31C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360"/>
                <a:ext cx="132" cy="368"/>
              </a:xfrm>
              <a:custGeom>
                <a:avLst/>
                <a:gdLst>
                  <a:gd name="T0" fmla="*/ 113 w 57"/>
                  <a:gd name="T1" fmla="*/ 0 h 149"/>
                  <a:gd name="T2" fmla="*/ 12 w 57"/>
                  <a:gd name="T3" fmla="*/ 212 h 149"/>
                  <a:gd name="T4" fmla="*/ 49 w 57"/>
                  <a:gd name="T5" fmla="*/ 543 h 149"/>
                  <a:gd name="T6" fmla="*/ 86 w 57"/>
                  <a:gd name="T7" fmla="*/ 1208 h 149"/>
                  <a:gd name="T8" fmla="*/ 208 w 57"/>
                  <a:gd name="T9" fmla="*/ 1946 h 149"/>
                  <a:gd name="T10" fmla="*/ 396 w 57"/>
                  <a:gd name="T11" fmla="*/ 2203 h 149"/>
                  <a:gd name="T12" fmla="*/ 709 w 57"/>
                  <a:gd name="T13" fmla="*/ 2245 h 149"/>
                  <a:gd name="T14" fmla="*/ 461 w 57"/>
                  <a:gd name="T15" fmla="*/ 1719 h 149"/>
                  <a:gd name="T16" fmla="*/ 371 w 57"/>
                  <a:gd name="T17" fmla="*/ 1445 h 149"/>
                  <a:gd name="T18" fmla="*/ 350 w 57"/>
                  <a:gd name="T19" fmla="*/ 1087 h 149"/>
                  <a:gd name="T20" fmla="*/ 236 w 57"/>
                  <a:gd name="T21" fmla="*/ 706 h 149"/>
                  <a:gd name="T22" fmla="*/ 86 w 57"/>
                  <a:gd name="T23" fmla="*/ 62 h 1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7" h="149">
                    <a:moveTo>
                      <a:pt x="9" y="0"/>
                    </a:moveTo>
                    <a:cubicBezTo>
                      <a:pt x="0" y="4"/>
                      <a:pt x="0" y="5"/>
                      <a:pt x="1" y="14"/>
                    </a:cubicBezTo>
                    <a:cubicBezTo>
                      <a:pt x="1" y="21"/>
                      <a:pt x="3" y="29"/>
                      <a:pt x="4" y="36"/>
                    </a:cubicBezTo>
                    <a:cubicBezTo>
                      <a:pt x="6" y="52"/>
                      <a:pt x="4" y="64"/>
                      <a:pt x="7" y="80"/>
                    </a:cubicBezTo>
                    <a:cubicBezTo>
                      <a:pt x="10" y="97"/>
                      <a:pt x="9" y="113"/>
                      <a:pt x="17" y="129"/>
                    </a:cubicBezTo>
                    <a:cubicBezTo>
                      <a:pt x="19" y="133"/>
                      <a:pt x="27" y="143"/>
                      <a:pt x="32" y="146"/>
                    </a:cubicBezTo>
                    <a:cubicBezTo>
                      <a:pt x="38" y="149"/>
                      <a:pt x="49" y="145"/>
                      <a:pt x="57" y="149"/>
                    </a:cubicBezTo>
                    <a:cubicBezTo>
                      <a:pt x="49" y="140"/>
                      <a:pt x="21" y="132"/>
                      <a:pt x="37" y="114"/>
                    </a:cubicBezTo>
                    <a:cubicBezTo>
                      <a:pt x="26" y="124"/>
                      <a:pt x="21" y="101"/>
                      <a:pt x="30" y="96"/>
                    </a:cubicBezTo>
                    <a:cubicBezTo>
                      <a:pt x="20" y="105"/>
                      <a:pt x="17" y="79"/>
                      <a:pt x="28" y="72"/>
                    </a:cubicBezTo>
                    <a:cubicBezTo>
                      <a:pt x="18" y="70"/>
                      <a:pt x="5" y="52"/>
                      <a:pt x="19" y="47"/>
                    </a:cubicBezTo>
                    <a:cubicBezTo>
                      <a:pt x="9" y="38"/>
                      <a:pt x="2" y="17"/>
                      <a:pt x="7" y="4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8" name="Freeform 869">
                <a:extLst>
                  <a:ext uri="{FF2B5EF4-FFF2-40B4-BE49-F238E27FC236}">
                    <a16:creationId xmlns:a16="http://schemas.microsoft.com/office/drawing/2014/main" id="{C8818178-81E8-4F28-89BC-FF09893E5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377"/>
                <a:ext cx="49" cy="166"/>
              </a:xfrm>
              <a:custGeom>
                <a:avLst/>
                <a:gdLst>
                  <a:gd name="T0" fmla="*/ 266 w 21"/>
                  <a:gd name="T1" fmla="*/ 0 h 67"/>
                  <a:gd name="T2" fmla="*/ 12 w 21"/>
                  <a:gd name="T3" fmla="*/ 362 h 67"/>
                  <a:gd name="T4" fmla="*/ 180 w 21"/>
                  <a:gd name="T5" fmla="*/ 1018 h 67"/>
                  <a:gd name="T6" fmla="*/ 163 w 21"/>
                  <a:gd name="T7" fmla="*/ 627 h 67"/>
                  <a:gd name="T8" fmla="*/ 86 w 21"/>
                  <a:gd name="T9" fmla="*/ 349 h 67"/>
                  <a:gd name="T10" fmla="*/ 163 w 21"/>
                  <a:gd name="T11" fmla="*/ 92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7">
                    <a:moveTo>
                      <a:pt x="21" y="0"/>
                    </a:moveTo>
                    <a:cubicBezTo>
                      <a:pt x="11" y="8"/>
                      <a:pt x="0" y="9"/>
                      <a:pt x="1" y="24"/>
                    </a:cubicBezTo>
                    <a:cubicBezTo>
                      <a:pt x="1" y="39"/>
                      <a:pt x="7" y="53"/>
                      <a:pt x="14" y="67"/>
                    </a:cubicBezTo>
                    <a:cubicBezTo>
                      <a:pt x="8" y="60"/>
                      <a:pt x="6" y="47"/>
                      <a:pt x="13" y="41"/>
                    </a:cubicBezTo>
                    <a:cubicBezTo>
                      <a:pt x="4" y="36"/>
                      <a:pt x="6" y="31"/>
                      <a:pt x="7" y="23"/>
                    </a:cubicBezTo>
                    <a:cubicBezTo>
                      <a:pt x="8" y="19"/>
                      <a:pt x="10" y="9"/>
                      <a:pt x="13" y="6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09" name="Freeform 870">
                <a:extLst>
                  <a:ext uri="{FF2B5EF4-FFF2-40B4-BE49-F238E27FC236}">
                    <a16:creationId xmlns:a16="http://schemas.microsoft.com/office/drawing/2014/main" id="{2D2AF98E-C883-484B-94F7-098D0C93B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731"/>
                <a:ext cx="150" cy="183"/>
              </a:xfrm>
              <a:custGeom>
                <a:avLst/>
                <a:gdLst>
                  <a:gd name="T0" fmla="*/ 798 w 65"/>
                  <a:gd name="T1" fmla="*/ 1120 h 74"/>
                  <a:gd name="T2" fmla="*/ 159 w 65"/>
                  <a:gd name="T3" fmla="*/ 710 h 74"/>
                  <a:gd name="T4" fmla="*/ 346 w 65"/>
                  <a:gd name="T5" fmla="*/ 0 h 74"/>
                  <a:gd name="T6" fmla="*/ 245 w 65"/>
                  <a:gd name="T7" fmla="*/ 470 h 74"/>
                  <a:gd name="T8" fmla="*/ 443 w 65"/>
                  <a:gd name="T9" fmla="*/ 482 h 74"/>
                  <a:gd name="T10" fmla="*/ 554 w 65"/>
                  <a:gd name="T11" fmla="*/ 697 h 74"/>
                  <a:gd name="T12" fmla="*/ 688 w 65"/>
                  <a:gd name="T13" fmla="*/ 1026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74">
                    <a:moveTo>
                      <a:pt x="65" y="74"/>
                    </a:moveTo>
                    <a:cubicBezTo>
                      <a:pt x="48" y="66"/>
                      <a:pt x="25" y="61"/>
                      <a:pt x="13" y="47"/>
                    </a:cubicBezTo>
                    <a:cubicBezTo>
                      <a:pt x="0" y="32"/>
                      <a:pt x="16" y="12"/>
                      <a:pt x="28" y="0"/>
                    </a:cubicBezTo>
                    <a:cubicBezTo>
                      <a:pt x="24" y="9"/>
                      <a:pt x="16" y="21"/>
                      <a:pt x="20" y="31"/>
                    </a:cubicBezTo>
                    <a:cubicBezTo>
                      <a:pt x="23" y="39"/>
                      <a:pt x="32" y="42"/>
                      <a:pt x="36" y="32"/>
                    </a:cubicBezTo>
                    <a:cubicBezTo>
                      <a:pt x="26" y="45"/>
                      <a:pt x="31" y="62"/>
                      <a:pt x="45" y="46"/>
                    </a:cubicBezTo>
                    <a:cubicBezTo>
                      <a:pt x="41" y="55"/>
                      <a:pt x="43" y="69"/>
                      <a:pt x="56" y="68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0" name="Freeform 871">
                <a:extLst>
                  <a:ext uri="{FF2B5EF4-FFF2-40B4-BE49-F238E27FC236}">
                    <a16:creationId xmlns:a16="http://schemas.microsoft.com/office/drawing/2014/main" id="{538B84EC-1FA5-487D-A10C-4EAF9667A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490"/>
                <a:ext cx="276" cy="153"/>
              </a:xfrm>
              <a:custGeom>
                <a:avLst/>
                <a:gdLst>
                  <a:gd name="T0" fmla="*/ 1484 w 119"/>
                  <a:gd name="T1" fmla="*/ 62 h 62"/>
                  <a:gd name="T2" fmla="*/ 786 w 119"/>
                  <a:gd name="T3" fmla="*/ 378 h 62"/>
                  <a:gd name="T4" fmla="*/ 225 w 119"/>
                  <a:gd name="T5" fmla="*/ 933 h 62"/>
                  <a:gd name="T6" fmla="*/ 0 w 119"/>
                  <a:gd name="T7" fmla="*/ 104 h 62"/>
                  <a:gd name="T8" fmla="*/ 225 w 119"/>
                  <a:gd name="T9" fmla="*/ 676 h 62"/>
                  <a:gd name="T10" fmla="*/ 376 w 119"/>
                  <a:gd name="T11" fmla="*/ 378 h 62"/>
                  <a:gd name="T12" fmla="*/ 559 w 119"/>
                  <a:gd name="T13" fmla="*/ 153 h 62"/>
                  <a:gd name="T14" fmla="*/ 925 w 119"/>
                  <a:gd name="T15" fmla="*/ 0 h 62"/>
                  <a:gd name="T16" fmla="*/ 1039 w 119"/>
                  <a:gd name="T17" fmla="*/ 121 h 62"/>
                  <a:gd name="T18" fmla="*/ 1183 w 119"/>
                  <a:gd name="T19" fmla="*/ 91 h 62"/>
                  <a:gd name="T20" fmla="*/ 1399 w 119"/>
                  <a:gd name="T21" fmla="*/ 74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62">
                    <a:moveTo>
                      <a:pt x="119" y="4"/>
                    </a:moveTo>
                    <a:cubicBezTo>
                      <a:pt x="101" y="4"/>
                      <a:pt x="78" y="17"/>
                      <a:pt x="63" y="25"/>
                    </a:cubicBezTo>
                    <a:cubicBezTo>
                      <a:pt x="43" y="34"/>
                      <a:pt x="34" y="49"/>
                      <a:pt x="18" y="62"/>
                    </a:cubicBezTo>
                    <a:cubicBezTo>
                      <a:pt x="3" y="56"/>
                      <a:pt x="1" y="21"/>
                      <a:pt x="0" y="7"/>
                    </a:cubicBezTo>
                    <a:cubicBezTo>
                      <a:pt x="2" y="18"/>
                      <a:pt x="6" y="41"/>
                      <a:pt x="18" y="45"/>
                    </a:cubicBezTo>
                    <a:cubicBezTo>
                      <a:pt x="32" y="49"/>
                      <a:pt x="29" y="34"/>
                      <a:pt x="30" y="25"/>
                    </a:cubicBezTo>
                    <a:cubicBezTo>
                      <a:pt x="39" y="40"/>
                      <a:pt x="50" y="20"/>
                      <a:pt x="45" y="10"/>
                    </a:cubicBezTo>
                    <a:cubicBezTo>
                      <a:pt x="55" y="15"/>
                      <a:pt x="74" y="14"/>
                      <a:pt x="74" y="0"/>
                    </a:cubicBezTo>
                    <a:cubicBezTo>
                      <a:pt x="77" y="2"/>
                      <a:pt x="79" y="8"/>
                      <a:pt x="83" y="8"/>
                    </a:cubicBezTo>
                    <a:cubicBezTo>
                      <a:pt x="87" y="10"/>
                      <a:pt x="90" y="6"/>
                      <a:pt x="95" y="6"/>
                    </a:cubicBezTo>
                    <a:cubicBezTo>
                      <a:pt x="100" y="5"/>
                      <a:pt x="111" y="10"/>
                      <a:pt x="112" y="5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1" name="Freeform 872">
                <a:extLst>
                  <a:ext uri="{FF2B5EF4-FFF2-40B4-BE49-F238E27FC236}">
                    <a16:creationId xmlns:a16="http://schemas.microsoft.com/office/drawing/2014/main" id="{D634687A-0757-4B04-A4EB-4449DFFC7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344"/>
                <a:ext cx="146" cy="188"/>
              </a:xfrm>
              <a:custGeom>
                <a:avLst/>
                <a:gdLst>
                  <a:gd name="T0" fmla="*/ 559 w 63"/>
                  <a:gd name="T1" fmla="*/ 0 h 76"/>
                  <a:gd name="T2" fmla="*/ 408 w 63"/>
                  <a:gd name="T3" fmla="*/ 423 h 76"/>
                  <a:gd name="T4" fmla="*/ 445 w 63"/>
                  <a:gd name="T5" fmla="*/ 648 h 76"/>
                  <a:gd name="T6" fmla="*/ 596 w 63"/>
                  <a:gd name="T7" fmla="*/ 789 h 76"/>
                  <a:gd name="T8" fmla="*/ 774 w 63"/>
                  <a:gd name="T9" fmla="*/ 893 h 76"/>
                  <a:gd name="T10" fmla="*/ 709 w 63"/>
                  <a:gd name="T11" fmla="*/ 1017 h 76"/>
                  <a:gd name="T12" fmla="*/ 612 w 63"/>
                  <a:gd name="T13" fmla="*/ 1150 h 76"/>
                  <a:gd name="T14" fmla="*/ 559 w 63"/>
                  <a:gd name="T15" fmla="*/ 893 h 76"/>
                  <a:gd name="T16" fmla="*/ 473 w 63"/>
                  <a:gd name="T17" fmla="*/ 831 h 76"/>
                  <a:gd name="T18" fmla="*/ 445 w 63"/>
                  <a:gd name="T19" fmla="*/ 772 h 76"/>
                  <a:gd name="T20" fmla="*/ 387 w 63"/>
                  <a:gd name="T21" fmla="*/ 740 h 76"/>
                  <a:gd name="T22" fmla="*/ 301 w 63"/>
                  <a:gd name="T23" fmla="*/ 648 h 76"/>
                  <a:gd name="T24" fmla="*/ 236 w 63"/>
                  <a:gd name="T25" fmla="*/ 544 h 76"/>
                  <a:gd name="T26" fmla="*/ 0 w 63"/>
                  <a:gd name="T27" fmla="*/ 502 h 76"/>
                  <a:gd name="T28" fmla="*/ 134 w 63"/>
                  <a:gd name="T29" fmla="*/ 411 h 76"/>
                  <a:gd name="T30" fmla="*/ 273 w 63"/>
                  <a:gd name="T31" fmla="*/ 299 h 76"/>
                  <a:gd name="T32" fmla="*/ 510 w 63"/>
                  <a:gd name="T33" fmla="*/ 12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3" h="76">
                    <a:moveTo>
                      <a:pt x="45" y="0"/>
                    </a:moveTo>
                    <a:cubicBezTo>
                      <a:pt x="48" y="12"/>
                      <a:pt x="37" y="18"/>
                      <a:pt x="33" y="28"/>
                    </a:cubicBezTo>
                    <a:cubicBezTo>
                      <a:pt x="32" y="33"/>
                      <a:pt x="33" y="39"/>
                      <a:pt x="36" y="43"/>
                    </a:cubicBezTo>
                    <a:cubicBezTo>
                      <a:pt x="39" y="46"/>
                      <a:pt x="48" y="47"/>
                      <a:pt x="48" y="52"/>
                    </a:cubicBezTo>
                    <a:cubicBezTo>
                      <a:pt x="57" y="53"/>
                      <a:pt x="60" y="48"/>
                      <a:pt x="62" y="59"/>
                    </a:cubicBezTo>
                    <a:cubicBezTo>
                      <a:pt x="63" y="65"/>
                      <a:pt x="61" y="64"/>
                      <a:pt x="57" y="67"/>
                    </a:cubicBezTo>
                    <a:cubicBezTo>
                      <a:pt x="54" y="69"/>
                      <a:pt x="51" y="72"/>
                      <a:pt x="49" y="76"/>
                    </a:cubicBezTo>
                    <a:cubicBezTo>
                      <a:pt x="53" y="67"/>
                      <a:pt x="56" y="63"/>
                      <a:pt x="45" y="59"/>
                    </a:cubicBezTo>
                    <a:cubicBezTo>
                      <a:pt x="42" y="58"/>
                      <a:pt x="41" y="58"/>
                      <a:pt x="38" y="55"/>
                    </a:cubicBezTo>
                    <a:cubicBezTo>
                      <a:pt x="37" y="54"/>
                      <a:pt x="38" y="52"/>
                      <a:pt x="36" y="51"/>
                    </a:cubicBezTo>
                    <a:cubicBezTo>
                      <a:pt x="35" y="50"/>
                      <a:pt x="33" y="49"/>
                      <a:pt x="31" y="49"/>
                    </a:cubicBezTo>
                    <a:cubicBezTo>
                      <a:pt x="28" y="47"/>
                      <a:pt x="26" y="46"/>
                      <a:pt x="24" y="43"/>
                    </a:cubicBezTo>
                    <a:cubicBezTo>
                      <a:pt x="23" y="38"/>
                      <a:pt x="26" y="37"/>
                      <a:pt x="19" y="36"/>
                    </a:cubicBezTo>
                    <a:cubicBezTo>
                      <a:pt x="13" y="35"/>
                      <a:pt x="4" y="39"/>
                      <a:pt x="0" y="33"/>
                    </a:cubicBezTo>
                    <a:cubicBezTo>
                      <a:pt x="4" y="32"/>
                      <a:pt x="7" y="29"/>
                      <a:pt x="11" y="27"/>
                    </a:cubicBezTo>
                    <a:cubicBezTo>
                      <a:pt x="15" y="25"/>
                      <a:pt x="19" y="23"/>
                      <a:pt x="22" y="20"/>
                    </a:cubicBezTo>
                    <a:cubicBezTo>
                      <a:pt x="29" y="14"/>
                      <a:pt x="34" y="7"/>
                      <a:pt x="41" y="1"/>
                    </a:cubicBezTo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2" name="Freeform 873">
                <a:extLst>
                  <a:ext uri="{FF2B5EF4-FFF2-40B4-BE49-F238E27FC236}">
                    <a16:creationId xmlns:a16="http://schemas.microsoft.com/office/drawing/2014/main" id="{F47F87BB-DD14-4CD1-9DA9-F37ADD1B7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467"/>
                <a:ext cx="241" cy="243"/>
              </a:xfrm>
              <a:custGeom>
                <a:avLst/>
                <a:gdLst>
                  <a:gd name="T0" fmla="*/ 1031 w 104"/>
                  <a:gd name="T1" fmla="*/ 1495 h 98"/>
                  <a:gd name="T2" fmla="*/ 1059 w 104"/>
                  <a:gd name="T3" fmla="*/ 1451 h 98"/>
                  <a:gd name="T4" fmla="*/ 1085 w 104"/>
                  <a:gd name="T5" fmla="*/ 1421 h 98"/>
                  <a:gd name="T6" fmla="*/ 1085 w 104"/>
                  <a:gd name="T7" fmla="*/ 1341 h 98"/>
                  <a:gd name="T8" fmla="*/ 1010 w 104"/>
                  <a:gd name="T9" fmla="*/ 855 h 98"/>
                  <a:gd name="T10" fmla="*/ 1068 w 104"/>
                  <a:gd name="T11" fmla="*/ 536 h 98"/>
                  <a:gd name="T12" fmla="*/ 1293 w 104"/>
                  <a:gd name="T13" fmla="*/ 183 h 98"/>
                  <a:gd name="T14" fmla="*/ 1219 w 104"/>
                  <a:gd name="T15" fmla="*/ 42 h 98"/>
                  <a:gd name="T16" fmla="*/ 1207 w 104"/>
                  <a:gd name="T17" fmla="*/ 0 h 98"/>
                  <a:gd name="T18" fmla="*/ 1085 w 104"/>
                  <a:gd name="T19" fmla="*/ 30 h 98"/>
                  <a:gd name="T20" fmla="*/ 1059 w 104"/>
                  <a:gd name="T21" fmla="*/ 74 h 98"/>
                  <a:gd name="T22" fmla="*/ 1047 w 104"/>
                  <a:gd name="T23" fmla="*/ 92 h 98"/>
                  <a:gd name="T24" fmla="*/ 823 w 104"/>
                  <a:gd name="T25" fmla="*/ 516 h 98"/>
                  <a:gd name="T26" fmla="*/ 322 w 104"/>
                  <a:gd name="T27" fmla="*/ 669 h 98"/>
                  <a:gd name="T28" fmla="*/ 0 w 104"/>
                  <a:gd name="T29" fmla="*/ 719 h 98"/>
                  <a:gd name="T30" fmla="*/ 0 w 104"/>
                  <a:gd name="T31" fmla="*/ 719 h 98"/>
                  <a:gd name="T32" fmla="*/ 49 w 104"/>
                  <a:gd name="T33" fmla="*/ 702 h 98"/>
                  <a:gd name="T34" fmla="*/ 424 w 104"/>
                  <a:gd name="T35" fmla="*/ 793 h 98"/>
                  <a:gd name="T36" fmla="*/ 575 w 104"/>
                  <a:gd name="T37" fmla="*/ 915 h 98"/>
                  <a:gd name="T38" fmla="*/ 698 w 104"/>
                  <a:gd name="T39" fmla="*/ 1009 h 98"/>
                  <a:gd name="T40" fmla="*/ 897 w 104"/>
                  <a:gd name="T41" fmla="*/ 1341 h 98"/>
                  <a:gd name="T42" fmla="*/ 897 w 104"/>
                  <a:gd name="T43" fmla="*/ 1341 h 98"/>
                  <a:gd name="T44" fmla="*/ 971 w 104"/>
                  <a:gd name="T45" fmla="*/ 1433 h 98"/>
                  <a:gd name="T46" fmla="*/ 994 w 104"/>
                  <a:gd name="T47" fmla="*/ 1451 h 98"/>
                  <a:gd name="T48" fmla="*/ 1031 w 104"/>
                  <a:gd name="T49" fmla="*/ 1495 h 9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4" h="98">
                    <a:moveTo>
                      <a:pt x="83" y="98"/>
                    </a:moveTo>
                    <a:cubicBezTo>
                      <a:pt x="85" y="95"/>
                      <a:pt x="85" y="95"/>
                      <a:pt x="85" y="95"/>
                    </a:cubicBezTo>
                    <a:cubicBezTo>
                      <a:pt x="86" y="95"/>
                      <a:pt x="87" y="94"/>
                      <a:pt x="87" y="93"/>
                    </a:cubicBezTo>
                    <a:cubicBezTo>
                      <a:pt x="87" y="88"/>
                      <a:pt x="87" y="88"/>
                      <a:pt x="87" y="88"/>
                    </a:cubicBezTo>
                    <a:cubicBezTo>
                      <a:pt x="83" y="77"/>
                      <a:pt x="78" y="65"/>
                      <a:pt x="81" y="56"/>
                    </a:cubicBezTo>
                    <a:cubicBezTo>
                      <a:pt x="84" y="48"/>
                      <a:pt x="84" y="46"/>
                      <a:pt x="86" y="35"/>
                    </a:cubicBezTo>
                    <a:cubicBezTo>
                      <a:pt x="88" y="23"/>
                      <a:pt x="98" y="18"/>
                      <a:pt x="104" y="12"/>
                    </a:cubicBezTo>
                    <a:cubicBezTo>
                      <a:pt x="100" y="9"/>
                      <a:pt x="98" y="8"/>
                      <a:pt x="98" y="3"/>
                    </a:cubicBezTo>
                    <a:cubicBezTo>
                      <a:pt x="97" y="3"/>
                      <a:pt x="98" y="0"/>
                      <a:pt x="97" y="0"/>
                    </a:cubicBezTo>
                    <a:cubicBezTo>
                      <a:pt x="96" y="0"/>
                      <a:pt x="90" y="1"/>
                      <a:pt x="87" y="2"/>
                    </a:cubicBezTo>
                    <a:cubicBezTo>
                      <a:pt x="85" y="2"/>
                      <a:pt x="86" y="5"/>
                      <a:pt x="85" y="5"/>
                    </a:cubicBezTo>
                    <a:cubicBezTo>
                      <a:pt x="85" y="5"/>
                      <a:pt x="84" y="6"/>
                      <a:pt x="84" y="6"/>
                    </a:cubicBezTo>
                    <a:cubicBezTo>
                      <a:pt x="74" y="13"/>
                      <a:pt x="73" y="29"/>
                      <a:pt x="66" y="34"/>
                    </a:cubicBezTo>
                    <a:cubicBezTo>
                      <a:pt x="58" y="39"/>
                      <a:pt x="54" y="48"/>
                      <a:pt x="26" y="44"/>
                    </a:cubicBezTo>
                    <a:cubicBezTo>
                      <a:pt x="18" y="42"/>
                      <a:pt x="9" y="44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6"/>
                      <a:pt x="2" y="46"/>
                      <a:pt x="4" y="46"/>
                    </a:cubicBezTo>
                    <a:cubicBezTo>
                      <a:pt x="27" y="47"/>
                      <a:pt x="27" y="50"/>
                      <a:pt x="34" y="52"/>
                    </a:cubicBezTo>
                    <a:cubicBezTo>
                      <a:pt x="41" y="54"/>
                      <a:pt x="44" y="55"/>
                      <a:pt x="46" y="60"/>
                    </a:cubicBezTo>
                    <a:cubicBezTo>
                      <a:pt x="49" y="65"/>
                      <a:pt x="50" y="65"/>
                      <a:pt x="56" y="66"/>
                    </a:cubicBezTo>
                    <a:cubicBezTo>
                      <a:pt x="62" y="68"/>
                      <a:pt x="70" y="79"/>
                      <a:pt x="72" y="88"/>
                    </a:cubicBezTo>
                    <a:cubicBezTo>
                      <a:pt x="72" y="88"/>
                      <a:pt x="72" y="88"/>
                      <a:pt x="72" y="88"/>
                    </a:cubicBezTo>
                    <a:cubicBezTo>
                      <a:pt x="73" y="90"/>
                      <a:pt x="75" y="92"/>
                      <a:pt x="78" y="94"/>
                    </a:cubicBezTo>
                    <a:cubicBezTo>
                      <a:pt x="80" y="95"/>
                      <a:pt x="80" y="95"/>
                      <a:pt x="80" y="95"/>
                    </a:cubicBezTo>
                    <a:cubicBezTo>
                      <a:pt x="81" y="95"/>
                      <a:pt x="82" y="96"/>
                      <a:pt x="83" y="98"/>
                    </a:cubicBezTo>
                    <a:close/>
                  </a:path>
                </a:pathLst>
              </a:custGeom>
              <a:solidFill>
                <a:srgbClr val="867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3" name="Freeform 874">
                <a:extLst>
                  <a:ext uri="{FF2B5EF4-FFF2-40B4-BE49-F238E27FC236}">
                    <a16:creationId xmlns:a16="http://schemas.microsoft.com/office/drawing/2014/main" id="{99C77C1F-9A9A-4616-B496-B0BC472B1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2552"/>
                <a:ext cx="65" cy="101"/>
              </a:xfrm>
              <a:custGeom>
                <a:avLst/>
                <a:gdLst>
                  <a:gd name="T0" fmla="*/ 0 w 28"/>
                  <a:gd name="T1" fmla="*/ 236 h 41"/>
                  <a:gd name="T2" fmla="*/ 351 w 28"/>
                  <a:gd name="T3" fmla="*/ 0 h 41"/>
                  <a:gd name="T4" fmla="*/ 274 w 28"/>
                  <a:gd name="T5" fmla="*/ 613 h 41"/>
                  <a:gd name="T6" fmla="*/ 12 w 28"/>
                  <a:gd name="T7" fmla="*/ 286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1">
                    <a:moveTo>
                      <a:pt x="0" y="16"/>
                    </a:moveTo>
                    <a:cubicBezTo>
                      <a:pt x="11" y="19"/>
                      <a:pt x="20" y="4"/>
                      <a:pt x="28" y="0"/>
                    </a:cubicBezTo>
                    <a:cubicBezTo>
                      <a:pt x="19" y="10"/>
                      <a:pt x="18" y="28"/>
                      <a:pt x="22" y="41"/>
                    </a:cubicBezTo>
                    <a:cubicBezTo>
                      <a:pt x="17" y="30"/>
                      <a:pt x="9" y="25"/>
                      <a:pt x="1" y="19"/>
                    </a:cubicBezTo>
                  </a:path>
                </a:pathLst>
              </a:custGeom>
              <a:solidFill>
                <a:srgbClr val="AFA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4" name="Freeform 875">
                <a:extLst>
                  <a:ext uri="{FF2B5EF4-FFF2-40B4-BE49-F238E27FC236}">
                    <a16:creationId xmlns:a16="http://schemas.microsoft.com/office/drawing/2014/main" id="{D7C4E48D-262E-44B3-A1D9-47C838ACB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878"/>
                <a:ext cx="241" cy="91"/>
              </a:xfrm>
              <a:custGeom>
                <a:avLst/>
                <a:gdLst>
                  <a:gd name="T0" fmla="*/ 1145 w 104"/>
                  <a:gd name="T1" fmla="*/ 236 h 37"/>
                  <a:gd name="T2" fmla="*/ 1133 w 104"/>
                  <a:gd name="T3" fmla="*/ 539 h 37"/>
                  <a:gd name="T4" fmla="*/ 746 w 104"/>
                  <a:gd name="T5" fmla="*/ 460 h 37"/>
                  <a:gd name="T6" fmla="*/ 225 w 104"/>
                  <a:gd name="T7" fmla="*/ 0 h 37"/>
                  <a:gd name="T8" fmla="*/ 301 w 104"/>
                  <a:gd name="T9" fmla="*/ 298 h 37"/>
                  <a:gd name="T10" fmla="*/ 436 w 104"/>
                  <a:gd name="T11" fmla="*/ 133 h 37"/>
                  <a:gd name="T12" fmla="*/ 558 w 104"/>
                  <a:gd name="T13" fmla="*/ 327 h 37"/>
                  <a:gd name="T14" fmla="*/ 681 w 104"/>
                  <a:gd name="T15" fmla="*/ 207 h 37"/>
                  <a:gd name="T16" fmla="*/ 971 w 104"/>
                  <a:gd name="T17" fmla="*/ 357 h 37"/>
                  <a:gd name="T18" fmla="*/ 1105 w 104"/>
                  <a:gd name="T19" fmla="*/ 253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37">
                    <a:moveTo>
                      <a:pt x="92" y="16"/>
                    </a:moveTo>
                    <a:cubicBezTo>
                      <a:pt x="98" y="22"/>
                      <a:pt x="104" y="34"/>
                      <a:pt x="91" y="36"/>
                    </a:cubicBezTo>
                    <a:cubicBezTo>
                      <a:pt x="82" y="37"/>
                      <a:pt x="69" y="33"/>
                      <a:pt x="60" y="31"/>
                    </a:cubicBezTo>
                    <a:cubicBezTo>
                      <a:pt x="45" y="28"/>
                      <a:pt x="0" y="30"/>
                      <a:pt x="18" y="0"/>
                    </a:cubicBezTo>
                    <a:cubicBezTo>
                      <a:pt x="18" y="6"/>
                      <a:pt x="16" y="19"/>
                      <a:pt x="24" y="20"/>
                    </a:cubicBezTo>
                    <a:cubicBezTo>
                      <a:pt x="30" y="20"/>
                      <a:pt x="31" y="13"/>
                      <a:pt x="35" y="9"/>
                    </a:cubicBezTo>
                    <a:cubicBezTo>
                      <a:pt x="40" y="11"/>
                      <a:pt x="41" y="21"/>
                      <a:pt x="45" y="22"/>
                    </a:cubicBezTo>
                    <a:cubicBezTo>
                      <a:pt x="51" y="24"/>
                      <a:pt x="52" y="17"/>
                      <a:pt x="55" y="14"/>
                    </a:cubicBezTo>
                    <a:cubicBezTo>
                      <a:pt x="64" y="23"/>
                      <a:pt x="64" y="30"/>
                      <a:pt x="78" y="24"/>
                    </a:cubicBezTo>
                    <a:cubicBezTo>
                      <a:pt x="81" y="22"/>
                      <a:pt x="85" y="20"/>
                      <a:pt x="89" y="17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5" name="Freeform 876">
                <a:extLst>
                  <a:ext uri="{FF2B5EF4-FFF2-40B4-BE49-F238E27FC236}">
                    <a16:creationId xmlns:a16="http://schemas.microsoft.com/office/drawing/2014/main" id="{2378A5AF-D8D6-44AB-8951-49038EEB2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613"/>
                <a:ext cx="120" cy="225"/>
              </a:xfrm>
              <a:custGeom>
                <a:avLst/>
                <a:gdLst>
                  <a:gd name="T0" fmla="*/ 0 w 52"/>
                  <a:gd name="T1" fmla="*/ 0 h 91"/>
                  <a:gd name="T2" fmla="*/ 318 w 52"/>
                  <a:gd name="T3" fmla="*/ 195 h 91"/>
                  <a:gd name="T4" fmla="*/ 443 w 52"/>
                  <a:gd name="T5" fmla="*/ 710 h 91"/>
                  <a:gd name="T6" fmla="*/ 639 w 52"/>
                  <a:gd name="T7" fmla="*/ 1345 h 91"/>
                  <a:gd name="T8" fmla="*/ 282 w 52"/>
                  <a:gd name="T9" fmla="*/ 1375 h 91"/>
                  <a:gd name="T10" fmla="*/ 245 w 52"/>
                  <a:gd name="T11" fmla="*/ 967 h 91"/>
                  <a:gd name="T12" fmla="*/ 196 w 52"/>
                  <a:gd name="T13" fmla="*/ 648 h 91"/>
                  <a:gd name="T14" fmla="*/ 256 w 52"/>
                  <a:gd name="T15" fmla="*/ 225 h 91"/>
                  <a:gd name="T16" fmla="*/ 12 w 52"/>
                  <a:gd name="T17" fmla="*/ 12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91">
                    <a:moveTo>
                      <a:pt x="0" y="0"/>
                    </a:moveTo>
                    <a:cubicBezTo>
                      <a:pt x="12" y="3"/>
                      <a:pt x="19" y="9"/>
                      <a:pt x="26" y="13"/>
                    </a:cubicBezTo>
                    <a:cubicBezTo>
                      <a:pt x="36" y="19"/>
                      <a:pt x="37" y="37"/>
                      <a:pt x="36" y="47"/>
                    </a:cubicBezTo>
                    <a:cubicBezTo>
                      <a:pt x="34" y="67"/>
                      <a:pt x="31" y="83"/>
                      <a:pt x="52" y="89"/>
                    </a:cubicBezTo>
                    <a:cubicBezTo>
                      <a:pt x="44" y="90"/>
                      <a:pt x="29" y="83"/>
                      <a:pt x="23" y="91"/>
                    </a:cubicBezTo>
                    <a:cubicBezTo>
                      <a:pt x="27" y="86"/>
                      <a:pt x="35" y="57"/>
                      <a:pt x="20" y="64"/>
                    </a:cubicBezTo>
                    <a:cubicBezTo>
                      <a:pt x="26" y="58"/>
                      <a:pt x="34" y="32"/>
                      <a:pt x="16" y="43"/>
                    </a:cubicBezTo>
                    <a:cubicBezTo>
                      <a:pt x="24" y="37"/>
                      <a:pt x="26" y="20"/>
                      <a:pt x="21" y="15"/>
                    </a:cubicBezTo>
                    <a:cubicBezTo>
                      <a:pt x="16" y="11"/>
                      <a:pt x="7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6" name="Freeform 877">
                <a:extLst>
                  <a:ext uri="{FF2B5EF4-FFF2-40B4-BE49-F238E27FC236}">
                    <a16:creationId xmlns:a16="http://schemas.microsoft.com/office/drawing/2014/main" id="{17C21989-556F-412F-814D-59C3E5948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655"/>
                <a:ext cx="119" cy="38"/>
              </a:xfrm>
              <a:custGeom>
                <a:avLst/>
                <a:gdLst>
                  <a:gd name="T0" fmla="*/ 649 w 51"/>
                  <a:gd name="T1" fmla="*/ 180 h 15"/>
                  <a:gd name="T2" fmla="*/ 457 w 51"/>
                  <a:gd name="T3" fmla="*/ 213 h 15"/>
                  <a:gd name="T4" fmla="*/ 315 w 51"/>
                  <a:gd name="T5" fmla="*/ 243 h 15"/>
                  <a:gd name="T6" fmla="*/ 77 w 51"/>
                  <a:gd name="T7" fmla="*/ 96 h 15"/>
                  <a:gd name="T8" fmla="*/ 163 w 51"/>
                  <a:gd name="T9" fmla="*/ 63 h 15"/>
                  <a:gd name="T10" fmla="*/ 306 w 51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5">
                    <a:moveTo>
                      <a:pt x="51" y="11"/>
                    </a:moveTo>
                    <a:cubicBezTo>
                      <a:pt x="46" y="11"/>
                      <a:pt x="41" y="11"/>
                      <a:pt x="36" y="13"/>
                    </a:cubicBezTo>
                    <a:cubicBezTo>
                      <a:pt x="32" y="14"/>
                      <a:pt x="29" y="15"/>
                      <a:pt x="25" y="15"/>
                    </a:cubicBezTo>
                    <a:cubicBezTo>
                      <a:pt x="21" y="15"/>
                      <a:pt x="0" y="12"/>
                      <a:pt x="6" y="6"/>
                    </a:cubicBezTo>
                    <a:cubicBezTo>
                      <a:pt x="10" y="7"/>
                      <a:pt x="9" y="6"/>
                      <a:pt x="13" y="4"/>
                    </a:cubicBezTo>
                    <a:cubicBezTo>
                      <a:pt x="17" y="3"/>
                      <a:pt x="20" y="1"/>
                      <a:pt x="24" y="0"/>
                    </a:cubicBezTo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7" name="Freeform 878">
                <a:extLst>
                  <a:ext uri="{FF2B5EF4-FFF2-40B4-BE49-F238E27FC236}">
                    <a16:creationId xmlns:a16="http://schemas.microsoft.com/office/drawing/2014/main" id="{09DB3CEC-4852-4E26-B99E-60E8CA681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638"/>
                <a:ext cx="54" cy="116"/>
              </a:xfrm>
              <a:custGeom>
                <a:avLst/>
                <a:gdLst>
                  <a:gd name="T0" fmla="*/ 89 w 23"/>
                  <a:gd name="T1" fmla="*/ 0 h 47"/>
                  <a:gd name="T2" fmla="*/ 181 w 23"/>
                  <a:gd name="T3" fmla="*/ 469 h 47"/>
                  <a:gd name="T4" fmla="*/ 298 w 23"/>
                  <a:gd name="T5" fmla="*/ 706 h 47"/>
                  <a:gd name="T6" fmla="*/ 143 w 23"/>
                  <a:gd name="T7" fmla="*/ 543 h 47"/>
                  <a:gd name="T8" fmla="*/ 0 w 23"/>
                  <a:gd name="T9" fmla="*/ 36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7">
                    <a:moveTo>
                      <a:pt x="7" y="0"/>
                    </a:moveTo>
                    <a:cubicBezTo>
                      <a:pt x="4" y="21"/>
                      <a:pt x="11" y="27"/>
                      <a:pt x="14" y="31"/>
                    </a:cubicBezTo>
                    <a:cubicBezTo>
                      <a:pt x="18" y="35"/>
                      <a:pt x="22" y="42"/>
                      <a:pt x="23" y="47"/>
                    </a:cubicBezTo>
                    <a:cubicBezTo>
                      <a:pt x="19" y="44"/>
                      <a:pt x="15" y="40"/>
                      <a:pt x="11" y="36"/>
                    </a:cubicBezTo>
                    <a:cubicBezTo>
                      <a:pt x="8" y="33"/>
                      <a:pt x="3" y="28"/>
                      <a:pt x="0" y="24"/>
                    </a:cubicBezTo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8" name="Freeform 879">
                <a:extLst>
                  <a:ext uri="{FF2B5EF4-FFF2-40B4-BE49-F238E27FC236}">
                    <a16:creationId xmlns:a16="http://schemas.microsoft.com/office/drawing/2014/main" id="{A1F0DB25-1E11-4B44-A7C1-0DD50EB7D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425"/>
                <a:ext cx="753" cy="490"/>
              </a:xfrm>
              <a:custGeom>
                <a:avLst/>
                <a:gdLst>
                  <a:gd name="T0" fmla="*/ 0 w 325"/>
                  <a:gd name="T1" fmla="*/ 2151 h 198"/>
                  <a:gd name="T2" fmla="*/ 971 w 325"/>
                  <a:gd name="T3" fmla="*/ 2579 h 198"/>
                  <a:gd name="T4" fmla="*/ 1928 w 325"/>
                  <a:gd name="T5" fmla="*/ 1458 h 198"/>
                  <a:gd name="T6" fmla="*/ 2410 w 325"/>
                  <a:gd name="T7" fmla="*/ 997 h 198"/>
                  <a:gd name="T8" fmla="*/ 2653 w 325"/>
                  <a:gd name="T9" fmla="*/ 881 h 198"/>
                  <a:gd name="T10" fmla="*/ 3012 w 325"/>
                  <a:gd name="T11" fmla="*/ 834 h 198"/>
                  <a:gd name="T12" fmla="*/ 3334 w 325"/>
                  <a:gd name="T13" fmla="*/ 772 h 198"/>
                  <a:gd name="T14" fmla="*/ 3721 w 325"/>
                  <a:gd name="T15" fmla="*/ 789 h 198"/>
                  <a:gd name="T16" fmla="*/ 3957 w 325"/>
                  <a:gd name="T17" fmla="*/ 287 h 198"/>
                  <a:gd name="T18" fmla="*/ 3767 w 325"/>
                  <a:gd name="T19" fmla="*/ 183 h 198"/>
                  <a:gd name="T20" fmla="*/ 3086 w 325"/>
                  <a:gd name="T21" fmla="*/ 121 h 198"/>
                  <a:gd name="T22" fmla="*/ 2861 w 325"/>
                  <a:gd name="T23" fmla="*/ 710 h 198"/>
                  <a:gd name="T24" fmla="*/ 2352 w 325"/>
                  <a:gd name="T25" fmla="*/ 577 h 198"/>
                  <a:gd name="T26" fmla="*/ 2141 w 325"/>
                  <a:gd name="T27" fmla="*/ 1059 h 198"/>
                  <a:gd name="T28" fmla="*/ 1615 w 325"/>
                  <a:gd name="T29" fmla="*/ 1091 h 198"/>
                  <a:gd name="T30" fmla="*/ 1031 w 325"/>
                  <a:gd name="T31" fmla="*/ 2118 h 198"/>
                  <a:gd name="T32" fmla="*/ 558 w 325"/>
                  <a:gd name="T33" fmla="*/ 2383 h 198"/>
                  <a:gd name="T34" fmla="*/ 114 w 325"/>
                  <a:gd name="T35" fmla="*/ 2168 h 1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5" h="198">
                    <a:moveTo>
                      <a:pt x="0" y="142"/>
                    </a:moveTo>
                    <a:cubicBezTo>
                      <a:pt x="24" y="150"/>
                      <a:pt x="55" y="198"/>
                      <a:pt x="78" y="170"/>
                    </a:cubicBezTo>
                    <a:cubicBezTo>
                      <a:pt x="100" y="143"/>
                      <a:pt x="126" y="115"/>
                      <a:pt x="155" y="96"/>
                    </a:cubicBezTo>
                    <a:cubicBezTo>
                      <a:pt x="169" y="86"/>
                      <a:pt x="184" y="80"/>
                      <a:pt x="194" y="66"/>
                    </a:cubicBezTo>
                    <a:cubicBezTo>
                      <a:pt x="200" y="56"/>
                      <a:pt x="200" y="56"/>
                      <a:pt x="213" y="58"/>
                    </a:cubicBezTo>
                    <a:cubicBezTo>
                      <a:pt x="224" y="59"/>
                      <a:pt x="230" y="58"/>
                      <a:pt x="242" y="55"/>
                    </a:cubicBezTo>
                    <a:cubicBezTo>
                      <a:pt x="250" y="52"/>
                      <a:pt x="259" y="52"/>
                      <a:pt x="268" y="51"/>
                    </a:cubicBezTo>
                    <a:cubicBezTo>
                      <a:pt x="277" y="50"/>
                      <a:pt x="291" y="53"/>
                      <a:pt x="299" y="52"/>
                    </a:cubicBezTo>
                    <a:cubicBezTo>
                      <a:pt x="311" y="51"/>
                      <a:pt x="325" y="32"/>
                      <a:pt x="318" y="19"/>
                    </a:cubicBezTo>
                    <a:cubicBezTo>
                      <a:pt x="307" y="35"/>
                      <a:pt x="314" y="30"/>
                      <a:pt x="303" y="12"/>
                    </a:cubicBezTo>
                    <a:cubicBezTo>
                      <a:pt x="295" y="0"/>
                      <a:pt x="261" y="13"/>
                      <a:pt x="248" y="8"/>
                    </a:cubicBezTo>
                    <a:cubicBezTo>
                      <a:pt x="252" y="30"/>
                      <a:pt x="251" y="41"/>
                      <a:pt x="230" y="47"/>
                    </a:cubicBezTo>
                    <a:cubicBezTo>
                      <a:pt x="216" y="50"/>
                      <a:pt x="199" y="49"/>
                      <a:pt x="189" y="38"/>
                    </a:cubicBezTo>
                    <a:cubicBezTo>
                      <a:pt x="184" y="52"/>
                      <a:pt x="190" y="62"/>
                      <a:pt x="172" y="70"/>
                    </a:cubicBezTo>
                    <a:cubicBezTo>
                      <a:pt x="159" y="76"/>
                      <a:pt x="144" y="77"/>
                      <a:pt x="130" y="72"/>
                    </a:cubicBezTo>
                    <a:cubicBezTo>
                      <a:pt x="151" y="99"/>
                      <a:pt x="95" y="122"/>
                      <a:pt x="83" y="140"/>
                    </a:cubicBezTo>
                    <a:cubicBezTo>
                      <a:pt x="74" y="155"/>
                      <a:pt x="64" y="163"/>
                      <a:pt x="45" y="157"/>
                    </a:cubicBezTo>
                    <a:cubicBezTo>
                      <a:pt x="37" y="154"/>
                      <a:pt x="14" y="152"/>
                      <a:pt x="9" y="143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19" name="Freeform 880">
                <a:extLst>
                  <a:ext uri="{FF2B5EF4-FFF2-40B4-BE49-F238E27FC236}">
                    <a16:creationId xmlns:a16="http://schemas.microsoft.com/office/drawing/2014/main" id="{8B06B67C-3FE0-420A-9F0F-EB50759C5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369"/>
                <a:ext cx="204" cy="180"/>
              </a:xfrm>
              <a:custGeom>
                <a:avLst/>
                <a:gdLst>
                  <a:gd name="T0" fmla="*/ 12 w 88"/>
                  <a:gd name="T1" fmla="*/ 0 h 73"/>
                  <a:gd name="T2" fmla="*/ 501 w 88"/>
                  <a:gd name="T3" fmla="*/ 572 h 73"/>
                  <a:gd name="T4" fmla="*/ 784 w 88"/>
                  <a:gd name="T5" fmla="*/ 1095 h 73"/>
                  <a:gd name="T6" fmla="*/ 1085 w 88"/>
                  <a:gd name="T7" fmla="*/ 644 h 73"/>
                  <a:gd name="T8" fmla="*/ 1032 w 88"/>
                  <a:gd name="T9" fmla="*/ 510 h 73"/>
                  <a:gd name="T10" fmla="*/ 925 w 88"/>
                  <a:gd name="T11" fmla="*/ 419 h 73"/>
                  <a:gd name="T12" fmla="*/ 721 w 88"/>
                  <a:gd name="T13" fmla="*/ 212 h 73"/>
                  <a:gd name="T14" fmla="*/ 436 w 88"/>
                  <a:gd name="T15" fmla="*/ 328 h 73"/>
                  <a:gd name="T16" fmla="*/ 74 w 88"/>
                  <a:gd name="T17" fmla="*/ 62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73">
                    <a:moveTo>
                      <a:pt x="1" y="0"/>
                    </a:moveTo>
                    <a:cubicBezTo>
                      <a:pt x="0" y="23"/>
                      <a:pt x="20" y="38"/>
                      <a:pt x="40" y="38"/>
                    </a:cubicBezTo>
                    <a:cubicBezTo>
                      <a:pt x="58" y="39"/>
                      <a:pt x="80" y="53"/>
                      <a:pt x="63" y="73"/>
                    </a:cubicBezTo>
                    <a:cubicBezTo>
                      <a:pt x="73" y="71"/>
                      <a:pt x="87" y="52"/>
                      <a:pt x="87" y="43"/>
                    </a:cubicBezTo>
                    <a:cubicBezTo>
                      <a:pt x="88" y="38"/>
                      <a:pt x="86" y="36"/>
                      <a:pt x="83" y="34"/>
                    </a:cubicBezTo>
                    <a:cubicBezTo>
                      <a:pt x="80" y="31"/>
                      <a:pt x="77" y="29"/>
                      <a:pt x="74" y="28"/>
                    </a:cubicBezTo>
                    <a:cubicBezTo>
                      <a:pt x="66" y="24"/>
                      <a:pt x="64" y="19"/>
                      <a:pt x="58" y="14"/>
                    </a:cubicBezTo>
                    <a:cubicBezTo>
                      <a:pt x="53" y="19"/>
                      <a:pt x="45" y="23"/>
                      <a:pt x="35" y="22"/>
                    </a:cubicBezTo>
                    <a:cubicBezTo>
                      <a:pt x="22" y="21"/>
                      <a:pt x="8" y="13"/>
                      <a:pt x="6" y="4"/>
                    </a:cubicBezTo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0" name="Freeform 881">
                <a:extLst>
                  <a:ext uri="{FF2B5EF4-FFF2-40B4-BE49-F238E27FC236}">
                    <a16:creationId xmlns:a16="http://schemas.microsoft.com/office/drawing/2014/main" id="{8736E091-A0B7-4482-8AA1-D069BA8ED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460"/>
                <a:ext cx="14" cy="12"/>
              </a:xfrm>
              <a:custGeom>
                <a:avLst/>
                <a:gdLst>
                  <a:gd name="T0" fmla="*/ 0 w 6"/>
                  <a:gd name="T1" fmla="*/ 12 h 5"/>
                  <a:gd name="T2" fmla="*/ 77 w 6"/>
                  <a:gd name="T3" fmla="*/ 0 h 5"/>
                  <a:gd name="T4" fmla="*/ 12 w 6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2" y="1"/>
                      <a:pt x="4" y="1"/>
                      <a:pt x="6" y="0"/>
                    </a:cubicBezTo>
                    <a:cubicBezTo>
                      <a:pt x="4" y="2"/>
                      <a:pt x="3" y="4"/>
                      <a:pt x="1" y="5"/>
                    </a:cubicBezTo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1" name="Freeform 882">
                <a:extLst>
                  <a:ext uri="{FF2B5EF4-FFF2-40B4-BE49-F238E27FC236}">
                    <a16:creationId xmlns:a16="http://schemas.microsoft.com/office/drawing/2014/main" id="{6FA14957-C17B-4E1B-A721-D8967D91C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084"/>
                <a:ext cx="134" cy="208"/>
              </a:xfrm>
              <a:custGeom>
                <a:avLst/>
                <a:gdLst>
                  <a:gd name="T0" fmla="*/ 0 w 58"/>
                  <a:gd name="T1" fmla="*/ 0 h 84"/>
                  <a:gd name="T2" fmla="*/ 705 w 58"/>
                  <a:gd name="T3" fmla="*/ 1184 h 84"/>
                  <a:gd name="T4" fmla="*/ 652 w 58"/>
                  <a:gd name="T5" fmla="*/ 1275 h 84"/>
                  <a:gd name="T6" fmla="*/ 640 w 58"/>
                  <a:gd name="T7" fmla="*/ 943 h 84"/>
                  <a:gd name="T8" fmla="*/ 0 w 58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4">
                    <a:moveTo>
                      <a:pt x="0" y="0"/>
                    </a:moveTo>
                    <a:cubicBezTo>
                      <a:pt x="17" y="8"/>
                      <a:pt x="58" y="37"/>
                      <a:pt x="57" y="78"/>
                    </a:cubicBezTo>
                    <a:cubicBezTo>
                      <a:pt x="57" y="84"/>
                      <a:pt x="54" y="84"/>
                      <a:pt x="53" y="84"/>
                    </a:cubicBezTo>
                    <a:cubicBezTo>
                      <a:pt x="55" y="83"/>
                      <a:pt x="54" y="71"/>
                      <a:pt x="52" y="62"/>
                    </a:cubicBezTo>
                    <a:cubicBezTo>
                      <a:pt x="49" y="54"/>
                      <a:pt x="38" y="20"/>
                      <a:pt x="0" y="0"/>
                    </a:cubicBezTo>
                    <a:close/>
                  </a:path>
                </a:pathLst>
              </a:custGeom>
              <a:solidFill>
                <a:srgbClr val="F7E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2" name="Freeform 883">
                <a:extLst>
                  <a:ext uri="{FF2B5EF4-FFF2-40B4-BE49-F238E27FC236}">
                    <a16:creationId xmlns:a16="http://schemas.microsoft.com/office/drawing/2014/main" id="{AC82C730-4DA6-4D18-A867-AD1ED404E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062"/>
                <a:ext cx="148" cy="77"/>
              </a:xfrm>
              <a:custGeom>
                <a:avLst/>
                <a:gdLst>
                  <a:gd name="T0" fmla="*/ 423 w 64"/>
                  <a:gd name="T1" fmla="*/ 12 h 31"/>
                  <a:gd name="T2" fmla="*/ 0 w 64"/>
                  <a:gd name="T3" fmla="*/ 186 h 31"/>
                  <a:gd name="T4" fmla="*/ 791 w 64"/>
                  <a:gd name="T5" fmla="*/ 474 h 31"/>
                  <a:gd name="T6" fmla="*/ 423 w 64"/>
                  <a:gd name="T7" fmla="*/ 1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31">
                    <a:moveTo>
                      <a:pt x="34" y="1"/>
                    </a:moveTo>
                    <a:cubicBezTo>
                      <a:pt x="29" y="0"/>
                      <a:pt x="0" y="12"/>
                      <a:pt x="0" y="12"/>
                    </a:cubicBezTo>
                    <a:cubicBezTo>
                      <a:pt x="11" y="11"/>
                      <a:pt x="36" y="10"/>
                      <a:pt x="64" y="31"/>
                    </a:cubicBezTo>
                    <a:cubicBezTo>
                      <a:pt x="58" y="24"/>
                      <a:pt x="19" y="7"/>
                      <a:pt x="34" y="1"/>
                    </a:cubicBezTo>
                    <a:close/>
                  </a:path>
                </a:pathLst>
              </a:custGeom>
              <a:solidFill>
                <a:srgbClr val="C3B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3" name="Freeform 884">
                <a:extLst>
                  <a:ext uri="{FF2B5EF4-FFF2-40B4-BE49-F238E27FC236}">
                    <a16:creationId xmlns:a16="http://schemas.microsoft.com/office/drawing/2014/main" id="{2F4EB138-B27B-498F-9F99-31B0EC2A4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547"/>
                <a:ext cx="116" cy="123"/>
              </a:xfrm>
              <a:custGeom>
                <a:avLst/>
                <a:gdLst>
                  <a:gd name="T0" fmla="*/ 415 w 50"/>
                  <a:gd name="T1" fmla="*/ 733 h 50"/>
                  <a:gd name="T2" fmla="*/ 162 w 50"/>
                  <a:gd name="T3" fmla="*/ 539 h 50"/>
                  <a:gd name="T4" fmla="*/ 86 w 50"/>
                  <a:gd name="T5" fmla="*/ 399 h 50"/>
                  <a:gd name="T6" fmla="*/ 28 w 50"/>
                  <a:gd name="T7" fmla="*/ 376 h 50"/>
                  <a:gd name="T8" fmla="*/ 0 w 50"/>
                  <a:gd name="T9" fmla="*/ 103 h 50"/>
                  <a:gd name="T10" fmla="*/ 28 w 50"/>
                  <a:gd name="T11" fmla="*/ 42 h 50"/>
                  <a:gd name="T12" fmla="*/ 339 w 50"/>
                  <a:gd name="T13" fmla="*/ 207 h 50"/>
                  <a:gd name="T14" fmla="*/ 339 w 50"/>
                  <a:gd name="T15" fmla="*/ 194 h 50"/>
                  <a:gd name="T16" fmla="*/ 501 w 50"/>
                  <a:gd name="T17" fmla="*/ 376 h 50"/>
                  <a:gd name="T18" fmla="*/ 559 w 50"/>
                  <a:gd name="T19" fmla="*/ 460 h 50"/>
                  <a:gd name="T20" fmla="*/ 415 w 50"/>
                  <a:gd name="T21" fmla="*/ 733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50">
                    <a:moveTo>
                      <a:pt x="33" y="49"/>
                    </a:moveTo>
                    <a:cubicBezTo>
                      <a:pt x="24" y="49"/>
                      <a:pt x="17" y="42"/>
                      <a:pt x="13" y="36"/>
                    </a:cubicBezTo>
                    <a:cubicBezTo>
                      <a:pt x="11" y="33"/>
                      <a:pt x="8" y="30"/>
                      <a:pt x="7" y="27"/>
                    </a:cubicBezTo>
                    <a:cubicBezTo>
                      <a:pt x="6" y="23"/>
                      <a:pt x="4" y="28"/>
                      <a:pt x="2" y="25"/>
                    </a:cubicBezTo>
                    <a:cubicBezTo>
                      <a:pt x="1" y="23"/>
                      <a:pt x="1" y="11"/>
                      <a:pt x="0" y="7"/>
                    </a:cubicBezTo>
                    <a:cubicBezTo>
                      <a:pt x="0" y="6"/>
                      <a:pt x="1" y="4"/>
                      <a:pt x="2" y="3"/>
                    </a:cubicBezTo>
                    <a:cubicBezTo>
                      <a:pt x="7" y="0"/>
                      <a:pt x="18" y="7"/>
                      <a:pt x="27" y="14"/>
                    </a:cubicBezTo>
                    <a:cubicBezTo>
                      <a:pt x="27" y="14"/>
                      <a:pt x="27" y="14"/>
                      <a:pt x="27" y="13"/>
                    </a:cubicBezTo>
                    <a:cubicBezTo>
                      <a:pt x="31" y="17"/>
                      <a:pt x="35" y="21"/>
                      <a:pt x="40" y="25"/>
                    </a:cubicBezTo>
                    <a:cubicBezTo>
                      <a:pt x="42" y="27"/>
                      <a:pt x="43" y="29"/>
                      <a:pt x="45" y="31"/>
                    </a:cubicBezTo>
                    <a:cubicBezTo>
                      <a:pt x="50" y="36"/>
                      <a:pt x="47" y="50"/>
                      <a:pt x="33" y="49"/>
                    </a:cubicBezTo>
                    <a:close/>
                  </a:path>
                </a:pathLst>
              </a:custGeom>
              <a:solidFill>
                <a:srgbClr val="FFD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4" name="Freeform 885">
                <a:extLst>
                  <a:ext uri="{FF2B5EF4-FFF2-40B4-BE49-F238E27FC236}">
                    <a16:creationId xmlns:a16="http://schemas.microsoft.com/office/drawing/2014/main" id="{8CA3115B-BE28-42F1-9F3B-F2A52AF16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606"/>
                <a:ext cx="58" cy="57"/>
              </a:xfrm>
              <a:custGeom>
                <a:avLst/>
                <a:gdLst>
                  <a:gd name="T0" fmla="*/ 0 w 25"/>
                  <a:gd name="T1" fmla="*/ 0 h 23"/>
                  <a:gd name="T2" fmla="*/ 313 w 25"/>
                  <a:gd name="T3" fmla="*/ 307 h 23"/>
                  <a:gd name="T4" fmla="*/ 0 w 25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3">
                    <a:moveTo>
                      <a:pt x="0" y="0"/>
                    </a:moveTo>
                    <a:cubicBezTo>
                      <a:pt x="7" y="17"/>
                      <a:pt x="21" y="23"/>
                      <a:pt x="25" y="20"/>
                    </a:cubicBezTo>
                    <a:cubicBezTo>
                      <a:pt x="18" y="18"/>
                      <a:pt x="4" y="7"/>
                      <a:pt x="0" y="0"/>
                    </a:cubicBezTo>
                    <a:close/>
                  </a:path>
                </a:pathLst>
              </a:custGeom>
              <a:solidFill>
                <a:srgbClr val="F9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5" name="Freeform 886">
                <a:extLst>
                  <a:ext uri="{FF2B5EF4-FFF2-40B4-BE49-F238E27FC236}">
                    <a16:creationId xmlns:a16="http://schemas.microsoft.com/office/drawing/2014/main" id="{BE5B5989-CC56-4887-B577-D3DBAEBE5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561"/>
                <a:ext cx="88" cy="89"/>
              </a:xfrm>
              <a:custGeom>
                <a:avLst/>
                <a:gdLst>
                  <a:gd name="T0" fmla="*/ 435 w 38"/>
                  <a:gd name="T1" fmla="*/ 544 h 36"/>
                  <a:gd name="T2" fmla="*/ 0 w 38"/>
                  <a:gd name="T3" fmla="*/ 0 h 36"/>
                  <a:gd name="T4" fmla="*/ 435 w 38"/>
                  <a:gd name="T5" fmla="*/ 544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35" y="36"/>
                    </a:moveTo>
                    <a:cubicBezTo>
                      <a:pt x="38" y="28"/>
                      <a:pt x="28" y="15"/>
                      <a:pt x="0" y="0"/>
                    </a:cubicBezTo>
                    <a:cubicBezTo>
                      <a:pt x="9" y="7"/>
                      <a:pt x="37" y="27"/>
                      <a:pt x="35" y="36"/>
                    </a:cubicBezTo>
                    <a:close/>
                  </a:path>
                </a:pathLst>
              </a:custGeom>
              <a:solidFill>
                <a:srgbClr val="FFF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6" name="Freeform 887">
                <a:extLst>
                  <a:ext uri="{FF2B5EF4-FFF2-40B4-BE49-F238E27FC236}">
                    <a16:creationId xmlns:a16="http://schemas.microsoft.com/office/drawing/2014/main" id="{F4A4E052-14D0-416D-938B-B5A597467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094"/>
                <a:ext cx="362" cy="134"/>
              </a:xfrm>
              <a:custGeom>
                <a:avLst/>
                <a:gdLst>
                  <a:gd name="T0" fmla="*/ 0 w 156"/>
                  <a:gd name="T1" fmla="*/ 826 h 54"/>
                  <a:gd name="T2" fmla="*/ 1949 w 156"/>
                  <a:gd name="T3" fmla="*/ 752 h 54"/>
                  <a:gd name="T4" fmla="*/ 0 w 156"/>
                  <a:gd name="T5" fmla="*/ 826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6" h="54">
                    <a:moveTo>
                      <a:pt x="0" y="54"/>
                    </a:moveTo>
                    <a:cubicBezTo>
                      <a:pt x="11" y="42"/>
                      <a:pt x="84" y="0"/>
                      <a:pt x="156" y="49"/>
                    </a:cubicBezTo>
                    <a:cubicBezTo>
                      <a:pt x="140" y="40"/>
                      <a:pt x="70" y="15"/>
                      <a:pt x="0" y="54"/>
                    </a:cubicBezTo>
                    <a:close/>
                  </a:path>
                </a:pathLst>
              </a:custGeom>
              <a:solidFill>
                <a:srgbClr val="ECA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7" name="Freeform 888">
                <a:extLst>
                  <a:ext uri="{FF2B5EF4-FFF2-40B4-BE49-F238E27FC236}">
                    <a16:creationId xmlns:a16="http://schemas.microsoft.com/office/drawing/2014/main" id="{BE69BBCD-BF29-4174-B21B-A4253F7F2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144"/>
                <a:ext cx="209" cy="37"/>
              </a:xfrm>
              <a:custGeom>
                <a:avLst/>
                <a:gdLst>
                  <a:gd name="T0" fmla="*/ 1126 w 90"/>
                  <a:gd name="T1" fmla="*/ 212 h 15"/>
                  <a:gd name="T2" fmla="*/ 0 w 90"/>
                  <a:gd name="T3" fmla="*/ 224 h 15"/>
                  <a:gd name="T4" fmla="*/ 1126 w 90"/>
                  <a:gd name="T5" fmla="*/ 21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5">
                    <a:moveTo>
                      <a:pt x="90" y="14"/>
                    </a:moveTo>
                    <a:cubicBezTo>
                      <a:pt x="53" y="0"/>
                      <a:pt x="12" y="9"/>
                      <a:pt x="0" y="15"/>
                    </a:cubicBezTo>
                    <a:cubicBezTo>
                      <a:pt x="17" y="11"/>
                      <a:pt x="49" y="3"/>
                      <a:pt x="9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8" name="Freeform 889">
                <a:extLst>
                  <a:ext uri="{FF2B5EF4-FFF2-40B4-BE49-F238E27FC236}">
                    <a16:creationId xmlns:a16="http://schemas.microsoft.com/office/drawing/2014/main" id="{76A6894A-3797-483C-879C-31DFA365D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433"/>
                <a:ext cx="188" cy="54"/>
              </a:xfrm>
              <a:custGeom>
                <a:avLst/>
                <a:gdLst>
                  <a:gd name="T0" fmla="*/ 0 w 81"/>
                  <a:gd name="T1" fmla="*/ 174 h 22"/>
                  <a:gd name="T2" fmla="*/ 1012 w 81"/>
                  <a:gd name="T3" fmla="*/ 0 h 22"/>
                  <a:gd name="T4" fmla="*/ 0 w 81"/>
                  <a:gd name="T5" fmla="*/ 17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22">
                    <a:moveTo>
                      <a:pt x="0" y="12"/>
                    </a:moveTo>
                    <a:cubicBezTo>
                      <a:pt x="14" y="16"/>
                      <a:pt x="60" y="22"/>
                      <a:pt x="81" y="0"/>
                    </a:cubicBezTo>
                    <a:cubicBezTo>
                      <a:pt x="68" y="7"/>
                      <a:pt x="37" y="17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29" name="Freeform 890">
                <a:extLst>
                  <a:ext uri="{FF2B5EF4-FFF2-40B4-BE49-F238E27FC236}">
                    <a16:creationId xmlns:a16="http://schemas.microsoft.com/office/drawing/2014/main" id="{7E01B75D-D187-4F77-88CC-E8DB22FC5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527"/>
                <a:ext cx="62" cy="57"/>
              </a:xfrm>
              <a:custGeom>
                <a:avLst/>
                <a:gdLst>
                  <a:gd name="T0" fmla="*/ 94 w 27"/>
                  <a:gd name="T1" fmla="*/ 349 h 23"/>
                  <a:gd name="T2" fmla="*/ 326 w 27"/>
                  <a:gd name="T3" fmla="*/ 136 h 23"/>
                  <a:gd name="T4" fmla="*/ 94 w 27"/>
                  <a:gd name="T5" fmla="*/ 34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3">
                    <a:moveTo>
                      <a:pt x="8" y="23"/>
                    </a:moveTo>
                    <a:cubicBezTo>
                      <a:pt x="6" y="10"/>
                      <a:pt x="10" y="1"/>
                      <a:pt x="27" y="9"/>
                    </a:cubicBezTo>
                    <a:cubicBezTo>
                      <a:pt x="15" y="1"/>
                      <a:pt x="0" y="0"/>
                      <a:pt x="8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0" name="Freeform 891">
                <a:extLst>
                  <a:ext uri="{FF2B5EF4-FFF2-40B4-BE49-F238E27FC236}">
                    <a16:creationId xmlns:a16="http://schemas.microsoft.com/office/drawing/2014/main" id="{C59B7F0C-EC60-48A0-A9DE-C86707A78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74"/>
                <a:ext cx="54" cy="178"/>
              </a:xfrm>
              <a:custGeom>
                <a:avLst/>
                <a:gdLst>
                  <a:gd name="T0" fmla="*/ 221 w 23"/>
                  <a:gd name="T1" fmla="*/ 410 h 72"/>
                  <a:gd name="T2" fmla="*/ 298 w 23"/>
                  <a:gd name="T3" fmla="*/ 586 h 72"/>
                  <a:gd name="T4" fmla="*/ 221 w 23"/>
                  <a:gd name="T5" fmla="*/ 759 h 72"/>
                  <a:gd name="T6" fmla="*/ 249 w 23"/>
                  <a:gd name="T7" fmla="*/ 935 h 72"/>
                  <a:gd name="T8" fmla="*/ 171 w 23"/>
                  <a:gd name="T9" fmla="*/ 1088 h 72"/>
                  <a:gd name="T10" fmla="*/ 28 w 23"/>
                  <a:gd name="T11" fmla="*/ 818 h 72"/>
                  <a:gd name="T12" fmla="*/ 38 w 23"/>
                  <a:gd name="T13" fmla="*/ 677 h 72"/>
                  <a:gd name="T14" fmla="*/ 38 w 23"/>
                  <a:gd name="T15" fmla="*/ 556 h 72"/>
                  <a:gd name="T16" fmla="*/ 155 w 23"/>
                  <a:gd name="T17" fmla="*/ 331 h 72"/>
                  <a:gd name="T18" fmla="*/ 232 w 23"/>
                  <a:gd name="T19" fmla="*/ 0 h 72"/>
                  <a:gd name="T20" fmla="*/ 221 w 23"/>
                  <a:gd name="T21" fmla="*/ 319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72">
                    <a:moveTo>
                      <a:pt x="17" y="27"/>
                    </a:moveTo>
                    <a:cubicBezTo>
                      <a:pt x="18" y="31"/>
                      <a:pt x="23" y="35"/>
                      <a:pt x="23" y="39"/>
                    </a:cubicBezTo>
                    <a:cubicBezTo>
                      <a:pt x="23" y="43"/>
                      <a:pt x="18" y="45"/>
                      <a:pt x="17" y="50"/>
                    </a:cubicBezTo>
                    <a:cubicBezTo>
                      <a:pt x="17" y="54"/>
                      <a:pt x="20" y="58"/>
                      <a:pt x="19" y="62"/>
                    </a:cubicBezTo>
                    <a:cubicBezTo>
                      <a:pt x="18" y="65"/>
                      <a:pt x="15" y="69"/>
                      <a:pt x="13" y="72"/>
                    </a:cubicBezTo>
                    <a:cubicBezTo>
                      <a:pt x="9" y="67"/>
                      <a:pt x="0" y="62"/>
                      <a:pt x="2" y="54"/>
                    </a:cubicBezTo>
                    <a:cubicBezTo>
                      <a:pt x="3" y="50"/>
                      <a:pt x="5" y="49"/>
                      <a:pt x="3" y="45"/>
                    </a:cubicBezTo>
                    <a:cubicBezTo>
                      <a:pt x="2" y="42"/>
                      <a:pt x="1" y="40"/>
                      <a:pt x="3" y="37"/>
                    </a:cubicBezTo>
                    <a:cubicBezTo>
                      <a:pt x="5" y="31"/>
                      <a:pt x="12" y="29"/>
                      <a:pt x="12" y="22"/>
                    </a:cubicBezTo>
                    <a:cubicBezTo>
                      <a:pt x="12" y="14"/>
                      <a:pt x="10" y="7"/>
                      <a:pt x="18" y="0"/>
                    </a:cubicBezTo>
                    <a:cubicBezTo>
                      <a:pt x="14" y="6"/>
                      <a:pt x="14" y="15"/>
                      <a:pt x="17" y="21"/>
                    </a:cubicBezTo>
                  </a:path>
                </a:pathLst>
              </a:custGeom>
              <a:solidFill>
                <a:srgbClr val="FDD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1" name="Freeform 892">
                <a:extLst>
                  <a:ext uri="{FF2B5EF4-FFF2-40B4-BE49-F238E27FC236}">
                    <a16:creationId xmlns:a16="http://schemas.microsoft.com/office/drawing/2014/main" id="{3B309CD0-D590-4DBD-A1A3-2A3B8FF26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406"/>
                <a:ext cx="30" cy="42"/>
              </a:xfrm>
              <a:custGeom>
                <a:avLst/>
                <a:gdLst>
                  <a:gd name="T0" fmla="*/ 85 w 13"/>
                  <a:gd name="T1" fmla="*/ 0 h 17"/>
                  <a:gd name="T2" fmla="*/ 159 w 13"/>
                  <a:gd name="T3" fmla="*/ 257 h 17"/>
                  <a:gd name="T4" fmla="*/ 65 w 13"/>
                  <a:gd name="T5" fmla="*/ 3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7" y="0"/>
                    </a:moveTo>
                    <a:cubicBezTo>
                      <a:pt x="0" y="5"/>
                      <a:pt x="5" y="16"/>
                      <a:pt x="13" y="17"/>
                    </a:cubicBezTo>
                    <a:cubicBezTo>
                      <a:pt x="7" y="13"/>
                      <a:pt x="7" y="9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2" name="Freeform 893">
                <a:extLst>
                  <a:ext uri="{FF2B5EF4-FFF2-40B4-BE49-F238E27FC236}">
                    <a16:creationId xmlns:a16="http://schemas.microsoft.com/office/drawing/2014/main" id="{0660276F-822C-4AC5-9004-ABD1186D3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749"/>
                <a:ext cx="28" cy="67"/>
              </a:xfrm>
              <a:custGeom>
                <a:avLst/>
                <a:gdLst>
                  <a:gd name="T0" fmla="*/ 86 w 12"/>
                  <a:gd name="T1" fmla="*/ 74 h 27"/>
                  <a:gd name="T2" fmla="*/ 28 w 12"/>
                  <a:gd name="T3" fmla="*/ 136 h 27"/>
                  <a:gd name="T4" fmla="*/ 28 w 12"/>
                  <a:gd name="T5" fmla="*/ 216 h 27"/>
                  <a:gd name="T6" fmla="*/ 28 w 12"/>
                  <a:gd name="T7" fmla="*/ 412 h 27"/>
                  <a:gd name="T8" fmla="*/ 86 w 12"/>
                  <a:gd name="T9" fmla="*/ 196 h 27"/>
                  <a:gd name="T10" fmla="*/ 142 w 12"/>
                  <a:gd name="T11" fmla="*/ 104 h 27"/>
                  <a:gd name="T12" fmla="*/ 114 w 12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7">
                    <a:moveTo>
                      <a:pt x="7" y="5"/>
                    </a:moveTo>
                    <a:cubicBezTo>
                      <a:pt x="5" y="6"/>
                      <a:pt x="3" y="7"/>
                      <a:pt x="2" y="9"/>
                    </a:cubicBezTo>
                    <a:cubicBezTo>
                      <a:pt x="0" y="11"/>
                      <a:pt x="2" y="11"/>
                      <a:pt x="2" y="14"/>
                    </a:cubicBezTo>
                    <a:cubicBezTo>
                      <a:pt x="3" y="18"/>
                      <a:pt x="1" y="23"/>
                      <a:pt x="2" y="27"/>
                    </a:cubicBezTo>
                    <a:cubicBezTo>
                      <a:pt x="7" y="25"/>
                      <a:pt x="5" y="16"/>
                      <a:pt x="7" y="13"/>
                    </a:cubicBezTo>
                    <a:cubicBezTo>
                      <a:pt x="9" y="11"/>
                      <a:pt x="11" y="10"/>
                      <a:pt x="11" y="7"/>
                    </a:cubicBezTo>
                    <a:cubicBezTo>
                      <a:pt x="12" y="4"/>
                      <a:pt x="9" y="3"/>
                      <a:pt x="9" y="0"/>
                    </a:cubicBezTo>
                  </a:path>
                </a:pathLst>
              </a:custGeom>
              <a:solidFill>
                <a:srgbClr val="FDD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3" name="Freeform 894">
                <a:extLst>
                  <a:ext uri="{FF2B5EF4-FFF2-40B4-BE49-F238E27FC236}">
                    <a16:creationId xmlns:a16="http://schemas.microsoft.com/office/drawing/2014/main" id="{BAE46522-1065-44F2-93B0-879701F03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222"/>
                <a:ext cx="25" cy="128"/>
              </a:xfrm>
              <a:custGeom>
                <a:avLst/>
                <a:gdLst>
                  <a:gd name="T0" fmla="*/ 45 w 11"/>
                  <a:gd name="T1" fmla="*/ 0 h 52"/>
                  <a:gd name="T2" fmla="*/ 0 w 11"/>
                  <a:gd name="T3" fmla="*/ 327 h 52"/>
                  <a:gd name="T4" fmla="*/ 45 w 11"/>
                  <a:gd name="T5" fmla="*/ 775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2">
                    <a:moveTo>
                      <a:pt x="4" y="0"/>
                    </a:moveTo>
                    <a:cubicBezTo>
                      <a:pt x="3" y="7"/>
                      <a:pt x="0" y="16"/>
                      <a:pt x="0" y="22"/>
                    </a:cubicBezTo>
                    <a:cubicBezTo>
                      <a:pt x="0" y="30"/>
                      <a:pt x="11" y="44"/>
                      <a:pt x="4" y="52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4" name="Freeform 895">
                <a:extLst>
                  <a:ext uri="{FF2B5EF4-FFF2-40B4-BE49-F238E27FC236}">
                    <a16:creationId xmlns:a16="http://schemas.microsoft.com/office/drawing/2014/main" id="{22E55AA1-68B7-4166-9279-AA43A0237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3036"/>
                <a:ext cx="90" cy="52"/>
              </a:xfrm>
              <a:custGeom>
                <a:avLst/>
                <a:gdLst>
                  <a:gd name="T0" fmla="*/ 480 w 39"/>
                  <a:gd name="T1" fmla="*/ 0 h 21"/>
                  <a:gd name="T2" fmla="*/ 282 w 39"/>
                  <a:gd name="T3" fmla="*/ 104 h 21"/>
                  <a:gd name="T4" fmla="*/ 0 w 39"/>
                  <a:gd name="T5" fmla="*/ 31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1">
                    <a:moveTo>
                      <a:pt x="39" y="0"/>
                    </a:moveTo>
                    <a:cubicBezTo>
                      <a:pt x="34" y="8"/>
                      <a:pt x="29" y="3"/>
                      <a:pt x="23" y="7"/>
                    </a:cubicBezTo>
                    <a:cubicBezTo>
                      <a:pt x="18" y="9"/>
                      <a:pt x="6" y="21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5" name="Freeform 896">
                <a:extLst>
                  <a:ext uri="{FF2B5EF4-FFF2-40B4-BE49-F238E27FC236}">
                    <a16:creationId xmlns:a16="http://schemas.microsoft.com/office/drawing/2014/main" id="{D1E8DFED-8A22-4E5E-9E8B-7474176AF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950"/>
                <a:ext cx="100" cy="42"/>
              </a:xfrm>
              <a:custGeom>
                <a:avLst/>
                <a:gdLst>
                  <a:gd name="T0" fmla="*/ 542 w 43"/>
                  <a:gd name="T1" fmla="*/ 12 h 17"/>
                  <a:gd name="T2" fmla="*/ 0 w 43"/>
                  <a:gd name="T3" fmla="*/ 9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">
                    <a:moveTo>
                      <a:pt x="43" y="1"/>
                    </a:moveTo>
                    <a:cubicBezTo>
                      <a:pt x="33" y="0"/>
                      <a:pt x="13" y="17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6" name="Freeform 897">
                <a:extLst>
                  <a:ext uri="{FF2B5EF4-FFF2-40B4-BE49-F238E27FC236}">
                    <a16:creationId xmlns:a16="http://schemas.microsoft.com/office/drawing/2014/main" id="{1B6008E6-BB61-4687-8533-607E70AB3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3217"/>
                <a:ext cx="28" cy="116"/>
              </a:xfrm>
              <a:custGeom>
                <a:avLst/>
                <a:gdLst>
                  <a:gd name="T0" fmla="*/ 0 w 12"/>
                  <a:gd name="T1" fmla="*/ 0 h 47"/>
                  <a:gd name="T2" fmla="*/ 77 w 12"/>
                  <a:gd name="T3" fmla="*/ 706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7">
                    <a:moveTo>
                      <a:pt x="0" y="0"/>
                    </a:moveTo>
                    <a:cubicBezTo>
                      <a:pt x="12" y="18"/>
                      <a:pt x="8" y="34"/>
                      <a:pt x="6" y="47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7" name="Freeform 898">
                <a:extLst>
                  <a:ext uri="{FF2B5EF4-FFF2-40B4-BE49-F238E27FC236}">
                    <a16:creationId xmlns:a16="http://schemas.microsoft.com/office/drawing/2014/main" id="{B2DFF76A-BE68-40FC-95C4-0BB7FB829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3222"/>
                <a:ext cx="30" cy="121"/>
              </a:xfrm>
              <a:custGeom>
                <a:avLst/>
                <a:gdLst>
                  <a:gd name="T0" fmla="*/ 12 w 13"/>
                  <a:gd name="T1" fmla="*/ 0 h 49"/>
                  <a:gd name="T2" fmla="*/ 0 w 13"/>
                  <a:gd name="T3" fmla="*/ 738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9">
                    <a:moveTo>
                      <a:pt x="1" y="0"/>
                    </a:moveTo>
                    <a:cubicBezTo>
                      <a:pt x="6" y="11"/>
                      <a:pt x="13" y="38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8" name="Freeform 899">
                <a:extLst>
                  <a:ext uri="{FF2B5EF4-FFF2-40B4-BE49-F238E27FC236}">
                    <a16:creationId xmlns:a16="http://schemas.microsoft.com/office/drawing/2014/main" id="{E99B9319-8EB3-455C-B2CD-8BB71B6D3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3232"/>
                <a:ext cx="14" cy="118"/>
              </a:xfrm>
              <a:custGeom>
                <a:avLst/>
                <a:gdLst>
                  <a:gd name="T0" fmla="*/ 49 w 6"/>
                  <a:gd name="T1" fmla="*/ 0 h 48"/>
                  <a:gd name="T2" fmla="*/ 77 w 6"/>
                  <a:gd name="T3" fmla="*/ 71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8">
                    <a:moveTo>
                      <a:pt x="4" y="0"/>
                    </a:moveTo>
                    <a:cubicBezTo>
                      <a:pt x="0" y="12"/>
                      <a:pt x="5" y="35"/>
                      <a:pt x="6" y="48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39" name="Freeform 900">
                <a:extLst>
                  <a:ext uri="{FF2B5EF4-FFF2-40B4-BE49-F238E27FC236}">
                    <a16:creationId xmlns:a16="http://schemas.microsoft.com/office/drawing/2014/main" id="{26FC7690-6266-4EFD-AC2C-54142032D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190"/>
                <a:ext cx="28" cy="145"/>
              </a:xfrm>
              <a:custGeom>
                <a:avLst/>
                <a:gdLst>
                  <a:gd name="T0" fmla="*/ 0 w 12"/>
                  <a:gd name="T1" fmla="*/ 0 h 59"/>
                  <a:gd name="T2" fmla="*/ 0 w 12"/>
                  <a:gd name="T3" fmla="*/ 875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9">
                    <a:moveTo>
                      <a:pt x="0" y="0"/>
                    </a:moveTo>
                    <a:cubicBezTo>
                      <a:pt x="12" y="27"/>
                      <a:pt x="5" y="46"/>
                      <a:pt x="0" y="59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0" name="Freeform 901">
                <a:extLst>
                  <a:ext uri="{FF2B5EF4-FFF2-40B4-BE49-F238E27FC236}">
                    <a16:creationId xmlns:a16="http://schemas.microsoft.com/office/drawing/2014/main" id="{336436C6-6C88-4CE9-9F2D-4F25F9FB4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224"/>
                <a:ext cx="14" cy="111"/>
              </a:xfrm>
              <a:custGeom>
                <a:avLst/>
                <a:gdLst>
                  <a:gd name="T0" fmla="*/ 37 w 6"/>
                  <a:gd name="T1" fmla="*/ 0 h 45"/>
                  <a:gd name="T2" fmla="*/ 77 w 6"/>
                  <a:gd name="T3" fmla="*/ 676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5">
                    <a:moveTo>
                      <a:pt x="3" y="0"/>
                    </a:moveTo>
                    <a:cubicBezTo>
                      <a:pt x="0" y="12"/>
                      <a:pt x="2" y="33"/>
                      <a:pt x="6" y="45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1" name="Freeform 902">
                <a:extLst>
                  <a:ext uri="{FF2B5EF4-FFF2-40B4-BE49-F238E27FC236}">
                    <a16:creationId xmlns:a16="http://schemas.microsoft.com/office/drawing/2014/main" id="{A1130551-1EC1-40B6-82CB-A57964B4F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192"/>
                <a:ext cx="26" cy="124"/>
              </a:xfrm>
              <a:custGeom>
                <a:avLst/>
                <a:gdLst>
                  <a:gd name="T0" fmla="*/ 144 w 11"/>
                  <a:gd name="T1" fmla="*/ 0 h 50"/>
                  <a:gd name="T2" fmla="*/ 118 w 11"/>
                  <a:gd name="T3" fmla="*/ 764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0">
                    <a:moveTo>
                      <a:pt x="11" y="0"/>
                    </a:moveTo>
                    <a:cubicBezTo>
                      <a:pt x="3" y="11"/>
                      <a:pt x="0" y="40"/>
                      <a:pt x="9" y="5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2" name="Freeform 903">
                <a:extLst>
                  <a:ext uri="{FF2B5EF4-FFF2-40B4-BE49-F238E27FC236}">
                    <a16:creationId xmlns:a16="http://schemas.microsoft.com/office/drawing/2014/main" id="{3BFA99F2-23E7-4AC8-B007-C7DE5247F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3182"/>
                <a:ext cx="25" cy="69"/>
              </a:xfrm>
              <a:custGeom>
                <a:avLst/>
                <a:gdLst>
                  <a:gd name="T0" fmla="*/ 130 w 11"/>
                  <a:gd name="T1" fmla="*/ 0 h 28"/>
                  <a:gd name="T2" fmla="*/ 0 w 11"/>
                  <a:gd name="T3" fmla="*/ 41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8">
                    <a:moveTo>
                      <a:pt x="11" y="0"/>
                    </a:moveTo>
                    <a:cubicBezTo>
                      <a:pt x="7" y="5"/>
                      <a:pt x="5" y="27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3" name="Freeform 904">
                <a:extLst>
                  <a:ext uri="{FF2B5EF4-FFF2-40B4-BE49-F238E27FC236}">
                    <a16:creationId xmlns:a16="http://schemas.microsoft.com/office/drawing/2014/main" id="{0B048959-DEBB-48C9-AF75-5F0E9236D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3155"/>
                <a:ext cx="21" cy="82"/>
              </a:xfrm>
              <a:custGeom>
                <a:avLst/>
                <a:gdLst>
                  <a:gd name="T0" fmla="*/ 114 w 9"/>
                  <a:gd name="T1" fmla="*/ 0 h 33"/>
                  <a:gd name="T2" fmla="*/ 12 w 9"/>
                  <a:gd name="T3" fmla="*/ 50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9" y="0"/>
                    </a:moveTo>
                    <a:cubicBezTo>
                      <a:pt x="4" y="11"/>
                      <a:pt x="0" y="24"/>
                      <a:pt x="1" y="33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4" name="Freeform 905">
                <a:extLst>
                  <a:ext uri="{FF2B5EF4-FFF2-40B4-BE49-F238E27FC236}">
                    <a16:creationId xmlns:a16="http://schemas.microsoft.com/office/drawing/2014/main" id="{2F732BB0-C9F5-4973-8816-D71FB218D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128"/>
                <a:ext cx="32" cy="76"/>
              </a:xfrm>
              <a:custGeom>
                <a:avLst/>
                <a:gdLst>
                  <a:gd name="T0" fmla="*/ 167 w 14"/>
                  <a:gd name="T1" fmla="*/ 0 h 31"/>
                  <a:gd name="T2" fmla="*/ 0 w 14"/>
                  <a:gd name="T3" fmla="*/ 44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14" y="5"/>
                      <a:pt x="7" y="31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5" name="Freeform 906">
                <a:extLst>
                  <a:ext uri="{FF2B5EF4-FFF2-40B4-BE49-F238E27FC236}">
                    <a16:creationId xmlns:a16="http://schemas.microsoft.com/office/drawing/2014/main" id="{718F8BFF-1898-482B-AB28-2BFA26C7C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801"/>
                <a:ext cx="70" cy="18"/>
              </a:xfrm>
              <a:custGeom>
                <a:avLst/>
                <a:gdLst>
                  <a:gd name="T0" fmla="*/ 380 w 30"/>
                  <a:gd name="T1" fmla="*/ 21 h 7"/>
                  <a:gd name="T2" fmla="*/ 0 w 30"/>
                  <a:gd name="T3" fmla="*/ 33 h 7"/>
                  <a:gd name="T4" fmla="*/ 37 w 3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">
                    <a:moveTo>
                      <a:pt x="30" y="1"/>
                    </a:moveTo>
                    <a:cubicBezTo>
                      <a:pt x="19" y="1"/>
                      <a:pt x="11" y="7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6" name="Freeform 907">
                <a:extLst>
                  <a:ext uri="{FF2B5EF4-FFF2-40B4-BE49-F238E27FC236}">
                    <a16:creationId xmlns:a16="http://schemas.microsoft.com/office/drawing/2014/main" id="{0ED9F160-C67B-43AF-8A14-021DF9767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707"/>
                <a:ext cx="25" cy="13"/>
              </a:xfrm>
              <a:custGeom>
                <a:avLst/>
                <a:gdLst>
                  <a:gd name="T0" fmla="*/ 130 w 11"/>
                  <a:gd name="T1" fmla="*/ 88 h 5"/>
                  <a:gd name="T2" fmla="*/ 25 w 1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11" y="5"/>
                    </a:moveTo>
                    <a:cubicBezTo>
                      <a:pt x="8" y="4"/>
                      <a:pt x="0" y="5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7" name="Freeform 908">
                <a:extLst>
                  <a:ext uri="{FF2B5EF4-FFF2-40B4-BE49-F238E27FC236}">
                    <a16:creationId xmlns:a16="http://schemas.microsoft.com/office/drawing/2014/main" id="{4B9FF127-8726-443C-B5C3-E044CB318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660"/>
                <a:ext cx="26" cy="13"/>
              </a:xfrm>
              <a:custGeom>
                <a:avLst/>
                <a:gdLst>
                  <a:gd name="T0" fmla="*/ 144 w 11"/>
                  <a:gd name="T1" fmla="*/ 88 h 5"/>
                  <a:gd name="T2" fmla="*/ 0 w 11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11" y="5"/>
                    </a:moveTo>
                    <a:cubicBezTo>
                      <a:pt x="7" y="3"/>
                      <a:pt x="4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8" name="Freeform 909">
                <a:extLst>
                  <a:ext uri="{FF2B5EF4-FFF2-40B4-BE49-F238E27FC236}">
                    <a16:creationId xmlns:a16="http://schemas.microsoft.com/office/drawing/2014/main" id="{5D107C4E-5A97-499B-836A-D5FD3E2EB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589"/>
                <a:ext cx="21" cy="19"/>
              </a:xfrm>
              <a:custGeom>
                <a:avLst/>
                <a:gdLst>
                  <a:gd name="T0" fmla="*/ 114 w 9"/>
                  <a:gd name="T1" fmla="*/ 107 h 8"/>
                  <a:gd name="T2" fmla="*/ 0 w 9"/>
                  <a:gd name="T3" fmla="*/ 1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9" y="8"/>
                    </a:moveTo>
                    <a:cubicBezTo>
                      <a:pt x="8" y="3"/>
                      <a:pt x="5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49" name="Freeform 910">
                <a:extLst>
                  <a:ext uri="{FF2B5EF4-FFF2-40B4-BE49-F238E27FC236}">
                    <a16:creationId xmlns:a16="http://schemas.microsoft.com/office/drawing/2014/main" id="{147B11E1-7B33-4697-A4B1-19F18CE57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591"/>
                <a:ext cx="30" cy="27"/>
              </a:xfrm>
              <a:custGeom>
                <a:avLst/>
                <a:gdLst>
                  <a:gd name="T0" fmla="*/ 159 w 13"/>
                  <a:gd name="T1" fmla="*/ 162 h 11"/>
                  <a:gd name="T2" fmla="*/ 0 w 1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13" y="11"/>
                    </a:moveTo>
                    <a:cubicBezTo>
                      <a:pt x="9" y="9"/>
                      <a:pt x="6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0427" name="Group 1112">
              <a:extLst>
                <a:ext uri="{FF2B5EF4-FFF2-40B4-BE49-F238E27FC236}">
                  <a16:creationId xmlns:a16="http://schemas.microsoft.com/office/drawing/2014/main" id="{70C6C852-2056-4F50-839A-CF284BCFFF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8" y="1273"/>
              <a:ext cx="2398" cy="2322"/>
              <a:chOff x="2978" y="1273"/>
              <a:chExt cx="2398" cy="2322"/>
            </a:xfrm>
          </p:grpSpPr>
          <p:sp>
            <p:nvSpPr>
              <p:cNvPr id="50450" name="Freeform 912">
                <a:extLst>
                  <a:ext uri="{FF2B5EF4-FFF2-40B4-BE49-F238E27FC236}">
                    <a16:creationId xmlns:a16="http://schemas.microsoft.com/office/drawing/2014/main" id="{F26E1538-237B-42EB-BC59-F2EDA5C0E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601"/>
                <a:ext cx="7" cy="17"/>
              </a:xfrm>
              <a:custGeom>
                <a:avLst/>
                <a:gdLst>
                  <a:gd name="T0" fmla="*/ 37 w 3"/>
                  <a:gd name="T1" fmla="*/ 100 h 7"/>
                  <a:gd name="T2" fmla="*/ 0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7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1" name="Freeform 913">
                <a:extLst>
                  <a:ext uri="{FF2B5EF4-FFF2-40B4-BE49-F238E27FC236}">
                    <a16:creationId xmlns:a16="http://schemas.microsoft.com/office/drawing/2014/main" id="{E2407918-0179-4028-A1F6-B18A1897F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623"/>
                <a:ext cx="7" cy="27"/>
              </a:xfrm>
              <a:custGeom>
                <a:avLst/>
                <a:gdLst>
                  <a:gd name="T0" fmla="*/ 28 w 3"/>
                  <a:gd name="T1" fmla="*/ 162 h 11"/>
                  <a:gd name="T2" fmla="*/ 0 w 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2" y="11"/>
                    </a:moveTo>
                    <a:cubicBezTo>
                      <a:pt x="3" y="7"/>
                      <a:pt x="3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2" name="Freeform 914">
                <a:extLst>
                  <a:ext uri="{FF2B5EF4-FFF2-40B4-BE49-F238E27FC236}">
                    <a16:creationId xmlns:a16="http://schemas.microsoft.com/office/drawing/2014/main" id="{1C2731E3-2335-4CA5-A6C7-04460DB62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227"/>
                <a:ext cx="17" cy="118"/>
              </a:xfrm>
              <a:custGeom>
                <a:avLst/>
                <a:gdLst>
                  <a:gd name="T0" fmla="*/ 58 w 7"/>
                  <a:gd name="T1" fmla="*/ 0 h 48"/>
                  <a:gd name="T2" fmla="*/ 100 w 7"/>
                  <a:gd name="T3" fmla="*/ 71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8">
                    <a:moveTo>
                      <a:pt x="4" y="0"/>
                    </a:moveTo>
                    <a:cubicBezTo>
                      <a:pt x="4" y="14"/>
                      <a:pt x="0" y="35"/>
                      <a:pt x="7" y="48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3" name="Freeform 915">
                <a:extLst>
                  <a:ext uri="{FF2B5EF4-FFF2-40B4-BE49-F238E27FC236}">
                    <a16:creationId xmlns:a16="http://schemas.microsoft.com/office/drawing/2014/main" id="{E7AC1E3F-764F-4F52-9559-51CAE394A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3207"/>
                <a:ext cx="14" cy="119"/>
              </a:xfrm>
              <a:custGeom>
                <a:avLst/>
                <a:gdLst>
                  <a:gd name="T0" fmla="*/ 28 w 6"/>
                  <a:gd name="T1" fmla="*/ 0 h 48"/>
                  <a:gd name="T2" fmla="*/ 37 w 6"/>
                  <a:gd name="T3" fmla="*/ 578 h 48"/>
                  <a:gd name="T4" fmla="*/ 65 w 6"/>
                  <a:gd name="T5" fmla="*/ 73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8">
                    <a:moveTo>
                      <a:pt x="2" y="0"/>
                    </a:moveTo>
                    <a:cubicBezTo>
                      <a:pt x="1" y="13"/>
                      <a:pt x="0" y="25"/>
                      <a:pt x="3" y="38"/>
                    </a:cubicBezTo>
                    <a:cubicBezTo>
                      <a:pt x="4" y="41"/>
                      <a:pt x="6" y="47"/>
                      <a:pt x="5" y="48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4" name="Freeform 916">
                <a:extLst>
                  <a:ext uri="{FF2B5EF4-FFF2-40B4-BE49-F238E27FC236}">
                    <a16:creationId xmlns:a16="http://schemas.microsoft.com/office/drawing/2014/main" id="{BA482D65-CFBE-4B6B-8BF1-985769748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073"/>
                <a:ext cx="37" cy="62"/>
              </a:xfrm>
              <a:custGeom>
                <a:avLst/>
                <a:gdLst>
                  <a:gd name="T0" fmla="*/ 199 w 16"/>
                  <a:gd name="T1" fmla="*/ 0 h 25"/>
                  <a:gd name="T2" fmla="*/ 0 w 16"/>
                  <a:gd name="T3" fmla="*/ 3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9" y="5"/>
                      <a:pt x="3" y="16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5" name="Freeform 917">
                <a:extLst>
                  <a:ext uri="{FF2B5EF4-FFF2-40B4-BE49-F238E27FC236}">
                    <a16:creationId xmlns:a16="http://schemas.microsoft.com/office/drawing/2014/main" id="{D6A60CCA-5F35-4D26-87A2-FB427CD21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088"/>
                <a:ext cx="41" cy="60"/>
              </a:xfrm>
              <a:custGeom>
                <a:avLst/>
                <a:gdLst>
                  <a:gd name="T0" fmla="*/ 212 w 18"/>
                  <a:gd name="T1" fmla="*/ 0 h 24"/>
                  <a:gd name="T2" fmla="*/ 0 w 18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18" y="0"/>
                    </a:moveTo>
                    <a:cubicBezTo>
                      <a:pt x="16" y="9"/>
                      <a:pt x="6" y="20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6" name="Freeform 918">
                <a:extLst>
                  <a:ext uri="{FF2B5EF4-FFF2-40B4-BE49-F238E27FC236}">
                    <a16:creationId xmlns:a16="http://schemas.microsoft.com/office/drawing/2014/main" id="{C62D2797-457F-4BFB-9942-0624ECCC5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900"/>
                <a:ext cx="83" cy="37"/>
              </a:xfrm>
              <a:custGeom>
                <a:avLst/>
                <a:gdLst>
                  <a:gd name="T0" fmla="*/ 440 w 36"/>
                  <a:gd name="T1" fmla="*/ 30 h 15"/>
                  <a:gd name="T2" fmla="*/ 65 w 3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36" y="2"/>
                    </a:moveTo>
                    <a:cubicBezTo>
                      <a:pt x="31" y="4"/>
                      <a:pt x="0" y="15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7" name="Freeform 919">
                <a:extLst>
                  <a:ext uri="{FF2B5EF4-FFF2-40B4-BE49-F238E27FC236}">
                    <a16:creationId xmlns:a16="http://schemas.microsoft.com/office/drawing/2014/main" id="{B9D72E24-0159-475A-B10D-F0CCF7BCB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863"/>
                <a:ext cx="61" cy="15"/>
              </a:xfrm>
              <a:custGeom>
                <a:avLst/>
                <a:gdLst>
                  <a:gd name="T0" fmla="*/ 336 w 26"/>
                  <a:gd name="T1" fmla="*/ 50 h 6"/>
                  <a:gd name="T2" fmla="*/ 12 w 26"/>
                  <a:gd name="T3" fmla="*/ 95 h 6"/>
                  <a:gd name="T4" fmla="*/ 0 w 2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">
                    <a:moveTo>
                      <a:pt x="26" y="3"/>
                    </a:moveTo>
                    <a:cubicBezTo>
                      <a:pt x="18" y="5"/>
                      <a:pt x="9" y="4"/>
                      <a:pt x="1" y="6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8" name="Freeform 920">
                <a:extLst>
                  <a:ext uri="{FF2B5EF4-FFF2-40B4-BE49-F238E27FC236}">
                    <a16:creationId xmlns:a16="http://schemas.microsoft.com/office/drawing/2014/main" id="{D5DB1B33-1A1A-4D0C-B42C-784B64C1E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747"/>
                <a:ext cx="25" cy="17"/>
              </a:xfrm>
              <a:custGeom>
                <a:avLst/>
                <a:gdLst>
                  <a:gd name="T0" fmla="*/ 130 w 11"/>
                  <a:gd name="T1" fmla="*/ 87 h 7"/>
                  <a:gd name="T2" fmla="*/ 0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6"/>
                    </a:moveTo>
                    <a:cubicBezTo>
                      <a:pt x="7" y="7"/>
                      <a:pt x="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9" name="Freeform 921">
                <a:extLst>
                  <a:ext uri="{FF2B5EF4-FFF2-40B4-BE49-F238E27FC236}">
                    <a16:creationId xmlns:a16="http://schemas.microsoft.com/office/drawing/2014/main" id="{1389D89D-35AF-4892-9402-FE92B221C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584"/>
                <a:ext cx="14" cy="17"/>
              </a:xfrm>
              <a:custGeom>
                <a:avLst/>
                <a:gdLst>
                  <a:gd name="T0" fmla="*/ 77 w 6"/>
                  <a:gd name="T1" fmla="*/ 100 h 7"/>
                  <a:gd name="T2" fmla="*/ 0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5" y="4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0" name="Freeform 922">
                <a:extLst>
                  <a:ext uri="{FF2B5EF4-FFF2-40B4-BE49-F238E27FC236}">
                    <a16:creationId xmlns:a16="http://schemas.microsoft.com/office/drawing/2014/main" id="{DE1C360D-EC2E-4D3F-9C73-0C4AC0F76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628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1" name="Freeform 923">
                <a:extLst>
                  <a:ext uri="{FF2B5EF4-FFF2-40B4-BE49-F238E27FC236}">
                    <a16:creationId xmlns:a16="http://schemas.microsoft.com/office/drawing/2014/main" id="{F5FEAC05-6D4C-4C0F-B6D6-9AC655008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3155"/>
                <a:ext cx="44" cy="96"/>
              </a:xfrm>
              <a:custGeom>
                <a:avLst/>
                <a:gdLst>
                  <a:gd name="T0" fmla="*/ 0 w 19"/>
                  <a:gd name="T1" fmla="*/ 0 h 39"/>
                  <a:gd name="T2" fmla="*/ 188 w 19"/>
                  <a:gd name="T3" fmla="*/ 581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9">
                    <a:moveTo>
                      <a:pt x="0" y="0"/>
                    </a:moveTo>
                    <a:cubicBezTo>
                      <a:pt x="4" y="10"/>
                      <a:pt x="19" y="29"/>
                      <a:pt x="15" y="3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2" name="Freeform 924">
                <a:extLst>
                  <a:ext uri="{FF2B5EF4-FFF2-40B4-BE49-F238E27FC236}">
                    <a16:creationId xmlns:a16="http://schemas.microsoft.com/office/drawing/2014/main" id="{8E0856ED-F74C-4E5D-B857-26D0D4A98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3170"/>
                <a:ext cx="16" cy="86"/>
              </a:xfrm>
              <a:custGeom>
                <a:avLst/>
                <a:gdLst>
                  <a:gd name="T0" fmla="*/ 73 w 7"/>
                  <a:gd name="T1" fmla="*/ 0 h 35"/>
                  <a:gd name="T2" fmla="*/ 48 w 7"/>
                  <a:gd name="T3" fmla="*/ 327 h 35"/>
                  <a:gd name="T4" fmla="*/ 0 w 7"/>
                  <a:gd name="T5" fmla="*/ 51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5">
                    <a:moveTo>
                      <a:pt x="6" y="0"/>
                    </a:moveTo>
                    <a:cubicBezTo>
                      <a:pt x="7" y="5"/>
                      <a:pt x="4" y="16"/>
                      <a:pt x="4" y="22"/>
                    </a:cubicBezTo>
                    <a:cubicBezTo>
                      <a:pt x="4" y="27"/>
                      <a:pt x="3" y="31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3" name="Freeform 925">
                <a:extLst>
                  <a:ext uri="{FF2B5EF4-FFF2-40B4-BE49-F238E27FC236}">
                    <a16:creationId xmlns:a16="http://schemas.microsoft.com/office/drawing/2014/main" id="{FE327C06-ACC7-460A-A1E0-82D73E1A3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3007"/>
                <a:ext cx="102" cy="34"/>
              </a:xfrm>
              <a:custGeom>
                <a:avLst/>
                <a:gdLst>
                  <a:gd name="T0" fmla="*/ 547 w 44"/>
                  <a:gd name="T1" fmla="*/ 0 h 14"/>
                  <a:gd name="T2" fmla="*/ 0 w 44"/>
                  <a:gd name="T3" fmla="*/ 2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44" y="0"/>
                    </a:moveTo>
                    <a:cubicBezTo>
                      <a:pt x="35" y="2"/>
                      <a:pt x="5" y="14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4" name="Freeform 926">
                <a:extLst>
                  <a:ext uri="{FF2B5EF4-FFF2-40B4-BE49-F238E27FC236}">
                    <a16:creationId xmlns:a16="http://schemas.microsoft.com/office/drawing/2014/main" id="{5F5AC6F3-900D-41BC-90DA-869076282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717"/>
                <a:ext cx="37" cy="35"/>
              </a:xfrm>
              <a:custGeom>
                <a:avLst/>
                <a:gdLst>
                  <a:gd name="T0" fmla="*/ 0 w 16"/>
                  <a:gd name="T1" fmla="*/ 0 h 14"/>
                  <a:gd name="T2" fmla="*/ 12 w 16"/>
                  <a:gd name="T3" fmla="*/ 83 h 14"/>
                  <a:gd name="T4" fmla="*/ 150 w 16"/>
                  <a:gd name="T5" fmla="*/ 113 h 14"/>
                  <a:gd name="T6" fmla="*/ 199 w 16"/>
                  <a:gd name="T7" fmla="*/ 2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0" y="1"/>
                      <a:pt x="1" y="3"/>
                      <a:pt x="1" y="5"/>
                    </a:cubicBezTo>
                    <a:cubicBezTo>
                      <a:pt x="4" y="6"/>
                      <a:pt x="8" y="5"/>
                      <a:pt x="12" y="7"/>
                    </a:cubicBezTo>
                    <a:cubicBezTo>
                      <a:pt x="10" y="11"/>
                      <a:pt x="12" y="13"/>
                      <a:pt x="16" y="14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5" name="Freeform 927">
                <a:extLst>
                  <a:ext uri="{FF2B5EF4-FFF2-40B4-BE49-F238E27FC236}">
                    <a16:creationId xmlns:a16="http://schemas.microsoft.com/office/drawing/2014/main" id="{875602A7-F318-43D3-9EA5-940E8E4F2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14"/>
                <a:ext cx="39" cy="10"/>
              </a:xfrm>
              <a:custGeom>
                <a:avLst/>
                <a:gdLst>
                  <a:gd name="T0" fmla="*/ 204 w 17"/>
                  <a:gd name="T1" fmla="*/ 50 h 4"/>
                  <a:gd name="T2" fmla="*/ 110 w 17"/>
                  <a:gd name="T3" fmla="*/ 0 h 4"/>
                  <a:gd name="T4" fmla="*/ 85 w 17"/>
                  <a:gd name="T5" fmla="*/ 63 h 4"/>
                  <a:gd name="T6" fmla="*/ 0 w 1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">
                    <a:moveTo>
                      <a:pt x="17" y="3"/>
                    </a:moveTo>
                    <a:cubicBezTo>
                      <a:pt x="14" y="2"/>
                      <a:pt x="12" y="1"/>
                      <a:pt x="9" y="0"/>
                    </a:cubicBezTo>
                    <a:cubicBezTo>
                      <a:pt x="9" y="2"/>
                      <a:pt x="7" y="3"/>
                      <a:pt x="7" y="4"/>
                    </a:cubicBezTo>
                    <a:cubicBezTo>
                      <a:pt x="5" y="1"/>
                      <a:pt x="3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6" name="Freeform 928">
                <a:extLst>
                  <a:ext uri="{FF2B5EF4-FFF2-40B4-BE49-F238E27FC236}">
                    <a16:creationId xmlns:a16="http://schemas.microsoft.com/office/drawing/2014/main" id="{5E343016-DDA2-4B0A-AF96-EA840479D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3036"/>
                <a:ext cx="37" cy="67"/>
              </a:xfrm>
              <a:custGeom>
                <a:avLst/>
                <a:gdLst>
                  <a:gd name="T0" fmla="*/ 199 w 16"/>
                  <a:gd name="T1" fmla="*/ 0 h 27"/>
                  <a:gd name="T2" fmla="*/ 65 w 16"/>
                  <a:gd name="T3" fmla="*/ 92 h 27"/>
                  <a:gd name="T4" fmla="*/ 134 w 16"/>
                  <a:gd name="T5" fmla="*/ 154 h 27"/>
                  <a:gd name="T6" fmla="*/ 28 w 16"/>
                  <a:gd name="T7" fmla="*/ 400 h 27"/>
                  <a:gd name="T8" fmla="*/ 12 w 16"/>
                  <a:gd name="T9" fmla="*/ 40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cubicBezTo>
                      <a:pt x="13" y="3"/>
                      <a:pt x="9" y="5"/>
                      <a:pt x="5" y="6"/>
                    </a:cubicBezTo>
                    <a:cubicBezTo>
                      <a:pt x="7" y="7"/>
                      <a:pt x="9" y="10"/>
                      <a:pt x="11" y="10"/>
                    </a:cubicBezTo>
                    <a:cubicBezTo>
                      <a:pt x="8" y="15"/>
                      <a:pt x="0" y="19"/>
                      <a:pt x="2" y="26"/>
                    </a:cubicBezTo>
                    <a:cubicBezTo>
                      <a:pt x="1" y="27"/>
                      <a:pt x="1" y="26"/>
                      <a:pt x="1" y="2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7" name="Freeform 929">
                <a:extLst>
                  <a:ext uri="{FF2B5EF4-FFF2-40B4-BE49-F238E27FC236}">
                    <a16:creationId xmlns:a16="http://schemas.microsoft.com/office/drawing/2014/main" id="{39922F4C-5601-4E48-8D33-10F1D90B0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925"/>
                <a:ext cx="84" cy="25"/>
              </a:xfrm>
              <a:custGeom>
                <a:avLst/>
                <a:gdLst>
                  <a:gd name="T0" fmla="*/ 457 w 36"/>
                  <a:gd name="T1" fmla="*/ 33 h 10"/>
                  <a:gd name="T2" fmla="*/ 266 w 36"/>
                  <a:gd name="T3" fmla="*/ 33 h 10"/>
                  <a:gd name="T4" fmla="*/ 266 w 36"/>
                  <a:gd name="T5" fmla="*/ 83 h 10"/>
                  <a:gd name="T6" fmla="*/ 191 w 36"/>
                  <a:gd name="T7" fmla="*/ 0 h 10"/>
                  <a:gd name="T8" fmla="*/ 0 w 36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0">
                    <a:moveTo>
                      <a:pt x="36" y="2"/>
                    </a:moveTo>
                    <a:cubicBezTo>
                      <a:pt x="31" y="2"/>
                      <a:pt x="26" y="2"/>
                      <a:pt x="21" y="2"/>
                    </a:cubicBezTo>
                    <a:cubicBezTo>
                      <a:pt x="21" y="3"/>
                      <a:pt x="21" y="4"/>
                      <a:pt x="21" y="5"/>
                    </a:cubicBezTo>
                    <a:cubicBezTo>
                      <a:pt x="19" y="4"/>
                      <a:pt x="17" y="2"/>
                      <a:pt x="15" y="0"/>
                    </a:cubicBezTo>
                    <a:cubicBezTo>
                      <a:pt x="16" y="6"/>
                      <a:pt x="5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8" name="Freeform 930">
                <a:extLst>
                  <a:ext uri="{FF2B5EF4-FFF2-40B4-BE49-F238E27FC236}">
                    <a16:creationId xmlns:a16="http://schemas.microsoft.com/office/drawing/2014/main" id="{9E381C53-8462-4AB4-AF73-E3A50F812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913"/>
                <a:ext cx="17" cy="27"/>
              </a:xfrm>
              <a:custGeom>
                <a:avLst/>
                <a:gdLst>
                  <a:gd name="T0" fmla="*/ 100 w 7"/>
                  <a:gd name="T1" fmla="*/ 0 h 11"/>
                  <a:gd name="T2" fmla="*/ 0 w 7"/>
                  <a:gd name="T3" fmla="*/ 103 h 11"/>
                  <a:gd name="T4" fmla="*/ 41 w 7"/>
                  <a:gd name="T5" fmla="*/ 150 h 11"/>
                  <a:gd name="T6" fmla="*/ 70 w 7"/>
                  <a:gd name="T7" fmla="*/ 16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5" y="2"/>
                      <a:pt x="2" y="4"/>
                      <a:pt x="0" y="7"/>
                    </a:cubicBezTo>
                    <a:cubicBezTo>
                      <a:pt x="1" y="8"/>
                      <a:pt x="2" y="10"/>
                      <a:pt x="3" y="10"/>
                    </a:cubicBezTo>
                    <a:cubicBezTo>
                      <a:pt x="3" y="11"/>
                      <a:pt x="4" y="10"/>
                      <a:pt x="5" y="1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9" name="Freeform 931">
                <a:extLst>
                  <a:ext uri="{FF2B5EF4-FFF2-40B4-BE49-F238E27FC236}">
                    <a16:creationId xmlns:a16="http://schemas.microsoft.com/office/drawing/2014/main" id="{4F3F9F5E-F68F-4DE4-B447-A0A131AA9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984"/>
                <a:ext cx="55" cy="47"/>
              </a:xfrm>
              <a:custGeom>
                <a:avLst/>
                <a:gdLst>
                  <a:gd name="T0" fmla="*/ 289 w 24"/>
                  <a:gd name="T1" fmla="*/ 62 h 19"/>
                  <a:gd name="T2" fmla="*/ 57 w 24"/>
                  <a:gd name="T3" fmla="*/ 195 h 19"/>
                  <a:gd name="T4" fmla="*/ 73 w 24"/>
                  <a:gd name="T5" fmla="*/ 228 h 19"/>
                  <a:gd name="T6" fmla="*/ 0 w 24"/>
                  <a:gd name="T7" fmla="*/ 28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9">
                    <a:moveTo>
                      <a:pt x="24" y="4"/>
                    </a:moveTo>
                    <a:cubicBezTo>
                      <a:pt x="13" y="0"/>
                      <a:pt x="13" y="10"/>
                      <a:pt x="5" y="13"/>
                    </a:cubicBezTo>
                    <a:cubicBezTo>
                      <a:pt x="6" y="13"/>
                      <a:pt x="6" y="14"/>
                      <a:pt x="6" y="15"/>
                    </a:cubicBezTo>
                    <a:cubicBezTo>
                      <a:pt x="3" y="15"/>
                      <a:pt x="2" y="17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0" name="Freeform 932">
                <a:extLst>
                  <a:ext uri="{FF2B5EF4-FFF2-40B4-BE49-F238E27FC236}">
                    <a16:creationId xmlns:a16="http://schemas.microsoft.com/office/drawing/2014/main" id="{52E871A7-C1F6-4C2E-A30A-8A95D3739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3076"/>
                <a:ext cx="28" cy="42"/>
              </a:xfrm>
              <a:custGeom>
                <a:avLst/>
                <a:gdLst>
                  <a:gd name="T0" fmla="*/ 152 w 12"/>
                  <a:gd name="T1" fmla="*/ 0 h 17"/>
                  <a:gd name="T2" fmla="*/ 77 w 12"/>
                  <a:gd name="T3" fmla="*/ 62 h 17"/>
                  <a:gd name="T4" fmla="*/ 12 w 12"/>
                  <a:gd name="T5" fmla="*/ 195 h 17"/>
                  <a:gd name="T6" fmla="*/ 37 w 12"/>
                  <a:gd name="T7" fmla="*/ 225 h 17"/>
                  <a:gd name="T8" fmla="*/ 0 w 12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12" y="0"/>
                    </a:moveTo>
                    <a:cubicBezTo>
                      <a:pt x="10" y="0"/>
                      <a:pt x="7" y="2"/>
                      <a:pt x="6" y="4"/>
                    </a:cubicBezTo>
                    <a:cubicBezTo>
                      <a:pt x="12" y="9"/>
                      <a:pt x="6" y="12"/>
                      <a:pt x="1" y="13"/>
                    </a:cubicBezTo>
                    <a:cubicBezTo>
                      <a:pt x="2" y="13"/>
                      <a:pt x="2" y="14"/>
                      <a:pt x="3" y="15"/>
                    </a:cubicBezTo>
                    <a:cubicBezTo>
                      <a:pt x="2" y="16"/>
                      <a:pt x="1" y="17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1" name="Freeform 933">
                <a:extLst>
                  <a:ext uri="{FF2B5EF4-FFF2-40B4-BE49-F238E27FC236}">
                    <a16:creationId xmlns:a16="http://schemas.microsoft.com/office/drawing/2014/main" id="{A067D9DD-2B80-4E59-9D13-681C02365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3165"/>
                <a:ext cx="30" cy="44"/>
              </a:xfrm>
              <a:custGeom>
                <a:avLst/>
                <a:gdLst>
                  <a:gd name="T0" fmla="*/ 150 w 13"/>
                  <a:gd name="T1" fmla="*/ 264 h 18"/>
                  <a:gd name="T2" fmla="*/ 159 w 13"/>
                  <a:gd name="T3" fmla="*/ 174 h 18"/>
                  <a:gd name="T4" fmla="*/ 65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2" y="18"/>
                    </a:moveTo>
                    <a:cubicBezTo>
                      <a:pt x="13" y="16"/>
                      <a:pt x="13" y="14"/>
                      <a:pt x="13" y="12"/>
                    </a:cubicBezTo>
                    <a:cubicBezTo>
                      <a:pt x="0" y="11"/>
                      <a:pt x="10" y="5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2" name="Freeform 934">
                <a:extLst>
                  <a:ext uri="{FF2B5EF4-FFF2-40B4-BE49-F238E27FC236}">
                    <a16:creationId xmlns:a16="http://schemas.microsoft.com/office/drawing/2014/main" id="{A89B7C44-451B-4B43-AE63-A80255D2D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3026"/>
                <a:ext cx="58" cy="40"/>
              </a:xfrm>
              <a:custGeom>
                <a:avLst/>
                <a:gdLst>
                  <a:gd name="T0" fmla="*/ 313 w 25"/>
                  <a:gd name="T1" fmla="*/ 250 h 16"/>
                  <a:gd name="T2" fmla="*/ 162 w 25"/>
                  <a:gd name="T3" fmla="*/ 113 h 16"/>
                  <a:gd name="T4" fmla="*/ 0 w 25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25" y="16"/>
                    </a:moveTo>
                    <a:cubicBezTo>
                      <a:pt x="19" y="14"/>
                      <a:pt x="17" y="9"/>
                      <a:pt x="13" y="7"/>
                    </a:cubicBezTo>
                    <a:cubicBezTo>
                      <a:pt x="8" y="4"/>
                      <a:pt x="4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3" name="Freeform 935">
                <a:extLst>
                  <a:ext uri="{FF2B5EF4-FFF2-40B4-BE49-F238E27FC236}">
                    <a16:creationId xmlns:a16="http://schemas.microsoft.com/office/drawing/2014/main" id="{7C1CB28E-1361-4070-9206-7E0F19EAF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123"/>
                <a:ext cx="16" cy="62"/>
              </a:xfrm>
              <a:custGeom>
                <a:avLst/>
                <a:gdLst>
                  <a:gd name="T0" fmla="*/ 57 w 7"/>
                  <a:gd name="T1" fmla="*/ 0 h 25"/>
                  <a:gd name="T2" fmla="*/ 85 w 7"/>
                  <a:gd name="T3" fmla="*/ 42 h 25"/>
                  <a:gd name="T4" fmla="*/ 11 w 7"/>
                  <a:gd name="T5" fmla="*/ 136 h 25"/>
                  <a:gd name="T6" fmla="*/ 85 w 7"/>
                  <a:gd name="T7" fmla="*/ 216 h 25"/>
                  <a:gd name="T8" fmla="*/ 0 w 7"/>
                  <a:gd name="T9" fmla="*/ 38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5">
                    <a:moveTo>
                      <a:pt x="5" y="0"/>
                    </a:moveTo>
                    <a:cubicBezTo>
                      <a:pt x="6" y="1"/>
                      <a:pt x="7" y="2"/>
                      <a:pt x="7" y="3"/>
                    </a:cubicBezTo>
                    <a:cubicBezTo>
                      <a:pt x="6" y="5"/>
                      <a:pt x="3" y="7"/>
                      <a:pt x="1" y="9"/>
                    </a:cubicBezTo>
                    <a:cubicBezTo>
                      <a:pt x="4" y="10"/>
                      <a:pt x="6" y="12"/>
                      <a:pt x="7" y="14"/>
                    </a:cubicBezTo>
                    <a:cubicBezTo>
                      <a:pt x="2" y="17"/>
                      <a:pt x="4" y="22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4" name="Freeform 936">
                <a:extLst>
                  <a:ext uri="{FF2B5EF4-FFF2-40B4-BE49-F238E27FC236}">
                    <a16:creationId xmlns:a16="http://schemas.microsoft.com/office/drawing/2014/main" id="{81CC2759-5A51-492F-85B7-9C43FC9DF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646"/>
                <a:ext cx="12" cy="54"/>
              </a:xfrm>
              <a:custGeom>
                <a:avLst/>
                <a:gdLst>
                  <a:gd name="T0" fmla="*/ 0 w 5"/>
                  <a:gd name="T1" fmla="*/ 0 h 22"/>
                  <a:gd name="T2" fmla="*/ 29 w 5"/>
                  <a:gd name="T3" fmla="*/ 194 h 22"/>
                  <a:gd name="T4" fmla="*/ 0 w 5"/>
                  <a:gd name="T5" fmla="*/ 295 h 22"/>
                  <a:gd name="T6" fmla="*/ 12 w 5"/>
                  <a:gd name="T7" fmla="*/ 326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2">
                    <a:moveTo>
                      <a:pt x="0" y="0"/>
                    </a:moveTo>
                    <a:cubicBezTo>
                      <a:pt x="1" y="3"/>
                      <a:pt x="2" y="10"/>
                      <a:pt x="2" y="13"/>
                    </a:cubicBezTo>
                    <a:cubicBezTo>
                      <a:pt x="2" y="16"/>
                      <a:pt x="5" y="17"/>
                      <a:pt x="0" y="20"/>
                    </a:cubicBezTo>
                    <a:cubicBezTo>
                      <a:pt x="0" y="21"/>
                      <a:pt x="1" y="21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5" name="Freeform 937">
                <a:extLst>
                  <a:ext uri="{FF2B5EF4-FFF2-40B4-BE49-F238E27FC236}">
                    <a16:creationId xmlns:a16="http://schemas.microsoft.com/office/drawing/2014/main" id="{439EFF8A-BADF-43A8-9BA7-B3225F132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722"/>
                <a:ext cx="37" cy="20"/>
              </a:xfrm>
              <a:custGeom>
                <a:avLst/>
                <a:gdLst>
                  <a:gd name="T0" fmla="*/ 199 w 16"/>
                  <a:gd name="T1" fmla="*/ 125 h 8"/>
                  <a:gd name="T2" fmla="*/ 49 w 16"/>
                  <a:gd name="T3" fmla="*/ 113 h 8"/>
                  <a:gd name="T4" fmla="*/ 0 w 1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16" y="8"/>
                    </a:moveTo>
                    <a:cubicBezTo>
                      <a:pt x="13" y="8"/>
                      <a:pt x="6" y="8"/>
                      <a:pt x="4" y="7"/>
                    </a:cubicBezTo>
                    <a:cubicBezTo>
                      <a:pt x="2" y="5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6" name="Freeform 938">
                <a:extLst>
                  <a:ext uri="{FF2B5EF4-FFF2-40B4-BE49-F238E27FC236}">
                    <a16:creationId xmlns:a16="http://schemas.microsoft.com/office/drawing/2014/main" id="{C50EBA9F-F9D3-481A-B630-7E9E08650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3071"/>
                <a:ext cx="16" cy="128"/>
              </a:xfrm>
              <a:custGeom>
                <a:avLst/>
                <a:gdLst>
                  <a:gd name="T0" fmla="*/ 73 w 7"/>
                  <a:gd name="T1" fmla="*/ 775 h 52"/>
                  <a:gd name="T2" fmla="*/ 73 w 7"/>
                  <a:gd name="T3" fmla="*/ 569 h 52"/>
                  <a:gd name="T4" fmla="*/ 37 w 7"/>
                  <a:gd name="T5" fmla="*/ 490 h 52"/>
                  <a:gd name="T6" fmla="*/ 57 w 7"/>
                  <a:gd name="T7" fmla="*/ 399 h 52"/>
                  <a:gd name="T8" fmla="*/ 57 w 7"/>
                  <a:gd name="T9" fmla="*/ 315 h 52"/>
                  <a:gd name="T10" fmla="*/ 11 w 7"/>
                  <a:gd name="T11" fmla="*/ 254 h 52"/>
                  <a:gd name="T12" fmla="*/ 11 w 7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52">
                    <a:moveTo>
                      <a:pt x="6" y="52"/>
                    </a:moveTo>
                    <a:cubicBezTo>
                      <a:pt x="6" y="48"/>
                      <a:pt x="7" y="42"/>
                      <a:pt x="6" y="38"/>
                    </a:cubicBezTo>
                    <a:cubicBezTo>
                      <a:pt x="6" y="37"/>
                      <a:pt x="3" y="35"/>
                      <a:pt x="3" y="33"/>
                    </a:cubicBezTo>
                    <a:cubicBezTo>
                      <a:pt x="3" y="31"/>
                      <a:pt x="5" y="29"/>
                      <a:pt x="5" y="27"/>
                    </a:cubicBezTo>
                    <a:cubicBezTo>
                      <a:pt x="6" y="25"/>
                      <a:pt x="6" y="23"/>
                      <a:pt x="5" y="21"/>
                    </a:cubicBezTo>
                    <a:cubicBezTo>
                      <a:pt x="5" y="18"/>
                      <a:pt x="1" y="19"/>
                      <a:pt x="1" y="17"/>
                    </a:cubicBezTo>
                    <a:cubicBezTo>
                      <a:pt x="0" y="12"/>
                      <a:pt x="3" y="6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7" name="Freeform 939">
                <a:extLst>
                  <a:ext uri="{FF2B5EF4-FFF2-40B4-BE49-F238E27FC236}">
                    <a16:creationId xmlns:a16="http://schemas.microsoft.com/office/drawing/2014/main" id="{2BAB3676-A568-4168-ADF1-81CB5A83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3031"/>
                <a:ext cx="31" cy="37"/>
              </a:xfrm>
              <a:custGeom>
                <a:avLst/>
                <a:gdLst>
                  <a:gd name="T0" fmla="*/ 176 w 13"/>
                  <a:gd name="T1" fmla="*/ 104 h 15"/>
                  <a:gd name="T2" fmla="*/ 119 w 13"/>
                  <a:gd name="T3" fmla="*/ 224 h 15"/>
                  <a:gd name="T4" fmla="*/ 0 w 13"/>
                  <a:gd name="T5" fmla="*/ 104 h 15"/>
                  <a:gd name="T6" fmla="*/ 12 w 13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13" y="7"/>
                    </a:moveTo>
                    <a:cubicBezTo>
                      <a:pt x="10" y="9"/>
                      <a:pt x="10" y="13"/>
                      <a:pt x="9" y="15"/>
                    </a:cubicBezTo>
                    <a:cubicBezTo>
                      <a:pt x="10" y="9"/>
                      <a:pt x="5" y="7"/>
                      <a:pt x="0" y="7"/>
                    </a:cubicBez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8" name="Freeform 940">
                <a:extLst>
                  <a:ext uri="{FF2B5EF4-FFF2-40B4-BE49-F238E27FC236}">
                    <a16:creationId xmlns:a16="http://schemas.microsoft.com/office/drawing/2014/main" id="{1A0B062C-137B-4930-A3C9-7B1FDBB59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979"/>
                <a:ext cx="16" cy="52"/>
              </a:xfrm>
              <a:custGeom>
                <a:avLst/>
                <a:gdLst>
                  <a:gd name="T0" fmla="*/ 85 w 7"/>
                  <a:gd name="T1" fmla="*/ 319 h 21"/>
                  <a:gd name="T2" fmla="*/ 0 w 7"/>
                  <a:gd name="T3" fmla="*/ 215 h 21"/>
                  <a:gd name="T4" fmla="*/ 0 w 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1">
                    <a:moveTo>
                      <a:pt x="7" y="21"/>
                    </a:moveTo>
                    <a:cubicBezTo>
                      <a:pt x="6" y="17"/>
                      <a:pt x="3" y="15"/>
                      <a:pt x="0" y="14"/>
                    </a:cubicBezTo>
                    <a:cubicBezTo>
                      <a:pt x="2" y="10"/>
                      <a:pt x="2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9" name="Freeform 941">
                <a:extLst>
                  <a:ext uri="{FF2B5EF4-FFF2-40B4-BE49-F238E27FC236}">
                    <a16:creationId xmlns:a16="http://schemas.microsoft.com/office/drawing/2014/main" id="{BCE09FBC-CA8E-4244-BAC7-3BD871792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997"/>
                <a:ext cx="18" cy="17"/>
              </a:xfrm>
              <a:custGeom>
                <a:avLst/>
                <a:gdLst>
                  <a:gd name="T0" fmla="*/ 92 w 8"/>
                  <a:gd name="T1" fmla="*/ 100 h 7"/>
                  <a:gd name="T2" fmla="*/ 0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8" y="7"/>
                    </a:move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0" name="Freeform 942">
                <a:extLst>
                  <a:ext uri="{FF2B5EF4-FFF2-40B4-BE49-F238E27FC236}">
                    <a16:creationId xmlns:a16="http://schemas.microsoft.com/office/drawing/2014/main" id="{5EF82159-1EEE-4922-8DC5-E09C8C356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762"/>
                <a:ext cx="5" cy="17"/>
              </a:xfrm>
              <a:custGeom>
                <a:avLst/>
                <a:gdLst>
                  <a:gd name="T0" fmla="*/ 20 w 2"/>
                  <a:gd name="T1" fmla="*/ 0 h 7"/>
                  <a:gd name="T2" fmla="*/ 0 w 2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2" y="3"/>
                      <a:pt x="2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1" name="Freeform 943">
                <a:extLst>
                  <a:ext uri="{FF2B5EF4-FFF2-40B4-BE49-F238E27FC236}">
                    <a16:creationId xmlns:a16="http://schemas.microsoft.com/office/drawing/2014/main" id="{86980C41-F604-4FC2-8415-6EF27998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749"/>
                <a:ext cx="25" cy="20"/>
              </a:xfrm>
              <a:custGeom>
                <a:avLst/>
                <a:gdLst>
                  <a:gd name="T0" fmla="*/ 130 w 11"/>
                  <a:gd name="T1" fmla="*/ 0 h 8"/>
                  <a:gd name="T2" fmla="*/ 0 w 11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11" y="7"/>
                      <a:pt x="5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2" name="Freeform 944">
                <a:extLst>
                  <a:ext uri="{FF2B5EF4-FFF2-40B4-BE49-F238E27FC236}">
                    <a16:creationId xmlns:a16="http://schemas.microsoft.com/office/drawing/2014/main" id="{66D1F167-4E59-4183-AC8A-0DA3AE8DD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591"/>
                <a:ext cx="547" cy="646"/>
              </a:xfrm>
              <a:custGeom>
                <a:avLst/>
                <a:gdLst>
                  <a:gd name="T0" fmla="*/ 2837 w 236"/>
                  <a:gd name="T1" fmla="*/ 2621 h 261"/>
                  <a:gd name="T2" fmla="*/ 2862 w 236"/>
                  <a:gd name="T3" fmla="*/ 2911 h 261"/>
                  <a:gd name="T4" fmla="*/ 2939 w 236"/>
                  <a:gd name="T5" fmla="*/ 3393 h 261"/>
                  <a:gd name="T6" fmla="*/ 2837 w 236"/>
                  <a:gd name="T7" fmla="*/ 3671 h 261"/>
                  <a:gd name="T8" fmla="*/ 2703 w 236"/>
                  <a:gd name="T9" fmla="*/ 3730 h 261"/>
                  <a:gd name="T10" fmla="*/ 2626 w 236"/>
                  <a:gd name="T11" fmla="*/ 3834 h 261"/>
                  <a:gd name="T12" fmla="*/ 2455 w 236"/>
                  <a:gd name="T13" fmla="*/ 3834 h 261"/>
                  <a:gd name="T14" fmla="*/ 2218 w 236"/>
                  <a:gd name="T15" fmla="*/ 3916 h 261"/>
                  <a:gd name="T16" fmla="*/ 2051 w 236"/>
                  <a:gd name="T17" fmla="*/ 3834 h 261"/>
                  <a:gd name="T18" fmla="*/ 1993 w 236"/>
                  <a:gd name="T19" fmla="*/ 3896 h 261"/>
                  <a:gd name="T20" fmla="*/ 1595 w 236"/>
                  <a:gd name="T21" fmla="*/ 3834 h 261"/>
                  <a:gd name="T22" fmla="*/ 1342 w 236"/>
                  <a:gd name="T23" fmla="*/ 3742 h 261"/>
                  <a:gd name="T24" fmla="*/ 1085 w 236"/>
                  <a:gd name="T25" fmla="*/ 3683 h 261"/>
                  <a:gd name="T26" fmla="*/ 1145 w 236"/>
                  <a:gd name="T27" fmla="*/ 3168 h 261"/>
                  <a:gd name="T28" fmla="*/ 848 w 236"/>
                  <a:gd name="T29" fmla="*/ 3596 h 261"/>
                  <a:gd name="T30" fmla="*/ 623 w 236"/>
                  <a:gd name="T31" fmla="*/ 3505 h 261"/>
                  <a:gd name="T32" fmla="*/ 408 w 236"/>
                  <a:gd name="T33" fmla="*/ 3168 h 261"/>
                  <a:gd name="T34" fmla="*/ 236 w 236"/>
                  <a:gd name="T35" fmla="*/ 2683 h 261"/>
                  <a:gd name="T36" fmla="*/ 49 w 236"/>
                  <a:gd name="T37" fmla="*/ 2591 h 261"/>
                  <a:gd name="T38" fmla="*/ 188 w 236"/>
                  <a:gd name="T39" fmla="*/ 2168 h 261"/>
                  <a:gd name="T40" fmla="*/ 65 w 236"/>
                  <a:gd name="T41" fmla="*/ 1893 h 261"/>
                  <a:gd name="T42" fmla="*/ 134 w 236"/>
                  <a:gd name="T43" fmla="*/ 1728 h 261"/>
                  <a:gd name="T44" fmla="*/ 338 w 236"/>
                  <a:gd name="T45" fmla="*/ 1349 h 261"/>
                  <a:gd name="T46" fmla="*/ 586 w 236"/>
                  <a:gd name="T47" fmla="*/ 1304 h 261"/>
                  <a:gd name="T48" fmla="*/ 473 w 236"/>
                  <a:gd name="T49" fmla="*/ 1121 h 261"/>
                  <a:gd name="T50" fmla="*/ 746 w 236"/>
                  <a:gd name="T51" fmla="*/ 802 h 261"/>
                  <a:gd name="T52" fmla="*/ 1048 w 236"/>
                  <a:gd name="T53" fmla="*/ 515 h 261"/>
                  <a:gd name="T54" fmla="*/ 1161 w 236"/>
                  <a:gd name="T55" fmla="*/ 545 h 261"/>
                  <a:gd name="T56" fmla="*/ 1198 w 236"/>
                  <a:gd name="T57" fmla="*/ 275 h 261"/>
                  <a:gd name="T58" fmla="*/ 1358 w 236"/>
                  <a:gd name="T59" fmla="*/ 183 h 261"/>
                  <a:gd name="T60" fmla="*/ 1618 w 236"/>
                  <a:gd name="T61" fmla="*/ 215 h 261"/>
                  <a:gd name="T62" fmla="*/ 1692 w 236"/>
                  <a:gd name="T63" fmla="*/ 319 h 261"/>
                  <a:gd name="T64" fmla="*/ 1708 w 236"/>
                  <a:gd name="T65" fmla="*/ 153 h 261"/>
                  <a:gd name="T66" fmla="*/ 2042 w 236"/>
                  <a:gd name="T67" fmla="*/ 153 h 261"/>
                  <a:gd name="T68" fmla="*/ 2255 w 236"/>
                  <a:gd name="T69" fmla="*/ 153 h 261"/>
                  <a:gd name="T70" fmla="*/ 2327 w 236"/>
                  <a:gd name="T71" fmla="*/ 619 h 261"/>
                  <a:gd name="T72" fmla="*/ 2278 w 236"/>
                  <a:gd name="T73" fmla="*/ 1059 h 261"/>
                  <a:gd name="T74" fmla="*/ 2429 w 236"/>
                  <a:gd name="T75" fmla="*/ 485 h 261"/>
                  <a:gd name="T76" fmla="*/ 2492 w 236"/>
                  <a:gd name="T77" fmla="*/ 332 h 26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36" h="261">
                    <a:moveTo>
                      <a:pt x="218" y="145"/>
                    </a:moveTo>
                    <a:cubicBezTo>
                      <a:pt x="222" y="154"/>
                      <a:pt x="227" y="169"/>
                      <a:pt x="228" y="173"/>
                    </a:cubicBezTo>
                    <a:cubicBezTo>
                      <a:pt x="229" y="175"/>
                      <a:pt x="231" y="181"/>
                      <a:pt x="231" y="184"/>
                    </a:cubicBezTo>
                    <a:cubicBezTo>
                      <a:pt x="232" y="187"/>
                      <a:pt x="230" y="189"/>
                      <a:pt x="230" y="192"/>
                    </a:cubicBezTo>
                    <a:cubicBezTo>
                      <a:pt x="230" y="194"/>
                      <a:pt x="232" y="197"/>
                      <a:pt x="233" y="200"/>
                    </a:cubicBezTo>
                    <a:cubicBezTo>
                      <a:pt x="235" y="207"/>
                      <a:pt x="235" y="216"/>
                      <a:pt x="236" y="224"/>
                    </a:cubicBezTo>
                    <a:cubicBezTo>
                      <a:pt x="236" y="228"/>
                      <a:pt x="235" y="228"/>
                      <a:pt x="233" y="232"/>
                    </a:cubicBezTo>
                    <a:cubicBezTo>
                      <a:pt x="231" y="235"/>
                      <a:pt x="230" y="240"/>
                      <a:pt x="228" y="242"/>
                    </a:cubicBezTo>
                    <a:cubicBezTo>
                      <a:pt x="225" y="245"/>
                      <a:pt x="223" y="244"/>
                      <a:pt x="220" y="245"/>
                    </a:cubicBezTo>
                    <a:cubicBezTo>
                      <a:pt x="219" y="246"/>
                      <a:pt x="218" y="245"/>
                      <a:pt x="217" y="246"/>
                    </a:cubicBezTo>
                    <a:cubicBezTo>
                      <a:pt x="216" y="246"/>
                      <a:pt x="217" y="249"/>
                      <a:pt x="216" y="250"/>
                    </a:cubicBezTo>
                    <a:cubicBezTo>
                      <a:pt x="213" y="251"/>
                      <a:pt x="214" y="253"/>
                      <a:pt x="211" y="253"/>
                    </a:cubicBezTo>
                    <a:cubicBezTo>
                      <a:pt x="209" y="253"/>
                      <a:pt x="206" y="249"/>
                      <a:pt x="204" y="250"/>
                    </a:cubicBezTo>
                    <a:cubicBezTo>
                      <a:pt x="201" y="250"/>
                      <a:pt x="199" y="253"/>
                      <a:pt x="197" y="253"/>
                    </a:cubicBezTo>
                    <a:cubicBezTo>
                      <a:pt x="195" y="254"/>
                      <a:pt x="192" y="254"/>
                      <a:pt x="191" y="254"/>
                    </a:cubicBezTo>
                    <a:cubicBezTo>
                      <a:pt x="187" y="255"/>
                      <a:pt x="182" y="258"/>
                      <a:pt x="178" y="258"/>
                    </a:cubicBezTo>
                    <a:cubicBezTo>
                      <a:pt x="171" y="258"/>
                      <a:pt x="168" y="253"/>
                      <a:pt x="170" y="246"/>
                    </a:cubicBezTo>
                    <a:cubicBezTo>
                      <a:pt x="169" y="248"/>
                      <a:pt x="167" y="251"/>
                      <a:pt x="165" y="253"/>
                    </a:cubicBezTo>
                    <a:cubicBezTo>
                      <a:pt x="163" y="251"/>
                      <a:pt x="162" y="250"/>
                      <a:pt x="160" y="248"/>
                    </a:cubicBezTo>
                    <a:cubicBezTo>
                      <a:pt x="161" y="251"/>
                      <a:pt x="161" y="254"/>
                      <a:pt x="160" y="257"/>
                    </a:cubicBezTo>
                    <a:cubicBezTo>
                      <a:pt x="153" y="257"/>
                      <a:pt x="150" y="261"/>
                      <a:pt x="143" y="258"/>
                    </a:cubicBezTo>
                    <a:cubicBezTo>
                      <a:pt x="138" y="255"/>
                      <a:pt x="134" y="253"/>
                      <a:pt x="128" y="253"/>
                    </a:cubicBezTo>
                    <a:cubicBezTo>
                      <a:pt x="119" y="254"/>
                      <a:pt x="120" y="251"/>
                      <a:pt x="114" y="247"/>
                    </a:cubicBezTo>
                    <a:cubicBezTo>
                      <a:pt x="113" y="247"/>
                      <a:pt x="110" y="248"/>
                      <a:pt x="108" y="247"/>
                    </a:cubicBezTo>
                    <a:cubicBezTo>
                      <a:pt x="106" y="246"/>
                      <a:pt x="105" y="242"/>
                      <a:pt x="104" y="240"/>
                    </a:cubicBezTo>
                    <a:cubicBezTo>
                      <a:pt x="100" y="246"/>
                      <a:pt x="93" y="247"/>
                      <a:pt x="87" y="243"/>
                    </a:cubicBezTo>
                    <a:cubicBezTo>
                      <a:pt x="80" y="239"/>
                      <a:pt x="86" y="230"/>
                      <a:pt x="87" y="224"/>
                    </a:cubicBezTo>
                    <a:cubicBezTo>
                      <a:pt x="89" y="219"/>
                      <a:pt x="91" y="214"/>
                      <a:pt x="92" y="209"/>
                    </a:cubicBezTo>
                    <a:cubicBezTo>
                      <a:pt x="93" y="203"/>
                      <a:pt x="90" y="204"/>
                      <a:pt x="87" y="209"/>
                    </a:cubicBezTo>
                    <a:cubicBezTo>
                      <a:pt x="82" y="218"/>
                      <a:pt x="84" y="245"/>
                      <a:pt x="68" y="237"/>
                    </a:cubicBezTo>
                    <a:cubicBezTo>
                      <a:pt x="65" y="236"/>
                      <a:pt x="64" y="234"/>
                      <a:pt x="60" y="233"/>
                    </a:cubicBezTo>
                    <a:cubicBezTo>
                      <a:pt x="57" y="233"/>
                      <a:pt x="53" y="233"/>
                      <a:pt x="50" y="231"/>
                    </a:cubicBezTo>
                    <a:cubicBezTo>
                      <a:pt x="43" y="226"/>
                      <a:pt x="47" y="220"/>
                      <a:pt x="49" y="213"/>
                    </a:cubicBezTo>
                    <a:cubicBezTo>
                      <a:pt x="40" y="221"/>
                      <a:pt x="39" y="216"/>
                      <a:pt x="33" y="209"/>
                    </a:cubicBezTo>
                    <a:cubicBezTo>
                      <a:pt x="29" y="204"/>
                      <a:pt x="24" y="204"/>
                      <a:pt x="24" y="195"/>
                    </a:cubicBezTo>
                    <a:cubicBezTo>
                      <a:pt x="17" y="200"/>
                      <a:pt x="14" y="184"/>
                      <a:pt x="19" y="177"/>
                    </a:cubicBezTo>
                    <a:cubicBezTo>
                      <a:pt x="17" y="179"/>
                      <a:pt x="15" y="183"/>
                      <a:pt x="10" y="181"/>
                    </a:cubicBezTo>
                    <a:cubicBezTo>
                      <a:pt x="5" y="180"/>
                      <a:pt x="4" y="175"/>
                      <a:pt x="4" y="171"/>
                    </a:cubicBezTo>
                    <a:cubicBezTo>
                      <a:pt x="3" y="166"/>
                      <a:pt x="0" y="154"/>
                      <a:pt x="2" y="149"/>
                    </a:cubicBezTo>
                    <a:cubicBezTo>
                      <a:pt x="4" y="144"/>
                      <a:pt x="9" y="144"/>
                      <a:pt x="15" y="143"/>
                    </a:cubicBezTo>
                    <a:cubicBezTo>
                      <a:pt x="12" y="143"/>
                      <a:pt x="8" y="143"/>
                      <a:pt x="5" y="142"/>
                    </a:cubicBezTo>
                    <a:cubicBezTo>
                      <a:pt x="6" y="136"/>
                      <a:pt x="3" y="131"/>
                      <a:pt x="5" y="125"/>
                    </a:cubicBezTo>
                    <a:cubicBezTo>
                      <a:pt x="6" y="123"/>
                      <a:pt x="9" y="123"/>
                      <a:pt x="10" y="121"/>
                    </a:cubicBezTo>
                    <a:cubicBezTo>
                      <a:pt x="11" y="119"/>
                      <a:pt x="10" y="117"/>
                      <a:pt x="11" y="114"/>
                    </a:cubicBezTo>
                    <a:cubicBezTo>
                      <a:pt x="12" y="110"/>
                      <a:pt x="14" y="109"/>
                      <a:pt x="16" y="105"/>
                    </a:cubicBezTo>
                    <a:cubicBezTo>
                      <a:pt x="20" y="100"/>
                      <a:pt x="21" y="93"/>
                      <a:pt x="27" y="89"/>
                    </a:cubicBezTo>
                    <a:cubicBezTo>
                      <a:pt x="37" y="83"/>
                      <a:pt x="52" y="90"/>
                      <a:pt x="62" y="91"/>
                    </a:cubicBezTo>
                    <a:cubicBezTo>
                      <a:pt x="57" y="89"/>
                      <a:pt x="53" y="86"/>
                      <a:pt x="47" y="86"/>
                    </a:cubicBezTo>
                    <a:cubicBezTo>
                      <a:pt x="44" y="85"/>
                      <a:pt x="42" y="87"/>
                      <a:pt x="39" y="85"/>
                    </a:cubicBezTo>
                    <a:cubicBezTo>
                      <a:pt x="35" y="82"/>
                      <a:pt x="37" y="78"/>
                      <a:pt x="38" y="74"/>
                    </a:cubicBezTo>
                    <a:cubicBezTo>
                      <a:pt x="40" y="68"/>
                      <a:pt x="43" y="70"/>
                      <a:pt x="47" y="64"/>
                    </a:cubicBezTo>
                    <a:cubicBezTo>
                      <a:pt x="52" y="58"/>
                      <a:pt x="50" y="52"/>
                      <a:pt x="60" y="53"/>
                    </a:cubicBezTo>
                    <a:cubicBezTo>
                      <a:pt x="60" y="51"/>
                      <a:pt x="60" y="49"/>
                      <a:pt x="58" y="47"/>
                    </a:cubicBezTo>
                    <a:cubicBezTo>
                      <a:pt x="68" y="41"/>
                      <a:pt x="71" y="31"/>
                      <a:pt x="84" y="34"/>
                    </a:cubicBezTo>
                    <a:cubicBezTo>
                      <a:pt x="91" y="36"/>
                      <a:pt x="97" y="45"/>
                      <a:pt x="102" y="51"/>
                    </a:cubicBezTo>
                    <a:cubicBezTo>
                      <a:pt x="99" y="46"/>
                      <a:pt x="97" y="40"/>
                      <a:pt x="93" y="36"/>
                    </a:cubicBezTo>
                    <a:cubicBezTo>
                      <a:pt x="87" y="31"/>
                      <a:pt x="85" y="32"/>
                      <a:pt x="90" y="25"/>
                    </a:cubicBezTo>
                    <a:cubicBezTo>
                      <a:pt x="91" y="23"/>
                      <a:pt x="94" y="19"/>
                      <a:pt x="96" y="18"/>
                    </a:cubicBezTo>
                    <a:cubicBezTo>
                      <a:pt x="98" y="17"/>
                      <a:pt x="100" y="20"/>
                      <a:pt x="102" y="19"/>
                    </a:cubicBezTo>
                    <a:cubicBezTo>
                      <a:pt x="105" y="18"/>
                      <a:pt x="106" y="13"/>
                      <a:pt x="109" y="12"/>
                    </a:cubicBezTo>
                    <a:cubicBezTo>
                      <a:pt x="112" y="11"/>
                      <a:pt x="116" y="13"/>
                      <a:pt x="118" y="14"/>
                    </a:cubicBezTo>
                    <a:cubicBezTo>
                      <a:pt x="120" y="7"/>
                      <a:pt x="127" y="10"/>
                      <a:pt x="130" y="14"/>
                    </a:cubicBezTo>
                    <a:cubicBezTo>
                      <a:pt x="132" y="16"/>
                      <a:pt x="134" y="20"/>
                      <a:pt x="135" y="23"/>
                    </a:cubicBezTo>
                    <a:cubicBezTo>
                      <a:pt x="135" y="22"/>
                      <a:pt x="135" y="22"/>
                      <a:pt x="136" y="21"/>
                    </a:cubicBezTo>
                    <a:cubicBezTo>
                      <a:pt x="137" y="17"/>
                      <a:pt x="138" y="16"/>
                      <a:pt x="138" y="13"/>
                    </a:cubicBezTo>
                    <a:cubicBezTo>
                      <a:pt x="138" y="13"/>
                      <a:pt x="136" y="11"/>
                      <a:pt x="137" y="10"/>
                    </a:cubicBezTo>
                    <a:cubicBezTo>
                      <a:pt x="139" y="0"/>
                      <a:pt x="150" y="7"/>
                      <a:pt x="155" y="11"/>
                    </a:cubicBezTo>
                    <a:cubicBezTo>
                      <a:pt x="157" y="6"/>
                      <a:pt x="161" y="8"/>
                      <a:pt x="164" y="10"/>
                    </a:cubicBezTo>
                    <a:cubicBezTo>
                      <a:pt x="165" y="8"/>
                      <a:pt x="167" y="7"/>
                      <a:pt x="167" y="5"/>
                    </a:cubicBezTo>
                    <a:cubicBezTo>
                      <a:pt x="176" y="3"/>
                      <a:pt x="171" y="19"/>
                      <a:pt x="181" y="10"/>
                    </a:cubicBezTo>
                    <a:cubicBezTo>
                      <a:pt x="184" y="16"/>
                      <a:pt x="182" y="22"/>
                      <a:pt x="184" y="28"/>
                    </a:cubicBezTo>
                    <a:cubicBezTo>
                      <a:pt x="185" y="33"/>
                      <a:pt x="188" y="35"/>
                      <a:pt x="187" y="41"/>
                    </a:cubicBezTo>
                    <a:cubicBezTo>
                      <a:pt x="186" y="47"/>
                      <a:pt x="182" y="52"/>
                      <a:pt x="182" y="59"/>
                    </a:cubicBezTo>
                    <a:cubicBezTo>
                      <a:pt x="182" y="62"/>
                      <a:pt x="183" y="66"/>
                      <a:pt x="183" y="70"/>
                    </a:cubicBezTo>
                    <a:cubicBezTo>
                      <a:pt x="184" y="58"/>
                      <a:pt x="187" y="47"/>
                      <a:pt x="192" y="37"/>
                    </a:cubicBezTo>
                    <a:cubicBezTo>
                      <a:pt x="193" y="35"/>
                      <a:pt x="195" y="34"/>
                      <a:pt x="195" y="32"/>
                    </a:cubicBezTo>
                    <a:cubicBezTo>
                      <a:pt x="195" y="31"/>
                      <a:pt x="194" y="29"/>
                      <a:pt x="194" y="28"/>
                    </a:cubicBezTo>
                    <a:cubicBezTo>
                      <a:pt x="195" y="24"/>
                      <a:pt x="195" y="23"/>
                      <a:pt x="200" y="22"/>
                    </a:cubicBezTo>
                    <a:cubicBezTo>
                      <a:pt x="209" y="21"/>
                      <a:pt x="211" y="27"/>
                      <a:pt x="214" y="33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3" name="Freeform 945">
                <a:extLst>
                  <a:ext uri="{FF2B5EF4-FFF2-40B4-BE49-F238E27FC236}">
                    <a16:creationId xmlns:a16="http://schemas.microsoft.com/office/drawing/2014/main" id="{792A96DA-5FA9-4CE7-BF8F-5746DF542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730"/>
                <a:ext cx="7" cy="24"/>
              </a:xfrm>
              <a:custGeom>
                <a:avLst/>
                <a:gdLst>
                  <a:gd name="T0" fmla="*/ 37 w 3"/>
                  <a:gd name="T1" fmla="*/ 0 h 10"/>
                  <a:gd name="T2" fmla="*/ 0 w 3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1" y="3"/>
                      <a:pt x="0" y="7"/>
                      <a:pt x="0" y="10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4" name="Freeform 946">
                <a:extLst>
                  <a:ext uri="{FF2B5EF4-FFF2-40B4-BE49-F238E27FC236}">
                    <a16:creationId xmlns:a16="http://schemas.microsoft.com/office/drawing/2014/main" id="{1CB142EE-1CD8-4AF9-897D-04ADF79E2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730"/>
                <a:ext cx="7" cy="24"/>
              </a:xfrm>
              <a:custGeom>
                <a:avLst/>
                <a:gdLst>
                  <a:gd name="T0" fmla="*/ 37 w 3"/>
                  <a:gd name="T1" fmla="*/ 0 h 10"/>
                  <a:gd name="T2" fmla="*/ 0 w 3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1" y="3"/>
                      <a:pt x="0" y="7"/>
                      <a:pt x="0" y="10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5" name="Freeform 947">
                <a:extLst>
                  <a:ext uri="{FF2B5EF4-FFF2-40B4-BE49-F238E27FC236}">
                    <a16:creationId xmlns:a16="http://schemas.microsoft.com/office/drawing/2014/main" id="{AE23EB6E-25FA-4C1C-B301-DBD74933F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3031"/>
                <a:ext cx="9" cy="25"/>
              </a:xfrm>
              <a:custGeom>
                <a:avLst/>
                <a:gdLst>
                  <a:gd name="T0" fmla="*/ 0 w 4"/>
                  <a:gd name="T1" fmla="*/ 0 h 10"/>
                  <a:gd name="T2" fmla="*/ 45 w 4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1" y="3"/>
                      <a:pt x="3" y="6"/>
                      <a:pt x="4" y="10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6" name="Freeform 948">
                <a:extLst>
                  <a:ext uri="{FF2B5EF4-FFF2-40B4-BE49-F238E27FC236}">
                    <a16:creationId xmlns:a16="http://schemas.microsoft.com/office/drawing/2014/main" id="{AF5881BB-D4E0-489F-9DEF-A91B86542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3031"/>
                <a:ext cx="9" cy="25"/>
              </a:xfrm>
              <a:custGeom>
                <a:avLst/>
                <a:gdLst>
                  <a:gd name="T0" fmla="*/ 0 w 4"/>
                  <a:gd name="T1" fmla="*/ 0 h 10"/>
                  <a:gd name="T2" fmla="*/ 45 w 4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1" y="3"/>
                      <a:pt x="3" y="6"/>
                      <a:pt x="4" y="10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7" name="Freeform 949">
                <a:extLst>
                  <a:ext uri="{FF2B5EF4-FFF2-40B4-BE49-F238E27FC236}">
                    <a16:creationId xmlns:a16="http://schemas.microsoft.com/office/drawing/2014/main" id="{E9D8FC00-56D4-4F80-B498-FB435BB67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982"/>
                <a:ext cx="25" cy="5"/>
              </a:xfrm>
              <a:custGeom>
                <a:avLst/>
                <a:gdLst>
                  <a:gd name="T0" fmla="*/ 0 w 11"/>
                  <a:gd name="T1" fmla="*/ 33 h 2"/>
                  <a:gd name="T2" fmla="*/ 130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4" y="2"/>
                      <a:pt x="8" y="1"/>
                      <a:pt x="11" y="0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8" name="Freeform 950">
                <a:extLst>
                  <a:ext uri="{FF2B5EF4-FFF2-40B4-BE49-F238E27FC236}">
                    <a16:creationId xmlns:a16="http://schemas.microsoft.com/office/drawing/2014/main" id="{784C9855-B9DC-4BE0-BA0E-978D71D6E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982"/>
                <a:ext cx="25" cy="5"/>
              </a:xfrm>
              <a:custGeom>
                <a:avLst/>
                <a:gdLst>
                  <a:gd name="T0" fmla="*/ 0 w 11"/>
                  <a:gd name="T1" fmla="*/ 33 h 2"/>
                  <a:gd name="T2" fmla="*/ 130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4" y="2"/>
                      <a:pt x="8" y="1"/>
                      <a:pt x="11" y="0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9" name="Freeform 951">
                <a:extLst>
                  <a:ext uri="{FF2B5EF4-FFF2-40B4-BE49-F238E27FC236}">
                    <a16:creationId xmlns:a16="http://schemas.microsoft.com/office/drawing/2014/main" id="{2A72177B-118D-4776-98F0-5AF74AC93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992"/>
                <a:ext cx="7" cy="17"/>
              </a:xfrm>
              <a:custGeom>
                <a:avLst/>
                <a:gdLst>
                  <a:gd name="T0" fmla="*/ 37 w 3"/>
                  <a:gd name="T1" fmla="*/ 0 h 7"/>
                  <a:gd name="T2" fmla="*/ 0 w 3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0" name="Freeform 952">
                <a:extLst>
                  <a:ext uri="{FF2B5EF4-FFF2-40B4-BE49-F238E27FC236}">
                    <a16:creationId xmlns:a16="http://schemas.microsoft.com/office/drawing/2014/main" id="{D95470A4-7FC8-46DE-824A-04724644D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992"/>
                <a:ext cx="7" cy="17"/>
              </a:xfrm>
              <a:custGeom>
                <a:avLst/>
                <a:gdLst>
                  <a:gd name="T0" fmla="*/ 37 w 3"/>
                  <a:gd name="T1" fmla="*/ 0 h 7"/>
                  <a:gd name="T2" fmla="*/ 0 w 3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1" name="Freeform 953">
                <a:extLst>
                  <a:ext uri="{FF2B5EF4-FFF2-40B4-BE49-F238E27FC236}">
                    <a16:creationId xmlns:a16="http://schemas.microsoft.com/office/drawing/2014/main" id="{13B62F8D-6D81-46AB-A090-286DBC3E3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759"/>
                <a:ext cx="2" cy="18"/>
              </a:xfrm>
              <a:custGeom>
                <a:avLst/>
                <a:gdLst>
                  <a:gd name="T0" fmla="*/ 0 w 1"/>
                  <a:gd name="T1" fmla="*/ 0 h 7"/>
                  <a:gd name="T2" fmla="*/ 8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2" name="Freeform 954">
                <a:extLst>
                  <a:ext uri="{FF2B5EF4-FFF2-40B4-BE49-F238E27FC236}">
                    <a16:creationId xmlns:a16="http://schemas.microsoft.com/office/drawing/2014/main" id="{D58F7EA0-5DB9-45BF-A8B5-0CEB0AA32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759"/>
                <a:ext cx="2" cy="18"/>
              </a:xfrm>
              <a:custGeom>
                <a:avLst/>
                <a:gdLst>
                  <a:gd name="T0" fmla="*/ 0 w 1"/>
                  <a:gd name="T1" fmla="*/ 0 h 7"/>
                  <a:gd name="T2" fmla="*/ 8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3" name="Freeform 955">
                <a:extLst>
                  <a:ext uri="{FF2B5EF4-FFF2-40B4-BE49-F238E27FC236}">
                    <a16:creationId xmlns:a16="http://schemas.microsoft.com/office/drawing/2014/main" id="{836AD158-0AA0-4C1C-AD42-4261C70A4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984"/>
                <a:ext cx="23" cy="28"/>
              </a:xfrm>
              <a:custGeom>
                <a:avLst/>
                <a:gdLst>
                  <a:gd name="T0" fmla="*/ 122 w 10"/>
                  <a:gd name="T1" fmla="*/ 0 h 11"/>
                  <a:gd name="T2" fmla="*/ 110 w 10"/>
                  <a:gd name="T3" fmla="*/ 150 h 11"/>
                  <a:gd name="T4" fmla="*/ 0 w 10"/>
                  <a:gd name="T5" fmla="*/ 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9" y="2"/>
                      <a:pt x="9" y="6"/>
                      <a:pt x="9" y="9"/>
                    </a:cubicBezTo>
                    <a:cubicBezTo>
                      <a:pt x="5" y="11"/>
                      <a:pt x="1" y="5"/>
                      <a:pt x="0" y="1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4" name="Freeform 956">
                <a:extLst>
                  <a:ext uri="{FF2B5EF4-FFF2-40B4-BE49-F238E27FC236}">
                    <a16:creationId xmlns:a16="http://schemas.microsoft.com/office/drawing/2014/main" id="{6A7B7858-B29F-4128-BDA9-3AF66CBA6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470"/>
                <a:ext cx="587" cy="413"/>
              </a:xfrm>
              <a:custGeom>
                <a:avLst/>
                <a:gdLst>
                  <a:gd name="T0" fmla="*/ 0 w 253"/>
                  <a:gd name="T1" fmla="*/ 2525 h 167"/>
                  <a:gd name="T2" fmla="*/ 473 w 253"/>
                  <a:gd name="T3" fmla="*/ 1847 h 167"/>
                  <a:gd name="T4" fmla="*/ 1049 w 253"/>
                  <a:gd name="T5" fmla="*/ 1271 h 167"/>
                  <a:gd name="T6" fmla="*/ 1513 w 253"/>
                  <a:gd name="T7" fmla="*/ 863 h 167"/>
                  <a:gd name="T8" fmla="*/ 1571 w 253"/>
                  <a:gd name="T9" fmla="*/ 727 h 167"/>
                  <a:gd name="T10" fmla="*/ 2394 w 253"/>
                  <a:gd name="T11" fmla="*/ 648 h 167"/>
                  <a:gd name="T12" fmla="*/ 2896 w 253"/>
                  <a:gd name="T13" fmla="*/ 502 h 167"/>
                  <a:gd name="T14" fmla="*/ 3123 w 253"/>
                  <a:gd name="T15" fmla="*/ 74 h 167"/>
                  <a:gd name="T16" fmla="*/ 3160 w 253"/>
                  <a:gd name="T17" fmla="*/ 0 h 1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3" h="167">
                    <a:moveTo>
                      <a:pt x="0" y="167"/>
                    </a:moveTo>
                    <a:cubicBezTo>
                      <a:pt x="6" y="157"/>
                      <a:pt x="30" y="131"/>
                      <a:pt x="38" y="122"/>
                    </a:cubicBezTo>
                    <a:cubicBezTo>
                      <a:pt x="50" y="112"/>
                      <a:pt x="66" y="98"/>
                      <a:pt x="84" y="84"/>
                    </a:cubicBezTo>
                    <a:cubicBezTo>
                      <a:pt x="98" y="74"/>
                      <a:pt x="117" y="65"/>
                      <a:pt x="121" y="57"/>
                    </a:cubicBezTo>
                    <a:cubicBezTo>
                      <a:pt x="124" y="48"/>
                      <a:pt x="126" y="48"/>
                      <a:pt x="126" y="48"/>
                    </a:cubicBezTo>
                    <a:cubicBezTo>
                      <a:pt x="147" y="55"/>
                      <a:pt x="174" y="40"/>
                      <a:pt x="192" y="43"/>
                    </a:cubicBezTo>
                    <a:cubicBezTo>
                      <a:pt x="220" y="47"/>
                      <a:pt x="224" y="38"/>
                      <a:pt x="232" y="33"/>
                    </a:cubicBezTo>
                    <a:cubicBezTo>
                      <a:pt x="239" y="28"/>
                      <a:pt x="240" y="12"/>
                      <a:pt x="250" y="5"/>
                    </a:cubicBezTo>
                    <a:cubicBezTo>
                      <a:pt x="253" y="3"/>
                      <a:pt x="250" y="3"/>
                      <a:pt x="253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5" name="Freeform 957">
                <a:extLst>
                  <a:ext uri="{FF2B5EF4-FFF2-40B4-BE49-F238E27FC236}">
                    <a16:creationId xmlns:a16="http://schemas.microsoft.com/office/drawing/2014/main" id="{E120A7B4-75A8-4BAD-8F13-FB48F6326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673"/>
                <a:ext cx="51" cy="185"/>
              </a:xfrm>
              <a:custGeom>
                <a:avLst/>
                <a:gdLst>
                  <a:gd name="T0" fmla="*/ 0 w 22"/>
                  <a:gd name="T1" fmla="*/ 0 h 75"/>
                  <a:gd name="T2" fmla="*/ 102 w 22"/>
                  <a:gd name="T3" fmla="*/ 165 h 75"/>
                  <a:gd name="T4" fmla="*/ 123 w 22"/>
                  <a:gd name="T5" fmla="*/ 183 h 75"/>
                  <a:gd name="T6" fmla="*/ 172 w 22"/>
                  <a:gd name="T7" fmla="*/ 224 h 75"/>
                  <a:gd name="T8" fmla="*/ 188 w 22"/>
                  <a:gd name="T9" fmla="*/ 316 h 75"/>
                  <a:gd name="T10" fmla="*/ 225 w 22"/>
                  <a:gd name="T11" fmla="*/ 377 h 75"/>
                  <a:gd name="T12" fmla="*/ 274 w 22"/>
                  <a:gd name="T13" fmla="*/ 481 h 75"/>
                  <a:gd name="T14" fmla="*/ 225 w 22"/>
                  <a:gd name="T15" fmla="*/ 602 h 75"/>
                  <a:gd name="T16" fmla="*/ 225 w 22"/>
                  <a:gd name="T17" fmla="*/ 676 h 75"/>
                  <a:gd name="T18" fmla="*/ 114 w 22"/>
                  <a:gd name="T19" fmla="*/ 1125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75">
                    <a:moveTo>
                      <a:pt x="0" y="0"/>
                    </a:moveTo>
                    <a:cubicBezTo>
                      <a:pt x="1" y="5"/>
                      <a:pt x="3" y="9"/>
                      <a:pt x="8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3"/>
                      <a:pt x="13" y="14"/>
                      <a:pt x="14" y="15"/>
                    </a:cubicBezTo>
                    <a:cubicBezTo>
                      <a:pt x="15" y="17"/>
                      <a:pt x="14" y="19"/>
                      <a:pt x="15" y="21"/>
                    </a:cubicBezTo>
                    <a:cubicBezTo>
                      <a:pt x="16" y="24"/>
                      <a:pt x="16" y="23"/>
                      <a:pt x="18" y="25"/>
                    </a:cubicBezTo>
                    <a:cubicBezTo>
                      <a:pt x="19" y="27"/>
                      <a:pt x="22" y="28"/>
                      <a:pt x="22" y="32"/>
                    </a:cubicBezTo>
                    <a:cubicBezTo>
                      <a:pt x="22" y="36"/>
                      <a:pt x="19" y="37"/>
                      <a:pt x="18" y="40"/>
                    </a:cubicBezTo>
                    <a:cubicBezTo>
                      <a:pt x="17" y="41"/>
                      <a:pt x="19" y="43"/>
                      <a:pt x="18" y="45"/>
                    </a:cubicBezTo>
                    <a:cubicBezTo>
                      <a:pt x="17" y="50"/>
                      <a:pt x="14" y="67"/>
                      <a:pt x="9" y="75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6" name="Freeform 958">
                <a:extLst>
                  <a:ext uri="{FF2B5EF4-FFF2-40B4-BE49-F238E27FC236}">
                    <a16:creationId xmlns:a16="http://schemas.microsoft.com/office/drawing/2014/main" id="{E31E1367-7DA7-4671-8A23-2021D2106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581"/>
                <a:ext cx="681" cy="782"/>
              </a:xfrm>
              <a:custGeom>
                <a:avLst/>
                <a:gdLst>
                  <a:gd name="T0" fmla="*/ 3257 w 294"/>
                  <a:gd name="T1" fmla="*/ 2292 h 316"/>
                  <a:gd name="T2" fmla="*/ 3493 w 294"/>
                  <a:gd name="T3" fmla="*/ 3002 h 316"/>
                  <a:gd name="T4" fmla="*/ 3653 w 294"/>
                  <a:gd name="T5" fmla="*/ 4016 h 316"/>
                  <a:gd name="T6" fmla="*/ 3370 w 294"/>
                  <a:gd name="T7" fmla="*/ 4605 h 316"/>
                  <a:gd name="T8" fmla="*/ 3208 w 294"/>
                  <a:gd name="T9" fmla="*/ 4623 h 316"/>
                  <a:gd name="T10" fmla="*/ 2946 w 294"/>
                  <a:gd name="T11" fmla="*/ 4655 h 316"/>
                  <a:gd name="T12" fmla="*/ 2673 w 294"/>
                  <a:gd name="T13" fmla="*/ 4685 h 316"/>
                  <a:gd name="T14" fmla="*/ 2571 w 294"/>
                  <a:gd name="T15" fmla="*/ 4697 h 316"/>
                  <a:gd name="T16" fmla="*/ 2483 w 294"/>
                  <a:gd name="T17" fmla="*/ 4727 h 316"/>
                  <a:gd name="T18" fmla="*/ 2323 w 294"/>
                  <a:gd name="T19" fmla="*/ 4655 h 316"/>
                  <a:gd name="T20" fmla="*/ 2075 w 294"/>
                  <a:gd name="T21" fmla="*/ 4576 h 316"/>
                  <a:gd name="T22" fmla="*/ 1492 w 294"/>
                  <a:gd name="T23" fmla="*/ 4378 h 316"/>
                  <a:gd name="T24" fmla="*/ 1427 w 294"/>
                  <a:gd name="T25" fmla="*/ 4029 h 316"/>
                  <a:gd name="T26" fmla="*/ 1255 w 294"/>
                  <a:gd name="T27" fmla="*/ 4153 h 316"/>
                  <a:gd name="T28" fmla="*/ 1068 w 294"/>
                  <a:gd name="T29" fmla="*/ 4061 h 316"/>
                  <a:gd name="T30" fmla="*/ 660 w 294"/>
                  <a:gd name="T31" fmla="*/ 3576 h 316"/>
                  <a:gd name="T32" fmla="*/ 510 w 294"/>
                  <a:gd name="T33" fmla="*/ 3351 h 316"/>
                  <a:gd name="T34" fmla="*/ 236 w 294"/>
                  <a:gd name="T35" fmla="*/ 3123 h 316"/>
                  <a:gd name="T36" fmla="*/ 0 w 294"/>
                  <a:gd name="T37" fmla="*/ 2653 h 316"/>
                  <a:gd name="T38" fmla="*/ 12 w 294"/>
                  <a:gd name="T39" fmla="*/ 2640 h 316"/>
                  <a:gd name="T40" fmla="*/ 134 w 294"/>
                  <a:gd name="T41" fmla="*/ 2076 h 316"/>
                  <a:gd name="T42" fmla="*/ 160 w 294"/>
                  <a:gd name="T43" fmla="*/ 2014 h 316"/>
                  <a:gd name="T44" fmla="*/ 188 w 294"/>
                  <a:gd name="T45" fmla="*/ 1972 h 316"/>
                  <a:gd name="T46" fmla="*/ 248 w 294"/>
                  <a:gd name="T47" fmla="*/ 1849 h 316"/>
                  <a:gd name="T48" fmla="*/ 718 w 294"/>
                  <a:gd name="T49" fmla="*/ 1171 h 316"/>
                  <a:gd name="T50" fmla="*/ 1293 w 294"/>
                  <a:gd name="T51" fmla="*/ 594 h 316"/>
                  <a:gd name="T52" fmla="*/ 1753 w 294"/>
                  <a:gd name="T53" fmla="*/ 183 h 316"/>
                  <a:gd name="T54" fmla="*/ 1814 w 294"/>
                  <a:gd name="T55" fmla="*/ 42 h 316"/>
                  <a:gd name="T56" fmla="*/ 2360 w 294"/>
                  <a:gd name="T57" fmla="*/ 0 h 316"/>
                  <a:gd name="T58" fmla="*/ 2736 w 294"/>
                  <a:gd name="T59" fmla="*/ 92 h 316"/>
                  <a:gd name="T60" fmla="*/ 2882 w 294"/>
                  <a:gd name="T61" fmla="*/ 215 h 316"/>
                  <a:gd name="T62" fmla="*/ 3009 w 294"/>
                  <a:gd name="T63" fmla="*/ 299 h 316"/>
                  <a:gd name="T64" fmla="*/ 3192 w 294"/>
                  <a:gd name="T65" fmla="*/ 594 h 31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4" h="316">
                    <a:moveTo>
                      <a:pt x="262" y="151"/>
                    </a:moveTo>
                    <a:cubicBezTo>
                      <a:pt x="269" y="163"/>
                      <a:pt x="276" y="181"/>
                      <a:pt x="281" y="198"/>
                    </a:cubicBezTo>
                    <a:cubicBezTo>
                      <a:pt x="285" y="213"/>
                      <a:pt x="291" y="245"/>
                      <a:pt x="294" y="265"/>
                    </a:cubicBezTo>
                    <a:cubicBezTo>
                      <a:pt x="291" y="275"/>
                      <a:pt x="279" y="301"/>
                      <a:pt x="271" y="304"/>
                    </a:cubicBezTo>
                    <a:cubicBezTo>
                      <a:pt x="266" y="306"/>
                      <a:pt x="263" y="303"/>
                      <a:pt x="258" y="305"/>
                    </a:cubicBezTo>
                    <a:cubicBezTo>
                      <a:pt x="252" y="306"/>
                      <a:pt x="241" y="316"/>
                      <a:pt x="237" y="307"/>
                    </a:cubicBezTo>
                    <a:cubicBezTo>
                      <a:pt x="230" y="313"/>
                      <a:pt x="223" y="310"/>
                      <a:pt x="215" y="309"/>
                    </a:cubicBezTo>
                    <a:cubicBezTo>
                      <a:pt x="215" y="309"/>
                      <a:pt x="207" y="310"/>
                      <a:pt x="207" y="310"/>
                    </a:cubicBezTo>
                    <a:cubicBezTo>
                      <a:pt x="209" y="310"/>
                      <a:pt x="198" y="312"/>
                      <a:pt x="200" y="312"/>
                    </a:cubicBezTo>
                    <a:cubicBezTo>
                      <a:pt x="195" y="311"/>
                      <a:pt x="192" y="308"/>
                      <a:pt x="187" y="307"/>
                    </a:cubicBezTo>
                    <a:cubicBezTo>
                      <a:pt x="181" y="305"/>
                      <a:pt x="174" y="302"/>
                      <a:pt x="167" y="302"/>
                    </a:cubicBezTo>
                    <a:cubicBezTo>
                      <a:pt x="155" y="303"/>
                      <a:pt x="129" y="297"/>
                      <a:pt x="120" y="289"/>
                    </a:cubicBezTo>
                    <a:cubicBezTo>
                      <a:pt x="113" y="282"/>
                      <a:pt x="111" y="276"/>
                      <a:pt x="115" y="266"/>
                    </a:cubicBezTo>
                    <a:cubicBezTo>
                      <a:pt x="109" y="270"/>
                      <a:pt x="110" y="273"/>
                      <a:pt x="101" y="274"/>
                    </a:cubicBezTo>
                    <a:cubicBezTo>
                      <a:pt x="94" y="274"/>
                      <a:pt x="92" y="272"/>
                      <a:pt x="86" y="268"/>
                    </a:cubicBezTo>
                    <a:cubicBezTo>
                      <a:pt x="74" y="258"/>
                      <a:pt x="62" y="249"/>
                      <a:pt x="53" y="236"/>
                    </a:cubicBezTo>
                    <a:cubicBezTo>
                      <a:pt x="49" y="230"/>
                      <a:pt x="46" y="225"/>
                      <a:pt x="41" y="221"/>
                    </a:cubicBezTo>
                    <a:cubicBezTo>
                      <a:pt x="33" y="216"/>
                      <a:pt x="26" y="212"/>
                      <a:pt x="19" y="206"/>
                    </a:cubicBezTo>
                    <a:cubicBezTo>
                      <a:pt x="4" y="195"/>
                      <a:pt x="4" y="190"/>
                      <a:pt x="0" y="175"/>
                    </a:cubicBezTo>
                    <a:cubicBezTo>
                      <a:pt x="1" y="174"/>
                      <a:pt x="1" y="174"/>
                      <a:pt x="1" y="174"/>
                    </a:cubicBezTo>
                    <a:cubicBezTo>
                      <a:pt x="4" y="164"/>
                      <a:pt x="4" y="145"/>
                      <a:pt x="11" y="137"/>
                    </a:cubicBezTo>
                    <a:cubicBezTo>
                      <a:pt x="12" y="136"/>
                      <a:pt x="12" y="134"/>
                      <a:pt x="13" y="133"/>
                    </a:cubicBezTo>
                    <a:cubicBezTo>
                      <a:pt x="13" y="132"/>
                      <a:pt x="14" y="131"/>
                      <a:pt x="15" y="130"/>
                    </a:cubicBezTo>
                    <a:cubicBezTo>
                      <a:pt x="17" y="127"/>
                      <a:pt x="18" y="124"/>
                      <a:pt x="20" y="122"/>
                    </a:cubicBezTo>
                    <a:cubicBezTo>
                      <a:pt x="26" y="112"/>
                      <a:pt x="50" y="86"/>
                      <a:pt x="58" y="77"/>
                    </a:cubicBezTo>
                    <a:cubicBezTo>
                      <a:pt x="70" y="67"/>
                      <a:pt x="86" y="53"/>
                      <a:pt x="104" y="39"/>
                    </a:cubicBezTo>
                    <a:cubicBezTo>
                      <a:pt x="118" y="29"/>
                      <a:pt x="137" y="20"/>
                      <a:pt x="141" y="12"/>
                    </a:cubicBezTo>
                    <a:cubicBezTo>
                      <a:pt x="144" y="3"/>
                      <a:pt x="146" y="3"/>
                      <a:pt x="146" y="3"/>
                    </a:cubicBezTo>
                    <a:cubicBezTo>
                      <a:pt x="159" y="8"/>
                      <a:pt x="175" y="3"/>
                      <a:pt x="190" y="0"/>
                    </a:cubicBezTo>
                    <a:cubicBezTo>
                      <a:pt x="213" y="1"/>
                      <a:pt x="213" y="4"/>
                      <a:pt x="220" y="6"/>
                    </a:cubicBezTo>
                    <a:cubicBezTo>
                      <a:pt x="227" y="8"/>
                      <a:pt x="230" y="9"/>
                      <a:pt x="232" y="14"/>
                    </a:cubicBezTo>
                    <a:cubicBezTo>
                      <a:pt x="235" y="19"/>
                      <a:pt x="236" y="19"/>
                      <a:pt x="242" y="20"/>
                    </a:cubicBezTo>
                    <a:cubicBezTo>
                      <a:pt x="248" y="22"/>
                      <a:pt x="254" y="31"/>
                      <a:pt x="257" y="3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7" name="Freeform 959">
                <a:extLst>
                  <a:ext uri="{FF2B5EF4-FFF2-40B4-BE49-F238E27FC236}">
                    <a16:creationId xmlns:a16="http://schemas.microsoft.com/office/drawing/2014/main" id="{2C7EDF15-EC0C-469A-8874-E2DD448E8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175"/>
                <a:ext cx="26" cy="67"/>
              </a:xfrm>
              <a:custGeom>
                <a:avLst/>
                <a:gdLst>
                  <a:gd name="T0" fmla="*/ 144 w 11"/>
                  <a:gd name="T1" fmla="*/ 0 h 27"/>
                  <a:gd name="T2" fmla="*/ 40 w 11"/>
                  <a:gd name="T3" fmla="*/ 278 h 27"/>
                  <a:gd name="T4" fmla="*/ 0 w 11"/>
                  <a:gd name="T5" fmla="*/ 4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10" y="6"/>
                      <a:pt x="5" y="11"/>
                      <a:pt x="3" y="18"/>
                    </a:cubicBezTo>
                    <a:cubicBezTo>
                      <a:pt x="2" y="22"/>
                      <a:pt x="2" y="24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8" name="Freeform 960">
                <a:extLst>
                  <a:ext uri="{FF2B5EF4-FFF2-40B4-BE49-F238E27FC236}">
                    <a16:creationId xmlns:a16="http://schemas.microsoft.com/office/drawing/2014/main" id="{0C89CB0E-8F29-469F-A1D1-C53E7EE93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938"/>
                <a:ext cx="146" cy="124"/>
              </a:xfrm>
              <a:custGeom>
                <a:avLst/>
                <a:gdLst>
                  <a:gd name="T0" fmla="*/ 0 w 63"/>
                  <a:gd name="T1" fmla="*/ 0 h 50"/>
                  <a:gd name="T2" fmla="*/ 209 w 63"/>
                  <a:gd name="T3" fmla="*/ 412 h 50"/>
                  <a:gd name="T4" fmla="*/ 783 w 63"/>
                  <a:gd name="T5" fmla="*/ 73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0">
                    <a:moveTo>
                      <a:pt x="0" y="0"/>
                    </a:moveTo>
                    <a:cubicBezTo>
                      <a:pt x="5" y="13"/>
                      <a:pt x="6" y="18"/>
                      <a:pt x="17" y="27"/>
                    </a:cubicBezTo>
                    <a:cubicBezTo>
                      <a:pt x="29" y="38"/>
                      <a:pt x="45" y="50"/>
                      <a:pt x="63" y="48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9" name="Freeform 961">
                <a:extLst>
                  <a:ext uri="{FF2B5EF4-FFF2-40B4-BE49-F238E27FC236}">
                    <a16:creationId xmlns:a16="http://schemas.microsoft.com/office/drawing/2014/main" id="{59BCC2F1-EDB1-4DAF-9092-79C39EFAF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872"/>
                <a:ext cx="299" cy="93"/>
              </a:xfrm>
              <a:custGeom>
                <a:avLst/>
                <a:gdLst>
                  <a:gd name="T0" fmla="*/ 1606 w 129"/>
                  <a:gd name="T1" fmla="*/ 294 h 38"/>
                  <a:gd name="T2" fmla="*/ 869 w 129"/>
                  <a:gd name="T3" fmla="*/ 306 h 38"/>
                  <a:gd name="T4" fmla="*/ 338 w 129"/>
                  <a:gd name="T5" fmla="*/ 191 h 38"/>
                  <a:gd name="T6" fmla="*/ 114 w 129"/>
                  <a:gd name="T7" fmla="*/ 132 h 38"/>
                  <a:gd name="T8" fmla="*/ 0 w 12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38">
                    <a:moveTo>
                      <a:pt x="129" y="20"/>
                    </a:moveTo>
                    <a:cubicBezTo>
                      <a:pt x="112" y="38"/>
                      <a:pt x="90" y="26"/>
                      <a:pt x="70" y="21"/>
                    </a:cubicBezTo>
                    <a:cubicBezTo>
                      <a:pt x="57" y="17"/>
                      <a:pt x="39" y="15"/>
                      <a:pt x="27" y="13"/>
                    </a:cubicBezTo>
                    <a:cubicBezTo>
                      <a:pt x="21" y="12"/>
                      <a:pt x="15" y="13"/>
                      <a:pt x="9" y="9"/>
                    </a:cubicBezTo>
                    <a:cubicBezTo>
                      <a:pt x="5" y="6"/>
                      <a:pt x="4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0" name="Freeform 962">
                <a:extLst>
                  <a:ext uri="{FF2B5EF4-FFF2-40B4-BE49-F238E27FC236}">
                    <a16:creationId xmlns:a16="http://schemas.microsoft.com/office/drawing/2014/main" id="{06358566-C476-49AA-88B5-636149777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859"/>
                <a:ext cx="213" cy="57"/>
              </a:xfrm>
              <a:custGeom>
                <a:avLst/>
                <a:gdLst>
                  <a:gd name="T0" fmla="*/ 1141 w 92"/>
                  <a:gd name="T1" fmla="*/ 0 h 23"/>
                  <a:gd name="T2" fmla="*/ 669 w 92"/>
                  <a:gd name="T3" fmla="*/ 258 h 23"/>
                  <a:gd name="T4" fmla="*/ 0 w 92"/>
                  <a:gd name="T5" fmla="*/ 19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3">
                    <a:moveTo>
                      <a:pt x="92" y="0"/>
                    </a:moveTo>
                    <a:cubicBezTo>
                      <a:pt x="78" y="5"/>
                      <a:pt x="68" y="14"/>
                      <a:pt x="54" y="17"/>
                    </a:cubicBezTo>
                    <a:cubicBezTo>
                      <a:pt x="36" y="21"/>
                      <a:pt x="14" y="23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1" name="Freeform 963">
                <a:extLst>
                  <a:ext uri="{FF2B5EF4-FFF2-40B4-BE49-F238E27FC236}">
                    <a16:creationId xmlns:a16="http://schemas.microsoft.com/office/drawing/2014/main" id="{F1D5477D-A81D-4CAA-B0BD-3550976B6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411"/>
                <a:ext cx="106" cy="450"/>
              </a:xfrm>
              <a:custGeom>
                <a:avLst/>
                <a:gdLst>
                  <a:gd name="T0" fmla="*/ 111 w 46"/>
                  <a:gd name="T1" fmla="*/ 2208 h 182"/>
                  <a:gd name="T2" fmla="*/ 171 w 46"/>
                  <a:gd name="T3" fmla="*/ 2072 h 182"/>
                  <a:gd name="T4" fmla="*/ 111 w 46"/>
                  <a:gd name="T5" fmla="*/ 1980 h 182"/>
                  <a:gd name="T6" fmla="*/ 85 w 46"/>
                  <a:gd name="T7" fmla="*/ 1919 h 182"/>
                  <a:gd name="T8" fmla="*/ 65 w 46"/>
                  <a:gd name="T9" fmla="*/ 1827 h 182"/>
                  <a:gd name="T10" fmla="*/ 65 w 46"/>
                  <a:gd name="T11" fmla="*/ 1815 h 182"/>
                  <a:gd name="T12" fmla="*/ 85 w 46"/>
                  <a:gd name="T13" fmla="*/ 1785 h 182"/>
                  <a:gd name="T14" fmla="*/ 111 w 46"/>
                  <a:gd name="T15" fmla="*/ 1755 h 182"/>
                  <a:gd name="T16" fmla="*/ 94 w 46"/>
                  <a:gd name="T17" fmla="*/ 1664 h 182"/>
                  <a:gd name="T18" fmla="*/ 37 w 46"/>
                  <a:gd name="T19" fmla="*/ 1179 h 182"/>
                  <a:gd name="T20" fmla="*/ 85 w 46"/>
                  <a:gd name="T21" fmla="*/ 843 h 182"/>
                  <a:gd name="T22" fmla="*/ 318 w 46"/>
                  <a:gd name="T23" fmla="*/ 532 h 182"/>
                  <a:gd name="T24" fmla="*/ 244 w 46"/>
                  <a:gd name="T25" fmla="*/ 331 h 182"/>
                  <a:gd name="T26" fmla="*/ 111 w 46"/>
                  <a:gd name="T27" fmla="*/ 361 h 182"/>
                  <a:gd name="T28" fmla="*/ 171 w 46"/>
                  <a:gd name="T29" fmla="*/ 299 h 182"/>
                  <a:gd name="T30" fmla="*/ 281 w 46"/>
                  <a:gd name="T31" fmla="*/ 215 h 182"/>
                  <a:gd name="T32" fmla="*/ 562 w 46"/>
                  <a:gd name="T33" fmla="*/ 74 h 182"/>
                  <a:gd name="T34" fmla="*/ 562 w 46"/>
                  <a:gd name="T35" fmla="*/ 423 h 182"/>
                  <a:gd name="T36" fmla="*/ 346 w 46"/>
                  <a:gd name="T37" fmla="*/ 739 h 182"/>
                  <a:gd name="T38" fmla="*/ 281 w 46"/>
                  <a:gd name="T39" fmla="*/ 1076 h 182"/>
                  <a:gd name="T40" fmla="*/ 355 w 46"/>
                  <a:gd name="T41" fmla="*/ 1558 h 182"/>
                  <a:gd name="T42" fmla="*/ 355 w 46"/>
                  <a:gd name="T43" fmla="*/ 1632 h 182"/>
                  <a:gd name="T44" fmla="*/ 281 w 46"/>
                  <a:gd name="T45" fmla="*/ 1785 h 182"/>
                  <a:gd name="T46" fmla="*/ 318 w 46"/>
                  <a:gd name="T47" fmla="*/ 1906 h 182"/>
                  <a:gd name="T48" fmla="*/ 256 w 46"/>
                  <a:gd name="T49" fmla="*/ 2055 h 182"/>
                  <a:gd name="T50" fmla="*/ 272 w 46"/>
                  <a:gd name="T51" fmla="*/ 2176 h 182"/>
                  <a:gd name="T52" fmla="*/ 233 w 46"/>
                  <a:gd name="T53" fmla="*/ 2250 h 182"/>
                  <a:gd name="T54" fmla="*/ 196 w 46"/>
                  <a:gd name="T55" fmla="*/ 2403 h 182"/>
                  <a:gd name="T56" fmla="*/ 134 w 46"/>
                  <a:gd name="T57" fmla="*/ 2475 h 182"/>
                  <a:gd name="T58" fmla="*/ 65 w 46"/>
                  <a:gd name="T59" fmla="*/ 2648 h 182"/>
                  <a:gd name="T60" fmla="*/ 12 w 46"/>
                  <a:gd name="T61" fmla="*/ 2752 h 182"/>
                  <a:gd name="T62" fmla="*/ 122 w 46"/>
                  <a:gd name="T63" fmla="*/ 2280 h 182"/>
                  <a:gd name="T64" fmla="*/ 111 w 46"/>
                  <a:gd name="T65" fmla="*/ 2208 h 1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6" h="182">
                    <a:moveTo>
                      <a:pt x="9" y="146"/>
                    </a:moveTo>
                    <a:cubicBezTo>
                      <a:pt x="11" y="143"/>
                      <a:pt x="14" y="142"/>
                      <a:pt x="14" y="137"/>
                    </a:cubicBezTo>
                    <a:cubicBezTo>
                      <a:pt x="13" y="134"/>
                      <a:pt x="11" y="133"/>
                      <a:pt x="9" y="131"/>
                    </a:cubicBezTo>
                    <a:cubicBezTo>
                      <a:pt x="8" y="129"/>
                      <a:pt x="8" y="129"/>
                      <a:pt x="7" y="127"/>
                    </a:cubicBezTo>
                    <a:cubicBezTo>
                      <a:pt x="6" y="125"/>
                      <a:pt x="6" y="123"/>
                      <a:pt x="5" y="121"/>
                    </a:cubicBezTo>
                    <a:cubicBezTo>
                      <a:pt x="5" y="121"/>
                      <a:pt x="5" y="120"/>
                      <a:pt x="5" y="120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8" y="117"/>
                      <a:pt x="8" y="116"/>
                      <a:pt x="9" y="116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4" y="99"/>
                      <a:pt x="0" y="86"/>
                      <a:pt x="3" y="78"/>
                    </a:cubicBezTo>
                    <a:cubicBezTo>
                      <a:pt x="6" y="69"/>
                      <a:pt x="5" y="68"/>
                      <a:pt x="7" y="56"/>
                    </a:cubicBezTo>
                    <a:cubicBezTo>
                      <a:pt x="10" y="44"/>
                      <a:pt x="20" y="41"/>
                      <a:pt x="26" y="35"/>
                    </a:cubicBezTo>
                    <a:cubicBezTo>
                      <a:pt x="22" y="32"/>
                      <a:pt x="20" y="28"/>
                      <a:pt x="20" y="22"/>
                    </a:cubicBezTo>
                    <a:cubicBezTo>
                      <a:pt x="17" y="24"/>
                      <a:pt x="13" y="25"/>
                      <a:pt x="9" y="24"/>
                    </a:cubicBezTo>
                    <a:cubicBezTo>
                      <a:pt x="10" y="23"/>
                      <a:pt x="12" y="21"/>
                      <a:pt x="14" y="20"/>
                    </a:cubicBezTo>
                    <a:cubicBezTo>
                      <a:pt x="17" y="19"/>
                      <a:pt x="20" y="17"/>
                      <a:pt x="23" y="14"/>
                    </a:cubicBezTo>
                    <a:cubicBezTo>
                      <a:pt x="29" y="5"/>
                      <a:pt x="40" y="0"/>
                      <a:pt x="46" y="5"/>
                    </a:cubicBezTo>
                    <a:cubicBezTo>
                      <a:pt x="39" y="8"/>
                      <a:pt x="40" y="22"/>
                      <a:pt x="46" y="28"/>
                    </a:cubicBezTo>
                    <a:cubicBezTo>
                      <a:pt x="41" y="34"/>
                      <a:pt x="30" y="37"/>
                      <a:pt x="28" y="49"/>
                    </a:cubicBezTo>
                    <a:cubicBezTo>
                      <a:pt x="26" y="60"/>
                      <a:pt x="26" y="62"/>
                      <a:pt x="23" y="71"/>
                    </a:cubicBezTo>
                    <a:cubicBezTo>
                      <a:pt x="20" y="79"/>
                      <a:pt x="25" y="92"/>
                      <a:pt x="29" y="103"/>
                    </a:cubicBezTo>
                    <a:cubicBezTo>
                      <a:pt x="29" y="108"/>
                      <a:pt x="29" y="108"/>
                      <a:pt x="29" y="108"/>
                    </a:cubicBezTo>
                    <a:cubicBezTo>
                      <a:pt x="27" y="111"/>
                      <a:pt x="23" y="115"/>
                      <a:pt x="23" y="118"/>
                    </a:cubicBezTo>
                    <a:cubicBezTo>
                      <a:pt x="24" y="122"/>
                      <a:pt x="26" y="122"/>
                      <a:pt x="26" y="126"/>
                    </a:cubicBezTo>
                    <a:cubicBezTo>
                      <a:pt x="25" y="129"/>
                      <a:pt x="21" y="132"/>
                      <a:pt x="21" y="136"/>
                    </a:cubicBezTo>
                    <a:cubicBezTo>
                      <a:pt x="21" y="138"/>
                      <a:pt x="23" y="142"/>
                      <a:pt x="22" y="144"/>
                    </a:cubicBezTo>
                    <a:cubicBezTo>
                      <a:pt x="22" y="147"/>
                      <a:pt x="21" y="147"/>
                      <a:pt x="19" y="149"/>
                    </a:cubicBezTo>
                    <a:cubicBezTo>
                      <a:pt x="16" y="153"/>
                      <a:pt x="18" y="155"/>
                      <a:pt x="16" y="159"/>
                    </a:cubicBezTo>
                    <a:cubicBezTo>
                      <a:pt x="15" y="162"/>
                      <a:pt x="13" y="161"/>
                      <a:pt x="11" y="164"/>
                    </a:cubicBezTo>
                    <a:cubicBezTo>
                      <a:pt x="7" y="167"/>
                      <a:pt x="5" y="170"/>
                      <a:pt x="5" y="175"/>
                    </a:cubicBezTo>
                    <a:cubicBezTo>
                      <a:pt x="4" y="178"/>
                      <a:pt x="3" y="180"/>
                      <a:pt x="1" y="182"/>
                    </a:cubicBezTo>
                    <a:cubicBezTo>
                      <a:pt x="6" y="173"/>
                      <a:pt x="9" y="157"/>
                      <a:pt x="10" y="151"/>
                    </a:cubicBezTo>
                    <a:cubicBezTo>
                      <a:pt x="10" y="150"/>
                      <a:pt x="9" y="147"/>
                      <a:pt x="9" y="14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2" name="Freeform 964">
                <a:extLst>
                  <a:ext uri="{FF2B5EF4-FFF2-40B4-BE49-F238E27FC236}">
                    <a16:creationId xmlns:a16="http://schemas.microsoft.com/office/drawing/2014/main" id="{5C173BFD-A1CA-45E3-9019-8E1F7F50E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559"/>
                <a:ext cx="700" cy="450"/>
              </a:xfrm>
              <a:custGeom>
                <a:avLst/>
                <a:gdLst>
                  <a:gd name="T0" fmla="*/ 436 w 302"/>
                  <a:gd name="T1" fmla="*/ 1798 h 182"/>
                  <a:gd name="T2" fmla="*/ 12 w 302"/>
                  <a:gd name="T3" fmla="*/ 789 h 182"/>
                  <a:gd name="T4" fmla="*/ 102 w 302"/>
                  <a:gd name="T5" fmla="*/ 299 h 182"/>
                  <a:gd name="T6" fmla="*/ 399 w 302"/>
                  <a:gd name="T7" fmla="*/ 74 h 182"/>
                  <a:gd name="T8" fmla="*/ 1011 w 302"/>
                  <a:gd name="T9" fmla="*/ 349 h 182"/>
                  <a:gd name="T10" fmla="*/ 1198 w 302"/>
                  <a:gd name="T11" fmla="*/ 831 h 182"/>
                  <a:gd name="T12" fmla="*/ 1161 w 302"/>
                  <a:gd name="T13" fmla="*/ 1076 h 182"/>
                  <a:gd name="T14" fmla="*/ 1171 w 302"/>
                  <a:gd name="T15" fmla="*/ 1407 h 182"/>
                  <a:gd name="T16" fmla="*/ 1493 w 302"/>
                  <a:gd name="T17" fmla="*/ 1387 h 182"/>
                  <a:gd name="T18" fmla="*/ 1634 w 302"/>
                  <a:gd name="T19" fmla="*/ 1118 h 182"/>
                  <a:gd name="T20" fmla="*/ 1456 w 302"/>
                  <a:gd name="T21" fmla="*/ 954 h 182"/>
                  <a:gd name="T22" fmla="*/ 1370 w 302"/>
                  <a:gd name="T23" fmla="*/ 875 h 182"/>
                  <a:gd name="T24" fmla="*/ 1268 w 302"/>
                  <a:gd name="T25" fmla="*/ 502 h 182"/>
                  <a:gd name="T26" fmla="*/ 1256 w 302"/>
                  <a:gd name="T27" fmla="*/ 423 h 182"/>
                  <a:gd name="T28" fmla="*/ 1532 w 302"/>
                  <a:gd name="T29" fmla="*/ 668 h 182"/>
                  <a:gd name="T30" fmla="*/ 1680 w 302"/>
                  <a:gd name="T31" fmla="*/ 391 h 182"/>
                  <a:gd name="T32" fmla="*/ 1655 w 302"/>
                  <a:gd name="T33" fmla="*/ 349 h 182"/>
                  <a:gd name="T34" fmla="*/ 2788 w 302"/>
                  <a:gd name="T35" fmla="*/ 618 h 182"/>
                  <a:gd name="T36" fmla="*/ 3762 w 302"/>
                  <a:gd name="T37" fmla="*/ 618 h 182"/>
                  <a:gd name="T38" fmla="*/ 2768 w 302"/>
                  <a:gd name="T39" fmla="*/ 1785 h 182"/>
                  <a:gd name="T40" fmla="*/ 1720 w 302"/>
                  <a:gd name="T41" fmla="*/ 2537 h 182"/>
                  <a:gd name="T42" fmla="*/ 387 w 302"/>
                  <a:gd name="T43" fmla="*/ 2371 h 182"/>
                  <a:gd name="T44" fmla="*/ 436 w 302"/>
                  <a:gd name="T45" fmla="*/ 1798 h 18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02" h="182">
                    <a:moveTo>
                      <a:pt x="35" y="119"/>
                    </a:moveTo>
                    <a:cubicBezTo>
                      <a:pt x="36" y="69"/>
                      <a:pt x="0" y="64"/>
                      <a:pt x="1" y="52"/>
                    </a:cubicBezTo>
                    <a:cubicBezTo>
                      <a:pt x="2" y="39"/>
                      <a:pt x="3" y="27"/>
                      <a:pt x="8" y="20"/>
                    </a:cubicBezTo>
                    <a:cubicBezTo>
                      <a:pt x="13" y="11"/>
                      <a:pt x="14" y="0"/>
                      <a:pt x="32" y="5"/>
                    </a:cubicBezTo>
                    <a:cubicBezTo>
                      <a:pt x="50" y="10"/>
                      <a:pt x="73" y="19"/>
                      <a:pt x="81" y="23"/>
                    </a:cubicBezTo>
                    <a:cubicBezTo>
                      <a:pt x="87" y="27"/>
                      <a:pt x="93" y="44"/>
                      <a:pt x="96" y="55"/>
                    </a:cubicBezTo>
                    <a:cubicBezTo>
                      <a:pt x="96" y="59"/>
                      <a:pt x="94" y="68"/>
                      <a:pt x="93" y="71"/>
                    </a:cubicBezTo>
                    <a:cubicBezTo>
                      <a:pt x="90" y="78"/>
                      <a:pt x="88" y="88"/>
                      <a:pt x="94" y="93"/>
                    </a:cubicBezTo>
                    <a:cubicBezTo>
                      <a:pt x="110" y="104"/>
                      <a:pt x="119" y="96"/>
                      <a:pt x="120" y="92"/>
                    </a:cubicBezTo>
                    <a:cubicBezTo>
                      <a:pt x="124" y="92"/>
                      <a:pt x="135" y="84"/>
                      <a:pt x="131" y="74"/>
                    </a:cubicBezTo>
                    <a:cubicBezTo>
                      <a:pt x="129" y="67"/>
                      <a:pt x="123" y="64"/>
                      <a:pt x="117" y="63"/>
                    </a:cubicBezTo>
                    <a:cubicBezTo>
                      <a:pt x="115" y="62"/>
                      <a:pt x="111" y="61"/>
                      <a:pt x="110" y="58"/>
                    </a:cubicBezTo>
                    <a:cubicBezTo>
                      <a:pt x="108" y="51"/>
                      <a:pt x="105" y="41"/>
                      <a:pt x="102" y="33"/>
                    </a:cubicBezTo>
                    <a:cubicBezTo>
                      <a:pt x="102" y="31"/>
                      <a:pt x="101" y="30"/>
                      <a:pt x="101" y="28"/>
                    </a:cubicBezTo>
                    <a:cubicBezTo>
                      <a:pt x="105" y="34"/>
                      <a:pt x="112" y="44"/>
                      <a:pt x="123" y="44"/>
                    </a:cubicBezTo>
                    <a:cubicBezTo>
                      <a:pt x="137" y="45"/>
                      <a:pt x="140" y="31"/>
                      <a:pt x="135" y="26"/>
                    </a:cubicBezTo>
                    <a:cubicBezTo>
                      <a:pt x="134" y="25"/>
                      <a:pt x="133" y="24"/>
                      <a:pt x="133" y="23"/>
                    </a:cubicBezTo>
                    <a:cubicBezTo>
                      <a:pt x="156" y="37"/>
                      <a:pt x="189" y="41"/>
                      <a:pt x="224" y="41"/>
                    </a:cubicBezTo>
                    <a:cubicBezTo>
                      <a:pt x="249" y="41"/>
                      <a:pt x="275" y="41"/>
                      <a:pt x="302" y="41"/>
                    </a:cubicBezTo>
                    <a:cubicBezTo>
                      <a:pt x="295" y="90"/>
                      <a:pt x="249" y="124"/>
                      <a:pt x="222" y="118"/>
                    </a:cubicBezTo>
                    <a:cubicBezTo>
                      <a:pt x="222" y="135"/>
                      <a:pt x="168" y="172"/>
                      <a:pt x="138" y="168"/>
                    </a:cubicBezTo>
                    <a:cubicBezTo>
                      <a:pt x="136" y="182"/>
                      <a:pt x="61" y="167"/>
                      <a:pt x="31" y="157"/>
                    </a:cubicBezTo>
                    <a:cubicBezTo>
                      <a:pt x="34" y="145"/>
                      <a:pt x="35" y="132"/>
                      <a:pt x="35" y="1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3" name="Freeform 965">
                <a:extLst>
                  <a:ext uri="{FF2B5EF4-FFF2-40B4-BE49-F238E27FC236}">
                    <a16:creationId xmlns:a16="http://schemas.microsoft.com/office/drawing/2014/main" id="{0B204495-6A15-4B6F-B2B5-FD1D11F03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273"/>
                <a:ext cx="2398" cy="1632"/>
              </a:xfrm>
              <a:custGeom>
                <a:avLst/>
                <a:gdLst>
                  <a:gd name="T0" fmla="*/ 8235 w 1034"/>
                  <a:gd name="T1" fmla="*/ 8224 h 660"/>
                  <a:gd name="T2" fmla="*/ 9353 w 1034"/>
                  <a:gd name="T3" fmla="*/ 8481 h 660"/>
                  <a:gd name="T4" fmla="*/ 10552 w 1034"/>
                  <a:gd name="T5" fmla="*/ 8469 h 660"/>
                  <a:gd name="T6" fmla="*/ 11440 w 1034"/>
                  <a:gd name="T7" fmla="*/ 8254 h 660"/>
                  <a:gd name="T8" fmla="*/ 12725 w 1034"/>
                  <a:gd name="T9" fmla="*/ 7032 h 660"/>
                  <a:gd name="T10" fmla="*/ 12897 w 1034"/>
                  <a:gd name="T11" fmla="*/ 6036 h 660"/>
                  <a:gd name="T12" fmla="*/ 12811 w 1034"/>
                  <a:gd name="T13" fmla="*/ 5729 h 660"/>
                  <a:gd name="T14" fmla="*/ 12832 w 1034"/>
                  <a:gd name="T15" fmla="*/ 4990 h 660"/>
                  <a:gd name="T16" fmla="*/ 12558 w 1034"/>
                  <a:gd name="T17" fmla="*/ 3914 h 660"/>
                  <a:gd name="T18" fmla="*/ 12199 w 1034"/>
                  <a:gd name="T19" fmla="*/ 3081 h 660"/>
                  <a:gd name="T20" fmla="*/ 11600 w 1034"/>
                  <a:gd name="T21" fmla="*/ 2329 h 660"/>
                  <a:gd name="T22" fmla="*/ 10951 w 1034"/>
                  <a:gd name="T23" fmla="*/ 1511 h 660"/>
                  <a:gd name="T24" fmla="*/ 10251 w 1034"/>
                  <a:gd name="T25" fmla="*/ 1345 h 660"/>
                  <a:gd name="T26" fmla="*/ 9643 w 1034"/>
                  <a:gd name="T27" fmla="*/ 801 h 660"/>
                  <a:gd name="T28" fmla="*/ 8493 w 1034"/>
                  <a:gd name="T29" fmla="*/ 453 h 660"/>
                  <a:gd name="T30" fmla="*/ 7869 w 1034"/>
                  <a:gd name="T31" fmla="*/ 183 h 660"/>
                  <a:gd name="T32" fmla="*/ 7271 w 1034"/>
                  <a:gd name="T33" fmla="*/ 257 h 660"/>
                  <a:gd name="T34" fmla="*/ 7271 w 1034"/>
                  <a:gd name="T35" fmla="*/ 257 h 660"/>
                  <a:gd name="T36" fmla="*/ 6552 w 1034"/>
                  <a:gd name="T37" fmla="*/ 74 h 660"/>
                  <a:gd name="T38" fmla="*/ 5777 w 1034"/>
                  <a:gd name="T39" fmla="*/ 215 h 660"/>
                  <a:gd name="T40" fmla="*/ 5162 w 1034"/>
                  <a:gd name="T41" fmla="*/ 257 h 660"/>
                  <a:gd name="T42" fmla="*/ 4701 w 1034"/>
                  <a:gd name="T43" fmla="*/ 532 h 660"/>
                  <a:gd name="T44" fmla="*/ 4142 w 1034"/>
                  <a:gd name="T45" fmla="*/ 574 h 660"/>
                  <a:gd name="T46" fmla="*/ 3878 w 1034"/>
                  <a:gd name="T47" fmla="*/ 954 h 660"/>
                  <a:gd name="T48" fmla="*/ 3017 w 1034"/>
                  <a:gd name="T49" fmla="*/ 1088 h 660"/>
                  <a:gd name="T50" fmla="*/ 2136 w 1034"/>
                  <a:gd name="T51" fmla="*/ 1951 h 660"/>
                  <a:gd name="T52" fmla="*/ 1607 w 1034"/>
                  <a:gd name="T53" fmla="*/ 2433 h 660"/>
                  <a:gd name="T54" fmla="*/ 925 w 1034"/>
                  <a:gd name="T55" fmla="*/ 3571 h 660"/>
                  <a:gd name="T56" fmla="*/ 652 w 1034"/>
                  <a:gd name="T57" fmla="*/ 3914 h 660"/>
                  <a:gd name="T58" fmla="*/ 264 w 1034"/>
                  <a:gd name="T59" fmla="*/ 4824 h 660"/>
                  <a:gd name="T60" fmla="*/ 339 w 1034"/>
                  <a:gd name="T61" fmla="*/ 5020 h 660"/>
                  <a:gd name="T62" fmla="*/ 209 w 1034"/>
                  <a:gd name="T63" fmla="*/ 5156 h 660"/>
                  <a:gd name="T64" fmla="*/ 123 w 1034"/>
                  <a:gd name="T65" fmla="*/ 5700 h 660"/>
                  <a:gd name="T66" fmla="*/ 139 w 1034"/>
                  <a:gd name="T67" fmla="*/ 6016 h 660"/>
                  <a:gd name="T68" fmla="*/ 12 w 1034"/>
                  <a:gd name="T69" fmla="*/ 6639 h 660"/>
                  <a:gd name="T70" fmla="*/ 49 w 1034"/>
                  <a:gd name="T71" fmla="*/ 7485 h 660"/>
                  <a:gd name="T72" fmla="*/ 415 w 1034"/>
                  <a:gd name="T73" fmla="*/ 8469 h 660"/>
                  <a:gd name="T74" fmla="*/ 559 w 1034"/>
                  <a:gd name="T75" fmla="*/ 9221 h 660"/>
                  <a:gd name="T76" fmla="*/ 1570 w 1034"/>
                  <a:gd name="T77" fmla="*/ 9977 h 66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034" h="660">
                    <a:moveTo>
                      <a:pt x="660" y="544"/>
                    </a:moveTo>
                    <a:cubicBezTo>
                      <a:pt x="683" y="557"/>
                      <a:pt x="716" y="561"/>
                      <a:pt x="750" y="561"/>
                    </a:cubicBezTo>
                    <a:cubicBezTo>
                      <a:pt x="780" y="561"/>
                      <a:pt x="814" y="562"/>
                      <a:pt x="846" y="560"/>
                    </a:cubicBezTo>
                    <a:cubicBezTo>
                      <a:pt x="873" y="558"/>
                      <a:pt x="893" y="553"/>
                      <a:pt x="917" y="546"/>
                    </a:cubicBezTo>
                    <a:cubicBezTo>
                      <a:pt x="952" y="537"/>
                      <a:pt x="1011" y="502"/>
                      <a:pt x="1020" y="465"/>
                    </a:cubicBezTo>
                    <a:cubicBezTo>
                      <a:pt x="1029" y="428"/>
                      <a:pt x="1033" y="436"/>
                      <a:pt x="1034" y="399"/>
                    </a:cubicBezTo>
                    <a:cubicBezTo>
                      <a:pt x="1034" y="388"/>
                      <a:pt x="1033" y="380"/>
                      <a:pt x="1027" y="379"/>
                    </a:cubicBezTo>
                    <a:cubicBezTo>
                      <a:pt x="1033" y="374"/>
                      <a:pt x="1033" y="360"/>
                      <a:pt x="1029" y="330"/>
                    </a:cubicBezTo>
                    <a:cubicBezTo>
                      <a:pt x="1026" y="300"/>
                      <a:pt x="1019" y="259"/>
                      <a:pt x="1007" y="259"/>
                    </a:cubicBezTo>
                    <a:cubicBezTo>
                      <a:pt x="1012" y="249"/>
                      <a:pt x="997" y="225"/>
                      <a:pt x="978" y="204"/>
                    </a:cubicBezTo>
                    <a:cubicBezTo>
                      <a:pt x="963" y="188"/>
                      <a:pt x="948" y="144"/>
                      <a:pt x="930" y="154"/>
                    </a:cubicBezTo>
                    <a:cubicBezTo>
                      <a:pt x="942" y="135"/>
                      <a:pt x="894" y="109"/>
                      <a:pt x="878" y="100"/>
                    </a:cubicBezTo>
                    <a:cubicBezTo>
                      <a:pt x="861" y="91"/>
                      <a:pt x="836" y="73"/>
                      <a:pt x="822" y="89"/>
                    </a:cubicBezTo>
                    <a:cubicBezTo>
                      <a:pt x="845" y="69"/>
                      <a:pt x="786" y="58"/>
                      <a:pt x="773" y="53"/>
                    </a:cubicBezTo>
                    <a:cubicBezTo>
                      <a:pt x="752" y="45"/>
                      <a:pt x="699" y="5"/>
                      <a:pt x="681" y="30"/>
                    </a:cubicBezTo>
                    <a:cubicBezTo>
                      <a:pt x="686" y="16"/>
                      <a:pt x="656" y="16"/>
                      <a:pt x="631" y="12"/>
                    </a:cubicBezTo>
                    <a:cubicBezTo>
                      <a:pt x="605" y="9"/>
                      <a:pt x="583" y="4"/>
                      <a:pt x="583" y="17"/>
                    </a:cubicBezTo>
                    <a:cubicBezTo>
                      <a:pt x="583" y="17"/>
                      <a:pt x="583" y="17"/>
                      <a:pt x="583" y="17"/>
                    </a:cubicBezTo>
                    <a:cubicBezTo>
                      <a:pt x="582" y="5"/>
                      <a:pt x="554" y="1"/>
                      <a:pt x="525" y="5"/>
                    </a:cubicBezTo>
                    <a:cubicBezTo>
                      <a:pt x="500" y="9"/>
                      <a:pt x="464" y="0"/>
                      <a:pt x="463" y="14"/>
                    </a:cubicBezTo>
                    <a:cubicBezTo>
                      <a:pt x="461" y="3"/>
                      <a:pt x="438" y="11"/>
                      <a:pt x="414" y="17"/>
                    </a:cubicBezTo>
                    <a:cubicBezTo>
                      <a:pt x="394" y="23"/>
                      <a:pt x="378" y="24"/>
                      <a:pt x="377" y="35"/>
                    </a:cubicBezTo>
                    <a:cubicBezTo>
                      <a:pt x="374" y="24"/>
                      <a:pt x="348" y="33"/>
                      <a:pt x="332" y="38"/>
                    </a:cubicBezTo>
                    <a:cubicBezTo>
                      <a:pt x="318" y="42"/>
                      <a:pt x="309" y="52"/>
                      <a:pt x="311" y="63"/>
                    </a:cubicBezTo>
                    <a:cubicBezTo>
                      <a:pt x="299" y="47"/>
                      <a:pt x="264" y="63"/>
                      <a:pt x="242" y="72"/>
                    </a:cubicBezTo>
                    <a:cubicBezTo>
                      <a:pt x="217" y="82"/>
                      <a:pt x="171" y="108"/>
                      <a:pt x="171" y="129"/>
                    </a:cubicBezTo>
                    <a:cubicBezTo>
                      <a:pt x="159" y="117"/>
                      <a:pt x="121" y="147"/>
                      <a:pt x="129" y="161"/>
                    </a:cubicBezTo>
                    <a:cubicBezTo>
                      <a:pt x="115" y="151"/>
                      <a:pt x="56" y="217"/>
                      <a:pt x="74" y="236"/>
                    </a:cubicBezTo>
                    <a:cubicBezTo>
                      <a:pt x="68" y="236"/>
                      <a:pt x="65" y="235"/>
                      <a:pt x="52" y="259"/>
                    </a:cubicBezTo>
                    <a:cubicBezTo>
                      <a:pt x="39" y="283"/>
                      <a:pt x="22" y="312"/>
                      <a:pt x="21" y="319"/>
                    </a:cubicBezTo>
                    <a:cubicBezTo>
                      <a:pt x="19" y="326"/>
                      <a:pt x="27" y="332"/>
                      <a:pt x="27" y="332"/>
                    </a:cubicBezTo>
                    <a:cubicBezTo>
                      <a:pt x="27" y="332"/>
                      <a:pt x="22" y="331"/>
                      <a:pt x="17" y="341"/>
                    </a:cubicBezTo>
                    <a:cubicBezTo>
                      <a:pt x="12" y="353"/>
                      <a:pt x="11" y="364"/>
                      <a:pt x="10" y="377"/>
                    </a:cubicBezTo>
                    <a:cubicBezTo>
                      <a:pt x="10" y="384"/>
                      <a:pt x="12" y="392"/>
                      <a:pt x="11" y="398"/>
                    </a:cubicBezTo>
                    <a:cubicBezTo>
                      <a:pt x="10" y="412"/>
                      <a:pt x="2" y="424"/>
                      <a:pt x="1" y="439"/>
                    </a:cubicBezTo>
                    <a:cubicBezTo>
                      <a:pt x="0" y="458"/>
                      <a:pt x="2" y="477"/>
                      <a:pt x="4" y="495"/>
                    </a:cubicBezTo>
                    <a:cubicBezTo>
                      <a:pt x="6" y="515"/>
                      <a:pt x="10" y="554"/>
                      <a:pt x="33" y="560"/>
                    </a:cubicBezTo>
                    <a:cubicBezTo>
                      <a:pt x="26" y="582"/>
                      <a:pt x="29" y="592"/>
                      <a:pt x="45" y="610"/>
                    </a:cubicBezTo>
                    <a:cubicBezTo>
                      <a:pt x="62" y="625"/>
                      <a:pt x="92" y="657"/>
                      <a:pt x="126" y="66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4" name="Freeform 966">
                <a:extLst>
                  <a:ext uri="{FF2B5EF4-FFF2-40B4-BE49-F238E27FC236}">
                    <a16:creationId xmlns:a16="http://schemas.microsoft.com/office/drawing/2014/main" id="{05A87892-89B2-4163-ADB8-6DB8A9730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891"/>
                <a:ext cx="1219" cy="1704"/>
              </a:xfrm>
              <a:custGeom>
                <a:avLst/>
                <a:gdLst>
                  <a:gd name="T0" fmla="*/ 1541 w 526"/>
                  <a:gd name="T1" fmla="*/ 10422 h 689"/>
                  <a:gd name="T2" fmla="*/ 1606 w 526"/>
                  <a:gd name="T3" fmla="*/ 8050 h 689"/>
                  <a:gd name="T4" fmla="*/ 1729 w 526"/>
                  <a:gd name="T5" fmla="*/ 7971 h 689"/>
                  <a:gd name="T6" fmla="*/ 1778 w 526"/>
                  <a:gd name="T7" fmla="*/ 8686 h 689"/>
                  <a:gd name="T8" fmla="*/ 1805 w 526"/>
                  <a:gd name="T9" fmla="*/ 8666 h 689"/>
                  <a:gd name="T10" fmla="*/ 1757 w 526"/>
                  <a:gd name="T11" fmla="*/ 6972 h 689"/>
                  <a:gd name="T12" fmla="*/ 1977 w 526"/>
                  <a:gd name="T13" fmla="*/ 4355 h 689"/>
                  <a:gd name="T14" fmla="*/ 3346 w 526"/>
                  <a:gd name="T15" fmla="*/ 3767 h 689"/>
                  <a:gd name="T16" fmla="*/ 4044 w 526"/>
                  <a:gd name="T17" fmla="*/ 4293 h 689"/>
                  <a:gd name="T18" fmla="*/ 4317 w 526"/>
                  <a:gd name="T19" fmla="*/ 4917 h 689"/>
                  <a:gd name="T20" fmla="*/ 4206 w 526"/>
                  <a:gd name="T21" fmla="*/ 4355 h 689"/>
                  <a:gd name="T22" fmla="*/ 4206 w 526"/>
                  <a:gd name="T23" fmla="*/ 4056 h 689"/>
                  <a:gd name="T24" fmla="*/ 4517 w 526"/>
                  <a:gd name="T25" fmla="*/ 4219 h 689"/>
                  <a:gd name="T26" fmla="*/ 4366 w 526"/>
                  <a:gd name="T27" fmla="*/ 3779 h 689"/>
                  <a:gd name="T28" fmla="*/ 4297 w 526"/>
                  <a:gd name="T29" fmla="*/ 3462 h 689"/>
                  <a:gd name="T30" fmla="*/ 4232 w 526"/>
                  <a:gd name="T31" fmla="*/ 3163 h 689"/>
                  <a:gd name="T32" fmla="*/ 4496 w 526"/>
                  <a:gd name="T33" fmla="*/ 2886 h 689"/>
                  <a:gd name="T34" fmla="*/ 4892 w 526"/>
                  <a:gd name="T35" fmla="*/ 2587 h 689"/>
                  <a:gd name="T36" fmla="*/ 5451 w 526"/>
                  <a:gd name="T37" fmla="*/ 2374 h 689"/>
                  <a:gd name="T38" fmla="*/ 4679 w 526"/>
                  <a:gd name="T39" fmla="*/ 967 h 689"/>
                  <a:gd name="T40" fmla="*/ 1541 w 526"/>
                  <a:gd name="T41" fmla="*/ 2312 h 689"/>
                  <a:gd name="T42" fmla="*/ 396 w 526"/>
                  <a:gd name="T43" fmla="*/ 3163 h 689"/>
                  <a:gd name="T44" fmla="*/ 248 w 526"/>
                  <a:gd name="T45" fmla="*/ 2147 h 689"/>
                  <a:gd name="T46" fmla="*/ 4060 w 526"/>
                  <a:gd name="T47" fmla="*/ 62 h 689"/>
                  <a:gd name="T48" fmla="*/ 6498 w 526"/>
                  <a:gd name="T49" fmla="*/ 1768 h 689"/>
                  <a:gd name="T50" fmla="*/ 5650 w 526"/>
                  <a:gd name="T51" fmla="*/ 2965 h 689"/>
                  <a:gd name="T52" fmla="*/ 4716 w 526"/>
                  <a:gd name="T53" fmla="*/ 2844 h 689"/>
                  <a:gd name="T54" fmla="*/ 4443 w 526"/>
                  <a:gd name="T55" fmla="*/ 3633 h 689"/>
                  <a:gd name="T56" fmla="*/ 4742 w 526"/>
                  <a:gd name="T57" fmla="*/ 4476 h 689"/>
                  <a:gd name="T58" fmla="*/ 4591 w 526"/>
                  <a:gd name="T59" fmla="*/ 4753 h 689"/>
                  <a:gd name="T60" fmla="*/ 4317 w 526"/>
                  <a:gd name="T61" fmla="*/ 4509 h 689"/>
                  <a:gd name="T62" fmla="*/ 4329 w 526"/>
                  <a:gd name="T63" fmla="*/ 4580 h 689"/>
                  <a:gd name="T64" fmla="*/ 4431 w 526"/>
                  <a:gd name="T65" fmla="*/ 4961 h 689"/>
                  <a:gd name="T66" fmla="*/ 4517 w 526"/>
                  <a:gd name="T67" fmla="*/ 5040 h 689"/>
                  <a:gd name="T68" fmla="*/ 4693 w 526"/>
                  <a:gd name="T69" fmla="*/ 5206 h 689"/>
                  <a:gd name="T70" fmla="*/ 4554 w 526"/>
                  <a:gd name="T71" fmla="*/ 5473 h 689"/>
                  <a:gd name="T72" fmla="*/ 4232 w 526"/>
                  <a:gd name="T73" fmla="*/ 5493 h 689"/>
                  <a:gd name="T74" fmla="*/ 4222 w 526"/>
                  <a:gd name="T75" fmla="*/ 5157 h 689"/>
                  <a:gd name="T76" fmla="*/ 4260 w 526"/>
                  <a:gd name="T77" fmla="*/ 4917 h 689"/>
                  <a:gd name="T78" fmla="*/ 4072 w 526"/>
                  <a:gd name="T79" fmla="*/ 4434 h 689"/>
                  <a:gd name="T80" fmla="*/ 3458 w 526"/>
                  <a:gd name="T81" fmla="*/ 4160 h 689"/>
                  <a:gd name="T82" fmla="*/ 3163 w 526"/>
                  <a:gd name="T83" fmla="*/ 4385 h 689"/>
                  <a:gd name="T84" fmla="*/ 3073 w 526"/>
                  <a:gd name="T85" fmla="*/ 4870 h 689"/>
                  <a:gd name="T86" fmla="*/ 3497 w 526"/>
                  <a:gd name="T87" fmla="*/ 5884 h 689"/>
                  <a:gd name="T88" fmla="*/ 2837 w 526"/>
                  <a:gd name="T89" fmla="*/ 7506 h 689"/>
                  <a:gd name="T90" fmla="*/ 2788 w 526"/>
                  <a:gd name="T91" fmla="*/ 8686 h 689"/>
                  <a:gd name="T92" fmla="*/ 2503 w 526"/>
                  <a:gd name="T93" fmla="*/ 10422 h 68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689">
                    <a:moveTo>
                      <a:pt x="124" y="689"/>
                    </a:moveTo>
                    <a:cubicBezTo>
                      <a:pt x="132" y="665"/>
                      <a:pt x="126" y="551"/>
                      <a:pt x="129" y="532"/>
                    </a:cubicBezTo>
                    <a:cubicBezTo>
                      <a:pt x="132" y="512"/>
                      <a:pt x="138" y="516"/>
                      <a:pt x="139" y="527"/>
                    </a:cubicBezTo>
                    <a:cubicBezTo>
                      <a:pt x="140" y="535"/>
                      <a:pt x="141" y="558"/>
                      <a:pt x="143" y="574"/>
                    </a:cubicBezTo>
                    <a:cubicBezTo>
                      <a:pt x="143" y="578"/>
                      <a:pt x="145" y="577"/>
                      <a:pt x="145" y="573"/>
                    </a:cubicBezTo>
                    <a:cubicBezTo>
                      <a:pt x="147" y="545"/>
                      <a:pt x="145" y="492"/>
                      <a:pt x="141" y="461"/>
                    </a:cubicBezTo>
                    <a:cubicBezTo>
                      <a:pt x="137" y="427"/>
                      <a:pt x="142" y="335"/>
                      <a:pt x="159" y="288"/>
                    </a:cubicBezTo>
                    <a:cubicBezTo>
                      <a:pt x="181" y="229"/>
                      <a:pt x="248" y="241"/>
                      <a:pt x="269" y="249"/>
                    </a:cubicBezTo>
                    <a:cubicBezTo>
                      <a:pt x="307" y="262"/>
                      <a:pt x="315" y="278"/>
                      <a:pt x="325" y="284"/>
                    </a:cubicBezTo>
                    <a:cubicBezTo>
                      <a:pt x="336" y="290"/>
                      <a:pt x="344" y="316"/>
                      <a:pt x="347" y="325"/>
                    </a:cubicBezTo>
                    <a:cubicBezTo>
                      <a:pt x="346" y="315"/>
                      <a:pt x="340" y="298"/>
                      <a:pt x="338" y="288"/>
                    </a:cubicBezTo>
                    <a:cubicBezTo>
                      <a:pt x="335" y="278"/>
                      <a:pt x="334" y="271"/>
                      <a:pt x="338" y="268"/>
                    </a:cubicBezTo>
                    <a:cubicBezTo>
                      <a:pt x="343" y="265"/>
                      <a:pt x="354" y="272"/>
                      <a:pt x="363" y="279"/>
                    </a:cubicBezTo>
                    <a:cubicBezTo>
                      <a:pt x="363" y="279"/>
                      <a:pt x="353" y="259"/>
                      <a:pt x="351" y="250"/>
                    </a:cubicBezTo>
                    <a:cubicBezTo>
                      <a:pt x="350" y="240"/>
                      <a:pt x="352" y="234"/>
                      <a:pt x="345" y="229"/>
                    </a:cubicBezTo>
                    <a:cubicBezTo>
                      <a:pt x="341" y="224"/>
                      <a:pt x="338" y="215"/>
                      <a:pt x="340" y="209"/>
                    </a:cubicBezTo>
                    <a:cubicBezTo>
                      <a:pt x="344" y="199"/>
                      <a:pt x="355" y="201"/>
                      <a:pt x="361" y="191"/>
                    </a:cubicBezTo>
                    <a:cubicBezTo>
                      <a:pt x="369" y="180"/>
                      <a:pt x="378" y="174"/>
                      <a:pt x="393" y="171"/>
                    </a:cubicBezTo>
                    <a:cubicBezTo>
                      <a:pt x="408" y="171"/>
                      <a:pt x="422" y="168"/>
                      <a:pt x="438" y="157"/>
                    </a:cubicBezTo>
                    <a:cubicBezTo>
                      <a:pt x="470" y="133"/>
                      <a:pt x="470" y="89"/>
                      <a:pt x="376" y="64"/>
                    </a:cubicBezTo>
                    <a:cubicBezTo>
                      <a:pt x="283" y="39"/>
                      <a:pt x="157" y="110"/>
                      <a:pt x="124" y="153"/>
                    </a:cubicBezTo>
                    <a:cubicBezTo>
                      <a:pt x="95" y="191"/>
                      <a:pt x="64" y="230"/>
                      <a:pt x="32" y="209"/>
                    </a:cubicBezTo>
                    <a:cubicBezTo>
                      <a:pt x="0" y="188"/>
                      <a:pt x="15" y="157"/>
                      <a:pt x="20" y="142"/>
                    </a:cubicBezTo>
                    <a:cubicBezTo>
                      <a:pt x="50" y="51"/>
                      <a:pt x="213" y="8"/>
                      <a:pt x="326" y="4"/>
                    </a:cubicBezTo>
                    <a:cubicBezTo>
                      <a:pt x="461" y="0"/>
                      <a:pt x="518" y="76"/>
                      <a:pt x="522" y="117"/>
                    </a:cubicBezTo>
                    <a:cubicBezTo>
                      <a:pt x="526" y="155"/>
                      <a:pt x="496" y="186"/>
                      <a:pt x="454" y="196"/>
                    </a:cubicBezTo>
                    <a:cubicBezTo>
                      <a:pt x="410" y="207"/>
                      <a:pt x="398" y="171"/>
                      <a:pt x="379" y="188"/>
                    </a:cubicBezTo>
                    <a:cubicBezTo>
                      <a:pt x="369" y="198"/>
                      <a:pt x="353" y="210"/>
                      <a:pt x="357" y="240"/>
                    </a:cubicBezTo>
                    <a:cubicBezTo>
                      <a:pt x="361" y="269"/>
                      <a:pt x="375" y="291"/>
                      <a:pt x="381" y="296"/>
                    </a:cubicBezTo>
                    <a:cubicBezTo>
                      <a:pt x="386" y="301"/>
                      <a:pt x="383" y="315"/>
                      <a:pt x="369" y="314"/>
                    </a:cubicBezTo>
                    <a:cubicBezTo>
                      <a:pt x="358" y="314"/>
                      <a:pt x="351" y="304"/>
                      <a:pt x="347" y="298"/>
                    </a:cubicBezTo>
                    <a:cubicBezTo>
                      <a:pt x="347" y="300"/>
                      <a:pt x="348" y="301"/>
                      <a:pt x="348" y="303"/>
                    </a:cubicBezTo>
                    <a:cubicBezTo>
                      <a:pt x="351" y="311"/>
                      <a:pt x="354" y="321"/>
                      <a:pt x="356" y="328"/>
                    </a:cubicBezTo>
                    <a:cubicBezTo>
                      <a:pt x="357" y="331"/>
                      <a:pt x="361" y="332"/>
                      <a:pt x="363" y="333"/>
                    </a:cubicBezTo>
                    <a:cubicBezTo>
                      <a:pt x="369" y="334"/>
                      <a:pt x="375" y="337"/>
                      <a:pt x="377" y="344"/>
                    </a:cubicBezTo>
                    <a:cubicBezTo>
                      <a:pt x="381" y="354"/>
                      <a:pt x="370" y="362"/>
                      <a:pt x="366" y="362"/>
                    </a:cubicBezTo>
                    <a:cubicBezTo>
                      <a:pt x="365" y="366"/>
                      <a:pt x="356" y="374"/>
                      <a:pt x="340" y="363"/>
                    </a:cubicBezTo>
                    <a:cubicBezTo>
                      <a:pt x="334" y="358"/>
                      <a:pt x="336" y="348"/>
                      <a:pt x="339" y="341"/>
                    </a:cubicBezTo>
                    <a:cubicBezTo>
                      <a:pt x="340" y="338"/>
                      <a:pt x="342" y="329"/>
                      <a:pt x="342" y="325"/>
                    </a:cubicBezTo>
                    <a:cubicBezTo>
                      <a:pt x="339" y="314"/>
                      <a:pt x="333" y="297"/>
                      <a:pt x="327" y="293"/>
                    </a:cubicBezTo>
                    <a:cubicBezTo>
                      <a:pt x="319" y="289"/>
                      <a:pt x="296" y="280"/>
                      <a:pt x="278" y="275"/>
                    </a:cubicBezTo>
                    <a:cubicBezTo>
                      <a:pt x="260" y="270"/>
                      <a:pt x="259" y="281"/>
                      <a:pt x="254" y="290"/>
                    </a:cubicBezTo>
                    <a:cubicBezTo>
                      <a:pt x="249" y="297"/>
                      <a:pt x="248" y="309"/>
                      <a:pt x="247" y="322"/>
                    </a:cubicBezTo>
                    <a:cubicBezTo>
                      <a:pt x="246" y="334"/>
                      <a:pt x="282" y="339"/>
                      <a:pt x="281" y="389"/>
                    </a:cubicBezTo>
                    <a:cubicBezTo>
                      <a:pt x="281" y="439"/>
                      <a:pt x="259" y="492"/>
                      <a:pt x="228" y="496"/>
                    </a:cubicBezTo>
                    <a:cubicBezTo>
                      <a:pt x="234" y="503"/>
                      <a:pt x="241" y="526"/>
                      <a:pt x="224" y="574"/>
                    </a:cubicBezTo>
                    <a:cubicBezTo>
                      <a:pt x="206" y="622"/>
                      <a:pt x="201" y="689"/>
                      <a:pt x="201" y="68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5" name="Freeform 967">
                <a:extLst>
                  <a:ext uri="{FF2B5EF4-FFF2-40B4-BE49-F238E27FC236}">
                    <a16:creationId xmlns:a16="http://schemas.microsoft.com/office/drawing/2014/main" id="{60D95A13-4ABE-4969-927B-64706E7FA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057"/>
                <a:ext cx="313" cy="255"/>
              </a:xfrm>
              <a:custGeom>
                <a:avLst/>
                <a:gdLst>
                  <a:gd name="T0" fmla="*/ 635 w 135"/>
                  <a:gd name="T1" fmla="*/ 0 h 103"/>
                  <a:gd name="T2" fmla="*/ 1683 w 135"/>
                  <a:gd name="T3" fmla="*/ 1317 h 103"/>
                  <a:gd name="T4" fmla="*/ 1472 w 135"/>
                  <a:gd name="T5" fmla="*/ 1337 h 103"/>
                  <a:gd name="T6" fmla="*/ 0 w 135"/>
                  <a:gd name="T7" fmla="*/ 275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03">
                    <a:moveTo>
                      <a:pt x="51" y="0"/>
                    </a:moveTo>
                    <a:cubicBezTo>
                      <a:pt x="76" y="3"/>
                      <a:pt x="133" y="35"/>
                      <a:pt x="135" y="87"/>
                    </a:cubicBezTo>
                    <a:cubicBezTo>
                      <a:pt x="135" y="102"/>
                      <a:pt x="125" y="103"/>
                      <a:pt x="118" y="88"/>
                    </a:cubicBezTo>
                    <a:cubicBezTo>
                      <a:pt x="103" y="50"/>
                      <a:pt x="63" y="4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6" name="Freeform 968">
                <a:extLst>
                  <a:ext uri="{FF2B5EF4-FFF2-40B4-BE49-F238E27FC236}">
                    <a16:creationId xmlns:a16="http://schemas.microsoft.com/office/drawing/2014/main" id="{C32AF736-5EDC-4E7A-B752-54B9429AC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754"/>
                <a:ext cx="7" cy="32"/>
              </a:xfrm>
              <a:custGeom>
                <a:avLst/>
                <a:gdLst>
                  <a:gd name="T0" fmla="*/ 12 w 3"/>
                  <a:gd name="T1" fmla="*/ 0 h 13"/>
                  <a:gd name="T2" fmla="*/ 0 w 3"/>
                  <a:gd name="T3" fmla="*/ 19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1" y="0"/>
                    </a:moveTo>
                    <a:cubicBezTo>
                      <a:pt x="2" y="3"/>
                      <a:pt x="3" y="11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7" name="Freeform 969">
                <a:extLst>
                  <a:ext uri="{FF2B5EF4-FFF2-40B4-BE49-F238E27FC236}">
                    <a16:creationId xmlns:a16="http://schemas.microsoft.com/office/drawing/2014/main" id="{83C60561-CC06-4607-8D80-B0A244F0D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297"/>
                <a:ext cx="23" cy="101"/>
              </a:xfrm>
              <a:custGeom>
                <a:avLst/>
                <a:gdLst>
                  <a:gd name="T0" fmla="*/ 64 w 10"/>
                  <a:gd name="T1" fmla="*/ 0 h 41"/>
                  <a:gd name="T2" fmla="*/ 0 w 10"/>
                  <a:gd name="T3" fmla="*/ 613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1">
                    <a:moveTo>
                      <a:pt x="5" y="0"/>
                    </a:moveTo>
                    <a:cubicBezTo>
                      <a:pt x="9" y="4"/>
                      <a:pt x="10" y="23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8" name="Freeform 970">
                <a:extLst>
                  <a:ext uri="{FF2B5EF4-FFF2-40B4-BE49-F238E27FC236}">
                    <a16:creationId xmlns:a16="http://schemas.microsoft.com/office/drawing/2014/main" id="{2FB54BF9-C916-4238-B663-6153B8772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391"/>
                <a:ext cx="276" cy="91"/>
              </a:xfrm>
              <a:custGeom>
                <a:avLst/>
                <a:gdLst>
                  <a:gd name="T0" fmla="*/ 1484 w 119"/>
                  <a:gd name="T1" fmla="*/ 0 h 37"/>
                  <a:gd name="T2" fmla="*/ 0 w 119"/>
                  <a:gd name="T3" fmla="*/ 285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9" h="37">
                    <a:moveTo>
                      <a:pt x="119" y="0"/>
                    </a:moveTo>
                    <a:cubicBezTo>
                      <a:pt x="115" y="9"/>
                      <a:pt x="85" y="37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9" name="Freeform 971">
                <a:extLst>
                  <a:ext uri="{FF2B5EF4-FFF2-40B4-BE49-F238E27FC236}">
                    <a16:creationId xmlns:a16="http://schemas.microsoft.com/office/drawing/2014/main" id="{78ADB605-0078-42D7-9B42-0DDAB43B3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072"/>
                <a:ext cx="535" cy="252"/>
              </a:xfrm>
              <a:custGeom>
                <a:avLst/>
                <a:gdLst>
                  <a:gd name="T0" fmla="*/ 2870 w 231"/>
                  <a:gd name="T1" fmla="*/ 1240 h 102"/>
                  <a:gd name="T2" fmla="*/ 151 w 231"/>
                  <a:gd name="T3" fmla="*/ 1354 h 102"/>
                  <a:gd name="T4" fmla="*/ 0 w 231"/>
                  <a:gd name="T5" fmla="*/ 1539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1" h="102">
                    <a:moveTo>
                      <a:pt x="231" y="82"/>
                    </a:moveTo>
                    <a:cubicBezTo>
                      <a:pt x="203" y="20"/>
                      <a:pt x="88" y="0"/>
                      <a:pt x="12" y="90"/>
                    </a:cubicBezTo>
                    <a:cubicBezTo>
                      <a:pt x="6" y="96"/>
                      <a:pt x="5" y="98"/>
                      <a:pt x="0" y="102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0" name="Freeform 972">
                <a:extLst>
                  <a:ext uri="{FF2B5EF4-FFF2-40B4-BE49-F238E27FC236}">
                    <a16:creationId xmlns:a16="http://schemas.microsoft.com/office/drawing/2014/main" id="{501FF425-DE04-4972-A8CF-7EF9EC9A2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314"/>
                <a:ext cx="197" cy="937"/>
              </a:xfrm>
              <a:custGeom>
                <a:avLst/>
                <a:gdLst>
                  <a:gd name="T0" fmla="*/ 162 w 85"/>
                  <a:gd name="T1" fmla="*/ 3325 h 379"/>
                  <a:gd name="T2" fmla="*/ 199 w 85"/>
                  <a:gd name="T3" fmla="*/ 3234 h 379"/>
                  <a:gd name="T4" fmla="*/ 273 w 85"/>
                  <a:gd name="T5" fmla="*/ 3068 h 379"/>
                  <a:gd name="T6" fmla="*/ 338 w 85"/>
                  <a:gd name="T7" fmla="*/ 2994 h 379"/>
                  <a:gd name="T8" fmla="*/ 375 w 85"/>
                  <a:gd name="T9" fmla="*/ 2843 h 379"/>
                  <a:gd name="T10" fmla="*/ 408 w 85"/>
                  <a:gd name="T11" fmla="*/ 2762 h 379"/>
                  <a:gd name="T12" fmla="*/ 399 w 85"/>
                  <a:gd name="T13" fmla="*/ 2648 h 379"/>
                  <a:gd name="T14" fmla="*/ 461 w 85"/>
                  <a:gd name="T15" fmla="*/ 2495 h 379"/>
                  <a:gd name="T16" fmla="*/ 424 w 85"/>
                  <a:gd name="T17" fmla="*/ 2371 h 379"/>
                  <a:gd name="T18" fmla="*/ 501 w 85"/>
                  <a:gd name="T19" fmla="*/ 2218 h 379"/>
                  <a:gd name="T20" fmla="*/ 501 w 85"/>
                  <a:gd name="T21" fmla="*/ 2146 h 379"/>
                  <a:gd name="T22" fmla="*/ 424 w 85"/>
                  <a:gd name="T23" fmla="*/ 1661 h 379"/>
                  <a:gd name="T24" fmla="*/ 484 w 85"/>
                  <a:gd name="T25" fmla="*/ 1333 h 379"/>
                  <a:gd name="T26" fmla="*/ 709 w 85"/>
                  <a:gd name="T27" fmla="*/ 1014 h 379"/>
                  <a:gd name="T28" fmla="*/ 709 w 85"/>
                  <a:gd name="T29" fmla="*/ 665 h 379"/>
                  <a:gd name="T30" fmla="*/ 424 w 85"/>
                  <a:gd name="T31" fmla="*/ 801 h 379"/>
                  <a:gd name="T32" fmla="*/ 114 w 85"/>
                  <a:gd name="T33" fmla="*/ 831 h 379"/>
                  <a:gd name="T34" fmla="*/ 151 w 85"/>
                  <a:gd name="T35" fmla="*/ 470 h 379"/>
                  <a:gd name="T36" fmla="*/ 225 w 85"/>
                  <a:gd name="T37" fmla="*/ 195 h 379"/>
                  <a:gd name="T38" fmla="*/ 285 w 85"/>
                  <a:gd name="T39" fmla="*/ 62 h 379"/>
                  <a:gd name="T40" fmla="*/ 473 w 85"/>
                  <a:gd name="T41" fmla="*/ 134 h 379"/>
                  <a:gd name="T42" fmla="*/ 338 w 85"/>
                  <a:gd name="T43" fmla="*/ 440 h 379"/>
                  <a:gd name="T44" fmla="*/ 547 w 85"/>
                  <a:gd name="T45" fmla="*/ 514 h 379"/>
                  <a:gd name="T46" fmla="*/ 971 w 85"/>
                  <a:gd name="T47" fmla="*/ 514 h 379"/>
                  <a:gd name="T48" fmla="*/ 934 w 85"/>
                  <a:gd name="T49" fmla="*/ 1046 h 379"/>
                  <a:gd name="T50" fmla="*/ 746 w 85"/>
                  <a:gd name="T51" fmla="*/ 1755 h 379"/>
                  <a:gd name="T52" fmla="*/ 547 w 85"/>
                  <a:gd name="T53" fmla="*/ 2902 h 379"/>
                  <a:gd name="T54" fmla="*/ 134 w 85"/>
                  <a:gd name="T55" fmla="*/ 3582 h 379"/>
                  <a:gd name="T56" fmla="*/ 311 w 85"/>
                  <a:gd name="T57" fmla="*/ 4106 h 379"/>
                  <a:gd name="T58" fmla="*/ 547 w 85"/>
                  <a:gd name="T59" fmla="*/ 5335 h 379"/>
                  <a:gd name="T60" fmla="*/ 521 w 85"/>
                  <a:gd name="T61" fmla="*/ 5451 h 379"/>
                  <a:gd name="T62" fmla="*/ 510 w 85"/>
                  <a:gd name="T63" fmla="*/ 5728 h 379"/>
                  <a:gd name="T64" fmla="*/ 350 w 85"/>
                  <a:gd name="T65" fmla="*/ 4670 h 379"/>
                  <a:gd name="T66" fmla="*/ 102 w 85"/>
                  <a:gd name="T67" fmla="*/ 3931 h 37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5" h="379">
                    <a:moveTo>
                      <a:pt x="13" y="220"/>
                    </a:moveTo>
                    <a:cubicBezTo>
                      <a:pt x="15" y="218"/>
                      <a:pt x="15" y="216"/>
                      <a:pt x="16" y="214"/>
                    </a:cubicBezTo>
                    <a:cubicBezTo>
                      <a:pt x="16" y="209"/>
                      <a:pt x="18" y="206"/>
                      <a:pt x="22" y="203"/>
                    </a:cubicBezTo>
                    <a:cubicBezTo>
                      <a:pt x="24" y="200"/>
                      <a:pt x="26" y="201"/>
                      <a:pt x="27" y="198"/>
                    </a:cubicBezTo>
                    <a:cubicBezTo>
                      <a:pt x="29" y="194"/>
                      <a:pt x="27" y="192"/>
                      <a:pt x="30" y="188"/>
                    </a:cubicBezTo>
                    <a:cubicBezTo>
                      <a:pt x="32" y="186"/>
                      <a:pt x="33" y="186"/>
                      <a:pt x="33" y="183"/>
                    </a:cubicBezTo>
                    <a:cubicBezTo>
                      <a:pt x="34" y="181"/>
                      <a:pt x="32" y="177"/>
                      <a:pt x="32" y="175"/>
                    </a:cubicBezTo>
                    <a:cubicBezTo>
                      <a:pt x="32" y="171"/>
                      <a:pt x="36" y="168"/>
                      <a:pt x="37" y="165"/>
                    </a:cubicBezTo>
                    <a:cubicBezTo>
                      <a:pt x="37" y="161"/>
                      <a:pt x="35" y="161"/>
                      <a:pt x="34" y="157"/>
                    </a:cubicBezTo>
                    <a:cubicBezTo>
                      <a:pt x="34" y="154"/>
                      <a:pt x="38" y="150"/>
                      <a:pt x="40" y="147"/>
                    </a:cubicBezTo>
                    <a:cubicBezTo>
                      <a:pt x="40" y="142"/>
                      <a:pt x="40" y="142"/>
                      <a:pt x="40" y="142"/>
                    </a:cubicBezTo>
                    <a:cubicBezTo>
                      <a:pt x="36" y="131"/>
                      <a:pt x="31" y="118"/>
                      <a:pt x="34" y="110"/>
                    </a:cubicBezTo>
                    <a:cubicBezTo>
                      <a:pt x="37" y="101"/>
                      <a:pt x="37" y="99"/>
                      <a:pt x="39" y="88"/>
                    </a:cubicBezTo>
                    <a:cubicBezTo>
                      <a:pt x="41" y="76"/>
                      <a:pt x="52" y="73"/>
                      <a:pt x="57" y="67"/>
                    </a:cubicBezTo>
                    <a:cubicBezTo>
                      <a:pt x="51" y="61"/>
                      <a:pt x="50" y="47"/>
                      <a:pt x="57" y="44"/>
                    </a:cubicBezTo>
                    <a:cubicBezTo>
                      <a:pt x="51" y="39"/>
                      <a:pt x="40" y="44"/>
                      <a:pt x="34" y="53"/>
                    </a:cubicBezTo>
                    <a:cubicBezTo>
                      <a:pt x="27" y="61"/>
                      <a:pt x="18" y="61"/>
                      <a:pt x="9" y="55"/>
                    </a:cubicBezTo>
                    <a:cubicBezTo>
                      <a:pt x="0" y="49"/>
                      <a:pt x="6" y="35"/>
                      <a:pt x="12" y="31"/>
                    </a:cubicBezTo>
                    <a:cubicBezTo>
                      <a:pt x="20" y="18"/>
                      <a:pt x="17" y="23"/>
                      <a:pt x="18" y="13"/>
                    </a:cubicBezTo>
                    <a:cubicBezTo>
                      <a:pt x="19" y="9"/>
                      <a:pt x="21" y="7"/>
                      <a:pt x="23" y="4"/>
                    </a:cubicBezTo>
                    <a:cubicBezTo>
                      <a:pt x="28" y="0"/>
                      <a:pt x="36" y="0"/>
                      <a:pt x="38" y="9"/>
                    </a:cubicBezTo>
                    <a:cubicBezTo>
                      <a:pt x="40" y="16"/>
                      <a:pt x="34" y="21"/>
                      <a:pt x="27" y="29"/>
                    </a:cubicBezTo>
                    <a:cubicBezTo>
                      <a:pt x="29" y="28"/>
                      <a:pt x="34" y="36"/>
                      <a:pt x="44" y="34"/>
                    </a:cubicBezTo>
                    <a:cubicBezTo>
                      <a:pt x="53" y="32"/>
                      <a:pt x="71" y="22"/>
                      <a:pt x="78" y="34"/>
                    </a:cubicBezTo>
                    <a:cubicBezTo>
                      <a:pt x="85" y="47"/>
                      <a:pt x="81" y="52"/>
                      <a:pt x="75" y="69"/>
                    </a:cubicBezTo>
                    <a:cubicBezTo>
                      <a:pt x="70" y="85"/>
                      <a:pt x="63" y="95"/>
                      <a:pt x="60" y="116"/>
                    </a:cubicBezTo>
                    <a:cubicBezTo>
                      <a:pt x="57" y="137"/>
                      <a:pt x="50" y="170"/>
                      <a:pt x="44" y="192"/>
                    </a:cubicBezTo>
                    <a:cubicBezTo>
                      <a:pt x="35" y="223"/>
                      <a:pt x="19" y="234"/>
                      <a:pt x="11" y="237"/>
                    </a:cubicBezTo>
                    <a:cubicBezTo>
                      <a:pt x="3" y="241"/>
                      <a:pt x="15" y="250"/>
                      <a:pt x="25" y="272"/>
                    </a:cubicBezTo>
                    <a:cubicBezTo>
                      <a:pt x="33" y="290"/>
                      <a:pt x="39" y="323"/>
                      <a:pt x="44" y="353"/>
                    </a:cubicBezTo>
                    <a:cubicBezTo>
                      <a:pt x="43" y="355"/>
                      <a:pt x="43" y="357"/>
                      <a:pt x="42" y="361"/>
                    </a:cubicBezTo>
                    <a:cubicBezTo>
                      <a:pt x="42" y="364"/>
                      <a:pt x="41" y="370"/>
                      <a:pt x="41" y="379"/>
                    </a:cubicBezTo>
                    <a:cubicBezTo>
                      <a:pt x="38" y="357"/>
                      <a:pt x="32" y="325"/>
                      <a:pt x="28" y="309"/>
                    </a:cubicBezTo>
                    <a:cubicBezTo>
                      <a:pt x="23" y="291"/>
                      <a:pt x="15" y="273"/>
                      <a:pt x="8" y="26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1" name="Freeform 973">
                <a:extLst>
                  <a:ext uri="{FF2B5EF4-FFF2-40B4-BE49-F238E27FC236}">
                    <a16:creationId xmlns:a16="http://schemas.microsoft.com/office/drawing/2014/main" id="{48556859-6FD8-4753-8008-B613793E0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357"/>
                <a:ext cx="1065" cy="604"/>
              </a:xfrm>
              <a:custGeom>
                <a:avLst/>
                <a:gdLst>
                  <a:gd name="T0" fmla="*/ 5733 w 459"/>
                  <a:gd name="T1" fmla="*/ 3701 h 244"/>
                  <a:gd name="T2" fmla="*/ 4910 w 459"/>
                  <a:gd name="T3" fmla="*/ 2612 h 244"/>
                  <a:gd name="T4" fmla="*/ 4344 w 459"/>
                  <a:gd name="T5" fmla="*/ 2517 h 244"/>
                  <a:gd name="T6" fmla="*/ 4123 w 459"/>
                  <a:gd name="T7" fmla="*/ 2579 h 244"/>
                  <a:gd name="T8" fmla="*/ 3861 w 459"/>
                  <a:gd name="T9" fmla="*/ 2446 h 244"/>
                  <a:gd name="T10" fmla="*/ 3511 w 459"/>
                  <a:gd name="T11" fmla="*/ 2396 h 244"/>
                  <a:gd name="T12" fmla="*/ 2014 w 459"/>
                  <a:gd name="T13" fmla="*/ 2458 h 244"/>
                  <a:gd name="T14" fmla="*/ 1810 w 459"/>
                  <a:gd name="T15" fmla="*/ 2562 h 244"/>
                  <a:gd name="T16" fmla="*/ 1636 w 459"/>
                  <a:gd name="T17" fmla="*/ 2517 h 244"/>
                  <a:gd name="T18" fmla="*/ 1325 w 459"/>
                  <a:gd name="T19" fmla="*/ 2550 h 244"/>
                  <a:gd name="T20" fmla="*/ 749 w 459"/>
                  <a:gd name="T21" fmla="*/ 2470 h 244"/>
                  <a:gd name="T22" fmla="*/ 473 w 459"/>
                  <a:gd name="T23" fmla="*/ 2366 h 244"/>
                  <a:gd name="T24" fmla="*/ 248 w 459"/>
                  <a:gd name="T25" fmla="*/ 2097 h 244"/>
                  <a:gd name="T26" fmla="*/ 86 w 459"/>
                  <a:gd name="T27" fmla="*/ 1305 h 244"/>
                  <a:gd name="T28" fmla="*/ 0 w 459"/>
                  <a:gd name="T29" fmla="*/ 0 h 2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59" h="244">
                    <a:moveTo>
                      <a:pt x="459" y="244"/>
                    </a:moveTo>
                    <a:cubicBezTo>
                      <a:pt x="436" y="216"/>
                      <a:pt x="429" y="188"/>
                      <a:pt x="393" y="172"/>
                    </a:cubicBezTo>
                    <a:cubicBezTo>
                      <a:pt x="377" y="165"/>
                      <a:pt x="364" y="162"/>
                      <a:pt x="348" y="166"/>
                    </a:cubicBezTo>
                    <a:cubicBezTo>
                      <a:pt x="342" y="167"/>
                      <a:pt x="336" y="170"/>
                      <a:pt x="330" y="170"/>
                    </a:cubicBezTo>
                    <a:cubicBezTo>
                      <a:pt x="322" y="170"/>
                      <a:pt x="316" y="163"/>
                      <a:pt x="309" y="161"/>
                    </a:cubicBezTo>
                    <a:cubicBezTo>
                      <a:pt x="300" y="157"/>
                      <a:pt x="291" y="158"/>
                      <a:pt x="281" y="158"/>
                    </a:cubicBezTo>
                    <a:cubicBezTo>
                      <a:pt x="245" y="156"/>
                      <a:pt x="194" y="146"/>
                      <a:pt x="161" y="162"/>
                    </a:cubicBezTo>
                    <a:cubicBezTo>
                      <a:pt x="153" y="166"/>
                      <a:pt x="152" y="169"/>
                      <a:pt x="145" y="169"/>
                    </a:cubicBezTo>
                    <a:cubicBezTo>
                      <a:pt x="141" y="169"/>
                      <a:pt x="134" y="166"/>
                      <a:pt x="131" y="166"/>
                    </a:cubicBezTo>
                    <a:cubicBezTo>
                      <a:pt x="122" y="165"/>
                      <a:pt x="114" y="166"/>
                      <a:pt x="106" y="168"/>
                    </a:cubicBezTo>
                    <a:cubicBezTo>
                      <a:pt x="92" y="172"/>
                      <a:pt x="66" y="172"/>
                      <a:pt x="60" y="163"/>
                    </a:cubicBezTo>
                    <a:cubicBezTo>
                      <a:pt x="53" y="156"/>
                      <a:pt x="46" y="159"/>
                      <a:pt x="38" y="156"/>
                    </a:cubicBezTo>
                    <a:cubicBezTo>
                      <a:pt x="28" y="153"/>
                      <a:pt x="25" y="147"/>
                      <a:pt x="20" y="138"/>
                    </a:cubicBezTo>
                    <a:cubicBezTo>
                      <a:pt x="12" y="122"/>
                      <a:pt x="10" y="104"/>
                      <a:pt x="7" y="86"/>
                    </a:cubicBezTo>
                    <a:cubicBezTo>
                      <a:pt x="5" y="71"/>
                      <a:pt x="4" y="1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2" name="Freeform 974">
                <a:extLst>
                  <a:ext uri="{FF2B5EF4-FFF2-40B4-BE49-F238E27FC236}">
                    <a16:creationId xmlns:a16="http://schemas.microsoft.com/office/drawing/2014/main" id="{19FFBDAE-232B-49ED-B426-A1EC5B686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313"/>
                <a:ext cx="98" cy="423"/>
              </a:xfrm>
              <a:custGeom>
                <a:avLst/>
                <a:gdLst>
                  <a:gd name="T0" fmla="*/ 278 w 42"/>
                  <a:gd name="T1" fmla="*/ 0 h 171"/>
                  <a:gd name="T2" fmla="*/ 240 w 42"/>
                  <a:gd name="T3" fmla="*/ 2014 h 171"/>
                  <a:gd name="T4" fmla="*/ 331 w 42"/>
                  <a:gd name="T5" fmla="*/ 2313 h 171"/>
                  <a:gd name="T6" fmla="*/ 534 w 42"/>
                  <a:gd name="T7" fmla="*/ 2587 h 1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71">
                    <a:moveTo>
                      <a:pt x="22" y="0"/>
                    </a:moveTo>
                    <a:cubicBezTo>
                      <a:pt x="24" y="35"/>
                      <a:pt x="0" y="100"/>
                      <a:pt x="19" y="133"/>
                    </a:cubicBezTo>
                    <a:cubicBezTo>
                      <a:pt x="24" y="142"/>
                      <a:pt x="25" y="143"/>
                      <a:pt x="26" y="153"/>
                    </a:cubicBezTo>
                    <a:cubicBezTo>
                      <a:pt x="27" y="164"/>
                      <a:pt x="30" y="170"/>
                      <a:pt x="42" y="17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3" name="Freeform 975">
                <a:extLst>
                  <a:ext uri="{FF2B5EF4-FFF2-40B4-BE49-F238E27FC236}">
                    <a16:creationId xmlns:a16="http://schemas.microsoft.com/office/drawing/2014/main" id="{B03FF501-68F6-40E9-B09C-61D038342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1696"/>
                <a:ext cx="32" cy="42"/>
              </a:xfrm>
              <a:custGeom>
                <a:avLst/>
                <a:gdLst>
                  <a:gd name="T0" fmla="*/ 167 w 14"/>
                  <a:gd name="T1" fmla="*/ 0 h 17"/>
                  <a:gd name="T2" fmla="*/ 0 w 14"/>
                  <a:gd name="T3" fmla="*/ 25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7">
                    <a:moveTo>
                      <a:pt x="14" y="0"/>
                    </a:moveTo>
                    <a:cubicBezTo>
                      <a:pt x="12" y="9"/>
                      <a:pt x="9" y="16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4" name="Freeform 976">
                <a:extLst>
                  <a:ext uri="{FF2B5EF4-FFF2-40B4-BE49-F238E27FC236}">
                    <a16:creationId xmlns:a16="http://schemas.microsoft.com/office/drawing/2014/main" id="{08273C99-8A39-40F0-822F-963E0F8E2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1961"/>
                <a:ext cx="334" cy="514"/>
              </a:xfrm>
              <a:custGeom>
                <a:avLst/>
                <a:gdLst>
                  <a:gd name="T0" fmla="*/ 1236 w 144"/>
                  <a:gd name="T1" fmla="*/ 0 h 208"/>
                  <a:gd name="T2" fmla="*/ 1512 w 144"/>
                  <a:gd name="T3" fmla="*/ 166 h 208"/>
                  <a:gd name="T4" fmla="*/ 1684 w 144"/>
                  <a:gd name="T5" fmla="*/ 635 h 208"/>
                  <a:gd name="T6" fmla="*/ 1733 w 144"/>
                  <a:gd name="T7" fmla="*/ 1465 h 208"/>
                  <a:gd name="T8" fmla="*/ 1712 w 144"/>
                  <a:gd name="T9" fmla="*/ 2246 h 208"/>
                  <a:gd name="T10" fmla="*/ 1410 w 144"/>
                  <a:gd name="T11" fmla="*/ 2639 h 208"/>
                  <a:gd name="T12" fmla="*/ 849 w 144"/>
                  <a:gd name="T13" fmla="*/ 3035 h 208"/>
                  <a:gd name="T14" fmla="*/ 322 w 144"/>
                  <a:gd name="T15" fmla="*/ 3126 h 208"/>
                  <a:gd name="T16" fmla="*/ 0 w 144"/>
                  <a:gd name="T17" fmla="*/ 3017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208">
                    <a:moveTo>
                      <a:pt x="99" y="0"/>
                    </a:moveTo>
                    <a:cubicBezTo>
                      <a:pt x="108" y="4"/>
                      <a:pt x="114" y="3"/>
                      <a:pt x="121" y="11"/>
                    </a:cubicBezTo>
                    <a:cubicBezTo>
                      <a:pt x="129" y="20"/>
                      <a:pt x="133" y="29"/>
                      <a:pt x="135" y="42"/>
                    </a:cubicBezTo>
                    <a:cubicBezTo>
                      <a:pt x="137" y="60"/>
                      <a:pt x="136" y="78"/>
                      <a:pt x="139" y="97"/>
                    </a:cubicBezTo>
                    <a:cubicBezTo>
                      <a:pt x="142" y="114"/>
                      <a:pt x="144" y="132"/>
                      <a:pt x="137" y="149"/>
                    </a:cubicBezTo>
                    <a:cubicBezTo>
                      <a:pt x="132" y="162"/>
                      <a:pt x="121" y="165"/>
                      <a:pt x="113" y="175"/>
                    </a:cubicBezTo>
                    <a:cubicBezTo>
                      <a:pt x="108" y="181"/>
                      <a:pt x="77" y="198"/>
                      <a:pt x="68" y="201"/>
                    </a:cubicBezTo>
                    <a:cubicBezTo>
                      <a:pt x="52" y="208"/>
                      <a:pt x="43" y="207"/>
                      <a:pt x="26" y="207"/>
                    </a:cubicBezTo>
                    <a:cubicBezTo>
                      <a:pt x="18" y="207"/>
                      <a:pt x="5" y="208"/>
                      <a:pt x="0" y="20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5" name="Freeform 977">
                <a:extLst>
                  <a:ext uri="{FF2B5EF4-FFF2-40B4-BE49-F238E27FC236}">
                    <a16:creationId xmlns:a16="http://schemas.microsoft.com/office/drawing/2014/main" id="{2EF3087C-F98F-411D-98EC-2BCC206E9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651"/>
                <a:ext cx="172" cy="206"/>
              </a:xfrm>
              <a:custGeom>
                <a:avLst/>
                <a:gdLst>
                  <a:gd name="T0" fmla="*/ 930 w 74"/>
                  <a:gd name="T1" fmla="*/ 0 h 83"/>
                  <a:gd name="T2" fmla="*/ 588 w 74"/>
                  <a:gd name="T3" fmla="*/ 566 h 83"/>
                  <a:gd name="T4" fmla="*/ 200 w 74"/>
                  <a:gd name="T5" fmla="*/ 844 h 83"/>
                  <a:gd name="T6" fmla="*/ 0 w 74"/>
                  <a:gd name="T7" fmla="*/ 1268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83">
                    <a:moveTo>
                      <a:pt x="74" y="0"/>
                    </a:moveTo>
                    <a:cubicBezTo>
                      <a:pt x="66" y="10"/>
                      <a:pt x="58" y="28"/>
                      <a:pt x="47" y="37"/>
                    </a:cubicBezTo>
                    <a:cubicBezTo>
                      <a:pt x="37" y="44"/>
                      <a:pt x="28" y="53"/>
                      <a:pt x="16" y="55"/>
                    </a:cubicBezTo>
                    <a:cubicBezTo>
                      <a:pt x="21" y="64"/>
                      <a:pt x="5" y="83"/>
                      <a:pt x="0" y="83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6" name="Freeform 978">
                <a:extLst>
                  <a:ext uri="{FF2B5EF4-FFF2-40B4-BE49-F238E27FC236}">
                    <a16:creationId xmlns:a16="http://schemas.microsoft.com/office/drawing/2014/main" id="{E58D2C13-4840-44E4-ADCF-8729B6B02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1891"/>
                <a:ext cx="195" cy="260"/>
              </a:xfrm>
              <a:custGeom>
                <a:avLst/>
                <a:gdLst>
                  <a:gd name="T0" fmla="*/ 139 w 84"/>
                  <a:gd name="T1" fmla="*/ 0 h 105"/>
                  <a:gd name="T2" fmla="*/ 302 w 84"/>
                  <a:gd name="T3" fmla="*/ 681 h 105"/>
                  <a:gd name="T4" fmla="*/ 453 w 84"/>
                  <a:gd name="T5" fmla="*/ 1201 h 105"/>
                  <a:gd name="T6" fmla="*/ 1052 w 84"/>
                  <a:gd name="T7" fmla="*/ 1458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05">
                    <a:moveTo>
                      <a:pt x="11" y="0"/>
                    </a:moveTo>
                    <a:cubicBezTo>
                      <a:pt x="0" y="12"/>
                      <a:pt x="15" y="34"/>
                      <a:pt x="24" y="45"/>
                    </a:cubicBezTo>
                    <a:cubicBezTo>
                      <a:pt x="32" y="56"/>
                      <a:pt x="32" y="66"/>
                      <a:pt x="36" y="79"/>
                    </a:cubicBezTo>
                    <a:cubicBezTo>
                      <a:pt x="41" y="93"/>
                      <a:pt x="71" y="105"/>
                      <a:pt x="84" y="9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7" name="Freeform 979">
                <a:extLst>
                  <a:ext uri="{FF2B5EF4-FFF2-40B4-BE49-F238E27FC236}">
                    <a16:creationId xmlns:a16="http://schemas.microsoft.com/office/drawing/2014/main" id="{65083284-CC6B-401D-92D3-CB534A778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1" y="1914"/>
                <a:ext cx="165" cy="79"/>
              </a:xfrm>
              <a:custGeom>
                <a:avLst/>
                <a:gdLst>
                  <a:gd name="T0" fmla="*/ 890 w 71"/>
                  <a:gd name="T1" fmla="*/ 0 h 32"/>
                  <a:gd name="T2" fmla="*/ 551 w 71"/>
                  <a:gd name="T3" fmla="*/ 269 h 32"/>
                  <a:gd name="T4" fmla="*/ 0 w 71"/>
                  <a:gd name="T5" fmla="*/ 48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32">
                    <a:moveTo>
                      <a:pt x="71" y="0"/>
                    </a:moveTo>
                    <a:cubicBezTo>
                      <a:pt x="61" y="3"/>
                      <a:pt x="54" y="13"/>
                      <a:pt x="44" y="18"/>
                    </a:cubicBezTo>
                    <a:cubicBezTo>
                      <a:pt x="31" y="24"/>
                      <a:pt x="9" y="18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8" name="Freeform 980">
                <a:extLst>
                  <a:ext uri="{FF2B5EF4-FFF2-40B4-BE49-F238E27FC236}">
                    <a16:creationId xmlns:a16="http://schemas.microsoft.com/office/drawing/2014/main" id="{92E5DDD8-57A4-4805-9B43-0CFEC1A05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4" y="2210"/>
                <a:ext cx="156" cy="52"/>
              </a:xfrm>
              <a:custGeom>
                <a:avLst/>
                <a:gdLst>
                  <a:gd name="T0" fmla="*/ 845 w 67"/>
                  <a:gd name="T1" fmla="*/ 0 h 21"/>
                  <a:gd name="T2" fmla="*/ 505 w 67"/>
                  <a:gd name="T3" fmla="*/ 104 h 21"/>
                  <a:gd name="T4" fmla="*/ 0 w 67"/>
                  <a:gd name="T5" fmla="*/ 31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1">
                    <a:moveTo>
                      <a:pt x="67" y="0"/>
                    </a:moveTo>
                    <a:cubicBezTo>
                      <a:pt x="61" y="6"/>
                      <a:pt x="47" y="6"/>
                      <a:pt x="40" y="7"/>
                    </a:cubicBezTo>
                    <a:cubicBezTo>
                      <a:pt x="27" y="9"/>
                      <a:pt x="11" y="12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9" name="Freeform 981">
                <a:extLst>
                  <a:ext uri="{FF2B5EF4-FFF2-40B4-BE49-F238E27FC236}">
                    <a16:creationId xmlns:a16="http://schemas.microsoft.com/office/drawing/2014/main" id="{F6DC075B-AB96-43A1-9083-9D3239464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1963"/>
                <a:ext cx="40" cy="62"/>
              </a:xfrm>
              <a:custGeom>
                <a:avLst/>
                <a:gdLst>
                  <a:gd name="T0" fmla="*/ 193 w 17"/>
                  <a:gd name="T1" fmla="*/ 382 h 25"/>
                  <a:gd name="T2" fmla="*/ 221 w 17"/>
                  <a:gd name="T3" fmla="*/ 154 h 25"/>
                  <a:gd name="T4" fmla="*/ 0 w 1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15" y="25"/>
                    </a:moveTo>
                    <a:cubicBezTo>
                      <a:pt x="15" y="20"/>
                      <a:pt x="13" y="14"/>
                      <a:pt x="17" y="10"/>
                    </a:cubicBezTo>
                    <a:cubicBezTo>
                      <a:pt x="11" y="11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0" name="Freeform 982">
                <a:extLst>
                  <a:ext uri="{FF2B5EF4-FFF2-40B4-BE49-F238E27FC236}">
                    <a16:creationId xmlns:a16="http://schemas.microsoft.com/office/drawing/2014/main" id="{F2F656E1-1392-4C9B-AF6B-DBA4BC11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488"/>
                <a:ext cx="65" cy="178"/>
              </a:xfrm>
              <a:custGeom>
                <a:avLst/>
                <a:gdLst>
                  <a:gd name="T0" fmla="*/ 351 w 28"/>
                  <a:gd name="T1" fmla="*/ 0 h 72"/>
                  <a:gd name="T2" fmla="*/ 237 w 28"/>
                  <a:gd name="T3" fmla="*/ 166 h 72"/>
                  <a:gd name="T4" fmla="*/ 179 w 28"/>
                  <a:gd name="T5" fmla="*/ 452 h 72"/>
                  <a:gd name="T6" fmla="*/ 0 w 28"/>
                  <a:gd name="T7" fmla="*/ 1088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72">
                    <a:moveTo>
                      <a:pt x="28" y="0"/>
                    </a:moveTo>
                    <a:cubicBezTo>
                      <a:pt x="24" y="5"/>
                      <a:pt x="22" y="6"/>
                      <a:pt x="19" y="11"/>
                    </a:cubicBezTo>
                    <a:cubicBezTo>
                      <a:pt x="14" y="17"/>
                      <a:pt x="14" y="23"/>
                      <a:pt x="14" y="30"/>
                    </a:cubicBezTo>
                    <a:cubicBezTo>
                      <a:pt x="12" y="46"/>
                      <a:pt x="6" y="57"/>
                      <a:pt x="0" y="72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1" name="Freeform 983">
                <a:extLst>
                  <a:ext uri="{FF2B5EF4-FFF2-40B4-BE49-F238E27FC236}">
                    <a16:creationId xmlns:a16="http://schemas.microsoft.com/office/drawing/2014/main" id="{240EA353-715D-4733-8DDC-ED433CEC2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634"/>
                <a:ext cx="260" cy="198"/>
              </a:xfrm>
              <a:custGeom>
                <a:avLst/>
                <a:gdLst>
                  <a:gd name="T0" fmla="*/ 1402 w 112"/>
                  <a:gd name="T1" fmla="*/ 772 h 80"/>
                  <a:gd name="T2" fmla="*/ 539 w 112"/>
                  <a:gd name="T3" fmla="*/ 772 h 80"/>
                  <a:gd name="T4" fmla="*/ 151 w 112"/>
                  <a:gd name="T5" fmla="*/ 619 h 80"/>
                  <a:gd name="T6" fmla="*/ 28 w 112"/>
                  <a:gd name="T7" fmla="*/ 287 h 80"/>
                  <a:gd name="T8" fmla="*/ 0 w 11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0">
                    <a:moveTo>
                      <a:pt x="112" y="51"/>
                    </a:moveTo>
                    <a:cubicBezTo>
                      <a:pt x="93" y="80"/>
                      <a:pt x="67" y="58"/>
                      <a:pt x="43" y="51"/>
                    </a:cubicBezTo>
                    <a:cubicBezTo>
                      <a:pt x="29" y="47"/>
                      <a:pt x="23" y="52"/>
                      <a:pt x="12" y="41"/>
                    </a:cubicBezTo>
                    <a:cubicBezTo>
                      <a:pt x="5" y="34"/>
                      <a:pt x="3" y="29"/>
                      <a:pt x="2" y="19"/>
                    </a:cubicBezTo>
                    <a:cubicBezTo>
                      <a:pt x="1" y="13"/>
                      <a:pt x="4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2" name="Freeform 984">
                <a:extLst>
                  <a:ext uri="{FF2B5EF4-FFF2-40B4-BE49-F238E27FC236}">
                    <a16:creationId xmlns:a16="http://schemas.microsoft.com/office/drawing/2014/main" id="{265A1CE6-6B9A-49E9-89D7-C56665BB5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1342"/>
                <a:ext cx="54" cy="297"/>
              </a:xfrm>
              <a:custGeom>
                <a:avLst/>
                <a:gdLst>
                  <a:gd name="T0" fmla="*/ 298 w 23"/>
                  <a:gd name="T1" fmla="*/ 0 h 120"/>
                  <a:gd name="T2" fmla="*/ 171 w 23"/>
                  <a:gd name="T3" fmla="*/ 851 h 120"/>
                  <a:gd name="T4" fmla="*/ 0 w 23"/>
                  <a:gd name="T5" fmla="*/ 1819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20">
                    <a:moveTo>
                      <a:pt x="23" y="0"/>
                    </a:moveTo>
                    <a:cubicBezTo>
                      <a:pt x="17" y="14"/>
                      <a:pt x="14" y="42"/>
                      <a:pt x="13" y="56"/>
                    </a:cubicBezTo>
                    <a:cubicBezTo>
                      <a:pt x="13" y="65"/>
                      <a:pt x="8" y="114"/>
                      <a:pt x="0" y="12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3" name="Freeform 985">
                <a:extLst>
                  <a:ext uri="{FF2B5EF4-FFF2-40B4-BE49-F238E27FC236}">
                    <a16:creationId xmlns:a16="http://schemas.microsoft.com/office/drawing/2014/main" id="{C3216814-20B5-47D6-825C-D33D08309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305"/>
                <a:ext cx="55" cy="235"/>
              </a:xfrm>
              <a:custGeom>
                <a:avLst/>
                <a:gdLst>
                  <a:gd name="T0" fmla="*/ 25 w 24"/>
                  <a:gd name="T1" fmla="*/ 0 h 95"/>
                  <a:gd name="T2" fmla="*/ 0 w 24"/>
                  <a:gd name="T3" fmla="*/ 1437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5">
                    <a:moveTo>
                      <a:pt x="2" y="0"/>
                    </a:moveTo>
                    <a:cubicBezTo>
                      <a:pt x="5" y="20"/>
                      <a:pt x="24" y="84"/>
                      <a:pt x="0" y="95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4" name="Freeform 986">
                <a:extLst>
                  <a:ext uri="{FF2B5EF4-FFF2-40B4-BE49-F238E27FC236}">
                    <a16:creationId xmlns:a16="http://schemas.microsoft.com/office/drawing/2014/main" id="{78A4E37A-66DC-4CFE-82CC-135542DAD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2393"/>
                <a:ext cx="385" cy="176"/>
              </a:xfrm>
              <a:custGeom>
                <a:avLst/>
                <a:gdLst>
                  <a:gd name="T0" fmla="*/ 2071 w 166"/>
                  <a:gd name="T1" fmla="*/ 0 h 71"/>
                  <a:gd name="T2" fmla="*/ 1770 w 166"/>
                  <a:gd name="T3" fmla="*/ 503 h 71"/>
                  <a:gd name="T4" fmla="*/ 1060 w 166"/>
                  <a:gd name="T5" fmla="*/ 885 h 71"/>
                  <a:gd name="T6" fmla="*/ 376 w 166"/>
                  <a:gd name="T7" fmla="*/ 1068 h 71"/>
                  <a:gd name="T8" fmla="*/ 0 w 166"/>
                  <a:gd name="T9" fmla="*/ 89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6" h="71">
                    <a:moveTo>
                      <a:pt x="166" y="0"/>
                    </a:moveTo>
                    <a:cubicBezTo>
                      <a:pt x="164" y="11"/>
                      <a:pt x="149" y="26"/>
                      <a:pt x="142" y="33"/>
                    </a:cubicBezTo>
                    <a:cubicBezTo>
                      <a:pt x="126" y="48"/>
                      <a:pt x="105" y="53"/>
                      <a:pt x="85" y="58"/>
                    </a:cubicBezTo>
                    <a:cubicBezTo>
                      <a:pt x="67" y="63"/>
                      <a:pt x="48" y="69"/>
                      <a:pt x="30" y="70"/>
                    </a:cubicBezTo>
                    <a:cubicBezTo>
                      <a:pt x="13" y="71"/>
                      <a:pt x="1" y="65"/>
                      <a:pt x="0" y="5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5" name="Freeform 987">
                <a:extLst>
                  <a:ext uri="{FF2B5EF4-FFF2-40B4-BE49-F238E27FC236}">
                    <a16:creationId xmlns:a16="http://schemas.microsoft.com/office/drawing/2014/main" id="{4A1AAF66-89A2-411B-8C32-39F434E35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1" y="2366"/>
                <a:ext cx="53" cy="27"/>
              </a:xfrm>
              <a:custGeom>
                <a:avLst/>
                <a:gdLst>
                  <a:gd name="T0" fmla="*/ 281 w 23"/>
                  <a:gd name="T1" fmla="*/ 71 h 11"/>
                  <a:gd name="T2" fmla="*/ 122 w 23"/>
                  <a:gd name="T3" fmla="*/ 162 h 11"/>
                  <a:gd name="T4" fmla="*/ 0 w 2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23" y="5"/>
                    </a:moveTo>
                    <a:cubicBezTo>
                      <a:pt x="18" y="5"/>
                      <a:pt x="14" y="8"/>
                      <a:pt x="10" y="11"/>
                    </a:cubicBezTo>
                    <a:cubicBezTo>
                      <a:pt x="9" y="6"/>
                      <a:pt x="5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6" name="Freeform 988">
                <a:extLst>
                  <a:ext uri="{FF2B5EF4-FFF2-40B4-BE49-F238E27FC236}">
                    <a16:creationId xmlns:a16="http://schemas.microsoft.com/office/drawing/2014/main" id="{8DFA8E2E-0199-404F-8A7A-426C45460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854"/>
                <a:ext cx="422" cy="287"/>
              </a:xfrm>
              <a:custGeom>
                <a:avLst/>
                <a:gdLst>
                  <a:gd name="T0" fmla="*/ 2268 w 182"/>
                  <a:gd name="T1" fmla="*/ 1757 h 116"/>
                  <a:gd name="T2" fmla="*/ 1785 w 182"/>
                  <a:gd name="T3" fmla="*/ 1470 h 116"/>
                  <a:gd name="T4" fmla="*/ 1549 w 182"/>
                  <a:gd name="T5" fmla="*/ 1017 h 116"/>
                  <a:gd name="T6" fmla="*/ 823 w 182"/>
                  <a:gd name="T7" fmla="*/ 564 h 116"/>
                  <a:gd name="T8" fmla="*/ 0 w 182"/>
                  <a:gd name="T9" fmla="*/ 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16">
                    <a:moveTo>
                      <a:pt x="182" y="116"/>
                    </a:moveTo>
                    <a:cubicBezTo>
                      <a:pt x="165" y="116"/>
                      <a:pt x="155" y="107"/>
                      <a:pt x="143" y="97"/>
                    </a:cubicBezTo>
                    <a:cubicBezTo>
                      <a:pt x="134" y="90"/>
                      <a:pt x="117" y="80"/>
                      <a:pt x="124" y="67"/>
                    </a:cubicBezTo>
                    <a:cubicBezTo>
                      <a:pt x="122" y="88"/>
                      <a:pt x="71" y="40"/>
                      <a:pt x="66" y="37"/>
                    </a:cubicBezTo>
                    <a:cubicBezTo>
                      <a:pt x="58" y="31"/>
                      <a:pt x="4" y="1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7" name="Freeform 989">
                <a:extLst>
                  <a:ext uri="{FF2B5EF4-FFF2-40B4-BE49-F238E27FC236}">
                    <a16:creationId xmlns:a16="http://schemas.microsoft.com/office/drawing/2014/main" id="{43E668A8-D1FD-47AC-B311-86EDABABE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094"/>
                <a:ext cx="299" cy="131"/>
              </a:xfrm>
              <a:custGeom>
                <a:avLst/>
                <a:gdLst>
                  <a:gd name="T0" fmla="*/ 0 w 129"/>
                  <a:gd name="T1" fmla="*/ 0 h 53"/>
                  <a:gd name="T2" fmla="*/ 832 w 129"/>
                  <a:gd name="T3" fmla="*/ 531 h 53"/>
                  <a:gd name="T4" fmla="*/ 1031 w 129"/>
                  <a:gd name="T5" fmla="*/ 727 h 53"/>
                  <a:gd name="T6" fmla="*/ 1606 w 129"/>
                  <a:gd name="T7" fmla="*/ 665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9" h="53">
                    <a:moveTo>
                      <a:pt x="0" y="0"/>
                    </a:moveTo>
                    <a:cubicBezTo>
                      <a:pt x="21" y="14"/>
                      <a:pt x="47" y="19"/>
                      <a:pt x="67" y="35"/>
                    </a:cubicBezTo>
                    <a:cubicBezTo>
                      <a:pt x="72" y="39"/>
                      <a:pt x="77" y="45"/>
                      <a:pt x="83" y="48"/>
                    </a:cubicBezTo>
                    <a:cubicBezTo>
                      <a:pt x="96" y="53"/>
                      <a:pt x="114" y="45"/>
                      <a:pt x="129" y="44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8" name="Freeform 990">
                <a:extLst>
                  <a:ext uri="{FF2B5EF4-FFF2-40B4-BE49-F238E27FC236}">
                    <a16:creationId xmlns:a16="http://schemas.microsoft.com/office/drawing/2014/main" id="{6C4C2ACB-1317-4C26-805A-040CEAF4F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965"/>
                <a:ext cx="23" cy="90"/>
              </a:xfrm>
              <a:custGeom>
                <a:avLst/>
                <a:gdLst>
                  <a:gd name="T0" fmla="*/ 0 w 10"/>
                  <a:gd name="T1" fmla="*/ 0 h 36"/>
                  <a:gd name="T2" fmla="*/ 37 w 10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6">
                    <a:moveTo>
                      <a:pt x="0" y="0"/>
                    </a:moveTo>
                    <a:cubicBezTo>
                      <a:pt x="10" y="9"/>
                      <a:pt x="10" y="26"/>
                      <a:pt x="3" y="3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9" name="Freeform 991">
                <a:extLst>
                  <a:ext uri="{FF2B5EF4-FFF2-40B4-BE49-F238E27FC236}">
                    <a16:creationId xmlns:a16="http://schemas.microsoft.com/office/drawing/2014/main" id="{A69B0D2A-5000-4E36-8495-066C7EBBC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012"/>
                <a:ext cx="262" cy="213"/>
              </a:xfrm>
              <a:custGeom>
                <a:avLst/>
                <a:gdLst>
                  <a:gd name="T0" fmla="*/ 0 w 113"/>
                  <a:gd name="T1" fmla="*/ 0 h 86"/>
                  <a:gd name="T2" fmla="*/ 436 w 113"/>
                  <a:gd name="T3" fmla="*/ 228 h 86"/>
                  <a:gd name="T4" fmla="*/ 747 w 113"/>
                  <a:gd name="T5" fmla="*/ 515 h 86"/>
                  <a:gd name="T6" fmla="*/ 1048 w 113"/>
                  <a:gd name="T7" fmla="*/ 656 h 86"/>
                  <a:gd name="T8" fmla="*/ 1247 w 113"/>
                  <a:gd name="T9" fmla="*/ 897 h 86"/>
                  <a:gd name="T10" fmla="*/ 1407 w 113"/>
                  <a:gd name="T11" fmla="*/ 1308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86">
                    <a:moveTo>
                      <a:pt x="0" y="0"/>
                    </a:moveTo>
                    <a:cubicBezTo>
                      <a:pt x="9" y="9"/>
                      <a:pt x="25" y="7"/>
                      <a:pt x="35" y="15"/>
                    </a:cubicBezTo>
                    <a:cubicBezTo>
                      <a:pt x="44" y="22"/>
                      <a:pt x="48" y="30"/>
                      <a:pt x="60" y="34"/>
                    </a:cubicBezTo>
                    <a:cubicBezTo>
                      <a:pt x="69" y="38"/>
                      <a:pt x="76" y="36"/>
                      <a:pt x="84" y="43"/>
                    </a:cubicBezTo>
                    <a:cubicBezTo>
                      <a:pt x="89" y="47"/>
                      <a:pt x="96" y="53"/>
                      <a:pt x="100" y="59"/>
                    </a:cubicBezTo>
                    <a:cubicBezTo>
                      <a:pt x="107" y="67"/>
                      <a:pt x="107" y="78"/>
                      <a:pt x="113" y="8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0" name="Freeform 992">
                <a:extLst>
                  <a:ext uri="{FF2B5EF4-FFF2-40B4-BE49-F238E27FC236}">
                    <a16:creationId xmlns:a16="http://schemas.microsoft.com/office/drawing/2014/main" id="{737BFD07-3010-4CFA-BBDD-A5605E557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087"/>
                <a:ext cx="26" cy="59"/>
              </a:xfrm>
              <a:custGeom>
                <a:avLst/>
                <a:gdLst>
                  <a:gd name="T0" fmla="*/ 0 w 11"/>
                  <a:gd name="T1" fmla="*/ 0 h 24"/>
                  <a:gd name="T2" fmla="*/ 135 w 11"/>
                  <a:gd name="T3" fmla="*/ 3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4">
                    <a:moveTo>
                      <a:pt x="0" y="0"/>
                    </a:moveTo>
                    <a:cubicBezTo>
                      <a:pt x="7" y="6"/>
                      <a:pt x="11" y="15"/>
                      <a:pt x="10" y="24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1" name="Freeform 993">
                <a:extLst>
                  <a:ext uri="{FF2B5EF4-FFF2-40B4-BE49-F238E27FC236}">
                    <a16:creationId xmlns:a16="http://schemas.microsoft.com/office/drawing/2014/main" id="{AC62E3A4-3AD4-400E-AD37-96FBD60FA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287"/>
                <a:ext cx="74" cy="163"/>
              </a:xfrm>
              <a:custGeom>
                <a:avLst/>
                <a:gdLst>
                  <a:gd name="T0" fmla="*/ 224 w 32"/>
                  <a:gd name="T1" fmla="*/ 0 h 66"/>
                  <a:gd name="T2" fmla="*/ 65 w 32"/>
                  <a:gd name="T3" fmla="*/ 469 h 66"/>
                  <a:gd name="T4" fmla="*/ 395 w 32"/>
                  <a:gd name="T5" fmla="*/ 995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6">
                    <a:moveTo>
                      <a:pt x="18" y="0"/>
                    </a:moveTo>
                    <a:cubicBezTo>
                      <a:pt x="17" y="11"/>
                      <a:pt x="0" y="18"/>
                      <a:pt x="5" y="31"/>
                    </a:cubicBezTo>
                    <a:cubicBezTo>
                      <a:pt x="11" y="45"/>
                      <a:pt x="29" y="48"/>
                      <a:pt x="32" y="6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2" name="Freeform 994">
                <a:extLst>
                  <a:ext uri="{FF2B5EF4-FFF2-40B4-BE49-F238E27FC236}">
                    <a16:creationId xmlns:a16="http://schemas.microsoft.com/office/drawing/2014/main" id="{72DCEC73-0402-4EB2-995B-B58D85D8E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336"/>
                <a:ext cx="53" cy="23"/>
              </a:xfrm>
              <a:custGeom>
                <a:avLst/>
                <a:gdLst>
                  <a:gd name="T0" fmla="*/ 281 w 23"/>
                  <a:gd name="T1" fmla="*/ 151 h 9"/>
                  <a:gd name="T2" fmla="*/ 0 w 2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">
                    <a:moveTo>
                      <a:pt x="23" y="9"/>
                    </a:moveTo>
                    <a:cubicBezTo>
                      <a:pt x="17" y="3"/>
                      <a:pt x="8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3" name="Freeform 995">
                <a:extLst>
                  <a:ext uri="{FF2B5EF4-FFF2-40B4-BE49-F238E27FC236}">
                    <a16:creationId xmlns:a16="http://schemas.microsoft.com/office/drawing/2014/main" id="{9A0367C1-A7AB-416D-9321-475C3109E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884"/>
                <a:ext cx="448" cy="272"/>
              </a:xfrm>
              <a:custGeom>
                <a:avLst/>
                <a:gdLst>
                  <a:gd name="T0" fmla="*/ 2414 w 193"/>
                  <a:gd name="T1" fmla="*/ 30 h 110"/>
                  <a:gd name="T2" fmla="*/ 1999 w 193"/>
                  <a:gd name="T3" fmla="*/ 74 h 110"/>
                  <a:gd name="T4" fmla="*/ 1611 w 193"/>
                  <a:gd name="T5" fmla="*/ 257 h 110"/>
                  <a:gd name="T6" fmla="*/ 1077 w 193"/>
                  <a:gd name="T7" fmla="*/ 134 h 110"/>
                  <a:gd name="T8" fmla="*/ 425 w 193"/>
                  <a:gd name="T9" fmla="*/ 648 h 110"/>
                  <a:gd name="T10" fmla="*/ 151 w 193"/>
                  <a:gd name="T11" fmla="*/ 1046 h 110"/>
                  <a:gd name="T12" fmla="*/ 28 w 193"/>
                  <a:gd name="T13" fmla="*/ 1664 h 1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110">
                    <a:moveTo>
                      <a:pt x="193" y="2"/>
                    </a:moveTo>
                    <a:cubicBezTo>
                      <a:pt x="182" y="2"/>
                      <a:pt x="170" y="0"/>
                      <a:pt x="160" y="5"/>
                    </a:cubicBezTo>
                    <a:cubicBezTo>
                      <a:pt x="148" y="11"/>
                      <a:pt x="145" y="18"/>
                      <a:pt x="129" y="17"/>
                    </a:cubicBezTo>
                    <a:cubicBezTo>
                      <a:pt x="116" y="16"/>
                      <a:pt x="99" y="12"/>
                      <a:pt x="86" y="9"/>
                    </a:cubicBezTo>
                    <a:cubicBezTo>
                      <a:pt x="76" y="28"/>
                      <a:pt x="49" y="30"/>
                      <a:pt x="34" y="43"/>
                    </a:cubicBezTo>
                    <a:cubicBezTo>
                      <a:pt x="25" y="50"/>
                      <a:pt x="20" y="61"/>
                      <a:pt x="12" y="69"/>
                    </a:cubicBezTo>
                    <a:cubicBezTo>
                      <a:pt x="0" y="83"/>
                      <a:pt x="2" y="92"/>
                      <a:pt x="2" y="11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4" name="Freeform 996">
                <a:extLst>
                  <a:ext uri="{FF2B5EF4-FFF2-40B4-BE49-F238E27FC236}">
                    <a16:creationId xmlns:a16="http://schemas.microsoft.com/office/drawing/2014/main" id="{6EDCC516-E681-4B65-B636-2541D8829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716"/>
                <a:ext cx="338" cy="188"/>
              </a:xfrm>
              <a:custGeom>
                <a:avLst/>
                <a:gdLst>
                  <a:gd name="T0" fmla="*/ 1748 w 146"/>
                  <a:gd name="T1" fmla="*/ 1150 h 76"/>
                  <a:gd name="T2" fmla="*/ 1764 w 146"/>
                  <a:gd name="T3" fmla="*/ 710 h 76"/>
                  <a:gd name="T4" fmla="*/ 1748 w 146"/>
                  <a:gd name="T5" fmla="*/ 257 h 76"/>
                  <a:gd name="T6" fmla="*/ 1292 w 146"/>
                  <a:gd name="T7" fmla="*/ 42 h 76"/>
                  <a:gd name="T8" fmla="*/ 745 w 146"/>
                  <a:gd name="T9" fmla="*/ 183 h 76"/>
                  <a:gd name="T10" fmla="*/ 0 w 146"/>
                  <a:gd name="T11" fmla="*/ 166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76">
                    <a:moveTo>
                      <a:pt x="141" y="76"/>
                    </a:moveTo>
                    <a:cubicBezTo>
                      <a:pt x="144" y="67"/>
                      <a:pt x="141" y="57"/>
                      <a:pt x="142" y="47"/>
                    </a:cubicBezTo>
                    <a:cubicBezTo>
                      <a:pt x="143" y="36"/>
                      <a:pt x="146" y="28"/>
                      <a:pt x="141" y="17"/>
                    </a:cubicBezTo>
                    <a:cubicBezTo>
                      <a:pt x="133" y="0"/>
                      <a:pt x="120" y="1"/>
                      <a:pt x="104" y="3"/>
                    </a:cubicBezTo>
                    <a:cubicBezTo>
                      <a:pt x="89" y="6"/>
                      <a:pt x="75" y="10"/>
                      <a:pt x="60" y="12"/>
                    </a:cubicBezTo>
                    <a:cubicBezTo>
                      <a:pt x="40" y="15"/>
                      <a:pt x="19" y="6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5" name="Freeform 997">
                <a:extLst>
                  <a:ext uri="{FF2B5EF4-FFF2-40B4-BE49-F238E27FC236}">
                    <a16:creationId xmlns:a16="http://schemas.microsoft.com/office/drawing/2014/main" id="{416F6941-A365-489F-BEDF-7F41B5FEE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847"/>
                <a:ext cx="32" cy="72"/>
              </a:xfrm>
              <a:custGeom>
                <a:avLst/>
                <a:gdLst>
                  <a:gd name="T0" fmla="*/ 167 w 14"/>
                  <a:gd name="T1" fmla="*/ 0 h 29"/>
                  <a:gd name="T2" fmla="*/ 0 w 14"/>
                  <a:gd name="T3" fmla="*/ 216 h 29"/>
                  <a:gd name="T4" fmla="*/ 130 w 14"/>
                  <a:gd name="T5" fmla="*/ 44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9">
                    <a:moveTo>
                      <a:pt x="14" y="0"/>
                    </a:moveTo>
                    <a:cubicBezTo>
                      <a:pt x="10" y="5"/>
                      <a:pt x="4" y="8"/>
                      <a:pt x="0" y="14"/>
                    </a:cubicBezTo>
                    <a:cubicBezTo>
                      <a:pt x="6" y="17"/>
                      <a:pt x="10" y="23"/>
                      <a:pt x="11" y="2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6" name="Freeform 998">
                <a:extLst>
                  <a:ext uri="{FF2B5EF4-FFF2-40B4-BE49-F238E27FC236}">
                    <a16:creationId xmlns:a16="http://schemas.microsoft.com/office/drawing/2014/main" id="{015E9DCB-CDA4-4F53-BD97-954871944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621"/>
                <a:ext cx="35" cy="25"/>
              </a:xfrm>
              <a:custGeom>
                <a:avLst/>
                <a:gdLst>
                  <a:gd name="T0" fmla="*/ 191 w 15"/>
                  <a:gd name="T1" fmla="*/ 113 h 10"/>
                  <a:gd name="T2" fmla="*/ 12 w 15"/>
                  <a:gd name="T3" fmla="*/ 158 h 10"/>
                  <a:gd name="T4" fmla="*/ 0 w 1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15" y="7"/>
                    </a:moveTo>
                    <a:cubicBezTo>
                      <a:pt x="9" y="7"/>
                      <a:pt x="5" y="5"/>
                      <a:pt x="1" y="10"/>
                    </a:cubicBezTo>
                    <a:cubicBezTo>
                      <a:pt x="3" y="6"/>
                      <a:pt x="0" y="1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7" name="Freeform 999">
                <a:extLst>
                  <a:ext uri="{FF2B5EF4-FFF2-40B4-BE49-F238E27FC236}">
                    <a16:creationId xmlns:a16="http://schemas.microsoft.com/office/drawing/2014/main" id="{20CAA14F-322E-45EB-9A93-930883EF6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641"/>
                <a:ext cx="25" cy="66"/>
              </a:xfrm>
              <a:custGeom>
                <a:avLst/>
                <a:gdLst>
                  <a:gd name="T0" fmla="*/ 130 w 11"/>
                  <a:gd name="T1" fmla="*/ 120 h 27"/>
                  <a:gd name="T2" fmla="*/ 93 w 11"/>
                  <a:gd name="T3" fmla="*/ 394 h 27"/>
                  <a:gd name="T4" fmla="*/ 0 w 11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7">
                    <a:moveTo>
                      <a:pt x="11" y="8"/>
                    </a:moveTo>
                    <a:cubicBezTo>
                      <a:pt x="4" y="10"/>
                      <a:pt x="9" y="22"/>
                      <a:pt x="8" y="27"/>
                    </a:cubicBezTo>
                    <a:cubicBezTo>
                      <a:pt x="5" y="21"/>
                      <a:pt x="4" y="6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8" name="Freeform 1000">
                <a:extLst>
                  <a:ext uri="{FF2B5EF4-FFF2-40B4-BE49-F238E27FC236}">
                    <a16:creationId xmlns:a16="http://schemas.microsoft.com/office/drawing/2014/main" id="{B46295FD-8A10-497A-BF3A-C5517AD54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703"/>
                <a:ext cx="39" cy="33"/>
              </a:xfrm>
              <a:custGeom>
                <a:avLst/>
                <a:gdLst>
                  <a:gd name="T0" fmla="*/ 94 w 17"/>
                  <a:gd name="T1" fmla="*/ 0 h 13"/>
                  <a:gd name="T2" fmla="*/ 0 w 17"/>
                  <a:gd name="T3" fmla="*/ 193 h 13"/>
                  <a:gd name="T4" fmla="*/ 204 w 17"/>
                  <a:gd name="T5" fmla="*/ 193 h 13"/>
                  <a:gd name="T6" fmla="*/ 122 w 17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3">
                    <a:moveTo>
                      <a:pt x="8" y="0"/>
                    </a:moveTo>
                    <a:cubicBezTo>
                      <a:pt x="6" y="5"/>
                      <a:pt x="3" y="8"/>
                      <a:pt x="0" y="12"/>
                    </a:cubicBezTo>
                    <a:cubicBezTo>
                      <a:pt x="6" y="13"/>
                      <a:pt x="12" y="13"/>
                      <a:pt x="17" y="12"/>
                    </a:cubicBezTo>
                    <a:cubicBezTo>
                      <a:pt x="13" y="10"/>
                      <a:pt x="9" y="5"/>
                      <a:pt x="1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9" name="Freeform 1001">
                <a:extLst>
                  <a:ext uri="{FF2B5EF4-FFF2-40B4-BE49-F238E27FC236}">
                    <a16:creationId xmlns:a16="http://schemas.microsoft.com/office/drawing/2014/main" id="{B5F16109-B451-4152-9B30-6CD854819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745"/>
                <a:ext cx="53" cy="25"/>
              </a:xfrm>
              <a:custGeom>
                <a:avLst/>
                <a:gdLst>
                  <a:gd name="T0" fmla="*/ 0 w 23"/>
                  <a:gd name="T1" fmla="*/ 0 h 10"/>
                  <a:gd name="T2" fmla="*/ 28 w 23"/>
                  <a:gd name="T3" fmla="*/ 158 h 10"/>
                  <a:gd name="T4" fmla="*/ 281 w 23"/>
                  <a:gd name="T5" fmla="*/ 95 h 10"/>
                  <a:gd name="T6" fmla="*/ 48 w 23"/>
                  <a:gd name="T7" fmla="*/ 3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0">
                    <a:moveTo>
                      <a:pt x="0" y="0"/>
                    </a:moveTo>
                    <a:cubicBezTo>
                      <a:pt x="4" y="3"/>
                      <a:pt x="4" y="6"/>
                      <a:pt x="2" y="10"/>
                    </a:cubicBezTo>
                    <a:cubicBezTo>
                      <a:pt x="6" y="5"/>
                      <a:pt x="17" y="6"/>
                      <a:pt x="23" y="6"/>
                    </a:cubicBezTo>
                    <a:cubicBezTo>
                      <a:pt x="17" y="4"/>
                      <a:pt x="10" y="4"/>
                      <a:pt x="4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0" name="Freeform 1002">
                <a:extLst>
                  <a:ext uri="{FF2B5EF4-FFF2-40B4-BE49-F238E27FC236}">
                    <a16:creationId xmlns:a16="http://schemas.microsoft.com/office/drawing/2014/main" id="{4A0CE98B-7891-4B83-8B8A-AD4FB6771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560"/>
                <a:ext cx="18" cy="35"/>
              </a:xfrm>
              <a:custGeom>
                <a:avLst/>
                <a:gdLst>
                  <a:gd name="T0" fmla="*/ 0 w 8"/>
                  <a:gd name="T1" fmla="*/ 83 h 14"/>
                  <a:gd name="T2" fmla="*/ 56 w 8"/>
                  <a:gd name="T3" fmla="*/ 220 h 14"/>
                  <a:gd name="T4" fmla="*/ 81 w 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0" y="5"/>
                    </a:moveTo>
                    <a:cubicBezTo>
                      <a:pt x="5" y="6"/>
                      <a:pt x="6" y="10"/>
                      <a:pt x="5" y="14"/>
                    </a:cubicBezTo>
                    <a:cubicBezTo>
                      <a:pt x="7" y="11"/>
                      <a:pt x="8" y="4"/>
                      <a:pt x="7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1" name="Freeform 1003">
                <a:extLst>
                  <a:ext uri="{FF2B5EF4-FFF2-40B4-BE49-F238E27FC236}">
                    <a16:creationId xmlns:a16="http://schemas.microsoft.com/office/drawing/2014/main" id="{AE44FD35-05CB-4693-A98E-9F2A34415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1508"/>
                <a:ext cx="20" cy="30"/>
              </a:xfrm>
              <a:custGeom>
                <a:avLst/>
                <a:gdLst>
                  <a:gd name="T0" fmla="*/ 0 w 9"/>
                  <a:gd name="T1" fmla="*/ 125 h 12"/>
                  <a:gd name="T2" fmla="*/ 98 w 9"/>
                  <a:gd name="T3" fmla="*/ 188 h 12"/>
                  <a:gd name="T4" fmla="*/ 64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8"/>
                    </a:moveTo>
                    <a:cubicBezTo>
                      <a:pt x="5" y="5"/>
                      <a:pt x="6" y="9"/>
                      <a:pt x="9" y="12"/>
                    </a:cubicBezTo>
                    <a:cubicBezTo>
                      <a:pt x="7" y="9"/>
                      <a:pt x="5" y="4"/>
                      <a:pt x="6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2" name="Freeform 1004">
                <a:extLst>
                  <a:ext uri="{FF2B5EF4-FFF2-40B4-BE49-F238E27FC236}">
                    <a16:creationId xmlns:a16="http://schemas.microsoft.com/office/drawing/2014/main" id="{ADA74383-6556-4ED8-956F-7CCE4579E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906"/>
                <a:ext cx="37" cy="22"/>
              </a:xfrm>
              <a:custGeom>
                <a:avLst/>
                <a:gdLst>
                  <a:gd name="T0" fmla="*/ 0 w 16"/>
                  <a:gd name="T1" fmla="*/ 132 h 9"/>
                  <a:gd name="T2" fmla="*/ 199 w 16"/>
                  <a:gd name="T3" fmla="*/ 42 h 9"/>
                  <a:gd name="T4" fmla="*/ 74 w 1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0" y="9"/>
                    </a:moveTo>
                    <a:cubicBezTo>
                      <a:pt x="4" y="3"/>
                      <a:pt x="10" y="4"/>
                      <a:pt x="16" y="3"/>
                    </a:cubicBezTo>
                    <a:cubicBezTo>
                      <a:pt x="13" y="3"/>
                      <a:pt x="8" y="2"/>
                      <a:pt x="6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3" name="Freeform 1005">
                <a:extLst>
                  <a:ext uri="{FF2B5EF4-FFF2-40B4-BE49-F238E27FC236}">
                    <a16:creationId xmlns:a16="http://schemas.microsoft.com/office/drawing/2014/main" id="{D49DD8FB-700F-4E01-9697-D4F17E96D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864"/>
                <a:ext cx="21" cy="30"/>
              </a:xfrm>
              <a:custGeom>
                <a:avLst/>
                <a:gdLst>
                  <a:gd name="T0" fmla="*/ 114 w 9"/>
                  <a:gd name="T1" fmla="*/ 0 h 12"/>
                  <a:gd name="T2" fmla="*/ 77 w 9"/>
                  <a:gd name="T3" fmla="*/ 188 h 12"/>
                  <a:gd name="T4" fmla="*/ 0 w 9"/>
                  <a:gd name="T5" fmla="*/ 11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cubicBezTo>
                      <a:pt x="6" y="3"/>
                      <a:pt x="5" y="8"/>
                      <a:pt x="6" y="12"/>
                    </a:cubicBezTo>
                    <a:cubicBezTo>
                      <a:pt x="5" y="10"/>
                      <a:pt x="2" y="7"/>
                      <a:pt x="0" y="7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4" name="Freeform 1006">
                <a:extLst>
                  <a:ext uri="{FF2B5EF4-FFF2-40B4-BE49-F238E27FC236}">
                    <a16:creationId xmlns:a16="http://schemas.microsoft.com/office/drawing/2014/main" id="{7F6C4361-A444-420B-A0F7-C55ED5095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933"/>
                <a:ext cx="26" cy="28"/>
              </a:xfrm>
              <a:custGeom>
                <a:avLst/>
                <a:gdLst>
                  <a:gd name="T0" fmla="*/ 144 w 11"/>
                  <a:gd name="T1" fmla="*/ 0 h 11"/>
                  <a:gd name="T2" fmla="*/ 118 w 11"/>
                  <a:gd name="T3" fmla="*/ 181 h 11"/>
                  <a:gd name="T4" fmla="*/ 0 w 11"/>
                  <a:gd name="T5" fmla="*/ 8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cubicBezTo>
                      <a:pt x="8" y="3"/>
                      <a:pt x="7" y="8"/>
                      <a:pt x="9" y="11"/>
                    </a:cubicBezTo>
                    <a:cubicBezTo>
                      <a:pt x="8" y="8"/>
                      <a:pt x="3" y="5"/>
                      <a:pt x="0" y="5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5" name="Freeform 1007">
                <a:extLst>
                  <a:ext uri="{FF2B5EF4-FFF2-40B4-BE49-F238E27FC236}">
                    <a16:creationId xmlns:a16="http://schemas.microsoft.com/office/drawing/2014/main" id="{3447ED86-7EB4-4210-A0C0-DBC1C6CFA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48"/>
                <a:ext cx="24" cy="30"/>
              </a:xfrm>
              <a:custGeom>
                <a:avLst/>
                <a:gdLst>
                  <a:gd name="T0" fmla="*/ 58 w 10"/>
                  <a:gd name="T1" fmla="*/ 188 h 12"/>
                  <a:gd name="T2" fmla="*/ 139 w 10"/>
                  <a:gd name="T3" fmla="*/ 95 h 12"/>
                  <a:gd name="T4" fmla="*/ 0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4" y="12"/>
                    </a:moveTo>
                    <a:cubicBezTo>
                      <a:pt x="3" y="8"/>
                      <a:pt x="6" y="5"/>
                      <a:pt x="10" y="6"/>
                    </a:cubicBezTo>
                    <a:cubicBezTo>
                      <a:pt x="7" y="5"/>
                      <a:pt x="1" y="3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6" name="Freeform 1008">
                <a:extLst>
                  <a:ext uri="{FF2B5EF4-FFF2-40B4-BE49-F238E27FC236}">
                    <a16:creationId xmlns:a16="http://schemas.microsoft.com/office/drawing/2014/main" id="{40AF7E08-4CFB-495F-AC70-A3A417B45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015"/>
                <a:ext cx="25" cy="32"/>
              </a:xfrm>
              <a:custGeom>
                <a:avLst/>
                <a:gdLst>
                  <a:gd name="T0" fmla="*/ 0 w 11"/>
                  <a:gd name="T1" fmla="*/ 194 h 13"/>
                  <a:gd name="T2" fmla="*/ 130 w 11"/>
                  <a:gd name="T3" fmla="*/ 62 h 13"/>
                  <a:gd name="T4" fmla="*/ 36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4" y="11"/>
                      <a:pt x="6" y="3"/>
                      <a:pt x="11" y="4"/>
                    </a:cubicBezTo>
                    <a:cubicBezTo>
                      <a:pt x="9" y="4"/>
                      <a:pt x="5" y="2"/>
                      <a:pt x="3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7" name="Freeform 1009">
                <a:extLst>
                  <a:ext uri="{FF2B5EF4-FFF2-40B4-BE49-F238E27FC236}">
                    <a16:creationId xmlns:a16="http://schemas.microsoft.com/office/drawing/2014/main" id="{12EB5D83-98F1-474F-A0D5-01AC5BE0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094"/>
                <a:ext cx="27" cy="30"/>
              </a:xfrm>
              <a:custGeom>
                <a:avLst/>
                <a:gdLst>
                  <a:gd name="T0" fmla="*/ 56 w 12"/>
                  <a:gd name="T1" fmla="*/ 188 h 12"/>
                  <a:gd name="T2" fmla="*/ 137 w 12"/>
                  <a:gd name="T3" fmla="*/ 50 h 12"/>
                  <a:gd name="T4" fmla="*/ 0 w 1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5" y="12"/>
                    </a:moveTo>
                    <a:cubicBezTo>
                      <a:pt x="6" y="6"/>
                      <a:pt x="7" y="5"/>
                      <a:pt x="12" y="3"/>
                    </a:cubicBezTo>
                    <a:cubicBezTo>
                      <a:pt x="8" y="4"/>
                      <a:pt x="2" y="3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8" name="Freeform 1010">
                <a:extLst>
                  <a:ext uri="{FF2B5EF4-FFF2-40B4-BE49-F238E27FC236}">
                    <a16:creationId xmlns:a16="http://schemas.microsoft.com/office/drawing/2014/main" id="{DA02C7A0-B8E9-464B-AC54-1317E3A1E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215"/>
                <a:ext cx="30" cy="23"/>
              </a:xfrm>
              <a:custGeom>
                <a:avLst/>
                <a:gdLst>
                  <a:gd name="T0" fmla="*/ 150 w 13"/>
                  <a:gd name="T1" fmla="*/ 20 h 9"/>
                  <a:gd name="T2" fmla="*/ 159 w 13"/>
                  <a:gd name="T3" fmla="*/ 0 h 9"/>
                  <a:gd name="T4" fmla="*/ 97 w 13"/>
                  <a:gd name="T5" fmla="*/ 151 h 9"/>
                  <a:gd name="T6" fmla="*/ 65 w 13"/>
                  <a:gd name="T7" fmla="*/ 84 h 9"/>
                  <a:gd name="T8" fmla="*/ 0 w 13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2" y="1"/>
                    </a:moveTo>
                    <a:cubicBezTo>
                      <a:pt x="13" y="1"/>
                      <a:pt x="13" y="1"/>
                      <a:pt x="13" y="0"/>
                    </a:cubicBezTo>
                    <a:cubicBezTo>
                      <a:pt x="9" y="0"/>
                      <a:pt x="7" y="6"/>
                      <a:pt x="8" y="9"/>
                    </a:cubicBezTo>
                    <a:cubicBezTo>
                      <a:pt x="7" y="8"/>
                      <a:pt x="7" y="6"/>
                      <a:pt x="5" y="5"/>
                    </a:cubicBezTo>
                    <a:cubicBezTo>
                      <a:pt x="4" y="3"/>
                      <a:pt x="1" y="3"/>
                      <a:pt x="0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9" name="Freeform 1011">
                <a:extLst>
                  <a:ext uri="{FF2B5EF4-FFF2-40B4-BE49-F238E27FC236}">
                    <a16:creationId xmlns:a16="http://schemas.microsoft.com/office/drawing/2014/main" id="{FE96A24A-25C3-4862-A424-1022292B1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327"/>
                <a:ext cx="30" cy="34"/>
              </a:xfrm>
              <a:custGeom>
                <a:avLst/>
                <a:gdLst>
                  <a:gd name="T0" fmla="*/ 0 w 13"/>
                  <a:gd name="T1" fmla="*/ 100 h 14"/>
                  <a:gd name="T2" fmla="*/ 159 w 13"/>
                  <a:gd name="T3" fmla="*/ 12 h 14"/>
                  <a:gd name="T4" fmla="*/ 122 w 13"/>
                  <a:gd name="T5" fmla="*/ 20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5" y="11"/>
                      <a:pt x="9" y="0"/>
                      <a:pt x="13" y="1"/>
                    </a:cubicBezTo>
                    <a:cubicBezTo>
                      <a:pt x="10" y="4"/>
                      <a:pt x="10" y="10"/>
                      <a:pt x="10" y="14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0" name="Freeform 1012">
                <a:extLst>
                  <a:ext uri="{FF2B5EF4-FFF2-40B4-BE49-F238E27FC236}">
                    <a16:creationId xmlns:a16="http://schemas.microsoft.com/office/drawing/2014/main" id="{CD031125-1F5C-44C6-B1A1-8DD57FCAC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440"/>
                <a:ext cx="23" cy="23"/>
              </a:xfrm>
              <a:custGeom>
                <a:avLst/>
                <a:gdLst>
                  <a:gd name="T0" fmla="*/ 37 w 10"/>
                  <a:gd name="T1" fmla="*/ 0 h 9"/>
                  <a:gd name="T2" fmla="*/ 122 w 10"/>
                  <a:gd name="T3" fmla="*/ 118 h 9"/>
                  <a:gd name="T4" fmla="*/ 0 w 10"/>
                  <a:gd name="T5" fmla="*/ 15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2" y="3"/>
                      <a:pt x="6" y="7"/>
                      <a:pt x="10" y="7"/>
                    </a:cubicBezTo>
                    <a:cubicBezTo>
                      <a:pt x="7" y="6"/>
                      <a:pt x="2" y="7"/>
                      <a:pt x="0" y="9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1" name="Freeform 1013">
                <a:extLst>
                  <a:ext uri="{FF2B5EF4-FFF2-40B4-BE49-F238E27FC236}">
                    <a16:creationId xmlns:a16="http://schemas.microsoft.com/office/drawing/2014/main" id="{681D88D2-E486-4FFA-8470-44E1AE284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680"/>
                <a:ext cx="28" cy="25"/>
              </a:xfrm>
              <a:custGeom>
                <a:avLst/>
                <a:gdLst>
                  <a:gd name="T0" fmla="*/ 0 w 12"/>
                  <a:gd name="T1" fmla="*/ 83 h 10"/>
                  <a:gd name="T2" fmla="*/ 152 w 12"/>
                  <a:gd name="T3" fmla="*/ 0 h 10"/>
                  <a:gd name="T4" fmla="*/ 77 w 12"/>
                  <a:gd name="T5" fmla="*/ 1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0" y="5"/>
                    </a:moveTo>
                    <a:cubicBezTo>
                      <a:pt x="4" y="6"/>
                      <a:pt x="9" y="2"/>
                      <a:pt x="12" y="0"/>
                    </a:cubicBezTo>
                    <a:cubicBezTo>
                      <a:pt x="10" y="3"/>
                      <a:pt x="7" y="6"/>
                      <a:pt x="6" y="1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2" name="Freeform 1014">
                <a:extLst>
                  <a:ext uri="{FF2B5EF4-FFF2-40B4-BE49-F238E27FC236}">
                    <a16:creationId xmlns:a16="http://schemas.microsoft.com/office/drawing/2014/main" id="{49E0C34C-446E-4DE3-8496-EAE98515B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869"/>
                <a:ext cx="42" cy="17"/>
              </a:xfrm>
              <a:custGeom>
                <a:avLst/>
                <a:gdLst>
                  <a:gd name="T0" fmla="*/ 0 w 18"/>
                  <a:gd name="T1" fmla="*/ 100 h 7"/>
                  <a:gd name="T2" fmla="*/ 229 w 18"/>
                  <a:gd name="T3" fmla="*/ 100 h 7"/>
                  <a:gd name="T4" fmla="*/ 142 w 1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cubicBezTo>
                      <a:pt x="6" y="5"/>
                      <a:pt x="12" y="2"/>
                      <a:pt x="18" y="7"/>
                    </a:cubicBezTo>
                    <a:cubicBezTo>
                      <a:pt x="15" y="5"/>
                      <a:pt x="14" y="2"/>
                      <a:pt x="11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3" name="Freeform 1015">
                <a:extLst>
                  <a:ext uri="{FF2B5EF4-FFF2-40B4-BE49-F238E27FC236}">
                    <a16:creationId xmlns:a16="http://schemas.microsoft.com/office/drawing/2014/main" id="{3F55FAF1-C04F-4842-AF89-A2373B849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938"/>
                <a:ext cx="37" cy="35"/>
              </a:xfrm>
              <a:custGeom>
                <a:avLst/>
                <a:gdLst>
                  <a:gd name="T0" fmla="*/ 0 w 16"/>
                  <a:gd name="T1" fmla="*/ 50 h 14"/>
                  <a:gd name="T2" fmla="*/ 199 w 16"/>
                  <a:gd name="T3" fmla="*/ 220 h 14"/>
                  <a:gd name="T4" fmla="*/ 134 w 16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3"/>
                    </a:moveTo>
                    <a:cubicBezTo>
                      <a:pt x="6" y="1"/>
                      <a:pt x="12" y="10"/>
                      <a:pt x="16" y="14"/>
                    </a:cubicBezTo>
                    <a:cubicBezTo>
                      <a:pt x="14" y="11"/>
                      <a:pt x="10" y="3"/>
                      <a:pt x="11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4" name="Freeform 1016">
                <a:extLst>
                  <a:ext uri="{FF2B5EF4-FFF2-40B4-BE49-F238E27FC236}">
                    <a16:creationId xmlns:a16="http://schemas.microsoft.com/office/drawing/2014/main" id="{FD00F596-ACFE-4A31-BB69-22BEA64A4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795"/>
                <a:ext cx="49" cy="32"/>
              </a:xfrm>
              <a:custGeom>
                <a:avLst/>
                <a:gdLst>
                  <a:gd name="T0" fmla="*/ 266 w 21"/>
                  <a:gd name="T1" fmla="*/ 0 h 13"/>
                  <a:gd name="T2" fmla="*/ 201 w 21"/>
                  <a:gd name="T3" fmla="*/ 194 h 13"/>
                  <a:gd name="T4" fmla="*/ 86 w 21"/>
                  <a:gd name="T5" fmla="*/ 62 h 13"/>
                  <a:gd name="T6" fmla="*/ 0 w 21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21" y="0"/>
                    </a:moveTo>
                    <a:cubicBezTo>
                      <a:pt x="18" y="2"/>
                      <a:pt x="13" y="9"/>
                      <a:pt x="16" y="13"/>
                    </a:cubicBezTo>
                    <a:cubicBezTo>
                      <a:pt x="15" y="8"/>
                      <a:pt x="10" y="7"/>
                      <a:pt x="7" y="4"/>
                    </a:cubicBez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5" name="Freeform 1017">
                <a:extLst>
                  <a:ext uri="{FF2B5EF4-FFF2-40B4-BE49-F238E27FC236}">
                    <a16:creationId xmlns:a16="http://schemas.microsoft.com/office/drawing/2014/main" id="{FCAEA5FB-184B-4E51-9397-3851B5C22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1782"/>
                <a:ext cx="24" cy="35"/>
              </a:xfrm>
              <a:custGeom>
                <a:avLst/>
                <a:gdLst>
                  <a:gd name="T0" fmla="*/ 0 w 10"/>
                  <a:gd name="T1" fmla="*/ 0 h 14"/>
                  <a:gd name="T2" fmla="*/ 82 w 10"/>
                  <a:gd name="T3" fmla="*/ 220 h 14"/>
                  <a:gd name="T4" fmla="*/ 127 w 10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4" y="4"/>
                      <a:pt x="8" y="7"/>
                      <a:pt x="6" y="14"/>
                    </a:cubicBezTo>
                    <a:cubicBezTo>
                      <a:pt x="10" y="12"/>
                      <a:pt x="10" y="5"/>
                      <a:pt x="9" y="1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6" name="Freeform 1018">
                <a:extLst>
                  <a:ext uri="{FF2B5EF4-FFF2-40B4-BE49-F238E27FC236}">
                    <a16:creationId xmlns:a16="http://schemas.microsoft.com/office/drawing/2014/main" id="{CF775111-7866-4653-B224-9331273EC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938"/>
                <a:ext cx="51" cy="47"/>
              </a:xfrm>
              <a:custGeom>
                <a:avLst/>
                <a:gdLst>
                  <a:gd name="T0" fmla="*/ 0 w 22"/>
                  <a:gd name="T1" fmla="*/ 104 h 19"/>
                  <a:gd name="T2" fmla="*/ 172 w 22"/>
                  <a:gd name="T3" fmla="*/ 0 h 19"/>
                  <a:gd name="T4" fmla="*/ 274 w 22"/>
                  <a:gd name="T5" fmla="*/ 28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0" y="7"/>
                    </a:moveTo>
                    <a:cubicBezTo>
                      <a:pt x="4" y="13"/>
                      <a:pt x="15" y="6"/>
                      <a:pt x="14" y="0"/>
                    </a:cubicBezTo>
                    <a:cubicBezTo>
                      <a:pt x="16" y="7"/>
                      <a:pt x="21" y="12"/>
                      <a:pt x="22" y="19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7" name="Freeform 1019">
                <a:extLst>
                  <a:ext uri="{FF2B5EF4-FFF2-40B4-BE49-F238E27FC236}">
                    <a16:creationId xmlns:a16="http://schemas.microsoft.com/office/drawing/2014/main" id="{9A5C89FD-3FDD-4FBC-A146-FE9677690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2052"/>
                <a:ext cx="16" cy="72"/>
              </a:xfrm>
              <a:custGeom>
                <a:avLst/>
                <a:gdLst>
                  <a:gd name="T0" fmla="*/ 0 w 7"/>
                  <a:gd name="T1" fmla="*/ 0 h 29"/>
                  <a:gd name="T2" fmla="*/ 11 w 7"/>
                  <a:gd name="T3" fmla="*/ 444 h 29"/>
                  <a:gd name="T4" fmla="*/ 85 w 7"/>
                  <a:gd name="T5" fmla="*/ 290 h 29"/>
                  <a:gd name="T6" fmla="*/ 57 w 7"/>
                  <a:gd name="T7" fmla="*/ 216 h 29"/>
                  <a:gd name="T8" fmla="*/ 11 w 7"/>
                  <a:gd name="T9" fmla="*/ 4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cubicBezTo>
                      <a:pt x="0" y="9"/>
                      <a:pt x="3" y="20"/>
                      <a:pt x="1" y="29"/>
                    </a:cubicBezTo>
                    <a:cubicBezTo>
                      <a:pt x="4" y="26"/>
                      <a:pt x="1" y="19"/>
                      <a:pt x="7" y="19"/>
                    </a:cubicBezTo>
                    <a:cubicBezTo>
                      <a:pt x="6" y="17"/>
                      <a:pt x="5" y="16"/>
                      <a:pt x="5" y="14"/>
                    </a:cubicBezTo>
                    <a:cubicBezTo>
                      <a:pt x="3" y="10"/>
                      <a:pt x="3" y="7"/>
                      <a:pt x="1" y="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8" name="Freeform 1020">
                <a:extLst>
                  <a:ext uri="{FF2B5EF4-FFF2-40B4-BE49-F238E27FC236}">
                    <a16:creationId xmlns:a16="http://schemas.microsoft.com/office/drawing/2014/main" id="{FB1AF891-07FB-4E88-B3D3-D81C65516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985"/>
                <a:ext cx="20" cy="27"/>
              </a:xfrm>
              <a:custGeom>
                <a:avLst/>
                <a:gdLst>
                  <a:gd name="T0" fmla="*/ 0 w 9"/>
                  <a:gd name="T1" fmla="*/ 0 h 11"/>
                  <a:gd name="T2" fmla="*/ 64 w 9"/>
                  <a:gd name="T3" fmla="*/ 162 h 11"/>
                  <a:gd name="T4" fmla="*/ 98 w 9"/>
                  <a:gd name="T5" fmla="*/ 1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3" y="3"/>
                      <a:pt x="5" y="7"/>
                      <a:pt x="6" y="11"/>
                    </a:cubicBezTo>
                    <a:cubicBezTo>
                      <a:pt x="7" y="8"/>
                      <a:pt x="6" y="4"/>
                      <a:pt x="9" y="1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9" name="Freeform 1021">
                <a:extLst>
                  <a:ext uri="{FF2B5EF4-FFF2-40B4-BE49-F238E27FC236}">
                    <a16:creationId xmlns:a16="http://schemas.microsoft.com/office/drawing/2014/main" id="{0DABDA6F-70BF-41C8-A50B-5A2E68801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2225"/>
                <a:ext cx="44" cy="20"/>
              </a:xfrm>
              <a:custGeom>
                <a:avLst/>
                <a:gdLst>
                  <a:gd name="T0" fmla="*/ 28 w 19"/>
                  <a:gd name="T1" fmla="*/ 20 h 8"/>
                  <a:gd name="T2" fmla="*/ 0 w 19"/>
                  <a:gd name="T3" fmla="*/ 125 h 8"/>
                  <a:gd name="T4" fmla="*/ 236 w 19"/>
                  <a:gd name="T5" fmla="*/ 33 h 8"/>
                  <a:gd name="T6" fmla="*/ 134 w 19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">
                    <a:moveTo>
                      <a:pt x="2" y="1"/>
                    </a:moveTo>
                    <a:cubicBezTo>
                      <a:pt x="4" y="4"/>
                      <a:pt x="2" y="6"/>
                      <a:pt x="0" y="8"/>
                    </a:cubicBezTo>
                    <a:cubicBezTo>
                      <a:pt x="5" y="3"/>
                      <a:pt x="13" y="4"/>
                      <a:pt x="19" y="2"/>
                    </a:cubicBezTo>
                    <a:cubicBezTo>
                      <a:pt x="16" y="2"/>
                      <a:pt x="13" y="0"/>
                      <a:pt x="11" y="1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0" name="Freeform 1022">
                <a:extLst>
                  <a:ext uri="{FF2B5EF4-FFF2-40B4-BE49-F238E27FC236}">
                    <a16:creationId xmlns:a16="http://schemas.microsoft.com/office/drawing/2014/main" id="{0D6DB7EE-A48D-43D0-AB3A-5E7477DD8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2371"/>
                <a:ext cx="37" cy="25"/>
              </a:xfrm>
              <a:custGeom>
                <a:avLst/>
                <a:gdLst>
                  <a:gd name="T0" fmla="*/ 0 w 16"/>
                  <a:gd name="T1" fmla="*/ 0 h 10"/>
                  <a:gd name="T2" fmla="*/ 113 w 16"/>
                  <a:gd name="T3" fmla="*/ 50 h 10"/>
                  <a:gd name="T4" fmla="*/ 199 w 16"/>
                  <a:gd name="T5" fmla="*/ 63 h 10"/>
                  <a:gd name="T6" fmla="*/ 37 w 16"/>
                  <a:gd name="T7" fmla="*/ 15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3" y="2"/>
                      <a:pt x="6" y="3"/>
                      <a:pt x="9" y="3"/>
                    </a:cubicBezTo>
                    <a:cubicBezTo>
                      <a:pt x="12" y="3"/>
                      <a:pt x="14" y="2"/>
                      <a:pt x="16" y="4"/>
                    </a:cubicBezTo>
                    <a:cubicBezTo>
                      <a:pt x="12" y="4"/>
                      <a:pt x="4" y="7"/>
                      <a:pt x="3" y="1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1" name="Freeform 1023">
                <a:extLst>
                  <a:ext uri="{FF2B5EF4-FFF2-40B4-BE49-F238E27FC236}">
                    <a16:creationId xmlns:a16="http://schemas.microsoft.com/office/drawing/2014/main" id="{C6480CF2-CDF1-47FA-8257-ED670EFDA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602"/>
                <a:ext cx="19" cy="20"/>
              </a:xfrm>
              <a:custGeom>
                <a:avLst/>
                <a:gdLst>
                  <a:gd name="T0" fmla="*/ 57 w 8"/>
                  <a:gd name="T1" fmla="*/ 0 h 8"/>
                  <a:gd name="T2" fmla="*/ 107 w 8"/>
                  <a:gd name="T3" fmla="*/ 95 h 8"/>
                  <a:gd name="T4" fmla="*/ 0 w 8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2" y="3"/>
                      <a:pt x="5" y="5"/>
                      <a:pt x="8" y="6"/>
                    </a:cubicBezTo>
                    <a:cubicBezTo>
                      <a:pt x="6" y="7"/>
                      <a:pt x="2" y="7"/>
                      <a:pt x="0" y="8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2" name="Freeform 1024">
                <a:extLst>
                  <a:ext uri="{FF2B5EF4-FFF2-40B4-BE49-F238E27FC236}">
                    <a16:creationId xmlns:a16="http://schemas.microsoft.com/office/drawing/2014/main" id="{C4AE9CA9-7DF3-47EC-B3D3-142887EDE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733"/>
                <a:ext cx="23" cy="20"/>
              </a:xfrm>
              <a:custGeom>
                <a:avLst/>
                <a:gdLst>
                  <a:gd name="T0" fmla="*/ 0 w 10"/>
                  <a:gd name="T1" fmla="*/ 0 h 8"/>
                  <a:gd name="T2" fmla="*/ 122 w 10"/>
                  <a:gd name="T3" fmla="*/ 0 h 8"/>
                  <a:gd name="T4" fmla="*/ 74 w 10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3" y="2"/>
                      <a:pt x="7" y="0"/>
                      <a:pt x="10" y="0"/>
                    </a:cubicBezTo>
                    <a:cubicBezTo>
                      <a:pt x="8" y="2"/>
                      <a:pt x="7" y="5"/>
                      <a:pt x="6" y="8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3" name="Freeform 1025">
                <a:extLst>
                  <a:ext uri="{FF2B5EF4-FFF2-40B4-BE49-F238E27FC236}">
                    <a16:creationId xmlns:a16="http://schemas.microsoft.com/office/drawing/2014/main" id="{E5017A86-6691-462E-9627-A29C0C096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874"/>
                <a:ext cx="30" cy="15"/>
              </a:xfrm>
              <a:custGeom>
                <a:avLst/>
                <a:gdLst>
                  <a:gd name="T0" fmla="*/ 0 w 13"/>
                  <a:gd name="T1" fmla="*/ 83 h 6"/>
                  <a:gd name="T2" fmla="*/ 111 w 13"/>
                  <a:gd name="T3" fmla="*/ 0 h 6"/>
                  <a:gd name="T4" fmla="*/ 159 w 13"/>
                  <a:gd name="T5" fmla="*/ 95 h 6"/>
                  <a:gd name="T6" fmla="*/ 111 w 13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0" y="5"/>
                    </a:moveTo>
                    <a:cubicBezTo>
                      <a:pt x="3" y="6"/>
                      <a:pt x="6" y="1"/>
                      <a:pt x="9" y="0"/>
                    </a:cubicBezTo>
                    <a:cubicBezTo>
                      <a:pt x="9" y="3"/>
                      <a:pt x="11" y="5"/>
                      <a:pt x="13" y="6"/>
                    </a:cubicBezTo>
                    <a:cubicBezTo>
                      <a:pt x="11" y="6"/>
                      <a:pt x="10" y="5"/>
                      <a:pt x="9" y="5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4" name="Freeform 1026">
                <a:extLst>
                  <a:ext uri="{FF2B5EF4-FFF2-40B4-BE49-F238E27FC236}">
                    <a16:creationId xmlns:a16="http://schemas.microsoft.com/office/drawing/2014/main" id="{46F7FD6D-9F6A-4532-A50C-E32B0EDC7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544"/>
                <a:ext cx="23" cy="15"/>
              </a:xfrm>
              <a:custGeom>
                <a:avLst/>
                <a:gdLst>
                  <a:gd name="T0" fmla="*/ 0 w 10"/>
                  <a:gd name="T1" fmla="*/ 95 h 6"/>
                  <a:gd name="T2" fmla="*/ 85 w 10"/>
                  <a:gd name="T3" fmla="*/ 0 h 6"/>
                  <a:gd name="T4" fmla="*/ 122 w 10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3" y="6"/>
                      <a:pt x="5" y="3"/>
                      <a:pt x="7" y="0"/>
                    </a:cubicBezTo>
                    <a:cubicBezTo>
                      <a:pt x="7" y="2"/>
                      <a:pt x="8" y="3"/>
                      <a:pt x="10" y="4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5" name="Freeform 1027">
                <a:extLst>
                  <a:ext uri="{FF2B5EF4-FFF2-40B4-BE49-F238E27FC236}">
                    <a16:creationId xmlns:a16="http://schemas.microsoft.com/office/drawing/2014/main" id="{5B07E129-E5F7-4D72-894C-458C06FBE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472"/>
                <a:ext cx="30" cy="33"/>
              </a:xfrm>
              <a:custGeom>
                <a:avLst/>
                <a:gdLst>
                  <a:gd name="T0" fmla="*/ 12 w 13"/>
                  <a:gd name="T1" fmla="*/ 0 h 13"/>
                  <a:gd name="T2" fmla="*/ 0 w 13"/>
                  <a:gd name="T3" fmla="*/ 213 h 13"/>
                  <a:gd name="T4" fmla="*/ 159 w 13"/>
                  <a:gd name="T5" fmla="*/ 19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3" y="4"/>
                      <a:pt x="6" y="9"/>
                      <a:pt x="0" y="13"/>
                    </a:cubicBezTo>
                    <a:cubicBezTo>
                      <a:pt x="4" y="10"/>
                      <a:pt x="9" y="13"/>
                      <a:pt x="13" y="1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6" name="Freeform 1028">
                <a:extLst>
                  <a:ext uri="{FF2B5EF4-FFF2-40B4-BE49-F238E27FC236}">
                    <a16:creationId xmlns:a16="http://schemas.microsoft.com/office/drawing/2014/main" id="{AEE200FC-9206-4C34-81CB-37661886C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035"/>
                <a:ext cx="33" cy="37"/>
              </a:xfrm>
              <a:custGeom>
                <a:avLst/>
                <a:gdLst>
                  <a:gd name="T0" fmla="*/ 184 w 14"/>
                  <a:gd name="T1" fmla="*/ 104 h 15"/>
                  <a:gd name="T2" fmla="*/ 184 w 14"/>
                  <a:gd name="T3" fmla="*/ 224 h 15"/>
                  <a:gd name="T4" fmla="*/ 94 w 14"/>
                  <a:gd name="T5" fmla="*/ 121 h 15"/>
                  <a:gd name="T6" fmla="*/ 0 w 1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14" y="7"/>
                    </a:moveTo>
                    <a:cubicBezTo>
                      <a:pt x="12" y="10"/>
                      <a:pt x="12" y="12"/>
                      <a:pt x="14" y="15"/>
                    </a:cubicBezTo>
                    <a:cubicBezTo>
                      <a:pt x="11" y="14"/>
                      <a:pt x="9" y="10"/>
                      <a:pt x="7" y="8"/>
                    </a:cubicBezTo>
                    <a:cubicBezTo>
                      <a:pt x="4" y="5"/>
                      <a:pt x="2" y="3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7" name="Freeform 1029">
                <a:extLst>
                  <a:ext uri="{FF2B5EF4-FFF2-40B4-BE49-F238E27FC236}">
                    <a16:creationId xmlns:a16="http://schemas.microsoft.com/office/drawing/2014/main" id="{C69D6A3A-FC54-47BF-B382-B807C6C53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658"/>
                <a:ext cx="23" cy="30"/>
              </a:xfrm>
              <a:custGeom>
                <a:avLst/>
                <a:gdLst>
                  <a:gd name="T0" fmla="*/ 94 w 10"/>
                  <a:gd name="T1" fmla="*/ 188 h 12"/>
                  <a:gd name="T2" fmla="*/ 0 w 10"/>
                  <a:gd name="T3" fmla="*/ 33 h 12"/>
                  <a:gd name="T4" fmla="*/ 122 w 10"/>
                  <a:gd name="T5" fmla="*/ 2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8" y="12"/>
                    </a:moveTo>
                    <a:cubicBezTo>
                      <a:pt x="8" y="7"/>
                      <a:pt x="5" y="3"/>
                      <a:pt x="0" y="2"/>
                    </a:cubicBezTo>
                    <a:cubicBezTo>
                      <a:pt x="3" y="1"/>
                      <a:pt x="6" y="0"/>
                      <a:pt x="10" y="1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8" name="Freeform 1030">
                <a:extLst>
                  <a:ext uri="{FF2B5EF4-FFF2-40B4-BE49-F238E27FC236}">
                    <a16:creationId xmlns:a16="http://schemas.microsoft.com/office/drawing/2014/main" id="{EF63E02D-1257-4B8C-975F-A00BEC2E7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1876"/>
                <a:ext cx="320" cy="65"/>
              </a:xfrm>
              <a:custGeom>
                <a:avLst/>
                <a:gdLst>
                  <a:gd name="T0" fmla="*/ 1721 w 138"/>
                  <a:gd name="T1" fmla="*/ 0 h 26"/>
                  <a:gd name="T2" fmla="*/ 359 w 138"/>
                  <a:gd name="T3" fmla="*/ 175 h 26"/>
                  <a:gd name="T4" fmla="*/ 0 w 138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6">
                    <a:moveTo>
                      <a:pt x="138" y="0"/>
                    </a:moveTo>
                    <a:cubicBezTo>
                      <a:pt x="113" y="25"/>
                      <a:pt x="61" y="3"/>
                      <a:pt x="29" y="11"/>
                    </a:cubicBezTo>
                    <a:cubicBezTo>
                      <a:pt x="17" y="14"/>
                      <a:pt x="11" y="25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9" name="Freeform 1031">
                <a:extLst>
                  <a:ext uri="{FF2B5EF4-FFF2-40B4-BE49-F238E27FC236}">
                    <a16:creationId xmlns:a16="http://schemas.microsoft.com/office/drawing/2014/main" id="{9DDA667A-68C5-437A-BE96-14E9F1519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459"/>
                <a:ext cx="76" cy="98"/>
              </a:xfrm>
              <a:custGeom>
                <a:avLst/>
                <a:gdLst>
                  <a:gd name="T0" fmla="*/ 0 w 33"/>
                  <a:gd name="T1" fmla="*/ 0 h 40"/>
                  <a:gd name="T2" fmla="*/ 74 w 33"/>
                  <a:gd name="T3" fmla="*/ 397 h 40"/>
                  <a:gd name="T4" fmla="*/ 403 w 33"/>
                  <a:gd name="T5" fmla="*/ 588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0">
                    <a:moveTo>
                      <a:pt x="0" y="0"/>
                    </a:moveTo>
                    <a:cubicBezTo>
                      <a:pt x="1" y="9"/>
                      <a:pt x="0" y="21"/>
                      <a:pt x="6" y="27"/>
                    </a:cubicBezTo>
                    <a:cubicBezTo>
                      <a:pt x="12" y="35"/>
                      <a:pt x="25" y="35"/>
                      <a:pt x="33" y="4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0" name="Freeform 1032">
                <a:extLst>
                  <a:ext uri="{FF2B5EF4-FFF2-40B4-BE49-F238E27FC236}">
                    <a16:creationId xmlns:a16="http://schemas.microsoft.com/office/drawing/2014/main" id="{F7266F39-0736-45A8-8F2C-417E605FE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510"/>
                <a:ext cx="54" cy="75"/>
              </a:xfrm>
              <a:custGeom>
                <a:avLst/>
                <a:gdLst>
                  <a:gd name="T0" fmla="*/ 298 w 23"/>
                  <a:gd name="T1" fmla="*/ 0 h 30"/>
                  <a:gd name="T2" fmla="*/ 193 w 23"/>
                  <a:gd name="T3" fmla="*/ 363 h 30"/>
                  <a:gd name="T4" fmla="*/ 0 w 23"/>
                  <a:gd name="T5" fmla="*/ 47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0">
                    <a:moveTo>
                      <a:pt x="23" y="0"/>
                    </a:moveTo>
                    <a:cubicBezTo>
                      <a:pt x="18" y="7"/>
                      <a:pt x="22" y="16"/>
                      <a:pt x="15" y="23"/>
                    </a:cubicBezTo>
                    <a:cubicBezTo>
                      <a:pt x="11" y="27"/>
                      <a:pt x="5" y="27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1" name="Freeform 1033">
                <a:extLst>
                  <a:ext uri="{FF2B5EF4-FFF2-40B4-BE49-F238E27FC236}">
                    <a16:creationId xmlns:a16="http://schemas.microsoft.com/office/drawing/2014/main" id="{C79C932E-F09F-41CC-9A67-2E122A899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1533"/>
                <a:ext cx="75" cy="74"/>
              </a:xfrm>
              <a:custGeom>
                <a:avLst/>
                <a:gdLst>
                  <a:gd name="T0" fmla="*/ 413 w 32"/>
                  <a:gd name="T1" fmla="*/ 0 h 30"/>
                  <a:gd name="T2" fmla="*/ 246 w 32"/>
                  <a:gd name="T3" fmla="*/ 377 h 30"/>
                  <a:gd name="T4" fmla="*/ 0 w 32"/>
                  <a:gd name="T5" fmla="*/ 43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0">
                    <a:moveTo>
                      <a:pt x="32" y="0"/>
                    </a:moveTo>
                    <a:cubicBezTo>
                      <a:pt x="30" y="8"/>
                      <a:pt x="26" y="20"/>
                      <a:pt x="19" y="25"/>
                    </a:cubicBezTo>
                    <a:cubicBezTo>
                      <a:pt x="12" y="30"/>
                      <a:pt x="7" y="27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2" name="Freeform 1034">
                <a:extLst>
                  <a:ext uri="{FF2B5EF4-FFF2-40B4-BE49-F238E27FC236}">
                    <a16:creationId xmlns:a16="http://schemas.microsoft.com/office/drawing/2014/main" id="{9390FB83-191D-4BD2-8A5D-509D93E34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758"/>
                <a:ext cx="65" cy="27"/>
              </a:xfrm>
              <a:custGeom>
                <a:avLst/>
                <a:gdLst>
                  <a:gd name="T0" fmla="*/ 351 w 28"/>
                  <a:gd name="T1" fmla="*/ 162 h 11"/>
                  <a:gd name="T2" fmla="*/ 0 w 2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1">
                    <a:moveTo>
                      <a:pt x="28" y="11"/>
                    </a:moveTo>
                    <a:cubicBezTo>
                      <a:pt x="19" y="9"/>
                      <a:pt x="7" y="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3" name="Freeform 1035">
                <a:extLst>
                  <a:ext uri="{FF2B5EF4-FFF2-40B4-BE49-F238E27FC236}">
                    <a16:creationId xmlns:a16="http://schemas.microsoft.com/office/drawing/2014/main" id="{914B6FAF-90EB-41F0-9EA9-78B13DA0B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186"/>
                <a:ext cx="93" cy="44"/>
              </a:xfrm>
              <a:custGeom>
                <a:avLst/>
                <a:gdLst>
                  <a:gd name="T0" fmla="*/ 502 w 40"/>
                  <a:gd name="T1" fmla="*/ 264 h 18"/>
                  <a:gd name="T2" fmla="*/ 188 w 40"/>
                  <a:gd name="T3" fmla="*/ 220 h 18"/>
                  <a:gd name="T4" fmla="*/ 0 w 4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8">
                    <a:moveTo>
                      <a:pt x="40" y="18"/>
                    </a:moveTo>
                    <a:cubicBezTo>
                      <a:pt x="32" y="16"/>
                      <a:pt x="21" y="18"/>
                      <a:pt x="15" y="15"/>
                    </a:cubicBezTo>
                    <a:cubicBezTo>
                      <a:pt x="8" y="12"/>
                      <a:pt x="6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4" name="Freeform 1036">
                <a:extLst>
                  <a:ext uri="{FF2B5EF4-FFF2-40B4-BE49-F238E27FC236}">
                    <a16:creationId xmlns:a16="http://schemas.microsoft.com/office/drawing/2014/main" id="{9BA7A969-2A23-4521-A58C-999FC127E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483"/>
                <a:ext cx="67" cy="119"/>
              </a:xfrm>
              <a:custGeom>
                <a:avLst/>
                <a:gdLst>
                  <a:gd name="T0" fmla="*/ 49 w 29"/>
                  <a:gd name="T1" fmla="*/ 0 h 48"/>
                  <a:gd name="T2" fmla="*/ 358 w 29"/>
                  <a:gd name="T3" fmla="*/ 731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8">
                    <a:moveTo>
                      <a:pt x="4" y="0"/>
                    </a:moveTo>
                    <a:cubicBezTo>
                      <a:pt x="0" y="16"/>
                      <a:pt x="15" y="39"/>
                      <a:pt x="29" y="48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5" name="Freeform 1037">
                <a:extLst>
                  <a:ext uri="{FF2B5EF4-FFF2-40B4-BE49-F238E27FC236}">
                    <a16:creationId xmlns:a16="http://schemas.microsoft.com/office/drawing/2014/main" id="{820F166A-DA9B-4679-B88F-11220D1AE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671"/>
                <a:ext cx="116" cy="119"/>
              </a:xfrm>
              <a:custGeom>
                <a:avLst/>
                <a:gdLst>
                  <a:gd name="T0" fmla="*/ 0 w 50"/>
                  <a:gd name="T1" fmla="*/ 0 h 48"/>
                  <a:gd name="T2" fmla="*/ 248 w 50"/>
                  <a:gd name="T3" fmla="*/ 412 h 48"/>
                  <a:gd name="T4" fmla="*/ 624 w 50"/>
                  <a:gd name="T5" fmla="*/ 73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8">
                    <a:moveTo>
                      <a:pt x="0" y="0"/>
                    </a:moveTo>
                    <a:cubicBezTo>
                      <a:pt x="9" y="7"/>
                      <a:pt x="12" y="18"/>
                      <a:pt x="20" y="27"/>
                    </a:cubicBezTo>
                    <a:cubicBezTo>
                      <a:pt x="28" y="36"/>
                      <a:pt x="43" y="37"/>
                      <a:pt x="50" y="48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6" name="Freeform 1038">
                <a:extLst>
                  <a:ext uri="{FF2B5EF4-FFF2-40B4-BE49-F238E27FC236}">
                    <a16:creationId xmlns:a16="http://schemas.microsoft.com/office/drawing/2014/main" id="{5DC3BAFB-89F7-440A-B07E-B277EBCD3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728"/>
                <a:ext cx="35" cy="67"/>
              </a:xfrm>
              <a:custGeom>
                <a:avLst/>
                <a:gdLst>
                  <a:gd name="T0" fmla="*/ 0 w 15"/>
                  <a:gd name="T1" fmla="*/ 0 h 27"/>
                  <a:gd name="T2" fmla="*/ 77 w 15"/>
                  <a:gd name="T3" fmla="*/ 4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6" y="8"/>
                      <a:pt x="15" y="19"/>
                      <a:pt x="6" y="2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7" name="Freeform 1039">
                <a:extLst>
                  <a:ext uri="{FF2B5EF4-FFF2-40B4-BE49-F238E27FC236}">
                    <a16:creationId xmlns:a16="http://schemas.microsoft.com/office/drawing/2014/main" id="{EB8D8D7F-47BF-4ECA-A916-09D31BFE4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208"/>
                <a:ext cx="58" cy="84"/>
              </a:xfrm>
              <a:custGeom>
                <a:avLst/>
                <a:gdLst>
                  <a:gd name="T0" fmla="*/ 0 w 25"/>
                  <a:gd name="T1" fmla="*/ 0 h 34"/>
                  <a:gd name="T2" fmla="*/ 313 w 25"/>
                  <a:gd name="T3" fmla="*/ 51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cubicBezTo>
                      <a:pt x="13" y="9"/>
                      <a:pt x="19" y="19"/>
                      <a:pt x="25" y="34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8" name="Freeform 1040">
                <a:extLst>
                  <a:ext uri="{FF2B5EF4-FFF2-40B4-BE49-F238E27FC236}">
                    <a16:creationId xmlns:a16="http://schemas.microsoft.com/office/drawing/2014/main" id="{C363C26B-7FD4-4B54-8509-2C8AEAFC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596"/>
                <a:ext cx="9" cy="32"/>
              </a:xfrm>
              <a:custGeom>
                <a:avLst/>
                <a:gdLst>
                  <a:gd name="T0" fmla="*/ 0 w 4"/>
                  <a:gd name="T1" fmla="*/ 0 h 13"/>
                  <a:gd name="T2" fmla="*/ 45 w 4"/>
                  <a:gd name="T3" fmla="*/ 19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0" y="3"/>
                      <a:pt x="2" y="10"/>
                      <a:pt x="4" y="13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9" name="Freeform 1041">
                <a:extLst>
                  <a:ext uri="{FF2B5EF4-FFF2-40B4-BE49-F238E27FC236}">
                    <a16:creationId xmlns:a16="http://schemas.microsoft.com/office/drawing/2014/main" id="{4C8AD6F9-4FB7-4800-80CB-5D2C489F3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307"/>
                <a:ext cx="60" cy="67"/>
              </a:xfrm>
              <a:custGeom>
                <a:avLst/>
                <a:gdLst>
                  <a:gd name="T0" fmla="*/ 309 w 26"/>
                  <a:gd name="T1" fmla="*/ 0 h 27"/>
                  <a:gd name="T2" fmla="*/ 0 w 26"/>
                  <a:gd name="T3" fmla="*/ 4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25" y="0"/>
                    </a:moveTo>
                    <a:cubicBezTo>
                      <a:pt x="26" y="12"/>
                      <a:pt x="9" y="24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0" name="Freeform 1042">
                <a:extLst>
                  <a:ext uri="{FF2B5EF4-FFF2-40B4-BE49-F238E27FC236}">
                    <a16:creationId xmlns:a16="http://schemas.microsoft.com/office/drawing/2014/main" id="{76A6240A-FBB2-4E8F-9FFD-5AF2DAC9F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383"/>
                <a:ext cx="58" cy="15"/>
              </a:xfrm>
              <a:custGeom>
                <a:avLst/>
                <a:gdLst>
                  <a:gd name="T0" fmla="*/ 313 w 25"/>
                  <a:gd name="T1" fmla="*/ 95 h 6"/>
                  <a:gd name="T2" fmla="*/ 0 w 2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">
                    <a:moveTo>
                      <a:pt x="25" y="6"/>
                    </a:moveTo>
                    <a:cubicBezTo>
                      <a:pt x="14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1" name="Freeform 1043">
                <a:extLst>
                  <a:ext uri="{FF2B5EF4-FFF2-40B4-BE49-F238E27FC236}">
                    <a16:creationId xmlns:a16="http://schemas.microsoft.com/office/drawing/2014/main" id="{1B8AF5BD-3A67-45DC-BD17-C14B8B5FB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796"/>
                <a:ext cx="118" cy="55"/>
              </a:xfrm>
              <a:custGeom>
                <a:avLst/>
                <a:gdLst>
                  <a:gd name="T0" fmla="*/ 632 w 51"/>
                  <a:gd name="T1" fmla="*/ 345 h 22"/>
                  <a:gd name="T2" fmla="*/ 0 w 51"/>
                  <a:gd name="T3" fmla="*/ 6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2">
                    <a:moveTo>
                      <a:pt x="51" y="22"/>
                    </a:moveTo>
                    <a:cubicBezTo>
                      <a:pt x="31" y="15"/>
                      <a:pt x="23" y="0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2" name="Freeform 1044">
                <a:extLst>
                  <a:ext uri="{FF2B5EF4-FFF2-40B4-BE49-F238E27FC236}">
                    <a16:creationId xmlns:a16="http://schemas.microsoft.com/office/drawing/2014/main" id="{7C274F0B-E29D-4492-B608-284ECBB13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903"/>
                <a:ext cx="32" cy="76"/>
              </a:xfrm>
              <a:custGeom>
                <a:avLst/>
                <a:gdLst>
                  <a:gd name="T0" fmla="*/ 0 w 14"/>
                  <a:gd name="T1" fmla="*/ 0 h 31"/>
                  <a:gd name="T2" fmla="*/ 158 w 14"/>
                  <a:gd name="T3" fmla="*/ 456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0" y="0"/>
                    </a:moveTo>
                    <a:cubicBezTo>
                      <a:pt x="10" y="6"/>
                      <a:pt x="14" y="19"/>
                      <a:pt x="13" y="3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3" name="Freeform 1045">
                <a:extLst>
                  <a:ext uri="{FF2B5EF4-FFF2-40B4-BE49-F238E27FC236}">
                    <a16:creationId xmlns:a16="http://schemas.microsoft.com/office/drawing/2014/main" id="{752B7D67-7D8C-477B-ABB4-A98D6F4B7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424"/>
                <a:ext cx="58" cy="161"/>
              </a:xfrm>
              <a:custGeom>
                <a:avLst/>
                <a:gdLst>
                  <a:gd name="T0" fmla="*/ 0 w 25"/>
                  <a:gd name="T1" fmla="*/ 0 h 65"/>
                  <a:gd name="T2" fmla="*/ 313 w 25"/>
                  <a:gd name="T3" fmla="*/ 988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5">
                    <a:moveTo>
                      <a:pt x="0" y="0"/>
                    </a:moveTo>
                    <a:cubicBezTo>
                      <a:pt x="5" y="17"/>
                      <a:pt x="1" y="61"/>
                      <a:pt x="25" y="65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4" name="Freeform 1046">
                <a:extLst>
                  <a:ext uri="{FF2B5EF4-FFF2-40B4-BE49-F238E27FC236}">
                    <a16:creationId xmlns:a16="http://schemas.microsoft.com/office/drawing/2014/main" id="{261EC648-234B-4361-94F9-1975E7C61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609"/>
                <a:ext cx="141" cy="30"/>
              </a:xfrm>
              <a:custGeom>
                <a:avLst/>
                <a:gdLst>
                  <a:gd name="T0" fmla="*/ 754 w 61"/>
                  <a:gd name="T1" fmla="*/ 20 h 12"/>
                  <a:gd name="T2" fmla="*/ 0 w 61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2">
                    <a:moveTo>
                      <a:pt x="61" y="1"/>
                    </a:moveTo>
                    <a:cubicBezTo>
                      <a:pt x="36" y="0"/>
                      <a:pt x="23" y="4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5" name="Freeform 1047">
                <a:extLst>
                  <a:ext uri="{FF2B5EF4-FFF2-40B4-BE49-F238E27FC236}">
                    <a16:creationId xmlns:a16="http://schemas.microsoft.com/office/drawing/2014/main" id="{58B91B7C-C778-4892-9AA5-870970348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562"/>
                <a:ext cx="19" cy="60"/>
              </a:xfrm>
              <a:custGeom>
                <a:avLst/>
                <a:gdLst>
                  <a:gd name="T0" fmla="*/ 95 w 8"/>
                  <a:gd name="T1" fmla="*/ 0 h 24"/>
                  <a:gd name="T2" fmla="*/ 0 w 8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7" y="0"/>
                    </a:moveTo>
                    <a:cubicBezTo>
                      <a:pt x="8" y="9"/>
                      <a:pt x="1" y="21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6" name="Freeform 1048">
                <a:extLst>
                  <a:ext uri="{FF2B5EF4-FFF2-40B4-BE49-F238E27FC236}">
                    <a16:creationId xmlns:a16="http://schemas.microsoft.com/office/drawing/2014/main" id="{84CFE201-7DBF-40C1-AAE5-A65EAB541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638"/>
                <a:ext cx="72" cy="116"/>
              </a:xfrm>
              <a:custGeom>
                <a:avLst/>
                <a:gdLst>
                  <a:gd name="T0" fmla="*/ 388 w 31"/>
                  <a:gd name="T1" fmla="*/ 0 h 47"/>
                  <a:gd name="T2" fmla="*/ 86 w 31"/>
                  <a:gd name="T3" fmla="*/ 316 h 47"/>
                  <a:gd name="T4" fmla="*/ 0 w 31"/>
                  <a:gd name="T5" fmla="*/ 706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7">
                    <a:moveTo>
                      <a:pt x="31" y="0"/>
                    </a:moveTo>
                    <a:cubicBezTo>
                      <a:pt x="25" y="9"/>
                      <a:pt x="13" y="11"/>
                      <a:pt x="7" y="21"/>
                    </a:cubicBezTo>
                    <a:cubicBezTo>
                      <a:pt x="2" y="29"/>
                      <a:pt x="3" y="38"/>
                      <a:pt x="0" y="4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7" name="Freeform 1049">
                <a:extLst>
                  <a:ext uri="{FF2B5EF4-FFF2-40B4-BE49-F238E27FC236}">
                    <a16:creationId xmlns:a16="http://schemas.microsoft.com/office/drawing/2014/main" id="{70586CD2-DC42-441E-B230-F87D34766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688"/>
                <a:ext cx="46" cy="12"/>
              </a:xfrm>
              <a:custGeom>
                <a:avLst/>
                <a:gdLst>
                  <a:gd name="T0" fmla="*/ 244 w 20"/>
                  <a:gd name="T1" fmla="*/ 70 h 5"/>
                  <a:gd name="T2" fmla="*/ 0 w 20"/>
                  <a:gd name="T3" fmla="*/ 1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">
                    <a:moveTo>
                      <a:pt x="20" y="5"/>
                    </a:moveTo>
                    <a:cubicBezTo>
                      <a:pt x="15" y="0"/>
                      <a:pt x="7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8" name="Freeform 1050">
                <a:extLst>
                  <a:ext uri="{FF2B5EF4-FFF2-40B4-BE49-F238E27FC236}">
                    <a16:creationId xmlns:a16="http://schemas.microsoft.com/office/drawing/2014/main" id="{7A67E00F-FD7A-4A81-90CF-3A162CD65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418"/>
                <a:ext cx="40" cy="64"/>
              </a:xfrm>
              <a:custGeom>
                <a:avLst/>
                <a:gdLst>
                  <a:gd name="T0" fmla="*/ 221 w 17"/>
                  <a:gd name="T1" fmla="*/ 0 h 26"/>
                  <a:gd name="T2" fmla="*/ 0 w 17"/>
                  <a:gd name="T3" fmla="*/ 38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17" y="0"/>
                    </a:moveTo>
                    <a:cubicBezTo>
                      <a:pt x="16" y="11"/>
                      <a:pt x="9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9" name="Freeform 1051">
                <a:extLst>
                  <a:ext uri="{FF2B5EF4-FFF2-40B4-BE49-F238E27FC236}">
                    <a16:creationId xmlns:a16="http://schemas.microsoft.com/office/drawing/2014/main" id="{8E1839FA-4028-4B0D-AC29-409105B99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445"/>
                <a:ext cx="83" cy="27"/>
              </a:xfrm>
              <a:custGeom>
                <a:avLst/>
                <a:gdLst>
                  <a:gd name="T0" fmla="*/ 440 w 36"/>
                  <a:gd name="T1" fmla="*/ 162 h 11"/>
                  <a:gd name="T2" fmla="*/ 0 w 36"/>
                  <a:gd name="T3" fmla="*/ 9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1">
                    <a:moveTo>
                      <a:pt x="36" y="11"/>
                    </a:moveTo>
                    <a:cubicBezTo>
                      <a:pt x="24" y="0"/>
                      <a:pt x="14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0" name="Freeform 1052">
                <a:extLst>
                  <a:ext uri="{FF2B5EF4-FFF2-40B4-BE49-F238E27FC236}">
                    <a16:creationId xmlns:a16="http://schemas.microsoft.com/office/drawing/2014/main" id="{26226468-9A20-42A5-8BC0-6980FD9A9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1716"/>
                <a:ext cx="21" cy="42"/>
              </a:xfrm>
              <a:custGeom>
                <a:avLst/>
                <a:gdLst>
                  <a:gd name="T0" fmla="*/ 114 w 9"/>
                  <a:gd name="T1" fmla="*/ 0 h 17"/>
                  <a:gd name="T2" fmla="*/ 0 w 9"/>
                  <a:gd name="T3" fmla="*/ 183 h 17"/>
                  <a:gd name="T4" fmla="*/ 0 w 9"/>
                  <a:gd name="T5" fmla="*/ 25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9" y="0"/>
                    </a:moveTo>
                    <a:cubicBezTo>
                      <a:pt x="3" y="3"/>
                      <a:pt x="1" y="7"/>
                      <a:pt x="0" y="12"/>
                    </a:cubicBezTo>
                    <a:cubicBezTo>
                      <a:pt x="0" y="14"/>
                      <a:pt x="0" y="16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1" name="Freeform 1053">
                <a:extLst>
                  <a:ext uri="{FF2B5EF4-FFF2-40B4-BE49-F238E27FC236}">
                    <a16:creationId xmlns:a16="http://schemas.microsoft.com/office/drawing/2014/main" id="{C23414A4-BD45-473C-A00E-FA07BAB09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862"/>
                <a:ext cx="27" cy="24"/>
              </a:xfrm>
              <a:custGeom>
                <a:avLst/>
                <a:gdLst>
                  <a:gd name="T0" fmla="*/ 0 w 12"/>
                  <a:gd name="T1" fmla="*/ 139 h 10"/>
                  <a:gd name="T2" fmla="*/ 137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6" y="9"/>
                      <a:pt x="10" y="5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2" name="Freeform 1054">
                <a:extLst>
                  <a:ext uri="{FF2B5EF4-FFF2-40B4-BE49-F238E27FC236}">
                    <a16:creationId xmlns:a16="http://schemas.microsoft.com/office/drawing/2014/main" id="{496D3489-68DE-4160-9241-6879583AE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557"/>
                <a:ext cx="111" cy="12"/>
              </a:xfrm>
              <a:custGeom>
                <a:avLst/>
                <a:gdLst>
                  <a:gd name="T0" fmla="*/ 0 w 48"/>
                  <a:gd name="T1" fmla="*/ 12 h 5"/>
                  <a:gd name="T2" fmla="*/ 199 w 48"/>
                  <a:gd name="T3" fmla="*/ 70 h 5"/>
                  <a:gd name="T4" fmla="*/ 444 w 48"/>
                  <a:gd name="T5" fmla="*/ 12 h 5"/>
                  <a:gd name="T6" fmla="*/ 594 w 48"/>
                  <a:gd name="T7" fmla="*/ 1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">
                    <a:moveTo>
                      <a:pt x="0" y="1"/>
                    </a:moveTo>
                    <a:cubicBezTo>
                      <a:pt x="3" y="5"/>
                      <a:pt x="12" y="5"/>
                      <a:pt x="16" y="5"/>
                    </a:cubicBezTo>
                    <a:cubicBezTo>
                      <a:pt x="23" y="5"/>
                      <a:pt x="29" y="2"/>
                      <a:pt x="36" y="1"/>
                    </a:cubicBezTo>
                    <a:cubicBezTo>
                      <a:pt x="40" y="0"/>
                      <a:pt x="44" y="1"/>
                      <a:pt x="48" y="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3" name="Freeform 1055">
                <a:extLst>
                  <a:ext uri="{FF2B5EF4-FFF2-40B4-BE49-F238E27FC236}">
                    <a16:creationId xmlns:a16="http://schemas.microsoft.com/office/drawing/2014/main" id="{404EF017-D4C3-4F9C-B663-222020744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247"/>
                <a:ext cx="195" cy="280"/>
              </a:xfrm>
              <a:custGeom>
                <a:avLst/>
                <a:gdLst>
                  <a:gd name="T0" fmla="*/ 1052 w 84"/>
                  <a:gd name="T1" fmla="*/ 1720 h 113"/>
                  <a:gd name="T2" fmla="*/ 0 w 84"/>
                  <a:gd name="T3" fmla="*/ 0 h 1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4" h="113">
                    <a:moveTo>
                      <a:pt x="84" y="113"/>
                    </a:moveTo>
                    <a:cubicBezTo>
                      <a:pt x="35" y="109"/>
                      <a:pt x="22" y="3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4" name="Freeform 1056">
                <a:extLst>
                  <a:ext uri="{FF2B5EF4-FFF2-40B4-BE49-F238E27FC236}">
                    <a16:creationId xmlns:a16="http://schemas.microsoft.com/office/drawing/2014/main" id="{37648489-5E97-421B-9430-202827DA1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495"/>
                <a:ext cx="350" cy="163"/>
              </a:xfrm>
              <a:custGeom>
                <a:avLst/>
                <a:gdLst>
                  <a:gd name="T0" fmla="*/ 1880 w 151"/>
                  <a:gd name="T1" fmla="*/ 74 h 66"/>
                  <a:gd name="T2" fmla="*/ 0 w 151"/>
                  <a:gd name="T3" fmla="*/ 995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1" h="66">
                    <a:moveTo>
                      <a:pt x="151" y="5"/>
                    </a:moveTo>
                    <a:cubicBezTo>
                      <a:pt x="121" y="0"/>
                      <a:pt x="41" y="9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5" name="Freeform 1057">
                <a:extLst>
                  <a:ext uri="{FF2B5EF4-FFF2-40B4-BE49-F238E27FC236}">
                    <a16:creationId xmlns:a16="http://schemas.microsoft.com/office/drawing/2014/main" id="{D0721E2C-E3E8-46F5-92AA-FF0835233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1520"/>
                <a:ext cx="61" cy="47"/>
              </a:xfrm>
              <a:custGeom>
                <a:avLst/>
                <a:gdLst>
                  <a:gd name="T0" fmla="*/ 258 w 26"/>
                  <a:gd name="T1" fmla="*/ 257 h 19"/>
                  <a:gd name="T2" fmla="*/ 307 w 26"/>
                  <a:gd name="T3" fmla="*/ 42 h 19"/>
                  <a:gd name="T4" fmla="*/ 155 w 26"/>
                  <a:gd name="T5" fmla="*/ 287 h 19"/>
                  <a:gd name="T6" fmla="*/ 155 w 26"/>
                  <a:gd name="T7" fmla="*/ 0 h 19"/>
                  <a:gd name="T8" fmla="*/ 0 w 26"/>
                  <a:gd name="T9" fmla="*/ 25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20" y="17"/>
                    </a:moveTo>
                    <a:cubicBezTo>
                      <a:pt x="24" y="13"/>
                      <a:pt x="26" y="8"/>
                      <a:pt x="24" y="3"/>
                    </a:cubicBezTo>
                    <a:cubicBezTo>
                      <a:pt x="18" y="5"/>
                      <a:pt x="13" y="13"/>
                      <a:pt x="12" y="19"/>
                    </a:cubicBezTo>
                    <a:cubicBezTo>
                      <a:pt x="16" y="15"/>
                      <a:pt x="15" y="4"/>
                      <a:pt x="12" y="0"/>
                    </a:cubicBezTo>
                    <a:cubicBezTo>
                      <a:pt x="7" y="4"/>
                      <a:pt x="4" y="11"/>
                      <a:pt x="0" y="1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6" name="Freeform 1058">
                <a:extLst>
                  <a:ext uri="{FF2B5EF4-FFF2-40B4-BE49-F238E27FC236}">
                    <a16:creationId xmlns:a16="http://schemas.microsoft.com/office/drawing/2014/main" id="{DE00E0D7-887F-4A83-9D23-ADE59D83D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572"/>
                <a:ext cx="28" cy="37"/>
              </a:xfrm>
              <a:custGeom>
                <a:avLst/>
                <a:gdLst>
                  <a:gd name="T0" fmla="*/ 142 w 12"/>
                  <a:gd name="T1" fmla="*/ 224 h 15"/>
                  <a:gd name="T2" fmla="*/ 142 w 12"/>
                  <a:gd name="T3" fmla="*/ 104 h 15"/>
                  <a:gd name="T4" fmla="*/ 28 w 12"/>
                  <a:gd name="T5" fmla="*/ 183 h 15"/>
                  <a:gd name="T6" fmla="*/ 65 w 12"/>
                  <a:gd name="T7" fmla="*/ 12 h 15"/>
                  <a:gd name="T8" fmla="*/ 0 w 12"/>
                  <a:gd name="T9" fmla="*/ 4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11" y="15"/>
                    </a:moveTo>
                    <a:cubicBezTo>
                      <a:pt x="12" y="12"/>
                      <a:pt x="12" y="9"/>
                      <a:pt x="11" y="7"/>
                    </a:cubicBezTo>
                    <a:cubicBezTo>
                      <a:pt x="7" y="7"/>
                      <a:pt x="4" y="9"/>
                      <a:pt x="2" y="12"/>
                    </a:cubicBezTo>
                    <a:cubicBezTo>
                      <a:pt x="5" y="9"/>
                      <a:pt x="7" y="5"/>
                      <a:pt x="5" y="1"/>
                    </a:cubicBezTo>
                    <a:cubicBezTo>
                      <a:pt x="3" y="0"/>
                      <a:pt x="2" y="2"/>
                      <a:pt x="0" y="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7" name="Freeform 1059">
                <a:extLst>
                  <a:ext uri="{FF2B5EF4-FFF2-40B4-BE49-F238E27FC236}">
                    <a16:creationId xmlns:a16="http://schemas.microsoft.com/office/drawing/2014/main" id="{C9AD4323-D199-44C9-94C4-2D3CDBA61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617"/>
                <a:ext cx="26" cy="25"/>
              </a:xfrm>
              <a:custGeom>
                <a:avLst/>
                <a:gdLst>
                  <a:gd name="T0" fmla="*/ 0 w 11"/>
                  <a:gd name="T1" fmla="*/ 95 h 10"/>
                  <a:gd name="T2" fmla="*/ 144 w 11"/>
                  <a:gd name="T3" fmla="*/ 145 h 10"/>
                  <a:gd name="T4" fmla="*/ 0 w 11"/>
                  <a:gd name="T5" fmla="*/ 2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4" y="8"/>
                      <a:pt x="7" y="10"/>
                      <a:pt x="11" y="9"/>
                    </a:cubicBezTo>
                    <a:cubicBezTo>
                      <a:pt x="11" y="4"/>
                      <a:pt x="5" y="0"/>
                      <a:pt x="0" y="1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8" name="Freeform 1060">
                <a:extLst>
                  <a:ext uri="{FF2B5EF4-FFF2-40B4-BE49-F238E27FC236}">
                    <a16:creationId xmlns:a16="http://schemas.microsoft.com/office/drawing/2014/main" id="{7EB05709-43DE-43B1-9397-58E6BA0FF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637"/>
                <a:ext cx="49" cy="32"/>
              </a:xfrm>
              <a:custGeom>
                <a:avLst/>
                <a:gdLst>
                  <a:gd name="T0" fmla="*/ 37 w 21"/>
                  <a:gd name="T1" fmla="*/ 42 h 13"/>
                  <a:gd name="T2" fmla="*/ 266 w 21"/>
                  <a:gd name="T3" fmla="*/ 42 h 13"/>
                  <a:gd name="T4" fmla="*/ 0 w 21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3" y="3"/>
                    </a:moveTo>
                    <a:cubicBezTo>
                      <a:pt x="8" y="3"/>
                      <a:pt x="16" y="0"/>
                      <a:pt x="21" y="3"/>
                    </a:cubicBezTo>
                    <a:cubicBezTo>
                      <a:pt x="20" y="10"/>
                      <a:pt x="7" y="13"/>
                      <a:pt x="0" y="1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9" name="Freeform 1061">
                <a:extLst>
                  <a:ext uri="{FF2B5EF4-FFF2-40B4-BE49-F238E27FC236}">
                    <a16:creationId xmlns:a16="http://schemas.microsoft.com/office/drawing/2014/main" id="{7EC693D8-47F6-41F1-98F4-36A9F9E7D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590"/>
                <a:ext cx="9" cy="32"/>
              </a:xfrm>
              <a:custGeom>
                <a:avLst/>
                <a:gdLst>
                  <a:gd name="T0" fmla="*/ 36 w 4"/>
                  <a:gd name="T1" fmla="*/ 0 h 13"/>
                  <a:gd name="T2" fmla="*/ 36 w 4"/>
                  <a:gd name="T3" fmla="*/ 19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3" y="0"/>
                    </a:moveTo>
                    <a:cubicBezTo>
                      <a:pt x="4" y="4"/>
                      <a:pt x="0" y="9"/>
                      <a:pt x="3" y="1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0" name="Freeform 1062">
                <a:extLst>
                  <a:ext uri="{FF2B5EF4-FFF2-40B4-BE49-F238E27FC236}">
                    <a16:creationId xmlns:a16="http://schemas.microsoft.com/office/drawing/2014/main" id="{A3463D6D-42AE-4408-B15B-568BB3C97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654"/>
                <a:ext cx="30" cy="7"/>
              </a:xfrm>
              <a:custGeom>
                <a:avLst/>
                <a:gdLst>
                  <a:gd name="T0" fmla="*/ 0 w 13"/>
                  <a:gd name="T1" fmla="*/ 12 h 3"/>
                  <a:gd name="T2" fmla="*/ 159 w 13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1"/>
                    </a:moveTo>
                    <a:cubicBezTo>
                      <a:pt x="4" y="2"/>
                      <a:pt x="9" y="0"/>
                      <a:pt x="13" y="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1" name="Freeform 1063">
                <a:extLst>
                  <a:ext uri="{FF2B5EF4-FFF2-40B4-BE49-F238E27FC236}">
                    <a16:creationId xmlns:a16="http://schemas.microsoft.com/office/drawing/2014/main" id="{B775823F-D651-4620-9E0E-B939F3973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753"/>
                <a:ext cx="28" cy="27"/>
              </a:xfrm>
              <a:custGeom>
                <a:avLst/>
                <a:gdLst>
                  <a:gd name="T0" fmla="*/ 28 w 12"/>
                  <a:gd name="T1" fmla="*/ 162 h 11"/>
                  <a:gd name="T2" fmla="*/ 152 w 1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2" y="11"/>
                    </a:moveTo>
                    <a:cubicBezTo>
                      <a:pt x="0" y="7"/>
                      <a:pt x="8" y="2"/>
                      <a:pt x="12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2" name="Freeform 1064">
                <a:extLst>
                  <a:ext uri="{FF2B5EF4-FFF2-40B4-BE49-F238E27FC236}">
                    <a16:creationId xmlns:a16="http://schemas.microsoft.com/office/drawing/2014/main" id="{19D60515-E99E-451C-AB5D-F634989AA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760"/>
                <a:ext cx="27" cy="20"/>
              </a:xfrm>
              <a:custGeom>
                <a:avLst/>
                <a:gdLst>
                  <a:gd name="T0" fmla="*/ 0 w 12"/>
                  <a:gd name="T1" fmla="*/ 0 h 8"/>
                  <a:gd name="T2" fmla="*/ 137 w 12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3" y="4"/>
                      <a:pt x="7" y="7"/>
                      <a:pt x="12" y="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3" name="Freeform 1065">
                <a:extLst>
                  <a:ext uri="{FF2B5EF4-FFF2-40B4-BE49-F238E27FC236}">
                    <a16:creationId xmlns:a16="http://schemas.microsoft.com/office/drawing/2014/main" id="{5A581FED-869F-47C0-871E-3D82F529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525"/>
                <a:ext cx="11" cy="20"/>
              </a:xfrm>
              <a:custGeom>
                <a:avLst/>
                <a:gdLst>
                  <a:gd name="T0" fmla="*/ 0 w 5"/>
                  <a:gd name="T1" fmla="*/ 0 h 8"/>
                  <a:gd name="T2" fmla="*/ 53 w 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3" y="2"/>
                      <a:pt x="4" y="5"/>
                      <a:pt x="5" y="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4" name="Freeform 1066">
                <a:extLst>
                  <a:ext uri="{FF2B5EF4-FFF2-40B4-BE49-F238E27FC236}">
                    <a16:creationId xmlns:a16="http://schemas.microsoft.com/office/drawing/2014/main" id="{6EE1AEE8-8F76-4576-81EE-D757B20D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565"/>
                <a:ext cx="20" cy="27"/>
              </a:xfrm>
              <a:custGeom>
                <a:avLst/>
                <a:gdLst>
                  <a:gd name="T0" fmla="*/ 64 w 9"/>
                  <a:gd name="T1" fmla="*/ 162 h 11"/>
                  <a:gd name="T2" fmla="*/ 98 w 9"/>
                  <a:gd name="T3" fmla="*/ 0 h 11"/>
                  <a:gd name="T4" fmla="*/ 9 w 9"/>
                  <a:gd name="T5" fmla="*/ 9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6" y="11"/>
                    </a:moveTo>
                    <a:cubicBezTo>
                      <a:pt x="8" y="8"/>
                      <a:pt x="9" y="4"/>
                      <a:pt x="9" y="0"/>
                    </a:cubicBezTo>
                    <a:cubicBezTo>
                      <a:pt x="4" y="0"/>
                      <a:pt x="0" y="2"/>
                      <a:pt x="1" y="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5" name="Freeform 1067">
                <a:extLst>
                  <a:ext uri="{FF2B5EF4-FFF2-40B4-BE49-F238E27FC236}">
                    <a16:creationId xmlns:a16="http://schemas.microsoft.com/office/drawing/2014/main" id="{12B8E8F9-F4C4-4E4E-9BFB-EAD98A24E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711"/>
                <a:ext cx="14" cy="20"/>
              </a:xfrm>
              <a:custGeom>
                <a:avLst/>
                <a:gdLst>
                  <a:gd name="T0" fmla="*/ 0 w 6"/>
                  <a:gd name="T1" fmla="*/ 0 h 8"/>
                  <a:gd name="T2" fmla="*/ 77 w 6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0" y="4"/>
                      <a:pt x="3" y="7"/>
                      <a:pt x="6" y="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6" name="Freeform 1068">
                <a:extLst>
                  <a:ext uri="{FF2B5EF4-FFF2-40B4-BE49-F238E27FC236}">
                    <a16:creationId xmlns:a16="http://schemas.microsoft.com/office/drawing/2014/main" id="{A1D36728-64FD-48AB-AE83-2302A384C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602"/>
                <a:ext cx="1" cy="15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7" name="Freeform 1069">
                <a:extLst>
                  <a:ext uri="{FF2B5EF4-FFF2-40B4-BE49-F238E27FC236}">
                    <a16:creationId xmlns:a16="http://schemas.microsoft.com/office/drawing/2014/main" id="{306DE0D9-E20E-42D5-B020-DD15D3736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627"/>
                <a:ext cx="3" cy="17"/>
              </a:xfrm>
              <a:custGeom>
                <a:avLst/>
                <a:gdLst>
                  <a:gd name="T0" fmla="*/ 27 w 1"/>
                  <a:gd name="T1" fmla="*/ 100 h 7"/>
                  <a:gd name="T2" fmla="*/ 27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0" y="4"/>
                      <a:pt x="0" y="1"/>
                      <a:pt x="1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8" name="Freeform 1070">
                <a:extLst>
                  <a:ext uri="{FF2B5EF4-FFF2-40B4-BE49-F238E27FC236}">
                    <a16:creationId xmlns:a16="http://schemas.microsoft.com/office/drawing/2014/main" id="{4571E4AF-42C2-4AD0-8053-E7292341E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716"/>
                <a:ext cx="60" cy="42"/>
              </a:xfrm>
              <a:custGeom>
                <a:avLst/>
                <a:gdLst>
                  <a:gd name="T0" fmla="*/ 0 w 26"/>
                  <a:gd name="T1" fmla="*/ 257 h 17"/>
                  <a:gd name="T2" fmla="*/ 74 w 26"/>
                  <a:gd name="T3" fmla="*/ 30 h 17"/>
                  <a:gd name="T4" fmla="*/ 159 w 26"/>
                  <a:gd name="T5" fmla="*/ 225 h 17"/>
                  <a:gd name="T6" fmla="*/ 282 w 26"/>
                  <a:gd name="T7" fmla="*/ 12 h 17"/>
                  <a:gd name="T8" fmla="*/ 318 w 2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0" y="17"/>
                    </a:moveTo>
                    <a:cubicBezTo>
                      <a:pt x="3" y="12"/>
                      <a:pt x="2" y="5"/>
                      <a:pt x="6" y="2"/>
                    </a:cubicBezTo>
                    <a:cubicBezTo>
                      <a:pt x="10" y="6"/>
                      <a:pt x="9" y="11"/>
                      <a:pt x="13" y="15"/>
                    </a:cubicBezTo>
                    <a:cubicBezTo>
                      <a:pt x="20" y="15"/>
                      <a:pt x="21" y="6"/>
                      <a:pt x="23" y="1"/>
                    </a:cubicBezTo>
                    <a:cubicBezTo>
                      <a:pt x="24" y="0"/>
                      <a:pt x="25" y="0"/>
                      <a:pt x="26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9" name="Freeform 1071">
                <a:extLst>
                  <a:ext uri="{FF2B5EF4-FFF2-40B4-BE49-F238E27FC236}">
                    <a16:creationId xmlns:a16="http://schemas.microsoft.com/office/drawing/2014/main" id="{0D82314A-48EB-4A89-B917-A3885145D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1787"/>
                <a:ext cx="16" cy="3"/>
              </a:xfrm>
              <a:custGeom>
                <a:avLst/>
                <a:gdLst>
                  <a:gd name="T0" fmla="*/ 0 w 7"/>
                  <a:gd name="T1" fmla="*/ 0 h 1"/>
                  <a:gd name="T2" fmla="*/ 85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1"/>
                      <a:pt x="4" y="1"/>
                      <a:pt x="7" y="1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0" name="Freeform 1072">
                <a:extLst>
                  <a:ext uri="{FF2B5EF4-FFF2-40B4-BE49-F238E27FC236}">
                    <a16:creationId xmlns:a16="http://schemas.microsoft.com/office/drawing/2014/main" id="{B03C11C3-CE9E-4CD4-AD01-05AD0A404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780"/>
                <a:ext cx="21" cy="10"/>
              </a:xfrm>
              <a:custGeom>
                <a:avLst/>
                <a:gdLst>
                  <a:gd name="T0" fmla="*/ 114 w 9"/>
                  <a:gd name="T1" fmla="*/ 0 h 4"/>
                  <a:gd name="T2" fmla="*/ 0 w 9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1"/>
                      <a:pt x="3" y="2"/>
                      <a:pt x="0" y="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1" name="Freeform 1073">
                <a:extLst>
                  <a:ext uri="{FF2B5EF4-FFF2-40B4-BE49-F238E27FC236}">
                    <a16:creationId xmlns:a16="http://schemas.microsoft.com/office/drawing/2014/main" id="{71A865CE-1B62-4577-BE98-EB8EE34EB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849"/>
                <a:ext cx="11" cy="15"/>
              </a:xfrm>
              <a:custGeom>
                <a:avLst/>
                <a:gdLst>
                  <a:gd name="T0" fmla="*/ 53 w 5"/>
                  <a:gd name="T1" fmla="*/ 95 h 6"/>
                  <a:gd name="T2" fmla="*/ 0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2" name="Freeform 1074">
                <a:extLst>
                  <a:ext uri="{FF2B5EF4-FFF2-40B4-BE49-F238E27FC236}">
                    <a16:creationId xmlns:a16="http://schemas.microsoft.com/office/drawing/2014/main" id="{5DD3A7B9-2568-44D0-A181-F89021762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901"/>
                <a:ext cx="25" cy="13"/>
              </a:xfrm>
              <a:custGeom>
                <a:avLst/>
                <a:gdLst>
                  <a:gd name="T0" fmla="*/ 0 w 11"/>
                  <a:gd name="T1" fmla="*/ 88 h 5"/>
                  <a:gd name="T2" fmla="*/ 130 w 1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5"/>
                    </a:moveTo>
                    <a:cubicBezTo>
                      <a:pt x="3" y="3"/>
                      <a:pt x="7" y="1"/>
                      <a:pt x="11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3" name="Freeform 1075">
                <a:extLst>
                  <a:ext uri="{FF2B5EF4-FFF2-40B4-BE49-F238E27FC236}">
                    <a16:creationId xmlns:a16="http://schemas.microsoft.com/office/drawing/2014/main" id="{C79089AB-3578-4CA9-88AF-27C1132F7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109"/>
                <a:ext cx="35" cy="49"/>
              </a:xfrm>
              <a:custGeom>
                <a:avLst/>
                <a:gdLst>
                  <a:gd name="T0" fmla="*/ 28 w 15"/>
                  <a:gd name="T1" fmla="*/ 294 h 20"/>
                  <a:gd name="T2" fmla="*/ 142 w 15"/>
                  <a:gd name="T3" fmla="*/ 235 h 20"/>
                  <a:gd name="T4" fmla="*/ 0 w 15"/>
                  <a:gd name="T5" fmla="*/ 132 h 20"/>
                  <a:gd name="T6" fmla="*/ 28 w 15"/>
                  <a:gd name="T7" fmla="*/ 0 h 20"/>
                  <a:gd name="T8" fmla="*/ 163 w 15"/>
                  <a:gd name="T9" fmla="*/ 6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2" y="20"/>
                    </a:moveTo>
                    <a:cubicBezTo>
                      <a:pt x="3" y="15"/>
                      <a:pt x="10" y="19"/>
                      <a:pt x="11" y="16"/>
                    </a:cubicBezTo>
                    <a:cubicBezTo>
                      <a:pt x="15" y="10"/>
                      <a:pt x="3" y="10"/>
                      <a:pt x="0" y="9"/>
                    </a:cubicBezTo>
                    <a:cubicBezTo>
                      <a:pt x="1" y="6"/>
                      <a:pt x="1" y="3"/>
                      <a:pt x="2" y="0"/>
                    </a:cubicBezTo>
                    <a:cubicBezTo>
                      <a:pt x="6" y="2"/>
                      <a:pt x="9" y="5"/>
                      <a:pt x="13" y="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4" name="Freeform 1076">
                <a:extLst>
                  <a:ext uri="{FF2B5EF4-FFF2-40B4-BE49-F238E27FC236}">
                    <a16:creationId xmlns:a16="http://schemas.microsoft.com/office/drawing/2014/main" id="{D82D8A4A-F409-4692-A196-04E5DCD25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114"/>
                <a:ext cx="28" cy="49"/>
              </a:xfrm>
              <a:custGeom>
                <a:avLst/>
                <a:gdLst>
                  <a:gd name="T0" fmla="*/ 152 w 12"/>
                  <a:gd name="T1" fmla="*/ 91 h 20"/>
                  <a:gd name="T2" fmla="*/ 103 w 12"/>
                  <a:gd name="T3" fmla="*/ 265 h 20"/>
                  <a:gd name="T4" fmla="*/ 49 w 12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12" y="6"/>
                    </a:moveTo>
                    <a:cubicBezTo>
                      <a:pt x="11" y="9"/>
                      <a:pt x="12" y="17"/>
                      <a:pt x="8" y="18"/>
                    </a:cubicBezTo>
                    <a:cubicBezTo>
                      <a:pt x="0" y="20"/>
                      <a:pt x="3" y="3"/>
                      <a:pt x="4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5" name="Freeform 1077">
                <a:extLst>
                  <a:ext uri="{FF2B5EF4-FFF2-40B4-BE49-F238E27FC236}">
                    <a16:creationId xmlns:a16="http://schemas.microsoft.com/office/drawing/2014/main" id="{B81200EC-B023-4E29-8D5B-D82E63CE4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195"/>
                <a:ext cx="30" cy="28"/>
              </a:xfrm>
              <a:custGeom>
                <a:avLst/>
                <a:gdLst>
                  <a:gd name="T0" fmla="*/ 12 w 13"/>
                  <a:gd name="T1" fmla="*/ 181 h 11"/>
                  <a:gd name="T2" fmla="*/ 111 w 13"/>
                  <a:gd name="T3" fmla="*/ 0 h 11"/>
                  <a:gd name="T4" fmla="*/ 0 w 13"/>
                  <a:gd name="T5" fmla="*/ 9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" y="11"/>
                    </a:moveTo>
                    <a:cubicBezTo>
                      <a:pt x="6" y="11"/>
                      <a:pt x="13" y="6"/>
                      <a:pt x="9" y="0"/>
                    </a:cubicBezTo>
                    <a:cubicBezTo>
                      <a:pt x="5" y="1"/>
                      <a:pt x="3" y="3"/>
                      <a:pt x="0" y="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6" name="Freeform 1078">
                <a:extLst>
                  <a:ext uri="{FF2B5EF4-FFF2-40B4-BE49-F238E27FC236}">
                    <a16:creationId xmlns:a16="http://schemas.microsoft.com/office/drawing/2014/main" id="{47C8CA44-BB2E-4AEB-B76C-3DCA9C17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042"/>
                <a:ext cx="18" cy="10"/>
              </a:xfrm>
              <a:custGeom>
                <a:avLst/>
                <a:gdLst>
                  <a:gd name="T0" fmla="*/ 0 w 8"/>
                  <a:gd name="T1" fmla="*/ 20 h 4"/>
                  <a:gd name="T2" fmla="*/ 92 w 8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3" y="0"/>
                      <a:pt x="6" y="2"/>
                      <a:pt x="8" y="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7" name="Freeform 1079">
                <a:extLst>
                  <a:ext uri="{FF2B5EF4-FFF2-40B4-BE49-F238E27FC236}">
                    <a16:creationId xmlns:a16="http://schemas.microsoft.com/office/drawing/2014/main" id="{A58592BE-1C24-4BE4-8F01-98039B23E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961"/>
                <a:ext cx="40" cy="22"/>
              </a:xfrm>
              <a:custGeom>
                <a:avLst/>
                <a:gdLst>
                  <a:gd name="T0" fmla="*/ 0 w 17"/>
                  <a:gd name="T1" fmla="*/ 132 h 9"/>
                  <a:gd name="T2" fmla="*/ 221 w 1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cubicBezTo>
                      <a:pt x="6" y="8"/>
                      <a:pt x="11" y="3"/>
                      <a:pt x="17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8" name="Freeform 1080">
                <a:extLst>
                  <a:ext uri="{FF2B5EF4-FFF2-40B4-BE49-F238E27FC236}">
                    <a16:creationId xmlns:a16="http://schemas.microsoft.com/office/drawing/2014/main" id="{DBF64AF8-90AC-4A15-B9F6-8D1D59F59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250"/>
                <a:ext cx="37" cy="37"/>
              </a:xfrm>
              <a:custGeom>
                <a:avLst/>
                <a:gdLst>
                  <a:gd name="T0" fmla="*/ 74 w 16"/>
                  <a:gd name="T1" fmla="*/ 224 h 15"/>
                  <a:gd name="T2" fmla="*/ 0 w 16"/>
                  <a:gd name="T3" fmla="*/ 18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6" y="15"/>
                    </a:moveTo>
                    <a:cubicBezTo>
                      <a:pt x="16" y="14"/>
                      <a:pt x="12" y="0"/>
                      <a:pt x="0" y="1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9" name="Freeform 1081">
                <a:extLst>
                  <a:ext uri="{FF2B5EF4-FFF2-40B4-BE49-F238E27FC236}">
                    <a16:creationId xmlns:a16="http://schemas.microsoft.com/office/drawing/2014/main" id="{4DF7104C-9AC5-48D2-95C2-94C28F415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186"/>
                <a:ext cx="47" cy="34"/>
              </a:xfrm>
              <a:custGeom>
                <a:avLst/>
                <a:gdLst>
                  <a:gd name="T0" fmla="*/ 233 w 20"/>
                  <a:gd name="T1" fmla="*/ 141 h 14"/>
                  <a:gd name="T2" fmla="*/ 233 w 20"/>
                  <a:gd name="T3" fmla="*/ 170 h 14"/>
                  <a:gd name="T4" fmla="*/ 209 w 20"/>
                  <a:gd name="T5" fmla="*/ 0 h 14"/>
                  <a:gd name="T6" fmla="*/ 115 w 20"/>
                  <a:gd name="T7" fmla="*/ 189 h 14"/>
                  <a:gd name="T8" fmla="*/ 38 w 20"/>
                  <a:gd name="T9" fmla="*/ 29 h 14"/>
                  <a:gd name="T10" fmla="*/ 0 w 20"/>
                  <a:gd name="T11" fmla="*/ 20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18" y="10"/>
                    </a:moveTo>
                    <a:cubicBezTo>
                      <a:pt x="17" y="11"/>
                      <a:pt x="17" y="11"/>
                      <a:pt x="18" y="12"/>
                    </a:cubicBezTo>
                    <a:cubicBezTo>
                      <a:pt x="20" y="8"/>
                      <a:pt x="19" y="3"/>
                      <a:pt x="16" y="0"/>
                    </a:cubicBezTo>
                    <a:cubicBezTo>
                      <a:pt x="11" y="2"/>
                      <a:pt x="8" y="8"/>
                      <a:pt x="9" y="13"/>
                    </a:cubicBezTo>
                    <a:cubicBezTo>
                      <a:pt x="9" y="9"/>
                      <a:pt x="7" y="5"/>
                      <a:pt x="3" y="2"/>
                    </a:cubicBezTo>
                    <a:cubicBezTo>
                      <a:pt x="0" y="5"/>
                      <a:pt x="0" y="9"/>
                      <a:pt x="0" y="1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0" name="Freeform 1082">
                <a:extLst>
                  <a:ext uri="{FF2B5EF4-FFF2-40B4-BE49-F238E27FC236}">
                    <a16:creationId xmlns:a16="http://schemas.microsoft.com/office/drawing/2014/main" id="{95FE377B-887B-476D-A0F9-67F0FD330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139"/>
                <a:ext cx="14" cy="2"/>
              </a:xfrm>
              <a:custGeom>
                <a:avLst/>
                <a:gdLst>
                  <a:gd name="T0" fmla="*/ 0 w 6"/>
                  <a:gd name="T1" fmla="*/ 8 h 1"/>
                  <a:gd name="T2" fmla="*/ 77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1" name="Freeform 1083">
                <a:extLst>
                  <a:ext uri="{FF2B5EF4-FFF2-40B4-BE49-F238E27FC236}">
                    <a16:creationId xmlns:a16="http://schemas.microsoft.com/office/drawing/2014/main" id="{4E3533A3-2327-4C93-AD58-8CBCD24F1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327"/>
                <a:ext cx="18" cy="44"/>
              </a:xfrm>
              <a:custGeom>
                <a:avLst/>
                <a:gdLst>
                  <a:gd name="T0" fmla="*/ 0 w 8"/>
                  <a:gd name="T1" fmla="*/ 144 h 18"/>
                  <a:gd name="T2" fmla="*/ 72 w 8"/>
                  <a:gd name="T3" fmla="*/ 0 h 18"/>
                  <a:gd name="T4" fmla="*/ 45 w 8"/>
                  <a:gd name="T5" fmla="*/ 26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0" y="10"/>
                    </a:moveTo>
                    <a:cubicBezTo>
                      <a:pt x="0" y="6"/>
                      <a:pt x="2" y="2"/>
                      <a:pt x="6" y="0"/>
                    </a:cubicBezTo>
                    <a:cubicBezTo>
                      <a:pt x="8" y="5"/>
                      <a:pt x="6" y="12"/>
                      <a:pt x="4" y="1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2" name="Freeform 1084">
                <a:extLst>
                  <a:ext uri="{FF2B5EF4-FFF2-40B4-BE49-F238E27FC236}">
                    <a16:creationId xmlns:a16="http://schemas.microsoft.com/office/drawing/2014/main" id="{AFD8E524-0A88-4C51-88D2-994DA5BFF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292"/>
                <a:ext cx="35" cy="42"/>
              </a:xfrm>
              <a:custGeom>
                <a:avLst/>
                <a:gdLst>
                  <a:gd name="T0" fmla="*/ 49 w 15"/>
                  <a:gd name="T1" fmla="*/ 0 h 17"/>
                  <a:gd name="T2" fmla="*/ 180 w 15"/>
                  <a:gd name="T3" fmla="*/ 133 h 17"/>
                  <a:gd name="T4" fmla="*/ 0 w 15"/>
                  <a:gd name="T5" fmla="*/ 9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4" y="0"/>
                    </a:moveTo>
                    <a:cubicBezTo>
                      <a:pt x="7" y="2"/>
                      <a:pt x="15" y="5"/>
                      <a:pt x="14" y="9"/>
                    </a:cubicBezTo>
                    <a:cubicBezTo>
                      <a:pt x="13" y="17"/>
                      <a:pt x="2" y="9"/>
                      <a:pt x="0" y="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3" name="Freeform 1085">
                <a:extLst>
                  <a:ext uri="{FF2B5EF4-FFF2-40B4-BE49-F238E27FC236}">
                    <a16:creationId xmlns:a16="http://schemas.microsoft.com/office/drawing/2014/main" id="{61BC4DB1-A2A2-4DA5-880A-DAA7EAA46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388"/>
                <a:ext cx="48" cy="52"/>
              </a:xfrm>
              <a:custGeom>
                <a:avLst/>
                <a:gdLst>
                  <a:gd name="T0" fmla="*/ 73 w 21"/>
                  <a:gd name="T1" fmla="*/ 319 h 21"/>
                  <a:gd name="T2" fmla="*/ 0 w 21"/>
                  <a:gd name="T3" fmla="*/ 2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1">
                    <a:moveTo>
                      <a:pt x="6" y="21"/>
                    </a:moveTo>
                    <a:cubicBezTo>
                      <a:pt x="21" y="9"/>
                      <a:pt x="7" y="0"/>
                      <a:pt x="0" y="1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4" name="Freeform 1086">
                <a:extLst>
                  <a:ext uri="{FF2B5EF4-FFF2-40B4-BE49-F238E27FC236}">
                    <a16:creationId xmlns:a16="http://schemas.microsoft.com/office/drawing/2014/main" id="{5B3F1EA7-A89F-446C-99E1-27C5A3D4B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425"/>
                <a:ext cx="21" cy="3"/>
              </a:xfrm>
              <a:custGeom>
                <a:avLst/>
                <a:gdLst>
                  <a:gd name="T0" fmla="*/ 0 w 9"/>
                  <a:gd name="T1" fmla="*/ 0 h 1"/>
                  <a:gd name="T2" fmla="*/ 114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1"/>
                      <a:pt x="6" y="1"/>
                      <a:pt x="9" y="1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5" name="Freeform 1087">
                <a:extLst>
                  <a:ext uri="{FF2B5EF4-FFF2-40B4-BE49-F238E27FC236}">
                    <a16:creationId xmlns:a16="http://schemas.microsoft.com/office/drawing/2014/main" id="{4D697964-2309-4071-BEF4-279CD4044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467"/>
                <a:ext cx="14" cy="20"/>
              </a:xfrm>
              <a:custGeom>
                <a:avLst/>
                <a:gdLst>
                  <a:gd name="T0" fmla="*/ 0 w 6"/>
                  <a:gd name="T1" fmla="*/ 0 h 8"/>
                  <a:gd name="T2" fmla="*/ 77 w 6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3"/>
                      <a:pt x="3" y="6"/>
                      <a:pt x="6" y="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6" name="Freeform 1088">
                <a:extLst>
                  <a:ext uri="{FF2B5EF4-FFF2-40B4-BE49-F238E27FC236}">
                    <a16:creationId xmlns:a16="http://schemas.microsoft.com/office/drawing/2014/main" id="{1F639A0E-8BCD-4D8C-9318-4A6D7738F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673"/>
                <a:ext cx="23" cy="34"/>
              </a:xfrm>
              <a:custGeom>
                <a:avLst/>
                <a:gdLst>
                  <a:gd name="T0" fmla="*/ 0 w 10"/>
                  <a:gd name="T1" fmla="*/ 202 h 14"/>
                  <a:gd name="T2" fmla="*/ 94 w 10"/>
                  <a:gd name="T3" fmla="*/ 0 h 14"/>
                  <a:gd name="T4" fmla="*/ 94 w 10"/>
                  <a:gd name="T5" fmla="*/ 17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14"/>
                    </a:moveTo>
                    <a:cubicBezTo>
                      <a:pt x="2" y="9"/>
                      <a:pt x="3" y="2"/>
                      <a:pt x="8" y="0"/>
                    </a:cubicBezTo>
                    <a:cubicBezTo>
                      <a:pt x="10" y="4"/>
                      <a:pt x="9" y="8"/>
                      <a:pt x="8" y="1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7" name="Freeform 1089">
                <a:extLst>
                  <a:ext uri="{FF2B5EF4-FFF2-40B4-BE49-F238E27FC236}">
                    <a16:creationId xmlns:a16="http://schemas.microsoft.com/office/drawing/2014/main" id="{5CC8B34D-8E1D-4EB5-9FA0-3EF1E6324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633"/>
                <a:ext cx="11" cy="17"/>
              </a:xfrm>
              <a:custGeom>
                <a:avLst/>
                <a:gdLst>
                  <a:gd name="T0" fmla="*/ 53 w 5"/>
                  <a:gd name="T1" fmla="*/ 100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5" y="3"/>
                      <a:pt x="4" y="1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8" name="Freeform 1090">
                <a:extLst>
                  <a:ext uri="{FF2B5EF4-FFF2-40B4-BE49-F238E27FC236}">
                    <a16:creationId xmlns:a16="http://schemas.microsoft.com/office/drawing/2014/main" id="{FCB22BC0-AACB-462B-BA26-D46E88747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742"/>
                <a:ext cx="19" cy="5"/>
              </a:xfrm>
              <a:custGeom>
                <a:avLst/>
                <a:gdLst>
                  <a:gd name="T0" fmla="*/ 107 w 8"/>
                  <a:gd name="T1" fmla="*/ 33 h 2"/>
                  <a:gd name="T2" fmla="*/ 0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5" y="1"/>
                      <a:pt x="3" y="1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9" name="Freeform 1091">
                <a:extLst>
                  <a:ext uri="{FF2B5EF4-FFF2-40B4-BE49-F238E27FC236}">
                    <a16:creationId xmlns:a16="http://schemas.microsoft.com/office/drawing/2014/main" id="{7C5A6BD5-BB84-4946-A2AA-137A40833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539"/>
                <a:ext cx="39" cy="40"/>
              </a:xfrm>
              <a:custGeom>
                <a:avLst/>
                <a:gdLst>
                  <a:gd name="T0" fmla="*/ 0 w 17"/>
                  <a:gd name="T1" fmla="*/ 208 h 16"/>
                  <a:gd name="T2" fmla="*/ 57 w 17"/>
                  <a:gd name="T3" fmla="*/ 83 h 16"/>
                  <a:gd name="T4" fmla="*/ 122 w 17"/>
                  <a:gd name="T5" fmla="*/ 250 h 16"/>
                  <a:gd name="T6" fmla="*/ 179 w 17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6">
                    <a:moveTo>
                      <a:pt x="0" y="13"/>
                    </a:moveTo>
                    <a:cubicBezTo>
                      <a:pt x="0" y="9"/>
                      <a:pt x="1" y="6"/>
                      <a:pt x="5" y="5"/>
                    </a:cubicBezTo>
                    <a:cubicBezTo>
                      <a:pt x="5" y="8"/>
                      <a:pt x="4" y="16"/>
                      <a:pt x="10" y="16"/>
                    </a:cubicBezTo>
                    <a:cubicBezTo>
                      <a:pt x="17" y="16"/>
                      <a:pt x="14" y="4"/>
                      <a:pt x="15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0" name="Freeform 1092">
                <a:extLst>
                  <a:ext uri="{FF2B5EF4-FFF2-40B4-BE49-F238E27FC236}">
                    <a16:creationId xmlns:a16="http://schemas.microsoft.com/office/drawing/2014/main" id="{2ED0675C-108C-413C-AD1A-A2B50AAFD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53"/>
                <a:ext cx="23" cy="27"/>
              </a:xfrm>
              <a:custGeom>
                <a:avLst/>
                <a:gdLst>
                  <a:gd name="T0" fmla="*/ 64 w 10"/>
                  <a:gd name="T1" fmla="*/ 12 h 11"/>
                  <a:gd name="T2" fmla="*/ 0 w 10"/>
                  <a:gd name="T3" fmla="*/ 150 h 11"/>
                  <a:gd name="T4" fmla="*/ 122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5" y="1"/>
                    </a:moveTo>
                    <a:cubicBezTo>
                      <a:pt x="2" y="3"/>
                      <a:pt x="0" y="6"/>
                      <a:pt x="0" y="10"/>
                    </a:cubicBezTo>
                    <a:cubicBezTo>
                      <a:pt x="5" y="11"/>
                      <a:pt x="10" y="5"/>
                      <a:pt x="10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1" name="Freeform 1093">
                <a:extLst>
                  <a:ext uri="{FF2B5EF4-FFF2-40B4-BE49-F238E27FC236}">
                    <a16:creationId xmlns:a16="http://schemas.microsoft.com/office/drawing/2014/main" id="{5F510CCA-460F-4891-81D2-77B1E20A5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1" y="2361"/>
                <a:ext cx="14" cy="20"/>
              </a:xfrm>
              <a:custGeom>
                <a:avLst/>
                <a:gdLst>
                  <a:gd name="T0" fmla="*/ 77 w 6"/>
                  <a:gd name="T1" fmla="*/ 0 h 8"/>
                  <a:gd name="T2" fmla="*/ 0 w 6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3"/>
                      <a:pt x="2" y="6"/>
                      <a:pt x="0" y="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2" name="Freeform 1094">
                <a:extLst>
                  <a:ext uri="{FF2B5EF4-FFF2-40B4-BE49-F238E27FC236}">
                    <a16:creationId xmlns:a16="http://schemas.microsoft.com/office/drawing/2014/main" id="{56783519-6203-42A2-A838-9855FDF6D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188"/>
                <a:ext cx="25" cy="27"/>
              </a:xfrm>
              <a:custGeom>
                <a:avLst/>
                <a:gdLst>
                  <a:gd name="T0" fmla="*/ 102 w 11"/>
                  <a:gd name="T1" fmla="*/ 12 h 11"/>
                  <a:gd name="T2" fmla="*/ 11 w 11"/>
                  <a:gd name="T3" fmla="*/ 150 h 11"/>
                  <a:gd name="T4" fmla="*/ 130 w 11"/>
                  <a:gd name="T5" fmla="*/ 10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9" y="1"/>
                    </a:moveTo>
                    <a:cubicBezTo>
                      <a:pt x="4" y="0"/>
                      <a:pt x="0" y="5"/>
                      <a:pt x="1" y="10"/>
                    </a:cubicBezTo>
                    <a:cubicBezTo>
                      <a:pt x="4" y="11"/>
                      <a:pt x="8" y="10"/>
                      <a:pt x="11" y="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3" name="Freeform 1095">
                <a:extLst>
                  <a:ext uri="{FF2B5EF4-FFF2-40B4-BE49-F238E27FC236}">
                    <a16:creationId xmlns:a16="http://schemas.microsoft.com/office/drawing/2014/main" id="{FE5103ED-E9D6-4D8E-BE36-9298E037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4" y="2247"/>
                <a:ext cx="17" cy="18"/>
              </a:xfrm>
              <a:custGeom>
                <a:avLst/>
                <a:gdLst>
                  <a:gd name="T0" fmla="*/ 0 w 7"/>
                  <a:gd name="T1" fmla="*/ 0 h 7"/>
                  <a:gd name="T2" fmla="*/ 100 w 7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4" y="1"/>
                      <a:pt x="5" y="4"/>
                      <a:pt x="7" y="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4" name="Freeform 1096">
                <a:extLst>
                  <a:ext uri="{FF2B5EF4-FFF2-40B4-BE49-F238E27FC236}">
                    <a16:creationId xmlns:a16="http://schemas.microsoft.com/office/drawing/2014/main" id="{4406B4B7-FC20-456C-A161-51CD2598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2126"/>
                <a:ext cx="23" cy="25"/>
              </a:xfrm>
              <a:custGeom>
                <a:avLst/>
                <a:gdLst>
                  <a:gd name="T0" fmla="*/ 122 w 10"/>
                  <a:gd name="T1" fmla="*/ 0 h 10"/>
                  <a:gd name="T2" fmla="*/ 122 w 10"/>
                  <a:gd name="T3" fmla="*/ 145 h 10"/>
                  <a:gd name="T4" fmla="*/ 37 w 10"/>
                  <a:gd name="T5" fmla="*/ 3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10" y="3"/>
                      <a:pt x="10" y="6"/>
                      <a:pt x="10" y="9"/>
                    </a:cubicBezTo>
                    <a:cubicBezTo>
                      <a:pt x="5" y="10"/>
                      <a:pt x="0" y="5"/>
                      <a:pt x="3" y="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5" name="Freeform 1097">
                <a:extLst>
                  <a:ext uri="{FF2B5EF4-FFF2-40B4-BE49-F238E27FC236}">
                    <a16:creationId xmlns:a16="http://schemas.microsoft.com/office/drawing/2014/main" id="{B65075EF-F033-4005-B205-4A7BC6FC0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9" y="1958"/>
                <a:ext cx="11" cy="22"/>
              </a:xfrm>
              <a:custGeom>
                <a:avLst/>
                <a:gdLst>
                  <a:gd name="T0" fmla="*/ 53 w 5"/>
                  <a:gd name="T1" fmla="*/ 0 h 9"/>
                  <a:gd name="T2" fmla="*/ 0 w 5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3" y="3"/>
                      <a:pt x="1" y="6"/>
                      <a:pt x="0" y="9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6" name="Freeform 1098">
                <a:extLst>
                  <a:ext uri="{FF2B5EF4-FFF2-40B4-BE49-F238E27FC236}">
                    <a16:creationId xmlns:a16="http://schemas.microsoft.com/office/drawing/2014/main" id="{8D270BEF-0550-4C6B-B5C0-EB371DA1E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894"/>
                <a:ext cx="21" cy="10"/>
              </a:xfrm>
              <a:custGeom>
                <a:avLst/>
                <a:gdLst>
                  <a:gd name="T0" fmla="*/ 0 w 9"/>
                  <a:gd name="T1" fmla="*/ 0 h 4"/>
                  <a:gd name="T2" fmla="*/ 114 w 9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2" y="3"/>
                      <a:pt x="5" y="4"/>
                      <a:pt x="9" y="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7" name="Freeform 1099">
                <a:extLst>
                  <a:ext uri="{FF2B5EF4-FFF2-40B4-BE49-F238E27FC236}">
                    <a16:creationId xmlns:a16="http://schemas.microsoft.com/office/drawing/2014/main" id="{44457941-0164-4535-957A-F4E198880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1852"/>
                <a:ext cx="21" cy="12"/>
              </a:xfrm>
              <a:custGeom>
                <a:avLst/>
                <a:gdLst>
                  <a:gd name="T0" fmla="*/ 0 w 9"/>
                  <a:gd name="T1" fmla="*/ 0 h 5"/>
                  <a:gd name="T2" fmla="*/ 114 w 9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3" y="2"/>
                      <a:pt x="5" y="4"/>
                      <a:pt x="9" y="5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8" name="Freeform 1100">
                <a:extLst>
                  <a:ext uri="{FF2B5EF4-FFF2-40B4-BE49-F238E27FC236}">
                    <a16:creationId xmlns:a16="http://schemas.microsoft.com/office/drawing/2014/main" id="{A5FF947C-C18F-449E-AA98-4C980519D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919"/>
                <a:ext cx="25" cy="17"/>
              </a:xfrm>
              <a:custGeom>
                <a:avLst/>
                <a:gdLst>
                  <a:gd name="T0" fmla="*/ 0 w 11"/>
                  <a:gd name="T1" fmla="*/ 0 h 7"/>
                  <a:gd name="T2" fmla="*/ 130 w 1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1" y="5"/>
                      <a:pt x="6" y="7"/>
                      <a:pt x="11" y="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9" name="Freeform 1101">
                <a:extLst>
                  <a:ext uri="{FF2B5EF4-FFF2-40B4-BE49-F238E27FC236}">
                    <a16:creationId xmlns:a16="http://schemas.microsoft.com/office/drawing/2014/main" id="{0A6FFDAE-47D0-417F-9F26-4D3F934DE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859"/>
                <a:ext cx="12" cy="13"/>
              </a:xfrm>
              <a:custGeom>
                <a:avLst/>
                <a:gdLst>
                  <a:gd name="T0" fmla="*/ 0 w 5"/>
                  <a:gd name="T1" fmla="*/ 0 h 5"/>
                  <a:gd name="T2" fmla="*/ 70 w 5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0" name="Freeform 1102">
                <a:extLst>
                  <a:ext uri="{FF2B5EF4-FFF2-40B4-BE49-F238E27FC236}">
                    <a16:creationId xmlns:a16="http://schemas.microsoft.com/office/drawing/2014/main" id="{49D5B7DE-4A68-4B69-9CC1-2DC2CF295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562"/>
                <a:ext cx="27" cy="35"/>
              </a:xfrm>
              <a:custGeom>
                <a:avLst/>
                <a:gdLst>
                  <a:gd name="T0" fmla="*/ 56 w 12"/>
                  <a:gd name="T1" fmla="*/ 220 h 14"/>
                  <a:gd name="T2" fmla="*/ 45 w 12"/>
                  <a:gd name="T3" fmla="*/ 50 h 14"/>
                  <a:gd name="T4" fmla="*/ 137 w 12"/>
                  <a:gd name="T5" fmla="*/ 15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5" y="14"/>
                    </a:moveTo>
                    <a:cubicBezTo>
                      <a:pt x="3" y="12"/>
                      <a:pt x="0" y="5"/>
                      <a:pt x="4" y="3"/>
                    </a:cubicBezTo>
                    <a:cubicBezTo>
                      <a:pt x="7" y="0"/>
                      <a:pt x="10" y="8"/>
                      <a:pt x="12" y="1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1" name="Freeform 1103">
                <a:extLst>
                  <a:ext uri="{FF2B5EF4-FFF2-40B4-BE49-F238E27FC236}">
                    <a16:creationId xmlns:a16="http://schemas.microsoft.com/office/drawing/2014/main" id="{F16376D1-E2EC-47CD-A824-1C0765BD8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886"/>
                <a:ext cx="9" cy="18"/>
              </a:xfrm>
              <a:custGeom>
                <a:avLst/>
                <a:gdLst>
                  <a:gd name="T0" fmla="*/ 45 w 4"/>
                  <a:gd name="T1" fmla="*/ 0 h 7"/>
                  <a:gd name="T2" fmla="*/ 11 w 4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1" y="1"/>
                      <a:pt x="0" y="4"/>
                      <a:pt x="1" y="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2" name="Freeform 1104">
                <a:extLst>
                  <a:ext uri="{FF2B5EF4-FFF2-40B4-BE49-F238E27FC236}">
                    <a16:creationId xmlns:a16="http://schemas.microsoft.com/office/drawing/2014/main" id="{D16EE49E-0652-45D4-8C52-F3556D266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567"/>
                <a:ext cx="35" cy="23"/>
              </a:xfrm>
              <a:custGeom>
                <a:avLst/>
                <a:gdLst>
                  <a:gd name="T0" fmla="*/ 126 w 15"/>
                  <a:gd name="T1" fmla="*/ 20 h 9"/>
                  <a:gd name="T2" fmla="*/ 0 w 15"/>
                  <a:gd name="T3" fmla="*/ 84 h 9"/>
                  <a:gd name="T4" fmla="*/ 191 w 15"/>
                  <a:gd name="T5" fmla="*/ 9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0" y="1"/>
                    </a:moveTo>
                    <a:cubicBezTo>
                      <a:pt x="6" y="0"/>
                      <a:pt x="2" y="1"/>
                      <a:pt x="0" y="5"/>
                    </a:cubicBezTo>
                    <a:cubicBezTo>
                      <a:pt x="4" y="9"/>
                      <a:pt x="10" y="6"/>
                      <a:pt x="15" y="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3" name="Freeform 1105">
                <a:extLst>
                  <a:ext uri="{FF2B5EF4-FFF2-40B4-BE49-F238E27FC236}">
                    <a16:creationId xmlns:a16="http://schemas.microsoft.com/office/drawing/2014/main" id="{F97C6858-3456-4270-8143-672ECBDA4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791"/>
                <a:ext cx="81" cy="67"/>
              </a:xfrm>
              <a:custGeom>
                <a:avLst/>
                <a:gdLst>
                  <a:gd name="T0" fmla="*/ 12 w 35"/>
                  <a:gd name="T1" fmla="*/ 136 h 27"/>
                  <a:gd name="T2" fmla="*/ 37 w 35"/>
                  <a:gd name="T3" fmla="*/ 12 h 27"/>
                  <a:gd name="T4" fmla="*/ 160 w 35"/>
                  <a:gd name="T5" fmla="*/ 184 h 27"/>
                  <a:gd name="T6" fmla="*/ 208 w 35"/>
                  <a:gd name="T7" fmla="*/ 0 h 27"/>
                  <a:gd name="T8" fmla="*/ 285 w 35"/>
                  <a:gd name="T9" fmla="*/ 154 h 27"/>
                  <a:gd name="T10" fmla="*/ 424 w 35"/>
                  <a:gd name="T11" fmla="*/ 0 h 27"/>
                  <a:gd name="T12" fmla="*/ 347 w 35"/>
                  <a:gd name="T13" fmla="*/ 41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7">
                    <a:moveTo>
                      <a:pt x="1" y="9"/>
                    </a:moveTo>
                    <a:cubicBezTo>
                      <a:pt x="0" y="6"/>
                      <a:pt x="1" y="3"/>
                      <a:pt x="3" y="1"/>
                    </a:cubicBezTo>
                    <a:cubicBezTo>
                      <a:pt x="9" y="1"/>
                      <a:pt x="12" y="7"/>
                      <a:pt x="13" y="12"/>
                    </a:cubicBezTo>
                    <a:cubicBezTo>
                      <a:pt x="12" y="8"/>
                      <a:pt x="14" y="3"/>
                      <a:pt x="17" y="0"/>
                    </a:cubicBezTo>
                    <a:cubicBezTo>
                      <a:pt x="21" y="2"/>
                      <a:pt x="22" y="6"/>
                      <a:pt x="23" y="10"/>
                    </a:cubicBezTo>
                    <a:cubicBezTo>
                      <a:pt x="25" y="5"/>
                      <a:pt x="28" y="1"/>
                      <a:pt x="34" y="0"/>
                    </a:cubicBezTo>
                    <a:cubicBezTo>
                      <a:pt x="35" y="9"/>
                      <a:pt x="32" y="19"/>
                      <a:pt x="28" y="2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4" name="Freeform 1106">
                <a:extLst>
                  <a:ext uri="{FF2B5EF4-FFF2-40B4-BE49-F238E27FC236}">
                    <a16:creationId xmlns:a16="http://schemas.microsoft.com/office/drawing/2014/main" id="{C01F8238-1D74-4786-A209-174A425FA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885"/>
                <a:ext cx="37" cy="47"/>
              </a:xfrm>
              <a:custGeom>
                <a:avLst/>
                <a:gdLst>
                  <a:gd name="T0" fmla="*/ 0 w 16"/>
                  <a:gd name="T1" fmla="*/ 166 h 19"/>
                  <a:gd name="T2" fmla="*/ 49 w 16"/>
                  <a:gd name="T3" fmla="*/ 28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11"/>
                    </a:moveTo>
                    <a:cubicBezTo>
                      <a:pt x="10" y="0"/>
                      <a:pt x="16" y="13"/>
                      <a:pt x="4" y="19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5" name="Freeform 1107">
                <a:extLst>
                  <a:ext uri="{FF2B5EF4-FFF2-40B4-BE49-F238E27FC236}">
                    <a16:creationId xmlns:a16="http://schemas.microsoft.com/office/drawing/2014/main" id="{531BFA1F-9D82-4444-8869-A5440085A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3242"/>
                <a:ext cx="37" cy="46"/>
              </a:xfrm>
              <a:custGeom>
                <a:avLst/>
                <a:gdLst>
                  <a:gd name="T0" fmla="*/ 171 w 16"/>
                  <a:gd name="T1" fmla="*/ 70 h 19"/>
                  <a:gd name="T2" fmla="*/ 12 w 16"/>
                  <a:gd name="T3" fmla="*/ 99 h 19"/>
                  <a:gd name="T4" fmla="*/ 12 w 16"/>
                  <a:gd name="T5" fmla="*/ 19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14" y="5"/>
                    </a:moveTo>
                    <a:cubicBezTo>
                      <a:pt x="10" y="1"/>
                      <a:pt x="0" y="0"/>
                      <a:pt x="1" y="7"/>
                    </a:cubicBezTo>
                    <a:cubicBezTo>
                      <a:pt x="16" y="9"/>
                      <a:pt x="7" y="19"/>
                      <a:pt x="1" y="14"/>
                    </a:cubicBezTo>
                  </a:path>
                </a:pathLst>
              </a:custGeom>
              <a:noFill/>
              <a:ln w="7938" cap="flat">
                <a:solidFill>
                  <a:srgbClr val="B1838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6" name="Freeform 1108">
                <a:extLst>
                  <a:ext uri="{FF2B5EF4-FFF2-40B4-BE49-F238E27FC236}">
                    <a16:creationId xmlns:a16="http://schemas.microsoft.com/office/drawing/2014/main" id="{DC60492F-A208-47D2-BDB6-795BEABE5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3227"/>
                <a:ext cx="30" cy="44"/>
              </a:xfrm>
              <a:custGeom>
                <a:avLst/>
                <a:gdLst>
                  <a:gd name="T0" fmla="*/ 85 w 13"/>
                  <a:gd name="T1" fmla="*/ 59 h 18"/>
                  <a:gd name="T2" fmla="*/ 0 w 13"/>
                  <a:gd name="T3" fmla="*/ 90 h 18"/>
                  <a:gd name="T4" fmla="*/ 134 w 13"/>
                  <a:gd name="T5" fmla="*/ 144 h 18"/>
                  <a:gd name="T6" fmla="*/ 28 w 13"/>
                  <a:gd name="T7" fmla="*/ 26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7" y="4"/>
                    </a:moveTo>
                    <a:cubicBezTo>
                      <a:pt x="7" y="0"/>
                      <a:pt x="0" y="3"/>
                      <a:pt x="0" y="6"/>
                    </a:cubicBezTo>
                    <a:cubicBezTo>
                      <a:pt x="0" y="11"/>
                      <a:pt x="8" y="9"/>
                      <a:pt x="11" y="10"/>
                    </a:cubicBezTo>
                    <a:cubicBezTo>
                      <a:pt x="13" y="14"/>
                      <a:pt x="6" y="18"/>
                      <a:pt x="2" y="18"/>
                    </a:cubicBezTo>
                  </a:path>
                </a:pathLst>
              </a:custGeom>
              <a:noFill/>
              <a:ln w="7938" cap="flat">
                <a:solidFill>
                  <a:srgbClr val="B1838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7" name="Freeform 1109">
                <a:extLst>
                  <a:ext uri="{FF2B5EF4-FFF2-40B4-BE49-F238E27FC236}">
                    <a16:creationId xmlns:a16="http://schemas.microsoft.com/office/drawing/2014/main" id="{CE6EF2EF-DECC-4230-A96F-35F204108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3185"/>
                <a:ext cx="30" cy="29"/>
              </a:xfrm>
              <a:custGeom>
                <a:avLst/>
                <a:gdLst>
                  <a:gd name="T0" fmla="*/ 159 w 13"/>
                  <a:gd name="T1" fmla="*/ 29 h 12"/>
                  <a:gd name="T2" fmla="*/ 37 w 13"/>
                  <a:gd name="T3" fmla="*/ 58 h 12"/>
                  <a:gd name="T4" fmla="*/ 122 w 13"/>
                  <a:gd name="T5" fmla="*/ 111 h 12"/>
                  <a:gd name="T6" fmla="*/ 0 w 13"/>
                  <a:gd name="T7" fmla="*/ 9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2"/>
                    </a:moveTo>
                    <a:cubicBezTo>
                      <a:pt x="9" y="1"/>
                      <a:pt x="4" y="0"/>
                      <a:pt x="3" y="4"/>
                    </a:cubicBezTo>
                    <a:cubicBezTo>
                      <a:pt x="5" y="5"/>
                      <a:pt x="13" y="4"/>
                      <a:pt x="10" y="8"/>
                    </a:cubicBezTo>
                    <a:cubicBezTo>
                      <a:pt x="9" y="12"/>
                      <a:pt x="2" y="9"/>
                      <a:pt x="0" y="7"/>
                    </a:cubicBezTo>
                  </a:path>
                </a:pathLst>
              </a:custGeom>
              <a:noFill/>
              <a:ln w="7938" cap="flat">
                <a:solidFill>
                  <a:srgbClr val="B1838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8" name="Freeform 1110">
                <a:extLst>
                  <a:ext uri="{FF2B5EF4-FFF2-40B4-BE49-F238E27FC236}">
                    <a16:creationId xmlns:a16="http://schemas.microsoft.com/office/drawing/2014/main" id="{4B81F8C0-A2C5-46C9-9BCA-824AB8474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209"/>
                <a:ext cx="37" cy="60"/>
              </a:xfrm>
              <a:custGeom>
                <a:avLst/>
                <a:gdLst>
                  <a:gd name="T0" fmla="*/ 199 w 16"/>
                  <a:gd name="T1" fmla="*/ 83 h 24"/>
                  <a:gd name="T2" fmla="*/ 74 w 16"/>
                  <a:gd name="T3" fmla="*/ 83 h 24"/>
                  <a:gd name="T4" fmla="*/ 160 w 16"/>
                  <a:gd name="T5" fmla="*/ 188 h 24"/>
                  <a:gd name="T6" fmla="*/ 187 w 16"/>
                  <a:gd name="T7" fmla="*/ 36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4">
                    <a:moveTo>
                      <a:pt x="16" y="5"/>
                    </a:moveTo>
                    <a:cubicBezTo>
                      <a:pt x="13" y="3"/>
                      <a:pt x="7" y="0"/>
                      <a:pt x="6" y="5"/>
                    </a:cubicBezTo>
                    <a:cubicBezTo>
                      <a:pt x="4" y="9"/>
                      <a:pt x="11" y="10"/>
                      <a:pt x="13" y="12"/>
                    </a:cubicBezTo>
                    <a:cubicBezTo>
                      <a:pt x="0" y="12"/>
                      <a:pt x="5" y="24"/>
                      <a:pt x="15" y="23"/>
                    </a:cubicBezTo>
                  </a:path>
                </a:pathLst>
              </a:custGeom>
              <a:noFill/>
              <a:ln w="7938" cap="flat">
                <a:solidFill>
                  <a:srgbClr val="B1838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9" name="Freeform 1111">
                <a:extLst>
                  <a:ext uri="{FF2B5EF4-FFF2-40B4-BE49-F238E27FC236}">
                    <a16:creationId xmlns:a16="http://schemas.microsoft.com/office/drawing/2014/main" id="{E82961F7-F833-42B6-96F1-E971B1E74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217"/>
                <a:ext cx="25" cy="15"/>
              </a:xfrm>
              <a:custGeom>
                <a:avLst/>
                <a:gdLst>
                  <a:gd name="T0" fmla="*/ 130 w 11"/>
                  <a:gd name="T1" fmla="*/ 63 h 6"/>
                  <a:gd name="T2" fmla="*/ 11 w 11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11" y="4"/>
                    </a:moveTo>
                    <a:cubicBezTo>
                      <a:pt x="9" y="1"/>
                      <a:pt x="0" y="0"/>
                      <a:pt x="1" y="6"/>
                    </a:cubicBezTo>
                  </a:path>
                </a:pathLst>
              </a:custGeom>
              <a:noFill/>
              <a:ln w="7938" cap="flat">
                <a:solidFill>
                  <a:srgbClr val="B1838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428" name="Freeform 1113">
              <a:extLst>
                <a:ext uri="{FF2B5EF4-FFF2-40B4-BE49-F238E27FC236}">
                  <a16:creationId xmlns:a16="http://schemas.microsoft.com/office/drawing/2014/main" id="{0AEAAF9D-A4E7-40AD-82C6-D0D22856B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232"/>
              <a:ext cx="30" cy="19"/>
            </a:xfrm>
            <a:custGeom>
              <a:avLst/>
              <a:gdLst>
                <a:gd name="T0" fmla="*/ 134 w 13"/>
                <a:gd name="T1" fmla="*/ 69 h 8"/>
                <a:gd name="T2" fmla="*/ 0 w 13"/>
                <a:gd name="T3" fmla="*/ 57 h 8"/>
                <a:gd name="T4" fmla="*/ 159 w 13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11" y="5"/>
                  </a:moveTo>
                  <a:cubicBezTo>
                    <a:pt x="9" y="1"/>
                    <a:pt x="2" y="0"/>
                    <a:pt x="0" y="4"/>
                  </a:cubicBezTo>
                  <a:cubicBezTo>
                    <a:pt x="2" y="7"/>
                    <a:pt x="9" y="7"/>
                    <a:pt x="13" y="8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29" name="Freeform 1114">
              <a:extLst>
                <a:ext uri="{FF2B5EF4-FFF2-40B4-BE49-F238E27FC236}">
                  <a16:creationId xmlns:a16="http://schemas.microsoft.com/office/drawing/2014/main" id="{66672601-CD46-470D-B038-25070682E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242"/>
              <a:ext cx="30" cy="51"/>
            </a:xfrm>
            <a:custGeom>
              <a:avLst/>
              <a:gdLst>
                <a:gd name="T0" fmla="*/ 150 w 13"/>
                <a:gd name="T1" fmla="*/ 29 h 21"/>
                <a:gd name="T2" fmla="*/ 12 w 13"/>
                <a:gd name="T3" fmla="*/ 41 h 21"/>
                <a:gd name="T4" fmla="*/ 122 w 13"/>
                <a:gd name="T5" fmla="*/ 129 h 21"/>
                <a:gd name="T6" fmla="*/ 0 w 13"/>
                <a:gd name="T7" fmla="*/ 202 h 21"/>
                <a:gd name="T8" fmla="*/ 159 w 13"/>
                <a:gd name="T9" fmla="*/ 260 h 21"/>
                <a:gd name="T10" fmla="*/ 65 w 13"/>
                <a:gd name="T11" fmla="*/ 30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1">
                  <a:moveTo>
                    <a:pt x="12" y="2"/>
                  </a:moveTo>
                  <a:cubicBezTo>
                    <a:pt x="9" y="1"/>
                    <a:pt x="3" y="0"/>
                    <a:pt x="1" y="3"/>
                  </a:cubicBezTo>
                  <a:cubicBezTo>
                    <a:pt x="3" y="6"/>
                    <a:pt x="8" y="6"/>
                    <a:pt x="10" y="9"/>
                  </a:cubicBezTo>
                  <a:cubicBezTo>
                    <a:pt x="7" y="10"/>
                    <a:pt x="2" y="11"/>
                    <a:pt x="0" y="14"/>
                  </a:cubicBezTo>
                  <a:cubicBezTo>
                    <a:pt x="4" y="16"/>
                    <a:pt x="9" y="14"/>
                    <a:pt x="13" y="18"/>
                  </a:cubicBezTo>
                  <a:cubicBezTo>
                    <a:pt x="11" y="20"/>
                    <a:pt x="8" y="21"/>
                    <a:pt x="5" y="21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0" name="Freeform 1115">
              <a:extLst>
                <a:ext uri="{FF2B5EF4-FFF2-40B4-BE49-F238E27FC236}">
                  <a16:creationId xmlns:a16="http://schemas.microsoft.com/office/drawing/2014/main" id="{A3D9BBEA-D243-4E2F-8E9C-2C65D79A8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940"/>
              <a:ext cx="20" cy="29"/>
            </a:xfrm>
            <a:custGeom>
              <a:avLst/>
              <a:gdLst>
                <a:gd name="T0" fmla="*/ 9 w 9"/>
                <a:gd name="T1" fmla="*/ 41 h 12"/>
                <a:gd name="T2" fmla="*/ 36 w 9"/>
                <a:gd name="T3" fmla="*/ 169 h 12"/>
                <a:gd name="T4" fmla="*/ 53 w 9"/>
                <a:gd name="T5" fmla="*/ 12 h 12"/>
                <a:gd name="T6" fmla="*/ 89 w 9"/>
                <a:gd name="T7" fmla="*/ 12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1" y="3"/>
                  </a:moveTo>
                  <a:cubicBezTo>
                    <a:pt x="0" y="6"/>
                    <a:pt x="0" y="10"/>
                    <a:pt x="3" y="12"/>
                  </a:cubicBezTo>
                  <a:cubicBezTo>
                    <a:pt x="5" y="10"/>
                    <a:pt x="3" y="2"/>
                    <a:pt x="5" y="1"/>
                  </a:cubicBezTo>
                  <a:cubicBezTo>
                    <a:pt x="9" y="0"/>
                    <a:pt x="9" y="7"/>
                    <a:pt x="8" y="9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1" name="Freeform 1116">
              <a:extLst>
                <a:ext uri="{FF2B5EF4-FFF2-40B4-BE49-F238E27FC236}">
                  <a16:creationId xmlns:a16="http://schemas.microsoft.com/office/drawing/2014/main" id="{A153BB40-BA4F-4C03-A756-895154D2D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989"/>
              <a:ext cx="58" cy="47"/>
            </a:xfrm>
            <a:custGeom>
              <a:avLst/>
              <a:gdLst>
                <a:gd name="T0" fmla="*/ 0 w 25"/>
                <a:gd name="T1" fmla="*/ 275 h 19"/>
                <a:gd name="T2" fmla="*/ 65 w 25"/>
                <a:gd name="T3" fmla="*/ 121 h 19"/>
                <a:gd name="T4" fmla="*/ 123 w 25"/>
                <a:gd name="T5" fmla="*/ 275 h 19"/>
                <a:gd name="T6" fmla="*/ 172 w 25"/>
                <a:gd name="T7" fmla="*/ 104 h 19"/>
                <a:gd name="T8" fmla="*/ 248 w 25"/>
                <a:gd name="T9" fmla="*/ 245 h 19"/>
                <a:gd name="T10" fmla="*/ 285 w 25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9">
                  <a:moveTo>
                    <a:pt x="0" y="18"/>
                  </a:moveTo>
                  <a:cubicBezTo>
                    <a:pt x="3" y="15"/>
                    <a:pt x="2" y="10"/>
                    <a:pt x="5" y="8"/>
                  </a:cubicBezTo>
                  <a:cubicBezTo>
                    <a:pt x="6" y="10"/>
                    <a:pt x="7" y="19"/>
                    <a:pt x="10" y="18"/>
                  </a:cubicBezTo>
                  <a:cubicBezTo>
                    <a:pt x="13" y="18"/>
                    <a:pt x="13" y="9"/>
                    <a:pt x="14" y="7"/>
                  </a:cubicBezTo>
                  <a:cubicBezTo>
                    <a:pt x="15" y="8"/>
                    <a:pt x="17" y="16"/>
                    <a:pt x="20" y="16"/>
                  </a:cubicBezTo>
                  <a:cubicBezTo>
                    <a:pt x="25" y="16"/>
                    <a:pt x="23" y="3"/>
                    <a:pt x="23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2" name="Freeform 1117">
              <a:extLst>
                <a:ext uri="{FF2B5EF4-FFF2-40B4-BE49-F238E27FC236}">
                  <a16:creationId xmlns:a16="http://schemas.microsoft.com/office/drawing/2014/main" id="{EDA19C6C-8A34-4BAE-82BE-80B07E90B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054"/>
              <a:ext cx="21" cy="27"/>
            </a:xfrm>
            <a:custGeom>
              <a:avLst/>
              <a:gdLst>
                <a:gd name="T0" fmla="*/ 114 w 9"/>
                <a:gd name="T1" fmla="*/ 91 h 11"/>
                <a:gd name="T2" fmla="*/ 12 w 9"/>
                <a:gd name="T3" fmla="*/ 0 h 11"/>
                <a:gd name="T4" fmla="*/ 65 w 9"/>
                <a:gd name="T5" fmla="*/ 16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6"/>
                  </a:moveTo>
                  <a:cubicBezTo>
                    <a:pt x="6" y="4"/>
                    <a:pt x="5" y="0"/>
                    <a:pt x="1" y="0"/>
                  </a:cubicBezTo>
                  <a:cubicBezTo>
                    <a:pt x="0" y="4"/>
                    <a:pt x="2" y="8"/>
                    <a:pt x="5" y="11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3" name="Freeform 1118">
              <a:extLst>
                <a:ext uri="{FF2B5EF4-FFF2-40B4-BE49-F238E27FC236}">
                  <a16:creationId xmlns:a16="http://schemas.microsoft.com/office/drawing/2014/main" id="{05069F95-FE10-429B-9E46-038B6A2FF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088"/>
              <a:ext cx="25" cy="17"/>
            </a:xfrm>
            <a:custGeom>
              <a:avLst/>
              <a:gdLst>
                <a:gd name="T0" fmla="*/ 130 w 11"/>
                <a:gd name="T1" fmla="*/ 29 h 7"/>
                <a:gd name="T2" fmla="*/ 0 w 11"/>
                <a:gd name="T3" fmla="*/ 12 h 7"/>
                <a:gd name="T4" fmla="*/ 57 w 11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1" y="2"/>
                  </a:moveTo>
                  <a:cubicBezTo>
                    <a:pt x="7" y="3"/>
                    <a:pt x="4" y="0"/>
                    <a:pt x="0" y="1"/>
                  </a:cubicBezTo>
                  <a:cubicBezTo>
                    <a:pt x="1" y="4"/>
                    <a:pt x="3" y="6"/>
                    <a:pt x="5" y="7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4" name="Freeform 1119">
              <a:extLst>
                <a:ext uri="{FF2B5EF4-FFF2-40B4-BE49-F238E27FC236}">
                  <a16:creationId xmlns:a16="http://schemas.microsoft.com/office/drawing/2014/main" id="{D67EED7A-E342-43BC-B061-5E64865FC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103"/>
              <a:ext cx="40" cy="30"/>
            </a:xfrm>
            <a:custGeom>
              <a:avLst/>
              <a:gdLst>
                <a:gd name="T0" fmla="*/ 221 w 17"/>
                <a:gd name="T1" fmla="*/ 63 h 12"/>
                <a:gd name="T2" fmla="*/ 106 w 17"/>
                <a:gd name="T3" fmla="*/ 0 h 12"/>
                <a:gd name="T4" fmla="*/ 155 w 17"/>
                <a:gd name="T5" fmla="*/ 175 h 12"/>
                <a:gd name="T6" fmla="*/ 0 w 17"/>
                <a:gd name="T7" fmla="*/ 9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17" y="4"/>
                  </a:moveTo>
                  <a:cubicBezTo>
                    <a:pt x="14" y="3"/>
                    <a:pt x="11" y="0"/>
                    <a:pt x="8" y="0"/>
                  </a:cubicBezTo>
                  <a:cubicBezTo>
                    <a:pt x="7" y="3"/>
                    <a:pt x="15" y="10"/>
                    <a:pt x="12" y="11"/>
                  </a:cubicBezTo>
                  <a:cubicBezTo>
                    <a:pt x="10" y="12"/>
                    <a:pt x="0" y="8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5" name="Freeform 1120">
              <a:extLst>
                <a:ext uri="{FF2B5EF4-FFF2-40B4-BE49-F238E27FC236}">
                  <a16:creationId xmlns:a16="http://schemas.microsoft.com/office/drawing/2014/main" id="{8D014190-BC41-453C-B650-7CD54C5B5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2707"/>
              <a:ext cx="16" cy="23"/>
            </a:xfrm>
            <a:custGeom>
              <a:avLst/>
              <a:gdLst>
                <a:gd name="T0" fmla="*/ 0 w 7"/>
                <a:gd name="T1" fmla="*/ 151 h 9"/>
                <a:gd name="T2" fmla="*/ 85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1" y="4"/>
                    <a:pt x="4" y="2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6" name="Freeform 1121">
              <a:extLst>
                <a:ext uri="{FF2B5EF4-FFF2-40B4-BE49-F238E27FC236}">
                  <a16:creationId xmlns:a16="http://schemas.microsoft.com/office/drawing/2014/main" id="{05C106CE-56A1-49B1-A366-F87F69478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660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7" name="Freeform 1122">
              <a:extLst>
                <a:ext uri="{FF2B5EF4-FFF2-40B4-BE49-F238E27FC236}">
                  <a16:creationId xmlns:a16="http://schemas.microsoft.com/office/drawing/2014/main" id="{F192FEB0-F8C0-41B8-BA70-A94B7922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603"/>
              <a:ext cx="11" cy="8"/>
            </a:xfrm>
            <a:custGeom>
              <a:avLst/>
              <a:gdLst>
                <a:gd name="T0" fmla="*/ 0 w 5"/>
                <a:gd name="T1" fmla="*/ 56 h 3"/>
                <a:gd name="T2" fmla="*/ 53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8" name="Freeform 1123">
              <a:extLst>
                <a:ext uri="{FF2B5EF4-FFF2-40B4-BE49-F238E27FC236}">
                  <a16:creationId xmlns:a16="http://schemas.microsoft.com/office/drawing/2014/main" id="{0887AA53-25B3-4D7C-855F-E02800DAF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861"/>
              <a:ext cx="28" cy="32"/>
            </a:xfrm>
            <a:custGeom>
              <a:avLst/>
              <a:gdLst>
                <a:gd name="T0" fmla="*/ 152 w 12"/>
                <a:gd name="T1" fmla="*/ 12 h 13"/>
                <a:gd name="T2" fmla="*/ 86 w 12"/>
                <a:gd name="T3" fmla="*/ 182 h 13"/>
                <a:gd name="T4" fmla="*/ 103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1"/>
                  </a:moveTo>
                  <a:cubicBezTo>
                    <a:pt x="12" y="3"/>
                    <a:pt x="10" y="11"/>
                    <a:pt x="7" y="12"/>
                  </a:cubicBezTo>
                  <a:cubicBezTo>
                    <a:pt x="0" y="13"/>
                    <a:pt x="8" y="2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39" name="Freeform 1124">
              <a:extLst>
                <a:ext uri="{FF2B5EF4-FFF2-40B4-BE49-F238E27FC236}">
                  <a16:creationId xmlns:a16="http://schemas.microsoft.com/office/drawing/2014/main" id="{B086A759-CF93-4F56-A0D6-9192C282E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791"/>
              <a:ext cx="42" cy="38"/>
            </a:xfrm>
            <a:custGeom>
              <a:avLst/>
              <a:gdLst>
                <a:gd name="T0" fmla="*/ 229 w 18"/>
                <a:gd name="T1" fmla="*/ 0 h 15"/>
                <a:gd name="T2" fmla="*/ 103 w 18"/>
                <a:gd name="T3" fmla="*/ 213 h 15"/>
                <a:gd name="T4" fmla="*/ 126 w 18"/>
                <a:gd name="T5" fmla="*/ 11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8" y="0"/>
                  </a:moveTo>
                  <a:cubicBezTo>
                    <a:pt x="15" y="3"/>
                    <a:pt x="12" y="12"/>
                    <a:pt x="8" y="13"/>
                  </a:cubicBezTo>
                  <a:cubicBezTo>
                    <a:pt x="0" y="15"/>
                    <a:pt x="7" y="9"/>
                    <a:pt x="10" y="7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0" name="Freeform 1125">
              <a:extLst>
                <a:ext uri="{FF2B5EF4-FFF2-40B4-BE49-F238E27FC236}">
                  <a16:creationId xmlns:a16="http://schemas.microsoft.com/office/drawing/2014/main" id="{79F76B6E-1B01-49B2-83E8-83DC4504D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900"/>
              <a:ext cx="26" cy="32"/>
            </a:xfrm>
            <a:custGeom>
              <a:avLst/>
              <a:gdLst>
                <a:gd name="T0" fmla="*/ 144 w 11"/>
                <a:gd name="T1" fmla="*/ 0 h 13"/>
                <a:gd name="T2" fmla="*/ 78 w 11"/>
                <a:gd name="T3" fmla="*/ 182 h 13"/>
                <a:gd name="T4" fmla="*/ 50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1" y="0"/>
                  </a:moveTo>
                  <a:cubicBezTo>
                    <a:pt x="10" y="3"/>
                    <a:pt x="11" y="12"/>
                    <a:pt x="6" y="12"/>
                  </a:cubicBezTo>
                  <a:cubicBezTo>
                    <a:pt x="0" y="13"/>
                    <a:pt x="4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1" name="Freeform 1126">
              <a:extLst>
                <a:ext uri="{FF2B5EF4-FFF2-40B4-BE49-F238E27FC236}">
                  <a16:creationId xmlns:a16="http://schemas.microsoft.com/office/drawing/2014/main" id="{BCC90BCB-C0F9-4C2B-9768-E16944F2E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3212"/>
              <a:ext cx="28" cy="22"/>
            </a:xfrm>
            <a:custGeom>
              <a:avLst/>
              <a:gdLst>
                <a:gd name="T0" fmla="*/ 126 w 12"/>
                <a:gd name="T1" fmla="*/ 0 h 9"/>
                <a:gd name="T2" fmla="*/ 49 w 12"/>
                <a:gd name="T3" fmla="*/ 120 h 9"/>
                <a:gd name="T4" fmla="*/ 152 w 12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0" y="0"/>
                  </a:moveTo>
                  <a:cubicBezTo>
                    <a:pt x="7" y="0"/>
                    <a:pt x="0" y="4"/>
                    <a:pt x="4" y="8"/>
                  </a:cubicBezTo>
                  <a:cubicBezTo>
                    <a:pt x="6" y="9"/>
                    <a:pt x="11" y="7"/>
                    <a:pt x="12" y="7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2" name="Freeform 1127">
              <a:extLst>
                <a:ext uri="{FF2B5EF4-FFF2-40B4-BE49-F238E27FC236}">
                  <a16:creationId xmlns:a16="http://schemas.microsoft.com/office/drawing/2014/main" id="{CF4E62AE-A523-4C0D-9275-57C2AEFE2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266"/>
              <a:ext cx="14" cy="5"/>
            </a:xfrm>
            <a:custGeom>
              <a:avLst/>
              <a:gdLst>
                <a:gd name="T0" fmla="*/ 77 w 6"/>
                <a:gd name="T1" fmla="*/ 20 h 2"/>
                <a:gd name="T2" fmla="*/ 0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3" y="0"/>
                    <a:pt x="1" y="0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3" name="Freeform 1128">
              <a:extLst>
                <a:ext uri="{FF2B5EF4-FFF2-40B4-BE49-F238E27FC236}">
                  <a16:creationId xmlns:a16="http://schemas.microsoft.com/office/drawing/2014/main" id="{06A5E29D-D4AB-4BF7-A601-1C7069FF8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3242"/>
              <a:ext cx="28" cy="59"/>
            </a:xfrm>
            <a:custGeom>
              <a:avLst/>
              <a:gdLst>
                <a:gd name="T0" fmla="*/ 142 w 12"/>
                <a:gd name="T1" fmla="*/ 30 h 24"/>
                <a:gd name="T2" fmla="*/ 152 w 12"/>
                <a:gd name="T3" fmla="*/ 150 h 24"/>
                <a:gd name="T4" fmla="*/ 152 w 12"/>
                <a:gd name="T5" fmla="*/ 32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11" y="2"/>
                  </a:moveTo>
                  <a:cubicBezTo>
                    <a:pt x="0" y="0"/>
                    <a:pt x="5" y="12"/>
                    <a:pt x="12" y="10"/>
                  </a:cubicBezTo>
                  <a:cubicBezTo>
                    <a:pt x="5" y="13"/>
                    <a:pt x="1" y="24"/>
                    <a:pt x="12" y="22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4" name="Freeform 1129">
              <a:extLst>
                <a:ext uri="{FF2B5EF4-FFF2-40B4-BE49-F238E27FC236}">
                  <a16:creationId xmlns:a16="http://schemas.microsoft.com/office/drawing/2014/main" id="{1B8777F1-1667-4D1D-861B-3D07178B8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3271"/>
              <a:ext cx="37" cy="42"/>
            </a:xfrm>
            <a:custGeom>
              <a:avLst/>
              <a:gdLst>
                <a:gd name="T0" fmla="*/ 150 w 16"/>
                <a:gd name="T1" fmla="*/ 74 h 17"/>
                <a:gd name="T2" fmla="*/ 0 w 16"/>
                <a:gd name="T3" fmla="*/ 121 h 17"/>
                <a:gd name="T4" fmla="*/ 150 w 16"/>
                <a:gd name="T5" fmla="*/ 166 h 17"/>
                <a:gd name="T6" fmla="*/ 12 w 16"/>
                <a:gd name="T7" fmla="*/ 24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2" y="5"/>
                  </a:moveTo>
                  <a:cubicBezTo>
                    <a:pt x="10" y="0"/>
                    <a:pt x="1" y="4"/>
                    <a:pt x="0" y="8"/>
                  </a:cubicBezTo>
                  <a:cubicBezTo>
                    <a:pt x="3" y="11"/>
                    <a:pt x="10" y="8"/>
                    <a:pt x="12" y="11"/>
                  </a:cubicBezTo>
                  <a:cubicBezTo>
                    <a:pt x="16" y="17"/>
                    <a:pt x="4" y="17"/>
                    <a:pt x="1" y="16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5" name="Freeform 1130">
              <a:extLst>
                <a:ext uri="{FF2B5EF4-FFF2-40B4-BE49-F238E27FC236}">
                  <a16:creationId xmlns:a16="http://schemas.microsoft.com/office/drawing/2014/main" id="{9DB31D2E-C554-46E9-88C9-F472EC357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256"/>
              <a:ext cx="14" cy="1"/>
            </a:xfrm>
            <a:custGeom>
              <a:avLst/>
              <a:gdLst>
                <a:gd name="T0" fmla="*/ 77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6" name="Freeform 1131">
              <a:extLst>
                <a:ext uri="{FF2B5EF4-FFF2-40B4-BE49-F238E27FC236}">
                  <a16:creationId xmlns:a16="http://schemas.microsoft.com/office/drawing/2014/main" id="{2F98CCC8-35EC-4A83-AF2C-D0ADA4E0F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239"/>
              <a:ext cx="14" cy="3"/>
            </a:xfrm>
            <a:custGeom>
              <a:avLst/>
              <a:gdLst>
                <a:gd name="T0" fmla="*/ 77 w 6"/>
                <a:gd name="T1" fmla="*/ 27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7" name="Freeform 1132">
              <a:extLst>
                <a:ext uri="{FF2B5EF4-FFF2-40B4-BE49-F238E27FC236}">
                  <a16:creationId xmlns:a16="http://schemas.microsoft.com/office/drawing/2014/main" id="{D6D4917F-EBAC-4B56-B9F2-0F419CEA2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594"/>
              <a:ext cx="21" cy="2"/>
            </a:xfrm>
            <a:custGeom>
              <a:avLst/>
              <a:gdLst>
                <a:gd name="T0" fmla="*/ 114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8" name="Freeform 1133">
              <a:extLst>
                <a:ext uri="{FF2B5EF4-FFF2-40B4-BE49-F238E27FC236}">
                  <a16:creationId xmlns:a16="http://schemas.microsoft.com/office/drawing/2014/main" id="{39607604-882D-4661-B34C-58A5252C5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754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3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6DAA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9" name="Freeform 1134">
              <a:extLst>
                <a:ext uri="{FF2B5EF4-FFF2-40B4-BE49-F238E27FC236}">
                  <a16:creationId xmlns:a16="http://schemas.microsoft.com/office/drawing/2014/main" id="{6CED3741-1979-4E30-8141-D1C5C174E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307"/>
              <a:ext cx="23" cy="32"/>
            </a:xfrm>
            <a:custGeom>
              <a:avLst/>
              <a:gdLst>
                <a:gd name="T0" fmla="*/ 122 w 10"/>
                <a:gd name="T1" fmla="*/ 12 h 13"/>
                <a:gd name="T2" fmla="*/ 28 w 10"/>
                <a:gd name="T3" fmla="*/ 30 h 13"/>
                <a:gd name="T4" fmla="*/ 122 w 10"/>
                <a:gd name="T5" fmla="*/ 162 h 13"/>
                <a:gd name="T6" fmla="*/ 0 w 10"/>
                <a:gd name="T7" fmla="*/ 1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1"/>
                  </a:moveTo>
                  <a:cubicBezTo>
                    <a:pt x="7" y="1"/>
                    <a:pt x="4" y="0"/>
                    <a:pt x="2" y="2"/>
                  </a:cubicBezTo>
                  <a:cubicBezTo>
                    <a:pt x="3" y="6"/>
                    <a:pt x="10" y="5"/>
                    <a:pt x="10" y="11"/>
                  </a:cubicBezTo>
                  <a:cubicBezTo>
                    <a:pt x="6" y="13"/>
                    <a:pt x="4" y="8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DF79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79" name="Lateral-view-human-brain-illustration">
            <a:extLst>
              <a:ext uri="{FF2B5EF4-FFF2-40B4-BE49-F238E27FC236}">
                <a16:creationId xmlns:a16="http://schemas.microsoft.com/office/drawing/2014/main" id="{809695F0-90C5-4892-B524-77D498C7B4C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063750" y="1676400"/>
            <a:ext cx="3879850" cy="3675063"/>
            <a:chOff x="356" y="1280"/>
            <a:chExt cx="2444" cy="2315"/>
          </a:xfrm>
        </p:grpSpPr>
        <p:grpSp>
          <p:nvGrpSpPr>
            <p:cNvPr id="50180" name="Group 664">
              <a:extLst>
                <a:ext uri="{FF2B5EF4-FFF2-40B4-BE49-F238E27FC236}">
                  <a16:creationId xmlns:a16="http://schemas.microsoft.com/office/drawing/2014/main" id="{6D146184-B15F-4282-8E2E-10D91E82E7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" y="1280"/>
              <a:ext cx="2444" cy="2315"/>
              <a:chOff x="356" y="1280"/>
              <a:chExt cx="2444" cy="2315"/>
            </a:xfrm>
          </p:grpSpPr>
          <p:sp>
            <p:nvSpPr>
              <p:cNvPr id="50226" name="Freeform 464">
                <a:extLst>
                  <a:ext uri="{FF2B5EF4-FFF2-40B4-BE49-F238E27FC236}">
                    <a16:creationId xmlns:a16="http://schemas.microsoft.com/office/drawing/2014/main" id="{57983A6C-F6AC-48E6-A882-54F5C3B35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2886"/>
                <a:ext cx="843" cy="477"/>
              </a:xfrm>
              <a:custGeom>
                <a:avLst/>
                <a:gdLst>
                  <a:gd name="T0" fmla="*/ 160 w 364"/>
                  <a:gd name="T1" fmla="*/ 153 h 193"/>
                  <a:gd name="T2" fmla="*/ 188 w 364"/>
                  <a:gd name="T3" fmla="*/ 104 h 193"/>
                  <a:gd name="T4" fmla="*/ 248 w 364"/>
                  <a:gd name="T5" fmla="*/ 0 h 193"/>
                  <a:gd name="T6" fmla="*/ 1839 w 364"/>
                  <a:gd name="T7" fmla="*/ 195 h 193"/>
                  <a:gd name="T8" fmla="*/ 3407 w 364"/>
                  <a:gd name="T9" fmla="*/ 133 h 193"/>
                  <a:gd name="T10" fmla="*/ 4521 w 364"/>
                  <a:gd name="T11" fmla="*/ 573 h 193"/>
                  <a:gd name="T12" fmla="*/ 4472 w 364"/>
                  <a:gd name="T13" fmla="*/ 727 h 193"/>
                  <a:gd name="T14" fmla="*/ 4370 w 364"/>
                  <a:gd name="T15" fmla="*/ 801 h 193"/>
                  <a:gd name="T16" fmla="*/ 4296 w 364"/>
                  <a:gd name="T17" fmla="*/ 872 h 193"/>
                  <a:gd name="T18" fmla="*/ 4173 w 364"/>
                  <a:gd name="T19" fmla="*/ 922 h 193"/>
                  <a:gd name="T20" fmla="*/ 4023 w 364"/>
                  <a:gd name="T21" fmla="*/ 1404 h 193"/>
                  <a:gd name="T22" fmla="*/ 3888 w 364"/>
                  <a:gd name="T23" fmla="*/ 1918 h 193"/>
                  <a:gd name="T24" fmla="*/ 3749 w 364"/>
                  <a:gd name="T25" fmla="*/ 2187 h 193"/>
                  <a:gd name="T26" fmla="*/ 3367 w 364"/>
                  <a:gd name="T27" fmla="*/ 2731 h 193"/>
                  <a:gd name="T28" fmla="*/ 3208 w 364"/>
                  <a:gd name="T29" fmla="*/ 2748 h 193"/>
                  <a:gd name="T30" fmla="*/ 2955 w 364"/>
                  <a:gd name="T31" fmla="*/ 2790 h 193"/>
                  <a:gd name="T32" fmla="*/ 2682 w 364"/>
                  <a:gd name="T33" fmla="*/ 2810 h 193"/>
                  <a:gd name="T34" fmla="*/ 2568 w 364"/>
                  <a:gd name="T35" fmla="*/ 2822 h 193"/>
                  <a:gd name="T36" fmla="*/ 2409 w 364"/>
                  <a:gd name="T37" fmla="*/ 2822 h 193"/>
                  <a:gd name="T38" fmla="*/ 2332 w 364"/>
                  <a:gd name="T39" fmla="*/ 2780 h 193"/>
                  <a:gd name="T40" fmla="*/ 2087 w 364"/>
                  <a:gd name="T41" fmla="*/ 2719 h 193"/>
                  <a:gd name="T42" fmla="*/ 1491 w 364"/>
                  <a:gd name="T43" fmla="*/ 2504 h 193"/>
                  <a:gd name="T44" fmla="*/ 1443 w 364"/>
                  <a:gd name="T45" fmla="*/ 2155 h 193"/>
                  <a:gd name="T46" fmla="*/ 1267 w 364"/>
                  <a:gd name="T47" fmla="*/ 2279 h 193"/>
                  <a:gd name="T48" fmla="*/ 1068 w 364"/>
                  <a:gd name="T49" fmla="*/ 2187 h 193"/>
                  <a:gd name="T50" fmla="*/ 669 w 364"/>
                  <a:gd name="T51" fmla="*/ 1723 h 193"/>
                  <a:gd name="T52" fmla="*/ 510 w 364"/>
                  <a:gd name="T53" fmla="*/ 1498 h 193"/>
                  <a:gd name="T54" fmla="*/ 236 w 364"/>
                  <a:gd name="T55" fmla="*/ 1270 h 193"/>
                  <a:gd name="T56" fmla="*/ 12 w 364"/>
                  <a:gd name="T57" fmla="*/ 788 h 193"/>
                  <a:gd name="T58" fmla="*/ 134 w 364"/>
                  <a:gd name="T59" fmla="*/ 215 h 193"/>
                  <a:gd name="T60" fmla="*/ 160 w 364"/>
                  <a:gd name="T61" fmla="*/ 153 h 19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64" h="193">
                    <a:moveTo>
                      <a:pt x="13" y="10"/>
                    </a:moveTo>
                    <a:cubicBezTo>
                      <a:pt x="14" y="9"/>
                      <a:pt x="14" y="8"/>
                      <a:pt x="15" y="7"/>
                    </a:cubicBezTo>
                    <a:cubicBezTo>
                      <a:pt x="17" y="5"/>
                      <a:pt x="18" y="2"/>
                      <a:pt x="20" y="0"/>
                    </a:cubicBezTo>
                    <a:cubicBezTo>
                      <a:pt x="74" y="8"/>
                      <a:pt x="111" y="7"/>
                      <a:pt x="148" y="13"/>
                    </a:cubicBezTo>
                    <a:cubicBezTo>
                      <a:pt x="190" y="21"/>
                      <a:pt x="263" y="20"/>
                      <a:pt x="274" y="9"/>
                    </a:cubicBezTo>
                    <a:cubicBezTo>
                      <a:pt x="285" y="19"/>
                      <a:pt x="328" y="32"/>
                      <a:pt x="364" y="38"/>
                    </a:cubicBezTo>
                    <a:cubicBezTo>
                      <a:pt x="363" y="42"/>
                      <a:pt x="361" y="46"/>
                      <a:pt x="360" y="48"/>
                    </a:cubicBezTo>
                    <a:cubicBezTo>
                      <a:pt x="358" y="51"/>
                      <a:pt x="354" y="51"/>
                      <a:pt x="352" y="53"/>
                    </a:cubicBezTo>
                    <a:cubicBezTo>
                      <a:pt x="349" y="55"/>
                      <a:pt x="349" y="57"/>
                      <a:pt x="346" y="58"/>
                    </a:cubicBezTo>
                    <a:cubicBezTo>
                      <a:pt x="343" y="59"/>
                      <a:pt x="339" y="60"/>
                      <a:pt x="336" y="61"/>
                    </a:cubicBezTo>
                    <a:cubicBezTo>
                      <a:pt x="337" y="70"/>
                      <a:pt x="338" y="84"/>
                      <a:pt x="324" y="93"/>
                    </a:cubicBezTo>
                    <a:cubicBezTo>
                      <a:pt x="326" y="112"/>
                      <a:pt x="325" y="123"/>
                      <a:pt x="313" y="127"/>
                    </a:cubicBezTo>
                    <a:cubicBezTo>
                      <a:pt x="312" y="135"/>
                      <a:pt x="309" y="141"/>
                      <a:pt x="302" y="145"/>
                    </a:cubicBezTo>
                    <a:cubicBezTo>
                      <a:pt x="300" y="155"/>
                      <a:pt x="279" y="179"/>
                      <a:pt x="271" y="181"/>
                    </a:cubicBezTo>
                    <a:cubicBezTo>
                      <a:pt x="266" y="183"/>
                      <a:pt x="263" y="181"/>
                      <a:pt x="258" y="182"/>
                    </a:cubicBezTo>
                    <a:cubicBezTo>
                      <a:pt x="252" y="184"/>
                      <a:pt x="241" y="193"/>
                      <a:pt x="238" y="185"/>
                    </a:cubicBezTo>
                    <a:cubicBezTo>
                      <a:pt x="230" y="191"/>
                      <a:pt x="223" y="187"/>
                      <a:pt x="216" y="186"/>
                    </a:cubicBezTo>
                    <a:cubicBezTo>
                      <a:pt x="216" y="186"/>
                      <a:pt x="208" y="187"/>
                      <a:pt x="207" y="187"/>
                    </a:cubicBezTo>
                    <a:cubicBezTo>
                      <a:pt x="208" y="187"/>
                      <a:pt x="198" y="188"/>
                      <a:pt x="194" y="187"/>
                    </a:cubicBezTo>
                    <a:cubicBezTo>
                      <a:pt x="189" y="187"/>
                      <a:pt x="190" y="185"/>
                      <a:pt x="188" y="184"/>
                    </a:cubicBezTo>
                    <a:cubicBezTo>
                      <a:pt x="181" y="182"/>
                      <a:pt x="174" y="180"/>
                      <a:pt x="168" y="180"/>
                    </a:cubicBezTo>
                    <a:cubicBezTo>
                      <a:pt x="155" y="180"/>
                      <a:pt x="130" y="174"/>
                      <a:pt x="120" y="166"/>
                    </a:cubicBezTo>
                    <a:cubicBezTo>
                      <a:pt x="113" y="160"/>
                      <a:pt x="111" y="154"/>
                      <a:pt x="116" y="143"/>
                    </a:cubicBezTo>
                    <a:cubicBezTo>
                      <a:pt x="109" y="148"/>
                      <a:pt x="111" y="151"/>
                      <a:pt x="102" y="151"/>
                    </a:cubicBezTo>
                    <a:cubicBezTo>
                      <a:pt x="94" y="152"/>
                      <a:pt x="92" y="150"/>
                      <a:pt x="86" y="145"/>
                    </a:cubicBezTo>
                    <a:cubicBezTo>
                      <a:pt x="74" y="135"/>
                      <a:pt x="63" y="127"/>
                      <a:pt x="54" y="114"/>
                    </a:cubicBezTo>
                    <a:cubicBezTo>
                      <a:pt x="49" y="107"/>
                      <a:pt x="47" y="103"/>
                      <a:pt x="41" y="99"/>
                    </a:cubicBezTo>
                    <a:cubicBezTo>
                      <a:pt x="34" y="94"/>
                      <a:pt x="26" y="89"/>
                      <a:pt x="19" y="84"/>
                    </a:cubicBezTo>
                    <a:cubicBezTo>
                      <a:pt x="5" y="72"/>
                      <a:pt x="2" y="63"/>
                      <a:pt x="1" y="52"/>
                    </a:cubicBezTo>
                    <a:cubicBezTo>
                      <a:pt x="0" y="41"/>
                      <a:pt x="4" y="23"/>
                      <a:pt x="11" y="14"/>
                    </a:cubicBezTo>
                    <a:cubicBezTo>
                      <a:pt x="12" y="13"/>
                      <a:pt x="13" y="12"/>
                      <a:pt x="13" y="10"/>
                    </a:cubicBezTo>
                    <a:close/>
                  </a:path>
                </a:pathLst>
              </a:custGeom>
              <a:solidFill>
                <a:srgbClr val="BB9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7" name="Freeform 465">
                <a:extLst>
                  <a:ext uri="{FF2B5EF4-FFF2-40B4-BE49-F238E27FC236}">
                    <a16:creationId xmlns:a16="http://schemas.microsoft.com/office/drawing/2014/main" id="{7190B124-A34B-4053-BE37-C4DE9547F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893"/>
                <a:ext cx="799" cy="470"/>
              </a:xfrm>
              <a:custGeom>
                <a:avLst/>
                <a:gdLst>
                  <a:gd name="T0" fmla="*/ 3824 w 345"/>
                  <a:gd name="T1" fmla="*/ 423 h 190"/>
                  <a:gd name="T2" fmla="*/ 3180 w 345"/>
                  <a:gd name="T3" fmla="*/ 727 h 190"/>
                  <a:gd name="T4" fmla="*/ 1614 w 345"/>
                  <a:gd name="T5" fmla="*/ 606 h 190"/>
                  <a:gd name="T6" fmla="*/ 1007 w 345"/>
                  <a:gd name="T7" fmla="*/ 275 h 190"/>
                  <a:gd name="T8" fmla="*/ 0 w 345"/>
                  <a:gd name="T9" fmla="*/ 0 h 190"/>
                  <a:gd name="T10" fmla="*/ 783 w 345"/>
                  <a:gd name="T11" fmla="*/ 361 h 190"/>
                  <a:gd name="T12" fmla="*/ 1454 w 345"/>
                  <a:gd name="T13" fmla="*/ 727 h 190"/>
                  <a:gd name="T14" fmla="*/ 2585 w 345"/>
                  <a:gd name="T15" fmla="*/ 893 h 190"/>
                  <a:gd name="T16" fmla="*/ 3256 w 345"/>
                  <a:gd name="T17" fmla="*/ 819 h 190"/>
                  <a:gd name="T18" fmla="*/ 3877 w 345"/>
                  <a:gd name="T19" fmla="*/ 618 h 190"/>
                  <a:gd name="T20" fmla="*/ 3949 w 345"/>
                  <a:gd name="T21" fmla="*/ 759 h 190"/>
                  <a:gd name="T22" fmla="*/ 3775 w 345"/>
                  <a:gd name="T23" fmla="*/ 1046 h 190"/>
                  <a:gd name="T24" fmla="*/ 3689 w 345"/>
                  <a:gd name="T25" fmla="*/ 1511 h 190"/>
                  <a:gd name="T26" fmla="*/ 3578 w 345"/>
                  <a:gd name="T27" fmla="*/ 1786 h 190"/>
                  <a:gd name="T28" fmla="*/ 3444 w 345"/>
                  <a:gd name="T29" fmla="*/ 2105 h 190"/>
                  <a:gd name="T30" fmla="*/ 3106 w 345"/>
                  <a:gd name="T31" fmla="*/ 2528 h 190"/>
                  <a:gd name="T32" fmla="*/ 2821 w 345"/>
                  <a:gd name="T33" fmla="*/ 2575 h 190"/>
                  <a:gd name="T34" fmla="*/ 2596 w 345"/>
                  <a:gd name="T35" fmla="*/ 2600 h 190"/>
                  <a:gd name="T36" fmla="*/ 2425 w 345"/>
                  <a:gd name="T37" fmla="*/ 2600 h 190"/>
                  <a:gd name="T38" fmla="*/ 2172 w 345"/>
                  <a:gd name="T39" fmla="*/ 2620 h 190"/>
                  <a:gd name="T40" fmla="*/ 1964 w 345"/>
                  <a:gd name="T41" fmla="*/ 2575 h 190"/>
                  <a:gd name="T42" fmla="*/ 1776 w 345"/>
                  <a:gd name="T43" fmla="*/ 2454 h 190"/>
                  <a:gd name="T44" fmla="*/ 1549 w 345"/>
                  <a:gd name="T45" fmla="*/ 2496 h 190"/>
                  <a:gd name="T46" fmla="*/ 1255 w 345"/>
                  <a:gd name="T47" fmla="*/ 2288 h 190"/>
                  <a:gd name="T48" fmla="*/ 1369 w 345"/>
                  <a:gd name="T49" fmla="*/ 1952 h 190"/>
                  <a:gd name="T50" fmla="*/ 1190 w 345"/>
                  <a:gd name="T51" fmla="*/ 2135 h 190"/>
                  <a:gd name="T52" fmla="*/ 1207 w 345"/>
                  <a:gd name="T53" fmla="*/ 2117 h 190"/>
                  <a:gd name="T54" fmla="*/ 1255 w 345"/>
                  <a:gd name="T55" fmla="*/ 2466 h 190"/>
                  <a:gd name="T56" fmla="*/ 1850 w 345"/>
                  <a:gd name="T57" fmla="*/ 2679 h 190"/>
                  <a:gd name="T58" fmla="*/ 2098 w 345"/>
                  <a:gd name="T59" fmla="*/ 2741 h 190"/>
                  <a:gd name="T60" fmla="*/ 2172 w 345"/>
                  <a:gd name="T61" fmla="*/ 2785 h 190"/>
                  <a:gd name="T62" fmla="*/ 2332 w 345"/>
                  <a:gd name="T63" fmla="*/ 2785 h 190"/>
                  <a:gd name="T64" fmla="*/ 2446 w 345"/>
                  <a:gd name="T65" fmla="*/ 2773 h 190"/>
                  <a:gd name="T66" fmla="*/ 2719 w 345"/>
                  <a:gd name="T67" fmla="*/ 2753 h 190"/>
                  <a:gd name="T68" fmla="*/ 2971 w 345"/>
                  <a:gd name="T69" fmla="*/ 2711 h 190"/>
                  <a:gd name="T70" fmla="*/ 3133 w 345"/>
                  <a:gd name="T71" fmla="*/ 2691 h 190"/>
                  <a:gd name="T72" fmla="*/ 3513 w 345"/>
                  <a:gd name="T73" fmla="*/ 2147 h 190"/>
                  <a:gd name="T74" fmla="*/ 3652 w 345"/>
                  <a:gd name="T75" fmla="*/ 1878 h 190"/>
                  <a:gd name="T76" fmla="*/ 3787 w 345"/>
                  <a:gd name="T77" fmla="*/ 1365 h 190"/>
                  <a:gd name="T78" fmla="*/ 3937 w 345"/>
                  <a:gd name="T79" fmla="*/ 876 h 190"/>
                  <a:gd name="T80" fmla="*/ 4060 w 345"/>
                  <a:gd name="T81" fmla="*/ 831 h 190"/>
                  <a:gd name="T82" fmla="*/ 4136 w 345"/>
                  <a:gd name="T83" fmla="*/ 759 h 190"/>
                  <a:gd name="T84" fmla="*/ 4238 w 345"/>
                  <a:gd name="T85" fmla="*/ 680 h 190"/>
                  <a:gd name="T86" fmla="*/ 4284 w 345"/>
                  <a:gd name="T87" fmla="*/ 532 h 190"/>
                  <a:gd name="T88" fmla="*/ 3824 w 345"/>
                  <a:gd name="T89" fmla="*/ 411 h 190"/>
                  <a:gd name="T90" fmla="*/ 3824 w 345"/>
                  <a:gd name="T91" fmla="*/ 423 h 19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45" h="190">
                    <a:moveTo>
                      <a:pt x="308" y="28"/>
                    </a:moveTo>
                    <a:cubicBezTo>
                      <a:pt x="308" y="28"/>
                      <a:pt x="298" y="42"/>
                      <a:pt x="256" y="48"/>
                    </a:cubicBezTo>
                    <a:cubicBezTo>
                      <a:pt x="223" y="54"/>
                      <a:pt x="175" y="49"/>
                      <a:pt x="130" y="40"/>
                    </a:cubicBezTo>
                    <a:cubicBezTo>
                      <a:pt x="106" y="34"/>
                      <a:pt x="106" y="22"/>
                      <a:pt x="81" y="18"/>
                    </a:cubicBezTo>
                    <a:cubicBezTo>
                      <a:pt x="29" y="6"/>
                      <a:pt x="3" y="7"/>
                      <a:pt x="0" y="0"/>
                    </a:cubicBezTo>
                    <a:cubicBezTo>
                      <a:pt x="5" y="11"/>
                      <a:pt x="44" y="21"/>
                      <a:pt x="63" y="24"/>
                    </a:cubicBezTo>
                    <a:cubicBezTo>
                      <a:pt x="83" y="27"/>
                      <a:pt x="102" y="40"/>
                      <a:pt x="117" y="48"/>
                    </a:cubicBezTo>
                    <a:cubicBezTo>
                      <a:pt x="131" y="57"/>
                      <a:pt x="183" y="61"/>
                      <a:pt x="208" y="59"/>
                    </a:cubicBezTo>
                    <a:cubicBezTo>
                      <a:pt x="234" y="56"/>
                      <a:pt x="241" y="58"/>
                      <a:pt x="262" y="54"/>
                    </a:cubicBezTo>
                    <a:cubicBezTo>
                      <a:pt x="283" y="49"/>
                      <a:pt x="303" y="48"/>
                      <a:pt x="312" y="41"/>
                    </a:cubicBezTo>
                    <a:cubicBezTo>
                      <a:pt x="320" y="34"/>
                      <a:pt x="326" y="45"/>
                      <a:pt x="318" y="50"/>
                    </a:cubicBezTo>
                    <a:cubicBezTo>
                      <a:pt x="309" y="55"/>
                      <a:pt x="308" y="54"/>
                      <a:pt x="304" y="69"/>
                    </a:cubicBezTo>
                    <a:cubicBezTo>
                      <a:pt x="301" y="84"/>
                      <a:pt x="296" y="92"/>
                      <a:pt x="297" y="100"/>
                    </a:cubicBezTo>
                    <a:cubicBezTo>
                      <a:pt x="297" y="108"/>
                      <a:pt x="291" y="115"/>
                      <a:pt x="288" y="118"/>
                    </a:cubicBezTo>
                    <a:cubicBezTo>
                      <a:pt x="286" y="126"/>
                      <a:pt x="279" y="136"/>
                      <a:pt x="277" y="139"/>
                    </a:cubicBezTo>
                    <a:cubicBezTo>
                      <a:pt x="275" y="146"/>
                      <a:pt x="258" y="167"/>
                      <a:pt x="250" y="167"/>
                    </a:cubicBezTo>
                    <a:cubicBezTo>
                      <a:pt x="247" y="172"/>
                      <a:pt x="229" y="177"/>
                      <a:pt x="227" y="170"/>
                    </a:cubicBezTo>
                    <a:cubicBezTo>
                      <a:pt x="222" y="175"/>
                      <a:pt x="209" y="179"/>
                      <a:pt x="209" y="172"/>
                    </a:cubicBezTo>
                    <a:cubicBezTo>
                      <a:pt x="201" y="178"/>
                      <a:pt x="194" y="173"/>
                      <a:pt x="195" y="172"/>
                    </a:cubicBezTo>
                    <a:cubicBezTo>
                      <a:pt x="185" y="178"/>
                      <a:pt x="174" y="176"/>
                      <a:pt x="175" y="173"/>
                    </a:cubicBezTo>
                    <a:cubicBezTo>
                      <a:pt x="166" y="174"/>
                      <a:pt x="158" y="172"/>
                      <a:pt x="158" y="170"/>
                    </a:cubicBezTo>
                    <a:cubicBezTo>
                      <a:pt x="148" y="170"/>
                      <a:pt x="143" y="165"/>
                      <a:pt x="143" y="162"/>
                    </a:cubicBezTo>
                    <a:cubicBezTo>
                      <a:pt x="132" y="167"/>
                      <a:pt x="129" y="169"/>
                      <a:pt x="125" y="165"/>
                    </a:cubicBezTo>
                    <a:cubicBezTo>
                      <a:pt x="118" y="166"/>
                      <a:pt x="100" y="157"/>
                      <a:pt x="101" y="151"/>
                    </a:cubicBezTo>
                    <a:cubicBezTo>
                      <a:pt x="103" y="145"/>
                      <a:pt x="105" y="132"/>
                      <a:pt x="110" y="129"/>
                    </a:cubicBezTo>
                    <a:cubicBezTo>
                      <a:pt x="106" y="131"/>
                      <a:pt x="101" y="133"/>
                      <a:pt x="96" y="141"/>
                    </a:cubicBezTo>
                    <a:cubicBezTo>
                      <a:pt x="96" y="140"/>
                      <a:pt x="96" y="140"/>
                      <a:pt x="97" y="140"/>
                    </a:cubicBezTo>
                    <a:cubicBezTo>
                      <a:pt x="92" y="151"/>
                      <a:pt x="94" y="157"/>
                      <a:pt x="101" y="163"/>
                    </a:cubicBezTo>
                    <a:cubicBezTo>
                      <a:pt x="111" y="171"/>
                      <a:pt x="136" y="177"/>
                      <a:pt x="149" y="177"/>
                    </a:cubicBezTo>
                    <a:cubicBezTo>
                      <a:pt x="155" y="177"/>
                      <a:pt x="162" y="179"/>
                      <a:pt x="169" y="181"/>
                    </a:cubicBezTo>
                    <a:cubicBezTo>
                      <a:pt x="171" y="182"/>
                      <a:pt x="170" y="184"/>
                      <a:pt x="175" y="184"/>
                    </a:cubicBezTo>
                    <a:cubicBezTo>
                      <a:pt x="179" y="185"/>
                      <a:pt x="189" y="184"/>
                      <a:pt x="188" y="184"/>
                    </a:cubicBezTo>
                    <a:cubicBezTo>
                      <a:pt x="189" y="184"/>
                      <a:pt x="197" y="183"/>
                      <a:pt x="197" y="183"/>
                    </a:cubicBezTo>
                    <a:cubicBezTo>
                      <a:pt x="204" y="184"/>
                      <a:pt x="211" y="188"/>
                      <a:pt x="219" y="182"/>
                    </a:cubicBezTo>
                    <a:cubicBezTo>
                      <a:pt x="222" y="190"/>
                      <a:pt x="233" y="181"/>
                      <a:pt x="239" y="179"/>
                    </a:cubicBezTo>
                    <a:cubicBezTo>
                      <a:pt x="244" y="178"/>
                      <a:pt x="247" y="180"/>
                      <a:pt x="252" y="178"/>
                    </a:cubicBezTo>
                    <a:cubicBezTo>
                      <a:pt x="260" y="176"/>
                      <a:pt x="281" y="152"/>
                      <a:pt x="283" y="142"/>
                    </a:cubicBezTo>
                    <a:cubicBezTo>
                      <a:pt x="290" y="138"/>
                      <a:pt x="293" y="132"/>
                      <a:pt x="294" y="124"/>
                    </a:cubicBezTo>
                    <a:cubicBezTo>
                      <a:pt x="306" y="120"/>
                      <a:pt x="307" y="109"/>
                      <a:pt x="305" y="90"/>
                    </a:cubicBezTo>
                    <a:cubicBezTo>
                      <a:pt x="319" y="81"/>
                      <a:pt x="318" y="67"/>
                      <a:pt x="317" y="58"/>
                    </a:cubicBezTo>
                    <a:cubicBezTo>
                      <a:pt x="320" y="57"/>
                      <a:pt x="324" y="56"/>
                      <a:pt x="327" y="55"/>
                    </a:cubicBezTo>
                    <a:cubicBezTo>
                      <a:pt x="330" y="54"/>
                      <a:pt x="330" y="52"/>
                      <a:pt x="333" y="50"/>
                    </a:cubicBezTo>
                    <a:cubicBezTo>
                      <a:pt x="335" y="48"/>
                      <a:pt x="339" y="48"/>
                      <a:pt x="341" y="45"/>
                    </a:cubicBezTo>
                    <a:cubicBezTo>
                      <a:pt x="342" y="43"/>
                      <a:pt x="344" y="39"/>
                      <a:pt x="345" y="35"/>
                    </a:cubicBezTo>
                    <a:cubicBezTo>
                      <a:pt x="333" y="33"/>
                      <a:pt x="321" y="31"/>
                      <a:pt x="308" y="27"/>
                    </a:cubicBezTo>
                    <a:lnTo>
                      <a:pt x="308" y="28"/>
                    </a:lnTo>
                    <a:close/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8" name="Freeform 466">
                <a:extLst>
                  <a:ext uri="{FF2B5EF4-FFF2-40B4-BE49-F238E27FC236}">
                    <a16:creationId xmlns:a16="http://schemas.microsoft.com/office/drawing/2014/main" id="{5158FC3F-4AC4-4590-A6FF-BF981D2E4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015"/>
                <a:ext cx="336" cy="224"/>
              </a:xfrm>
              <a:custGeom>
                <a:avLst/>
                <a:gdLst>
                  <a:gd name="T0" fmla="*/ 1805 w 145"/>
                  <a:gd name="T1" fmla="*/ 0 h 91"/>
                  <a:gd name="T2" fmla="*/ 0 w 145"/>
                  <a:gd name="T3" fmla="*/ 1356 h 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5" h="91">
                    <a:moveTo>
                      <a:pt x="145" y="0"/>
                    </a:moveTo>
                    <a:cubicBezTo>
                      <a:pt x="132" y="54"/>
                      <a:pt x="16" y="64"/>
                      <a:pt x="0" y="91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9" name="Freeform 467">
                <a:extLst>
                  <a:ext uri="{FF2B5EF4-FFF2-40B4-BE49-F238E27FC236}">
                    <a16:creationId xmlns:a16="http://schemas.microsoft.com/office/drawing/2014/main" id="{01947B41-822E-43D1-A671-42B3E51D5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980"/>
                <a:ext cx="345" cy="615"/>
              </a:xfrm>
              <a:custGeom>
                <a:avLst/>
                <a:gdLst>
                  <a:gd name="T0" fmla="*/ 49 w 149"/>
                  <a:gd name="T1" fmla="*/ 1823 h 249"/>
                  <a:gd name="T2" fmla="*/ 151 w 149"/>
                  <a:gd name="T3" fmla="*/ 1610 h 249"/>
                  <a:gd name="T4" fmla="*/ 285 w 149"/>
                  <a:gd name="T5" fmla="*/ 1341 h 249"/>
                  <a:gd name="T6" fmla="*/ 424 w 149"/>
                  <a:gd name="T7" fmla="*/ 830 h 249"/>
                  <a:gd name="T8" fmla="*/ 574 w 149"/>
                  <a:gd name="T9" fmla="*/ 348 h 249"/>
                  <a:gd name="T10" fmla="*/ 697 w 149"/>
                  <a:gd name="T11" fmla="*/ 299 h 249"/>
                  <a:gd name="T12" fmla="*/ 771 w 149"/>
                  <a:gd name="T13" fmla="*/ 225 h 249"/>
                  <a:gd name="T14" fmla="*/ 868 w 149"/>
                  <a:gd name="T15" fmla="*/ 153 h 249"/>
                  <a:gd name="T16" fmla="*/ 917 w 149"/>
                  <a:gd name="T17" fmla="*/ 0 h 249"/>
                  <a:gd name="T18" fmla="*/ 917 w 149"/>
                  <a:gd name="T19" fmla="*/ 0 h 249"/>
                  <a:gd name="T20" fmla="*/ 1586 w 149"/>
                  <a:gd name="T21" fmla="*/ 12 h 249"/>
                  <a:gd name="T22" fmla="*/ 1850 w 149"/>
                  <a:gd name="T23" fmla="*/ 74 h 249"/>
                  <a:gd name="T24" fmla="*/ 1292 w 149"/>
                  <a:gd name="T25" fmla="*/ 860 h 249"/>
                  <a:gd name="T26" fmla="*/ 1243 w 149"/>
                  <a:gd name="T27" fmla="*/ 2020 h 249"/>
                  <a:gd name="T28" fmla="*/ 970 w 149"/>
                  <a:gd name="T29" fmla="*/ 3752 h 249"/>
                  <a:gd name="T30" fmla="*/ 0 w 149"/>
                  <a:gd name="T31" fmla="*/ 3752 h 249"/>
                  <a:gd name="T32" fmla="*/ 49 w 149"/>
                  <a:gd name="T33" fmla="*/ 1823 h 2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9" h="249">
                    <a:moveTo>
                      <a:pt x="4" y="121"/>
                    </a:moveTo>
                    <a:cubicBezTo>
                      <a:pt x="8" y="116"/>
                      <a:pt x="11" y="111"/>
                      <a:pt x="12" y="107"/>
                    </a:cubicBezTo>
                    <a:cubicBezTo>
                      <a:pt x="19" y="103"/>
                      <a:pt x="22" y="97"/>
                      <a:pt x="23" y="89"/>
                    </a:cubicBezTo>
                    <a:cubicBezTo>
                      <a:pt x="35" y="85"/>
                      <a:pt x="36" y="74"/>
                      <a:pt x="34" y="55"/>
                    </a:cubicBezTo>
                    <a:cubicBezTo>
                      <a:pt x="48" y="46"/>
                      <a:pt x="47" y="32"/>
                      <a:pt x="46" y="23"/>
                    </a:cubicBezTo>
                    <a:cubicBezTo>
                      <a:pt x="49" y="22"/>
                      <a:pt x="53" y="21"/>
                      <a:pt x="56" y="20"/>
                    </a:cubicBezTo>
                    <a:cubicBezTo>
                      <a:pt x="59" y="19"/>
                      <a:pt x="59" y="17"/>
                      <a:pt x="62" y="15"/>
                    </a:cubicBezTo>
                    <a:cubicBezTo>
                      <a:pt x="64" y="13"/>
                      <a:pt x="68" y="13"/>
                      <a:pt x="70" y="10"/>
                    </a:cubicBezTo>
                    <a:cubicBezTo>
                      <a:pt x="71" y="8"/>
                      <a:pt x="73" y="4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99" y="5"/>
                      <a:pt x="121" y="6"/>
                      <a:pt x="128" y="1"/>
                    </a:cubicBezTo>
                    <a:cubicBezTo>
                      <a:pt x="134" y="2"/>
                      <a:pt x="141" y="4"/>
                      <a:pt x="149" y="5"/>
                    </a:cubicBezTo>
                    <a:cubicBezTo>
                      <a:pt x="139" y="33"/>
                      <a:pt x="124" y="54"/>
                      <a:pt x="104" y="57"/>
                    </a:cubicBezTo>
                    <a:cubicBezTo>
                      <a:pt x="111" y="63"/>
                      <a:pt x="118" y="87"/>
                      <a:pt x="100" y="134"/>
                    </a:cubicBezTo>
                    <a:cubicBezTo>
                      <a:pt x="83" y="182"/>
                      <a:pt x="78" y="249"/>
                      <a:pt x="78" y="249"/>
                    </a:cubicBezTo>
                    <a:cubicBezTo>
                      <a:pt x="0" y="249"/>
                      <a:pt x="0" y="249"/>
                      <a:pt x="0" y="249"/>
                    </a:cubicBezTo>
                    <a:cubicBezTo>
                      <a:pt x="6" y="231"/>
                      <a:pt x="4" y="163"/>
                      <a:pt x="4" y="121"/>
                    </a:cubicBezTo>
                    <a:close/>
                  </a:path>
                </a:pathLst>
              </a:custGeom>
              <a:solidFill>
                <a:srgbClr val="ECD6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0" name="Freeform 468">
                <a:extLst>
                  <a:ext uri="{FF2B5EF4-FFF2-40B4-BE49-F238E27FC236}">
                    <a16:creationId xmlns:a16="http://schemas.microsoft.com/office/drawing/2014/main" id="{DE9324B1-EF53-48FA-A96F-5E09D521A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3321"/>
                <a:ext cx="11" cy="232"/>
              </a:xfrm>
              <a:custGeom>
                <a:avLst/>
                <a:gdLst>
                  <a:gd name="T0" fmla="*/ 0 w 5"/>
                  <a:gd name="T1" fmla="*/ 0 h 94"/>
                  <a:gd name="T2" fmla="*/ 0 w 5"/>
                  <a:gd name="T3" fmla="*/ 1414 h 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4">
                    <a:moveTo>
                      <a:pt x="0" y="0"/>
                    </a:moveTo>
                    <a:cubicBezTo>
                      <a:pt x="5" y="20"/>
                      <a:pt x="3" y="71"/>
                      <a:pt x="0" y="9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1" name="Freeform 469">
                <a:extLst>
                  <a:ext uri="{FF2B5EF4-FFF2-40B4-BE49-F238E27FC236}">
                    <a16:creationId xmlns:a16="http://schemas.microsoft.com/office/drawing/2014/main" id="{4F7B1D92-2128-4721-8B31-E5FA56EE4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740"/>
                <a:ext cx="142" cy="363"/>
              </a:xfrm>
              <a:custGeom>
                <a:avLst/>
                <a:gdLst>
                  <a:gd name="T0" fmla="*/ 417 w 61"/>
                  <a:gd name="T1" fmla="*/ 0 h 147"/>
                  <a:gd name="T2" fmla="*/ 542 w 61"/>
                  <a:gd name="T3" fmla="*/ 1506 h 147"/>
                  <a:gd name="T4" fmla="*/ 0 w 61"/>
                  <a:gd name="T5" fmla="*/ 2213 h 147"/>
                  <a:gd name="T6" fmla="*/ 477 w 61"/>
                  <a:gd name="T7" fmla="*/ 1324 h 147"/>
                  <a:gd name="T8" fmla="*/ 417 w 61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47">
                    <a:moveTo>
                      <a:pt x="33" y="0"/>
                    </a:moveTo>
                    <a:cubicBezTo>
                      <a:pt x="47" y="11"/>
                      <a:pt x="61" y="38"/>
                      <a:pt x="43" y="100"/>
                    </a:cubicBezTo>
                    <a:cubicBezTo>
                      <a:pt x="35" y="125"/>
                      <a:pt x="17" y="147"/>
                      <a:pt x="0" y="147"/>
                    </a:cubicBezTo>
                    <a:cubicBezTo>
                      <a:pt x="13" y="142"/>
                      <a:pt x="29" y="118"/>
                      <a:pt x="38" y="88"/>
                    </a:cubicBezTo>
                    <a:cubicBezTo>
                      <a:pt x="47" y="59"/>
                      <a:pt x="46" y="9"/>
                      <a:pt x="33" y="0"/>
                    </a:cubicBezTo>
                    <a:close/>
                  </a:path>
                </a:pathLst>
              </a:custGeom>
              <a:solidFill>
                <a:srgbClr val="DAB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2" name="Freeform 470">
                <a:extLst>
                  <a:ext uri="{FF2B5EF4-FFF2-40B4-BE49-F238E27FC236}">
                    <a16:creationId xmlns:a16="http://schemas.microsoft.com/office/drawing/2014/main" id="{801BC552-3E10-4DB6-A3B7-C3CC3608D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3141"/>
                <a:ext cx="83" cy="437"/>
              </a:xfrm>
              <a:custGeom>
                <a:avLst/>
                <a:gdLst>
                  <a:gd name="T0" fmla="*/ 224 w 36"/>
                  <a:gd name="T1" fmla="*/ 1037 h 177"/>
                  <a:gd name="T2" fmla="*/ 0 w 36"/>
                  <a:gd name="T3" fmla="*/ 2664 h 177"/>
                  <a:gd name="T4" fmla="*/ 318 w 36"/>
                  <a:gd name="T5" fmla="*/ 889 h 177"/>
                  <a:gd name="T6" fmla="*/ 378 w 36"/>
                  <a:gd name="T7" fmla="*/ 0 h 177"/>
                  <a:gd name="T8" fmla="*/ 224 w 36"/>
                  <a:gd name="T9" fmla="*/ 1037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77">
                    <a:moveTo>
                      <a:pt x="18" y="69"/>
                    </a:moveTo>
                    <a:cubicBezTo>
                      <a:pt x="7" y="104"/>
                      <a:pt x="0" y="177"/>
                      <a:pt x="0" y="177"/>
                    </a:cubicBezTo>
                    <a:cubicBezTo>
                      <a:pt x="2" y="138"/>
                      <a:pt x="15" y="94"/>
                      <a:pt x="26" y="59"/>
                    </a:cubicBezTo>
                    <a:cubicBezTo>
                      <a:pt x="36" y="24"/>
                      <a:pt x="34" y="13"/>
                      <a:pt x="31" y="0"/>
                    </a:cubicBezTo>
                    <a:cubicBezTo>
                      <a:pt x="31" y="8"/>
                      <a:pt x="27" y="40"/>
                      <a:pt x="18" y="69"/>
                    </a:cubicBezTo>
                    <a:close/>
                  </a:path>
                </a:pathLst>
              </a:custGeom>
              <a:solidFill>
                <a:srgbClr val="DAB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3" name="Freeform 471">
                <a:extLst>
                  <a:ext uri="{FF2B5EF4-FFF2-40B4-BE49-F238E27FC236}">
                    <a16:creationId xmlns:a16="http://schemas.microsoft.com/office/drawing/2014/main" id="{2A3E71AA-0E58-4C0D-A949-788320B13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" y="1280"/>
                <a:ext cx="2444" cy="1747"/>
              </a:xfrm>
              <a:custGeom>
                <a:avLst/>
                <a:gdLst>
                  <a:gd name="T0" fmla="*/ 9375 w 1055"/>
                  <a:gd name="T1" fmla="*/ 8298 h 707"/>
                  <a:gd name="T2" fmla="*/ 10953 w 1055"/>
                  <a:gd name="T3" fmla="*/ 9024 h 707"/>
                  <a:gd name="T4" fmla="*/ 12334 w 1055"/>
                  <a:gd name="T5" fmla="*/ 8493 h 707"/>
                  <a:gd name="T6" fmla="*/ 12804 w 1055"/>
                  <a:gd name="T7" fmla="*/ 7559 h 707"/>
                  <a:gd name="T8" fmla="*/ 13031 w 1055"/>
                  <a:gd name="T9" fmla="*/ 6729 h 707"/>
                  <a:gd name="T10" fmla="*/ 13079 w 1055"/>
                  <a:gd name="T11" fmla="*/ 5977 h 707"/>
                  <a:gd name="T12" fmla="*/ 13089 w 1055"/>
                  <a:gd name="T13" fmla="*/ 5416 h 707"/>
                  <a:gd name="T14" fmla="*/ 12843 w 1055"/>
                  <a:gd name="T15" fmla="*/ 4196 h 707"/>
                  <a:gd name="T16" fmla="*/ 12567 w 1055"/>
                  <a:gd name="T17" fmla="*/ 3457 h 707"/>
                  <a:gd name="T18" fmla="*/ 12106 w 1055"/>
                  <a:gd name="T19" fmla="*/ 2473 h 707"/>
                  <a:gd name="T20" fmla="*/ 11539 w 1055"/>
                  <a:gd name="T21" fmla="*/ 1868 h 707"/>
                  <a:gd name="T22" fmla="*/ 9725 w 1055"/>
                  <a:gd name="T23" fmla="*/ 830 h 707"/>
                  <a:gd name="T24" fmla="*/ 8233 w 1055"/>
                  <a:gd name="T25" fmla="*/ 390 h 707"/>
                  <a:gd name="T26" fmla="*/ 7647 w 1055"/>
                  <a:gd name="T27" fmla="*/ 133 h 707"/>
                  <a:gd name="T28" fmla="*/ 6998 w 1055"/>
                  <a:gd name="T29" fmla="*/ 213 h 707"/>
                  <a:gd name="T30" fmla="*/ 6032 w 1055"/>
                  <a:gd name="T31" fmla="*/ 225 h 707"/>
                  <a:gd name="T32" fmla="*/ 5120 w 1055"/>
                  <a:gd name="T33" fmla="*/ 482 h 707"/>
                  <a:gd name="T34" fmla="*/ 3730 w 1055"/>
                  <a:gd name="T35" fmla="*/ 709 h 707"/>
                  <a:gd name="T36" fmla="*/ 2361 w 1055"/>
                  <a:gd name="T37" fmla="*/ 1631 h 707"/>
                  <a:gd name="T38" fmla="*/ 1717 w 1055"/>
                  <a:gd name="T39" fmla="*/ 2822 h 707"/>
                  <a:gd name="T40" fmla="*/ 1117 w 1055"/>
                  <a:gd name="T41" fmla="*/ 3561 h 707"/>
                  <a:gd name="T42" fmla="*/ 832 w 1055"/>
                  <a:gd name="T43" fmla="*/ 4104 h 707"/>
                  <a:gd name="T44" fmla="*/ 338 w 1055"/>
                  <a:gd name="T45" fmla="*/ 6019 h 707"/>
                  <a:gd name="T46" fmla="*/ 359 w 1055"/>
                  <a:gd name="T47" fmla="*/ 7633 h 707"/>
                  <a:gd name="T48" fmla="*/ 1605 w 1055"/>
                  <a:gd name="T49" fmla="*/ 9746 h 707"/>
                  <a:gd name="T50" fmla="*/ 3530 w 1055"/>
                  <a:gd name="T51" fmla="*/ 10003 h 707"/>
                  <a:gd name="T52" fmla="*/ 5099 w 1055"/>
                  <a:gd name="T53" fmla="*/ 9941 h 707"/>
                  <a:gd name="T54" fmla="*/ 6885 w 1055"/>
                  <a:gd name="T55" fmla="*/ 10398 h 707"/>
                  <a:gd name="T56" fmla="*/ 9160 w 1055"/>
                  <a:gd name="T57" fmla="*/ 9941 h 707"/>
                  <a:gd name="T58" fmla="*/ 9375 w 1055"/>
                  <a:gd name="T59" fmla="*/ 8298 h 70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055" h="707">
                    <a:moveTo>
                      <a:pt x="754" y="550"/>
                    </a:moveTo>
                    <a:cubicBezTo>
                      <a:pt x="787" y="576"/>
                      <a:pt x="846" y="600"/>
                      <a:pt x="881" y="598"/>
                    </a:cubicBezTo>
                    <a:cubicBezTo>
                      <a:pt x="917" y="597"/>
                      <a:pt x="965" y="589"/>
                      <a:pt x="992" y="563"/>
                    </a:cubicBezTo>
                    <a:cubicBezTo>
                      <a:pt x="1009" y="548"/>
                      <a:pt x="1019" y="521"/>
                      <a:pt x="1030" y="501"/>
                    </a:cubicBezTo>
                    <a:cubicBezTo>
                      <a:pt x="1041" y="484"/>
                      <a:pt x="1045" y="466"/>
                      <a:pt x="1048" y="446"/>
                    </a:cubicBezTo>
                    <a:cubicBezTo>
                      <a:pt x="1051" y="429"/>
                      <a:pt x="1053" y="412"/>
                      <a:pt x="1052" y="396"/>
                    </a:cubicBezTo>
                    <a:cubicBezTo>
                      <a:pt x="1050" y="383"/>
                      <a:pt x="1055" y="371"/>
                      <a:pt x="1053" y="359"/>
                    </a:cubicBezTo>
                    <a:cubicBezTo>
                      <a:pt x="1051" y="333"/>
                      <a:pt x="1045" y="301"/>
                      <a:pt x="1033" y="278"/>
                    </a:cubicBezTo>
                    <a:cubicBezTo>
                      <a:pt x="1025" y="260"/>
                      <a:pt x="1015" y="249"/>
                      <a:pt x="1011" y="229"/>
                    </a:cubicBezTo>
                    <a:cubicBezTo>
                      <a:pt x="1005" y="203"/>
                      <a:pt x="992" y="185"/>
                      <a:pt x="974" y="164"/>
                    </a:cubicBezTo>
                    <a:cubicBezTo>
                      <a:pt x="965" y="152"/>
                      <a:pt x="938" y="128"/>
                      <a:pt x="928" y="124"/>
                    </a:cubicBezTo>
                    <a:cubicBezTo>
                      <a:pt x="905" y="98"/>
                      <a:pt x="820" y="40"/>
                      <a:pt x="782" y="55"/>
                    </a:cubicBezTo>
                    <a:cubicBezTo>
                      <a:pt x="771" y="26"/>
                      <a:pt x="687" y="11"/>
                      <a:pt x="662" y="26"/>
                    </a:cubicBezTo>
                    <a:cubicBezTo>
                      <a:pt x="660" y="18"/>
                      <a:pt x="644" y="11"/>
                      <a:pt x="615" y="9"/>
                    </a:cubicBezTo>
                    <a:cubicBezTo>
                      <a:pt x="596" y="7"/>
                      <a:pt x="573" y="7"/>
                      <a:pt x="563" y="14"/>
                    </a:cubicBezTo>
                    <a:cubicBezTo>
                      <a:pt x="548" y="10"/>
                      <a:pt x="503" y="0"/>
                      <a:pt x="485" y="15"/>
                    </a:cubicBezTo>
                    <a:cubicBezTo>
                      <a:pt x="465" y="0"/>
                      <a:pt x="421" y="16"/>
                      <a:pt x="412" y="32"/>
                    </a:cubicBezTo>
                    <a:cubicBezTo>
                      <a:pt x="395" y="12"/>
                      <a:pt x="344" y="23"/>
                      <a:pt x="300" y="47"/>
                    </a:cubicBezTo>
                    <a:cubicBezTo>
                      <a:pt x="264" y="66"/>
                      <a:pt x="227" y="81"/>
                      <a:pt x="190" y="108"/>
                    </a:cubicBezTo>
                    <a:cubicBezTo>
                      <a:pt x="153" y="136"/>
                      <a:pt x="118" y="173"/>
                      <a:pt x="138" y="187"/>
                    </a:cubicBezTo>
                    <a:cubicBezTo>
                      <a:pt x="109" y="196"/>
                      <a:pt x="107" y="207"/>
                      <a:pt x="90" y="236"/>
                    </a:cubicBezTo>
                    <a:cubicBezTo>
                      <a:pt x="73" y="265"/>
                      <a:pt x="67" y="272"/>
                      <a:pt x="67" y="272"/>
                    </a:cubicBezTo>
                    <a:cubicBezTo>
                      <a:pt x="47" y="289"/>
                      <a:pt x="20" y="376"/>
                      <a:pt x="27" y="399"/>
                    </a:cubicBezTo>
                    <a:cubicBezTo>
                      <a:pt x="15" y="414"/>
                      <a:pt x="0" y="493"/>
                      <a:pt x="29" y="506"/>
                    </a:cubicBezTo>
                    <a:cubicBezTo>
                      <a:pt x="27" y="538"/>
                      <a:pt x="66" y="635"/>
                      <a:pt x="129" y="646"/>
                    </a:cubicBezTo>
                    <a:cubicBezTo>
                      <a:pt x="199" y="658"/>
                      <a:pt x="241" y="656"/>
                      <a:pt x="284" y="663"/>
                    </a:cubicBezTo>
                    <a:cubicBezTo>
                      <a:pt x="326" y="671"/>
                      <a:pt x="399" y="670"/>
                      <a:pt x="410" y="659"/>
                    </a:cubicBezTo>
                    <a:cubicBezTo>
                      <a:pt x="428" y="676"/>
                      <a:pt x="536" y="701"/>
                      <a:pt x="554" y="689"/>
                    </a:cubicBezTo>
                    <a:cubicBezTo>
                      <a:pt x="592" y="700"/>
                      <a:pt x="699" y="707"/>
                      <a:pt x="737" y="659"/>
                    </a:cubicBezTo>
                    <a:cubicBezTo>
                      <a:pt x="760" y="630"/>
                      <a:pt x="780" y="577"/>
                      <a:pt x="754" y="550"/>
                    </a:cubicBezTo>
                    <a:close/>
                  </a:path>
                </a:pathLst>
              </a:custGeom>
              <a:solidFill>
                <a:srgbClr val="ED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4" name="Freeform 472">
                <a:extLst>
                  <a:ext uri="{FF2B5EF4-FFF2-40B4-BE49-F238E27FC236}">
                    <a16:creationId xmlns:a16="http://schemas.microsoft.com/office/drawing/2014/main" id="{C0E2753C-ABE9-41C5-8B0F-D4FCF47BF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312"/>
                <a:ext cx="85" cy="707"/>
              </a:xfrm>
              <a:custGeom>
                <a:avLst/>
                <a:gdLst>
                  <a:gd name="T0" fmla="*/ 280 w 37"/>
                  <a:gd name="T1" fmla="*/ 0 h 286"/>
                  <a:gd name="T2" fmla="*/ 11 w 37"/>
                  <a:gd name="T3" fmla="*/ 153 h 286"/>
                  <a:gd name="T4" fmla="*/ 147 w 37"/>
                  <a:gd name="T5" fmla="*/ 606 h 286"/>
                  <a:gd name="T6" fmla="*/ 253 w 37"/>
                  <a:gd name="T7" fmla="*/ 1632 h 286"/>
                  <a:gd name="T8" fmla="*/ 326 w 37"/>
                  <a:gd name="T9" fmla="*/ 2811 h 286"/>
                  <a:gd name="T10" fmla="*/ 374 w 37"/>
                  <a:gd name="T11" fmla="*/ 3397 h 286"/>
                  <a:gd name="T12" fmla="*/ 374 w 37"/>
                  <a:gd name="T13" fmla="*/ 4321 h 286"/>
                  <a:gd name="T14" fmla="*/ 423 w 37"/>
                  <a:gd name="T15" fmla="*/ 3562 h 286"/>
                  <a:gd name="T16" fmla="*/ 411 w 37"/>
                  <a:gd name="T17" fmla="*/ 2823 h 286"/>
                  <a:gd name="T18" fmla="*/ 338 w 37"/>
                  <a:gd name="T19" fmla="*/ 1602 h 286"/>
                  <a:gd name="T20" fmla="*/ 365 w 37"/>
                  <a:gd name="T21" fmla="*/ 1192 h 286"/>
                  <a:gd name="T22" fmla="*/ 280 w 37"/>
                  <a:gd name="T23" fmla="*/ 759 h 286"/>
                  <a:gd name="T24" fmla="*/ 269 w 37"/>
                  <a:gd name="T25" fmla="*/ 0 h 2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286">
                    <a:moveTo>
                      <a:pt x="23" y="0"/>
                    </a:moveTo>
                    <a:cubicBezTo>
                      <a:pt x="16" y="0"/>
                      <a:pt x="2" y="0"/>
                      <a:pt x="1" y="10"/>
                    </a:cubicBezTo>
                    <a:cubicBezTo>
                      <a:pt x="0" y="18"/>
                      <a:pt x="10" y="33"/>
                      <a:pt x="12" y="40"/>
                    </a:cubicBezTo>
                    <a:cubicBezTo>
                      <a:pt x="19" y="62"/>
                      <a:pt x="21" y="85"/>
                      <a:pt x="21" y="108"/>
                    </a:cubicBezTo>
                    <a:cubicBezTo>
                      <a:pt x="21" y="134"/>
                      <a:pt x="23" y="160"/>
                      <a:pt x="27" y="186"/>
                    </a:cubicBezTo>
                    <a:cubicBezTo>
                      <a:pt x="28" y="199"/>
                      <a:pt x="32" y="212"/>
                      <a:pt x="31" y="225"/>
                    </a:cubicBezTo>
                    <a:cubicBezTo>
                      <a:pt x="29" y="245"/>
                      <a:pt x="26" y="266"/>
                      <a:pt x="31" y="286"/>
                    </a:cubicBezTo>
                    <a:cubicBezTo>
                      <a:pt x="31" y="269"/>
                      <a:pt x="33" y="252"/>
                      <a:pt x="35" y="236"/>
                    </a:cubicBezTo>
                    <a:cubicBezTo>
                      <a:pt x="37" y="219"/>
                      <a:pt x="36" y="204"/>
                      <a:pt x="34" y="187"/>
                    </a:cubicBezTo>
                    <a:cubicBezTo>
                      <a:pt x="31" y="161"/>
                      <a:pt x="29" y="133"/>
                      <a:pt x="28" y="106"/>
                    </a:cubicBezTo>
                    <a:cubicBezTo>
                      <a:pt x="27" y="97"/>
                      <a:pt x="31" y="88"/>
                      <a:pt x="30" y="79"/>
                    </a:cubicBezTo>
                    <a:cubicBezTo>
                      <a:pt x="29" y="70"/>
                      <a:pt x="25" y="60"/>
                      <a:pt x="23" y="50"/>
                    </a:cubicBezTo>
                    <a:cubicBezTo>
                      <a:pt x="20" y="38"/>
                      <a:pt x="9" y="9"/>
                      <a:pt x="2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5" name="Freeform 473">
                <a:extLst>
                  <a:ext uri="{FF2B5EF4-FFF2-40B4-BE49-F238E27FC236}">
                    <a16:creationId xmlns:a16="http://schemas.microsoft.com/office/drawing/2014/main" id="{913BF976-AAB5-49AB-8B23-669E2B44A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300"/>
                <a:ext cx="139" cy="477"/>
              </a:xfrm>
              <a:custGeom>
                <a:avLst/>
                <a:gdLst>
                  <a:gd name="T0" fmla="*/ 171 w 60"/>
                  <a:gd name="T1" fmla="*/ 269 h 193"/>
                  <a:gd name="T2" fmla="*/ 74 w 60"/>
                  <a:gd name="T3" fmla="*/ 1478 h 193"/>
                  <a:gd name="T4" fmla="*/ 273 w 60"/>
                  <a:gd name="T5" fmla="*/ 2071 h 193"/>
                  <a:gd name="T6" fmla="*/ 301 w 60"/>
                  <a:gd name="T7" fmla="*/ 2400 h 193"/>
                  <a:gd name="T8" fmla="*/ 359 w 60"/>
                  <a:gd name="T9" fmla="*/ 2914 h 193"/>
                  <a:gd name="T10" fmla="*/ 310 w 60"/>
                  <a:gd name="T11" fmla="*/ 1844 h 193"/>
                  <a:gd name="T12" fmla="*/ 236 w 60"/>
                  <a:gd name="T13" fmla="*/ 1416 h 193"/>
                  <a:gd name="T14" fmla="*/ 285 w 60"/>
                  <a:gd name="T15" fmla="*/ 934 h 193"/>
                  <a:gd name="T16" fmla="*/ 285 w 60"/>
                  <a:gd name="T17" fmla="*/ 502 h 193"/>
                  <a:gd name="T18" fmla="*/ 285 w 60"/>
                  <a:gd name="T19" fmla="*/ 245 h 193"/>
                  <a:gd name="T20" fmla="*/ 746 w 60"/>
                  <a:gd name="T21" fmla="*/ 133 h 193"/>
                  <a:gd name="T22" fmla="*/ 171 w 60"/>
                  <a:gd name="T23" fmla="*/ 319 h 1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" h="193">
                    <a:moveTo>
                      <a:pt x="14" y="18"/>
                    </a:moveTo>
                    <a:cubicBezTo>
                      <a:pt x="30" y="44"/>
                      <a:pt x="0" y="72"/>
                      <a:pt x="6" y="98"/>
                    </a:cubicBezTo>
                    <a:cubicBezTo>
                      <a:pt x="9" y="111"/>
                      <a:pt x="19" y="123"/>
                      <a:pt x="22" y="137"/>
                    </a:cubicBezTo>
                    <a:cubicBezTo>
                      <a:pt x="24" y="144"/>
                      <a:pt x="23" y="151"/>
                      <a:pt x="24" y="159"/>
                    </a:cubicBezTo>
                    <a:cubicBezTo>
                      <a:pt x="24" y="170"/>
                      <a:pt x="29" y="182"/>
                      <a:pt x="29" y="193"/>
                    </a:cubicBezTo>
                    <a:cubicBezTo>
                      <a:pt x="29" y="169"/>
                      <a:pt x="31" y="145"/>
                      <a:pt x="25" y="122"/>
                    </a:cubicBezTo>
                    <a:cubicBezTo>
                      <a:pt x="22" y="112"/>
                      <a:pt x="19" y="103"/>
                      <a:pt x="19" y="94"/>
                    </a:cubicBezTo>
                    <a:cubicBezTo>
                      <a:pt x="19" y="83"/>
                      <a:pt x="22" y="73"/>
                      <a:pt x="23" y="62"/>
                    </a:cubicBezTo>
                    <a:cubicBezTo>
                      <a:pt x="24" y="51"/>
                      <a:pt x="27" y="43"/>
                      <a:pt x="23" y="33"/>
                    </a:cubicBezTo>
                    <a:cubicBezTo>
                      <a:pt x="22" y="28"/>
                      <a:pt x="20" y="21"/>
                      <a:pt x="23" y="16"/>
                    </a:cubicBezTo>
                    <a:cubicBezTo>
                      <a:pt x="29" y="5"/>
                      <a:pt x="49" y="9"/>
                      <a:pt x="60" y="9"/>
                    </a:cubicBezTo>
                    <a:cubicBezTo>
                      <a:pt x="52" y="3"/>
                      <a:pt x="3" y="0"/>
                      <a:pt x="14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6" name="Freeform 474">
                <a:extLst>
                  <a:ext uri="{FF2B5EF4-FFF2-40B4-BE49-F238E27FC236}">
                    <a16:creationId xmlns:a16="http://schemas.microsoft.com/office/drawing/2014/main" id="{7DEACB04-90B7-4EA5-8720-902DAA95F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330"/>
                <a:ext cx="144" cy="163"/>
              </a:xfrm>
              <a:custGeom>
                <a:avLst/>
                <a:gdLst>
                  <a:gd name="T0" fmla="*/ 12 w 62"/>
                  <a:gd name="T1" fmla="*/ 921 h 66"/>
                  <a:gd name="T2" fmla="*/ 0 w 62"/>
                  <a:gd name="T3" fmla="*/ 469 h 66"/>
                  <a:gd name="T4" fmla="*/ 49 w 62"/>
                  <a:gd name="T5" fmla="*/ 165 h 66"/>
                  <a:gd name="T6" fmla="*/ 776 w 62"/>
                  <a:gd name="T7" fmla="*/ 316 h 66"/>
                  <a:gd name="T8" fmla="*/ 179 w 62"/>
                  <a:gd name="T9" fmla="*/ 408 h 66"/>
                  <a:gd name="T10" fmla="*/ 102 w 62"/>
                  <a:gd name="T11" fmla="*/ 800 h 66"/>
                  <a:gd name="T12" fmla="*/ 37 w 62"/>
                  <a:gd name="T13" fmla="*/ 995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66">
                    <a:moveTo>
                      <a:pt x="1" y="61"/>
                    </a:moveTo>
                    <a:cubicBezTo>
                      <a:pt x="1" y="51"/>
                      <a:pt x="1" y="41"/>
                      <a:pt x="0" y="31"/>
                    </a:cubicBezTo>
                    <a:cubicBezTo>
                      <a:pt x="0" y="26"/>
                      <a:pt x="0" y="16"/>
                      <a:pt x="4" y="11"/>
                    </a:cubicBezTo>
                    <a:cubicBezTo>
                      <a:pt x="16" y="0"/>
                      <a:pt x="52" y="14"/>
                      <a:pt x="62" y="21"/>
                    </a:cubicBezTo>
                    <a:cubicBezTo>
                      <a:pt x="48" y="17"/>
                      <a:pt x="22" y="10"/>
                      <a:pt x="14" y="27"/>
                    </a:cubicBezTo>
                    <a:cubicBezTo>
                      <a:pt x="11" y="35"/>
                      <a:pt x="12" y="45"/>
                      <a:pt x="8" y="53"/>
                    </a:cubicBezTo>
                    <a:cubicBezTo>
                      <a:pt x="5" y="58"/>
                      <a:pt x="2" y="59"/>
                      <a:pt x="3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7" name="Freeform 475">
                <a:extLst>
                  <a:ext uri="{FF2B5EF4-FFF2-40B4-BE49-F238E27FC236}">
                    <a16:creationId xmlns:a16="http://schemas.microsoft.com/office/drawing/2014/main" id="{F87B6B79-E473-4644-8A37-8A780C2CF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426"/>
                <a:ext cx="289" cy="143"/>
              </a:xfrm>
              <a:custGeom>
                <a:avLst/>
                <a:gdLst>
                  <a:gd name="T0" fmla="*/ 0 w 125"/>
                  <a:gd name="T1" fmla="*/ 493 h 58"/>
                  <a:gd name="T2" fmla="*/ 171 w 125"/>
                  <a:gd name="T3" fmla="*/ 62 h 58"/>
                  <a:gd name="T4" fmla="*/ 620 w 125"/>
                  <a:gd name="T5" fmla="*/ 182 h 58"/>
                  <a:gd name="T6" fmla="*/ 1544 w 125"/>
                  <a:gd name="T7" fmla="*/ 870 h 58"/>
                  <a:gd name="T8" fmla="*/ 546 w 125"/>
                  <a:gd name="T9" fmla="*/ 266 h 58"/>
                  <a:gd name="T10" fmla="*/ 150 w 125"/>
                  <a:gd name="T11" fmla="*/ 286 h 58"/>
                  <a:gd name="T12" fmla="*/ 86 w 125"/>
                  <a:gd name="T13" fmla="*/ 407 h 58"/>
                  <a:gd name="T14" fmla="*/ 12 w 125"/>
                  <a:gd name="T15" fmla="*/ 510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" h="58">
                    <a:moveTo>
                      <a:pt x="0" y="33"/>
                    </a:moveTo>
                    <a:cubicBezTo>
                      <a:pt x="3" y="24"/>
                      <a:pt x="4" y="9"/>
                      <a:pt x="14" y="4"/>
                    </a:cubicBezTo>
                    <a:cubicBezTo>
                      <a:pt x="24" y="0"/>
                      <a:pt x="40" y="8"/>
                      <a:pt x="50" y="12"/>
                    </a:cubicBezTo>
                    <a:cubicBezTo>
                      <a:pt x="76" y="23"/>
                      <a:pt x="106" y="35"/>
                      <a:pt x="125" y="58"/>
                    </a:cubicBezTo>
                    <a:cubicBezTo>
                      <a:pt x="101" y="41"/>
                      <a:pt x="72" y="27"/>
                      <a:pt x="44" y="18"/>
                    </a:cubicBezTo>
                    <a:cubicBezTo>
                      <a:pt x="35" y="15"/>
                      <a:pt x="20" y="12"/>
                      <a:pt x="12" y="19"/>
                    </a:cubicBezTo>
                    <a:cubicBezTo>
                      <a:pt x="10" y="21"/>
                      <a:pt x="8" y="25"/>
                      <a:pt x="7" y="27"/>
                    </a:cubicBezTo>
                    <a:cubicBezTo>
                      <a:pt x="4" y="30"/>
                      <a:pt x="1" y="29"/>
                      <a:pt x="1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8" name="Freeform 476">
                <a:extLst>
                  <a:ext uri="{FF2B5EF4-FFF2-40B4-BE49-F238E27FC236}">
                    <a16:creationId xmlns:a16="http://schemas.microsoft.com/office/drawing/2014/main" id="{DCB5274A-BD2D-4D00-B9A1-D78051F00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044"/>
                <a:ext cx="118" cy="415"/>
              </a:xfrm>
              <a:custGeom>
                <a:avLst/>
                <a:gdLst>
                  <a:gd name="T0" fmla="*/ 370 w 51"/>
                  <a:gd name="T1" fmla="*/ 0 h 168"/>
                  <a:gd name="T2" fmla="*/ 433 w 51"/>
                  <a:gd name="T3" fmla="*/ 361 h 168"/>
                  <a:gd name="T4" fmla="*/ 460 w 51"/>
                  <a:gd name="T5" fmla="*/ 781 h 168"/>
                  <a:gd name="T6" fmla="*/ 359 w 51"/>
                  <a:gd name="T7" fmla="*/ 1465 h 168"/>
                  <a:gd name="T8" fmla="*/ 199 w 51"/>
                  <a:gd name="T9" fmla="*/ 2008 h 168"/>
                  <a:gd name="T10" fmla="*/ 0 w 51"/>
                  <a:gd name="T11" fmla="*/ 2532 h 168"/>
                  <a:gd name="T12" fmla="*/ 261 w 51"/>
                  <a:gd name="T13" fmla="*/ 2112 h 168"/>
                  <a:gd name="T14" fmla="*/ 518 w 51"/>
                  <a:gd name="T15" fmla="*/ 1354 h 168"/>
                  <a:gd name="T16" fmla="*/ 567 w 51"/>
                  <a:gd name="T17" fmla="*/ 501 h 168"/>
                  <a:gd name="T18" fmla="*/ 386 w 51"/>
                  <a:gd name="T19" fmla="*/ 3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168">
                    <a:moveTo>
                      <a:pt x="30" y="0"/>
                    </a:moveTo>
                    <a:cubicBezTo>
                      <a:pt x="33" y="7"/>
                      <a:pt x="34" y="16"/>
                      <a:pt x="35" y="24"/>
                    </a:cubicBezTo>
                    <a:cubicBezTo>
                      <a:pt x="36" y="33"/>
                      <a:pt x="37" y="43"/>
                      <a:pt x="37" y="52"/>
                    </a:cubicBezTo>
                    <a:cubicBezTo>
                      <a:pt x="37" y="67"/>
                      <a:pt x="33" y="83"/>
                      <a:pt x="29" y="97"/>
                    </a:cubicBezTo>
                    <a:cubicBezTo>
                      <a:pt x="25" y="109"/>
                      <a:pt x="22" y="122"/>
                      <a:pt x="16" y="133"/>
                    </a:cubicBezTo>
                    <a:cubicBezTo>
                      <a:pt x="9" y="144"/>
                      <a:pt x="7" y="157"/>
                      <a:pt x="0" y="168"/>
                    </a:cubicBezTo>
                    <a:cubicBezTo>
                      <a:pt x="4" y="156"/>
                      <a:pt x="12" y="149"/>
                      <a:pt x="21" y="140"/>
                    </a:cubicBezTo>
                    <a:cubicBezTo>
                      <a:pt x="33" y="127"/>
                      <a:pt x="36" y="107"/>
                      <a:pt x="42" y="90"/>
                    </a:cubicBezTo>
                    <a:cubicBezTo>
                      <a:pt x="50" y="72"/>
                      <a:pt x="51" y="51"/>
                      <a:pt x="46" y="33"/>
                    </a:cubicBezTo>
                    <a:cubicBezTo>
                      <a:pt x="43" y="21"/>
                      <a:pt x="34" y="13"/>
                      <a:pt x="3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9" name="Freeform 477">
                <a:extLst>
                  <a:ext uri="{FF2B5EF4-FFF2-40B4-BE49-F238E27FC236}">
                    <a16:creationId xmlns:a16="http://schemas.microsoft.com/office/drawing/2014/main" id="{70B41AB0-1853-4390-983E-69EB27F65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866"/>
                <a:ext cx="127" cy="309"/>
              </a:xfrm>
              <a:custGeom>
                <a:avLst/>
                <a:gdLst>
                  <a:gd name="T0" fmla="*/ 28 w 55"/>
                  <a:gd name="T1" fmla="*/ 133 h 125"/>
                  <a:gd name="T2" fmla="*/ 404 w 55"/>
                  <a:gd name="T3" fmla="*/ 1088 h 125"/>
                  <a:gd name="T4" fmla="*/ 469 w 55"/>
                  <a:gd name="T5" fmla="*/ 1889 h 125"/>
                  <a:gd name="T6" fmla="*/ 640 w 55"/>
                  <a:gd name="T7" fmla="*/ 1449 h 125"/>
                  <a:gd name="T8" fmla="*/ 490 w 55"/>
                  <a:gd name="T9" fmla="*/ 843 h 125"/>
                  <a:gd name="T10" fmla="*/ 196 w 55"/>
                  <a:gd name="T11" fmla="*/ 361 h 125"/>
                  <a:gd name="T12" fmla="*/ 0 w 55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25">
                    <a:moveTo>
                      <a:pt x="2" y="9"/>
                    </a:moveTo>
                    <a:cubicBezTo>
                      <a:pt x="9" y="32"/>
                      <a:pt x="23" y="50"/>
                      <a:pt x="33" y="72"/>
                    </a:cubicBezTo>
                    <a:cubicBezTo>
                      <a:pt x="41" y="90"/>
                      <a:pt x="41" y="107"/>
                      <a:pt x="38" y="125"/>
                    </a:cubicBezTo>
                    <a:cubicBezTo>
                      <a:pt x="41" y="115"/>
                      <a:pt x="49" y="107"/>
                      <a:pt x="52" y="96"/>
                    </a:cubicBezTo>
                    <a:cubicBezTo>
                      <a:pt x="55" y="80"/>
                      <a:pt x="48" y="69"/>
                      <a:pt x="40" y="56"/>
                    </a:cubicBezTo>
                    <a:cubicBezTo>
                      <a:pt x="33" y="44"/>
                      <a:pt x="24" y="35"/>
                      <a:pt x="16" y="24"/>
                    </a:cubicBezTo>
                    <a:cubicBezTo>
                      <a:pt x="11" y="18"/>
                      <a:pt x="0" y="8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0" name="Freeform 478">
                <a:extLst>
                  <a:ext uri="{FF2B5EF4-FFF2-40B4-BE49-F238E27FC236}">
                    <a16:creationId xmlns:a16="http://schemas.microsoft.com/office/drawing/2014/main" id="{4B9F1317-420D-4BFE-A01F-6510778CE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133"/>
                <a:ext cx="231" cy="212"/>
              </a:xfrm>
              <a:custGeom>
                <a:avLst/>
                <a:gdLst>
                  <a:gd name="T0" fmla="*/ 0 w 100"/>
                  <a:gd name="T1" fmla="*/ 1289 h 86"/>
                  <a:gd name="T2" fmla="*/ 480 w 100"/>
                  <a:gd name="T3" fmla="*/ 419 h 86"/>
                  <a:gd name="T4" fmla="*/ 864 w 100"/>
                  <a:gd name="T5" fmla="*/ 266 h 86"/>
                  <a:gd name="T6" fmla="*/ 1234 w 100"/>
                  <a:gd name="T7" fmla="*/ 0 h 86"/>
                  <a:gd name="T8" fmla="*/ 949 w 100"/>
                  <a:gd name="T9" fmla="*/ 348 h 86"/>
                  <a:gd name="T10" fmla="*/ 492 w 100"/>
                  <a:gd name="T11" fmla="*/ 614 h 86"/>
                  <a:gd name="T12" fmla="*/ 159 w 100"/>
                  <a:gd name="T13" fmla="*/ 942 h 86"/>
                  <a:gd name="T14" fmla="*/ 12 w 100"/>
                  <a:gd name="T15" fmla="*/ 1289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86">
                    <a:moveTo>
                      <a:pt x="0" y="86"/>
                    </a:moveTo>
                    <a:cubicBezTo>
                      <a:pt x="12" y="64"/>
                      <a:pt x="14" y="41"/>
                      <a:pt x="39" y="28"/>
                    </a:cubicBezTo>
                    <a:cubicBezTo>
                      <a:pt x="48" y="22"/>
                      <a:pt x="60" y="22"/>
                      <a:pt x="70" y="18"/>
                    </a:cubicBezTo>
                    <a:cubicBezTo>
                      <a:pt x="81" y="13"/>
                      <a:pt x="90" y="5"/>
                      <a:pt x="100" y="0"/>
                    </a:cubicBezTo>
                    <a:cubicBezTo>
                      <a:pt x="92" y="6"/>
                      <a:pt x="86" y="16"/>
                      <a:pt x="77" y="23"/>
                    </a:cubicBezTo>
                    <a:cubicBezTo>
                      <a:pt x="66" y="31"/>
                      <a:pt x="52" y="35"/>
                      <a:pt x="40" y="41"/>
                    </a:cubicBezTo>
                    <a:cubicBezTo>
                      <a:pt x="31" y="46"/>
                      <a:pt x="20" y="54"/>
                      <a:pt x="13" y="63"/>
                    </a:cubicBezTo>
                    <a:cubicBezTo>
                      <a:pt x="8" y="69"/>
                      <a:pt x="4" y="80"/>
                      <a:pt x="1" y="8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1" name="Freeform 479">
                <a:extLst>
                  <a:ext uri="{FF2B5EF4-FFF2-40B4-BE49-F238E27FC236}">
                    <a16:creationId xmlns:a16="http://schemas.microsoft.com/office/drawing/2014/main" id="{EF0EC428-6F14-4433-AF20-FBBFA5775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308"/>
                <a:ext cx="123" cy="291"/>
              </a:xfrm>
              <a:custGeom>
                <a:avLst/>
                <a:gdLst>
                  <a:gd name="T0" fmla="*/ 661 w 53"/>
                  <a:gd name="T1" fmla="*/ 0 h 118"/>
                  <a:gd name="T2" fmla="*/ 225 w 53"/>
                  <a:gd name="T3" fmla="*/ 809 h 118"/>
                  <a:gd name="T4" fmla="*/ 102 w 53"/>
                  <a:gd name="T5" fmla="*/ 1771 h 118"/>
                  <a:gd name="T6" fmla="*/ 172 w 53"/>
                  <a:gd name="T7" fmla="*/ 1290 h 118"/>
                  <a:gd name="T8" fmla="*/ 302 w 53"/>
                  <a:gd name="T9" fmla="*/ 747 h 118"/>
                  <a:gd name="T10" fmla="*/ 587 w 53"/>
                  <a:gd name="T11" fmla="*/ 121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118">
                    <a:moveTo>
                      <a:pt x="53" y="0"/>
                    </a:moveTo>
                    <a:cubicBezTo>
                      <a:pt x="36" y="17"/>
                      <a:pt x="25" y="31"/>
                      <a:pt x="18" y="54"/>
                    </a:cubicBezTo>
                    <a:cubicBezTo>
                      <a:pt x="12" y="72"/>
                      <a:pt x="0" y="101"/>
                      <a:pt x="8" y="118"/>
                    </a:cubicBezTo>
                    <a:cubicBezTo>
                      <a:pt x="5" y="107"/>
                      <a:pt x="11" y="96"/>
                      <a:pt x="14" y="86"/>
                    </a:cubicBezTo>
                    <a:cubicBezTo>
                      <a:pt x="17" y="74"/>
                      <a:pt x="20" y="62"/>
                      <a:pt x="24" y="50"/>
                    </a:cubicBezTo>
                    <a:cubicBezTo>
                      <a:pt x="28" y="38"/>
                      <a:pt x="37" y="16"/>
                      <a:pt x="47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2" name="Freeform 480">
                <a:extLst>
                  <a:ext uri="{FF2B5EF4-FFF2-40B4-BE49-F238E27FC236}">
                    <a16:creationId xmlns:a16="http://schemas.microsoft.com/office/drawing/2014/main" id="{433C28E7-2537-4B95-8E80-17F305BE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436"/>
                <a:ext cx="77" cy="516"/>
              </a:xfrm>
              <a:custGeom>
                <a:avLst/>
                <a:gdLst>
                  <a:gd name="T0" fmla="*/ 191 w 33"/>
                  <a:gd name="T1" fmla="*/ 0 h 209"/>
                  <a:gd name="T2" fmla="*/ 142 w 33"/>
                  <a:gd name="T3" fmla="*/ 872 h 209"/>
                  <a:gd name="T4" fmla="*/ 229 w 33"/>
                  <a:gd name="T5" fmla="*/ 1659 h 209"/>
                  <a:gd name="T6" fmla="*/ 77 w 33"/>
                  <a:gd name="T7" fmla="*/ 2348 h 209"/>
                  <a:gd name="T8" fmla="*/ 49 w 33"/>
                  <a:gd name="T9" fmla="*/ 3145 h 209"/>
                  <a:gd name="T10" fmla="*/ 217 w 33"/>
                  <a:gd name="T11" fmla="*/ 2303 h 209"/>
                  <a:gd name="T12" fmla="*/ 266 w 33"/>
                  <a:gd name="T13" fmla="*/ 1896 h 209"/>
                  <a:gd name="T14" fmla="*/ 331 w 33"/>
                  <a:gd name="T15" fmla="*/ 1578 h 209"/>
                  <a:gd name="T16" fmla="*/ 217 w 33"/>
                  <a:gd name="T17" fmla="*/ 0 h 2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209">
                    <a:moveTo>
                      <a:pt x="15" y="0"/>
                    </a:moveTo>
                    <a:cubicBezTo>
                      <a:pt x="18" y="18"/>
                      <a:pt x="8" y="39"/>
                      <a:pt x="11" y="58"/>
                    </a:cubicBezTo>
                    <a:cubicBezTo>
                      <a:pt x="13" y="76"/>
                      <a:pt x="18" y="92"/>
                      <a:pt x="18" y="110"/>
                    </a:cubicBezTo>
                    <a:cubicBezTo>
                      <a:pt x="17" y="126"/>
                      <a:pt x="10" y="141"/>
                      <a:pt x="6" y="156"/>
                    </a:cubicBezTo>
                    <a:cubicBezTo>
                      <a:pt x="0" y="174"/>
                      <a:pt x="0" y="191"/>
                      <a:pt x="4" y="209"/>
                    </a:cubicBezTo>
                    <a:cubicBezTo>
                      <a:pt x="4" y="188"/>
                      <a:pt x="8" y="172"/>
                      <a:pt x="17" y="153"/>
                    </a:cubicBezTo>
                    <a:cubicBezTo>
                      <a:pt x="21" y="144"/>
                      <a:pt x="21" y="136"/>
                      <a:pt x="21" y="126"/>
                    </a:cubicBezTo>
                    <a:cubicBezTo>
                      <a:pt x="21" y="119"/>
                      <a:pt x="24" y="113"/>
                      <a:pt x="26" y="105"/>
                    </a:cubicBezTo>
                    <a:cubicBezTo>
                      <a:pt x="33" y="74"/>
                      <a:pt x="7" y="31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3" name="Freeform 481">
                <a:extLst>
                  <a:ext uri="{FF2B5EF4-FFF2-40B4-BE49-F238E27FC236}">
                    <a16:creationId xmlns:a16="http://schemas.microsoft.com/office/drawing/2014/main" id="{F9E520CA-6455-45E5-A5DD-0F9AA1F8A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834"/>
                <a:ext cx="153" cy="264"/>
              </a:xfrm>
              <a:custGeom>
                <a:avLst/>
                <a:gdLst>
                  <a:gd name="T0" fmla="*/ 199 w 66"/>
                  <a:gd name="T1" fmla="*/ 0 h 107"/>
                  <a:gd name="T2" fmla="*/ 114 w 66"/>
                  <a:gd name="T3" fmla="*/ 1169 h 107"/>
                  <a:gd name="T4" fmla="*/ 415 w 66"/>
                  <a:gd name="T5" fmla="*/ 1503 h 107"/>
                  <a:gd name="T6" fmla="*/ 823 w 66"/>
                  <a:gd name="T7" fmla="*/ 1606 h 107"/>
                  <a:gd name="T8" fmla="*/ 199 w 66"/>
                  <a:gd name="T9" fmla="*/ 943 h 107"/>
                  <a:gd name="T10" fmla="*/ 162 w 66"/>
                  <a:gd name="T11" fmla="*/ 390 h 107"/>
                  <a:gd name="T12" fmla="*/ 188 w 66"/>
                  <a:gd name="T13" fmla="*/ 62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07">
                    <a:moveTo>
                      <a:pt x="16" y="0"/>
                    </a:moveTo>
                    <a:cubicBezTo>
                      <a:pt x="1" y="18"/>
                      <a:pt x="0" y="57"/>
                      <a:pt x="9" y="78"/>
                    </a:cubicBezTo>
                    <a:cubicBezTo>
                      <a:pt x="13" y="88"/>
                      <a:pt x="23" y="97"/>
                      <a:pt x="33" y="100"/>
                    </a:cubicBezTo>
                    <a:cubicBezTo>
                      <a:pt x="43" y="104"/>
                      <a:pt x="58" y="101"/>
                      <a:pt x="66" y="107"/>
                    </a:cubicBezTo>
                    <a:cubicBezTo>
                      <a:pt x="47" y="102"/>
                      <a:pt x="20" y="83"/>
                      <a:pt x="16" y="63"/>
                    </a:cubicBezTo>
                    <a:cubicBezTo>
                      <a:pt x="13" y="51"/>
                      <a:pt x="14" y="38"/>
                      <a:pt x="13" y="26"/>
                    </a:cubicBezTo>
                    <a:cubicBezTo>
                      <a:pt x="12" y="18"/>
                      <a:pt x="15" y="11"/>
                      <a:pt x="1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4" name="Freeform 482">
                <a:extLst>
                  <a:ext uri="{FF2B5EF4-FFF2-40B4-BE49-F238E27FC236}">
                    <a16:creationId xmlns:a16="http://schemas.microsoft.com/office/drawing/2014/main" id="{5B18A8B8-E236-42C4-B711-6EB0A7CF6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1747"/>
                <a:ext cx="72" cy="260"/>
              </a:xfrm>
              <a:custGeom>
                <a:avLst/>
                <a:gdLst>
                  <a:gd name="T0" fmla="*/ 388 w 31"/>
                  <a:gd name="T1" fmla="*/ 0 h 105"/>
                  <a:gd name="T2" fmla="*/ 211 w 31"/>
                  <a:gd name="T3" fmla="*/ 441 h 105"/>
                  <a:gd name="T4" fmla="*/ 77 w 31"/>
                  <a:gd name="T5" fmla="*/ 790 h 105"/>
                  <a:gd name="T6" fmla="*/ 286 w 31"/>
                  <a:gd name="T7" fmla="*/ 1595 h 105"/>
                  <a:gd name="T8" fmla="*/ 200 w 31"/>
                  <a:gd name="T9" fmla="*/ 743 h 105"/>
                  <a:gd name="T10" fmla="*/ 323 w 31"/>
                  <a:gd name="T11" fmla="*/ 258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05">
                    <a:moveTo>
                      <a:pt x="31" y="0"/>
                    </a:moveTo>
                    <a:cubicBezTo>
                      <a:pt x="30" y="10"/>
                      <a:pt x="21" y="20"/>
                      <a:pt x="17" y="29"/>
                    </a:cubicBezTo>
                    <a:cubicBezTo>
                      <a:pt x="13" y="36"/>
                      <a:pt x="9" y="44"/>
                      <a:pt x="6" y="52"/>
                    </a:cubicBezTo>
                    <a:cubicBezTo>
                      <a:pt x="0" y="73"/>
                      <a:pt x="10" y="89"/>
                      <a:pt x="23" y="105"/>
                    </a:cubicBezTo>
                    <a:cubicBezTo>
                      <a:pt x="12" y="86"/>
                      <a:pt x="16" y="70"/>
                      <a:pt x="16" y="49"/>
                    </a:cubicBezTo>
                    <a:cubicBezTo>
                      <a:pt x="16" y="36"/>
                      <a:pt x="21" y="29"/>
                      <a:pt x="26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5" name="Freeform 483">
                <a:extLst>
                  <a:ext uri="{FF2B5EF4-FFF2-40B4-BE49-F238E27FC236}">
                    <a16:creationId xmlns:a16="http://schemas.microsoft.com/office/drawing/2014/main" id="{4B7EDF96-0B90-45E5-A842-08B211190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362"/>
                <a:ext cx="695" cy="265"/>
              </a:xfrm>
              <a:custGeom>
                <a:avLst/>
                <a:gdLst>
                  <a:gd name="T0" fmla="*/ 0 w 300"/>
                  <a:gd name="T1" fmla="*/ 62 h 107"/>
                  <a:gd name="T2" fmla="*/ 1031 w 300"/>
                  <a:gd name="T3" fmla="*/ 154 h 107"/>
                  <a:gd name="T4" fmla="*/ 1492 w 300"/>
                  <a:gd name="T5" fmla="*/ 639 h 107"/>
                  <a:gd name="T6" fmla="*/ 2050 w 300"/>
                  <a:gd name="T7" fmla="*/ 926 h 107"/>
                  <a:gd name="T8" fmla="*/ 2748 w 300"/>
                  <a:gd name="T9" fmla="*/ 1399 h 107"/>
                  <a:gd name="T10" fmla="*/ 3730 w 300"/>
                  <a:gd name="T11" fmla="*/ 1565 h 107"/>
                  <a:gd name="T12" fmla="*/ 2662 w 300"/>
                  <a:gd name="T13" fmla="*/ 1521 h 107"/>
                  <a:gd name="T14" fmla="*/ 1953 w 300"/>
                  <a:gd name="T15" fmla="*/ 1018 h 107"/>
                  <a:gd name="T16" fmla="*/ 1332 w 300"/>
                  <a:gd name="T17" fmla="*/ 698 h 107"/>
                  <a:gd name="T18" fmla="*/ 908 w 300"/>
                  <a:gd name="T19" fmla="*/ 215 h 107"/>
                  <a:gd name="T20" fmla="*/ 0 w 300"/>
                  <a:gd name="T21" fmla="*/ 62 h 1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0" h="107">
                    <a:moveTo>
                      <a:pt x="0" y="4"/>
                    </a:moveTo>
                    <a:cubicBezTo>
                      <a:pt x="17" y="10"/>
                      <a:pt x="67" y="0"/>
                      <a:pt x="83" y="10"/>
                    </a:cubicBezTo>
                    <a:cubicBezTo>
                      <a:pt x="99" y="20"/>
                      <a:pt x="99" y="34"/>
                      <a:pt x="120" y="42"/>
                    </a:cubicBezTo>
                    <a:cubicBezTo>
                      <a:pt x="141" y="51"/>
                      <a:pt x="146" y="47"/>
                      <a:pt x="165" y="61"/>
                    </a:cubicBezTo>
                    <a:cubicBezTo>
                      <a:pt x="185" y="74"/>
                      <a:pt x="200" y="85"/>
                      <a:pt x="221" y="92"/>
                    </a:cubicBezTo>
                    <a:cubicBezTo>
                      <a:pt x="242" y="99"/>
                      <a:pt x="274" y="95"/>
                      <a:pt x="300" y="103"/>
                    </a:cubicBezTo>
                    <a:cubicBezTo>
                      <a:pt x="285" y="101"/>
                      <a:pt x="239" y="107"/>
                      <a:pt x="214" y="100"/>
                    </a:cubicBezTo>
                    <a:cubicBezTo>
                      <a:pt x="190" y="94"/>
                      <a:pt x="170" y="70"/>
                      <a:pt x="157" y="67"/>
                    </a:cubicBezTo>
                    <a:cubicBezTo>
                      <a:pt x="144" y="63"/>
                      <a:pt x="117" y="56"/>
                      <a:pt x="107" y="46"/>
                    </a:cubicBezTo>
                    <a:cubicBezTo>
                      <a:pt x="97" y="36"/>
                      <a:pt x="80" y="15"/>
                      <a:pt x="73" y="14"/>
                    </a:cubicBezTo>
                    <a:cubicBezTo>
                      <a:pt x="65" y="12"/>
                      <a:pt x="17" y="13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6" name="Freeform 484">
                <a:extLst>
                  <a:ext uri="{FF2B5EF4-FFF2-40B4-BE49-F238E27FC236}">
                    <a16:creationId xmlns:a16="http://schemas.microsoft.com/office/drawing/2014/main" id="{D5131431-AEDA-41AB-9E66-F7AF492B2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2538"/>
                <a:ext cx="470" cy="136"/>
              </a:xfrm>
              <a:custGeom>
                <a:avLst/>
                <a:gdLst>
                  <a:gd name="T0" fmla="*/ 1773 w 203"/>
                  <a:gd name="T1" fmla="*/ 586 h 55"/>
                  <a:gd name="T2" fmla="*/ 2519 w 203"/>
                  <a:gd name="T3" fmla="*/ 831 h 55"/>
                  <a:gd name="T4" fmla="*/ 1859 w 203"/>
                  <a:gd name="T5" fmla="*/ 470 h 55"/>
                  <a:gd name="T6" fmla="*/ 1040 w 203"/>
                  <a:gd name="T7" fmla="*/ 440 h 55"/>
                  <a:gd name="T8" fmla="*/ 0 w 203"/>
                  <a:gd name="T9" fmla="*/ 0 h 55"/>
                  <a:gd name="T10" fmla="*/ 1773 w 203"/>
                  <a:gd name="T11" fmla="*/ 586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3" h="55">
                    <a:moveTo>
                      <a:pt x="143" y="39"/>
                    </a:moveTo>
                    <a:cubicBezTo>
                      <a:pt x="160" y="39"/>
                      <a:pt x="187" y="44"/>
                      <a:pt x="203" y="55"/>
                    </a:cubicBezTo>
                    <a:cubicBezTo>
                      <a:pt x="179" y="34"/>
                      <a:pt x="166" y="31"/>
                      <a:pt x="150" y="31"/>
                    </a:cubicBezTo>
                    <a:cubicBezTo>
                      <a:pt x="134" y="31"/>
                      <a:pt x="115" y="34"/>
                      <a:pt x="84" y="29"/>
                    </a:cubicBezTo>
                    <a:cubicBezTo>
                      <a:pt x="53" y="24"/>
                      <a:pt x="17" y="14"/>
                      <a:pt x="0" y="0"/>
                    </a:cubicBezTo>
                    <a:cubicBezTo>
                      <a:pt x="13" y="22"/>
                      <a:pt x="81" y="44"/>
                      <a:pt x="143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7" name="Freeform 485">
                <a:extLst>
                  <a:ext uri="{FF2B5EF4-FFF2-40B4-BE49-F238E27FC236}">
                    <a16:creationId xmlns:a16="http://schemas.microsoft.com/office/drawing/2014/main" id="{4593A924-F778-4162-88D2-5FAE0D2DC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716"/>
                <a:ext cx="424" cy="118"/>
              </a:xfrm>
              <a:custGeom>
                <a:avLst/>
                <a:gdLst>
                  <a:gd name="T0" fmla="*/ 0 w 183"/>
                  <a:gd name="T1" fmla="*/ 74 h 48"/>
                  <a:gd name="T2" fmla="*/ 1068 w 183"/>
                  <a:gd name="T3" fmla="*/ 266 h 48"/>
                  <a:gd name="T4" fmla="*/ 2275 w 183"/>
                  <a:gd name="T5" fmla="*/ 71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3" h="48">
                    <a:moveTo>
                      <a:pt x="0" y="5"/>
                    </a:moveTo>
                    <a:cubicBezTo>
                      <a:pt x="16" y="0"/>
                      <a:pt x="50" y="3"/>
                      <a:pt x="86" y="18"/>
                    </a:cubicBezTo>
                    <a:cubicBezTo>
                      <a:pt x="122" y="33"/>
                      <a:pt x="166" y="35"/>
                      <a:pt x="183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8" name="Freeform 486">
                <a:extLst>
                  <a:ext uri="{FF2B5EF4-FFF2-40B4-BE49-F238E27FC236}">
                    <a16:creationId xmlns:a16="http://schemas.microsoft.com/office/drawing/2014/main" id="{7A8E88AA-A018-4554-A539-15954D691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2086"/>
                <a:ext cx="53" cy="212"/>
              </a:xfrm>
              <a:custGeom>
                <a:avLst/>
                <a:gdLst>
                  <a:gd name="T0" fmla="*/ 0 w 23"/>
                  <a:gd name="T1" fmla="*/ 0 h 86"/>
                  <a:gd name="T2" fmla="*/ 28 w 23"/>
                  <a:gd name="T3" fmla="*/ 643 h 86"/>
                  <a:gd name="T4" fmla="*/ 281 w 23"/>
                  <a:gd name="T5" fmla="*/ 1289 h 86"/>
                  <a:gd name="T6" fmla="*/ 94 w 23"/>
                  <a:gd name="T7" fmla="*/ 601 h 86"/>
                  <a:gd name="T8" fmla="*/ 28 w 23"/>
                  <a:gd name="T9" fmla="*/ 42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86">
                    <a:moveTo>
                      <a:pt x="0" y="0"/>
                    </a:moveTo>
                    <a:cubicBezTo>
                      <a:pt x="6" y="12"/>
                      <a:pt x="1" y="30"/>
                      <a:pt x="2" y="43"/>
                    </a:cubicBezTo>
                    <a:cubicBezTo>
                      <a:pt x="3" y="59"/>
                      <a:pt x="12" y="75"/>
                      <a:pt x="23" y="86"/>
                    </a:cubicBezTo>
                    <a:cubicBezTo>
                      <a:pt x="16" y="70"/>
                      <a:pt x="9" y="57"/>
                      <a:pt x="8" y="40"/>
                    </a:cubicBezTo>
                    <a:cubicBezTo>
                      <a:pt x="8" y="28"/>
                      <a:pt x="9" y="13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9" name="Freeform 487">
                <a:extLst>
                  <a:ext uri="{FF2B5EF4-FFF2-40B4-BE49-F238E27FC236}">
                    <a16:creationId xmlns:a16="http://schemas.microsoft.com/office/drawing/2014/main" id="{0F14526C-19B5-4BB9-B137-0DC40C90B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1344"/>
                <a:ext cx="512" cy="309"/>
              </a:xfrm>
              <a:custGeom>
                <a:avLst/>
                <a:gdLst>
                  <a:gd name="T0" fmla="*/ 0 w 221"/>
                  <a:gd name="T1" fmla="*/ 1889 h 125"/>
                  <a:gd name="T2" fmla="*/ 994 w 221"/>
                  <a:gd name="T3" fmla="*/ 954 h 125"/>
                  <a:gd name="T4" fmla="*/ 2748 w 221"/>
                  <a:gd name="T5" fmla="*/ 74 h 125"/>
                  <a:gd name="T6" fmla="*/ 1142 w 221"/>
                  <a:gd name="T7" fmla="*/ 967 h 125"/>
                  <a:gd name="T8" fmla="*/ 0 w 221"/>
                  <a:gd name="T9" fmla="*/ 1889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125">
                    <a:moveTo>
                      <a:pt x="0" y="125"/>
                    </a:moveTo>
                    <a:cubicBezTo>
                      <a:pt x="28" y="96"/>
                      <a:pt x="56" y="76"/>
                      <a:pt x="80" y="63"/>
                    </a:cubicBezTo>
                    <a:cubicBezTo>
                      <a:pt x="103" y="50"/>
                      <a:pt x="196" y="0"/>
                      <a:pt x="221" y="5"/>
                    </a:cubicBezTo>
                    <a:cubicBezTo>
                      <a:pt x="199" y="9"/>
                      <a:pt x="115" y="50"/>
                      <a:pt x="92" y="64"/>
                    </a:cubicBezTo>
                    <a:cubicBezTo>
                      <a:pt x="69" y="78"/>
                      <a:pt x="9" y="110"/>
                      <a:pt x="0" y="1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0" name="Freeform 488">
                <a:extLst>
                  <a:ext uri="{FF2B5EF4-FFF2-40B4-BE49-F238E27FC236}">
                    <a16:creationId xmlns:a16="http://schemas.microsoft.com/office/drawing/2014/main" id="{9EAD600E-EC75-4C0E-896B-B70B94299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1767"/>
                <a:ext cx="193" cy="338"/>
              </a:xfrm>
              <a:custGeom>
                <a:avLst/>
                <a:gdLst>
                  <a:gd name="T0" fmla="*/ 1044 w 83"/>
                  <a:gd name="T1" fmla="*/ 0 h 137"/>
                  <a:gd name="T2" fmla="*/ 758 w 83"/>
                  <a:gd name="T3" fmla="*/ 328 h 137"/>
                  <a:gd name="T4" fmla="*/ 286 w 83"/>
                  <a:gd name="T5" fmla="*/ 1229 h 137"/>
                  <a:gd name="T6" fmla="*/ 0 w 83"/>
                  <a:gd name="T7" fmla="*/ 2058 h 137"/>
                  <a:gd name="T8" fmla="*/ 363 w 83"/>
                  <a:gd name="T9" fmla="*/ 1394 h 137"/>
                  <a:gd name="T10" fmla="*/ 844 w 83"/>
                  <a:gd name="T11" fmla="*/ 543 h 137"/>
                  <a:gd name="T12" fmla="*/ 1044 w 83"/>
                  <a:gd name="T13" fmla="*/ 0 h 1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37">
                    <a:moveTo>
                      <a:pt x="83" y="0"/>
                    </a:moveTo>
                    <a:cubicBezTo>
                      <a:pt x="68" y="6"/>
                      <a:pt x="68" y="9"/>
                      <a:pt x="60" y="22"/>
                    </a:cubicBezTo>
                    <a:cubicBezTo>
                      <a:pt x="53" y="35"/>
                      <a:pt x="35" y="69"/>
                      <a:pt x="23" y="82"/>
                    </a:cubicBezTo>
                    <a:cubicBezTo>
                      <a:pt x="10" y="96"/>
                      <a:pt x="1" y="119"/>
                      <a:pt x="0" y="137"/>
                    </a:cubicBezTo>
                    <a:cubicBezTo>
                      <a:pt x="6" y="120"/>
                      <a:pt x="19" y="106"/>
                      <a:pt x="29" y="93"/>
                    </a:cubicBezTo>
                    <a:cubicBezTo>
                      <a:pt x="39" y="79"/>
                      <a:pt x="60" y="50"/>
                      <a:pt x="67" y="36"/>
                    </a:cubicBezTo>
                    <a:cubicBezTo>
                      <a:pt x="73" y="22"/>
                      <a:pt x="74" y="6"/>
                      <a:pt x="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1" name="Freeform 489">
                <a:extLst>
                  <a:ext uri="{FF2B5EF4-FFF2-40B4-BE49-F238E27FC236}">
                    <a16:creationId xmlns:a16="http://schemas.microsoft.com/office/drawing/2014/main" id="{898983B7-1CAC-46BF-89C4-A96D03E03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718"/>
                <a:ext cx="118" cy="224"/>
              </a:xfrm>
              <a:custGeom>
                <a:avLst/>
                <a:gdLst>
                  <a:gd name="T0" fmla="*/ 0 w 51"/>
                  <a:gd name="T1" fmla="*/ 121 h 91"/>
                  <a:gd name="T2" fmla="*/ 407 w 51"/>
                  <a:gd name="T3" fmla="*/ 684 h 91"/>
                  <a:gd name="T4" fmla="*/ 518 w 51"/>
                  <a:gd name="T5" fmla="*/ 1356 h 91"/>
                  <a:gd name="T6" fmla="*/ 558 w 51"/>
                  <a:gd name="T7" fmla="*/ 746 h 91"/>
                  <a:gd name="T8" fmla="*/ 359 w 51"/>
                  <a:gd name="T9" fmla="*/ 357 h 91"/>
                  <a:gd name="T10" fmla="*/ 49 w 51"/>
                  <a:gd name="T11" fmla="*/ 0 h 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91">
                    <a:moveTo>
                      <a:pt x="0" y="8"/>
                    </a:moveTo>
                    <a:cubicBezTo>
                      <a:pt x="4" y="21"/>
                      <a:pt x="25" y="33"/>
                      <a:pt x="33" y="46"/>
                    </a:cubicBezTo>
                    <a:cubicBezTo>
                      <a:pt x="43" y="61"/>
                      <a:pt x="44" y="73"/>
                      <a:pt x="42" y="91"/>
                    </a:cubicBezTo>
                    <a:cubicBezTo>
                      <a:pt x="51" y="78"/>
                      <a:pt x="50" y="64"/>
                      <a:pt x="45" y="50"/>
                    </a:cubicBezTo>
                    <a:cubicBezTo>
                      <a:pt x="42" y="39"/>
                      <a:pt x="38" y="32"/>
                      <a:pt x="29" y="24"/>
                    </a:cubicBezTo>
                    <a:cubicBezTo>
                      <a:pt x="23" y="18"/>
                      <a:pt x="5" y="9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2" name="Freeform 490">
                <a:extLst>
                  <a:ext uri="{FF2B5EF4-FFF2-40B4-BE49-F238E27FC236}">
                    <a16:creationId xmlns:a16="http://schemas.microsoft.com/office/drawing/2014/main" id="{1694E159-D56B-489C-9C7D-EE5BA0548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787"/>
                <a:ext cx="88" cy="516"/>
              </a:xfrm>
              <a:custGeom>
                <a:avLst/>
                <a:gdLst>
                  <a:gd name="T0" fmla="*/ 28 w 38"/>
                  <a:gd name="T1" fmla="*/ 62 h 209"/>
                  <a:gd name="T2" fmla="*/ 151 w 38"/>
                  <a:gd name="T3" fmla="*/ 951 h 209"/>
                  <a:gd name="T4" fmla="*/ 113 w 38"/>
                  <a:gd name="T5" fmla="*/ 1220 h 209"/>
                  <a:gd name="T6" fmla="*/ 199 w 38"/>
                  <a:gd name="T7" fmla="*/ 1518 h 209"/>
                  <a:gd name="T8" fmla="*/ 359 w 38"/>
                  <a:gd name="T9" fmla="*/ 2316 h 209"/>
                  <a:gd name="T10" fmla="*/ 322 w 38"/>
                  <a:gd name="T11" fmla="*/ 3145 h 209"/>
                  <a:gd name="T12" fmla="*/ 461 w 38"/>
                  <a:gd name="T13" fmla="*/ 2224 h 209"/>
                  <a:gd name="T14" fmla="*/ 262 w 38"/>
                  <a:gd name="T15" fmla="*/ 1373 h 209"/>
                  <a:gd name="T16" fmla="*/ 188 w 38"/>
                  <a:gd name="T17" fmla="*/ 602 h 209"/>
                  <a:gd name="T18" fmla="*/ 12 w 38"/>
                  <a:gd name="T19" fmla="*/ 0 h 2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209">
                    <a:moveTo>
                      <a:pt x="2" y="4"/>
                    </a:moveTo>
                    <a:cubicBezTo>
                      <a:pt x="0" y="23"/>
                      <a:pt x="11" y="44"/>
                      <a:pt x="12" y="63"/>
                    </a:cubicBezTo>
                    <a:cubicBezTo>
                      <a:pt x="12" y="70"/>
                      <a:pt x="10" y="75"/>
                      <a:pt x="9" y="81"/>
                    </a:cubicBezTo>
                    <a:cubicBezTo>
                      <a:pt x="9" y="89"/>
                      <a:pt x="13" y="92"/>
                      <a:pt x="16" y="101"/>
                    </a:cubicBezTo>
                    <a:cubicBezTo>
                      <a:pt x="23" y="117"/>
                      <a:pt x="28" y="137"/>
                      <a:pt x="29" y="154"/>
                    </a:cubicBezTo>
                    <a:cubicBezTo>
                      <a:pt x="31" y="173"/>
                      <a:pt x="26" y="190"/>
                      <a:pt x="26" y="209"/>
                    </a:cubicBezTo>
                    <a:cubicBezTo>
                      <a:pt x="37" y="191"/>
                      <a:pt x="38" y="168"/>
                      <a:pt x="37" y="148"/>
                    </a:cubicBezTo>
                    <a:cubicBezTo>
                      <a:pt x="37" y="126"/>
                      <a:pt x="26" y="111"/>
                      <a:pt x="21" y="91"/>
                    </a:cubicBezTo>
                    <a:cubicBezTo>
                      <a:pt x="17" y="74"/>
                      <a:pt x="17" y="57"/>
                      <a:pt x="15" y="40"/>
                    </a:cubicBezTo>
                    <a:cubicBezTo>
                      <a:pt x="12" y="26"/>
                      <a:pt x="6" y="13"/>
                      <a:pt x="1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3" name="Freeform 491">
                <a:extLst>
                  <a:ext uri="{FF2B5EF4-FFF2-40B4-BE49-F238E27FC236}">
                    <a16:creationId xmlns:a16="http://schemas.microsoft.com/office/drawing/2014/main" id="{C6FF31C1-DA81-4723-9E3A-E93A2606D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890"/>
                <a:ext cx="97" cy="482"/>
              </a:xfrm>
              <a:custGeom>
                <a:avLst/>
                <a:gdLst>
                  <a:gd name="T0" fmla="*/ 171 w 42"/>
                  <a:gd name="T1" fmla="*/ 391 h 195"/>
                  <a:gd name="T2" fmla="*/ 420 w 42"/>
                  <a:gd name="T3" fmla="*/ 1026 h 195"/>
                  <a:gd name="T4" fmla="*/ 490 w 42"/>
                  <a:gd name="T5" fmla="*/ 1614 h 195"/>
                  <a:gd name="T6" fmla="*/ 134 w 42"/>
                  <a:gd name="T7" fmla="*/ 2944 h 195"/>
                  <a:gd name="T8" fmla="*/ 358 w 42"/>
                  <a:gd name="T9" fmla="*/ 1466 h 195"/>
                  <a:gd name="T10" fmla="*/ 208 w 42"/>
                  <a:gd name="T11" fmla="*/ 635 h 195"/>
                  <a:gd name="T12" fmla="*/ 0 w 42"/>
                  <a:gd name="T13" fmla="*/ 0 h 1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195">
                    <a:moveTo>
                      <a:pt x="14" y="26"/>
                    </a:moveTo>
                    <a:cubicBezTo>
                      <a:pt x="21" y="41"/>
                      <a:pt x="30" y="51"/>
                      <a:pt x="34" y="68"/>
                    </a:cubicBezTo>
                    <a:cubicBezTo>
                      <a:pt x="37" y="81"/>
                      <a:pt x="40" y="93"/>
                      <a:pt x="40" y="107"/>
                    </a:cubicBezTo>
                    <a:cubicBezTo>
                      <a:pt x="42" y="138"/>
                      <a:pt x="29" y="169"/>
                      <a:pt x="11" y="195"/>
                    </a:cubicBezTo>
                    <a:cubicBezTo>
                      <a:pt x="26" y="169"/>
                      <a:pt x="33" y="127"/>
                      <a:pt x="29" y="97"/>
                    </a:cubicBezTo>
                    <a:cubicBezTo>
                      <a:pt x="26" y="79"/>
                      <a:pt x="24" y="59"/>
                      <a:pt x="17" y="42"/>
                    </a:cubicBezTo>
                    <a:cubicBezTo>
                      <a:pt x="10" y="27"/>
                      <a:pt x="3" y="16"/>
                      <a:pt x="0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4" name="Freeform 492">
                <a:extLst>
                  <a:ext uri="{FF2B5EF4-FFF2-40B4-BE49-F238E27FC236}">
                    <a16:creationId xmlns:a16="http://schemas.microsoft.com/office/drawing/2014/main" id="{E7CA8728-B99B-4EDA-A57B-02CBB50DA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135"/>
                <a:ext cx="81" cy="72"/>
              </a:xfrm>
              <a:custGeom>
                <a:avLst/>
                <a:gdLst>
                  <a:gd name="T0" fmla="*/ 12 w 35"/>
                  <a:gd name="T1" fmla="*/ 0 h 29"/>
                  <a:gd name="T2" fmla="*/ 433 w 35"/>
                  <a:gd name="T3" fmla="*/ 92 h 29"/>
                  <a:gd name="T4" fmla="*/ 0 w 35"/>
                  <a:gd name="T5" fmla="*/ 444 h 29"/>
                  <a:gd name="T6" fmla="*/ 65 w 35"/>
                  <a:gd name="T7" fmla="*/ 154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9">
                    <a:moveTo>
                      <a:pt x="1" y="0"/>
                    </a:moveTo>
                    <a:cubicBezTo>
                      <a:pt x="4" y="16"/>
                      <a:pt x="25" y="7"/>
                      <a:pt x="35" y="6"/>
                    </a:cubicBezTo>
                    <a:cubicBezTo>
                      <a:pt x="24" y="11"/>
                      <a:pt x="5" y="17"/>
                      <a:pt x="0" y="29"/>
                    </a:cubicBezTo>
                    <a:cubicBezTo>
                      <a:pt x="2" y="23"/>
                      <a:pt x="4" y="17"/>
                      <a:pt x="5" y="1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5" name="Freeform 493">
                <a:extLst>
                  <a:ext uri="{FF2B5EF4-FFF2-40B4-BE49-F238E27FC236}">
                    <a16:creationId xmlns:a16="http://schemas.microsoft.com/office/drawing/2014/main" id="{E9BBE66D-3556-4D95-B132-DD2EEB338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273"/>
                <a:ext cx="74" cy="112"/>
              </a:xfrm>
              <a:custGeom>
                <a:avLst/>
                <a:gdLst>
                  <a:gd name="T0" fmla="*/ 370 w 32"/>
                  <a:gd name="T1" fmla="*/ 0 h 45"/>
                  <a:gd name="T2" fmla="*/ 0 w 32"/>
                  <a:gd name="T3" fmla="*/ 587 h 45"/>
                  <a:gd name="T4" fmla="*/ 395 w 32"/>
                  <a:gd name="T5" fmla="*/ 694 h 45"/>
                  <a:gd name="T6" fmla="*/ 386 w 32"/>
                  <a:gd name="T7" fmla="*/ 62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5">
                    <a:moveTo>
                      <a:pt x="30" y="0"/>
                    </a:moveTo>
                    <a:cubicBezTo>
                      <a:pt x="20" y="13"/>
                      <a:pt x="6" y="23"/>
                      <a:pt x="0" y="38"/>
                    </a:cubicBezTo>
                    <a:cubicBezTo>
                      <a:pt x="10" y="35"/>
                      <a:pt x="23" y="41"/>
                      <a:pt x="32" y="45"/>
                    </a:cubicBezTo>
                    <a:cubicBezTo>
                      <a:pt x="4" y="38"/>
                      <a:pt x="29" y="17"/>
                      <a:pt x="31" y="4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6" name="Freeform 494">
                <a:extLst>
                  <a:ext uri="{FF2B5EF4-FFF2-40B4-BE49-F238E27FC236}">
                    <a16:creationId xmlns:a16="http://schemas.microsoft.com/office/drawing/2014/main" id="{CC6AF493-01F1-410E-B2C7-05C73561F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313"/>
                <a:ext cx="248" cy="289"/>
              </a:xfrm>
              <a:custGeom>
                <a:avLst/>
                <a:gdLst>
                  <a:gd name="T0" fmla="*/ 1296 w 107"/>
                  <a:gd name="T1" fmla="*/ 74 h 117"/>
                  <a:gd name="T2" fmla="*/ 1161 w 107"/>
                  <a:gd name="T3" fmla="*/ 726 h 117"/>
                  <a:gd name="T4" fmla="*/ 1011 w 107"/>
                  <a:gd name="T5" fmla="*/ 1208 h 117"/>
                  <a:gd name="T6" fmla="*/ 0 w 107"/>
                  <a:gd name="T7" fmla="*/ 1672 h 117"/>
                  <a:gd name="T8" fmla="*/ 885 w 107"/>
                  <a:gd name="T9" fmla="*/ 1087 h 117"/>
                  <a:gd name="T10" fmla="*/ 1096 w 107"/>
                  <a:gd name="T11" fmla="*/ 501 h 117"/>
                  <a:gd name="T12" fmla="*/ 1333 w 107"/>
                  <a:gd name="T13" fmla="*/ 0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117">
                    <a:moveTo>
                      <a:pt x="104" y="5"/>
                    </a:moveTo>
                    <a:cubicBezTo>
                      <a:pt x="105" y="20"/>
                      <a:pt x="99" y="35"/>
                      <a:pt x="93" y="48"/>
                    </a:cubicBezTo>
                    <a:cubicBezTo>
                      <a:pt x="88" y="59"/>
                      <a:pt x="87" y="69"/>
                      <a:pt x="81" y="80"/>
                    </a:cubicBezTo>
                    <a:cubicBezTo>
                      <a:pt x="69" y="104"/>
                      <a:pt x="24" y="117"/>
                      <a:pt x="0" y="111"/>
                    </a:cubicBezTo>
                    <a:cubicBezTo>
                      <a:pt x="25" y="109"/>
                      <a:pt x="61" y="98"/>
                      <a:pt x="71" y="72"/>
                    </a:cubicBezTo>
                    <a:cubicBezTo>
                      <a:pt x="77" y="57"/>
                      <a:pt x="77" y="46"/>
                      <a:pt x="88" y="33"/>
                    </a:cubicBezTo>
                    <a:cubicBezTo>
                      <a:pt x="95" y="22"/>
                      <a:pt x="107" y="15"/>
                      <a:pt x="107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7" name="Freeform 495">
                <a:extLst>
                  <a:ext uri="{FF2B5EF4-FFF2-40B4-BE49-F238E27FC236}">
                    <a16:creationId xmlns:a16="http://schemas.microsoft.com/office/drawing/2014/main" id="{57585F0A-BDB7-4B52-98D0-B1A15B449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273"/>
                <a:ext cx="454" cy="304"/>
              </a:xfrm>
              <a:custGeom>
                <a:avLst/>
                <a:gdLst>
                  <a:gd name="T0" fmla="*/ 709 w 196"/>
                  <a:gd name="T1" fmla="*/ 1814 h 123"/>
                  <a:gd name="T2" fmla="*/ 1614 w 196"/>
                  <a:gd name="T3" fmla="*/ 1325 h 123"/>
                  <a:gd name="T4" fmla="*/ 1974 w 196"/>
                  <a:gd name="T5" fmla="*/ 739 h 123"/>
                  <a:gd name="T6" fmla="*/ 2437 w 196"/>
                  <a:gd name="T7" fmla="*/ 0 h 123"/>
                  <a:gd name="T8" fmla="*/ 1566 w 196"/>
                  <a:gd name="T9" fmla="*/ 1045 h 123"/>
                  <a:gd name="T10" fmla="*/ 595 w 196"/>
                  <a:gd name="T11" fmla="*/ 1448 h 123"/>
                  <a:gd name="T12" fmla="*/ 236 w 196"/>
                  <a:gd name="T13" fmla="*/ 1129 h 123"/>
                  <a:gd name="T14" fmla="*/ 37 w 196"/>
                  <a:gd name="T15" fmla="*/ 1209 h 123"/>
                  <a:gd name="T16" fmla="*/ 371 w 196"/>
                  <a:gd name="T17" fmla="*/ 1466 h 123"/>
                  <a:gd name="T18" fmla="*/ 697 w 196"/>
                  <a:gd name="T19" fmla="*/ 1856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6" h="123">
                    <a:moveTo>
                      <a:pt x="57" y="120"/>
                    </a:moveTo>
                    <a:cubicBezTo>
                      <a:pt x="86" y="119"/>
                      <a:pt x="109" y="107"/>
                      <a:pt x="130" y="88"/>
                    </a:cubicBezTo>
                    <a:cubicBezTo>
                      <a:pt x="143" y="77"/>
                      <a:pt x="150" y="64"/>
                      <a:pt x="159" y="49"/>
                    </a:cubicBezTo>
                    <a:cubicBezTo>
                      <a:pt x="168" y="34"/>
                      <a:pt x="179" y="7"/>
                      <a:pt x="196" y="0"/>
                    </a:cubicBezTo>
                    <a:cubicBezTo>
                      <a:pt x="162" y="6"/>
                      <a:pt x="148" y="47"/>
                      <a:pt x="126" y="69"/>
                    </a:cubicBezTo>
                    <a:cubicBezTo>
                      <a:pt x="105" y="91"/>
                      <a:pt x="78" y="106"/>
                      <a:pt x="48" y="96"/>
                    </a:cubicBezTo>
                    <a:cubicBezTo>
                      <a:pt x="35" y="92"/>
                      <a:pt x="29" y="82"/>
                      <a:pt x="19" y="75"/>
                    </a:cubicBezTo>
                    <a:cubicBezTo>
                      <a:pt x="16" y="74"/>
                      <a:pt x="0" y="68"/>
                      <a:pt x="3" y="80"/>
                    </a:cubicBezTo>
                    <a:cubicBezTo>
                      <a:pt x="4" y="85"/>
                      <a:pt x="25" y="93"/>
                      <a:pt x="30" y="97"/>
                    </a:cubicBezTo>
                    <a:cubicBezTo>
                      <a:pt x="39" y="105"/>
                      <a:pt x="44" y="118"/>
                      <a:pt x="56" y="12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8" name="Freeform 496">
                <a:extLst>
                  <a:ext uri="{FF2B5EF4-FFF2-40B4-BE49-F238E27FC236}">
                    <a16:creationId xmlns:a16="http://schemas.microsoft.com/office/drawing/2014/main" id="{48A3AA5F-4561-471C-859B-927483248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098"/>
                <a:ext cx="723" cy="361"/>
              </a:xfrm>
              <a:custGeom>
                <a:avLst/>
                <a:gdLst>
                  <a:gd name="T0" fmla="*/ 3807 w 312"/>
                  <a:gd name="T1" fmla="*/ 62 h 146"/>
                  <a:gd name="T2" fmla="*/ 3457 w 312"/>
                  <a:gd name="T3" fmla="*/ 1756 h 146"/>
                  <a:gd name="T4" fmla="*/ 3270 w 312"/>
                  <a:gd name="T5" fmla="*/ 2196 h 146"/>
                  <a:gd name="T6" fmla="*/ 2674 w 312"/>
                  <a:gd name="T7" fmla="*/ 1798 h 146"/>
                  <a:gd name="T8" fmla="*/ 1692 w 312"/>
                  <a:gd name="T9" fmla="*/ 1387 h 146"/>
                  <a:gd name="T10" fmla="*/ 934 w 312"/>
                  <a:gd name="T11" fmla="*/ 1014 h 146"/>
                  <a:gd name="T12" fmla="*/ 387 w 312"/>
                  <a:gd name="T13" fmla="*/ 470 h 146"/>
                  <a:gd name="T14" fmla="*/ 0 w 312"/>
                  <a:gd name="T15" fmla="*/ 299 h 146"/>
                  <a:gd name="T16" fmla="*/ 848 w 312"/>
                  <a:gd name="T17" fmla="*/ 556 h 146"/>
                  <a:gd name="T18" fmla="*/ 1483 w 312"/>
                  <a:gd name="T19" fmla="*/ 996 h 146"/>
                  <a:gd name="T20" fmla="*/ 2475 w 312"/>
                  <a:gd name="T21" fmla="*/ 1437 h 146"/>
                  <a:gd name="T22" fmla="*/ 3474 w 312"/>
                  <a:gd name="T23" fmla="*/ 1315 h 146"/>
                  <a:gd name="T24" fmla="*/ 3506 w 312"/>
                  <a:gd name="T25" fmla="*/ 1046 h 146"/>
                  <a:gd name="T26" fmla="*/ 3645 w 312"/>
                  <a:gd name="T27" fmla="*/ 710 h 146"/>
                  <a:gd name="T28" fmla="*/ 3807 w 312"/>
                  <a:gd name="T29" fmla="*/ 0 h 1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2" h="146">
                    <a:moveTo>
                      <a:pt x="306" y="4"/>
                    </a:moveTo>
                    <a:cubicBezTo>
                      <a:pt x="312" y="40"/>
                      <a:pt x="297" y="85"/>
                      <a:pt x="278" y="116"/>
                    </a:cubicBezTo>
                    <a:cubicBezTo>
                      <a:pt x="271" y="128"/>
                      <a:pt x="277" y="146"/>
                      <a:pt x="263" y="145"/>
                    </a:cubicBezTo>
                    <a:cubicBezTo>
                      <a:pt x="249" y="144"/>
                      <a:pt x="228" y="125"/>
                      <a:pt x="215" y="119"/>
                    </a:cubicBezTo>
                    <a:cubicBezTo>
                      <a:pt x="188" y="106"/>
                      <a:pt x="164" y="102"/>
                      <a:pt x="136" y="92"/>
                    </a:cubicBezTo>
                    <a:cubicBezTo>
                      <a:pt x="116" y="85"/>
                      <a:pt x="91" y="80"/>
                      <a:pt x="75" y="67"/>
                    </a:cubicBezTo>
                    <a:cubicBezTo>
                      <a:pt x="60" y="55"/>
                      <a:pt x="49" y="38"/>
                      <a:pt x="31" y="31"/>
                    </a:cubicBezTo>
                    <a:cubicBezTo>
                      <a:pt x="21" y="26"/>
                      <a:pt x="9" y="24"/>
                      <a:pt x="0" y="20"/>
                    </a:cubicBezTo>
                    <a:cubicBezTo>
                      <a:pt x="22" y="23"/>
                      <a:pt x="48" y="25"/>
                      <a:pt x="68" y="37"/>
                    </a:cubicBezTo>
                    <a:cubicBezTo>
                      <a:pt x="85" y="48"/>
                      <a:pt x="100" y="58"/>
                      <a:pt x="119" y="66"/>
                    </a:cubicBezTo>
                    <a:cubicBezTo>
                      <a:pt x="146" y="76"/>
                      <a:pt x="173" y="84"/>
                      <a:pt x="199" y="95"/>
                    </a:cubicBezTo>
                    <a:cubicBezTo>
                      <a:pt x="221" y="104"/>
                      <a:pt x="264" y="114"/>
                      <a:pt x="279" y="87"/>
                    </a:cubicBezTo>
                    <a:cubicBezTo>
                      <a:pt x="282" y="81"/>
                      <a:pt x="281" y="76"/>
                      <a:pt x="282" y="69"/>
                    </a:cubicBezTo>
                    <a:cubicBezTo>
                      <a:pt x="285" y="61"/>
                      <a:pt x="289" y="55"/>
                      <a:pt x="293" y="47"/>
                    </a:cubicBezTo>
                    <a:cubicBezTo>
                      <a:pt x="300" y="35"/>
                      <a:pt x="312" y="14"/>
                      <a:pt x="306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9" name="Freeform 497">
                <a:extLst>
                  <a:ext uri="{FF2B5EF4-FFF2-40B4-BE49-F238E27FC236}">
                    <a16:creationId xmlns:a16="http://schemas.microsoft.com/office/drawing/2014/main" id="{0F8EAB90-45AC-4C73-B3E7-5B9D17184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1893"/>
                <a:ext cx="60" cy="111"/>
              </a:xfrm>
              <a:custGeom>
                <a:avLst/>
                <a:gdLst>
                  <a:gd name="T0" fmla="*/ 0 w 26"/>
                  <a:gd name="T1" fmla="*/ 269 h 45"/>
                  <a:gd name="T2" fmla="*/ 208 w 26"/>
                  <a:gd name="T3" fmla="*/ 0 h 45"/>
                  <a:gd name="T4" fmla="*/ 318 w 26"/>
                  <a:gd name="T5" fmla="*/ 676 h 45"/>
                  <a:gd name="T6" fmla="*/ 48 w 26"/>
                  <a:gd name="T7" fmla="*/ 316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5">
                    <a:moveTo>
                      <a:pt x="0" y="18"/>
                    </a:moveTo>
                    <a:cubicBezTo>
                      <a:pt x="9" y="15"/>
                      <a:pt x="14" y="9"/>
                      <a:pt x="17" y="0"/>
                    </a:cubicBezTo>
                    <a:cubicBezTo>
                      <a:pt x="17" y="16"/>
                      <a:pt x="24" y="30"/>
                      <a:pt x="26" y="45"/>
                    </a:cubicBezTo>
                    <a:cubicBezTo>
                      <a:pt x="23" y="32"/>
                      <a:pt x="16" y="25"/>
                      <a:pt x="4" y="21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0" name="Freeform 498">
                <a:extLst>
                  <a:ext uri="{FF2B5EF4-FFF2-40B4-BE49-F238E27FC236}">
                    <a16:creationId xmlns:a16="http://schemas.microsoft.com/office/drawing/2014/main" id="{538577A0-90A1-499A-8CA2-930DD9CB3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1317"/>
                <a:ext cx="106" cy="865"/>
              </a:xfrm>
              <a:custGeom>
                <a:avLst/>
                <a:gdLst>
                  <a:gd name="T0" fmla="*/ 111 w 46"/>
                  <a:gd name="T1" fmla="*/ 0 h 350"/>
                  <a:gd name="T2" fmla="*/ 318 w 46"/>
                  <a:gd name="T3" fmla="*/ 677 h 350"/>
                  <a:gd name="T4" fmla="*/ 403 w 46"/>
                  <a:gd name="T5" fmla="*/ 1404 h 350"/>
                  <a:gd name="T6" fmla="*/ 516 w 46"/>
                  <a:gd name="T7" fmla="*/ 2686 h 350"/>
                  <a:gd name="T8" fmla="*/ 477 w 46"/>
                  <a:gd name="T9" fmla="*/ 3640 h 350"/>
                  <a:gd name="T10" fmla="*/ 537 w 46"/>
                  <a:gd name="T11" fmla="*/ 4923 h 350"/>
                  <a:gd name="T12" fmla="*/ 525 w 46"/>
                  <a:gd name="T13" fmla="*/ 5284 h 350"/>
                  <a:gd name="T14" fmla="*/ 217 w 46"/>
                  <a:gd name="T15" fmla="*/ 3774 h 350"/>
                  <a:gd name="T16" fmla="*/ 150 w 46"/>
                  <a:gd name="T17" fmla="*/ 2462 h 350"/>
                  <a:gd name="T18" fmla="*/ 233 w 46"/>
                  <a:gd name="T19" fmla="*/ 1611 h 350"/>
                  <a:gd name="T20" fmla="*/ 37 w 46"/>
                  <a:gd name="T21" fmla="*/ 922 h 350"/>
                  <a:gd name="T22" fmla="*/ 0 w 46"/>
                  <a:gd name="T23" fmla="*/ 42 h 3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350">
                    <a:moveTo>
                      <a:pt x="9" y="0"/>
                    </a:moveTo>
                    <a:cubicBezTo>
                      <a:pt x="16" y="12"/>
                      <a:pt x="21" y="31"/>
                      <a:pt x="26" y="45"/>
                    </a:cubicBezTo>
                    <a:cubicBezTo>
                      <a:pt x="31" y="60"/>
                      <a:pt x="31" y="77"/>
                      <a:pt x="33" y="93"/>
                    </a:cubicBezTo>
                    <a:cubicBezTo>
                      <a:pt x="36" y="122"/>
                      <a:pt x="37" y="150"/>
                      <a:pt x="42" y="178"/>
                    </a:cubicBezTo>
                    <a:cubicBezTo>
                      <a:pt x="45" y="200"/>
                      <a:pt x="42" y="218"/>
                      <a:pt x="39" y="241"/>
                    </a:cubicBezTo>
                    <a:cubicBezTo>
                      <a:pt x="35" y="270"/>
                      <a:pt x="46" y="297"/>
                      <a:pt x="44" y="326"/>
                    </a:cubicBezTo>
                    <a:cubicBezTo>
                      <a:pt x="44" y="333"/>
                      <a:pt x="43" y="345"/>
                      <a:pt x="43" y="350"/>
                    </a:cubicBezTo>
                    <a:cubicBezTo>
                      <a:pt x="43" y="314"/>
                      <a:pt x="20" y="285"/>
                      <a:pt x="18" y="250"/>
                    </a:cubicBezTo>
                    <a:cubicBezTo>
                      <a:pt x="17" y="228"/>
                      <a:pt x="41" y="174"/>
                      <a:pt x="12" y="163"/>
                    </a:cubicBezTo>
                    <a:cubicBezTo>
                      <a:pt x="26" y="148"/>
                      <a:pt x="21" y="126"/>
                      <a:pt x="19" y="107"/>
                    </a:cubicBezTo>
                    <a:cubicBezTo>
                      <a:pt x="18" y="94"/>
                      <a:pt x="21" y="65"/>
                      <a:pt x="3" y="61"/>
                    </a:cubicBezTo>
                    <a:cubicBezTo>
                      <a:pt x="8" y="53"/>
                      <a:pt x="14" y="5"/>
                      <a:pt x="0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1" name="Freeform 499">
                <a:extLst>
                  <a:ext uri="{FF2B5EF4-FFF2-40B4-BE49-F238E27FC236}">
                    <a16:creationId xmlns:a16="http://schemas.microsoft.com/office/drawing/2014/main" id="{69BB3500-8222-452B-916E-624E57DC2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352"/>
                <a:ext cx="113" cy="585"/>
              </a:xfrm>
              <a:custGeom>
                <a:avLst/>
                <a:gdLst>
                  <a:gd name="T0" fmla="*/ 318 w 49"/>
                  <a:gd name="T1" fmla="*/ 0 h 237"/>
                  <a:gd name="T2" fmla="*/ 196 w 49"/>
                  <a:gd name="T3" fmla="*/ 975 h 237"/>
                  <a:gd name="T4" fmla="*/ 394 w 49"/>
                  <a:gd name="T5" fmla="*/ 1792 h 237"/>
                  <a:gd name="T6" fmla="*/ 415 w 49"/>
                  <a:gd name="T7" fmla="*/ 2273 h 237"/>
                  <a:gd name="T8" fmla="*/ 489 w 49"/>
                  <a:gd name="T9" fmla="*/ 2693 h 237"/>
                  <a:gd name="T10" fmla="*/ 537 w 49"/>
                  <a:gd name="T11" fmla="*/ 3564 h 237"/>
                  <a:gd name="T12" fmla="*/ 452 w 49"/>
                  <a:gd name="T13" fmla="*/ 2871 h 237"/>
                  <a:gd name="T14" fmla="*/ 309 w 49"/>
                  <a:gd name="T15" fmla="*/ 2510 h 237"/>
                  <a:gd name="T16" fmla="*/ 357 w 49"/>
                  <a:gd name="T17" fmla="*/ 2182 h 237"/>
                  <a:gd name="T18" fmla="*/ 309 w 49"/>
                  <a:gd name="T19" fmla="*/ 1908 h 237"/>
                  <a:gd name="T20" fmla="*/ 134 w 49"/>
                  <a:gd name="T21" fmla="*/ 1577 h 237"/>
                  <a:gd name="T22" fmla="*/ 122 w 49"/>
                  <a:gd name="T23" fmla="*/ 1200 h 237"/>
                  <a:gd name="T24" fmla="*/ 65 w 49"/>
                  <a:gd name="T25" fmla="*/ 829 h 237"/>
                  <a:gd name="T26" fmla="*/ 318 w 49"/>
                  <a:gd name="T27" fmla="*/ 0 h 2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9" h="237">
                    <a:moveTo>
                      <a:pt x="26" y="0"/>
                    </a:moveTo>
                    <a:cubicBezTo>
                      <a:pt x="34" y="23"/>
                      <a:pt x="18" y="43"/>
                      <a:pt x="16" y="65"/>
                    </a:cubicBezTo>
                    <a:cubicBezTo>
                      <a:pt x="14" y="84"/>
                      <a:pt x="28" y="101"/>
                      <a:pt x="32" y="119"/>
                    </a:cubicBezTo>
                    <a:cubicBezTo>
                      <a:pt x="35" y="130"/>
                      <a:pt x="33" y="140"/>
                      <a:pt x="34" y="151"/>
                    </a:cubicBezTo>
                    <a:cubicBezTo>
                      <a:pt x="35" y="160"/>
                      <a:pt x="39" y="169"/>
                      <a:pt x="40" y="179"/>
                    </a:cubicBezTo>
                    <a:cubicBezTo>
                      <a:pt x="43" y="194"/>
                      <a:pt x="49" y="223"/>
                      <a:pt x="44" y="237"/>
                    </a:cubicBezTo>
                    <a:cubicBezTo>
                      <a:pt x="48" y="222"/>
                      <a:pt x="42" y="206"/>
                      <a:pt x="37" y="191"/>
                    </a:cubicBezTo>
                    <a:cubicBezTo>
                      <a:pt x="34" y="182"/>
                      <a:pt x="26" y="176"/>
                      <a:pt x="25" y="167"/>
                    </a:cubicBezTo>
                    <a:cubicBezTo>
                      <a:pt x="25" y="161"/>
                      <a:pt x="29" y="152"/>
                      <a:pt x="29" y="145"/>
                    </a:cubicBezTo>
                    <a:cubicBezTo>
                      <a:pt x="29" y="139"/>
                      <a:pt x="27" y="132"/>
                      <a:pt x="25" y="127"/>
                    </a:cubicBezTo>
                    <a:cubicBezTo>
                      <a:pt x="22" y="119"/>
                      <a:pt x="20" y="108"/>
                      <a:pt x="11" y="105"/>
                    </a:cubicBezTo>
                    <a:cubicBezTo>
                      <a:pt x="19" y="96"/>
                      <a:pt x="15" y="89"/>
                      <a:pt x="10" y="80"/>
                    </a:cubicBezTo>
                    <a:cubicBezTo>
                      <a:pt x="3" y="69"/>
                      <a:pt x="0" y="67"/>
                      <a:pt x="5" y="55"/>
                    </a:cubicBezTo>
                    <a:cubicBezTo>
                      <a:pt x="13" y="36"/>
                      <a:pt x="23" y="21"/>
                      <a:pt x="26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2" name="Freeform 500">
                <a:extLst>
                  <a:ext uri="{FF2B5EF4-FFF2-40B4-BE49-F238E27FC236}">
                    <a16:creationId xmlns:a16="http://schemas.microsoft.com/office/drawing/2014/main" id="{09A9ED49-EC0F-4FC7-A491-DF4321AD5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330"/>
                <a:ext cx="67" cy="150"/>
              </a:xfrm>
              <a:custGeom>
                <a:avLst/>
                <a:gdLst>
                  <a:gd name="T0" fmla="*/ 0 w 29"/>
                  <a:gd name="T1" fmla="*/ 0 h 61"/>
                  <a:gd name="T2" fmla="*/ 196 w 29"/>
                  <a:gd name="T3" fmla="*/ 907 h 61"/>
                  <a:gd name="T4" fmla="*/ 28 w 29"/>
                  <a:gd name="T5" fmla="*/ 74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61">
                    <a:moveTo>
                      <a:pt x="0" y="0"/>
                    </a:moveTo>
                    <a:cubicBezTo>
                      <a:pt x="29" y="1"/>
                      <a:pt x="14" y="45"/>
                      <a:pt x="16" y="61"/>
                    </a:cubicBezTo>
                    <a:cubicBezTo>
                      <a:pt x="21" y="44"/>
                      <a:pt x="15" y="15"/>
                      <a:pt x="2" y="5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3" name="Freeform 501">
                <a:extLst>
                  <a:ext uri="{FF2B5EF4-FFF2-40B4-BE49-F238E27FC236}">
                    <a16:creationId xmlns:a16="http://schemas.microsoft.com/office/drawing/2014/main" id="{1B06981E-171E-422D-8435-01D0D1DB7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256"/>
                <a:ext cx="361" cy="131"/>
              </a:xfrm>
              <a:custGeom>
                <a:avLst/>
                <a:gdLst>
                  <a:gd name="T0" fmla="*/ 359 w 156"/>
                  <a:gd name="T1" fmla="*/ 215 h 53"/>
                  <a:gd name="T2" fmla="*/ 1189 w 156"/>
                  <a:gd name="T3" fmla="*/ 544 h 53"/>
                  <a:gd name="T4" fmla="*/ 1932 w 156"/>
                  <a:gd name="T5" fmla="*/ 739 h 53"/>
                  <a:gd name="T6" fmla="*/ 1821 w 156"/>
                  <a:gd name="T7" fmla="*/ 257 h 53"/>
                  <a:gd name="T8" fmla="*/ 0 w 156"/>
                  <a:gd name="T9" fmla="*/ 74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53">
                    <a:moveTo>
                      <a:pt x="29" y="14"/>
                    </a:moveTo>
                    <a:cubicBezTo>
                      <a:pt x="50" y="32"/>
                      <a:pt x="68" y="34"/>
                      <a:pt x="96" y="36"/>
                    </a:cubicBezTo>
                    <a:cubicBezTo>
                      <a:pt x="114" y="37"/>
                      <a:pt x="141" y="37"/>
                      <a:pt x="156" y="49"/>
                    </a:cubicBezTo>
                    <a:cubicBezTo>
                      <a:pt x="150" y="41"/>
                      <a:pt x="146" y="28"/>
                      <a:pt x="147" y="17"/>
                    </a:cubicBezTo>
                    <a:cubicBezTo>
                      <a:pt x="150" y="53"/>
                      <a:pt x="17" y="0"/>
                      <a:pt x="0" y="5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4" name="Freeform 502">
                <a:extLst>
                  <a:ext uri="{FF2B5EF4-FFF2-40B4-BE49-F238E27FC236}">
                    <a16:creationId xmlns:a16="http://schemas.microsoft.com/office/drawing/2014/main" id="{7DBEC1BA-4685-427F-A995-E6DE2545F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392"/>
                <a:ext cx="549" cy="257"/>
              </a:xfrm>
              <a:custGeom>
                <a:avLst/>
                <a:gdLst>
                  <a:gd name="T0" fmla="*/ 0 w 237"/>
                  <a:gd name="T1" fmla="*/ 0 h 104"/>
                  <a:gd name="T2" fmla="*/ 595 w 237"/>
                  <a:gd name="T3" fmla="*/ 452 h 104"/>
                  <a:gd name="T4" fmla="*/ 1084 w 237"/>
                  <a:gd name="T5" fmla="*/ 830 h 104"/>
                  <a:gd name="T6" fmla="*/ 1953 w 237"/>
                  <a:gd name="T7" fmla="*/ 1191 h 104"/>
                  <a:gd name="T8" fmla="*/ 2947 w 237"/>
                  <a:gd name="T9" fmla="*/ 1569 h 104"/>
                  <a:gd name="T10" fmla="*/ 2210 w 237"/>
                  <a:gd name="T11" fmla="*/ 996 h 104"/>
                  <a:gd name="T12" fmla="*/ 1455 w 237"/>
                  <a:gd name="T13" fmla="*/ 843 h 104"/>
                  <a:gd name="T14" fmla="*/ 783 w 237"/>
                  <a:gd name="T15" fmla="*/ 390 h 104"/>
                  <a:gd name="T16" fmla="*/ 0 w 237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7" h="104">
                    <a:moveTo>
                      <a:pt x="0" y="0"/>
                    </a:moveTo>
                    <a:cubicBezTo>
                      <a:pt x="14" y="25"/>
                      <a:pt x="28" y="27"/>
                      <a:pt x="48" y="30"/>
                    </a:cubicBezTo>
                    <a:cubicBezTo>
                      <a:pt x="68" y="32"/>
                      <a:pt x="68" y="40"/>
                      <a:pt x="87" y="55"/>
                    </a:cubicBezTo>
                    <a:cubicBezTo>
                      <a:pt x="106" y="70"/>
                      <a:pt x="123" y="77"/>
                      <a:pt x="157" y="79"/>
                    </a:cubicBezTo>
                    <a:cubicBezTo>
                      <a:pt x="191" y="82"/>
                      <a:pt x="199" y="74"/>
                      <a:pt x="237" y="104"/>
                    </a:cubicBezTo>
                    <a:cubicBezTo>
                      <a:pt x="228" y="92"/>
                      <a:pt x="198" y="69"/>
                      <a:pt x="178" y="66"/>
                    </a:cubicBezTo>
                    <a:cubicBezTo>
                      <a:pt x="157" y="64"/>
                      <a:pt x="132" y="66"/>
                      <a:pt x="117" y="56"/>
                    </a:cubicBezTo>
                    <a:cubicBezTo>
                      <a:pt x="102" y="46"/>
                      <a:pt x="80" y="31"/>
                      <a:pt x="63" y="26"/>
                    </a:cubicBezTo>
                    <a:cubicBezTo>
                      <a:pt x="45" y="21"/>
                      <a:pt x="10" y="14"/>
                      <a:pt x="0" y="0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5" name="Freeform 503">
                <a:extLst>
                  <a:ext uri="{FF2B5EF4-FFF2-40B4-BE49-F238E27FC236}">
                    <a16:creationId xmlns:a16="http://schemas.microsoft.com/office/drawing/2014/main" id="{518C98B6-4A9B-461C-877A-88BFAF07A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466"/>
                <a:ext cx="444" cy="143"/>
              </a:xfrm>
              <a:custGeom>
                <a:avLst/>
                <a:gdLst>
                  <a:gd name="T0" fmla="*/ 0 w 192"/>
                  <a:gd name="T1" fmla="*/ 0 h 58"/>
                  <a:gd name="T2" fmla="*/ 1251 w 192"/>
                  <a:gd name="T3" fmla="*/ 735 h 58"/>
                  <a:gd name="T4" fmla="*/ 2375 w 192"/>
                  <a:gd name="T5" fmla="*/ 809 h 58"/>
                  <a:gd name="T6" fmla="*/ 1140 w 192"/>
                  <a:gd name="T7" fmla="*/ 540 h 58"/>
                  <a:gd name="T8" fmla="*/ 0 w 19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58">
                    <a:moveTo>
                      <a:pt x="0" y="0"/>
                    </a:moveTo>
                    <a:cubicBezTo>
                      <a:pt x="19" y="18"/>
                      <a:pt x="44" y="40"/>
                      <a:pt x="101" y="49"/>
                    </a:cubicBezTo>
                    <a:cubicBezTo>
                      <a:pt x="158" y="58"/>
                      <a:pt x="176" y="50"/>
                      <a:pt x="192" y="54"/>
                    </a:cubicBezTo>
                    <a:cubicBezTo>
                      <a:pt x="159" y="48"/>
                      <a:pt x="116" y="45"/>
                      <a:pt x="92" y="36"/>
                    </a:cubicBezTo>
                    <a:cubicBezTo>
                      <a:pt x="68" y="28"/>
                      <a:pt x="10" y="7"/>
                      <a:pt x="0" y="0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6" name="Freeform 504">
                <a:extLst>
                  <a:ext uri="{FF2B5EF4-FFF2-40B4-BE49-F238E27FC236}">
                    <a16:creationId xmlns:a16="http://schemas.microsoft.com/office/drawing/2014/main" id="{10E0CE54-8786-4175-A10F-BFEA5A3F1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609"/>
                <a:ext cx="488" cy="213"/>
              </a:xfrm>
              <a:custGeom>
                <a:avLst/>
                <a:gdLst>
                  <a:gd name="T0" fmla="*/ 0 w 211"/>
                  <a:gd name="T1" fmla="*/ 0 h 86"/>
                  <a:gd name="T2" fmla="*/ 1573 w 211"/>
                  <a:gd name="T3" fmla="*/ 976 h 86"/>
                  <a:gd name="T4" fmla="*/ 2611 w 211"/>
                  <a:gd name="T5" fmla="*/ 1080 h 86"/>
                  <a:gd name="T6" fmla="*/ 1177 w 211"/>
                  <a:gd name="T7" fmla="*/ 711 h 86"/>
                  <a:gd name="T8" fmla="*/ 0 w 211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1" h="86">
                    <a:moveTo>
                      <a:pt x="0" y="0"/>
                    </a:moveTo>
                    <a:cubicBezTo>
                      <a:pt x="17" y="9"/>
                      <a:pt x="53" y="43"/>
                      <a:pt x="127" y="64"/>
                    </a:cubicBezTo>
                    <a:cubicBezTo>
                      <a:pt x="200" y="86"/>
                      <a:pt x="195" y="65"/>
                      <a:pt x="211" y="71"/>
                    </a:cubicBezTo>
                    <a:cubicBezTo>
                      <a:pt x="192" y="67"/>
                      <a:pt x="138" y="65"/>
                      <a:pt x="95" y="47"/>
                    </a:cubicBezTo>
                    <a:cubicBezTo>
                      <a:pt x="52" y="28"/>
                      <a:pt x="12" y="4"/>
                      <a:pt x="0" y="0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7" name="Freeform 505">
                <a:extLst>
                  <a:ext uri="{FF2B5EF4-FFF2-40B4-BE49-F238E27FC236}">
                    <a16:creationId xmlns:a16="http://schemas.microsoft.com/office/drawing/2014/main" id="{09B93698-1054-47B0-8DD2-B9D3EFECF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637"/>
                <a:ext cx="81" cy="51"/>
              </a:xfrm>
              <a:custGeom>
                <a:avLst/>
                <a:gdLst>
                  <a:gd name="T0" fmla="*/ 433 w 35"/>
                  <a:gd name="T1" fmla="*/ 0 h 21"/>
                  <a:gd name="T2" fmla="*/ 0 w 35"/>
                  <a:gd name="T3" fmla="*/ 211 h 21"/>
                  <a:gd name="T4" fmla="*/ 407 w 35"/>
                  <a:gd name="T5" fmla="*/ 301 h 21"/>
                  <a:gd name="T6" fmla="*/ 433 w 35"/>
                  <a:gd name="T7" fmla="*/ 7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1">
                    <a:moveTo>
                      <a:pt x="35" y="0"/>
                    </a:moveTo>
                    <a:cubicBezTo>
                      <a:pt x="22" y="11"/>
                      <a:pt x="16" y="13"/>
                      <a:pt x="0" y="15"/>
                    </a:cubicBezTo>
                    <a:cubicBezTo>
                      <a:pt x="9" y="14"/>
                      <a:pt x="22" y="20"/>
                      <a:pt x="33" y="21"/>
                    </a:cubicBezTo>
                    <a:cubicBezTo>
                      <a:pt x="26" y="17"/>
                      <a:pt x="28" y="7"/>
                      <a:pt x="35" y="5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8" name="Freeform 506">
                <a:extLst>
                  <a:ext uri="{FF2B5EF4-FFF2-40B4-BE49-F238E27FC236}">
                    <a16:creationId xmlns:a16="http://schemas.microsoft.com/office/drawing/2014/main" id="{101FACBE-C63C-4929-B040-B9BCEE932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790"/>
                <a:ext cx="104" cy="54"/>
              </a:xfrm>
              <a:custGeom>
                <a:avLst/>
                <a:gdLst>
                  <a:gd name="T0" fmla="*/ 555 w 45"/>
                  <a:gd name="T1" fmla="*/ 150 h 22"/>
                  <a:gd name="T2" fmla="*/ 0 w 45"/>
                  <a:gd name="T3" fmla="*/ 61 h 22"/>
                  <a:gd name="T4" fmla="*/ 330 w 45"/>
                  <a:gd name="T5" fmla="*/ 326 h 22"/>
                  <a:gd name="T6" fmla="*/ 273 w 45"/>
                  <a:gd name="T7" fmla="*/ 194 h 22"/>
                  <a:gd name="T8" fmla="*/ 407 w 45"/>
                  <a:gd name="T9" fmla="*/ 15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2">
                    <a:moveTo>
                      <a:pt x="45" y="10"/>
                    </a:moveTo>
                    <a:cubicBezTo>
                      <a:pt x="31" y="6"/>
                      <a:pt x="14" y="0"/>
                      <a:pt x="0" y="4"/>
                    </a:cubicBezTo>
                    <a:cubicBezTo>
                      <a:pt x="12" y="7"/>
                      <a:pt x="17" y="16"/>
                      <a:pt x="27" y="22"/>
                    </a:cubicBezTo>
                    <a:cubicBezTo>
                      <a:pt x="24" y="19"/>
                      <a:pt x="24" y="15"/>
                      <a:pt x="22" y="13"/>
                    </a:cubicBezTo>
                    <a:cubicBezTo>
                      <a:pt x="25" y="10"/>
                      <a:pt x="29" y="9"/>
                      <a:pt x="33" y="1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9" name="Freeform 507">
                <a:extLst>
                  <a:ext uri="{FF2B5EF4-FFF2-40B4-BE49-F238E27FC236}">
                    <a16:creationId xmlns:a16="http://schemas.microsoft.com/office/drawing/2014/main" id="{5367D9C4-0A45-4684-A54F-0C8DCB645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2444"/>
                <a:ext cx="60" cy="79"/>
              </a:xfrm>
              <a:custGeom>
                <a:avLst/>
                <a:gdLst>
                  <a:gd name="T0" fmla="*/ 12 w 26"/>
                  <a:gd name="T1" fmla="*/ 0 h 32"/>
                  <a:gd name="T2" fmla="*/ 318 w 26"/>
                  <a:gd name="T3" fmla="*/ 348 h 32"/>
                  <a:gd name="T4" fmla="*/ 0 w 26"/>
                  <a:gd name="T5" fmla="*/ 481 h 32"/>
                  <a:gd name="T6" fmla="*/ 37 w 26"/>
                  <a:gd name="T7" fmla="*/ 21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2">
                    <a:moveTo>
                      <a:pt x="1" y="0"/>
                    </a:moveTo>
                    <a:cubicBezTo>
                      <a:pt x="5" y="10"/>
                      <a:pt x="18" y="16"/>
                      <a:pt x="26" y="23"/>
                    </a:cubicBezTo>
                    <a:cubicBezTo>
                      <a:pt x="17" y="23"/>
                      <a:pt x="7" y="26"/>
                      <a:pt x="0" y="32"/>
                    </a:cubicBezTo>
                    <a:cubicBezTo>
                      <a:pt x="7" y="28"/>
                      <a:pt x="4" y="21"/>
                      <a:pt x="3" y="14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0" name="Freeform 508">
                <a:extLst>
                  <a:ext uri="{FF2B5EF4-FFF2-40B4-BE49-F238E27FC236}">
                    <a16:creationId xmlns:a16="http://schemas.microsoft.com/office/drawing/2014/main" id="{D2306559-B33F-4137-B2C3-B20E586EB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2133"/>
                <a:ext cx="65" cy="103"/>
              </a:xfrm>
              <a:custGeom>
                <a:avLst/>
                <a:gdLst>
                  <a:gd name="T0" fmla="*/ 0 w 28"/>
                  <a:gd name="T1" fmla="*/ 517 h 42"/>
                  <a:gd name="T2" fmla="*/ 323 w 28"/>
                  <a:gd name="T3" fmla="*/ 620 h 42"/>
                  <a:gd name="T4" fmla="*/ 286 w 28"/>
                  <a:gd name="T5" fmla="*/ 0 h 42"/>
                  <a:gd name="T6" fmla="*/ 65 w 28"/>
                  <a:gd name="T7" fmla="*/ 46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2">
                    <a:moveTo>
                      <a:pt x="0" y="35"/>
                    </a:moveTo>
                    <a:cubicBezTo>
                      <a:pt x="9" y="32"/>
                      <a:pt x="18" y="38"/>
                      <a:pt x="26" y="42"/>
                    </a:cubicBezTo>
                    <a:cubicBezTo>
                      <a:pt x="22" y="29"/>
                      <a:pt x="28" y="13"/>
                      <a:pt x="23" y="0"/>
                    </a:cubicBezTo>
                    <a:cubicBezTo>
                      <a:pt x="25" y="13"/>
                      <a:pt x="18" y="29"/>
                      <a:pt x="5" y="32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1" name="Freeform 509">
                <a:extLst>
                  <a:ext uri="{FF2B5EF4-FFF2-40B4-BE49-F238E27FC236}">
                    <a16:creationId xmlns:a16="http://schemas.microsoft.com/office/drawing/2014/main" id="{BCEC25D7-AF54-426A-80CE-2EB9F096F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1718"/>
                <a:ext cx="127" cy="350"/>
              </a:xfrm>
              <a:custGeom>
                <a:avLst/>
                <a:gdLst>
                  <a:gd name="T0" fmla="*/ 591 w 55"/>
                  <a:gd name="T1" fmla="*/ 212 h 142"/>
                  <a:gd name="T2" fmla="*/ 208 w 55"/>
                  <a:gd name="T3" fmla="*/ 1166 h 142"/>
                  <a:gd name="T4" fmla="*/ 187 w 55"/>
                  <a:gd name="T5" fmla="*/ 2127 h 142"/>
                  <a:gd name="T6" fmla="*/ 122 w 55"/>
                  <a:gd name="T7" fmla="*/ 1543 h 142"/>
                  <a:gd name="T8" fmla="*/ 97 w 55"/>
                  <a:gd name="T9" fmla="*/ 796 h 142"/>
                  <a:gd name="T10" fmla="*/ 677 w 55"/>
                  <a:gd name="T11" fmla="*/ 0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142">
                    <a:moveTo>
                      <a:pt x="48" y="14"/>
                    </a:moveTo>
                    <a:cubicBezTo>
                      <a:pt x="38" y="35"/>
                      <a:pt x="21" y="56"/>
                      <a:pt x="17" y="78"/>
                    </a:cubicBezTo>
                    <a:cubicBezTo>
                      <a:pt x="13" y="99"/>
                      <a:pt x="39" y="123"/>
                      <a:pt x="15" y="142"/>
                    </a:cubicBezTo>
                    <a:cubicBezTo>
                      <a:pt x="21" y="127"/>
                      <a:pt x="17" y="117"/>
                      <a:pt x="10" y="103"/>
                    </a:cubicBezTo>
                    <a:cubicBezTo>
                      <a:pt x="0" y="84"/>
                      <a:pt x="0" y="73"/>
                      <a:pt x="8" y="53"/>
                    </a:cubicBezTo>
                    <a:cubicBezTo>
                      <a:pt x="18" y="31"/>
                      <a:pt x="46" y="22"/>
                      <a:pt x="55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2" name="Freeform 510">
                <a:extLst>
                  <a:ext uri="{FF2B5EF4-FFF2-40B4-BE49-F238E27FC236}">
                    <a16:creationId xmlns:a16="http://schemas.microsoft.com/office/drawing/2014/main" id="{2FB1E93D-C47C-49BE-9BC8-E9841AA11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564"/>
                <a:ext cx="95" cy="485"/>
              </a:xfrm>
              <a:custGeom>
                <a:avLst/>
                <a:gdLst>
                  <a:gd name="T0" fmla="*/ 310 w 41"/>
                  <a:gd name="T1" fmla="*/ 30 h 196"/>
                  <a:gd name="T2" fmla="*/ 445 w 41"/>
                  <a:gd name="T3" fmla="*/ 728 h 196"/>
                  <a:gd name="T4" fmla="*/ 248 w 41"/>
                  <a:gd name="T5" fmla="*/ 1532 h 196"/>
                  <a:gd name="T6" fmla="*/ 171 w 41"/>
                  <a:gd name="T7" fmla="*/ 2969 h 196"/>
                  <a:gd name="T8" fmla="*/ 12 w 41"/>
                  <a:gd name="T9" fmla="*/ 1972 h 196"/>
                  <a:gd name="T10" fmla="*/ 225 w 41"/>
                  <a:gd name="T11" fmla="*/ 1255 h 196"/>
                  <a:gd name="T12" fmla="*/ 248 w 41"/>
                  <a:gd name="T13" fmla="*/ 728 h 196"/>
                  <a:gd name="T14" fmla="*/ 301 w 41"/>
                  <a:gd name="T15" fmla="*/ 0 h 1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96">
                    <a:moveTo>
                      <a:pt x="25" y="2"/>
                    </a:moveTo>
                    <a:cubicBezTo>
                      <a:pt x="19" y="22"/>
                      <a:pt x="30" y="32"/>
                      <a:pt x="36" y="48"/>
                    </a:cubicBezTo>
                    <a:cubicBezTo>
                      <a:pt x="41" y="61"/>
                      <a:pt x="26" y="89"/>
                      <a:pt x="20" y="101"/>
                    </a:cubicBezTo>
                    <a:cubicBezTo>
                      <a:pt x="2" y="138"/>
                      <a:pt x="0" y="155"/>
                      <a:pt x="14" y="196"/>
                    </a:cubicBezTo>
                    <a:cubicBezTo>
                      <a:pt x="3" y="177"/>
                      <a:pt x="0" y="151"/>
                      <a:pt x="1" y="130"/>
                    </a:cubicBezTo>
                    <a:cubicBezTo>
                      <a:pt x="2" y="112"/>
                      <a:pt x="13" y="100"/>
                      <a:pt x="18" y="83"/>
                    </a:cubicBezTo>
                    <a:cubicBezTo>
                      <a:pt x="22" y="67"/>
                      <a:pt x="23" y="63"/>
                      <a:pt x="20" y="48"/>
                    </a:cubicBezTo>
                    <a:cubicBezTo>
                      <a:pt x="18" y="33"/>
                      <a:pt x="21" y="14"/>
                      <a:pt x="24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3" name="Freeform 511">
                <a:extLst>
                  <a:ext uri="{FF2B5EF4-FFF2-40B4-BE49-F238E27FC236}">
                    <a16:creationId xmlns:a16="http://schemas.microsoft.com/office/drawing/2014/main" id="{B4DF07F1-3490-4335-9C7E-FCA5155DD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567"/>
                <a:ext cx="69" cy="99"/>
              </a:xfrm>
              <a:custGeom>
                <a:avLst/>
                <a:gdLst>
                  <a:gd name="T0" fmla="*/ 12 w 30"/>
                  <a:gd name="T1" fmla="*/ 0 h 40"/>
                  <a:gd name="T2" fmla="*/ 366 w 30"/>
                  <a:gd name="T3" fmla="*/ 515 h 40"/>
                  <a:gd name="T4" fmla="*/ 48 w 3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0">
                    <a:moveTo>
                      <a:pt x="1" y="0"/>
                    </a:moveTo>
                    <a:cubicBezTo>
                      <a:pt x="0" y="17"/>
                      <a:pt x="10" y="40"/>
                      <a:pt x="30" y="34"/>
                    </a:cubicBezTo>
                    <a:cubicBezTo>
                      <a:pt x="18" y="33"/>
                      <a:pt x="1" y="1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4" name="Freeform 512">
                <a:extLst>
                  <a:ext uri="{FF2B5EF4-FFF2-40B4-BE49-F238E27FC236}">
                    <a16:creationId xmlns:a16="http://schemas.microsoft.com/office/drawing/2014/main" id="{D7F812FF-F998-480E-AD09-2909F6F7C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1527"/>
                <a:ext cx="90" cy="373"/>
              </a:xfrm>
              <a:custGeom>
                <a:avLst/>
                <a:gdLst>
                  <a:gd name="T0" fmla="*/ 224 w 39"/>
                  <a:gd name="T1" fmla="*/ 0 h 151"/>
                  <a:gd name="T2" fmla="*/ 383 w 39"/>
                  <a:gd name="T3" fmla="*/ 543 h 151"/>
                  <a:gd name="T4" fmla="*/ 480 w 39"/>
                  <a:gd name="T5" fmla="*/ 1055 h 151"/>
                  <a:gd name="T6" fmla="*/ 0 w 39"/>
                  <a:gd name="T7" fmla="*/ 2275 h 151"/>
                  <a:gd name="T8" fmla="*/ 224 w 39"/>
                  <a:gd name="T9" fmla="*/ 1690 h 151"/>
                  <a:gd name="T10" fmla="*/ 367 w 39"/>
                  <a:gd name="T11" fmla="*/ 1025 h 151"/>
                  <a:gd name="T12" fmla="*/ 293 w 39"/>
                  <a:gd name="T13" fmla="*/ 469 h 151"/>
                  <a:gd name="T14" fmla="*/ 235 w 39"/>
                  <a:gd name="T15" fmla="*/ 0 h 1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51">
                    <a:moveTo>
                      <a:pt x="18" y="0"/>
                    </a:moveTo>
                    <a:cubicBezTo>
                      <a:pt x="25" y="10"/>
                      <a:pt x="28" y="24"/>
                      <a:pt x="31" y="36"/>
                    </a:cubicBezTo>
                    <a:cubicBezTo>
                      <a:pt x="34" y="47"/>
                      <a:pt x="39" y="58"/>
                      <a:pt x="39" y="70"/>
                    </a:cubicBezTo>
                    <a:cubicBezTo>
                      <a:pt x="37" y="101"/>
                      <a:pt x="18" y="128"/>
                      <a:pt x="0" y="151"/>
                    </a:cubicBezTo>
                    <a:cubicBezTo>
                      <a:pt x="1" y="139"/>
                      <a:pt x="14" y="124"/>
                      <a:pt x="18" y="112"/>
                    </a:cubicBezTo>
                    <a:cubicBezTo>
                      <a:pt x="23" y="99"/>
                      <a:pt x="29" y="83"/>
                      <a:pt x="30" y="68"/>
                    </a:cubicBezTo>
                    <a:cubicBezTo>
                      <a:pt x="31" y="55"/>
                      <a:pt x="26" y="44"/>
                      <a:pt x="24" y="31"/>
                    </a:cubicBezTo>
                    <a:cubicBezTo>
                      <a:pt x="23" y="21"/>
                      <a:pt x="19" y="9"/>
                      <a:pt x="19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5" name="Freeform 513">
                <a:extLst>
                  <a:ext uri="{FF2B5EF4-FFF2-40B4-BE49-F238E27FC236}">
                    <a16:creationId xmlns:a16="http://schemas.microsoft.com/office/drawing/2014/main" id="{BDD73160-01DF-4B8D-98A7-F383D3ABE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448"/>
                <a:ext cx="67" cy="99"/>
              </a:xfrm>
              <a:custGeom>
                <a:avLst/>
                <a:gdLst>
                  <a:gd name="T0" fmla="*/ 0 w 29"/>
                  <a:gd name="T1" fmla="*/ 92 h 40"/>
                  <a:gd name="T2" fmla="*/ 273 w 29"/>
                  <a:gd name="T3" fmla="*/ 606 h 40"/>
                  <a:gd name="T4" fmla="*/ 293 w 29"/>
                  <a:gd name="T5" fmla="*/ 307 h 40"/>
                  <a:gd name="T6" fmla="*/ 347 w 29"/>
                  <a:gd name="T7" fmla="*/ 0 h 40"/>
                  <a:gd name="T8" fmla="*/ 171 w 29"/>
                  <a:gd name="T9" fmla="*/ 18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0">
                    <a:moveTo>
                      <a:pt x="0" y="6"/>
                    </a:moveTo>
                    <a:cubicBezTo>
                      <a:pt x="13" y="11"/>
                      <a:pt x="19" y="28"/>
                      <a:pt x="22" y="40"/>
                    </a:cubicBezTo>
                    <a:cubicBezTo>
                      <a:pt x="24" y="34"/>
                      <a:pt x="23" y="26"/>
                      <a:pt x="24" y="20"/>
                    </a:cubicBezTo>
                    <a:cubicBezTo>
                      <a:pt x="25" y="13"/>
                      <a:pt x="29" y="6"/>
                      <a:pt x="28" y="0"/>
                    </a:cubicBezTo>
                    <a:cubicBezTo>
                      <a:pt x="25" y="8"/>
                      <a:pt x="25" y="17"/>
                      <a:pt x="14" y="12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6" name="Freeform 514">
                <a:extLst>
                  <a:ext uri="{FF2B5EF4-FFF2-40B4-BE49-F238E27FC236}">
                    <a16:creationId xmlns:a16="http://schemas.microsoft.com/office/drawing/2014/main" id="{1B2ED527-756A-4C49-89F9-A7176325F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1520"/>
                <a:ext cx="253" cy="237"/>
              </a:xfrm>
              <a:custGeom>
                <a:avLst/>
                <a:gdLst>
                  <a:gd name="T0" fmla="*/ 37 w 109"/>
                  <a:gd name="T1" fmla="*/ 390 h 96"/>
                  <a:gd name="T2" fmla="*/ 474 w 109"/>
                  <a:gd name="T3" fmla="*/ 225 h 96"/>
                  <a:gd name="T4" fmla="*/ 824 w 109"/>
                  <a:gd name="T5" fmla="*/ 523 h 96"/>
                  <a:gd name="T6" fmla="*/ 1089 w 109"/>
                  <a:gd name="T7" fmla="*/ 1067 h 96"/>
                  <a:gd name="T8" fmla="*/ 1362 w 109"/>
                  <a:gd name="T9" fmla="*/ 1444 h 96"/>
                  <a:gd name="T10" fmla="*/ 1061 w 109"/>
                  <a:gd name="T11" fmla="*/ 950 h 96"/>
                  <a:gd name="T12" fmla="*/ 852 w 109"/>
                  <a:gd name="T13" fmla="*/ 348 h 96"/>
                  <a:gd name="T14" fmla="*/ 0 w 109"/>
                  <a:gd name="T15" fmla="*/ 439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96">
                    <a:moveTo>
                      <a:pt x="3" y="26"/>
                    </a:moveTo>
                    <a:cubicBezTo>
                      <a:pt x="11" y="17"/>
                      <a:pt x="27" y="14"/>
                      <a:pt x="38" y="15"/>
                    </a:cubicBezTo>
                    <a:cubicBezTo>
                      <a:pt x="52" y="16"/>
                      <a:pt x="60" y="24"/>
                      <a:pt x="66" y="35"/>
                    </a:cubicBezTo>
                    <a:cubicBezTo>
                      <a:pt x="73" y="47"/>
                      <a:pt x="79" y="60"/>
                      <a:pt x="87" y="71"/>
                    </a:cubicBezTo>
                    <a:cubicBezTo>
                      <a:pt x="94" y="79"/>
                      <a:pt x="102" y="87"/>
                      <a:pt x="109" y="96"/>
                    </a:cubicBezTo>
                    <a:cubicBezTo>
                      <a:pt x="100" y="91"/>
                      <a:pt x="90" y="72"/>
                      <a:pt x="85" y="63"/>
                    </a:cubicBezTo>
                    <a:cubicBezTo>
                      <a:pt x="78" y="50"/>
                      <a:pt x="79" y="34"/>
                      <a:pt x="68" y="23"/>
                    </a:cubicBezTo>
                    <a:cubicBezTo>
                      <a:pt x="46" y="0"/>
                      <a:pt x="16" y="4"/>
                      <a:pt x="0" y="29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7" name="Freeform 515">
                <a:extLst>
                  <a:ext uri="{FF2B5EF4-FFF2-40B4-BE49-F238E27FC236}">
                    <a16:creationId xmlns:a16="http://schemas.microsoft.com/office/drawing/2014/main" id="{7685E44F-572C-4D27-8604-F1996D494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547"/>
                <a:ext cx="151" cy="217"/>
              </a:xfrm>
              <a:custGeom>
                <a:avLst/>
                <a:gdLst>
                  <a:gd name="T0" fmla="*/ 0 w 65"/>
                  <a:gd name="T1" fmla="*/ 0 h 88"/>
                  <a:gd name="T2" fmla="*/ 163 w 65"/>
                  <a:gd name="T3" fmla="*/ 74 h 88"/>
                  <a:gd name="T4" fmla="*/ 237 w 65"/>
                  <a:gd name="T5" fmla="*/ 286 h 88"/>
                  <a:gd name="T6" fmla="*/ 437 w 65"/>
                  <a:gd name="T7" fmla="*/ 584 h 88"/>
                  <a:gd name="T8" fmla="*/ 739 w 65"/>
                  <a:gd name="T9" fmla="*/ 900 h 88"/>
                  <a:gd name="T10" fmla="*/ 767 w 65"/>
                  <a:gd name="T11" fmla="*/ 1319 h 88"/>
                  <a:gd name="T12" fmla="*/ 664 w 65"/>
                  <a:gd name="T13" fmla="*/ 1065 h 88"/>
                  <a:gd name="T14" fmla="*/ 427 w 65"/>
                  <a:gd name="T15" fmla="*/ 735 h 88"/>
                  <a:gd name="T16" fmla="*/ 151 w 65"/>
                  <a:gd name="T17" fmla="*/ 358 h 88"/>
                  <a:gd name="T18" fmla="*/ 86 w 65"/>
                  <a:gd name="T19" fmla="*/ 91 h 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88">
                    <a:moveTo>
                      <a:pt x="0" y="0"/>
                    </a:moveTo>
                    <a:cubicBezTo>
                      <a:pt x="4" y="2"/>
                      <a:pt x="11" y="2"/>
                      <a:pt x="13" y="5"/>
                    </a:cubicBezTo>
                    <a:cubicBezTo>
                      <a:pt x="16" y="7"/>
                      <a:pt x="17" y="16"/>
                      <a:pt x="19" y="19"/>
                    </a:cubicBezTo>
                    <a:cubicBezTo>
                      <a:pt x="23" y="28"/>
                      <a:pt x="28" y="33"/>
                      <a:pt x="35" y="39"/>
                    </a:cubicBezTo>
                    <a:cubicBezTo>
                      <a:pt x="43" y="45"/>
                      <a:pt x="53" y="52"/>
                      <a:pt x="59" y="60"/>
                    </a:cubicBezTo>
                    <a:cubicBezTo>
                      <a:pt x="65" y="69"/>
                      <a:pt x="61" y="77"/>
                      <a:pt x="61" y="88"/>
                    </a:cubicBezTo>
                    <a:cubicBezTo>
                      <a:pt x="62" y="81"/>
                      <a:pt x="57" y="75"/>
                      <a:pt x="53" y="71"/>
                    </a:cubicBezTo>
                    <a:cubicBezTo>
                      <a:pt x="46" y="63"/>
                      <a:pt x="40" y="57"/>
                      <a:pt x="34" y="49"/>
                    </a:cubicBezTo>
                    <a:cubicBezTo>
                      <a:pt x="28" y="39"/>
                      <a:pt x="18" y="34"/>
                      <a:pt x="12" y="24"/>
                    </a:cubicBezTo>
                    <a:cubicBezTo>
                      <a:pt x="8" y="18"/>
                      <a:pt x="10" y="11"/>
                      <a:pt x="7" y="6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8" name="Freeform 516">
                <a:extLst>
                  <a:ext uri="{FF2B5EF4-FFF2-40B4-BE49-F238E27FC236}">
                    <a16:creationId xmlns:a16="http://schemas.microsoft.com/office/drawing/2014/main" id="{0DD92AEA-D9CC-447E-B156-D6EF83F34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1816"/>
                <a:ext cx="58" cy="265"/>
              </a:xfrm>
              <a:custGeom>
                <a:avLst/>
                <a:gdLst>
                  <a:gd name="T0" fmla="*/ 0 w 25"/>
                  <a:gd name="T1" fmla="*/ 0 h 107"/>
                  <a:gd name="T2" fmla="*/ 162 w 25"/>
                  <a:gd name="T3" fmla="*/ 944 h 107"/>
                  <a:gd name="T4" fmla="*/ 313 w 25"/>
                  <a:gd name="T5" fmla="*/ 1625 h 107"/>
                  <a:gd name="T6" fmla="*/ 237 w 25"/>
                  <a:gd name="T7" fmla="*/ 864 h 107"/>
                  <a:gd name="T8" fmla="*/ 162 w 25"/>
                  <a:gd name="T9" fmla="*/ 362 h 107"/>
                  <a:gd name="T10" fmla="*/ 49 w 25"/>
                  <a:gd name="T11" fmla="*/ 12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07">
                    <a:moveTo>
                      <a:pt x="0" y="0"/>
                    </a:moveTo>
                    <a:cubicBezTo>
                      <a:pt x="10" y="19"/>
                      <a:pt x="11" y="41"/>
                      <a:pt x="13" y="62"/>
                    </a:cubicBezTo>
                    <a:cubicBezTo>
                      <a:pt x="14" y="75"/>
                      <a:pt x="19" y="95"/>
                      <a:pt x="25" y="107"/>
                    </a:cubicBezTo>
                    <a:cubicBezTo>
                      <a:pt x="20" y="92"/>
                      <a:pt x="21" y="72"/>
                      <a:pt x="19" y="57"/>
                    </a:cubicBezTo>
                    <a:cubicBezTo>
                      <a:pt x="18" y="45"/>
                      <a:pt x="16" y="34"/>
                      <a:pt x="13" y="24"/>
                    </a:cubicBezTo>
                    <a:cubicBezTo>
                      <a:pt x="11" y="16"/>
                      <a:pt x="4" y="9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9" name="Freeform 517">
                <a:extLst>
                  <a:ext uri="{FF2B5EF4-FFF2-40B4-BE49-F238E27FC236}">
                    <a16:creationId xmlns:a16="http://schemas.microsoft.com/office/drawing/2014/main" id="{FB9548CB-C99C-411D-A2B4-21978FE4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579"/>
                <a:ext cx="123" cy="106"/>
              </a:xfrm>
              <a:custGeom>
                <a:avLst/>
                <a:gdLst>
                  <a:gd name="T0" fmla="*/ 0 w 53"/>
                  <a:gd name="T1" fmla="*/ 0 h 43"/>
                  <a:gd name="T2" fmla="*/ 661 w 53"/>
                  <a:gd name="T3" fmla="*/ 643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43">
                    <a:moveTo>
                      <a:pt x="0" y="0"/>
                    </a:moveTo>
                    <a:cubicBezTo>
                      <a:pt x="7" y="20"/>
                      <a:pt x="36" y="36"/>
                      <a:pt x="53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0" name="Freeform 518">
                <a:extLst>
                  <a:ext uri="{FF2B5EF4-FFF2-40B4-BE49-F238E27FC236}">
                    <a16:creationId xmlns:a16="http://schemas.microsoft.com/office/drawing/2014/main" id="{B3F94592-03C5-40D7-B3D7-7E368CA50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567"/>
                <a:ext cx="153" cy="111"/>
              </a:xfrm>
              <a:custGeom>
                <a:avLst/>
                <a:gdLst>
                  <a:gd name="T0" fmla="*/ 0 w 66"/>
                  <a:gd name="T1" fmla="*/ 212 h 45"/>
                  <a:gd name="T2" fmla="*/ 473 w 66"/>
                  <a:gd name="T3" fmla="*/ 74 h 45"/>
                  <a:gd name="T4" fmla="*/ 823 w 66"/>
                  <a:gd name="T5" fmla="*/ 676 h 45"/>
                  <a:gd name="T6" fmla="*/ 436 w 66"/>
                  <a:gd name="T7" fmla="*/ 153 h 45"/>
                  <a:gd name="T8" fmla="*/ 28 w 66"/>
                  <a:gd name="T9" fmla="*/ 21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5">
                    <a:moveTo>
                      <a:pt x="0" y="14"/>
                    </a:moveTo>
                    <a:cubicBezTo>
                      <a:pt x="10" y="7"/>
                      <a:pt x="26" y="0"/>
                      <a:pt x="38" y="5"/>
                    </a:cubicBezTo>
                    <a:cubicBezTo>
                      <a:pt x="52" y="11"/>
                      <a:pt x="62" y="32"/>
                      <a:pt x="66" y="45"/>
                    </a:cubicBezTo>
                    <a:cubicBezTo>
                      <a:pt x="55" y="34"/>
                      <a:pt x="52" y="14"/>
                      <a:pt x="35" y="10"/>
                    </a:cubicBezTo>
                    <a:cubicBezTo>
                      <a:pt x="24" y="8"/>
                      <a:pt x="12" y="12"/>
                      <a:pt x="2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1" name="Freeform 519">
                <a:extLst>
                  <a:ext uri="{FF2B5EF4-FFF2-40B4-BE49-F238E27FC236}">
                    <a16:creationId xmlns:a16="http://schemas.microsoft.com/office/drawing/2014/main" id="{F93A1B47-479C-4AE2-9564-AFBDF516E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061"/>
                <a:ext cx="34" cy="39"/>
              </a:xfrm>
              <a:custGeom>
                <a:avLst/>
                <a:gdLst>
                  <a:gd name="T0" fmla="*/ 102 w 15"/>
                  <a:gd name="T1" fmla="*/ 0 h 16"/>
                  <a:gd name="T2" fmla="*/ 0 w 15"/>
                  <a:gd name="T3" fmla="*/ 219 h 16"/>
                  <a:gd name="T4" fmla="*/ 175 w 15"/>
                  <a:gd name="T5" fmla="*/ 232 h 16"/>
                  <a:gd name="T6" fmla="*/ 118 w 15"/>
                  <a:gd name="T7" fmla="*/ 7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9" y="0"/>
                    </a:moveTo>
                    <a:cubicBezTo>
                      <a:pt x="8" y="6"/>
                      <a:pt x="4" y="11"/>
                      <a:pt x="0" y="15"/>
                    </a:cubicBezTo>
                    <a:cubicBezTo>
                      <a:pt x="6" y="14"/>
                      <a:pt x="10" y="14"/>
                      <a:pt x="15" y="16"/>
                    </a:cubicBezTo>
                    <a:cubicBezTo>
                      <a:pt x="12" y="13"/>
                      <a:pt x="10" y="10"/>
                      <a:pt x="10" y="5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2" name="Freeform 520">
                <a:extLst>
                  <a:ext uri="{FF2B5EF4-FFF2-40B4-BE49-F238E27FC236}">
                    <a16:creationId xmlns:a16="http://schemas.microsoft.com/office/drawing/2014/main" id="{7EFFD19B-5BFE-4673-9C86-A7A0D4D3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478"/>
                <a:ext cx="672" cy="272"/>
              </a:xfrm>
              <a:custGeom>
                <a:avLst/>
                <a:gdLst>
                  <a:gd name="T0" fmla="*/ 0 w 290"/>
                  <a:gd name="T1" fmla="*/ 771 h 110"/>
                  <a:gd name="T2" fmla="*/ 1643 w 290"/>
                  <a:gd name="T3" fmla="*/ 1652 h 110"/>
                  <a:gd name="T4" fmla="*/ 3087 w 290"/>
                  <a:gd name="T5" fmla="*/ 1120 h 110"/>
                  <a:gd name="T6" fmla="*/ 3608 w 290"/>
                  <a:gd name="T7" fmla="*/ 0 h 110"/>
                  <a:gd name="T8" fmla="*/ 3135 w 290"/>
                  <a:gd name="T9" fmla="*/ 771 h 110"/>
                  <a:gd name="T10" fmla="*/ 2229 w 290"/>
                  <a:gd name="T11" fmla="*/ 1303 h 110"/>
                  <a:gd name="T12" fmla="*/ 860 w 290"/>
                  <a:gd name="T13" fmla="*/ 1150 h 110"/>
                  <a:gd name="T14" fmla="*/ 586 w 290"/>
                  <a:gd name="T15" fmla="*/ 574 h 110"/>
                  <a:gd name="T16" fmla="*/ 0 w 290"/>
                  <a:gd name="T17" fmla="*/ 771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0" h="110">
                    <a:moveTo>
                      <a:pt x="0" y="51"/>
                    </a:moveTo>
                    <a:cubicBezTo>
                      <a:pt x="11" y="67"/>
                      <a:pt x="82" y="108"/>
                      <a:pt x="132" y="109"/>
                    </a:cubicBezTo>
                    <a:cubicBezTo>
                      <a:pt x="183" y="110"/>
                      <a:pt x="230" y="90"/>
                      <a:pt x="248" y="74"/>
                    </a:cubicBezTo>
                    <a:cubicBezTo>
                      <a:pt x="265" y="57"/>
                      <a:pt x="275" y="21"/>
                      <a:pt x="290" y="0"/>
                    </a:cubicBezTo>
                    <a:cubicBezTo>
                      <a:pt x="279" y="11"/>
                      <a:pt x="259" y="38"/>
                      <a:pt x="252" y="51"/>
                    </a:cubicBezTo>
                    <a:cubicBezTo>
                      <a:pt x="244" y="63"/>
                      <a:pt x="201" y="82"/>
                      <a:pt x="179" y="86"/>
                    </a:cubicBezTo>
                    <a:cubicBezTo>
                      <a:pt x="156" y="90"/>
                      <a:pt x="101" y="95"/>
                      <a:pt x="69" y="76"/>
                    </a:cubicBezTo>
                    <a:cubicBezTo>
                      <a:pt x="37" y="57"/>
                      <a:pt x="45" y="42"/>
                      <a:pt x="47" y="38"/>
                    </a:cubicBezTo>
                    <a:cubicBezTo>
                      <a:pt x="50" y="34"/>
                      <a:pt x="27" y="58"/>
                      <a:pt x="0" y="51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3" name="Freeform 521">
                <a:extLst>
                  <a:ext uri="{FF2B5EF4-FFF2-40B4-BE49-F238E27FC236}">
                    <a16:creationId xmlns:a16="http://schemas.microsoft.com/office/drawing/2014/main" id="{93779831-D98E-492E-870C-4CD597375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427"/>
                <a:ext cx="79" cy="108"/>
              </a:xfrm>
              <a:custGeom>
                <a:avLst/>
                <a:gdLst>
                  <a:gd name="T0" fmla="*/ 0 w 34"/>
                  <a:gd name="T1" fmla="*/ 650 h 44"/>
                  <a:gd name="T2" fmla="*/ 428 w 34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4">
                    <a:moveTo>
                      <a:pt x="0" y="44"/>
                    </a:moveTo>
                    <a:cubicBezTo>
                      <a:pt x="20" y="28"/>
                      <a:pt x="28" y="20"/>
                      <a:pt x="3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4" name="Freeform 522">
                <a:extLst>
                  <a:ext uri="{FF2B5EF4-FFF2-40B4-BE49-F238E27FC236}">
                    <a16:creationId xmlns:a16="http://schemas.microsoft.com/office/drawing/2014/main" id="{CC6BA66E-E604-42BE-8A90-FA0C2C28D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614"/>
                <a:ext cx="607" cy="386"/>
              </a:xfrm>
              <a:custGeom>
                <a:avLst/>
                <a:gdLst>
                  <a:gd name="T0" fmla="*/ 2882 w 262"/>
                  <a:gd name="T1" fmla="*/ 0 h 156"/>
                  <a:gd name="T2" fmla="*/ 3098 w 262"/>
                  <a:gd name="T3" fmla="*/ 1017 h 156"/>
                  <a:gd name="T4" fmla="*/ 2340 w 262"/>
                  <a:gd name="T5" fmla="*/ 2118 h 156"/>
                  <a:gd name="T6" fmla="*/ 718 w 262"/>
                  <a:gd name="T7" fmla="*/ 2180 h 156"/>
                  <a:gd name="T8" fmla="*/ 0 w 262"/>
                  <a:gd name="T9" fmla="*/ 2180 h 156"/>
                  <a:gd name="T10" fmla="*/ 820 w 262"/>
                  <a:gd name="T11" fmla="*/ 1984 h 156"/>
                  <a:gd name="T12" fmla="*/ 2303 w 262"/>
                  <a:gd name="T13" fmla="*/ 1532 h 156"/>
                  <a:gd name="T14" fmla="*/ 2882 w 262"/>
                  <a:gd name="T15" fmla="*/ 0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2" h="156">
                    <a:moveTo>
                      <a:pt x="232" y="0"/>
                    </a:moveTo>
                    <a:cubicBezTo>
                      <a:pt x="247" y="15"/>
                      <a:pt x="262" y="28"/>
                      <a:pt x="249" y="67"/>
                    </a:cubicBezTo>
                    <a:cubicBezTo>
                      <a:pt x="237" y="107"/>
                      <a:pt x="215" y="132"/>
                      <a:pt x="188" y="140"/>
                    </a:cubicBezTo>
                    <a:cubicBezTo>
                      <a:pt x="161" y="149"/>
                      <a:pt x="92" y="156"/>
                      <a:pt x="58" y="144"/>
                    </a:cubicBezTo>
                    <a:cubicBezTo>
                      <a:pt x="45" y="140"/>
                      <a:pt x="33" y="151"/>
                      <a:pt x="0" y="144"/>
                    </a:cubicBezTo>
                    <a:cubicBezTo>
                      <a:pt x="15" y="140"/>
                      <a:pt x="44" y="131"/>
                      <a:pt x="66" y="131"/>
                    </a:cubicBezTo>
                    <a:cubicBezTo>
                      <a:pt x="88" y="131"/>
                      <a:pt x="137" y="135"/>
                      <a:pt x="185" y="101"/>
                    </a:cubicBezTo>
                    <a:cubicBezTo>
                      <a:pt x="233" y="66"/>
                      <a:pt x="257" y="41"/>
                      <a:pt x="232" y="0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5" name="Freeform 523">
                <a:extLst>
                  <a:ext uri="{FF2B5EF4-FFF2-40B4-BE49-F238E27FC236}">
                    <a16:creationId xmlns:a16="http://schemas.microsoft.com/office/drawing/2014/main" id="{78912818-9EC5-4823-A467-70A8A2C67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2790"/>
                <a:ext cx="613" cy="113"/>
              </a:xfrm>
              <a:custGeom>
                <a:avLst/>
                <a:gdLst>
                  <a:gd name="T0" fmla="*/ 0 w 265"/>
                  <a:gd name="T1" fmla="*/ 91 h 46"/>
                  <a:gd name="T2" fmla="*/ 1423 w 265"/>
                  <a:gd name="T3" fmla="*/ 224 h 46"/>
                  <a:gd name="T4" fmla="*/ 2413 w 265"/>
                  <a:gd name="T5" fmla="*/ 447 h 46"/>
                  <a:gd name="T6" fmla="*/ 3280 w 265"/>
                  <a:gd name="T7" fmla="*/ 671 h 46"/>
                  <a:gd name="T8" fmla="*/ 2130 w 265"/>
                  <a:gd name="T9" fmla="*/ 162 h 46"/>
                  <a:gd name="T10" fmla="*/ 1113 w 265"/>
                  <a:gd name="T11" fmla="*/ 12 h 46"/>
                  <a:gd name="T12" fmla="*/ 0 w 265"/>
                  <a:gd name="T13" fmla="*/ 91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46">
                    <a:moveTo>
                      <a:pt x="0" y="6"/>
                    </a:moveTo>
                    <a:cubicBezTo>
                      <a:pt x="29" y="13"/>
                      <a:pt x="82" y="15"/>
                      <a:pt x="115" y="15"/>
                    </a:cubicBezTo>
                    <a:cubicBezTo>
                      <a:pt x="148" y="15"/>
                      <a:pt x="173" y="22"/>
                      <a:pt x="195" y="30"/>
                    </a:cubicBezTo>
                    <a:cubicBezTo>
                      <a:pt x="217" y="37"/>
                      <a:pt x="251" y="46"/>
                      <a:pt x="265" y="45"/>
                    </a:cubicBezTo>
                    <a:cubicBezTo>
                      <a:pt x="246" y="40"/>
                      <a:pt x="190" y="19"/>
                      <a:pt x="172" y="11"/>
                    </a:cubicBezTo>
                    <a:cubicBezTo>
                      <a:pt x="155" y="4"/>
                      <a:pt x="112" y="0"/>
                      <a:pt x="90" y="1"/>
                    </a:cubicBezTo>
                    <a:cubicBezTo>
                      <a:pt x="68" y="2"/>
                      <a:pt x="19" y="10"/>
                      <a:pt x="0" y="6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6" name="Freeform 524">
                <a:extLst>
                  <a:ext uri="{FF2B5EF4-FFF2-40B4-BE49-F238E27FC236}">
                    <a16:creationId xmlns:a16="http://schemas.microsoft.com/office/drawing/2014/main" id="{72B5C068-0ADC-4DCE-A3AE-E126BA160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908"/>
                <a:ext cx="306" cy="69"/>
              </a:xfrm>
              <a:custGeom>
                <a:avLst/>
                <a:gdLst>
                  <a:gd name="T0" fmla="*/ 0 w 132"/>
                  <a:gd name="T1" fmla="*/ 0 h 28"/>
                  <a:gd name="T2" fmla="*/ 1345 w 132"/>
                  <a:gd name="T3" fmla="*/ 407 h 28"/>
                  <a:gd name="T4" fmla="*/ 1569 w 132"/>
                  <a:gd name="T5" fmla="*/ 224 h 28"/>
                  <a:gd name="T6" fmla="*/ 0 w 132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28">
                    <a:moveTo>
                      <a:pt x="0" y="0"/>
                    </a:moveTo>
                    <a:cubicBezTo>
                      <a:pt x="17" y="10"/>
                      <a:pt x="83" y="28"/>
                      <a:pt x="108" y="27"/>
                    </a:cubicBezTo>
                    <a:cubicBezTo>
                      <a:pt x="132" y="26"/>
                      <a:pt x="126" y="15"/>
                      <a:pt x="126" y="15"/>
                    </a:cubicBezTo>
                    <a:cubicBezTo>
                      <a:pt x="108" y="14"/>
                      <a:pt x="27" y="16"/>
                      <a:pt x="0" y="0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7" name="Freeform 525">
                <a:extLst>
                  <a:ext uri="{FF2B5EF4-FFF2-40B4-BE49-F238E27FC236}">
                    <a16:creationId xmlns:a16="http://schemas.microsoft.com/office/drawing/2014/main" id="{620753F4-ACF5-473C-8315-24714674F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204"/>
                <a:ext cx="454" cy="235"/>
              </a:xfrm>
              <a:custGeom>
                <a:avLst/>
                <a:gdLst>
                  <a:gd name="T0" fmla="*/ 0 w 196"/>
                  <a:gd name="T1" fmla="*/ 0 h 95"/>
                  <a:gd name="T2" fmla="*/ 954 w 196"/>
                  <a:gd name="T3" fmla="*/ 710 h 95"/>
                  <a:gd name="T4" fmla="*/ 1642 w 196"/>
                  <a:gd name="T5" fmla="*/ 967 h 95"/>
                  <a:gd name="T6" fmla="*/ 2437 w 196"/>
                  <a:gd name="T7" fmla="*/ 1437 h 95"/>
                  <a:gd name="T8" fmla="*/ 1691 w 196"/>
                  <a:gd name="T9" fmla="*/ 1121 h 95"/>
                  <a:gd name="T10" fmla="*/ 933 w 196"/>
                  <a:gd name="T11" fmla="*/ 863 h 95"/>
                  <a:gd name="T12" fmla="*/ 387 w 196"/>
                  <a:gd name="T13" fmla="*/ 319 h 95"/>
                  <a:gd name="T14" fmla="*/ 28 w 196"/>
                  <a:gd name="T15" fmla="*/ 30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6" h="95">
                    <a:moveTo>
                      <a:pt x="0" y="0"/>
                    </a:moveTo>
                    <a:cubicBezTo>
                      <a:pt x="31" y="1"/>
                      <a:pt x="50" y="35"/>
                      <a:pt x="77" y="47"/>
                    </a:cubicBezTo>
                    <a:cubicBezTo>
                      <a:pt x="95" y="55"/>
                      <a:pt x="114" y="58"/>
                      <a:pt x="132" y="64"/>
                    </a:cubicBezTo>
                    <a:cubicBezTo>
                      <a:pt x="155" y="73"/>
                      <a:pt x="175" y="84"/>
                      <a:pt x="196" y="95"/>
                    </a:cubicBezTo>
                    <a:cubicBezTo>
                      <a:pt x="186" y="81"/>
                      <a:pt x="152" y="79"/>
                      <a:pt x="136" y="74"/>
                    </a:cubicBezTo>
                    <a:cubicBezTo>
                      <a:pt x="116" y="68"/>
                      <a:pt x="95" y="65"/>
                      <a:pt x="75" y="57"/>
                    </a:cubicBezTo>
                    <a:cubicBezTo>
                      <a:pt x="56" y="49"/>
                      <a:pt x="46" y="34"/>
                      <a:pt x="31" y="21"/>
                    </a:cubicBezTo>
                    <a:cubicBezTo>
                      <a:pt x="23" y="15"/>
                      <a:pt x="12" y="3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8" name="Freeform 526">
                <a:extLst>
                  <a:ext uri="{FF2B5EF4-FFF2-40B4-BE49-F238E27FC236}">
                    <a16:creationId xmlns:a16="http://schemas.microsoft.com/office/drawing/2014/main" id="{1706B8B6-05B4-4BA1-806F-772D86425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750"/>
                <a:ext cx="91" cy="232"/>
              </a:xfrm>
              <a:custGeom>
                <a:avLst/>
                <a:gdLst>
                  <a:gd name="T0" fmla="*/ 28 w 39"/>
                  <a:gd name="T1" fmla="*/ 133 h 94"/>
                  <a:gd name="T2" fmla="*/ 408 w 39"/>
                  <a:gd name="T3" fmla="*/ 738 h 94"/>
                  <a:gd name="T4" fmla="*/ 315 w 39"/>
                  <a:gd name="T5" fmla="*/ 1414 h 94"/>
                  <a:gd name="T6" fmla="*/ 0 w 39"/>
                  <a:gd name="T7" fmla="*/ 0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94">
                    <a:moveTo>
                      <a:pt x="2" y="9"/>
                    </a:moveTo>
                    <a:cubicBezTo>
                      <a:pt x="14" y="16"/>
                      <a:pt x="26" y="36"/>
                      <a:pt x="32" y="49"/>
                    </a:cubicBezTo>
                    <a:cubicBezTo>
                      <a:pt x="39" y="68"/>
                      <a:pt x="34" y="77"/>
                      <a:pt x="25" y="94"/>
                    </a:cubicBezTo>
                    <a:cubicBezTo>
                      <a:pt x="37" y="66"/>
                      <a:pt x="20" y="20"/>
                      <a:pt x="0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9" name="Freeform 527">
                <a:extLst>
                  <a:ext uri="{FF2B5EF4-FFF2-40B4-BE49-F238E27FC236}">
                    <a16:creationId xmlns:a16="http://schemas.microsoft.com/office/drawing/2014/main" id="{CF45E72F-1B77-4D90-B9AF-CC0FEC260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913"/>
                <a:ext cx="129" cy="259"/>
              </a:xfrm>
              <a:custGeom>
                <a:avLst/>
                <a:gdLst>
                  <a:gd name="T0" fmla="*/ 122 w 56"/>
                  <a:gd name="T1" fmla="*/ 390 h 105"/>
                  <a:gd name="T2" fmla="*/ 477 w 56"/>
                  <a:gd name="T3" fmla="*/ 942 h 105"/>
                  <a:gd name="T4" fmla="*/ 590 w 56"/>
                  <a:gd name="T5" fmla="*/ 1576 h 105"/>
                  <a:gd name="T6" fmla="*/ 415 w 56"/>
                  <a:gd name="T7" fmla="*/ 493 h 105"/>
                  <a:gd name="T8" fmla="*/ 37 w 56"/>
                  <a:gd name="T9" fmla="*/ 0 h 105"/>
                  <a:gd name="T10" fmla="*/ 0 w 56"/>
                  <a:gd name="T11" fmla="*/ 348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05">
                    <a:moveTo>
                      <a:pt x="10" y="26"/>
                    </a:moveTo>
                    <a:cubicBezTo>
                      <a:pt x="27" y="32"/>
                      <a:pt x="32" y="47"/>
                      <a:pt x="39" y="63"/>
                    </a:cubicBezTo>
                    <a:cubicBezTo>
                      <a:pt x="45" y="76"/>
                      <a:pt x="52" y="89"/>
                      <a:pt x="48" y="105"/>
                    </a:cubicBezTo>
                    <a:cubicBezTo>
                      <a:pt x="56" y="87"/>
                      <a:pt x="46" y="49"/>
                      <a:pt x="34" y="33"/>
                    </a:cubicBezTo>
                    <a:cubicBezTo>
                      <a:pt x="22" y="18"/>
                      <a:pt x="7" y="21"/>
                      <a:pt x="3" y="0"/>
                    </a:cubicBezTo>
                    <a:cubicBezTo>
                      <a:pt x="2" y="7"/>
                      <a:pt x="1" y="18"/>
                      <a:pt x="0" y="2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0" name="Freeform 528">
                <a:extLst>
                  <a:ext uri="{FF2B5EF4-FFF2-40B4-BE49-F238E27FC236}">
                    <a16:creationId xmlns:a16="http://schemas.microsoft.com/office/drawing/2014/main" id="{3114A6A4-3604-45F2-81B2-05ED9D38A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217"/>
                <a:ext cx="507" cy="252"/>
              </a:xfrm>
              <a:custGeom>
                <a:avLst/>
                <a:gdLst>
                  <a:gd name="T0" fmla="*/ 86 w 219"/>
                  <a:gd name="T1" fmla="*/ 91 h 102"/>
                  <a:gd name="T2" fmla="*/ 623 w 219"/>
                  <a:gd name="T3" fmla="*/ 556 h 102"/>
                  <a:gd name="T4" fmla="*/ 1329 w 219"/>
                  <a:gd name="T5" fmla="*/ 800 h 102"/>
                  <a:gd name="T6" fmla="*/ 2616 w 219"/>
                  <a:gd name="T7" fmla="*/ 1539 h 102"/>
                  <a:gd name="T8" fmla="*/ 2718 w 219"/>
                  <a:gd name="T9" fmla="*/ 1295 h 102"/>
                  <a:gd name="T10" fmla="*/ 2433 w 219"/>
                  <a:gd name="T11" fmla="*/ 1312 h 102"/>
                  <a:gd name="T12" fmla="*/ 2273 w 219"/>
                  <a:gd name="T13" fmla="*/ 1208 h 102"/>
                  <a:gd name="T14" fmla="*/ 2160 w 219"/>
                  <a:gd name="T15" fmla="*/ 1025 h 102"/>
                  <a:gd name="T16" fmla="*/ 2037 w 219"/>
                  <a:gd name="T17" fmla="*/ 1013 h 102"/>
                  <a:gd name="T18" fmla="*/ 1822 w 219"/>
                  <a:gd name="T19" fmla="*/ 934 h 102"/>
                  <a:gd name="T20" fmla="*/ 1475 w 219"/>
                  <a:gd name="T21" fmla="*/ 697 h 102"/>
                  <a:gd name="T22" fmla="*/ 1056 w 219"/>
                  <a:gd name="T23" fmla="*/ 573 h 102"/>
                  <a:gd name="T24" fmla="*/ 669 w 219"/>
                  <a:gd name="T25" fmla="*/ 440 h 102"/>
                  <a:gd name="T26" fmla="*/ 0 w 219"/>
                  <a:gd name="T27" fmla="*/ 0 h 10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9" h="102">
                    <a:moveTo>
                      <a:pt x="7" y="6"/>
                    </a:moveTo>
                    <a:cubicBezTo>
                      <a:pt x="13" y="20"/>
                      <a:pt x="36" y="31"/>
                      <a:pt x="50" y="37"/>
                    </a:cubicBezTo>
                    <a:cubicBezTo>
                      <a:pt x="68" y="45"/>
                      <a:pt x="88" y="49"/>
                      <a:pt x="107" y="53"/>
                    </a:cubicBezTo>
                    <a:cubicBezTo>
                      <a:pt x="146" y="61"/>
                      <a:pt x="175" y="90"/>
                      <a:pt x="211" y="102"/>
                    </a:cubicBezTo>
                    <a:cubicBezTo>
                      <a:pt x="214" y="97"/>
                      <a:pt x="216" y="92"/>
                      <a:pt x="219" y="86"/>
                    </a:cubicBezTo>
                    <a:cubicBezTo>
                      <a:pt x="211" y="94"/>
                      <a:pt x="205" y="92"/>
                      <a:pt x="196" y="87"/>
                    </a:cubicBezTo>
                    <a:cubicBezTo>
                      <a:pt x="191" y="85"/>
                      <a:pt x="187" y="84"/>
                      <a:pt x="183" y="80"/>
                    </a:cubicBezTo>
                    <a:cubicBezTo>
                      <a:pt x="180" y="77"/>
                      <a:pt x="178" y="70"/>
                      <a:pt x="174" y="68"/>
                    </a:cubicBezTo>
                    <a:cubicBezTo>
                      <a:pt x="171" y="66"/>
                      <a:pt x="167" y="67"/>
                      <a:pt x="164" y="67"/>
                    </a:cubicBezTo>
                    <a:cubicBezTo>
                      <a:pt x="158" y="66"/>
                      <a:pt x="152" y="64"/>
                      <a:pt x="147" y="62"/>
                    </a:cubicBezTo>
                    <a:cubicBezTo>
                      <a:pt x="135" y="59"/>
                      <a:pt x="129" y="51"/>
                      <a:pt x="119" y="46"/>
                    </a:cubicBezTo>
                    <a:cubicBezTo>
                      <a:pt x="110" y="42"/>
                      <a:pt x="95" y="41"/>
                      <a:pt x="85" y="38"/>
                    </a:cubicBezTo>
                    <a:cubicBezTo>
                      <a:pt x="74" y="35"/>
                      <a:pt x="65" y="31"/>
                      <a:pt x="54" y="29"/>
                    </a:cubicBezTo>
                    <a:cubicBezTo>
                      <a:pt x="32" y="24"/>
                      <a:pt x="19" y="10"/>
                      <a:pt x="0" y="0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1" name="Freeform 529">
                <a:extLst>
                  <a:ext uri="{FF2B5EF4-FFF2-40B4-BE49-F238E27FC236}">
                    <a16:creationId xmlns:a16="http://schemas.microsoft.com/office/drawing/2014/main" id="{2574B074-F913-453E-9F08-A6942BAFE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2814"/>
                <a:ext cx="285" cy="176"/>
              </a:xfrm>
              <a:custGeom>
                <a:avLst/>
                <a:gdLst>
                  <a:gd name="T0" fmla="*/ 0 w 123"/>
                  <a:gd name="T1" fmla="*/ 1081 h 71"/>
                  <a:gd name="T2" fmla="*/ 1529 w 123"/>
                  <a:gd name="T3" fmla="*/ 0 h 71"/>
                  <a:gd name="T4" fmla="*/ 0 w 123"/>
                  <a:gd name="T5" fmla="*/ 1081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71">
                    <a:moveTo>
                      <a:pt x="0" y="71"/>
                    </a:moveTo>
                    <a:cubicBezTo>
                      <a:pt x="35" y="68"/>
                      <a:pt x="96" y="69"/>
                      <a:pt x="123" y="0"/>
                    </a:cubicBezTo>
                    <a:cubicBezTo>
                      <a:pt x="119" y="13"/>
                      <a:pt x="65" y="68"/>
                      <a:pt x="0" y="71"/>
                    </a:cubicBezTo>
                    <a:close/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2" name="Freeform 530">
                <a:extLst>
                  <a:ext uri="{FF2B5EF4-FFF2-40B4-BE49-F238E27FC236}">
                    <a16:creationId xmlns:a16="http://schemas.microsoft.com/office/drawing/2014/main" id="{D23732A8-BF57-44AB-94C9-DDFF00963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595"/>
                <a:ext cx="109" cy="93"/>
              </a:xfrm>
              <a:custGeom>
                <a:avLst/>
                <a:gdLst>
                  <a:gd name="T0" fmla="*/ 313 w 47"/>
                  <a:gd name="T1" fmla="*/ 0 h 38"/>
                  <a:gd name="T2" fmla="*/ 0 w 47"/>
                  <a:gd name="T3" fmla="*/ 91 h 38"/>
                  <a:gd name="T4" fmla="*/ 587 w 47"/>
                  <a:gd name="T5" fmla="*/ 558 h 38"/>
                  <a:gd name="T6" fmla="*/ 248 w 47"/>
                  <a:gd name="T7" fmla="*/ 306 h 38"/>
                  <a:gd name="T8" fmla="*/ 274 w 47"/>
                  <a:gd name="T9" fmla="*/ 59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8">
                    <a:moveTo>
                      <a:pt x="25" y="0"/>
                    </a:moveTo>
                    <a:cubicBezTo>
                      <a:pt x="18" y="6"/>
                      <a:pt x="9" y="4"/>
                      <a:pt x="0" y="6"/>
                    </a:cubicBezTo>
                    <a:cubicBezTo>
                      <a:pt x="9" y="25"/>
                      <a:pt x="33" y="28"/>
                      <a:pt x="47" y="38"/>
                    </a:cubicBezTo>
                    <a:cubicBezTo>
                      <a:pt x="38" y="37"/>
                      <a:pt x="27" y="27"/>
                      <a:pt x="20" y="21"/>
                    </a:cubicBezTo>
                    <a:cubicBezTo>
                      <a:pt x="13" y="15"/>
                      <a:pt x="6" y="3"/>
                      <a:pt x="22" y="4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3" name="Freeform 531">
                <a:extLst>
                  <a:ext uri="{FF2B5EF4-FFF2-40B4-BE49-F238E27FC236}">
                    <a16:creationId xmlns:a16="http://schemas.microsoft.com/office/drawing/2014/main" id="{3BDFD080-0AEF-4328-A896-5B3BEAC18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481"/>
                <a:ext cx="216" cy="96"/>
              </a:xfrm>
              <a:custGeom>
                <a:avLst/>
                <a:gdLst>
                  <a:gd name="T0" fmla="*/ 12 w 93"/>
                  <a:gd name="T1" fmla="*/ 0 h 39"/>
                  <a:gd name="T2" fmla="*/ 550 w 93"/>
                  <a:gd name="T3" fmla="*/ 431 h 39"/>
                  <a:gd name="T4" fmla="*/ 1166 w 93"/>
                  <a:gd name="T5" fmla="*/ 327 h 39"/>
                  <a:gd name="T6" fmla="*/ 513 w 93"/>
                  <a:gd name="T7" fmla="*/ 327 h 39"/>
                  <a:gd name="T8" fmla="*/ 0 w 93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39">
                    <a:moveTo>
                      <a:pt x="1" y="0"/>
                    </a:moveTo>
                    <a:cubicBezTo>
                      <a:pt x="17" y="8"/>
                      <a:pt x="29" y="18"/>
                      <a:pt x="44" y="29"/>
                    </a:cubicBezTo>
                    <a:cubicBezTo>
                      <a:pt x="57" y="39"/>
                      <a:pt x="81" y="33"/>
                      <a:pt x="93" y="22"/>
                    </a:cubicBezTo>
                    <a:cubicBezTo>
                      <a:pt x="76" y="28"/>
                      <a:pt x="58" y="32"/>
                      <a:pt x="41" y="22"/>
                    </a:cubicBezTo>
                    <a:cubicBezTo>
                      <a:pt x="27" y="14"/>
                      <a:pt x="18" y="0"/>
                      <a:pt x="0" y="0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4" name="Freeform 532">
                <a:extLst>
                  <a:ext uri="{FF2B5EF4-FFF2-40B4-BE49-F238E27FC236}">
                    <a16:creationId xmlns:a16="http://schemas.microsoft.com/office/drawing/2014/main" id="{6FA1C393-4287-4487-9679-80E66250E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995"/>
                <a:ext cx="83" cy="123"/>
              </a:xfrm>
              <a:custGeom>
                <a:avLst/>
                <a:gdLst>
                  <a:gd name="T0" fmla="*/ 0 w 36"/>
                  <a:gd name="T1" fmla="*/ 745 h 50"/>
                  <a:gd name="T2" fmla="*/ 150 w 36"/>
                  <a:gd name="T3" fmla="*/ 357 h 50"/>
                  <a:gd name="T4" fmla="*/ 233 w 36"/>
                  <a:gd name="T5" fmla="*/ 285 h 50"/>
                  <a:gd name="T6" fmla="*/ 330 w 36"/>
                  <a:gd name="T7" fmla="*/ 182 h 50"/>
                  <a:gd name="T8" fmla="*/ 440 w 36"/>
                  <a:gd name="T9" fmla="*/ 0 h 50"/>
                  <a:gd name="T10" fmla="*/ 355 w 36"/>
                  <a:gd name="T11" fmla="*/ 236 h 50"/>
                  <a:gd name="T12" fmla="*/ 224 w 36"/>
                  <a:gd name="T13" fmla="*/ 357 h 50"/>
                  <a:gd name="T14" fmla="*/ 0 w 36"/>
                  <a:gd name="T15" fmla="*/ 745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50">
                    <a:moveTo>
                      <a:pt x="0" y="50"/>
                    </a:moveTo>
                    <a:cubicBezTo>
                      <a:pt x="6" y="46"/>
                      <a:pt x="13" y="34"/>
                      <a:pt x="12" y="24"/>
                    </a:cubicBezTo>
                    <a:cubicBezTo>
                      <a:pt x="11" y="20"/>
                      <a:pt x="15" y="21"/>
                      <a:pt x="19" y="19"/>
                    </a:cubicBezTo>
                    <a:cubicBezTo>
                      <a:pt x="23" y="17"/>
                      <a:pt x="22" y="14"/>
                      <a:pt x="27" y="12"/>
                    </a:cubicBezTo>
                    <a:cubicBezTo>
                      <a:pt x="32" y="9"/>
                      <a:pt x="34" y="3"/>
                      <a:pt x="36" y="0"/>
                    </a:cubicBezTo>
                    <a:cubicBezTo>
                      <a:pt x="35" y="10"/>
                      <a:pt x="32" y="13"/>
                      <a:pt x="29" y="16"/>
                    </a:cubicBezTo>
                    <a:cubicBezTo>
                      <a:pt x="25" y="18"/>
                      <a:pt x="26" y="22"/>
                      <a:pt x="18" y="24"/>
                    </a:cubicBezTo>
                    <a:cubicBezTo>
                      <a:pt x="14" y="26"/>
                      <a:pt x="13" y="47"/>
                      <a:pt x="0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5" name="Freeform 533">
                <a:extLst>
                  <a:ext uri="{FF2B5EF4-FFF2-40B4-BE49-F238E27FC236}">
                    <a16:creationId xmlns:a16="http://schemas.microsoft.com/office/drawing/2014/main" id="{D8C84AA0-E6E8-46A0-974D-BDD4CFFE7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2982"/>
                <a:ext cx="149" cy="89"/>
              </a:xfrm>
              <a:custGeom>
                <a:avLst/>
                <a:gdLst>
                  <a:gd name="T0" fmla="*/ 0 w 64"/>
                  <a:gd name="T1" fmla="*/ 12 h 36"/>
                  <a:gd name="T2" fmla="*/ 407 w 64"/>
                  <a:gd name="T3" fmla="*/ 153 h 36"/>
                  <a:gd name="T4" fmla="*/ 580 w 64"/>
                  <a:gd name="T5" fmla="*/ 440 h 36"/>
                  <a:gd name="T6" fmla="*/ 580 w 64"/>
                  <a:gd name="T7" fmla="*/ 544 h 36"/>
                  <a:gd name="T8" fmla="*/ 759 w 64"/>
                  <a:gd name="T9" fmla="*/ 42 h 36"/>
                  <a:gd name="T10" fmla="*/ 682 w 64"/>
                  <a:gd name="T11" fmla="*/ 30 h 36"/>
                  <a:gd name="T12" fmla="*/ 629 w 64"/>
                  <a:gd name="T13" fmla="*/ 12 h 36"/>
                  <a:gd name="T14" fmla="*/ 407 w 64"/>
                  <a:gd name="T15" fmla="*/ 62 h 36"/>
                  <a:gd name="T16" fmla="*/ 0 w 64"/>
                  <a:gd name="T17" fmla="*/ 12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36">
                    <a:moveTo>
                      <a:pt x="0" y="1"/>
                    </a:moveTo>
                    <a:cubicBezTo>
                      <a:pt x="9" y="4"/>
                      <a:pt x="23" y="6"/>
                      <a:pt x="32" y="10"/>
                    </a:cubicBezTo>
                    <a:cubicBezTo>
                      <a:pt x="38" y="12"/>
                      <a:pt x="50" y="21"/>
                      <a:pt x="46" y="29"/>
                    </a:cubicBezTo>
                    <a:cubicBezTo>
                      <a:pt x="41" y="35"/>
                      <a:pt x="46" y="32"/>
                      <a:pt x="46" y="36"/>
                    </a:cubicBezTo>
                    <a:cubicBezTo>
                      <a:pt x="48" y="28"/>
                      <a:pt x="64" y="10"/>
                      <a:pt x="60" y="3"/>
                    </a:cubicBezTo>
                    <a:cubicBezTo>
                      <a:pt x="58" y="4"/>
                      <a:pt x="57" y="2"/>
                      <a:pt x="54" y="2"/>
                    </a:cubicBezTo>
                    <a:cubicBezTo>
                      <a:pt x="53" y="2"/>
                      <a:pt x="52" y="0"/>
                      <a:pt x="50" y="1"/>
                    </a:cubicBezTo>
                    <a:cubicBezTo>
                      <a:pt x="49" y="1"/>
                      <a:pt x="43" y="3"/>
                      <a:pt x="32" y="4"/>
                    </a:cubicBezTo>
                    <a:cubicBezTo>
                      <a:pt x="23" y="4"/>
                      <a:pt x="10" y="1"/>
                      <a:pt x="0" y="1"/>
                    </a:cubicBezTo>
                  </a:path>
                </a:pathLst>
              </a:custGeom>
              <a:solidFill>
                <a:srgbClr val="DAB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6" name="Freeform 534">
                <a:extLst>
                  <a:ext uri="{FF2B5EF4-FFF2-40B4-BE49-F238E27FC236}">
                    <a16:creationId xmlns:a16="http://schemas.microsoft.com/office/drawing/2014/main" id="{24584782-A610-452F-A1CB-2D65B1C92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3024"/>
                <a:ext cx="387" cy="260"/>
              </a:xfrm>
              <a:custGeom>
                <a:avLst/>
                <a:gdLst>
                  <a:gd name="T0" fmla="*/ 1777 w 167"/>
                  <a:gd name="T1" fmla="*/ 0 h 105"/>
                  <a:gd name="T2" fmla="*/ 1207 w 167"/>
                  <a:gd name="T3" fmla="*/ 639 h 105"/>
                  <a:gd name="T4" fmla="*/ 0 w 167"/>
                  <a:gd name="T5" fmla="*/ 1337 h 105"/>
                  <a:gd name="T6" fmla="*/ 37 w 167"/>
                  <a:gd name="T7" fmla="*/ 1595 h 105"/>
                  <a:gd name="T8" fmla="*/ 445 w 167"/>
                  <a:gd name="T9" fmla="*/ 1122 h 105"/>
                  <a:gd name="T10" fmla="*/ 1284 w 167"/>
                  <a:gd name="T11" fmla="*/ 698 h 105"/>
                  <a:gd name="T12" fmla="*/ 1814 w 167"/>
                  <a:gd name="T13" fmla="*/ 183 h 105"/>
                  <a:gd name="T14" fmla="*/ 2079 w 167"/>
                  <a:gd name="T15" fmla="*/ 0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7" h="105">
                    <a:moveTo>
                      <a:pt x="143" y="0"/>
                    </a:moveTo>
                    <a:cubicBezTo>
                      <a:pt x="142" y="7"/>
                      <a:pt x="116" y="32"/>
                      <a:pt x="97" y="42"/>
                    </a:cubicBezTo>
                    <a:cubicBezTo>
                      <a:pt x="79" y="53"/>
                      <a:pt x="7" y="71"/>
                      <a:pt x="0" y="88"/>
                    </a:cubicBezTo>
                    <a:cubicBezTo>
                      <a:pt x="3" y="105"/>
                      <a:pt x="3" y="105"/>
                      <a:pt x="3" y="105"/>
                    </a:cubicBezTo>
                    <a:cubicBezTo>
                      <a:pt x="3" y="105"/>
                      <a:pt x="20" y="83"/>
                      <a:pt x="36" y="74"/>
                    </a:cubicBezTo>
                    <a:cubicBezTo>
                      <a:pt x="53" y="65"/>
                      <a:pt x="83" y="59"/>
                      <a:pt x="103" y="46"/>
                    </a:cubicBezTo>
                    <a:cubicBezTo>
                      <a:pt x="123" y="34"/>
                      <a:pt x="140" y="22"/>
                      <a:pt x="146" y="12"/>
                    </a:cubicBezTo>
                    <a:cubicBezTo>
                      <a:pt x="152" y="3"/>
                      <a:pt x="163" y="1"/>
                      <a:pt x="167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7" name="Freeform 535">
                <a:extLst>
                  <a:ext uri="{FF2B5EF4-FFF2-40B4-BE49-F238E27FC236}">
                    <a16:creationId xmlns:a16="http://schemas.microsoft.com/office/drawing/2014/main" id="{26AA0D12-A8E8-4C70-A343-A31CEE546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896"/>
                <a:ext cx="644" cy="72"/>
              </a:xfrm>
              <a:custGeom>
                <a:avLst/>
                <a:gdLst>
                  <a:gd name="T0" fmla="*/ 0 w 278"/>
                  <a:gd name="T1" fmla="*/ 0 h 29"/>
                  <a:gd name="T2" fmla="*/ 982 w 278"/>
                  <a:gd name="T3" fmla="*/ 92 h 29"/>
                  <a:gd name="T4" fmla="*/ 1615 w 278"/>
                  <a:gd name="T5" fmla="*/ 196 h 29"/>
                  <a:gd name="T6" fmla="*/ 2474 w 278"/>
                  <a:gd name="T7" fmla="*/ 184 h 29"/>
                  <a:gd name="T8" fmla="*/ 2796 w 278"/>
                  <a:gd name="T9" fmla="*/ 74 h 29"/>
                  <a:gd name="T10" fmla="*/ 3220 w 278"/>
                  <a:gd name="T11" fmla="*/ 320 h 29"/>
                  <a:gd name="T12" fmla="*/ 3456 w 278"/>
                  <a:gd name="T13" fmla="*/ 400 h 29"/>
                  <a:gd name="T14" fmla="*/ 2759 w 278"/>
                  <a:gd name="T15" fmla="*/ 320 h 29"/>
                  <a:gd name="T16" fmla="*/ 1566 w 278"/>
                  <a:gd name="T17" fmla="*/ 290 h 29"/>
                  <a:gd name="T18" fmla="*/ 0 w 278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8" h="29">
                    <a:moveTo>
                      <a:pt x="0" y="0"/>
                    </a:moveTo>
                    <a:cubicBezTo>
                      <a:pt x="18" y="0"/>
                      <a:pt x="65" y="5"/>
                      <a:pt x="79" y="6"/>
                    </a:cubicBezTo>
                    <a:cubicBezTo>
                      <a:pt x="93" y="7"/>
                      <a:pt x="112" y="14"/>
                      <a:pt x="130" y="13"/>
                    </a:cubicBezTo>
                    <a:cubicBezTo>
                      <a:pt x="148" y="13"/>
                      <a:pt x="173" y="16"/>
                      <a:pt x="199" y="12"/>
                    </a:cubicBezTo>
                    <a:cubicBezTo>
                      <a:pt x="226" y="7"/>
                      <a:pt x="225" y="5"/>
                      <a:pt x="225" y="5"/>
                    </a:cubicBezTo>
                    <a:cubicBezTo>
                      <a:pt x="229" y="9"/>
                      <a:pt x="247" y="17"/>
                      <a:pt x="259" y="21"/>
                    </a:cubicBezTo>
                    <a:cubicBezTo>
                      <a:pt x="271" y="24"/>
                      <a:pt x="278" y="26"/>
                      <a:pt x="278" y="26"/>
                    </a:cubicBezTo>
                    <a:cubicBezTo>
                      <a:pt x="266" y="29"/>
                      <a:pt x="243" y="24"/>
                      <a:pt x="222" y="21"/>
                    </a:cubicBezTo>
                    <a:cubicBezTo>
                      <a:pt x="201" y="17"/>
                      <a:pt x="172" y="27"/>
                      <a:pt x="126" y="19"/>
                    </a:cubicBezTo>
                    <a:cubicBezTo>
                      <a:pt x="96" y="15"/>
                      <a:pt x="31" y="1"/>
                      <a:pt x="0" y="0"/>
                    </a:cubicBezTo>
                    <a:close/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8" name="Freeform 536">
                <a:extLst>
                  <a:ext uri="{FF2B5EF4-FFF2-40B4-BE49-F238E27FC236}">
                    <a16:creationId xmlns:a16="http://schemas.microsoft.com/office/drawing/2014/main" id="{DF0711D1-54F0-415C-82DF-FF86E2901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3015"/>
                <a:ext cx="118" cy="49"/>
              </a:xfrm>
              <a:custGeom>
                <a:avLst/>
                <a:gdLst>
                  <a:gd name="T0" fmla="*/ 12 w 51"/>
                  <a:gd name="T1" fmla="*/ 91 h 20"/>
                  <a:gd name="T2" fmla="*/ 0 w 51"/>
                  <a:gd name="T3" fmla="*/ 235 h 20"/>
                  <a:gd name="T4" fmla="*/ 199 w 51"/>
                  <a:gd name="T5" fmla="*/ 162 h 20"/>
                  <a:gd name="T6" fmla="*/ 224 w 51"/>
                  <a:gd name="T7" fmla="*/ 120 h 20"/>
                  <a:gd name="T8" fmla="*/ 347 w 51"/>
                  <a:gd name="T9" fmla="*/ 174 h 20"/>
                  <a:gd name="T10" fmla="*/ 322 w 51"/>
                  <a:gd name="T11" fmla="*/ 294 h 20"/>
                  <a:gd name="T12" fmla="*/ 518 w 51"/>
                  <a:gd name="T13" fmla="*/ 174 h 20"/>
                  <a:gd name="T14" fmla="*/ 632 w 51"/>
                  <a:gd name="T15" fmla="*/ 61 h 20"/>
                  <a:gd name="T16" fmla="*/ 423 w 51"/>
                  <a:gd name="T17" fmla="*/ 61 h 20"/>
                  <a:gd name="T18" fmla="*/ 273 w 51"/>
                  <a:gd name="T19" fmla="*/ 29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20">
                    <a:moveTo>
                      <a:pt x="1" y="6"/>
                    </a:moveTo>
                    <a:cubicBezTo>
                      <a:pt x="4" y="9"/>
                      <a:pt x="4" y="14"/>
                      <a:pt x="0" y="16"/>
                    </a:cubicBezTo>
                    <a:cubicBezTo>
                      <a:pt x="5" y="13"/>
                      <a:pt x="11" y="12"/>
                      <a:pt x="16" y="11"/>
                    </a:cubicBezTo>
                    <a:cubicBezTo>
                      <a:pt x="19" y="10"/>
                      <a:pt x="15" y="10"/>
                      <a:pt x="18" y="8"/>
                    </a:cubicBezTo>
                    <a:cubicBezTo>
                      <a:pt x="22" y="7"/>
                      <a:pt x="29" y="7"/>
                      <a:pt x="28" y="12"/>
                    </a:cubicBezTo>
                    <a:cubicBezTo>
                      <a:pt x="28" y="17"/>
                      <a:pt x="27" y="17"/>
                      <a:pt x="26" y="20"/>
                    </a:cubicBezTo>
                    <a:cubicBezTo>
                      <a:pt x="31" y="17"/>
                      <a:pt x="37" y="15"/>
                      <a:pt x="42" y="12"/>
                    </a:cubicBezTo>
                    <a:cubicBezTo>
                      <a:pt x="44" y="11"/>
                      <a:pt x="51" y="7"/>
                      <a:pt x="51" y="4"/>
                    </a:cubicBezTo>
                    <a:cubicBezTo>
                      <a:pt x="46" y="4"/>
                      <a:pt x="39" y="5"/>
                      <a:pt x="34" y="4"/>
                    </a:cubicBezTo>
                    <a:cubicBezTo>
                      <a:pt x="30" y="3"/>
                      <a:pt x="26" y="0"/>
                      <a:pt x="22" y="2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9" name="Freeform 537">
                <a:extLst>
                  <a:ext uri="{FF2B5EF4-FFF2-40B4-BE49-F238E27FC236}">
                    <a16:creationId xmlns:a16="http://schemas.microsoft.com/office/drawing/2014/main" id="{241244AA-200A-438F-9801-E4C8ED227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3022"/>
                <a:ext cx="69" cy="52"/>
              </a:xfrm>
              <a:custGeom>
                <a:avLst/>
                <a:gdLst>
                  <a:gd name="T0" fmla="*/ 0 w 30"/>
                  <a:gd name="T1" fmla="*/ 92 h 21"/>
                  <a:gd name="T2" fmla="*/ 85 w 30"/>
                  <a:gd name="T3" fmla="*/ 166 h 21"/>
                  <a:gd name="T4" fmla="*/ 0 w 30"/>
                  <a:gd name="T5" fmla="*/ 319 h 21"/>
                  <a:gd name="T6" fmla="*/ 216 w 30"/>
                  <a:gd name="T7" fmla="*/ 183 h 21"/>
                  <a:gd name="T8" fmla="*/ 244 w 30"/>
                  <a:gd name="T9" fmla="*/ 12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1">
                    <a:moveTo>
                      <a:pt x="0" y="6"/>
                    </a:moveTo>
                    <a:cubicBezTo>
                      <a:pt x="4" y="6"/>
                      <a:pt x="8" y="7"/>
                      <a:pt x="7" y="11"/>
                    </a:cubicBezTo>
                    <a:cubicBezTo>
                      <a:pt x="7" y="15"/>
                      <a:pt x="3" y="19"/>
                      <a:pt x="0" y="21"/>
                    </a:cubicBezTo>
                    <a:cubicBezTo>
                      <a:pt x="6" y="18"/>
                      <a:pt x="13" y="17"/>
                      <a:pt x="18" y="12"/>
                    </a:cubicBezTo>
                    <a:cubicBezTo>
                      <a:pt x="22" y="9"/>
                      <a:pt x="30" y="0"/>
                      <a:pt x="20" y="1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0" name="Freeform 538">
                <a:extLst>
                  <a:ext uri="{FF2B5EF4-FFF2-40B4-BE49-F238E27FC236}">
                    <a16:creationId xmlns:a16="http://schemas.microsoft.com/office/drawing/2014/main" id="{DCDD1919-2A77-4F19-B403-5D78185BB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3022"/>
                <a:ext cx="39" cy="54"/>
              </a:xfrm>
              <a:custGeom>
                <a:avLst/>
                <a:gdLst>
                  <a:gd name="T0" fmla="*/ 25 w 17"/>
                  <a:gd name="T1" fmla="*/ 71 h 22"/>
                  <a:gd name="T2" fmla="*/ 0 w 17"/>
                  <a:gd name="T3" fmla="*/ 326 h 22"/>
                  <a:gd name="T4" fmla="*/ 158 w 17"/>
                  <a:gd name="T5" fmla="*/ 150 h 22"/>
                  <a:gd name="T6" fmla="*/ 195 w 17"/>
                  <a:gd name="T7" fmla="*/ 42 h 22"/>
                  <a:gd name="T8" fmla="*/ 110 w 17"/>
                  <a:gd name="T9" fmla="*/ 1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2" y="5"/>
                    </a:moveTo>
                    <a:cubicBezTo>
                      <a:pt x="8" y="9"/>
                      <a:pt x="3" y="18"/>
                      <a:pt x="0" y="22"/>
                    </a:cubicBezTo>
                    <a:cubicBezTo>
                      <a:pt x="5" y="20"/>
                      <a:pt x="10" y="15"/>
                      <a:pt x="13" y="10"/>
                    </a:cubicBezTo>
                    <a:cubicBezTo>
                      <a:pt x="14" y="9"/>
                      <a:pt x="17" y="4"/>
                      <a:pt x="16" y="3"/>
                    </a:cubicBezTo>
                    <a:cubicBezTo>
                      <a:pt x="15" y="0"/>
                      <a:pt x="11" y="3"/>
                      <a:pt x="9" y="1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1" name="Freeform 539">
                <a:extLst>
                  <a:ext uri="{FF2B5EF4-FFF2-40B4-BE49-F238E27FC236}">
                    <a16:creationId xmlns:a16="http://schemas.microsoft.com/office/drawing/2014/main" id="{B761DDD3-9861-4A05-8660-FCF78DAD8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3024"/>
                <a:ext cx="44" cy="67"/>
              </a:xfrm>
              <a:custGeom>
                <a:avLst/>
                <a:gdLst>
                  <a:gd name="T0" fmla="*/ 65 w 19"/>
                  <a:gd name="T1" fmla="*/ 74 h 27"/>
                  <a:gd name="T2" fmla="*/ 0 w 19"/>
                  <a:gd name="T3" fmla="*/ 412 h 27"/>
                  <a:gd name="T4" fmla="*/ 160 w 19"/>
                  <a:gd name="T5" fmla="*/ 246 h 27"/>
                  <a:gd name="T6" fmla="*/ 236 w 19"/>
                  <a:gd name="T7" fmla="*/ 30 h 27"/>
                  <a:gd name="T8" fmla="*/ 86 w 19"/>
                  <a:gd name="T9" fmla="*/ 3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5" y="5"/>
                    </a:moveTo>
                    <a:cubicBezTo>
                      <a:pt x="9" y="12"/>
                      <a:pt x="5" y="22"/>
                      <a:pt x="0" y="27"/>
                    </a:cubicBezTo>
                    <a:cubicBezTo>
                      <a:pt x="4" y="23"/>
                      <a:pt x="9" y="20"/>
                      <a:pt x="13" y="16"/>
                    </a:cubicBezTo>
                    <a:cubicBezTo>
                      <a:pt x="16" y="13"/>
                      <a:pt x="18" y="6"/>
                      <a:pt x="19" y="2"/>
                    </a:cubicBezTo>
                    <a:cubicBezTo>
                      <a:pt x="15" y="0"/>
                      <a:pt x="10" y="3"/>
                      <a:pt x="7" y="2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2" name="Freeform 540">
                <a:extLst>
                  <a:ext uri="{FF2B5EF4-FFF2-40B4-BE49-F238E27FC236}">
                    <a16:creationId xmlns:a16="http://schemas.microsoft.com/office/drawing/2014/main" id="{D00F0C90-FC80-487D-855B-0FB92C3F3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945"/>
                <a:ext cx="82" cy="32"/>
              </a:xfrm>
              <a:custGeom>
                <a:avLst/>
                <a:gdLst>
                  <a:gd name="T0" fmla="*/ 115 w 35"/>
                  <a:gd name="T1" fmla="*/ 0 h 13"/>
                  <a:gd name="T2" fmla="*/ 0 w 35"/>
                  <a:gd name="T3" fmla="*/ 194 h 13"/>
                  <a:gd name="T4" fmla="*/ 286 w 35"/>
                  <a:gd name="T5" fmla="*/ 121 h 13"/>
                  <a:gd name="T6" fmla="*/ 401 w 35"/>
                  <a:gd name="T7" fmla="*/ 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3">
                    <a:moveTo>
                      <a:pt x="9" y="0"/>
                    </a:moveTo>
                    <a:cubicBezTo>
                      <a:pt x="15" y="5"/>
                      <a:pt x="4" y="12"/>
                      <a:pt x="0" y="13"/>
                    </a:cubicBezTo>
                    <a:cubicBezTo>
                      <a:pt x="8" y="11"/>
                      <a:pt x="14" y="10"/>
                      <a:pt x="22" y="8"/>
                    </a:cubicBezTo>
                    <a:cubicBezTo>
                      <a:pt x="23" y="7"/>
                      <a:pt x="35" y="3"/>
                      <a:pt x="31" y="1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3" name="Freeform 541">
                <a:extLst>
                  <a:ext uri="{FF2B5EF4-FFF2-40B4-BE49-F238E27FC236}">
                    <a16:creationId xmlns:a16="http://schemas.microsoft.com/office/drawing/2014/main" id="{3577F0EE-C591-4282-9146-A9DD0EF4E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955"/>
                <a:ext cx="132" cy="55"/>
              </a:xfrm>
              <a:custGeom>
                <a:avLst/>
                <a:gdLst>
                  <a:gd name="T0" fmla="*/ 461 w 57"/>
                  <a:gd name="T1" fmla="*/ 20 h 22"/>
                  <a:gd name="T2" fmla="*/ 262 w 57"/>
                  <a:gd name="T3" fmla="*/ 250 h 22"/>
                  <a:gd name="T4" fmla="*/ 0 w 57"/>
                  <a:gd name="T5" fmla="*/ 345 h 22"/>
                  <a:gd name="T6" fmla="*/ 273 w 57"/>
                  <a:gd name="T7" fmla="*/ 333 h 22"/>
                  <a:gd name="T8" fmla="*/ 482 w 57"/>
                  <a:gd name="T9" fmla="*/ 238 h 22"/>
                  <a:gd name="T10" fmla="*/ 709 w 57"/>
                  <a:gd name="T11" fmla="*/ 50 h 22"/>
                  <a:gd name="T12" fmla="*/ 644 w 57"/>
                  <a:gd name="T13" fmla="*/ 2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2">
                    <a:moveTo>
                      <a:pt x="37" y="1"/>
                    </a:moveTo>
                    <a:cubicBezTo>
                      <a:pt x="40" y="9"/>
                      <a:pt x="26" y="15"/>
                      <a:pt x="21" y="16"/>
                    </a:cubicBezTo>
                    <a:cubicBezTo>
                      <a:pt x="15" y="19"/>
                      <a:pt x="7" y="22"/>
                      <a:pt x="0" y="22"/>
                    </a:cubicBezTo>
                    <a:cubicBezTo>
                      <a:pt x="7" y="21"/>
                      <a:pt x="15" y="22"/>
                      <a:pt x="22" y="21"/>
                    </a:cubicBezTo>
                    <a:cubicBezTo>
                      <a:pt x="28" y="20"/>
                      <a:pt x="33" y="18"/>
                      <a:pt x="39" y="15"/>
                    </a:cubicBezTo>
                    <a:cubicBezTo>
                      <a:pt x="44" y="13"/>
                      <a:pt x="55" y="9"/>
                      <a:pt x="57" y="3"/>
                    </a:cubicBezTo>
                    <a:cubicBezTo>
                      <a:pt x="55" y="3"/>
                      <a:pt x="55" y="0"/>
                      <a:pt x="52" y="1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4" name="Freeform 542">
                <a:extLst>
                  <a:ext uri="{FF2B5EF4-FFF2-40B4-BE49-F238E27FC236}">
                    <a16:creationId xmlns:a16="http://schemas.microsoft.com/office/drawing/2014/main" id="{9A515996-8F4F-4EE7-B304-4E4671B53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2933"/>
                <a:ext cx="72" cy="15"/>
              </a:xfrm>
              <a:custGeom>
                <a:avLst/>
                <a:gdLst>
                  <a:gd name="T0" fmla="*/ 12 w 31"/>
                  <a:gd name="T1" fmla="*/ 0 h 6"/>
                  <a:gd name="T2" fmla="*/ 0 w 31"/>
                  <a:gd name="T3" fmla="*/ 83 h 6"/>
                  <a:gd name="T4" fmla="*/ 200 w 31"/>
                  <a:gd name="T5" fmla="*/ 95 h 6"/>
                  <a:gd name="T6" fmla="*/ 388 w 31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6">
                    <a:moveTo>
                      <a:pt x="1" y="0"/>
                    </a:moveTo>
                    <a:cubicBezTo>
                      <a:pt x="3" y="1"/>
                      <a:pt x="2" y="4"/>
                      <a:pt x="0" y="5"/>
                    </a:cubicBezTo>
                    <a:cubicBezTo>
                      <a:pt x="5" y="6"/>
                      <a:pt x="11" y="6"/>
                      <a:pt x="16" y="6"/>
                    </a:cubicBezTo>
                    <a:cubicBezTo>
                      <a:pt x="21" y="6"/>
                      <a:pt x="27" y="6"/>
                      <a:pt x="31" y="5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5" name="Freeform 543">
                <a:extLst>
                  <a:ext uri="{FF2B5EF4-FFF2-40B4-BE49-F238E27FC236}">
                    <a16:creationId xmlns:a16="http://schemas.microsoft.com/office/drawing/2014/main" id="{66E00A0A-E8E7-4358-8E31-2BB76553F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2953"/>
                <a:ext cx="79" cy="27"/>
              </a:xfrm>
              <a:custGeom>
                <a:avLst/>
                <a:gdLst>
                  <a:gd name="T0" fmla="*/ 77 w 34"/>
                  <a:gd name="T1" fmla="*/ 0 h 11"/>
                  <a:gd name="T2" fmla="*/ 0 w 34"/>
                  <a:gd name="T3" fmla="*/ 162 h 11"/>
                  <a:gd name="T4" fmla="*/ 249 w 34"/>
                  <a:gd name="T5" fmla="*/ 150 h 11"/>
                  <a:gd name="T6" fmla="*/ 428 w 34"/>
                  <a:gd name="T7" fmla="*/ 10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1">
                    <a:moveTo>
                      <a:pt x="6" y="0"/>
                    </a:moveTo>
                    <a:cubicBezTo>
                      <a:pt x="16" y="3"/>
                      <a:pt x="5" y="10"/>
                      <a:pt x="0" y="11"/>
                    </a:cubicBezTo>
                    <a:cubicBezTo>
                      <a:pt x="5" y="9"/>
                      <a:pt x="13" y="11"/>
                      <a:pt x="20" y="10"/>
                    </a:cubicBezTo>
                    <a:cubicBezTo>
                      <a:pt x="24" y="9"/>
                      <a:pt x="30" y="9"/>
                      <a:pt x="34" y="7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6" name="Freeform 544">
                <a:extLst>
                  <a:ext uri="{FF2B5EF4-FFF2-40B4-BE49-F238E27FC236}">
                    <a16:creationId xmlns:a16="http://schemas.microsoft.com/office/drawing/2014/main" id="{1DF0B059-3E79-46D6-A1DD-D0C2BF3D0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975"/>
                <a:ext cx="79" cy="49"/>
              </a:xfrm>
              <a:custGeom>
                <a:avLst/>
                <a:gdLst>
                  <a:gd name="T0" fmla="*/ 0 w 34"/>
                  <a:gd name="T1" fmla="*/ 29 h 20"/>
                  <a:gd name="T2" fmla="*/ 123 w 34"/>
                  <a:gd name="T3" fmla="*/ 120 h 20"/>
                  <a:gd name="T4" fmla="*/ 12 w 34"/>
                  <a:gd name="T5" fmla="*/ 235 h 20"/>
                  <a:gd name="T6" fmla="*/ 428 w 34"/>
                  <a:gd name="T7" fmla="*/ 174 h 20"/>
                  <a:gd name="T8" fmla="*/ 249 w 34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0">
                    <a:moveTo>
                      <a:pt x="0" y="2"/>
                    </a:moveTo>
                    <a:cubicBezTo>
                      <a:pt x="4" y="3"/>
                      <a:pt x="10" y="3"/>
                      <a:pt x="10" y="8"/>
                    </a:cubicBezTo>
                    <a:cubicBezTo>
                      <a:pt x="11" y="13"/>
                      <a:pt x="6" y="15"/>
                      <a:pt x="1" y="16"/>
                    </a:cubicBezTo>
                    <a:cubicBezTo>
                      <a:pt x="12" y="13"/>
                      <a:pt x="25" y="20"/>
                      <a:pt x="34" y="12"/>
                    </a:cubicBezTo>
                    <a:cubicBezTo>
                      <a:pt x="28" y="9"/>
                      <a:pt x="24" y="5"/>
                      <a:pt x="20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7" name="Freeform 545">
                <a:extLst>
                  <a:ext uri="{FF2B5EF4-FFF2-40B4-BE49-F238E27FC236}">
                    <a16:creationId xmlns:a16="http://schemas.microsoft.com/office/drawing/2014/main" id="{8D16558A-C25E-44F0-9433-4D54E3724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3007"/>
                <a:ext cx="79" cy="30"/>
              </a:xfrm>
              <a:custGeom>
                <a:avLst/>
                <a:gdLst>
                  <a:gd name="T0" fmla="*/ 0 w 34"/>
                  <a:gd name="T1" fmla="*/ 50 h 12"/>
                  <a:gd name="T2" fmla="*/ 86 w 34"/>
                  <a:gd name="T3" fmla="*/ 125 h 12"/>
                  <a:gd name="T4" fmla="*/ 428 w 34"/>
                  <a:gd name="T5" fmla="*/ 95 h 12"/>
                  <a:gd name="T6" fmla="*/ 188 w 34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2">
                    <a:moveTo>
                      <a:pt x="0" y="3"/>
                    </a:moveTo>
                    <a:cubicBezTo>
                      <a:pt x="3" y="3"/>
                      <a:pt x="8" y="5"/>
                      <a:pt x="7" y="8"/>
                    </a:cubicBezTo>
                    <a:cubicBezTo>
                      <a:pt x="12" y="7"/>
                      <a:pt x="30" y="12"/>
                      <a:pt x="34" y="6"/>
                    </a:cubicBezTo>
                    <a:cubicBezTo>
                      <a:pt x="28" y="3"/>
                      <a:pt x="19" y="6"/>
                      <a:pt x="15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8" name="Freeform 546">
                <a:extLst>
                  <a:ext uri="{FF2B5EF4-FFF2-40B4-BE49-F238E27FC236}">
                    <a16:creationId xmlns:a16="http://schemas.microsoft.com/office/drawing/2014/main" id="{C5BAEB35-63E3-4D8E-99E7-25A20EB01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3173"/>
                <a:ext cx="46" cy="79"/>
              </a:xfrm>
              <a:custGeom>
                <a:avLst/>
                <a:gdLst>
                  <a:gd name="T0" fmla="*/ 0 w 20"/>
                  <a:gd name="T1" fmla="*/ 183 h 32"/>
                  <a:gd name="T2" fmla="*/ 85 w 20"/>
                  <a:gd name="T3" fmla="*/ 481 h 32"/>
                  <a:gd name="T4" fmla="*/ 131 w 20"/>
                  <a:gd name="T5" fmla="*/ 390 h 32"/>
                  <a:gd name="T6" fmla="*/ 186 w 20"/>
                  <a:gd name="T7" fmla="*/ 225 h 32"/>
                  <a:gd name="T8" fmla="*/ 244 w 20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2">
                    <a:moveTo>
                      <a:pt x="0" y="12"/>
                    </a:moveTo>
                    <a:cubicBezTo>
                      <a:pt x="9" y="11"/>
                      <a:pt x="8" y="26"/>
                      <a:pt x="7" y="32"/>
                    </a:cubicBezTo>
                    <a:cubicBezTo>
                      <a:pt x="8" y="30"/>
                      <a:pt x="9" y="28"/>
                      <a:pt x="11" y="26"/>
                    </a:cubicBezTo>
                    <a:cubicBezTo>
                      <a:pt x="13" y="22"/>
                      <a:pt x="14" y="19"/>
                      <a:pt x="15" y="15"/>
                    </a:cubicBezTo>
                    <a:cubicBezTo>
                      <a:pt x="16" y="11"/>
                      <a:pt x="20" y="4"/>
                      <a:pt x="20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9" name="Freeform 547">
                <a:extLst>
                  <a:ext uri="{FF2B5EF4-FFF2-40B4-BE49-F238E27FC236}">
                    <a16:creationId xmlns:a16="http://schemas.microsoft.com/office/drawing/2014/main" id="{21371B06-C3B1-4D4C-82E2-87FF43381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3148"/>
                <a:ext cx="39" cy="77"/>
              </a:xfrm>
              <a:custGeom>
                <a:avLst/>
                <a:gdLst>
                  <a:gd name="T0" fmla="*/ 0 w 17"/>
                  <a:gd name="T1" fmla="*/ 137 h 31"/>
                  <a:gd name="T2" fmla="*/ 73 w 17"/>
                  <a:gd name="T3" fmla="*/ 474 h 31"/>
                  <a:gd name="T4" fmla="*/ 147 w 17"/>
                  <a:gd name="T5" fmla="*/ 246 h 31"/>
                  <a:gd name="T6" fmla="*/ 204 w 17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1">
                    <a:moveTo>
                      <a:pt x="0" y="9"/>
                    </a:moveTo>
                    <a:cubicBezTo>
                      <a:pt x="9" y="8"/>
                      <a:pt x="8" y="26"/>
                      <a:pt x="6" y="31"/>
                    </a:cubicBezTo>
                    <a:cubicBezTo>
                      <a:pt x="6" y="26"/>
                      <a:pt x="11" y="20"/>
                      <a:pt x="12" y="16"/>
                    </a:cubicBezTo>
                    <a:cubicBezTo>
                      <a:pt x="14" y="11"/>
                      <a:pt x="16" y="6"/>
                      <a:pt x="17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0" name="Freeform 548">
                <a:extLst>
                  <a:ext uri="{FF2B5EF4-FFF2-40B4-BE49-F238E27FC236}">
                    <a16:creationId xmlns:a16="http://schemas.microsoft.com/office/drawing/2014/main" id="{849F7352-10E9-4F3E-88A5-89F0610A9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3123"/>
                <a:ext cx="32" cy="60"/>
              </a:xfrm>
              <a:custGeom>
                <a:avLst/>
                <a:gdLst>
                  <a:gd name="T0" fmla="*/ 0 w 14"/>
                  <a:gd name="T1" fmla="*/ 145 h 24"/>
                  <a:gd name="T2" fmla="*/ 37 w 14"/>
                  <a:gd name="T3" fmla="*/ 375 h 24"/>
                  <a:gd name="T4" fmla="*/ 110 w 14"/>
                  <a:gd name="T5" fmla="*/ 208 h 24"/>
                  <a:gd name="T6" fmla="*/ 167 w 14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4">
                    <a:moveTo>
                      <a:pt x="0" y="9"/>
                    </a:moveTo>
                    <a:cubicBezTo>
                      <a:pt x="5" y="12"/>
                      <a:pt x="3" y="20"/>
                      <a:pt x="3" y="24"/>
                    </a:cubicBezTo>
                    <a:cubicBezTo>
                      <a:pt x="5" y="21"/>
                      <a:pt x="7" y="16"/>
                      <a:pt x="9" y="13"/>
                    </a:cubicBezTo>
                    <a:cubicBezTo>
                      <a:pt x="11" y="9"/>
                      <a:pt x="14" y="5"/>
                      <a:pt x="14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1" name="Freeform 549">
                <a:extLst>
                  <a:ext uri="{FF2B5EF4-FFF2-40B4-BE49-F238E27FC236}">
                    <a16:creationId xmlns:a16="http://schemas.microsoft.com/office/drawing/2014/main" id="{F51AB612-E92A-4ABE-BD79-74DCB419B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3094"/>
                <a:ext cx="40" cy="69"/>
              </a:xfrm>
              <a:custGeom>
                <a:avLst/>
                <a:gdLst>
                  <a:gd name="T0" fmla="*/ 0 w 17"/>
                  <a:gd name="T1" fmla="*/ 212 h 28"/>
                  <a:gd name="T2" fmla="*/ 78 w 17"/>
                  <a:gd name="T3" fmla="*/ 419 h 28"/>
                  <a:gd name="T4" fmla="*/ 221 w 17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0" y="14"/>
                    </a:moveTo>
                    <a:cubicBezTo>
                      <a:pt x="8" y="8"/>
                      <a:pt x="7" y="24"/>
                      <a:pt x="6" y="28"/>
                    </a:cubicBezTo>
                    <a:cubicBezTo>
                      <a:pt x="11" y="20"/>
                      <a:pt x="17" y="10"/>
                      <a:pt x="17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2" name="Freeform 550">
                <a:extLst>
                  <a:ext uri="{FF2B5EF4-FFF2-40B4-BE49-F238E27FC236}">
                    <a16:creationId xmlns:a16="http://schemas.microsoft.com/office/drawing/2014/main" id="{D3D21C4C-DE95-49B0-82BE-65545CB3B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3066"/>
                <a:ext cx="28" cy="72"/>
              </a:xfrm>
              <a:custGeom>
                <a:avLst/>
                <a:gdLst>
                  <a:gd name="T0" fmla="*/ 0 w 12"/>
                  <a:gd name="T1" fmla="*/ 196 h 29"/>
                  <a:gd name="T2" fmla="*/ 65 w 12"/>
                  <a:gd name="T3" fmla="*/ 258 h 29"/>
                  <a:gd name="T4" fmla="*/ 77 w 12"/>
                  <a:gd name="T5" fmla="*/ 444 h 29"/>
                  <a:gd name="T6" fmla="*/ 126 w 12"/>
                  <a:gd name="T7" fmla="*/ 196 h 29"/>
                  <a:gd name="T8" fmla="*/ 152 w 12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9">
                    <a:moveTo>
                      <a:pt x="0" y="13"/>
                    </a:moveTo>
                    <a:cubicBezTo>
                      <a:pt x="3" y="14"/>
                      <a:pt x="4" y="15"/>
                      <a:pt x="5" y="17"/>
                    </a:cubicBezTo>
                    <a:cubicBezTo>
                      <a:pt x="7" y="21"/>
                      <a:pt x="5" y="25"/>
                      <a:pt x="6" y="29"/>
                    </a:cubicBezTo>
                    <a:cubicBezTo>
                      <a:pt x="8" y="25"/>
                      <a:pt x="9" y="17"/>
                      <a:pt x="10" y="13"/>
                    </a:cubicBezTo>
                    <a:cubicBezTo>
                      <a:pt x="11" y="9"/>
                      <a:pt x="12" y="4"/>
                      <a:pt x="12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3" name="Freeform 551">
                <a:extLst>
                  <a:ext uri="{FF2B5EF4-FFF2-40B4-BE49-F238E27FC236}">
                    <a16:creationId xmlns:a16="http://schemas.microsoft.com/office/drawing/2014/main" id="{3EEE7D2E-8A73-4105-848E-8D29923FA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3029"/>
                <a:ext cx="25" cy="74"/>
              </a:xfrm>
              <a:custGeom>
                <a:avLst/>
                <a:gdLst>
                  <a:gd name="T0" fmla="*/ 0 w 11"/>
                  <a:gd name="T1" fmla="*/ 165 h 30"/>
                  <a:gd name="T2" fmla="*/ 82 w 11"/>
                  <a:gd name="T3" fmla="*/ 237 h 30"/>
                  <a:gd name="T4" fmla="*/ 102 w 11"/>
                  <a:gd name="T5" fmla="*/ 451 h 30"/>
                  <a:gd name="T6" fmla="*/ 130 w 1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0">
                    <a:moveTo>
                      <a:pt x="0" y="11"/>
                    </a:moveTo>
                    <a:cubicBezTo>
                      <a:pt x="5" y="11"/>
                      <a:pt x="6" y="10"/>
                      <a:pt x="7" y="16"/>
                    </a:cubicBezTo>
                    <a:cubicBezTo>
                      <a:pt x="9" y="20"/>
                      <a:pt x="9" y="25"/>
                      <a:pt x="9" y="30"/>
                    </a:cubicBezTo>
                    <a:cubicBezTo>
                      <a:pt x="9" y="20"/>
                      <a:pt x="11" y="9"/>
                      <a:pt x="11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4" name="Freeform 552">
                <a:extLst>
                  <a:ext uri="{FF2B5EF4-FFF2-40B4-BE49-F238E27FC236}">
                    <a16:creationId xmlns:a16="http://schemas.microsoft.com/office/drawing/2014/main" id="{211A45EE-0B1F-409A-9038-79DCFE954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3024"/>
                <a:ext cx="21" cy="55"/>
              </a:xfrm>
              <a:custGeom>
                <a:avLst/>
                <a:gdLst>
                  <a:gd name="T0" fmla="*/ 0 w 9"/>
                  <a:gd name="T1" fmla="*/ 63 h 22"/>
                  <a:gd name="T2" fmla="*/ 103 w 9"/>
                  <a:gd name="T3" fmla="*/ 345 h 22"/>
                  <a:gd name="T4" fmla="*/ 86 w 9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2">
                    <a:moveTo>
                      <a:pt x="0" y="4"/>
                    </a:moveTo>
                    <a:cubicBezTo>
                      <a:pt x="8" y="4"/>
                      <a:pt x="7" y="17"/>
                      <a:pt x="8" y="22"/>
                    </a:cubicBezTo>
                    <a:cubicBezTo>
                      <a:pt x="7" y="15"/>
                      <a:pt x="9" y="7"/>
                      <a:pt x="7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5" name="Freeform 553">
                <a:extLst>
                  <a:ext uri="{FF2B5EF4-FFF2-40B4-BE49-F238E27FC236}">
                    <a16:creationId xmlns:a16="http://schemas.microsoft.com/office/drawing/2014/main" id="{ACE7087A-41B3-411E-9A02-5462E6F1B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019"/>
                <a:ext cx="28" cy="60"/>
              </a:xfrm>
              <a:custGeom>
                <a:avLst/>
                <a:gdLst>
                  <a:gd name="T0" fmla="*/ 0 w 12"/>
                  <a:gd name="T1" fmla="*/ 50 h 24"/>
                  <a:gd name="T2" fmla="*/ 152 w 12"/>
                  <a:gd name="T3" fmla="*/ 375 h 24"/>
                  <a:gd name="T4" fmla="*/ 126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3"/>
                    </a:moveTo>
                    <a:cubicBezTo>
                      <a:pt x="9" y="4"/>
                      <a:pt x="12" y="16"/>
                      <a:pt x="12" y="24"/>
                    </a:cubicBezTo>
                    <a:cubicBezTo>
                      <a:pt x="12" y="16"/>
                      <a:pt x="11" y="8"/>
                      <a:pt x="10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6" name="Freeform 554">
                <a:extLst>
                  <a:ext uri="{FF2B5EF4-FFF2-40B4-BE49-F238E27FC236}">
                    <a16:creationId xmlns:a16="http://schemas.microsoft.com/office/drawing/2014/main" id="{D2B91EB6-98E5-45CE-90C5-8480479E1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3010"/>
                <a:ext cx="30" cy="61"/>
              </a:xfrm>
              <a:custGeom>
                <a:avLst/>
                <a:gdLst>
                  <a:gd name="T0" fmla="*/ 0 w 13"/>
                  <a:gd name="T1" fmla="*/ 71 h 25"/>
                  <a:gd name="T2" fmla="*/ 159 w 13"/>
                  <a:gd name="T3" fmla="*/ 364 h 25"/>
                  <a:gd name="T4" fmla="*/ 97 w 1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5">
                    <a:moveTo>
                      <a:pt x="0" y="5"/>
                    </a:moveTo>
                    <a:cubicBezTo>
                      <a:pt x="10" y="8"/>
                      <a:pt x="10" y="16"/>
                      <a:pt x="13" y="25"/>
                    </a:cubicBezTo>
                    <a:cubicBezTo>
                      <a:pt x="13" y="18"/>
                      <a:pt x="11" y="6"/>
                      <a:pt x="8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7" name="Freeform 555">
                <a:extLst>
                  <a:ext uri="{FF2B5EF4-FFF2-40B4-BE49-F238E27FC236}">
                    <a16:creationId xmlns:a16="http://schemas.microsoft.com/office/drawing/2014/main" id="{927F6794-53F3-4AC0-B5A9-77822B3FB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3010"/>
                <a:ext cx="28" cy="47"/>
              </a:xfrm>
              <a:custGeom>
                <a:avLst/>
                <a:gdLst>
                  <a:gd name="T0" fmla="*/ 0 w 12"/>
                  <a:gd name="T1" fmla="*/ 74 h 19"/>
                  <a:gd name="T2" fmla="*/ 152 w 12"/>
                  <a:gd name="T3" fmla="*/ 287 h 19"/>
                  <a:gd name="T4" fmla="*/ 37 w 1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9">
                    <a:moveTo>
                      <a:pt x="0" y="5"/>
                    </a:moveTo>
                    <a:cubicBezTo>
                      <a:pt x="6" y="7"/>
                      <a:pt x="10" y="12"/>
                      <a:pt x="12" y="19"/>
                    </a:cubicBezTo>
                    <a:cubicBezTo>
                      <a:pt x="9" y="13"/>
                      <a:pt x="7" y="6"/>
                      <a:pt x="3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8" name="Freeform 556">
                <a:extLst>
                  <a:ext uri="{FF2B5EF4-FFF2-40B4-BE49-F238E27FC236}">
                    <a16:creationId xmlns:a16="http://schemas.microsoft.com/office/drawing/2014/main" id="{BEA7A780-EDC9-49D2-BDD6-319FB3307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3005"/>
                <a:ext cx="28" cy="39"/>
              </a:xfrm>
              <a:custGeom>
                <a:avLst/>
                <a:gdLst>
                  <a:gd name="T0" fmla="*/ 0 w 12"/>
                  <a:gd name="T1" fmla="*/ 59 h 16"/>
                  <a:gd name="T2" fmla="*/ 152 w 12"/>
                  <a:gd name="T3" fmla="*/ 232 h 16"/>
                  <a:gd name="T4" fmla="*/ 103 w 12"/>
                  <a:gd name="T5" fmla="*/ 90 h 16"/>
                  <a:gd name="T6" fmla="*/ 49 w 12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0" y="4"/>
                    </a:moveTo>
                    <a:cubicBezTo>
                      <a:pt x="5" y="6"/>
                      <a:pt x="10" y="10"/>
                      <a:pt x="12" y="16"/>
                    </a:cubicBezTo>
                    <a:cubicBezTo>
                      <a:pt x="10" y="13"/>
                      <a:pt x="10" y="9"/>
                      <a:pt x="8" y="6"/>
                    </a:cubicBezTo>
                    <a:cubicBezTo>
                      <a:pt x="7" y="3"/>
                      <a:pt x="5" y="2"/>
                      <a:pt x="4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9" name="Freeform 557">
                <a:extLst>
                  <a:ext uri="{FF2B5EF4-FFF2-40B4-BE49-F238E27FC236}">
                    <a16:creationId xmlns:a16="http://schemas.microsoft.com/office/drawing/2014/main" id="{469CF81B-4EAC-4288-9319-0263BC524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997"/>
                <a:ext cx="35" cy="47"/>
              </a:xfrm>
              <a:custGeom>
                <a:avLst/>
                <a:gdLst>
                  <a:gd name="T0" fmla="*/ 0 w 15"/>
                  <a:gd name="T1" fmla="*/ 74 h 19"/>
                  <a:gd name="T2" fmla="*/ 191 w 15"/>
                  <a:gd name="T3" fmla="*/ 287 h 19"/>
                  <a:gd name="T4" fmla="*/ 77 w 15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0" y="5"/>
                    </a:moveTo>
                    <a:cubicBezTo>
                      <a:pt x="7" y="4"/>
                      <a:pt x="15" y="14"/>
                      <a:pt x="15" y="19"/>
                    </a:cubicBezTo>
                    <a:cubicBezTo>
                      <a:pt x="12" y="13"/>
                      <a:pt x="10" y="6"/>
                      <a:pt x="6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0" name="Freeform 558">
                <a:extLst>
                  <a:ext uri="{FF2B5EF4-FFF2-40B4-BE49-F238E27FC236}">
                    <a16:creationId xmlns:a16="http://schemas.microsoft.com/office/drawing/2014/main" id="{E659CB2B-6366-4904-B61A-249DF22B1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985"/>
                <a:ext cx="30" cy="52"/>
              </a:xfrm>
              <a:custGeom>
                <a:avLst/>
                <a:gdLst>
                  <a:gd name="T0" fmla="*/ 0 w 13"/>
                  <a:gd name="T1" fmla="*/ 104 h 21"/>
                  <a:gd name="T2" fmla="*/ 159 w 13"/>
                  <a:gd name="T3" fmla="*/ 319 h 21"/>
                  <a:gd name="T4" fmla="*/ 65 w 13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0" y="7"/>
                    </a:moveTo>
                    <a:cubicBezTo>
                      <a:pt x="8" y="9"/>
                      <a:pt x="9" y="14"/>
                      <a:pt x="13" y="21"/>
                    </a:cubicBezTo>
                    <a:cubicBezTo>
                      <a:pt x="11" y="13"/>
                      <a:pt x="9" y="7"/>
                      <a:pt x="5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1" name="Freeform 559">
                <a:extLst>
                  <a:ext uri="{FF2B5EF4-FFF2-40B4-BE49-F238E27FC236}">
                    <a16:creationId xmlns:a16="http://schemas.microsoft.com/office/drawing/2014/main" id="{F3680F90-3989-4873-8777-897B257C0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3234"/>
                <a:ext cx="79" cy="102"/>
              </a:xfrm>
              <a:custGeom>
                <a:avLst/>
                <a:gdLst>
                  <a:gd name="T0" fmla="*/ 0 w 34"/>
                  <a:gd name="T1" fmla="*/ 525 h 41"/>
                  <a:gd name="T2" fmla="*/ 286 w 34"/>
                  <a:gd name="T3" fmla="*/ 341 h 41"/>
                  <a:gd name="T4" fmla="*/ 428 w 34"/>
                  <a:gd name="T5" fmla="*/ 0 h 41"/>
                  <a:gd name="T6" fmla="*/ 314 w 34"/>
                  <a:gd name="T7" fmla="*/ 371 h 41"/>
                  <a:gd name="T8" fmla="*/ 139 w 34"/>
                  <a:gd name="T9" fmla="*/ 63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1">
                    <a:moveTo>
                      <a:pt x="0" y="34"/>
                    </a:moveTo>
                    <a:cubicBezTo>
                      <a:pt x="6" y="38"/>
                      <a:pt x="19" y="26"/>
                      <a:pt x="23" y="22"/>
                    </a:cubicBezTo>
                    <a:cubicBezTo>
                      <a:pt x="28" y="16"/>
                      <a:pt x="32" y="7"/>
                      <a:pt x="34" y="0"/>
                    </a:cubicBezTo>
                    <a:cubicBezTo>
                      <a:pt x="33" y="9"/>
                      <a:pt x="29" y="17"/>
                      <a:pt x="25" y="24"/>
                    </a:cubicBezTo>
                    <a:cubicBezTo>
                      <a:pt x="22" y="29"/>
                      <a:pt x="16" y="39"/>
                      <a:pt x="11" y="41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2" name="Freeform 560">
                <a:extLst>
                  <a:ext uri="{FF2B5EF4-FFF2-40B4-BE49-F238E27FC236}">
                    <a16:creationId xmlns:a16="http://schemas.microsoft.com/office/drawing/2014/main" id="{51C8835E-4402-46BA-A8C5-65C3A284E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163"/>
                <a:ext cx="44" cy="131"/>
              </a:xfrm>
              <a:custGeom>
                <a:avLst/>
                <a:gdLst>
                  <a:gd name="T0" fmla="*/ 0 w 19"/>
                  <a:gd name="T1" fmla="*/ 801 h 53"/>
                  <a:gd name="T2" fmla="*/ 151 w 19"/>
                  <a:gd name="T3" fmla="*/ 391 h 53"/>
                  <a:gd name="T4" fmla="*/ 199 w 19"/>
                  <a:gd name="T5" fmla="*/ 0 h 53"/>
                  <a:gd name="T6" fmla="*/ 199 w 19"/>
                  <a:gd name="T7" fmla="*/ 287 h 53"/>
                  <a:gd name="T8" fmla="*/ 171 w 19"/>
                  <a:gd name="T9" fmla="*/ 64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53">
                    <a:moveTo>
                      <a:pt x="0" y="53"/>
                    </a:moveTo>
                    <a:cubicBezTo>
                      <a:pt x="7" y="47"/>
                      <a:pt x="11" y="36"/>
                      <a:pt x="12" y="26"/>
                    </a:cubicBezTo>
                    <a:cubicBezTo>
                      <a:pt x="14" y="18"/>
                      <a:pt x="16" y="8"/>
                      <a:pt x="16" y="0"/>
                    </a:cubicBezTo>
                    <a:cubicBezTo>
                      <a:pt x="19" y="5"/>
                      <a:pt x="16" y="14"/>
                      <a:pt x="16" y="19"/>
                    </a:cubicBezTo>
                    <a:cubicBezTo>
                      <a:pt x="16" y="28"/>
                      <a:pt x="16" y="35"/>
                      <a:pt x="14" y="43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3" name="Freeform 561">
                <a:extLst>
                  <a:ext uri="{FF2B5EF4-FFF2-40B4-BE49-F238E27FC236}">
                    <a16:creationId xmlns:a16="http://schemas.microsoft.com/office/drawing/2014/main" id="{0C23E271-0489-4649-89B3-A818B827D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118"/>
                <a:ext cx="23" cy="116"/>
              </a:xfrm>
              <a:custGeom>
                <a:avLst/>
                <a:gdLst>
                  <a:gd name="T0" fmla="*/ 0 w 10"/>
                  <a:gd name="T1" fmla="*/ 706 h 47"/>
                  <a:gd name="T2" fmla="*/ 48 w 10"/>
                  <a:gd name="T3" fmla="*/ 543 h 47"/>
                  <a:gd name="T4" fmla="*/ 85 w 10"/>
                  <a:gd name="T5" fmla="*/ 348 h 47"/>
                  <a:gd name="T6" fmla="*/ 110 w 10"/>
                  <a:gd name="T7" fmla="*/ 0 h 47"/>
                  <a:gd name="T8" fmla="*/ 122 w 10"/>
                  <a:gd name="T9" fmla="*/ 348 h 47"/>
                  <a:gd name="T10" fmla="*/ 94 w 10"/>
                  <a:gd name="T11" fmla="*/ 664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7">
                    <a:moveTo>
                      <a:pt x="0" y="47"/>
                    </a:moveTo>
                    <a:cubicBezTo>
                      <a:pt x="3" y="44"/>
                      <a:pt x="3" y="39"/>
                      <a:pt x="4" y="36"/>
                    </a:cubicBezTo>
                    <a:cubicBezTo>
                      <a:pt x="6" y="31"/>
                      <a:pt x="6" y="28"/>
                      <a:pt x="7" y="23"/>
                    </a:cubicBezTo>
                    <a:cubicBezTo>
                      <a:pt x="7" y="16"/>
                      <a:pt x="9" y="8"/>
                      <a:pt x="9" y="0"/>
                    </a:cubicBezTo>
                    <a:cubicBezTo>
                      <a:pt x="9" y="7"/>
                      <a:pt x="9" y="15"/>
                      <a:pt x="10" y="23"/>
                    </a:cubicBezTo>
                    <a:cubicBezTo>
                      <a:pt x="10" y="30"/>
                      <a:pt x="8" y="37"/>
                      <a:pt x="8" y="44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4" name="Freeform 562">
                <a:extLst>
                  <a:ext uri="{FF2B5EF4-FFF2-40B4-BE49-F238E27FC236}">
                    <a16:creationId xmlns:a16="http://schemas.microsoft.com/office/drawing/2014/main" id="{AADEC463-7531-4462-9564-EB0D53F04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3215"/>
                <a:ext cx="81" cy="123"/>
              </a:xfrm>
              <a:custGeom>
                <a:avLst/>
                <a:gdLst>
                  <a:gd name="T0" fmla="*/ 0 w 35"/>
                  <a:gd name="T1" fmla="*/ 701 h 50"/>
                  <a:gd name="T2" fmla="*/ 262 w 35"/>
                  <a:gd name="T3" fmla="*/ 376 h 50"/>
                  <a:gd name="T4" fmla="*/ 347 w 35"/>
                  <a:gd name="T5" fmla="*/ 162 h 50"/>
                  <a:gd name="T6" fmla="*/ 433 w 35"/>
                  <a:gd name="T7" fmla="*/ 0 h 50"/>
                  <a:gd name="T8" fmla="*/ 322 w 35"/>
                  <a:gd name="T9" fmla="*/ 357 h 50"/>
                  <a:gd name="T10" fmla="*/ 150 w 35"/>
                  <a:gd name="T11" fmla="*/ 745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0">
                    <a:moveTo>
                      <a:pt x="0" y="47"/>
                    </a:moveTo>
                    <a:cubicBezTo>
                      <a:pt x="9" y="43"/>
                      <a:pt x="16" y="33"/>
                      <a:pt x="21" y="25"/>
                    </a:cubicBezTo>
                    <a:cubicBezTo>
                      <a:pt x="24" y="20"/>
                      <a:pt x="26" y="16"/>
                      <a:pt x="28" y="11"/>
                    </a:cubicBezTo>
                    <a:cubicBezTo>
                      <a:pt x="30" y="7"/>
                      <a:pt x="34" y="4"/>
                      <a:pt x="35" y="0"/>
                    </a:cubicBezTo>
                    <a:cubicBezTo>
                      <a:pt x="31" y="7"/>
                      <a:pt x="30" y="16"/>
                      <a:pt x="26" y="24"/>
                    </a:cubicBezTo>
                    <a:cubicBezTo>
                      <a:pt x="22" y="32"/>
                      <a:pt x="18" y="41"/>
                      <a:pt x="12" y="5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5" name="Freeform 563">
                <a:extLst>
                  <a:ext uri="{FF2B5EF4-FFF2-40B4-BE49-F238E27FC236}">
                    <a16:creationId xmlns:a16="http://schemas.microsoft.com/office/drawing/2014/main" id="{1FC53378-1BE9-47D7-A334-36146FEAD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3269"/>
                <a:ext cx="64" cy="77"/>
              </a:xfrm>
              <a:custGeom>
                <a:avLst/>
                <a:gdLst>
                  <a:gd name="T0" fmla="*/ 0 w 28"/>
                  <a:gd name="T1" fmla="*/ 340 h 31"/>
                  <a:gd name="T2" fmla="*/ 334 w 28"/>
                  <a:gd name="T3" fmla="*/ 0 h 31"/>
                  <a:gd name="T4" fmla="*/ 194 w 28"/>
                  <a:gd name="T5" fmla="*/ 278 h 31"/>
                  <a:gd name="T6" fmla="*/ 37 w 28"/>
                  <a:gd name="T7" fmla="*/ 47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1">
                    <a:moveTo>
                      <a:pt x="0" y="22"/>
                    </a:moveTo>
                    <a:cubicBezTo>
                      <a:pt x="10" y="20"/>
                      <a:pt x="23" y="8"/>
                      <a:pt x="28" y="0"/>
                    </a:cubicBezTo>
                    <a:cubicBezTo>
                      <a:pt x="26" y="6"/>
                      <a:pt x="20" y="14"/>
                      <a:pt x="16" y="18"/>
                    </a:cubicBezTo>
                    <a:cubicBezTo>
                      <a:pt x="12" y="23"/>
                      <a:pt x="8" y="28"/>
                      <a:pt x="3" y="31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6" name="Freeform 564">
                <a:extLst>
                  <a:ext uri="{FF2B5EF4-FFF2-40B4-BE49-F238E27FC236}">
                    <a16:creationId xmlns:a16="http://schemas.microsoft.com/office/drawing/2014/main" id="{8D7432E5-133D-41C3-9E2D-6CF907DEC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252"/>
                <a:ext cx="102" cy="84"/>
              </a:xfrm>
              <a:custGeom>
                <a:avLst/>
                <a:gdLst>
                  <a:gd name="T0" fmla="*/ 0 w 44"/>
                  <a:gd name="T1" fmla="*/ 410 h 34"/>
                  <a:gd name="T2" fmla="*/ 172 w 44"/>
                  <a:gd name="T3" fmla="*/ 361 h 34"/>
                  <a:gd name="T4" fmla="*/ 338 w 44"/>
                  <a:gd name="T5" fmla="*/ 257 h 34"/>
                  <a:gd name="T6" fmla="*/ 547 w 44"/>
                  <a:gd name="T7" fmla="*/ 0 h 34"/>
                  <a:gd name="T8" fmla="*/ 387 w 44"/>
                  <a:gd name="T9" fmla="*/ 257 h 34"/>
                  <a:gd name="T10" fmla="*/ 102 w 44"/>
                  <a:gd name="T11" fmla="*/ 51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4">
                    <a:moveTo>
                      <a:pt x="0" y="27"/>
                    </a:moveTo>
                    <a:cubicBezTo>
                      <a:pt x="4" y="28"/>
                      <a:pt x="10" y="26"/>
                      <a:pt x="14" y="24"/>
                    </a:cubicBezTo>
                    <a:cubicBezTo>
                      <a:pt x="19" y="22"/>
                      <a:pt x="23" y="20"/>
                      <a:pt x="27" y="17"/>
                    </a:cubicBezTo>
                    <a:cubicBezTo>
                      <a:pt x="34" y="12"/>
                      <a:pt x="40" y="7"/>
                      <a:pt x="44" y="0"/>
                    </a:cubicBezTo>
                    <a:cubicBezTo>
                      <a:pt x="43" y="6"/>
                      <a:pt x="36" y="13"/>
                      <a:pt x="31" y="17"/>
                    </a:cubicBezTo>
                    <a:cubicBezTo>
                      <a:pt x="24" y="24"/>
                      <a:pt x="16" y="28"/>
                      <a:pt x="8" y="34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7" name="Freeform 565">
                <a:extLst>
                  <a:ext uri="{FF2B5EF4-FFF2-40B4-BE49-F238E27FC236}">
                    <a16:creationId xmlns:a16="http://schemas.microsoft.com/office/drawing/2014/main" id="{466EC62F-719C-407F-B756-FEE3BBC19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3271"/>
                <a:ext cx="76" cy="50"/>
              </a:xfrm>
              <a:custGeom>
                <a:avLst/>
                <a:gdLst>
                  <a:gd name="T0" fmla="*/ 0 w 33"/>
                  <a:gd name="T1" fmla="*/ 188 h 20"/>
                  <a:gd name="T2" fmla="*/ 233 w 33"/>
                  <a:gd name="T3" fmla="*/ 145 h 20"/>
                  <a:gd name="T4" fmla="*/ 403 w 33"/>
                  <a:gd name="T5" fmla="*/ 0 h 20"/>
                  <a:gd name="T6" fmla="*/ 233 w 33"/>
                  <a:gd name="T7" fmla="*/ 188 h 20"/>
                  <a:gd name="T8" fmla="*/ 37 w 33"/>
                  <a:gd name="T9" fmla="*/ 31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0">
                    <a:moveTo>
                      <a:pt x="0" y="12"/>
                    </a:moveTo>
                    <a:cubicBezTo>
                      <a:pt x="4" y="16"/>
                      <a:pt x="15" y="10"/>
                      <a:pt x="19" y="9"/>
                    </a:cubicBezTo>
                    <a:cubicBezTo>
                      <a:pt x="24" y="7"/>
                      <a:pt x="28" y="4"/>
                      <a:pt x="33" y="0"/>
                    </a:cubicBezTo>
                    <a:cubicBezTo>
                      <a:pt x="30" y="5"/>
                      <a:pt x="24" y="9"/>
                      <a:pt x="19" y="12"/>
                    </a:cubicBezTo>
                    <a:cubicBezTo>
                      <a:pt x="14" y="15"/>
                      <a:pt x="9" y="19"/>
                      <a:pt x="3" y="2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8" name="Freeform 566">
                <a:extLst>
                  <a:ext uri="{FF2B5EF4-FFF2-40B4-BE49-F238E27FC236}">
                    <a16:creationId xmlns:a16="http://schemas.microsoft.com/office/drawing/2014/main" id="{05CBE051-732A-411C-AE30-8494A0EF7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232"/>
                <a:ext cx="109" cy="81"/>
              </a:xfrm>
              <a:custGeom>
                <a:avLst/>
                <a:gdLst>
                  <a:gd name="T0" fmla="*/ 123 w 47"/>
                  <a:gd name="T1" fmla="*/ 133 h 33"/>
                  <a:gd name="T2" fmla="*/ 151 w 47"/>
                  <a:gd name="T3" fmla="*/ 295 h 33"/>
                  <a:gd name="T4" fmla="*/ 313 w 47"/>
                  <a:gd name="T5" fmla="*/ 295 h 33"/>
                  <a:gd name="T6" fmla="*/ 587 w 47"/>
                  <a:gd name="T7" fmla="*/ 0 h 33"/>
                  <a:gd name="T8" fmla="*/ 339 w 47"/>
                  <a:gd name="T9" fmla="*/ 415 h 33"/>
                  <a:gd name="T10" fmla="*/ 151 w 47"/>
                  <a:gd name="T11" fmla="*/ 447 h 33"/>
                  <a:gd name="T12" fmla="*/ 49 w 47"/>
                  <a:gd name="T13" fmla="*/ 22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3">
                    <a:moveTo>
                      <a:pt x="10" y="9"/>
                    </a:moveTo>
                    <a:cubicBezTo>
                      <a:pt x="7" y="13"/>
                      <a:pt x="8" y="17"/>
                      <a:pt x="12" y="20"/>
                    </a:cubicBezTo>
                    <a:cubicBezTo>
                      <a:pt x="16" y="22"/>
                      <a:pt x="21" y="22"/>
                      <a:pt x="25" y="20"/>
                    </a:cubicBezTo>
                    <a:cubicBezTo>
                      <a:pt x="34" y="17"/>
                      <a:pt x="43" y="10"/>
                      <a:pt x="47" y="0"/>
                    </a:cubicBezTo>
                    <a:cubicBezTo>
                      <a:pt x="45" y="9"/>
                      <a:pt x="35" y="24"/>
                      <a:pt x="27" y="28"/>
                    </a:cubicBezTo>
                    <a:cubicBezTo>
                      <a:pt x="22" y="31"/>
                      <a:pt x="17" y="33"/>
                      <a:pt x="12" y="30"/>
                    </a:cubicBezTo>
                    <a:cubicBezTo>
                      <a:pt x="7" y="26"/>
                      <a:pt x="0" y="23"/>
                      <a:pt x="4" y="15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9" name="Freeform 567">
                <a:extLst>
                  <a:ext uri="{FF2B5EF4-FFF2-40B4-BE49-F238E27FC236}">
                    <a16:creationId xmlns:a16="http://schemas.microsoft.com/office/drawing/2014/main" id="{A6D7F2EC-3F79-446B-A1B6-1F3D883DD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148"/>
                <a:ext cx="180" cy="111"/>
              </a:xfrm>
              <a:custGeom>
                <a:avLst/>
                <a:gdLst>
                  <a:gd name="T0" fmla="*/ 12 w 78"/>
                  <a:gd name="T1" fmla="*/ 195 h 45"/>
                  <a:gd name="T2" fmla="*/ 208 w 78"/>
                  <a:gd name="T3" fmla="*/ 439 h 45"/>
                  <a:gd name="T4" fmla="*/ 432 w 78"/>
                  <a:gd name="T5" fmla="*/ 634 h 45"/>
                  <a:gd name="T6" fmla="*/ 665 w 78"/>
                  <a:gd name="T7" fmla="*/ 543 h 45"/>
                  <a:gd name="T8" fmla="*/ 958 w 78"/>
                  <a:gd name="T9" fmla="*/ 269 h 45"/>
                  <a:gd name="T10" fmla="*/ 750 w 78"/>
                  <a:gd name="T11" fmla="*/ 390 h 45"/>
                  <a:gd name="T12" fmla="*/ 651 w 78"/>
                  <a:gd name="T13" fmla="*/ 439 h 45"/>
                  <a:gd name="T14" fmla="*/ 628 w 78"/>
                  <a:gd name="T15" fmla="*/ 360 h 45"/>
                  <a:gd name="T16" fmla="*/ 542 w 78"/>
                  <a:gd name="T17" fmla="*/ 511 h 45"/>
                  <a:gd name="T18" fmla="*/ 468 w 78"/>
                  <a:gd name="T19" fmla="*/ 634 h 45"/>
                  <a:gd name="T20" fmla="*/ 367 w 78"/>
                  <a:gd name="T21" fmla="*/ 481 h 45"/>
                  <a:gd name="T22" fmla="*/ 395 w 78"/>
                  <a:gd name="T23" fmla="*/ 224 h 45"/>
                  <a:gd name="T24" fmla="*/ 318 w 78"/>
                  <a:gd name="T25" fmla="*/ 328 h 45"/>
                  <a:gd name="T26" fmla="*/ 272 w 78"/>
                  <a:gd name="T27" fmla="*/ 451 h 45"/>
                  <a:gd name="T28" fmla="*/ 358 w 78"/>
                  <a:gd name="T29" fmla="*/ 0 h 45"/>
                  <a:gd name="T30" fmla="*/ 0 w 78"/>
                  <a:gd name="T31" fmla="*/ 153 h 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8" h="45">
                    <a:moveTo>
                      <a:pt x="1" y="13"/>
                    </a:moveTo>
                    <a:cubicBezTo>
                      <a:pt x="6" y="19"/>
                      <a:pt x="12" y="23"/>
                      <a:pt x="17" y="29"/>
                    </a:cubicBezTo>
                    <a:cubicBezTo>
                      <a:pt x="22" y="33"/>
                      <a:pt x="29" y="40"/>
                      <a:pt x="35" y="42"/>
                    </a:cubicBezTo>
                    <a:cubicBezTo>
                      <a:pt x="43" y="45"/>
                      <a:pt x="49" y="42"/>
                      <a:pt x="54" y="36"/>
                    </a:cubicBezTo>
                    <a:cubicBezTo>
                      <a:pt x="60" y="28"/>
                      <a:pt x="68" y="23"/>
                      <a:pt x="78" y="18"/>
                    </a:cubicBezTo>
                    <a:cubicBezTo>
                      <a:pt x="72" y="18"/>
                      <a:pt x="65" y="23"/>
                      <a:pt x="61" y="26"/>
                    </a:cubicBezTo>
                    <a:cubicBezTo>
                      <a:pt x="59" y="28"/>
                      <a:pt x="56" y="30"/>
                      <a:pt x="53" y="29"/>
                    </a:cubicBezTo>
                    <a:cubicBezTo>
                      <a:pt x="52" y="28"/>
                      <a:pt x="52" y="25"/>
                      <a:pt x="51" y="24"/>
                    </a:cubicBezTo>
                    <a:cubicBezTo>
                      <a:pt x="49" y="28"/>
                      <a:pt x="46" y="30"/>
                      <a:pt x="44" y="34"/>
                    </a:cubicBezTo>
                    <a:cubicBezTo>
                      <a:pt x="43" y="36"/>
                      <a:pt x="41" y="41"/>
                      <a:pt x="38" y="42"/>
                    </a:cubicBezTo>
                    <a:cubicBezTo>
                      <a:pt x="33" y="44"/>
                      <a:pt x="31" y="36"/>
                      <a:pt x="30" y="32"/>
                    </a:cubicBezTo>
                    <a:cubicBezTo>
                      <a:pt x="29" y="26"/>
                      <a:pt x="29" y="21"/>
                      <a:pt x="32" y="15"/>
                    </a:cubicBezTo>
                    <a:cubicBezTo>
                      <a:pt x="30" y="17"/>
                      <a:pt x="28" y="20"/>
                      <a:pt x="26" y="22"/>
                    </a:cubicBezTo>
                    <a:cubicBezTo>
                      <a:pt x="24" y="24"/>
                      <a:pt x="24" y="28"/>
                      <a:pt x="22" y="30"/>
                    </a:cubicBezTo>
                    <a:cubicBezTo>
                      <a:pt x="17" y="22"/>
                      <a:pt x="9" y="6"/>
                      <a:pt x="29" y="0"/>
                    </a:cubicBezTo>
                    <a:cubicBezTo>
                      <a:pt x="22" y="0"/>
                      <a:pt x="5" y="5"/>
                      <a:pt x="0" y="1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0" name="Freeform 568">
                <a:extLst>
                  <a:ext uri="{FF2B5EF4-FFF2-40B4-BE49-F238E27FC236}">
                    <a16:creationId xmlns:a16="http://schemas.microsoft.com/office/drawing/2014/main" id="{21E1E599-2C95-462A-A06F-C680FB9DD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3111"/>
                <a:ext cx="98" cy="72"/>
              </a:xfrm>
              <a:custGeom>
                <a:avLst/>
                <a:gdLst>
                  <a:gd name="T0" fmla="*/ 0 w 42"/>
                  <a:gd name="T1" fmla="*/ 74 h 29"/>
                  <a:gd name="T2" fmla="*/ 217 w 42"/>
                  <a:gd name="T3" fmla="*/ 308 h 29"/>
                  <a:gd name="T4" fmla="*/ 315 w 42"/>
                  <a:gd name="T5" fmla="*/ 412 h 29"/>
                  <a:gd name="T6" fmla="*/ 343 w 42"/>
                  <a:gd name="T7" fmla="*/ 370 h 29"/>
                  <a:gd name="T8" fmla="*/ 392 w 42"/>
                  <a:gd name="T9" fmla="*/ 320 h 29"/>
                  <a:gd name="T10" fmla="*/ 534 w 42"/>
                  <a:gd name="T11" fmla="*/ 228 h 29"/>
                  <a:gd name="T12" fmla="*/ 315 w 42"/>
                  <a:gd name="T13" fmla="*/ 228 h 29"/>
                  <a:gd name="T14" fmla="*/ 355 w 42"/>
                  <a:gd name="T15" fmla="*/ 0 h 29"/>
                  <a:gd name="T16" fmla="*/ 180 w 42"/>
                  <a:gd name="T17" fmla="*/ 62 h 29"/>
                  <a:gd name="T18" fmla="*/ 28 w 42"/>
                  <a:gd name="T19" fmla="*/ 62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29">
                    <a:moveTo>
                      <a:pt x="0" y="5"/>
                    </a:moveTo>
                    <a:cubicBezTo>
                      <a:pt x="8" y="6"/>
                      <a:pt x="12" y="14"/>
                      <a:pt x="17" y="20"/>
                    </a:cubicBezTo>
                    <a:cubicBezTo>
                      <a:pt x="19" y="22"/>
                      <a:pt x="22" y="29"/>
                      <a:pt x="25" y="27"/>
                    </a:cubicBezTo>
                    <a:cubicBezTo>
                      <a:pt x="26" y="27"/>
                      <a:pt x="27" y="25"/>
                      <a:pt x="27" y="24"/>
                    </a:cubicBezTo>
                    <a:cubicBezTo>
                      <a:pt x="28" y="23"/>
                      <a:pt x="30" y="22"/>
                      <a:pt x="31" y="21"/>
                    </a:cubicBezTo>
                    <a:cubicBezTo>
                      <a:pt x="34" y="19"/>
                      <a:pt x="38" y="16"/>
                      <a:pt x="42" y="15"/>
                    </a:cubicBezTo>
                    <a:cubicBezTo>
                      <a:pt x="37" y="17"/>
                      <a:pt x="28" y="21"/>
                      <a:pt x="25" y="15"/>
                    </a:cubicBezTo>
                    <a:cubicBezTo>
                      <a:pt x="22" y="9"/>
                      <a:pt x="23" y="4"/>
                      <a:pt x="28" y="0"/>
                    </a:cubicBezTo>
                    <a:cubicBezTo>
                      <a:pt x="24" y="1"/>
                      <a:pt x="19" y="3"/>
                      <a:pt x="14" y="4"/>
                    </a:cubicBezTo>
                    <a:cubicBezTo>
                      <a:pt x="10" y="4"/>
                      <a:pt x="6" y="3"/>
                      <a:pt x="2" y="4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1" name="Freeform 569">
                <a:extLst>
                  <a:ext uri="{FF2B5EF4-FFF2-40B4-BE49-F238E27FC236}">
                    <a16:creationId xmlns:a16="http://schemas.microsoft.com/office/drawing/2014/main" id="{B63FD6FB-3D0B-462E-B3F0-8C571B2D4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3002"/>
                <a:ext cx="125" cy="126"/>
              </a:xfrm>
              <a:custGeom>
                <a:avLst/>
                <a:gdLst>
                  <a:gd name="T0" fmla="*/ 49 w 54"/>
                  <a:gd name="T1" fmla="*/ 257 h 51"/>
                  <a:gd name="T2" fmla="*/ 285 w 54"/>
                  <a:gd name="T3" fmla="*/ 573 h 51"/>
                  <a:gd name="T4" fmla="*/ 370 w 54"/>
                  <a:gd name="T5" fmla="*/ 665 h 51"/>
                  <a:gd name="T6" fmla="*/ 669 w 54"/>
                  <a:gd name="T7" fmla="*/ 677 h 51"/>
                  <a:gd name="T8" fmla="*/ 310 w 54"/>
                  <a:gd name="T9" fmla="*/ 378 h 51"/>
                  <a:gd name="T10" fmla="*/ 199 w 54"/>
                  <a:gd name="T11" fmla="*/ 329 h 51"/>
                  <a:gd name="T12" fmla="*/ 74 w 54"/>
                  <a:gd name="T13" fmla="*/ 104 h 51"/>
                  <a:gd name="T14" fmla="*/ 28 w 54"/>
                  <a:gd name="T15" fmla="*/ 0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1">
                    <a:moveTo>
                      <a:pt x="4" y="17"/>
                    </a:moveTo>
                    <a:cubicBezTo>
                      <a:pt x="8" y="27"/>
                      <a:pt x="14" y="32"/>
                      <a:pt x="23" y="38"/>
                    </a:cubicBezTo>
                    <a:cubicBezTo>
                      <a:pt x="26" y="40"/>
                      <a:pt x="27" y="42"/>
                      <a:pt x="30" y="44"/>
                    </a:cubicBezTo>
                    <a:cubicBezTo>
                      <a:pt x="35" y="46"/>
                      <a:pt x="49" y="44"/>
                      <a:pt x="54" y="45"/>
                    </a:cubicBezTo>
                    <a:cubicBezTo>
                      <a:pt x="46" y="51"/>
                      <a:pt x="14" y="31"/>
                      <a:pt x="25" y="25"/>
                    </a:cubicBezTo>
                    <a:cubicBezTo>
                      <a:pt x="20" y="26"/>
                      <a:pt x="21" y="25"/>
                      <a:pt x="16" y="22"/>
                    </a:cubicBezTo>
                    <a:cubicBezTo>
                      <a:pt x="9" y="19"/>
                      <a:pt x="2" y="10"/>
                      <a:pt x="6" y="7"/>
                    </a:cubicBezTo>
                    <a:cubicBezTo>
                      <a:pt x="0" y="7"/>
                      <a:pt x="5" y="5"/>
                      <a:pt x="2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2" name="Freeform 570">
                <a:extLst>
                  <a:ext uri="{FF2B5EF4-FFF2-40B4-BE49-F238E27FC236}">
                    <a16:creationId xmlns:a16="http://schemas.microsoft.com/office/drawing/2014/main" id="{AF417E44-F64E-4E22-BA4E-C76F2D66E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3019"/>
                <a:ext cx="503" cy="122"/>
              </a:xfrm>
              <a:custGeom>
                <a:avLst/>
                <a:gdLst>
                  <a:gd name="T0" fmla="*/ 2703 w 217"/>
                  <a:gd name="T1" fmla="*/ 0 h 49"/>
                  <a:gd name="T2" fmla="*/ 994 w 217"/>
                  <a:gd name="T3" fmla="*/ 508 h 49"/>
                  <a:gd name="T4" fmla="*/ 0 w 217"/>
                  <a:gd name="T5" fmla="*/ 46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7" h="49">
                    <a:moveTo>
                      <a:pt x="217" y="0"/>
                    </a:moveTo>
                    <a:cubicBezTo>
                      <a:pt x="206" y="32"/>
                      <a:pt x="128" y="30"/>
                      <a:pt x="80" y="33"/>
                    </a:cubicBezTo>
                    <a:cubicBezTo>
                      <a:pt x="32" y="36"/>
                      <a:pt x="26" y="49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3" name="Freeform 571">
                <a:extLst>
                  <a:ext uri="{FF2B5EF4-FFF2-40B4-BE49-F238E27FC236}">
                    <a16:creationId xmlns:a16="http://schemas.microsoft.com/office/drawing/2014/main" id="{57B48F65-14D1-4C6E-B56F-33EFC4D77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2953"/>
                <a:ext cx="327" cy="81"/>
              </a:xfrm>
              <a:custGeom>
                <a:avLst/>
                <a:gdLst>
                  <a:gd name="T0" fmla="*/ 1758 w 141"/>
                  <a:gd name="T1" fmla="*/ 253 h 33"/>
                  <a:gd name="T2" fmla="*/ 538 w 141"/>
                  <a:gd name="T3" fmla="*/ 150 h 33"/>
                  <a:gd name="T4" fmla="*/ 0 w 141"/>
                  <a:gd name="T5" fmla="*/ 12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33">
                    <a:moveTo>
                      <a:pt x="141" y="17"/>
                    </a:moveTo>
                    <a:cubicBezTo>
                      <a:pt x="133" y="33"/>
                      <a:pt x="68" y="20"/>
                      <a:pt x="43" y="10"/>
                    </a:cubicBezTo>
                    <a:cubicBezTo>
                      <a:pt x="18" y="0"/>
                      <a:pt x="4" y="0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4" name="Freeform 572">
                <a:extLst>
                  <a:ext uri="{FF2B5EF4-FFF2-40B4-BE49-F238E27FC236}">
                    <a16:creationId xmlns:a16="http://schemas.microsoft.com/office/drawing/2014/main" id="{DC6266CE-658B-44CE-B3F6-E5D8C84B0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970"/>
                <a:ext cx="25" cy="67"/>
              </a:xfrm>
              <a:custGeom>
                <a:avLst/>
                <a:gdLst>
                  <a:gd name="T0" fmla="*/ 130 w 11"/>
                  <a:gd name="T1" fmla="*/ 412 h 27"/>
                  <a:gd name="T2" fmla="*/ 0 w 11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1" y="27"/>
                    </a:moveTo>
                    <a:cubicBezTo>
                      <a:pt x="8" y="1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5" name="Freeform 573">
                <a:extLst>
                  <a:ext uri="{FF2B5EF4-FFF2-40B4-BE49-F238E27FC236}">
                    <a16:creationId xmlns:a16="http://schemas.microsoft.com/office/drawing/2014/main" id="{A2E8B729-A875-4CE5-A2E1-E2013A2F7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992"/>
                <a:ext cx="37" cy="124"/>
              </a:xfrm>
              <a:custGeom>
                <a:avLst/>
                <a:gdLst>
                  <a:gd name="T0" fmla="*/ 0 w 16"/>
                  <a:gd name="T1" fmla="*/ 0 h 50"/>
                  <a:gd name="T2" fmla="*/ 199 w 16"/>
                  <a:gd name="T3" fmla="*/ 764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0">
                    <a:moveTo>
                      <a:pt x="0" y="0"/>
                    </a:moveTo>
                    <a:cubicBezTo>
                      <a:pt x="3" y="3"/>
                      <a:pt x="15" y="31"/>
                      <a:pt x="16" y="50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6" name="Freeform 574">
                <a:extLst>
                  <a:ext uri="{FF2B5EF4-FFF2-40B4-BE49-F238E27FC236}">
                    <a16:creationId xmlns:a16="http://schemas.microsoft.com/office/drawing/2014/main" id="{11792FA5-75D2-4518-973D-1998328A5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3000"/>
                <a:ext cx="42" cy="200"/>
              </a:xfrm>
              <a:custGeom>
                <a:avLst/>
                <a:gdLst>
                  <a:gd name="T0" fmla="*/ 0 w 18"/>
                  <a:gd name="T1" fmla="*/ 0 h 81"/>
                  <a:gd name="T2" fmla="*/ 114 w 18"/>
                  <a:gd name="T3" fmla="*/ 122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1">
                    <a:moveTo>
                      <a:pt x="0" y="0"/>
                    </a:moveTo>
                    <a:cubicBezTo>
                      <a:pt x="3" y="6"/>
                      <a:pt x="18" y="39"/>
                      <a:pt x="9" y="81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7" name="Freeform 575">
                <a:extLst>
                  <a:ext uri="{FF2B5EF4-FFF2-40B4-BE49-F238E27FC236}">
                    <a16:creationId xmlns:a16="http://schemas.microsoft.com/office/drawing/2014/main" id="{8E02A49F-FE78-40E1-B163-C3E150EF5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002"/>
                <a:ext cx="42" cy="242"/>
              </a:xfrm>
              <a:custGeom>
                <a:avLst/>
                <a:gdLst>
                  <a:gd name="T0" fmla="*/ 0 w 18"/>
                  <a:gd name="T1" fmla="*/ 0 h 98"/>
                  <a:gd name="T2" fmla="*/ 49 w 18"/>
                  <a:gd name="T3" fmla="*/ 1477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8">
                    <a:moveTo>
                      <a:pt x="0" y="0"/>
                    </a:moveTo>
                    <a:cubicBezTo>
                      <a:pt x="3" y="10"/>
                      <a:pt x="18" y="52"/>
                      <a:pt x="4" y="98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8" name="Freeform 576">
                <a:extLst>
                  <a:ext uri="{FF2B5EF4-FFF2-40B4-BE49-F238E27FC236}">
                    <a16:creationId xmlns:a16="http://schemas.microsoft.com/office/drawing/2014/main" id="{434A952A-FDBC-46F8-8E9B-4B5C2B783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3012"/>
                <a:ext cx="107" cy="331"/>
              </a:xfrm>
              <a:custGeom>
                <a:avLst/>
                <a:gdLst>
                  <a:gd name="T0" fmla="*/ 514 w 46"/>
                  <a:gd name="T1" fmla="*/ 0 h 134"/>
                  <a:gd name="T2" fmla="*/ 0 w 46"/>
                  <a:gd name="T3" fmla="*/ 2021 h 1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34">
                    <a:moveTo>
                      <a:pt x="41" y="0"/>
                    </a:moveTo>
                    <a:cubicBezTo>
                      <a:pt x="46" y="31"/>
                      <a:pt x="33" y="94"/>
                      <a:pt x="0" y="134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9" name="Freeform 577">
                <a:extLst>
                  <a:ext uri="{FF2B5EF4-FFF2-40B4-BE49-F238E27FC236}">
                    <a16:creationId xmlns:a16="http://schemas.microsoft.com/office/drawing/2014/main" id="{B9C703EB-0456-453D-81C7-C518DD151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918"/>
                <a:ext cx="215" cy="47"/>
              </a:xfrm>
              <a:custGeom>
                <a:avLst/>
                <a:gdLst>
                  <a:gd name="T0" fmla="*/ 1149 w 93"/>
                  <a:gd name="T1" fmla="*/ 134 h 19"/>
                  <a:gd name="T2" fmla="*/ 0 w 9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19">
                    <a:moveTo>
                      <a:pt x="93" y="9"/>
                    </a:moveTo>
                    <a:cubicBezTo>
                      <a:pt x="86" y="19"/>
                      <a:pt x="30" y="1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0" name="Freeform 578">
                <a:extLst>
                  <a:ext uri="{FF2B5EF4-FFF2-40B4-BE49-F238E27FC236}">
                    <a16:creationId xmlns:a16="http://schemas.microsoft.com/office/drawing/2014/main" id="{DD8A23A2-F711-4543-88DD-FFA41D599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2935"/>
                <a:ext cx="276" cy="50"/>
              </a:xfrm>
              <a:custGeom>
                <a:avLst/>
                <a:gdLst>
                  <a:gd name="T0" fmla="*/ 1484 w 119"/>
                  <a:gd name="T1" fmla="*/ 188 h 20"/>
                  <a:gd name="T2" fmla="*/ 596 w 119"/>
                  <a:gd name="T3" fmla="*/ 188 h 20"/>
                  <a:gd name="T4" fmla="*/ 0 w 119"/>
                  <a:gd name="T5" fmla="*/ 5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20">
                    <a:moveTo>
                      <a:pt x="119" y="12"/>
                    </a:moveTo>
                    <a:cubicBezTo>
                      <a:pt x="111" y="20"/>
                      <a:pt x="69" y="18"/>
                      <a:pt x="48" y="12"/>
                    </a:cubicBezTo>
                    <a:cubicBezTo>
                      <a:pt x="27" y="6"/>
                      <a:pt x="12" y="0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1" name="Freeform 579">
                <a:extLst>
                  <a:ext uri="{FF2B5EF4-FFF2-40B4-BE49-F238E27FC236}">
                    <a16:creationId xmlns:a16="http://schemas.microsoft.com/office/drawing/2014/main" id="{9C6585CF-E667-4B9D-8049-B55A100C9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982"/>
                <a:ext cx="44" cy="126"/>
              </a:xfrm>
              <a:custGeom>
                <a:avLst/>
                <a:gdLst>
                  <a:gd name="T0" fmla="*/ 0 w 19"/>
                  <a:gd name="T1" fmla="*/ 0 h 51"/>
                  <a:gd name="T2" fmla="*/ 134 w 19"/>
                  <a:gd name="T3" fmla="*/ 7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1">
                    <a:moveTo>
                      <a:pt x="0" y="0"/>
                    </a:moveTo>
                    <a:cubicBezTo>
                      <a:pt x="6" y="7"/>
                      <a:pt x="19" y="37"/>
                      <a:pt x="11" y="51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2" name="Freeform 580">
                <a:extLst>
                  <a:ext uri="{FF2B5EF4-FFF2-40B4-BE49-F238E27FC236}">
                    <a16:creationId xmlns:a16="http://schemas.microsoft.com/office/drawing/2014/main" id="{D3DDB46D-8CD0-4BCF-81C9-902471E2C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965"/>
                <a:ext cx="25" cy="67"/>
              </a:xfrm>
              <a:custGeom>
                <a:avLst/>
                <a:gdLst>
                  <a:gd name="T0" fmla="*/ 0 w 11"/>
                  <a:gd name="T1" fmla="*/ 0 h 27"/>
                  <a:gd name="T2" fmla="*/ 102 w 11"/>
                  <a:gd name="T3" fmla="*/ 4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0" y="0"/>
                    </a:moveTo>
                    <a:cubicBezTo>
                      <a:pt x="10" y="6"/>
                      <a:pt x="11" y="23"/>
                      <a:pt x="9" y="27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3" name="Freeform 581">
                <a:extLst>
                  <a:ext uri="{FF2B5EF4-FFF2-40B4-BE49-F238E27FC236}">
                    <a16:creationId xmlns:a16="http://schemas.microsoft.com/office/drawing/2014/main" id="{0BE5A285-7AF4-4DDA-98BC-1B7CE1958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975"/>
                <a:ext cx="10" cy="42"/>
              </a:xfrm>
              <a:custGeom>
                <a:avLst/>
                <a:gdLst>
                  <a:gd name="T0" fmla="*/ 0 w 4"/>
                  <a:gd name="T1" fmla="*/ 0 h 17"/>
                  <a:gd name="T2" fmla="*/ 20 w 4"/>
                  <a:gd name="T3" fmla="*/ 25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0" y="0"/>
                    </a:moveTo>
                    <a:cubicBezTo>
                      <a:pt x="4" y="4"/>
                      <a:pt x="3" y="14"/>
                      <a:pt x="1" y="17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4" name="Freeform 582">
                <a:extLst>
                  <a:ext uri="{FF2B5EF4-FFF2-40B4-BE49-F238E27FC236}">
                    <a16:creationId xmlns:a16="http://schemas.microsoft.com/office/drawing/2014/main" id="{9450FEE7-79F8-4232-88CB-9ECD0B2C0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3007"/>
                <a:ext cx="90" cy="329"/>
              </a:xfrm>
              <a:custGeom>
                <a:avLst/>
                <a:gdLst>
                  <a:gd name="T0" fmla="*/ 415 w 39"/>
                  <a:gd name="T1" fmla="*/ 0 h 133"/>
                  <a:gd name="T2" fmla="*/ 0 w 39"/>
                  <a:gd name="T3" fmla="*/ 2014 h 1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33">
                    <a:moveTo>
                      <a:pt x="34" y="0"/>
                    </a:moveTo>
                    <a:cubicBezTo>
                      <a:pt x="39" y="11"/>
                      <a:pt x="37" y="107"/>
                      <a:pt x="0" y="133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5" name="Freeform 583">
                <a:extLst>
                  <a:ext uri="{FF2B5EF4-FFF2-40B4-BE49-F238E27FC236}">
                    <a16:creationId xmlns:a16="http://schemas.microsoft.com/office/drawing/2014/main" id="{50873B6F-8887-483C-942B-61721D719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3049"/>
                <a:ext cx="44" cy="257"/>
              </a:xfrm>
              <a:custGeom>
                <a:avLst/>
                <a:gdLst>
                  <a:gd name="T0" fmla="*/ 74 w 19"/>
                  <a:gd name="T1" fmla="*/ 0 h 104"/>
                  <a:gd name="T2" fmla="*/ 0 w 19"/>
                  <a:gd name="T3" fmla="*/ 1569 h 10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4">
                    <a:moveTo>
                      <a:pt x="6" y="0"/>
                    </a:moveTo>
                    <a:cubicBezTo>
                      <a:pt x="9" y="9"/>
                      <a:pt x="19" y="70"/>
                      <a:pt x="0" y="104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6" name="Freeform 584">
                <a:extLst>
                  <a:ext uri="{FF2B5EF4-FFF2-40B4-BE49-F238E27FC236}">
                    <a16:creationId xmlns:a16="http://schemas.microsoft.com/office/drawing/2014/main" id="{11869B32-0617-4472-90EC-C8AEE6429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3012"/>
                <a:ext cx="130" cy="334"/>
              </a:xfrm>
              <a:custGeom>
                <a:avLst/>
                <a:gdLst>
                  <a:gd name="T0" fmla="*/ 673 w 56"/>
                  <a:gd name="T1" fmla="*/ 0 h 135"/>
                  <a:gd name="T2" fmla="*/ 0 w 56"/>
                  <a:gd name="T3" fmla="*/ 2044 h 1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35">
                    <a:moveTo>
                      <a:pt x="54" y="0"/>
                    </a:moveTo>
                    <a:cubicBezTo>
                      <a:pt x="56" y="13"/>
                      <a:pt x="43" y="103"/>
                      <a:pt x="0" y="135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7" name="Freeform 585">
                <a:extLst>
                  <a:ext uri="{FF2B5EF4-FFF2-40B4-BE49-F238E27FC236}">
                    <a16:creationId xmlns:a16="http://schemas.microsoft.com/office/drawing/2014/main" id="{A9ACC59D-E544-4E96-8DA3-C86AE359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032"/>
                <a:ext cx="199" cy="304"/>
              </a:xfrm>
              <a:custGeom>
                <a:avLst/>
                <a:gdLst>
                  <a:gd name="T0" fmla="*/ 1064 w 86"/>
                  <a:gd name="T1" fmla="*/ 0 h 123"/>
                  <a:gd name="T2" fmla="*/ 0 w 86"/>
                  <a:gd name="T3" fmla="*/ 1826 h 1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123">
                    <a:moveTo>
                      <a:pt x="86" y="0"/>
                    </a:moveTo>
                    <a:cubicBezTo>
                      <a:pt x="85" y="17"/>
                      <a:pt x="61" y="123"/>
                      <a:pt x="0" y="121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8" name="Freeform 586">
                <a:extLst>
                  <a:ext uri="{FF2B5EF4-FFF2-40B4-BE49-F238E27FC236}">
                    <a16:creationId xmlns:a16="http://schemas.microsoft.com/office/drawing/2014/main" id="{8C8F5E83-364A-4539-91F0-B8D89CDC8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3195"/>
                <a:ext cx="102" cy="153"/>
              </a:xfrm>
              <a:custGeom>
                <a:avLst/>
                <a:gdLst>
                  <a:gd name="T0" fmla="*/ 547 w 44"/>
                  <a:gd name="T1" fmla="*/ 0 h 62"/>
                  <a:gd name="T2" fmla="*/ 0 w 44"/>
                  <a:gd name="T3" fmla="*/ 933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62">
                    <a:moveTo>
                      <a:pt x="44" y="0"/>
                    </a:moveTo>
                    <a:cubicBezTo>
                      <a:pt x="41" y="18"/>
                      <a:pt x="19" y="61"/>
                      <a:pt x="0" y="62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9" name="Freeform 587">
                <a:extLst>
                  <a:ext uri="{FF2B5EF4-FFF2-40B4-BE49-F238E27FC236}">
                    <a16:creationId xmlns:a16="http://schemas.microsoft.com/office/drawing/2014/main" id="{DE32D84B-33CC-419C-844D-A2DA81612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3076"/>
                <a:ext cx="225" cy="247"/>
              </a:xfrm>
              <a:custGeom>
                <a:avLst/>
                <a:gdLst>
                  <a:gd name="T0" fmla="*/ 1211 w 97"/>
                  <a:gd name="T1" fmla="*/ 0 h 100"/>
                  <a:gd name="T2" fmla="*/ 0 w 97"/>
                  <a:gd name="T3" fmla="*/ 1507 h 1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100">
                    <a:moveTo>
                      <a:pt x="97" y="0"/>
                    </a:moveTo>
                    <a:cubicBezTo>
                      <a:pt x="94" y="15"/>
                      <a:pt x="64" y="100"/>
                      <a:pt x="0" y="100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0" name="Freeform 588">
                <a:extLst>
                  <a:ext uri="{FF2B5EF4-FFF2-40B4-BE49-F238E27FC236}">
                    <a16:creationId xmlns:a16="http://schemas.microsoft.com/office/drawing/2014/main" id="{A2AEEC57-0E27-4B23-89A2-BFACF38CB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3111"/>
                <a:ext cx="216" cy="202"/>
              </a:xfrm>
              <a:custGeom>
                <a:avLst/>
                <a:gdLst>
                  <a:gd name="T0" fmla="*/ 1166 w 93"/>
                  <a:gd name="T1" fmla="*/ 0 h 82"/>
                  <a:gd name="T2" fmla="*/ 0 w 93"/>
                  <a:gd name="T3" fmla="*/ 1227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82">
                    <a:moveTo>
                      <a:pt x="93" y="0"/>
                    </a:moveTo>
                    <a:cubicBezTo>
                      <a:pt x="89" y="19"/>
                      <a:pt x="49" y="81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1" name="Freeform 589">
                <a:extLst>
                  <a:ext uri="{FF2B5EF4-FFF2-40B4-BE49-F238E27FC236}">
                    <a16:creationId xmlns:a16="http://schemas.microsoft.com/office/drawing/2014/main" id="{F646392E-8845-4C66-8173-1394C8932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3136"/>
                <a:ext cx="116" cy="163"/>
              </a:xfrm>
              <a:custGeom>
                <a:avLst/>
                <a:gdLst>
                  <a:gd name="T0" fmla="*/ 624 w 50"/>
                  <a:gd name="T1" fmla="*/ 0 h 66"/>
                  <a:gd name="T2" fmla="*/ 0 w 50"/>
                  <a:gd name="T3" fmla="*/ 995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66">
                    <a:moveTo>
                      <a:pt x="50" y="0"/>
                    </a:moveTo>
                    <a:cubicBezTo>
                      <a:pt x="48" y="8"/>
                      <a:pt x="30" y="57"/>
                      <a:pt x="0" y="66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2" name="Freeform 590">
                <a:extLst>
                  <a:ext uri="{FF2B5EF4-FFF2-40B4-BE49-F238E27FC236}">
                    <a16:creationId xmlns:a16="http://schemas.microsoft.com/office/drawing/2014/main" id="{57EDFFA5-A6C4-4F69-BCBD-A5DF9F58B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3170"/>
                <a:ext cx="116" cy="151"/>
              </a:xfrm>
              <a:custGeom>
                <a:avLst/>
                <a:gdLst>
                  <a:gd name="T0" fmla="*/ 612 w 50"/>
                  <a:gd name="T1" fmla="*/ 0 h 61"/>
                  <a:gd name="T2" fmla="*/ 0 w 50"/>
                  <a:gd name="T3" fmla="*/ 834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61">
                    <a:moveTo>
                      <a:pt x="49" y="0"/>
                    </a:moveTo>
                    <a:cubicBezTo>
                      <a:pt x="50" y="5"/>
                      <a:pt x="29" y="61"/>
                      <a:pt x="0" y="55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3" name="Freeform 591">
                <a:extLst>
                  <a:ext uri="{FF2B5EF4-FFF2-40B4-BE49-F238E27FC236}">
                    <a16:creationId xmlns:a16="http://schemas.microsoft.com/office/drawing/2014/main" id="{2BF6A194-CD3A-457C-A1B5-50032A7D0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3192"/>
                <a:ext cx="81" cy="97"/>
              </a:xfrm>
              <a:custGeom>
                <a:avLst/>
                <a:gdLst>
                  <a:gd name="T0" fmla="*/ 424 w 35"/>
                  <a:gd name="T1" fmla="*/ 0 h 39"/>
                  <a:gd name="T2" fmla="*/ 49 w 35"/>
                  <a:gd name="T3" fmla="*/ 59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9">
                    <a:moveTo>
                      <a:pt x="34" y="0"/>
                    </a:moveTo>
                    <a:cubicBezTo>
                      <a:pt x="35" y="6"/>
                      <a:pt x="0" y="27"/>
                      <a:pt x="4" y="39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4" name="Freeform 592">
                <a:extLst>
                  <a:ext uri="{FF2B5EF4-FFF2-40B4-BE49-F238E27FC236}">
                    <a16:creationId xmlns:a16="http://schemas.microsoft.com/office/drawing/2014/main" id="{C5C2F590-F3AF-459D-B6DF-A7683D348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950"/>
                <a:ext cx="408" cy="69"/>
              </a:xfrm>
              <a:custGeom>
                <a:avLst/>
                <a:gdLst>
                  <a:gd name="T0" fmla="*/ 2193 w 176"/>
                  <a:gd name="T1" fmla="*/ 0 h 28"/>
                  <a:gd name="T2" fmla="*/ 0 w 176"/>
                  <a:gd name="T3" fmla="*/ 15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6" h="28">
                    <a:moveTo>
                      <a:pt x="176" y="0"/>
                    </a:moveTo>
                    <a:cubicBezTo>
                      <a:pt x="171" y="9"/>
                      <a:pt x="70" y="28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5" name="Freeform 593">
                <a:extLst>
                  <a:ext uri="{FF2B5EF4-FFF2-40B4-BE49-F238E27FC236}">
                    <a16:creationId xmlns:a16="http://schemas.microsoft.com/office/drawing/2014/main" id="{1CE7AE0F-76F8-484C-8034-1A250D69E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928"/>
                <a:ext cx="398" cy="62"/>
              </a:xfrm>
              <a:custGeom>
                <a:avLst/>
                <a:gdLst>
                  <a:gd name="T0" fmla="*/ 2131 w 172"/>
                  <a:gd name="T1" fmla="*/ 0 h 25"/>
                  <a:gd name="T2" fmla="*/ 0 w 172"/>
                  <a:gd name="T3" fmla="*/ 10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2" h="25">
                    <a:moveTo>
                      <a:pt x="172" y="0"/>
                    </a:moveTo>
                    <a:cubicBezTo>
                      <a:pt x="165" y="11"/>
                      <a:pt x="67" y="2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6" name="Freeform 594">
                <a:extLst>
                  <a:ext uri="{FF2B5EF4-FFF2-40B4-BE49-F238E27FC236}">
                    <a16:creationId xmlns:a16="http://schemas.microsoft.com/office/drawing/2014/main" id="{8C6B5A91-9466-4CF4-933E-D8C936F91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2908"/>
                <a:ext cx="267" cy="15"/>
              </a:xfrm>
              <a:custGeom>
                <a:avLst/>
                <a:gdLst>
                  <a:gd name="T0" fmla="*/ 1439 w 115"/>
                  <a:gd name="T1" fmla="*/ 95 h 6"/>
                  <a:gd name="T2" fmla="*/ 615 w 115"/>
                  <a:gd name="T3" fmla="*/ 50 h 6"/>
                  <a:gd name="T4" fmla="*/ 0 w 11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6">
                    <a:moveTo>
                      <a:pt x="115" y="6"/>
                    </a:moveTo>
                    <a:cubicBezTo>
                      <a:pt x="100" y="6"/>
                      <a:pt x="69" y="4"/>
                      <a:pt x="49" y="3"/>
                    </a:cubicBezTo>
                    <a:cubicBezTo>
                      <a:pt x="30" y="3"/>
                      <a:pt x="22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7" name="Freeform 595">
                <a:extLst>
                  <a:ext uri="{FF2B5EF4-FFF2-40B4-BE49-F238E27FC236}">
                    <a16:creationId xmlns:a16="http://schemas.microsoft.com/office/drawing/2014/main" id="{1340EE01-2597-47CB-B0F2-3B5243364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3007"/>
                <a:ext cx="162" cy="35"/>
              </a:xfrm>
              <a:custGeom>
                <a:avLst/>
                <a:gdLst>
                  <a:gd name="T0" fmla="*/ 868 w 70"/>
                  <a:gd name="T1" fmla="*/ 0 h 14"/>
                  <a:gd name="T2" fmla="*/ 0 w 70"/>
                  <a:gd name="T3" fmla="*/ 3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4">
                    <a:moveTo>
                      <a:pt x="70" y="0"/>
                    </a:moveTo>
                    <a:cubicBezTo>
                      <a:pt x="66" y="9"/>
                      <a:pt x="35" y="14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8" name="Freeform 596">
                <a:extLst>
                  <a:ext uri="{FF2B5EF4-FFF2-40B4-BE49-F238E27FC236}">
                    <a16:creationId xmlns:a16="http://schemas.microsoft.com/office/drawing/2014/main" id="{4D67928C-20AD-475D-BDDB-3346AA473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3017"/>
                <a:ext cx="493" cy="72"/>
              </a:xfrm>
              <a:custGeom>
                <a:avLst/>
                <a:gdLst>
                  <a:gd name="T0" fmla="*/ 2641 w 213"/>
                  <a:gd name="T1" fmla="*/ 0 h 29"/>
                  <a:gd name="T2" fmla="*/ 1548 w 213"/>
                  <a:gd name="T3" fmla="*/ 353 h 29"/>
                  <a:gd name="T4" fmla="*/ 0 w 213"/>
                  <a:gd name="T5" fmla="*/ 10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3" h="29">
                    <a:moveTo>
                      <a:pt x="213" y="0"/>
                    </a:moveTo>
                    <a:cubicBezTo>
                      <a:pt x="206" y="13"/>
                      <a:pt x="170" y="26"/>
                      <a:pt x="125" y="23"/>
                    </a:cubicBezTo>
                    <a:cubicBezTo>
                      <a:pt x="81" y="19"/>
                      <a:pt x="14" y="29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9" name="Freeform 597">
                <a:extLst>
                  <a:ext uri="{FF2B5EF4-FFF2-40B4-BE49-F238E27FC236}">
                    <a16:creationId xmlns:a16="http://schemas.microsoft.com/office/drawing/2014/main" id="{C52C09E4-6CBF-46FD-BA27-509011CBD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3017"/>
                <a:ext cx="449" cy="166"/>
              </a:xfrm>
              <a:custGeom>
                <a:avLst/>
                <a:gdLst>
                  <a:gd name="T0" fmla="*/ 2405 w 194"/>
                  <a:gd name="T1" fmla="*/ 0 h 67"/>
                  <a:gd name="T2" fmla="*/ 1451 w 194"/>
                  <a:gd name="T3" fmla="*/ 657 h 67"/>
                  <a:gd name="T4" fmla="*/ 37 w 194"/>
                  <a:gd name="T5" fmla="*/ 1018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4" h="67">
                    <a:moveTo>
                      <a:pt x="194" y="0"/>
                    </a:moveTo>
                    <a:cubicBezTo>
                      <a:pt x="191" y="13"/>
                      <a:pt x="163" y="41"/>
                      <a:pt x="117" y="43"/>
                    </a:cubicBezTo>
                    <a:cubicBezTo>
                      <a:pt x="71" y="45"/>
                      <a:pt x="0" y="53"/>
                      <a:pt x="3" y="67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0" name="Freeform 598">
                <a:extLst>
                  <a:ext uri="{FF2B5EF4-FFF2-40B4-BE49-F238E27FC236}">
                    <a16:creationId xmlns:a16="http://schemas.microsoft.com/office/drawing/2014/main" id="{854A543E-AEC4-4D00-BEEB-5AFB403A8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3123"/>
                <a:ext cx="220" cy="106"/>
              </a:xfrm>
              <a:custGeom>
                <a:avLst/>
                <a:gdLst>
                  <a:gd name="T0" fmla="*/ 1179 w 95"/>
                  <a:gd name="T1" fmla="*/ 0 h 43"/>
                  <a:gd name="T2" fmla="*/ 37 w 95"/>
                  <a:gd name="T3" fmla="*/ 643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5" h="43">
                    <a:moveTo>
                      <a:pt x="95" y="0"/>
                    </a:moveTo>
                    <a:cubicBezTo>
                      <a:pt x="79" y="2"/>
                      <a:pt x="0" y="15"/>
                      <a:pt x="3" y="43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1" name="Freeform 599">
                <a:extLst>
                  <a:ext uri="{FF2B5EF4-FFF2-40B4-BE49-F238E27FC236}">
                    <a16:creationId xmlns:a16="http://schemas.microsoft.com/office/drawing/2014/main" id="{8FD28FDB-2C7F-4695-A2FB-D3B93CBB7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3150"/>
                <a:ext cx="220" cy="109"/>
              </a:xfrm>
              <a:custGeom>
                <a:avLst/>
                <a:gdLst>
                  <a:gd name="T0" fmla="*/ 1179 w 95"/>
                  <a:gd name="T1" fmla="*/ 0 h 44"/>
                  <a:gd name="T2" fmla="*/ 285 w 95"/>
                  <a:gd name="T3" fmla="*/ 245 h 44"/>
                  <a:gd name="T4" fmla="*/ 12 w 95"/>
                  <a:gd name="T5" fmla="*/ 669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44">
                    <a:moveTo>
                      <a:pt x="95" y="0"/>
                    </a:moveTo>
                    <a:cubicBezTo>
                      <a:pt x="82" y="4"/>
                      <a:pt x="42" y="8"/>
                      <a:pt x="23" y="16"/>
                    </a:cubicBezTo>
                    <a:cubicBezTo>
                      <a:pt x="4" y="23"/>
                      <a:pt x="0" y="37"/>
                      <a:pt x="1" y="44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2" name="Freeform 600">
                <a:extLst>
                  <a:ext uri="{FF2B5EF4-FFF2-40B4-BE49-F238E27FC236}">
                    <a16:creationId xmlns:a16="http://schemas.microsoft.com/office/drawing/2014/main" id="{AA704B45-8DEC-468A-9CDC-71D895586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" y="3000"/>
                <a:ext cx="454" cy="69"/>
              </a:xfrm>
              <a:custGeom>
                <a:avLst/>
                <a:gdLst>
                  <a:gd name="T0" fmla="*/ 2437 w 196"/>
                  <a:gd name="T1" fmla="*/ 74 h 28"/>
                  <a:gd name="T2" fmla="*/ 1267 w 196"/>
                  <a:gd name="T3" fmla="*/ 298 h 28"/>
                  <a:gd name="T4" fmla="*/ 0 w 19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6" h="28">
                    <a:moveTo>
                      <a:pt x="196" y="5"/>
                    </a:moveTo>
                    <a:cubicBezTo>
                      <a:pt x="190" y="13"/>
                      <a:pt x="168" y="28"/>
                      <a:pt x="102" y="20"/>
                    </a:cubicBezTo>
                    <a:cubicBezTo>
                      <a:pt x="36" y="13"/>
                      <a:pt x="2" y="1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3" name="Freeform 601">
                <a:extLst>
                  <a:ext uri="{FF2B5EF4-FFF2-40B4-BE49-F238E27FC236}">
                    <a16:creationId xmlns:a16="http://schemas.microsoft.com/office/drawing/2014/main" id="{04ED120F-9BCE-4053-B166-ED8D099F9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" y="1280"/>
                <a:ext cx="2444" cy="1747"/>
              </a:xfrm>
              <a:custGeom>
                <a:avLst/>
                <a:gdLst>
                  <a:gd name="T0" fmla="*/ 9375 w 1055"/>
                  <a:gd name="T1" fmla="*/ 8298 h 707"/>
                  <a:gd name="T2" fmla="*/ 10953 w 1055"/>
                  <a:gd name="T3" fmla="*/ 9024 h 707"/>
                  <a:gd name="T4" fmla="*/ 12334 w 1055"/>
                  <a:gd name="T5" fmla="*/ 8493 h 707"/>
                  <a:gd name="T6" fmla="*/ 12804 w 1055"/>
                  <a:gd name="T7" fmla="*/ 7559 h 707"/>
                  <a:gd name="T8" fmla="*/ 13031 w 1055"/>
                  <a:gd name="T9" fmla="*/ 6729 h 707"/>
                  <a:gd name="T10" fmla="*/ 13079 w 1055"/>
                  <a:gd name="T11" fmla="*/ 5977 h 707"/>
                  <a:gd name="T12" fmla="*/ 13089 w 1055"/>
                  <a:gd name="T13" fmla="*/ 5416 h 707"/>
                  <a:gd name="T14" fmla="*/ 12843 w 1055"/>
                  <a:gd name="T15" fmla="*/ 4196 h 707"/>
                  <a:gd name="T16" fmla="*/ 12567 w 1055"/>
                  <a:gd name="T17" fmla="*/ 3457 h 707"/>
                  <a:gd name="T18" fmla="*/ 12106 w 1055"/>
                  <a:gd name="T19" fmla="*/ 2473 h 707"/>
                  <a:gd name="T20" fmla="*/ 11539 w 1055"/>
                  <a:gd name="T21" fmla="*/ 1868 h 707"/>
                  <a:gd name="T22" fmla="*/ 9725 w 1055"/>
                  <a:gd name="T23" fmla="*/ 830 h 707"/>
                  <a:gd name="T24" fmla="*/ 8233 w 1055"/>
                  <a:gd name="T25" fmla="*/ 390 h 707"/>
                  <a:gd name="T26" fmla="*/ 7647 w 1055"/>
                  <a:gd name="T27" fmla="*/ 133 h 707"/>
                  <a:gd name="T28" fmla="*/ 6998 w 1055"/>
                  <a:gd name="T29" fmla="*/ 213 h 707"/>
                  <a:gd name="T30" fmla="*/ 6032 w 1055"/>
                  <a:gd name="T31" fmla="*/ 225 h 707"/>
                  <a:gd name="T32" fmla="*/ 5120 w 1055"/>
                  <a:gd name="T33" fmla="*/ 482 h 707"/>
                  <a:gd name="T34" fmla="*/ 3730 w 1055"/>
                  <a:gd name="T35" fmla="*/ 709 h 707"/>
                  <a:gd name="T36" fmla="*/ 2361 w 1055"/>
                  <a:gd name="T37" fmla="*/ 1631 h 707"/>
                  <a:gd name="T38" fmla="*/ 1717 w 1055"/>
                  <a:gd name="T39" fmla="*/ 2822 h 707"/>
                  <a:gd name="T40" fmla="*/ 1117 w 1055"/>
                  <a:gd name="T41" fmla="*/ 3561 h 707"/>
                  <a:gd name="T42" fmla="*/ 832 w 1055"/>
                  <a:gd name="T43" fmla="*/ 4104 h 707"/>
                  <a:gd name="T44" fmla="*/ 338 w 1055"/>
                  <a:gd name="T45" fmla="*/ 6019 h 707"/>
                  <a:gd name="T46" fmla="*/ 359 w 1055"/>
                  <a:gd name="T47" fmla="*/ 7633 h 707"/>
                  <a:gd name="T48" fmla="*/ 1605 w 1055"/>
                  <a:gd name="T49" fmla="*/ 9746 h 707"/>
                  <a:gd name="T50" fmla="*/ 3530 w 1055"/>
                  <a:gd name="T51" fmla="*/ 10003 h 707"/>
                  <a:gd name="T52" fmla="*/ 5099 w 1055"/>
                  <a:gd name="T53" fmla="*/ 9941 h 707"/>
                  <a:gd name="T54" fmla="*/ 6885 w 1055"/>
                  <a:gd name="T55" fmla="*/ 10398 h 707"/>
                  <a:gd name="T56" fmla="*/ 9160 w 1055"/>
                  <a:gd name="T57" fmla="*/ 9941 h 707"/>
                  <a:gd name="T58" fmla="*/ 9375 w 1055"/>
                  <a:gd name="T59" fmla="*/ 8298 h 70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055" h="707">
                    <a:moveTo>
                      <a:pt x="754" y="550"/>
                    </a:moveTo>
                    <a:cubicBezTo>
                      <a:pt x="787" y="576"/>
                      <a:pt x="846" y="600"/>
                      <a:pt x="881" y="598"/>
                    </a:cubicBezTo>
                    <a:cubicBezTo>
                      <a:pt x="917" y="597"/>
                      <a:pt x="965" y="589"/>
                      <a:pt x="992" y="563"/>
                    </a:cubicBezTo>
                    <a:cubicBezTo>
                      <a:pt x="1009" y="548"/>
                      <a:pt x="1019" y="521"/>
                      <a:pt x="1030" y="501"/>
                    </a:cubicBezTo>
                    <a:cubicBezTo>
                      <a:pt x="1041" y="484"/>
                      <a:pt x="1045" y="466"/>
                      <a:pt x="1048" y="446"/>
                    </a:cubicBezTo>
                    <a:cubicBezTo>
                      <a:pt x="1051" y="429"/>
                      <a:pt x="1053" y="412"/>
                      <a:pt x="1052" y="396"/>
                    </a:cubicBezTo>
                    <a:cubicBezTo>
                      <a:pt x="1050" y="383"/>
                      <a:pt x="1055" y="371"/>
                      <a:pt x="1053" y="359"/>
                    </a:cubicBezTo>
                    <a:cubicBezTo>
                      <a:pt x="1051" y="333"/>
                      <a:pt x="1045" y="301"/>
                      <a:pt x="1033" y="278"/>
                    </a:cubicBezTo>
                    <a:cubicBezTo>
                      <a:pt x="1025" y="260"/>
                      <a:pt x="1015" y="249"/>
                      <a:pt x="1011" y="229"/>
                    </a:cubicBezTo>
                    <a:cubicBezTo>
                      <a:pt x="1005" y="203"/>
                      <a:pt x="992" y="185"/>
                      <a:pt x="974" y="164"/>
                    </a:cubicBezTo>
                    <a:cubicBezTo>
                      <a:pt x="965" y="152"/>
                      <a:pt x="938" y="128"/>
                      <a:pt x="928" y="124"/>
                    </a:cubicBezTo>
                    <a:cubicBezTo>
                      <a:pt x="905" y="98"/>
                      <a:pt x="820" y="40"/>
                      <a:pt x="782" y="55"/>
                    </a:cubicBezTo>
                    <a:cubicBezTo>
                      <a:pt x="771" y="26"/>
                      <a:pt x="687" y="11"/>
                      <a:pt x="662" y="26"/>
                    </a:cubicBezTo>
                    <a:cubicBezTo>
                      <a:pt x="660" y="18"/>
                      <a:pt x="644" y="11"/>
                      <a:pt x="615" y="9"/>
                    </a:cubicBezTo>
                    <a:cubicBezTo>
                      <a:pt x="596" y="7"/>
                      <a:pt x="573" y="7"/>
                      <a:pt x="563" y="14"/>
                    </a:cubicBezTo>
                    <a:cubicBezTo>
                      <a:pt x="548" y="10"/>
                      <a:pt x="503" y="0"/>
                      <a:pt x="485" y="15"/>
                    </a:cubicBezTo>
                    <a:cubicBezTo>
                      <a:pt x="465" y="0"/>
                      <a:pt x="421" y="16"/>
                      <a:pt x="412" y="32"/>
                    </a:cubicBezTo>
                    <a:cubicBezTo>
                      <a:pt x="395" y="12"/>
                      <a:pt x="344" y="23"/>
                      <a:pt x="300" y="47"/>
                    </a:cubicBezTo>
                    <a:cubicBezTo>
                      <a:pt x="264" y="66"/>
                      <a:pt x="227" y="81"/>
                      <a:pt x="190" y="108"/>
                    </a:cubicBezTo>
                    <a:cubicBezTo>
                      <a:pt x="153" y="136"/>
                      <a:pt x="118" y="173"/>
                      <a:pt x="138" y="187"/>
                    </a:cubicBezTo>
                    <a:cubicBezTo>
                      <a:pt x="109" y="196"/>
                      <a:pt x="107" y="207"/>
                      <a:pt x="90" y="236"/>
                    </a:cubicBezTo>
                    <a:cubicBezTo>
                      <a:pt x="73" y="265"/>
                      <a:pt x="67" y="272"/>
                      <a:pt x="67" y="272"/>
                    </a:cubicBezTo>
                    <a:cubicBezTo>
                      <a:pt x="47" y="289"/>
                      <a:pt x="20" y="376"/>
                      <a:pt x="27" y="399"/>
                    </a:cubicBezTo>
                    <a:cubicBezTo>
                      <a:pt x="15" y="414"/>
                      <a:pt x="0" y="493"/>
                      <a:pt x="29" y="506"/>
                    </a:cubicBezTo>
                    <a:cubicBezTo>
                      <a:pt x="27" y="538"/>
                      <a:pt x="66" y="635"/>
                      <a:pt x="129" y="646"/>
                    </a:cubicBezTo>
                    <a:cubicBezTo>
                      <a:pt x="199" y="658"/>
                      <a:pt x="241" y="656"/>
                      <a:pt x="284" y="663"/>
                    </a:cubicBezTo>
                    <a:cubicBezTo>
                      <a:pt x="326" y="671"/>
                      <a:pt x="399" y="670"/>
                      <a:pt x="410" y="659"/>
                    </a:cubicBezTo>
                    <a:cubicBezTo>
                      <a:pt x="428" y="676"/>
                      <a:pt x="536" y="701"/>
                      <a:pt x="554" y="689"/>
                    </a:cubicBezTo>
                    <a:cubicBezTo>
                      <a:pt x="592" y="700"/>
                      <a:pt x="699" y="707"/>
                      <a:pt x="737" y="659"/>
                    </a:cubicBezTo>
                    <a:cubicBezTo>
                      <a:pt x="760" y="630"/>
                      <a:pt x="780" y="577"/>
                      <a:pt x="754" y="55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4" name="Freeform 602">
                <a:extLst>
                  <a:ext uri="{FF2B5EF4-FFF2-40B4-BE49-F238E27FC236}">
                    <a16:creationId xmlns:a16="http://schemas.microsoft.com/office/drawing/2014/main" id="{BBA4D802-3FE9-46EC-8B35-E45B50BD2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140"/>
                <a:ext cx="857" cy="501"/>
              </a:xfrm>
              <a:custGeom>
                <a:avLst/>
                <a:gdLst>
                  <a:gd name="T0" fmla="*/ 0 w 370"/>
                  <a:gd name="T1" fmla="*/ 0 h 203"/>
                  <a:gd name="T2" fmla="*/ 681 w 370"/>
                  <a:gd name="T3" fmla="*/ 299 h 203"/>
                  <a:gd name="T4" fmla="*/ 1292 w 370"/>
                  <a:gd name="T5" fmla="*/ 859 h 203"/>
                  <a:gd name="T6" fmla="*/ 2898 w 370"/>
                  <a:gd name="T7" fmla="*/ 1609 h 203"/>
                  <a:gd name="T8" fmla="*/ 4137 w 370"/>
                  <a:gd name="T9" fmla="*/ 2510 h 203"/>
                  <a:gd name="T10" fmla="*/ 4598 w 370"/>
                  <a:gd name="T11" fmla="*/ 3050 h 2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0" h="203">
                    <a:moveTo>
                      <a:pt x="0" y="0"/>
                    </a:moveTo>
                    <a:cubicBezTo>
                      <a:pt x="19" y="7"/>
                      <a:pt x="38" y="8"/>
                      <a:pt x="55" y="20"/>
                    </a:cubicBezTo>
                    <a:cubicBezTo>
                      <a:pt x="72" y="32"/>
                      <a:pt x="85" y="47"/>
                      <a:pt x="104" y="57"/>
                    </a:cubicBezTo>
                    <a:cubicBezTo>
                      <a:pt x="145" y="80"/>
                      <a:pt x="194" y="82"/>
                      <a:pt x="233" y="107"/>
                    </a:cubicBezTo>
                    <a:cubicBezTo>
                      <a:pt x="265" y="127"/>
                      <a:pt x="303" y="142"/>
                      <a:pt x="333" y="167"/>
                    </a:cubicBezTo>
                    <a:cubicBezTo>
                      <a:pt x="343" y="176"/>
                      <a:pt x="357" y="192"/>
                      <a:pt x="370" y="203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5" name="Freeform 603">
                <a:extLst>
                  <a:ext uri="{FF2B5EF4-FFF2-40B4-BE49-F238E27FC236}">
                    <a16:creationId xmlns:a16="http://schemas.microsoft.com/office/drawing/2014/main" id="{F33D84A7-5314-482F-B402-60484E225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317"/>
                <a:ext cx="109" cy="880"/>
              </a:xfrm>
              <a:custGeom>
                <a:avLst/>
                <a:gdLst>
                  <a:gd name="T0" fmla="*/ 0 w 47"/>
                  <a:gd name="T1" fmla="*/ 0 h 356"/>
                  <a:gd name="T2" fmla="*/ 274 w 47"/>
                  <a:gd name="T3" fmla="*/ 1271 h 356"/>
                  <a:gd name="T4" fmla="*/ 339 w 47"/>
                  <a:gd name="T5" fmla="*/ 2445 h 356"/>
                  <a:gd name="T6" fmla="*/ 387 w 47"/>
                  <a:gd name="T7" fmla="*/ 3384 h 356"/>
                  <a:gd name="T8" fmla="*/ 587 w 47"/>
                  <a:gd name="T9" fmla="*/ 5376 h 3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56">
                    <a:moveTo>
                      <a:pt x="0" y="0"/>
                    </a:moveTo>
                    <a:cubicBezTo>
                      <a:pt x="7" y="20"/>
                      <a:pt x="22" y="47"/>
                      <a:pt x="22" y="84"/>
                    </a:cubicBezTo>
                    <a:cubicBezTo>
                      <a:pt x="22" y="120"/>
                      <a:pt x="26" y="138"/>
                      <a:pt x="27" y="162"/>
                    </a:cubicBezTo>
                    <a:cubicBezTo>
                      <a:pt x="29" y="185"/>
                      <a:pt x="37" y="204"/>
                      <a:pt x="31" y="224"/>
                    </a:cubicBezTo>
                    <a:cubicBezTo>
                      <a:pt x="26" y="244"/>
                      <a:pt x="29" y="316"/>
                      <a:pt x="47" y="356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6" name="Freeform 604">
                <a:extLst>
                  <a:ext uri="{FF2B5EF4-FFF2-40B4-BE49-F238E27FC236}">
                    <a16:creationId xmlns:a16="http://schemas.microsoft.com/office/drawing/2014/main" id="{FA14EAE8-7BFA-4B95-BC61-426F6E990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317"/>
                <a:ext cx="102" cy="648"/>
              </a:xfrm>
              <a:custGeom>
                <a:avLst/>
                <a:gdLst>
                  <a:gd name="T0" fmla="*/ 172 w 44"/>
                  <a:gd name="T1" fmla="*/ 0 h 262"/>
                  <a:gd name="T2" fmla="*/ 86 w 44"/>
                  <a:gd name="T3" fmla="*/ 1017 h 262"/>
                  <a:gd name="T4" fmla="*/ 209 w 44"/>
                  <a:gd name="T5" fmla="*/ 1786 h 262"/>
                  <a:gd name="T6" fmla="*/ 301 w 44"/>
                  <a:gd name="T7" fmla="*/ 2453 h 262"/>
                  <a:gd name="T8" fmla="*/ 436 w 44"/>
                  <a:gd name="T9" fmla="*/ 3223 h 262"/>
                  <a:gd name="T10" fmla="*/ 274 w 44"/>
                  <a:gd name="T11" fmla="*/ 3965 h 2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62">
                    <a:moveTo>
                      <a:pt x="14" y="0"/>
                    </a:moveTo>
                    <a:cubicBezTo>
                      <a:pt x="25" y="20"/>
                      <a:pt x="14" y="47"/>
                      <a:pt x="7" y="67"/>
                    </a:cubicBezTo>
                    <a:cubicBezTo>
                      <a:pt x="0" y="89"/>
                      <a:pt x="8" y="99"/>
                      <a:pt x="17" y="118"/>
                    </a:cubicBezTo>
                    <a:cubicBezTo>
                      <a:pt x="26" y="134"/>
                      <a:pt x="23" y="144"/>
                      <a:pt x="24" y="162"/>
                    </a:cubicBezTo>
                    <a:cubicBezTo>
                      <a:pt x="25" y="179"/>
                      <a:pt x="33" y="196"/>
                      <a:pt x="35" y="213"/>
                    </a:cubicBezTo>
                    <a:cubicBezTo>
                      <a:pt x="37" y="236"/>
                      <a:pt x="44" y="248"/>
                      <a:pt x="22" y="262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7" name="Freeform 605">
                <a:extLst>
                  <a:ext uri="{FF2B5EF4-FFF2-40B4-BE49-F238E27FC236}">
                    <a16:creationId xmlns:a16="http://schemas.microsoft.com/office/drawing/2014/main" id="{48C7E64A-0C70-485A-B721-3C70B3164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920"/>
                <a:ext cx="30" cy="37"/>
              </a:xfrm>
              <a:custGeom>
                <a:avLst/>
                <a:gdLst>
                  <a:gd name="T0" fmla="*/ 0 w 13"/>
                  <a:gd name="T1" fmla="*/ 0 h 15"/>
                  <a:gd name="T2" fmla="*/ 159 w 13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3" y="6"/>
                      <a:pt x="7" y="11"/>
                      <a:pt x="13" y="15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8" name="Freeform 606">
                <a:extLst>
                  <a:ext uri="{FF2B5EF4-FFF2-40B4-BE49-F238E27FC236}">
                    <a16:creationId xmlns:a16="http://schemas.microsoft.com/office/drawing/2014/main" id="{112F9EA5-6906-4780-8272-2C0D3314A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532"/>
                <a:ext cx="278" cy="240"/>
              </a:xfrm>
              <a:custGeom>
                <a:avLst/>
                <a:gdLst>
                  <a:gd name="T0" fmla="*/ 0 w 120"/>
                  <a:gd name="T1" fmla="*/ 473 h 97"/>
                  <a:gd name="T2" fmla="*/ 774 w 120"/>
                  <a:gd name="T3" fmla="*/ 275 h 97"/>
                  <a:gd name="T4" fmla="*/ 1096 w 120"/>
                  <a:gd name="T5" fmla="*/ 864 h 97"/>
                  <a:gd name="T6" fmla="*/ 1492 w 120"/>
                  <a:gd name="T7" fmla="*/ 1470 h 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97">
                    <a:moveTo>
                      <a:pt x="0" y="31"/>
                    </a:moveTo>
                    <a:cubicBezTo>
                      <a:pt x="17" y="14"/>
                      <a:pt x="41" y="0"/>
                      <a:pt x="62" y="18"/>
                    </a:cubicBezTo>
                    <a:cubicBezTo>
                      <a:pt x="73" y="28"/>
                      <a:pt x="80" y="45"/>
                      <a:pt x="88" y="57"/>
                    </a:cubicBezTo>
                    <a:cubicBezTo>
                      <a:pt x="97" y="73"/>
                      <a:pt x="110" y="82"/>
                      <a:pt x="120" y="97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9" name="Freeform 607">
                <a:extLst>
                  <a:ext uri="{FF2B5EF4-FFF2-40B4-BE49-F238E27FC236}">
                    <a16:creationId xmlns:a16="http://schemas.microsoft.com/office/drawing/2014/main" id="{8381291F-081A-4978-B252-F225093F6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537"/>
                <a:ext cx="67" cy="27"/>
              </a:xfrm>
              <a:custGeom>
                <a:avLst/>
                <a:gdLst>
                  <a:gd name="T0" fmla="*/ 0 w 29"/>
                  <a:gd name="T1" fmla="*/ 29 h 11"/>
                  <a:gd name="T2" fmla="*/ 358 w 2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1">
                    <a:moveTo>
                      <a:pt x="0" y="2"/>
                    </a:moveTo>
                    <a:cubicBezTo>
                      <a:pt x="9" y="11"/>
                      <a:pt x="23" y="11"/>
                      <a:pt x="29" y="0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0" name="Freeform 608">
                <a:extLst>
                  <a:ext uri="{FF2B5EF4-FFF2-40B4-BE49-F238E27FC236}">
                    <a16:creationId xmlns:a16="http://schemas.microsoft.com/office/drawing/2014/main" id="{853A2630-661A-4AE7-A7A2-5360D4091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703"/>
                <a:ext cx="79" cy="71"/>
              </a:xfrm>
              <a:custGeom>
                <a:avLst/>
                <a:gdLst>
                  <a:gd name="T0" fmla="*/ 0 w 34"/>
                  <a:gd name="T1" fmla="*/ 426 h 29"/>
                  <a:gd name="T2" fmla="*/ 0 w 34"/>
                  <a:gd name="T3" fmla="*/ 0 h 29"/>
                  <a:gd name="T4" fmla="*/ 428 w 34"/>
                  <a:gd name="T5" fmla="*/ 7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9">
                    <a:moveTo>
                      <a:pt x="0" y="29"/>
                    </a:moveTo>
                    <a:cubicBezTo>
                      <a:pt x="2" y="19"/>
                      <a:pt x="2" y="9"/>
                      <a:pt x="0" y="0"/>
                    </a:cubicBezTo>
                    <a:cubicBezTo>
                      <a:pt x="10" y="4"/>
                      <a:pt x="24" y="11"/>
                      <a:pt x="34" y="5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1" name="Freeform 609">
                <a:extLst>
                  <a:ext uri="{FF2B5EF4-FFF2-40B4-BE49-F238E27FC236}">
                    <a16:creationId xmlns:a16="http://schemas.microsoft.com/office/drawing/2014/main" id="{F0C34752-465D-4DDB-87DF-706B7B4CD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1559"/>
                <a:ext cx="113" cy="144"/>
              </a:xfrm>
              <a:custGeom>
                <a:avLst/>
                <a:gdLst>
                  <a:gd name="T0" fmla="*/ 0 w 49"/>
                  <a:gd name="T1" fmla="*/ 0 h 58"/>
                  <a:gd name="T2" fmla="*/ 602 w 49"/>
                  <a:gd name="T3" fmla="*/ 889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8">
                    <a:moveTo>
                      <a:pt x="0" y="0"/>
                    </a:moveTo>
                    <a:cubicBezTo>
                      <a:pt x="8" y="28"/>
                      <a:pt x="32" y="39"/>
                      <a:pt x="49" y="58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2" name="Freeform 610">
                <a:extLst>
                  <a:ext uri="{FF2B5EF4-FFF2-40B4-BE49-F238E27FC236}">
                    <a16:creationId xmlns:a16="http://schemas.microsoft.com/office/drawing/2014/main" id="{07879B60-63B5-40B1-8463-76793667D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031"/>
                <a:ext cx="125" cy="440"/>
              </a:xfrm>
              <a:custGeom>
                <a:avLst/>
                <a:gdLst>
                  <a:gd name="T0" fmla="*/ 387 w 54"/>
                  <a:gd name="T1" fmla="*/ 0 h 178"/>
                  <a:gd name="T2" fmla="*/ 370 w 54"/>
                  <a:gd name="T3" fmla="*/ 1814 h 178"/>
                  <a:gd name="T4" fmla="*/ 12 w 54"/>
                  <a:gd name="T5" fmla="*/ 2689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78">
                    <a:moveTo>
                      <a:pt x="31" y="0"/>
                    </a:moveTo>
                    <a:cubicBezTo>
                      <a:pt x="54" y="25"/>
                      <a:pt x="39" y="92"/>
                      <a:pt x="30" y="120"/>
                    </a:cubicBezTo>
                    <a:cubicBezTo>
                      <a:pt x="24" y="137"/>
                      <a:pt x="0" y="166"/>
                      <a:pt x="1" y="178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3" name="Freeform 611">
                <a:extLst>
                  <a:ext uri="{FF2B5EF4-FFF2-40B4-BE49-F238E27FC236}">
                    <a16:creationId xmlns:a16="http://schemas.microsoft.com/office/drawing/2014/main" id="{AC02CB6E-0747-47DC-9D55-491C2FE78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251"/>
                <a:ext cx="403" cy="366"/>
              </a:xfrm>
              <a:custGeom>
                <a:avLst/>
                <a:gdLst>
                  <a:gd name="T0" fmla="*/ 0 w 174"/>
                  <a:gd name="T1" fmla="*/ 2025 h 148"/>
                  <a:gd name="T2" fmla="*/ 1292 w 174"/>
                  <a:gd name="T3" fmla="*/ 1241 h 148"/>
                  <a:gd name="T4" fmla="*/ 2161 w 174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4" h="148">
                    <a:moveTo>
                      <a:pt x="0" y="134"/>
                    </a:moveTo>
                    <a:cubicBezTo>
                      <a:pt x="37" y="148"/>
                      <a:pt x="85" y="108"/>
                      <a:pt x="104" y="82"/>
                    </a:cubicBezTo>
                    <a:cubicBezTo>
                      <a:pt x="120" y="61"/>
                      <a:pt x="143" y="2"/>
                      <a:pt x="174" y="0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4" name="Freeform 612">
                <a:extLst>
                  <a:ext uri="{FF2B5EF4-FFF2-40B4-BE49-F238E27FC236}">
                    <a16:creationId xmlns:a16="http://schemas.microsoft.com/office/drawing/2014/main" id="{E0862FD3-18B3-4179-9F64-3CB34E883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350"/>
                <a:ext cx="169" cy="104"/>
              </a:xfrm>
              <a:custGeom>
                <a:avLst/>
                <a:gdLst>
                  <a:gd name="T0" fmla="*/ 0 w 73"/>
                  <a:gd name="T1" fmla="*/ 228 h 42"/>
                  <a:gd name="T2" fmla="*/ 905 w 73"/>
                  <a:gd name="T3" fmla="*/ 30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42">
                    <a:moveTo>
                      <a:pt x="0" y="15"/>
                    </a:moveTo>
                    <a:cubicBezTo>
                      <a:pt x="24" y="0"/>
                      <a:pt x="54" y="42"/>
                      <a:pt x="73" y="20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5" name="Freeform 613">
                <a:extLst>
                  <a:ext uri="{FF2B5EF4-FFF2-40B4-BE49-F238E27FC236}">
                    <a16:creationId xmlns:a16="http://schemas.microsoft.com/office/drawing/2014/main" id="{323C0548-5532-46CA-8585-2821F8BA5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414"/>
                <a:ext cx="46" cy="64"/>
              </a:xfrm>
              <a:custGeom>
                <a:avLst/>
                <a:gdLst>
                  <a:gd name="T0" fmla="*/ 0 w 20"/>
                  <a:gd name="T1" fmla="*/ 0 h 26"/>
                  <a:gd name="T2" fmla="*/ 159 w 20"/>
                  <a:gd name="T3" fmla="*/ 38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6">
                    <a:moveTo>
                      <a:pt x="0" y="0"/>
                    </a:moveTo>
                    <a:cubicBezTo>
                      <a:pt x="11" y="5"/>
                      <a:pt x="20" y="15"/>
                      <a:pt x="13" y="26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6" name="Freeform 614">
                <a:extLst>
                  <a:ext uri="{FF2B5EF4-FFF2-40B4-BE49-F238E27FC236}">
                    <a16:creationId xmlns:a16="http://schemas.microsoft.com/office/drawing/2014/main" id="{E5B59352-4A13-4034-A9A3-5EA44AD0E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752"/>
                <a:ext cx="90" cy="269"/>
              </a:xfrm>
              <a:custGeom>
                <a:avLst/>
                <a:gdLst>
                  <a:gd name="T0" fmla="*/ 74 w 39"/>
                  <a:gd name="T1" fmla="*/ 0 h 109"/>
                  <a:gd name="T2" fmla="*/ 0 w 39"/>
                  <a:gd name="T3" fmla="*/ 1639 h 10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09">
                    <a:moveTo>
                      <a:pt x="6" y="0"/>
                    </a:moveTo>
                    <a:cubicBezTo>
                      <a:pt x="7" y="28"/>
                      <a:pt x="39" y="92"/>
                      <a:pt x="0" y="109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7" name="Freeform 615">
                <a:extLst>
                  <a:ext uri="{FF2B5EF4-FFF2-40B4-BE49-F238E27FC236}">
                    <a16:creationId xmlns:a16="http://schemas.microsoft.com/office/drawing/2014/main" id="{C5DA9F09-536E-4E3F-A863-854D46791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987"/>
                <a:ext cx="97" cy="323"/>
              </a:xfrm>
              <a:custGeom>
                <a:avLst/>
                <a:gdLst>
                  <a:gd name="T0" fmla="*/ 0 w 42"/>
                  <a:gd name="T1" fmla="*/ 0 h 131"/>
                  <a:gd name="T2" fmla="*/ 97 w 42"/>
                  <a:gd name="T3" fmla="*/ 1963 h 1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31">
                    <a:moveTo>
                      <a:pt x="0" y="0"/>
                    </a:moveTo>
                    <a:cubicBezTo>
                      <a:pt x="11" y="32"/>
                      <a:pt x="42" y="101"/>
                      <a:pt x="8" y="131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8" name="Freeform 616">
                <a:extLst>
                  <a:ext uri="{FF2B5EF4-FFF2-40B4-BE49-F238E27FC236}">
                    <a16:creationId xmlns:a16="http://schemas.microsoft.com/office/drawing/2014/main" id="{FA91079A-6C21-4C2F-9AFF-DC51B5D81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261"/>
                <a:ext cx="21" cy="44"/>
              </a:xfrm>
              <a:custGeom>
                <a:avLst/>
                <a:gdLst>
                  <a:gd name="T0" fmla="*/ 0 w 9"/>
                  <a:gd name="T1" fmla="*/ 0 h 18"/>
                  <a:gd name="T2" fmla="*/ 114 w 9"/>
                  <a:gd name="T3" fmla="*/ 26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0" y="7"/>
                      <a:pt x="3" y="14"/>
                      <a:pt x="9" y="18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9" name="Freeform 617">
                <a:extLst>
                  <a:ext uri="{FF2B5EF4-FFF2-40B4-BE49-F238E27FC236}">
                    <a16:creationId xmlns:a16="http://schemas.microsoft.com/office/drawing/2014/main" id="{405F114E-D2A2-485C-AF9A-5B20EEA6F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848"/>
                <a:ext cx="111" cy="534"/>
              </a:xfrm>
              <a:custGeom>
                <a:avLst/>
                <a:gdLst>
                  <a:gd name="T0" fmla="*/ 0 w 48"/>
                  <a:gd name="T1" fmla="*/ 0 h 216"/>
                  <a:gd name="T2" fmla="*/ 518 w 48"/>
                  <a:gd name="T3" fmla="*/ 1693 h 216"/>
                  <a:gd name="T4" fmla="*/ 171 w 48"/>
                  <a:gd name="T5" fmla="*/ 3263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16">
                    <a:moveTo>
                      <a:pt x="0" y="0"/>
                    </a:moveTo>
                    <a:cubicBezTo>
                      <a:pt x="11" y="38"/>
                      <a:pt x="36" y="72"/>
                      <a:pt x="42" y="112"/>
                    </a:cubicBezTo>
                    <a:cubicBezTo>
                      <a:pt x="48" y="150"/>
                      <a:pt x="35" y="185"/>
                      <a:pt x="14" y="216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0" name="Freeform 618">
                <a:extLst>
                  <a:ext uri="{FF2B5EF4-FFF2-40B4-BE49-F238E27FC236}">
                    <a16:creationId xmlns:a16="http://schemas.microsoft.com/office/drawing/2014/main" id="{8100A094-EF01-4A39-BAF6-A354FC09B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054"/>
                <a:ext cx="264" cy="185"/>
              </a:xfrm>
              <a:custGeom>
                <a:avLst/>
                <a:gdLst>
                  <a:gd name="T0" fmla="*/ 0 w 114"/>
                  <a:gd name="T1" fmla="*/ 1125 h 75"/>
                  <a:gd name="T2" fmla="*/ 387 w 114"/>
                  <a:gd name="T3" fmla="*/ 747 h 75"/>
                  <a:gd name="T4" fmla="*/ 945 w 114"/>
                  <a:gd name="T5" fmla="*/ 553 h 75"/>
                  <a:gd name="T6" fmla="*/ 1415 w 114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75">
                    <a:moveTo>
                      <a:pt x="0" y="75"/>
                    </a:moveTo>
                    <a:cubicBezTo>
                      <a:pt x="10" y="64"/>
                      <a:pt x="17" y="57"/>
                      <a:pt x="31" y="50"/>
                    </a:cubicBezTo>
                    <a:cubicBezTo>
                      <a:pt x="45" y="42"/>
                      <a:pt x="61" y="42"/>
                      <a:pt x="76" y="37"/>
                    </a:cubicBezTo>
                    <a:cubicBezTo>
                      <a:pt x="96" y="29"/>
                      <a:pt x="108" y="18"/>
                      <a:pt x="114" y="0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1" name="Freeform 619">
                <a:extLst>
                  <a:ext uri="{FF2B5EF4-FFF2-40B4-BE49-F238E27FC236}">
                    <a16:creationId xmlns:a16="http://schemas.microsoft.com/office/drawing/2014/main" id="{5988F043-3A0E-4D74-BCB7-3E9976F8A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100"/>
                <a:ext cx="58" cy="13"/>
              </a:xfrm>
              <a:custGeom>
                <a:avLst/>
                <a:gdLst>
                  <a:gd name="T0" fmla="*/ 0 w 25"/>
                  <a:gd name="T1" fmla="*/ 55 h 5"/>
                  <a:gd name="T2" fmla="*/ 313 w 25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">
                    <a:moveTo>
                      <a:pt x="0" y="3"/>
                    </a:moveTo>
                    <a:cubicBezTo>
                      <a:pt x="8" y="0"/>
                      <a:pt x="18" y="0"/>
                      <a:pt x="25" y="5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2" name="Freeform 620">
                <a:extLst>
                  <a:ext uri="{FF2B5EF4-FFF2-40B4-BE49-F238E27FC236}">
                    <a16:creationId xmlns:a16="http://schemas.microsoft.com/office/drawing/2014/main" id="{A7F35F4D-5E58-45D8-8E92-B5DCECEAB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542"/>
                <a:ext cx="144" cy="163"/>
              </a:xfrm>
              <a:custGeom>
                <a:avLst/>
                <a:gdLst>
                  <a:gd name="T0" fmla="*/ 139 w 62"/>
                  <a:gd name="T1" fmla="*/ 0 h 66"/>
                  <a:gd name="T2" fmla="*/ 211 w 62"/>
                  <a:gd name="T3" fmla="*/ 859 h 66"/>
                  <a:gd name="T4" fmla="*/ 766 w 62"/>
                  <a:gd name="T5" fmla="*/ 995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66">
                    <a:moveTo>
                      <a:pt x="11" y="0"/>
                    </a:moveTo>
                    <a:cubicBezTo>
                      <a:pt x="0" y="10"/>
                      <a:pt x="5" y="49"/>
                      <a:pt x="17" y="57"/>
                    </a:cubicBezTo>
                    <a:cubicBezTo>
                      <a:pt x="28" y="64"/>
                      <a:pt x="62" y="44"/>
                      <a:pt x="61" y="66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3" name="Freeform 621">
                <a:extLst>
                  <a:ext uri="{FF2B5EF4-FFF2-40B4-BE49-F238E27FC236}">
                    <a16:creationId xmlns:a16="http://schemas.microsoft.com/office/drawing/2014/main" id="{1066B2AE-F2DF-4704-8F6D-FEBBB882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1685"/>
                <a:ext cx="264" cy="467"/>
              </a:xfrm>
              <a:custGeom>
                <a:avLst/>
                <a:gdLst>
                  <a:gd name="T0" fmla="*/ 435 w 114"/>
                  <a:gd name="T1" fmla="*/ 0 h 189"/>
                  <a:gd name="T2" fmla="*/ 102 w 114"/>
                  <a:gd name="T3" fmla="*/ 1013 h 189"/>
                  <a:gd name="T4" fmla="*/ 123 w 114"/>
                  <a:gd name="T5" fmla="*/ 2187 h 189"/>
                  <a:gd name="T6" fmla="*/ 1415 w 114"/>
                  <a:gd name="T7" fmla="*/ 2851 h 1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189">
                    <a:moveTo>
                      <a:pt x="35" y="0"/>
                    </a:moveTo>
                    <a:cubicBezTo>
                      <a:pt x="37" y="25"/>
                      <a:pt x="16" y="45"/>
                      <a:pt x="8" y="67"/>
                    </a:cubicBezTo>
                    <a:cubicBezTo>
                      <a:pt x="0" y="90"/>
                      <a:pt x="1" y="122"/>
                      <a:pt x="10" y="145"/>
                    </a:cubicBezTo>
                    <a:cubicBezTo>
                      <a:pt x="26" y="185"/>
                      <a:pt x="86" y="166"/>
                      <a:pt x="114" y="189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4" name="Freeform 622">
                <a:extLst>
                  <a:ext uri="{FF2B5EF4-FFF2-40B4-BE49-F238E27FC236}">
                    <a16:creationId xmlns:a16="http://schemas.microsoft.com/office/drawing/2014/main" id="{16750644-3DD3-4634-A21A-6401A9F2E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428"/>
                <a:ext cx="63" cy="593"/>
              </a:xfrm>
              <a:custGeom>
                <a:avLst/>
                <a:gdLst>
                  <a:gd name="T0" fmla="*/ 294 w 27"/>
                  <a:gd name="T1" fmla="*/ 0 h 240"/>
                  <a:gd name="T2" fmla="*/ 191 w 27"/>
                  <a:gd name="T3" fmla="*/ 830 h 240"/>
                  <a:gd name="T4" fmla="*/ 278 w 27"/>
                  <a:gd name="T5" fmla="*/ 1838 h 240"/>
                  <a:gd name="T6" fmla="*/ 37 w 27"/>
                  <a:gd name="T7" fmla="*/ 2607 h 240"/>
                  <a:gd name="T8" fmla="*/ 126 w 27"/>
                  <a:gd name="T9" fmla="*/ 3620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40">
                    <a:moveTo>
                      <a:pt x="23" y="0"/>
                    </a:moveTo>
                    <a:cubicBezTo>
                      <a:pt x="23" y="21"/>
                      <a:pt x="17" y="36"/>
                      <a:pt x="15" y="55"/>
                    </a:cubicBezTo>
                    <a:cubicBezTo>
                      <a:pt x="13" y="77"/>
                      <a:pt x="27" y="99"/>
                      <a:pt x="22" y="122"/>
                    </a:cubicBezTo>
                    <a:cubicBezTo>
                      <a:pt x="19" y="141"/>
                      <a:pt x="5" y="154"/>
                      <a:pt x="3" y="173"/>
                    </a:cubicBezTo>
                    <a:cubicBezTo>
                      <a:pt x="0" y="195"/>
                      <a:pt x="8" y="219"/>
                      <a:pt x="10" y="240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5" name="Freeform 623">
                <a:extLst>
                  <a:ext uri="{FF2B5EF4-FFF2-40B4-BE49-F238E27FC236}">
                    <a16:creationId xmlns:a16="http://schemas.microsoft.com/office/drawing/2014/main" id="{DD9AB749-EDC8-42C5-B4CC-93743EC2C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821"/>
                <a:ext cx="83" cy="111"/>
              </a:xfrm>
              <a:custGeom>
                <a:avLst/>
                <a:gdLst>
                  <a:gd name="T0" fmla="*/ 0 w 36"/>
                  <a:gd name="T1" fmla="*/ 676 h 45"/>
                  <a:gd name="T2" fmla="*/ 440 w 36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5">
                    <a:moveTo>
                      <a:pt x="0" y="45"/>
                    </a:moveTo>
                    <a:cubicBezTo>
                      <a:pt x="12" y="40"/>
                      <a:pt x="34" y="14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6" name="Freeform 624">
                <a:extLst>
                  <a:ext uri="{FF2B5EF4-FFF2-40B4-BE49-F238E27FC236}">
                    <a16:creationId xmlns:a16="http://schemas.microsoft.com/office/drawing/2014/main" id="{BA98163A-0A88-459E-AF6B-750FE0508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1478"/>
                <a:ext cx="81" cy="114"/>
              </a:xfrm>
              <a:custGeom>
                <a:avLst/>
                <a:gdLst>
                  <a:gd name="T0" fmla="*/ 0 w 35"/>
                  <a:gd name="T1" fmla="*/ 0 h 46"/>
                  <a:gd name="T2" fmla="*/ 433 w 35"/>
                  <a:gd name="T3" fmla="*/ 701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46">
                    <a:moveTo>
                      <a:pt x="0" y="0"/>
                    </a:moveTo>
                    <a:cubicBezTo>
                      <a:pt x="17" y="2"/>
                      <a:pt x="32" y="30"/>
                      <a:pt x="35" y="46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7" name="Freeform 625">
                <a:extLst>
                  <a:ext uri="{FF2B5EF4-FFF2-40B4-BE49-F238E27FC236}">
                    <a16:creationId xmlns:a16="http://schemas.microsoft.com/office/drawing/2014/main" id="{2041AC2D-927F-40D0-8336-23346938A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271"/>
                <a:ext cx="1128" cy="445"/>
              </a:xfrm>
              <a:custGeom>
                <a:avLst/>
                <a:gdLst>
                  <a:gd name="T0" fmla="*/ 0 w 487"/>
                  <a:gd name="T1" fmla="*/ 0 h 180"/>
                  <a:gd name="T2" fmla="*/ 917 w 487"/>
                  <a:gd name="T3" fmla="*/ 482 h 180"/>
                  <a:gd name="T4" fmla="*/ 2001 w 487"/>
                  <a:gd name="T5" fmla="*/ 618 h 180"/>
                  <a:gd name="T6" fmla="*/ 2372 w 487"/>
                  <a:gd name="T7" fmla="*/ 1046 h 180"/>
                  <a:gd name="T8" fmla="*/ 3009 w 487"/>
                  <a:gd name="T9" fmla="*/ 1362 h 180"/>
                  <a:gd name="T10" fmla="*/ 3701 w 487"/>
                  <a:gd name="T11" fmla="*/ 1859 h 180"/>
                  <a:gd name="T12" fmla="*/ 4720 w 487"/>
                  <a:gd name="T13" fmla="*/ 2022 h 180"/>
                  <a:gd name="T14" fmla="*/ 5258 w 487"/>
                  <a:gd name="T15" fmla="*/ 2450 h 180"/>
                  <a:gd name="T16" fmla="*/ 6052 w 487"/>
                  <a:gd name="T17" fmla="*/ 2719 h 1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7" h="180">
                    <a:moveTo>
                      <a:pt x="0" y="0"/>
                    </a:moveTo>
                    <a:cubicBezTo>
                      <a:pt x="26" y="6"/>
                      <a:pt x="47" y="26"/>
                      <a:pt x="74" y="32"/>
                    </a:cubicBezTo>
                    <a:cubicBezTo>
                      <a:pt x="102" y="38"/>
                      <a:pt x="137" y="28"/>
                      <a:pt x="161" y="41"/>
                    </a:cubicBezTo>
                    <a:cubicBezTo>
                      <a:pt x="174" y="48"/>
                      <a:pt x="180" y="60"/>
                      <a:pt x="191" y="69"/>
                    </a:cubicBezTo>
                    <a:cubicBezTo>
                      <a:pt x="206" y="81"/>
                      <a:pt x="227" y="78"/>
                      <a:pt x="242" y="90"/>
                    </a:cubicBezTo>
                    <a:cubicBezTo>
                      <a:pt x="261" y="105"/>
                      <a:pt x="273" y="118"/>
                      <a:pt x="298" y="123"/>
                    </a:cubicBezTo>
                    <a:cubicBezTo>
                      <a:pt x="325" y="129"/>
                      <a:pt x="354" y="124"/>
                      <a:pt x="380" y="134"/>
                    </a:cubicBezTo>
                    <a:cubicBezTo>
                      <a:pt x="396" y="140"/>
                      <a:pt x="408" y="153"/>
                      <a:pt x="423" y="162"/>
                    </a:cubicBezTo>
                    <a:cubicBezTo>
                      <a:pt x="443" y="173"/>
                      <a:pt x="470" y="169"/>
                      <a:pt x="487" y="180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8" name="Freeform 626">
                <a:extLst>
                  <a:ext uri="{FF2B5EF4-FFF2-40B4-BE49-F238E27FC236}">
                    <a16:creationId xmlns:a16="http://schemas.microsoft.com/office/drawing/2014/main" id="{98266C53-4CE0-4E86-9B50-6A8348693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" y="2441"/>
                <a:ext cx="1128" cy="373"/>
              </a:xfrm>
              <a:custGeom>
                <a:avLst/>
                <a:gdLst>
                  <a:gd name="T0" fmla="*/ 0 w 487"/>
                  <a:gd name="T1" fmla="*/ 0 h 151"/>
                  <a:gd name="T2" fmla="*/ 933 w 487"/>
                  <a:gd name="T3" fmla="*/ 768 h 151"/>
                  <a:gd name="T4" fmla="*/ 1651 w 487"/>
                  <a:gd name="T5" fmla="*/ 951 h 151"/>
                  <a:gd name="T6" fmla="*/ 2425 w 487"/>
                  <a:gd name="T7" fmla="*/ 951 h 151"/>
                  <a:gd name="T8" fmla="*/ 3192 w 487"/>
                  <a:gd name="T9" fmla="*/ 1445 h 151"/>
                  <a:gd name="T10" fmla="*/ 4313 w 487"/>
                  <a:gd name="T11" fmla="*/ 1989 h 151"/>
                  <a:gd name="T12" fmla="*/ 4908 w 487"/>
                  <a:gd name="T13" fmla="*/ 2171 h 151"/>
                  <a:gd name="T14" fmla="*/ 5392 w 487"/>
                  <a:gd name="T15" fmla="*/ 2142 h 151"/>
                  <a:gd name="T16" fmla="*/ 6052 w 487"/>
                  <a:gd name="T17" fmla="*/ 2275 h 1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7" h="151">
                    <a:moveTo>
                      <a:pt x="0" y="0"/>
                    </a:moveTo>
                    <a:cubicBezTo>
                      <a:pt x="16" y="21"/>
                      <a:pt x="50" y="43"/>
                      <a:pt x="75" y="51"/>
                    </a:cubicBezTo>
                    <a:cubicBezTo>
                      <a:pt x="93" y="56"/>
                      <a:pt x="114" y="60"/>
                      <a:pt x="133" y="63"/>
                    </a:cubicBezTo>
                    <a:cubicBezTo>
                      <a:pt x="154" y="67"/>
                      <a:pt x="175" y="61"/>
                      <a:pt x="195" y="63"/>
                    </a:cubicBezTo>
                    <a:cubicBezTo>
                      <a:pt x="220" y="66"/>
                      <a:pt x="236" y="84"/>
                      <a:pt x="257" y="96"/>
                    </a:cubicBezTo>
                    <a:cubicBezTo>
                      <a:pt x="286" y="114"/>
                      <a:pt x="314" y="124"/>
                      <a:pt x="347" y="132"/>
                    </a:cubicBezTo>
                    <a:cubicBezTo>
                      <a:pt x="361" y="136"/>
                      <a:pt x="380" y="144"/>
                      <a:pt x="395" y="144"/>
                    </a:cubicBezTo>
                    <a:cubicBezTo>
                      <a:pt x="411" y="143"/>
                      <a:pt x="418" y="137"/>
                      <a:pt x="434" y="142"/>
                    </a:cubicBezTo>
                    <a:cubicBezTo>
                      <a:pt x="453" y="147"/>
                      <a:pt x="468" y="151"/>
                      <a:pt x="487" y="151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9" name="Freeform 627">
                <a:extLst>
                  <a:ext uri="{FF2B5EF4-FFF2-40B4-BE49-F238E27FC236}">
                    <a16:creationId xmlns:a16="http://schemas.microsoft.com/office/drawing/2014/main" id="{D28BDB90-A7D7-45AE-BCBA-BC43EC990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619"/>
                <a:ext cx="142" cy="42"/>
              </a:xfrm>
              <a:custGeom>
                <a:avLst/>
                <a:gdLst>
                  <a:gd name="T0" fmla="*/ 0 w 61"/>
                  <a:gd name="T1" fmla="*/ 195 h 17"/>
                  <a:gd name="T2" fmla="*/ 514 w 61"/>
                  <a:gd name="T3" fmla="*/ 195 h 17"/>
                  <a:gd name="T4" fmla="*/ 771 w 6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7">
                    <a:moveTo>
                      <a:pt x="0" y="13"/>
                    </a:moveTo>
                    <a:cubicBezTo>
                      <a:pt x="11" y="16"/>
                      <a:pt x="30" y="17"/>
                      <a:pt x="41" y="13"/>
                    </a:cubicBezTo>
                    <a:cubicBezTo>
                      <a:pt x="49" y="9"/>
                      <a:pt x="51" y="0"/>
                      <a:pt x="61" y="0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0" name="Freeform 628">
                <a:extLst>
                  <a:ext uri="{FF2B5EF4-FFF2-40B4-BE49-F238E27FC236}">
                    <a16:creationId xmlns:a16="http://schemas.microsoft.com/office/drawing/2014/main" id="{EF9BD9F0-6628-46C4-A134-72B101629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291"/>
                <a:ext cx="37" cy="103"/>
              </a:xfrm>
              <a:custGeom>
                <a:avLst/>
                <a:gdLst>
                  <a:gd name="T0" fmla="*/ 0 w 16"/>
                  <a:gd name="T1" fmla="*/ 0 h 42"/>
                  <a:gd name="T2" fmla="*/ 199 w 16"/>
                  <a:gd name="T3" fmla="*/ 62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cubicBezTo>
                      <a:pt x="5" y="14"/>
                      <a:pt x="6" y="31"/>
                      <a:pt x="16" y="42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1" name="Freeform 629">
                <a:extLst>
                  <a:ext uri="{FF2B5EF4-FFF2-40B4-BE49-F238E27FC236}">
                    <a16:creationId xmlns:a16="http://schemas.microsoft.com/office/drawing/2014/main" id="{5065F3EB-7E74-428D-84BE-05B3C0FEF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501"/>
                <a:ext cx="82" cy="42"/>
              </a:xfrm>
              <a:custGeom>
                <a:avLst/>
                <a:gdLst>
                  <a:gd name="T0" fmla="*/ 0 w 35"/>
                  <a:gd name="T1" fmla="*/ 257 h 17"/>
                  <a:gd name="T2" fmla="*/ 450 w 35"/>
                  <a:gd name="T3" fmla="*/ 1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17"/>
                    </a:moveTo>
                    <a:cubicBezTo>
                      <a:pt x="5" y="0"/>
                      <a:pt x="20" y="1"/>
                      <a:pt x="35" y="1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2" name="Freeform 630">
                <a:extLst>
                  <a:ext uri="{FF2B5EF4-FFF2-40B4-BE49-F238E27FC236}">
                    <a16:creationId xmlns:a16="http://schemas.microsoft.com/office/drawing/2014/main" id="{0141EC96-BEDD-4FEF-A120-4CAA82E33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113"/>
                <a:ext cx="56" cy="202"/>
              </a:xfrm>
              <a:custGeom>
                <a:avLst/>
                <a:gdLst>
                  <a:gd name="T0" fmla="*/ 28 w 24"/>
                  <a:gd name="T1" fmla="*/ 0 h 82"/>
                  <a:gd name="T2" fmla="*/ 49 w 24"/>
                  <a:gd name="T3" fmla="*/ 655 h 82"/>
                  <a:gd name="T4" fmla="*/ 306 w 24"/>
                  <a:gd name="T5" fmla="*/ 1227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82">
                    <a:moveTo>
                      <a:pt x="2" y="0"/>
                    </a:moveTo>
                    <a:cubicBezTo>
                      <a:pt x="7" y="14"/>
                      <a:pt x="0" y="29"/>
                      <a:pt x="4" y="44"/>
                    </a:cubicBezTo>
                    <a:cubicBezTo>
                      <a:pt x="7" y="58"/>
                      <a:pt x="16" y="70"/>
                      <a:pt x="24" y="82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3" name="Freeform 631">
                <a:extLst>
                  <a:ext uri="{FF2B5EF4-FFF2-40B4-BE49-F238E27FC236}">
                    <a16:creationId xmlns:a16="http://schemas.microsoft.com/office/drawing/2014/main" id="{F425F613-DE52-45E4-9092-5466AA611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2222"/>
                <a:ext cx="67" cy="39"/>
              </a:xfrm>
              <a:custGeom>
                <a:avLst/>
                <a:gdLst>
                  <a:gd name="T0" fmla="*/ 358 w 29"/>
                  <a:gd name="T1" fmla="*/ 232 h 16"/>
                  <a:gd name="T2" fmla="*/ 0 w 2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29" y="16"/>
                    </a:moveTo>
                    <a:cubicBezTo>
                      <a:pt x="21" y="7"/>
                      <a:pt x="1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4" name="Freeform 632">
                <a:extLst>
                  <a:ext uri="{FF2B5EF4-FFF2-40B4-BE49-F238E27FC236}">
                    <a16:creationId xmlns:a16="http://schemas.microsoft.com/office/drawing/2014/main" id="{85FC82C8-857A-4689-8461-6205532B4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725"/>
                <a:ext cx="88" cy="316"/>
              </a:xfrm>
              <a:custGeom>
                <a:avLst/>
                <a:gdLst>
                  <a:gd name="T0" fmla="*/ 472 w 38"/>
                  <a:gd name="T1" fmla="*/ 0 h 128"/>
                  <a:gd name="T2" fmla="*/ 28 w 38"/>
                  <a:gd name="T3" fmla="*/ 1128 h 128"/>
                  <a:gd name="T4" fmla="*/ 301 w 38"/>
                  <a:gd name="T5" fmla="*/ 1926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28">
                    <a:moveTo>
                      <a:pt x="38" y="0"/>
                    </a:moveTo>
                    <a:cubicBezTo>
                      <a:pt x="28" y="25"/>
                      <a:pt x="5" y="49"/>
                      <a:pt x="2" y="75"/>
                    </a:cubicBezTo>
                    <a:cubicBezTo>
                      <a:pt x="0" y="97"/>
                      <a:pt x="16" y="114"/>
                      <a:pt x="24" y="128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5" name="Freeform 633">
                <a:extLst>
                  <a:ext uri="{FF2B5EF4-FFF2-40B4-BE49-F238E27FC236}">
                    <a16:creationId xmlns:a16="http://schemas.microsoft.com/office/drawing/2014/main" id="{E5189619-43F2-4B16-988B-591B7283D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982"/>
                <a:ext cx="35" cy="86"/>
              </a:xfrm>
              <a:custGeom>
                <a:avLst/>
                <a:gdLst>
                  <a:gd name="T0" fmla="*/ 142 w 15"/>
                  <a:gd name="T1" fmla="*/ 0 h 35"/>
                  <a:gd name="T2" fmla="*/ 0 w 15"/>
                  <a:gd name="T3" fmla="*/ 518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5">
                    <a:moveTo>
                      <a:pt x="11" y="0"/>
                    </a:moveTo>
                    <a:cubicBezTo>
                      <a:pt x="15" y="15"/>
                      <a:pt x="12" y="26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6" name="Freeform 634">
                <a:extLst>
                  <a:ext uri="{FF2B5EF4-FFF2-40B4-BE49-F238E27FC236}">
                    <a16:creationId xmlns:a16="http://schemas.microsoft.com/office/drawing/2014/main" id="{813DE31D-8D18-4280-80B0-B37F84073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685"/>
                <a:ext cx="278" cy="532"/>
              </a:xfrm>
              <a:custGeom>
                <a:avLst/>
                <a:gdLst>
                  <a:gd name="T0" fmla="*/ 0 w 120"/>
                  <a:gd name="T1" fmla="*/ 0 h 215"/>
                  <a:gd name="T2" fmla="*/ 774 w 120"/>
                  <a:gd name="T3" fmla="*/ 1819 h 215"/>
                  <a:gd name="T4" fmla="*/ 1358 w 120"/>
                  <a:gd name="T5" fmla="*/ 2321 h 215"/>
                  <a:gd name="T6" fmla="*/ 1492 w 120"/>
                  <a:gd name="T7" fmla="*/ 2816 h 215"/>
                  <a:gd name="T8" fmla="*/ 1341 w 120"/>
                  <a:gd name="T9" fmla="*/ 3256 h 2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215">
                    <a:moveTo>
                      <a:pt x="0" y="0"/>
                    </a:moveTo>
                    <a:cubicBezTo>
                      <a:pt x="27" y="16"/>
                      <a:pt x="100" y="87"/>
                      <a:pt x="62" y="120"/>
                    </a:cubicBezTo>
                    <a:cubicBezTo>
                      <a:pt x="82" y="103"/>
                      <a:pt x="102" y="137"/>
                      <a:pt x="109" y="153"/>
                    </a:cubicBezTo>
                    <a:cubicBezTo>
                      <a:pt x="113" y="162"/>
                      <a:pt x="120" y="176"/>
                      <a:pt x="120" y="186"/>
                    </a:cubicBezTo>
                    <a:cubicBezTo>
                      <a:pt x="120" y="195"/>
                      <a:pt x="108" y="213"/>
                      <a:pt x="108" y="215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7" name="Freeform 635">
                <a:extLst>
                  <a:ext uri="{FF2B5EF4-FFF2-40B4-BE49-F238E27FC236}">
                    <a16:creationId xmlns:a16="http://schemas.microsoft.com/office/drawing/2014/main" id="{E3BA4744-0C40-491C-8954-67FF735D6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162"/>
                <a:ext cx="23" cy="40"/>
              </a:xfrm>
              <a:custGeom>
                <a:avLst/>
                <a:gdLst>
                  <a:gd name="T0" fmla="*/ 0 w 10"/>
                  <a:gd name="T1" fmla="*/ 0 h 16"/>
                  <a:gd name="T2" fmla="*/ 122 w 10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1" y="7"/>
                      <a:pt x="5" y="12"/>
                      <a:pt x="10" y="16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8" name="Freeform 636">
                <a:extLst>
                  <a:ext uri="{FF2B5EF4-FFF2-40B4-BE49-F238E27FC236}">
                    <a16:creationId xmlns:a16="http://schemas.microsoft.com/office/drawing/2014/main" id="{27E3E103-F8D8-485F-B0BA-5BE60C13A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742"/>
                <a:ext cx="53" cy="60"/>
              </a:xfrm>
              <a:custGeom>
                <a:avLst/>
                <a:gdLst>
                  <a:gd name="T0" fmla="*/ 0 w 23"/>
                  <a:gd name="T1" fmla="*/ 0 h 24"/>
                  <a:gd name="T2" fmla="*/ 281 w 23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4">
                    <a:moveTo>
                      <a:pt x="0" y="0"/>
                    </a:moveTo>
                    <a:cubicBezTo>
                      <a:pt x="18" y="9"/>
                      <a:pt x="18" y="10"/>
                      <a:pt x="23" y="24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9" name="Freeform 637">
                <a:extLst>
                  <a:ext uri="{FF2B5EF4-FFF2-40B4-BE49-F238E27FC236}">
                    <a16:creationId xmlns:a16="http://schemas.microsoft.com/office/drawing/2014/main" id="{69F1111F-A6D9-4B16-9995-C4DA4E9E5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352"/>
                <a:ext cx="14" cy="39"/>
              </a:xfrm>
              <a:custGeom>
                <a:avLst/>
                <a:gdLst>
                  <a:gd name="T0" fmla="*/ 77 w 6"/>
                  <a:gd name="T1" fmla="*/ 0 h 16"/>
                  <a:gd name="T2" fmla="*/ 12 w 6"/>
                  <a:gd name="T3" fmla="*/ 23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6" y="0"/>
                    </a:moveTo>
                    <a:cubicBezTo>
                      <a:pt x="0" y="8"/>
                      <a:pt x="1" y="10"/>
                      <a:pt x="1" y="16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0" name="Freeform 638">
                <a:extLst>
                  <a:ext uri="{FF2B5EF4-FFF2-40B4-BE49-F238E27FC236}">
                    <a16:creationId xmlns:a16="http://schemas.microsoft.com/office/drawing/2014/main" id="{077A917F-81D9-461A-B12A-A9EAD3839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1344"/>
                <a:ext cx="19" cy="146"/>
              </a:xfrm>
              <a:custGeom>
                <a:avLst/>
                <a:gdLst>
                  <a:gd name="T0" fmla="*/ 0 w 8"/>
                  <a:gd name="T1" fmla="*/ 0 h 59"/>
                  <a:gd name="T2" fmla="*/ 40 w 8"/>
                  <a:gd name="T3" fmla="*/ 893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9">
                    <a:moveTo>
                      <a:pt x="0" y="0"/>
                    </a:moveTo>
                    <a:cubicBezTo>
                      <a:pt x="7" y="13"/>
                      <a:pt x="8" y="36"/>
                      <a:pt x="3" y="59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1" name="Freeform 639">
                <a:extLst>
                  <a:ext uri="{FF2B5EF4-FFF2-40B4-BE49-F238E27FC236}">
                    <a16:creationId xmlns:a16="http://schemas.microsoft.com/office/drawing/2014/main" id="{AED7C1E3-8C16-4FA1-B09C-C3985274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416"/>
                <a:ext cx="21" cy="89"/>
              </a:xfrm>
              <a:custGeom>
                <a:avLst/>
                <a:gdLst>
                  <a:gd name="T0" fmla="*/ 103 w 9"/>
                  <a:gd name="T1" fmla="*/ 0 h 36"/>
                  <a:gd name="T2" fmla="*/ 28 w 9"/>
                  <a:gd name="T3" fmla="*/ 544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6">
                    <a:moveTo>
                      <a:pt x="8" y="0"/>
                    </a:moveTo>
                    <a:cubicBezTo>
                      <a:pt x="9" y="16"/>
                      <a:pt x="0" y="18"/>
                      <a:pt x="2" y="36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2" name="Freeform 640">
                <a:extLst>
                  <a:ext uri="{FF2B5EF4-FFF2-40B4-BE49-F238E27FC236}">
                    <a16:creationId xmlns:a16="http://schemas.microsoft.com/office/drawing/2014/main" id="{AE55B7A4-AFEE-4591-83DA-2C1B34F9C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584"/>
                <a:ext cx="28" cy="116"/>
              </a:xfrm>
              <a:custGeom>
                <a:avLst/>
                <a:gdLst>
                  <a:gd name="T0" fmla="*/ 77 w 12"/>
                  <a:gd name="T1" fmla="*/ 0 h 47"/>
                  <a:gd name="T2" fmla="*/ 77 w 12"/>
                  <a:gd name="T3" fmla="*/ 706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7">
                    <a:moveTo>
                      <a:pt x="6" y="0"/>
                    </a:moveTo>
                    <a:cubicBezTo>
                      <a:pt x="12" y="17"/>
                      <a:pt x="0" y="32"/>
                      <a:pt x="6" y="47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3" name="Freeform 641">
                <a:extLst>
                  <a:ext uri="{FF2B5EF4-FFF2-40B4-BE49-F238E27FC236}">
                    <a16:creationId xmlns:a16="http://schemas.microsoft.com/office/drawing/2014/main" id="{7776FEF1-3D8E-47D6-94EE-4C502DCE4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661"/>
                <a:ext cx="37" cy="79"/>
              </a:xfrm>
              <a:custGeom>
                <a:avLst/>
                <a:gdLst>
                  <a:gd name="T0" fmla="*/ 0 w 16"/>
                  <a:gd name="T1" fmla="*/ 0 h 32"/>
                  <a:gd name="T2" fmla="*/ 199 w 16"/>
                  <a:gd name="T3" fmla="*/ 48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2">
                    <a:moveTo>
                      <a:pt x="0" y="0"/>
                    </a:moveTo>
                    <a:cubicBezTo>
                      <a:pt x="1" y="11"/>
                      <a:pt x="8" y="25"/>
                      <a:pt x="16" y="32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4" name="Freeform 642">
                <a:extLst>
                  <a:ext uri="{FF2B5EF4-FFF2-40B4-BE49-F238E27FC236}">
                    <a16:creationId xmlns:a16="http://schemas.microsoft.com/office/drawing/2014/main" id="{82E18C3F-417D-494B-9483-C9E9B3C76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286"/>
                <a:ext cx="271" cy="343"/>
              </a:xfrm>
              <a:custGeom>
                <a:avLst/>
                <a:gdLst>
                  <a:gd name="T0" fmla="*/ 0 w 117"/>
                  <a:gd name="T1" fmla="*/ 1967 h 139"/>
                  <a:gd name="T2" fmla="*/ 595 w 117"/>
                  <a:gd name="T3" fmla="*/ 1875 h 139"/>
                  <a:gd name="T4" fmla="*/ 1181 w 117"/>
                  <a:gd name="T5" fmla="*/ 1219 h 139"/>
                  <a:gd name="T6" fmla="*/ 1378 w 117"/>
                  <a:gd name="T7" fmla="*/ 614 h 139"/>
                  <a:gd name="T8" fmla="*/ 1455 w 117"/>
                  <a:gd name="T9" fmla="*/ 0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139">
                    <a:moveTo>
                      <a:pt x="0" y="131"/>
                    </a:moveTo>
                    <a:cubicBezTo>
                      <a:pt x="11" y="139"/>
                      <a:pt x="37" y="129"/>
                      <a:pt x="48" y="125"/>
                    </a:cubicBezTo>
                    <a:cubicBezTo>
                      <a:pt x="71" y="116"/>
                      <a:pt x="89" y="105"/>
                      <a:pt x="95" y="81"/>
                    </a:cubicBezTo>
                    <a:cubicBezTo>
                      <a:pt x="99" y="66"/>
                      <a:pt x="105" y="54"/>
                      <a:pt x="111" y="41"/>
                    </a:cubicBezTo>
                    <a:cubicBezTo>
                      <a:pt x="116" y="29"/>
                      <a:pt x="116" y="13"/>
                      <a:pt x="117" y="0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5" name="Freeform 643">
                <a:extLst>
                  <a:ext uri="{FF2B5EF4-FFF2-40B4-BE49-F238E27FC236}">
                    <a16:creationId xmlns:a16="http://schemas.microsoft.com/office/drawing/2014/main" id="{1FEF2ADD-238C-47B8-B373-CD891E0C2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503"/>
                <a:ext cx="26" cy="114"/>
              </a:xfrm>
              <a:custGeom>
                <a:avLst/>
                <a:gdLst>
                  <a:gd name="T0" fmla="*/ 144 w 11"/>
                  <a:gd name="T1" fmla="*/ 0 h 46"/>
                  <a:gd name="T2" fmla="*/ 135 w 11"/>
                  <a:gd name="T3" fmla="*/ 701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6">
                    <a:moveTo>
                      <a:pt x="11" y="0"/>
                    </a:moveTo>
                    <a:cubicBezTo>
                      <a:pt x="6" y="13"/>
                      <a:pt x="0" y="35"/>
                      <a:pt x="10" y="46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6" name="Freeform 644">
                <a:extLst>
                  <a:ext uri="{FF2B5EF4-FFF2-40B4-BE49-F238E27FC236}">
                    <a16:creationId xmlns:a16="http://schemas.microsoft.com/office/drawing/2014/main" id="{88C90FC6-B9C1-4616-A354-86A60268C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301"/>
                <a:ext cx="64" cy="74"/>
              </a:xfrm>
              <a:custGeom>
                <a:avLst/>
                <a:gdLst>
                  <a:gd name="T0" fmla="*/ 0 w 28"/>
                  <a:gd name="T1" fmla="*/ 451 h 30"/>
                  <a:gd name="T2" fmla="*/ 110 w 28"/>
                  <a:gd name="T3" fmla="*/ 224 h 30"/>
                  <a:gd name="T4" fmla="*/ 334 w 28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0" y="30"/>
                    </a:moveTo>
                    <a:cubicBezTo>
                      <a:pt x="4" y="25"/>
                      <a:pt x="5" y="20"/>
                      <a:pt x="9" y="15"/>
                    </a:cubicBezTo>
                    <a:cubicBezTo>
                      <a:pt x="14" y="9"/>
                      <a:pt x="22" y="5"/>
                      <a:pt x="28" y="0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7" name="Freeform 645">
                <a:extLst>
                  <a:ext uri="{FF2B5EF4-FFF2-40B4-BE49-F238E27FC236}">
                    <a16:creationId xmlns:a16="http://schemas.microsoft.com/office/drawing/2014/main" id="{BC23AE41-C172-4F54-9B14-6D529EF08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066"/>
                <a:ext cx="19" cy="128"/>
              </a:xfrm>
              <a:custGeom>
                <a:avLst/>
                <a:gdLst>
                  <a:gd name="T0" fmla="*/ 29 w 8"/>
                  <a:gd name="T1" fmla="*/ 0 h 52"/>
                  <a:gd name="T2" fmla="*/ 0 w 8"/>
                  <a:gd name="T3" fmla="*/ 775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2">
                    <a:moveTo>
                      <a:pt x="2" y="0"/>
                    </a:moveTo>
                    <a:cubicBezTo>
                      <a:pt x="1" y="17"/>
                      <a:pt x="8" y="35"/>
                      <a:pt x="0" y="52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8" name="Freeform 646">
                <a:extLst>
                  <a:ext uri="{FF2B5EF4-FFF2-40B4-BE49-F238E27FC236}">
                    <a16:creationId xmlns:a16="http://schemas.microsoft.com/office/drawing/2014/main" id="{D60BE5EE-7ABE-4ABA-8109-E32EFFF78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696"/>
                <a:ext cx="169" cy="27"/>
              </a:xfrm>
              <a:custGeom>
                <a:avLst/>
                <a:gdLst>
                  <a:gd name="T0" fmla="*/ 0 w 73"/>
                  <a:gd name="T1" fmla="*/ 162 h 11"/>
                  <a:gd name="T2" fmla="*/ 623 w 73"/>
                  <a:gd name="T3" fmla="*/ 91 h 11"/>
                  <a:gd name="T4" fmla="*/ 905 w 73"/>
                  <a:gd name="T5" fmla="*/ 16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1">
                    <a:moveTo>
                      <a:pt x="0" y="11"/>
                    </a:moveTo>
                    <a:cubicBezTo>
                      <a:pt x="11" y="0"/>
                      <a:pt x="36" y="3"/>
                      <a:pt x="50" y="6"/>
                    </a:cubicBezTo>
                    <a:cubicBezTo>
                      <a:pt x="58" y="7"/>
                      <a:pt x="65" y="9"/>
                      <a:pt x="73" y="11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9" name="Freeform 647">
                <a:extLst>
                  <a:ext uri="{FF2B5EF4-FFF2-40B4-BE49-F238E27FC236}">
                    <a16:creationId xmlns:a16="http://schemas.microsoft.com/office/drawing/2014/main" id="{E723F541-2F5F-4363-A45D-CFD6B2411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797"/>
                <a:ext cx="106" cy="45"/>
              </a:xfrm>
              <a:custGeom>
                <a:avLst/>
                <a:gdLst>
                  <a:gd name="T0" fmla="*/ 0 w 46"/>
                  <a:gd name="T1" fmla="*/ 0 h 18"/>
                  <a:gd name="T2" fmla="*/ 562 w 46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8">
                    <a:moveTo>
                      <a:pt x="0" y="0"/>
                    </a:moveTo>
                    <a:cubicBezTo>
                      <a:pt x="17" y="3"/>
                      <a:pt x="31" y="9"/>
                      <a:pt x="46" y="18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0" name="Freeform 648">
                <a:extLst>
                  <a:ext uri="{FF2B5EF4-FFF2-40B4-BE49-F238E27FC236}">
                    <a16:creationId xmlns:a16="http://schemas.microsoft.com/office/drawing/2014/main" id="{B48BC3D3-EEAB-4306-97B9-2F96B14E3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278"/>
                <a:ext cx="33" cy="37"/>
              </a:xfrm>
              <a:custGeom>
                <a:avLst/>
                <a:gdLst>
                  <a:gd name="T0" fmla="*/ 40 w 14"/>
                  <a:gd name="T1" fmla="*/ 224 h 15"/>
                  <a:gd name="T2" fmla="*/ 0 w 14"/>
                  <a:gd name="T3" fmla="*/ 121 h 15"/>
                  <a:gd name="T4" fmla="*/ 118 w 14"/>
                  <a:gd name="T5" fmla="*/ 133 h 15"/>
                  <a:gd name="T6" fmla="*/ 40 w 1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3" y="15"/>
                    </a:moveTo>
                    <a:cubicBezTo>
                      <a:pt x="2" y="13"/>
                      <a:pt x="0" y="10"/>
                      <a:pt x="0" y="8"/>
                    </a:cubicBezTo>
                    <a:cubicBezTo>
                      <a:pt x="3" y="6"/>
                      <a:pt x="7" y="10"/>
                      <a:pt x="9" y="9"/>
                    </a:cubicBezTo>
                    <a:cubicBezTo>
                      <a:pt x="14" y="7"/>
                      <a:pt x="6" y="1"/>
                      <a:pt x="3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1" name="Freeform 649">
                <a:extLst>
                  <a:ext uri="{FF2B5EF4-FFF2-40B4-BE49-F238E27FC236}">
                    <a16:creationId xmlns:a16="http://schemas.microsoft.com/office/drawing/2014/main" id="{FEB61C62-6C4F-41BB-9DC4-AA5AABEA1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152"/>
                <a:ext cx="35" cy="50"/>
              </a:xfrm>
              <a:custGeom>
                <a:avLst/>
                <a:gdLst>
                  <a:gd name="T0" fmla="*/ 86 w 15"/>
                  <a:gd name="T1" fmla="*/ 313 h 20"/>
                  <a:gd name="T2" fmla="*/ 180 w 15"/>
                  <a:gd name="T3" fmla="*/ 208 h 20"/>
                  <a:gd name="T4" fmla="*/ 65 w 15"/>
                  <a:gd name="T5" fmla="*/ 208 h 20"/>
                  <a:gd name="T6" fmla="*/ 114 w 15"/>
                  <a:gd name="T7" fmla="*/ 33 h 20"/>
                  <a:gd name="T8" fmla="*/ 0 w 15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7" y="20"/>
                    </a:moveTo>
                    <a:cubicBezTo>
                      <a:pt x="9" y="18"/>
                      <a:pt x="12" y="16"/>
                      <a:pt x="14" y="13"/>
                    </a:cubicBezTo>
                    <a:cubicBezTo>
                      <a:pt x="11" y="12"/>
                      <a:pt x="8" y="13"/>
                      <a:pt x="5" y="13"/>
                    </a:cubicBezTo>
                    <a:cubicBezTo>
                      <a:pt x="9" y="9"/>
                      <a:pt x="15" y="5"/>
                      <a:pt x="9" y="2"/>
                    </a:cubicBezTo>
                    <a:cubicBezTo>
                      <a:pt x="6" y="0"/>
                      <a:pt x="2" y="2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2" name="Freeform 650">
                <a:extLst>
                  <a:ext uri="{FF2B5EF4-FFF2-40B4-BE49-F238E27FC236}">
                    <a16:creationId xmlns:a16="http://schemas.microsoft.com/office/drawing/2014/main" id="{F9B7BB2E-18F5-4827-8820-C37B22768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175"/>
                <a:ext cx="28" cy="24"/>
              </a:xfrm>
              <a:custGeom>
                <a:avLst/>
                <a:gdLst>
                  <a:gd name="T0" fmla="*/ 126 w 12"/>
                  <a:gd name="T1" fmla="*/ 139 h 10"/>
                  <a:gd name="T2" fmla="*/ 152 w 12"/>
                  <a:gd name="T3" fmla="*/ 2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0" y="10"/>
                    </a:moveTo>
                    <a:cubicBezTo>
                      <a:pt x="0" y="4"/>
                      <a:pt x="3" y="0"/>
                      <a:pt x="12" y="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3" name="Freeform 651">
                <a:extLst>
                  <a:ext uri="{FF2B5EF4-FFF2-40B4-BE49-F238E27FC236}">
                    <a16:creationId xmlns:a16="http://schemas.microsoft.com/office/drawing/2014/main" id="{AA102791-76DA-44D1-9EC0-6E517EF73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1935"/>
                <a:ext cx="26" cy="42"/>
              </a:xfrm>
              <a:custGeom>
                <a:avLst/>
                <a:gdLst>
                  <a:gd name="T0" fmla="*/ 40 w 11"/>
                  <a:gd name="T1" fmla="*/ 257 h 17"/>
                  <a:gd name="T2" fmla="*/ 0 w 11"/>
                  <a:gd name="T3" fmla="*/ 91 h 17"/>
                  <a:gd name="T4" fmla="*/ 135 w 11"/>
                  <a:gd name="T5" fmla="*/ 166 h 17"/>
                  <a:gd name="T6" fmla="*/ 78 w 1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3" y="17"/>
                    </a:moveTo>
                    <a:cubicBezTo>
                      <a:pt x="3" y="13"/>
                      <a:pt x="1" y="10"/>
                      <a:pt x="0" y="6"/>
                    </a:cubicBezTo>
                    <a:cubicBezTo>
                      <a:pt x="4" y="7"/>
                      <a:pt x="6" y="11"/>
                      <a:pt x="10" y="11"/>
                    </a:cubicBezTo>
                    <a:cubicBezTo>
                      <a:pt x="11" y="7"/>
                      <a:pt x="7" y="4"/>
                      <a:pt x="6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4" name="Freeform 652">
                <a:extLst>
                  <a:ext uri="{FF2B5EF4-FFF2-40B4-BE49-F238E27FC236}">
                    <a16:creationId xmlns:a16="http://schemas.microsoft.com/office/drawing/2014/main" id="{226A9EA8-68F1-478C-8E8C-8CA927C5A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920"/>
                <a:ext cx="32" cy="37"/>
              </a:xfrm>
              <a:custGeom>
                <a:avLst/>
                <a:gdLst>
                  <a:gd name="T0" fmla="*/ 94 w 14"/>
                  <a:gd name="T1" fmla="*/ 195 h 15"/>
                  <a:gd name="T2" fmla="*/ 130 w 14"/>
                  <a:gd name="T3" fmla="*/ 42 h 15"/>
                  <a:gd name="T4" fmla="*/ 0 w 14"/>
                  <a:gd name="T5" fmla="*/ 2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8" y="13"/>
                    </a:moveTo>
                    <a:cubicBezTo>
                      <a:pt x="11" y="12"/>
                      <a:pt x="14" y="6"/>
                      <a:pt x="11" y="3"/>
                    </a:cubicBezTo>
                    <a:cubicBezTo>
                      <a:pt x="8" y="0"/>
                      <a:pt x="1" y="13"/>
                      <a:pt x="0" y="15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5" name="Freeform 653">
                <a:extLst>
                  <a:ext uri="{FF2B5EF4-FFF2-40B4-BE49-F238E27FC236}">
                    <a16:creationId xmlns:a16="http://schemas.microsoft.com/office/drawing/2014/main" id="{AA4ABFEA-175F-46D0-A50C-66EA642F4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900"/>
                <a:ext cx="31" cy="37"/>
              </a:xfrm>
              <a:custGeom>
                <a:avLst/>
                <a:gdLst>
                  <a:gd name="T0" fmla="*/ 41 w 13"/>
                  <a:gd name="T1" fmla="*/ 224 h 15"/>
                  <a:gd name="T2" fmla="*/ 12 w 13"/>
                  <a:gd name="T3" fmla="*/ 121 h 15"/>
                  <a:gd name="T4" fmla="*/ 119 w 13"/>
                  <a:gd name="T5" fmla="*/ 165 h 15"/>
                  <a:gd name="T6" fmla="*/ 107 w 13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3" y="15"/>
                    </a:moveTo>
                    <a:cubicBezTo>
                      <a:pt x="1" y="13"/>
                      <a:pt x="0" y="10"/>
                      <a:pt x="1" y="8"/>
                    </a:cubicBezTo>
                    <a:cubicBezTo>
                      <a:pt x="4" y="8"/>
                      <a:pt x="6" y="12"/>
                      <a:pt x="9" y="11"/>
                    </a:cubicBezTo>
                    <a:cubicBezTo>
                      <a:pt x="13" y="10"/>
                      <a:pt x="10" y="2"/>
                      <a:pt x="8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6" name="Freeform 654">
                <a:extLst>
                  <a:ext uri="{FF2B5EF4-FFF2-40B4-BE49-F238E27FC236}">
                    <a16:creationId xmlns:a16="http://schemas.microsoft.com/office/drawing/2014/main" id="{07D0BBA9-5AD9-4124-9A56-55A9B1271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110"/>
                <a:ext cx="72" cy="50"/>
              </a:xfrm>
              <a:custGeom>
                <a:avLst/>
                <a:gdLst>
                  <a:gd name="T0" fmla="*/ 362 w 31"/>
                  <a:gd name="T1" fmla="*/ 270 h 20"/>
                  <a:gd name="T2" fmla="*/ 362 w 31"/>
                  <a:gd name="T3" fmla="*/ 125 h 20"/>
                  <a:gd name="T4" fmla="*/ 286 w 31"/>
                  <a:gd name="T5" fmla="*/ 220 h 20"/>
                  <a:gd name="T6" fmla="*/ 102 w 31"/>
                  <a:gd name="T7" fmla="*/ 175 h 20"/>
                  <a:gd name="T8" fmla="*/ 86 w 31"/>
                  <a:gd name="T9" fmla="*/ 0 h 20"/>
                  <a:gd name="T10" fmla="*/ 0 w 31"/>
                  <a:gd name="T11" fmla="*/ 31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29" y="17"/>
                    </a:moveTo>
                    <a:cubicBezTo>
                      <a:pt x="30" y="14"/>
                      <a:pt x="31" y="11"/>
                      <a:pt x="29" y="8"/>
                    </a:cubicBezTo>
                    <a:cubicBezTo>
                      <a:pt x="26" y="10"/>
                      <a:pt x="25" y="12"/>
                      <a:pt x="23" y="14"/>
                    </a:cubicBezTo>
                    <a:cubicBezTo>
                      <a:pt x="25" y="0"/>
                      <a:pt x="14" y="1"/>
                      <a:pt x="8" y="11"/>
                    </a:cubicBezTo>
                    <a:cubicBezTo>
                      <a:pt x="9" y="7"/>
                      <a:pt x="8" y="3"/>
                      <a:pt x="7" y="0"/>
                    </a:cubicBezTo>
                    <a:cubicBezTo>
                      <a:pt x="2" y="3"/>
                      <a:pt x="1" y="14"/>
                      <a:pt x="0" y="2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7" name="Freeform 655">
                <a:extLst>
                  <a:ext uri="{FF2B5EF4-FFF2-40B4-BE49-F238E27FC236}">
                    <a16:creationId xmlns:a16="http://schemas.microsoft.com/office/drawing/2014/main" id="{BF90BF39-B715-4620-B98F-CBA1A0A27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33"/>
                <a:ext cx="33" cy="47"/>
              </a:xfrm>
              <a:custGeom>
                <a:avLst/>
                <a:gdLst>
                  <a:gd name="T0" fmla="*/ 40 w 14"/>
                  <a:gd name="T1" fmla="*/ 12 h 19"/>
                  <a:gd name="T2" fmla="*/ 28 w 14"/>
                  <a:gd name="T3" fmla="*/ 166 h 19"/>
                  <a:gd name="T4" fmla="*/ 156 w 14"/>
                  <a:gd name="T5" fmla="*/ 0 h 19"/>
                  <a:gd name="T6" fmla="*/ 156 w 14"/>
                  <a:gd name="T7" fmla="*/ 28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3" y="1"/>
                    </a:moveTo>
                    <a:cubicBezTo>
                      <a:pt x="1" y="4"/>
                      <a:pt x="0" y="8"/>
                      <a:pt x="2" y="11"/>
                    </a:cubicBezTo>
                    <a:cubicBezTo>
                      <a:pt x="7" y="8"/>
                      <a:pt x="8" y="3"/>
                      <a:pt x="12" y="0"/>
                    </a:cubicBezTo>
                    <a:cubicBezTo>
                      <a:pt x="14" y="5"/>
                      <a:pt x="14" y="14"/>
                      <a:pt x="12" y="19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8" name="Freeform 656">
                <a:extLst>
                  <a:ext uri="{FF2B5EF4-FFF2-40B4-BE49-F238E27FC236}">
                    <a16:creationId xmlns:a16="http://schemas.microsoft.com/office/drawing/2014/main" id="{4B405C17-0851-44A5-A3AE-A50D8D0FC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997"/>
                <a:ext cx="28" cy="29"/>
              </a:xfrm>
              <a:custGeom>
                <a:avLst/>
                <a:gdLst>
                  <a:gd name="T0" fmla="*/ 37 w 12"/>
                  <a:gd name="T1" fmla="*/ 169 h 12"/>
                  <a:gd name="T2" fmla="*/ 152 w 12"/>
                  <a:gd name="T3" fmla="*/ 70 h 12"/>
                  <a:gd name="T4" fmla="*/ 0 w 12"/>
                  <a:gd name="T5" fmla="*/ 4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3" y="12"/>
                    </a:moveTo>
                    <a:cubicBezTo>
                      <a:pt x="4" y="9"/>
                      <a:pt x="11" y="9"/>
                      <a:pt x="12" y="5"/>
                    </a:cubicBezTo>
                    <a:cubicBezTo>
                      <a:pt x="12" y="0"/>
                      <a:pt x="2" y="1"/>
                      <a:pt x="0" y="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9" name="Freeform 657">
                <a:extLst>
                  <a:ext uri="{FF2B5EF4-FFF2-40B4-BE49-F238E27FC236}">
                    <a16:creationId xmlns:a16="http://schemas.microsoft.com/office/drawing/2014/main" id="{3186C322-051F-4166-8A55-2C4ACA6E5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668"/>
                <a:ext cx="35" cy="40"/>
              </a:xfrm>
              <a:custGeom>
                <a:avLst/>
                <a:gdLst>
                  <a:gd name="T0" fmla="*/ 86 w 15"/>
                  <a:gd name="T1" fmla="*/ 250 h 16"/>
                  <a:gd name="T2" fmla="*/ 191 w 15"/>
                  <a:gd name="T3" fmla="*/ 175 h 16"/>
                  <a:gd name="T4" fmla="*/ 0 w 15"/>
                  <a:gd name="T5" fmla="*/ 208 h 16"/>
                  <a:gd name="T6" fmla="*/ 28 w 15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7" y="16"/>
                    </a:moveTo>
                    <a:cubicBezTo>
                      <a:pt x="10" y="15"/>
                      <a:pt x="13" y="14"/>
                      <a:pt x="15" y="11"/>
                    </a:cubicBezTo>
                    <a:cubicBezTo>
                      <a:pt x="12" y="5"/>
                      <a:pt x="4" y="11"/>
                      <a:pt x="0" y="13"/>
                    </a:cubicBezTo>
                    <a:cubicBezTo>
                      <a:pt x="0" y="9"/>
                      <a:pt x="4" y="3"/>
                      <a:pt x="2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0" name="Freeform 658">
                <a:extLst>
                  <a:ext uri="{FF2B5EF4-FFF2-40B4-BE49-F238E27FC236}">
                    <a16:creationId xmlns:a16="http://schemas.microsoft.com/office/drawing/2014/main" id="{87009BFA-4F9D-465E-916E-297B4F5FC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1537"/>
                <a:ext cx="23" cy="20"/>
              </a:xfrm>
              <a:custGeom>
                <a:avLst/>
                <a:gdLst>
                  <a:gd name="T0" fmla="*/ 94 w 10"/>
                  <a:gd name="T1" fmla="*/ 63 h 8"/>
                  <a:gd name="T2" fmla="*/ 0 w 10"/>
                  <a:gd name="T3" fmla="*/ 50 h 8"/>
                  <a:gd name="T4" fmla="*/ 122 w 10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0"/>
                      <a:pt x="2" y="1"/>
                      <a:pt x="0" y="3"/>
                    </a:cubicBezTo>
                    <a:cubicBezTo>
                      <a:pt x="1" y="7"/>
                      <a:pt x="6" y="8"/>
                      <a:pt x="10" y="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1" name="Freeform 659">
                <a:extLst>
                  <a:ext uri="{FF2B5EF4-FFF2-40B4-BE49-F238E27FC236}">
                    <a16:creationId xmlns:a16="http://schemas.microsoft.com/office/drawing/2014/main" id="{4A9BA660-A695-42D8-9D08-D3909BC1B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1470"/>
                <a:ext cx="30" cy="30"/>
              </a:xfrm>
              <a:custGeom>
                <a:avLst/>
                <a:gdLst>
                  <a:gd name="T0" fmla="*/ 0 w 13"/>
                  <a:gd name="T1" fmla="*/ 125 h 12"/>
                  <a:gd name="T2" fmla="*/ 65 w 13"/>
                  <a:gd name="T3" fmla="*/ 0 h 12"/>
                  <a:gd name="T4" fmla="*/ 65 w 13"/>
                  <a:gd name="T5" fmla="*/ 188 h 12"/>
                  <a:gd name="T6" fmla="*/ 159 w 13"/>
                  <a:gd name="T7" fmla="*/ 5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0" y="8"/>
                    </a:moveTo>
                    <a:cubicBezTo>
                      <a:pt x="1" y="5"/>
                      <a:pt x="2" y="2"/>
                      <a:pt x="5" y="0"/>
                    </a:cubicBezTo>
                    <a:cubicBezTo>
                      <a:pt x="5" y="4"/>
                      <a:pt x="2" y="9"/>
                      <a:pt x="5" y="12"/>
                    </a:cubicBezTo>
                    <a:cubicBezTo>
                      <a:pt x="9" y="10"/>
                      <a:pt x="11" y="6"/>
                      <a:pt x="13" y="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2" name="Freeform 660">
                <a:extLst>
                  <a:ext uri="{FF2B5EF4-FFF2-40B4-BE49-F238E27FC236}">
                    <a16:creationId xmlns:a16="http://schemas.microsoft.com/office/drawing/2014/main" id="{CF2C0810-F9A0-41F8-BDF8-312EB1E9E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354"/>
                <a:ext cx="44" cy="47"/>
              </a:xfrm>
              <a:custGeom>
                <a:avLst/>
                <a:gdLst>
                  <a:gd name="T0" fmla="*/ 37 w 19"/>
                  <a:gd name="T1" fmla="*/ 228 h 19"/>
                  <a:gd name="T2" fmla="*/ 0 w 19"/>
                  <a:gd name="T3" fmla="*/ 15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3" y="15"/>
                    </a:moveTo>
                    <a:cubicBezTo>
                      <a:pt x="19" y="19"/>
                      <a:pt x="12" y="0"/>
                      <a:pt x="0" y="1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3" name="Freeform 661">
                <a:extLst>
                  <a:ext uri="{FF2B5EF4-FFF2-40B4-BE49-F238E27FC236}">
                    <a16:creationId xmlns:a16="http://schemas.microsoft.com/office/drawing/2014/main" id="{979EBBCD-5BC6-4510-A469-56ECD20DF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421"/>
                <a:ext cx="30" cy="35"/>
              </a:xfrm>
              <a:custGeom>
                <a:avLst/>
                <a:gdLst>
                  <a:gd name="T0" fmla="*/ 37 w 13"/>
                  <a:gd name="T1" fmla="*/ 95 h 14"/>
                  <a:gd name="T2" fmla="*/ 0 w 13"/>
                  <a:gd name="T3" fmla="*/ 18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3" y="6"/>
                    </a:moveTo>
                    <a:cubicBezTo>
                      <a:pt x="13" y="0"/>
                      <a:pt x="12" y="14"/>
                      <a:pt x="0" y="1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4" name="Freeform 662">
                <a:extLst>
                  <a:ext uri="{FF2B5EF4-FFF2-40B4-BE49-F238E27FC236}">
                    <a16:creationId xmlns:a16="http://schemas.microsoft.com/office/drawing/2014/main" id="{004228A3-4248-49FA-8B12-2EDF826FF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720"/>
                <a:ext cx="41" cy="42"/>
              </a:xfrm>
              <a:custGeom>
                <a:avLst/>
                <a:gdLst>
                  <a:gd name="T0" fmla="*/ 175 w 18"/>
                  <a:gd name="T1" fmla="*/ 91 h 17"/>
                  <a:gd name="T2" fmla="*/ 73 w 18"/>
                  <a:gd name="T3" fmla="*/ 62 h 17"/>
                  <a:gd name="T4" fmla="*/ 130 w 18"/>
                  <a:gd name="T5" fmla="*/ 153 h 17"/>
                  <a:gd name="T6" fmla="*/ 0 w 18"/>
                  <a:gd name="T7" fmla="*/ 16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15" y="6"/>
                    </a:moveTo>
                    <a:cubicBezTo>
                      <a:pt x="14" y="4"/>
                      <a:pt x="8" y="0"/>
                      <a:pt x="6" y="4"/>
                    </a:cubicBezTo>
                    <a:cubicBezTo>
                      <a:pt x="3" y="8"/>
                      <a:pt x="9" y="8"/>
                      <a:pt x="11" y="10"/>
                    </a:cubicBezTo>
                    <a:cubicBezTo>
                      <a:pt x="18" y="17"/>
                      <a:pt x="4" y="16"/>
                      <a:pt x="0" y="11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5" name="Freeform 663">
                <a:extLst>
                  <a:ext uri="{FF2B5EF4-FFF2-40B4-BE49-F238E27FC236}">
                    <a16:creationId xmlns:a16="http://schemas.microsoft.com/office/drawing/2014/main" id="{7B2287D8-1FA5-4F26-9CDE-C1B9BAD7C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1747"/>
                <a:ext cx="44" cy="59"/>
              </a:xfrm>
              <a:custGeom>
                <a:avLst/>
                <a:gdLst>
                  <a:gd name="T0" fmla="*/ 134 w 19"/>
                  <a:gd name="T1" fmla="*/ 356 h 24"/>
                  <a:gd name="T2" fmla="*/ 86 w 19"/>
                  <a:gd name="T3" fmla="*/ 253 h 24"/>
                  <a:gd name="T4" fmla="*/ 0 w 19"/>
                  <a:gd name="T5" fmla="*/ 19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4">
                    <a:moveTo>
                      <a:pt x="11" y="24"/>
                    </a:moveTo>
                    <a:cubicBezTo>
                      <a:pt x="19" y="17"/>
                      <a:pt x="17" y="11"/>
                      <a:pt x="7" y="17"/>
                    </a:cubicBezTo>
                    <a:cubicBezTo>
                      <a:pt x="19" y="5"/>
                      <a:pt x="6" y="0"/>
                      <a:pt x="0" y="1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181" name="Freeform 665">
              <a:extLst>
                <a:ext uri="{FF2B5EF4-FFF2-40B4-BE49-F238E27FC236}">
                  <a16:creationId xmlns:a16="http://schemas.microsoft.com/office/drawing/2014/main" id="{6FBC0372-6506-48D9-BA22-D4438FA01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049"/>
              <a:ext cx="33" cy="34"/>
            </a:xfrm>
            <a:custGeom>
              <a:avLst/>
              <a:gdLst>
                <a:gd name="T0" fmla="*/ 12 w 14"/>
                <a:gd name="T1" fmla="*/ 41 h 14"/>
                <a:gd name="T2" fmla="*/ 40 w 1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1" y="3"/>
                  </a:moveTo>
                  <a:cubicBezTo>
                    <a:pt x="0" y="14"/>
                    <a:pt x="14" y="3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2" name="Freeform 666">
              <a:extLst>
                <a:ext uri="{FF2B5EF4-FFF2-40B4-BE49-F238E27FC236}">
                  <a16:creationId xmlns:a16="http://schemas.microsoft.com/office/drawing/2014/main" id="{53BFAB5D-ECF0-4444-8475-B1583A912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009"/>
              <a:ext cx="30" cy="35"/>
            </a:xfrm>
            <a:custGeom>
              <a:avLst/>
              <a:gdLst>
                <a:gd name="T0" fmla="*/ 85 w 13"/>
                <a:gd name="T1" fmla="*/ 188 h 14"/>
                <a:gd name="T2" fmla="*/ 97 w 13"/>
                <a:gd name="T3" fmla="*/ 220 h 14"/>
                <a:gd name="T4" fmla="*/ 159 w 13"/>
                <a:gd name="T5" fmla="*/ 113 h 14"/>
                <a:gd name="T6" fmla="*/ 37 w 13"/>
                <a:gd name="T7" fmla="*/ 158 h 14"/>
                <a:gd name="T8" fmla="*/ 85 w 13"/>
                <a:gd name="T9" fmla="*/ 20 h 14"/>
                <a:gd name="T10" fmla="*/ 0 w 13"/>
                <a:gd name="T11" fmla="*/ 8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4">
                  <a:moveTo>
                    <a:pt x="7" y="12"/>
                  </a:moveTo>
                  <a:cubicBezTo>
                    <a:pt x="7" y="14"/>
                    <a:pt x="7" y="14"/>
                    <a:pt x="8" y="14"/>
                  </a:cubicBezTo>
                  <a:cubicBezTo>
                    <a:pt x="10" y="12"/>
                    <a:pt x="13" y="10"/>
                    <a:pt x="13" y="7"/>
                  </a:cubicBezTo>
                  <a:cubicBezTo>
                    <a:pt x="10" y="5"/>
                    <a:pt x="5" y="7"/>
                    <a:pt x="3" y="10"/>
                  </a:cubicBezTo>
                  <a:cubicBezTo>
                    <a:pt x="5" y="7"/>
                    <a:pt x="8" y="5"/>
                    <a:pt x="7" y="1"/>
                  </a:cubicBezTo>
                  <a:cubicBezTo>
                    <a:pt x="4" y="0"/>
                    <a:pt x="1" y="2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3" name="Freeform 667">
              <a:extLst>
                <a:ext uri="{FF2B5EF4-FFF2-40B4-BE49-F238E27FC236}">
                  <a16:creationId xmlns:a16="http://schemas.microsoft.com/office/drawing/2014/main" id="{52EA3B6C-77CF-4405-BE28-6AD225F51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2276"/>
              <a:ext cx="35" cy="44"/>
            </a:xfrm>
            <a:custGeom>
              <a:avLst/>
              <a:gdLst>
                <a:gd name="T0" fmla="*/ 114 w 15"/>
                <a:gd name="T1" fmla="*/ 264 h 18"/>
                <a:gd name="T2" fmla="*/ 191 w 15"/>
                <a:gd name="T3" fmla="*/ 174 h 18"/>
                <a:gd name="T4" fmla="*/ 126 w 15"/>
                <a:gd name="T5" fmla="*/ 174 h 18"/>
                <a:gd name="T6" fmla="*/ 0 w 15"/>
                <a:gd name="T7" fmla="*/ 1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9" y="18"/>
                  </a:moveTo>
                  <a:cubicBezTo>
                    <a:pt x="12" y="17"/>
                    <a:pt x="14" y="15"/>
                    <a:pt x="15" y="12"/>
                  </a:cubicBezTo>
                  <a:cubicBezTo>
                    <a:pt x="13" y="12"/>
                    <a:pt x="12" y="12"/>
                    <a:pt x="10" y="12"/>
                  </a:cubicBezTo>
                  <a:cubicBezTo>
                    <a:pt x="12" y="0"/>
                    <a:pt x="11" y="3"/>
                    <a:pt x="0" y="8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4" name="Freeform 668">
              <a:extLst>
                <a:ext uri="{FF2B5EF4-FFF2-40B4-BE49-F238E27FC236}">
                  <a16:creationId xmlns:a16="http://schemas.microsoft.com/office/drawing/2014/main" id="{F7893631-E4BB-4DC8-BC0C-E14D06D85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115"/>
              <a:ext cx="21" cy="32"/>
            </a:xfrm>
            <a:custGeom>
              <a:avLst/>
              <a:gdLst>
                <a:gd name="T0" fmla="*/ 103 w 9"/>
                <a:gd name="T1" fmla="*/ 0 h 13"/>
                <a:gd name="T2" fmla="*/ 12 w 9"/>
                <a:gd name="T3" fmla="*/ 42 h 13"/>
                <a:gd name="T4" fmla="*/ 49 w 9"/>
                <a:gd name="T5" fmla="*/ 91 h 13"/>
                <a:gd name="T6" fmla="*/ 114 w 9"/>
                <a:gd name="T7" fmla="*/ 121 h 13"/>
                <a:gd name="T8" fmla="*/ 28 w 9"/>
                <a:gd name="T9" fmla="*/ 1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8" y="0"/>
                  </a:moveTo>
                  <a:cubicBezTo>
                    <a:pt x="6" y="0"/>
                    <a:pt x="2" y="1"/>
                    <a:pt x="1" y="3"/>
                  </a:cubicBezTo>
                  <a:cubicBezTo>
                    <a:pt x="0" y="8"/>
                    <a:pt x="2" y="4"/>
                    <a:pt x="4" y="6"/>
                  </a:cubicBezTo>
                  <a:cubicBezTo>
                    <a:pt x="6" y="8"/>
                    <a:pt x="9" y="5"/>
                    <a:pt x="9" y="8"/>
                  </a:cubicBezTo>
                  <a:cubicBezTo>
                    <a:pt x="9" y="11"/>
                    <a:pt x="4" y="13"/>
                    <a:pt x="2" y="13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5" name="Freeform 669">
              <a:extLst>
                <a:ext uri="{FF2B5EF4-FFF2-40B4-BE49-F238E27FC236}">
                  <a16:creationId xmlns:a16="http://schemas.microsoft.com/office/drawing/2014/main" id="{271940C1-FEB8-47AE-A6CF-7D2772639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217"/>
              <a:ext cx="13" cy="19"/>
            </a:xfrm>
            <a:custGeom>
              <a:avLst/>
              <a:gdLst>
                <a:gd name="T0" fmla="*/ 52 w 6"/>
                <a:gd name="T1" fmla="*/ 12 h 8"/>
                <a:gd name="T2" fmla="*/ 52 w 6"/>
                <a:gd name="T3" fmla="*/ 107 h 8"/>
                <a:gd name="T4" fmla="*/ 9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1"/>
                  </a:moveTo>
                  <a:cubicBezTo>
                    <a:pt x="6" y="3"/>
                    <a:pt x="5" y="5"/>
                    <a:pt x="5" y="8"/>
                  </a:cubicBezTo>
                  <a:cubicBezTo>
                    <a:pt x="1" y="7"/>
                    <a:pt x="0" y="3"/>
                    <a:pt x="1" y="0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6" name="Freeform 670">
              <a:extLst>
                <a:ext uri="{FF2B5EF4-FFF2-40B4-BE49-F238E27FC236}">
                  <a16:creationId xmlns:a16="http://schemas.microsoft.com/office/drawing/2014/main" id="{FAE39541-F806-44BF-BC6C-30C59E764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254"/>
              <a:ext cx="37" cy="56"/>
            </a:xfrm>
            <a:custGeom>
              <a:avLst/>
              <a:gdLst>
                <a:gd name="T0" fmla="*/ 28 w 16"/>
                <a:gd name="T1" fmla="*/ 12 h 23"/>
                <a:gd name="T2" fmla="*/ 28 w 16"/>
                <a:gd name="T3" fmla="*/ 173 h 23"/>
                <a:gd name="T4" fmla="*/ 123 w 16"/>
                <a:gd name="T5" fmla="*/ 0 h 23"/>
                <a:gd name="T6" fmla="*/ 102 w 16"/>
                <a:gd name="T7" fmla="*/ 33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2" y="1"/>
                  </a:moveTo>
                  <a:cubicBezTo>
                    <a:pt x="0" y="5"/>
                    <a:pt x="0" y="9"/>
                    <a:pt x="2" y="12"/>
                  </a:cubicBezTo>
                  <a:cubicBezTo>
                    <a:pt x="8" y="10"/>
                    <a:pt x="6" y="3"/>
                    <a:pt x="10" y="0"/>
                  </a:cubicBezTo>
                  <a:cubicBezTo>
                    <a:pt x="16" y="6"/>
                    <a:pt x="9" y="16"/>
                    <a:pt x="8" y="23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7" name="Freeform 671">
              <a:extLst>
                <a:ext uri="{FF2B5EF4-FFF2-40B4-BE49-F238E27FC236}">
                  <a16:creationId xmlns:a16="http://schemas.microsoft.com/office/drawing/2014/main" id="{EF0AB458-47BE-4D1A-9C69-8D4C24CE2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291"/>
              <a:ext cx="28" cy="34"/>
            </a:xfrm>
            <a:custGeom>
              <a:avLst/>
              <a:gdLst>
                <a:gd name="T0" fmla="*/ 103 w 12"/>
                <a:gd name="T1" fmla="*/ 0 h 14"/>
                <a:gd name="T2" fmla="*/ 12 w 12"/>
                <a:gd name="T3" fmla="*/ 29 h 14"/>
                <a:gd name="T4" fmla="*/ 77 w 12"/>
                <a:gd name="T5" fmla="*/ 70 h 14"/>
                <a:gd name="T6" fmla="*/ 152 w 12"/>
                <a:gd name="T7" fmla="*/ 112 h 14"/>
                <a:gd name="T8" fmla="*/ 37 w 12"/>
                <a:gd name="T9" fmla="*/ 20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8" y="0"/>
                  </a:moveTo>
                  <a:cubicBezTo>
                    <a:pt x="7" y="0"/>
                    <a:pt x="2" y="0"/>
                    <a:pt x="1" y="2"/>
                  </a:cubicBezTo>
                  <a:cubicBezTo>
                    <a:pt x="0" y="5"/>
                    <a:pt x="5" y="4"/>
                    <a:pt x="6" y="5"/>
                  </a:cubicBezTo>
                  <a:cubicBezTo>
                    <a:pt x="8" y="6"/>
                    <a:pt x="12" y="5"/>
                    <a:pt x="12" y="8"/>
                  </a:cubicBezTo>
                  <a:cubicBezTo>
                    <a:pt x="12" y="11"/>
                    <a:pt x="5" y="13"/>
                    <a:pt x="3" y="14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8" name="Freeform 672">
              <a:extLst>
                <a:ext uri="{FF2B5EF4-FFF2-40B4-BE49-F238E27FC236}">
                  <a16:creationId xmlns:a16="http://schemas.microsoft.com/office/drawing/2014/main" id="{C5C96E2A-B95C-4156-A958-E585378DD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523"/>
              <a:ext cx="34" cy="32"/>
            </a:xfrm>
            <a:custGeom>
              <a:avLst/>
              <a:gdLst>
                <a:gd name="T0" fmla="*/ 0 w 15"/>
                <a:gd name="T1" fmla="*/ 42 h 13"/>
                <a:gd name="T2" fmla="*/ 25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3"/>
                  </a:moveTo>
                  <a:cubicBezTo>
                    <a:pt x="3" y="13"/>
                    <a:pt x="15" y="6"/>
                    <a:pt x="2" y="0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9" name="Freeform 673">
              <a:extLst>
                <a:ext uri="{FF2B5EF4-FFF2-40B4-BE49-F238E27FC236}">
                  <a16:creationId xmlns:a16="http://schemas.microsoft.com/office/drawing/2014/main" id="{12C383DC-CD93-4EA8-873A-34AFE5E5A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429"/>
              <a:ext cx="24" cy="30"/>
            </a:xfrm>
            <a:custGeom>
              <a:avLst/>
              <a:gdLst>
                <a:gd name="T0" fmla="*/ 0 w 10"/>
                <a:gd name="T1" fmla="*/ 113 h 12"/>
                <a:gd name="T2" fmla="*/ 41 w 10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7"/>
                  </a:moveTo>
                  <a:cubicBezTo>
                    <a:pt x="5" y="0"/>
                    <a:pt x="10" y="6"/>
                    <a:pt x="3" y="12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0" name="Freeform 674">
              <a:extLst>
                <a:ext uri="{FF2B5EF4-FFF2-40B4-BE49-F238E27FC236}">
                  <a16:creationId xmlns:a16="http://schemas.microsoft.com/office/drawing/2014/main" id="{5D6509FD-E1E1-45BA-BC01-CBF744731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679"/>
              <a:ext cx="44" cy="54"/>
            </a:xfrm>
            <a:custGeom>
              <a:avLst/>
              <a:gdLst>
                <a:gd name="T0" fmla="*/ 0 w 19"/>
                <a:gd name="T1" fmla="*/ 204 h 22"/>
                <a:gd name="T2" fmla="*/ 123 w 19"/>
                <a:gd name="T3" fmla="*/ 282 h 22"/>
                <a:gd name="T4" fmla="*/ 86 w 19"/>
                <a:gd name="T5" fmla="*/ 133 h 22"/>
                <a:gd name="T6" fmla="*/ 236 w 19"/>
                <a:gd name="T7" fmla="*/ 20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14"/>
                  </a:moveTo>
                  <a:cubicBezTo>
                    <a:pt x="2" y="17"/>
                    <a:pt x="8" y="22"/>
                    <a:pt x="10" y="19"/>
                  </a:cubicBezTo>
                  <a:cubicBezTo>
                    <a:pt x="12" y="16"/>
                    <a:pt x="8" y="11"/>
                    <a:pt x="7" y="9"/>
                  </a:cubicBezTo>
                  <a:cubicBezTo>
                    <a:pt x="15" y="0"/>
                    <a:pt x="14" y="14"/>
                    <a:pt x="19" y="14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1" name="Freeform 675">
              <a:extLst>
                <a:ext uri="{FF2B5EF4-FFF2-40B4-BE49-F238E27FC236}">
                  <a16:creationId xmlns:a16="http://schemas.microsoft.com/office/drawing/2014/main" id="{9287BD42-D940-4C32-9495-EEE13BA0B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824"/>
              <a:ext cx="24" cy="23"/>
            </a:xfrm>
            <a:custGeom>
              <a:avLst/>
              <a:gdLst>
                <a:gd name="T0" fmla="*/ 139 w 10"/>
                <a:gd name="T1" fmla="*/ 33 h 9"/>
                <a:gd name="T2" fmla="*/ 0 w 10"/>
                <a:gd name="T3" fmla="*/ 130 h 9"/>
                <a:gd name="T4" fmla="*/ 41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2"/>
                  </a:moveTo>
                  <a:cubicBezTo>
                    <a:pt x="9" y="6"/>
                    <a:pt x="5" y="9"/>
                    <a:pt x="0" y="8"/>
                  </a:cubicBezTo>
                  <a:cubicBezTo>
                    <a:pt x="0" y="5"/>
                    <a:pt x="1" y="1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2" name="Freeform 676">
              <a:extLst>
                <a:ext uri="{FF2B5EF4-FFF2-40B4-BE49-F238E27FC236}">
                  <a16:creationId xmlns:a16="http://schemas.microsoft.com/office/drawing/2014/main" id="{50E53DA9-B7A0-4CC3-9399-86F6DF1D5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800"/>
              <a:ext cx="44" cy="27"/>
            </a:xfrm>
            <a:custGeom>
              <a:avLst/>
              <a:gdLst>
                <a:gd name="T0" fmla="*/ 225 w 19"/>
                <a:gd name="T1" fmla="*/ 103 h 11"/>
                <a:gd name="T2" fmla="*/ 225 w 19"/>
                <a:gd name="T3" fmla="*/ 103 h 11"/>
                <a:gd name="T4" fmla="*/ 188 w 19"/>
                <a:gd name="T5" fmla="*/ 0 h 11"/>
                <a:gd name="T6" fmla="*/ 113 w 19"/>
                <a:gd name="T7" fmla="*/ 150 h 11"/>
                <a:gd name="T8" fmla="*/ 74 w 19"/>
                <a:gd name="T9" fmla="*/ 0 h 11"/>
                <a:gd name="T10" fmla="*/ 28 w 19"/>
                <a:gd name="T11" fmla="*/ 162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1">
                  <a:moveTo>
                    <a:pt x="18" y="7"/>
                  </a:moveTo>
                  <a:cubicBezTo>
                    <a:pt x="18" y="7"/>
                    <a:pt x="19" y="10"/>
                    <a:pt x="18" y="7"/>
                  </a:cubicBezTo>
                  <a:cubicBezTo>
                    <a:pt x="18" y="5"/>
                    <a:pt x="16" y="2"/>
                    <a:pt x="15" y="0"/>
                  </a:cubicBezTo>
                  <a:cubicBezTo>
                    <a:pt x="11" y="1"/>
                    <a:pt x="10" y="7"/>
                    <a:pt x="9" y="10"/>
                  </a:cubicBezTo>
                  <a:cubicBezTo>
                    <a:pt x="6" y="8"/>
                    <a:pt x="7" y="3"/>
                    <a:pt x="6" y="0"/>
                  </a:cubicBezTo>
                  <a:cubicBezTo>
                    <a:pt x="4" y="2"/>
                    <a:pt x="0" y="7"/>
                    <a:pt x="2" y="11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3" name="Freeform 677">
              <a:extLst>
                <a:ext uri="{FF2B5EF4-FFF2-40B4-BE49-F238E27FC236}">
                  <a16:creationId xmlns:a16="http://schemas.microsoft.com/office/drawing/2014/main" id="{826474F8-4DEF-41F9-A1D3-2E22A1A6E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696"/>
              <a:ext cx="28" cy="29"/>
            </a:xfrm>
            <a:custGeom>
              <a:avLst/>
              <a:gdLst>
                <a:gd name="T0" fmla="*/ 86 w 12"/>
                <a:gd name="T1" fmla="*/ 169 h 12"/>
                <a:gd name="T2" fmla="*/ 103 w 12"/>
                <a:gd name="T3" fmla="*/ 0 h 12"/>
                <a:gd name="T4" fmla="*/ 0 w 12"/>
                <a:gd name="T5" fmla="*/ 16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7" y="12"/>
                  </a:moveTo>
                  <a:cubicBezTo>
                    <a:pt x="12" y="9"/>
                    <a:pt x="12" y="3"/>
                    <a:pt x="8" y="0"/>
                  </a:cubicBezTo>
                  <a:cubicBezTo>
                    <a:pt x="4" y="3"/>
                    <a:pt x="3" y="8"/>
                    <a:pt x="0" y="12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4" name="Freeform 678">
              <a:extLst>
                <a:ext uri="{FF2B5EF4-FFF2-40B4-BE49-F238E27FC236}">
                  <a16:creationId xmlns:a16="http://schemas.microsoft.com/office/drawing/2014/main" id="{005A6C2F-DF33-4C0A-87C7-90D7E7819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592"/>
              <a:ext cx="28" cy="40"/>
            </a:xfrm>
            <a:custGeom>
              <a:avLst/>
              <a:gdLst>
                <a:gd name="T0" fmla="*/ 152 w 12"/>
                <a:gd name="T1" fmla="*/ 188 h 16"/>
                <a:gd name="T2" fmla="*/ 126 w 12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12"/>
                  </a:moveTo>
                  <a:cubicBezTo>
                    <a:pt x="9" y="0"/>
                    <a:pt x="0" y="10"/>
                    <a:pt x="10" y="16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5" name="Freeform 679">
              <a:extLst>
                <a:ext uri="{FF2B5EF4-FFF2-40B4-BE49-F238E27FC236}">
                  <a16:creationId xmlns:a16="http://schemas.microsoft.com/office/drawing/2014/main" id="{13D638F2-9191-4FE5-9894-4A1340D5A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029"/>
              <a:ext cx="42" cy="59"/>
            </a:xfrm>
            <a:custGeom>
              <a:avLst/>
              <a:gdLst>
                <a:gd name="T0" fmla="*/ 28 w 18"/>
                <a:gd name="T1" fmla="*/ 74 h 24"/>
                <a:gd name="T2" fmla="*/ 0 w 18"/>
                <a:gd name="T3" fmla="*/ 74 h 24"/>
                <a:gd name="T4" fmla="*/ 86 w 18"/>
                <a:gd name="T5" fmla="*/ 0 h 24"/>
                <a:gd name="T6" fmla="*/ 37 w 18"/>
                <a:gd name="T7" fmla="*/ 162 h 24"/>
                <a:gd name="T8" fmla="*/ 152 w 18"/>
                <a:gd name="T9" fmla="*/ 120 h 24"/>
                <a:gd name="T10" fmla="*/ 28 w 18"/>
                <a:gd name="T11" fmla="*/ 3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4">
                  <a:moveTo>
                    <a:pt x="2" y="5"/>
                  </a:moveTo>
                  <a:cubicBezTo>
                    <a:pt x="1" y="5"/>
                    <a:pt x="0" y="5"/>
                    <a:pt x="0" y="5"/>
                  </a:cubicBezTo>
                  <a:cubicBezTo>
                    <a:pt x="1" y="2"/>
                    <a:pt x="4" y="1"/>
                    <a:pt x="7" y="0"/>
                  </a:cubicBezTo>
                  <a:cubicBezTo>
                    <a:pt x="6" y="4"/>
                    <a:pt x="4" y="7"/>
                    <a:pt x="3" y="11"/>
                  </a:cubicBezTo>
                  <a:cubicBezTo>
                    <a:pt x="6" y="10"/>
                    <a:pt x="9" y="6"/>
                    <a:pt x="12" y="8"/>
                  </a:cubicBezTo>
                  <a:cubicBezTo>
                    <a:pt x="18" y="13"/>
                    <a:pt x="5" y="22"/>
                    <a:pt x="2" y="24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6" name="Freeform 680">
              <a:extLst>
                <a:ext uri="{FF2B5EF4-FFF2-40B4-BE49-F238E27FC236}">
                  <a16:creationId xmlns:a16="http://schemas.microsoft.com/office/drawing/2014/main" id="{99FB87B6-CA97-4D6F-A736-58D3CB090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982"/>
              <a:ext cx="32" cy="64"/>
            </a:xfrm>
            <a:custGeom>
              <a:avLst/>
              <a:gdLst>
                <a:gd name="T0" fmla="*/ 85 w 14"/>
                <a:gd name="T1" fmla="*/ 389 h 26"/>
                <a:gd name="T2" fmla="*/ 0 w 14"/>
                <a:gd name="T3" fmla="*/ 153 h 26"/>
                <a:gd name="T4" fmla="*/ 130 w 14"/>
                <a:gd name="T5" fmla="*/ 254 h 26"/>
                <a:gd name="T6" fmla="*/ 85 w 1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6">
                  <a:moveTo>
                    <a:pt x="7" y="26"/>
                  </a:moveTo>
                  <a:cubicBezTo>
                    <a:pt x="7" y="21"/>
                    <a:pt x="2" y="15"/>
                    <a:pt x="0" y="10"/>
                  </a:cubicBezTo>
                  <a:cubicBezTo>
                    <a:pt x="4" y="11"/>
                    <a:pt x="7" y="15"/>
                    <a:pt x="11" y="17"/>
                  </a:cubicBezTo>
                  <a:cubicBezTo>
                    <a:pt x="14" y="12"/>
                    <a:pt x="10" y="4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7" name="Freeform 681">
              <a:extLst>
                <a:ext uri="{FF2B5EF4-FFF2-40B4-BE49-F238E27FC236}">
                  <a16:creationId xmlns:a16="http://schemas.microsoft.com/office/drawing/2014/main" id="{9F0EE93C-7044-49D9-AC6F-D051A0CF5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747"/>
              <a:ext cx="30" cy="42"/>
            </a:xfrm>
            <a:custGeom>
              <a:avLst/>
              <a:gdLst>
                <a:gd name="T0" fmla="*/ 97 w 13"/>
                <a:gd name="T1" fmla="*/ 0 h 17"/>
                <a:gd name="T2" fmla="*/ 12 w 13"/>
                <a:gd name="T3" fmla="*/ 133 h 17"/>
                <a:gd name="T4" fmla="*/ 150 w 13"/>
                <a:gd name="T5" fmla="*/ 104 h 17"/>
                <a:gd name="T6" fmla="*/ 0 w 13"/>
                <a:gd name="T7" fmla="*/ 25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7">
                  <a:moveTo>
                    <a:pt x="8" y="0"/>
                  </a:moveTo>
                  <a:cubicBezTo>
                    <a:pt x="5" y="2"/>
                    <a:pt x="1" y="5"/>
                    <a:pt x="1" y="9"/>
                  </a:cubicBezTo>
                  <a:cubicBezTo>
                    <a:pt x="5" y="9"/>
                    <a:pt x="8" y="7"/>
                    <a:pt x="12" y="7"/>
                  </a:cubicBezTo>
                  <a:cubicBezTo>
                    <a:pt x="13" y="14"/>
                    <a:pt x="4" y="15"/>
                    <a:pt x="0" y="17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8" name="Freeform 682">
              <a:extLst>
                <a:ext uri="{FF2B5EF4-FFF2-40B4-BE49-F238E27FC236}">
                  <a16:creationId xmlns:a16="http://schemas.microsoft.com/office/drawing/2014/main" id="{CACA98F0-52F4-45A9-B0B5-BA7323DDC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718"/>
              <a:ext cx="58" cy="59"/>
            </a:xfrm>
            <a:custGeom>
              <a:avLst/>
              <a:gdLst>
                <a:gd name="T0" fmla="*/ 188 w 25"/>
                <a:gd name="T1" fmla="*/ 356 h 24"/>
                <a:gd name="T2" fmla="*/ 123 w 25"/>
                <a:gd name="T3" fmla="*/ 253 h 24"/>
                <a:gd name="T4" fmla="*/ 209 w 25"/>
                <a:gd name="T5" fmla="*/ 133 h 24"/>
                <a:gd name="T6" fmla="*/ 0 w 25"/>
                <a:gd name="T7" fmla="*/ 19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4">
                  <a:moveTo>
                    <a:pt x="15" y="24"/>
                  </a:moveTo>
                  <a:cubicBezTo>
                    <a:pt x="25" y="23"/>
                    <a:pt x="20" y="7"/>
                    <a:pt x="10" y="17"/>
                  </a:cubicBezTo>
                  <a:cubicBezTo>
                    <a:pt x="13" y="16"/>
                    <a:pt x="17" y="12"/>
                    <a:pt x="17" y="9"/>
                  </a:cubicBezTo>
                  <a:cubicBezTo>
                    <a:pt x="15" y="0"/>
                    <a:pt x="3" y="10"/>
                    <a:pt x="0" y="13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9" name="Freeform 683">
              <a:extLst>
                <a:ext uri="{FF2B5EF4-FFF2-40B4-BE49-F238E27FC236}">
                  <a16:creationId xmlns:a16="http://schemas.microsoft.com/office/drawing/2014/main" id="{170D9E7B-86AD-43D4-8F7D-D4024D3CD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752"/>
              <a:ext cx="23" cy="20"/>
            </a:xfrm>
            <a:custGeom>
              <a:avLst/>
              <a:gdLst>
                <a:gd name="T0" fmla="*/ 37 w 10"/>
                <a:gd name="T1" fmla="*/ 95 h 8"/>
                <a:gd name="T2" fmla="*/ 122 w 10"/>
                <a:gd name="T3" fmla="*/ 95 h 8"/>
                <a:gd name="T4" fmla="*/ 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6"/>
                  </a:moveTo>
                  <a:cubicBezTo>
                    <a:pt x="5" y="8"/>
                    <a:pt x="8" y="8"/>
                    <a:pt x="10" y="6"/>
                  </a:cubicBezTo>
                  <a:cubicBezTo>
                    <a:pt x="10" y="2"/>
                    <a:pt x="5" y="0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0" name="Freeform 684">
              <a:extLst>
                <a:ext uri="{FF2B5EF4-FFF2-40B4-BE49-F238E27FC236}">
                  <a16:creationId xmlns:a16="http://schemas.microsoft.com/office/drawing/2014/main" id="{C47784D3-23DF-4406-A66D-E27B771E9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695"/>
              <a:ext cx="42" cy="45"/>
            </a:xfrm>
            <a:custGeom>
              <a:avLst/>
              <a:gdLst>
                <a:gd name="T0" fmla="*/ 229 w 18"/>
                <a:gd name="T1" fmla="*/ 220 h 18"/>
                <a:gd name="T2" fmla="*/ 152 w 18"/>
                <a:gd name="T3" fmla="*/ 50 h 18"/>
                <a:gd name="T4" fmla="*/ 103 w 18"/>
                <a:gd name="T5" fmla="*/ 283 h 18"/>
                <a:gd name="T6" fmla="*/ 49 w 18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8" y="14"/>
                  </a:moveTo>
                  <a:cubicBezTo>
                    <a:pt x="16" y="10"/>
                    <a:pt x="16" y="4"/>
                    <a:pt x="12" y="3"/>
                  </a:cubicBezTo>
                  <a:cubicBezTo>
                    <a:pt x="8" y="7"/>
                    <a:pt x="10" y="14"/>
                    <a:pt x="8" y="18"/>
                  </a:cubicBezTo>
                  <a:cubicBezTo>
                    <a:pt x="2" y="15"/>
                    <a:pt x="0" y="5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1" name="Freeform 685">
              <a:extLst>
                <a:ext uri="{FF2B5EF4-FFF2-40B4-BE49-F238E27FC236}">
                  <a16:creationId xmlns:a16="http://schemas.microsoft.com/office/drawing/2014/main" id="{AB05A1ED-4E07-4617-A724-39FF8E5DB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1846"/>
              <a:ext cx="26" cy="49"/>
            </a:xfrm>
            <a:custGeom>
              <a:avLst/>
              <a:gdLst>
                <a:gd name="T0" fmla="*/ 28 w 11"/>
                <a:gd name="T1" fmla="*/ 61 h 20"/>
                <a:gd name="T2" fmla="*/ 0 w 11"/>
                <a:gd name="T3" fmla="*/ 61 h 20"/>
                <a:gd name="T4" fmla="*/ 135 w 11"/>
                <a:gd name="T5" fmla="*/ 29 h 20"/>
                <a:gd name="T6" fmla="*/ 28 w 11"/>
                <a:gd name="T7" fmla="*/ 162 h 20"/>
                <a:gd name="T8" fmla="*/ 144 w 11"/>
                <a:gd name="T9" fmla="*/ 191 h 20"/>
                <a:gd name="T10" fmla="*/ 12 w 11"/>
                <a:gd name="T11" fmla="*/ 29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0">
                  <a:moveTo>
                    <a:pt x="2" y="4"/>
                  </a:moveTo>
                  <a:cubicBezTo>
                    <a:pt x="1" y="5"/>
                    <a:pt x="1" y="5"/>
                    <a:pt x="0" y="4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0" y="6"/>
                    <a:pt x="4" y="8"/>
                    <a:pt x="2" y="11"/>
                  </a:cubicBezTo>
                  <a:cubicBezTo>
                    <a:pt x="5" y="10"/>
                    <a:pt x="9" y="10"/>
                    <a:pt x="11" y="13"/>
                  </a:cubicBezTo>
                  <a:cubicBezTo>
                    <a:pt x="10" y="17"/>
                    <a:pt x="5" y="19"/>
                    <a:pt x="1" y="20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2" name="Freeform 686">
              <a:extLst>
                <a:ext uri="{FF2B5EF4-FFF2-40B4-BE49-F238E27FC236}">
                  <a16:creationId xmlns:a16="http://schemas.microsoft.com/office/drawing/2014/main" id="{0E7AEE79-F250-4F1F-ABA3-AC52A00BD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540"/>
              <a:ext cx="19" cy="27"/>
            </a:xfrm>
            <a:custGeom>
              <a:avLst/>
              <a:gdLst>
                <a:gd name="T0" fmla="*/ 0 w 8"/>
                <a:gd name="T1" fmla="*/ 120 h 11"/>
                <a:gd name="T2" fmla="*/ 78 w 8"/>
                <a:gd name="T3" fmla="*/ 0 h 11"/>
                <a:gd name="T4" fmla="*/ 69 w 8"/>
                <a:gd name="T5" fmla="*/ 16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0" y="8"/>
                  </a:moveTo>
                  <a:cubicBezTo>
                    <a:pt x="3" y="5"/>
                    <a:pt x="4" y="2"/>
                    <a:pt x="6" y="0"/>
                  </a:cubicBezTo>
                  <a:cubicBezTo>
                    <a:pt x="8" y="3"/>
                    <a:pt x="7" y="8"/>
                    <a:pt x="5" y="11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3" name="Freeform 687">
              <a:extLst>
                <a:ext uri="{FF2B5EF4-FFF2-40B4-BE49-F238E27FC236}">
                  <a16:creationId xmlns:a16="http://schemas.microsoft.com/office/drawing/2014/main" id="{F8FAB619-EF34-45F7-A150-62B451D8E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530"/>
              <a:ext cx="40" cy="32"/>
            </a:xfrm>
            <a:custGeom>
              <a:avLst/>
              <a:gdLst>
                <a:gd name="T0" fmla="*/ 221 w 17"/>
                <a:gd name="T1" fmla="*/ 121 h 13"/>
                <a:gd name="T2" fmla="*/ 89 w 17"/>
                <a:gd name="T3" fmla="*/ 30 h 13"/>
                <a:gd name="T4" fmla="*/ 209 w 17"/>
                <a:gd name="T5" fmla="*/ 1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7" y="8"/>
                  </a:moveTo>
                  <a:cubicBezTo>
                    <a:pt x="15" y="5"/>
                    <a:pt x="11" y="0"/>
                    <a:pt x="7" y="2"/>
                  </a:cubicBezTo>
                  <a:cubicBezTo>
                    <a:pt x="0" y="6"/>
                    <a:pt x="13" y="12"/>
                    <a:pt x="16" y="13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4" name="Freeform 688">
              <a:extLst>
                <a:ext uri="{FF2B5EF4-FFF2-40B4-BE49-F238E27FC236}">
                  <a16:creationId xmlns:a16="http://schemas.microsoft.com/office/drawing/2014/main" id="{093B56E5-DDF4-42D0-9FC8-13CCA8C0B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19"/>
              <a:ext cx="35" cy="71"/>
            </a:xfrm>
            <a:custGeom>
              <a:avLst/>
              <a:gdLst>
                <a:gd name="T0" fmla="*/ 37 w 15"/>
                <a:gd name="T1" fmla="*/ 426 h 29"/>
                <a:gd name="T2" fmla="*/ 12 w 15"/>
                <a:gd name="T3" fmla="*/ 426 h 29"/>
                <a:gd name="T4" fmla="*/ 126 w 15"/>
                <a:gd name="T5" fmla="*/ 365 h 29"/>
                <a:gd name="T6" fmla="*/ 28 w 15"/>
                <a:gd name="T7" fmla="*/ 294 h 29"/>
                <a:gd name="T8" fmla="*/ 0 w 15"/>
                <a:gd name="T9" fmla="*/ 7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9">
                  <a:moveTo>
                    <a:pt x="3" y="29"/>
                  </a:moveTo>
                  <a:cubicBezTo>
                    <a:pt x="3" y="29"/>
                    <a:pt x="2" y="29"/>
                    <a:pt x="1" y="29"/>
                  </a:cubicBezTo>
                  <a:cubicBezTo>
                    <a:pt x="5" y="29"/>
                    <a:pt x="8" y="28"/>
                    <a:pt x="10" y="25"/>
                  </a:cubicBezTo>
                  <a:cubicBezTo>
                    <a:pt x="9" y="22"/>
                    <a:pt x="5" y="21"/>
                    <a:pt x="2" y="20"/>
                  </a:cubicBezTo>
                  <a:cubicBezTo>
                    <a:pt x="8" y="16"/>
                    <a:pt x="15" y="0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5" name="Freeform 689">
              <a:extLst>
                <a:ext uri="{FF2B5EF4-FFF2-40B4-BE49-F238E27FC236}">
                  <a16:creationId xmlns:a16="http://schemas.microsoft.com/office/drawing/2014/main" id="{12DD217B-8601-4F21-9A78-FF06B0BD7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574"/>
              <a:ext cx="21" cy="40"/>
            </a:xfrm>
            <a:custGeom>
              <a:avLst/>
              <a:gdLst>
                <a:gd name="T0" fmla="*/ 12 w 9"/>
                <a:gd name="T1" fmla="*/ 208 h 16"/>
                <a:gd name="T2" fmla="*/ 37 w 9"/>
                <a:gd name="T3" fmla="*/ 250 h 16"/>
                <a:gd name="T4" fmla="*/ 12 w 9"/>
                <a:gd name="T5" fmla="*/ 113 h 16"/>
                <a:gd name="T6" fmla="*/ 103 w 9"/>
                <a:gd name="T7" fmla="*/ 188 h 16"/>
                <a:gd name="T8" fmla="*/ 86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1" y="13"/>
                  </a:moveTo>
                  <a:cubicBezTo>
                    <a:pt x="2" y="14"/>
                    <a:pt x="2" y="15"/>
                    <a:pt x="3" y="16"/>
                  </a:cubicBezTo>
                  <a:cubicBezTo>
                    <a:pt x="1" y="14"/>
                    <a:pt x="0" y="10"/>
                    <a:pt x="1" y="7"/>
                  </a:cubicBezTo>
                  <a:cubicBezTo>
                    <a:pt x="3" y="9"/>
                    <a:pt x="6" y="11"/>
                    <a:pt x="8" y="12"/>
                  </a:cubicBezTo>
                  <a:cubicBezTo>
                    <a:pt x="9" y="8"/>
                    <a:pt x="7" y="4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6" name="Freeform 690">
              <a:extLst>
                <a:ext uri="{FF2B5EF4-FFF2-40B4-BE49-F238E27FC236}">
                  <a16:creationId xmlns:a16="http://schemas.microsoft.com/office/drawing/2014/main" id="{4E638D04-40A2-4D4D-9D51-D499D248C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453"/>
              <a:ext cx="33" cy="57"/>
            </a:xfrm>
            <a:custGeom>
              <a:avLst/>
              <a:gdLst>
                <a:gd name="T0" fmla="*/ 78 w 14"/>
                <a:gd name="T1" fmla="*/ 349 h 23"/>
                <a:gd name="T2" fmla="*/ 134 w 14"/>
                <a:gd name="T3" fmla="*/ 320 h 23"/>
                <a:gd name="T4" fmla="*/ 40 w 14"/>
                <a:gd name="T5" fmla="*/ 258 h 23"/>
                <a:gd name="T6" fmla="*/ 156 w 14"/>
                <a:gd name="T7" fmla="*/ 166 h 23"/>
                <a:gd name="T8" fmla="*/ 0 w 1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3">
                  <a:moveTo>
                    <a:pt x="6" y="23"/>
                  </a:moveTo>
                  <a:cubicBezTo>
                    <a:pt x="8" y="22"/>
                    <a:pt x="9" y="22"/>
                    <a:pt x="10" y="21"/>
                  </a:cubicBezTo>
                  <a:cubicBezTo>
                    <a:pt x="8" y="19"/>
                    <a:pt x="5" y="18"/>
                    <a:pt x="3" y="17"/>
                  </a:cubicBezTo>
                  <a:cubicBezTo>
                    <a:pt x="5" y="16"/>
                    <a:pt x="11" y="13"/>
                    <a:pt x="12" y="11"/>
                  </a:cubicBezTo>
                  <a:cubicBezTo>
                    <a:pt x="14" y="5"/>
                    <a:pt x="4" y="0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7" name="Freeform 691">
              <a:extLst>
                <a:ext uri="{FF2B5EF4-FFF2-40B4-BE49-F238E27FC236}">
                  <a16:creationId xmlns:a16="http://schemas.microsoft.com/office/drawing/2014/main" id="{603EC2C5-0A29-4475-95D9-F19CD4129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643"/>
              <a:ext cx="30" cy="60"/>
            </a:xfrm>
            <a:custGeom>
              <a:avLst/>
              <a:gdLst>
                <a:gd name="T0" fmla="*/ 28 w 13"/>
                <a:gd name="T1" fmla="*/ 345 h 24"/>
                <a:gd name="T2" fmla="*/ 150 w 13"/>
                <a:gd name="T3" fmla="*/ 345 h 24"/>
                <a:gd name="T4" fmla="*/ 37 w 13"/>
                <a:gd name="T5" fmla="*/ 270 h 24"/>
                <a:gd name="T6" fmla="*/ 65 w 13"/>
                <a:gd name="T7" fmla="*/ 145 h 24"/>
                <a:gd name="T8" fmla="*/ 159 w 13"/>
                <a:gd name="T9" fmla="*/ 95 h 24"/>
                <a:gd name="T10" fmla="*/ 0 w 13"/>
                <a:gd name="T11" fmla="*/ 2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4">
                  <a:moveTo>
                    <a:pt x="2" y="22"/>
                  </a:moveTo>
                  <a:cubicBezTo>
                    <a:pt x="5" y="23"/>
                    <a:pt x="9" y="24"/>
                    <a:pt x="12" y="22"/>
                  </a:cubicBezTo>
                  <a:cubicBezTo>
                    <a:pt x="11" y="18"/>
                    <a:pt x="6" y="18"/>
                    <a:pt x="3" y="17"/>
                  </a:cubicBezTo>
                  <a:cubicBezTo>
                    <a:pt x="11" y="18"/>
                    <a:pt x="13" y="13"/>
                    <a:pt x="5" y="9"/>
                  </a:cubicBezTo>
                  <a:cubicBezTo>
                    <a:pt x="7" y="7"/>
                    <a:pt x="10" y="7"/>
                    <a:pt x="13" y="6"/>
                  </a:cubicBezTo>
                  <a:cubicBezTo>
                    <a:pt x="12" y="0"/>
                    <a:pt x="4" y="1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8" name="Freeform 692">
              <a:extLst>
                <a:ext uri="{FF2B5EF4-FFF2-40B4-BE49-F238E27FC236}">
                  <a16:creationId xmlns:a16="http://schemas.microsoft.com/office/drawing/2014/main" id="{6DDBBC22-3C26-4D9A-B4A8-0D73A57D8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663"/>
              <a:ext cx="23" cy="20"/>
            </a:xfrm>
            <a:custGeom>
              <a:avLst/>
              <a:gdLst>
                <a:gd name="T0" fmla="*/ 0 w 10"/>
                <a:gd name="T1" fmla="*/ 20 h 8"/>
                <a:gd name="T2" fmla="*/ 122 w 10"/>
                <a:gd name="T3" fmla="*/ 50 h 8"/>
                <a:gd name="T4" fmla="*/ 37 w 10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1"/>
                  </a:moveTo>
                  <a:cubicBezTo>
                    <a:pt x="4" y="0"/>
                    <a:pt x="8" y="1"/>
                    <a:pt x="10" y="3"/>
                  </a:cubicBezTo>
                  <a:cubicBezTo>
                    <a:pt x="9" y="6"/>
                    <a:pt x="5" y="7"/>
                    <a:pt x="3" y="8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9" name="Freeform 693">
              <a:extLst>
                <a:ext uri="{FF2B5EF4-FFF2-40B4-BE49-F238E27FC236}">
                  <a16:creationId xmlns:a16="http://schemas.microsoft.com/office/drawing/2014/main" id="{5DA182D7-54AE-4FC0-9623-D2DE77E6A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683"/>
              <a:ext cx="34" cy="27"/>
            </a:xfrm>
            <a:custGeom>
              <a:avLst/>
              <a:gdLst>
                <a:gd name="T0" fmla="*/ 138 w 15"/>
                <a:gd name="T1" fmla="*/ 0 h 11"/>
                <a:gd name="T2" fmla="*/ 175 w 15"/>
                <a:gd name="T3" fmla="*/ 4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2" y="0"/>
                  </a:moveTo>
                  <a:cubicBezTo>
                    <a:pt x="0" y="9"/>
                    <a:pt x="15" y="11"/>
                    <a:pt x="15" y="3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0" name="Freeform 694">
              <a:extLst>
                <a:ext uri="{FF2B5EF4-FFF2-40B4-BE49-F238E27FC236}">
                  <a16:creationId xmlns:a16="http://schemas.microsoft.com/office/drawing/2014/main" id="{DB33864B-C314-4317-914F-A04DCB887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051"/>
              <a:ext cx="16" cy="22"/>
            </a:xfrm>
            <a:custGeom>
              <a:avLst/>
              <a:gdLst>
                <a:gd name="T0" fmla="*/ 85 w 7"/>
                <a:gd name="T1" fmla="*/ 59 h 9"/>
                <a:gd name="T2" fmla="*/ 11 w 7"/>
                <a:gd name="T3" fmla="*/ 12 h 9"/>
                <a:gd name="T4" fmla="*/ 57 w 7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7" y="4"/>
                  </a:moveTo>
                  <a:cubicBezTo>
                    <a:pt x="6" y="1"/>
                    <a:pt x="4" y="0"/>
                    <a:pt x="1" y="1"/>
                  </a:cubicBezTo>
                  <a:cubicBezTo>
                    <a:pt x="0" y="4"/>
                    <a:pt x="2" y="7"/>
                    <a:pt x="5" y="9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1" name="Freeform 695">
              <a:extLst>
                <a:ext uri="{FF2B5EF4-FFF2-40B4-BE49-F238E27FC236}">
                  <a16:creationId xmlns:a16="http://schemas.microsoft.com/office/drawing/2014/main" id="{88EB62DC-AACB-4C6E-ADC3-C87B0744C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105"/>
              <a:ext cx="18" cy="20"/>
            </a:xfrm>
            <a:custGeom>
              <a:avLst/>
              <a:gdLst>
                <a:gd name="T0" fmla="*/ 92 w 8"/>
                <a:gd name="T1" fmla="*/ 20 h 8"/>
                <a:gd name="T2" fmla="*/ 72 w 8"/>
                <a:gd name="T3" fmla="*/ 125 h 8"/>
                <a:gd name="T4" fmla="*/ 45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1"/>
                  </a:moveTo>
                  <a:cubicBezTo>
                    <a:pt x="8" y="3"/>
                    <a:pt x="7" y="6"/>
                    <a:pt x="6" y="8"/>
                  </a:cubicBezTo>
                  <a:cubicBezTo>
                    <a:pt x="2" y="7"/>
                    <a:pt x="0" y="2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2" name="Freeform 696">
              <a:extLst>
                <a:ext uri="{FF2B5EF4-FFF2-40B4-BE49-F238E27FC236}">
                  <a16:creationId xmlns:a16="http://schemas.microsoft.com/office/drawing/2014/main" id="{BD413FC0-50D0-437B-A7F9-D6E5645C3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355"/>
              <a:ext cx="24" cy="34"/>
            </a:xfrm>
            <a:custGeom>
              <a:avLst/>
              <a:gdLst>
                <a:gd name="T0" fmla="*/ 98 w 10"/>
                <a:gd name="T1" fmla="*/ 202 h 14"/>
                <a:gd name="T2" fmla="*/ 0 w 10"/>
                <a:gd name="T3" fmla="*/ 100 h 14"/>
                <a:gd name="T4" fmla="*/ 110 w 10"/>
                <a:gd name="T5" fmla="*/ 112 h 14"/>
                <a:gd name="T6" fmla="*/ 82 w 10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7" y="14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2" y="7"/>
                    <a:pt x="6" y="9"/>
                    <a:pt x="8" y="8"/>
                  </a:cubicBezTo>
                  <a:cubicBezTo>
                    <a:pt x="10" y="6"/>
                    <a:pt x="8" y="1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3" name="Freeform 697">
              <a:extLst>
                <a:ext uri="{FF2B5EF4-FFF2-40B4-BE49-F238E27FC236}">
                  <a16:creationId xmlns:a16="http://schemas.microsoft.com/office/drawing/2014/main" id="{A21895CB-67F4-4886-B450-487C802A0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241"/>
              <a:ext cx="28" cy="32"/>
            </a:xfrm>
            <a:custGeom>
              <a:avLst/>
              <a:gdLst>
                <a:gd name="T0" fmla="*/ 152 w 12"/>
                <a:gd name="T1" fmla="*/ 103 h 13"/>
                <a:gd name="T2" fmla="*/ 103 w 12"/>
                <a:gd name="T3" fmla="*/ 0 h 13"/>
                <a:gd name="T4" fmla="*/ 103 w 12"/>
                <a:gd name="T5" fmla="*/ 182 h 13"/>
                <a:gd name="T6" fmla="*/ 12 w 12"/>
                <a:gd name="T7" fmla="*/ 3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12" y="7"/>
                  </a:moveTo>
                  <a:cubicBezTo>
                    <a:pt x="12" y="4"/>
                    <a:pt x="11" y="2"/>
                    <a:pt x="8" y="0"/>
                  </a:cubicBezTo>
                  <a:cubicBezTo>
                    <a:pt x="5" y="3"/>
                    <a:pt x="8" y="8"/>
                    <a:pt x="8" y="12"/>
                  </a:cubicBezTo>
                  <a:cubicBezTo>
                    <a:pt x="4" y="13"/>
                    <a:pt x="0" y="6"/>
                    <a:pt x="1" y="2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4" name="Freeform 698">
              <a:extLst>
                <a:ext uri="{FF2B5EF4-FFF2-40B4-BE49-F238E27FC236}">
                  <a16:creationId xmlns:a16="http://schemas.microsoft.com/office/drawing/2014/main" id="{5B93516A-548B-4682-AED0-CA85655A8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194"/>
              <a:ext cx="23" cy="20"/>
            </a:xfrm>
            <a:custGeom>
              <a:avLst/>
              <a:gdLst>
                <a:gd name="T0" fmla="*/ 0 w 10"/>
                <a:gd name="T1" fmla="*/ 95 h 8"/>
                <a:gd name="T2" fmla="*/ 110 w 10"/>
                <a:gd name="T3" fmla="*/ 83 h 8"/>
                <a:gd name="T4" fmla="*/ 28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6"/>
                  </a:moveTo>
                  <a:cubicBezTo>
                    <a:pt x="2" y="7"/>
                    <a:pt x="9" y="8"/>
                    <a:pt x="9" y="5"/>
                  </a:cubicBezTo>
                  <a:cubicBezTo>
                    <a:pt x="10" y="2"/>
                    <a:pt x="3" y="1"/>
                    <a:pt x="2" y="0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5" name="Freeform 699">
              <a:extLst>
                <a:ext uri="{FF2B5EF4-FFF2-40B4-BE49-F238E27FC236}">
                  <a16:creationId xmlns:a16="http://schemas.microsoft.com/office/drawing/2014/main" id="{DC2930F3-8373-4AD2-A821-0458AC018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180"/>
              <a:ext cx="33" cy="27"/>
            </a:xfrm>
            <a:custGeom>
              <a:avLst/>
              <a:gdLst>
                <a:gd name="T0" fmla="*/ 106 w 14"/>
                <a:gd name="T1" fmla="*/ 162 h 11"/>
                <a:gd name="T2" fmla="*/ 156 w 14"/>
                <a:gd name="T3" fmla="*/ 0 h 11"/>
                <a:gd name="T4" fmla="*/ 0 w 14"/>
                <a:gd name="T5" fmla="*/ 9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8" y="11"/>
                  </a:moveTo>
                  <a:cubicBezTo>
                    <a:pt x="11" y="8"/>
                    <a:pt x="14" y="4"/>
                    <a:pt x="12" y="0"/>
                  </a:cubicBezTo>
                  <a:cubicBezTo>
                    <a:pt x="8" y="0"/>
                    <a:pt x="4" y="4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6" name="Freeform 700">
              <a:extLst>
                <a:ext uri="{FF2B5EF4-FFF2-40B4-BE49-F238E27FC236}">
                  <a16:creationId xmlns:a16="http://schemas.microsoft.com/office/drawing/2014/main" id="{2BD0B6C6-F5FD-41C1-810F-6F906EF82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291"/>
              <a:ext cx="25" cy="27"/>
            </a:xfrm>
            <a:custGeom>
              <a:avLst/>
              <a:gdLst>
                <a:gd name="T0" fmla="*/ 102 w 11"/>
                <a:gd name="T1" fmla="*/ 0 h 11"/>
                <a:gd name="T2" fmla="*/ 36 w 11"/>
                <a:gd name="T3" fmla="*/ 29 h 11"/>
                <a:gd name="T4" fmla="*/ 130 w 11"/>
                <a:gd name="T5" fmla="*/ 91 h 11"/>
                <a:gd name="T6" fmla="*/ 0 w 11"/>
                <a:gd name="T7" fmla="*/ 15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9" y="0"/>
                  </a:moveTo>
                  <a:cubicBezTo>
                    <a:pt x="7" y="0"/>
                    <a:pt x="5" y="1"/>
                    <a:pt x="3" y="2"/>
                  </a:cubicBezTo>
                  <a:cubicBezTo>
                    <a:pt x="6" y="3"/>
                    <a:pt x="9" y="4"/>
                    <a:pt x="11" y="6"/>
                  </a:cubicBezTo>
                  <a:cubicBezTo>
                    <a:pt x="10" y="11"/>
                    <a:pt x="4" y="10"/>
                    <a:pt x="0" y="10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7" name="Freeform 701">
              <a:extLst>
                <a:ext uri="{FF2B5EF4-FFF2-40B4-BE49-F238E27FC236}">
                  <a16:creationId xmlns:a16="http://schemas.microsoft.com/office/drawing/2014/main" id="{009133B9-65FA-45E7-AE45-0AE3DB273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298"/>
              <a:ext cx="32" cy="27"/>
            </a:xfrm>
            <a:custGeom>
              <a:avLst/>
              <a:gdLst>
                <a:gd name="T0" fmla="*/ 167 w 14"/>
                <a:gd name="T1" fmla="*/ 133 h 11"/>
                <a:gd name="T2" fmla="*/ 85 w 14"/>
                <a:gd name="T3" fmla="*/ 0 h 11"/>
                <a:gd name="T4" fmla="*/ 110 w 14"/>
                <a:gd name="T5" fmla="*/ 16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9"/>
                  </a:moveTo>
                  <a:cubicBezTo>
                    <a:pt x="12" y="7"/>
                    <a:pt x="9" y="0"/>
                    <a:pt x="7" y="0"/>
                  </a:cubicBezTo>
                  <a:cubicBezTo>
                    <a:pt x="0" y="1"/>
                    <a:pt x="6" y="9"/>
                    <a:pt x="9" y="11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8" name="Freeform 702">
              <a:extLst>
                <a:ext uri="{FF2B5EF4-FFF2-40B4-BE49-F238E27FC236}">
                  <a16:creationId xmlns:a16="http://schemas.microsoft.com/office/drawing/2014/main" id="{C7B173FD-C5B0-4AF2-BB52-E6920D741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92"/>
              <a:ext cx="21" cy="35"/>
            </a:xfrm>
            <a:custGeom>
              <a:avLst/>
              <a:gdLst>
                <a:gd name="T0" fmla="*/ 114 w 9"/>
                <a:gd name="T1" fmla="*/ 158 h 14"/>
                <a:gd name="T2" fmla="*/ 49 w 9"/>
                <a:gd name="T3" fmla="*/ 0 h 14"/>
                <a:gd name="T4" fmla="*/ 77 w 9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10"/>
                  </a:moveTo>
                  <a:cubicBezTo>
                    <a:pt x="9" y="6"/>
                    <a:pt x="8" y="2"/>
                    <a:pt x="4" y="0"/>
                  </a:cubicBezTo>
                  <a:cubicBezTo>
                    <a:pt x="0" y="4"/>
                    <a:pt x="3" y="10"/>
                    <a:pt x="6" y="14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9" name="Freeform 703">
              <a:extLst>
                <a:ext uri="{FF2B5EF4-FFF2-40B4-BE49-F238E27FC236}">
                  <a16:creationId xmlns:a16="http://schemas.microsoft.com/office/drawing/2014/main" id="{59A57242-6131-4FA0-B2C1-2939A725E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446"/>
              <a:ext cx="33" cy="32"/>
            </a:xfrm>
            <a:custGeom>
              <a:avLst/>
              <a:gdLst>
                <a:gd name="T0" fmla="*/ 0 w 14"/>
                <a:gd name="T1" fmla="*/ 182 h 13"/>
                <a:gd name="T2" fmla="*/ 0 w 14"/>
                <a:gd name="T3" fmla="*/ 10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12"/>
                  </a:moveTo>
                  <a:cubicBezTo>
                    <a:pt x="14" y="13"/>
                    <a:pt x="9" y="0"/>
                    <a:pt x="0" y="7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0" name="Freeform 704">
              <a:extLst>
                <a:ext uri="{FF2B5EF4-FFF2-40B4-BE49-F238E27FC236}">
                  <a16:creationId xmlns:a16="http://schemas.microsoft.com/office/drawing/2014/main" id="{E0C111D7-3086-48BB-AF21-C7F09E8EF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604"/>
              <a:ext cx="58" cy="30"/>
            </a:xfrm>
            <a:custGeom>
              <a:avLst/>
              <a:gdLst>
                <a:gd name="T0" fmla="*/ 37 w 25"/>
                <a:gd name="T1" fmla="*/ 20 h 12"/>
                <a:gd name="T2" fmla="*/ 12 w 25"/>
                <a:gd name="T3" fmla="*/ 125 h 12"/>
                <a:gd name="T4" fmla="*/ 86 w 25"/>
                <a:gd name="T5" fmla="*/ 33 h 12"/>
                <a:gd name="T6" fmla="*/ 139 w 25"/>
                <a:gd name="T7" fmla="*/ 188 h 12"/>
                <a:gd name="T8" fmla="*/ 209 w 25"/>
                <a:gd name="T9" fmla="*/ 33 h 12"/>
                <a:gd name="T10" fmla="*/ 237 w 25"/>
                <a:gd name="T11" fmla="*/ 113 h 12"/>
                <a:gd name="T12" fmla="*/ 302 w 25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2">
                  <a:moveTo>
                    <a:pt x="3" y="1"/>
                  </a:moveTo>
                  <a:cubicBezTo>
                    <a:pt x="1" y="3"/>
                    <a:pt x="0" y="6"/>
                    <a:pt x="1" y="8"/>
                  </a:cubicBezTo>
                  <a:cubicBezTo>
                    <a:pt x="4" y="7"/>
                    <a:pt x="5" y="5"/>
                    <a:pt x="7" y="2"/>
                  </a:cubicBezTo>
                  <a:cubicBezTo>
                    <a:pt x="6" y="5"/>
                    <a:pt x="7" y="11"/>
                    <a:pt x="11" y="12"/>
                  </a:cubicBezTo>
                  <a:cubicBezTo>
                    <a:pt x="16" y="12"/>
                    <a:pt x="16" y="6"/>
                    <a:pt x="17" y="2"/>
                  </a:cubicBezTo>
                  <a:cubicBezTo>
                    <a:pt x="17" y="4"/>
                    <a:pt x="19" y="6"/>
                    <a:pt x="19" y="7"/>
                  </a:cubicBezTo>
                  <a:cubicBezTo>
                    <a:pt x="23" y="7"/>
                    <a:pt x="25" y="3"/>
                    <a:pt x="24" y="0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1" name="Freeform 705">
              <a:extLst>
                <a:ext uri="{FF2B5EF4-FFF2-40B4-BE49-F238E27FC236}">
                  <a16:creationId xmlns:a16="http://schemas.microsoft.com/office/drawing/2014/main" id="{DB9ECA4C-4F68-464B-8607-2BD6A82E2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599"/>
              <a:ext cx="39" cy="25"/>
            </a:xfrm>
            <a:custGeom>
              <a:avLst/>
              <a:gdLst>
                <a:gd name="T0" fmla="*/ 73 w 17"/>
                <a:gd name="T1" fmla="*/ 158 h 10"/>
                <a:gd name="T2" fmla="*/ 0 w 17"/>
                <a:gd name="T3" fmla="*/ 8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6" y="10"/>
                  </a:moveTo>
                  <a:cubicBezTo>
                    <a:pt x="17" y="2"/>
                    <a:pt x="8" y="0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2" name="Freeform 706">
              <a:extLst>
                <a:ext uri="{FF2B5EF4-FFF2-40B4-BE49-F238E27FC236}">
                  <a16:creationId xmlns:a16="http://schemas.microsoft.com/office/drawing/2014/main" id="{706089ED-D8F5-4A97-97A0-58F136415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886"/>
              <a:ext cx="843" cy="477"/>
            </a:xfrm>
            <a:custGeom>
              <a:avLst/>
              <a:gdLst>
                <a:gd name="T0" fmla="*/ 160 w 364"/>
                <a:gd name="T1" fmla="*/ 153 h 193"/>
                <a:gd name="T2" fmla="*/ 188 w 364"/>
                <a:gd name="T3" fmla="*/ 104 h 193"/>
                <a:gd name="T4" fmla="*/ 248 w 364"/>
                <a:gd name="T5" fmla="*/ 0 h 193"/>
                <a:gd name="T6" fmla="*/ 1839 w 364"/>
                <a:gd name="T7" fmla="*/ 195 h 193"/>
                <a:gd name="T8" fmla="*/ 3407 w 364"/>
                <a:gd name="T9" fmla="*/ 133 h 193"/>
                <a:gd name="T10" fmla="*/ 4521 w 364"/>
                <a:gd name="T11" fmla="*/ 573 h 193"/>
                <a:gd name="T12" fmla="*/ 4472 w 364"/>
                <a:gd name="T13" fmla="*/ 727 h 193"/>
                <a:gd name="T14" fmla="*/ 4370 w 364"/>
                <a:gd name="T15" fmla="*/ 801 h 193"/>
                <a:gd name="T16" fmla="*/ 4296 w 364"/>
                <a:gd name="T17" fmla="*/ 872 h 193"/>
                <a:gd name="T18" fmla="*/ 4173 w 364"/>
                <a:gd name="T19" fmla="*/ 922 h 193"/>
                <a:gd name="T20" fmla="*/ 4023 w 364"/>
                <a:gd name="T21" fmla="*/ 1404 h 193"/>
                <a:gd name="T22" fmla="*/ 3888 w 364"/>
                <a:gd name="T23" fmla="*/ 1918 h 193"/>
                <a:gd name="T24" fmla="*/ 3749 w 364"/>
                <a:gd name="T25" fmla="*/ 2187 h 193"/>
                <a:gd name="T26" fmla="*/ 3367 w 364"/>
                <a:gd name="T27" fmla="*/ 2731 h 193"/>
                <a:gd name="T28" fmla="*/ 3208 w 364"/>
                <a:gd name="T29" fmla="*/ 2748 h 193"/>
                <a:gd name="T30" fmla="*/ 2955 w 364"/>
                <a:gd name="T31" fmla="*/ 2790 h 193"/>
                <a:gd name="T32" fmla="*/ 2682 w 364"/>
                <a:gd name="T33" fmla="*/ 2810 h 193"/>
                <a:gd name="T34" fmla="*/ 2568 w 364"/>
                <a:gd name="T35" fmla="*/ 2822 h 193"/>
                <a:gd name="T36" fmla="*/ 2409 w 364"/>
                <a:gd name="T37" fmla="*/ 2822 h 193"/>
                <a:gd name="T38" fmla="*/ 2332 w 364"/>
                <a:gd name="T39" fmla="*/ 2780 h 193"/>
                <a:gd name="T40" fmla="*/ 2087 w 364"/>
                <a:gd name="T41" fmla="*/ 2719 h 193"/>
                <a:gd name="T42" fmla="*/ 1491 w 364"/>
                <a:gd name="T43" fmla="*/ 2504 h 193"/>
                <a:gd name="T44" fmla="*/ 1443 w 364"/>
                <a:gd name="T45" fmla="*/ 2155 h 193"/>
                <a:gd name="T46" fmla="*/ 1267 w 364"/>
                <a:gd name="T47" fmla="*/ 2279 h 193"/>
                <a:gd name="T48" fmla="*/ 1068 w 364"/>
                <a:gd name="T49" fmla="*/ 2187 h 193"/>
                <a:gd name="T50" fmla="*/ 669 w 364"/>
                <a:gd name="T51" fmla="*/ 1723 h 193"/>
                <a:gd name="T52" fmla="*/ 510 w 364"/>
                <a:gd name="T53" fmla="*/ 1498 h 193"/>
                <a:gd name="T54" fmla="*/ 236 w 364"/>
                <a:gd name="T55" fmla="*/ 1270 h 193"/>
                <a:gd name="T56" fmla="*/ 12 w 364"/>
                <a:gd name="T57" fmla="*/ 788 h 193"/>
                <a:gd name="T58" fmla="*/ 134 w 364"/>
                <a:gd name="T59" fmla="*/ 215 h 193"/>
                <a:gd name="T60" fmla="*/ 160 w 364"/>
                <a:gd name="T61" fmla="*/ 153 h 19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64" h="193">
                  <a:moveTo>
                    <a:pt x="13" y="10"/>
                  </a:moveTo>
                  <a:cubicBezTo>
                    <a:pt x="14" y="9"/>
                    <a:pt x="14" y="8"/>
                    <a:pt x="15" y="7"/>
                  </a:cubicBezTo>
                  <a:cubicBezTo>
                    <a:pt x="17" y="5"/>
                    <a:pt x="18" y="2"/>
                    <a:pt x="20" y="0"/>
                  </a:cubicBezTo>
                  <a:cubicBezTo>
                    <a:pt x="74" y="8"/>
                    <a:pt x="111" y="7"/>
                    <a:pt x="148" y="13"/>
                  </a:cubicBezTo>
                  <a:cubicBezTo>
                    <a:pt x="190" y="21"/>
                    <a:pt x="263" y="20"/>
                    <a:pt x="274" y="9"/>
                  </a:cubicBezTo>
                  <a:cubicBezTo>
                    <a:pt x="285" y="19"/>
                    <a:pt x="328" y="32"/>
                    <a:pt x="364" y="38"/>
                  </a:cubicBezTo>
                  <a:cubicBezTo>
                    <a:pt x="363" y="42"/>
                    <a:pt x="361" y="46"/>
                    <a:pt x="360" y="48"/>
                  </a:cubicBezTo>
                  <a:cubicBezTo>
                    <a:pt x="358" y="51"/>
                    <a:pt x="354" y="51"/>
                    <a:pt x="352" y="53"/>
                  </a:cubicBezTo>
                  <a:cubicBezTo>
                    <a:pt x="349" y="55"/>
                    <a:pt x="349" y="57"/>
                    <a:pt x="346" y="58"/>
                  </a:cubicBezTo>
                  <a:cubicBezTo>
                    <a:pt x="343" y="59"/>
                    <a:pt x="339" y="60"/>
                    <a:pt x="336" y="61"/>
                  </a:cubicBezTo>
                  <a:cubicBezTo>
                    <a:pt x="337" y="70"/>
                    <a:pt x="338" y="84"/>
                    <a:pt x="324" y="93"/>
                  </a:cubicBezTo>
                  <a:cubicBezTo>
                    <a:pt x="326" y="112"/>
                    <a:pt x="325" y="123"/>
                    <a:pt x="313" y="127"/>
                  </a:cubicBezTo>
                  <a:cubicBezTo>
                    <a:pt x="312" y="135"/>
                    <a:pt x="309" y="141"/>
                    <a:pt x="302" y="145"/>
                  </a:cubicBezTo>
                  <a:cubicBezTo>
                    <a:pt x="300" y="155"/>
                    <a:pt x="279" y="179"/>
                    <a:pt x="271" y="181"/>
                  </a:cubicBezTo>
                  <a:cubicBezTo>
                    <a:pt x="266" y="183"/>
                    <a:pt x="263" y="181"/>
                    <a:pt x="258" y="182"/>
                  </a:cubicBezTo>
                  <a:cubicBezTo>
                    <a:pt x="252" y="184"/>
                    <a:pt x="241" y="193"/>
                    <a:pt x="238" y="185"/>
                  </a:cubicBezTo>
                  <a:cubicBezTo>
                    <a:pt x="230" y="191"/>
                    <a:pt x="223" y="187"/>
                    <a:pt x="216" y="186"/>
                  </a:cubicBezTo>
                  <a:cubicBezTo>
                    <a:pt x="216" y="186"/>
                    <a:pt x="208" y="187"/>
                    <a:pt x="207" y="187"/>
                  </a:cubicBezTo>
                  <a:cubicBezTo>
                    <a:pt x="208" y="187"/>
                    <a:pt x="198" y="188"/>
                    <a:pt x="194" y="187"/>
                  </a:cubicBezTo>
                  <a:cubicBezTo>
                    <a:pt x="189" y="187"/>
                    <a:pt x="190" y="185"/>
                    <a:pt x="188" y="184"/>
                  </a:cubicBezTo>
                  <a:cubicBezTo>
                    <a:pt x="181" y="182"/>
                    <a:pt x="174" y="180"/>
                    <a:pt x="168" y="180"/>
                  </a:cubicBezTo>
                  <a:cubicBezTo>
                    <a:pt x="155" y="180"/>
                    <a:pt x="130" y="174"/>
                    <a:pt x="120" y="166"/>
                  </a:cubicBezTo>
                  <a:cubicBezTo>
                    <a:pt x="113" y="160"/>
                    <a:pt x="111" y="154"/>
                    <a:pt x="116" y="143"/>
                  </a:cubicBezTo>
                  <a:cubicBezTo>
                    <a:pt x="109" y="148"/>
                    <a:pt x="111" y="151"/>
                    <a:pt x="102" y="151"/>
                  </a:cubicBezTo>
                  <a:cubicBezTo>
                    <a:pt x="94" y="152"/>
                    <a:pt x="92" y="150"/>
                    <a:pt x="86" y="145"/>
                  </a:cubicBezTo>
                  <a:cubicBezTo>
                    <a:pt x="74" y="135"/>
                    <a:pt x="63" y="127"/>
                    <a:pt x="54" y="114"/>
                  </a:cubicBezTo>
                  <a:cubicBezTo>
                    <a:pt x="49" y="107"/>
                    <a:pt x="47" y="103"/>
                    <a:pt x="41" y="99"/>
                  </a:cubicBezTo>
                  <a:cubicBezTo>
                    <a:pt x="34" y="94"/>
                    <a:pt x="26" y="89"/>
                    <a:pt x="19" y="84"/>
                  </a:cubicBezTo>
                  <a:cubicBezTo>
                    <a:pt x="5" y="72"/>
                    <a:pt x="2" y="63"/>
                    <a:pt x="1" y="52"/>
                  </a:cubicBezTo>
                  <a:cubicBezTo>
                    <a:pt x="0" y="41"/>
                    <a:pt x="4" y="23"/>
                    <a:pt x="11" y="14"/>
                  </a:cubicBezTo>
                  <a:cubicBezTo>
                    <a:pt x="12" y="13"/>
                    <a:pt x="13" y="12"/>
                    <a:pt x="13" y="1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3" name="Freeform 707">
              <a:extLst>
                <a:ext uri="{FF2B5EF4-FFF2-40B4-BE49-F238E27FC236}">
                  <a16:creationId xmlns:a16="http://schemas.microsoft.com/office/drawing/2014/main" id="{994A621B-5C46-4C9E-8569-2018A1091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980"/>
              <a:ext cx="345" cy="615"/>
            </a:xfrm>
            <a:custGeom>
              <a:avLst/>
              <a:gdLst>
                <a:gd name="T0" fmla="*/ 0 w 149"/>
                <a:gd name="T1" fmla="*/ 3752 h 249"/>
                <a:gd name="T2" fmla="*/ 49 w 149"/>
                <a:gd name="T3" fmla="*/ 1823 h 249"/>
                <a:gd name="T4" fmla="*/ 151 w 149"/>
                <a:gd name="T5" fmla="*/ 1610 h 249"/>
                <a:gd name="T6" fmla="*/ 285 w 149"/>
                <a:gd name="T7" fmla="*/ 1341 h 249"/>
                <a:gd name="T8" fmla="*/ 424 w 149"/>
                <a:gd name="T9" fmla="*/ 830 h 249"/>
                <a:gd name="T10" fmla="*/ 574 w 149"/>
                <a:gd name="T11" fmla="*/ 348 h 249"/>
                <a:gd name="T12" fmla="*/ 697 w 149"/>
                <a:gd name="T13" fmla="*/ 299 h 249"/>
                <a:gd name="T14" fmla="*/ 771 w 149"/>
                <a:gd name="T15" fmla="*/ 225 h 249"/>
                <a:gd name="T16" fmla="*/ 868 w 149"/>
                <a:gd name="T17" fmla="*/ 153 h 249"/>
                <a:gd name="T18" fmla="*/ 917 w 149"/>
                <a:gd name="T19" fmla="*/ 0 h 249"/>
                <a:gd name="T20" fmla="*/ 917 w 149"/>
                <a:gd name="T21" fmla="*/ 0 h 249"/>
                <a:gd name="T22" fmla="*/ 1586 w 149"/>
                <a:gd name="T23" fmla="*/ 12 h 249"/>
                <a:gd name="T24" fmla="*/ 1850 w 149"/>
                <a:gd name="T25" fmla="*/ 74 h 249"/>
                <a:gd name="T26" fmla="*/ 1292 w 149"/>
                <a:gd name="T27" fmla="*/ 860 h 249"/>
                <a:gd name="T28" fmla="*/ 1243 w 149"/>
                <a:gd name="T29" fmla="*/ 2020 h 249"/>
                <a:gd name="T30" fmla="*/ 970 w 149"/>
                <a:gd name="T31" fmla="*/ 3752 h 2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9" h="249">
                  <a:moveTo>
                    <a:pt x="0" y="249"/>
                  </a:moveTo>
                  <a:cubicBezTo>
                    <a:pt x="6" y="231"/>
                    <a:pt x="4" y="163"/>
                    <a:pt x="4" y="121"/>
                  </a:cubicBezTo>
                  <a:cubicBezTo>
                    <a:pt x="8" y="116"/>
                    <a:pt x="11" y="111"/>
                    <a:pt x="12" y="107"/>
                  </a:cubicBezTo>
                  <a:cubicBezTo>
                    <a:pt x="19" y="103"/>
                    <a:pt x="22" y="97"/>
                    <a:pt x="23" y="89"/>
                  </a:cubicBezTo>
                  <a:cubicBezTo>
                    <a:pt x="35" y="85"/>
                    <a:pt x="36" y="74"/>
                    <a:pt x="34" y="55"/>
                  </a:cubicBezTo>
                  <a:cubicBezTo>
                    <a:pt x="48" y="46"/>
                    <a:pt x="47" y="32"/>
                    <a:pt x="46" y="23"/>
                  </a:cubicBezTo>
                  <a:cubicBezTo>
                    <a:pt x="49" y="22"/>
                    <a:pt x="53" y="21"/>
                    <a:pt x="56" y="20"/>
                  </a:cubicBezTo>
                  <a:cubicBezTo>
                    <a:pt x="59" y="19"/>
                    <a:pt x="59" y="17"/>
                    <a:pt x="62" y="15"/>
                  </a:cubicBezTo>
                  <a:cubicBezTo>
                    <a:pt x="64" y="13"/>
                    <a:pt x="68" y="13"/>
                    <a:pt x="70" y="10"/>
                  </a:cubicBezTo>
                  <a:cubicBezTo>
                    <a:pt x="71" y="8"/>
                    <a:pt x="73" y="4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99" y="5"/>
                    <a:pt x="121" y="6"/>
                    <a:pt x="128" y="1"/>
                  </a:cubicBezTo>
                  <a:cubicBezTo>
                    <a:pt x="134" y="2"/>
                    <a:pt x="141" y="4"/>
                    <a:pt x="149" y="5"/>
                  </a:cubicBezTo>
                  <a:cubicBezTo>
                    <a:pt x="139" y="33"/>
                    <a:pt x="124" y="54"/>
                    <a:pt x="104" y="57"/>
                  </a:cubicBezTo>
                  <a:cubicBezTo>
                    <a:pt x="111" y="63"/>
                    <a:pt x="118" y="87"/>
                    <a:pt x="100" y="134"/>
                  </a:cubicBezTo>
                  <a:cubicBezTo>
                    <a:pt x="83" y="182"/>
                    <a:pt x="78" y="249"/>
                    <a:pt x="78" y="249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4" name="Freeform 708">
              <a:extLst>
                <a:ext uri="{FF2B5EF4-FFF2-40B4-BE49-F238E27FC236}">
                  <a16:creationId xmlns:a16="http://schemas.microsoft.com/office/drawing/2014/main" id="{3B37F880-E67E-48B1-84C9-4EA3DDFE7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3015"/>
              <a:ext cx="336" cy="224"/>
            </a:xfrm>
            <a:custGeom>
              <a:avLst/>
              <a:gdLst>
                <a:gd name="T0" fmla="*/ 1805 w 145"/>
                <a:gd name="T1" fmla="*/ 0 h 91"/>
                <a:gd name="T2" fmla="*/ 0 w 145"/>
                <a:gd name="T3" fmla="*/ 13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91">
                  <a:moveTo>
                    <a:pt x="145" y="0"/>
                  </a:moveTo>
                  <a:cubicBezTo>
                    <a:pt x="132" y="54"/>
                    <a:pt x="16" y="64"/>
                    <a:pt x="0" y="91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5" name="Freeform 709">
              <a:extLst>
                <a:ext uri="{FF2B5EF4-FFF2-40B4-BE49-F238E27FC236}">
                  <a16:creationId xmlns:a16="http://schemas.microsoft.com/office/drawing/2014/main" id="{2CD55213-53AA-4E0C-84A8-E2AE9495A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2893"/>
              <a:ext cx="714" cy="134"/>
            </a:xfrm>
            <a:custGeom>
              <a:avLst/>
              <a:gdLst>
                <a:gd name="T0" fmla="*/ 0 w 308"/>
                <a:gd name="T1" fmla="*/ 0 h 54"/>
                <a:gd name="T2" fmla="*/ 1011 w 308"/>
                <a:gd name="T3" fmla="*/ 278 h 54"/>
                <a:gd name="T4" fmla="*/ 1618 w 308"/>
                <a:gd name="T5" fmla="*/ 610 h 54"/>
                <a:gd name="T6" fmla="*/ 3188 w 308"/>
                <a:gd name="T7" fmla="*/ 732 h 54"/>
                <a:gd name="T8" fmla="*/ 3837 w 308"/>
                <a:gd name="T9" fmla="*/ 42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8" h="54">
                  <a:moveTo>
                    <a:pt x="0" y="0"/>
                  </a:moveTo>
                  <a:cubicBezTo>
                    <a:pt x="3" y="7"/>
                    <a:pt x="29" y="6"/>
                    <a:pt x="81" y="18"/>
                  </a:cubicBezTo>
                  <a:cubicBezTo>
                    <a:pt x="106" y="22"/>
                    <a:pt x="106" y="34"/>
                    <a:pt x="130" y="40"/>
                  </a:cubicBezTo>
                  <a:cubicBezTo>
                    <a:pt x="175" y="49"/>
                    <a:pt x="223" y="54"/>
                    <a:pt x="256" y="48"/>
                  </a:cubicBezTo>
                  <a:cubicBezTo>
                    <a:pt x="298" y="42"/>
                    <a:pt x="308" y="28"/>
                    <a:pt x="308" y="28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8837D829-0F0C-4E24-AB1E-73D0A36D961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Brain (4)</a:t>
            </a:r>
          </a:p>
        </p:txBody>
      </p:sp>
      <p:grpSp>
        <p:nvGrpSpPr>
          <p:cNvPr id="51202" name="Sagittal-section-of-human-brain">
            <a:extLst>
              <a:ext uri="{FF2B5EF4-FFF2-40B4-BE49-F238E27FC236}">
                <a16:creationId xmlns:a16="http://schemas.microsoft.com/office/drawing/2014/main" id="{22B1566F-275F-4F8D-8B20-2B53DCFF9D4E}"/>
              </a:ext>
            </a:extLst>
          </p:cNvPr>
          <p:cNvGrpSpPr>
            <a:grpSpLocks/>
          </p:cNvGrpSpPr>
          <p:nvPr/>
        </p:nvGrpSpPr>
        <p:grpSpPr bwMode="auto">
          <a:xfrm>
            <a:off x="3963988" y="1752600"/>
            <a:ext cx="3806825" cy="3686175"/>
            <a:chOff x="2978" y="1273"/>
            <a:chExt cx="2398" cy="2322"/>
          </a:xfrm>
        </p:grpSpPr>
        <p:grpSp>
          <p:nvGrpSpPr>
            <p:cNvPr id="51229" name="Group 677">
              <a:extLst>
                <a:ext uri="{FF2B5EF4-FFF2-40B4-BE49-F238E27FC236}">
                  <a16:creationId xmlns:a16="http://schemas.microsoft.com/office/drawing/2014/main" id="{CAF73220-ACDE-45F1-AB4E-DF5F557D38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8" y="1273"/>
              <a:ext cx="2398" cy="2322"/>
              <a:chOff x="2978" y="1273"/>
              <a:chExt cx="2398" cy="2322"/>
            </a:xfrm>
          </p:grpSpPr>
          <p:sp>
            <p:nvSpPr>
              <p:cNvPr id="51453" name="Freeform 678">
                <a:extLst>
                  <a:ext uri="{FF2B5EF4-FFF2-40B4-BE49-F238E27FC236}">
                    <a16:creationId xmlns:a16="http://schemas.microsoft.com/office/drawing/2014/main" id="{9D1FB160-03FF-4FA0-9F62-D748B3556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988"/>
                <a:ext cx="802" cy="376"/>
              </a:xfrm>
              <a:custGeom>
                <a:avLst/>
                <a:gdLst>
                  <a:gd name="T0" fmla="*/ 2951 w 346"/>
                  <a:gd name="T1" fmla="*/ 2301 h 152"/>
                  <a:gd name="T2" fmla="*/ 3352 w 346"/>
                  <a:gd name="T3" fmla="*/ 2001 h 152"/>
                  <a:gd name="T4" fmla="*/ 3910 w 346"/>
                  <a:gd name="T5" fmla="*/ 1786 h 152"/>
                  <a:gd name="T6" fmla="*/ 3138 w 346"/>
                  <a:gd name="T7" fmla="*/ 378 h 152"/>
                  <a:gd name="T8" fmla="*/ 0 w 346"/>
                  <a:gd name="T9" fmla="*/ 1727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152">
                    <a:moveTo>
                      <a:pt x="237" y="152"/>
                    </a:moveTo>
                    <a:cubicBezTo>
                      <a:pt x="245" y="141"/>
                      <a:pt x="254" y="135"/>
                      <a:pt x="269" y="132"/>
                    </a:cubicBezTo>
                    <a:cubicBezTo>
                      <a:pt x="284" y="132"/>
                      <a:pt x="298" y="129"/>
                      <a:pt x="314" y="118"/>
                    </a:cubicBezTo>
                    <a:cubicBezTo>
                      <a:pt x="346" y="94"/>
                      <a:pt x="346" y="50"/>
                      <a:pt x="252" y="25"/>
                    </a:cubicBezTo>
                    <a:cubicBezTo>
                      <a:pt x="159" y="0"/>
                      <a:pt x="33" y="71"/>
                      <a:pt x="0" y="114"/>
                    </a:cubicBezTo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4" name="Freeform 679">
                <a:extLst>
                  <a:ext uri="{FF2B5EF4-FFF2-40B4-BE49-F238E27FC236}">
                    <a16:creationId xmlns:a16="http://schemas.microsoft.com/office/drawing/2014/main" id="{1EB4DE6C-A13C-4797-9AB3-39ED5A81A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273"/>
                <a:ext cx="2398" cy="1642"/>
              </a:xfrm>
              <a:custGeom>
                <a:avLst/>
                <a:gdLst>
                  <a:gd name="T0" fmla="*/ 8235 w 1034"/>
                  <a:gd name="T1" fmla="*/ 8225 h 664"/>
                  <a:gd name="T2" fmla="*/ 9353 w 1034"/>
                  <a:gd name="T3" fmla="*/ 8482 h 664"/>
                  <a:gd name="T4" fmla="*/ 10552 w 1034"/>
                  <a:gd name="T5" fmla="*/ 8470 h 664"/>
                  <a:gd name="T6" fmla="*/ 11440 w 1034"/>
                  <a:gd name="T7" fmla="*/ 8255 h 664"/>
                  <a:gd name="T8" fmla="*/ 12725 w 1034"/>
                  <a:gd name="T9" fmla="*/ 7033 h 664"/>
                  <a:gd name="T10" fmla="*/ 12897 w 1034"/>
                  <a:gd name="T11" fmla="*/ 6036 h 664"/>
                  <a:gd name="T12" fmla="*/ 12811 w 1034"/>
                  <a:gd name="T13" fmla="*/ 5730 h 664"/>
                  <a:gd name="T14" fmla="*/ 12832 w 1034"/>
                  <a:gd name="T15" fmla="*/ 4990 h 664"/>
                  <a:gd name="T16" fmla="*/ 12558 w 1034"/>
                  <a:gd name="T17" fmla="*/ 3915 h 664"/>
                  <a:gd name="T18" fmla="*/ 12199 w 1034"/>
                  <a:gd name="T19" fmla="*/ 3081 h 664"/>
                  <a:gd name="T20" fmla="*/ 11600 w 1034"/>
                  <a:gd name="T21" fmla="*/ 2329 h 664"/>
                  <a:gd name="T22" fmla="*/ 10951 w 1034"/>
                  <a:gd name="T23" fmla="*/ 1511 h 664"/>
                  <a:gd name="T24" fmla="*/ 10251 w 1034"/>
                  <a:gd name="T25" fmla="*/ 1345 h 664"/>
                  <a:gd name="T26" fmla="*/ 9643 w 1034"/>
                  <a:gd name="T27" fmla="*/ 801 h 664"/>
                  <a:gd name="T28" fmla="*/ 8493 w 1034"/>
                  <a:gd name="T29" fmla="*/ 453 h 664"/>
                  <a:gd name="T30" fmla="*/ 7869 w 1034"/>
                  <a:gd name="T31" fmla="*/ 183 h 664"/>
                  <a:gd name="T32" fmla="*/ 7271 w 1034"/>
                  <a:gd name="T33" fmla="*/ 257 h 664"/>
                  <a:gd name="T34" fmla="*/ 7271 w 1034"/>
                  <a:gd name="T35" fmla="*/ 257 h 664"/>
                  <a:gd name="T36" fmla="*/ 6552 w 1034"/>
                  <a:gd name="T37" fmla="*/ 74 h 664"/>
                  <a:gd name="T38" fmla="*/ 5777 w 1034"/>
                  <a:gd name="T39" fmla="*/ 215 h 664"/>
                  <a:gd name="T40" fmla="*/ 5162 w 1034"/>
                  <a:gd name="T41" fmla="*/ 257 h 664"/>
                  <a:gd name="T42" fmla="*/ 4701 w 1034"/>
                  <a:gd name="T43" fmla="*/ 532 h 664"/>
                  <a:gd name="T44" fmla="*/ 4142 w 1034"/>
                  <a:gd name="T45" fmla="*/ 574 h 664"/>
                  <a:gd name="T46" fmla="*/ 3878 w 1034"/>
                  <a:gd name="T47" fmla="*/ 955 h 664"/>
                  <a:gd name="T48" fmla="*/ 3017 w 1034"/>
                  <a:gd name="T49" fmla="*/ 1088 h 664"/>
                  <a:gd name="T50" fmla="*/ 2136 w 1034"/>
                  <a:gd name="T51" fmla="*/ 1951 h 664"/>
                  <a:gd name="T52" fmla="*/ 1607 w 1034"/>
                  <a:gd name="T53" fmla="*/ 2433 h 664"/>
                  <a:gd name="T54" fmla="*/ 925 w 1034"/>
                  <a:gd name="T55" fmla="*/ 3571 h 664"/>
                  <a:gd name="T56" fmla="*/ 652 w 1034"/>
                  <a:gd name="T57" fmla="*/ 3915 h 664"/>
                  <a:gd name="T58" fmla="*/ 264 w 1034"/>
                  <a:gd name="T59" fmla="*/ 4825 h 664"/>
                  <a:gd name="T60" fmla="*/ 339 w 1034"/>
                  <a:gd name="T61" fmla="*/ 5020 h 664"/>
                  <a:gd name="T62" fmla="*/ 209 w 1034"/>
                  <a:gd name="T63" fmla="*/ 5156 h 664"/>
                  <a:gd name="T64" fmla="*/ 123 w 1034"/>
                  <a:gd name="T65" fmla="*/ 5700 h 664"/>
                  <a:gd name="T66" fmla="*/ 139 w 1034"/>
                  <a:gd name="T67" fmla="*/ 6017 h 664"/>
                  <a:gd name="T68" fmla="*/ 12 w 1034"/>
                  <a:gd name="T69" fmla="*/ 6642 h 664"/>
                  <a:gd name="T70" fmla="*/ 49 w 1034"/>
                  <a:gd name="T71" fmla="*/ 7485 h 664"/>
                  <a:gd name="T72" fmla="*/ 415 w 1034"/>
                  <a:gd name="T73" fmla="*/ 8470 h 664"/>
                  <a:gd name="T74" fmla="*/ 559 w 1034"/>
                  <a:gd name="T75" fmla="*/ 9221 h 664"/>
                  <a:gd name="T76" fmla="*/ 1758 w 1034"/>
                  <a:gd name="T77" fmla="*/ 9968 h 664"/>
                  <a:gd name="T78" fmla="*/ 2630 w 1034"/>
                  <a:gd name="T79" fmla="*/ 9798 h 664"/>
                  <a:gd name="T80" fmla="*/ 2781 w 1034"/>
                  <a:gd name="T81" fmla="*/ 9723 h 664"/>
                  <a:gd name="T82" fmla="*/ 3006 w 1034"/>
                  <a:gd name="T83" fmla="*/ 9815 h 664"/>
                  <a:gd name="T84" fmla="*/ 5190 w 1034"/>
                  <a:gd name="T85" fmla="*/ 9857 h 66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034" h="664">
                    <a:moveTo>
                      <a:pt x="660" y="544"/>
                    </a:moveTo>
                    <a:cubicBezTo>
                      <a:pt x="683" y="557"/>
                      <a:pt x="716" y="561"/>
                      <a:pt x="750" y="561"/>
                    </a:cubicBezTo>
                    <a:cubicBezTo>
                      <a:pt x="780" y="561"/>
                      <a:pt x="814" y="562"/>
                      <a:pt x="846" y="560"/>
                    </a:cubicBezTo>
                    <a:cubicBezTo>
                      <a:pt x="873" y="558"/>
                      <a:pt x="893" y="553"/>
                      <a:pt x="917" y="546"/>
                    </a:cubicBezTo>
                    <a:cubicBezTo>
                      <a:pt x="952" y="537"/>
                      <a:pt x="1011" y="502"/>
                      <a:pt x="1020" y="465"/>
                    </a:cubicBezTo>
                    <a:cubicBezTo>
                      <a:pt x="1029" y="428"/>
                      <a:pt x="1033" y="436"/>
                      <a:pt x="1034" y="399"/>
                    </a:cubicBezTo>
                    <a:cubicBezTo>
                      <a:pt x="1034" y="388"/>
                      <a:pt x="1033" y="380"/>
                      <a:pt x="1027" y="379"/>
                    </a:cubicBezTo>
                    <a:cubicBezTo>
                      <a:pt x="1033" y="374"/>
                      <a:pt x="1033" y="360"/>
                      <a:pt x="1029" y="330"/>
                    </a:cubicBezTo>
                    <a:cubicBezTo>
                      <a:pt x="1026" y="300"/>
                      <a:pt x="1019" y="259"/>
                      <a:pt x="1007" y="259"/>
                    </a:cubicBezTo>
                    <a:cubicBezTo>
                      <a:pt x="1012" y="249"/>
                      <a:pt x="997" y="225"/>
                      <a:pt x="978" y="204"/>
                    </a:cubicBezTo>
                    <a:cubicBezTo>
                      <a:pt x="963" y="188"/>
                      <a:pt x="948" y="144"/>
                      <a:pt x="930" y="154"/>
                    </a:cubicBezTo>
                    <a:cubicBezTo>
                      <a:pt x="942" y="135"/>
                      <a:pt x="894" y="109"/>
                      <a:pt x="878" y="100"/>
                    </a:cubicBezTo>
                    <a:cubicBezTo>
                      <a:pt x="861" y="91"/>
                      <a:pt x="836" y="73"/>
                      <a:pt x="822" y="89"/>
                    </a:cubicBezTo>
                    <a:cubicBezTo>
                      <a:pt x="845" y="69"/>
                      <a:pt x="786" y="58"/>
                      <a:pt x="773" y="53"/>
                    </a:cubicBezTo>
                    <a:cubicBezTo>
                      <a:pt x="752" y="45"/>
                      <a:pt x="699" y="5"/>
                      <a:pt x="681" y="30"/>
                    </a:cubicBezTo>
                    <a:cubicBezTo>
                      <a:pt x="686" y="16"/>
                      <a:pt x="656" y="16"/>
                      <a:pt x="631" y="12"/>
                    </a:cubicBezTo>
                    <a:cubicBezTo>
                      <a:pt x="605" y="9"/>
                      <a:pt x="583" y="4"/>
                      <a:pt x="583" y="17"/>
                    </a:cubicBezTo>
                    <a:cubicBezTo>
                      <a:pt x="583" y="17"/>
                      <a:pt x="583" y="17"/>
                      <a:pt x="583" y="17"/>
                    </a:cubicBezTo>
                    <a:cubicBezTo>
                      <a:pt x="582" y="5"/>
                      <a:pt x="554" y="1"/>
                      <a:pt x="525" y="5"/>
                    </a:cubicBezTo>
                    <a:cubicBezTo>
                      <a:pt x="500" y="9"/>
                      <a:pt x="464" y="0"/>
                      <a:pt x="463" y="14"/>
                    </a:cubicBezTo>
                    <a:cubicBezTo>
                      <a:pt x="461" y="3"/>
                      <a:pt x="438" y="11"/>
                      <a:pt x="414" y="17"/>
                    </a:cubicBezTo>
                    <a:cubicBezTo>
                      <a:pt x="394" y="23"/>
                      <a:pt x="378" y="24"/>
                      <a:pt x="377" y="35"/>
                    </a:cubicBezTo>
                    <a:cubicBezTo>
                      <a:pt x="374" y="24"/>
                      <a:pt x="348" y="33"/>
                      <a:pt x="332" y="38"/>
                    </a:cubicBezTo>
                    <a:cubicBezTo>
                      <a:pt x="318" y="42"/>
                      <a:pt x="309" y="52"/>
                      <a:pt x="311" y="63"/>
                    </a:cubicBezTo>
                    <a:cubicBezTo>
                      <a:pt x="299" y="47"/>
                      <a:pt x="264" y="63"/>
                      <a:pt x="242" y="72"/>
                    </a:cubicBezTo>
                    <a:cubicBezTo>
                      <a:pt x="217" y="82"/>
                      <a:pt x="171" y="108"/>
                      <a:pt x="171" y="129"/>
                    </a:cubicBezTo>
                    <a:cubicBezTo>
                      <a:pt x="159" y="117"/>
                      <a:pt x="121" y="147"/>
                      <a:pt x="129" y="161"/>
                    </a:cubicBezTo>
                    <a:cubicBezTo>
                      <a:pt x="115" y="151"/>
                      <a:pt x="56" y="217"/>
                      <a:pt x="74" y="236"/>
                    </a:cubicBezTo>
                    <a:cubicBezTo>
                      <a:pt x="68" y="236"/>
                      <a:pt x="65" y="235"/>
                      <a:pt x="52" y="259"/>
                    </a:cubicBezTo>
                    <a:cubicBezTo>
                      <a:pt x="39" y="283"/>
                      <a:pt x="22" y="312"/>
                      <a:pt x="21" y="319"/>
                    </a:cubicBezTo>
                    <a:cubicBezTo>
                      <a:pt x="19" y="326"/>
                      <a:pt x="27" y="332"/>
                      <a:pt x="27" y="332"/>
                    </a:cubicBezTo>
                    <a:cubicBezTo>
                      <a:pt x="27" y="332"/>
                      <a:pt x="22" y="331"/>
                      <a:pt x="17" y="341"/>
                    </a:cubicBezTo>
                    <a:cubicBezTo>
                      <a:pt x="12" y="353"/>
                      <a:pt x="11" y="364"/>
                      <a:pt x="10" y="377"/>
                    </a:cubicBezTo>
                    <a:cubicBezTo>
                      <a:pt x="10" y="384"/>
                      <a:pt x="12" y="392"/>
                      <a:pt x="11" y="398"/>
                    </a:cubicBezTo>
                    <a:cubicBezTo>
                      <a:pt x="10" y="412"/>
                      <a:pt x="2" y="424"/>
                      <a:pt x="1" y="439"/>
                    </a:cubicBezTo>
                    <a:cubicBezTo>
                      <a:pt x="0" y="458"/>
                      <a:pt x="2" y="477"/>
                      <a:pt x="4" y="495"/>
                    </a:cubicBezTo>
                    <a:cubicBezTo>
                      <a:pt x="6" y="515"/>
                      <a:pt x="10" y="554"/>
                      <a:pt x="33" y="560"/>
                    </a:cubicBezTo>
                    <a:cubicBezTo>
                      <a:pt x="26" y="582"/>
                      <a:pt x="29" y="592"/>
                      <a:pt x="45" y="610"/>
                    </a:cubicBezTo>
                    <a:cubicBezTo>
                      <a:pt x="64" y="627"/>
                      <a:pt x="101" y="664"/>
                      <a:pt x="141" y="659"/>
                    </a:cubicBezTo>
                    <a:cubicBezTo>
                      <a:pt x="146" y="659"/>
                      <a:pt x="169" y="648"/>
                      <a:pt x="211" y="648"/>
                    </a:cubicBezTo>
                    <a:cubicBezTo>
                      <a:pt x="215" y="649"/>
                      <a:pt x="219" y="643"/>
                      <a:pt x="223" y="643"/>
                    </a:cubicBezTo>
                    <a:cubicBezTo>
                      <a:pt x="229" y="643"/>
                      <a:pt x="235" y="649"/>
                      <a:pt x="241" y="649"/>
                    </a:cubicBezTo>
                    <a:cubicBezTo>
                      <a:pt x="321" y="650"/>
                      <a:pt x="416" y="652"/>
                      <a:pt x="416" y="652"/>
                    </a:cubicBezTo>
                  </a:path>
                </a:pathLst>
              </a:custGeom>
              <a:solidFill>
                <a:srgbClr val="ED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5" name="Freeform 680">
                <a:extLst>
                  <a:ext uri="{FF2B5EF4-FFF2-40B4-BE49-F238E27FC236}">
                    <a16:creationId xmlns:a16="http://schemas.microsoft.com/office/drawing/2014/main" id="{BD98EC81-BC71-4E78-92A1-952709E7B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238"/>
                <a:ext cx="205" cy="247"/>
              </a:xfrm>
              <a:custGeom>
                <a:avLst/>
                <a:gdLst>
                  <a:gd name="T0" fmla="*/ 352 w 88"/>
                  <a:gd name="T1" fmla="*/ 0 h 100"/>
                  <a:gd name="T2" fmla="*/ 303 w 88"/>
                  <a:gd name="T3" fmla="*/ 709 h 100"/>
                  <a:gd name="T4" fmla="*/ 0 w 88"/>
                  <a:gd name="T5" fmla="*/ 1282 h 100"/>
                  <a:gd name="T6" fmla="*/ 466 w 88"/>
                  <a:gd name="T7" fmla="*/ 1433 h 100"/>
                  <a:gd name="T8" fmla="*/ 874 w 88"/>
                  <a:gd name="T9" fmla="*/ 1341 h 100"/>
                  <a:gd name="T10" fmla="*/ 1114 w 88"/>
                  <a:gd name="T11" fmla="*/ 1250 h 100"/>
                  <a:gd name="T12" fmla="*/ 950 w 88"/>
                  <a:gd name="T13" fmla="*/ 1129 h 100"/>
                  <a:gd name="T14" fmla="*/ 559 w 88"/>
                  <a:gd name="T15" fmla="*/ 872 h 100"/>
                  <a:gd name="T16" fmla="*/ 352 w 88"/>
                  <a:gd name="T17" fmla="*/ 615 h 100"/>
                  <a:gd name="T18" fmla="*/ 352 w 88"/>
                  <a:gd name="T19" fmla="*/ 245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100">
                    <a:moveTo>
                      <a:pt x="28" y="0"/>
                    </a:moveTo>
                    <a:cubicBezTo>
                      <a:pt x="20" y="16"/>
                      <a:pt x="25" y="30"/>
                      <a:pt x="24" y="47"/>
                    </a:cubicBezTo>
                    <a:cubicBezTo>
                      <a:pt x="24" y="63"/>
                      <a:pt x="9" y="73"/>
                      <a:pt x="0" y="85"/>
                    </a:cubicBezTo>
                    <a:cubicBezTo>
                      <a:pt x="13" y="82"/>
                      <a:pt x="30" y="82"/>
                      <a:pt x="37" y="95"/>
                    </a:cubicBezTo>
                    <a:cubicBezTo>
                      <a:pt x="43" y="88"/>
                      <a:pt x="60" y="86"/>
                      <a:pt x="69" y="89"/>
                    </a:cubicBezTo>
                    <a:cubicBezTo>
                      <a:pt x="77" y="91"/>
                      <a:pt x="86" y="100"/>
                      <a:pt x="88" y="83"/>
                    </a:cubicBezTo>
                    <a:cubicBezTo>
                      <a:pt x="82" y="82"/>
                      <a:pt x="80" y="78"/>
                      <a:pt x="75" y="75"/>
                    </a:cubicBezTo>
                    <a:cubicBezTo>
                      <a:pt x="66" y="69"/>
                      <a:pt x="54" y="64"/>
                      <a:pt x="44" y="58"/>
                    </a:cubicBezTo>
                    <a:cubicBezTo>
                      <a:pt x="38" y="54"/>
                      <a:pt x="30" y="49"/>
                      <a:pt x="28" y="41"/>
                    </a:cubicBezTo>
                    <a:cubicBezTo>
                      <a:pt x="25" y="33"/>
                      <a:pt x="30" y="25"/>
                      <a:pt x="28" y="16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6" name="Freeform 681">
                <a:extLst>
                  <a:ext uri="{FF2B5EF4-FFF2-40B4-BE49-F238E27FC236}">
                    <a16:creationId xmlns:a16="http://schemas.microsoft.com/office/drawing/2014/main" id="{3BF1FEA1-5CBA-462A-BED4-C2DE9EC9B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948"/>
                <a:ext cx="961" cy="1457"/>
              </a:xfrm>
              <a:custGeom>
                <a:avLst/>
                <a:gdLst>
                  <a:gd name="T0" fmla="*/ 4865 w 414"/>
                  <a:gd name="T1" fmla="*/ 1108 h 589"/>
                  <a:gd name="T2" fmla="*/ 2149 w 414"/>
                  <a:gd name="T3" fmla="*/ 319 h 589"/>
                  <a:gd name="T4" fmla="*/ 710 w 414"/>
                  <a:gd name="T5" fmla="*/ 1274 h 589"/>
                  <a:gd name="T6" fmla="*/ 0 w 414"/>
                  <a:gd name="T7" fmla="*/ 1818 h 589"/>
                  <a:gd name="T8" fmla="*/ 225 w 414"/>
                  <a:gd name="T9" fmla="*/ 2075 h 589"/>
                  <a:gd name="T10" fmla="*/ 436 w 414"/>
                  <a:gd name="T11" fmla="*/ 2343 h 589"/>
                  <a:gd name="T12" fmla="*/ 490 w 414"/>
                  <a:gd name="T13" fmla="*/ 2496 h 589"/>
                  <a:gd name="T14" fmla="*/ 453 w 414"/>
                  <a:gd name="T15" fmla="*/ 2753 h 589"/>
                  <a:gd name="T16" fmla="*/ 652 w 414"/>
                  <a:gd name="T17" fmla="*/ 2815 h 589"/>
                  <a:gd name="T18" fmla="*/ 587 w 414"/>
                  <a:gd name="T19" fmla="*/ 3438 h 589"/>
                  <a:gd name="T20" fmla="*/ 490 w 414"/>
                  <a:gd name="T21" fmla="*/ 4252 h 589"/>
                  <a:gd name="T22" fmla="*/ 490 w 414"/>
                  <a:gd name="T23" fmla="*/ 4829 h 589"/>
                  <a:gd name="T24" fmla="*/ 399 w 414"/>
                  <a:gd name="T25" fmla="*/ 5586 h 589"/>
                  <a:gd name="T26" fmla="*/ 162 w 414"/>
                  <a:gd name="T27" fmla="*/ 5905 h 589"/>
                  <a:gd name="T28" fmla="*/ 522 w 414"/>
                  <a:gd name="T29" fmla="*/ 6768 h 589"/>
                  <a:gd name="T30" fmla="*/ 701 w 414"/>
                  <a:gd name="T31" fmla="*/ 7992 h 589"/>
                  <a:gd name="T32" fmla="*/ 1260 w 414"/>
                  <a:gd name="T33" fmla="*/ 8554 h 589"/>
                  <a:gd name="T34" fmla="*/ 1363 w 414"/>
                  <a:gd name="T35" fmla="*/ 6993 h 589"/>
                  <a:gd name="T36" fmla="*/ 1553 w 414"/>
                  <a:gd name="T37" fmla="*/ 5133 h 589"/>
                  <a:gd name="T38" fmla="*/ 1876 w 414"/>
                  <a:gd name="T39" fmla="*/ 4190 h 589"/>
                  <a:gd name="T40" fmla="*/ 2700 w 414"/>
                  <a:gd name="T41" fmla="*/ 3812 h 589"/>
                  <a:gd name="T42" fmla="*/ 2839 w 414"/>
                  <a:gd name="T43" fmla="*/ 3812 h 589"/>
                  <a:gd name="T44" fmla="*/ 3141 w 414"/>
                  <a:gd name="T45" fmla="*/ 3995 h 589"/>
                  <a:gd name="T46" fmla="*/ 3377 w 414"/>
                  <a:gd name="T47" fmla="*/ 4435 h 589"/>
                  <a:gd name="T48" fmla="*/ 3454 w 414"/>
                  <a:gd name="T49" fmla="*/ 4344 h 589"/>
                  <a:gd name="T50" fmla="*/ 3589 w 414"/>
                  <a:gd name="T51" fmla="*/ 3617 h 589"/>
                  <a:gd name="T52" fmla="*/ 3540 w 414"/>
                  <a:gd name="T53" fmla="*/ 3330 h 589"/>
                  <a:gd name="T54" fmla="*/ 3691 w 414"/>
                  <a:gd name="T55" fmla="*/ 2516 h 589"/>
                  <a:gd name="T56" fmla="*/ 4580 w 414"/>
                  <a:gd name="T57" fmla="*/ 2288 h 589"/>
                  <a:gd name="T58" fmla="*/ 5151 w 414"/>
                  <a:gd name="T59" fmla="*/ 1652 h 589"/>
                  <a:gd name="T60" fmla="*/ 4865 w 414"/>
                  <a:gd name="T61" fmla="*/ 1108 h 58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414" h="589">
                    <a:moveTo>
                      <a:pt x="389" y="73"/>
                    </a:moveTo>
                    <a:cubicBezTo>
                      <a:pt x="342" y="3"/>
                      <a:pt x="249" y="0"/>
                      <a:pt x="172" y="21"/>
                    </a:cubicBezTo>
                    <a:cubicBezTo>
                      <a:pt x="125" y="34"/>
                      <a:pt x="90" y="50"/>
                      <a:pt x="57" y="84"/>
                    </a:cubicBezTo>
                    <a:cubicBezTo>
                      <a:pt x="37" y="92"/>
                      <a:pt x="18" y="105"/>
                      <a:pt x="0" y="120"/>
                    </a:cubicBezTo>
                    <a:cubicBezTo>
                      <a:pt x="18" y="137"/>
                      <a:pt x="18" y="137"/>
                      <a:pt x="18" y="137"/>
                    </a:cubicBezTo>
                    <a:cubicBezTo>
                      <a:pt x="35" y="155"/>
                      <a:pt x="35" y="155"/>
                      <a:pt x="35" y="155"/>
                    </a:cubicBezTo>
                    <a:cubicBezTo>
                      <a:pt x="39" y="165"/>
                      <a:pt x="39" y="165"/>
                      <a:pt x="39" y="165"/>
                    </a:cubicBezTo>
                    <a:cubicBezTo>
                      <a:pt x="36" y="182"/>
                      <a:pt x="36" y="182"/>
                      <a:pt x="36" y="182"/>
                    </a:cubicBezTo>
                    <a:cubicBezTo>
                      <a:pt x="52" y="186"/>
                      <a:pt x="52" y="186"/>
                      <a:pt x="52" y="186"/>
                    </a:cubicBezTo>
                    <a:cubicBezTo>
                      <a:pt x="48" y="193"/>
                      <a:pt x="61" y="216"/>
                      <a:pt x="47" y="227"/>
                    </a:cubicBezTo>
                    <a:cubicBezTo>
                      <a:pt x="37" y="234"/>
                      <a:pt x="16" y="255"/>
                      <a:pt x="39" y="281"/>
                    </a:cubicBezTo>
                    <a:cubicBezTo>
                      <a:pt x="46" y="289"/>
                      <a:pt x="36" y="309"/>
                      <a:pt x="39" y="319"/>
                    </a:cubicBezTo>
                    <a:cubicBezTo>
                      <a:pt x="42" y="328"/>
                      <a:pt x="40" y="352"/>
                      <a:pt x="32" y="369"/>
                    </a:cubicBezTo>
                    <a:cubicBezTo>
                      <a:pt x="26" y="380"/>
                      <a:pt x="12" y="387"/>
                      <a:pt x="13" y="390"/>
                    </a:cubicBezTo>
                    <a:cubicBezTo>
                      <a:pt x="24" y="409"/>
                      <a:pt x="35" y="428"/>
                      <a:pt x="42" y="447"/>
                    </a:cubicBezTo>
                    <a:cubicBezTo>
                      <a:pt x="55" y="483"/>
                      <a:pt x="52" y="525"/>
                      <a:pt x="56" y="528"/>
                    </a:cubicBezTo>
                    <a:cubicBezTo>
                      <a:pt x="70" y="540"/>
                      <a:pt x="76" y="589"/>
                      <a:pt x="101" y="565"/>
                    </a:cubicBezTo>
                    <a:cubicBezTo>
                      <a:pt x="122" y="546"/>
                      <a:pt x="111" y="486"/>
                      <a:pt x="109" y="462"/>
                    </a:cubicBezTo>
                    <a:cubicBezTo>
                      <a:pt x="106" y="417"/>
                      <a:pt x="114" y="382"/>
                      <a:pt x="124" y="339"/>
                    </a:cubicBezTo>
                    <a:cubicBezTo>
                      <a:pt x="129" y="317"/>
                      <a:pt x="126" y="289"/>
                      <a:pt x="150" y="277"/>
                    </a:cubicBezTo>
                    <a:cubicBezTo>
                      <a:pt x="170" y="267"/>
                      <a:pt x="195" y="263"/>
                      <a:pt x="216" y="252"/>
                    </a:cubicBezTo>
                    <a:cubicBezTo>
                      <a:pt x="217" y="252"/>
                      <a:pt x="225" y="252"/>
                      <a:pt x="227" y="252"/>
                    </a:cubicBezTo>
                    <a:cubicBezTo>
                      <a:pt x="230" y="265"/>
                      <a:pt x="243" y="259"/>
                      <a:pt x="251" y="264"/>
                    </a:cubicBezTo>
                    <a:cubicBezTo>
                      <a:pt x="255" y="267"/>
                      <a:pt x="266" y="289"/>
                      <a:pt x="270" y="293"/>
                    </a:cubicBezTo>
                    <a:cubicBezTo>
                      <a:pt x="274" y="297"/>
                      <a:pt x="272" y="284"/>
                      <a:pt x="276" y="287"/>
                    </a:cubicBezTo>
                    <a:cubicBezTo>
                      <a:pt x="294" y="269"/>
                      <a:pt x="292" y="256"/>
                      <a:pt x="287" y="239"/>
                    </a:cubicBezTo>
                    <a:cubicBezTo>
                      <a:pt x="285" y="234"/>
                      <a:pt x="285" y="226"/>
                      <a:pt x="283" y="220"/>
                    </a:cubicBezTo>
                    <a:cubicBezTo>
                      <a:pt x="275" y="196"/>
                      <a:pt x="271" y="182"/>
                      <a:pt x="295" y="166"/>
                    </a:cubicBezTo>
                    <a:cubicBezTo>
                      <a:pt x="317" y="151"/>
                      <a:pt x="343" y="160"/>
                      <a:pt x="366" y="151"/>
                    </a:cubicBezTo>
                    <a:cubicBezTo>
                      <a:pt x="382" y="145"/>
                      <a:pt x="411" y="127"/>
                      <a:pt x="412" y="109"/>
                    </a:cubicBezTo>
                    <a:cubicBezTo>
                      <a:pt x="414" y="95"/>
                      <a:pt x="396" y="83"/>
                      <a:pt x="389" y="73"/>
                    </a:cubicBezTo>
                    <a:close/>
                  </a:path>
                </a:pathLst>
              </a:custGeom>
              <a:solidFill>
                <a:srgbClr val="FBC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7" name="Freeform 682">
                <a:extLst>
                  <a:ext uri="{FF2B5EF4-FFF2-40B4-BE49-F238E27FC236}">
                    <a16:creationId xmlns:a16="http://schemas.microsoft.com/office/drawing/2014/main" id="{2D055F47-BCE9-4135-B749-94772A70C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388"/>
                <a:ext cx="111" cy="391"/>
              </a:xfrm>
              <a:custGeom>
                <a:avLst/>
                <a:gdLst>
                  <a:gd name="T0" fmla="*/ 423 w 48"/>
                  <a:gd name="T1" fmla="*/ 0 h 158"/>
                  <a:gd name="T2" fmla="*/ 567 w 48"/>
                  <a:gd name="T3" fmla="*/ 379 h 158"/>
                  <a:gd name="T4" fmla="*/ 432 w 48"/>
                  <a:gd name="T5" fmla="*/ 864 h 158"/>
                  <a:gd name="T6" fmla="*/ 310 w 48"/>
                  <a:gd name="T7" fmla="*/ 1378 h 158"/>
                  <a:gd name="T8" fmla="*/ 160 w 48"/>
                  <a:gd name="T9" fmla="*/ 2210 h 158"/>
                  <a:gd name="T10" fmla="*/ 0 w 48"/>
                  <a:gd name="T11" fmla="*/ 2395 h 158"/>
                  <a:gd name="T12" fmla="*/ 65 w 48"/>
                  <a:gd name="T13" fmla="*/ 1408 h 1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58">
                    <a:moveTo>
                      <a:pt x="34" y="0"/>
                    </a:moveTo>
                    <a:cubicBezTo>
                      <a:pt x="44" y="0"/>
                      <a:pt x="48" y="12"/>
                      <a:pt x="46" y="25"/>
                    </a:cubicBezTo>
                    <a:cubicBezTo>
                      <a:pt x="44" y="38"/>
                      <a:pt x="38" y="43"/>
                      <a:pt x="35" y="57"/>
                    </a:cubicBezTo>
                    <a:cubicBezTo>
                      <a:pt x="31" y="71"/>
                      <a:pt x="27" y="78"/>
                      <a:pt x="25" y="91"/>
                    </a:cubicBezTo>
                    <a:cubicBezTo>
                      <a:pt x="23" y="104"/>
                      <a:pt x="15" y="135"/>
                      <a:pt x="13" y="146"/>
                    </a:cubicBezTo>
                    <a:cubicBezTo>
                      <a:pt x="10" y="157"/>
                      <a:pt x="0" y="158"/>
                      <a:pt x="0" y="158"/>
                    </a:cubicBezTo>
                    <a:cubicBezTo>
                      <a:pt x="0" y="158"/>
                      <a:pt x="4" y="95"/>
                      <a:pt x="5" y="93"/>
                    </a:cubicBezTo>
                  </a:path>
                </a:pathLst>
              </a:custGeom>
              <a:solidFill>
                <a:srgbClr val="F6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8" name="Freeform 683">
                <a:extLst>
                  <a:ext uri="{FF2B5EF4-FFF2-40B4-BE49-F238E27FC236}">
                    <a16:creationId xmlns:a16="http://schemas.microsoft.com/office/drawing/2014/main" id="{F787E460-ADCB-4832-902E-27230ECA9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371"/>
                <a:ext cx="317" cy="289"/>
              </a:xfrm>
              <a:custGeom>
                <a:avLst/>
                <a:gdLst>
                  <a:gd name="T0" fmla="*/ 1414 w 137"/>
                  <a:gd name="T1" fmla="*/ 212 h 117"/>
                  <a:gd name="T2" fmla="*/ 1536 w 137"/>
                  <a:gd name="T3" fmla="*/ 726 h 117"/>
                  <a:gd name="T4" fmla="*/ 1585 w 137"/>
                  <a:gd name="T5" fmla="*/ 951 h 117"/>
                  <a:gd name="T6" fmla="*/ 1671 w 137"/>
                  <a:gd name="T7" fmla="*/ 1238 h 117"/>
                  <a:gd name="T8" fmla="*/ 1585 w 137"/>
                  <a:gd name="T9" fmla="*/ 1341 h 117"/>
                  <a:gd name="T10" fmla="*/ 1414 w 137"/>
                  <a:gd name="T11" fmla="*/ 1354 h 117"/>
                  <a:gd name="T12" fmla="*/ 1423 w 137"/>
                  <a:gd name="T13" fmla="*/ 1549 h 117"/>
                  <a:gd name="T14" fmla="*/ 1435 w 137"/>
                  <a:gd name="T15" fmla="*/ 1764 h 117"/>
                  <a:gd name="T16" fmla="*/ 1150 w 137"/>
                  <a:gd name="T17" fmla="*/ 1354 h 117"/>
                  <a:gd name="T18" fmla="*/ 733 w 137"/>
                  <a:gd name="T19" fmla="*/ 963 h 117"/>
                  <a:gd name="T20" fmla="*/ 0 w 137"/>
                  <a:gd name="T21" fmla="*/ 709 h 117"/>
                  <a:gd name="T22" fmla="*/ 123 w 137"/>
                  <a:gd name="T23" fmla="*/ 556 h 117"/>
                  <a:gd name="T24" fmla="*/ 134 w 137"/>
                  <a:gd name="T25" fmla="*/ 299 h 117"/>
                  <a:gd name="T26" fmla="*/ 208 w 137"/>
                  <a:gd name="T27" fmla="*/ 257 h 117"/>
                  <a:gd name="T28" fmla="*/ 558 w 137"/>
                  <a:gd name="T29" fmla="*/ 269 h 117"/>
                  <a:gd name="T30" fmla="*/ 932 w 137"/>
                  <a:gd name="T31" fmla="*/ 165 h 117"/>
                  <a:gd name="T32" fmla="*/ 1178 w 137"/>
                  <a:gd name="T33" fmla="*/ 0 h 1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7" h="117">
                    <a:moveTo>
                      <a:pt x="114" y="14"/>
                    </a:moveTo>
                    <a:cubicBezTo>
                      <a:pt x="120" y="25"/>
                      <a:pt x="122" y="36"/>
                      <a:pt x="124" y="48"/>
                    </a:cubicBezTo>
                    <a:cubicBezTo>
                      <a:pt x="125" y="53"/>
                      <a:pt x="126" y="58"/>
                      <a:pt x="128" y="63"/>
                    </a:cubicBezTo>
                    <a:cubicBezTo>
                      <a:pt x="131" y="69"/>
                      <a:pt x="132" y="75"/>
                      <a:pt x="135" y="82"/>
                    </a:cubicBezTo>
                    <a:cubicBezTo>
                      <a:pt x="137" y="88"/>
                      <a:pt x="135" y="93"/>
                      <a:pt x="128" y="89"/>
                    </a:cubicBezTo>
                    <a:cubicBezTo>
                      <a:pt x="122" y="85"/>
                      <a:pt x="117" y="81"/>
                      <a:pt x="114" y="90"/>
                    </a:cubicBezTo>
                    <a:cubicBezTo>
                      <a:pt x="112" y="95"/>
                      <a:pt x="114" y="98"/>
                      <a:pt x="115" y="103"/>
                    </a:cubicBezTo>
                    <a:cubicBezTo>
                      <a:pt x="116" y="108"/>
                      <a:pt x="116" y="112"/>
                      <a:pt x="116" y="117"/>
                    </a:cubicBezTo>
                    <a:cubicBezTo>
                      <a:pt x="113" y="105"/>
                      <a:pt x="101" y="98"/>
                      <a:pt x="93" y="90"/>
                    </a:cubicBezTo>
                    <a:cubicBezTo>
                      <a:pt x="83" y="81"/>
                      <a:pt x="72" y="70"/>
                      <a:pt x="59" y="64"/>
                    </a:cubicBezTo>
                    <a:cubicBezTo>
                      <a:pt x="41" y="55"/>
                      <a:pt x="20" y="51"/>
                      <a:pt x="0" y="47"/>
                    </a:cubicBezTo>
                    <a:cubicBezTo>
                      <a:pt x="7" y="48"/>
                      <a:pt x="9" y="41"/>
                      <a:pt x="10" y="37"/>
                    </a:cubicBezTo>
                    <a:cubicBezTo>
                      <a:pt x="11" y="31"/>
                      <a:pt x="10" y="26"/>
                      <a:pt x="11" y="20"/>
                    </a:cubicBezTo>
                    <a:cubicBezTo>
                      <a:pt x="11" y="16"/>
                      <a:pt x="12" y="17"/>
                      <a:pt x="17" y="17"/>
                    </a:cubicBezTo>
                    <a:cubicBezTo>
                      <a:pt x="26" y="17"/>
                      <a:pt x="35" y="19"/>
                      <a:pt x="45" y="18"/>
                    </a:cubicBezTo>
                    <a:cubicBezTo>
                      <a:pt x="55" y="17"/>
                      <a:pt x="65" y="15"/>
                      <a:pt x="75" y="11"/>
                    </a:cubicBezTo>
                    <a:cubicBezTo>
                      <a:pt x="82" y="8"/>
                      <a:pt x="88" y="4"/>
                      <a:pt x="95" y="0"/>
                    </a:cubicBezTo>
                  </a:path>
                </a:pathLst>
              </a:custGeom>
              <a:solidFill>
                <a:srgbClr val="B1C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9" name="Freeform 684">
                <a:extLst>
                  <a:ext uri="{FF2B5EF4-FFF2-40B4-BE49-F238E27FC236}">
                    <a16:creationId xmlns:a16="http://schemas.microsoft.com/office/drawing/2014/main" id="{D4B6054D-D9C1-4F79-B111-57D9073A1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144"/>
                <a:ext cx="572" cy="338"/>
              </a:xfrm>
              <a:custGeom>
                <a:avLst/>
                <a:gdLst>
                  <a:gd name="T0" fmla="*/ 509 w 247"/>
                  <a:gd name="T1" fmla="*/ 585 h 137"/>
                  <a:gd name="T2" fmla="*/ 1454 w 247"/>
                  <a:gd name="T3" fmla="*/ 30 h 137"/>
                  <a:gd name="T4" fmla="*/ 1989 w 247"/>
                  <a:gd name="T5" fmla="*/ 12 h 137"/>
                  <a:gd name="T6" fmla="*/ 3057 w 247"/>
                  <a:gd name="T7" fmla="*/ 1145 h 137"/>
                  <a:gd name="T8" fmla="*/ 1068 w 247"/>
                  <a:gd name="T9" fmla="*/ 1638 h 137"/>
                  <a:gd name="T10" fmla="*/ 644 w 247"/>
                  <a:gd name="T11" fmla="*/ 1443 h 137"/>
                  <a:gd name="T12" fmla="*/ 322 w 247"/>
                  <a:gd name="T13" fmla="*/ 1564 h 137"/>
                  <a:gd name="T14" fmla="*/ 86 w 247"/>
                  <a:gd name="T15" fmla="*/ 1485 h 137"/>
                  <a:gd name="T16" fmla="*/ 102 w 247"/>
                  <a:gd name="T17" fmla="*/ 1216 h 137"/>
                  <a:gd name="T18" fmla="*/ 248 w 247"/>
                  <a:gd name="T19" fmla="*/ 901 h 137"/>
                  <a:gd name="T20" fmla="*/ 509 w 247"/>
                  <a:gd name="T21" fmla="*/ 585 h 1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7" h="137">
                    <a:moveTo>
                      <a:pt x="41" y="39"/>
                    </a:moveTo>
                    <a:cubicBezTo>
                      <a:pt x="60" y="23"/>
                      <a:pt x="87" y="5"/>
                      <a:pt x="117" y="2"/>
                    </a:cubicBezTo>
                    <a:cubicBezTo>
                      <a:pt x="126" y="2"/>
                      <a:pt x="143" y="0"/>
                      <a:pt x="160" y="1"/>
                    </a:cubicBezTo>
                    <a:cubicBezTo>
                      <a:pt x="200" y="6"/>
                      <a:pt x="247" y="43"/>
                      <a:pt x="246" y="76"/>
                    </a:cubicBezTo>
                    <a:cubicBezTo>
                      <a:pt x="246" y="124"/>
                      <a:pt x="170" y="137"/>
                      <a:pt x="86" y="109"/>
                    </a:cubicBezTo>
                    <a:cubicBezTo>
                      <a:pt x="55" y="95"/>
                      <a:pt x="52" y="96"/>
                      <a:pt x="52" y="96"/>
                    </a:cubicBezTo>
                    <a:cubicBezTo>
                      <a:pt x="52" y="96"/>
                      <a:pt x="34" y="105"/>
                      <a:pt x="26" y="104"/>
                    </a:cubicBezTo>
                    <a:cubicBezTo>
                      <a:pt x="18" y="104"/>
                      <a:pt x="8" y="105"/>
                      <a:pt x="7" y="99"/>
                    </a:cubicBezTo>
                    <a:cubicBezTo>
                      <a:pt x="6" y="92"/>
                      <a:pt x="8" y="81"/>
                      <a:pt x="8" y="81"/>
                    </a:cubicBezTo>
                    <a:cubicBezTo>
                      <a:pt x="8" y="81"/>
                      <a:pt x="0" y="76"/>
                      <a:pt x="20" y="60"/>
                    </a:cubicBezTo>
                    <a:cubicBezTo>
                      <a:pt x="25" y="55"/>
                      <a:pt x="31" y="47"/>
                      <a:pt x="41" y="39"/>
                    </a:cubicBezTo>
                    <a:close/>
                  </a:path>
                </a:pathLst>
              </a:custGeom>
              <a:solidFill>
                <a:srgbClr val="DF79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0" name="Freeform 685">
                <a:extLst>
                  <a:ext uri="{FF2B5EF4-FFF2-40B4-BE49-F238E27FC236}">
                    <a16:creationId xmlns:a16="http://schemas.microsoft.com/office/drawing/2014/main" id="{0C644E88-81D8-48E9-BBCB-89DC008E2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005"/>
                <a:ext cx="478" cy="406"/>
              </a:xfrm>
              <a:custGeom>
                <a:avLst/>
                <a:gdLst>
                  <a:gd name="T0" fmla="*/ 2023 w 206"/>
                  <a:gd name="T1" fmla="*/ 1894 h 164"/>
                  <a:gd name="T2" fmla="*/ 2536 w 206"/>
                  <a:gd name="T3" fmla="*/ 1337 h 164"/>
                  <a:gd name="T4" fmla="*/ 2573 w 206"/>
                  <a:gd name="T5" fmla="*/ 822 h 164"/>
                  <a:gd name="T6" fmla="*/ 2525 w 206"/>
                  <a:gd name="T7" fmla="*/ 760 h 164"/>
                  <a:gd name="T8" fmla="*/ 2364 w 206"/>
                  <a:gd name="T9" fmla="*/ 515 h 164"/>
                  <a:gd name="T10" fmla="*/ 1810 w 206"/>
                  <a:gd name="T11" fmla="*/ 319 h 164"/>
                  <a:gd name="T12" fmla="*/ 1077 w 206"/>
                  <a:gd name="T13" fmla="*/ 0 h 164"/>
                  <a:gd name="T14" fmla="*/ 339 w 206"/>
                  <a:gd name="T15" fmla="*/ 0 h 164"/>
                  <a:gd name="T16" fmla="*/ 12 w 206"/>
                  <a:gd name="T17" fmla="*/ 391 h 164"/>
                  <a:gd name="T18" fmla="*/ 399 w 206"/>
                  <a:gd name="T19" fmla="*/ 626 h 164"/>
                  <a:gd name="T20" fmla="*/ 1060 w 206"/>
                  <a:gd name="T21" fmla="*/ 1367 h 164"/>
                  <a:gd name="T22" fmla="*/ 1060 w 206"/>
                  <a:gd name="T23" fmla="*/ 1716 h 164"/>
                  <a:gd name="T24" fmla="*/ 1002 w 206"/>
                  <a:gd name="T25" fmla="*/ 2488 h 164"/>
                  <a:gd name="T26" fmla="*/ 1114 w 206"/>
                  <a:gd name="T27" fmla="*/ 2458 h 164"/>
                  <a:gd name="T28" fmla="*/ 1163 w 206"/>
                  <a:gd name="T29" fmla="*/ 2396 h 164"/>
                  <a:gd name="T30" fmla="*/ 1350 w 206"/>
                  <a:gd name="T31" fmla="*/ 2169 h 164"/>
                  <a:gd name="T32" fmla="*/ 1589 w 206"/>
                  <a:gd name="T33" fmla="*/ 1985 h 164"/>
                  <a:gd name="T34" fmla="*/ 2023 w 206"/>
                  <a:gd name="T35" fmla="*/ 1894 h 1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6" h="164">
                    <a:moveTo>
                      <a:pt x="162" y="125"/>
                    </a:moveTo>
                    <a:cubicBezTo>
                      <a:pt x="203" y="88"/>
                      <a:pt x="203" y="88"/>
                      <a:pt x="203" y="88"/>
                    </a:cubicBezTo>
                    <a:cubicBezTo>
                      <a:pt x="203" y="88"/>
                      <a:pt x="205" y="69"/>
                      <a:pt x="206" y="54"/>
                    </a:cubicBezTo>
                    <a:cubicBezTo>
                      <a:pt x="204" y="53"/>
                      <a:pt x="203" y="51"/>
                      <a:pt x="202" y="50"/>
                    </a:cubicBezTo>
                    <a:cubicBezTo>
                      <a:pt x="198" y="44"/>
                      <a:pt x="194" y="39"/>
                      <a:pt x="189" y="34"/>
                    </a:cubicBezTo>
                    <a:cubicBezTo>
                      <a:pt x="172" y="28"/>
                      <a:pt x="147" y="21"/>
                      <a:pt x="145" y="21"/>
                    </a:cubicBezTo>
                    <a:cubicBezTo>
                      <a:pt x="141" y="21"/>
                      <a:pt x="86" y="0"/>
                      <a:pt x="8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1"/>
                      <a:pt x="2" y="26"/>
                      <a:pt x="1" y="26"/>
                    </a:cubicBezTo>
                    <a:cubicBezTo>
                      <a:pt x="0" y="26"/>
                      <a:pt x="32" y="41"/>
                      <a:pt x="32" y="41"/>
                    </a:cubicBezTo>
                    <a:cubicBezTo>
                      <a:pt x="85" y="90"/>
                      <a:pt x="85" y="90"/>
                      <a:pt x="85" y="90"/>
                    </a:cubicBezTo>
                    <a:cubicBezTo>
                      <a:pt x="85" y="113"/>
                      <a:pt x="85" y="113"/>
                      <a:pt x="85" y="113"/>
                    </a:cubicBezTo>
                    <a:cubicBezTo>
                      <a:pt x="85" y="113"/>
                      <a:pt x="94" y="132"/>
                      <a:pt x="80" y="164"/>
                    </a:cubicBezTo>
                    <a:cubicBezTo>
                      <a:pt x="89" y="162"/>
                      <a:pt x="89" y="162"/>
                      <a:pt x="89" y="162"/>
                    </a:cubicBezTo>
                    <a:cubicBezTo>
                      <a:pt x="93" y="158"/>
                      <a:pt x="93" y="158"/>
                      <a:pt x="93" y="158"/>
                    </a:cubicBezTo>
                    <a:cubicBezTo>
                      <a:pt x="96" y="153"/>
                      <a:pt x="101" y="148"/>
                      <a:pt x="108" y="143"/>
                    </a:cubicBezTo>
                    <a:cubicBezTo>
                      <a:pt x="127" y="131"/>
                      <a:pt x="127" y="131"/>
                      <a:pt x="127" y="131"/>
                    </a:cubicBezTo>
                    <a:lnTo>
                      <a:pt x="162" y="125"/>
                    </a:lnTo>
                    <a:close/>
                  </a:path>
                </a:pathLst>
              </a:custGeom>
              <a:solidFill>
                <a:srgbClr val="FAD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1" name="Freeform 686">
                <a:extLst>
                  <a:ext uri="{FF2B5EF4-FFF2-40B4-BE49-F238E27FC236}">
                    <a16:creationId xmlns:a16="http://schemas.microsoft.com/office/drawing/2014/main" id="{EA346151-EE87-4562-82CE-C92A26855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641"/>
                <a:ext cx="163" cy="724"/>
              </a:xfrm>
              <a:custGeom>
                <a:avLst/>
                <a:gdLst>
                  <a:gd name="T0" fmla="*/ 808 w 70"/>
                  <a:gd name="T1" fmla="*/ 3109 h 293"/>
                  <a:gd name="T2" fmla="*/ 645 w 70"/>
                  <a:gd name="T3" fmla="*/ 3109 h 293"/>
                  <a:gd name="T4" fmla="*/ 477 w 70"/>
                  <a:gd name="T5" fmla="*/ 2523 h 293"/>
                  <a:gd name="T6" fmla="*/ 217 w 70"/>
                  <a:gd name="T7" fmla="*/ 1690 h 293"/>
                  <a:gd name="T8" fmla="*/ 554 w 70"/>
                  <a:gd name="T9" fmla="*/ 1129 h 293"/>
                  <a:gd name="T10" fmla="*/ 682 w 70"/>
                  <a:gd name="T11" fmla="*/ 0 h 293"/>
                  <a:gd name="T12" fmla="*/ 515 w 70"/>
                  <a:gd name="T13" fmla="*/ 904 h 293"/>
                  <a:gd name="T14" fmla="*/ 102 w 70"/>
                  <a:gd name="T15" fmla="*/ 1581 h 293"/>
                  <a:gd name="T16" fmla="*/ 277 w 70"/>
                  <a:gd name="T17" fmla="*/ 2113 h 293"/>
                  <a:gd name="T18" fmla="*/ 515 w 70"/>
                  <a:gd name="T19" fmla="*/ 3333 h 293"/>
                  <a:gd name="T20" fmla="*/ 494 w 70"/>
                  <a:gd name="T21" fmla="*/ 3457 h 293"/>
                  <a:gd name="T22" fmla="*/ 477 w 70"/>
                  <a:gd name="T23" fmla="*/ 3711 h 293"/>
                  <a:gd name="T24" fmla="*/ 515 w 70"/>
                  <a:gd name="T25" fmla="*/ 3744 h 293"/>
                  <a:gd name="T26" fmla="*/ 885 w 70"/>
                  <a:gd name="T27" fmla="*/ 4421 h 293"/>
                  <a:gd name="T28" fmla="*/ 808 w 70"/>
                  <a:gd name="T29" fmla="*/ 3109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0" h="293">
                    <a:moveTo>
                      <a:pt x="64" y="206"/>
                    </a:moveTo>
                    <a:cubicBezTo>
                      <a:pt x="64" y="206"/>
                      <a:pt x="56" y="205"/>
                      <a:pt x="51" y="206"/>
                    </a:cubicBezTo>
                    <a:cubicBezTo>
                      <a:pt x="46" y="206"/>
                      <a:pt x="45" y="201"/>
                      <a:pt x="38" y="167"/>
                    </a:cubicBezTo>
                    <a:cubicBezTo>
                      <a:pt x="32" y="133"/>
                      <a:pt x="10" y="114"/>
                      <a:pt x="17" y="112"/>
                    </a:cubicBezTo>
                    <a:cubicBezTo>
                      <a:pt x="24" y="109"/>
                      <a:pt x="41" y="87"/>
                      <a:pt x="44" y="75"/>
                    </a:cubicBezTo>
                    <a:cubicBezTo>
                      <a:pt x="48" y="59"/>
                      <a:pt x="54" y="16"/>
                      <a:pt x="54" y="0"/>
                    </a:cubicBezTo>
                    <a:cubicBezTo>
                      <a:pt x="51" y="20"/>
                      <a:pt x="46" y="43"/>
                      <a:pt x="41" y="60"/>
                    </a:cubicBezTo>
                    <a:cubicBezTo>
                      <a:pt x="32" y="91"/>
                      <a:pt x="16" y="102"/>
                      <a:pt x="8" y="105"/>
                    </a:cubicBezTo>
                    <a:cubicBezTo>
                      <a:pt x="0" y="109"/>
                      <a:pt x="12" y="118"/>
                      <a:pt x="22" y="140"/>
                    </a:cubicBezTo>
                    <a:cubicBezTo>
                      <a:pt x="30" y="158"/>
                      <a:pt x="36" y="191"/>
                      <a:pt x="41" y="221"/>
                    </a:cubicBezTo>
                    <a:cubicBezTo>
                      <a:pt x="40" y="223"/>
                      <a:pt x="40" y="225"/>
                      <a:pt x="39" y="229"/>
                    </a:cubicBezTo>
                    <a:cubicBezTo>
                      <a:pt x="39" y="232"/>
                      <a:pt x="38" y="238"/>
                      <a:pt x="38" y="246"/>
                    </a:cubicBezTo>
                    <a:cubicBezTo>
                      <a:pt x="39" y="247"/>
                      <a:pt x="40" y="247"/>
                      <a:pt x="41" y="248"/>
                    </a:cubicBezTo>
                    <a:cubicBezTo>
                      <a:pt x="52" y="257"/>
                      <a:pt x="55" y="291"/>
                      <a:pt x="70" y="293"/>
                    </a:cubicBezTo>
                    <a:lnTo>
                      <a:pt x="64" y="206"/>
                    </a:lnTo>
                    <a:close/>
                  </a:path>
                </a:pathLst>
              </a:custGeom>
              <a:solidFill>
                <a:srgbClr val="F6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2" name="Freeform 687">
                <a:extLst>
                  <a:ext uri="{FF2B5EF4-FFF2-40B4-BE49-F238E27FC236}">
                    <a16:creationId xmlns:a16="http://schemas.microsoft.com/office/drawing/2014/main" id="{9B676E94-6EE7-4C68-A025-7AB34F45D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796"/>
                <a:ext cx="51" cy="371"/>
              </a:xfrm>
              <a:custGeom>
                <a:avLst/>
                <a:gdLst>
                  <a:gd name="T0" fmla="*/ 123 w 22"/>
                  <a:gd name="T1" fmla="*/ 0 h 150"/>
                  <a:gd name="T2" fmla="*/ 12 w 22"/>
                  <a:gd name="T3" fmla="*/ 1162 h 150"/>
                  <a:gd name="T4" fmla="*/ 86 w 22"/>
                  <a:gd name="T5" fmla="*/ 2258 h 150"/>
                  <a:gd name="T6" fmla="*/ 274 w 22"/>
                  <a:gd name="T7" fmla="*/ 2271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50">
                    <a:moveTo>
                      <a:pt x="10" y="0"/>
                    </a:moveTo>
                    <a:cubicBezTo>
                      <a:pt x="8" y="8"/>
                      <a:pt x="0" y="45"/>
                      <a:pt x="1" y="77"/>
                    </a:cubicBezTo>
                    <a:cubicBezTo>
                      <a:pt x="2" y="110"/>
                      <a:pt x="7" y="149"/>
                      <a:pt x="7" y="149"/>
                    </a:cubicBezTo>
                    <a:cubicBezTo>
                      <a:pt x="22" y="150"/>
                      <a:pt x="22" y="150"/>
                      <a:pt x="22" y="150"/>
                    </a:cubicBezTo>
                  </a:path>
                </a:pathLst>
              </a:custGeom>
              <a:solidFill>
                <a:srgbClr val="F6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3" name="Freeform 688">
                <a:extLst>
                  <a:ext uri="{FF2B5EF4-FFF2-40B4-BE49-F238E27FC236}">
                    <a16:creationId xmlns:a16="http://schemas.microsoft.com/office/drawing/2014/main" id="{D4A9E1FA-EDE1-41A9-B9A3-10262BA86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327"/>
                <a:ext cx="67" cy="54"/>
              </a:xfrm>
              <a:custGeom>
                <a:avLst/>
                <a:gdLst>
                  <a:gd name="T0" fmla="*/ 134 w 29"/>
                  <a:gd name="T1" fmla="*/ 0 h 22"/>
                  <a:gd name="T2" fmla="*/ 74 w 29"/>
                  <a:gd name="T3" fmla="*/ 120 h 22"/>
                  <a:gd name="T4" fmla="*/ 282 w 29"/>
                  <a:gd name="T5" fmla="*/ 295 h 22"/>
                  <a:gd name="T6" fmla="*/ 358 w 29"/>
                  <a:gd name="T7" fmla="*/ 282 h 22"/>
                  <a:gd name="T8" fmla="*/ 208 w 29"/>
                  <a:gd name="T9" fmla="*/ 326 h 22"/>
                  <a:gd name="T10" fmla="*/ 0 w 29"/>
                  <a:gd name="T11" fmla="*/ 162 h 22"/>
                  <a:gd name="T12" fmla="*/ 134 w 29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2">
                    <a:moveTo>
                      <a:pt x="11" y="0"/>
                    </a:moveTo>
                    <a:cubicBezTo>
                      <a:pt x="8" y="2"/>
                      <a:pt x="6" y="5"/>
                      <a:pt x="6" y="8"/>
                    </a:cubicBezTo>
                    <a:cubicBezTo>
                      <a:pt x="6" y="15"/>
                      <a:pt x="13" y="20"/>
                      <a:pt x="23" y="20"/>
                    </a:cubicBezTo>
                    <a:cubicBezTo>
                      <a:pt x="25" y="20"/>
                      <a:pt x="27" y="19"/>
                      <a:pt x="29" y="19"/>
                    </a:cubicBezTo>
                    <a:cubicBezTo>
                      <a:pt x="26" y="21"/>
                      <a:pt x="22" y="22"/>
                      <a:pt x="17" y="22"/>
                    </a:cubicBezTo>
                    <a:cubicBezTo>
                      <a:pt x="7" y="22"/>
                      <a:pt x="0" y="17"/>
                      <a:pt x="0" y="11"/>
                    </a:cubicBezTo>
                    <a:cubicBezTo>
                      <a:pt x="0" y="6"/>
                      <a:pt x="4" y="2"/>
                      <a:pt x="11" y="0"/>
                    </a:cubicBezTo>
                    <a:close/>
                  </a:path>
                </a:pathLst>
              </a:custGeom>
              <a:solidFill>
                <a:srgbClr val="CF2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4" name="Freeform 689">
                <a:extLst>
                  <a:ext uri="{FF2B5EF4-FFF2-40B4-BE49-F238E27FC236}">
                    <a16:creationId xmlns:a16="http://schemas.microsoft.com/office/drawing/2014/main" id="{660F2590-A246-46F8-A387-C8817241D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067"/>
                <a:ext cx="292" cy="220"/>
              </a:xfrm>
              <a:custGeom>
                <a:avLst/>
                <a:gdLst>
                  <a:gd name="T0" fmla="*/ 74 w 126"/>
                  <a:gd name="T1" fmla="*/ 42 h 89"/>
                  <a:gd name="T2" fmla="*/ 521 w 126"/>
                  <a:gd name="T3" fmla="*/ 586 h 89"/>
                  <a:gd name="T4" fmla="*/ 612 w 126"/>
                  <a:gd name="T5" fmla="*/ 1345 h 89"/>
                  <a:gd name="T6" fmla="*/ 1133 w 126"/>
                  <a:gd name="T7" fmla="*/ 1209 h 89"/>
                  <a:gd name="T8" fmla="*/ 1397 w 126"/>
                  <a:gd name="T9" fmla="*/ 573 h 89"/>
                  <a:gd name="T10" fmla="*/ 0 w 126"/>
                  <a:gd name="T11" fmla="*/ 42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89">
                    <a:moveTo>
                      <a:pt x="6" y="3"/>
                    </a:moveTo>
                    <a:cubicBezTo>
                      <a:pt x="23" y="12"/>
                      <a:pt x="33" y="21"/>
                      <a:pt x="42" y="39"/>
                    </a:cubicBezTo>
                    <a:cubicBezTo>
                      <a:pt x="49" y="52"/>
                      <a:pt x="56" y="74"/>
                      <a:pt x="49" y="89"/>
                    </a:cubicBezTo>
                    <a:cubicBezTo>
                      <a:pt x="58" y="81"/>
                      <a:pt x="80" y="85"/>
                      <a:pt x="91" y="80"/>
                    </a:cubicBezTo>
                    <a:cubicBezTo>
                      <a:pt x="109" y="72"/>
                      <a:pt x="126" y="55"/>
                      <a:pt x="112" y="38"/>
                    </a:cubicBezTo>
                    <a:cubicBezTo>
                      <a:pt x="89" y="8"/>
                      <a:pt x="23" y="0"/>
                      <a:pt x="0" y="3"/>
                    </a:cubicBezTo>
                  </a:path>
                </a:pathLst>
              </a:custGeom>
              <a:solidFill>
                <a:srgbClr val="FDE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5" name="Freeform 690">
                <a:extLst>
                  <a:ext uri="{FF2B5EF4-FFF2-40B4-BE49-F238E27FC236}">
                    <a16:creationId xmlns:a16="http://schemas.microsoft.com/office/drawing/2014/main" id="{48D03783-0984-4776-BA94-2B89DA05E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891"/>
                <a:ext cx="1219" cy="1704"/>
              </a:xfrm>
              <a:custGeom>
                <a:avLst/>
                <a:gdLst>
                  <a:gd name="T0" fmla="*/ 1541 w 526"/>
                  <a:gd name="T1" fmla="*/ 10422 h 689"/>
                  <a:gd name="T2" fmla="*/ 1606 w 526"/>
                  <a:gd name="T3" fmla="*/ 8050 h 689"/>
                  <a:gd name="T4" fmla="*/ 1729 w 526"/>
                  <a:gd name="T5" fmla="*/ 7971 h 689"/>
                  <a:gd name="T6" fmla="*/ 1778 w 526"/>
                  <a:gd name="T7" fmla="*/ 8686 h 689"/>
                  <a:gd name="T8" fmla="*/ 1805 w 526"/>
                  <a:gd name="T9" fmla="*/ 8666 h 689"/>
                  <a:gd name="T10" fmla="*/ 1757 w 526"/>
                  <a:gd name="T11" fmla="*/ 6972 h 689"/>
                  <a:gd name="T12" fmla="*/ 1977 w 526"/>
                  <a:gd name="T13" fmla="*/ 4355 h 689"/>
                  <a:gd name="T14" fmla="*/ 3346 w 526"/>
                  <a:gd name="T15" fmla="*/ 3767 h 689"/>
                  <a:gd name="T16" fmla="*/ 4044 w 526"/>
                  <a:gd name="T17" fmla="*/ 4293 h 689"/>
                  <a:gd name="T18" fmla="*/ 4317 w 526"/>
                  <a:gd name="T19" fmla="*/ 4917 h 689"/>
                  <a:gd name="T20" fmla="*/ 4206 w 526"/>
                  <a:gd name="T21" fmla="*/ 4355 h 689"/>
                  <a:gd name="T22" fmla="*/ 4206 w 526"/>
                  <a:gd name="T23" fmla="*/ 4056 h 689"/>
                  <a:gd name="T24" fmla="*/ 4517 w 526"/>
                  <a:gd name="T25" fmla="*/ 4219 h 689"/>
                  <a:gd name="T26" fmla="*/ 4366 w 526"/>
                  <a:gd name="T27" fmla="*/ 3779 h 689"/>
                  <a:gd name="T28" fmla="*/ 4297 w 526"/>
                  <a:gd name="T29" fmla="*/ 3462 h 689"/>
                  <a:gd name="T30" fmla="*/ 4232 w 526"/>
                  <a:gd name="T31" fmla="*/ 3163 h 689"/>
                  <a:gd name="T32" fmla="*/ 4496 w 526"/>
                  <a:gd name="T33" fmla="*/ 2886 h 689"/>
                  <a:gd name="T34" fmla="*/ 4892 w 526"/>
                  <a:gd name="T35" fmla="*/ 2587 h 689"/>
                  <a:gd name="T36" fmla="*/ 5451 w 526"/>
                  <a:gd name="T37" fmla="*/ 2374 h 689"/>
                  <a:gd name="T38" fmla="*/ 4679 w 526"/>
                  <a:gd name="T39" fmla="*/ 967 h 689"/>
                  <a:gd name="T40" fmla="*/ 1541 w 526"/>
                  <a:gd name="T41" fmla="*/ 2312 h 689"/>
                  <a:gd name="T42" fmla="*/ 396 w 526"/>
                  <a:gd name="T43" fmla="*/ 3163 h 689"/>
                  <a:gd name="T44" fmla="*/ 248 w 526"/>
                  <a:gd name="T45" fmla="*/ 2147 h 689"/>
                  <a:gd name="T46" fmla="*/ 4060 w 526"/>
                  <a:gd name="T47" fmla="*/ 62 h 689"/>
                  <a:gd name="T48" fmla="*/ 6498 w 526"/>
                  <a:gd name="T49" fmla="*/ 1768 h 689"/>
                  <a:gd name="T50" fmla="*/ 5650 w 526"/>
                  <a:gd name="T51" fmla="*/ 2965 h 689"/>
                  <a:gd name="T52" fmla="*/ 4716 w 526"/>
                  <a:gd name="T53" fmla="*/ 2844 h 689"/>
                  <a:gd name="T54" fmla="*/ 4443 w 526"/>
                  <a:gd name="T55" fmla="*/ 3633 h 689"/>
                  <a:gd name="T56" fmla="*/ 4742 w 526"/>
                  <a:gd name="T57" fmla="*/ 4476 h 689"/>
                  <a:gd name="T58" fmla="*/ 4591 w 526"/>
                  <a:gd name="T59" fmla="*/ 4753 h 689"/>
                  <a:gd name="T60" fmla="*/ 4317 w 526"/>
                  <a:gd name="T61" fmla="*/ 4509 h 689"/>
                  <a:gd name="T62" fmla="*/ 4329 w 526"/>
                  <a:gd name="T63" fmla="*/ 4580 h 689"/>
                  <a:gd name="T64" fmla="*/ 4431 w 526"/>
                  <a:gd name="T65" fmla="*/ 4961 h 689"/>
                  <a:gd name="T66" fmla="*/ 4517 w 526"/>
                  <a:gd name="T67" fmla="*/ 5040 h 689"/>
                  <a:gd name="T68" fmla="*/ 4693 w 526"/>
                  <a:gd name="T69" fmla="*/ 5206 h 689"/>
                  <a:gd name="T70" fmla="*/ 4554 w 526"/>
                  <a:gd name="T71" fmla="*/ 5473 h 689"/>
                  <a:gd name="T72" fmla="*/ 4232 w 526"/>
                  <a:gd name="T73" fmla="*/ 5493 h 689"/>
                  <a:gd name="T74" fmla="*/ 4222 w 526"/>
                  <a:gd name="T75" fmla="*/ 5157 h 689"/>
                  <a:gd name="T76" fmla="*/ 4260 w 526"/>
                  <a:gd name="T77" fmla="*/ 4917 h 689"/>
                  <a:gd name="T78" fmla="*/ 4072 w 526"/>
                  <a:gd name="T79" fmla="*/ 4434 h 689"/>
                  <a:gd name="T80" fmla="*/ 3458 w 526"/>
                  <a:gd name="T81" fmla="*/ 4160 h 689"/>
                  <a:gd name="T82" fmla="*/ 3163 w 526"/>
                  <a:gd name="T83" fmla="*/ 4385 h 689"/>
                  <a:gd name="T84" fmla="*/ 3073 w 526"/>
                  <a:gd name="T85" fmla="*/ 4870 h 689"/>
                  <a:gd name="T86" fmla="*/ 3497 w 526"/>
                  <a:gd name="T87" fmla="*/ 5884 h 689"/>
                  <a:gd name="T88" fmla="*/ 2837 w 526"/>
                  <a:gd name="T89" fmla="*/ 7506 h 689"/>
                  <a:gd name="T90" fmla="*/ 2788 w 526"/>
                  <a:gd name="T91" fmla="*/ 8686 h 689"/>
                  <a:gd name="T92" fmla="*/ 2503 w 526"/>
                  <a:gd name="T93" fmla="*/ 10422 h 68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689">
                    <a:moveTo>
                      <a:pt x="124" y="689"/>
                    </a:moveTo>
                    <a:cubicBezTo>
                      <a:pt x="132" y="665"/>
                      <a:pt x="126" y="551"/>
                      <a:pt x="129" y="532"/>
                    </a:cubicBezTo>
                    <a:cubicBezTo>
                      <a:pt x="132" y="512"/>
                      <a:pt x="138" y="516"/>
                      <a:pt x="139" y="527"/>
                    </a:cubicBezTo>
                    <a:cubicBezTo>
                      <a:pt x="140" y="535"/>
                      <a:pt x="141" y="558"/>
                      <a:pt x="143" y="574"/>
                    </a:cubicBezTo>
                    <a:cubicBezTo>
                      <a:pt x="143" y="578"/>
                      <a:pt x="145" y="577"/>
                      <a:pt x="145" y="573"/>
                    </a:cubicBezTo>
                    <a:cubicBezTo>
                      <a:pt x="147" y="545"/>
                      <a:pt x="145" y="492"/>
                      <a:pt x="141" y="461"/>
                    </a:cubicBezTo>
                    <a:cubicBezTo>
                      <a:pt x="137" y="427"/>
                      <a:pt x="142" y="335"/>
                      <a:pt x="159" y="288"/>
                    </a:cubicBezTo>
                    <a:cubicBezTo>
                      <a:pt x="181" y="229"/>
                      <a:pt x="248" y="241"/>
                      <a:pt x="269" y="249"/>
                    </a:cubicBezTo>
                    <a:cubicBezTo>
                      <a:pt x="307" y="262"/>
                      <a:pt x="315" y="278"/>
                      <a:pt x="325" y="284"/>
                    </a:cubicBezTo>
                    <a:cubicBezTo>
                      <a:pt x="336" y="290"/>
                      <a:pt x="344" y="316"/>
                      <a:pt x="347" y="325"/>
                    </a:cubicBezTo>
                    <a:cubicBezTo>
                      <a:pt x="346" y="315"/>
                      <a:pt x="340" y="298"/>
                      <a:pt x="338" y="288"/>
                    </a:cubicBezTo>
                    <a:cubicBezTo>
                      <a:pt x="335" y="278"/>
                      <a:pt x="334" y="271"/>
                      <a:pt x="338" y="268"/>
                    </a:cubicBezTo>
                    <a:cubicBezTo>
                      <a:pt x="343" y="265"/>
                      <a:pt x="354" y="272"/>
                      <a:pt x="363" y="279"/>
                    </a:cubicBezTo>
                    <a:cubicBezTo>
                      <a:pt x="363" y="279"/>
                      <a:pt x="353" y="259"/>
                      <a:pt x="351" y="250"/>
                    </a:cubicBezTo>
                    <a:cubicBezTo>
                      <a:pt x="350" y="240"/>
                      <a:pt x="352" y="234"/>
                      <a:pt x="345" y="229"/>
                    </a:cubicBezTo>
                    <a:cubicBezTo>
                      <a:pt x="341" y="224"/>
                      <a:pt x="338" y="215"/>
                      <a:pt x="340" y="209"/>
                    </a:cubicBezTo>
                    <a:cubicBezTo>
                      <a:pt x="344" y="199"/>
                      <a:pt x="355" y="201"/>
                      <a:pt x="361" y="191"/>
                    </a:cubicBezTo>
                    <a:cubicBezTo>
                      <a:pt x="369" y="180"/>
                      <a:pt x="378" y="174"/>
                      <a:pt x="393" y="171"/>
                    </a:cubicBezTo>
                    <a:cubicBezTo>
                      <a:pt x="408" y="171"/>
                      <a:pt x="422" y="168"/>
                      <a:pt x="438" y="157"/>
                    </a:cubicBezTo>
                    <a:cubicBezTo>
                      <a:pt x="470" y="133"/>
                      <a:pt x="470" y="89"/>
                      <a:pt x="376" y="64"/>
                    </a:cubicBezTo>
                    <a:cubicBezTo>
                      <a:pt x="283" y="39"/>
                      <a:pt x="157" y="110"/>
                      <a:pt x="124" y="153"/>
                    </a:cubicBezTo>
                    <a:cubicBezTo>
                      <a:pt x="95" y="191"/>
                      <a:pt x="64" y="230"/>
                      <a:pt x="32" y="209"/>
                    </a:cubicBezTo>
                    <a:cubicBezTo>
                      <a:pt x="0" y="188"/>
                      <a:pt x="15" y="157"/>
                      <a:pt x="20" y="142"/>
                    </a:cubicBezTo>
                    <a:cubicBezTo>
                      <a:pt x="50" y="51"/>
                      <a:pt x="213" y="8"/>
                      <a:pt x="326" y="4"/>
                    </a:cubicBezTo>
                    <a:cubicBezTo>
                      <a:pt x="461" y="0"/>
                      <a:pt x="518" y="76"/>
                      <a:pt x="522" y="117"/>
                    </a:cubicBezTo>
                    <a:cubicBezTo>
                      <a:pt x="526" y="155"/>
                      <a:pt x="496" y="186"/>
                      <a:pt x="454" y="196"/>
                    </a:cubicBezTo>
                    <a:cubicBezTo>
                      <a:pt x="410" y="207"/>
                      <a:pt x="398" y="171"/>
                      <a:pt x="379" y="188"/>
                    </a:cubicBezTo>
                    <a:cubicBezTo>
                      <a:pt x="369" y="198"/>
                      <a:pt x="353" y="210"/>
                      <a:pt x="357" y="240"/>
                    </a:cubicBezTo>
                    <a:cubicBezTo>
                      <a:pt x="361" y="269"/>
                      <a:pt x="375" y="291"/>
                      <a:pt x="381" y="296"/>
                    </a:cubicBezTo>
                    <a:cubicBezTo>
                      <a:pt x="386" y="301"/>
                      <a:pt x="383" y="315"/>
                      <a:pt x="369" y="314"/>
                    </a:cubicBezTo>
                    <a:cubicBezTo>
                      <a:pt x="358" y="314"/>
                      <a:pt x="351" y="304"/>
                      <a:pt x="347" y="298"/>
                    </a:cubicBezTo>
                    <a:cubicBezTo>
                      <a:pt x="347" y="300"/>
                      <a:pt x="348" y="301"/>
                      <a:pt x="348" y="303"/>
                    </a:cubicBezTo>
                    <a:cubicBezTo>
                      <a:pt x="351" y="311"/>
                      <a:pt x="354" y="321"/>
                      <a:pt x="356" y="328"/>
                    </a:cubicBezTo>
                    <a:cubicBezTo>
                      <a:pt x="357" y="331"/>
                      <a:pt x="361" y="332"/>
                      <a:pt x="363" y="333"/>
                    </a:cubicBezTo>
                    <a:cubicBezTo>
                      <a:pt x="369" y="334"/>
                      <a:pt x="375" y="337"/>
                      <a:pt x="377" y="344"/>
                    </a:cubicBezTo>
                    <a:cubicBezTo>
                      <a:pt x="381" y="354"/>
                      <a:pt x="370" y="362"/>
                      <a:pt x="366" y="362"/>
                    </a:cubicBezTo>
                    <a:cubicBezTo>
                      <a:pt x="365" y="366"/>
                      <a:pt x="356" y="374"/>
                      <a:pt x="340" y="363"/>
                    </a:cubicBezTo>
                    <a:cubicBezTo>
                      <a:pt x="334" y="358"/>
                      <a:pt x="336" y="348"/>
                      <a:pt x="339" y="341"/>
                    </a:cubicBezTo>
                    <a:cubicBezTo>
                      <a:pt x="340" y="338"/>
                      <a:pt x="342" y="329"/>
                      <a:pt x="342" y="325"/>
                    </a:cubicBezTo>
                    <a:cubicBezTo>
                      <a:pt x="339" y="314"/>
                      <a:pt x="333" y="297"/>
                      <a:pt x="327" y="293"/>
                    </a:cubicBezTo>
                    <a:cubicBezTo>
                      <a:pt x="319" y="289"/>
                      <a:pt x="296" y="280"/>
                      <a:pt x="278" y="275"/>
                    </a:cubicBezTo>
                    <a:cubicBezTo>
                      <a:pt x="260" y="270"/>
                      <a:pt x="259" y="281"/>
                      <a:pt x="254" y="290"/>
                    </a:cubicBezTo>
                    <a:cubicBezTo>
                      <a:pt x="249" y="297"/>
                      <a:pt x="248" y="309"/>
                      <a:pt x="247" y="322"/>
                    </a:cubicBezTo>
                    <a:cubicBezTo>
                      <a:pt x="246" y="334"/>
                      <a:pt x="282" y="339"/>
                      <a:pt x="281" y="389"/>
                    </a:cubicBezTo>
                    <a:cubicBezTo>
                      <a:pt x="281" y="439"/>
                      <a:pt x="259" y="492"/>
                      <a:pt x="228" y="496"/>
                    </a:cubicBezTo>
                    <a:cubicBezTo>
                      <a:pt x="234" y="503"/>
                      <a:pt x="241" y="526"/>
                      <a:pt x="224" y="574"/>
                    </a:cubicBezTo>
                    <a:cubicBezTo>
                      <a:pt x="206" y="622"/>
                      <a:pt x="201" y="689"/>
                      <a:pt x="201" y="689"/>
                    </a:cubicBezTo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6" name="Freeform 691">
                <a:extLst>
                  <a:ext uri="{FF2B5EF4-FFF2-40B4-BE49-F238E27FC236}">
                    <a16:creationId xmlns:a16="http://schemas.microsoft.com/office/drawing/2014/main" id="{9A31B7DC-E6F6-4117-80F7-BA4DDE1AB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458"/>
                <a:ext cx="510" cy="1137"/>
              </a:xfrm>
              <a:custGeom>
                <a:avLst/>
                <a:gdLst>
                  <a:gd name="T0" fmla="*/ 0 w 220"/>
                  <a:gd name="T1" fmla="*/ 6946 h 460"/>
                  <a:gd name="T2" fmla="*/ 962 w 220"/>
                  <a:gd name="T3" fmla="*/ 6946 h 460"/>
                  <a:gd name="T4" fmla="*/ 1247 w 220"/>
                  <a:gd name="T5" fmla="*/ 5210 h 460"/>
                  <a:gd name="T6" fmla="*/ 1296 w 220"/>
                  <a:gd name="T7" fmla="*/ 4031 h 460"/>
                  <a:gd name="T8" fmla="*/ 1957 w 220"/>
                  <a:gd name="T9" fmla="*/ 2412 h 460"/>
                  <a:gd name="T10" fmla="*/ 1532 w 220"/>
                  <a:gd name="T11" fmla="*/ 1406 h 460"/>
                  <a:gd name="T12" fmla="*/ 1618 w 220"/>
                  <a:gd name="T13" fmla="*/ 922 h 460"/>
                  <a:gd name="T14" fmla="*/ 1919 w 220"/>
                  <a:gd name="T15" fmla="*/ 697 h 460"/>
                  <a:gd name="T16" fmla="*/ 2531 w 220"/>
                  <a:gd name="T17" fmla="*/ 966 h 460"/>
                  <a:gd name="T18" fmla="*/ 2715 w 220"/>
                  <a:gd name="T19" fmla="*/ 1448 h 460"/>
                  <a:gd name="T20" fmla="*/ 2675 w 220"/>
                  <a:gd name="T21" fmla="*/ 1693 h 460"/>
                  <a:gd name="T22" fmla="*/ 2691 w 220"/>
                  <a:gd name="T23" fmla="*/ 2022 h 460"/>
                  <a:gd name="T24" fmla="*/ 2703 w 220"/>
                  <a:gd name="T25" fmla="*/ 2042 h 460"/>
                  <a:gd name="T26" fmla="*/ 2740 w 220"/>
                  <a:gd name="T27" fmla="*/ 1540 h 460"/>
                  <a:gd name="T28" fmla="*/ 2740 w 220"/>
                  <a:gd name="T29" fmla="*/ 1312 h 460"/>
                  <a:gd name="T30" fmla="*/ 2504 w 220"/>
                  <a:gd name="T31" fmla="*/ 831 h 460"/>
                  <a:gd name="T32" fmla="*/ 1806 w 220"/>
                  <a:gd name="T33" fmla="*/ 299 h 460"/>
                  <a:gd name="T34" fmla="*/ 436 w 220"/>
                  <a:gd name="T35" fmla="*/ 892 h 460"/>
                  <a:gd name="T36" fmla="*/ 209 w 220"/>
                  <a:gd name="T37" fmla="*/ 3500 h 460"/>
                  <a:gd name="T38" fmla="*/ 264 w 220"/>
                  <a:gd name="T39" fmla="*/ 5193 h 460"/>
                  <a:gd name="T40" fmla="*/ 236 w 220"/>
                  <a:gd name="T41" fmla="*/ 5210 h 460"/>
                  <a:gd name="T42" fmla="*/ 188 w 220"/>
                  <a:gd name="T43" fmla="*/ 4504 h 460"/>
                  <a:gd name="T44" fmla="*/ 65 w 220"/>
                  <a:gd name="T45" fmla="*/ 4575 h 460"/>
                  <a:gd name="T46" fmla="*/ 0 w 220"/>
                  <a:gd name="T47" fmla="*/ 6946 h 46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20" h="460">
                    <a:moveTo>
                      <a:pt x="0" y="460"/>
                    </a:moveTo>
                    <a:cubicBezTo>
                      <a:pt x="77" y="460"/>
                      <a:pt x="77" y="460"/>
                      <a:pt x="77" y="460"/>
                    </a:cubicBezTo>
                    <a:cubicBezTo>
                      <a:pt x="77" y="460"/>
                      <a:pt x="82" y="393"/>
                      <a:pt x="100" y="345"/>
                    </a:cubicBezTo>
                    <a:cubicBezTo>
                      <a:pt x="117" y="297"/>
                      <a:pt x="110" y="274"/>
                      <a:pt x="104" y="267"/>
                    </a:cubicBezTo>
                    <a:cubicBezTo>
                      <a:pt x="135" y="263"/>
                      <a:pt x="157" y="210"/>
                      <a:pt x="157" y="160"/>
                    </a:cubicBezTo>
                    <a:cubicBezTo>
                      <a:pt x="158" y="110"/>
                      <a:pt x="122" y="105"/>
                      <a:pt x="123" y="93"/>
                    </a:cubicBezTo>
                    <a:cubicBezTo>
                      <a:pt x="124" y="80"/>
                      <a:pt x="125" y="68"/>
                      <a:pt x="130" y="61"/>
                    </a:cubicBezTo>
                    <a:cubicBezTo>
                      <a:pt x="135" y="52"/>
                      <a:pt x="136" y="41"/>
                      <a:pt x="154" y="46"/>
                    </a:cubicBezTo>
                    <a:cubicBezTo>
                      <a:pt x="172" y="51"/>
                      <a:pt x="195" y="60"/>
                      <a:pt x="203" y="64"/>
                    </a:cubicBezTo>
                    <a:cubicBezTo>
                      <a:pt x="209" y="68"/>
                      <a:pt x="215" y="85"/>
                      <a:pt x="218" y="96"/>
                    </a:cubicBezTo>
                    <a:cubicBezTo>
                      <a:pt x="218" y="100"/>
                      <a:pt x="216" y="109"/>
                      <a:pt x="215" y="112"/>
                    </a:cubicBezTo>
                    <a:cubicBezTo>
                      <a:pt x="212" y="119"/>
                      <a:pt x="210" y="129"/>
                      <a:pt x="216" y="134"/>
                    </a:cubicBezTo>
                    <a:cubicBezTo>
                      <a:pt x="217" y="134"/>
                      <a:pt x="217" y="134"/>
                      <a:pt x="217" y="135"/>
                    </a:cubicBezTo>
                    <a:cubicBezTo>
                      <a:pt x="218" y="124"/>
                      <a:pt x="219" y="113"/>
                      <a:pt x="220" y="102"/>
                    </a:cubicBezTo>
                    <a:cubicBezTo>
                      <a:pt x="220" y="97"/>
                      <a:pt x="220" y="92"/>
                      <a:pt x="220" y="87"/>
                    </a:cubicBezTo>
                    <a:cubicBezTo>
                      <a:pt x="216" y="75"/>
                      <a:pt x="209" y="59"/>
                      <a:pt x="201" y="55"/>
                    </a:cubicBezTo>
                    <a:cubicBezTo>
                      <a:pt x="191" y="49"/>
                      <a:pt x="183" y="33"/>
                      <a:pt x="145" y="20"/>
                    </a:cubicBezTo>
                    <a:cubicBezTo>
                      <a:pt x="124" y="12"/>
                      <a:pt x="57" y="0"/>
                      <a:pt x="35" y="59"/>
                    </a:cubicBezTo>
                    <a:cubicBezTo>
                      <a:pt x="18" y="106"/>
                      <a:pt x="13" y="198"/>
                      <a:pt x="17" y="232"/>
                    </a:cubicBezTo>
                    <a:cubicBezTo>
                      <a:pt x="21" y="263"/>
                      <a:pt x="23" y="316"/>
                      <a:pt x="21" y="344"/>
                    </a:cubicBezTo>
                    <a:cubicBezTo>
                      <a:pt x="21" y="348"/>
                      <a:pt x="19" y="349"/>
                      <a:pt x="19" y="345"/>
                    </a:cubicBezTo>
                    <a:cubicBezTo>
                      <a:pt x="17" y="329"/>
                      <a:pt x="16" y="306"/>
                      <a:pt x="15" y="298"/>
                    </a:cubicBezTo>
                    <a:cubicBezTo>
                      <a:pt x="14" y="287"/>
                      <a:pt x="8" y="283"/>
                      <a:pt x="5" y="303"/>
                    </a:cubicBezTo>
                    <a:cubicBezTo>
                      <a:pt x="2" y="322"/>
                      <a:pt x="8" y="436"/>
                      <a:pt x="0" y="460"/>
                    </a:cubicBezTo>
                    <a:close/>
                  </a:path>
                </a:pathLst>
              </a:custGeom>
              <a:solidFill>
                <a:srgbClr val="ECD6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7" name="Freeform 692">
                <a:extLst>
                  <a:ext uri="{FF2B5EF4-FFF2-40B4-BE49-F238E27FC236}">
                    <a16:creationId xmlns:a16="http://schemas.microsoft.com/office/drawing/2014/main" id="{8FE1AAAC-1E8D-4BBA-BE9D-6327C367D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603"/>
                <a:ext cx="111" cy="213"/>
              </a:xfrm>
              <a:custGeom>
                <a:avLst/>
                <a:gdLst>
                  <a:gd name="T0" fmla="*/ 546 w 48"/>
                  <a:gd name="T1" fmla="*/ 852 h 86"/>
                  <a:gd name="T2" fmla="*/ 370 w 48"/>
                  <a:gd name="T3" fmla="*/ 681 h 86"/>
                  <a:gd name="T4" fmla="*/ 284 w 48"/>
                  <a:gd name="T5" fmla="*/ 607 h 86"/>
                  <a:gd name="T6" fmla="*/ 208 w 48"/>
                  <a:gd name="T7" fmla="*/ 307 h 86"/>
                  <a:gd name="T8" fmla="*/ 113 w 48"/>
                  <a:gd name="T9" fmla="*/ 30 h 86"/>
                  <a:gd name="T10" fmla="*/ 74 w 48"/>
                  <a:gd name="T11" fmla="*/ 62 h 86"/>
                  <a:gd name="T12" fmla="*/ 123 w 48"/>
                  <a:gd name="T13" fmla="*/ 307 h 86"/>
                  <a:gd name="T14" fmla="*/ 171 w 48"/>
                  <a:gd name="T15" fmla="*/ 565 h 86"/>
                  <a:gd name="T16" fmla="*/ 102 w 48"/>
                  <a:gd name="T17" fmla="*/ 320 h 86"/>
                  <a:gd name="T18" fmla="*/ 28 w 48"/>
                  <a:gd name="T19" fmla="*/ 134 h 86"/>
                  <a:gd name="T20" fmla="*/ 0 w 48"/>
                  <a:gd name="T21" fmla="*/ 166 h 86"/>
                  <a:gd name="T22" fmla="*/ 65 w 48"/>
                  <a:gd name="T23" fmla="*/ 362 h 86"/>
                  <a:gd name="T24" fmla="*/ 65 w 48"/>
                  <a:gd name="T25" fmla="*/ 362 h 86"/>
                  <a:gd name="T26" fmla="*/ 113 w 48"/>
                  <a:gd name="T27" fmla="*/ 565 h 86"/>
                  <a:gd name="T28" fmla="*/ 74 w 48"/>
                  <a:gd name="T29" fmla="*/ 802 h 86"/>
                  <a:gd name="T30" fmla="*/ 86 w 48"/>
                  <a:gd name="T31" fmla="*/ 1142 h 86"/>
                  <a:gd name="T32" fmla="*/ 407 w 48"/>
                  <a:gd name="T33" fmla="*/ 1122 h 86"/>
                  <a:gd name="T34" fmla="*/ 546 w 48"/>
                  <a:gd name="T35" fmla="*/ 852 h 8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8" h="86">
                    <a:moveTo>
                      <a:pt x="44" y="56"/>
                    </a:moveTo>
                    <a:cubicBezTo>
                      <a:pt x="42" y="49"/>
                      <a:pt x="36" y="46"/>
                      <a:pt x="30" y="45"/>
                    </a:cubicBezTo>
                    <a:cubicBezTo>
                      <a:pt x="28" y="44"/>
                      <a:pt x="24" y="43"/>
                      <a:pt x="23" y="40"/>
                    </a:cubicBezTo>
                    <a:cubicBezTo>
                      <a:pt x="22" y="35"/>
                      <a:pt x="19" y="27"/>
                      <a:pt x="17" y="20"/>
                    </a:cubicBezTo>
                    <a:cubicBezTo>
                      <a:pt x="16" y="19"/>
                      <a:pt x="10" y="2"/>
                      <a:pt x="9" y="2"/>
                    </a:cubicBezTo>
                    <a:cubicBezTo>
                      <a:pt x="9" y="2"/>
                      <a:pt x="6" y="0"/>
                      <a:pt x="6" y="4"/>
                    </a:cubicBezTo>
                    <a:cubicBezTo>
                      <a:pt x="7" y="8"/>
                      <a:pt x="11" y="20"/>
                      <a:pt x="10" y="20"/>
                    </a:cubicBezTo>
                    <a:cubicBezTo>
                      <a:pt x="12" y="26"/>
                      <a:pt x="13" y="32"/>
                      <a:pt x="14" y="37"/>
                    </a:cubicBezTo>
                    <a:cubicBezTo>
                      <a:pt x="13" y="33"/>
                      <a:pt x="11" y="27"/>
                      <a:pt x="8" y="21"/>
                    </a:cubicBezTo>
                    <a:cubicBezTo>
                      <a:pt x="8" y="19"/>
                      <a:pt x="3" y="9"/>
                      <a:pt x="2" y="9"/>
                    </a:cubicBezTo>
                    <a:cubicBezTo>
                      <a:pt x="2" y="10"/>
                      <a:pt x="0" y="10"/>
                      <a:pt x="0" y="11"/>
                    </a:cubicBezTo>
                    <a:cubicBezTo>
                      <a:pt x="0" y="15"/>
                      <a:pt x="4" y="22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7" y="29"/>
                      <a:pt x="8" y="33"/>
                      <a:pt x="9" y="37"/>
                    </a:cubicBezTo>
                    <a:cubicBezTo>
                      <a:pt x="9" y="41"/>
                      <a:pt x="7" y="50"/>
                      <a:pt x="6" y="53"/>
                    </a:cubicBezTo>
                    <a:cubicBezTo>
                      <a:pt x="3" y="60"/>
                      <a:pt x="1" y="70"/>
                      <a:pt x="7" y="75"/>
                    </a:cubicBezTo>
                    <a:cubicBezTo>
                      <a:pt x="23" y="86"/>
                      <a:pt x="32" y="78"/>
                      <a:pt x="33" y="74"/>
                    </a:cubicBezTo>
                    <a:cubicBezTo>
                      <a:pt x="37" y="74"/>
                      <a:pt x="48" y="66"/>
                      <a:pt x="44" y="56"/>
                    </a:cubicBezTo>
                    <a:close/>
                  </a:path>
                </a:pathLst>
              </a:custGeom>
              <a:solidFill>
                <a:srgbClr val="6DA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8" name="Freeform 693">
                <a:extLst>
                  <a:ext uri="{FF2B5EF4-FFF2-40B4-BE49-F238E27FC236}">
                    <a16:creationId xmlns:a16="http://schemas.microsoft.com/office/drawing/2014/main" id="{9AC14CBE-B0FA-4DB7-9474-AAE5B91AE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891"/>
                <a:ext cx="1219" cy="569"/>
              </a:xfrm>
              <a:custGeom>
                <a:avLst/>
                <a:gdLst>
                  <a:gd name="T0" fmla="*/ 4060 w 526"/>
                  <a:gd name="T1" fmla="*/ 62 h 230"/>
                  <a:gd name="T2" fmla="*/ 248 w 526"/>
                  <a:gd name="T3" fmla="*/ 2147 h 230"/>
                  <a:gd name="T4" fmla="*/ 396 w 526"/>
                  <a:gd name="T5" fmla="*/ 3164 h 230"/>
                  <a:gd name="T6" fmla="*/ 1541 w 526"/>
                  <a:gd name="T7" fmla="*/ 2321 h 230"/>
                  <a:gd name="T8" fmla="*/ 4679 w 526"/>
                  <a:gd name="T9" fmla="*/ 967 h 230"/>
                  <a:gd name="T10" fmla="*/ 5451 w 526"/>
                  <a:gd name="T11" fmla="*/ 2375 h 230"/>
                  <a:gd name="T12" fmla="*/ 4892 w 526"/>
                  <a:gd name="T13" fmla="*/ 2588 h 230"/>
                  <a:gd name="T14" fmla="*/ 4892 w 526"/>
                  <a:gd name="T15" fmla="*/ 2786 h 230"/>
                  <a:gd name="T16" fmla="*/ 5650 w 526"/>
                  <a:gd name="T17" fmla="*/ 2969 h 230"/>
                  <a:gd name="T18" fmla="*/ 6498 w 526"/>
                  <a:gd name="T19" fmla="*/ 1769 h 230"/>
                  <a:gd name="T20" fmla="*/ 4060 w 526"/>
                  <a:gd name="T21" fmla="*/ 62 h 2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6" h="230">
                    <a:moveTo>
                      <a:pt x="326" y="4"/>
                    </a:moveTo>
                    <a:cubicBezTo>
                      <a:pt x="213" y="8"/>
                      <a:pt x="50" y="51"/>
                      <a:pt x="20" y="142"/>
                    </a:cubicBezTo>
                    <a:cubicBezTo>
                      <a:pt x="15" y="157"/>
                      <a:pt x="0" y="188"/>
                      <a:pt x="32" y="209"/>
                    </a:cubicBezTo>
                    <a:cubicBezTo>
                      <a:pt x="64" y="230"/>
                      <a:pt x="95" y="191"/>
                      <a:pt x="124" y="153"/>
                    </a:cubicBezTo>
                    <a:cubicBezTo>
                      <a:pt x="157" y="110"/>
                      <a:pt x="283" y="39"/>
                      <a:pt x="376" y="64"/>
                    </a:cubicBezTo>
                    <a:cubicBezTo>
                      <a:pt x="470" y="89"/>
                      <a:pt x="470" y="133"/>
                      <a:pt x="438" y="157"/>
                    </a:cubicBezTo>
                    <a:cubicBezTo>
                      <a:pt x="422" y="168"/>
                      <a:pt x="408" y="171"/>
                      <a:pt x="393" y="171"/>
                    </a:cubicBezTo>
                    <a:cubicBezTo>
                      <a:pt x="388" y="171"/>
                      <a:pt x="387" y="182"/>
                      <a:pt x="393" y="184"/>
                    </a:cubicBezTo>
                    <a:cubicBezTo>
                      <a:pt x="407" y="187"/>
                      <a:pt x="422" y="204"/>
                      <a:pt x="454" y="196"/>
                    </a:cubicBezTo>
                    <a:cubicBezTo>
                      <a:pt x="496" y="186"/>
                      <a:pt x="526" y="155"/>
                      <a:pt x="522" y="117"/>
                    </a:cubicBezTo>
                    <a:cubicBezTo>
                      <a:pt x="518" y="76"/>
                      <a:pt x="461" y="0"/>
                      <a:pt x="326" y="4"/>
                    </a:cubicBezTo>
                    <a:close/>
                  </a:path>
                </a:pathLst>
              </a:custGeom>
              <a:solidFill>
                <a:srgbClr val="F3A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69" name="Freeform 694">
                <a:extLst>
                  <a:ext uri="{FF2B5EF4-FFF2-40B4-BE49-F238E27FC236}">
                    <a16:creationId xmlns:a16="http://schemas.microsoft.com/office/drawing/2014/main" id="{B11B5F59-332D-4C77-9D27-F3C635ED6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988"/>
                <a:ext cx="802" cy="371"/>
              </a:xfrm>
              <a:custGeom>
                <a:avLst/>
                <a:gdLst>
                  <a:gd name="T0" fmla="*/ 3127 w 346"/>
                  <a:gd name="T1" fmla="*/ 453 h 150"/>
                  <a:gd name="T2" fmla="*/ 4084 w 346"/>
                  <a:gd name="T3" fmla="*/ 1224 h 150"/>
                  <a:gd name="T4" fmla="*/ 3873 w 346"/>
                  <a:gd name="T5" fmla="*/ 1724 h 150"/>
                  <a:gd name="T6" fmla="*/ 3352 w 346"/>
                  <a:gd name="T7" fmla="*/ 1939 h 150"/>
                  <a:gd name="T8" fmla="*/ 3352 w 346"/>
                  <a:gd name="T9" fmla="*/ 1939 h 150"/>
                  <a:gd name="T10" fmla="*/ 3335 w 346"/>
                  <a:gd name="T11" fmla="*/ 1939 h 150"/>
                  <a:gd name="T12" fmla="*/ 2976 w 346"/>
                  <a:gd name="T13" fmla="*/ 2271 h 150"/>
                  <a:gd name="T14" fmla="*/ 3352 w 346"/>
                  <a:gd name="T15" fmla="*/ 1994 h 150"/>
                  <a:gd name="T16" fmla="*/ 3910 w 346"/>
                  <a:gd name="T17" fmla="*/ 1786 h 150"/>
                  <a:gd name="T18" fmla="*/ 3138 w 346"/>
                  <a:gd name="T19" fmla="*/ 378 h 150"/>
                  <a:gd name="T20" fmla="*/ 0 w 346"/>
                  <a:gd name="T21" fmla="*/ 1724 h 150"/>
                  <a:gd name="T22" fmla="*/ 49 w 346"/>
                  <a:gd name="T23" fmla="*/ 1768 h 150"/>
                  <a:gd name="T24" fmla="*/ 3127 w 346"/>
                  <a:gd name="T25" fmla="*/ 453 h 1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6" h="150">
                    <a:moveTo>
                      <a:pt x="251" y="30"/>
                    </a:moveTo>
                    <a:cubicBezTo>
                      <a:pt x="313" y="46"/>
                      <a:pt x="326" y="69"/>
                      <a:pt x="328" y="81"/>
                    </a:cubicBezTo>
                    <a:cubicBezTo>
                      <a:pt x="330" y="92"/>
                      <a:pt x="324" y="104"/>
                      <a:pt x="311" y="114"/>
                    </a:cubicBezTo>
                    <a:cubicBezTo>
                      <a:pt x="297" y="123"/>
                      <a:pt x="284" y="128"/>
                      <a:pt x="269" y="128"/>
                    </a:cubicBezTo>
                    <a:cubicBezTo>
                      <a:pt x="269" y="128"/>
                      <a:pt x="269" y="128"/>
                      <a:pt x="269" y="128"/>
                    </a:cubicBezTo>
                    <a:cubicBezTo>
                      <a:pt x="268" y="128"/>
                      <a:pt x="268" y="128"/>
                      <a:pt x="268" y="128"/>
                    </a:cubicBezTo>
                    <a:cubicBezTo>
                      <a:pt x="254" y="130"/>
                      <a:pt x="247" y="138"/>
                      <a:pt x="239" y="150"/>
                    </a:cubicBezTo>
                    <a:cubicBezTo>
                      <a:pt x="246" y="140"/>
                      <a:pt x="255" y="134"/>
                      <a:pt x="269" y="132"/>
                    </a:cubicBezTo>
                    <a:cubicBezTo>
                      <a:pt x="284" y="132"/>
                      <a:pt x="298" y="129"/>
                      <a:pt x="314" y="118"/>
                    </a:cubicBezTo>
                    <a:cubicBezTo>
                      <a:pt x="346" y="94"/>
                      <a:pt x="346" y="50"/>
                      <a:pt x="252" y="25"/>
                    </a:cubicBezTo>
                    <a:cubicBezTo>
                      <a:pt x="159" y="0"/>
                      <a:pt x="33" y="71"/>
                      <a:pt x="0" y="114"/>
                    </a:cubicBezTo>
                    <a:cubicBezTo>
                      <a:pt x="4" y="117"/>
                      <a:pt x="4" y="117"/>
                      <a:pt x="4" y="117"/>
                    </a:cubicBezTo>
                    <a:cubicBezTo>
                      <a:pt x="38" y="72"/>
                      <a:pt x="163" y="7"/>
                      <a:pt x="251" y="30"/>
                    </a:cubicBezTo>
                    <a:close/>
                  </a:path>
                </a:pathLst>
              </a:custGeom>
              <a:solidFill>
                <a:srgbClr val="F6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0" name="Freeform 695">
                <a:extLst>
                  <a:ext uri="{FF2B5EF4-FFF2-40B4-BE49-F238E27FC236}">
                    <a16:creationId xmlns:a16="http://schemas.microsoft.com/office/drawing/2014/main" id="{756A8F96-25D9-4857-8AE2-548D6CC77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027"/>
                <a:ext cx="480" cy="332"/>
              </a:xfrm>
              <a:custGeom>
                <a:avLst/>
                <a:gdLst>
                  <a:gd name="T0" fmla="*/ 2182 w 207"/>
                  <a:gd name="T1" fmla="*/ 1553 h 134"/>
                  <a:gd name="T2" fmla="*/ 1410 w 207"/>
                  <a:gd name="T3" fmla="*/ 136 h 134"/>
                  <a:gd name="T4" fmla="*/ 37 w 207"/>
                  <a:gd name="T5" fmla="*/ 216 h 134"/>
                  <a:gd name="T6" fmla="*/ 0 w 207"/>
                  <a:gd name="T7" fmla="*/ 258 h 134"/>
                  <a:gd name="T8" fmla="*/ 65 w 207"/>
                  <a:gd name="T9" fmla="*/ 287 h 134"/>
                  <a:gd name="T10" fmla="*/ 1398 w 207"/>
                  <a:gd name="T11" fmla="*/ 216 h 134"/>
                  <a:gd name="T12" fmla="*/ 2356 w 207"/>
                  <a:gd name="T13" fmla="*/ 989 h 134"/>
                  <a:gd name="T14" fmla="*/ 2145 w 207"/>
                  <a:gd name="T15" fmla="*/ 1492 h 134"/>
                  <a:gd name="T16" fmla="*/ 1619 w 207"/>
                  <a:gd name="T17" fmla="*/ 1700 h 134"/>
                  <a:gd name="T18" fmla="*/ 1619 w 207"/>
                  <a:gd name="T19" fmla="*/ 1700 h 134"/>
                  <a:gd name="T20" fmla="*/ 1607 w 207"/>
                  <a:gd name="T21" fmla="*/ 1700 h 134"/>
                  <a:gd name="T22" fmla="*/ 1248 w 207"/>
                  <a:gd name="T23" fmla="*/ 2039 h 134"/>
                  <a:gd name="T24" fmla="*/ 1619 w 207"/>
                  <a:gd name="T25" fmla="*/ 1762 h 134"/>
                  <a:gd name="T26" fmla="*/ 2182 w 207"/>
                  <a:gd name="T27" fmla="*/ 1553 h 1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7" h="134">
                    <a:moveTo>
                      <a:pt x="175" y="102"/>
                    </a:moveTo>
                    <a:cubicBezTo>
                      <a:pt x="207" y="78"/>
                      <a:pt x="207" y="34"/>
                      <a:pt x="113" y="9"/>
                    </a:cubicBezTo>
                    <a:cubicBezTo>
                      <a:pt x="79" y="0"/>
                      <a:pt x="40" y="4"/>
                      <a:pt x="3" y="14"/>
                    </a:cubicBezTo>
                    <a:cubicBezTo>
                      <a:pt x="2" y="16"/>
                      <a:pt x="0" y="17"/>
                      <a:pt x="0" y="17"/>
                    </a:cubicBezTo>
                    <a:cubicBezTo>
                      <a:pt x="0" y="17"/>
                      <a:pt x="2" y="18"/>
                      <a:pt x="5" y="19"/>
                    </a:cubicBezTo>
                    <a:cubicBezTo>
                      <a:pt x="41" y="9"/>
                      <a:pt x="79" y="5"/>
                      <a:pt x="112" y="14"/>
                    </a:cubicBezTo>
                    <a:cubicBezTo>
                      <a:pt x="174" y="30"/>
                      <a:pt x="187" y="53"/>
                      <a:pt x="189" y="65"/>
                    </a:cubicBezTo>
                    <a:cubicBezTo>
                      <a:pt x="191" y="76"/>
                      <a:pt x="185" y="88"/>
                      <a:pt x="172" y="98"/>
                    </a:cubicBezTo>
                    <a:cubicBezTo>
                      <a:pt x="158" y="107"/>
                      <a:pt x="145" y="112"/>
                      <a:pt x="130" y="112"/>
                    </a:cubicBezTo>
                    <a:cubicBezTo>
                      <a:pt x="130" y="112"/>
                      <a:pt x="130" y="112"/>
                      <a:pt x="130" y="112"/>
                    </a:cubicBezTo>
                    <a:cubicBezTo>
                      <a:pt x="129" y="112"/>
                      <a:pt x="129" y="112"/>
                      <a:pt x="129" y="112"/>
                    </a:cubicBezTo>
                    <a:cubicBezTo>
                      <a:pt x="115" y="114"/>
                      <a:pt x="108" y="122"/>
                      <a:pt x="100" y="134"/>
                    </a:cubicBezTo>
                    <a:cubicBezTo>
                      <a:pt x="107" y="124"/>
                      <a:pt x="116" y="118"/>
                      <a:pt x="130" y="116"/>
                    </a:cubicBezTo>
                    <a:cubicBezTo>
                      <a:pt x="145" y="116"/>
                      <a:pt x="159" y="113"/>
                      <a:pt x="175" y="102"/>
                    </a:cubicBezTo>
                    <a:close/>
                  </a:path>
                </a:pathLst>
              </a:custGeom>
              <a:solidFill>
                <a:srgbClr val="F5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1" name="Oval 696">
                <a:extLst>
                  <a:ext uri="{FF2B5EF4-FFF2-40B4-BE49-F238E27FC236}">
                    <a16:creationId xmlns:a16="http://schemas.microsoft.com/office/drawing/2014/main" id="{8BE80238-8DEC-4443-B9F2-142B6AE6E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2322"/>
                <a:ext cx="78" cy="56"/>
              </a:xfrm>
              <a:prstGeom prst="ellipse">
                <a:avLst/>
              </a:prstGeom>
              <a:solidFill>
                <a:srgbClr val="ECA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1472" name="Freeform 697">
                <a:extLst>
                  <a:ext uri="{FF2B5EF4-FFF2-40B4-BE49-F238E27FC236}">
                    <a16:creationId xmlns:a16="http://schemas.microsoft.com/office/drawing/2014/main" id="{255B60E4-6521-4260-896B-D1A48F982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322"/>
                <a:ext cx="69" cy="52"/>
              </a:xfrm>
              <a:custGeom>
                <a:avLst/>
                <a:gdLst>
                  <a:gd name="T0" fmla="*/ 317 w 30"/>
                  <a:gd name="T1" fmla="*/ 196 h 21"/>
                  <a:gd name="T2" fmla="*/ 110 w 30"/>
                  <a:gd name="T3" fmla="*/ 30 h 21"/>
                  <a:gd name="T4" fmla="*/ 0 w 30"/>
                  <a:gd name="T5" fmla="*/ 62 h 21"/>
                  <a:gd name="T6" fmla="*/ 159 w 30"/>
                  <a:gd name="T7" fmla="*/ 0 h 21"/>
                  <a:gd name="T8" fmla="*/ 366 w 30"/>
                  <a:gd name="T9" fmla="*/ 166 h 21"/>
                  <a:gd name="T10" fmla="*/ 269 w 30"/>
                  <a:gd name="T11" fmla="*/ 319 h 21"/>
                  <a:gd name="T12" fmla="*/ 317 w 30"/>
                  <a:gd name="T13" fmla="*/ 19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1">
                    <a:moveTo>
                      <a:pt x="26" y="13"/>
                    </a:moveTo>
                    <a:cubicBezTo>
                      <a:pt x="26" y="7"/>
                      <a:pt x="19" y="2"/>
                      <a:pt x="9" y="2"/>
                    </a:cubicBezTo>
                    <a:cubicBezTo>
                      <a:pt x="6" y="2"/>
                      <a:pt x="3" y="3"/>
                      <a:pt x="0" y="4"/>
                    </a:cubicBezTo>
                    <a:cubicBezTo>
                      <a:pt x="4" y="1"/>
                      <a:pt x="8" y="0"/>
                      <a:pt x="13" y="0"/>
                    </a:cubicBezTo>
                    <a:cubicBezTo>
                      <a:pt x="23" y="0"/>
                      <a:pt x="30" y="5"/>
                      <a:pt x="30" y="11"/>
                    </a:cubicBezTo>
                    <a:cubicBezTo>
                      <a:pt x="30" y="15"/>
                      <a:pt x="27" y="19"/>
                      <a:pt x="22" y="21"/>
                    </a:cubicBezTo>
                    <a:cubicBezTo>
                      <a:pt x="24" y="19"/>
                      <a:pt x="26" y="16"/>
                      <a:pt x="26" y="13"/>
                    </a:cubicBezTo>
                    <a:close/>
                  </a:path>
                </a:pathLst>
              </a:custGeom>
              <a:solidFill>
                <a:srgbClr val="F8D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3" name="Freeform 698">
                <a:extLst>
                  <a:ext uri="{FF2B5EF4-FFF2-40B4-BE49-F238E27FC236}">
                    <a16:creationId xmlns:a16="http://schemas.microsoft.com/office/drawing/2014/main" id="{143AFD26-58E2-4B72-B184-39A440DBD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057"/>
                <a:ext cx="313" cy="255"/>
              </a:xfrm>
              <a:custGeom>
                <a:avLst/>
                <a:gdLst>
                  <a:gd name="T0" fmla="*/ 635 w 135"/>
                  <a:gd name="T1" fmla="*/ 0 h 103"/>
                  <a:gd name="T2" fmla="*/ 1683 w 135"/>
                  <a:gd name="T3" fmla="*/ 1317 h 103"/>
                  <a:gd name="T4" fmla="*/ 1472 w 135"/>
                  <a:gd name="T5" fmla="*/ 1337 h 103"/>
                  <a:gd name="T6" fmla="*/ 0 w 135"/>
                  <a:gd name="T7" fmla="*/ 275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03">
                    <a:moveTo>
                      <a:pt x="51" y="0"/>
                    </a:moveTo>
                    <a:cubicBezTo>
                      <a:pt x="76" y="3"/>
                      <a:pt x="133" y="35"/>
                      <a:pt x="135" y="87"/>
                    </a:cubicBezTo>
                    <a:cubicBezTo>
                      <a:pt x="135" y="102"/>
                      <a:pt x="125" y="103"/>
                      <a:pt x="118" y="88"/>
                    </a:cubicBezTo>
                    <a:cubicBezTo>
                      <a:pt x="103" y="50"/>
                      <a:pt x="63" y="4"/>
                      <a:pt x="0" y="18"/>
                    </a:cubicBezTo>
                  </a:path>
                </a:pathLst>
              </a:custGeom>
              <a:solidFill>
                <a:srgbClr val="E6C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4" name="Freeform 699">
                <a:extLst>
                  <a:ext uri="{FF2B5EF4-FFF2-40B4-BE49-F238E27FC236}">
                    <a16:creationId xmlns:a16="http://schemas.microsoft.com/office/drawing/2014/main" id="{A6E10C39-94C2-4505-A268-ADE393C2C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411"/>
                <a:ext cx="106" cy="450"/>
              </a:xfrm>
              <a:custGeom>
                <a:avLst/>
                <a:gdLst>
                  <a:gd name="T0" fmla="*/ 111 w 46"/>
                  <a:gd name="T1" fmla="*/ 2208 h 182"/>
                  <a:gd name="T2" fmla="*/ 171 w 46"/>
                  <a:gd name="T3" fmla="*/ 2072 h 182"/>
                  <a:gd name="T4" fmla="*/ 111 w 46"/>
                  <a:gd name="T5" fmla="*/ 1980 h 182"/>
                  <a:gd name="T6" fmla="*/ 85 w 46"/>
                  <a:gd name="T7" fmla="*/ 1919 h 182"/>
                  <a:gd name="T8" fmla="*/ 65 w 46"/>
                  <a:gd name="T9" fmla="*/ 1827 h 182"/>
                  <a:gd name="T10" fmla="*/ 65 w 46"/>
                  <a:gd name="T11" fmla="*/ 1815 h 182"/>
                  <a:gd name="T12" fmla="*/ 85 w 46"/>
                  <a:gd name="T13" fmla="*/ 1785 h 182"/>
                  <a:gd name="T14" fmla="*/ 111 w 46"/>
                  <a:gd name="T15" fmla="*/ 1755 h 182"/>
                  <a:gd name="T16" fmla="*/ 94 w 46"/>
                  <a:gd name="T17" fmla="*/ 1664 h 182"/>
                  <a:gd name="T18" fmla="*/ 37 w 46"/>
                  <a:gd name="T19" fmla="*/ 1179 h 182"/>
                  <a:gd name="T20" fmla="*/ 85 w 46"/>
                  <a:gd name="T21" fmla="*/ 843 h 182"/>
                  <a:gd name="T22" fmla="*/ 318 w 46"/>
                  <a:gd name="T23" fmla="*/ 532 h 182"/>
                  <a:gd name="T24" fmla="*/ 244 w 46"/>
                  <a:gd name="T25" fmla="*/ 331 h 182"/>
                  <a:gd name="T26" fmla="*/ 111 w 46"/>
                  <a:gd name="T27" fmla="*/ 361 h 182"/>
                  <a:gd name="T28" fmla="*/ 171 w 46"/>
                  <a:gd name="T29" fmla="*/ 299 h 182"/>
                  <a:gd name="T30" fmla="*/ 281 w 46"/>
                  <a:gd name="T31" fmla="*/ 215 h 182"/>
                  <a:gd name="T32" fmla="*/ 562 w 46"/>
                  <a:gd name="T33" fmla="*/ 74 h 182"/>
                  <a:gd name="T34" fmla="*/ 562 w 46"/>
                  <a:gd name="T35" fmla="*/ 423 h 182"/>
                  <a:gd name="T36" fmla="*/ 346 w 46"/>
                  <a:gd name="T37" fmla="*/ 739 h 182"/>
                  <a:gd name="T38" fmla="*/ 281 w 46"/>
                  <a:gd name="T39" fmla="*/ 1076 h 182"/>
                  <a:gd name="T40" fmla="*/ 355 w 46"/>
                  <a:gd name="T41" fmla="*/ 1558 h 182"/>
                  <a:gd name="T42" fmla="*/ 355 w 46"/>
                  <a:gd name="T43" fmla="*/ 1632 h 182"/>
                  <a:gd name="T44" fmla="*/ 281 w 46"/>
                  <a:gd name="T45" fmla="*/ 1785 h 182"/>
                  <a:gd name="T46" fmla="*/ 318 w 46"/>
                  <a:gd name="T47" fmla="*/ 1906 h 182"/>
                  <a:gd name="T48" fmla="*/ 256 w 46"/>
                  <a:gd name="T49" fmla="*/ 2055 h 182"/>
                  <a:gd name="T50" fmla="*/ 272 w 46"/>
                  <a:gd name="T51" fmla="*/ 2176 h 182"/>
                  <a:gd name="T52" fmla="*/ 233 w 46"/>
                  <a:gd name="T53" fmla="*/ 2250 h 182"/>
                  <a:gd name="T54" fmla="*/ 196 w 46"/>
                  <a:gd name="T55" fmla="*/ 2403 h 182"/>
                  <a:gd name="T56" fmla="*/ 134 w 46"/>
                  <a:gd name="T57" fmla="*/ 2475 h 182"/>
                  <a:gd name="T58" fmla="*/ 65 w 46"/>
                  <a:gd name="T59" fmla="*/ 2648 h 182"/>
                  <a:gd name="T60" fmla="*/ 12 w 46"/>
                  <a:gd name="T61" fmla="*/ 2752 h 182"/>
                  <a:gd name="T62" fmla="*/ 122 w 46"/>
                  <a:gd name="T63" fmla="*/ 2280 h 182"/>
                  <a:gd name="T64" fmla="*/ 111 w 46"/>
                  <a:gd name="T65" fmla="*/ 2208 h 1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6" h="182">
                    <a:moveTo>
                      <a:pt x="9" y="146"/>
                    </a:moveTo>
                    <a:cubicBezTo>
                      <a:pt x="11" y="143"/>
                      <a:pt x="14" y="142"/>
                      <a:pt x="14" y="137"/>
                    </a:cubicBezTo>
                    <a:cubicBezTo>
                      <a:pt x="13" y="134"/>
                      <a:pt x="11" y="133"/>
                      <a:pt x="9" y="131"/>
                    </a:cubicBezTo>
                    <a:cubicBezTo>
                      <a:pt x="8" y="129"/>
                      <a:pt x="8" y="129"/>
                      <a:pt x="7" y="127"/>
                    </a:cubicBezTo>
                    <a:cubicBezTo>
                      <a:pt x="6" y="125"/>
                      <a:pt x="6" y="123"/>
                      <a:pt x="5" y="121"/>
                    </a:cubicBezTo>
                    <a:cubicBezTo>
                      <a:pt x="5" y="121"/>
                      <a:pt x="5" y="120"/>
                      <a:pt x="5" y="120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8" y="117"/>
                      <a:pt x="8" y="116"/>
                      <a:pt x="9" y="116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4" y="99"/>
                      <a:pt x="0" y="86"/>
                      <a:pt x="3" y="78"/>
                    </a:cubicBezTo>
                    <a:cubicBezTo>
                      <a:pt x="6" y="69"/>
                      <a:pt x="5" y="68"/>
                      <a:pt x="7" y="56"/>
                    </a:cubicBezTo>
                    <a:cubicBezTo>
                      <a:pt x="10" y="44"/>
                      <a:pt x="20" y="41"/>
                      <a:pt x="26" y="35"/>
                    </a:cubicBezTo>
                    <a:cubicBezTo>
                      <a:pt x="22" y="32"/>
                      <a:pt x="20" y="28"/>
                      <a:pt x="20" y="22"/>
                    </a:cubicBezTo>
                    <a:cubicBezTo>
                      <a:pt x="17" y="24"/>
                      <a:pt x="13" y="25"/>
                      <a:pt x="9" y="24"/>
                    </a:cubicBezTo>
                    <a:cubicBezTo>
                      <a:pt x="10" y="23"/>
                      <a:pt x="12" y="21"/>
                      <a:pt x="14" y="20"/>
                    </a:cubicBezTo>
                    <a:cubicBezTo>
                      <a:pt x="17" y="19"/>
                      <a:pt x="20" y="17"/>
                      <a:pt x="23" y="14"/>
                    </a:cubicBezTo>
                    <a:cubicBezTo>
                      <a:pt x="29" y="5"/>
                      <a:pt x="40" y="0"/>
                      <a:pt x="46" y="5"/>
                    </a:cubicBezTo>
                    <a:cubicBezTo>
                      <a:pt x="39" y="8"/>
                      <a:pt x="40" y="22"/>
                      <a:pt x="46" y="28"/>
                    </a:cubicBezTo>
                    <a:cubicBezTo>
                      <a:pt x="41" y="34"/>
                      <a:pt x="30" y="37"/>
                      <a:pt x="28" y="49"/>
                    </a:cubicBezTo>
                    <a:cubicBezTo>
                      <a:pt x="26" y="60"/>
                      <a:pt x="26" y="62"/>
                      <a:pt x="23" y="71"/>
                    </a:cubicBezTo>
                    <a:cubicBezTo>
                      <a:pt x="20" y="79"/>
                      <a:pt x="25" y="92"/>
                      <a:pt x="29" y="103"/>
                    </a:cubicBezTo>
                    <a:cubicBezTo>
                      <a:pt x="29" y="108"/>
                      <a:pt x="29" y="108"/>
                      <a:pt x="29" y="108"/>
                    </a:cubicBezTo>
                    <a:cubicBezTo>
                      <a:pt x="27" y="111"/>
                      <a:pt x="23" y="115"/>
                      <a:pt x="23" y="118"/>
                    </a:cubicBezTo>
                    <a:cubicBezTo>
                      <a:pt x="24" y="122"/>
                      <a:pt x="26" y="122"/>
                      <a:pt x="26" y="126"/>
                    </a:cubicBezTo>
                    <a:cubicBezTo>
                      <a:pt x="25" y="129"/>
                      <a:pt x="21" y="132"/>
                      <a:pt x="21" y="136"/>
                    </a:cubicBezTo>
                    <a:cubicBezTo>
                      <a:pt x="21" y="138"/>
                      <a:pt x="23" y="142"/>
                      <a:pt x="22" y="144"/>
                    </a:cubicBezTo>
                    <a:cubicBezTo>
                      <a:pt x="22" y="147"/>
                      <a:pt x="21" y="147"/>
                      <a:pt x="19" y="149"/>
                    </a:cubicBezTo>
                    <a:cubicBezTo>
                      <a:pt x="16" y="153"/>
                      <a:pt x="18" y="155"/>
                      <a:pt x="16" y="159"/>
                    </a:cubicBezTo>
                    <a:cubicBezTo>
                      <a:pt x="15" y="162"/>
                      <a:pt x="13" y="161"/>
                      <a:pt x="11" y="164"/>
                    </a:cubicBezTo>
                    <a:cubicBezTo>
                      <a:pt x="7" y="167"/>
                      <a:pt x="5" y="170"/>
                      <a:pt x="5" y="175"/>
                    </a:cubicBezTo>
                    <a:cubicBezTo>
                      <a:pt x="4" y="178"/>
                      <a:pt x="3" y="180"/>
                      <a:pt x="1" y="182"/>
                    </a:cubicBezTo>
                    <a:cubicBezTo>
                      <a:pt x="6" y="173"/>
                      <a:pt x="9" y="157"/>
                      <a:pt x="10" y="151"/>
                    </a:cubicBezTo>
                    <a:cubicBezTo>
                      <a:pt x="10" y="150"/>
                      <a:pt x="9" y="147"/>
                      <a:pt x="9" y="146"/>
                    </a:cubicBezTo>
                    <a:close/>
                  </a:path>
                </a:pathLst>
              </a:custGeom>
              <a:solidFill>
                <a:srgbClr val="FFF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5" name="Freeform 700">
                <a:extLst>
                  <a:ext uri="{FF2B5EF4-FFF2-40B4-BE49-F238E27FC236}">
                    <a16:creationId xmlns:a16="http://schemas.microsoft.com/office/drawing/2014/main" id="{FCBBF627-7D15-46EC-9A57-021B9E47C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314"/>
                <a:ext cx="211" cy="937"/>
              </a:xfrm>
              <a:custGeom>
                <a:avLst/>
                <a:gdLst>
                  <a:gd name="T0" fmla="*/ 37 w 91"/>
                  <a:gd name="T1" fmla="*/ 3654 h 379"/>
                  <a:gd name="T2" fmla="*/ 172 w 91"/>
                  <a:gd name="T3" fmla="*/ 3931 h 379"/>
                  <a:gd name="T4" fmla="*/ 424 w 91"/>
                  <a:gd name="T5" fmla="*/ 4670 h 379"/>
                  <a:gd name="T6" fmla="*/ 587 w 91"/>
                  <a:gd name="T7" fmla="*/ 5728 h 379"/>
                  <a:gd name="T8" fmla="*/ 596 w 91"/>
                  <a:gd name="T9" fmla="*/ 5451 h 379"/>
                  <a:gd name="T10" fmla="*/ 624 w 91"/>
                  <a:gd name="T11" fmla="*/ 5335 h 379"/>
                  <a:gd name="T12" fmla="*/ 387 w 91"/>
                  <a:gd name="T13" fmla="*/ 4106 h 379"/>
                  <a:gd name="T14" fmla="*/ 209 w 91"/>
                  <a:gd name="T15" fmla="*/ 3582 h 379"/>
                  <a:gd name="T16" fmla="*/ 624 w 91"/>
                  <a:gd name="T17" fmla="*/ 2902 h 379"/>
                  <a:gd name="T18" fmla="*/ 823 w 91"/>
                  <a:gd name="T19" fmla="*/ 1755 h 379"/>
                  <a:gd name="T20" fmla="*/ 1011 w 91"/>
                  <a:gd name="T21" fmla="*/ 1046 h 379"/>
                  <a:gd name="T22" fmla="*/ 1048 w 91"/>
                  <a:gd name="T23" fmla="*/ 514 h 379"/>
                  <a:gd name="T24" fmla="*/ 624 w 91"/>
                  <a:gd name="T25" fmla="*/ 514 h 379"/>
                  <a:gd name="T26" fmla="*/ 415 w 91"/>
                  <a:gd name="T27" fmla="*/ 440 h 379"/>
                  <a:gd name="T28" fmla="*/ 550 w 91"/>
                  <a:gd name="T29" fmla="*/ 134 h 379"/>
                  <a:gd name="T30" fmla="*/ 359 w 91"/>
                  <a:gd name="T31" fmla="*/ 62 h 379"/>
                  <a:gd name="T32" fmla="*/ 301 w 91"/>
                  <a:gd name="T33" fmla="*/ 195 h 379"/>
                  <a:gd name="T34" fmla="*/ 225 w 91"/>
                  <a:gd name="T35" fmla="*/ 470 h 379"/>
                  <a:gd name="T36" fmla="*/ 188 w 91"/>
                  <a:gd name="T37" fmla="*/ 831 h 379"/>
                  <a:gd name="T38" fmla="*/ 501 w 91"/>
                  <a:gd name="T39" fmla="*/ 801 h 379"/>
                  <a:gd name="T40" fmla="*/ 786 w 91"/>
                  <a:gd name="T41" fmla="*/ 665 h 379"/>
                  <a:gd name="T42" fmla="*/ 786 w 91"/>
                  <a:gd name="T43" fmla="*/ 1014 h 379"/>
                  <a:gd name="T44" fmla="*/ 559 w 91"/>
                  <a:gd name="T45" fmla="*/ 1333 h 379"/>
                  <a:gd name="T46" fmla="*/ 501 w 91"/>
                  <a:gd name="T47" fmla="*/ 1661 h 379"/>
                  <a:gd name="T48" fmla="*/ 575 w 91"/>
                  <a:gd name="T49" fmla="*/ 2146 h 379"/>
                  <a:gd name="T50" fmla="*/ 575 w 91"/>
                  <a:gd name="T51" fmla="*/ 2218 h 379"/>
                  <a:gd name="T52" fmla="*/ 501 w 91"/>
                  <a:gd name="T53" fmla="*/ 2371 h 379"/>
                  <a:gd name="T54" fmla="*/ 538 w 91"/>
                  <a:gd name="T55" fmla="*/ 2495 h 379"/>
                  <a:gd name="T56" fmla="*/ 473 w 91"/>
                  <a:gd name="T57" fmla="*/ 2648 h 379"/>
                  <a:gd name="T58" fmla="*/ 485 w 91"/>
                  <a:gd name="T59" fmla="*/ 2762 h 379"/>
                  <a:gd name="T60" fmla="*/ 445 w 91"/>
                  <a:gd name="T61" fmla="*/ 2843 h 379"/>
                  <a:gd name="T62" fmla="*/ 415 w 91"/>
                  <a:gd name="T63" fmla="*/ 2994 h 379"/>
                  <a:gd name="T64" fmla="*/ 350 w 91"/>
                  <a:gd name="T65" fmla="*/ 3068 h 379"/>
                  <a:gd name="T66" fmla="*/ 274 w 91"/>
                  <a:gd name="T67" fmla="*/ 3234 h 379"/>
                  <a:gd name="T68" fmla="*/ 151 w 91"/>
                  <a:gd name="T69" fmla="*/ 3387 h 379"/>
                  <a:gd name="T70" fmla="*/ 37 w 91"/>
                  <a:gd name="T71" fmla="*/ 3654 h 37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1" h="379">
                    <a:moveTo>
                      <a:pt x="3" y="242"/>
                    </a:moveTo>
                    <a:cubicBezTo>
                      <a:pt x="6" y="250"/>
                      <a:pt x="12" y="257"/>
                      <a:pt x="14" y="260"/>
                    </a:cubicBezTo>
                    <a:cubicBezTo>
                      <a:pt x="21" y="273"/>
                      <a:pt x="29" y="291"/>
                      <a:pt x="34" y="309"/>
                    </a:cubicBezTo>
                    <a:cubicBezTo>
                      <a:pt x="38" y="325"/>
                      <a:pt x="44" y="357"/>
                      <a:pt x="47" y="379"/>
                    </a:cubicBezTo>
                    <a:cubicBezTo>
                      <a:pt x="47" y="370"/>
                      <a:pt x="48" y="364"/>
                      <a:pt x="48" y="361"/>
                    </a:cubicBezTo>
                    <a:cubicBezTo>
                      <a:pt x="49" y="357"/>
                      <a:pt x="49" y="355"/>
                      <a:pt x="50" y="353"/>
                    </a:cubicBezTo>
                    <a:cubicBezTo>
                      <a:pt x="45" y="323"/>
                      <a:pt x="39" y="290"/>
                      <a:pt x="31" y="272"/>
                    </a:cubicBezTo>
                    <a:cubicBezTo>
                      <a:pt x="21" y="250"/>
                      <a:pt x="9" y="241"/>
                      <a:pt x="17" y="237"/>
                    </a:cubicBezTo>
                    <a:cubicBezTo>
                      <a:pt x="25" y="234"/>
                      <a:pt x="41" y="223"/>
                      <a:pt x="50" y="192"/>
                    </a:cubicBezTo>
                    <a:cubicBezTo>
                      <a:pt x="56" y="170"/>
                      <a:pt x="63" y="137"/>
                      <a:pt x="66" y="116"/>
                    </a:cubicBezTo>
                    <a:cubicBezTo>
                      <a:pt x="69" y="95"/>
                      <a:pt x="76" y="85"/>
                      <a:pt x="81" y="69"/>
                    </a:cubicBezTo>
                    <a:cubicBezTo>
                      <a:pt x="87" y="52"/>
                      <a:pt x="91" y="47"/>
                      <a:pt x="84" y="34"/>
                    </a:cubicBezTo>
                    <a:cubicBezTo>
                      <a:pt x="77" y="22"/>
                      <a:pt x="59" y="32"/>
                      <a:pt x="50" y="34"/>
                    </a:cubicBezTo>
                    <a:cubicBezTo>
                      <a:pt x="40" y="36"/>
                      <a:pt x="35" y="28"/>
                      <a:pt x="33" y="29"/>
                    </a:cubicBezTo>
                    <a:cubicBezTo>
                      <a:pt x="40" y="21"/>
                      <a:pt x="46" y="16"/>
                      <a:pt x="44" y="9"/>
                    </a:cubicBezTo>
                    <a:cubicBezTo>
                      <a:pt x="42" y="0"/>
                      <a:pt x="34" y="0"/>
                      <a:pt x="29" y="4"/>
                    </a:cubicBezTo>
                    <a:cubicBezTo>
                      <a:pt x="27" y="7"/>
                      <a:pt x="25" y="9"/>
                      <a:pt x="24" y="13"/>
                    </a:cubicBezTo>
                    <a:cubicBezTo>
                      <a:pt x="23" y="23"/>
                      <a:pt x="26" y="18"/>
                      <a:pt x="18" y="31"/>
                    </a:cubicBezTo>
                    <a:cubicBezTo>
                      <a:pt x="12" y="35"/>
                      <a:pt x="6" y="49"/>
                      <a:pt x="15" y="55"/>
                    </a:cubicBezTo>
                    <a:cubicBezTo>
                      <a:pt x="24" y="61"/>
                      <a:pt x="33" y="61"/>
                      <a:pt x="40" y="53"/>
                    </a:cubicBezTo>
                    <a:cubicBezTo>
                      <a:pt x="46" y="44"/>
                      <a:pt x="57" y="39"/>
                      <a:pt x="63" y="44"/>
                    </a:cubicBezTo>
                    <a:cubicBezTo>
                      <a:pt x="56" y="47"/>
                      <a:pt x="57" y="61"/>
                      <a:pt x="63" y="67"/>
                    </a:cubicBezTo>
                    <a:cubicBezTo>
                      <a:pt x="58" y="73"/>
                      <a:pt x="47" y="76"/>
                      <a:pt x="45" y="88"/>
                    </a:cubicBezTo>
                    <a:cubicBezTo>
                      <a:pt x="43" y="99"/>
                      <a:pt x="43" y="101"/>
                      <a:pt x="40" y="110"/>
                    </a:cubicBezTo>
                    <a:cubicBezTo>
                      <a:pt x="37" y="118"/>
                      <a:pt x="42" y="131"/>
                      <a:pt x="46" y="142"/>
                    </a:cubicBezTo>
                    <a:cubicBezTo>
                      <a:pt x="46" y="147"/>
                      <a:pt x="46" y="147"/>
                      <a:pt x="46" y="147"/>
                    </a:cubicBezTo>
                    <a:cubicBezTo>
                      <a:pt x="44" y="150"/>
                      <a:pt x="40" y="154"/>
                      <a:pt x="40" y="157"/>
                    </a:cubicBezTo>
                    <a:cubicBezTo>
                      <a:pt x="41" y="161"/>
                      <a:pt x="43" y="161"/>
                      <a:pt x="43" y="165"/>
                    </a:cubicBezTo>
                    <a:cubicBezTo>
                      <a:pt x="42" y="168"/>
                      <a:pt x="38" y="171"/>
                      <a:pt x="38" y="175"/>
                    </a:cubicBezTo>
                    <a:cubicBezTo>
                      <a:pt x="38" y="177"/>
                      <a:pt x="40" y="181"/>
                      <a:pt x="39" y="183"/>
                    </a:cubicBezTo>
                    <a:cubicBezTo>
                      <a:pt x="39" y="186"/>
                      <a:pt x="38" y="186"/>
                      <a:pt x="36" y="188"/>
                    </a:cubicBezTo>
                    <a:cubicBezTo>
                      <a:pt x="33" y="192"/>
                      <a:pt x="35" y="194"/>
                      <a:pt x="33" y="198"/>
                    </a:cubicBezTo>
                    <a:cubicBezTo>
                      <a:pt x="32" y="201"/>
                      <a:pt x="30" y="200"/>
                      <a:pt x="28" y="203"/>
                    </a:cubicBezTo>
                    <a:cubicBezTo>
                      <a:pt x="24" y="206"/>
                      <a:pt x="22" y="209"/>
                      <a:pt x="22" y="214"/>
                    </a:cubicBezTo>
                    <a:cubicBezTo>
                      <a:pt x="21" y="218"/>
                      <a:pt x="19" y="222"/>
                      <a:pt x="12" y="224"/>
                    </a:cubicBezTo>
                    <a:cubicBezTo>
                      <a:pt x="2" y="226"/>
                      <a:pt x="0" y="235"/>
                      <a:pt x="3" y="242"/>
                    </a:cubicBezTo>
                    <a:close/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6" name="Freeform 701">
                <a:extLst>
                  <a:ext uri="{FF2B5EF4-FFF2-40B4-BE49-F238E27FC236}">
                    <a16:creationId xmlns:a16="http://schemas.microsoft.com/office/drawing/2014/main" id="{D1264954-FFCB-40E7-853B-EDDBC3469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22"/>
                <a:ext cx="561" cy="917"/>
              </a:xfrm>
              <a:custGeom>
                <a:avLst/>
                <a:gdLst>
                  <a:gd name="T0" fmla="*/ 415 w 242"/>
                  <a:gd name="T1" fmla="*/ 3416 h 371"/>
                  <a:gd name="T2" fmla="*/ 0 w 242"/>
                  <a:gd name="T3" fmla="*/ 3292 h 371"/>
                  <a:gd name="T4" fmla="*/ 376 w 242"/>
                  <a:gd name="T5" fmla="*/ 3139 h 371"/>
                  <a:gd name="T6" fmla="*/ 832 w 242"/>
                  <a:gd name="T7" fmla="*/ 3324 h 371"/>
                  <a:gd name="T8" fmla="*/ 359 w 242"/>
                  <a:gd name="T9" fmla="*/ 2872 h 371"/>
                  <a:gd name="T10" fmla="*/ 510 w 242"/>
                  <a:gd name="T11" fmla="*/ 2823 h 371"/>
                  <a:gd name="T12" fmla="*/ 651 w 242"/>
                  <a:gd name="T13" fmla="*/ 2749 h 371"/>
                  <a:gd name="T14" fmla="*/ 709 w 242"/>
                  <a:gd name="T15" fmla="*/ 2976 h 371"/>
                  <a:gd name="T16" fmla="*/ 909 w 242"/>
                  <a:gd name="T17" fmla="*/ 3188 h 371"/>
                  <a:gd name="T18" fmla="*/ 1182 w 242"/>
                  <a:gd name="T19" fmla="*/ 3213 h 371"/>
                  <a:gd name="T20" fmla="*/ 983 w 242"/>
                  <a:gd name="T21" fmla="*/ 2627 h 371"/>
                  <a:gd name="T22" fmla="*/ 1171 w 242"/>
                  <a:gd name="T23" fmla="*/ 2309 h 371"/>
                  <a:gd name="T24" fmla="*/ 1256 w 242"/>
                  <a:gd name="T25" fmla="*/ 2296 h 371"/>
                  <a:gd name="T26" fmla="*/ 1447 w 242"/>
                  <a:gd name="T27" fmla="*/ 2309 h 371"/>
                  <a:gd name="T28" fmla="*/ 1333 w 242"/>
                  <a:gd name="T29" fmla="*/ 2902 h 371"/>
                  <a:gd name="T30" fmla="*/ 1720 w 242"/>
                  <a:gd name="T31" fmla="*/ 2823 h 371"/>
                  <a:gd name="T32" fmla="*/ 1871 w 242"/>
                  <a:gd name="T33" fmla="*/ 2328 h 371"/>
                  <a:gd name="T34" fmla="*/ 1966 w 242"/>
                  <a:gd name="T35" fmla="*/ 2627 h 371"/>
                  <a:gd name="T36" fmla="*/ 1892 w 242"/>
                  <a:gd name="T37" fmla="*/ 2793 h 371"/>
                  <a:gd name="T38" fmla="*/ 1908 w 242"/>
                  <a:gd name="T39" fmla="*/ 3080 h 371"/>
                  <a:gd name="T40" fmla="*/ 1569 w 242"/>
                  <a:gd name="T41" fmla="*/ 3035 h 371"/>
                  <a:gd name="T42" fmla="*/ 1581 w 242"/>
                  <a:gd name="T43" fmla="*/ 3292 h 371"/>
                  <a:gd name="T44" fmla="*/ 2242 w 242"/>
                  <a:gd name="T45" fmla="*/ 3006 h 371"/>
                  <a:gd name="T46" fmla="*/ 2381 w 242"/>
                  <a:gd name="T47" fmla="*/ 2719 h 371"/>
                  <a:gd name="T48" fmla="*/ 2392 w 242"/>
                  <a:gd name="T49" fmla="*/ 2341 h 371"/>
                  <a:gd name="T50" fmla="*/ 2392 w 242"/>
                  <a:gd name="T51" fmla="*/ 1631 h 371"/>
                  <a:gd name="T52" fmla="*/ 2691 w 242"/>
                  <a:gd name="T53" fmla="*/ 606 h 371"/>
                  <a:gd name="T54" fmla="*/ 2128 w 242"/>
                  <a:gd name="T55" fmla="*/ 470 h 371"/>
                  <a:gd name="T56" fmla="*/ 2418 w 242"/>
                  <a:gd name="T57" fmla="*/ 133 h 371"/>
                  <a:gd name="T58" fmla="*/ 2928 w 242"/>
                  <a:gd name="T59" fmla="*/ 514 h 371"/>
                  <a:gd name="T60" fmla="*/ 2515 w 242"/>
                  <a:gd name="T61" fmla="*/ 2852 h 371"/>
                  <a:gd name="T62" fmla="*/ 2515 w 242"/>
                  <a:gd name="T63" fmla="*/ 5223 h 371"/>
                  <a:gd name="T64" fmla="*/ 2316 w 242"/>
                  <a:gd name="T65" fmla="*/ 4575 h 371"/>
                  <a:gd name="T66" fmla="*/ 1746 w 242"/>
                  <a:gd name="T67" fmla="*/ 3591 h 371"/>
                  <a:gd name="T68" fmla="*/ 1746 w 242"/>
                  <a:gd name="T69" fmla="*/ 4442 h 371"/>
                  <a:gd name="T70" fmla="*/ 1855 w 242"/>
                  <a:gd name="T71" fmla="*/ 4790 h 371"/>
                  <a:gd name="T72" fmla="*/ 1720 w 242"/>
                  <a:gd name="T73" fmla="*/ 4533 h 371"/>
                  <a:gd name="T74" fmla="*/ 1671 w 242"/>
                  <a:gd name="T75" fmla="*/ 4966 h 371"/>
                  <a:gd name="T76" fmla="*/ 1456 w 242"/>
                  <a:gd name="T77" fmla="*/ 4093 h 371"/>
                  <a:gd name="T78" fmla="*/ 1085 w 242"/>
                  <a:gd name="T79" fmla="*/ 4227 h 371"/>
                  <a:gd name="T80" fmla="*/ 1069 w 242"/>
                  <a:gd name="T81" fmla="*/ 4728 h 371"/>
                  <a:gd name="T82" fmla="*/ 1171 w 242"/>
                  <a:gd name="T83" fmla="*/ 4936 h 371"/>
                  <a:gd name="T84" fmla="*/ 934 w 242"/>
                  <a:gd name="T85" fmla="*/ 4649 h 371"/>
                  <a:gd name="T86" fmla="*/ 925 w 242"/>
                  <a:gd name="T87" fmla="*/ 4575 h 371"/>
                  <a:gd name="T88" fmla="*/ 774 w 242"/>
                  <a:gd name="T89" fmla="*/ 4318 h 371"/>
                  <a:gd name="T90" fmla="*/ 1032 w 242"/>
                  <a:gd name="T91" fmla="*/ 4185 h 371"/>
                  <a:gd name="T92" fmla="*/ 1305 w 242"/>
                  <a:gd name="T93" fmla="*/ 3777 h 371"/>
                  <a:gd name="T94" fmla="*/ 909 w 242"/>
                  <a:gd name="T95" fmla="*/ 3670 h 371"/>
                  <a:gd name="T96" fmla="*/ 538 w 242"/>
                  <a:gd name="T97" fmla="*/ 3787 h 371"/>
                  <a:gd name="T98" fmla="*/ 445 w 242"/>
                  <a:gd name="T99" fmla="*/ 4031 h 371"/>
                  <a:gd name="T100" fmla="*/ 387 w 242"/>
                  <a:gd name="T101" fmla="*/ 4545 h 371"/>
                  <a:gd name="T102" fmla="*/ 424 w 242"/>
                  <a:gd name="T103" fmla="*/ 4014 h 371"/>
                  <a:gd name="T104" fmla="*/ 86 w 242"/>
                  <a:gd name="T105" fmla="*/ 4271 h 371"/>
                  <a:gd name="T106" fmla="*/ 37 w 242"/>
                  <a:gd name="T107" fmla="*/ 3868 h 371"/>
                  <a:gd name="T108" fmla="*/ 424 w 242"/>
                  <a:gd name="T109" fmla="*/ 3777 h 371"/>
                  <a:gd name="T110" fmla="*/ 962 w 242"/>
                  <a:gd name="T111" fmla="*/ 3470 h 37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42" h="371">
                    <a:moveTo>
                      <a:pt x="59" y="225"/>
                    </a:moveTo>
                    <a:cubicBezTo>
                      <a:pt x="56" y="226"/>
                      <a:pt x="54" y="227"/>
                      <a:pt x="51" y="227"/>
                    </a:cubicBezTo>
                    <a:cubicBezTo>
                      <a:pt x="45" y="226"/>
                      <a:pt x="39" y="226"/>
                      <a:pt x="33" y="226"/>
                    </a:cubicBezTo>
                    <a:cubicBezTo>
                      <a:pt x="28" y="226"/>
                      <a:pt x="27" y="226"/>
                      <a:pt x="22" y="226"/>
                    </a:cubicBezTo>
                    <a:cubicBezTo>
                      <a:pt x="17" y="227"/>
                      <a:pt x="12" y="225"/>
                      <a:pt x="8" y="225"/>
                    </a:cubicBezTo>
                    <a:cubicBezTo>
                      <a:pt x="1" y="225"/>
                      <a:pt x="1" y="224"/>
                      <a:pt x="0" y="218"/>
                    </a:cubicBezTo>
                    <a:cubicBezTo>
                      <a:pt x="2" y="224"/>
                      <a:pt x="12" y="221"/>
                      <a:pt x="17" y="221"/>
                    </a:cubicBezTo>
                    <a:cubicBezTo>
                      <a:pt x="22" y="221"/>
                      <a:pt x="28" y="223"/>
                      <a:pt x="28" y="216"/>
                    </a:cubicBezTo>
                    <a:cubicBezTo>
                      <a:pt x="28" y="215"/>
                      <a:pt x="26" y="209"/>
                      <a:pt x="30" y="208"/>
                    </a:cubicBezTo>
                    <a:cubicBezTo>
                      <a:pt x="28" y="213"/>
                      <a:pt x="34" y="217"/>
                      <a:pt x="38" y="220"/>
                    </a:cubicBezTo>
                    <a:cubicBezTo>
                      <a:pt x="43" y="223"/>
                      <a:pt x="45" y="222"/>
                      <a:pt x="50" y="221"/>
                    </a:cubicBezTo>
                    <a:cubicBezTo>
                      <a:pt x="57" y="220"/>
                      <a:pt x="60" y="220"/>
                      <a:pt x="67" y="220"/>
                    </a:cubicBezTo>
                    <a:cubicBezTo>
                      <a:pt x="73" y="218"/>
                      <a:pt x="64" y="213"/>
                      <a:pt x="58" y="209"/>
                    </a:cubicBezTo>
                    <a:cubicBezTo>
                      <a:pt x="54" y="206"/>
                      <a:pt x="53" y="201"/>
                      <a:pt x="50" y="197"/>
                    </a:cubicBezTo>
                    <a:cubicBezTo>
                      <a:pt x="44" y="191"/>
                      <a:pt x="35" y="194"/>
                      <a:pt x="29" y="190"/>
                    </a:cubicBezTo>
                    <a:cubicBezTo>
                      <a:pt x="26" y="188"/>
                      <a:pt x="24" y="181"/>
                      <a:pt x="30" y="182"/>
                    </a:cubicBezTo>
                    <a:cubicBezTo>
                      <a:pt x="31" y="186"/>
                      <a:pt x="32" y="187"/>
                      <a:pt x="36" y="188"/>
                    </a:cubicBezTo>
                    <a:cubicBezTo>
                      <a:pt x="38" y="189"/>
                      <a:pt x="39" y="188"/>
                      <a:pt x="41" y="187"/>
                    </a:cubicBezTo>
                    <a:cubicBezTo>
                      <a:pt x="43" y="185"/>
                      <a:pt x="46" y="181"/>
                      <a:pt x="48" y="178"/>
                    </a:cubicBezTo>
                    <a:cubicBezTo>
                      <a:pt x="49" y="177"/>
                      <a:pt x="48" y="174"/>
                      <a:pt x="51" y="174"/>
                    </a:cubicBezTo>
                    <a:cubicBezTo>
                      <a:pt x="55" y="175"/>
                      <a:pt x="54" y="180"/>
                      <a:pt x="52" y="182"/>
                    </a:cubicBezTo>
                    <a:cubicBezTo>
                      <a:pt x="49" y="185"/>
                      <a:pt x="48" y="184"/>
                      <a:pt x="49" y="189"/>
                    </a:cubicBezTo>
                    <a:cubicBezTo>
                      <a:pt x="50" y="192"/>
                      <a:pt x="52" y="193"/>
                      <a:pt x="54" y="195"/>
                    </a:cubicBezTo>
                    <a:cubicBezTo>
                      <a:pt x="55" y="195"/>
                      <a:pt x="55" y="197"/>
                      <a:pt x="57" y="197"/>
                    </a:cubicBezTo>
                    <a:cubicBezTo>
                      <a:pt x="58" y="198"/>
                      <a:pt x="62" y="195"/>
                      <a:pt x="64" y="195"/>
                    </a:cubicBezTo>
                    <a:cubicBezTo>
                      <a:pt x="69" y="194"/>
                      <a:pt x="67" y="195"/>
                      <a:pt x="66" y="199"/>
                    </a:cubicBezTo>
                    <a:cubicBezTo>
                      <a:pt x="65" y="204"/>
                      <a:pt x="69" y="208"/>
                      <a:pt x="73" y="211"/>
                    </a:cubicBezTo>
                    <a:cubicBezTo>
                      <a:pt x="78" y="216"/>
                      <a:pt x="85" y="216"/>
                      <a:pt x="90" y="221"/>
                    </a:cubicBezTo>
                    <a:cubicBezTo>
                      <a:pt x="93" y="223"/>
                      <a:pt x="94" y="227"/>
                      <a:pt x="99" y="225"/>
                    </a:cubicBezTo>
                    <a:cubicBezTo>
                      <a:pt x="106" y="222"/>
                      <a:pt x="97" y="217"/>
                      <a:pt x="95" y="213"/>
                    </a:cubicBezTo>
                    <a:cubicBezTo>
                      <a:pt x="93" y="207"/>
                      <a:pt x="96" y="200"/>
                      <a:pt x="93" y="194"/>
                    </a:cubicBezTo>
                    <a:cubicBezTo>
                      <a:pt x="91" y="189"/>
                      <a:pt x="88" y="185"/>
                      <a:pt x="84" y="180"/>
                    </a:cubicBezTo>
                    <a:cubicBezTo>
                      <a:pt x="83" y="179"/>
                      <a:pt x="79" y="176"/>
                      <a:pt x="79" y="174"/>
                    </a:cubicBezTo>
                    <a:cubicBezTo>
                      <a:pt x="82" y="174"/>
                      <a:pt x="85" y="175"/>
                      <a:pt x="87" y="178"/>
                    </a:cubicBezTo>
                    <a:cubicBezTo>
                      <a:pt x="88" y="179"/>
                      <a:pt x="91" y="184"/>
                      <a:pt x="93" y="186"/>
                    </a:cubicBezTo>
                    <a:cubicBezTo>
                      <a:pt x="94" y="174"/>
                      <a:pt x="88" y="165"/>
                      <a:pt x="94" y="153"/>
                    </a:cubicBezTo>
                    <a:cubicBezTo>
                      <a:pt x="97" y="148"/>
                      <a:pt x="96" y="147"/>
                      <a:pt x="97" y="141"/>
                    </a:cubicBezTo>
                    <a:cubicBezTo>
                      <a:pt x="98" y="137"/>
                      <a:pt x="94" y="133"/>
                      <a:pt x="94" y="130"/>
                    </a:cubicBezTo>
                    <a:cubicBezTo>
                      <a:pt x="103" y="130"/>
                      <a:pt x="102" y="147"/>
                      <a:pt x="101" y="152"/>
                    </a:cubicBezTo>
                    <a:cubicBezTo>
                      <a:pt x="100" y="155"/>
                      <a:pt x="98" y="158"/>
                      <a:pt x="99" y="161"/>
                    </a:cubicBezTo>
                    <a:cubicBezTo>
                      <a:pt x="101" y="165"/>
                      <a:pt x="101" y="163"/>
                      <a:pt x="104" y="162"/>
                    </a:cubicBezTo>
                    <a:cubicBezTo>
                      <a:pt x="106" y="162"/>
                      <a:pt x="114" y="151"/>
                      <a:pt x="116" y="153"/>
                    </a:cubicBezTo>
                    <a:cubicBezTo>
                      <a:pt x="118" y="156"/>
                      <a:pt x="112" y="162"/>
                      <a:pt x="110" y="163"/>
                    </a:cubicBezTo>
                    <a:cubicBezTo>
                      <a:pt x="107" y="164"/>
                      <a:pt x="101" y="174"/>
                      <a:pt x="101" y="178"/>
                    </a:cubicBezTo>
                    <a:cubicBezTo>
                      <a:pt x="102" y="184"/>
                      <a:pt x="101" y="186"/>
                      <a:pt x="107" y="192"/>
                    </a:cubicBezTo>
                    <a:cubicBezTo>
                      <a:pt x="110" y="195"/>
                      <a:pt x="122" y="195"/>
                      <a:pt x="127" y="195"/>
                    </a:cubicBezTo>
                    <a:cubicBezTo>
                      <a:pt x="132" y="195"/>
                      <a:pt x="130" y="195"/>
                      <a:pt x="132" y="192"/>
                    </a:cubicBezTo>
                    <a:cubicBezTo>
                      <a:pt x="134" y="190"/>
                      <a:pt x="136" y="189"/>
                      <a:pt x="138" y="187"/>
                    </a:cubicBezTo>
                    <a:cubicBezTo>
                      <a:pt x="145" y="183"/>
                      <a:pt x="145" y="174"/>
                      <a:pt x="146" y="167"/>
                    </a:cubicBezTo>
                    <a:cubicBezTo>
                      <a:pt x="146" y="165"/>
                      <a:pt x="146" y="162"/>
                      <a:pt x="147" y="160"/>
                    </a:cubicBezTo>
                    <a:cubicBezTo>
                      <a:pt x="147" y="158"/>
                      <a:pt x="149" y="156"/>
                      <a:pt x="150" y="154"/>
                    </a:cubicBezTo>
                    <a:cubicBezTo>
                      <a:pt x="152" y="158"/>
                      <a:pt x="151" y="157"/>
                      <a:pt x="150" y="161"/>
                    </a:cubicBezTo>
                    <a:cubicBezTo>
                      <a:pt x="149" y="164"/>
                      <a:pt x="152" y="170"/>
                      <a:pt x="151" y="173"/>
                    </a:cubicBezTo>
                    <a:cubicBezTo>
                      <a:pt x="154" y="174"/>
                      <a:pt x="155" y="174"/>
                      <a:pt x="158" y="174"/>
                    </a:cubicBezTo>
                    <a:cubicBezTo>
                      <a:pt x="160" y="174"/>
                      <a:pt x="164" y="172"/>
                      <a:pt x="166" y="173"/>
                    </a:cubicBezTo>
                    <a:cubicBezTo>
                      <a:pt x="175" y="175"/>
                      <a:pt x="162" y="178"/>
                      <a:pt x="158" y="178"/>
                    </a:cubicBezTo>
                    <a:cubicBezTo>
                      <a:pt x="155" y="179"/>
                      <a:pt x="148" y="180"/>
                      <a:pt x="152" y="185"/>
                    </a:cubicBezTo>
                    <a:cubicBezTo>
                      <a:pt x="154" y="189"/>
                      <a:pt x="159" y="188"/>
                      <a:pt x="162" y="192"/>
                    </a:cubicBezTo>
                    <a:cubicBezTo>
                      <a:pt x="159" y="191"/>
                      <a:pt x="144" y="184"/>
                      <a:pt x="142" y="192"/>
                    </a:cubicBezTo>
                    <a:cubicBezTo>
                      <a:pt x="141" y="196"/>
                      <a:pt x="154" y="200"/>
                      <a:pt x="153" y="204"/>
                    </a:cubicBezTo>
                    <a:cubicBezTo>
                      <a:pt x="152" y="209"/>
                      <a:pt x="142" y="200"/>
                      <a:pt x="140" y="199"/>
                    </a:cubicBezTo>
                    <a:cubicBezTo>
                      <a:pt x="137" y="196"/>
                      <a:pt x="137" y="196"/>
                      <a:pt x="133" y="199"/>
                    </a:cubicBezTo>
                    <a:cubicBezTo>
                      <a:pt x="131" y="200"/>
                      <a:pt x="128" y="200"/>
                      <a:pt x="126" y="201"/>
                    </a:cubicBezTo>
                    <a:cubicBezTo>
                      <a:pt x="125" y="201"/>
                      <a:pt x="124" y="201"/>
                      <a:pt x="122" y="201"/>
                    </a:cubicBezTo>
                    <a:cubicBezTo>
                      <a:pt x="117" y="200"/>
                      <a:pt x="116" y="201"/>
                      <a:pt x="115" y="206"/>
                    </a:cubicBezTo>
                    <a:cubicBezTo>
                      <a:pt x="112" y="215"/>
                      <a:pt x="119" y="216"/>
                      <a:pt x="127" y="218"/>
                    </a:cubicBezTo>
                    <a:cubicBezTo>
                      <a:pt x="137" y="221"/>
                      <a:pt x="145" y="225"/>
                      <a:pt x="155" y="222"/>
                    </a:cubicBezTo>
                    <a:cubicBezTo>
                      <a:pt x="168" y="220"/>
                      <a:pt x="174" y="216"/>
                      <a:pt x="174" y="211"/>
                    </a:cubicBezTo>
                    <a:cubicBezTo>
                      <a:pt x="175" y="206"/>
                      <a:pt x="176" y="202"/>
                      <a:pt x="180" y="199"/>
                    </a:cubicBezTo>
                    <a:cubicBezTo>
                      <a:pt x="183" y="197"/>
                      <a:pt x="184" y="197"/>
                      <a:pt x="185" y="194"/>
                    </a:cubicBezTo>
                    <a:cubicBezTo>
                      <a:pt x="187" y="191"/>
                      <a:pt x="186" y="188"/>
                      <a:pt x="188" y="185"/>
                    </a:cubicBezTo>
                    <a:cubicBezTo>
                      <a:pt x="190" y="183"/>
                      <a:pt x="191" y="182"/>
                      <a:pt x="191" y="180"/>
                    </a:cubicBezTo>
                    <a:cubicBezTo>
                      <a:pt x="192" y="178"/>
                      <a:pt x="190" y="174"/>
                      <a:pt x="190" y="172"/>
                    </a:cubicBezTo>
                    <a:cubicBezTo>
                      <a:pt x="190" y="168"/>
                      <a:pt x="194" y="165"/>
                      <a:pt x="195" y="162"/>
                    </a:cubicBezTo>
                    <a:cubicBezTo>
                      <a:pt x="195" y="158"/>
                      <a:pt x="193" y="158"/>
                      <a:pt x="192" y="155"/>
                    </a:cubicBezTo>
                    <a:cubicBezTo>
                      <a:pt x="192" y="151"/>
                      <a:pt x="196" y="147"/>
                      <a:pt x="198" y="145"/>
                    </a:cubicBezTo>
                    <a:cubicBezTo>
                      <a:pt x="198" y="140"/>
                      <a:pt x="198" y="140"/>
                      <a:pt x="198" y="140"/>
                    </a:cubicBezTo>
                    <a:cubicBezTo>
                      <a:pt x="194" y="129"/>
                      <a:pt x="189" y="117"/>
                      <a:pt x="192" y="108"/>
                    </a:cubicBezTo>
                    <a:cubicBezTo>
                      <a:pt x="195" y="100"/>
                      <a:pt x="195" y="98"/>
                      <a:pt x="197" y="87"/>
                    </a:cubicBezTo>
                    <a:cubicBezTo>
                      <a:pt x="199" y="75"/>
                      <a:pt x="209" y="72"/>
                      <a:pt x="215" y="67"/>
                    </a:cubicBezTo>
                    <a:cubicBezTo>
                      <a:pt x="208" y="61"/>
                      <a:pt x="209" y="43"/>
                      <a:pt x="216" y="40"/>
                    </a:cubicBezTo>
                    <a:cubicBezTo>
                      <a:pt x="210" y="35"/>
                      <a:pt x="199" y="41"/>
                      <a:pt x="193" y="49"/>
                    </a:cubicBezTo>
                    <a:cubicBezTo>
                      <a:pt x="186" y="57"/>
                      <a:pt x="176" y="57"/>
                      <a:pt x="167" y="52"/>
                    </a:cubicBezTo>
                    <a:cubicBezTo>
                      <a:pt x="158" y="46"/>
                      <a:pt x="164" y="35"/>
                      <a:pt x="171" y="31"/>
                    </a:cubicBezTo>
                    <a:cubicBezTo>
                      <a:pt x="179" y="18"/>
                      <a:pt x="176" y="23"/>
                      <a:pt x="177" y="14"/>
                    </a:cubicBezTo>
                    <a:cubicBezTo>
                      <a:pt x="177" y="10"/>
                      <a:pt x="179" y="7"/>
                      <a:pt x="182" y="5"/>
                    </a:cubicBezTo>
                    <a:cubicBezTo>
                      <a:pt x="186" y="2"/>
                      <a:pt x="192" y="0"/>
                      <a:pt x="194" y="9"/>
                    </a:cubicBezTo>
                    <a:cubicBezTo>
                      <a:pt x="197" y="16"/>
                      <a:pt x="192" y="18"/>
                      <a:pt x="185" y="26"/>
                    </a:cubicBezTo>
                    <a:cubicBezTo>
                      <a:pt x="187" y="25"/>
                      <a:pt x="192" y="36"/>
                      <a:pt x="202" y="34"/>
                    </a:cubicBezTo>
                    <a:cubicBezTo>
                      <a:pt x="211" y="33"/>
                      <a:pt x="229" y="22"/>
                      <a:pt x="235" y="34"/>
                    </a:cubicBezTo>
                    <a:cubicBezTo>
                      <a:pt x="242" y="47"/>
                      <a:pt x="238" y="52"/>
                      <a:pt x="232" y="68"/>
                    </a:cubicBezTo>
                    <a:cubicBezTo>
                      <a:pt x="227" y="84"/>
                      <a:pt x="221" y="94"/>
                      <a:pt x="218" y="114"/>
                    </a:cubicBezTo>
                    <a:cubicBezTo>
                      <a:pt x="215" y="135"/>
                      <a:pt x="208" y="167"/>
                      <a:pt x="202" y="189"/>
                    </a:cubicBezTo>
                    <a:cubicBezTo>
                      <a:pt x="193" y="219"/>
                      <a:pt x="177" y="230"/>
                      <a:pt x="169" y="233"/>
                    </a:cubicBezTo>
                    <a:cubicBezTo>
                      <a:pt x="162" y="236"/>
                      <a:pt x="173" y="245"/>
                      <a:pt x="183" y="267"/>
                    </a:cubicBezTo>
                    <a:cubicBezTo>
                      <a:pt x="191" y="285"/>
                      <a:pt x="197" y="317"/>
                      <a:pt x="202" y="346"/>
                    </a:cubicBezTo>
                    <a:cubicBezTo>
                      <a:pt x="201" y="348"/>
                      <a:pt x="201" y="351"/>
                      <a:pt x="200" y="354"/>
                    </a:cubicBezTo>
                    <a:cubicBezTo>
                      <a:pt x="199" y="357"/>
                      <a:pt x="199" y="363"/>
                      <a:pt x="199" y="371"/>
                    </a:cubicBezTo>
                    <a:cubicBezTo>
                      <a:pt x="196" y="351"/>
                      <a:pt x="190" y="318"/>
                      <a:pt x="186" y="303"/>
                    </a:cubicBezTo>
                    <a:cubicBezTo>
                      <a:pt x="181" y="285"/>
                      <a:pt x="173" y="268"/>
                      <a:pt x="166" y="255"/>
                    </a:cubicBezTo>
                    <a:cubicBezTo>
                      <a:pt x="159" y="243"/>
                      <a:pt x="154" y="243"/>
                      <a:pt x="148" y="240"/>
                    </a:cubicBezTo>
                    <a:cubicBezTo>
                      <a:pt x="146" y="238"/>
                      <a:pt x="143" y="238"/>
                      <a:pt x="140" y="238"/>
                    </a:cubicBezTo>
                    <a:cubicBezTo>
                      <a:pt x="135" y="238"/>
                      <a:pt x="130" y="241"/>
                      <a:pt x="126" y="245"/>
                    </a:cubicBezTo>
                    <a:cubicBezTo>
                      <a:pt x="120" y="252"/>
                      <a:pt x="124" y="271"/>
                      <a:pt x="130" y="277"/>
                    </a:cubicBezTo>
                    <a:cubicBezTo>
                      <a:pt x="135" y="283"/>
                      <a:pt x="137" y="287"/>
                      <a:pt x="140" y="294"/>
                    </a:cubicBezTo>
                    <a:cubicBezTo>
                      <a:pt x="143" y="299"/>
                      <a:pt x="146" y="303"/>
                      <a:pt x="149" y="308"/>
                    </a:cubicBezTo>
                    <a:cubicBezTo>
                      <a:pt x="149" y="312"/>
                      <a:pt x="157" y="327"/>
                      <a:pt x="162" y="328"/>
                    </a:cubicBezTo>
                    <a:cubicBezTo>
                      <a:pt x="157" y="327"/>
                      <a:pt x="152" y="321"/>
                      <a:pt x="149" y="317"/>
                    </a:cubicBezTo>
                    <a:cubicBezTo>
                      <a:pt x="148" y="316"/>
                      <a:pt x="146" y="316"/>
                      <a:pt x="146" y="315"/>
                    </a:cubicBezTo>
                    <a:cubicBezTo>
                      <a:pt x="145" y="314"/>
                      <a:pt x="146" y="312"/>
                      <a:pt x="145" y="311"/>
                    </a:cubicBezTo>
                    <a:cubicBezTo>
                      <a:pt x="144" y="308"/>
                      <a:pt x="141" y="302"/>
                      <a:pt x="138" y="300"/>
                    </a:cubicBezTo>
                    <a:cubicBezTo>
                      <a:pt x="135" y="305"/>
                      <a:pt x="138" y="313"/>
                      <a:pt x="139" y="318"/>
                    </a:cubicBezTo>
                    <a:cubicBezTo>
                      <a:pt x="139" y="321"/>
                      <a:pt x="137" y="323"/>
                      <a:pt x="137" y="326"/>
                    </a:cubicBezTo>
                    <a:cubicBezTo>
                      <a:pt x="136" y="327"/>
                      <a:pt x="138" y="332"/>
                      <a:pt x="134" y="329"/>
                    </a:cubicBezTo>
                    <a:cubicBezTo>
                      <a:pt x="138" y="321"/>
                      <a:pt x="134" y="313"/>
                      <a:pt x="133" y="304"/>
                    </a:cubicBezTo>
                    <a:cubicBezTo>
                      <a:pt x="132" y="297"/>
                      <a:pt x="130" y="286"/>
                      <a:pt x="124" y="283"/>
                    </a:cubicBezTo>
                    <a:cubicBezTo>
                      <a:pt x="118" y="280"/>
                      <a:pt x="118" y="278"/>
                      <a:pt x="117" y="271"/>
                    </a:cubicBezTo>
                    <a:cubicBezTo>
                      <a:pt x="116" y="263"/>
                      <a:pt x="114" y="263"/>
                      <a:pt x="107" y="267"/>
                    </a:cubicBezTo>
                    <a:cubicBezTo>
                      <a:pt x="103" y="269"/>
                      <a:pt x="99" y="272"/>
                      <a:pt x="95" y="275"/>
                    </a:cubicBezTo>
                    <a:cubicBezTo>
                      <a:pt x="93" y="276"/>
                      <a:pt x="89" y="278"/>
                      <a:pt x="87" y="280"/>
                    </a:cubicBezTo>
                    <a:cubicBezTo>
                      <a:pt x="85" y="283"/>
                      <a:pt x="86" y="286"/>
                      <a:pt x="86" y="289"/>
                    </a:cubicBezTo>
                    <a:cubicBezTo>
                      <a:pt x="86" y="294"/>
                      <a:pt x="85" y="295"/>
                      <a:pt x="83" y="300"/>
                    </a:cubicBezTo>
                    <a:cubicBezTo>
                      <a:pt x="82" y="303"/>
                      <a:pt x="85" y="310"/>
                      <a:pt x="86" y="313"/>
                    </a:cubicBezTo>
                    <a:cubicBezTo>
                      <a:pt x="87" y="316"/>
                      <a:pt x="87" y="317"/>
                      <a:pt x="88" y="321"/>
                    </a:cubicBezTo>
                    <a:cubicBezTo>
                      <a:pt x="88" y="322"/>
                      <a:pt x="88" y="323"/>
                      <a:pt x="88" y="324"/>
                    </a:cubicBezTo>
                    <a:cubicBezTo>
                      <a:pt x="90" y="326"/>
                      <a:pt x="94" y="327"/>
                      <a:pt x="94" y="327"/>
                    </a:cubicBezTo>
                    <a:cubicBezTo>
                      <a:pt x="94" y="327"/>
                      <a:pt x="94" y="330"/>
                      <a:pt x="90" y="329"/>
                    </a:cubicBezTo>
                    <a:cubicBezTo>
                      <a:pt x="85" y="328"/>
                      <a:pt x="83" y="323"/>
                      <a:pt x="81" y="318"/>
                    </a:cubicBezTo>
                    <a:cubicBezTo>
                      <a:pt x="80" y="315"/>
                      <a:pt x="80" y="309"/>
                      <a:pt x="75" y="308"/>
                    </a:cubicBezTo>
                    <a:cubicBezTo>
                      <a:pt x="72" y="308"/>
                      <a:pt x="71" y="311"/>
                      <a:pt x="70" y="315"/>
                    </a:cubicBezTo>
                    <a:cubicBezTo>
                      <a:pt x="71" y="312"/>
                      <a:pt x="69" y="308"/>
                      <a:pt x="71" y="305"/>
                    </a:cubicBezTo>
                    <a:cubicBezTo>
                      <a:pt x="72" y="304"/>
                      <a:pt x="73" y="304"/>
                      <a:pt x="74" y="303"/>
                    </a:cubicBezTo>
                    <a:cubicBezTo>
                      <a:pt x="74" y="302"/>
                      <a:pt x="74" y="301"/>
                      <a:pt x="74" y="300"/>
                    </a:cubicBezTo>
                    <a:cubicBezTo>
                      <a:pt x="74" y="296"/>
                      <a:pt x="74" y="292"/>
                      <a:pt x="71" y="290"/>
                    </a:cubicBezTo>
                    <a:cubicBezTo>
                      <a:pt x="69" y="288"/>
                      <a:pt x="65" y="288"/>
                      <a:pt x="62" y="286"/>
                    </a:cubicBezTo>
                    <a:cubicBezTo>
                      <a:pt x="65" y="288"/>
                      <a:pt x="69" y="286"/>
                      <a:pt x="73" y="286"/>
                    </a:cubicBezTo>
                    <a:cubicBezTo>
                      <a:pt x="77" y="286"/>
                      <a:pt x="80" y="285"/>
                      <a:pt x="82" y="282"/>
                    </a:cubicBezTo>
                    <a:cubicBezTo>
                      <a:pt x="83" y="281"/>
                      <a:pt x="82" y="279"/>
                      <a:pt x="83" y="277"/>
                    </a:cubicBezTo>
                    <a:cubicBezTo>
                      <a:pt x="84" y="276"/>
                      <a:pt x="88" y="274"/>
                      <a:pt x="89" y="272"/>
                    </a:cubicBezTo>
                    <a:cubicBezTo>
                      <a:pt x="92" y="270"/>
                      <a:pt x="94" y="268"/>
                      <a:pt x="97" y="266"/>
                    </a:cubicBezTo>
                    <a:cubicBezTo>
                      <a:pt x="101" y="262"/>
                      <a:pt x="102" y="255"/>
                      <a:pt x="105" y="250"/>
                    </a:cubicBezTo>
                    <a:cubicBezTo>
                      <a:pt x="108" y="246"/>
                      <a:pt x="112" y="243"/>
                      <a:pt x="107" y="240"/>
                    </a:cubicBezTo>
                    <a:cubicBezTo>
                      <a:pt x="100" y="236"/>
                      <a:pt x="88" y="239"/>
                      <a:pt x="80" y="241"/>
                    </a:cubicBezTo>
                    <a:cubicBezTo>
                      <a:pt x="77" y="241"/>
                      <a:pt x="75" y="243"/>
                      <a:pt x="73" y="243"/>
                    </a:cubicBezTo>
                    <a:cubicBezTo>
                      <a:pt x="70" y="244"/>
                      <a:pt x="68" y="243"/>
                      <a:pt x="65" y="244"/>
                    </a:cubicBezTo>
                    <a:cubicBezTo>
                      <a:pt x="61" y="245"/>
                      <a:pt x="59" y="247"/>
                      <a:pt x="55" y="249"/>
                    </a:cubicBezTo>
                    <a:cubicBezTo>
                      <a:pt x="52" y="250"/>
                      <a:pt x="45" y="249"/>
                      <a:pt x="43" y="251"/>
                    </a:cubicBezTo>
                    <a:cubicBezTo>
                      <a:pt x="43" y="252"/>
                      <a:pt x="43" y="256"/>
                      <a:pt x="42" y="258"/>
                    </a:cubicBezTo>
                    <a:cubicBezTo>
                      <a:pt x="42" y="260"/>
                      <a:pt x="41" y="261"/>
                      <a:pt x="40" y="263"/>
                    </a:cubicBezTo>
                    <a:cubicBezTo>
                      <a:pt x="39" y="264"/>
                      <a:pt x="37" y="266"/>
                      <a:pt x="36" y="267"/>
                    </a:cubicBezTo>
                    <a:cubicBezTo>
                      <a:pt x="34" y="272"/>
                      <a:pt x="39" y="275"/>
                      <a:pt x="38" y="279"/>
                    </a:cubicBezTo>
                    <a:cubicBezTo>
                      <a:pt x="36" y="283"/>
                      <a:pt x="34" y="284"/>
                      <a:pt x="33" y="289"/>
                    </a:cubicBezTo>
                    <a:cubicBezTo>
                      <a:pt x="31" y="294"/>
                      <a:pt x="29" y="297"/>
                      <a:pt x="31" y="301"/>
                    </a:cubicBezTo>
                    <a:cubicBezTo>
                      <a:pt x="28" y="299"/>
                      <a:pt x="29" y="298"/>
                      <a:pt x="28" y="294"/>
                    </a:cubicBezTo>
                    <a:cubicBezTo>
                      <a:pt x="28" y="289"/>
                      <a:pt x="31" y="287"/>
                      <a:pt x="32" y="283"/>
                    </a:cubicBezTo>
                    <a:cubicBezTo>
                      <a:pt x="34" y="277"/>
                      <a:pt x="30" y="272"/>
                      <a:pt x="34" y="266"/>
                    </a:cubicBezTo>
                    <a:cubicBezTo>
                      <a:pt x="26" y="264"/>
                      <a:pt x="28" y="273"/>
                      <a:pt x="24" y="276"/>
                    </a:cubicBezTo>
                    <a:cubicBezTo>
                      <a:pt x="19" y="280"/>
                      <a:pt x="16" y="282"/>
                      <a:pt x="15" y="289"/>
                    </a:cubicBezTo>
                    <a:cubicBezTo>
                      <a:pt x="11" y="289"/>
                      <a:pt x="8" y="286"/>
                      <a:pt x="7" y="283"/>
                    </a:cubicBezTo>
                    <a:cubicBezTo>
                      <a:pt x="15" y="283"/>
                      <a:pt x="15" y="280"/>
                      <a:pt x="17" y="275"/>
                    </a:cubicBezTo>
                    <a:cubicBezTo>
                      <a:pt x="19" y="269"/>
                      <a:pt x="28" y="264"/>
                      <a:pt x="19" y="259"/>
                    </a:cubicBezTo>
                    <a:cubicBezTo>
                      <a:pt x="17" y="258"/>
                      <a:pt x="5" y="259"/>
                      <a:pt x="3" y="256"/>
                    </a:cubicBezTo>
                    <a:cubicBezTo>
                      <a:pt x="2" y="256"/>
                      <a:pt x="2" y="255"/>
                      <a:pt x="3" y="255"/>
                    </a:cubicBezTo>
                    <a:cubicBezTo>
                      <a:pt x="7" y="254"/>
                      <a:pt x="14" y="254"/>
                      <a:pt x="18" y="254"/>
                    </a:cubicBezTo>
                    <a:cubicBezTo>
                      <a:pt x="23" y="255"/>
                      <a:pt x="31" y="252"/>
                      <a:pt x="34" y="250"/>
                    </a:cubicBezTo>
                    <a:cubicBezTo>
                      <a:pt x="36" y="248"/>
                      <a:pt x="36" y="247"/>
                      <a:pt x="38" y="245"/>
                    </a:cubicBezTo>
                    <a:cubicBezTo>
                      <a:pt x="41" y="242"/>
                      <a:pt x="44" y="240"/>
                      <a:pt x="48" y="238"/>
                    </a:cubicBezTo>
                    <a:cubicBezTo>
                      <a:pt x="56" y="234"/>
                      <a:pt x="68" y="230"/>
                      <a:pt x="77" y="230"/>
                    </a:cubicBezTo>
                    <a:cubicBezTo>
                      <a:pt x="78" y="221"/>
                      <a:pt x="64" y="225"/>
                      <a:pt x="59" y="225"/>
                    </a:cubicBezTo>
                    <a:close/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7" name="Freeform 702">
                <a:extLst>
                  <a:ext uri="{FF2B5EF4-FFF2-40B4-BE49-F238E27FC236}">
                    <a16:creationId xmlns:a16="http://schemas.microsoft.com/office/drawing/2014/main" id="{F5DD87BD-B7AE-428D-9943-EDACDDCA2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643"/>
                <a:ext cx="406" cy="500"/>
              </a:xfrm>
              <a:custGeom>
                <a:avLst/>
                <a:gdLst>
                  <a:gd name="T0" fmla="*/ 1749 w 175"/>
                  <a:gd name="T1" fmla="*/ 1636 h 202"/>
                  <a:gd name="T2" fmla="*/ 1749 w 175"/>
                  <a:gd name="T3" fmla="*/ 2488 h 202"/>
                  <a:gd name="T4" fmla="*/ 1863 w 175"/>
                  <a:gd name="T5" fmla="*/ 2837 h 202"/>
                  <a:gd name="T6" fmla="*/ 1721 w 175"/>
                  <a:gd name="T7" fmla="*/ 2579 h 202"/>
                  <a:gd name="T8" fmla="*/ 1675 w 175"/>
                  <a:gd name="T9" fmla="*/ 3020 h 202"/>
                  <a:gd name="T10" fmla="*/ 1459 w 175"/>
                  <a:gd name="T11" fmla="*/ 2139 h 202"/>
                  <a:gd name="T12" fmla="*/ 1088 w 175"/>
                  <a:gd name="T13" fmla="*/ 2272 h 202"/>
                  <a:gd name="T14" fmla="*/ 1076 w 175"/>
                  <a:gd name="T15" fmla="*/ 2775 h 202"/>
                  <a:gd name="T16" fmla="*/ 1174 w 175"/>
                  <a:gd name="T17" fmla="*/ 2990 h 202"/>
                  <a:gd name="T18" fmla="*/ 937 w 175"/>
                  <a:gd name="T19" fmla="*/ 2703 h 202"/>
                  <a:gd name="T20" fmla="*/ 926 w 175"/>
                  <a:gd name="T21" fmla="*/ 2621 h 202"/>
                  <a:gd name="T22" fmla="*/ 775 w 175"/>
                  <a:gd name="T23" fmla="*/ 2364 h 202"/>
                  <a:gd name="T24" fmla="*/ 1039 w 175"/>
                  <a:gd name="T25" fmla="*/ 2230 h 202"/>
                  <a:gd name="T26" fmla="*/ 1313 w 175"/>
                  <a:gd name="T27" fmla="*/ 1819 h 202"/>
                  <a:gd name="T28" fmla="*/ 909 w 175"/>
                  <a:gd name="T29" fmla="*/ 1715 h 202"/>
                  <a:gd name="T30" fmla="*/ 538 w 175"/>
                  <a:gd name="T31" fmla="*/ 1839 h 202"/>
                  <a:gd name="T32" fmla="*/ 452 w 175"/>
                  <a:gd name="T33" fmla="*/ 2077 h 202"/>
                  <a:gd name="T34" fmla="*/ 387 w 175"/>
                  <a:gd name="T35" fmla="*/ 2592 h 202"/>
                  <a:gd name="T36" fmla="*/ 425 w 175"/>
                  <a:gd name="T37" fmla="*/ 2064 h 202"/>
                  <a:gd name="T38" fmla="*/ 86 w 175"/>
                  <a:gd name="T39" fmla="*/ 2322 h 202"/>
                  <a:gd name="T40" fmla="*/ 37 w 175"/>
                  <a:gd name="T41" fmla="*/ 1911 h 202"/>
                  <a:gd name="T42" fmla="*/ 425 w 175"/>
                  <a:gd name="T43" fmla="*/ 1819 h 202"/>
                  <a:gd name="T44" fmla="*/ 963 w 175"/>
                  <a:gd name="T45" fmla="*/ 1520 h 202"/>
                  <a:gd name="T46" fmla="*/ 415 w 175"/>
                  <a:gd name="T47" fmla="*/ 1458 h 202"/>
                  <a:gd name="T48" fmla="*/ 0 w 175"/>
                  <a:gd name="T49" fmla="*/ 1337 h 202"/>
                  <a:gd name="T50" fmla="*/ 376 w 175"/>
                  <a:gd name="T51" fmla="*/ 1183 h 202"/>
                  <a:gd name="T52" fmla="*/ 835 w 175"/>
                  <a:gd name="T53" fmla="*/ 1366 h 202"/>
                  <a:gd name="T54" fmla="*/ 360 w 175"/>
                  <a:gd name="T55" fmla="*/ 913 h 202"/>
                  <a:gd name="T56" fmla="*/ 510 w 175"/>
                  <a:gd name="T57" fmla="*/ 864 h 202"/>
                  <a:gd name="T58" fmla="*/ 652 w 175"/>
                  <a:gd name="T59" fmla="*/ 790 h 202"/>
                  <a:gd name="T60" fmla="*/ 710 w 175"/>
                  <a:gd name="T61" fmla="*/ 1017 h 202"/>
                  <a:gd name="T62" fmla="*/ 909 w 175"/>
                  <a:gd name="T63" fmla="*/ 1225 h 202"/>
                  <a:gd name="T64" fmla="*/ 1183 w 175"/>
                  <a:gd name="T65" fmla="*/ 1255 h 202"/>
                  <a:gd name="T66" fmla="*/ 986 w 175"/>
                  <a:gd name="T67" fmla="*/ 668 h 202"/>
                  <a:gd name="T68" fmla="*/ 1174 w 175"/>
                  <a:gd name="T69" fmla="*/ 349 h 202"/>
                  <a:gd name="T70" fmla="*/ 1260 w 175"/>
                  <a:gd name="T71" fmla="*/ 332 h 202"/>
                  <a:gd name="T72" fmla="*/ 1448 w 175"/>
                  <a:gd name="T73" fmla="*/ 349 h 202"/>
                  <a:gd name="T74" fmla="*/ 1334 w 175"/>
                  <a:gd name="T75" fmla="*/ 938 h 202"/>
                  <a:gd name="T76" fmla="*/ 1721 w 175"/>
                  <a:gd name="T77" fmla="*/ 864 h 202"/>
                  <a:gd name="T78" fmla="*/ 1872 w 175"/>
                  <a:gd name="T79" fmla="*/ 361 h 202"/>
                  <a:gd name="T80" fmla="*/ 1974 w 175"/>
                  <a:gd name="T81" fmla="*/ 668 h 202"/>
                  <a:gd name="T82" fmla="*/ 1900 w 175"/>
                  <a:gd name="T83" fmla="*/ 834 h 202"/>
                  <a:gd name="T84" fmla="*/ 1912 w 175"/>
                  <a:gd name="T85" fmla="*/ 1121 h 202"/>
                  <a:gd name="T86" fmla="*/ 1571 w 175"/>
                  <a:gd name="T87" fmla="*/ 1079 h 202"/>
                  <a:gd name="T88" fmla="*/ 1587 w 175"/>
                  <a:gd name="T89" fmla="*/ 1337 h 20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5" h="202">
                    <a:moveTo>
                      <a:pt x="165" y="123"/>
                    </a:moveTo>
                    <a:cubicBezTo>
                      <a:pt x="159" y="113"/>
                      <a:pt x="153" y="113"/>
                      <a:pt x="148" y="110"/>
                    </a:cubicBezTo>
                    <a:cubicBezTo>
                      <a:pt x="146" y="108"/>
                      <a:pt x="143" y="108"/>
                      <a:pt x="140" y="108"/>
                    </a:cubicBezTo>
                    <a:cubicBezTo>
                      <a:pt x="135" y="108"/>
                      <a:pt x="130" y="111"/>
                      <a:pt x="126" y="115"/>
                    </a:cubicBezTo>
                    <a:cubicBezTo>
                      <a:pt x="120" y="122"/>
                      <a:pt x="124" y="141"/>
                      <a:pt x="130" y="147"/>
                    </a:cubicBezTo>
                    <a:cubicBezTo>
                      <a:pt x="135" y="153"/>
                      <a:pt x="137" y="157"/>
                      <a:pt x="140" y="164"/>
                    </a:cubicBezTo>
                    <a:cubicBezTo>
                      <a:pt x="143" y="169"/>
                      <a:pt x="146" y="173"/>
                      <a:pt x="149" y="178"/>
                    </a:cubicBezTo>
                    <a:cubicBezTo>
                      <a:pt x="149" y="182"/>
                      <a:pt x="157" y="197"/>
                      <a:pt x="162" y="198"/>
                    </a:cubicBezTo>
                    <a:cubicBezTo>
                      <a:pt x="157" y="197"/>
                      <a:pt x="152" y="191"/>
                      <a:pt x="149" y="187"/>
                    </a:cubicBezTo>
                    <a:cubicBezTo>
                      <a:pt x="148" y="186"/>
                      <a:pt x="146" y="186"/>
                      <a:pt x="146" y="185"/>
                    </a:cubicBezTo>
                    <a:cubicBezTo>
                      <a:pt x="145" y="184"/>
                      <a:pt x="146" y="182"/>
                      <a:pt x="145" y="181"/>
                    </a:cubicBezTo>
                    <a:cubicBezTo>
                      <a:pt x="144" y="178"/>
                      <a:pt x="141" y="172"/>
                      <a:pt x="138" y="170"/>
                    </a:cubicBezTo>
                    <a:cubicBezTo>
                      <a:pt x="135" y="175"/>
                      <a:pt x="138" y="183"/>
                      <a:pt x="139" y="188"/>
                    </a:cubicBezTo>
                    <a:cubicBezTo>
                      <a:pt x="139" y="191"/>
                      <a:pt x="137" y="193"/>
                      <a:pt x="137" y="196"/>
                    </a:cubicBezTo>
                    <a:cubicBezTo>
                      <a:pt x="136" y="197"/>
                      <a:pt x="138" y="202"/>
                      <a:pt x="134" y="199"/>
                    </a:cubicBezTo>
                    <a:cubicBezTo>
                      <a:pt x="138" y="191"/>
                      <a:pt x="134" y="183"/>
                      <a:pt x="133" y="174"/>
                    </a:cubicBezTo>
                    <a:cubicBezTo>
                      <a:pt x="132" y="167"/>
                      <a:pt x="130" y="156"/>
                      <a:pt x="124" y="153"/>
                    </a:cubicBezTo>
                    <a:cubicBezTo>
                      <a:pt x="118" y="150"/>
                      <a:pt x="118" y="148"/>
                      <a:pt x="117" y="141"/>
                    </a:cubicBezTo>
                    <a:cubicBezTo>
                      <a:pt x="116" y="133"/>
                      <a:pt x="114" y="133"/>
                      <a:pt x="107" y="137"/>
                    </a:cubicBezTo>
                    <a:cubicBezTo>
                      <a:pt x="103" y="139"/>
                      <a:pt x="99" y="142"/>
                      <a:pt x="95" y="145"/>
                    </a:cubicBezTo>
                    <a:cubicBezTo>
                      <a:pt x="93" y="146"/>
                      <a:pt x="89" y="148"/>
                      <a:pt x="87" y="150"/>
                    </a:cubicBezTo>
                    <a:cubicBezTo>
                      <a:pt x="85" y="153"/>
                      <a:pt x="86" y="156"/>
                      <a:pt x="86" y="159"/>
                    </a:cubicBezTo>
                    <a:cubicBezTo>
                      <a:pt x="86" y="164"/>
                      <a:pt x="85" y="165"/>
                      <a:pt x="83" y="170"/>
                    </a:cubicBezTo>
                    <a:cubicBezTo>
                      <a:pt x="82" y="173"/>
                      <a:pt x="85" y="180"/>
                      <a:pt x="86" y="183"/>
                    </a:cubicBezTo>
                    <a:cubicBezTo>
                      <a:pt x="87" y="186"/>
                      <a:pt x="87" y="187"/>
                      <a:pt x="88" y="191"/>
                    </a:cubicBezTo>
                    <a:cubicBezTo>
                      <a:pt x="88" y="192"/>
                      <a:pt x="88" y="193"/>
                      <a:pt x="88" y="194"/>
                    </a:cubicBezTo>
                    <a:cubicBezTo>
                      <a:pt x="90" y="196"/>
                      <a:pt x="94" y="197"/>
                      <a:pt x="94" y="197"/>
                    </a:cubicBezTo>
                    <a:cubicBezTo>
                      <a:pt x="94" y="197"/>
                      <a:pt x="94" y="200"/>
                      <a:pt x="90" y="199"/>
                    </a:cubicBezTo>
                    <a:cubicBezTo>
                      <a:pt x="85" y="198"/>
                      <a:pt x="83" y="193"/>
                      <a:pt x="81" y="188"/>
                    </a:cubicBezTo>
                    <a:cubicBezTo>
                      <a:pt x="80" y="185"/>
                      <a:pt x="80" y="179"/>
                      <a:pt x="75" y="178"/>
                    </a:cubicBezTo>
                    <a:cubicBezTo>
                      <a:pt x="72" y="178"/>
                      <a:pt x="71" y="181"/>
                      <a:pt x="70" y="185"/>
                    </a:cubicBezTo>
                    <a:cubicBezTo>
                      <a:pt x="71" y="182"/>
                      <a:pt x="69" y="178"/>
                      <a:pt x="71" y="175"/>
                    </a:cubicBezTo>
                    <a:cubicBezTo>
                      <a:pt x="72" y="174"/>
                      <a:pt x="73" y="174"/>
                      <a:pt x="74" y="173"/>
                    </a:cubicBezTo>
                    <a:cubicBezTo>
                      <a:pt x="74" y="172"/>
                      <a:pt x="74" y="171"/>
                      <a:pt x="74" y="170"/>
                    </a:cubicBezTo>
                    <a:cubicBezTo>
                      <a:pt x="74" y="166"/>
                      <a:pt x="74" y="162"/>
                      <a:pt x="71" y="160"/>
                    </a:cubicBezTo>
                    <a:cubicBezTo>
                      <a:pt x="69" y="158"/>
                      <a:pt x="65" y="158"/>
                      <a:pt x="62" y="156"/>
                    </a:cubicBezTo>
                    <a:cubicBezTo>
                      <a:pt x="65" y="158"/>
                      <a:pt x="69" y="156"/>
                      <a:pt x="73" y="156"/>
                    </a:cubicBezTo>
                    <a:cubicBezTo>
                      <a:pt x="77" y="156"/>
                      <a:pt x="80" y="155"/>
                      <a:pt x="82" y="152"/>
                    </a:cubicBezTo>
                    <a:cubicBezTo>
                      <a:pt x="83" y="151"/>
                      <a:pt x="82" y="149"/>
                      <a:pt x="83" y="147"/>
                    </a:cubicBezTo>
                    <a:cubicBezTo>
                      <a:pt x="84" y="146"/>
                      <a:pt x="88" y="144"/>
                      <a:pt x="89" y="142"/>
                    </a:cubicBezTo>
                    <a:cubicBezTo>
                      <a:pt x="92" y="140"/>
                      <a:pt x="94" y="138"/>
                      <a:pt x="97" y="136"/>
                    </a:cubicBezTo>
                    <a:cubicBezTo>
                      <a:pt x="101" y="132"/>
                      <a:pt x="102" y="125"/>
                      <a:pt x="105" y="120"/>
                    </a:cubicBezTo>
                    <a:cubicBezTo>
                      <a:pt x="108" y="116"/>
                      <a:pt x="112" y="113"/>
                      <a:pt x="107" y="110"/>
                    </a:cubicBezTo>
                    <a:cubicBezTo>
                      <a:pt x="100" y="106"/>
                      <a:pt x="88" y="109"/>
                      <a:pt x="80" y="111"/>
                    </a:cubicBezTo>
                    <a:cubicBezTo>
                      <a:pt x="77" y="111"/>
                      <a:pt x="75" y="113"/>
                      <a:pt x="73" y="113"/>
                    </a:cubicBezTo>
                    <a:cubicBezTo>
                      <a:pt x="70" y="114"/>
                      <a:pt x="68" y="113"/>
                      <a:pt x="65" y="114"/>
                    </a:cubicBezTo>
                    <a:cubicBezTo>
                      <a:pt x="61" y="115"/>
                      <a:pt x="59" y="117"/>
                      <a:pt x="55" y="119"/>
                    </a:cubicBezTo>
                    <a:cubicBezTo>
                      <a:pt x="52" y="120"/>
                      <a:pt x="45" y="119"/>
                      <a:pt x="43" y="121"/>
                    </a:cubicBezTo>
                    <a:cubicBezTo>
                      <a:pt x="43" y="122"/>
                      <a:pt x="43" y="126"/>
                      <a:pt x="42" y="128"/>
                    </a:cubicBezTo>
                    <a:cubicBezTo>
                      <a:pt x="42" y="130"/>
                      <a:pt x="41" y="131"/>
                      <a:pt x="40" y="133"/>
                    </a:cubicBezTo>
                    <a:cubicBezTo>
                      <a:pt x="39" y="134"/>
                      <a:pt x="37" y="136"/>
                      <a:pt x="36" y="137"/>
                    </a:cubicBezTo>
                    <a:cubicBezTo>
                      <a:pt x="34" y="142"/>
                      <a:pt x="39" y="145"/>
                      <a:pt x="38" y="149"/>
                    </a:cubicBezTo>
                    <a:cubicBezTo>
                      <a:pt x="36" y="153"/>
                      <a:pt x="34" y="154"/>
                      <a:pt x="33" y="159"/>
                    </a:cubicBezTo>
                    <a:cubicBezTo>
                      <a:pt x="31" y="164"/>
                      <a:pt x="29" y="167"/>
                      <a:pt x="31" y="171"/>
                    </a:cubicBezTo>
                    <a:cubicBezTo>
                      <a:pt x="28" y="169"/>
                      <a:pt x="29" y="168"/>
                      <a:pt x="28" y="164"/>
                    </a:cubicBezTo>
                    <a:cubicBezTo>
                      <a:pt x="28" y="159"/>
                      <a:pt x="31" y="157"/>
                      <a:pt x="32" y="153"/>
                    </a:cubicBezTo>
                    <a:cubicBezTo>
                      <a:pt x="34" y="147"/>
                      <a:pt x="30" y="142"/>
                      <a:pt x="34" y="136"/>
                    </a:cubicBezTo>
                    <a:cubicBezTo>
                      <a:pt x="26" y="134"/>
                      <a:pt x="28" y="143"/>
                      <a:pt x="24" y="146"/>
                    </a:cubicBezTo>
                    <a:cubicBezTo>
                      <a:pt x="19" y="150"/>
                      <a:pt x="16" y="152"/>
                      <a:pt x="15" y="159"/>
                    </a:cubicBezTo>
                    <a:cubicBezTo>
                      <a:pt x="11" y="159"/>
                      <a:pt x="8" y="156"/>
                      <a:pt x="7" y="153"/>
                    </a:cubicBezTo>
                    <a:cubicBezTo>
                      <a:pt x="15" y="153"/>
                      <a:pt x="15" y="150"/>
                      <a:pt x="17" y="145"/>
                    </a:cubicBezTo>
                    <a:cubicBezTo>
                      <a:pt x="19" y="139"/>
                      <a:pt x="28" y="134"/>
                      <a:pt x="19" y="129"/>
                    </a:cubicBezTo>
                    <a:cubicBezTo>
                      <a:pt x="17" y="128"/>
                      <a:pt x="5" y="129"/>
                      <a:pt x="3" y="126"/>
                    </a:cubicBezTo>
                    <a:cubicBezTo>
                      <a:pt x="2" y="126"/>
                      <a:pt x="2" y="125"/>
                      <a:pt x="3" y="125"/>
                    </a:cubicBezTo>
                    <a:cubicBezTo>
                      <a:pt x="7" y="124"/>
                      <a:pt x="14" y="124"/>
                      <a:pt x="18" y="124"/>
                    </a:cubicBezTo>
                    <a:cubicBezTo>
                      <a:pt x="23" y="125"/>
                      <a:pt x="31" y="122"/>
                      <a:pt x="34" y="120"/>
                    </a:cubicBezTo>
                    <a:cubicBezTo>
                      <a:pt x="36" y="118"/>
                      <a:pt x="36" y="117"/>
                      <a:pt x="38" y="115"/>
                    </a:cubicBezTo>
                    <a:cubicBezTo>
                      <a:pt x="41" y="112"/>
                      <a:pt x="44" y="110"/>
                      <a:pt x="48" y="108"/>
                    </a:cubicBezTo>
                    <a:cubicBezTo>
                      <a:pt x="56" y="104"/>
                      <a:pt x="68" y="100"/>
                      <a:pt x="77" y="100"/>
                    </a:cubicBezTo>
                    <a:cubicBezTo>
                      <a:pt x="78" y="91"/>
                      <a:pt x="64" y="95"/>
                      <a:pt x="59" y="95"/>
                    </a:cubicBezTo>
                    <a:cubicBezTo>
                      <a:pt x="56" y="96"/>
                      <a:pt x="54" y="97"/>
                      <a:pt x="51" y="97"/>
                    </a:cubicBezTo>
                    <a:cubicBezTo>
                      <a:pt x="45" y="96"/>
                      <a:pt x="39" y="96"/>
                      <a:pt x="33" y="96"/>
                    </a:cubicBezTo>
                    <a:cubicBezTo>
                      <a:pt x="28" y="96"/>
                      <a:pt x="27" y="96"/>
                      <a:pt x="22" y="96"/>
                    </a:cubicBezTo>
                    <a:cubicBezTo>
                      <a:pt x="17" y="97"/>
                      <a:pt x="12" y="95"/>
                      <a:pt x="8" y="95"/>
                    </a:cubicBezTo>
                    <a:cubicBezTo>
                      <a:pt x="1" y="95"/>
                      <a:pt x="1" y="94"/>
                      <a:pt x="0" y="88"/>
                    </a:cubicBezTo>
                    <a:cubicBezTo>
                      <a:pt x="2" y="94"/>
                      <a:pt x="12" y="91"/>
                      <a:pt x="17" y="91"/>
                    </a:cubicBezTo>
                    <a:cubicBezTo>
                      <a:pt x="22" y="91"/>
                      <a:pt x="28" y="93"/>
                      <a:pt x="28" y="86"/>
                    </a:cubicBezTo>
                    <a:cubicBezTo>
                      <a:pt x="28" y="85"/>
                      <a:pt x="26" y="79"/>
                      <a:pt x="30" y="78"/>
                    </a:cubicBezTo>
                    <a:cubicBezTo>
                      <a:pt x="28" y="83"/>
                      <a:pt x="34" y="87"/>
                      <a:pt x="38" y="90"/>
                    </a:cubicBezTo>
                    <a:cubicBezTo>
                      <a:pt x="43" y="93"/>
                      <a:pt x="45" y="92"/>
                      <a:pt x="50" y="91"/>
                    </a:cubicBezTo>
                    <a:cubicBezTo>
                      <a:pt x="57" y="90"/>
                      <a:pt x="60" y="90"/>
                      <a:pt x="67" y="90"/>
                    </a:cubicBezTo>
                    <a:cubicBezTo>
                      <a:pt x="73" y="88"/>
                      <a:pt x="64" y="83"/>
                      <a:pt x="58" y="79"/>
                    </a:cubicBezTo>
                    <a:cubicBezTo>
                      <a:pt x="54" y="76"/>
                      <a:pt x="53" y="71"/>
                      <a:pt x="50" y="67"/>
                    </a:cubicBezTo>
                    <a:cubicBezTo>
                      <a:pt x="44" y="61"/>
                      <a:pt x="35" y="64"/>
                      <a:pt x="29" y="60"/>
                    </a:cubicBezTo>
                    <a:cubicBezTo>
                      <a:pt x="26" y="58"/>
                      <a:pt x="24" y="51"/>
                      <a:pt x="30" y="52"/>
                    </a:cubicBezTo>
                    <a:cubicBezTo>
                      <a:pt x="31" y="56"/>
                      <a:pt x="32" y="57"/>
                      <a:pt x="36" y="58"/>
                    </a:cubicBezTo>
                    <a:cubicBezTo>
                      <a:pt x="38" y="59"/>
                      <a:pt x="39" y="58"/>
                      <a:pt x="41" y="57"/>
                    </a:cubicBezTo>
                    <a:cubicBezTo>
                      <a:pt x="43" y="55"/>
                      <a:pt x="46" y="51"/>
                      <a:pt x="48" y="48"/>
                    </a:cubicBezTo>
                    <a:cubicBezTo>
                      <a:pt x="49" y="47"/>
                      <a:pt x="48" y="44"/>
                      <a:pt x="51" y="44"/>
                    </a:cubicBezTo>
                    <a:cubicBezTo>
                      <a:pt x="55" y="45"/>
                      <a:pt x="54" y="50"/>
                      <a:pt x="52" y="52"/>
                    </a:cubicBezTo>
                    <a:cubicBezTo>
                      <a:pt x="49" y="55"/>
                      <a:pt x="48" y="54"/>
                      <a:pt x="49" y="59"/>
                    </a:cubicBezTo>
                    <a:cubicBezTo>
                      <a:pt x="50" y="62"/>
                      <a:pt x="52" y="63"/>
                      <a:pt x="54" y="65"/>
                    </a:cubicBezTo>
                    <a:cubicBezTo>
                      <a:pt x="55" y="65"/>
                      <a:pt x="55" y="67"/>
                      <a:pt x="57" y="67"/>
                    </a:cubicBezTo>
                    <a:cubicBezTo>
                      <a:pt x="58" y="68"/>
                      <a:pt x="62" y="65"/>
                      <a:pt x="64" y="65"/>
                    </a:cubicBezTo>
                    <a:cubicBezTo>
                      <a:pt x="69" y="64"/>
                      <a:pt x="67" y="65"/>
                      <a:pt x="66" y="69"/>
                    </a:cubicBezTo>
                    <a:cubicBezTo>
                      <a:pt x="65" y="74"/>
                      <a:pt x="69" y="78"/>
                      <a:pt x="73" y="81"/>
                    </a:cubicBezTo>
                    <a:cubicBezTo>
                      <a:pt x="78" y="86"/>
                      <a:pt x="85" y="86"/>
                      <a:pt x="90" y="91"/>
                    </a:cubicBezTo>
                    <a:cubicBezTo>
                      <a:pt x="93" y="93"/>
                      <a:pt x="94" y="97"/>
                      <a:pt x="99" y="95"/>
                    </a:cubicBezTo>
                    <a:cubicBezTo>
                      <a:pt x="106" y="92"/>
                      <a:pt x="97" y="87"/>
                      <a:pt x="95" y="83"/>
                    </a:cubicBezTo>
                    <a:cubicBezTo>
                      <a:pt x="93" y="77"/>
                      <a:pt x="96" y="70"/>
                      <a:pt x="93" y="64"/>
                    </a:cubicBezTo>
                    <a:cubicBezTo>
                      <a:pt x="91" y="59"/>
                      <a:pt x="88" y="55"/>
                      <a:pt x="84" y="50"/>
                    </a:cubicBezTo>
                    <a:cubicBezTo>
                      <a:pt x="83" y="49"/>
                      <a:pt x="79" y="46"/>
                      <a:pt x="79" y="44"/>
                    </a:cubicBezTo>
                    <a:cubicBezTo>
                      <a:pt x="82" y="44"/>
                      <a:pt x="85" y="45"/>
                      <a:pt x="87" y="48"/>
                    </a:cubicBezTo>
                    <a:cubicBezTo>
                      <a:pt x="88" y="49"/>
                      <a:pt x="91" y="54"/>
                      <a:pt x="93" y="56"/>
                    </a:cubicBezTo>
                    <a:cubicBezTo>
                      <a:pt x="94" y="44"/>
                      <a:pt x="88" y="35"/>
                      <a:pt x="94" y="23"/>
                    </a:cubicBezTo>
                    <a:cubicBezTo>
                      <a:pt x="97" y="18"/>
                      <a:pt x="96" y="17"/>
                      <a:pt x="97" y="11"/>
                    </a:cubicBezTo>
                    <a:cubicBezTo>
                      <a:pt x="98" y="7"/>
                      <a:pt x="94" y="3"/>
                      <a:pt x="94" y="0"/>
                    </a:cubicBezTo>
                    <a:cubicBezTo>
                      <a:pt x="103" y="0"/>
                      <a:pt x="102" y="17"/>
                      <a:pt x="101" y="22"/>
                    </a:cubicBezTo>
                    <a:cubicBezTo>
                      <a:pt x="100" y="25"/>
                      <a:pt x="98" y="28"/>
                      <a:pt x="99" y="31"/>
                    </a:cubicBezTo>
                    <a:cubicBezTo>
                      <a:pt x="101" y="35"/>
                      <a:pt x="101" y="33"/>
                      <a:pt x="104" y="32"/>
                    </a:cubicBezTo>
                    <a:cubicBezTo>
                      <a:pt x="106" y="32"/>
                      <a:pt x="114" y="21"/>
                      <a:pt x="116" y="23"/>
                    </a:cubicBezTo>
                    <a:cubicBezTo>
                      <a:pt x="118" y="26"/>
                      <a:pt x="112" y="32"/>
                      <a:pt x="110" y="33"/>
                    </a:cubicBezTo>
                    <a:cubicBezTo>
                      <a:pt x="107" y="34"/>
                      <a:pt x="101" y="44"/>
                      <a:pt x="101" y="48"/>
                    </a:cubicBezTo>
                    <a:cubicBezTo>
                      <a:pt x="102" y="54"/>
                      <a:pt x="101" y="56"/>
                      <a:pt x="107" y="62"/>
                    </a:cubicBezTo>
                    <a:cubicBezTo>
                      <a:pt x="110" y="65"/>
                      <a:pt x="122" y="65"/>
                      <a:pt x="127" y="65"/>
                    </a:cubicBezTo>
                    <a:cubicBezTo>
                      <a:pt x="132" y="65"/>
                      <a:pt x="130" y="65"/>
                      <a:pt x="132" y="62"/>
                    </a:cubicBezTo>
                    <a:cubicBezTo>
                      <a:pt x="134" y="60"/>
                      <a:pt x="136" y="59"/>
                      <a:pt x="138" y="57"/>
                    </a:cubicBezTo>
                    <a:cubicBezTo>
                      <a:pt x="145" y="53"/>
                      <a:pt x="145" y="44"/>
                      <a:pt x="146" y="37"/>
                    </a:cubicBezTo>
                    <a:cubicBezTo>
                      <a:pt x="146" y="35"/>
                      <a:pt x="146" y="32"/>
                      <a:pt x="147" y="30"/>
                    </a:cubicBezTo>
                    <a:cubicBezTo>
                      <a:pt x="147" y="28"/>
                      <a:pt x="149" y="26"/>
                      <a:pt x="150" y="24"/>
                    </a:cubicBezTo>
                    <a:cubicBezTo>
                      <a:pt x="152" y="28"/>
                      <a:pt x="151" y="27"/>
                      <a:pt x="150" y="31"/>
                    </a:cubicBezTo>
                    <a:cubicBezTo>
                      <a:pt x="149" y="34"/>
                      <a:pt x="152" y="40"/>
                      <a:pt x="151" y="43"/>
                    </a:cubicBezTo>
                    <a:cubicBezTo>
                      <a:pt x="154" y="44"/>
                      <a:pt x="155" y="44"/>
                      <a:pt x="158" y="44"/>
                    </a:cubicBezTo>
                    <a:cubicBezTo>
                      <a:pt x="160" y="44"/>
                      <a:pt x="164" y="42"/>
                      <a:pt x="166" y="43"/>
                    </a:cubicBezTo>
                    <a:cubicBezTo>
                      <a:pt x="175" y="45"/>
                      <a:pt x="162" y="48"/>
                      <a:pt x="158" y="48"/>
                    </a:cubicBezTo>
                    <a:cubicBezTo>
                      <a:pt x="155" y="49"/>
                      <a:pt x="148" y="50"/>
                      <a:pt x="152" y="55"/>
                    </a:cubicBezTo>
                    <a:cubicBezTo>
                      <a:pt x="154" y="59"/>
                      <a:pt x="159" y="58"/>
                      <a:pt x="162" y="62"/>
                    </a:cubicBezTo>
                    <a:cubicBezTo>
                      <a:pt x="159" y="61"/>
                      <a:pt x="144" y="54"/>
                      <a:pt x="142" y="62"/>
                    </a:cubicBezTo>
                    <a:cubicBezTo>
                      <a:pt x="141" y="66"/>
                      <a:pt x="154" y="70"/>
                      <a:pt x="153" y="74"/>
                    </a:cubicBezTo>
                    <a:cubicBezTo>
                      <a:pt x="152" y="79"/>
                      <a:pt x="142" y="70"/>
                      <a:pt x="140" y="69"/>
                    </a:cubicBezTo>
                    <a:cubicBezTo>
                      <a:pt x="137" y="66"/>
                      <a:pt x="137" y="66"/>
                      <a:pt x="133" y="69"/>
                    </a:cubicBezTo>
                    <a:cubicBezTo>
                      <a:pt x="131" y="70"/>
                      <a:pt x="128" y="70"/>
                      <a:pt x="126" y="71"/>
                    </a:cubicBezTo>
                    <a:cubicBezTo>
                      <a:pt x="125" y="71"/>
                      <a:pt x="124" y="71"/>
                      <a:pt x="122" y="71"/>
                    </a:cubicBezTo>
                    <a:cubicBezTo>
                      <a:pt x="117" y="70"/>
                      <a:pt x="116" y="71"/>
                      <a:pt x="115" y="76"/>
                    </a:cubicBezTo>
                    <a:cubicBezTo>
                      <a:pt x="112" y="85"/>
                      <a:pt x="119" y="86"/>
                      <a:pt x="127" y="88"/>
                    </a:cubicBezTo>
                    <a:cubicBezTo>
                      <a:pt x="137" y="91"/>
                      <a:pt x="145" y="95"/>
                      <a:pt x="155" y="92"/>
                    </a:cubicBezTo>
                    <a:cubicBezTo>
                      <a:pt x="162" y="91"/>
                      <a:pt x="166" y="90"/>
                      <a:pt x="169" y="88"/>
                    </a:cubicBezTo>
                  </a:path>
                </a:pathLst>
              </a:custGeom>
              <a:noFill/>
              <a:ln w="142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8" name="Freeform 703">
                <a:extLst>
                  <a:ext uri="{FF2B5EF4-FFF2-40B4-BE49-F238E27FC236}">
                    <a16:creationId xmlns:a16="http://schemas.microsoft.com/office/drawing/2014/main" id="{F56D73BF-780B-4A6D-8A32-E0E743D8B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591"/>
                <a:ext cx="547" cy="646"/>
              </a:xfrm>
              <a:custGeom>
                <a:avLst/>
                <a:gdLst>
                  <a:gd name="T0" fmla="*/ 65 w 236"/>
                  <a:gd name="T1" fmla="*/ 1893 h 261"/>
                  <a:gd name="T2" fmla="*/ 338 w 236"/>
                  <a:gd name="T3" fmla="*/ 1349 h 261"/>
                  <a:gd name="T4" fmla="*/ 473 w 236"/>
                  <a:gd name="T5" fmla="*/ 1121 h 261"/>
                  <a:gd name="T6" fmla="*/ 1048 w 236"/>
                  <a:gd name="T7" fmla="*/ 515 h 261"/>
                  <a:gd name="T8" fmla="*/ 1198 w 236"/>
                  <a:gd name="T9" fmla="*/ 275 h 261"/>
                  <a:gd name="T10" fmla="*/ 1618 w 236"/>
                  <a:gd name="T11" fmla="*/ 215 h 261"/>
                  <a:gd name="T12" fmla="*/ 1708 w 236"/>
                  <a:gd name="T13" fmla="*/ 153 h 261"/>
                  <a:gd name="T14" fmla="*/ 2255 w 236"/>
                  <a:gd name="T15" fmla="*/ 153 h 261"/>
                  <a:gd name="T16" fmla="*/ 2278 w 236"/>
                  <a:gd name="T17" fmla="*/ 1059 h 261"/>
                  <a:gd name="T18" fmla="*/ 2492 w 236"/>
                  <a:gd name="T19" fmla="*/ 332 h 261"/>
                  <a:gd name="T20" fmla="*/ 2853 w 236"/>
                  <a:gd name="T21" fmla="*/ 822 h 261"/>
                  <a:gd name="T22" fmla="*/ 2890 w 236"/>
                  <a:gd name="T23" fmla="*/ 1183 h 261"/>
                  <a:gd name="T24" fmla="*/ 2091 w 236"/>
                  <a:gd name="T25" fmla="*/ 1470 h 261"/>
                  <a:gd name="T26" fmla="*/ 2401 w 236"/>
                  <a:gd name="T27" fmla="*/ 1366 h 261"/>
                  <a:gd name="T28" fmla="*/ 2552 w 236"/>
                  <a:gd name="T29" fmla="*/ 1151 h 261"/>
                  <a:gd name="T30" fmla="*/ 2540 w 236"/>
                  <a:gd name="T31" fmla="*/ 968 h 261"/>
                  <a:gd name="T32" fmla="*/ 2478 w 236"/>
                  <a:gd name="T33" fmla="*/ 881 h 261"/>
                  <a:gd name="T34" fmla="*/ 1993 w 236"/>
                  <a:gd name="T35" fmla="*/ 1255 h 261"/>
                  <a:gd name="T36" fmla="*/ 1956 w 236"/>
                  <a:gd name="T37" fmla="*/ 802 h 261"/>
                  <a:gd name="T38" fmla="*/ 1870 w 236"/>
                  <a:gd name="T39" fmla="*/ 485 h 261"/>
                  <a:gd name="T40" fmla="*/ 1643 w 236"/>
                  <a:gd name="T41" fmla="*/ 985 h 261"/>
                  <a:gd name="T42" fmla="*/ 1891 w 236"/>
                  <a:gd name="T43" fmla="*/ 1757 h 261"/>
                  <a:gd name="T44" fmla="*/ 1456 w 236"/>
                  <a:gd name="T45" fmla="*/ 1304 h 261"/>
                  <a:gd name="T46" fmla="*/ 1305 w 236"/>
                  <a:gd name="T47" fmla="*/ 1109 h 261"/>
                  <a:gd name="T48" fmla="*/ 1106 w 236"/>
                  <a:gd name="T49" fmla="*/ 1200 h 261"/>
                  <a:gd name="T50" fmla="*/ 1381 w 236"/>
                  <a:gd name="T51" fmla="*/ 1520 h 261"/>
                  <a:gd name="T52" fmla="*/ 1031 w 236"/>
                  <a:gd name="T53" fmla="*/ 1500 h 261"/>
                  <a:gd name="T54" fmla="*/ 758 w 236"/>
                  <a:gd name="T55" fmla="*/ 1757 h 261"/>
                  <a:gd name="T56" fmla="*/ 1398 w 236"/>
                  <a:gd name="T57" fmla="*/ 1757 h 261"/>
                  <a:gd name="T58" fmla="*/ 1085 w 236"/>
                  <a:gd name="T59" fmla="*/ 2138 h 261"/>
                  <a:gd name="T60" fmla="*/ 897 w 236"/>
                  <a:gd name="T61" fmla="*/ 2272 h 261"/>
                  <a:gd name="T62" fmla="*/ 957 w 236"/>
                  <a:gd name="T63" fmla="*/ 2530 h 261"/>
                  <a:gd name="T64" fmla="*/ 1048 w 236"/>
                  <a:gd name="T65" fmla="*/ 2911 h 261"/>
                  <a:gd name="T66" fmla="*/ 1161 w 236"/>
                  <a:gd name="T67" fmla="*/ 2334 h 261"/>
                  <a:gd name="T68" fmla="*/ 1472 w 236"/>
                  <a:gd name="T69" fmla="*/ 2047 h 261"/>
                  <a:gd name="T70" fmla="*/ 1965 w 236"/>
                  <a:gd name="T71" fmla="*/ 2138 h 261"/>
                  <a:gd name="T72" fmla="*/ 1680 w 236"/>
                  <a:gd name="T73" fmla="*/ 2621 h 261"/>
                  <a:gd name="T74" fmla="*/ 1578 w 236"/>
                  <a:gd name="T75" fmla="*/ 2898 h 261"/>
                  <a:gd name="T76" fmla="*/ 1595 w 236"/>
                  <a:gd name="T77" fmla="*/ 3020 h 261"/>
                  <a:gd name="T78" fmla="*/ 1757 w 236"/>
                  <a:gd name="T79" fmla="*/ 3260 h 261"/>
                  <a:gd name="T80" fmla="*/ 1729 w 236"/>
                  <a:gd name="T81" fmla="*/ 2733 h 261"/>
                  <a:gd name="T82" fmla="*/ 2116 w 236"/>
                  <a:gd name="T83" fmla="*/ 2458 h 261"/>
                  <a:gd name="T84" fmla="*/ 2364 w 236"/>
                  <a:gd name="T85" fmla="*/ 3289 h 261"/>
                  <a:gd name="T86" fmla="*/ 2478 w 236"/>
                  <a:gd name="T87" fmla="*/ 3124 h 261"/>
                  <a:gd name="T88" fmla="*/ 2401 w 236"/>
                  <a:gd name="T89" fmla="*/ 2807 h 261"/>
                  <a:gd name="T90" fmla="*/ 2503 w 236"/>
                  <a:gd name="T91" fmla="*/ 1985 h 261"/>
                  <a:gd name="T92" fmla="*/ 2862 w 236"/>
                  <a:gd name="T93" fmla="*/ 2911 h 261"/>
                  <a:gd name="T94" fmla="*/ 2837 w 236"/>
                  <a:gd name="T95" fmla="*/ 3671 h 261"/>
                  <a:gd name="T96" fmla="*/ 2626 w 236"/>
                  <a:gd name="T97" fmla="*/ 3834 h 261"/>
                  <a:gd name="T98" fmla="*/ 2218 w 236"/>
                  <a:gd name="T99" fmla="*/ 3916 h 261"/>
                  <a:gd name="T100" fmla="*/ 1993 w 236"/>
                  <a:gd name="T101" fmla="*/ 3896 h 261"/>
                  <a:gd name="T102" fmla="*/ 1342 w 236"/>
                  <a:gd name="T103" fmla="*/ 3742 h 261"/>
                  <a:gd name="T104" fmla="*/ 1145 w 236"/>
                  <a:gd name="T105" fmla="*/ 3168 h 261"/>
                  <a:gd name="T106" fmla="*/ 623 w 236"/>
                  <a:gd name="T107" fmla="*/ 3505 h 261"/>
                  <a:gd name="T108" fmla="*/ 236 w 236"/>
                  <a:gd name="T109" fmla="*/ 2683 h 26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36" h="261">
                    <a:moveTo>
                      <a:pt x="2" y="149"/>
                    </a:moveTo>
                    <a:cubicBezTo>
                      <a:pt x="4" y="144"/>
                      <a:pt x="9" y="144"/>
                      <a:pt x="15" y="143"/>
                    </a:cubicBezTo>
                    <a:cubicBezTo>
                      <a:pt x="12" y="143"/>
                      <a:pt x="8" y="143"/>
                      <a:pt x="5" y="142"/>
                    </a:cubicBezTo>
                    <a:cubicBezTo>
                      <a:pt x="6" y="136"/>
                      <a:pt x="3" y="131"/>
                      <a:pt x="5" y="125"/>
                    </a:cubicBezTo>
                    <a:cubicBezTo>
                      <a:pt x="6" y="123"/>
                      <a:pt x="9" y="123"/>
                      <a:pt x="10" y="121"/>
                    </a:cubicBezTo>
                    <a:cubicBezTo>
                      <a:pt x="11" y="119"/>
                      <a:pt x="10" y="117"/>
                      <a:pt x="11" y="114"/>
                    </a:cubicBezTo>
                    <a:cubicBezTo>
                      <a:pt x="12" y="110"/>
                      <a:pt x="14" y="109"/>
                      <a:pt x="16" y="105"/>
                    </a:cubicBezTo>
                    <a:cubicBezTo>
                      <a:pt x="20" y="100"/>
                      <a:pt x="21" y="93"/>
                      <a:pt x="27" y="89"/>
                    </a:cubicBezTo>
                    <a:cubicBezTo>
                      <a:pt x="37" y="83"/>
                      <a:pt x="52" y="90"/>
                      <a:pt x="62" y="91"/>
                    </a:cubicBezTo>
                    <a:cubicBezTo>
                      <a:pt x="57" y="89"/>
                      <a:pt x="53" y="86"/>
                      <a:pt x="47" y="86"/>
                    </a:cubicBezTo>
                    <a:cubicBezTo>
                      <a:pt x="44" y="85"/>
                      <a:pt x="42" y="87"/>
                      <a:pt x="39" y="85"/>
                    </a:cubicBezTo>
                    <a:cubicBezTo>
                      <a:pt x="35" y="82"/>
                      <a:pt x="37" y="78"/>
                      <a:pt x="38" y="74"/>
                    </a:cubicBezTo>
                    <a:cubicBezTo>
                      <a:pt x="40" y="68"/>
                      <a:pt x="43" y="70"/>
                      <a:pt x="47" y="64"/>
                    </a:cubicBezTo>
                    <a:cubicBezTo>
                      <a:pt x="52" y="58"/>
                      <a:pt x="50" y="52"/>
                      <a:pt x="60" y="53"/>
                    </a:cubicBezTo>
                    <a:cubicBezTo>
                      <a:pt x="60" y="51"/>
                      <a:pt x="60" y="49"/>
                      <a:pt x="58" y="47"/>
                    </a:cubicBezTo>
                    <a:cubicBezTo>
                      <a:pt x="68" y="41"/>
                      <a:pt x="71" y="31"/>
                      <a:pt x="84" y="34"/>
                    </a:cubicBezTo>
                    <a:cubicBezTo>
                      <a:pt x="91" y="36"/>
                      <a:pt x="97" y="45"/>
                      <a:pt x="102" y="51"/>
                    </a:cubicBezTo>
                    <a:cubicBezTo>
                      <a:pt x="99" y="46"/>
                      <a:pt x="97" y="40"/>
                      <a:pt x="93" y="36"/>
                    </a:cubicBezTo>
                    <a:cubicBezTo>
                      <a:pt x="87" y="31"/>
                      <a:pt x="85" y="32"/>
                      <a:pt x="90" y="25"/>
                    </a:cubicBezTo>
                    <a:cubicBezTo>
                      <a:pt x="91" y="23"/>
                      <a:pt x="94" y="19"/>
                      <a:pt x="96" y="18"/>
                    </a:cubicBezTo>
                    <a:cubicBezTo>
                      <a:pt x="98" y="17"/>
                      <a:pt x="100" y="20"/>
                      <a:pt x="102" y="19"/>
                    </a:cubicBezTo>
                    <a:cubicBezTo>
                      <a:pt x="105" y="18"/>
                      <a:pt x="106" y="13"/>
                      <a:pt x="109" y="12"/>
                    </a:cubicBezTo>
                    <a:cubicBezTo>
                      <a:pt x="112" y="11"/>
                      <a:pt x="116" y="13"/>
                      <a:pt x="118" y="14"/>
                    </a:cubicBezTo>
                    <a:cubicBezTo>
                      <a:pt x="120" y="7"/>
                      <a:pt x="127" y="10"/>
                      <a:pt x="130" y="14"/>
                    </a:cubicBezTo>
                    <a:cubicBezTo>
                      <a:pt x="132" y="16"/>
                      <a:pt x="134" y="20"/>
                      <a:pt x="135" y="23"/>
                    </a:cubicBezTo>
                    <a:cubicBezTo>
                      <a:pt x="135" y="22"/>
                      <a:pt x="135" y="22"/>
                      <a:pt x="136" y="21"/>
                    </a:cubicBezTo>
                    <a:cubicBezTo>
                      <a:pt x="137" y="17"/>
                      <a:pt x="138" y="16"/>
                      <a:pt x="138" y="13"/>
                    </a:cubicBezTo>
                    <a:cubicBezTo>
                      <a:pt x="138" y="13"/>
                      <a:pt x="136" y="11"/>
                      <a:pt x="137" y="10"/>
                    </a:cubicBezTo>
                    <a:cubicBezTo>
                      <a:pt x="139" y="0"/>
                      <a:pt x="150" y="7"/>
                      <a:pt x="155" y="11"/>
                    </a:cubicBezTo>
                    <a:cubicBezTo>
                      <a:pt x="157" y="6"/>
                      <a:pt x="161" y="8"/>
                      <a:pt x="164" y="10"/>
                    </a:cubicBezTo>
                    <a:cubicBezTo>
                      <a:pt x="165" y="8"/>
                      <a:pt x="167" y="7"/>
                      <a:pt x="167" y="5"/>
                    </a:cubicBezTo>
                    <a:cubicBezTo>
                      <a:pt x="176" y="3"/>
                      <a:pt x="171" y="19"/>
                      <a:pt x="181" y="10"/>
                    </a:cubicBezTo>
                    <a:cubicBezTo>
                      <a:pt x="184" y="16"/>
                      <a:pt x="182" y="22"/>
                      <a:pt x="184" y="28"/>
                    </a:cubicBezTo>
                    <a:cubicBezTo>
                      <a:pt x="185" y="33"/>
                      <a:pt x="188" y="35"/>
                      <a:pt x="187" y="41"/>
                    </a:cubicBezTo>
                    <a:cubicBezTo>
                      <a:pt x="186" y="47"/>
                      <a:pt x="182" y="52"/>
                      <a:pt x="182" y="59"/>
                    </a:cubicBezTo>
                    <a:cubicBezTo>
                      <a:pt x="182" y="62"/>
                      <a:pt x="183" y="66"/>
                      <a:pt x="183" y="70"/>
                    </a:cubicBezTo>
                    <a:cubicBezTo>
                      <a:pt x="184" y="58"/>
                      <a:pt x="187" y="47"/>
                      <a:pt x="192" y="37"/>
                    </a:cubicBezTo>
                    <a:cubicBezTo>
                      <a:pt x="193" y="35"/>
                      <a:pt x="195" y="34"/>
                      <a:pt x="195" y="32"/>
                    </a:cubicBezTo>
                    <a:cubicBezTo>
                      <a:pt x="195" y="31"/>
                      <a:pt x="194" y="29"/>
                      <a:pt x="194" y="28"/>
                    </a:cubicBezTo>
                    <a:cubicBezTo>
                      <a:pt x="195" y="24"/>
                      <a:pt x="195" y="23"/>
                      <a:pt x="200" y="22"/>
                    </a:cubicBezTo>
                    <a:cubicBezTo>
                      <a:pt x="216" y="20"/>
                      <a:pt x="211" y="39"/>
                      <a:pt x="222" y="44"/>
                    </a:cubicBezTo>
                    <a:cubicBezTo>
                      <a:pt x="224" y="45"/>
                      <a:pt x="224" y="45"/>
                      <a:pt x="224" y="45"/>
                    </a:cubicBezTo>
                    <a:cubicBezTo>
                      <a:pt x="225" y="46"/>
                      <a:pt x="227" y="47"/>
                      <a:pt x="228" y="48"/>
                    </a:cubicBezTo>
                    <a:cubicBezTo>
                      <a:pt x="229" y="50"/>
                      <a:pt x="228" y="52"/>
                      <a:pt x="229" y="54"/>
                    </a:cubicBezTo>
                    <a:cubicBezTo>
                      <a:pt x="230" y="57"/>
                      <a:pt x="230" y="56"/>
                      <a:pt x="232" y="58"/>
                    </a:cubicBezTo>
                    <a:cubicBezTo>
                      <a:pt x="233" y="60"/>
                      <a:pt x="236" y="61"/>
                      <a:pt x="236" y="65"/>
                    </a:cubicBezTo>
                    <a:cubicBezTo>
                      <a:pt x="236" y="69"/>
                      <a:pt x="233" y="70"/>
                      <a:pt x="232" y="73"/>
                    </a:cubicBezTo>
                    <a:cubicBezTo>
                      <a:pt x="231" y="74"/>
                      <a:pt x="233" y="76"/>
                      <a:pt x="232" y="78"/>
                    </a:cubicBezTo>
                    <a:cubicBezTo>
                      <a:pt x="231" y="83"/>
                      <a:pt x="228" y="100"/>
                      <a:pt x="223" y="108"/>
                    </a:cubicBezTo>
                    <a:cubicBezTo>
                      <a:pt x="220" y="110"/>
                      <a:pt x="215" y="112"/>
                      <a:pt x="208" y="113"/>
                    </a:cubicBezTo>
                    <a:cubicBezTo>
                      <a:pt x="198" y="116"/>
                      <a:pt x="190" y="112"/>
                      <a:pt x="180" y="109"/>
                    </a:cubicBezTo>
                    <a:cubicBezTo>
                      <a:pt x="172" y="107"/>
                      <a:pt x="165" y="106"/>
                      <a:pt x="168" y="97"/>
                    </a:cubicBezTo>
                    <a:cubicBezTo>
                      <a:pt x="169" y="92"/>
                      <a:pt x="170" y="91"/>
                      <a:pt x="175" y="92"/>
                    </a:cubicBezTo>
                    <a:cubicBezTo>
                      <a:pt x="177" y="92"/>
                      <a:pt x="178" y="92"/>
                      <a:pt x="179" y="92"/>
                    </a:cubicBezTo>
                    <a:cubicBezTo>
                      <a:pt x="181" y="91"/>
                      <a:pt x="184" y="91"/>
                      <a:pt x="186" y="90"/>
                    </a:cubicBezTo>
                    <a:cubicBezTo>
                      <a:pt x="190" y="87"/>
                      <a:pt x="190" y="87"/>
                      <a:pt x="193" y="90"/>
                    </a:cubicBezTo>
                    <a:cubicBezTo>
                      <a:pt x="195" y="91"/>
                      <a:pt x="205" y="100"/>
                      <a:pt x="206" y="95"/>
                    </a:cubicBezTo>
                    <a:cubicBezTo>
                      <a:pt x="207" y="91"/>
                      <a:pt x="194" y="87"/>
                      <a:pt x="195" y="83"/>
                    </a:cubicBezTo>
                    <a:cubicBezTo>
                      <a:pt x="197" y="75"/>
                      <a:pt x="212" y="82"/>
                      <a:pt x="215" y="83"/>
                    </a:cubicBezTo>
                    <a:cubicBezTo>
                      <a:pt x="212" y="79"/>
                      <a:pt x="207" y="80"/>
                      <a:pt x="205" y="76"/>
                    </a:cubicBezTo>
                    <a:cubicBezTo>
                      <a:pt x="201" y="71"/>
                      <a:pt x="208" y="70"/>
                      <a:pt x="211" y="69"/>
                    </a:cubicBezTo>
                    <a:cubicBezTo>
                      <a:pt x="215" y="69"/>
                      <a:pt x="228" y="66"/>
                      <a:pt x="219" y="64"/>
                    </a:cubicBezTo>
                    <a:cubicBezTo>
                      <a:pt x="217" y="63"/>
                      <a:pt x="213" y="65"/>
                      <a:pt x="211" y="65"/>
                    </a:cubicBezTo>
                    <a:cubicBezTo>
                      <a:pt x="208" y="65"/>
                      <a:pt x="207" y="65"/>
                      <a:pt x="204" y="64"/>
                    </a:cubicBezTo>
                    <a:cubicBezTo>
                      <a:pt x="205" y="61"/>
                      <a:pt x="202" y="55"/>
                      <a:pt x="203" y="52"/>
                    </a:cubicBezTo>
                    <a:cubicBezTo>
                      <a:pt x="204" y="48"/>
                      <a:pt x="205" y="49"/>
                      <a:pt x="203" y="45"/>
                    </a:cubicBezTo>
                    <a:cubicBezTo>
                      <a:pt x="202" y="47"/>
                      <a:pt x="200" y="49"/>
                      <a:pt x="200" y="51"/>
                    </a:cubicBezTo>
                    <a:cubicBezTo>
                      <a:pt x="199" y="53"/>
                      <a:pt x="199" y="56"/>
                      <a:pt x="199" y="58"/>
                    </a:cubicBezTo>
                    <a:cubicBezTo>
                      <a:pt x="198" y="65"/>
                      <a:pt x="198" y="74"/>
                      <a:pt x="191" y="78"/>
                    </a:cubicBezTo>
                    <a:cubicBezTo>
                      <a:pt x="189" y="80"/>
                      <a:pt x="187" y="81"/>
                      <a:pt x="185" y="83"/>
                    </a:cubicBezTo>
                    <a:cubicBezTo>
                      <a:pt x="183" y="86"/>
                      <a:pt x="185" y="86"/>
                      <a:pt x="180" y="86"/>
                    </a:cubicBezTo>
                    <a:cubicBezTo>
                      <a:pt x="175" y="86"/>
                      <a:pt x="163" y="86"/>
                      <a:pt x="160" y="83"/>
                    </a:cubicBezTo>
                    <a:cubicBezTo>
                      <a:pt x="154" y="77"/>
                      <a:pt x="155" y="75"/>
                      <a:pt x="154" y="69"/>
                    </a:cubicBezTo>
                    <a:cubicBezTo>
                      <a:pt x="154" y="65"/>
                      <a:pt x="160" y="55"/>
                      <a:pt x="163" y="54"/>
                    </a:cubicBezTo>
                    <a:cubicBezTo>
                      <a:pt x="165" y="53"/>
                      <a:pt x="171" y="47"/>
                      <a:pt x="169" y="44"/>
                    </a:cubicBezTo>
                    <a:cubicBezTo>
                      <a:pt x="167" y="42"/>
                      <a:pt x="159" y="53"/>
                      <a:pt x="157" y="53"/>
                    </a:cubicBezTo>
                    <a:cubicBezTo>
                      <a:pt x="154" y="54"/>
                      <a:pt x="154" y="56"/>
                      <a:pt x="152" y="52"/>
                    </a:cubicBezTo>
                    <a:cubicBezTo>
                      <a:pt x="151" y="49"/>
                      <a:pt x="153" y="46"/>
                      <a:pt x="154" y="43"/>
                    </a:cubicBezTo>
                    <a:cubicBezTo>
                      <a:pt x="155" y="38"/>
                      <a:pt x="156" y="21"/>
                      <a:pt x="147" y="21"/>
                    </a:cubicBezTo>
                    <a:cubicBezTo>
                      <a:pt x="147" y="24"/>
                      <a:pt x="151" y="28"/>
                      <a:pt x="150" y="32"/>
                    </a:cubicBezTo>
                    <a:cubicBezTo>
                      <a:pt x="149" y="38"/>
                      <a:pt x="150" y="39"/>
                      <a:pt x="147" y="44"/>
                    </a:cubicBezTo>
                    <a:cubicBezTo>
                      <a:pt x="141" y="56"/>
                      <a:pt x="147" y="65"/>
                      <a:pt x="146" y="77"/>
                    </a:cubicBezTo>
                    <a:cubicBezTo>
                      <a:pt x="144" y="75"/>
                      <a:pt x="141" y="70"/>
                      <a:pt x="140" y="69"/>
                    </a:cubicBezTo>
                    <a:cubicBezTo>
                      <a:pt x="138" y="66"/>
                      <a:pt x="135" y="65"/>
                      <a:pt x="132" y="65"/>
                    </a:cubicBezTo>
                    <a:cubicBezTo>
                      <a:pt x="132" y="67"/>
                      <a:pt x="136" y="70"/>
                      <a:pt x="137" y="71"/>
                    </a:cubicBezTo>
                    <a:cubicBezTo>
                      <a:pt x="141" y="76"/>
                      <a:pt x="144" y="80"/>
                      <a:pt x="146" y="85"/>
                    </a:cubicBezTo>
                    <a:cubicBezTo>
                      <a:pt x="149" y="91"/>
                      <a:pt x="146" y="98"/>
                      <a:pt x="148" y="104"/>
                    </a:cubicBezTo>
                    <a:cubicBezTo>
                      <a:pt x="150" y="108"/>
                      <a:pt x="159" y="113"/>
                      <a:pt x="152" y="116"/>
                    </a:cubicBezTo>
                    <a:cubicBezTo>
                      <a:pt x="147" y="118"/>
                      <a:pt x="146" y="114"/>
                      <a:pt x="143" y="112"/>
                    </a:cubicBezTo>
                    <a:cubicBezTo>
                      <a:pt x="138" y="107"/>
                      <a:pt x="131" y="107"/>
                      <a:pt x="126" y="102"/>
                    </a:cubicBezTo>
                    <a:cubicBezTo>
                      <a:pt x="122" y="99"/>
                      <a:pt x="118" y="95"/>
                      <a:pt x="119" y="90"/>
                    </a:cubicBezTo>
                    <a:cubicBezTo>
                      <a:pt x="120" y="86"/>
                      <a:pt x="122" y="85"/>
                      <a:pt x="117" y="86"/>
                    </a:cubicBezTo>
                    <a:cubicBezTo>
                      <a:pt x="115" y="86"/>
                      <a:pt x="111" y="89"/>
                      <a:pt x="110" y="88"/>
                    </a:cubicBezTo>
                    <a:cubicBezTo>
                      <a:pt x="108" y="88"/>
                      <a:pt x="108" y="86"/>
                      <a:pt x="107" y="86"/>
                    </a:cubicBezTo>
                    <a:cubicBezTo>
                      <a:pt x="105" y="84"/>
                      <a:pt x="103" y="83"/>
                      <a:pt x="102" y="80"/>
                    </a:cubicBezTo>
                    <a:cubicBezTo>
                      <a:pt x="101" y="75"/>
                      <a:pt x="102" y="76"/>
                      <a:pt x="105" y="73"/>
                    </a:cubicBezTo>
                    <a:cubicBezTo>
                      <a:pt x="107" y="71"/>
                      <a:pt x="108" y="66"/>
                      <a:pt x="104" y="65"/>
                    </a:cubicBezTo>
                    <a:cubicBezTo>
                      <a:pt x="101" y="65"/>
                      <a:pt x="102" y="68"/>
                      <a:pt x="101" y="69"/>
                    </a:cubicBezTo>
                    <a:cubicBezTo>
                      <a:pt x="99" y="72"/>
                      <a:pt x="96" y="76"/>
                      <a:pt x="94" y="78"/>
                    </a:cubicBezTo>
                    <a:cubicBezTo>
                      <a:pt x="92" y="79"/>
                      <a:pt x="91" y="80"/>
                      <a:pt x="89" y="79"/>
                    </a:cubicBezTo>
                    <a:cubicBezTo>
                      <a:pt x="85" y="78"/>
                      <a:pt x="84" y="77"/>
                      <a:pt x="83" y="73"/>
                    </a:cubicBezTo>
                    <a:cubicBezTo>
                      <a:pt x="77" y="72"/>
                      <a:pt x="79" y="79"/>
                      <a:pt x="82" y="81"/>
                    </a:cubicBezTo>
                    <a:cubicBezTo>
                      <a:pt x="88" y="85"/>
                      <a:pt x="97" y="82"/>
                      <a:pt x="103" y="88"/>
                    </a:cubicBezTo>
                    <a:cubicBezTo>
                      <a:pt x="106" y="92"/>
                      <a:pt x="107" y="97"/>
                      <a:pt x="111" y="100"/>
                    </a:cubicBezTo>
                    <a:cubicBezTo>
                      <a:pt x="117" y="104"/>
                      <a:pt x="126" y="109"/>
                      <a:pt x="120" y="111"/>
                    </a:cubicBezTo>
                    <a:cubicBezTo>
                      <a:pt x="113" y="111"/>
                      <a:pt x="110" y="111"/>
                      <a:pt x="103" y="112"/>
                    </a:cubicBezTo>
                    <a:cubicBezTo>
                      <a:pt x="98" y="113"/>
                      <a:pt x="96" y="114"/>
                      <a:pt x="91" y="111"/>
                    </a:cubicBezTo>
                    <a:cubicBezTo>
                      <a:pt x="87" y="108"/>
                      <a:pt x="81" y="104"/>
                      <a:pt x="83" y="99"/>
                    </a:cubicBezTo>
                    <a:cubicBezTo>
                      <a:pt x="79" y="100"/>
                      <a:pt x="81" y="106"/>
                      <a:pt x="81" y="107"/>
                    </a:cubicBezTo>
                    <a:cubicBezTo>
                      <a:pt x="81" y="114"/>
                      <a:pt x="75" y="112"/>
                      <a:pt x="70" y="112"/>
                    </a:cubicBezTo>
                    <a:cubicBezTo>
                      <a:pt x="65" y="112"/>
                      <a:pt x="55" y="115"/>
                      <a:pt x="53" y="109"/>
                    </a:cubicBezTo>
                    <a:cubicBezTo>
                      <a:pt x="54" y="115"/>
                      <a:pt x="54" y="116"/>
                      <a:pt x="61" y="116"/>
                    </a:cubicBezTo>
                    <a:cubicBezTo>
                      <a:pt x="65" y="116"/>
                      <a:pt x="70" y="118"/>
                      <a:pt x="75" y="117"/>
                    </a:cubicBezTo>
                    <a:cubicBezTo>
                      <a:pt x="80" y="117"/>
                      <a:pt x="81" y="117"/>
                      <a:pt x="86" y="117"/>
                    </a:cubicBezTo>
                    <a:cubicBezTo>
                      <a:pt x="92" y="117"/>
                      <a:pt x="98" y="117"/>
                      <a:pt x="104" y="118"/>
                    </a:cubicBezTo>
                    <a:cubicBezTo>
                      <a:pt x="107" y="118"/>
                      <a:pt x="109" y="117"/>
                      <a:pt x="112" y="116"/>
                    </a:cubicBezTo>
                    <a:cubicBezTo>
                      <a:pt x="117" y="116"/>
                      <a:pt x="131" y="112"/>
                      <a:pt x="130" y="121"/>
                    </a:cubicBezTo>
                    <a:cubicBezTo>
                      <a:pt x="121" y="121"/>
                      <a:pt x="109" y="125"/>
                      <a:pt x="101" y="129"/>
                    </a:cubicBezTo>
                    <a:cubicBezTo>
                      <a:pt x="97" y="131"/>
                      <a:pt x="94" y="133"/>
                      <a:pt x="91" y="136"/>
                    </a:cubicBezTo>
                    <a:cubicBezTo>
                      <a:pt x="89" y="138"/>
                      <a:pt x="89" y="139"/>
                      <a:pt x="87" y="141"/>
                    </a:cubicBezTo>
                    <a:cubicBezTo>
                      <a:pt x="84" y="143"/>
                      <a:pt x="76" y="146"/>
                      <a:pt x="71" y="145"/>
                    </a:cubicBezTo>
                    <a:cubicBezTo>
                      <a:pt x="67" y="145"/>
                      <a:pt x="60" y="145"/>
                      <a:pt x="56" y="146"/>
                    </a:cubicBezTo>
                    <a:cubicBezTo>
                      <a:pt x="55" y="146"/>
                      <a:pt x="55" y="147"/>
                      <a:pt x="56" y="147"/>
                    </a:cubicBezTo>
                    <a:cubicBezTo>
                      <a:pt x="58" y="150"/>
                      <a:pt x="70" y="149"/>
                      <a:pt x="72" y="150"/>
                    </a:cubicBezTo>
                    <a:cubicBezTo>
                      <a:pt x="81" y="155"/>
                      <a:pt x="72" y="160"/>
                      <a:pt x="70" y="166"/>
                    </a:cubicBezTo>
                    <a:cubicBezTo>
                      <a:pt x="68" y="171"/>
                      <a:pt x="68" y="174"/>
                      <a:pt x="60" y="174"/>
                    </a:cubicBezTo>
                    <a:cubicBezTo>
                      <a:pt x="61" y="177"/>
                      <a:pt x="64" y="180"/>
                      <a:pt x="68" y="180"/>
                    </a:cubicBezTo>
                    <a:cubicBezTo>
                      <a:pt x="69" y="173"/>
                      <a:pt x="72" y="171"/>
                      <a:pt x="77" y="167"/>
                    </a:cubicBezTo>
                    <a:cubicBezTo>
                      <a:pt x="81" y="164"/>
                      <a:pt x="79" y="155"/>
                      <a:pt x="87" y="157"/>
                    </a:cubicBezTo>
                    <a:cubicBezTo>
                      <a:pt x="83" y="163"/>
                      <a:pt x="87" y="168"/>
                      <a:pt x="85" y="174"/>
                    </a:cubicBezTo>
                    <a:cubicBezTo>
                      <a:pt x="84" y="178"/>
                      <a:pt x="81" y="180"/>
                      <a:pt x="81" y="185"/>
                    </a:cubicBezTo>
                    <a:cubicBezTo>
                      <a:pt x="82" y="189"/>
                      <a:pt x="81" y="190"/>
                      <a:pt x="84" y="192"/>
                    </a:cubicBezTo>
                    <a:cubicBezTo>
                      <a:pt x="82" y="188"/>
                      <a:pt x="84" y="185"/>
                      <a:pt x="86" y="180"/>
                    </a:cubicBezTo>
                    <a:cubicBezTo>
                      <a:pt x="87" y="175"/>
                      <a:pt x="89" y="174"/>
                      <a:pt x="91" y="170"/>
                    </a:cubicBezTo>
                    <a:cubicBezTo>
                      <a:pt x="92" y="166"/>
                      <a:pt x="87" y="163"/>
                      <a:pt x="89" y="158"/>
                    </a:cubicBezTo>
                    <a:cubicBezTo>
                      <a:pt x="90" y="157"/>
                      <a:pt x="92" y="155"/>
                      <a:pt x="93" y="154"/>
                    </a:cubicBezTo>
                    <a:cubicBezTo>
                      <a:pt x="94" y="152"/>
                      <a:pt x="95" y="151"/>
                      <a:pt x="95" y="149"/>
                    </a:cubicBezTo>
                    <a:cubicBezTo>
                      <a:pt x="96" y="147"/>
                      <a:pt x="96" y="143"/>
                      <a:pt x="96" y="142"/>
                    </a:cubicBezTo>
                    <a:cubicBezTo>
                      <a:pt x="98" y="140"/>
                      <a:pt x="105" y="141"/>
                      <a:pt x="108" y="140"/>
                    </a:cubicBezTo>
                    <a:cubicBezTo>
                      <a:pt x="112" y="138"/>
                      <a:pt x="114" y="136"/>
                      <a:pt x="118" y="135"/>
                    </a:cubicBezTo>
                    <a:cubicBezTo>
                      <a:pt x="121" y="134"/>
                      <a:pt x="123" y="135"/>
                      <a:pt x="126" y="134"/>
                    </a:cubicBezTo>
                    <a:cubicBezTo>
                      <a:pt x="128" y="134"/>
                      <a:pt x="130" y="132"/>
                      <a:pt x="133" y="132"/>
                    </a:cubicBezTo>
                    <a:cubicBezTo>
                      <a:pt x="141" y="130"/>
                      <a:pt x="153" y="127"/>
                      <a:pt x="160" y="131"/>
                    </a:cubicBezTo>
                    <a:cubicBezTo>
                      <a:pt x="165" y="134"/>
                      <a:pt x="161" y="137"/>
                      <a:pt x="158" y="141"/>
                    </a:cubicBezTo>
                    <a:cubicBezTo>
                      <a:pt x="155" y="146"/>
                      <a:pt x="154" y="153"/>
                      <a:pt x="150" y="157"/>
                    </a:cubicBezTo>
                    <a:cubicBezTo>
                      <a:pt x="147" y="159"/>
                      <a:pt x="145" y="161"/>
                      <a:pt x="142" y="163"/>
                    </a:cubicBezTo>
                    <a:cubicBezTo>
                      <a:pt x="141" y="165"/>
                      <a:pt x="137" y="167"/>
                      <a:pt x="136" y="168"/>
                    </a:cubicBezTo>
                    <a:cubicBezTo>
                      <a:pt x="135" y="170"/>
                      <a:pt x="136" y="172"/>
                      <a:pt x="135" y="173"/>
                    </a:cubicBezTo>
                    <a:cubicBezTo>
                      <a:pt x="133" y="176"/>
                      <a:pt x="130" y="177"/>
                      <a:pt x="126" y="177"/>
                    </a:cubicBezTo>
                    <a:cubicBezTo>
                      <a:pt x="122" y="177"/>
                      <a:pt x="118" y="179"/>
                      <a:pt x="115" y="177"/>
                    </a:cubicBezTo>
                    <a:cubicBezTo>
                      <a:pt x="118" y="179"/>
                      <a:pt x="122" y="179"/>
                      <a:pt x="124" y="181"/>
                    </a:cubicBezTo>
                    <a:cubicBezTo>
                      <a:pt x="127" y="183"/>
                      <a:pt x="127" y="187"/>
                      <a:pt x="127" y="191"/>
                    </a:cubicBezTo>
                    <a:cubicBezTo>
                      <a:pt x="127" y="192"/>
                      <a:pt x="127" y="193"/>
                      <a:pt x="127" y="194"/>
                    </a:cubicBezTo>
                    <a:cubicBezTo>
                      <a:pt x="126" y="195"/>
                      <a:pt x="125" y="195"/>
                      <a:pt x="124" y="196"/>
                    </a:cubicBezTo>
                    <a:cubicBezTo>
                      <a:pt x="122" y="199"/>
                      <a:pt x="124" y="203"/>
                      <a:pt x="123" y="206"/>
                    </a:cubicBezTo>
                    <a:cubicBezTo>
                      <a:pt x="124" y="202"/>
                      <a:pt x="125" y="199"/>
                      <a:pt x="128" y="199"/>
                    </a:cubicBezTo>
                    <a:cubicBezTo>
                      <a:pt x="133" y="200"/>
                      <a:pt x="133" y="206"/>
                      <a:pt x="134" y="209"/>
                    </a:cubicBezTo>
                    <a:cubicBezTo>
                      <a:pt x="136" y="214"/>
                      <a:pt x="138" y="219"/>
                      <a:pt x="143" y="220"/>
                    </a:cubicBezTo>
                    <a:cubicBezTo>
                      <a:pt x="147" y="221"/>
                      <a:pt x="147" y="218"/>
                      <a:pt x="147" y="218"/>
                    </a:cubicBezTo>
                    <a:cubicBezTo>
                      <a:pt x="147" y="218"/>
                      <a:pt x="143" y="217"/>
                      <a:pt x="141" y="215"/>
                    </a:cubicBezTo>
                    <a:cubicBezTo>
                      <a:pt x="141" y="214"/>
                      <a:pt x="141" y="213"/>
                      <a:pt x="141" y="212"/>
                    </a:cubicBezTo>
                    <a:cubicBezTo>
                      <a:pt x="140" y="208"/>
                      <a:pt x="140" y="207"/>
                      <a:pt x="139" y="204"/>
                    </a:cubicBezTo>
                    <a:cubicBezTo>
                      <a:pt x="138" y="201"/>
                      <a:pt x="135" y="194"/>
                      <a:pt x="136" y="191"/>
                    </a:cubicBezTo>
                    <a:cubicBezTo>
                      <a:pt x="138" y="186"/>
                      <a:pt x="139" y="185"/>
                      <a:pt x="139" y="180"/>
                    </a:cubicBezTo>
                    <a:cubicBezTo>
                      <a:pt x="139" y="177"/>
                      <a:pt x="138" y="174"/>
                      <a:pt x="140" y="171"/>
                    </a:cubicBezTo>
                    <a:cubicBezTo>
                      <a:pt x="142" y="169"/>
                      <a:pt x="146" y="167"/>
                      <a:pt x="148" y="166"/>
                    </a:cubicBezTo>
                    <a:cubicBezTo>
                      <a:pt x="152" y="163"/>
                      <a:pt x="156" y="160"/>
                      <a:pt x="160" y="158"/>
                    </a:cubicBezTo>
                    <a:cubicBezTo>
                      <a:pt x="167" y="154"/>
                      <a:pt x="169" y="154"/>
                      <a:pt x="170" y="162"/>
                    </a:cubicBezTo>
                    <a:cubicBezTo>
                      <a:pt x="171" y="169"/>
                      <a:pt x="171" y="171"/>
                      <a:pt x="177" y="174"/>
                    </a:cubicBezTo>
                    <a:cubicBezTo>
                      <a:pt x="183" y="177"/>
                      <a:pt x="185" y="188"/>
                      <a:pt x="186" y="195"/>
                    </a:cubicBezTo>
                    <a:cubicBezTo>
                      <a:pt x="187" y="204"/>
                      <a:pt x="191" y="212"/>
                      <a:pt x="187" y="220"/>
                    </a:cubicBezTo>
                    <a:cubicBezTo>
                      <a:pt x="191" y="223"/>
                      <a:pt x="189" y="218"/>
                      <a:pt x="190" y="217"/>
                    </a:cubicBezTo>
                    <a:cubicBezTo>
                      <a:pt x="190" y="214"/>
                      <a:pt x="192" y="212"/>
                      <a:pt x="192" y="209"/>
                    </a:cubicBezTo>
                    <a:cubicBezTo>
                      <a:pt x="191" y="204"/>
                      <a:pt x="188" y="196"/>
                      <a:pt x="191" y="191"/>
                    </a:cubicBezTo>
                    <a:cubicBezTo>
                      <a:pt x="194" y="193"/>
                      <a:pt x="197" y="199"/>
                      <a:pt x="198" y="202"/>
                    </a:cubicBezTo>
                    <a:cubicBezTo>
                      <a:pt x="199" y="203"/>
                      <a:pt x="198" y="205"/>
                      <a:pt x="199" y="206"/>
                    </a:cubicBezTo>
                    <a:cubicBezTo>
                      <a:pt x="199" y="207"/>
                      <a:pt x="201" y="207"/>
                      <a:pt x="202" y="208"/>
                    </a:cubicBezTo>
                    <a:cubicBezTo>
                      <a:pt x="205" y="212"/>
                      <a:pt x="210" y="218"/>
                      <a:pt x="215" y="219"/>
                    </a:cubicBezTo>
                    <a:cubicBezTo>
                      <a:pt x="210" y="218"/>
                      <a:pt x="202" y="203"/>
                      <a:pt x="202" y="199"/>
                    </a:cubicBezTo>
                    <a:cubicBezTo>
                      <a:pt x="199" y="194"/>
                      <a:pt x="196" y="190"/>
                      <a:pt x="193" y="185"/>
                    </a:cubicBezTo>
                    <a:cubicBezTo>
                      <a:pt x="190" y="178"/>
                      <a:pt x="188" y="174"/>
                      <a:pt x="183" y="168"/>
                    </a:cubicBezTo>
                    <a:cubicBezTo>
                      <a:pt x="177" y="162"/>
                      <a:pt x="173" y="143"/>
                      <a:pt x="179" y="136"/>
                    </a:cubicBezTo>
                    <a:cubicBezTo>
                      <a:pt x="183" y="132"/>
                      <a:pt x="188" y="129"/>
                      <a:pt x="193" y="129"/>
                    </a:cubicBezTo>
                    <a:cubicBezTo>
                      <a:pt x="196" y="129"/>
                      <a:pt x="199" y="129"/>
                      <a:pt x="201" y="131"/>
                    </a:cubicBezTo>
                    <a:cubicBezTo>
                      <a:pt x="206" y="134"/>
                      <a:pt x="212" y="134"/>
                      <a:pt x="218" y="145"/>
                    </a:cubicBezTo>
                    <a:cubicBezTo>
                      <a:pt x="222" y="154"/>
                      <a:pt x="227" y="169"/>
                      <a:pt x="228" y="173"/>
                    </a:cubicBezTo>
                    <a:cubicBezTo>
                      <a:pt x="229" y="175"/>
                      <a:pt x="231" y="181"/>
                      <a:pt x="231" y="184"/>
                    </a:cubicBezTo>
                    <a:cubicBezTo>
                      <a:pt x="232" y="187"/>
                      <a:pt x="230" y="189"/>
                      <a:pt x="230" y="192"/>
                    </a:cubicBezTo>
                    <a:cubicBezTo>
                      <a:pt x="230" y="194"/>
                      <a:pt x="232" y="197"/>
                      <a:pt x="233" y="200"/>
                    </a:cubicBezTo>
                    <a:cubicBezTo>
                      <a:pt x="235" y="207"/>
                      <a:pt x="235" y="216"/>
                      <a:pt x="236" y="224"/>
                    </a:cubicBezTo>
                    <a:cubicBezTo>
                      <a:pt x="236" y="228"/>
                      <a:pt x="235" y="228"/>
                      <a:pt x="233" y="232"/>
                    </a:cubicBezTo>
                    <a:cubicBezTo>
                      <a:pt x="231" y="235"/>
                      <a:pt x="230" y="240"/>
                      <a:pt x="228" y="242"/>
                    </a:cubicBezTo>
                    <a:cubicBezTo>
                      <a:pt x="225" y="245"/>
                      <a:pt x="223" y="244"/>
                      <a:pt x="220" y="245"/>
                    </a:cubicBezTo>
                    <a:cubicBezTo>
                      <a:pt x="219" y="246"/>
                      <a:pt x="218" y="245"/>
                      <a:pt x="217" y="246"/>
                    </a:cubicBezTo>
                    <a:cubicBezTo>
                      <a:pt x="216" y="246"/>
                      <a:pt x="217" y="249"/>
                      <a:pt x="216" y="250"/>
                    </a:cubicBezTo>
                    <a:cubicBezTo>
                      <a:pt x="213" y="251"/>
                      <a:pt x="214" y="253"/>
                      <a:pt x="211" y="253"/>
                    </a:cubicBezTo>
                    <a:cubicBezTo>
                      <a:pt x="209" y="253"/>
                      <a:pt x="206" y="249"/>
                      <a:pt x="204" y="250"/>
                    </a:cubicBezTo>
                    <a:cubicBezTo>
                      <a:pt x="201" y="250"/>
                      <a:pt x="199" y="253"/>
                      <a:pt x="197" y="253"/>
                    </a:cubicBezTo>
                    <a:cubicBezTo>
                      <a:pt x="195" y="254"/>
                      <a:pt x="192" y="254"/>
                      <a:pt x="191" y="254"/>
                    </a:cubicBezTo>
                    <a:cubicBezTo>
                      <a:pt x="187" y="255"/>
                      <a:pt x="182" y="258"/>
                      <a:pt x="178" y="258"/>
                    </a:cubicBezTo>
                    <a:cubicBezTo>
                      <a:pt x="171" y="258"/>
                      <a:pt x="168" y="253"/>
                      <a:pt x="170" y="246"/>
                    </a:cubicBezTo>
                    <a:cubicBezTo>
                      <a:pt x="169" y="248"/>
                      <a:pt x="167" y="251"/>
                      <a:pt x="165" y="253"/>
                    </a:cubicBezTo>
                    <a:cubicBezTo>
                      <a:pt x="163" y="251"/>
                      <a:pt x="162" y="250"/>
                      <a:pt x="160" y="248"/>
                    </a:cubicBezTo>
                    <a:cubicBezTo>
                      <a:pt x="161" y="251"/>
                      <a:pt x="161" y="254"/>
                      <a:pt x="160" y="257"/>
                    </a:cubicBezTo>
                    <a:cubicBezTo>
                      <a:pt x="153" y="257"/>
                      <a:pt x="150" y="261"/>
                      <a:pt x="143" y="258"/>
                    </a:cubicBezTo>
                    <a:cubicBezTo>
                      <a:pt x="138" y="255"/>
                      <a:pt x="134" y="253"/>
                      <a:pt x="128" y="253"/>
                    </a:cubicBezTo>
                    <a:cubicBezTo>
                      <a:pt x="119" y="254"/>
                      <a:pt x="120" y="251"/>
                      <a:pt x="114" y="247"/>
                    </a:cubicBezTo>
                    <a:cubicBezTo>
                      <a:pt x="113" y="247"/>
                      <a:pt x="110" y="248"/>
                      <a:pt x="108" y="247"/>
                    </a:cubicBezTo>
                    <a:cubicBezTo>
                      <a:pt x="106" y="246"/>
                      <a:pt x="105" y="242"/>
                      <a:pt x="104" y="240"/>
                    </a:cubicBezTo>
                    <a:cubicBezTo>
                      <a:pt x="100" y="246"/>
                      <a:pt x="93" y="247"/>
                      <a:pt x="87" y="243"/>
                    </a:cubicBezTo>
                    <a:cubicBezTo>
                      <a:pt x="80" y="239"/>
                      <a:pt x="86" y="230"/>
                      <a:pt x="87" y="224"/>
                    </a:cubicBezTo>
                    <a:cubicBezTo>
                      <a:pt x="89" y="219"/>
                      <a:pt x="91" y="214"/>
                      <a:pt x="92" y="209"/>
                    </a:cubicBezTo>
                    <a:cubicBezTo>
                      <a:pt x="93" y="203"/>
                      <a:pt x="90" y="204"/>
                      <a:pt x="87" y="209"/>
                    </a:cubicBezTo>
                    <a:cubicBezTo>
                      <a:pt x="82" y="218"/>
                      <a:pt x="84" y="245"/>
                      <a:pt x="68" y="237"/>
                    </a:cubicBezTo>
                    <a:cubicBezTo>
                      <a:pt x="65" y="236"/>
                      <a:pt x="64" y="234"/>
                      <a:pt x="60" y="233"/>
                    </a:cubicBezTo>
                    <a:cubicBezTo>
                      <a:pt x="57" y="233"/>
                      <a:pt x="53" y="233"/>
                      <a:pt x="50" y="231"/>
                    </a:cubicBezTo>
                    <a:cubicBezTo>
                      <a:pt x="43" y="226"/>
                      <a:pt x="47" y="220"/>
                      <a:pt x="49" y="213"/>
                    </a:cubicBezTo>
                    <a:cubicBezTo>
                      <a:pt x="40" y="221"/>
                      <a:pt x="39" y="216"/>
                      <a:pt x="33" y="209"/>
                    </a:cubicBezTo>
                    <a:cubicBezTo>
                      <a:pt x="29" y="204"/>
                      <a:pt x="24" y="204"/>
                      <a:pt x="24" y="195"/>
                    </a:cubicBezTo>
                    <a:cubicBezTo>
                      <a:pt x="17" y="200"/>
                      <a:pt x="14" y="184"/>
                      <a:pt x="19" y="177"/>
                    </a:cubicBezTo>
                    <a:cubicBezTo>
                      <a:pt x="17" y="179"/>
                      <a:pt x="15" y="183"/>
                      <a:pt x="10" y="181"/>
                    </a:cubicBezTo>
                    <a:cubicBezTo>
                      <a:pt x="5" y="180"/>
                      <a:pt x="4" y="175"/>
                      <a:pt x="4" y="171"/>
                    </a:cubicBezTo>
                    <a:cubicBezTo>
                      <a:pt x="3" y="166"/>
                      <a:pt x="0" y="154"/>
                      <a:pt x="2" y="149"/>
                    </a:cubicBezTo>
                    <a:close/>
                  </a:path>
                </a:pathLst>
              </a:custGeom>
              <a:solidFill>
                <a:srgbClr val="E2B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79" name="Freeform 704">
                <a:extLst>
                  <a:ext uri="{FF2B5EF4-FFF2-40B4-BE49-F238E27FC236}">
                    <a16:creationId xmlns:a16="http://schemas.microsoft.com/office/drawing/2014/main" id="{7066D94E-93E5-418D-BA88-7454CFA58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581"/>
                <a:ext cx="681" cy="782"/>
              </a:xfrm>
              <a:custGeom>
                <a:avLst/>
                <a:gdLst>
                  <a:gd name="T0" fmla="*/ 160 w 294"/>
                  <a:gd name="T1" fmla="*/ 2014 h 316"/>
                  <a:gd name="T2" fmla="*/ 718 w 294"/>
                  <a:gd name="T3" fmla="*/ 1171 h 316"/>
                  <a:gd name="T4" fmla="*/ 1753 w 294"/>
                  <a:gd name="T5" fmla="*/ 183 h 316"/>
                  <a:gd name="T6" fmla="*/ 2360 w 294"/>
                  <a:gd name="T7" fmla="*/ 0 h 316"/>
                  <a:gd name="T8" fmla="*/ 2882 w 294"/>
                  <a:gd name="T9" fmla="*/ 215 h 316"/>
                  <a:gd name="T10" fmla="*/ 3208 w 294"/>
                  <a:gd name="T11" fmla="*/ 636 h 316"/>
                  <a:gd name="T12" fmla="*/ 3009 w 294"/>
                  <a:gd name="T13" fmla="*/ 391 h 316"/>
                  <a:gd name="T14" fmla="*/ 2946 w 294"/>
                  <a:gd name="T15" fmla="*/ 544 h 316"/>
                  <a:gd name="T16" fmla="*/ 2796 w 294"/>
                  <a:gd name="T17" fmla="*/ 1121 h 316"/>
                  <a:gd name="T18" fmla="*/ 2844 w 294"/>
                  <a:gd name="T19" fmla="*/ 681 h 316"/>
                  <a:gd name="T20" fmla="*/ 2775 w 294"/>
                  <a:gd name="T21" fmla="*/ 215 h 316"/>
                  <a:gd name="T22" fmla="*/ 2560 w 294"/>
                  <a:gd name="T23" fmla="*/ 215 h 316"/>
                  <a:gd name="T24" fmla="*/ 2226 w 294"/>
                  <a:gd name="T25" fmla="*/ 215 h 316"/>
                  <a:gd name="T26" fmla="*/ 2210 w 294"/>
                  <a:gd name="T27" fmla="*/ 379 h 316"/>
                  <a:gd name="T28" fmla="*/ 2136 w 294"/>
                  <a:gd name="T29" fmla="*/ 275 h 316"/>
                  <a:gd name="T30" fmla="*/ 1879 w 294"/>
                  <a:gd name="T31" fmla="*/ 245 h 316"/>
                  <a:gd name="T32" fmla="*/ 1716 w 294"/>
                  <a:gd name="T33" fmla="*/ 332 h 316"/>
                  <a:gd name="T34" fmla="*/ 1679 w 294"/>
                  <a:gd name="T35" fmla="*/ 606 h 316"/>
                  <a:gd name="T36" fmla="*/ 1566 w 294"/>
                  <a:gd name="T37" fmla="*/ 577 h 316"/>
                  <a:gd name="T38" fmla="*/ 1267 w 294"/>
                  <a:gd name="T39" fmla="*/ 864 h 316"/>
                  <a:gd name="T40" fmla="*/ 994 w 294"/>
                  <a:gd name="T41" fmla="*/ 1183 h 316"/>
                  <a:gd name="T42" fmla="*/ 1105 w 294"/>
                  <a:gd name="T43" fmla="*/ 1366 h 316"/>
                  <a:gd name="T44" fmla="*/ 859 w 294"/>
                  <a:gd name="T45" fmla="*/ 1408 h 316"/>
                  <a:gd name="T46" fmla="*/ 660 w 294"/>
                  <a:gd name="T47" fmla="*/ 1789 h 316"/>
                  <a:gd name="T48" fmla="*/ 584 w 294"/>
                  <a:gd name="T49" fmla="*/ 1953 h 316"/>
                  <a:gd name="T50" fmla="*/ 709 w 294"/>
                  <a:gd name="T51" fmla="*/ 2230 h 316"/>
                  <a:gd name="T52" fmla="*/ 574 w 294"/>
                  <a:gd name="T53" fmla="*/ 2653 h 316"/>
                  <a:gd name="T54" fmla="*/ 757 w 294"/>
                  <a:gd name="T55" fmla="*/ 2744 h 316"/>
                  <a:gd name="T56" fmla="*/ 933 w 294"/>
                  <a:gd name="T57" fmla="*/ 3227 h 316"/>
                  <a:gd name="T58" fmla="*/ 1142 w 294"/>
                  <a:gd name="T59" fmla="*/ 3564 h 316"/>
                  <a:gd name="T60" fmla="*/ 1369 w 294"/>
                  <a:gd name="T61" fmla="*/ 3650 h 316"/>
                  <a:gd name="T62" fmla="*/ 1663 w 294"/>
                  <a:gd name="T63" fmla="*/ 3227 h 316"/>
                  <a:gd name="T64" fmla="*/ 1605 w 294"/>
                  <a:gd name="T65" fmla="*/ 3742 h 316"/>
                  <a:gd name="T66" fmla="*/ 1862 w 294"/>
                  <a:gd name="T67" fmla="*/ 3804 h 316"/>
                  <a:gd name="T68" fmla="*/ 2115 w 294"/>
                  <a:gd name="T69" fmla="*/ 3895 h 316"/>
                  <a:gd name="T70" fmla="*/ 2511 w 294"/>
                  <a:gd name="T71" fmla="*/ 3957 h 316"/>
                  <a:gd name="T72" fmla="*/ 2571 w 294"/>
                  <a:gd name="T73" fmla="*/ 3895 h 316"/>
                  <a:gd name="T74" fmla="*/ 2736 w 294"/>
                  <a:gd name="T75" fmla="*/ 3969 h 316"/>
                  <a:gd name="T76" fmla="*/ 2972 w 294"/>
                  <a:gd name="T77" fmla="*/ 3895 h 316"/>
                  <a:gd name="T78" fmla="*/ 3143 w 294"/>
                  <a:gd name="T79" fmla="*/ 3895 h 316"/>
                  <a:gd name="T80" fmla="*/ 3220 w 294"/>
                  <a:gd name="T81" fmla="*/ 3791 h 316"/>
                  <a:gd name="T82" fmla="*/ 3354 w 294"/>
                  <a:gd name="T83" fmla="*/ 3729 h 316"/>
                  <a:gd name="T84" fmla="*/ 3456 w 294"/>
                  <a:gd name="T85" fmla="*/ 3455 h 316"/>
                  <a:gd name="T86" fmla="*/ 3380 w 294"/>
                  <a:gd name="T87" fmla="*/ 2970 h 316"/>
                  <a:gd name="T88" fmla="*/ 3354 w 294"/>
                  <a:gd name="T89" fmla="*/ 2683 h 316"/>
                  <a:gd name="T90" fmla="*/ 3245 w 294"/>
                  <a:gd name="T91" fmla="*/ 2272 h 316"/>
                  <a:gd name="T92" fmla="*/ 3653 w 294"/>
                  <a:gd name="T93" fmla="*/ 4016 h 316"/>
                  <a:gd name="T94" fmla="*/ 3208 w 294"/>
                  <a:gd name="T95" fmla="*/ 4623 h 316"/>
                  <a:gd name="T96" fmla="*/ 2673 w 294"/>
                  <a:gd name="T97" fmla="*/ 4685 h 316"/>
                  <a:gd name="T98" fmla="*/ 2483 w 294"/>
                  <a:gd name="T99" fmla="*/ 4727 h 316"/>
                  <a:gd name="T100" fmla="*/ 2075 w 294"/>
                  <a:gd name="T101" fmla="*/ 4576 h 316"/>
                  <a:gd name="T102" fmla="*/ 1427 w 294"/>
                  <a:gd name="T103" fmla="*/ 4029 h 316"/>
                  <a:gd name="T104" fmla="*/ 1068 w 294"/>
                  <a:gd name="T105" fmla="*/ 4061 h 316"/>
                  <a:gd name="T106" fmla="*/ 510 w 294"/>
                  <a:gd name="T107" fmla="*/ 3351 h 316"/>
                  <a:gd name="T108" fmla="*/ 0 w 294"/>
                  <a:gd name="T109" fmla="*/ 2653 h 316"/>
                  <a:gd name="T110" fmla="*/ 134 w 294"/>
                  <a:gd name="T111" fmla="*/ 2076 h 31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94" h="316">
                    <a:moveTo>
                      <a:pt x="11" y="137"/>
                    </a:moveTo>
                    <a:cubicBezTo>
                      <a:pt x="12" y="136"/>
                      <a:pt x="12" y="134"/>
                      <a:pt x="13" y="133"/>
                    </a:cubicBezTo>
                    <a:cubicBezTo>
                      <a:pt x="16" y="129"/>
                      <a:pt x="18" y="125"/>
                      <a:pt x="20" y="122"/>
                    </a:cubicBezTo>
                    <a:cubicBezTo>
                      <a:pt x="26" y="112"/>
                      <a:pt x="50" y="86"/>
                      <a:pt x="58" y="77"/>
                    </a:cubicBezTo>
                    <a:cubicBezTo>
                      <a:pt x="70" y="67"/>
                      <a:pt x="86" y="53"/>
                      <a:pt x="104" y="39"/>
                    </a:cubicBezTo>
                    <a:cubicBezTo>
                      <a:pt x="118" y="29"/>
                      <a:pt x="137" y="20"/>
                      <a:pt x="141" y="12"/>
                    </a:cubicBezTo>
                    <a:cubicBezTo>
                      <a:pt x="144" y="3"/>
                      <a:pt x="146" y="3"/>
                      <a:pt x="146" y="3"/>
                    </a:cubicBezTo>
                    <a:cubicBezTo>
                      <a:pt x="159" y="8"/>
                      <a:pt x="175" y="3"/>
                      <a:pt x="190" y="0"/>
                    </a:cubicBezTo>
                    <a:cubicBezTo>
                      <a:pt x="213" y="1"/>
                      <a:pt x="213" y="4"/>
                      <a:pt x="220" y="6"/>
                    </a:cubicBezTo>
                    <a:cubicBezTo>
                      <a:pt x="227" y="8"/>
                      <a:pt x="230" y="9"/>
                      <a:pt x="232" y="14"/>
                    </a:cubicBezTo>
                    <a:cubicBezTo>
                      <a:pt x="235" y="19"/>
                      <a:pt x="236" y="19"/>
                      <a:pt x="242" y="20"/>
                    </a:cubicBezTo>
                    <a:cubicBezTo>
                      <a:pt x="248" y="22"/>
                      <a:pt x="256" y="33"/>
                      <a:pt x="258" y="42"/>
                    </a:cubicBezTo>
                    <a:cubicBezTo>
                      <a:pt x="258" y="42"/>
                      <a:pt x="258" y="42"/>
                      <a:pt x="258" y="42"/>
                    </a:cubicBezTo>
                    <a:cubicBezTo>
                      <a:pt x="254" y="35"/>
                      <a:pt x="254" y="25"/>
                      <a:pt x="242" y="26"/>
                    </a:cubicBezTo>
                    <a:cubicBezTo>
                      <a:pt x="237" y="27"/>
                      <a:pt x="237" y="28"/>
                      <a:pt x="236" y="32"/>
                    </a:cubicBezTo>
                    <a:cubicBezTo>
                      <a:pt x="236" y="33"/>
                      <a:pt x="237" y="35"/>
                      <a:pt x="237" y="36"/>
                    </a:cubicBezTo>
                    <a:cubicBezTo>
                      <a:pt x="237" y="38"/>
                      <a:pt x="235" y="39"/>
                      <a:pt x="234" y="41"/>
                    </a:cubicBezTo>
                    <a:cubicBezTo>
                      <a:pt x="229" y="51"/>
                      <a:pt x="226" y="62"/>
                      <a:pt x="225" y="74"/>
                    </a:cubicBezTo>
                    <a:cubicBezTo>
                      <a:pt x="225" y="70"/>
                      <a:pt x="224" y="66"/>
                      <a:pt x="224" y="63"/>
                    </a:cubicBezTo>
                    <a:cubicBezTo>
                      <a:pt x="224" y="56"/>
                      <a:pt x="228" y="51"/>
                      <a:pt x="229" y="45"/>
                    </a:cubicBezTo>
                    <a:cubicBezTo>
                      <a:pt x="230" y="39"/>
                      <a:pt x="227" y="37"/>
                      <a:pt x="226" y="32"/>
                    </a:cubicBezTo>
                    <a:cubicBezTo>
                      <a:pt x="224" y="26"/>
                      <a:pt x="226" y="20"/>
                      <a:pt x="223" y="14"/>
                    </a:cubicBezTo>
                    <a:cubicBezTo>
                      <a:pt x="213" y="23"/>
                      <a:pt x="218" y="7"/>
                      <a:pt x="209" y="9"/>
                    </a:cubicBezTo>
                    <a:cubicBezTo>
                      <a:pt x="209" y="11"/>
                      <a:pt x="207" y="12"/>
                      <a:pt x="206" y="14"/>
                    </a:cubicBezTo>
                    <a:cubicBezTo>
                      <a:pt x="203" y="12"/>
                      <a:pt x="199" y="10"/>
                      <a:pt x="197" y="15"/>
                    </a:cubicBezTo>
                    <a:cubicBezTo>
                      <a:pt x="192" y="11"/>
                      <a:pt x="181" y="4"/>
                      <a:pt x="179" y="14"/>
                    </a:cubicBezTo>
                    <a:cubicBezTo>
                      <a:pt x="178" y="15"/>
                      <a:pt x="180" y="17"/>
                      <a:pt x="180" y="17"/>
                    </a:cubicBezTo>
                    <a:cubicBezTo>
                      <a:pt x="180" y="20"/>
                      <a:pt x="179" y="21"/>
                      <a:pt x="178" y="25"/>
                    </a:cubicBezTo>
                    <a:cubicBezTo>
                      <a:pt x="177" y="26"/>
                      <a:pt x="177" y="26"/>
                      <a:pt x="177" y="27"/>
                    </a:cubicBezTo>
                    <a:cubicBezTo>
                      <a:pt x="176" y="24"/>
                      <a:pt x="174" y="20"/>
                      <a:pt x="172" y="18"/>
                    </a:cubicBezTo>
                    <a:cubicBezTo>
                      <a:pt x="169" y="14"/>
                      <a:pt x="162" y="11"/>
                      <a:pt x="160" y="18"/>
                    </a:cubicBezTo>
                    <a:cubicBezTo>
                      <a:pt x="158" y="17"/>
                      <a:pt x="154" y="15"/>
                      <a:pt x="151" y="16"/>
                    </a:cubicBezTo>
                    <a:cubicBezTo>
                      <a:pt x="148" y="17"/>
                      <a:pt x="147" y="22"/>
                      <a:pt x="144" y="23"/>
                    </a:cubicBezTo>
                    <a:cubicBezTo>
                      <a:pt x="142" y="24"/>
                      <a:pt x="140" y="21"/>
                      <a:pt x="138" y="22"/>
                    </a:cubicBezTo>
                    <a:cubicBezTo>
                      <a:pt x="136" y="23"/>
                      <a:pt x="133" y="27"/>
                      <a:pt x="132" y="29"/>
                    </a:cubicBezTo>
                    <a:cubicBezTo>
                      <a:pt x="127" y="36"/>
                      <a:pt x="129" y="35"/>
                      <a:pt x="135" y="40"/>
                    </a:cubicBezTo>
                    <a:cubicBezTo>
                      <a:pt x="139" y="44"/>
                      <a:pt x="141" y="50"/>
                      <a:pt x="144" y="55"/>
                    </a:cubicBezTo>
                    <a:cubicBezTo>
                      <a:pt x="139" y="49"/>
                      <a:pt x="133" y="40"/>
                      <a:pt x="126" y="38"/>
                    </a:cubicBezTo>
                    <a:cubicBezTo>
                      <a:pt x="113" y="35"/>
                      <a:pt x="110" y="45"/>
                      <a:pt x="100" y="51"/>
                    </a:cubicBezTo>
                    <a:cubicBezTo>
                      <a:pt x="102" y="53"/>
                      <a:pt x="102" y="55"/>
                      <a:pt x="102" y="57"/>
                    </a:cubicBezTo>
                    <a:cubicBezTo>
                      <a:pt x="92" y="56"/>
                      <a:pt x="94" y="62"/>
                      <a:pt x="89" y="68"/>
                    </a:cubicBezTo>
                    <a:cubicBezTo>
                      <a:pt x="85" y="74"/>
                      <a:pt x="82" y="72"/>
                      <a:pt x="80" y="78"/>
                    </a:cubicBezTo>
                    <a:cubicBezTo>
                      <a:pt x="79" y="82"/>
                      <a:pt x="77" y="86"/>
                      <a:pt x="81" y="89"/>
                    </a:cubicBezTo>
                    <a:cubicBezTo>
                      <a:pt x="84" y="91"/>
                      <a:pt x="86" y="89"/>
                      <a:pt x="89" y="90"/>
                    </a:cubicBezTo>
                    <a:cubicBezTo>
                      <a:pt x="95" y="90"/>
                      <a:pt x="99" y="93"/>
                      <a:pt x="104" y="95"/>
                    </a:cubicBezTo>
                    <a:cubicBezTo>
                      <a:pt x="94" y="94"/>
                      <a:pt x="79" y="87"/>
                      <a:pt x="69" y="93"/>
                    </a:cubicBezTo>
                    <a:cubicBezTo>
                      <a:pt x="63" y="97"/>
                      <a:pt x="62" y="104"/>
                      <a:pt x="58" y="109"/>
                    </a:cubicBezTo>
                    <a:cubicBezTo>
                      <a:pt x="56" y="113"/>
                      <a:pt x="54" y="114"/>
                      <a:pt x="53" y="118"/>
                    </a:cubicBezTo>
                    <a:cubicBezTo>
                      <a:pt x="52" y="121"/>
                      <a:pt x="53" y="123"/>
                      <a:pt x="52" y="125"/>
                    </a:cubicBezTo>
                    <a:cubicBezTo>
                      <a:pt x="51" y="127"/>
                      <a:pt x="48" y="127"/>
                      <a:pt x="47" y="129"/>
                    </a:cubicBezTo>
                    <a:cubicBezTo>
                      <a:pt x="45" y="135"/>
                      <a:pt x="48" y="140"/>
                      <a:pt x="47" y="146"/>
                    </a:cubicBezTo>
                    <a:cubicBezTo>
                      <a:pt x="50" y="147"/>
                      <a:pt x="54" y="147"/>
                      <a:pt x="57" y="147"/>
                    </a:cubicBezTo>
                    <a:cubicBezTo>
                      <a:pt x="51" y="148"/>
                      <a:pt x="46" y="148"/>
                      <a:pt x="44" y="153"/>
                    </a:cubicBezTo>
                    <a:cubicBezTo>
                      <a:pt x="42" y="158"/>
                      <a:pt x="45" y="170"/>
                      <a:pt x="46" y="175"/>
                    </a:cubicBezTo>
                    <a:cubicBezTo>
                      <a:pt x="46" y="179"/>
                      <a:pt x="47" y="184"/>
                      <a:pt x="52" y="185"/>
                    </a:cubicBezTo>
                    <a:cubicBezTo>
                      <a:pt x="57" y="187"/>
                      <a:pt x="59" y="183"/>
                      <a:pt x="61" y="181"/>
                    </a:cubicBezTo>
                    <a:cubicBezTo>
                      <a:pt x="56" y="188"/>
                      <a:pt x="59" y="204"/>
                      <a:pt x="66" y="199"/>
                    </a:cubicBezTo>
                    <a:cubicBezTo>
                      <a:pt x="66" y="208"/>
                      <a:pt x="71" y="208"/>
                      <a:pt x="75" y="213"/>
                    </a:cubicBezTo>
                    <a:cubicBezTo>
                      <a:pt x="81" y="220"/>
                      <a:pt x="82" y="225"/>
                      <a:pt x="91" y="217"/>
                    </a:cubicBezTo>
                    <a:cubicBezTo>
                      <a:pt x="89" y="224"/>
                      <a:pt x="85" y="230"/>
                      <a:pt x="92" y="235"/>
                    </a:cubicBezTo>
                    <a:cubicBezTo>
                      <a:pt x="95" y="237"/>
                      <a:pt x="99" y="237"/>
                      <a:pt x="102" y="237"/>
                    </a:cubicBezTo>
                    <a:cubicBezTo>
                      <a:pt x="106" y="238"/>
                      <a:pt x="107" y="240"/>
                      <a:pt x="110" y="241"/>
                    </a:cubicBezTo>
                    <a:cubicBezTo>
                      <a:pt x="126" y="249"/>
                      <a:pt x="124" y="222"/>
                      <a:pt x="129" y="213"/>
                    </a:cubicBezTo>
                    <a:cubicBezTo>
                      <a:pt x="132" y="208"/>
                      <a:pt x="135" y="207"/>
                      <a:pt x="134" y="213"/>
                    </a:cubicBezTo>
                    <a:cubicBezTo>
                      <a:pt x="133" y="218"/>
                      <a:pt x="131" y="223"/>
                      <a:pt x="129" y="228"/>
                    </a:cubicBezTo>
                    <a:cubicBezTo>
                      <a:pt x="128" y="234"/>
                      <a:pt x="122" y="243"/>
                      <a:pt x="129" y="247"/>
                    </a:cubicBezTo>
                    <a:cubicBezTo>
                      <a:pt x="135" y="251"/>
                      <a:pt x="142" y="250"/>
                      <a:pt x="146" y="244"/>
                    </a:cubicBezTo>
                    <a:cubicBezTo>
                      <a:pt x="147" y="246"/>
                      <a:pt x="148" y="250"/>
                      <a:pt x="150" y="251"/>
                    </a:cubicBezTo>
                    <a:cubicBezTo>
                      <a:pt x="152" y="252"/>
                      <a:pt x="155" y="251"/>
                      <a:pt x="156" y="251"/>
                    </a:cubicBezTo>
                    <a:cubicBezTo>
                      <a:pt x="162" y="255"/>
                      <a:pt x="161" y="258"/>
                      <a:pt x="170" y="257"/>
                    </a:cubicBezTo>
                    <a:cubicBezTo>
                      <a:pt x="176" y="257"/>
                      <a:pt x="180" y="259"/>
                      <a:pt x="185" y="262"/>
                    </a:cubicBezTo>
                    <a:cubicBezTo>
                      <a:pt x="192" y="265"/>
                      <a:pt x="195" y="261"/>
                      <a:pt x="202" y="261"/>
                    </a:cubicBezTo>
                    <a:cubicBezTo>
                      <a:pt x="203" y="258"/>
                      <a:pt x="203" y="255"/>
                      <a:pt x="202" y="252"/>
                    </a:cubicBezTo>
                    <a:cubicBezTo>
                      <a:pt x="204" y="254"/>
                      <a:pt x="205" y="255"/>
                      <a:pt x="207" y="257"/>
                    </a:cubicBezTo>
                    <a:cubicBezTo>
                      <a:pt x="209" y="255"/>
                      <a:pt x="211" y="252"/>
                      <a:pt x="212" y="250"/>
                    </a:cubicBezTo>
                    <a:cubicBezTo>
                      <a:pt x="210" y="257"/>
                      <a:pt x="213" y="262"/>
                      <a:pt x="220" y="262"/>
                    </a:cubicBezTo>
                    <a:cubicBezTo>
                      <a:pt x="224" y="262"/>
                      <a:pt x="229" y="259"/>
                      <a:pt x="233" y="258"/>
                    </a:cubicBezTo>
                    <a:cubicBezTo>
                      <a:pt x="234" y="258"/>
                      <a:pt x="237" y="258"/>
                      <a:pt x="239" y="257"/>
                    </a:cubicBezTo>
                    <a:cubicBezTo>
                      <a:pt x="241" y="257"/>
                      <a:pt x="243" y="254"/>
                      <a:pt x="246" y="254"/>
                    </a:cubicBezTo>
                    <a:cubicBezTo>
                      <a:pt x="248" y="253"/>
                      <a:pt x="251" y="257"/>
                      <a:pt x="253" y="257"/>
                    </a:cubicBezTo>
                    <a:cubicBezTo>
                      <a:pt x="256" y="257"/>
                      <a:pt x="255" y="255"/>
                      <a:pt x="258" y="254"/>
                    </a:cubicBezTo>
                    <a:cubicBezTo>
                      <a:pt x="259" y="253"/>
                      <a:pt x="258" y="250"/>
                      <a:pt x="259" y="250"/>
                    </a:cubicBezTo>
                    <a:cubicBezTo>
                      <a:pt x="260" y="249"/>
                      <a:pt x="261" y="250"/>
                      <a:pt x="262" y="249"/>
                    </a:cubicBezTo>
                    <a:cubicBezTo>
                      <a:pt x="265" y="248"/>
                      <a:pt x="267" y="249"/>
                      <a:pt x="270" y="246"/>
                    </a:cubicBezTo>
                    <a:cubicBezTo>
                      <a:pt x="272" y="244"/>
                      <a:pt x="273" y="239"/>
                      <a:pt x="275" y="236"/>
                    </a:cubicBezTo>
                    <a:cubicBezTo>
                      <a:pt x="277" y="232"/>
                      <a:pt x="278" y="232"/>
                      <a:pt x="278" y="228"/>
                    </a:cubicBezTo>
                    <a:cubicBezTo>
                      <a:pt x="277" y="220"/>
                      <a:pt x="277" y="211"/>
                      <a:pt x="275" y="204"/>
                    </a:cubicBezTo>
                    <a:cubicBezTo>
                      <a:pt x="274" y="201"/>
                      <a:pt x="272" y="198"/>
                      <a:pt x="272" y="196"/>
                    </a:cubicBezTo>
                    <a:cubicBezTo>
                      <a:pt x="272" y="193"/>
                      <a:pt x="274" y="191"/>
                      <a:pt x="273" y="188"/>
                    </a:cubicBezTo>
                    <a:cubicBezTo>
                      <a:pt x="273" y="185"/>
                      <a:pt x="271" y="179"/>
                      <a:pt x="270" y="177"/>
                    </a:cubicBezTo>
                    <a:cubicBezTo>
                      <a:pt x="269" y="173"/>
                      <a:pt x="264" y="158"/>
                      <a:pt x="260" y="149"/>
                    </a:cubicBezTo>
                    <a:cubicBezTo>
                      <a:pt x="261" y="149"/>
                      <a:pt x="261" y="150"/>
                      <a:pt x="261" y="150"/>
                    </a:cubicBezTo>
                    <a:cubicBezTo>
                      <a:pt x="268" y="163"/>
                      <a:pt x="276" y="180"/>
                      <a:pt x="281" y="198"/>
                    </a:cubicBezTo>
                    <a:cubicBezTo>
                      <a:pt x="285" y="213"/>
                      <a:pt x="291" y="245"/>
                      <a:pt x="294" y="265"/>
                    </a:cubicBezTo>
                    <a:cubicBezTo>
                      <a:pt x="291" y="275"/>
                      <a:pt x="279" y="301"/>
                      <a:pt x="271" y="304"/>
                    </a:cubicBezTo>
                    <a:cubicBezTo>
                      <a:pt x="266" y="306"/>
                      <a:pt x="263" y="303"/>
                      <a:pt x="258" y="305"/>
                    </a:cubicBezTo>
                    <a:cubicBezTo>
                      <a:pt x="252" y="306"/>
                      <a:pt x="241" y="316"/>
                      <a:pt x="237" y="307"/>
                    </a:cubicBezTo>
                    <a:cubicBezTo>
                      <a:pt x="230" y="313"/>
                      <a:pt x="223" y="310"/>
                      <a:pt x="215" y="309"/>
                    </a:cubicBezTo>
                    <a:cubicBezTo>
                      <a:pt x="215" y="309"/>
                      <a:pt x="207" y="310"/>
                      <a:pt x="207" y="310"/>
                    </a:cubicBezTo>
                    <a:cubicBezTo>
                      <a:pt x="209" y="310"/>
                      <a:pt x="198" y="312"/>
                      <a:pt x="200" y="312"/>
                    </a:cubicBezTo>
                    <a:cubicBezTo>
                      <a:pt x="195" y="311"/>
                      <a:pt x="192" y="308"/>
                      <a:pt x="187" y="307"/>
                    </a:cubicBezTo>
                    <a:cubicBezTo>
                      <a:pt x="181" y="305"/>
                      <a:pt x="174" y="302"/>
                      <a:pt x="167" y="302"/>
                    </a:cubicBezTo>
                    <a:cubicBezTo>
                      <a:pt x="155" y="303"/>
                      <a:pt x="129" y="297"/>
                      <a:pt x="120" y="289"/>
                    </a:cubicBezTo>
                    <a:cubicBezTo>
                      <a:pt x="113" y="282"/>
                      <a:pt x="111" y="276"/>
                      <a:pt x="115" y="266"/>
                    </a:cubicBezTo>
                    <a:cubicBezTo>
                      <a:pt x="109" y="270"/>
                      <a:pt x="110" y="273"/>
                      <a:pt x="101" y="274"/>
                    </a:cubicBezTo>
                    <a:cubicBezTo>
                      <a:pt x="94" y="274"/>
                      <a:pt x="92" y="272"/>
                      <a:pt x="86" y="268"/>
                    </a:cubicBezTo>
                    <a:cubicBezTo>
                      <a:pt x="74" y="258"/>
                      <a:pt x="62" y="249"/>
                      <a:pt x="53" y="236"/>
                    </a:cubicBezTo>
                    <a:cubicBezTo>
                      <a:pt x="49" y="230"/>
                      <a:pt x="46" y="225"/>
                      <a:pt x="41" y="221"/>
                    </a:cubicBezTo>
                    <a:cubicBezTo>
                      <a:pt x="33" y="216"/>
                      <a:pt x="26" y="212"/>
                      <a:pt x="19" y="206"/>
                    </a:cubicBezTo>
                    <a:cubicBezTo>
                      <a:pt x="4" y="195"/>
                      <a:pt x="4" y="190"/>
                      <a:pt x="0" y="175"/>
                    </a:cubicBezTo>
                    <a:cubicBezTo>
                      <a:pt x="1" y="174"/>
                      <a:pt x="1" y="174"/>
                      <a:pt x="1" y="174"/>
                    </a:cubicBezTo>
                    <a:cubicBezTo>
                      <a:pt x="4" y="164"/>
                      <a:pt x="4" y="145"/>
                      <a:pt x="11" y="137"/>
                    </a:cubicBezTo>
                    <a:close/>
                  </a:path>
                </a:pathLst>
              </a:custGeom>
              <a:solidFill>
                <a:srgbClr val="B183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0" name="Freeform 705">
                <a:extLst>
                  <a:ext uri="{FF2B5EF4-FFF2-40B4-BE49-F238E27FC236}">
                    <a16:creationId xmlns:a16="http://schemas.microsoft.com/office/drawing/2014/main" id="{827319FC-6BF2-4D1A-94BB-555DDDE79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65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6C6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1" name="Freeform 706">
                <a:extLst>
                  <a:ext uri="{FF2B5EF4-FFF2-40B4-BE49-F238E27FC236}">
                    <a16:creationId xmlns:a16="http://schemas.microsoft.com/office/drawing/2014/main" id="{312910B8-AB66-4712-AAF7-02C50DB00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653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63 h 4"/>
                  <a:gd name="T4" fmla="*/ 0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2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6C6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2" name="Freeform 707">
                <a:extLst>
                  <a:ext uri="{FF2B5EF4-FFF2-40B4-BE49-F238E27FC236}">
                    <a16:creationId xmlns:a16="http://schemas.microsoft.com/office/drawing/2014/main" id="{88B3782B-4F41-4267-B77F-7876CDCFB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64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6C6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3" name="Freeform 708">
                <a:extLst>
                  <a:ext uri="{FF2B5EF4-FFF2-40B4-BE49-F238E27FC236}">
                    <a16:creationId xmlns:a16="http://schemas.microsoft.com/office/drawing/2014/main" id="{12FE8066-BEE3-4780-A066-81088B5FC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648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6C6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4" name="Freeform 709">
                <a:extLst>
                  <a:ext uri="{FF2B5EF4-FFF2-40B4-BE49-F238E27FC236}">
                    <a16:creationId xmlns:a16="http://schemas.microsoft.com/office/drawing/2014/main" id="{6532C8AA-86D3-45F7-BCFC-DCBF05F72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663"/>
                <a:ext cx="4" cy="15"/>
              </a:xfrm>
              <a:custGeom>
                <a:avLst/>
                <a:gdLst>
                  <a:gd name="T0" fmla="*/ 16 w 2"/>
                  <a:gd name="T1" fmla="*/ 95 h 6"/>
                  <a:gd name="T2" fmla="*/ 0 w 2"/>
                  <a:gd name="T3" fmla="*/ 0 h 6"/>
                  <a:gd name="T4" fmla="*/ 16 w 2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2" y="4"/>
                      <a:pt x="1" y="2"/>
                      <a:pt x="0" y="0"/>
                    </a:cubicBezTo>
                    <a:cubicBezTo>
                      <a:pt x="1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6C6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5" name="Freeform 710">
                <a:extLst>
                  <a:ext uri="{FF2B5EF4-FFF2-40B4-BE49-F238E27FC236}">
                    <a16:creationId xmlns:a16="http://schemas.microsoft.com/office/drawing/2014/main" id="{6274F091-BF3A-4C0A-9B76-88FED044C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646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0 w 2"/>
                  <a:gd name="T3" fmla="*/ 0 h 1"/>
                  <a:gd name="T4" fmla="*/ 33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6C6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6" name="Freeform 711">
                <a:extLst>
                  <a:ext uri="{FF2B5EF4-FFF2-40B4-BE49-F238E27FC236}">
                    <a16:creationId xmlns:a16="http://schemas.microsoft.com/office/drawing/2014/main" id="{8891EAB9-99A3-4602-99BC-F15F13DFA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646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6C6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7" name="Freeform 712">
                <a:extLst>
                  <a:ext uri="{FF2B5EF4-FFF2-40B4-BE49-F238E27FC236}">
                    <a16:creationId xmlns:a16="http://schemas.microsoft.com/office/drawing/2014/main" id="{21302586-28F9-4C48-A12B-BDA7A176D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868"/>
                <a:ext cx="95" cy="104"/>
              </a:xfrm>
              <a:custGeom>
                <a:avLst/>
                <a:gdLst>
                  <a:gd name="T0" fmla="*/ 445 w 41"/>
                  <a:gd name="T1" fmla="*/ 532 h 42"/>
                  <a:gd name="T2" fmla="*/ 301 w 41"/>
                  <a:gd name="T3" fmla="*/ 626 h 42"/>
                  <a:gd name="T4" fmla="*/ 134 w 41"/>
                  <a:gd name="T5" fmla="*/ 626 h 42"/>
                  <a:gd name="T6" fmla="*/ 28 w 41"/>
                  <a:gd name="T7" fmla="*/ 515 h 42"/>
                  <a:gd name="T8" fmla="*/ 285 w 41"/>
                  <a:gd name="T9" fmla="*/ 0 h 42"/>
                  <a:gd name="T10" fmla="*/ 248 w 41"/>
                  <a:gd name="T11" fmla="*/ 196 h 42"/>
                  <a:gd name="T12" fmla="*/ 510 w 41"/>
                  <a:gd name="T13" fmla="*/ 215 h 42"/>
                  <a:gd name="T14" fmla="*/ 151 w 41"/>
                  <a:gd name="T15" fmla="*/ 287 h 42"/>
                  <a:gd name="T16" fmla="*/ 209 w 41"/>
                  <a:gd name="T17" fmla="*/ 545 h 42"/>
                  <a:gd name="T18" fmla="*/ 445 w 41"/>
                  <a:gd name="T19" fmla="*/ 53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42">
                    <a:moveTo>
                      <a:pt x="36" y="35"/>
                    </a:moveTo>
                    <a:cubicBezTo>
                      <a:pt x="32" y="37"/>
                      <a:pt x="28" y="40"/>
                      <a:pt x="24" y="41"/>
                    </a:cubicBezTo>
                    <a:cubicBezTo>
                      <a:pt x="20" y="42"/>
                      <a:pt x="16" y="41"/>
                      <a:pt x="11" y="41"/>
                    </a:cubicBezTo>
                    <a:cubicBezTo>
                      <a:pt x="4" y="42"/>
                      <a:pt x="0" y="42"/>
                      <a:pt x="2" y="34"/>
                    </a:cubicBezTo>
                    <a:cubicBezTo>
                      <a:pt x="6" y="21"/>
                      <a:pt x="15" y="11"/>
                      <a:pt x="23" y="0"/>
                    </a:cubicBezTo>
                    <a:cubicBezTo>
                      <a:pt x="19" y="4"/>
                      <a:pt x="16" y="9"/>
                      <a:pt x="20" y="13"/>
                    </a:cubicBezTo>
                    <a:cubicBezTo>
                      <a:pt x="26" y="19"/>
                      <a:pt x="35" y="15"/>
                      <a:pt x="41" y="14"/>
                    </a:cubicBezTo>
                    <a:cubicBezTo>
                      <a:pt x="33" y="19"/>
                      <a:pt x="21" y="25"/>
                      <a:pt x="12" y="19"/>
                    </a:cubicBezTo>
                    <a:cubicBezTo>
                      <a:pt x="12" y="27"/>
                      <a:pt x="7" y="33"/>
                      <a:pt x="17" y="36"/>
                    </a:cubicBezTo>
                    <a:cubicBezTo>
                      <a:pt x="22" y="38"/>
                      <a:pt x="35" y="38"/>
                      <a:pt x="36" y="35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8" name="Freeform 713">
                <a:extLst>
                  <a:ext uri="{FF2B5EF4-FFF2-40B4-BE49-F238E27FC236}">
                    <a16:creationId xmlns:a16="http://schemas.microsoft.com/office/drawing/2014/main" id="{2B485EC1-1B9E-41A3-A4A6-6848C24EF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658"/>
                <a:ext cx="232" cy="250"/>
              </a:xfrm>
              <a:custGeom>
                <a:avLst/>
                <a:gdLst>
                  <a:gd name="T0" fmla="*/ 49 w 100"/>
                  <a:gd name="T1" fmla="*/ 1532 h 101"/>
                  <a:gd name="T2" fmla="*/ 102 w 100"/>
                  <a:gd name="T3" fmla="*/ 1317 h 101"/>
                  <a:gd name="T4" fmla="*/ 209 w 100"/>
                  <a:gd name="T5" fmla="*/ 1337 h 101"/>
                  <a:gd name="T6" fmla="*/ 376 w 100"/>
                  <a:gd name="T7" fmla="*/ 1304 h 101"/>
                  <a:gd name="T8" fmla="*/ 313 w 100"/>
                  <a:gd name="T9" fmla="*/ 1079 h 101"/>
                  <a:gd name="T10" fmla="*/ 652 w 100"/>
                  <a:gd name="T11" fmla="*/ 894 h 101"/>
                  <a:gd name="T12" fmla="*/ 522 w 100"/>
                  <a:gd name="T13" fmla="*/ 881 h 101"/>
                  <a:gd name="T14" fmla="*/ 587 w 100"/>
                  <a:gd name="T15" fmla="*/ 743 h 101"/>
                  <a:gd name="T16" fmla="*/ 747 w 100"/>
                  <a:gd name="T17" fmla="*/ 649 h 101"/>
                  <a:gd name="T18" fmla="*/ 889 w 100"/>
                  <a:gd name="T19" fmla="*/ 391 h 101"/>
                  <a:gd name="T20" fmla="*/ 1097 w 100"/>
                  <a:gd name="T21" fmla="*/ 166 h 101"/>
                  <a:gd name="T22" fmla="*/ 1199 w 100"/>
                  <a:gd name="T23" fmla="*/ 30 h 101"/>
                  <a:gd name="T24" fmla="*/ 909 w 100"/>
                  <a:gd name="T25" fmla="*/ 245 h 101"/>
                  <a:gd name="T26" fmla="*/ 485 w 100"/>
                  <a:gd name="T27" fmla="*/ 681 h 101"/>
                  <a:gd name="T28" fmla="*/ 285 w 100"/>
                  <a:gd name="T29" fmla="*/ 938 h 101"/>
                  <a:gd name="T30" fmla="*/ 49 w 100"/>
                  <a:gd name="T31" fmla="*/ 1275 h 1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0" h="101">
                    <a:moveTo>
                      <a:pt x="4" y="101"/>
                    </a:moveTo>
                    <a:cubicBezTo>
                      <a:pt x="0" y="98"/>
                      <a:pt x="4" y="88"/>
                      <a:pt x="8" y="87"/>
                    </a:cubicBezTo>
                    <a:cubicBezTo>
                      <a:pt x="9" y="87"/>
                      <a:pt x="15" y="88"/>
                      <a:pt x="17" y="88"/>
                    </a:cubicBezTo>
                    <a:cubicBezTo>
                      <a:pt x="21" y="88"/>
                      <a:pt x="26" y="87"/>
                      <a:pt x="30" y="86"/>
                    </a:cubicBezTo>
                    <a:cubicBezTo>
                      <a:pt x="19" y="86"/>
                      <a:pt x="20" y="80"/>
                      <a:pt x="25" y="71"/>
                    </a:cubicBezTo>
                    <a:cubicBezTo>
                      <a:pt x="30" y="62"/>
                      <a:pt x="41" y="60"/>
                      <a:pt x="52" y="59"/>
                    </a:cubicBezTo>
                    <a:cubicBezTo>
                      <a:pt x="48" y="59"/>
                      <a:pt x="44" y="61"/>
                      <a:pt x="42" y="58"/>
                    </a:cubicBezTo>
                    <a:cubicBezTo>
                      <a:pt x="40" y="55"/>
                      <a:pt x="45" y="50"/>
                      <a:pt x="47" y="49"/>
                    </a:cubicBezTo>
                    <a:cubicBezTo>
                      <a:pt x="51" y="46"/>
                      <a:pt x="56" y="46"/>
                      <a:pt x="60" y="43"/>
                    </a:cubicBezTo>
                    <a:cubicBezTo>
                      <a:pt x="54" y="39"/>
                      <a:pt x="66" y="27"/>
                      <a:pt x="71" y="26"/>
                    </a:cubicBezTo>
                    <a:cubicBezTo>
                      <a:pt x="66" y="20"/>
                      <a:pt x="84" y="13"/>
                      <a:pt x="88" y="11"/>
                    </a:cubicBezTo>
                    <a:cubicBezTo>
                      <a:pt x="89" y="10"/>
                      <a:pt x="100" y="5"/>
                      <a:pt x="96" y="2"/>
                    </a:cubicBezTo>
                    <a:cubicBezTo>
                      <a:pt x="92" y="0"/>
                      <a:pt x="75" y="14"/>
                      <a:pt x="73" y="16"/>
                    </a:cubicBezTo>
                    <a:cubicBezTo>
                      <a:pt x="61" y="25"/>
                      <a:pt x="50" y="34"/>
                      <a:pt x="39" y="45"/>
                    </a:cubicBezTo>
                    <a:cubicBezTo>
                      <a:pt x="33" y="50"/>
                      <a:pt x="29" y="56"/>
                      <a:pt x="23" y="62"/>
                    </a:cubicBezTo>
                    <a:cubicBezTo>
                      <a:pt x="17" y="69"/>
                      <a:pt x="11" y="78"/>
                      <a:pt x="4" y="84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89" name="Freeform 714">
                <a:extLst>
                  <a:ext uri="{FF2B5EF4-FFF2-40B4-BE49-F238E27FC236}">
                    <a16:creationId xmlns:a16="http://schemas.microsoft.com/office/drawing/2014/main" id="{26C381E2-4308-422C-894C-DEB4A19F3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591"/>
                <a:ext cx="37" cy="30"/>
              </a:xfrm>
              <a:custGeom>
                <a:avLst/>
                <a:gdLst>
                  <a:gd name="T0" fmla="*/ 0 w 16"/>
                  <a:gd name="T1" fmla="*/ 188 h 12"/>
                  <a:gd name="T2" fmla="*/ 171 w 16"/>
                  <a:gd name="T3" fmla="*/ 158 h 12"/>
                  <a:gd name="T4" fmla="*/ 199 w 16"/>
                  <a:gd name="T5" fmla="*/ 33 h 12"/>
                  <a:gd name="T6" fmla="*/ 102 w 1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0" y="12"/>
                    </a:moveTo>
                    <a:cubicBezTo>
                      <a:pt x="5" y="11"/>
                      <a:pt x="9" y="10"/>
                      <a:pt x="14" y="10"/>
                    </a:cubicBezTo>
                    <a:cubicBezTo>
                      <a:pt x="12" y="7"/>
                      <a:pt x="13" y="4"/>
                      <a:pt x="16" y="2"/>
                    </a:cubicBezTo>
                    <a:cubicBezTo>
                      <a:pt x="13" y="2"/>
                      <a:pt x="10" y="2"/>
                      <a:pt x="8" y="0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0" name="Freeform 715">
                <a:extLst>
                  <a:ext uri="{FF2B5EF4-FFF2-40B4-BE49-F238E27FC236}">
                    <a16:creationId xmlns:a16="http://schemas.microsoft.com/office/drawing/2014/main" id="{E70C0D51-0350-47BF-9976-6A0A47667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594"/>
                <a:ext cx="44" cy="44"/>
              </a:xfrm>
              <a:custGeom>
                <a:avLst/>
                <a:gdLst>
                  <a:gd name="T0" fmla="*/ 0 w 19"/>
                  <a:gd name="T1" fmla="*/ 0 h 18"/>
                  <a:gd name="T2" fmla="*/ 74 w 19"/>
                  <a:gd name="T3" fmla="*/ 132 h 18"/>
                  <a:gd name="T4" fmla="*/ 225 w 19"/>
                  <a:gd name="T5" fmla="*/ 264 h 18"/>
                  <a:gd name="T6" fmla="*/ 236 w 19"/>
                  <a:gd name="T7" fmla="*/ 90 h 18"/>
                  <a:gd name="T8" fmla="*/ 49 w 1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0" y="0"/>
                    </a:moveTo>
                    <a:cubicBezTo>
                      <a:pt x="2" y="3"/>
                      <a:pt x="5" y="6"/>
                      <a:pt x="6" y="9"/>
                    </a:cubicBezTo>
                    <a:cubicBezTo>
                      <a:pt x="11" y="5"/>
                      <a:pt x="16" y="15"/>
                      <a:pt x="18" y="18"/>
                    </a:cubicBezTo>
                    <a:cubicBezTo>
                      <a:pt x="17" y="14"/>
                      <a:pt x="18" y="10"/>
                      <a:pt x="19" y="6"/>
                    </a:cubicBezTo>
                    <a:cubicBezTo>
                      <a:pt x="15" y="7"/>
                      <a:pt x="5" y="4"/>
                      <a:pt x="4" y="0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1" name="Freeform 716">
                <a:extLst>
                  <a:ext uri="{FF2B5EF4-FFF2-40B4-BE49-F238E27FC236}">
                    <a16:creationId xmlns:a16="http://schemas.microsoft.com/office/drawing/2014/main" id="{52CBEB9F-77FB-475C-8043-25160CE0E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581"/>
                <a:ext cx="63" cy="35"/>
              </a:xfrm>
              <a:custGeom>
                <a:avLst/>
                <a:gdLst>
                  <a:gd name="T0" fmla="*/ 0 w 27"/>
                  <a:gd name="T1" fmla="*/ 50 h 14"/>
                  <a:gd name="T2" fmla="*/ 240 w 27"/>
                  <a:gd name="T3" fmla="*/ 220 h 14"/>
                  <a:gd name="T4" fmla="*/ 240 w 27"/>
                  <a:gd name="T5" fmla="*/ 188 h 14"/>
                  <a:gd name="T6" fmla="*/ 343 w 27"/>
                  <a:gd name="T7" fmla="*/ 208 h 14"/>
                  <a:gd name="T8" fmla="*/ 180 w 27"/>
                  <a:gd name="T9" fmla="*/ 95 h 14"/>
                  <a:gd name="T10" fmla="*/ 343 w 27"/>
                  <a:gd name="T11" fmla="*/ 50 h 14"/>
                  <a:gd name="T12" fmla="*/ 217 w 27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4">
                    <a:moveTo>
                      <a:pt x="0" y="3"/>
                    </a:moveTo>
                    <a:cubicBezTo>
                      <a:pt x="4" y="11"/>
                      <a:pt x="14" y="7"/>
                      <a:pt x="19" y="14"/>
                    </a:cubicBezTo>
                    <a:cubicBezTo>
                      <a:pt x="19" y="13"/>
                      <a:pt x="19" y="13"/>
                      <a:pt x="19" y="12"/>
                    </a:cubicBezTo>
                    <a:cubicBezTo>
                      <a:pt x="22" y="11"/>
                      <a:pt x="26" y="11"/>
                      <a:pt x="27" y="13"/>
                    </a:cubicBezTo>
                    <a:cubicBezTo>
                      <a:pt x="25" y="11"/>
                      <a:pt x="15" y="10"/>
                      <a:pt x="14" y="6"/>
                    </a:cubicBezTo>
                    <a:cubicBezTo>
                      <a:pt x="14" y="1"/>
                      <a:pt x="24" y="3"/>
                      <a:pt x="27" y="3"/>
                    </a:cubicBezTo>
                    <a:cubicBezTo>
                      <a:pt x="24" y="2"/>
                      <a:pt x="20" y="2"/>
                      <a:pt x="17" y="0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2" name="Freeform 717">
                <a:extLst>
                  <a:ext uri="{FF2B5EF4-FFF2-40B4-BE49-F238E27FC236}">
                    <a16:creationId xmlns:a16="http://schemas.microsoft.com/office/drawing/2014/main" id="{C11BA8E2-1516-43AF-AD7F-46C7C4841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601"/>
                <a:ext cx="28" cy="134"/>
              </a:xfrm>
              <a:custGeom>
                <a:avLst/>
                <a:gdLst>
                  <a:gd name="T0" fmla="*/ 0 w 12"/>
                  <a:gd name="T1" fmla="*/ 136 h 54"/>
                  <a:gd name="T2" fmla="*/ 49 w 12"/>
                  <a:gd name="T3" fmla="*/ 474 h 54"/>
                  <a:gd name="T4" fmla="*/ 0 w 12"/>
                  <a:gd name="T5" fmla="*/ 826 h 54"/>
                  <a:gd name="T6" fmla="*/ 65 w 12"/>
                  <a:gd name="T7" fmla="*/ 598 h 54"/>
                  <a:gd name="T8" fmla="*/ 126 w 12"/>
                  <a:gd name="T9" fmla="*/ 457 h 54"/>
                  <a:gd name="T10" fmla="*/ 126 w 12"/>
                  <a:gd name="T11" fmla="*/ 278 h 54"/>
                  <a:gd name="T12" fmla="*/ 86 w 12"/>
                  <a:gd name="T13" fmla="*/ 104 h 54"/>
                  <a:gd name="T14" fmla="*/ 0 w 12"/>
                  <a:gd name="T15" fmla="*/ 0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4">
                    <a:moveTo>
                      <a:pt x="0" y="9"/>
                    </a:moveTo>
                    <a:cubicBezTo>
                      <a:pt x="0" y="17"/>
                      <a:pt x="2" y="23"/>
                      <a:pt x="4" y="31"/>
                    </a:cubicBezTo>
                    <a:cubicBezTo>
                      <a:pt x="7" y="40"/>
                      <a:pt x="1" y="46"/>
                      <a:pt x="0" y="54"/>
                    </a:cubicBezTo>
                    <a:cubicBezTo>
                      <a:pt x="3" y="51"/>
                      <a:pt x="3" y="43"/>
                      <a:pt x="5" y="39"/>
                    </a:cubicBezTo>
                    <a:cubicBezTo>
                      <a:pt x="6" y="35"/>
                      <a:pt x="9" y="33"/>
                      <a:pt x="10" y="30"/>
                    </a:cubicBezTo>
                    <a:cubicBezTo>
                      <a:pt x="12" y="26"/>
                      <a:pt x="6" y="22"/>
                      <a:pt x="10" y="18"/>
                    </a:cubicBezTo>
                    <a:cubicBezTo>
                      <a:pt x="6" y="16"/>
                      <a:pt x="8" y="11"/>
                      <a:pt x="7" y="7"/>
                    </a:cubicBez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3" name="Freeform 718">
                <a:extLst>
                  <a:ext uri="{FF2B5EF4-FFF2-40B4-BE49-F238E27FC236}">
                    <a16:creationId xmlns:a16="http://schemas.microsoft.com/office/drawing/2014/main" id="{141B9B69-BD96-4722-B4AC-45562ABF9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034"/>
                <a:ext cx="250" cy="329"/>
              </a:xfrm>
              <a:custGeom>
                <a:avLst/>
                <a:gdLst>
                  <a:gd name="T0" fmla="*/ 896 w 108"/>
                  <a:gd name="T1" fmla="*/ 1848 h 133"/>
                  <a:gd name="T2" fmla="*/ 1056 w 108"/>
                  <a:gd name="T3" fmla="*/ 1831 h 133"/>
                  <a:gd name="T4" fmla="*/ 1340 w 108"/>
                  <a:gd name="T5" fmla="*/ 1242 h 133"/>
                  <a:gd name="T6" fmla="*/ 1178 w 108"/>
                  <a:gd name="T7" fmla="*/ 228 h 133"/>
                  <a:gd name="T8" fmla="*/ 1113 w 108"/>
                  <a:gd name="T9" fmla="*/ 0 h 133"/>
                  <a:gd name="T10" fmla="*/ 1093 w 108"/>
                  <a:gd name="T11" fmla="*/ 62 h 133"/>
                  <a:gd name="T12" fmla="*/ 1067 w 108"/>
                  <a:gd name="T13" fmla="*/ 215 h 133"/>
                  <a:gd name="T14" fmla="*/ 1067 w 108"/>
                  <a:gd name="T15" fmla="*/ 228 h 133"/>
                  <a:gd name="T16" fmla="*/ 1067 w 108"/>
                  <a:gd name="T17" fmla="*/ 228 h 133"/>
                  <a:gd name="T18" fmla="*/ 1113 w 108"/>
                  <a:gd name="T19" fmla="*/ 299 h 133"/>
                  <a:gd name="T20" fmla="*/ 1130 w 108"/>
                  <a:gd name="T21" fmla="*/ 482 h 133"/>
                  <a:gd name="T22" fmla="*/ 1141 w 108"/>
                  <a:gd name="T23" fmla="*/ 680 h 133"/>
                  <a:gd name="T24" fmla="*/ 1104 w 108"/>
                  <a:gd name="T25" fmla="*/ 789 h 133"/>
                  <a:gd name="T26" fmla="*/ 1067 w 108"/>
                  <a:gd name="T27" fmla="*/ 905 h 133"/>
                  <a:gd name="T28" fmla="*/ 1039 w 108"/>
                  <a:gd name="T29" fmla="*/ 935 h 133"/>
                  <a:gd name="T30" fmla="*/ 1104 w 108"/>
                  <a:gd name="T31" fmla="*/ 1573 h 133"/>
                  <a:gd name="T32" fmla="*/ 1007 w 108"/>
                  <a:gd name="T33" fmla="*/ 1603 h 133"/>
                  <a:gd name="T34" fmla="*/ 868 w 108"/>
                  <a:gd name="T35" fmla="*/ 1108 h 133"/>
                  <a:gd name="T36" fmla="*/ 831 w 108"/>
                  <a:gd name="T37" fmla="*/ 1121 h 133"/>
                  <a:gd name="T38" fmla="*/ 819 w 108"/>
                  <a:gd name="T39" fmla="*/ 1121 h 133"/>
                  <a:gd name="T40" fmla="*/ 933 w 108"/>
                  <a:gd name="T41" fmla="*/ 1450 h 133"/>
                  <a:gd name="T42" fmla="*/ 905 w 108"/>
                  <a:gd name="T43" fmla="*/ 1739 h 133"/>
                  <a:gd name="T44" fmla="*/ 771 w 108"/>
                  <a:gd name="T45" fmla="*/ 1714 h 133"/>
                  <a:gd name="T46" fmla="*/ 718 w 108"/>
                  <a:gd name="T47" fmla="*/ 1304 h 133"/>
                  <a:gd name="T48" fmla="*/ 697 w 108"/>
                  <a:gd name="T49" fmla="*/ 1769 h 133"/>
                  <a:gd name="T50" fmla="*/ 472 w 108"/>
                  <a:gd name="T51" fmla="*/ 1395 h 133"/>
                  <a:gd name="T52" fmla="*/ 472 w 108"/>
                  <a:gd name="T53" fmla="*/ 1694 h 133"/>
                  <a:gd name="T54" fmla="*/ 407 w 108"/>
                  <a:gd name="T55" fmla="*/ 1769 h 133"/>
                  <a:gd name="T56" fmla="*/ 347 w 108"/>
                  <a:gd name="T57" fmla="*/ 1573 h 133"/>
                  <a:gd name="T58" fmla="*/ 262 w 108"/>
                  <a:gd name="T59" fmla="*/ 1395 h 133"/>
                  <a:gd name="T60" fmla="*/ 285 w 108"/>
                  <a:gd name="T61" fmla="*/ 1224 h 133"/>
                  <a:gd name="T62" fmla="*/ 208 w 108"/>
                  <a:gd name="T63" fmla="*/ 1121 h 133"/>
                  <a:gd name="T64" fmla="*/ 199 w 108"/>
                  <a:gd name="T65" fmla="*/ 1180 h 133"/>
                  <a:gd name="T66" fmla="*/ 199 w 108"/>
                  <a:gd name="T67" fmla="*/ 1180 h 133"/>
                  <a:gd name="T68" fmla="*/ 150 w 108"/>
                  <a:gd name="T69" fmla="*/ 1378 h 133"/>
                  <a:gd name="T70" fmla="*/ 188 w 108"/>
                  <a:gd name="T71" fmla="*/ 1652 h 133"/>
                  <a:gd name="T72" fmla="*/ 123 w 108"/>
                  <a:gd name="T73" fmla="*/ 1786 h 133"/>
                  <a:gd name="T74" fmla="*/ 37 w 108"/>
                  <a:gd name="T75" fmla="*/ 1623 h 133"/>
                  <a:gd name="T76" fmla="*/ 12 w 108"/>
                  <a:gd name="T77" fmla="*/ 1482 h 133"/>
                  <a:gd name="T78" fmla="*/ 0 w 108"/>
                  <a:gd name="T79" fmla="*/ 1878 h 133"/>
                  <a:gd name="T80" fmla="*/ 12 w 108"/>
                  <a:gd name="T81" fmla="*/ 1878 h 133"/>
                  <a:gd name="T82" fmla="*/ 171 w 108"/>
                  <a:gd name="T83" fmla="*/ 1952 h 133"/>
                  <a:gd name="T84" fmla="*/ 262 w 108"/>
                  <a:gd name="T85" fmla="*/ 1922 h 133"/>
                  <a:gd name="T86" fmla="*/ 359 w 108"/>
                  <a:gd name="T87" fmla="*/ 1910 h 133"/>
                  <a:gd name="T88" fmla="*/ 632 w 108"/>
                  <a:gd name="T89" fmla="*/ 1878 h 133"/>
                  <a:gd name="T90" fmla="*/ 896 w 108"/>
                  <a:gd name="T91" fmla="*/ 1848 h 13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08" h="133">
                    <a:moveTo>
                      <a:pt x="72" y="122"/>
                    </a:moveTo>
                    <a:cubicBezTo>
                      <a:pt x="77" y="120"/>
                      <a:pt x="80" y="123"/>
                      <a:pt x="85" y="121"/>
                    </a:cubicBezTo>
                    <a:cubicBezTo>
                      <a:pt x="93" y="118"/>
                      <a:pt x="105" y="92"/>
                      <a:pt x="108" y="82"/>
                    </a:cubicBezTo>
                    <a:cubicBezTo>
                      <a:pt x="105" y="62"/>
                      <a:pt x="99" y="30"/>
                      <a:pt x="95" y="15"/>
                    </a:cubicBezTo>
                    <a:cubicBezTo>
                      <a:pt x="93" y="10"/>
                      <a:pt x="92" y="5"/>
                      <a:pt x="90" y="0"/>
                    </a:cubicBezTo>
                    <a:cubicBezTo>
                      <a:pt x="88" y="4"/>
                      <a:pt x="88" y="4"/>
                      <a:pt x="88" y="4"/>
                    </a:cubicBezTo>
                    <a:cubicBezTo>
                      <a:pt x="88" y="7"/>
                      <a:pt x="86" y="12"/>
                      <a:pt x="86" y="14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7" y="17"/>
                      <a:pt x="90" y="18"/>
                      <a:pt x="90" y="20"/>
                    </a:cubicBezTo>
                    <a:cubicBezTo>
                      <a:pt x="92" y="24"/>
                      <a:pt x="91" y="28"/>
                      <a:pt x="91" y="32"/>
                    </a:cubicBezTo>
                    <a:cubicBezTo>
                      <a:pt x="91" y="36"/>
                      <a:pt x="92" y="41"/>
                      <a:pt x="92" y="45"/>
                    </a:cubicBezTo>
                    <a:cubicBezTo>
                      <a:pt x="92" y="49"/>
                      <a:pt x="91" y="49"/>
                      <a:pt x="89" y="52"/>
                    </a:cubicBezTo>
                    <a:cubicBezTo>
                      <a:pt x="89" y="55"/>
                      <a:pt x="88" y="58"/>
                      <a:pt x="86" y="60"/>
                    </a:cubicBezTo>
                    <a:cubicBezTo>
                      <a:pt x="85" y="61"/>
                      <a:pt x="85" y="62"/>
                      <a:pt x="84" y="62"/>
                    </a:cubicBezTo>
                    <a:cubicBezTo>
                      <a:pt x="92" y="73"/>
                      <a:pt x="90" y="92"/>
                      <a:pt x="89" y="104"/>
                    </a:cubicBezTo>
                    <a:cubicBezTo>
                      <a:pt x="89" y="113"/>
                      <a:pt x="82" y="116"/>
                      <a:pt x="81" y="106"/>
                    </a:cubicBezTo>
                    <a:cubicBezTo>
                      <a:pt x="80" y="97"/>
                      <a:pt x="78" y="80"/>
                      <a:pt x="70" y="73"/>
                    </a:cubicBezTo>
                    <a:cubicBezTo>
                      <a:pt x="69" y="73"/>
                      <a:pt x="69" y="74"/>
                      <a:pt x="67" y="74"/>
                    </a:cubicBezTo>
                    <a:cubicBezTo>
                      <a:pt x="67" y="74"/>
                      <a:pt x="67" y="74"/>
                      <a:pt x="66" y="74"/>
                    </a:cubicBezTo>
                    <a:cubicBezTo>
                      <a:pt x="69" y="81"/>
                      <a:pt x="74" y="88"/>
                      <a:pt x="75" y="96"/>
                    </a:cubicBezTo>
                    <a:cubicBezTo>
                      <a:pt x="76" y="101"/>
                      <a:pt x="76" y="111"/>
                      <a:pt x="73" y="115"/>
                    </a:cubicBezTo>
                    <a:cubicBezTo>
                      <a:pt x="69" y="120"/>
                      <a:pt x="62" y="120"/>
                      <a:pt x="62" y="113"/>
                    </a:cubicBezTo>
                    <a:cubicBezTo>
                      <a:pt x="61" y="104"/>
                      <a:pt x="63" y="95"/>
                      <a:pt x="58" y="86"/>
                    </a:cubicBezTo>
                    <a:cubicBezTo>
                      <a:pt x="57" y="93"/>
                      <a:pt x="63" y="112"/>
                      <a:pt x="56" y="117"/>
                    </a:cubicBezTo>
                    <a:cubicBezTo>
                      <a:pt x="45" y="124"/>
                      <a:pt x="38" y="99"/>
                      <a:pt x="38" y="92"/>
                    </a:cubicBezTo>
                    <a:cubicBezTo>
                      <a:pt x="36" y="98"/>
                      <a:pt x="39" y="105"/>
                      <a:pt x="38" y="112"/>
                    </a:cubicBezTo>
                    <a:cubicBezTo>
                      <a:pt x="38" y="115"/>
                      <a:pt x="37" y="117"/>
                      <a:pt x="33" y="117"/>
                    </a:cubicBezTo>
                    <a:cubicBezTo>
                      <a:pt x="27" y="118"/>
                      <a:pt x="28" y="109"/>
                      <a:pt x="28" y="104"/>
                    </a:cubicBezTo>
                    <a:cubicBezTo>
                      <a:pt x="26" y="99"/>
                      <a:pt x="23" y="97"/>
                      <a:pt x="21" y="92"/>
                    </a:cubicBezTo>
                    <a:cubicBezTo>
                      <a:pt x="20" y="88"/>
                      <a:pt x="22" y="84"/>
                      <a:pt x="23" y="81"/>
                    </a:cubicBezTo>
                    <a:cubicBezTo>
                      <a:pt x="27" y="73"/>
                      <a:pt x="23" y="75"/>
                      <a:pt x="17" y="74"/>
                    </a:cubicBezTo>
                    <a:cubicBezTo>
                      <a:pt x="17" y="75"/>
                      <a:pt x="17" y="76"/>
                      <a:pt x="16" y="78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5" y="82"/>
                      <a:pt x="12" y="86"/>
                      <a:pt x="12" y="91"/>
                    </a:cubicBezTo>
                    <a:cubicBezTo>
                      <a:pt x="12" y="98"/>
                      <a:pt x="13" y="103"/>
                      <a:pt x="15" y="109"/>
                    </a:cubicBezTo>
                    <a:cubicBezTo>
                      <a:pt x="17" y="115"/>
                      <a:pt x="18" y="123"/>
                      <a:pt x="10" y="118"/>
                    </a:cubicBezTo>
                    <a:cubicBezTo>
                      <a:pt x="6" y="116"/>
                      <a:pt x="4" y="112"/>
                      <a:pt x="3" y="107"/>
                    </a:cubicBezTo>
                    <a:cubicBezTo>
                      <a:pt x="3" y="104"/>
                      <a:pt x="5" y="100"/>
                      <a:pt x="1" y="98"/>
                    </a:cubicBezTo>
                    <a:cubicBezTo>
                      <a:pt x="0" y="107"/>
                      <a:pt x="0" y="115"/>
                      <a:pt x="0" y="124"/>
                    </a:cubicBezTo>
                    <a:cubicBezTo>
                      <a:pt x="1" y="124"/>
                      <a:pt x="1" y="124"/>
                      <a:pt x="1" y="124"/>
                    </a:cubicBezTo>
                    <a:cubicBezTo>
                      <a:pt x="6" y="125"/>
                      <a:pt x="9" y="128"/>
                      <a:pt x="14" y="129"/>
                    </a:cubicBezTo>
                    <a:cubicBezTo>
                      <a:pt x="12" y="129"/>
                      <a:pt x="23" y="127"/>
                      <a:pt x="21" y="127"/>
                    </a:cubicBezTo>
                    <a:cubicBezTo>
                      <a:pt x="21" y="127"/>
                      <a:pt x="29" y="126"/>
                      <a:pt x="29" y="126"/>
                    </a:cubicBezTo>
                    <a:cubicBezTo>
                      <a:pt x="37" y="127"/>
                      <a:pt x="44" y="130"/>
                      <a:pt x="51" y="124"/>
                    </a:cubicBezTo>
                    <a:cubicBezTo>
                      <a:pt x="55" y="133"/>
                      <a:pt x="66" y="123"/>
                      <a:pt x="72" y="122"/>
                    </a:cubicBezTo>
                    <a:close/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4" name="Freeform 719">
                <a:extLst>
                  <a:ext uri="{FF2B5EF4-FFF2-40B4-BE49-F238E27FC236}">
                    <a16:creationId xmlns:a16="http://schemas.microsoft.com/office/drawing/2014/main" id="{7D071FEE-8649-44B0-A26C-3106A905A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242"/>
                <a:ext cx="65" cy="71"/>
              </a:xfrm>
              <a:custGeom>
                <a:avLst/>
                <a:gdLst>
                  <a:gd name="T0" fmla="*/ 0 w 28"/>
                  <a:gd name="T1" fmla="*/ 71 h 29"/>
                  <a:gd name="T2" fmla="*/ 123 w 28"/>
                  <a:gd name="T3" fmla="*/ 365 h 29"/>
                  <a:gd name="T4" fmla="*/ 351 w 28"/>
                  <a:gd name="T5" fmla="*/ 426 h 29"/>
                  <a:gd name="T6" fmla="*/ 274 w 28"/>
                  <a:gd name="T7" fmla="*/ 120 h 29"/>
                  <a:gd name="T8" fmla="*/ 139 w 28"/>
                  <a:gd name="T9" fmla="*/ 223 h 29"/>
                  <a:gd name="T10" fmla="*/ 28 w 28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9">
                    <a:moveTo>
                      <a:pt x="0" y="5"/>
                    </a:moveTo>
                    <a:cubicBezTo>
                      <a:pt x="2" y="13"/>
                      <a:pt x="2" y="20"/>
                      <a:pt x="10" y="25"/>
                    </a:cubicBezTo>
                    <a:cubicBezTo>
                      <a:pt x="16" y="28"/>
                      <a:pt x="22" y="29"/>
                      <a:pt x="28" y="29"/>
                    </a:cubicBezTo>
                    <a:cubicBezTo>
                      <a:pt x="22" y="25"/>
                      <a:pt x="22" y="15"/>
                      <a:pt x="22" y="8"/>
                    </a:cubicBezTo>
                    <a:cubicBezTo>
                      <a:pt x="21" y="16"/>
                      <a:pt x="19" y="21"/>
                      <a:pt x="11" y="15"/>
                    </a:cubicBezTo>
                    <a:cubicBezTo>
                      <a:pt x="7" y="12"/>
                      <a:pt x="2" y="5"/>
                      <a:pt x="2" y="0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5" name="Freeform 720">
                <a:extLst>
                  <a:ext uri="{FF2B5EF4-FFF2-40B4-BE49-F238E27FC236}">
                    <a16:creationId xmlns:a16="http://schemas.microsoft.com/office/drawing/2014/main" id="{6D679A44-0481-476C-B8FB-288F19C5B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212"/>
                <a:ext cx="88" cy="116"/>
              </a:xfrm>
              <a:custGeom>
                <a:avLst/>
                <a:gdLst>
                  <a:gd name="T0" fmla="*/ 435 w 38"/>
                  <a:gd name="T1" fmla="*/ 133 h 47"/>
                  <a:gd name="T2" fmla="*/ 472 w 38"/>
                  <a:gd name="T3" fmla="*/ 706 h 47"/>
                  <a:gd name="T4" fmla="*/ 248 w 38"/>
                  <a:gd name="T5" fmla="*/ 694 h 47"/>
                  <a:gd name="T6" fmla="*/ 0 w 38"/>
                  <a:gd name="T7" fmla="*/ 647 h 47"/>
                  <a:gd name="T8" fmla="*/ 86 w 38"/>
                  <a:gd name="T9" fmla="*/ 407 h 47"/>
                  <a:gd name="T10" fmla="*/ 188 w 38"/>
                  <a:gd name="T11" fmla="*/ 0 h 47"/>
                  <a:gd name="T12" fmla="*/ 225 w 38"/>
                  <a:gd name="T13" fmla="*/ 494 h 47"/>
                  <a:gd name="T14" fmla="*/ 359 w 38"/>
                  <a:gd name="T15" fmla="*/ 511 h 47"/>
                  <a:gd name="T16" fmla="*/ 435 w 38"/>
                  <a:gd name="T17" fmla="*/ 15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7">
                    <a:moveTo>
                      <a:pt x="35" y="9"/>
                    </a:moveTo>
                    <a:cubicBezTo>
                      <a:pt x="30" y="22"/>
                      <a:pt x="35" y="35"/>
                      <a:pt x="38" y="47"/>
                    </a:cubicBezTo>
                    <a:cubicBezTo>
                      <a:pt x="32" y="46"/>
                      <a:pt x="26" y="47"/>
                      <a:pt x="20" y="46"/>
                    </a:cubicBezTo>
                    <a:cubicBezTo>
                      <a:pt x="14" y="45"/>
                      <a:pt x="5" y="46"/>
                      <a:pt x="0" y="43"/>
                    </a:cubicBezTo>
                    <a:cubicBezTo>
                      <a:pt x="10" y="41"/>
                      <a:pt x="7" y="34"/>
                      <a:pt x="7" y="27"/>
                    </a:cubicBezTo>
                    <a:cubicBezTo>
                      <a:pt x="7" y="18"/>
                      <a:pt x="13" y="8"/>
                      <a:pt x="15" y="0"/>
                    </a:cubicBezTo>
                    <a:cubicBezTo>
                      <a:pt x="13" y="8"/>
                      <a:pt x="13" y="25"/>
                      <a:pt x="18" y="33"/>
                    </a:cubicBezTo>
                    <a:cubicBezTo>
                      <a:pt x="20" y="38"/>
                      <a:pt x="24" y="40"/>
                      <a:pt x="29" y="34"/>
                    </a:cubicBezTo>
                    <a:cubicBezTo>
                      <a:pt x="34" y="28"/>
                      <a:pt x="30" y="16"/>
                      <a:pt x="35" y="10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6" name="Freeform 721">
                <a:extLst>
                  <a:ext uri="{FF2B5EF4-FFF2-40B4-BE49-F238E27FC236}">
                    <a16:creationId xmlns:a16="http://schemas.microsoft.com/office/drawing/2014/main" id="{4559E5DD-EF8B-4843-BB41-6E8C01A65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3101"/>
                <a:ext cx="21" cy="54"/>
              </a:xfrm>
              <a:custGeom>
                <a:avLst/>
                <a:gdLst>
                  <a:gd name="T0" fmla="*/ 103 w 9"/>
                  <a:gd name="T1" fmla="*/ 0 h 22"/>
                  <a:gd name="T2" fmla="*/ 12 w 9"/>
                  <a:gd name="T3" fmla="*/ 326 h 22"/>
                  <a:gd name="T4" fmla="*/ 28 w 9"/>
                  <a:gd name="T5" fmla="*/ 20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2">
                    <a:moveTo>
                      <a:pt x="8" y="0"/>
                    </a:moveTo>
                    <a:cubicBezTo>
                      <a:pt x="8" y="7"/>
                      <a:pt x="9" y="18"/>
                      <a:pt x="1" y="22"/>
                    </a:cubicBezTo>
                    <a:cubicBezTo>
                      <a:pt x="0" y="20"/>
                      <a:pt x="1" y="16"/>
                      <a:pt x="2" y="14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7" name="Freeform 722">
                <a:extLst>
                  <a:ext uri="{FF2B5EF4-FFF2-40B4-BE49-F238E27FC236}">
                    <a16:creationId xmlns:a16="http://schemas.microsoft.com/office/drawing/2014/main" id="{CB9753F6-1CFE-43C9-9D83-62532858B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3170"/>
                <a:ext cx="37" cy="72"/>
              </a:xfrm>
              <a:custGeom>
                <a:avLst/>
                <a:gdLst>
                  <a:gd name="T0" fmla="*/ 187 w 16"/>
                  <a:gd name="T1" fmla="*/ 0 h 29"/>
                  <a:gd name="T2" fmla="*/ 187 w 16"/>
                  <a:gd name="T3" fmla="*/ 137 h 29"/>
                  <a:gd name="T4" fmla="*/ 113 w 16"/>
                  <a:gd name="T5" fmla="*/ 258 h 29"/>
                  <a:gd name="T6" fmla="*/ 74 w 16"/>
                  <a:gd name="T7" fmla="*/ 432 h 29"/>
                  <a:gd name="T8" fmla="*/ 0 w 16"/>
                  <a:gd name="T9" fmla="*/ 444 h 29"/>
                  <a:gd name="T10" fmla="*/ 86 w 16"/>
                  <a:gd name="T11" fmla="*/ 10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9">
                    <a:moveTo>
                      <a:pt x="15" y="0"/>
                    </a:moveTo>
                    <a:cubicBezTo>
                      <a:pt x="15" y="3"/>
                      <a:pt x="16" y="6"/>
                      <a:pt x="15" y="9"/>
                    </a:cubicBezTo>
                    <a:cubicBezTo>
                      <a:pt x="13" y="12"/>
                      <a:pt x="10" y="14"/>
                      <a:pt x="9" y="17"/>
                    </a:cubicBezTo>
                    <a:cubicBezTo>
                      <a:pt x="8" y="20"/>
                      <a:pt x="8" y="26"/>
                      <a:pt x="6" y="28"/>
                    </a:cubicBezTo>
                    <a:cubicBezTo>
                      <a:pt x="4" y="29"/>
                      <a:pt x="2" y="28"/>
                      <a:pt x="0" y="29"/>
                    </a:cubicBezTo>
                    <a:cubicBezTo>
                      <a:pt x="7" y="25"/>
                      <a:pt x="3" y="13"/>
                      <a:pt x="7" y="7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8" name="Freeform 723">
                <a:extLst>
                  <a:ext uri="{FF2B5EF4-FFF2-40B4-BE49-F238E27FC236}">
                    <a16:creationId xmlns:a16="http://schemas.microsoft.com/office/drawing/2014/main" id="{86D4E59B-65CB-40B9-A861-958580461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125"/>
                <a:ext cx="148" cy="131"/>
              </a:xfrm>
              <a:custGeom>
                <a:avLst/>
                <a:gdLst>
                  <a:gd name="T0" fmla="*/ 765 w 64"/>
                  <a:gd name="T1" fmla="*/ 556 h 53"/>
                  <a:gd name="T2" fmla="*/ 620 w 64"/>
                  <a:gd name="T3" fmla="*/ 788 h 53"/>
                  <a:gd name="T4" fmla="*/ 386 w 64"/>
                  <a:gd name="T5" fmla="*/ 648 h 53"/>
                  <a:gd name="T6" fmla="*/ 273 w 64"/>
                  <a:gd name="T7" fmla="*/ 556 h 53"/>
                  <a:gd name="T8" fmla="*/ 171 w 64"/>
                  <a:gd name="T9" fmla="*/ 423 h 53"/>
                  <a:gd name="T10" fmla="*/ 0 w 64"/>
                  <a:gd name="T11" fmla="*/ 133 h 53"/>
                  <a:gd name="T12" fmla="*/ 199 w 64"/>
                  <a:gd name="T13" fmla="*/ 319 h 53"/>
                  <a:gd name="T14" fmla="*/ 386 w 64"/>
                  <a:gd name="T15" fmla="*/ 183 h 53"/>
                  <a:gd name="T16" fmla="*/ 301 w 64"/>
                  <a:gd name="T17" fmla="*/ 423 h 53"/>
                  <a:gd name="T18" fmla="*/ 407 w 64"/>
                  <a:gd name="T19" fmla="*/ 74 h 53"/>
                  <a:gd name="T20" fmla="*/ 460 w 64"/>
                  <a:gd name="T21" fmla="*/ 269 h 53"/>
                  <a:gd name="T22" fmla="*/ 432 w 64"/>
                  <a:gd name="T23" fmla="*/ 635 h 53"/>
                  <a:gd name="T24" fmla="*/ 583 w 64"/>
                  <a:gd name="T25" fmla="*/ 606 h 53"/>
                  <a:gd name="T26" fmla="*/ 657 w 64"/>
                  <a:gd name="T27" fmla="*/ 349 h 53"/>
                  <a:gd name="T28" fmla="*/ 668 w 64"/>
                  <a:gd name="T29" fmla="*/ 665 h 53"/>
                  <a:gd name="T30" fmla="*/ 791 w 64"/>
                  <a:gd name="T31" fmla="*/ 573 h 5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4" h="53">
                    <a:moveTo>
                      <a:pt x="62" y="37"/>
                    </a:moveTo>
                    <a:cubicBezTo>
                      <a:pt x="62" y="44"/>
                      <a:pt x="57" y="52"/>
                      <a:pt x="50" y="52"/>
                    </a:cubicBezTo>
                    <a:cubicBezTo>
                      <a:pt x="42" y="53"/>
                      <a:pt x="37" y="47"/>
                      <a:pt x="31" y="43"/>
                    </a:cubicBezTo>
                    <a:cubicBezTo>
                      <a:pt x="29" y="41"/>
                      <a:pt x="25" y="39"/>
                      <a:pt x="22" y="37"/>
                    </a:cubicBezTo>
                    <a:cubicBezTo>
                      <a:pt x="18" y="34"/>
                      <a:pt x="17" y="32"/>
                      <a:pt x="14" y="28"/>
                    </a:cubicBezTo>
                    <a:cubicBezTo>
                      <a:pt x="10" y="22"/>
                      <a:pt x="4" y="16"/>
                      <a:pt x="0" y="9"/>
                    </a:cubicBezTo>
                    <a:cubicBezTo>
                      <a:pt x="4" y="14"/>
                      <a:pt x="10" y="20"/>
                      <a:pt x="16" y="21"/>
                    </a:cubicBezTo>
                    <a:cubicBezTo>
                      <a:pt x="20" y="22"/>
                      <a:pt x="31" y="17"/>
                      <a:pt x="31" y="12"/>
                    </a:cubicBezTo>
                    <a:cubicBezTo>
                      <a:pt x="28" y="17"/>
                      <a:pt x="26" y="23"/>
                      <a:pt x="24" y="28"/>
                    </a:cubicBezTo>
                    <a:cubicBezTo>
                      <a:pt x="34" y="32"/>
                      <a:pt x="31" y="8"/>
                      <a:pt x="33" y="5"/>
                    </a:cubicBezTo>
                    <a:cubicBezTo>
                      <a:pt x="38" y="0"/>
                      <a:pt x="38" y="14"/>
                      <a:pt x="37" y="18"/>
                    </a:cubicBezTo>
                    <a:cubicBezTo>
                      <a:pt x="36" y="24"/>
                      <a:pt x="29" y="36"/>
                      <a:pt x="35" y="42"/>
                    </a:cubicBezTo>
                    <a:cubicBezTo>
                      <a:pt x="38" y="45"/>
                      <a:pt x="45" y="43"/>
                      <a:pt x="47" y="40"/>
                    </a:cubicBezTo>
                    <a:cubicBezTo>
                      <a:pt x="51" y="36"/>
                      <a:pt x="51" y="29"/>
                      <a:pt x="53" y="23"/>
                    </a:cubicBezTo>
                    <a:cubicBezTo>
                      <a:pt x="51" y="28"/>
                      <a:pt x="49" y="42"/>
                      <a:pt x="54" y="44"/>
                    </a:cubicBezTo>
                    <a:cubicBezTo>
                      <a:pt x="58" y="47"/>
                      <a:pt x="61" y="40"/>
                      <a:pt x="64" y="38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99" name="Freeform 724">
                <a:extLst>
                  <a:ext uri="{FF2B5EF4-FFF2-40B4-BE49-F238E27FC236}">
                    <a16:creationId xmlns:a16="http://schemas.microsoft.com/office/drawing/2014/main" id="{EBEF50BC-6E66-4520-9BC9-6CC5092E4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969"/>
                <a:ext cx="139" cy="181"/>
              </a:xfrm>
              <a:custGeom>
                <a:avLst/>
                <a:gdLst>
                  <a:gd name="T0" fmla="*/ 37 w 60"/>
                  <a:gd name="T1" fmla="*/ 30 h 73"/>
                  <a:gd name="T2" fmla="*/ 74 w 60"/>
                  <a:gd name="T3" fmla="*/ 565 h 73"/>
                  <a:gd name="T4" fmla="*/ 285 w 60"/>
                  <a:gd name="T5" fmla="*/ 793 h 73"/>
                  <a:gd name="T6" fmla="*/ 521 w 60"/>
                  <a:gd name="T7" fmla="*/ 1022 h 73"/>
                  <a:gd name="T8" fmla="*/ 623 w 60"/>
                  <a:gd name="T9" fmla="*/ 1101 h 73"/>
                  <a:gd name="T10" fmla="*/ 746 w 60"/>
                  <a:gd name="T11" fmla="*/ 855 h 73"/>
                  <a:gd name="T12" fmla="*/ 595 w 60"/>
                  <a:gd name="T13" fmla="*/ 885 h 73"/>
                  <a:gd name="T14" fmla="*/ 396 w 60"/>
                  <a:gd name="T15" fmla="*/ 607 h 73"/>
                  <a:gd name="T16" fmla="*/ 209 w 60"/>
                  <a:gd name="T17" fmla="*/ 669 h 73"/>
                  <a:gd name="T18" fmla="*/ 114 w 60"/>
                  <a:gd name="T19" fmla="*/ 382 h 73"/>
                  <a:gd name="T20" fmla="*/ 65 w 60"/>
                  <a:gd name="T21" fmla="*/ 0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73">
                    <a:moveTo>
                      <a:pt x="3" y="2"/>
                    </a:moveTo>
                    <a:cubicBezTo>
                      <a:pt x="0" y="15"/>
                      <a:pt x="0" y="25"/>
                      <a:pt x="6" y="37"/>
                    </a:cubicBezTo>
                    <a:cubicBezTo>
                      <a:pt x="10" y="44"/>
                      <a:pt x="16" y="47"/>
                      <a:pt x="23" y="52"/>
                    </a:cubicBezTo>
                    <a:cubicBezTo>
                      <a:pt x="29" y="57"/>
                      <a:pt x="36" y="62"/>
                      <a:pt x="42" y="67"/>
                    </a:cubicBezTo>
                    <a:cubicBezTo>
                      <a:pt x="44" y="69"/>
                      <a:pt x="47" y="73"/>
                      <a:pt x="50" y="72"/>
                    </a:cubicBezTo>
                    <a:cubicBezTo>
                      <a:pt x="54" y="70"/>
                      <a:pt x="58" y="60"/>
                      <a:pt x="60" y="56"/>
                    </a:cubicBezTo>
                    <a:cubicBezTo>
                      <a:pt x="57" y="63"/>
                      <a:pt x="49" y="68"/>
                      <a:pt x="48" y="58"/>
                    </a:cubicBezTo>
                    <a:cubicBezTo>
                      <a:pt x="43" y="70"/>
                      <a:pt x="26" y="51"/>
                      <a:pt x="32" y="40"/>
                    </a:cubicBezTo>
                    <a:cubicBezTo>
                      <a:pt x="26" y="42"/>
                      <a:pt x="24" y="47"/>
                      <a:pt x="17" y="44"/>
                    </a:cubicBezTo>
                    <a:cubicBezTo>
                      <a:pt x="12" y="41"/>
                      <a:pt x="6" y="30"/>
                      <a:pt x="9" y="25"/>
                    </a:cubicBezTo>
                    <a:cubicBezTo>
                      <a:pt x="3" y="23"/>
                      <a:pt x="1" y="4"/>
                      <a:pt x="5" y="0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0" name="Freeform 725">
                <a:extLst>
                  <a:ext uri="{FF2B5EF4-FFF2-40B4-BE49-F238E27FC236}">
                    <a16:creationId xmlns:a16="http://schemas.microsoft.com/office/drawing/2014/main" id="{002A999B-C0CA-4501-BE9B-AAEDCF287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3039"/>
                <a:ext cx="74" cy="47"/>
              </a:xfrm>
              <a:custGeom>
                <a:avLst/>
                <a:gdLst>
                  <a:gd name="T0" fmla="*/ 199 w 32"/>
                  <a:gd name="T1" fmla="*/ 74 h 19"/>
                  <a:gd name="T2" fmla="*/ 347 w 32"/>
                  <a:gd name="T3" fmla="*/ 42 h 19"/>
                  <a:gd name="T4" fmla="*/ 395 w 32"/>
                  <a:gd name="T5" fmla="*/ 228 h 19"/>
                  <a:gd name="T6" fmla="*/ 321 w 32"/>
                  <a:gd name="T7" fmla="*/ 257 h 19"/>
                  <a:gd name="T8" fmla="*/ 0 w 32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9">
                    <a:moveTo>
                      <a:pt x="16" y="5"/>
                    </a:moveTo>
                    <a:cubicBezTo>
                      <a:pt x="20" y="5"/>
                      <a:pt x="25" y="5"/>
                      <a:pt x="28" y="3"/>
                    </a:cubicBezTo>
                    <a:cubicBezTo>
                      <a:pt x="28" y="8"/>
                      <a:pt x="32" y="11"/>
                      <a:pt x="32" y="15"/>
                    </a:cubicBezTo>
                    <a:cubicBezTo>
                      <a:pt x="30" y="15"/>
                      <a:pt x="28" y="16"/>
                      <a:pt x="26" y="17"/>
                    </a:cubicBezTo>
                    <a:cubicBezTo>
                      <a:pt x="30" y="0"/>
                      <a:pt x="4" y="13"/>
                      <a:pt x="0" y="19"/>
                    </a:cubicBezTo>
                  </a:path>
                </a:pathLst>
              </a:custGeom>
              <a:solidFill>
                <a:srgbClr val="98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1" name="Freeform 726">
                <a:extLst>
                  <a:ext uri="{FF2B5EF4-FFF2-40B4-BE49-F238E27FC236}">
                    <a16:creationId xmlns:a16="http://schemas.microsoft.com/office/drawing/2014/main" id="{D5BC3947-E09C-4212-88A9-1A33212FA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786"/>
                <a:ext cx="30" cy="104"/>
              </a:xfrm>
              <a:custGeom>
                <a:avLst/>
                <a:gdLst>
                  <a:gd name="T0" fmla="*/ 48 w 13"/>
                  <a:gd name="T1" fmla="*/ 166 h 42"/>
                  <a:gd name="T2" fmla="*/ 37 w 13"/>
                  <a:gd name="T3" fmla="*/ 362 h 42"/>
                  <a:gd name="T4" fmla="*/ 48 w 13"/>
                  <a:gd name="T5" fmla="*/ 639 h 42"/>
                  <a:gd name="T6" fmla="*/ 150 w 13"/>
                  <a:gd name="T7" fmla="*/ 485 h 42"/>
                  <a:gd name="T8" fmla="*/ 65 w 13"/>
                  <a:gd name="T9" fmla="*/ 307 h 42"/>
                  <a:gd name="T10" fmla="*/ 48 w 13"/>
                  <a:gd name="T11" fmla="*/ 228 h 42"/>
                  <a:gd name="T12" fmla="*/ 48 w 13"/>
                  <a:gd name="T13" fmla="*/ 183 h 42"/>
                  <a:gd name="T14" fmla="*/ 28 w 13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42">
                    <a:moveTo>
                      <a:pt x="4" y="11"/>
                    </a:moveTo>
                    <a:cubicBezTo>
                      <a:pt x="0" y="16"/>
                      <a:pt x="0" y="18"/>
                      <a:pt x="3" y="24"/>
                    </a:cubicBezTo>
                    <a:cubicBezTo>
                      <a:pt x="6" y="28"/>
                      <a:pt x="13" y="39"/>
                      <a:pt x="4" y="42"/>
                    </a:cubicBezTo>
                    <a:cubicBezTo>
                      <a:pt x="8" y="41"/>
                      <a:pt x="13" y="36"/>
                      <a:pt x="12" y="32"/>
                    </a:cubicBezTo>
                    <a:cubicBezTo>
                      <a:pt x="12" y="28"/>
                      <a:pt x="5" y="25"/>
                      <a:pt x="5" y="20"/>
                    </a:cubicBezTo>
                    <a:cubicBezTo>
                      <a:pt x="5" y="18"/>
                      <a:pt x="4" y="17"/>
                      <a:pt x="4" y="15"/>
                    </a:cubicBezTo>
                    <a:cubicBezTo>
                      <a:pt x="4" y="13"/>
                      <a:pt x="5" y="13"/>
                      <a:pt x="4" y="12"/>
                    </a:cubicBezTo>
                    <a:cubicBezTo>
                      <a:pt x="3" y="9"/>
                      <a:pt x="2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2" name="Freeform 727">
                <a:extLst>
                  <a:ext uri="{FF2B5EF4-FFF2-40B4-BE49-F238E27FC236}">
                    <a16:creationId xmlns:a16="http://schemas.microsoft.com/office/drawing/2014/main" id="{692ADC37-5293-48DB-B9AC-C9788681C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880"/>
                <a:ext cx="77" cy="13"/>
              </a:xfrm>
              <a:custGeom>
                <a:avLst/>
                <a:gdLst>
                  <a:gd name="T0" fmla="*/ 0 w 33"/>
                  <a:gd name="T1" fmla="*/ 0 h 5"/>
                  <a:gd name="T2" fmla="*/ 142 w 33"/>
                  <a:gd name="T3" fmla="*/ 55 h 5"/>
                  <a:gd name="T4" fmla="*/ 420 w 33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">
                    <a:moveTo>
                      <a:pt x="0" y="0"/>
                    </a:moveTo>
                    <a:cubicBezTo>
                      <a:pt x="4" y="1"/>
                      <a:pt x="7" y="2"/>
                      <a:pt x="11" y="3"/>
                    </a:cubicBezTo>
                    <a:cubicBezTo>
                      <a:pt x="19" y="5"/>
                      <a:pt x="25" y="3"/>
                      <a:pt x="3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3" name="Freeform 728">
                <a:extLst>
                  <a:ext uri="{FF2B5EF4-FFF2-40B4-BE49-F238E27FC236}">
                    <a16:creationId xmlns:a16="http://schemas.microsoft.com/office/drawing/2014/main" id="{969E0360-5110-4C86-A132-4B29E5690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895"/>
                <a:ext cx="65" cy="30"/>
              </a:xfrm>
              <a:custGeom>
                <a:avLst/>
                <a:gdLst>
                  <a:gd name="T0" fmla="*/ 0 w 28"/>
                  <a:gd name="T1" fmla="*/ 188 h 12"/>
                  <a:gd name="T2" fmla="*/ 351 w 2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12"/>
                    </a:moveTo>
                    <a:cubicBezTo>
                      <a:pt x="7" y="6"/>
                      <a:pt x="19" y="2"/>
                      <a:pt x="2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4" name="Freeform 729">
                <a:extLst>
                  <a:ext uri="{FF2B5EF4-FFF2-40B4-BE49-F238E27FC236}">
                    <a16:creationId xmlns:a16="http://schemas.microsoft.com/office/drawing/2014/main" id="{60D52328-76DB-4D22-B469-D5A17305A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915"/>
                <a:ext cx="37" cy="47"/>
              </a:xfrm>
              <a:custGeom>
                <a:avLst/>
                <a:gdLst>
                  <a:gd name="T0" fmla="*/ 102 w 16"/>
                  <a:gd name="T1" fmla="*/ 0 h 19"/>
                  <a:gd name="T2" fmla="*/ 12 w 16"/>
                  <a:gd name="T3" fmla="*/ 287 h 19"/>
                  <a:gd name="T4" fmla="*/ 113 w 16"/>
                  <a:gd name="T5" fmla="*/ 1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8" y="0"/>
                    </a:moveTo>
                    <a:cubicBezTo>
                      <a:pt x="11" y="9"/>
                      <a:pt x="0" y="11"/>
                      <a:pt x="1" y="19"/>
                    </a:cubicBezTo>
                    <a:cubicBezTo>
                      <a:pt x="3" y="13"/>
                      <a:pt x="16" y="9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5" name="Freeform 730">
                <a:extLst>
                  <a:ext uri="{FF2B5EF4-FFF2-40B4-BE49-F238E27FC236}">
                    <a16:creationId xmlns:a16="http://schemas.microsoft.com/office/drawing/2014/main" id="{52ADB4C1-9BC4-4E67-9CA8-8428186A3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918"/>
                <a:ext cx="39" cy="54"/>
              </a:xfrm>
              <a:custGeom>
                <a:avLst/>
                <a:gdLst>
                  <a:gd name="T0" fmla="*/ 204 w 17"/>
                  <a:gd name="T1" fmla="*/ 0 h 22"/>
                  <a:gd name="T2" fmla="*/ 48 w 17"/>
                  <a:gd name="T3" fmla="*/ 91 h 22"/>
                  <a:gd name="T4" fmla="*/ 37 w 17"/>
                  <a:gd name="T5" fmla="*/ 326 h 22"/>
                  <a:gd name="T6" fmla="*/ 147 w 17"/>
                  <a:gd name="T7" fmla="*/ 2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2">
                    <a:moveTo>
                      <a:pt x="17" y="0"/>
                    </a:moveTo>
                    <a:cubicBezTo>
                      <a:pt x="12" y="0"/>
                      <a:pt x="7" y="2"/>
                      <a:pt x="4" y="6"/>
                    </a:cubicBezTo>
                    <a:cubicBezTo>
                      <a:pt x="0" y="11"/>
                      <a:pt x="3" y="17"/>
                      <a:pt x="3" y="22"/>
                    </a:cubicBezTo>
                    <a:cubicBezTo>
                      <a:pt x="2" y="15"/>
                      <a:pt x="5" y="6"/>
                      <a:pt x="12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6" name="Freeform 731">
                <a:extLst>
                  <a:ext uri="{FF2B5EF4-FFF2-40B4-BE49-F238E27FC236}">
                    <a16:creationId xmlns:a16="http://schemas.microsoft.com/office/drawing/2014/main" id="{34A0133B-0D39-439A-864D-DE507EA0A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915"/>
                <a:ext cx="132" cy="52"/>
              </a:xfrm>
              <a:custGeom>
                <a:avLst/>
                <a:gdLst>
                  <a:gd name="T0" fmla="*/ 0 w 57"/>
                  <a:gd name="T1" fmla="*/ 215 h 21"/>
                  <a:gd name="T2" fmla="*/ 171 w 57"/>
                  <a:gd name="T3" fmla="*/ 124 h 21"/>
                  <a:gd name="T4" fmla="*/ 350 w 57"/>
                  <a:gd name="T5" fmla="*/ 92 h 21"/>
                  <a:gd name="T6" fmla="*/ 623 w 57"/>
                  <a:gd name="T7" fmla="*/ 30 h 21"/>
                  <a:gd name="T8" fmla="*/ 509 w 57"/>
                  <a:gd name="T9" fmla="*/ 319 h 21"/>
                  <a:gd name="T10" fmla="*/ 558 w 57"/>
                  <a:gd name="T11" fmla="*/ 92 h 21"/>
                  <a:gd name="T12" fmla="*/ 387 w 57"/>
                  <a:gd name="T13" fmla="*/ 124 h 21"/>
                  <a:gd name="T14" fmla="*/ 208 w 57"/>
                  <a:gd name="T15" fmla="*/ 154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21">
                    <a:moveTo>
                      <a:pt x="0" y="14"/>
                    </a:moveTo>
                    <a:cubicBezTo>
                      <a:pt x="7" y="14"/>
                      <a:pt x="9" y="10"/>
                      <a:pt x="14" y="8"/>
                    </a:cubicBezTo>
                    <a:cubicBezTo>
                      <a:pt x="18" y="7"/>
                      <a:pt x="23" y="7"/>
                      <a:pt x="28" y="6"/>
                    </a:cubicBezTo>
                    <a:cubicBezTo>
                      <a:pt x="34" y="4"/>
                      <a:pt x="43" y="5"/>
                      <a:pt x="50" y="2"/>
                    </a:cubicBezTo>
                    <a:cubicBezTo>
                      <a:pt x="57" y="0"/>
                      <a:pt x="42" y="13"/>
                      <a:pt x="41" y="21"/>
                    </a:cubicBezTo>
                    <a:cubicBezTo>
                      <a:pt x="44" y="18"/>
                      <a:pt x="46" y="11"/>
                      <a:pt x="45" y="6"/>
                    </a:cubicBezTo>
                    <a:cubicBezTo>
                      <a:pt x="41" y="6"/>
                      <a:pt x="35" y="8"/>
                      <a:pt x="31" y="8"/>
                    </a:cubicBezTo>
                    <a:cubicBezTo>
                      <a:pt x="27" y="9"/>
                      <a:pt x="21" y="9"/>
                      <a:pt x="17" y="1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7" name="Freeform 732">
                <a:extLst>
                  <a:ext uri="{FF2B5EF4-FFF2-40B4-BE49-F238E27FC236}">
                    <a16:creationId xmlns:a16="http://schemas.microsoft.com/office/drawing/2014/main" id="{BA683608-CA47-4840-8792-DAD212ED1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638"/>
                <a:ext cx="40" cy="52"/>
              </a:xfrm>
              <a:custGeom>
                <a:avLst/>
                <a:gdLst>
                  <a:gd name="T0" fmla="*/ 221 w 17"/>
                  <a:gd name="T1" fmla="*/ 0 h 21"/>
                  <a:gd name="T2" fmla="*/ 12 w 17"/>
                  <a:gd name="T3" fmla="*/ 124 h 21"/>
                  <a:gd name="T4" fmla="*/ 132 w 17"/>
                  <a:gd name="T5" fmla="*/ 319 h 21"/>
                  <a:gd name="T6" fmla="*/ 144 w 17"/>
                  <a:gd name="T7" fmla="*/ 196 h 21"/>
                  <a:gd name="T8" fmla="*/ 155 w 17"/>
                  <a:gd name="T9" fmla="*/ 92 h 21"/>
                  <a:gd name="T10" fmla="*/ 172 w 17"/>
                  <a:gd name="T11" fmla="*/ 42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1">
                    <a:moveTo>
                      <a:pt x="17" y="0"/>
                    </a:moveTo>
                    <a:cubicBezTo>
                      <a:pt x="14" y="4"/>
                      <a:pt x="3" y="4"/>
                      <a:pt x="1" y="8"/>
                    </a:cubicBezTo>
                    <a:cubicBezTo>
                      <a:pt x="0" y="12"/>
                      <a:pt x="8" y="18"/>
                      <a:pt x="10" y="21"/>
                    </a:cubicBezTo>
                    <a:cubicBezTo>
                      <a:pt x="2" y="17"/>
                      <a:pt x="6" y="8"/>
                      <a:pt x="11" y="13"/>
                    </a:cubicBezTo>
                    <a:cubicBezTo>
                      <a:pt x="7" y="10"/>
                      <a:pt x="7" y="6"/>
                      <a:pt x="12" y="6"/>
                    </a:cubicBezTo>
                    <a:cubicBezTo>
                      <a:pt x="12" y="4"/>
                      <a:pt x="13" y="4"/>
                      <a:pt x="13" y="3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8" name="Freeform 733">
                <a:extLst>
                  <a:ext uri="{FF2B5EF4-FFF2-40B4-BE49-F238E27FC236}">
                    <a16:creationId xmlns:a16="http://schemas.microsoft.com/office/drawing/2014/main" id="{F7B951AB-652C-4E79-AF5E-C51172A39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690"/>
                <a:ext cx="33" cy="35"/>
              </a:xfrm>
              <a:custGeom>
                <a:avLst/>
                <a:gdLst>
                  <a:gd name="T0" fmla="*/ 184 w 14"/>
                  <a:gd name="T1" fmla="*/ 0 h 14"/>
                  <a:gd name="T2" fmla="*/ 144 w 14"/>
                  <a:gd name="T3" fmla="*/ 220 h 14"/>
                  <a:gd name="T4" fmla="*/ 184 w 14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4" y="0"/>
                    </a:moveTo>
                    <a:cubicBezTo>
                      <a:pt x="8" y="5"/>
                      <a:pt x="0" y="9"/>
                      <a:pt x="11" y="14"/>
                    </a:cubicBezTo>
                    <a:cubicBezTo>
                      <a:pt x="4" y="7"/>
                      <a:pt x="10" y="6"/>
                      <a:pt x="14" y="1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9" name="Freeform 734">
                <a:extLst>
                  <a:ext uri="{FF2B5EF4-FFF2-40B4-BE49-F238E27FC236}">
                    <a16:creationId xmlns:a16="http://schemas.microsoft.com/office/drawing/2014/main" id="{132A28D9-6A1A-4422-B97F-411859912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744"/>
                <a:ext cx="35" cy="52"/>
              </a:xfrm>
              <a:custGeom>
                <a:avLst/>
                <a:gdLst>
                  <a:gd name="T0" fmla="*/ 180 w 15"/>
                  <a:gd name="T1" fmla="*/ 0 h 21"/>
                  <a:gd name="T2" fmla="*/ 114 w 15"/>
                  <a:gd name="T3" fmla="*/ 134 h 21"/>
                  <a:gd name="T4" fmla="*/ 28 w 15"/>
                  <a:gd name="T5" fmla="*/ 228 h 21"/>
                  <a:gd name="T6" fmla="*/ 191 w 15"/>
                  <a:gd name="T7" fmla="*/ 319 h 21"/>
                  <a:gd name="T8" fmla="*/ 77 w 15"/>
                  <a:gd name="T9" fmla="*/ 228 h 21"/>
                  <a:gd name="T10" fmla="*/ 163 w 15"/>
                  <a:gd name="T11" fmla="*/ 92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1">
                    <a:moveTo>
                      <a:pt x="14" y="0"/>
                    </a:moveTo>
                    <a:cubicBezTo>
                      <a:pt x="13" y="3"/>
                      <a:pt x="11" y="6"/>
                      <a:pt x="9" y="9"/>
                    </a:cubicBezTo>
                    <a:cubicBezTo>
                      <a:pt x="7" y="11"/>
                      <a:pt x="2" y="12"/>
                      <a:pt x="2" y="15"/>
                    </a:cubicBezTo>
                    <a:cubicBezTo>
                      <a:pt x="0" y="21"/>
                      <a:pt x="12" y="17"/>
                      <a:pt x="15" y="21"/>
                    </a:cubicBezTo>
                    <a:cubicBezTo>
                      <a:pt x="12" y="19"/>
                      <a:pt x="9" y="17"/>
                      <a:pt x="6" y="15"/>
                    </a:cubicBezTo>
                    <a:cubicBezTo>
                      <a:pt x="10" y="13"/>
                      <a:pt x="12" y="11"/>
                      <a:pt x="13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0" name="Freeform 735">
                <a:extLst>
                  <a:ext uri="{FF2B5EF4-FFF2-40B4-BE49-F238E27FC236}">
                    <a16:creationId xmlns:a16="http://schemas.microsoft.com/office/drawing/2014/main" id="{C80D090A-28AA-453F-B20F-6D9D20CAE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801"/>
                <a:ext cx="81" cy="70"/>
              </a:xfrm>
              <a:custGeom>
                <a:avLst/>
                <a:gdLst>
                  <a:gd name="T0" fmla="*/ 0 w 35"/>
                  <a:gd name="T1" fmla="*/ 438 h 28"/>
                  <a:gd name="T2" fmla="*/ 433 w 35"/>
                  <a:gd name="T3" fmla="*/ 158 h 28"/>
                  <a:gd name="T4" fmla="*/ 301 w 35"/>
                  <a:gd name="T5" fmla="*/ 220 h 28"/>
                  <a:gd name="T6" fmla="*/ 199 w 35"/>
                  <a:gd name="T7" fmla="*/ 188 h 28"/>
                  <a:gd name="T8" fmla="*/ 134 w 35"/>
                  <a:gd name="T9" fmla="*/ 18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8">
                    <a:moveTo>
                      <a:pt x="0" y="28"/>
                    </a:moveTo>
                    <a:cubicBezTo>
                      <a:pt x="8" y="13"/>
                      <a:pt x="16" y="0"/>
                      <a:pt x="35" y="10"/>
                    </a:cubicBezTo>
                    <a:cubicBezTo>
                      <a:pt x="32" y="9"/>
                      <a:pt x="21" y="8"/>
                      <a:pt x="24" y="14"/>
                    </a:cubicBezTo>
                    <a:cubicBezTo>
                      <a:pt x="22" y="11"/>
                      <a:pt x="19" y="9"/>
                      <a:pt x="16" y="12"/>
                    </a:cubicBezTo>
                    <a:cubicBezTo>
                      <a:pt x="14" y="10"/>
                      <a:pt x="13" y="11"/>
                      <a:pt x="11" y="1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1" name="Freeform 736">
                <a:extLst>
                  <a:ext uri="{FF2B5EF4-FFF2-40B4-BE49-F238E27FC236}">
                    <a16:creationId xmlns:a16="http://schemas.microsoft.com/office/drawing/2014/main" id="{07F8B033-2F3D-4F3A-AFDD-3CB4C217E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007"/>
                <a:ext cx="23" cy="61"/>
              </a:xfrm>
              <a:custGeom>
                <a:avLst/>
                <a:gdLst>
                  <a:gd name="T0" fmla="*/ 122 w 10"/>
                  <a:gd name="T1" fmla="*/ 0 h 25"/>
                  <a:gd name="T2" fmla="*/ 12 w 10"/>
                  <a:gd name="T3" fmla="*/ 36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5">
                    <a:moveTo>
                      <a:pt x="10" y="0"/>
                    </a:moveTo>
                    <a:cubicBezTo>
                      <a:pt x="0" y="5"/>
                      <a:pt x="6" y="16"/>
                      <a:pt x="1" y="2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2" name="Freeform 737">
                <a:extLst>
                  <a:ext uri="{FF2B5EF4-FFF2-40B4-BE49-F238E27FC236}">
                    <a16:creationId xmlns:a16="http://schemas.microsoft.com/office/drawing/2014/main" id="{F4EF534D-3A83-4E82-928F-6129E943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742"/>
                <a:ext cx="9" cy="12"/>
              </a:xfrm>
              <a:custGeom>
                <a:avLst/>
                <a:gdLst>
                  <a:gd name="T0" fmla="*/ 0 w 4"/>
                  <a:gd name="T1" fmla="*/ 70 h 5"/>
                  <a:gd name="T2" fmla="*/ 45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3" name="Freeform 738">
                <a:extLst>
                  <a:ext uri="{FF2B5EF4-FFF2-40B4-BE49-F238E27FC236}">
                    <a16:creationId xmlns:a16="http://schemas.microsoft.com/office/drawing/2014/main" id="{AE1F5103-52F6-4C44-9597-BA53CFB2F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742"/>
                <a:ext cx="9" cy="12"/>
              </a:xfrm>
              <a:custGeom>
                <a:avLst/>
                <a:gdLst>
                  <a:gd name="T0" fmla="*/ 0 w 4"/>
                  <a:gd name="T1" fmla="*/ 70 h 5"/>
                  <a:gd name="T2" fmla="*/ 45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4" name="Freeform 739">
                <a:extLst>
                  <a:ext uri="{FF2B5EF4-FFF2-40B4-BE49-F238E27FC236}">
                    <a16:creationId xmlns:a16="http://schemas.microsoft.com/office/drawing/2014/main" id="{7B45AFE6-088D-409F-ADAA-A71C33E15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913"/>
                <a:ext cx="16" cy="14"/>
              </a:xfrm>
              <a:custGeom>
                <a:avLst/>
                <a:gdLst>
                  <a:gd name="T0" fmla="*/ 0 w 7"/>
                  <a:gd name="T1" fmla="*/ 0 h 6"/>
                  <a:gd name="T2" fmla="*/ 85 w 7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2" y="2"/>
                      <a:pt x="4" y="5"/>
                      <a:pt x="7" y="6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5" name="Freeform 740">
                <a:extLst>
                  <a:ext uri="{FF2B5EF4-FFF2-40B4-BE49-F238E27FC236}">
                    <a16:creationId xmlns:a16="http://schemas.microsoft.com/office/drawing/2014/main" id="{9E2E5238-917F-48F9-9D16-C100BC933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913"/>
                <a:ext cx="16" cy="14"/>
              </a:xfrm>
              <a:custGeom>
                <a:avLst/>
                <a:gdLst>
                  <a:gd name="T0" fmla="*/ 0 w 7"/>
                  <a:gd name="T1" fmla="*/ 0 h 6"/>
                  <a:gd name="T2" fmla="*/ 85 w 7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2" y="2"/>
                      <a:pt x="4" y="5"/>
                      <a:pt x="7" y="6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6" name="Freeform 741">
                <a:extLst>
                  <a:ext uri="{FF2B5EF4-FFF2-40B4-BE49-F238E27FC236}">
                    <a16:creationId xmlns:a16="http://schemas.microsoft.com/office/drawing/2014/main" id="{83D642E4-323F-452C-A9AB-31007CE16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036"/>
                <a:ext cx="18" cy="8"/>
              </a:xfrm>
              <a:custGeom>
                <a:avLst/>
                <a:gdLst>
                  <a:gd name="T0" fmla="*/ 0 w 8"/>
                  <a:gd name="T1" fmla="*/ 56 h 3"/>
                  <a:gd name="T2" fmla="*/ 92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7" name="Freeform 742">
                <a:extLst>
                  <a:ext uri="{FF2B5EF4-FFF2-40B4-BE49-F238E27FC236}">
                    <a16:creationId xmlns:a16="http://schemas.microsoft.com/office/drawing/2014/main" id="{82FE8BD3-4BF0-4DE6-A8C4-2F15B39E0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036"/>
                <a:ext cx="18" cy="8"/>
              </a:xfrm>
              <a:custGeom>
                <a:avLst/>
                <a:gdLst>
                  <a:gd name="T0" fmla="*/ 0 w 8"/>
                  <a:gd name="T1" fmla="*/ 56 h 3"/>
                  <a:gd name="T2" fmla="*/ 92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8" name="Freeform 743">
                <a:extLst>
                  <a:ext uri="{FF2B5EF4-FFF2-40B4-BE49-F238E27FC236}">
                    <a16:creationId xmlns:a16="http://schemas.microsoft.com/office/drawing/2014/main" id="{BCAFDDA9-EBBB-4E11-B0F0-A456EBF2E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170"/>
                <a:ext cx="21" cy="10"/>
              </a:xfrm>
              <a:custGeom>
                <a:avLst/>
                <a:gdLst>
                  <a:gd name="T0" fmla="*/ 0 w 9"/>
                  <a:gd name="T1" fmla="*/ 63 h 4"/>
                  <a:gd name="T2" fmla="*/ 114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2"/>
                      <a:pt x="6" y="1"/>
                      <a:pt x="9" y="0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9" name="Freeform 744">
                <a:extLst>
                  <a:ext uri="{FF2B5EF4-FFF2-40B4-BE49-F238E27FC236}">
                    <a16:creationId xmlns:a16="http://schemas.microsoft.com/office/drawing/2014/main" id="{C89E24FD-16FD-4559-9196-69DD96CFE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559"/>
                <a:ext cx="700" cy="450"/>
              </a:xfrm>
              <a:custGeom>
                <a:avLst/>
                <a:gdLst>
                  <a:gd name="T0" fmla="*/ 436 w 302"/>
                  <a:gd name="T1" fmla="*/ 1798 h 182"/>
                  <a:gd name="T2" fmla="*/ 12 w 302"/>
                  <a:gd name="T3" fmla="*/ 789 h 182"/>
                  <a:gd name="T4" fmla="*/ 102 w 302"/>
                  <a:gd name="T5" fmla="*/ 299 h 182"/>
                  <a:gd name="T6" fmla="*/ 399 w 302"/>
                  <a:gd name="T7" fmla="*/ 74 h 182"/>
                  <a:gd name="T8" fmla="*/ 1011 w 302"/>
                  <a:gd name="T9" fmla="*/ 349 h 182"/>
                  <a:gd name="T10" fmla="*/ 1198 w 302"/>
                  <a:gd name="T11" fmla="*/ 831 h 182"/>
                  <a:gd name="T12" fmla="*/ 1161 w 302"/>
                  <a:gd name="T13" fmla="*/ 1076 h 182"/>
                  <a:gd name="T14" fmla="*/ 1171 w 302"/>
                  <a:gd name="T15" fmla="*/ 1407 h 182"/>
                  <a:gd name="T16" fmla="*/ 1493 w 302"/>
                  <a:gd name="T17" fmla="*/ 1387 h 182"/>
                  <a:gd name="T18" fmla="*/ 1634 w 302"/>
                  <a:gd name="T19" fmla="*/ 1118 h 182"/>
                  <a:gd name="T20" fmla="*/ 1456 w 302"/>
                  <a:gd name="T21" fmla="*/ 954 h 182"/>
                  <a:gd name="T22" fmla="*/ 1370 w 302"/>
                  <a:gd name="T23" fmla="*/ 875 h 182"/>
                  <a:gd name="T24" fmla="*/ 1268 w 302"/>
                  <a:gd name="T25" fmla="*/ 502 h 182"/>
                  <a:gd name="T26" fmla="*/ 1256 w 302"/>
                  <a:gd name="T27" fmla="*/ 423 h 182"/>
                  <a:gd name="T28" fmla="*/ 1532 w 302"/>
                  <a:gd name="T29" fmla="*/ 668 h 182"/>
                  <a:gd name="T30" fmla="*/ 1680 w 302"/>
                  <a:gd name="T31" fmla="*/ 391 h 182"/>
                  <a:gd name="T32" fmla="*/ 1655 w 302"/>
                  <a:gd name="T33" fmla="*/ 349 h 182"/>
                  <a:gd name="T34" fmla="*/ 2788 w 302"/>
                  <a:gd name="T35" fmla="*/ 618 h 182"/>
                  <a:gd name="T36" fmla="*/ 3762 w 302"/>
                  <a:gd name="T37" fmla="*/ 618 h 182"/>
                  <a:gd name="T38" fmla="*/ 2768 w 302"/>
                  <a:gd name="T39" fmla="*/ 1785 h 182"/>
                  <a:gd name="T40" fmla="*/ 1720 w 302"/>
                  <a:gd name="T41" fmla="*/ 2537 h 182"/>
                  <a:gd name="T42" fmla="*/ 387 w 302"/>
                  <a:gd name="T43" fmla="*/ 2371 h 182"/>
                  <a:gd name="T44" fmla="*/ 436 w 302"/>
                  <a:gd name="T45" fmla="*/ 1798 h 18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02" h="182">
                    <a:moveTo>
                      <a:pt x="35" y="119"/>
                    </a:moveTo>
                    <a:cubicBezTo>
                      <a:pt x="36" y="69"/>
                      <a:pt x="0" y="64"/>
                      <a:pt x="1" y="52"/>
                    </a:cubicBezTo>
                    <a:cubicBezTo>
                      <a:pt x="2" y="39"/>
                      <a:pt x="3" y="27"/>
                      <a:pt x="8" y="20"/>
                    </a:cubicBezTo>
                    <a:cubicBezTo>
                      <a:pt x="13" y="11"/>
                      <a:pt x="14" y="0"/>
                      <a:pt x="32" y="5"/>
                    </a:cubicBezTo>
                    <a:cubicBezTo>
                      <a:pt x="50" y="10"/>
                      <a:pt x="73" y="19"/>
                      <a:pt x="81" y="23"/>
                    </a:cubicBezTo>
                    <a:cubicBezTo>
                      <a:pt x="87" y="27"/>
                      <a:pt x="93" y="44"/>
                      <a:pt x="96" y="55"/>
                    </a:cubicBezTo>
                    <a:cubicBezTo>
                      <a:pt x="96" y="59"/>
                      <a:pt x="94" y="68"/>
                      <a:pt x="93" y="71"/>
                    </a:cubicBezTo>
                    <a:cubicBezTo>
                      <a:pt x="90" y="78"/>
                      <a:pt x="88" y="88"/>
                      <a:pt x="94" y="93"/>
                    </a:cubicBezTo>
                    <a:cubicBezTo>
                      <a:pt x="110" y="104"/>
                      <a:pt x="119" y="96"/>
                      <a:pt x="120" y="92"/>
                    </a:cubicBezTo>
                    <a:cubicBezTo>
                      <a:pt x="124" y="92"/>
                      <a:pt x="135" y="84"/>
                      <a:pt x="131" y="74"/>
                    </a:cubicBezTo>
                    <a:cubicBezTo>
                      <a:pt x="129" y="67"/>
                      <a:pt x="123" y="64"/>
                      <a:pt x="117" y="63"/>
                    </a:cubicBezTo>
                    <a:cubicBezTo>
                      <a:pt x="115" y="62"/>
                      <a:pt x="111" y="61"/>
                      <a:pt x="110" y="58"/>
                    </a:cubicBezTo>
                    <a:cubicBezTo>
                      <a:pt x="108" y="51"/>
                      <a:pt x="105" y="41"/>
                      <a:pt x="102" y="33"/>
                    </a:cubicBezTo>
                    <a:cubicBezTo>
                      <a:pt x="102" y="31"/>
                      <a:pt x="101" y="30"/>
                      <a:pt x="101" y="28"/>
                    </a:cubicBezTo>
                    <a:cubicBezTo>
                      <a:pt x="105" y="34"/>
                      <a:pt x="112" y="44"/>
                      <a:pt x="123" y="44"/>
                    </a:cubicBezTo>
                    <a:cubicBezTo>
                      <a:pt x="137" y="45"/>
                      <a:pt x="140" y="31"/>
                      <a:pt x="135" y="26"/>
                    </a:cubicBezTo>
                    <a:cubicBezTo>
                      <a:pt x="134" y="25"/>
                      <a:pt x="133" y="24"/>
                      <a:pt x="133" y="23"/>
                    </a:cubicBezTo>
                    <a:cubicBezTo>
                      <a:pt x="156" y="37"/>
                      <a:pt x="189" y="41"/>
                      <a:pt x="224" y="41"/>
                    </a:cubicBezTo>
                    <a:cubicBezTo>
                      <a:pt x="249" y="41"/>
                      <a:pt x="275" y="41"/>
                      <a:pt x="302" y="41"/>
                    </a:cubicBezTo>
                    <a:cubicBezTo>
                      <a:pt x="295" y="90"/>
                      <a:pt x="249" y="124"/>
                      <a:pt x="222" y="118"/>
                    </a:cubicBezTo>
                    <a:cubicBezTo>
                      <a:pt x="222" y="135"/>
                      <a:pt x="168" y="172"/>
                      <a:pt x="138" y="168"/>
                    </a:cubicBezTo>
                    <a:cubicBezTo>
                      <a:pt x="136" y="182"/>
                      <a:pt x="61" y="167"/>
                      <a:pt x="31" y="157"/>
                    </a:cubicBezTo>
                    <a:cubicBezTo>
                      <a:pt x="34" y="145"/>
                      <a:pt x="35" y="132"/>
                      <a:pt x="35" y="119"/>
                    </a:cubicBezTo>
                    <a:close/>
                  </a:path>
                </a:pathLst>
              </a:custGeom>
              <a:solidFill>
                <a:srgbClr val="ED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0" name="Freeform 745">
                <a:extLst>
                  <a:ext uri="{FF2B5EF4-FFF2-40B4-BE49-F238E27FC236}">
                    <a16:creationId xmlns:a16="http://schemas.microsoft.com/office/drawing/2014/main" id="{F0B61B69-8EF9-4856-97B9-9F01C09F4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559"/>
                <a:ext cx="693" cy="289"/>
              </a:xfrm>
              <a:custGeom>
                <a:avLst/>
                <a:gdLst>
                  <a:gd name="T0" fmla="*/ 3713 w 299"/>
                  <a:gd name="T1" fmla="*/ 615 h 117"/>
                  <a:gd name="T2" fmla="*/ 3314 w 299"/>
                  <a:gd name="T3" fmla="*/ 635 h 117"/>
                  <a:gd name="T4" fmla="*/ 2665 w 299"/>
                  <a:gd name="T5" fmla="*/ 615 h 117"/>
                  <a:gd name="T6" fmla="*/ 2288 w 299"/>
                  <a:gd name="T7" fmla="*/ 585 h 117"/>
                  <a:gd name="T8" fmla="*/ 2079 w 299"/>
                  <a:gd name="T9" fmla="*/ 543 h 117"/>
                  <a:gd name="T10" fmla="*/ 1794 w 299"/>
                  <a:gd name="T11" fmla="*/ 482 h 117"/>
                  <a:gd name="T12" fmla="*/ 1708 w 299"/>
                  <a:gd name="T13" fmla="*/ 440 h 117"/>
                  <a:gd name="T14" fmla="*/ 1532 w 299"/>
                  <a:gd name="T15" fmla="*/ 664 h 117"/>
                  <a:gd name="T16" fmla="*/ 1358 w 299"/>
                  <a:gd name="T17" fmla="*/ 573 h 117"/>
                  <a:gd name="T18" fmla="*/ 1342 w 299"/>
                  <a:gd name="T19" fmla="*/ 585 h 117"/>
                  <a:gd name="T20" fmla="*/ 1321 w 299"/>
                  <a:gd name="T21" fmla="*/ 647 h 117"/>
                  <a:gd name="T22" fmla="*/ 1370 w 299"/>
                  <a:gd name="T23" fmla="*/ 872 h 117"/>
                  <a:gd name="T24" fmla="*/ 1456 w 299"/>
                  <a:gd name="T25" fmla="*/ 951 h 117"/>
                  <a:gd name="T26" fmla="*/ 1634 w 299"/>
                  <a:gd name="T27" fmla="*/ 1116 h 117"/>
                  <a:gd name="T28" fmla="*/ 1493 w 299"/>
                  <a:gd name="T29" fmla="*/ 1386 h 117"/>
                  <a:gd name="T30" fmla="*/ 1170 w 299"/>
                  <a:gd name="T31" fmla="*/ 1403 h 117"/>
                  <a:gd name="T32" fmla="*/ 1161 w 299"/>
                  <a:gd name="T33" fmla="*/ 1067 h 117"/>
                  <a:gd name="T34" fmla="*/ 1198 w 299"/>
                  <a:gd name="T35" fmla="*/ 830 h 117"/>
                  <a:gd name="T36" fmla="*/ 1048 w 299"/>
                  <a:gd name="T37" fmla="*/ 390 h 117"/>
                  <a:gd name="T38" fmla="*/ 811 w 299"/>
                  <a:gd name="T39" fmla="*/ 245 h 117"/>
                  <a:gd name="T40" fmla="*/ 399 w 299"/>
                  <a:gd name="T41" fmla="*/ 74 h 117"/>
                  <a:gd name="T42" fmla="*/ 102 w 299"/>
                  <a:gd name="T43" fmla="*/ 299 h 117"/>
                  <a:gd name="T44" fmla="*/ 12 w 299"/>
                  <a:gd name="T45" fmla="*/ 781 h 117"/>
                  <a:gd name="T46" fmla="*/ 436 w 299"/>
                  <a:gd name="T47" fmla="*/ 1764 h 117"/>
                  <a:gd name="T48" fmla="*/ 338 w 299"/>
                  <a:gd name="T49" fmla="*/ 1008 h 117"/>
                  <a:gd name="T50" fmla="*/ 209 w 299"/>
                  <a:gd name="T51" fmla="*/ 543 h 117"/>
                  <a:gd name="T52" fmla="*/ 399 w 299"/>
                  <a:gd name="T53" fmla="*/ 287 h 117"/>
                  <a:gd name="T54" fmla="*/ 909 w 299"/>
                  <a:gd name="T55" fmla="*/ 469 h 117"/>
                  <a:gd name="T56" fmla="*/ 1059 w 299"/>
                  <a:gd name="T57" fmla="*/ 739 h 117"/>
                  <a:gd name="T58" fmla="*/ 1256 w 299"/>
                  <a:gd name="T59" fmla="*/ 1598 h 117"/>
                  <a:gd name="T60" fmla="*/ 1680 w 299"/>
                  <a:gd name="T61" fmla="*/ 1354 h 117"/>
                  <a:gd name="T62" fmla="*/ 1729 w 299"/>
                  <a:gd name="T63" fmla="*/ 1025 h 117"/>
                  <a:gd name="T64" fmla="*/ 1880 w 299"/>
                  <a:gd name="T65" fmla="*/ 921 h 117"/>
                  <a:gd name="T66" fmla="*/ 2948 w 299"/>
                  <a:gd name="T67" fmla="*/ 995 h 117"/>
                  <a:gd name="T68" fmla="*/ 3240 w 299"/>
                  <a:gd name="T69" fmla="*/ 1415 h 117"/>
                  <a:gd name="T70" fmla="*/ 2862 w 299"/>
                  <a:gd name="T71" fmla="*/ 1640 h 117"/>
                  <a:gd name="T72" fmla="*/ 3486 w 299"/>
                  <a:gd name="T73" fmla="*/ 1146 h 117"/>
                  <a:gd name="T74" fmla="*/ 3713 w 299"/>
                  <a:gd name="T75" fmla="*/ 615 h 11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99" h="117">
                    <a:moveTo>
                      <a:pt x="298" y="41"/>
                    </a:moveTo>
                    <a:cubicBezTo>
                      <a:pt x="293" y="41"/>
                      <a:pt x="273" y="42"/>
                      <a:pt x="266" y="42"/>
                    </a:cubicBezTo>
                    <a:cubicBezTo>
                      <a:pt x="250" y="43"/>
                      <a:pt x="231" y="43"/>
                      <a:pt x="214" y="41"/>
                    </a:cubicBezTo>
                    <a:cubicBezTo>
                      <a:pt x="204" y="41"/>
                      <a:pt x="194" y="40"/>
                      <a:pt x="184" y="39"/>
                    </a:cubicBezTo>
                    <a:cubicBezTo>
                      <a:pt x="178" y="38"/>
                      <a:pt x="172" y="38"/>
                      <a:pt x="167" y="36"/>
                    </a:cubicBezTo>
                    <a:cubicBezTo>
                      <a:pt x="159" y="35"/>
                      <a:pt x="151" y="34"/>
                      <a:pt x="144" y="32"/>
                    </a:cubicBezTo>
                    <a:cubicBezTo>
                      <a:pt x="141" y="31"/>
                      <a:pt x="139" y="30"/>
                      <a:pt x="137" y="29"/>
                    </a:cubicBezTo>
                    <a:cubicBezTo>
                      <a:pt x="139" y="35"/>
                      <a:pt x="134" y="44"/>
                      <a:pt x="123" y="44"/>
                    </a:cubicBezTo>
                    <a:cubicBezTo>
                      <a:pt x="118" y="44"/>
                      <a:pt x="113" y="41"/>
                      <a:pt x="109" y="38"/>
                    </a:cubicBezTo>
                    <a:cubicBezTo>
                      <a:pt x="109" y="38"/>
                      <a:pt x="108" y="39"/>
                      <a:pt x="108" y="39"/>
                    </a:cubicBezTo>
                    <a:cubicBezTo>
                      <a:pt x="106" y="40"/>
                      <a:pt x="106" y="42"/>
                      <a:pt x="106" y="43"/>
                    </a:cubicBezTo>
                    <a:cubicBezTo>
                      <a:pt x="108" y="49"/>
                      <a:pt x="109" y="54"/>
                      <a:pt x="110" y="58"/>
                    </a:cubicBezTo>
                    <a:cubicBezTo>
                      <a:pt x="111" y="61"/>
                      <a:pt x="115" y="62"/>
                      <a:pt x="117" y="63"/>
                    </a:cubicBezTo>
                    <a:cubicBezTo>
                      <a:pt x="123" y="64"/>
                      <a:pt x="129" y="67"/>
                      <a:pt x="131" y="74"/>
                    </a:cubicBezTo>
                    <a:cubicBezTo>
                      <a:pt x="135" y="84"/>
                      <a:pt x="124" y="92"/>
                      <a:pt x="120" y="92"/>
                    </a:cubicBezTo>
                    <a:cubicBezTo>
                      <a:pt x="119" y="96"/>
                      <a:pt x="110" y="104"/>
                      <a:pt x="94" y="93"/>
                    </a:cubicBezTo>
                    <a:cubicBezTo>
                      <a:pt x="88" y="88"/>
                      <a:pt x="90" y="78"/>
                      <a:pt x="93" y="71"/>
                    </a:cubicBezTo>
                    <a:cubicBezTo>
                      <a:pt x="94" y="68"/>
                      <a:pt x="96" y="59"/>
                      <a:pt x="96" y="55"/>
                    </a:cubicBezTo>
                    <a:cubicBezTo>
                      <a:pt x="94" y="46"/>
                      <a:pt x="89" y="32"/>
                      <a:pt x="84" y="26"/>
                    </a:cubicBezTo>
                    <a:cubicBezTo>
                      <a:pt x="78" y="29"/>
                      <a:pt x="66" y="19"/>
                      <a:pt x="65" y="16"/>
                    </a:cubicBezTo>
                    <a:cubicBezTo>
                      <a:pt x="55" y="12"/>
                      <a:pt x="43" y="8"/>
                      <a:pt x="32" y="5"/>
                    </a:cubicBezTo>
                    <a:cubicBezTo>
                      <a:pt x="14" y="0"/>
                      <a:pt x="13" y="11"/>
                      <a:pt x="8" y="20"/>
                    </a:cubicBezTo>
                    <a:cubicBezTo>
                      <a:pt x="3" y="27"/>
                      <a:pt x="2" y="39"/>
                      <a:pt x="1" y="52"/>
                    </a:cubicBezTo>
                    <a:cubicBezTo>
                      <a:pt x="0" y="64"/>
                      <a:pt x="35" y="69"/>
                      <a:pt x="35" y="117"/>
                    </a:cubicBezTo>
                    <a:cubicBezTo>
                      <a:pt x="36" y="100"/>
                      <a:pt x="33" y="82"/>
                      <a:pt x="27" y="67"/>
                    </a:cubicBezTo>
                    <a:cubicBezTo>
                      <a:pt x="22" y="58"/>
                      <a:pt x="15" y="47"/>
                      <a:pt x="17" y="36"/>
                    </a:cubicBezTo>
                    <a:cubicBezTo>
                      <a:pt x="19" y="29"/>
                      <a:pt x="25" y="22"/>
                      <a:pt x="32" y="19"/>
                    </a:cubicBezTo>
                    <a:cubicBezTo>
                      <a:pt x="40" y="16"/>
                      <a:pt x="62" y="23"/>
                      <a:pt x="73" y="31"/>
                    </a:cubicBezTo>
                    <a:cubicBezTo>
                      <a:pt x="78" y="35"/>
                      <a:pt x="83" y="41"/>
                      <a:pt x="85" y="49"/>
                    </a:cubicBezTo>
                    <a:cubicBezTo>
                      <a:pt x="90" y="73"/>
                      <a:pt x="69" y="100"/>
                      <a:pt x="101" y="106"/>
                    </a:cubicBezTo>
                    <a:cubicBezTo>
                      <a:pt x="114" y="108"/>
                      <a:pt x="129" y="102"/>
                      <a:pt x="135" y="90"/>
                    </a:cubicBezTo>
                    <a:cubicBezTo>
                      <a:pt x="139" y="82"/>
                      <a:pt x="140" y="76"/>
                      <a:pt x="139" y="68"/>
                    </a:cubicBezTo>
                    <a:cubicBezTo>
                      <a:pt x="136" y="56"/>
                      <a:pt x="142" y="59"/>
                      <a:pt x="151" y="61"/>
                    </a:cubicBezTo>
                    <a:cubicBezTo>
                      <a:pt x="179" y="66"/>
                      <a:pt x="209" y="66"/>
                      <a:pt x="237" y="66"/>
                    </a:cubicBezTo>
                    <a:cubicBezTo>
                      <a:pt x="267" y="65"/>
                      <a:pt x="275" y="79"/>
                      <a:pt x="260" y="94"/>
                    </a:cubicBezTo>
                    <a:cubicBezTo>
                      <a:pt x="240" y="116"/>
                      <a:pt x="230" y="109"/>
                      <a:pt x="230" y="109"/>
                    </a:cubicBezTo>
                    <a:cubicBezTo>
                      <a:pt x="250" y="117"/>
                      <a:pt x="272" y="90"/>
                      <a:pt x="280" y="76"/>
                    </a:cubicBezTo>
                    <a:cubicBezTo>
                      <a:pt x="285" y="67"/>
                      <a:pt x="299" y="53"/>
                      <a:pt x="298" y="41"/>
                    </a:cubicBezTo>
                    <a:close/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1" name="Freeform 746">
                <a:extLst>
                  <a:ext uri="{FF2B5EF4-FFF2-40B4-BE49-F238E27FC236}">
                    <a16:creationId xmlns:a16="http://schemas.microsoft.com/office/drawing/2014/main" id="{C8906DCD-52F4-4011-AA23-73FC613BC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638"/>
                <a:ext cx="127" cy="178"/>
              </a:xfrm>
              <a:custGeom>
                <a:avLst/>
                <a:gdLst>
                  <a:gd name="T0" fmla="*/ 677 w 55"/>
                  <a:gd name="T1" fmla="*/ 319 h 72"/>
                  <a:gd name="T2" fmla="*/ 490 w 55"/>
                  <a:gd name="T3" fmla="*/ 183 h 72"/>
                  <a:gd name="T4" fmla="*/ 480 w 55"/>
                  <a:gd name="T5" fmla="*/ 183 h 72"/>
                  <a:gd name="T6" fmla="*/ 245 w 55"/>
                  <a:gd name="T7" fmla="*/ 0 h 72"/>
                  <a:gd name="T8" fmla="*/ 224 w 55"/>
                  <a:gd name="T9" fmla="*/ 0 h 72"/>
                  <a:gd name="T10" fmla="*/ 224 w 55"/>
                  <a:gd name="T11" fmla="*/ 12 h 72"/>
                  <a:gd name="T12" fmla="*/ 321 w 55"/>
                  <a:gd name="T13" fmla="*/ 391 h 72"/>
                  <a:gd name="T14" fmla="*/ 404 w 55"/>
                  <a:gd name="T15" fmla="*/ 470 h 72"/>
                  <a:gd name="T16" fmla="*/ 582 w 55"/>
                  <a:gd name="T17" fmla="*/ 635 h 72"/>
                  <a:gd name="T18" fmla="*/ 443 w 55"/>
                  <a:gd name="T19" fmla="*/ 905 h 72"/>
                  <a:gd name="T20" fmla="*/ 122 w 55"/>
                  <a:gd name="T21" fmla="*/ 922 h 72"/>
                  <a:gd name="T22" fmla="*/ 111 w 55"/>
                  <a:gd name="T23" fmla="*/ 586 h 72"/>
                  <a:gd name="T24" fmla="*/ 150 w 55"/>
                  <a:gd name="T25" fmla="*/ 349 h 72"/>
                  <a:gd name="T26" fmla="*/ 48 w 55"/>
                  <a:gd name="T27" fmla="*/ 0 h 72"/>
                  <a:gd name="T28" fmla="*/ 12 w 55"/>
                  <a:gd name="T29" fmla="*/ 104 h 72"/>
                  <a:gd name="T30" fmla="*/ 65 w 55"/>
                  <a:gd name="T31" fmla="*/ 544 h 72"/>
                  <a:gd name="T32" fmla="*/ 37 w 55"/>
                  <a:gd name="T33" fmla="*/ 875 h 72"/>
                  <a:gd name="T34" fmla="*/ 443 w 55"/>
                  <a:gd name="T35" fmla="*/ 996 h 72"/>
                  <a:gd name="T36" fmla="*/ 651 w 55"/>
                  <a:gd name="T37" fmla="*/ 635 h 72"/>
                  <a:gd name="T38" fmla="*/ 506 w 55"/>
                  <a:gd name="T39" fmla="*/ 391 h 72"/>
                  <a:gd name="T40" fmla="*/ 677 w 55"/>
                  <a:gd name="T41" fmla="*/ 319 h 7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5" h="72">
                    <a:moveTo>
                      <a:pt x="55" y="21"/>
                    </a:move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39" y="12"/>
                    </a:cubicBezTo>
                    <a:cubicBezTo>
                      <a:pt x="30" y="12"/>
                      <a:pt x="24" y="6"/>
                      <a:pt x="20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21" y="9"/>
                      <a:pt x="24" y="19"/>
                      <a:pt x="26" y="26"/>
                    </a:cubicBezTo>
                    <a:cubicBezTo>
                      <a:pt x="27" y="29"/>
                      <a:pt x="31" y="30"/>
                      <a:pt x="33" y="31"/>
                    </a:cubicBezTo>
                    <a:cubicBezTo>
                      <a:pt x="39" y="32"/>
                      <a:pt x="45" y="35"/>
                      <a:pt x="47" y="42"/>
                    </a:cubicBezTo>
                    <a:cubicBezTo>
                      <a:pt x="51" y="52"/>
                      <a:pt x="40" y="60"/>
                      <a:pt x="36" y="60"/>
                    </a:cubicBezTo>
                    <a:cubicBezTo>
                      <a:pt x="35" y="64"/>
                      <a:pt x="26" y="72"/>
                      <a:pt x="10" y="61"/>
                    </a:cubicBezTo>
                    <a:cubicBezTo>
                      <a:pt x="4" y="56"/>
                      <a:pt x="6" y="46"/>
                      <a:pt x="9" y="39"/>
                    </a:cubicBezTo>
                    <a:cubicBezTo>
                      <a:pt x="10" y="36"/>
                      <a:pt x="12" y="27"/>
                      <a:pt x="12" y="23"/>
                    </a:cubicBezTo>
                    <a:cubicBezTo>
                      <a:pt x="10" y="16"/>
                      <a:pt x="7" y="7"/>
                      <a:pt x="4" y="0"/>
                    </a:cubicBezTo>
                    <a:cubicBezTo>
                      <a:pt x="0" y="1"/>
                      <a:pt x="0" y="3"/>
                      <a:pt x="1" y="7"/>
                    </a:cubicBezTo>
                    <a:cubicBezTo>
                      <a:pt x="4" y="17"/>
                      <a:pt x="7" y="25"/>
                      <a:pt x="5" y="36"/>
                    </a:cubicBezTo>
                    <a:cubicBezTo>
                      <a:pt x="3" y="43"/>
                      <a:pt x="1" y="51"/>
                      <a:pt x="3" y="58"/>
                    </a:cubicBezTo>
                    <a:cubicBezTo>
                      <a:pt x="8" y="69"/>
                      <a:pt x="27" y="71"/>
                      <a:pt x="36" y="66"/>
                    </a:cubicBezTo>
                    <a:cubicBezTo>
                      <a:pt x="46" y="61"/>
                      <a:pt x="55" y="55"/>
                      <a:pt x="53" y="42"/>
                    </a:cubicBezTo>
                    <a:cubicBezTo>
                      <a:pt x="51" y="34"/>
                      <a:pt x="45" y="31"/>
                      <a:pt x="41" y="26"/>
                    </a:cubicBezTo>
                    <a:cubicBezTo>
                      <a:pt x="34" y="18"/>
                      <a:pt x="50" y="21"/>
                      <a:pt x="55" y="21"/>
                    </a:cubicBezTo>
                    <a:close/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2" name="Freeform 747">
                <a:extLst>
                  <a:ext uri="{FF2B5EF4-FFF2-40B4-BE49-F238E27FC236}">
                    <a16:creationId xmlns:a16="http://schemas.microsoft.com/office/drawing/2014/main" id="{C303C015-02C6-47DC-B299-7EF694E6D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559"/>
                <a:ext cx="221" cy="158"/>
              </a:xfrm>
              <a:custGeom>
                <a:avLst/>
                <a:gdLst>
                  <a:gd name="T0" fmla="*/ 931 w 95"/>
                  <a:gd name="T1" fmla="*/ 390 h 64"/>
                  <a:gd name="T2" fmla="*/ 1072 w 95"/>
                  <a:gd name="T3" fmla="*/ 615 h 64"/>
                  <a:gd name="T4" fmla="*/ 1184 w 95"/>
                  <a:gd name="T5" fmla="*/ 901 h 64"/>
                  <a:gd name="T6" fmla="*/ 1196 w 95"/>
                  <a:gd name="T7" fmla="*/ 830 h 64"/>
                  <a:gd name="T8" fmla="*/ 1007 w 95"/>
                  <a:gd name="T9" fmla="*/ 348 h 64"/>
                  <a:gd name="T10" fmla="*/ 388 w 95"/>
                  <a:gd name="T11" fmla="*/ 74 h 64"/>
                  <a:gd name="T12" fmla="*/ 86 w 95"/>
                  <a:gd name="T13" fmla="*/ 299 h 64"/>
                  <a:gd name="T14" fmla="*/ 0 w 95"/>
                  <a:gd name="T15" fmla="*/ 780 h 64"/>
                  <a:gd name="T16" fmla="*/ 114 w 95"/>
                  <a:gd name="T17" fmla="*/ 963 h 64"/>
                  <a:gd name="T18" fmla="*/ 102 w 95"/>
                  <a:gd name="T19" fmla="*/ 726 h 64"/>
                  <a:gd name="T20" fmla="*/ 293 w 95"/>
                  <a:gd name="T21" fmla="*/ 165 h 64"/>
                  <a:gd name="T22" fmla="*/ 931 w 95"/>
                  <a:gd name="T23" fmla="*/ 390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64">
                    <a:moveTo>
                      <a:pt x="74" y="26"/>
                    </a:moveTo>
                    <a:cubicBezTo>
                      <a:pt x="80" y="29"/>
                      <a:pt x="84" y="38"/>
                      <a:pt x="85" y="41"/>
                    </a:cubicBezTo>
                    <a:cubicBezTo>
                      <a:pt x="85" y="47"/>
                      <a:pt x="94" y="48"/>
                      <a:pt x="94" y="60"/>
                    </a:cubicBezTo>
                    <a:cubicBezTo>
                      <a:pt x="95" y="58"/>
                      <a:pt x="95" y="56"/>
                      <a:pt x="95" y="55"/>
                    </a:cubicBezTo>
                    <a:cubicBezTo>
                      <a:pt x="92" y="44"/>
                      <a:pt x="86" y="27"/>
                      <a:pt x="80" y="23"/>
                    </a:cubicBezTo>
                    <a:cubicBezTo>
                      <a:pt x="72" y="19"/>
                      <a:pt x="49" y="10"/>
                      <a:pt x="31" y="5"/>
                    </a:cubicBezTo>
                    <a:cubicBezTo>
                      <a:pt x="13" y="0"/>
                      <a:pt x="12" y="11"/>
                      <a:pt x="7" y="20"/>
                    </a:cubicBezTo>
                    <a:cubicBezTo>
                      <a:pt x="2" y="27"/>
                      <a:pt x="1" y="39"/>
                      <a:pt x="0" y="52"/>
                    </a:cubicBezTo>
                    <a:cubicBezTo>
                      <a:pt x="0" y="56"/>
                      <a:pt x="4" y="60"/>
                      <a:pt x="9" y="64"/>
                    </a:cubicBezTo>
                    <a:cubicBezTo>
                      <a:pt x="8" y="61"/>
                      <a:pt x="8" y="56"/>
                      <a:pt x="8" y="48"/>
                    </a:cubicBezTo>
                    <a:cubicBezTo>
                      <a:pt x="11" y="25"/>
                      <a:pt x="12" y="15"/>
                      <a:pt x="23" y="11"/>
                    </a:cubicBezTo>
                    <a:cubicBezTo>
                      <a:pt x="34" y="7"/>
                      <a:pt x="64" y="20"/>
                      <a:pt x="74" y="26"/>
                    </a:cubicBezTo>
                    <a:close/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3" name="Freeform 748">
                <a:extLst>
                  <a:ext uri="{FF2B5EF4-FFF2-40B4-BE49-F238E27FC236}">
                    <a16:creationId xmlns:a16="http://schemas.microsoft.com/office/drawing/2014/main" id="{0F02E4AA-170B-4AB9-B903-65DB61732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303"/>
                <a:ext cx="172" cy="299"/>
              </a:xfrm>
              <a:custGeom>
                <a:avLst/>
                <a:gdLst>
                  <a:gd name="T0" fmla="*/ 930 w 74"/>
                  <a:gd name="T1" fmla="*/ 62 h 121"/>
                  <a:gd name="T2" fmla="*/ 428 w 74"/>
                  <a:gd name="T3" fmla="*/ 42 h 121"/>
                  <a:gd name="T4" fmla="*/ 237 w 74"/>
                  <a:gd name="T5" fmla="*/ 410 h 121"/>
                  <a:gd name="T6" fmla="*/ 228 w 74"/>
                  <a:gd name="T7" fmla="*/ 1826 h 121"/>
                  <a:gd name="T8" fmla="*/ 179 w 74"/>
                  <a:gd name="T9" fmla="*/ 1465 h 121"/>
                  <a:gd name="T10" fmla="*/ 265 w 74"/>
                  <a:gd name="T11" fmla="*/ 1161 h 121"/>
                  <a:gd name="T12" fmla="*/ 465 w 74"/>
                  <a:gd name="T13" fmla="*/ 665 h 121"/>
                  <a:gd name="T14" fmla="*/ 351 w 74"/>
                  <a:gd name="T15" fmla="*/ 423 h 121"/>
                  <a:gd name="T16" fmla="*/ 400 w 74"/>
                  <a:gd name="T17" fmla="*/ 195 h 121"/>
                  <a:gd name="T18" fmla="*/ 804 w 74"/>
                  <a:gd name="T19" fmla="*/ 62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121">
                    <a:moveTo>
                      <a:pt x="74" y="4"/>
                    </a:moveTo>
                    <a:cubicBezTo>
                      <a:pt x="61" y="5"/>
                      <a:pt x="47" y="0"/>
                      <a:pt x="34" y="3"/>
                    </a:cubicBezTo>
                    <a:cubicBezTo>
                      <a:pt x="22" y="6"/>
                      <a:pt x="21" y="17"/>
                      <a:pt x="19" y="27"/>
                    </a:cubicBezTo>
                    <a:cubicBezTo>
                      <a:pt x="12" y="56"/>
                      <a:pt x="0" y="96"/>
                      <a:pt x="18" y="121"/>
                    </a:cubicBezTo>
                    <a:cubicBezTo>
                      <a:pt x="16" y="113"/>
                      <a:pt x="13" y="106"/>
                      <a:pt x="14" y="97"/>
                    </a:cubicBezTo>
                    <a:cubicBezTo>
                      <a:pt x="15" y="90"/>
                      <a:pt x="20" y="84"/>
                      <a:pt x="21" y="77"/>
                    </a:cubicBezTo>
                    <a:cubicBezTo>
                      <a:pt x="22" y="64"/>
                      <a:pt x="15" y="37"/>
                      <a:pt x="37" y="44"/>
                    </a:cubicBezTo>
                    <a:cubicBezTo>
                      <a:pt x="30" y="38"/>
                      <a:pt x="26" y="37"/>
                      <a:pt x="28" y="28"/>
                    </a:cubicBezTo>
                    <a:cubicBezTo>
                      <a:pt x="28" y="26"/>
                      <a:pt x="30" y="15"/>
                      <a:pt x="32" y="13"/>
                    </a:cubicBezTo>
                    <a:cubicBezTo>
                      <a:pt x="37" y="7"/>
                      <a:pt x="56" y="6"/>
                      <a:pt x="64" y="4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4" name="Freeform 749">
                <a:extLst>
                  <a:ext uri="{FF2B5EF4-FFF2-40B4-BE49-F238E27FC236}">
                    <a16:creationId xmlns:a16="http://schemas.microsoft.com/office/drawing/2014/main" id="{32BEA70C-8494-4DDC-824B-B6CDECBA1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592"/>
                <a:ext cx="109" cy="193"/>
              </a:xfrm>
              <a:custGeom>
                <a:avLst/>
                <a:gdLst>
                  <a:gd name="T0" fmla="*/ 350 w 47"/>
                  <a:gd name="T1" fmla="*/ 0 h 78"/>
                  <a:gd name="T2" fmla="*/ 49 w 47"/>
                  <a:gd name="T3" fmla="*/ 257 h 78"/>
                  <a:gd name="T4" fmla="*/ 102 w 47"/>
                  <a:gd name="T5" fmla="*/ 544 h 78"/>
                  <a:gd name="T6" fmla="*/ 339 w 47"/>
                  <a:gd name="T7" fmla="*/ 881 h 78"/>
                  <a:gd name="T8" fmla="*/ 587 w 47"/>
                  <a:gd name="T9" fmla="*/ 1183 h 78"/>
                  <a:gd name="T10" fmla="*/ 424 w 47"/>
                  <a:gd name="T11" fmla="*/ 864 h 78"/>
                  <a:gd name="T12" fmla="*/ 399 w 47"/>
                  <a:gd name="T13" fmla="*/ 594 h 78"/>
                  <a:gd name="T14" fmla="*/ 151 w 47"/>
                  <a:gd name="T15" fmla="*/ 361 h 78"/>
                  <a:gd name="T16" fmla="*/ 274 w 47"/>
                  <a:gd name="T17" fmla="*/ 74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78">
                    <a:moveTo>
                      <a:pt x="28" y="0"/>
                    </a:moveTo>
                    <a:cubicBezTo>
                      <a:pt x="21" y="3"/>
                      <a:pt x="8" y="11"/>
                      <a:pt x="4" y="17"/>
                    </a:cubicBezTo>
                    <a:cubicBezTo>
                      <a:pt x="0" y="24"/>
                      <a:pt x="4" y="30"/>
                      <a:pt x="8" y="36"/>
                    </a:cubicBezTo>
                    <a:cubicBezTo>
                      <a:pt x="13" y="43"/>
                      <a:pt x="20" y="53"/>
                      <a:pt x="27" y="58"/>
                    </a:cubicBezTo>
                    <a:cubicBezTo>
                      <a:pt x="36" y="66"/>
                      <a:pt x="43" y="66"/>
                      <a:pt x="47" y="78"/>
                    </a:cubicBezTo>
                    <a:cubicBezTo>
                      <a:pt x="46" y="67"/>
                      <a:pt x="42" y="64"/>
                      <a:pt x="34" y="57"/>
                    </a:cubicBezTo>
                    <a:cubicBezTo>
                      <a:pt x="26" y="51"/>
                      <a:pt x="23" y="47"/>
                      <a:pt x="32" y="39"/>
                    </a:cubicBezTo>
                    <a:cubicBezTo>
                      <a:pt x="22" y="39"/>
                      <a:pt x="16" y="34"/>
                      <a:pt x="12" y="24"/>
                    </a:cubicBezTo>
                    <a:cubicBezTo>
                      <a:pt x="8" y="13"/>
                      <a:pt x="15" y="13"/>
                      <a:pt x="2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5" name="Freeform 750">
                <a:extLst>
                  <a:ext uri="{FF2B5EF4-FFF2-40B4-BE49-F238E27FC236}">
                    <a16:creationId xmlns:a16="http://schemas.microsoft.com/office/drawing/2014/main" id="{D670207C-B91E-4F0D-8F4B-397F66B5E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624"/>
                <a:ext cx="167" cy="30"/>
              </a:xfrm>
              <a:custGeom>
                <a:avLst/>
                <a:gdLst>
                  <a:gd name="T0" fmla="*/ 0 w 72"/>
                  <a:gd name="T1" fmla="*/ 188 h 12"/>
                  <a:gd name="T2" fmla="*/ 898 w 72"/>
                  <a:gd name="T3" fmla="*/ 2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2">
                    <a:moveTo>
                      <a:pt x="0" y="12"/>
                    </a:moveTo>
                    <a:cubicBezTo>
                      <a:pt x="23" y="0"/>
                      <a:pt x="49" y="2"/>
                      <a:pt x="7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6" name="Freeform 751">
                <a:extLst>
                  <a:ext uri="{FF2B5EF4-FFF2-40B4-BE49-F238E27FC236}">
                    <a16:creationId xmlns:a16="http://schemas.microsoft.com/office/drawing/2014/main" id="{0A54B521-6669-43CF-85AB-5FF53F2D2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731"/>
                <a:ext cx="294" cy="128"/>
              </a:xfrm>
              <a:custGeom>
                <a:avLst/>
                <a:gdLst>
                  <a:gd name="T0" fmla="*/ 0 w 127"/>
                  <a:gd name="T1" fmla="*/ 153 h 52"/>
                  <a:gd name="T2" fmla="*/ 567 w 127"/>
                  <a:gd name="T3" fmla="*/ 182 h 52"/>
                  <a:gd name="T4" fmla="*/ 1104 w 127"/>
                  <a:gd name="T5" fmla="*/ 91 h 52"/>
                  <a:gd name="T6" fmla="*/ 1451 w 127"/>
                  <a:gd name="T7" fmla="*/ 91 h 52"/>
                  <a:gd name="T8" fmla="*/ 1451 w 127"/>
                  <a:gd name="T9" fmla="*/ 775 h 52"/>
                  <a:gd name="T10" fmla="*/ 1116 w 127"/>
                  <a:gd name="T11" fmla="*/ 182 h 52"/>
                  <a:gd name="T12" fmla="*/ 482 w 127"/>
                  <a:gd name="T13" fmla="*/ 389 h 52"/>
                  <a:gd name="T14" fmla="*/ 273 w 127"/>
                  <a:gd name="T15" fmla="*/ 236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52">
                    <a:moveTo>
                      <a:pt x="0" y="10"/>
                    </a:moveTo>
                    <a:cubicBezTo>
                      <a:pt x="14" y="14"/>
                      <a:pt x="31" y="12"/>
                      <a:pt x="46" y="12"/>
                    </a:cubicBezTo>
                    <a:cubicBezTo>
                      <a:pt x="59" y="12"/>
                      <a:pt x="76" y="8"/>
                      <a:pt x="89" y="6"/>
                    </a:cubicBezTo>
                    <a:cubicBezTo>
                      <a:pt x="97" y="5"/>
                      <a:pt x="110" y="0"/>
                      <a:pt x="117" y="6"/>
                    </a:cubicBezTo>
                    <a:cubicBezTo>
                      <a:pt x="127" y="14"/>
                      <a:pt x="118" y="41"/>
                      <a:pt x="117" y="52"/>
                    </a:cubicBezTo>
                    <a:cubicBezTo>
                      <a:pt x="127" y="10"/>
                      <a:pt x="115" y="7"/>
                      <a:pt x="90" y="12"/>
                    </a:cubicBezTo>
                    <a:cubicBezTo>
                      <a:pt x="61" y="15"/>
                      <a:pt x="42" y="23"/>
                      <a:pt x="39" y="26"/>
                    </a:cubicBezTo>
                    <a:cubicBezTo>
                      <a:pt x="38" y="17"/>
                      <a:pt x="28" y="17"/>
                      <a:pt x="22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7" name="Freeform 752">
                <a:extLst>
                  <a:ext uri="{FF2B5EF4-FFF2-40B4-BE49-F238E27FC236}">
                    <a16:creationId xmlns:a16="http://schemas.microsoft.com/office/drawing/2014/main" id="{EC3520D3-BC6D-4B49-8209-3C470B5CB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906"/>
                <a:ext cx="236" cy="37"/>
              </a:xfrm>
              <a:custGeom>
                <a:avLst/>
                <a:gdLst>
                  <a:gd name="T0" fmla="*/ 0 w 102"/>
                  <a:gd name="T1" fmla="*/ 212 h 15"/>
                  <a:gd name="T2" fmla="*/ 696 w 102"/>
                  <a:gd name="T3" fmla="*/ 104 h 15"/>
                  <a:gd name="T4" fmla="*/ 1263 w 102"/>
                  <a:gd name="T5" fmla="*/ 12 h 15"/>
                  <a:gd name="T6" fmla="*/ 990 w 102"/>
                  <a:gd name="T7" fmla="*/ 195 h 15"/>
                  <a:gd name="T8" fmla="*/ 669 w 102"/>
                  <a:gd name="T9" fmla="*/ 212 h 15"/>
                  <a:gd name="T10" fmla="*/ 86 w 102"/>
                  <a:gd name="T11" fmla="*/ 15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15">
                    <a:moveTo>
                      <a:pt x="0" y="14"/>
                    </a:moveTo>
                    <a:cubicBezTo>
                      <a:pt x="16" y="0"/>
                      <a:pt x="37" y="5"/>
                      <a:pt x="56" y="7"/>
                    </a:cubicBezTo>
                    <a:cubicBezTo>
                      <a:pt x="72" y="8"/>
                      <a:pt x="86" y="6"/>
                      <a:pt x="102" y="1"/>
                    </a:cubicBezTo>
                    <a:cubicBezTo>
                      <a:pt x="94" y="4"/>
                      <a:pt x="88" y="11"/>
                      <a:pt x="80" y="13"/>
                    </a:cubicBezTo>
                    <a:cubicBezTo>
                      <a:pt x="73" y="15"/>
                      <a:pt x="61" y="14"/>
                      <a:pt x="54" y="14"/>
                    </a:cubicBezTo>
                    <a:cubicBezTo>
                      <a:pt x="39" y="12"/>
                      <a:pt x="22" y="6"/>
                      <a:pt x="7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8" name="Freeform 753">
                <a:extLst>
                  <a:ext uri="{FF2B5EF4-FFF2-40B4-BE49-F238E27FC236}">
                    <a16:creationId xmlns:a16="http://schemas.microsoft.com/office/drawing/2014/main" id="{0EA3B7B1-CC5D-4BA7-B48E-CAC1BDA88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933"/>
                <a:ext cx="188" cy="188"/>
              </a:xfrm>
              <a:custGeom>
                <a:avLst/>
                <a:gdLst>
                  <a:gd name="T0" fmla="*/ 0 w 81"/>
                  <a:gd name="T1" fmla="*/ 1150 h 76"/>
                  <a:gd name="T2" fmla="*/ 399 w 81"/>
                  <a:gd name="T3" fmla="*/ 423 h 76"/>
                  <a:gd name="T4" fmla="*/ 726 w 81"/>
                  <a:gd name="T5" fmla="*/ 228 h 76"/>
                  <a:gd name="T6" fmla="*/ 1012 w 81"/>
                  <a:gd name="T7" fmla="*/ 0 h 76"/>
                  <a:gd name="T8" fmla="*/ 766 w 81"/>
                  <a:gd name="T9" fmla="*/ 423 h 76"/>
                  <a:gd name="T10" fmla="*/ 490 w 81"/>
                  <a:gd name="T11" fmla="*/ 668 h 76"/>
                  <a:gd name="T12" fmla="*/ 285 w 81"/>
                  <a:gd name="T13" fmla="*/ 801 h 76"/>
                  <a:gd name="T14" fmla="*/ 74 w 81"/>
                  <a:gd name="T15" fmla="*/ 935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76">
                    <a:moveTo>
                      <a:pt x="0" y="76"/>
                    </a:moveTo>
                    <a:cubicBezTo>
                      <a:pt x="0" y="61"/>
                      <a:pt x="19" y="37"/>
                      <a:pt x="32" y="28"/>
                    </a:cubicBezTo>
                    <a:cubicBezTo>
                      <a:pt x="40" y="23"/>
                      <a:pt x="50" y="19"/>
                      <a:pt x="58" y="15"/>
                    </a:cubicBezTo>
                    <a:cubicBezTo>
                      <a:pt x="65" y="10"/>
                      <a:pt x="77" y="6"/>
                      <a:pt x="81" y="0"/>
                    </a:cubicBezTo>
                    <a:cubicBezTo>
                      <a:pt x="78" y="10"/>
                      <a:pt x="55" y="16"/>
                      <a:pt x="61" y="28"/>
                    </a:cubicBezTo>
                    <a:cubicBezTo>
                      <a:pt x="45" y="22"/>
                      <a:pt x="44" y="33"/>
                      <a:pt x="39" y="44"/>
                    </a:cubicBezTo>
                    <a:cubicBezTo>
                      <a:pt x="33" y="37"/>
                      <a:pt x="24" y="47"/>
                      <a:pt x="23" y="53"/>
                    </a:cubicBezTo>
                    <a:cubicBezTo>
                      <a:pt x="15" y="51"/>
                      <a:pt x="9" y="56"/>
                      <a:pt x="6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9" name="Freeform 754">
                <a:extLst>
                  <a:ext uri="{FF2B5EF4-FFF2-40B4-BE49-F238E27FC236}">
                    <a16:creationId xmlns:a16="http://schemas.microsoft.com/office/drawing/2014/main" id="{D0212D62-CD34-4F10-9FE6-ABB65B4B4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881"/>
                <a:ext cx="92" cy="223"/>
              </a:xfrm>
              <a:custGeom>
                <a:avLst/>
                <a:gdLst>
                  <a:gd name="T0" fmla="*/ 488 w 40"/>
                  <a:gd name="T1" fmla="*/ 0 h 90"/>
                  <a:gd name="T2" fmla="*/ 85 w 40"/>
                  <a:gd name="T3" fmla="*/ 805 h 90"/>
                  <a:gd name="T4" fmla="*/ 28 w 40"/>
                  <a:gd name="T5" fmla="*/ 1122 h 90"/>
                  <a:gd name="T6" fmla="*/ 338 w 40"/>
                  <a:gd name="T7" fmla="*/ 1370 h 90"/>
                  <a:gd name="T8" fmla="*/ 94 w 40"/>
                  <a:gd name="T9" fmla="*/ 1122 h 90"/>
                  <a:gd name="T10" fmla="*/ 195 w 40"/>
                  <a:gd name="T11" fmla="*/ 927 h 90"/>
                  <a:gd name="T12" fmla="*/ 170 w 40"/>
                  <a:gd name="T13" fmla="*/ 761 h 90"/>
                  <a:gd name="T14" fmla="*/ 253 w 40"/>
                  <a:gd name="T15" fmla="*/ 689 h 90"/>
                  <a:gd name="T16" fmla="*/ 244 w 40"/>
                  <a:gd name="T17" fmla="*/ 577 h 90"/>
                  <a:gd name="T18" fmla="*/ 448 w 40"/>
                  <a:gd name="T19" fmla="*/ 124 h 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90">
                    <a:moveTo>
                      <a:pt x="40" y="0"/>
                    </a:moveTo>
                    <a:cubicBezTo>
                      <a:pt x="28" y="17"/>
                      <a:pt x="15" y="35"/>
                      <a:pt x="7" y="53"/>
                    </a:cubicBezTo>
                    <a:cubicBezTo>
                      <a:pt x="4" y="58"/>
                      <a:pt x="0" y="69"/>
                      <a:pt x="2" y="74"/>
                    </a:cubicBezTo>
                    <a:cubicBezTo>
                      <a:pt x="5" y="82"/>
                      <a:pt x="21" y="89"/>
                      <a:pt x="28" y="90"/>
                    </a:cubicBezTo>
                    <a:cubicBezTo>
                      <a:pt x="21" y="87"/>
                      <a:pt x="10" y="82"/>
                      <a:pt x="8" y="74"/>
                    </a:cubicBezTo>
                    <a:cubicBezTo>
                      <a:pt x="8" y="69"/>
                      <a:pt x="10" y="61"/>
                      <a:pt x="16" y="61"/>
                    </a:cubicBezTo>
                    <a:cubicBezTo>
                      <a:pt x="15" y="57"/>
                      <a:pt x="12" y="54"/>
                      <a:pt x="14" y="50"/>
                    </a:cubicBezTo>
                    <a:cubicBezTo>
                      <a:pt x="15" y="47"/>
                      <a:pt x="20" y="47"/>
                      <a:pt x="21" y="45"/>
                    </a:cubicBezTo>
                    <a:cubicBezTo>
                      <a:pt x="22" y="43"/>
                      <a:pt x="20" y="41"/>
                      <a:pt x="20" y="38"/>
                    </a:cubicBezTo>
                    <a:cubicBezTo>
                      <a:pt x="22" y="29"/>
                      <a:pt x="32" y="16"/>
                      <a:pt x="37" y="8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0" name="Freeform 755">
                <a:extLst>
                  <a:ext uri="{FF2B5EF4-FFF2-40B4-BE49-F238E27FC236}">
                    <a16:creationId xmlns:a16="http://schemas.microsoft.com/office/drawing/2014/main" id="{CFC535F5-FB80-4562-9B84-8E32ECF9F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121"/>
                <a:ext cx="60" cy="342"/>
              </a:xfrm>
              <a:custGeom>
                <a:avLst/>
                <a:gdLst>
                  <a:gd name="T0" fmla="*/ 235 w 26"/>
                  <a:gd name="T1" fmla="*/ 42 h 138"/>
                  <a:gd name="T2" fmla="*/ 134 w 26"/>
                  <a:gd name="T3" fmla="*/ 424 h 138"/>
                  <a:gd name="T4" fmla="*/ 122 w 26"/>
                  <a:gd name="T5" fmla="*/ 914 h 138"/>
                  <a:gd name="T6" fmla="*/ 28 w 26"/>
                  <a:gd name="T7" fmla="*/ 1338 h 138"/>
                  <a:gd name="T8" fmla="*/ 111 w 26"/>
                  <a:gd name="T9" fmla="*/ 2102 h 138"/>
                  <a:gd name="T10" fmla="*/ 309 w 26"/>
                  <a:gd name="T11" fmla="*/ 1093 h 138"/>
                  <a:gd name="T12" fmla="*/ 224 w 26"/>
                  <a:gd name="T13" fmla="*/ 835 h 138"/>
                  <a:gd name="T14" fmla="*/ 282 w 26"/>
                  <a:gd name="T15" fmla="*/ 701 h 138"/>
                  <a:gd name="T16" fmla="*/ 245 w 26"/>
                  <a:gd name="T17" fmla="*/ 486 h 138"/>
                  <a:gd name="T18" fmla="*/ 282 w 26"/>
                  <a:gd name="T19" fmla="*/ 42 h 138"/>
                  <a:gd name="T20" fmla="*/ 256 w 26"/>
                  <a:gd name="T21" fmla="*/ 12 h 1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38">
                    <a:moveTo>
                      <a:pt x="19" y="3"/>
                    </a:moveTo>
                    <a:cubicBezTo>
                      <a:pt x="13" y="13"/>
                      <a:pt x="10" y="16"/>
                      <a:pt x="11" y="28"/>
                    </a:cubicBezTo>
                    <a:cubicBezTo>
                      <a:pt x="12" y="39"/>
                      <a:pt x="12" y="49"/>
                      <a:pt x="10" y="60"/>
                    </a:cubicBezTo>
                    <a:cubicBezTo>
                      <a:pt x="9" y="70"/>
                      <a:pt x="3" y="78"/>
                      <a:pt x="2" y="88"/>
                    </a:cubicBezTo>
                    <a:cubicBezTo>
                      <a:pt x="0" y="102"/>
                      <a:pt x="4" y="124"/>
                      <a:pt x="9" y="138"/>
                    </a:cubicBezTo>
                    <a:cubicBezTo>
                      <a:pt x="8" y="128"/>
                      <a:pt x="0" y="58"/>
                      <a:pt x="25" y="72"/>
                    </a:cubicBezTo>
                    <a:cubicBezTo>
                      <a:pt x="19" y="70"/>
                      <a:pt x="16" y="60"/>
                      <a:pt x="18" y="55"/>
                    </a:cubicBezTo>
                    <a:cubicBezTo>
                      <a:pt x="18" y="52"/>
                      <a:pt x="22" y="50"/>
                      <a:pt x="23" y="46"/>
                    </a:cubicBezTo>
                    <a:cubicBezTo>
                      <a:pt x="24" y="42"/>
                      <a:pt x="20" y="36"/>
                      <a:pt x="20" y="32"/>
                    </a:cubicBezTo>
                    <a:cubicBezTo>
                      <a:pt x="20" y="20"/>
                      <a:pt x="9" y="2"/>
                      <a:pt x="23" y="3"/>
                    </a:cubicBezTo>
                    <a:cubicBezTo>
                      <a:pt x="20" y="1"/>
                      <a:pt x="26" y="0"/>
                      <a:pt x="21" y="1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1" name="Freeform 756">
                <a:extLst>
                  <a:ext uri="{FF2B5EF4-FFF2-40B4-BE49-F238E27FC236}">
                    <a16:creationId xmlns:a16="http://schemas.microsoft.com/office/drawing/2014/main" id="{92EA41C2-1C80-4BDB-AB8B-DDFFAE1FD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134"/>
                <a:ext cx="176" cy="148"/>
              </a:xfrm>
              <a:custGeom>
                <a:avLst/>
                <a:gdLst>
                  <a:gd name="T0" fmla="*/ 0 w 76"/>
                  <a:gd name="T1" fmla="*/ 0 h 60"/>
                  <a:gd name="T2" fmla="*/ 574 w 76"/>
                  <a:gd name="T3" fmla="*/ 269 h 60"/>
                  <a:gd name="T4" fmla="*/ 831 w 76"/>
                  <a:gd name="T5" fmla="*/ 585 h 60"/>
                  <a:gd name="T6" fmla="*/ 831 w 76"/>
                  <a:gd name="T7" fmla="*/ 900 h 60"/>
                  <a:gd name="T8" fmla="*/ 623 w 76"/>
                  <a:gd name="T9" fmla="*/ 585 h 60"/>
                  <a:gd name="T10" fmla="*/ 350 w 76"/>
                  <a:gd name="T11" fmla="*/ 269 h 60"/>
                  <a:gd name="T12" fmla="*/ 151 w 76"/>
                  <a:gd name="T13" fmla="*/ 91 h 60"/>
                  <a:gd name="T14" fmla="*/ 134 w 76"/>
                  <a:gd name="T15" fmla="*/ 62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60">
                    <a:moveTo>
                      <a:pt x="0" y="0"/>
                    </a:moveTo>
                    <a:cubicBezTo>
                      <a:pt x="16" y="0"/>
                      <a:pt x="34" y="9"/>
                      <a:pt x="46" y="18"/>
                    </a:cubicBezTo>
                    <a:cubicBezTo>
                      <a:pt x="54" y="24"/>
                      <a:pt x="61" y="31"/>
                      <a:pt x="67" y="39"/>
                    </a:cubicBezTo>
                    <a:cubicBezTo>
                      <a:pt x="76" y="52"/>
                      <a:pt x="70" y="49"/>
                      <a:pt x="67" y="60"/>
                    </a:cubicBezTo>
                    <a:cubicBezTo>
                      <a:pt x="67" y="48"/>
                      <a:pt x="64" y="34"/>
                      <a:pt x="50" y="39"/>
                    </a:cubicBezTo>
                    <a:cubicBezTo>
                      <a:pt x="46" y="24"/>
                      <a:pt x="38" y="26"/>
                      <a:pt x="28" y="18"/>
                    </a:cubicBezTo>
                    <a:cubicBezTo>
                      <a:pt x="22" y="13"/>
                      <a:pt x="20" y="7"/>
                      <a:pt x="12" y="6"/>
                    </a:cubicBezTo>
                    <a:cubicBezTo>
                      <a:pt x="12" y="5"/>
                      <a:pt x="11" y="5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2" name="Freeform 757">
                <a:extLst>
                  <a:ext uri="{FF2B5EF4-FFF2-40B4-BE49-F238E27FC236}">
                    <a16:creationId xmlns:a16="http://schemas.microsoft.com/office/drawing/2014/main" id="{C54312CB-8E4D-417A-BD51-177F9DA84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643"/>
                <a:ext cx="81" cy="126"/>
              </a:xfrm>
              <a:custGeom>
                <a:avLst/>
                <a:gdLst>
                  <a:gd name="T0" fmla="*/ 12 w 35"/>
                  <a:gd name="T1" fmla="*/ 768 h 51"/>
                  <a:gd name="T2" fmla="*/ 113 w 35"/>
                  <a:gd name="T3" fmla="*/ 269 h 51"/>
                  <a:gd name="T4" fmla="*/ 433 w 35"/>
                  <a:gd name="T5" fmla="*/ 0 h 51"/>
                  <a:gd name="T6" fmla="*/ 285 w 35"/>
                  <a:gd name="T7" fmla="*/ 183 h 51"/>
                  <a:gd name="T8" fmla="*/ 236 w 35"/>
                  <a:gd name="T9" fmla="*/ 440 h 51"/>
                  <a:gd name="T10" fmla="*/ 86 w 35"/>
                  <a:gd name="T11" fmla="*/ 58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1">
                    <a:moveTo>
                      <a:pt x="1" y="51"/>
                    </a:moveTo>
                    <a:cubicBezTo>
                      <a:pt x="0" y="43"/>
                      <a:pt x="5" y="25"/>
                      <a:pt x="9" y="18"/>
                    </a:cubicBezTo>
                    <a:cubicBezTo>
                      <a:pt x="14" y="11"/>
                      <a:pt x="28" y="3"/>
                      <a:pt x="35" y="0"/>
                    </a:cubicBezTo>
                    <a:cubicBezTo>
                      <a:pt x="32" y="4"/>
                      <a:pt x="27" y="8"/>
                      <a:pt x="23" y="12"/>
                    </a:cubicBezTo>
                    <a:cubicBezTo>
                      <a:pt x="16" y="20"/>
                      <a:pt x="17" y="20"/>
                      <a:pt x="19" y="29"/>
                    </a:cubicBezTo>
                    <a:cubicBezTo>
                      <a:pt x="13" y="24"/>
                      <a:pt x="10" y="34"/>
                      <a:pt x="7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3" name="Freeform 758">
                <a:extLst>
                  <a:ext uri="{FF2B5EF4-FFF2-40B4-BE49-F238E27FC236}">
                    <a16:creationId xmlns:a16="http://schemas.microsoft.com/office/drawing/2014/main" id="{68E00E11-34B8-4296-ADA7-DE9B32574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758"/>
                <a:ext cx="751" cy="99"/>
              </a:xfrm>
              <a:custGeom>
                <a:avLst/>
                <a:gdLst>
                  <a:gd name="T0" fmla="*/ 0 w 324"/>
                  <a:gd name="T1" fmla="*/ 215 h 40"/>
                  <a:gd name="T2" fmla="*/ 501 w 324"/>
                  <a:gd name="T3" fmla="*/ 228 h 40"/>
                  <a:gd name="T4" fmla="*/ 925 w 324"/>
                  <a:gd name="T5" fmla="*/ 183 h 40"/>
                  <a:gd name="T6" fmla="*/ 1982 w 324"/>
                  <a:gd name="T7" fmla="*/ 42 h 40"/>
                  <a:gd name="T8" fmla="*/ 2503 w 324"/>
                  <a:gd name="T9" fmla="*/ 74 h 40"/>
                  <a:gd name="T10" fmla="*/ 2911 w 324"/>
                  <a:gd name="T11" fmla="*/ 228 h 40"/>
                  <a:gd name="T12" fmla="*/ 3611 w 324"/>
                  <a:gd name="T13" fmla="*/ 228 h 40"/>
                  <a:gd name="T14" fmla="*/ 4035 w 324"/>
                  <a:gd name="T15" fmla="*/ 606 h 40"/>
                  <a:gd name="T16" fmla="*/ 3563 w 324"/>
                  <a:gd name="T17" fmla="*/ 332 h 40"/>
                  <a:gd name="T18" fmla="*/ 3363 w 324"/>
                  <a:gd name="T19" fmla="*/ 441 h 40"/>
                  <a:gd name="T20" fmla="*/ 3213 w 324"/>
                  <a:gd name="T21" fmla="*/ 453 h 40"/>
                  <a:gd name="T22" fmla="*/ 2890 w 324"/>
                  <a:gd name="T23" fmla="*/ 361 h 40"/>
                  <a:gd name="T24" fmla="*/ 2703 w 324"/>
                  <a:gd name="T25" fmla="*/ 332 h 40"/>
                  <a:gd name="T26" fmla="*/ 2589 w 324"/>
                  <a:gd name="T27" fmla="*/ 245 h 40"/>
                  <a:gd name="T28" fmla="*/ 1945 w 324"/>
                  <a:gd name="T29" fmla="*/ 215 h 40"/>
                  <a:gd name="T30" fmla="*/ 1296 w 324"/>
                  <a:gd name="T31" fmla="*/ 275 h 40"/>
                  <a:gd name="T32" fmla="*/ 974 w 324"/>
                  <a:gd name="T33" fmla="*/ 307 h 40"/>
                  <a:gd name="T34" fmla="*/ 635 w 324"/>
                  <a:gd name="T35" fmla="*/ 319 h 4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4" h="40">
                    <a:moveTo>
                      <a:pt x="0" y="14"/>
                    </a:moveTo>
                    <a:cubicBezTo>
                      <a:pt x="12" y="18"/>
                      <a:pt x="27" y="11"/>
                      <a:pt x="40" y="15"/>
                    </a:cubicBezTo>
                    <a:cubicBezTo>
                      <a:pt x="53" y="18"/>
                      <a:pt x="61" y="17"/>
                      <a:pt x="74" y="12"/>
                    </a:cubicBezTo>
                    <a:cubicBezTo>
                      <a:pt x="104" y="1"/>
                      <a:pt x="127" y="2"/>
                      <a:pt x="159" y="3"/>
                    </a:cubicBezTo>
                    <a:cubicBezTo>
                      <a:pt x="173" y="4"/>
                      <a:pt x="187" y="4"/>
                      <a:pt x="201" y="5"/>
                    </a:cubicBezTo>
                    <a:cubicBezTo>
                      <a:pt x="214" y="5"/>
                      <a:pt x="221" y="11"/>
                      <a:pt x="234" y="15"/>
                    </a:cubicBezTo>
                    <a:cubicBezTo>
                      <a:pt x="252" y="22"/>
                      <a:pt x="271" y="14"/>
                      <a:pt x="290" y="15"/>
                    </a:cubicBezTo>
                    <a:cubicBezTo>
                      <a:pt x="310" y="17"/>
                      <a:pt x="311" y="29"/>
                      <a:pt x="324" y="40"/>
                    </a:cubicBezTo>
                    <a:cubicBezTo>
                      <a:pt x="318" y="33"/>
                      <a:pt x="296" y="22"/>
                      <a:pt x="286" y="22"/>
                    </a:cubicBezTo>
                    <a:cubicBezTo>
                      <a:pt x="278" y="22"/>
                      <a:pt x="276" y="26"/>
                      <a:pt x="270" y="29"/>
                    </a:cubicBezTo>
                    <a:cubicBezTo>
                      <a:pt x="259" y="36"/>
                      <a:pt x="267" y="32"/>
                      <a:pt x="258" y="30"/>
                    </a:cubicBezTo>
                    <a:cubicBezTo>
                      <a:pt x="250" y="28"/>
                      <a:pt x="240" y="26"/>
                      <a:pt x="232" y="24"/>
                    </a:cubicBezTo>
                    <a:cubicBezTo>
                      <a:pt x="227" y="23"/>
                      <a:pt x="222" y="23"/>
                      <a:pt x="217" y="22"/>
                    </a:cubicBezTo>
                    <a:cubicBezTo>
                      <a:pt x="213" y="21"/>
                      <a:pt x="212" y="19"/>
                      <a:pt x="208" y="16"/>
                    </a:cubicBezTo>
                    <a:cubicBezTo>
                      <a:pt x="192" y="8"/>
                      <a:pt x="172" y="18"/>
                      <a:pt x="156" y="14"/>
                    </a:cubicBezTo>
                    <a:cubicBezTo>
                      <a:pt x="133" y="9"/>
                      <a:pt x="124" y="8"/>
                      <a:pt x="104" y="18"/>
                    </a:cubicBezTo>
                    <a:cubicBezTo>
                      <a:pt x="103" y="0"/>
                      <a:pt x="84" y="16"/>
                      <a:pt x="78" y="20"/>
                    </a:cubicBezTo>
                    <a:cubicBezTo>
                      <a:pt x="70" y="24"/>
                      <a:pt x="60" y="23"/>
                      <a:pt x="51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4" name="Freeform 759">
                <a:extLst>
                  <a:ext uri="{FF2B5EF4-FFF2-40B4-BE49-F238E27FC236}">
                    <a16:creationId xmlns:a16="http://schemas.microsoft.com/office/drawing/2014/main" id="{2D4B2B05-AA89-4C55-9F0B-B1B7FBF61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1943"/>
                <a:ext cx="162" cy="97"/>
              </a:xfrm>
              <a:custGeom>
                <a:avLst/>
                <a:gdLst>
                  <a:gd name="T0" fmla="*/ 0 w 70"/>
                  <a:gd name="T1" fmla="*/ 433 h 39"/>
                  <a:gd name="T2" fmla="*/ 558 w 70"/>
                  <a:gd name="T3" fmla="*/ 154 h 39"/>
                  <a:gd name="T4" fmla="*/ 782 w 70"/>
                  <a:gd name="T5" fmla="*/ 124 h 39"/>
                  <a:gd name="T6" fmla="*/ 856 w 70"/>
                  <a:gd name="T7" fmla="*/ 599 h 39"/>
                  <a:gd name="T8" fmla="*/ 620 w 70"/>
                  <a:gd name="T9" fmla="*/ 216 h 39"/>
                  <a:gd name="T10" fmla="*/ 331 w 70"/>
                  <a:gd name="T11" fmla="*/ 308 h 39"/>
                  <a:gd name="T12" fmla="*/ 102 w 70"/>
                  <a:gd name="T13" fmla="*/ 40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9">
                    <a:moveTo>
                      <a:pt x="0" y="28"/>
                    </a:moveTo>
                    <a:cubicBezTo>
                      <a:pt x="4" y="11"/>
                      <a:pt x="31" y="17"/>
                      <a:pt x="45" y="10"/>
                    </a:cubicBezTo>
                    <a:cubicBezTo>
                      <a:pt x="54" y="5"/>
                      <a:pt x="56" y="0"/>
                      <a:pt x="63" y="8"/>
                    </a:cubicBezTo>
                    <a:cubicBezTo>
                      <a:pt x="70" y="17"/>
                      <a:pt x="66" y="30"/>
                      <a:pt x="69" y="39"/>
                    </a:cubicBezTo>
                    <a:cubicBezTo>
                      <a:pt x="69" y="26"/>
                      <a:pt x="66" y="9"/>
                      <a:pt x="50" y="14"/>
                    </a:cubicBezTo>
                    <a:cubicBezTo>
                      <a:pt x="41" y="17"/>
                      <a:pt x="37" y="23"/>
                      <a:pt x="27" y="20"/>
                    </a:cubicBezTo>
                    <a:cubicBezTo>
                      <a:pt x="24" y="30"/>
                      <a:pt x="15" y="23"/>
                      <a:pt x="8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5" name="Freeform 760">
                <a:extLst>
                  <a:ext uri="{FF2B5EF4-FFF2-40B4-BE49-F238E27FC236}">
                    <a16:creationId xmlns:a16="http://schemas.microsoft.com/office/drawing/2014/main" id="{CE1F8533-0DB2-4EAE-989B-2599326A1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1698"/>
                <a:ext cx="211" cy="154"/>
              </a:xfrm>
              <a:custGeom>
                <a:avLst/>
                <a:gdLst>
                  <a:gd name="T0" fmla="*/ 0 w 91"/>
                  <a:gd name="T1" fmla="*/ 951 h 62"/>
                  <a:gd name="T2" fmla="*/ 209 w 91"/>
                  <a:gd name="T3" fmla="*/ 611 h 62"/>
                  <a:gd name="T4" fmla="*/ 587 w 91"/>
                  <a:gd name="T5" fmla="*/ 291 h 62"/>
                  <a:gd name="T6" fmla="*/ 823 w 91"/>
                  <a:gd name="T7" fmla="*/ 0 h 62"/>
                  <a:gd name="T8" fmla="*/ 1134 w 91"/>
                  <a:gd name="T9" fmla="*/ 353 h 62"/>
                  <a:gd name="T10" fmla="*/ 786 w 91"/>
                  <a:gd name="T11" fmla="*/ 462 h 62"/>
                  <a:gd name="T12" fmla="*/ 596 w 91"/>
                  <a:gd name="T13" fmla="*/ 537 h 62"/>
                  <a:gd name="T14" fmla="*/ 415 w 91"/>
                  <a:gd name="T15" fmla="*/ 599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62">
                    <a:moveTo>
                      <a:pt x="0" y="62"/>
                    </a:moveTo>
                    <a:cubicBezTo>
                      <a:pt x="9" y="56"/>
                      <a:pt x="11" y="46"/>
                      <a:pt x="17" y="40"/>
                    </a:cubicBezTo>
                    <a:cubicBezTo>
                      <a:pt x="26" y="32"/>
                      <a:pt x="39" y="29"/>
                      <a:pt x="47" y="19"/>
                    </a:cubicBezTo>
                    <a:cubicBezTo>
                      <a:pt x="52" y="13"/>
                      <a:pt x="56" y="1"/>
                      <a:pt x="66" y="0"/>
                    </a:cubicBezTo>
                    <a:cubicBezTo>
                      <a:pt x="74" y="0"/>
                      <a:pt x="86" y="16"/>
                      <a:pt x="91" y="23"/>
                    </a:cubicBezTo>
                    <a:cubicBezTo>
                      <a:pt x="81" y="7"/>
                      <a:pt x="49" y="7"/>
                      <a:pt x="63" y="30"/>
                    </a:cubicBezTo>
                    <a:cubicBezTo>
                      <a:pt x="58" y="21"/>
                      <a:pt x="48" y="25"/>
                      <a:pt x="48" y="35"/>
                    </a:cubicBezTo>
                    <a:cubicBezTo>
                      <a:pt x="43" y="30"/>
                      <a:pt x="37" y="35"/>
                      <a:pt x="33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6" name="Freeform 761">
                <a:extLst>
                  <a:ext uri="{FF2B5EF4-FFF2-40B4-BE49-F238E27FC236}">
                    <a16:creationId xmlns:a16="http://schemas.microsoft.com/office/drawing/2014/main" id="{916F8916-6274-4DC8-838F-8D30ADB45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491"/>
                <a:ext cx="139" cy="175"/>
              </a:xfrm>
              <a:custGeom>
                <a:avLst/>
                <a:gdLst>
                  <a:gd name="T0" fmla="*/ 746 w 60"/>
                  <a:gd name="T1" fmla="*/ 212 h 71"/>
                  <a:gd name="T2" fmla="*/ 171 w 60"/>
                  <a:gd name="T3" fmla="*/ 266 h 71"/>
                  <a:gd name="T4" fmla="*/ 151 w 60"/>
                  <a:gd name="T5" fmla="*/ 601 h 71"/>
                  <a:gd name="T6" fmla="*/ 0 w 60"/>
                  <a:gd name="T7" fmla="*/ 1062 h 71"/>
                  <a:gd name="T8" fmla="*/ 285 w 60"/>
                  <a:gd name="T9" fmla="*/ 796 h 71"/>
                  <a:gd name="T10" fmla="*/ 310 w 60"/>
                  <a:gd name="T11" fmla="*/ 493 h 71"/>
                  <a:gd name="T12" fmla="*/ 473 w 60"/>
                  <a:gd name="T13" fmla="*/ 256 h 71"/>
                  <a:gd name="T14" fmla="*/ 575 w 60"/>
                  <a:gd name="T15" fmla="*/ 153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71">
                    <a:moveTo>
                      <a:pt x="60" y="14"/>
                    </a:moveTo>
                    <a:cubicBezTo>
                      <a:pt x="48" y="4"/>
                      <a:pt x="20" y="0"/>
                      <a:pt x="14" y="18"/>
                    </a:cubicBezTo>
                    <a:cubicBezTo>
                      <a:pt x="11" y="25"/>
                      <a:pt x="13" y="33"/>
                      <a:pt x="12" y="40"/>
                    </a:cubicBezTo>
                    <a:cubicBezTo>
                      <a:pt x="11" y="53"/>
                      <a:pt x="7" y="60"/>
                      <a:pt x="0" y="71"/>
                    </a:cubicBezTo>
                    <a:cubicBezTo>
                      <a:pt x="5" y="65"/>
                      <a:pt x="13" y="49"/>
                      <a:pt x="23" y="53"/>
                    </a:cubicBezTo>
                    <a:cubicBezTo>
                      <a:pt x="18" y="48"/>
                      <a:pt x="14" y="33"/>
                      <a:pt x="25" y="33"/>
                    </a:cubicBezTo>
                    <a:cubicBezTo>
                      <a:pt x="10" y="22"/>
                      <a:pt x="29" y="8"/>
                      <a:pt x="38" y="17"/>
                    </a:cubicBezTo>
                    <a:cubicBezTo>
                      <a:pt x="37" y="11"/>
                      <a:pt x="42" y="9"/>
                      <a:pt x="4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7" name="Freeform 762">
                <a:extLst>
                  <a:ext uri="{FF2B5EF4-FFF2-40B4-BE49-F238E27FC236}">
                    <a16:creationId xmlns:a16="http://schemas.microsoft.com/office/drawing/2014/main" id="{A46AC933-BC18-47F5-B9B7-C68B5ACA4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2161"/>
                <a:ext cx="218" cy="227"/>
              </a:xfrm>
              <a:custGeom>
                <a:avLst/>
                <a:gdLst>
                  <a:gd name="T0" fmla="*/ 925 w 94"/>
                  <a:gd name="T1" fmla="*/ 0 h 92"/>
                  <a:gd name="T2" fmla="*/ 0 w 94"/>
                  <a:gd name="T3" fmla="*/ 1369 h 92"/>
                  <a:gd name="T4" fmla="*/ 925 w 94"/>
                  <a:gd name="T5" fmla="*/ 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74" y="0"/>
                    </a:moveTo>
                    <a:cubicBezTo>
                      <a:pt x="80" y="23"/>
                      <a:pt x="66" y="85"/>
                      <a:pt x="0" y="91"/>
                    </a:cubicBezTo>
                    <a:cubicBezTo>
                      <a:pt x="34" y="92"/>
                      <a:pt x="94" y="72"/>
                      <a:pt x="74" y="0"/>
                    </a:cubicBezTo>
                    <a:close/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8" name="Freeform 763">
                <a:extLst>
                  <a:ext uri="{FF2B5EF4-FFF2-40B4-BE49-F238E27FC236}">
                    <a16:creationId xmlns:a16="http://schemas.microsoft.com/office/drawing/2014/main" id="{CDD7F58E-94F6-48BA-866F-E1F347F32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141"/>
                <a:ext cx="294" cy="356"/>
              </a:xfrm>
              <a:custGeom>
                <a:avLst/>
                <a:gdLst>
                  <a:gd name="T0" fmla="*/ 0 w 127"/>
                  <a:gd name="T1" fmla="*/ 2146 h 144"/>
                  <a:gd name="T2" fmla="*/ 857 w 127"/>
                  <a:gd name="T3" fmla="*/ 1765 h 144"/>
                  <a:gd name="T4" fmla="*/ 1377 w 127"/>
                  <a:gd name="T5" fmla="*/ 1100 h 144"/>
                  <a:gd name="T6" fmla="*/ 1350 w 127"/>
                  <a:gd name="T7" fmla="*/ 0 h 144"/>
                  <a:gd name="T8" fmla="*/ 1442 w 127"/>
                  <a:gd name="T9" fmla="*/ 1315 h 144"/>
                  <a:gd name="T10" fmla="*/ 718 w 127"/>
                  <a:gd name="T11" fmla="*/ 1980 h 144"/>
                  <a:gd name="T12" fmla="*/ 0 w 127"/>
                  <a:gd name="T13" fmla="*/ 2146 h 1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144">
                    <a:moveTo>
                      <a:pt x="0" y="142"/>
                    </a:moveTo>
                    <a:cubicBezTo>
                      <a:pt x="18" y="139"/>
                      <a:pt x="56" y="127"/>
                      <a:pt x="69" y="117"/>
                    </a:cubicBezTo>
                    <a:cubicBezTo>
                      <a:pt x="82" y="108"/>
                      <a:pt x="106" y="103"/>
                      <a:pt x="111" y="73"/>
                    </a:cubicBezTo>
                    <a:cubicBezTo>
                      <a:pt x="117" y="43"/>
                      <a:pt x="109" y="10"/>
                      <a:pt x="109" y="0"/>
                    </a:cubicBezTo>
                    <a:cubicBezTo>
                      <a:pt x="118" y="18"/>
                      <a:pt x="127" y="54"/>
                      <a:pt x="116" y="87"/>
                    </a:cubicBezTo>
                    <a:cubicBezTo>
                      <a:pt x="104" y="121"/>
                      <a:pt x="72" y="123"/>
                      <a:pt x="58" y="131"/>
                    </a:cubicBezTo>
                    <a:cubicBezTo>
                      <a:pt x="44" y="140"/>
                      <a:pt x="10" y="144"/>
                      <a:pt x="0" y="142"/>
                    </a:cubicBezTo>
                    <a:close/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39" name="Freeform 764">
                <a:extLst>
                  <a:ext uri="{FF2B5EF4-FFF2-40B4-BE49-F238E27FC236}">
                    <a16:creationId xmlns:a16="http://schemas.microsoft.com/office/drawing/2014/main" id="{7710F4EC-4DD7-47BB-A667-5B287AF29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2361"/>
                <a:ext cx="310" cy="215"/>
              </a:xfrm>
              <a:custGeom>
                <a:avLst/>
                <a:gdLst>
                  <a:gd name="T0" fmla="*/ 0 w 134"/>
                  <a:gd name="T1" fmla="*/ 1300 h 87"/>
                  <a:gd name="T2" fmla="*/ 1076 w 134"/>
                  <a:gd name="T3" fmla="*/ 843 h 87"/>
                  <a:gd name="T4" fmla="*/ 1573 w 134"/>
                  <a:gd name="T5" fmla="*/ 166 h 87"/>
                  <a:gd name="T6" fmla="*/ 1585 w 134"/>
                  <a:gd name="T7" fmla="*/ 153 h 87"/>
                  <a:gd name="T8" fmla="*/ 1161 w 134"/>
                  <a:gd name="T9" fmla="*/ 922 h 87"/>
                  <a:gd name="T10" fmla="*/ 0 w 134"/>
                  <a:gd name="T11" fmla="*/ 1300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87">
                    <a:moveTo>
                      <a:pt x="0" y="86"/>
                    </a:moveTo>
                    <a:cubicBezTo>
                      <a:pt x="19" y="80"/>
                      <a:pt x="64" y="73"/>
                      <a:pt x="87" y="56"/>
                    </a:cubicBezTo>
                    <a:cubicBezTo>
                      <a:pt x="109" y="40"/>
                      <a:pt x="119" y="14"/>
                      <a:pt x="127" y="11"/>
                    </a:cubicBezTo>
                    <a:cubicBezTo>
                      <a:pt x="134" y="8"/>
                      <a:pt x="133" y="0"/>
                      <a:pt x="128" y="10"/>
                    </a:cubicBezTo>
                    <a:cubicBezTo>
                      <a:pt x="122" y="20"/>
                      <a:pt x="106" y="50"/>
                      <a:pt x="94" y="61"/>
                    </a:cubicBezTo>
                    <a:cubicBezTo>
                      <a:pt x="82" y="72"/>
                      <a:pt x="12" y="87"/>
                      <a:pt x="0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0" name="Freeform 765">
                <a:extLst>
                  <a:ext uri="{FF2B5EF4-FFF2-40B4-BE49-F238E27FC236}">
                    <a16:creationId xmlns:a16="http://schemas.microsoft.com/office/drawing/2014/main" id="{CFFB8C5F-B4B8-44AC-ADE0-86F27F711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2238"/>
                <a:ext cx="125" cy="32"/>
              </a:xfrm>
              <a:custGeom>
                <a:avLst/>
                <a:gdLst>
                  <a:gd name="T0" fmla="*/ 0 w 54"/>
                  <a:gd name="T1" fmla="*/ 194 h 13"/>
                  <a:gd name="T2" fmla="*/ 669 w 5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3">
                    <a:moveTo>
                      <a:pt x="0" y="13"/>
                    </a:moveTo>
                    <a:cubicBezTo>
                      <a:pt x="14" y="4"/>
                      <a:pt x="41" y="0"/>
                      <a:pt x="5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1" name="Freeform 766">
                <a:extLst>
                  <a:ext uri="{FF2B5EF4-FFF2-40B4-BE49-F238E27FC236}">
                    <a16:creationId xmlns:a16="http://schemas.microsoft.com/office/drawing/2014/main" id="{7D3DE292-D85E-4168-A930-0040575F1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361"/>
                <a:ext cx="77" cy="223"/>
              </a:xfrm>
              <a:custGeom>
                <a:avLst/>
                <a:gdLst>
                  <a:gd name="T0" fmla="*/ 331 w 33"/>
                  <a:gd name="T1" fmla="*/ 1370 h 90"/>
                  <a:gd name="T2" fmla="*/ 420 w 33"/>
                  <a:gd name="T3" fmla="*/ 0 h 90"/>
                  <a:gd name="T4" fmla="*/ 331 w 33"/>
                  <a:gd name="T5" fmla="*/ 137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90">
                    <a:moveTo>
                      <a:pt x="26" y="90"/>
                    </a:moveTo>
                    <a:cubicBezTo>
                      <a:pt x="0" y="49"/>
                      <a:pt x="13" y="12"/>
                      <a:pt x="33" y="0"/>
                    </a:cubicBezTo>
                    <a:cubicBezTo>
                      <a:pt x="23" y="10"/>
                      <a:pt x="8" y="55"/>
                      <a:pt x="26" y="90"/>
                    </a:cubicBezTo>
                    <a:close/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2" name="Freeform 767">
                <a:extLst>
                  <a:ext uri="{FF2B5EF4-FFF2-40B4-BE49-F238E27FC236}">
                    <a16:creationId xmlns:a16="http://schemas.microsoft.com/office/drawing/2014/main" id="{0558430C-8E0F-4468-940D-ED0291088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463"/>
                <a:ext cx="81" cy="27"/>
              </a:xfrm>
              <a:custGeom>
                <a:avLst/>
                <a:gdLst>
                  <a:gd name="T0" fmla="*/ 0 w 35"/>
                  <a:gd name="T1" fmla="*/ 162 h 11"/>
                  <a:gd name="T2" fmla="*/ 433 w 35"/>
                  <a:gd name="T3" fmla="*/ 7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">
                    <a:moveTo>
                      <a:pt x="0" y="11"/>
                    </a:moveTo>
                    <a:cubicBezTo>
                      <a:pt x="8" y="0"/>
                      <a:pt x="20" y="0"/>
                      <a:pt x="3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3" name="Freeform 768">
                <a:extLst>
                  <a:ext uri="{FF2B5EF4-FFF2-40B4-BE49-F238E27FC236}">
                    <a16:creationId xmlns:a16="http://schemas.microsoft.com/office/drawing/2014/main" id="{6B6B1EDA-1253-4974-9626-5F53FF85A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896"/>
                <a:ext cx="183" cy="55"/>
              </a:xfrm>
              <a:custGeom>
                <a:avLst/>
                <a:gdLst>
                  <a:gd name="T0" fmla="*/ 612 w 79"/>
                  <a:gd name="T1" fmla="*/ 208 h 22"/>
                  <a:gd name="T2" fmla="*/ 982 w 79"/>
                  <a:gd name="T3" fmla="*/ 20 h 22"/>
                  <a:gd name="T4" fmla="*/ 521 w 79"/>
                  <a:gd name="T5" fmla="*/ 175 h 22"/>
                  <a:gd name="T6" fmla="*/ 0 w 79"/>
                  <a:gd name="T7" fmla="*/ 270 h 22"/>
                  <a:gd name="T8" fmla="*/ 612 w 79"/>
                  <a:gd name="T9" fmla="*/ 2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2">
                    <a:moveTo>
                      <a:pt x="49" y="13"/>
                    </a:moveTo>
                    <a:cubicBezTo>
                      <a:pt x="61" y="6"/>
                      <a:pt x="69" y="1"/>
                      <a:pt x="79" y="1"/>
                    </a:cubicBezTo>
                    <a:cubicBezTo>
                      <a:pt x="69" y="0"/>
                      <a:pt x="55" y="1"/>
                      <a:pt x="42" y="11"/>
                    </a:cubicBezTo>
                    <a:cubicBezTo>
                      <a:pt x="29" y="21"/>
                      <a:pt x="18" y="18"/>
                      <a:pt x="0" y="17"/>
                    </a:cubicBezTo>
                    <a:cubicBezTo>
                      <a:pt x="12" y="18"/>
                      <a:pt x="36" y="22"/>
                      <a:pt x="49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4" name="Freeform 769">
                <a:extLst>
                  <a:ext uri="{FF2B5EF4-FFF2-40B4-BE49-F238E27FC236}">
                    <a16:creationId xmlns:a16="http://schemas.microsoft.com/office/drawing/2014/main" id="{04566E14-71D3-4DE0-8349-E38079F16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064"/>
                <a:ext cx="102" cy="37"/>
              </a:xfrm>
              <a:custGeom>
                <a:avLst/>
                <a:gdLst>
                  <a:gd name="T0" fmla="*/ 547 w 44"/>
                  <a:gd name="T1" fmla="*/ 0 h 15"/>
                  <a:gd name="T2" fmla="*/ 522 w 44"/>
                  <a:gd name="T3" fmla="*/ 0 h 15"/>
                  <a:gd name="T4" fmla="*/ 0 w 44"/>
                  <a:gd name="T5" fmla="*/ 224 h 15"/>
                  <a:gd name="T6" fmla="*/ 547 w 4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5">
                    <a:moveTo>
                      <a:pt x="44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28" y="4"/>
                      <a:pt x="14" y="9"/>
                      <a:pt x="0" y="15"/>
                    </a:cubicBez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DCA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5" name="Freeform 770">
                <a:extLst>
                  <a:ext uri="{FF2B5EF4-FFF2-40B4-BE49-F238E27FC236}">
                    <a16:creationId xmlns:a16="http://schemas.microsoft.com/office/drawing/2014/main" id="{B477590C-257A-437D-8B1E-3EA9985EA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069"/>
                <a:ext cx="538" cy="250"/>
              </a:xfrm>
              <a:custGeom>
                <a:avLst/>
                <a:gdLst>
                  <a:gd name="T0" fmla="*/ 1419 w 232"/>
                  <a:gd name="T1" fmla="*/ 196 h 101"/>
                  <a:gd name="T2" fmla="*/ 188 w 232"/>
                  <a:gd name="T3" fmla="*/ 1225 h 101"/>
                  <a:gd name="T4" fmla="*/ 0 w 232"/>
                  <a:gd name="T5" fmla="*/ 1532 h 101"/>
                  <a:gd name="T6" fmla="*/ 786 w 232"/>
                  <a:gd name="T7" fmla="*/ 743 h 101"/>
                  <a:gd name="T8" fmla="*/ 2145 w 232"/>
                  <a:gd name="T9" fmla="*/ 532 h 101"/>
                  <a:gd name="T10" fmla="*/ 2894 w 232"/>
                  <a:gd name="T11" fmla="*/ 1243 h 101"/>
                  <a:gd name="T12" fmla="*/ 1419 w 232"/>
                  <a:gd name="T13" fmla="*/ 196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2" h="101">
                    <a:moveTo>
                      <a:pt x="114" y="13"/>
                    </a:moveTo>
                    <a:cubicBezTo>
                      <a:pt x="69" y="33"/>
                      <a:pt x="31" y="60"/>
                      <a:pt x="15" y="81"/>
                    </a:cubicBezTo>
                    <a:cubicBezTo>
                      <a:pt x="10" y="88"/>
                      <a:pt x="5" y="95"/>
                      <a:pt x="0" y="101"/>
                    </a:cubicBezTo>
                    <a:cubicBezTo>
                      <a:pt x="13" y="93"/>
                      <a:pt x="41" y="61"/>
                      <a:pt x="63" y="49"/>
                    </a:cubicBezTo>
                    <a:cubicBezTo>
                      <a:pt x="93" y="34"/>
                      <a:pt x="134" y="24"/>
                      <a:pt x="172" y="35"/>
                    </a:cubicBezTo>
                    <a:cubicBezTo>
                      <a:pt x="194" y="42"/>
                      <a:pt x="217" y="56"/>
                      <a:pt x="232" y="82"/>
                    </a:cubicBezTo>
                    <a:cubicBezTo>
                      <a:pt x="217" y="45"/>
                      <a:pt x="177" y="0"/>
                      <a:pt x="114" y="13"/>
                    </a:cubicBezTo>
                    <a:close/>
                  </a:path>
                </a:pathLst>
              </a:custGeom>
              <a:solidFill>
                <a:srgbClr val="704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6" name="Freeform 771">
                <a:extLst>
                  <a:ext uri="{FF2B5EF4-FFF2-40B4-BE49-F238E27FC236}">
                    <a16:creationId xmlns:a16="http://schemas.microsoft.com/office/drawing/2014/main" id="{93578734-67DA-4F80-A2C2-D3A89C0D9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889"/>
                <a:ext cx="1009" cy="408"/>
              </a:xfrm>
              <a:custGeom>
                <a:avLst/>
                <a:gdLst>
                  <a:gd name="T0" fmla="*/ 0 w 435"/>
                  <a:gd name="T1" fmla="*/ 2495 h 165"/>
                  <a:gd name="T2" fmla="*/ 2535 w 435"/>
                  <a:gd name="T3" fmla="*/ 391 h 165"/>
                  <a:gd name="T4" fmla="*/ 5428 w 435"/>
                  <a:gd name="T5" fmla="*/ 635 h 165"/>
                  <a:gd name="T6" fmla="*/ 1997 w 435"/>
                  <a:gd name="T7" fmla="*/ 710 h 165"/>
                  <a:gd name="T8" fmla="*/ 0 w 435"/>
                  <a:gd name="T9" fmla="*/ 2495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5" h="165">
                    <a:moveTo>
                      <a:pt x="0" y="165"/>
                    </a:moveTo>
                    <a:cubicBezTo>
                      <a:pt x="5" y="141"/>
                      <a:pt x="49" y="58"/>
                      <a:pt x="203" y="26"/>
                    </a:cubicBezTo>
                    <a:cubicBezTo>
                      <a:pt x="280" y="10"/>
                      <a:pt x="369" y="0"/>
                      <a:pt x="435" y="42"/>
                    </a:cubicBezTo>
                    <a:cubicBezTo>
                      <a:pt x="389" y="14"/>
                      <a:pt x="269" y="8"/>
                      <a:pt x="160" y="47"/>
                    </a:cubicBezTo>
                    <a:cubicBezTo>
                      <a:pt x="58" y="83"/>
                      <a:pt x="22" y="122"/>
                      <a:pt x="0" y="165"/>
                    </a:cubicBezTo>
                    <a:close/>
                  </a:path>
                </a:pathLst>
              </a:custGeom>
              <a:solidFill>
                <a:srgbClr val="FBD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7" name="Freeform 772">
                <a:extLst>
                  <a:ext uri="{FF2B5EF4-FFF2-40B4-BE49-F238E27FC236}">
                    <a16:creationId xmlns:a16="http://schemas.microsoft.com/office/drawing/2014/main" id="{4DAA398F-B0A5-4467-971A-99F8D1E53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158"/>
                <a:ext cx="162" cy="164"/>
              </a:xfrm>
              <a:custGeom>
                <a:avLst/>
                <a:gdLst>
                  <a:gd name="T0" fmla="*/ 558 w 70"/>
                  <a:gd name="T1" fmla="*/ 0 h 66"/>
                  <a:gd name="T2" fmla="*/ 0 w 70"/>
                  <a:gd name="T3" fmla="*/ 1014 h 66"/>
                  <a:gd name="T4" fmla="*/ 558 w 70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6">
                    <a:moveTo>
                      <a:pt x="45" y="0"/>
                    </a:moveTo>
                    <a:cubicBezTo>
                      <a:pt x="54" y="11"/>
                      <a:pt x="51" y="57"/>
                      <a:pt x="0" y="66"/>
                    </a:cubicBezTo>
                    <a:cubicBezTo>
                      <a:pt x="31" y="65"/>
                      <a:pt x="70" y="41"/>
                      <a:pt x="45" y="0"/>
                    </a:cubicBezTo>
                    <a:close/>
                  </a:path>
                </a:pathLst>
              </a:custGeom>
              <a:solidFill>
                <a:srgbClr val="FBD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8" name="Freeform 773">
                <a:extLst>
                  <a:ext uri="{FF2B5EF4-FFF2-40B4-BE49-F238E27FC236}">
                    <a16:creationId xmlns:a16="http://schemas.microsoft.com/office/drawing/2014/main" id="{33E1FA61-B9A1-4797-B587-CAA87E6F8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497"/>
                <a:ext cx="229" cy="596"/>
              </a:xfrm>
              <a:custGeom>
                <a:avLst/>
                <a:gdLst>
                  <a:gd name="T0" fmla="*/ 1226 w 99"/>
                  <a:gd name="T1" fmla="*/ 30 h 241"/>
                  <a:gd name="T2" fmla="*/ 224 w 99"/>
                  <a:gd name="T3" fmla="*/ 922 h 241"/>
                  <a:gd name="T4" fmla="*/ 86 w 99"/>
                  <a:gd name="T5" fmla="*/ 3645 h 241"/>
                  <a:gd name="T6" fmla="*/ 301 w 99"/>
                  <a:gd name="T7" fmla="*/ 922 h 241"/>
                  <a:gd name="T8" fmla="*/ 1226 w 99"/>
                  <a:gd name="T9" fmla="*/ 30 h 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241">
                    <a:moveTo>
                      <a:pt x="99" y="2"/>
                    </a:moveTo>
                    <a:cubicBezTo>
                      <a:pt x="79" y="1"/>
                      <a:pt x="33" y="4"/>
                      <a:pt x="18" y="61"/>
                    </a:cubicBezTo>
                    <a:cubicBezTo>
                      <a:pt x="3" y="118"/>
                      <a:pt x="0" y="177"/>
                      <a:pt x="7" y="241"/>
                    </a:cubicBezTo>
                    <a:cubicBezTo>
                      <a:pt x="9" y="203"/>
                      <a:pt x="9" y="110"/>
                      <a:pt x="24" y="61"/>
                    </a:cubicBezTo>
                    <a:cubicBezTo>
                      <a:pt x="38" y="10"/>
                      <a:pt x="70" y="0"/>
                      <a:pt x="9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49" name="Freeform 774">
                <a:extLst>
                  <a:ext uri="{FF2B5EF4-FFF2-40B4-BE49-F238E27FC236}">
                    <a16:creationId xmlns:a16="http://schemas.microsoft.com/office/drawing/2014/main" id="{A934EA44-7227-4503-A7D4-EA5E70F33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340"/>
                <a:ext cx="7" cy="213"/>
              </a:xfrm>
              <a:custGeom>
                <a:avLst/>
                <a:gdLst>
                  <a:gd name="T0" fmla="*/ 0 w 3"/>
                  <a:gd name="T1" fmla="*/ 0 h 86"/>
                  <a:gd name="T2" fmla="*/ 0 w 3"/>
                  <a:gd name="T3" fmla="*/ 1308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6">
                    <a:moveTo>
                      <a:pt x="0" y="0"/>
                    </a:moveTo>
                    <a:cubicBezTo>
                      <a:pt x="3" y="20"/>
                      <a:pt x="3" y="63"/>
                      <a:pt x="0" y="8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0" name="Freeform 775">
                <a:extLst>
                  <a:ext uri="{FF2B5EF4-FFF2-40B4-BE49-F238E27FC236}">
                    <a16:creationId xmlns:a16="http://schemas.microsoft.com/office/drawing/2014/main" id="{80B36F7E-501E-42FB-A176-CA8296507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722"/>
                <a:ext cx="28" cy="64"/>
              </a:xfrm>
              <a:custGeom>
                <a:avLst/>
                <a:gdLst>
                  <a:gd name="T0" fmla="*/ 152 w 12"/>
                  <a:gd name="T1" fmla="*/ 389 h 26"/>
                  <a:gd name="T2" fmla="*/ 142 w 12"/>
                  <a:gd name="T3" fmla="*/ 0 h 26"/>
                  <a:gd name="T4" fmla="*/ 152 w 12"/>
                  <a:gd name="T5" fmla="*/ 38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6">
                    <a:moveTo>
                      <a:pt x="12" y="26"/>
                    </a:moveTo>
                    <a:cubicBezTo>
                      <a:pt x="0" y="19"/>
                      <a:pt x="8" y="10"/>
                      <a:pt x="11" y="0"/>
                    </a:cubicBezTo>
                    <a:cubicBezTo>
                      <a:pt x="10" y="6"/>
                      <a:pt x="8" y="17"/>
                      <a:pt x="12" y="26"/>
                    </a:cubicBezTo>
                    <a:close/>
                  </a:path>
                </a:pathLst>
              </a:custGeom>
              <a:solidFill>
                <a:srgbClr val="C5D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1" name="Freeform 776">
                <a:extLst>
                  <a:ext uri="{FF2B5EF4-FFF2-40B4-BE49-F238E27FC236}">
                    <a16:creationId xmlns:a16="http://schemas.microsoft.com/office/drawing/2014/main" id="{95FAB44B-C09C-49F3-876F-D5168AE1B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359"/>
                <a:ext cx="271" cy="118"/>
              </a:xfrm>
              <a:custGeom>
                <a:avLst/>
                <a:gdLst>
                  <a:gd name="T0" fmla="*/ 1455 w 117"/>
                  <a:gd name="T1" fmla="*/ 0 h 48"/>
                  <a:gd name="T2" fmla="*/ 1341 w 117"/>
                  <a:gd name="T3" fmla="*/ 266 h 48"/>
                  <a:gd name="T4" fmla="*/ 0 w 117"/>
                  <a:gd name="T5" fmla="*/ 509 h 48"/>
                  <a:gd name="T6" fmla="*/ 1455 w 117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48">
                    <a:moveTo>
                      <a:pt x="117" y="0"/>
                    </a:moveTo>
                    <a:cubicBezTo>
                      <a:pt x="115" y="7"/>
                      <a:pt x="112" y="14"/>
                      <a:pt x="108" y="18"/>
                    </a:cubicBezTo>
                    <a:cubicBezTo>
                      <a:pt x="80" y="48"/>
                      <a:pt x="17" y="37"/>
                      <a:pt x="0" y="34"/>
                    </a:cubicBezTo>
                    <a:cubicBezTo>
                      <a:pt x="21" y="33"/>
                      <a:pt x="81" y="39"/>
                      <a:pt x="117" y="0"/>
                    </a:cubicBezTo>
                    <a:close/>
                  </a:path>
                </a:pathLst>
              </a:custGeom>
              <a:solidFill>
                <a:srgbClr val="CF2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2" name="Freeform 777">
                <a:extLst>
                  <a:ext uri="{FF2B5EF4-FFF2-40B4-BE49-F238E27FC236}">
                    <a16:creationId xmlns:a16="http://schemas.microsoft.com/office/drawing/2014/main" id="{C4CB6023-6686-489A-AD3D-D96ADCDA8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055"/>
                <a:ext cx="181" cy="217"/>
              </a:xfrm>
              <a:custGeom>
                <a:avLst/>
                <a:gdLst>
                  <a:gd name="T0" fmla="*/ 114 w 78"/>
                  <a:gd name="T1" fmla="*/ 0 h 88"/>
                  <a:gd name="T2" fmla="*/ 0 w 78"/>
                  <a:gd name="T3" fmla="*/ 42 h 88"/>
                  <a:gd name="T4" fmla="*/ 926 w 78"/>
                  <a:gd name="T5" fmla="*/ 1319 h 88"/>
                  <a:gd name="T6" fmla="*/ 114 w 78"/>
                  <a:gd name="T7" fmla="*/ 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88">
                    <a:moveTo>
                      <a:pt x="9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7" y="11"/>
                      <a:pt x="72" y="42"/>
                      <a:pt x="74" y="88"/>
                    </a:cubicBezTo>
                    <a:cubicBezTo>
                      <a:pt x="78" y="35"/>
                      <a:pt x="22" y="3"/>
                      <a:pt x="9" y="0"/>
                    </a:cubicBezTo>
                    <a:close/>
                  </a:path>
                </a:pathLst>
              </a:custGeom>
              <a:solidFill>
                <a:srgbClr val="F5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3" name="Freeform 778">
                <a:extLst>
                  <a:ext uri="{FF2B5EF4-FFF2-40B4-BE49-F238E27FC236}">
                    <a16:creationId xmlns:a16="http://schemas.microsoft.com/office/drawing/2014/main" id="{3C1CF528-7CBF-44CD-8CB9-D7F65B8A6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747"/>
                <a:ext cx="12" cy="49"/>
              </a:xfrm>
              <a:custGeom>
                <a:avLst/>
                <a:gdLst>
                  <a:gd name="T0" fmla="*/ 41 w 5"/>
                  <a:gd name="T1" fmla="*/ 0 h 20"/>
                  <a:gd name="T2" fmla="*/ 0 w 5"/>
                  <a:gd name="T3" fmla="*/ 2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3" y="0"/>
                    </a:moveTo>
                    <a:cubicBezTo>
                      <a:pt x="5" y="7"/>
                      <a:pt x="5" y="15"/>
                      <a:pt x="0" y="20"/>
                    </a:cubicBezTo>
                  </a:path>
                </a:pathLst>
              </a:custGeom>
              <a:solidFill>
                <a:srgbClr val="389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4" name="Freeform 779">
                <a:extLst>
                  <a:ext uri="{FF2B5EF4-FFF2-40B4-BE49-F238E27FC236}">
                    <a16:creationId xmlns:a16="http://schemas.microsoft.com/office/drawing/2014/main" id="{6BDE7814-9BA3-453C-8516-619458F3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717"/>
                <a:ext cx="40" cy="52"/>
              </a:xfrm>
              <a:custGeom>
                <a:avLst/>
                <a:gdLst>
                  <a:gd name="T0" fmla="*/ 115 w 17"/>
                  <a:gd name="T1" fmla="*/ 74 h 21"/>
                  <a:gd name="T2" fmla="*/ 115 w 17"/>
                  <a:gd name="T3" fmla="*/ 319 h 21"/>
                  <a:gd name="T4" fmla="*/ 106 w 17"/>
                  <a:gd name="T5" fmla="*/ 104 h 21"/>
                  <a:gd name="T6" fmla="*/ 0 w 17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9" y="5"/>
                    </a:moveTo>
                    <a:cubicBezTo>
                      <a:pt x="15" y="8"/>
                      <a:pt x="17" y="18"/>
                      <a:pt x="9" y="21"/>
                    </a:cubicBezTo>
                    <a:cubicBezTo>
                      <a:pt x="11" y="15"/>
                      <a:pt x="12" y="11"/>
                      <a:pt x="8" y="7"/>
                    </a:cubicBezTo>
                    <a:cubicBezTo>
                      <a:pt x="5" y="5"/>
                      <a:pt x="2" y="3"/>
                      <a:pt x="0" y="0"/>
                    </a:cubicBezTo>
                  </a:path>
                </a:pathLst>
              </a:custGeom>
              <a:solidFill>
                <a:srgbClr val="389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5" name="Freeform 780">
                <a:extLst>
                  <a:ext uri="{FF2B5EF4-FFF2-40B4-BE49-F238E27FC236}">
                    <a16:creationId xmlns:a16="http://schemas.microsoft.com/office/drawing/2014/main" id="{67E33C92-8762-4F95-AC9E-68C2017C3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603"/>
                <a:ext cx="79" cy="62"/>
              </a:xfrm>
              <a:custGeom>
                <a:avLst/>
                <a:gdLst>
                  <a:gd name="T0" fmla="*/ 0 w 34"/>
                  <a:gd name="T1" fmla="*/ 154 h 25"/>
                  <a:gd name="T2" fmla="*/ 286 w 34"/>
                  <a:gd name="T3" fmla="*/ 308 h 25"/>
                  <a:gd name="T4" fmla="*/ 216 w 34"/>
                  <a:gd name="T5" fmla="*/ 0 h 25"/>
                  <a:gd name="T6" fmla="*/ 216 w 34"/>
                  <a:gd name="T7" fmla="*/ 196 h 25"/>
                  <a:gd name="T8" fmla="*/ 28 w 34"/>
                  <a:gd name="T9" fmla="*/ 13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0" y="10"/>
                    </a:moveTo>
                    <a:cubicBezTo>
                      <a:pt x="5" y="16"/>
                      <a:pt x="14" y="25"/>
                      <a:pt x="23" y="20"/>
                    </a:cubicBezTo>
                    <a:cubicBezTo>
                      <a:pt x="34" y="14"/>
                      <a:pt x="21" y="5"/>
                      <a:pt x="17" y="0"/>
                    </a:cubicBezTo>
                    <a:cubicBezTo>
                      <a:pt x="18" y="4"/>
                      <a:pt x="24" y="10"/>
                      <a:pt x="17" y="13"/>
                    </a:cubicBezTo>
                    <a:cubicBezTo>
                      <a:pt x="13" y="15"/>
                      <a:pt x="4" y="12"/>
                      <a:pt x="2" y="9"/>
                    </a:cubicBezTo>
                  </a:path>
                </a:pathLst>
              </a:custGeom>
              <a:solidFill>
                <a:srgbClr val="FBC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6" name="Freeform 781">
                <a:extLst>
                  <a:ext uri="{FF2B5EF4-FFF2-40B4-BE49-F238E27FC236}">
                    <a16:creationId xmlns:a16="http://schemas.microsoft.com/office/drawing/2014/main" id="{2218DDE5-7D00-4BB2-963B-CF84498A7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124"/>
                <a:ext cx="174" cy="245"/>
              </a:xfrm>
              <a:custGeom>
                <a:avLst/>
                <a:gdLst>
                  <a:gd name="T0" fmla="*/ 0 w 75"/>
                  <a:gd name="T1" fmla="*/ 1500 h 99"/>
                  <a:gd name="T2" fmla="*/ 889 w 75"/>
                  <a:gd name="T3" fmla="*/ 544 h 99"/>
                  <a:gd name="T4" fmla="*/ 812 w 75"/>
                  <a:gd name="T5" fmla="*/ 0 h 99"/>
                  <a:gd name="T6" fmla="*/ 0 w 75"/>
                  <a:gd name="T7" fmla="*/ 1500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99">
                    <a:moveTo>
                      <a:pt x="0" y="99"/>
                    </a:moveTo>
                    <a:cubicBezTo>
                      <a:pt x="51" y="87"/>
                      <a:pt x="68" y="61"/>
                      <a:pt x="71" y="36"/>
                    </a:cubicBezTo>
                    <a:cubicBezTo>
                      <a:pt x="73" y="22"/>
                      <a:pt x="68" y="4"/>
                      <a:pt x="65" y="0"/>
                    </a:cubicBezTo>
                    <a:cubicBezTo>
                      <a:pt x="69" y="15"/>
                      <a:pt x="75" y="71"/>
                      <a:pt x="0" y="99"/>
                    </a:cubicBezTo>
                    <a:close/>
                  </a:path>
                </a:pathLst>
              </a:custGeom>
              <a:solidFill>
                <a:srgbClr val="E38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7" name="Freeform 782">
                <a:extLst>
                  <a:ext uri="{FF2B5EF4-FFF2-40B4-BE49-F238E27FC236}">
                    <a16:creationId xmlns:a16="http://schemas.microsoft.com/office/drawing/2014/main" id="{9C68A593-4660-426D-ACF1-FB8DABB23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077"/>
                <a:ext cx="461" cy="341"/>
              </a:xfrm>
              <a:custGeom>
                <a:avLst/>
                <a:gdLst>
                  <a:gd name="T0" fmla="*/ 0 w 199"/>
                  <a:gd name="T1" fmla="*/ 2009 h 138"/>
                  <a:gd name="T2" fmla="*/ 869 w 199"/>
                  <a:gd name="T3" fmla="*/ 1324 h 138"/>
                  <a:gd name="T4" fmla="*/ 2474 w 199"/>
                  <a:gd name="T5" fmla="*/ 0 h 138"/>
                  <a:gd name="T6" fmla="*/ 971 w 199"/>
                  <a:gd name="T7" fmla="*/ 1025 h 138"/>
                  <a:gd name="T8" fmla="*/ 0 w 199"/>
                  <a:gd name="T9" fmla="*/ 2009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138">
                    <a:moveTo>
                      <a:pt x="0" y="133"/>
                    </a:moveTo>
                    <a:cubicBezTo>
                      <a:pt x="11" y="138"/>
                      <a:pt x="37" y="130"/>
                      <a:pt x="70" y="88"/>
                    </a:cubicBezTo>
                    <a:cubicBezTo>
                      <a:pt x="103" y="45"/>
                      <a:pt x="153" y="18"/>
                      <a:pt x="199" y="0"/>
                    </a:cubicBezTo>
                    <a:cubicBezTo>
                      <a:pt x="182" y="6"/>
                      <a:pt x="127" y="20"/>
                      <a:pt x="78" y="68"/>
                    </a:cubicBezTo>
                    <a:cubicBezTo>
                      <a:pt x="29" y="116"/>
                      <a:pt x="17" y="137"/>
                      <a:pt x="0" y="133"/>
                    </a:cubicBezTo>
                    <a:close/>
                  </a:path>
                </a:pathLst>
              </a:custGeom>
              <a:solidFill>
                <a:srgbClr val="E38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8" name="Freeform 783">
                <a:extLst>
                  <a:ext uri="{FF2B5EF4-FFF2-40B4-BE49-F238E27FC236}">
                    <a16:creationId xmlns:a16="http://schemas.microsoft.com/office/drawing/2014/main" id="{F8C4FE7C-3AA1-4A6D-A8F6-40AA34E0B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740"/>
                <a:ext cx="142" cy="363"/>
              </a:xfrm>
              <a:custGeom>
                <a:avLst/>
                <a:gdLst>
                  <a:gd name="T0" fmla="*/ 417 w 61"/>
                  <a:gd name="T1" fmla="*/ 0 h 147"/>
                  <a:gd name="T2" fmla="*/ 542 w 61"/>
                  <a:gd name="T3" fmla="*/ 1506 h 147"/>
                  <a:gd name="T4" fmla="*/ 0 w 61"/>
                  <a:gd name="T5" fmla="*/ 2213 h 147"/>
                  <a:gd name="T6" fmla="*/ 477 w 61"/>
                  <a:gd name="T7" fmla="*/ 1324 h 147"/>
                  <a:gd name="T8" fmla="*/ 417 w 61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47">
                    <a:moveTo>
                      <a:pt x="33" y="0"/>
                    </a:moveTo>
                    <a:cubicBezTo>
                      <a:pt x="47" y="11"/>
                      <a:pt x="61" y="38"/>
                      <a:pt x="43" y="100"/>
                    </a:cubicBezTo>
                    <a:cubicBezTo>
                      <a:pt x="35" y="125"/>
                      <a:pt x="17" y="147"/>
                      <a:pt x="0" y="147"/>
                    </a:cubicBezTo>
                    <a:cubicBezTo>
                      <a:pt x="13" y="141"/>
                      <a:pt x="29" y="117"/>
                      <a:pt x="38" y="88"/>
                    </a:cubicBezTo>
                    <a:cubicBezTo>
                      <a:pt x="47" y="59"/>
                      <a:pt x="46" y="9"/>
                      <a:pt x="33" y="0"/>
                    </a:cubicBezTo>
                    <a:close/>
                  </a:path>
                </a:pathLst>
              </a:custGeom>
              <a:solidFill>
                <a:srgbClr val="DAB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59" name="Freeform 784">
                <a:extLst>
                  <a:ext uri="{FF2B5EF4-FFF2-40B4-BE49-F238E27FC236}">
                    <a16:creationId xmlns:a16="http://schemas.microsoft.com/office/drawing/2014/main" id="{959F2A2F-4F4A-46AB-8DE9-61D6D83F9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140"/>
                <a:ext cx="83" cy="438"/>
              </a:xfrm>
              <a:custGeom>
                <a:avLst/>
                <a:gdLst>
                  <a:gd name="T0" fmla="*/ 224 w 36"/>
                  <a:gd name="T1" fmla="*/ 1047 h 177"/>
                  <a:gd name="T2" fmla="*/ 0 w 36"/>
                  <a:gd name="T3" fmla="*/ 2682 h 177"/>
                  <a:gd name="T4" fmla="*/ 318 w 36"/>
                  <a:gd name="T5" fmla="*/ 893 h 177"/>
                  <a:gd name="T6" fmla="*/ 378 w 36"/>
                  <a:gd name="T7" fmla="*/ 0 h 177"/>
                  <a:gd name="T8" fmla="*/ 224 w 36"/>
                  <a:gd name="T9" fmla="*/ 1047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77">
                    <a:moveTo>
                      <a:pt x="18" y="69"/>
                    </a:moveTo>
                    <a:cubicBezTo>
                      <a:pt x="7" y="103"/>
                      <a:pt x="0" y="177"/>
                      <a:pt x="0" y="177"/>
                    </a:cubicBezTo>
                    <a:cubicBezTo>
                      <a:pt x="2" y="137"/>
                      <a:pt x="15" y="94"/>
                      <a:pt x="26" y="59"/>
                    </a:cubicBezTo>
                    <a:cubicBezTo>
                      <a:pt x="36" y="24"/>
                      <a:pt x="34" y="13"/>
                      <a:pt x="31" y="0"/>
                    </a:cubicBezTo>
                    <a:cubicBezTo>
                      <a:pt x="31" y="8"/>
                      <a:pt x="27" y="40"/>
                      <a:pt x="18" y="69"/>
                    </a:cubicBezTo>
                    <a:close/>
                  </a:path>
                </a:pathLst>
              </a:custGeom>
              <a:solidFill>
                <a:srgbClr val="DAB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0" name="Freeform 785">
                <a:extLst>
                  <a:ext uri="{FF2B5EF4-FFF2-40B4-BE49-F238E27FC236}">
                    <a16:creationId xmlns:a16="http://schemas.microsoft.com/office/drawing/2014/main" id="{D7402CA1-F860-4418-835B-F695E4873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1313"/>
                <a:ext cx="93" cy="230"/>
              </a:xfrm>
              <a:custGeom>
                <a:avLst/>
                <a:gdLst>
                  <a:gd name="T0" fmla="*/ 151 w 40"/>
                  <a:gd name="T1" fmla="*/ 62 h 93"/>
                  <a:gd name="T2" fmla="*/ 326 w 40"/>
                  <a:gd name="T3" fmla="*/ 727 h 93"/>
                  <a:gd name="T4" fmla="*/ 286 w 40"/>
                  <a:gd name="T5" fmla="*/ 1162 h 93"/>
                  <a:gd name="T6" fmla="*/ 0 w 40"/>
                  <a:gd name="T7" fmla="*/ 1407 h 93"/>
                  <a:gd name="T8" fmla="*/ 102 w 40"/>
                  <a:gd name="T9" fmla="*/ 843 h 93"/>
                  <a:gd name="T10" fmla="*/ 228 w 40"/>
                  <a:gd name="T11" fmla="*/ 12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93">
                    <a:moveTo>
                      <a:pt x="12" y="4"/>
                    </a:moveTo>
                    <a:cubicBezTo>
                      <a:pt x="40" y="0"/>
                      <a:pt x="28" y="32"/>
                      <a:pt x="26" y="48"/>
                    </a:cubicBezTo>
                    <a:cubicBezTo>
                      <a:pt x="25" y="57"/>
                      <a:pt x="25" y="67"/>
                      <a:pt x="23" y="77"/>
                    </a:cubicBezTo>
                    <a:cubicBezTo>
                      <a:pt x="19" y="91"/>
                      <a:pt x="12" y="86"/>
                      <a:pt x="0" y="93"/>
                    </a:cubicBezTo>
                    <a:cubicBezTo>
                      <a:pt x="5" y="87"/>
                      <a:pt x="32" y="57"/>
                      <a:pt x="8" y="56"/>
                    </a:cubicBezTo>
                    <a:cubicBezTo>
                      <a:pt x="21" y="45"/>
                      <a:pt x="30" y="23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1" name="Freeform 786">
                <a:extLst>
                  <a:ext uri="{FF2B5EF4-FFF2-40B4-BE49-F238E27FC236}">
                    <a16:creationId xmlns:a16="http://schemas.microsoft.com/office/drawing/2014/main" id="{41802CE1-BA01-480F-962A-736003E52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763"/>
                <a:ext cx="190" cy="205"/>
              </a:xfrm>
              <a:custGeom>
                <a:avLst/>
                <a:gdLst>
                  <a:gd name="T0" fmla="*/ 0 w 82"/>
                  <a:gd name="T1" fmla="*/ 245 h 83"/>
                  <a:gd name="T2" fmla="*/ 322 w 82"/>
                  <a:gd name="T3" fmla="*/ 726 h 83"/>
                  <a:gd name="T4" fmla="*/ 709 w 82"/>
                  <a:gd name="T5" fmla="*/ 1250 h 83"/>
                  <a:gd name="T6" fmla="*/ 774 w 82"/>
                  <a:gd name="T7" fmla="*/ 635 h 83"/>
                  <a:gd name="T8" fmla="*/ 1010 w 82"/>
                  <a:gd name="T9" fmla="*/ 212 h 83"/>
                  <a:gd name="T10" fmla="*/ 971 w 82"/>
                  <a:gd name="T11" fmla="*/ 195 h 83"/>
                  <a:gd name="T12" fmla="*/ 660 w 82"/>
                  <a:gd name="T13" fmla="*/ 0 h 83"/>
                  <a:gd name="T14" fmla="*/ 681 w 82"/>
                  <a:gd name="T15" fmla="*/ 378 h 83"/>
                  <a:gd name="T16" fmla="*/ 436 w 82"/>
                  <a:gd name="T17" fmla="*/ 482 h 83"/>
                  <a:gd name="T18" fmla="*/ 285 w 82"/>
                  <a:gd name="T19" fmla="*/ 299 h 83"/>
                  <a:gd name="T20" fmla="*/ 37 w 82"/>
                  <a:gd name="T21" fmla="*/ 245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83">
                    <a:moveTo>
                      <a:pt x="0" y="16"/>
                    </a:moveTo>
                    <a:cubicBezTo>
                      <a:pt x="14" y="27"/>
                      <a:pt x="20" y="31"/>
                      <a:pt x="26" y="48"/>
                    </a:cubicBezTo>
                    <a:cubicBezTo>
                      <a:pt x="32" y="62"/>
                      <a:pt x="40" y="83"/>
                      <a:pt x="57" y="83"/>
                    </a:cubicBezTo>
                    <a:cubicBezTo>
                      <a:pt x="57" y="69"/>
                      <a:pt x="55" y="56"/>
                      <a:pt x="62" y="42"/>
                    </a:cubicBezTo>
                    <a:cubicBezTo>
                      <a:pt x="67" y="32"/>
                      <a:pt x="82" y="27"/>
                      <a:pt x="81" y="14"/>
                    </a:cubicBezTo>
                    <a:cubicBezTo>
                      <a:pt x="80" y="13"/>
                      <a:pt x="79" y="13"/>
                      <a:pt x="78" y="13"/>
                    </a:cubicBezTo>
                    <a:cubicBezTo>
                      <a:pt x="75" y="3"/>
                      <a:pt x="60" y="8"/>
                      <a:pt x="53" y="0"/>
                    </a:cubicBezTo>
                    <a:cubicBezTo>
                      <a:pt x="63" y="7"/>
                      <a:pt x="60" y="16"/>
                      <a:pt x="55" y="25"/>
                    </a:cubicBezTo>
                    <a:cubicBezTo>
                      <a:pt x="50" y="38"/>
                      <a:pt x="46" y="43"/>
                      <a:pt x="35" y="32"/>
                    </a:cubicBezTo>
                    <a:cubicBezTo>
                      <a:pt x="31" y="29"/>
                      <a:pt x="28" y="22"/>
                      <a:pt x="23" y="20"/>
                    </a:cubicBezTo>
                    <a:cubicBezTo>
                      <a:pt x="17" y="16"/>
                      <a:pt x="8" y="17"/>
                      <a:pt x="3" y="16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2" name="Freeform 787">
                <a:extLst>
                  <a:ext uri="{FF2B5EF4-FFF2-40B4-BE49-F238E27FC236}">
                    <a16:creationId xmlns:a16="http://schemas.microsoft.com/office/drawing/2014/main" id="{00C439E9-0D6D-47E1-8442-3BA0E923B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412"/>
                <a:ext cx="214" cy="346"/>
              </a:xfrm>
              <a:custGeom>
                <a:avLst/>
                <a:gdLst>
                  <a:gd name="T0" fmla="*/ 1044 w 92"/>
                  <a:gd name="T1" fmla="*/ 0 h 140"/>
                  <a:gd name="T2" fmla="*/ 958 w 92"/>
                  <a:gd name="T3" fmla="*/ 1045 h 140"/>
                  <a:gd name="T4" fmla="*/ 1121 w 92"/>
                  <a:gd name="T5" fmla="*/ 1705 h 140"/>
                  <a:gd name="T6" fmla="*/ 693 w 92"/>
                  <a:gd name="T7" fmla="*/ 1947 h 140"/>
                  <a:gd name="T8" fmla="*/ 454 w 92"/>
                  <a:gd name="T9" fmla="*/ 2083 h 140"/>
                  <a:gd name="T10" fmla="*/ 0 w 92"/>
                  <a:gd name="T11" fmla="*/ 2113 h 140"/>
                  <a:gd name="T12" fmla="*/ 768 w 92"/>
                  <a:gd name="T13" fmla="*/ 1589 h 140"/>
                  <a:gd name="T14" fmla="*/ 979 w 92"/>
                  <a:gd name="T15" fmla="*/ 1540 h 140"/>
                  <a:gd name="T16" fmla="*/ 816 w 92"/>
                  <a:gd name="T17" fmla="*/ 1070 h 140"/>
                  <a:gd name="T18" fmla="*/ 807 w 92"/>
                  <a:gd name="T19" fmla="*/ 618 h 140"/>
                  <a:gd name="T20" fmla="*/ 996 w 92"/>
                  <a:gd name="T21" fmla="*/ 225 h 1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2" h="140">
                    <a:moveTo>
                      <a:pt x="83" y="0"/>
                    </a:moveTo>
                    <a:cubicBezTo>
                      <a:pt x="79" y="22"/>
                      <a:pt x="73" y="47"/>
                      <a:pt x="76" y="69"/>
                    </a:cubicBezTo>
                    <a:cubicBezTo>
                      <a:pt x="77" y="82"/>
                      <a:pt x="92" y="101"/>
                      <a:pt x="89" y="113"/>
                    </a:cubicBezTo>
                    <a:cubicBezTo>
                      <a:pt x="85" y="124"/>
                      <a:pt x="65" y="125"/>
                      <a:pt x="55" y="129"/>
                    </a:cubicBezTo>
                    <a:cubicBezTo>
                      <a:pt x="48" y="132"/>
                      <a:pt x="43" y="137"/>
                      <a:pt x="36" y="138"/>
                    </a:cubicBezTo>
                    <a:cubicBezTo>
                      <a:pt x="23" y="140"/>
                      <a:pt x="11" y="132"/>
                      <a:pt x="0" y="140"/>
                    </a:cubicBezTo>
                    <a:cubicBezTo>
                      <a:pt x="13" y="131"/>
                      <a:pt x="86" y="130"/>
                      <a:pt x="61" y="105"/>
                    </a:cubicBezTo>
                    <a:cubicBezTo>
                      <a:pt x="65" y="113"/>
                      <a:pt x="77" y="110"/>
                      <a:pt x="78" y="102"/>
                    </a:cubicBezTo>
                    <a:cubicBezTo>
                      <a:pt x="79" y="96"/>
                      <a:pt x="67" y="77"/>
                      <a:pt x="65" y="71"/>
                    </a:cubicBezTo>
                    <a:cubicBezTo>
                      <a:pt x="81" y="65"/>
                      <a:pt x="75" y="50"/>
                      <a:pt x="64" y="41"/>
                    </a:cubicBezTo>
                    <a:cubicBezTo>
                      <a:pt x="80" y="36"/>
                      <a:pt x="72" y="27"/>
                      <a:pt x="79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3" name="Freeform 788">
                <a:extLst>
                  <a:ext uri="{FF2B5EF4-FFF2-40B4-BE49-F238E27FC236}">
                    <a16:creationId xmlns:a16="http://schemas.microsoft.com/office/drawing/2014/main" id="{994DB35C-2270-4764-8030-B71404D5C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" y="1827"/>
                <a:ext cx="158" cy="143"/>
              </a:xfrm>
              <a:custGeom>
                <a:avLst/>
                <a:gdLst>
                  <a:gd name="T0" fmla="*/ 644 w 68"/>
                  <a:gd name="T1" fmla="*/ 0 h 58"/>
                  <a:gd name="T2" fmla="*/ 827 w 68"/>
                  <a:gd name="T3" fmla="*/ 407 h 58"/>
                  <a:gd name="T4" fmla="*/ 674 w 68"/>
                  <a:gd name="T5" fmla="*/ 602 h 58"/>
                  <a:gd name="T6" fmla="*/ 453 w 68"/>
                  <a:gd name="T7" fmla="*/ 735 h 58"/>
                  <a:gd name="T8" fmla="*/ 0 w 68"/>
                  <a:gd name="T9" fmla="*/ 870 h 58"/>
                  <a:gd name="T10" fmla="*/ 627 w 68"/>
                  <a:gd name="T11" fmla="*/ 540 h 58"/>
                  <a:gd name="T12" fmla="*/ 739 w 68"/>
                  <a:gd name="T13" fmla="*/ 328 h 58"/>
                  <a:gd name="T14" fmla="*/ 665 w 68"/>
                  <a:gd name="T15" fmla="*/ 9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58">
                    <a:moveTo>
                      <a:pt x="51" y="0"/>
                    </a:moveTo>
                    <a:cubicBezTo>
                      <a:pt x="58" y="9"/>
                      <a:pt x="68" y="14"/>
                      <a:pt x="66" y="27"/>
                    </a:cubicBezTo>
                    <a:cubicBezTo>
                      <a:pt x="66" y="35"/>
                      <a:pt x="60" y="35"/>
                      <a:pt x="54" y="40"/>
                    </a:cubicBezTo>
                    <a:cubicBezTo>
                      <a:pt x="48" y="46"/>
                      <a:pt x="45" y="48"/>
                      <a:pt x="36" y="49"/>
                    </a:cubicBezTo>
                    <a:cubicBezTo>
                      <a:pt x="23" y="51"/>
                      <a:pt x="10" y="51"/>
                      <a:pt x="0" y="58"/>
                    </a:cubicBezTo>
                    <a:cubicBezTo>
                      <a:pt x="12" y="43"/>
                      <a:pt x="34" y="46"/>
                      <a:pt x="50" y="36"/>
                    </a:cubicBezTo>
                    <a:cubicBezTo>
                      <a:pt x="55" y="33"/>
                      <a:pt x="60" y="28"/>
                      <a:pt x="59" y="22"/>
                    </a:cubicBezTo>
                    <a:cubicBezTo>
                      <a:pt x="59" y="20"/>
                      <a:pt x="55" y="7"/>
                      <a:pt x="53" y="6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4" name="Freeform 789">
                <a:extLst>
                  <a:ext uri="{FF2B5EF4-FFF2-40B4-BE49-F238E27FC236}">
                    <a16:creationId xmlns:a16="http://schemas.microsoft.com/office/drawing/2014/main" id="{E71A3A0F-47B2-4422-BC49-8DFBD9453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3" y="2121"/>
                <a:ext cx="164" cy="99"/>
              </a:xfrm>
              <a:custGeom>
                <a:avLst/>
                <a:gdLst>
                  <a:gd name="T0" fmla="*/ 0 w 71"/>
                  <a:gd name="T1" fmla="*/ 453 h 40"/>
                  <a:gd name="T2" fmla="*/ 159 w 71"/>
                  <a:gd name="T3" fmla="*/ 564 h 40"/>
                  <a:gd name="T4" fmla="*/ 383 w 71"/>
                  <a:gd name="T5" fmla="*/ 577 h 40"/>
                  <a:gd name="T6" fmla="*/ 668 w 71"/>
                  <a:gd name="T7" fmla="*/ 577 h 40"/>
                  <a:gd name="T8" fmla="*/ 848 w 71"/>
                  <a:gd name="T9" fmla="*/ 0 h 40"/>
                  <a:gd name="T10" fmla="*/ 811 w 71"/>
                  <a:gd name="T11" fmla="*/ 349 h 40"/>
                  <a:gd name="T12" fmla="*/ 566 w 71"/>
                  <a:gd name="T13" fmla="*/ 473 h 40"/>
                  <a:gd name="T14" fmla="*/ 367 w 71"/>
                  <a:gd name="T15" fmla="*/ 502 h 40"/>
                  <a:gd name="T16" fmla="*/ 85 w 71"/>
                  <a:gd name="T17" fmla="*/ 473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40">
                    <a:moveTo>
                      <a:pt x="0" y="30"/>
                    </a:moveTo>
                    <a:cubicBezTo>
                      <a:pt x="4" y="32"/>
                      <a:pt x="8" y="36"/>
                      <a:pt x="13" y="37"/>
                    </a:cubicBezTo>
                    <a:cubicBezTo>
                      <a:pt x="18" y="38"/>
                      <a:pt x="25" y="37"/>
                      <a:pt x="31" y="38"/>
                    </a:cubicBezTo>
                    <a:cubicBezTo>
                      <a:pt x="38" y="39"/>
                      <a:pt x="46" y="40"/>
                      <a:pt x="54" y="38"/>
                    </a:cubicBezTo>
                    <a:cubicBezTo>
                      <a:pt x="71" y="34"/>
                      <a:pt x="71" y="16"/>
                      <a:pt x="69" y="0"/>
                    </a:cubicBezTo>
                    <a:cubicBezTo>
                      <a:pt x="69" y="6"/>
                      <a:pt x="70" y="18"/>
                      <a:pt x="66" y="23"/>
                    </a:cubicBezTo>
                    <a:cubicBezTo>
                      <a:pt x="61" y="30"/>
                      <a:pt x="54" y="30"/>
                      <a:pt x="46" y="31"/>
                    </a:cubicBezTo>
                    <a:cubicBezTo>
                      <a:pt x="41" y="32"/>
                      <a:pt x="35" y="32"/>
                      <a:pt x="30" y="33"/>
                    </a:cubicBezTo>
                    <a:cubicBezTo>
                      <a:pt x="22" y="35"/>
                      <a:pt x="15" y="33"/>
                      <a:pt x="7" y="31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5" name="Freeform 790">
                <a:extLst>
                  <a:ext uri="{FF2B5EF4-FFF2-40B4-BE49-F238E27FC236}">
                    <a16:creationId xmlns:a16="http://schemas.microsoft.com/office/drawing/2014/main" id="{8F4D2389-7DB5-4DFD-8E85-23657A780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2050"/>
                <a:ext cx="112" cy="79"/>
              </a:xfrm>
              <a:custGeom>
                <a:avLst/>
                <a:gdLst>
                  <a:gd name="T0" fmla="*/ 0 w 48"/>
                  <a:gd name="T1" fmla="*/ 0 h 32"/>
                  <a:gd name="T2" fmla="*/ 49 w 48"/>
                  <a:gd name="T3" fmla="*/ 121 h 32"/>
                  <a:gd name="T4" fmla="*/ 65 w 48"/>
                  <a:gd name="T5" fmla="*/ 225 h 32"/>
                  <a:gd name="T6" fmla="*/ 217 w 48"/>
                  <a:gd name="T7" fmla="*/ 378 h 32"/>
                  <a:gd name="T8" fmla="*/ 609 w 48"/>
                  <a:gd name="T9" fmla="*/ 378 h 32"/>
                  <a:gd name="T10" fmla="*/ 306 w 48"/>
                  <a:gd name="T11" fmla="*/ 348 h 32"/>
                  <a:gd name="T12" fmla="*/ 180 w 48"/>
                  <a:gd name="T13" fmla="*/ 165 h 32"/>
                  <a:gd name="T14" fmla="*/ 0 w 48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2">
                    <a:moveTo>
                      <a:pt x="0" y="0"/>
                    </a:moveTo>
                    <a:cubicBezTo>
                      <a:pt x="0" y="3"/>
                      <a:pt x="3" y="6"/>
                      <a:pt x="4" y="8"/>
                    </a:cubicBezTo>
                    <a:cubicBezTo>
                      <a:pt x="4" y="10"/>
                      <a:pt x="4" y="14"/>
                      <a:pt x="5" y="15"/>
                    </a:cubicBezTo>
                    <a:cubicBezTo>
                      <a:pt x="8" y="20"/>
                      <a:pt x="13" y="23"/>
                      <a:pt x="17" y="25"/>
                    </a:cubicBezTo>
                    <a:cubicBezTo>
                      <a:pt x="30" y="32"/>
                      <a:pt x="35" y="32"/>
                      <a:pt x="48" y="25"/>
                    </a:cubicBezTo>
                    <a:cubicBezTo>
                      <a:pt x="40" y="27"/>
                      <a:pt x="32" y="26"/>
                      <a:pt x="24" y="23"/>
                    </a:cubicBezTo>
                    <a:cubicBezTo>
                      <a:pt x="20" y="22"/>
                      <a:pt x="8" y="17"/>
                      <a:pt x="14" y="11"/>
                    </a:cubicBezTo>
                    <a:cubicBezTo>
                      <a:pt x="8" y="14"/>
                      <a:pt x="2" y="5"/>
                      <a:pt x="0" y="0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6" name="Freeform 791">
                <a:extLst>
                  <a:ext uri="{FF2B5EF4-FFF2-40B4-BE49-F238E27FC236}">
                    <a16:creationId xmlns:a16="http://schemas.microsoft.com/office/drawing/2014/main" id="{E37CF91A-55B1-4088-903B-48D8B61E6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1874"/>
                <a:ext cx="78" cy="27"/>
              </a:xfrm>
              <a:custGeom>
                <a:avLst/>
                <a:gdLst>
                  <a:gd name="T0" fmla="*/ 0 w 34"/>
                  <a:gd name="T1" fmla="*/ 162 h 11"/>
                  <a:gd name="T2" fmla="*/ 252 w 34"/>
                  <a:gd name="T3" fmla="*/ 29 h 11"/>
                  <a:gd name="T4" fmla="*/ 411 w 34"/>
                  <a:gd name="T5" fmla="*/ 133 h 11"/>
                  <a:gd name="T6" fmla="*/ 37 w 34"/>
                  <a:gd name="T7" fmla="*/ 13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1">
                    <a:moveTo>
                      <a:pt x="0" y="11"/>
                    </a:moveTo>
                    <a:cubicBezTo>
                      <a:pt x="5" y="6"/>
                      <a:pt x="14" y="0"/>
                      <a:pt x="21" y="2"/>
                    </a:cubicBezTo>
                    <a:cubicBezTo>
                      <a:pt x="25" y="3"/>
                      <a:pt x="32" y="5"/>
                      <a:pt x="34" y="9"/>
                    </a:cubicBezTo>
                    <a:cubicBezTo>
                      <a:pt x="24" y="10"/>
                      <a:pt x="12" y="5"/>
                      <a:pt x="3" y="9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7" name="Freeform 792">
                <a:extLst>
                  <a:ext uri="{FF2B5EF4-FFF2-40B4-BE49-F238E27FC236}">
                    <a16:creationId xmlns:a16="http://schemas.microsoft.com/office/drawing/2014/main" id="{2D8D435B-F2A8-4697-8984-995DA5E62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943"/>
                <a:ext cx="67" cy="40"/>
              </a:xfrm>
              <a:custGeom>
                <a:avLst/>
                <a:gdLst>
                  <a:gd name="T0" fmla="*/ 0 w 29"/>
                  <a:gd name="T1" fmla="*/ 33 h 16"/>
                  <a:gd name="T2" fmla="*/ 358 w 29"/>
                  <a:gd name="T3" fmla="*/ 250 h 16"/>
                  <a:gd name="T4" fmla="*/ 273 w 29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6">
                    <a:moveTo>
                      <a:pt x="0" y="2"/>
                    </a:moveTo>
                    <a:cubicBezTo>
                      <a:pt x="9" y="7"/>
                      <a:pt x="19" y="13"/>
                      <a:pt x="29" y="16"/>
                    </a:cubicBezTo>
                    <a:cubicBezTo>
                      <a:pt x="29" y="11"/>
                      <a:pt x="23" y="5"/>
                      <a:pt x="22" y="0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8" name="Freeform 793">
                <a:extLst>
                  <a:ext uri="{FF2B5EF4-FFF2-40B4-BE49-F238E27FC236}">
                    <a16:creationId xmlns:a16="http://schemas.microsoft.com/office/drawing/2014/main" id="{C7DFFF12-410D-4848-998F-CEA98D0C6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037"/>
                <a:ext cx="68" cy="79"/>
              </a:xfrm>
              <a:custGeom>
                <a:avLst/>
                <a:gdLst>
                  <a:gd name="T0" fmla="*/ 0 w 29"/>
                  <a:gd name="T1" fmla="*/ 0 h 32"/>
                  <a:gd name="T2" fmla="*/ 270 w 29"/>
                  <a:gd name="T3" fmla="*/ 481 h 32"/>
                  <a:gd name="T4" fmla="*/ 258 w 29"/>
                  <a:gd name="T5" fmla="*/ 257 h 32"/>
                  <a:gd name="T6" fmla="*/ 373 w 29"/>
                  <a:gd name="T7" fmla="*/ 16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2">
                    <a:moveTo>
                      <a:pt x="0" y="0"/>
                    </a:moveTo>
                    <a:cubicBezTo>
                      <a:pt x="0" y="7"/>
                      <a:pt x="16" y="29"/>
                      <a:pt x="21" y="32"/>
                    </a:cubicBezTo>
                    <a:cubicBezTo>
                      <a:pt x="21" y="26"/>
                      <a:pt x="16" y="23"/>
                      <a:pt x="20" y="17"/>
                    </a:cubicBezTo>
                    <a:cubicBezTo>
                      <a:pt x="23" y="14"/>
                      <a:pt x="27" y="15"/>
                      <a:pt x="29" y="11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69" name="Freeform 794">
                <a:extLst>
                  <a:ext uri="{FF2B5EF4-FFF2-40B4-BE49-F238E27FC236}">
                    <a16:creationId xmlns:a16="http://schemas.microsoft.com/office/drawing/2014/main" id="{03EA8770-76FF-450E-8C43-984CBDC42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538"/>
                <a:ext cx="78" cy="71"/>
              </a:xfrm>
              <a:custGeom>
                <a:avLst/>
                <a:gdLst>
                  <a:gd name="T0" fmla="*/ 73 w 34"/>
                  <a:gd name="T1" fmla="*/ 59 h 29"/>
                  <a:gd name="T2" fmla="*/ 158 w 34"/>
                  <a:gd name="T3" fmla="*/ 0 h 29"/>
                  <a:gd name="T4" fmla="*/ 243 w 34"/>
                  <a:gd name="T5" fmla="*/ 174 h 29"/>
                  <a:gd name="T6" fmla="*/ 411 w 34"/>
                  <a:gd name="T7" fmla="*/ 426 h 29"/>
                  <a:gd name="T8" fmla="*/ 216 w 34"/>
                  <a:gd name="T9" fmla="*/ 203 h 29"/>
                  <a:gd name="T10" fmla="*/ 0 w 34"/>
                  <a:gd name="T11" fmla="*/ 162 h 29"/>
                  <a:gd name="T12" fmla="*/ 37 w 34"/>
                  <a:gd name="T13" fmla="*/ 9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29">
                    <a:moveTo>
                      <a:pt x="6" y="4"/>
                    </a:moveTo>
                    <a:cubicBezTo>
                      <a:pt x="9" y="4"/>
                      <a:pt x="11" y="2"/>
                      <a:pt x="13" y="0"/>
                    </a:cubicBezTo>
                    <a:cubicBezTo>
                      <a:pt x="13" y="5"/>
                      <a:pt x="18" y="9"/>
                      <a:pt x="20" y="12"/>
                    </a:cubicBezTo>
                    <a:cubicBezTo>
                      <a:pt x="24" y="18"/>
                      <a:pt x="29" y="24"/>
                      <a:pt x="34" y="29"/>
                    </a:cubicBezTo>
                    <a:cubicBezTo>
                      <a:pt x="27" y="24"/>
                      <a:pt x="23" y="20"/>
                      <a:pt x="18" y="14"/>
                    </a:cubicBezTo>
                    <a:cubicBezTo>
                      <a:pt x="12" y="8"/>
                      <a:pt x="7" y="9"/>
                      <a:pt x="0" y="11"/>
                    </a:cubicBezTo>
                    <a:cubicBezTo>
                      <a:pt x="1" y="10"/>
                      <a:pt x="2" y="8"/>
                      <a:pt x="3" y="6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0" name="Freeform 795">
                <a:extLst>
                  <a:ext uri="{FF2B5EF4-FFF2-40B4-BE49-F238E27FC236}">
                    <a16:creationId xmlns:a16="http://schemas.microsoft.com/office/drawing/2014/main" id="{71A8C391-B689-43D1-8976-F9DE6D1BF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429"/>
                <a:ext cx="46" cy="213"/>
              </a:xfrm>
              <a:custGeom>
                <a:avLst/>
                <a:gdLst>
                  <a:gd name="T0" fmla="*/ 110 w 20"/>
                  <a:gd name="T1" fmla="*/ 0 h 86"/>
                  <a:gd name="T2" fmla="*/ 186 w 20"/>
                  <a:gd name="T3" fmla="*/ 307 h 86"/>
                  <a:gd name="T4" fmla="*/ 195 w 20"/>
                  <a:gd name="T5" fmla="*/ 698 h 86"/>
                  <a:gd name="T6" fmla="*/ 244 w 20"/>
                  <a:gd name="T7" fmla="*/ 1308 h 86"/>
                  <a:gd name="T8" fmla="*/ 0 w 20"/>
                  <a:gd name="T9" fmla="*/ 1018 h 86"/>
                  <a:gd name="T10" fmla="*/ 131 w 20"/>
                  <a:gd name="T11" fmla="*/ 773 h 86"/>
                  <a:gd name="T12" fmla="*/ 85 w 20"/>
                  <a:gd name="T13" fmla="*/ 681 h 86"/>
                  <a:gd name="T14" fmla="*/ 110 w 20"/>
                  <a:gd name="T15" fmla="*/ 594 h 86"/>
                  <a:gd name="T16" fmla="*/ 85 w 20"/>
                  <a:gd name="T17" fmla="*/ 307 h 86"/>
                  <a:gd name="T18" fmla="*/ 147 w 20"/>
                  <a:gd name="T19" fmla="*/ 124 h 86"/>
                  <a:gd name="T20" fmla="*/ 122 w 20"/>
                  <a:gd name="T21" fmla="*/ 0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86">
                    <a:moveTo>
                      <a:pt x="9" y="0"/>
                    </a:moveTo>
                    <a:cubicBezTo>
                      <a:pt x="16" y="5"/>
                      <a:pt x="15" y="12"/>
                      <a:pt x="15" y="20"/>
                    </a:cubicBezTo>
                    <a:cubicBezTo>
                      <a:pt x="15" y="29"/>
                      <a:pt x="16" y="38"/>
                      <a:pt x="16" y="46"/>
                    </a:cubicBezTo>
                    <a:cubicBezTo>
                      <a:pt x="16" y="59"/>
                      <a:pt x="16" y="73"/>
                      <a:pt x="20" y="86"/>
                    </a:cubicBezTo>
                    <a:cubicBezTo>
                      <a:pt x="18" y="76"/>
                      <a:pt x="12" y="61"/>
                      <a:pt x="0" y="67"/>
                    </a:cubicBezTo>
                    <a:cubicBezTo>
                      <a:pt x="6" y="66"/>
                      <a:pt x="12" y="58"/>
                      <a:pt x="11" y="51"/>
                    </a:cubicBezTo>
                    <a:cubicBezTo>
                      <a:pt x="11" y="48"/>
                      <a:pt x="7" y="47"/>
                      <a:pt x="7" y="45"/>
                    </a:cubicBezTo>
                    <a:cubicBezTo>
                      <a:pt x="6" y="43"/>
                      <a:pt x="9" y="41"/>
                      <a:pt x="9" y="39"/>
                    </a:cubicBezTo>
                    <a:cubicBezTo>
                      <a:pt x="12" y="30"/>
                      <a:pt x="5" y="26"/>
                      <a:pt x="7" y="20"/>
                    </a:cubicBezTo>
                    <a:cubicBezTo>
                      <a:pt x="8" y="16"/>
                      <a:pt x="11" y="13"/>
                      <a:pt x="12" y="8"/>
                    </a:cubicBezTo>
                    <a:cubicBezTo>
                      <a:pt x="12" y="6"/>
                      <a:pt x="11" y="3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1" name="Freeform 796">
                <a:extLst>
                  <a:ext uri="{FF2B5EF4-FFF2-40B4-BE49-F238E27FC236}">
                    <a16:creationId xmlns:a16="http://schemas.microsoft.com/office/drawing/2014/main" id="{66C4D71D-B857-4985-AD67-E9F0899BB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1753"/>
                <a:ext cx="55" cy="151"/>
              </a:xfrm>
              <a:custGeom>
                <a:avLst/>
                <a:gdLst>
                  <a:gd name="T0" fmla="*/ 11 w 24"/>
                  <a:gd name="T1" fmla="*/ 0 h 61"/>
                  <a:gd name="T2" fmla="*/ 37 w 24"/>
                  <a:gd name="T3" fmla="*/ 577 h 61"/>
                  <a:gd name="T4" fmla="*/ 25 w 24"/>
                  <a:gd name="T5" fmla="*/ 772 h 61"/>
                  <a:gd name="T6" fmla="*/ 289 w 24"/>
                  <a:gd name="T7" fmla="*/ 926 h 61"/>
                  <a:gd name="T8" fmla="*/ 110 w 24"/>
                  <a:gd name="T9" fmla="*/ 772 h 61"/>
                  <a:gd name="T10" fmla="*/ 215 w 24"/>
                  <a:gd name="T11" fmla="*/ 577 h 61"/>
                  <a:gd name="T12" fmla="*/ 131 w 24"/>
                  <a:gd name="T13" fmla="*/ 361 h 61"/>
                  <a:gd name="T14" fmla="*/ 85 w 24"/>
                  <a:gd name="T15" fmla="*/ 4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1">
                    <a:moveTo>
                      <a:pt x="1" y="0"/>
                    </a:moveTo>
                    <a:cubicBezTo>
                      <a:pt x="9" y="10"/>
                      <a:pt x="4" y="26"/>
                      <a:pt x="3" y="38"/>
                    </a:cubicBezTo>
                    <a:cubicBezTo>
                      <a:pt x="2" y="42"/>
                      <a:pt x="0" y="48"/>
                      <a:pt x="2" y="51"/>
                    </a:cubicBezTo>
                    <a:cubicBezTo>
                      <a:pt x="7" y="59"/>
                      <a:pt x="18" y="55"/>
                      <a:pt x="24" y="61"/>
                    </a:cubicBezTo>
                    <a:cubicBezTo>
                      <a:pt x="19" y="59"/>
                      <a:pt x="11" y="56"/>
                      <a:pt x="9" y="51"/>
                    </a:cubicBezTo>
                    <a:cubicBezTo>
                      <a:pt x="7" y="45"/>
                      <a:pt x="12" y="39"/>
                      <a:pt x="18" y="38"/>
                    </a:cubicBezTo>
                    <a:cubicBezTo>
                      <a:pt x="7" y="43"/>
                      <a:pt x="10" y="28"/>
                      <a:pt x="11" y="24"/>
                    </a:cubicBezTo>
                    <a:cubicBezTo>
                      <a:pt x="11" y="17"/>
                      <a:pt x="7" y="11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2" name="Freeform 797">
                <a:extLst>
                  <a:ext uri="{FF2B5EF4-FFF2-40B4-BE49-F238E27FC236}">
                    <a16:creationId xmlns:a16="http://schemas.microsoft.com/office/drawing/2014/main" id="{D1AB86C9-C186-4CC8-8B6A-3F6433119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834"/>
                <a:ext cx="127" cy="87"/>
              </a:xfrm>
              <a:custGeom>
                <a:avLst/>
                <a:gdLst>
                  <a:gd name="T0" fmla="*/ 0 w 55"/>
                  <a:gd name="T1" fmla="*/ 475 h 35"/>
                  <a:gd name="T2" fmla="*/ 383 w 55"/>
                  <a:gd name="T3" fmla="*/ 291 h 35"/>
                  <a:gd name="T4" fmla="*/ 554 w 55"/>
                  <a:gd name="T5" fmla="*/ 216 h 35"/>
                  <a:gd name="T6" fmla="*/ 677 w 55"/>
                  <a:gd name="T7" fmla="*/ 0 h 35"/>
                  <a:gd name="T8" fmla="*/ 517 w 55"/>
                  <a:gd name="T9" fmla="*/ 167 h 35"/>
                  <a:gd name="T10" fmla="*/ 383 w 55"/>
                  <a:gd name="T11" fmla="*/ 104 h 35"/>
                  <a:gd name="T12" fmla="*/ 358 w 55"/>
                  <a:gd name="T13" fmla="*/ 246 h 35"/>
                  <a:gd name="T14" fmla="*/ 196 w 55"/>
                  <a:gd name="T15" fmla="*/ 278 h 35"/>
                  <a:gd name="T16" fmla="*/ 122 w 55"/>
                  <a:gd name="T17" fmla="*/ 403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35">
                    <a:moveTo>
                      <a:pt x="0" y="31"/>
                    </a:moveTo>
                    <a:cubicBezTo>
                      <a:pt x="12" y="35"/>
                      <a:pt x="22" y="22"/>
                      <a:pt x="31" y="19"/>
                    </a:cubicBezTo>
                    <a:cubicBezTo>
                      <a:pt x="36" y="17"/>
                      <a:pt x="40" y="17"/>
                      <a:pt x="45" y="14"/>
                    </a:cubicBezTo>
                    <a:cubicBezTo>
                      <a:pt x="50" y="11"/>
                      <a:pt x="52" y="6"/>
                      <a:pt x="55" y="0"/>
                    </a:cubicBezTo>
                    <a:cubicBezTo>
                      <a:pt x="51" y="4"/>
                      <a:pt x="49" y="9"/>
                      <a:pt x="42" y="11"/>
                    </a:cubicBezTo>
                    <a:cubicBezTo>
                      <a:pt x="38" y="12"/>
                      <a:pt x="32" y="13"/>
                      <a:pt x="31" y="7"/>
                    </a:cubicBezTo>
                    <a:cubicBezTo>
                      <a:pt x="30" y="11"/>
                      <a:pt x="33" y="13"/>
                      <a:pt x="29" y="16"/>
                    </a:cubicBezTo>
                    <a:cubicBezTo>
                      <a:pt x="27" y="19"/>
                      <a:pt x="19" y="21"/>
                      <a:pt x="16" y="18"/>
                    </a:cubicBezTo>
                    <a:cubicBezTo>
                      <a:pt x="17" y="23"/>
                      <a:pt x="14" y="26"/>
                      <a:pt x="10" y="26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3" name="Freeform 798">
                <a:extLst>
                  <a:ext uri="{FF2B5EF4-FFF2-40B4-BE49-F238E27FC236}">
                    <a16:creationId xmlns:a16="http://schemas.microsoft.com/office/drawing/2014/main" id="{2E08FFBE-C54D-41F0-AA49-11983FF44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1899"/>
                <a:ext cx="329" cy="242"/>
              </a:xfrm>
              <a:custGeom>
                <a:avLst/>
                <a:gdLst>
                  <a:gd name="T0" fmla="*/ 0 w 142"/>
                  <a:gd name="T1" fmla="*/ 0 h 98"/>
                  <a:gd name="T2" fmla="*/ 188 w 142"/>
                  <a:gd name="T3" fmla="*/ 104 h 98"/>
                  <a:gd name="T4" fmla="*/ 408 w 142"/>
                  <a:gd name="T5" fmla="*/ 225 h 98"/>
                  <a:gd name="T6" fmla="*/ 795 w 142"/>
                  <a:gd name="T7" fmla="*/ 524 h 98"/>
                  <a:gd name="T8" fmla="*/ 1332 w 142"/>
                  <a:gd name="T9" fmla="*/ 830 h 98"/>
                  <a:gd name="T10" fmla="*/ 1455 w 142"/>
                  <a:gd name="T11" fmla="*/ 1129 h 98"/>
                  <a:gd name="T12" fmla="*/ 1765 w 142"/>
                  <a:gd name="T13" fmla="*/ 1477 h 98"/>
                  <a:gd name="T14" fmla="*/ 1427 w 142"/>
                  <a:gd name="T15" fmla="*/ 1415 h 98"/>
                  <a:gd name="T16" fmla="*/ 1332 w 142"/>
                  <a:gd name="T17" fmla="*/ 1129 h 98"/>
                  <a:gd name="T18" fmla="*/ 1170 w 142"/>
                  <a:gd name="T19" fmla="*/ 1067 h 98"/>
                  <a:gd name="T20" fmla="*/ 1105 w 142"/>
                  <a:gd name="T21" fmla="*/ 921 h 98"/>
                  <a:gd name="T22" fmla="*/ 934 w 142"/>
                  <a:gd name="T23" fmla="*/ 872 h 98"/>
                  <a:gd name="T24" fmla="*/ 811 w 142"/>
                  <a:gd name="T25" fmla="*/ 696 h 98"/>
                  <a:gd name="T26" fmla="*/ 709 w 142"/>
                  <a:gd name="T27" fmla="*/ 524 h 98"/>
                  <a:gd name="T28" fmla="*/ 633 w 142"/>
                  <a:gd name="T29" fmla="*/ 469 h 98"/>
                  <a:gd name="T30" fmla="*/ 623 w 142"/>
                  <a:gd name="T31" fmla="*/ 420 h 98"/>
                  <a:gd name="T32" fmla="*/ 498 w 142"/>
                  <a:gd name="T33" fmla="*/ 286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2" h="98">
                    <a:moveTo>
                      <a:pt x="0" y="0"/>
                    </a:moveTo>
                    <a:cubicBezTo>
                      <a:pt x="4" y="4"/>
                      <a:pt x="11" y="5"/>
                      <a:pt x="15" y="7"/>
                    </a:cubicBezTo>
                    <a:cubicBezTo>
                      <a:pt x="22" y="9"/>
                      <a:pt x="27" y="13"/>
                      <a:pt x="33" y="15"/>
                    </a:cubicBezTo>
                    <a:cubicBezTo>
                      <a:pt x="45" y="21"/>
                      <a:pt x="54" y="28"/>
                      <a:pt x="64" y="35"/>
                    </a:cubicBezTo>
                    <a:cubicBezTo>
                      <a:pt x="72" y="41"/>
                      <a:pt x="96" y="64"/>
                      <a:pt x="107" y="55"/>
                    </a:cubicBezTo>
                    <a:cubicBezTo>
                      <a:pt x="103" y="65"/>
                      <a:pt x="110" y="69"/>
                      <a:pt x="117" y="75"/>
                    </a:cubicBezTo>
                    <a:cubicBezTo>
                      <a:pt x="126" y="81"/>
                      <a:pt x="136" y="88"/>
                      <a:pt x="142" y="98"/>
                    </a:cubicBezTo>
                    <a:cubicBezTo>
                      <a:pt x="138" y="90"/>
                      <a:pt x="119" y="83"/>
                      <a:pt x="115" y="94"/>
                    </a:cubicBezTo>
                    <a:cubicBezTo>
                      <a:pt x="116" y="86"/>
                      <a:pt x="114" y="79"/>
                      <a:pt x="107" y="75"/>
                    </a:cubicBezTo>
                    <a:cubicBezTo>
                      <a:pt x="104" y="73"/>
                      <a:pt x="96" y="73"/>
                      <a:pt x="94" y="71"/>
                    </a:cubicBezTo>
                    <a:cubicBezTo>
                      <a:pt x="91" y="67"/>
                      <a:pt x="93" y="64"/>
                      <a:pt x="89" y="61"/>
                    </a:cubicBezTo>
                    <a:cubicBezTo>
                      <a:pt x="84" y="58"/>
                      <a:pt x="79" y="59"/>
                      <a:pt x="75" y="58"/>
                    </a:cubicBezTo>
                    <a:cubicBezTo>
                      <a:pt x="78" y="48"/>
                      <a:pt x="70" y="50"/>
                      <a:pt x="65" y="46"/>
                    </a:cubicBezTo>
                    <a:cubicBezTo>
                      <a:pt x="61" y="43"/>
                      <a:pt x="61" y="38"/>
                      <a:pt x="57" y="35"/>
                    </a:cubicBezTo>
                    <a:cubicBezTo>
                      <a:pt x="55" y="33"/>
                      <a:pt x="52" y="33"/>
                      <a:pt x="51" y="31"/>
                    </a:cubicBezTo>
                    <a:cubicBezTo>
                      <a:pt x="50" y="30"/>
                      <a:pt x="51" y="29"/>
                      <a:pt x="50" y="28"/>
                    </a:cubicBezTo>
                    <a:cubicBezTo>
                      <a:pt x="47" y="24"/>
                      <a:pt x="43" y="22"/>
                      <a:pt x="40" y="19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4" name="Freeform 799">
                <a:extLst>
                  <a:ext uri="{FF2B5EF4-FFF2-40B4-BE49-F238E27FC236}">
                    <a16:creationId xmlns:a16="http://schemas.microsoft.com/office/drawing/2014/main" id="{0759D698-74ED-406F-8ADE-DBDAA1930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089"/>
                <a:ext cx="99" cy="141"/>
              </a:xfrm>
              <a:custGeom>
                <a:avLst/>
                <a:gdLst>
                  <a:gd name="T0" fmla="*/ 28 w 43"/>
                  <a:gd name="T1" fmla="*/ 195 h 57"/>
                  <a:gd name="T2" fmla="*/ 292 w 43"/>
                  <a:gd name="T3" fmla="*/ 299 h 57"/>
                  <a:gd name="T4" fmla="*/ 525 w 43"/>
                  <a:gd name="T5" fmla="*/ 863 h 57"/>
                  <a:gd name="T6" fmla="*/ 292 w 43"/>
                  <a:gd name="T7" fmla="*/ 564 h 57"/>
                  <a:gd name="T8" fmla="*/ 159 w 43"/>
                  <a:gd name="T9" fmla="*/ 319 h 57"/>
                  <a:gd name="T10" fmla="*/ 48 w 43"/>
                  <a:gd name="T11" fmla="*/ 166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7">
                    <a:moveTo>
                      <a:pt x="2" y="13"/>
                    </a:moveTo>
                    <a:cubicBezTo>
                      <a:pt x="0" y="0"/>
                      <a:pt x="22" y="18"/>
                      <a:pt x="24" y="20"/>
                    </a:cubicBezTo>
                    <a:cubicBezTo>
                      <a:pt x="37" y="29"/>
                      <a:pt x="38" y="43"/>
                      <a:pt x="43" y="57"/>
                    </a:cubicBezTo>
                    <a:cubicBezTo>
                      <a:pt x="42" y="53"/>
                      <a:pt x="32" y="24"/>
                      <a:pt x="24" y="37"/>
                    </a:cubicBezTo>
                    <a:cubicBezTo>
                      <a:pt x="30" y="29"/>
                      <a:pt x="22" y="19"/>
                      <a:pt x="13" y="21"/>
                    </a:cubicBezTo>
                    <a:cubicBezTo>
                      <a:pt x="12" y="14"/>
                      <a:pt x="9" y="15"/>
                      <a:pt x="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5" name="Freeform 800">
                <a:extLst>
                  <a:ext uri="{FF2B5EF4-FFF2-40B4-BE49-F238E27FC236}">
                    <a16:creationId xmlns:a16="http://schemas.microsoft.com/office/drawing/2014/main" id="{96DBAD33-0860-40A9-B763-AA2DDECA5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037"/>
                <a:ext cx="106" cy="114"/>
              </a:xfrm>
              <a:custGeom>
                <a:avLst/>
                <a:gdLst>
                  <a:gd name="T0" fmla="*/ 0 w 46"/>
                  <a:gd name="T1" fmla="*/ 0 h 46"/>
                  <a:gd name="T2" fmla="*/ 171 w 46"/>
                  <a:gd name="T3" fmla="*/ 62 h 46"/>
                  <a:gd name="T4" fmla="*/ 346 w 46"/>
                  <a:gd name="T5" fmla="*/ 216 h 46"/>
                  <a:gd name="T6" fmla="*/ 562 w 46"/>
                  <a:gd name="T7" fmla="*/ 701 h 46"/>
                  <a:gd name="T8" fmla="*/ 293 w 46"/>
                  <a:gd name="T9" fmla="*/ 473 h 46"/>
                  <a:gd name="T10" fmla="*/ 318 w 46"/>
                  <a:gd name="T11" fmla="*/ 320 h 46"/>
                  <a:gd name="T12" fmla="*/ 281 w 46"/>
                  <a:gd name="T13" fmla="*/ 245 h 46"/>
                  <a:gd name="T14" fmla="*/ 207 w 46"/>
                  <a:gd name="T15" fmla="*/ 216 h 46"/>
                  <a:gd name="T16" fmla="*/ 150 w 46"/>
                  <a:gd name="T17" fmla="*/ 136 h 46"/>
                  <a:gd name="T18" fmla="*/ 37 w 46"/>
                  <a:gd name="T19" fmla="*/ 30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46">
                    <a:moveTo>
                      <a:pt x="0" y="0"/>
                    </a:moveTo>
                    <a:cubicBezTo>
                      <a:pt x="3" y="3"/>
                      <a:pt x="10" y="3"/>
                      <a:pt x="14" y="4"/>
                    </a:cubicBezTo>
                    <a:cubicBezTo>
                      <a:pt x="19" y="6"/>
                      <a:pt x="24" y="10"/>
                      <a:pt x="28" y="14"/>
                    </a:cubicBezTo>
                    <a:cubicBezTo>
                      <a:pt x="37" y="22"/>
                      <a:pt x="43" y="35"/>
                      <a:pt x="46" y="46"/>
                    </a:cubicBezTo>
                    <a:cubicBezTo>
                      <a:pt x="44" y="40"/>
                      <a:pt x="32" y="20"/>
                      <a:pt x="24" y="31"/>
                    </a:cubicBezTo>
                    <a:cubicBezTo>
                      <a:pt x="27" y="29"/>
                      <a:pt x="27" y="25"/>
                      <a:pt x="26" y="21"/>
                    </a:cubicBezTo>
                    <a:cubicBezTo>
                      <a:pt x="26" y="20"/>
                      <a:pt x="24" y="17"/>
                      <a:pt x="23" y="16"/>
                    </a:cubicBezTo>
                    <a:cubicBezTo>
                      <a:pt x="21" y="14"/>
                      <a:pt x="19" y="15"/>
                      <a:pt x="17" y="14"/>
                    </a:cubicBezTo>
                    <a:cubicBezTo>
                      <a:pt x="15" y="13"/>
                      <a:pt x="14" y="11"/>
                      <a:pt x="12" y="9"/>
                    </a:cubicBezTo>
                    <a:cubicBezTo>
                      <a:pt x="10" y="6"/>
                      <a:pt x="7" y="4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6" name="Freeform 801">
                <a:extLst>
                  <a:ext uri="{FF2B5EF4-FFF2-40B4-BE49-F238E27FC236}">
                    <a16:creationId xmlns:a16="http://schemas.microsoft.com/office/drawing/2014/main" id="{49D783F4-BEDA-4C09-ACE7-305972291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854"/>
                <a:ext cx="211" cy="210"/>
              </a:xfrm>
              <a:custGeom>
                <a:avLst/>
                <a:gdLst>
                  <a:gd name="T0" fmla="*/ 0 w 91"/>
                  <a:gd name="T1" fmla="*/ 1282 h 85"/>
                  <a:gd name="T2" fmla="*/ 350 w 91"/>
                  <a:gd name="T3" fmla="*/ 830 h 85"/>
                  <a:gd name="T4" fmla="*/ 698 w 91"/>
                  <a:gd name="T5" fmla="*/ 586 h 85"/>
                  <a:gd name="T6" fmla="*/ 1011 w 91"/>
                  <a:gd name="T7" fmla="*/ 0 h 85"/>
                  <a:gd name="T8" fmla="*/ 849 w 91"/>
                  <a:gd name="T9" fmla="*/ 420 h 85"/>
                  <a:gd name="T10" fmla="*/ 510 w 91"/>
                  <a:gd name="T11" fmla="*/ 390 h 85"/>
                  <a:gd name="T12" fmla="*/ 445 w 91"/>
                  <a:gd name="T13" fmla="*/ 605 h 85"/>
                  <a:gd name="T14" fmla="*/ 188 w 91"/>
                  <a:gd name="T15" fmla="*/ 635 h 85"/>
                  <a:gd name="T16" fmla="*/ 209 w 91"/>
                  <a:gd name="T17" fmla="*/ 830 h 85"/>
                  <a:gd name="T18" fmla="*/ 37 w 91"/>
                  <a:gd name="T19" fmla="*/ 964 h 85"/>
                  <a:gd name="T20" fmla="*/ 12 w 91"/>
                  <a:gd name="T21" fmla="*/ 1178 h 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85">
                    <a:moveTo>
                      <a:pt x="0" y="85"/>
                    </a:moveTo>
                    <a:cubicBezTo>
                      <a:pt x="11" y="80"/>
                      <a:pt x="19" y="64"/>
                      <a:pt x="28" y="55"/>
                    </a:cubicBezTo>
                    <a:cubicBezTo>
                      <a:pt x="35" y="47"/>
                      <a:pt x="46" y="43"/>
                      <a:pt x="56" y="39"/>
                    </a:cubicBezTo>
                    <a:cubicBezTo>
                      <a:pt x="70" y="33"/>
                      <a:pt x="91" y="19"/>
                      <a:pt x="81" y="0"/>
                    </a:cubicBezTo>
                    <a:cubicBezTo>
                      <a:pt x="79" y="11"/>
                      <a:pt x="79" y="20"/>
                      <a:pt x="68" y="28"/>
                    </a:cubicBezTo>
                    <a:cubicBezTo>
                      <a:pt x="63" y="31"/>
                      <a:pt x="43" y="36"/>
                      <a:pt x="41" y="26"/>
                    </a:cubicBezTo>
                    <a:cubicBezTo>
                      <a:pt x="41" y="34"/>
                      <a:pt x="43" y="36"/>
                      <a:pt x="36" y="40"/>
                    </a:cubicBezTo>
                    <a:cubicBezTo>
                      <a:pt x="29" y="43"/>
                      <a:pt x="21" y="47"/>
                      <a:pt x="15" y="42"/>
                    </a:cubicBezTo>
                    <a:cubicBezTo>
                      <a:pt x="19" y="45"/>
                      <a:pt x="19" y="51"/>
                      <a:pt x="17" y="55"/>
                    </a:cubicBezTo>
                    <a:cubicBezTo>
                      <a:pt x="15" y="61"/>
                      <a:pt x="9" y="63"/>
                      <a:pt x="3" y="64"/>
                    </a:cubicBezTo>
                    <a:cubicBezTo>
                      <a:pt x="8" y="68"/>
                      <a:pt x="1" y="75"/>
                      <a:pt x="1" y="78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7" name="Freeform 802">
                <a:extLst>
                  <a:ext uri="{FF2B5EF4-FFF2-40B4-BE49-F238E27FC236}">
                    <a16:creationId xmlns:a16="http://schemas.microsoft.com/office/drawing/2014/main" id="{FAE17EE2-D35E-411D-A3B3-3D3E16D3E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575"/>
                <a:ext cx="83" cy="42"/>
              </a:xfrm>
              <a:custGeom>
                <a:avLst/>
                <a:gdLst>
                  <a:gd name="T0" fmla="*/ 74 w 36"/>
                  <a:gd name="T1" fmla="*/ 0 h 17"/>
                  <a:gd name="T2" fmla="*/ 0 w 36"/>
                  <a:gd name="T3" fmla="*/ 257 h 17"/>
                  <a:gd name="T4" fmla="*/ 440 w 36"/>
                  <a:gd name="T5" fmla="*/ 212 h 17"/>
                  <a:gd name="T6" fmla="*/ 378 w 36"/>
                  <a:gd name="T7" fmla="*/ 195 h 17"/>
                  <a:gd name="T8" fmla="*/ 207 w 36"/>
                  <a:gd name="T9" fmla="*/ 183 h 17"/>
                  <a:gd name="T10" fmla="*/ 111 w 36"/>
                  <a:gd name="T11" fmla="*/ 12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7">
                    <a:moveTo>
                      <a:pt x="6" y="0"/>
                    </a:moveTo>
                    <a:cubicBezTo>
                      <a:pt x="2" y="4"/>
                      <a:pt x="1" y="13"/>
                      <a:pt x="0" y="17"/>
                    </a:cubicBezTo>
                    <a:cubicBezTo>
                      <a:pt x="10" y="13"/>
                      <a:pt x="26" y="11"/>
                      <a:pt x="36" y="14"/>
                    </a:cubicBezTo>
                    <a:cubicBezTo>
                      <a:pt x="34" y="14"/>
                      <a:pt x="33" y="13"/>
                      <a:pt x="31" y="13"/>
                    </a:cubicBezTo>
                    <a:cubicBezTo>
                      <a:pt x="26" y="12"/>
                      <a:pt x="22" y="13"/>
                      <a:pt x="17" y="12"/>
                    </a:cubicBezTo>
                    <a:cubicBezTo>
                      <a:pt x="12" y="12"/>
                      <a:pt x="6" y="7"/>
                      <a:pt x="9" y="1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8" name="Freeform 803">
                <a:extLst>
                  <a:ext uri="{FF2B5EF4-FFF2-40B4-BE49-F238E27FC236}">
                    <a16:creationId xmlns:a16="http://schemas.microsoft.com/office/drawing/2014/main" id="{2B62AF09-01B9-4C6C-A398-B7DE6EC81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839"/>
                <a:ext cx="341" cy="102"/>
              </a:xfrm>
              <a:custGeom>
                <a:avLst/>
                <a:gdLst>
                  <a:gd name="T0" fmla="*/ 0 w 147"/>
                  <a:gd name="T1" fmla="*/ 403 h 41"/>
                  <a:gd name="T2" fmla="*/ 452 w 147"/>
                  <a:gd name="T3" fmla="*/ 353 h 41"/>
                  <a:gd name="T4" fmla="*/ 937 w 147"/>
                  <a:gd name="T5" fmla="*/ 321 h 41"/>
                  <a:gd name="T6" fmla="*/ 1835 w 147"/>
                  <a:gd name="T7" fmla="*/ 75 h 41"/>
                  <a:gd name="T8" fmla="*/ 1598 w 147"/>
                  <a:gd name="T9" fmla="*/ 279 h 41"/>
                  <a:gd name="T10" fmla="*/ 1350 w 147"/>
                  <a:gd name="T11" fmla="*/ 42 h 41"/>
                  <a:gd name="T12" fmla="*/ 872 w 147"/>
                  <a:gd name="T13" fmla="*/ 0 h 41"/>
                  <a:gd name="T14" fmla="*/ 763 w 147"/>
                  <a:gd name="T15" fmla="*/ 154 h 41"/>
                  <a:gd name="T16" fmla="*/ 538 w 147"/>
                  <a:gd name="T17" fmla="*/ 30 h 41"/>
                  <a:gd name="T18" fmla="*/ 339 w 147"/>
                  <a:gd name="T19" fmla="*/ 249 h 41"/>
                  <a:gd name="T20" fmla="*/ 12 w 147"/>
                  <a:gd name="T21" fmla="*/ 433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7" h="41">
                    <a:moveTo>
                      <a:pt x="0" y="26"/>
                    </a:moveTo>
                    <a:cubicBezTo>
                      <a:pt x="8" y="41"/>
                      <a:pt x="27" y="26"/>
                      <a:pt x="36" y="23"/>
                    </a:cubicBezTo>
                    <a:cubicBezTo>
                      <a:pt x="49" y="19"/>
                      <a:pt x="62" y="19"/>
                      <a:pt x="75" y="21"/>
                    </a:cubicBezTo>
                    <a:cubicBezTo>
                      <a:pt x="100" y="24"/>
                      <a:pt x="135" y="32"/>
                      <a:pt x="147" y="5"/>
                    </a:cubicBezTo>
                    <a:cubicBezTo>
                      <a:pt x="141" y="11"/>
                      <a:pt x="137" y="17"/>
                      <a:pt x="128" y="18"/>
                    </a:cubicBezTo>
                    <a:cubicBezTo>
                      <a:pt x="117" y="20"/>
                      <a:pt x="108" y="15"/>
                      <a:pt x="108" y="3"/>
                    </a:cubicBezTo>
                    <a:cubicBezTo>
                      <a:pt x="108" y="23"/>
                      <a:pt x="75" y="11"/>
                      <a:pt x="70" y="0"/>
                    </a:cubicBezTo>
                    <a:cubicBezTo>
                      <a:pt x="69" y="7"/>
                      <a:pt x="68" y="11"/>
                      <a:pt x="61" y="10"/>
                    </a:cubicBezTo>
                    <a:cubicBezTo>
                      <a:pt x="57" y="10"/>
                      <a:pt x="44" y="7"/>
                      <a:pt x="43" y="2"/>
                    </a:cubicBezTo>
                    <a:cubicBezTo>
                      <a:pt x="45" y="12"/>
                      <a:pt x="37" y="17"/>
                      <a:pt x="27" y="16"/>
                    </a:cubicBezTo>
                    <a:cubicBezTo>
                      <a:pt x="29" y="21"/>
                      <a:pt x="16" y="33"/>
                      <a:pt x="1" y="28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79" name="Freeform 804">
                <a:extLst>
                  <a:ext uri="{FF2B5EF4-FFF2-40B4-BE49-F238E27FC236}">
                    <a16:creationId xmlns:a16="http://schemas.microsoft.com/office/drawing/2014/main" id="{D3ABE9E4-9AE7-4D4E-9887-764505835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1557"/>
                <a:ext cx="144" cy="225"/>
              </a:xfrm>
              <a:custGeom>
                <a:avLst/>
                <a:gdLst>
                  <a:gd name="T0" fmla="*/ 323 w 62"/>
                  <a:gd name="T1" fmla="*/ 0 h 91"/>
                  <a:gd name="T2" fmla="*/ 474 w 62"/>
                  <a:gd name="T3" fmla="*/ 121 h 91"/>
                  <a:gd name="T4" fmla="*/ 674 w 62"/>
                  <a:gd name="T5" fmla="*/ 331 h 91"/>
                  <a:gd name="T6" fmla="*/ 690 w 62"/>
                  <a:gd name="T7" fmla="*/ 801 h 91"/>
                  <a:gd name="T8" fmla="*/ 0 w 62"/>
                  <a:gd name="T9" fmla="*/ 1192 h 91"/>
                  <a:gd name="T10" fmla="*/ 567 w 62"/>
                  <a:gd name="T11" fmla="*/ 831 h 91"/>
                  <a:gd name="T12" fmla="*/ 599 w 62"/>
                  <a:gd name="T13" fmla="*/ 410 h 91"/>
                  <a:gd name="T14" fmla="*/ 539 w 62"/>
                  <a:gd name="T15" fmla="*/ 215 h 91"/>
                  <a:gd name="T16" fmla="*/ 425 w 62"/>
                  <a:gd name="T17" fmla="*/ 74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91">
                    <a:moveTo>
                      <a:pt x="26" y="0"/>
                    </a:moveTo>
                    <a:cubicBezTo>
                      <a:pt x="30" y="3"/>
                      <a:pt x="34" y="5"/>
                      <a:pt x="38" y="8"/>
                    </a:cubicBezTo>
                    <a:cubicBezTo>
                      <a:pt x="44" y="12"/>
                      <a:pt x="49" y="17"/>
                      <a:pt x="54" y="22"/>
                    </a:cubicBezTo>
                    <a:cubicBezTo>
                      <a:pt x="62" y="31"/>
                      <a:pt x="60" y="42"/>
                      <a:pt x="55" y="53"/>
                    </a:cubicBezTo>
                    <a:cubicBezTo>
                      <a:pt x="46" y="72"/>
                      <a:pt x="22" y="91"/>
                      <a:pt x="0" y="79"/>
                    </a:cubicBezTo>
                    <a:cubicBezTo>
                      <a:pt x="18" y="82"/>
                      <a:pt x="36" y="70"/>
                      <a:pt x="45" y="55"/>
                    </a:cubicBezTo>
                    <a:cubicBezTo>
                      <a:pt x="50" y="47"/>
                      <a:pt x="50" y="36"/>
                      <a:pt x="48" y="27"/>
                    </a:cubicBezTo>
                    <a:cubicBezTo>
                      <a:pt x="48" y="22"/>
                      <a:pt x="46" y="18"/>
                      <a:pt x="43" y="14"/>
                    </a:cubicBezTo>
                    <a:cubicBezTo>
                      <a:pt x="41" y="11"/>
                      <a:pt x="37" y="6"/>
                      <a:pt x="34" y="5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0" name="Freeform 805">
                <a:extLst>
                  <a:ext uri="{FF2B5EF4-FFF2-40B4-BE49-F238E27FC236}">
                    <a16:creationId xmlns:a16="http://schemas.microsoft.com/office/drawing/2014/main" id="{468FE047-ADCA-456A-B90D-7D3372C65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1570"/>
                <a:ext cx="56" cy="91"/>
              </a:xfrm>
              <a:custGeom>
                <a:avLst/>
                <a:gdLst>
                  <a:gd name="T0" fmla="*/ 0 w 24"/>
                  <a:gd name="T1" fmla="*/ 266 h 37"/>
                  <a:gd name="T2" fmla="*/ 306 w 24"/>
                  <a:gd name="T3" fmla="*/ 0 h 37"/>
                  <a:gd name="T4" fmla="*/ 240 w 24"/>
                  <a:gd name="T5" fmla="*/ 253 h 37"/>
                  <a:gd name="T6" fmla="*/ 126 w 24"/>
                  <a:gd name="T7" fmla="*/ 551 h 37"/>
                  <a:gd name="T8" fmla="*/ 77 w 24"/>
                  <a:gd name="T9" fmla="*/ 31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7">
                    <a:moveTo>
                      <a:pt x="0" y="18"/>
                    </a:moveTo>
                    <a:cubicBezTo>
                      <a:pt x="11" y="15"/>
                      <a:pt x="19" y="11"/>
                      <a:pt x="24" y="0"/>
                    </a:cubicBezTo>
                    <a:cubicBezTo>
                      <a:pt x="22" y="6"/>
                      <a:pt x="21" y="12"/>
                      <a:pt x="19" y="17"/>
                    </a:cubicBezTo>
                    <a:cubicBezTo>
                      <a:pt x="16" y="24"/>
                      <a:pt x="13" y="30"/>
                      <a:pt x="10" y="37"/>
                    </a:cubicBezTo>
                    <a:cubicBezTo>
                      <a:pt x="12" y="34"/>
                      <a:pt x="12" y="20"/>
                      <a:pt x="6" y="21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1" name="Freeform 806">
                <a:extLst>
                  <a:ext uri="{FF2B5EF4-FFF2-40B4-BE49-F238E27FC236}">
                    <a16:creationId xmlns:a16="http://schemas.microsoft.com/office/drawing/2014/main" id="{45120762-052B-42C8-8F5F-A6A60E46F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691"/>
                <a:ext cx="204" cy="89"/>
              </a:xfrm>
              <a:custGeom>
                <a:avLst/>
                <a:gdLst>
                  <a:gd name="T0" fmla="*/ 0 w 88"/>
                  <a:gd name="T1" fmla="*/ 0 h 36"/>
                  <a:gd name="T2" fmla="*/ 559 w 88"/>
                  <a:gd name="T3" fmla="*/ 391 h 36"/>
                  <a:gd name="T4" fmla="*/ 848 w 88"/>
                  <a:gd name="T5" fmla="*/ 514 h 36"/>
                  <a:gd name="T6" fmla="*/ 1097 w 88"/>
                  <a:gd name="T7" fmla="*/ 349 h 36"/>
                  <a:gd name="T8" fmla="*/ 860 w 88"/>
                  <a:gd name="T9" fmla="*/ 440 h 36"/>
                  <a:gd name="T10" fmla="*/ 795 w 88"/>
                  <a:gd name="T11" fmla="*/ 225 h 36"/>
                  <a:gd name="T12" fmla="*/ 461 w 88"/>
                  <a:gd name="T13" fmla="*/ 121 h 36"/>
                  <a:gd name="T14" fmla="*/ 37 w 88"/>
                  <a:gd name="T15" fmla="*/ 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36">
                    <a:moveTo>
                      <a:pt x="0" y="0"/>
                    </a:moveTo>
                    <a:cubicBezTo>
                      <a:pt x="4" y="23"/>
                      <a:pt x="27" y="20"/>
                      <a:pt x="45" y="26"/>
                    </a:cubicBezTo>
                    <a:cubicBezTo>
                      <a:pt x="53" y="28"/>
                      <a:pt x="60" y="33"/>
                      <a:pt x="68" y="34"/>
                    </a:cubicBezTo>
                    <a:cubicBezTo>
                      <a:pt x="78" y="36"/>
                      <a:pt x="83" y="31"/>
                      <a:pt x="88" y="23"/>
                    </a:cubicBezTo>
                    <a:cubicBezTo>
                      <a:pt x="83" y="26"/>
                      <a:pt x="75" y="31"/>
                      <a:pt x="69" y="29"/>
                    </a:cubicBezTo>
                    <a:cubicBezTo>
                      <a:pt x="65" y="27"/>
                      <a:pt x="61" y="20"/>
                      <a:pt x="64" y="15"/>
                    </a:cubicBezTo>
                    <a:cubicBezTo>
                      <a:pt x="57" y="25"/>
                      <a:pt x="36" y="21"/>
                      <a:pt x="37" y="8"/>
                    </a:cubicBezTo>
                    <a:cubicBezTo>
                      <a:pt x="24" y="21"/>
                      <a:pt x="15" y="6"/>
                      <a:pt x="3" y="0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2" name="Freeform 807">
                <a:extLst>
                  <a:ext uri="{FF2B5EF4-FFF2-40B4-BE49-F238E27FC236}">
                    <a16:creationId xmlns:a16="http://schemas.microsoft.com/office/drawing/2014/main" id="{50F3114B-735B-49E1-88DF-5A42D528E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674"/>
                <a:ext cx="258" cy="91"/>
              </a:xfrm>
              <a:custGeom>
                <a:avLst/>
                <a:gdLst>
                  <a:gd name="T0" fmla="*/ 0 w 111"/>
                  <a:gd name="T1" fmla="*/ 298 h 37"/>
                  <a:gd name="T2" fmla="*/ 400 w 111"/>
                  <a:gd name="T3" fmla="*/ 357 h 37"/>
                  <a:gd name="T4" fmla="*/ 804 w 111"/>
                  <a:gd name="T5" fmla="*/ 398 h 37"/>
                  <a:gd name="T6" fmla="*/ 1081 w 111"/>
                  <a:gd name="T7" fmla="*/ 509 h 37"/>
                  <a:gd name="T8" fmla="*/ 1395 w 111"/>
                  <a:gd name="T9" fmla="*/ 489 h 37"/>
                  <a:gd name="T10" fmla="*/ 1178 w 111"/>
                  <a:gd name="T11" fmla="*/ 0 h 37"/>
                  <a:gd name="T12" fmla="*/ 1081 w 111"/>
                  <a:gd name="T13" fmla="*/ 344 h 37"/>
                  <a:gd name="T14" fmla="*/ 881 w 111"/>
                  <a:gd name="T15" fmla="*/ 182 h 37"/>
                  <a:gd name="T16" fmla="*/ 751 w 111"/>
                  <a:gd name="T17" fmla="*/ 298 h 37"/>
                  <a:gd name="T18" fmla="*/ 551 w 111"/>
                  <a:gd name="T19" fmla="*/ 150 h 37"/>
                  <a:gd name="T20" fmla="*/ 339 w 111"/>
                  <a:gd name="T21" fmla="*/ 253 h 37"/>
                  <a:gd name="T22" fmla="*/ 163 w 111"/>
                  <a:gd name="T23" fmla="*/ 224 h 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1" h="37">
                    <a:moveTo>
                      <a:pt x="0" y="20"/>
                    </a:moveTo>
                    <a:cubicBezTo>
                      <a:pt x="8" y="25"/>
                      <a:pt x="22" y="23"/>
                      <a:pt x="32" y="24"/>
                    </a:cubicBezTo>
                    <a:cubicBezTo>
                      <a:pt x="43" y="25"/>
                      <a:pt x="54" y="25"/>
                      <a:pt x="64" y="27"/>
                    </a:cubicBezTo>
                    <a:cubicBezTo>
                      <a:pt x="72" y="29"/>
                      <a:pt x="79" y="31"/>
                      <a:pt x="86" y="34"/>
                    </a:cubicBezTo>
                    <a:cubicBezTo>
                      <a:pt x="93" y="37"/>
                      <a:pt x="105" y="37"/>
                      <a:pt x="111" y="33"/>
                    </a:cubicBezTo>
                    <a:cubicBezTo>
                      <a:pt x="97" y="26"/>
                      <a:pt x="96" y="14"/>
                      <a:pt x="94" y="0"/>
                    </a:cubicBezTo>
                    <a:cubicBezTo>
                      <a:pt x="93" y="7"/>
                      <a:pt x="94" y="20"/>
                      <a:pt x="86" y="23"/>
                    </a:cubicBezTo>
                    <a:cubicBezTo>
                      <a:pt x="80" y="25"/>
                      <a:pt x="69" y="19"/>
                      <a:pt x="70" y="12"/>
                    </a:cubicBezTo>
                    <a:cubicBezTo>
                      <a:pt x="67" y="15"/>
                      <a:pt x="66" y="20"/>
                      <a:pt x="60" y="20"/>
                    </a:cubicBezTo>
                    <a:cubicBezTo>
                      <a:pt x="54" y="21"/>
                      <a:pt x="46" y="15"/>
                      <a:pt x="44" y="10"/>
                    </a:cubicBezTo>
                    <a:cubicBezTo>
                      <a:pt x="37" y="14"/>
                      <a:pt x="35" y="18"/>
                      <a:pt x="27" y="17"/>
                    </a:cubicBezTo>
                    <a:cubicBezTo>
                      <a:pt x="23" y="17"/>
                      <a:pt x="18" y="16"/>
                      <a:pt x="13" y="15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3" name="Freeform 808">
                <a:extLst>
                  <a:ext uri="{FF2B5EF4-FFF2-40B4-BE49-F238E27FC236}">
                    <a16:creationId xmlns:a16="http://schemas.microsoft.com/office/drawing/2014/main" id="{D79475C5-41A1-4DFE-A71B-E5C36E57D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141"/>
                <a:ext cx="320" cy="334"/>
              </a:xfrm>
              <a:custGeom>
                <a:avLst/>
                <a:gdLst>
                  <a:gd name="T0" fmla="*/ 1549 w 138"/>
                  <a:gd name="T1" fmla="*/ 0 h 135"/>
                  <a:gd name="T2" fmla="*/ 1581 w 138"/>
                  <a:gd name="T3" fmla="*/ 1076 h 135"/>
                  <a:gd name="T4" fmla="*/ 1259 w 138"/>
                  <a:gd name="T5" fmla="*/ 1482 h 135"/>
                  <a:gd name="T6" fmla="*/ 661 w 138"/>
                  <a:gd name="T7" fmla="*/ 1922 h 135"/>
                  <a:gd name="T8" fmla="*/ 0 w 138"/>
                  <a:gd name="T9" fmla="*/ 1940 h 135"/>
                  <a:gd name="T10" fmla="*/ 795 w 138"/>
                  <a:gd name="T11" fmla="*/ 1603 h 135"/>
                  <a:gd name="T12" fmla="*/ 1333 w 138"/>
                  <a:gd name="T13" fmla="*/ 1193 h 135"/>
                  <a:gd name="T14" fmla="*/ 1549 w 138"/>
                  <a:gd name="T15" fmla="*/ 0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" h="135">
                    <a:moveTo>
                      <a:pt x="124" y="0"/>
                    </a:moveTo>
                    <a:cubicBezTo>
                      <a:pt x="126" y="22"/>
                      <a:pt x="138" y="53"/>
                      <a:pt x="127" y="71"/>
                    </a:cubicBezTo>
                    <a:cubicBezTo>
                      <a:pt x="117" y="90"/>
                      <a:pt x="109" y="89"/>
                      <a:pt x="101" y="98"/>
                    </a:cubicBezTo>
                    <a:cubicBezTo>
                      <a:pt x="94" y="108"/>
                      <a:pt x="70" y="121"/>
                      <a:pt x="53" y="127"/>
                    </a:cubicBezTo>
                    <a:cubicBezTo>
                      <a:pt x="36" y="132"/>
                      <a:pt x="7" y="135"/>
                      <a:pt x="0" y="128"/>
                    </a:cubicBezTo>
                    <a:cubicBezTo>
                      <a:pt x="18" y="129"/>
                      <a:pt x="52" y="118"/>
                      <a:pt x="64" y="106"/>
                    </a:cubicBezTo>
                    <a:cubicBezTo>
                      <a:pt x="76" y="95"/>
                      <a:pt x="92" y="91"/>
                      <a:pt x="107" y="79"/>
                    </a:cubicBezTo>
                    <a:cubicBezTo>
                      <a:pt x="122" y="67"/>
                      <a:pt x="134" y="26"/>
                      <a:pt x="1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4" name="Freeform 809">
                <a:extLst>
                  <a:ext uri="{FF2B5EF4-FFF2-40B4-BE49-F238E27FC236}">
                    <a16:creationId xmlns:a16="http://schemas.microsoft.com/office/drawing/2014/main" id="{974110DF-F134-4E09-9758-255EA650A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2255"/>
                <a:ext cx="480" cy="398"/>
              </a:xfrm>
              <a:custGeom>
                <a:avLst/>
                <a:gdLst>
                  <a:gd name="T0" fmla="*/ 0 w 207"/>
                  <a:gd name="T1" fmla="*/ 2390 h 161"/>
                  <a:gd name="T2" fmla="*/ 1732 w 207"/>
                  <a:gd name="T3" fmla="*/ 1814 h 161"/>
                  <a:gd name="T4" fmla="*/ 2317 w 207"/>
                  <a:gd name="T5" fmla="*/ 1117 h 161"/>
                  <a:gd name="T6" fmla="*/ 2544 w 207"/>
                  <a:gd name="T7" fmla="*/ 329 h 161"/>
                  <a:gd name="T8" fmla="*/ 2544 w 207"/>
                  <a:gd name="T9" fmla="*/ 0 h 161"/>
                  <a:gd name="T10" fmla="*/ 2419 w 207"/>
                  <a:gd name="T11" fmla="*/ 482 h 161"/>
                  <a:gd name="T12" fmla="*/ 2136 w 207"/>
                  <a:gd name="T13" fmla="*/ 1192 h 161"/>
                  <a:gd name="T14" fmla="*/ 1758 w 207"/>
                  <a:gd name="T15" fmla="*/ 1528 h 161"/>
                  <a:gd name="T16" fmla="*/ 1484 w 207"/>
                  <a:gd name="T17" fmla="*/ 1876 h 161"/>
                  <a:gd name="T18" fmla="*/ 0 w 207"/>
                  <a:gd name="T19" fmla="*/ 2390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7" h="161">
                    <a:moveTo>
                      <a:pt x="0" y="158"/>
                    </a:moveTo>
                    <a:cubicBezTo>
                      <a:pt x="25" y="158"/>
                      <a:pt x="104" y="146"/>
                      <a:pt x="139" y="120"/>
                    </a:cubicBezTo>
                    <a:cubicBezTo>
                      <a:pt x="174" y="94"/>
                      <a:pt x="182" y="85"/>
                      <a:pt x="186" y="74"/>
                    </a:cubicBezTo>
                    <a:cubicBezTo>
                      <a:pt x="190" y="63"/>
                      <a:pt x="200" y="34"/>
                      <a:pt x="204" y="22"/>
                    </a:cubicBezTo>
                    <a:cubicBezTo>
                      <a:pt x="207" y="10"/>
                      <a:pt x="204" y="0"/>
                      <a:pt x="204" y="0"/>
                    </a:cubicBezTo>
                    <a:cubicBezTo>
                      <a:pt x="203" y="14"/>
                      <a:pt x="198" y="18"/>
                      <a:pt x="194" y="32"/>
                    </a:cubicBezTo>
                    <a:cubicBezTo>
                      <a:pt x="190" y="46"/>
                      <a:pt x="183" y="68"/>
                      <a:pt x="171" y="79"/>
                    </a:cubicBezTo>
                    <a:cubicBezTo>
                      <a:pt x="160" y="90"/>
                      <a:pt x="145" y="102"/>
                      <a:pt x="141" y="101"/>
                    </a:cubicBezTo>
                    <a:cubicBezTo>
                      <a:pt x="143" y="107"/>
                      <a:pt x="132" y="122"/>
                      <a:pt x="119" y="124"/>
                    </a:cubicBezTo>
                    <a:cubicBezTo>
                      <a:pt x="115" y="131"/>
                      <a:pt x="27" y="161"/>
                      <a:pt x="0" y="158"/>
                    </a:cubicBezTo>
                    <a:close/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5" name="Freeform 810">
                <a:extLst>
                  <a:ext uri="{FF2B5EF4-FFF2-40B4-BE49-F238E27FC236}">
                    <a16:creationId xmlns:a16="http://schemas.microsoft.com/office/drawing/2014/main" id="{16CE9CF1-AED4-44A1-95DA-AAF9347A2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13"/>
                <a:ext cx="281" cy="37"/>
              </a:xfrm>
              <a:custGeom>
                <a:avLst/>
                <a:gdLst>
                  <a:gd name="T0" fmla="*/ 0 w 121"/>
                  <a:gd name="T1" fmla="*/ 12 h 15"/>
                  <a:gd name="T2" fmla="*/ 664 w 121"/>
                  <a:gd name="T3" fmla="*/ 165 h 15"/>
                  <a:gd name="T4" fmla="*/ 1052 w 121"/>
                  <a:gd name="T5" fmla="*/ 183 h 15"/>
                  <a:gd name="T6" fmla="*/ 1516 w 121"/>
                  <a:gd name="T7" fmla="*/ 165 h 15"/>
                  <a:gd name="T8" fmla="*/ 1203 w 121"/>
                  <a:gd name="T9" fmla="*/ 0 h 15"/>
                  <a:gd name="T10" fmla="*/ 1052 w 121"/>
                  <a:gd name="T11" fmla="*/ 121 h 15"/>
                  <a:gd name="T12" fmla="*/ 864 w 121"/>
                  <a:gd name="T13" fmla="*/ 30 h 15"/>
                  <a:gd name="T14" fmla="*/ 513 w 121"/>
                  <a:gd name="T15" fmla="*/ 0 h 15"/>
                  <a:gd name="T16" fmla="*/ 179 w 121"/>
                  <a:gd name="T17" fmla="*/ 42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1" h="15">
                    <a:moveTo>
                      <a:pt x="0" y="1"/>
                    </a:moveTo>
                    <a:cubicBezTo>
                      <a:pt x="18" y="4"/>
                      <a:pt x="36" y="8"/>
                      <a:pt x="53" y="11"/>
                    </a:cubicBezTo>
                    <a:cubicBezTo>
                      <a:pt x="64" y="13"/>
                      <a:pt x="74" y="12"/>
                      <a:pt x="84" y="12"/>
                    </a:cubicBezTo>
                    <a:cubicBezTo>
                      <a:pt x="96" y="11"/>
                      <a:pt x="110" y="14"/>
                      <a:pt x="121" y="11"/>
                    </a:cubicBezTo>
                    <a:cubicBezTo>
                      <a:pt x="112" y="10"/>
                      <a:pt x="94" y="15"/>
                      <a:pt x="96" y="0"/>
                    </a:cubicBezTo>
                    <a:cubicBezTo>
                      <a:pt x="91" y="1"/>
                      <a:pt x="90" y="7"/>
                      <a:pt x="84" y="8"/>
                    </a:cubicBezTo>
                    <a:cubicBezTo>
                      <a:pt x="79" y="10"/>
                      <a:pt x="72" y="6"/>
                      <a:pt x="69" y="2"/>
                    </a:cubicBezTo>
                    <a:cubicBezTo>
                      <a:pt x="63" y="4"/>
                      <a:pt x="43" y="13"/>
                      <a:pt x="41" y="0"/>
                    </a:cubicBezTo>
                    <a:cubicBezTo>
                      <a:pt x="36" y="3"/>
                      <a:pt x="19" y="6"/>
                      <a:pt x="14" y="3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6" name="Freeform 811">
                <a:extLst>
                  <a:ext uri="{FF2B5EF4-FFF2-40B4-BE49-F238E27FC236}">
                    <a16:creationId xmlns:a16="http://schemas.microsoft.com/office/drawing/2014/main" id="{B6C81026-2A25-4AC4-BD47-05546C470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891"/>
                <a:ext cx="640" cy="433"/>
              </a:xfrm>
              <a:custGeom>
                <a:avLst/>
                <a:gdLst>
                  <a:gd name="T0" fmla="*/ 209 w 276"/>
                  <a:gd name="T1" fmla="*/ 2148 h 175"/>
                  <a:gd name="T2" fmla="*/ 3441 w 276"/>
                  <a:gd name="T3" fmla="*/ 121 h 175"/>
                  <a:gd name="T4" fmla="*/ 3193 w 276"/>
                  <a:gd name="T5" fmla="*/ 30 h 175"/>
                  <a:gd name="T6" fmla="*/ 934 w 276"/>
                  <a:gd name="T7" fmla="*/ 881 h 175"/>
                  <a:gd name="T8" fmla="*/ 114 w 276"/>
                  <a:gd name="T9" fmla="*/ 2650 h 175"/>
                  <a:gd name="T10" fmla="*/ 209 w 276"/>
                  <a:gd name="T11" fmla="*/ 2148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6" h="175">
                    <a:moveTo>
                      <a:pt x="17" y="142"/>
                    </a:moveTo>
                    <a:cubicBezTo>
                      <a:pt x="43" y="63"/>
                      <a:pt x="169" y="20"/>
                      <a:pt x="276" y="8"/>
                    </a:cubicBezTo>
                    <a:cubicBezTo>
                      <a:pt x="274" y="6"/>
                      <a:pt x="269" y="3"/>
                      <a:pt x="256" y="2"/>
                    </a:cubicBezTo>
                    <a:cubicBezTo>
                      <a:pt x="239" y="0"/>
                      <a:pt x="172" y="2"/>
                      <a:pt x="75" y="58"/>
                    </a:cubicBezTo>
                    <a:cubicBezTo>
                      <a:pt x="11" y="96"/>
                      <a:pt x="0" y="143"/>
                      <a:pt x="9" y="175"/>
                    </a:cubicBezTo>
                    <a:cubicBezTo>
                      <a:pt x="9" y="162"/>
                      <a:pt x="14" y="150"/>
                      <a:pt x="17" y="142"/>
                    </a:cubicBezTo>
                    <a:close/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7" name="Freeform 812">
                <a:extLst>
                  <a:ext uri="{FF2B5EF4-FFF2-40B4-BE49-F238E27FC236}">
                    <a16:creationId xmlns:a16="http://schemas.microsoft.com/office/drawing/2014/main" id="{C974A7D2-4918-486A-81BC-06EED479E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980"/>
                <a:ext cx="234" cy="196"/>
              </a:xfrm>
              <a:custGeom>
                <a:avLst/>
                <a:gdLst>
                  <a:gd name="T0" fmla="*/ 0 w 101"/>
                  <a:gd name="T1" fmla="*/ 1206 h 79"/>
                  <a:gd name="T2" fmla="*/ 49 w 101"/>
                  <a:gd name="T3" fmla="*/ 824 h 79"/>
                  <a:gd name="T4" fmla="*/ 375 w 101"/>
                  <a:gd name="T5" fmla="*/ 516 h 79"/>
                  <a:gd name="T6" fmla="*/ 709 w 101"/>
                  <a:gd name="T7" fmla="*/ 216 h 79"/>
                  <a:gd name="T8" fmla="*/ 897 w 101"/>
                  <a:gd name="T9" fmla="*/ 228 h 79"/>
                  <a:gd name="T10" fmla="*/ 1068 w 101"/>
                  <a:gd name="T11" fmla="*/ 0 h 79"/>
                  <a:gd name="T12" fmla="*/ 1256 w 101"/>
                  <a:gd name="T13" fmla="*/ 3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79">
                    <a:moveTo>
                      <a:pt x="0" y="79"/>
                    </a:moveTo>
                    <a:cubicBezTo>
                      <a:pt x="4" y="72"/>
                      <a:pt x="6" y="61"/>
                      <a:pt x="4" y="54"/>
                    </a:cubicBezTo>
                    <a:cubicBezTo>
                      <a:pt x="11" y="72"/>
                      <a:pt x="27" y="39"/>
                      <a:pt x="30" y="34"/>
                    </a:cubicBezTo>
                    <a:cubicBezTo>
                      <a:pt x="42" y="46"/>
                      <a:pt x="53" y="24"/>
                      <a:pt x="57" y="14"/>
                    </a:cubicBezTo>
                    <a:cubicBezTo>
                      <a:pt x="60" y="20"/>
                      <a:pt x="67" y="18"/>
                      <a:pt x="72" y="15"/>
                    </a:cubicBezTo>
                    <a:cubicBezTo>
                      <a:pt x="80" y="11"/>
                      <a:pt x="80" y="3"/>
                      <a:pt x="86" y="0"/>
                    </a:cubicBezTo>
                    <a:cubicBezTo>
                      <a:pt x="89" y="5"/>
                      <a:pt x="96" y="4"/>
                      <a:pt x="101" y="2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8" name="Freeform 813">
                <a:extLst>
                  <a:ext uri="{FF2B5EF4-FFF2-40B4-BE49-F238E27FC236}">
                    <a16:creationId xmlns:a16="http://schemas.microsoft.com/office/drawing/2014/main" id="{6C01CA47-5534-4947-96F1-93E2151F6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857"/>
                <a:ext cx="199" cy="79"/>
              </a:xfrm>
              <a:custGeom>
                <a:avLst/>
                <a:gdLst>
                  <a:gd name="T0" fmla="*/ 0 w 86"/>
                  <a:gd name="T1" fmla="*/ 481 h 32"/>
                  <a:gd name="T2" fmla="*/ 433 w 86"/>
                  <a:gd name="T3" fmla="*/ 133 h 32"/>
                  <a:gd name="T4" fmla="*/ 643 w 86"/>
                  <a:gd name="T5" fmla="*/ 244 h 32"/>
                  <a:gd name="T6" fmla="*/ 734 w 86"/>
                  <a:gd name="T7" fmla="*/ 74 h 32"/>
                  <a:gd name="T8" fmla="*/ 803 w 86"/>
                  <a:gd name="T9" fmla="*/ 0 h 32"/>
                  <a:gd name="T10" fmla="*/ 1064 w 86"/>
                  <a:gd name="T11" fmla="*/ 269 h 32"/>
                  <a:gd name="T12" fmla="*/ 208 w 86"/>
                  <a:gd name="T13" fmla="*/ 407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32">
                    <a:moveTo>
                      <a:pt x="0" y="32"/>
                    </a:moveTo>
                    <a:cubicBezTo>
                      <a:pt x="11" y="30"/>
                      <a:pt x="30" y="21"/>
                      <a:pt x="35" y="9"/>
                    </a:cubicBezTo>
                    <a:cubicBezTo>
                      <a:pt x="38" y="15"/>
                      <a:pt x="47" y="19"/>
                      <a:pt x="52" y="16"/>
                    </a:cubicBezTo>
                    <a:cubicBezTo>
                      <a:pt x="56" y="14"/>
                      <a:pt x="57" y="8"/>
                      <a:pt x="59" y="5"/>
                    </a:cubicBezTo>
                    <a:cubicBezTo>
                      <a:pt x="63" y="8"/>
                      <a:pt x="65" y="4"/>
                      <a:pt x="65" y="0"/>
                    </a:cubicBezTo>
                    <a:cubicBezTo>
                      <a:pt x="66" y="8"/>
                      <a:pt x="79" y="16"/>
                      <a:pt x="86" y="18"/>
                    </a:cubicBezTo>
                    <a:cubicBezTo>
                      <a:pt x="64" y="25"/>
                      <a:pt x="39" y="19"/>
                      <a:pt x="17" y="27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89" name="Freeform 814">
                <a:extLst>
                  <a:ext uri="{FF2B5EF4-FFF2-40B4-BE49-F238E27FC236}">
                    <a16:creationId xmlns:a16="http://schemas.microsoft.com/office/drawing/2014/main" id="{E133F3A0-AE3E-4FD7-9F71-BD32202E1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527"/>
                <a:ext cx="42" cy="79"/>
              </a:xfrm>
              <a:custGeom>
                <a:avLst/>
                <a:gdLst>
                  <a:gd name="T0" fmla="*/ 201 w 18"/>
                  <a:gd name="T1" fmla="*/ 153 h 32"/>
                  <a:gd name="T2" fmla="*/ 12 w 18"/>
                  <a:gd name="T3" fmla="*/ 469 h 32"/>
                  <a:gd name="T4" fmla="*/ 0 w 18"/>
                  <a:gd name="T5" fmla="*/ 439 h 32"/>
                  <a:gd name="T6" fmla="*/ 229 w 18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2">
                    <a:moveTo>
                      <a:pt x="16" y="10"/>
                    </a:moveTo>
                    <a:cubicBezTo>
                      <a:pt x="16" y="22"/>
                      <a:pt x="10" y="26"/>
                      <a:pt x="1" y="31"/>
                    </a:cubicBezTo>
                    <a:cubicBezTo>
                      <a:pt x="0" y="27"/>
                      <a:pt x="0" y="32"/>
                      <a:pt x="0" y="29"/>
                    </a:cubicBezTo>
                    <a:cubicBezTo>
                      <a:pt x="12" y="26"/>
                      <a:pt x="10" y="4"/>
                      <a:pt x="18" y="0"/>
                    </a:cubicBezTo>
                  </a:path>
                </a:pathLst>
              </a:custGeom>
              <a:solidFill>
                <a:srgbClr val="FDD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0" name="Freeform 815">
                <a:extLst>
                  <a:ext uri="{FF2B5EF4-FFF2-40B4-BE49-F238E27FC236}">
                    <a16:creationId xmlns:a16="http://schemas.microsoft.com/office/drawing/2014/main" id="{B77D29F3-5E25-4323-8833-D52161AB4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448"/>
                <a:ext cx="49" cy="54"/>
              </a:xfrm>
              <a:custGeom>
                <a:avLst/>
                <a:gdLst>
                  <a:gd name="T0" fmla="*/ 28 w 21"/>
                  <a:gd name="T1" fmla="*/ 133 h 22"/>
                  <a:gd name="T2" fmla="*/ 266 w 21"/>
                  <a:gd name="T3" fmla="*/ 194 h 22"/>
                  <a:gd name="T4" fmla="*/ 191 w 21"/>
                  <a:gd name="T5" fmla="*/ 0 h 22"/>
                  <a:gd name="T6" fmla="*/ 49 w 21"/>
                  <a:gd name="T7" fmla="*/ 13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2" y="9"/>
                    </a:moveTo>
                    <a:cubicBezTo>
                      <a:pt x="0" y="22"/>
                      <a:pt x="18" y="18"/>
                      <a:pt x="21" y="13"/>
                    </a:cubicBezTo>
                    <a:cubicBezTo>
                      <a:pt x="16" y="10"/>
                      <a:pt x="16" y="5"/>
                      <a:pt x="15" y="0"/>
                    </a:cubicBezTo>
                    <a:cubicBezTo>
                      <a:pt x="15" y="7"/>
                      <a:pt x="11" y="10"/>
                      <a:pt x="4" y="9"/>
                    </a:cubicBezTo>
                  </a:path>
                </a:pathLst>
              </a:custGeom>
              <a:solidFill>
                <a:srgbClr val="FDD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1" name="Freeform 816">
                <a:extLst>
                  <a:ext uri="{FF2B5EF4-FFF2-40B4-BE49-F238E27FC236}">
                    <a16:creationId xmlns:a16="http://schemas.microsoft.com/office/drawing/2014/main" id="{CBB5F436-8028-4D58-88E2-F1C57D872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23"/>
                <a:ext cx="44" cy="22"/>
              </a:xfrm>
              <a:custGeom>
                <a:avLst/>
                <a:gdLst>
                  <a:gd name="T0" fmla="*/ 0 w 19"/>
                  <a:gd name="T1" fmla="*/ 120 h 9"/>
                  <a:gd name="T2" fmla="*/ 151 w 19"/>
                  <a:gd name="T3" fmla="*/ 132 h 9"/>
                  <a:gd name="T4" fmla="*/ 236 w 1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9">
                    <a:moveTo>
                      <a:pt x="0" y="8"/>
                    </a:moveTo>
                    <a:cubicBezTo>
                      <a:pt x="4" y="6"/>
                      <a:pt x="11" y="2"/>
                      <a:pt x="12" y="9"/>
                    </a:cubicBezTo>
                    <a:cubicBezTo>
                      <a:pt x="13" y="5"/>
                      <a:pt x="15" y="1"/>
                      <a:pt x="19" y="0"/>
                    </a:cubicBezTo>
                  </a:path>
                </a:pathLst>
              </a:custGeom>
              <a:solidFill>
                <a:srgbClr val="FDD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2" name="Freeform 817">
                <a:extLst>
                  <a:ext uri="{FF2B5EF4-FFF2-40B4-BE49-F238E27FC236}">
                    <a16:creationId xmlns:a16="http://schemas.microsoft.com/office/drawing/2014/main" id="{A45976EC-A93A-45CA-97DF-E3043C6F9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626"/>
                <a:ext cx="44" cy="188"/>
              </a:xfrm>
              <a:custGeom>
                <a:avLst/>
                <a:gdLst>
                  <a:gd name="T0" fmla="*/ 188 w 19"/>
                  <a:gd name="T1" fmla="*/ 0 h 76"/>
                  <a:gd name="T2" fmla="*/ 225 w 19"/>
                  <a:gd name="T3" fmla="*/ 287 h 76"/>
                  <a:gd name="T4" fmla="*/ 171 w 19"/>
                  <a:gd name="T5" fmla="*/ 391 h 76"/>
                  <a:gd name="T6" fmla="*/ 171 w 19"/>
                  <a:gd name="T7" fmla="*/ 515 h 76"/>
                  <a:gd name="T8" fmla="*/ 0 w 19"/>
                  <a:gd name="T9" fmla="*/ 1150 h 76"/>
                  <a:gd name="T10" fmla="*/ 113 w 19"/>
                  <a:gd name="T11" fmla="*/ 772 h 76"/>
                  <a:gd name="T12" fmla="*/ 37 w 19"/>
                  <a:gd name="T13" fmla="*/ 576 h 76"/>
                  <a:gd name="T14" fmla="*/ 37 w 19"/>
                  <a:gd name="T15" fmla="*/ 195 h 76"/>
                  <a:gd name="T16" fmla="*/ 160 w 19"/>
                  <a:gd name="T17" fmla="*/ 42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76">
                    <a:moveTo>
                      <a:pt x="15" y="0"/>
                    </a:moveTo>
                    <a:cubicBezTo>
                      <a:pt x="16" y="6"/>
                      <a:pt x="19" y="13"/>
                      <a:pt x="18" y="19"/>
                    </a:cubicBezTo>
                    <a:cubicBezTo>
                      <a:pt x="18" y="21"/>
                      <a:pt x="14" y="23"/>
                      <a:pt x="14" y="26"/>
                    </a:cubicBezTo>
                    <a:cubicBezTo>
                      <a:pt x="13" y="28"/>
                      <a:pt x="14" y="32"/>
                      <a:pt x="14" y="34"/>
                    </a:cubicBezTo>
                    <a:cubicBezTo>
                      <a:pt x="13" y="48"/>
                      <a:pt x="17" y="69"/>
                      <a:pt x="0" y="76"/>
                    </a:cubicBezTo>
                    <a:cubicBezTo>
                      <a:pt x="3" y="69"/>
                      <a:pt x="9" y="59"/>
                      <a:pt x="9" y="51"/>
                    </a:cubicBezTo>
                    <a:cubicBezTo>
                      <a:pt x="9" y="44"/>
                      <a:pt x="5" y="44"/>
                      <a:pt x="3" y="38"/>
                    </a:cubicBezTo>
                    <a:cubicBezTo>
                      <a:pt x="1" y="32"/>
                      <a:pt x="18" y="15"/>
                      <a:pt x="3" y="13"/>
                    </a:cubicBezTo>
                    <a:cubicBezTo>
                      <a:pt x="6" y="10"/>
                      <a:pt x="12" y="8"/>
                      <a:pt x="13" y="3"/>
                    </a:cubicBezTo>
                  </a:path>
                </a:pathLst>
              </a:custGeom>
              <a:solidFill>
                <a:srgbClr val="FDD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3" name="Freeform 818">
                <a:extLst>
                  <a:ext uri="{FF2B5EF4-FFF2-40B4-BE49-F238E27FC236}">
                    <a16:creationId xmlns:a16="http://schemas.microsoft.com/office/drawing/2014/main" id="{FDBC1EA8-E0CC-4F69-90DC-71C3E346E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505"/>
                <a:ext cx="30" cy="44"/>
              </a:xfrm>
              <a:custGeom>
                <a:avLst/>
                <a:gdLst>
                  <a:gd name="T0" fmla="*/ 159 w 13"/>
                  <a:gd name="T1" fmla="*/ 0 h 18"/>
                  <a:gd name="T2" fmla="*/ 28 w 13"/>
                  <a:gd name="T3" fmla="*/ 26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7" y="4"/>
                      <a:pt x="0" y="11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4" name="Freeform 819">
                <a:extLst>
                  <a:ext uri="{FF2B5EF4-FFF2-40B4-BE49-F238E27FC236}">
                    <a16:creationId xmlns:a16="http://schemas.microsoft.com/office/drawing/2014/main" id="{DD374ACF-F932-47D8-931B-A57F39B90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581"/>
                <a:ext cx="14" cy="57"/>
              </a:xfrm>
              <a:custGeom>
                <a:avLst/>
                <a:gdLst>
                  <a:gd name="T0" fmla="*/ 77 w 6"/>
                  <a:gd name="T1" fmla="*/ 0 h 23"/>
                  <a:gd name="T2" fmla="*/ 65 w 6"/>
                  <a:gd name="T3" fmla="*/ 34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3">
                    <a:moveTo>
                      <a:pt x="6" y="0"/>
                    </a:moveTo>
                    <a:cubicBezTo>
                      <a:pt x="0" y="6"/>
                      <a:pt x="2" y="16"/>
                      <a:pt x="5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5" name="Freeform 820">
                <a:extLst>
                  <a:ext uri="{FF2B5EF4-FFF2-40B4-BE49-F238E27FC236}">
                    <a16:creationId xmlns:a16="http://schemas.microsoft.com/office/drawing/2014/main" id="{50C0348A-0CD2-431D-9ADA-8A239B4EE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430"/>
                <a:ext cx="16" cy="45"/>
              </a:xfrm>
              <a:custGeom>
                <a:avLst/>
                <a:gdLst>
                  <a:gd name="T0" fmla="*/ 57 w 7"/>
                  <a:gd name="T1" fmla="*/ 0 h 18"/>
                  <a:gd name="T2" fmla="*/ 85 w 7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5" y="0"/>
                    </a:moveTo>
                    <a:cubicBezTo>
                      <a:pt x="0" y="6"/>
                      <a:pt x="0" y="13"/>
                      <a:pt x="7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6" name="Freeform 821">
                <a:extLst>
                  <a:ext uri="{FF2B5EF4-FFF2-40B4-BE49-F238E27FC236}">
                    <a16:creationId xmlns:a16="http://schemas.microsoft.com/office/drawing/2014/main" id="{A864AEC3-B8A3-449F-8569-75154658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2331"/>
                <a:ext cx="19" cy="18"/>
              </a:xfrm>
              <a:custGeom>
                <a:avLst/>
                <a:gdLst>
                  <a:gd name="T0" fmla="*/ 107 w 8"/>
                  <a:gd name="T1" fmla="*/ 0 h 7"/>
                  <a:gd name="T2" fmla="*/ 0 w 8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4" y="1"/>
                      <a:pt x="0" y="1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7" name="Freeform 822">
                <a:extLst>
                  <a:ext uri="{FF2B5EF4-FFF2-40B4-BE49-F238E27FC236}">
                    <a16:creationId xmlns:a16="http://schemas.microsoft.com/office/drawing/2014/main" id="{745764E1-F596-4B10-8C56-3B92D16E9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801"/>
                <a:ext cx="55" cy="107"/>
              </a:xfrm>
              <a:custGeom>
                <a:avLst/>
                <a:gdLst>
                  <a:gd name="T0" fmla="*/ 0 w 24"/>
                  <a:gd name="T1" fmla="*/ 662 h 43"/>
                  <a:gd name="T2" fmla="*/ 289 w 24"/>
                  <a:gd name="T3" fmla="*/ 0 h 43"/>
                  <a:gd name="T4" fmla="*/ 0 w 24"/>
                  <a:gd name="T5" fmla="*/ 66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3">
                    <a:moveTo>
                      <a:pt x="0" y="43"/>
                    </a:moveTo>
                    <a:cubicBezTo>
                      <a:pt x="9" y="35"/>
                      <a:pt x="20" y="18"/>
                      <a:pt x="24" y="0"/>
                    </a:cubicBezTo>
                    <a:cubicBezTo>
                      <a:pt x="24" y="9"/>
                      <a:pt x="21" y="30"/>
                      <a:pt x="0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8" name="Freeform 823">
                <a:extLst>
                  <a:ext uri="{FF2B5EF4-FFF2-40B4-BE49-F238E27FC236}">
                    <a16:creationId xmlns:a16="http://schemas.microsoft.com/office/drawing/2014/main" id="{43B4F2D5-9A8E-4957-B3F0-536A06AF1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3096"/>
                <a:ext cx="21" cy="74"/>
              </a:xfrm>
              <a:custGeom>
                <a:avLst/>
                <a:gdLst>
                  <a:gd name="T0" fmla="*/ 0 w 9"/>
                  <a:gd name="T1" fmla="*/ 0 h 30"/>
                  <a:gd name="T2" fmla="*/ 103 w 9"/>
                  <a:gd name="T3" fmla="*/ 0 h 30"/>
                  <a:gd name="T4" fmla="*/ 103 w 9"/>
                  <a:gd name="T5" fmla="*/ 298 h 30"/>
                  <a:gd name="T6" fmla="*/ 0 w 9"/>
                  <a:gd name="T7" fmla="*/ 21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0" y="0"/>
                    </a:moveTo>
                    <a:cubicBezTo>
                      <a:pt x="2" y="8"/>
                      <a:pt x="6" y="3"/>
                      <a:pt x="8" y="0"/>
                    </a:cubicBezTo>
                    <a:cubicBezTo>
                      <a:pt x="6" y="7"/>
                      <a:pt x="9" y="13"/>
                      <a:pt x="8" y="20"/>
                    </a:cubicBezTo>
                    <a:cubicBezTo>
                      <a:pt x="7" y="30"/>
                      <a:pt x="2" y="20"/>
                      <a:pt x="0" y="14"/>
                    </a:cubicBezTo>
                  </a:path>
                </a:pathLst>
              </a:custGeom>
              <a:solidFill>
                <a:srgbClr val="F6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99" name="Freeform 824">
                <a:extLst>
                  <a:ext uri="{FF2B5EF4-FFF2-40B4-BE49-F238E27FC236}">
                    <a16:creationId xmlns:a16="http://schemas.microsoft.com/office/drawing/2014/main" id="{D92C608C-AA83-4089-A546-C6E1F1BDF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838"/>
                <a:ext cx="169" cy="119"/>
              </a:xfrm>
              <a:custGeom>
                <a:avLst/>
                <a:gdLst>
                  <a:gd name="T0" fmla="*/ 718 w 73"/>
                  <a:gd name="T1" fmla="*/ 0 h 48"/>
                  <a:gd name="T2" fmla="*/ 803 w 73"/>
                  <a:gd name="T3" fmla="*/ 228 h 48"/>
                  <a:gd name="T4" fmla="*/ 521 w 73"/>
                  <a:gd name="T5" fmla="*/ 516 h 48"/>
                  <a:gd name="T6" fmla="*/ 199 w 73"/>
                  <a:gd name="T7" fmla="*/ 702 h 48"/>
                  <a:gd name="T8" fmla="*/ 86 w 73"/>
                  <a:gd name="T9" fmla="*/ 731 h 48"/>
                  <a:gd name="T10" fmla="*/ 0 w 73"/>
                  <a:gd name="T11" fmla="*/ 548 h 48"/>
                  <a:gd name="T12" fmla="*/ 396 w 73"/>
                  <a:gd name="T13" fmla="*/ 454 h 48"/>
                  <a:gd name="T14" fmla="*/ 632 w 73"/>
                  <a:gd name="T15" fmla="*/ 290 h 48"/>
                  <a:gd name="T16" fmla="*/ 697 w 73"/>
                  <a:gd name="T17" fmla="*/ 216 h 48"/>
                  <a:gd name="T18" fmla="*/ 771 w 73"/>
                  <a:gd name="T19" fmla="*/ 62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48">
                    <a:moveTo>
                      <a:pt x="58" y="0"/>
                    </a:moveTo>
                    <a:cubicBezTo>
                      <a:pt x="63" y="7"/>
                      <a:pt x="73" y="5"/>
                      <a:pt x="65" y="15"/>
                    </a:cubicBezTo>
                    <a:cubicBezTo>
                      <a:pt x="59" y="23"/>
                      <a:pt x="51" y="29"/>
                      <a:pt x="42" y="34"/>
                    </a:cubicBezTo>
                    <a:cubicBezTo>
                      <a:pt x="33" y="39"/>
                      <a:pt x="25" y="43"/>
                      <a:pt x="16" y="46"/>
                    </a:cubicBezTo>
                    <a:cubicBezTo>
                      <a:pt x="14" y="46"/>
                      <a:pt x="8" y="48"/>
                      <a:pt x="7" y="48"/>
                    </a:cubicBezTo>
                    <a:cubicBezTo>
                      <a:pt x="4" y="47"/>
                      <a:pt x="0" y="37"/>
                      <a:pt x="0" y="36"/>
                    </a:cubicBezTo>
                    <a:cubicBezTo>
                      <a:pt x="4" y="46"/>
                      <a:pt x="26" y="32"/>
                      <a:pt x="32" y="30"/>
                    </a:cubicBezTo>
                    <a:cubicBezTo>
                      <a:pt x="39" y="27"/>
                      <a:pt x="45" y="23"/>
                      <a:pt x="51" y="19"/>
                    </a:cubicBezTo>
                    <a:cubicBezTo>
                      <a:pt x="53" y="17"/>
                      <a:pt x="55" y="16"/>
                      <a:pt x="56" y="14"/>
                    </a:cubicBezTo>
                    <a:cubicBezTo>
                      <a:pt x="59" y="11"/>
                      <a:pt x="58" y="6"/>
                      <a:pt x="62" y="4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0" name="Freeform 825">
                <a:extLst>
                  <a:ext uri="{FF2B5EF4-FFF2-40B4-BE49-F238E27FC236}">
                    <a16:creationId xmlns:a16="http://schemas.microsoft.com/office/drawing/2014/main" id="{355F56B8-2C63-40BF-9365-70EADB471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616"/>
                <a:ext cx="396" cy="86"/>
              </a:xfrm>
              <a:custGeom>
                <a:avLst/>
                <a:gdLst>
                  <a:gd name="T0" fmla="*/ 1153 w 171"/>
                  <a:gd name="T1" fmla="*/ 265 h 35"/>
                  <a:gd name="T2" fmla="*/ 28 w 171"/>
                  <a:gd name="T3" fmla="*/ 0 h 35"/>
                  <a:gd name="T4" fmla="*/ 49 w 171"/>
                  <a:gd name="T5" fmla="*/ 42 h 35"/>
                  <a:gd name="T6" fmla="*/ 0 w 171"/>
                  <a:gd name="T7" fmla="*/ 295 h 35"/>
                  <a:gd name="T8" fmla="*/ 102 w 171"/>
                  <a:gd name="T9" fmla="*/ 295 h 35"/>
                  <a:gd name="T10" fmla="*/ 248 w 171"/>
                  <a:gd name="T11" fmla="*/ 344 h 35"/>
                  <a:gd name="T12" fmla="*/ 820 w 171"/>
                  <a:gd name="T13" fmla="*/ 506 h 35"/>
                  <a:gd name="T14" fmla="*/ 1281 w 171"/>
                  <a:gd name="T15" fmla="*/ 477 h 35"/>
                  <a:gd name="T16" fmla="*/ 1776 w 171"/>
                  <a:gd name="T17" fmla="*/ 386 h 35"/>
                  <a:gd name="T18" fmla="*/ 2075 w 171"/>
                  <a:gd name="T19" fmla="*/ 344 h 35"/>
                  <a:gd name="T20" fmla="*/ 2112 w 171"/>
                  <a:gd name="T21" fmla="*/ 295 h 35"/>
                  <a:gd name="T22" fmla="*/ 2124 w 171"/>
                  <a:gd name="T23" fmla="*/ 265 h 35"/>
                  <a:gd name="T24" fmla="*/ 1153 w 171"/>
                  <a:gd name="T25" fmla="*/ 265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1" h="35">
                    <a:moveTo>
                      <a:pt x="93" y="18"/>
                    </a:moveTo>
                    <a:cubicBezTo>
                      <a:pt x="58" y="18"/>
                      <a:pt x="25" y="14"/>
                      <a:pt x="2" y="0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8" y="7"/>
                      <a:pt x="7" y="16"/>
                      <a:pt x="0" y="20"/>
                    </a:cubicBezTo>
                    <a:cubicBezTo>
                      <a:pt x="2" y="21"/>
                      <a:pt x="6" y="20"/>
                      <a:pt x="8" y="20"/>
                    </a:cubicBezTo>
                    <a:cubicBezTo>
                      <a:pt x="12" y="20"/>
                      <a:pt x="16" y="22"/>
                      <a:pt x="20" y="23"/>
                    </a:cubicBezTo>
                    <a:cubicBezTo>
                      <a:pt x="35" y="28"/>
                      <a:pt x="51" y="32"/>
                      <a:pt x="66" y="34"/>
                    </a:cubicBezTo>
                    <a:cubicBezTo>
                      <a:pt x="78" y="35"/>
                      <a:pt x="91" y="33"/>
                      <a:pt x="103" y="32"/>
                    </a:cubicBezTo>
                    <a:cubicBezTo>
                      <a:pt x="116" y="30"/>
                      <a:pt x="130" y="26"/>
                      <a:pt x="143" y="26"/>
                    </a:cubicBezTo>
                    <a:cubicBezTo>
                      <a:pt x="150" y="26"/>
                      <a:pt x="162" y="28"/>
                      <a:pt x="167" y="23"/>
                    </a:cubicBezTo>
                    <a:cubicBezTo>
                      <a:pt x="169" y="22"/>
                      <a:pt x="170" y="21"/>
                      <a:pt x="170" y="20"/>
                    </a:cubicBezTo>
                    <a:cubicBezTo>
                      <a:pt x="170" y="19"/>
                      <a:pt x="170" y="18"/>
                      <a:pt x="171" y="18"/>
                    </a:cubicBezTo>
                    <a:cubicBezTo>
                      <a:pt x="144" y="18"/>
                      <a:pt x="118" y="18"/>
                      <a:pt x="93" y="18"/>
                    </a:cubicBezTo>
                    <a:close/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1" name="Freeform 826">
                <a:extLst>
                  <a:ext uri="{FF2B5EF4-FFF2-40B4-BE49-F238E27FC236}">
                    <a16:creationId xmlns:a16="http://schemas.microsoft.com/office/drawing/2014/main" id="{65AA689F-230E-411D-AA67-71F9C2156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106"/>
                <a:ext cx="258" cy="55"/>
              </a:xfrm>
              <a:custGeom>
                <a:avLst/>
                <a:gdLst>
                  <a:gd name="T0" fmla="*/ 0 w 111"/>
                  <a:gd name="T1" fmla="*/ 345 h 22"/>
                  <a:gd name="T2" fmla="*/ 681 w 111"/>
                  <a:gd name="T3" fmla="*/ 33 h 22"/>
                  <a:gd name="T4" fmla="*/ 1395 w 111"/>
                  <a:gd name="T5" fmla="*/ 313 h 22"/>
                  <a:gd name="T6" fmla="*/ 0 w 111"/>
                  <a:gd name="T7" fmla="*/ 34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1" h="22">
                    <a:moveTo>
                      <a:pt x="0" y="22"/>
                    </a:moveTo>
                    <a:cubicBezTo>
                      <a:pt x="17" y="10"/>
                      <a:pt x="36" y="3"/>
                      <a:pt x="54" y="2"/>
                    </a:cubicBezTo>
                    <a:cubicBezTo>
                      <a:pt x="75" y="2"/>
                      <a:pt x="94" y="7"/>
                      <a:pt x="111" y="20"/>
                    </a:cubicBezTo>
                    <a:cubicBezTo>
                      <a:pt x="74" y="6"/>
                      <a:pt x="49" y="0"/>
                      <a:pt x="0" y="22"/>
                    </a:cubicBezTo>
                    <a:close/>
                  </a:path>
                </a:pathLst>
              </a:custGeom>
              <a:solidFill>
                <a:srgbClr val="966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2" name="Freeform 827">
                <a:extLst>
                  <a:ext uri="{FF2B5EF4-FFF2-40B4-BE49-F238E27FC236}">
                    <a16:creationId xmlns:a16="http://schemas.microsoft.com/office/drawing/2014/main" id="{E2F9ABC1-F01C-4E3D-999A-2EDADE475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101"/>
                <a:ext cx="81" cy="156"/>
              </a:xfrm>
              <a:custGeom>
                <a:avLst/>
                <a:gdLst>
                  <a:gd name="T0" fmla="*/ 0 w 35"/>
                  <a:gd name="T1" fmla="*/ 0 h 63"/>
                  <a:gd name="T2" fmla="*/ 359 w 35"/>
                  <a:gd name="T3" fmla="*/ 956 h 63"/>
                  <a:gd name="T4" fmla="*/ 0 w 35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63">
                    <a:moveTo>
                      <a:pt x="0" y="0"/>
                    </a:moveTo>
                    <a:cubicBezTo>
                      <a:pt x="12" y="10"/>
                      <a:pt x="33" y="37"/>
                      <a:pt x="29" y="63"/>
                    </a:cubicBezTo>
                    <a:cubicBezTo>
                      <a:pt x="35" y="39"/>
                      <a:pt x="25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3" name="Freeform 828">
                <a:extLst>
                  <a:ext uri="{FF2B5EF4-FFF2-40B4-BE49-F238E27FC236}">
                    <a16:creationId xmlns:a16="http://schemas.microsoft.com/office/drawing/2014/main" id="{AE8074EE-6C35-469D-8B16-6871B8AF2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389"/>
                <a:ext cx="174" cy="149"/>
              </a:xfrm>
              <a:custGeom>
                <a:avLst/>
                <a:gdLst>
                  <a:gd name="T0" fmla="*/ 0 w 75"/>
                  <a:gd name="T1" fmla="*/ 0 h 60"/>
                  <a:gd name="T2" fmla="*/ 661 w 75"/>
                  <a:gd name="T3" fmla="*/ 370 h 60"/>
                  <a:gd name="T4" fmla="*/ 889 w 75"/>
                  <a:gd name="T5" fmla="*/ 487 h 60"/>
                  <a:gd name="T6" fmla="*/ 661 w 75"/>
                  <a:gd name="T7" fmla="*/ 919 h 60"/>
                  <a:gd name="T8" fmla="*/ 587 w 75"/>
                  <a:gd name="T9" fmla="*/ 445 h 60"/>
                  <a:gd name="T10" fmla="*/ 123 w 75"/>
                  <a:gd name="T11" fmla="*/ 154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60">
                    <a:moveTo>
                      <a:pt x="0" y="0"/>
                    </a:moveTo>
                    <a:cubicBezTo>
                      <a:pt x="18" y="7"/>
                      <a:pt x="35" y="17"/>
                      <a:pt x="53" y="24"/>
                    </a:cubicBezTo>
                    <a:cubicBezTo>
                      <a:pt x="59" y="26"/>
                      <a:pt x="69" y="27"/>
                      <a:pt x="71" y="32"/>
                    </a:cubicBezTo>
                    <a:cubicBezTo>
                      <a:pt x="75" y="42"/>
                      <a:pt x="60" y="57"/>
                      <a:pt x="53" y="60"/>
                    </a:cubicBezTo>
                    <a:cubicBezTo>
                      <a:pt x="67" y="45"/>
                      <a:pt x="62" y="37"/>
                      <a:pt x="47" y="29"/>
                    </a:cubicBezTo>
                    <a:cubicBezTo>
                      <a:pt x="36" y="24"/>
                      <a:pt x="20" y="17"/>
                      <a:pt x="1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4" name="Freeform 829">
                <a:extLst>
                  <a:ext uri="{FF2B5EF4-FFF2-40B4-BE49-F238E27FC236}">
                    <a16:creationId xmlns:a16="http://schemas.microsoft.com/office/drawing/2014/main" id="{ADF2818F-469F-4185-A45D-C85857389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529"/>
                <a:ext cx="176" cy="107"/>
              </a:xfrm>
              <a:custGeom>
                <a:avLst/>
                <a:gdLst>
                  <a:gd name="T0" fmla="*/ 945 w 76"/>
                  <a:gd name="T1" fmla="*/ 0 h 43"/>
                  <a:gd name="T2" fmla="*/ 0 w 76"/>
                  <a:gd name="T3" fmla="*/ 662 h 43"/>
                  <a:gd name="T4" fmla="*/ 262 w 76"/>
                  <a:gd name="T5" fmla="*/ 600 h 43"/>
                  <a:gd name="T6" fmla="*/ 435 w 76"/>
                  <a:gd name="T7" fmla="*/ 383 h 43"/>
                  <a:gd name="T8" fmla="*/ 584 w 76"/>
                  <a:gd name="T9" fmla="*/ 18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3">
                    <a:moveTo>
                      <a:pt x="76" y="0"/>
                    </a:moveTo>
                    <a:cubicBezTo>
                      <a:pt x="45" y="8"/>
                      <a:pt x="20" y="16"/>
                      <a:pt x="0" y="43"/>
                    </a:cubicBezTo>
                    <a:cubicBezTo>
                      <a:pt x="3" y="36"/>
                      <a:pt x="19" y="29"/>
                      <a:pt x="21" y="39"/>
                    </a:cubicBezTo>
                    <a:cubicBezTo>
                      <a:pt x="14" y="28"/>
                      <a:pt x="25" y="23"/>
                      <a:pt x="35" y="25"/>
                    </a:cubicBezTo>
                    <a:cubicBezTo>
                      <a:pt x="35" y="17"/>
                      <a:pt x="40" y="13"/>
                      <a:pt x="47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5" name="Freeform 830">
                <a:extLst>
                  <a:ext uri="{FF2B5EF4-FFF2-40B4-BE49-F238E27FC236}">
                    <a16:creationId xmlns:a16="http://schemas.microsoft.com/office/drawing/2014/main" id="{CA3A11F8-5AE5-49B7-BDF0-C8D2B9AB2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334"/>
                <a:ext cx="181" cy="240"/>
              </a:xfrm>
              <a:custGeom>
                <a:avLst/>
                <a:gdLst>
                  <a:gd name="T0" fmla="*/ 139 w 78"/>
                  <a:gd name="T1" fmla="*/ 589 h 97"/>
                  <a:gd name="T2" fmla="*/ 501 w 78"/>
                  <a:gd name="T3" fmla="*/ 299 h 97"/>
                  <a:gd name="T4" fmla="*/ 750 w 78"/>
                  <a:gd name="T5" fmla="*/ 42 h 97"/>
                  <a:gd name="T6" fmla="*/ 587 w 78"/>
                  <a:gd name="T7" fmla="*/ 482 h 97"/>
                  <a:gd name="T8" fmla="*/ 835 w 78"/>
                  <a:gd name="T9" fmla="*/ 789 h 97"/>
                  <a:gd name="T10" fmla="*/ 926 w 78"/>
                  <a:gd name="T11" fmla="*/ 925 h 97"/>
                  <a:gd name="T12" fmla="*/ 947 w 78"/>
                  <a:gd name="T13" fmla="*/ 1047 h 97"/>
                  <a:gd name="T14" fmla="*/ 803 w 78"/>
                  <a:gd name="T15" fmla="*/ 1170 h 97"/>
                  <a:gd name="T16" fmla="*/ 738 w 78"/>
                  <a:gd name="T17" fmla="*/ 1470 h 97"/>
                  <a:gd name="T18" fmla="*/ 689 w 78"/>
                  <a:gd name="T19" fmla="*/ 1089 h 97"/>
                  <a:gd name="T20" fmla="*/ 464 w 78"/>
                  <a:gd name="T21" fmla="*/ 1029 h 97"/>
                  <a:gd name="T22" fmla="*/ 265 w 78"/>
                  <a:gd name="T23" fmla="*/ 893 h 97"/>
                  <a:gd name="T24" fmla="*/ 0 w 78"/>
                  <a:gd name="T25" fmla="*/ 698 h 9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8" h="97">
                    <a:moveTo>
                      <a:pt x="11" y="39"/>
                    </a:moveTo>
                    <a:cubicBezTo>
                      <a:pt x="21" y="35"/>
                      <a:pt x="31" y="27"/>
                      <a:pt x="40" y="20"/>
                    </a:cubicBezTo>
                    <a:cubicBezTo>
                      <a:pt x="43" y="17"/>
                      <a:pt x="54" y="0"/>
                      <a:pt x="60" y="3"/>
                    </a:cubicBezTo>
                    <a:cubicBezTo>
                      <a:pt x="60" y="5"/>
                      <a:pt x="50" y="27"/>
                      <a:pt x="47" y="32"/>
                    </a:cubicBezTo>
                    <a:cubicBezTo>
                      <a:pt x="40" y="45"/>
                      <a:pt x="56" y="51"/>
                      <a:pt x="67" y="52"/>
                    </a:cubicBezTo>
                    <a:cubicBezTo>
                      <a:pt x="60" y="59"/>
                      <a:pt x="72" y="55"/>
                      <a:pt x="74" y="61"/>
                    </a:cubicBezTo>
                    <a:cubicBezTo>
                      <a:pt x="75" y="62"/>
                      <a:pt x="78" y="66"/>
                      <a:pt x="76" y="69"/>
                    </a:cubicBezTo>
                    <a:cubicBezTo>
                      <a:pt x="74" y="71"/>
                      <a:pt x="67" y="73"/>
                      <a:pt x="64" y="77"/>
                    </a:cubicBezTo>
                    <a:cubicBezTo>
                      <a:pt x="60" y="82"/>
                      <a:pt x="60" y="90"/>
                      <a:pt x="59" y="97"/>
                    </a:cubicBezTo>
                    <a:cubicBezTo>
                      <a:pt x="57" y="88"/>
                      <a:pt x="59" y="80"/>
                      <a:pt x="55" y="72"/>
                    </a:cubicBezTo>
                    <a:cubicBezTo>
                      <a:pt x="49" y="62"/>
                      <a:pt x="46" y="68"/>
                      <a:pt x="37" y="68"/>
                    </a:cubicBezTo>
                    <a:cubicBezTo>
                      <a:pt x="30" y="68"/>
                      <a:pt x="27" y="63"/>
                      <a:pt x="21" y="59"/>
                    </a:cubicBezTo>
                    <a:cubicBezTo>
                      <a:pt x="15" y="54"/>
                      <a:pt x="7" y="51"/>
                      <a:pt x="0" y="46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6" name="Freeform 831">
                <a:extLst>
                  <a:ext uri="{FF2B5EF4-FFF2-40B4-BE49-F238E27FC236}">
                    <a16:creationId xmlns:a16="http://schemas.microsoft.com/office/drawing/2014/main" id="{E920D138-DF52-4E18-9097-A823F786A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359"/>
                <a:ext cx="100" cy="151"/>
              </a:xfrm>
              <a:custGeom>
                <a:avLst/>
                <a:gdLst>
                  <a:gd name="T0" fmla="*/ 542 w 43"/>
                  <a:gd name="T1" fmla="*/ 926 h 61"/>
                  <a:gd name="T2" fmla="*/ 200 w 43"/>
                  <a:gd name="T3" fmla="*/ 564 h 61"/>
                  <a:gd name="T4" fmla="*/ 102 w 43"/>
                  <a:gd name="T5" fmla="*/ 275 h 61"/>
                  <a:gd name="T6" fmla="*/ 0 w 43"/>
                  <a:gd name="T7" fmla="*/ 0 h 61"/>
                  <a:gd name="T8" fmla="*/ 228 w 43"/>
                  <a:gd name="T9" fmla="*/ 228 h 61"/>
                  <a:gd name="T10" fmla="*/ 400 w 43"/>
                  <a:gd name="T11" fmla="*/ 453 h 61"/>
                  <a:gd name="T12" fmla="*/ 542 w 43"/>
                  <a:gd name="T13" fmla="*/ 743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61">
                    <a:moveTo>
                      <a:pt x="43" y="61"/>
                    </a:moveTo>
                    <a:cubicBezTo>
                      <a:pt x="31" y="54"/>
                      <a:pt x="24" y="49"/>
                      <a:pt x="16" y="37"/>
                    </a:cubicBezTo>
                    <a:cubicBezTo>
                      <a:pt x="13" y="31"/>
                      <a:pt x="11" y="24"/>
                      <a:pt x="8" y="18"/>
                    </a:cubicBezTo>
                    <a:cubicBezTo>
                      <a:pt x="6" y="13"/>
                      <a:pt x="0" y="5"/>
                      <a:pt x="0" y="0"/>
                    </a:cubicBezTo>
                    <a:cubicBezTo>
                      <a:pt x="4" y="7"/>
                      <a:pt x="8" y="15"/>
                      <a:pt x="18" y="15"/>
                    </a:cubicBezTo>
                    <a:cubicBezTo>
                      <a:pt x="10" y="26"/>
                      <a:pt x="22" y="37"/>
                      <a:pt x="32" y="30"/>
                    </a:cubicBezTo>
                    <a:cubicBezTo>
                      <a:pt x="29" y="38"/>
                      <a:pt x="36" y="46"/>
                      <a:pt x="43" y="49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7" name="Freeform 832">
                <a:extLst>
                  <a:ext uri="{FF2B5EF4-FFF2-40B4-BE49-F238E27FC236}">
                    <a16:creationId xmlns:a16="http://schemas.microsoft.com/office/drawing/2014/main" id="{0F325DDC-1E49-45E4-9B74-8F89F8189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300"/>
                <a:ext cx="119" cy="215"/>
              </a:xfrm>
              <a:custGeom>
                <a:avLst/>
                <a:gdLst>
                  <a:gd name="T0" fmla="*/ 649 w 51"/>
                  <a:gd name="T1" fmla="*/ 0 h 87"/>
                  <a:gd name="T2" fmla="*/ 266 w 51"/>
                  <a:gd name="T3" fmla="*/ 30 h 87"/>
                  <a:gd name="T4" fmla="*/ 12 w 51"/>
                  <a:gd name="T5" fmla="*/ 245 h 87"/>
                  <a:gd name="T6" fmla="*/ 77 w 51"/>
                  <a:gd name="T7" fmla="*/ 709 h 87"/>
                  <a:gd name="T8" fmla="*/ 152 w 51"/>
                  <a:gd name="T9" fmla="*/ 1312 h 87"/>
                  <a:gd name="T10" fmla="*/ 142 w 51"/>
                  <a:gd name="T11" fmla="*/ 872 h 87"/>
                  <a:gd name="T12" fmla="*/ 229 w 51"/>
                  <a:gd name="T13" fmla="*/ 739 h 87"/>
                  <a:gd name="T14" fmla="*/ 191 w 51"/>
                  <a:gd name="T15" fmla="*/ 361 h 87"/>
                  <a:gd name="T16" fmla="*/ 294 w 51"/>
                  <a:gd name="T17" fmla="*/ 74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87">
                    <a:moveTo>
                      <a:pt x="51" y="0"/>
                    </a:moveTo>
                    <a:cubicBezTo>
                      <a:pt x="41" y="1"/>
                      <a:pt x="31" y="1"/>
                      <a:pt x="21" y="2"/>
                    </a:cubicBezTo>
                    <a:cubicBezTo>
                      <a:pt x="9" y="2"/>
                      <a:pt x="1" y="1"/>
                      <a:pt x="1" y="16"/>
                    </a:cubicBezTo>
                    <a:cubicBezTo>
                      <a:pt x="0" y="26"/>
                      <a:pt x="4" y="37"/>
                      <a:pt x="6" y="47"/>
                    </a:cubicBezTo>
                    <a:cubicBezTo>
                      <a:pt x="8" y="61"/>
                      <a:pt x="7" y="74"/>
                      <a:pt x="12" y="87"/>
                    </a:cubicBezTo>
                    <a:cubicBezTo>
                      <a:pt x="11" y="77"/>
                      <a:pt x="11" y="68"/>
                      <a:pt x="11" y="58"/>
                    </a:cubicBezTo>
                    <a:cubicBezTo>
                      <a:pt x="10" y="52"/>
                      <a:pt x="8" y="45"/>
                      <a:pt x="18" y="49"/>
                    </a:cubicBezTo>
                    <a:cubicBezTo>
                      <a:pt x="11" y="43"/>
                      <a:pt x="3" y="30"/>
                      <a:pt x="15" y="24"/>
                    </a:cubicBezTo>
                    <a:cubicBezTo>
                      <a:pt x="3" y="15"/>
                      <a:pt x="17" y="10"/>
                      <a:pt x="23" y="5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8" name="Freeform 833">
                <a:extLst>
                  <a:ext uri="{FF2B5EF4-FFF2-40B4-BE49-F238E27FC236}">
                    <a16:creationId xmlns:a16="http://schemas.microsoft.com/office/drawing/2014/main" id="{AB4106E2-FFD8-4A91-8D25-D72DEAE69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295"/>
                <a:ext cx="69" cy="77"/>
              </a:xfrm>
              <a:custGeom>
                <a:avLst/>
                <a:gdLst>
                  <a:gd name="T0" fmla="*/ 37 w 30"/>
                  <a:gd name="T1" fmla="*/ 30 h 31"/>
                  <a:gd name="T2" fmla="*/ 301 w 30"/>
                  <a:gd name="T3" fmla="*/ 62 h 31"/>
                  <a:gd name="T4" fmla="*/ 290 w 30"/>
                  <a:gd name="T5" fmla="*/ 474 h 31"/>
                  <a:gd name="T6" fmla="*/ 159 w 30"/>
                  <a:gd name="T7" fmla="*/ 229 h 31"/>
                  <a:gd name="T8" fmla="*/ 0 w 30"/>
                  <a:gd name="T9" fmla="*/ 7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1">
                    <a:moveTo>
                      <a:pt x="3" y="2"/>
                    </a:moveTo>
                    <a:cubicBezTo>
                      <a:pt x="8" y="0"/>
                      <a:pt x="20" y="0"/>
                      <a:pt x="25" y="4"/>
                    </a:cubicBezTo>
                    <a:cubicBezTo>
                      <a:pt x="30" y="9"/>
                      <a:pt x="28" y="26"/>
                      <a:pt x="24" y="31"/>
                    </a:cubicBezTo>
                    <a:cubicBezTo>
                      <a:pt x="25" y="24"/>
                      <a:pt x="25" y="8"/>
                      <a:pt x="13" y="15"/>
                    </a:cubicBezTo>
                    <a:cubicBezTo>
                      <a:pt x="15" y="7"/>
                      <a:pt x="6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09" name="Freeform 834">
                <a:extLst>
                  <a:ext uri="{FF2B5EF4-FFF2-40B4-BE49-F238E27FC236}">
                    <a16:creationId xmlns:a16="http://schemas.microsoft.com/office/drawing/2014/main" id="{BD1A004C-8E8A-487C-80E5-ED99F9F26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305"/>
                <a:ext cx="105" cy="208"/>
              </a:xfrm>
              <a:custGeom>
                <a:avLst/>
                <a:gdLst>
                  <a:gd name="T0" fmla="*/ 0 w 45"/>
                  <a:gd name="T1" fmla="*/ 104 h 84"/>
                  <a:gd name="T2" fmla="*/ 343 w 45"/>
                  <a:gd name="T3" fmla="*/ 62 h 84"/>
                  <a:gd name="T4" fmla="*/ 469 w 45"/>
                  <a:gd name="T5" fmla="*/ 485 h 84"/>
                  <a:gd name="T6" fmla="*/ 408 w 45"/>
                  <a:gd name="T7" fmla="*/ 1275 h 84"/>
                  <a:gd name="T8" fmla="*/ 315 w 45"/>
                  <a:gd name="T9" fmla="*/ 968 h 84"/>
                  <a:gd name="T10" fmla="*/ 306 w 45"/>
                  <a:gd name="T11" fmla="*/ 681 h 84"/>
                  <a:gd name="T12" fmla="*/ 257 w 45"/>
                  <a:gd name="T13" fmla="*/ 423 h 84"/>
                  <a:gd name="T14" fmla="*/ 229 w 45"/>
                  <a:gd name="T15" fmla="*/ 92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84">
                    <a:moveTo>
                      <a:pt x="0" y="7"/>
                    </a:moveTo>
                    <a:cubicBezTo>
                      <a:pt x="6" y="4"/>
                      <a:pt x="20" y="0"/>
                      <a:pt x="27" y="4"/>
                    </a:cubicBezTo>
                    <a:cubicBezTo>
                      <a:pt x="35" y="8"/>
                      <a:pt x="34" y="24"/>
                      <a:pt x="37" y="32"/>
                    </a:cubicBezTo>
                    <a:cubicBezTo>
                      <a:pt x="41" y="49"/>
                      <a:pt x="45" y="70"/>
                      <a:pt x="32" y="84"/>
                    </a:cubicBezTo>
                    <a:cubicBezTo>
                      <a:pt x="38" y="78"/>
                      <a:pt x="37" y="60"/>
                      <a:pt x="25" y="64"/>
                    </a:cubicBezTo>
                    <a:cubicBezTo>
                      <a:pt x="38" y="61"/>
                      <a:pt x="31" y="42"/>
                      <a:pt x="24" y="45"/>
                    </a:cubicBezTo>
                    <a:cubicBezTo>
                      <a:pt x="23" y="39"/>
                      <a:pt x="31" y="30"/>
                      <a:pt x="20" y="28"/>
                    </a:cubicBezTo>
                    <a:cubicBezTo>
                      <a:pt x="35" y="22"/>
                      <a:pt x="30" y="9"/>
                      <a:pt x="1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0" name="Freeform 835">
                <a:extLst>
                  <a:ext uri="{FF2B5EF4-FFF2-40B4-BE49-F238E27FC236}">
                    <a16:creationId xmlns:a16="http://schemas.microsoft.com/office/drawing/2014/main" id="{790A8520-0592-4638-8754-B1F94DC6D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360"/>
                <a:ext cx="132" cy="368"/>
              </a:xfrm>
              <a:custGeom>
                <a:avLst/>
                <a:gdLst>
                  <a:gd name="T0" fmla="*/ 113 w 57"/>
                  <a:gd name="T1" fmla="*/ 0 h 149"/>
                  <a:gd name="T2" fmla="*/ 12 w 57"/>
                  <a:gd name="T3" fmla="*/ 212 h 149"/>
                  <a:gd name="T4" fmla="*/ 49 w 57"/>
                  <a:gd name="T5" fmla="*/ 543 h 149"/>
                  <a:gd name="T6" fmla="*/ 86 w 57"/>
                  <a:gd name="T7" fmla="*/ 1208 h 149"/>
                  <a:gd name="T8" fmla="*/ 208 w 57"/>
                  <a:gd name="T9" fmla="*/ 1946 h 149"/>
                  <a:gd name="T10" fmla="*/ 396 w 57"/>
                  <a:gd name="T11" fmla="*/ 2203 h 149"/>
                  <a:gd name="T12" fmla="*/ 709 w 57"/>
                  <a:gd name="T13" fmla="*/ 2245 h 149"/>
                  <a:gd name="T14" fmla="*/ 461 w 57"/>
                  <a:gd name="T15" fmla="*/ 1719 h 149"/>
                  <a:gd name="T16" fmla="*/ 371 w 57"/>
                  <a:gd name="T17" fmla="*/ 1445 h 149"/>
                  <a:gd name="T18" fmla="*/ 350 w 57"/>
                  <a:gd name="T19" fmla="*/ 1087 h 149"/>
                  <a:gd name="T20" fmla="*/ 236 w 57"/>
                  <a:gd name="T21" fmla="*/ 706 h 149"/>
                  <a:gd name="T22" fmla="*/ 86 w 57"/>
                  <a:gd name="T23" fmla="*/ 62 h 1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7" h="149">
                    <a:moveTo>
                      <a:pt x="9" y="0"/>
                    </a:moveTo>
                    <a:cubicBezTo>
                      <a:pt x="0" y="4"/>
                      <a:pt x="0" y="5"/>
                      <a:pt x="1" y="14"/>
                    </a:cubicBezTo>
                    <a:cubicBezTo>
                      <a:pt x="1" y="21"/>
                      <a:pt x="3" y="29"/>
                      <a:pt x="4" y="36"/>
                    </a:cubicBezTo>
                    <a:cubicBezTo>
                      <a:pt x="6" y="52"/>
                      <a:pt x="4" y="64"/>
                      <a:pt x="7" y="80"/>
                    </a:cubicBezTo>
                    <a:cubicBezTo>
                      <a:pt x="10" y="97"/>
                      <a:pt x="9" y="113"/>
                      <a:pt x="17" y="129"/>
                    </a:cubicBezTo>
                    <a:cubicBezTo>
                      <a:pt x="19" y="133"/>
                      <a:pt x="27" y="143"/>
                      <a:pt x="32" y="146"/>
                    </a:cubicBezTo>
                    <a:cubicBezTo>
                      <a:pt x="38" y="149"/>
                      <a:pt x="49" y="145"/>
                      <a:pt x="57" y="149"/>
                    </a:cubicBezTo>
                    <a:cubicBezTo>
                      <a:pt x="49" y="140"/>
                      <a:pt x="21" y="132"/>
                      <a:pt x="37" y="114"/>
                    </a:cubicBezTo>
                    <a:cubicBezTo>
                      <a:pt x="26" y="124"/>
                      <a:pt x="21" y="101"/>
                      <a:pt x="30" y="96"/>
                    </a:cubicBezTo>
                    <a:cubicBezTo>
                      <a:pt x="20" y="105"/>
                      <a:pt x="17" y="79"/>
                      <a:pt x="28" y="72"/>
                    </a:cubicBezTo>
                    <a:cubicBezTo>
                      <a:pt x="18" y="70"/>
                      <a:pt x="5" y="52"/>
                      <a:pt x="19" y="47"/>
                    </a:cubicBezTo>
                    <a:cubicBezTo>
                      <a:pt x="9" y="38"/>
                      <a:pt x="2" y="17"/>
                      <a:pt x="7" y="4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1" name="Freeform 836">
                <a:extLst>
                  <a:ext uri="{FF2B5EF4-FFF2-40B4-BE49-F238E27FC236}">
                    <a16:creationId xmlns:a16="http://schemas.microsoft.com/office/drawing/2014/main" id="{67DA58D9-78F1-4AF5-8DBC-CA769CF38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377"/>
                <a:ext cx="49" cy="166"/>
              </a:xfrm>
              <a:custGeom>
                <a:avLst/>
                <a:gdLst>
                  <a:gd name="T0" fmla="*/ 266 w 21"/>
                  <a:gd name="T1" fmla="*/ 0 h 67"/>
                  <a:gd name="T2" fmla="*/ 12 w 21"/>
                  <a:gd name="T3" fmla="*/ 362 h 67"/>
                  <a:gd name="T4" fmla="*/ 180 w 21"/>
                  <a:gd name="T5" fmla="*/ 1018 h 67"/>
                  <a:gd name="T6" fmla="*/ 163 w 21"/>
                  <a:gd name="T7" fmla="*/ 627 h 67"/>
                  <a:gd name="T8" fmla="*/ 86 w 21"/>
                  <a:gd name="T9" fmla="*/ 349 h 67"/>
                  <a:gd name="T10" fmla="*/ 163 w 21"/>
                  <a:gd name="T11" fmla="*/ 92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7">
                    <a:moveTo>
                      <a:pt x="21" y="0"/>
                    </a:moveTo>
                    <a:cubicBezTo>
                      <a:pt x="11" y="8"/>
                      <a:pt x="0" y="9"/>
                      <a:pt x="1" y="24"/>
                    </a:cubicBezTo>
                    <a:cubicBezTo>
                      <a:pt x="1" y="39"/>
                      <a:pt x="7" y="53"/>
                      <a:pt x="14" y="67"/>
                    </a:cubicBezTo>
                    <a:cubicBezTo>
                      <a:pt x="8" y="60"/>
                      <a:pt x="6" y="47"/>
                      <a:pt x="13" y="41"/>
                    </a:cubicBezTo>
                    <a:cubicBezTo>
                      <a:pt x="4" y="36"/>
                      <a:pt x="6" y="31"/>
                      <a:pt x="7" y="23"/>
                    </a:cubicBezTo>
                    <a:cubicBezTo>
                      <a:pt x="8" y="19"/>
                      <a:pt x="10" y="9"/>
                      <a:pt x="13" y="6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2" name="Freeform 837">
                <a:extLst>
                  <a:ext uri="{FF2B5EF4-FFF2-40B4-BE49-F238E27FC236}">
                    <a16:creationId xmlns:a16="http://schemas.microsoft.com/office/drawing/2014/main" id="{C1A5FF76-FD2D-497B-9ADB-8D40D3D07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731"/>
                <a:ext cx="150" cy="183"/>
              </a:xfrm>
              <a:custGeom>
                <a:avLst/>
                <a:gdLst>
                  <a:gd name="T0" fmla="*/ 798 w 65"/>
                  <a:gd name="T1" fmla="*/ 1120 h 74"/>
                  <a:gd name="T2" fmla="*/ 159 w 65"/>
                  <a:gd name="T3" fmla="*/ 710 h 74"/>
                  <a:gd name="T4" fmla="*/ 346 w 65"/>
                  <a:gd name="T5" fmla="*/ 0 h 74"/>
                  <a:gd name="T6" fmla="*/ 245 w 65"/>
                  <a:gd name="T7" fmla="*/ 470 h 74"/>
                  <a:gd name="T8" fmla="*/ 443 w 65"/>
                  <a:gd name="T9" fmla="*/ 482 h 74"/>
                  <a:gd name="T10" fmla="*/ 554 w 65"/>
                  <a:gd name="T11" fmla="*/ 697 h 74"/>
                  <a:gd name="T12" fmla="*/ 688 w 65"/>
                  <a:gd name="T13" fmla="*/ 1026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74">
                    <a:moveTo>
                      <a:pt x="65" y="74"/>
                    </a:moveTo>
                    <a:cubicBezTo>
                      <a:pt x="48" y="66"/>
                      <a:pt x="25" y="61"/>
                      <a:pt x="13" y="47"/>
                    </a:cubicBezTo>
                    <a:cubicBezTo>
                      <a:pt x="0" y="32"/>
                      <a:pt x="16" y="12"/>
                      <a:pt x="28" y="0"/>
                    </a:cubicBezTo>
                    <a:cubicBezTo>
                      <a:pt x="24" y="9"/>
                      <a:pt x="16" y="21"/>
                      <a:pt x="20" y="31"/>
                    </a:cubicBezTo>
                    <a:cubicBezTo>
                      <a:pt x="23" y="39"/>
                      <a:pt x="32" y="42"/>
                      <a:pt x="36" y="32"/>
                    </a:cubicBezTo>
                    <a:cubicBezTo>
                      <a:pt x="26" y="45"/>
                      <a:pt x="31" y="62"/>
                      <a:pt x="45" y="46"/>
                    </a:cubicBezTo>
                    <a:cubicBezTo>
                      <a:pt x="41" y="55"/>
                      <a:pt x="43" y="69"/>
                      <a:pt x="56" y="68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3" name="Freeform 838">
                <a:extLst>
                  <a:ext uri="{FF2B5EF4-FFF2-40B4-BE49-F238E27FC236}">
                    <a16:creationId xmlns:a16="http://schemas.microsoft.com/office/drawing/2014/main" id="{009C10F2-9BB4-466C-9654-AF1B3E6FE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490"/>
                <a:ext cx="276" cy="153"/>
              </a:xfrm>
              <a:custGeom>
                <a:avLst/>
                <a:gdLst>
                  <a:gd name="T0" fmla="*/ 1484 w 119"/>
                  <a:gd name="T1" fmla="*/ 62 h 62"/>
                  <a:gd name="T2" fmla="*/ 786 w 119"/>
                  <a:gd name="T3" fmla="*/ 378 h 62"/>
                  <a:gd name="T4" fmla="*/ 225 w 119"/>
                  <a:gd name="T5" fmla="*/ 933 h 62"/>
                  <a:gd name="T6" fmla="*/ 0 w 119"/>
                  <a:gd name="T7" fmla="*/ 104 h 62"/>
                  <a:gd name="T8" fmla="*/ 225 w 119"/>
                  <a:gd name="T9" fmla="*/ 676 h 62"/>
                  <a:gd name="T10" fmla="*/ 376 w 119"/>
                  <a:gd name="T11" fmla="*/ 378 h 62"/>
                  <a:gd name="T12" fmla="*/ 559 w 119"/>
                  <a:gd name="T13" fmla="*/ 153 h 62"/>
                  <a:gd name="T14" fmla="*/ 925 w 119"/>
                  <a:gd name="T15" fmla="*/ 0 h 62"/>
                  <a:gd name="T16" fmla="*/ 1039 w 119"/>
                  <a:gd name="T17" fmla="*/ 121 h 62"/>
                  <a:gd name="T18" fmla="*/ 1183 w 119"/>
                  <a:gd name="T19" fmla="*/ 91 h 62"/>
                  <a:gd name="T20" fmla="*/ 1399 w 119"/>
                  <a:gd name="T21" fmla="*/ 74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62">
                    <a:moveTo>
                      <a:pt x="119" y="4"/>
                    </a:moveTo>
                    <a:cubicBezTo>
                      <a:pt x="101" y="4"/>
                      <a:pt x="78" y="17"/>
                      <a:pt x="63" y="25"/>
                    </a:cubicBezTo>
                    <a:cubicBezTo>
                      <a:pt x="43" y="34"/>
                      <a:pt x="34" y="49"/>
                      <a:pt x="18" y="62"/>
                    </a:cubicBezTo>
                    <a:cubicBezTo>
                      <a:pt x="3" y="56"/>
                      <a:pt x="1" y="21"/>
                      <a:pt x="0" y="7"/>
                    </a:cubicBezTo>
                    <a:cubicBezTo>
                      <a:pt x="2" y="18"/>
                      <a:pt x="6" y="41"/>
                      <a:pt x="18" y="45"/>
                    </a:cubicBezTo>
                    <a:cubicBezTo>
                      <a:pt x="32" y="49"/>
                      <a:pt x="29" y="34"/>
                      <a:pt x="30" y="25"/>
                    </a:cubicBezTo>
                    <a:cubicBezTo>
                      <a:pt x="39" y="40"/>
                      <a:pt x="50" y="20"/>
                      <a:pt x="45" y="10"/>
                    </a:cubicBezTo>
                    <a:cubicBezTo>
                      <a:pt x="55" y="15"/>
                      <a:pt x="74" y="14"/>
                      <a:pt x="74" y="0"/>
                    </a:cubicBezTo>
                    <a:cubicBezTo>
                      <a:pt x="77" y="2"/>
                      <a:pt x="79" y="8"/>
                      <a:pt x="83" y="8"/>
                    </a:cubicBezTo>
                    <a:cubicBezTo>
                      <a:pt x="87" y="10"/>
                      <a:pt x="90" y="6"/>
                      <a:pt x="95" y="6"/>
                    </a:cubicBezTo>
                    <a:cubicBezTo>
                      <a:pt x="100" y="5"/>
                      <a:pt x="111" y="10"/>
                      <a:pt x="112" y="5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4" name="Freeform 839">
                <a:extLst>
                  <a:ext uri="{FF2B5EF4-FFF2-40B4-BE49-F238E27FC236}">
                    <a16:creationId xmlns:a16="http://schemas.microsoft.com/office/drawing/2014/main" id="{861F513D-8196-489F-9F13-BBA8CB54A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344"/>
                <a:ext cx="146" cy="188"/>
              </a:xfrm>
              <a:custGeom>
                <a:avLst/>
                <a:gdLst>
                  <a:gd name="T0" fmla="*/ 559 w 63"/>
                  <a:gd name="T1" fmla="*/ 0 h 76"/>
                  <a:gd name="T2" fmla="*/ 408 w 63"/>
                  <a:gd name="T3" fmla="*/ 423 h 76"/>
                  <a:gd name="T4" fmla="*/ 445 w 63"/>
                  <a:gd name="T5" fmla="*/ 648 h 76"/>
                  <a:gd name="T6" fmla="*/ 596 w 63"/>
                  <a:gd name="T7" fmla="*/ 789 h 76"/>
                  <a:gd name="T8" fmla="*/ 774 w 63"/>
                  <a:gd name="T9" fmla="*/ 893 h 76"/>
                  <a:gd name="T10" fmla="*/ 709 w 63"/>
                  <a:gd name="T11" fmla="*/ 1017 h 76"/>
                  <a:gd name="T12" fmla="*/ 612 w 63"/>
                  <a:gd name="T13" fmla="*/ 1150 h 76"/>
                  <a:gd name="T14" fmla="*/ 559 w 63"/>
                  <a:gd name="T15" fmla="*/ 893 h 76"/>
                  <a:gd name="T16" fmla="*/ 473 w 63"/>
                  <a:gd name="T17" fmla="*/ 831 h 76"/>
                  <a:gd name="T18" fmla="*/ 445 w 63"/>
                  <a:gd name="T19" fmla="*/ 772 h 76"/>
                  <a:gd name="T20" fmla="*/ 387 w 63"/>
                  <a:gd name="T21" fmla="*/ 740 h 76"/>
                  <a:gd name="T22" fmla="*/ 301 w 63"/>
                  <a:gd name="T23" fmla="*/ 648 h 76"/>
                  <a:gd name="T24" fmla="*/ 236 w 63"/>
                  <a:gd name="T25" fmla="*/ 544 h 76"/>
                  <a:gd name="T26" fmla="*/ 0 w 63"/>
                  <a:gd name="T27" fmla="*/ 502 h 76"/>
                  <a:gd name="T28" fmla="*/ 134 w 63"/>
                  <a:gd name="T29" fmla="*/ 411 h 76"/>
                  <a:gd name="T30" fmla="*/ 273 w 63"/>
                  <a:gd name="T31" fmla="*/ 299 h 76"/>
                  <a:gd name="T32" fmla="*/ 510 w 63"/>
                  <a:gd name="T33" fmla="*/ 12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3" h="76">
                    <a:moveTo>
                      <a:pt x="45" y="0"/>
                    </a:moveTo>
                    <a:cubicBezTo>
                      <a:pt x="48" y="12"/>
                      <a:pt x="37" y="18"/>
                      <a:pt x="33" y="28"/>
                    </a:cubicBezTo>
                    <a:cubicBezTo>
                      <a:pt x="32" y="33"/>
                      <a:pt x="33" y="39"/>
                      <a:pt x="36" y="43"/>
                    </a:cubicBezTo>
                    <a:cubicBezTo>
                      <a:pt x="39" y="46"/>
                      <a:pt x="48" y="47"/>
                      <a:pt x="48" y="52"/>
                    </a:cubicBezTo>
                    <a:cubicBezTo>
                      <a:pt x="57" y="53"/>
                      <a:pt x="60" y="48"/>
                      <a:pt x="62" y="59"/>
                    </a:cubicBezTo>
                    <a:cubicBezTo>
                      <a:pt x="63" y="65"/>
                      <a:pt x="61" y="64"/>
                      <a:pt x="57" y="67"/>
                    </a:cubicBezTo>
                    <a:cubicBezTo>
                      <a:pt x="54" y="69"/>
                      <a:pt x="51" y="72"/>
                      <a:pt x="49" y="76"/>
                    </a:cubicBezTo>
                    <a:cubicBezTo>
                      <a:pt x="53" y="67"/>
                      <a:pt x="56" y="63"/>
                      <a:pt x="45" y="59"/>
                    </a:cubicBezTo>
                    <a:cubicBezTo>
                      <a:pt x="42" y="58"/>
                      <a:pt x="41" y="58"/>
                      <a:pt x="38" y="55"/>
                    </a:cubicBezTo>
                    <a:cubicBezTo>
                      <a:pt x="37" y="54"/>
                      <a:pt x="38" y="52"/>
                      <a:pt x="36" y="51"/>
                    </a:cubicBezTo>
                    <a:cubicBezTo>
                      <a:pt x="35" y="50"/>
                      <a:pt x="33" y="49"/>
                      <a:pt x="31" y="49"/>
                    </a:cubicBezTo>
                    <a:cubicBezTo>
                      <a:pt x="28" y="47"/>
                      <a:pt x="26" y="46"/>
                      <a:pt x="24" y="43"/>
                    </a:cubicBezTo>
                    <a:cubicBezTo>
                      <a:pt x="23" y="38"/>
                      <a:pt x="26" y="37"/>
                      <a:pt x="19" y="36"/>
                    </a:cubicBezTo>
                    <a:cubicBezTo>
                      <a:pt x="13" y="35"/>
                      <a:pt x="4" y="39"/>
                      <a:pt x="0" y="33"/>
                    </a:cubicBezTo>
                    <a:cubicBezTo>
                      <a:pt x="4" y="32"/>
                      <a:pt x="7" y="29"/>
                      <a:pt x="11" y="27"/>
                    </a:cubicBezTo>
                    <a:cubicBezTo>
                      <a:pt x="15" y="25"/>
                      <a:pt x="19" y="23"/>
                      <a:pt x="22" y="20"/>
                    </a:cubicBezTo>
                    <a:cubicBezTo>
                      <a:pt x="29" y="14"/>
                      <a:pt x="34" y="7"/>
                      <a:pt x="41" y="1"/>
                    </a:cubicBezTo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5" name="Freeform 840">
                <a:extLst>
                  <a:ext uri="{FF2B5EF4-FFF2-40B4-BE49-F238E27FC236}">
                    <a16:creationId xmlns:a16="http://schemas.microsoft.com/office/drawing/2014/main" id="{784499F6-927A-4C0E-A476-79D857B48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467"/>
                <a:ext cx="241" cy="243"/>
              </a:xfrm>
              <a:custGeom>
                <a:avLst/>
                <a:gdLst>
                  <a:gd name="T0" fmla="*/ 1031 w 104"/>
                  <a:gd name="T1" fmla="*/ 1495 h 98"/>
                  <a:gd name="T2" fmla="*/ 1059 w 104"/>
                  <a:gd name="T3" fmla="*/ 1451 h 98"/>
                  <a:gd name="T4" fmla="*/ 1085 w 104"/>
                  <a:gd name="T5" fmla="*/ 1421 h 98"/>
                  <a:gd name="T6" fmla="*/ 1085 w 104"/>
                  <a:gd name="T7" fmla="*/ 1341 h 98"/>
                  <a:gd name="T8" fmla="*/ 1010 w 104"/>
                  <a:gd name="T9" fmla="*/ 855 h 98"/>
                  <a:gd name="T10" fmla="*/ 1068 w 104"/>
                  <a:gd name="T11" fmla="*/ 536 h 98"/>
                  <a:gd name="T12" fmla="*/ 1293 w 104"/>
                  <a:gd name="T13" fmla="*/ 183 h 98"/>
                  <a:gd name="T14" fmla="*/ 1219 w 104"/>
                  <a:gd name="T15" fmla="*/ 42 h 98"/>
                  <a:gd name="T16" fmla="*/ 1207 w 104"/>
                  <a:gd name="T17" fmla="*/ 0 h 98"/>
                  <a:gd name="T18" fmla="*/ 1085 w 104"/>
                  <a:gd name="T19" fmla="*/ 30 h 98"/>
                  <a:gd name="T20" fmla="*/ 1059 w 104"/>
                  <a:gd name="T21" fmla="*/ 74 h 98"/>
                  <a:gd name="T22" fmla="*/ 1047 w 104"/>
                  <a:gd name="T23" fmla="*/ 92 h 98"/>
                  <a:gd name="T24" fmla="*/ 823 w 104"/>
                  <a:gd name="T25" fmla="*/ 516 h 98"/>
                  <a:gd name="T26" fmla="*/ 322 w 104"/>
                  <a:gd name="T27" fmla="*/ 669 h 98"/>
                  <a:gd name="T28" fmla="*/ 0 w 104"/>
                  <a:gd name="T29" fmla="*/ 719 h 98"/>
                  <a:gd name="T30" fmla="*/ 0 w 104"/>
                  <a:gd name="T31" fmla="*/ 719 h 98"/>
                  <a:gd name="T32" fmla="*/ 49 w 104"/>
                  <a:gd name="T33" fmla="*/ 702 h 98"/>
                  <a:gd name="T34" fmla="*/ 424 w 104"/>
                  <a:gd name="T35" fmla="*/ 793 h 98"/>
                  <a:gd name="T36" fmla="*/ 575 w 104"/>
                  <a:gd name="T37" fmla="*/ 915 h 98"/>
                  <a:gd name="T38" fmla="*/ 698 w 104"/>
                  <a:gd name="T39" fmla="*/ 1009 h 98"/>
                  <a:gd name="T40" fmla="*/ 897 w 104"/>
                  <a:gd name="T41" fmla="*/ 1341 h 98"/>
                  <a:gd name="T42" fmla="*/ 897 w 104"/>
                  <a:gd name="T43" fmla="*/ 1341 h 98"/>
                  <a:gd name="T44" fmla="*/ 971 w 104"/>
                  <a:gd name="T45" fmla="*/ 1433 h 98"/>
                  <a:gd name="T46" fmla="*/ 994 w 104"/>
                  <a:gd name="T47" fmla="*/ 1451 h 98"/>
                  <a:gd name="T48" fmla="*/ 1031 w 104"/>
                  <a:gd name="T49" fmla="*/ 1495 h 9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4" h="98">
                    <a:moveTo>
                      <a:pt x="83" y="98"/>
                    </a:moveTo>
                    <a:cubicBezTo>
                      <a:pt x="85" y="95"/>
                      <a:pt x="85" y="95"/>
                      <a:pt x="85" y="95"/>
                    </a:cubicBezTo>
                    <a:cubicBezTo>
                      <a:pt x="86" y="95"/>
                      <a:pt x="87" y="94"/>
                      <a:pt x="87" y="93"/>
                    </a:cubicBezTo>
                    <a:cubicBezTo>
                      <a:pt x="87" y="88"/>
                      <a:pt x="87" y="88"/>
                      <a:pt x="87" y="88"/>
                    </a:cubicBezTo>
                    <a:cubicBezTo>
                      <a:pt x="83" y="77"/>
                      <a:pt x="78" y="65"/>
                      <a:pt x="81" y="56"/>
                    </a:cubicBezTo>
                    <a:cubicBezTo>
                      <a:pt x="84" y="48"/>
                      <a:pt x="84" y="46"/>
                      <a:pt x="86" y="35"/>
                    </a:cubicBezTo>
                    <a:cubicBezTo>
                      <a:pt x="88" y="23"/>
                      <a:pt x="98" y="18"/>
                      <a:pt x="104" y="12"/>
                    </a:cubicBezTo>
                    <a:cubicBezTo>
                      <a:pt x="100" y="9"/>
                      <a:pt x="98" y="8"/>
                      <a:pt x="98" y="3"/>
                    </a:cubicBezTo>
                    <a:cubicBezTo>
                      <a:pt x="97" y="3"/>
                      <a:pt x="98" y="0"/>
                      <a:pt x="97" y="0"/>
                    </a:cubicBezTo>
                    <a:cubicBezTo>
                      <a:pt x="96" y="0"/>
                      <a:pt x="90" y="1"/>
                      <a:pt x="87" y="2"/>
                    </a:cubicBezTo>
                    <a:cubicBezTo>
                      <a:pt x="85" y="2"/>
                      <a:pt x="86" y="5"/>
                      <a:pt x="85" y="5"/>
                    </a:cubicBezTo>
                    <a:cubicBezTo>
                      <a:pt x="85" y="5"/>
                      <a:pt x="84" y="6"/>
                      <a:pt x="84" y="6"/>
                    </a:cubicBezTo>
                    <a:cubicBezTo>
                      <a:pt x="74" y="13"/>
                      <a:pt x="73" y="29"/>
                      <a:pt x="66" y="34"/>
                    </a:cubicBezTo>
                    <a:cubicBezTo>
                      <a:pt x="58" y="39"/>
                      <a:pt x="54" y="48"/>
                      <a:pt x="26" y="44"/>
                    </a:cubicBezTo>
                    <a:cubicBezTo>
                      <a:pt x="18" y="42"/>
                      <a:pt x="9" y="44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6"/>
                      <a:pt x="2" y="46"/>
                      <a:pt x="4" y="46"/>
                    </a:cubicBezTo>
                    <a:cubicBezTo>
                      <a:pt x="27" y="47"/>
                      <a:pt x="27" y="50"/>
                      <a:pt x="34" y="52"/>
                    </a:cubicBezTo>
                    <a:cubicBezTo>
                      <a:pt x="41" y="54"/>
                      <a:pt x="44" y="55"/>
                      <a:pt x="46" y="60"/>
                    </a:cubicBezTo>
                    <a:cubicBezTo>
                      <a:pt x="49" y="65"/>
                      <a:pt x="50" y="65"/>
                      <a:pt x="56" y="66"/>
                    </a:cubicBezTo>
                    <a:cubicBezTo>
                      <a:pt x="62" y="68"/>
                      <a:pt x="70" y="79"/>
                      <a:pt x="72" y="88"/>
                    </a:cubicBezTo>
                    <a:cubicBezTo>
                      <a:pt x="72" y="88"/>
                      <a:pt x="72" y="88"/>
                      <a:pt x="72" y="88"/>
                    </a:cubicBezTo>
                    <a:cubicBezTo>
                      <a:pt x="73" y="90"/>
                      <a:pt x="75" y="92"/>
                      <a:pt x="78" y="94"/>
                    </a:cubicBezTo>
                    <a:cubicBezTo>
                      <a:pt x="80" y="95"/>
                      <a:pt x="80" y="95"/>
                      <a:pt x="80" y="95"/>
                    </a:cubicBezTo>
                    <a:cubicBezTo>
                      <a:pt x="81" y="95"/>
                      <a:pt x="82" y="96"/>
                      <a:pt x="83" y="98"/>
                    </a:cubicBezTo>
                    <a:close/>
                  </a:path>
                </a:pathLst>
              </a:custGeom>
              <a:solidFill>
                <a:srgbClr val="867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6" name="Freeform 841">
                <a:extLst>
                  <a:ext uri="{FF2B5EF4-FFF2-40B4-BE49-F238E27FC236}">
                    <a16:creationId xmlns:a16="http://schemas.microsoft.com/office/drawing/2014/main" id="{A0462040-2165-415F-A7B5-754EBAED4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2552"/>
                <a:ext cx="65" cy="101"/>
              </a:xfrm>
              <a:custGeom>
                <a:avLst/>
                <a:gdLst>
                  <a:gd name="T0" fmla="*/ 0 w 28"/>
                  <a:gd name="T1" fmla="*/ 236 h 41"/>
                  <a:gd name="T2" fmla="*/ 351 w 28"/>
                  <a:gd name="T3" fmla="*/ 0 h 41"/>
                  <a:gd name="T4" fmla="*/ 274 w 28"/>
                  <a:gd name="T5" fmla="*/ 613 h 41"/>
                  <a:gd name="T6" fmla="*/ 12 w 28"/>
                  <a:gd name="T7" fmla="*/ 286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1">
                    <a:moveTo>
                      <a:pt x="0" y="16"/>
                    </a:moveTo>
                    <a:cubicBezTo>
                      <a:pt x="11" y="19"/>
                      <a:pt x="20" y="4"/>
                      <a:pt x="28" y="0"/>
                    </a:cubicBezTo>
                    <a:cubicBezTo>
                      <a:pt x="19" y="10"/>
                      <a:pt x="18" y="28"/>
                      <a:pt x="22" y="41"/>
                    </a:cubicBezTo>
                    <a:cubicBezTo>
                      <a:pt x="17" y="30"/>
                      <a:pt x="9" y="25"/>
                      <a:pt x="1" y="19"/>
                    </a:cubicBezTo>
                  </a:path>
                </a:pathLst>
              </a:custGeom>
              <a:solidFill>
                <a:srgbClr val="AFA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7" name="Freeform 842">
                <a:extLst>
                  <a:ext uri="{FF2B5EF4-FFF2-40B4-BE49-F238E27FC236}">
                    <a16:creationId xmlns:a16="http://schemas.microsoft.com/office/drawing/2014/main" id="{C5F37C36-4399-44B5-AEAF-097A92350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878"/>
                <a:ext cx="241" cy="91"/>
              </a:xfrm>
              <a:custGeom>
                <a:avLst/>
                <a:gdLst>
                  <a:gd name="T0" fmla="*/ 1145 w 104"/>
                  <a:gd name="T1" fmla="*/ 236 h 37"/>
                  <a:gd name="T2" fmla="*/ 1133 w 104"/>
                  <a:gd name="T3" fmla="*/ 539 h 37"/>
                  <a:gd name="T4" fmla="*/ 746 w 104"/>
                  <a:gd name="T5" fmla="*/ 460 h 37"/>
                  <a:gd name="T6" fmla="*/ 225 w 104"/>
                  <a:gd name="T7" fmla="*/ 0 h 37"/>
                  <a:gd name="T8" fmla="*/ 301 w 104"/>
                  <a:gd name="T9" fmla="*/ 298 h 37"/>
                  <a:gd name="T10" fmla="*/ 436 w 104"/>
                  <a:gd name="T11" fmla="*/ 133 h 37"/>
                  <a:gd name="T12" fmla="*/ 558 w 104"/>
                  <a:gd name="T13" fmla="*/ 327 h 37"/>
                  <a:gd name="T14" fmla="*/ 681 w 104"/>
                  <a:gd name="T15" fmla="*/ 207 h 37"/>
                  <a:gd name="T16" fmla="*/ 971 w 104"/>
                  <a:gd name="T17" fmla="*/ 357 h 37"/>
                  <a:gd name="T18" fmla="*/ 1105 w 104"/>
                  <a:gd name="T19" fmla="*/ 253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37">
                    <a:moveTo>
                      <a:pt x="92" y="16"/>
                    </a:moveTo>
                    <a:cubicBezTo>
                      <a:pt x="98" y="22"/>
                      <a:pt x="104" y="34"/>
                      <a:pt x="91" y="36"/>
                    </a:cubicBezTo>
                    <a:cubicBezTo>
                      <a:pt x="82" y="37"/>
                      <a:pt x="69" y="33"/>
                      <a:pt x="60" y="31"/>
                    </a:cubicBezTo>
                    <a:cubicBezTo>
                      <a:pt x="45" y="28"/>
                      <a:pt x="0" y="30"/>
                      <a:pt x="18" y="0"/>
                    </a:cubicBezTo>
                    <a:cubicBezTo>
                      <a:pt x="18" y="6"/>
                      <a:pt x="16" y="19"/>
                      <a:pt x="24" y="20"/>
                    </a:cubicBezTo>
                    <a:cubicBezTo>
                      <a:pt x="30" y="20"/>
                      <a:pt x="31" y="13"/>
                      <a:pt x="35" y="9"/>
                    </a:cubicBezTo>
                    <a:cubicBezTo>
                      <a:pt x="40" y="11"/>
                      <a:pt x="41" y="21"/>
                      <a:pt x="45" y="22"/>
                    </a:cubicBezTo>
                    <a:cubicBezTo>
                      <a:pt x="51" y="24"/>
                      <a:pt x="52" y="17"/>
                      <a:pt x="55" y="14"/>
                    </a:cubicBezTo>
                    <a:cubicBezTo>
                      <a:pt x="64" y="23"/>
                      <a:pt x="64" y="30"/>
                      <a:pt x="78" y="24"/>
                    </a:cubicBezTo>
                    <a:cubicBezTo>
                      <a:pt x="81" y="22"/>
                      <a:pt x="85" y="20"/>
                      <a:pt x="89" y="17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8" name="Freeform 843">
                <a:extLst>
                  <a:ext uri="{FF2B5EF4-FFF2-40B4-BE49-F238E27FC236}">
                    <a16:creationId xmlns:a16="http://schemas.microsoft.com/office/drawing/2014/main" id="{24AA3166-3AB6-4FE9-968F-3237E33ED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613"/>
                <a:ext cx="120" cy="225"/>
              </a:xfrm>
              <a:custGeom>
                <a:avLst/>
                <a:gdLst>
                  <a:gd name="T0" fmla="*/ 0 w 52"/>
                  <a:gd name="T1" fmla="*/ 0 h 91"/>
                  <a:gd name="T2" fmla="*/ 318 w 52"/>
                  <a:gd name="T3" fmla="*/ 195 h 91"/>
                  <a:gd name="T4" fmla="*/ 443 w 52"/>
                  <a:gd name="T5" fmla="*/ 710 h 91"/>
                  <a:gd name="T6" fmla="*/ 639 w 52"/>
                  <a:gd name="T7" fmla="*/ 1345 h 91"/>
                  <a:gd name="T8" fmla="*/ 282 w 52"/>
                  <a:gd name="T9" fmla="*/ 1375 h 91"/>
                  <a:gd name="T10" fmla="*/ 245 w 52"/>
                  <a:gd name="T11" fmla="*/ 967 h 91"/>
                  <a:gd name="T12" fmla="*/ 196 w 52"/>
                  <a:gd name="T13" fmla="*/ 648 h 91"/>
                  <a:gd name="T14" fmla="*/ 256 w 52"/>
                  <a:gd name="T15" fmla="*/ 225 h 91"/>
                  <a:gd name="T16" fmla="*/ 12 w 52"/>
                  <a:gd name="T17" fmla="*/ 12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91">
                    <a:moveTo>
                      <a:pt x="0" y="0"/>
                    </a:moveTo>
                    <a:cubicBezTo>
                      <a:pt x="12" y="3"/>
                      <a:pt x="19" y="9"/>
                      <a:pt x="26" y="13"/>
                    </a:cubicBezTo>
                    <a:cubicBezTo>
                      <a:pt x="36" y="19"/>
                      <a:pt x="37" y="37"/>
                      <a:pt x="36" y="47"/>
                    </a:cubicBezTo>
                    <a:cubicBezTo>
                      <a:pt x="34" y="67"/>
                      <a:pt x="31" y="83"/>
                      <a:pt x="52" y="89"/>
                    </a:cubicBezTo>
                    <a:cubicBezTo>
                      <a:pt x="44" y="90"/>
                      <a:pt x="29" y="83"/>
                      <a:pt x="23" y="91"/>
                    </a:cubicBezTo>
                    <a:cubicBezTo>
                      <a:pt x="27" y="86"/>
                      <a:pt x="35" y="57"/>
                      <a:pt x="20" y="64"/>
                    </a:cubicBezTo>
                    <a:cubicBezTo>
                      <a:pt x="26" y="58"/>
                      <a:pt x="34" y="32"/>
                      <a:pt x="16" y="43"/>
                    </a:cubicBezTo>
                    <a:cubicBezTo>
                      <a:pt x="24" y="37"/>
                      <a:pt x="26" y="20"/>
                      <a:pt x="21" y="15"/>
                    </a:cubicBezTo>
                    <a:cubicBezTo>
                      <a:pt x="16" y="11"/>
                      <a:pt x="7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19" name="Freeform 844">
                <a:extLst>
                  <a:ext uri="{FF2B5EF4-FFF2-40B4-BE49-F238E27FC236}">
                    <a16:creationId xmlns:a16="http://schemas.microsoft.com/office/drawing/2014/main" id="{EFA69C5F-84D8-4967-BEE5-872757DF5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655"/>
                <a:ext cx="119" cy="38"/>
              </a:xfrm>
              <a:custGeom>
                <a:avLst/>
                <a:gdLst>
                  <a:gd name="T0" fmla="*/ 649 w 51"/>
                  <a:gd name="T1" fmla="*/ 180 h 15"/>
                  <a:gd name="T2" fmla="*/ 457 w 51"/>
                  <a:gd name="T3" fmla="*/ 213 h 15"/>
                  <a:gd name="T4" fmla="*/ 315 w 51"/>
                  <a:gd name="T5" fmla="*/ 243 h 15"/>
                  <a:gd name="T6" fmla="*/ 77 w 51"/>
                  <a:gd name="T7" fmla="*/ 96 h 15"/>
                  <a:gd name="T8" fmla="*/ 163 w 51"/>
                  <a:gd name="T9" fmla="*/ 63 h 15"/>
                  <a:gd name="T10" fmla="*/ 306 w 51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5">
                    <a:moveTo>
                      <a:pt x="51" y="11"/>
                    </a:moveTo>
                    <a:cubicBezTo>
                      <a:pt x="46" y="11"/>
                      <a:pt x="41" y="11"/>
                      <a:pt x="36" y="13"/>
                    </a:cubicBezTo>
                    <a:cubicBezTo>
                      <a:pt x="32" y="14"/>
                      <a:pt x="29" y="15"/>
                      <a:pt x="25" y="15"/>
                    </a:cubicBezTo>
                    <a:cubicBezTo>
                      <a:pt x="21" y="15"/>
                      <a:pt x="0" y="12"/>
                      <a:pt x="6" y="6"/>
                    </a:cubicBezTo>
                    <a:cubicBezTo>
                      <a:pt x="10" y="7"/>
                      <a:pt x="9" y="6"/>
                      <a:pt x="13" y="4"/>
                    </a:cubicBezTo>
                    <a:cubicBezTo>
                      <a:pt x="17" y="3"/>
                      <a:pt x="20" y="1"/>
                      <a:pt x="24" y="0"/>
                    </a:cubicBezTo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0" name="Freeform 845">
                <a:extLst>
                  <a:ext uri="{FF2B5EF4-FFF2-40B4-BE49-F238E27FC236}">
                    <a16:creationId xmlns:a16="http://schemas.microsoft.com/office/drawing/2014/main" id="{097C517F-F923-46E7-BE0C-64F6E93DC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638"/>
                <a:ext cx="54" cy="116"/>
              </a:xfrm>
              <a:custGeom>
                <a:avLst/>
                <a:gdLst>
                  <a:gd name="T0" fmla="*/ 89 w 23"/>
                  <a:gd name="T1" fmla="*/ 0 h 47"/>
                  <a:gd name="T2" fmla="*/ 181 w 23"/>
                  <a:gd name="T3" fmla="*/ 469 h 47"/>
                  <a:gd name="T4" fmla="*/ 298 w 23"/>
                  <a:gd name="T5" fmla="*/ 706 h 47"/>
                  <a:gd name="T6" fmla="*/ 143 w 23"/>
                  <a:gd name="T7" fmla="*/ 543 h 47"/>
                  <a:gd name="T8" fmla="*/ 0 w 23"/>
                  <a:gd name="T9" fmla="*/ 36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7">
                    <a:moveTo>
                      <a:pt x="7" y="0"/>
                    </a:moveTo>
                    <a:cubicBezTo>
                      <a:pt x="4" y="21"/>
                      <a:pt x="11" y="27"/>
                      <a:pt x="14" y="31"/>
                    </a:cubicBezTo>
                    <a:cubicBezTo>
                      <a:pt x="18" y="35"/>
                      <a:pt x="22" y="42"/>
                      <a:pt x="23" y="47"/>
                    </a:cubicBezTo>
                    <a:cubicBezTo>
                      <a:pt x="19" y="44"/>
                      <a:pt x="15" y="40"/>
                      <a:pt x="11" y="36"/>
                    </a:cubicBezTo>
                    <a:cubicBezTo>
                      <a:pt x="8" y="33"/>
                      <a:pt x="3" y="28"/>
                      <a:pt x="0" y="24"/>
                    </a:cubicBezTo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1" name="Freeform 846">
                <a:extLst>
                  <a:ext uri="{FF2B5EF4-FFF2-40B4-BE49-F238E27FC236}">
                    <a16:creationId xmlns:a16="http://schemas.microsoft.com/office/drawing/2014/main" id="{DA99D39D-57AE-45C6-A9BA-BF92C72E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425"/>
                <a:ext cx="753" cy="490"/>
              </a:xfrm>
              <a:custGeom>
                <a:avLst/>
                <a:gdLst>
                  <a:gd name="T0" fmla="*/ 0 w 325"/>
                  <a:gd name="T1" fmla="*/ 2151 h 198"/>
                  <a:gd name="T2" fmla="*/ 971 w 325"/>
                  <a:gd name="T3" fmla="*/ 2579 h 198"/>
                  <a:gd name="T4" fmla="*/ 1928 w 325"/>
                  <a:gd name="T5" fmla="*/ 1458 h 198"/>
                  <a:gd name="T6" fmla="*/ 2410 w 325"/>
                  <a:gd name="T7" fmla="*/ 997 h 198"/>
                  <a:gd name="T8" fmla="*/ 2653 w 325"/>
                  <a:gd name="T9" fmla="*/ 881 h 198"/>
                  <a:gd name="T10" fmla="*/ 3012 w 325"/>
                  <a:gd name="T11" fmla="*/ 834 h 198"/>
                  <a:gd name="T12" fmla="*/ 3334 w 325"/>
                  <a:gd name="T13" fmla="*/ 772 h 198"/>
                  <a:gd name="T14" fmla="*/ 3721 w 325"/>
                  <a:gd name="T15" fmla="*/ 789 h 198"/>
                  <a:gd name="T16" fmla="*/ 3957 w 325"/>
                  <a:gd name="T17" fmla="*/ 287 h 198"/>
                  <a:gd name="T18" fmla="*/ 3767 w 325"/>
                  <a:gd name="T19" fmla="*/ 183 h 198"/>
                  <a:gd name="T20" fmla="*/ 3086 w 325"/>
                  <a:gd name="T21" fmla="*/ 121 h 198"/>
                  <a:gd name="T22" fmla="*/ 2861 w 325"/>
                  <a:gd name="T23" fmla="*/ 710 h 198"/>
                  <a:gd name="T24" fmla="*/ 2352 w 325"/>
                  <a:gd name="T25" fmla="*/ 577 h 198"/>
                  <a:gd name="T26" fmla="*/ 2141 w 325"/>
                  <a:gd name="T27" fmla="*/ 1059 h 198"/>
                  <a:gd name="T28" fmla="*/ 1615 w 325"/>
                  <a:gd name="T29" fmla="*/ 1091 h 198"/>
                  <a:gd name="T30" fmla="*/ 1031 w 325"/>
                  <a:gd name="T31" fmla="*/ 2118 h 198"/>
                  <a:gd name="T32" fmla="*/ 558 w 325"/>
                  <a:gd name="T33" fmla="*/ 2383 h 198"/>
                  <a:gd name="T34" fmla="*/ 114 w 325"/>
                  <a:gd name="T35" fmla="*/ 2168 h 1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5" h="198">
                    <a:moveTo>
                      <a:pt x="0" y="142"/>
                    </a:moveTo>
                    <a:cubicBezTo>
                      <a:pt x="24" y="150"/>
                      <a:pt x="55" y="198"/>
                      <a:pt x="78" y="170"/>
                    </a:cubicBezTo>
                    <a:cubicBezTo>
                      <a:pt x="100" y="143"/>
                      <a:pt x="126" y="115"/>
                      <a:pt x="155" y="96"/>
                    </a:cubicBezTo>
                    <a:cubicBezTo>
                      <a:pt x="169" y="86"/>
                      <a:pt x="184" y="80"/>
                      <a:pt x="194" y="66"/>
                    </a:cubicBezTo>
                    <a:cubicBezTo>
                      <a:pt x="200" y="56"/>
                      <a:pt x="200" y="56"/>
                      <a:pt x="213" y="58"/>
                    </a:cubicBezTo>
                    <a:cubicBezTo>
                      <a:pt x="224" y="59"/>
                      <a:pt x="230" y="58"/>
                      <a:pt x="242" y="55"/>
                    </a:cubicBezTo>
                    <a:cubicBezTo>
                      <a:pt x="250" y="52"/>
                      <a:pt x="259" y="52"/>
                      <a:pt x="268" y="51"/>
                    </a:cubicBezTo>
                    <a:cubicBezTo>
                      <a:pt x="277" y="50"/>
                      <a:pt x="291" y="53"/>
                      <a:pt x="299" y="52"/>
                    </a:cubicBezTo>
                    <a:cubicBezTo>
                      <a:pt x="311" y="51"/>
                      <a:pt x="325" y="32"/>
                      <a:pt x="318" y="19"/>
                    </a:cubicBezTo>
                    <a:cubicBezTo>
                      <a:pt x="307" y="35"/>
                      <a:pt x="314" y="30"/>
                      <a:pt x="303" y="12"/>
                    </a:cubicBezTo>
                    <a:cubicBezTo>
                      <a:pt x="295" y="0"/>
                      <a:pt x="261" y="13"/>
                      <a:pt x="248" y="8"/>
                    </a:cubicBezTo>
                    <a:cubicBezTo>
                      <a:pt x="252" y="30"/>
                      <a:pt x="251" y="41"/>
                      <a:pt x="230" y="47"/>
                    </a:cubicBezTo>
                    <a:cubicBezTo>
                      <a:pt x="216" y="50"/>
                      <a:pt x="199" y="49"/>
                      <a:pt x="189" y="38"/>
                    </a:cubicBezTo>
                    <a:cubicBezTo>
                      <a:pt x="184" y="52"/>
                      <a:pt x="190" y="62"/>
                      <a:pt x="172" y="70"/>
                    </a:cubicBezTo>
                    <a:cubicBezTo>
                      <a:pt x="159" y="76"/>
                      <a:pt x="144" y="77"/>
                      <a:pt x="130" y="72"/>
                    </a:cubicBezTo>
                    <a:cubicBezTo>
                      <a:pt x="151" y="99"/>
                      <a:pt x="95" y="122"/>
                      <a:pt x="83" y="140"/>
                    </a:cubicBezTo>
                    <a:cubicBezTo>
                      <a:pt x="74" y="155"/>
                      <a:pt x="64" y="163"/>
                      <a:pt x="45" y="157"/>
                    </a:cubicBezTo>
                    <a:cubicBezTo>
                      <a:pt x="37" y="154"/>
                      <a:pt x="14" y="152"/>
                      <a:pt x="9" y="143"/>
                    </a:cubicBezTo>
                  </a:path>
                </a:pathLst>
              </a:custGeom>
              <a:solidFill>
                <a:srgbClr val="D7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2" name="Freeform 847">
                <a:extLst>
                  <a:ext uri="{FF2B5EF4-FFF2-40B4-BE49-F238E27FC236}">
                    <a16:creationId xmlns:a16="http://schemas.microsoft.com/office/drawing/2014/main" id="{515D1F7D-9387-45B3-8E60-31F687496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369"/>
                <a:ext cx="204" cy="180"/>
              </a:xfrm>
              <a:custGeom>
                <a:avLst/>
                <a:gdLst>
                  <a:gd name="T0" fmla="*/ 12 w 88"/>
                  <a:gd name="T1" fmla="*/ 0 h 73"/>
                  <a:gd name="T2" fmla="*/ 501 w 88"/>
                  <a:gd name="T3" fmla="*/ 572 h 73"/>
                  <a:gd name="T4" fmla="*/ 784 w 88"/>
                  <a:gd name="T5" fmla="*/ 1095 h 73"/>
                  <a:gd name="T6" fmla="*/ 1085 w 88"/>
                  <a:gd name="T7" fmla="*/ 644 h 73"/>
                  <a:gd name="T8" fmla="*/ 1032 w 88"/>
                  <a:gd name="T9" fmla="*/ 510 h 73"/>
                  <a:gd name="T10" fmla="*/ 925 w 88"/>
                  <a:gd name="T11" fmla="*/ 419 h 73"/>
                  <a:gd name="T12" fmla="*/ 721 w 88"/>
                  <a:gd name="T13" fmla="*/ 212 h 73"/>
                  <a:gd name="T14" fmla="*/ 436 w 88"/>
                  <a:gd name="T15" fmla="*/ 328 h 73"/>
                  <a:gd name="T16" fmla="*/ 74 w 88"/>
                  <a:gd name="T17" fmla="*/ 62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73">
                    <a:moveTo>
                      <a:pt x="1" y="0"/>
                    </a:moveTo>
                    <a:cubicBezTo>
                      <a:pt x="0" y="23"/>
                      <a:pt x="20" y="38"/>
                      <a:pt x="40" y="38"/>
                    </a:cubicBezTo>
                    <a:cubicBezTo>
                      <a:pt x="58" y="39"/>
                      <a:pt x="80" y="53"/>
                      <a:pt x="63" y="73"/>
                    </a:cubicBezTo>
                    <a:cubicBezTo>
                      <a:pt x="73" y="71"/>
                      <a:pt x="87" y="52"/>
                      <a:pt x="87" y="43"/>
                    </a:cubicBezTo>
                    <a:cubicBezTo>
                      <a:pt x="88" y="38"/>
                      <a:pt x="86" y="36"/>
                      <a:pt x="83" y="34"/>
                    </a:cubicBezTo>
                    <a:cubicBezTo>
                      <a:pt x="80" y="31"/>
                      <a:pt x="77" y="29"/>
                      <a:pt x="74" y="28"/>
                    </a:cubicBezTo>
                    <a:cubicBezTo>
                      <a:pt x="66" y="24"/>
                      <a:pt x="64" y="19"/>
                      <a:pt x="58" y="14"/>
                    </a:cubicBezTo>
                    <a:cubicBezTo>
                      <a:pt x="53" y="19"/>
                      <a:pt x="45" y="23"/>
                      <a:pt x="35" y="22"/>
                    </a:cubicBezTo>
                    <a:cubicBezTo>
                      <a:pt x="22" y="21"/>
                      <a:pt x="8" y="13"/>
                      <a:pt x="6" y="4"/>
                    </a:cubicBezTo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3" name="Freeform 848">
                <a:extLst>
                  <a:ext uri="{FF2B5EF4-FFF2-40B4-BE49-F238E27FC236}">
                    <a16:creationId xmlns:a16="http://schemas.microsoft.com/office/drawing/2014/main" id="{63DEC0E5-7EC3-4DB4-A35C-8A531D38F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460"/>
                <a:ext cx="14" cy="12"/>
              </a:xfrm>
              <a:custGeom>
                <a:avLst/>
                <a:gdLst>
                  <a:gd name="T0" fmla="*/ 0 w 6"/>
                  <a:gd name="T1" fmla="*/ 12 h 5"/>
                  <a:gd name="T2" fmla="*/ 77 w 6"/>
                  <a:gd name="T3" fmla="*/ 0 h 5"/>
                  <a:gd name="T4" fmla="*/ 12 w 6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2" y="1"/>
                      <a:pt x="4" y="1"/>
                      <a:pt x="6" y="0"/>
                    </a:cubicBezTo>
                    <a:cubicBezTo>
                      <a:pt x="4" y="2"/>
                      <a:pt x="3" y="4"/>
                      <a:pt x="1" y="5"/>
                    </a:cubicBezTo>
                  </a:path>
                </a:pathLst>
              </a:custGeom>
              <a:solidFill>
                <a:srgbClr val="B8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4" name="Freeform 849">
                <a:extLst>
                  <a:ext uri="{FF2B5EF4-FFF2-40B4-BE49-F238E27FC236}">
                    <a16:creationId xmlns:a16="http://schemas.microsoft.com/office/drawing/2014/main" id="{A6E69C07-49EB-4730-8079-A7C2930C5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084"/>
                <a:ext cx="134" cy="208"/>
              </a:xfrm>
              <a:custGeom>
                <a:avLst/>
                <a:gdLst>
                  <a:gd name="T0" fmla="*/ 0 w 58"/>
                  <a:gd name="T1" fmla="*/ 0 h 84"/>
                  <a:gd name="T2" fmla="*/ 705 w 58"/>
                  <a:gd name="T3" fmla="*/ 1184 h 84"/>
                  <a:gd name="T4" fmla="*/ 652 w 58"/>
                  <a:gd name="T5" fmla="*/ 1275 h 84"/>
                  <a:gd name="T6" fmla="*/ 640 w 58"/>
                  <a:gd name="T7" fmla="*/ 943 h 84"/>
                  <a:gd name="T8" fmla="*/ 0 w 58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4">
                    <a:moveTo>
                      <a:pt x="0" y="0"/>
                    </a:moveTo>
                    <a:cubicBezTo>
                      <a:pt x="17" y="8"/>
                      <a:pt x="58" y="37"/>
                      <a:pt x="57" y="78"/>
                    </a:cubicBezTo>
                    <a:cubicBezTo>
                      <a:pt x="57" y="84"/>
                      <a:pt x="54" y="84"/>
                      <a:pt x="53" y="84"/>
                    </a:cubicBezTo>
                    <a:cubicBezTo>
                      <a:pt x="55" y="83"/>
                      <a:pt x="54" y="71"/>
                      <a:pt x="52" y="62"/>
                    </a:cubicBezTo>
                    <a:cubicBezTo>
                      <a:pt x="49" y="54"/>
                      <a:pt x="38" y="20"/>
                      <a:pt x="0" y="0"/>
                    </a:cubicBezTo>
                    <a:close/>
                  </a:path>
                </a:pathLst>
              </a:custGeom>
              <a:solidFill>
                <a:srgbClr val="F7E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5" name="Freeform 850">
                <a:extLst>
                  <a:ext uri="{FF2B5EF4-FFF2-40B4-BE49-F238E27FC236}">
                    <a16:creationId xmlns:a16="http://schemas.microsoft.com/office/drawing/2014/main" id="{D9D6AB25-3C86-40CC-866C-4935416C7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062"/>
                <a:ext cx="148" cy="77"/>
              </a:xfrm>
              <a:custGeom>
                <a:avLst/>
                <a:gdLst>
                  <a:gd name="T0" fmla="*/ 423 w 64"/>
                  <a:gd name="T1" fmla="*/ 12 h 31"/>
                  <a:gd name="T2" fmla="*/ 0 w 64"/>
                  <a:gd name="T3" fmla="*/ 186 h 31"/>
                  <a:gd name="T4" fmla="*/ 791 w 64"/>
                  <a:gd name="T5" fmla="*/ 474 h 31"/>
                  <a:gd name="T6" fmla="*/ 423 w 64"/>
                  <a:gd name="T7" fmla="*/ 1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31">
                    <a:moveTo>
                      <a:pt x="34" y="1"/>
                    </a:moveTo>
                    <a:cubicBezTo>
                      <a:pt x="29" y="0"/>
                      <a:pt x="0" y="12"/>
                      <a:pt x="0" y="12"/>
                    </a:cubicBezTo>
                    <a:cubicBezTo>
                      <a:pt x="11" y="11"/>
                      <a:pt x="36" y="10"/>
                      <a:pt x="64" y="31"/>
                    </a:cubicBezTo>
                    <a:cubicBezTo>
                      <a:pt x="58" y="24"/>
                      <a:pt x="19" y="7"/>
                      <a:pt x="34" y="1"/>
                    </a:cubicBezTo>
                    <a:close/>
                  </a:path>
                </a:pathLst>
              </a:custGeom>
              <a:solidFill>
                <a:srgbClr val="C3B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6" name="Freeform 851">
                <a:extLst>
                  <a:ext uri="{FF2B5EF4-FFF2-40B4-BE49-F238E27FC236}">
                    <a16:creationId xmlns:a16="http://schemas.microsoft.com/office/drawing/2014/main" id="{F5D123D5-6F3C-4EF3-A550-AC88C2A2B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547"/>
                <a:ext cx="116" cy="123"/>
              </a:xfrm>
              <a:custGeom>
                <a:avLst/>
                <a:gdLst>
                  <a:gd name="T0" fmla="*/ 415 w 50"/>
                  <a:gd name="T1" fmla="*/ 733 h 50"/>
                  <a:gd name="T2" fmla="*/ 162 w 50"/>
                  <a:gd name="T3" fmla="*/ 539 h 50"/>
                  <a:gd name="T4" fmla="*/ 86 w 50"/>
                  <a:gd name="T5" fmla="*/ 399 h 50"/>
                  <a:gd name="T6" fmla="*/ 28 w 50"/>
                  <a:gd name="T7" fmla="*/ 376 h 50"/>
                  <a:gd name="T8" fmla="*/ 0 w 50"/>
                  <a:gd name="T9" fmla="*/ 103 h 50"/>
                  <a:gd name="T10" fmla="*/ 28 w 50"/>
                  <a:gd name="T11" fmla="*/ 42 h 50"/>
                  <a:gd name="T12" fmla="*/ 339 w 50"/>
                  <a:gd name="T13" fmla="*/ 207 h 50"/>
                  <a:gd name="T14" fmla="*/ 339 w 50"/>
                  <a:gd name="T15" fmla="*/ 194 h 50"/>
                  <a:gd name="T16" fmla="*/ 501 w 50"/>
                  <a:gd name="T17" fmla="*/ 376 h 50"/>
                  <a:gd name="T18" fmla="*/ 559 w 50"/>
                  <a:gd name="T19" fmla="*/ 460 h 50"/>
                  <a:gd name="T20" fmla="*/ 415 w 50"/>
                  <a:gd name="T21" fmla="*/ 733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50">
                    <a:moveTo>
                      <a:pt x="33" y="49"/>
                    </a:moveTo>
                    <a:cubicBezTo>
                      <a:pt x="24" y="49"/>
                      <a:pt x="17" y="42"/>
                      <a:pt x="13" y="36"/>
                    </a:cubicBezTo>
                    <a:cubicBezTo>
                      <a:pt x="11" y="33"/>
                      <a:pt x="8" y="30"/>
                      <a:pt x="7" y="27"/>
                    </a:cubicBezTo>
                    <a:cubicBezTo>
                      <a:pt x="6" y="23"/>
                      <a:pt x="4" y="28"/>
                      <a:pt x="2" y="25"/>
                    </a:cubicBezTo>
                    <a:cubicBezTo>
                      <a:pt x="1" y="23"/>
                      <a:pt x="1" y="11"/>
                      <a:pt x="0" y="7"/>
                    </a:cubicBezTo>
                    <a:cubicBezTo>
                      <a:pt x="0" y="6"/>
                      <a:pt x="1" y="4"/>
                      <a:pt x="2" y="3"/>
                    </a:cubicBezTo>
                    <a:cubicBezTo>
                      <a:pt x="7" y="0"/>
                      <a:pt x="18" y="7"/>
                      <a:pt x="27" y="14"/>
                    </a:cubicBezTo>
                    <a:cubicBezTo>
                      <a:pt x="27" y="14"/>
                      <a:pt x="27" y="14"/>
                      <a:pt x="27" y="13"/>
                    </a:cubicBezTo>
                    <a:cubicBezTo>
                      <a:pt x="31" y="17"/>
                      <a:pt x="35" y="21"/>
                      <a:pt x="40" y="25"/>
                    </a:cubicBezTo>
                    <a:cubicBezTo>
                      <a:pt x="42" y="27"/>
                      <a:pt x="43" y="29"/>
                      <a:pt x="45" y="31"/>
                    </a:cubicBezTo>
                    <a:cubicBezTo>
                      <a:pt x="50" y="36"/>
                      <a:pt x="47" y="50"/>
                      <a:pt x="33" y="49"/>
                    </a:cubicBezTo>
                    <a:close/>
                  </a:path>
                </a:pathLst>
              </a:custGeom>
              <a:solidFill>
                <a:srgbClr val="FFD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7" name="Freeform 852">
                <a:extLst>
                  <a:ext uri="{FF2B5EF4-FFF2-40B4-BE49-F238E27FC236}">
                    <a16:creationId xmlns:a16="http://schemas.microsoft.com/office/drawing/2014/main" id="{1B2A4557-8C2D-4193-AB1E-94C7B361D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606"/>
                <a:ext cx="58" cy="57"/>
              </a:xfrm>
              <a:custGeom>
                <a:avLst/>
                <a:gdLst>
                  <a:gd name="T0" fmla="*/ 0 w 25"/>
                  <a:gd name="T1" fmla="*/ 0 h 23"/>
                  <a:gd name="T2" fmla="*/ 313 w 25"/>
                  <a:gd name="T3" fmla="*/ 307 h 23"/>
                  <a:gd name="T4" fmla="*/ 0 w 25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3">
                    <a:moveTo>
                      <a:pt x="0" y="0"/>
                    </a:moveTo>
                    <a:cubicBezTo>
                      <a:pt x="7" y="17"/>
                      <a:pt x="21" y="23"/>
                      <a:pt x="25" y="20"/>
                    </a:cubicBezTo>
                    <a:cubicBezTo>
                      <a:pt x="18" y="18"/>
                      <a:pt x="4" y="7"/>
                      <a:pt x="0" y="0"/>
                    </a:cubicBezTo>
                    <a:close/>
                  </a:path>
                </a:pathLst>
              </a:custGeom>
              <a:solidFill>
                <a:srgbClr val="F9B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8" name="Freeform 853">
                <a:extLst>
                  <a:ext uri="{FF2B5EF4-FFF2-40B4-BE49-F238E27FC236}">
                    <a16:creationId xmlns:a16="http://schemas.microsoft.com/office/drawing/2014/main" id="{CB810819-5483-49B1-B58B-889D63AC0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561"/>
                <a:ext cx="88" cy="89"/>
              </a:xfrm>
              <a:custGeom>
                <a:avLst/>
                <a:gdLst>
                  <a:gd name="T0" fmla="*/ 435 w 38"/>
                  <a:gd name="T1" fmla="*/ 544 h 36"/>
                  <a:gd name="T2" fmla="*/ 0 w 38"/>
                  <a:gd name="T3" fmla="*/ 0 h 36"/>
                  <a:gd name="T4" fmla="*/ 435 w 38"/>
                  <a:gd name="T5" fmla="*/ 544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35" y="36"/>
                    </a:moveTo>
                    <a:cubicBezTo>
                      <a:pt x="38" y="28"/>
                      <a:pt x="28" y="15"/>
                      <a:pt x="0" y="0"/>
                    </a:cubicBezTo>
                    <a:cubicBezTo>
                      <a:pt x="9" y="7"/>
                      <a:pt x="37" y="27"/>
                      <a:pt x="35" y="36"/>
                    </a:cubicBezTo>
                    <a:close/>
                  </a:path>
                </a:pathLst>
              </a:custGeom>
              <a:solidFill>
                <a:srgbClr val="FFF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29" name="Freeform 854">
                <a:extLst>
                  <a:ext uri="{FF2B5EF4-FFF2-40B4-BE49-F238E27FC236}">
                    <a16:creationId xmlns:a16="http://schemas.microsoft.com/office/drawing/2014/main" id="{046973A8-FB36-467F-98DE-538AD9AE5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094"/>
                <a:ext cx="362" cy="134"/>
              </a:xfrm>
              <a:custGeom>
                <a:avLst/>
                <a:gdLst>
                  <a:gd name="T0" fmla="*/ 0 w 156"/>
                  <a:gd name="T1" fmla="*/ 826 h 54"/>
                  <a:gd name="T2" fmla="*/ 1949 w 156"/>
                  <a:gd name="T3" fmla="*/ 752 h 54"/>
                  <a:gd name="T4" fmla="*/ 0 w 156"/>
                  <a:gd name="T5" fmla="*/ 826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6" h="54">
                    <a:moveTo>
                      <a:pt x="0" y="54"/>
                    </a:moveTo>
                    <a:cubicBezTo>
                      <a:pt x="11" y="42"/>
                      <a:pt x="84" y="0"/>
                      <a:pt x="156" y="49"/>
                    </a:cubicBezTo>
                    <a:cubicBezTo>
                      <a:pt x="140" y="40"/>
                      <a:pt x="70" y="15"/>
                      <a:pt x="0" y="54"/>
                    </a:cubicBezTo>
                    <a:close/>
                  </a:path>
                </a:pathLst>
              </a:custGeom>
              <a:solidFill>
                <a:srgbClr val="ECA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0" name="Freeform 855">
                <a:extLst>
                  <a:ext uri="{FF2B5EF4-FFF2-40B4-BE49-F238E27FC236}">
                    <a16:creationId xmlns:a16="http://schemas.microsoft.com/office/drawing/2014/main" id="{7502B3FD-E1AF-4174-ACC2-EA0FA2369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144"/>
                <a:ext cx="209" cy="37"/>
              </a:xfrm>
              <a:custGeom>
                <a:avLst/>
                <a:gdLst>
                  <a:gd name="T0" fmla="*/ 1126 w 90"/>
                  <a:gd name="T1" fmla="*/ 212 h 15"/>
                  <a:gd name="T2" fmla="*/ 0 w 90"/>
                  <a:gd name="T3" fmla="*/ 224 h 15"/>
                  <a:gd name="T4" fmla="*/ 1126 w 90"/>
                  <a:gd name="T5" fmla="*/ 21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5">
                    <a:moveTo>
                      <a:pt x="90" y="14"/>
                    </a:moveTo>
                    <a:cubicBezTo>
                      <a:pt x="53" y="0"/>
                      <a:pt x="12" y="9"/>
                      <a:pt x="0" y="15"/>
                    </a:cubicBezTo>
                    <a:cubicBezTo>
                      <a:pt x="17" y="11"/>
                      <a:pt x="49" y="3"/>
                      <a:pt x="9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1" name="Freeform 856">
                <a:extLst>
                  <a:ext uri="{FF2B5EF4-FFF2-40B4-BE49-F238E27FC236}">
                    <a16:creationId xmlns:a16="http://schemas.microsoft.com/office/drawing/2014/main" id="{A11AA674-5D34-4DA4-9C8D-ED096B238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433"/>
                <a:ext cx="188" cy="54"/>
              </a:xfrm>
              <a:custGeom>
                <a:avLst/>
                <a:gdLst>
                  <a:gd name="T0" fmla="*/ 0 w 81"/>
                  <a:gd name="T1" fmla="*/ 174 h 22"/>
                  <a:gd name="T2" fmla="*/ 1012 w 81"/>
                  <a:gd name="T3" fmla="*/ 0 h 22"/>
                  <a:gd name="T4" fmla="*/ 0 w 81"/>
                  <a:gd name="T5" fmla="*/ 17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22">
                    <a:moveTo>
                      <a:pt x="0" y="12"/>
                    </a:moveTo>
                    <a:cubicBezTo>
                      <a:pt x="14" y="16"/>
                      <a:pt x="60" y="22"/>
                      <a:pt x="81" y="0"/>
                    </a:cubicBezTo>
                    <a:cubicBezTo>
                      <a:pt x="68" y="7"/>
                      <a:pt x="37" y="17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2" name="Freeform 857">
                <a:extLst>
                  <a:ext uri="{FF2B5EF4-FFF2-40B4-BE49-F238E27FC236}">
                    <a16:creationId xmlns:a16="http://schemas.microsoft.com/office/drawing/2014/main" id="{2B828111-15C2-4CD3-83FF-6E8127169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527"/>
                <a:ext cx="62" cy="57"/>
              </a:xfrm>
              <a:custGeom>
                <a:avLst/>
                <a:gdLst>
                  <a:gd name="T0" fmla="*/ 94 w 27"/>
                  <a:gd name="T1" fmla="*/ 349 h 23"/>
                  <a:gd name="T2" fmla="*/ 326 w 27"/>
                  <a:gd name="T3" fmla="*/ 136 h 23"/>
                  <a:gd name="T4" fmla="*/ 94 w 27"/>
                  <a:gd name="T5" fmla="*/ 34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3">
                    <a:moveTo>
                      <a:pt x="8" y="23"/>
                    </a:moveTo>
                    <a:cubicBezTo>
                      <a:pt x="6" y="10"/>
                      <a:pt x="10" y="1"/>
                      <a:pt x="27" y="9"/>
                    </a:cubicBezTo>
                    <a:cubicBezTo>
                      <a:pt x="15" y="1"/>
                      <a:pt x="0" y="0"/>
                      <a:pt x="8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3" name="Freeform 858">
                <a:extLst>
                  <a:ext uri="{FF2B5EF4-FFF2-40B4-BE49-F238E27FC236}">
                    <a16:creationId xmlns:a16="http://schemas.microsoft.com/office/drawing/2014/main" id="{D6F2DBFD-5689-4133-9D7F-6BD865D6D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74"/>
                <a:ext cx="54" cy="178"/>
              </a:xfrm>
              <a:custGeom>
                <a:avLst/>
                <a:gdLst>
                  <a:gd name="T0" fmla="*/ 221 w 23"/>
                  <a:gd name="T1" fmla="*/ 410 h 72"/>
                  <a:gd name="T2" fmla="*/ 298 w 23"/>
                  <a:gd name="T3" fmla="*/ 586 h 72"/>
                  <a:gd name="T4" fmla="*/ 221 w 23"/>
                  <a:gd name="T5" fmla="*/ 759 h 72"/>
                  <a:gd name="T6" fmla="*/ 249 w 23"/>
                  <a:gd name="T7" fmla="*/ 935 h 72"/>
                  <a:gd name="T8" fmla="*/ 171 w 23"/>
                  <a:gd name="T9" fmla="*/ 1088 h 72"/>
                  <a:gd name="T10" fmla="*/ 28 w 23"/>
                  <a:gd name="T11" fmla="*/ 818 h 72"/>
                  <a:gd name="T12" fmla="*/ 38 w 23"/>
                  <a:gd name="T13" fmla="*/ 677 h 72"/>
                  <a:gd name="T14" fmla="*/ 38 w 23"/>
                  <a:gd name="T15" fmla="*/ 556 h 72"/>
                  <a:gd name="T16" fmla="*/ 155 w 23"/>
                  <a:gd name="T17" fmla="*/ 331 h 72"/>
                  <a:gd name="T18" fmla="*/ 232 w 23"/>
                  <a:gd name="T19" fmla="*/ 0 h 72"/>
                  <a:gd name="T20" fmla="*/ 221 w 23"/>
                  <a:gd name="T21" fmla="*/ 319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72">
                    <a:moveTo>
                      <a:pt x="17" y="27"/>
                    </a:moveTo>
                    <a:cubicBezTo>
                      <a:pt x="18" y="31"/>
                      <a:pt x="23" y="35"/>
                      <a:pt x="23" y="39"/>
                    </a:cubicBezTo>
                    <a:cubicBezTo>
                      <a:pt x="23" y="43"/>
                      <a:pt x="18" y="45"/>
                      <a:pt x="17" y="50"/>
                    </a:cubicBezTo>
                    <a:cubicBezTo>
                      <a:pt x="17" y="54"/>
                      <a:pt x="20" y="58"/>
                      <a:pt x="19" y="62"/>
                    </a:cubicBezTo>
                    <a:cubicBezTo>
                      <a:pt x="18" y="65"/>
                      <a:pt x="15" y="69"/>
                      <a:pt x="13" y="72"/>
                    </a:cubicBezTo>
                    <a:cubicBezTo>
                      <a:pt x="9" y="67"/>
                      <a:pt x="0" y="62"/>
                      <a:pt x="2" y="54"/>
                    </a:cubicBezTo>
                    <a:cubicBezTo>
                      <a:pt x="3" y="50"/>
                      <a:pt x="5" y="49"/>
                      <a:pt x="3" y="45"/>
                    </a:cubicBezTo>
                    <a:cubicBezTo>
                      <a:pt x="2" y="42"/>
                      <a:pt x="1" y="40"/>
                      <a:pt x="3" y="37"/>
                    </a:cubicBezTo>
                    <a:cubicBezTo>
                      <a:pt x="5" y="31"/>
                      <a:pt x="12" y="29"/>
                      <a:pt x="12" y="22"/>
                    </a:cubicBezTo>
                    <a:cubicBezTo>
                      <a:pt x="12" y="14"/>
                      <a:pt x="10" y="7"/>
                      <a:pt x="18" y="0"/>
                    </a:cubicBezTo>
                    <a:cubicBezTo>
                      <a:pt x="14" y="6"/>
                      <a:pt x="14" y="15"/>
                      <a:pt x="17" y="21"/>
                    </a:cubicBezTo>
                  </a:path>
                </a:pathLst>
              </a:custGeom>
              <a:solidFill>
                <a:srgbClr val="FDD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4" name="Freeform 859">
                <a:extLst>
                  <a:ext uri="{FF2B5EF4-FFF2-40B4-BE49-F238E27FC236}">
                    <a16:creationId xmlns:a16="http://schemas.microsoft.com/office/drawing/2014/main" id="{BB18B63C-8835-47D1-8C05-BF012395B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406"/>
                <a:ext cx="30" cy="42"/>
              </a:xfrm>
              <a:custGeom>
                <a:avLst/>
                <a:gdLst>
                  <a:gd name="T0" fmla="*/ 85 w 13"/>
                  <a:gd name="T1" fmla="*/ 0 h 17"/>
                  <a:gd name="T2" fmla="*/ 159 w 13"/>
                  <a:gd name="T3" fmla="*/ 257 h 17"/>
                  <a:gd name="T4" fmla="*/ 65 w 13"/>
                  <a:gd name="T5" fmla="*/ 3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7" y="0"/>
                    </a:moveTo>
                    <a:cubicBezTo>
                      <a:pt x="0" y="5"/>
                      <a:pt x="5" y="16"/>
                      <a:pt x="13" y="17"/>
                    </a:cubicBezTo>
                    <a:cubicBezTo>
                      <a:pt x="7" y="13"/>
                      <a:pt x="7" y="9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5" name="Freeform 860">
                <a:extLst>
                  <a:ext uri="{FF2B5EF4-FFF2-40B4-BE49-F238E27FC236}">
                    <a16:creationId xmlns:a16="http://schemas.microsoft.com/office/drawing/2014/main" id="{1FD1F521-59FE-405A-A246-3E51AE2D9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749"/>
                <a:ext cx="28" cy="67"/>
              </a:xfrm>
              <a:custGeom>
                <a:avLst/>
                <a:gdLst>
                  <a:gd name="T0" fmla="*/ 86 w 12"/>
                  <a:gd name="T1" fmla="*/ 74 h 27"/>
                  <a:gd name="T2" fmla="*/ 28 w 12"/>
                  <a:gd name="T3" fmla="*/ 136 h 27"/>
                  <a:gd name="T4" fmla="*/ 28 w 12"/>
                  <a:gd name="T5" fmla="*/ 216 h 27"/>
                  <a:gd name="T6" fmla="*/ 28 w 12"/>
                  <a:gd name="T7" fmla="*/ 412 h 27"/>
                  <a:gd name="T8" fmla="*/ 86 w 12"/>
                  <a:gd name="T9" fmla="*/ 196 h 27"/>
                  <a:gd name="T10" fmla="*/ 142 w 12"/>
                  <a:gd name="T11" fmla="*/ 104 h 27"/>
                  <a:gd name="T12" fmla="*/ 114 w 12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7">
                    <a:moveTo>
                      <a:pt x="7" y="5"/>
                    </a:moveTo>
                    <a:cubicBezTo>
                      <a:pt x="5" y="6"/>
                      <a:pt x="3" y="7"/>
                      <a:pt x="2" y="9"/>
                    </a:cubicBezTo>
                    <a:cubicBezTo>
                      <a:pt x="0" y="11"/>
                      <a:pt x="2" y="11"/>
                      <a:pt x="2" y="14"/>
                    </a:cubicBezTo>
                    <a:cubicBezTo>
                      <a:pt x="3" y="18"/>
                      <a:pt x="1" y="23"/>
                      <a:pt x="2" y="27"/>
                    </a:cubicBezTo>
                    <a:cubicBezTo>
                      <a:pt x="7" y="25"/>
                      <a:pt x="5" y="16"/>
                      <a:pt x="7" y="13"/>
                    </a:cubicBezTo>
                    <a:cubicBezTo>
                      <a:pt x="9" y="11"/>
                      <a:pt x="11" y="10"/>
                      <a:pt x="11" y="7"/>
                    </a:cubicBezTo>
                    <a:cubicBezTo>
                      <a:pt x="12" y="4"/>
                      <a:pt x="9" y="3"/>
                      <a:pt x="9" y="0"/>
                    </a:cubicBezTo>
                  </a:path>
                </a:pathLst>
              </a:custGeom>
              <a:solidFill>
                <a:srgbClr val="FDD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6" name="Freeform 861">
                <a:extLst>
                  <a:ext uri="{FF2B5EF4-FFF2-40B4-BE49-F238E27FC236}">
                    <a16:creationId xmlns:a16="http://schemas.microsoft.com/office/drawing/2014/main" id="{C291DF6A-D2D7-4899-907F-09C5B819C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222"/>
                <a:ext cx="25" cy="128"/>
              </a:xfrm>
              <a:custGeom>
                <a:avLst/>
                <a:gdLst>
                  <a:gd name="T0" fmla="*/ 45 w 11"/>
                  <a:gd name="T1" fmla="*/ 0 h 52"/>
                  <a:gd name="T2" fmla="*/ 0 w 11"/>
                  <a:gd name="T3" fmla="*/ 327 h 52"/>
                  <a:gd name="T4" fmla="*/ 45 w 11"/>
                  <a:gd name="T5" fmla="*/ 775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2">
                    <a:moveTo>
                      <a:pt x="4" y="0"/>
                    </a:moveTo>
                    <a:cubicBezTo>
                      <a:pt x="3" y="7"/>
                      <a:pt x="0" y="16"/>
                      <a:pt x="0" y="22"/>
                    </a:cubicBezTo>
                    <a:cubicBezTo>
                      <a:pt x="0" y="30"/>
                      <a:pt x="11" y="44"/>
                      <a:pt x="4" y="52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7" name="Freeform 862">
                <a:extLst>
                  <a:ext uri="{FF2B5EF4-FFF2-40B4-BE49-F238E27FC236}">
                    <a16:creationId xmlns:a16="http://schemas.microsoft.com/office/drawing/2014/main" id="{3EDD258A-9139-4C4D-A387-6919D7832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3036"/>
                <a:ext cx="90" cy="52"/>
              </a:xfrm>
              <a:custGeom>
                <a:avLst/>
                <a:gdLst>
                  <a:gd name="T0" fmla="*/ 480 w 39"/>
                  <a:gd name="T1" fmla="*/ 0 h 21"/>
                  <a:gd name="T2" fmla="*/ 282 w 39"/>
                  <a:gd name="T3" fmla="*/ 104 h 21"/>
                  <a:gd name="T4" fmla="*/ 0 w 39"/>
                  <a:gd name="T5" fmla="*/ 31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1">
                    <a:moveTo>
                      <a:pt x="39" y="0"/>
                    </a:moveTo>
                    <a:cubicBezTo>
                      <a:pt x="34" y="8"/>
                      <a:pt x="29" y="3"/>
                      <a:pt x="23" y="7"/>
                    </a:cubicBezTo>
                    <a:cubicBezTo>
                      <a:pt x="18" y="9"/>
                      <a:pt x="6" y="21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8" name="Freeform 863">
                <a:extLst>
                  <a:ext uri="{FF2B5EF4-FFF2-40B4-BE49-F238E27FC236}">
                    <a16:creationId xmlns:a16="http://schemas.microsoft.com/office/drawing/2014/main" id="{F17EA519-3302-48B3-A97D-ECA5E7ADB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950"/>
                <a:ext cx="100" cy="42"/>
              </a:xfrm>
              <a:custGeom>
                <a:avLst/>
                <a:gdLst>
                  <a:gd name="T0" fmla="*/ 542 w 43"/>
                  <a:gd name="T1" fmla="*/ 12 h 17"/>
                  <a:gd name="T2" fmla="*/ 0 w 43"/>
                  <a:gd name="T3" fmla="*/ 9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">
                    <a:moveTo>
                      <a:pt x="43" y="1"/>
                    </a:moveTo>
                    <a:cubicBezTo>
                      <a:pt x="33" y="0"/>
                      <a:pt x="13" y="17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39" name="Freeform 864">
                <a:extLst>
                  <a:ext uri="{FF2B5EF4-FFF2-40B4-BE49-F238E27FC236}">
                    <a16:creationId xmlns:a16="http://schemas.microsoft.com/office/drawing/2014/main" id="{C0D98991-3D4C-4948-8293-7F629E128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3217"/>
                <a:ext cx="28" cy="116"/>
              </a:xfrm>
              <a:custGeom>
                <a:avLst/>
                <a:gdLst>
                  <a:gd name="T0" fmla="*/ 0 w 12"/>
                  <a:gd name="T1" fmla="*/ 0 h 47"/>
                  <a:gd name="T2" fmla="*/ 77 w 12"/>
                  <a:gd name="T3" fmla="*/ 706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7">
                    <a:moveTo>
                      <a:pt x="0" y="0"/>
                    </a:moveTo>
                    <a:cubicBezTo>
                      <a:pt x="12" y="18"/>
                      <a:pt x="8" y="34"/>
                      <a:pt x="6" y="47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0" name="Freeform 865">
                <a:extLst>
                  <a:ext uri="{FF2B5EF4-FFF2-40B4-BE49-F238E27FC236}">
                    <a16:creationId xmlns:a16="http://schemas.microsoft.com/office/drawing/2014/main" id="{C849A378-8295-43B9-BB85-F7E22C8B3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3222"/>
                <a:ext cx="30" cy="121"/>
              </a:xfrm>
              <a:custGeom>
                <a:avLst/>
                <a:gdLst>
                  <a:gd name="T0" fmla="*/ 12 w 13"/>
                  <a:gd name="T1" fmla="*/ 0 h 49"/>
                  <a:gd name="T2" fmla="*/ 0 w 13"/>
                  <a:gd name="T3" fmla="*/ 738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9">
                    <a:moveTo>
                      <a:pt x="1" y="0"/>
                    </a:moveTo>
                    <a:cubicBezTo>
                      <a:pt x="6" y="11"/>
                      <a:pt x="13" y="38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1" name="Freeform 866">
                <a:extLst>
                  <a:ext uri="{FF2B5EF4-FFF2-40B4-BE49-F238E27FC236}">
                    <a16:creationId xmlns:a16="http://schemas.microsoft.com/office/drawing/2014/main" id="{371200E8-BBC3-4D64-9C38-C5C37C56B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3232"/>
                <a:ext cx="14" cy="118"/>
              </a:xfrm>
              <a:custGeom>
                <a:avLst/>
                <a:gdLst>
                  <a:gd name="T0" fmla="*/ 49 w 6"/>
                  <a:gd name="T1" fmla="*/ 0 h 48"/>
                  <a:gd name="T2" fmla="*/ 77 w 6"/>
                  <a:gd name="T3" fmla="*/ 71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8">
                    <a:moveTo>
                      <a:pt x="4" y="0"/>
                    </a:moveTo>
                    <a:cubicBezTo>
                      <a:pt x="0" y="12"/>
                      <a:pt x="5" y="35"/>
                      <a:pt x="6" y="48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2" name="Freeform 867">
                <a:extLst>
                  <a:ext uri="{FF2B5EF4-FFF2-40B4-BE49-F238E27FC236}">
                    <a16:creationId xmlns:a16="http://schemas.microsoft.com/office/drawing/2014/main" id="{1A8B0845-10C5-432A-A2D3-E52F5C473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190"/>
                <a:ext cx="28" cy="145"/>
              </a:xfrm>
              <a:custGeom>
                <a:avLst/>
                <a:gdLst>
                  <a:gd name="T0" fmla="*/ 0 w 12"/>
                  <a:gd name="T1" fmla="*/ 0 h 59"/>
                  <a:gd name="T2" fmla="*/ 0 w 12"/>
                  <a:gd name="T3" fmla="*/ 875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9">
                    <a:moveTo>
                      <a:pt x="0" y="0"/>
                    </a:moveTo>
                    <a:cubicBezTo>
                      <a:pt x="12" y="27"/>
                      <a:pt x="5" y="46"/>
                      <a:pt x="0" y="59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3" name="Freeform 868">
                <a:extLst>
                  <a:ext uri="{FF2B5EF4-FFF2-40B4-BE49-F238E27FC236}">
                    <a16:creationId xmlns:a16="http://schemas.microsoft.com/office/drawing/2014/main" id="{38756305-8140-4195-901E-23E148A74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224"/>
                <a:ext cx="14" cy="111"/>
              </a:xfrm>
              <a:custGeom>
                <a:avLst/>
                <a:gdLst>
                  <a:gd name="T0" fmla="*/ 37 w 6"/>
                  <a:gd name="T1" fmla="*/ 0 h 45"/>
                  <a:gd name="T2" fmla="*/ 77 w 6"/>
                  <a:gd name="T3" fmla="*/ 676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5">
                    <a:moveTo>
                      <a:pt x="3" y="0"/>
                    </a:moveTo>
                    <a:cubicBezTo>
                      <a:pt x="0" y="12"/>
                      <a:pt x="2" y="33"/>
                      <a:pt x="6" y="45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4" name="Freeform 869">
                <a:extLst>
                  <a:ext uri="{FF2B5EF4-FFF2-40B4-BE49-F238E27FC236}">
                    <a16:creationId xmlns:a16="http://schemas.microsoft.com/office/drawing/2014/main" id="{BEB8250E-FD9E-442B-ADFA-034D4A4F1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192"/>
                <a:ext cx="26" cy="124"/>
              </a:xfrm>
              <a:custGeom>
                <a:avLst/>
                <a:gdLst>
                  <a:gd name="T0" fmla="*/ 144 w 11"/>
                  <a:gd name="T1" fmla="*/ 0 h 50"/>
                  <a:gd name="T2" fmla="*/ 118 w 11"/>
                  <a:gd name="T3" fmla="*/ 764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0">
                    <a:moveTo>
                      <a:pt x="11" y="0"/>
                    </a:moveTo>
                    <a:cubicBezTo>
                      <a:pt x="3" y="11"/>
                      <a:pt x="0" y="40"/>
                      <a:pt x="9" y="5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5" name="Freeform 870">
                <a:extLst>
                  <a:ext uri="{FF2B5EF4-FFF2-40B4-BE49-F238E27FC236}">
                    <a16:creationId xmlns:a16="http://schemas.microsoft.com/office/drawing/2014/main" id="{3859D0D0-6A7E-4691-AEB7-B9002B641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3182"/>
                <a:ext cx="25" cy="69"/>
              </a:xfrm>
              <a:custGeom>
                <a:avLst/>
                <a:gdLst>
                  <a:gd name="T0" fmla="*/ 130 w 11"/>
                  <a:gd name="T1" fmla="*/ 0 h 28"/>
                  <a:gd name="T2" fmla="*/ 0 w 11"/>
                  <a:gd name="T3" fmla="*/ 41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8">
                    <a:moveTo>
                      <a:pt x="11" y="0"/>
                    </a:moveTo>
                    <a:cubicBezTo>
                      <a:pt x="7" y="5"/>
                      <a:pt x="5" y="27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6" name="Freeform 871">
                <a:extLst>
                  <a:ext uri="{FF2B5EF4-FFF2-40B4-BE49-F238E27FC236}">
                    <a16:creationId xmlns:a16="http://schemas.microsoft.com/office/drawing/2014/main" id="{F960E893-BC0B-42F1-A732-C9D154CD6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3155"/>
                <a:ext cx="21" cy="82"/>
              </a:xfrm>
              <a:custGeom>
                <a:avLst/>
                <a:gdLst>
                  <a:gd name="T0" fmla="*/ 114 w 9"/>
                  <a:gd name="T1" fmla="*/ 0 h 33"/>
                  <a:gd name="T2" fmla="*/ 12 w 9"/>
                  <a:gd name="T3" fmla="*/ 50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9" y="0"/>
                    </a:moveTo>
                    <a:cubicBezTo>
                      <a:pt x="4" y="11"/>
                      <a:pt x="0" y="24"/>
                      <a:pt x="1" y="33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7" name="Freeform 872">
                <a:extLst>
                  <a:ext uri="{FF2B5EF4-FFF2-40B4-BE49-F238E27FC236}">
                    <a16:creationId xmlns:a16="http://schemas.microsoft.com/office/drawing/2014/main" id="{996008FB-3B22-43C5-9B9E-36F30F18D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128"/>
                <a:ext cx="32" cy="76"/>
              </a:xfrm>
              <a:custGeom>
                <a:avLst/>
                <a:gdLst>
                  <a:gd name="T0" fmla="*/ 167 w 14"/>
                  <a:gd name="T1" fmla="*/ 0 h 31"/>
                  <a:gd name="T2" fmla="*/ 0 w 14"/>
                  <a:gd name="T3" fmla="*/ 44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14" y="5"/>
                      <a:pt x="7" y="31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8" name="Freeform 873">
                <a:extLst>
                  <a:ext uri="{FF2B5EF4-FFF2-40B4-BE49-F238E27FC236}">
                    <a16:creationId xmlns:a16="http://schemas.microsoft.com/office/drawing/2014/main" id="{29B623D0-4AC7-4ADF-934C-11D9DB2AE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801"/>
                <a:ext cx="70" cy="18"/>
              </a:xfrm>
              <a:custGeom>
                <a:avLst/>
                <a:gdLst>
                  <a:gd name="T0" fmla="*/ 380 w 30"/>
                  <a:gd name="T1" fmla="*/ 21 h 7"/>
                  <a:gd name="T2" fmla="*/ 0 w 30"/>
                  <a:gd name="T3" fmla="*/ 33 h 7"/>
                  <a:gd name="T4" fmla="*/ 37 w 3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">
                    <a:moveTo>
                      <a:pt x="30" y="1"/>
                    </a:moveTo>
                    <a:cubicBezTo>
                      <a:pt x="19" y="1"/>
                      <a:pt x="11" y="7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49" name="Freeform 874">
                <a:extLst>
                  <a:ext uri="{FF2B5EF4-FFF2-40B4-BE49-F238E27FC236}">
                    <a16:creationId xmlns:a16="http://schemas.microsoft.com/office/drawing/2014/main" id="{5AFF0692-9878-478D-8E08-7836B5AD9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707"/>
                <a:ext cx="25" cy="13"/>
              </a:xfrm>
              <a:custGeom>
                <a:avLst/>
                <a:gdLst>
                  <a:gd name="T0" fmla="*/ 130 w 11"/>
                  <a:gd name="T1" fmla="*/ 88 h 5"/>
                  <a:gd name="T2" fmla="*/ 25 w 1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11" y="5"/>
                    </a:moveTo>
                    <a:cubicBezTo>
                      <a:pt x="8" y="4"/>
                      <a:pt x="0" y="5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50" name="Freeform 875">
                <a:extLst>
                  <a:ext uri="{FF2B5EF4-FFF2-40B4-BE49-F238E27FC236}">
                    <a16:creationId xmlns:a16="http://schemas.microsoft.com/office/drawing/2014/main" id="{D5E1F2FB-2410-48ED-B2A2-4B5E0FF15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660"/>
                <a:ext cx="26" cy="13"/>
              </a:xfrm>
              <a:custGeom>
                <a:avLst/>
                <a:gdLst>
                  <a:gd name="T0" fmla="*/ 144 w 11"/>
                  <a:gd name="T1" fmla="*/ 88 h 5"/>
                  <a:gd name="T2" fmla="*/ 0 w 11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11" y="5"/>
                    </a:moveTo>
                    <a:cubicBezTo>
                      <a:pt x="7" y="3"/>
                      <a:pt x="4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51" name="Freeform 876">
                <a:extLst>
                  <a:ext uri="{FF2B5EF4-FFF2-40B4-BE49-F238E27FC236}">
                    <a16:creationId xmlns:a16="http://schemas.microsoft.com/office/drawing/2014/main" id="{6540B590-958E-489D-BEBE-BBD7D3632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589"/>
                <a:ext cx="21" cy="19"/>
              </a:xfrm>
              <a:custGeom>
                <a:avLst/>
                <a:gdLst>
                  <a:gd name="T0" fmla="*/ 114 w 9"/>
                  <a:gd name="T1" fmla="*/ 107 h 8"/>
                  <a:gd name="T2" fmla="*/ 0 w 9"/>
                  <a:gd name="T3" fmla="*/ 1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9" y="8"/>
                    </a:moveTo>
                    <a:cubicBezTo>
                      <a:pt x="8" y="3"/>
                      <a:pt x="5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52" name="Freeform 877">
                <a:extLst>
                  <a:ext uri="{FF2B5EF4-FFF2-40B4-BE49-F238E27FC236}">
                    <a16:creationId xmlns:a16="http://schemas.microsoft.com/office/drawing/2014/main" id="{4AEC1B61-57A8-45A5-80BA-8CAB452C7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591"/>
                <a:ext cx="30" cy="27"/>
              </a:xfrm>
              <a:custGeom>
                <a:avLst/>
                <a:gdLst>
                  <a:gd name="T0" fmla="*/ 159 w 13"/>
                  <a:gd name="T1" fmla="*/ 162 h 11"/>
                  <a:gd name="T2" fmla="*/ 0 w 1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13" y="11"/>
                    </a:moveTo>
                    <a:cubicBezTo>
                      <a:pt x="9" y="9"/>
                      <a:pt x="6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230" name="Group 878">
              <a:extLst>
                <a:ext uri="{FF2B5EF4-FFF2-40B4-BE49-F238E27FC236}">
                  <a16:creationId xmlns:a16="http://schemas.microsoft.com/office/drawing/2014/main" id="{2A8D98D6-43EE-41F0-9C95-12A47C6FEC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8" y="1273"/>
              <a:ext cx="2398" cy="2322"/>
              <a:chOff x="2978" y="1273"/>
              <a:chExt cx="2398" cy="2322"/>
            </a:xfrm>
          </p:grpSpPr>
          <p:sp>
            <p:nvSpPr>
              <p:cNvPr id="51253" name="Freeform 879">
                <a:extLst>
                  <a:ext uri="{FF2B5EF4-FFF2-40B4-BE49-F238E27FC236}">
                    <a16:creationId xmlns:a16="http://schemas.microsoft.com/office/drawing/2014/main" id="{72547418-118F-4C87-853A-A5225FDA9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601"/>
                <a:ext cx="7" cy="17"/>
              </a:xfrm>
              <a:custGeom>
                <a:avLst/>
                <a:gdLst>
                  <a:gd name="T0" fmla="*/ 37 w 3"/>
                  <a:gd name="T1" fmla="*/ 100 h 7"/>
                  <a:gd name="T2" fmla="*/ 0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7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4" name="Freeform 880">
                <a:extLst>
                  <a:ext uri="{FF2B5EF4-FFF2-40B4-BE49-F238E27FC236}">
                    <a16:creationId xmlns:a16="http://schemas.microsoft.com/office/drawing/2014/main" id="{99ED0D1C-A76A-4EF8-B7E2-F8E7DC3AF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623"/>
                <a:ext cx="7" cy="27"/>
              </a:xfrm>
              <a:custGeom>
                <a:avLst/>
                <a:gdLst>
                  <a:gd name="T0" fmla="*/ 28 w 3"/>
                  <a:gd name="T1" fmla="*/ 162 h 11"/>
                  <a:gd name="T2" fmla="*/ 0 w 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2" y="11"/>
                    </a:moveTo>
                    <a:cubicBezTo>
                      <a:pt x="3" y="7"/>
                      <a:pt x="3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5" name="Freeform 881">
                <a:extLst>
                  <a:ext uri="{FF2B5EF4-FFF2-40B4-BE49-F238E27FC236}">
                    <a16:creationId xmlns:a16="http://schemas.microsoft.com/office/drawing/2014/main" id="{93845FB3-A768-4E09-8DF3-BFC0A6C6C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227"/>
                <a:ext cx="17" cy="118"/>
              </a:xfrm>
              <a:custGeom>
                <a:avLst/>
                <a:gdLst>
                  <a:gd name="T0" fmla="*/ 58 w 7"/>
                  <a:gd name="T1" fmla="*/ 0 h 48"/>
                  <a:gd name="T2" fmla="*/ 100 w 7"/>
                  <a:gd name="T3" fmla="*/ 71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8">
                    <a:moveTo>
                      <a:pt x="4" y="0"/>
                    </a:moveTo>
                    <a:cubicBezTo>
                      <a:pt x="4" y="14"/>
                      <a:pt x="0" y="35"/>
                      <a:pt x="7" y="48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6" name="Freeform 882">
                <a:extLst>
                  <a:ext uri="{FF2B5EF4-FFF2-40B4-BE49-F238E27FC236}">
                    <a16:creationId xmlns:a16="http://schemas.microsoft.com/office/drawing/2014/main" id="{938003D7-B391-4164-B4C2-E39ED4EC7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3207"/>
                <a:ext cx="14" cy="119"/>
              </a:xfrm>
              <a:custGeom>
                <a:avLst/>
                <a:gdLst>
                  <a:gd name="T0" fmla="*/ 28 w 6"/>
                  <a:gd name="T1" fmla="*/ 0 h 48"/>
                  <a:gd name="T2" fmla="*/ 37 w 6"/>
                  <a:gd name="T3" fmla="*/ 578 h 48"/>
                  <a:gd name="T4" fmla="*/ 65 w 6"/>
                  <a:gd name="T5" fmla="*/ 73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8">
                    <a:moveTo>
                      <a:pt x="2" y="0"/>
                    </a:moveTo>
                    <a:cubicBezTo>
                      <a:pt x="1" y="13"/>
                      <a:pt x="0" y="25"/>
                      <a:pt x="3" y="38"/>
                    </a:cubicBezTo>
                    <a:cubicBezTo>
                      <a:pt x="4" y="41"/>
                      <a:pt x="6" y="47"/>
                      <a:pt x="5" y="48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7" name="Freeform 883">
                <a:extLst>
                  <a:ext uri="{FF2B5EF4-FFF2-40B4-BE49-F238E27FC236}">
                    <a16:creationId xmlns:a16="http://schemas.microsoft.com/office/drawing/2014/main" id="{7EA27D65-07FF-4122-92CA-6D9CBBE3E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073"/>
                <a:ext cx="37" cy="62"/>
              </a:xfrm>
              <a:custGeom>
                <a:avLst/>
                <a:gdLst>
                  <a:gd name="T0" fmla="*/ 199 w 16"/>
                  <a:gd name="T1" fmla="*/ 0 h 25"/>
                  <a:gd name="T2" fmla="*/ 0 w 16"/>
                  <a:gd name="T3" fmla="*/ 3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9" y="5"/>
                      <a:pt x="3" y="16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8" name="Freeform 884">
                <a:extLst>
                  <a:ext uri="{FF2B5EF4-FFF2-40B4-BE49-F238E27FC236}">
                    <a16:creationId xmlns:a16="http://schemas.microsoft.com/office/drawing/2014/main" id="{E56FA54B-6183-4A0C-83B0-60292267E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088"/>
                <a:ext cx="41" cy="60"/>
              </a:xfrm>
              <a:custGeom>
                <a:avLst/>
                <a:gdLst>
                  <a:gd name="T0" fmla="*/ 212 w 18"/>
                  <a:gd name="T1" fmla="*/ 0 h 24"/>
                  <a:gd name="T2" fmla="*/ 0 w 18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18" y="0"/>
                    </a:moveTo>
                    <a:cubicBezTo>
                      <a:pt x="16" y="9"/>
                      <a:pt x="6" y="20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59" name="Freeform 885">
                <a:extLst>
                  <a:ext uri="{FF2B5EF4-FFF2-40B4-BE49-F238E27FC236}">
                    <a16:creationId xmlns:a16="http://schemas.microsoft.com/office/drawing/2014/main" id="{437F0AC0-2800-4C0E-A9E3-14BA6BA5B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900"/>
                <a:ext cx="83" cy="37"/>
              </a:xfrm>
              <a:custGeom>
                <a:avLst/>
                <a:gdLst>
                  <a:gd name="T0" fmla="*/ 440 w 36"/>
                  <a:gd name="T1" fmla="*/ 30 h 15"/>
                  <a:gd name="T2" fmla="*/ 65 w 3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36" y="2"/>
                    </a:moveTo>
                    <a:cubicBezTo>
                      <a:pt x="31" y="4"/>
                      <a:pt x="0" y="15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0" name="Freeform 886">
                <a:extLst>
                  <a:ext uri="{FF2B5EF4-FFF2-40B4-BE49-F238E27FC236}">
                    <a16:creationId xmlns:a16="http://schemas.microsoft.com/office/drawing/2014/main" id="{9913F74A-87E9-4257-AFC4-36030AB88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863"/>
                <a:ext cx="61" cy="15"/>
              </a:xfrm>
              <a:custGeom>
                <a:avLst/>
                <a:gdLst>
                  <a:gd name="T0" fmla="*/ 336 w 26"/>
                  <a:gd name="T1" fmla="*/ 50 h 6"/>
                  <a:gd name="T2" fmla="*/ 12 w 26"/>
                  <a:gd name="T3" fmla="*/ 95 h 6"/>
                  <a:gd name="T4" fmla="*/ 0 w 2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">
                    <a:moveTo>
                      <a:pt x="26" y="3"/>
                    </a:moveTo>
                    <a:cubicBezTo>
                      <a:pt x="18" y="5"/>
                      <a:pt x="9" y="4"/>
                      <a:pt x="1" y="6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1" name="Freeform 887">
                <a:extLst>
                  <a:ext uri="{FF2B5EF4-FFF2-40B4-BE49-F238E27FC236}">
                    <a16:creationId xmlns:a16="http://schemas.microsoft.com/office/drawing/2014/main" id="{D5D819EC-18F7-44EB-909B-4294F7533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747"/>
                <a:ext cx="25" cy="17"/>
              </a:xfrm>
              <a:custGeom>
                <a:avLst/>
                <a:gdLst>
                  <a:gd name="T0" fmla="*/ 130 w 11"/>
                  <a:gd name="T1" fmla="*/ 87 h 7"/>
                  <a:gd name="T2" fmla="*/ 0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6"/>
                    </a:moveTo>
                    <a:cubicBezTo>
                      <a:pt x="7" y="7"/>
                      <a:pt x="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2" name="Freeform 888">
                <a:extLst>
                  <a:ext uri="{FF2B5EF4-FFF2-40B4-BE49-F238E27FC236}">
                    <a16:creationId xmlns:a16="http://schemas.microsoft.com/office/drawing/2014/main" id="{BA241301-DB7E-4F04-8B3A-A4F9836CC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584"/>
                <a:ext cx="14" cy="17"/>
              </a:xfrm>
              <a:custGeom>
                <a:avLst/>
                <a:gdLst>
                  <a:gd name="T0" fmla="*/ 77 w 6"/>
                  <a:gd name="T1" fmla="*/ 100 h 7"/>
                  <a:gd name="T2" fmla="*/ 0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5" y="4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3" name="Freeform 889">
                <a:extLst>
                  <a:ext uri="{FF2B5EF4-FFF2-40B4-BE49-F238E27FC236}">
                    <a16:creationId xmlns:a16="http://schemas.microsoft.com/office/drawing/2014/main" id="{375B8FF1-E441-45C9-A45E-8E0042A61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628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4" name="Freeform 890">
                <a:extLst>
                  <a:ext uri="{FF2B5EF4-FFF2-40B4-BE49-F238E27FC236}">
                    <a16:creationId xmlns:a16="http://schemas.microsoft.com/office/drawing/2014/main" id="{20AB3287-C6B1-48CC-8195-1C925C76C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3155"/>
                <a:ext cx="44" cy="96"/>
              </a:xfrm>
              <a:custGeom>
                <a:avLst/>
                <a:gdLst>
                  <a:gd name="T0" fmla="*/ 0 w 19"/>
                  <a:gd name="T1" fmla="*/ 0 h 39"/>
                  <a:gd name="T2" fmla="*/ 188 w 19"/>
                  <a:gd name="T3" fmla="*/ 581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9">
                    <a:moveTo>
                      <a:pt x="0" y="0"/>
                    </a:moveTo>
                    <a:cubicBezTo>
                      <a:pt x="4" y="10"/>
                      <a:pt x="19" y="29"/>
                      <a:pt x="15" y="3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5" name="Freeform 891">
                <a:extLst>
                  <a:ext uri="{FF2B5EF4-FFF2-40B4-BE49-F238E27FC236}">
                    <a16:creationId xmlns:a16="http://schemas.microsoft.com/office/drawing/2014/main" id="{792EEE02-4E15-4FB7-87F7-1B8E54D1F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3170"/>
                <a:ext cx="16" cy="86"/>
              </a:xfrm>
              <a:custGeom>
                <a:avLst/>
                <a:gdLst>
                  <a:gd name="T0" fmla="*/ 73 w 7"/>
                  <a:gd name="T1" fmla="*/ 0 h 35"/>
                  <a:gd name="T2" fmla="*/ 48 w 7"/>
                  <a:gd name="T3" fmla="*/ 327 h 35"/>
                  <a:gd name="T4" fmla="*/ 0 w 7"/>
                  <a:gd name="T5" fmla="*/ 51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5">
                    <a:moveTo>
                      <a:pt x="6" y="0"/>
                    </a:moveTo>
                    <a:cubicBezTo>
                      <a:pt x="7" y="5"/>
                      <a:pt x="4" y="16"/>
                      <a:pt x="4" y="22"/>
                    </a:cubicBezTo>
                    <a:cubicBezTo>
                      <a:pt x="4" y="27"/>
                      <a:pt x="3" y="31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6" name="Freeform 892">
                <a:extLst>
                  <a:ext uri="{FF2B5EF4-FFF2-40B4-BE49-F238E27FC236}">
                    <a16:creationId xmlns:a16="http://schemas.microsoft.com/office/drawing/2014/main" id="{AA8FD81C-2303-4982-AB8D-67C312ED3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3007"/>
                <a:ext cx="102" cy="34"/>
              </a:xfrm>
              <a:custGeom>
                <a:avLst/>
                <a:gdLst>
                  <a:gd name="T0" fmla="*/ 547 w 44"/>
                  <a:gd name="T1" fmla="*/ 0 h 14"/>
                  <a:gd name="T2" fmla="*/ 0 w 44"/>
                  <a:gd name="T3" fmla="*/ 2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44" y="0"/>
                    </a:moveTo>
                    <a:cubicBezTo>
                      <a:pt x="35" y="2"/>
                      <a:pt x="5" y="14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D7C1C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7" name="Freeform 893">
                <a:extLst>
                  <a:ext uri="{FF2B5EF4-FFF2-40B4-BE49-F238E27FC236}">
                    <a16:creationId xmlns:a16="http://schemas.microsoft.com/office/drawing/2014/main" id="{87FC6819-2A3B-49EA-89FC-081825B9E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717"/>
                <a:ext cx="37" cy="35"/>
              </a:xfrm>
              <a:custGeom>
                <a:avLst/>
                <a:gdLst>
                  <a:gd name="T0" fmla="*/ 0 w 16"/>
                  <a:gd name="T1" fmla="*/ 0 h 14"/>
                  <a:gd name="T2" fmla="*/ 12 w 16"/>
                  <a:gd name="T3" fmla="*/ 83 h 14"/>
                  <a:gd name="T4" fmla="*/ 150 w 16"/>
                  <a:gd name="T5" fmla="*/ 113 h 14"/>
                  <a:gd name="T6" fmla="*/ 199 w 16"/>
                  <a:gd name="T7" fmla="*/ 2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0" y="1"/>
                      <a:pt x="1" y="3"/>
                      <a:pt x="1" y="5"/>
                    </a:cubicBezTo>
                    <a:cubicBezTo>
                      <a:pt x="4" y="6"/>
                      <a:pt x="8" y="5"/>
                      <a:pt x="12" y="7"/>
                    </a:cubicBezTo>
                    <a:cubicBezTo>
                      <a:pt x="10" y="11"/>
                      <a:pt x="12" y="13"/>
                      <a:pt x="16" y="14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8" name="Freeform 894">
                <a:extLst>
                  <a:ext uri="{FF2B5EF4-FFF2-40B4-BE49-F238E27FC236}">
                    <a16:creationId xmlns:a16="http://schemas.microsoft.com/office/drawing/2014/main" id="{2D12CF00-E61D-40A0-BC41-F47162876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14"/>
                <a:ext cx="39" cy="10"/>
              </a:xfrm>
              <a:custGeom>
                <a:avLst/>
                <a:gdLst>
                  <a:gd name="T0" fmla="*/ 204 w 17"/>
                  <a:gd name="T1" fmla="*/ 50 h 4"/>
                  <a:gd name="T2" fmla="*/ 110 w 17"/>
                  <a:gd name="T3" fmla="*/ 0 h 4"/>
                  <a:gd name="T4" fmla="*/ 85 w 17"/>
                  <a:gd name="T5" fmla="*/ 63 h 4"/>
                  <a:gd name="T6" fmla="*/ 0 w 1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">
                    <a:moveTo>
                      <a:pt x="17" y="3"/>
                    </a:moveTo>
                    <a:cubicBezTo>
                      <a:pt x="14" y="2"/>
                      <a:pt x="12" y="1"/>
                      <a:pt x="9" y="0"/>
                    </a:cubicBezTo>
                    <a:cubicBezTo>
                      <a:pt x="9" y="2"/>
                      <a:pt x="7" y="3"/>
                      <a:pt x="7" y="4"/>
                    </a:cubicBezTo>
                    <a:cubicBezTo>
                      <a:pt x="5" y="1"/>
                      <a:pt x="3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9" name="Freeform 895">
                <a:extLst>
                  <a:ext uri="{FF2B5EF4-FFF2-40B4-BE49-F238E27FC236}">
                    <a16:creationId xmlns:a16="http://schemas.microsoft.com/office/drawing/2014/main" id="{46403DC2-FEF0-4EAA-B3A8-F52625E55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3036"/>
                <a:ext cx="37" cy="67"/>
              </a:xfrm>
              <a:custGeom>
                <a:avLst/>
                <a:gdLst>
                  <a:gd name="T0" fmla="*/ 199 w 16"/>
                  <a:gd name="T1" fmla="*/ 0 h 27"/>
                  <a:gd name="T2" fmla="*/ 65 w 16"/>
                  <a:gd name="T3" fmla="*/ 92 h 27"/>
                  <a:gd name="T4" fmla="*/ 134 w 16"/>
                  <a:gd name="T5" fmla="*/ 154 h 27"/>
                  <a:gd name="T6" fmla="*/ 28 w 16"/>
                  <a:gd name="T7" fmla="*/ 400 h 27"/>
                  <a:gd name="T8" fmla="*/ 12 w 16"/>
                  <a:gd name="T9" fmla="*/ 40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cubicBezTo>
                      <a:pt x="13" y="3"/>
                      <a:pt x="9" y="5"/>
                      <a:pt x="5" y="6"/>
                    </a:cubicBezTo>
                    <a:cubicBezTo>
                      <a:pt x="7" y="7"/>
                      <a:pt x="9" y="10"/>
                      <a:pt x="11" y="10"/>
                    </a:cubicBezTo>
                    <a:cubicBezTo>
                      <a:pt x="8" y="15"/>
                      <a:pt x="0" y="19"/>
                      <a:pt x="2" y="26"/>
                    </a:cubicBezTo>
                    <a:cubicBezTo>
                      <a:pt x="1" y="27"/>
                      <a:pt x="1" y="26"/>
                      <a:pt x="1" y="2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0" name="Freeform 896">
                <a:extLst>
                  <a:ext uri="{FF2B5EF4-FFF2-40B4-BE49-F238E27FC236}">
                    <a16:creationId xmlns:a16="http://schemas.microsoft.com/office/drawing/2014/main" id="{D1DFC0FD-F11C-4D00-BE83-5EB5ECD7B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925"/>
                <a:ext cx="84" cy="25"/>
              </a:xfrm>
              <a:custGeom>
                <a:avLst/>
                <a:gdLst>
                  <a:gd name="T0" fmla="*/ 457 w 36"/>
                  <a:gd name="T1" fmla="*/ 33 h 10"/>
                  <a:gd name="T2" fmla="*/ 266 w 36"/>
                  <a:gd name="T3" fmla="*/ 33 h 10"/>
                  <a:gd name="T4" fmla="*/ 266 w 36"/>
                  <a:gd name="T5" fmla="*/ 83 h 10"/>
                  <a:gd name="T6" fmla="*/ 191 w 36"/>
                  <a:gd name="T7" fmla="*/ 0 h 10"/>
                  <a:gd name="T8" fmla="*/ 0 w 36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0">
                    <a:moveTo>
                      <a:pt x="36" y="2"/>
                    </a:moveTo>
                    <a:cubicBezTo>
                      <a:pt x="31" y="2"/>
                      <a:pt x="26" y="2"/>
                      <a:pt x="21" y="2"/>
                    </a:cubicBezTo>
                    <a:cubicBezTo>
                      <a:pt x="21" y="3"/>
                      <a:pt x="21" y="4"/>
                      <a:pt x="21" y="5"/>
                    </a:cubicBezTo>
                    <a:cubicBezTo>
                      <a:pt x="19" y="4"/>
                      <a:pt x="17" y="2"/>
                      <a:pt x="15" y="0"/>
                    </a:cubicBezTo>
                    <a:cubicBezTo>
                      <a:pt x="16" y="6"/>
                      <a:pt x="5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1" name="Freeform 897">
                <a:extLst>
                  <a:ext uri="{FF2B5EF4-FFF2-40B4-BE49-F238E27FC236}">
                    <a16:creationId xmlns:a16="http://schemas.microsoft.com/office/drawing/2014/main" id="{C080918B-21AA-4746-B092-2F6DE8D1E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913"/>
                <a:ext cx="17" cy="27"/>
              </a:xfrm>
              <a:custGeom>
                <a:avLst/>
                <a:gdLst>
                  <a:gd name="T0" fmla="*/ 100 w 7"/>
                  <a:gd name="T1" fmla="*/ 0 h 11"/>
                  <a:gd name="T2" fmla="*/ 0 w 7"/>
                  <a:gd name="T3" fmla="*/ 103 h 11"/>
                  <a:gd name="T4" fmla="*/ 41 w 7"/>
                  <a:gd name="T5" fmla="*/ 150 h 11"/>
                  <a:gd name="T6" fmla="*/ 70 w 7"/>
                  <a:gd name="T7" fmla="*/ 16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5" y="2"/>
                      <a:pt x="2" y="4"/>
                      <a:pt x="0" y="7"/>
                    </a:cubicBezTo>
                    <a:cubicBezTo>
                      <a:pt x="1" y="8"/>
                      <a:pt x="2" y="10"/>
                      <a:pt x="3" y="10"/>
                    </a:cubicBezTo>
                    <a:cubicBezTo>
                      <a:pt x="3" y="11"/>
                      <a:pt x="4" y="10"/>
                      <a:pt x="5" y="1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2" name="Freeform 898">
                <a:extLst>
                  <a:ext uri="{FF2B5EF4-FFF2-40B4-BE49-F238E27FC236}">
                    <a16:creationId xmlns:a16="http://schemas.microsoft.com/office/drawing/2014/main" id="{3CB1AC07-923B-4C23-9890-10EC2B056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984"/>
                <a:ext cx="55" cy="47"/>
              </a:xfrm>
              <a:custGeom>
                <a:avLst/>
                <a:gdLst>
                  <a:gd name="T0" fmla="*/ 289 w 24"/>
                  <a:gd name="T1" fmla="*/ 62 h 19"/>
                  <a:gd name="T2" fmla="*/ 57 w 24"/>
                  <a:gd name="T3" fmla="*/ 195 h 19"/>
                  <a:gd name="T4" fmla="*/ 73 w 24"/>
                  <a:gd name="T5" fmla="*/ 228 h 19"/>
                  <a:gd name="T6" fmla="*/ 0 w 24"/>
                  <a:gd name="T7" fmla="*/ 28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9">
                    <a:moveTo>
                      <a:pt x="24" y="4"/>
                    </a:moveTo>
                    <a:cubicBezTo>
                      <a:pt x="13" y="0"/>
                      <a:pt x="13" y="10"/>
                      <a:pt x="5" y="13"/>
                    </a:cubicBezTo>
                    <a:cubicBezTo>
                      <a:pt x="6" y="13"/>
                      <a:pt x="6" y="14"/>
                      <a:pt x="6" y="15"/>
                    </a:cubicBezTo>
                    <a:cubicBezTo>
                      <a:pt x="3" y="15"/>
                      <a:pt x="2" y="17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3" name="Freeform 899">
                <a:extLst>
                  <a:ext uri="{FF2B5EF4-FFF2-40B4-BE49-F238E27FC236}">
                    <a16:creationId xmlns:a16="http://schemas.microsoft.com/office/drawing/2014/main" id="{B70FF033-F0F9-43BC-8900-471855753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3076"/>
                <a:ext cx="28" cy="42"/>
              </a:xfrm>
              <a:custGeom>
                <a:avLst/>
                <a:gdLst>
                  <a:gd name="T0" fmla="*/ 152 w 12"/>
                  <a:gd name="T1" fmla="*/ 0 h 17"/>
                  <a:gd name="T2" fmla="*/ 77 w 12"/>
                  <a:gd name="T3" fmla="*/ 62 h 17"/>
                  <a:gd name="T4" fmla="*/ 12 w 12"/>
                  <a:gd name="T5" fmla="*/ 195 h 17"/>
                  <a:gd name="T6" fmla="*/ 37 w 12"/>
                  <a:gd name="T7" fmla="*/ 225 h 17"/>
                  <a:gd name="T8" fmla="*/ 0 w 12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12" y="0"/>
                    </a:moveTo>
                    <a:cubicBezTo>
                      <a:pt x="10" y="0"/>
                      <a:pt x="7" y="2"/>
                      <a:pt x="6" y="4"/>
                    </a:cubicBezTo>
                    <a:cubicBezTo>
                      <a:pt x="12" y="9"/>
                      <a:pt x="6" y="12"/>
                      <a:pt x="1" y="13"/>
                    </a:cubicBezTo>
                    <a:cubicBezTo>
                      <a:pt x="2" y="13"/>
                      <a:pt x="2" y="14"/>
                      <a:pt x="3" y="15"/>
                    </a:cubicBezTo>
                    <a:cubicBezTo>
                      <a:pt x="2" y="16"/>
                      <a:pt x="1" y="17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4" name="Freeform 900">
                <a:extLst>
                  <a:ext uri="{FF2B5EF4-FFF2-40B4-BE49-F238E27FC236}">
                    <a16:creationId xmlns:a16="http://schemas.microsoft.com/office/drawing/2014/main" id="{DCFD0EF5-B91C-4E76-8FBA-A55602B2C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3165"/>
                <a:ext cx="30" cy="44"/>
              </a:xfrm>
              <a:custGeom>
                <a:avLst/>
                <a:gdLst>
                  <a:gd name="T0" fmla="*/ 150 w 13"/>
                  <a:gd name="T1" fmla="*/ 264 h 18"/>
                  <a:gd name="T2" fmla="*/ 159 w 13"/>
                  <a:gd name="T3" fmla="*/ 174 h 18"/>
                  <a:gd name="T4" fmla="*/ 65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2" y="18"/>
                    </a:moveTo>
                    <a:cubicBezTo>
                      <a:pt x="13" y="16"/>
                      <a:pt x="13" y="14"/>
                      <a:pt x="13" y="12"/>
                    </a:cubicBezTo>
                    <a:cubicBezTo>
                      <a:pt x="0" y="11"/>
                      <a:pt x="10" y="5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5" name="Freeform 901">
                <a:extLst>
                  <a:ext uri="{FF2B5EF4-FFF2-40B4-BE49-F238E27FC236}">
                    <a16:creationId xmlns:a16="http://schemas.microsoft.com/office/drawing/2014/main" id="{8D176F0B-349C-443C-957E-754FAC19C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3026"/>
                <a:ext cx="58" cy="40"/>
              </a:xfrm>
              <a:custGeom>
                <a:avLst/>
                <a:gdLst>
                  <a:gd name="T0" fmla="*/ 313 w 25"/>
                  <a:gd name="T1" fmla="*/ 250 h 16"/>
                  <a:gd name="T2" fmla="*/ 162 w 25"/>
                  <a:gd name="T3" fmla="*/ 113 h 16"/>
                  <a:gd name="T4" fmla="*/ 0 w 25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25" y="16"/>
                    </a:moveTo>
                    <a:cubicBezTo>
                      <a:pt x="19" y="14"/>
                      <a:pt x="17" y="9"/>
                      <a:pt x="13" y="7"/>
                    </a:cubicBezTo>
                    <a:cubicBezTo>
                      <a:pt x="8" y="4"/>
                      <a:pt x="4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6" name="Freeform 902">
                <a:extLst>
                  <a:ext uri="{FF2B5EF4-FFF2-40B4-BE49-F238E27FC236}">
                    <a16:creationId xmlns:a16="http://schemas.microsoft.com/office/drawing/2014/main" id="{41789BF0-2724-412A-8E49-0DF6B5B2F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123"/>
                <a:ext cx="16" cy="62"/>
              </a:xfrm>
              <a:custGeom>
                <a:avLst/>
                <a:gdLst>
                  <a:gd name="T0" fmla="*/ 57 w 7"/>
                  <a:gd name="T1" fmla="*/ 0 h 25"/>
                  <a:gd name="T2" fmla="*/ 85 w 7"/>
                  <a:gd name="T3" fmla="*/ 42 h 25"/>
                  <a:gd name="T4" fmla="*/ 11 w 7"/>
                  <a:gd name="T5" fmla="*/ 136 h 25"/>
                  <a:gd name="T6" fmla="*/ 85 w 7"/>
                  <a:gd name="T7" fmla="*/ 216 h 25"/>
                  <a:gd name="T8" fmla="*/ 0 w 7"/>
                  <a:gd name="T9" fmla="*/ 38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5">
                    <a:moveTo>
                      <a:pt x="5" y="0"/>
                    </a:moveTo>
                    <a:cubicBezTo>
                      <a:pt x="6" y="1"/>
                      <a:pt x="7" y="2"/>
                      <a:pt x="7" y="3"/>
                    </a:cubicBezTo>
                    <a:cubicBezTo>
                      <a:pt x="6" y="5"/>
                      <a:pt x="3" y="7"/>
                      <a:pt x="1" y="9"/>
                    </a:cubicBezTo>
                    <a:cubicBezTo>
                      <a:pt x="4" y="10"/>
                      <a:pt x="6" y="12"/>
                      <a:pt x="7" y="14"/>
                    </a:cubicBezTo>
                    <a:cubicBezTo>
                      <a:pt x="2" y="17"/>
                      <a:pt x="4" y="22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7" name="Freeform 903">
                <a:extLst>
                  <a:ext uri="{FF2B5EF4-FFF2-40B4-BE49-F238E27FC236}">
                    <a16:creationId xmlns:a16="http://schemas.microsoft.com/office/drawing/2014/main" id="{EAADD527-CAB7-476F-8FAC-FB7C0041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646"/>
                <a:ext cx="12" cy="54"/>
              </a:xfrm>
              <a:custGeom>
                <a:avLst/>
                <a:gdLst>
                  <a:gd name="T0" fmla="*/ 0 w 5"/>
                  <a:gd name="T1" fmla="*/ 0 h 22"/>
                  <a:gd name="T2" fmla="*/ 29 w 5"/>
                  <a:gd name="T3" fmla="*/ 194 h 22"/>
                  <a:gd name="T4" fmla="*/ 0 w 5"/>
                  <a:gd name="T5" fmla="*/ 295 h 22"/>
                  <a:gd name="T6" fmla="*/ 12 w 5"/>
                  <a:gd name="T7" fmla="*/ 326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2">
                    <a:moveTo>
                      <a:pt x="0" y="0"/>
                    </a:moveTo>
                    <a:cubicBezTo>
                      <a:pt x="1" y="3"/>
                      <a:pt x="2" y="10"/>
                      <a:pt x="2" y="13"/>
                    </a:cubicBezTo>
                    <a:cubicBezTo>
                      <a:pt x="2" y="16"/>
                      <a:pt x="5" y="17"/>
                      <a:pt x="0" y="20"/>
                    </a:cubicBezTo>
                    <a:cubicBezTo>
                      <a:pt x="0" y="21"/>
                      <a:pt x="1" y="21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8" name="Freeform 904">
                <a:extLst>
                  <a:ext uri="{FF2B5EF4-FFF2-40B4-BE49-F238E27FC236}">
                    <a16:creationId xmlns:a16="http://schemas.microsoft.com/office/drawing/2014/main" id="{BBB38665-FFE9-4C63-9BE3-D0F6D93B9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722"/>
                <a:ext cx="37" cy="20"/>
              </a:xfrm>
              <a:custGeom>
                <a:avLst/>
                <a:gdLst>
                  <a:gd name="T0" fmla="*/ 199 w 16"/>
                  <a:gd name="T1" fmla="*/ 125 h 8"/>
                  <a:gd name="T2" fmla="*/ 49 w 16"/>
                  <a:gd name="T3" fmla="*/ 113 h 8"/>
                  <a:gd name="T4" fmla="*/ 0 w 1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16" y="8"/>
                    </a:moveTo>
                    <a:cubicBezTo>
                      <a:pt x="13" y="8"/>
                      <a:pt x="6" y="8"/>
                      <a:pt x="4" y="7"/>
                    </a:cubicBezTo>
                    <a:cubicBezTo>
                      <a:pt x="2" y="5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9" name="Freeform 905">
                <a:extLst>
                  <a:ext uri="{FF2B5EF4-FFF2-40B4-BE49-F238E27FC236}">
                    <a16:creationId xmlns:a16="http://schemas.microsoft.com/office/drawing/2014/main" id="{B1ADB60D-3012-4A45-BB8F-C049D9E52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3071"/>
                <a:ext cx="16" cy="128"/>
              </a:xfrm>
              <a:custGeom>
                <a:avLst/>
                <a:gdLst>
                  <a:gd name="T0" fmla="*/ 73 w 7"/>
                  <a:gd name="T1" fmla="*/ 775 h 52"/>
                  <a:gd name="T2" fmla="*/ 73 w 7"/>
                  <a:gd name="T3" fmla="*/ 569 h 52"/>
                  <a:gd name="T4" fmla="*/ 37 w 7"/>
                  <a:gd name="T5" fmla="*/ 490 h 52"/>
                  <a:gd name="T6" fmla="*/ 57 w 7"/>
                  <a:gd name="T7" fmla="*/ 399 h 52"/>
                  <a:gd name="T8" fmla="*/ 57 w 7"/>
                  <a:gd name="T9" fmla="*/ 315 h 52"/>
                  <a:gd name="T10" fmla="*/ 11 w 7"/>
                  <a:gd name="T11" fmla="*/ 254 h 52"/>
                  <a:gd name="T12" fmla="*/ 11 w 7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52">
                    <a:moveTo>
                      <a:pt x="6" y="52"/>
                    </a:moveTo>
                    <a:cubicBezTo>
                      <a:pt x="6" y="48"/>
                      <a:pt x="7" y="42"/>
                      <a:pt x="6" y="38"/>
                    </a:cubicBezTo>
                    <a:cubicBezTo>
                      <a:pt x="6" y="37"/>
                      <a:pt x="3" y="35"/>
                      <a:pt x="3" y="33"/>
                    </a:cubicBezTo>
                    <a:cubicBezTo>
                      <a:pt x="3" y="31"/>
                      <a:pt x="5" y="29"/>
                      <a:pt x="5" y="27"/>
                    </a:cubicBezTo>
                    <a:cubicBezTo>
                      <a:pt x="6" y="25"/>
                      <a:pt x="6" y="23"/>
                      <a:pt x="5" y="21"/>
                    </a:cubicBezTo>
                    <a:cubicBezTo>
                      <a:pt x="5" y="18"/>
                      <a:pt x="1" y="19"/>
                      <a:pt x="1" y="17"/>
                    </a:cubicBezTo>
                    <a:cubicBezTo>
                      <a:pt x="0" y="12"/>
                      <a:pt x="3" y="6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0" name="Freeform 906">
                <a:extLst>
                  <a:ext uri="{FF2B5EF4-FFF2-40B4-BE49-F238E27FC236}">
                    <a16:creationId xmlns:a16="http://schemas.microsoft.com/office/drawing/2014/main" id="{16502FD3-4916-480F-AA70-1FAF3338F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3031"/>
                <a:ext cx="31" cy="37"/>
              </a:xfrm>
              <a:custGeom>
                <a:avLst/>
                <a:gdLst>
                  <a:gd name="T0" fmla="*/ 176 w 13"/>
                  <a:gd name="T1" fmla="*/ 104 h 15"/>
                  <a:gd name="T2" fmla="*/ 119 w 13"/>
                  <a:gd name="T3" fmla="*/ 224 h 15"/>
                  <a:gd name="T4" fmla="*/ 0 w 13"/>
                  <a:gd name="T5" fmla="*/ 104 h 15"/>
                  <a:gd name="T6" fmla="*/ 12 w 13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13" y="7"/>
                    </a:moveTo>
                    <a:cubicBezTo>
                      <a:pt x="10" y="9"/>
                      <a:pt x="10" y="13"/>
                      <a:pt x="9" y="15"/>
                    </a:cubicBezTo>
                    <a:cubicBezTo>
                      <a:pt x="10" y="9"/>
                      <a:pt x="5" y="7"/>
                      <a:pt x="0" y="7"/>
                    </a:cubicBez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1" name="Freeform 907">
                <a:extLst>
                  <a:ext uri="{FF2B5EF4-FFF2-40B4-BE49-F238E27FC236}">
                    <a16:creationId xmlns:a16="http://schemas.microsoft.com/office/drawing/2014/main" id="{688FD242-95A0-4DFC-8B84-73EC51711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979"/>
                <a:ext cx="16" cy="52"/>
              </a:xfrm>
              <a:custGeom>
                <a:avLst/>
                <a:gdLst>
                  <a:gd name="T0" fmla="*/ 85 w 7"/>
                  <a:gd name="T1" fmla="*/ 319 h 21"/>
                  <a:gd name="T2" fmla="*/ 0 w 7"/>
                  <a:gd name="T3" fmla="*/ 215 h 21"/>
                  <a:gd name="T4" fmla="*/ 0 w 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1">
                    <a:moveTo>
                      <a:pt x="7" y="21"/>
                    </a:moveTo>
                    <a:cubicBezTo>
                      <a:pt x="6" y="17"/>
                      <a:pt x="3" y="15"/>
                      <a:pt x="0" y="14"/>
                    </a:cubicBezTo>
                    <a:cubicBezTo>
                      <a:pt x="2" y="10"/>
                      <a:pt x="2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2" name="Freeform 908">
                <a:extLst>
                  <a:ext uri="{FF2B5EF4-FFF2-40B4-BE49-F238E27FC236}">
                    <a16:creationId xmlns:a16="http://schemas.microsoft.com/office/drawing/2014/main" id="{640F6084-4E6C-4658-8873-6A098128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997"/>
                <a:ext cx="18" cy="17"/>
              </a:xfrm>
              <a:custGeom>
                <a:avLst/>
                <a:gdLst>
                  <a:gd name="T0" fmla="*/ 92 w 8"/>
                  <a:gd name="T1" fmla="*/ 100 h 7"/>
                  <a:gd name="T2" fmla="*/ 0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8" y="7"/>
                    </a:move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3" name="Freeform 909">
                <a:extLst>
                  <a:ext uri="{FF2B5EF4-FFF2-40B4-BE49-F238E27FC236}">
                    <a16:creationId xmlns:a16="http://schemas.microsoft.com/office/drawing/2014/main" id="{184A48AE-F633-42E3-9468-512F54352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762"/>
                <a:ext cx="5" cy="17"/>
              </a:xfrm>
              <a:custGeom>
                <a:avLst/>
                <a:gdLst>
                  <a:gd name="T0" fmla="*/ 20 w 2"/>
                  <a:gd name="T1" fmla="*/ 0 h 7"/>
                  <a:gd name="T2" fmla="*/ 0 w 2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2" y="3"/>
                      <a:pt x="2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4" name="Freeform 910">
                <a:extLst>
                  <a:ext uri="{FF2B5EF4-FFF2-40B4-BE49-F238E27FC236}">
                    <a16:creationId xmlns:a16="http://schemas.microsoft.com/office/drawing/2014/main" id="{BF5F5125-8005-40AF-98AF-9DCAD57A6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749"/>
                <a:ext cx="25" cy="20"/>
              </a:xfrm>
              <a:custGeom>
                <a:avLst/>
                <a:gdLst>
                  <a:gd name="T0" fmla="*/ 130 w 11"/>
                  <a:gd name="T1" fmla="*/ 0 h 8"/>
                  <a:gd name="T2" fmla="*/ 0 w 11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11" y="7"/>
                      <a:pt x="5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5" name="Freeform 911">
                <a:extLst>
                  <a:ext uri="{FF2B5EF4-FFF2-40B4-BE49-F238E27FC236}">
                    <a16:creationId xmlns:a16="http://schemas.microsoft.com/office/drawing/2014/main" id="{D76EE6D4-A325-4CF3-962F-4A15720F8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591"/>
                <a:ext cx="547" cy="646"/>
              </a:xfrm>
              <a:custGeom>
                <a:avLst/>
                <a:gdLst>
                  <a:gd name="T0" fmla="*/ 2837 w 236"/>
                  <a:gd name="T1" fmla="*/ 2621 h 261"/>
                  <a:gd name="T2" fmla="*/ 2862 w 236"/>
                  <a:gd name="T3" fmla="*/ 2911 h 261"/>
                  <a:gd name="T4" fmla="*/ 2939 w 236"/>
                  <a:gd name="T5" fmla="*/ 3393 h 261"/>
                  <a:gd name="T6" fmla="*/ 2837 w 236"/>
                  <a:gd name="T7" fmla="*/ 3671 h 261"/>
                  <a:gd name="T8" fmla="*/ 2703 w 236"/>
                  <a:gd name="T9" fmla="*/ 3730 h 261"/>
                  <a:gd name="T10" fmla="*/ 2626 w 236"/>
                  <a:gd name="T11" fmla="*/ 3834 h 261"/>
                  <a:gd name="T12" fmla="*/ 2455 w 236"/>
                  <a:gd name="T13" fmla="*/ 3834 h 261"/>
                  <a:gd name="T14" fmla="*/ 2218 w 236"/>
                  <a:gd name="T15" fmla="*/ 3916 h 261"/>
                  <a:gd name="T16" fmla="*/ 2051 w 236"/>
                  <a:gd name="T17" fmla="*/ 3834 h 261"/>
                  <a:gd name="T18" fmla="*/ 1993 w 236"/>
                  <a:gd name="T19" fmla="*/ 3896 h 261"/>
                  <a:gd name="T20" fmla="*/ 1595 w 236"/>
                  <a:gd name="T21" fmla="*/ 3834 h 261"/>
                  <a:gd name="T22" fmla="*/ 1342 w 236"/>
                  <a:gd name="T23" fmla="*/ 3742 h 261"/>
                  <a:gd name="T24" fmla="*/ 1085 w 236"/>
                  <a:gd name="T25" fmla="*/ 3683 h 261"/>
                  <a:gd name="T26" fmla="*/ 1145 w 236"/>
                  <a:gd name="T27" fmla="*/ 3168 h 261"/>
                  <a:gd name="T28" fmla="*/ 848 w 236"/>
                  <a:gd name="T29" fmla="*/ 3596 h 261"/>
                  <a:gd name="T30" fmla="*/ 623 w 236"/>
                  <a:gd name="T31" fmla="*/ 3505 h 261"/>
                  <a:gd name="T32" fmla="*/ 408 w 236"/>
                  <a:gd name="T33" fmla="*/ 3168 h 261"/>
                  <a:gd name="T34" fmla="*/ 236 w 236"/>
                  <a:gd name="T35" fmla="*/ 2683 h 261"/>
                  <a:gd name="T36" fmla="*/ 49 w 236"/>
                  <a:gd name="T37" fmla="*/ 2591 h 261"/>
                  <a:gd name="T38" fmla="*/ 188 w 236"/>
                  <a:gd name="T39" fmla="*/ 2168 h 261"/>
                  <a:gd name="T40" fmla="*/ 65 w 236"/>
                  <a:gd name="T41" fmla="*/ 1893 h 261"/>
                  <a:gd name="T42" fmla="*/ 134 w 236"/>
                  <a:gd name="T43" fmla="*/ 1728 h 261"/>
                  <a:gd name="T44" fmla="*/ 338 w 236"/>
                  <a:gd name="T45" fmla="*/ 1349 h 261"/>
                  <a:gd name="T46" fmla="*/ 586 w 236"/>
                  <a:gd name="T47" fmla="*/ 1304 h 261"/>
                  <a:gd name="T48" fmla="*/ 473 w 236"/>
                  <a:gd name="T49" fmla="*/ 1121 h 261"/>
                  <a:gd name="T50" fmla="*/ 746 w 236"/>
                  <a:gd name="T51" fmla="*/ 802 h 261"/>
                  <a:gd name="T52" fmla="*/ 1048 w 236"/>
                  <a:gd name="T53" fmla="*/ 515 h 261"/>
                  <a:gd name="T54" fmla="*/ 1161 w 236"/>
                  <a:gd name="T55" fmla="*/ 545 h 261"/>
                  <a:gd name="T56" fmla="*/ 1198 w 236"/>
                  <a:gd name="T57" fmla="*/ 275 h 261"/>
                  <a:gd name="T58" fmla="*/ 1358 w 236"/>
                  <a:gd name="T59" fmla="*/ 183 h 261"/>
                  <a:gd name="T60" fmla="*/ 1618 w 236"/>
                  <a:gd name="T61" fmla="*/ 215 h 261"/>
                  <a:gd name="T62" fmla="*/ 1692 w 236"/>
                  <a:gd name="T63" fmla="*/ 319 h 261"/>
                  <a:gd name="T64" fmla="*/ 1708 w 236"/>
                  <a:gd name="T65" fmla="*/ 153 h 261"/>
                  <a:gd name="T66" fmla="*/ 2042 w 236"/>
                  <a:gd name="T67" fmla="*/ 153 h 261"/>
                  <a:gd name="T68" fmla="*/ 2255 w 236"/>
                  <a:gd name="T69" fmla="*/ 153 h 261"/>
                  <a:gd name="T70" fmla="*/ 2327 w 236"/>
                  <a:gd name="T71" fmla="*/ 619 h 261"/>
                  <a:gd name="T72" fmla="*/ 2278 w 236"/>
                  <a:gd name="T73" fmla="*/ 1059 h 261"/>
                  <a:gd name="T74" fmla="*/ 2429 w 236"/>
                  <a:gd name="T75" fmla="*/ 485 h 261"/>
                  <a:gd name="T76" fmla="*/ 2492 w 236"/>
                  <a:gd name="T77" fmla="*/ 332 h 26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36" h="261">
                    <a:moveTo>
                      <a:pt x="218" y="145"/>
                    </a:moveTo>
                    <a:cubicBezTo>
                      <a:pt x="222" y="154"/>
                      <a:pt x="227" y="169"/>
                      <a:pt x="228" y="173"/>
                    </a:cubicBezTo>
                    <a:cubicBezTo>
                      <a:pt x="229" y="175"/>
                      <a:pt x="231" y="181"/>
                      <a:pt x="231" y="184"/>
                    </a:cubicBezTo>
                    <a:cubicBezTo>
                      <a:pt x="232" y="187"/>
                      <a:pt x="230" y="189"/>
                      <a:pt x="230" y="192"/>
                    </a:cubicBezTo>
                    <a:cubicBezTo>
                      <a:pt x="230" y="194"/>
                      <a:pt x="232" y="197"/>
                      <a:pt x="233" y="200"/>
                    </a:cubicBezTo>
                    <a:cubicBezTo>
                      <a:pt x="235" y="207"/>
                      <a:pt x="235" y="216"/>
                      <a:pt x="236" y="224"/>
                    </a:cubicBezTo>
                    <a:cubicBezTo>
                      <a:pt x="236" y="228"/>
                      <a:pt x="235" y="228"/>
                      <a:pt x="233" y="232"/>
                    </a:cubicBezTo>
                    <a:cubicBezTo>
                      <a:pt x="231" y="235"/>
                      <a:pt x="230" y="240"/>
                      <a:pt x="228" y="242"/>
                    </a:cubicBezTo>
                    <a:cubicBezTo>
                      <a:pt x="225" y="245"/>
                      <a:pt x="223" y="244"/>
                      <a:pt x="220" y="245"/>
                    </a:cubicBezTo>
                    <a:cubicBezTo>
                      <a:pt x="219" y="246"/>
                      <a:pt x="218" y="245"/>
                      <a:pt x="217" y="246"/>
                    </a:cubicBezTo>
                    <a:cubicBezTo>
                      <a:pt x="216" y="246"/>
                      <a:pt x="217" y="249"/>
                      <a:pt x="216" y="250"/>
                    </a:cubicBezTo>
                    <a:cubicBezTo>
                      <a:pt x="213" y="251"/>
                      <a:pt x="214" y="253"/>
                      <a:pt x="211" y="253"/>
                    </a:cubicBezTo>
                    <a:cubicBezTo>
                      <a:pt x="209" y="253"/>
                      <a:pt x="206" y="249"/>
                      <a:pt x="204" y="250"/>
                    </a:cubicBezTo>
                    <a:cubicBezTo>
                      <a:pt x="201" y="250"/>
                      <a:pt x="199" y="253"/>
                      <a:pt x="197" y="253"/>
                    </a:cubicBezTo>
                    <a:cubicBezTo>
                      <a:pt x="195" y="254"/>
                      <a:pt x="192" y="254"/>
                      <a:pt x="191" y="254"/>
                    </a:cubicBezTo>
                    <a:cubicBezTo>
                      <a:pt x="187" y="255"/>
                      <a:pt x="182" y="258"/>
                      <a:pt x="178" y="258"/>
                    </a:cubicBezTo>
                    <a:cubicBezTo>
                      <a:pt x="171" y="258"/>
                      <a:pt x="168" y="253"/>
                      <a:pt x="170" y="246"/>
                    </a:cubicBezTo>
                    <a:cubicBezTo>
                      <a:pt x="169" y="248"/>
                      <a:pt x="167" y="251"/>
                      <a:pt x="165" y="253"/>
                    </a:cubicBezTo>
                    <a:cubicBezTo>
                      <a:pt x="163" y="251"/>
                      <a:pt x="162" y="250"/>
                      <a:pt x="160" y="248"/>
                    </a:cubicBezTo>
                    <a:cubicBezTo>
                      <a:pt x="161" y="251"/>
                      <a:pt x="161" y="254"/>
                      <a:pt x="160" y="257"/>
                    </a:cubicBezTo>
                    <a:cubicBezTo>
                      <a:pt x="153" y="257"/>
                      <a:pt x="150" y="261"/>
                      <a:pt x="143" y="258"/>
                    </a:cubicBezTo>
                    <a:cubicBezTo>
                      <a:pt x="138" y="255"/>
                      <a:pt x="134" y="253"/>
                      <a:pt x="128" y="253"/>
                    </a:cubicBezTo>
                    <a:cubicBezTo>
                      <a:pt x="119" y="254"/>
                      <a:pt x="120" y="251"/>
                      <a:pt x="114" y="247"/>
                    </a:cubicBezTo>
                    <a:cubicBezTo>
                      <a:pt x="113" y="247"/>
                      <a:pt x="110" y="248"/>
                      <a:pt x="108" y="247"/>
                    </a:cubicBezTo>
                    <a:cubicBezTo>
                      <a:pt x="106" y="246"/>
                      <a:pt x="105" y="242"/>
                      <a:pt x="104" y="240"/>
                    </a:cubicBezTo>
                    <a:cubicBezTo>
                      <a:pt x="100" y="246"/>
                      <a:pt x="93" y="247"/>
                      <a:pt x="87" y="243"/>
                    </a:cubicBezTo>
                    <a:cubicBezTo>
                      <a:pt x="80" y="239"/>
                      <a:pt x="86" y="230"/>
                      <a:pt x="87" y="224"/>
                    </a:cubicBezTo>
                    <a:cubicBezTo>
                      <a:pt x="89" y="219"/>
                      <a:pt x="91" y="214"/>
                      <a:pt x="92" y="209"/>
                    </a:cubicBezTo>
                    <a:cubicBezTo>
                      <a:pt x="93" y="203"/>
                      <a:pt x="90" y="204"/>
                      <a:pt x="87" y="209"/>
                    </a:cubicBezTo>
                    <a:cubicBezTo>
                      <a:pt x="82" y="218"/>
                      <a:pt x="84" y="245"/>
                      <a:pt x="68" y="237"/>
                    </a:cubicBezTo>
                    <a:cubicBezTo>
                      <a:pt x="65" y="236"/>
                      <a:pt x="64" y="234"/>
                      <a:pt x="60" y="233"/>
                    </a:cubicBezTo>
                    <a:cubicBezTo>
                      <a:pt x="57" y="233"/>
                      <a:pt x="53" y="233"/>
                      <a:pt x="50" y="231"/>
                    </a:cubicBezTo>
                    <a:cubicBezTo>
                      <a:pt x="43" y="226"/>
                      <a:pt x="47" y="220"/>
                      <a:pt x="49" y="213"/>
                    </a:cubicBezTo>
                    <a:cubicBezTo>
                      <a:pt x="40" y="221"/>
                      <a:pt x="39" y="216"/>
                      <a:pt x="33" y="209"/>
                    </a:cubicBezTo>
                    <a:cubicBezTo>
                      <a:pt x="29" y="204"/>
                      <a:pt x="24" y="204"/>
                      <a:pt x="24" y="195"/>
                    </a:cubicBezTo>
                    <a:cubicBezTo>
                      <a:pt x="17" y="200"/>
                      <a:pt x="14" y="184"/>
                      <a:pt x="19" y="177"/>
                    </a:cubicBezTo>
                    <a:cubicBezTo>
                      <a:pt x="17" y="179"/>
                      <a:pt x="15" y="183"/>
                      <a:pt x="10" y="181"/>
                    </a:cubicBezTo>
                    <a:cubicBezTo>
                      <a:pt x="5" y="180"/>
                      <a:pt x="4" y="175"/>
                      <a:pt x="4" y="171"/>
                    </a:cubicBezTo>
                    <a:cubicBezTo>
                      <a:pt x="3" y="166"/>
                      <a:pt x="0" y="154"/>
                      <a:pt x="2" y="149"/>
                    </a:cubicBezTo>
                    <a:cubicBezTo>
                      <a:pt x="4" y="144"/>
                      <a:pt x="9" y="144"/>
                      <a:pt x="15" y="143"/>
                    </a:cubicBezTo>
                    <a:cubicBezTo>
                      <a:pt x="12" y="143"/>
                      <a:pt x="8" y="143"/>
                      <a:pt x="5" y="142"/>
                    </a:cubicBezTo>
                    <a:cubicBezTo>
                      <a:pt x="6" y="136"/>
                      <a:pt x="3" y="131"/>
                      <a:pt x="5" y="125"/>
                    </a:cubicBezTo>
                    <a:cubicBezTo>
                      <a:pt x="6" y="123"/>
                      <a:pt x="9" y="123"/>
                      <a:pt x="10" y="121"/>
                    </a:cubicBezTo>
                    <a:cubicBezTo>
                      <a:pt x="11" y="119"/>
                      <a:pt x="10" y="117"/>
                      <a:pt x="11" y="114"/>
                    </a:cubicBezTo>
                    <a:cubicBezTo>
                      <a:pt x="12" y="110"/>
                      <a:pt x="14" y="109"/>
                      <a:pt x="16" y="105"/>
                    </a:cubicBezTo>
                    <a:cubicBezTo>
                      <a:pt x="20" y="100"/>
                      <a:pt x="21" y="93"/>
                      <a:pt x="27" y="89"/>
                    </a:cubicBezTo>
                    <a:cubicBezTo>
                      <a:pt x="37" y="83"/>
                      <a:pt x="52" y="90"/>
                      <a:pt x="62" y="91"/>
                    </a:cubicBezTo>
                    <a:cubicBezTo>
                      <a:pt x="57" y="89"/>
                      <a:pt x="53" y="86"/>
                      <a:pt x="47" y="86"/>
                    </a:cubicBezTo>
                    <a:cubicBezTo>
                      <a:pt x="44" y="85"/>
                      <a:pt x="42" y="87"/>
                      <a:pt x="39" y="85"/>
                    </a:cubicBezTo>
                    <a:cubicBezTo>
                      <a:pt x="35" y="82"/>
                      <a:pt x="37" y="78"/>
                      <a:pt x="38" y="74"/>
                    </a:cubicBezTo>
                    <a:cubicBezTo>
                      <a:pt x="40" y="68"/>
                      <a:pt x="43" y="70"/>
                      <a:pt x="47" y="64"/>
                    </a:cubicBezTo>
                    <a:cubicBezTo>
                      <a:pt x="52" y="58"/>
                      <a:pt x="50" y="52"/>
                      <a:pt x="60" y="53"/>
                    </a:cubicBezTo>
                    <a:cubicBezTo>
                      <a:pt x="60" y="51"/>
                      <a:pt x="60" y="49"/>
                      <a:pt x="58" y="47"/>
                    </a:cubicBezTo>
                    <a:cubicBezTo>
                      <a:pt x="68" y="41"/>
                      <a:pt x="71" y="31"/>
                      <a:pt x="84" y="34"/>
                    </a:cubicBezTo>
                    <a:cubicBezTo>
                      <a:pt x="91" y="36"/>
                      <a:pt x="97" y="45"/>
                      <a:pt x="102" y="51"/>
                    </a:cubicBezTo>
                    <a:cubicBezTo>
                      <a:pt x="99" y="46"/>
                      <a:pt x="97" y="40"/>
                      <a:pt x="93" y="36"/>
                    </a:cubicBezTo>
                    <a:cubicBezTo>
                      <a:pt x="87" y="31"/>
                      <a:pt x="85" y="32"/>
                      <a:pt x="90" y="25"/>
                    </a:cubicBezTo>
                    <a:cubicBezTo>
                      <a:pt x="91" y="23"/>
                      <a:pt x="94" y="19"/>
                      <a:pt x="96" y="18"/>
                    </a:cubicBezTo>
                    <a:cubicBezTo>
                      <a:pt x="98" y="17"/>
                      <a:pt x="100" y="20"/>
                      <a:pt x="102" y="19"/>
                    </a:cubicBezTo>
                    <a:cubicBezTo>
                      <a:pt x="105" y="18"/>
                      <a:pt x="106" y="13"/>
                      <a:pt x="109" y="12"/>
                    </a:cubicBezTo>
                    <a:cubicBezTo>
                      <a:pt x="112" y="11"/>
                      <a:pt x="116" y="13"/>
                      <a:pt x="118" y="14"/>
                    </a:cubicBezTo>
                    <a:cubicBezTo>
                      <a:pt x="120" y="7"/>
                      <a:pt x="127" y="10"/>
                      <a:pt x="130" y="14"/>
                    </a:cubicBezTo>
                    <a:cubicBezTo>
                      <a:pt x="132" y="16"/>
                      <a:pt x="134" y="20"/>
                      <a:pt x="135" y="23"/>
                    </a:cubicBezTo>
                    <a:cubicBezTo>
                      <a:pt x="135" y="22"/>
                      <a:pt x="135" y="22"/>
                      <a:pt x="136" y="21"/>
                    </a:cubicBezTo>
                    <a:cubicBezTo>
                      <a:pt x="137" y="17"/>
                      <a:pt x="138" y="16"/>
                      <a:pt x="138" y="13"/>
                    </a:cubicBezTo>
                    <a:cubicBezTo>
                      <a:pt x="138" y="13"/>
                      <a:pt x="136" y="11"/>
                      <a:pt x="137" y="10"/>
                    </a:cubicBezTo>
                    <a:cubicBezTo>
                      <a:pt x="139" y="0"/>
                      <a:pt x="150" y="7"/>
                      <a:pt x="155" y="11"/>
                    </a:cubicBezTo>
                    <a:cubicBezTo>
                      <a:pt x="157" y="6"/>
                      <a:pt x="161" y="8"/>
                      <a:pt x="164" y="10"/>
                    </a:cubicBezTo>
                    <a:cubicBezTo>
                      <a:pt x="165" y="8"/>
                      <a:pt x="167" y="7"/>
                      <a:pt x="167" y="5"/>
                    </a:cubicBezTo>
                    <a:cubicBezTo>
                      <a:pt x="176" y="3"/>
                      <a:pt x="171" y="19"/>
                      <a:pt x="181" y="10"/>
                    </a:cubicBezTo>
                    <a:cubicBezTo>
                      <a:pt x="184" y="16"/>
                      <a:pt x="182" y="22"/>
                      <a:pt x="184" y="28"/>
                    </a:cubicBezTo>
                    <a:cubicBezTo>
                      <a:pt x="185" y="33"/>
                      <a:pt x="188" y="35"/>
                      <a:pt x="187" y="41"/>
                    </a:cubicBezTo>
                    <a:cubicBezTo>
                      <a:pt x="186" y="47"/>
                      <a:pt x="182" y="52"/>
                      <a:pt x="182" y="59"/>
                    </a:cubicBezTo>
                    <a:cubicBezTo>
                      <a:pt x="182" y="62"/>
                      <a:pt x="183" y="66"/>
                      <a:pt x="183" y="70"/>
                    </a:cubicBezTo>
                    <a:cubicBezTo>
                      <a:pt x="184" y="58"/>
                      <a:pt x="187" y="47"/>
                      <a:pt x="192" y="37"/>
                    </a:cubicBezTo>
                    <a:cubicBezTo>
                      <a:pt x="193" y="35"/>
                      <a:pt x="195" y="34"/>
                      <a:pt x="195" y="32"/>
                    </a:cubicBezTo>
                    <a:cubicBezTo>
                      <a:pt x="195" y="31"/>
                      <a:pt x="194" y="29"/>
                      <a:pt x="194" y="28"/>
                    </a:cubicBezTo>
                    <a:cubicBezTo>
                      <a:pt x="195" y="24"/>
                      <a:pt x="195" y="23"/>
                      <a:pt x="200" y="22"/>
                    </a:cubicBezTo>
                    <a:cubicBezTo>
                      <a:pt x="209" y="21"/>
                      <a:pt x="211" y="27"/>
                      <a:pt x="214" y="33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6" name="Freeform 912">
                <a:extLst>
                  <a:ext uri="{FF2B5EF4-FFF2-40B4-BE49-F238E27FC236}">
                    <a16:creationId xmlns:a16="http://schemas.microsoft.com/office/drawing/2014/main" id="{3578884B-70E4-4BC8-B166-B0F9878BB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730"/>
                <a:ext cx="7" cy="24"/>
              </a:xfrm>
              <a:custGeom>
                <a:avLst/>
                <a:gdLst>
                  <a:gd name="T0" fmla="*/ 37 w 3"/>
                  <a:gd name="T1" fmla="*/ 0 h 10"/>
                  <a:gd name="T2" fmla="*/ 0 w 3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1" y="3"/>
                      <a:pt x="0" y="7"/>
                      <a:pt x="0" y="10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7" name="Freeform 913">
                <a:extLst>
                  <a:ext uri="{FF2B5EF4-FFF2-40B4-BE49-F238E27FC236}">
                    <a16:creationId xmlns:a16="http://schemas.microsoft.com/office/drawing/2014/main" id="{30A0F13B-634F-471E-917D-9A6C8B9A4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730"/>
                <a:ext cx="7" cy="24"/>
              </a:xfrm>
              <a:custGeom>
                <a:avLst/>
                <a:gdLst>
                  <a:gd name="T0" fmla="*/ 37 w 3"/>
                  <a:gd name="T1" fmla="*/ 0 h 10"/>
                  <a:gd name="T2" fmla="*/ 0 w 3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1" y="3"/>
                      <a:pt x="0" y="7"/>
                      <a:pt x="0" y="10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8" name="Freeform 914">
                <a:extLst>
                  <a:ext uri="{FF2B5EF4-FFF2-40B4-BE49-F238E27FC236}">
                    <a16:creationId xmlns:a16="http://schemas.microsoft.com/office/drawing/2014/main" id="{E16CD378-A035-4A70-A35F-A7E97C900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3031"/>
                <a:ext cx="9" cy="25"/>
              </a:xfrm>
              <a:custGeom>
                <a:avLst/>
                <a:gdLst>
                  <a:gd name="T0" fmla="*/ 0 w 4"/>
                  <a:gd name="T1" fmla="*/ 0 h 10"/>
                  <a:gd name="T2" fmla="*/ 45 w 4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1" y="3"/>
                      <a:pt x="3" y="6"/>
                      <a:pt x="4" y="10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89" name="Freeform 915">
                <a:extLst>
                  <a:ext uri="{FF2B5EF4-FFF2-40B4-BE49-F238E27FC236}">
                    <a16:creationId xmlns:a16="http://schemas.microsoft.com/office/drawing/2014/main" id="{DFB4B75E-8FEB-4304-81BC-FBABAE5C4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3031"/>
                <a:ext cx="9" cy="25"/>
              </a:xfrm>
              <a:custGeom>
                <a:avLst/>
                <a:gdLst>
                  <a:gd name="T0" fmla="*/ 0 w 4"/>
                  <a:gd name="T1" fmla="*/ 0 h 10"/>
                  <a:gd name="T2" fmla="*/ 45 w 4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1" y="3"/>
                      <a:pt x="3" y="6"/>
                      <a:pt x="4" y="10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0" name="Freeform 916">
                <a:extLst>
                  <a:ext uri="{FF2B5EF4-FFF2-40B4-BE49-F238E27FC236}">
                    <a16:creationId xmlns:a16="http://schemas.microsoft.com/office/drawing/2014/main" id="{9F719E63-4885-47F6-B09A-E76B4FF14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982"/>
                <a:ext cx="25" cy="5"/>
              </a:xfrm>
              <a:custGeom>
                <a:avLst/>
                <a:gdLst>
                  <a:gd name="T0" fmla="*/ 0 w 11"/>
                  <a:gd name="T1" fmla="*/ 33 h 2"/>
                  <a:gd name="T2" fmla="*/ 130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4" y="2"/>
                      <a:pt x="8" y="1"/>
                      <a:pt x="11" y="0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1" name="Freeform 917">
                <a:extLst>
                  <a:ext uri="{FF2B5EF4-FFF2-40B4-BE49-F238E27FC236}">
                    <a16:creationId xmlns:a16="http://schemas.microsoft.com/office/drawing/2014/main" id="{9E3E3A48-D22E-452C-8ED9-4786CB1BC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982"/>
                <a:ext cx="25" cy="5"/>
              </a:xfrm>
              <a:custGeom>
                <a:avLst/>
                <a:gdLst>
                  <a:gd name="T0" fmla="*/ 0 w 11"/>
                  <a:gd name="T1" fmla="*/ 33 h 2"/>
                  <a:gd name="T2" fmla="*/ 130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4" y="2"/>
                      <a:pt x="8" y="1"/>
                      <a:pt x="11" y="0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2" name="Freeform 918">
                <a:extLst>
                  <a:ext uri="{FF2B5EF4-FFF2-40B4-BE49-F238E27FC236}">
                    <a16:creationId xmlns:a16="http://schemas.microsoft.com/office/drawing/2014/main" id="{CF205B29-39CF-4515-A310-C4A211689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992"/>
                <a:ext cx="7" cy="17"/>
              </a:xfrm>
              <a:custGeom>
                <a:avLst/>
                <a:gdLst>
                  <a:gd name="T0" fmla="*/ 37 w 3"/>
                  <a:gd name="T1" fmla="*/ 0 h 7"/>
                  <a:gd name="T2" fmla="*/ 0 w 3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3" name="Freeform 919">
                <a:extLst>
                  <a:ext uri="{FF2B5EF4-FFF2-40B4-BE49-F238E27FC236}">
                    <a16:creationId xmlns:a16="http://schemas.microsoft.com/office/drawing/2014/main" id="{70F0D9CB-DB9C-4563-AA2D-7ABE1A022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992"/>
                <a:ext cx="7" cy="17"/>
              </a:xfrm>
              <a:custGeom>
                <a:avLst/>
                <a:gdLst>
                  <a:gd name="T0" fmla="*/ 37 w 3"/>
                  <a:gd name="T1" fmla="*/ 0 h 7"/>
                  <a:gd name="T2" fmla="*/ 0 w 3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4" name="Freeform 920">
                <a:extLst>
                  <a:ext uri="{FF2B5EF4-FFF2-40B4-BE49-F238E27FC236}">
                    <a16:creationId xmlns:a16="http://schemas.microsoft.com/office/drawing/2014/main" id="{9D014870-8C28-4263-A596-C3868FAD1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759"/>
                <a:ext cx="2" cy="18"/>
              </a:xfrm>
              <a:custGeom>
                <a:avLst/>
                <a:gdLst>
                  <a:gd name="T0" fmla="*/ 0 w 1"/>
                  <a:gd name="T1" fmla="*/ 0 h 7"/>
                  <a:gd name="T2" fmla="*/ 8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solidFill>
                <a:srgbClr val="E2BAB1"/>
              </a:solidFill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5" name="Freeform 921">
                <a:extLst>
                  <a:ext uri="{FF2B5EF4-FFF2-40B4-BE49-F238E27FC236}">
                    <a16:creationId xmlns:a16="http://schemas.microsoft.com/office/drawing/2014/main" id="{1499C192-076D-47C7-907F-44CABFDA3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759"/>
                <a:ext cx="2" cy="18"/>
              </a:xfrm>
              <a:custGeom>
                <a:avLst/>
                <a:gdLst>
                  <a:gd name="T0" fmla="*/ 0 w 1"/>
                  <a:gd name="T1" fmla="*/ 0 h 7"/>
                  <a:gd name="T2" fmla="*/ 8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6" name="Freeform 922">
                <a:extLst>
                  <a:ext uri="{FF2B5EF4-FFF2-40B4-BE49-F238E27FC236}">
                    <a16:creationId xmlns:a16="http://schemas.microsoft.com/office/drawing/2014/main" id="{A1AC8650-259C-4830-A579-FC8518886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984"/>
                <a:ext cx="23" cy="28"/>
              </a:xfrm>
              <a:custGeom>
                <a:avLst/>
                <a:gdLst>
                  <a:gd name="T0" fmla="*/ 122 w 10"/>
                  <a:gd name="T1" fmla="*/ 0 h 11"/>
                  <a:gd name="T2" fmla="*/ 110 w 10"/>
                  <a:gd name="T3" fmla="*/ 150 h 11"/>
                  <a:gd name="T4" fmla="*/ 0 w 10"/>
                  <a:gd name="T5" fmla="*/ 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9" y="2"/>
                      <a:pt x="9" y="6"/>
                      <a:pt x="9" y="9"/>
                    </a:cubicBezTo>
                    <a:cubicBezTo>
                      <a:pt x="5" y="11"/>
                      <a:pt x="1" y="5"/>
                      <a:pt x="0" y="1"/>
                    </a:cubicBezTo>
                  </a:path>
                </a:pathLst>
              </a:custGeom>
              <a:noFill/>
              <a:ln w="14288" cap="flat">
                <a:solidFill>
                  <a:srgbClr val="E2BA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7" name="Freeform 923">
                <a:extLst>
                  <a:ext uri="{FF2B5EF4-FFF2-40B4-BE49-F238E27FC236}">
                    <a16:creationId xmlns:a16="http://schemas.microsoft.com/office/drawing/2014/main" id="{46B15744-DD5C-4950-B42F-53A94B5E7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470"/>
                <a:ext cx="587" cy="413"/>
              </a:xfrm>
              <a:custGeom>
                <a:avLst/>
                <a:gdLst>
                  <a:gd name="T0" fmla="*/ 0 w 253"/>
                  <a:gd name="T1" fmla="*/ 2525 h 167"/>
                  <a:gd name="T2" fmla="*/ 473 w 253"/>
                  <a:gd name="T3" fmla="*/ 1847 h 167"/>
                  <a:gd name="T4" fmla="*/ 1049 w 253"/>
                  <a:gd name="T5" fmla="*/ 1271 h 167"/>
                  <a:gd name="T6" fmla="*/ 1513 w 253"/>
                  <a:gd name="T7" fmla="*/ 863 h 167"/>
                  <a:gd name="T8" fmla="*/ 1571 w 253"/>
                  <a:gd name="T9" fmla="*/ 727 h 167"/>
                  <a:gd name="T10" fmla="*/ 2394 w 253"/>
                  <a:gd name="T11" fmla="*/ 648 h 167"/>
                  <a:gd name="T12" fmla="*/ 2896 w 253"/>
                  <a:gd name="T13" fmla="*/ 502 h 167"/>
                  <a:gd name="T14" fmla="*/ 3123 w 253"/>
                  <a:gd name="T15" fmla="*/ 74 h 167"/>
                  <a:gd name="T16" fmla="*/ 3160 w 253"/>
                  <a:gd name="T17" fmla="*/ 0 h 1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3" h="167">
                    <a:moveTo>
                      <a:pt x="0" y="167"/>
                    </a:moveTo>
                    <a:cubicBezTo>
                      <a:pt x="6" y="157"/>
                      <a:pt x="30" y="131"/>
                      <a:pt x="38" y="122"/>
                    </a:cubicBezTo>
                    <a:cubicBezTo>
                      <a:pt x="50" y="112"/>
                      <a:pt x="66" y="98"/>
                      <a:pt x="84" y="84"/>
                    </a:cubicBezTo>
                    <a:cubicBezTo>
                      <a:pt x="98" y="74"/>
                      <a:pt x="117" y="65"/>
                      <a:pt x="121" y="57"/>
                    </a:cubicBezTo>
                    <a:cubicBezTo>
                      <a:pt x="124" y="48"/>
                      <a:pt x="126" y="48"/>
                      <a:pt x="126" y="48"/>
                    </a:cubicBezTo>
                    <a:cubicBezTo>
                      <a:pt x="147" y="55"/>
                      <a:pt x="174" y="40"/>
                      <a:pt x="192" y="43"/>
                    </a:cubicBezTo>
                    <a:cubicBezTo>
                      <a:pt x="220" y="47"/>
                      <a:pt x="224" y="38"/>
                      <a:pt x="232" y="33"/>
                    </a:cubicBezTo>
                    <a:cubicBezTo>
                      <a:pt x="239" y="28"/>
                      <a:pt x="240" y="12"/>
                      <a:pt x="250" y="5"/>
                    </a:cubicBezTo>
                    <a:cubicBezTo>
                      <a:pt x="253" y="3"/>
                      <a:pt x="250" y="3"/>
                      <a:pt x="253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8" name="Freeform 924">
                <a:extLst>
                  <a:ext uri="{FF2B5EF4-FFF2-40B4-BE49-F238E27FC236}">
                    <a16:creationId xmlns:a16="http://schemas.microsoft.com/office/drawing/2014/main" id="{2038EC80-70C0-49F4-A0A6-9D238A331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673"/>
                <a:ext cx="51" cy="185"/>
              </a:xfrm>
              <a:custGeom>
                <a:avLst/>
                <a:gdLst>
                  <a:gd name="T0" fmla="*/ 0 w 22"/>
                  <a:gd name="T1" fmla="*/ 0 h 75"/>
                  <a:gd name="T2" fmla="*/ 102 w 22"/>
                  <a:gd name="T3" fmla="*/ 165 h 75"/>
                  <a:gd name="T4" fmla="*/ 123 w 22"/>
                  <a:gd name="T5" fmla="*/ 183 h 75"/>
                  <a:gd name="T6" fmla="*/ 172 w 22"/>
                  <a:gd name="T7" fmla="*/ 224 h 75"/>
                  <a:gd name="T8" fmla="*/ 188 w 22"/>
                  <a:gd name="T9" fmla="*/ 316 h 75"/>
                  <a:gd name="T10" fmla="*/ 225 w 22"/>
                  <a:gd name="T11" fmla="*/ 377 h 75"/>
                  <a:gd name="T12" fmla="*/ 274 w 22"/>
                  <a:gd name="T13" fmla="*/ 481 h 75"/>
                  <a:gd name="T14" fmla="*/ 225 w 22"/>
                  <a:gd name="T15" fmla="*/ 602 h 75"/>
                  <a:gd name="T16" fmla="*/ 225 w 22"/>
                  <a:gd name="T17" fmla="*/ 676 h 75"/>
                  <a:gd name="T18" fmla="*/ 114 w 22"/>
                  <a:gd name="T19" fmla="*/ 1125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75">
                    <a:moveTo>
                      <a:pt x="0" y="0"/>
                    </a:moveTo>
                    <a:cubicBezTo>
                      <a:pt x="1" y="5"/>
                      <a:pt x="3" y="9"/>
                      <a:pt x="8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3"/>
                      <a:pt x="13" y="14"/>
                      <a:pt x="14" y="15"/>
                    </a:cubicBezTo>
                    <a:cubicBezTo>
                      <a:pt x="15" y="17"/>
                      <a:pt x="14" y="19"/>
                      <a:pt x="15" y="21"/>
                    </a:cubicBezTo>
                    <a:cubicBezTo>
                      <a:pt x="16" y="24"/>
                      <a:pt x="16" y="23"/>
                      <a:pt x="18" y="25"/>
                    </a:cubicBezTo>
                    <a:cubicBezTo>
                      <a:pt x="19" y="27"/>
                      <a:pt x="22" y="28"/>
                      <a:pt x="22" y="32"/>
                    </a:cubicBezTo>
                    <a:cubicBezTo>
                      <a:pt x="22" y="36"/>
                      <a:pt x="19" y="37"/>
                      <a:pt x="18" y="40"/>
                    </a:cubicBezTo>
                    <a:cubicBezTo>
                      <a:pt x="17" y="41"/>
                      <a:pt x="19" y="43"/>
                      <a:pt x="18" y="45"/>
                    </a:cubicBezTo>
                    <a:cubicBezTo>
                      <a:pt x="17" y="50"/>
                      <a:pt x="14" y="67"/>
                      <a:pt x="9" y="75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99" name="Freeform 925">
                <a:extLst>
                  <a:ext uri="{FF2B5EF4-FFF2-40B4-BE49-F238E27FC236}">
                    <a16:creationId xmlns:a16="http://schemas.microsoft.com/office/drawing/2014/main" id="{9B08AF89-FD6A-4BA5-9A3F-F5FC05E2E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581"/>
                <a:ext cx="681" cy="782"/>
              </a:xfrm>
              <a:custGeom>
                <a:avLst/>
                <a:gdLst>
                  <a:gd name="T0" fmla="*/ 3257 w 294"/>
                  <a:gd name="T1" fmla="*/ 2292 h 316"/>
                  <a:gd name="T2" fmla="*/ 3493 w 294"/>
                  <a:gd name="T3" fmla="*/ 3002 h 316"/>
                  <a:gd name="T4" fmla="*/ 3653 w 294"/>
                  <a:gd name="T5" fmla="*/ 4016 h 316"/>
                  <a:gd name="T6" fmla="*/ 3370 w 294"/>
                  <a:gd name="T7" fmla="*/ 4605 h 316"/>
                  <a:gd name="T8" fmla="*/ 3208 w 294"/>
                  <a:gd name="T9" fmla="*/ 4623 h 316"/>
                  <a:gd name="T10" fmla="*/ 2946 w 294"/>
                  <a:gd name="T11" fmla="*/ 4655 h 316"/>
                  <a:gd name="T12" fmla="*/ 2673 w 294"/>
                  <a:gd name="T13" fmla="*/ 4685 h 316"/>
                  <a:gd name="T14" fmla="*/ 2571 w 294"/>
                  <a:gd name="T15" fmla="*/ 4697 h 316"/>
                  <a:gd name="T16" fmla="*/ 2483 w 294"/>
                  <a:gd name="T17" fmla="*/ 4727 h 316"/>
                  <a:gd name="T18" fmla="*/ 2323 w 294"/>
                  <a:gd name="T19" fmla="*/ 4655 h 316"/>
                  <a:gd name="T20" fmla="*/ 2075 w 294"/>
                  <a:gd name="T21" fmla="*/ 4576 h 316"/>
                  <a:gd name="T22" fmla="*/ 1492 w 294"/>
                  <a:gd name="T23" fmla="*/ 4378 h 316"/>
                  <a:gd name="T24" fmla="*/ 1427 w 294"/>
                  <a:gd name="T25" fmla="*/ 4029 h 316"/>
                  <a:gd name="T26" fmla="*/ 1255 w 294"/>
                  <a:gd name="T27" fmla="*/ 4153 h 316"/>
                  <a:gd name="T28" fmla="*/ 1068 w 294"/>
                  <a:gd name="T29" fmla="*/ 4061 h 316"/>
                  <a:gd name="T30" fmla="*/ 660 w 294"/>
                  <a:gd name="T31" fmla="*/ 3576 h 316"/>
                  <a:gd name="T32" fmla="*/ 510 w 294"/>
                  <a:gd name="T33" fmla="*/ 3351 h 316"/>
                  <a:gd name="T34" fmla="*/ 236 w 294"/>
                  <a:gd name="T35" fmla="*/ 3123 h 316"/>
                  <a:gd name="T36" fmla="*/ 0 w 294"/>
                  <a:gd name="T37" fmla="*/ 2653 h 316"/>
                  <a:gd name="T38" fmla="*/ 12 w 294"/>
                  <a:gd name="T39" fmla="*/ 2640 h 316"/>
                  <a:gd name="T40" fmla="*/ 134 w 294"/>
                  <a:gd name="T41" fmla="*/ 2076 h 316"/>
                  <a:gd name="T42" fmla="*/ 160 w 294"/>
                  <a:gd name="T43" fmla="*/ 2014 h 316"/>
                  <a:gd name="T44" fmla="*/ 188 w 294"/>
                  <a:gd name="T45" fmla="*/ 1972 h 316"/>
                  <a:gd name="T46" fmla="*/ 248 w 294"/>
                  <a:gd name="T47" fmla="*/ 1849 h 316"/>
                  <a:gd name="T48" fmla="*/ 718 w 294"/>
                  <a:gd name="T49" fmla="*/ 1171 h 316"/>
                  <a:gd name="T50" fmla="*/ 1293 w 294"/>
                  <a:gd name="T51" fmla="*/ 594 h 316"/>
                  <a:gd name="T52" fmla="*/ 1753 w 294"/>
                  <a:gd name="T53" fmla="*/ 183 h 316"/>
                  <a:gd name="T54" fmla="*/ 1814 w 294"/>
                  <a:gd name="T55" fmla="*/ 42 h 316"/>
                  <a:gd name="T56" fmla="*/ 2360 w 294"/>
                  <a:gd name="T57" fmla="*/ 0 h 316"/>
                  <a:gd name="T58" fmla="*/ 2736 w 294"/>
                  <a:gd name="T59" fmla="*/ 92 h 316"/>
                  <a:gd name="T60" fmla="*/ 2882 w 294"/>
                  <a:gd name="T61" fmla="*/ 215 h 316"/>
                  <a:gd name="T62" fmla="*/ 3009 w 294"/>
                  <a:gd name="T63" fmla="*/ 299 h 316"/>
                  <a:gd name="T64" fmla="*/ 3192 w 294"/>
                  <a:gd name="T65" fmla="*/ 594 h 31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4" h="316">
                    <a:moveTo>
                      <a:pt x="262" y="151"/>
                    </a:moveTo>
                    <a:cubicBezTo>
                      <a:pt x="269" y="163"/>
                      <a:pt x="276" y="181"/>
                      <a:pt x="281" y="198"/>
                    </a:cubicBezTo>
                    <a:cubicBezTo>
                      <a:pt x="285" y="213"/>
                      <a:pt x="291" y="245"/>
                      <a:pt x="294" y="265"/>
                    </a:cubicBezTo>
                    <a:cubicBezTo>
                      <a:pt x="291" y="275"/>
                      <a:pt x="279" y="301"/>
                      <a:pt x="271" y="304"/>
                    </a:cubicBezTo>
                    <a:cubicBezTo>
                      <a:pt x="266" y="306"/>
                      <a:pt x="263" y="303"/>
                      <a:pt x="258" y="305"/>
                    </a:cubicBezTo>
                    <a:cubicBezTo>
                      <a:pt x="252" y="306"/>
                      <a:pt x="241" y="316"/>
                      <a:pt x="237" y="307"/>
                    </a:cubicBezTo>
                    <a:cubicBezTo>
                      <a:pt x="230" y="313"/>
                      <a:pt x="223" y="310"/>
                      <a:pt x="215" y="309"/>
                    </a:cubicBezTo>
                    <a:cubicBezTo>
                      <a:pt x="215" y="309"/>
                      <a:pt x="207" y="310"/>
                      <a:pt x="207" y="310"/>
                    </a:cubicBezTo>
                    <a:cubicBezTo>
                      <a:pt x="209" y="310"/>
                      <a:pt x="198" y="312"/>
                      <a:pt x="200" y="312"/>
                    </a:cubicBezTo>
                    <a:cubicBezTo>
                      <a:pt x="195" y="311"/>
                      <a:pt x="192" y="308"/>
                      <a:pt x="187" y="307"/>
                    </a:cubicBezTo>
                    <a:cubicBezTo>
                      <a:pt x="181" y="305"/>
                      <a:pt x="174" y="302"/>
                      <a:pt x="167" y="302"/>
                    </a:cubicBezTo>
                    <a:cubicBezTo>
                      <a:pt x="155" y="303"/>
                      <a:pt x="129" y="297"/>
                      <a:pt x="120" y="289"/>
                    </a:cubicBezTo>
                    <a:cubicBezTo>
                      <a:pt x="113" y="282"/>
                      <a:pt x="111" y="276"/>
                      <a:pt x="115" y="266"/>
                    </a:cubicBezTo>
                    <a:cubicBezTo>
                      <a:pt x="109" y="270"/>
                      <a:pt x="110" y="273"/>
                      <a:pt x="101" y="274"/>
                    </a:cubicBezTo>
                    <a:cubicBezTo>
                      <a:pt x="94" y="274"/>
                      <a:pt x="92" y="272"/>
                      <a:pt x="86" y="268"/>
                    </a:cubicBezTo>
                    <a:cubicBezTo>
                      <a:pt x="74" y="258"/>
                      <a:pt x="62" y="249"/>
                      <a:pt x="53" y="236"/>
                    </a:cubicBezTo>
                    <a:cubicBezTo>
                      <a:pt x="49" y="230"/>
                      <a:pt x="46" y="225"/>
                      <a:pt x="41" y="221"/>
                    </a:cubicBezTo>
                    <a:cubicBezTo>
                      <a:pt x="33" y="216"/>
                      <a:pt x="26" y="212"/>
                      <a:pt x="19" y="206"/>
                    </a:cubicBezTo>
                    <a:cubicBezTo>
                      <a:pt x="4" y="195"/>
                      <a:pt x="4" y="190"/>
                      <a:pt x="0" y="175"/>
                    </a:cubicBezTo>
                    <a:cubicBezTo>
                      <a:pt x="1" y="174"/>
                      <a:pt x="1" y="174"/>
                      <a:pt x="1" y="174"/>
                    </a:cubicBezTo>
                    <a:cubicBezTo>
                      <a:pt x="4" y="164"/>
                      <a:pt x="4" y="145"/>
                      <a:pt x="11" y="137"/>
                    </a:cubicBezTo>
                    <a:cubicBezTo>
                      <a:pt x="12" y="136"/>
                      <a:pt x="12" y="134"/>
                      <a:pt x="13" y="133"/>
                    </a:cubicBezTo>
                    <a:cubicBezTo>
                      <a:pt x="13" y="132"/>
                      <a:pt x="14" y="131"/>
                      <a:pt x="15" y="130"/>
                    </a:cubicBezTo>
                    <a:cubicBezTo>
                      <a:pt x="17" y="127"/>
                      <a:pt x="18" y="124"/>
                      <a:pt x="20" y="122"/>
                    </a:cubicBezTo>
                    <a:cubicBezTo>
                      <a:pt x="26" y="112"/>
                      <a:pt x="50" y="86"/>
                      <a:pt x="58" y="77"/>
                    </a:cubicBezTo>
                    <a:cubicBezTo>
                      <a:pt x="70" y="67"/>
                      <a:pt x="86" y="53"/>
                      <a:pt x="104" y="39"/>
                    </a:cubicBezTo>
                    <a:cubicBezTo>
                      <a:pt x="118" y="29"/>
                      <a:pt x="137" y="20"/>
                      <a:pt x="141" y="12"/>
                    </a:cubicBezTo>
                    <a:cubicBezTo>
                      <a:pt x="144" y="3"/>
                      <a:pt x="146" y="3"/>
                      <a:pt x="146" y="3"/>
                    </a:cubicBezTo>
                    <a:cubicBezTo>
                      <a:pt x="159" y="8"/>
                      <a:pt x="175" y="3"/>
                      <a:pt x="190" y="0"/>
                    </a:cubicBezTo>
                    <a:cubicBezTo>
                      <a:pt x="213" y="1"/>
                      <a:pt x="213" y="4"/>
                      <a:pt x="220" y="6"/>
                    </a:cubicBezTo>
                    <a:cubicBezTo>
                      <a:pt x="227" y="8"/>
                      <a:pt x="230" y="9"/>
                      <a:pt x="232" y="14"/>
                    </a:cubicBezTo>
                    <a:cubicBezTo>
                      <a:pt x="235" y="19"/>
                      <a:pt x="236" y="19"/>
                      <a:pt x="242" y="20"/>
                    </a:cubicBezTo>
                    <a:cubicBezTo>
                      <a:pt x="248" y="22"/>
                      <a:pt x="254" y="31"/>
                      <a:pt x="257" y="3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0" name="Freeform 926">
                <a:extLst>
                  <a:ext uri="{FF2B5EF4-FFF2-40B4-BE49-F238E27FC236}">
                    <a16:creationId xmlns:a16="http://schemas.microsoft.com/office/drawing/2014/main" id="{0CD0F43B-108D-486B-BA12-68C1CE896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175"/>
                <a:ext cx="26" cy="67"/>
              </a:xfrm>
              <a:custGeom>
                <a:avLst/>
                <a:gdLst>
                  <a:gd name="T0" fmla="*/ 144 w 11"/>
                  <a:gd name="T1" fmla="*/ 0 h 27"/>
                  <a:gd name="T2" fmla="*/ 40 w 11"/>
                  <a:gd name="T3" fmla="*/ 278 h 27"/>
                  <a:gd name="T4" fmla="*/ 0 w 11"/>
                  <a:gd name="T5" fmla="*/ 4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10" y="6"/>
                      <a:pt x="5" y="11"/>
                      <a:pt x="3" y="18"/>
                    </a:cubicBezTo>
                    <a:cubicBezTo>
                      <a:pt x="2" y="22"/>
                      <a:pt x="2" y="24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1" name="Freeform 927">
                <a:extLst>
                  <a:ext uri="{FF2B5EF4-FFF2-40B4-BE49-F238E27FC236}">
                    <a16:creationId xmlns:a16="http://schemas.microsoft.com/office/drawing/2014/main" id="{746710BF-CAF0-4BBB-9AA0-234E4CD13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938"/>
                <a:ext cx="146" cy="124"/>
              </a:xfrm>
              <a:custGeom>
                <a:avLst/>
                <a:gdLst>
                  <a:gd name="T0" fmla="*/ 0 w 63"/>
                  <a:gd name="T1" fmla="*/ 0 h 50"/>
                  <a:gd name="T2" fmla="*/ 209 w 63"/>
                  <a:gd name="T3" fmla="*/ 412 h 50"/>
                  <a:gd name="T4" fmla="*/ 783 w 63"/>
                  <a:gd name="T5" fmla="*/ 73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0">
                    <a:moveTo>
                      <a:pt x="0" y="0"/>
                    </a:moveTo>
                    <a:cubicBezTo>
                      <a:pt x="5" y="13"/>
                      <a:pt x="6" y="18"/>
                      <a:pt x="17" y="27"/>
                    </a:cubicBezTo>
                    <a:cubicBezTo>
                      <a:pt x="29" y="38"/>
                      <a:pt x="45" y="50"/>
                      <a:pt x="63" y="48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2" name="Freeform 928">
                <a:extLst>
                  <a:ext uri="{FF2B5EF4-FFF2-40B4-BE49-F238E27FC236}">
                    <a16:creationId xmlns:a16="http://schemas.microsoft.com/office/drawing/2014/main" id="{0925538E-BD0E-412C-A309-B07B936EE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872"/>
                <a:ext cx="299" cy="93"/>
              </a:xfrm>
              <a:custGeom>
                <a:avLst/>
                <a:gdLst>
                  <a:gd name="T0" fmla="*/ 1606 w 129"/>
                  <a:gd name="T1" fmla="*/ 294 h 38"/>
                  <a:gd name="T2" fmla="*/ 869 w 129"/>
                  <a:gd name="T3" fmla="*/ 306 h 38"/>
                  <a:gd name="T4" fmla="*/ 338 w 129"/>
                  <a:gd name="T5" fmla="*/ 191 h 38"/>
                  <a:gd name="T6" fmla="*/ 114 w 129"/>
                  <a:gd name="T7" fmla="*/ 132 h 38"/>
                  <a:gd name="T8" fmla="*/ 0 w 12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38">
                    <a:moveTo>
                      <a:pt x="129" y="20"/>
                    </a:moveTo>
                    <a:cubicBezTo>
                      <a:pt x="112" y="38"/>
                      <a:pt x="90" y="26"/>
                      <a:pt x="70" y="21"/>
                    </a:cubicBezTo>
                    <a:cubicBezTo>
                      <a:pt x="57" y="17"/>
                      <a:pt x="39" y="15"/>
                      <a:pt x="27" y="13"/>
                    </a:cubicBezTo>
                    <a:cubicBezTo>
                      <a:pt x="21" y="12"/>
                      <a:pt x="15" y="13"/>
                      <a:pt x="9" y="9"/>
                    </a:cubicBezTo>
                    <a:cubicBezTo>
                      <a:pt x="5" y="6"/>
                      <a:pt x="4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3" name="Freeform 929">
                <a:extLst>
                  <a:ext uri="{FF2B5EF4-FFF2-40B4-BE49-F238E27FC236}">
                    <a16:creationId xmlns:a16="http://schemas.microsoft.com/office/drawing/2014/main" id="{5EDEA9EC-E177-4C8E-ACF7-A2C1A0504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859"/>
                <a:ext cx="213" cy="57"/>
              </a:xfrm>
              <a:custGeom>
                <a:avLst/>
                <a:gdLst>
                  <a:gd name="T0" fmla="*/ 1141 w 92"/>
                  <a:gd name="T1" fmla="*/ 0 h 23"/>
                  <a:gd name="T2" fmla="*/ 669 w 92"/>
                  <a:gd name="T3" fmla="*/ 258 h 23"/>
                  <a:gd name="T4" fmla="*/ 0 w 92"/>
                  <a:gd name="T5" fmla="*/ 19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3">
                    <a:moveTo>
                      <a:pt x="92" y="0"/>
                    </a:moveTo>
                    <a:cubicBezTo>
                      <a:pt x="78" y="5"/>
                      <a:pt x="68" y="14"/>
                      <a:pt x="54" y="17"/>
                    </a:cubicBezTo>
                    <a:cubicBezTo>
                      <a:pt x="36" y="21"/>
                      <a:pt x="14" y="23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4" name="Freeform 930">
                <a:extLst>
                  <a:ext uri="{FF2B5EF4-FFF2-40B4-BE49-F238E27FC236}">
                    <a16:creationId xmlns:a16="http://schemas.microsoft.com/office/drawing/2014/main" id="{71E7E2CA-E22A-4CE1-AF38-F8CB86E6E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411"/>
                <a:ext cx="106" cy="450"/>
              </a:xfrm>
              <a:custGeom>
                <a:avLst/>
                <a:gdLst>
                  <a:gd name="T0" fmla="*/ 111 w 46"/>
                  <a:gd name="T1" fmla="*/ 2208 h 182"/>
                  <a:gd name="T2" fmla="*/ 171 w 46"/>
                  <a:gd name="T3" fmla="*/ 2072 h 182"/>
                  <a:gd name="T4" fmla="*/ 111 w 46"/>
                  <a:gd name="T5" fmla="*/ 1980 h 182"/>
                  <a:gd name="T6" fmla="*/ 85 w 46"/>
                  <a:gd name="T7" fmla="*/ 1919 h 182"/>
                  <a:gd name="T8" fmla="*/ 65 w 46"/>
                  <a:gd name="T9" fmla="*/ 1827 h 182"/>
                  <a:gd name="T10" fmla="*/ 65 w 46"/>
                  <a:gd name="T11" fmla="*/ 1815 h 182"/>
                  <a:gd name="T12" fmla="*/ 85 w 46"/>
                  <a:gd name="T13" fmla="*/ 1785 h 182"/>
                  <a:gd name="T14" fmla="*/ 111 w 46"/>
                  <a:gd name="T15" fmla="*/ 1755 h 182"/>
                  <a:gd name="T16" fmla="*/ 94 w 46"/>
                  <a:gd name="T17" fmla="*/ 1664 h 182"/>
                  <a:gd name="T18" fmla="*/ 37 w 46"/>
                  <a:gd name="T19" fmla="*/ 1179 h 182"/>
                  <a:gd name="T20" fmla="*/ 85 w 46"/>
                  <a:gd name="T21" fmla="*/ 843 h 182"/>
                  <a:gd name="T22" fmla="*/ 318 w 46"/>
                  <a:gd name="T23" fmla="*/ 532 h 182"/>
                  <a:gd name="T24" fmla="*/ 244 w 46"/>
                  <a:gd name="T25" fmla="*/ 331 h 182"/>
                  <a:gd name="T26" fmla="*/ 111 w 46"/>
                  <a:gd name="T27" fmla="*/ 361 h 182"/>
                  <a:gd name="T28" fmla="*/ 171 w 46"/>
                  <a:gd name="T29" fmla="*/ 299 h 182"/>
                  <a:gd name="T30" fmla="*/ 281 w 46"/>
                  <a:gd name="T31" fmla="*/ 215 h 182"/>
                  <a:gd name="T32" fmla="*/ 562 w 46"/>
                  <a:gd name="T33" fmla="*/ 74 h 182"/>
                  <a:gd name="T34" fmla="*/ 562 w 46"/>
                  <a:gd name="T35" fmla="*/ 423 h 182"/>
                  <a:gd name="T36" fmla="*/ 346 w 46"/>
                  <a:gd name="T37" fmla="*/ 739 h 182"/>
                  <a:gd name="T38" fmla="*/ 281 w 46"/>
                  <a:gd name="T39" fmla="*/ 1076 h 182"/>
                  <a:gd name="T40" fmla="*/ 355 w 46"/>
                  <a:gd name="T41" fmla="*/ 1558 h 182"/>
                  <a:gd name="T42" fmla="*/ 355 w 46"/>
                  <a:gd name="T43" fmla="*/ 1632 h 182"/>
                  <a:gd name="T44" fmla="*/ 281 w 46"/>
                  <a:gd name="T45" fmla="*/ 1785 h 182"/>
                  <a:gd name="T46" fmla="*/ 318 w 46"/>
                  <a:gd name="T47" fmla="*/ 1906 h 182"/>
                  <a:gd name="T48" fmla="*/ 256 w 46"/>
                  <a:gd name="T49" fmla="*/ 2055 h 182"/>
                  <a:gd name="T50" fmla="*/ 272 w 46"/>
                  <a:gd name="T51" fmla="*/ 2176 h 182"/>
                  <a:gd name="T52" fmla="*/ 233 w 46"/>
                  <a:gd name="T53" fmla="*/ 2250 h 182"/>
                  <a:gd name="T54" fmla="*/ 196 w 46"/>
                  <a:gd name="T55" fmla="*/ 2403 h 182"/>
                  <a:gd name="T56" fmla="*/ 134 w 46"/>
                  <a:gd name="T57" fmla="*/ 2475 h 182"/>
                  <a:gd name="T58" fmla="*/ 65 w 46"/>
                  <a:gd name="T59" fmla="*/ 2648 h 182"/>
                  <a:gd name="T60" fmla="*/ 12 w 46"/>
                  <a:gd name="T61" fmla="*/ 2752 h 182"/>
                  <a:gd name="T62" fmla="*/ 122 w 46"/>
                  <a:gd name="T63" fmla="*/ 2280 h 182"/>
                  <a:gd name="T64" fmla="*/ 111 w 46"/>
                  <a:gd name="T65" fmla="*/ 2208 h 1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6" h="182">
                    <a:moveTo>
                      <a:pt x="9" y="146"/>
                    </a:moveTo>
                    <a:cubicBezTo>
                      <a:pt x="11" y="143"/>
                      <a:pt x="14" y="142"/>
                      <a:pt x="14" y="137"/>
                    </a:cubicBezTo>
                    <a:cubicBezTo>
                      <a:pt x="13" y="134"/>
                      <a:pt x="11" y="133"/>
                      <a:pt x="9" y="131"/>
                    </a:cubicBezTo>
                    <a:cubicBezTo>
                      <a:pt x="8" y="129"/>
                      <a:pt x="8" y="129"/>
                      <a:pt x="7" y="127"/>
                    </a:cubicBezTo>
                    <a:cubicBezTo>
                      <a:pt x="6" y="125"/>
                      <a:pt x="6" y="123"/>
                      <a:pt x="5" y="121"/>
                    </a:cubicBezTo>
                    <a:cubicBezTo>
                      <a:pt x="5" y="121"/>
                      <a:pt x="5" y="120"/>
                      <a:pt x="5" y="120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8" y="117"/>
                      <a:pt x="8" y="116"/>
                      <a:pt x="9" y="116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4" y="99"/>
                      <a:pt x="0" y="86"/>
                      <a:pt x="3" y="78"/>
                    </a:cubicBezTo>
                    <a:cubicBezTo>
                      <a:pt x="6" y="69"/>
                      <a:pt x="5" y="68"/>
                      <a:pt x="7" y="56"/>
                    </a:cubicBezTo>
                    <a:cubicBezTo>
                      <a:pt x="10" y="44"/>
                      <a:pt x="20" y="41"/>
                      <a:pt x="26" y="35"/>
                    </a:cubicBezTo>
                    <a:cubicBezTo>
                      <a:pt x="22" y="32"/>
                      <a:pt x="20" y="28"/>
                      <a:pt x="20" y="22"/>
                    </a:cubicBezTo>
                    <a:cubicBezTo>
                      <a:pt x="17" y="24"/>
                      <a:pt x="13" y="25"/>
                      <a:pt x="9" y="24"/>
                    </a:cubicBezTo>
                    <a:cubicBezTo>
                      <a:pt x="10" y="23"/>
                      <a:pt x="12" y="21"/>
                      <a:pt x="14" y="20"/>
                    </a:cubicBezTo>
                    <a:cubicBezTo>
                      <a:pt x="17" y="19"/>
                      <a:pt x="20" y="17"/>
                      <a:pt x="23" y="14"/>
                    </a:cubicBezTo>
                    <a:cubicBezTo>
                      <a:pt x="29" y="5"/>
                      <a:pt x="40" y="0"/>
                      <a:pt x="46" y="5"/>
                    </a:cubicBezTo>
                    <a:cubicBezTo>
                      <a:pt x="39" y="8"/>
                      <a:pt x="40" y="22"/>
                      <a:pt x="46" y="28"/>
                    </a:cubicBezTo>
                    <a:cubicBezTo>
                      <a:pt x="41" y="34"/>
                      <a:pt x="30" y="37"/>
                      <a:pt x="28" y="49"/>
                    </a:cubicBezTo>
                    <a:cubicBezTo>
                      <a:pt x="26" y="60"/>
                      <a:pt x="26" y="62"/>
                      <a:pt x="23" y="71"/>
                    </a:cubicBezTo>
                    <a:cubicBezTo>
                      <a:pt x="20" y="79"/>
                      <a:pt x="25" y="92"/>
                      <a:pt x="29" y="103"/>
                    </a:cubicBezTo>
                    <a:cubicBezTo>
                      <a:pt x="29" y="108"/>
                      <a:pt x="29" y="108"/>
                      <a:pt x="29" y="108"/>
                    </a:cubicBezTo>
                    <a:cubicBezTo>
                      <a:pt x="27" y="111"/>
                      <a:pt x="23" y="115"/>
                      <a:pt x="23" y="118"/>
                    </a:cubicBezTo>
                    <a:cubicBezTo>
                      <a:pt x="24" y="122"/>
                      <a:pt x="26" y="122"/>
                      <a:pt x="26" y="126"/>
                    </a:cubicBezTo>
                    <a:cubicBezTo>
                      <a:pt x="25" y="129"/>
                      <a:pt x="21" y="132"/>
                      <a:pt x="21" y="136"/>
                    </a:cubicBezTo>
                    <a:cubicBezTo>
                      <a:pt x="21" y="138"/>
                      <a:pt x="23" y="142"/>
                      <a:pt x="22" y="144"/>
                    </a:cubicBezTo>
                    <a:cubicBezTo>
                      <a:pt x="22" y="147"/>
                      <a:pt x="21" y="147"/>
                      <a:pt x="19" y="149"/>
                    </a:cubicBezTo>
                    <a:cubicBezTo>
                      <a:pt x="16" y="153"/>
                      <a:pt x="18" y="155"/>
                      <a:pt x="16" y="159"/>
                    </a:cubicBezTo>
                    <a:cubicBezTo>
                      <a:pt x="15" y="162"/>
                      <a:pt x="13" y="161"/>
                      <a:pt x="11" y="164"/>
                    </a:cubicBezTo>
                    <a:cubicBezTo>
                      <a:pt x="7" y="167"/>
                      <a:pt x="5" y="170"/>
                      <a:pt x="5" y="175"/>
                    </a:cubicBezTo>
                    <a:cubicBezTo>
                      <a:pt x="4" y="178"/>
                      <a:pt x="3" y="180"/>
                      <a:pt x="1" y="182"/>
                    </a:cubicBezTo>
                    <a:cubicBezTo>
                      <a:pt x="6" y="173"/>
                      <a:pt x="9" y="157"/>
                      <a:pt x="10" y="151"/>
                    </a:cubicBezTo>
                    <a:cubicBezTo>
                      <a:pt x="10" y="150"/>
                      <a:pt x="9" y="147"/>
                      <a:pt x="9" y="14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5" name="Freeform 931">
                <a:extLst>
                  <a:ext uri="{FF2B5EF4-FFF2-40B4-BE49-F238E27FC236}">
                    <a16:creationId xmlns:a16="http://schemas.microsoft.com/office/drawing/2014/main" id="{19F68FC3-F07D-41C3-ACA3-085903273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559"/>
                <a:ext cx="700" cy="450"/>
              </a:xfrm>
              <a:custGeom>
                <a:avLst/>
                <a:gdLst>
                  <a:gd name="T0" fmla="*/ 436 w 302"/>
                  <a:gd name="T1" fmla="*/ 1798 h 182"/>
                  <a:gd name="T2" fmla="*/ 12 w 302"/>
                  <a:gd name="T3" fmla="*/ 789 h 182"/>
                  <a:gd name="T4" fmla="*/ 102 w 302"/>
                  <a:gd name="T5" fmla="*/ 299 h 182"/>
                  <a:gd name="T6" fmla="*/ 399 w 302"/>
                  <a:gd name="T7" fmla="*/ 74 h 182"/>
                  <a:gd name="T8" fmla="*/ 1011 w 302"/>
                  <a:gd name="T9" fmla="*/ 349 h 182"/>
                  <a:gd name="T10" fmla="*/ 1198 w 302"/>
                  <a:gd name="T11" fmla="*/ 831 h 182"/>
                  <a:gd name="T12" fmla="*/ 1161 w 302"/>
                  <a:gd name="T13" fmla="*/ 1076 h 182"/>
                  <a:gd name="T14" fmla="*/ 1171 w 302"/>
                  <a:gd name="T15" fmla="*/ 1407 h 182"/>
                  <a:gd name="T16" fmla="*/ 1493 w 302"/>
                  <a:gd name="T17" fmla="*/ 1387 h 182"/>
                  <a:gd name="T18" fmla="*/ 1634 w 302"/>
                  <a:gd name="T19" fmla="*/ 1118 h 182"/>
                  <a:gd name="T20" fmla="*/ 1456 w 302"/>
                  <a:gd name="T21" fmla="*/ 954 h 182"/>
                  <a:gd name="T22" fmla="*/ 1370 w 302"/>
                  <a:gd name="T23" fmla="*/ 875 h 182"/>
                  <a:gd name="T24" fmla="*/ 1268 w 302"/>
                  <a:gd name="T25" fmla="*/ 502 h 182"/>
                  <a:gd name="T26" fmla="*/ 1256 w 302"/>
                  <a:gd name="T27" fmla="*/ 423 h 182"/>
                  <a:gd name="T28" fmla="*/ 1532 w 302"/>
                  <a:gd name="T29" fmla="*/ 668 h 182"/>
                  <a:gd name="T30" fmla="*/ 1680 w 302"/>
                  <a:gd name="T31" fmla="*/ 391 h 182"/>
                  <a:gd name="T32" fmla="*/ 1655 w 302"/>
                  <a:gd name="T33" fmla="*/ 349 h 182"/>
                  <a:gd name="T34" fmla="*/ 2788 w 302"/>
                  <a:gd name="T35" fmla="*/ 618 h 182"/>
                  <a:gd name="T36" fmla="*/ 3762 w 302"/>
                  <a:gd name="T37" fmla="*/ 618 h 182"/>
                  <a:gd name="T38" fmla="*/ 2768 w 302"/>
                  <a:gd name="T39" fmla="*/ 1785 h 182"/>
                  <a:gd name="T40" fmla="*/ 1720 w 302"/>
                  <a:gd name="T41" fmla="*/ 2537 h 182"/>
                  <a:gd name="T42" fmla="*/ 387 w 302"/>
                  <a:gd name="T43" fmla="*/ 2371 h 182"/>
                  <a:gd name="T44" fmla="*/ 436 w 302"/>
                  <a:gd name="T45" fmla="*/ 1798 h 18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02" h="182">
                    <a:moveTo>
                      <a:pt x="35" y="119"/>
                    </a:moveTo>
                    <a:cubicBezTo>
                      <a:pt x="36" y="69"/>
                      <a:pt x="0" y="64"/>
                      <a:pt x="1" y="52"/>
                    </a:cubicBezTo>
                    <a:cubicBezTo>
                      <a:pt x="2" y="39"/>
                      <a:pt x="3" y="27"/>
                      <a:pt x="8" y="20"/>
                    </a:cubicBezTo>
                    <a:cubicBezTo>
                      <a:pt x="13" y="11"/>
                      <a:pt x="14" y="0"/>
                      <a:pt x="32" y="5"/>
                    </a:cubicBezTo>
                    <a:cubicBezTo>
                      <a:pt x="50" y="10"/>
                      <a:pt x="73" y="19"/>
                      <a:pt x="81" y="23"/>
                    </a:cubicBezTo>
                    <a:cubicBezTo>
                      <a:pt x="87" y="27"/>
                      <a:pt x="93" y="44"/>
                      <a:pt x="96" y="55"/>
                    </a:cubicBezTo>
                    <a:cubicBezTo>
                      <a:pt x="96" y="59"/>
                      <a:pt x="94" y="68"/>
                      <a:pt x="93" y="71"/>
                    </a:cubicBezTo>
                    <a:cubicBezTo>
                      <a:pt x="90" y="78"/>
                      <a:pt x="88" y="88"/>
                      <a:pt x="94" y="93"/>
                    </a:cubicBezTo>
                    <a:cubicBezTo>
                      <a:pt x="110" y="104"/>
                      <a:pt x="119" y="96"/>
                      <a:pt x="120" y="92"/>
                    </a:cubicBezTo>
                    <a:cubicBezTo>
                      <a:pt x="124" y="92"/>
                      <a:pt x="135" y="84"/>
                      <a:pt x="131" y="74"/>
                    </a:cubicBezTo>
                    <a:cubicBezTo>
                      <a:pt x="129" y="67"/>
                      <a:pt x="123" y="64"/>
                      <a:pt x="117" y="63"/>
                    </a:cubicBezTo>
                    <a:cubicBezTo>
                      <a:pt x="115" y="62"/>
                      <a:pt x="111" y="61"/>
                      <a:pt x="110" y="58"/>
                    </a:cubicBezTo>
                    <a:cubicBezTo>
                      <a:pt x="108" y="51"/>
                      <a:pt x="105" y="41"/>
                      <a:pt x="102" y="33"/>
                    </a:cubicBezTo>
                    <a:cubicBezTo>
                      <a:pt x="102" y="31"/>
                      <a:pt x="101" y="30"/>
                      <a:pt x="101" y="28"/>
                    </a:cubicBezTo>
                    <a:cubicBezTo>
                      <a:pt x="105" y="34"/>
                      <a:pt x="112" y="44"/>
                      <a:pt x="123" y="44"/>
                    </a:cubicBezTo>
                    <a:cubicBezTo>
                      <a:pt x="137" y="45"/>
                      <a:pt x="140" y="31"/>
                      <a:pt x="135" y="26"/>
                    </a:cubicBezTo>
                    <a:cubicBezTo>
                      <a:pt x="134" y="25"/>
                      <a:pt x="133" y="24"/>
                      <a:pt x="133" y="23"/>
                    </a:cubicBezTo>
                    <a:cubicBezTo>
                      <a:pt x="156" y="37"/>
                      <a:pt x="189" y="41"/>
                      <a:pt x="224" y="41"/>
                    </a:cubicBezTo>
                    <a:cubicBezTo>
                      <a:pt x="249" y="41"/>
                      <a:pt x="275" y="41"/>
                      <a:pt x="302" y="41"/>
                    </a:cubicBezTo>
                    <a:cubicBezTo>
                      <a:pt x="295" y="90"/>
                      <a:pt x="249" y="124"/>
                      <a:pt x="222" y="118"/>
                    </a:cubicBezTo>
                    <a:cubicBezTo>
                      <a:pt x="222" y="135"/>
                      <a:pt x="168" y="172"/>
                      <a:pt x="138" y="168"/>
                    </a:cubicBezTo>
                    <a:cubicBezTo>
                      <a:pt x="136" y="182"/>
                      <a:pt x="61" y="167"/>
                      <a:pt x="31" y="157"/>
                    </a:cubicBezTo>
                    <a:cubicBezTo>
                      <a:pt x="34" y="145"/>
                      <a:pt x="35" y="132"/>
                      <a:pt x="35" y="1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6" name="Freeform 932">
                <a:extLst>
                  <a:ext uri="{FF2B5EF4-FFF2-40B4-BE49-F238E27FC236}">
                    <a16:creationId xmlns:a16="http://schemas.microsoft.com/office/drawing/2014/main" id="{C3C8635B-DB2A-4B19-9AB2-163070E1C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273"/>
                <a:ext cx="2398" cy="1632"/>
              </a:xfrm>
              <a:custGeom>
                <a:avLst/>
                <a:gdLst>
                  <a:gd name="T0" fmla="*/ 8235 w 1034"/>
                  <a:gd name="T1" fmla="*/ 8224 h 660"/>
                  <a:gd name="T2" fmla="*/ 9353 w 1034"/>
                  <a:gd name="T3" fmla="*/ 8481 h 660"/>
                  <a:gd name="T4" fmla="*/ 10552 w 1034"/>
                  <a:gd name="T5" fmla="*/ 8469 h 660"/>
                  <a:gd name="T6" fmla="*/ 11440 w 1034"/>
                  <a:gd name="T7" fmla="*/ 8254 h 660"/>
                  <a:gd name="T8" fmla="*/ 12725 w 1034"/>
                  <a:gd name="T9" fmla="*/ 7032 h 660"/>
                  <a:gd name="T10" fmla="*/ 12897 w 1034"/>
                  <a:gd name="T11" fmla="*/ 6036 h 660"/>
                  <a:gd name="T12" fmla="*/ 12811 w 1034"/>
                  <a:gd name="T13" fmla="*/ 5729 h 660"/>
                  <a:gd name="T14" fmla="*/ 12832 w 1034"/>
                  <a:gd name="T15" fmla="*/ 4990 h 660"/>
                  <a:gd name="T16" fmla="*/ 12558 w 1034"/>
                  <a:gd name="T17" fmla="*/ 3914 h 660"/>
                  <a:gd name="T18" fmla="*/ 12199 w 1034"/>
                  <a:gd name="T19" fmla="*/ 3081 h 660"/>
                  <a:gd name="T20" fmla="*/ 11600 w 1034"/>
                  <a:gd name="T21" fmla="*/ 2329 h 660"/>
                  <a:gd name="T22" fmla="*/ 10951 w 1034"/>
                  <a:gd name="T23" fmla="*/ 1511 h 660"/>
                  <a:gd name="T24" fmla="*/ 10251 w 1034"/>
                  <a:gd name="T25" fmla="*/ 1345 h 660"/>
                  <a:gd name="T26" fmla="*/ 9643 w 1034"/>
                  <a:gd name="T27" fmla="*/ 801 h 660"/>
                  <a:gd name="T28" fmla="*/ 8493 w 1034"/>
                  <a:gd name="T29" fmla="*/ 453 h 660"/>
                  <a:gd name="T30" fmla="*/ 7869 w 1034"/>
                  <a:gd name="T31" fmla="*/ 183 h 660"/>
                  <a:gd name="T32" fmla="*/ 7271 w 1034"/>
                  <a:gd name="T33" fmla="*/ 257 h 660"/>
                  <a:gd name="T34" fmla="*/ 7271 w 1034"/>
                  <a:gd name="T35" fmla="*/ 257 h 660"/>
                  <a:gd name="T36" fmla="*/ 6552 w 1034"/>
                  <a:gd name="T37" fmla="*/ 74 h 660"/>
                  <a:gd name="T38" fmla="*/ 5777 w 1034"/>
                  <a:gd name="T39" fmla="*/ 215 h 660"/>
                  <a:gd name="T40" fmla="*/ 5162 w 1034"/>
                  <a:gd name="T41" fmla="*/ 257 h 660"/>
                  <a:gd name="T42" fmla="*/ 4701 w 1034"/>
                  <a:gd name="T43" fmla="*/ 532 h 660"/>
                  <a:gd name="T44" fmla="*/ 4142 w 1034"/>
                  <a:gd name="T45" fmla="*/ 574 h 660"/>
                  <a:gd name="T46" fmla="*/ 3878 w 1034"/>
                  <a:gd name="T47" fmla="*/ 954 h 660"/>
                  <a:gd name="T48" fmla="*/ 3017 w 1034"/>
                  <a:gd name="T49" fmla="*/ 1088 h 660"/>
                  <a:gd name="T50" fmla="*/ 2136 w 1034"/>
                  <a:gd name="T51" fmla="*/ 1951 h 660"/>
                  <a:gd name="T52" fmla="*/ 1607 w 1034"/>
                  <a:gd name="T53" fmla="*/ 2433 h 660"/>
                  <a:gd name="T54" fmla="*/ 925 w 1034"/>
                  <a:gd name="T55" fmla="*/ 3571 h 660"/>
                  <a:gd name="T56" fmla="*/ 652 w 1034"/>
                  <a:gd name="T57" fmla="*/ 3914 h 660"/>
                  <a:gd name="T58" fmla="*/ 264 w 1034"/>
                  <a:gd name="T59" fmla="*/ 4824 h 660"/>
                  <a:gd name="T60" fmla="*/ 339 w 1034"/>
                  <a:gd name="T61" fmla="*/ 5020 h 660"/>
                  <a:gd name="T62" fmla="*/ 209 w 1034"/>
                  <a:gd name="T63" fmla="*/ 5156 h 660"/>
                  <a:gd name="T64" fmla="*/ 123 w 1034"/>
                  <a:gd name="T65" fmla="*/ 5700 h 660"/>
                  <a:gd name="T66" fmla="*/ 139 w 1034"/>
                  <a:gd name="T67" fmla="*/ 6016 h 660"/>
                  <a:gd name="T68" fmla="*/ 12 w 1034"/>
                  <a:gd name="T69" fmla="*/ 6639 h 660"/>
                  <a:gd name="T70" fmla="*/ 49 w 1034"/>
                  <a:gd name="T71" fmla="*/ 7485 h 660"/>
                  <a:gd name="T72" fmla="*/ 415 w 1034"/>
                  <a:gd name="T73" fmla="*/ 8469 h 660"/>
                  <a:gd name="T74" fmla="*/ 559 w 1034"/>
                  <a:gd name="T75" fmla="*/ 9221 h 660"/>
                  <a:gd name="T76" fmla="*/ 1570 w 1034"/>
                  <a:gd name="T77" fmla="*/ 9977 h 66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034" h="660">
                    <a:moveTo>
                      <a:pt x="660" y="544"/>
                    </a:moveTo>
                    <a:cubicBezTo>
                      <a:pt x="683" y="557"/>
                      <a:pt x="716" y="561"/>
                      <a:pt x="750" y="561"/>
                    </a:cubicBezTo>
                    <a:cubicBezTo>
                      <a:pt x="780" y="561"/>
                      <a:pt x="814" y="562"/>
                      <a:pt x="846" y="560"/>
                    </a:cubicBezTo>
                    <a:cubicBezTo>
                      <a:pt x="873" y="558"/>
                      <a:pt x="893" y="553"/>
                      <a:pt x="917" y="546"/>
                    </a:cubicBezTo>
                    <a:cubicBezTo>
                      <a:pt x="952" y="537"/>
                      <a:pt x="1011" y="502"/>
                      <a:pt x="1020" y="465"/>
                    </a:cubicBezTo>
                    <a:cubicBezTo>
                      <a:pt x="1029" y="428"/>
                      <a:pt x="1033" y="436"/>
                      <a:pt x="1034" y="399"/>
                    </a:cubicBezTo>
                    <a:cubicBezTo>
                      <a:pt x="1034" y="388"/>
                      <a:pt x="1033" y="380"/>
                      <a:pt x="1027" y="379"/>
                    </a:cubicBezTo>
                    <a:cubicBezTo>
                      <a:pt x="1033" y="374"/>
                      <a:pt x="1033" y="360"/>
                      <a:pt x="1029" y="330"/>
                    </a:cubicBezTo>
                    <a:cubicBezTo>
                      <a:pt x="1026" y="300"/>
                      <a:pt x="1019" y="259"/>
                      <a:pt x="1007" y="259"/>
                    </a:cubicBezTo>
                    <a:cubicBezTo>
                      <a:pt x="1012" y="249"/>
                      <a:pt x="997" y="225"/>
                      <a:pt x="978" y="204"/>
                    </a:cubicBezTo>
                    <a:cubicBezTo>
                      <a:pt x="963" y="188"/>
                      <a:pt x="948" y="144"/>
                      <a:pt x="930" y="154"/>
                    </a:cubicBezTo>
                    <a:cubicBezTo>
                      <a:pt x="942" y="135"/>
                      <a:pt x="894" y="109"/>
                      <a:pt x="878" y="100"/>
                    </a:cubicBezTo>
                    <a:cubicBezTo>
                      <a:pt x="861" y="91"/>
                      <a:pt x="836" y="73"/>
                      <a:pt x="822" y="89"/>
                    </a:cubicBezTo>
                    <a:cubicBezTo>
                      <a:pt x="845" y="69"/>
                      <a:pt x="786" y="58"/>
                      <a:pt x="773" y="53"/>
                    </a:cubicBezTo>
                    <a:cubicBezTo>
                      <a:pt x="752" y="45"/>
                      <a:pt x="699" y="5"/>
                      <a:pt x="681" y="30"/>
                    </a:cubicBezTo>
                    <a:cubicBezTo>
                      <a:pt x="686" y="16"/>
                      <a:pt x="656" y="16"/>
                      <a:pt x="631" y="12"/>
                    </a:cubicBezTo>
                    <a:cubicBezTo>
                      <a:pt x="605" y="9"/>
                      <a:pt x="583" y="4"/>
                      <a:pt x="583" y="17"/>
                    </a:cubicBezTo>
                    <a:cubicBezTo>
                      <a:pt x="583" y="17"/>
                      <a:pt x="583" y="17"/>
                      <a:pt x="583" y="17"/>
                    </a:cubicBezTo>
                    <a:cubicBezTo>
                      <a:pt x="582" y="5"/>
                      <a:pt x="554" y="1"/>
                      <a:pt x="525" y="5"/>
                    </a:cubicBezTo>
                    <a:cubicBezTo>
                      <a:pt x="500" y="9"/>
                      <a:pt x="464" y="0"/>
                      <a:pt x="463" y="14"/>
                    </a:cubicBezTo>
                    <a:cubicBezTo>
                      <a:pt x="461" y="3"/>
                      <a:pt x="438" y="11"/>
                      <a:pt x="414" y="17"/>
                    </a:cubicBezTo>
                    <a:cubicBezTo>
                      <a:pt x="394" y="23"/>
                      <a:pt x="378" y="24"/>
                      <a:pt x="377" y="35"/>
                    </a:cubicBezTo>
                    <a:cubicBezTo>
                      <a:pt x="374" y="24"/>
                      <a:pt x="348" y="33"/>
                      <a:pt x="332" y="38"/>
                    </a:cubicBezTo>
                    <a:cubicBezTo>
                      <a:pt x="318" y="42"/>
                      <a:pt x="309" y="52"/>
                      <a:pt x="311" y="63"/>
                    </a:cubicBezTo>
                    <a:cubicBezTo>
                      <a:pt x="299" y="47"/>
                      <a:pt x="264" y="63"/>
                      <a:pt x="242" y="72"/>
                    </a:cubicBezTo>
                    <a:cubicBezTo>
                      <a:pt x="217" y="82"/>
                      <a:pt x="171" y="108"/>
                      <a:pt x="171" y="129"/>
                    </a:cubicBezTo>
                    <a:cubicBezTo>
                      <a:pt x="159" y="117"/>
                      <a:pt x="121" y="147"/>
                      <a:pt x="129" y="161"/>
                    </a:cubicBezTo>
                    <a:cubicBezTo>
                      <a:pt x="115" y="151"/>
                      <a:pt x="56" y="217"/>
                      <a:pt x="74" y="236"/>
                    </a:cubicBezTo>
                    <a:cubicBezTo>
                      <a:pt x="68" y="236"/>
                      <a:pt x="65" y="235"/>
                      <a:pt x="52" y="259"/>
                    </a:cubicBezTo>
                    <a:cubicBezTo>
                      <a:pt x="39" y="283"/>
                      <a:pt x="22" y="312"/>
                      <a:pt x="21" y="319"/>
                    </a:cubicBezTo>
                    <a:cubicBezTo>
                      <a:pt x="19" y="326"/>
                      <a:pt x="27" y="332"/>
                      <a:pt x="27" y="332"/>
                    </a:cubicBezTo>
                    <a:cubicBezTo>
                      <a:pt x="27" y="332"/>
                      <a:pt x="22" y="331"/>
                      <a:pt x="17" y="341"/>
                    </a:cubicBezTo>
                    <a:cubicBezTo>
                      <a:pt x="12" y="353"/>
                      <a:pt x="11" y="364"/>
                      <a:pt x="10" y="377"/>
                    </a:cubicBezTo>
                    <a:cubicBezTo>
                      <a:pt x="10" y="384"/>
                      <a:pt x="12" y="392"/>
                      <a:pt x="11" y="398"/>
                    </a:cubicBezTo>
                    <a:cubicBezTo>
                      <a:pt x="10" y="412"/>
                      <a:pt x="2" y="424"/>
                      <a:pt x="1" y="439"/>
                    </a:cubicBezTo>
                    <a:cubicBezTo>
                      <a:pt x="0" y="458"/>
                      <a:pt x="2" y="477"/>
                      <a:pt x="4" y="495"/>
                    </a:cubicBezTo>
                    <a:cubicBezTo>
                      <a:pt x="6" y="515"/>
                      <a:pt x="10" y="554"/>
                      <a:pt x="33" y="560"/>
                    </a:cubicBezTo>
                    <a:cubicBezTo>
                      <a:pt x="26" y="582"/>
                      <a:pt x="29" y="592"/>
                      <a:pt x="45" y="610"/>
                    </a:cubicBezTo>
                    <a:cubicBezTo>
                      <a:pt x="62" y="625"/>
                      <a:pt x="92" y="657"/>
                      <a:pt x="126" y="66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7" name="Freeform 933">
                <a:extLst>
                  <a:ext uri="{FF2B5EF4-FFF2-40B4-BE49-F238E27FC236}">
                    <a16:creationId xmlns:a16="http://schemas.microsoft.com/office/drawing/2014/main" id="{113440CA-72A0-4308-9737-8FDF82657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891"/>
                <a:ext cx="1219" cy="1704"/>
              </a:xfrm>
              <a:custGeom>
                <a:avLst/>
                <a:gdLst>
                  <a:gd name="T0" fmla="*/ 1541 w 526"/>
                  <a:gd name="T1" fmla="*/ 10422 h 689"/>
                  <a:gd name="T2" fmla="*/ 1606 w 526"/>
                  <a:gd name="T3" fmla="*/ 8050 h 689"/>
                  <a:gd name="T4" fmla="*/ 1729 w 526"/>
                  <a:gd name="T5" fmla="*/ 7971 h 689"/>
                  <a:gd name="T6" fmla="*/ 1778 w 526"/>
                  <a:gd name="T7" fmla="*/ 8686 h 689"/>
                  <a:gd name="T8" fmla="*/ 1805 w 526"/>
                  <a:gd name="T9" fmla="*/ 8666 h 689"/>
                  <a:gd name="T10" fmla="*/ 1757 w 526"/>
                  <a:gd name="T11" fmla="*/ 6972 h 689"/>
                  <a:gd name="T12" fmla="*/ 1977 w 526"/>
                  <a:gd name="T13" fmla="*/ 4355 h 689"/>
                  <a:gd name="T14" fmla="*/ 3346 w 526"/>
                  <a:gd name="T15" fmla="*/ 3767 h 689"/>
                  <a:gd name="T16" fmla="*/ 4044 w 526"/>
                  <a:gd name="T17" fmla="*/ 4293 h 689"/>
                  <a:gd name="T18" fmla="*/ 4317 w 526"/>
                  <a:gd name="T19" fmla="*/ 4917 h 689"/>
                  <a:gd name="T20" fmla="*/ 4206 w 526"/>
                  <a:gd name="T21" fmla="*/ 4355 h 689"/>
                  <a:gd name="T22" fmla="*/ 4206 w 526"/>
                  <a:gd name="T23" fmla="*/ 4056 h 689"/>
                  <a:gd name="T24" fmla="*/ 4517 w 526"/>
                  <a:gd name="T25" fmla="*/ 4219 h 689"/>
                  <a:gd name="T26" fmla="*/ 4366 w 526"/>
                  <a:gd name="T27" fmla="*/ 3779 h 689"/>
                  <a:gd name="T28" fmla="*/ 4297 w 526"/>
                  <a:gd name="T29" fmla="*/ 3462 h 689"/>
                  <a:gd name="T30" fmla="*/ 4232 w 526"/>
                  <a:gd name="T31" fmla="*/ 3163 h 689"/>
                  <a:gd name="T32" fmla="*/ 4496 w 526"/>
                  <a:gd name="T33" fmla="*/ 2886 h 689"/>
                  <a:gd name="T34" fmla="*/ 4892 w 526"/>
                  <a:gd name="T35" fmla="*/ 2587 h 689"/>
                  <a:gd name="T36" fmla="*/ 5451 w 526"/>
                  <a:gd name="T37" fmla="*/ 2374 h 689"/>
                  <a:gd name="T38" fmla="*/ 4679 w 526"/>
                  <a:gd name="T39" fmla="*/ 967 h 689"/>
                  <a:gd name="T40" fmla="*/ 1541 w 526"/>
                  <a:gd name="T41" fmla="*/ 2312 h 689"/>
                  <a:gd name="T42" fmla="*/ 396 w 526"/>
                  <a:gd name="T43" fmla="*/ 3163 h 689"/>
                  <a:gd name="T44" fmla="*/ 248 w 526"/>
                  <a:gd name="T45" fmla="*/ 2147 h 689"/>
                  <a:gd name="T46" fmla="*/ 4060 w 526"/>
                  <a:gd name="T47" fmla="*/ 62 h 689"/>
                  <a:gd name="T48" fmla="*/ 6498 w 526"/>
                  <a:gd name="T49" fmla="*/ 1768 h 689"/>
                  <a:gd name="T50" fmla="*/ 5650 w 526"/>
                  <a:gd name="T51" fmla="*/ 2965 h 689"/>
                  <a:gd name="T52" fmla="*/ 4716 w 526"/>
                  <a:gd name="T53" fmla="*/ 2844 h 689"/>
                  <a:gd name="T54" fmla="*/ 4443 w 526"/>
                  <a:gd name="T55" fmla="*/ 3633 h 689"/>
                  <a:gd name="T56" fmla="*/ 4742 w 526"/>
                  <a:gd name="T57" fmla="*/ 4476 h 689"/>
                  <a:gd name="T58" fmla="*/ 4591 w 526"/>
                  <a:gd name="T59" fmla="*/ 4753 h 689"/>
                  <a:gd name="T60" fmla="*/ 4317 w 526"/>
                  <a:gd name="T61" fmla="*/ 4509 h 689"/>
                  <a:gd name="T62" fmla="*/ 4329 w 526"/>
                  <a:gd name="T63" fmla="*/ 4580 h 689"/>
                  <a:gd name="T64" fmla="*/ 4431 w 526"/>
                  <a:gd name="T65" fmla="*/ 4961 h 689"/>
                  <a:gd name="T66" fmla="*/ 4517 w 526"/>
                  <a:gd name="T67" fmla="*/ 5040 h 689"/>
                  <a:gd name="T68" fmla="*/ 4693 w 526"/>
                  <a:gd name="T69" fmla="*/ 5206 h 689"/>
                  <a:gd name="T70" fmla="*/ 4554 w 526"/>
                  <a:gd name="T71" fmla="*/ 5473 h 689"/>
                  <a:gd name="T72" fmla="*/ 4232 w 526"/>
                  <a:gd name="T73" fmla="*/ 5493 h 689"/>
                  <a:gd name="T74" fmla="*/ 4222 w 526"/>
                  <a:gd name="T75" fmla="*/ 5157 h 689"/>
                  <a:gd name="T76" fmla="*/ 4260 w 526"/>
                  <a:gd name="T77" fmla="*/ 4917 h 689"/>
                  <a:gd name="T78" fmla="*/ 4072 w 526"/>
                  <a:gd name="T79" fmla="*/ 4434 h 689"/>
                  <a:gd name="T80" fmla="*/ 3458 w 526"/>
                  <a:gd name="T81" fmla="*/ 4160 h 689"/>
                  <a:gd name="T82" fmla="*/ 3163 w 526"/>
                  <a:gd name="T83" fmla="*/ 4385 h 689"/>
                  <a:gd name="T84" fmla="*/ 3073 w 526"/>
                  <a:gd name="T85" fmla="*/ 4870 h 689"/>
                  <a:gd name="T86" fmla="*/ 3497 w 526"/>
                  <a:gd name="T87" fmla="*/ 5884 h 689"/>
                  <a:gd name="T88" fmla="*/ 2837 w 526"/>
                  <a:gd name="T89" fmla="*/ 7506 h 689"/>
                  <a:gd name="T90" fmla="*/ 2788 w 526"/>
                  <a:gd name="T91" fmla="*/ 8686 h 689"/>
                  <a:gd name="T92" fmla="*/ 2503 w 526"/>
                  <a:gd name="T93" fmla="*/ 10422 h 68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689">
                    <a:moveTo>
                      <a:pt x="124" y="689"/>
                    </a:moveTo>
                    <a:cubicBezTo>
                      <a:pt x="132" y="665"/>
                      <a:pt x="126" y="551"/>
                      <a:pt x="129" y="532"/>
                    </a:cubicBezTo>
                    <a:cubicBezTo>
                      <a:pt x="132" y="512"/>
                      <a:pt x="138" y="516"/>
                      <a:pt x="139" y="527"/>
                    </a:cubicBezTo>
                    <a:cubicBezTo>
                      <a:pt x="140" y="535"/>
                      <a:pt x="141" y="558"/>
                      <a:pt x="143" y="574"/>
                    </a:cubicBezTo>
                    <a:cubicBezTo>
                      <a:pt x="143" y="578"/>
                      <a:pt x="145" y="577"/>
                      <a:pt x="145" y="573"/>
                    </a:cubicBezTo>
                    <a:cubicBezTo>
                      <a:pt x="147" y="545"/>
                      <a:pt x="145" y="492"/>
                      <a:pt x="141" y="461"/>
                    </a:cubicBezTo>
                    <a:cubicBezTo>
                      <a:pt x="137" y="427"/>
                      <a:pt x="142" y="335"/>
                      <a:pt x="159" y="288"/>
                    </a:cubicBezTo>
                    <a:cubicBezTo>
                      <a:pt x="181" y="229"/>
                      <a:pt x="248" y="241"/>
                      <a:pt x="269" y="249"/>
                    </a:cubicBezTo>
                    <a:cubicBezTo>
                      <a:pt x="307" y="262"/>
                      <a:pt x="315" y="278"/>
                      <a:pt x="325" y="284"/>
                    </a:cubicBezTo>
                    <a:cubicBezTo>
                      <a:pt x="336" y="290"/>
                      <a:pt x="344" y="316"/>
                      <a:pt x="347" y="325"/>
                    </a:cubicBezTo>
                    <a:cubicBezTo>
                      <a:pt x="346" y="315"/>
                      <a:pt x="340" y="298"/>
                      <a:pt x="338" y="288"/>
                    </a:cubicBezTo>
                    <a:cubicBezTo>
                      <a:pt x="335" y="278"/>
                      <a:pt x="334" y="271"/>
                      <a:pt x="338" y="268"/>
                    </a:cubicBezTo>
                    <a:cubicBezTo>
                      <a:pt x="343" y="265"/>
                      <a:pt x="354" y="272"/>
                      <a:pt x="363" y="279"/>
                    </a:cubicBezTo>
                    <a:cubicBezTo>
                      <a:pt x="363" y="279"/>
                      <a:pt x="353" y="259"/>
                      <a:pt x="351" y="250"/>
                    </a:cubicBezTo>
                    <a:cubicBezTo>
                      <a:pt x="350" y="240"/>
                      <a:pt x="352" y="234"/>
                      <a:pt x="345" y="229"/>
                    </a:cubicBezTo>
                    <a:cubicBezTo>
                      <a:pt x="341" y="224"/>
                      <a:pt x="338" y="215"/>
                      <a:pt x="340" y="209"/>
                    </a:cubicBezTo>
                    <a:cubicBezTo>
                      <a:pt x="344" y="199"/>
                      <a:pt x="355" y="201"/>
                      <a:pt x="361" y="191"/>
                    </a:cubicBezTo>
                    <a:cubicBezTo>
                      <a:pt x="369" y="180"/>
                      <a:pt x="378" y="174"/>
                      <a:pt x="393" y="171"/>
                    </a:cubicBezTo>
                    <a:cubicBezTo>
                      <a:pt x="408" y="171"/>
                      <a:pt x="422" y="168"/>
                      <a:pt x="438" y="157"/>
                    </a:cubicBezTo>
                    <a:cubicBezTo>
                      <a:pt x="470" y="133"/>
                      <a:pt x="470" y="89"/>
                      <a:pt x="376" y="64"/>
                    </a:cubicBezTo>
                    <a:cubicBezTo>
                      <a:pt x="283" y="39"/>
                      <a:pt x="157" y="110"/>
                      <a:pt x="124" y="153"/>
                    </a:cubicBezTo>
                    <a:cubicBezTo>
                      <a:pt x="95" y="191"/>
                      <a:pt x="64" y="230"/>
                      <a:pt x="32" y="209"/>
                    </a:cubicBezTo>
                    <a:cubicBezTo>
                      <a:pt x="0" y="188"/>
                      <a:pt x="15" y="157"/>
                      <a:pt x="20" y="142"/>
                    </a:cubicBezTo>
                    <a:cubicBezTo>
                      <a:pt x="50" y="51"/>
                      <a:pt x="213" y="8"/>
                      <a:pt x="326" y="4"/>
                    </a:cubicBezTo>
                    <a:cubicBezTo>
                      <a:pt x="461" y="0"/>
                      <a:pt x="518" y="76"/>
                      <a:pt x="522" y="117"/>
                    </a:cubicBezTo>
                    <a:cubicBezTo>
                      <a:pt x="526" y="155"/>
                      <a:pt x="496" y="186"/>
                      <a:pt x="454" y="196"/>
                    </a:cubicBezTo>
                    <a:cubicBezTo>
                      <a:pt x="410" y="207"/>
                      <a:pt x="398" y="171"/>
                      <a:pt x="379" y="188"/>
                    </a:cubicBezTo>
                    <a:cubicBezTo>
                      <a:pt x="369" y="198"/>
                      <a:pt x="353" y="210"/>
                      <a:pt x="357" y="240"/>
                    </a:cubicBezTo>
                    <a:cubicBezTo>
                      <a:pt x="361" y="269"/>
                      <a:pt x="375" y="291"/>
                      <a:pt x="381" y="296"/>
                    </a:cubicBezTo>
                    <a:cubicBezTo>
                      <a:pt x="386" y="301"/>
                      <a:pt x="383" y="315"/>
                      <a:pt x="369" y="314"/>
                    </a:cubicBezTo>
                    <a:cubicBezTo>
                      <a:pt x="358" y="314"/>
                      <a:pt x="351" y="304"/>
                      <a:pt x="347" y="298"/>
                    </a:cubicBezTo>
                    <a:cubicBezTo>
                      <a:pt x="347" y="300"/>
                      <a:pt x="348" y="301"/>
                      <a:pt x="348" y="303"/>
                    </a:cubicBezTo>
                    <a:cubicBezTo>
                      <a:pt x="351" y="311"/>
                      <a:pt x="354" y="321"/>
                      <a:pt x="356" y="328"/>
                    </a:cubicBezTo>
                    <a:cubicBezTo>
                      <a:pt x="357" y="331"/>
                      <a:pt x="361" y="332"/>
                      <a:pt x="363" y="333"/>
                    </a:cubicBezTo>
                    <a:cubicBezTo>
                      <a:pt x="369" y="334"/>
                      <a:pt x="375" y="337"/>
                      <a:pt x="377" y="344"/>
                    </a:cubicBezTo>
                    <a:cubicBezTo>
                      <a:pt x="381" y="354"/>
                      <a:pt x="370" y="362"/>
                      <a:pt x="366" y="362"/>
                    </a:cubicBezTo>
                    <a:cubicBezTo>
                      <a:pt x="365" y="366"/>
                      <a:pt x="356" y="374"/>
                      <a:pt x="340" y="363"/>
                    </a:cubicBezTo>
                    <a:cubicBezTo>
                      <a:pt x="334" y="358"/>
                      <a:pt x="336" y="348"/>
                      <a:pt x="339" y="341"/>
                    </a:cubicBezTo>
                    <a:cubicBezTo>
                      <a:pt x="340" y="338"/>
                      <a:pt x="342" y="329"/>
                      <a:pt x="342" y="325"/>
                    </a:cubicBezTo>
                    <a:cubicBezTo>
                      <a:pt x="339" y="314"/>
                      <a:pt x="333" y="297"/>
                      <a:pt x="327" y="293"/>
                    </a:cubicBezTo>
                    <a:cubicBezTo>
                      <a:pt x="319" y="289"/>
                      <a:pt x="296" y="280"/>
                      <a:pt x="278" y="275"/>
                    </a:cubicBezTo>
                    <a:cubicBezTo>
                      <a:pt x="260" y="270"/>
                      <a:pt x="259" y="281"/>
                      <a:pt x="254" y="290"/>
                    </a:cubicBezTo>
                    <a:cubicBezTo>
                      <a:pt x="249" y="297"/>
                      <a:pt x="248" y="309"/>
                      <a:pt x="247" y="322"/>
                    </a:cubicBezTo>
                    <a:cubicBezTo>
                      <a:pt x="246" y="334"/>
                      <a:pt x="282" y="339"/>
                      <a:pt x="281" y="389"/>
                    </a:cubicBezTo>
                    <a:cubicBezTo>
                      <a:pt x="281" y="439"/>
                      <a:pt x="259" y="492"/>
                      <a:pt x="228" y="496"/>
                    </a:cubicBezTo>
                    <a:cubicBezTo>
                      <a:pt x="234" y="503"/>
                      <a:pt x="241" y="526"/>
                      <a:pt x="224" y="574"/>
                    </a:cubicBezTo>
                    <a:cubicBezTo>
                      <a:pt x="206" y="622"/>
                      <a:pt x="201" y="689"/>
                      <a:pt x="201" y="68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8" name="Freeform 934">
                <a:extLst>
                  <a:ext uri="{FF2B5EF4-FFF2-40B4-BE49-F238E27FC236}">
                    <a16:creationId xmlns:a16="http://schemas.microsoft.com/office/drawing/2014/main" id="{FFE32A91-B3D8-45BC-9200-B552285DC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057"/>
                <a:ext cx="313" cy="255"/>
              </a:xfrm>
              <a:custGeom>
                <a:avLst/>
                <a:gdLst>
                  <a:gd name="T0" fmla="*/ 635 w 135"/>
                  <a:gd name="T1" fmla="*/ 0 h 103"/>
                  <a:gd name="T2" fmla="*/ 1683 w 135"/>
                  <a:gd name="T3" fmla="*/ 1317 h 103"/>
                  <a:gd name="T4" fmla="*/ 1472 w 135"/>
                  <a:gd name="T5" fmla="*/ 1337 h 103"/>
                  <a:gd name="T6" fmla="*/ 0 w 135"/>
                  <a:gd name="T7" fmla="*/ 275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03">
                    <a:moveTo>
                      <a:pt x="51" y="0"/>
                    </a:moveTo>
                    <a:cubicBezTo>
                      <a:pt x="76" y="3"/>
                      <a:pt x="133" y="35"/>
                      <a:pt x="135" y="87"/>
                    </a:cubicBezTo>
                    <a:cubicBezTo>
                      <a:pt x="135" y="102"/>
                      <a:pt x="125" y="103"/>
                      <a:pt x="118" y="88"/>
                    </a:cubicBezTo>
                    <a:cubicBezTo>
                      <a:pt x="103" y="50"/>
                      <a:pt x="63" y="4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9" name="Freeform 935">
                <a:extLst>
                  <a:ext uri="{FF2B5EF4-FFF2-40B4-BE49-F238E27FC236}">
                    <a16:creationId xmlns:a16="http://schemas.microsoft.com/office/drawing/2014/main" id="{7820F11D-A4EB-4CB5-B4F5-553A627AF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754"/>
                <a:ext cx="7" cy="32"/>
              </a:xfrm>
              <a:custGeom>
                <a:avLst/>
                <a:gdLst>
                  <a:gd name="T0" fmla="*/ 12 w 3"/>
                  <a:gd name="T1" fmla="*/ 0 h 13"/>
                  <a:gd name="T2" fmla="*/ 0 w 3"/>
                  <a:gd name="T3" fmla="*/ 19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1" y="0"/>
                    </a:moveTo>
                    <a:cubicBezTo>
                      <a:pt x="2" y="3"/>
                      <a:pt x="3" y="11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0" name="Freeform 936">
                <a:extLst>
                  <a:ext uri="{FF2B5EF4-FFF2-40B4-BE49-F238E27FC236}">
                    <a16:creationId xmlns:a16="http://schemas.microsoft.com/office/drawing/2014/main" id="{04ED9CCC-33F5-4F02-8BA8-007BBFF7E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297"/>
                <a:ext cx="23" cy="101"/>
              </a:xfrm>
              <a:custGeom>
                <a:avLst/>
                <a:gdLst>
                  <a:gd name="T0" fmla="*/ 64 w 10"/>
                  <a:gd name="T1" fmla="*/ 0 h 41"/>
                  <a:gd name="T2" fmla="*/ 0 w 10"/>
                  <a:gd name="T3" fmla="*/ 613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1">
                    <a:moveTo>
                      <a:pt x="5" y="0"/>
                    </a:moveTo>
                    <a:cubicBezTo>
                      <a:pt x="9" y="4"/>
                      <a:pt x="10" y="23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1" name="Freeform 937">
                <a:extLst>
                  <a:ext uri="{FF2B5EF4-FFF2-40B4-BE49-F238E27FC236}">
                    <a16:creationId xmlns:a16="http://schemas.microsoft.com/office/drawing/2014/main" id="{DA28317B-40BC-4B85-A5F2-BF19C12F2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391"/>
                <a:ext cx="276" cy="91"/>
              </a:xfrm>
              <a:custGeom>
                <a:avLst/>
                <a:gdLst>
                  <a:gd name="T0" fmla="*/ 1484 w 119"/>
                  <a:gd name="T1" fmla="*/ 0 h 37"/>
                  <a:gd name="T2" fmla="*/ 0 w 119"/>
                  <a:gd name="T3" fmla="*/ 285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9" h="37">
                    <a:moveTo>
                      <a:pt x="119" y="0"/>
                    </a:moveTo>
                    <a:cubicBezTo>
                      <a:pt x="115" y="9"/>
                      <a:pt x="85" y="37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2" name="Freeform 938">
                <a:extLst>
                  <a:ext uri="{FF2B5EF4-FFF2-40B4-BE49-F238E27FC236}">
                    <a16:creationId xmlns:a16="http://schemas.microsoft.com/office/drawing/2014/main" id="{B79B1248-B76E-4595-8A05-1D5EC19F4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072"/>
                <a:ext cx="535" cy="252"/>
              </a:xfrm>
              <a:custGeom>
                <a:avLst/>
                <a:gdLst>
                  <a:gd name="T0" fmla="*/ 2870 w 231"/>
                  <a:gd name="T1" fmla="*/ 1240 h 102"/>
                  <a:gd name="T2" fmla="*/ 151 w 231"/>
                  <a:gd name="T3" fmla="*/ 1354 h 102"/>
                  <a:gd name="T4" fmla="*/ 0 w 231"/>
                  <a:gd name="T5" fmla="*/ 1539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1" h="102">
                    <a:moveTo>
                      <a:pt x="231" y="82"/>
                    </a:moveTo>
                    <a:cubicBezTo>
                      <a:pt x="203" y="20"/>
                      <a:pt x="88" y="0"/>
                      <a:pt x="12" y="90"/>
                    </a:cubicBezTo>
                    <a:cubicBezTo>
                      <a:pt x="6" y="96"/>
                      <a:pt x="5" y="98"/>
                      <a:pt x="0" y="102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3" name="Freeform 939">
                <a:extLst>
                  <a:ext uri="{FF2B5EF4-FFF2-40B4-BE49-F238E27FC236}">
                    <a16:creationId xmlns:a16="http://schemas.microsoft.com/office/drawing/2014/main" id="{AB6E255F-04F4-43AF-82FF-9E6D10CFB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314"/>
                <a:ext cx="197" cy="937"/>
              </a:xfrm>
              <a:custGeom>
                <a:avLst/>
                <a:gdLst>
                  <a:gd name="T0" fmla="*/ 162 w 85"/>
                  <a:gd name="T1" fmla="*/ 3325 h 379"/>
                  <a:gd name="T2" fmla="*/ 199 w 85"/>
                  <a:gd name="T3" fmla="*/ 3234 h 379"/>
                  <a:gd name="T4" fmla="*/ 273 w 85"/>
                  <a:gd name="T5" fmla="*/ 3068 h 379"/>
                  <a:gd name="T6" fmla="*/ 338 w 85"/>
                  <a:gd name="T7" fmla="*/ 2994 h 379"/>
                  <a:gd name="T8" fmla="*/ 375 w 85"/>
                  <a:gd name="T9" fmla="*/ 2843 h 379"/>
                  <a:gd name="T10" fmla="*/ 408 w 85"/>
                  <a:gd name="T11" fmla="*/ 2762 h 379"/>
                  <a:gd name="T12" fmla="*/ 399 w 85"/>
                  <a:gd name="T13" fmla="*/ 2648 h 379"/>
                  <a:gd name="T14" fmla="*/ 461 w 85"/>
                  <a:gd name="T15" fmla="*/ 2495 h 379"/>
                  <a:gd name="T16" fmla="*/ 424 w 85"/>
                  <a:gd name="T17" fmla="*/ 2371 h 379"/>
                  <a:gd name="T18" fmla="*/ 501 w 85"/>
                  <a:gd name="T19" fmla="*/ 2218 h 379"/>
                  <a:gd name="T20" fmla="*/ 501 w 85"/>
                  <a:gd name="T21" fmla="*/ 2146 h 379"/>
                  <a:gd name="T22" fmla="*/ 424 w 85"/>
                  <a:gd name="T23" fmla="*/ 1661 h 379"/>
                  <a:gd name="T24" fmla="*/ 484 w 85"/>
                  <a:gd name="T25" fmla="*/ 1333 h 379"/>
                  <a:gd name="T26" fmla="*/ 709 w 85"/>
                  <a:gd name="T27" fmla="*/ 1014 h 379"/>
                  <a:gd name="T28" fmla="*/ 709 w 85"/>
                  <a:gd name="T29" fmla="*/ 665 h 379"/>
                  <a:gd name="T30" fmla="*/ 424 w 85"/>
                  <a:gd name="T31" fmla="*/ 801 h 379"/>
                  <a:gd name="T32" fmla="*/ 114 w 85"/>
                  <a:gd name="T33" fmla="*/ 831 h 379"/>
                  <a:gd name="T34" fmla="*/ 151 w 85"/>
                  <a:gd name="T35" fmla="*/ 470 h 379"/>
                  <a:gd name="T36" fmla="*/ 225 w 85"/>
                  <a:gd name="T37" fmla="*/ 195 h 379"/>
                  <a:gd name="T38" fmla="*/ 285 w 85"/>
                  <a:gd name="T39" fmla="*/ 62 h 379"/>
                  <a:gd name="T40" fmla="*/ 473 w 85"/>
                  <a:gd name="T41" fmla="*/ 134 h 379"/>
                  <a:gd name="T42" fmla="*/ 338 w 85"/>
                  <a:gd name="T43" fmla="*/ 440 h 379"/>
                  <a:gd name="T44" fmla="*/ 547 w 85"/>
                  <a:gd name="T45" fmla="*/ 514 h 379"/>
                  <a:gd name="T46" fmla="*/ 971 w 85"/>
                  <a:gd name="T47" fmla="*/ 514 h 379"/>
                  <a:gd name="T48" fmla="*/ 934 w 85"/>
                  <a:gd name="T49" fmla="*/ 1046 h 379"/>
                  <a:gd name="T50" fmla="*/ 746 w 85"/>
                  <a:gd name="T51" fmla="*/ 1755 h 379"/>
                  <a:gd name="T52" fmla="*/ 547 w 85"/>
                  <a:gd name="T53" fmla="*/ 2902 h 379"/>
                  <a:gd name="T54" fmla="*/ 134 w 85"/>
                  <a:gd name="T55" fmla="*/ 3582 h 379"/>
                  <a:gd name="T56" fmla="*/ 311 w 85"/>
                  <a:gd name="T57" fmla="*/ 4106 h 379"/>
                  <a:gd name="T58" fmla="*/ 547 w 85"/>
                  <a:gd name="T59" fmla="*/ 5335 h 379"/>
                  <a:gd name="T60" fmla="*/ 521 w 85"/>
                  <a:gd name="T61" fmla="*/ 5451 h 379"/>
                  <a:gd name="T62" fmla="*/ 510 w 85"/>
                  <a:gd name="T63" fmla="*/ 5728 h 379"/>
                  <a:gd name="T64" fmla="*/ 350 w 85"/>
                  <a:gd name="T65" fmla="*/ 4670 h 379"/>
                  <a:gd name="T66" fmla="*/ 102 w 85"/>
                  <a:gd name="T67" fmla="*/ 3931 h 37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5" h="379">
                    <a:moveTo>
                      <a:pt x="13" y="220"/>
                    </a:moveTo>
                    <a:cubicBezTo>
                      <a:pt x="15" y="218"/>
                      <a:pt x="15" y="216"/>
                      <a:pt x="16" y="214"/>
                    </a:cubicBezTo>
                    <a:cubicBezTo>
                      <a:pt x="16" y="209"/>
                      <a:pt x="18" y="206"/>
                      <a:pt x="22" y="203"/>
                    </a:cubicBezTo>
                    <a:cubicBezTo>
                      <a:pt x="24" y="200"/>
                      <a:pt x="26" y="201"/>
                      <a:pt x="27" y="198"/>
                    </a:cubicBezTo>
                    <a:cubicBezTo>
                      <a:pt x="29" y="194"/>
                      <a:pt x="27" y="192"/>
                      <a:pt x="30" y="188"/>
                    </a:cubicBezTo>
                    <a:cubicBezTo>
                      <a:pt x="32" y="186"/>
                      <a:pt x="33" y="186"/>
                      <a:pt x="33" y="183"/>
                    </a:cubicBezTo>
                    <a:cubicBezTo>
                      <a:pt x="34" y="181"/>
                      <a:pt x="32" y="177"/>
                      <a:pt x="32" y="175"/>
                    </a:cubicBezTo>
                    <a:cubicBezTo>
                      <a:pt x="32" y="171"/>
                      <a:pt x="36" y="168"/>
                      <a:pt x="37" y="165"/>
                    </a:cubicBezTo>
                    <a:cubicBezTo>
                      <a:pt x="37" y="161"/>
                      <a:pt x="35" y="161"/>
                      <a:pt x="34" y="157"/>
                    </a:cubicBezTo>
                    <a:cubicBezTo>
                      <a:pt x="34" y="154"/>
                      <a:pt x="38" y="150"/>
                      <a:pt x="40" y="147"/>
                    </a:cubicBezTo>
                    <a:cubicBezTo>
                      <a:pt x="40" y="142"/>
                      <a:pt x="40" y="142"/>
                      <a:pt x="40" y="142"/>
                    </a:cubicBezTo>
                    <a:cubicBezTo>
                      <a:pt x="36" y="131"/>
                      <a:pt x="31" y="118"/>
                      <a:pt x="34" y="110"/>
                    </a:cubicBezTo>
                    <a:cubicBezTo>
                      <a:pt x="37" y="101"/>
                      <a:pt x="37" y="99"/>
                      <a:pt x="39" y="88"/>
                    </a:cubicBezTo>
                    <a:cubicBezTo>
                      <a:pt x="41" y="76"/>
                      <a:pt x="52" y="73"/>
                      <a:pt x="57" y="67"/>
                    </a:cubicBezTo>
                    <a:cubicBezTo>
                      <a:pt x="51" y="61"/>
                      <a:pt x="50" y="47"/>
                      <a:pt x="57" y="44"/>
                    </a:cubicBezTo>
                    <a:cubicBezTo>
                      <a:pt x="51" y="39"/>
                      <a:pt x="40" y="44"/>
                      <a:pt x="34" y="53"/>
                    </a:cubicBezTo>
                    <a:cubicBezTo>
                      <a:pt x="27" y="61"/>
                      <a:pt x="18" y="61"/>
                      <a:pt x="9" y="55"/>
                    </a:cubicBezTo>
                    <a:cubicBezTo>
                      <a:pt x="0" y="49"/>
                      <a:pt x="6" y="35"/>
                      <a:pt x="12" y="31"/>
                    </a:cubicBezTo>
                    <a:cubicBezTo>
                      <a:pt x="20" y="18"/>
                      <a:pt x="17" y="23"/>
                      <a:pt x="18" y="13"/>
                    </a:cubicBezTo>
                    <a:cubicBezTo>
                      <a:pt x="19" y="9"/>
                      <a:pt x="21" y="7"/>
                      <a:pt x="23" y="4"/>
                    </a:cubicBezTo>
                    <a:cubicBezTo>
                      <a:pt x="28" y="0"/>
                      <a:pt x="36" y="0"/>
                      <a:pt x="38" y="9"/>
                    </a:cubicBezTo>
                    <a:cubicBezTo>
                      <a:pt x="40" y="16"/>
                      <a:pt x="34" y="21"/>
                      <a:pt x="27" y="29"/>
                    </a:cubicBezTo>
                    <a:cubicBezTo>
                      <a:pt x="29" y="28"/>
                      <a:pt x="34" y="36"/>
                      <a:pt x="44" y="34"/>
                    </a:cubicBezTo>
                    <a:cubicBezTo>
                      <a:pt x="53" y="32"/>
                      <a:pt x="71" y="22"/>
                      <a:pt x="78" y="34"/>
                    </a:cubicBezTo>
                    <a:cubicBezTo>
                      <a:pt x="85" y="47"/>
                      <a:pt x="81" y="52"/>
                      <a:pt x="75" y="69"/>
                    </a:cubicBezTo>
                    <a:cubicBezTo>
                      <a:pt x="70" y="85"/>
                      <a:pt x="63" y="95"/>
                      <a:pt x="60" y="116"/>
                    </a:cubicBezTo>
                    <a:cubicBezTo>
                      <a:pt x="57" y="137"/>
                      <a:pt x="50" y="170"/>
                      <a:pt x="44" y="192"/>
                    </a:cubicBezTo>
                    <a:cubicBezTo>
                      <a:pt x="35" y="223"/>
                      <a:pt x="19" y="234"/>
                      <a:pt x="11" y="237"/>
                    </a:cubicBezTo>
                    <a:cubicBezTo>
                      <a:pt x="3" y="241"/>
                      <a:pt x="15" y="250"/>
                      <a:pt x="25" y="272"/>
                    </a:cubicBezTo>
                    <a:cubicBezTo>
                      <a:pt x="33" y="290"/>
                      <a:pt x="39" y="323"/>
                      <a:pt x="44" y="353"/>
                    </a:cubicBezTo>
                    <a:cubicBezTo>
                      <a:pt x="43" y="355"/>
                      <a:pt x="43" y="357"/>
                      <a:pt x="42" y="361"/>
                    </a:cubicBezTo>
                    <a:cubicBezTo>
                      <a:pt x="42" y="364"/>
                      <a:pt x="41" y="370"/>
                      <a:pt x="41" y="379"/>
                    </a:cubicBezTo>
                    <a:cubicBezTo>
                      <a:pt x="38" y="357"/>
                      <a:pt x="32" y="325"/>
                      <a:pt x="28" y="309"/>
                    </a:cubicBezTo>
                    <a:cubicBezTo>
                      <a:pt x="23" y="291"/>
                      <a:pt x="15" y="273"/>
                      <a:pt x="8" y="26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4" name="Freeform 940">
                <a:extLst>
                  <a:ext uri="{FF2B5EF4-FFF2-40B4-BE49-F238E27FC236}">
                    <a16:creationId xmlns:a16="http://schemas.microsoft.com/office/drawing/2014/main" id="{0EC1104D-890F-4F8F-847C-0ED9338C3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357"/>
                <a:ext cx="1065" cy="604"/>
              </a:xfrm>
              <a:custGeom>
                <a:avLst/>
                <a:gdLst>
                  <a:gd name="T0" fmla="*/ 5733 w 459"/>
                  <a:gd name="T1" fmla="*/ 3701 h 244"/>
                  <a:gd name="T2" fmla="*/ 4910 w 459"/>
                  <a:gd name="T3" fmla="*/ 2612 h 244"/>
                  <a:gd name="T4" fmla="*/ 4344 w 459"/>
                  <a:gd name="T5" fmla="*/ 2517 h 244"/>
                  <a:gd name="T6" fmla="*/ 4123 w 459"/>
                  <a:gd name="T7" fmla="*/ 2579 h 244"/>
                  <a:gd name="T8" fmla="*/ 3861 w 459"/>
                  <a:gd name="T9" fmla="*/ 2446 h 244"/>
                  <a:gd name="T10" fmla="*/ 3511 w 459"/>
                  <a:gd name="T11" fmla="*/ 2396 h 244"/>
                  <a:gd name="T12" fmla="*/ 2014 w 459"/>
                  <a:gd name="T13" fmla="*/ 2458 h 244"/>
                  <a:gd name="T14" fmla="*/ 1810 w 459"/>
                  <a:gd name="T15" fmla="*/ 2562 h 244"/>
                  <a:gd name="T16" fmla="*/ 1636 w 459"/>
                  <a:gd name="T17" fmla="*/ 2517 h 244"/>
                  <a:gd name="T18" fmla="*/ 1325 w 459"/>
                  <a:gd name="T19" fmla="*/ 2550 h 244"/>
                  <a:gd name="T20" fmla="*/ 749 w 459"/>
                  <a:gd name="T21" fmla="*/ 2470 h 244"/>
                  <a:gd name="T22" fmla="*/ 473 w 459"/>
                  <a:gd name="T23" fmla="*/ 2366 h 244"/>
                  <a:gd name="T24" fmla="*/ 248 w 459"/>
                  <a:gd name="T25" fmla="*/ 2097 h 244"/>
                  <a:gd name="T26" fmla="*/ 86 w 459"/>
                  <a:gd name="T27" fmla="*/ 1305 h 244"/>
                  <a:gd name="T28" fmla="*/ 0 w 459"/>
                  <a:gd name="T29" fmla="*/ 0 h 2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59" h="244">
                    <a:moveTo>
                      <a:pt x="459" y="244"/>
                    </a:moveTo>
                    <a:cubicBezTo>
                      <a:pt x="436" y="216"/>
                      <a:pt x="429" y="188"/>
                      <a:pt x="393" y="172"/>
                    </a:cubicBezTo>
                    <a:cubicBezTo>
                      <a:pt x="377" y="165"/>
                      <a:pt x="364" y="162"/>
                      <a:pt x="348" y="166"/>
                    </a:cubicBezTo>
                    <a:cubicBezTo>
                      <a:pt x="342" y="167"/>
                      <a:pt x="336" y="170"/>
                      <a:pt x="330" y="170"/>
                    </a:cubicBezTo>
                    <a:cubicBezTo>
                      <a:pt x="322" y="170"/>
                      <a:pt x="316" y="163"/>
                      <a:pt x="309" y="161"/>
                    </a:cubicBezTo>
                    <a:cubicBezTo>
                      <a:pt x="300" y="157"/>
                      <a:pt x="291" y="158"/>
                      <a:pt x="281" y="158"/>
                    </a:cubicBezTo>
                    <a:cubicBezTo>
                      <a:pt x="245" y="156"/>
                      <a:pt x="194" y="146"/>
                      <a:pt x="161" y="162"/>
                    </a:cubicBezTo>
                    <a:cubicBezTo>
                      <a:pt x="153" y="166"/>
                      <a:pt x="152" y="169"/>
                      <a:pt x="145" y="169"/>
                    </a:cubicBezTo>
                    <a:cubicBezTo>
                      <a:pt x="141" y="169"/>
                      <a:pt x="134" y="166"/>
                      <a:pt x="131" y="166"/>
                    </a:cubicBezTo>
                    <a:cubicBezTo>
                      <a:pt x="122" y="165"/>
                      <a:pt x="114" y="166"/>
                      <a:pt x="106" y="168"/>
                    </a:cubicBezTo>
                    <a:cubicBezTo>
                      <a:pt x="92" y="172"/>
                      <a:pt x="66" y="172"/>
                      <a:pt x="60" y="163"/>
                    </a:cubicBezTo>
                    <a:cubicBezTo>
                      <a:pt x="53" y="156"/>
                      <a:pt x="46" y="159"/>
                      <a:pt x="38" y="156"/>
                    </a:cubicBezTo>
                    <a:cubicBezTo>
                      <a:pt x="28" y="153"/>
                      <a:pt x="25" y="147"/>
                      <a:pt x="20" y="138"/>
                    </a:cubicBezTo>
                    <a:cubicBezTo>
                      <a:pt x="12" y="122"/>
                      <a:pt x="10" y="104"/>
                      <a:pt x="7" y="86"/>
                    </a:cubicBezTo>
                    <a:cubicBezTo>
                      <a:pt x="5" y="71"/>
                      <a:pt x="4" y="1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5" name="Freeform 941">
                <a:extLst>
                  <a:ext uri="{FF2B5EF4-FFF2-40B4-BE49-F238E27FC236}">
                    <a16:creationId xmlns:a16="http://schemas.microsoft.com/office/drawing/2014/main" id="{D42FD5BB-62D2-4A8B-884A-739CF2821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313"/>
                <a:ext cx="98" cy="423"/>
              </a:xfrm>
              <a:custGeom>
                <a:avLst/>
                <a:gdLst>
                  <a:gd name="T0" fmla="*/ 278 w 42"/>
                  <a:gd name="T1" fmla="*/ 0 h 171"/>
                  <a:gd name="T2" fmla="*/ 240 w 42"/>
                  <a:gd name="T3" fmla="*/ 2014 h 171"/>
                  <a:gd name="T4" fmla="*/ 331 w 42"/>
                  <a:gd name="T5" fmla="*/ 2313 h 171"/>
                  <a:gd name="T6" fmla="*/ 534 w 42"/>
                  <a:gd name="T7" fmla="*/ 2587 h 1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71">
                    <a:moveTo>
                      <a:pt x="22" y="0"/>
                    </a:moveTo>
                    <a:cubicBezTo>
                      <a:pt x="24" y="35"/>
                      <a:pt x="0" y="100"/>
                      <a:pt x="19" y="133"/>
                    </a:cubicBezTo>
                    <a:cubicBezTo>
                      <a:pt x="24" y="142"/>
                      <a:pt x="25" y="143"/>
                      <a:pt x="26" y="153"/>
                    </a:cubicBezTo>
                    <a:cubicBezTo>
                      <a:pt x="27" y="164"/>
                      <a:pt x="30" y="170"/>
                      <a:pt x="42" y="17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6" name="Freeform 942">
                <a:extLst>
                  <a:ext uri="{FF2B5EF4-FFF2-40B4-BE49-F238E27FC236}">
                    <a16:creationId xmlns:a16="http://schemas.microsoft.com/office/drawing/2014/main" id="{10B0B907-F31E-40C7-82B9-1E95B4EB5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1696"/>
                <a:ext cx="32" cy="42"/>
              </a:xfrm>
              <a:custGeom>
                <a:avLst/>
                <a:gdLst>
                  <a:gd name="T0" fmla="*/ 167 w 14"/>
                  <a:gd name="T1" fmla="*/ 0 h 17"/>
                  <a:gd name="T2" fmla="*/ 0 w 14"/>
                  <a:gd name="T3" fmla="*/ 25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7">
                    <a:moveTo>
                      <a:pt x="14" y="0"/>
                    </a:moveTo>
                    <a:cubicBezTo>
                      <a:pt x="12" y="9"/>
                      <a:pt x="9" y="16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7" name="Freeform 943">
                <a:extLst>
                  <a:ext uri="{FF2B5EF4-FFF2-40B4-BE49-F238E27FC236}">
                    <a16:creationId xmlns:a16="http://schemas.microsoft.com/office/drawing/2014/main" id="{E952575E-9954-483C-A504-787332E6D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1961"/>
                <a:ext cx="334" cy="514"/>
              </a:xfrm>
              <a:custGeom>
                <a:avLst/>
                <a:gdLst>
                  <a:gd name="T0" fmla="*/ 1236 w 144"/>
                  <a:gd name="T1" fmla="*/ 0 h 208"/>
                  <a:gd name="T2" fmla="*/ 1512 w 144"/>
                  <a:gd name="T3" fmla="*/ 166 h 208"/>
                  <a:gd name="T4" fmla="*/ 1684 w 144"/>
                  <a:gd name="T5" fmla="*/ 635 h 208"/>
                  <a:gd name="T6" fmla="*/ 1733 w 144"/>
                  <a:gd name="T7" fmla="*/ 1465 h 208"/>
                  <a:gd name="T8" fmla="*/ 1712 w 144"/>
                  <a:gd name="T9" fmla="*/ 2246 h 208"/>
                  <a:gd name="T10" fmla="*/ 1410 w 144"/>
                  <a:gd name="T11" fmla="*/ 2639 h 208"/>
                  <a:gd name="T12" fmla="*/ 849 w 144"/>
                  <a:gd name="T13" fmla="*/ 3035 h 208"/>
                  <a:gd name="T14" fmla="*/ 322 w 144"/>
                  <a:gd name="T15" fmla="*/ 3126 h 208"/>
                  <a:gd name="T16" fmla="*/ 0 w 144"/>
                  <a:gd name="T17" fmla="*/ 3017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208">
                    <a:moveTo>
                      <a:pt x="99" y="0"/>
                    </a:moveTo>
                    <a:cubicBezTo>
                      <a:pt x="108" y="4"/>
                      <a:pt x="114" y="3"/>
                      <a:pt x="121" y="11"/>
                    </a:cubicBezTo>
                    <a:cubicBezTo>
                      <a:pt x="129" y="20"/>
                      <a:pt x="133" y="29"/>
                      <a:pt x="135" y="42"/>
                    </a:cubicBezTo>
                    <a:cubicBezTo>
                      <a:pt x="137" y="60"/>
                      <a:pt x="136" y="78"/>
                      <a:pt x="139" y="97"/>
                    </a:cubicBezTo>
                    <a:cubicBezTo>
                      <a:pt x="142" y="114"/>
                      <a:pt x="144" y="132"/>
                      <a:pt x="137" y="149"/>
                    </a:cubicBezTo>
                    <a:cubicBezTo>
                      <a:pt x="132" y="162"/>
                      <a:pt x="121" y="165"/>
                      <a:pt x="113" y="175"/>
                    </a:cubicBezTo>
                    <a:cubicBezTo>
                      <a:pt x="108" y="181"/>
                      <a:pt x="77" y="198"/>
                      <a:pt x="68" y="201"/>
                    </a:cubicBezTo>
                    <a:cubicBezTo>
                      <a:pt x="52" y="208"/>
                      <a:pt x="43" y="207"/>
                      <a:pt x="26" y="207"/>
                    </a:cubicBezTo>
                    <a:cubicBezTo>
                      <a:pt x="18" y="207"/>
                      <a:pt x="5" y="208"/>
                      <a:pt x="0" y="20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8" name="Freeform 944">
                <a:extLst>
                  <a:ext uri="{FF2B5EF4-FFF2-40B4-BE49-F238E27FC236}">
                    <a16:creationId xmlns:a16="http://schemas.microsoft.com/office/drawing/2014/main" id="{E53195B6-5BDA-4F95-B7E9-81CED33AB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651"/>
                <a:ext cx="172" cy="206"/>
              </a:xfrm>
              <a:custGeom>
                <a:avLst/>
                <a:gdLst>
                  <a:gd name="T0" fmla="*/ 930 w 74"/>
                  <a:gd name="T1" fmla="*/ 0 h 83"/>
                  <a:gd name="T2" fmla="*/ 588 w 74"/>
                  <a:gd name="T3" fmla="*/ 566 h 83"/>
                  <a:gd name="T4" fmla="*/ 200 w 74"/>
                  <a:gd name="T5" fmla="*/ 844 h 83"/>
                  <a:gd name="T6" fmla="*/ 0 w 74"/>
                  <a:gd name="T7" fmla="*/ 1268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83">
                    <a:moveTo>
                      <a:pt x="74" y="0"/>
                    </a:moveTo>
                    <a:cubicBezTo>
                      <a:pt x="66" y="10"/>
                      <a:pt x="58" y="28"/>
                      <a:pt x="47" y="37"/>
                    </a:cubicBezTo>
                    <a:cubicBezTo>
                      <a:pt x="37" y="44"/>
                      <a:pt x="28" y="53"/>
                      <a:pt x="16" y="55"/>
                    </a:cubicBezTo>
                    <a:cubicBezTo>
                      <a:pt x="21" y="64"/>
                      <a:pt x="5" y="83"/>
                      <a:pt x="0" y="83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19" name="Freeform 945">
                <a:extLst>
                  <a:ext uri="{FF2B5EF4-FFF2-40B4-BE49-F238E27FC236}">
                    <a16:creationId xmlns:a16="http://schemas.microsoft.com/office/drawing/2014/main" id="{4D00E7F8-0696-40B2-B134-5992C8A43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1891"/>
                <a:ext cx="195" cy="260"/>
              </a:xfrm>
              <a:custGeom>
                <a:avLst/>
                <a:gdLst>
                  <a:gd name="T0" fmla="*/ 139 w 84"/>
                  <a:gd name="T1" fmla="*/ 0 h 105"/>
                  <a:gd name="T2" fmla="*/ 302 w 84"/>
                  <a:gd name="T3" fmla="*/ 681 h 105"/>
                  <a:gd name="T4" fmla="*/ 453 w 84"/>
                  <a:gd name="T5" fmla="*/ 1201 h 105"/>
                  <a:gd name="T6" fmla="*/ 1052 w 84"/>
                  <a:gd name="T7" fmla="*/ 1458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05">
                    <a:moveTo>
                      <a:pt x="11" y="0"/>
                    </a:moveTo>
                    <a:cubicBezTo>
                      <a:pt x="0" y="12"/>
                      <a:pt x="15" y="34"/>
                      <a:pt x="24" y="45"/>
                    </a:cubicBezTo>
                    <a:cubicBezTo>
                      <a:pt x="32" y="56"/>
                      <a:pt x="32" y="66"/>
                      <a:pt x="36" y="79"/>
                    </a:cubicBezTo>
                    <a:cubicBezTo>
                      <a:pt x="41" y="93"/>
                      <a:pt x="71" y="105"/>
                      <a:pt x="84" y="9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0" name="Freeform 946">
                <a:extLst>
                  <a:ext uri="{FF2B5EF4-FFF2-40B4-BE49-F238E27FC236}">
                    <a16:creationId xmlns:a16="http://schemas.microsoft.com/office/drawing/2014/main" id="{F4FE9945-0BE8-4B5B-9DAE-B7DED988D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1" y="1914"/>
                <a:ext cx="165" cy="79"/>
              </a:xfrm>
              <a:custGeom>
                <a:avLst/>
                <a:gdLst>
                  <a:gd name="T0" fmla="*/ 890 w 71"/>
                  <a:gd name="T1" fmla="*/ 0 h 32"/>
                  <a:gd name="T2" fmla="*/ 551 w 71"/>
                  <a:gd name="T3" fmla="*/ 269 h 32"/>
                  <a:gd name="T4" fmla="*/ 0 w 71"/>
                  <a:gd name="T5" fmla="*/ 48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32">
                    <a:moveTo>
                      <a:pt x="71" y="0"/>
                    </a:moveTo>
                    <a:cubicBezTo>
                      <a:pt x="61" y="3"/>
                      <a:pt x="54" y="13"/>
                      <a:pt x="44" y="18"/>
                    </a:cubicBezTo>
                    <a:cubicBezTo>
                      <a:pt x="31" y="24"/>
                      <a:pt x="9" y="18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1" name="Freeform 947">
                <a:extLst>
                  <a:ext uri="{FF2B5EF4-FFF2-40B4-BE49-F238E27FC236}">
                    <a16:creationId xmlns:a16="http://schemas.microsoft.com/office/drawing/2014/main" id="{60ABA614-E512-4849-B650-A749D6DA5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4" y="2210"/>
                <a:ext cx="156" cy="52"/>
              </a:xfrm>
              <a:custGeom>
                <a:avLst/>
                <a:gdLst>
                  <a:gd name="T0" fmla="*/ 845 w 67"/>
                  <a:gd name="T1" fmla="*/ 0 h 21"/>
                  <a:gd name="T2" fmla="*/ 505 w 67"/>
                  <a:gd name="T3" fmla="*/ 104 h 21"/>
                  <a:gd name="T4" fmla="*/ 0 w 67"/>
                  <a:gd name="T5" fmla="*/ 31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1">
                    <a:moveTo>
                      <a:pt x="67" y="0"/>
                    </a:moveTo>
                    <a:cubicBezTo>
                      <a:pt x="61" y="6"/>
                      <a:pt x="47" y="6"/>
                      <a:pt x="40" y="7"/>
                    </a:cubicBezTo>
                    <a:cubicBezTo>
                      <a:pt x="27" y="9"/>
                      <a:pt x="11" y="12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2" name="Freeform 948">
                <a:extLst>
                  <a:ext uri="{FF2B5EF4-FFF2-40B4-BE49-F238E27FC236}">
                    <a16:creationId xmlns:a16="http://schemas.microsoft.com/office/drawing/2014/main" id="{787C37B2-2526-4301-B294-B347BA114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1963"/>
                <a:ext cx="40" cy="62"/>
              </a:xfrm>
              <a:custGeom>
                <a:avLst/>
                <a:gdLst>
                  <a:gd name="T0" fmla="*/ 193 w 17"/>
                  <a:gd name="T1" fmla="*/ 382 h 25"/>
                  <a:gd name="T2" fmla="*/ 221 w 17"/>
                  <a:gd name="T3" fmla="*/ 154 h 25"/>
                  <a:gd name="T4" fmla="*/ 0 w 1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15" y="25"/>
                    </a:moveTo>
                    <a:cubicBezTo>
                      <a:pt x="15" y="20"/>
                      <a:pt x="13" y="14"/>
                      <a:pt x="17" y="10"/>
                    </a:cubicBezTo>
                    <a:cubicBezTo>
                      <a:pt x="11" y="11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3" name="Freeform 949">
                <a:extLst>
                  <a:ext uri="{FF2B5EF4-FFF2-40B4-BE49-F238E27FC236}">
                    <a16:creationId xmlns:a16="http://schemas.microsoft.com/office/drawing/2014/main" id="{BCD201E9-9FEC-465D-A994-798D85925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488"/>
                <a:ext cx="65" cy="178"/>
              </a:xfrm>
              <a:custGeom>
                <a:avLst/>
                <a:gdLst>
                  <a:gd name="T0" fmla="*/ 351 w 28"/>
                  <a:gd name="T1" fmla="*/ 0 h 72"/>
                  <a:gd name="T2" fmla="*/ 237 w 28"/>
                  <a:gd name="T3" fmla="*/ 166 h 72"/>
                  <a:gd name="T4" fmla="*/ 179 w 28"/>
                  <a:gd name="T5" fmla="*/ 452 h 72"/>
                  <a:gd name="T6" fmla="*/ 0 w 28"/>
                  <a:gd name="T7" fmla="*/ 1088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72">
                    <a:moveTo>
                      <a:pt x="28" y="0"/>
                    </a:moveTo>
                    <a:cubicBezTo>
                      <a:pt x="24" y="5"/>
                      <a:pt x="22" y="6"/>
                      <a:pt x="19" y="11"/>
                    </a:cubicBezTo>
                    <a:cubicBezTo>
                      <a:pt x="14" y="17"/>
                      <a:pt x="14" y="23"/>
                      <a:pt x="14" y="30"/>
                    </a:cubicBezTo>
                    <a:cubicBezTo>
                      <a:pt x="12" y="46"/>
                      <a:pt x="6" y="57"/>
                      <a:pt x="0" y="72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4" name="Freeform 950">
                <a:extLst>
                  <a:ext uri="{FF2B5EF4-FFF2-40B4-BE49-F238E27FC236}">
                    <a16:creationId xmlns:a16="http://schemas.microsoft.com/office/drawing/2014/main" id="{A6EB20A5-C9BD-43EE-9B4B-090217744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634"/>
                <a:ext cx="260" cy="198"/>
              </a:xfrm>
              <a:custGeom>
                <a:avLst/>
                <a:gdLst>
                  <a:gd name="T0" fmla="*/ 1402 w 112"/>
                  <a:gd name="T1" fmla="*/ 772 h 80"/>
                  <a:gd name="T2" fmla="*/ 539 w 112"/>
                  <a:gd name="T3" fmla="*/ 772 h 80"/>
                  <a:gd name="T4" fmla="*/ 151 w 112"/>
                  <a:gd name="T5" fmla="*/ 619 h 80"/>
                  <a:gd name="T6" fmla="*/ 28 w 112"/>
                  <a:gd name="T7" fmla="*/ 287 h 80"/>
                  <a:gd name="T8" fmla="*/ 0 w 11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0">
                    <a:moveTo>
                      <a:pt x="112" y="51"/>
                    </a:moveTo>
                    <a:cubicBezTo>
                      <a:pt x="93" y="80"/>
                      <a:pt x="67" y="58"/>
                      <a:pt x="43" y="51"/>
                    </a:cubicBezTo>
                    <a:cubicBezTo>
                      <a:pt x="29" y="47"/>
                      <a:pt x="23" y="52"/>
                      <a:pt x="12" y="41"/>
                    </a:cubicBezTo>
                    <a:cubicBezTo>
                      <a:pt x="5" y="34"/>
                      <a:pt x="3" y="29"/>
                      <a:pt x="2" y="19"/>
                    </a:cubicBezTo>
                    <a:cubicBezTo>
                      <a:pt x="1" y="13"/>
                      <a:pt x="4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5" name="Freeform 951">
                <a:extLst>
                  <a:ext uri="{FF2B5EF4-FFF2-40B4-BE49-F238E27FC236}">
                    <a16:creationId xmlns:a16="http://schemas.microsoft.com/office/drawing/2014/main" id="{920B6F92-0A71-4DAA-AE32-9BB5C3555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1342"/>
                <a:ext cx="54" cy="297"/>
              </a:xfrm>
              <a:custGeom>
                <a:avLst/>
                <a:gdLst>
                  <a:gd name="T0" fmla="*/ 298 w 23"/>
                  <a:gd name="T1" fmla="*/ 0 h 120"/>
                  <a:gd name="T2" fmla="*/ 171 w 23"/>
                  <a:gd name="T3" fmla="*/ 851 h 120"/>
                  <a:gd name="T4" fmla="*/ 0 w 23"/>
                  <a:gd name="T5" fmla="*/ 1819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20">
                    <a:moveTo>
                      <a:pt x="23" y="0"/>
                    </a:moveTo>
                    <a:cubicBezTo>
                      <a:pt x="17" y="14"/>
                      <a:pt x="14" y="42"/>
                      <a:pt x="13" y="56"/>
                    </a:cubicBezTo>
                    <a:cubicBezTo>
                      <a:pt x="13" y="65"/>
                      <a:pt x="8" y="114"/>
                      <a:pt x="0" y="12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6" name="Freeform 952">
                <a:extLst>
                  <a:ext uri="{FF2B5EF4-FFF2-40B4-BE49-F238E27FC236}">
                    <a16:creationId xmlns:a16="http://schemas.microsoft.com/office/drawing/2014/main" id="{34539AF5-F1A2-40CA-A0F2-CBA88B719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305"/>
                <a:ext cx="55" cy="235"/>
              </a:xfrm>
              <a:custGeom>
                <a:avLst/>
                <a:gdLst>
                  <a:gd name="T0" fmla="*/ 25 w 24"/>
                  <a:gd name="T1" fmla="*/ 0 h 95"/>
                  <a:gd name="T2" fmla="*/ 0 w 24"/>
                  <a:gd name="T3" fmla="*/ 1437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5">
                    <a:moveTo>
                      <a:pt x="2" y="0"/>
                    </a:moveTo>
                    <a:cubicBezTo>
                      <a:pt x="5" y="20"/>
                      <a:pt x="24" y="84"/>
                      <a:pt x="0" y="95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7" name="Freeform 953">
                <a:extLst>
                  <a:ext uri="{FF2B5EF4-FFF2-40B4-BE49-F238E27FC236}">
                    <a16:creationId xmlns:a16="http://schemas.microsoft.com/office/drawing/2014/main" id="{6466FCCE-A0C3-403D-AAEB-296705E8A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2393"/>
                <a:ext cx="385" cy="176"/>
              </a:xfrm>
              <a:custGeom>
                <a:avLst/>
                <a:gdLst>
                  <a:gd name="T0" fmla="*/ 2071 w 166"/>
                  <a:gd name="T1" fmla="*/ 0 h 71"/>
                  <a:gd name="T2" fmla="*/ 1770 w 166"/>
                  <a:gd name="T3" fmla="*/ 503 h 71"/>
                  <a:gd name="T4" fmla="*/ 1060 w 166"/>
                  <a:gd name="T5" fmla="*/ 885 h 71"/>
                  <a:gd name="T6" fmla="*/ 376 w 166"/>
                  <a:gd name="T7" fmla="*/ 1068 h 71"/>
                  <a:gd name="T8" fmla="*/ 0 w 166"/>
                  <a:gd name="T9" fmla="*/ 89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6" h="71">
                    <a:moveTo>
                      <a:pt x="166" y="0"/>
                    </a:moveTo>
                    <a:cubicBezTo>
                      <a:pt x="164" y="11"/>
                      <a:pt x="149" y="26"/>
                      <a:pt x="142" y="33"/>
                    </a:cubicBezTo>
                    <a:cubicBezTo>
                      <a:pt x="126" y="48"/>
                      <a:pt x="105" y="53"/>
                      <a:pt x="85" y="58"/>
                    </a:cubicBezTo>
                    <a:cubicBezTo>
                      <a:pt x="67" y="63"/>
                      <a:pt x="48" y="69"/>
                      <a:pt x="30" y="70"/>
                    </a:cubicBezTo>
                    <a:cubicBezTo>
                      <a:pt x="13" y="71"/>
                      <a:pt x="1" y="65"/>
                      <a:pt x="0" y="5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8" name="Freeform 954">
                <a:extLst>
                  <a:ext uri="{FF2B5EF4-FFF2-40B4-BE49-F238E27FC236}">
                    <a16:creationId xmlns:a16="http://schemas.microsoft.com/office/drawing/2014/main" id="{687E008E-C32E-4AB7-89AD-1EC40DDA6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1" y="2366"/>
                <a:ext cx="53" cy="27"/>
              </a:xfrm>
              <a:custGeom>
                <a:avLst/>
                <a:gdLst>
                  <a:gd name="T0" fmla="*/ 281 w 23"/>
                  <a:gd name="T1" fmla="*/ 71 h 11"/>
                  <a:gd name="T2" fmla="*/ 122 w 23"/>
                  <a:gd name="T3" fmla="*/ 162 h 11"/>
                  <a:gd name="T4" fmla="*/ 0 w 2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23" y="5"/>
                    </a:moveTo>
                    <a:cubicBezTo>
                      <a:pt x="18" y="5"/>
                      <a:pt x="14" y="8"/>
                      <a:pt x="10" y="11"/>
                    </a:cubicBezTo>
                    <a:cubicBezTo>
                      <a:pt x="9" y="6"/>
                      <a:pt x="5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29" name="Freeform 955">
                <a:extLst>
                  <a:ext uri="{FF2B5EF4-FFF2-40B4-BE49-F238E27FC236}">
                    <a16:creationId xmlns:a16="http://schemas.microsoft.com/office/drawing/2014/main" id="{C0204F0F-A7A1-47BB-A626-6F3C1114B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854"/>
                <a:ext cx="422" cy="287"/>
              </a:xfrm>
              <a:custGeom>
                <a:avLst/>
                <a:gdLst>
                  <a:gd name="T0" fmla="*/ 2268 w 182"/>
                  <a:gd name="T1" fmla="*/ 1757 h 116"/>
                  <a:gd name="T2" fmla="*/ 1785 w 182"/>
                  <a:gd name="T3" fmla="*/ 1470 h 116"/>
                  <a:gd name="T4" fmla="*/ 1549 w 182"/>
                  <a:gd name="T5" fmla="*/ 1017 h 116"/>
                  <a:gd name="T6" fmla="*/ 823 w 182"/>
                  <a:gd name="T7" fmla="*/ 564 h 116"/>
                  <a:gd name="T8" fmla="*/ 0 w 182"/>
                  <a:gd name="T9" fmla="*/ 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16">
                    <a:moveTo>
                      <a:pt x="182" y="116"/>
                    </a:moveTo>
                    <a:cubicBezTo>
                      <a:pt x="165" y="116"/>
                      <a:pt x="155" y="107"/>
                      <a:pt x="143" y="97"/>
                    </a:cubicBezTo>
                    <a:cubicBezTo>
                      <a:pt x="134" y="90"/>
                      <a:pt x="117" y="80"/>
                      <a:pt x="124" y="67"/>
                    </a:cubicBezTo>
                    <a:cubicBezTo>
                      <a:pt x="122" y="88"/>
                      <a:pt x="71" y="40"/>
                      <a:pt x="66" y="37"/>
                    </a:cubicBezTo>
                    <a:cubicBezTo>
                      <a:pt x="58" y="31"/>
                      <a:pt x="4" y="1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0" name="Freeform 956">
                <a:extLst>
                  <a:ext uri="{FF2B5EF4-FFF2-40B4-BE49-F238E27FC236}">
                    <a16:creationId xmlns:a16="http://schemas.microsoft.com/office/drawing/2014/main" id="{D920DA50-7E1F-43BD-AB69-87FC049AC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094"/>
                <a:ext cx="299" cy="131"/>
              </a:xfrm>
              <a:custGeom>
                <a:avLst/>
                <a:gdLst>
                  <a:gd name="T0" fmla="*/ 0 w 129"/>
                  <a:gd name="T1" fmla="*/ 0 h 53"/>
                  <a:gd name="T2" fmla="*/ 832 w 129"/>
                  <a:gd name="T3" fmla="*/ 531 h 53"/>
                  <a:gd name="T4" fmla="*/ 1031 w 129"/>
                  <a:gd name="T5" fmla="*/ 727 h 53"/>
                  <a:gd name="T6" fmla="*/ 1606 w 129"/>
                  <a:gd name="T7" fmla="*/ 665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9" h="53">
                    <a:moveTo>
                      <a:pt x="0" y="0"/>
                    </a:moveTo>
                    <a:cubicBezTo>
                      <a:pt x="21" y="14"/>
                      <a:pt x="47" y="19"/>
                      <a:pt x="67" y="35"/>
                    </a:cubicBezTo>
                    <a:cubicBezTo>
                      <a:pt x="72" y="39"/>
                      <a:pt x="77" y="45"/>
                      <a:pt x="83" y="48"/>
                    </a:cubicBezTo>
                    <a:cubicBezTo>
                      <a:pt x="96" y="53"/>
                      <a:pt x="114" y="45"/>
                      <a:pt x="129" y="44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1" name="Freeform 957">
                <a:extLst>
                  <a:ext uri="{FF2B5EF4-FFF2-40B4-BE49-F238E27FC236}">
                    <a16:creationId xmlns:a16="http://schemas.microsoft.com/office/drawing/2014/main" id="{F5FC487F-DF6A-4EDC-8344-78E7892C1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965"/>
                <a:ext cx="23" cy="90"/>
              </a:xfrm>
              <a:custGeom>
                <a:avLst/>
                <a:gdLst>
                  <a:gd name="T0" fmla="*/ 0 w 10"/>
                  <a:gd name="T1" fmla="*/ 0 h 36"/>
                  <a:gd name="T2" fmla="*/ 37 w 10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6">
                    <a:moveTo>
                      <a:pt x="0" y="0"/>
                    </a:moveTo>
                    <a:cubicBezTo>
                      <a:pt x="10" y="9"/>
                      <a:pt x="10" y="26"/>
                      <a:pt x="3" y="3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2" name="Freeform 958">
                <a:extLst>
                  <a:ext uri="{FF2B5EF4-FFF2-40B4-BE49-F238E27FC236}">
                    <a16:creationId xmlns:a16="http://schemas.microsoft.com/office/drawing/2014/main" id="{55CDFB56-3948-49DF-8284-F8A99418D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012"/>
                <a:ext cx="262" cy="213"/>
              </a:xfrm>
              <a:custGeom>
                <a:avLst/>
                <a:gdLst>
                  <a:gd name="T0" fmla="*/ 0 w 113"/>
                  <a:gd name="T1" fmla="*/ 0 h 86"/>
                  <a:gd name="T2" fmla="*/ 436 w 113"/>
                  <a:gd name="T3" fmla="*/ 228 h 86"/>
                  <a:gd name="T4" fmla="*/ 747 w 113"/>
                  <a:gd name="T5" fmla="*/ 515 h 86"/>
                  <a:gd name="T6" fmla="*/ 1048 w 113"/>
                  <a:gd name="T7" fmla="*/ 656 h 86"/>
                  <a:gd name="T8" fmla="*/ 1247 w 113"/>
                  <a:gd name="T9" fmla="*/ 897 h 86"/>
                  <a:gd name="T10" fmla="*/ 1407 w 113"/>
                  <a:gd name="T11" fmla="*/ 1308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86">
                    <a:moveTo>
                      <a:pt x="0" y="0"/>
                    </a:moveTo>
                    <a:cubicBezTo>
                      <a:pt x="9" y="9"/>
                      <a:pt x="25" y="7"/>
                      <a:pt x="35" y="15"/>
                    </a:cubicBezTo>
                    <a:cubicBezTo>
                      <a:pt x="44" y="22"/>
                      <a:pt x="48" y="30"/>
                      <a:pt x="60" y="34"/>
                    </a:cubicBezTo>
                    <a:cubicBezTo>
                      <a:pt x="69" y="38"/>
                      <a:pt x="76" y="36"/>
                      <a:pt x="84" y="43"/>
                    </a:cubicBezTo>
                    <a:cubicBezTo>
                      <a:pt x="89" y="47"/>
                      <a:pt x="96" y="53"/>
                      <a:pt x="100" y="59"/>
                    </a:cubicBezTo>
                    <a:cubicBezTo>
                      <a:pt x="107" y="67"/>
                      <a:pt x="107" y="78"/>
                      <a:pt x="113" y="8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3" name="Freeform 959">
                <a:extLst>
                  <a:ext uri="{FF2B5EF4-FFF2-40B4-BE49-F238E27FC236}">
                    <a16:creationId xmlns:a16="http://schemas.microsoft.com/office/drawing/2014/main" id="{FAA876AF-7808-4385-A6CA-B6EDE8175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087"/>
                <a:ext cx="26" cy="59"/>
              </a:xfrm>
              <a:custGeom>
                <a:avLst/>
                <a:gdLst>
                  <a:gd name="T0" fmla="*/ 0 w 11"/>
                  <a:gd name="T1" fmla="*/ 0 h 24"/>
                  <a:gd name="T2" fmla="*/ 135 w 11"/>
                  <a:gd name="T3" fmla="*/ 3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4">
                    <a:moveTo>
                      <a:pt x="0" y="0"/>
                    </a:moveTo>
                    <a:cubicBezTo>
                      <a:pt x="7" y="6"/>
                      <a:pt x="11" y="15"/>
                      <a:pt x="10" y="24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4" name="Freeform 960">
                <a:extLst>
                  <a:ext uri="{FF2B5EF4-FFF2-40B4-BE49-F238E27FC236}">
                    <a16:creationId xmlns:a16="http://schemas.microsoft.com/office/drawing/2014/main" id="{290179BB-1A18-4A51-BDAD-CC712928D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287"/>
                <a:ext cx="74" cy="163"/>
              </a:xfrm>
              <a:custGeom>
                <a:avLst/>
                <a:gdLst>
                  <a:gd name="T0" fmla="*/ 224 w 32"/>
                  <a:gd name="T1" fmla="*/ 0 h 66"/>
                  <a:gd name="T2" fmla="*/ 65 w 32"/>
                  <a:gd name="T3" fmla="*/ 469 h 66"/>
                  <a:gd name="T4" fmla="*/ 395 w 32"/>
                  <a:gd name="T5" fmla="*/ 995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6">
                    <a:moveTo>
                      <a:pt x="18" y="0"/>
                    </a:moveTo>
                    <a:cubicBezTo>
                      <a:pt x="17" y="11"/>
                      <a:pt x="0" y="18"/>
                      <a:pt x="5" y="31"/>
                    </a:cubicBezTo>
                    <a:cubicBezTo>
                      <a:pt x="11" y="45"/>
                      <a:pt x="29" y="48"/>
                      <a:pt x="32" y="6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5" name="Freeform 961">
                <a:extLst>
                  <a:ext uri="{FF2B5EF4-FFF2-40B4-BE49-F238E27FC236}">
                    <a16:creationId xmlns:a16="http://schemas.microsoft.com/office/drawing/2014/main" id="{59063DD5-20C7-4CBB-A00A-4DD7219D6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336"/>
                <a:ext cx="53" cy="23"/>
              </a:xfrm>
              <a:custGeom>
                <a:avLst/>
                <a:gdLst>
                  <a:gd name="T0" fmla="*/ 281 w 23"/>
                  <a:gd name="T1" fmla="*/ 151 h 9"/>
                  <a:gd name="T2" fmla="*/ 0 w 2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">
                    <a:moveTo>
                      <a:pt x="23" y="9"/>
                    </a:moveTo>
                    <a:cubicBezTo>
                      <a:pt x="17" y="3"/>
                      <a:pt x="8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6" name="Freeform 962">
                <a:extLst>
                  <a:ext uri="{FF2B5EF4-FFF2-40B4-BE49-F238E27FC236}">
                    <a16:creationId xmlns:a16="http://schemas.microsoft.com/office/drawing/2014/main" id="{EAD5BCBF-EE19-4732-8B56-6BCF5002B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884"/>
                <a:ext cx="448" cy="272"/>
              </a:xfrm>
              <a:custGeom>
                <a:avLst/>
                <a:gdLst>
                  <a:gd name="T0" fmla="*/ 2414 w 193"/>
                  <a:gd name="T1" fmla="*/ 30 h 110"/>
                  <a:gd name="T2" fmla="*/ 1999 w 193"/>
                  <a:gd name="T3" fmla="*/ 74 h 110"/>
                  <a:gd name="T4" fmla="*/ 1611 w 193"/>
                  <a:gd name="T5" fmla="*/ 257 h 110"/>
                  <a:gd name="T6" fmla="*/ 1077 w 193"/>
                  <a:gd name="T7" fmla="*/ 134 h 110"/>
                  <a:gd name="T8" fmla="*/ 425 w 193"/>
                  <a:gd name="T9" fmla="*/ 648 h 110"/>
                  <a:gd name="T10" fmla="*/ 151 w 193"/>
                  <a:gd name="T11" fmla="*/ 1046 h 110"/>
                  <a:gd name="T12" fmla="*/ 28 w 193"/>
                  <a:gd name="T13" fmla="*/ 1664 h 1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110">
                    <a:moveTo>
                      <a:pt x="193" y="2"/>
                    </a:moveTo>
                    <a:cubicBezTo>
                      <a:pt x="182" y="2"/>
                      <a:pt x="170" y="0"/>
                      <a:pt x="160" y="5"/>
                    </a:cubicBezTo>
                    <a:cubicBezTo>
                      <a:pt x="148" y="11"/>
                      <a:pt x="145" y="18"/>
                      <a:pt x="129" y="17"/>
                    </a:cubicBezTo>
                    <a:cubicBezTo>
                      <a:pt x="116" y="16"/>
                      <a:pt x="99" y="12"/>
                      <a:pt x="86" y="9"/>
                    </a:cubicBezTo>
                    <a:cubicBezTo>
                      <a:pt x="76" y="28"/>
                      <a:pt x="49" y="30"/>
                      <a:pt x="34" y="43"/>
                    </a:cubicBezTo>
                    <a:cubicBezTo>
                      <a:pt x="25" y="50"/>
                      <a:pt x="20" y="61"/>
                      <a:pt x="12" y="69"/>
                    </a:cubicBezTo>
                    <a:cubicBezTo>
                      <a:pt x="0" y="83"/>
                      <a:pt x="2" y="92"/>
                      <a:pt x="2" y="11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7" name="Freeform 963">
                <a:extLst>
                  <a:ext uri="{FF2B5EF4-FFF2-40B4-BE49-F238E27FC236}">
                    <a16:creationId xmlns:a16="http://schemas.microsoft.com/office/drawing/2014/main" id="{03F22F5F-C317-4CD8-8D42-B1486E637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716"/>
                <a:ext cx="338" cy="188"/>
              </a:xfrm>
              <a:custGeom>
                <a:avLst/>
                <a:gdLst>
                  <a:gd name="T0" fmla="*/ 1748 w 146"/>
                  <a:gd name="T1" fmla="*/ 1150 h 76"/>
                  <a:gd name="T2" fmla="*/ 1764 w 146"/>
                  <a:gd name="T3" fmla="*/ 710 h 76"/>
                  <a:gd name="T4" fmla="*/ 1748 w 146"/>
                  <a:gd name="T5" fmla="*/ 257 h 76"/>
                  <a:gd name="T6" fmla="*/ 1292 w 146"/>
                  <a:gd name="T7" fmla="*/ 42 h 76"/>
                  <a:gd name="T8" fmla="*/ 745 w 146"/>
                  <a:gd name="T9" fmla="*/ 183 h 76"/>
                  <a:gd name="T10" fmla="*/ 0 w 146"/>
                  <a:gd name="T11" fmla="*/ 166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76">
                    <a:moveTo>
                      <a:pt x="141" y="76"/>
                    </a:moveTo>
                    <a:cubicBezTo>
                      <a:pt x="144" y="67"/>
                      <a:pt x="141" y="57"/>
                      <a:pt x="142" y="47"/>
                    </a:cubicBezTo>
                    <a:cubicBezTo>
                      <a:pt x="143" y="36"/>
                      <a:pt x="146" y="28"/>
                      <a:pt x="141" y="17"/>
                    </a:cubicBezTo>
                    <a:cubicBezTo>
                      <a:pt x="133" y="0"/>
                      <a:pt x="120" y="1"/>
                      <a:pt x="104" y="3"/>
                    </a:cubicBezTo>
                    <a:cubicBezTo>
                      <a:pt x="89" y="6"/>
                      <a:pt x="75" y="10"/>
                      <a:pt x="60" y="12"/>
                    </a:cubicBezTo>
                    <a:cubicBezTo>
                      <a:pt x="40" y="15"/>
                      <a:pt x="19" y="6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8" name="Freeform 964">
                <a:extLst>
                  <a:ext uri="{FF2B5EF4-FFF2-40B4-BE49-F238E27FC236}">
                    <a16:creationId xmlns:a16="http://schemas.microsoft.com/office/drawing/2014/main" id="{36D2B385-15AD-41F7-9698-AA69E158D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847"/>
                <a:ext cx="32" cy="72"/>
              </a:xfrm>
              <a:custGeom>
                <a:avLst/>
                <a:gdLst>
                  <a:gd name="T0" fmla="*/ 167 w 14"/>
                  <a:gd name="T1" fmla="*/ 0 h 29"/>
                  <a:gd name="T2" fmla="*/ 0 w 14"/>
                  <a:gd name="T3" fmla="*/ 216 h 29"/>
                  <a:gd name="T4" fmla="*/ 130 w 14"/>
                  <a:gd name="T5" fmla="*/ 44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9">
                    <a:moveTo>
                      <a:pt x="14" y="0"/>
                    </a:moveTo>
                    <a:cubicBezTo>
                      <a:pt x="10" y="5"/>
                      <a:pt x="4" y="8"/>
                      <a:pt x="0" y="14"/>
                    </a:cubicBezTo>
                    <a:cubicBezTo>
                      <a:pt x="6" y="17"/>
                      <a:pt x="10" y="23"/>
                      <a:pt x="11" y="2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39" name="Freeform 965">
                <a:extLst>
                  <a:ext uri="{FF2B5EF4-FFF2-40B4-BE49-F238E27FC236}">
                    <a16:creationId xmlns:a16="http://schemas.microsoft.com/office/drawing/2014/main" id="{ADF524DC-F14D-47BA-B4CA-46F15FCA2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621"/>
                <a:ext cx="35" cy="25"/>
              </a:xfrm>
              <a:custGeom>
                <a:avLst/>
                <a:gdLst>
                  <a:gd name="T0" fmla="*/ 191 w 15"/>
                  <a:gd name="T1" fmla="*/ 113 h 10"/>
                  <a:gd name="T2" fmla="*/ 12 w 15"/>
                  <a:gd name="T3" fmla="*/ 158 h 10"/>
                  <a:gd name="T4" fmla="*/ 0 w 1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15" y="7"/>
                    </a:moveTo>
                    <a:cubicBezTo>
                      <a:pt x="9" y="7"/>
                      <a:pt x="5" y="5"/>
                      <a:pt x="1" y="10"/>
                    </a:cubicBezTo>
                    <a:cubicBezTo>
                      <a:pt x="3" y="6"/>
                      <a:pt x="0" y="1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0" name="Freeform 966">
                <a:extLst>
                  <a:ext uri="{FF2B5EF4-FFF2-40B4-BE49-F238E27FC236}">
                    <a16:creationId xmlns:a16="http://schemas.microsoft.com/office/drawing/2014/main" id="{52921F81-DD2C-4C64-BABD-2FED4AE08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641"/>
                <a:ext cx="25" cy="66"/>
              </a:xfrm>
              <a:custGeom>
                <a:avLst/>
                <a:gdLst>
                  <a:gd name="T0" fmla="*/ 130 w 11"/>
                  <a:gd name="T1" fmla="*/ 120 h 27"/>
                  <a:gd name="T2" fmla="*/ 93 w 11"/>
                  <a:gd name="T3" fmla="*/ 394 h 27"/>
                  <a:gd name="T4" fmla="*/ 0 w 11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7">
                    <a:moveTo>
                      <a:pt x="11" y="8"/>
                    </a:moveTo>
                    <a:cubicBezTo>
                      <a:pt x="4" y="10"/>
                      <a:pt x="9" y="22"/>
                      <a:pt x="8" y="27"/>
                    </a:cubicBezTo>
                    <a:cubicBezTo>
                      <a:pt x="5" y="21"/>
                      <a:pt x="4" y="6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1" name="Freeform 967">
                <a:extLst>
                  <a:ext uri="{FF2B5EF4-FFF2-40B4-BE49-F238E27FC236}">
                    <a16:creationId xmlns:a16="http://schemas.microsoft.com/office/drawing/2014/main" id="{A404BD49-5BF5-4541-BC50-E2EE65C66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703"/>
                <a:ext cx="39" cy="33"/>
              </a:xfrm>
              <a:custGeom>
                <a:avLst/>
                <a:gdLst>
                  <a:gd name="T0" fmla="*/ 94 w 17"/>
                  <a:gd name="T1" fmla="*/ 0 h 13"/>
                  <a:gd name="T2" fmla="*/ 0 w 17"/>
                  <a:gd name="T3" fmla="*/ 193 h 13"/>
                  <a:gd name="T4" fmla="*/ 204 w 17"/>
                  <a:gd name="T5" fmla="*/ 193 h 13"/>
                  <a:gd name="T6" fmla="*/ 122 w 17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3">
                    <a:moveTo>
                      <a:pt x="8" y="0"/>
                    </a:moveTo>
                    <a:cubicBezTo>
                      <a:pt x="6" y="5"/>
                      <a:pt x="3" y="8"/>
                      <a:pt x="0" y="12"/>
                    </a:cubicBezTo>
                    <a:cubicBezTo>
                      <a:pt x="6" y="13"/>
                      <a:pt x="12" y="13"/>
                      <a:pt x="17" y="12"/>
                    </a:cubicBezTo>
                    <a:cubicBezTo>
                      <a:pt x="13" y="10"/>
                      <a:pt x="9" y="5"/>
                      <a:pt x="1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2" name="Freeform 968">
                <a:extLst>
                  <a:ext uri="{FF2B5EF4-FFF2-40B4-BE49-F238E27FC236}">
                    <a16:creationId xmlns:a16="http://schemas.microsoft.com/office/drawing/2014/main" id="{1E35100D-6402-4534-B35E-A12391407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745"/>
                <a:ext cx="53" cy="25"/>
              </a:xfrm>
              <a:custGeom>
                <a:avLst/>
                <a:gdLst>
                  <a:gd name="T0" fmla="*/ 0 w 23"/>
                  <a:gd name="T1" fmla="*/ 0 h 10"/>
                  <a:gd name="T2" fmla="*/ 28 w 23"/>
                  <a:gd name="T3" fmla="*/ 158 h 10"/>
                  <a:gd name="T4" fmla="*/ 281 w 23"/>
                  <a:gd name="T5" fmla="*/ 95 h 10"/>
                  <a:gd name="T6" fmla="*/ 48 w 23"/>
                  <a:gd name="T7" fmla="*/ 3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0">
                    <a:moveTo>
                      <a:pt x="0" y="0"/>
                    </a:moveTo>
                    <a:cubicBezTo>
                      <a:pt x="4" y="3"/>
                      <a:pt x="4" y="6"/>
                      <a:pt x="2" y="10"/>
                    </a:cubicBezTo>
                    <a:cubicBezTo>
                      <a:pt x="6" y="5"/>
                      <a:pt x="17" y="6"/>
                      <a:pt x="23" y="6"/>
                    </a:cubicBezTo>
                    <a:cubicBezTo>
                      <a:pt x="17" y="4"/>
                      <a:pt x="10" y="4"/>
                      <a:pt x="4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3" name="Freeform 969">
                <a:extLst>
                  <a:ext uri="{FF2B5EF4-FFF2-40B4-BE49-F238E27FC236}">
                    <a16:creationId xmlns:a16="http://schemas.microsoft.com/office/drawing/2014/main" id="{14D1FD78-E2D3-44AA-8DB5-595D76F9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560"/>
                <a:ext cx="18" cy="35"/>
              </a:xfrm>
              <a:custGeom>
                <a:avLst/>
                <a:gdLst>
                  <a:gd name="T0" fmla="*/ 0 w 8"/>
                  <a:gd name="T1" fmla="*/ 83 h 14"/>
                  <a:gd name="T2" fmla="*/ 56 w 8"/>
                  <a:gd name="T3" fmla="*/ 220 h 14"/>
                  <a:gd name="T4" fmla="*/ 81 w 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0" y="5"/>
                    </a:moveTo>
                    <a:cubicBezTo>
                      <a:pt x="5" y="6"/>
                      <a:pt x="6" y="10"/>
                      <a:pt x="5" y="14"/>
                    </a:cubicBezTo>
                    <a:cubicBezTo>
                      <a:pt x="7" y="11"/>
                      <a:pt x="8" y="4"/>
                      <a:pt x="7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4" name="Freeform 970">
                <a:extLst>
                  <a:ext uri="{FF2B5EF4-FFF2-40B4-BE49-F238E27FC236}">
                    <a16:creationId xmlns:a16="http://schemas.microsoft.com/office/drawing/2014/main" id="{CE6CB6EE-AC59-478C-8063-B1685883A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1508"/>
                <a:ext cx="20" cy="30"/>
              </a:xfrm>
              <a:custGeom>
                <a:avLst/>
                <a:gdLst>
                  <a:gd name="T0" fmla="*/ 0 w 9"/>
                  <a:gd name="T1" fmla="*/ 125 h 12"/>
                  <a:gd name="T2" fmla="*/ 98 w 9"/>
                  <a:gd name="T3" fmla="*/ 188 h 12"/>
                  <a:gd name="T4" fmla="*/ 64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8"/>
                    </a:moveTo>
                    <a:cubicBezTo>
                      <a:pt x="5" y="5"/>
                      <a:pt x="6" y="9"/>
                      <a:pt x="9" y="12"/>
                    </a:cubicBezTo>
                    <a:cubicBezTo>
                      <a:pt x="7" y="9"/>
                      <a:pt x="5" y="4"/>
                      <a:pt x="6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5" name="Freeform 971">
                <a:extLst>
                  <a:ext uri="{FF2B5EF4-FFF2-40B4-BE49-F238E27FC236}">
                    <a16:creationId xmlns:a16="http://schemas.microsoft.com/office/drawing/2014/main" id="{DAF81FF7-18EC-4EBC-B4D6-BAD42E5FA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906"/>
                <a:ext cx="37" cy="22"/>
              </a:xfrm>
              <a:custGeom>
                <a:avLst/>
                <a:gdLst>
                  <a:gd name="T0" fmla="*/ 0 w 16"/>
                  <a:gd name="T1" fmla="*/ 132 h 9"/>
                  <a:gd name="T2" fmla="*/ 199 w 16"/>
                  <a:gd name="T3" fmla="*/ 42 h 9"/>
                  <a:gd name="T4" fmla="*/ 74 w 1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0" y="9"/>
                    </a:moveTo>
                    <a:cubicBezTo>
                      <a:pt x="4" y="3"/>
                      <a:pt x="10" y="4"/>
                      <a:pt x="16" y="3"/>
                    </a:cubicBezTo>
                    <a:cubicBezTo>
                      <a:pt x="13" y="3"/>
                      <a:pt x="8" y="2"/>
                      <a:pt x="6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6" name="Freeform 972">
                <a:extLst>
                  <a:ext uri="{FF2B5EF4-FFF2-40B4-BE49-F238E27FC236}">
                    <a16:creationId xmlns:a16="http://schemas.microsoft.com/office/drawing/2014/main" id="{1A944E0C-0D2C-435B-8B95-438AF195E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864"/>
                <a:ext cx="21" cy="30"/>
              </a:xfrm>
              <a:custGeom>
                <a:avLst/>
                <a:gdLst>
                  <a:gd name="T0" fmla="*/ 114 w 9"/>
                  <a:gd name="T1" fmla="*/ 0 h 12"/>
                  <a:gd name="T2" fmla="*/ 77 w 9"/>
                  <a:gd name="T3" fmla="*/ 188 h 12"/>
                  <a:gd name="T4" fmla="*/ 0 w 9"/>
                  <a:gd name="T5" fmla="*/ 11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cubicBezTo>
                      <a:pt x="6" y="3"/>
                      <a:pt x="5" y="8"/>
                      <a:pt x="6" y="12"/>
                    </a:cubicBezTo>
                    <a:cubicBezTo>
                      <a:pt x="5" y="10"/>
                      <a:pt x="2" y="7"/>
                      <a:pt x="0" y="7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7" name="Freeform 973">
                <a:extLst>
                  <a:ext uri="{FF2B5EF4-FFF2-40B4-BE49-F238E27FC236}">
                    <a16:creationId xmlns:a16="http://schemas.microsoft.com/office/drawing/2014/main" id="{C1FE4B50-025B-4F67-A5A4-02CB4B99A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933"/>
                <a:ext cx="26" cy="28"/>
              </a:xfrm>
              <a:custGeom>
                <a:avLst/>
                <a:gdLst>
                  <a:gd name="T0" fmla="*/ 144 w 11"/>
                  <a:gd name="T1" fmla="*/ 0 h 11"/>
                  <a:gd name="T2" fmla="*/ 118 w 11"/>
                  <a:gd name="T3" fmla="*/ 181 h 11"/>
                  <a:gd name="T4" fmla="*/ 0 w 11"/>
                  <a:gd name="T5" fmla="*/ 8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cubicBezTo>
                      <a:pt x="8" y="3"/>
                      <a:pt x="7" y="8"/>
                      <a:pt x="9" y="11"/>
                    </a:cubicBezTo>
                    <a:cubicBezTo>
                      <a:pt x="8" y="8"/>
                      <a:pt x="3" y="5"/>
                      <a:pt x="0" y="5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8" name="Freeform 974">
                <a:extLst>
                  <a:ext uri="{FF2B5EF4-FFF2-40B4-BE49-F238E27FC236}">
                    <a16:creationId xmlns:a16="http://schemas.microsoft.com/office/drawing/2014/main" id="{159EE6AA-C3A5-489B-90DC-080F13EBE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48"/>
                <a:ext cx="24" cy="30"/>
              </a:xfrm>
              <a:custGeom>
                <a:avLst/>
                <a:gdLst>
                  <a:gd name="T0" fmla="*/ 58 w 10"/>
                  <a:gd name="T1" fmla="*/ 188 h 12"/>
                  <a:gd name="T2" fmla="*/ 139 w 10"/>
                  <a:gd name="T3" fmla="*/ 95 h 12"/>
                  <a:gd name="T4" fmla="*/ 0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4" y="12"/>
                    </a:moveTo>
                    <a:cubicBezTo>
                      <a:pt x="3" y="8"/>
                      <a:pt x="6" y="5"/>
                      <a:pt x="10" y="6"/>
                    </a:cubicBezTo>
                    <a:cubicBezTo>
                      <a:pt x="7" y="5"/>
                      <a:pt x="1" y="3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49" name="Freeform 975">
                <a:extLst>
                  <a:ext uri="{FF2B5EF4-FFF2-40B4-BE49-F238E27FC236}">
                    <a16:creationId xmlns:a16="http://schemas.microsoft.com/office/drawing/2014/main" id="{D75D92CC-88E7-45AD-B54D-1780A28DA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015"/>
                <a:ext cx="25" cy="32"/>
              </a:xfrm>
              <a:custGeom>
                <a:avLst/>
                <a:gdLst>
                  <a:gd name="T0" fmla="*/ 0 w 11"/>
                  <a:gd name="T1" fmla="*/ 194 h 13"/>
                  <a:gd name="T2" fmla="*/ 130 w 11"/>
                  <a:gd name="T3" fmla="*/ 62 h 13"/>
                  <a:gd name="T4" fmla="*/ 36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4" y="11"/>
                      <a:pt x="6" y="3"/>
                      <a:pt x="11" y="4"/>
                    </a:cubicBezTo>
                    <a:cubicBezTo>
                      <a:pt x="9" y="4"/>
                      <a:pt x="5" y="2"/>
                      <a:pt x="3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0" name="Freeform 976">
                <a:extLst>
                  <a:ext uri="{FF2B5EF4-FFF2-40B4-BE49-F238E27FC236}">
                    <a16:creationId xmlns:a16="http://schemas.microsoft.com/office/drawing/2014/main" id="{726484DE-A427-4A80-BE18-68FFE5D79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094"/>
                <a:ext cx="27" cy="30"/>
              </a:xfrm>
              <a:custGeom>
                <a:avLst/>
                <a:gdLst>
                  <a:gd name="T0" fmla="*/ 56 w 12"/>
                  <a:gd name="T1" fmla="*/ 188 h 12"/>
                  <a:gd name="T2" fmla="*/ 137 w 12"/>
                  <a:gd name="T3" fmla="*/ 50 h 12"/>
                  <a:gd name="T4" fmla="*/ 0 w 1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5" y="12"/>
                    </a:moveTo>
                    <a:cubicBezTo>
                      <a:pt x="6" y="6"/>
                      <a:pt x="7" y="5"/>
                      <a:pt x="12" y="3"/>
                    </a:cubicBezTo>
                    <a:cubicBezTo>
                      <a:pt x="8" y="4"/>
                      <a:pt x="2" y="3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1" name="Freeform 977">
                <a:extLst>
                  <a:ext uri="{FF2B5EF4-FFF2-40B4-BE49-F238E27FC236}">
                    <a16:creationId xmlns:a16="http://schemas.microsoft.com/office/drawing/2014/main" id="{B10B6801-2657-47D4-AAA5-0B88A7B74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215"/>
                <a:ext cx="30" cy="23"/>
              </a:xfrm>
              <a:custGeom>
                <a:avLst/>
                <a:gdLst>
                  <a:gd name="T0" fmla="*/ 150 w 13"/>
                  <a:gd name="T1" fmla="*/ 20 h 9"/>
                  <a:gd name="T2" fmla="*/ 159 w 13"/>
                  <a:gd name="T3" fmla="*/ 0 h 9"/>
                  <a:gd name="T4" fmla="*/ 97 w 13"/>
                  <a:gd name="T5" fmla="*/ 151 h 9"/>
                  <a:gd name="T6" fmla="*/ 65 w 13"/>
                  <a:gd name="T7" fmla="*/ 84 h 9"/>
                  <a:gd name="T8" fmla="*/ 0 w 13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2" y="1"/>
                    </a:moveTo>
                    <a:cubicBezTo>
                      <a:pt x="13" y="1"/>
                      <a:pt x="13" y="1"/>
                      <a:pt x="13" y="0"/>
                    </a:cubicBezTo>
                    <a:cubicBezTo>
                      <a:pt x="9" y="0"/>
                      <a:pt x="7" y="6"/>
                      <a:pt x="8" y="9"/>
                    </a:cubicBezTo>
                    <a:cubicBezTo>
                      <a:pt x="7" y="8"/>
                      <a:pt x="7" y="6"/>
                      <a:pt x="5" y="5"/>
                    </a:cubicBezTo>
                    <a:cubicBezTo>
                      <a:pt x="4" y="3"/>
                      <a:pt x="1" y="3"/>
                      <a:pt x="0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2" name="Freeform 978">
                <a:extLst>
                  <a:ext uri="{FF2B5EF4-FFF2-40B4-BE49-F238E27FC236}">
                    <a16:creationId xmlns:a16="http://schemas.microsoft.com/office/drawing/2014/main" id="{8F0BEB5D-A813-44E9-9E3B-A05165F26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327"/>
                <a:ext cx="30" cy="34"/>
              </a:xfrm>
              <a:custGeom>
                <a:avLst/>
                <a:gdLst>
                  <a:gd name="T0" fmla="*/ 0 w 13"/>
                  <a:gd name="T1" fmla="*/ 100 h 14"/>
                  <a:gd name="T2" fmla="*/ 159 w 13"/>
                  <a:gd name="T3" fmla="*/ 12 h 14"/>
                  <a:gd name="T4" fmla="*/ 122 w 13"/>
                  <a:gd name="T5" fmla="*/ 20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5" y="11"/>
                      <a:pt x="9" y="0"/>
                      <a:pt x="13" y="1"/>
                    </a:cubicBezTo>
                    <a:cubicBezTo>
                      <a:pt x="10" y="4"/>
                      <a:pt x="10" y="10"/>
                      <a:pt x="10" y="14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3" name="Freeform 979">
                <a:extLst>
                  <a:ext uri="{FF2B5EF4-FFF2-40B4-BE49-F238E27FC236}">
                    <a16:creationId xmlns:a16="http://schemas.microsoft.com/office/drawing/2014/main" id="{291A0779-5D6F-4B0E-BB77-82C664A03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440"/>
                <a:ext cx="23" cy="23"/>
              </a:xfrm>
              <a:custGeom>
                <a:avLst/>
                <a:gdLst>
                  <a:gd name="T0" fmla="*/ 37 w 10"/>
                  <a:gd name="T1" fmla="*/ 0 h 9"/>
                  <a:gd name="T2" fmla="*/ 122 w 10"/>
                  <a:gd name="T3" fmla="*/ 118 h 9"/>
                  <a:gd name="T4" fmla="*/ 0 w 10"/>
                  <a:gd name="T5" fmla="*/ 15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2" y="3"/>
                      <a:pt x="6" y="7"/>
                      <a:pt x="10" y="7"/>
                    </a:cubicBezTo>
                    <a:cubicBezTo>
                      <a:pt x="7" y="6"/>
                      <a:pt x="2" y="7"/>
                      <a:pt x="0" y="9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4" name="Freeform 980">
                <a:extLst>
                  <a:ext uri="{FF2B5EF4-FFF2-40B4-BE49-F238E27FC236}">
                    <a16:creationId xmlns:a16="http://schemas.microsoft.com/office/drawing/2014/main" id="{7A05E8D3-777C-47B6-94EF-FCFA8BE2F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680"/>
                <a:ext cx="28" cy="25"/>
              </a:xfrm>
              <a:custGeom>
                <a:avLst/>
                <a:gdLst>
                  <a:gd name="T0" fmla="*/ 0 w 12"/>
                  <a:gd name="T1" fmla="*/ 83 h 10"/>
                  <a:gd name="T2" fmla="*/ 152 w 12"/>
                  <a:gd name="T3" fmla="*/ 0 h 10"/>
                  <a:gd name="T4" fmla="*/ 77 w 12"/>
                  <a:gd name="T5" fmla="*/ 1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0" y="5"/>
                    </a:moveTo>
                    <a:cubicBezTo>
                      <a:pt x="4" y="6"/>
                      <a:pt x="9" y="2"/>
                      <a:pt x="12" y="0"/>
                    </a:cubicBezTo>
                    <a:cubicBezTo>
                      <a:pt x="10" y="3"/>
                      <a:pt x="7" y="6"/>
                      <a:pt x="6" y="1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5" name="Freeform 981">
                <a:extLst>
                  <a:ext uri="{FF2B5EF4-FFF2-40B4-BE49-F238E27FC236}">
                    <a16:creationId xmlns:a16="http://schemas.microsoft.com/office/drawing/2014/main" id="{294966EB-6A7A-4AE3-8F42-C67E42FE8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869"/>
                <a:ext cx="42" cy="17"/>
              </a:xfrm>
              <a:custGeom>
                <a:avLst/>
                <a:gdLst>
                  <a:gd name="T0" fmla="*/ 0 w 18"/>
                  <a:gd name="T1" fmla="*/ 100 h 7"/>
                  <a:gd name="T2" fmla="*/ 229 w 18"/>
                  <a:gd name="T3" fmla="*/ 100 h 7"/>
                  <a:gd name="T4" fmla="*/ 142 w 1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cubicBezTo>
                      <a:pt x="6" y="5"/>
                      <a:pt x="12" y="2"/>
                      <a:pt x="18" y="7"/>
                    </a:cubicBezTo>
                    <a:cubicBezTo>
                      <a:pt x="15" y="5"/>
                      <a:pt x="14" y="2"/>
                      <a:pt x="11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6" name="Freeform 982">
                <a:extLst>
                  <a:ext uri="{FF2B5EF4-FFF2-40B4-BE49-F238E27FC236}">
                    <a16:creationId xmlns:a16="http://schemas.microsoft.com/office/drawing/2014/main" id="{AC6176DD-4E92-4BAB-AB8E-74A2EE661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938"/>
                <a:ext cx="37" cy="35"/>
              </a:xfrm>
              <a:custGeom>
                <a:avLst/>
                <a:gdLst>
                  <a:gd name="T0" fmla="*/ 0 w 16"/>
                  <a:gd name="T1" fmla="*/ 50 h 14"/>
                  <a:gd name="T2" fmla="*/ 199 w 16"/>
                  <a:gd name="T3" fmla="*/ 220 h 14"/>
                  <a:gd name="T4" fmla="*/ 134 w 16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3"/>
                    </a:moveTo>
                    <a:cubicBezTo>
                      <a:pt x="6" y="1"/>
                      <a:pt x="12" y="10"/>
                      <a:pt x="16" y="14"/>
                    </a:cubicBezTo>
                    <a:cubicBezTo>
                      <a:pt x="14" y="11"/>
                      <a:pt x="10" y="3"/>
                      <a:pt x="11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7" name="Freeform 983">
                <a:extLst>
                  <a:ext uri="{FF2B5EF4-FFF2-40B4-BE49-F238E27FC236}">
                    <a16:creationId xmlns:a16="http://schemas.microsoft.com/office/drawing/2014/main" id="{6D6A5222-CE5B-4D2A-AC59-858131493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795"/>
                <a:ext cx="49" cy="32"/>
              </a:xfrm>
              <a:custGeom>
                <a:avLst/>
                <a:gdLst>
                  <a:gd name="T0" fmla="*/ 266 w 21"/>
                  <a:gd name="T1" fmla="*/ 0 h 13"/>
                  <a:gd name="T2" fmla="*/ 201 w 21"/>
                  <a:gd name="T3" fmla="*/ 194 h 13"/>
                  <a:gd name="T4" fmla="*/ 86 w 21"/>
                  <a:gd name="T5" fmla="*/ 62 h 13"/>
                  <a:gd name="T6" fmla="*/ 0 w 21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21" y="0"/>
                    </a:moveTo>
                    <a:cubicBezTo>
                      <a:pt x="18" y="2"/>
                      <a:pt x="13" y="9"/>
                      <a:pt x="16" y="13"/>
                    </a:cubicBezTo>
                    <a:cubicBezTo>
                      <a:pt x="15" y="8"/>
                      <a:pt x="10" y="7"/>
                      <a:pt x="7" y="4"/>
                    </a:cubicBez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8" name="Freeform 984">
                <a:extLst>
                  <a:ext uri="{FF2B5EF4-FFF2-40B4-BE49-F238E27FC236}">
                    <a16:creationId xmlns:a16="http://schemas.microsoft.com/office/drawing/2014/main" id="{C9FDF166-EB19-43DB-8E3D-6D6CBC14A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1782"/>
                <a:ext cx="24" cy="35"/>
              </a:xfrm>
              <a:custGeom>
                <a:avLst/>
                <a:gdLst>
                  <a:gd name="T0" fmla="*/ 0 w 10"/>
                  <a:gd name="T1" fmla="*/ 0 h 14"/>
                  <a:gd name="T2" fmla="*/ 82 w 10"/>
                  <a:gd name="T3" fmla="*/ 220 h 14"/>
                  <a:gd name="T4" fmla="*/ 127 w 10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4" y="4"/>
                      <a:pt x="8" y="7"/>
                      <a:pt x="6" y="14"/>
                    </a:cubicBezTo>
                    <a:cubicBezTo>
                      <a:pt x="10" y="12"/>
                      <a:pt x="10" y="5"/>
                      <a:pt x="9" y="1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59" name="Freeform 985">
                <a:extLst>
                  <a:ext uri="{FF2B5EF4-FFF2-40B4-BE49-F238E27FC236}">
                    <a16:creationId xmlns:a16="http://schemas.microsoft.com/office/drawing/2014/main" id="{E2D29701-D745-4834-90FD-F59990EF5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938"/>
                <a:ext cx="51" cy="47"/>
              </a:xfrm>
              <a:custGeom>
                <a:avLst/>
                <a:gdLst>
                  <a:gd name="T0" fmla="*/ 0 w 22"/>
                  <a:gd name="T1" fmla="*/ 104 h 19"/>
                  <a:gd name="T2" fmla="*/ 172 w 22"/>
                  <a:gd name="T3" fmla="*/ 0 h 19"/>
                  <a:gd name="T4" fmla="*/ 274 w 22"/>
                  <a:gd name="T5" fmla="*/ 28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0" y="7"/>
                    </a:moveTo>
                    <a:cubicBezTo>
                      <a:pt x="4" y="13"/>
                      <a:pt x="15" y="6"/>
                      <a:pt x="14" y="0"/>
                    </a:cubicBezTo>
                    <a:cubicBezTo>
                      <a:pt x="16" y="7"/>
                      <a:pt x="21" y="12"/>
                      <a:pt x="22" y="19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0" name="Freeform 986">
                <a:extLst>
                  <a:ext uri="{FF2B5EF4-FFF2-40B4-BE49-F238E27FC236}">
                    <a16:creationId xmlns:a16="http://schemas.microsoft.com/office/drawing/2014/main" id="{07CED2F5-5F55-4D23-BBAC-D93269127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2052"/>
                <a:ext cx="16" cy="72"/>
              </a:xfrm>
              <a:custGeom>
                <a:avLst/>
                <a:gdLst>
                  <a:gd name="T0" fmla="*/ 0 w 7"/>
                  <a:gd name="T1" fmla="*/ 0 h 29"/>
                  <a:gd name="T2" fmla="*/ 11 w 7"/>
                  <a:gd name="T3" fmla="*/ 444 h 29"/>
                  <a:gd name="T4" fmla="*/ 85 w 7"/>
                  <a:gd name="T5" fmla="*/ 290 h 29"/>
                  <a:gd name="T6" fmla="*/ 57 w 7"/>
                  <a:gd name="T7" fmla="*/ 216 h 29"/>
                  <a:gd name="T8" fmla="*/ 11 w 7"/>
                  <a:gd name="T9" fmla="*/ 4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cubicBezTo>
                      <a:pt x="0" y="9"/>
                      <a:pt x="3" y="20"/>
                      <a:pt x="1" y="29"/>
                    </a:cubicBezTo>
                    <a:cubicBezTo>
                      <a:pt x="4" y="26"/>
                      <a:pt x="1" y="19"/>
                      <a:pt x="7" y="19"/>
                    </a:cubicBezTo>
                    <a:cubicBezTo>
                      <a:pt x="6" y="17"/>
                      <a:pt x="5" y="16"/>
                      <a:pt x="5" y="14"/>
                    </a:cubicBezTo>
                    <a:cubicBezTo>
                      <a:pt x="3" y="10"/>
                      <a:pt x="3" y="7"/>
                      <a:pt x="1" y="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1" name="Freeform 987">
                <a:extLst>
                  <a:ext uri="{FF2B5EF4-FFF2-40B4-BE49-F238E27FC236}">
                    <a16:creationId xmlns:a16="http://schemas.microsoft.com/office/drawing/2014/main" id="{8AFC6444-897D-402B-9FF4-C77595048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985"/>
                <a:ext cx="20" cy="27"/>
              </a:xfrm>
              <a:custGeom>
                <a:avLst/>
                <a:gdLst>
                  <a:gd name="T0" fmla="*/ 0 w 9"/>
                  <a:gd name="T1" fmla="*/ 0 h 11"/>
                  <a:gd name="T2" fmla="*/ 64 w 9"/>
                  <a:gd name="T3" fmla="*/ 162 h 11"/>
                  <a:gd name="T4" fmla="*/ 98 w 9"/>
                  <a:gd name="T5" fmla="*/ 1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3" y="3"/>
                      <a:pt x="5" y="7"/>
                      <a:pt x="6" y="11"/>
                    </a:cubicBezTo>
                    <a:cubicBezTo>
                      <a:pt x="7" y="8"/>
                      <a:pt x="6" y="4"/>
                      <a:pt x="9" y="1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2" name="Freeform 988">
                <a:extLst>
                  <a:ext uri="{FF2B5EF4-FFF2-40B4-BE49-F238E27FC236}">
                    <a16:creationId xmlns:a16="http://schemas.microsoft.com/office/drawing/2014/main" id="{61DFACBF-3F75-4AD9-A922-88E0E39CF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2225"/>
                <a:ext cx="44" cy="20"/>
              </a:xfrm>
              <a:custGeom>
                <a:avLst/>
                <a:gdLst>
                  <a:gd name="T0" fmla="*/ 28 w 19"/>
                  <a:gd name="T1" fmla="*/ 20 h 8"/>
                  <a:gd name="T2" fmla="*/ 0 w 19"/>
                  <a:gd name="T3" fmla="*/ 125 h 8"/>
                  <a:gd name="T4" fmla="*/ 236 w 19"/>
                  <a:gd name="T5" fmla="*/ 33 h 8"/>
                  <a:gd name="T6" fmla="*/ 134 w 19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">
                    <a:moveTo>
                      <a:pt x="2" y="1"/>
                    </a:moveTo>
                    <a:cubicBezTo>
                      <a:pt x="4" y="4"/>
                      <a:pt x="2" y="6"/>
                      <a:pt x="0" y="8"/>
                    </a:cubicBezTo>
                    <a:cubicBezTo>
                      <a:pt x="5" y="3"/>
                      <a:pt x="13" y="4"/>
                      <a:pt x="19" y="2"/>
                    </a:cubicBezTo>
                    <a:cubicBezTo>
                      <a:pt x="16" y="2"/>
                      <a:pt x="13" y="0"/>
                      <a:pt x="11" y="1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3" name="Freeform 989">
                <a:extLst>
                  <a:ext uri="{FF2B5EF4-FFF2-40B4-BE49-F238E27FC236}">
                    <a16:creationId xmlns:a16="http://schemas.microsoft.com/office/drawing/2014/main" id="{7F08ADC2-D917-4780-93A0-4598A689C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2371"/>
                <a:ext cx="37" cy="25"/>
              </a:xfrm>
              <a:custGeom>
                <a:avLst/>
                <a:gdLst>
                  <a:gd name="T0" fmla="*/ 0 w 16"/>
                  <a:gd name="T1" fmla="*/ 0 h 10"/>
                  <a:gd name="T2" fmla="*/ 113 w 16"/>
                  <a:gd name="T3" fmla="*/ 50 h 10"/>
                  <a:gd name="T4" fmla="*/ 199 w 16"/>
                  <a:gd name="T5" fmla="*/ 63 h 10"/>
                  <a:gd name="T6" fmla="*/ 37 w 16"/>
                  <a:gd name="T7" fmla="*/ 15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3" y="2"/>
                      <a:pt x="6" y="3"/>
                      <a:pt x="9" y="3"/>
                    </a:cubicBezTo>
                    <a:cubicBezTo>
                      <a:pt x="12" y="3"/>
                      <a:pt x="14" y="2"/>
                      <a:pt x="16" y="4"/>
                    </a:cubicBezTo>
                    <a:cubicBezTo>
                      <a:pt x="12" y="4"/>
                      <a:pt x="4" y="7"/>
                      <a:pt x="3" y="1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4" name="Freeform 990">
                <a:extLst>
                  <a:ext uri="{FF2B5EF4-FFF2-40B4-BE49-F238E27FC236}">
                    <a16:creationId xmlns:a16="http://schemas.microsoft.com/office/drawing/2014/main" id="{4FA53512-1354-49DB-BEE8-4601AABDB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602"/>
                <a:ext cx="19" cy="20"/>
              </a:xfrm>
              <a:custGeom>
                <a:avLst/>
                <a:gdLst>
                  <a:gd name="T0" fmla="*/ 57 w 8"/>
                  <a:gd name="T1" fmla="*/ 0 h 8"/>
                  <a:gd name="T2" fmla="*/ 107 w 8"/>
                  <a:gd name="T3" fmla="*/ 95 h 8"/>
                  <a:gd name="T4" fmla="*/ 0 w 8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2" y="3"/>
                      <a:pt x="5" y="5"/>
                      <a:pt x="8" y="6"/>
                    </a:cubicBezTo>
                    <a:cubicBezTo>
                      <a:pt x="6" y="7"/>
                      <a:pt x="2" y="7"/>
                      <a:pt x="0" y="8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5" name="Freeform 991">
                <a:extLst>
                  <a:ext uri="{FF2B5EF4-FFF2-40B4-BE49-F238E27FC236}">
                    <a16:creationId xmlns:a16="http://schemas.microsoft.com/office/drawing/2014/main" id="{398E62A4-8D4B-4C08-9DA5-A68E47CDD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733"/>
                <a:ext cx="23" cy="20"/>
              </a:xfrm>
              <a:custGeom>
                <a:avLst/>
                <a:gdLst>
                  <a:gd name="T0" fmla="*/ 0 w 10"/>
                  <a:gd name="T1" fmla="*/ 0 h 8"/>
                  <a:gd name="T2" fmla="*/ 122 w 10"/>
                  <a:gd name="T3" fmla="*/ 0 h 8"/>
                  <a:gd name="T4" fmla="*/ 74 w 10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3" y="2"/>
                      <a:pt x="7" y="0"/>
                      <a:pt x="10" y="0"/>
                    </a:cubicBezTo>
                    <a:cubicBezTo>
                      <a:pt x="8" y="2"/>
                      <a:pt x="7" y="5"/>
                      <a:pt x="6" y="8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6" name="Freeform 992">
                <a:extLst>
                  <a:ext uri="{FF2B5EF4-FFF2-40B4-BE49-F238E27FC236}">
                    <a16:creationId xmlns:a16="http://schemas.microsoft.com/office/drawing/2014/main" id="{1B811296-0D55-4A10-8C7A-597A2031A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874"/>
                <a:ext cx="30" cy="15"/>
              </a:xfrm>
              <a:custGeom>
                <a:avLst/>
                <a:gdLst>
                  <a:gd name="T0" fmla="*/ 0 w 13"/>
                  <a:gd name="T1" fmla="*/ 83 h 6"/>
                  <a:gd name="T2" fmla="*/ 111 w 13"/>
                  <a:gd name="T3" fmla="*/ 0 h 6"/>
                  <a:gd name="T4" fmla="*/ 159 w 13"/>
                  <a:gd name="T5" fmla="*/ 95 h 6"/>
                  <a:gd name="T6" fmla="*/ 111 w 13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0" y="5"/>
                    </a:moveTo>
                    <a:cubicBezTo>
                      <a:pt x="3" y="6"/>
                      <a:pt x="6" y="1"/>
                      <a:pt x="9" y="0"/>
                    </a:cubicBezTo>
                    <a:cubicBezTo>
                      <a:pt x="9" y="3"/>
                      <a:pt x="11" y="5"/>
                      <a:pt x="13" y="6"/>
                    </a:cubicBezTo>
                    <a:cubicBezTo>
                      <a:pt x="11" y="6"/>
                      <a:pt x="10" y="5"/>
                      <a:pt x="9" y="5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7" name="Freeform 993">
                <a:extLst>
                  <a:ext uri="{FF2B5EF4-FFF2-40B4-BE49-F238E27FC236}">
                    <a16:creationId xmlns:a16="http://schemas.microsoft.com/office/drawing/2014/main" id="{DFD27EE6-6399-491A-A5D7-C3060A71C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544"/>
                <a:ext cx="23" cy="15"/>
              </a:xfrm>
              <a:custGeom>
                <a:avLst/>
                <a:gdLst>
                  <a:gd name="T0" fmla="*/ 0 w 10"/>
                  <a:gd name="T1" fmla="*/ 95 h 6"/>
                  <a:gd name="T2" fmla="*/ 85 w 10"/>
                  <a:gd name="T3" fmla="*/ 0 h 6"/>
                  <a:gd name="T4" fmla="*/ 122 w 10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3" y="6"/>
                      <a:pt x="5" y="3"/>
                      <a:pt x="7" y="0"/>
                    </a:cubicBezTo>
                    <a:cubicBezTo>
                      <a:pt x="7" y="2"/>
                      <a:pt x="8" y="3"/>
                      <a:pt x="10" y="4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8" name="Freeform 994">
                <a:extLst>
                  <a:ext uri="{FF2B5EF4-FFF2-40B4-BE49-F238E27FC236}">
                    <a16:creationId xmlns:a16="http://schemas.microsoft.com/office/drawing/2014/main" id="{2B03C99A-F7B0-4B8D-B96E-D4062A37C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472"/>
                <a:ext cx="30" cy="33"/>
              </a:xfrm>
              <a:custGeom>
                <a:avLst/>
                <a:gdLst>
                  <a:gd name="T0" fmla="*/ 12 w 13"/>
                  <a:gd name="T1" fmla="*/ 0 h 13"/>
                  <a:gd name="T2" fmla="*/ 0 w 13"/>
                  <a:gd name="T3" fmla="*/ 213 h 13"/>
                  <a:gd name="T4" fmla="*/ 159 w 13"/>
                  <a:gd name="T5" fmla="*/ 19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3" y="4"/>
                      <a:pt x="6" y="9"/>
                      <a:pt x="0" y="13"/>
                    </a:cubicBezTo>
                    <a:cubicBezTo>
                      <a:pt x="4" y="10"/>
                      <a:pt x="9" y="13"/>
                      <a:pt x="13" y="1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69" name="Freeform 995">
                <a:extLst>
                  <a:ext uri="{FF2B5EF4-FFF2-40B4-BE49-F238E27FC236}">
                    <a16:creationId xmlns:a16="http://schemas.microsoft.com/office/drawing/2014/main" id="{9FAA8583-C9FD-426E-A6CA-E22BCA602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035"/>
                <a:ext cx="33" cy="37"/>
              </a:xfrm>
              <a:custGeom>
                <a:avLst/>
                <a:gdLst>
                  <a:gd name="T0" fmla="*/ 184 w 14"/>
                  <a:gd name="T1" fmla="*/ 104 h 15"/>
                  <a:gd name="T2" fmla="*/ 184 w 14"/>
                  <a:gd name="T3" fmla="*/ 224 h 15"/>
                  <a:gd name="T4" fmla="*/ 94 w 14"/>
                  <a:gd name="T5" fmla="*/ 121 h 15"/>
                  <a:gd name="T6" fmla="*/ 0 w 1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14" y="7"/>
                    </a:moveTo>
                    <a:cubicBezTo>
                      <a:pt x="12" y="10"/>
                      <a:pt x="12" y="12"/>
                      <a:pt x="14" y="15"/>
                    </a:cubicBezTo>
                    <a:cubicBezTo>
                      <a:pt x="11" y="14"/>
                      <a:pt x="9" y="10"/>
                      <a:pt x="7" y="8"/>
                    </a:cubicBezTo>
                    <a:cubicBezTo>
                      <a:pt x="4" y="5"/>
                      <a:pt x="2" y="3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0" name="Freeform 996">
                <a:extLst>
                  <a:ext uri="{FF2B5EF4-FFF2-40B4-BE49-F238E27FC236}">
                    <a16:creationId xmlns:a16="http://schemas.microsoft.com/office/drawing/2014/main" id="{85CD3745-CC15-4601-8C34-7003A657F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658"/>
                <a:ext cx="23" cy="30"/>
              </a:xfrm>
              <a:custGeom>
                <a:avLst/>
                <a:gdLst>
                  <a:gd name="T0" fmla="*/ 94 w 10"/>
                  <a:gd name="T1" fmla="*/ 188 h 12"/>
                  <a:gd name="T2" fmla="*/ 0 w 10"/>
                  <a:gd name="T3" fmla="*/ 33 h 12"/>
                  <a:gd name="T4" fmla="*/ 122 w 10"/>
                  <a:gd name="T5" fmla="*/ 2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8" y="12"/>
                    </a:moveTo>
                    <a:cubicBezTo>
                      <a:pt x="8" y="7"/>
                      <a:pt x="5" y="3"/>
                      <a:pt x="0" y="2"/>
                    </a:cubicBezTo>
                    <a:cubicBezTo>
                      <a:pt x="3" y="1"/>
                      <a:pt x="6" y="0"/>
                      <a:pt x="10" y="1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1" name="Freeform 997">
                <a:extLst>
                  <a:ext uri="{FF2B5EF4-FFF2-40B4-BE49-F238E27FC236}">
                    <a16:creationId xmlns:a16="http://schemas.microsoft.com/office/drawing/2014/main" id="{EA0F963D-66E6-45B8-8F2F-901BEF44A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1876"/>
                <a:ext cx="320" cy="65"/>
              </a:xfrm>
              <a:custGeom>
                <a:avLst/>
                <a:gdLst>
                  <a:gd name="T0" fmla="*/ 1721 w 138"/>
                  <a:gd name="T1" fmla="*/ 0 h 26"/>
                  <a:gd name="T2" fmla="*/ 359 w 138"/>
                  <a:gd name="T3" fmla="*/ 175 h 26"/>
                  <a:gd name="T4" fmla="*/ 0 w 138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6">
                    <a:moveTo>
                      <a:pt x="138" y="0"/>
                    </a:moveTo>
                    <a:cubicBezTo>
                      <a:pt x="113" y="25"/>
                      <a:pt x="61" y="3"/>
                      <a:pt x="29" y="11"/>
                    </a:cubicBezTo>
                    <a:cubicBezTo>
                      <a:pt x="17" y="14"/>
                      <a:pt x="11" y="25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2" name="Freeform 998">
                <a:extLst>
                  <a:ext uri="{FF2B5EF4-FFF2-40B4-BE49-F238E27FC236}">
                    <a16:creationId xmlns:a16="http://schemas.microsoft.com/office/drawing/2014/main" id="{E0BF022E-75C0-4AFE-9902-01A334299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459"/>
                <a:ext cx="76" cy="98"/>
              </a:xfrm>
              <a:custGeom>
                <a:avLst/>
                <a:gdLst>
                  <a:gd name="T0" fmla="*/ 0 w 33"/>
                  <a:gd name="T1" fmla="*/ 0 h 40"/>
                  <a:gd name="T2" fmla="*/ 74 w 33"/>
                  <a:gd name="T3" fmla="*/ 397 h 40"/>
                  <a:gd name="T4" fmla="*/ 403 w 33"/>
                  <a:gd name="T5" fmla="*/ 588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0">
                    <a:moveTo>
                      <a:pt x="0" y="0"/>
                    </a:moveTo>
                    <a:cubicBezTo>
                      <a:pt x="1" y="9"/>
                      <a:pt x="0" y="21"/>
                      <a:pt x="6" y="27"/>
                    </a:cubicBezTo>
                    <a:cubicBezTo>
                      <a:pt x="12" y="35"/>
                      <a:pt x="25" y="35"/>
                      <a:pt x="33" y="4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3" name="Freeform 999">
                <a:extLst>
                  <a:ext uri="{FF2B5EF4-FFF2-40B4-BE49-F238E27FC236}">
                    <a16:creationId xmlns:a16="http://schemas.microsoft.com/office/drawing/2014/main" id="{C79603DC-1E91-486E-99C8-84A04C635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510"/>
                <a:ext cx="54" cy="75"/>
              </a:xfrm>
              <a:custGeom>
                <a:avLst/>
                <a:gdLst>
                  <a:gd name="T0" fmla="*/ 298 w 23"/>
                  <a:gd name="T1" fmla="*/ 0 h 30"/>
                  <a:gd name="T2" fmla="*/ 193 w 23"/>
                  <a:gd name="T3" fmla="*/ 363 h 30"/>
                  <a:gd name="T4" fmla="*/ 0 w 23"/>
                  <a:gd name="T5" fmla="*/ 47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0">
                    <a:moveTo>
                      <a:pt x="23" y="0"/>
                    </a:moveTo>
                    <a:cubicBezTo>
                      <a:pt x="18" y="7"/>
                      <a:pt x="22" y="16"/>
                      <a:pt x="15" y="23"/>
                    </a:cubicBezTo>
                    <a:cubicBezTo>
                      <a:pt x="11" y="27"/>
                      <a:pt x="5" y="27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4" name="Freeform 1000">
                <a:extLst>
                  <a:ext uri="{FF2B5EF4-FFF2-40B4-BE49-F238E27FC236}">
                    <a16:creationId xmlns:a16="http://schemas.microsoft.com/office/drawing/2014/main" id="{D9F1CBD8-032A-4329-8922-06A6FF3F0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1533"/>
                <a:ext cx="75" cy="74"/>
              </a:xfrm>
              <a:custGeom>
                <a:avLst/>
                <a:gdLst>
                  <a:gd name="T0" fmla="*/ 413 w 32"/>
                  <a:gd name="T1" fmla="*/ 0 h 30"/>
                  <a:gd name="T2" fmla="*/ 246 w 32"/>
                  <a:gd name="T3" fmla="*/ 377 h 30"/>
                  <a:gd name="T4" fmla="*/ 0 w 32"/>
                  <a:gd name="T5" fmla="*/ 43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0">
                    <a:moveTo>
                      <a:pt x="32" y="0"/>
                    </a:moveTo>
                    <a:cubicBezTo>
                      <a:pt x="30" y="8"/>
                      <a:pt x="26" y="20"/>
                      <a:pt x="19" y="25"/>
                    </a:cubicBezTo>
                    <a:cubicBezTo>
                      <a:pt x="12" y="30"/>
                      <a:pt x="7" y="27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5" name="Freeform 1001">
                <a:extLst>
                  <a:ext uri="{FF2B5EF4-FFF2-40B4-BE49-F238E27FC236}">
                    <a16:creationId xmlns:a16="http://schemas.microsoft.com/office/drawing/2014/main" id="{F11C8600-B271-4E09-8D7A-E4061D271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758"/>
                <a:ext cx="65" cy="27"/>
              </a:xfrm>
              <a:custGeom>
                <a:avLst/>
                <a:gdLst>
                  <a:gd name="T0" fmla="*/ 351 w 28"/>
                  <a:gd name="T1" fmla="*/ 162 h 11"/>
                  <a:gd name="T2" fmla="*/ 0 w 2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1">
                    <a:moveTo>
                      <a:pt x="28" y="11"/>
                    </a:moveTo>
                    <a:cubicBezTo>
                      <a:pt x="19" y="9"/>
                      <a:pt x="7" y="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6" name="Freeform 1002">
                <a:extLst>
                  <a:ext uri="{FF2B5EF4-FFF2-40B4-BE49-F238E27FC236}">
                    <a16:creationId xmlns:a16="http://schemas.microsoft.com/office/drawing/2014/main" id="{CA81518E-A21A-4B84-A788-66452B4D1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186"/>
                <a:ext cx="93" cy="44"/>
              </a:xfrm>
              <a:custGeom>
                <a:avLst/>
                <a:gdLst>
                  <a:gd name="T0" fmla="*/ 502 w 40"/>
                  <a:gd name="T1" fmla="*/ 264 h 18"/>
                  <a:gd name="T2" fmla="*/ 188 w 40"/>
                  <a:gd name="T3" fmla="*/ 220 h 18"/>
                  <a:gd name="T4" fmla="*/ 0 w 4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8">
                    <a:moveTo>
                      <a:pt x="40" y="18"/>
                    </a:moveTo>
                    <a:cubicBezTo>
                      <a:pt x="32" y="16"/>
                      <a:pt x="21" y="18"/>
                      <a:pt x="15" y="15"/>
                    </a:cubicBezTo>
                    <a:cubicBezTo>
                      <a:pt x="8" y="12"/>
                      <a:pt x="6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7" name="Freeform 1003">
                <a:extLst>
                  <a:ext uri="{FF2B5EF4-FFF2-40B4-BE49-F238E27FC236}">
                    <a16:creationId xmlns:a16="http://schemas.microsoft.com/office/drawing/2014/main" id="{6540F3A6-EAA7-4D99-A599-514E1AA68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483"/>
                <a:ext cx="67" cy="119"/>
              </a:xfrm>
              <a:custGeom>
                <a:avLst/>
                <a:gdLst>
                  <a:gd name="T0" fmla="*/ 49 w 29"/>
                  <a:gd name="T1" fmla="*/ 0 h 48"/>
                  <a:gd name="T2" fmla="*/ 358 w 29"/>
                  <a:gd name="T3" fmla="*/ 731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8">
                    <a:moveTo>
                      <a:pt x="4" y="0"/>
                    </a:moveTo>
                    <a:cubicBezTo>
                      <a:pt x="0" y="16"/>
                      <a:pt x="15" y="39"/>
                      <a:pt x="29" y="48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8" name="Freeform 1004">
                <a:extLst>
                  <a:ext uri="{FF2B5EF4-FFF2-40B4-BE49-F238E27FC236}">
                    <a16:creationId xmlns:a16="http://schemas.microsoft.com/office/drawing/2014/main" id="{D2827593-1739-44F5-805C-74509E582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671"/>
                <a:ext cx="116" cy="119"/>
              </a:xfrm>
              <a:custGeom>
                <a:avLst/>
                <a:gdLst>
                  <a:gd name="T0" fmla="*/ 0 w 50"/>
                  <a:gd name="T1" fmla="*/ 0 h 48"/>
                  <a:gd name="T2" fmla="*/ 248 w 50"/>
                  <a:gd name="T3" fmla="*/ 412 h 48"/>
                  <a:gd name="T4" fmla="*/ 624 w 50"/>
                  <a:gd name="T5" fmla="*/ 73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8">
                    <a:moveTo>
                      <a:pt x="0" y="0"/>
                    </a:moveTo>
                    <a:cubicBezTo>
                      <a:pt x="9" y="7"/>
                      <a:pt x="12" y="18"/>
                      <a:pt x="20" y="27"/>
                    </a:cubicBezTo>
                    <a:cubicBezTo>
                      <a:pt x="28" y="36"/>
                      <a:pt x="43" y="37"/>
                      <a:pt x="50" y="48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79" name="Freeform 1005">
                <a:extLst>
                  <a:ext uri="{FF2B5EF4-FFF2-40B4-BE49-F238E27FC236}">
                    <a16:creationId xmlns:a16="http://schemas.microsoft.com/office/drawing/2014/main" id="{D0395B83-5B66-4E4A-8D3C-999ADF7CD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728"/>
                <a:ext cx="35" cy="67"/>
              </a:xfrm>
              <a:custGeom>
                <a:avLst/>
                <a:gdLst>
                  <a:gd name="T0" fmla="*/ 0 w 15"/>
                  <a:gd name="T1" fmla="*/ 0 h 27"/>
                  <a:gd name="T2" fmla="*/ 77 w 15"/>
                  <a:gd name="T3" fmla="*/ 4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6" y="8"/>
                      <a:pt x="15" y="19"/>
                      <a:pt x="6" y="2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0" name="Freeform 1006">
                <a:extLst>
                  <a:ext uri="{FF2B5EF4-FFF2-40B4-BE49-F238E27FC236}">
                    <a16:creationId xmlns:a16="http://schemas.microsoft.com/office/drawing/2014/main" id="{45727E29-3B9C-4F93-98C8-7F7FC9130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208"/>
                <a:ext cx="58" cy="84"/>
              </a:xfrm>
              <a:custGeom>
                <a:avLst/>
                <a:gdLst>
                  <a:gd name="T0" fmla="*/ 0 w 25"/>
                  <a:gd name="T1" fmla="*/ 0 h 34"/>
                  <a:gd name="T2" fmla="*/ 313 w 25"/>
                  <a:gd name="T3" fmla="*/ 51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cubicBezTo>
                      <a:pt x="13" y="9"/>
                      <a:pt x="19" y="19"/>
                      <a:pt x="25" y="34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1" name="Freeform 1007">
                <a:extLst>
                  <a:ext uri="{FF2B5EF4-FFF2-40B4-BE49-F238E27FC236}">
                    <a16:creationId xmlns:a16="http://schemas.microsoft.com/office/drawing/2014/main" id="{7831CC3E-8439-4132-A413-F3CD6EDD3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596"/>
                <a:ext cx="9" cy="32"/>
              </a:xfrm>
              <a:custGeom>
                <a:avLst/>
                <a:gdLst>
                  <a:gd name="T0" fmla="*/ 0 w 4"/>
                  <a:gd name="T1" fmla="*/ 0 h 13"/>
                  <a:gd name="T2" fmla="*/ 45 w 4"/>
                  <a:gd name="T3" fmla="*/ 19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0" y="3"/>
                      <a:pt x="2" y="10"/>
                      <a:pt x="4" y="13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2" name="Freeform 1008">
                <a:extLst>
                  <a:ext uri="{FF2B5EF4-FFF2-40B4-BE49-F238E27FC236}">
                    <a16:creationId xmlns:a16="http://schemas.microsoft.com/office/drawing/2014/main" id="{3274F3CD-805D-4629-9095-FA3D65528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307"/>
                <a:ext cx="60" cy="67"/>
              </a:xfrm>
              <a:custGeom>
                <a:avLst/>
                <a:gdLst>
                  <a:gd name="T0" fmla="*/ 309 w 26"/>
                  <a:gd name="T1" fmla="*/ 0 h 27"/>
                  <a:gd name="T2" fmla="*/ 0 w 26"/>
                  <a:gd name="T3" fmla="*/ 4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25" y="0"/>
                    </a:moveTo>
                    <a:cubicBezTo>
                      <a:pt x="26" y="12"/>
                      <a:pt x="9" y="24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3" name="Freeform 1009">
                <a:extLst>
                  <a:ext uri="{FF2B5EF4-FFF2-40B4-BE49-F238E27FC236}">
                    <a16:creationId xmlns:a16="http://schemas.microsoft.com/office/drawing/2014/main" id="{4FC320CF-0614-422F-84C1-0645CA1C0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383"/>
                <a:ext cx="58" cy="15"/>
              </a:xfrm>
              <a:custGeom>
                <a:avLst/>
                <a:gdLst>
                  <a:gd name="T0" fmla="*/ 313 w 25"/>
                  <a:gd name="T1" fmla="*/ 95 h 6"/>
                  <a:gd name="T2" fmla="*/ 0 w 2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">
                    <a:moveTo>
                      <a:pt x="25" y="6"/>
                    </a:moveTo>
                    <a:cubicBezTo>
                      <a:pt x="14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4" name="Freeform 1010">
                <a:extLst>
                  <a:ext uri="{FF2B5EF4-FFF2-40B4-BE49-F238E27FC236}">
                    <a16:creationId xmlns:a16="http://schemas.microsoft.com/office/drawing/2014/main" id="{67A014F1-8EF5-43B0-BA52-CD086B8CD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796"/>
                <a:ext cx="118" cy="55"/>
              </a:xfrm>
              <a:custGeom>
                <a:avLst/>
                <a:gdLst>
                  <a:gd name="T0" fmla="*/ 632 w 51"/>
                  <a:gd name="T1" fmla="*/ 345 h 22"/>
                  <a:gd name="T2" fmla="*/ 0 w 51"/>
                  <a:gd name="T3" fmla="*/ 6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2">
                    <a:moveTo>
                      <a:pt x="51" y="22"/>
                    </a:moveTo>
                    <a:cubicBezTo>
                      <a:pt x="31" y="15"/>
                      <a:pt x="23" y="0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5" name="Freeform 1011">
                <a:extLst>
                  <a:ext uri="{FF2B5EF4-FFF2-40B4-BE49-F238E27FC236}">
                    <a16:creationId xmlns:a16="http://schemas.microsoft.com/office/drawing/2014/main" id="{46D650C3-E7A9-43DA-8741-DCDE2D983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903"/>
                <a:ext cx="32" cy="76"/>
              </a:xfrm>
              <a:custGeom>
                <a:avLst/>
                <a:gdLst>
                  <a:gd name="T0" fmla="*/ 0 w 14"/>
                  <a:gd name="T1" fmla="*/ 0 h 31"/>
                  <a:gd name="T2" fmla="*/ 158 w 14"/>
                  <a:gd name="T3" fmla="*/ 456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0" y="0"/>
                    </a:moveTo>
                    <a:cubicBezTo>
                      <a:pt x="10" y="6"/>
                      <a:pt x="14" y="19"/>
                      <a:pt x="13" y="3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6" name="Freeform 1012">
                <a:extLst>
                  <a:ext uri="{FF2B5EF4-FFF2-40B4-BE49-F238E27FC236}">
                    <a16:creationId xmlns:a16="http://schemas.microsoft.com/office/drawing/2014/main" id="{544D6DB7-172E-4A3F-BC09-DCF7B7FB7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424"/>
                <a:ext cx="58" cy="161"/>
              </a:xfrm>
              <a:custGeom>
                <a:avLst/>
                <a:gdLst>
                  <a:gd name="T0" fmla="*/ 0 w 25"/>
                  <a:gd name="T1" fmla="*/ 0 h 65"/>
                  <a:gd name="T2" fmla="*/ 313 w 25"/>
                  <a:gd name="T3" fmla="*/ 988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5">
                    <a:moveTo>
                      <a:pt x="0" y="0"/>
                    </a:moveTo>
                    <a:cubicBezTo>
                      <a:pt x="5" y="17"/>
                      <a:pt x="1" y="61"/>
                      <a:pt x="25" y="65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7" name="Freeform 1013">
                <a:extLst>
                  <a:ext uri="{FF2B5EF4-FFF2-40B4-BE49-F238E27FC236}">
                    <a16:creationId xmlns:a16="http://schemas.microsoft.com/office/drawing/2014/main" id="{3C225F68-FB00-4C80-B80E-7F6AE9E93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609"/>
                <a:ext cx="141" cy="30"/>
              </a:xfrm>
              <a:custGeom>
                <a:avLst/>
                <a:gdLst>
                  <a:gd name="T0" fmla="*/ 754 w 61"/>
                  <a:gd name="T1" fmla="*/ 20 h 12"/>
                  <a:gd name="T2" fmla="*/ 0 w 61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2">
                    <a:moveTo>
                      <a:pt x="61" y="1"/>
                    </a:moveTo>
                    <a:cubicBezTo>
                      <a:pt x="36" y="0"/>
                      <a:pt x="23" y="4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8" name="Freeform 1014">
                <a:extLst>
                  <a:ext uri="{FF2B5EF4-FFF2-40B4-BE49-F238E27FC236}">
                    <a16:creationId xmlns:a16="http://schemas.microsoft.com/office/drawing/2014/main" id="{89021839-7E0B-459D-8D64-C5C2B149F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562"/>
                <a:ext cx="19" cy="60"/>
              </a:xfrm>
              <a:custGeom>
                <a:avLst/>
                <a:gdLst>
                  <a:gd name="T0" fmla="*/ 95 w 8"/>
                  <a:gd name="T1" fmla="*/ 0 h 24"/>
                  <a:gd name="T2" fmla="*/ 0 w 8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7" y="0"/>
                    </a:moveTo>
                    <a:cubicBezTo>
                      <a:pt x="8" y="9"/>
                      <a:pt x="1" y="21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89" name="Freeform 1015">
                <a:extLst>
                  <a:ext uri="{FF2B5EF4-FFF2-40B4-BE49-F238E27FC236}">
                    <a16:creationId xmlns:a16="http://schemas.microsoft.com/office/drawing/2014/main" id="{AD1023A0-1E70-461D-A445-A37223F82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638"/>
                <a:ext cx="72" cy="116"/>
              </a:xfrm>
              <a:custGeom>
                <a:avLst/>
                <a:gdLst>
                  <a:gd name="T0" fmla="*/ 388 w 31"/>
                  <a:gd name="T1" fmla="*/ 0 h 47"/>
                  <a:gd name="T2" fmla="*/ 86 w 31"/>
                  <a:gd name="T3" fmla="*/ 316 h 47"/>
                  <a:gd name="T4" fmla="*/ 0 w 31"/>
                  <a:gd name="T5" fmla="*/ 706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7">
                    <a:moveTo>
                      <a:pt x="31" y="0"/>
                    </a:moveTo>
                    <a:cubicBezTo>
                      <a:pt x="25" y="9"/>
                      <a:pt x="13" y="11"/>
                      <a:pt x="7" y="21"/>
                    </a:cubicBezTo>
                    <a:cubicBezTo>
                      <a:pt x="2" y="29"/>
                      <a:pt x="3" y="38"/>
                      <a:pt x="0" y="4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0" name="Freeform 1016">
                <a:extLst>
                  <a:ext uri="{FF2B5EF4-FFF2-40B4-BE49-F238E27FC236}">
                    <a16:creationId xmlns:a16="http://schemas.microsoft.com/office/drawing/2014/main" id="{6F91A4D6-0590-405D-936B-BFA5732FE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688"/>
                <a:ext cx="46" cy="12"/>
              </a:xfrm>
              <a:custGeom>
                <a:avLst/>
                <a:gdLst>
                  <a:gd name="T0" fmla="*/ 244 w 20"/>
                  <a:gd name="T1" fmla="*/ 70 h 5"/>
                  <a:gd name="T2" fmla="*/ 0 w 20"/>
                  <a:gd name="T3" fmla="*/ 1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">
                    <a:moveTo>
                      <a:pt x="20" y="5"/>
                    </a:moveTo>
                    <a:cubicBezTo>
                      <a:pt x="15" y="0"/>
                      <a:pt x="7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1" name="Freeform 1017">
                <a:extLst>
                  <a:ext uri="{FF2B5EF4-FFF2-40B4-BE49-F238E27FC236}">
                    <a16:creationId xmlns:a16="http://schemas.microsoft.com/office/drawing/2014/main" id="{E609DF14-B2F3-44BD-AB65-3B38262FA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418"/>
                <a:ext cx="40" cy="64"/>
              </a:xfrm>
              <a:custGeom>
                <a:avLst/>
                <a:gdLst>
                  <a:gd name="T0" fmla="*/ 221 w 17"/>
                  <a:gd name="T1" fmla="*/ 0 h 26"/>
                  <a:gd name="T2" fmla="*/ 0 w 17"/>
                  <a:gd name="T3" fmla="*/ 38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17" y="0"/>
                    </a:moveTo>
                    <a:cubicBezTo>
                      <a:pt x="16" y="11"/>
                      <a:pt x="9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2" name="Freeform 1018">
                <a:extLst>
                  <a:ext uri="{FF2B5EF4-FFF2-40B4-BE49-F238E27FC236}">
                    <a16:creationId xmlns:a16="http://schemas.microsoft.com/office/drawing/2014/main" id="{ED2E1016-F5A7-4413-9DA8-F299A572B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445"/>
                <a:ext cx="83" cy="27"/>
              </a:xfrm>
              <a:custGeom>
                <a:avLst/>
                <a:gdLst>
                  <a:gd name="T0" fmla="*/ 440 w 36"/>
                  <a:gd name="T1" fmla="*/ 162 h 11"/>
                  <a:gd name="T2" fmla="*/ 0 w 36"/>
                  <a:gd name="T3" fmla="*/ 9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1">
                    <a:moveTo>
                      <a:pt x="36" y="11"/>
                    </a:moveTo>
                    <a:cubicBezTo>
                      <a:pt x="24" y="0"/>
                      <a:pt x="14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3" name="Freeform 1019">
                <a:extLst>
                  <a:ext uri="{FF2B5EF4-FFF2-40B4-BE49-F238E27FC236}">
                    <a16:creationId xmlns:a16="http://schemas.microsoft.com/office/drawing/2014/main" id="{01EF024B-E72B-46B2-80E7-7B3CEE4EE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1716"/>
                <a:ext cx="21" cy="42"/>
              </a:xfrm>
              <a:custGeom>
                <a:avLst/>
                <a:gdLst>
                  <a:gd name="T0" fmla="*/ 114 w 9"/>
                  <a:gd name="T1" fmla="*/ 0 h 17"/>
                  <a:gd name="T2" fmla="*/ 0 w 9"/>
                  <a:gd name="T3" fmla="*/ 183 h 17"/>
                  <a:gd name="T4" fmla="*/ 0 w 9"/>
                  <a:gd name="T5" fmla="*/ 25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9" y="0"/>
                    </a:moveTo>
                    <a:cubicBezTo>
                      <a:pt x="3" y="3"/>
                      <a:pt x="1" y="7"/>
                      <a:pt x="0" y="12"/>
                    </a:cubicBezTo>
                    <a:cubicBezTo>
                      <a:pt x="0" y="14"/>
                      <a:pt x="0" y="16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4" name="Freeform 1020">
                <a:extLst>
                  <a:ext uri="{FF2B5EF4-FFF2-40B4-BE49-F238E27FC236}">
                    <a16:creationId xmlns:a16="http://schemas.microsoft.com/office/drawing/2014/main" id="{8853609A-EBB5-47DC-829D-04D78E7ED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862"/>
                <a:ext cx="27" cy="24"/>
              </a:xfrm>
              <a:custGeom>
                <a:avLst/>
                <a:gdLst>
                  <a:gd name="T0" fmla="*/ 0 w 12"/>
                  <a:gd name="T1" fmla="*/ 139 h 10"/>
                  <a:gd name="T2" fmla="*/ 137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6" y="9"/>
                      <a:pt x="10" y="5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5" name="Freeform 1021">
                <a:extLst>
                  <a:ext uri="{FF2B5EF4-FFF2-40B4-BE49-F238E27FC236}">
                    <a16:creationId xmlns:a16="http://schemas.microsoft.com/office/drawing/2014/main" id="{D0ED35E0-8C7D-49F1-AD9E-AF90C7DE8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557"/>
                <a:ext cx="111" cy="12"/>
              </a:xfrm>
              <a:custGeom>
                <a:avLst/>
                <a:gdLst>
                  <a:gd name="T0" fmla="*/ 0 w 48"/>
                  <a:gd name="T1" fmla="*/ 12 h 5"/>
                  <a:gd name="T2" fmla="*/ 199 w 48"/>
                  <a:gd name="T3" fmla="*/ 70 h 5"/>
                  <a:gd name="T4" fmla="*/ 444 w 48"/>
                  <a:gd name="T5" fmla="*/ 12 h 5"/>
                  <a:gd name="T6" fmla="*/ 594 w 48"/>
                  <a:gd name="T7" fmla="*/ 1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">
                    <a:moveTo>
                      <a:pt x="0" y="1"/>
                    </a:moveTo>
                    <a:cubicBezTo>
                      <a:pt x="3" y="5"/>
                      <a:pt x="12" y="5"/>
                      <a:pt x="16" y="5"/>
                    </a:cubicBezTo>
                    <a:cubicBezTo>
                      <a:pt x="23" y="5"/>
                      <a:pt x="29" y="2"/>
                      <a:pt x="36" y="1"/>
                    </a:cubicBezTo>
                    <a:cubicBezTo>
                      <a:pt x="40" y="0"/>
                      <a:pt x="44" y="1"/>
                      <a:pt x="48" y="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6" name="Freeform 1022">
                <a:extLst>
                  <a:ext uri="{FF2B5EF4-FFF2-40B4-BE49-F238E27FC236}">
                    <a16:creationId xmlns:a16="http://schemas.microsoft.com/office/drawing/2014/main" id="{953090CC-200C-49AF-8615-691B890B8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247"/>
                <a:ext cx="195" cy="280"/>
              </a:xfrm>
              <a:custGeom>
                <a:avLst/>
                <a:gdLst>
                  <a:gd name="T0" fmla="*/ 1052 w 84"/>
                  <a:gd name="T1" fmla="*/ 1720 h 113"/>
                  <a:gd name="T2" fmla="*/ 0 w 84"/>
                  <a:gd name="T3" fmla="*/ 0 h 1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4" h="113">
                    <a:moveTo>
                      <a:pt x="84" y="113"/>
                    </a:moveTo>
                    <a:cubicBezTo>
                      <a:pt x="35" y="109"/>
                      <a:pt x="22" y="3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7" name="Freeform 1023">
                <a:extLst>
                  <a:ext uri="{FF2B5EF4-FFF2-40B4-BE49-F238E27FC236}">
                    <a16:creationId xmlns:a16="http://schemas.microsoft.com/office/drawing/2014/main" id="{12EEB4F7-F935-4896-B000-9CDEA9E3C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495"/>
                <a:ext cx="350" cy="163"/>
              </a:xfrm>
              <a:custGeom>
                <a:avLst/>
                <a:gdLst>
                  <a:gd name="T0" fmla="*/ 1880 w 151"/>
                  <a:gd name="T1" fmla="*/ 74 h 66"/>
                  <a:gd name="T2" fmla="*/ 0 w 151"/>
                  <a:gd name="T3" fmla="*/ 995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1" h="66">
                    <a:moveTo>
                      <a:pt x="151" y="5"/>
                    </a:moveTo>
                    <a:cubicBezTo>
                      <a:pt x="121" y="0"/>
                      <a:pt x="41" y="9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8" name="Freeform 1024">
                <a:extLst>
                  <a:ext uri="{FF2B5EF4-FFF2-40B4-BE49-F238E27FC236}">
                    <a16:creationId xmlns:a16="http://schemas.microsoft.com/office/drawing/2014/main" id="{03CEF034-05B5-48B1-8845-45B6B8C9E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1520"/>
                <a:ext cx="61" cy="47"/>
              </a:xfrm>
              <a:custGeom>
                <a:avLst/>
                <a:gdLst>
                  <a:gd name="T0" fmla="*/ 258 w 26"/>
                  <a:gd name="T1" fmla="*/ 257 h 19"/>
                  <a:gd name="T2" fmla="*/ 307 w 26"/>
                  <a:gd name="T3" fmla="*/ 42 h 19"/>
                  <a:gd name="T4" fmla="*/ 155 w 26"/>
                  <a:gd name="T5" fmla="*/ 287 h 19"/>
                  <a:gd name="T6" fmla="*/ 155 w 26"/>
                  <a:gd name="T7" fmla="*/ 0 h 19"/>
                  <a:gd name="T8" fmla="*/ 0 w 26"/>
                  <a:gd name="T9" fmla="*/ 25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20" y="17"/>
                    </a:moveTo>
                    <a:cubicBezTo>
                      <a:pt x="24" y="13"/>
                      <a:pt x="26" y="8"/>
                      <a:pt x="24" y="3"/>
                    </a:cubicBezTo>
                    <a:cubicBezTo>
                      <a:pt x="18" y="5"/>
                      <a:pt x="13" y="13"/>
                      <a:pt x="12" y="19"/>
                    </a:cubicBezTo>
                    <a:cubicBezTo>
                      <a:pt x="16" y="15"/>
                      <a:pt x="15" y="4"/>
                      <a:pt x="12" y="0"/>
                    </a:cubicBezTo>
                    <a:cubicBezTo>
                      <a:pt x="7" y="4"/>
                      <a:pt x="4" y="11"/>
                      <a:pt x="0" y="1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9" name="Freeform 1025">
                <a:extLst>
                  <a:ext uri="{FF2B5EF4-FFF2-40B4-BE49-F238E27FC236}">
                    <a16:creationId xmlns:a16="http://schemas.microsoft.com/office/drawing/2014/main" id="{C217D6D7-0006-4E42-90A4-B7AD9353F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572"/>
                <a:ext cx="28" cy="37"/>
              </a:xfrm>
              <a:custGeom>
                <a:avLst/>
                <a:gdLst>
                  <a:gd name="T0" fmla="*/ 142 w 12"/>
                  <a:gd name="T1" fmla="*/ 224 h 15"/>
                  <a:gd name="T2" fmla="*/ 142 w 12"/>
                  <a:gd name="T3" fmla="*/ 104 h 15"/>
                  <a:gd name="T4" fmla="*/ 28 w 12"/>
                  <a:gd name="T5" fmla="*/ 183 h 15"/>
                  <a:gd name="T6" fmla="*/ 65 w 12"/>
                  <a:gd name="T7" fmla="*/ 12 h 15"/>
                  <a:gd name="T8" fmla="*/ 0 w 12"/>
                  <a:gd name="T9" fmla="*/ 4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11" y="15"/>
                    </a:moveTo>
                    <a:cubicBezTo>
                      <a:pt x="12" y="12"/>
                      <a:pt x="12" y="9"/>
                      <a:pt x="11" y="7"/>
                    </a:cubicBezTo>
                    <a:cubicBezTo>
                      <a:pt x="7" y="7"/>
                      <a:pt x="4" y="9"/>
                      <a:pt x="2" y="12"/>
                    </a:cubicBezTo>
                    <a:cubicBezTo>
                      <a:pt x="5" y="9"/>
                      <a:pt x="7" y="5"/>
                      <a:pt x="5" y="1"/>
                    </a:cubicBezTo>
                    <a:cubicBezTo>
                      <a:pt x="3" y="0"/>
                      <a:pt x="2" y="2"/>
                      <a:pt x="0" y="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0" name="Freeform 1026">
                <a:extLst>
                  <a:ext uri="{FF2B5EF4-FFF2-40B4-BE49-F238E27FC236}">
                    <a16:creationId xmlns:a16="http://schemas.microsoft.com/office/drawing/2014/main" id="{D36C8A25-20B1-42D6-AFA1-D03FB796B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617"/>
                <a:ext cx="26" cy="25"/>
              </a:xfrm>
              <a:custGeom>
                <a:avLst/>
                <a:gdLst>
                  <a:gd name="T0" fmla="*/ 0 w 11"/>
                  <a:gd name="T1" fmla="*/ 95 h 10"/>
                  <a:gd name="T2" fmla="*/ 144 w 11"/>
                  <a:gd name="T3" fmla="*/ 145 h 10"/>
                  <a:gd name="T4" fmla="*/ 0 w 11"/>
                  <a:gd name="T5" fmla="*/ 2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4" y="8"/>
                      <a:pt x="7" y="10"/>
                      <a:pt x="11" y="9"/>
                    </a:cubicBezTo>
                    <a:cubicBezTo>
                      <a:pt x="11" y="4"/>
                      <a:pt x="5" y="0"/>
                      <a:pt x="0" y="1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1" name="Freeform 1027">
                <a:extLst>
                  <a:ext uri="{FF2B5EF4-FFF2-40B4-BE49-F238E27FC236}">
                    <a16:creationId xmlns:a16="http://schemas.microsoft.com/office/drawing/2014/main" id="{B5ADE13B-A8C2-4E99-B85A-43140BFA8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637"/>
                <a:ext cx="49" cy="32"/>
              </a:xfrm>
              <a:custGeom>
                <a:avLst/>
                <a:gdLst>
                  <a:gd name="T0" fmla="*/ 37 w 21"/>
                  <a:gd name="T1" fmla="*/ 42 h 13"/>
                  <a:gd name="T2" fmla="*/ 266 w 21"/>
                  <a:gd name="T3" fmla="*/ 42 h 13"/>
                  <a:gd name="T4" fmla="*/ 0 w 21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3" y="3"/>
                    </a:moveTo>
                    <a:cubicBezTo>
                      <a:pt x="8" y="3"/>
                      <a:pt x="16" y="0"/>
                      <a:pt x="21" y="3"/>
                    </a:cubicBezTo>
                    <a:cubicBezTo>
                      <a:pt x="20" y="10"/>
                      <a:pt x="7" y="13"/>
                      <a:pt x="0" y="1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2" name="Freeform 1028">
                <a:extLst>
                  <a:ext uri="{FF2B5EF4-FFF2-40B4-BE49-F238E27FC236}">
                    <a16:creationId xmlns:a16="http://schemas.microsoft.com/office/drawing/2014/main" id="{DBE7CF51-DF5A-483B-9FBF-82B8D3256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590"/>
                <a:ext cx="9" cy="32"/>
              </a:xfrm>
              <a:custGeom>
                <a:avLst/>
                <a:gdLst>
                  <a:gd name="T0" fmla="*/ 36 w 4"/>
                  <a:gd name="T1" fmla="*/ 0 h 13"/>
                  <a:gd name="T2" fmla="*/ 36 w 4"/>
                  <a:gd name="T3" fmla="*/ 19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3" y="0"/>
                    </a:moveTo>
                    <a:cubicBezTo>
                      <a:pt x="4" y="4"/>
                      <a:pt x="0" y="9"/>
                      <a:pt x="3" y="1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3" name="Freeform 1029">
                <a:extLst>
                  <a:ext uri="{FF2B5EF4-FFF2-40B4-BE49-F238E27FC236}">
                    <a16:creationId xmlns:a16="http://schemas.microsoft.com/office/drawing/2014/main" id="{89E9A849-18AA-4485-B93E-73B490AAF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654"/>
                <a:ext cx="30" cy="7"/>
              </a:xfrm>
              <a:custGeom>
                <a:avLst/>
                <a:gdLst>
                  <a:gd name="T0" fmla="*/ 0 w 13"/>
                  <a:gd name="T1" fmla="*/ 12 h 3"/>
                  <a:gd name="T2" fmla="*/ 159 w 13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1"/>
                    </a:moveTo>
                    <a:cubicBezTo>
                      <a:pt x="4" y="2"/>
                      <a:pt x="9" y="0"/>
                      <a:pt x="13" y="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4" name="Freeform 1030">
                <a:extLst>
                  <a:ext uri="{FF2B5EF4-FFF2-40B4-BE49-F238E27FC236}">
                    <a16:creationId xmlns:a16="http://schemas.microsoft.com/office/drawing/2014/main" id="{A0243DFD-8A60-4F61-9120-6F0A7434C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753"/>
                <a:ext cx="28" cy="27"/>
              </a:xfrm>
              <a:custGeom>
                <a:avLst/>
                <a:gdLst>
                  <a:gd name="T0" fmla="*/ 28 w 12"/>
                  <a:gd name="T1" fmla="*/ 162 h 11"/>
                  <a:gd name="T2" fmla="*/ 152 w 1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2" y="11"/>
                    </a:moveTo>
                    <a:cubicBezTo>
                      <a:pt x="0" y="7"/>
                      <a:pt x="8" y="2"/>
                      <a:pt x="12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5" name="Freeform 1031">
                <a:extLst>
                  <a:ext uri="{FF2B5EF4-FFF2-40B4-BE49-F238E27FC236}">
                    <a16:creationId xmlns:a16="http://schemas.microsoft.com/office/drawing/2014/main" id="{F0A8A4F7-38EA-450E-ACFB-820D2AEE4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760"/>
                <a:ext cx="27" cy="20"/>
              </a:xfrm>
              <a:custGeom>
                <a:avLst/>
                <a:gdLst>
                  <a:gd name="T0" fmla="*/ 0 w 12"/>
                  <a:gd name="T1" fmla="*/ 0 h 8"/>
                  <a:gd name="T2" fmla="*/ 137 w 12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3" y="4"/>
                      <a:pt x="7" y="7"/>
                      <a:pt x="12" y="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6" name="Freeform 1032">
                <a:extLst>
                  <a:ext uri="{FF2B5EF4-FFF2-40B4-BE49-F238E27FC236}">
                    <a16:creationId xmlns:a16="http://schemas.microsoft.com/office/drawing/2014/main" id="{9E3BBB8A-9351-41D9-8ACF-B8694F09C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525"/>
                <a:ext cx="11" cy="20"/>
              </a:xfrm>
              <a:custGeom>
                <a:avLst/>
                <a:gdLst>
                  <a:gd name="T0" fmla="*/ 0 w 5"/>
                  <a:gd name="T1" fmla="*/ 0 h 8"/>
                  <a:gd name="T2" fmla="*/ 53 w 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3" y="2"/>
                      <a:pt x="4" y="5"/>
                      <a:pt x="5" y="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7" name="Freeform 1033">
                <a:extLst>
                  <a:ext uri="{FF2B5EF4-FFF2-40B4-BE49-F238E27FC236}">
                    <a16:creationId xmlns:a16="http://schemas.microsoft.com/office/drawing/2014/main" id="{66394507-DA37-4179-A028-908769187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565"/>
                <a:ext cx="20" cy="27"/>
              </a:xfrm>
              <a:custGeom>
                <a:avLst/>
                <a:gdLst>
                  <a:gd name="T0" fmla="*/ 64 w 9"/>
                  <a:gd name="T1" fmla="*/ 162 h 11"/>
                  <a:gd name="T2" fmla="*/ 98 w 9"/>
                  <a:gd name="T3" fmla="*/ 0 h 11"/>
                  <a:gd name="T4" fmla="*/ 9 w 9"/>
                  <a:gd name="T5" fmla="*/ 9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6" y="11"/>
                    </a:moveTo>
                    <a:cubicBezTo>
                      <a:pt x="8" y="8"/>
                      <a:pt x="9" y="4"/>
                      <a:pt x="9" y="0"/>
                    </a:cubicBezTo>
                    <a:cubicBezTo>
                      <a:pt x="4" y="0"/>
                      <a:pt x="0" y="2"/>
                      <a:pt x="1" y="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8" name="Freeform 1034">
                <a:extLst>
                  <a:ext uri="{FF2B5EF4-FFF2-40B4-BE49-F238E27FC236}">
                    <a16:creationId xmlns:a16="http://schemas.microsoft.com/office/drawing/2014/main" id="{28160C5C-7054-48D8-BB2D-B6F609E28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711"/>
                <a:ext cx="14" cy="20"/>
              </a:xfrm>
              <a:custGeom>
                <a:avLst/>
                <a:gdLst>
                  <a:gd name="T0" fmla="*/ 0 w 6"/>
                  <a:gd name="T1" fmla="*/ 0 h 8"/>
                  <a:gd name="T2" fmla="*/ 77 w 6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0" y="4"/>
                      <a:pt x="3" y="7"/>
                      <a:pt x="6" y="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9" name="Freeform 1035">
                <a:extLst>
                  <a:ext uri="{FF2B5EF4-FFF2-40B4-BE49-F238E27FC236}">
                    <a16:creationId xmlns:a16="http://schemas.microsoft.com/office/drawing/2014/main" id="{CD5C60B7-FCBB-4F08-93BE-C775980F4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602"/>
                <a:ext cx="1" cy="15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0" name="Freeform 1036">
                <a:extLst>
                  <a:ext uri="{FF2B5EF4-FFF2-40B4-BE49-F238E27FC236}">
                    <a16:creationId xmlns:a16="http://schemas.microsoft.com/office/drawing/2014/main" id="{B38C9340-DF15-4FAF-9F61-842352AAC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627"/>
                <a:ext cx="3" cy="17"/>
              </a:xfrm>
              <a:custGeom>
                <a:avLst/>
                <a:gdLst>
                  <a:gd name="T0" fmla="*/ 27 w 1"/>
                  <a:gd name="T1" fmla="*/ 100 h 7"/>
                  <a:gd name="T2" fmla="*/ 27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0" y="4"/>
                      <a:pt x="0" y="1"/>
                      <a:pt x="1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1" name="Freeform 1037">
                <a:extLst>
                  <a:ext uri="{FF2B5EF4-FFF2-40B4-BE49-F238E27FC236}">
                    <a16:creationId xmlns:a16="http://schemas.microsoft.com/office/drawing/2014/main" id="{18F89E23-FEB9-48AD-8D78-875121ECD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716"/>
                <a:ext cx="60" cy="42"/>
              </a:xfrm>
              <a:custGeom>
                <a:avLst/>
                <a:gdLst>
                  <a:gd name="T0" fmla="*/ 0 w 26"/>
                  <a:gd name="T1" fmla="*/ 257 h 17"/>
                  <a:gd name="T2" fmla="*/ 74 w 26"/>
                  <a:gd name="T3" fmla="*/ 30 h 17"/>
                  <a:gd name="T4" fmla="*/ 159 w 26"/>
                  <a:gd name="T5" fmla="*/ 225 h 17"/>
                  <a:gd name="T6" fmla="*/ 282 w 26"/>
                  <a:gd name="T7" fmla="*/ 12 h 17"/>
                  <a:gd name="T8" fmla="*/ 318 w 2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0" y="17"/>
                    </a:moveTo>
                    <a:cubicBezTo>
                      <a:pt x="3" y="12"/>
                      <a:pt x="2" y="5"/>
                      <a:pt x="6" y="2"/>
                    </a:cubicBezTo>
                    <a:cubicBezTo>
                      <a:pt x="10" y="6"/>
                      <a:pt x="9" y="11"/>
                      <a:pt x="13" y="15"/>
                    </a:cubicBezTo>
                    <a:cubicBezTo>
                      <a:pt x="20" y="15"/>
                      <a:pt x="21" y="6"/>
                      <a:pt x="23" y="1"/>
                    </a:cubicBezTo>
                    <a:cubicBezTo>
                      <a:pt x="24" y="0"/>
                      <a:pt x="25" y="0"/>
                      <a:pt x="26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2" name="Freeform 1038">
                <a:extLst>
                  <a:ext uri="{FF2B5EF4-FFF2-40B4-BE49-F238E27FC236}">
                    <a16:creationId xmlns:a16="http://schemas.microsoft.com/office/drawing/2014/main" id="{89E76075-0933-4AA1-BE65-6B77E6748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1787"/>
                <a:ext cx="16" cy="3"/>
              </a:xfrm>
              <a:custGeom>
                <a:avLst/>
                <a:gdLst>
                  <a:gd name="T0" fmla="*/ 0 w 7"/>
                  <a:gd name="T1" fmla="*/ 0 h 1"/>
                  <a:gd name="T2" fmla="*/ 85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1"/>
                      <a:pt x="4" y="1"/>
                      <a:pt x="7" y="1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3" name="Freeform 1039">
                <a:extLst>
                  <a:ext uri="{FF2B5EF4-FFF2-40B4-BE49-F238E27FC236}">
                    <a16:creationId xmlns:a16="http://schemas.microsoft.com/office/drawing/2014/main" id="{E732A053-048C-4049-9D8F-076892644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780"/>
                <a:ext cx="21" cy="10"/>
              </a:xfrm>
              <a:custGeom>
                <a:avLst/>
                <a:gdLst>
                  <a:gd name="T0" fmla="*/ 114 w 9"/>
                  <a:gd name="T1" fmla="*/ 0 h 4"/>
                  <a:gd name="T2" fmla="*/ 0 w 9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1"/>
                      <a:pt x="3" y="2"/>
                      <a:pt x="0" y="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4" name="Freeform 1040">
                <a:extLst>
                  <a:ext uri="{FF2B5EF4-FFF2-40B4-BE49-F238E27FC236}">
                    <a16:creationId xmlns:a16="http://schemas.microsoft.com/office/drawing/2014/main" id="{053EEEE7-9424-448D-92DC-C61C2C25B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849"/>
                <a:ext cx="11" cy="15"/>
              </a:xfrm>
              <a:custGeom>
                <a:avLst/>
                <a:gdLst>
                  <a:gd name="T0" fmla="*/ 53 w 5"/>
                  <a:gd name="T1" fmla="*/ 95 h 6"/>
                  <a:gd name="T2" fmla="*/ 0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5" name="Freeform 1041">
                <a:extLst>
                  <a:ext uri="{FF2B5EF4-FFF2-40B4-BE49-F238E27FC236}">
                    <a16:creationId xmlns:a16="http://schemas.microsoft.com/office/drawing/2014/main" id="{EDFCB609-5364-4DAB-83E0-F729C111C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901"/>
                <a:ext cx="25" cy="13"/>
              </a:xfrm>
              <a:custGeom>
                <a:avLst/>
                <a:gdLst>
                  <a:gd name="T0" fmla="*/ 0 w 11"/>
                  <a:gd name="T1" fmla="*/ 88 h 5"/>
                  <a:gd name="T2" fmla="*/ 130 w 1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5"/>
                    </a:moveTo>
                    <a:cubicBezTo>
                      <a:pt x="3" y="3"/>
                      <a:pt x="7" y="1"/>
                      <a:pt x="11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6" name="Freeform 1042">
                <a:extLst>
                  <a:ext uri="{FF2B5EF4-FFF2-40B4-BE49-F238E27FC236}">
                    <a16:creationId xmlns:a16="http://schemas.microsoft.com/office/drawing/2014/main" id="{9327D7A1-3A57-4ED7-8D2F-715655B79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109"/>
                <a:ext cx="35" cy="49"/>
              </a:xfrm>
              <a:custGeom>
                <a:avLst/>
                <a:gdLst>
                  <a:gd name="T0" fmla="*/ 28 w 15"/>
                  <a:gd name="T1" fmla="*/ 294 h 20"/>
                  <a:gd name="T2" fmla="*/ 142 w 15"/>
                  <a:gd name="T3" fmla="*/ 235 h 20"/>
                  <a:gd name="T4" fmla="*/ 0 w 15"/>
                  <a:gd name="T5" fmla="*/ 132 h 20"/>
                  <a:gd name="T6" fmla="*/ 28 w 15"/>
                  <a:gd name="T7" fmla="*/ 0 h 20"/>
                  <a:gd name="T8" fmla="*/ 163 w 15"/>
                  <a:gd name="T9" fmla="*/ 6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2" y="20"/>
                    </a:moveTo>
                    <a:cubicBezTo>
                      <a:pt x="3" y="15"/>
                      <a:pt x="10" y="19"/>
                      <a:pt x="11" y="16"/>
                    </a:cubicBezTo>
                    <a:cubicBezTo>
                      <a:pt x="15" y="10"/>
                      <a:pt x="3" y="10"/>
                      <a:pt x="0" y="9"/>
                    </a:cubicBezTo>
                    <a:cubicBezTo>
                      <a:pt x="1" y="6"/>
                      <a:pt x="1" y="3"/>
                      <a:pt x="2" y="0"/>
                    </a:cubicBezTo>
                    <a:cubicBezTo>
                      <a:pt x="6" y="2"/>
                      <a:pt x="9" y="5"/>
                      <a:pt x="13" y="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7" name="Freeform 1043">
                <a:extLst>
                  <a:ext uri="{FF2B5EF4-FFF2-40B4-BE49-F238E27FC236}">
                    <a16:creationId xmlns:a16="http://schemas.microsoft.com/office/drawing/2014/main" id="{F6903F2C-FED1-4D3B-9DC0-F8D56A8BD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114"/>
                <a:ext cx="28" cy="49"/>
              </a:xfrm>
              <a:custGeom>
                <a:avLst/>
                <a:gdLst>
                  <a:gd name="T0" fmla="*/ 152 w 12"/>
                  <a:gd name="T1" fmla="*/ 91 h 20"/>
                  <a:gd name="T2" fmla="*/ 103 w 12"/>
                  <a:gd name="T3" fmla="*/ 265 h 20"/>
                  <a:gd name="T4" fmla="*/ 49 w 12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12" y="6"/>
                    </a:moveTo>
                    <a:cubicBezTo>
                      <a:pt x="11" y="9"/>
                      <a:pt x="12" y="17"/>
                      <a:pt x="8" y="18"/>
                    </a:cubicBezTo>
                    <a:cubicBezTo>
                      <a:pt x="0" y="20"/>
                      <a:pt x="3" y="3"/>
                      <a:pt x="4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8" name="Freeform 1044">
                <a:extLst>
                  <a:ext uri="{FF2B5EF4-FFF2-40B4-BE49-F238E27FC236}">
                    <a16:creationId xmlns:a16="http://schemas.microsoft.com/office/drawing/2014/main" id="{8DF4E822-6228-4372-83FC-608EB9900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195"/>
                <a:ext cx="30" cy="28"/>
              </a:xfrm>
              <a:custGeom>
                <a:avLst/>
                <a:gdLst>
                  <a:gd name="T0" fmla="*/ 12 w 13"/>
                  <a:gd name="T1" fmla="*/ 181 h 11"/>
                  <a:gd name="T2" fmla="*/ 111 w 13"/>
                  <a:gd name="T3" fmla="*/ 0 h 11"/>
                  <a:gd name="T4" fmla="*/ 0 w 13"/>
                  <a:gd name="T5" fmla="*/ 9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" y="11"/>
                    </a:moveTo>
                    <a:cubicBezTo>
                      <a:pt x="6" y="11"/>
                      <a:pt x="13" y="6"/>
                      <a:pt x="9" y="0"/>
                    </a:cubicBezTo>
                    <a:cubicBezTo>
                      <a:pt x="5" y="1"/>
                      <a:pt x="3" y="3"/>
                      <a:pt x="0" y="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9" name="Freeform 1045">
                <a:extLst>
                  <a:ext uri="{FF2B5EF4-FFF2-40B4-BE49-F238E27FC236}">
                    <a16:creationId xmlns:a16="http://schemas.microsoft.com/office/drawing/2014/main" id="{AD28567F-6FD1-4C65-A102-40059273A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042"/>
                <a:ext cx="18" cy="10"/>
              </a:xfrm>
              <a:custGeom>
                <a:avLst/>
                <a:gdLst>
                  <a:gd name="T0" fmla="*/ 0 w 8"/>
                  <a:gd name="T1" fmla="*/ 20 h 4"/>
                  <a:gd name="T2" fmla="*/ 92 w 8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3" y="0"/>
                      <a:pt x="6" y="2"/>
                      <a:pt x="8" y="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0" name="Freeform 1046">
                <a:extLst>
                  <a:ext uri="{FF2B5EF4-FFF2-40B4-BE49-F238E27FC236}">
                    <a16:creationId xmlns:a16="http://schemas.microsoft.com/office/drawing/2014/main" id="{87B160B8-8BA4-48E3-8D27-51B943CFB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961"/>
                <a:ext cx="40" cy="22"/>
              </a:xfrm>
              <a:custGeom>
                <a:avLst/>
                <a:gdLst>
                  <a:gd name="T0" fmla="*/ 0 w 17"/>
                  <a:gd name="T1" fmla="*/ 132 h 9"/>
                  <a:gd name="T2" fmla="*/ 221 w 1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cubicBezTo>
                      <a:pt x="6" y="8"/>
                      <a:pt x="11" y="3"/>
                      <a:pt x="17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1" name="Freeform 1047">
                <a:extLst>
                  <a:ext uri="{FF2B5EF4-FFF2-40B4-BE49-F238E27FC236}">
                    <a16:creationId xmlns:a16="http://schemas.microsoft.com/office/drawing/2014/main" id="{8AD316A4-2B1C-400F-9E49-80294A351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250"/>
                <a:ext cx="37" cy="37"/>
              </a:xfrm>
              <a:custGeom>
                <a:avLst/>
                <a:gdLst>
                  <a:gd name="T0" fmla="*/ 74 w 16"/>
                  <a:gd name="T1" fmla="*/ 224 h 15"/>
                  <a:gd name="T2" fmla="*/ 0 w 16"/>
                  <a:gd name="T3" fmla="*/ 18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6" y="15"/>
                    </a:moveTo>
                    <a:cubicBezTo>
                      <a:pt x="16" y="14"/>
                      <a:pt x="12" y="0"/>
                      <a:pt x="0" y="1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2" name="Freeform 1048">
                <a:extLst>
                  <a:ext uri="{FF2B5EF4-FFF2-40B4-BE49-F238E27FC236}">
                    <a16:creationId xmlns:a16="http://schemas.microsoft.com/office/drawing/2014/main" id="{358FEBC8-2EC1-4BF1-A0AA-70F06034B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186"/>
                <a:ext cx="47" cy="34"/>
              </a:xfrm>
              <a:custGeom>
                <a:avLst/>
                <a:gdLst>
                  <a:gd name="T0" fmla="*/ 233 w 20"/>
                  <a:gd name="T1" fmla="*/ 141 h 14"/>
                  <a:gd name="T2" fmla="*/ 233 w 20"/>
                  <a:gd name="T3" fmla="*/ 170 h 14"/>
                  <a:gd name="T4" fmla="*/ 209 w 20"/>
                  <a:gd name="T5" fmla="*/ 0 h 14"/>
                  <a:gd name="T6" fmla="*/ 115 w 20"/>
                  <a:gd name="T7" fmla="*/ 189 h 14"/>
                  <a:gd name="T8" fmla="*/ 38 w 20"/>
                  <a:gd name="T9" fmla="*/ 29 h 14"/>
                  <a:gd name="T10" fmla="*/ 0 w 20"/>
                  <a:gd name="T11" fmla="*/ 20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18" y="10"/>
                    </a:moveTo>
                    <a:cubicBezTo>
                      <a:pt x="17" y="11"/>
                      <a:pt x="17" y="11"/>
                      <a:pt x="18" y="12"/>
                    </a:cubicBezTo>
                    <a:cubicBezTo>
                      <a:pt x="20" y="8"/>
                      <a:pt x="19" y="3"/>
                      <a:pt x="16" y="0"/>
                    </a:cubicBezTo>
                    <a:cubicBezTo>
                      <a:pt x="11" y="2"/>
                      <a:pt x="8" y="8"/>
                      <a:pt x="9" y="13"/>
                    </a:cubicBezTo>
                    <a:cubicBezTo>
                      <a:pt x="9" y="9"/>
                      <a:pt x="7" y="5"/>
                      <a:pt x="3" y="2"/>
                    </a:cubicBezTo>
                    <a:cubicBezTo>
                      <a:pt x="0" y="5"/>
                      <a:pt x="0" y="9"/>
                      <a:pt x="0" y="1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3" name="Freeform 1049">
                <a:extLst>
                  <a:ext uri="{FF2B5EF4-FFF2-40B4-BE49-F238E27FC236}">
                    <a16:creationId xmlns:a16="http://schemas.microsoft.com/office/drawing/2014/main" id="{320E8653-4EB7-4687-978A-56975C355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139"/>
                <a:ext cx="14" cy="2"/>
              </a:xfrm>
              <a:custGeom>
                <a:avLst/>
                <a:gdLst>
                  <a:gd name="T0" fmla="*/ 0 w 6"/>
                  <a:gd name="T1" fmla="*/ 8 h 1"/>
                  <a:gd name="T2" fmla="*/ 77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4" name="Freeform 1050">
                <a:extLst>
                  <a:ext uri="{FF2B5EF4-FFF2-40B4-BE49-F238E27FC236}">
                    <a16:creationId xmlns:a16="http://schemas.microsoft.com/office/drawing/2014/main" id="{8D943DA5-3627-4AEC-B4BE-4C8415B13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327"/>
                <a:ext cx="18" cy="44"/>
              </a:xfrm>
              <a:custGeom>
                <a:avLst/>
                <a:gdLst>
                  <a:gd name="T0" fmla="*/ 0 w 8"/>
                  <a:gd name="T1" fmla="*/ 144 h 18"/>
                  <a:gd name="T2" fmla="*/ 72 w 8"/>
                  <a:gd name="T3" fmla="*/ 0 h 18"/>
                  <a:gd name="T4" fmla="*/ 45 w 8"/>
                  <a:gd name="T5" fmla="*/ 26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0" y="10"/>
                    </a:moveTo>
                    <a:cubicBezTo>
                      <a:pt x="0" y="6"/>
                      <a:pt x="2" y="2"/>
                      <a:pt x="6" y="0"/>
                    </a:cubicBezTo>
                    <a:cubicBezTo>
                      <a:pt x="8" y="5"/>
                      <a:pt x="6" y="12"/>
                      <a:pt x="4" y="1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5" name="Freeform 1051">
                <a:extLst>
                  <a:ext uri="{FF2B5EF4-FFF2-40B4-BE49-F238E27FC236}">
                    <a16:creationId xmlns:a16="http://schemas.microsoft.com/office/drawing/2014/main" id="{84ABFD87-6091-4D53-BF8D-47561C4F4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292"/>
                <a:ext cx="35" cy="42"/>
              </a:xfrm>
              <a:custGeom>
                <a:avLst/>
                <a:gdLst>
                  <a:gd name="T0" fmla="*/ 49 w 15"/>
                  <a:gd name="T1" fmla="*/ 0 h 17"/>
                  <a:gd name="T2" fmla="*/ 180 w 15"/>
                  <a:gd name="T3" fmla="*/ 133 h 17"/>
                  <a:gd name="T4" fmla="*/ 0 w 15"/>
                  <a:gd name="T5" fmla="*/ 9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4" y="0"/>
                    </a:moveTo>
                    <a:cubicBezTo>
                      <a:pt x="7" y="2"/>
                      <a:pt x="15" y="5"/>
                      <a:pt x="14" y="9"/>
                    </a:cubicBezTo>
                    <a:cubicBezTo>
                      <a:pt x="13" y="17"/>
                      <a:pt x="2" y="9"/>
                      <a:pt x="0" y="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6" name="Freeform 1052">
                <a:extLst>
                  <a:ext uri="{FF2B5EF4-FFF2-40B4-BE49-F238E27FC236}">
                    <a16:creationId xmlns:a16="http://schemas.microsoft.com/office/drawing/2014/main" id="{AA2DD553-62BC-4138-B7AC-1ACE7486B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388"/>
                <a:ext cx="48" cy="52"/>
              </a:xfrm>
              <a:custGeom>
                <a:avLst/>
                <a:gdLst>
                  <a:gd name="T0" fmla="*/ 73 w 21"/>
                  <a:gd name="T1" fmla="*/ 319 h 21"/>
                  <a:gd name="T2" fmla="*/ 0 w 21"/>
                  <a:gd name="T3" fmla="*/ 2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1">
                    <a:moveTo>
                      <a:pt x="6" y="21"/>
                    </a:moveTo>
                    <a:cubicBezTo>
                      <a:pt x="21" y="9"/>
                      <a:pt x="7" y="0"/>
                      <a:pt x="0" y="1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7" name="Freeform 1053">
                <a:extLst>
                  <a:ext uri="{FF2B5EF4-FFF2-40B4-BE49-F238E27FC236}">
                    <a16:creationId xmlns:a16="http://schemas.microsoft.com/office/drawing/2014/main" id="{3B8C0B8F-4C12-462C-9D1D-64C26AB03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425"/>
                <a:ext cx="21" cy="3"/>
              </a:xfrm>
              <a:custGeom>
                <a:avLst/>
                <a:gdLst>
                  <a:gd name="T0" fmla="*/ 0 w 9"/>
                  <a:gd name="T1" fmla="*/ 0 h 1"/>
                  <a:gd name="T2" fmla="*/ 114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1"/>
                      <a:pt x="6" y="1"/>
                      <a:pt x="9" y="1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8" name="Freeform 1054">
                <a:extLst>
                  <a:ext uri="{FF2B5EF4-FFF2-40B4-BE49-F238E27FC236}">
                    <a16:creationId xmlns:a16="http://schemas.microsoft.com/office/drawing/2014/main" id="{1699C50A-A652-41FE-90AC-F122744D5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467"/>
                <a:ext cx="14" cy="20"/>
              </a:xfrm>
              <a:custGeom>
                <a:avLst/>
                <a:gdLst>
                  <a:gd name="T0" fmla="*/ 0 w 6"/>
                  <a:gd name="T1" fmla="*/ 0 h 8"/>
                  <a:gd name="T2" fmla="*/ 77 w 6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3"/>
                      <a:pt x="3" y="6"/>
                      <a:pt x="6" y="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9" name="Freeform 1055">
                <a:extLst>
                  <a:ext uri="{FF2B5EF4-FFF2-40B4-BE49-F238E27FC236}">
                    <a16:creationId xmlns:a16="http://schemas.microsoft.com/office/drawing/2014/main" id="{0C00CF40-6A41-43FF-94F2-CDD1ED989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673"/>
                <a:ext cx="23" cy="34"/>
              </a:xfrm>
              <a:custGeom>
                <a:avLst/>
                <a:gdLst>
                  <a:gd name="T0" fmla="*/ 0 w 10"/>
                  <a:gd name="T1" fmla="*/ 202 h 14"/>
                  <a:gd name="T2" fmla="*/ 94 w 10"/>
                  <a:gd name="T3" fmla="*/ 0 h 14"/>
                  <a:gd name="T4" fmla="*/ 94 w 10"/>
                  <a:gd name="T5" fmla="*/ 17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14"/>
                    </a:moveTo>
                    <a:cubicBezTo>
                      <a:pt x="2" y="9"/>
                      <a:pt x="3" y="2"/>
                      <a:pt x="8" y="0"/>
                    </a:cubicBezTo>
                    <a:cubicBezTo>
                      <a:pt x="10" y="4"/>
                      <a:pt x="9" y="8"/>
                      <a:pt x="8" y="1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0" name="Freeform 1056">
                <a:extLst>
                  <a:ext uri="{FF2B5EF4-FFF2-40B4-BE49-F238E27FC236}">
                    <a16:creationId xmlns:a16="http://schemas.microsoft.com/office/drawing/2014/main" id="{7C6EDB64-D07F-45A8-8504-147619436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633"/>
                <a:ext cx="11" cy="17"/>
              </a:xfrm>
              <a:custGeom>
                <a:avLst/>
                <a:gdLst>
                  <a:gd name="T0" fmla="*/ 53 w 5"/>
                  <a:gd name="T1" fmla="*/ 100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5" y="3"/>
                      <a:pt x="4" y="1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1" name="Freeform 1057">
                <a:extLst>
                  <a:ext uri="{FF2B5EF4-FFF2-40B4-BE49-F238E27FC236}">
                    <a16:creationId xmlns:a16="http://schemas.microsoft.com/office/drawing/2014/main" id="{983BCFB7-4502-4D4F-92AA-6A53939E5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742"/>
                <a:ext cx="19" cy="5"/>
              </a:xfrm>
              <a:custGeom>
                <a:avLst/>
                <a:gdLst>
                  <a:gd name="T0" fmla="*/ 107 w 8"/>
                  <a:gd name="T1" fmla="*/ 33 h 2"/>
                  <a:gd name="T2" fmla="*/ 0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5" y="1"/>
                      <a:pt x="3" y="1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2" name="Freeform 1058">
                <a:extLst>
                  <a:ext uri="{FF2B5EF4-FFF2-40B4-BE49-F238E27FC236}">
                    <a16:creationId xmlns:a16="http://schemas.microsoft.com/office/drawing/2014/main" id="{094CCED4-A0D3-4315-B4EC-F1E2B6BFB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539"/>
                <a:ext cx="39" cy="40"/>
              </a:xfrm>
              <a:custGeom>
                <a:avLst/>
                <a:gdLst>
                  <a:gd name="T0" fmla="*/ 0 w 17"/>
                  <a:gd name="T1" fmla="*/ 208 h 16"/>
                  <a:gd name="T2" fmla="*/ 57 w 17"/>
                  <a:gd name="T3" fmla="*/ 83 h 16"/>
                  <a:gd name="T4" fmla="*/ 122 w 17"/>
                  <a:gd name="T5" fmla="*/ 250 h 16"/>
                  <a:gd name="T6" fmla="*/ 179 w 17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6">
                    <a:moveTo>
                      <a:pt x="0" y="13"/>
                    </a:moveTo>
                    <a:cubicBezTo>
                      <a:pt x="0" y="9"/>
                      <a:pt x="1" y="6"/>
                      <a:pt x="5" y="5"/>
                    </a:cubicBezTo>
                    <a:cubicBezTo>
                      <a:pt x="5" y="8"/>
                      <a:pt x="4" y="16"/>
                      <a:pt x="10" y="16"/>
                    </a:cubicBezTo>
                    <a:cubicBezTo>
                      <a:pt x="17" y="16"/>
                      <a:pt x="14" y="4"/>
                      <a:pt x="15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3" name="Freeform 1059">
                <a:extLst>
                  <a:ext uri="{FF2B5EF4-FFF2-40B4-BE49-F238E27FC236}">
                    <a16:creationId xmlns:a16="http://schemas.microsoft.com/office/drawing/2014/main" id="{B9E17F26-05CA-4F1B-A838-9C12340E3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53"/>
                <a:ext cx="23" cy="27"/>
              </a:xfrm>
              <a:custGeom>
                <a:avLst/>
                <a:gdLst>
                  <a:gd name="T0" fmla="*/ 64 w 10"/>
                  <a:gd name="T1" fmla="*/ 12 h 11"/>
                  <a:gd name="T2" fmla="*/ 0 w 10"/>
                  <a:gd name="T3" fmla="*/ 150 h 11"/>
                  <a:gd name="T4" fmla="*/ 122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5" y="1"/>
                    </a:moveTo>
                    <a:cubicBezTo>
                      <a:pt x="2" y="3"/>
                      <a:pt x="0" y="6"/>
                      <a:pt x="0" y="10"/>
                    </a:cubicBezTo>
                    <a:cubicBezTo>
                      <a:pt x="5" y="11"/>
                      <a:pt x="10" y="5"/>
                      <a:pt x="10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4" name="Freeform 1060">
                <a:extLst>
                  <a:ext uri="{FF2B5EF4-FFF2-40B4-BE49-F238E27FC236}">
                    <a16:creationId xmlns:a16="http://schemas.microsoft.com/office/drawing/2014/main" id="{32C7CB54-D539-409D-A6F0-3976F36E5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1" y="2361"/>
                <a:ext cx="14" cy="20"/>
              </a:xfrm>
              <a:custGeom>
                <a:avLst/>
                <a:gdLst>
                  <a:gd name="T0" fmla="*/ 77 w 6"/>
                  <a:gd name="T1" fmla="*/ 0 h 8"/>
                  <a:gd name="T2" fmla="*/ 0 w 6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3"/>
                      <a:pt x="2" y="6"/>
                      <a:pt x="0" y="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5" name="Freeform 1061">
                <a:extLst>
                  <a:ext uri="{FF2B5EF4-FFF2-40B4-BE49-F238E27FC236}">
                    <a16:creationId xmlns:a16="http://schemas.microsoft.com/office/drawing/2014/main" id="{A6D76BB0-6623-487D-92FC-43EBDCFC6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188"/>
                <a:ext cx="25" cy="27"/>
              </a:xfrm>
              <a:custGeom>
                <a:avLst/>
                <a:gdLst>
                  <a:gd name="T0" fmla="*/ 102 w 11"/>
                  <a:gd name="T1" fmla="*/ 12 h 11"/>
                  <a:gd name="T2" fmla="*/ 11 w 11"/>
                  <a:gd name="T3" fmla="*/ 150 h 11"/>
                  <a:gd name="T4" fmla="*/ 130 w 11"/>
                  <a:gd name="T5" fmla="*/ 10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9" y="1"/>
                    </a:moveTo>
                    <a:cubicBezTo>
                      <a:pt x="4" y="0"/>
                      <a:pt x="0" y="5"/>
                      <a:pt x="1" y="10"/>
                    </a:cubicBezTo>
                    <a:cubicBezTo>
                      <a:pt x="4" y="11"/>
                      <a:pt x="8" y="10"/>
                      <a:pt x="11" y="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6" name="Freeform 1062">
                <a:extLst>
                  <a:ext uri="{FF2B5EF4-FFF2-40B4-BE49-F238E27FC236}">
                    <a16:creationId xmlns:a16="http://schemas.microsoft.com/office/drawing/2014/main" id="{93ABD8FE-976F-44F6-819A-9182D22BC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4" y="2247"/>
                <a:ext cx="17" cy="18"/>
              </a:xfrm>
              <a:custGeom>
                <a:avLst/>
                <a:gdLst>
                  <a:gd name="T0" fmla="*/ 0 w 7"/>
                  <a:gd name="T1" fmla="*/ 0 h 7"/>
                  <a:gd name="T2" fmla="*/ 100 w 7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4" y="1"/>
                      <a:pt x="5" y="4"/>
                      <a:pt x="7" y="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7" name="Freeform 1063">
                <a:extLst>
                  <a:ext uri="{FF2B5EF4-FFF2-40B4-BE49-F238E27FC236}">
                    <a16:creationId xmlns:a16="http://schemas.microsoft.com/office/drawing/2014/main" id="{8F81AFEC-8223-4BE6-947E-79D599031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2126"/>
                <a:ext cx="23" cy="25"/>
              </a:xfrm>
              <a:custGeom>
                <a:avLst/>
                <a:gdLst>
                  <a:gd name="T0" fmla="*/ 122 w 10"/>
                  <a:gd name="T1" fmla="*/ 0 h 10"/>
                  <a:gd name="T2" fmla="*/ 122 w 10"/>
                  <a:gd name="T3" fmla="*/ 145 h 10"/>
                  <a:gd name="T4" fmla="*/ 37 w 10"/>
                  <a:gd name="T5" fmla="*/ 3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10" y="3"/>
                      <a:pt x="10" y="6"/>
                      <a:pt x="10" y="9"/>
                    </a:cubicBezTo>
                    <a:cubicBezTo>
                      <a:pt x="5" y="10"/>
                      <a:pt x="0" y="5"/>
                      <a:pt x="3" y="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8" name="Freeform 1064">
                <a:extLst>
                  <a:ext uri="{FF2B5EF4-FFF2-40B4-BE49-F238E27FC236}">
                    <a16:creationId xmlns:a16="http://schemas.microsoft.com/office/drawing/2014/main" id="{DD69ACA0-8907-4128-A184-B51F40158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9" y="1958"/>
                <a:ext cx="11" cy="22"/>
              </a:xfrm>
              <a:custGeom>
                <a:avLst/>
                <a:gdLst>
                  <a:gd name="T0" fmla="*/ 53 w 5"/>
                  <a:gd name="T1" fmla="*/ 0 h 9"/>
                  <a:gd name="T2" fmla="*/ 0 w 5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3" y="3"/>
                      <a:pt x="1" y="6"/>
                      <a:pt x="0" y="9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9" name="Freeform 1065">
                <a:extLst>
                  <a:ext uri="{FF2B5EF4-FFF2-40B4-BE49-F238E27FC236}">
                    <a16:creationId xmlns:a16="http://schemas.microsoft.com/office/drawing/2014/main" id="{192DB49E-96FD-460F-8C3A-CA3F7A519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894"/>
                <a:ext cx="21" cy="10"/>
              </a:xfrm>
              <a:custGeom>
                <a:avLst/>
                <a:gdLst>
                  <a:gd name="T0" fmla="*/ 0 w 9"/>
                  <a:gd name="T1" fmla="*/ 0 h 4"/>
                  <a:gd name="T2" fmla="*/ 114 w 9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2" y="3"/>
                      <a:pt x="5" y="4"/>
                      <a:pt x="9" y="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0" name="Freeform 1066">
                <a:extLst>
                  <a:ext uri="{FF2B5EF4-FFF2-40B4-BE49-F238E27FC236}">
                    <a16:creationId xmlns:a16="http://schemas.microsoft.com/office/drawing/2014/main" id="{571D4A78-4DCB-47D9-A193-5C0E30C25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1852"/>
                <a:ext cx="21" cy="12"/>
              </a:xfrm>
              <a:custGeom>
                <a:avLst/>
                <a:gdLst>
                  <a:gd name="T0" fmla="*/ 0 w 9"/>
                  <a:gd name="T1" fmla="*/ 0 h 5"/>
                  <a:gd name="T2" fmla="*/ 114 w 9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3" y="2"/>
                      <a:pt x="5" y="4"/>
                      <a:pt x="9" y="5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1" name="Freeform 1067">
                <a:extLst>
                  <a:ext uri="{FF2B5EF4-FFF2-40B4-BE49-F238E27FC236}">
                    <a16:creationId xmlns:a16="http://schemas.microsoft.com/office/drawing/2014/main" id="{28DFA4D1-0F5E-4854-8978-351B65AD2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919"/>
                <a:ext cx="25" cy="17"/>
              </a:xfrm>
              <a:custGeom>
                <a:avLst/>
                <a:gdLst>
                  <a:gd name="T0" fmla="*/ 0 w 11"/>
                  <a:gd name="T1" fmla="*/ 0 h 7"/>
                  <a:gd name="T2" fmla="*/ 130 w 1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1" y="5"/>
                      <a:pt x="6" y="7"/>
                      <a:pt x="11" y="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2" name="Freeform 1068">
                <a:extLst>
                  <a:ext uri="{FF2B5EF4-FFF2-40B4-BE49-F238E27FC236}">
                    <a16:creationId xmlns:a16="http://schemas.microsoft.com/office/drawing/2014/main" id="{06712C00-90F1-4AF0-9E0F-D9E6BD73F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859"/>
                <a:ext cx="12" cy="13"/>
              </a:xfrm>
              <a:custGeom>
                <a:avLst/>
                <a:gdLst>
                  <a:gd name="T0" fmla="*/ 0 w 5"/>
                  <a:gd name="T1" fmla="*/ 0 h 5"/>
                  <a:gd name="T2" fmla="*/ 70 w 5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3" name="Freeform 1069">
                <a:extLst>
                  <a:ext uri="{FF2B5EF4-FFF2-40B4-BE49-F238E27FC236}">
                    <a16:creationId xmlns:a16="http://schemas.microsoft.com/office/drawing/2014/main" id="{B4085045-18AB-4D74-9CFC-755E341F0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562"/>
                <a:ext cx="27" cy="35"/>
              </a:xfrm>
              <a:custGeom>
                <a:avLst/>
                <a:gdLst>
                  <a:gd name="T0" fmla="*/ 56 w 12"/>
                  <a:gd name="T1" fmla="*/ 220 h 14"/>
                  <a:gd name="T2" fmla="*/ 45 w 12"/>
                  <a:gd name="T3" fmla="*/ 50 h 14"/>
                  <a:gd name="T4" fmla="*/ 137 w 12"/>
                  <a:gd name="T5" fmla="*/ 15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5" y="14"/>
                    </a:moveTo>
                    <a:cubicBezTo>
                      <a:pt x="3" y="12"/>
                      <a:pt x="0" y="5"/>
                      <a:pt x="4" y="3"/>
                    </a:cubicBezTo>
                    <a:cubicBezTo>
                      <a:pt x="7" y="0"/>
                      <a:pt x="10" y="8"/>
                      <a:pt x="12" y="1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4" name="Freeform 1070">
                <a:extLst>
                  <a:ext uri="{FF2B5EF4-FFF2-40B4-BE49-F238E27FC236}">
                    <a16:creationId xmlns:a16="http://schemas.microsoft.com/office/drawing/2014/main" id="{01CA1299-5065-4575-9BF9-925F1CB4F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886"/>
                <a:ext cx="9" cy="18"/>
              </a:xfrm>
              <a:custGeom>
                <a:avLst/>
                <a:gdLst>
                  <a:gd name="T0" fmla="*/ 45 w 4"/>
                  <a:gd name="T1" fmla="*/ 0 h 7"/>
                  <a:gd name="T2" fmla="*/ 11 w 4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1" y="1"/>
                      <a:pt x="0" y="4"/>
                      <a:pt x="1" y="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5" name="Freeform 1071">
                <a:extLst>
                  <a:ext uri="{FF2B5EF4-FFF2-40B4-BE49-F238E27FC236}">
                    <a16:creationId xmlns:a16="http://schemas.microsoft.com/office/drawing/2014/main" id="{FAE45767-5BD9-45DC-BF3A-04363DB8F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567"/>
                <a:ext cx="35" cy="23"/>
              </a:xfrm>
              <a:custGeom>
                <a:avLst/>
                <a:gdLst>
                  <a:gd name="T0" fmla="*/ 126 w 15"/>
                  <a:gd name="T1" fmla="*/ 20 h 9"/>
                  <a:gd name="T2" fmla="*/ 0 w 15"/>
                  <a:gd name="T3" fmla="*/ 84 h 9"/>
                  <a:gd name="T4" fmla="*/ 191 w 15"/>
                  <a:gd name="T5" fmla="*/ 9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0" y="1"/>
                    </a:moveTo>
                    <a:cubicBezTo>
                      <a:pt x="6" y="0"/>
                      <a:pt x="2" y="1"/>
                      <a:pt x="0" y="5"/>
                    </a:cubicBezTo>
                    <a:cubicBezTo>
                      <a:pt x="4" y="9"/>
                      <a:pt x="10" y="6"/>
                      <a:pt x="15" y="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6" name="Freeform 1072">
                <a:extLst>
                  <a:ext uri="{FF2B5EF4-FFF2-40B4-BE49-F238E27FC236}">
                    <a16:creationId xmlns:a16="http://schemas.microsoft.com/office/drawing/2014/main" id="{62E21A66-284A-450B-9969-EC3BDEBCE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791"/>
                <a:ext cx="81" cy="67"/>
              </a:xfrm>
              <a:custGeom>
                <a:avLst/>
                <a:gdLst>
                  <a:gd name="T0" fmla="*/ 12 w 35"/>
                  <a:gd name="T1" fmla="*/ 136 h 27"/>
                  <a:gd name="T2" fmla="*/ 37 w 35"/>
                  <a:gd name="T3" fmla="*/ 12 h 27"/>
                  <a:gd name="T4" fmla="*/ 160 w 35"/>
                  <a:gd name="T5" fmla="*/ 184 h 27"/>
                  <a:gd name="T6" fmla="*/ 208 w 35"/>
                  <a:gd name="T7" fmla="*/ 0 h 27"/>
                  <a:gd name="T8" fmla="*/ 285 w 35"/>
                  <a:gd name="T9" fmla="*/ 154 h 27"/>
                  <a:gd name="T10" fmla="*/ 424 w 35"/>
                  <a:gd name="T11" fmla="*/ 0 h 27"/>
                  <a:gd name="T12" fmla="*/ 347 w 35"/>
                  <a:gd name="T13" fmla="*/ 41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7">
                    <a:moveTo>
                      <a:pt x="1" y="9"/>
                    </a:moveTo>
                    <a:cubicBezTo>
                      <a:pt x="0" y="6"/>
                      <a:pt x="1" y="3"/>
                      <a:pt x="3" y="1"/>
                    </a:cubicBezTo>
                    <a:cubicBezTo>
                      <a:pt x="9" y="1"/>
                      <a:pt x="12" y="7"/>
                      <a:pt x="13" y="12"/>
                    </a:cubicBezTo>
                    <a:cubicBezTo>
                      <a:pt x="12" y="8"/>
                      <a:pt x="14" y="3"/>
                      <a:pt x="17" y="0"/>
                    </a:cubicBezTo>
                    <a:cubicBezTo>
                      <a:pt x="21" y="2"/>
                      <a:pt x="22" y="6"/>
                      <a:pt x="23" y="10"/>
                    </a:cubicBezTo>
                    <a:cubicBezTo>
                      <a:pt x="25" y="5"/>
                      <a:pt x="28" y="1"/>
                      <a:pt x="34" y="0"/>
                    </a:cubicBezTo>
                    <a:cubicBezTo>
                      <a:pt x="35" y="9"/>
                      <a:pt x="32" y="19"/>
                      <a:pt x="28" y="2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7" name="Freeform 1073">
                <a:extLst>
                  <a:ext uri="{FF2B5EF4-FFF2-40B4-BE49-F238E27FC236}">
                    <a16:creationId xmlns:a16="http://schemas.microsoft.com/office/drawing/2014/main" id="{559444C6-F2ED-44A5-9363-A4505CDA6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885"/>
                <a:ext cx="37" cy="47"/>
              </a:xfrm>
              <a:custGeom>
                <a:avLst/>
                <a:gdLst>
                  <a:gd name="T0" fmla="*/ 0 w 16"/>
                  <a:gd name="T1" fmla="*/ 166 h 19"/>
                  <a:gd name="T2" fmla="*/ 49 w 16"/>
                  <a:gd name="T3" fmla="*/ 28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11"/>
                    </a:moveTo>
                    <a:cubicBezTo>
                      <a:pt x="10" y="0"/>
                      <a:pt x="16" y="13"/>
                      <a:pt x="4" y="19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8" name="Freeform 1074">
                <a:extLst>
                  <a:ext uri="{FF2B5EF4-FFF2-40B4-BE49-F238E27FC236}">
                    <a16:creationId xmlns:a16="http://schemas.microsoft.com/office/drawing/2014/main" id="{70247388-3D3C-4BBF-8CA8-914E92878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3242"/>
                <a:ext cx="37" cy="46"/>
              </a:xfrm>
              <a:custGeom>
                <a:avLst/>
                <a:gdLst>
                  <a:gd name="T0" fmla="*/ 171 w 16"/>
                  <a:gd name="T1" fmla="*/ 70 h 19"/>
                  <a:gd name="T2" fmla="*/ 12 w 16"/>
                  <a:gd name="T3" fmla="*/ 99 h 19"/>
                  <a:gd name="T4" fmla="*/ 12 w 16"/>
                  <a:gd name="T5" fmla="*/ 19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14" y="5"/>
                    </a:moveTo>
                    <a:cubicBezTo>
                      <a:pt x="10" y="1"/>
                      <a:pt x="0" y="0"/>
                      <a:pt x="1" y="7"/>
                    </a:cubicBezTo>
                    <a:cubicBezTo>
                      <a:pt x="16" y="9"/>
                      <a:pt x="7" y="19"/>
                      <a:pt x="1" y="14"/>
                    </a:cubicBezTo>
                  </a:path>
                </a:pathLst>
              </a:custGeom>
              <a:noFill/>
              <a:ln w="7938" cap="flat">
                <a:solidFill>
                  <a:srgbClr val="B1838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9" name="Freeform 1075">
                <a:extLst>
                  <a:ext uri="{FF2B5EF4-FFF2-40B4-BE49-F238E27FC236}">
                    <a16:creationId xmlns:a16="http://schemas.microsoft.com/office/drawing/2014/main" id="{9078E9C5-C899-4C1E-A456-65143A610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3227"/>
                <a:ext cx="30" cy="44"/>
              </a:xfrm>
              <a:custGeom>
                <a:avLst/>
                <a:gdLst>
                  <a:gd name="T0" fmla="*/ 85 w 13"/>
                  <a:gd name="T1" fmla="*/ 59 h 18"/>
                  <a:gd name="T2" fmla="*/ 0 w 13"/>
                  <a:gd name="T3" fmla="*/ 90 h 18"/>
                  <a:gd name="T4" fmla="*/ 134 w 13"/>
                  <a:gd name="T5" fmla="*/ 144 h 18"/>
                  <a:gd name="T6" fmla="*/ 28 w 13"/>
                  <a:gd name="T7" fmla="*/ 26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7" y="4"/>
                    </a:moveTo>
                    <a:cubicBezTo>
                      <a:pt x="7" y="0"/>
                      <a:pt x="0" y="3"/>
                      <a:pt x="0" y="6"/>
                    </a:cubicBezTo>
                    <a:cubicBezTo>
                      <a:pt x="0" y="11"/>
                      <a:pt x="8" y="9"/>
                      <a:pt x="11" y="10"/>
                    </a:cubicBezTo>
                    <a:cubicBezTo>
                      <a:pt x="13" y="14"/>
                      <a:pt x="6" y="18"/>
                      <a:pt x="2" y="18"/>
                    </a:cubicBezTo>
                  </a:path>
                </a:pathLst>
              </a:custGeom>
              <a:noFill/>
              <a:ln w="7938" cap="flat">
                <a:solidFill>
                  <a:srgbClr val="B1838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0" name="Freeform 1076">
                <a:extLst>
                  <a:ext uri="{FF2B5EF4-FFF2-40B4-BE49-F238E27FC236}">
                    <a16:creationId xmlns:a16="http://schemas.microsoft.com/office/drawing/2014/main" id="{DB64D792-60A9-40E7-A44F-0D2F9EB27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3185"/>
                <a:ext cx="30" cy="29"/>
              </a:xfrm>
              <a:custGeom>
                <a:avLst/>
                <a:gdLst>
                  <a:gd name="T0" fmla="*/ 159 w 13"/>
                  <a:gd name="T1" fmla="*/ 29 h 12"/>
                  <a:gd name="T2" fmla="*/ 37 w 13"/>
                  <a:gd name="T3" fmla="*/ 58 h 12"/>
                  <a:gd name="T4" fmla="*/ 122 w 13"/>
                  <a:gd name="T5" fmla="*/ 111 h 12"/>
                  <a:gd name="T6" fmla="*/ 0 w 13"/>
                  <a:gd name="T7" fmla="*/ 9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2"/>
                    </a:moveTo>
                    <a:cubicBezTo>
                      <a:pt x="9" y="1"/>
                      <a:pt x="4" y="0"/>
                      <a:pt x="3" y="4"/>
                    </a:cubicBezTo>
                    <a:cubicBezTo>
                      <a:pt x="5" y="5"/>
                      <a:pt x="13" y="4"/>
                      <a:pt x="10" y="8"/>
                    </a:cubicBezTo>
                    <a:cubicBezTo>
                      <a:pt x="9" y="12"/>
                      <a:pt x="2" y="9"/>
                      <a:pt x="0" y="7"/>
                    </a:cubicBezTo>
                  </a:path>
                </a:pathLst>
              </a:custGeom>
              <a:noFill/>
              <a:ln w="7938" cap="flat">
                <a:solidFill>
                  <a:srgbClr val="B1838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1" name="Freeform 1077">
                <a:extLst>
                  <a:ext uri="{FF2B5EF4-FFF2-40B4-BE49-F238E27FC236}">
                    <a16:creationId xmlns:a16="http://schemas.microsoft.com/office/drawing/2014/main" id="{C8F6C7A0-9031-4939-80C5-0CAC40405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209"/>
                <a:ext cx="37" cy="60"/>
              </a:xfrm>
              <a:custGeom>
                <a:avLst/>
                <a:gdLst>
                  <a:gd name="T0" fmla="*/ 199 w 16"/>
                  <a:gd name="T1" fmla="*/ 83 h 24"/>
                  <a:gd name="T2" fmla="*/ 74 w 16"/>
                  <a:gd name="T3" fmla="*/ 83 h 24"/>
                  <a:gd name="T4" fmla="*/ 160 w 16"/>
                  <a:gd name="T5" fmla="*/ 188 h 24"/>
                  <a:gd name="T6" fmla="*/ 187 w 16"/>
                  <a:gd name="T7" fmla="*/ 36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4">
                    <a:moveTo>
                      <a:pt x="16" y="5"/>
                    </a:moveTo>
                    <a:cubicBezTo>
                      <a:pt x="13" y="3"/>
                      <a:pt x="7" y="0"/>
                      <a:pt x="6" y="5"/>
                    </a:cubicBezTo>
                    <a:cubicBezTo>
                      <a:pt x="4" y="9"/>
                      <a:pt x="11" y="10"/>
                      <a:pt x="13" y="12"/>
                    </a:cubicBezTo>
                    <a:cubicBezTo>
                      <a:pt x="0" y="12"/>
                      <a:pt x="5" y="24"/>
                      <a:pt x="15" y="23"/>
                    </a:cubicBezTo>
                  </a:path>
                </a:pathLst>
              </a:custGeom>
              <a:noFill/>
              <a:ln w="7938" cap="flat">
                <a:solidFill>
                  <a:srgbClr val="B1838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2" name="Freeform 1078">
                <a:extLst>
                  <a:ext uri="{FF2B5EF4-FFF2-40B4-BE49-F238E27FC236}">
                    <a16:creationId xmlns:a16="http://schemas.microsoft.com/office/drawing/2014/main" id="{A7A5453C-E38C-4B64-A74C-C6FCC7A54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217"/>
                <a:ext cx="25" cy="15"/>
              </a:xfrm>
              <a:custGeom>
                <a:avLst/>
                <a:gdLst>
                  <a:gd name="T0" fmla="*/ 130 w 11"/>
                  <a:gd name="T1" fmla="*/ 63 h 6"/>
                  <a:gd name="T2" fmla="*/ 11 w 11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11" y="4"/>
                    </a:moveTo>
                    <a:cubicBezTo>
                      <a:pt x="9" y="1"/>
                      <a:pt x="0" y="0"/>
                      <a:pt x="1" y="6"/>
                    </a:cubicBezTo>
                  </a:path>
                </a:pathLst>
              </a:custGeom>
              <a:noFill/>
              <a:ln w="7938" cap="flat">
                <a:solidFill>
                  <a:srgbClr val="B1838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1231" name="Freeform 1079">
              <a:extLst>
                <a:ext uri="{FF2B5EF4-FFF2-40B4-BE49-F238E27FC236}">
                  <a16:creationId xmlns:a16="http://schemas.microsoft.com/office/drawing/2014/main" id="{39D7C518-BB34-4129-8334-B42CC35E0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232"/>
              <a:ext cx="30" cy="19"/>
            </a:xfrm>
            <a:custGeom>
              <a:avLst/>
              <a:gdLst>
                <a:gd name="T0" fmla="*/ 134 w 13"/>
                <a:gd name="T1" fmla="*/ 69 h 8"/>
                <a:gd name="T2" fmla="*/ 0 w 13"/>
                <a:gd name="T3" fmla="*/ 57 h 8"/>
                <a:gd name="T4" fmla="*/ 159 w 13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11" y="5"/>
                  </a:moveTo>
                  <a:cubicBezTo>
                    <a:pt x="9" y="1"/>
                    <a:pt x="2" y="0"/>
                    <a:pt x="0" y="4"/>
                  </a:cubicBezTo>
                  <a:cubicBezTo>
                    <a:pt x="2" y="7"/>
                    <a:pt x="9" y="7"/>
                    <a:pt x="13" y="8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2" name="Freeform 1080">
              <a:extLst>
                <a:ext uri="{FF2B5EF4-FFF2-40B4-BE49-F238E27FC236}">
                  <a16:creationId xmlns:a16="http://schemas.microsoft.com/office/drawing/2014/main" id="{3409B7D6-1361-4278-9D84-4A27D2D84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242"/>
              <a:ext cx="30" cy="51"/>
            </a:xfrm>
            <a:custGeom>
              <a:avLst/>
              <a:gdLst>
                <a:gd name="T0" fmla="*/ 150 w 13"/>
                <a:gd name="T1" fmla="*/ 29 h 21"/>
                <a:gd name="T2" fmla="*/ 12 w 13"/>
                <a:gd name="T3" fmla="*/ 41 h 21"/>
                <a:gd name="T4" fmla="*/ 122 w 13"/>
                <a:gd name="T5" fmla="*/ 129 h 21"/>
                <a:gd name="T6" fmla="*/ 0 w 13"/>
                <a:gd name="T7" fmla="*/ 202 h 21"/>
                <a:gd name="T8" fmla="*/ 159 w 13"/>
                <a:gd name="T9" fmla="*/ 260 h 21"/>
                <a:gd name="T10" fmla="*/ 65 w 13"/>
                <a:gd name="T11" fmla="*/ 30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1">
                  <a:moveTo>
                    <a:pt x="12" y="2"/>
                  </a:moveTo>
                  <a:cubicBezTo>
                    <a:pt x="9" y="1"/>
                    <a:pt x="3" y="0"/>
                    <a:pt x="1" y="3"/>
                  </a:cubicBezTo>
                  <a:cubicBezTo>
                    <a:pt x="3" y="6"/>
                    <a:pt x="8" y="6"/>
                    <a:pt x="10" y="9"/>
                  </a:cubicBezTo>
                  <a:cubicBezTo>
                    <a:pt x="7" y="10"/>
                    <a:pt x="2" y="11"/>
                    <a:pt x="0" y="14"/>
                  </a:cubicBezTo>
                  <a:cubicBezTo>
                    <a:pt x="4" y="16"/>
                    <a:pt x="9" y="14"/>
                    <a:pt x="13" y="18"/>
                  </a:cubicBezTo>
                  <a:cubicBezTo>
                    <a:pt x="11" y="20"/>
                    <a:pt x="8" y="21"/>
                    <a:pt x="5" y="21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3" name="Freeform 1081">
              <a:extLst>
                <a:ext uri="{FF2B5EF4-FFF2-40B4-BE49-F238E27FC236}">
                  <a16:creationId xmlns:a16="http://schemas.microsoft.com/office/drawing/2014/main" id="{AA7A88FB-1167-4B0F-8630-C11CDB36C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940"/>
              <a:ext cx="20" cy="29"/>
            </a:xfrm>
            <a:custGeom>
              <a:avLst/>
              <a:gdLst>
                <a:gd name="T0" fmla="*/ 9 w 9"/>
                <a:gd name="T1" fmla="*/ 41 h 12"/>
                <a:gd name="T2" fmla="*/ 36 w 9"/>
                <a:gd name="T3" fmla="*/ 169 h 12"/>
                <a:gd name="T4" fmla="*/ 53 w 9"/>
                <a:gd name="T5" fmla="*/ 12 h 12"/>
                <a:gd name="T6" fmla="*/ 89 w 9"/>
                <a:gd name="T7" fmla="*/ 12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1" y="3"/>
                  </a:moveTo>
                  <a:cubicBezTo>
                    <a:pt x="0" y="6"/>
                    <a:pt x="0" y="10"/>
                    <a:pt x="3" y="12"/>
                  </a:cubicBezTo>
                  <a:cubicBezTo>
                    <a:pt x="5" y="10"/>
                    <a:pt x="3" y="2"/>
                    <a:pt x="5" y="1"/>
                  </a:cubicBezTo>
                  <a:cubicBezTo>
                    <a:pt x="9" y="0"/>
                    <a:pt x="9" y="7"/>
                    <a:pt x="8" y="9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4" name="Freeform 1082">
              <a:extLst>
                <a:ext uri="{FF2B5EF4-FFF2-40B4-BE49-F238E27FC236}">
                  <a16:creationId xmlns:a16="http://schemas.microsoft.com/office/drawing/2014/main" id="{5D44901D-617D-4C77-B6BC-C9CBE5F46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989"/>
              <a:ext cx="58" cy="47"/>
            </a:xfrm>
            <a:custGeom>
              <a:avLst/>
              <a:gdLst>
                <a:gd name="T0" fmla="*/ 0 w 25"/>
                <a:gd name="T1" fmla="*/ 275 h 19"/>
                <a:gd name="T2" fmla="*/ 65 w 25"/>
                <a:gd name="T3" fmla="*/ 121 h 19"/>
                <a:gd name="T4" fmla="*/ 123 w 25"/>
                <a:gd name="T5" fmla="*/ 275 h 19"/>
                <a:gd name="T6" fmla="*/ 172 w 25"/>
                <a:gd name="T7" fmla="*/ 104 h 19"/>
                <a:gd name="T8" fmla="*/ 248 w 25"/>
                <a:gd name="T9" fmla="*/ 245 h 19"/>
                <a:gd name="T10" fmla="*/ 285 w 25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9">
                  <a:moveTo>
                    <a:pt x="0" y="18"/>
                  </a:moveTo>
                  <a:cubicBezTo>
                    <a:pt x="3" y="15"/>
                    <a:pt x="2" y="10"/>
                    <a:pt x="5" y="8"/>
                  </a:cubicBezTo>
                  <a:cubicBezTo>
                    <a:pt x="6" y="10"/>
                    <a:pt x="7" y="19"/>
                    <a:pt x="10" y="18"/>
                  </a:cubicBezTo>
                  <a:cubicBezTo>
                    <a:pt x="13" y="18"/>
                    <a:pt x="13" y="9"/>
                    <a:pt x="14" y="7"/>
                  </a:cubicBezTo>
                  <a:cubicBezTo>
                    <a:pt x="15" y="8"/>
                    <a:pt x="17" y="16"/>
                    <a:pt x="20" y="16"/>
                  </a:cubicBezTo>
                  <a:cubicBezTo>
                    <a:pt x="25" y="16"/>
                    <a:pt x="23" y="3"/>
                    <a:pt x="23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5" name="Freeform 1083">
              <a:extLst>
                <a:ext uri="{FF2B5EF4-FFF2-40B4-BE49-F238E27FC236}">
                  <a16:creationId xmlns:a16="http://schemas.microsoft.com/office/drawing/2014/main" id="{412C560E-568D-4872-ADC9-8A1918F3D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054"/>
              <a:ext cx="21" cy="27"/>
            </a:xfrm>
            <a:custGeom>
              <a:avLst/>
              <a:gdLst>
                <a:gd name="T0" fmla="*/ 114 w 9"/>
                <a:gd name="T1" fmla="*/ 91 h 11"/>
                <a:gd name="T2" fmla="*/ 12 w 9"/>
                <a:gd name="T3" fmla="*/ 0 h 11"/>
                <a:gd name="T4" fmla="*/ 65 w 9"/>
                <a:gd name="T5" fmla="*/ 16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6"/>
                  </a:moveTo>
                  <a:cubicBezTo>
                    <a:pt x="6" y="4"/>
                    <a:pt x="5" y="0"/>
                    <a:pt x="1" y="0"/>
                  </a:cubicBezTo>
                  <a:cubicBezTo>
                    <a:pt x="0" y="4"/>
                    <a:pt x="2" y="8"/>
                    <a:pt x="5" y="11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6" name="Freeform 1084">
              <a:extLst>
                <a:ext uri="{FF2B5EF4-FFF2-40B4-BE49-F238E27FC236}">
                  <a16:creationId xmlns:a16="http://schemas.microsoft.com/office/drawing/2014/main" id="{B5308049-EDEE-47BB-9E07-7DD0DC3A6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088"/>
              <a:ext cx="25" cy="17"/>
            </a:xfrm>
            <a:custGeom>
              <a:avLst/>
              <a:gdLst>
                <a:gd name="T0" fmla="*/ 130 w 11"/>
                <a:gd name="T1" fmla="*/ 29 h 7"/>
                <a:gd name="T2" fmla="*/ 0 w 11"/>
                <a:gd name="T3" fmla="*/ 12 h 7"/>
                <a:gd name="T4" fmla="*/ 57 w 11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1" y="2"/>
                  </a:moveTo>
                  <a:cubicBezTo>
                    <a:pt x="7" y="3"/>
                    <a:pt x="4" y="0"/>
                    <a:pt x="0" y="1"/>
                  </a:cubicBezTo>
                  <a:cubicBezTo>
                    <a:pt x="1" y="4"/>
                    <a:pt x="3" y="6"/>
                    <a:pt x="5" y="7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7" name="Freeform 1085">
              <a:extLst>
                <a:ext uri="{FF2B5EF4-FFF2-40B4-BE49-F238E27FC236}">
                  <a16:creationId xmlns:a16="http://schemas.microsoft.com/office/drawing/2014/main" id="{28CD9EDB-A9DC-4DAA-BCCB-E60ABA1AF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103"/>
              <a:ext cx="40" cy="30"/>
            </a:xfrm>
            <a:custGeom>
              <a:avLst/>
              <a:gdLst>
                <a:gd name="T0" fmla="*/ 221 w 17"/>
                <a:gd name="T1" fmla="*/ 63 h 12"/>
                <a:gd name="T2" fmla="*/ 106 w 17"/>
                <a:gd name="T3" fmla="*/ 0 h 12"/>
                <a:gd name="T4" fmla="*/ 155 w 17"/>
                <a:gd name="T5" fmla="*/ 175 h 12"/>
                <a:gd name="T6" fmla="*/ 0 w 17"/>
                <a:gd name="T7" fmla="*/ 9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17" y="4"/>
                  </a:moveTo>
                  <a:cubicBezTo>
                    <a:pt x="14" y="3"/>
                    <a:pt x="11" y="0"/>
                    <a:pt x="8" y="0"/>
                  </a:cubicBezTo>
                  <a:cubicBezTo>
                    <a:pt x="7" y="3"/>
                    <a:pt x="15" y="10"/>
                    <a:pt x="12" y="11"/>
                  </a:cubicBezTo>
                  <a:cubicBezTo>
                    <a:pt x="10" y="12"/>
                    <a:pt x="0" y="8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8" name="Freeform 1086">
              <a:extLst>
                <a:ext uri="{FF2B5EF4-FFF2-40B4-BE49-F238E27FC236}">
                  <a16:creationId xmlns:a16="http://schemas.microsoft.com/office/drawing/2014/main" id="{16B157DF-7C26-4B99-A15A-4A4137E9B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2707"/>
              <a:ext cx="16" cy="23"/>
            </a:xfrm>
            <a:custGeom>
              <a:avLst/>
              <a:gdLst>
                <a:gd name="T0" fmla="*/ 0 w 7"/>
                <a:gd name="T1" fmla="*/ 151 h 9"/>
                <a:gd name="T2" fmla="*/ 85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1" y="4"/>
                    <a:pt x="4" y="2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9" name="Freeform 1087">
              <a:extLst>
                <a:ext uri="{FF2B5EF4-FFF2-40B4-BE49-F238E27FC236}">
                  <a16:creationId xmlns:a16="http://schemas.microsoft.com/office/drawing/2014/main" id="{6D8F5DE8-854C-4C53-ACDB-D637798B1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660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0" name="Freeform 1088">
              <a:extLst>
                <a:ext uri="{FF2B5EF4-FFF2-40B4-BE49-F238E27FC236}">
                  <a16:creationId xmlns:a16="http://schemas.microsoft.com/office/drawing/2014/main" id="{BFDFA1D7-C20C-4D79-9BFA-E5027F278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603"/>
              <a:ext cx="11" cy="8"/>
            </a:xfrm>
            <a:custGeom>
              <a:avLst/>
              <a:gdLst>
                <a:gd name="T0" fmla="*/ 0 w 5"/>
                <a:gd name="T1" fmla="*/ 56 h 3"/>
                <a:gd name="T2" fmla="*/ 53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1" name="Freeform 1089">
              <a:extLst>
                <a:ext uri="{FF2B5EF4-FFF2-40B4-BE49-F238E27FC236}">
                  <a16:creationId xmlns:a16="http://schemas.microsoft.com/office/drawing/2014/main" id="{AA54B651-C7D8-4C26-AA01-6C320DC25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861"/>
              <a:ext cx="28" cy="32"/>
            </a:xfrm>
            <a:custGeom>
              <a:avLst/>
              <a:gdLst>
                <a:gd name="T0" fmla="*/ 152 w 12"/>
                <a:gd name="T1" fmla="*/ 12 h 13"/>
                <a:gd name="T2" fmla="*/ 86 w 12"/>
                <a:gd name="T3" fmla="*/ 182 h 13"/>
                <a:gd name="T4" fmla="*/ 103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1"/>
                  </a:moveTo>
                  <a:cubicBezTo>
                    <a:pt x="12" y="3"/>
                    <a:pt x="10" y="11"/>
                    <a:pt x="7" y="12"/>
                  </a:cubicBezTo>
                  <a:cubicBezTo>
                    <a:pt x="0" y="13"/>
                    <a:pt x="8" y="2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2" name="Freeform 1090">
              <a:extLst>
                <a:ext uri="{FF2B5EF4-FFF2-40B4-BE49-F238E27FC236}">
                  <a16:creationId xmlns:a16="http://schemas.microsoft.com/office/drawing/2014/main" id="{5D8ECF14-3459-441C-B0FE-7F902349A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791"/>
              <a:ext cx="42" cy="38"/>
            </a:xfrm>
            <a:custGeom>
              <a:avLst/>
              <a:gdLst>
                <a:gd name="T0" fmla="*/ 229 w 18"/>
                <a:gd name="T1" fmla="*/ 0 h 15"/>
                <a:gd name="T2" fmla="*/ 103 w 18"/>
                <a:gd name="T3" fmla="*/ 213 h 15"/>
                <a:gd name="T4" fmla="*/ 126 w 18"/>
                <a:gd name="T5" fmla="*/ 11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8" y="0"/>
                  </a:moveTo>
                  <a:cubicBezTo>
                    <a:pt x="15" y="3"/>
                    <a:pt x="12" y="12"/>
                    <a:pt x="8" y="13"/>
                  </a:cubicBezTo>
                  <a:cubicBezTo>
                    <a:pt x="0" y="15"/>
                    <a:pt x="7" y="9"/>
                    <a:pt x="10" y="7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3" name="Freeform 1091">
              <a:extLst>
                <a:ext uri="{FF2B5EF4-FFF2-40B4-BE49-F238E27FC236}">
                  <a16:creationId xmlns:a16="http://schemas.microsoft.com/office/drawing/2014/main" id="{7FD2BE30-E2AB-4627-821A-AED729EA2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900"/>
              <a:ext cx="26" cy="32"/>
            </a:xfrm>
            <a:custGeom>
              <a:avLst/>
              <a:gdLst>
                <a:gd name="T0" fmla="*/ 144 w 11"/>
                <a:gd name="T1" fmla="*/ 0 h 13"/>
                <a:gd name="T2" fmla="*/ 78 w 11"/>
                <a:gd name="T3" fmla="*/ 182 h 13"/>
                <a:gd name="T4" fmla="*/ 50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1" y="0"/>
                  </a:moveTo>
                  <a:cubicBezTo>
                    <a:pt x="10" y="3"/>
                    <a:pt x="11" y="12"/>
                    <a:pt x="6" y="12"/>
                  </a:cubicBezTo>
                  <a:cubicBezTo>
                    <a:pt x="0" y="13"/>
                    <a:pt x="4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4" name="Freeform 1092">
              <a:extLst>
                <a:ext uri="{FF2B5EF4-FFF2-40B4-BE49-F238E27FC236}">
                  <a16:creationId xmlns:a16="http://schemas.microsoft.com/office/drawing/2014/main" id="{60F6ECAF-6533-4293-BB46-2CF65D2AD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3212"/>
              <a:ext cx="28" cy="22"/>
            </a:xfrm>
            <a:custGeom>
              <a:avLst/>
              <a:gdLst>
                <a:gd name="T0" fmla="*/ 126 w 12"/>
                <a:gd name="T1" fmla="*/ 0 h 9"/>
                <a:gd name="T2" fmla="*/ 49 w 12"/>
                <a:gd name="T3" fmla="*/ 120 h 9"/>
                <a:gd name="T4" fmla="*/ 152 w 12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0" y="0"/>
                  </a:moveTo>
                  <a:cubicBezTo>
                    <a:pt x="7" y="0"/>
                    <a:pt x="0" y="4"/>
                    <a:pt x="4" y="8"/>
                  </a:cubicBezTo>
                  <a:cubicBezTo>
                    <a:pt x="6" y="9"/>
                    <a:pt x="11" y="7"/>
                    <a:pt x="12" y="7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5" name="Freeform 1093">
              <a:extLst>
                <a:ext uri="{FF2B5EF4-FFF2-40B4-BE49-F238E27FC236}">
                  <a16:creationId xmlns:a16="http://schemas.microsoft.com/office/drawing/2014/main" id="{0751DB83-D532-4F69-9985-BF9F25996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266"/>
              <a:ext cx="14" cy="5"/>
            </a:xfrm>
            <a:custGeom>
              <a:avLst/>
              <a:gdLst>
                <a:gd name="T0" fmla="*/ 77 w 6"/>
                <a:gd name="T1" fmla="*/ 20 h 2"/>
                <a:gd name="T2" fmla="*/ 0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3" y="0"/>
                    <a:pt x="1" y="0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6" name="Freeform 1094">
              <a:extLst>
                <a:ext uri="{FF2B5EF4-FFF2-40B4-BE49-F238E27FC236}">
                  <a16:creationId xmlns:a16="http://schemas.microsoft.com/office/drawing/2014/main" id="{4291896F-FE65-448F-B56F-9C2F45762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3242"/>
              <a:ext cx="28" cy="59"/>
            </a:xfrm>
            <a:custGeom>
              <a:avLst/>
              <a:gdLst>
                <a:gd name="T0" fmla="*/ 142 w 12"/>
                <a:gd name="T1" fmla="*/ 30 h 24"/>
                <a:gd name="T2" fmla="*/ 152 w 12"/>
                <a:gd name="T3" fmla="*/ 150 h 24"/>
                <a:gd name="T4" fmla="*/ 152 w 12"/>
                <a:gd name="T5" fmla="*/ 32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11" y="2"/>
                  </a:moveTo>
                  <a:cubicBezTo>
                    <a:pt x="0" y="0"/>
                    <a:pt x="5" y="12"/>
                    <a:pt x="12" y="10"/>
                  </a:cubicBezTo>
                  <a:cubicBezTo>
                    <a:pt x="5" y="13"/>
                    <a:pt x="1" y="24"/>
                    <a:pt x="12" y="22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7" name="Freeform 1095">
              <a:extLst>
                <a:ext uri="{FF2B5EF4-FFF2-40B4-BE49-F238E27FC236}">
                  <a16:creationId xmlns:a16="http://schemas.microsoft.com/office/drawing/2014/main" id="{10FBB719-BEB6-4E61-9F8E-586316A22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3271"/>
              <a:ext cx="37" cy="42"/>
            </a:xfrm>
            <a:custGeom>
              <a:avLst/>
              <a:gdLst>
                <a:gd name="T0" fmla="*/ 150 w 16"/>
                <a:gd name="T1" fmla="*/ 74 h 17"/>
                <a:gd name="T2" fmla="*/ 0 w 16"/>
                <a:gd name="T3" fmla="*/ 121 h 17"/>
                <a:gd name="T4" fmla="*/ 150 w 16"/>
                <a:gd name="T5" fmla="*/ 166 h 17"/>
                <a:gd name="T6" fmla="*/ 12 w 16"/>
                <a:gd name="T7" fmla="*/ 24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2" y="5"/>
                  </a:moveTo>
                  <a:cubicBezTo>
                    <a:pt x="10" y="0"/>
                    <a:pt x="1" y="4"/>
                    <a:pt x="0" y="8"/>
                  </a:cubicBezTo>
                  <a:cubicBezTo>
                    <a:pt x="3" y="11"/>
                    <a:pt x="10" y="8"/>
                    <a:pt x="12" y="11"/>
                  </a:cubicBezTo>
                  <a:cubicBezTo>
                    <a:pt x="16" y="17"/>
                    <a:pt x="4" y="17"/>
                    <a:pt x="1" y="16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8" name="Freeform 1096">
              <a:extLst>
                <a:ext uri="{FF2B5EF4-FFF2-40B4-BE49-F238E27FC236}">
                  <a16:creationId xmlns:a16="http://schemas.microsoft.com/office/drawing/2014/main" id="{17280473-DF37-48AA-BDB5-8FEA0CD2B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256"/>
              <a:ext cx="14" cy="1"/>
            </a:xfrm>
            <a:custGeom>
              <a:avLst/>
              <a:gdLst>
                <a:gd name="T0" fmla="*/ 77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9" name="Freeform 1097">
              <a:extLst>
                <a:ext uri="{FF2B5EF4-FFF2-40B4-BE49-F238E27FC236}">
                  <a16:creationId xmlns:a16="http://schemas.microsoft.com/office/drawing/2014/main" id="{62CB626A-7A80-4C29-83EE-009E859BA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239"/>
              <a:ext cx="14" cy="3"/>
            </a:xfrm>
            <a:custGeom>
              <a:avLst/>
              <a:gdLst>
                <a:gd name="T0" fmla="*/ 77 w 6"/>
                <a:gd name="T1" fmla="*/ 27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0" name="Freeform 1098">
              <a:extLst>
                <a:ext uri="{FF2B5EF4-FFF2-40B4-BE49-F238E27FC236}">
                  <a16:creationId xmlns:a16="http://schemas.microsoft.com/office/drawing/2014/main" id="{9FE5C8D8-F876-4CAD-93A6-C4C07BEF8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594"/>
              <a:ext cx="21" cy="2"/>
            </a:xfrm>
            <a:custGeom>
              <a:avLst/>
              <a:gdLst>
                <a:gd name="T0" fmla="*/ 114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B183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1" name="Freeform 1099">
              <a:extLst>
                <a:ext uri="{FF2B5EF4-FFF2-40B4-BE49-F238E27FC236}">
                  <a16:creationId xmlns:a16="http://schemas.microsoft.com/office/drawing/2014/main" id="{EB6D327B-BF69-4021-B898-C606A4A1E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754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3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6DAA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2" name="Freeform 1100">
              <a:extLst>
                <a:ext uri="{FF2B5EF4-FFF2-40B4-BE49-F238E27FC236}">
                  <a16:creationId xmlns:a16="http://schemas.microsoft.com/office/drawing/2014/main" id="{C73BEBB0-6940-40E5-ADC9-867954DCF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307"/>
              <a:ext cx="23" cy="32"/>
            </a:xfrm>
            <a:custGeom>
              <a:avLst/>
              <a:gdLst>
                <a:gd name="T0" fmla="*/ 122 w 10"/>
                <a:gd name="T1" fmla="*/ 12 h 13"/>
                <a:gd name="T2" fmla="*/ 28 w 10"/>
                <a:gd name="T3" fmla="*/ 30 h 13"/>
                <a:gd name="T4" fmla="*/ 122 w 10"/>
                <a:gd name="T5" fmla="*/ 162 h 13"/>
                <a:gd name="T6" fmla="*/ 0 w 10"/>
                <a:gd name="T7" fmla="*/ 1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1"/>
                  </a:moveTo>
                  <a:cubicBezTo>
                    <a:pt x="7" y="1"/>
                    <a:pt x="4" y="0"/>
                    <a:pt x="2" y="2"/>
                  </a:cubicBezTo>
                  <a:cubicBezTo>
                    <a:pt x="3" y="6"/>
                    <a:pt x="10" y="5"/>
                    <a:pt x="10" y="11"/>
                  </a:cubicBezTo>
                  <a:cubicBezTo>
                    <a:pt x="6" y="13"/>
                    <a:pt x="4" y="8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DF79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220" name="Text Box 1101">
            <a:extLst>
              <a:ext uri="{FF2B5EF4-FFF2-40B4-BE49-F238E27FC236}">
                <a16:creationId xmlns:a16="http://schemas.microsoft.com/office/drawing/2014/main" id="{383513B4-C3FC-48E1-BC3A-9D9F6C5953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2490788"/>
            <a:ext cx="857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Cortex</a:t>
            </a:r>
          </a:p>
        </p:txBody>
      </p:sp>
      <p:sp>
        <p:nvSpPr>
          <p:cNvPr id="9221" name="Line 1102">
            <a:extLst>
              <a:ext uri="{FF2B5EF4-FFF2-40B4-BE49-F238E27FC236}">
                <a16:creationId xmlns:a16="http://schemas.microsoft.com/office/drawing/2014/main" id="{06EA0FE6-46DB-4380-B5C3-E8AC2DA3DA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5200" y="2695575"/>
            <a:ext cx="838200" cy="0"/>
          </a:xfrm>
          <a:prstGeom prst="line">
            <a:avLst/>
          </a:prstGeom>
          <a:noFill/>
          <a:ln w="22225">
            <a:solidFill>
              <a:schemeClr val="bg2"/>
            </a:solidFill>
            <a:round/>
            <a:headEnd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22" name="Text Box 1103">
            <a:extLst>
              <a:ext uri="{FF2B5EF4-FFF2-40B4-BE49-F238E27FC236}">
                <a16:creationId xmlns:a16="http://schemas.microsoft.com/office/drawing/2014/main" id="{D5A906D3-CE9D-4A61-A9BE-FAFF1B8722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2771775"/>
            <a:ext cx="18859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Corpus callosum</a:t>
            </a:r>
          </a:p>
        </p:txBody>
      </p:sp>
      <p:sp>
        <p:nvSpPr>
          <p:cNvPr id="9223" name="Line 1104">
            <a:extLst>
              <a:ext uri="{FF2B5EF4-FFF2-40B4-BE49-F238E27FC236}">
                <a16:creationId xmlns:a16="http://schemas.microsoft.com/office/drawing/2014/main" id="{DC81A4E7-9AAD-454F-BE92-464DBE62C02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629400" y="2924175"/>
            <a:ext cx="1524000" cy="4763"/>
          </a:xfrm>
          <a:prstGeom prst="line">
            <a:avLst/>
          </a:prstGeom>
          <a:noFill/>
          <a:ln w="22225">
            <a:solidFill>
              <a:schemeClr val="bg2"/>
            </a:solidFill>
            <a:round/>
            <a:headEnd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24" name="Text Box 1105">
            <a:extLst>
              <a:ext uri="{FF2B5EF4-FFF2-40B4-BE49-F238E27FC236}">
                <a16:creationId xmlns:a16="http://schemas.microsoft.com/office/drawing/2014/main" id="{0C6C5667-67E7-41F1-B7D5-8AE67B6562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3048000"/>
            <a:ext cx="2127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Septum pellucidum</a:t>
            </a:r>
          </a:p>
        </p:txBody>
      </p:sp>
      <p:sp>
        <p:nvSpPr>
          <p:cNvPr id="9225" name="Line 1106">
            <a:extLst>
              <a:ext uri="{FF2B5EF4-FFF2-40B4-BE49-F238E27FC236}">
                <a16:creationId xmlns:a16="http://schemas.microsoft.com/office/drawing/2014/main" id="{04813A8C-6CBB-420C-82D4-9B9ADDB4658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77000" y="3200400"/>
            <a:ext cx="1676400" cy="4763"/>
          </a:xfrm>
          <a:prstGeom prst="line">
            <a:avLst/>
          </a:prstGeom>
          <a:noFill/>
          <a:ln w="22225">
            <a:solidFill>
              <a:schemeClr val="bg2"/>
            </a:solidFill>
            <a:round/>
            <a:headEnd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26" name="Text Box 1107">
            <a:extLst>
              <a:ext uri="{FF2B5EF4-FFF2-40B4-BE49-F238E27FC236}">
                <a16:creationId xmlns:a16="http://schemas.microsoft.com/office/drawing/2014/main" id="{FCA85079-F9EC-4F0E-83C6-B8BEC6F8E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3314700"/>
            <a:ext cx="819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Fornix</a:t>
            </a:r>
          </a:p>
        </p:txBody>
      </p:sp>
      <p:sp>
        <p:nvSpPr>
          <p:cNvPr id="9227" name="Line 1108">
            <a:extLst>
              <a:ext uri="{FF2B5EF4-FFF2-40B4-BE49-F238E27FC236}">
                <a16:creationId xmlns:a16="http://schemas.microsoft.com/office/drawing/2014/main" id="{CB334ACC-33DC-4B2B-B879-50867747F42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57925" y="3295650"/>
            <a:ext cx="1905000" cy="152400"/>
          </a:xfrm>
          <a:prstGeom prst="line">
            <a:avLst/>
          </a:prstGeom>
          <a:noFill/>
          <a:ln w="22225">
            <a:solidFill>
              <a:schemeClr val="bg2"/>
            </a:solidFill>
            <a:round/>
            <a:headEnd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28" name="Text Box 1109">
            <a:extLst>
              <a:ext uri="{FF2B5EF4-FFF2-40B4-BE49-F238E27FC236}">
                <a16:creationId xmlns:a16="http://schemas.microsoft.com/office/drawing/2014/main" id="{3CB393DC-3E40-4412-9301-13386093EB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3190875"/>
            <a:ext cx="11874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Thalamus</a:t>
            </a:r>
          </a:p>
        </p:txBody>
      </p:sp>
      <p:sp>
        <p:nvSpPr>
          <p:cNvPr id="9229" name="Line 1111">
            <a:extLst>
              <a:ext uri="{FF2B5EF4-FFF2-40B4-BE49-F238E27FC236}">
                <a16:creationId xmlns:a16="http://schemas.microsoft.com/office/drawing/2014/main" id="{6BC4DA15-2901-4CAC-8F0F-61A50B4FEE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581400" y="3400425"/>
            <a:ext cx="2286000" cy="0"/>
          </a:xfrm>
          <a:prstGeom prst="line">
            <a:avLst/>
          </a:prstGeom>
          <a:noFill/>
          <a:ln w="22225">
            <a:solidFill>
              <a:schemeClr val="bg2"/>
            </a:solidFill>
            <a:round/>
            <a:headEnd type="oval" w="sm" len="sm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30" name="Text Box 1112">
            <a:extLst>
              <a:ext uri="{FF2B5EF4-FFF2-40B4-BE49-F238E27FC236}">
                <a16:creationId xmlns:a16="http://schemas.microsoft.com/office/drawing/2014/main" id="{CE16FA82-9595-4960-BF76-1945088161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3467100"/>
            <a:ext cx="16446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Hypothalamus</a:t>
            </a:r>
          </a:p>
        </p:txBody>
      </p:sp>
      <p:sp>
        <p:nvSpPr>
          <p:cNvPr id="9231" name="Line 1113">
            <a:extLst>
              <a:ext uri="{FF2B5EF4-FFF2-40B4-BE49-F238E27FC236}">
                <a16:creationId xmlns:a16="http://schemas.microsoft.com/office/drawing/2014/main" id="{FF688A48-5B86-4666-8D94-A78181E8D11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581400" y="3686175"/>
            <a:ext cx="2590800" cy="0"/>
          </a:xfrm>
          <a:prstGeom prst="line">
            <a:avLst/>
          </a:prstGeom>
          <a:noFill/>
          <a:ln w="22225">
            <a:solidFill>
              <a:schemeClr val="bg2"/>
            </a:solidFill>
            <a:round/>
            <a:headEnd type="oval" w="sm" len="sm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32" name="Text Box 1114">
            <a:extLst>
              <a:ext uri="{FF2B5EF4-FFF2-40B4-BE49-F238E27FC236}">
                <a16:creationId xmlns:a16="http://schemas.microsoft.com/office/drawing/2014/main" id="{AE072EEB-5F41-44FE-9967-8D2A3B26E3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3676650"/>
            <a:ext cx="16319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Optic chiasma</a:t>
            </a:r>
          </a:p>
        </p:txBody>
      </p:sp>
      <p:sp>
        <p:nvSpPr>
          <p:cNvPr id="9233" name="Line 1118">
            <a:extLst>
              <a:ext uri="{FF2B5EF4-FFF2-40B4-BE49-F238E27FC236}">
                <a16:creationId xmlns:a16="http://schemas.microsoft.com/office/drawing/2014/main" id="{C1815B59-3F02-4B22-881F-E13761EB7ACC}"/>
              </a:ext>
            </a:extLst>
          </p:cNvPr>
          <p:cNvSpPr>
            <a:spLocks noChangeShapeType="1"/>
          </p:cNvSpPr>
          <p:nvPr/>
        </p:nvSpPr>
        <p:spPr bwMode="auto">
          <a:xfrm>
            <a:off x="6324600" y="3876675"/>
            <a:ext cx="1828800" cy="0"/>
          </a:xfrm>
          <a:prstGeom prst="line">
            <a:avLst/>
          </a:prstGeom>
          <a:noFill/>
          <a:ln w="22225">
            <a:solidFill>
              <a:schemeClr val="bg2"/>
            </a:solidFill>
            <a:round/>
            <a:headEnd type="oval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34" name="Text Box 1119">
            <a:extLst>
              <a:ext uri="{FF2B5EF4-FFF2-40B4-BE49-F238E27FC236}">
                <a16:creationId xmlns:a16="http://schemas.microsoft.com/office/drawing/2014/main" id="{A3D27523-12D7-45F8-A7A2-6846E766A5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3952875"/>
            <a:ext cx="136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Hypophysis</a:t>
            </a:r>
          </a:p>
        </p:txBody>
      </p:sp>
      <p:sp>
        <p:nvSpPr>
          <p:cNvPr id="9235" name="Line 1120">
            <a:extLst>
              <a:ext uri="{FF2B5EF4-FFF2-40B4-BE49-F238E27FC236}">
                <a16:creationId xmlns:a16="http://schemas.microsoft.com/office/drawing/2014/main" id="{1D326EDF-0733-4D08-8D26-77DCAEB2F4E1}"/>
              </a:ext>
            </a:extLst>
          </p:cNvPr>
          <p:cNvSpPr>
            <a:spLocks noChangeShapeType="1"/>
          </p:cNvSpPr>
          <p:nvPr/>
        </p:nvSpPr>
        <p:spPr bwMode="auto">
          <a:xfrm>
            <a:off x="6324600" y="4105275"/>
            <a:ext cx="1828800" cy="0"/>
          </a:xfrm>
          <a:prstGeom prst="line">
            <a:avLst/>
          </a:prstGeom>
          <a:noFill/>
          <a:ln w="22225">
            <a:solidFill>
              <a:schemeClr val="bg2"/>
            </a:solidFill>
            <a:round/>
            <a:headEnd type="oval" w="sm" len="sm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36" name="Text Box 1121">
            <a:extLst>
              <a:ext uri="{FF2B5EF4-FFF2-40B4-BE49-F238E27FC236}">
                <a16:creationId xmlns:a16="http://schemas.microsoft.com/office/drawing/2014/main" id="{C2D956F7-08A3-470C-8D2E-A67800A5A0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0275" y="2895600"/>
            <a:ext cx="1428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3rd ventricle</a:t>
            </a:r>
          </a:p>
        </p:txBody>
      </p:sp>
      <p:sp>
        <p:nvSpPr>
          <p:cNvPr id="9237" name="Line 1122">
            <a:extLst>
              <a:ext uri="{FF2B5EF4-FFF2-40B4-BE49-F238E27FC236}">
                <a16:creationId xmlns:a16="http://schemas.microsoft.com/office/drawing/2014/main" id="{F69C1151-1C88-4C91-87A8-3CF0B5CD9E9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581400" y="3105150"/>
            <a:ext cx="2286000" cy="0"/>
          </a:xfrm>
          <a:prstGeom prst="line">
            <a:avLst/>
          </a:prstGeom>
          <a:noFill/>
          <a:ln w="22225">
            <a:solidFill>
              <a:schemeClr val="bg2"/>
            </a:solidFill>
            <a:round/>
            <a:headEnd type="oval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38" name="Text Box 1123">
            <a:extLst>
              <a:ext uri="{FF2B5EF4-FFF2-40B4-BE49-F238E27FC236}">
                <a16:creationId xmlns:a16="http://schemas.microsoft.com/office/drawing/2014/main" id="{B4D6AE15-6A5E-4464-9391-3FF327F6D5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0275" y="4314825"/>
            <a:ext cx="1416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4th ventricle</a:t>
            </a:r>
          </a:p>
        </p:txBody>
      </p:sp>
      <p:sp>
        <p:nvSpPr>
          <p:cNvPr id="9239" name="Line 1124">
            <a:extLst>
              <a:ext uri="{FF2B5EF4-FFF2-40B4-BE49-F238E27FC236}">
                <a16:creationId xmlns:a16="http://schemas.microsoft.com/office/drawing/2014/main" id="{FA72FC79-2211-4C4C-B063-C955AA91241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581400" y="4524375"/>
            <a:ext cx="1906588" cy="0"/>
          </a:xfrm>
          <a:prstGeom prst="line">
            <a:avLst/>
          </a:prstGeom>
          <a:noFill/>
          <a:ln w="22225">
            <a:solidFill>
              <a:schemeClr val="bg2"/>
            </a:solidFill>
            <a:round/>
            <a:headEnd type="oval" w="sm" len="sm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40" name="Text Box 1125">
            <a:extLst>
              <a:ext uri="{FF2B5EF4-FFF2-40B4-BE49-F238E27FC236}">
                <a16:creationId xmlns:a16="http://schemas.microsoft.com/office/drawing/2014/main" id="{F00F6A41-8F29-41A9-940D-941208861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8375" y="4019550"/>
            <a:ext cx="1352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Cerebellum</a:t>
            </a:r>
          </a:p>
        </p:txBody>
      </p:sp>
      <p:sp>
        <p:nvSpPr>
          <p:cNvPr id="9241" name="Line 1127">
            <a:extLst>
              <a:ext uri="{FF2B5EF4-FFF2-40B4-BE49-F238E27FC236}">
                <a16:creationId xmlns:a16="http://schemas.microsoft.com/office/drawing/2014/main" id="{A0FD3822-DEF0-4E81-88FA-EE87796CA6A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581400" y="4219575"/>
            <a:ext cx="1219200" cy="0"/>
          </a:xfrm>
          <a:prstGeom prst="line">
            <a:avLst/>
          </a:prstGeom>
          <a:noFill/>
          <a:ln w="22225">
            <a:solidFill>
              <a:schemeClr val="bg2"/>
            </a:solidFill>
            <a:round/>
            <a:headEnd type="oval" w="sm" len="sm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42" name="Text Box 1128">
            <a:extLst>
              <a:ext uri="{FF2B5EF4-FFF2-40B4-BE49-F238E27FC236}">
                <a16:creationId xmlns:a16="http://schemas.microsoft.com/office/drawing/2014/main" id="{68F85CDA-6351-48CF-86D6-72F6CC396C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4371975"/>
            <a:ext cx="1276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Brain stem</a:t>
            </a:r>
          </a:p>
        </p:txBody>
      </p:sp>
      <p:sp>
        <p:nvSpPr>
          <p:cNvPr id="9243" name="Line 1129">
            <a:extLst>
              <a:ext uri="{FF2B5EF4-FFF2-40B4-BE49-F238E27FC236}">
                <a16:creationId xmlns:a16="http://schemas.microsoft.com/office/drawing/2014/main" id="{ED2938DB-3C11-41E9-AAF2-3DB395246DB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48325" y="4552950"/>
            <a:ext cx="2514600" cy="0"/>
          </a:xfrm>
          <a:prstGeom prst="line">
            <a:avLst/>
          </a:prstGeom>
          <a:noFill/>
          <a:ln w="22225">
            <a:solidFill>
              <a:schemeClr val="bg2"/>
            </a:solidFill>
            <a:round/>
            <a:headEnd/>
            <a:tailEnd type="oval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44" name="Text Box 1130">
            <a:extLst>
              <a:ext uri="{FF2B5EF4-FFF2-40B4-BE49-F238E27FC236}">
                <a16:creationId xmlns:a16="http://schemas.microsoft.com/office/drawing/2014/main" id="{EBAA4A17-E422-473F-B81C-69E7484A05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6950" y="4972050"/>
            <a:ext cx="1327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Spinal cord</a:t>
            </a:r>
          </a:p>
        </p:txBody>
      </p:sp>
      <p:sp>
        <p:nvSpPr>
          <p:cNvPr id="9245" name="Line 1131">
            <a:extLst>
              <a:ext uri="{FF2B5EF4-FFF2-40B4-BE49-F238E27FC236}">
                <a16:creationId xmlns:a16="http://schemas.microsoft.com/office/drawing/2014/main" id="{A4C76330-573E-4F19-B14D-9A5479762AE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581400" y="5181600"/>
            <a:ext cx="2057400" cy="0"/>
          </a:xfrm>
          <a:prstGeom prst="line">
            <a:avLst/>
          </a:prstGeom>
          <a:noFill/>
          <a:ln w="22225">
            <a:solidFill>
              <a:schemeClr val="bg2"/>
            </a:solidFill>
            <a:round/>
            <a:headEnd type="oval" w="sm" len="sm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8A269813-1396-4AAD-8314-9D1F308612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Brain (5)</a:t>
            </a:r>
          </a:p>
        </p:txBody>
      </p:sp>
      <p:grpSp>
        <p:nvGrpSpPr>
          <p:cNvPr id="52226" name="Human-Brain-Limbic-System-Diagram">
            <a:extLst>
              <a:ext uri="{FF2B5EF4-FFF2-40B4-BE49-F238E27FC236}">
                <a16:creationId xmlns:a16="http://schemas.microsoft.com/office/drawing/2014/main" id="{3430CFEC-9AB8-47D4-8094-8DBC2985B3EE}"/>
              </a:ext>
            </a:extLst>
          </p:cNvPr>
          <p:cNvGrpSpPr>
            <a:grpSpLocks/>
          </p:cNvGrpSpPr>
          <p:nvPr/>
        </p:nvGrpSpPr>
        <p:grpSpPr bwMode="auto">
          <a:xfrm>
            <a:off x="3371850" y="1876425"/>
            <a:ext cx="5403850" cy="4073525"/>
            <a:chOff x="1164" y="1032"/>
            <a:chExt cx="3404" cy="2566"/>
          </a:xfrm>
        </p:grpSpPr>
        <p:sp>
          <p:nvSpPr>
            <p:cNvPr id="52237" name="Freeform 518">
              <a:extLst>
                <a:ext uri="{FF2B5EF4-FFF2-40B4-BE49-F238E27FC236}">
                  <a16:creationId xmlns:a16="http://schemas.microsoft.com/office/drawing/2014/main" id="{BC118CA6-8752-4718-8EDD-14F6B7216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035"/>
              <a:ext cx="3234" cy="2184"/>
            </a:xfrm>
            <a:custGeom>
              <a:avLst/>
              <a:gdLst>
                <a:gd name="T0" fmla="*/ 3562 w 1519"/>
                <a:gd name="T1" fmla="*/ 8963 h 962"/>
                <a:gd name="T2" fmla="*/ 2052 w 1519"/>
                <a:gd name="T3" fmla="*/ 9036 h 962"/>
                <a:gd name="T4" fmla="*/ 626 w 1519"/>
                <a:gd name="T5" fmla="*/ 7932 h 962"/>
                <a:gd name="T6" fmla="*/ 385 w 1519"/>
                <a:gd name="T7" fmla="*/ 7206 h 962"/>
                <a:gd name="T8" fmla="*/ 213 w 1519"/>
                <a:gd name="T9" fmla="*/ 5685 h 962"/>
                <a:gd name="T10" fmla="*/ 402 w 1519"/>
                <a:gd name="T11" fmla="*/ 4799 h 962"/>
                <a:gd name="T12" fmla="*/ 675 w 1519"/>
                <a:gd name="T13" fmla="*/ 3676 h 962"/>
                <a:gd name="T14" fmla="*/ 1537 w 1519"/>
                <a:gd name="T15" fmla="*/ 2572 h 962"/>
                <a:gd name="T16" fmla="*/ 2333 w 1519"/>
                <a:gd name="T17" fmla="*/ 1546 h 962"/>
                <a:gd name="T18" fmla="*/ 3187 w 1519"/>
                <a:gd name="T19" fmla="*/ 1144 h 962"/>
                <a:gd name="T20" fmla="*/ 4324 w 1519"/>
                <a:gd name="T21" fmla="*/ 490 h 962"/>
                <a:gd name="T22" fmla="*/ 4709 w 1519"/>
                <a:gd name="T23" fmla="*/ 350 h 962"/>
                <a:gd name="T24" fmla="*/ 5712 w 1519"/>
                <a:gd name="T25" fmla="*/ 186 h 962"/>
                <a:gd name="T26" fmla="*/ 6215 w 1519"/>
                <a:gd name="T27" fmla="*/ 73 h 962"/>
                <a:gd name="T28" fmla="*/ 6623 w 1519"/>
                <a:gd name="T29" fmla="*/ 259 h 962"/>
                <a:gd name="T30" fmla="*/ 7266 w 1519"/>
                <a:gd name="T31" fmla="*/ 73 h 962"/>
                <a:gd name="T32" fmla="*/ 7720 w 1519"/>
                <a:gd name="T33" fmla="*/ 259 h 962"/>
                <a:gd name="T34" fmla="*/ 8271 w 1519"/>
                <a:gd name="T35" fmla="*/ 93 h 962"/>
                <a:gd name="T36" fmla="*/ 9495 w 1519"/>
                <a:gd name="T37" fmla="*/ 377 h 962"/>
                <a:gd name="T38" fmla="*/ 10652 w 1519"/>
                <a:gd name="T39" fmla="*/ 726 h 962"/>
                <a:gd name="T40" fmla="*/ 11120 w 1519"/>
                <a:gd name="T41" fmla="*/ 1076 h 962"/>
                <a:gd name="T42" fmla="*/ 12446 w 1519"/>
                <a:gd name="T43" fmla="*/ 2525 h 962"/>
                <a:gd name="T44" fmla="*/ 12915 w 1519"/>
                <a:gd name="T45" fmla="*/ 3040 h 962"/>
                <a:gd name="T46" fmla="*/ 13617 w 1519"/>
                <a:gd name="T47" fmla="*/ 4375 h 962"/>
                <a:gd name="T48" fmla="*/ 14320 w 1519"/>
                <a:gd name="T49" fmla="*/ 5499 h 962"/>
                <a:gd name="T50" fmla="*/ 14618 w 1519"/>
                <a:gd name="T51" fmla="*/ 6180 h 962"/>
                <a:gd name="T52" fmla="*/ 14533 w 1519"/>
                <a:gd name="T53" fmla="*/ 7231 h 962"/>
                <a:gd name="T54" fmla="*/ 14292 w 1519"/>
                <a:gd name="T55" fmla="*/ 7701 h 962"/>
                <a:gd name="T56" fmla="*/ 13172 w 1519"/>
                <a:gd name="T57" fmla="*/ 8448 h 962"/>
                <a:gd name="T58" fmla="*/ 12393 w 1519"/>
                <a:gd name="T59" fmla="*/ 8143 h 962"/>
                <a:gd name="T60" fmla="*/ 11871 w 1519"/>
                <a:gd name="T61" fmla="*/ 8355 h 962"/>
                <a:gd name="T62" fmla="*/ 10666 w 1519"/>
                <a:gd name="T63" fmla="*/ 8777 h 962"/>
                <a:gd name="T64" fmla="*/ 9940 w 1519"/>
                <a:gd name="T65" fmla="*/ 9292 h 962"/>
                <a:gd name="T66" fmla="*/ 9351 w 1519"/>
                <a:gd name="T67" fmla="*/ 8870 h 962"/>
                <a:gd name="T68" fmla="*/ 9053 w 1519"/>
                <a:gd name="T69" fmla="*/ 9149 h 962"/>
                <a:gd name="T70" fmla="*/ 7684 w 1519"/>
                <a:gd name="T71" fmla="*/ 9499 h 962"/>
                <a:gd name="T72" fmla="*/ 7420 w 1519"/>
                <a:gd name="T73" fmla="*/ 10343 h 962"/>
                <a:gd name="T74" fmla="*/ 6455 w 1519"/>
                <a:gd name="T75" fmla="*/ 10859 h 962"/>
                <a:gd name="T76" fmla="*/ 4746 w 1519"/>
                <a:gd name="T77" fmla="*/ 10648 h 962"/>
                <a:gd name="T78" fmla="*/ 3562 w 1519"/>
                <a:gd name="T79" fmla="*/ 8963 h 96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19" h="962">
                  <a:moveTo>
                    <a:pt x="369" y="766"/>
                  </a:moveTo>
                  <a:cubicBezTo>
                    <a:pt x="369" y="766"/>
                    <a:pt x="242" y="792"/>
                    <a:pt x="213" y="772"/>
                  </a:cubicBezTo>
                  <a:cubicBezTo>
                    <a:pt x="184" y="752"/>
                    <a:pt x="119" y="798"/>
                    <a:pt x="65" y="678"/>
                  </a:cubicBezTo>
                  <a:cubicBezTo>
                    <a:pt x="65" y="678"/>
                    <a:pt x="34" y="652"/>
                    <a:pt x="40" y="616"/>
                  </a:cubicBezTo>
                  <a:cubicBezTo>
                    <a:pt x="40" y="616"/>
                    <a:pt x="0" y="588"/>
                    <a:pt x="22" y="486"/>
                  </a:cubicBezTo>
                  <a:cubicBezTo>
                    <a:pt x="36" y="424"/>
                    <a:pt x="42" y="410"/>
                    <a:pt x="42" y="410"/>
                  </a:cubicBezTo>
                  <a:cubicBezTo>
                    <a:pt x="42" y="410"/>
                    <a:pt x="42" y="324"/>
                    <a:pt x="70" y="314"/>
                  </a:cubicBezTo>
                  <a:cubicBezTo>
                    <a:pt x="88" y="282"/>
                    <a:pt x="119" y="234"/>
                    <a:pt x="159" y="220"/>
                  </a:cubicBezTo>
                  <a:cubicBezTo>
                    <a:pt x="159" y="220"/>
                    <a:pt x="169" y="152"/>
                    <a:pt x="242" y="132"/>
                  </a:cubicBezTo>
                  <a:cubicBezTo>
                    <a:pt x="281" y="121"/>
                    <a:pt x="321" y="112"/>
                    <a:pt x="330" y="98"/>
                  </a:cubicBezTo>
                  <a:cubicBezTo>
                    <a:pt x="330" y="98"/>
                    <a:pt x="355" y="48"/>
                    <a:pt x="448" y="42"/>
                  </a:cubicBezTo>
                  <a:cubicBezTo>
                    <a:pt x="448" y="42"/>
                    <a:pt x="469" y="28"/>
                    <a:pt x="488" y="30"/>
                  </a:cubicBezTo>
                  <a:cubicBezTo>
                    <a:pt x="507" y="32"/>
                    <a:pt x="559" y="0"/>
                    <a:pt x="592" y="16"/>
                  </a:cubicBezTo>
                  <a:cubicBezTo>
                    <a:pt x="592" y="16"/>
                    <a:pt x="623" y="4"/>
                    <a:pt x="644" y="6"/>
                  </a:cubicBezTo>
                  <a:cubicBezTo>
                    <a:pt x="665" y="8"/>
                    <a:pt x="682" y="6"/>
                    <a:pt x="686" y="22"/>
                  </a:cubicBezTo>
                  <a:cubicBezTo>
                    <a:pt x="686" y="22"/>
                    <a:pt x="728" y="4"/>
                    <a:pt x="753" y="6"/>
                  </a:cubicBezTo>
                  <a:cubicBezTo>
                    <a:pt x="778" y="8"/>
                    <a:pt x="800" y="6"/>
                    <a:pt x="800" y="22"/>
                  </a:cubicBezTo>
                  <a:cubicBezTo>
                    <a:pt x="800" y="22"/>
                    <a:pt x="830" y="2"/>
                    <a:pt x="857" y="8"/>
                  </a:cubicBezTo>
                  <a:cubicBezTo>
                    <a:pt x="884" y="14"/>
                    <a:pt x="944" y="8"/>
                    <a:pt x="984" y="32"/>
                  </a:cubicBezTo>
                  <a:cubicBezTo>
                    <a:pt x="984" y="32"/>
                    <a:pt x="1071" y="30"/>
                    <a:pt x="1104" y="62"/>
                  </a:cubicBezTo>
                  <a:cubicBezTo>
                    <a:pt x="1104" y="62"/>
                    <a:pt x="1142" y="82"/>
                    <a:pt x="1152" y="92"/>
                  </a:cubicBezTo>
                  <a:cubicBezTo>
                    <a:pt x="1152" y="92"/>
                    <a:pt x="1273" y="146"/>
                    <a:pt x="1290" y="216"/>
                  </a:cubicBezTo>
                  <a:cubicBezTo>
                    <a:pt x="1290" y="216"/>
                    <a:pt x="1323" y="220"/>
                    <a:pt x="1338" y="260"/>
                  </a:cubicBezTo>
                  <a:cubicBezTo>
                    <a:pt x="1338" y="260"/>
                    <a:pt x="1402" y="294"/>
                    <a:pt x="1411" y="374"/>
                  </a:cubicBezTo>
                  <a:cubicBezTo>
                    <a:pt x="1411" y="374"/>
                    <a:pt x="1467" y="398"/>
                    <a:pt x="1484" y="470"/>
                  </a:cubicBezTo>
                  <a:cubicBezTo>
                    <a:pt x="1484" y="470"/>
                    <a:pt x="1511" y="498"/>
                    <a:pt x="1515" y="528"/>
                  </a:cubicBezTo>
                  <a:cubicBezTo>
                    <a:pt x="1519" y="558"/>
                    <a:pt x="1507" y="598"/>
                    <a:pt x="1506" y="618"/>
                  </a:cubicBezTo>
                  <a:cubicBezTo>
                    <a:pt x="1504" y="638"/>
                    <a:pt x="1481" y="658"/>
                    <a:pt x="1481" y="658"/>
                  </a:cubicBezTo>
                  <a:cubicBezTo>
                    <a:pt x="1481" y="658"/>
                    <a:pt x="1496" y="790"/>
                    <a:pt x="1365" y="722"/>
                  </a:cubicBezTo>
                  <a:cubicBezTo>
                    <a:pt x="1331" y="704"/>
                    <a:pt x="1317" y="702"/>
                    <a:pt x="1284" y="696"/>
                  </a:cubicBezTo>
                  <a:cubicBezTo>
                    <a:pt x="1284" y="696"/>
                    <a:pt x="1269" y="724"/>
                    <a:pt x="1230" y="714"/>
                  </a:cubicBezTo>
                  <a:cubicBezTo>
                    <a:pt x="1230" y="714"/>
                    <a:pt x="1155" y="786"/>
                    <a:pt x="1105" y="750"/>
                  </a:cubicBezTo>
                  <a:cubicBezTo>
                    <a:pt x="1105" y="750"/>
                    <a:pt x="1067" y="798"/>
                    <a:pt x="1030" y="794"/>
                  </a:cubicBezTo>
                  <a:cubicBezTo>
                    <a:pt x="994" y="790"/>
                    <a:pt x="984" y="750"/>
                    <a:pt x="969" y="758"/>
                  </a:cubicBezTo>
                  <a:cubicBezTo>
                    <a:pt x="969" y="758"/>
                    <a:pt x="955" y="774"/>
                    <a:pt x="938" y="782"/>
                  </a:cubicBezTo>
                  <a:cubicBezTo>
                    <a:pt x="921" y="790"/>
                    <a:pt x="875" y="846"/>
                    <a:pt x="796" y="812"/>
                  </a:cubicBezTo>
                  <a:cubicBezTo>
                    <a:pt x="796" y="812"/>
                    <a:pt x="846" y="852"/>
                    <a:pt x="769" y="884"/>
                  </a:cubicBezTo>
                  <a:cubicBezTo>
                    <a:pt x="692" y="916"/>
                    <a:pt x="717" y="918"/>
                    <a:pt x="669" y="928"/>
                  </a:cubicBezTo>
                  <a:cubicBezTo>
                    <a:pt x="621" y="938"/>
                    <a:pt x="551" y="962"/>
                    <a:pt x="492" y="910"/>
                  </a:cubicBezTo>
                  <a:cubicBezTo>
                    <a:pt x="432" y="858"/>
                    <a:pt x="365" y="802"/>
                    <a:pt x="369" y="766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8" name="Freeform 519">
              <a:extLst>
                <a:ext uri="{FF2B5EF4-FFF2-40B4-BE49-F238E27FC236}">
                  <a16:creationId xmlns:a16="http://schemas.microsoft.com/office/drawing/2014/main" id="{2051BAB2-1DC0-4F3A-9DB4-5603862B9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032"/>
              <a:ext cx="3234" cy="2194"/>
            </a:xfrm>
            <a:custGeom>
              <a:avLst/>
              <a:gdLst>
                <a:gd name="T0" fmla="*/ 3562 w 1519"/>
                <a:gd name="T1" fmla="*/ 9021 h 966"/>
                <a:gd name="T2" fmla="*/ 2052 w 1519"/>
                <a:gd name="T3" fmla="*/ 9089 h 966"/>
                <a:gd name="T4" fmla="*/ 626 w 1519"/>
                <a:gd name="T5" fmla="*/ 7990 h 966"/>
                <a:gd name="T6" fmla="*/ 385 w 1519"/>
                <a:gd name="T7" fmla="*/ 7263 h 966"/>
                <a:gd name="T8" fmla="*/ 213 w 1519"/>
                <a:gd name="T9" fmla="*/ 5742 h 966"/>
                <a:gd name="T10" fmla="*/ 402 w 1519"/>
                <a:gd name="T11" fmla="*/ 4849 h 966"/>
                <a:gd name="T12" fmla="*/ 683 w 1519"/>
                <a:gd name="T13" fmla="*/ 3725 h 966"/>
                <a:gd name="T14" fmla="*/ 1537 w 1519"/>
                <a:gd name="T15" fmla="*/ 2626 h 966"/>
                <a:gd name="T16" fmla="*/ 2333 w 1519"/>
                <a:gd name="T17" fmla="*/ 1594 h 966"/>
                <a:gd name="T18" fmla="*/ 3187 w 1519"/>
                <a:gd name="T19" fmla="*/ 1197 h 966"/>
                <a:gd name="T20" fmla="*/ 4324 w 1519"/>
                <a:gd name="T21" fmla="*/ 536 h 966"/>
                <a:gd name="T22" fmla="*/ 4709 w 1519"/>
                <a:gd name="T23" fmla="*/ 397 h 966"/>
                <a:gd name="T24" fmla="*/ 5712 w 1519"/>
                <a:gd name="T25" fmla="*/ 232 h 966"/>
                <a:gd name="T26" fmla="*/ 6232 w 1519"/>
                <a:gd name="T27" fmla="*/ 293 h 966"/>
                <a:gd name="T28" fmla="*/ 6623 w 1519"/>
                <a:gd name="T29" fmla="*/ 304 h 966"/>
                <a:gd name="T30" fmla="*/ 7198 w 1519"/>
                <a:gd name="T31" fmla="*/ 223 h 966"/>
                <a:gd name="T32" fmla="*/ 7720 w 1519"/>
                <a:gd name="T33" fmla="*/ 304 h 966"/>
                <a:gd name="T34" fmla="*/ 8231 w 1519"/>
                <a:gd name="T35" fmla="*/ 202 h 966"/>
                <a:gd name="T36" fmla="*/ 9487 w 1519"/>
                <a:gd name="T37" fmla="*/ 588 h 966"/>
                <a:gd name="T38" fmla="*/ 10652 w 1519"/>
                <a:gd name="T39" fmla="*/ 774 h 966"/>
                <a:gd name="T40" fmla="*/ 11120 w 1519"/>
                <a:gd name="T41" fmla="*/ 1124 h 966"/>
                <a:gd name="T42" fmla="*/ 12446 w 1519"/>
                <a:gd name="T43" fmla="*/ 2580 h 966"/>
                <a:gd name="T44" fmla="*/ 12915 w 1519"/>
                <a:gd name="T45" fmla="*/ 3096 h 966"/>
                <a:gd name="T46" fmla="*/ 13617 w 1519"/>
                <a:gd name="T47" fmla="*/ 4431 h 966"/>
                <a:gd name="T48" fmla="*/ 14333 w 1519"/>
                <a:gd name="T49" fmla="*/ 5555 h 966"/>
                <a:gd name="T50" fmla="*/ 14618 w 1519"/>
                <a:gd name="T51" fmla="*/ 6232 h 966"/>
                <a:gd name="T52" fmla="*/ 14533 w 1519"/>
                <a:gd name="T53" fmla="*/ 7288 h 966"/>
                <a:gd name="T54" fmla="*/ 14292 w 1519"/>
                <a:gd name="T55" fmla="*/ 7758 h 966"/>
                <a:gd name="T56" fmla="*/ 12940 w 1519"/>
                <a:gd name="T57" fmla="*/ 7706 h 966"/>
                <a:gd name="T58" fmla="*/ 12393 w 1519"/>
                <a:gd name="T59" fmla="*/ 8201 h 966"/>
                <a:gd name="T60" fmla="*/ 11880 w 1519"/>
                <a:gd name="T61" fmla="*/ 8413 h 966"/>
                <a:gd name="T62" fmla="*/ 10675 w 1519"/>
                <a:gd name="T63" fmla="*/ 8837 h 966"/>
                <a:gd name="T64" fmla="*/ 9768 w 1519"/>
                <a:gd name="T65" fmla="*/ 8424 h 966"/>
                <a:gd name="T66" fmla="*/ 9351 w 1519"/>
                <a:gd name="T67" fmla="*/ 8928 h 966"/>
                <a:gd name="T68" fmla="*/ 9053 w 1519"/>
                <a:gd name="T69" fmla="*/ 9208 h 966"/>
                <a:gd name="T70" fmla="*/ 7684 w 1519"/>
                <a:gd name="T71" fmla="*/ 9560 h 966"/>
                <a:gd name="T72" fmla="*/ 7420 w 1519"/>
                <a:gd name="T73" fmla="*/ 10404 h 966"/>
                <a:gd name="T74" fmla="*/ 6428 w 1519"/>
                <a:gd name="T75" fmla="*/ 10579 h 966"/>
                <a:gd name="T76" fmla="*/ 4746 w 1519"/>
                <a:gd name="T77" fmla="*/ 10709 h 966"/>
                <a:gd name="T78" fmla="*/ 3562 w 1519"/>
                <a:gd name="T79" fmla="*/ 9021 h 96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19" h="966">
                  <a:moveTo>
                    <a:pt x="369" y="770"/>
                  </a:moveTo>
                  <a:cubicBezTo>
                    <a:pt x="369" y="770"/>
                    <a:pt x="242" y="796"/>
                    <a:pt x="213" y="776"/>
                  </a:cubicBezTo>
                  <a:cubicBezTo>
                    <a:pt x="184" y="756"/>
                    <a:pt x="119" y="802"/>
                    <a:pt x="65" y="682"/>
                  </a:cubicBezTo>
                  <a:cubicBezTo>
                    <a:pt x="65" y="682"/>
                    <a:pt x="34" y="656"/>
                    <a:pt x="40" y="620"/>
                  </a:cubicBezTo>
                  <a:cubicBezTo>
                    <a:pt x="40" y="620"/>
                    <a:pt x="0" y="593"/>
                    <a:pt x="22" y="490"/>
                  </a:cubicBezTo>
                  <a:cubicBezTo>
                    <a:pt x="36" y="428"/>
                    <a:pt x="42" y="414"/>
                    <a:pt x="42" y="414"/>
                  </a:cubicBezTo>
                  <a:cubicBezTo>
                    <a:pt x="42" y="414"/>
                    <a:pt x="42" y="328"/>
                    <a:pt x="71" y="318"/>
                  </a:cubicBezTo>
                  <a:cubicBezTo>
                    <a:pt x="88" y="286"/>
                    <a:pt x="119" y="238"/>
                    <a:pt x="159" y="224"/>
                  </a:cubicBezTo>
                  <a:cubicBezTo>
                    <a:pt x="159" y="224"/>
                    <a:pt x="169" y="156"/>
                    <a:pt x="242" y="136"/>
                  </a:cubicBezTo>
                  <a:cubicBezTo>
                    <a:pt x="282" y="125"/>
                    <a:pt x="321" y="116"/>
                    <a:pt x="330" y="102"/>
                  </a:cubicBezTo>
                  <a:cubicBezTo>
                    <a:pt x="330" y="102"/>
                    <a:pt x="355" y="52"/>
                    <a:pt x="448" y="46"/>
                  </a:cubicBezTo>
                  <a:cubicBezTo>
                    <a:pt x="448" y="46"/>
                    <a:pt x="469" y="32"/>
                    <a:pt x="488" y="34"/>
                  </a:cubicBezTo>
                  <a:cubicBezTo>
                    <a:pt x="507" y="36"/>
                    <a:pt x="559" y="4"/>
                    <a:pt x="592" y="20"/>
                  </a:cubicBezTo>
                  <a:cubicBezTo>
                    <a:pt x="592" y="20"/>
                    <a:pt x="625" y="23"/>
                    <a:pt x="646" y="25"/>
                  </a:cubicBezTo>
                  <a:cubicBezTo>
                    <a:pt x="667" y="27"/>
                    <a:pt x="682" y="10"/>
                    <a:pt x="686" y="26"/>
                  </a:cubicBezTo>
                  <a:cubicBezTo>
                    <a:pt x="686" y="26"/>
                    <a:pt x="718" y="0"/>
                    <a:pt x="746" y="19"/>
                  </a:cubicBezTo>
                  <a:cubicBezTo>
                    <a:pt x="767" y="33"/>
                    <a:pt x="800" y="10"/>
                    <a:pt x="800" y="26"/>
                  </a:cubicBezTo>
                  <a:cubicBezTo>
                    <a:pt x="800" y="26"/>
                    <a:pt x="826" y="11"/>
                    <a:pt x="853" y="17"/>
                  </a:cubicBezTo>
                  <a:cubicBezTo>
                    <a:pt x="880" y="23"/>
                    <a:pt x="943" y="26"/>
                    <a:pt x="983" y="50"/>
                  </a:cubicBezTo>
                  <a:cubicBezTo>
                    <a:pt x="983" y="50"/>
                    <a:pt x="1071" y="34"/>
                    <a:pt x="1104" y="66"/>
                  </a:cubicBezTo>
                  <a:cubicBezTo>
                    <a:pt x="1104" y="66"/>
                    <a:pt x="1142" y="86"/>
                    <a:pt x="1152" y="96"/>
                  </a:cubicBezTo>
                  <a:cubicBezTo>
                    <a:pt x="1152" y="96"/>
                    <a:pt x="1273" y="150"/>
                    <a:pt x="1290" y="220"/>
                  </a:cubicBezTo>
                  <a:cubicBezTo>
                    <a:pt x="1290" y="220"/>
                    <a:pt x="1323" y="224"/>
                    <a:pt x="1338" y="264"/>
                  </a:cubicBezTo>
                  <a:cubicBezTo>
                    <a:pt x="1338" y="264"/>
                    <a:pt x="1402" y="298"/>
                    <a:pt x="1411" y="378"/>
                  </a:cubicBezTo>
                  <a:cubicBezTo>
                    <a:pt x="1411" y="378"/>
                    <a:pt x="1467" y="402"/>
                    <a:pt x="1485" y="474"/>
                  </a:cubicBezTo>
                  <a:cubicBezTo>
                    <a:pt x="1485" y="474"/>
                    <a:pt x="1511" y="502"/>
                    <a:pt x="1515" y="532"/>
                  </a:cubicBezTo>
                  <a:cubicBezTo>
                    <a:pt x="1519" y="562"/>
                    <a:pt x="1508" y="602"/>
                    <a:pt x="1506" y="622"/>
                  </a:cubicBezTo>
                  <a:cubicBezTo>
                    <a:pt x="1504" y="642"/>
                    <a:pt x="1481" y="662"/>
                    <a:pt x="1481" y="662"/>
                  </a:cubicBezTo>
                  <a:cubicBezTo>
                    <a:pt x="1481" y="662"/>
                    <a:pt x="1471" y="726"/>
                    <a:pt x="1341" y="658"/>
                  </a:cubicBezTo>
                  <a:cubicBezTo>
                    <a:pt x="1306" y="640"/>
                    <a:pt x="1317" y="706"/>
                    <a:pt x="1284" y="700"/>
                  </a:cubicBezTo>
                  <a:cubicBezTo>
                    <a:pt x="1284" y="700"/>
                    <a:pt x="1269" y="728"/>
                    <a:pt x="1231" y="718"/>
                  </a:cubicBezTo>
                  <a:cubicBezTo>
                    <a:pt x="1231" y="718"/>
                    <a:pt x="1156" y="790"/>
                    <a:pt x="1106" y="754"/>
                  </a:cubicBezTo>
                  <a:cubicBezTo>
                    <a:pt x="1106" y="754"/>
                    <a:pt x="1049" y="723"/>
                    <a:pt x="1012" y="719"/>
                  </a:cubicBezTo>
                  <a:cubicBezTo>
                    <a:pt x="976" y="715"/>
                    <a:pt x="984" y="754"/>
                    <a:pt x="969" y="762"/>
                  </a:cubicBezTo>
                  <a:cubicBezTo>
                    <a:pt x="969" y="762"/>
                    <a:pt x="956" y="778"/>
                    <a:pt x="938" y="786"/>
                  </a:cubicBezTo>
                  <a:cubicBezTo>
                    <a:pt x="921" y="794"/>
                    <a:pt x="875" y="850"/>
                    <a:pt x="796" y="816"/>
                  </a:cubicBezTo>
                  <a:cubicBezTo>
                    <a:pt x="796" y="816"/>
                    <a:pt x="846" y="856"/>
                    <a:pt x="769" y="888"/>
                  </a:cubicBezTo>
                  <a:cubicBezTo>
                    <a:pt x="692" y="920"/>
                    <a:pt x="714" y="893"/>
                    <a:pt x="666" y="903"/>
                  </a:cubicBezTo>
                  <a:cubicBezTo>
                    <a:pt x="618" y="913"/>
                    <a:pt x="552" y="966"/>
                    <a:pt x="492" y="914"/>
                  </a:cubicBezTo>
                  <a:cubicBezTo>
                    <a:pt x="432" y="862"/>
                    <a:pt x="365" y="806"/>
                    <a:pt x="369" y="770"/>
                  </a:cubicBezTo>
                  <a:close/>
                </a:path>
              </a:pathLst>
            </a:custGeom>
            <a:solidFill>
              <a:srgbClr val="B29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9" name="Freeform 520">
              <a:extLst>
                <a:ext uri="{FF2B5EF4-FFF2-40B4-BE49-F238E27FC236}">
                  <a16:creationId xmlns:a16="http://schemas.microsoft.com/office/drawing/2014/main" id="{8169EB50-96C4-4722-9530-0E0FD42F6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032"/>
              <a:ext cx="3232" cy="2184"/>
            </a:xfrm>
            <a:custGeom>
              <a:avLst/>
              <a:gdLst>
                <a:gd name="T0" fmla="*/ 3553 w 1518"/>
                <a:gd name="T1" fmla="*/ 8963 h 962"/>
                <a:gd name="T2" fmla="*/ 2044 w 1518"/>
                <a:gd name="T3" fmla="*/ 9036 h 962"/>
                <a:gd name="T4" fmla="*/ 617 w 1518"/>
                <a:gd name="T5" fmla="*/ 7932 h 962"/>
                <a:gd name="T6" fmla="*/ 377 w 1518"/>
                <a:gd name="T7" fmla="*/ 7206 h 962"/>
                <a:gd name="T8" fmla="*/ 213 w 1518"/>
                <a:gd name="T9" fmla="*/ 5685 h 962"/>
                <a:gd name="T10" fmla="*/ 394 w 1518"/>
                <a:gd name="T11" fmla="*/ 4799 h 962"/>
                <a:gd name="T12" fmla="*/ 675 w 1518"/>
                <a:gd name="T13" fmla="*/ 3676 h 962"/>
                <a:gd name="T14" fmla="*/ 1522 w 1518"/>
                <a:gd name="T15" fmla="*/ 2572 h 962"/>
                <a:gd name="T16" fmla="*/ 2325 w 1518"/>
                <a:gd name="T17" fmla="*/ 1546 h 962"/>
                <a:gd name="T18" fmla="*/ 3187 w 1518"/>
                <a:gd name="T19" fmla="*/ 1144 h 962"/>
                <a:gd name="T20" fmla="*/ 4316 w 1518"/>
                <a:gd name="T21" fmla="*/ 490 h 962"/>
                <a:gd name="T22" fmla="*/ 4701 w 1518"/>
                <a:gd name="T23" fmla="*/ 350 h 962"/>
                <a:gd name="T24" fmla="*/ 5702 w 1518"/>
                <a:gd name="T25" fmla="*/ 186 h 962"/>
                <a:gd name="T26" fmla="*/ 6206 w 1518"/>
                <a:gd name="T27" fmla="*/ 73 h 962"/>
                <a:gd name="T28" fmla="*/ 6624 w 1518"/>
                <a:gd name="T29" fmla="*/ 259 h 962"/>
                <a:gd name="T30" fmla="*/ 7267 w 1518"/>
                <a:gd name="T31" fmla="*/ 73 h 962"/>
                <a:gd name="T32" fmla="*/ 7712 w 1518"/>
                <a:gd name="T33" fmla="*/ 259 h 962"/>
                <a:gd name="T34" fmla="*/ 8274 w 1518"/>
                <a:gd name="T35" fmla="*/ 93 h 962"/>
                <a:gd name="T36" fmla="*/ 9498 w 1518"/>
                <a:gd name="T37" fmla="*/ 377 h 962"/>
                <a:gd name="T38" fmla="*/ 10643 w 1518"/>
                <a:gd name="T39" fmla="*/ 726 h 962"/>
                <a:gd name="T40" fmla="*/ 11110 w 1518"/>
                <a:gd name="T41" fmla="*/ 1076 h 962"/>
                <a:gd name="T42" fmla="*/ 12453 w 1518"/>
                <a:gd name="T43" fmla="*/ 2525 h 962"/>
                <a:gd name="T44" fmla="*/ 12915 w 1518"/>
                <a:gd name="T45" fmla="*/ 3040 h 962"/>
                <a:gd name="T46" fmla="*/ 13618 w 1518"/>
                <a:gd name="T47" fmla="*/ 4375 h 962"/>
                <a:gd name="T48" fmla="*/ 14325 w 1518"/>
                <a:gd name="T49" fmla="*/ 5499 h 962"/>
                <a:gd name="T50" fmla="*/ 14625 w 1518"/>
                <a:gd name="T51" fmla="*/ 6180 h 962"/>
                <a:gd name="T52" fmla="*/ 14525 w 1518"/>
                <a:gd name="T53" fmla="*/ 7231 h 962"/>
                <a:gd name="T54" fmla="*/ 14284 w 1518"/>
                <a:gd name="T55" fmla="*/ 7701 h 962"/>
                <a:gd name="T56" fmla="*/ 13173 w 1518"/>
                <a:gd name="T57" fmla="*/ 8448 h 962"/>
                <a:gd name="T58" fmla="*/ 12394 w 1518"/>
                <a:gd name="T59" fmla="*/ 8143 h 962"/>
                <a:gd name="T60" fmla="*/ 11872 w 1518"/>
                <a:gd name="T61" fmla="*/ 8355 h 962"/>
                <a:gd name="T62" fmla="*/ 10667 w 1518"/>
                <a:gd name="T63" fmla="*/ 8777 h 962"/>
                <a:gd name="T64" fmla="*/ 9941 w 1518"/>
                <a:gd name="T65" fmla="*/ 9292 h 962"/>
                <a:gd name="T66" fmla="*/ 9343 w 1518"/>
                <a:gd name="T67" fmla="*/ 8870 h 962"/>
                <a:gd name="T68" fmla="*/ 9053 w 1518"/>
                <a:gd name="T69" fmla="*/ 9149 h 962"/>
                <a:gd name="T70" fmla="*/ 7675 w 1518"/>
                <a:gd name="T71" fmla="*/ 9499 h 962"/>
                <a:gd name="T72" fmla="*/ 7411 w 1518"/>
                <a:gd name="T73" fmla="*/ 10343 h 962"/>
                <a:gd name="T74" fmla="*/ 6447 w 1518"/>
                <a:gd name="T75" fmla="*/ 10859 h 962"/>
                <a:gd name="T76" fmla="*/ 4737 w 1518"/>
                <a:gd name="T77" fmla="*/ 10648 h 962"/>
                <a:gd name="T78" fmla="*/ 3553 w 1518"/>
                <a:gd name="T79" fmla="*/ 8963 h 96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18" h="962">
                  <a:moveTo>
                    <a:pt x="368" y="766"/>
                  </a:moveTo>
                  <a:cubicBezTo>
                    <a:pt x="368" y="766"/>
                    <a:pt x="241" y="792"/>
                    <a:pt x="212" y="772"/>
                  </a:cubicBezTo>
                  <a:cubicBezTo>
                    <a:pt x="183" y="752"/>
                    <a:pt x="118" y="798"/>
                    <a:pt x="64" y="678"/>
                  </a:cubicBezTo>
                  <a:cubicBezTo>
                    <a:pt x="64" y="678"/>
                    <a:pt x="33" y="652"/>
                    <a:pt x="39" y="616"/>
                  </a:cubicBezTo>
                  <a:cubicBezTo>
                    <a:pt x="39" y="616"/>
                    <a:pt x="0" y="588"/>
                    <a:pt x="22" y="486"/>
                  </a:cubicBezTo>
                  <a:cubicBezTo>
                    <a:pt x="35" y="424"/>
                    <a:pt x="41" y="410"/>
                    <a:pt x="41" y="410"/>
                  </a:cubicBezTo>
                  <a:cubicBezTo>
                    <a:pt x="41" y="410"/>
                    <a:pt x="41" y="324"/>
                    <a:pt x="70" y="314"/>
                  </a:cubicBezTo>
                  <a:cubicBezTo>
                    <a:pt x="87" y="282"/>
                    <a:pt x="118" y="234"/>
                    <a:pt x="158" y="220"/>
                  </a:cubicBezTo>
                  <a:cubicBezTo>
                    <a:pt x="158" y="220"/>
                    <a:pt x="168" y="152"/>
                    <a:pt x="241" y="132"/>
                  </a:cubicBezTo>
                  <a:cubicBezTo>
                    <a:pt x="281" y="121"/>
                    <a:pt x="320" y="112"/>
                    <a:pt x="330" y="98"/>
                  </a:cubicBezTo>
                  <a:cubicBezTo>
                    <a:pt x="330" y="98"/>
                    <a:pt x="355" y="48"/>
                    <a:pt x="447" y="42"/>
                  </a:cubicBezTo>
                  <a:cubicBezTo>
                    <a:pt x="447" y="42"/>
                    <a:pt x="468" y="28"/>
                    <a:pt x="487" y="30"/>
                  </a:cubicBezTo>
                  <a:cubicBezTo>
                    <a:pt x="507" y="32"/>
                    <a:pt x="559" y="0"/>
                    <a:pt x="591" y="16"/>
                  </a:cubicBezTo>
                  <a:cubicBezTo>
                    <a:pt x="591" y="16"/>
                    <a:pt x="622" y="4"/>
                    <a:pt x="643" y="6"/>
                  </a:cubicBezTo>
                  <a:cubicBezTo>
                    <a:pt x="664" y="8"/>
                    <a:pt x="682" y="6"/>
                    <a:pt x="686" y="22"/>
                  </a:cubicBezTo>
                  <a:cubicBezTo>
                    <a:pt x="686" y="22"/>
                    <a:pt x="728" y="4"/>
                    <a:pt x="753" y="6"/>
                  </a:cubicBezTo>
                  <a:cubicBezTo>
                    <a:pt x="778" y="8"/>
                    <a:pt x="799" y="6"/>
                    <a:pt x="799" y="22"/>
                  </a:cubicBezTo>
                  <a:cubicBezTo>
                    <a:pt x="799" y="22"/>
                    <a:pt x="830" y="2"/>
                    <a:pt x="857" y="8"/>
                  </a:cubicBezTo>
                  <a:cubicBezTo>
                    <a:pt x="884" y="14"/>
                    <a:pt x="943" y="8"/>
                    <a:pt x="984" y="32"/>
                  </a:cubicBezTo>
                  <a:cubicBezTo>
                    <a:pt x="984" y="32"/>
                    <a:pt x="1070" y="30"/>
                    <a:pt x="1103" y="62"/>
                  </a:cubicBezTo>
                  <a:cubicBezTo>
                    <a:pt x="1103" y="62"/>
                    <a:pt x="1141" y="82"/>
                    <a:pt x="1151" y="92"/>
                  </a:cubicBezTo>
                  <a:cubicBezTo>
                    <a:pt x="1151" y="92"/>
                    <a:pt x="1272" y="146"/>
                    <a:pt x="1290" y="216"/>
                  </a:cubicBezTo>
                  <a:cubicBezTo>
                    <a:pt x="1290" y="216"/>
                    <a:pt x="1322" y="220"/>
                    <a:pt x="1338" y="260"/>
                  </a:cubicBezTo>
                  <a:cubicBezTo>
                    <a:pt x="1338" y="260"/>
                    <a:pt x="1401" y="294"/>
                    <a:pt x="1411" y="374"/>
                  </a:cubicBezTo>
                  <a:cubicBezTo>
                    <a:pt x="1411" y="374"/>
                    <a:pt x="1467" y="398"/>
                    <a:pt x="1484" y="470"/>
                  </a:cubicBezTo>
                  <a:cubicBezTo>
                    <a:pt x="1484" y="470"/>
                    <a:pt x="1511" y="498"/>
                    <a:pt x="1515" y="528"/>
                  </a:cubicBezTo>
                  <a:cubicBezTo>
                    <a:pt x="1518" y="558"/>
                    <a:pt x="1507" y="598"/>
                    <a:pt x="1505" y="618"/>
                  </a:cubicBezTo>
                  <a:cubicBezTo>
                    <a:pt x="1503" y="638"/>
                    <a:pt x="1480" y="658"/>
                    <a:pt x="1480" y="658"/>
                  </a:cubicBezTo>
                  <a:cubicBezTo>
                    <a:pt x="1480" y="658"/>
                    <a:pt x="1495" y="790"/>
                    <a:pt x="1365" y="722"/>
                  </a:cubicBezTo>
                  <a:cubicBezTo>
                    <a:pt x="1330" y="704"/>
                    <a:pt x="1317" y="702"/>
                    <a:pt x="1284" y="696"/>
                  </a:cubicBezTo>
                  <a:cubicBezTo>
                    <a:pt x="1284" y="696"/>
                    <a:pt x="1268" y="724"/>
                    <a:pt x="1230" y="714"/>
                  </a:cubicBezTo>
                  <a:cubicBezTo>
                    <a:pt x="1230" y="714"/>
                    <a:pt x="1155" y="786"/>
                    <a:pt x="1105" y="750"/>
                  </a:cubicBezTo>
                  <a:cubicBezTo>
                    <a:pt x="1105" y="750"/>
                    <a:pt x="1066" y="798"/>
                    <a:pt x="1030" y="794"/>
                  </a:cubicBezTo>
                  <a:cubicBezTo>
                    <a:pt x="993" y="790"/>
                    <a:pt x="984" y="750"/>
                    <a:pt x="968" y="758"/>
                  </a:cubicBezTo>
                  <a:cubicBezTo>
                    <a:pt x="968" y="758"/>
                    <a:pt x="955" y="774"/>
                    <a:pt x="938" y="782"/>
                  </a:cubicBezTo>
                  <a:cubicBezTo>
                    <a:pt x="920" y="790"/>
                    <a:pt x="874" y="846"/>
                    <a:pt x="795" y="812"/>
                  </a:cubicBezTo>
                  <a:cubicBezTo>
                    <a:pt x="795" y="812"/>
                    <a:pt x="845" y="852"/>
                    <a:pt x="768" y="884"/>
                  </a:cubicBezTo>
                  <a:cubicBezTo>
                    <a:pt x="691" y="916"/>
                    <a:pt x="716" y="918"/>
                    <a:pt x="668" y="928"/>
                  </a:cubicBezTo>
                  <a:cubicBezTo>
                    <a:pt x="620" y="938"/>
                    <a:pt x="551" y="962"/>
                    <a:pt x="491" y="910"/>
                  </a:cubicBezTo>
                  <a:cubicBezTo>
                    <a:pt x="432" y="858"/>
                    <a:pt x="364" y="802"/>
                    <a:pt x="368" y="766"/>
                  </a:cubicBezTo>
                  <a:close/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0" name="Freeform 521">
              <a:extLst>
                <a:ext uri="{FF2B5EF4-FFF2-40B4-BE49-F238E27FC236}">
                  <a16:creationId xmlns:a16="http://schemas.microsoft.com/office/drawing/2014/main" id="{92BA2DC1-0FFF-42E0-937C-A1716B9E9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849"/>
              <a:ext cx="601" cy="747"/>
            </a:xfrm>
            <a:custGeom>
              <a:avLst/>
              <a:gdLst>
                <a:gd name="T0" fmla="*/ 117 w 282"/>
                <a:gd name="T1" fmla="*/ 1197 h 329"/>
                <a:gd name="T2" fmla="*/ 222 w 282"/>
                <a:gd name="T3" fmla="*/ 1392 h 329"/>
                <a:gd name="T4" fmla="*/ 445 w 282"/>
                <a:gd name="T5" fmla="*/ 1757 h 329"/>
                <a:gd name="T6" fmla="*/ 727 w 282"/>
                <a:gd name="T7" fmla="*/ 1980 h 329"/>
                <a:gd name="T8" fmla="*/ 899 w 282"/>
                <a:gd name="T9" fmla="*/ 2257 h 329"/>
                <a:gd name="T10" fmla="*/ 1153 w 282"/>
                <a:gd name="T11" fmla="*/ 2609 h 329"/>
                <a:gd name="T12" fmla="*/ 1404 w 282"/>
                <a:gd name="T13" fmla="*/ 2893 h 329"/>
                <a:gd name="T14" fmla="*/ 1890 w 282"/>
                <a:gd name="T15" fmla="*/ 3594 h 329"/>
                <a:gd name="T16" fmla="*/ 2035 w 282"/>
                <a:gd name="T17" fmla="*/ 3842 h 329"/>
                <a:gd name="T18" fmla="*/ 2199 w 282"/>
                <a:gd name="T19" fmla="*/ 3842 h 329"/>
                <a:gd name="T20" fmla="*/ 2389 w 282"/>
                <a:gd name="T21" fmla="*/ 3749 h 329"/>
                <a:gd name="T22" fmla="*/ 2679 w 282"/>
                <a:gd name="T23" fmla="*/ 3465 h 329"/>
                <a:gd name="T24" fmla="*/ 2566 w 282"/>
                <a:gd name="T25" fmla="*/ 3011 h 329"/>
                <a:gd name="T26" fmla="*/ 2438 w 282"/>
                <a:gd name="T27" fmla="*/ 2763 h 329"/>
                <a:gd name="T28" fmla="*/ 2312 w 282"/>
                <a:gd name="T29" fmla="*/ 2423 h 329"/>
                <a:gd name="T30" fmla="*/ 2140 w 282"/>
                <a:gd name="T31" fmla="*/ 1980 h 329"/>
                <a:gd name="T32" fmla="*/ 1935 w 282"/>
                <a:gd name="T33" fmla="*/ 1335 h 329"/>
                <a:gd name="T34" fmla="*/ 1336 w 282"/>
                <a:gd name="T35" fmla="*/ 259 h 329"/>
                <a:gd name="T36" fmla="*/ 418 w 282"/>
                <a:gd name="T37" fmla="*/ 129 h 329"/>
                <a:gd name="T38" fmla="*/ 96 w 282"/>
                <a:gd name="T39" fmla="*/ 459 h 329"/>
                <a:gd name="T40" fmla="*/ 9 w 282"/>
                <a:gd name="T41" fmla="*/ 865 h 329"/>
                <a:gd name="T42" fmla="*/ 19 w 282"/>
                <a:gd name="T43" fmla="*/ 892 h 329"/>
                <a:gd name="T44" fmla="*/ 117 w 282"/>
                <a:gd name="T45" fmla="*/ 1197 h 32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82" h="329">
                  <a:moveTo>
                    <a:pt x="12" y="102"/>
                  </a:moveTo>
                  <a:cubicBezTo>
                    <a:pt x="15" y="108"/>
                    <a:pt x="19" y="114"/>
                    <a:pt x="23" y="119"/>
                  </a:cubicBezTo>
                  <a:cubicBezTo>
                    <a:pt x="30" y="129"/>
                    <a:pt x="36" y="143"/>
                    <a:pt x="46" y="150"/>
                  </a:cubicBezTo>
                  <a:cubicBezTo>
                    <a:pt x="56" y="157"/>
                    <a:pt x="65" y="163"/>
                    <a:pt x="75" y="169"/>
                  </a:cubicBezTo>
                  <a:cubicBezTo>
                    <a:pt x="86" y="176"/>
                    <a:pt x="89" y="180"/>
                    <a:pt x="93" y="193"/>
                  </a:cubicBezTo>
                  <a:cubicBezTo>
                    <a:pt x="98" y="207"/>
                    <a:pt x="109" y="214"/>
                    <a:pt x="119" y="223"/>
                  </a:cubicBezTo>
                  <a:cubicBezTo>
                    <a:pt x="127" y="231"/>
                    <a:pt x="136" y="239"/>
                    <a:pt x="145" y="247"/>
                  </a:cubicBezTo>
                  <a:cubicBezTo>
                    <a:pt x="164" y="265"/>
                    <a:pt x="180" y="286"/>
                    <a:pt x="195" y="307"/>
                  </a:cubicBezTo>
                  <a:cubicBezTo>
                    <a:pt x="200" y="314"/>
                    <a:pt x="205" y="321"/>
                    <a:pt x="210" y="328"/>
                  </a:cubicBezTo>
                  <a:cubicBezTo>
                    <a:pt x="215" y="327"/>
                    <a:pt x="222" y="329"/>
                    <a:pt x="227" y="328"/>
                  </a:cubicBezTo>
                  <a:cubicBezTo>
                    <a:pt x="234" y="327"/>
                    <a:pt x="241" y="323"/>
                    <a:pt x="247" y="320"/>
                  </a:cubicBezTo>
                  <a:cubicBezTo>
                    <a:pt x="258" y="314"/>
                    <a:pt x="273" y="310"/>
                    <a:pt x="277" y="296"/>
                  </a:cubicBezTo>
                  <a:cubicBezTo>
                    <a:pt x="282" y="283"/>
                    <a:pt x="272" y="268"/>
                    <a:pt x="265" y="257"/>
                  </a:cubicBezTo>
                  <a:cubicBezTo>
                    <a:pt x="261" y="250"/>
                    <a:pt x="256" y="243"/>
                    <a:pt x="252" y="236"/>
                  </a:cubicBezTo>
                  <a:cubicBezTo>
                    <a:pt x="247" y="226"/>
                    <a:pt x="245" y="216"/>
                    <a:pt x="239" y="207"/>
                  </a:cubicBezTo>
                  <a:cubicBezTo>
                    <a:pt x="232" y="194"/>
                    <a:pt x="226" y="183"/>
                    <a:pt x="221" y="169"/>
                  </a:cubicBezTo>
                  <a:cubicBezTo>
                    <a:pt x="214" y="151"/>
                    <a:pt x="209" y="132"/>
                    <a:pt x="200" y="114"/>
                  </a:cubicBezTo>
                  <a:cubicBezTo>
                    <a:pt x="184" y="82"/>
                    <a:pt x="173" y="40"/>
                    <a:pt x="138" y="22"/>
                  </a:cubicBezTo>
                  <a:cubicBezTo>
                    <a:pt x="110" y="8"/>
                    <a:pt x="73" y="0"/>
                    <a:pt x="43" y="11"/>
                  </a:cubicBezTo>
                  <a:cubicBezTo>
                    <a:pt x="30" y="16"/>
                    <a:pt x="16" y="26"/>
                    <a:pt x="10" y="39"/>
                  </a:cubicBezTo>
                  <a:cubicBezTo>
                    <a:pt x="8" y="45"/>
                    <a:pt x="0" y="64"/>
                    <a:pt x="1" y="74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4" y="85"/>
                    <a:pt x="8" y="93"/>
                    <a:pt x="12" y="102"/>
                  </a:cubicBezTo>
                </a:path>
              </a:pathLst>
            </a:custGeom>
            <a:solidFill>
              <a:srgbClr val="F7E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1" name="Freeform 522">
              <a:extLst>
                <a:ext uri="{FF2B5EF4-FFF2-40B4-BE49-F238E27FC236}">
                  <a16:creationId xmlns:a16="http://schemas.microsoft.com/office/drawing/2014/main" id="{E8CD9618-2A51-4C3F-8970-AA15FA80A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719"/>
              <a:ext cx="568" cy="591"/>
            </a:xfrm>
            <a:custGeom>
              <a:avLst/>
              <a:gdLst>
                <a:gd name="T0" fmla="*/ 2357 w 267"/>
                <a:gd name="T1" fmla="*/ 2196 h 260"/>
                <a:gd name="T2" fmla="*/ 2521 w 267"/>
                <a:gd name="T3" fmla="*/ 2805 h 260"/>
                <a:gd name="T4" fmla="*/ 2127 w 267"/>
                <a:gd name="T5" fmla="*/ 2666 h 260"/>
                <a:gd name="T6" fmla="*/ 1693 w 267"/>
                <a:gd name="T7" fmla="*/ 2196 h 260"/>
                <a:gd name="T8" fmla="*/ 1232 w 267"/>
                <a:gd name="T9" fmla="*/ 2187 h 260"/>
                <a:gd name="T10" fmla="*/ 779 w 267"/>
                <a:gd name="T11" fmla="*/ 2278 h 260"/>
                <a:gd name="T12" fmla="*/ 570 w 267"/>
                <a:gd name="T13" fmla="*/ 2021 h 260"/>
                <a:gd name="T14" fmla="*/ 272 w 267"/>
                <a:gd name="T15" fmla="*/ 1668 h 260"/>
                <a:gd name="T16" fmla="*/ 674 w 267"/>
                <a:gd name="T17" fmla="*/ 414 h 260"/>
                <a:gd name="T18" fmla="*/ 2204 w 267"/>
                <a:gd name="T19" fmla="*/ 1162 h 2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7" h="260">
                  <a:moveTo>
                    <a:pt x="245" y="187"/>
                  </a:moveTo>
                  <a:cubicBezTo>
                    <a:pt x="249" y="198"/>
                    <a:pt x="267" y="227"/>
                    <a:pt x="262" y="239"/>
                  </a:cubicBezTo>
                  <a:cubicBezTo>
                    <a:pt x="255" y="260"/>
                    <a:pt x="229" y="234"/>
                    <a:pt x="221" y="227"/>
                  </a:cubicBezTo>
                  <a:cubicBezTo>
                    <a:pt x="208" y="212"/>
                    <a:pt x="192" y="198"/>
                    <a:pt x="176" y="187"/>
                  </a:cubicBezTo>
                  <a:cubicBezTo>
                    <a:pt x="157" y="175"/>
                    <a:pt x="146" y="175"/>
                    <a:pt x="128" y="186"/>
                  </a:cubicBezTo>
                  <a:cubicBezTo>
                    <a:pt x="111" y="196"/>
                    <a:pt x="99" y="206"/>
                    <a:pt x="81" y="194"/>
                  </a:cubicBezTo>
                  <a:cubicBezTo>
                    <a:pt x="73" y="188"/>
                    <a:pt x="66" y="179"/>
                    <a:pt x="59" y="172"/>
                  </a:cubicBezTo>
                  <a:cubicBezTo>
                    <a:pt x="49" y="161"/>
                    <a:pt x="37" y="152"/>
                    <a:pt x="28" y="142"/>
                  </a:cubicBezTo>
                  <a:cubicBezTo>
                    <a:pt x="0" y="111"/>
                    <a:pt x="42" y="53"/>
                    <a:pt x="70" y="35"/>
                  </a:cubicBezTo>
                  <a:cubicBezTo>
                    <a:pt x="125" y="0"/>
                    <a:pt x="194" y="61"/>
                    <a:pt x="229" y="99"/>
                  </a:cubicBezTo>
                </a:path>
              </a:pathLst>
            </a:custGeom>
            <a:solidFill>
              <a:srgbClr val="EAC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2" name="Freeform 523">
              <a:extLst>
                <a:ext uri="{FF2B5EF4-FFF2-40B4-BE49-F238E27FC236}">
                  <a16:creationId xmlns:a16="http://schemas.microsoft.com/office/drawing/2014/main" id="{D81E0B81-7190-46B2-BBAA-F45C51796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420"/>
              <a:ext cx="1192" cy="871"/>
            </a:xfrm>
            <a:custGeom>
              <a:avLst/>
              <a:gdLst>
                <a:gd name="T0" fmla="*/ 164 w 560"/>
                <a:gd name="T1" fmla="*/ 1821 h 384"/>
                <a:gd name="T2" fmla="*/ 298 w 560"/>
                <a:gd name="T3" fmla="*/ 2495 h 384"/>
                <a:gd name="T4" fmla="*/ 417 w 560"/>
                <a:gd name="T5" fmla="*/ 3010 h 384"/>
                <a:gd name="T6" fmla="*/ 907 w 560"/>
                <a:gd name="T7" fmla="*/ 3384 h 384"/>
                <a:gd name="T8" fmla="*/ 1341 w 560"/>
                <a:gd name="T9" fmla="*/ 3885 h 384"/>
                <a:gd name="T10" fmla="*/ 1582 w 560"/>
                <a:gd name="T11" fmla="*/ 3992 h 384"/>
                <a:gd name="T12" fmla="*/ 1767 w 560"/>
                <a:gd name="T13" fmla="*/ 4235 h 384"/>
                <a:gd name="T14" fmla="*/ 2333 w 560"/>
                <a:gd name="T15" fmla="*/ 4203 h 384"/>
                <a:gd name="T16" fmla="*/ 2950 w 560"/>
                <a:gd name="T17" fmla="*/ 4409 h 384"/>
                <a:gd name="T18" fmla="*/ 3521 w 560"/>
                <a:gd name="T19" fmla="*/ 3992 h 384"/>
                <a:gd name="T20" fmla="*/ 5307 w 560"/>
                <a:gd name="T21" fmla="*/ 1776 h 384"/>
                <a:gd name="T22" fmla="*/ 5075 w 560"/>
                <a:gd name="T23" fmla="*/ 467 h 384"/>
                <a:gd name="T24" fmla="*/ 3714 w 560"/>
                <a:gd name="T25" fmla="*/ 515 h 384"/>
                <a:gd name="T26" fmla="*/ 1445 w 560"/>
                <a:gd name="T27" fmla="*/ 864 h 384"/>
                <a:gd name="T28" fmla="*/ 181 w 560"/>
                <a:gd name="T29" fmla="*/ 1776 h 384"/>
                <a:gd name="T30" fmla="*/ 164 w 560"/>
                <a:gd name="T31" fmla="*/ 1821 h 3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0" h="384">
                  <a:moveTo>
                    <a:pt x="17" y="156"/>
                  </a:moveTo>
                  <a:cubicBezTo>
                    <a:pt x="0" y="174"/>
                    <a:pt x="24" y="199"/>
                    <a:pt x="31" y="214"/>
                  </a:cubicBezTo>
                  <a:cubicBezTo>
                    <a:pt x="37" y="228"/>
                    <a:pt x="32" y="242"/>
                    <a:pt x="43" y="258"/>
                  </a:cubicBezTo>
                  <a:cubicBezTo>
                    <a:pt x="55" y="277"/>
                    <a:pt x="80" y="277"/>
                    <a:pt x="94" y="290"/>
                  </a:cubicBezTo>
                  <a:cubicBezTo>
                    <a:pt x="114" y="307"/>
                    <a:pt x="111" y="323"/>
                    <a:pt x="139" y="333"/>
                  </a:cubicBezTo>
                  <a:cubicBezTo>
                    <a:pt x="149" y="337"/>
                    <a:pt x="156" y="335"/>
                    <a:pt x="164" y="342"/>
                  </a:cubicBezTo>
                  <a:cubicBezTo>
                    <a:pt x="172" y="347"/>
                    <a:pt x="175" y="358"/>
                    <a:pt x="183" y="363"/>
                  </a:cubicBezTo>
                  <a:cubicBezTo>
                    <a:pt x="204" y="375"/>
                    <a:pt x="222" y="358"/>
                    <a:pt x="242" y="360"/>
                  </a:cubicBezTo>
                  <a:cubicBezTo>
                    <a:pt x="262" y="362"/>
                    <a:pt x="281" y="384"/>
                    <a:pt x="306" y="378"/>
                  </a:cubicBezTo>
                  <a:cubicBezTo>
                    <a:pt x="328" y="374"/>
                    <a:pt x="345" y="350"/>
                    <a:pt x="365" y="342"/>
                  </a:cubicBezTo>
                  <a:cubicBezTo>
                    <a:pt x="451" y="304"/>
                    <a:pt x="531" y="251"/>
                    <a:pt x="550" y="152"/>
                  </a:cubicBezTo>
                  <a:cubicBezTo>
                    <a:pt x="559" y="105"/>
                    <a:pt x="560" y="72"/>
                    <a:pt x="526" y="40"/>
                  </a:cubicBezTo>
                  <a:cubicBezTo>
                    <a:pt x="482" y="0"/>
                    <a:pt x="436" y="33"/>
                    <a:pt x="385" y="44"/>
                  </a:cubicBezTo>
                  <a:cubicBezTo>
                    <a:pt x="308" y="62"/>
                    <a:pt x="224" y="52"/>
                    <a:pt x="150" y="74"/>
                  </a:cubicBezTo>
                  <a:cubicBezTo>
                    <a:pt x="115" y="85"/>
                    <a:pt x="27" y="114"/>
                    <a:pt x="19" y="152"/>
                  </a:cubicBezTo>
                  <a:lnTo>
                    <a:pt x="17" y="156"/>
                  </a:lnTo>
                  <a:close/>
                </a:path>
              </a:pathLst>
            </a:custGeom>
            <a:solidFill>
              <a:srgbClr val="D8C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3" name="Freeform 524">
              <a:extLst>
                <a:ext uri="{FF2B5EF4-FFF2-40B4-BE49-F238E27FC236}">
                  <a16:creationId xmlns:a16="http://schemas.microsoft.com/office/drawing/2014/main" id="{A9CEAAF1-3748-44F5-8B3A-F52C6E434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479"/>
              <a:ext cx="1103" cy="588"/>
            </a:xfrm>
            <a:custGeom>
              <a:avLst/>
              <a:gdLst>
                <a:gd name="T0" fmla="*/ 0 w 518"/>
                <a:gd name="T1" fmla="*/ 2166 h 259"/>
                <a:gd name="T2" fmla="*/ 426 w 518"/>
                <a:gd name="T3" fmla="*/ 2772 h 259"/>
                <a:gd name="T4" fmla="*/ 1188 w 518"/>
                <a:gd name="T5" fmla="*/ 2397 h 259"/>
                <a:gd name="T6" fmla="*/ 2502 w 518"/>
                <a:gd name="T7" fmla="*/ 2211 h 259"/>
                <a:gd name="T8" fmla="*/ 3565 w 518"/>
                <a:gd name="T9" fmla="*/ 1896 h 259"/>
                <a:gd name="T10" fmla="*/ 4906 w 518"/>
                <a:gd name="T11" fmla="*/ 949 h 259"/>
                <a:gd name="T12" fmla="*/ 4018 w 518"/>
                <a:gd name="T13" fmla="*/ 93 h 259"/>
                <a:gd name="T14" fmla="*/ 2907 w 518"/>
                <a:gd name="T15" fmla="*/ 681 h 259"/>
                <a:gd name="T16" fmla="*/ 1469 w 518"/>
                <a:gd name="T17" fmla="*/ 985 h 259"/>
                <a:gd name="T18" fmla="*/ 85 w 518"/>
                <a:gd name="T19" fmla="*/ 1628 h 2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8" h="259">
                  <a:moveTo>
                    <a:pt x="0" y="185"/>
                  </a:moveTo>
                  <a:cubicBezTo>
                    <a:pt x="15" y="209"/>
                    <a:pt x="16" y="224"/>
                    <a:pt x="44" y="237"/>
                  </a:cubicBezTo>
                  <a:cubicBezTo>
                    <a:pt x="92" y="259"/>
                    <a:pt x="89" y="230"/>
                    <a:pt x="123" y="205"/>
                  </a:cubicBezTo>
                  <a:cubicBezTo>
                    <a:pt x="168" y="171"/>
                    <a:pt x="212" y="209"/>
                    <a:pt x="259" y="189"/>
                  </a:cubicBezTo>
                  <a:cubicBezTo>
                    <a:pt x="298" y="172"/>
                    <a:pt x="325" y="164"/>
                    <a:pt x="369" y="162"/>
                  </a:cubicBezTo>
                  <a:cubicBezTo>
                    <a:pt x="425" y="159"/>
                    <a:pt x="498" y="146"/>
                    <a:pt x="508" y="81"/>
                  </a:cubicBezTo>
                  <a:cubicBezTo>
                    <a:pt x="518" y="20"/>
                    <a:pt x="469" y="0"/>
                    <a:pt x="416" y="8"/>
                  </a:cubicBezTo>
                  <a:cubicBezTo>
                    <a:pt x="373" y="14"/>
                    <a:pt x="342" y="43"/>
                    <a:pt x="301" y="58"/>
                  </a:cubicBezTo>
                  <a:cubicBezTo>
                    <a:pt x="255" y="76"/>
                    <a:pt x="200" y="76"/>
                    <a:pt x="152" y="84"/>
                  </a:cubicBezTo>
                  <a:cubicBezTo>
                    <a:pt x="98" y="92"/>
                    <a:pt x="50" y="98"/>
                    <a:pt x="9" y="139"/>
                  </a:cubicBezTo>
                </a:path>
              </a:pathLst>
            </a:custGeom>
            <a:solidFill>
              <a:srgbClr val="C4A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4" name="Freeform 525">
              <a:extLst>
                <a:ext uri="{FF2B5EF4-FFF2-40B4-BE49-F238E27FC236}">
                  <a16:creationId xmlns:a16="http://schemas.microsoft.com/office/drawing/2014/main" id="{5361123C-38CD-48FE-95F9-1A64BA741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060"/>
              <a:ext cx="3231" cy="2184"/>
            </a:xfrm>
            <a:custGeom>
              <a:avLst/>
              <a:gdLst>
                <a:gd name="T0" fmla="*/ 3548 w 1518"/>
                <a:gd name="T1" fmla="*/ 8963 h 962"/>
                <a:gd name="T2" fmla="*/ 2043 w 1518"/>
                <a:gd name="T3" fmla="*/ 9036 h 962"/>
                <a:gd name="T4" fmla="*/ 615 w 1518"/>
                <a:gd name="T5" fmla="*/ 7932 h 962"/>
                <a:gd name="T6" fmla="*/ 377 w 1518"/>
                <a:gd name="T7" fmla="*/ 7206 h 962"/>
                <a:gd name="T8" fmla="*/ 213 w 1518"/>
                <a:gd name="T9" fmla="*/ 5685 h 962"/>
                <a:gd name="T10" fmla="*/ 394 w 1518"/>
                <a:gd name="T11" fmla="*/ 4799 h 962"/>
                <a:gd name="T12" fmla="*/ 675 w 1518"/>
                <a:gd name="T13" fmla="*/ 3676 h 962"/>
                <a:gd name="T14" fmla="*/ 1522 w 1518"/>
                <a:gd name="T15" fmla="*/ 2572 h 962"/>
                <a:gd name="T16" fmla="*/ 2324 w 1518"/>
                <a:gd name="T17" fmla="*/ 1546 h 962"/>
                <a:gd name="T18" fmla="*/ 3180 w 1518"/>
                <a:gd name="T19" fmla="*/ 1144 h 962"/>
                <a:gd name="T20" fmla="*/ 4308 w 1518"/>
                <a:gd name="T21" fmla="*/ 490 h 962"/>
                <a:gd name="T22" fmla="*/ 4698 w 1518"/>
                <a:gd name="T23" fmla="*/ 350 h 962"/>
                <a:gd name="T24" fmla="*/ 5700 w 1518"/>
                <a:gd name="T25" fmla="*/ 186 h 962"/>
                <a:gd name="T26" fmla="*/ 6202 w 1518"/>
                <a:gd name="T27" fmla="*/ 73 h 962"/>
                <a:gd name="T28" fmla="*/ 6605 w 1518"/>
                <a:gd name="T29" fmla="*/ 259 h 962"/>
                <a:gd name="T30" fmla="*/ 7262 w 1518"/>
                <a:gd name="T31" fmla="*/ 73 h 962"/>
                <a:gd name="T32" fmla="*/ 7707 w 1518"/>
                <a:gd name="T33" fmla="*/ 259 h 962"/>
                <a:gd name="T34" fmla="*/ 8263 w 1518"/>
                <a:gd name="T35" fmla="*/ 93 h 962"/>
                <a:gd name="T36" fmla="*/ 9487 w 1518"/>
                <a:gd name="T37" fmla="*/ 377 h 962"/>
                <a:gd name="T38" fmla="*/ 10638 w 1518"/>
                <a:gd name="T39" fmla="*/ 726 h 962"/>
                <a:gd name="T40" fmla="*/ 11100 w 1518"/>
                <a:gd name="T41" fmla="*/ 1076 h 962"/>
                <a:gd name="T42" fmla="*/ 12441 w 1518"/>
                <a:gd name="T43" fmla="*/ 2525 h 962"/>
                <a:gd name="T44" fmla="*/ 12903 w 1518"/>
                <a:gd name="T45" fmla="*/ 3040 h 962"/>
                <a:gd name="T46" fmla="*/ 13605 w 1518"/>
                <a:gd name="T47" fmla="*/ 4375 h 962"/>
                <a:gd name="T48" fmla="*/ 14312 w 1518"/>
                <a:gd name="T49" fmla="*/ 5499 h 962"/>
                <a:gd name="T50" fmla="*/ 14610 w 1518"/>
                <a:gd name="T51" fmla="*/ 6180 h 962"/>
                <a:gd name="T52" fmla="*/ 14510 w 1518"/>
                <a:gd name="T53" fmla="*/ 7231 h 962"/>
                <a:gd name="T54" fmla="*/ 14271 w 1518"/>
                <a:gd name="T55" fmla="*/ 7701 h 962"/>
                <a:gd name="T56" fmla="*/ 13160 w 1518"/>
                <a:gd name="T57" fmla="*/ 8448 h 962"/>
                <a:gd name="T58" fmla="*/ 12381 w 1518"/>
                <a:gd name="T59" fmla="*/ 8143 h 962"/>
                <a:gd name="T60" fmla="*/ 11860 w 1518"/>
                <a:gd name="T61" fmla="*/ 8355 h 962"/>
                <a:gd name="T62" fmla="*/ 10655 w 1518"/>
                <a:gd name="T63" fmla="*/ 8777 h 962"/>
                <a:gd name="T64" fmla="*/ 9931 w 1518"/>
                <a:gd name="T65" fmla="*/ 9292 h 962"/>
                <a:gd name="T66" fmla="*/ 9333 w 1518"/>
                <a:gd name="T67" fmla="*/ 8870 h 962"/>
                <a:gd name="T68" fmla="*/ 9033 w 1518"/>
                <a:gd name="T69" fmla="*/ 9149 h 962"/>
                <a:gd name="T70" fmla="*/ 7665 w 1518"/>
                <a:gd name="T71" fmla="*/ 9499 h 962"/>
                <a:gd name="T72" fmla="*/ 7407 w 1518"/>
                <a:gd name="T73" fmla="*/ 10343 h 962"/>
                <a:gd name="T74" fmla="*/ 6443 w 1518"/>
                <a:gd name="T75" fmla="*/ 10859 h 962"/>
                <a:gd name="T76" fmla="*/ 4734 w 1518"/>
                <a:gd name="T77" fmla="*/ 10648 h 962"/>
                <a:gd name="T78" fmla="*/ 3548 w 1518"/>
                <a:gd name="T79" fmla="*/ 8963 h 96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18" h="962">
                  <a:moveTo>
                    <a:pt x="368" y="766"/>
                  </a:moveTo>
                  <a:cubicBezTo>
                    <a:pt x="368" y="766"/>
                    <a:pt x="241" y="792"/>
                    <a:pt x="212" y="772"/>
                  </a:cubicBezTo>
                  <a:cubicBezTo>
                    <a:pt x="183" y="752"/>
                    <a:pt x="118" y="798"/>
                    <a:pt x="64" y="678"/>
                  </a:cubicBezTo>
                  <a:cubicBezTo>
                    <a:pt x="64" y="678"/>
                    <a:pt x="33" y="652"/>
                    <a:pt x="39" y="616"/>
                  </a:cubicBezTo>
                  <a:cubicBezTo>
                    <a:pt x="39" y="616"/>
                    <a:pt x="0" y="588"/>
                    <a:pt x="22" y="486"/>
                  </a:cubicBezTo>
                  <a:cubicBezTo>
                    <a:pt x="35" y="424"/>
                    <a:pt x="41" y="410"/>
                    <a:pt x="41" y="410"/>
                  </a:cubicBezTo>
                  <a:cubicBezTo>
                    <a:pt x="41" y="410"/>
                    <a:pt x="41" y="324"/>
                    <a:pt x="70" y="314"/>
                  </a:cubicBezTo>
                  <a:cubicBezTo>
                    <a:pt x="87" y="282"/>
                    <a:pt x="118" y="234"/>
                    <a:pt x="158" y="220"/>
                  </a:cubicBezTo>
                  <a:cubicBezTo>
                    <a:pt x="158" y="220"/>
                    <a:pt x="168" y="152"/>
                    <a:pt x="241" y="132"/>
                  </a:cubicBezTo>
                  <a:cubicBezTo>
                    <a:pt x="281" y="121"/>
                    <a:pt x="320" y="112"/>
                    <a:pt x="330" y="98"/>
                  </a:cubicBezTo>
                  <a:cubicBezTo>
                    <a:pt x="330" y="98"/>
                    <a:pt x="355" y="48"/>
                    <a:pt x="447" y="42"/>
                  </a:cubicBezTo>
                  <a:cubicBezTo>
                    <a:pt x="447" y="42"/>
                    <a:pt x="468" y="28"/>
                    <a:pt x="487" y="30"/>
                  </a:cubicBezTo>
                  <a:cubicBezTo>
                    <a:pt x="507" y="32"/>
                    <a:pt x="558" y="0"/>
                    <a:pt x="591" y="16"/>
                  </a:cubicBezTo>
                  <a:cubicBezTo>
                    <a:pt x="591" y="16"/>
                    <a:pt x="622" y="4"/>
                    <a:pt x="643" y="6"/>
                  </a:cubicBezTo>
                  <a:cubicBezTo>
                    <a:pt x="664" y="8"/>
                    <a:pt x="682" y="6"/>
                    <a:pt x="685" y="22"/>
                  </a:cubicBezTo>
                  <a:cubicBezTo>
                    <a:pt x="685" y="22"/>
                    <a:pt x="728" y="4"/>
                    <a:pt x="753" y="6"/>
                  </a:cubicBezTo>
                  <a:cubicBezTo>
                    <a:pt x="778" y="8"/>
                    <a:pt x="799" y="6"/>
                    <a:pt x="799" y="22"/>
                  </a:cubicBezTo>
                  <a:cubicBezTo>
                    <a:pt x="799" y="22"/>
                    <a:pt x="830" y="2"/>
                    <a:pt x="857" y="8"/>
                  </a:cubicBezTo>
                  <a:cubicBezTo>
                    <a:pt x="884" y="14"/>
                    <a:pt x="943" y="8"/>
                    <a:pt x="984" y="32"/>
                  </a:cubicBezTo>
                  <a:cubicBezTo>
                    <a:pt x="984" y="32"/>
                    <a:pt x="1070" y="30"/>
                    <a:pt x="1103" y="62"/>
                  </a:cubicBezTo>
                  <a:cubicBezTo>
                    <a:pt x="1103" y="62"/>
                    <a:pt x="1141" y="82"/>
                    <a:pt x="1151" y="92"/>
                  </a:cubicBezTo>
                  <a:cubicBezTo>
                    <a:pt x="1151" y="92"/>
                    <a:pt x="1272" y="146"/>
                    <a:pt x="1290" y="216"/>
                  </a:cubicBezTo>
                  <a:cubicBezTo>
                    <a:pt x="1290" y="216"/>
                    <a:pt x="1322" y="220"/>
                    <a:pt x="1338" y="260"/>
                  </a:cubicBezTo>
                  <a:cubicBezTo>
                    <a:pt x="1338" y="260"/>
                    <a:pt x="1401" y="294"/>
                    <a:pt x="1411" y="374"/>
                  </a:cubicBezTo>
                  <a:cubicBezTo>
                    <a:pt x="1411" y="374"/>
                    <a:pt x="1466" y="398"/>
                    <a:pt x="1484" y="470"/>
                  </a:cubicBezTo>
                  <a:cubicBezTo>
                    <a:pt x="1484" y="470"/>
                    <a:pt x="1511" y="498"/>
                    <a:pt x="1515" y="528"/>
                  </a:cubicBezTo>
                  <a:cubicBezTo>
                    <a:pt x="1518" y="558"/>
                    <a:pt x="1507" y="598"/>
                    <a:pt x="1505" y="618"/>
                  </a:cubicBezTo>
                  <a:cubicBezTo>
                    <a:pt x="1503" y="638"/>
                    <a:pt x="1480" y="658"/>
                    <a:pt x="1480" y="658"/>
                  </a:cubicBezTo>
                  <a:cubicBezTo>
                    <a:pt x="1480" y="658"/>
                    <a:pt x="1495" y="790"/>
                    <a:pt x="1365" y="722"/>
                  </a:cubicBezTo>
                  <a:cubicBezTo>
                    <a:pt x="1330" y="704"/>
                    <a:pt x="1316" y="702"/>
                    <a:pt x="1284" y="696"/>
                  </a:cubicBezTo>
                  <a:cubicBezTo>
                    <a:pt x="1284" y="696"/>
                    <a:pt x="1268" y="724"/>
                    <a:pt x="1230" y="714"/>
                  </a:cubicBezTo>
                  <a:cubicBezTo>
                    <a:pt x="1230" y="714"/>
                    <a:pt x="1155" y="786"/>
                    <a:pt x="1105" y="750"/>
                  </a:cubicBezTo>
                  <a:cubicBezTo>
                    <a:pt x="1105" y="750"/>
                    <a:pt x="1066" y="798"/>
                    <a:pt x="1030" y="794"/>
                  </a:cubicBezTo>
                  <a:cubicBezTo>
                    <a:pt x="993" y="790"/>
                    <a:pt x="984" y="750"/>
                    <a:pt x="968" y="758"/>
                  </a:cubicBezTo>
                  <a:cubicBezTo>
                    <a:pt x="968" y="758"/>
                    <a:pt x="955" y="774"/>
                    <a:pt x="937" y="782"/>
                  </a:cubicBezTo>
                  <a:cubicBezTo>
                    <a:pt x="920" y="790"/>
                    <a:pt x="874" y="846"/>
                    <a:pt x="795" y="812"/>
                  </a:cubicBezTo>
                  <a:cubicBezTo>
                    <a:pt x="795" y="812"/>
                    <a:pt x="845" y="852"/>
                    <a:pt x="768" y="884"/>
                  </a:cubicBezTo>
                  <a:cubicBezTo>
                    <a:pt x="691" y="916"/>
                    <a:pt x="716" y="918"/>
                    <a:pt x="668" y="928"/>
                  </a:cubicBezTo>
                  <a:cubicBezTo>
                    <a:pt x="620" y="938"/>
                    <a:pt x="551" y="962"/>
                    <a:pt x="491" y="910"/>
                  </a:cubicBezTo>
                  <a:cubicBezTo>
                    <a:pt x="432" y="858"/>
                    <a:pt x="364" y="802"/>
                    <a:pt x="368" y="766"/>
                  </a:cubicBezTo>
                  <a:close/>
                </a:path>
              </a:pathLst>
            </a:custGeom>
            <a:solidFill>
              <a:srgbClr val="EAD3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5" name="Freeform 526">
              <a:extLst>
                <a:ext uri="{FF2B5EF4-FFF2-40B4-BE49-F238E27FC236}">
                  <a16:creationId xmlns:a16="http://schemas.microsoft.com/office/drawing/2014/main" id="{6EDB0BDB-7BBA-43A5-B55F-423660843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676"/>
              <a:ext cx="1109" cy="618"/>
            </a:xfrm>
            <a:custGeom>
              <a:avLst/>
              <a:gdLst>
                <a:gd name="T0" fmla="*/ 0 w 521"/>
                <a:gd name="T1" fmla="*/ 1291 h 272"/>
                <a:gd name="T2" fmla="*/ 85 w 521"/>
                <a:gd name="T3" fmla="*/ 1713 h 272"/>
                <a:gd name="T4" fmla="*/ 579 w 521"/>
                <a:gd name="T5" fmla="*/ 2086 h 272"/>
                <a:gd name="T6" fmla="*/ 1024 w 521"/>
                <a:gd name="T7" fmla="*/ 2592 h 272"/>
                <a:gd name="T8" fmla="*/ 1264 w 521"/>
                <a:gd name="T9" fmla="*/ 2699 h 272"/>
                <a:gd name="T10" fmla="*/ 1437 w 521"/>
                <a:gd name="T11" fmla="*/ 2942 h 272"/>
                <a:gd name="T12" fmla="*/ 2007 w 521"/>
                <a:gd name="T13" fmla="*/ 2906 h 272"/>
                <a:gd name="T14" fmla="*/ 2622 w 521"/>
                <a:gd name="T15" fmla="*/ 3133 h 272"/>
                <a:gd name="T16" fmla="*/ 3195 w 521"/>
                <a:gd name="T17" fmla="*/ 2699 h 272"/>
                <a:gd name="T18" fmla="*/ 4975 w 521"/>
                <a:gd name="T19" fmla="*/ 470 h 272"/>
                <a:gd name="T20" fmla="*/ 5026 w 521"/>
                <a:gd name="T21" fmla="*/ 0 h 2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1" h="272">
                  <a:moveTo>
                    <a:pt x="0" y="110"/>
                  </a:moveTo>
                  <a:cubicBezTo>
                    <a:pt x="2" y="121"/>
                    <a:pt x="0" y="133"/>
                    <a:pt x="9" y="146"/>
                  </a:cubicBezTo>
                  <a:cubicBezTo>
                    <a:pt x="21" y="165"/>
                    <a:pt x="46" y="165"/>
                    <a:pt x="60" y="178"/>
                  </a:cubicBezTo>
                  <a:cubicBezTo>
                    <a:pt x="80" y="195"/>
                    <a:pt x="77" y="211"/>
                    <a:pt x="106" y="221"/>
                  </a:cubicBezTo>
                  <a:cubicBezTo>
                    <a:pt x="115" y="225"/>
                    <a:pt x="122" y="223"/>
                    <a:pt x="131" y="230"/>
                  </a:cubicBezTo>
                  <a:cubicBezTo>
                    <a:pt x="138" y="235"/>
                    <a:pt x="141" y="247"/>
                    <a:pt x="149" y="251"/>
                  </a:cubicBezTo>
                  <a:cubicBezTo>
                    <a:pt x="170" y="263"/>
                    <a:pt x="188" y="246"/>
                    <a:pt x="208" y="248"/>
                  </a:cubicBezTo>
                  <a:cubicBezTo>
                    <a:pt x="228" y="250"/>
                    <a:pt x="247" y="272"/>
                    <a:pt x="272" y="267"/>
                  </a:cubicBezTo>
                  <a:cubicBezTo>
                    <a:pt x="294" y="262"/>
                    <a:pt x="311" y="239"/>
                    <a:pt x="331" y="230"/>
                  </a:cubicBezTo>
                  <a:cubicBezTo>
                    <a:pt x="417" y="192"/>
                    <a:pt x="497" y="139"/>
                    <a:pt x="516" y="40"/>
                  </a:cubicBezTo>
                  <a:cubicBezTo>
                    <a:pt x="519" y="25"/>
                    <a:pt x="521" y="12"/>
                    <a:pt x="521" y="0"/>
                  </a:cubicBezTo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6" name="Freeform 527">
              <a:extLst>
                <a:ext uri="{FF2B5EF4-FFF2-40B4-BE49-F238E27FC236}">
                  <a16:creationId xmlns:a16="http://schemas.microsoft.com/office/drawing/2014/main" id="{09B22246-E157-46A5-82B9-BB235EFE0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085"/>
              <a:ext cx="573" cy="513"/>
            </a:xfrm>
            <a:custGeom>
              <a:avLst/>
              <a:gdLst>
                <a:gd name="T0" fmla="*/ 0 w 269"/>
                <a:gd name="T1" fmla="*/ 0 h 226"/>
                <a:gd name="T2" fmla="*/ 96 w 269"/>
                <a:gd name="T3" fmla="*/ 186 h 226"/>
                <a:gd name="T4" fmla="*/ 317 w 269"/>
                <a:gd name="T5" fmla="*/ 552 h 226"/>
                <a:gd name="T6" fmla="*/ 599 w 269"/>
                <a:gd name="T7" fmla="*/ 772 h 226"/>
                <a:gd name="T8" fmla="*/ 771 w 269"/>
                <a:gd name="T9" fmla="*/ 1051 h 226"/>
                <a:gd name="T10" fmla="*/ 1025 w 269"/>
                <a:gd name="T11" fmla="*/ 1401 h 226"/>
                <a:gd name="T12" fmla="*/ 1276 w 269"/>
                <a:gd name="T13" fmla="*/ 1684 h 226"/>
                <a:gd name="T14" fmla="*/ 1759 w 269"/>
                <a:gd name="T15" fmla="*/ 2386 h 226"/>
                <a:gd name="T16" fmla="*/ 1906 w 269"/>
                <a:gd name="T17" fmla="*/ 2642 h 226"/>
                <a:gd name="T18" fmla="*/ 2068 w 269"/>
                <a:gd name="T19" fmla="*/ 2633 h 226"/>
                <a:gd name="T20" fmla="*/ 2260 w 269"/>
                <a:gd name="T21" fmla="*/ 2540 h 226"/>
                <a:gd name="T22" fmla="*/ 2550 w 269"/>
                <a:gd name="T23" fmla="*/ 2268 h 226"/>
                <a:gd name="T24" fmla="*/ 2437 w 269"/>
                <a:gd name="T25" fmla="*/ 1802 h 226"/>
                <a:gd name="T26" fmla="*/ 2309 w 269"/>
                <a:gd name="T27" fmla="*/ 1557 h 226"/>
                <a:gd name="T28" fmla="*/ 2224 w 269"/>
                <a:gd name="T29" fmla="*/ 1298 h 226"/>
                <a:gd name="T30" fmla="*/ 1943 w 269"/>
                <a:gd name="T31" fmla="*/ 515 h 2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9" h="226">
                  <a:moveTo>
                    <a:pt x="0" y="0"/>
                  </a:moveTo>
                  <a:cubicBezTo>
                    <a:pt x="3" y="6"/>
                    <a:pt x="6" y="11"/>
                    <a:pt x="10" y="16"/>
                  </a:cubicBezTo>
                  <a:cubicBezTo>
                    <a:pt x="17" y="27"/>
                    <a:pt x="23" y="40"/>
                    <a:pt x="33" y="47"/>
                  </a:cubicBezTo>
                  <a:cubicBezTo>
                    <a:pt x="43" y="54"/>
                    <a:pt x="52" y="61"/>
                    <a:pt x="62" y="66"/>
                  </a:cubicBezTo>
                  <a:cubicBezTo>
                    <a:pt x="73" y="73"/>
                    <a:pt x="76" y="78"/>
                    <a:pt x="80" y="90"/>
                  </a:cubicBezTo>
                  <a:cubicBezTo>
                    <a:pt x="85" y="104"/>
                    <a:pt x="96" y="111"/>
                    <a:pt x="106" y="120"/>
                  </a:cubicBezTo>
                  <a:cubicBezTo>
                    <a:pt x="114" y="128"/>
                    <a:pt x="123" y="136"/>
                    <a:pt x="132" y="144"/>
                  </a:cubicBezTo>
                  <a:cubicBezTo>
                    <a:pt x="151" y="162"/>
                    <a:pt x="167" y="183"/>
                    <a:pt x="182" y="204"/>
                  </a:cubicBezTo>
                  <a:cubicBezTo>
                    <a:pt x="187" y="211"/>
                    <a:pt x="192" y="218"/>
                    <a:pt x="197" y="226"/>
                  </a:cubicBezTo>
                  <a:cubicBezTo>
                    <a:pt x="202" y="224"/>
                    <a:pt x="209" y="226"/>
                    <a:pt x="214" y="225"/>
                  </a:cubicBezTo>
                  <a:cubicBezTo>
                    <a:pt x="221" y="224"/>
                    <a:pt x="228" y="221"/>
                    <a:pt x="234" y="217"/>
                  </a:cubicBezTo>
                  <a:cubicBezTo>
                    <a:pt x="245" y="211"/>
                    <a:pt x="260" y="207"/>
                    <a:pt x="264" y="194"/>
                  </a:cubicBezTo>
                  <a:cubicBezTo>
                    <a:pt x="269" y="180"/>
                    <a:pt x="259" y="165"/>
                    <a:pt x="252" y="154"/>
                  </a:cubicBezTo>
                  <a:cubicBezTo>
                    <a:pt x="248" y="147"/>
                    <a:pt x="243" y="140"/>
                    <a:pt x="239" y="133"/>
                  </a:cubicBezTo>
                  <a:cubicBezTo>
                    <a:pt x="236" y="126"/>
                    <a:pt x="233" y="118"/>
                    <a:pt x="230" y="111"/>
                  </a:cubicBezTo>
                  <a:cubicBezTo>
                    <a:pt x="230" y="111"/>
                    <a:pt x="203" y="55"/>
                    <a:pt x="201" y="44"/>
                  </a:cubicBezTo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7" name="Freeform 528">
              <a:extLst>
                <a:ext uri="{FF2B5EF4-FFF2-40B4-BE49-F238E27FC236}">
                  <a16:creationId xmlns:a16="http://schemas.microsoft.com/office/drawing/2014/main" id="{4814DC78-270A-44DA-8F1E-2FC829ADD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082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8" name="Freeform 529">
              <a:extLst>
                <a:ext uri="{FF2B5EF4-FFF2-40B4-BE49-F238E27FC236}">
                  <a16:creationId xmlns:a16="http://schemas.microsoft.com/office/drawing/2014/main" id="{057CF471-18AE-41EE-A230-803C52BD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376"/>
              <a:ext cx="345" cy="420"/>
            </a:xfrm>
            <a:custGeom>
              <a:avLst/>
              <a:gdLst>
                <a:gd name="T0" fmla="*/ 1565 w 162"/>
                <a:gd name="T1" fmla="*/ 175 h 185"/>
                <a:gd name="T2" fmla="*/ 1120 w 162"/>
                <a:gd name="T3" fmla="*/ 102 h 185"/>
                <a:gd name="T4" fmla="*/ 658 w 162"/>
                <a:gd name="T5" fmla="*/ 434 h 185"/>
                <a:gd name="T6" fmla="*/ 377 w 162"/>
                <a:gd name="T7" fmla="*/ 1253 h 185"/>
                <a:gd name="T8" fmla="*/ 153 w 162"/>
                <a:gd name="T9" fmla="*/ 2166 h 185"/>
                <a:gd name="T10" fmla="*/ 405 w 162"/>
                <a:gd name="T11" fmla="*/ 1335 h 185"/>
                <a:gd name="T12" fmla="*/ 694 w 162"/>
                <a:gd name="T13" fmla="*/ 515 h 185"/>
                <a:gd name="T14" fmla="*/ 1565 w 162"/>
                <a:gd name="T15" fmla="*/ 202 h 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185">
                  <a:moveTo>
                    <a:pt x="162" y="15"/>
                  </a:moveTo>
                  <a:cubicBezTo>
                    <a:pt x="156" y="0"/>
                    <a:pt x="128" y="5"/>
                    <a:pt x="116" y="9"/>
                  </a:cubicBezTo>
                  <a:cubicBezTo>
                    <a:pt x="97" y="15"/>
                    <a:pt x="76" y="17"/>
                    <a:pt x="68" y="37"/>
                  </a:cubicBezTo>
                  <a:cubicBezTo>
                    <a:pt x="58" y="60"/>
                    <a:pt x="51" y="85"/>
                    <a:pt x="39" y="107"/>
                  </a:cubicBezTo>
                  <a:cubicBezTo>
                    <a:pt x="26" y="133"/>
                    <a:pt x="0" y="153"/>
                    <a:pt x="16" y="185"/>
                  </a:cubicBezTo>
                  <a:cubicBezTo>
                    <a:pt x="10" y="165"/>
                    <a:pt x="34" y="131"/>
                    <a:pt x="42" y="114"/>
                  </a:cubicBezTo>
                  <a:cubicBezTo>
                    <a:pt x="53" y="92"/>
                    <a:pt x="59" y="64"/>
                    <a:pt x="72" y="44"/>
                  </a:cubicBezTo>
                  <a:cubicBezTo>
                    <a:pt x="94" y="10"/>
                    <a:pt x="130" y="25"/>
                    <a:pt x="16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9" name="Freeform 530">
              <a:extLst>
                <a:ext uri="{FF2B5EF4-FFF2-40B4-BE49-F238E27FC236}">
                  <a16:creationId xmlns:a16="http://schemas.microsoft.com/office/drawing/2014/main" id="{15DC21F1-42DC-4C24-A228-26087F078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247"/>
              <a:ext cx="142" cy="161"/>
            </a:xfrm>
            <a:custGeom>
              <a:avLst/>
              <a:gdLst>
                <a:gd name="T0" fmla="*/ 638 w 67"/>
                <a:gd name="T1" fmla="*/ 82 h 71"/>
                <a:gd name="T2" fmla="*/ 248 w 67"/>
                <a:gd name="T3" fmla="*/ 93 h 71"/>
                <a:gd name="T4" fmla="*/ 0 w 67"/>
                <a:gd name="T5" fmla="*/ 828 h 71"/>
                <a:gd name="T6" fmla="*/ 638 w 67"/>
                <a:gd name="T7" fmla="*/ 25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71">
                  <a:moveTo>
                    <a:pt x="67" y="7"/>
                  </a:moveTo>
                  <a:cubicBezTo>
                    <a:pt x="56" y="7"/>
                    <a:pt x="36" y="2"/>
                    <a:pt x="26" y="8"/>
                  </a:cubicBezTo>
                  <a:cubicBezTo>
                    <a:pt x="12" y="18"/>
                    <a:pt x="3" y="55"/>
                    <a:pt x="0" y="71"/>
                  </a:cubicBezTo>
                  <a:cubicBezTo>
                    <a:pt x="16" y="51"/>
                    <a:pt x="37" y="0"/>
                    <a:pt x="6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0" name="Freeform 531">
              <a:extLst>
                <a:ext uri="{FF2B5EF4-FFF2-40B4-BE49-F238E27FC236}">
                  <a16:creationId xmlns:a16="http://schemas.microsoft.com/office/drawing/2014/main" id="{EB81D245-055A-47B8-A4EB-36DFB96A1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905"/>
              <a:ext cx="337" cy="239"/>
            </a:xfrm>
            <a:custGeom>
              <a:avLst/>
              <a:gdLst>
                <a:gd name="T0" fmla="*/ 1346 w 158"/>
                <a:gd name="T1" fmla="*/ 0 h 105"/>
                <a:gd name="T2" fmla="*/ 1525 w 158"/>
                <a:gd name="T3" fmla="*/ 353 h 105"/>
                <a:gd name="T4" fmla="*/ 1261 w 158"/>
                <a:gd name="T5" fmla="*/ 740 h 105"/>
                <a:gd name="T6" fmla="*/ 0 w 158"/>
                <a:gd name="T7" fmla="*/ 1238 h 105"/>
                <a:gd name="T8" fmla="*/ 727 w 158"/>
                <a:gd name="T9" fmla="*/ 860 h 105"/>
                <a:gd name="T10" fmla="*/ 1233 w 158"/>
                <a:gd name="T11" fmla="*/ 637 h 105"/>
                <a:gd name="T12" fmla="*/ 1482 w 158"/>
                <a:gd name="T13" fmla="*/ 369 h 105"/>
                <a:gd name="T14" fmla="*/ 1337 w 158"/>
                <a:gd name="T15" fmla="*/ 8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05">
                  <a:moveTo>
                    <a:pt x="139" y="0"/>
                  </a:moveTo>
                  <a:cubicBezTo>
                    <a:pt x="147" y="0"/>
                    <a:pt x="157" y="22"/>
                    <a:pt x="157" y="30"/>
                  </a:cubicBezTo>
                  <a:cubicBezTo>
                    <a:pt x="158" y="46"/>
                    <a:pt x="143" y="56"/>
                    <a:pt x="130" y="63"/>
                  </a:cubicBezTo>
                  <a:cubicBezTo>
                    <a:pt x="91" y="81"/>
                    <a:pt x="44" y="104"/>
                    <a:pt x="0" y="105"/>
                  </a:cubicBezTo>
                  <a:cubicBezTo>
                    <a:pt x="24" y="100"/>
                    <a:pt x="52" y="83"/>
                    <a:pt x="75" y="73"/>
                  </a:cubicBezTo>
                  <a:cubicBezTo>
                    <a:pt x="93" y="65"/>
                    <a:pt x="109" y="59"/>
                    <a:pt x="127" y="54"/>
                  </a:cubicBezTo>
                  <a:cubicBezTo>
                    <a:pt x="138" y="51"/>
                    <a:pt x="150" y="42"/>
                    <a:pt x="153" y="31"/>
                  </a:cubicBezTo>
                  <a:cubicBezTo>
                    <a:pt x="158" y="16"/>
                    <a:pt x="148" y="14"/>
                    <a:pt x="13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1" name="Freeform 532">
              <a:extLst>
                <a:ext uri="{FF2B5EF4-FFF2-40B4-BE49-F238E27FC236}">
                  <a16:creationId xmlns:a16="http://schemas.microsoft.com/office/drawing/2014/main" id="{E5B6424B-33B8-4C1F-B915-3EFBEFEF9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740"/>
              <a:ext cx="334" cy="172"/>
            </a:xfrm>
            <a:custGeom>
              <a:avLst/>
              <a:gdLst>
                <a:gd name="T0" fmla="*/ 49 w 157"/>
                <a:gd name="T1" fmla="*/ 779 h 76"/>
                <a:gd name="T2" fmla="*/ 932 w 157"/>
                <a:gd name="T3" fmla="*/ 466 h 76"/>
                <a:gd name="T4" fmla="*/ 1513 w 157"/>
                <a:gd name="T5" fmla="*/ 36 h 76"/>
                <a:gd name="T6" fmla="*/ 1204 w 157"/>
                <a:gd name="T7" fmla="*/ 231 h 76"/>
                <a:gd name="T8" fmla="*/ 770 w 157"/>
                <a:gd name="T9" fmla="*/ 523 h 76"/>
                <a:gd name="T10" fmla="*/ 425 w 157"/>
                <a:gd name="T11" fmla="*/ 697 h 76"/>
                <a:gd name="T12" fmla="*/ 0 w 157"/>
                <a:gd name="T13" fmla="*/ 779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76">
                  <a:moveTo>
                    <a:pt x="5" y="67"/>
                  </a:moveTo>
                  <a:cubicBezTo>
                    <a:pt x="36" y="76"/>
                    <a:pt x="68" y="55"/>
                    <a:pt x="97" y="40"/>
                  </a:cubicBezTo>
                  <a:cubicBezTo>
                    <a:pt x="112" y="33"/>
                    <a:pt x="151" y="21"/>
                    <a:pt x="157" y="3"/>
                  </a:cubicBezTo>
                  <a:cubicBezTo>
                    <a:pt x="150" y="0"/>
                    <a:pt x="132" y="15"/>
                    <a:pt x="125" y="20"/>
                  </a:cubicBezTo>
                  <a:cubicBezTo>
                    <a:pt x="110" y="29"/>
                    <a:pt x="95" y="36"/>
                    <a:pt x="80" y="45"/>
                  </a:cubicBezTo>
                  <a:cubicBezTo>
                    <a:pt x="68" y="51"/>
                    <a:pt x="57" y="57"/>
                    <a:pt x="44" y="60"/>
                  </a:cubicBezTo>
                  <a:cubicBezTo>
                    <a:pt x="32" y="63"/>
                    <a:pt x="9" y="62"/>
                    <a:pt x="0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2" name="Freeform 533">
              <a:extLst>
                <a:ext uri="{FF2B5EF4-FFF2-40B4-BE49-F238E27FC236}">
                  <a16:creationId xmlns:a16="http://schemas.microsoft.com/office/drawing/2014/main" id="{B2C8185D-7C59-4C97-B15F-EBC8E6EB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756"/>
              <a:ext cx="222" cy="88"/>
            </a:xfrm>
            <a:custGeom>
              <a:avLst/>
              <a:gdLst>
                <a:gd name="T0" fmla="*/ 0 w 104"/>
                <a:gd name="T1" fmla="*/ 45 h 39"/>
                <a:gd name="T2" fmla="*/ 478 w 104"/>
                <a:gd name="T3" fmla="*/ 402 h 39"/>
                <a:gd name="T4" fmla="*/ 1012 w 104"/>
                <a:gd name="T5" fmla="*/ 0 h 39"/>
                <a:gd name="T6" fmla="*/ 137 w 104"/>
                <a:gd name="T7" fmla="*/ 21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39">
                  <a:moveTo>
                    <a:pt x="0" y="4"/>
                  </a:moveTo>
                  <a:cubicBezTo>
                    <a:pt x="9" y="21"/>
                    <a:pt x="30" y="38"/>
                    <a:pt x="49" y="35"/>
                  </a:cubicBezTo>
                  <a:cubicBezTo>
                    <a:pt x="66" y="31"/>
                    <a:pt x="97" y="18"/>
                    <a:pt x="104" y="0"/>
                  </a:cubicBezTo>
                  <a:cubicBezTo>
                    <a:pt x="88" y="12"/>
                    <a:pt x="32" y="39"/>
                    <a:pt x="1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3" name="Freeform 534">
              <a:extLst>
                <a:ext uri="{FF2B5EF4-FFF2-40B4-BE49-F238E27FC236}">
                  <a16:creationId xmlns:a16="http://schemas.microsoft.com/office/drawing/2014/main" id="{066C6679-5D19-4790-AB55-5680C0BAF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868"/>
              <a:ext cx="371" cy="309"/>
            </a:xfrm>
            <a:custGeom>
              <a:avLst/>
              <a:gdLst>
                <a:gd name="T0" fmla="*/ 1318 w 174"/>
                <a:gd name="T1" fmla="*/ 11 h 136"/>
                <a:gd name="T2" fmla="*/ 1533 w 174"/>
                <a:gd name="T3" fmla="*/ 423 h 136"/>
                <a:gd name="T4" fmla="*/ 1601 w 174"/>
                <a:gd name="T5" fmla="*/ 748 h 136"/>
                <a:gd name="T6" fmla="*/ 1533 w 174"/>
                <a:gd name="T7" fmla="*/ 1181 h 136"/>
                <a:gd name="T8" fmla="*/ 1309 w 174"/>
                <a:gd name="T9" fmla="*/ 1104 h 136"/>
                <a:gd name="T10" fmla="*/ 1087 w 174"/>
                <a:gd name="T11" fmla="*/ 1043 h 136"/>
                <a:gd name="T12" fmla="*/ 763 w 174"/>
                <a:gd name="T13" fmla="*/ 727 h 136"/>
                <a:gd name="T14" fmla="*/ 0 w 174"/>
                <a:gd name="T15" fmla="*/ 1595 h 136"/>
                <a:gd name="T16" fmla="*/ 746 w 174"/>
                <a:gd name="T17" fmla="*/ 552 h 136"/>
                <a:gd name="T18" fmla="*/ 1124 w 174"/>
                <a:gd name="T19" fmla="*/ 893 h 136"/>
                <a:gd name="T20" fmla="*/ 1490 w 174"/>
                <a:gd name="T21" fmla="*/ 1079 h 136"/>
                <a:gd name="T22" fmla="*/ 1482 w 174"/>
                <a:gd name="T23" fmla="*/ 600 h 136"/>
                <a:gd name="T24" fmla="*/ 1277 w 174"/>
                <a:gd name="T25" fmla="*/ 0 h 1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4" h="136">
                  <a:moveTo>
                    <a:pt x="136" y="1"/>
                  </a:moveTo>
                  <a:cubicBezTo>
                    <a:pt x="139" y="15"/>
                    <a:pt x="152" y="23"/>
                    <a:pt x="158" y="36"/>
                  </a:cubicBezTo>
                  <a:cubicBezTo>
                    <a:pt x="161" y="45"/>
                    <a:pt x="163" y="55"/>
                    <a:pt x="165" y="64"/>
                  </a:cubicBezTo>
                  <a:cubicBezTo>
                    <a:pt x="168" y="76"/>
                    <a:pt x="174" y="100"/>
                    <a:pt x="158" y="101"/>
                  </a:cubicBezTo>
                  <a:cubicBezTo>
                    <a:pt x="153" y="102"/>
                    <a:pt x="141" y="95"/>
                    <a:pt x="135" y="94"/>
                  </a:cubicBezTo>
                  <a:cubicBezTo>
                    <a:pt x="127" y="93"/>
                    <a:pt x="120" y="93"/>
                    <a:pt x="112" y="89"/>
                  </a:cubicBezTo>
                  <a:cubicBezTo>
                    <a:pt x="99" y="82"/>
                    <a:pt x="91" y="70"/>
                    <a:pt x="79" y="62"/>
                  </a:cubicBezTo>
                  <a:cubicBezTo>
                    <a:pt x="81" y="100"/>
                    <a:pt x="33" y="135"/>
                    <a:pt x="0" y="136"/>
                  </a:cubicBezTo>
                  <a:cubicBezTo>
                    <a:pt x="32" y="127"/>
                    <a:pt x="75" y="83"/>
                    <a:pt x="77" y="47"/>
                  </a:cubicBezTo>
                  <a:cubicBezTo>
                    <a:pt x="84" y="62"/>
                    <a:pt x="102" y="70"/>
                    <a:pt x="116" y="76"/>
                  </a:cubicBezTo>
                  <a:cubicBezTo>
                    <a:pt x="127" y="80"/>
                    <a:pt x="142" y="95"/>
                    <a:pt x="154" y="92"/>
                  </a:cubicBezTo>
                  <a:cubicBezTo>
                    <a:pt x="169" y="89"/>
                    <a:pt x="157" y="63"/>
                    <a:pt x="153" y="51"/>
                  </a:cubicBezTo>
                  <a:cubicBezTo>
                    <a:pt x="147" y="34"/>
                    <a:pt x="138" y="17"/>
                    <a:pt x="1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4" name="Freeform 535">
              <a:extLst>
                <a:ext uri="{FF2B5EF4-FFF2-40B4-BE49-F238E27FC236}">
                  <a16:creationId xmlns:a16="http://schemas.microsoft.com/office/drawing/2014/main" id="{B2F3A61B-5AAA-4173-A5A1-D8ED57CE2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213"/>
              <a:ext cx="438" cy="300"/>
            </a:xfrm>
            <a:custGeom>
              <a:avLst/>
              <a:gdLst>
                <a:gd name="T0" fmla="*/ 1954 w 206"/>
                <a:gd name="T1" fmla="*/ 259 h 132"/>
                <a:gd name="T2" fmla="*/ 691 w 206"/>
                <a:gd name="T3" fmla="*/ 620 h 132"/>
                <a:gd name="T4" fmla="*/ 257 w 206"/>
                <a:gd name="T5" fmla="*/ 877 h 132"/>
                <a:gd name="T6" fmla="*/ 104 w 206"/>
                <a:gd name="T7" fmla="*/ 1282 h 132"/>
                <a:gd name="T8" fmla="*/ 19 w 206"/>
                <a:gd name="T9" fmla="*/ 1080 h 132"/>
                <a:gd name="T10" fmla="*/ 308 w 206"/>
                <a:gd name="T11" fmla="*/ 1266 h 132"/>
                <a:gd name="T12" fmla="*/ 349 w 206"/>
                <a:gd name="T13" fmla="*/ 950 h 132"/>
                <a:gd name="T14" fmla="*/ 606 w 206"/>
                <a:gd name="T15" fmla="*/ 739 h 132"/>
                <a:gd name="T16" fmla="*/ 1393 w 206"/>
                <a:gd name="T17" fmla="*/ 361 h 132"/>
                <a:gd name="T18" fmla="*/ 1980 w 206"/>
                <a:gd name="T19" fmla="*/ 284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6" h="132">
                  <a:moveTo>
                    <a:pt x="203" y="22"/>
                  </a:moveTo>
                  <a:cubicBezTo>
                    <a:pt x="162" y="0"/>
                    <a:pt x="110" y="39"/>
                    <a:pt x="72" y="53"/>
                  </a:cubicBezTo>
                  <a:cubicBezTo>
                    <a:pt x="58" y="58"/>
                    <a:pt x="36" y="61"/>
                    <a:pt x="27" y="75"/>
                  </a:cubicBezTo>
                  <a:cubicBezTo>
                    <a:pt x="20" y="84"/>
                    <a:pt x="24" y="107"/>
                    <a:pt x="11" y="109"/>
                  </a:cubicBezTo>
                  <a:cubicBezTo>
                    <a:pt x="8" y="103"/>
                    <a:pt x="4" y="98"/>
                    <a:pt x="2" y="92"/>
                  </a:cubicBezTo>
                  <a:cubicBezTo>
                    <a:pt x="0" y="111"/>
                    <a:pt x="21" y="132"/>
                    <a:pt x="32" y="108"/>
                  </a:cubicBezTo>
                  <a:cubicBezTo>
                    <a:pt x="36" y="99"/>
                    <a:pt x="32" y="89"/>
                    <a:pt x="36" y="81"/>
                  </a:cubicBezTo>
                  <a:cubicBezTo>
                    <a:pt x="41" y="72"/>
                    <a:pt x="55" y="67"/>
                    <a:pt x="63" y="63"/>
                  </a:cubicBezTo>
                  <a:cubicBezTo>
                    <a:pt x="89" y="51"/>
                    <a:pt x="117" y="40"/>
                    <a:pt x="145" y="31"/>
                  </a:cubicBezTo>
                  <a:cubicBezTo>
                    <a:pt x="160" y="26"/>
                    <a:pt x="192" y="18"/>
                    <a:pt x="206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5" name="Freeform 536">
              <a:extLst>
                <a:ext uri="{FF2B5EF4-FFF2-40B4-BE49-F238E27FC236}">
                  <a16:creationId xmlns:a16="http://schemas.microsoft.com/office/drawing/2014/main" id="{6C479965-7C43-439F-90E7-ECDA8EEA7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120"/>
              <a:ext cx="251" cy="95"/>
            </a:xfrm>
            <a:custGeom>
              <a:avLst/>
              <a:gdLst>
                <a:gd name="T0" fmla="*/ 9 w 118"/>
                <a:gd name="T1" fmla="*/ 0 h 42"/>
                <a:gd name="T2" fmla="*/ 538 w 118"/>
                <a:gd name="T3" fmla="*/ 301 h 42"/>
                <a:gd name="T4" fmla="*/ 1136 w 118"/>
                <a:gd name="T5" fmla="*/ 357 h 42"/>
                <a:gd name="T6" fmla="*/ 60 w 118"/>
                <a:gd name="T7" fmla="*/ 7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42">
                  <a:moveTo>
                    <a:pt x="1" y="0"/>
                  </a:moveTo>
                  <a:cubicBezTo>
                    <a:pt x="0" y="25"/>
                    <a:pt x="41" y="23"/>
                    <a:pt x="56" y="26"/>
                  </a:cubicBezTo>
                  <a:cubicBezTo>
                    <a:pt x="73" y="28"/>
                    <a:pt x="104" y="42"/>
                    <a:pt x="118" y="31"/>
                  </a:cubicBezTo>
                  <a:cubicBezTo>
                    <a:pt x="89" y="18"/>
                    <a:pt x="25" y="39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6" name="Freeform 537">
              <a:extLst>
                <a:ext uri="{FF2B5EF4-FFF2-40B4-BE49-F238E27FC236}">
                  <a16:creationId xmlns:a16="http://schemas.microsoft.com/office/drawing/2014/main" id="{B9EAB3D3-01BA-4DEC-91E9-829B86E83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174"/>
              <a:ext cx="131" cy="198"/>
            </a:xfrm>
            <a:custGeom>
              <a:avLst/>
              <a:gdLst>
                <a:gd name="T0" fmla="*/ 104 w 62"/>
                <a:gd name="T1" fmla="*/ 0 h 87"/>
                <a:gd name="T2" fmla="*/ 112 w 62"/>
                <a:gd name="T3" fmla="*/ 674 h 87"/>
                <a:gd name="T4" fmla="*/ 585 w 62"/>
                <a:gd name="T5" fmla="*/ 840 h 87"/>
                <a:gd name="T6" fmla="*/ 133 w 62"/>
                <a:gd name="T7" fmla="*/ 626 h 87"/>
                <a:gd name="T8" fmla="*/ 93 w 62"/>
                <a:gd name="T9" fmla="*/ 4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87">
                  <a:moveTo>
                    <a:pt x="11" y="0"/>
                  </a:moveTo>
                  <a:cubicBezTo>
                    <a:pt x="2" y="20"/>
                    <a:pt x="0" y="37"/>
                    <a:pt x="12" y="57"/>
                  </a:cubicBezTo>
                  <a:cubicBezTo>
                    <a:pt x="22" y="71"/>
                    <a:pt x="45" y="87"/>
                    <a:pt x="62" y="71"/>
                  </a:cubicBezTo>
                  <a:cubicBezTo>
                    <a:pt x="45" y="70"/>
                    <a:pt x="24" y="70"/>
                    <a:pt x="14" y="53"/>
                  </a:cubicBezTo>
                  <a:cubicBezTo>
                    <a:pt x="6" y="41"/>
                    <a:pt x="4" y="17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7" name="Freeform 538">
              <a:extLst>
                <a:ext uri="{FF2B5EF4-FFF2-40B4-BE49-F238E27FC236}">
                  <a16:creationId xmlns:a16="http://schemas.microsoft.com/office/drawing/2014/main" id="{51059E41-4CC5-4CB1-8B5E-B0AD78F3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763"/>
              <a:ext cx="83" cy="237"/>
            </a:xfrm>
            <a:custGeom>
              <a:avLst/>
              <a:gdLst>
                <a:gd name="T0" fmla="*/ 377 w 39"/>
                <a:gd name="T1" fmla="*/ 36 h 104"/>
                <a:gd name="T2" fmla="*/ 68 w 39"/>
                <a:gd name="T3" fmla="*/ 451 h 104"/>
                <a:gd name="T4" fmla="*/ 232 w 39"/>
                <a:gd name="T5" fmla="*/ 1231 h 104"/>
                <a:gd name="T6" fmla="*/ 298 w 39"/>
                <a:gd name="T7" fmla="*/ 0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04">
                  <a:moveTo>
                    <a:pt x="39" y="3"/>
                  </a:moveTo>
                  <a:cubicBezTo>
                    <a:pt x="23" y="3"/>
                    <a:pt x="7" y="22"/>
                    <a:pt x="7" y="38"/>
                  </a:cubicBezTo>
                  <a:cubicBezTo>
                    <a:pt x="6" y="59"/>
                    <a:pt x="13" y="86"/>
                    <a:pt x="24" y="104"/>
                  </a:cubicBezTo>
                  <a:cubicBezTo>
                    <a:pt x="10" y="86"/>
                    <a:pt x="0" y="8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8" name="Freeform 539">
              <a:extLst>
                <a:ext uri="{FF2B5EF4-FFF2-40B4-BE49-F238E27FC236}">
                  <a16:creationId xmlns:a16="http://schemas.microsoft.com/office/drawing/2014/main" id="{E554FF07-FEC9-4CB3-AC59-19F9675D7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352"/>
              <a:ext cx="170" cy="334"/>
            </a:xfrm>
            <a:custGeom>
              <a:avLst/>
              <a:gdLst>
                <a:gd name="T0" fmla="*/ 731 w 80"/>
                <a:gd name="T1" fmla="*/ 36 h 147"/>
                <a:gd name="T2" fmla="*/ 128 w 80"/>
                <a:gd name="T3" fmla="*/ 543 h 147"/>
                <a:gd name="T4" fmla="*/ 60 w 80"/>
                <a:gd name="T5" fmla="*/ 1172 h 147"/>
                <a:gd name="T6" fmla="*/ 77 w 80"/>
                <a:gd name="T7" fmla="*/ 1725 h 147"/>
                <a:gd name="T8" fmla="*/ 145 w 80"/>
                <a:gd name="T9" fmla="*/ 763 h 147"/>
                <a:gd name="T10" fmla="*/ 767 w 80"/>
                <a:gd name="T11" fmla="*/ 0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147">
                  <a:moveTo>
                    <a:pt x="76" y="3"/>
                  </a:moveTo>
                  <a:cubicBezTo>
                    <a:pt x="56" y="5"/>
                    <a:pt x="23" y="28"/>
                    <a:pt x="13" y="46"/>
                  </a:cubicBezTo>
                  <a:cubicBezTo>
                    <a:pt x="5" y="62"/>
                    <a:pt x="8" y="83"/>
                    <a:pt x="6" y="100"/>
                  </a:cubicBezTo>
                  <a:cubicBezTo>
                    <a:pt x="4" y="114"/>
                    <a:pt x="0" y="135"/>
                    <a:pt x="8" y="147"/>
                  </a:cubicBezTo>
                  <a:cubicBezTo>
                    <a:pt x="8" y="120"/>
                    <a:pt x="8" y="91"/>
                    <a:pt x="15" y="65"/>
                  </a:cubicBezTo>
                  <a:cubicBezTo>
                    <a:pt x="24" y="28"/>
                    <a:pt x="48" y="15"/>
                    <a:pt x="8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9" name="Freeform 540">
              <a:extLst>
                <a:ext uri="{FF2B5EF4-FFF2-40B4-BE49-F238E27FC236}">
                  <a16:creationId xmlns:a16="http://schemas.microsoft.com/office/drawing/2014/main" id="{F3EDC1BD-6D72-402E-91A6-A3FEC676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2"/>
              <a:ext cx="104" cy="288"/>
            </a:xfrm>
            <a:custGeom>
              <a:avLst/>
              <a:gdLst>
                <a:gd name="T0" fmla="*/ 104 w 49"/>
                <a:gd name="T1" fmla="*/ 25 h 127"/>
                <a:gd name="T2" fmla="*/ 433 w 49"/>
                <a:gd name="T3" fmla="*/ 803 h 127"/>
                <a:gd name="T4" fmla="*/ 17 w 49"/>
                <a:gd name="T5" fmla="*/ 1481 h 127"/>
                <a:gd name="T6" fmla="*/ 189 w 49"/>
                <a:gd name="T7" fmla="*/ 1059 h 127"/>
                <a:gd name="T8" fmla="*/ 306 w 49"/>
                <a:gd name="T9" fmla="*/ 596 h 127"/>
                <a:gd name="T10" fmla="*/ 104 w 49"/>
                <a:gd name="T11" fmla="*/ 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27">
                  <a:moveTo>
                    <a:pt x="11" y="2"/>
                  </a:moveTo>
                  <a:cubicBezTo>
                    <a:pt x="26" y="16"/>
                    <a:pt x="49" y="45"/>
                    <a:pt x="45" y="69"/>
                  </a:cubicBezTo>
                  <a:cubicBezTo>
                    <a:pt x="42" y="86"/>
                    <a:pt x="16" y="118"/>
                    <a:pt x="2" y="127"/>
                  </a:cubicBezTo>
                  <a:cubicBezTo>
                    <a:pt x="0" y="115"/>
                    <a:pt x="14" y="101"/>
                    <a:pt x="20" y="91"/>
                  </a:cubicBezTo>
                  <a:cubicBezTo>
                    <a:pt x="27" y="78"/>
                    <a:pt x="32" y="66"/>
                    <a:pt x="32" y="51"/>
                  </a:cubicBezTo>
                  <a:cubicBezTo>
                    <a:pt x="33" y="27"/>
                    <a:pt x="24" y="16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0" name="Freeform 541">
              <a:extLst>
                <a:ext uri="{FF2B5EF4-FFF2-40B4-BE49-F238E27FC236}">
                  <a16:creationId xmlns:a16="http://schemas.microsoft.com/office/drawing/2014/main" id="{A7EF775A-34BB-449A-88D6-AEB6AE985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582"/>
              <a:ext cx="119" cy="408"/>
            </a:xfrm>
            <a:custGeom>
              <a:avLst/>
              <a:gdLst>
                <a:gd name="T0" fmla="*/ 461 w 56"/>
                <a:gd name="T1" fmla="*/ 93 h 180"/>
                <a:gd name="T2" fmla="*/ 153 w 56"/>
                <a:gd name="T3" fmla="*/ 1326 h 180"/>
                <a:gd name="T4" fmla="*/ 145 w 56"/>
                <a:gd name="T5" fmla="*/ 1865 h 180"/>
                <a:gd name="T6" fmla="*/ 9 w 56"/>
                <a:gd name="T7" fmla="*/ 2097 h 180"/>
                <a:gd name="T8" fmla="*/ 230 w 56"/>
                <a:gd name="T9" fmla="*/ 1773 h 180"/>
                <a:gd name="T10" fmla="*/ 240 w 56"/>
                <a:gd name="T11" fmla="*/ 1258 h 180"/>
                <a:gd name="T12" fmla="*/ 538 w 56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80">
                  <a:moveTo>
                    <a:pt x="48" y="8"/>
                  </a:moveTo>
                  <a:cubicBezTo>
                    <a:pt x="19" y="35"/>
                    <a:pt x="14" y="77"/>
                    <a:pt x="16" y="114"/>
                  </a:cubicBezTo>
                  <a:cubicBezTo>
                    <a:pt x="17" y="127"/>
                    <a:pt x="21" y="149"/>
                    <a:pt x="15" y="160"/>
                  </a:cubicBezTo>
                  <a:cubicBezTo>
                    <a:pt x="10" y="169"/>
                    <a:pt x="0" y="168"/>
                    <a:pt x="1" y="180"/>
                  </a:cubicBezTo>
                  <a:cubicBezTo>
                    <a:pt x="8" y="172"/>
                    <a:pt x="20" y="162"/>
                    <a:pt x="24" y="152"/>
                  </a:cubicBezTo>
                  <a:cubicBezTo>
                    <a:pt x="29" y="138"/>
                    <a:pt x="26" y="121"/>
                    <a:pt x="25" y="108"/>
                  </a:cubicBezTo>
                  <a:cubicBezTo>
                    <a:pt x="23" y="70"/>
                    <a:pt x="27" y="27"/>
                    <a:pt x="5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1" name="Freeform 542">
              <a:extLst>
                <a:ext uri="{FF2B5EF4-FFF2-40B4-BE49-F238E27FC236}">
                  <a16:creationId xmlns:a16="http://schemas.microsoft.com/office/drawing/2014/main" id="{5F13FB32-B0CB-41D0-A61B-198BCACCA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589"/>
              <a:ext cx="108" cy="131"/>
            </a:xfrm>
            <a:custGeom>
              <a:avLst/>
              <a:gdLst>
                <a:gd name="T0" fmla="*/ 457 w 51"/>
                <a:gd name="T1" fmla="*/ 587 h 58"/>
                <a:gd name="T2" fmla="*/ 246 w 51"/>
                <a:gd name="T3" fmla="*/ 337 h 58"/>
                <a:gd name="T4" fmla="*/ 197 w 51"/>
                <a:gd name="T5" fmla="*/ 669 h 58"/>
                <a:gd name="T6" fmla="*/ 76 w 51"/>
                <a:gd name="T7" fmla="*/ 219 h 58"/>
                <a:gd name="T8" fmla="*/ 485 w 51"/>
                <a:gd name="T9" fmla="*/ 57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8">
                  <a:moveTo>
                    <a:pt x="48" y="51"/>
                  </a:moveTo>
                  <a:cubicBezTo>
                    <a:pt x="42" y="47"/>
                    <a:pt x="33" y="31"/>
                    <a:pt x="26" y="29"/>
                  </a:cubicBezTo>
                  <a:cubicBezTo>
                    <a:pt x="8" y="25"/>
                    <a:pt x="22" y="48"/>
                    <a:pt x="21" y="58"/>
                  </a:cubicBezTo>
                  <a:cubicBezTo>
                    <a:pt x="10" y="58"/>
                    <a:pt x="0" y="27"/>
                    <a:pt x="8" y="19"/>
                  </a:cubicBezTo>
                  <a:cubicBezTo>
                    <a:pt x="25" y="0"/>
                    <a:pt x="43" y="42"/>
                    <a:pt x="51" y="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2" name="Freeform 543">
              <a:extLst>
                <a:ext uri="{FF2B5EF4-FFF2-40B4-BE49-F238E27FC236}">
                  <a16:creationId xmlns:a16="http://schemas.microsoft.com/office/drawing/2014/main" id="{029BF5DC-B33F-4077-8224-7E5FA896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282"/>
              <a:ext cx="66" cy="322"/>
            </a:xfrm>
            <a:custGeom>
              <a:avLst/>
              <a:gdLst>
                <a:gd name="T0" fmla="*/ 232 w 31"/>
                <a:gd name="T1" fmla="*/ 11 h 142"/>
                <a:gd name="T2" fmla="*/ 9 w 31"/>
                <a:gd name="T3" fmla="*/ 977 h 142"/>
                <a:gd name="T4" fmla="*/ 232 w 31"/>
                <a:gd name="T5" fmla="*/ 1655 h 142"/>
                <a:gd name="T6" fmla="*/ 136 w 31"/>
                <a:gd name="T7" fmla="*/ 608 h 142"/>
                <a:gd name="T8" fmla="*/ 204 w 31"/>
                <a:gd name="T9" fmla="*/ 200 h 142"/>
                <a:gd name="T10" fmla="*/ 221 w 31"/>
                <a:gd name="T11" fmla="*/ 0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42">
                  <a:moveTo>
                    <a:pt x="24" y="1"/>
                  </a:moveTo>
                  <a:cubicBezTo>
                    <a:pt x="5" y="17"/>
                    <a:pt x="1" y="60"/>
                    <a:pt x="1" y="84"/>
                  </a:cubicBezTo>
                  <a:cubicBezTo>
                    <a:pt x="0" y="103"/>
                    <a:pt x="9" y="129"/>
                    <a:pt x="24" y="142"/>
                  </a:cubicBezTo>
                  <a:cubicBezTo>
                    <a:pt x="19" y="112"/>
                    <a:pt x="11" y="84"/>
                    <a:pt x="14" y="52"/>
                  </a:cubicBezTo>
                  <a:cubicBezTo>
                    <a:pt x="15" y="40"/>
                    <a:pt x="18" y="28"/>
                    <a:pt x="21" y="17"/>
                  </a:cubicBezTo>
                  <a:cubicBezTo>
                    <a:pt x="22" y="11"/>
                    <a:pt x="31" y="0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3" name="Freeform 544">
              <a:extLst>
                <a:ext uri="{FF2B5EF4-FFF2-40B4-BE49-F238E27FC236}">
                  <a16:creationId xmlns:a16="http://schemas.microsoft.com/office/drawing/2014/main" id="{9665BEB5-0A0B-4A48-8DB8-ED16CD4F7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477"/>
              <a:ext cx="72" cy="314"/>
            </a:xfrm>
            <a:custGeom>
              <a:avLst/>
              <a:gdLst>
                <a:gd name="T0" fmla="*/ 0 w 34"/>
                <a:gd name="T1" fmla="*/ 1424 h 138"/>
                <a:gd name="T2" fmla="*/ 237 w 34"/>
                <a:gd name="T3" fmla="*/ 1554 h 138"/>
                <a:gd name="T4" fmla="*/ 273 w 34"/>
                <a:gd name="T5" fmla="*/ 1060 h 138"/>
                <a:gd name="T6" fmla="*/ 152 w 34"/>
                <a:gd name="T7" fmla="*/ 0 h 138"/>
                <a:gd name="T8" fmla="*/ 197 w 34"/>
                <a:gd name="T9" fmla="*/ 933 h 138"/>
                <a:gd name="T10" fmla="*/ 49 w 34"/>
                <a:gd name="T11" fmla="*/ 1449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38">
                  <a:moveTo>
                    <a:pt x="0" y="121"/>
                  </a:moveTo>
                  <a:cubicBezTo>
                    <a:pt x="3" y="129"/>
                    <a:pt x="16" y="138"/>
                    <a:pt x="25" y="132"/>
                  </a:cubicBezTo>
                  <a:cubicBezTo>
                    <a:pt x="34" y="126"/>
                    <a:pt x="29" y="100"/>
                    <a:pt x="29" y="90"/>
                  </a:cubicBezTo>
                  <a:cubicBezTo>
                    <a:pt x="29" y="61"/>
                    <a:pt x="27" y="27"/>
                    <a:pt x="16" y="0"/>
                  </a:cubicBezTo>
                  <a:cubicBezTo>
                    <a:pt x="9" y="24"/>
                    <a:pt x="19" y="53"/>
                    <a:pt x="21" y="79"/>
                  </a:cubicBezTo>
                  <a:cubicBezTo>
                    <a:pt x="22" y="93"/>
                    <a:pt x="28" y="124"/>
                    <a:pt x="5" y="1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4" name="Freeform 545">
              <a:extLst>
                <a:ext uri="{FF2B5EF4-FFF2-40B4-BE49-F238E27FC236}">
                  <a16:creationId xmlns:a16="http://schemas.microsoft.com/office/drawing/2014/main" id="{58FD7BD4-885D-4E48-A5B1-AB38C67FC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097"/>
              <a:ext cx="144" cy="552"/>
            </a:xfrm>
            <a:custGeom>
              <a:avLst/>
              <a:gdLst>
                <a:gd name="T0" fmla="*/ 125 w 68"/>
                <a:gd name="T1" fmla="*/ 11 h 243"/>
                <a:gd name="T2" fmla="*/ 17 w 68"/>
                <a:gd name="T3" fmla="*/ 423 h 243"/>
                <a:gd name="T4" fmla="*/ 0 w 68"/>
                <a:gd name="T5" fmla="*/ 877 h 243"/>
                <a:gd name="T6" fmla="*/ 136 w 68"/>
                <a:gd name="T7" fmla="*/ 1667 h 243"/>
                <a:gd name="T8" fmla="*/ 265 w 68"/>
                <a:gd name="T9" fmla="*/ 1956 h 243"/>
                <a:gd name="T10" fmla="*/ 246 w 68"/>
                <a:gd name="T11" fmla="*/ 2276 h 243"/>
                <a:gd name="T12" fmla="*/ 449 w 68"/>
                <a:gd name="T13" fmla="*/ 2519 h 243"/>
                <a:gd name="T14" fmla="*/ 646 w 68"/>
                <a:gd name="T15" fmla="*/ 2849 h 243"/>
                <a:gd name="T16" fmla="*/ 373 w 68"/>
                <a:gd name="T17" fmla="*/ 2240 h 243"/>
                <a:gd name="T18" fmla="*/ 188 w 68"/>
                <a:gd name="T19" fmla="*/ 1392 h 243"/>
                <a:gd name="T20" fmla="*/ 49 w 68"/>
                <a:gd name="T21" fmla="*/ 620 h 243"/>
                <a:gd name="T22" fmla="*/ 112 w 68"/>
                <a:gd name="T23" fmla="*/ 0 h 2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243">
                  <a:moveTo>
                    <a:pt x="13" y="1"/>
                  </a:moveTo>
                  <a:cubicBezTo>
                    <a:pt x="8" y="4"/>
                    <a:pt x="4" y="28"/>
                    <a:pt x="2" y="36"/>
                  </a:cubicBezTo>
                  <a:cubicBezTo>
                    <a:pt x="0" y="48"/>
                    <a:pt x="0" y="62"/>
                    <a:pt x="0" y="75"/>
                  </a:cubicBezTo>
                  <a:cubicBezTo>
                    <a:pt x="0" y="96"/>
                    <a:pt x="3" y="123"/>
                    <a:pt x="14" y="142"/>
                  </a:cubicBezTo>
                  <a:cubicBezTo>
                    <a:pt x="19" y="150"/>
                    <a:pt x="26" y="157"/>
                    <a:pt x="28" y="167"/>
                  </a:cubicBezTo>
                  <a:cubicBezTo>
                    <a:pt x="29" y="176"/>
                    <a:pt x="24" y="185"/>
                    <a:pt x="26" y="194"/>
                  </a:cubicBezTo>
                  <a:cubicBezTo>
                    <a:pt x="29" y="203"/>
                    <a:pt x="41" y="208"/>
                    <a:pt x="47" y="215"/>
                  </a:cubicBezTo>
                  <a:cubicBezTo>
                    <a:pt x="54" y="224"/>
                    <a:pt x="60" y="235"/>
                    <a:pt x="68" y="243"/>
                  </a:cubicBezTo>
                  <a:cubicBezTo>
                    <a:pt x="66" y="220"/>
                    <a:pt x="49" y="209"/>
                    <a:pt x="39" y="191"/>
                  </a:cubicBezTo>
                  <a:cubicBezTo>
                    <a:pt x="27" y="171"/>
                    <a:pt x="29" y="142"/>
                    <a:pt x="20" y="119"/>
                  </a:cubicBezTo>
                  <a:cubicBezTo>
                    <a:pt x="11" y="98"/>
                    <a:pt x="4" y="77"/>
                    <a:pt x="5" y="53"/>
                  </a:cubicBezTo>
                  <a:cubicBezTo>
                    <a:pt x="6" y="42"/>
                    <a:pt x="6" y="8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5" name="Freeform 546">
              <a:extLst>
                <a:ext uri="{FF2B5EF4-FFF2-40B4-BE49-F238E27FC236}">
                  <a16:creationId xmlns:a16="http://schemas.microsoft.com/office/drawing/2014/main" id="{9260B3EA-6824-4899-930E-FBB291C80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359"/>
              <a:ext cx="330" cy="305"/>
            </a:xfrm>
            <a:custGeom>
              <a:avLst/>
              <a:gdLst>
                <a:gd name="T0" fmla="*/ 1497 w 155"/>
                <a:gd name="T1" fmla="*/ 11 h 134"/>
                <a:gd name="T2" fmla="*/ 1205 w 155"/>
                <a:gd name="T3" fmla="*/ 105 h 134"/>
                <a:gd name="T4" fmla="*/ 888 w 155"/>
                <a:gd name="T5" fmla="*/ 212 h 134"/>
                <a:gd name="T6" fmla="*/ 549 w 155"/>
                <a:gd name="T7" fmla="*/ 694 h 134"/>
                <a:gd name="T8" fmla="*/ 385 w 155"/>
                <a:gd name="T9" fmla="*/ 1134 h 134"/>
                <a:gd name="T10" fmla="*/ 164 w 155"/>
                <a:gd name="T11" fmla="*/ 1320 h 134"/>
                <a:gd name="T12" fmla="*/ 0 w 155"/>
                <a:gd name="T13" fmla="*/ 1580 h 134"/>
                <a:gd name="T14" fmla="*/ 273 w 155"/>
                <a:gd name="T15" fmla="*/ 1320 h 134"/>
                <a:gd name="T16" fmla="*/ 513 w 155"/>
                <a:gd name="T17" fmla="*/ 1193 h 134"/>
                <a:gd name="T18" fmla="*/ 715 w 155"/>
                <a:gd name="T19" fmla="*/ 740 h 134"/>
                <a:gd name="T20" fmla="*/ 1409 w 155"/>
                <a:gd name="T21" fmla="*/ 118 h 1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134">
                  <a:moveTo>
                    <a:pt x="155" y="1"/>
                  </a:moveTo>
                  <a:cubicBezTo>
                    <a:pt x="144" y="0"/>
                    <a:pt x="135" y="6"/>
                    <a:pt x="125" y="9"/>
                  </a:cubicBezTo>
                  <a:cubicBezTo>
                    <a:pt x="113" y="11"/>
                    <a:pt x="103" y="12"/>
                    <a:pt x="92" y="18"/>
                  </a:cubicBezTo>
                  <a:cubicBezTo>
                    <a:pt x="76" y="28"/>
                    <a:pt x="66" y="42"/>
                    <a:pt x="57" y="59"/>
                  </a:cubicBezTo>
                  <a:cubicBezTo>
                    <a:pt x="50" y="72"/>
                    <a:pt x="50" y="88"/>
                    <a:pt x="40" y="96"/>
                  </a:cubicBezTo>
                  <a:cubicBezTo>
                    <a:pt x="33" y="103"/>
                    <a:pt x="24" y="105"/>
                    <a:pt x="17" y="112"/>
                  </a:cubicBezTo>
                  <a:cubicBezTo>
                    <a:pt x="10" y="118"/>
                    <a:pt x="5" y="127"/>
                    <a:pt x="0" y="134"/>
                  </a:cubicBezTo>
                  <a:cubicBezTo>
                    <a:pt x="9" y="126"/>
                    <a:pt x="18" y="119"/>
                    <a:pt x="28" y="112"/>
                  </a:cubicBezTo>
                  <a:cubicBezTo>
                    <a:pt x="35" y="108"/>
                    <a:pt x="47" y="106"/>
                    <a:pt x="53" y="101"/>
                  </a:cubicBezTo>
                  <a:cubicBezTo>
                    <a:pt x="64" y="93"/>
                    <a:pt x="66" y="75"/>
                    <a:pt x="74" y="63"/>
                  </a:cubicBezTo>
                  <a:cubicBezTo>
                    <a:pt x="92" y="35"/>
                    <a:pt x="113" y="14"/>
                    <a:pt x="14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6" name="Freeform 547">
              <a:extLst>
                <a:ext uri="{FF2B5EF4-FFF2-40B4-BE49-F238E27FC236}">
                  <a16:creationId xmlns:a16="http://schemas.microsoft.com/office/drawing/2014/main" id="{C7362CB2-6FAE-4C14-B3EB-D6EF0A172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000"/>
              <a:ext cx="161" cy="109"/>
            </a:xfrm>
            <a:custGeom>
              <a:avLst/>
              <a:gdLst>
                <a:gd name="T0" fmla="*/ 0 w 76"/>
                <a:gd name="T1" fmla="*/ 232 h 48"/>
                <a:gd name="T2" fmla="*/ 417 w 76"/>
                <a:gd name="T3" fmla="*/ 506 h 48"/>
                <a:gd name="T4" fmla="*/ 722 w 76"/>
                <a:gd name="T5" fmla="*/ 0 h 48"/>
                <a:gd name="T6" fmla="*/ 511 w 76"/>
                <a:gd name="T7" fmla="*/ 377 h 48"/>
                <a:gd name="T8" fmla="*/ 125 w 76"/>
                <a:gd name="T9" fmla="*/ 36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48">
                  <a:moveTo>
                    <a:pt x="0" y="20"/>
                  </a:moveTo>
                  <a:cubicBezTo>
                    <a:pt x="9" y="35"/>
                    <a:pt x="27" y="43"/>
                    <a:pt x="44" y="43"/>
                  </a:cubicBezTo>
                  <a:cubicBezTo>
                    <a:pt x="65" y="43"/>
                    <a:pt x="75" y="21"/>
                    <a:pt x="76" y="0"/>
                  </a:cubicBezTo>
                  <a:cubicBezTo>
                    <a:pt x="73" y="11"/>
                    <a:pt x="63" y="25"/>
                    <a:pt x="54" y="32"/>
                  </a:cubicBezTo>
                  <a:cubicBezTo>
                    <a:pt x="38" y="44"/>
                    <a:pt x="26" y="48"/>
                    <a:pt x="13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7" name="Freeform 548">
              <a:extLst>
                <a:ext uri="{FF2B5EF4-FFF2-40B4-BE49-F238E27FC236}">
                  <a16:creationId xmlns:a16="http://schemas.microsoft.com/office/drawing/2014/main" id="{3031434C-C4BE-4B9E-9660-72D223391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306"/>
              <a:ext cx="313" cy="241"/>
            </a:xfrm>
            <a:custGeom>
              <a:avLst/>
              <a:gdLst>
                <a:gd name="T0" fmla="*/ 1248 w 147"/>
                <a:gd name="T1" fmla="*/ 0 h 106"/>
                <a:gd name="T2" fmla="*/ 1003 w 147"/>
                <a:gd name="T3" fmla="*/ 869 h 106"/>
                <a:gd name="T4" fmla="*/ 0 w 147"/>
                <a:gd name="T5" fmla="*/ 930 h 106"/>
                <a:gd name="T6" fmla="*/ 481 w 147"/>
                <a:gd name="T7" fmla="*/ 869 h 106"/>
                <a:gd name="T8" fmla="*/ 956 w 147"/>
                <a:gd name="T9" fmla="*/ 637 h 106"/>
                <a:gd name="T10" fmla="*/ 1237 w 147"/>
                <a:gd name="T11" fmla="*/ 57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106">
                  <a:moveTo>
                    <a:pt x="129" y="0"/>
                  </a:moveTo>
                  <a:cubicBezTo>
                    <a:pt x="147" y="28"/>
                    <a:pt x="132" y="63"/>
                    <a:pt x="104" y="74"/>
                  </a:cubicBezTo>
                  <a:cubicBezTo>
                    <a:pt x="75" y="85"/>
                    <a:pt x="28" y="106"/>
                    <a:pt x="0" y="79"/>
                  </a:cubicBezTo>
                  <a:cubicBezTo>
                    <a:pt x="16" y="76"/>
                    <a:pt x="34" y="77"/>
                    <a:pt x="50" y="74"/>
                  </a:cubicBezTo>
                  <a:cubicBezTo>
                    <a:pt x="67" y="70"/>
                    <a:pt x="84" y="62"/>
                    <a:pt x="99" y="54"/>
                  </a:cubicBezTo>
                  <a:cubicBezTo>
                    <a:pt x="113" y="47"/>
                    <a:pt x="143" y="24"/>
                    <a:pt x="12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8" name="Freeform 549">
              <a:extLst>
                <a:ext uri="{FF2B5EF4-FFF2-40B4-BE49-F238E27FC236}">
                  <a16:creationId xmlns:a16="http://schemas.microsoft.com/office/drawing/2014/main" id="{71617616-71D1-46E0-ACB4-5013EB325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56"/>
              <a:ext cx="111" cy="268"/>
            </a:xfrm>
            <a:custGeom>
              <a:avLst/>
              <a:gdLst>
                <a:gd name="T0" fmla="*/ 88 w 52"/>
                <a:gd name="T1" fmla="*/ 0 h 118"/>
                <a:gd name="T2" fmla="*/ 497 w 52"/>
                <a:gd name="T3" fmla="*/ 527 h 118"/>
                <a:gd name="T4" fmla="*/ 256 w 52"/>
                <a:gd name="T5" fmla="*/ 949 h 118"/>
                <a:gd name="T6" fmla="*/ 0 w 52"/>
                <a:gd name="T7" fmla="*/ 1383 h 118"/>
                <a:gd name="T8" fmla="*/ 333 w 52"/>
                <a:gd name="T9" fmla="*/ 516 h 118"/>
                <a:gd name="T10" fmla="*/ 88 w 52"/>
                <a:gd name="T11" fmla="*/ 82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18">
                  <a:moveTo>
                    <a:pt x="9" y="0"/>
                  </a:moveTo>
                  <a:cubicBezTo>
                    <a:pt x="21" y="14"/>
                    <a:pt x="50" y="22"/>
                    <a:pt x="51" y="45"/>
                  </a:cubicBezTo>
                  <a:cubicBezTo>
                    <a:pt x="52" y="62"/>
                    <a:pt x="36" y="71"/>
                    <a:pt x="26" y="81"/>
                  </a:cubicBezTo>
                  <a:cubicBezTo>
                    <a:pt x="15" y="91"/>
                    <a:pt x="8" y="105"/>
                    <a:pt x="0" y="118"/>
                  </a:cubicBezTo>
                  <a:cubicBezTo>
                    <a:pt x="8" y="93"/>
                    <a:pt x="36" y="72"/>
                    <a:pt x="34" y="44"/>
                  </a:cubicBezTo>
                  <a:cubicBezTo>
                    <a:pt x="33" y="27"/>
                    <a:pt x="22" y="15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9" name="Freeform 550">
              <a:extLst>
                <a:ext uri="{FF2B5EF4-FFF2-40B4-BE49-F238E27FC236}">
                  <a16:creationId xmlns:a16="http://schemas.microsoft.com/office/drawing/2014/main" id="{300EE206-CFD1-4067-96D8-B02535BE8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622"/>
              <a:ext cx="230" cy="199"/>
            </a:xfrm>
            <a:custGeom>
              <a:avLst/>
              <a:gdLst>
                <a:gd name="T0" fmla="*/ 992 w 108"/>
                <a:gd name="T1" fmla="*/ 138 h 88"/>
                <a:gd name="T2" fmla="*/ 598 w 108"/>
                <a:gd name="T3" fmla="*/ 855 h 88"/>
                <a:gd name="T4" fmla="*/ 0 w 108"/>
                <a:gd name="T5" fmla="*/ 936 h 88"/>
                <a:gd name="T6" fmla="*/ 494 w 108"/>
                <a:gd name="T7" fmla="*/ 717 h 88"/>
                <a:gd name="T8" fmla="*/ 794 w 108"/>
                <a:gd name="T9" fmla="*/ 531 h 88"/>
                <a:gd name="T10" fmla="*/ 1044 w 108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88">
                  <a:moveTo>
                    <a:pt x="103" y="12"/>
                  </a:moveTo>
                  <a:cubicBezTo>
                    <a:pt x="90" y="37"/>
                    <a:pt x="90" y="63"/>
                    <a:pt x="62" y="74"/>
                  </a:cubicBezTo>
                  <a:cubicBezTo>
                    <a:pt x="46" y="80"/>
                    <a:pt x="15" y="88"/>
                    <a:pt x="0" y="81"/>
                  </a:cubicBezTo>
                  <a:cubicBezTo>
                    <a:pt x="17" y="75"/>
                    <a:pt x="34" y="68"/>
                    <a:pt x="51" y="62"/>
                  </a:cubicBezTo>
                  <a:cubicBezTo>
                    <a:pt x="62" y="59"/>
                    <a:pt x="74" y="55"/>
                    <a:pt x="82" y="46"/>
                  </a:cubicBezTo>
                  <a:cubicBezTo>
                    <a:pt x="91" y="35"/>
                    <a:pt x="102" y="13"/>
                    <a:pt x="10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0" name="Freeform 551">
              <a:extLst>
                <a:ext uri="{FF2B5EF4-FFF2-40B4-BE49-F238E27FC236}">
                  <a16:creationId xmlns:a16="http://schemas.microsoft.com/office/drawing/2014/main" id="{297CD317-6183-43C9-BB65-2AF15C522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327"/>
              <a:ext cx="170" cy="246"/>
            </a:xfrm>
            <a:custGeom>
              <a:avLst/>
              <a:gdLst>
                <a:gd name="T0" fmla="*/ 529 w 80"/>
                <a:gd name="T1" fmla="*/ 93 h 108"/>
                <a:gd name="T2" fmla="*/ 663 w 80"/>
                <a:gd name="T3" fmla="*/ 852 h 108"/>
                <a:gd name="T4" fmla="*/ 374 w 80"/>
                <a:gd name="T5" fmla="*/ 1052 h 108"/>
                <a:gd name="T6" fmla="*/ 0 w 80"/>
                <a:gd name="T7" fmla="*/ 1276 h 108"/>
                <a:gd name="T8" fmla="*/ 538 w 80"/>
                <a:gd name="T9" fmla="*/ 535 h 108"/>
                <a:gd name="T10" fmla="*/ 453 w 80"/>
                <a:gd name="T11" fmla="*/ 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108">
                  <a:moveTo>
                    <a:pt x="55" y="8"/>
                  </a:moveTo>
                  <a:cubicBezTo>
                    <a:pt x="65" y="22"/>
                    <a:pt x="80" y="55"/>
                    <a:pt x="69" y="72"/>
                  </a:cubicBezTo>
                  <a:cubicBezTo>
                    <a:pt x="63" y="82"/>
                    <a:pt x="48" y="85"/>
                    <a:pt x="39" y="89"/>
                  </a:cubicBezTo>
                  <a:cubicBezTo>
                    <a:pt x="25" y="95"/>
                    <a:pt x="13" y="102"/>
                    <a:pt x="0" y="108"/>
                  </a:cubicBezTo>
                  <a:cubicBezTo>
                    <a:pt x="21" y="90"/>
                    <a:pt x="54" y="76"/>
                    <a:pt x="56" y="45"/>
                  </a:cubicBezTo>
                  <a:cubicBezTo>
                    <a:pt x="57" y="29"/>
                    <a:pt x="46" y="16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1" name="Freeform 552">
              <a:extLst>
                <a:ext uri="{FF2B5EF4-FFF2-40B4-BE49-F238E27FC236}">
                  <a16:creationId xmlns:a16="http://schemas.microsoft.com/office/drawing/2014/main" id="{32BC766A-0664-4EED-91FB-CC2855B15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091"/>
              <a:ext cx="153" cy="68"/>
            </a:xfrm>
            <a:custGeom>
              <a:avLst/>
              <a:gdLst>
                <a:gd name="T0" fmla="*/ 213 w 72"/>
                <a:gd name="T1" fmla="*/ 340 h 30"/>
                <a:gd name="T2" fmla="*/ 298 w 72"/>
                <a:gd name="T3" fmla="*/ 93 h 30"/>
                <a:gd name="T4" fmla="*/ 691 w 72"/>
                <a:gd name="T5" fmla="*/ 0 h 30"/>
                <a:gd name="T6" fmla="*/ 204 w 72"/>
                <a:gd name="T7" fmla="*/ 34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30">
                  <a:moveTo>
                    <a:pt x="22" y="29"/>
                  </a:moveTo>
                  <a:cubicBezTo>
                    <a:pt x="0" y="28"/>
                    <a:pt x="26" y="10"/>
                    <a:pt x="31" y="8"/>
                  </a:cubicBezTo>
                  <a:cubicBezTo>
                    <a:pt x="44" y="3"/>
                    <a:pt x="58" y="2"/>
                    <a:pt x="72" y="0"/>
                  </a:cubicBezTo>
                  <a:cubicBezTo>
                    <a:pt x="59" y="8"/>
                    <a:pt x="26" y="10"/>
                    <a:pt x="2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2" name="Freeform 553">
              <a:extLst>
                <a:ext uri="{FF2B5EF4-FFF2-40B4-BE49-F238E27FC236}">
                  <a16:creationId xmlns:a16="http://schemas.microsoft.com/office/drawing/2014/main" id="{03D188EF-2A1D-4E41-A578-41C3DDFD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107"/>
              <a:ext cx="464" cy="157"/>
            </a:xfrm>
            <a:custGeom>
              <a:avLst/>
              <a:gdLst>
                <a:gd name="T0" fmla="*/ 117 w 218"/>
                <a:gd name="T1" fmla="*/ 0 h 69"/>
                <a:gd name="T2" fmla="*/ 634 w 218"/>
                <a:gd name="T3" fmla="*/ 166 h 69"/>
                <a:gd name="T4" fmla="*/ 1043 w 218"/>
                <a:gd name="T5" fmla="*/ 239 h 69"/>
                <a:gd name="T6" fmla="*/ 1630 w 218"/>
                <a:gd name="T7" fmla="*/ 446 h 69"/>
                <a:gd name="T8" fmla="*/ 2103 w 218"/>
                <a:gd name="T9" fmla="*/ 812 h 69"/>
                <a:gd name="T10" fmla="*/ 1477 w 218"/>
                <a:gd name="T11" fmla="*/ 576 h 69"/>
                <a:gd name="T12" fmla="*/ 932 w 218"/>
                <a:gd name="T13" fmla="*/ 389 h 69"/>
                <a:gd name="T14" fmla="*/ 417 w 218"/>
                <a:gd name="T15" fmla="*/ 203 h 69"/>
                <a:gd name="T16" fmla="*/ 0 w 218"/>
                <a:gd name="T17" fmla="*/ 25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69">
                  <a:moveTo>
                    <a:pt x="12" y="0"/>
                  </a:moveTo>
                  <a:cubicBezTo>
                    <a:pt x="31" y="3"/>
                    <a:pt x="48" y="8"/>
                    <a:pt x="66" y="14"/>
                  </a:cubicBezTo>
                  <a:cubicBezTo>
                    <a:pt x="81" y="18"/>
                    <a:pt x="93" y="19"/>
                    <a:pt x="108" y="20"/>
                  </a:cubicBezTo>
                  <a:cubicBezTo>
                    <a:pt x="129" y="23"/>
                    <a:pt x="150" y="29"/>
                    <a:pt x="169" y="38"/>
                  </a:cubicBezTo>
                  <a:cubicBezTo>
                    <a:pt x="186" y="47"/>
                    <a:pt x="200" y="62"/>
                    <a:pt x="218" y="69"/>
                  </a:cubicBezTo>
                  <a:cubicBezTo>
                    <a:pt x="198" y="69"/>
                    <a:pt x="172" y="56"/>
                    <a:pt x="153" y="49"/>
                  </a:cubicBezTo>
                  <a:cubicBezTo>
                    <a:pt x="134" y="42"/>
                    <a:pt x="117" y="37"/>
                    <a:pt x="97" y="33"/>
                  </a:cubicBezTo>
                  <a:cubicBezTo>
                    <a:pt x="79" y="30"/>
                    <a:pt x="61" y="23"/>
                    <a:pt x="43" y="17"/>
                  </a:cubicBezTo>
                  <a:cubicBezTo>
                    <a:pt x="30" y="12"/>
                    <a:pt x="13" y="3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3" name="Freeform 554">
              <a:extLst>
                <a:ext uri="{FF2B5EF4-FFF2-40B4-BE49-F238E27FC236}">
                  <a16:creationId xmlns:a16="http://schemas.microsoft.com/office/drawing/2014/main" id="{7B4D6AC3-A230-49A4-AEC2-B20F68BC7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632"/>
              <a:ext cx="236" cy="302"/>
            </a:xfrm>
            <a:custGeom>
              <a:avLst/>
              <a:gdLst>
                <a:gd name="T0" fmla="*/ 0 w 111"/>
                <a:gd name="T1" fmla="*/ 552 h 133"/>
                <a:gd name="T2" fmla="*/ 521 w 111"/>
                <a:gd name="T3" fmla="*/ 129 h 133"/>
                <a:gd name="T4" fmla="*/ 846 w 111"/>
                <a:gd name="T5" fmla="*/ 93 h 133"/>
                <a:gd name="T6" fmla="*/ 863 w 111"/>
                <a:gd name="T7" fmla="*/ 341 h 133"/>
                <a:gd name="T8" fmla="*/ 923 w 111"/>
                <a:gd name="T9" fmla="*/ 718 h 133"/>
                <a:gd name="T10" fmla="*/ 1016 w 111"/>
                <a:gd name="T11" fmla="*/ 1558 h 133"/>
                <a:gd name="T12" fmla="*/ 855 w 111"/>
                <a:gd name="T13" fmla="*/ 892 h 133"/>
                <a:gd name="T14" fmla="*/ 719 w 111"/>
                <a:gd name="T15" fmla="*/ 386 h 133"/>
                <a:gd name="T16" fmla="*/ 49 w 111"/>
                <a:gd name="T17" fmla="*/ 506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33">
                  <a:moveTo>
                    <a:pt x="0" y="47"/>
                  </a:moveTo>
                  <a:cubicBezTo>
                    <a:pt x="19" y="35"/>
                    <a:pt x="33" y="19"/>
                    <a:pt x="54" y="11"/>
                  </a:cubicBezTo>
                  <a:cubicBezTo>
                    <a:pt x="63" y="8"/>
                    <a:pt x="81" y="0"/>
                    <a:pt x="88" y="8"/>
                  </a:cubicBezTo>
                  <a:cubicBezTo>
                    <a:pt x="93" y="13"/>
                    <a:pt x="90" y="23"/>
                    <a:pt x="90" y="29"/>
                  </a:cubicBezTo>
                  <a:cubicBezTo>
                    <a:pt x="91" y="40"/>
                    <a:pt x="94" y="50"/>
                    <a:pt x="96" y="61"/>
                  </a:cubicBezTo>
                  <a:cubicBezTo>
                    <a:pt x="102" y="83"/>
                    <a:pt x="111" y="109"/>
                    <a:pt x="106" y="133"/>
                  </a:cubicBezTo>
                  <a:cubicBezTo>
                    <a:pt x="92" y="125"/>
                    <a:pt x="93" y="91"/>
                    <a:pt x="89" y="76"/>
                  </a:cubicBezTo>
                  <a:cubicBezTo>
                    <a:pt x="85" y="63"/>
                    <a:pt x="83" y="46"/>
                    <a:pt x="75" y="33"/>
                  </a:cubicBezTo>
                  <a:cubicBezTo>
                    <a:pt x="59" y="7"/>
                    <a:pt x="23" y="26"/>
                    <a:pt x="5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4" name="Freeform 555">
              <a:extLst>
                <a:ext uri="{FF2B5EF4-FFF2-40B4-BE49-F238E27FC236}">
                  <a16:creationId xmlns:a16="http://schemas.microsoft.com/office/drawing/2014/main" id="{58A6B2C1-A8FE-4194-BB3C-140227CEB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688"/>
              <a:ext cx="213" cy="368"/>
            </a:xfrm>
            <a:custGeom>
              <a:avLst/>
              <a:gdLst>
                <a:gd name="T0" fmla="*/ 967 w 100"/>
                <a:gd name="T1" fmla="*/ 102 h 162"/>
                <a:gd name="T2" fmla="*/ 435 w 100"/>
                <a:gd name="T3" fmla="*/ 634 h 162"/>
                <a:gd name="T4" fmla="*/ 164 w 100"/>
                <a:gd name="T5" fmla="*/ 1115 h 162"/>
                <a:gd name="T6" fmla="*/ 117 w 100"/>
                <a:gd name="T7" fmla="*/ 1327 h 162"/>
                <a:gd name="T8" fmla="*/ 128 w 100"/>
                <a:gd name="T9" fmla="*/ 1547 h 162"/>
                <a:gd name="T10" fmla="*/ 9 w 100"/>
                <a:gd name="T11" fmla="*/ 1688 h 162"/>
                <a:gd name="T12" fmla="*/ 77 w 100"/>
                <a:gd name="T13" fmla="*/ 1899 h 162"/>
                <a:gd name="T14" fmla="*/ 317 w 100"/>
                <a:gd name="T15" fmla="*/ 950 h 162"/>
                <a:gd name="T16" fmla="*/ 967 w 100"/>
                <a:gd name="T17" fmla="*/ 0 h 1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162">
                  <a:moveTo>
                    <a:pt x="100" y="9"/>
                  </a:moveTo>
                  <a:cubicBezTo>
                    <a:pt x="80" y="13"/>
                    <a:pt x="58" y="38"/>
                    <a:pt x="45" y="54"/>
                  </a:cubicBezTo>
                  <a:cubicBezTo>
                    <a:pt x="34" y="66"/>
                    <a:pt x="23" y="80"/>
                    <a:pt x="17" y="95"/>
                  </a:cubicBezTo>
                  <a:cubicBezTo>
                    <a:pt x="15" y="101"/>
                    <a:pt x="12" y="107"/>
                    <a:pt x="12" y="113"/>
                  </a:cubicBezTo>
                  <a:cubicBezTo>
                    <a:pt x="11" y="120"/>
                    <a:pt x="15" y="126"/>
                    <a:pt x="13" y="132"/>
                  </a:cubicBezTo>
                  <a:cubicBezTo>
                    <a:pt x="11" y="137"/>
                    <a:pt x="2" y="137"/>
                    <a:pt x="1" y="144"/>
                  </a:cubicBezTo>
                  <a:cubicBezTo>
                    <a:pt x="0" y="150"/>
                    <a:pt x="4" y="160"/>
                    <a:pt x="8" y="162"/>
                  </a:cubicBezTo>
                  <a:cubicBezTo>
                    <a:pt x="21" y="136"/>
                    <a:pt x="16" y="106"/>
                    <a:pt x="33" y="81"/>
                  </a:cubicBezTo>
                  <a:cubicBezTo>
                    <a:pt x="52" y="54"/>
                    <a:pt x="72" y="19"/>
                    <a:pt x="10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5" name="Freeform 556">
              <a:extLst>
                <a:ext uri="{FF2B5EF4-FFF2-40B4-BE49-F238E27FC236}">
                  <a16:creationId xmlns:a16="http://schemas.microsoft.com/office/drawing/2014/main" id="{A3A0F0EB-D696-4FBE-B161-DF167B48C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206"/>
              <a:ext cx="173" cy="341"/>
            </a:xfrm>
            <a:custGeom>
              <a:avLst/>
              <a:gdLst>
                <a:gd name="T0" fmla="*/ 703 w 81"/>
                <a:gd name="T1" fmla="*/ 0 h 150"/>
                <a:gd name="T2" fmla="*/ 615 w 81"/>
                <a:gd name="T3" fmla="*/ 1505 h 150"/>
                <a:gd name="T4" fmla="*/ 489 w 81"/>
                <a:gd name="T5" fmla="*/ 1716 h 150"/>
                <a:gd name="T6" fmla="*/ 301 w 81"/>
                <a:gd name="T7" fmla="*/ 1596 h 150"/>
                <a:gd name="T8" fmla="*/ 0 w 81"/>
                <a:gd name="T9" fmla="*/ 1071 h 150"/>
                <a:gd name="T10" fmla="*/ 583 w 81"/>
                <a:gd name="T11" fmla="*/ 1412 h 150"/>
                <a:gd name="T12" fmla="*/ 651 w 81"/>
                <a:gd name="T13" fmla="*/ 775 h 150"/>
                <a:gd name="T14" fmla="*/ 694 w 81"/>
                <a:gd name="T15" fmla="*/ 13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150">
                  <a:moveTo>
                    <a:pt x="72" y="0"/>
                  </a:moveTo>
                  <a:cubicBezTo>
                    <a:pt x="78" y="42"/>
                    <a:pt x="81" y="88"/>
                    <a:pt x="63" y="128"/>
                  </a:cubicBezTo>
                  <a:cubicBezTo>
                    <a:pt x="60" y="135"/>
                    <a:pt x="57" y="143"/>
                    <a:pt x="50" y="146"/>
                  </a:cubicBezTo>
                  <a:cubicBezTo>
                    <a:pt x="40" y="150"/>
                    <a:pt x="37" y="142"/>
                    <a:pt x="31" y="136"/>
                  </a:cubicBezTo>
                  <a:cubicBezTo>
                    <a:pt x="22" y="126"/>
                    <a:pt x="2" y="106"/>
                    <a:pt x="0" y="91"/>
                  </a:cubicBezTo>
                  <a:cubicBezTo>
                    <a:pt x="13" y="98"/>
                    <a:pt x="43" y="140"/>
                    <a:pt x="60" y="120"/>
                  </a:cubicBezTo>
                  <a:cubicBezTo>
                    <a:pt x="69" y="109"/>
                    <a:pt x="65" y="80"/>
                    <a:pt x="67" y="66"/>
                  </a:cubicBezTo>
                  <a:cubicBezTo>
                    <a:pt x="70" y="47"/>
                    <a:pt x="71" y="29"/>
                    <a:pt x="7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6" name="Freeform 557">
              <a:extLst>
                <a:ext uri="{FF2B5EF4-FFF2-40B4-BE49-F238E27FC236}">
                  <a16:creationId xmlns:a16="http://schemas.microsoft.com/office/drawing/2014/main" id="{54C300CC-139D-4228-B25A-053DF9F9C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590"/>
              <a:ext cx="215" cy="163"/>
            </a:xfrm>
            <a:custGeom>
              <a:avLst/>
              <a:gdLst>
                <a:gd name="T0" fmla="*/ 715 w 101"/>
                <a:gd name="T1" fmla="*/ 149 h 72"/>
                <a:gd name="T2" fmla="*/ 896 w 101"/>
                <a:gd name="T3" fmla="*/ 82 h 72"/>
                <a:gd name="T4" fmla="*/ 811 w 101"/>
                <a:gd name="T5" fmla="*/ 478 h 72"/>
                <a:gd name="T6" fmla="*/ 0 w 101"/>
                <a:gd name="T7" fmla="*/ 478 h 72"/>
                <a:gd name="T8" fmla="*/ 734 w 101"/>
                <a:gd name="T9" fmla="*/ 430 h 72"/>
                <a:gd name="T10" fmla="*/ 734 w 101"/>
                <a:gd name="T11" fmla="*/ 138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72">
                  <a:moveTo>
                    <a:pt x="74" y="13"/>
                  </a:moveTo>
                  <a:cubicBezTo>
                    <a:pt x="75" y="2"/>
                    <a:pt x="87" y="0"/>
                    <a:pt x="93" y="7"/>
                  </a:cubicBezTo>
                  <a:cubicBezTo>
                    <a:pt x="101" y="17"/>
                    <a:pt x="90" y="33"/>
                    <a:pt x="84" y="41"/>
                  </a:cubicBezTo>
                  <a:cubicBezTo>
                    <a:pt x="59" y="72"/>
                    <a:pt x="28" y="59"/>
                    <a:pt x="0" y="41"/>
                  </a:cubicBezTo>
                  <a:cubicBezTo>
                    <a:pt x="25" y="39"/>
                    <a:pt x="55" y="56"/>
                    <a:pt x="76" y="37"/>
                  </a:cubicBezTo>
                  <a:cubicBezTo>
                    <a:pt x="83" y="30"/>
                    <a:pt x="98" y="2"/>
                    <a:pt x="7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7" name="Freeform 558">
              <a:extLst>
                <a:ext uri="{FF2B5EF4-FFF2-40B4-BE49-F238E27FC236}">
                  <a16:creationId xmlns:a16="http://schemas.microsoft.com/office/drawing/2014/main" id="{70082BA3-E414-4C1E-95CA-5814FFC10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597"/>
              <a:ext cx="360" cy="213"/>
            </a:xfrm>
            <a:custGeom>
              <a:avLst/>
              <a:gdLst>
                <a:gd name="T0" fmla="*/ 0 w 169"/>
                <a:gd name="T1" fmla="*/ 689 h 94"/>
                <a:gd name="T2" fmla="*/ 899 w 169"/>
                <a:gd name="T3" fmla="*/ 324 h 94"/>
                <a:gd name="T4" fmla="*/ 1257 w 169"/>
                <a:gd name="T5" fmla="*/ 276 h 94"/>
                <a:gd name="T6" fmla="*/ 1421 w 169"/>
                <a:gd name="T7" fmla="*/ 138 h 94"/>
                <a:gd name="T8" fmla="*/ 1634 w 169"/>
                <a:gd name="T9" fmla="*/ 57 h 94"/>
                <a:gd name="T10" fmla="*/ 1257 w 169"/>
                <a:gd name="T11" fmla="*/ 102 h 94"/>
                <a:gd name="T12" fmla="*/ 839 w 169"/>
                <a:gd name="T13" fmla="*/ 276 h 94"/>
                <a:gd name="T14" fmla="*/ 503 w 169"/>
                <a:gd name="T15" fmla="*/ 560 h 94"/>
                <a:gd name="T16" fmla="*/ 9 w 169"/>
                <a:gd name="T17" fmla="*/ 779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9" h="94">
                  <a:moveTo>
                    <a:pt x="0" y="59"/>
                  </a:moveTo>
                  <a:cubicBezTo>
                    <a:pt x="15" y="94"/>
                    <a:pt x="74" y="38"/>
                    <a:pt x="93" y="28"/>
                  </a:cubicBezTo>
                  <a:cubicBezTo>
                    <a:pt x="107" y="21"/>
                    <a:pt x="117" y="29"/>
                    <a:pt x="130" y="24"/>
                  </a:cubicBezTo>
                  <a:cubicBezTo>
                    <a:pt x="136" y="22"/>
                    <a:pt x="141" y="15"/>
                    <a:pt x="147" y="12"/>
                  </a:cubicBezTo>
                  <a:cubicBezTo>
                    <a:pt x="154" y="9"/>
                    <a:pt x="163" y="9"/>
                    <a:pt x="169" y="5"/>
                  </a:cubicBezTo>
                  <a:cubicBezTo>
                    <a:pt x="157" y="0"/>
                    <a:pt x="142" y="4"/>
                    <a:pt x="130" y="9"/>
                  </a:cubicBezTo>
                  <a:cubicBezTo>
                    <a:pt x="115" y="16"/>
                    <a:pt x="102" y="20"/>
                    <a:pt x="87" y="24"/>
                  </a:cubicBezTo>
                  <a:cubicBezTo>
                    <a:pt x="72" y="29"/>
                    <a:pt x="64" y="38"/>
                    <a:pt x="52" y="48"/>
                  </a:cubicBezTo>
                  <a:cubicBezTo>
                    <a:pt x="42" y="57"/>
                    <a:pt x="14" y="77"/>
                    <a:pt x="1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8" name="Freeform 559">
              <a:extLst>
                <a:ext uri="{FF2B5EF4-FFF2-40B4-BE49-F238E27FC236}">
                  <a16:creationId xmlns:a16="http://schemas.microsoft.com/office/drawing/2014/main" id="{104AFC40-AC28-41EF-A296-30B94E371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138"/>
              <a:ext cx="196" cy="136"/>
            </a:xfrm>
            <a:custGeom>
              <a:avLst/>
              <a:gdLst>
                <a:gd name="T0" fmla="*/ 136 w 92"/>
                <a:gd name="T1" fmla="*/ 211 h 60"/>
                <a:gd name="T2" fmla="*/ 326 w 92"/>
                <a:gd name="T3" fmla="*/ 406 h 60"/>
                <a:gd name="T4" fmla="*/ 695 w 92"/>
                <a:gd name="T5" fmla="*/ 340 h 60"/>
                <a:gd name="T6" fmla="*/ 249 w 92"/>
                <a:gd name="T7" fmla="*/ 698 h 60"/>
                <a:gd name="T8" fmla="*/ 771 w 92"/>
                <a:gd name="T9" fmla="*/ 349 h 60"/>
                <a:gd name="T10" fmla="*/ 562 w 92"/>
                <a:gd name="T11" fmla="*/ 220 h 60"/>
                <a:gd name="T12" fmla="*/ 405 w 92"/>
                <a:gd name="T13" fmla="*/ 256 h 60"/>
                <a:gd name="T14" fmla="*/ 241 w 92"/>
                <a:gd name="T15" fmla="*/ 45 h 60"/>
                <a:gd name="T16" fmla="*/ 40 w 92"/>
                <a:gd name="T17" fmla="*/ 57 h 60"/>
                <a:gd name="T18" fmla="*/ 153 w 92"/>
                <a:gd name="T19" fmla="*/ 18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60">
                  <a:moveTo>
                    <a:pt x="14" y="18"/>
                  </a:moveTo>
                  <a:cubicBezTo>
                    <a:pt x="25" y="19"/>
                    <a:pt x="36" y="21"/>
                    <a:pt x="34" y="35"/>
                  </a:cubicBezTo>
                  <a:cubicBezTo>
                    <a:pt x="40" y="35"/>
                    <a:pt x="68" y="16"/>
                    <a:pt x="72" y="29"/>
                  </a:cubicBezTo>
                  <a:cubicBezTo>
                    <a:pt x="76" y="42"/>
                    <a:pt x="32" y="54"/>
                    <a:pt x="26" y="60"/>
                  </a:cubicBezTo>
                  <a:cubicBezTo>
                    <a:pt x="42" y="55"/>
                    <a:pt x="70" y="46"/>
                    <a:pt x="80" y="30"/>
                  </a:cubicBezTo>
                  <a:cubicBezTo>
                    <a:pt x="92" y="11"/>
                    <a:pt x="69" y="16"/>
                    <a:pt x="58" y="19"/>
                  </a:cubicBezTo>
                  <a:cubicBezTo>
                    <a:pt x="52" y="22"/>
                    <a:pt x="47" y="25"/>
                    <a:pt x="42" y="22"/>
                  </a:cubicBezTo>
                  <a:cubicBezTo>
                    <a:pt x="34" y="16"/>
                    <a:pt x="38" y="7"/>
                    <a:pt x="25" y="4"/>
                  </a:cubicBezTo>
                  <a:cubicBezTo>
                    <a:pt x="21" y="3"/>
                    <a:pt x="7" y="0"/>
                    <a:pt x="4" y="5"/>
                  </a:cubicBezTo>
                  <a:cubicBezTo>
                    <a:pt x="0" y="11"/>
                    <a:pt x="10" y="16"/>
                    <a:pt x="1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9" name="Freeform 560">
              <a:extLst>
                <a:ext uri="{FF2B5EF4-FFF2-40B4-BE49-F238E27FC236}">
                  <a16:creationId xmlns:a16="http://schemas.microsoft.com/office/drawing/2014/main" id="{21D22E48-1216-4F87-8B7D-EFE2452D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445"/>
              <a:ext cx="176" cy="306"/>
            </a:xfrm>
            <a:custGeom>
              <a:avLst/>
              <a:gdLst>
                <a:gd name="T0" fmla="*/ 791 w 83"/>
                <a:gd name="T1" fmla="*/ 45 h 135"/>
                <a:gd name="T2" fmla="*/ 59 w 83"/>
                <a:gd name="T3" fmla="*/ 848 h 135"/>
                <a:gd name="T4" fmla="*/ 314 w 83"/>
                <a:gd name="T5" fmla="*/ 1573 h 135"/>
                <a:gd name="T6" fmla="*/ 172 w 83"/>
                <a:gd name="T7" fmla="*/ 945 h 135"/>
                <a:gd name="T8" fmla="*/ 715 w 83"/>
                <a:gd name="T9" fmla="*/ 13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35">
                  <a:moveTo>
                    <a:pt x="83" y="4"/>
                  </a:moveTo>
                  <a:cubicBezTo>
                    <a:pt x="61" y="0"/>
                    <a:pt x="13" y="50"/>
                    <a:pt x="6" y="73"/>
                  </a:cubicBezTo>
                  <a:cubicBezTo>
                    <a:pt x="0" y="95"/>
                    <a:pt x="16" y="124"/>
                    <a:pt x="33" y="135"/>
                  </a:cubicBezTo>
                  <a:cubicBezTo>
                    <a:pt x="27" y="115"/>
                    <a:pt x="9" y="104"/>
                    <a:pt x="18" y="81"/>
                  </a:cubicBezTo>
                  <a:cubicBezTo>
                    <a:pt x="28" y="54"/>
                    <a:pt x="55" y="30"/>
                    <a:pt x="75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0" name="Freeform 561">
              <a:extLst>
                <a:ext uri="{FF2B5EF4-FFF2-40B4-BE49-F238E27FC236}">
                  <a16:creationId xmlns:a16="http://schemas.microsoft.com/office/drawing/2014/main" id="{AE91481B-2847-41B6-A310-21D4F1F7A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658"/>
              <a:ext cx="420" cy="141"/>
            </a:xfrm>
            <a:custGeom>
              <a:avLst/>
              <a:gdLst>
                <a:gd name="T0" fmla="*/ 49 w 197"/>
                <a:gd name="T1" fmla="*/ 0 h 62"/>
                <a:gd name="T2" fmla="*/ 222 w 197"/>
                <a:gd name="T3" fmla="*/ 296 h 62"/>
                <a:gd name="T4" fmla="*/ 486 w 197"/>
                <a:gd name="T5" fmla="*/ 316 h 62"/>
                <a:gd name="T6" fmla="*/ 1173 w 197"/>
                <a:gd name="T7" fmla="*/ 459 h 62"/>
                <a:gd name="T8" fmla="*/ 1659 w 197"/>
                <a:gd name="T9" fmla="*/ 528 h 62"/>
                <a:gd name="T10" fmla="*/ 1900 w 197"/>
                <a:gd name="T11" fmla="*/ 730 h 62"/>
                <a:gd name="T12" fmla="*/ 1618 w 197"/>
                <a:gd name="T13" fmla="*/ 366 h 62"/>
                <a:gd name="T14" fmla="*/ 804 w 197"/>
                <a:gd name="T15" fmla="*/ 223 h 62"/>
                <a:gd name="T16" fmla="*/ 281 w 197"/>
                <a:gd name="T17" fmla="*/ 93 h 62"/>
                <a:gd name="T18" fmla="*/ 49 w 197"/>
                <a:gd name="T19" fmla="*/ 11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62">
                  <a:moveTo>
                    <a:pt x="5" y="0"/>
                  </a:moveTo>
                  <a:cubicBezTo>
                    <a:pt x="0" y="9"/>
                    <a:pt x="15" y="21"/>
                    <a:pt x="23" y="25"/>
                  </a:cubicBezTo>
                  <a:cubicBezTo>
                    <a:pt x="32" y="28"/>
                    <a:pt x="41" y="27"/>
                    <a:pt x="50" y="27"/>
                  </a:cubicBezTo>
                  <a:cubicBezTo>
                    <a:pt x="74" y="28"/>
                    <a:pt x="98" y="33"/>
                    <a:pt x="121" y="39"/>
                  </a:cubicBezTo>
                  <a:cubicBezTo>
                    <a:pt x="138" y="43"/>
                    <a:pt x="154" y="44"/>
                    <a:pt x="171" y="45"/>
                  </a:cubicBezTo>
                  <a:cubicBezTo>
                    <a:pt x="187" y="46"/>
                    <a:pt x="188" y="50"/>
                    <a:pt x="196" y="62"/>
                  </a:cubicBezTo>
                  <a:cubicBezTo>
                    <a:pt x="197" y="42"/>
                    <a:pt x="184" y="34"/>
                    <a:pt x="167" y="31"/>
                  </a:cubicBezTo>
                  <a:cubicBezTo>
                    <a:pt x="139" y="27"/>
                    <a:pt x="110" y="27"/>
                    <a:pt x="83" y="19"/>
                  </a:cubicBezTo>
                  <a:cubicBezTo>
                    <a:pt x="65" y="14"/>
                    <a:pt x="48" y="9"/>
                    <a:pt x="29" y="8"/>
                  </a:cubicBezTo>
                  <a:cubicBezTo>
                    <a:pt x="21" y="7"/>
                    <a:pt x="9" y="1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1" name="Freeform 562">
              <a:extLst>
                <a:ext uri="{FF2B5EF4-FFF2-40B4-BE49-F238E27FC236}">
                  <a16:creationId xmlns:a16="http://schemas.microsoft.com/office/drawing/2014/main" id="{60243170-D1EF-492E-B2D7-0D5CB9D7D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563"/>
              <a:ext cx="138" cy="61"/>
            </a:xfrm>
            <a:custGeom>
              <a:avLst/>
              <a:gdLst>
                <a:gd name="T0" fmla="*/ 554 w 65"/>
                <a:gd name="T1" fmla="*/ 312 h 27"/>
                <a:gd name="T2" fmla="*/ 0 w 65"/>
                <a:gd name="T3" fmla="*/ 127 h 27"/>
                <a:gd name="T4" fmla="*/ 622 w 65"/>
                <a:gd name="T5" fmla="*/ 3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7">
                  <a:moveTo>
                    <a:pt x="58" y="27"/>
                  </a:moveTo>
                  <a:cubicBezTo>
                    <a:pt x="43" y="27"/>
                    <a:pt x="14" y="0"/>
                    <a:pt x="0" y="11"/>
                  </a:cubicBezTo>
                  <a:cubicBezTo>
                    <a:pt x="27" y="5"/>
                    <a:pt x="42" y="16"/>
                    <a:pt x="65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2" name="Freeform 563">
              <a:extLst>
                <a:ext uri="{FF2B5EF4-FFF2-40B4-BE49-F238E27FC236}">
                  <a16:creationId xmlns:a16="http://schemas.microsoft.com/office/drawing/2014/main" id="{A577547B-D225-4990-9679-85B7E0FE5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466"/>
              <a:ext cx="226" cy="213"/>
            </a:xfrm>
            <a:custGeom>
              <a:avLst/>
              <a:gdLst>
                <a:gd name="T0" fmla="*/ 0 w 106"/>
                <a:gd name="T1" fmla="*/ 1047 h 94"/>
                <a:gd name="T2" fmla="*/ 727 w 106"/>
                <a:gd name="T3" fmla="*/ 755 h 94"/>
                <a:gd name="T4" fmla="*/ 823 w 106"/>
                <a:gd name="T5" fmla="*/ 0 h 94"/>
                <a:gd name="T6" fmla="*/ 650 w 106"/>
                <a:gd name="T7" fmla="*/ 709 h 94"/>
                <a:gd name="T8" fmla="*/ 9 w 106"/>
                <a:gd name="T9" fmla="*/ 1067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94">
                  <a:moveTo>
                    <a:pt x="0" y="90"/>
                  </a:moveTo>
                  <a:cubicBezTo>
                    <a:pt x="30" y="88"/>
                    <a:pt x="49" y="83"/>
                    <a:pt x="75" y="65"/>
                  </a:cubicBezTo>
                  <a:cubicBezTo>
                    <a:pt x="106" y="45"/>
                    <a:pt x="96" y="30"/>
                    <a:pt x="85" y="0"/>
                  </a:cubicBezTo>
                  <a:cubicBezTo>
                    <a:pt x="80" y="23"/>
                    <a:pt x="84" y="44"/>
                    <a:pt x="67" y="61"/>
                  </a:cubicBezTo>
                  <a:cubicBezTo>
                    <a:pt x="51" y="78"/>
                    <a:pt x="24" y="94"/>
                    <a:pt x="1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3" name="Freeform 564">
              <a:extLst>
                <a:ext uri="{FF2B5EF4-FFF2-40B4-BE49-F238E27FC236}">
                  <a16:creationId xmlns:a16="http://schemas.microsoft.com/office/drawing/2014/main" id="{720B94B8-BE9B-4AFC-A58F-631977285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430"/>
              <a:ext cx="151" cy="252"/>
            </a:xfrm>
            <a:custGeom>
              <a:avLst/>
              <a:gdLst>
                <a:gd name="T0" fmla="*/ 104 w 71"/>
                <a:gd name="T1" fmla="*/ 25 h 111"/>
                <a:gd name="T2" fmla="*/ 0 w 71"/>
                <a:gd name="T3" fmla="*/ 1299 h 111"/>
                <a:gd name="T4" fmla="*/ 68 w 71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11">
                  <a:moveTo>
                    <a:pt x="11" y="2"/>
                  </a:moveTo>
                  <a:cubicBezTo>
                    <a:pt x="71" y="17"/>
                    <a:pt x="22" y="79"/>
                    <a:pt x="0" y="111"/>
                  </a:cubicBezTo>
                  <a:cubicBezTo>
                    <a:pt x="7" y="89"/>
                    <a:pt x="53" y="1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4" name="Freeform 565">
              <a:extLst>
                <a:ext uri="{FF2B5EF4-FFF2-40B4-BE49-F238E27FC236}">
                  <a16:creationId xmlns:a16="http://schemas.microsoft.com/office/drawing/2014/main" id="{3F538EC1-1667-402C-BE2B-331F1E0B1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233"/>
              <a:ext cx="160" cy="257"/>
            </a:xfrm>
            <a:custGeom>
              <a:avLst/>
              <a:gdLst>
                <a:gd name="T0" fmla="*/ 49 w 75"/>
                <a:gd name="T1" fmla="*/ 45 h 113"/>
                <a:gd name="T2" fmla="*/ 429 w 75"/>
                <a:gd name="T3" fmla="*/ 528 h 113"/>
                <a:gd name="T4" fmla="*/ 727 w 75"/>
                <a:gd name="T5" fmla="*/ 1330 h 113"/>
                <a:gd name="T6" fmla="*/ 350 w 75"/>
                <a:gd name="T7" fmla="*/ 573 h 113"/>
                <a:gd name="T8" fmla="*/ 0 w 75"/>
                <a:gd name="T9" fmla="*/ 25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13">
                  <a:moveTo>
                    <a:pt x="5" y="4"/>
                  </a:moveTo>
                  <a:cubicBezTo>
                    <a:pt x="34" y="0"/>
                    <a:pt x="38" y="23"/>
                    <a:pt x="44" y="45"/>
                  </a:cubicBezTo>
                  <a:cubicBezTo>
                    <a:pt x="52" y="69"/>
                    <a:pt x="62" y="92"/>
                    <a:pt x="75" y="113"/>
                  </a:cubicBezTo>
                  <a:cubicBezTo>
                    <a:pt x="48" y="104"/>
                    <a:pt x="46" y="72"/>
                    <a:pt x="36" y="49"/>
                  </a:cubicBezTo>
                  <a:cubicBezTo>
                    <a:pt x="30" y="35"/>
                    <a:pt x="16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5" name="Freeform 566">
              <a:extLst>
                <a:ext uri="{FF2B5EF4-FFF2-40B4-BE49-F238E27FC236}">
                  <a16:creationId xmlns:a16="http://schemas.microsoft.com/office/drawing/2014/main" id="{5CFD6867-635D-40B6-A4D2-5E816EB4B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046"/>
              <a:ext cx="433" cy="134"/>
            </a:xfrm>
            <a:custGeom>
              <a:avLst/>
              <a:gdLst>
                <a:gd name="T0" fmla="*/ 1320 w 203"/>
                <a:gd name="T1" fmla="*/ 407 h 59"/>
                <a:gd name="T2" fmla="*/ 1971 w 203"/>
                <a:gd name="T3" fmla="*/ 341 h 59"/>
                <a:gd name="T4" fmla="*/ 1173 w 203"/>
                <a:gd name="T5" fmla="*/ 304 h 59"/>
                <a:gd name="T6" fmla="*/ 0 w 203"/>
                <a:gd name="T7" fmla="*/ 552 h 59"/>
                <a:gd name="T8" fmla="*/ 815 w 203"/>
                <a:gd name="T9" fmla="*/ 479 h 59"/>
                <a:gd name="T10" fmla="*/ 1406 w 203"/>
                <a:gd name="T11" fmla="*/ 64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59">
                  <a:moveTo>
                    <a:pt x="136" y="35"/>
                  </a:moveTo>
                  <a:cubicBezTo>
                    <a:pt x="159" y="36"/>
                    <a:pt x="180" y="27"/>
                    <a:pt x="203" y="29"/>
                  </a:cubicBezTo>
                  <a:cubicBezTo>
                    <a:pt x="188" y="0"/>
                    <a:pt x="145" y="20"/>
                    <a:pt x="121" y="26"/>
                  </a:cubicBezTo>
                  <a:cubicBezTo>
                    <a:pt x="86" y="36"/>
                    <a:pt x="27" y="32"/>
                    <a:pt x="0" y="47"/>
                  </a:cubicBezTo>
                  <a:cubicBezTo>
                    <a:pt x="15" y="59"/>
                    <a:pt x="61" y="38"/>
                    <a:pt x="84" y="41"/>
                  </a:cubicBezTo>
                  <a:cubicBezTo>
                    <a:pt x="107" y="44"/>
                    <a:pt x="124" y="44"/>
                    <a:pt x="145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6" name="Freeform 567">
              <a:extLst>
                <a:ext uri="{FF2B5EF4-FFF2-40B4-BE49-F238E27FC236}">
                  <a16:creationId xmlns:a16="http://schemas.microsoft.com/office/drawing/2014/main" id="{97247C02-ADB4-4707-88F1-5D9220B0E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307"/>
              <a:ext cx="127" cy="209"/>
            </a:xfrm>
            <a:custGeom>
              <a:avLst/>
              <a:gdLst>
                <a:gd name="T0" fmla="*/ 569 w 60"/>
                <a:gd name="T1" fmla="*/ 0 h 92"/>
                <a:gd name="T2" fmla="*/ 144 w 60"/>
                <a:gd name="T3" fmla="*/ 386 h 92"/>
                <a:gd name="T4" fmla="*/ 273 w 60"/>
                <a:gd name="T5" fmla="*/ 1079 h 92"/>
                <a:gd name="T6" fmla="*/ 296 w 60"/>
                <a:gd name="T7" fmla="*/ 507 h 92"/>
                <a:gd name="T8" fmla="*/ 542 w 60"/>
                <a:gd name="T9" fmla="*/ 82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2">
                  <a:moveTo>
                    <a:pt x="60" y="0"/>
                  </a:moveTo>
                  <a:cubicBezTo>
                    <a:pt x="48" y="8"/>
                    <a:pt x="25" y="21"/>
                    <a:pt x="15" y="33"/>
                  </a:cubicBezTo>
                  <a:cubicBezTo>
                    <a:pt x="0" y="53"/>
                    <a:pt x="17" y="76"/>
                    <a:pt x="29" y="92"/>
                  </a:cubicBezTo>
                  <a:cubicBezTo>
                    <a:pt x="29" y="77"/>
                    <a:pt x="26" y="57"/>
                    <a:pt x="31" y="43"/>
                  </a:cubicBezTo>
                  <a:cubicBezTo>
                    <a:pt x="36" y="29"/>
                    <a:pt x="49" y="19"/>
                    <a:pt x="5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7" name="Freeform 568">
              <a:extLst>
                <a:ext uri="{FF2B5EF4-FFF2-40B4-BE49-F238E27FC236}">
                  <a16:creationId xmlns:a16="http://schemas.microsoft.com/office/drawing/2014/main" id="{3B3CDB66-5934-4C39-A006-679B16154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332"/>
              <a:ext cx="162" cy="150"/>
            </a:xfrm>
            <a:custGeom>
              <a:avLst/>
              <a:gdLst>
                <a:gd name="T0" fmla="*/ 735 w 76"/>
                <a:gd name="T1" fmla="*/ 750 h 66"/>
                <a:gd name="T2" fmla="*/ 0 w 76"/>
                <a:gd name="T3" fmla="*/ 25 h 66"/>
                <a:gd name="T4" fmla="*/ 667 w 76"/>
                <a:gd name="T5" fmla="*/ 775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66">
                  <a:moveTo>
                    <a:pt x="76" y="64"/>
                  </a:moveTo>
                  <a:cubicBezTo>
                    <a:pt x="63" y="42"/>
                    <a:pt x="27" y="0"/>
                    <a:pt x="0" y="2"/>
                  </a:cubicBezTo>
                  <a:cubicBezTo>
                    <a:pt x="13" y="23"/>
                    <a:pt x="47" y="56"/>
                    <a:pt x="69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8" name="Freeform 569">
              <a:extLst>
                <a:ext uri="{FF2B5EF4-FFF2-40B4-BE49-F238E27FC236}">
                  <a16:creationId xmlns:a16="http://schemas.microsoft.com/office/drawing/2014/main" id="{D3175641-8347-42AD-BC2E-EE67CAFC5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059"/>
              <a:ext cx="202" cy="97"/>
            </a:xfrm>
            <a:custGeom>
              <a:avLst/>
              <a:gdLst>
                <a:gd name="T0" fmla="*/ 0 w 95"/>
                <a:gd name="T1" fmla="*/ 284 h 43"/>
                <a:gd name="T2" fmla="*/ 489 w 95"/>
                <a:gd name="T3" fmla="*/ 469 h 43"/>
                <a:gd name="T4" fmla="*/ 914 w 95"/>
                <a:gd name="T5" fmla="*/ 0 h 43"/>
                <a:gd name="T6" fmla="*/ 521 w 95"/>
                <a:gd name="T7" fmla="*/ 332 h 43"/>
                <a:gd name="T8" fmla="*/ 19 w 95"/>
                <a:gd name="T9" fmla="*/ 31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43">
                  <a:moveTo>
                    <a:pt x="0" y="25"/>
                  </a:moveTo>
                  <a:cubicBezTo>
                    <a:pt x="22" y="18"/>
                    <a:pt x="33" y="43"/>
                    <a:pt x="51" y="41"/>
                  </a:cubicBezTo>
                  <a:cubicBezTo>
                    <a:pt x="61" y="40"/>
                    <a:pt x="94" y="13"/>
                    <a:pt x="95" y="0"/>
                  </a:cubicBezTo>
                  <a:cubicBezTo>
                    <a:pt x="78" y="1"/>
                    <a:pt x="70" y="23"/>
                    <a:pt x="54" y="29"/>
                  </a:cubicBezTo>
                  <a:cubicBezTo>
                    <a:pt x="38" y="34"/>
                    <a:pt x="19" y="24"/>
                    <a:pt x="2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9" name="Freeform 570">
              <a:extLst>
                <a:ext uri="{FF2B5EF4-FFF2-40B4-BE49-F238E27FC236}">
                  <a16:creationId xmlns:a16="http://schemas.microsoft.com/office/drawing/2014/main" id="{09D85896-7077-43A3-9578-AF3DEEA14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625"/>
              <a:ext cx="1405" cy="1144"/>
            </a:xfrm>
            <a:custGeom>
              <a:avLst/>
              <a:gdLst>
                <a:gd name="T0" fmla="*/ 28 w 660"/>
                <a:gd name="T1" fmla="*/ 5895 h 504"/>
                <a:gd name="T2" fmla="*/ 213 w 660"/>
                <a:gd name="T3" fmla="*/ 5214 h 504"/>
                <a:gd name="T4" fmla="*/ 1001 w 660"/>
                <a:gd name="T5" fmla="*/ 3906 h 504"/>
                <a:gd name="T6" fmla="*/ 1641 w 660"/>
                <a:gd name="T7" fmla="*/ 4024 h 504"/>
                <a:gd name="T8" fmla="*/ 2325 w 660"/>
                <a:gd name="T9" fmla="*/ 3205 h 504"/>
                <a:gd name="T10" fmla="*/ 2642 w 660"/>
                <a:gd name="T11" fmla="*/ 2973 h 504"/>
                <a:gd name="T12" fmla="*/ 3549 w 660"/>
                <a:gd name="T13" fmla="*/ 2479 h 504"/>
                <a:gd name="T14" fmla="*/ 4147 w 660"/>
                <a:gd name="T15" fmla="*/ 2597 h 504"/>
                <a:gd name="T16" fmla="*/ 4754 w 660"/>
                <a:gd name="T17" fmla="*/ 2056 h 504"/>
                <a:gd name="T18" fmla="*/ 5256 w 660"/>
                <a:gd name="T19" fmla="*/ 1355 h 504"/>
                <a:gd name="T20" fmla="*/ 5420 w 660"/>
                <a:gd name="T21" fmla="*/ 1006 h 504"/>
                <a:gd name="T22" fmla="*/ 6367 w 660"/>
                <a:gd name="T23" fmla="*/ 0 h 504"/>
                <a:gd name="T24" fmla="*/ 5573 w 660"/>
                <a:gd name="T25" fmla="*/ 386 h 504"/>
                <a:gd name="T26" fmla="*/ 5275 w 660"/>
                <a:gd name="T27" fmla="*/ 406 h 504"/>
                <a:gd name="T28" fmla="*/ 5239 w 660"/>
                <a:gd name="T29" fmla="*/ 1169 h 504"/>
                <a:gd name="T30" fmla="*/ 4786 w 660"/>
                <a:gd name="T31" fmla="*/ 1675 h 504"/>
                <a:gd name="T32" fmla="*/ 4709 w 660"/>
                <a:gd name="T33" fmla="*/ 1371 h 504"/>
                <a:gd name="T34" fmla="*/ 4709 w 660"/>
                <a:gd name="T35" fmla="*/ 1777 h 504"/>
                <a:gd name="T36" fmla="*/ 4168 w 660"/>
                <a:gd name="T37" fmla="*/ 2118 h 504"/>
                <a:gd name="T38" fmla="*/ 4002 w 660"/>
                <a:gd name="T39" fmla="*/ 1789 h 504"/>
                <a:gd name="T40" fmla="*/ 3838 w 660"/>
                <a:gd name="T41" fmla="*/ 2524 h 504"/>
                <a:gd name="T42" fmla="*/ 3357 w 660"/>
                <a:gd name="T43" fmla="*/ 2329 h 504"/>
                <a:gd name="T44" fmla="*/ 3163 w 660"/>
                <a:gd name="T45" fmla="*/ 2070 h 504"/>
                <a:gd name="T46" fmla="*/ 3095 w 660"/>
                <a:gd name="T47" fmla="*/ 2479 h 504"/>
                <a:gd name="T48" fmla="*/ 1767 w 660"/>
                <a:gd name="T49" fmla="*/ 2792 h 504"/>
                <a:gd name="T50" fmla="*/ 1282 w 660"/>
                <a:gd name="T51" fmla="*/ 3757 h 504"/>
                <a:gd name="T52" fmla="*/ 317 w 660"/>
                <a:gd name="T53" fmla="*/ 3368 h 504"/>
                <a:gd name="T54" fmla="*/ 40 w 660"/>
                <a:gd name="T55" fmla="*/ 4456 h 504"/>
                <a:gd name="T56" fmla="*/ 164 w 660"/>
                <a:gd name="T57" fmla="*/ 5157 h 504"/>
                <a:gd name="T58" fmla="*/ 28 w 660"/>
                <a:gd name="T59" fmla="*/ 5895 h 50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60" h="504">
                  <a:moveTo>
                    <a:pt x="3" y="504"/>
                  </a:moveTo>
                  <a:cubicBezTo>
                    <a:pt x="3" y="504"/>
                    <a:pt x="1" y="473"/>
                    <a:pt x="22" y="446"/>
                  </a:cubicBezTo>
                  <a:cubicBezTo>
                    <a:pt x="50" y="410"/>
                    <a:pt x="56" y="346"/>
                    <a:pt x="104" y="334"/>
                  </a:cubicBezTo>
                  <a:cubicBezTo>
                    <a:pt x="153" y="322"/>
                    <a:pt x="166" y="328"/>
                    <a:pt x="170" y="344"/>
                  </a:cubicBezTo>
                  <a:cubicBezTo>
                    <a:pt x="170" y="344"/>
                    <a:pt x="176" y="256"/>
                    <a:pt x="241" y="274"/>
                  </a:cubicBezTo>
                  <a:cubicBezTo>
                    <a:pt x="241" y="274"/>
                    <a:pt x="260" y="260"/>
                    <a:pt x="274" y="254"/>
                  </a:cubicBezTo>
                  <a:cubicBezTo>
                    <a:pt x="287" y="248"/>
                    <a:pt x="324" y="200"/>
                    <a:pt x="368" y="212"/>
                  </a:cubicBezTo>
                  <a:cubicBezTo>
                    <a:pt x="412" y="224"/>
                    <a:pt x="416" y="236"/>
                    <a:pt x="430" y="222"/>
                  </a:cubicBezTo>
                  <a:cubicBezTo>
                    <a:pt x="443" y="208"/>
                    <a:pt x="451" y="174"/>
                    <a:pt x="493" y="176"/>
                  </a:cubicBezTo>
                  <a:cubicBezTo>
                    <a:pt x="493" y="176"/>
                    <a:pt x="524" y="112"/>
                    <a:pt x="545" y="116"/>
                  </a:cubicBezTo>
                  <a:cubicBezTo>
                    <a:pt x="545" y="116"/>
                    <a:pt x="549" y="90"/>
                    <a:pt x="562" y="86"/>
                  </a:cubicBezTo>
                  <a:cubicBezTo>
                    <a:pt x="576" y="82"/>
                    <a:pt x="549" y="32"/>
                    <a:pt x="660" y="0"/>
                  </a:cubicBezTo>
                  <a:cubicBezTo>
                    <a:pt x="660" y="0"/>
                    <a:pt x="589" y="24"/>
                    <a:pt x="578" y="33"/>
                  </a:cubicBezTo>
                  <a:cubicBezTo>
                    <a:pt x="566" y="43"/>
                    <a:pt x="555" y="40"/>
                    <a:pt x="547" y="35"/>
                  </a:cubicBezTo>
                  <a:cubicBezTo>
                    <a:pt x="547" y="35"/>
                    <a:pt x="562" y="61"/>
                    <a:pt x="543" y="100"/>
                  </a:cubicBezTo>
                  <a:cubicBezTo>
                    <a:pt x="524" y="139"/>
                    <a:pt x="499" y="143"/>
                    <a:pt x="496" y="143"/>
                  </a:cubicBezTo>
                  <a:cubicBezTo>
                    <a:pt x="492" y="143"/>
                    <a:pt x="483" y="128"/>
                    <a:pt x="488" y="117"/>
                  </a:cubicBezTo>
                  <a:cubicBezTo>
                    <a:pt x="488" y="117"/>
                    <a:pt x="479" y="133"/>
                    <a:pt x="488" y="152"/>
                  </a:cubicBezTo>
                  <a:cubicBezTo>
                    <a:pt x="497" y="171"/>
                    <a:pt x="447" y="191"/>
                    <a:pt x="432" y="181"/>
                  </a:cubicBezTo>
                  <a:cubicBezTo>
                    <a:pt x="416" y="172"/>
                    <a:pt x="417" y="161"/>
                    <a:pt x="415" y="153"/>
                  </a:cubicBezTo>
                  <a:cubicBezTo>
                    <a:pt x="415" y="153"/>
                    <a:pt x="436" y="236"/>
                    <a:pt x="398" y="216"/>
                  </a:cubicBezTo>
                  <a:cubicBezTo>
                    <a:pt x="380" y="207"/>
                    <a:pt x="365" y="216"/>
                    <a:pt x="348" y="199"/>
                  </a:cubicBezTo>
                  <a:cubicBezTo>
                    <a:pt x="331" y="181"/>
                    <a:pt x="328" y="177"/>
                    <a:pt x="328" y="177"/>
                  </a:cubicBezTo>
                  <a:cubicBezTo>
                    <a:pt x="328" y="177"/>
                    <a:pt x="346" y="200"/>
                    <a:pt x="321" y="212"/>
                  </a:cubicBezTo>
                  <a:cubicBezTo>
                    <a:pt x="297" y="224"/>
                    <a:pt x="229" y="307"/>
                    <a:pt x="183" y="239"/>
                  </a:cubicBezTo>
                  <a:cubicBezTo>
                    <a:pt x="183" y="239"/>
                    <a:pt x="202" y="321"/>
                    <a:pt x="133" y="321"/>
                  </a:cubicBezTo>
                  <a:cubicBezTo>
                    <a:pt x="63" y="321"/>
                    <a:pt x="62" y="343"/>
                    <a:pt x="33" y="288"/>
                  </a:cubicBezTo>
                  <a:cubicBezTo>
                    <a:pt x="33" y="288"/>
                    <a:pt x="84" y="356"/>
                    <a:pt x="4" y="381"/>
                  </a:cubicBezTo>
                  <a:cubicBezTo>
                    <a:pt x="4" y="381"/>
                    <a:pt x="63" y="382"/>
                    <a:pt x="17" y="441"/>
                  </a:cubicBezTo>
                  <a:cubicBezTo>
                    <a:pt x="0" y="463"/>
                    <a:pt x="0" y="500"/>
                    <a:pt x="3" y="504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0" name="Freeform 571">
              <a:extLst>
                <a:ext uri="{FF2B5EF4-FFF2-40B4-BE49-F238E27FC236}">
                  <a16:creationId xmlns:a16="http://schemas.microsoft.com/office/drawing/2014/main" id="{22D00DA9-9350-4E04-ADB0-FB076939B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581"/>
              <a:ext cx="733" cy="370"/>
            </a:xfrm>
            <a:custGeom>
              <a:avLst/>
              <a:gdLst>
                <a:gd name="T0" fmla="*/ 0 w 344"/>
                <a:gd name="T1" fmla="*/ 443 h 163"/>
                <a:gd name="T2" fmla="*/ 531 w 344"/>
                <a:gd name="T3" fmla="*/ 304 h 163"/>
                <a:gd name="T4" fmla="*/ 1481 w 344"/>
                <a:gd name="T5" fmla="*/ 876 h 163"/>
                <a:gd name="T6" fmla="*/ 3328 w 344"/>
                <a:gd name="T7" fmla="*/ 1907 h 163"/>
                <a:gd name="T8" fmla="*/ 2934 w 344"/>
                <a:gd name="T9" fmla="*/ 1401 h 163"/>
                <a:gd name="T10" fmla="*/ 2670 w 344"/>
                <a:gd name="T11" fmla="*/ 1096 h 163"/>
                <a:gd name="T12" fmla="*/ 2312 w 344"/>
                <a:gd name="T13" fmla="*/ 985 h 163"/>
                <a:gd name="T14" fmla="*/ 1063 w 344"/>
                <a:gd name="T15" fmla="*/ 794 h 163"/>
                <a:gd name="T16" fmla="*/ 831 w 344"/>
                <a:gd name="T17" fmla="*/ 329 h 163"/>
                <a:gd name="T18" fmla="*/ 599 w 344"/>
                <a:gd name="T19" fmla="*/ 232 h 163"/>
                <a:gd name="T20" fmla="*/ 0 w 344"/>
                <a:gd name="T21" fmla="*/ 443 h 1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4" h="163">
                  <a:moveTo>
                    <a:pt x="0" y="38"/>
                  </a:moveTo>
                  <a:cubicBezTo>
                    <a:pt x="0" y="38"/>
                    <a:pt x="12" y="0"/>
                    <a:pt x="55" y="26"/>
                  </a:cubicBezTo>
                  <a:cubicBezTo>
                    <a:pt x="99" y="51"/>
                    <a:pt x="82" y="82"/>
                    <a:pt x="153" y="75"/>
                  </a:cubicBezTo>
                  <a:cubicBezTo>
                    <a:pt x="223" y="68"/>
                    <a:pt x="328" y="131"/>
                    <a:pt x="344" y="163"/>
                  </a:cubicBezTo>
                  <a:cubicBezTo>
                    <a:pt x="344" y="163"/>
                    <a:pt x="328" y="138"/>
                    <a:pt x="303" y="120"/>
                  </a:cubicBezTo>
                  <a:cubicBezTo>
                    <a:pt x="277" y="103"/>
                    <a:pt x="277" y="100"/>
                    <a:pt x="276" y="94"/>
                  </a:cubicBezTo>
                  <a:cubicBezTo>
                    <a:pt x="276" y="94"/>
                    <a:pt x="262" y="98"/>
                    <a:pt x="239" y="84"/>
                  </a:cubicBezTo>
                  <a:cubicBezTo>
                    <a:pt x="216" y="71"/>
                    <a:pt x="124" y="71"/>
                    <a:pt x="110" y="68"/>
                  </a:cubicBezTo>
                  <a:cubicBezTo>
                    <a:pt x="96" y="66"/>
                    <a:pt x="85" y="42"/>
                    <a:pt x="86" y="28"/>
                  </a:cubicBezTo>
                  <a:cubicBezTo>
                    <a:pt x="86" y="28"/>
                    <a:pt x="82" y="30"/>
                    <a:pt x="62" y="20"/>
                  </a:cubicBezTo>
                  <a:cubicBezTo>
                    <a:pt x="41" y="11"/>
                    <a:pt x="5" y="3"/>
                    <a:pt x="0" y="38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1" name="Freeform 572">
              <a:extLst>
                <a:ext uri="{FF2B5EF4-FFF2-40B4-BE49-F238E27FC236}">
                  <a16:creationId xmlns:a16="http://schemas.microsoft.com/office/drawing/2014/main" id="{D341F608-B07C-4A38-BF1D-2202FEFC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074"/>
              <a:ext cx="234" cy="198"/>
            </a:xfrm>
            <a:custGeom>
              <a:avLst/>
              <a:gdLst>
                <a:gd name="T0" fmla="*/ 0 w 110"/>
                <a:gd name="T1" fmla="*/ 555 h 87"/>
                <a:gd name="T2" fmla="*/ 1051 w 110"/>
                <a:gd name="T3" fmla="*/ 1026 h 87"/>
                <a:gd name="T4" fmla="*/ 1059 w 110"/>
                <a:gd name="T5" fmla="*/ 0 h 87"/>
                <a:gd name="T6" fmla="*/ 838 w 110"/>
                <a:gd name="T7" fmla="*/ 555 h 87"/>
                <a:gd name="T8" fmla="*/ 0 w 110"/>
                <a:gd name="T9" fmla="*/ 55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87">
                  <a:moveTo>
                    <a:pt x="0" y="47"/>
                  </a:moveTo>
                  <a:cubicBezTo>
                    <a:pt x="0" y="47"/>
                    <a:pt x="75" y="41"/>
                    <a:pt x="109" y="87"/>
                  </a:cubicBezTo>
                  <a:cubicBezTo>
                    <a:pt x="109" y="87"/>
                    <a:pt x="78" y="40"/>
                    <a:pt x="110" y="0"/>
                  </a:cubicBezTo>
                  <a:cubicBezTo>
                    <a:pt x="110" y="0"/>
                    <a:pt x="85" y="35"/>
                    <a:pt x="87" y="47"/>
                  </a:cubicBezTo>
                  <a:cubicBezTo>
                    <a:pt x="92" y="68"/>
                    <a:pt x="54" y="34"/>
                    <a:pt x="0" y="47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2" name="Freeform 573">
              <a:extLst>
                <a:ext uri="{FF2B5EF4-FFF2-40B4-BE49-F238E27FC236}">
                  <a16:creationId xmlns:a16="http://schemas.microsoft.com/office/drawing/2014/main" id="{0FB15FD9-28F7-4D44-9433-FCDF1952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180"/>
              <a:ext cx="517" cy="1099"/>
            </a:xfrm>
            <a:custGeom>
              <a:avLst/>
              <a:gdLst>
                <a:gd name="T0" fmla="*/ 2272 w 243"/>
                <a:gd name="T1" fmla="*/ 0 h 484"/>
                <a:gd name="T2" fmla="*/ 2145 w 243"/>
                <a:gd name="T3" fmla="*/ 268 h 484"/>
                <a:gd name="T4" fmla="*/ 1606 w 243"/>
                <a:gd name="T5" fmla="*/ 876 h 484"/>
                <a:gd name="T6" fmla="*/ 1562 w 243"/>
                <a:gd name="T7" fmla="*/ 1676 h 484"/>
                <a:gd name="T8" fmla="*/ 1838 w 243"/>
                <a:gd name="T9" fmla="*/ 1932 h 484"/>
                <a:gd name="T10" fmla="*/ 1232 w 243"/>
                <a:gd name="T11" fmla="*/ 2564 h 484"/>
                <a:gd name="T12" fmla="*/ 1232 w 243"/>
                <a:gd name="T13" fmla="*/ 3676 h 484"/>
                <a:gd name="T14" fmla="*/ 1060 w 243"/>
                <a:gd name="T15" fmla="*/ 4026 h 484"/>
                <a:gd name="T16" fmla="*/ 802 w 243"/>
                <a:gd name="T17" fmla="*/ 4634 h 484"/>
                <a:gd name="T18" fmla="*/ 402 w 243"/>
                <a:gd name="T19" fmla="*/ 5665 h 484"/>
                <a:gd name="T20" fmla="*/ 655 w 243"/>
                <a:gd name="T21" fmla="*/ 4743 h 484"/>
                <a:gd name="T22" fmla="*/ 1023 w 243"/>
                <a:gd name="T23" fmla="*/ 4005 h 484"/>
                <a:gd name="T24" fmla="*/ 470 w 243"/>
                <a:gd name="T25" fmla="*/ 3327 h 484"/>
                <a:gd name="T26" fmla="*/ 1032 w 243"/>
                <a:gd name="T27" fmla="*/ 3665 h 484"/>
                <a:gd name="T28" fmla="*/ 1108 w 243"/>
                <a:gd name="T29" fmla="*/ 3197 h 484"/>
                <a:gd name="T30" fmla="*/ 1136 w 243"/>
                <a:gd name="T31" fmla="*/ 2670 h 484"/>
                <a:gd name="T32" fmla="*/ 855 w 243"/>
                <a:gd name="T33" fmla="*/ 2609 h 484"/>
                <a:gd name="T34" fmla="*/ 0 w 243"/>
                <a:gd name="T35" fmla="*/ 2516 h 484"/>
                <a:gd name="T36" fmla="*/ 1023 w 243"/>
                <a:gd name="T37" fmla="*/ 2480 h 484"/>
                <a:gd name="T38" fmla="*/ 1538 w 243"/>
                <a:gd name="T39" fmla="*/ 1851 h 484"/>
                <a:gd name="T40" fmla="*/ 1581 w 243"/>
                <a:gd name="T41" fmla="*/ 820 h 484"/>
                <a:gd name="T42" fmla="*/ 2059 w 243"/>
                <a:gd name="T43" fmla="*/ 259 h 484"/>
                <a:gd name="T44" fmla="*/ 2272 w 243"/>
                <a:gd name="T45" fmla="*/ 0 h 4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3" h="484">
                  <a:moveTo>
                    <a:pt x="236" y="0"/>
                  </a:moveTo>
                  <a:cubicBezTo>
                    <a:pt x="236" y="0"/>
                    <a:pt x="243" y="14"/>
                    <a:pt x="223" y="23"/>
                  </a:cubicBezTo>
                  <a:cubicBezTo>
                    <a:pt x="203" y="33"/>
                    <a:pt x="191" y="70"/>
                    <a:pt x="167" y="75"/>
                  </a:cubicBezTo>
                  <a:cubicBezTo>
                    <a:pt x="143" y="81"/>
                    <a:pt x="145" y="121"/>
                    <a:pt x="162" y="143"/>
                  </a:cubicBezTo>
                  <a:cubicBezTo>
                    <a:pt x="179" y="165"/>
                    <a:pt x="166" y="179"/>
                    <a:pt x="191" y="165"/>
                  </a:cubicBezTo>
                  <a:cubicBezTo>
                    <a:pt x="191" y="165"/>
                    <a:pt x="142" y="188"/>
                    <a:pt x="128" y="219"/>
                  </a:cubicBezTo>
                  <a:cubicBezTo>
                    <a:pt x="114" y="250"/>
                    <a:pt x="121" y="301"/>
                    <a:pt x="128" y="314"/>
                  </a:cubicBezTo>
                  <a:cubicBezTo>
                    <a:pt x="134" y="328"/>
                    <a:pt x="114" y="326"/>
                    <a:pt x="110" y="344"/>
                  </a:cubicBezTo>
                  <a:cubicBezTo>
                    <a:pt x="107" y="362"/>
                    <a:pt x="106" y="378"/>
                    <a:pt x="83" y="396"/>
                  </a:cubicBezTo>
                  <a:cubicBezTo>
                    <a:pt x="59" y="415"/>
                    <a:pt x="31" y="462"/>
                    <a:pt x="42" y="484"/>
                  </a:cubicBezTo>
                  <a:cubicBezTo>
                    <a:pt x="42" y="484"/>
                    <a:pt x="20" y="464"/>
                    <a:pt x="68" y="405"/>
                  </a:cubicBezTo>
                  <a:cubicBezTo>
                    <a:pt x="80" y="390"/>
                    <a:pt x="101" y="381"/>
                    <a:pt x="106" y="342"/>
                  </a:cubicBezTo>
                  <a:cubicBezTo>
                    <a:pt x="107" y="327"/>
                    <a:pt x="70" y="285"/>
                    <a:pt x="49" y="284"/>
                  </a:cubicBezTo>
                  <a:cubicBezTo>
                    <a:pt x="49" y="284"/>
                    <a:pt x="78" y="285"/>
                    <a:pt x="107" y="313"/>
                  </a:cubicBezTo>
                  <a:cubicBezTo>
                    <a:pt x="136" y="340"/>
                    <a:pt x="118" y="291"/>
                    <a:pt x="115" y="273"/>
                  </a:cubicBezTo>
                  <a:cubicBezTo>
                    <a:pt x="113" y="256"/>
                    <a:pt x="115" y="237"/>
                    <a:pt x="118" y="228"/>
                  </a:cubicBezTo>
                  <a:cubicBezTo>
                    <a:pt x="120" y="220"/>
                    <a:pt x="118" y="217"/>
                    <a:pt x="89" y="223"/>
                  </a:cubicBezTo>
                  <a:cubicBezTo>
                    <a:pt x="60" y="229"/>
                    <a:pt x="0" y="215"/>
                    <a:pt x="0" y="215"/>
                  </a:cubicBezTo>
                  <a:cubicBezTo>
                    <a:pt x="0" y="215"/>
                    <a:pt x="69" y="232"/>
                    <a:pt x="106" y="212"/>
                  </a:cubicBezTo>
                  <a:cubicBezTo>
                    <a:pt x="142" y="192"/>
                    <a:pt x="164" y="184"/>
                    <a:pt x="160" y="158"/>
                  </a:cubicBezTo>
                  <a:cubicBezTo>
                    <a:pt x="156" y="133"/>
                    <a:pt x="124" y="93"/>
                    <a:pt x="164" y="70"/>
                  </a:cubicBezTo>
                  <a:cubicBezTo>
                    <a:pt x="204" y="47"/>
                    <a:pt x="201" y="29"/>
                    <a:pt x="214" y="22"/>
                  </a:cubicBezTo>
                  <a:cubicBezTo>
                    <a:pt x="227" y="15"/>
                    <a:pt x="234" y="9"/>
                    <a:pt x="236" y="0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3" name="Freeform 574">
              <a:extLst>
                <a:ext uri="{FF2B5EF4-FFF2-40B4-BE49-F238E27FC236}">
                  <a16:creationId xmlns:a16="http://schemas.microsoft.com/office/drawing/2014/main" id="{DDE93C0D-9A11-4104-9116-F715F9136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213"/>
              <a:ext cx="439" cy="513"/>
            </a:xfrm>
            <a:custGeom>
              <a:avLst/>
              <a:gdLst>
                <a:gd name="T0" fmla="*/ 1995 w 206"/>
                <a:gd name="T1" fmla="*/ 1464 h 226"/>
                <a:gd name="T2" fmla="*/ 241 w 206"/>
                <a:gd name="T3" fmla="*/ 397 h 226"/>
                <a:gd name="T4" fmla="*/ 349 w 206"/>
                <a:gd name="T5" fmla="*/ 0 h 226"/>
                <a:gd name="T6" fmla="*/ 213 w 206"/>
                <a:gd name="T7" fmla="*/ 154 h 226"/>
                <a:gd name="T8" fmla="*/ 0 w 206"/>
                <a:gd name="T9" fmla="*/ 0 h 226"/>
                <a:gd name="T10" fmla="*/ 181 w 206"/>
                <a:gd name="T11" fmla="*/ 257 h 226"/>
                <a:gd name="T12" fmla="*/ 1017 w 206"/>
                <a:gd name="T13" fmla="*/ 1566 h 226"/>
                <a:gd name="T14" fmla="*/ 1053 w 206"/>
                <a:gd name="T15" fmla="*/ 2118 h 226"/>
                <a:gd name="T16" fmla="*/ 803 w 206"/>
                <a:gd name="T17" fmla="*/ 2036 h 226"/>
                <a:gd name="T18" fmla="*/ 948 w 206"/>
                <a:gd name="T19" fmla="*/ 2175 h 226"/>
                <a:gd name="T20" fmla="*/ 409 w 206"/>
                <a:gd name="T21" fmla="*/ 2256 h 226"/>
                <a:gd name="T22" fmla="*/ 831 w 206"/>
                <a:gd name="T23" fmla="*/ 2293 h 226"/>
                <a:gd name="T24" fmla="*/ 812 w 206"/>
                <a:gd name="T25" fmla="*/ 2642 h 226"/>
                <a:gd name="T26" fmla="*/ 1036 w 206"/>
                <a:gd name="T27" fmla="*/ 2304 h 226"/>
                <a:gd name="T28" fmla="*/ 1268 w 206"/>
                <a:gd name="T29" fmla="*/ 2211 h 226"/>
                <a:gd name="T30" fmla="*/ 1445 w 206"/>
                <a:gd name="T31" fmla="*/ 2422 h 226"/>
                <a:gd name="T32" fmla="*/ 1257 w 206"/>
                <a:gd name="T33" fmla="*/ 2127 h 226"/>
                <a:gd name="T34" fmla="*/ 1385 w 206"/>
                <a:gd name="T35" fmla="*/ 1988 h 226"/>
                <a:gd name="T36" fmla="*/ 1308 w 206"/>
                <a:gd name="T37" fmla="*/ 1850 h 226"/>
                <a:gd name="T38" fmla="*/ 1189 w 206"/>
                <a:gd name="T39" fmla="*/ 1603 h 226"/>
                <a:gd name="T40" fmla="*/ 1317 w 206"/>
                <a:gd name="T41" fmla="*/ 1612 h 226"/>
                <a:gd name="T42" fmla="*/ 1995 w 206"/>
                <a:gd name="T43" fmla="*/ 1464 h 22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6" h="226">
                  <a:moveTo>
                    <a:pt x="206" y="125"/>
                  </a:moveTo>
                  <a:cubicBezTo>
                    <a:pt x="206" y="125"/>
                    <a:pt x="55" y="171"/>
                    <a:pt x="25" y="34"/>
                  </a:cubicBezTo>
                  <a:cubicBezTo>
                    <a:pt x="22" y="23"/>
                    <a:pt x="21" y="8"/>
                    <a:pt x="36" y="0"/>
                  </a:cubicBezTo>
                  <a:cubicBezTo>
                    <a:pt x="36" y="0"/>
                    <a:pt x="25" y="4"/>
                    <a:pt x="22" y="13"/>
                  </a:cubicBezTo>
                  <a:cubicBezTo>
                    <a:pt x="19" y="22"/>
                    <a:pt x="5" y="9"/>
                    <a:pt x="0" y="0"/>
                  </a:cubicBezTo>
                  <a:cubicBezTo>
                    <a:pt x="0" y="0"/>
                    <a:pt x="11" y="17"/>
                    <a:pt x="19" y="22"/>
                  </a:cubicBezTo>
                  <a:cubicBezTo>
                    <a:pt x="28" y="27"/>
                    <a:pt x="16" y="98"/>
                    <a:pt x="105" y="134"/>
                  </a:cubicBezTo>
                  <a:cubicBezTo>
                    <a:pt x="146" y="150"/>
                    <a:pt x="126" y="184"/>
                    <a:pt x="109" y="181"/>
                  </a:cubicBezTo>
                  <a:cubicBezTo>
                    <a:pt x="93" y="179"/>
                    <a:pt x="90" y="181"/>
                    <a:pt x="83" y="174"/>
                  </a:cubicBezTo>
                  <a:cubicBezTo>
                    <a:pt x="83" y="174"/>
                    <a:pt x="88" y="183"/>
                    <a:pt x="98" y="186"/>
                  </a:cubicBezTo>
                  <a:cubicBezTo>
                    <a:pt x="98" y="186"/>
                    <a:pt x="60" y="205"/>
                    <a:pt x="42" y="193"/>
                  </a:cubicBezTo>
                  <a:cubicBezTo>
                    <a:pt x="42" y="193"/>
                    <a:pt x="55" y="205"/>
                    <a:pt x="86" y="196"/>
                  </a:cubicBezTo>
                  <a:cubicBezTo>
                    <a:pt x="118" y="188"/>
                    <a:pt x="93" y="218"/>
                    <a:pt x="84" y="226"/>
                  </a:cubicBezTo>
                  <a:cubicBezTo>
                    <a:pt x="84" y="226"/>
                    <a:pt x="105" y="210"/>
                    <a:pt x="107" y="197"/>
                  </a:cubicBezTo>
                  <a:cubicBezTo>
                    <a:pt x="109" y="184"/>
                    <a:pt x="117" y="186"/>
                    <a:pt x="131" y="189"/>
                  </a:cubicBezTo>
                  <a:cubicBezTo>
                    <a:pt x="145" y="192"/>
                    <a:pt x="149" y="204"/>
                    <a:pt x="149" y="207"/>
                  </a:cubicBezTo>
                  <a:cubicBezTo>
                    <a:pt x="149" y="207"/>
                    <a:pt x="143" y="192"/>
                    <a:pt x="130" y="182"/>
                  </a:cubicBezTo>
                  <a:cubicBezTo>
                    <a:pt x="122" y="176"/>
                    <a:pt x="135" y="164"/>
                    <a:pt x="143" y="170"/>
                  </a:cubicBezTo>
                  <a:cubicBezTo>
                    <a:pt x="143" y="170"/>
                    <a:pt x="136" y="164"/>
                    <a:pt x="135" y="158"/>
                  </a:cubicBezTo>
                  <a:cubicBezTo>
                    <a:pt x="133" y="153"/>
                    <a:pt x="126" y="138"/>
                    <a:pt x="123" y="137"/>
                  </a:cubicBezTo>
                  <a:cubicBezTo>
                    <a:pt x="119" y="136"/>
                    <a:pt x="130" y="134"/>
                    <a:pt x="136" y="138"/>
                  </a:cubicBezTo>
                  <a:cubicBezTo>
                    <a:pt x="143" y="142"/>
                    <a:pt x="204" y="126"/>
                    <a:pt x="206" y="125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4" name="Freeform 575">
              <a:extLst>
                <a:ext uri="{FF2B5EF4-FFF2-40B4-BE49-F238E27FC236}">
                  <a16:creationId xmlns:a16="http://schemas.microsoft.com/office/drawing/2014/main" id="{9F1DA1E2-E606-47C6-92E1-15866D9E9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993"/>
              <a:ext cx="234" cy="329"/>
            </a:xfrm>
            <a:custGeom>
              <a:avLst/>
              <a:gdLst>
                <a:gd name="T0" fmla="*/ 0 w 110"/>
                <a:gd name="T1" fmla="*/ 129 h 145"/>
                <a:gd name="T2" fmla="*/ 334 w 110"/>
                <a:gd name="T3" fmla="*/ 467 h 145"/>
                <a:gd name="T4" fmla="*/ 666 w 110"/>
                <a:gd name="T5" fmla="*/ 653 h 145"/>
                <a:gd name="T6" fmla="*/ 991 w 110"/>
                <a:gd name="T7" fmla="*/ 0 h 145"/>
                <a:gd name="T8" fmla="*/ 742 w 110"/>
                <a:gd name="T9" fmla="*/ 681 h 145"/>
                <a:gd name="T10" fmla="*/ 964 w 110"/>
                <a:gd name="T11" fmla="*/ 1622 h 145"/>
                <a:gd name="T12" fmla="*/ 779 w 110"/>
                <a:gd name="T13" fmla="*/ 1591 h 145"/>
                <a:gd name="T14" fmla="*/ 691 w 110"/>
                <a:gd name="T15" fmla="*/ 1225 h 145"/>
                <a:gd name="T16" fmla="*/ 570 w 110"/>
                <a:gd name="T17" fmla="*/ 701 h 145"/>
                <a:gd name="T18" fmla="*/ 366 w 110"/>
                <a:gd name="T19" fmla="*/ 535 h 145"/>
                <a:gd name="T20" fmla="*/ 0 w 110"/>
                <a:gd name="T21" fmla="*/ 129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0" h="145">
                  <a:moveTo>
                    <a:pt x="0" y="11"/>
                  </a:moveTo>
                  <a:cubicBezTo>
                    <a:pt x="0" y="11"/>
                    <a:pt x="21" y="36"/>
                    <a:pt x="35" y="40"/>
                  </a:cubicBezTo>
                  <a:cubicBezTo>
                    <a:pt x="49" y="44"/>
                    <a:pt x="59" y="59"/>
                    <a:pt x="69" y="56"/>
                  </a:cubicBezTo>
                  <a:cubicBezTo>
                    <a:pt x="79" y="54"/>
                    <a:pt x="102" y="16"/>
                    <a:pt x="103" y="0"/>
                  </a:cubicBezTo>
                  <a:cubicBezTo>
                    <a:pt x="103" y="0"/>
                    <a:pt x="103" y="27"/>
                    <a:pt x="77" y="58"/>
                  </a:cubicBezTo>
                  <a:cubicBezTo>
                    <a:pt x="52" y="89"/>
                    <a:pt x="91" y="133"/>
                    <a:pt x="100" y="139"/>
                  </a:cubicBezTo>
                  <a:cubicBezTo>
                    <a:pt x="110" y="145"/>
                    <a:pt x="85" y="124"/>
                    <a:pt x="81" y="136"/>
                  </a:cubicBezTo>
                  <a:cubicBezTo>
                    <a:pt x="81" y="136"/>
                    <a:pt x="87" y="132"/>
                    <a:pt x="72" y="105"/>
                  </a:cubicBezTo>
                  <a:cubicBezTo>
                    <a:pt x="57" y="78"/>
                    <a:pt x="75" y="73"/>
                    <a:pt x="59" y="60"/>
                  </a:cubicBezTo>
                  <a:cubicBezTo>
                    <a:pt x="57" y="58"/>
                    <a:pt x="44" y="47"/>
                    <a:pt x="38" y="46"/>
                  </a:cubicBezTo>
                  <a:cubicBezTo>
                    <a:pt x="32" y="45"/>
                    <a:pt x="3" y="18"/>
                    <a:pt x="0" y="11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5" name="Freeform 576">
              <a:extLst>
                <a:ext uri="{FF2B5EF4-FFF2-40B4-BE49-F238E27FC236}">
                  <a16:creationId xmlns:a16="http://schemas.microsoft.com/office/drawing/2014/main" id="{F5B74979-1FA5-47BF-B90F-5D5D1C4A4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193"/>
              <a:ext cx="996" cy="615"/>
            </a:xfrm>
            <a:custGeom>
              <a:avLst/>
              <a:gdLst>
                <a:gd name="T0" fmla="*/ 77 w 468"/>
                <a:gd name="T1" fmla="*/ 1216 h 271"/>
                <a:gd name="T2" fmla="*/ 334 w 468"/>
                <a:gd name="T3" fmla="*/ 1943 h 271"/>
                <a:gd name="T4" fmla="*/ 1100 w 468"/>
                <a:gd name="T5" fmla="*/ 1720 h 271"/>
                <a:gd name="T6" fmla="*/ 2341 w 468"/>
                <a:gd name="T7" fmla="*/ 1144 h 271"/>
                <a:gd name="T8" fmla="*/ 3529 w 468"/>
                <a:gd name="T9" fmla="*/ 726 h 271"/>
                <a:gd name="T10" fmla="*/ 3633 w 468"/>
                <a:gd name="T11" fmla="*/ 747 h 271"/>
                <a:gd name="T12" fmla="*/ 4076 w 468"/>
                <a:gd name="T13" fmla="*/ 222 h 271"/>
                <a:gd name="T14" fmla="*/ 4095 w 468"/>
                <a:gd name="T15" fmla="*/ 11 h 271"/>
                <a:gd name="T16" fmla="*/ 4176 w 468"/>
                <a:gd name="T17" fmla="*/ 154 h 271"/>
                <a:gd name="T18" fmla="*/ 4512 w 468"/>
                <a:gd name="T19" fmla="*/ 0 h 271"/>
                <a:gd name="T20" fmla="*/ 4135 w 468"/>
                <a:gd name="T21" fmla="*/ 256 h 271"/>
                <a:gd name="T22" fmla="*/ 3846 w 468"/>
                <a:gd name="T23" fmla="*/ 524 h 271"/>
                <a:gd name="T24" fmla="*/ 3741 w 468"/>
                <a:gd name="T25" fmla="*/ 969 h 271"/>
                <a:gd name="T26" fmla="*/ 3520 w 468"/>
                <a:gd name="T27" fmla="*/ 901 h 271"/>
                <a:gd name="T28" fmla="*/ 2401 w 468"/>
                <a:gd name="T29" fmla="*/ 1205 h 271"/>
                <a:gd name="T30" fmla="*/ 915 w 468"/>
                <a:gd name="T31" fmla="*/ 2070 h 271"/>
                <a:gd name="T32" fmla="*/ 1088 w 468"/>
                <a:gd name="T33" fmla="*/ 2909 h 271"/>
                <a:gd name="T34" fmla="*/ 1232 w 468"/>
                <a:gd name="T35" fmla="*/ 3168 h 271"/>
                <a:gd name="T36" fmla="*/ 1079 w 468"/>
                <a:gd name="T37" fmla="*/ 3002 h 271"/>
                <a:gd name="T38" fmla="*/ 992 w 468"/>
                <a:gd name="T39" fmla="*/ 3141 h 271"/>
                <a:gd name="T40" fmla="*/ 1041 w 468"/>
                <a:gd name="T41" fmla="*/ 2957 h 271"/>
                <a:gd name="T42" fmla="*/ 887 w 468"/>
                <a:gd name="T43" fmla="*/ 2569 h 271"/>
                <a:gd name="T44" fmla="*/ 683 w 468"/>
                <a:gd name="T45" fmla="*/ 2126 h 271"/>
                <a:gd name="T46" fmla="*/ 77 w 468"/>
                <a:gd name="T47" fmla="*/ 1216 h 2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68" h="271">
                  <a:moveTo>
                    <a:pt x="8" y="104"/>
                  </a:moveTo>
                  <a:cubicBezTo>
                    <a:pt x="8" y="104"/>
                    <a:pt x="3" y="158"/>
                    <a:pt x="35" y="166"/>
                  </a:cubicBezTo>
                  <a:cubicBezTo>
                    <a:pt x="66" y="175"/>
                    <a:pt x="78" y="193"/>
                    <a:pt x="114" y="147"/>
                  </a:cubicBezTo>
                  <a:cubicBezTo>
                    <a:pt x="150" y="101"/>
                    <a:pt x="213" y="91"/>
                    <a:pt x="243" y="98"/>
                  </a:cubicBezTo>
                  <a:cubicBezTo>
                    <a:pt x="273" y="105"/>
                    <a:pt x="354" y="89"/>
                    <a:pt x="366" y="62"/>
                  </a:cubicBezTo>
                  <a:cubicBezTo>
                    <a:pt x="366" y="62"/>
                    <a:pt x="372" y="70"/>
                    <a:pt x="377" y="64"/>
                  </a:cubicBezTo>
                  <a:cubicBezTo>
                    <a:pt x="381" y="59"/>
                    <a:pt x="414" y="19"/>
                    <a:pt x="423" y="19"/>
                  </a:cubicBezTo>
                  <a:cubicBezTo>
                    <a:pt x="432" y="19"/>
                    <a:pt x="432" y="6"/>
                    <a:pt x="425" y="1"/>
                  </a:cubicBezTo>
                  <a:cubicBezTo>
                    <a:pt x="425" y="1"/>
                    <a:pt x="436" y="8"/>
                    <a:pt x="433" y="13"/>
                  </a:cubicBezTo>
                  <a:cubicBezTo>
                    <a:pt x="430" y="18"/>
                    <a:pt x="459" y="20"/>
                    <a:pt x="468" y="0"/>
                  </a:cubicBezTo>
                  <a:cubicBezTo>
                    <a:pt x="468" y="0"/>
                    <a:pt x="468" y="22"/>
                    <a:pt x="429" y="22"/>
                  </a:cubicBezTo>
                  <a:cubicBezTo>
                    <a:pt x="424" y="22"/>
                    <a:pt x="405" y="33"/>
                    <a:pt x="399" y="45"/>
                  </a:cubicBezTo>
                  <a:cubicBezTo>
                    <a:pt x="392" y="58"/>
                    <a:pt x="365" y="70"/>
                    <a:pt x="388" y="83"/>
                  </a:cubicBezTo>
                  <a:cubicBezTo>
                    <a:pt x="388" y="83"/>
                    <a:pt x="377" y="74"/>
                    <a:pt x="365" y="77"/>
                  </a:cubicBezTo>
                  <a:cubicBezTo>
                    <a:pt x="354" y="80"/>
                    <a:pt x="308" y="106"/>
                    <a:pt x="249" y="103"/>
                  </a:cubicBezTo>
                  <a:cubicBezTo>
                    <a:pt x="189" y="100"/>
                    <a:pt x="125" y="122"/>
                    <a:pt x="95" y="177"/>
                  </a:cubicBezTo>
                  <a:cubicBezTo>
                    <a:pt x="87" y="191"/>
                    <a:pt x="97" y="241"/>
                    <a:pt x="113" y="249"/>
                  </a:cubicBezTo>
                  <a:cubicBezTo>
                    <a:pt x="130" y="258"/>
                    <a:pt x="128" y="271"/>
                    <a:pt x="128" y="271"/>
                  </a:cubicBezTo>
                  <a:cubicBezTo>
                    <a:pt x="128" y="271"/>
                    <a:pt x="123" y="258"/>
                    <a:pt x="112" y="257"/>
                  </a:cubicBezTo>
                  <a:cubicBezTo>
                    <a:pt x="102" y="256"/>
                    <a:pt x="103" y="269"/>
                    <a:pt x="103" y="269"/>
                  </a:cubicBezTo>
                  <a:cubicBezTo>
                    <a:pt x="103" y="269"/>
                    <a:pt x="102" y="257"/>
                    <a:pt x="108" y="253"/>
                  </a:cubicBezTo>
                  <a:cubicBezTo>
                    <a:pt x="113" y="249"/>
                    <a:pt x="98" y="240"/>
                    <a:pt x="92" y="220"/>
                  </a:cubicBezTo>
                  <a:cubicBezTo>
                    <a:pt x="86" y="201"/>
                    <a:pt x="89" y="183"/>
                    <a:pt x="71" y="182"/>
                  </a:cubicBezTo>
                  <a:cubicBezTo>
                    <a:pt x="39" y="179"/>
                    <a:pt x="0" y="164"/>
                    <a:pt x="8" y="104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6" name="Freeform 577">
              <a:extLst>
                <a:ext uri="{FF2B5EF4-FFF2-40B4-BE49-F238E27FC236}">
                  <a16:creationId xmlns:a16="http://schemas.microsoft.com/office/drawing/2014/main" id="{BB1B257D-E559-4D3C-A4DE-786DDCC91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221"/>
              <a:ext cx="643" cy="772"/>
            </a:xfrm>
            <a:custGeom>
              <a:avLst/>
              <a:gdLst>
                <a:gd name="T0" fmla="*/ 0 w 302"/>
                <a:gd name="T1" fmla="*/ 2268 h 340"/>
                <a:gd name="T2" fmla="*/ 104 w 302"/>
                <a:gd name="T3" fmla="*/ 2609 h 340"/>
                <a:gd name="T4" fmla="*/ 771 w 302"/>
                <a:gd name="T5" fmla="*/ 3088 h 340"/>
                <a:gd name="T6" fmla="*/ 1156 w 302"/>
                <a:gd name="T7" fmla="*/ 3980 h 340"/>
                <a:gd name="T8" fmla="*/ 1069 w 302"/>
                <a:gd name="T9" fmla="*/ 2995 h 340"/>
                <a:gd name="T10" fmla="*/ 1478 w 302"/>
                <a:gd name="T11" fmla="*/ 2752 h 340"/>
                <a:gd name="T12" fmla="*/ 1148 w 302"/>
                <a:gd name="T13" fmla="*/ 2625 h 340"/>
                <a:gd name="T14" fmla="*/ 1469 w 302"/>
                <a:gd name="T15" fmla="*/ 774 h 340"/>
                <a:gd name="T16" fmla="*/ 2027 w 302"/>
                <a:gd name="T17" fmla="*/ 690 h 340"/>
                <a:gd name="T18" fmla="*/ 2412 w 302"/>
                <a:gd name="T19" fmla="*/ 377 h 340"/>
                <a:gd name="T20" fmla="*/ 2915 w 302"/>
                <a:gd name="T21" fmla="*/ 139 h 340"/>
                <a:gd name="T22" fmla="*/ 2574 w 302"/>
                <a:gd name="T23" fmla="*/ 232 h 340"/>
                <a:gd name="T24" fmla="*/ 2221 w 302"/>
                <a:gd name="T25" fmla="*/ 470 h 340"/>
                <a:gd name="T26" fmla="*/ 1746 w 302"/>
                <a:gd name="T27" fmla="*/ 536 h 340"/>
                <a:gd name="T28" fmla="*/ 1052 w 302"/>
                <a:gd name="T29" fmla="*/ 2598 h 340"/>
                <a:gd name="T30" fmla="*/ 726 w 302"/>
                <a:gd name="T31" fmla="*/ 2845 h 340"/>
                <a:gd name="T32" fmla="*/ 181 w 302"/>
                <a:gd name="T33" fmla="*/ 2516 h 340"/>
                <a:gd name="T34" fmla="*/ 0 w 302"/>
                <a:gd name="T35" fmla="*/ 2268 h 34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2" h="340">
                  <a:moveTo>
                    <a:pt x="0" y="194"/>
                  </a:moveTo>
                  <a:cubicBezTo>
                    <a:pt x="0" y="194"/>
                    <a:pt x="13" y="213"/>
                    <a:pt x="11" y="223"/>
                  </a:cubicBezTo>
                  <a:cubicBezTo>
                    <a:pt x="10" y="233"/>
                    <a:pt x="55" y="236"/>
                    <a:pt x="80" y="264"/>
                  </a:cubicBezTo>
                  <a:cubicBezTo>
                    <a:pt x="104" y="291"/>
                    <a:pt x="120" y="340"/>
                    <a:pt x="120" y="340"/>
                  </a:cubicBezTo>
                  <a:cubicBezTo>
                    <a:pt x="120" y="340"/>
                    <a:pt x="97" y="268"/>
                    <a:pt x="111" y="256"/>
                  </a:cubicBezTo>
                  <a:cubicBezTo>
                    <a:pt x="125" y="244"/>
                    <a:pt x="153" y="235"/>
                    <a:pt x="153" y="235"/>
                  </a:cubicBezTo>
                  <a:cubicBezTo>
                    <a:pt x="153" y="235"/>
                    <a:pt x="125" y="236"/>
                    <a:pt x="119" y="224"/>
                  </a:cubicBezTo>
                  <a:cubicBezTo>
                    <a:pt x="114" y="212"/>
                    <a:pt x="93" y="76"/>
                    <a:pt x="152" y="66"/>
                  </a:cubicBezTo>
                  <a:cubicBezTo>
                    <a:pt x="182" y="62"/>
                    <a:pt x="182" y="48"/>
                    <a:pt x="210" y="59"/>
                  </a:cubicBezTo>
                  <a:cubicBezTo>
                    <a:pt x="237" y="70"/>
                    <a:pt x="227" y="28"/>
                    <a:pt x="250" y="32"/>
                  </a:cubicBezTo>
                  <a:cubicBezTo>
                    <a:pt x="274" y="37"/>
                    <a:pt x="278" y="5"/>
                    <a:pt x="302" y="12"/>
                  </a:cubicBezTo>
                  <a:cubicBezTo>
                    <a:pt x="302" y="12"/>
                    <a:pt x="283" y="0"/>
                    <a:pt x="267" y="20"/>
                  </a:cubicBezTo>
                  <a:cubicBezTo>
                    <a:pt x="254" y="37"/>
                    <a:pt x="249" y="8"/>
                    <a:pt x="230" y="40"/>
                  </a:cubicBezTo>
                  <a:cubicBezTo>
                    <a:pt x="213" y="68"/>
                    <a:pt x="205" y="38"/>
                    <a:pt x="181" y="46"/>
                  </a:cubicBezTo>
                  <a:cubicBezTo>
                    <a:pt x="156" y="54"/>
                    <a:pt x="77" y="58"/>
                    <a:pt x="109" y="222"/>
                  </a:cubicBezTo>
                  <a:cubicBezTo>
                    <a:pt x="111" y="235"/>
                    <a:pt x="105" y="258"/>
                    <a:pt x="75" y="243"/>
                  </a:cubicBezTo>
                  <a:cubicBezTo>
                    <a:pt x="46" y="227"/>
                    <a:pt x="25" y="230"/>
                    <a:pt x="19" y="215"/>
                  </a:cubicBezTo>
                  <a:cubicBezTo>
                    <a:pt x="13" y="199"/>
                    <a:pt x="0" y="194"/>
                    <a:pt x="0" y="194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7" name="Freeform 578">
              <a:extLst>
                <a:ext uri="{FF2B5EF4-FFF2-40B4-BE49-F238E27FC236}">
                  <a16:creationId xmlns:a16="http://schemas.microsoft.com/office/drawing/2014/main" id="{45BADA4A-EAF5-4BE7-9F17-C6FA6E1BC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105"/>
              <a:ext cx="568" cy="1056"/>
            </a:xfrm>
            <a:custGeom>
              <a:avLst/>
              <a:gdLst>
                <a:gd name="T0" fmla="*/ 2476 w 267"/>
                <a:gd name="T1" fmla="*/ 0 h 465"/>
                <a:gd name="T2" fmla="*/ 2561 w 267"/>
                <a:gd name="T3" fmla="*/ 186 h 465"/>
                <a:gd name="T4" fmla="*/ 2425 w 267"/>
                <a:gd name="T5" fmla="*/ 316 h 465"/>
                <a:gd name="T6" fmla="*/ 1906 w 267"/>
                <a:gd name="T7" fmla="*/ 620 h 465"/>
                <a:gd name="T8" fmla="*/ 1366 w 267"/>
                <a:gd name="T9" fmla="*/ 1335 h 465"/>
                <a:gd name="T10" fmla="*/ 1349 w 267"/>
                <a:gd name="T11" fmla="*/ 2191 h 465"/>
                <a:gd name="T12" fmla="*/ 1461 w 267"/>
                <a:gd name="T13" fmla="*/ 2600 h 465"/>
                <a:gd name="T14" fmla="*/ 1240 w 267"/>
                <a:gd name="T15" fmla="*/ 2248 h 465"/>
                <a:gd name="T16" fmla="*/ 615 w 267"/>
                <a:gd name="T17" fmla="*/ 2578 h 465"/>
                <a:gd name="T18" fmla="*/ 257 w 267"/>
                <a:gd name="T19" fmla="*/ 3631 h 465"/>
                <a:gd name="T20" fmla="*/ 221 w 267"/>
                <a:gd name="T21" fmla="*/ 4828 h 465"/>
                <a:gd name="T22" fmla="*/ 40 w 267"/>
                <a:gd name="T23" fmla="*/ 5446 h 465"/>
                <a:gd name="T24" fmla="*/ 194 w 267"/>
                <a:gd name="T25" fmla="*/ 4780 h 465"/>
                <a:gd name="T26" fmla="*/ 308 w 267"/>
                <a:gd name="T27" fmla="*/ 3043 h 465"/>
                <a:gd name="T28" fmla="*/ 802 w 267"/>
                <a:gd name="T29" fmla="*/ 2321 h 465"/>
                <a:gd name="T30" fmla="*/ 1221 w 267"/>
                <a:gd name="T31" fmla="*/ 2082 h 465"/>
                <a:gd name="T32" fmla="*/ 1213 w 267"/>
                <a:gd name="T33" fmla="*/ 1279 h 465"/>
                <a:gd name="T34" fmla="*/ 1019 w 267"/>
                <a:gd name="T35" fmla="*/ 831 h 465"/>
                <a:gd name="T36" fmla="*/ 1264 w 267"/>
                <a:gd name="T37" fmla="*/ 1217 h 465"/>
                <a:gd name="T38" fmla="*/ 1376 w 267"/>
                <a:gd name="T39" fmla="*/ 1042 h 465"/>
                <a:gd name="T40" fmla="*/ 1906 w 267"/>
                <a:gd name="T41" fmla="*/ 552 h 465"/>
                <a:gd name="T42" fmla="*/ 2376 w 267"/>
                <a:gd name="T43" fmla="*/ 232 h 465"/>
                <a:gd name="T44" fmla="*/ 2476 w 267"/>
                <a:gd name="T45" fmla="*/ 0 h 46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67" h="465">
                  <a:moveTo>
                    <a:pt x="257" y="0"/>
                  </a:moveTo>
                  <a:cubicBezTo>
                    <a:pt x="257" y="0"/>
                    <a:pt x="256" y="26"/>
                    <a:pt x="266" y="16"/>
                  </a:cubicBezTo>
                  <a:cubicBezTo>
                    <a:pt x="266" y="16"/>
                    <a:pt x="267" y="25"/>
                    <a:pt x="252" y="27"/>
                  </a:cubicBezTo>
                  <a:cubicBezTo>
                    <a:pt x="237" y="29"/>
                    <a:pt x="223" y="53"/>
                    <a:pt x="198" y="53"/>
                  </a:cubicBezTo>
                  <a:cubicBezTo>
                    <a:pt x="172" y="53"/>
                    <a:pt x="144" y="95"/>
                    <a:pt x="142" y="114"/>
                  </a:cubicBezTo>
                  <a:cubicBezTo>
                    <a:pt x="140" y="132"/>
                    <a:pt x="135" y="176"/>
                    <a:pt x="140" y="187"/>
                  </a:cubicBezTo>
                  <a:cubicBezTo>
                    <a:pt x="144" y="197"/>
                    <a:pt x="152" y="215"/>
                    <a:pt x="152" y="222"/>
                  </a:cubicBezTo>
                  <a:cubicBezTo>
                    <a:pt x="152" y="222"/>
                    <a:pt x="144" y="196"/>
                    <a:pt x="129" y="192"/>
                  </a:cubicBezTo>
                  <a:cubicBezTo>
                    <a:pt x="115" y="189"/>
                    <a:pt x="75" y="203"/>
                    <a:pt x="64" y="220"/>
                  </a:cubicBezTo>
                  <a:cubicBezTo>
                    <a:pt x="53" y="237"/>
                    <a:pt x="23" y="269"/>
                    <a:pt x="27" y="310"/>
                  </a:cubicBezTo>
                  <a:cubicBezTo>
                    <a:pt x="31" y="351"/>
                    <a:pt x="31" y="406"/>
                    <a:pt x="23" y="412"/>
                  </a:cubicBezTo>
                  <a:cubicBezTo>
                    <a:pt x="14" y="419"/>
                    <a:pt x="0" y="450"/>
                    <a:pt x="4" y="465"/>
                  </a:cubicBezTo>
                  <a:cubicBezTo>
                    <a:pt x="4" y="465"/>
                    <a:pt x="0" y="452"/>
                    <a:pt x="20" y="408"/>
                  </a:cubicBezTo>
                  <a:cubicBezTo>
                    <a:pt x="31" y="383"/>
                    <a:pt x="17" y="284"/>
                    <a:pt x="32" y="260"/>
                  </a:cubicBezTo>
                  <a:cubicBezTo>
                    <a:pt x="32" y="260"/>
                    <a:pt x="61" y="212"/>
                    <a:pt x="83" y="198"/>
                  </a:cubicBezTo>
                  <a:cubicBezTo>
                    <a:pt x="105" y="184"/>
                    <a:pt x="118" y="189"/>
                    <a:pt x="127" y="178"/>
                  </a:cubicBezTo>
                  <a:cubicBezTo>
                    <a:pt x="136" y="168"/>
                    <a:pt x="140" y="119"/>
                    <a:pt x="126" y="109"/>
                  </a:cubicBezTo>
                  <a:cubicBezTo>
                    <a:pt x="111" y="99"/>
                    <a:pt x="103" y="78"/>
                    <a:pt x="106" y="71"/>
                  </a:cubicBezTo>
                  <a:cubicBezTo>
                    <a:pt x="106" y="71"/>
                    <a:pt x="116" y="98"/>
                    <a:pt x="131" y="104"/>
                  </a:cubicBezTo>
                  <a:cubicBezTo>
                    <a:pt x="146" y="111"/>
                    <a:pt x="141" y="95"/>
                    <a:pt x="143" y="89"/>
                  </a:cubicBezTo>
                  <a:cubicBezTo>
                    <a:pt x="144" y="83"/>
                    <a:pt x="180" y="49"/>
                    <a:pt x="198" y="47"/>
                  </a:cubicBezTo>
                  <a:cubicBezTo>
                    <a:pt x="216" y="45"/>
                    <a:pt x="240" y="19"/>
                    <a:pt x="247" y="20"/>
                  </a:cubicBezTo>
                  <a:cubicBezTo>
                    <a:pt x="255" y="21"/>
                    <a:pt x="258" y="3"/>
                    <a:pt x="257" y="0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8" name="Freeform 579">
              <a:extLst>
                <a:ext uri="{FF2B5EF4-FFF2-40B4-BE49-F238E27FC236}">
                  <a16:creationId xmlns:a16="http://schemas.microsoft.com/office/drawing/2014/main" id="{26E74880-D5F3-4AFA-AB9A-FFD70AED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098"/>
              <a:ext cx="279" cy="284"/>
            </a:xfrm>
            <a:custGeom>
              <a:avLst/>
              <a:gdLst>
                <a:gd name="T0" fmla="*/ 85 w 131"/>
                <a:gd name="T1" fmla="*/ 1465 h 125"/>
                <a:gd name="T2" fmla="*/ 394 w 131"/>
                <a:gd name="T3" fmla="*/ 832 h 125"/>
                <a:gd name="T4" fmla="*/ 916 w 131"/>
                <a:gd name="T5" fmla="*/ 443 h 125"/>
                <a:gd name="T6" fmla="*/ 1265 w 131"/>
                <a:gd name="T7" fmla="*/ 268 h 125"/>
                <a:gd name="T8" fmla="*/ 916 w 131"/>
                <a:gd name="T9" fmla="*/ 329 h 125"/>
                <a:gd name="T10" fmla="*/ 871 w 131"/>
                <a:gd name="T11" fmla="*/ 45 h 125"/>
                <a:gd name="T12" fmla="*/ 871 w 131"/>
                <a:gd name="T13" fmla="*/ 329 h 125"/>
                <a:gd name="T14" fmla="*/ 639 w 131"/>
                <a:gd name="T15" fmla="*/ 588 h 125"/>
                <a:gd name="T16" fmla="*/ 241 w 131"/>
                <a:gd name="T17" fmla="*/ 139 h 125"/>
                <a:gd name="T18" fmla="*/ 0 w 131"/>
                <a:gd name="T19" fmla="*/ 0 h 125"/>
                <a:gd name="T20" fmla="*/ 232 w 131"/>
                <a:gd name="T21" fmla="*/ 175 h 125"/>
                <a:gd name="T22" fmla="*/ 503 w 131"/>
                <a:gd name="T23" fmla="*/ 634 h 125"/>
                <a:gd name="T24" fmla="*/ 85 w 131"/>
                <a:gd name="T25" fmla="*/ 1465 h 1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1" h="125">
                  <a:moveTo>
                    <a:pt x="9" y="125"/>
                  </a:moveTo>
                  <a:cubicBezTo>
                    <a:pt x="9" y="125"/>
                    <a:pt x="19" y="82"/>
                    <a:pt x="41" y="71"/>
                  </a:cubicBezTo>
                  <a:cubicBezTo>
                    <a:pt x="64" y="61"/>
                    <a:pt x="92" y="45"/>
                    <a:pt x="95" y="38"/>
                  </a:cubicBezTo>
                  <a:cubicBezTo>
                    <a:pt x="99" y="30"/>
                    <a:pt x="117" y="40"/>
                    <a:pt x="131" y="23"/>
                  </a:cubicBezTo>
                  <a:cubicBezTo>
                    <a:pt x="131" y="23"/>
                    <a:pt x="104" y="40"/>
                    <a:pt x="95" y="28"/>
                  </a:cubicBezTo>
                  <a:cubicBezTo>
                    <a:pt x="86" y="16"/>
                    <a:pt x="90" y="4"/>
                    <a:pt x="90" y="4"/>
                  </a:cubicBezTo>
                  <a:cubicBezTo>
                    <a:pt x="90" y="4"/>
                    <a:pt x="84" y="19"/>
                    <a:pt x="90" y="28"/>
                  </a:cubicBezTo>
                  <a:cubicBezTo>
                    <a:pt x="95" y="38"/>
                    <a:pt x="75" y="55"/>
                    <a:pt x="66" y="50"/>
                  </a:cubicBezTo>
                  <a:cubicBezTo>
                    <a:pt x="57" y="45"/>
                    <a:pt x="36" y="15"/>
                    <a:pt x="25" y="12"/>
                  </a:cubicBezTo>
                  <a:cubicBezTo>
                    <a:pt x="14" y="9"/>
                    <a:pt x="1" y="4"/>
                    <a:pt x="0" y="0"/>
                  </a:cubicBezTo>
                  <a:cubicBezTo>
                    <a:pt x="0" y="0"/>
                    <a:pt x="11" y="11"/>
                    <a:pt x="24" y="15"/>
                  </a:cubicBezTo>
                  <a:cubicBezTo>
                    <a:pt x="37" y="19"/>
                    <a:pt x="57" y="48"/>
                    <a:pt x="52" y="54"/>
                  </a:cubicBezTo>
                  <a:cubicBezTo>
                    <a:pt x="47" y="59"/>
                    <a:pt x="7" y="81"/>
                    <a:pt x="9" y="125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9" name="Freeform 580">
              <a:extLst>
                <a:ext uri="{FF2B5EF4-FFF2-40B4-BE49-F238E27FC236}">
                  <a16:creationId xmlns:a16="http://schemas.microsoft.com/office/drawing/2014/main" id="{C96EA80E-8502-4BD9-9DEE-D74B09A96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387"/>
              <a:ext cx="93" cy="136"/>
            </a:xfrm>
            <a:custGeom>
              <a:avLst/>
              <a:gdLst>
                <a:gd name="T0" fmla="*/ 0 w 44"/>
                <a:gd name="T1" fmla="*/ 138 h 60"/>
                <a:gd name="T2" fmla="*/ 104 w 44"/>
                <a:gd name="T3" fmla="*/ 698 h 60"/>
                <a:gd name="T4" fmla="*/ 416 w 44"/>
                <a:gd name="T5" fmla="*/ 596 h 60"/>
                <a:gd name="T6" fmla="*/ 254 w 44"/>
                <a:gd name="T7" fmla="*/ 442 h 60"/>
                <a:gd name="T8" fmla="*/ 340 w 44"/>
                <a:gd name="T9" fmla="*/ 0 h 60"/>
                <a:gd name="T10" fmla="*/ 188 w 44"/>
                <a:gd name="T11" fmla="*/ 247 h 60"/>
                <a:gd name="T12" fmla="*/ 0 w 44"/>
                <a:gd name="T13" fmla="*/ 1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60">
                  <a:moveTo>
                    <a:pt x="0" y="12"/>
                  </a:moveTo>
                  <a:cubicBezTo>
                    <a:pt x="0" y="12"/>
                    <a:pt x="37" y="31"/>
                    <a:pt x="11" y="60"/>
                  </a:cubicBezTo>
                  <a:cubicBezTo>
                    <a:pt x="11" y="60"/>
                    <a:pt x="29" y="32"/>
                    <a:pt x="44" y="51"/>
                  </a:cubicBezTo>
                  <a:cubicBezTo>
                    <a:pt x="44" y="51"/>
                    <a:pt x="32" y="36"/>
                    <a:pt x="27" y="38"/>
                  </a:cubicBezTo>
                  <a:cubicBezTo>
                    <a:pt x="21" y="41"/>
                    <a:pt x="22" y="12"/>
                    <a:pt x="36" y="0"/>
                  </a:cubicBezTo>
                  <a:cubicBezTo>
                    <a:pt x="36" y="0"/>
                    <a:pt x="19" y="14"/>
                    <a:pt x="20" y="21"/>
                  </a:cubicBezTo>
                  <a:cubicBezTo>
                    <a:pt x="21" y="27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0" name="Freeform 581">
              <a:extLst>
                <a:ext uri="{FF2B5EF4-FFF2-40B4-BE49-F238E27FC236}">
                  <a16:creationId xmlns:a16="http://schemas.microsoft.com/office/drawing/2014/main" id="{5CCBC1E7-6BF1-44B4-A170-FBB19E64B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284"/>
              <a:ext cx="327" cy="305"/>
            </a:xfrm>
            <a:custGeom>
              <a:avLst/>
              <a:gdLst>
                <a:gd name="T0" fmla="*/ 0 w 154"/>
                <a:gd name="T1" fmla="*/ 285 h 134"/>
                <a:gd name="T2" fmla="*/ 605 w 154"/>
                <a:gd name="T3" fmla="*/ 544 h 134"/>
                <a:gd name="T4" fmla="*/ 418 w 154"/>
                <a:gd name="T5" fmla="*/ 1580 h 134"/>
                <a:gd name="T6" fmla="*/ 586 w 154"/>
                <a:gd name="T7" fmla="*/ 942 h 134"/>
                <a:gd name="T8" fmla="*/ 747 w 154"/>
                <a:gd name="T9" fmla="*/ 590 h 134"/>
                <a:gd name="T10" fmla="*/ 1329 w 154"/>
                <a:gd name="T11" fmla="*/ 1263 h 134"/>
                <a:gd name="T12" fmla="*/ 1072 w 154"/>
                <a:gd name="T13" fmla="*/ 555 h 134"/>
                <a:gd name="T14" fmla="*/ 1474 w 154"/>
                <a:gd name="T15" fmla="*/ 446 h 134"/>
                <a:gd name="T16" fmla="*/ 1389 w 154"/>
                <a:gd name="T17" fmla="*/ 305 h 134"/>
                <a:gd name="T18" fmla="*/ 1321 w 154"/>
                <a:gd name="T19" fmla="*/ 0 h 134"/>
                <a:gd name="T20" fmla="*/ 1361 w 154"/>
                <a:gd name="T21" fmla="*/ 296 h 134"/>
                <a:gd name="T22" fmla="*/ 1015 w 154"/>
                <a:gd name="T23" fmla="*/ 544 h 134"/>
                <a:gd name="T24" fmla="*/ 682 w 154"/>
                <a:gd name="T25" fmla="*/ 462 h 134"/>
                <a:gd name="T26" fmla="*/ 0 w 154"/>
                <a:gd name="T27" fmla="*/ 285 h 1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4" h="134">
                  <a:moveTo>
                    <a:pt x="0" y="24"/>
                  </a:moveTo>
                  <a:cubicBezTo>
                    <a:pt x="0" y="24"/>
                    <a:pt x="71" y="22"/>
                    <a:pt x="63" y="46"/>
                  </a:cubicBezTo>
                  <a:cubicBezTo>
                    <a:pt x="56" y="70"/>
                    <a:pt x="40" y="120"/>
                    <a:pt x="44" y="134"/>
                  </a:cubicBezTo>
                  <a:cubicBezTo>
                    <a:pt x="44" y="134"/>
                    <a:pt x="54" y="80"/>
                    <a:pt x="61" y="80"/>
                  </a:cubicBezTo>
                  <a:cubicBezTo>
                    <a:pt x="61" y="80"/>
                    <a:pt x="60" y="51"/>
                    <a:pt x="78" y="50"/>
                  </a:cubicBezTo>
                  <a:cubicBezTo>
                    <a:pt x="96" y="50"/>
                    <a:pt x="127" y="88"/>
                    <a:pt x="139" y="107"/>
                  </a:cubicBezTo>
                  <a:cubicBezTo>
                    <a:pt x="139" y="107"/>
                    <a:pt x="99" y="56"/>
                    <a:pt x="112" y="47"/>
                  </a:cubicBezTo>
                  <a:cubicBezTo>
                    <a:pt x="125" y="37"/>
                    <a:pt x="140" y="27"/>
                    <a:pt x="154" y="38"/>
                  </a:cubicBezTo>
                  <a:cubicBezTo>
                    <a:pt x="154" y="38"/>
                    <a:pt x="145" y="32"/>
                    <a:pt x="145" y="26"/>
                  </a:cubicBezTo>
                  <a:cubicBezTo>
                    <a:pt x="145" y="19"/>
                    <a:pt x="143" y="4"/>
                    <a:pt x="138" y="0"/>
                  </a:cubicBezTo>
                  <a:cubicBezTo>
                    <a:pt x="138" y="0"/>
                    <a:pt x="146" y="21"/>
                    <a:pt x="142" y="25"/>
                  </a:cubicBezTo>
                  <a:cubicBezTo>
                    <a:pt x="138" y="29"/>
                    <a:pt x="111" y="35"/>
                    <a:pt x="106" y="46"/>
                  </a:cubicBezTo>
                  <a:cubicBezTo>
                    <a:pt x="101" y="56"/>
                    <a:pt x="76" y="46"/>
                    <a:pt x="71" y="39"/>
                  </a:cubicBezTo>
                  <a:cubicBezTo>
                    <a:pt x="66" y="33"/>
                    <a:pt x="40" y="19"/>
                    <a:pt x="0" y="24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1" name="Freeform 582">
              <a:extLst>
                <a:ext uri="{FF2B5EF4-FFF2-40B4-BE49-F238E27FC236}">
                  <a16:creationId xmlns:a16="http://schemas.microsoft.com/office/drawing/2014/main" id="{F0963ECA-EAE2-4BD9-860E-2FA0CC42D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441"/>
              <a:ext cx="1254" cy="994"/>
            </a:xfrm>
            <a:custGeom>
              <a:avLst/>
              <a:gdLst>
                <a:gd name="T0" fmla="*/ 0 w 589"/>
                <a:gd name="T1" fmla="*/ 4280 h 438"/>
                <a:gd name="T2" fmla="*/ 513 w 589"/>
                <a:gd name="T3" fmla="*/ 4523 h 438"/>
                <a:gd name="T4" fmla="*/ 847 w 589"/>
                <a:gd name="T5" fmla="*/ 5120 h 438"/>
                <a:gd name="T6" fmla="*/ 1024 w 589"/>
                <a:gd name="T7" fmla="*/ 4661 h 438"/>
                <a:gd name="T8" fmla="*/ 1718 w 589"/>
                <a:gd name="T9" fmla="*/ 4255 h 438"/>
                <a:gd name="T10" fmla="*/ 2461 w 589"/>
                <a:gd name="T11" fmla="*/ 4135 h 438"/>
                <a:gd name="T12" fmla="*/ 3709 w 589"/>
                <a:gd name="T13" fmla="*/ 3095 h 438"/>
                <a:gd name="T14" fmla="*/ 3898 w 589"/>
                <a:gd name="T15" fmla="*/ 3075 h 438"/>
                <a:gd name="T16" fmla="*/ 4043 w 589"/>
                <a:gd name="T17" fmla="*/ 3307 h 438"/>
                <a:gd name="T18" fmla="*/ 4007 w 589"/>
                <a:gd name="T19" fmla="*/ 2853 h 438"/>
                <a:gd name="T20" fmla="*/ 4120 w 589"/>
                <a:gd name="T21" fmla="*/ 2780 h 438"/>
                <a:gd name="T22" fmla="*/ 4052 w 589"/>
                <a:gd name="T23" fmla="*/ 2478 h 438"/>
                <a:gd name="T24" fmla="*/ 4737 w 589"/>
                <a:gd name="T25" fmla="*/ 1448 h 438"/>
                <a:gd name="T26" fmla="*/ 5171 w 589"/>
                <a:gd name="T27" fmla="*/ 701 h 438"/>
                <a:gd name="T28" fmla="*/ 5685 w 589"/>
                <a:gd name="T29" fmla="*/ 561 h 438"/>
                <a:gd name="T30" fmla="*/ 5114 w 589"/>
                <a:gd name="T31" fmla="*/ 490 h 438"/>
                <a:gd name="T32" fmla="*/ 5018 w 589"/>
                <a:gd name="T33" fmla="*/ 1096 h 438"/>
                <a:gd name="T34" fmla="*/ 4179 w 589"/>
                <a:gd name="T35" fmla="*/ 2070 h 438"/>
                <a:gd name="T36" fmla="*/ 3994 w 589"/>
                <a:gd name="T37" fmla="*/ 2714 h 438"/>
                <a:gd name="T38" fmla="*/ 3907 w 589"/>
                <a:gd name="T39" fmla="*/ 2946 h 438"/>
                <a:gd name="T40" fmla="*/ 3709 w 589"/>
                <a:gd name="T41" fmla="*/ 2771 h 438"/>
                <a:gd name="T42" fmla="*/ 3590 w 589"/>
                <a:gd name="T43" fmla="*/ 3204 h 438"/>
                <a:gd name="T44" fmla="*/ 2344 w 589"/>
                <a:gd name="T45" fmla="*/ 4042 h 438"/>
                <a:gd name="T46" fmla="*/ 1478 w 589"/>
                <a:gd name="T47" fmla="*/ 3472 h 438"/>
                <a:gd name="T48" fmla="*/ 1835 w 589"/>
                <a:gd name="T49" fmla="*/ 4033 h 438"/>
                <a:gd name="T50" fmla="*/ 1350 w 589"/>
                <a:gd name="T51" fmla="*/ 4382 h 438"/>
                <a:gd name="T52" fmla="*/ 675 w 589"/>
                <a:gd name="T53" fmla="*/ 4557 h 438"/>
                <a:gd name="T54" fmla="*/ 0 w 589"/>
                <a:gd name="T55" fmla="*/ 4280 h 43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89" h="438">
                  <a:moveTo>
                    <a:pt x="0" y="366"/>
                  </a:moveTo>
                  <a:cubicBezTo>
                    <a:pt x="0" y="366"/>
                    <a:pt x="35" y="372"/>
                    <a:pt x="53" y="387"/>
                  </a:cubicBezTo>
                  <a:cubicBezTo>
                    <a:pt x="71" y="402"/>
                    <a:pt x="89" y="421"/>
                    <a:pt x="88" y="438"/>
                  </a:cubicBezTo>
                  <a:cubicBezTo>
                    <a:pt x="88" y="438"/>
                    <a:pt x="82" y="400"/>
                    <a:pt x="106" y="399"/>
                  </a:cubicBezTo>
                  <a:cubicBezTo>
                    <a:pt x="130" y="398"/>
                    <a:pt x="167" y="369"/>
                    <a:pt x="178" y="364"/>
                  </a:cubicBezTo>
                  <a:cubicBezTo>
                    <a:pt x="189" y="359"/>
                    <a:pt x="222" y="348"/>
                    <a:pt x="255" y="354"/>
                  </a:cubicBezTo>
                  <a:cubicBezTo>
                    <a:pt x="288" y="360"/>
                    <a:pt x="358" y="336"/>
                    <a:pt x="384" y="265"/>
                  </a:cubicBezTo>
                  <a:cubicBezTo>
                    <a:pt x="384" y="265"/>
                    <a:pt x="398" y="258"/>
                    <a:pt x="404" y="263"/>
                  </a:cubicBezTo>
                  <a:cubicBezTo>
                    <a:pt x="410" y="268"/>
                    <a:pt x="419" y="283"/>
                    <a:pt x="419" y="283"/>
                  </a:cubicBezTo>
                  <a:cubicBezTo>
                    <a:pt x="419" y="283"/>
                    <a:pt x="404" y="259"/>
                    <a:pt x="415" y="244"/>
                  </a:cubicBezTo>
                  <a:cubicBezTo>
                    <a:pt x="425" y="229"/>
                    <a:pt x="427" y="238"/>
                    <a:pt x="427" y="238"/>
                  </a:cubicBezTo>
                  <a:cubicBezTo>
                    <a:pt x="427" y="238"/>
                    <a:pt x="416" y="233"/>
                    <a:pt x="420" y="212"/>
                  </a:cubicBezTo>
                  <a:cubicBezTo>
                    <a:pt x="425" y="191"/>
                    <a:pt x="466" y="133"/>
                    <a:pt x="491" y="124"/>
                  </a:cubicBezTo>
                  <a:cubicBezTo>
                    <a:pt x="516" y="115"/>
                    <a:pt x="542" y="93"/>
                    <a:pt x="536" y="60"/>
                  </a:cubicBezTo>
                  <a:cubicBezTo>
                    <a:pt x="530" y="27"/>
                    <a:pt x="562" y="16"/>
                    <a:pt x="589" y="48"/>
                  </a:cubicBezTo>
                  <a:cubicBezTo>
                    <a:pt x="589" y="48"/>
                    <a:pt x="552" y="0"/>
                    <a:pt x="530" y="42"/>
                  </a:cubicBezTo>
                  <a:cubicBezTo>
                    <a:pt x="524" y="53"/>
                    <a:pt x="541" y="72"/>
                    <a:pt x="520" y="94"/>
                  </a:cubicBezTo>
                  <a:cubicBezTo>
                    <a:pt x="500" y="116"/>
                    <a:pt x="454" y="133"/>
                    <a:pt x="433" y="177"/>
                  </a:cubicBezTo>
                  <a:cubicBezTo>
                    <a:pt x="412" y="221"/>
                    <a:pt x="411" y="225"/>
                    <a:pt x="414" y="232"/>
                  </a:cubicBezTo>
                  <a:cubicBezTo>
                    <a:pt x="414" y="232"/>
                    <a:pt x="403" y="243"/>
                    <a:pt x="405" y="252"/>
                  </a:cubicBezTo>
                  <a:cubicBezTo>
                    <a:pt x="405" y="252"/>
                    <a:pt x="391" y="266"/>
                    <a:pt x="384" y="237"/>
                  </a:cubicBezTo>
                  <a:cubicBezTo>
                    <a:pt x="384" y="237"/>
                    <a:pt x="386" y="252"/>
                    <a:pt x="372" y="274"/>
                  </a:cubicBezTo>
                  <a:cubicBezTo>
                    <a:pt x="359" y="296"/>
                    <a:pt x="320" y="360"/>
                    <a:pt x="243" y="346"/>
                  </a:cubicBezTo>
                  <a:cubicBezTo>
                    <a:pt x="166" y="332"/>
                    <a:pt x="164" y="330"/>
                    <a:pt x="153" y="297"/>
                  </a:cubicBezTo>
                  <a:cubicBezTo>
                    <a:pt x="153" y="297"/>
                    <a:pt x="152" y="323"/>
                    <a:pt x="190" y="345"/>
                  </a:cubicBezTo>
                  <a:cubicBezTo>
                    <a:pt x="205" y="353"/>
                    <a:pt x="143" y="374"/>
                    <a:pt x="140" y="375"/>
                  </a:cubicBezTo>
                  <a:cubicBezTo>
                    <a:pt x="138" y="376"/>
                    <a:pt x="104" y="410"/>
                    <a:pt x="70" y="390"/>
                  </a:cubicBezTo>
                  <a:cubicBezTo>
                    <a:pt x="37" y="370"/>
                    <a:pt x="0" y="366"/>
                    <a:pt x="0" y="366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2" name="Freeform 583">
              <a:extLst>
                <a:ext uri="{FF2B5EF4-FFF2-40B4-BE49-F238E27FC236}">
                  <a16:creationId xmlns:a16="http://schemas.microsoft.com/office/drawing/2014/main" id="{DF679B5A-21E5-46A0-8A87-0BC652920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888"/>
              <a:ext cx="332" cy="856"/>
            </a:xfrm>
            <a:custGeom>
              <a:avLst/>
              <a:gdLst>
                <a:gd name="T0" fmla="*/ 0 w 156"/>
                <a:gd name="T1" fmla="*/ 4414 h 377"/>
                <a:gd name="T2" fmla="*/ 647 w 156"/>
                <a:gd name="T3" fmla="*/ 3547 h 377"/>
                <a:gd name="T4" fmla="*/ 870 w 156"/>
                <a:gd name="T5" fmla="*/ 3242 h 377"/>
                <a:gd name="T6" fmla="*/ 1205 w 156"/>
                <a:gd name="T7" fmla="*/ 2625 h 377"/>
                <a:gd name="T8" fmla="*/ 1368 w 156"/>
                <a:gd name="T9" fmla="*/ 1826 h 377"/>
                <a:gd name="T10" fmla="*/ 1358 w 156"/>
                <a:gd name="T11" fmla="*/ 1135 h 377"/>
                <a:gd name="T12" fmla="*/ 770 w 156"/>
                <a:gd name="T13" fmla="*/ 154 h 377"/>
                <a:gd name="T14" fmla="*/ 1000 w 156"/>
                <a:gd name="T15" fmla="*/ 232 h 377"/>
                <a:gd name="T16" fmla="*/ 1128 w 156"/>
                <a:gd name="T17" fmla="*/ 0 h 377"/>
                <a:gd name="T18" fmla="*/ 1079 w 156"/>
                <a:gd name="T19" fmla="*/ 350 h 377"/>
                <a:gd name="T20" fmla="*/ 1477 w 156"/>
                <a:gd name="T21" fmla="*/ 1160 h 377"/>
                <a:gd name="T22" fmla="*/ 1477 w 156"/>
                <a:gd name="T23" fmla="*/ 1299 h 377"/>
                <a:gd name="T24" fmla="*/ 1385 w 156"/>
                <a:gd name="T25" fmla="*/ 1887 h 377"/>
                <a:gd name="T26" fmla="*/ 1213 w 156"/>
                <a:gd name="T27" fmla="*/ 2682 h 377"/>
                <a:gd name="T28" fmla="*/ 915 w 156"/>
                <a:gd name="T29" fmla="*/ 3315 h 377"/>
                <a:gd name="T30" fmla="*/ 607 w 156"/>
                <a:gd name="T31" fmla="*/ 3603 h 377"/>
                <a:gd name="T32" fmla="*/ 0 w 156"/>
                <a:gd name="T33" fmla="*/ 4414 h 3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" h="377">
                  <a:moveTo>
                    <a:pt x="0" y="377"/>
                  </a:moveTo>
                  <a:cubicBezTo>
                    <a:pt x="0" y="377"/>
                    <a:pt x="18" y="310"/>
                    <a:pt x="67" y="303"/>
                  </a:cubicBezTo>
                  <a:cubicBezTo>
                    <a:pt x="81" y="301"/>
                    <a:pt x="88" y="294"/>
                    <a:pt x="90" y="277"/>
                  </a:cubicBezTo>
                  <a:cubicBezTo>
                    <a:pt x="92" y="260"/>
                    <a:pt x="116" y="225"/>
                    <a:pt x="125" y="224"/>
                  </a:cubicBezTo>
                  <a:cubicBezTo>
                    <a:pt x="135" y="223"/>
                    <a:pt x="133" y="162"/>
                    <a:pt x="142" y="156"/>
                  </a:cubicBezTo>
                  <a:cubicBezTo>
                    <a:pt x="150" y="150"/>
                    <a:pt x="155" y="107"/>
                    <a:pt x="141" y="97"/>
                  </a:cubicBezTo>
                  <a:cubicBezTo>
                    <a:pt x="126" y="87"/>
                    <a:pt x="107" y="13"/>
                    <a:pt x="80" y="13"/>
                  </a:cubicBezTo>
                  <a:cubicBezTo>
                    <a:pt x="80" y="13"/>
                    <a:pt x="100" y="16"/>
                    <a:pt x="104" y="20"/>
                  </a:cubicBezTo>
                  <a:cubicBezTo>
                    <a:pt x="108" y="24"/>
                    <a:pt x="110" y="1"/>
                    <a:pt x="117" y="0"/>
                  </a:cubicBezTo>
                  <a:cubicBezTo>
                    <a:pt x="117" y="0"/>
                    <a:pt x="107" y="18"/>
                    <a:pt x="112" y="30"/>
                  </a:cubicBezTo>
                  <a:cubicBezTo>
                    <a:pt x="117" y="42"/>
                    <a:pt x="139" y="93"/>
                    <a:pt x="153" y="99"/>
                  </a:cubicBezTo>
                  <a:cubicBezTo>
                    <a:pt x="153" y="99"/>
                    <a:pt x="151" y="107"/>
                    <a:pt x="153" y="111"/>
                  </a:cubicBezTo>
                  <a:cubicBezTo>
                    <a:pt x="155" y="115"/>
                    <a:pt x="156" y="147"/>
                    <a:pt x="144" y="161"/>
                  </a:cubicBezTo>
                  <a:cubicBezTo>
                    <a:pt x="131" y="175"/>
                    <a:pt x="148" y="216"/>
                    <a:pt x="126" y="229"/>
                  </a:cubicBezTo>
                  <a:cubicBezTo>
                    <a:pt x="105" y="242"/>
                    <a:pt x="97" y="271"/>
                    <a:pt x="95" y="283"/>
                  </a:cubicBezTo>
                  <a:cubicBezTo>
                    <a:pt x="93" y="295"/>
                    <a:pt x="77" y="305"/>
                    <a:pt x="63" y="308"/>
                  </a:cubicBezTo>
                  <a:cubicBezTo>
                    <a:pt x="48" y="311"/>
                    <a:pt x="19" y="332"/>
                    <a:pt x="0" y="377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3" name="Freeform 584">
              <a:extLst>
                <a:ext uri="{FF2B5EF4-FFF2-40B4-BE49-F238E27FC236}">
                  <a16:creationId xmlns:a16="http://schemas.microsoft.com/office/drawing/2014/main" id="{BC4F724F-3720-423D-9C22-6EBDFB1CC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594"/>
              <a:ext cx="166" cy="128"/>
            </a:xfrm>
            <a:custGeom>
              <a:avLst/>
              <a:gdLst>
                <a:gd name="T0" fmla="*/ 0 w 78"/>
                <a:gd name="T1" fmla="*/ 427 h 56"/>
                <a:gd name="T2" fmla="*/ 751 w 78"/>
                <a:gd name="T3" fmla="*/ 670 h 56"/>
                <a:gd name="T4" fmla="*/ 258 w 78"/>
                <a:gd name="T5" fmla="*/ 0 h 56"/>
                <a:gd name="T6" fmla="*/ 366 w 78"/>
                <a:gd name="T7" fmla="*/ 345 h 56"/>
                <a:gd name="T8" fmla="*/ 0 w 78"/>
                <a:gd name="T9" fmla="*/ 42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6">
                  <a:moveTo>
                    <a:pt x="0" y="36"/>
                  </a:moveTo>
                  <a:cubicBezTo>
                    <a:pt x="0" y="36"/>
                    <a:pt x="47" y="25"/>
                    <a:pt x="78" y="56"/>
                  </a:cubicBezTo>
                  <a:cubicBezTo>
                    <a:pt x="78" y="56"/>
                    <a:pt x="25" y="25"/>
                    <a:pt x="27" y="0"/>
                  </a:cubicBezTo>
                  <a:cubicBezTo>
                    <a:pt x="27" y="0"/>
                    <a:pt x="29" y="24"/>
                    <a:pt x="38" y="29"/>
                  </a:cubicBezTo>
                  <a:cubicBezTo>
                    <a:pt x="38" y="29"/>
                    <a:pt x="10" y="31"/>
                    <a:pt x="0" y="36"/>
                  </a:cubicBez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4" name="Freeform 585">
              <a:extLst>
                <a:ext uri="{FF2B5EF4-FFF2-40B4-BE49-F238E27FC236}">
                  <a16:creationId xmlns:a16="http://schemas.microsoft.com/office/drawing/2014/main" id="{3BE4AB76-03B1-4477-B6F6-733DC4E8A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031"/>
              <a:ext cx="249" cy="227"/>
            </a:xfrm>
            <a:custGeom>
              <a:avLst/>
              <a:gdLst>
                <a:gd name="T0" fmla="*/ 0 w 117"/>
                <a:gd name="T1" fmla="*/ 434 h 100"/>
                <a:gd name="T2" fmla="*/ 334 w 117"/>
                <a:gd name="T3" fmla="*/ 561 h 100"/>
                <a:gd name="T4" fmla="*/ 470 w 117"/>
                <a:gd name="T5" fmla="*/ 654 h 100"/>
                <a:gd name="T6" fmla="*/ 590 w 117"/>
                <a:gd name="T7" fmla="*/ 701 h 100"/>
                <a:gd name="T8" fmla="*/ 702 w 117"/>
                <a:gd name="T9" fmla="*/ 572 h 100"/>
                <a:gd name="T10" fmla="*/ 847 w 117"/>
                <a:gd name="T11" fmla="*/ 527 h 100"/>
                <a:gd name="T12" fmla="*/ 1032 w 117"/>
                <a:gd name="T13" fmla="*/ 0 h 100"/>
                <a:gd name="T14" fmla="*/ 956 w 117"/>
                <a:gd name="T15" fmla="*/ 536 h 100"/>
                <a:gd name="T16" fmla="*/ 634 w 117"/>
                <a:gd name="T17" fmla="*/ 763 h 100"/>
                <a:gd name="T18" fmla="*/ 839 w 117"/>
                <a:gd name="T19" fmla="*/ 1169 h 100"/>
                <a:gd name="T20" fmla="*/ 434 w 117"/>
                <a:gd name="T21" fmla="*/ 738 h 100"/>
                <a:gd name="T22" fmla="*/ 49 w 117"/>
                <a:gd name="T23" fmla="*/ 490 h 100"/>
                <a:gd name="T24" fmla="*/ 0 w 117"/>
                <a:gd name="T25" fmla="*/ 434 h 1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7" h="100">
                  <a:moveTo>
                    <a:pt x="0" y="37"/>
                  </a:moveTo>
                  <a:cubicBezTo>
                    <a:pt x="10" y="43"/>
                    <a:pt x="25" y="44"/>
                    <a:pt x="35" y="48"/>
                  </a:cubicBezTo>
                  <a:cubicBezTo>
                    <a:pt x="40" y="50"/>
                    <a:pt x="45" y="53"/>
                    <a:pt x="49" y="56"/>
                  </a:cubicBezTo>
                  <a:cubicBezTo>
                    <a:pt x="56" y="60"/>
                    <a:pt x="55" y="63"/>
                    <a:pt x="61" y="60"/>
                  </a:cubicBezTo>
                  <a:cubicBezTo>
                    <a:pt x="66" y="57"/>
                    <a:pt x="68" y="51"/>
                    <a:pt x="73" y="49"/>
                  </a:cubicBezTo>
                  <a:cubicBezTo>
                    <a:pt x="78" y="46"/>
                    <a:pt x="83" y="46"/>
                    <a:pt x="88" y="45"/>
                  </a:cubicBezTo>
                  <a:cubicBezTo>
                    <a:pt x="106" y="39"/>
                    <a:pt x="111" y="17"/>
                    <a:pt x="107" y="0"/>
                  </a:cubicBezTo>
                  <a:cubicBezTo>
                    <a:pt x="111" y="19"/>
                    <a:pt x="117" y="33"/>
                    <a:pt x="99" y="46"/>
                  </a:cubicBezTo>
                  <a:cubicBezTo>
                    <a:pt x="88" y="54"/>
                    <a:pt x="74" y="54"/>
                    <a:pt x="66" y="65"/>
                  </a:cubicBezTo>
                  <a:cubicBezTo>
                    <a:pt x="72" y="77"/>
                    <a:pt x="83" y="86"/>
                    <a:pt x="87" y="100"/>
                  </a:cubicBezTo>
                  <a:cubicBezTo>
                    <a:pt x="75" y="83"/>
                    <a:pt x="60" y="74"/>
                    <a:pt x="45" y="63"/>
                  </a:cubicBezTo>
                  <a:cubicBezTo>
                    <a:pt x="33" y="53"/>
                    <a:pt x="20" y="45"/>
                    <a:pt x="5" y="42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5" name="Freeform 586">
              <a:extLst>
                <a:ext uri="{FF2B5EF4-FFF2-40B4-BE49-F238E27FC236}">
                  <a16:creationId xmlns:a16="http://schemas.microsoft.com/office/drawing/2014/main" id="{F8E0C8A3-AC2C-4900-805B-1E16D48C7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070"/>
              <a:ext cx="134" cy="281"/>
            </a:xfrm>
            <a:custGeom>
              <a:avLst/>
              <a:gdLst>
                <a:gd name="T0" fmla="*/ 0 w 63"/>
                <a:gd name="T1" fmla="*/ 1197 h 124"/>
                <a:gd name="T2" fmla="*/ 349 w 63"/>
                <a:gd name="T3" fmla="*/ 791 h 124"/>
                <a:gd name="T4" fmla="*/ 538 w 63"/>
                <a:gd name="T5" fmla="*/ 467 h 124"/>
                <a:gd name="T6" fmla="*/ 470 w 63"/>
                <a:gd name="T7" fmla="*/ 0 h 124"/>
                <a:gd name="T8" fmla="*/ 579 w 63"/>
                <a:gd name="T9" fmla="*/ 478 h 124"/>
                <a:gd name="T10" fmla="*/ 393 w 63"/>
                <a:gd name="T11" fmla="*/ 802 h 124"/>
                <a:gd name="T12" fmla="*/ 28 w 63"/>
                <a:gd name="T13" fmla="*/ 124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24">
                  <a:moveTo>
                    <a:pt x="0" y="103"/>
                  </a:moveTo>
                  <a:cubicBezTo>
                    <a:pt x="28" y="121"/>
                    <a:pt x="27" y="85"/>
                    <a:pt x="36" y="68"/>
                  </a:cubicBezTo>
                  <a:cubicBezTo>
                    <a:pt x="41" y="58"/>
                    <a:pt x="54" y="52"/>
                    <a:pt x="56" y="40"/>
                  </a:cubicBezTo>
                  <a:cubicBezTo>
                    <a:pt x="59" y="27"/>
                    <a:pt x="48" y="13"/>
                    <a:pt x="49" y="0"/>
                  </a:cubicBezTo>
                  <a:cubicBezTo>
                    <a:pt x="55" y="12"/>
                    <a:pt x="63" y="27"/>
                    <a:pt x="60" y="41"/>
                  </a:cubicBezTo>
                  <a:cubicBezTo>
                    <a:pt x="58" y="55"/>
                    <a:pt x="46" y="59"/>
                    <a:pt x="41" y="69"/>
                  </a:cubicBezTo>
                  <a:cubicBezTo>
                    <a:pt x="31" y="88"/>
                    <a:pt x="34" y="124"/>
                    <a:pt x="3" y="107"/>
                  </a:cubicBezTo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6" name="Freeform 587">
              <a:extLst>
                <a:ext uri="{FF2B5EF4-FFF2-40B4-BE49-F238E27FC236}">
                  <a16:creationId xmlns:a16="http://schemas.microsoft.com/office/drawing/2014/main" id="{8AF65F0E-0EF2-42C2-ADDD-380F49EFC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1657"/>
              <a:ext cx="85" cy="370"/>
            </a:xfrm>
            <a:custGeom>
              <a:avLst/>
              <a:gdLst>
                <a:gd name="T0" fmla="*/ 272 w 40"/>
                <a:gd name="T1" fmla="*/ 0 h 163"/>
                <a:gd name="T2" fmla="*/ 104 w 40"/>
                <a:gd name="T3" fmla="*/ 876 h 163"/>
                <a:gd name="T4" fmla="*/ 0 w 40"/>
                <a:gd name="T5" fmla="*/ 1907 h 163"/>
                <a:gd name="T6" fmla="*/ 164 w 40"/>
                <a:gd name="T7" fmla="*/ 985 h 163"/>
                <a:gd name="T8" fmla="*/ 257 w 40"/>
                <a:gd name="T9" fmla="*/ 93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63">
                  <a:moveTo>
                    <a:pt x="28" y="0"/>
                  </a:moveTo>
                  <a:cubicBezTo>
                    <a:pt x="31" y="27"/>
                    <a:pt x="16" y="50"/>
                    <a:pt x="11" y="75"/>
                  </a:cubicBezTo>
                  <a:cubicBezTo>
                    <a:pt x="6" y="104"/>
                    <a:pt x="22" y="138"/>
                    <a:pt x="0" y="163"/>
                  </a:cubicBezTo>
                  <a:cubicBezTo>
                    <a:pt x="28" y="141"/>
                    <a:pt x="8" y="112"/>
                    <a:pt x="17" y="84"/>
                  </a:cubicBezTo>
                  <a:cubicBezTo>
                    <a:pt x="22" y="65"/>
                    <a:pt x="40" y="27"/>
                    <a:pt x="27" y="8"/>
                  </a:cubicBezTo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7" name="Freeform 588">
              <a:extLst>
                <a:ext uri="{FF2B5EF4-FFF2-40B4-BE49-F238E27FC236}">
                  <a16:creationId xmlns:a16="http://schemas.microsoft.com/office/drawing/2014/main" id="{70284422-F87F-4E21-ABD1-8F9DE1236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741"/>
              <a:ext cx="140" cy="209"/>
            </a:xfrm>
            <a:custGeom>
              <a:avLst/>
              <a:gdLst>
                <a:gd name="T0" fmla="*/ 36 w 66"/>
                <a:gd name="T1" fmla="*/ 507 h 92"/>
                <a:gd name="T2" fmla="*/ 136 w 66"/>
                <a:gd name="T3" fmla="*/ 316 h 92"/>
                <a:gd name="T4" fmla="*/ 265 w 66"/>
                <a:gd name="T5" fmla="*/ 459 h 92"/>
                <a:gd name="T6" fmla="*/ 392 w 66"/>
                <a:gd name="T7" fmla="*/ 634 h 92"/>
                <a:gd name="T8" fmla="*/ 305 w 66"/>
                <a:gd name="T9" fmla="*/ 775 h 92"/>
                <a:gd name="T10" fmla="*/ 450 w 66"/>
                <a:gd name="T11" fmla="*/ 1079 h 92"/>
                <a:gd name="T12" fmla="*/ 409 w 66"/>
                <a:gd name="T13" fmla="*/ 747 h 92"/>
                <a:gd name="T14" fmla="*/ 630 w 66"/>
                <a:gd name="T15" fmla="*/ 609 h 92"/>
                <a:gd name="T16" fmla="*/ 373 w 66"/>
                <a:gd name="T17" fmla="*/ 491 h 92"/>
                <a:gd name="T18" fmla="*/ 180 w 66"/>
                <a:gd name="T19" fmla="*/ 284 h 92"/>
                <a:gd name="T20" fmla="*/ 136 w 66"/>
                <a:gd name="T21" fmla="*/ 0 h 92"/>
                <a:gd name="T22" fmla="*/ 136 w 66"/>
                <a:gd name="T23" fmla="*/ 248 h 92"/>
                <a:gd name="T24" fmla="*/ 59 w 66"/>
                <a:gd name="T25" fmla="*/ 398 h 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6" h="92">
                  <a:moveTo>
                    <a:pt x="4" y="43"/>
                  </a:moveTo>
                  <a:cubicBezTo>
                    <a:pt x="0" y="40"/>
                    <a:pt x="7" y="27"/>
                    <a:pt x="14" y="27"/>
                  </a:cubicBezTo>
                  <a:cubicBezTo>
                    <a:pt x="19" y="27"/>
                    <a:pt x="25" y="36"/>
                    <a:pt x="28" y="39"/>
                  </a:cubicBezTo>
                  <a:cubicBezTo>
                    <a:pt x="33" y="43"/>
                    <a:pt x="39" y="48"/>
                    <a:pt x="41" y="54"/>
                  </a:cubicBezTo>
                  <a:cubicBezTo>
                    <a:pt x="43" y="60"/>
                    <a:pt x="41" y="73"/>
                    <a:pt x="32" y="66"/>
                  </a:cubicBezTo>
                  <a:cubicBezTo>
                    <a:pt x="43" y="69"/>
                    <a:pt x="45" y="81"/>
                    <a:pt x="47" y="92"/>
                  </a:cubicBezTo>
                  <a:cubicBezTo>
                    <a:pt x="45" y="83"/>
                    <a:pt x="39" y="73"/>
                    <a:pt x="43" y="64"/>
                  </a:cubicBezTo>
                  <a:cubicBezTo>
                    <a:pt x="47" y="56"/>
                    <a:pt x="58" y="54"/>
                    <a:pt x="66" y="52"/>
                  </a:cubicBezTo>
                  <a:cubicBezTo>
                    <a:pt x="54" y="50"/>
                    <a:pt x="49" y="49"/>
                    <a:pt x="39" y="42"/>
                  </a:cubicBezTo>
                  <a:cubicBezTo>
                    <a:pt x="32" y="36"/>
                    <a:pt x="26" y="29"/>
                    <a:pt x="19" y="24"/>
                  </a:cubicBezTo>
                  <a:cubicBezTo>
                    <a:pt x="17" y="17"/>
                    <a:pt x="13" y="6"/>
                    <a:pt x="14" y="0"/>
                  </a:cubicBezTo>
                  <a:cubicBezTo>
                    <a:pt x="14" y="6"/>
                    <a:pt x="16" y="15"/>
                    <a:pt x="14" y="21"/>
                  </a:cubicBezTo>
                  <a:cubicBezTo>
                    <a:pt x="12" y="26"/>
                    <a:pt x="6" y="28"/>
                    <a:pt x="6" y="34"/>
                  </a:cubicBezTo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8" name="Freeform 589">
              <a:extLst>
                <a:ext uri="{FF2B5EF4-FFF2-40B4-BE49-F238E27FC236}">
                  <a16:creationId xmlns:a16="http://schemas.microsoft.com/office/drawing/2014/main" id="{13183345-5CE4-433A-9A84-AAA8F8BF3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515"/>
              <a:ext cx="189" cy="152"/>
            </a:xfrm>
            <a:custGeom>
              <a:avLst/>
              <a:gdLst>
                <a:gd name="T0" fmla="*/ 843 w 89"/>
                <a:gd name="T1" fmla="*/ 175 h 67"/>
                <a:gd name="T2" fmla="*/ 554 w 89"/>
                <a:gd name="T3" fmla="*/ 150 h 67"/>
                <a:gd name="T4" fmla="*/ 357 w 89"/>
                <a:gd name="T5" fmla="*/ 377 h 67"/>
                <a:gd name="T6" fmla="*/ 0 w 89"/>
                <a:gd name="T7" fmla="*/ 771 h 67"/>
                <a:gd name="T8" fmla="*/ 357 w 89"/>
                <a:gd name="T9" fmla="*/ 279 h 67"/>
                <a:gd name="T10" fmla="*/ 852 w 89"/>
                <a:gd name="T11" fmla="*/ 20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67">
                  <a:moveTo>
                    <a:pt x="88" y="15"/>
                  </a:moveTo>
                  <a:cubicBezTo>
                    <a:pt x="77" y="14"/>
                    <a:pt x="68" y="9"/>
                    <a:pt x="58" y="13"/>
                  </a:cubicBezTo>
                  <a:cubicBezTo>
                    <a:pt x="49" y="16"/>
                    <a:pt x="42" y="24"/>
                    <a:pt x="37" y="32"/>
                  </a:cubicBezTo>
                  <a:cubicBezTo>
                    <a:pt x="28" y="46"/>
                    <a:pt x="20" y="67"/>
                    <a:pt x="0" y="66"/>
                  </a:cubicBezTo>
                  <a:cubicBezTo>
                    <a:pt x="23" y="62"/>
                    <a:pt x="23" y="39"/>
                    <a:pt x="37" y="24"/>
                  </a:cubicBezTo>
                  <a:cubicBezTo>
                    <a:pt x="49" y="11"/>
                    <a:pt x="76" y="0"/>
                    <a:pt x="89" y="17"/>
                  </a:cubicBezTo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9" name="Freeform 590">
              <a:extLst>
                <a:ext uri="{FF2B5EF4-FFF2-40B4-BE49-F238E27FC236}">
                  <a16:creationId xmlns:a16="http://schemas.microsoft.com/office/drawing/2014/main" id="{A8B703E0-96E3-43ED-8CE3-15A38ED17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795"/>
              <a:ext cx="140" cy="114"/>
            </a:xfrm>
            <a:custGeom>
              <a:avLst/>
              <a:gdLst>
                <a:gd name="T0" fmla="*/ 180 w 66"/>
                <a:gd name="T1" fmla="*/ 0 h 50"/>
                <a:gd name="T2" fmla="*/ 305 w 66"/>
                <a:gd name="T3" fmla="*/ 342 h 50"/>
                <a:gd name="T4" fmla="*/ 630 w 66"/>
                <a:gd name="T5" fmla="*/ 438 h 50"/>
                <a:gd name="T6" fmla="*/ 305 w 66"/>
                <a:gd name="T7" fmla="*/ 378 h 50"/>
                <a:gd name="T8" fmla="*/ 0 w 66"/>
                <a:gd name="T9" fmla="*/ 593 h 50"/>
                <a:gd name="T10" fmla="*/ 153 w 66"/>
                <a:gd name="T11" fmla="*/ 390 h 50"/>
                <a:gd name="T12" fmla="*/ 161 w 66"/>
                <a:gd name="T13" fmla="*/ 13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50">
                  <a:moveTo>
                    <a:pt x="19" y="0"/>
                  </a:moveTo>
                  <a:cubicBezTo>
                    <a:pt x="15" y="10"/>
                    <a:pt x="23" y="25"/>
                    <a:pt x="32" y="29"/>
                  </a:cubicBezTo>
                  <a:cubicBezTo>
                    <a:pt x="42" y="33"/>
                    <a:pt x="57" y="27"/>
                    <a:pt x="66" y="37"/>
                  </a:cubicBezTo>
                  <a:cubicBezTo>
                    <a:pt x="55" y="38"/>
                    <a:pt x="43" y="33"/>
                    <a:pt x="32" y="32"/>
                  </a:cubicBezTo>
                  <a:cubicBezTo>
                    <a:pt x="16" y="31"/>
                    <a:pt x="14" y="46"/>
                    <a:pt x="0" y="50"/>
                  </a:cubicBezTo>
                  <a:cubicBezTo>
                    <a:pt x="3" y="42"/>
                    <a:pt x="12" y="39"/>
                    <a:pt x="16" y="33"/>
                  </a:cubicBezTo>
                  <a:cubicBezTo>
                    <a:pt x="22" y="25"/>
                    <a:pt x="16" y="20"/>
                    <a:pt x="17" y="11"/>
                  </a:cubicBezTo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0" name="Freeform 591">
              <a:extLst>
                <a:ext uri="{FF2B5EF4-FFF2-40B4-BE49-F238E27FC236}">
                  <a16:creationId xmlns:a16="http://schemas.microsoft.com/office/drawing/2014/main" id="{52FB2142-DFEE-458E-8DD4-0AACB18D7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824"/>
              <a:ext cx="188" cy="299"/>
            </a:xfrm>
            <a:custGeom>
              <a:avLst/>
              <a:gdLst>
                <a:gd name="T0" fmla="*/ 60 w 88"/>
                <a:gd name="T1" fmla="*/ 0 h 132"/>
                <a:gd name="T2" fmla="*/ 594 w 88"/>
                <a:gd name="T3" fmla="*/ 385 h 132"/>
                <a:gd name="T4" fmla="*/ 602 w 88"/>
                <a:gd name="T5" fmla="*/ 815 h 132"/>
                <a:gd name="T6" fmla="*/ 859 w 88"/>
                <a:gd name="T7" fmla="*/ 1139 h 132"/>
                <a:gd name="T8" fmla="*/ 859 w 88"/>
                <a:gd name="T9" fmla="*/ 1534 h 132"/>
                <a:gd name="T10" fmla="*/ 799 w 88"/>
                <a:gd name="T11" fmla="*/ 1128 h 132"/>
                <a:gd name="T12" fmla="*/ 547 w 88"/>
                <a:gd name="T13" fmla="*/ 451 h 132"/>
                <a:gd name="T14" fmla="*/ 282 w 88"/>
                <a:gd name="T15" fmla="*/ 349 h 132"/>
                <a:gd name="T16" fmla="*/ 60 w 88"/>
                <a:gd name="T17" fmla="*/ 45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132">
                  <a:moveTo>
                    <a:pt x="6" y="0"/>
                  </a:moveTo>
                  <a:cubicBezTo>
                    <a:pt x="0" y="6"/>
                    <a:pt x="49" y="34"/>
                    <a:pt x="61" y="33"/>
                  </a:cubicBezTo>
                  <a:cubicBezTo>
                    <a:pt x="56" y="48"/>
                    <a:pt x="52" y="55"/>
                    <a:pt x="62" y="70"/>
                  </a:cubicBezTo>
                  <a:cubicBezTo>
                    <a:pt x="69" y="81"/>
                    <a:pt x="78" y="89"/>
                    <a:pt x="88" y="98"/>
                  </a:cubicBezTo>
                  <a:cubicBezTo>
                    <a:pt x="80" y="108"/>
                    <a:pt x="82" y="121"/>
                    <a:pt x="88" y="132"/>
                  </a:cubicBezTo>
                  <a:cubicBezTo>
                    <a:pt x="78" y="118"/>
                    <a:pt x="80" y="112"/>
                    <a:pt x="82" y="97"/>
                  </a:cubicBezTo>
                  <a:cubicBezTo>
                    <a:pt x="66" y="94"/>
                    <a:pt x="49" y="55"/>
                    <a:pt x="56" y="39"/>
                  </a:cubicBezTo>
                  <a:cubicBezTo>
                    <a:pt x="48" y="34"/>
                    <a:pt x="37" y="36"/>
                    <a:pt x="29" y="30"/>
                  </a:cubicBezTo>
                  <a:cubicBezTo>
                    <a:pt x="19" y="24"/>
                    <a:pt x="13" y="12"/>
                    <a:pt x="6" y="4"/>
                  </a:cubicBezTo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1" name="Freeform 592">
              <a:extLst>
                <a:ext uri="{FF2B5EF4-FFF2-40B4-BE49-F238E27FC236}">
                  <a16:creationId xmlns:a16="http://schemas.microsoft.com/office/drawing/2014/main" id="{64145C84-18CB-475D-9A51-6E7140AAA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960"/>
              <a:ext cx="319" cy="73"/>
            </a:xfrm>
            <a:custGeom>
              <a:avLst/>
              <a:gdLst>
                <a:gd name="T0" fmla="*/ 0 w 150"/>
                <a:gd name="T1" fmla="*/ 203 h 32"/>
                <a:gd name="T2" fmla="*/ 521 w 150"/>
                <a:gd name="T3" fmla="*/ 260 h 32"/>
                <a:gd name="T4" fmla="*/ 878 w 150"/>
                <a:gd name="T5" fmla="*/ 110 h 32"/>
                <a:gd name="T6" fmla="*/ 1442 w 150"/>
                <a:gd name="T7" fmla="*/ 94 h 32"/>
                <a:gd name="T8" fmla="*/ 1117 w 150"/>
                <a:gd name="T9" fmla="*/ 84 h 32"/>
                <a:gd name="T10" fmla="*/ 819 w 150"/>
                <a:gd name="T11" fmla="*/ 141 h 32"/>
                <a:gd name="T12" fmla="*/ 221 w 150"/>
                <a:gd name="T13" fmla="*/ 285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32">
                  <a:moveTo>
                    <a:pt x="0" y="17"/>
                  </a:moveTo>
                  <a:cubicBezTo>
                    <a:pt x="15" y="24"/>
                    <a:pt x="38" y="23"/>
                    <a:pt x="54" y="22"/>
                  </a:cubicBezTo>
                  <a:cubicBezTo>
                    <a:pt x="67" y="21"/>
                    <a:pt x="79" y="15"/>
                    <a:pt x="91" y="9"/>
                  </a:cubicBezTo>
                  <a:cubicBezTo>
                    <a:pt x="108" y="1"/>
                    <a:pt x="132" y="0"/>
                    <a:pt x="150" y="8"/>
                  </a:cubicBezTo>
                  <a:cubicBezTo>
                    <a:pt x="139" y="9"/>
                    <a:pt x="127" y="6"/>
                    <a:pt x="116" y="7"/>
                  </a:cubicBezTo>
                  <a:cubicBezTo>
                    <a:pt x="105" y="7"/>
                    <a:pt x="96" y="9"/>
                    <a:pt x="85" y="12"/>
                  </a:cubicBezTo>
                  <a:cubicBezTo>
                    <a:pt x="68" y="17"/>
                    <a:pt x="41" y="32"/>
                    <a:pt x="23" y="24"/>
                  </a:cubicBezTo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2" name="Freeform 593">
              <a:extLst>
                <a:ext uri="{FF2B5EF4-FFF2-40B4-BE49-F238E27FC236}">
                  <a16:creationId xmlns:a16="http://schemas.microsoft.com/office/drawing/2014/main" id="{D94FA14D-9FC3-4F7A-AA77-CD2C81736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227"/>
              <a:ext cx="396" cy="397"/>
            </a:xfrm>
            <a:custGeom>
              <a:avLst/>
              <a:gdLst>
                <a:gd name="T0" fmla="*/ 1795 w 186"/>
                <a:gd name="T1" fmla="*/ 1704 h 175"/>
                <a:gd name="T2" fmla="*/ 1333 w 186"/>
                <a:gd name="T3" fmla="*/ 1363 h 175"/>
                <a:gd name="T4" fmla="*/ 1188 w 186"/>
                <a:gd name="T5" fmla="*/ 1050 h 175"/>
                <a:gd name="T6" fmla="*/ 975 w 186"/>
                <a:gd name="T7" fmla="*/ 901 h 175"/>
                <a:gd name="T8" fmla="*/ 771 w 186"/>
                <a:gd name="T9" fmla="*/ 581 h 175"/>
                <a:gd name="T10" fmla="*/ 530 w 186"/>
                <a:gd name="T11" fmla="*/ 467 h 175"/>
                <a:gd name="T12" fmla="*/ 0 w 186"/>
                <a:gd name="T13" fmla="*/ 150 h 175"/>
                <a:gd name="T14" fmla="*/ 471 w 186"/>
                <a:gd name="T15" fmla="*/ 442 h 175"/>
                <a:gd name="T16" fmla="*/ 385 w 186"/>
                <a:gd name="T17" fmla="*/ 901 h 175"/>
                <a:gd name="T18" fmla="*/ 494 w 186"/>
                <a:gd name="T19" fmla="*/ 504 h 175"/>
                <a:gd name="T20" fmla="*/ 964 w 186"/>
                <a:gd name="T21" fmla="*/ 946 h 175"/>
                <a:gd name="T22" fmla="*/ 1197 w 186"/>
                <a:gd name="T23" fmla="*/ 1132 h 175"/>
                <a:gd name="T24" fmla="*/ 1237 w 186"/>
                <a:gd name="T25" fmla="*/ 1740 h 175"/>
                <a:gd name="T26" fmla="*/ 1324 w 186"/>
                <a:gd name="T27" fmla="*/ 1529 h 175"/>
                <a:gd name="T28" fmla="*/ 1469 w 186"/>
                <a:gd name="T29" fmla="*/ 2044 h 175"/>
                <a:gd name="T30" fmla="*/ 1667 w 186"/>
                <a:gd name="T31" fmla="*/ 1776 h 1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6" h="175">
                  <a:moveTo>
                    <a:pt x="186" y="146"/>
                  </a:moveTo>
                  <a:cubicBezTo>
                    <a:pt x="166" y="146"/>
                    <a:pt x="148" y="135"/>
                    <a:pt x="138" y="117"/>
                  </a:cubicBezTo>
                  <a:cubicBezTo>
                    <a:pt x="132" y="108"/>
                    <a:pt x="130" y="98"/>
                    <a:pt x="123" y="90"/>
                  </a:cubicBezTo>
                  <a:cubicBezTo>
                    <a:pt x="116" y="82"/>
                    <a:pt x="109" y="82"/>
                    <a:pt x="101" y="77"/>
                  </a:cubicBezTo>
                  <a:cubicBezTo>
                    <a:pt x="90" y="72"/>
                    <a:pt x="87" y="58"/>
                    <a:pt x="80" y="50"/>
                  </a:cubicBezTo>
                  <a:cubicBezTo>
                    <a:pt x="73" y="41"/>
                    <a:pt x="64" y="43"/>
                    <a:pt x="55" y="40"/>
                  </a:cubicBezTo>
                  <a:cubicBezTo>
                    <a:pt x="40" y="34"/>
                    <a:pt x="18" y="0"/>
                    <a:pt x="0" y="13"/>
                  </a:cubicBezTo>
                  <a:cubicBezTo>
                    <a:pt x="17" y="19"/>
                    <a:pt x="41" y="16"/>
                    <a:pt x="49" y="38"/>
                  </a:cubicBezTo>
                  <a:cubicBezTo>
                    <a:pt x="54" y="53"/>
                    <a:pt x="50" y="67"/>
                    <a:pt x="40" y="77"/>
                  </a:cubicBezTo>
                  <a:cubicBezTo>
                    <a:pt x="43" y="65"/>
                    <a:pt x="51" y="56"/>
                    <a:pt x="51" y="43"/>
                  </a:cubicBezTo>
                  <a:cubicBezTo>
                    <a:pt x="70" y="46"/>
                    <a:pt x="84" y="71"/>
                    <a:pt x="100" y="81"/>
                  </a:cubicBezTo>
                  <a:cubicBezTo>
                    <a:pt x="107" y="85"/>
                    <a:pt x="118" y="90"/>
                    <a:pt x="124" y="97"/>
                  </a:cubicBezTo>
                  <a:cubicBezTo>
                    <a:pt x="134" y="109"/>
                    <a:pt x="133" y="136"/>
                    <a:pt x="128" y="149"/>
                  </a:cubicBezTo>
                  <a:cubicBezTo>
                    <a:pt x="131" y="143"/>
                    <a:pt x="135" y="138"/>
                    <a:pt x="137" y="131"/>
                  </a:cubicBezTo>
                  <a:cubicBezTo>
                    <a:pt x="147" y="147"/>
                    <a:pt x="159" y="154"/>
                    <a:pt x="152" y="175"/>
                  </a:cubicBezTo>
                  <a:cubicBezTo>
                    <a:pt x="157" y="167"/>
                    <a:pt x="158" y="137"/>
                    <a:pt x="173" y="152"/>
                  </a:cubicBezTo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3" name="Freeform 594">
              <a:extLst>
                <a:ext uri="{FF2B5EF4-FFF2-40B4-BE49-F238E27FC236}">
                  <a16:creationId xmlns:a16="http://schemas.microsoft.com/office/drawing/2014/main" id="{BB476C65-6482-4621-BF6B-18344FF2B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098"/>
              <a:ext cx="145" cy="186"/>
            </a:xfrm>
            <a:custGeom>
              <a:avLst/>
              <a:gdLst>
                <a:gd name="T0" fmla="*/ 0 w 68"/>
                <a:gd name="T1" fmla="*/ 0 h 82"/>
                <a:gd name="T2" fmla="*/ 454 w 68"/>
                <a:gd name="T3" fmla="*/ 504 h 82"/>
                <a:gd name="T4" fmla="*/ 659 w 68"/>
                <a:gd name="T5" fmla="*/ 864 h 82"/>
                <a:gd name="T6" fmla="*/ 554 w 68"/>
                <a:gd name="T7" fmla="*/ 957 h 82"/>
                <a:gd name="T8" fmla="*/ 409 w 68"/>
                <a:gd name="T9" fmla="*/ 515 h 82"/>
                <a:gd name="T10" fmla="*/ 222 w 68"/>
                <a:gd name="T11" fmla="*/ 361 h 82"/>
                <a:gd name="T12" fmla="*/ 0 w 68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82">
                  <a:moveTo>
                    <a:pt x="0" y="0"/>
                  </a:moveTo>
                  <a:cubicBezTo>
                    <a:pt x="9" y="22"/>
                    <a:pt x="33" y="27"/>
                    <a:pt x="47" y="43"/>
                  </a:cubicBezTo>
                  <a:cubicBezTo>
                    <a:pt x="55" y="52"/>
                    <a:pt x="53" y="72"/>
                    <a:pt x="68" y="74"/>
                  </a:cubicBezTo>
                  <a:cubicBezTo>
                    <a:pt x="66" y="77"/>
                    <a:pt x="60" y="81"/>
                    <a:pt x="57" y="82"/>
                  </a:cubicBezTo>
                  <a:cubicBezTo>
                    <a:pt x="56" y="69"/>
                    <a:pt x="53" y="53"/>
                    <a:pt x="42" y="44"/>
                  </a:cubicBezTo>
                  <a:cubicBezTo>
                    <a:pt x="36" y="39"/>
                    <a:pt x="29" y="36"/>
                    <a:pt x="23" y="31"/>
                  </a:cubicBezTo>
                  <a:cubicBezTo>
                    <a:pt x="13" y="22"/>
                    <a:pt x="6" y="12"/>
                    <a:pt x="0" y="0"/>
                  </a:cubicBezTo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4" name="Freeform 595">
              <a:extLst>
                <a:ext uri="{FF2B5EF4-FFF2-40B4-BE49-F238E27FC236}">
                  <a16:creationId xmlns:a16="http://schemas.microsoft.com/office/drawing/2014/main" id="{A20D829F-F03D-4755-9F3F-696F5108C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239"/>
              <a:ext cx="142" cy="132"/>
            </a:xfrm>
            <a:custGeom>
              <a:avLst/>
              <a:gdLst>
                <a:gd name="T0" fmla="*/ 161 w 67"/>
                <a:gd name="T1" fmla="*/ 0 h 58"/>
                <a:gd name="T2" fmla="*/ 273 w 67"/>
                <a:gd name="T3" fmla="*/ 398 h 58"/>
                <a:gd name="T4" fmla="*/ 638 w 67"/>
                <a:gd name="T5" fmla="*/ 155 h 58"/>
                <a:gd name="T6" fmla="*/ 0 w 67"/>
                <a:gd name="T7" fmla="*/ 683 h 58"/>
                <a:gd name="T8" fmla="*/ 161 w 67"/>
                <a:gd name="T9" fmla="*/ 11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8">
                  <a:moveTo>
                    <a:pt x="17" y="0"/>
                  </a:moveTo>
                  <a:cubicBezTo>
                    <a:pt x="19" y="12"/>
                    <a:pt x="25" y="23"/>
                    <a:pt x="29" y="34"/>
                  </a:cubicBezTo>
                  <a:cubicBezTo>
                    <a:pt x="42" y="26"/>
                    <a:pt x="52" y="17"/>
                    <a:pt x="67" y="13"/>
                  </a:cubicBezTo>
                  <a:cubicBezTo>
                    <a:pt x="46" y="31"/>
                    <a:pt x="24" y="50"/>
                    <a:pt x="0" y="58"/>
                  </a:cubicBezTo>
                  <a:cubicBezTo>
                    <a:pt x="20" y="43"/>
                    <a:pt x="27" y="32"/>
                    <a:pt x="17" y="10"/>
                  </a:cubicBezTo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5" name="Freeform 596">
              <a:extLst>
                <a:ext uri="{FF2B5EF4-FFF2-40B4-BE49-F238E27FC236}">
                  <a16:creationId xmlns:a16="http://schemas.microsoft.com/office/drawing/2014/main" id="{FC2E197B-8506-442C-8F49-F56A9991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047"/>
              <a:ext cx="54" cy="205"/>
            </a:xfrm>
            <a:custGeom>
              <a:avLst/>
              <a:gdLst>
                <a:gd name="T0" fmla="*/ 210 w 25"/>
                <a:gd name="T1" fmla="*/ 0 h 90"/>
                <a:gd name="T2" fmla="*/ 121 w 25"/>
                <a:gd name="T3" fmla="*/ 1064 h 90"/>
                <a:gd name="T4" fmla="*/ 192 w 25"/>
                <a:gd name="T5" fmla="*/ 378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90">
                  <a:moveTo>
                    <a:pt x="21" y="0"/>
                  </a:moveTo>
                  <a:cubicBezTo>
                    <a:pt x="25" y="15"/>
                    <a:pt x="25" y="79"/>
                    <a:pt x="12" y="90"/>
                  </a:cubicBezTo>
                  <a:cubicBezTo>
                    <a:pt x="0" y="81"/>
                    <a:pt x="17" y="45"/>
                    <a:pt x="19" y="32"/>
                  </a:cubicBezTo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6" name="Freeform 597">
              <a:extLst>
                <a:ext uri="{FF2B5EF4-FFF2-40B4-BE49-F238E27FC236}">
                  <a16:creationId xmlns:a16="http://schemas.microsoft.com/office/drawing/2014/main" id="{74459396-EE34-4B8C-B6C3-1BDFB4C9C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670"/>
              <a:ext cx="98" cy="211"/>
            </a:xfrm>
            <a:custGeom>
              <a:avLst/>
              <a:gdLst>
                <a:gd name="T0" fmla="*/ 0 w 46"/>
                <a:gd name="T1" fmla="*/ 0 h 93"/>
                <a:gd name="T2" fmla="*/ 181 w 46"/>
                <a:gd name="T3" fmla="*/ 349 h 93"/>
                <a:gd name="T4" fmla="*/ 222 w 46"/>
                <a:gd name="T5" fmla="*/ 93 h 93"/>
                <a:gd name="T6" fmla="*/ 222 w 46"/>
                <a:gd name="T7" fmla="*/ 597 h 93"/>
                <a:gd name="T8" fmla="*/ 445 w 46"/>
                <a:gd name="T9" fmla="*/ 1087 h 93"/>
                <a:gd name="T10" fmla="*/ 0 w 46"/>
                <a:gd name="T11" fmla="*/ 138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93">
                  <a:moveTo>
                    <a:pt x="0" y="0"/>
                  </a:moveTo>
                  <a:cubicBezTo>
                    <a:pt x="1" y="9"/>
                    <a:pt x="10" y="25"/>
                    <a:pt x="19" y="30"/>
                  </a:cubicBezTo>
                  <a:cubicBezTo>
                    <a:pt x="23" y="24"/>
                    <a:pt x="24" y="16"/>
                    <a:pt x="23" y="8"/>
                  </a:cubicBezTo>
                  <a:cubicBezTo>
                    <a:pt x="25" y="23"/>
                    <a:pt x="19" y="37"/>
                    <a:pt x="23" y="51"/>
                  </a:cubicBezTo>
                  <a:cubicBezTo>
                    <a:pt x="26" y="66"/>
                    <a:pt x="38" y="82"/>
                    <a:pt x="46" y="93"/>
                  </a:cubicBezTo>
                  <a:cubicBezTo>
                    <a:pt x="31" y="65"/>
                    <a:pt x="19" y="36"/>
                    <a:pt x="0" y="12"/>
                  </a:cubicBezTo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7" name="Freeform 598">
              <a:extLst>
                <a:ext uri="{FF2B5EF4-FFF2-40B4-BE49-F238E27FC236}">
                  <a16:creationId xmlns:a16="http://schemas.microsoft.com/office/drawing/2014/main" id="{7E1E6D29-544A-487C-A150-F5C6603C4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584"/>
              <a:ext cx="43" cy="320"/>
            </a:xfrm>
            <a:custGeom>
              <a:avLst/>
              <a:gdLst>
                <a:gd name="T0" fmla="*/ 101 w 20"/>
                <a:gd name="T1" fmla="*/ 0 h 141"/>
                <a:gd name="T2" fmla="*/ 157 w 20"/>
                <a:gd name="T3" fmla="*/ 885 h 141"/>
                <a:gd name="T4" fmla="*/ 198 w 20"/>
                <a:gd name="T5" fmla="*/ 1648 h 141"/>
                <a:gd name="T6" fmla="*/ 101 w 20"/>
                <a:gd name="T7" fmla="*/ 93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1">
                  <a:moveTo>
                    <a:pt x="10" y="0"/>
                  </a:moveTo>
                  <a:cubicBezTo>
                    <a:pt x="18" y="25"/>
                    <a:pt x="16" y="50"/>
                    <a:pt x="16" y="76"/>
                  </a:cubicBezTo>
                  <a:cubicBezTo>
                    <a:pt x="15" y="95"/>
                    <a:pt x="11" y="125"/>
                    <a:pt x="20" y="141"/>
                  </a:cubicBezTo>
                  <a:cubicBezTo>
                    <a:pt x="0" y="105"/>
                    <a:pt x="10" y="48"/>
                    <a:pt x="10" y="8"/>
                  </a:cubicBezTo>
                </a:path>
              </a:pathLst>
            </a:custGeom>
            <a:solidFill>
              <a:srgbClr val="C9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8" name="Freeform 599">
              <a:extLst>
                <a:ext uri="{FF2B5EF4-FFF2-40B4-BE49-F238E27FC236}">
                  <a16:creationId xmlns:a16="http://schemas.microsoft.com/office/drawing/2014/main" id="{8043AF69-3751-481B-A068-6DF8148D5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057"/>
              <a:ext cx="3233" cy="2184"/>
            </a:xfrm>
            <a:custGeom>
              <a:avLst/>
              <a:gdLst>
                <a:gd name="T0" fmla="*/ 3557 w 1519"/>
                <a:gd name="T1" fmla="*/ 8963 h 962"/>
                <a:gd name="T2" fmla="*/ 2052 w 1519"/>
                <a:gd name="T3" fmla="*/ 9036 h 962"/>
                <a:gd name="T4" fmla="*/ 626 w 1519"/>
                <a:gd name="T5" fmla="*/ 7932 h 962"/>
                <a:gd name="T6" fmla="*/ 385 w 1519"/>
                <a:gd name="T7" fmla="*/ 7206 h 962"/>
                <a:gd name="T8" fmla="*/ 213 w 1519"/>
                <a:gd name="T9" fmla="*/ 5685 h 962"/>
                <a:gd name="T10" fmla="*/ 394 w 1519"/>
                <a:gd name="T11" fmla="*/ 4799 h 962"/>
                <a:gd name="T12" fmla="*/ 675 w 1519"/>
                <a:gd name="T13" fmla="*/ 3676 h 962"/>
                <a:gd name="T14" fmla="*/ 1530 w 1519"/>
                <a:gd name="T15" fmla="*/ 2572 h 962"/>
                <a:gd name="T16" fmla="*/ 2333 w 1519"/>
                <a:gd name="T17" fmla="*/ 1546 h 962"/>
                <a:gd name="T18" fmla="*/ 3180 w 1519"/>
                <a:gd name="T19" fmla="*/ 1144 h 962"/>
                <a:gd name="T20" fmla="*/ 4308 w 1519"/>
                <a:gd name="T21" fmla="*/ 490 h 962"/>
                <a:gd name="T22" fmla="*/ 4706 w 1519"/>
                <a:gd name="T23" fmla="*/ 350 h 962"/>
                <a:gd name="T24" fmla="*/ 5708 w 1519"/>
                <a:gd name="T25" fmla="*/ 186 h 962"/>
                <a:gd name="T26" fmla="*/ 6211 w 1519"/>
                <a:gd name="T27" fmla="*/ 73 h 962"/>
                <a:gd name="T28" fmla="*/ 6613 w 1519"/>
                <a:gd name="T29" fmla="*/ 259 h 962"/>
                <a:gd name="T30" fmla="*/ 7262 w 1519"/>
                <a:gd name="T31" fmla="*/ 73 h 962"/>
                <a:gd name="T32" fmla="*/ 7705 w 1519"/>
                <a:gd name="T33" fmla="*/ 259 h 962"/>
                <a:gd name="T34" fmla="*/ 8262 w 1519"/>
                <a:gd name="T35" fmla="*/ 93 h 962"/>
                <a:gd name="T36" fmla="*/ 9486 w 1519"/>
                <a:gd name="T37" fmla="*/ 377 h 962"/>
                <a:gd name="T38" fmla="*/ 10635 w 1519"/>
                <a:gd name="T39" fmla="*/ 726 h 962"/>
                <a:gd name="T40" fmla="*/ 11099 w 1519"/>
                <a:gd name="T41" fmla="*/ 1076 h 962"/>
                <a:gd name="T42" fmla="*/ 12440 w 1519"/>
                <a:gd name="T43" fmla="*/ 2525 h 962"/>
                <a:gd name="T44" fmla="*/ 12902 w 1519"/>
                <a:gd name="T45" fmla="*/ 3040 h 962"/>
                <a:gd name="T46" fmla="*/ 13605 w 1519"/>
                <a:gd name="T47" fmla="*/ 4375 h 962"/>
                <a:gd name="T48" fmla="*/ 14311 w 1519"/>
                <a:gd name="T49" fmla="*/ 5499 h 962"/>
                <a:gd name="T50" fmla="*/ 14605 w 1519"/>
                <a:gd name="T51" fmla="*/ 6180 h 962"/>
                <a:gd name="T52" fmla="*/ 14509 w 1519"/>
                <a:gd name="T53" fmla="*/ 7231 h 962"/>
                <a:gd name="T54" fmla="*/ 14269 w 1519"/>
                <a:gd name="T55" fmla="*/ 7701 h 962"/>
                <a:gd name="T56" fmla="*/ 13160 w 1519"/>
                <a:gd name="T57" fmla="*/ 8448 h 962"/>
                <a:gd name="T58" fmla="*/ 12381 w 1519"/>
                <a:gd name="T59" fmla="*/ 8143 h 962"/>
                <a:gd name="T60" fmla="*/ 11859 w 1519"/>
                <a:gd name="T61" fmla="*/ 8355 h 962"/>
                <a:gd name="T62" fmla="*/ 10655 w 1519"/>
                <a:gd name="T63" fmla="*/ 8777 h 962"/>
                <a:gd name="T64" fmla="*/ 9929 w 1519"/>
                <a:gd name="T65" fmla="*/ 9292 h 962"/>
                <a:gd name="T66" fmla="*/ 9341 w 1519"/>
                <a:gd name="T67" fmla="*/ 8870 h 962"/>
                <a:gd name="T68" fmla="*/ 9041 w 1519"/>
                <a:gd name="T69" fmla="*/ 9149 h 962"/>
                <a:gd name="T70" fmla="*/ 7673 w 1519"/>
                <a:gd name="T71" fmla="*/ 9499 h 962"/>
                <a:gd name="T72" fmla="*/ 7415 w 1519"/>
                <a:gd name="T73" fmla="*/ 10343 h 962"/>
                <a:gd name="T74" fmla="*/ 6451 w 1519"/>
                <a:gd name="T75" fmla="*/ 10859 h 962"/>
                <a:gd name="T76" fmla="*/ 4742 w 1519"/>
                <a:gd name="T77" fmla="*/ 10648 h 962"/>
                <a:gd name="T78" fmla="*/ 3557 w 1519"/>
                <a:gd name="T79" fmla="*/ 8963 h 96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19" h="962">
                  <a:moveTo>
                    <a:pt x="369" y="766"/>
                  </a:moveTo>
                  <a:cubicBezTo>
                    <a:pt x="369" y="766"/>
                    <a:pt x="242" y="792"/>
                    <a:pt x="213" y="772"/>
                  </a:cubicBezTo>
                  <a:cubicBezTo>
                    <a:pt x="184" y="752"/>
                    <a:pt x="118" y="798"/>
                    <a:pt x="65" y="678"/>
                  </a:cubicBezTo>
                  <a:cubicBezTo>
                    <a:pt x="65" y="678"/>
                    <a:pt x="34" y="652"/>
                    <a:pt x="40" y="616"/>
                  </a:cubicBezTo>
                  <a:cubicBezTo>
                    <a:pt x="40" y="616"/>
                    <a:pt x="0" y="588"/>
                    <a:pt x="22" y="486"/>
                  </a:cubicBezTo>
                  <a:cubicBezTo>
                    <a:pt x="36" y="424"/>
                    <a:pt x="41" y="410"/>
                    <a:pt x="41" y="410"/>
                  </a:cubicBezTo>
                  <a:cubicBezTo>
                    <a:pt x="41" y="410"/>
                    <a:pt x="41" y="324"/>
                    <a:pt x="70" y="314"/>
                  </a:cubicBezTo>
                  <a:cubicBezTo>
                    <a:pt x="88" y="282"/>
                    <a:pt x="118" y="234"/>
                    <a:pt x="159" y="220"/>
                  </a:cubicBezTo>
                  <a:cubicBezTo>
                    <a:pt x="159" y="220"/>
                    <a:pt x="168" y="152"/>
                    <a:pt x="242" y="132"/>
                  </a:cubicBezTo>
                  <a:cubicBezTo>
                    <a:pt x="281" y="121"/>
                    <a:pt x="320" y="112"/>
                    <a:pt x="330" y="98"/>
                  </a:cubicBezTo>
                  <a:cubicBezTo>
                    <a:pt x="330" y="98"/>
                    <a:pt x="355" y="48"/>
                    <a:pt x="447" y="42"/>
                  </a:cubicBezTo>
                  <a:cubicBezTo>
                    <a:pt x="447" y="42"/>
                    <a:pt x="469" y="28"/>
                    <a:pt x="488" y="30"/>
                  </a:cubicBezTo>
                  <a:cubicBezTo>
                    <a:pt x="507" y="32"/>
                    <a:pt x="559" y="0"/>
                    <a:pt x="592" y="16"/>
                  </a:cubicBezTo>
                  <a:cubicBezTo>
                    <a:pt x="592" y="16"/>
                    <a:pt x="622" y="4"/>
                    <a:pt x="644" y="6"/>
                  </a:cubicBezTo>
                  <a:cubicBezTo>
                    <a:pt x="665" y="8"/>
                    <a:pt x="682" y="6"/>
                    <a:pt x="686" y="22"/>
                  </a:cubicBezTo>
                  <a:cubicBezTo>
                    <a:pt x="686" y="22"/>
                    <a:pt x="728" y="4"/>
                    <a:pt x="753" y="6"/>
                  </a:cubicBezTo>
                  <a:cubicBezTo>
                    <a:pt x="778" y="8"/>
                    <a:pt x="799" y="6"/>
                    <a:pt x="799" y="22"/>
                  </a:cubicBezTo>
                  <a:cubicBezTo>
                    <a:pt x="799" y="22"/>
                    <a:pt x="830" y="2"/>
                    <a:pt x="857" y="8"/>
                  </a:cubicBezTo>
                  <a:cubicBezTo>
                    <a:pt x="884" y="14"/>
                    <a:pt x="944" y="8"/>
                    <a:pt x="984" y="32"/>
                  </a:cubicBezTo>
                  <a:cubicBezTo>
                    <a:pt x="984" y="32"/>
                    <a:pt x="1071" y="30"/>
                    <a:pt x="1103" y="62"/>
                  </a:cubicBezTo>
                  <a:cubicBezTo>
                    <a:pt x="1103" y="62"/>
                    <a:pt x="1142" y="82"/>
                    <a:pt x="1151" y="92"/>
                  </a:cubicBezTo>
                  <a:cubicBezTo>
                    <a:pt x="1151" y="92"/>
                    <a:pt x="1273" y="146"/>
                    <a:pt x="1290" y="216"/>
                  </a:cubicBezTo>
                  <a:cubicBezTo>
                    <a:pt x="1290" y="216"/>
                    <a:pt x="1323" y="220"/>
                    <a:pt x="1338" y="260"/>
                  </a:cubicBezTo>
                  <a:cubicBezTo>
                    <a:pt x="1338" y="260"/>
                    <a:pt x="1402" y="294"/>
                    <a:pt x="1411" y="374"/>
                  </a:cubicBezTo>
                  <a:cubicBezTo>
                    <a:pt x="1411" y="374"/>
                    <a:pt x="1467" y="398"/>
                    <a:pt x="1484" y="470"/>
                  </a:cubicBezTo>
                  <a:cubicBezTo>
                    <a:pt x="1484" y="470"/>
                    <a:pt x="1511" y="498"/>
                    <a:pt x="1515" y="528"/>
                  </a:cubicBezTo>
                  <a:cubicBezTo>
                    <a:pt x="1519" y="558"/>
                    <a:pt x="1507" y="598"/>
                    <a:pt x="1505" y="618"/>
                  </a:cubicBezTo>
                  <a:cubicBezTo>
                    <a:pt x="1504" y="638"/>
                    <a:pt x="1480" y="658"/>
                    <a:pt x="1480" y="658"/>
                  </a:cubicBezTo>
                  <a:cubicBezTo>
                    <a:pt x="1480" y="658"/>
                    <a:pt x="1496" y="790"/>
                    <a:pt x="1365" y="722"/>
                  </a:cubicBezTo>
                  <a:cubicBezTo>
                    <a:pt x="1330" y="704"/>
                    <a:pt x="1317" y="702"/>
                    <a:pt x="1284" y="696"/>
                  </a:cubicBezTo>
                  <a:cubicBezTo>
                    <a:pt x="1284" y="696"/>
                    <a:pt x="1269" y="724"/>
                    <a:pt x="1230" y="714"/>
                  </a:cubicBezTo>
                  <a:cubicBezTo>
                    <a:pt x="1230" y="714"/>
                    <a:pt x="1155" y="786"/>
                    <a:pt x="1105" y="750"/>
                  </a:cubicBezTo>
                  <a:cubicBezTo>
                    <a:pt x="1105" y="750"/>
                    <a:pt x="1067" y="798"/>
                    <a:pt x="1030" y="794"/>
                  </a:cubicBezTo>
                  <a:cubicBezTo>
                    <a:pt x="994" y="790"/>
                    <a:pt x="984" y="750"/>
                    <a:pt x="969" y="758"/>
                  </a:cubicBezTo>
                  <a:cubicBezTo>
                    <a:pt x="969" y="758"/>
                    <a:pt x="955" y="774"/>
                    <a:pt x="938" y="782"/>
                  </a:cubicBezTo>
                  <a:cubicBezTo>
                    <a:pt x="921" y="790"/>
                    <a:pt x="874" y="846"/>
                    <a:pt x="796" y="812"/>
                  </a:cubicBezTo>
                  <a:cubicBezTo>
                    <a:pt x="796" y="812"/>
                    <a:pt x="846" y="852"/>
                    <a:pt x="769" y="884"/>
                  </a:cubicBezTo>
                  <a:cubicBezTo>
                    <a:pt x="692" y="916"/>
                    <a:pt x="717" y="918"/>
                    <a:pt x="669" y="928"/>
                  </a:cubicBezTo>
                  <a:cubicBezTo>
                    <a:pt x="621" y="938"/>
                    <a:pt x="551" y="962"/>
                    <a:pt x="492" y="910"/>
                  </a:cubicBezTo>
                  <a:cubicBezTo>
                    <a:pt x="432" y="858"/>
                    <a:pt x="365" y="802"/>
                    <a:pt x="369" y="766"/>
                  </a:cubicBezTo>
                  <a:close/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9" name="Freeform 600">
              <a:extLst>
                <a:ext uri="{FF2B5EF4-FFF2-40B4-BE49-F238E27FC236}">
                  <a16:creationId xmlns:a16="http://schemas.microsoft.com/office/drawing/2014/main" id="{412840ED-46D2-4DE3-864B-8C413CE37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829"/>
              <a:ext cx="128" cy="132"/>
            </a:xfrm>
            <a:custGeom>
              <a:avLst/>
              <a:gdLst>
                <a:gd name="T0" fmla="*/ 446 w 60"/>
                <a:gd name="T1" fmla="*/ 0 h 58"/>
                <a:gd name="T2" fmla="*/ 369 w 60"/>
                <a:gd name="T3" fmla="*/ 353 h 58"/>
                <a:gd name="T4" fmla="*/ 582 w 60"/>
                <a:gd name="T5" fmla="*/ 683 h 58"/>
                <a:gd name="T6" fmla="*/ 350 w 60"/>
                <a:gd name="T7" fmla="*/ 389 h 58"/>
                <a:gd name="T8" fmla="*/ 0 w 60"/>
                <a:gd name="T9" fmla="*/ 316 h 58"/>
                <a:gd name="T10" fmla="*/ 224 w 60"/>
                <a:gd name="T11" fmla="*/ 284 h 58"/>
                <a:gd name="T12" fmla="*/ 369 w 60"/>
                <a:gd name="T13" fmla="*/ 82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58">
                  <a:moveTo>
                    <a:pt x="46" y="0"/>
                  </a:moveTo>
                  <a:cubicBezTo>
                    <a:pt x="37" y="5"/>
                    <a:pt x="33" y="22"/>
                    <a:pt x="38" y="30"/>
                  </a:cubicBezTo>
                  <a:cubicBezTo>
                    <a:pt x="44" y="40"/>
                    <a:pt x="59" y="45"/>
                    <a:pt x="60" y="58"/>
                  </a:cubicBezTo>
                  <a:cubicBezTo>
                    <a:pt x="51" y="52"/>
                    <a:pt x="44" y="40"/>
                    <a:pt x="36" y="33"/>
                  </a:cubicBezTo>
                  <a:cubicBezTo>
                    <a:pt x="24" y="22"/>
                    <a:pt x="14" y="33"/>
                    <a:pt x="0" y="27"/>
                  </a:cubicBezTo>
                  <a:cubicBezTo>
                    <a:pt x="8" y="23"/>
                    <a:pt x="16" y="26"/>
                    <a:pt x="23" y="24"/>
                  </a:cubicBezTo>
                  <a:cubicBezTo>
                    <a:pt x="33" y="21"/>
                    <a:pt x="31" y="13"/>
                    <a:pt x="38" y="7"/>
                  </a:cubicBezTo>
                </a:path>
              </a:pathLst>
            </a:custGeom>
            <a:solidFill>
              <a:srgbClr val="967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0" name="Freeform 601">
              <a:extLst>
                <a:ext uri="{FF2B5EF4-FFF2-40B4-BE49-F238E27FC236}">
                  <a16:creationId xmlns:a16="http://schemas.microsoft.com/office/drawing/2014/main" id="{8798A2D4-8282-4BDC-8275-E10EB1069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382"/>
              <a:ext cx="108" cy="175"/>
            </a:xfrm>
            <a:custGeom>
              <a:avLst/>
              <a:gdLst>
                <a:gd name="T0" fmla="*/ 0 w 51"/>
                <a:gd name="T1" fmla="*/ 527 h 77"/>
                <a:gd name="T2" fmla="*/ 332 w 51"/>
                <a:gd name="T3" fmla="*/ 507 h 77"/>
                <a:gd name="T4" fmla="*/ 237 w 51"/>
                <a:gd name="T5" fmla="*/ 0 h 77"/>
                <a:gd name="T6" fmla="*/ 485 w 51"/>
                <a:gd name="T7" fmla="*/ 905 h 77"/>
                <a:gd name="T8" fmla="*/ 85 w 51"/>
                <a:gd name="T9" fmla="*/ 56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7">
                  <a:moveTo>
                    <a:pt x="0" y="45"/>
                  </a:moveTo>
                  <a:cubicBezTo>
                    <a:pt x="12" y="46"/>
                    <a:pt x="24" y="43"/>
                    <a:pt x="35" y="43"/>
                  </a:cubicBezTo>
                  <a:cubicBezTo>
                    <a:pt x="31" y="28"/>
                    <a:pt x="25" y="15"/>
                    <a:pt x="25" y="0"/>
                  </a:cubicBezTo>
                  <a:cubicBezTo>
                    <a:pt x="37" y="25"/>
                    <a:pt x="49" y="51"/>
                    <a:pt x="51" y="77"/>
                  </a:cubicBezTo>
                  <a:cubicBezTo>
                    <a:pt x="42" y="53"/>
                    <a:pt x="33" y="44"/>
                    <a:pt x="9" y="48"/>
                  </a:cubicBezTo>
                </a:path>
              </a:pathLst>
            </a:custGeom>
            <a:solidFill>
              <a:srgbClr val="967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1" name="Freeform 602">
              <a:extLst>
                <a:ext uri="{FF2B5EF4-FFF2-40B4-BE49-F238E27FC236}">
                  <a16:creationId xmlns:a16="http://schemas.microsoft.com/office/drawing/2014/main" id="{8CDB3838-D193-4B46-9B7C-5F36598DE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381"/>
              <a:ext cx="93" cy="143"/>
            </a:xfrm>
            <a:custGeom>
              <a:avLst/>
              <a:gdLst>
                <a:gd name="T0" fmla="*/ 17 w 44"/>
                <a:gd name="T1" fmla="*/ 350 h 63"/>
                <a:gd name="T2" fmla="*/ 85 w 44"/>
                <a:gd name="T3" fmla="*/ 222 h 63"/>
                <a:gd name="T4" fmla="*/ 180 w 44"/>
                <a:gd name="T5" fmla="*/ 313 h 63"/>
                <a:gd name="T6" fmla="*/ 254 w 44"/>
                <a:gd name="T7" fmla="*/ 434 h 63"/>
                <a:gd name="T8" fmla="*/ 197 w 44"/>
                <a:gd name="T9" fmla="*/ 527 h 63"/>
                <a:gd name="T10" fmla="*/ 296 w 44"/>
                <a:gd name="T11" fmla="*/ 738 h 63"/>
                <a:gd name="T12" fmla="*/ 273 w 44"/>
                <a:gd name="T13" fmla="*/ 515 h 63"/>
                <a:gd name="T14" fmla="*/ 416 w 44"/>
                <a:gd name="T15" fmla="*/ 422 h 63"/>
                <a:gd name="T16" fmla="*/ 245 w 44"/>
                <a:gd name="T17" fmla="*/ 340 h 63"/>
                <a:gd name="T18" fmla="*/ 112 w 44"/>
                <a:gd name="T19" fmla="*/ 202 h 63"/>
                <a:gd name="T20" fmla="*/ 85 w 44"/>
                <a:gd name="T21" fmla="*/ 0 h 63"/>
                <a:gd name="T22" fmla="*/ 85 w 44"/>
                <a:gd name="T23" fmla="*/ 175 h 63"/>
                <a:gd name="T24" fmla="*/ 27 w 44"/>
                <a:gd name="T25" fmla="*/ 279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63">
                  <a:moveTo>
                    <a:pt x="2" y="30"/>
                  </a:moveTo>
                  <a:cubicBezTo>
                    <a:pt x="0" y="28"/>
                    <a:pt x="4" y="19"/>
                    <a:pt x="9" y="19"/>
                  </a:cubicBezTo>
                  <a:cubicBezTo>
                    <a:pt x="12" y="19"/>
                    <a:pt x="16" y="25"/>
                    <a:pt x="19" y="27"/>
                  </a:cubicBezTo>
                  <a:cubicBezTo>
                    <a:pt x="22" y="30"/>
                    <a:pt x="26" y="33"/>
                    <a:pt x="27" y="37"/>
                  </a:cubicBezTo>
                  <a:cubicBezTo>
                    <a:pt x="28" y="41"/>
                    <a:pt x="27" y="50"/>
                    <a:pt x="21" y="45"/>
                  </a:cubicBezTo>
                  <a:cubicBezTo>
                    <a:pt x="29" y="48"/>
                    <a:pt x="30" y="56"/>
                    <a:pt x="31" y="63"/>
                  </a:cubicBezTo>
                  <a:cubicBezTo>
                    <a:pt x="30" y="57"/>
                    <a:pt x="26" y="50"/>
                    <a:pt x="29" y="44"/>
                  </a:cubicBezTo>
                  <a:cubicBezTo>
                    <a:pt x="31" y="39"/>
                    <a:pt x="39" y="37"/>
                    <a:pt x="44" y="36"/>
                  </a:cubicBezTo>
                  <a:cubicBezTo>
                    <a:pt x="36" y="34"/>
                    <a:pt x="33" y="34"/>
                    <a:pt x="26" y="29"/>
                  </a:cubicBezTo>
                  <a:cubicBezTo>
                    <a:pt x="21" y="25"/>
                    <a:pt x="17" y="20"/>
                    <a:pt x="12" y="17"/>
                  </a:cubicBezTo>
                  <a:cubicBezTo>
                    <a:pt x="11" y="12"/>
                    <a:pt x="8" y="4"/>
                    <a:pt x="9" y="0"/>
                  </a:cubicBezTo>
                  <a:cubicBezTo>
                    <a:pt x="9" y="4"/>
                    <a:pt x="10" y="11"/>
                    <a:pt x="9" y="15"/>
                  </a:cubicBezTo>
                  <a:cubicBezTo>
                    <a:pt x="8" y="18"/>
                    <a:pt x="4" y="20"/>
                    <a:pt x="3" y="24"/>
                  </a:cubicBezTo>
                </a:path>
              </a:pathLst>
            </a:custGeom>
            <a:solidFill>
              <a:srgbClr val="967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2" name="Freeform 603">
              <a:extLst>
                <a:ext uri="{FF2B5EF4-FFF2-40B4-BE49-F238E27FC236}">
                  <a16:creationId xmlns:a16="http://schemas.microsoft.com/office/drawing/2014/main" id="{162CFCF7-525F-4104-BB46-D7FFC5FFF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598"/>
              <a:ext cx="162" cy="299"/>
            </a:xfrm>
            <a:custGeom>
              <a:avLst/>
              <a:gdLst>
                <a:gd name="T0" fmla="*/ 290 w 76"/>
                <a:gd name="T1" fmla="*/ 1395 h 132"/>
                <a:gd name="T2" fmla="*/ 205 w 76"/>
                <a:gd name="T3" fmla="*/ 917 h 132"/>
                <a:gd name="T4" fmla="*/ 426 w 76"/>
                <a:gd name="T5" fmla="*/ 467 h 132"/>
                <a:gd name="T6" fmla="*/ 735 w 76"/>
                <a:gd name="T7" fmla="*/ 0 h 132"/>
                <a:gd name="T8" fmla="*/ 281 w 76"/>
                <a:gd name="T9" fmla="*/ 954 h 132"/>
                <a:gd name="T10" fmla="*/ 281 w 76"/>
                <a:gd name="T11" fmla="*/ 1416 h 1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132">
                  <a:moveTo>
                    <a:pt x="30" y="120"/>
                  </a:moveTo>
                  <a:cubicBezTo>
                    <a:pt x="0" y="132"/>
                    <a:pt x="13" y="92"/>
                    <a:pt x="21" y="79"/>
                  </a:cubicBezTo>
                  <a:cubicBezTo>
                    <a:pt x="29" y="67"/>
                    <a:pt x="36" y="53"/>
                    <a:pt x="44" y="40"/>
                  </a:cubicBezTo>
                  <a:cubicBezTo>
                    <a:pt x="53" y="28"/>
                    <a:pt x="62" y="6"/>
                    <a:pt x="76" y="0"/>
                  </a:cubicBezTo>
                  <a:cubicBezTo>
                    <a:pt x="57" y="23"/>
                    <a:pt x="43" y="55"/>
                    <a:pt x="29" y="82"/>
                  </a:cubicBezTo>
                  <a:cubicBezTo>
                    <a:pt x="21" y="97"/>
                    <a:pt x="15" y="110"/>
                    <a:pt x="29" y="122"/>
                  </a:cubicBezTo>
                </a:path>
              </a:pathLst>
            </a:custGeom>
            <a:solidFill>
              <a:srgbClr val="EAD3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3" name="Freeform 604">
              <a:extLst>
                <a:ext uri="{FF2B5EF4-FFF2-40B4-BE49-F238E27FC236}">
                  <a16:creationId xmlns:a16="http://schemas.microsoft.com/office/drawing/2014/main" id="{DF76F78B-583D-47A9-A202-1B6B8B508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099"/>
              <a:ext cx="73" cy="325"/>
            </a:xfrm>
            <a:custGeom>
              <a:avLst/>
              <a:gdLst>
                <a:gd name="T0" fmla="*/ 120 w 34"/>
                <a:gd name="T1" fmla="*/ 0 h 143"/>
                <a:gd name="T2" fmla="*/ 28 w 34"/>
                <a:gd name="T3" fmla="*/ 1023 h 143"/>
                <a:gd name="T4" fmla="*/ 88 w 34"/>
                <a:gd name="T5" fmla="*/ 1457 h 143"/>
                <a:gd name="T6" fmla="*/ 337 w 34"/>
                <a:gd name="T7" fmla="*/ 1623 h 143"/>
                <a:gd name="T8" fmla="*/ 137 w 34"/>
                <a:gd name="T9" fmla="*/ 1318 h 143"/>
                <a:gd name="T10" fmla="*/ 69 w 34"/>
                <a:gd name="T11" fmla="*/ 764 h 143"/>
                <a:gd name="T12" fmla="*/ 137 w 34"/>
                <a:gd name="T13" fmla="*/ 45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43">
                  <a:moveTo>
                    <a:pt x="12" y="0"/>
                  </a:moveTo>
                  <a:cubicBezTo>
                    <a:pt x="11" y="30"/>
                    <a:pt x="0" y="57"/>
                    <a:pt x="3" y="87"/>
                  </a:cubicBezTo>
                  <a:cubicBezTo>
                    <a:pt x="4" y="99"/>
                    <a:pt x="4" y="113"/>
                    <a:pt x="9" y="124"/>
                  </a:cubicBezTo>
                  <a:cubicBezTo>
                    <a:pt x="12" y="131"/>
                    <a:pt x="25" y="143"/>
                    <a:pt x="34" y="138"/>
                  </a:cubicBezTo>
                  <a:cubicBezTo>
                    <a:pt x="27" y="128"/>
                    <a:pt x="18" y="123"/>
                    <a:pt x="14" y="112"/>
                  </a:cubicBezTo>
                  <a:cubicBezTo>
                    <a:pt x="8" y="98"/>
                    <a:pt x="6" y="80"/>
                    <a:pt x="7" y="65"/>
                  </a:cubicBezTo>
                  <a:cubicBezTo>
                    <a:pt x="9" y="44"/>
                    <a:pt x="19" y="24"/>
                    <a:pt x="14" y="4"/>
                  </a:cubicBezTo>
                </a:path>
              </a:pathLst>
            </a:custGeom>
            <a:solidFill>
              <a:srgbClr val="EAD3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4" name="Freeform 605">
              <a:extLst>
                <a:ext uri="{FF2B5EF4-FFF2-40B4-BE49-F238E27FC236}">
                  <a16:creationId xmlns:a16="http://schemas.microsoft.com/office/drawing/2014/main" id="{E22AA632-2E03-47B9-9241-4FA13B7E5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578"/>
              <a:ext cx="149" cy="166"/>
            </a:xfrm>
            <a:custGeom>
              <a:avLst/>
              <a:gdLst>
                <a:gd name="T0" fmla="*/ 0 w 70"/>
                <a:gd name="T1" fmla="*/ 11 h 73"/>
                <a:gd name="T2" fmla="*/ 341 w 70"/>
                <a:gd name="T3" fmla="*/ 600 h 73"/>
                <a:gd name="T4" fmla="*/ 675 w 70"/>
                <a:gd name="T5" fmla="*/ 857 h 73"/>
                <a:gd name="T6" fmla="*/ 9 w 70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73">
                  <a:moveTo>
                    <a:pt x="0" y="1"/>
                  </a:moveTo>
                  <a:cubicBezTo>
                    <a:pt x="10" y="19"/>
                    <a:pt x="19" y="38"/>
                    <a:pt x="35" y="51"/>
                  </a:cubicBezTo>
                  <a:cubicBezTo>
                    <a:pt x="43" y="58"/>
                    <a:pt x="61" y="72"/>
                    <a:pt x="70" y="73"/>
                  </a:cubicBezTo>
                  <a:cubicBezTo>
                    <a:pt x="42" y="52"/>
                    <a:pt x="19" y="30"/>
                    <a:pt x="1" y="0"/>
                  </a:cubicBezTo>
                </a:path>
              </a:pathLst>
            </a:custGeom>
            <a:solidFill>
              <a:srgbClr val="EAD3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5" name="Freeform 606">
              <a:extLst>
                <a:ext uri="{FF2B5EF4-FFF2-40B4-BE49-F238E27FC236}">
                  <a16:creationId xmlns:a16="http://schemas.microsoft.com/office/drawing/2014/main" id="{F20923DF-904E-4799-B858-6F82402BC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391"/>
              <a:ext cx="85" cy="86"/>
            </a:xfrm>
            <a:custGeom>
              <a:avLst/>
              <a:gdLst>
                <a:gd name="T0" fmla="*/ 0 w 40"/>
                <a:gd name="T1" fmla="*/ 430 h 38"/>
                <a:gd name="T2" fmla="*/ 366 w 40"/>
                <a:gd name="T3" fmla="*/ 0 h 38"/>
                <a:gd name="T4" fmla="*/ 257 w 40"/>
                <a:gd name="T5" fmla="*/ 324 h 38"/>
                <a:gd name="T6" fmla="*/ 49 w 40"/>
                <a:gd name="T7" fmla="*/ 43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0" y="37"/>
                  </a:moveTo>
                  <a:cubicBezTo>
                    <a:pt x="27" y="32"/>
                    <a:pt x="40" y="32"/>
                    <a:pt x="38" y="0"/>
                  </a:cubicBezTo>
                  <a:cubicBezTo>
                    <a:pt x="31" y="7"/>
                    <a:pt x="34" y="20"/>
                    <a:pt x="27" y="28"/>
                  </a:cubicBezTo>
                  <a:cubicBezTo>
                    <a:pt x="22" y="34"/>
                    <a:pt x="13" y="38"/>
                    <a:pt x="5" y="37"/>
                  </a:cubicBezTo>
                </a:path>
              </a:pathLst>
            </a:custGeom>
            <a:solidFill>
              <a:srgbClr val="EAD3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6" name="Freeform 607">
              <a:extLst>
                <a:ext uri="{FF2B5EF4-FFF2-40B4-BE49-F238E27FC236}">
                  <a16:creationId xmlns:a16="http://schemas.microsoft.com/office/drawing/2014/main" id="{B6BEB854-1448-419A-9598-EA9FA9EB3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148"/>
              <a:ext cx="162" cy="123"/>
            </a:xfrm>
            <a:custGeom>
              <a:avLst/>
              <a:gdLst>
                <a:gd name="T0" fmla="*/ 735 w 76"/>
                <a:gd name="T1" fmla="*/ 0 h 54"/>
                <a:gd name="T2" fmla="*/ 281 w 76"/>
                <a:gd name="T3" fmla="*/ 239 h 54"/>
                <a:gd name="T4" fmla="*/ 0 w 76"/>
                <a:gd name="T5" fmla="*/ 638 h 54"/>
                <a:gd name="T6" fmla="*/ 437 w 76"/>
                <a:gd name="T7" fmla="*/ 203 h 54"/>
                <a:gd name="T8" fmla="*/ 718 w 76"/>
                <a:gd name="T9" fmla="*/ 5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4">
                  <a:moveTo>
                    <a:pt x="76" y="0"/>
                  </a:moveTo>
                  <a:cubicBezTo>
                    <a:pt x="67" y="13"/>
                    <a:pt x="42" y="12"/>
                    <a:pt x="29" y="20"/>
                  </a:cubicBezTo>
                  <a:cubicBezTo>
                    <a:pt x="14" y="27"/>
                    <a:pt x="10" y="43"/>
                    <a:pt x="0" y="54"/>
                  </a:cubicBezTo>
                  <a:cubicBezTo>
                    <a:pt x="17" y="49"/>
                    <a:pt x="30" y="27"/>
                    <a:pt x="45" y="17"/>
                  </a:cubicBezTo>
                  <a:cubicBezTo>
                    <a:pt x="54" y="11"/>
                    <a:pt x="63" y="6"/>
                    <a:pt x="74" y="5"/>
                  </a:cubicBezTo>
                </a:path>
              </a:pathLst>
            </a:custGeom>
            <a:solidFill>
              <a:srgbClr val="EAD3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7" name="Freeform 608">
              <a:extLst>
                <a:ext uri="{FF2B5EF4-FFF2-40B4-BE49-F238E27FC236}">
                  <a16:creationId xmlns:a16="http://schemas.microsoft.com/office/drawing/2014/main" id="{47C70826-6631-4984-AB5E-377108700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846"/>
              <a:ext cx="247" cy="250"/>
            </a:xfrm>
            <a:custGeom>
              <a:avLst/>
              <a:gdLst>
                <a:gd name="T0" fmla="*/ 0 w 116"/>
                <a:gd name="T1" fmla="*/ 0 h 110"/>
                <a:gd name="T2" fmla="*/ 513 w 116"/>
                <a:gd name="T3" fmla="*/ 702 h 110"/>
                <a:gd name="T4" fmla="*/ 1120 w 116"/>
                <a:gd name="T5" fmla="*/ 1291 h 110"/>
                <a:gd name="T6" fmla="*/ 735 w 116"/>
                <a:gd name="T7" fmla="*/ 868 h 110"/>
                <a:gd name="T8" fmla="*/ 405 w 116"/>
                <a:gd name="T9" fmla="*/ 480 h 110"/>
                <a:gd name="T10" fmla="*/ 9 w 116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110">
                  <a:moveTo>
                    <a:pt x="0" y="0"/>
                  </a:moveTo>
                  <a:cubicBezTo>
                    <a:pt x="20" y="17"/>
                    <a:pt x="34" y="41"/>
                    <a:pt x="53" y="60"/>
                  </a:cubicBezTo>
                  <a:cubicBezTo>
                    <a:pt x="70" y="76"/>
                    <a:pt x="94" y="104"/>
                    <a:pt x="116" y="110"/>
                  </a:cubicBezTo>
                  <a:cubicBezTo>
                    <a:pt x="101" y="106"/>
                    <a:pt x="88" y="84"/>
                    <a:pt x="76" y="74"/>
                  </a:cubicBezTo>
                  <a:cubicBezTo>
                    <a:pt x="64" y="63"/>
                    <a:pt x="53" y="52"/>
                    <a:pt x="42" y="41"/>
                  </a:cubicBezTo>
                  <a:cubicBezTo>
                    <a:pt x="29" y="27"/>
                    <a:pt x="15" y="13"/>
                    <a:pt x="1" y="0"/>
                  </a:cubicBezTo>
                </a:path>
              </a:pathLst>
            </a:custGeom>
            <a:solidFill>
              <a:srgbClr val="EAD3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8" name="Freeform 609">
              <a:extLst>
                <a:ext uri="{FF2B5EF4-FFF2-40B4-BE49-F238E27FC236}">
                  <a16:creationId xmlns:a16="http://schemas.microsoft.com/office/drawing/2014/main" id="{24905FBB-CA62-49DF-A978-B44BDBBA6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400"/>
              <a:ext cx="2084" cy="976"/>
            </a:xfrm>
            <a:custGeom>
              <a:avLst/>
              <a:gdLst>
                <a:gd name="T0" fmla="*/ 1573 w 979"/>
                <a:gd name="T1" fmla="*/ 4853 h 430"/>
                <a:gd name="T2" fmla="*/ 2365 w 979"/>
                <a:gd name="T3" fmla="*/ 2395 h 430"/>
                <a:gd name="T4" fmla="*/ 7812 w 979"/>
                <a:gd name="T5" fmla="*/ 3977 h 430"/>
                <a:gd name="T6" fmla="*/ 7078 w 979"/>
                <a:gd name="T7" fmla="*/ 1067 h 430"/>
                <a:gd name="T8" fmla="*/ 530 w 979"/>
                <a:gd name="T9" fmla="*/ 2715 h 430"/>
                <a:gd name="T10" fmla="*/ 1573 w 979"/>
                <a:gd name="T11" fmla="*/ 4853 h 4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9" h="430">
                  <a:moveTo>
                    <a:pt x="163" y="415"/>
                  </a:moveTo>
                  <a:cubicBezTo>
                    <a:pt x="207" y="430"/>
                    <a:pt x="93" y="263"/>
                    <a:pt x="245" y="205"/>
                  </a:cubicBezTo>
                  <a:cubicBezTo>
                    <a:pt x="396" y="147"/>
                    <a:pt x="893" y="82"/>
                    <a:pt x="810" y="340"/>
                  </a:cubicBezTo>
                  <a:cubicBezTo>
                    <a:pt x="810" y="340"/>
                    <a:pt x="979" y="183"/>
                    <a:pt x="734" y="91"/>
                  </a:cubicBezTo>
                  <a:cubicBezTo>
                    <a:pt x="489" y="0"/>
                    <a:pt x="110" y="97"/>
                    <a:pt x="55" y="232"/>
                  </a:cubicBezTo>
                  <a:cubicBezTo>
                    <a:pt x="0" y="368"/>
                    <a:pt x="107" y="397"/>
                    <a:pt x="163" y="415"/>
                  </a:cubicBezTo>
                  <a:close/>
                </a:path>
              </a:pathLst>
            </a:custGeom>
            <a:solidFill>
              <a:srgbClr val="C49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9" name="Freeform 610">
              <a:extLst>
                <a:ext uri="{FF2B5EF4-FFF2-40B4-BE49-F238E27FC236}">
                  <a16:creationId xmlns:a16="http://schemas.microsoft.com/office/drawing/2014/main" id="{D58074C7-D3E9-4352-B791-55F7B130D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836"/>
              <a:ext cx="1415" cy="895"/>
            </a:xfrm>
            <a:custGeom>
              <a:avLst/>
              <a:gdLst>
                <a:gd name="T0" fmla="*/ 4894 w 665"/>
                <a:gd name="T1" fmla="*/ 423 h 394"/>
                <a:gd name="T2" fmla="*/ 1494 w 665"/>
                <a:gd name="T3" fmla="*/ 1924 h 394"/>
                <a:gd name="T4" fmla="*/ 1164 w 665"/>
                <a:gd name="T5" fmla="*/ 2215 h 394"/>
                <a:gd name="T6" fmla="*/ 1213 w 665"/>
                <a:gd name="T7" fmla="*/ 2730 h 394"/>
                <a:gd name="T8" fmla="*/ 1581 w 665"/>
                <a:gd name="T9" fmla="*/ 2451 h 394"/>
                <a:gd name="T10" fmla="*/ 1570 w 665"/>
                <a:gd name="T11" fmla="*/ 1956 h 394"/>
                <a:gd name="T12" fmla="*/ 4713 w 665"/>
                <a:gd name="T13" fmla="*/ 868 h 394"/>
                <a:gd name="T14" fmla="*/ 870 w 665"/>
                <a:gd name="T15" fmla="*/ 3051 h 394"/>
                <a:gd name="T16" fmla="*/ 19 w 665"/>
                <a:gd name="T17" fmla="*/ 3282 h 394"/>
                <a:gd name="T18" fmla="*/ 1068 w 665"/>
                <a:gd name="T19" fmla="*/ 3855 h 394"/>
                <a:gd name="T20" fmla="*/ 1928 w 665"/>
                <a:gd name="T21" fmla="*/ 3773 h 394"/>
                <a:gd name="T22" fmla="*/ 2862 w 665"/>
                <a:gd name="T23" fmla="*/ 3307 h 394"/>
                <a:gd name="T24" fmla="*/ 3758 w 665"/>
                <a:gd name="T25" fmla="*/ 2885 h 394"/>
                <a:gd name="T26" fmla="*/ 4798 w 665"/>
                <a:gd name="T27" fmla="*/ 2074 h 394"/>
                <a:gd name="T28" fmla="*/ 4894 w 665"/>
                <a:gd name="T29" fmla="*/ 423 h 3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65" h="394">
                  <a:moveTo>
                    <a:pt x="508" y="36"/>
                  </a:moveTo>
                  <a:cubicBezTo>
                    <a:pt x="228" y="0"/>
                    <a:pt x="216" y="58"/>
                    <a:pt x="155" y="164"/>
                  </a:cubicBezTo>
                  <a:cubicBezTo>
                    <a:pt x="143" y="162"/>
                    <a:pt x="129" y="173"/>
                    <a:pt x="121" y="189"/>
                  </a:cubicBezTo>
                  <a:cubicBezTo>
                    <a:pt x="112" y="208"/>
                    <a:pt x="114" y="228"/>
                    <a:pt x="126" y="233"/>
                  </a:cubicBezTo>
                  <a:cubicBezTo>
                    <a:pt x="138" y="239"/>
                    <a:pt x="155" y="228"/>
                    <a:pt x="164" y="209"/>
                  </a:cubicBezTo>
                  <a:cubicBezTo>
                    <a:pt x="172" y="192"/>
                    <a:pt x="171" y="175"/>
                    <a:pt x="163" y="167"/>
                  </a:cubicBezTo>
                  <a:cubicBezTo>
                    <a:pt x="203" y="117"/>
                    <a:pt x="245" y="6"/>
                    <a:pt x="489" y="74"/>
                  </a:cubicBezTo>
                  <a:cubicBezTo>
                    <a:pt x="538" y="87"/>
                    <a:pt x="469" y="249"/>
                    <a:pt x="90" y="260"/>
                  </a:cubicBezTo>
                  <a:cubicBezTo>
                    <a:pt x="63" y="261"/>
                    <a:pt x="5" y="229"/>
                    <a:pt x="2" y="280"/>
                  </a:cubicBezTo>
                  <a:cubicBezTo>
                    <a:pt x="0" y="332"/>
                    <a:pt x="32" y="394"/>
                    <a:pt x="111" y="329"/>
                  </a:cubicBezTo>
                  <a:cubicBezTo>
                    <a:pt x="111" y="329"/>
                    <a:pt x="156" y="366"/>
                    <a:pt x="200" y="322"/>
                  </a:cubicBezTo>
                  <a:cubicBezTo>
                    <a:pt x="200" y="322"/>
                    <a:pt x="254" y="336"/>
                    <a:pt x="297" y="282"/>
                  </a:cubicBezTo>
                  <a:cubicBezTo>
                    <a:pt x="297" y="282"/>
                    <a:pt x="361" y="297"/>
                    <a:pt x="390" y="246"/>
                  </a:cubicBezTo>
                  <a:cubicBezTo>
                    <a:pt x="390" y="246"/>
                    <a:pt x="462" y="253"/>
                    <a:pt x="498" y="177"/>
                  </a:cubicBezTo>
                  <a:cubicBezTo>
                    <a:pt x="498" y="177"/>
                    <a:pt x="665" y="56"/>
                    <a:pt x="508" y="36"/>
                  </a:cubicBezTo>
                  <a:close/>
                </a:path>
              </a:pathLst>
            </a:custGeom>
            <a:solidFill>
              <a:srgbClr val="A8C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0" name="Freeform 611">
              <a:extLst>
                <a:ext uri="{FF2B5EF4-FFF2-40B4-BE49-F238E27FC236}">
                  <a16:creationId xmlns:a16="http://schemas.microsoft.com/office/drawing/2014/main" id="{788E21F2-8021-4E6A-A12F-D0844FBDA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240"/>
              <a:ext cx="88" cy="125"/>
            </a:xfrm>
            <a:custGeom>
              <a:avLst/>
              <a:gdLst>
                <a:gd name="T0" fmla="*/ 365 w 41"/>
                <a:gd name="T1" fmla="*/ 0 h 55"/>
                <a:gd name="T2" fmla="*/ 365 w 41"/>
                <a:gd name="T3" fmla="*/ 295 h 55"/>
                <a:gd name="T4" fmla="*/ 277 w 41"/>
                <a:gd name="T5" fmla="*/ 507 h 55"/>
                <a:gd name="T6" fmla="*/ 28 w 41"/>
                <a:gd name="T7" fmla="*/ 491 h 55"/>
                <a:gd name="T8" fmla="*/ 258 w 41"/>
                <a:gd name="T9" fmla="*/ 305 h 55"/>
                <a:gd name="T10" fmla="*/ 354 w 41"/>
                <a:gd name="T11" fmla="*/ 155 h 55"/>
                <a:gd name="T12" fmla="*/ 365 w 41"/>
                <a:gd name="T13" fmla="*/ 11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5">
                  <a:moveTo>
                    <a:pt x="37" y="0"/>
                  </a:moveTo>
                  <a:cubicBezTo>
                    <a:pt x="41" y="6"/>
                    <a:pt x="39" y="18"/>
                    <a:pt x="37" y="25"/>
                  </a:cubicBezTo>
                  <a:cubicBezTo>
                    <a:pt x="36" y="31"/>
                    <a:pt x="33" y="38"/>
                    <a:pt x="28" y="43"/>
                  </a:cubicBezTo>
                  <a:cubicBezTo>
                    <a:pt x="21" y="50"/>
                    <a:pt x="6" y="55"/>
                    <a:pt x="3" y="42"/>
                  </a:cubicBezTo>
                  <a:cubicBezTo>
                    <a:pt x="0" y="26"/>
                    <a:pt x="18" y="33"/>
                    <a:pt x="26" y="26"/>
                  </a:cubicBezTo>
                  <a:cubicBezTo>
                    <a:pt x="30" y="23"/>
                    <a:pt x="33" y="17"/>
                    <a:pt x="36" y="13"/>
                  </a:cubicBezTo>
                  <a:cubicBezTo>
                    <a:pt x="38" y="9"/>
                    <a:pt x="36" y="3"/>
                    <a:pt x="37" y="1"/>
                  </a:cubicBezTo>
                </a:path>
              </a:pathLst>
            </a:custGeom>
            <a:solidFill>
              <a:srgbClr val="84A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1" name="Freeform 612">
              <a:extLst>
                <a:ext uri="{FF2B5EF4-FFF2-40B4-BE49-F238E27FC236}">
                  <a16:creationId xmlns:a16="http://schemas.microsoft.com/office/drawing/2014/main" id="{9C63B125-651E-4761-B722-0887AD1AA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217"/>
              <a:ext cx="74" cy="66"/>
            </a:xfrm>
            <a:custGeom>
              <a:avLst/>
              <a:gdLst>
                <a:gd name="T0" fmla="*/ 245 w 35"/>
                <a:gd name="T1" fmla="*/ 82 h 29"/>
                <a:gd name="T2" fmla="*/ 133 w 35"/>
                <a:gd name="T3" fmla="*/ 296 h 29"/>
                <a:gd name="T4" fmla="*/ 245 w 35"/>
                <a:gd name="T5" fmla="*/ 8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9">
                  <a:moveTo>
                    <a:pt x="26" y="7"/>
                  </a:moveTo>
                  <a:cubicBezTo>
                    <a:pt x="13" y="0"/>
                    <a:pt x="0" y="19"/>
                    <a:pt x="14" y="25"/>
                  </a:cubicBezTo>
                  <a:cubicBezTo>
                    <a:pt x="23" y="29"/>
                    <a:pt x="35" y="13"/>
                    <a:pt x="26" y="7"/>
                  </a:cubicBezTo>
                </a:path>
              </a:pathLst>
            </a:custGeom>
            <a:solidFill>
              <a:srgbClr val="D6F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2" name="Freeform 613">
              <a:extLst>
                <a:ext uri="{FF2B5EF4-FFF2-40B4-BE49-F238E27FC236}">
                  <a16:creationId xmlns:a16="http://schemas.microsoft.com/office/drawing/2014/main" id="{35652D6F-D36D-42AF-8F84-C1994CD22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229"/>
              <a:ext cx="27" cy="45"/>
            </a:xfrm>
            <a:custGeom>
              <a:avLst/>
              <a:gdLst>
                <a:gd name="T0" fmla="*/ 8 w 13"/>
                <a:gd name="T1" fmla="*/ 56 h 20"/>
                <a:gd name="T2" fmla="*/ 73 w 13"/>
                <a:gd name="T3" fmla="*/ 137 h 20"/>
                <a:gd name="T4" fmla="*/ 8 w 13"/>
                <a:gd name="T5" fmla="*/ 81 h 20"/>
                <a:gd name="T6" fmla="*/ 8 w 13"/>
                <a:gd name="T7" fmla="*/ 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1" y="5"/>
                  </a:moveTo>
                  <a:cubicBezTo>
                    <a:pt x="7" y="0"/>
                    <a:pt x="13" y="7"/>
                    <a:pt x="8" y="12"/>
                  </a:cubicBezTo>
                  <a:cubicBezTo>
                    <a:pt x="1" y="20"/>
                    <a:pt x="5" y="8"/>
                    <a:pt x="1" y="7"/>
                  </a:cubicBezTo>
                  <a:cubicBezTo>
                    <a:pt x="0" y="6"/>
                    <a:pt x="0" y="6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3" name="Freeform 614">
              <a:extLst>
                <a:ext uri="{FF2B5EF4-FFF2-40B4-BE49-F238E27FC236}">
                  <a16:creationId xmlns:a16="http://schemas.microsoft.com/office/drawing/2014/main" id="{8847AD0E-A743-4672-9E6B-84CD91DB0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984"/>
              <a:ext cx="172" cy="224"/>
            </a:xfrm>
            <a:custGeom>
              <a:avLst/>
              <a:gdLst>
                <a:gd name="T0" fmla="*/ 0 w 81"/>
                <a:gd name="T1" fmla="*/ 1147 h 99"/>
                <a:gd name="T2" fmla="*/ 747 w 81"/>
                <a:gd name="T3" fmla="*/ 149 h 99"/>
                <a:gd name="T4" fmla="*/ 775 w 81"/>
                <a:gd name="T5" fmla="*/ 0 h 99"/>
                <a:gd name="T6" fmla="*/ 0 w 81"/>
                <a:gd name="T7" fmla="*/ 1147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99">
                  <a:moveTo>
                    <a:pt x="0" y="99"/>
                  </a:moveTo>
                  <a:cubicBezTo>
                    <a:pt x="0" y="99"/>
                    <a:pt x="40" y="35"/>
                    <a:pt x="78" y="13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35" y="28"/>
                    <a:pt x="0" y="99"/>
                  </a:cubicBezTo>
                  <a:close/>
                </a:path>
              </a:pathLst>
            </a:custGeom>
            <a:solidFill>
              <a:srgbClr val="95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4" name="Freeform 615">
              <a:extLst>
                <a:ext uri="{FF2B5EF4-FFF2-40B4-BE49-F238E27FC236}">
                  <a16:creationId xmlns:a16="http://schemas.microsoft.com/office/drawing/2014/main" id="{60598DB3-5CD1-4B9A-BEB6-977C3BA12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931"/>
              <a:ext cx="583" cy="155"/>
            </a:xfrm>
            <a:custGeom>
              <a:avLst/>
              <a:gdLst>
                <a:gd name="T0" fmla="*/ 0 w 274"/>
                <a:gd name="T1" fmla="*/ 57 h 68"/>
                <a:gd name="T2" fmla="*/ 1340 w 274"/>
                <a:gd name="T3" fmla="*/ 805 h 68"/>
                <a:gd name="T4" fmla="*/ 0 w 274"/>
                <a:gd name="T5" fmla="*/ 57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4" h="68">
                  <a:moveTo>
                    <a:pt x="0" y="5"/>
                  </a:moveTo>
                  <a:cubicBezTo>
                    <a:pt x="0" y="5"/>
                    <a:pt x="185" y="14"/>
                    <a:pt x="139" y="68"/>
                  </a:cubicBezTo>
                  <a:cubicBezTo>
                    <a:pt x="139" y="68"/>
                    <a:pt x="274" y="0"/>
                    <a:pt x="0" y="5"/>
                  </a:cubicBezTo>
                  <a:close/>
                </a:path>
              </a:pathLst>
            </a:custGeom>
            <a:solidFill>
              <a:srgbClr val="84A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5" name="Freeform 616">
              <a:extLst>
                <a:ext uri="{FF2B5EF4-FFF2-40B4-BE49-F238E27FC236}">
                  <a16:creationId xmlns:a16="http://schemas.microsoft.com/office/drawing/2014/main" id="{E8F015F0-77B0-488F-84D4-A9BC805AA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454"/>
              <a:ext cx="375" cy="143"/>
            </a:xfrm>
            <a:custGeom>
              <a:avLst/>
              <a:gdLst>
                <a:gd name="T0" fmla="*/ 0 w 176"/>
                <a:gd name="T1" fmla="*/ 572 h 63"/>
                <a:gd name="T2" fmla="*/ 405 w 176"/>
                <a:gd name="T3" fmla="*/ 738 h 63"/>
                <a:gd name="T4" fmla="*/ 812 w 176"/>
                <a:gd name="T5" fmla="*/ 515 h 63"/>
                <a:gd name="T6" fmla="*/ 1044 w 176"/>
                <a:gd name="T7" fmla="*/ 536 h 63"/>
                <a:gd name="T8" fmla="*/ 1308 w 176"/>
                <a:gd name="T9" fmla="*/ 459 h 63"/>
                <a:gd name="T10" fmla="*/ 1702 w 176"/>
                <a:gd name="T11" fmla="*/ 0 h 63"/>
                <a:gd name="T12" fmla="*/ 1266 w 176"/>
                <a:gd name="T13" fmla="*/ 329 h 63"/>
                <a:gd name="T14" fmla="*/ 718 w 176"/>
                <a:gd name="T15" fmla="*/ 422 h 63"/>
                <a:gd name="T16" fmla="*/ 264 w 176"/>
                <a:gd name="T17" fmla="*/ 597 h 63"/>
                <a:gd name="T18" fmla="*/ 9 w 176"/>
                <a:gd name="T19" fmla="*/ 581 h 63"/>
                <a:gd name="T20" fmla="*/ 28 w 176"/>
                <a:gd name="T21" fmla="*/ 581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6" h="63">
                  <a:moveTo>
                    <a:pt x="0" y="49"/>
                  </a:moveTo>
                  <a:cubicBezTo>
                    <a:pt x="13" y="58"/>
                    <a:pt x="26" y="63"/>
                    <a:pt x="42" y="63"/>
                  </a:cubicBezTo>
                  <a:cubicBezTo>
                    <a:pt x="60" y="63"/>
                    <a:pt x="67" y="45"/>
                    <a:pt x="84" y="44"/>
                  </a:cubicBezTo>
                  <a:cubicBezTo>
                    <a:pt x="92" y="44"/>
                    <a:pt x="100" y="47"/>
                    <a:pt x="108" y="46"/>
                  </a:cubicBezTo>
                  <a:cubicBezTo>
                    <a:pt x="117" y="45"/>
                    <a:pt x="127" y="42"/>
                    <a:pt x="135" y="39"/>
                  </a:cubicBezTo>
                  <a:cubicBezTo>
                    <a:pt x="153" y="31"/>
                    <a:pt x="172" y="19"/>
                    <a:pt x="176" y="0"/>
                  </a:cubicBezTo>
                  <a:cubicBezTo>
                    <a:pt x="168" y="13"/>
                    <a:pt x="145" y="22"/>
                    <a:pt x="131" y="28"/>
                  </a:cubicBezTo>
                  <a:cubicBezTo>
                    <a:pt x="112" y="36"/>
                    <a:pt x="93" y="30"/>
                    <a:pt x="74" y="36"/>
                  </a:cubicBezTo>
                  <a:cubicBezTo>
                    <a:pt x="58" y="41"/>
                    <a:pt x="44" y="50"/>
                    <a:pt x="27" y="51"/>
                  </a:cubicBezTo>
                  <a:cubicBezTo>
                    <a:pt x="20" y="51"/>
                    <a:pt x="7" y="52"/>
                    <a:pt x="1" y="50"/>
                  </a:cubicBezTo>
                  <a:cubicBezTo>
                    <a:pt x="1" y="50"/>
                    <a:pt x="2" y="50"/>
                    <a:pt x="3" y="50"/>
                  </a:cubicBezTo>
                </a:path>
              </a:pathLst>
            </a:custGeom>
            <a:solidFill>
              <a:srgbClr val="84A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6" name="Freeform 617">
              <a:extLst>
                <a:ext uri="{FF2B5EF4-FFF2-40B4-BE49-F238E27FC236}">
                  <a16:creationId xmlns:a16="http://schemas.microsoft.com/office/drawing/2014/main" id="{685DE9DE-2050-4517-9745-86557440A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277"/>
              <a:ext cx="343" cy="190"/>
            </a:xfrm>
            <a:custGeom>
              <a:avLst/>
              <a:gdLst>
                <a:gd name="T0" fmla="*/ 1557 w 161"/>
                <a:gd name="T1" fmla="*/ 0 h 84"/>
                <a:gd name="T2" fmla="*/ 667 w 161"/>
                <a:gd name="T3" fmla="*/ 523 h 84"/>
                <a:gd name="T4" fmla="*/ 0 w 161"/>
                <a:gd name="T5" fmla="*/ 891 h 84"/>
                <a:gd name="T6" fmla="*/ 426 w 161"/>
                <a:gd name="T7" fmla="*/ 579 h 84"/>
                <a:gd name="T8" fmla="*/ 786 w 161"/>
                <a:gd name="T9" fmla="*/ 394 h 84"/>
                <a:gd name="T10" fmla="*/ 1240 w 161"/>
                <a:gd name="T11" fmla="*/ 231 h 84"/>
                <a:gd name="T12" fmla="*/ 1547 w 161"/>
                <a:gd name="T13" fmla="*/ 25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1" h="84">
                  <a:moveTo>
                    <a:pt x="161" y="0"/>
                  </a:moveTo>
                  <a:cubicBezTo>
                    <a:pt x="153" y="37"/>
                    <a:pt x="100" y="39"/>
                    <a:pt x="69" y="45"/>
                  </a:cubicBezTo>
                  <a:cubicBezTo>
                    <a:pt x="52" y="67"/>
                    <a:pt x="30" y="84"/>
                    <a:pt x="0" y="77"/>
                  </a:cubicBezTo>
                  <a:cubicBezTo>
                    <a:pt x="16" y="71"/>
                    <a:pt x="30" y="59"/>
                    <a:pt x="44" y="50"/>
                  </a:cubicBezTo>
                  <a:cubicBezTo>
                    <a:pt x="57" y="41"/>
                    <a:pt x="66" y="37"/>
                    <a:pt x="81" y="34"/>
                  </a:cubicBezTo>
                  <a:cubicBezTo>
                    <a:pt x="97" y="30"/>
                    <a:pt x="112" y="25"/>
                    <a:pt x="128" y="20"/>
                  </a:cubicBezTo>
                  <a:cubicBezTo>
                    <a:pt x="140" y="16"/>
                    <a:pt x="150" y="9"/>
                    <a:pt x="160" y="2"/>
                  </a:cubicBezTo>
                </a:path>
              </a:pathLst>
            </a:custGeom>
            <a:solidFill>
              <a:srgbClr val="84A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7" name="Freeform 618">
              <a:extLst>
                <a:ext uri="{FF2B5EF4-FFF2-40B4-BE49-F238E27FC236}">
                  <a16:creationId xmlns:a16="http://schemas.microsoft.com/office/drawing/2014/main" id="{570E5A88-9F8F-414F-9AF4-D33DA7CA4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315"/>
              <a:ext cx="648" cy="173"/>
            </a:xfrm>
            <a:custGeom>
              <a:avLst/>
              <a:gdLst>
                <a:gd name="T0" fmla="*/ 0 w 304"/>
                <a:gd name="T1" fmla="*/ 612 h 76"/>
                <a:gd name="T2" fmla="*/ 87 w 304"/>
                <a:gd name="T3" fmla="*/ 756 h 76"/>
                <a:gd name="T4" fmla="*/ 2944 w 304"/>
                <a:gd name="T5" fmla="*/ 0 h 76"/>
                <a:gd name="T6" fmla="*/ 0 w 304"/>
                <a:gd name="T7" fmla="*/ 612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4" h="76">
                  <a:moveTo>
                    <a:pt x="0" y="52"/>
                  </a:moveTo>
                  <a:cubicBezTo>
                    <a:pt x="0" y="52"/>
                    <a:pt x="7" y="51"/>
                    <a:pt x="9" y="64"/>
                  </a:cubicBezTo>
                  <a:cubicBezTo>
                    <a:pt x="9" y="64"/>
                    <a:pt x="167" y="76"/>
                    <a:pt x="304" y="0"/>
                  </a:cubicBezTo>
                  <a:cubicBezTo>
                    <a:pt x="304" y="0"/>
                    <a:pt x="136" y="61"/>
                    <a:pt x="0" y="52"/>
                  </a:cubicBezTo>
                  <a:close/>
                </a:path>
              </a:pathLst>
            </a:custGeom>
            <a:solidFill>
              <a:srgbClr val="D6F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8" name="Freeform 619">
              <a:extLst>
                <a:ext uri="{FF2B5EF4-FFF2-40B4-BE49-F238E27FC236}">
                  <a16:creationId xmlns:a16="http://schemas.microsoft.com/office/drawing/2014/main" id="{8F42262B-AC9F-4A71-B050-3A8663E78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385"/>
              <a:ext cx="140" cy="141"/>
            </a:xfrm>
            <a:custGeom>
              <a:avLst/>
              <a:gdLst>
                <a:gd name="T0" fmla="*/ 630 w 66"/>
                <a:gd name="T1" fmla="*/ 248 h 62"/>
                <a:gd name="T2" fmla="*/ 85 w 66"/>
                <a:gd name="T3" fmla="*/ 366 h 62"/>
                <a:gd name="T4" fmla="*/ 280 w 66"/>
                <a:gd name="T5" fmla="*/ 398 h 62"/>
                <a:gd name="T6" fmla="*/ 630 w 66"/>
                <a:gd name="T7" fmla="*/ 248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62">
                  <a:moveTo>
                    <a:pt x="66" y="21"/>
                  </a:moveTo>
                  <a:cubicBezTo>
                    <a:pt x="66" y="21"/>
                    <a:pt x="18" y="0"/>
                    <a:pt x="9" y="31"/>
                  </a:cubicBezTo>
                  <a:cubicBezTo>
                    <a:pt x="0" y="62"/>
                    <a:pt x="20" y="53"/>
                    <a:pt x="29" y="34"/>
                  </a:cubicBezTo>
                  <a:cubicBezTo>
                    <a:pt x="38" y="14"/>
                    <a:pt x="56" y="22"/>
                    <a:pt x="66" y="21"/>
                  </a:cubicBezTo>
                  <a:close/>
                </a:path>
              </a:pathLst>
            </a:custGeom>
            <a:solidFill>
              <a:srgbClr val="D6F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9" name="Freeform 620">
              <a:extLst>
                <a:ext uri="{FF2B5EF4-FFF2-40B4-BE49-F238E27FC236}">
                  <a16:creationId xmlns:a16="http://schemas.microsoft.com/office/drawing/2014/main" id="{1F698A39-C5BA-419B-AF44-2B0FCFC4F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925"/>
              <a:ext cx="219" cy="186"/>
            </a:xfrm>
            <a:custGeom>
              <a:avLst/>
              <a:gdLst>
                <a:gd name="T0" fmla="*/ 991 w 103"/>
                <a:gd name="T1" fmla="*/ 0 h 82"/>
                <a:gd name="T2" fmla="*/ 0 w 103"/>
                <a:gd name="T3" fmla="*/ 957 h 82"/>
                <a:gd name="T4" fmla="*/ 991 w 103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82">
                  <a:moveTo>
                    <a:pt x="103" y="0"/>
                  </a:moveTo>
                  <a:cubicBezTo>
                    <a:pt x="103" y="0"/>
                    <a:pt x="40" y="9"/>
                    <a:pt x="0" y="82"/>
                  </a:cubicBezTo>
                  <a:cubicBezTo>
                    <a:pt x="0" y="82"/>
                    <a:pt x="54" y="17"/>
                    <a:pt x="103" y="0"/>
                  </a:cubicBezTo>
                  <a:close/>
                </a:path>
              </a:pathLst>
            </a:custGeom>
            <a:solidFill>
              <a:srgbClr val="D6F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0" name="Freeform 621">
              <a:extLst>
                <a:ext uri="{FF2B5EF4-FFF2-40B4-BE49-F238E27FC236}">
                  <a16:creationId xmlns:a16="http://schemas.microsoft.com/office/drawing/2014/main" id="{04F312D5-724E-4654-AD58-38511EF6A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358"/>
              <a:ext cx="503" cy="111"/>
            </a:xfrm>
            <a:custGeom>
              <a:avLst/>
              <a:gdLst>
                <a:gd name="T0" fmla="*/ 0 w 236"/>
                <a:gd name="T1" fmla="*/ 405 h 49"/>
                <a:gd name="T2" fmla="*/ 2285 w 236"/>
                <a:gd name="T3" fmla="*/ 0 h 49"/>
                <a:gd name="T4" fmla="*/ 0 w 236"/>
                <a:gd name="T5" fmla="*/ 40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6" h="49">
                  <a:moveTo>
                    <a:pt x="0" y="35"/>
                  </a:moveTo>
                  <a:cubicBezTo>
                    <a:pt x="0" y="35"/>
                    <a:pt x="116" y="43"/>
                    <a:pt x="236" y="0"/>
                  </a:cubicBezTo>
                  <a:cubicBezTo>
                    <a:pt x="236" y="0"/>
                    <a:pt x="142" y="49"/>
                    <a:pt x="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1" name="Freeform 622">
              <a:extLst>
                <a:ext uri="{FF2B5EF4-FFF2-40B4-BE49-F238E27FC236}">
                  <a16:creationId xmlns:a16="http://schemas.microsoft.com/office/drawing/2014/main" id="{E88C389A-6C00-4088-841D-89588EE62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836"/>
              <a:ext cx="1415" cy="895"/>
            </a:xfrm>
            <a:custGeom>
              <a:avLst/>
              <a:gdLst>
                <a:gd name="T0" fmla="*/ 4894 w 665"/>
                <a:gd name="T1" fmla="*/ 423 h 394"/>
                <a:gd name="T2" fmla="*/ 1494 w 665"/>
                <a:gd name="T3" fmla="*/ 1924 h 394"/>
                <a:gd name="T4" fmla="*/ 1164 w 665"/>
                <a:gd name="T5" fmla="*/ 2215 h 394"/>
                <a:gd name="T6" fmla="*/ 1213 w 665"/>
                <a:gd name="T7" fmla="*/ 2730 h 394"/>
                <a:gd name="T8" fmla="*/ 1581 w 665"/>
                <a:gd name="T9" fmla="*/ 2451 h 394"/>
                <a:gd name="T10" fmla="*/ 1570 w 665"/>
                <a:gd name="T11" fmla="*/ 1956 h 394"/>
                <a:gd name="T12" fmla="*/ 4722 w 665"/>
                <a:gd name="T13" fmla="*/ 856 h 394"/>
                <a:gd name="T14" fmla="*/ 870 w 665"/>
                <a:gd name="T15" fmla="*/ 3051 h 394"/>
                <a:gd name="T16" fmla="*/ 19 w 665"/>
                <a:gd name="T17" fmla="*/ 3282 h 394"/>
                <a:gd name="T18" fmla="*/ 1068 w 665"/>
                <a:gd name="T19" fmla="*/ 3855 h 394"/>
                <a:gd name="T20" fmla="*/ 1928 w 665"/>
                <a:gd name="T21" fmla="*/ 3773 h 394"/>
                <a:gd name="T22" fmla="*/ 2862 w 665"/>
                <a:gd name="T23" fmla="*/ 3307 h 394"/>
                <a:gd name="T24" fmla="*/ 3758 w 665"/>
                <a:gd name="T25" fmla="*/ 2885 h 394"/>
                <a:gd name="T26" fmla="*/ 4798 w 665"/>
                <a:gd name="T27" fmla="*/ 2065 h 394"/>
                <a:gd name="T28" fmla="*/ 4894 w 665"/>
                <a:gd name="T29" fmla="*/ 423 h 3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65" h="394">
                  <a:moveTo>
                    <a:pt x="508" y="36"/>
                  </a:moveTo>
                  <a:cubicBezTo>
                    <a:pt x="229" y="0"/>
                    <a:pt x="216" y="58"/>
                    <a:pt x="155" y="164"/>
                  </a:cubicBezTo>
                  <a:cubicBezTo>
                    <a:pt x="144" y="162"/>
                    <a:pt x="129" y="172"/>
                    <a:pt x="121" y="189"/>
                  </a:cubicBezTo>
                  <a:cubicBezTo>
                    <a:pt x="112" y="208"/>
                    <a:pt x="115" y="228"/>
                    <a:pt x="126" y="233"/>
                  </a:cubicBezTo>
                  <a:cubicBezTo>
                    <a:pt x="138" y="238"/>
                    <a:pt x="155" y="228"/>
                    <a:pt x="164" y="209"/>
                  </a:cubicBezTo>
                  <a:cubicBezTo>
                    <a:pt x="172" y="192"/>
                    <a:pt x="171" y="175"/>
                    <a:pt x="163" y="167"/>
                  </a:cubicBezTo>
                  <a:cubicBezTo>
                    <a:pt x="203" y="117"/>
                    <a:pt x="245" y="5"/>
                    <a:pt x="490" y="73"/>
                  </a:cubicBezTo>
                  <a:cubicBezTo>
                    <a:pt x="539" y="87"/>
                    <a:pt x="469" y="248"/>
                    <a:pt x="90" y="260"/>
                  </a:cubicBezTo>
                  <a:cubicBezTo>
                    <a:pt x="63" y="261"/>
                    <a:pt x="5" y="229"/>
                    <a:pt x="2" y="280"/>
                  </a:cubicBezTo>
                  <a:cubicBezTo>
                    <a:pt x="0" y="332"/>
                    <a:pt x="32" y="394"/>
                    <a:pt x="111" y="329"/>
                  </a:cubicBezTo>
                  <a:cubicBezTo>
                    <a:pt x="111" y="329"/>
                    <a:pt x="156" y="366"/>
                    <a:pt x="200" y="322"/>
                  </a:cubicBezTo>
                  <a:cubicBezTo>
                    <a:pt x="200" y="322"/>
                    <a:pt x="255" y="336"/>
                    <a:pt x="297" y="282"/>
                  </a:cubicBezTo>
                  <a:cubicBezTo>
                    <a:pt x="297" y="282"/>
                    <a:pt x="361" y="297"/>
                    <a:pt x="390" y="246"/>
                  </a:cubicBezTo>
                  <a:cubicBezTo>
                    <a:pt x="390" y="246"/>
                    <a:pt x="462" y="252"/>
                    <a:pt x="498" y="176"/>
                  </a:cubicBezTo>
                  <a:cubicBezTo>
                    <a:pt x="498" y="176"/>
                    <a:pt x="665" y="55"/>
                    <a:pt x="508" y="36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2" name="Freeform 623">
              <a:extLst>
                <a:ext uri="{FF2B5EF4-FFF2-40B4-BE49-F238E27FC236}">
                  <a16:creationId xmlns:a16="http://schemas.microsoft.com/office/drawing/2014/main" id="{97F8DA06-142E-4B8C-920B-032B6BE99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868"/>
              <a:ext cx="1259" cy="1085"/>
            </a:xfrm>
            <a:custGeom>
              <a:avLst/>
              <a:gdLst>
                <a:gd name="T0" fmla="*/ 3132 w 591"/>
                <a:gd name="T1" fmla="*/ 247 h 478"/>
                <a:gd name="T2" fmla="*/ 795 w 591"/>
                <a:gd name="T3" fmla="*/ 2329 h 478"/>
                <a:gd name="T4" fmla="*/ 839 w 591"/>
                <a:gd name="T5" fmla="*/ 2876 h 478"/>
                <a:gd name="T6" fmla="*/ 1293 w 591"/>
                <a:gd name="T7" fmla="*/ 3101 h 478"/>
                <a:gd name="T8" fmla="*/ 1293 w 591"/>
                <a:gd name="T9" fmla="*/ 2524 h 478"/>
                <a:gd name="T10" fmla="*/ 908 w 591"/>
                <a:gd name="T11" fmla="*/ 2256 h 478"/>
                <a:gd name="T12" fmla="*/ 948 w 591"/>
                <a:gd name="T13" fmla="*/ 690 h 478"/>
                <a:gd name="T14" fmla="*/ 4148 w 591"/>
                <a:gd name="T15" fmla="*/ 1484 h 478"/>
                <a:gd name="T16" fmla="*/ 1815 w 591"/>
                <a:gd name="T17" fmla="*/ 4045 h 478"/>
                <a:gd name="T18" fmla="*/ 707 w 591"/>
                <a:gd name="T19" fmla="*/ 4780 h 478"/>
                <a:gd name="T20" fmla="*/ 1702 w 591"/>
                <a:gd name="T21" fmla="*/ 5182 h 478"/>
                <a:gd name="T22" fmla="*/ 2473 w 591"/>
                <a:gd name="T23" fmla="*/ 5148 h 478"/>
                <a:gd name="T24" fmla="*/ 3296 w 591"/>
                <a:gd name="T25" fmla="*/ 4621 h 478"/>
                <a:gd name="T26" fmla="*/ 4031 w 591"/>
                <a:gd name="T27" fmla="*/ 3437 h 478"/>
                <a:gd name="T28" fmla="*/ 4574 w 591"/>
                <a:gd name="T29" fmla="*/ 2220 h 478"/>
                <a:gd name="T30" fmla="*/ 3132 w 591"/>
                <a:gd name="T31" fmla="*/ 247 h 47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91" h="478">
                  <a:moveTo>
                    <a:pt x="324" y="21"/>
                  </a:moveTo>
                  <a:cubicBezTo>
                    <a:pt x="72" y="1"/>
                    <a:pt x="0" y="55"/>
                    <a:pt x="82" y="199"/>
                  </a:cubicBezTo>
                  <a:cubicBezTo>
                    <a:pt x="71" y="209"/>
                    <a:pt x="75" y="228"/>
                    <a:pt x="87" y="246"/>
                  </a:cubicBezTo>
                  <a:cubicBezTo>
                    <a:pt x="101" y="265"/>
                    <a:pt x="121" y="274"/>
                    <a:pt x="134" y="265"/>
                  </a:cubicBezTo>
                  <a:cubicBezTo>
                    <a:pt x="147" y="257"/>
                    <a:pt x="147" y="235"/>
                    <a:pt x="134" y="216"/>
                  </a:cubicBezTo>
                  <a:cubicBezTo>
                    <a:pt x="121" y="197"/>
                    <a:pt x="107" y="186"/>
                    <a:pt x="94" y="193"/>
                  </a:cubicBezTo>
                  <a:cubicBezTo>
                    <a:pt x="68" y="162"/>
                    <a:pt x="56" y="87"/>
                    <a:pt x="98" y="59"/>
                  </a:cubicBezTo>
                  <a:cubicBezTo>
                    <a:pt x="134" y="34"/>
                    <a:pt x="405" y="0"/>
                    <a:pt x="429" y="127"/>
                  </a:cubicBezTo>
                  <a:cubicBezTo>
                    <a:pt x="451" y="238"/>
                    <a:pt x="287" y="396"/>
                    <a:pt x="188" y="346"/>
                  </a:cubicBezTo>
                  <a:cubicBezTo>
                    <a:pt x="188" y="346"/>
                    <a:pt x="63" y="264"/>
                    <a:pt x="73" y="409"/>
                  </a:cubicBezTo>
                  <a:cubicBezTo>
                    <a:pt x="77" y="478"/>
                    <a:pt x="156" y="458"/>
                    <a:pt x="176" y="443"/>
                  </a:cubicBezTo>
                  <a:cubicBezTo>
                    <a:pt x="176" y="443"/>
                    <a:pt x="231" y="468"/>
                    <a:pt x="256" y="440"/>
                  </a:cubicBezTo>
                  <a:cubicBezTo>
                    <a:pt x="256" y="440"/>
                    <a:pt x="317" y="440"/>
                    <a:pt x="341" y="395"/>
                  </a:cubicBezTo>
                  <a:cubicBezTo>
                    <a:pt x="341" y="395"/>
                    <a:pt x="398" y="368"/>
                    <a:pt x="417" y="294"/>
                  </a:cubicBezTo>
                  <a:cubicBezTo>
                    <a:pt x="417" y="294"/>
                    <a:pt x="469" y="235"/>
                    <a:pt x="473" y="190"/>
                  </a:cubicBezTo>
                  <a:cubicBezTo>
                    <a:pt x="473" y="190"/>
                    <a:pt x="591" y="43"/>
                    <a:pt x="324" y="21"/>
                  </a:cubicBezTo>
                  <a:close/>
                </a:path>
              </a:pathLst>
            </a:custGeom>
            <a:solidFill>
              <a:srgbClr val="B8E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3" name="Freeform 624">
              <a:extLst>
                <a:ext uri="{FF2B5EF4-FFF2-40B4-BE49-F238E27FC236}">
                  <a16:creationId xmlns:a16="http://schemas.microsoft.com/office/drawing/2014/main" id="{C88E8195-1F34-4724-BB25-FACDE6868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329"/>
              <a:ext cx="128" cy="145"/>
            </a:xfrm>
            <a:custGeom>
              <a:avLst/>
              <a:gdLst>
                <a:gd name="T0" fmla="*/ 77 w 60"/>
                <a:gd name="T1" fmla="*/ 0 h 64"/>
                <a:gd name="T2" fmla="*/ 137 w 60"/>
                <a:gd name="T3" fmla="*/ 442 h 64"/>
                <a:gd name="T4" fmla="*/ 437 w 60"/>
                <a:gd name="T5" fmla="*/ 718 h 64"/>
                <a:gd name="T6" fmla="*/ 555 w 60"/>
                <a:gd name="T7" fmla="*/ 487 h 64"/>
                <a:gd name="T8" fmla="*/ 361 w 60"/>
                <a:gd name="T9" fmla="*/ 349 h 64"/>
                <a:gd name="T10" fmla="*/ 77 w 60"/>
                <a:gd name="T11" fmla="*/ 82 h 64"/>
                <a:gd name="T12" fmla="*/ 77 w 60"/>
                <a:gd name="T13" fmla="*/ 11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64">
                  <a:moveTo>
                    <a:pt x="8" y="0"/>
                  </a:moveTo>
                  <a:cubicBezTo>
                    <a:pt x="0" y="14"/>
                    <a:pt x="6" y="26"/>
                    <a:pt x="14" y="38"/>
                  </a:cubicBezTo>
                  <a:cubicBezTo>
                    <a:pt x="19" y="47"/>
                    <a:pt x="30" y="64"/>
                    <a:pt x="45" y="62"/>
                  </a:cubicBezTo>
                  <a:cubicBezTo>
                    <a:pt x="52" y="61"/>
                    <a:pt x="60" y="49"/>
                    <a:pt x="57" y="42"/>
                  </a:cubicBezTo>
                  <a:cubicBezTo>
                    <a:pt x="55" y="35"/>
                    <a:pt x="43" y="32"/>
                    <a:pt x="37" y="30"/>
                  </a:cubicBezTo>
                  <a:cubicBezTo>
                    <a:pt x="27" y="26"/>
                    <a:pt x="11" y="19"/>
                    <a:pt x="8" y="7"/>
                  </a:cubicBezTo>
                  <a:cubicBezTo>
                    <a:pt x="8" y="6"/>
                    <a:pt x="8" y="2"/>
                    <a:pt x="8" y="1"/>
                  </a:cubicBezTo>
                </a:path>
              </a:pathLst>
            </a:custGeom>
            <a:solidFill>
              <a:srgbClr val="95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4" name="Freeform 625">
              <a:extLst>
                <a:ext uri="{FF2B5EF4-FFF2-40B4-BE49-F238E27FC236}">
                  <a16:creationId xmlns:a16="http://schemas.microsoft.com/office/drawing/2014/main" id="{463F51B6-9DA0-4FDE-AA50-522A59BB2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726"/>
              <a:ext cx="368" cy="173"/>
            </a:xfrm>
            <a:custGeom>
              <a:avLst/>
              <a:gdLst>
                <a:gd name="T0" fmla="*/ 19 w 173"/>
                <a:gd name="T1" fmla="*/ 435 h 76"/>
                <a:gd name="T2" fmla="*/ 434 w 173"/>
                <a:gd name="T3" fmla="*/ 860 h 76"/>
                <a:gd name="T4" fmla="*/ 864 w 173"/>
                <a:gd name="T5" fmla="*/ 710 h 76"/>
                <a:gd name="T6" fmla="*/ 1240 w 173"/>
                <a:gd name="T7" fmla="*/ 824 h 76"/>
                <a:gd name="T8" fmla="*/ 1666 w 173"/>
                <a:gd name="T9" fmla="*/ 694 h 76"/>
                <a:gd name="T10" fmla="*/ 1095 w 173"/>
                <a:gd name="T11" fmla="*/ 612 h 76"/>
                <a:gd name="T12" fmla="*/ 634 w 173"/>
                <a:gd name="T13" fmla="*/ 451 h 76"/>
                <a:gd name="T14" fmla="*/ 153 w 173"/>
                <a:gd name="T15" fmla="*/ 82 h 76"/>
                <a:gd name="T16" fmla="*/ 28 w 173"/>
                <a:gd name="T17" fmla="*/ 426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3" h="76">
                  <a:moveTo>
                    <a:pt x="2" y="37"/>
                  </a:moveTo>
                  <a:cubicBezTo>
                    <a:pt x="5" y="59"/>
                    <a:pt x="25" y="70"/>
                    <a:pt x="45" y="73"/>
                  </a:cubicBezTo>
                  <a:cubicBezTo>
                    <a:pt x="63" y="76"/>
                    <a:pt x="74" y="64"/>
                    <a:pt x="90" y="60"/>
                  </a:cubicBezTo>
                  <a:cubicBezTo>
                    <a:pt x="103" y="58"/>
                    <a:pt x="117" y="68"/>
                    <a:pt x="129" y="70"/>
                  </a:cubicBezTo>
                  <a:cubicBezTo>
                    <a:pt x="139" y="72"/>
                    <a:pt x="172" y="73"/>
                    <a:pt x="173" y="59"/>
                  </a:cubicBezTo>
                  <a:cubicBezTo>
                    <a:pt x="153" y="58"/>
                    <a:pt x="134" y="56"/>
                    <a:pt x="114" y="52"/>
                  </a:cubicBezTo>
                  <a:cubicBezTo>
                    <a:pt x="98" y="48"/>
                    <a:pt x="76" y="52"/>
                    <a:pt x="66" y="38"/>
                  </a:cubicBezTo>
                  <a:cubicBezTo>
                    <a:pt x="55" y="24"/>
                    <a:pt x="39" y="0"/>
                    <a:pt x="16" y="7"/>
                  </a:cubicBezTo>
                  <a:cubicBezTo>
                    <a:pt x="7" y="10"/>
                    <a:pt x="0" y="27"/>
                    <a:pt x="3" y="36"/>
                  </a:cubicBezTo>
                </a:path>
              </a:pathLst>
            </a:custGeom>
            <a:solidFill>
              <a:srgbClr val="95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5" name="Freeform 626">
              <a:extLst>
                <a:ext uri="{FF2B5EF4-FFF2-40B4-BE49-F238E27FC236}">
                  <a16:creationId xmlns:a16="http://schemas.microsoft.com/office/drawing/2014/main" id="{761169A9-AD04-47B4-B66A-B1A647CBC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65"/>
              <a:ext cx="305" cy="295"/>
            </a:xfrm>
            <a:custGeom>
              <a:avLst/>
              <a:gdLst>
                <a:gd name="T0" fmla="*/ 19 w 143"/>
                <a:gd name="T1" fmla="*/ 1473 h 130"/>
                <a:gd name="T2" fmla="*/ 465 w 143"/>
                <a:gd name="T3" fmla="*/ 1307 h 130"/>
                <a:gd name="T4" fmla="*/ 710 w 143"/>
                <a:gd name="T5" fmla="*/ 994 h 130"/>
                <a:gd name="T6" fmla="*/ 911 w 143"/>
                <a:gd name="T7" fmla="*/ 783 h 130"/>
                <a:gd name="T8" fmla="*/ 1124 w 143"/>
                <a:gd name="T9" fmla="*/ 504 h 130"/>
                <a:gd name="T10" fmla="*/ 1329 w 143"/>
                <a:gd name="T11" fmla="*/ 0 h 130"/>
                <a:gd name="T12" fmla="*/ 1184 w 143"/>
                <a:gd name="T13" fmla="*/ 247 h 130"/>
                <a:gd name="T14" fmla="*/ 951 w 143"/>
                <a:gd name="T15" fmla="*/ 633 h 130"/>
                <a:gd name="T16" fmla="*/ 542 w 143"/>
                <a:gd name="T17" fmla="*/ 1087 h 130"/>
                <a:gd name="T18" fmla="*/ 196 w 143"/>
                <a:gd name="T19" fmla="*/ 1318 h 130"/>
                <a:gd name="T20" fmla="*/ 19 w 143"/>
                <a:gd name="T21" fmla="*/ 1484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130">
                  <a:moveTo>
                    <a:pt x="2" y="126"/>
                  </a:moveTo>
                  <a:cubicBezTo>
                    <a:pt x="19" y="130"/>
                    <a:pt x="34" y="118"/>
                    <a:pt x="48" y="112"/>
                  </a:cubicBezTo>
                  <a:cubicBezTo>
                    <a:pt x="62" y="106"/>
                    <a:pt x="64" y="96"/>
                    <a:pt x="73" y="85"/>
                  </a:cubicBezTo>
                  <a:cubicBezTo>
                    <a:pt x="78" y="79"/>
                    <a:pt x="88" y="73"/>
                    <a:pt x="94" y="67"/>
                  </a:cubicBezTo>
                  <a:cubicBezTo>
                    <a:pt x="102" y="59"/>
                    <a:pt x="109" y="51"/>
                    <a:pt x="116" y="43"/>
                  </a:cubicBezTo>
                  <a:cubicBezTo>
                    <a:pt x="123" y="34"/>
                    <a:pt x="143" y="12"/>
                    <a:pt x="137" y="0"/>
                  </a:cubicBezTo>
                  <a:cubicBezTo>
                    <a:pt x="130" y="3"/>
                    <a:pt x="126" y="15"/>
                    <a:pt x="122" y="21"/>
                  </a:cubicBezTo>
                  <a:cubicBezTo>
                    <a:pt x="115" y="33"/>
                    <a:pt x="108" y="44"/>
                    <a:pt x="98" y="54"/>
                  </a:cubicBezTo>
                  <a:cubicBezTo>
                    <a:pt x="86" y="68"/>
                    <a:pt x="72" y="82"/>
                    <a:pt x="56" y="93"/>
                  </a:cubicBezTo>
                  <a:cubicBezTo>
                    <a:pt x="45" y="101"/>
                    <a:pt x="32" y="107"/>
                    <a:pt x="20" y="113"/>
                  </a:cubicBezTo>
                  <a:cubicBezTo>
                    <a:pt x="15" y="116"/>
                    <a:pt x="0" y="121"/>
                    <a:pt x="2" y="127"/>
                  </a:cubicBezTo>
                </a:path>
              </a:pathLst>
            </a:custGeom>
            <a:solidFill>
              <a:srgbClr val="95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6" name="Freeform 627">
              <a:extLst>
                <a:ext uri="{FF2B5EF4-FFF2-40B4-BE49-F238E27FC236}">
                  <a16:creationId xmlns:a16="http://schemas.microsoft.com/office/drawing/2014/main" id="{1672FF90-DBCE-4830-A086-C656CEF70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242"/>
              <a:ext cx="140" cy="280"/>
            </a:xfrm>
            <a:custGeom>
              <a:avLst/>
              <a:gdLst>
                <a:gd name="T0" fmla="*/ 0 w 66"/>
                <a:gd name="T1" fmla="*/ 1450 h 123"/>
                <a:gd name="T2" fmla="*/ 265 w 66"/>
                <a:gd name="T3" fmla="*/ 1052 h 123"/>
                <a:gd name="T4" fmla="*/ 392 w 66"/>
                <a:gd name="T5" fmla="*/ 719 h 123"/>
                <a:gd name="T6" fmla="*/ 477 w 66"/>
                <a:gd name="T7" fmla="*/ 378 h 123"/>
                <a:gd name="T8" fmla="*/ 630 w 66"/>
                <a:gd name="T9" fmla="*/ 0 h 123"/>
                <a:gd name="T10" fmla="*/ 428 w 66"/>
                <a:gd name="T11" fmla="*/ 398 h 123"/>
                <a:gd name="T12" fmla="*/ 189 w 66"/>
                <a:gd name="T13" fmla="*/ 897 h 123"/>
                <a:gd name="T14" fmla="*/ 76 w 66"/>
                <a:gd name="T15" fmla="*/ 1238 h 123"/>
                <a:gd name="T16" fmla="*/ 0 w 66"/>
                <a:gd name="T17" fmla="*/ 1450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23">
                  <a:moveTo>
                    <a:pt x="0" y="123"/>
                  </a:moveTo>
                  <a:cubicBezTo>
                    <a:pt x="8" y="110"/>
                    <a:pt x="19" y="101"/>
                    <a:pt x="28" y="89"/>
                  </a:cubicBezTo>
                  <a:cubicBezTo>
                    <a:pt x="34" y="80"/>
                    <a:pt x="38" y="71"/>
                    <a:pt x="41" y="61"/>
                  </a:cubicBezTo>
                  <a:cubicBezTo>
                    <a:pt x="45" y="51"/>
                    <a:pt x="45" y="41"/>
                    <a:pt x="50" y="32"/>
                  </a:cubicBezTo>
                  <a:cubicBezTo>
                    <a:pt x="56" y="21"/>
                    <a:pt x="65" y="14"/>
                    <a:pt x="66" y="0"/>
                  </a:cubicBezTo>
                  <a:cubicBezTo>
                    <a:pt x="57" y="3"/>
                    <a:pt x="49" y="26"/>
                    <a:pt x="45" y="34"/>
                  </a:cubicBezTo>
                  <a:cubicBezTo>
                    <a:pt x="37" y="48"/>
                    <a:pt x="27" y="61"/>
                    <a:pt x="20" y="76"/>
                  </a:cubicBezTo>
                  <a:cubicBezTo>
                    <a:pt x="15" y="85"/>
                    <a:pt x="12" y="95"/>
                    <a:pt x="8" y="105"/>
                  </a:cubicBezTo>
                  <a:cubicBezTo>
                    <a:pt x="6" y="110"/>
                    <a:pt x="0" y="118"/>
                    <a:pt x="0" y="123"/>
                  </a:cubicBezTo>
                </a:path>
              </a:pathLst>
            </a:custGeom>
            <a:solidFill>
              <a:srgbClr val="95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7" name="Freeform 628">
              <a:extLst>
                <a:ext uri="{FF2B5EF4-FFF2-40B4-BE49-F238E27FC236}">
                  <a16:creationId xmlns:a16="http://schemas.microsoft.com/office/drawing/2014/main" id="{41A3E15D-B794-4AF6-B54A-865E53768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913"/>
              <a:ext cx="447" cy="280"/>
            </a:xfrm>
            <a:custGeom>
              <a:avLst/>
              <a:gdLst>
                <a:gd name="T0" fmla="*/ 1831 w 210"/>
                <a:gd name="T1" fmla="*/ 1450 h 123"/>
                <a:gd name="T2" fmla="*/ 0 w 210"/>
                <a:gd name="T3" fmla="*/ 139 h 123"/>
                <a:gd name="T4" fmla="*/ 1831 w 210"/>
                <a:gd name="T5" fmla="*/ 145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0" h="123">
                  <a:moveTo>
                    <a:pt x="190" y="123"/>
                  </a:moveTo>
                  <a:cubicBezTo>
                    <a:pt x="190" y="123"/>
                    <a:pt x="195" y="17"/>
                    <a:pt x="0" y="12"/>
                  </a:cubicBezTo>
                  <a:cubicBezTo>
                    <a:pt x="0" y="12"/>
                    <a:pt x="210" y="0"/>
                    <a:pt x="190" y="123"/>
                  </a:cubicBezTo>
                  <a:close/>
                </a:path>
              </a:pathLst>
            </a:custGeom>
            <a:solidFill>
              <a:srgbClr val="95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8" name="Freeform 629">
              <a:extLst>
                <a:ext uri="{FF2B5EF4-FFF2-40B4-BE49-F238E27FC236}">
                  <a16:creationId xmlns:a16="http://schemas.microsoft.com/office/drawing/2014/main" id="{E56A56D0-3F54-4AEF-8F20-CFBA648FA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954"/>
              <a:ext cx="270" cy="239"/>
            </a:xfrm>
            <a:custGeom>
              <a:avLst/>
              <a:gdLst>
                <a:gd name="T0" fmla="*/ 1220 w 127"/>
                <a:gd name="T1" fmla="*/ 0 h 105"/>
                <a:gd name="T2" fmla="*/ 425 w 127"/>
                <a:gd name="T3" fmla="*/ 1238 h 105"/>
                <a:gd name="T4" fmla="*/ 1220 w 127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05">
                  <a:moveTo>
                    <a:pt x="127" y="0"/>
                  </a:moveTo>
                  <a:cubicBezTo>
                    <a:pt x="127" y="0"/>
                    <a:pt x="21" y="2"/>
                    <a:pt x="44" y="105"/>
                  </a:cubicBezTo>
                  <a:cubicBezTo>
                    <a:pt x="44" y="105"/>
                    <a:pt x="0" y="2"/>
                    <a:pt x="127" y="0"/>
                  </a:cubicBezTo>
                  <a:close/>
                </a:path>
              </a:pathLst>
            </a:custGeom>
            <a:solidFill>
              <a:srgbClr val="95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9" name="Freeform 630">
              <a:extLst>
                <a:ext uri="{FF2B5EF4-FFF2-40B4-BE49-F238E27FC236}">
                  <a16:creationId xmlns:a16="http://schemas.microsoft.com/office/drawing/2014/main" id="{B6A7D15C-BBFC-4279-86C6-73C5E4FA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606"/>
              <a:ext cx="209" cy="81"/>
            </a:xfrm>
            <a:custGeom>
              <a:avLst/>
              <a:gdLst>
                <a:gd name="T0" fmla="*/ 951 w 98"/>
                <a:gd name="T1" fmla="*/ 275 h 36"/>
                <a:gd name="T2" fmla="*/ 710 w 98"/>
                <a:gd name="T3" fmla="*/ 173 h 36"/>
                <a:gd name="T4" fmla="*/ 514 w 98"/>
                <a:gd name="T5" fmla="*/ 92 h 36"/>
                <a:gd name="T6" fmla="*/ 60 w 98"/>
                <a:gd name="T7" fmla="*/ 207 h 36"/>
                <a:gd name="T8" fmla="*/ 542 w 98"/>
                <a:gd name="T9" fmla="*/ 263 h 36"/>
                <a:gd name="T10" fmla="*/ 911 w 98"/>
                <a:gd name="T11" fmla="*/ 28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36">
                  <a:moveTo>
                    <a:pt x="98" y="24"/>
                  </a:moveTo>
                  <a:cubicBezTo>
                    <a:pt x="91" y="26"/>
                    <a:pt x="79" y="18"/>
                    <a:pt x="73" y="15"/>
                  </a:cubicBezTo>
                  <a:cubicBezTo>
                    <a:pt x="67" y="13"/>
                    <a:pt x="59" y="10"/>
                    <a:pt x="53" y="8"/>
                  </a:cubicBezTo>
                  <a:cubicBezTo>
                    <a:pt x="39" y="4"/>
                    <a:pt x="11" y="0"/>
                    <a:pt x="6" y="18"/>
                  </a:cubicBezTo>
                  <a:cubicBezTo>
                    <a:pt x="0" y="36"/>
                    <a:pt x="46" y="23"/>
                    <a:pt x="56" y="23"/>
                  </a:cubicBezTo>
                  <a:cubicBezTo>
                    <a:pt x="68" y="22"/>
                    <a:pt x="83" y="19"/>
                    <a:pt x="94" y="25"/>
                  </a:cubicBezTo>
                </a:path>
              </a:pathLst>
            </a:custGeom>
            <a:solidFill>
              <a:srgbClr val="D6F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0" name="Freeform 631">
              <a:extLst>
                <a:ext uri="{FF2B5EF4-FFF2-40B4-BE49-F238E27FC236}">
                  <a16:creationId xmlns:a16="http://schemas.microsoft.com/office/drawing/2014/main" id="{CBBB1F46-0043-4D00-B8C9-CBBCF673D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306"/>
              <a:ext cx="60" cy="59"/>
            </a:xfrm>
            <a:custGeom>
              <a:avLst/>
              <a:gdLst>
                <a:gd name="T0" fmla="*/ 189 w 28"/>
                <a:gd name="T1" fmla="*/ 25 h 26"/>
                <a:gd name="T2" fmla="*/ 96 w 28"/>
                <a:gd name="T3" fmla="*/ 11 h 26"/>
                <a:gd name="T4" fmla="*/ 28 w 28"/>
                <a:gd name="T5" fmla="*/ 82 h 26"/>
                <a:gd name="T6" fmla="*/ 77 w 28"/>
                <a:gd name="T7" fmla="*/ 279 h 26"/>
                <a:gd name="T8" fmla="*/ 165 w 28"/>
                <a:gd name="T9" fmla="*/ 304 h 26"/>
                <a:gd name="T10" fmla="*/ 225 w 28"/>
                <a:gd name="T11" fmla="*/ 256 h 26"/>
                <a:gd name="T12" fmla="*/ 276 w 28"/>
                <a:gd name="T13" fmla="*/ 154 h 26"/>
                <a:gd name="T14" fmla="*/ 216 w 28"/>
                <a:gd name="T15" fmla="*/ 25 h 26"/>
                <a:gd name="T16" fmla="*/ 197 w 28"/>
                <a:gd name="T17" fmla="*/ 25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6">
                  <a:moveTo>
                    <a:pt x="19" y="2"/>
                  </a:moveTo>
                  <a:cubicBezTo>
                    <a:pt x="18" y="0"/>
                    <a:pt x="12" y="1"/>
                    <a:pt x="10" y="1"/>
                  </a:cubicBezTo>
                  <a:cubicBezTo>
                    <a:pt x="8" y="2"/>
                    <a:pt x="5" y="5"/>
                    <a:pt x="3" y="7"/>
                  </a:cubicBezTo>
                  <a:cubicBezTo>
                    <a:pt x="0" y="13"/>
                    <a:pt x="1" y="22"/>
                    <a:pt x="8" y="24"/>
                  </a:cubicBezTo>
                  <a:cubicBezTo>
                    <a:pt x="11" y="25"/>
                    <a:pt x="14" y="26"/>
                    <a:pt x="17" y="26"/>
                  </a:cubicBezTo>
                  <a:cubicBezTo>
                    <a:pt x="19" y="25"/>
                    <a:pt x="21" y="23"/>
                    <a:pt x="23" y="22"/>
                  </a:cubicBezTo>
                  <a:cubicBezTo>
                    <a:pt x="26" y="20"/>
                    <a:pt x="28" y="17"/>
                    <a:pt x="28" y="13"/>
                  </a:cubicBezTo>
                  <a:cubicBezTo>
                    <a:pt x="28" y="8"/>
                    <a:pt x="27" y="4"/>
                    <a:pt x="22" y="2"/>
                  </a:cubicBezTo>
                  <a:cubicBezTo>
                    <a:pt x="22" y="2"/>
                    <a:pt x="21" y="2"/>
                    <a:pt x="20" y="2"/>
                  </a:cubicBezTo>
                </a:path>
              </a:pathLst>
            </a:custGeom>
            <a:solidFill>
              <a:srgbClr val="D6F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1" name="Freeform 632">
              <a:extLst>
                <a:ext uri="{FF2B5EF4-FFF2-40B4-BE49-F238E27FC236}">
                  <a16:creationId xmlns:a16="http://schemas.microsoft.com/office/drawing/2014/main" id="{C0455D03-BDBA-48DE-A57C-508E7EA95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934"/>
              <a:ext cx="326" cy="231"/>
            </a:xfrm>
            <a:custGeom>
              <a:avLst/>
              <a:gdLst>
                <a:gd name="T0" fmla="*/ 1298 w 153"/>
                <a:gd name="T1" fmla="*/ 1184 h 102"/>
                <a:gd name="T2" fmla="*/ 0 w 153"/>
                <a:gd name="T3" fmla="*/ 0 h 102"/>
                <a:gd name="T4" fmla="*/ 1298 w 153"/>
                <a:gd name="T5" fmla="*/ 1184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102">
                  <a:moveTo>
                    <a:pt x="134" y="102"/>
                  </a:moveTo>
                  <a:cubicBezTo>
                    <a:pt x="134" y="102"/>
                    <a:pt x="153" y="19"/>
                    <a:pt x="0" y="0"/>
                  </a:cubicBezTo>
                  <a:cubicBezTo>
                    <a:pt x="0" y="0"/>
                    <a:pt x="129" y="20"/>
                    <a:pt x="134" y="102"/>
                  </a:cubicBezTo>
                  <a:close/>
                </a:path>
              </a:pathLst>
            </a:custGeom>
            <a:solidFill>
              <a:srgbClr val="D6F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2" name="Freeform 633">
              <a:extLst>
                <a:ext uri="{FF2B5EF4-FFF2-40B4-BE49-F238E27FC236}">
                  <a16:creationId xmlns:a16="http://schemas.microsoft.com/office/drawing/2014/main" id="{5051BD32-8521-4F24-8E0A-3F00C7A9D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972"/>
              <a:ext cx="115" cy="239"/>
            </a:xfrm>
            <a:custGeom>
              <a:avLst/>
              <a:gdLst>
                <a:gd name="T0" fmla="*/ 522 w 54"/>
                <a:gd name="T1" fmla="*/ 0 h 105"/>
                <a:gd name="T2" fmla="*/ 281 w 54"/>
                <a:gd name="T3" fmla="*/ 1238 h 105"/>
                <a:gd name="T4" fmla="*/ 522 w 54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05">
                  <a:moveTo>
                    <a:pt x="54" y="0"/>
                  </a:moveTo>
                  <a:cubicBezTo>
                    <a:pt x="54" y="0"/>
                    <a:pt x="0" y="23"/>
                    <a:pt x="29" y="105"/>
                  </a:cubicBezTo>
                  <a:cubicBezTo>
                    <a:pt x="29" y="105"/>
                    <a:pt x="6" y="42"/>
                    <a:pt x="54" y="0"/>
                  </a:cubicBezTo>
                  <a:close/>
                </a:path>
              </a:pathLst>
            </a:custGeom>
            <a:solidFill>
              <a:srgbClr val="D6F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3" name="Freeform 634">
              <a:extLst>
                <a:ext uri="{FF2B5EF4-FFF2-40B4-BE49-F238E27FC236}">
                  <a16:creationId xmlns:a16="http://schemas.microsoft.com/office/drawing/2014/main" id="{BDFD4749-4C89-46A6-BB69-74516A885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376"/>
              <a:ext cx="449" cy="389"/>
            </a:xfrm>
            <a:custGeom>
              <a:avLst/>
              <a:gdLst>
                <a:gd name="T0" fmla="*/ 0 w 211"/>
                <a:gd name="T1" fmla="*/ 1567 h 171"/>
                <a:gd name="T2" fmla="*/ 2032 w 211"/>
                <a:gd name="T3" fmla="*/ 0 h 171"/>
                <a:gd name="T4" fmla="*/ 60 w 211"/>
                <a:gd name="T5" fmla="*/ 1745 h 171"/>
                <a:gd name="T6" fmla="*/ 0 w 211"/>
                <a:gd name="T7" fmla="*/ 1567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171">
                  <a:moveTo>
                    <a:pt x="0" y="133"/>
                  </a:moveTo>
                  <a:cubicBezTo>
                    <a:pt x="0" y="133"/>
                    <a:pt x="106" y="171"/>
                    <a:pt x="211" y="0"/>
                  </a:cubicBezTo>
                  <a:cubicBezTo>
                    <a:pt x="211" y="0"/>
                    <a:pt x="153" y="161"/>
                    <a:pt x="6" y="148"/>
                  </a:cubicBezTo>
                  <a:cubicBezTo>
                    <a:pt x="6" y="148"/>
                    <a:pt x="13" y="139"/>
                    <a:pt x="0" y="133"/>
                  </a:cubicBezTo>
                  <a:close/>
                </a:path>
              </a:pathLst>
            </a:custGeom>
            <a:solidFill>
              <a:srgbClr val="D6F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4" name="Freeform 635">
              <a:extLst>
                <a:ext uri="{FF2B5EF4-FFF2-40B4-BE49-F238E27FC236}">
                  <a16:creationId xmlns:a16="http://schemas.microsoft.com/office/drawing/2014/main" id="{F1688854-4450-457F-A2D9-31C42DEAD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633"/>
              <a:ext cx="126" cy="270"/>
            </a:xfrm>
            <a:custGeom>
              <a:avLst/>
              <a:gdLst>
                <a:gd name="T0" fmla="*/ 0 w 59"/>
                <a:gd name="T1" fmla="*/ 11 h 119"/>
                <a:gd name="T2" fmla="*/ 369 w 59"/>
                <a:gd name="T3" fmla="*/ 93 h 119"/>
                <a:gd name="T4" fmla="*/ 566 w 59"/>
                <a:gd name="T5" fmla="*/ 572 h 119"/>
                <a:gd name="T6" fmla="*/ 489 w 59"/>
                <a:gd name="T7" fmla="*/ 1123 h 119"/>
                <a:gd name="T8" fmla="*/ 60 w 59"/>
                <a:gd name="T9" fmla="*/ 1051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19">
                  <a:moveTo>
                    <a:pt x="0" y="1"/>
                  </a:moveTo>
                  <a:cubicBezTo>
                    <a:pt x="14" y="1"/>
                    <a:pt x="25" y="0"/>
                    <a:pt x="38" y="8"/>
                  </a:cubicBezTo>
                  <a:cubicBezTo>
                    <a:pt x="50" y="16"/>
                    <a:pt x="56" y="36"/>
                    <a:pt x="58" y="49"/>
                  </a:cubicBezTo>
                  <a:cubicBezTo>
                    <a:pt x="59" y="65"/>
                    <a:pt x="57" y="82"/>
                    <a:pt x="50" y="96"/>
                  </a:cubicBezTo>
                  <a:cubicBezTo>
                    <a:pt x="40" y="119"/>
                    <a:pt x="15" y="111"/>
                    <a:pt x="6" y="90"/>
                  </a:cubicBezTo>
                </a:path>
              </a:pathLst>
            </a:custGeom>
            <a:solidFill>
              <a:srgbClr val="86A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5" name="Freeform 636">
              <a:extLst>
                <a:ext uri="{FF2B5EF4-FFF2-40B4-BE49-F238E27FC236}">
                  <a16:creationId xmlns:a16="http://schemas.microsoft.com/office/drawing/2014/main" id="{42D98B57-C4B3-4782-AE08-3122D9F8E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11"/>
              <a:ext cx="32" cy="29"/>
            </a:xfrm>
            <a:custGeom>
              <a:avLst/>
              <a:gdLst>
                <a:gd name="T0" fmla="*/ 117 w 15"/>
                <a:gd name="T1" fmla="*/ 36 h 13"/>
                <a:gd name="T2" fmla="*/ 19 w 15"/>
                <a:gd name="T3" fmla="*/ 9 h 13"/>
                <a:gd name="T4" fmla="*/ 9 w 15"/>
                <a:gd name="T5" fmla="*/ 65 h 13"/>
                <a:gd name="T6" fmla="*/ 68 w 15"/>
                <a:gd name="T7" fmla="*/ 100 h 13"/>
                <a:gd name="T8" fmla="*/ 128 w 15"/>
                <a:gd name="T9" fmla="*/ 134 h 13"/>
                <a:gd name="T10" fmla="*/ 145 w 15"/>
                <a:gd name="T11" fmla="*/ 89 h 13"/>
                <a:gd name="T12" fmla="*/ 117 w 15"/>
                <a:gd name="T13" fmla="*/ 3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12" y="3"/>
                  </a:moveTo>
                  <a:cubicBezTo>
                    <a:pt x="10" y="1"/>
                    <a:pt x="5" y="0"/>
                    <a:pt x="2" y="1"/>
                  </a:cubicBezTo>
                  <a:cubicBezTo>
                    <a:pt x="1" y="2"/>
                    <a:pt x="0" y="5"/>
                    <a:pt x="1" y="6"/>
                  </a:cubicBezTo>
                  <a:cubicBezTo>
                    <a:pt x="3" y="8"/>
                    <a:pt x="5" y="7"/>
                    <a:pt x="7" y="9"/>
                  </a:cubicBezTo>
                  <a:cubicBezTo>
                    <a:pt x="9" y="11"/>
                    <a:pt x="11" y="13"/>
                    <a:pt x="13" y="12"/>
                  </a:cubicBezTo>
                  <a:cubicBezTo>
                    <a:pt x="14" y="11"/>
                    <a:pt x="15" y="9"/>
                    <a:pt x="15" y="8"/>
                  </a:cubicBezTo>
                  <a:cubicBezTo>
                    <a:pt x="15" y="6"/>
                    <a:pt x="14" y="4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6" name="Freeform 637">
              <a:extLst>
                <a:ext uri="{FF2B5EF4-FFF2-40B4-BE49-F238E27FC236}">
                  <a16:creationId xmlns:a16="http://schemas.microsoft.com/office/drawing/2014/main" id="{D7F8E3FA-B10F-4927-A6B4-4BDD72172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544"/>
              <a:ext cx="323" cy="191"/>
            </a:xfrm>
            <a:custGeom>
              <a:avLst/>
              <a:gdLst>
                <a:gd name="T0" fmla="*/ 0 w 152"/>
                <a:gd name="T1" fmla="*/ 694 h 84"/>
                <a:gd name="T2" fmla="*/ 1458 w 152"/>
                <a:gd name="T3" fmla="*/ 0 h 84"/>
                <a:gd name="T4" fmla="*/ 0 w 152"/>
                <a:gd name="T5" fmla="*/ 694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84">
                  <a:moveTo>
                    <a:pt x="0" y="59"/>
                  </a:moveTo>
                  <a:cubicBezTo>
                    <a:pt x="0" y="59"/>
                    <a:pt x="72" y="84"/>
                    <a:pt x="152" y="0"/>
                  </a:cubicBezTo>
                  <a:cubicBezTo>
                    <a:pt x="152" y="0"/>
                    <a:pt x="85" y="84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7" name="Freeform 638">
              <a:extLst>
                <a:ext uri="{FF2B5EF4-FFF2-40B4-BE49-F238E27FC236}">
                  <a16:creationId xmlns:a16="http://schemas.microsoft.com/office/drawing/2014/main" id="{33F31FC7-7A69-4CBA-BB3F-BEE2BA602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868"/>
              <a:ext cx="1259" cy="1085"/>
            </a:xfrm>
            <a:custGeom>
              <a:avLst/>
              <a:gdLst>
                <a:gd name="T0" fmla="*/ 3132 w 591"/>
                <a:gd name="T1" fmla="*/ 247 h 478"/>
                <a:gd name="T2" fmla="*/ 795 w 591"/>
                <a:gd name="T3" fmla="*/ 2329 h 478"/>
                <a:gd name="T4" fmla="*/ 839 w 591"/>
                <a:gd name="T5" fmla="*/ 2876 h 478"/>
                <a:gd name="T6" fmla="*/ 1293 w 591"/>
                <a:gd name="T7" fmla="*/ 3101 h 478"/>
                <a:gd name="T8" fmla="*/ 1293 w 591"/>
                <a:gd name="T9" fmla="*/ 2524 h 478"/>
                <a:gd name="T10" fmla="*/ 908 w 591"/>
                <a:gd name="T11" fmla="*/ 2256 h 478"/>
                <a:gd name="T12" fmla="*/ 948 w 591"/>
                <a:gd name="T13" fmla="*/ 681 h 478"/>
                <a:gd name="T14" fmla="*/ 4148 w 591"/>
                <a:gd name="T15" fmla="*/ 1484 h 478"/>
                <a:gd name="T16" fmla="*/ 1815 w 591"/>
                <a:gd name="T17" fmla="*/ 4045 h 478"/>
                <a:gd name="T18" fmla="*/ 707 w 591"/>
                <a:gd name="T19" fmla="*/ 4780 h 478"/>
                <a:gd name="T20" fmla="*/ 1702 w 591"/>
                <a:gd name="T21" fmla="*/ 5182 h 478"/>
                <a:gd name="T22" fmla="*/ 2473 w 591"/>
                <a:gd name="T23" fmla="*/ 5148 h 478"/>
                <a:gd name="T24" fmla="*/ 3296 w 591"/>
                <a:gd name="T25" fmla="*/ 4606 h 478"/>
                <a:gd name="T26" fmla="*/ 4031 w 591"/>
                <a:gd name="T27" fmla="*/ 3437 h 478"/>
                <a:gd name="T28" fmla="*/ 4574 w 591"/>
                <a:gd name="T29" fmla="*/ 2220 h 478"/>
                <a:gd name="T30" fmla="*/ 3132 w 591"/>
                <a:gd name="T31" fmla="*/ 247 h 47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91" h="478">
                  <a:moveTo>
                    <a:pt x="324" y="21"/>
                  </a:moveTo>
                  <a:cubicBezTo>
                    <a:pt x="72" y="1"/>
                    <a:pt x="0" y="55"/>
                    <a:pt x="82" y="199"/>
                  </a:cubicBezTo>
                  <a:cubicBezTo>
                    <a:pt x="71" y="209"/>
                    <a:pt x="75" y="228"/>
                    <a:pt x="87" y="246"/>
                  </a:cubicBezTo>
                  <a:cubicBezTo>
                    <a:pt x="100" y="265"/>
                    <a:pt x="121" y="273"/>
                    <a:pt x="134" y="265"/>
                  </a:cubicBezTo>
                  <a:cubicBezTo>
                    <a:pt x="147" y="257"/>
                    <a:pt x="147" y="235"/>
                    <a:pt x="134" y="216"/>
                  </a:cubicBezTo>
                  <a:cubicBezTo>
                    <a:pt x="121" y="197"/>
                    <a:pt x="107" y="186"/>
                    <a:pt x="94" y="193"/>
                  </a:cubicBezTo>
                  <a:cubicBezTo>
                    <a:pt x="68" y="162"/>
                    <a:pt x="56" y="86"/>
                    <a:pt x="98" y="58"/>
                  </a:cubicBezTo>
                  <a:cubicBezTo>
                    <a:pt x="134" y="34"/>
                    <a:pt x="405" y="0"/>
                    <a:pt x="429" y="127"/>
                  </a:cubicBezTo>
                  <a:cubicBezTo>
                    <a:pt x="451" y="238"/>
                    <a:pt x="287" y="396"/>
                    <a:pt x="188" y="346"/>
                  </a:cubicBezTo>
                  <a:cubicBezTo>
                    <a:pt x="188" y="346"/>
                    <a:pt x="63" y="264"/>
                    <a:pt x="73" y="409"/>
                  </a:cubicBezTo>
                  <a:cubicBezTo>
                    <a:pt x="77" y="478"/>
                    <a:pt x="156" y="458"/>
                    <a:pt x="176" y="443"/>
                  </a:cubicBezTo>
                  <a:cubicBezTo>
                    <a:pt x="176" y="443"/>
                    <a:pt x="231" y="468"/>
                    <a:pt x="256" y="440"/>
                  </a:cubicBezTo>
                  <a:cubicBezTo>
                    <a:pt x="256" y="440"/>
                    <a:pt x="317" y="440"/>
                    <a:pt x="341" y="394"/>
                  </a:cubicBezTo>
                  <a:cubicBezTo>
                    <a:pt x="341" y="394"/>
                    <a:pt x="398" y="368"/>
                    <a:pt x="417" y="294"/>
                  </a:cubicBezTo>
                  <a:cubicBezTo>
                    <a:pt x="417" y="294"/>
                    <a:pt x="469" y="235"/>
                    <a:pt x="473" y="190"/>
                  </a:cubicBezTo>
                  <a:cubicBezTo>
                    <a:pt x="473" y="190"/>
                    <a:pt x="591" y="43"/>
                    <a:pt x="324" y="2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8" name="Freeform 639">
              <a:extLst>
                <a:ext uri="{FF2B5EF4-FFF2-40B4-BE49-F238E27FC236}">
                  <a16:creationId xmlns:a16="http://schemas.microsoft.com/office/drawing/2014/main" id="{15C62FCB-1089-4611-8DBE-3CA13DB64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535"/>
              <a:ext cx="344" cy="511"/>
            </a:xfrm>
            <a:custGeom>
              <a:avLst/>
              <a:gdLst>
                <a:gd name="T0" fmla="*/ 767 w 162"/>
                <a:gd name="T1" fmla="*/ 36 h 225"/>
                <a:gd name="T2" fmla="*/ 1372 w 162"/>
                <a:gd name="T3" fmla="*/ 1115 h 225"/>
                <a:gd name="T4" fmla="*/ 433 w 162"/>
                <a:gd name="T5" fmla="*/ 1724 h 225"/>
                <a:gd name="T6" fmla="*/ 767 w 162"/>
                <a:gd name="T7" fmla="*/ 36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25">
                  <a:moveTo>
                    <a:pt x="80" y="3"/>
                  </a:moveTo>
                  <a:cubicBezTo>
                    <a:pt x="98" y="0"/>
                    <a:pt x="123" y="6"/>
                    <a:pt x="143" y="95"/>
                  </a:cubicBezTo>
                  <a:cubicBezTo>
                    <a:pt x="162" y="183"/>
                    <a:pt x="82" y="225"/>
                    <a:pt x="45" y="147"/>
                  </a:cubicBezTo>
                  <a:cubicBezTo>
                    <a:pt x="0" y="52"/>
                    <a:pt x="80" y="3"/>
                    <a:pt x="80" y="3"/>
                  </a:cubicBezTo>
                  <a:close/>
                </a:path>
              </a:pathLst>
            </a:custGeom>
            <a:solidFill>
              <a:srgbClr val="FC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9" name="Freeform 640">
              <a:extLst>
                <a:ext uri="{FF2B5EF4-FFF2-40B4-BE49-F238E27FC236}">
                  <a16:creationId xmlns:a16="http://schemas.microsoft.com/office/drawing/2014/main" id="{E033F001-2630-4877-91C7-6B46A386A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574"/>
              <a:ext cx="203" cy="375"/>
            </a:xfrm>
            <a:custGeom>
              <a:avLst/>
              <a:gdLst>
                <a:gd name="T0" fmla="*/ 241 w 95"/>
                <a:gd name="T1" fmla="*/ 130 h 165"/>
                <a:gd name="T2" fmla="*/ 9 w 95"/>
                <a:gd name="T3" fmla="*/ 857 h 165"/>
                <a:gd name="T4" fmla="*/ 265 w 95"/>
                <a:gd name="T5" fmla="*/ 1750 h 165"/>
                <a:gd name="T6" fmla="*/ 547 w 95"/>
                <a:gd name="T7" fmla="*/ 1936 h 165"/>
                <a:gd name="T8" fmla="*/ 840 w 95"/>
                <a:gd name="T9" fmla="*/ 1725 h 165"/>
                <a:gd name="T10" fmla="*/ 712 w 95"/>
                <a:gd name="T11" fmla="*/ 1245 h 165"/>
                <a:gd name="T12" fmla="*/ 410 w 95"/>
                <a:gd name="T13" fmla="*/ 657 h 165"/>
                <a:gd name="T14" fmla="*/ 410 w 95"/>
                <a:gd name="T15" fmla="*/ 232 h 165"/>
                <a:gd name="T16" fmla="*/ 370 w 95"/>
                <a:gd name="T17" fmla="*/ 73 h 165"/>
                <a:gd name="T18" fmla="*/ 214 w 95"/>
                <a:gd name="T19" fmla="*/ 166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65">
                  <a:moveTo>
                    <a:pt x="25" y="11"/>
                  </a:moveTo>
                  <a:cubicBezTo>
                    <a:pt x="10" y="27"/>
                    <a:pt x="2" y="52"/>
                    <a:pt x="1" y="73"/>
                  </a:cubicBezTo>
                  <a:cubicBezTo>
                    <a:pt x="0" y="99"/>
                    <a:pt x="10" y="129"/>
                    <a:pt x="27" y="149"/>
                  </a:cubicBezTo>
                  <a:cubicBezTo>
                    <a:pt x="35" y="159"/>
                    <a:pt x="43" y="164"/>
                    <a:pt x="56" y="165"/>
                  </a:cubicBezTo>
                  <a:cubicBezTo>
                    <a:pt x="69" y="165"/>
                    <a:pt x="80" y="158"/>
                    <a:pt x="86" y="147"/>
                  </a:cubicBezTo>
                  <a:cubicBezTo>
                    <a:pt x="95" y="131"/>
                    <a:pt x="84" y="118"/>
                    <a:pt x="73" y="106"/>
                  </a:cubicBezTo>
                  <a:cubicBezTo>
                    <a:pt x="60" y="92"/>
                    <a:pt x="46" y="76"/>
                    <a:pt x="42" y="56"/>
                  </a:cubicBezTo>
                  <a:cubicBezTo>
                    <a:pt x="39" y="43"/>
                    <a:pt x="40" y="33"/>
                    <a:pt x="42" y="20"/>
                  </a:cubicBezTo>
                  <a:cubicBezTo>
                    <a:pt x="44" y="14"/>
                    <a:pt x="43" y="9"/>
                    <a:pt x="38" y="6"/>
                  </a:cubicBezTo>
                  <a:cubicBezTo>
                    <a:pt x="28" y="0"/>
                    <a:pt x="28" y="11"/>
                    <a:pt x="22" y="14"/>
                  </a:cubicBezTo>
                </a:path>
              </a:pathLst>
            </a:custGeom>
            <a:solidFill>
              <a:srgbClr val="F79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0" name="Freeform 641">
              <a:extLst>
                <a:ext uri="{FF2B5EF4-FFF2-40B4-BE49-F238E27FC236}">
                  <a16:creationId xmlns:a16="http://schemas.microsoft.com/office/drawing/2014/main" id="{9C223C71-7461-40A9-8EBA-13F9B61A1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565"/>
              <a:ext cx="78" cy="104"/>
            </a:xfrm>
            <a:custGeom>
              <a:avLst/>
              <a:gdLst>
                <a:gd name="T0" fmla="*/ 245 w 37"/>
                <a:gd name="T1" fmla="*/ 11 h 46"/>
                <a:gd name="T2" fmla="*/ 36 w 37"/>
                <a:gd name="T3" fmla="*/ 219 h 46"/>
                <a:gd name="T4" fmla="*/ 27 w 37"/>
                <a:gd name="T5" fmla="*/ 439 h 46"/>
                <a:gd name="T6" fmla="*/ 133 w 37"/>
                <a:gd name="T7" fmla="*/ 393 h 46"/>
                <a:gd name="T8" fmla="*/ 236 w 37"/>
                <a:gd name="T9" fmla="*/ 194 h 46"/>
                <a:gd name="T10" fmla="*/ 337 w 37"/>
                <a:gd name="T11" fmla="*/ 118 h 46"/>
                <a:gd name="T12" fmla="*/ 236 w 37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6">
                  <a:moveTo>
                    <a:pt x="26" y="1"/>
                  </a:moveTo>
                  <a:cubicBezTo>
                    <a:pt x="15" y="0"/>
                    <a:pt x="6" y="10"/>
                    <a:pt x="4" y="19"/>
                  </a:cubicBezTo>
                  <a:cubicBezTo>
                    <a:pt x="2" y="24"/>
                    <a:pt x="0" y="33"/>
                    <a:pt x="3" y="38"/>
                  </a:cubicBezTo>
                  <a:cubicBezTo>
                    <a:pt x="9" y="46"/>
                    <a:pt x="12" y="40"/>
                    <a:pt x="14" y="34"/>
                  </a:cubicBezTo>
                  <a:cubicBezTo>
                    <a:pt x="16" y="27"/>
                    <a:pt x="19" y="20"/>
                    <a:pt x="25" y="17"/>
                  </a:cubicBezTo>
                  <a:cubicBezTo>
                    <a:pt x="29" y="15"/>
                    <a:pt x="35" y="15"/>
                    <a:pt x="36" y="10"/>
                  </a:cubicBezTo>
                  <a:cubicBezTo>
                    <a:pt x="37" y="4"/>
                    <a:pt x="29" y="1"/>
                    <a:pt x="25" y="0"/>
                  </a:cubicBezTo>
                </a:path>
              </a:pathLst>
            </a:custGeom>
            <a:solidFill>
              <a:srgbClr val="EF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1" name="Freeform 642">
              <a:extLst>
                <a:ext uri="{FF2B5EF4-FFF2-40B4-BE49-F238E27FC236}">
                  <a16:creationId xmlns:a16="http://schemas.microsoft.com/office/drawing/2014/main" id="{CD3D3345-8613-4A0C-B2CC-80A3E15D3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567"/>
              <a:ext cx="26" cy="48"/>
            </a:xfrm>
            <a:custGeom>
              <a:avLst/>
              <a:gdLst>
                <a:gd name="T0" fmla="*/ 93 w 12"/>
                <a:gd name="T1" fmla="*/ 224 h 21"/>
                <a:gd name="T2" fmla="*/ 121 w 12"/>
                <a:gd name="T3" fmla="*/ 142 h 21"/>
                <a:gd name="T4" fmla="*/ 0 w 12"/>
                <a:gd name="T5" fmla="*/ 110 h 21"/>
                <a:gd name="T6" fmla="*/ 33 w 12"/>
                <a:gd name="T7" fmla="*/ 158 h 21"/>
                <a:gd name="T8" fmla="*/ 43 w 12"/>
                <a:gd name="T9" fmla="*/ 194 h 21"/>
                <a:gd name="T10" fmla="*/ 93 w 12"/>
                <a:gd name="T11" fmla="*/ 224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1">
                  <a:moveTo>
                    <a:pt x="9" y="19"/>
                  </a:moveTo>
                  <a:cubicBezTo>
                    <a:pt x="11" y="18"/>
                    <a:pt x="11" y="14"/>
                    <a:pt x="12" y="12"/>
                  </a:cubicBezTo>
                  <a:cubicBezTo>
                    <a:pt x="10" y="10"/>
                    <a:pt x="0" y="0"/>
                    <a:pt x="0" y="9"/>
                  </a:cubicBezTo>
                  <a:cubicBezTo>
                    <a:pt x="0" y="10"/>
                    <a:pt x="3" y="12"/>
                    <a:pt x="3" y="13"/>
                  </a:cubicBezTo>
                  <a:cubicBezTo>
                    <a:pt x="3" y="13"/>
                    <a:pt x="4" y="16"/>
                    <a:pt x="4" y="16"/>
                  </a:cubicBezTo>
                  <a:cubicBezTo>
                    <a:pt x="6" y="18"/>
                    <a:pt x="6" y="21"/>
                    <a:pt x="9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2" name="Freeform 643">
              <a:extLst>
                <a:ext uri="{FF2B5EF4-FFF2-40B4-BE49-F238E27FC236}">
                  <a16:creationId xmlns:a16="http://schemas.microsoft.com/office/drawing/2014/main" id="{C6A94C21-43C0-497D-8366-6B6683F0F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535"/>
              <a:ext cx="347" cy="511"/>
            </a:xfrm>
            <a:custGeom>
              <a:avLst/>
              <a:gdLst>
                <a:gd name="T0" fmla="*/ 771 w 163"/>
                <a:gd name="T1" fmla="*/ 36 h 225"/>
                <a:gd name="T2" fmla="*/ 1377 w 163"/>
                <a:gd name="T3" fmla="*/ 1099 h 225"/>
                <a:gd name="T4" fmla="*/ 434 w 163"/>
                <a:gd name="T5" fmla="*/ 1712 h 225"/>
                <a:gd name="T6" fmla="*/ 771 w 163"/>
                <a:gd name="T7" fmla="*/ 36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225">
                  <a:moveTo>
                    <a:pt x="80" y="3"/>
                  </a:moveTo>
                  <a:cubicBezTo>
                    <a:pt x="98" y="0"/>
                    <a:pt x="123" y="6"/>
                    <a:pt x="143" y="94"/>
                  </a:cubicBezTo>
                  <a:cubicBezTo>
                    <a:pt x="163" y="182"/>
                    <a:pt x="82" y="225"/>
                    <a:pt x="45" y="146"/>
                  </a:cubicBezTo>
                  <a:cubicBezTo>
                    <a:pt x="0" y="52"/>
                    <a:pt x="80" y="3"/>
                    <a:pt x="80" y="3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3" name="Freeform 644">
              <a:extLst>
                <a:ext uri="{FF2B5EF4-FFF2-40B4-BE49-F238E27FC236}">
                  <a16:creationId xmlns:a16="http://schemas.microsoft.com/office/drawing/2014/main" id="{92EDB317-CDAA-4CC8-85EE-7CE66C2DB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418"/>
              <a:ext cx="2084" cy="977"/>
            </a:xfrm>
            <a:custGeom>
              <a:avLst/>
              <a:gdLst>
                <a:gd name="T0" fmla="*/ 1573 w 979"/>
                <a:gd name="T1" fmla="*/ 4869 h 430"/>
                <a:gd name="T2" fmla="*/ 2365 w 979"/>
                <a:gd name="T3" fmla="*/ 2406 h 430"/>
                <a:gd name="T4" fmla="*/ 7591 w 979"/>
                <a:gd name="T5" fmla="*/ 3892 h 430"/>
                <a:gd name="T6" fmla="*/ 7078 w 979"/>
                <a:gd name="T7" fmla="*/ 1079 h 430"/>
                <a:gd name="T8" fmla="*/ 530 w 979"/>
                <a:gd name="T9" fmla="*/ 2731 h 430"/>
                <a:gd name="T10" fmla="*/ 1573 w 979"/>
                <a:gd name="T11" fmla="*/ 4869 h 4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9" h="430">
                  <a:moveTo>
                    <a:pt x="163" y="415"/>
                  </a:moveTo>
                  <a:cubicBezTo>
                    <a:pt x="207" y="430"/>
                    <a:pt x="93" y="263"/>
                    <a:pt x="245" y="205"/>
                  </a:cubicBezTo>
                  <a:cubicBezTo>
                    <a:pt x="396" y="147"/>
                    <a:pt x="871" y="74"/>
                    <a:pt x="787" y="332"/>
                  </a:cubicBezTo>
                  <a:cubicBezTo>
                    <a:pt x="787" y="332"/>
                    <a:pt x="979" y="183"/>
                    <a:pt x="734" y="92"/>
                  </a:cubicBezTo>
                  <a:cubicBezTo>
                    <a:pt x="489" y="0"/>
                    <a:pt x="110" y="97"/>
                    <a:pt x="55" y="233"/>
                  </a:cubicBezTo>
                  <a:cubicBezTo>
                    <a:pt x="0" y="368"/>
                    <a:pt x="107" y="397"/>
                    <a:pt x="163" y="415"/>
                  </a:cubicBezTo>
                  <a:close/>
                </a:path>
              </a:pathLst>
            </a:custGeom>
            <a:solidFill>
              <a:srgbClr val="E8C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4" name="Freeform 645">
              <a:extLst>
                <a:ext uri="{FF2B5EF4-FFF2-40B4-BE49-F238E27FC236}">
                  <a16:creationId xmlns:a16="http://schemas.microsoft.com/office/drawing/2014/main" id="{83A72FB1-DF53-44B7-B41A-49E90920E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416"/>
              <a:ext cx="2084" cy="976"/>
            </a:xfrm>
            <a:custGeom>
              <a:avLst/>
              <a:gdLst>
                <a:gd name="T0" fmla="*/ 1562 w 979"/>
                <a:gd name="T1" fmla="*/ 4864 h 430"/>
                <a:gd name="T2" fmla="*/ 2352 w 979"/>
                <a:gd name="T3" fmla="*/ 2395 h 430"/>
                <a:gd name="T4" fmla="*/ 7591 w 979"/>
                <a:gd name="T5" fmla="*/ 3895 h 430"/>
                <a:gd name="T6" fmla="*/ 7078 w 979"/>
                <a:gd name="T7" fmla="*/ 1076 h 430"/>
                <a:gd name="T8" fmla="*/ 530 w 979"/>
                <a:gd name="T9" fmla="*/ 2726 h 430"/>
                <a:gd name="T10" fmla="*/ 1562 w 979"/>
                <a:gd name="T11" fmla="*/ 4864 h 4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9" h="430">
                  <a:moveTo>
                    <a:pt x="162" y="416"/>
                  </a:moveTo>
                  <a:cubicBezTo>
                    <a:pt x="207" y="430"/>
                    <a:pt x="93" y="263"/>
                    <a:pt x="244" y="205"/>
                  </a:cubicBezTo>
                  <a:cubicBezTo>
                    <a:pt x="396" y="147"/>
                    <a:pt x="871" y="75"/>
                    <a:pt x="787" y="333"/>
                  </a:cubicBezTo>
                  <a:cubicBezTo>
                    <a:pt x="787" y="333"/>
                    <a:pt x="979" y="184"/>
                    <a:pt x="734" y="92"/>
                  </a:cubicBezTo>
                  <a:cubicBezTo>
                    <a:pt x="489" y="0"/>
                    <a:pt x="110" y="98"/>
                    <a:pt x="55" y="233"/>
                  </a:cubicBezTo>
                  <a:cubicBezTo>
                    <a:pt x="0" y="369"/>
                    <a:pt x="106" y="397"/>
                    <a:pt x="162" y="416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5" name="Freeform 646">
              <a:extLst>
                <a:ext uri="{FF2B5EF4-FFF2-40B4-BE49-F238E27FC236}">
                  <a16:creationId xmlns:a16="http://schemas.microsoft.com/office/drawing/2014/main" id="{9B7B5305-D898-4A15-98C5-DBFE0C8D7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904"/>
              <a:ext cx="198" cy="98"/>
            </a:xfrm>
            <a:custGeom>
              <a:avLst/>
              <a:gdLst>
                <a:gd name="T0" fmla="*/ 0 w 93"/>
                <a:gd name="T1" fmla="*/ 0 h 43"/>
                <a:gd name="T2" fmla="*/ 607 w 93"/>
                <a:gd name="T3" fmla="*/ 378 h 43"/>
                <a:gd name="T4" fmla="*/ 898 w 93"/>
                <a:gd name="T5" fmla="*/ 508 h 43"/>
                <a:gd name="T6" fmla="*/ 0 w 9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43">
                  <a:moveTo>
                    <a:pt x="0" y="0"/>
                  </a:moveTo>
                  <a:cubicBezTo>
                    <a:pt x="13" y="16"/>
                    <a:pt x="44" y="24"/>
                    <a:pt x="63" y="32"/>
                  </a:cubicBezTo>
                  <a:cubicBezTo>
                    <a:pt x="72" y="36"/>
                    <a:pt x="84" y="41"/>
                    <a:pt x="93" y="43"/>
                  </a:cubicBezTo>
                  <a:cubicBezTo>
                    <a:pt x="62" y="31"/>
                    <a:pt x="29" y="16"/>
                    <a:pt x="0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6" name="Freeform 647">
              <a:extLst>
                <a:ext uri="{FF2B5EF4-FFF2-40B4-BE49-F238E27FC236}">
                  <a16:creationId xmlns:a16="http://schemas.microsoft.com/office/drawing/2014/main" id="{3B3D2432-82C0-4B34-9A30-27910B345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861"/>
              <a:ext cx="175" cy="111"/>
            </a:xfrm>
            <a:custGeom>
              <a:avLst/>
              <a:gdLst>
                <a:gd name="T0" fmla="*/ 9 w 82"/>
                <a:gd name="T1" fmla="*/ 36 h 49"/>
                <a:gd name="T2" fmla="*/ 455 w 82"/>
                <a:gd name="T3" fmla="*/ 349 h 49"/>
                <a:gd name="T4" fmla="*/ 796 w 82"/>
                <a:gd name="T5" fmla="*/ 569 h 49"/>
                <a:gd name="T6" fmla="*/ 282 w 82"/>
                <a:gd name="T7" fmla="*/ 163 h 49"/>
                <a:gd name="T8" fmla="*/ 0 w 82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9">
                  <a:moveTo>
                    <a:pt x="1" y="3"/>
                  </a:moveTo>
                  <a:cubicBezTo>
                    <a:pt x="11" y="12"/>
                    <a:pt x="33" y="21"/>
                    <a:pt x="47" y="30"/>
                  </a:cubicBezTo>
                  <a:cubicBezTo>
                    <a:pt x="58" y="37"/>
                    <a:pt x="71" y="42"/>
                    <a:pt x="82" y="49"/>
                  </a:cubicBezTo>
                  <a:cubicBezTo>
                    <a:pt x="63" y="43"/>
                    <a:pt x="45" y="26"/>
                    <a:pt x="29" y="14"/>
                  </a:cubicBezTo>
                  <a:cubicBezTo>
                    <a:pt x="20" y="8"/>
                    <a:pt x="9" y="6"/>
                    <a:pt x="0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7" name="Freeform 648">
              <a:extLst>
                <a:ext uri="{FF2B5EF4-FFF2-40B4-BE49-F238E27FC236}">
                  <a16:creationId xmlns:a16="http://schemas.microsoft.com/office/drawing/2014/main" id="{7C014B13-61F9-4BDB-946C-57D622559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956"/>
              <a:ext cx="206" cy="73"/>
            </a:xfrm>
            <a:custGeom>
              <a:avLst/>
              <a:gdLst>
                <a:gd name="T0" fmla="*/ 68 w 97"/>
                <a:gd name="T1" fmla="*/ 0 h 32"/>
                <a:gd name="T2" fmla="*/ 663 w 97"/>
                <a:gd name="T3" fmla="*/ 251 h 32"/>
                <a:gd name="T4" fmla="*/ 928 w 97"/>
                <a:gd name="T5" fmla="*/ 381 h 32"/>
                <a:gd name="T6" fmla="*/ 365 w 97"/>
                <a:gd name="T7" fmla="*/ 192 h 32"/>
                <a:gd name="T8" fmla="*/ 0 w 97"/>
                <a:gd name="T9" fmla="*/ 1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32">
                  <a:moveTo>
                    <a:pt x="7" y="0"/>
                  </a:moveTo>
                  <a:cubicBezTo>
                    <a:pt x="28" y="4"/>
                    <a:pt x="48" y="16"/>
                    <a:pt x="69" y="21"/>
                  </a:cubicBezTo>
                  <a:cubicBezTo>
                    <a:pt x="79" y="24"/>
                    <a:pt x="89" y="26"/>
                    <a:pt x="97" y="32"/>
                  </a:cubicBezTo>
                  <a:cubicBezTo>
                    <a:pt x="79" y="25"/>
                    <a:pt x="58" y="20"/>
                    <a:pt x="38" y="16"/>
                  </a:cubicBezTo>
                  <a:cubicBezTo>
                    <a:pt x="24" y="12"/>
                    <a:pt x="14" y="4"/>
                    <a:pt x="0" y="1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8" name="Freeform 649">
              <a:extLst>
                <a:ext uri="{FF2B5EF4-FFF2-40B4-BE49-F238E27FC236}">
                  <a16:creationId xmlns:a16="http://schemas.microsoft.com/office/drawing/2014/main" id="{451FC4FC-EC54-4C49-A054-FDE68A199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000"/>
              <a:ext cx="205" cy="61"/>
            </a:xfrm>
            <a:custGeom>
              <a:avLst/>
              <a:gdLst>
                <a:gd name="T0" fmla="*/ 19 w 96"/>
                <a:gd name="T1" fmla="*/ 0 h 27"/>
                <a:gd name="T2" fmla="*/ 9 w 96"/>
                <a:gd name="T3" fmla="*/ 36 h 27"/>
                <a:gd name="T4" fmla="*/ 173 w 96"/>
                <a:gd name="T5" fmla="*/ 93 h 27"/>
                <a:gd name="T6" fmla="*/ 566 w 96"/>
                <a:gd name="T7" fmla="*/ 174 h 27"/>
                <a:gd name="T8" fmla="*/ 935 w 96"/>
                <a:gd name="T9" fmla="*/ 287 h 27"/>
                <a:gd name="T10" fmla="*/ 703 w 96"/>
                <a:gd name="T11" fmla="*/ 230 h 27"/>
                <a:gd name="T12" fmla="*/ 342 w 96"/>
                <a:gd name="T13" fmla="*/ 163 h 27"/>
                <a:gd name="T14" fmla="*/ 0 w 96"/>
                <a:gd name="T15" fmla="*/ 56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27">
                  <a:moveTo>
                    <a:pt x="2" y="0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6" y="7"/>
                    <a:pt x="12" y="7"/>
                    <a:pt x="18" y="8"/>
                  </a:cubicBezTo>
                  <a:cubicBezTo>
                    <a:pt x="32" y="10"/>
                    <a:pt x="45" y="14"/>
                    <a:pt x="58" y="15"/>
                  </a:cubicBezTo>
                  <a:cubicBezTo>
                    <a:pt x="69" y="16"/>
                    <a:pt x="87" y="27"/>
                    <a:pt x="96" y="25"/>
                  </a:cubicBezTo>
                  <a:cubicBezTo>
                    <a:pt x="89" y="20"/>
                    <a:pt x="80" y="21"/>
                    <a:pt x="72" y="20"/>
                  </a:cubicBezTo>
                  <a:cubicBezTo>
                    <a:pt x="59" y="18"/>
                    <a:pt x="47" y="16"/>
                    <a:pt x="35" y="14"/>
                  </a:cubicBezTo>
                  <a:cubicBezTo>
                    <a:pt x="23" y="12"/>
                    <a:pt x="11" y="11"/>
                    <a:pt x="0" y="5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9" name="Freeform 650">
              <a:extLst>
                <a:ext uri="{FF2B5EF4-FFF2-40B4-BE49-F238E27FC236}">
                  <a16:creationId xmlns:a16="http://schemas.microsoft.com/office/drawing/2014/main" id="{8A805788-049B-486F-8704-B24DC0B63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068"/>
              <a:ext cx="209" cy="29"/>
            </a:xfrm>
            <a:custGeom>
              <a:avLst/>
              <a:gdLst>
                <a:gd name="T0" fmla="*/ 941 w 98"/>
                <a:gd name="T1" fmla="*/ 100 h 13"/>
                <a:gd name="T2" fmla="*/ 318 w 98"/>
                <a:gd name="T3" fmla="*/ 9 h 13"/>
                <a:gd name="T4" fmla="*/ 0 w 98"/>
                <a:gd name="T5" fmla="*/ 0 h 13"/>
                <a:gd name="T6" fmla="*/ 710 w 98"/>
                <a:gd name="T7" fmla="*/ 134 h 13"/>
                <a:gd name="T8" fmla="*/ 951 w 98"/>
                <a:gd name="T9" fmla="*/ 14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3">
                  <a:moveTo>
                    <a:pt x="97" y="9"/>
                  </a:moveTo>
                  <a:cubicBezTo>
                    <a:pt x="76" y="7"/>
                    <a:pt x="54" y="3"/>
                    <a:pt x="33" y="1"/>
                  </a:cubicBezTo>
                  <a:cubicBezTo>
                    <a:pt x="22" y="0"/>
                    <a:pt x="11" y="1"/>
                    <a:pt x="0" y="0"/>
                  </a:cubicBezTo>
                  <a:cubicBezTo>
                    <a:pt x="24" y="2"/>
                    <a:pt x="47" y="13"/>
                    <a:pt x="73" y="12"/>
                  </a:cubicBezTo>
                  <a:cubicBezTo>
                    <a:pt x="81" y="11"/>
                    <a:pt x="91" y="9"/>
                    <a:pt x="98" y="13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0" name="Freeform 651">
              <a:extLst>
                <a:ext uri="{FF2B5EF4-FFF2-40B4-BE49-F238E27FC236}">
                  <a16:creationId xmlns:a16="http://schemas.microsoft.com/office/drawing/2014/main" id="{8089125E-1987-48A5-B5C4-1E4A33C58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104"/>
              <a:ext cx="220" cy="36"/>
            </a:xfrm>
            <a:custGeom>
              <a:avLst/>
              <a:gdLst>
                <a:gd name="T0" fmla="*/ 0 w 103"/>
                <a:gd name="T1" fmla="*/ 0 h 16"/>
                <a:gd name="T2" fmla="*/ 273 w 103"/>
                <a:gd name="T3" fmla="*/ 72 h 16"/>
                <a:gd name="T4" fmla="*/ 651 w 103"/>
                <a:gd name="T5" fmla="*/ 162 h 16"/>
                <a:gd name="T6" fmla="*/ 1004 w 103"/>
                <a:gd name="T7" fmla="*/ 162 h 16"/>
                <a:gd name="T8" fmla="*/ 446 w 103"/>
                <a:gd name="T9" fmla="*/ 72 h 16"/>
                <a:gd name="T10" fmla="*/ 49 w 103"/>
                <a:gd name="T11" fmla="*/ 2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6">
                  <a:moveTo>
                    <a:pt x="0" y="0"/>
                  </a:moveTo>
                  <a:cubicBezTo>
                    <a:pt x="4" y="4"/>
                    <a:pt x="20" y="4"/>
                    <a:pt x="28" y="6"/>
                  </a:cubicBezTo>
                  <a:cubicBezTo>
                    <a:pt x="41" y="9"/>
                    <a:pt x="53" y="12"/>
                    <a:pt x="67" y="14"/>
                  </a:cubicBezTo>
                  <a:cubicBezTo>
                    <a:pt x="80" y="15"/>
                    <a:pt x="91" y="16"/>
                    <a:pt x="103" y="14"/>
                  </a:cubicBezTo>
                  <a:cubicBezTo>
                    <a:pt x="85" y="8"/>
                    <a:pt x="65" y="9"/>
                    <a:pt x="46" y="6"/>
                  </a:cubicBezTo>
                  <a:cubicBezTo>
                    <a:pt x="32" y="4"/>
                    <a:pt x="18" y="5"/>
                    <a:pt x="5" y="2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1" name="Freeform 652">
              <a:extLst>
                <a:ext uri="{FF2B5EF4-FFF2-40B4-BE49-F238E27FC236}">
                  <a16:creationId xmlns:a16="http://schemas.microsoft.com/office/drawing/2014/main" id="{70BB0F7B-4579-4A6C-8EDF-9E9CC25A1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158"/>
              <a:ext cx="177" cy="37"/>
            </a:xfrm>
            <a:custGeom>
              <a:avLst/>
              <a:gdLst>
                <a:gd name="T0" fmla="*/ 804 w 83"/>
                <a:gd name="T1" fmla="*/ 28 h 16"/>
                <a:gd name="T2" fmla="*/ 273 w 83"/>
                <a:gd name="T3" fmla="*/ 65 h 16"/>
                <a:gd name="T4" fmla="*/ 0 w 83"/>
                <a:gd name="T5" fmla="*/ 123 h 16"/>
                <a:gd name="T6" fmla="*/ 522 w 83"/>
                <a:gd name="T7" fmla="*/ 74 h 16"/>
                <a:gd name="T8" fmla="*/ 778 w 83"/>
                <a:gd name="T9" fmla="*/ 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6">
                  <a:moveTo>
                    <a:pt x="83" y="2"/>
                  </a:moveTo>
                  <a:cubicBezTo>
                    <a:pt x="66" y="0"/>
                    <a:pt x="45" y="3"/>
                    <a:pt x="28" y="5"/>
                  </a:cubicBezTo>
                  <a:cubicBezTo>
                    <a:pt x="19" y="6"/>
                    <a:pt x="9" y="8"/>
                    <a:pt x="0" y="10"/>
                  </a:cubicBezTo>
                  <a:cubicBezTo>
                    <a:pt x="15" y="16"/>
                    <a:pt x="38" y="8"/>
                    <a:pt x="54" y="6"/>
                  </a:cubicBezTo>
                  <a:cubicBezTo>
                    <a:pt x="62" y="5"/>
                    <a:pt x="71" y="4"/>
                    <a:pt x="80" y="3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2" name="Freeform 653">
              <a:extLst>
                <a:ext uri="{FF2B5EF4-FFF2-40B4-BE49-F238E27FC236}">
                  <a16:creationId xmlns:a16="http://schemas.microsoft.com/office/drawing/2014/main" id="{DD63BC5C-7EA5-4029-89CE-66ACBB882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190"/>
              <a:ext cx="142" cy="50"/>
            </a:xfrm>
            <a:custGeom>
              <a:avLst/>
              <a:gdLst>
                <a:gd name="T0" fmla="*/ 638 w 67"/>
                <a:gd name="T1" fmla="*/ 0 h 22"/>
                <a:gd name="T2" fmla="*/ 0 w 67"/>
                <a:gd name="T3" fmla="*/ 259 h 22"/>
                <a:gd name="T4" fmla="*/ 610 w 67"/>
                <a:gd name="T5" fmla="*/ 3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2">
                  <a:moveTo>
                    <a:pt x="67" y="0"/>
                  </a:moveTo>
                  <a:cubicBezTo>
                    <a:pt x="46" y="2"/>
                    <a:pt x="19" y="12"/>
                    <a:pt x="0" y="22"/>
                  </a:cubicBezTo>
                  <a:cubicBezTo>
                    <a:pt x="21" y="18"/>
                    <a:pt x="45" y="12"/>
                    <a:pt x="64" y="3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3" name="Freeform 654">
              <a:extLst>
                <a:ext uri="{FF2B5EF4-FFF2-40B4-BE49-F238E27FC236}">
                  <a16:creationId xmlns:a16="http://schemas.microsoft.com/office/drawing/2014/main" id="{20D8616B-BAC4-46FC-9B21-95493332D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49"/>
              <a:ext cx="66" cy="55"/>
            </a:xfrm>
            <a:custGeom>
              <a:avLst/>
              <a:gdLst>
                <a:gd name="T0" fmla="*/ 300 w 31"/>
                <a:gd name="T1" fmla="*/ 11 h 24"/>
                <a:gd name="T2" fmla="*/ 0 w 31"/>
                <a:gd name="T3" fmla="*/ 289 h 24"/>
                <a:gd name="T4" fmla="*/ 300 w 3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">
                  <a:moveTo>
                    <a:pt x="31" y="1"/>
                  </a:moveTo>
                  <a:cubicBezTo>
                    <a:pt x="24" y="10"/>
                    <a:pt x="9" y="18"/>
                    <a:pt x="0" y="24"/>
                  </a:cubicBezTo>
                  <a:cubicBezTo>
                    <a:pt x="9" y="15"/>
                    <a:pt x="22" y="10"/>
                    <a:pt x="31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4" name="Freeform 655">
              <a:extLst>
                <a:ext uri="{FF2B5EF4-FFF2-40B4-BE49-F238E27FC236}">
                  <a16:creationId xmlns:a16="http://schemas.microsoft.com/office/drawing/2014/main" id="{32BF91EA-7765-420E-81AB-D0AF2DE32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281"/>
              <a:ext cx="44" cy="50"/>
            </a:xfrm>
            <a:custGeom>
              <a:avLst/>
              <a:gdLst>
                <a:gd name="T0" fmla="*/ 193 w 21"/>
                <a:gd name="T1" fmla="*/ 0 h 22"/>
                <a:gd name="T2" fmla="*/ 0 w 21"/>
                <a:gd name="T3" fmla="*/ 259 h 22"/>
                <a:gd name="T4" fmla="*/ 193 w 21"/>
                <a:gd name="T5" fmla="*/ 3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21" y="0"/>
                  </a:moveTo>
                  <a:cubicBezTo>
                    <a:pt x="14" y="8"/>
                    <a:pt x="4" y="13"/>
                    <a:pt x="0" y="22"/>
                  </a:cubicBezTo>
                  <a:cubicBezTo>
                    <a:pt x="9" y="20"/>
                    <a:pt x="15" y="10"/>
                    <a:pt x="21" y="3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5" name="Freeform 656">
              <a:extLst>
                <a:ext uri="{FF2B5EF4-FFF2-40B4-BE49-F238E27FC236}">
                  <a16:creationId xmlns:a16="http://schemas.microsoft.com/office/drawing/2014/main" id="{3659AAD9-4183-4F81-971A-035935F17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827"/>
              <a:ext cx="128" cy="132"/>
            </a:xfrm>
            <a:custGeom>
              <a:avLst/>
              <a:gdLst>
                <a:gd name="T0" fmla="*/ 0 w 60"/>
                <a:gd name="T1" fmla="*/ 0 h 58"/>
                <a:gd name="T2" fmla="*/ 378 w 60"/>
                <a:gd name="T3" fmla="*/ 471 h 58"/>
                <a:gd name="T4" fmla="*/ 582 w 60"/>
                <a:gd name="T5" fmla="*/ 683 h 58"/>
                <a:gd name="T6" fmla="*/ 437 w 60"/>
                <a:gd name="T7" fmla="*/ 508 h 58"/>
                <a:gd name="T8" fmla="*/ 241 w 60"/>
                <a:gd name="T9" fmla="*/ 284 h 58"/>
                <a:gd name="T10" fmla="*/ 41 w 60"/>
                <a:gd name="T11" fmla="*/ 36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8">
                  <a:moveTo>
                    <a:pt x="0" y="0"/>
                  </a:moveTo>
                  <a:cubicBezTo>
                    <a:pt x="13" y="13"/>
                    <a:pt x="26" y="27"/>
                    <a:pt x="39" y="40"/>
                  </a:cubicBezTo>
                  <a:cubicBezTo>
                    <a:pt x="45" y="45"/>
                    <a:pt x="52" y="56"/>
                    <a:pt x="60" y="58"/>
                  </a:cubicBezTo>
                  <a:cubicBezTo>
                    <a:pt x="57" y="52"/>
                    <a:pt x="50" y="47"/>
                    <a:pt x="45" y="43"/>
                  </a:cubicBezTo>
                  <a:cubicBezTo>
                    <a:pt x="37" y="37"/>
                    <a:pt x="31" y="32"/>
                    <a:pt x="25" y="24"/>
                  </a:cubicBezTo>
                  <a:cubicBezTo>
                    <a:pt x="19" y="17"/>
                    <a:pt x="12" y="8"/>
                    <a:pt x="4" y="3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6" name="Freeform 657">
              <a:extLst>
                <a:ext uri="{FF2B5EF4-FFF2-40B4-BE49-F238E27FC236}">
                  <a16:creationId xmlns:a16="http://schemas.microsoft.com/office/drawing/2014/main" id="{FD6CCACD-7470-406F-9D92-22E82687E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793"/>
              <a:ext cx="126" cy="134"/>
            </a:xfrm>
            <a:custGeom>
              <a:avLst/>
              <a:gdLst>
                <a:gd name="T0" fmla="*/ 9 w 59"/>
                <a:gd name="T1" fmla="*/ 36 h 59"/>
                <a:gd name="T2" fmla="*/ 96 w 59"/>
                <a:gd name="T3" fmla="*/ 129 h 59"/>
                <a:gd name="T4" fmla="*/ 350 w 59"/>
                <a:gd name="T5" fmla="*/ 443 h 59"/>
                <a:gd name="T6" fmla="*/ 574 w 59"/>
                <a:gd name="T7" fmla="*/ 690 h 59"/>
                <a:gd name="T8" fmla="*/ 224 w 59"/>
                <a:gd name="T9" fmla="*/ 259 h 59"/>
                <a:gd name="T10" fmla="*/ 28 w 59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9">
                  <a:moveTo>
                    <a:pt x="1" y="3"/>
                  </a:moveTo>
                  <a:cubicBezTo>
                    <a:pt x="0" y="0"/>
                    <a:pt x="8" y="9"/>
                    <a:pt x="10" y="11"/>
                  </a:cubicBezTo>
                  <a:cubicBezTo>
                    <a:pt x="19" y="20"/>
                    <a:pt x="27" y="29"/>
                    <a:pt x="36" y="38"/>
                  </a:cubicBezTo>
                  <a:cubicBezTo>
                    <a:pt x="43" y="44"/>
                    <a:pt x="54" y="50"/>
                    <a:pt x="59" y="59"/>
                  </a:cubicBezTo>
                  <a:cubicBezTo>
                    <a:pt x="50" y="44"/>
                    <a:pt x="36" y="33"/>
                    <a:pt x="23" y="22"/>
                  </a:cubicBezTo>
                  <a:cubicBezTo>
                    <a:pt x="16" y="16"/>
                    <a:pt x="10" y="7"/>
                    <a:pt x="3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7" name="Freeform 658">
              <a:extLst>
                <a:ext uri="{FF2B5EF4-FFF2-40B4-BE49-F238E27FC236}">
                  <a16:creationId xmlns:a16="http://schemas.microsoft.com/office/drawing/2014/main" id="{FA506455-E7D5-46C8-A439-2A970C5C6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757"/>
              <a:ext cx="92" cy="138"/>
            </a:xfrm>
            <a:custGeom>
              <a:avLst/>
              <a:gdLst>
                <a:gd name="T0" fmla="*/ 0 w 43"/>
                <a:gd name="T1" fmla="*/ 0 h 61"/>
                <a:gd name="T2" fmla="*/ 293 w 43"/>
                <a:gd name="T3" fmla="*/ 511 h 61"/>
                <a:gd name="T4" fmla="*/ 421 w 43"/>
                <a:gd name="T5" fmla="*/ 706 h 61"/>
                <a:gd name="T6" fmla="*/ 145 w 43"/>
                <a:gd name="T7" fmla="*/ 312 h 61"/>
                <a:gd name="T8" fmla="*/ 0 w 43"/>
                <a:gd name="T9" fmla="*/ 3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1">
                  <a:moveTo>
                    <a:pt x="0" y="0"/>
                  </a:moveTo>
                  <a:cubicBezTo>
                    <a:pt x="3" y="12"/>
                    <a:pt x="20" y="33"/>
                    <a:pt x="30" y="44"/>
                  </a:cubicBezTo>
                  <a:cubicBezTo>
                    <a:pt x="34" y="50"/>
                    <a:pt x="40" y="55"/>
                    <a:pt x="43" y="61"/>
                  </a:cubicBezTo>
                  <a:cubicBezTo>
                    <a:pt x="34" y="50"/>
                    <a:pt x="24" y="39"/>
                    <a:pt x="15" y="27"/>
                  </a:cubicBezTo>
                  <a:cubicBezTo>
                    <a:pt x="10" y="19"/>
                    <a:pt x="6" y="10"/>
                    <a:pt x="0" y="3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8" name="Freeform 659">
              <a:extLst>
                <a:ext uri="{FF2B5EF4-FFF2-40B4-BE49-F238E27FC236}">
                  <a16:creationId xmlns:a16="http://schemas.microsoft.com/office/drawing/2014/main" id="{ACDE61E3-1FED-4D16-BC58-E69C082E6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734"/>
              <a:ext cx="87" cy="143"/>
            </a:xfrm>
            <a:custGeom>
              <a:avLst/>
              <a:gdLst>
                <a:gd name="T0" fmla="*/ 36 w 41"/>
                <a:gd name="T1" fmla="*/ 0 h 63"/>
                <a:gd name="T2" fmla="*/ 393 w 41"/>
                <a:gd name="T3" fmla="*/ 738 h 63"/>
                <a:gd name="T4" fmla="*/ 153 w 41"/>
                <a:gd name="T5" fmla="*/ 340 h 63"/>
                <a:gd name="T6" fmla="*/ 0 w 41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3">
                  <a:moveTo>
                    <a:pt x="4" y="0"/>
                  </a:moveTo>
                  <a:cubicBezTo>
                    <a:pt x="9" y="22"/>
                    <a:pt x="33" y="42"/>
                    <a:pt x="41" y="63"/>
                  </a:cubicBezTo>
                  <a:cubicBezTo>
                    <a:pt x="28" y="57"/>
                    <a:pt x="22" y="41"/>
                    <a:pt x="16" y="29"/>
                  </a:cubicBezTo>
                  <a:cubicBezTo>
                    <a:pt x="11" y="21"/>
                    <a:pt x="2" y="9"/>
                    <a:pt x="0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9" name="Freeform 660">
              <a:extLst>
                <a:ext uri="{FF2B5EF4-FFF2-40B4-BE49-F238E27FC236}">
                  <a16:creationId xmlns:a16="http://schemas.microsoft.com/office/drawing/2014/main" id="{18E1E809-EB34-4E24-96CF-A26A4928F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713"/>
              <a:ext cx="75" cy="143"/>
            </a:xfrm>
            <a:custGeom>
              <a:avLst/>
              <a:gdLst>
                <a:gd name="T0" fmla="*/ 19 w 35"/>
                <a:gd name="T1" fmla="*/ 25 h 63"/>
                <a:gd name="T2" fmla="*/ 0 w 35"/>
                <a:gd name="T3" fmla="*/ 11 h 63"/>
                <a:gd name="T4" fmla="*/ 345 w 35"/>
                <a:gd name="T5" fmla="*/ 738 h 63"/>
                <a:gd name="T6" fmla="*/ 156 w 35"/>
                <a:gd name="T7" fmla="*/ 247 h 63"/>
                <a:gd name="T8" fmla="*/ 19 w 35"/>
                <a:gd name="T9" fmla="*/ 2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3">
                  <a:moveTo>
                    <a:pt x="2" y="2"/>
                  </a:moveTo>
                  <a:cubicBezTo>
                    <a:pt x="1" y="2"/>
                    <a:pt x="1" y="0"/>
                    <a:pt x="0" y="1"/>
                  </a:cubicBezTo>
                  <a:cubicBezTo>
                    <a:pt x="10" y="22"/>
                    <a:pt x="24" y="42"/>
                    <a:pt x="35" y="63"/>
                  </a:cubicBezTo>
                  <a:cubicBezTo>
                    <a:pt x="26" y="53"/>
                    <a:pt x="24" y="33"/>
                    <a:pt x="16" y="21"/>
                  </a:cubicBezTo>
                  <a:cubicBezTo>
                    <a:pt x="12" y="14"/>
                    <a:pt x="7" y="8"/>
                    <a:pt x="2" y="2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0" name="Freeform 661">
              <a:extLst>
                <a:ext uri="{FF2B5EF4-FFF2-40B4-BE49-F238E27FC236}">
                  <a16:creationId xmlns:a16="http://schemas.microsoft.com/office/drawing/2014/main" id="{42BF6AAC-044D-4C38-9273-2F0A25BBE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691"/>
              <a:ext cx="68" cy="152"/>
            </a:xfrm>
            <a:custGeom>
              <a:avLst/>
              <a:gdLst>
                <a:gd name="T0" fmla="*/ 0 w 32"/>
                <a:gd name="T1" fmla="*/ 25 h 67"/>
                <a:gd name="T2" fmla="*/ 9 w 32"/>
                <a:gd name="T3" fmla="*/ 45 h 67"/>
                <a:gd name="T4" fmla="*/ 164 w 32"/>
                <a:gd name="T5" fmla="*/ 442 h 67"/>
                <a:gd name="T6" fmla="*/ 308 w 32"/>
                <a:gd name="T7" fmla="*/ 783 h 67"/>
                <a:gd name="T8" fmla="*/ 19 w 32"/>
                <a:gd name="T9" fmla="*/ 8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67">
                  <a:moveTo>
                    <a:pt x="0" y="2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9" y="13"/>
                    <a:pt x="13" y="26"/>
                    <a:pt x="17" y="38"/>
                  </a:cubicBezTo>
                  <a:cubicBezTo>
                    <a:pt x="21" y="48"/>
                    <a:pt x="24" y="59"/>
                    <a:pt x="32" y="67"/>
                  </a:cubicBezTo>
                  <a:cubicBezTo>
                    <a:pt x="31" y="43"/>
                    <a:pt x="12" y="28"/>
                    <a:pt x="2" y="7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1" name="Freeform 662">
              <a:extLst>
                <a:ext uri="{FF2B5EF4-FFF2-40B4-BE49-F238E27FC236}">
                  <a16:creationId xmlns:a16="http://schemas.microsoft.com/office/drawing/2014/main" id="{95DFFEEA-D092-4BE4-B7DA-844E01139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684"/>
              <a:ext cx="59" cy="157"/>
            </a:xfrm>
            <a:custGeom>
              <a:avLst/>
              <a:gdLst>
                <a:gd name="T0" fmla="*/ 0 w 28"/>
                <a:gd name="T1" fmla="*/ 0 h 69"/>
                <a:gd name="T2" fmla="*/ 261 w 28"/>
                <a:gd name="T3" fmla="*/ 812 h 69"/>
                <a:gd name="T4" fmla="*/ 27 w 28"/>
                <a:gd name="T5" fmla="*/ 36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69">
                  <a:moveTo>
                    <a:pt x="0" y="0"/>
                  </a:moveTo>
                  <a:cubicBezTo>
                    <a:pt x="8" y="23"/>
                    <a:pt x="19" y="46"/>
                    <a:pt x="28" y="69"/>
                  </a:cubicBezTo>
                  <a:cubicBezTo>
                    <a:pt x="17" y="49"/>
                    <a:pt x="17" y="21"/>
                    <a:pt x="3" y="3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2" name="Freeform 663">
              <a:extLst>
                <a:ext uri="{FF2B5EF4-FFF2-40B4-BE49-F238E27FC236}">
                  <a16:creationId xmlns:a16="http://schemas.microsoft.com/office/drawing/2014/main" id="{E2272AAC-0E57-49F0-92C4-E263376F5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666"/>
              <a:ext cx="55" cy="154"/>
            </a:xfrm>
            <a:custGeom>
              <a:avLst/>
              <a:gdLst>
                <a:gd name="T0" fmla="*/ 0 w 26"/>
                <a:gd name="T1" fmla="*/ 0 h 68"/>
                <a:gd name="T2" fmla="*/ 245 w 26"/>
                <a:gd name="T3" fmla="*/ 790 h 68"/>
                <a:gd name="T4" fmla="*/ 112 w 26"/>
                <a:gd name="T5" fmla="*/ 324 h 68"/>
                <a:gd name="T6" fmla="*/ 28 w 26"/>
                <a:gd name="T7" fmla="*/ 25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68">
                  <a:moveTo>
                    <a:pt x="0" y="0"/>
                  </a:moveTo>
                  <a:cubicBezTo>
                    <a:pt x="7" y="22"/>
                    <a:pt x="22" y="47"/>
                    <a:pt x="26" y="68"/>
                  </a:cubicBezTo>
                  <a:cubicBezTo>
                    <a:pt x="19" y="56"/>
                    <a:pt x="17" y="41"/>
                    <a:pt x="12" y="28"/>
                  </a:cubicBezTo>
                  <a:cubicBezTo>
                    <a:pt x="10" y="19"/>
                    <a:pt x="4" y="11"/>
                    <a:pt x="3" y="2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3" name="Freeform 664">
              <a:extLst>
                <a:ext uri="{FF2B5EF4-FFF2-40B4-BE49-F238E27FC236}">
                  <a16:creationId xmlns:a16="http://schemas.microsoft.com/office/drawing/2014/main" id="{47568960-A0E0-486B-9008-348BBC994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643"/>
              <a:ext cx="39" cy="175"/>
            </a:xfrm>
            <a:custGeom>
              <a:avLst/>
              <a:gdLst>
                <a:gd name="T0" fmla="*/ 0 w 18"/>
                <a:gd name="T1" fmla="*/ 0 h 77"/>
                <a:gd name="T2" fmla="*/ 165 w 18"/>
                <a:gd name="T3" fmla="*/ 905 h 77"/>
                <a:gd name="T4" fmla="*/ 104 w 18"/>
                <a:gd name="T5" fmla="*/ 414 h 77"/>
                <a:gd name="T6" fmla="*/ 33 w 18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7">
                  <a:moveTo>
                    <a:pt x="0" y="0"/>
                  </a:moveTo>
                  <a:cubicBezTo>
                    <a:pt x="1" y="24"/>
                    <a:pt x="11" y="52"/>
                    <a:pt x="16" y="77"/>
                  </a:cubicBezTo>
                  <a:cubicBezTo>
                    <a:pt x="18" y="63"/>
                    <a:pt x="13" y="49"/>
                    <a:pt x="10" y="35"/>
                  </a:cubicBezTo>
                  <a:cubicBezTo>
                    <a:pt x="8" y="25"/>
                    <a:pt x="8" y="9"/>
                    <a:pt x="3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4" name="Freeform 665">
              <a:extLst>
                <a:ext uri="{FF2B5EF4-FFF2-40B4-BE49-F238E27FC236}">
                  <a16:creationId xmlns:a16="http://schemas.microsoft.com/office/drawing/2014/main" id="{E8D00328-00F6-4675-9B37-97F64599B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632"/>
              <a:ext cx="40" cy="179"/>
            </a:xfrm>
            <a:custGeom>
              <a:avLst/>
              <a:gdLst>
                <a:gd name="T0" fmla="*/ 0 w 19"/>
                <a:gd name="T1" fmla="*/ 36 h 79"/>
                <a:gd name="T2" fmla="*/ 160 w 19"/>
                <a:gd name="T3" fmla="*/ 920 h 79"/>
                <a:gd name="T4" fmla="*/ 57 w 19"/>
                <a:gd name="T5" fmla="*/ 256 h 79"/>
                <a:gd name="T6" fmla="*/ 17 w 19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9">
                  <a:moveTo>
                    <a:pt x="0" y="3"/>
                  </a:moveTo>
                  <a:cubicBezTo>
                    <a:pt x="4" y="29"/>
                    <a:pt x="10" y="54"/>
                    <a:pt x="17" y="79"/>
                  </a:cubicBezTo>
                  <a:cubicBezTo>
                    <a:pt x="19" y="61"/>
                    <a:pt x="9" y="40"/>
                    <a:pt x="6" y="22"/>
                  </a:cubicBezTo>
                  <a:cubicBezTo>
                    <a:pt x="5" y="16"/>
                    <a:pt x="4" y="4"/>
                    <a:pt x="2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5" name="Freeform 666">
              <a:extLst>
                <a:ext uri="{FF2B5EF4-FFF2-40B4-BE49-F238E27FC236}">
                  <a16:creationId xmlns:a16="http://schemas.microsoft.com/office/drawing/2014/main" id="{79517995-AFDB-4A01-B575-1765DA39E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620"/>
              <a:ext cx="42" cy="164"/>
            </a:xfrm>
            <a:custGeom>
              <a:avLst/>
              <a:gdLst>
                <a:gd name="T0" fmla="*/ 0 w 20"/>
                <a:gd name="T1" fmla="*/ 0 h 72"/>
                <a:gd name="T2" fmla="*/ 101 w 20"/>
                <a:gd name="T3" fmla="*/ 601 h 72"/>
                <a:gd name="T4" fmla="*/ 185 w 20"/>
                <a:gd name="T5" fmla="*/ 852 h 72"/>
                <a:gd name="T6" fmla="*/ 27 w 20"/>
                <a:gd name="T7" fmla="*/ 1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2">
                  <a:moveTo>
                    <a:pt x="0" y="0"/>
                  </a:moveTo>
                  <a:cubicBezTo>
                    <a:pt x="0" y="15"/>
                    <a:pt x="7" y="35"/>
                    <a:pt x="11" y="51"/>
                  </a:cubicBezTo>
                  <a:cubicBezTo>
                    <a:pt x="13" y="58"/>
                    <a:pt x="14" y="67"/>
                    <a:pt x="20" y="72"/>
                  </a:cubicBezTo>
                  <a:cubicBezTo>
                    <a:pt x="9" y="50"/>
                    <a:pt x="14" y="23"/>
                    <a:pt x="3" y="1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6" name="Freeform 667">
              <a:extLst>
                <a:ext uri="{FF2B5EF4-FFF2-40B4-BE49-F238E27FC236}">
                  <a16:creationId xmlns:a16="http://schemas.microsoft.com/office/drawing/2014/main" id="{1A3DA1A1-C9EF-4D68-AB12-6128C0A32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611"/>
              <a:ext cx="36" cy="173"/>
            </a:xfrm>
            <a:custGeom>
              <a:avLst/>
              <a:gdLst>
                <a:gd name="T0" fmla="*/ 17 w 17"/>
                <a:gd name="T1" fmla="*/ 0 h 76"/>
                <a:gd name="T2" fmla="*/ 161 w 17"/>
                <a:gd name="T3" fmla="*/ 897 h 76"/>
                <a:gd name="T4" fmla="*/ 8 w 17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6">
                  <a:moveTo>
                    <a:pt x="2" y="0"/>
                  </a:moveTo>
                  <a:cubicBezTo>
                    <a:pt x="10" y="23"/>
                    <a:pt x="16" y="52"/>
                    <a:pt x="17" y="76"/>
                  </a:cubicBezTo>
                  <a:cubicBezTo>
                    <a:pt x="10" y="52"/>
                    <a:pt x="0" y="26"/>
                    <a:pt x="1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7" name="Freeform 668">
              <a:extLst>
                <a:ext uri="{FF2B5EF4-FFF2-40B4-BE49-F238E27FC236}">
                  <a16:creationId xmlns:a16="http://schemas.microsoft.com/office/drawing/2014/main" id="{B56B04F4-EF08-4870-8BBA-91397CD5D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593"/>
              <a:ext cx="40" cy="177"/>
            </a:xfrm>
            <a:custGeom>
              <a:avLst/>
              <a:gdLst>
                <a:gd name="T0" fmla="*/ 0 w 19"/>
                <a:gd name="T1" fmla="*/ 0 h 78"/>
                <a:gd name="T2" fmla="*/ 152 w 19"/>
                <a:gd name="T3" fmla="*/ 912 h 78"/>
                <a:gd name="T4" fmla="*/ 76 w 19"/>
                <a:gd name="T5" fmla="*/ 304 h 78"/>
                <a:gd name="T6" fmla="*/ 36 w 19"/>
                <a:gd name="T7" fmla="*/ 73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8">
                  <a:moveTo>
                    <a:pt x="0" y="0"/>
                  </a:moveTo>
                  <a:cubicBezTo>
                    <a:pt x="9" y="23"/>
                    <a:pt x="14" y="53"/>
                    <a:pt x="16" y="78"/>
                  </a:cubicBezTo>
                  <a:cubicBezTo>
                    <a:pt x="19" y="61"/>
                    <a:pt x="11" y="43"/>
                    <a:pt x="8" y="26"/>
                  </a:cubicBezTo>
                  <a:cubicBezTo>
                    <a:pt x="7" y="19"/>
                    <a:pt x="8" y="12"/>
                    <a:pt x="4" y="6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8" name="Freeform 669">
              <a:extLst>
                <a:ext uri="{FF2B5EF4-FFF2-40B4-BE49-F238E27FC236}">
                  <a16:creationId xmlns:a16="http://schemas.microsoft.com/office/drawing/2014/main" id="{86EC89D0-3AEE-41C9-AD23-696DE210B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584"/>
              <a:ext cx="19" cy="168"/>
            </a:xfrm>
            <a:custGeom>
              <a:avLst/>
              <a:gdLst>
                <a:gd name="T0" fmla="*/ 17 w 9"/>
                <a:gd name="T1" fmla="*/ 0 h 74"/>
                <a:gd name="T2" fmla="*/ 57 w 9"/>
                <a:gd name="T3" fmla="*/ 561 h 74"/>
                <a:gd name="T4" fmla="*/ 84 w 9"/>
                <a:gd name="T5" fmla="*/ 865 h 74"/>
                <a:gd name="T6" fmla="*/ 17 w 9"/>
                <a:gd name="T7" fmla="*/ 45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4">
                  <a:moveTo>
                    <a:pt x="2" y="0"/>
                  </a:moveTo>
                  <a:cubicBezTo>
                    <a:pt x="0" y="15"/>
                    <a:pt x="5" y="33"/>
                    <a:pt x="6" y="48"/>
                  </a:cubicBezTo>
                  <a:cubicBezTo>
                    <a:pt x="7" y="56"/>
                    <a:pt x="5" y="67"/>
                    <a:pt x="9" y="74"/>
                  </a:cubicBezTo>
                  <a:cubicBezTo>
                    <a:pt x="8" y="51"/>
                    <a:pt x="2" y="27"/>
                    <a:pt x="2" y="4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9" name="Freeform 670">
              <a:extLst>
                <a:ext uri="{FF2B5EF4-FFF2-40B4-BE49-F238E27FC236}">
                  <a16:creationId xmlns:a16="http://schemas.microsoft.com/office/drawing/2014/main" id="{1DDC9AD6-469C-41FF-B066-5DF1A5756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582"/>
              <a:ext cx="30" cy="166"/>
            </a:xfrm>
            <a:custGeom>
              <a:avLst/>
              <a:gdLst>
                <a:gd name="T0" fmla="*/ 0 w 14"/>
                <a:gd name="T1" fmla="*/ 0 h 73"/>
                <a:gd name="T2" fmla="*/ 109 w 14"/>
                <a:gd name="T3" fmla="*/ 673 h 73"/>
                <a:gd name="T4" fmla="*/ 137 w 14"/>
                <a:gd name="T5" fmla="*/ 857 h 73"/>
                <a:gd name="T6" fmla="*/ 41 w 14"/>
                <a:gd name="T7" fmla="*/ 36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3">
                  <a:moveTo>
                    <a:pt x="0" y="0"/>
                  </a:moveTo>
                  <a:cubicBezTo>
                    <a:pt x="3" y="19"/>
                    <a:pt x="8" y="38"/>
                    <a:pt x="11" y="57"/>
                  </a:cubicBezTo>
                  <a:cubicBezTo>
                    <a:pt x="12" y="63"/>
                    <a:pt x="12" y="68"/>
                    <a:pt x="14" y="73"/>
                  </a:cubicBezTo>
                  <a:cubicBezTo>
                    <a:pt x="12" y="52"/>
                    <a:pt x="14" y="22"/>
                    <a:pt x="4" y="3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0" name="Freeform 671">
              <a:extLst>
                <a:ext uri="{FF2B5EF4-FFF2-40B4-BE49-F238E27FC236}">
                  <a16:creationId xmlns:a16="http://schemas.microsoft.com/office/drawing/2014/main" id="{7C227380-2FBB-43D9-863E-1C3428FF9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577"/>
              <a:ext cx="38" cy="168"/>
            </a:xfrm>
            <a:custGeom>
              <a:avLst/>
              <a:gdLst>
                <a:gd name="T0" fmla="*/ 0 w 18"/>
                <a:gd name="T1" fmla="*/ 0 h 74"/>
                <a:gd name="T2" fmla="*/ 93 w 18"/>
                <a:gd name="T3" fmla="*/ 865 h 74"/>
                <a:gd name="T4" fmla="*/ 103 w 18"/>
                <a:gd name="T5" fmla="*/ 247 h 74"/>
                <a:gd name="T6" fmla="*/ 27 w 18"/>
                <a:gd name="T7" fmla="*/ 0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4">
                  <a:moveTo>
                    <a:pt x="0" y="0"/>
                  </a:moveTo>
                  <a:cubicBezTo>
                    <a:pt x="3" y="24"/>
                    <a:pt x="13" y="50"/>
                    <a:pt x="10" y="74"/>
                  </a:cubicBezTo>
                  <a:cubicBezTo>
                    <a:pt x="12" y="56"/>
                    <a:pt x="18" y="38"/>
                    <a:pt x="11" y="21"/>
                  </a:cubicBezTo>
                  <a:cubicBezTo>
                    <a:pt x="8" y="14"/>
                    <a:pt x="5" y="7"/>
                    <a:pt x="3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1" name="Freeform 672">
              <a:extLst>
                <a:ext uri="{FF2B5EF4-FFF2-40B4-BE49-F238E27FC236}">
                  <a16:creationId xmlns:a16="http://schemas.microsoft.com/office/drawing/2014/main" id="{2D5D0B31-83F2-4BB7-A784-E58970278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575"/>
              <a:ext cx="21" cy="168"/>
            </a:xfrm>
            <a:custGeom>
              <a:avLst/>
              <a:gdLst>
                <a:gd name="T0" fmla="*/ 0 w 10"/>
                <a:gd name="T1" fmla="*/ 0 h 74"/>
                <a:gd name="T2" fmla="*/ 76 w 10"/>
                <a:gd name="T3" fmla="*/ 865 h 74"/>
                <a:gd name="T4" fmla="*/ 76 w 10"/>
                <a:gd name="T5" fmla="*/ 397 h 74"/>
                <a:gd name="T6" fmla="*/ 0 w 10"/>
                <a:gd name="T7" fmla="*/ 25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4">
                  <a:moveTo>
                    <a:pt x="0" y="0"/>
                  </a:moveTo>
                  <a:cubicBezTo>
                    <a:pt x="2" y="23"/>
                    <a:pt x="3" y="52"/>
                    <a:pt x="8" y="74"/>
                  </a:cubicBezTo>
                  <a:cubicBezTo>
                    <a:pt x="7" y="61"/>
                    <a:pt x="10" y="48"/>
                    <a:pt x="8" y="34"/>
                  </a:cubicBezTo>
                  <a:cubicBezTo>
                    <a:pt x="7" y="23"/>
                    <a:pt x="2" y="13"/>
                    <a:pt x="0" y="2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2" name="Freeform 673">
              <a:extLst>
                <a:ext uri="{FF2B5EF4-FFF2-40B4-BE49-F238E27FC236}">
                  <a16:creationId xmlns:a16="http://schemas.microsoft.com/office/drawing/2014/main" id="{325CBA79-97C7-451D-B77D-6C0C4110A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577"/>
              <a:ext cx="15" cy="157"/>
            </a:xfrm>
            <a:custGeom>
              <a:avLst/>
              <a:gdLst>
                <a:gd name="T0" fmla="*/ 41 w 7"/>
                <a:gd name="T1" fmla="*/ 0 h 69"/>
                <a:gd name="T2" fmla="*/ 69 w 7"/>
                <a:gd name="T3" fmla="*/ 812 h 69"/>
                <a:gd name="T4" fmla="*/ 60 w 7"/>
                <a:gd name="T5" fmla="*/ 389 h 69"/>
                <a:gd name="T6" fmla="*/ 28 w 7"/>
                <a:gd name="T7" fmla="*/ 11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9">
                  <a:moveTo>
                    <a:pt x="4" y="0"/>
                  </a:moveTo>
                  <a:cubicBezTo>
                    <a:pt x="0" y="21"/>
                    <a:pt x="0" y="49"/>
                    <a:pt x="7" y="69"/>
                  </a:cubicBezTo>
                  <a:cubicBezTo>
                    <a:pt x="5" y="57"/>
                    <a:pt x="7" y="45"/>
                    <a:pt x="6" y="33"/>
                  </a:cubicBezTo>
                  <a:cubicBezTo>
                    <a:pt x="5" y="22"/>
                    <a:pt x="2" y="12"/>
                    <a:pt x="3" y="1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3" name="Freeform 674">
              <a:extLst>
                <a:ext uri="{FF2B5EF4-FFF2-40B4-BE49-F238E27FC236}">
                  <a16:creationId xmlns:a16="http://schemas.microsoft.com/office/drawing/2014/main" id="{7EDD6EC3-1ACD-4155-A448-08EE34E3F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573"/>
              <a:ext cx="19" cy="150"/>
            </a:xfrm>
            <a:custGeom>
              <a:avLst/>
              <a:gdLst>
                <a:gd name="T0" fmla="*/ 8 w 9"/>
                <a:gd name="T1" fmla="*/ 0 h 66"/>
                <a:gd name="T2" fmla="*/ 36 w 9"/>
                <a:gd name="T3" fmla="*/ 775 h 66"/>
                <a:gd name="T4" fmla="*/ 57 w 9"/>
                <a:gd name="T5" fmla="*/ 361 h 66"/>
                <a:gd name="T6" fmla="*/ 49 w 9"/>
                <a:gd name="T7" fmla="*/ 93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6">
                  <a:moveTo>
                    <a:pt x="1" y="0"/>
                  </a:moveTo>
                  <a:cubicBezTo>
                    <a:pt x="0" y="22"/>
                    <a:pt x="1" y="45"/>
                    <a:pt x="4" y="66"/>
                  </a:cubicBezTo>
                  <a:cubicBezTo>
                    <a:pt x="8" y="55"/>
                    <a:pt x="6" y="43"/>
                    <a:pt x="6" y="31"/>
                  </a:cubicBezTo>
                  <a:cubicBezTo>
                    <a:pt x="6" y="24"/>
                    <a:pt x="9" y="13"/>
                    <a:pt x="5" y="8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4" name="Freeform 675">
              <a:extLst>
                <a:ext uri="{FF2B5EF4-FFF2-40B4-BE49-F238E27FC236}">
                  <a16:creationId xmlns:a16="http://schemas.microsoft.com/office/drawing/2014/main" id="{6760B0F9-67DD-4EAB-9EB4-5C328D07A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568"/>
              <a:ext cx="17" cy="170"/>
            </a:xfrm>
            <a:custGeom>
              <a:avLst/>
              <a:gdLst>
                <a:gd name="T0" fmla="*/ 77 w 8"/>
                <a:gd name="T1" fmla="*/ 57 h 75"/>
                <a:gd name="T2" fmla="*/ 28 w 8"/>
                <a:gd name="T3" fmla="*/ 873 h 75"/>
                <a:gd name="T4" fmla="*/ 68 w 8"/>
                <a:gd name="T5" fmla="*/ 324 h 75"/>
                <a:gd name="T6" fmla="*/ 68 w 8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5">
                  <a:moveTo>
                    <a:pt x="8" y="5"/>
                  </a:moveTo>
                  <a:cubicBezTo>
                    <a:pt x="6" y="6"/>
                    <a:pt x="0" y="65"/>
                    <a:pt x="3" y="75"/>
                  </a:cubicBezTo>
                  <a:cubicBezTo>
                    <a:pt x="5" y="59"/>
                    <a:pt x="7" y="44"/>
                    <a:pt x="7" y="28"/>
                  </a:cubicBezTo>
                  <a:cubicBezTo>
                    <a:pt x="6" y="20"/>
                    <a:pt x="5" y="6"/>
                    <a:pt x="7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5" name="Freeform 676">
              <a:extLst>
                <a:ext uri="{FF2B5EF4-FFF2-40B4-BE49-F238E27FC236}">
                  <a16:creationId xmlns:a16="http://schemas.microsoft.com/office/drawing/2014/main" id="{E679A205-AB0A-4867-AF48-D45FCFE28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575"/>
              <a:ext cx="13" cy="150"/>
            </a:xfrm>
            <a:custGeom>
              <a:avLst/>
              <a:gdLst>
                <a:gd name="T0" fmla="*/ 52 w 6"/>
                <a:gd name="T1" fmla="*/ 25 h 66"/>
                <a:gd name="T2" fmla="*/ 0 w 6"/>
                <a:gd name="T3" fmla="*/ 775 h 66"/>
                <a:gd name="T4" fmla="*/ 61 w 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6">
                  <a:moveTo>
                    <a:pt x="5" y="2"/>
                  </a:moveTo>
                  <a:cubicBezTo>
                    <a:pt x="1" y="22"/>
                    <a:pt x="0" y="45"/>
                    <a:pt x="0" y="66"/>
                  </a:cubicBezTo>
                  <a:cubicBezTo>
                    <a:pt x="3" y="43"/>
                    <a:pt x="5" y="22"/>
                    <a:pt x="6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6" name="Freeform 677">
              <a:extLst>
                <a:ext uri="{FF2B5EF4-FFF2-40B4-BE49-F238E27FC236}">
                  <a16:creationId xmlns:a16="http://schemas.microsoft.com/office/drawing/2014/main" id="{09D9197D-710E-45CC-A0BD-6EF343876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577"/>
              <a:ext cx="21" cy="143"/>
            </a:xfrm>
            <a:custGeom>
              <a:avLst/>
              <a:gdLst>
                <a:gd name="T0" fmla="*/ 76 w 10"/>
                <a:gd name="T1" fmla="*/ 0 h 63"/>
                <a:gd name="T2" fmla="*/ 0 w 10"/>
                <a:gd name="T3" fmla="*/ 738 h 63"/>
                <a:gd name="T4" fmla="*/ 92 w 1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3">
                  <a:moveTo>
                    <a:pt x="8" y="0"/>
                  </a:moveTo>
                  <a:cubicBezTo>
                    <a:pt x="5" y="21"/>
                    <a:pt x="1" y="42"/>
                    <a:pt x="0" y="63"/>
                  </a:cubicBezTo>
                  <a:cubicBezTo>
                    <a:pt x="4" y="42"/>
                    <a:pt x="8" y="22"/>
                    <a:pt x="10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7" name="Freeform 678">
              <a:extLst>
                <a:ext uri="{FF2B5EF4-FFF2-40B4-BE49-F238E27FC236}">
                  <a16:creationId xmlns:a16="http://schemas.microsoft.com/office/drawing/2014/main" id="{18C27748-F745-43BF-8168-FC30ACA07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584"/>
              <a:ext cx="30" cy="136"/>
            </a:xfrm>
            <a:custGeom>
              <a:avLst/>
              <a:gdLst>
                <a:gd name="T0" fmla="*/ 109 w 14"/>
                <a:gd name="T1" fmla="*/ 57 h 60"/>
                <a:gd name="T2" fmla="*/ 19 w 14"/>
                <a:gd name="T3" fmla="*/ 698 h 60"/>
                <a:gd name="T4" fmla="*/ 137 w 1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0">
                  <a:moveTo>
                    <a:pt x="11" y="5"/>
                  </a:moveTo>
                  <a:cubicBezTo>
                    <a:pt x="4" y="11"/>
                    <a:pt x="0" y="49"/>
                    <a:pt x="2" y="60"/>
                  </a:cubicBezTo>
                  <a:cubicBezTo>
                    <a:pt x="6" y="40"/>
                    <a:pt x="11" y="20"/>
                    <a:pt x="14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8" name="Freeform 679">
              <a:extLst>
                <a:ext uri="{FF2B5EF4-FFF2-40B4-BE49-F238E27FC236}">
                  <a16:creationId xmlns:a16="http://schemas.microsoft.com/office/drawing/2014/main" id="{E1FFA458-A817-430F-A593-AF6A13367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02"/>
              <a:ext cx="36" cy="141"/>
            </a:xfrm>
            <a:custGeom>
              <a:avLst/>
              <a:gdLst>
                <a:gd name="T0" fmla="*/ 161 w 17"/>
                <a:gd name="T1" fmla="*/ 45 h 62"/>
                <a:gd name="T2" fmla="*/ 0 w 17"/>
                <a:gd name="T3" fmla="*/ 730 h 62"/>
                <a:gd name="T4" fmla="*/ 152 w 17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2">
                  <a:moveTo>
                    <a:pt x="17" y="4"/>
                  </a:moveTo>
                  <a:cubicBezTo>
                    <a:pt x="7" y="20"/>
                    <a:pt x="2" y="43"/>
                    <a:pt x="0" y="62"/>
                  </a:cubicBezTo>
                  <a:cubicBezTo>
                    <a:pt x="6" y="41"/>
                    <a:pt x="13" y="22"/>
                    <a:pt x="16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9" name="Freeform 680">
              <a:extLst>
                <a:ext uri="{FF2B5EF4-FFF2-40B4-BE49-F238E27FC236}">
                  <a16:creationId xmlns:a16="http://schemas.microsoft.com/office/drawing/2014/main" id="{C0687E1B-2F26-41F0-A31D-2C2BA400C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609"/>
              <a:ext cx="45" cy="123"/>
            </a:xfrm>
            <a:custGeom>
              <a:avLst/>
              <a:gdLst>
                <a:gd name="T0" fmla="*/ 156 w 21"/>
                <a:gd name="T1" fmla="*/ 48 h 54"/>
                <a:gd name="T2" fmla="*/ 165 w 21"/>
                <a:gd name="T3" fmla="*/ 11 h 54"/>
                <a:gd name="T4" fmla="*/ 0 w 21"/>
                <a:gd name="T5" fmla="*/ 638 h 54"/>
                <a:gd name="T6" fmla="*/ 129 w 21"/>
                <a:gd name="T7" fmla="*/ 260 h 54"/>
                <a:gd name="T8" fmla="*/ 206 w 21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4">
                  <a:moveTo>
                    <a:pt x="16" y="4"/>
                  </a:moveTo>
                  <a:cubicBezTo>
                    <a:pt x="17" y="3"/>
                    <a:pt x="17" y="2"/>
                    <a:pt x="17" y="1"/>
                  </a:cubicBezTo>
                  <a:cubicBezTo>
                    <a:pt x="12" y="18"/>
                    <a:pt x="2" y="36"/>
                    <a:pt x="0" y="54"/>
                  </a:cubicBezTo>
                  <a:cubicBezTo>
                    <a:pt x="4" y="43"/>
                    <a:pt x="10" y="34"/>
                    <a:pt x="13" y="22"/>
                  </a:cubicBezTo>
                  <a:cubicBezTo>
                    <a:pt x="15" y="14"/>
                    <a:pt x="16" y="7"/>
                    <a:pt x="21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0" name="Freeform 681">
              <a:extLst>
                <a:ext uri="{FF2B5EF4-FFF2-40B4-BE49-F238E27FC236}">
                  <a16:creationId xmlns:a16="http://schemas.microsoft.com/office/drawing/2014/main" id="{27AFA635-17DB-4AA3-A201-130612373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614"/>
              <a:ext cx="51" cy="145"/>
            </a:xfrm>
            <a:custGeom>
              <a:avLst/>
              <a:gdLst>
                <a:gd name="T0" fmla="*/ 213 w 24"/>
                <a:gd name="T1" fmla="*/ 0 h 64"/>
                <a:gd name="T2" fmla="*/ 9 w 24"/>
                <a:gd name="T3" fmla="*/ 745 h 64"/>
                <a:gd name="T4" fmla="*/ 230 w 24"/>
                <a:gd name="T5" fmla="*/ 102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4">
                  <a:moveTo>
                    <a:pt x="22" y="0"/>
                  </a:moveTo>
                  <a:cubicBezTo>
                    <a:pt x="19" y="23"/>
                    <a:pt x="6" y="42"/>
                    <a:pt x="1" y="64"/>
                  </a:cubicBezTo>
                  <a:cubicBezTo>
                    <a:pt x="0" y="46"/>
                    <a:pt x="22" y="28"/>
                    <a:pt x="24" y="9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1" name="Freeform 682">
              <a:extLst>
                <a:ext uri="{FF2B5EF4-FFF2-40B4-BE49-F238E27FC236}">
                  <a16:creationId xmlns:a16="http://schemas.microsoft.com/office/drawing/2014/main" id="{3EB3D3A4-2599-4B14-9C2B-31F25A652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650"/>
              <a:ext cx="66" cy="129"/>
            </a:xfrm>
            <a:custGeom>
              <a:avLst/>
              <a:gdLst>
                <a:gd name="T0" fmla="*/ 258 w 31"/>
                <a:gd name="T1" fmla="*/ 11 h 57"/>
                <a:gd name="T2" fmla="*/ 0 w 31"/>
                <a:gd name="T3" fmla="*/ 661 h 57"/>
                <a:gd name="T4" fmla="*/ 300 w 31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7">
                  <a:moveTo>
                    <a:pt x="27" y="1"/>
                  </a:moveTo>
                  <a:cubicBezTo>
                    <a:pt x="21" y="20"/>
                    <a:pt x="8" y="38"/>
                    <a:pt x="0" y="57"/>
                  </a:cubicBezTo>
                  <a:cubicBezTo>
                    <a:pt x="10" y="38"/>
                    <a:pt x="27" y="21"/>
                    <a:pt x="31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2" name="Freeform 683">
              <a:extLst>
                <a:ext uri="{FF2B5EF4-FFF2-40B4-BE49-F238E27FC236}">
                  <a16:creationId xmlns:a16="http://schemas.microsoft.com/office/drawing/2014/main" id="{257745C3-372A-4587-8791-E2A22F3BD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6"/>
              <a:ext cx="70" cy="118"/>
            </a:xfrm>
            <a:custGeom>
              <a:avLst/>
              <a:gdLst>
                <a:gd name="T0" fmla="*/ 288 w 33"/>
                <a:gd name="T1" fmla="*/ 0 h 52"/>
                <a:gd name="T2" fmla="*/ 0 w 33"/>
                <a:gd name="T3" fmla="*/ 608 h 52"/>
                <a:gd name="T4" fmla="*/ 314 w 33"/>
                <a:gd name="T5" fmla="*/ 1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2">
                  <a:moveTo>
                    <a:pt x="30" y="0"/>
                  </a:moveTo>
                  <a:cubicBezTo>
                    <a:pt x="23" y="16"/>
                    <a:pt x="11" y="38"/>
                    <a:pt x="0" y="52"/>
                  </a:cubicBezTo>
                  <a:cubicBezTo>
                    <a:pt x="14" y="43"/>
                    <a:pt x="26" y="16"/>
                    <a:pt x="33" y="1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3" name="Freeform 684">
              <a:extLst>
                <a:ext uri="{FF2B5EF4-FFF2-40B4-BE49-F238E27FC236}">
                  <a16:creationId xmlns:a16="http://schemas.microsoft.com/office/drawing/2014/main" id="{AB191E3C-142E-4A7B-925D-7BD2D391C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95"/>
              <a:ext cx="83" cy="102"/>
            </a:xfrm>
            <a:custGeom>
              <a:avLst/>
              <a:gdLst>
                <a:gd name="T0" fmla="*/ 0 w 39"/>
                <a:gd name="T1" fmla="*/ 524 h 45"/>
                <a:gd name="T2" fmla="*/ 377 w 39"/>
                <a:gd name="T3" fmla="*/ 0 h 45"/>
                <a:gd name="T4" fmla="*/ 19 w 39"/>
                <a:gd name="T5" fmla="*/ 49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5">
                  <a:moveTo>
                    <a:pt x="0" y="45"/>
                  </a:moveTo>
                  <a:cubicBezTo>
                    <a:pt x="0" y="34"/>
                    <a:pt x="28" y="11"/>
                    <a:pt x="39" y="0"/>
                  </a:cubicBezTo>
                  <a:cubicBezTo>
                    <a:pt x="29" y="17"/>
                    <a:pt x="14" y="29"/>
                    <a:pt x="2" y="43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4" name="Freeform 685">
              <a:extLst>
                <a:ext uri="{FF2B5EF4-FFF2-40B4-BE49-F238E27FC236}">
                  <a16:creationId xmlns:a16="http://schemas.microsoft.com/office/drawing/2014/main" id="{5909AE6E-58EB-4DB8-AFD7-631806D6A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736"/>
              <a:ext cx="107" cy="84"/>
            </a:xfrm>
            <a:custGeom>
              <a:avLst/>
              <a:gdLst>
                <a:gd name="T0" fmla="*/ 0 w 50"/>
                <a:gd name="T1" fmla="*/ 434 h 37"/>
                <a:gd name="T2" fmla="*/ 362 w 50"/>
                <a:gd name="T3" fmla="*/ 93 h 37"/>
                <a:gd name="T4" fmla="*/ 490 w 50"/>
                <a:gd name="T5" fmla="*/ 0 h 37"/>
                <a:gd name="T6" fmla="*/ 68 w 50"/>
                <a:gd name="T7" fmla="*/ 42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7">
                  <a:moveTo>
                    <a:pt x="0" y="37"/>
                  </a:moveTo>
                  <a:cubicBezTo>
                    <a:pt x="14" y="30"/>
                    <a:pt x="24" y="16"/>
                    <a:pt x="37" y="8"/>
                  </a:cubicBezTo>
                  <a:cubicBezTo>
                    <a:pt x="42" y="5"/>
                    <a:pt x="46" y="4"/>
                    <a:pt x="50" y="0"/>
                  </a:cubicBezTo>
                  <a:cubicBezTo>
                    <a:pt x="36" y="10"/>
                    <a:pt x="20" y="27"/>
                    <a:pt x="7" y="36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5" name="Freeform 686">
              <a:extLst>
                <a:ext uri="{FF2B5EF4-FFF2-40B4-BE49-F238E27FC236}">
                  <a16:creationId xmlns:a16="http://schemas.microsoft.com/office/drawing/2014/main" id="{668143DF-F5F4-4256-A54D-8F6B757EE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761"/>
              <a:ext cx="102" cy="95"/>
            </a:xfrm>
            <a:custGeom>
              <a:avLst/>
              <a:gdLst>
                <a:gd name="T0" fmla="*/ 0 w 48"/>
                <a:gd name="T1" fmla="*/ 486 h 42"/>
                <a:gd name="T2" fmla="*/ 461 w 48"/>
                <a:gd name="T3" fmla="*/ 0 h 42"/>
                <a:gd name="T4" fmla="*/ 85 w 48"/>
                <a:gd name="T5" fmla="*/ 40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2">
                  <a:moveTo>
                    <a:pt x="0" y="42"/>
                  </a:moveTo>
                  <a:cubicBezTo>
                    <a:pt x="16" y="27"/>
                    <a:pt x="30" y="13"/>
                    <a:pt x="48" y="0"/>
                  </a:cubicBezTo>
                  <a:cubicBezTo>
                    <a:pt x="43" y="11"/>
                    <a:pt x="20" y="31"/>
                    <a:pt x="9" y="35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6" name="Freeform 687">
              <a:extLst>
                <a:ext uri="{FF2B5EF4-FFF2-40B4-BE49-F238E27FC236}">
                  <a16:creationId xmlns:a16="http://schemas.microsoft.com/office/drawing/2014/main" id="{252E11D2-FF85-4D94-B217-6350D7EC0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829"/>
              <a:ext cx="107" cy="62"/>
            </a:xfrm>
            <a:custGeom>
              <a:avLst/>
              <a:gdLst>
                <a:gd name="T0" fmla="*/ 0 w 50"/>
                <a:gd name="T1" fmla="*/ 326 h 27"/>
                <a:gd name="T2" fmla="*/ 490 w 50"/>
                <a:gd name="T3" fmla="*/ 0 h 27"/>
                <a:gd name="T4" fmla="*/ 60 w 50"/>
                <a:gd name="T5" fmla="*/ 26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7">
                  <a:moveTo>
                    <a:pt x="0" y="27"/>
                  </a:moveTo>
                  <a:cubicBezTo>
                    <a:pt x="14" y="13"/>
                    <a:pt x="33" y="9"/>
                    <a:pt x="50" y="0"/>
                  </a:cubicBezTo>
                  <a:cubicBezTo>
                    <a:pt x="36" y="9"/>
                    <a:pt x="25" y="21"/>
                    <a:pt x="6" y="22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7" name="Freeform 688">
              <a:extLst>
                <a:ext uri="{FF2B5EF4-FFF2-40B4-BE49-F238E27FC236}">
                  <a16:creationId xmlns:a16="http://schemas.microsoft.com/office/drawing/2014/main" id="{9C4C3464-64F6-405B-8F87-9DFEAD8F9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891"/>
              <a:ext cx="111" cy="36"/>
            </a:xfrm>
            <a:custGeom>
              <a:avLst/>
              <a:gdLst>
                <a:gd name="T0" fmla="*/ 0 w 52"/>
                <a:gd name="T1" fmla="*/ 182 h 16"/>
                <a:gd name="T2" fmla="*/ 506 w 52"/>
                <a:gd name="T3" fmla="*/ 0 h 16"/>
                <a:gd name="T4" fmla="*/ 49 w 52"/>
                <a:gd name="T5" fmla="*/ 12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6">
                  <a:moveTo>
                    <a:pt x="0" y="16"/>
                  </a:moveTo>
                  <a:cubicBezTo>
                    <a:pt x="14" y="10"/>
                    <a:pt x="37" y="2"/>
                    <a:pt x="52" y="0"/>
                  </a:cubicBezTo>
                  <a:cubicBezTo>
                    <a:pt x="39" y="7"/>
                    <a:pt x="22" y="15"/>
                    <a:pt x="5" y="11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8" name="Freeform 689">
              <a:extLst>
                <a:ext uri="{FF2B5EF4-FFF2-40B4-BE49-F238E27FC236}">
                  <a16:creationId xmlns:a16="http://schemas.microsoft.com/office/drawing/2014/main" id="{1691F92D-9BA1-490E-A16C-89B52FC7C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959"/>
              <a:ext cx="90" cy="9"/>
            </a:xfrm>
            <a:custGeom>
              <a:avLst/>
              <a:gdLst>
                <a:gd name="T0" fmla="*/ 0 w 42"/>
                <a:gd name="T1" fmla="*/ 45 h 4"/>
                <a:gd name="T2" fmla="*/ 414 w 42"/>
                <a:gd name="T3" fmla="*/ 0 h 4"/>
                <a:gd name="T4" fmla="*/ 41 w 42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">
                  <a:moveTo>
                    <a:pt x="0" y="4"/>
                  </a:moveTo>
                  <a:cubicBezTo>
                    <a:pt x="1" y="1"/>
                    <a:pt x="34" y="3"/>
                    <a:pt x="42" y="0"/>
                  </a:cubicBezTo>
                  <a:cubicBezTo>
                    <a:pt x="30" y="4"/>
                    <a:pt x="16" y="1"/>
                    <a:pt x="4" y="2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9" name="Freeform 690">
              <a:extLst>
                <a:ext uri="{FF2B5EF4-FFF2-40B4-BE49-F238E27FC236}">
                  <a16:creationId xmlns:a16="http://schemas.microsoft.com/office/drawing/2014/main" id="{3CA008A2-DCE7-437F-B2E7-EA9584996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995"/>
              <a:ext cx="53" cy="23"/>
            </a:xfrm>
            <a:custGeom>
              <a:avLst/>
              <a:gdLst>
                <a:gd name="T0" fmla="*/ 0 w 25"/>
                <a:gd name="T1" fmla="*/ 37 h 10"/>
                <a:gd name="T2" fmla="*/ 237 w 25"/>
                <a:gd name="T3" fmla="*/ 122 h 10"/>
                <a:gd name="T4" fmla="*/ 28 w 25"/>
                <a:gd name="T5" fmla="*/ 3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3"/>
                  </a:moveTo>
                  <a:cubicBezTo>
                    <a:pt x="2" y="0"/>
                    <a:pt x="19" y="6"/>
                    <a:pt x="25" y="10"/>
                  </a:cubicBezTo>
                  <a:cubicBezTo>
                    <a:pt x="21" y="3"/>
                    <a:pt x="10" y="4"/>
                    <a:pt x="3" y="3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0" name="Freeform 691">
              <a:extLst>
                <a:ext uri="{FF2B5EF4-FFF2-40B4-BE49-F238E27FC236}">
                  <a16:creationId xmlns:a16="http://schemas.microsoft.com/office/drawing/2014/main" id="{F567AD2E-E447-4F1C-BF81-2D479F486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047"/>
              <a:ext cx="38" cy="16"/>
            </a:xfrm>
            <a:custGeom>
              <a:avLst/>
              <a:gdLst>
                <a:gd name="T0" fmla="*/ 0 w 18"/>
                <a:gd name="T1" fmla="*/ 0 h 7"/>
                <a:gd name="T2" fmla="*/ 169 w 18"/>
                <a:gd name="T3" fmla="*/ 85 h 7"/>
                <a:gd name="T4" fmla="*/ 8 w 18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6" y="2"/>
                    <a:pt x="11" y="6"/>
                    <a:pt x="18" y="7"/>
                  </a:cubicBezTo>
                  <a:cubicBezTo>
                    <a:pt x="12" y="5"/>
                    <a:pt x="7" y="2"/>
                    <a:pt x="1" y="1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1" name="Freeform 692">
              <a:extLst>
                <a:ext uri="{FF2B5EF4-FFF2-40B4-BE49-F238E27FC236}">
                  <a16:creationId xmlns:a16="http://schemas.microsoft.com/office/drawing/2014/main" id="{2DB75535-0BDE-471A-A4CE-E01950B6B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084"/>
              <a:ext cx="13" cy="6"/>
            </a:xfrm>
            <a:custGeom>
              <a:avLst/>
              <a:gdLst>
                <a:gd name="T0" fmla="*/ 9 w 6"/>
                <a:gd name="T1" fmla="*/ 8 h 3"/>
                <a:gd name="T2" fmla="*/ 61 w 6"/>
                <a:gd name="T3" fmla="*/ 24 h 3"/>
                <a:gd name="T4" fmla="*/ 0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1" y="1"/>
                  </a:moveTo>
                  <a:cubicBezTo>
                    <a:pt x="3" y="2"/>
                    <a:pt x="5" y="2"/>
                    <a:pt x="6" y="3"/>
                  </a:cubicBez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solidFill>
              <a:srgbClr val="F4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2" name="Freeform 693">
              <a:extLst>
                <a:ext uri="{FF2B5EF4-FFF2-40B4-BE49-F238E27FC236}">
                  <a16:creationId xmlns:a16="http://schemas.microsoft.com/office/drawing/2014/main" id="{5A99077E-EDF4-4BFE-95E4-BE08F18F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408"/>
              <a:ext cx="121" cy="223"/>
            </a:xfrm>
            <a:custGeom>
              <a:avLst/>
              <a:gdLst>
                <a:gd name="T0" fmla="*/ 113 w 57"/>
                <a:gd name="T1" fmla="*/ 269 h 98"/>
                <a:gd name="T2" fmla="*/ 518 w 57"/>
                <a:gd name="T3" fmla="*/ 332 h 98"/>
                <a:gd name="T4" fmla="*/ 393 w 57"/>
                <a:gd name="T5" fmla="*/ 1035 h 98"/>
                <a:gd name="T6" fmla="*/ 104 w 57"/>
                <a:gd name="T7" fmla="*/ 953 h 98"/>
                <a:gd name="T8" fmla="*/ 76 w 57"/>
                <a:gd name="T9" fmla="*/ 398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98">
                  <a:moveTo>
                    <a:pt x="12" y="23"/>
                  </a:moveTo>
                  <a:cubicBezTo>
                    <a:pt x="25" y="0"/>
                    <a:pt x="56" y="4"/>
                    <a:pt x="54" y="28"/>
                  </a:cubicBezTo>
                  <a:cubicBezTo>
                    <a:pt x="52" y="49"/>
                    <a:pt x="57" y="75"/>
                    <a:pt x="41" y="88"/>
                  </a:cubicBezTo>
                  <a:cubicBezTo>
                    <a:pt x="30" y="98"/>
                    <a:pt x="20" y="92"/>
                    <a:pt x="11" y="81"/>
                  </a:cubicBezTo>
                  <a:cubicBezTo>
                    <a:pt x="0" y="68"/>
                    <a:pt x="4" y="47"/>
                    <a:pt x="8" y="34"/>
                  </a:cubicBezTo>
                </a:path>
              </a:pathLst>
            </a:custGeom>
            <a:solidFill>
              <a:srgbClr val="84A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3" name="Freeform 694">
              <a:extLst>
                <a:ext uri="{FF2B5EF4-FFF2-40B4-BE49-F238E27FC236}">
                  <a16:creationId xmlns:a16="http://schemas.microsoft.com/office/drawing/2014/main" id="{6897DCF8-64B2-4D4F-8C5B-1ECD34B98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342"/>
              <a:ext cx="232" cy="398"/>
            </a:xfrm>
            <a:custGeom>
              <a:avLst/>
              <a:gdLst>
                <a:gd name="T0" fmla="*/ 734 w 109"/>
                <a:gd name="T1" fmla="*/ 0 h 175"/>
                <a:gd name="T2" fmla="*/ 992 w 109"/>
                <a:gd name="T3" fmla="*/ 1023 h 175"/>
                <a:gd name="T4" fmla="*/ 117 w 109"/>
                <a:gd name="T5" fmla="*/ 1237 h 175"/>
                <a:gd name="T6" fmla="*/ 734 w 109"/>
                <a:gd name="T7" fmla="*/ 0 h 1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75">
                  <a:moveTo>
                    <a:pt x="76" y="0"/>
                  </a:moveTo>
                  <a:cubicBezTo>
                    <a:pt x="91" y="2"/>
                    <a:pt x="109" y="13"/>
                    <a:pt x="103" y="87"/>
                  </a:cubicBezTo>
                  <a:cubicBezTo>
                    <a:pt x="96" y="161"/>
                    <a:pt x="22" y="175"/>
                    <a:pt x="12" y="105"/>
                  </a:cubicBezTo>
                  <a:cubicBezTo>
                    <a:pt x="0" y="20"/>
                    <a:pt x="76" y="0"/>
                    <a:pt x="76" y="0"/>
                  </a:cubicBezTo>
                  <a:close/>
                </a:path>
              </a:pathLst>
            </a:custGeom>
            <a:solidFill>
              <a:srgbClr val="FC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4" name="Freeform 695">
              <a:extLst>
                <a:ext uri="{FF2B5EF4-FFF2-40B4-BE49-F238E27FC236}">
                  <a16:creationId xmlns:a16="http://schemas.microsoft.com/office/drawing/2014/main" id="{81B57614-3B22-430B-A845-B03C7450D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361"/>
              <a:ext cx="140" cy="317"/>
            </a:xfrm>
            <a:custGeom>
              <a:avLst/>
              <a:gdLst>
                <a:gd name="T0" fmla="*/ 392 w 66"/>
                <a:gd name="T1" fmla="*/ 93 h 140"/>
                <a:gd name="T2" fmla="*/ 68 w 66"/>
                <a:gd name="T3" fmla="*/ 589 h 140"/>
                <a:gd name="T4" fmla="*/ 76 w 66"/>
                <a:gd name="T5" fmla="*/ 1359 h 140"/>
                <a:gd name="T6" fmla="*/ 257 w 66"/>
                <a:gd name="T7" fmla="*/ 1578 h 140"/>
                <a:gd name="T8" fmla="*/ 535 w 66"/>
                <a:gd name="T9" fmla="*/ 1497 h 140"/>
                <a:gd name="T10" fmla="*/ 535 w 66"/>
                <a:gd name="T11" fmla="*/ 1091 h 140"/>
                <a:gd name="T12" fmla="*/ 409 w 66"/>
                <a:gd name="T13" fmla="*/ 559 h 140"/>
                <a:gd name="T14" fmla="*/ 505 w 66"/>
                <a:gd name="T15" fmla="*/ 220 h 140"/>
                <a:gd name="T16" fmla="*/ 505 w 66"/>
                <a:gd name="T17" fmla="*/ 82 h 140"/>
                <a:gd name="T18" fmla="*/ 365 w 66"/>
                <a:gd name="T19" fmla="*/ 102 h 1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140">
                  <a:moveTo>
                    <a:pt x="41" y="8"/>
                  </a:moveTo>
                  <a:cubicBezTo>
                    <a:pt x="26" y="17"/>
                    <a:pt x="13" y="35"/>
                    <a:pt x="7" y="51"/>
                  </a:cubicBezTo>
                  <a:cubicBezTo>
                    <a:pt x="0" y="72"/>
                    <a:pt x="0" y="97"/>
                    <a:pt x="8" y="117"/>
                  </a:cubicBezTo>
                  <a:cubicBezTo>
                    <a:pt x="12" y="127"/>
                    <a:pt x="17" y="133"/>
                    <a:pt x="27" y="136"/>
                  </a:cubicBezTo>
                  <a:cubicBezTo>
                    <a:pt x="37" y="140"/>
                    <a:pt x="48" y="137"/>
                    <a:pt x="56" y="129"/>
                  </a:cubicBezTo>
                  <a:cubicBezTo>
                    <a:pt x="66" y="119"/>
                    <a:pt x="61" y="106"/>
                    <a:pt x="56" y="94"/>
                  </a:cubicBezTo>
                  <a:cubicBezTo>
                    <a:pt x="49" y="80"/>
                    <a:pt x="42" y="64"/>
                    <a:pt x="43" y="48"/>
                  </a:cubicBezTo>
                  <a:cubicBezTo>
                    <a:pt x="44" y="36"/>
                    <a:pt x="48" y="29"/>
                    <a:pt x="53" y="19"/>
                  </a:cubicBezTo>
                  <a:cubicBezTo>
                    <a:pt x="55" y="15"/>
                    <a:pt x="56" y="11"/>
                    <a:pt x="53" y="7"/>
                  </a:cubicBezTo>
                  <a:cubicBezTo>
                    <a:pt x="47" y="0"/>
                    <a:pt x="44" y="8"/>
                    <a:pt x="38" y="9"/>
                  </a:cubicBezTo>
                </a:path>
              </a:pathLst>
            </a:custGeom>
            <a:solidFill>
              <a:srgbClr val="F79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5" name="Freeform 696">
              <a:extLst>
                <a:ext uri="{FF2B5EF4-FFF2-40B4-BE49-F238E27FC236}">
                  <a16:creationId xmlns:a16="http://schemas.microsoft.com/office/drawing/2014/main" id="{0D0177D0-3037-44C9-AB67-DDD9ACE01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358"/>
              <a:ext cx="77" cy="80"/>
            </a:xfrm>
            <a:custGeom>
              <a:avLst/>
              <a:gdLst>
                <a:gd name="T0" fmla="*/ 274 w 36"/>
                <a:gd name="T1" fmla="*/ 48 h 35"/>
                <a:gd name="T2" fmla="*/ 60 w 36"/>
                <a:gd name="T3" fmla="*/ 158 h 35"/>
                <a:gd name="T4" fmla="*/ 9 w 36"/>
                <a:gd name="T5" fmla="*/ 325 h 35"/>
                <a:gd name="T6" fmla="*/ 109 w 36"/>
                <a:gd name="T7" fmla="*/ 325 h 35"/>
                <a:gd name="T8" fmla="*/ 233 w 36"/>
                <a:gd name="T9" fmla="*/ 194 h 35"/>
                <a:gd name="T10" fmla="*/ 334 w 36"/>
                <a:gd name="T11" fmla="*/ 167 h 35"/>
                <a:gd name="T12" fmla="*/ 274 w 36"/>
                <a:gd name="T13" fmla="*/ 3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28" y="4"/>
                  </a:moveTo>
                  <a:cubicBezTo>
                    <a:pt x="20" y="0"/>
                    <a:pt x="11" y="7"/>
                    <a:pt x="6" y="13"/>
                  </a:cubicBezTo>
                  <a:cubicBezTo>
                    <a:pt x="4" y="16"/>
                    <a:pt x="0" y="23"/>
                    <a:pt x="1" y="27"/>
                  </a:cubicBezTo>
                  <a:cubicBezTo>
                    <a:pt x="3" y="35"/>
                    <a:pt x="8" y="31"/>
                    <a:pt x="11" y="27"/>
                  </a:cubicBezTo>
                  <a:cubicBezTo>
                    <a:pt x="14" y="22"/>
                    <a:pt x="18" y="17"/>
                    <a:pt x="24" y="16"/>
                  </a:cubicBezTo>
                  <a:cubicBezTo>
                    <a:pt x="27" y="15"/>
                    <a:pt x="32" y="17"/>
                    <a:pt x="34" y="14"/>
                  </a:cubicBezTo>
                  <a:cubicBezTo>
                    <a:pt x="36" y="9"/>
                    <a:pt x="31" y="5"/>
                    <a:pt x="28" y="3"/>
                  </a:cubicBezTo>
                </a:path>
              </a:pathLst>
            </a:custGeom>
            <a:solidFill>
              <a:srgbClr val="EF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6" name="Freeform 697">
              <a:extLst>
                <a:ext uri="{FF2B5EF4-FFF2-40B4-BE49-F238E27FC236}">
                  <a16:creationId xmlns:a16="http://schemas.microsoft.com/office/drawing/2014/main" id="{CA4BC5A3-C64D-4DE1-BF5A-9F941544D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370"/>
              <a:ext cx="19" cy="38"/>
            </a:xfrm>
            <a:custGeom>
              <a:avLst/>
              <a:gdLst>
                <a:gd name="T0" fmla="*/ 49 w 9"/>
                <a:gd name="T1" fmla="*/ 190 h 17"/>
                <a:gd name="T2" fmla="*/ 84 w 9"/>
                <a:gd name="T3" fmla="*/ 125 h 17"/>
                <a:gd name="T4" fmla="*/ 8 w 9"/>
                <a:gd name="T5" fmla="*/ 65 h 17"/>
                <a:gd name="T6" fmla="*/ 17 w 9"/>
                <a:gd name="T7" fmla="*/ 110 h 17"/>
                <a:gd name="T8" fmla="*/ 17 w 9"/>
                <a:gd name="T9" fmla="*/ 145 h 17"/>
                <a:gd name="T10" fmla="*/ 49 w 9"/>
                <a:gd name="T11" fmla="*/ 19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7">
                  <a:moveTo>
                    <a:pt x="5" y="17"/>
                  </a:moveTo>
                  <a:cubicBezTo>
                    <a:pt x="7" y="17"/>
                    <a:pt x="8" y="14"/>
                    <a:pt x="9" y="11"/>
                  </a:cubicBezTo>
                  <a:cubicBezTo>
                    <a:pt x="8" y="9"/>
                    <a:pt x="2" y="0"/>
                    <a:pt x="1" y="6"/>
                  </a:cubicBezTo>
                  <a:cubicBezTo>
                    <a:pt x="0" y="7"/>
                    <a:pt x="2" y="9"/>
                    <a:pt x="2" y="10"/>
                  </a:cubicBezTo>
                  <a:cubicBezTo>
                    <a:pt x="2" y="11"/>
                    <a:pt x="2" y="13"/>
                    <a:pt x="2" y="13"/>
                  </a:cubicBezTo>
                  <a:cubicBezTo>
                    <a:pt x="3" y="15"/>
                    <a:pt x="2" y="17"/>
                    <a:pt x="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7" name="Freeform 698">
              <a:extLst>
                <a:ext uri="{FF2B5EF4-FFF2-40B4-BE49-F238E27FC236}">
                  <a16:creationId xmlns:a16="http://schemas.microsoft.com/office/drawing/2014/main" id="{25BFF7C8-C540-4617-9F04-F2254C520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342"/>
              <a:ext cx="230" cy="398"/>
            </a:xfrm>
            <a:custGeom>
              <a:avLst/>
              <a:gdLst>
                <a:gd name="T0" fmla="*/ 726 w 108"/>
                <a:gd name="T1" fmla="*/ 0 h 175"/>
                <a:gd name="T2" fmla="*/ 984 w 108"/>
                <a:gd name="T3" fmla="*/ 1023 h 175"/>
                <a:gd name="T4" fmla="*/ 117 w 108"/>
                <a:gd name="T5" fmla="*/ 1237 h 175"/>
                <a:gd name="T6" fmla="*/ 726 w 108"/>
                <a:gd name="T7" fmla="*/ 0 h 1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175">
                  <a:moveTo>
                    <a:pt x="75" y="0"/>
                  </a:moveTo>
                  <a:cubicBezTo>
                    <a:pt x="90" y="2"/>
                    <a:pt x="108" y="13"/>
                    <a:pt x="102" y="87"/>
                  </a:cubicBezTo>
                  <a:cubicBezTo>
                    <a:pt x="95" y="161"/>
                    <a:pt x="21" y="175"/>
                    <a:pt x="12" y="105"/>
                  </a:cubicBezTo>
                  <a:cubicBezTo>
                    <a:pt x="0" y="20"/>
                    <a:pt x="75" y="0"/>
                    <a:pt x="75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8" name="Freeform 699">
              <a:extLst>
                <a:ext uri="{FF2B5EF4-FFF2-40B4-BE49-F238E27FC236}">
                  <a16:creationId xmlns:a16="http://schemas.microsoft.com/office/drawing/2014/main" id="{DD22A7FD-AD51-4C87-89F2-CD6270A13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398"/>
              <a:ext cx="1563" cy="944"/>
            </a:xfrm>
            <a:custGeom>
              <a:avLst/>
              <a:gdLst>
                <a:gd name="T0" fmla="*/ 7087 w 734"/>
                <a:gd name="T1" fmla="*/ 1076 h 416"/>
                <a:gd name="T2" fmla="*/ 530 w 734"/>
                <a:gd name="T3" fmla="*/ 2723 h 416"/>
                <a:gd name="T4" fmla="*/ 1574 w 734"/>
                <a:gd name="T5" fmla="*/ 4861 h 4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4" h="416">
                  <a:moveTo>
                    <a:pt x="734" y="92"/>
                  </a:moveTo>
                  <a:cubicBezTo>
                    <a:pt x="489" y="0"/>
                    <a:pt x="110" y="97"/>
                    <a:pt x="55" y="233"/>
                  </a:cubicBezTo>
                  <a:cubicBezTo>
                    <a:pt x="0" y="369"/>
                    <a:pt x="107" y="397"/>
                    <a:pt x="163" y="416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4" name="Text Box 701">
            <a:extLst>
              <a:ext uri="{FF2B5EF4-FFF2-40B4-BE49-F238E27FC236}">
                <a16:creationId xmlns:a16="http://schemas.microsoft.com/office/drawing/2014/main" id="{5D6B40A5-1968-4E6A-BA85-DA186B8CAC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5413" y="5610225"/>
            <a:ext cx="14239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Hippocampus</a:t>
            </a:r>
          </a:p>
        </p:txBody>
      </p:sp>
      <p:sp>
        <p:nvSpPr>
          <p:cNvPr id="10245" name="Line 702">
            <a:extLst>
              <a:ext uri="{FF2B5EF4-FFF2-40B4-BE49-F238E27FC236}">
                <a16:creationId xmlns:a16="http://schemas.microsoft.com/office/drawing/2014/main" id="{FB2A8CA9-C0BA-4E63-8228-BD8F99FE69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96000" y="4657725"/>
            <a:ext cx="0" cy="990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0246" name="Text Box 703">
            <a:extLst>
              <a:ext uri="{FF2B5EF4-FFF2-40B4-BE49-F238E27FC236}">
                <a16:creationId xmlns:a16="http://schemas.microsoft.com/office/drawing/2014/main" id="{98D6C022-DF4C-4EED-A0CD-724DCB514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7150" y="4924425"/>
            <a:ext cx="10858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Amygdala</a:t>
            </a:r>
          </a:p>
        </p:txBody>
      </p:sp>
      <p:sp>
        <p:nvSpPr>
          <p:cNvPr id="10247" name="Line 704">
            <a:extLst>
              <a:ext uri="{FF2B5EF4-FFF2-40B4-BE49-F238E27FC236}">
                <a16:creationId xmlns:a16="http://schemas.microsoft.com/office/drawing/2014/main" id="{539EAEA5-BD11-45A5-B1E4-6D58CFA295D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24400" y="4352925"/>
            <a:ext cx="0" cy="609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0248" name="Text Box 705">
            <a:extLst>
              <a:ext uri="{FF2B5EF4-FFF2-40B4-BE49-F238E27FC236}">
                <a16:creationId xmlns:a16="http://schemas.microsoft.com/office/drawing/2014/main" id="{6E611775-EB04-426F-843D-E0E61F24E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3900" y="2724150"/>
            <a:ext cx="7477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Fornix</a:t>
            </a:r>
          </a:p>
        </p:txBody>
      </p:sp>
      <p:sp>
        <p:nvSpPr>
          <p:cNvPr id="10249" name="Line 706">
            <a:extLst>
              <a:ext uri="{FF2B5EF4-FFF2-40B4-BE49-F238E27FC236}">
                <a16:creationId xmlns:a16="http://schemas.microsoft.com/office/drawing/2014/main" id="{52B958D7-56CA-4695-A6DD-2488294B29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58000" y="2905125"/>
            <a:ext cx="15240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0250" name="Text Box 707">
            <a:extLst>
              <a:ext uri="{FF2B5EF4-FFF2-40B4-BE49-F238E27FC236}">
                <a16:creationId xmlns:a16="http://schemas.microsoft.com/office/drawing/2014/main" id="{0BEF9AD1-D265-4278-BC6D-9E447D72E9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01100" y="3248025"/>
            <a:ext cx="12223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Mammillary</a:t>
            </a:r>
          </a:p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body</a:t>
            </a:r>
          </a:p>
        </p:txBody>
      </p:sp>
      <p:sp>
        <p:nvSpPr>
          <p:cNvPr id="10251" name="Line 708">
            <a:extLst>
              <a:ext uri="{FF2B5EF4-FFF2-40B4-BE49-F238E27FC236}">
                <a16:creationId xmlns:a16="http://schemas.microsoft.com/office/drawing/2014/main" id="{1019976B-50D4-499F-99B8-11EC78A646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91200" y="3438525"/>
            <a:ext cx="3048000" cy="609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0252" name="Text Box 709">
            <a:extLst>
              <a:ext uri="{FF2B5EF4-FFF2-40B4-BE49-F238E27FC236}">
                <a16:creationId xmlns:a16="http://schemas.microsoft.com/office/drawing/2014/main" id="{47772C20-7640-4C50-888E-F2A67C29D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2295525"/>
            <a:ext cx="1039813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Cingulate</a:t>
            </a:r>
          </a:p>
          <a:p>
            <a:pPr algn="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gyrus</a:t>
            </a:r>
          </a:p>
        </p:txBody>
      </p:sp>
      <p:sp>
        <p:nvSpPr>
          <p:cNvPr id="10253" name="Line 710">
            <a:extLst>
              <a:ext uri="{FF2B5EF4-FFF2-40B4-BE49-F238E27FC236}">
                <a16:creationId xmlns:a16="http://schemas.microsoft.com/office/drawing/2014/main" id="{D8B7B1F9-701C-42A7-819C-6C61788AA4DD}"/>
              </a:ext>
            </a:extLst>
          </p:cNvPr>
          <p:cNvSpPr>
            <a:spLocks noChangeShapeType="1"/>
          </p:cNvSpPr>
          <p:nvPr/>
        </p:nvSpPr>
        <p:spPr bwMode="auto">
          <a:xfrm>
            <a:off x="3581400" y="2600325"/>
            <a:ext cx="13716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A1BD4EAD-058A-4C19-900F-62CC3D28CA1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Brain (6)</a:t>
            </a:r>
          </a:p>
        </p:txBody>
      </p:sp>
      <p:grpSp>
        <p:nvGrpSpPr>
          <p:cNvPr id="53250" name="Brain-Hemispheres-Superior-View">
            <a:extLst>
              <a:ext uri="{FF2B5EF4-FFF2-40B4-BE49-F238E27FC236}">
                <a16:creationId xmlns:a16="http://schemas.microsoft.com/office/drawing/2014/main" id="{745C4C2B-7A3B-44AE-BD5D-41832795972D}"/>
              </a:ext>
            </a:extLst>
          </p:cNvPr>
          <p:cNvGrpSpPr>
            <a:grpSpLocks/>
          </p:cNvGrpSpPr>
          <p:nvPr/>
        </p:nvGrpSpPr>
        <p:grpSpPr bwMode="auto">
          <a:xfrm>
            <a:off x="2570163" y="2003425"/>
            <a:ext cx="3068637" cy="3025775"/>
            <a:chOff x="576" y="1195"/>
            <a:chExt cx="1933" cy="1906"/>
          </a:xfrm>
        </p:grpSpPr>
        <p:grpSp>
          <p:nvGrpSpPr>
            <p:cNvPr id="53600" name="Group 663">
              <a:extLst>
                <a:ext uri="{FF2B5EF4-FFF2-40B4-BE49-F238E27FC236}">
                  <a16:creationId xmlns:a16="http://schemas.microsoft.com/office/drawing/2014/main" id="{75F8D7D7-56AA-4443-A725-407078F73E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6" y="1195"/>
              <a:ext cx="1933" cy="1906"/>
              <a:chOff x="576" y="1195"/>
              <a:chExt cx="1933" cy="1906"/>
            </a:xfrm>
          </p:grpSpPr>
          <p:sp>
            <p:nvSpPr>
              <p:cNvPr id="53711" name="Freeform 463">
                <a:extLst>
                  <a:ext uri="{FF2B5EF4-FFF2-40B4-BE49-F238E27FC236}">
                    <a16:creationId xmlns:a16="http://schemas.microsoft.com/office/drawing/2014/main" id="{F2E93C69-3FAD-4456-99B8-DB3A7F5CD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1195"/>
                <a:ext cx="1933" cy="1890"/>
              </a:xfrm>
              <a:custGeom>
                <a:avLst/>
                <a:gdLst>
                  <a:gd name="T0" fmla="*/ 6272 w 773"/>
                  <a:gd name="T1" fmla="*/ 10396 h 709"/>
                  <a:gd name="T2" fmla="*/ 6067 w 773"/>
                  <a:gd name="T3" fmla="*/ 11575 h 709"/>
                  <a:gd name="T4" fmla="*/ 5534 w 773"/>
                  <a:gd name="T5" fmla="*/ 12385 h 709"/>
                  <a:gd name="T6" fmla="*/ 4534 w 773"/>
                  <a:gd name="T7" fmla="*/ 13169 h 709"/>
                  <a:gd name="T8" fmla="*/ 4334 w 773"/>
                  <a:gd name="T9" fmla="*/ 13238 h 709"/>
                  <a:gd name="T10" fmla="*/ 3426 w 773"/>
                  <a:gd name="T11" fmla="*/ 13374 h 709"/>
                  <a:gd name="T12" fmla="*/ 2596 w 773"/>
                  <a:gd name="T13" fmla="*/ 12785 h 709"/>
                  <a:gd name="T14" fmla="*/ 1345 w 773"/>
                  <a:gd name="T15" fmla="*/ 11783 h 709"/>
                  <a:gd name="T16" fmla="*/ 958 w 773"/>
                  <a:gd name="T17" fmla="*/ 11079 h 709"/>
                  <a:gd name="T18" fmla="*/ 783 w 773"/>
                  <a:gd name="T19" fmla="*/ 10815 h 709"/>
                  <a:gd name="T20" fmla="*/ 425 w 773"/>
                  <a:gd name="T21" fmla="*/ 10474 h 709"/>
                  <a:gd name="T22" fmla="*/ 113 w 773"/>
                  <a:gd name="T23" fmla="*/ 9701 h 709"/>
                  <a:gd name="T24" fmla="*/ 95 w 773"/>
                  <a:gd name="T25" fmla="*/ 8848 h 709"/>
                  <a:gd name="T26" fmla="*/ 50 w 773"/>
                  <a:gd name="T27" fmla="*/ 8472 h 709"/>
                  <a:gd name="T28" fmla="*/ 63 w 773"/>
                  <a:gd name="T29" fmla="*/ 7845 h 709"/>
                  <a:gd name="T30" fmla="*/ 238 w 773"/>
                  <a:gd name="T31" fmla="*/ 7141 h 709"/>
                  <a:gd name="T32" fmla="*/ 125 w 773"/>
                  <a:gd name="T33" fmla="*/ 7141 h 709"/>
                  <a:gd name="T34" fmla="*/ 145 w 773"/>
                  <a:gd name="T35" fmla="*/ 6494 h 709"/>
                  <a:gd name="T36" fmla="*/ 270 w 773"/>
                  <a:gd name="T37" fmla="*/ 5755 h 709"/>
                  <a:gd name="T38" fmla="*/ 375 w 773"/>
                  <a:gd name="T39" fmla="*/ 5094 h 709"/>
                  <a:gd name="T40" fmla="*/ 675 w 773"/>
                  <a:gd name="T41" fmla="*/ 4676 h 709"/>
                  <a:gd name="T42" fmla="*/ 708 w 773"/>
                  <a:gd name="T43" fmla="*/ 3993 h 709"/>
                  <a:gd name="T44" fmla="*/ 1000 w 773"/>
                  <a:gd name="T45" fmla="*/ 3332 h 709"/>
                  <a:gd name="T46" fmla="*/ 1875 w 773"/>
                  <a:gd name="T47" fmla="*/ 2479 h 709"/>
                  <a:gd name="T48" fmla="*/ 2521 w 773"/>
                  <a:gd name="T49" fmla="*/ 1514 h 709"/>
                  <a:gd name="T50" fmla="*/ 3051 w 773"/>
                  <a:gd name="T51" fmla="*/ 1101 h 709"/>
                  <a:gd name="T52" fmla="*/ 3551 w 773"/>
                  <a:gd name="T53" fmla="*/ 989 h 709"/>
                  <a:gd name="T54" fmla="*/ 4334 w 773"/>
                  <a:gd name="T55" fmla="*/ 546 h 709"/>
                  <a:gd name="T56" fmla="*/ 5316 w 773"/>
                  <a:gd name="T57" fmla="*/ 435 h 709"/>
                  <a:gd name="T58" fmla="*/ 6117 w 773"/>
                  <a:gd name="T59" fmla="*/ 2423 h 709"/>
                  <a:gd name="T60" fmla="*/ 6242 w 773"/>
                  <a:gd name="T61" fmla="*/ 1613 h 709"/>
                  <a:gd name="T62" fmla="*/ 6397 w 773"/>
                  <a:gd name="T63" fmla="*/ 832 h 709"/>
                  <a:gd name="T64" fmla="*/ 8067 w 773"/>
                  <a:gd name="T65" fmla="*/ 797 h 709"/>
                  <a:gd name="T66" fmla="*/ 8722 w 773"/>
                  <a:gd name="T67" fmla="*/ 874 h 709"/>
                  <a:gd name="T68" fmla="*/ 9055 w 773"/>
                  <a:gd name="T69" fmla="*/ 1080 h 709"/>
                  <a:gd name="T70" fmla="*/ 9410 w 773"/>
                  <a:gd name="T71" fmla="*/ 1328 h 709"/>
                  <a:gd name="T72" fmla="*/ 9838 w 773"/>
                  <a:gd name="T73" fmla="*/ 1591 h 709"/>
                  <a:gd name="T74" fmla="*/ 10243 w 773"/>
                  <a:gd name="T75" fmla="*/ 2559 h 709"/>
                  <a:gd name="T76" fmla="*/ 11150 w 773"/>
                  <a:gd name="T77" fmla="*/ 3732 h 709"/>
                  <a:gd name="T78" fmla="*/ 11776 w 773"/>
                  <a:gd name="T79" fmla="*/ 6097 h 709"/>
                  <a:gd name="T80" fmla="*/ 12038 w 773"/>
                  <a:gd name="T81" fmla="*/ 7973 h 709"/>
                  <a:gd name="T82" fmla="*/ 12006 w 773"/>
                  <a:gd name="T83" fmla="*/ 8792 h 709"/>
                  <a:gd name="T84" fmla="*/ 11851 w 773"/>
                  <a:gd name="T85" fmla="*/ 9663 h 709"/>
                  <a:gd name="T86" fmla="*/ 11180 w 773"/>
                  <a:gd name="T87" fmla="*/ 11100 h 709"/>
                  <a:gd name="T88" fmla="*/ 10493 w 773"/>
                  <a:gd name="T89" fmla="*/ 12465 h 709"/>
                  <a:gd name="T90" fmla="*/ 9472 w 773"/>
                  <a:gd name="T91" fmla="*/ 13067 h 709"/>
                  <a:gd name="T92" fmla="*/ 8992 w 773"/>
                  <a:gd name="T93" fmla="*/ 13011 h 709"/>
                  <a:gd name="T94" fmla="*/ 8617 w 773"/>
                  <a:gd name="T95" fmla="*/ 13182 h 709"/>
                  <a:gd name="T96" fmla="*/ 8147 w 773"/>
                  <a:gd name="T97" fmla="*/ 13238 h 709"/>
                  <a:gd name="T98" fmla="*/ 7805 w 773"/>
                  <a:gd name="T99" fmla="*/ 13147 h 709"/>
                  <a:gd name="T100" fmla="*/ 7284 w 773"/>
                  <a:gd name="T101" fmla="*/ 13033 h 709"/>
                  <a:gd name="T102" fmla="*/ 6909 w 773"/>
                  <a:gd name="T103" fmla="*/ 12614 h 709"/>
                  <a:gd name="T104" fmla="*/ 6629 w 773"/>
                  <a:gd name="T105" fmla="*/ 11668 h 709"/>
                  <a:gd name="T106" fmla="*/ 6304 w 773"/>
                  <a:gd name="T107" fmla="*/ 10340 h 70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73" h="709">
                    <a:moveTo>
                      <a:pt x="401" y="549"/>
                    </a:moveTo>
                    <a:cubicBezTo>
                      <a:pt x="393" y="566"/>
                      <a:pt x="394" y="592"/>
                      <a:pt x="388" y="611"/>
                    </a:cubicBezTo>
                    <a:cubicBezTo>
                      <a:pt x="383" y="630"/>
                      <a:pt x="374" y="646"/>
                      <a:pt x="354" y="654"/>
                    </a:cubicBezTo>
                    <a:cubicBezTo>
                      <a:pt x="370" y="672"/>
                      <a:pt x="300" y="708"/>
                      <a:pt x="290" y="695"/>
                    </a:cubicBezTo>
                    <a:cubicBezTo>
                      <a:pt x="284" y="693"/>
                      <a:pt x="283" y="697"/>
                      <a:pt x="277" y="699"/>
                    </a:cubicBezTo>
                    <a:cubicBezTo>
                      <a:pt x="258" y="706"/>
                      <a:pt x="238" y="709"/>
                      <a:pt x="219" y="706"/>
                    </a:cubicBezTo>
                    <a:cubicBezTo>
                      <a:pt x="199" y="702"/>
                      <a:pt x="174" y="696"/>
                      <a:pt x="166" y="675"/>
                    </a:cubicBezTo>
                    <a:cubicBezTo>
                      <a:pt x="152" y="698"/>
                      <a:pt x="94" y="632"/>
                      <a:pt x="86" y="622"/>
                    </a:cubicBezTo>
                    <a:cubicBezTo>
                      <a:pt x="77" y="610"/>
                      <a:pt x="70" y="597"/>
                      <a:pt x="61" y="585"/>
                    </a:cubicBezTo>
                    <a:cubicBezTo>
                      <a:pt x="57" y="578"/>
                      <a:pt x="57" y="577"/>
                      <a:pt x="50" y="571"/>
                    </a:cubicBezTo>
                    <a:cubicBezTo>
                      <a:pt x="43" y="565"/>
                      <a:pt x="33" y="561"/>
                      <a:pt x="27" y="553"/>
                    </a:cubicBezTo>
                    <a:cubicBezTo>
                      <a:pt x="18" y="542"/>
                      <a:pt x="12" y="525"/>
                      <a:pt x="7" y="512"/>
                    </a:cubicBezTo>
                    <a:cubicBezTo>
                      <a:pt x="2" y="496"/>
                      <a:pt x="7" y="483"/>
                      <a:pt x="6" y="467"/>
                    </a:cubicBezTo>
                    <a:cubicBezTo>
                      <a:pt x="5" y="460"/>
                      <a:pt x="3" y="454"/>
                      <a:pt x="3" y="447"/>
                    </a:cubicBezTo>
                    <a:cubicBezTo>
                      <a:pt x="2" y="436"/>
                      <a:pt x="5" y="426"/>
                      <a:pt x="4" y="414"/>
                    </a:cubicBezTo>
                    <a:cubicBezTo>
                      <a:pt x="2" y="396"/>
                      <a:pt x="0" y="386"/>
                      <a:pt x="15" y="377"/>
                    </a:cubicBezTo>
                    <a:cubicBezTo>
                      <a:pt x="13" y="378"/>
                      <a:pt x="10" y="377"/>
                      <a:pt x="8" y="377"/>
                    </a:cubicBezTo>
                    <a:cubicBezTo>
                      <a:pt x="10" y="366"/>
                      <a:pt x="7" y="355"/>
                      <a:pt x="9" y="343"/>
                    </a:cubicBezTo>
                    <a:cubicBezTo>
                      <a:pt x="11" y="330"/>
                      <a:pt x="15" y="318"/>
                      <a:pt x="17" y="304"/>
                    </a:cubicBezTo>
                    <a:cubicBezTo>
                      <a:pt x="19" y="292"/>
                      <a:pt x="22" y="281"/>
                      <a:pt x="24" y="269"/>
                    </a:cubicBezTo>
                    <a:cubicBezTo>
                      <a:pt x="27" y="253"/>
                      <a:pt x="29" y="254"/>
                      <a:pt x="43" y="247"/>
                    </a:cubicBezTo>
                    <a:cubicBezTo>
                      <a:pt x="36" y="240"/>
                      <a:pt x="43" y="220"/>
                      <a:pt x="45" y="211"/>
                    </a:cubicBezTo>
                    <a:cubicBezTo>
                      <a:pt x="48" y="196"/>
                      <a:pt x="55" y="188"/>
                      <a:pt x="64" y="176"/>
                    </a:cubicBezTo>
                    <a:cubicBezTo>
                      <a:pt x="75" y="159"/>
                      <a:pt x="94" y="117"/>
                      <a:pt x="120" y="131"/>
                    </a:cubicBezTo>
                    <a:cubicBezTo>
                      <a:pt x="113" y="108"/>
                      <a:pt x="145" y="91"/>
                      <a:pt x="161" y="80"/>
                    </a:cubicBezTo>
                    <a:cubicBezTo>
                      <a:pt x="173" y="73"/>
                      <a:pt x="183" y="63"/>
                      <a:pt x="195" y="58"/>
                    </a:cubicBezTo>
                    <a:cubicBezTo>
                      <a:pt x="204" y="54"/>
                      <a:pt x="220" y="41"/>
                      <a:pt x="227" y="52"/>
                    </a:cubicBezTo>
                    <a:cubicBezTo>
                      <a:pt x="222" y="30"/>
                      <a:pt x="263" y="31"/>
                      <a:pt x="277" y="29"/>
                    </a:cubicBezTo>
                    <a:cubicBezTo>
                      <a:pt x="296" y="26"/>
                      <a:pt x="322" y="20"/>
                      <a:pt x="340" y="23"/>
                    </a:cubicBezTo>
                    <a:cubicBezTo>
                      <a:pt x="386" y="31"/>
                      <a:pt x="393" y="89"/>
                      <a:pt x="391" y="128"/>
                    </a:cubicBezTo>
                    <a:cubicBezTo>
                      <a:pt x="391" y="96"/>
                      <a:pt x="401" y="92"/>
                      <a:pt x="399" y="85"/>
                    </a:cubicBezTo>
                    <a:cubicBezTo>
                      <a:pt x="398" y="77"/>
                      <a:pt x="399" y="72"/>
                      <a:pt x="409" y="44"/>
                    </a:cubicBezTo>
                    <a:cubicBezTo>
                      <a:pt x="422" y="0"/>
                      <a:pt x="514" y="23"/>
                      <a:pt x="516" y="42"/>
                    </a:cubicBezTo>
                    <a:cubicBezTo>
                      <a:pt x="529" y="35"/>
                      <a:pt x="550" y="41"/>
                      <a:pt x="558" y="46"/>
                    </a:cubicBezTo>
                    <a:cubicBezTo>
                      <a:pt x="566" y="51"/>
                      <a:pt x="572" y="52"/>
                      <a:pt x="579" y="57"/>
                    </a:cubicBezTo>
                    <a:cubicBezTo>
                      <a:pt x="584" y="60"/>
                      <a:pt x="595" y="67"/>
                      <a:pt x="602" y="70"/>
                    </a:cubicBezTo>
                    <a:cubicBezTo>
                      <a:pt x="612" y="73"/>
                      <a:pt x="620" y="79"/>
                      <a:pt x="629" y="84"/>
                    </a:cubicBezTo>
                    <a:cubicBezTo>
                      <a:pt x="647" y="97"/>
                      <a:pt x="655" y="135"/>
                      <a:pt x="655" y="135"/>
                    </a:cubicBezTo>
                    <a:cubicBezTo>
                      <a:pt x="655" y="135"/>
                      <a:pt x="690" y="163"/>
                      <a:pt x="713" y="197"/>
                    </a:cubicBezTo>
                    <a:cubicBezTo>
                      <a:pt x="729" y="220"/>
                      <a:pt x="760" y="285"/>
                      <a:pt x="753" y="322"/>
                    </a:cubicBezTo>
                    <a:cubicBezTo>
                      <a:pt x="773" y="324"/>
                      <a:pt x="770" y="407"/>
                      <a:pt x="770" y="421"/>
                    </a:cubicBezTo>
                    <a:cubicBezTo>
                      <a:pt x="770" y="438"/>
                      <a:pt x="764" y="448"/>
                      <a:pt x="768" y="464"/>
                    </a:cubicBezTo>
                    <a:cubicBezTo>
                      <a:pt x="771" y="477"/>
                      <a:pt x="771" y="503"/>
                      <a:pt x="758" y="510"/>
                    </a:cubicBezTo>
                    <a:cubicBezTo>
                      <a:pt x="767" y="550"/>
                      <a:pt x="729" y="573"/>
                      <a:pt x="715" y="586"/>
                    </a:cubicBezTo>
                    <a:cubicBezTo>
                      <a:pt x="699" y="600"/>
                      <a:pt x="690" y="649"/>
                      <a:pt x="671" y="658"/>
                    </a:cubicBezTo>
                    <a:cubicBezTo>
                      <a:pt x="654" y="667"/>
                      <a:pt x="626" y="682"/>
                      <a:pt x="606" y="690"/>
                    </a:cubicBezTo>
                    <a:cubicBezTo>
                      <a:pt x="598" y="693"/>
                      <a:pt x="579" y="696"/>
                      <a:pt x="575" y="687"/>
                    </a:cubicBezTo>
                    <a:cubicBezTo>
                      <a:pt x="576" y="703"/>
                      <a:pt x="557" y="694"/>
                      <a:pt x="551" y="696"/>
                    </a:cubicBezTo>
                    <a:cubicBezTo>
                      <a:pt x="543" y="697"/>
                      <a:pt x="529" y="702"/>
                      <a:pt x="521" y="699"/>
                    </a:cubicBezTo>
                    <a:cubicBezTo>
                      <a:pt x="516" y="697"/>
                      <a:pt x="505" y="697"/>
                      <a:pt x="499" y="694"/>
                    </a:cubicBezTo>
                    <a:cubicBezTo>
                      <a:pt x="486" y="689"/>
                      <a:pt x="480" y="699"/>
                      <a:pt x="466" y="688"/>
                    </a:cubicBezTo>
                    <a:cubicBezTo>
                      <a:pt x="453" y="679"/>
                      <a:pt x="453" y="677"/>
                      <a:pt x="442" y="666"/>
                    </a:cubicBezTo>
                    <a:cubicBezTo>
                      <a:pt x="432" y="657"/>
                      <a:pt x="432" y="629"/>
                      <a:pt x="424" y="616"/>
                    </a:cubicBezTo>
                    <a:cubicBezTo>
                      <a:pt x="411" y="592"/>
                      <a:pt x="418" y="568"/>
                      <a:pt x="403" y="546"/>
                    </a:cubicBezTo>
                  </a:path>
                </a:pathLst>
              </a:custGeom>
              <a:solidFill>
                <a:srgbClr val="E8E4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2" name="Freeform 464">
                <a:extLst>
                  <a:ext uri="{FF2B5EF4-FFF2-40B4-BE49-F238E27FC236}">
                    <a16:creationId xmlns:a16="http://schemas.microsoft.com/office/drawing/2014/main" id="{FCA6526E-3D2B-4656-A9AA-DEA90E694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912"/>
                <a:ext cx="332" cy="189"/>
              </a:xfrm>
              <a:custGeom>
                <a:avLst/>
                <a:gdLst>
                  <a:gd name="T0" fmla="*/ 0 w 133"/>
                  <a:gd name="T1" fmla="*/ 751 h 71"/>
                  <a:gd name="T2" fmla="*/ 1058 w 133"/>
                  <a:gd name="T3" fmla="*/ 828 h 71"/>
                  <a:gd name="T4" fmla="*/ 2069 w 133"/>
                  <a:gd name="T5" fmla="*/ 418 h 71"/>
                  <a:gd name="T6" fmla="*/ 1528 w 133"/>
                  <a:gd name="T7" fmla="*/ 0 h 71"/>
                  <a:gd name="T8" fmla="*/ 1528 w 133"/>
                  <a:gd name="T9" fmla="*/ 490 h 71"/>
                  <a:gd name="T10" fmla="*/ 1166 w 133"/>
                  <a:gd name="T11" fmla="*/ 375 h 71"/>
                  <a:gd name="T12" fmla="*/ 811 w 133"/>
                  <a:gd name="T13" fmla="*/ 644 h 71"/>
                  <a:gd name="T14" fmla="*/ 654 w 133"/>
                  <a:gd name="T15" fmla="*/ 35 h 71"/>
                  <a:gd name="T16" fmla="*/ 479 w 133"/>
                  <a:gd name="T17" fmla="*/ 644 h 71"/>
                  <a:gd name="T18" fmla="*/ 0 w 133"/>
                  <a:gd name="T19" fmla="*/ 660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3" h="71">
                    <a:moveTo>
                      <a:pt x="0" y="40"/>
                    </a:moveTo>
                    <a:cubicBezTo>
                      <a:pt x="20" y="71"/>
                      <a:pt x="41" y="47"/>
                      <a:pt x="68" y="44"/>
                    </a:cubicBezTo>
                    <a:cubicBezTo>
                      <a:pt x="88" y="42"/>
                      <a:pt x="124" y="47"/>
                      <a:pt x="133" y="22"/>
                    </a:cubicBezTo>
                    <a:cubicBezTo>
                      <a:pt x="116" y="27"/>
                      <a:pt x="109" y="9"/>
                      <a:pt x="98" y="0"/>
                    </a:cubicBezTo>
                    <a:cubicBezTo>
                      <a:pt x="101" y="8"/>
                      <a:pt x="107" y="18"/>
                      <a:pt x="98" y="26"/>
                    </a:cubicBezTo>
                    <a:cubicBezTo>
                      <a:pt x="89" y="34"/>
                      <a:pt x="79" y="29"/>
                      <a:pt x="75" y="20"/>
                    </a:cubicBezTo>
                    <a:cubicBezTo>
                      <a:pt x="75" y="31"/>
                      <a:pt x="64" y="46"/>
                      <a:pt x="52" y="34"/>
                    </a:cubicBezTo>
                    <a:cubicBezTo>
                      <a:pt x="45" y="27"/>
                      <a:pt x="49" y="10"/>
                      <a:pt x="42" y="2"/>
                    </a:cubicBezTo>
                    <a:cubicBezTo>
                      <a:pt x="38" y="11"/>
                      <a:pt x="39" y="27"/>
                      <a:pt x="31" y="34"/>
                    </a:cubicBezTo>
                    <a:cubicBezTo>
                      <a:pt x="23" y="41"/>
                      <a:pt x="8" y="38"/>
                      <a:pt x="0" y="35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3" name="Freeform 465">
                <a:extLst>
                  <a:ext uri="{FF2B5EF4-FFF2-40B4-BE49-F238E27FC236}">
                    <a16:creationId xmlns:a16="http://schemas.microsoft.com/office/drawing/2014/main" id="{66BB47C2-D89E-45B2-8FDE-BA9BD622E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640"/>
                <a:ext cx="290" cy="315"/>
              </a:xfrm>
              <a:custGeom>
                <a:avLst/>
                <a:gdLst>
                  <a:gd name="T0" fmla="*/ 938 w 116"/>
                  <a:gd name="T1" fmla="*/ 1767 h 118"/>
                  <a:gd name="T2" fmla="*/ 1595 w 116"/>
                  <a:gd name="T3" fmla="*/ 1596 h 118"/>
                  <a:gd name="T4" fmla="*/ 1738 w 116"/>
                  <a:gd name="T5" fmla="*/ 1140 h 118"/>
                  <a:gd name="T6" fmla="*/ 1625 w 116"/>
                  <a:gd name="T7" fmla="*/ 876 h 118"/>
                  <a:gd name="T8" fmla="*/ 770 w 116"/>
                  <a:gd name="T9" fmla="*/ 969 h 118"/>
                  <a:gd name="T10" fmla="*/ 520 w 116"/>
                  <a:gd name="T11" fmla="*/ 0 h 118"/>
                  <a:gd name="T12" fmla="*/ 345 w 116"/>
                  <a:gd name="T13" fmla="*/ 307 h 118"/>
                  <a:gd name="T14" fmla="*/ 0 w 116"/>
                  <a:gd name="T15" fmla="*/ 307 h 118"/>
                  <a:gd name="T16" fmla="*/ 408 w 116"/>
                  <a:gd name="T17" fmla="*/ 683 h 118"/>
                  <a:gd name="T18" fmla="*/ 688 w 116"/>
                  <a:gd name="T19" fmla="*/ 1062 h 118"/>
                  <a:gd name="T20" fmla="*/ 1270 w 116"/>
                  <a:gd name="T21" fmla="*/ 1391 h 118"/>
                  <a:gd name="T22" fmla="*/ 895 w 116"/>
                  <a:gd name="T23" fmla="*/ 1711 h 118"/>
                  <a:gd name="T24" fmla="*/ 908 w 116"/>
                  <a:gd name="T25" fmla="*/ 1639 h 1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6" h="118">
                    <a:moveTo>
                      <a:pt x="60" y="93"/>
                    </a:moveTo>
                    <a:cubicBezTo>
                      <a:pt x="70" y="118"/>
                      <a:pt x="95" y="97"/>
                      <a:pt x="102" y="84"/>
                    </a:cubicBezTo>
                    <a:cubicBezTo>
                      <a:pt x="106" y="76"/>
                      <a:pt x="109" y="69"/>
                      <a:pt x="111" y="60"/>
                    </a:cubicBezTo>
                    <a:cubicBezTo>
                      <a:pt x="115" y="46"/>
                      <a:pt x="116" y="42"/>
                      <a:pt x="104" y="46"/>
                    </a:cubicBezTo>
                    <a:cubicBezTo>
                      <a:pt x="87" y="52"/>
                      <a:pt x="68" y="60"/>
                      <a:pt x="49" y="51"/>
                    </a:cubicBezTo>
                    <a:cubicBezTo>
                      <a:pt x="26" y="39"/>
                      <a:pt x="42" y="19"/>
                      <a:pt x="33" y="0"/>
                    </a:cubicBezTo>
                    <a:cubicBezTo>
                      <a:pt x="23" y="0"/>
                      <a:pt x="29" y="11"/>
                      <a:pt x="22" y="16"/>
                    </a:cubicBezTo>
                    <a:cubicBezTo>
                      <a:pt x="16" y="20"/>
                      <a:pt x="6" y="15"/>
                      <a:pt x="0" y="16"/>
                    </a:cubicBezTo>
                    <a:cubicBezTo>
                      <a:pt x="8" y="21"/>
                      <a:pt x="21" y="27"/>
                      <a:pt x="26" y="36"/>
                    </a:cubicBezTo>
                    <a:cubicBezTo>
                      <a:pt x="32" y="49"/>
                      <a:pt x="27" y="52"/>
                      <a:pt x="44" y="56"/>
                    </a:cubicBezTo>
                    <a:cubicBezTo>
                      <a:pt x="56" y="59"/>
                      <a:pt x="74" y="60"/>
                      <a:pt x="81" y="73"/>
                    </a:cubicBezTo>
                    <a:cubicBezTo>
                      <a:pt x="88" y="91"/>
                      <a:pt x="68" y="90"/>
                      <a:pt x="57" y="90"/>
                    </a:cubicBezTo>
                    <a:cubicBezTo>
                      <a:pt x="57" y="89"/>
                      <a:pt x="57" y="88"/>
                      <a:pt x="58" y="8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4" name="Freeform 466">
                <a:extLst>
                  <a:ext uri="{FF2B5EF4-FFF2-40B4-BE49-F238E27FC236}">
                    <a16:creationId xmlns:a16="http://schemas.microsoft.com/office/drawing/2014/main" id="{E8EB2E3D-D8BF-4425-AC30-DC50D8C0B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224"/>
                <a:ext cx="377" cy="533"/>
              </a:xfrm>
              <a:custGeom>
                <a:avLst/>
                <a:gdLst>
                  <a:gd name="T0" fmla="*/ 1528 w 151"/>
                  <a:gd name="T1" fmla="*/ 3707 h 200"/>
                  <a:gd name="T2" fmla="*/ 1945 w 151"/>
                  <a:gd name="T3" fmla="*/ 3025 h 200"/>
                  <a:gd name="T4" fmla="*/ 2195 w 151"/>
                  <a:gd name="T5" fmla="*/ 3025 h 200"/>
                  <a:gd name="T6" fmla="*/ 2070 w 151"/>
                  <a:gd name="T7" fmla="*/ 2572 h 200"/>
                  <a:gd name="T8" fmla="*/ 1932 w 151"/>
                  <a:gd name="T9" fmla="*/ 2593 h 200"/>
                  <a:gd name="T10" fmla="*/ 2070 w 151"/>
                  <a:gd name="T11" fmla="*/ 1706 h 200"/>
                  <a:gd name="T12" fmla="*/ 1962 w 151"/>
                  <a:gd name="T13" fmla="*/ 887 h 200"/>
                  <a:gd name="T14" fmla="*/ 2132 w 151"/>
                  <a:gd name="T15" fmla="*/ 1157 h 200"/>
                  <a:gd name="T16" fmla="*/ 2007 w 151"/>
                  <a:gd name="T17" fmla="*/ 0 h 200"/>
                  <a:gd name="T18" fmla="*/ 1715 w 151"/>
                  <a:gd name="T19" fmla="*/ 248 h 200"/>
                  <a:gd name="T20" fmla="*/ 1416 w 151"/>
                  <a:gd name="T21" fmla="*/ 1045 h 200"/>
                  <a:gd name="T22" fmla="*/ 791 w 151"/>
                  <a:gd name="T23" fmla="*/ 1002 h 200"/>
                  <a:gd name="T24" fmla="*/ 137 w 151"/>
                  <a:gd name="T25" fmla="*/ 1045 h 200"/>
                  <a:gd name="T26" fmla="*/ 125 w 151"/>
                  <a:gd name="T27" fmla="*/ 1364 h 200"/>
                  <a:gd name="T28" fmla="*/ 404 w 151"/>
                  <a:gd name="T29" fmla="*/ 1215 h 200"/>
                  <a:gd name="T30" fmla="*/ 1071 w 151"/>
                  <a:gd name="T31" fmla="*/ 1306 h 200"/>
                  <a:gd name="T32" fmla="*/ 1633 w 151"/>
                  <a:gd name="T33" fmla="*/ 1327 h 200"/>
                  <a:gd name="T34" fmla="*/ 1745 w 151"/>
                  <a:gd name="T35" fmla="*/ 1706 h 200"/>
                  <a:gd name="T36" fmla="*/ 1633 w 151"/>
                  <a:gd name="T37" fmla="*/ 2047 h 200"/>
                  <a:gd name="T38" fmla="*/ 1665 w 151"/>
                  <a:gd name="T39" fmla="*/ 2444 h 200"/>
                  <a:gd name="T40" fmla="*/ 1508 w 151"/>
                  <a:gd name="T41" fmla="*/ 2742 h 200"/>
                  <a:gd name="T42" fmla="*/ 1653 w 151"/>
                  <a:gd name="T43" fmla="*/ 3217 h 200"/>
                  <a:gd name="T44" fmla="*/ 1216 w 151"/>
                  <a:gd name="T45" fmla="*/ 3195 h 200"/>
                  <a:gd name="T46" fmla="*/ 979 w 151"/>
                  <a:gd name="T47" fmla="*/ 3558 h 200"/>
                  <a:gd name="T48" fmla="*/ 1528 w 151"/>
                  <a:gd name="T49" fmla="*/ 3635 h 20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51" h="200">
                    <a:moveTo>
                      <a:pt x="98" y="196"/>
                    </a:moveTo>
                    <a:cubicBezTo>
                      <a:pt x="121" y="192"/>
                      <a:pt x="117" y="177"/>
                      <a:pt x="125" y="160"/>
                    </a:cubicBezTo>
                    <a:cubicBezTo>
                      <a:pt x="133" y="160"/>
                      <a:pt x="139" y="173"/>
                      <a:pt x="141" y="160"/>
                    </a:cubicBezTo>
                    <a:cubicBezTo>
                      <a:pt x="142" y="155"/>
                      <a:pt x="134" y="141"/>
                      <a:pt x="133" y="136"/>
                    </a:cubicBezTo>
                    <a:cubicBezTo>
                      <a:pt x="130" y="137"/>
                      <a:pt x="126" y="136"/>
                      <a:pt x="124" y="137"/>
                    </a:cubicBezTo>
                    <a:cubicBezTo>
                      <a:pt x="120" y="123"/>
                      <a:pt x="133" y="106"/>
                      <a:pt x="133" y="90"/>
                    </a:cubicBezTo>
                    <a:cubicBezTo>
                      <a:pt x="133" y="77"/>
                      <a:pt x="132" y="59"/>
                      <a:pt x="126" y="47"/>
                    </a:cubicBezTo>
                    <a:cubicBezTo>
                      <a:pt x="131" y="51"/>
                      <a:pt x="134" y="56"/>
                      <a:pt x="137" y="61"/>
                    </a:cubicBezTo>
                    <a:cubicBezTo>
                      <a:pt x="151" y="51"/>
                      <a:pt x="136" y="12"/>
                      <a:pt x="129" y="0"/>
                    </a:cubicBezTo>
                    <a:cubicBezTo>
                      <a:pt x="125" y="8"/>
                      <a:pt x="122" y="15"/>
                      <a:pt x="110" y="13"/>
                    </a:cubicBezTo>
                    <a:cubicBezTo>
                      <a:pt x="123" y="28"/>
                      <a:pt x="106" y="51"/>
                      <a:pt x="91" y="55"/>
                    </a:cubicBezTo>
                    <a:cubicBezTo>
                      <a:pt x="78" y="59"/>
                      <a:pt x="64" y="54"/>
                      <a:pt x="51" y="53"/>
                    </a:cubicBezTo>
                    <a:cubicBezTo>
                      <a:pt x="42" y="53"/>
                      <a:pt x="16" y="50"/>
                      <a:pt x="9" y="55"/>
                    </a:cubicBezTo>
                    <a:cubicBezTo>
                      <a:pt x="3" y="58"/>
                      <a:pt x="0" y="68"/>
                      <a:pt x="8" y="72"/>
                    </a:cubicBezTo>
                    <a:cubicBezTo>
                      <a:pt x="15" y="76"/>
                      <a:pt x="19" y="65"/>
                      <a:pt x="26" y="64"/>
                    </a:cubicBezTo>
                    <a:cubicBezTo>
                      <a:pt x="38" y="61"/>
                      <a:pt x="54" y="71"/>
                      <a:pt x="69" y="69"/>
                    </a:cubicBezTo>
                    <a:cubicBezTo>
                      <a:pt x="85" y="67"/>
                      <a:pt x="93" y="54"/>
                      <a:pt x="105" y="70"/>
                    </a:cubicBezTo>
                    <a:cubicBezTo>
                      <a:pt x="108" y="74"/>
                      <a:pt x="113" y="85"/>
                      <a:pt x="112" y="90"/>
                    </a:cubicBezTo>
                    <a:cubicBezTo>
                      <a:pt x="112" y="98"/>
                      <a:pt x="106" y="100"/>
                      <a:pt x="105" y="108"/>
                    </a:cubicBezTo>
                    <a:cubicBezTo>
                      <a:pt x="104" y="115"/>
                      <a:pt x="109" y="122"/>
                      <a:pt x="107" y="129"/>
                    </a:cubicBezTo>
                    <a:cubicBezTo>
                      <a:pt x="105" y="139"/>
                      <a:pt x="100" y="137"/>
                      <a:pt x="97" y="145"/>
                    </a:cubicBezTo>
                    <a:cubicBezTo>
                      <a:pt x="108" y="148"/>
                      <a:pt x="113" y="160"/>
                      <a:pt x="106" y="170"/>
                    </a:cubicBezTo>
                    <a:cubicBezTo>
                      <a:pt x="97" y="184"/>
                      <a:pt x="87" y="176"/>
                      <a:pt x="78" y="169"/>
                    </a:cubicBezTo>
                    <a:cubicBezTo>
                      <a:pt x="82" y="182"/>
                      <a:pt x="74" y="185"/>
                      <a:pt x="63" y="188"/>
                    </a:cubicBezTo>
                    <a:cubicBezTo>
                      <a:pt x="74" y="200"/>
                      <a:pt x="85" y="189"/>
                      <a:pt x="98" y="19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5" name="Freeform 467">
                <a:extLst>
                  <a:ext uri="{FF2B5EF4-FFF2-40B4-BE49-F238E27FC236}">
                    <a16:creationId xmlns:a16="http://schemas.microsoft.com/office/drawing/2014/main" id="{C30352BE-C1D2-4162-B18B-E565F7654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541"/>
                <a:ext cx="303" cy="211"/>
              </a:xfrm>
              <a:custGeom>
                <a:avLst/>
                <a:gdLst>
                  <a:gd name="T0" fmla="*/ 0 w 121"/>
                  <a:gd name="T1" fmla="*/ 913 h 79"/>
                  <a:gd name="T2" fmla="*/ 438 w 121"/>
                  <a:gd name="T3" fmla="*/ 879 h 79"/>
                  <a:gd name="T4" fmla="*/ 689 w 121"/>
                  <a:gd name="T5" fmla="*/ 1127 h 79"/>
                  <a:gd name="T6" fmla="*/ 1472 w 121"/>
                  <a:gd name="T7" fmla="*/ 1469 h 79"/>
                  <a:gd name="T8" fmla="*/ 1788 w 121"/>
                  <a:gd name="T9" fmla="*/ 820 h 79"/>
                  <a:gd name="T10" fmla="*/ 1525 w 121"/>
                  <a:gd name="T11" fmla="*/ 0 h 79"/>
                  <a:gd name="T12" fmla="*/ 1442 w 121"/>
                  <a:gd name="T13" fmla="*/ 422 h 79"/>
                  <a:gd name="T14" fmla="*/ 1380 w 121"/>
                  <a:gd name="T15" fmla="*/ 935 h 79"/>
                  <a:gd name="T16" fmla="*/ 1347 w 121"/>
                  <a:gd name="T17" fmla="*/ 1183 h 79"/>
                  <a:gd name="T18" fmla="*/ 1097 w 121"/>
                  <a:gd name="T19" fmla="*/ 857 h 79"/>
                  <a:gd name="T20" fmla="*/ 909 w 121"/>
                  <a:gd name="T21" fmla="*/ 1012 h 79"/>
                  <a:gd name="T22" fmla="*/ 689 w 121"/>
                  <a:gd name="T23" fmla="*/ 820 h 79"/>
                  <a:gd name="T24" fmla="*/ 488 w 121"/>
                  <a:gd name="T25" fmla="*/ 820 h 79"/>
                  <a:gd name="T26" fmla="*/ 250 w 121"/>
                  <a:gd name="T27" fmla="*/ 820 h 7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1" h="79">
                    <a:moveTo>
                      <a:pt x="0" y="48"/>
                    </a:moveTo>
                    <a:cubicBezTo>
                      <a:pt x="9" y="45"/>
                      <a:pt x="19" y="41"/>
                      <a:pt x="28" y="46"/>
                    </a:cubicBezTo>
                    <a:cubicBezTo>
                      <a:pt x="34" y="49"/>
                      <a:pt x="39" y="55"/>
                      <a:pt x="44" y="59"/>
                    </a:cubicBezTo>
                    <a:cubicBezTo>
                      <a:pt x="57" y="70"/>
                      <a:pt x="77" y="74"/>
                      <a:pt x="94" y="77"/>
                    </a:cubicBezTo>
                    <a:cubicBezTo>
                      <a:pt x="112" y="79"/>
                      <a:pt x="114" y="56"/>
                      <a:pt x="114" y="43"/>
                    </a:cubicBezTo>
                    <a:cubicBezTo>
                      <a:pt x="115" y="26"/>
                      <a:pt x="121" y="1"/>
                      <a:pt x="97" y="0"/>
                    </a:cubicBezTo>
                    <a:cubicBezTo>
                      <a:pt x="108" y="6"/>
                      <a:pt x="109" y="29"/>
                      <a:pt x="92" y="22"/>
                    </a:cubicBezTo>
                    <a:cubicBezTo>
                      <a:pt x="101" y="29"/>
                      <a:pt x="102" y="58"/>
                      <a:pt x="88" y="49"/>
                    </a:cubicBezTo>
                    <a:cubicBezTo>
                      <a:pt x="87" y="53"/>
                      <a:pt x="88" y="58"/>
                      <a:pt x="86" y="62"/>
                    </a:cubicBezTo>
                    <a:cubicBezTo>
                      <a:pt x="72" y="63"/>
                      <a:pt x="75" y="53"/>
                      <a:pt x="70" y="45"/>
                    </a:cubicBezTo>
                    <a:cubicBezTo>
                      <a:pt x="66" y="47"/>
                      <a:pt x="63" y="53"/>
                      <a:pt x="58" y="53"/>
                    </a:cubicBezTo>
                    <a:cubicBezTo>
                      <a:pt x="51" y="53"/>
                      <a:pt x="49" y="45"/>
                      <a:pt x="44" y="43"/>
                    </a:cubicBezTo>
                    <a:cubicBezTo>
                      <a:pt x="40" y="41"/>
                      <a:pt x="35" y="43"/>
                      <a:pt x="31" y="43"/>
                    </a:cubicBezTo>
                    <a:cubicBezTo>
                      <a:pt x="26" y="43"/>
                      <a:pt x="21" y="43"/>
                      <a:pt x="16" y="4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6" name="Freeform 468">
                <a:extLst>
                  <a:ext uri="{FF2B5EF4-FFF2-40B4-BE49-F238E27FC236}">
                    <a16:creationId xmlns:a16="http://schemas.microsoft.com/office/drawing/2014/main" id="{4A623A45-7312-46B2-940C-9C4BB8783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741"/>
                <a:ext cx="100" cy="128"/>
              </a:xfrm>
              <a:custGeom>
                <a:avLst/>
                <a:gdLst>
                  <a:gd name="T0" fmla="*/ 188 w 40"/>
                  <a:gd name="T1" fmla="*/ 0 h 48"/>
                  <a:gd name="T2" fmla="*/ 488 w 40"/>
                  <a:gd name="T3" fmla="*/ 115 h 48"/>
                  <a:gd name="T4" fmla="*/ 583 w 40"/>
                  <a:gd name="T5" fmla="*/ 285 h 48"/>
                  <a:gd name="T6" fmla="*/ 625 w 40"/>
                  <a:gd name="T7" fmla="*/ 875 h 48"/>
                  <a:gd name="T8" fmla="*/ 0 w 40"/>
                  <a:gd name="T9" fmla="*/ 909 h 48"/>
                  <a:gd name="T10" fmla="*/ 313 w 40"/>
                  <a:gd name="T11" fmla="*/ 760 h 48"/>
                  <a:gd name="T12" fmla="*/ 283 w 40"/>
                  <a:gd name="T13" fmla="*/ 512 h 48"/>
                  <a:gd name="T14" fmla="*/ 188 w 40"/>
                  <a:gd name="T15" fmla="*/ 77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8">
                    <a:moveTo>
                      <a:pt x="12" y="0"/>
                    </a:moveTo>
                    <a:cubicBezTo>
                      <a:pt x="18" y="2"/>
                      <a:pt x="24" y="4"/>
                      <a:pt x="31" y="6"/>
                    </a:cubicBezTo>
                    <a:cubicBezTo>
                      <a:pt x="37" y="8"/>
                      <a:pt x="37" y="8"/>
                      <a:pt x="37" y="15"/>
                    </a:cubicBezTo>
                    <a:cubicBezTo>
                      <a:pt x="37" y="25"/>
                      <a:pt x="40" y="36"/>
                      <a:pt x="40" y="46"/>
                    </a:cubicBezTo>
                    <a:cubicBezTo>
                      <a:pt x="30" y="38"/>
                      <a:pt x="10" y="44"/>
                      <a:pt x="0" y="48"/>
                    </a:cubicBezTo>
                    <a:cubicBezTo>
                      <a:pt x="7" y="48"/>
                      <a:pt x="16" y="45"/>
                      <a:pt x="20" y="40"/>
                    </a:cubicBezTo>
                    <a:cubicBezTo>
                      <a:pt x="23" y="37"/>
                      <a:pt x="26" y="26"/>
                      <a:pt x="18" y="27"/>
                    </a:cubicBezTo>
                    <a:cubicBezTo>
                      <a:pt x="29" y="20"/>
                      <a:pt x="19" y="8"/>
                      <a:pt x="12" y="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7" name="Freeform 469">
                <a:extLst>
                  <a:ext uri="{FF2B5EF4-FFF2-40B4-BE49-F238E27FC236}">
                    <a16:creationId xmlns:a16="http://schemas.microsoft.com/office/drawing/2014/main" id="{17B60676-AFCA-42DE-BD83-E6CD5A623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787"/>
                <a:ext cx="202" cy="125"/>
              </a:xfrm>
              <a:custGeom>
                <a:avLst/>
                <a:gdLst>
                  <a:gd name="T0" fmla="*/ 0 w 81"/>
                  <a:gd name="T1" fmla="*/ 282 h 47"/>
                  <a:gd name="T2" fmla="*/ 791 w 81"/>
                  <a:gd name="T3" fmla="*/ 883 h 47"/>
                  <a:gd name="T4" fmla="*/ 1257 w 81"/>
                  <a:gd name="T5" fmla="*/ 396 h 47"/>
                  <a:gd name="T6" fmla="*/ 995 w 81"/>
                  <a:gd name="T7" fmla="*/ 0 h 47"/>
                  <a:gd name="T8" fmla="*/ 965 w 81"/>
                  <a:gd name="T9" fmla="*/ 375 h 47"/>
                  <a:gd name="T10" fmla="*/ 728 w 81"/>
                  <a:gd name="T11" fmla="*/ 396 h 47"/>
                  <a:gd name="T12" fmla="*/ 591 w 81"/>
                  <a:gd name="T13" fmla="*/ 545 h 47"/>
                  <a:gd name="T14" fmla="*/ 416 w 81"/>
                  <a:gd name="T15" fmla="*/ 362 h 47"/>
                  <a:gd name="T16" fmla="*/ 155 w 81"/>
                  <a:gd name="T17" fmla="*/ 452 h 47"/>
                  <a:gd name="T18" fmla="*/ 0 w 81"/>
                  <a:gd name="T19" fmla="*/ 247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47">
                    <a:moveTo>
                      <a:pt x="0" y="15"/>
                    </a:moveTo>
                    <a:cubicBezTo>
                      <a:pt x="1" y="45"/>
                      <a:pt x="41" y="25"/>
                      <a:pt x="51" y="47"/>
                    </a:cubicBezTo>
                    <a:cubicBezTo>
                      <a:pt x="52" y="36"/>
                      <a:pt x="71" y="24"/>
                      <a:pt x="81" y="21"/>
                    </a:cubicBezTo>
                    <a:cubicBezTo>
                      <a:pt x="73" y="18"/>
                      <a:pt x="65" y="9"/>
                      <a:pt x="64" y="0"/>
                    </a:cubicBezTo>
                    <a:cubicBezTo>
                      <a:pt x="63" y="7"/>
                      <a:pt x="65" y="14"/>
                      <a:pt x="62" y="20"/>
                    </a:cubicBezTo>
                    <a:cubicBezTo>
                      <a:pt x="59" y="26"/>
                      <a:pt x="49" y="29"/>
                      <a:pt x="47" y="21"/>
                    </a:cubicBezTo>
                    <a:cubicBezTo>
                      <a:pt x="45" y="25"/>
                      <a:pt x="43" y="28"/>
                      <a:pt x="38" y="29"/>
                    </a:cubicBezTo>
                    <a:cubicBezTo>
                      <a:pt x="32" y="29"/>
                      <a:pt x="27" y="24"/>
                      <a:pt x="27" y="19"/>
                    </a:cubicBezTo>
                    <a:cubicBezTo>
                      <a:pt x="20" y="21"/>
                      <a:pt x="18" y="26"/>
                      <a:pt x="10" y="24"/>
                    </a:cubicBezTo>
                    <a:cubicBezTo>
                      <a:pt x="4" y="22"/>
                      <a:pt x="2" y="18"/>
                      <a:pt x="0" y="1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8" name="Freeform 470">
                <a:extLst>
                  <a:ext uri="{FF2B5EF4-FFF2-40B4-BE49-F238E27FC236}">
                    <a16:creationId xmlns:a16="http://schemas.microsoft.com/office/drawing/2014/main" id="{B4606192-DAB0-4CB2-B87E-9CB397887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2211"/>
                <a:ext cx="137" cy="144"/>
              </a:xfrm>
              <a:custGeom>
                <a:avLst/>
                <a:gdLst>
                  <a:gd name="T0" fmla="*/ 217 w 55"/>
                  <a:gd name="T1" fmla="*/ 968 h 54"/>
                  <a:gd name="T2" fmla="*/ 570 w 55"/>
                  <a:gd name="T3" fmla="*/ 1003 h 54"/>
                  <a:gd name="T4" fmla="*/ 820 w 55"/>
                  <a:gd name="T5" fmla="*/ 739 h 54"/>
                  <a:gd name="T6" fmla="*/ 590 w 55"/>
                  <a:gd name="T7" fmla="*/ 77 h 54"/>
                  <a:gd name="T8" fmla="*/ 199 w 55"/>
                  <a:gd name="T9" fmla="*/ 320 h 54"/>
                  <a:gd name="T10" fmla="*/ 558 w 55"/>
                  <a:gd name="T11" fmla="*/ 456 h 54"/>
                  <a:gd name="T12" fmla="*/ 590 w 55"/>
                  <a:gd name="T13" fmla="*/ 760 h 54"/>
                  <a:gd name="T14" fmla="*/ 384 w 55"/>
                  <a:gd name="T15" fmla="*/ 683 h 54"/>
                  <a:gd name="T16" fmla="*/ 433 w 55"/>
                  <a:gd name="T17" fmla="*/ 888 h 54"/>
                  <a:gd name="T18" fmla="*/ 199 w 55"/>
                  <a:gd name="T19" fmla="*/ 875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54">
                    <a:moveTo>
                      <a:pt x="14" y="51"/>
                    </a:moveTo>
                    <a:cubicBezTo>
                      <a:pt x="20" y="53"/>
                      <a:pt x="31" y="54"/>
                      <a:pt x="37" y="53"/>
                    </a:cubicBezTo>
                    <a:cubicBezTo>
                      <a:pt x="46" y="53"/>
                      <a:pt x="51" y="48"/>
                      <a:pt x="53" y="39"/>
                    </a:cubicBezTo>
                    <a:cubicBezTo>
                      <a:pt x="55" y="25"/>
                      <a:pt x="54" y="6"/>
                      <a:pt x="38" y="4"/>
                    </a:cubicBezTo>
                    <a:cubicBezTo>
                      <a:pt x="31" y="3"/>
                      <a:pt x="0" y="0"/>
                      <a:pt x="13" y="17"/>
                    </a:cubicBezTo>
                    <a:cubicBezTo>
                      <a:pt x="19" y="24"/>
                      <a:pt x="30" y="17"/>
                      <a:pt x="36" y="24"/>
                    </a:cubicBezTo>
                    <a:cubicBezTo>
                      <a:pt x="38" y="27"/>
                      <a:pt x="42" y="38"/>
                      <a:pt x="38" y="40"/>
                    </a:cubicBezTo>
                    <a:cubicBezTo>
                      <a:pt x="34" y="42"/>
                      <a:pt x="28" y="37"/>
                      <a:pt x="25" y="36"/>
                    </a:cubicBezTo>
                    <a:cubicBezTo>
                      <a:pt x="27" y="38"/>
                      <a:pt x="30" y="44"/>
                      <a:pt x="28" y="47"/>
                    </a:cubicBezTo>
                    <a:cubicBezTo>
                      <a:pt x="26" y="50"/>
                      <a:pt x="15" y="48"/>
                      <a:pt x="13" y="4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9" name="Freeform 471">
                <a:extLst>
                  <a:ext uri="{FF2B5EF4-FFF2-40B4-BE49-F238E27FC236}">
                    <a16:creationId xmlns:a16="http://schemas.microsoft.com/office/drawing/2014/main" id="{1D8B658B-E631-45D2-8273-4D24AF0D9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99"/>
                <a:ext cx="198" cy="325"/>
              </a:xfrm>
              <a:custGeom>
                <a:avLst/>
                <a:gdLst>
                  <a:gd name="T0" fmla="*/ 0 w 79"/>
                  <a:gd name="T1" fmla="*/ 1646 h 122"/>
                  <a:gd name="T2" fmla="*/ 313 w 79"/>
                  <a:gd name="T3" fmla="*/ 1817 h 122"/>
                  <a:gd name="T4" fmla="*/ 617 w 79"/>
                  <a:gd name="T5" fmla="*/ 1931 h 122"/>
                  <a:gd name="T6" fmla="*/ 867 w 79"/>
                  <a:gd name="T7" fmla="*/ 2059 h 122"/>
                  <a:gd name="T8" fmla="*/ 1038 w 79"/>
                  <a:gd name="T9" fmla="*/ 2307 h 122"/>
                  <a:gd name="T10" fmla="*/ 1100 w 79"/>
                  <a:gd name="T11" fmla="*/ 1548 h 122"/>
                  <a:gd name="T12" fmla="*/ 1118 w 79"/>
                  <a:gd name="T13" fmla="*/ 930 h 122"/>
                  <a:gd name="T14" fmla="*/ 1038 w 79"/>
                  <a:gd name="T15" fmla="*/ 453 h 122"/>
                  <a:gd name="T16" fmla="*/ 1130 w 79"/>
                  <a:gd name="T17" fmla="*/ 0 h 122"/>
                  <a:gd name="T18" fmla="*/ 972 w 79"/>
                  <a:gd name="T19" fmla="*/ 35 h 122"/>
                  <a:gd name="T20" fmla="*/ 993 w 79"/>
                  <a:gd name="T21" fmla="*/ 205 h 122"/>
                  <a:gd name="T22" fmla="*/ 942 w 79"/>
                  <a:gd name="T23" fmla="*/ 567 h 122"/>
                  <a:gd name="T24" fmla="*/ 805 w 79"/>
                  <a:gd name="T25" fmla="*/ 1079 h 122"/>
                  <a:gd name="T26" fmla="*/ 471 w 79"/>
                  <a:gd name="T27" fmla="*/ 1489 h 122"/>
                  <a:gd name="T28" fmla="*/ 83 w 79"/>
                  <a:gd name="T29" fmla="*/ 1420 h 122"/>
                  <a:gd name="T30" fmla="*/ 33 w 79"/>
                  <a:gd name="T31" fmla="*/ 1646 h 12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122">
                    <a:moveTo>
                      <a:pt x="0" y="87"/>
                    </a:moveTo>
                    <a:cubicBezTo>
                      <a:pt x="7" y="90"/>
                      <a:pt x="14" y="92"/>
                      <a:pt x="20" y="96"/>
                    </a:cubicBezTo>
                    <a:cubicBezTo>
                      <a:pt x="27" y="101"/>
                      <a:pt x="30" y="101"/>
                      <a:pt x="39" y="102"/>
                    </a:cubicBezTo>
                    <a:cubicBezTo>
                      <a:pt x="46" y="103"/>
                      <a:pt x="51" y="104"/>
                      <a:pt x="55" y="109"/>
                    </a:cubicBezTo>
                    <a:cubicBezTo>
                      <a:pt x="59" y="113"/>
                      <a:pt x="62" y="119"/>
                      <a:pt x="66" y="122"/>
                    </a:cubicBezTo>
                    <a:cubicBezTo>
                      <a:pt x="71" y="111"/>
                      <a:pt x="67" y="94"/>
                      <a:pt x="70" y="82"/>
                    </a:cubicBezTo>
                    <a:cubicBezTo>
                      <a:pt x="72" y="71"/>
                      <a:pt x="76" y="59"/>
                      <a:pt x="71" y="49"/>
                    </a:cubicBezTo>
                    <a:cubicBezTo>
                      <a:pt x="67" y="40"/>
                      <a:pt x="65" y="33"/>
                      <a:pt x="66" y="24"/>
                    </a:cubicBezTo>
                    <a:cubicBezTo>
                      <a:pt x="67" y="18"/>
                      <a:pt x="79" y="3"/>
                      <a:pt x="72" y="0"/>
                    </a:cubicBezTo>
                    <a:cubicBezTo>
                      <a:pt x="70" y="4"/>
                      <a:pt x="63" y="12"/>
                      <a:pt x="62" y="2"/>
                    </a:cubicBezTo>
                    <a:cubicBezTo>
                      <a:pt x="61" y="5"/>
                      <a:pt x="63" y="8"/>
                      <a:pt x="63" y="11"/>
                    </a:cubicBezTo>
                    <a:cubicBezTo>
                      <a:pt x="64" y="17"/>
                      <a:pt x="61" y="24"/>
                      <a:pt x="60" y="30"/>
                    </a:cubicBezTo>
                    <a:cubicBezTo>
                      <a:pt x="57" y="40"/>
                      <a:pt x="53" y="48"/>
                      <a:pt x="51" y="57"/>
                    </a:cubicBezTo>
                    <a:cubicBezTo>
                      <a:pt x="48" y="70"/>
                      <a:pt x="45" y="77"/>
                      <a:pt x="30" y="79"/>
                    </a:cubicBezTo>
                    <a:cubicBezTo>
                      <a:pt x="20" y="81"/>
                      <a:pt x="14" y="77"/>
                      <a:pt x="5" y="75"/>
                    </a:cubicBezTo>
                    <a:cubicBezTo>
                      <a:pt x="9" y="80"/>
                      <a:pt x="13" y="89"/>
                      <a:pt x="2" y="87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0" name="Freeform 472">
                <a:extLst>
                  <a:ext uri="{FF2B5EF4-FFF2-40B4-BE49-F238E27FC236}">
                    <a16:creationId xmlns:a16="http://schemas.microsoft.com/office/drawing/2014/main" id="{00516C59-DEC9-4ADA-93EE-8A0B23F26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525"/>
                <a:ext cx="145" cy="80"/>
              </a:xfrm>
              <a:custGeom>
                <a:avLst/>
                <a:gdLst>
                  <a:gd name="T0" fmla="*/ 0 w 58"/>
                  <a:gd name="T1" fmla="*/ 0 h 30"/>
                  <a:gd name="T2" fmla="*/ 658 w 58"/>
                  <a:gd name="T3" fmla="*/ 547 h 30"/>
                  <a:gd name="T4" fmla="*/ 833 w 58"/>
                  <a:gd name="T5" fmla="*/ 264 h 30"/>
                  <a:gd name="T6" fmla="*/ 345 w 58"/>
                  <a:gd name="T7" fmla="*/ 9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30">
                    <a:moveTo>
                      <a:pt x="0" y="0"/>
                    </a:moveTo>
                    <a:cubicBezTo>
                      <a:pt x="4" y="15"/>
                      <a:pt x="28" y="28"/>
                      <a:pt x="42" y="29"/>
                    </a:cubicBezTo>
                    <a:cubicBezTo>
                      <a:pt x="51" y="30"/>
                      <a:pt x="58" y="22"/>
                      <a:pt x="53" y="14"/>
                    </a:cubicBezTo>
                    <a:cubicBezTo>
                      <a:pt x="47" y="6"/>
                      <a:pt x="31" y="5"/>
                      <a:pt x="22" y="5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1" name="Freeform 473">
                <a:extLst>
                  <a:ext uri="{FF2B5EF4-FFF2-40B4-BE49-F238E27FC236}">
                    <a16:creationId xmlns:a16="http://schemas.microsoft.com/office/drawing/2014/main" id="{9C550CB0-5A97-4492-8405-392597237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419"/>
                <a:ext cx="107" cy="45"/>
              </a:xfrm>
              <a:custGeom>
                <a:avLst/>
                <a:gdLst>
                  <a:gd name="T0" fmla="*/ 662 w 43"/>
                  <a:gd name="T1" fmla="*/ 21 h 17"/>
                  <a:gd name="T2" fmla="*/ 416 w 43"/>
                  <a:gd name="T3" fmla="*/ 0 h 17"/>
                  <a:gd name="T4" fmla="*/ 187 w 43"/>
                  <a:gd name="T5" fmla="*/ 90 h 17"/>
                  <a:gd name="T6" fmla="*/ 137 w 43"/>
                  <a:gd name="T7" fmla="*/ 281 h 17"/>
                  <a:gd name="T8" fmla="*/ 495 w 43"/>
                  <a:gd name="T9" fmla="*/ 225 h 17"/>
                  <a:gd name="T10" fmla="*/ 508 w 43"/>
                  <a:gd name="T11" fmla="*/ 5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7">
                    <a:moveTo>
                      <a:pt x="43" y="1"/>
                    </a:moveTo>
                    <a:cubicBezTo>
                      <a:pt x="38" y="2"/>
                      <a:pt x="33" y="0"/>
                      <a:pt x="27" y="0"/>
                    </a:cubicBezTo>
                    <a:cubicBezTo>
                      <a:pt x="22" y="0"/>
                      <a:pt x="16" y="3"/>
                      <a:pt x="12" y="5"/>
                    </a:cubicBezTo>
                    <a:cubicBezTo>
                      <a:pt x="8" y="8"/>
                      <a:pt x="0" y="13"/>
                      <a:pt x="9" y="15"/>
                    </a:cubicBezTo>
                    <a:cubicBezTo>
                      <a:pt x="16" y="17"/>
                      <a:pt x="24" y="8"/>
                      <a:pt x="32" y="12"/>
                    </a:cubicBezTo>
                    <a:cubicBezTo>
                      <a:pt x="24" y="11"/>
                      <a:pt x="25" y="0"/>
                      <a:pt x="33" y="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2" name="Freeform 474">
                <a:extLst>
                  <a:ext uri="{FF2B5EF4-FFF2-40B4-BE49-F238E27FC236}">
                    <a16:creationId xmlns:a16="http://schemas.microsoft.com/office/drawing/2014/main" id="{B32BE8D5-0E4B-490C-99E3-2FC756F08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293"/>
                <a:ext cx="65" cy="104"/>
              </a:xfrm>
              <a:custGeom>
                <a:avLst/>
                <a:gdLst>
                  <a:gd name="T0" fmla="*/ 408 w 26"/>
                  <a:gd name="T1" fmla="*/ 0 h 39"/>
                  <a:gd name="T2" fmla="*/ 50 w 26"/>
                  <a:gd name="T3" fmla="*/ 192 h 39"/>
                  <a:gd name="T4" fmla="*/ 175 w 26"/>
                  <a:gd name="T5" fmla="*/ 739 h 39"/>
                  <a:gd name="T6" fmla="*/ 238 w 26"/>
                  <a:gd name="T7" fmla="*/ 397 h 39"/>
                  <a:gd name="T8" fmla="*/ 345 w 26"/>
                  <a:gd name="T9" fmla="*/ 56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9">
                    <a:moveTo>
                      <a:pt x="26" y="0"/>
                    </a:moveTo>
                    <a:cubicBezTo>
                      <a:pt x="17" y="1"/>
                      <a:pt x="5" y="0"/>
                      <a:pt x="3" y="10"/>
                    </a:cubicBezTo>
                    <a:cubicBezTo>
                      <a:pt x="0" y="21"/>
                      <a:pt x="11" y="29"/>
                      <a:pt x="11" y="39"/>
                    </a:cubicBezTo>
                    <a:cubicBezTo>
                      <a:pt x="11" y="35"/>
                      <a:pt x="9" y="22"/>
                      <a:pt x="15" y="21"/>
                    </a:cubicBezTo>
                    <a:cubicBezTo>
                      <a:pt x="19" y="20"/>
                      <a:pt x="21" y="28"/>
                      <a:pt x="22" y="3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3" name="Freeform 475">
                <a:extLst>
                  <a:ext uri="{FF2B5EF4-FFF2-40B4-BE49-F238E27FC236}">
                    <a16:creationId xmlns:a16="http://schemas.microsoft.com/office/drawing/2014/main" id="{96AE3DA0-3F5C-4CFA-9C76-AE58B2E94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467"/>
                <a:ext cx="183" cy="160"/>
              </a:xfrm>
              <a:custGeom>
                <a:avLst/>
                <a:gdLst>
                  <a:gd name="T0" fmla="*/ 145 w 73"/>
                  <a:gd name="T1" fmla="*/ 248 h 60"/>
                  <a:gd name="T2" fmla="*/ 692 w 73"/>
                  <a:gd name="T3" fmla="*/ 285 h 60"/>
                  <a:gd name="T4" fmla="*/ 880 w 73"/>
                  <a:gd name="T5" fmla="*/ 205 h 60"/>
                  <a:gd name="T6" fmla="*/ 1038 w 73"/>
                  <a:gd name="T7" fmla="*/ 56 h 60"/>
                  <a:gd name="T8" fmla="*/ 1038 w 73"/>
                  <a:gd name="T9" fmla="*/ 512 h 60"/>
                  <a:gd name="T10" fmla="*/ 1005 w 73"/>
                  <a:gd name="T11" fmla="*/ 797 h 60"/>
                  <a:gd name="T12" fmla="*/ 1068 w 73"/>
                  <a:gd name="T13" fmla="*/ 1139 h 60"/>
                  <a:gd name="T14" fmla="*/ 943 w 73"/>
                  <a:gd name="T15" fmla="*/ 853 h 60"/>
                  <a:gd name="T16" fmla="*/ 910 w 73"/>
                  <a:gd name="T17" fmla="*/ 648 h 60"/>
                  <a:gd name="T18" fmla="*/ 722 w 73"/>
                  <a:gd name="T19" fmla="*/ 760 h 60"/>
                  <a:gd name="T20" fmla="*/ 521 w 73"/>
                  <a:gd name="T21" fmla="*/ 477 h 60"/>
                  <a:gd name="T22" fmla="*/ 313 w 73"/>
                  <a:gd name="T23" fmla="*/ 605 h 60"/>
                  <a:gd name="T24" fmla="*/ 0 w 73"/>
                  <a:gd name="T25" fmla="*/ 264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60">
                    <a:moveTo>
                      <a:pt x="9" y="13"/>
                    </a:moveTo>
                    <a:cubicBezTo>
                      <a:pt x="21" y="13"/>
                      <a:pt x="32" y="16"/>
                      <a:pt x="44" y="15"/>
                    </a:cubicBezTo>
                    <a:cubicBezTo>
                      <a:pt x="49" y="15"/>
                      <a:pt x="53" y="14"/>
                      <a:pt x="56" y="11"/>
                    </a:cubicBezTo>
                    <a:cubicBezTo>
                      <a:pt x="60" y="8"/>
                      <a:pt x="60" y="0"/>
                      <a:pt x="66" y="3"/>
                    </a:cubicBezTo>
                    <a:cubicBezTo>
                      <a:pt x="73" y="6"/>
                      <a:pt x="67" y="22"/>
                      <a:pt x="66" y="27"/>
                    </a:cubicBezTo>
                    <a:cubicBezTo>
                      <a:pt x="66" y="32"/>
                      <a:pt x="64" y="38"/>
                      <a:pt x="64" y="42"/>
                    </a:cubicBezTo>
                    <a:cubicBezTo>
                      <a:pt x="65" y="48"/>
                      <a:pt x="69" y="54"/>
                      <a:pt x="68" y="60"/>
                    </a:cubicBezTo>
                    <a:cubicBezTo>
                      <a:pt x="65" y="55"/>
                      <a:pt x="64" y="50"/>
                      <a:pt x="60" y="45"/>
                    </a:cubicBezTo>
                    <a:cubicBezTo>
                      <a:pt x="56" y="39"/>
                      <a:pt x="59" y="40"/>
                      <a:pt x="58" y="34"/>
                    </a:cubicBezTo>
                    <a:cubicBezTo>
                      <a:pt x="55" y="19"/>
                      <a:pt x="48" y="35"/>
                      <a:pt x="46" y="40"/>
                    </a:cubicBezTo>
                    <a:cubicBezTo>
                      <a:pt x="44" y="34"/>
                      <a:pt x="41" y="26"/>
                      <a:pt x="33" y="25"/>
                    </a:cubicBezTo>
                    <a:cubicBezTo>
                      <a:pt x="28" y="24"/>
                      <a:pt x="21" y="26"/>
                      <a:pt x="20" y="32"/>
                    </a:cubicBezTo>
                    <a:cubicBezTo>
                      <a:pt x="17" y="25"/>
                      <a:pt x="10" y="14"/>
                      <a:pt x="0" y="1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4" name="Freeform 476">
                <a:extLst>
                  <a:ext uri="{FF2B5EF4-FFF2-40B4-BE49-F238E27FC236}">
                    <a16:creationId xmlns:a16="http://schemas.microsoft.com/office/drawing/2014/main" id="{555D7C61-F1FD-4D62-B0EC-DEC7B74D6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2576"/>
                <a:ext cx="90" cy="128"/>
              </a:xfrm>
              <a:custGeom>
                <a:avLst/>
                <a:gdLst>
                  <a:gd name="T0" fmla="*/ 0 w 36"/>
                  <a:gd name="T1" fmla="*/ 0 h 48"/>
                  <a:gd name="T2" fmla="*/ 238 w 36"/>
                  <a:gd name="T3" fmla="*/ 627 h 48"/>
                  <a:gd name="T4" fmla="*/ 563 w 36"/>
                  <a:gd name="T5" fmla="*/ 909 h 48"/>
                  <a:gd name="T6" fmla="*/ 470 w 36"/>
                  <a:gd name="T7" fmla="*/ 512 h 48"/>
                  <a:gd name="T8" fmla="*/ 408 w 36"/>
                  <a:gd name="T9" fmla="*/ 171 h 48"/>
                  <a:gd name="T10" fmla="*/ 363 w 36"/>
                  <a:gd name="T11" fmla="*/ 491 h 48"/>
                  <a:gd name="T12" fmla="*/ 125 w 36"/>
                  <a:gd name="T13" fmla="*/ 192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48">
                    <a:moveTo>
                      <a:pt x="0" y="0"/>
                    </a:moveTo>
                    <a:cubicBezTo>
                      <a:pt x="5" y="10"/>
                      <a:pt x="8" y="25"/>
                      <a:pt x="15" y="33"/>
                    </a:cubicBezTo>
                    <a:cubicBezTo>
                      <a:pt x="20" y="38"/>
                      <a:pt x="35" y="41"/>
                      <a:pt x="36" y="48"/>
                    </a:cubicBezTo>
                    <a:cubicBezTo>
                      <a:pt x="32" y="41"/>
                      <a:pt x="30" y="36"/>
                      <a:pt x="30" y="27"/>
                    </a:cubicBezTo>
                    <a:cubicBezTo>
                      <a:pt x="30" y="20"/>
                      <a:pt x="29" y="16"/>
                      <a:pt x="26" y="9"/>
                    </a:cubicBezTo>
                    <a:cubicBezTo>
                      <a:pt x="27" y="14"/>
                      <a:pt x="29" y="24"/>
                      <a:pt x="23" y="26"/>
                    </a:cubicBezTo>
                    <a:cubicBezTo>
                      <a:pt x="15" y="28"/>
                      <a:pt x="14" y="12"/>
                      <a:pt x="8" y="1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5" name="Freeform 477">
                <a:extLst>
                  <a:ext uri="{FF2B5EF4-FFF2-40B4-BE49-F238E27FC236}">
                    <a16:creationId xmlns:a16="http://schemas.microsoft.com/office/drawing/2014/main" id="{87283B0F-1A7E-447F-8C18-B0CD8A734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461"/>
                <a:ext cx="100" cy="376"/>
              </a:xfrm>
              <a:custGeom>
                <a:avLst/>
                <a:gdLst>
                  <a:gd name="T0" fmla="*/ 175 w 40"/>
                  <a:gd name="T1" fmla="*/ 661 h 141"/>
                  <a:gd name="T2" fmla="*/ 345 w 40"/>
                  <a:gd name="T3" fmla="*/ 1784 h 141"/>
                  <a:gd name="T4" fmla="*/ 563 w 40"/>
                  <a:gd name="T5" fmla="*/ 2219 h 141"/>
                  <a:gd name="T6" fmla="*/ 470 w 40"/>
                  <a:gd name="T7" fmla="*/ 2675 h 141"/>
                  <a:gd name="T8" fmla="*/ 500 w 40"/>
                  <a:gd name="T9" fmla="*/ 2333 h 141"/>
                  <a:gd name="T10" fmla="*/ 220 w 40"/>
                  <a:gd name="T11" fmla="*/ 2048 h 141"/>
                  <a:gd name="T12" fmla="*/ 125 w 40"/>
                  <a:gd name="T13" fmla="*/ 1651 h 141"/>
                  <a:gd name="T14" fmla="*/ 20 w 40"/>
                  <a:gd name="T15" fmla="*/ 1592 h 141"/>
                  <a:gd name="T16" fmla="*/ 83 w 40"/>
                  <a:gd name="T17" fmla="*/ 1387 h 141"/>
                  <a:gd name="T18" fmla="*/ 50 w 40"/>
                  <a:gd name="T19" fmla="*/ 968 h 141"/>
                  <a:gd name="T20" fmla="*/ 125 w 40"/>
                  <a:gd name="T21" fmla="*/ 627 h 141"/>
                  <a:gd name="T22" fmla="*/ 158 w 40"/>
                  <a:gd name="T23" fmla="*/ 320 h 141"/>
                  <a:gd name="T24" fmla="*/ 283 w 40"/>
                  <a:gd name="T25" fmla="*/ 248 h 141"/>
                  <a:gd name="T26" fmla="*/ 333 w 40"/>
                  <a:gd name="T27" fmla="*/ 93 h 141"/>
                  <a:gd name="T28" fmla="*/ 438 w 40"/>
                  <a:gd name="T29" fmla="*/ 115 h 141"/>
                  <a:gd name="T30" fmla="*/ 625 w 40"/>
                  <a:gd name="T31" fmla="*/ 341 h 141"/>
                  <a:gd name="T32" fmla="*/ 188 w 40"/>
                  <a:gd name="T33" fmla="*/ 704 h 1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0" h="141">
                    <a:moveTo>
                      <a:pt x="11" y="35"/>
                    </a:moveTo>
                    <a:cubicBezTo>
                      <a:pt x="10" y="55"/>
                      <a:pt x="10" y="76"/>
                      <a:pt x="22" y="94"/>
                    </a:cubicBezTo>
                    <a:cubicBezTo>
                      <a:pt x="27" y="102"/>
                      <a:pt x="34" y="106"/>
                      <a:pt x="36" y="117"/>
                    </a:cubicBezTo>
                    <a:cubicBezTo>
                      <a:pt x="37" y="127"/>
                      <a:pt x="31" y="133"/>
                      <a:pt x="30" y="141"/>
                    </a:cubicBezTo>
                    <a:cubicBezTo>
                      <a:pt x="27" y="136"/>
                      <a:pt x="33" y="129"/>
                      <a:pt x="32" y="123"/>
                    </a:cubicBezTo>
                    <a:cubicBezTo>
                      <a:pt x="30" y="114"/>
                      <a:pt x="21" y="113"/>
                      <a:pt x="14" y="108"/>
                    </a:cubicBezTo>
                    <a:cubicBezTo>
                      <a:pt x="21" y="98"/>
                      <a:pt x="17" y="92"/>
                      <a:pt x="8" y="87"/>
                    </a:cubicBezTo>
                    <a:cubicBezTo>
                      <a:pt x="5" y="85"/>
                      <a:pt x="3" y="87"/>
                      <a:pt x="1" y="84"/>
                    </a:cubicBezTo>
                    <a:cubicBezTo>
                      <a:pt x="0" y="81"/>
                      <a:pt x="4" y="75"/>
                      <a:pt x="5" y="73"/>
                    </a:cubicBezTo>
                    <a:cubicBezTo>
                      <a:pt x="8" y="64"/>
                      <a:pt x="3" y="60"/>
                      <a:pt x="3" y="51"/>
                    </a:cubicBezTo>
                    <a:cubicBezTo>
                      <a:pt x="4" y="45"/>
                      <a:pt x="8" y="40"/>
                      <a:pt x="8" y="33"/>
                    </a:cubicBezTo>
                    <a:cubicBezTo>
                      <a:pt x="9" y="27"/>
                      <a:pt x="6" y="22"/>
                      <a:pt x="10" y="17"/>
                    </a:cubicBezTo>
                    <a:cubicBezTo>
                      <a:pt x="12" y="16"/>
                      <a:pt x="16" y="15"/>
                      <a:pt x="18" y="13"/>
                    </a:cubicBezTo>
                    <a:cubicBezTo>
                      <a:pt x="20" y="11"/>
                      <a:pt x="20" y="8"/>
                      <a:pt x="21" y="5"/>
                    </a:cubicBezTo>
                    <a:cubicBezTo>
                      <a:pt x="24" y="0"/>
                      <a:pt x="23" y="1"/>
                      <a:pt x="28" y="6"/>
                    </a:cubicBezTo>
                    <a:cubicBezTo>
                      <a:pt x="33" y="10"/>
                      <a:pt x="39" y="12"/>
                      <a:pt x="40" y="18"/>
                    </a:cubicBezTo>
                    <a:cubicBezTo>
                      <a:pt x="29" y="19"/>
                      <a:pt x="15" y="25"/>
                      <a:pt x="12" y="37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6" name="Freeform 478">
                <a:extLst>
                  <a:ext uri="{FF2B5EF4-FFF2-40B4-BE49-F238E27FC236}">
                    <a16:creationId xmlns:a16="http://schemas.microsoft.com/office/drawing/2014/main" id="{CFD9D54C-13A8-4E69-A34E-A9DA8B32A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3013"/>
                <a:ext cx="75" cy="54"/>
              </a:xfrm>
              <a:custGeom>
                <a:avLst/>
                <a:gdLst>
                  <a:gd name="T0" fmla="*/ 0 w 30"/>
                  <a:gd name="T1" fmla="*/ 0 h 20"/>
                  <a:gd name="T2" fmla="*/ 408 w 30"/>
                  <a:gd name="T3" fmla="*/ 257 h 20"/>
                  <a:gd name="T4" fmla="*/ 470 w 30"/>
                  <a:gd name="T5" fmla="*/ 313 h 20"/>
                  <a:gd name="T6" fmla="*/ 375 w 30"/>
                  <a:gd name="T7" fmla="*/ 22 h 20"/>
                  <a:gd name="T8" fmla="*/ 283 w 30"/>
                  <a:gd name="T9" fmla="*/ 8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0">
                    <a:moveTo>
                      <a:pt x="0" y="0"/>
                    </a:moveTo>
                    <a:cubicBezTo>
                      <a:pt x="3" y="5"/>
                      <a:pt x="20" y="20"/>
                      <a:pt x="26" y="13"/>
                    </a:cubicBezTo>
                    <a:cubicBezTo>
                      <a:pt x="27" y="14"/>
                      <a:pt x="29" y="15"/>
                      <a:pt x="30" y="16"/>
                    </a:cubicBezTo>
                    <a:cubicBezTo>
                      <a:pt x="26" y="12"/>
                      <a:pt x="24" y="7"/>
                      <a:pt x="24" y="1"/>
                    </a:cubicBezTo>
                    <a:cubicBezTo>
                      <a:pt x="23" y="4"/>
                      <a:pt x="21" y="5"/>
                      <a:pt x="18" y="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7" name="Freeform 479">
                <a:extLst>
                  <a:ext uri="{FF2B5EF4-FFF2-40B4-BE49-F238E27FC236}">
                    <a16:creationId xmlns:a16="http://schemas.microsoft.com/office/drawing/2014/main" id="{4533BE69-54FA-452C-8574-FA28CCA08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2885"/>
                <a:ext cx="170" cy="134"/>
              </a:xfrm>
              <a:custGeom>
                <a:avLst/>
                <a:gdLst>
                  <a:gd name="T0" fmla="*/ 50 w 68"/>
                  <a:gd name="T1" fmla="*/ 21 h 50"/>
                  <a:gd name="T2" fmla="*/ 113 w 68"/>
                  <a:gd name="T3" fmla="*/ 423 h 50"/>
                  <a:gd name="T4" fmla="*/ 488 w 68"/>
                  <a:gd name="T5" fmla="*/ 689 h 50"/>
                  <a:gd name="T6" fmla="*/ 1063 w 68"/>
                  <a:gd name="T7" fmla="*/ 517 h 50"/>
                  <a:gd name="T8" fmla="*/ 800 w 68"/>
                  <a:gd name="T9" fmla="*/ 732 h 50"/>
                  <a:gd name="T10" fmla="*/ 675 w 68"/>
                  <a:gd name="T11" fmla="*/ 423 h 50"/>
                  <a:gd name="T12" fmla="*/ 345 w 68"/>
                  <a:gd name="T13" fmla="*/ 423 h 50"/>
                  <a:gd name="T14" fmla="*/ 145 w 68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50">
                    <a:moveTo>
                      <a:pt x="3" y="1"/>
                    </a:moveTo>
                    <a:cubicBezTo>
                      <a:pt x="2" y="10"/>
                      <a:pt x="0" y="16"/>
                      <a:pt x="7" y="22"/>
                    </a:cubicBezTo>
                    <a:cubicBezTo>
                      <a:pt x="14" y="29"/>
                      <a:pt x="23" y="31"/>
                      <a:pt x="31" y="36"/>
                    </a:cubicBezTo>
                    <a:cubicBezTo>
                      <a:pt x="45" y="44"/>
                      <a:pt x="66" y="50"/>
                      <a:pt x="68" y="27"/>
                    </a:cubicBezTo>
                    <a:cubicBezTo>
                      <a:pt x="64" y="32"/>
                      <a:pt x="58" y="40"/>
                      <a:pt x="51" y="38"/>
                    </a:cubicBezTo>
                    <a:cubicBezTo>
                      <a:pt x="44" y="36"/>
                      <a:pt x="45" y="27"/>
                      <a:pt x="43" y="22"/>
                    </a:cubicBezTo>
                    <a:cubicBezTo>
                      <a:pt x="36" y="20"/>
                      <a:pt x="29" y="27"/>
                      <a:pt x="22" y="22"/>
                    </a:cubicBezTo>
                    <a:cubicBezTo>
                      <a:pt x="17" y="19"/>
                      <a:pt x="11" y="6"/>
                      <a:pt x="9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8" name="Freeform 480">
                <a:extLst>
                  <a:ext uri="{FF2B5EF4-FFF2-40B4-BE49-F238E27FC236}">
                    <a16:creationId xmlns:a16="http://schemas.microsoft.com/office/drawing/2014/main" id="{630642BC-9076-4532-A35D-A58514B93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2176"/>
                <a:ext cx="303" cy="229"/>
              </a:xfrm>
              <a:custGeom>
                <a:avLst/>
                <a:gdLst>
                  <a:gd name="T0" fmla="*/ 551 w 121"/>
                  <a:gd name="T1" fmla="*/ 1092 h 86"/>
                  <a:gd name="T2" fmla="*/ 751 w 121"/>
                  <a:gd name="T3" fmla="*/ 716 h 86"/>
                  <a:gd name="T4" fmla="*/ 972 w 121"/>
                  <a:gd name="T5" fmla="*/ 623 h 86"/>
                  <a:gd name="T6" fmla="*/ 1442 w 121"/>
                  <a:gd name="T7" fmla="*/ 375 h 86"/>
                  <a:gd name="T8" fmla="*/ 1851 w 121"/>
                  <a:gd name="T9" fmla="*/ 226 h 86"/>
                  <a:gd name="T10" fmla="*/ 1525 w 121"/>
                  <a:gd name="T11" fmla="*/ 602 h 86"/>
                  <a:gd name="T12" fmla="*/ 1004 w 121"/>
                  <a:gd name="T13" fmla="*/ 1283 h 86"/>
                  <a:gd name="T14" fmla="*/ 1222 w 121"/>
                  <a:gd name="T15" fmla="*/ 1361 h 86"/>
                  <a:gd name="T16" fmla="*/ 1147 w 121"/>
                  <a:gd name="T17" fmla="*/ 1489 h 86"/>
                  <a:gd name="T18" fmla="*/ 866 w 121"/>
                  <a:gd name="T19" fmla="*/ 1475 h 86"/>
                  <a:gd name="T20" fmla="*/ 614 w 121"/>
                  <a:gd name="T21" fmla="*/ 1624 h 86"/>
                  <a:gd name="T22" fmla="*/ 626 w 121"/>
                  <a:gd name="T23" fmla="*/ 1262 h 86"/>
                  <a:gd name="T24" fmla="*/ 438 w 121"/>
                  <a:gd name="T25" fmla="*/ 1377 h 86"/>
                  <a:gd name="T26" fmla="*/ 0 w 121"/>
                  <a:gd name="T27" fmla="*/ 1283 h 8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1" h="86">
                    <a:moveTo>
                      <a:pt x="35" y="58"/>
                    </a:moveTo>
                    <a:cubicBezTo>
                      <a:pt x="43" y="53"/>
                      <a:pt x="45" y="47"/>
                      <a:pt x="48" y="38"/>
                    </a:cubicBezTo>
                    <a:cubicBezTo>
                      <a:pt x="51" y="29"/>
                      <a:pt x="53" y="32"/>
                      <a:pt x="62" y="33"/>
                    </a:cubicBezTo>
                    <a:cubicBezTo>
                      <a:pt x="74" y="33"/>
                      <a:pt x="84" y="29"/>
                      <a:pt x="92" y="20"/>
                    </a:cubicBezTo>
                    <a:cubicBezTo>
                      <a:pt x="96" y="15"/>
                      <a:pt x="115" y="0"/>
                      <a:pt x="118" y="12"/>
                    </a:cubicBezTo>
                    <a:cubicBezTo>
                      <a:pt x="121" y="22"/>
                      <a:pt x="104" y="29"/>
                      <a:pt x="97" y="32"/>
                    </a:cubicBezTo>
                    <a:cubicBezTo>
                      <a:pt x="89" y="35"/>
                      <a:pt x="43" y="54"/>
                      <a:pt x="64" y="68"/>
                    </a:cubicBezTo>
                    <a:cubicBezTo>
                      <a:pt x="68" y="70"/>
                      <a:pt x="75" y="69"/>
                      <a:pt x="78" y="72"/>
                    </a:cubicBezTo>
                    <a:cubicBezTo>
                      <a:pt x="83" y="78"/>
                      <a:pt x="77" y="79"/>
                      <a:pt x="73" y="79"/>
                    </a:cubicBezTo>
                    <a:cubicBezTo>
                      <a:pt x="67" y="80"/>
                      <a:pt x="61" y="78"/>
                      <a:pt x="55" y="78"/>
                    </a:cubicBezTo>
                    <a:cubicBezTo>
                      <a:pt x="48" y="78"/>
                      <a:pt x="44" y="81"/>
                      <a:pt x="39" y="86"/>
                    </a:cubicBezTo>
                    <a:cubicBezTo>
                      <a:pt x="40" y="82"/>
                      <a:pt x="45" y="70"/>
                      <a:pt x="40" y="67"/>
                    </a:cubicBezTo>
                    <a:cubicBezTo>
                      <a:pt x="35" y="64"/>
                      <a:pt x="32" y="71"/>
                      <a:pt x="28" y="73"/>
                    </a:cubicBezTo>
                    <a:cubicBezTo>
                      <a:pt x="17" y="80"/>
                      <a:pt x="7" y="64"/>
                      <a:pt x="0" y="6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9" name="Freeform 481">
                <a:extLst>
                  <a:ext uri="{FF2B5EF4-FFF2-40B4-BE49-F238E27FC236}">
                    <a16:creationId xmlns:a16="http://schemas.microsoft.com/office/drawing/2014/main" id="{4B5DFFB8-6C59-43D2-9156-B4EC98D43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155"/>
                <a:ext cx="155" cy="98"/>
              </a:xfrm>
              <a:custGeom>
                <a:avLst/>
                <a:gdLst>
                  <a:gd name="T0" fmla="*/ 20 w 62"/>
                  <a:gd name="T1" fmla="*/ 56 h 37"/>
                  <a:gd name="T2" fmla="*/ 270 w 62"/>
                  <a:gd name="T3" fmla="*/ 596 h 37"/>
                  <a:gd name="T4" fmla="*/ 970 w 62"/>
                  <a:gd name="T5" fmla="*/ 183 h 37"/>
                  <a:gd name="T6" fmla="*/ 645 w 62"/>
                  <a:gd name="T7" fmla="*/ 204 h 37"/>
                  <a:gd name="T8" fmla="*/ 333 w 62"/>
                  <a:gd name="T9" fmla="*/ 56 h 37"/>
                  <a:gd name="T10" fmla="*/ 188 w 62"/>
                  <a:gd name="T11" fmla="*/ 315 h 37"/>
                  <a:gd name="T12" fmla="*/ 33 w 62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37">
                    <a:moveTo>
                      <a:pt x="1" y="3"/>
                    </a:moveTo>
                    <a:cubicBezTo>
                      <a:pt x="1" y="14"/>
                      <a:pt x="0" y="37"/>
                      <a:pt x="17" y="32"/>
                    </a:cubicBezTo>
                    <a:cubicBezTo>
                      <a:pt x="31" y="28"/>
                      <a:pt x="45" y="2"/>
                      <a:pt x="62" y="10"/>
                    </a:cubicBezTo>
                    <a:cubicBezTo>
                      <a:pt x="53" y="5"/>
                      <a:pt x="49" y="7"/>
                      <a:pt x="41" y="11"/>
                    </a:cubicBezTo>
                    <a:cubicBezTo>
                      <a:pt x="32" y="15"/>
                      <a:pt x="24" y="15"/>
                      <a:pt x="21" y="3"/>
                    </a:cubicBezTo>
                    <a:cubicBezTo>
                      <a:pt x="19" y="6"/>
                      <a:pt x="18" y="17"/>
                      <a:pt x="12" y="17"/>
                    </a:cubicBezTo>
                    <a:cubicBezTo>
                      <a:pt x="8" y="17"/>
                      <a:pt x="3" y="4"/>
                      <a:pt x="2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0" name="Freeform 482">
                <a:extLst>
                  <a:ext uri="{FF2B5EF4-FFF2-40B4-BE49-F238E27FC236}">
                    <a16:creationId xmlns:a16="http://schemas.microsoft.com/office/drawing/2014/main" id="{C1059A09-A229-4C10-89C4-AABBE7D09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2045"/>
                <a:ext cx="123" cy="312"/>
              </a:xfrm>
              <a:custGeom>
                <a:avLst/>
                <a:gdLst>
                  <a:gd name="T0" fmla="*/ 176 w 49"/>
                  <a:gd name="T1" fmla="*/ 93 h 117"/>
                  <a:gd name="T2" fmla="*/ 221 w 49"/>
                  <a:gd name="T3" fmla="*/ 363 h 117"/>
                  <a:gd name="T4" fmla="*/ 284 w 49"/>
                  <a:gd name="T5" fmla="*/ 683 h 117"/>
                  <a:gd name="T6" fmla="*/ 33 w 49"/>
                  <a:gd name="T7" fmla="*/ 1195 h 117"/>
                  <a:gd name="T8" fmla="*/ 442 w 49"/>
                  <a:gd name="T9" fmla="*/ 760 h 117"/>
                  <a:gd name="T10" fmla="*/ 522 w 49"/>
                  <a:gd name="T11" fmla="*/ 1251 h 117"/>
                  <a:gd name="T12" fmla="*/ 535 w 49"/>
                  <a:gd name="T13" fmla="*/ 1672 h 117"/>
                  <a:gd name="T14" fmla="*/ 251 w 49"/>
                  <a:gd name="T15" fmla="*/ 1707 h 117"/>
                  <a:gd name="T16" fmla="*/ 0 w 49"/>
                  <a:gd name="T17" fmla="*/ 1912 h 117"/>
                  <a:gd name="T18" fmla="*/ 630 w 49"/>
                  <a:gd name="T19" fmla="*/ 1741 h 117"/>
                  <a:gd name="T20" fmla="*/ 743 w 49"/>
                  <a:gd name="T21" fmla="*/ 1003 h 117"/>
                  <a:gd name="T22" fmla="*/ 650 w 49"/>
                  <a:gd name="T23" fmla="*/ 320 h 117"/>
                  <a:gd name="T24" fmla="*/ 492 w 49"/>
                  <a:gd name="T25" fmla="*/ 56 h 117"/>
                  <a:gd name="T26" fmla="*/ 188 w 49"/>
                  <a:gd name="T27" fmla="*/ 56 h 1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9" h="117">
                    <a:moveTo>
                      <a:pt x="11" y="5"/>
                    </a:moveTo>
                    <a:cubicBezTo>
                      <a:pt x="9" y="9"/>
                      <a:pt x="12" y="14"/>
                      <a:pt x="14" y="19"/>
                    </a:cubicBezTo>
                    <a:cubicBezTo>
                      <a:pt x="16" y="24"/>
                      <a:pt x="17" y="30"/>
                      <a:pt x="18" y="36"/>
                    </a:cubicBezTo>
                    <a:cubicBezTo>
                      <a:pt x="20" y="50"/>
                      <a:pt x="14" y="57"/>
                      <a:pt x="2" y="63"/>
                    </a:cubicBezTo>
                    <a:cubicBezTo>
                      <a:pt x="14" y="60"/>
                      <a:pt x="31" y="55"/>
                      <a:pt x="28" y="40"/>
                    </a:cubicBezTo>
                    <a:cubicBezTo>
                      <a:pt x="42" y="36"/>
                      <a:pt x="33" y="63"/>
                      <a:pt x="33" y="66"/>
                    </a:cubicBezTo>
                    <a:cubicBezTo>
                      <a:pt x="33" y="73"/>
                      <a:pt x="39" y="80"/>
                      <a:pt x="34" y="88"/>
                    </a:cubicBezTo>
                    <a:cubicBezTo>
                      <a:pt x="29" y="96"/>
                      <a:pt x="22" y="94"/>
                      <a:pt x="16" y="90"/>
                    </a:cubicBezTo>
                    <a:cubicBezTo>
                      <a:pt x="15" y="103"/>
                      <a:pt x="10" y="102"/>
                      <a:pt x="0" y="101"/>
                    </a:cubicBezTo>
                    <a:cubicBezTo>
                      <a:pt x="0" y="117"/>
                      <a:pt x="34" y="99"/>
                      <a:pt x="40" y="92"/>
                    </a:cubicBezTo>
                    <a:cubicBezTo>
                      <a:pt x="49" y="81"/>
                      <a:pt x="45" y="67"/>
                      <a:pt x="47" y="53"/>
                    </a:cubicBezTo>
                    <a:cubicBezTo>
                      <a:pt x="49" y="41"/>
                      <a:pt x="48" y="27"/>
                      <a:pt x="41" y="17"/>
                    </a:cubicBezTo>
                    <a:cubicBezTo>
                      <a:pt x="38" y="12"/>
                      <a:pt x="36" y="6"/>
                      <a:pt x="31" y="3"/>
                    </a:cubicBezTo>
                    <a:cubicBezTo>
                      <a:pt x="24" y="0"/>
                      <a:pt x="18" y="3"/>
                      <a:pt x="12" y="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1" name="Freeform 483">
                <a:extLst>
                  <a:ext uri="{FF2B5EF4-FFF2-40B4-BE49-F238E27FC236}">
                    <a16:creationId xmlns:a16="http://schemas.microsoft.com/office/drawing/2014/main" id="{D15C4C9B-08A5-4F7A-8D03-73252E52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2451"/>
                <a:ext cx="163" cy="170"/>
              </a:xfrm>
              <a:custGeom>
                <a:avLst/>
                <a:gdLst>
                  <a:gd name="T0" fmla="*/ 63 w 65"/>
                  <a:gd name="T1" fmla="*/ 191 h 64"/>
                  <a:gd name="T2" fmla="*/ 772 w 65"/>
                  <a:gd name="T3" fmla="*/ 396 h 64"/>
                  <a:gd name="T4" fmla="*/ 930 w 65"/>
                  <a:gd name="T5" fmla="*/ 1201 h 64"/>
                  <a:gd name="T6" fmla="*/ 1026 w 65"/>
                  <a:gd name="T7" fmla="*/ 396 h 64"/>
                  <a:gd name="T8" fmla="*/ 742 w 65"/>
                  <a:gd name="T9" fmla="*/ 77 h 64"/>
                  <a:gd name="T10" fmla="*/ 554 w 65"/>
                  <a:gd name="T11" fmla="*/ 93 h 64"/>
                  <a:gd name="T12" fmla="*/ 346 w 65"/>
                  <a:gd name="T13" fmla="*/ 0 h 64"/>
                  <a:gd name="T14" fmla="*/ 125 w 65"/>
                  <a:gd name="T15" fmla="*/ 21 h 64"/>
                  <a:gd name="T16" fmla="*/ 0 w 65"/>
                  <a:gd name="T17" fmla="*/ 149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64">
                    <a:moveTo>
                      <a:pt x="4" y="10"/>
                    </a:moveTo>
                    <a:cubicBezTo>
                      <a:pt x="16" y="11"/>
                      <a:pt x="42" y="9"/>
                      <a:pt x="49" y="21"/>
                    </a:cubicBezTo>
                    <a:cubicBezTo>
                      <a:pt x="56" y="33"/>
                      <a:pt x="53" y="51"/>
                      <a:pt x="59" y="64"/>
                    </a:cubicBezTo>
                    <a:cubicBezTo>
                      <a:pt x="63" y="50"/>
                      <a:pt x="64" y="35"/>
                      <a:pt x="65" y="21"/>
                    </a:cubicBezTo>
                    <a:cubicBezTo>
                      <a:pt x="54" y="25"/>
                      <a:pt x="50" y="12"/>
                      <a:pt x="47" y="4"/>
                    </a:cubicBezTo>
                    <a:cubicBezTo>
                      <a:pt x="42" y="5"/>
                      <a:pt x="40" y="8"/>
                      <a:pt x="35" y="5"/>
                    </a:cubicBezTo>
                    <a:cubicBezTo>
                      <a:pt x="28" y="2"/>
                      <a:pt x="30" y="0"/>
                      <a:pt x="22" y="0"/>
                    </a:cubicBezTo>
                    <a:cubicBezTo>
                      <a:pt x="18" y="0"/>
                      <a:pt x="12" y="0"/>
                      <a:pt x="8" y="1"/>
                    </a:cubicBezTo>
                    <a:cubicBezTo>
                      <a:pt x="5" y="3"/>
                      <a:pt x="3" y="6"/>
                      <a:pt x="0" y="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2" name="Freeform 484">
                <a:extLst>
                  <a:ext uri="{FF2B5EF4-FFF2-40B4-BE49-F238E27FC236}">
                    <a16:creationId xmlns:a16="http://schemas.microsoft.com/office/drawing/2014/main" id="{AA869B37-787A-4AA5-8E99-7E0731C0D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803"/>
                <a:ext cx="245" cy="181"/>
              </a:xfrm>
              <a:custGeom>
                <a:avLst/>
                <a:gdLst>
                  <a:gd name="T0" fmla="*/ 675 w 98"/>
                  <a:gd name="T1" fmla="*/ 751 h 68"/>
                  <a:gd name="T2" fmla="*/ 958 w 98"/>
                  <a:gd name="T3" fmla="*/ 1091 h 68"/>
                  <a:gd name="T4" fmla="*/ 1333 w 98"/>
                  <a:gd name="T5" fmla="*/ 1246 h 68"/>
                  <a:gd name="T6" fmla="*/ 1300 w 98"/>
                  <a:gd name="T7" fmla="*/ 865 h 68"/>
                  <a:gd name="T8" fmla="*/ 1020 w 98"/>
                  <a:gd name="T9" fmla="*/ 474 h 68"/>
                  <a:gd name="T10" fmla="*/ 583 w 98"/>
                  <a:gd name="T11" fmla="*/ 418 h 68"/>
                  <a:gd name="T12" fmla="*/ 375 w 98"/>
                  <a:gd name="T13" fmla="*/ 303 h 68"/>
                  <a:gd name="T14" fmla="*/ 300 w 98"/>
                  <a:gd name="T15" fmla="*/ 0 h 68"/>
                  <a:gd name="T16" fmla="*/ 0 w 98"/>
                  <a:gd name="T17" fmla="*/ 453 h 68"/>
                  <a:gd name="T18" fmla="*/ 220 w 98"/>
                  <a:gd name="T19" fmla="*/ 793 h 68"/>
                  <a:gd name="T20" fmla="*/ 300 w 98"/>
                  <a:gd name="T21" fmla="*/ 737 h 68"/>
                  <a:gd name="T22" fmla="*/ 425 w 98"/>
                  <a:gd name="T23" fmla="*/ 737 h 68"/>
                  <a:gd name="T24" fmla="*/ 675 w 98"/>
                  <a:gd name="T25" fmla="*/ 793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8" h="68">
                    <a:moveTo>
                      <a:pt x="43" y="40"/>
                    </a:moveTo>
                    <a:cubicBezTo>
                      <a:pt x="53" y="35"/>
                      <a:pt x="57" y="52"/>
                      <a:pt x="61" y="58"/>
                    </a:cubicBezTo>
                    <a:cubicBezTo>
                      <a:pt x="66" y="65"/>
                      <a:pt x="76" y="68"/>
                      <a:pt x="85" y="66"/>
                    </a:cubicBezTo>
                    <a:cubicBezTo>
                      <a:pt x="98" y="62"/>
                      <a:pt x="89" y="53"/>
                      <a:pt x="83" y="46"/>
                    </a:cubicBezTo>
                    <a:cubicBezTo>
                      <a:pt x="77" y="39"/>
                      <a:pt x="72" y="31"/>
                      <a:pt x="65" y="25"/>
                    </a:cubicBezTo>
                    <a:cubicBezTo>
                      <a:pt x="61" y="40"/>
                      <a:pt x="44" y="24"/>
                      <a:pt x="37" y="22"/>
                    </a:cubicBezTo>
                    <a:cubicBezTo>
                      <a:pt x="32" y="20"/>
                      <a:pt x="28" y="21"/>
                      <a:pt x="24" y="16"/>
                    </a:cubicBezTo>
                    <a:cubicBezTo>
                      <a:pt x="21" y="12"/>
                      <a:pt x="21" y="5"/>
                      <a:pt x="19" y="0"/>
                    </a:cubicBezTo>
                    <a:cubicBezTo>
                      <a:pt x="14" y="13"/>
                      <a:pt x="19" y="24"/>
                      <a:pt x="0" y="24"/>
                    </a:cubicBezTo>
                    <a:cubicBezTo>
                      <a:pt x="6" y="30"/>
                      <a:pt x="5" y="42"/>
                      <a:pt x="14" y="42"/>
                    </a:cubicBezTo>
                    <a:cubicBezTo>
                      <a:pt x="15" y="42"/>
                      <a:pt x="17" y="40"/>
                      <a:pt x="19" y="39"/>
                    </a:cubicBezTo>
                    <a:cubicBezTo>
                      <a:pt x="21" y="39"/>
                      <a:pt x="25" y="39"/>
                      <a:pt x="27" y="39"/>
                    </a:cubicBezTo>
                    <a:cubicBezTo>
                      <a:pt x="33" y="39"/>
                      <a:pt x="39" y="39"/>
                      <a:pt x="43" y="4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3" name="Freeform 485">
                <a:extLst>
                  <a:ext uri="{FF2B5EF4-FFF2-40B4-BE49-F238E27FC236}">
                    <a16:creationId xmlns:a16="http://schemas.microsoft.com/office/drawing/2014/main" id="{D3C63266-1CF3-4D09-A0A0-D63763146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813"/>
                <a:ext cx="150" cy="272"/>
              </a:xfrm>
              <a:custGeom>
                <a:avLst/>
                <a:gdLst>
                  <a:gd name="T0" fmla="*/ 0 w 60"/>
                  <a:gd name="T1" fmla="*/ 1821 h 102"/>
                  <a:gd name="T2" fmla="*/ 238 w 60"/>
                  <a:gd name="T3" fmla="*/ 1912 h 102"/>
                  <a:gd name="T4" fmla="*/ 708 w 60"/>
                  <a:gd name="T5" fmla="*/ 1821 h 102"/>
                  <a:gd name="T6" fmla="*/ 833 w 60"/>
                  <a:gd name="T7" fmla="*/ 1387 h 102"/>
                  <a:gd name="T8" fmla="*/ 908 w 60"/>
                  <a:gd name="T9" fmla="*/ 605 h 102"/>
                  <a:gd name="T10" fmla="*/ 895 w 60"/>
                  <a:gd name="T11" fmla="*/ 227 h 102"/>
                  <a:gd name="T12" fmla="*/ 658 w 60"/>
                  <a:gd name="T13" fmla="*/ 0 h 102"/>
                  <a:gd name="T14" fmla="*/ 675 w 60"/>
                  <a:gd name="T15" fmla="*/ 435 h 102"/>
                  <a:gd name="T16" fmla="*/ 770 w 60"/>
                  <a:gd name="T17" fmla="*/ 627 h 102"/>
                  <a:gd name="T18" fmla="*/ 645 w 60"/>
                  <a:gd name="T19" fmla="*/ 853 h 102"/>
                  <a:gd name="T20" fmla="*/ 550 w 60"/>
                  <a:gd name="T21" fmla="*/ 1331 h 102"/>
                  <a:gd name="T22" fmla="*/ 613 w 60"/>
                  <a:gd name="T23" fmla="*/ 1571 h 102"/>
                  <a:gd name="T24" fmla="*/ 500 w 60"/>
                  <a:gd name="T25" fmla="*/ 1728 h 1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102">
                    <a:moveTo>
                      <a:pt x="0" y="96"/>
                    </a:moveTo>
                    <a:cubicBezTo>
                      <a:pt x="5" y="97"/>
                      <a:pt x="9" y="100"/>
                      <a:pt x="15" y="101"/>
                    </a:cubicBezTo>
                    <a:cubicBezTo>
                      <a:pt x="21" y="102"/>
                      <a:pt x="38" y="98"/>
                      <a:pt x="45" y="96"/>
                    </a:cubicBezTo>
                    <a:cubicBezTo>
                      <a:pt x="54" y="94"/>
                      <a:pt x="50" y="82"/>
                      <a:pt x="53" y="73"/>
                    </a:cubicBezTo>
                    <a:cubicBezTo>
                      <a:pt x="56" y="60"/>
                      <a:pt x="57" y="45"/>
                      <a:pt x="58" y="32"/>
                    </a:cubicBezTo>
                    <a:cubicBezTo>
                      <a:pt x="58" y="27"/>
                      <a:pt x="60" y="17"/>
                      <a:pt x="57" y="12"/>
                    </a:cubicBezTo>
                    <a:cubicBezTo>
                      <a:pt x="54" y="7"/>
                      <a:pt x="46" y="4"/>
                      <a:pt x="42" y="0"/>
                    </a:cubicBezTo>
                    <a:cubicBezTo>
                      <a:pt x="48" y="5"/>
                      <a:pt x="59" y="24"/>
                      <a:pt x="43" y="23"/>
                    </a:cubicBezTo>
                    <a:cubicBezTo>
                      <a:pt x="46" y="26"/>
                      <a:pt x="50" y="28"/>
                      <a:pt x="49" y="33"/>
                    </a:cubicBezTo>
                    <a:cubicBezTo>
                      <a:pt x="49" y="40"/>
                      <a:pt x="42" y="41"/>
                      <a:pt x="41" y="45"/>
                    </a:cubicBezTo>
                    <a:cubicBezTo>
                      <a:pt x="39" y="50"/>
                      <a:pt x="51" y="72"/>
                      <a:pt x="35" y="70"/>
                    </a:cubicBezTo>
                    <a:cubicBezTo>
                      <a:pt x="35" y="74"/>
                      <a:pt x="39" y="78"/>
                      <a:pt x="39" y="83"/>
                    </a:cubicBezTo>
                    <a:cubicBezTo>
                      <a:pt x="38" y="87"/>
                      <a:pt x="35" y="93"/>
                      <a:pt x="32" y="91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4" name="Freeform 486">
                <a:extLst>
                  <a:ext uri="{FF2B5EF4-FFF2-40B4-BE49-F238E27FC236}">
                    <a16:creationId xmlns:a16="http://schemas.microsoft.com/office/drawing/2014/main" id="{F4940BF6-1AD7-4A3F-8FE0-F41A140A4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987"/>
                <a:ext cx="315" cy="250"/>
              </a:xfrm>
              <a:custGeom>
                <a:avLst/>
                <a:gdLst>
                  <a:gd name="T0" fmla="*/ 20 w 126"/>
                  <a:gd name="T1" fmla="*/ 657 h 94"/>
                  <a:gd name="T2" fmla="*/ 395 w 126"/>
                  <a:gd name="T3" fmla="*/ 622 h 94"/>
                  <a:gd name="T4" fmla="*/ 770 w 126"/>
                  <a:gd name="T5" fmla="*/ 622 h 94"/>
                  <a:gd name="T6" fmla="*/ 988 w 126"/>
                  <a:gd name="T7" fmla="*/ 0 h 94"/>
                  <a:gd name="T8" fmla="*/ 1283 w 126"/>
                  <a:gd name="T9" fmla="*/ 396 h 94"/>
                  <a:gd name="T10" fmla="*/ 1625 w 126"/>
                  <a:gd name="T11" fmla="*/ 657 h 94"/>
                  <a:gd name="T12" fmla="*/ 1925 w 126"/>
                  <a:gd name="T13" fmla="*/ 976 h 94"/>
                  <a:gd name="T14" fmla="*/ 1720 w 126"/>
                  <a:gd name="T15" fmla="*/ 976 h 94"/>
                  <a:gd name="T16" fmla="*/ 1488 w 126"/>
                  <a:gd name="T17" fmla="*/ 963 h 94"/>
                  <a:gd name="T18" fmla="*/ 1345 w 126"/>
                  <a:gd name="T19" fmla="*/ 678 h 94"/>
                  <a:gd name="T20" fmla="*/ 1175 w 126"/>
                  <a:gd name="T21" fmla="*/ 963 h 94"/>
                  <a:gd name="T22" fmla="*/ 845 w 126"/>
                  <a:gd name="T23" fmla="*/ 1769 h 94"/>
                  <a:gd name="T24" fmla="*/ 520 w 126"/>
                  <a:gd name="T25" fmla="*/ 1019 h 94"/>
                  <a:gd name="T26" fmla="*/ 0 w 126"/>
                  <a:gd name="T27" fmla="*/ 622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6" h="94">
                    <a:moveTo>
                      <a:pt x="1" y="35"/>
                    </a:moveTo>
                    <a:cubicBezTo>
                      <a:pt x="9" y="35"/>
                      <a:pt x="17" y="33"/>
                      <a:pt x="25" y="33"/>
                    </a:cubicBezTo>
                    <a:cubicBezTo>
                      <a:pt x="33" y="34"/>
                      <a:pt x="41" y="34"/>
                      <a:pt x="49" y="33"/>
                    </a:cubicBezTo>
                    <a:cubicBezTo>
                      <a:pt x="74" y="32"/>
                      <a:pt x="51" y="12"/>
                      <a:pt x="63" y="0"/>
                    </a:cubicBezTo>
                    <a:cubicBezTo>
                      <a:pt x="72" y="1"/>
                      <a:pt x="76" y="15"/>
                      <a:pt x="82" y="21"/>
                    </a:cubicBezTo>
                    <a:cubicBezTo>
                      <a:pt x="89" y="27"/>
                      <a:pt x="96" y="31"/>
                      <a:pt x="104" y="35"/>
                    </a:cubicBezTo>
                    <a:cubicBezTo>
                      <a:pt x="109" y="38"/>
                      <a:pt x="126" y="44"/>
                      <a:pt x="123" y="52"/>
                    </a:cubicBezTo>
                    <a:cubicBezTo>
                      <a:pt x="120" y="59"/>
                      <a:pt x="114" y="53"/>
                      <a:pt x="110" y="52"/>
                    </a:cubicBezTo>
                    <a:cubicBezTo>
                      <a:pt x="105" y="51"/>
                      <a:pt x="100" y="51"/>
                      <a:pt x="95" y="51"/>
                    </a:cubicBezTo>
                    <a:cubicBezTo>
                      <a:pt x="95" y="44"/>
                      <a:pt x="95" y="35"/>
                      <a:pt x="86" y="36"/>
                    </a:cubicBezTo>
                    <a:cubicBezTo>
                      <a:pt x="78" y="36"/>
                      <a:pt x="77" y="44"/>
                      <a:pt x="75" y="51"/>
                    </a:cubicBezTo>
                    <a:cubicBezTo>
                      <a:pt x="71" y="68"/>
                      <a:pt x="69" y="84"/>
                      <a:pt x="54" y="94"/>
                    </a:cubicBezTo>
                    <a:cubicBezTo>
                      <a:pt x="60" y="75"/>
                      <a:pt x="55" y="55"/>
                      <a:pt x="33" y="54"/>
                    </a:cubicBezTo>
                    <a:cubicBezTo>
                      <a:pt x="20" y="53"/>
                      <a:pt x="11" y="39"/>
                      <a:pt x="0" y="3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5" name="Freeform 487">
                <a:extLst>
                  <a:ext uri="{FF2B5EF4-FFF2-40B4-BE49-F238E27FC236}">
                    <a16:creationId xmlns:a16="http://schemas.microsoft.com/office/drawing/2014/main" id="{55EB8AF0-FEBB-4E29-BCAD-C24BB7A00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696"/>
                <a:ext cx="73" cy="152"/>
              </a:xfrm>
              <a:custGeom>
                <a:avLst/>
                <a:gdLst>
                  <a:gd name="T0" fmla="*/ 400 w 29"/>
                  <a:gd name="T1" fmla="*/ 0 h 57"/>
                  <a:gd name="T2" fmla="*/ 368 w 29"/>
                  <a:gd name="T3" fmla="*/ 648 h 57"/>
                  <a:gd name="T4" fmla="*/ 222 w 29"/>
                  <a:gd name="T5" fmla="*/ 1080 h 57"/>
                  <a:gd name="T6" fmla="*/ 0 w 29"/>
                  <a:gd name="T7" fmla="*/ 683 h 57"/>
                  <a:gd name="T8" fmla="*/ 317 w 29"/>
                  <a:gd name="T9" fmla="*/ 192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57">
                    <a:moveTo>
                      <a:pt x="25" y="0"/>
                    </a:moveTo>
                    <a:cubicBezTo>
                      <a:pt x="29" y="11"/>
                      <a:pt x="26" y="24"/>
                      <a:pt x="23" y="34"/>
                    </a:cubicBezTo>
                    <a:cubicBezTo>
                      <a:pt x="20" y="42"/>
                      <a:pt x="19" y="51"/>
                      <a:pt x="14" y="57"/>
                    </a:cubicBezTo>
                    <a:cubicBezTo>
                      <a:pt x="12" y="52"/>
                      <a:pt x="7" y="35"/>
                      <a:pt x="0" y="36"/>
                    </a:cubicBezTo>
                    <a:cubicBezTo>
                      <a:pt x="11" y="31"/>
                      <a:pt x="17" y="21"/>
                      <a:pt x="20" y="1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6" name="Freeform 488">
                <a:extLst>
                  <a:ext uri="{FF2B5EF4-FFF2-40B4-BE49-F238E27FC236}">
                    <a16:creationId xmlns:a16="http://schemas.microsoft.com/office/drawing/2014/main" id="{77EFEF16-1C55-47A2-BF71-B11A6DDD8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629"/>
                <a:ext cx="108" cy="123"/>
              </a:xfrm>
              <a:custGeom>
                <a:avLst/>
                <a:gdLst>
                  <a:gd name="T0" fmla="*/ 334 w 43"/>
                  <a:gd name="T1" fmla="*/ 209 h 46"/>
                  <a:gd name="T2" fmla="*/ 568 w 43"/>
                  <a:gd name="T3" fmla="*/ 35 h 46"/>
                  <a:gd name="T4" fmla="*/ 522 w 43"/>
                  <a:gd name="T5" fmla="*/ 251 h 46"/>
                  <a:gd name="T6" fmla="*/ 20 w 43"/>
                  <a:gd name="T7" fmla="*/ 880 h 46"/>
                  <a:gd name="T8" fmla="*/ 316 w 43"/>
                  <a:gd name="T9" fmla="*/ 15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6">
                    <a:moveTo>
                      <a:pt x="21" y="11"/>
                    </a:moveTo>
                    <a:cubicBezTo>
                      <a:pt x="24" y="8"/>
                      <a:pt x="30" y="0"/>
                      <a:pt x="36" y="2"/>
                    </a:cubicBezTo>
                    <a:cubicBezTo>
                      <a:pt x="43" y="5"/>
                      <a:pt x="37" y="10"/>
                      <a:pt x="33" y="13"/>
                    </a:cubicBezTo>
                    <a:cubicBezTo>
                      <a:pt x="18" y="22"/>
                      <a:pt x="6" y="28"/>
                      <a:pt x="1" y="46"/>
                    </a:cubicBezTo>
                    <a:cubicBezTo>
                      <a:pt x="0" y="27"/>
                      <a:pt x="13" y="23"/>
                      <a:pt x="20" y="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7" name="Freeform 489">
                <a:extLst>
                  <a:ext uri="{FF2B5EF4-FFF2-40B4-BE49-F238E27FC236}">
                    <a16:creationId xmlns:a16="http://schemas.microsoft.com/office/drawing/2014/main" id="{09966DBD-292A-4764-858C-CA78D0CDE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1472"/>
                <a:ext cx="245" cy="139"/>
              </a:xfrm>
              <a:custGeom>
                <a:avLst/>
                <a:gdLst>
                  <a:gd name="T0" fmla="*/ 208 w 98"/>
                  <a:gd name="T1" fmla="*/ 994 h 52"/>
                  <a:gd name="T2" fmla="*/ 488 w 98"/>
                  <a:gd name="T3" fmla="*/ 765 h 52"/>
                  <a:gd name="T4" fmla="*/ 845 w 98"/>
                  <a:gd name="T5" fmla="*/ 650 h 52"/>
                  <a:gd name="T6" fmla="*/ 1113 w 98"/>
                  <a:gd name="T7" fmla="*/ 628 h 52"/>
                  <a:gd name="T8" fmla="*/ 1363 w 98"/>
                  <a:gd name="T9" fmla="*/ 628 h 52"/>
                  <a:gd name="T10" fmla="*/ 1458 w 98"/>
                  <a:gd name="T11" fmla="*/ 115 h 52"/>
                  <a:gd name="T12" fmla="*/ 875 w 98"/>
                  <a:gd name="T13" fmla="*/ 56 h 52"/>
                  <a:gd name="T14" fmla="*/ 1145 w 98"/>
                  <a:gd name="T15" fmla="*/ 265 h 52"/>
                  <a:gd name="T16" fmla="*/ 908 w 98"/>
                  <a:gd name="T17" fmla="*/ 364 h 52"/>
                  <a:gd name="T18" fmla="*/ 958 w 98"/>
                  <a:gd name="T19" fmla="*/ 436 h 52"/>
                  <a:gd name="T20" fmla="*/ 645 w 98"/>
                  <a:gd name="T21" fmla="*/ 422 h 52"/>
                  <a:gd name="T22" fmla="*/ 438 w 98"/>
                  <a:gd name="T23" fmla="*/ 535 h 52"/>
                  <a:gd name="T24" fmla="*/ 220 w 98"/>
                  <a:gd name="T25" fmla="*/ 786 h 52"/>
                  <a:gd name="T26" fmla="*/ 0 w 98"/>
                  <a:gd name="T27" fmla="*/ 858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8" h="52">
                    <a:moveTo>
                      <a:pt x="13" y="52"/>
                    </a:moveTo>
                    <a:cubicBezTo>
                      <a:pt x="20" y="46"/>
                      <a:pt x="23" y="42"/>
                      <a:pt x="31" y="40"/>
                    </a:cubicBezTo>
                    <a:cubicBezTo>
                      <a:pt x="39" y="37"/>
                      <a:pt x="46" y="35"/>
                      <a:pt x="54" y="34"/>
                    </a:cubicBezTo>
                    <a:cubicBezTo>
                      <a:pt x="60" y="34"/>
                      <a:pt x="66" y="33"/>
                      <a:pt x="71" y="33"/>
                    </a:cubicBezTo>
                    <a:cubicBezTo>
                      <a:pt x="76" y="33"/>
                      <a:pt x="83" y="36"/>
                      <a:pt x="87" y="33"/>
                    </a:cubicBezTo>
                    <a:cubicBezTo>
                      <a:pt x="94" y="28"/>
                      <a:pt x="98" y="13"/>
                      <a:pt x="93" y="6"/>
                    </a:cubicBezTo>
                    <a:cubicBezTo>
                      <a:pt x="89" y="0"/>
                      <a:pt x="61" y="1"/>
                      <a:pt x="56" y="3"/>
                    </a:cubicBezTo>
                    <a:cubicBezTo>
                      <a:pt x="61" y="3"/>
                      <a:pt x="72" y="8"/>
                      <a:pt x="73" y="14"/>
                    </a:cubicBezTo>
                    <a:cubicBezTo>
                      <a:pt x="74" y="22"/>
                      <a:pt x="63" y="21"/>
                      <a:pt x="58" y="19"/>
                    </a:cubicBezTo>
                    <a:cubicBezTo>
                      <a:pt x="59" y="20"/>
                      <a:pt x="59" y="22"/>
                      <a:pt x="61" y="23"/>
                    </a:cubicBezTo>
                    <a:cubicBezTo>
                      <a:pt x="56" y="29"/>
                      <a:pt x="47" y="23"/>
                      <a:pt x="41" y="22"/>
                    </a:cubicBezTo>
                    <a:cubicBezTo>
                      <a:pt x="34" y="20"/>
                      <a:pt x="31" y="22"/>
                      <a:pt x="28" y="28"/>
                    </a:cubicBezTo>
                    <a:cubicBezTo>
                      <a:pt x="24" y="36"/>
                      <a:pt x="23" y="38"/>
                      <a:pt x="14" y="41"/>
                    </a:cubicBezTo>
                    <a:cubicBezTo>
                      <a:pt x="11" y="42"/>
                      <a:pt x="3" y="46"/>
                      <a:pt x="0" y="45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8" name="Freeform 490">
                <a:extLst>
                  <a:ext uri="{FF2B5EF4-FFF2-40B4-BE49-F238E27FC236}">
                    <a16:creationId xmlns:a16="http://schemas.microsoft.com/office/drawing/2014/main" id="{9A858D94-AC47-4A2D-B600-3EA37A04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296"/>
                <a:ext cx="137" cy="253"/>
              </a:xfrm>
              <a:custGeom>
                <a:avLst/>
                <a:gdLst>
                  <a:gd name="T0" fmla="*/ 42 w 55"/>
                  <a:gd name="T1" fmla="*/ 1092 h 95"/>
                  <a:gd name="T2" fmla="*/ 354 w 55"/>
                  <a:gd name="T3" fmla="*/ 1305 h 95"/>
                  <a:gd name="T4" fmla="*/ 508 w 55"/>
                  <a:gd name="T5" fmla="*/ 1646 h 95"/>
                  <a:gd name="T6" fmla="*/ 665 w 55"/>
                  <a:gd name="T7" fmla="*/ 1736 h 95"/>
                  <a:gd name="T8" fmla="*/ 807 w 55"/>
                  <a:gd name="T9" fmla="*/ 1758 h 95"/>
                  <a:gd name="T10" fmla="*/ 787 w 55"/>
                  <a:gd name="T11" fmla="*/ 1262 h 95"/>
                  <a:gd name="T12" fmla="*/ 620 w 55"/>
                  <a:gd name="T13" fmla="*/ 320 h 95"/>
                  <a:gd name="T14" fmla="*/ 0 w 55"/>
                  <a:gd name="T15" fmla="*/ 320 h 95"/>
                  <a:gd name="T16" fmla="*/ 291 w 55"/>
                  <a:gd name="T17" fmla="*/ 397 h 95"/>
                  <a:gd name="T18" fmla="*/ 199 w 55"/>
                  <a:gd name="T19" fmla="*/ 602 h 95"/>
                  <a:gd name="T20" fmla="*/ 541 w 55"/>
                  <a:gd name="T21" fmla="*/ 759 h 95"/>
                  <a:gd name="T22" fmla="*/ 416 w 55"/>
                  <a:gd name="T23" fmla="*/ 1057 h 95"/>
                  <a:gd name="T24" fmla="*/ 433 w 55"/>
                  <a:gd name="T25" fmla="*/ 1305 h 95"/>
                  <a:gd name="T26" fmla="*/ 229 w 55"/>
                  <a:gd name="T27" fmla="*/ 1135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5" h="95">
                    <a:moveTo>
                      <a:pt x="3" y="58"/>
                    </a:moveTo>
                    <a:cubicBezTo>
                      <a:pt x="11" y="60"/>
                      <a:pt x="18" y="61"/>
                      <a:pt x="23" y="69"/>
                    </a:cubicBezTo>
                    <a:cubicBezTo>
                      <a:pt x="27" y="75"/>
                      <a:pt x="27" y="84"/>
                      <a:pt x="33" y="87"/>
                    </a:cubicBezTo>
                    <a:cubicBezTo>
                      <a:pt x="35" y="89"/>
                      <a:pt x="40" y="90"/>
                      <a:pt x="43" y="92"/>
                    </a:cubicBezTo>
                    <a:cubicBezTo>
                      <a:pt x="46" y="93"/>
                      <a:pt x="50" y="95"/>
                      <a:pt x="52" y="93"/>
                    </a:cubicBezTo>
                    <a:cubicBezTo>
                      <a:pt x="55" y="90"/>
                      <a:pt x="51" y="72"/>
                      <a:pt x="51" y="67"/>
                    </a:cubicBezTo>
                    <a:cubicBezTo>
                      <a:pt x="51" y="53"/>
                      <a:pt x="51" y="27"/>
                      <a:pt x="40" y="17"/>
                    </a:cubicBezTo>
                    <a:cubicBezTo>
                      <a:pt x="32" y="9"/>
                      <a:pt x="1" y="0"/>
                      <a:pt x="0" y="17"/>
                    </a:cubicBezTo>
                    <a:cubicBezTo>
                      <a:pt x="5" y="17"/>
                      <a:pt x="14" y="16"/>
                      <a:pt x="19" y="21"/>
                    </a:cubicBezTo>
                    <a:cubicBezTo>
                      <a:pt x="24" y="26"/>
                      <a:pt x="19" y="30"/>
                      <a:pt x="13" y="32"/>
                    </a:cubicBezTo>
                    <a:cubicBezTo>
                      <a:pt x="20" y="32"/>
                      <a:pt x="32" y="32"/>
                      <a:pt x="35" y="40"/>
                    </a:cubicBezTo>
                    <a:cubicBezTo>
                      <a:pt x="36" y="44"/>
                      <a:pt x="31" y="57"/>
                      <a:pt x="27" y="56"/>
                    </a:cubicBezTo>
                    <a:cubicBezTo>
                      <a:pt x="32" y="58"/>
                      <a:pt x="34" y="67"/>
                      <a:pt x="28" y="69"/>
                    </a:cubicBezTo>
                    <a:cubicBezTo>
                      <a:pt x="23" y="71"/>
                      <a:pt x="20" y="62"/>
                      <a:pt x="15" y="6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9" name="Freeform 491">
                <a:extLst>
                  <a:ext uri="{FF2B5EF4-FFF2-40B4-BE49-F238E27FC236}">
                    <a16:creationId xmlns:a16="http://schemas.microsoft.com/office/drawing/2014/main" id="{588EEAD1-0647-427F-A17B-D1BDF0258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560"/>
                <a:ext cx="140" cy="213"/>
              </a:xfrm>
              <a:custGeom>
                <a:avLst/>
                <a:gdLst>
                  <a:gd name="T0" fmla="*/ 563 w 56"/>
                  <a:gd name="T1" fmla="*/ 0 h 80"/>
                  <a:gd name="T2" fmla="*/ 783 w 56"/>
                  <a:gd name="T3" fmla="*/ 149 h 80"/>
                  <a:gd name="T4" fmla="*/ 800 w 56"/>
                  <a:gd name="T5" fmla="*/ 511 h 80"/>
                  <a:gd name="T6" fmla="*/ 738 w 56"/>
                  <a:gd name="T7" fmla="*/ 1283 h 80"/>
                  <a:gd name="T8" fmla="*/ 313 w 56"/>
                  <a:gd name="T9" fmla="*/ 1339 h 80"/>
                  <a:gd name="T10" fmla="*/ 220 w 56"/>
                  <a:gd name="T11" fmla="*/ 1283 h 80"/>
                  <a:gd name="T12" fmla="*/ 95 w 56"/>
                  <a:gd name="T13" fmla="*/ 1305 h 80"/>
                  <a:gd name="T14" fmla="*/ 33 w 56"/>
                  <a:gd name="T15" fmla="*/ 1020 h 80"/>
                  <a:gd name="T16" fmla="*/ 488 w 56"/>
                  <a:gd name="T17" fmla="*/ 852 h 80"/>
                  <a:gd name="T18" fmla="*/ 750 w 56"/>
                  <a:gd name="T19" fmla="*/ 809 h 80"/>
                  <a:gd name="T20" fmla="*/ 500 w 56"/>
                  <a:gd name="T21" fmla="*/ 453 h 80"/>
                  <a:gd name="T22" fmla="*/ 595 w 56"/>
                  <a:gd name="T23" fmla="*/ 136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" h="80">
                    <a:moveTo>
                      <a:pt x="36" y="0"/>
                    </a:moveTo>
                    <a:cubicBezTo>
                      <a:pt x="39" y="4"/>
                      <a:pt x="47" y="4"/>
                      <a:pt x="50" y="8"/>
                    </a:cubicBezTo>
                    <a:cubicBezTo>
                      <a:pt x="52" y="12"/>
                      <a:pt x="51" y="22"/>
                      <a:pt x="51" y="27"/>
                    </a:cubicBezTo>
                    <a:cubicBezTo>
                      <a:pt x="52" y="41"/>
                      <a:pt x="56" y="56"/>
                      <a:pt x="47" y="68"/>
                    </a:cubicBezTo>
                    <a:cubicBezTo>
                      <a:pt x="38" y="80"/>
                      <a:pt x="31" y="78"/>
                      <a:pt x="20" y="71"/>
                    </a:cubicBezTo>
                    <a:cubicBezTo>
                      <a:pt x="18" y="70"/>
                      <a:pt x="17" y="69"/>
                      <a:pt x="14" y="68"/>
                    </a:cubicBezTo>
                    <a:cubicBezTo>
                      <a:pt x="12" y="68"/>
                      <a:pt x="8" y="69"/>
                      <a:pt x="6" y="69"/>
                    </a:cubicBezTo>
                    <a:cubicBezTo>
                      <a:pt x="2" y="67"/>
                      <a:pt x="0" y="58"/>
                      <a:pt x="2" y="54"/>
                    </a:cubicBezTo>
                    <a:cubicBezTo>
                      <a:pt x="2" y="74"/>
                      <a:pt x="50" y="62"/>
                      <a:pt x="31" y="45"/>
                    </a:cubicBezTo>
                    <a:cubicBezTo>
                      <a:pt x="34" y="54"/>
                      <a:pt x="47" y="53"/>
                      <a:pt x="48" y="43"/>
                    </a:cubicBezTo>
                    <a:cubicBezTo>
                      <a:pt x="49" y="32"/>
                      <a:pt x="33" y="33"/>
                      <a:pt x="32" y="24"/>
                    </a:cubicBezTo>
                    <a:cubicBezTo>
                      <a:pt x="47" y="30"/>
                      <a:pt x="42" y="17"/>
                      <a:pt x="38" y="7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0" name="Freeform 492">
                <a:extLst>
                  <a:ext uri="{FF2B5EF4-FFF2-40B4-BE49-F238E27FC236}">
                    <a16:creationId xmlns:a16="http://schemas.microsoft.com/office/drawing/2014/main" id="{C40F1243-2095-4E10-AA6E-F67258217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581"/>
                <a:ext cx="175" cy="291"/>
              </a:xfrm>
              <a:custGeom>
                <a:avLst/>
                <a:gdLst>
                  <a:gd name="T0" fmla="*/ 333 w 70"/>
                  <a:gd name="T1" fmla="*/ 1084 h 109"/>
                  <a:gd name="T2" fmla="*/ 95 w 70"/>
                  <a:gd name="T3" fmla="*/ 1503 h 109"/>
                  <a:gd name="T4" fmla="*/ 238 w 70"/>
                  <a:gd name="T5" fmla="*/ 1866 h 109"/>
                  <a:gd name="T6" fmla="*/ 395 w 70"/>
                  <a:gd name="T7" fmla="*/ 1255 h 109"/>
                  <a:gd name="T8" fmla="*/ 583 w 70"/>
                  <a:gd name="T9" fmla="*/ 854 h 109"/>
                  <a:gd name="T10" fmla="*/ 908 w 70"/>
                  <a:gd name="T11" fmla="*/ 171 h 109"/>
                  <a:gd name="T12" fmla="*/ 675 w 70"/>
                  <a:gd name="T13" fmla="*/ 248 h 109"/>
                  <a:gd name="T14" fmla="*/ 238 w 70"/>
                  <a:gd name="T15" fmla="*/ 478 h 109"/>
                  <a:gd name="T16" fmla="*/ 550 w 70"/>
                  <a:gd name="T17" fmla="*/ 649 h 109"/>
                  <a:gd name="T18" fmla="*/ 395 w 70"/>
                  <a:gd name="T19" fmla="*/ 777 h 109"/>
                  <a:gd name="T20" fmla="*/ 363 w 70"/>
                  <a:gd name="T21" fmla="*/ 969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09">
                    <a:moveTo>
                      <a:pt x="21" y="57"/>
                    </a:moveTo>
                    <a:cubicBezTo>
                      <a:pt x="18" y="66"/>
                      <a:pt x="11" y="71"/>
                      <a:pt x="6" y="79"/>
                    </a:cubicBezTo>
                    <a:cubicBezTo>
                      <a:pt x="1" y="88"/>
                      <a:pt x="0" y="109"/>
                      <a:pt x="15" y="98"/>
                    </a:cubicBezTo>
                    <a:cubicBezTo>
                      <a:pt x="24" y="90"/>
                      <a:pt x="24" y="77"/>
                      <a:pt x="25" y="66"/>
                    </a:cubicBezTo>
                    <a:cubicBezTo>
                      <a:pt x="25" y="56"/>
                      <a:pt x="28" y="52"/>
                      <a:pt x="37" y="45"/>
                    </a:cubicBezTo>
                    <a:cubicBezTo>
                      <a:pt x="47" y="37"/>
                      <a:pt x="70" y="24"/>
                      <a:pt x="58" y="9"/>
                    </a:cubicBezTo>
                    <a:cubicBezTo>
                      <a:pt x="50" y="0"/>
                      <a:pt x="49" y="7"/>
                      <a:pt x="43" y="13"/>
                    </a:cubicBezTo>
                    <a:cubicBezTo>
                      <a:pt x="37" y="21"/>
                      <a:pt x="25" y="27"/>
                      <a:pt x="15" y="25"/>
                    </a:cubicBezTo>
                    <a:cubicBezTo>
                      <a:pt x="22" y="26"/>
                      <a:pt x="46" y="20"/>
                      <a:pt x="35" y="34"/>
                    </a:cubicBezTo>
                    <a:cubicBezTo>
                      <a:pt x="33" y="38"/>
                      <a:pt x="27" y="38"/>
                      <a:pt x="25" y="41"/>
                    </a:cubicBezTo>
                    <a:cubicBezTo>
                      <a:pt x="21" y="44"/>
                      <a:pt x="23" y="46"/>
                      <a:pt x="23" y="51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1" name="Freeform 493">
                <a:extLst>
                  <a:ext uri="{FF2B5EF4-FFF2-40B4-BE49-F238E27FC236}">
                    <a16:creationId xmlns:a16="http://schemas.microsoft.com/office/drawing/2014/main" id="{5073B05D-A66D-4395-9A15-742C03B15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1395"/>
                <a:ext cx="100" cy="69"/>
              </a:xfrm>
              <a:custGeom>
                <a:avLst/>
                <a:gdLst>
                  <a:gd name="T0" fmla="*/ 0 w 40"/>
                  <a:gd name="T1" fmla="*/ 409 h 26"/>
                  <a:gd name="T2" fmla="*/ 333 w 40"/>
                  <a:gd name="T3" fmla="*/ 486 h 26"/>
                  <a:gd name="T4" fmla="*/ 625 w 40"/>
                  <a:gd name="T5" fmla="*/ 93 h 26"/>
                  <a:gd name="T6" fmla="*/ 438 w 40"/>
                  <a:gd name="T7" fmla="*/ 204 h 26"/>
                  <a:gd name="T8" fmla="*/ 113 w 40"/>
                  <a:gd name="T9" fmla="*/ 24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0" y="22"/>
                    </a:moveTo>
                    <a:cubicBezTo>
                      <a:pt x="9" y="22"/>
                      <a:pt x="13" y="20"/>
                      <a:pt x="21" y="26"/>
                    </a:cubicBezTo>
                    <a:cubicBezTo>
                      <a:pt x="19" y="14"/>
                      <a:pt x="33" y="11"/>
                      <a:pt x="40" y="5"/>
                    </a:cubicBezTo>
                    <a:cubicBezTo>
                      <a:pt x="35" y="0"/>
                      <a:pt x="31" y="9"/>
                      <a:pt x="28" y="11"/>
                    </a:cubicBezTo>
                    <a:cubicBezTo>
                      <a:pt x="21" y="16"/>
                      <a:pt x="14" y="11"/>
                      <a:pt x="7" y="1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2" name="Freeform 494">
                <a:extLst>
                  <a:ext uri="{FF2B5EF4-FFF2-40B4-BE49-F238E27FC236}">
                    <a16:creationId xmlns:a16="http://schemas.microsoft.com/office/drawing/2014/main" id="{B9CD839D-8901-4EC1-BDBD-48864252E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1261"/>
                <a:ext cx="272" cy="120"/>
              </a:xfrm>
              <a:custGeom>
                <a:avLst/>
                <a:gdLst>
                  <a:gd name="T0" fmla="*/ 574 w 109"/>
                  <a:gd name="T1" fmla="*/ 341 h 45"/>
                  <a:gd name="T2" fmla="*/ 871 w 109"/>
                  <a:gd name="T3" fmla="*/ 435 h 45"/>
                  <a:gd name="T4" fmla="*/ 903 w 109"/>
                  <a:gd name="T5" fmla="*/ 853 h 45"/>
                  <a:gd name="T6" fmla="*/ 1165 w 109"/>
                  <a:gd name="T7" fmla="*/ 285 h 45"/>
                  <a:gd name="T8" fmla="*/ 1694 w 109"/>
                  <a:gd name="T9" fmla="*/ 248 h 45"/>
                  <a:gd name="T10" fmla="*/ 1353 w 109"/>
                  <a:gd name="T11" fmla="*/ 21 h 45"/>
                  <a:gd name="T12" fmla="*/ 853 w 109"/>
                  <a:gd name="T13" fmla="*/ 56 h 45"/>
                  <a:gd name="T14" fmla="*/ 374 w 109"/>
                  <a:gd name="T15" fmla="*/ 171 h 45"/>
                  <a:gd name="T16" fmla="*/ 0 w 109"/>
                  <a:gd name="T17" fmla="*/ 285 h 45"/>
                  <a:gd name="T18" fmla="*/ 449 w 109"/>
                  <a:gd name="T19" fmla="*/ 285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45">
                    <a:moveTo>
                      <a:pt x="37" y="18"/>
                    </a:moveTo>
                    <a:cubicBezTo>
                      <a:pt x="44" y="16"/>
                      <a:pt x="52" y="17"/>
                      <a:pt x="56" y="23"/>
                    </a:cubicBezTo>
                    <a:cubicBezTo>
                      <a:pt x="61" y="30"/>
                      <a:pt x="55" y="38"/>
                      <a:pt x="58" y="45"/>
                    </a:cubicBezTo>
                    <a:cubicBezTo>
                      <a:pt x="79" y="42"/>
                      <a:pt x="64" y="25"/>
                      <a:pt x="75" y="15"/>
                    </a:cubicBezTo>
                    <a:cubicBezTo>
                      <a:pt x="82" y="9"/>
                      <a:pt x="102" y="6"/>
                      <a:pt x="109" y="13"/>
                    </a:cubicBezTo>
                    <a:cubicBezTo>
                      <a:pt x="101" y="9"/>
                      <a:pt x="96" y="2"/>
                      <a:pt x="87" y="1"/>
                    </a:cubicBezTo>
                    <a:cubicBezTo>
                      <a:pt x="76" y="0"/>
                      <a:pt x="66" y="2"/>
                      <a:pt x="55" y="3"/>
                    </a:cubicBezTo>
                    <a:cubicBezTo>
                      <a:pt x="45" y="3"/>
                      <a:pt x="35" y="8"/>
                      <a:pt x="24" y="9"/>
                    </a:cubicBezTo>
                    <a:cubicBezTo>
                      <a:pt x="17" y="10"/>
                      <a:pt x="6" y="10"/>
                      <a:pt x="0" y="15"/>
                    </a:cubicBezTo>
                    <a:cubicBezTo>
                      <a:pt x="7" y="16"/>
                      <a:pt x="25" y="9"/>
                      <a:pt x="29" y="15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3" name="Freeform 495">
                <a:extLst>
                  <a:ext uri="{FF2B5EF4-FFF2-40B4-BE49-F238E27FC236}">
                    <a16:creationId xmlns:a16="http://schemas.microsoft.com/office/drawing/2014/main" id="{C1308D5C-84CD-43A7-8330-A150F9B42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448"/>
                <a:ext cx="120" cy="141"/>
              </a:xfrm>
              <a:custGeom>
                <a:avLst/>
                <a:gdLst>
                  <a:gd name="T0" fmla="*/ 33 w 48"/>
                  <a:gd name="T1" fmla="*/ 750 h 53"/>
                  <a:gd name="T2" fmla="*/ 500 w 48"/>
                  <a:gd name="T3" fmla="*/ 623 h 53"/>
                  <a:gd name="T4" fmla="*/ 625 w 48"/>
                  <a:gd name="T5" fmla="*/ 114 h 53"/>
                  <a:gd name="T6" fmla="*/ 438 w 48"/>
                  <a:gd name="T7" fmla="*/ 511 h 53"/>
                  <a:gd name="T8" fmla="*/ 283 w 48"/>
                  <a:gd name="T9" fmla="*/ 0 h 53"/>
                  <a:gd name="T10" fmla="*/ 95 w 48"/>
                  <a:gd name="T11" fmla="*/ 247 h 53"/>
                  <a:gd name="T12" fmla="*/ 0 w 48"/>
                  <a:gd name="T13" fmla="*/ 474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53">
                    <a:moveTo>
                      <a:pt x="2" y="40"/>
                    </a:moveTo>
                    <a:cubicBezTo>
                      <a:pt x="5" y="53"/>
                      <a:pt x="25" y="36"/>
                      <a:pt x="32" y="33"/>
                    </a:cubicBezTo>
                    <a:cubicBezTo>
                      <a:pt x="46" y="27"/>
                      <a:pt x="48" y="20"/>
                      <a:pt x="40" y="6"/>
                    </a:cubicBezTo>
                    <a:cubicBezTo>
                      <a:pt x="39" y="13"/>
                      <a:pt x="40" y="30"/>
                      <a:pt x="28" y="27"/>
                    </a:cubicBezTo>
                    <a:cubicBezTo>
                      <a:pt x="20" y="25"/>
                      <a:pt x="19" y="7"/>
                      <a:pt x="18" y="0"/>
                    </a:cubicBezTo>
                    <a:cubicBezTo>
                      <a:pt x="14" y="4"/>
                      <a:pt x="9" y="8"/>
                      <a:pt x="6" y="13"/>
                    </a:cubicBezTo>
                    <a:cubicBezTo>
                      <a:pt x="4" y="17"/>
                      <a:pt x="3" y="21"/>
                      <a:pt x="0" y="25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4" name="Freeform 496">
                <a:extLst>
                  <a:ext uri="{FF2B5EF4-FFF2-40B4-BE49-F238E27FC236}">
                    <a16:creationId xmlns:a16="http://schemas.microsoft.com/office/drawing/2014/main" id="{70090375-CE47-4071-9ADD-A394BBEC8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771"/>
                <a:ext cx="83" cy="82"/>
              </a:xfrm>
              <a:custGeom>
                <a:avLst/>
                <a:gdLst>
                  <a:gd name="T0" fmla="*/ 96 w 33"/>
                  <a:gd name="T1" fmla="*/ 259 h 31"/>
                  <a:gd name="T2" fmla="*/ 493 w 33"/>
                  <a:gd name="T3" fmla="*/ 56 h 31"/>
                  <a:gd name="T4" fmla="*/ 463 w 33"/>
                  <a:gd name="T5" fmla="*/ 574 h 31"/>
                  <a:gd name="T6" fmla="*/ 0 w 33"/>
                  <a:gd name="T7" fmla="*/ 426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1">
                    <a:moveTo>
                      <a:pt x="6" y="14"/>
                    </a:moveTo>
                    <a:cubicBezTo>
                      <a:pt x="12" y="10"/>
                      <a:pt x="22" y="0"/>
                      <a:pt x="31" y="3"/>
                    </a:cubicBezTo>
                    <a:cubicBezTo>
                      <a:pt x="21" y="13"/>
                      <a:pt x="33" y="21"/>
                      <a:pt x="29" y="31"/>
                    </a:cubicBezTo>
                    <a:cubicBezTo>
                      <a:pt x="27" y="23"/>
                      <a:pt x="4" y="12"/>
                      <a:pt x="0" y="2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5" name="Freeform 497">
                <a:extLst>
                  <a:ext uri="{FF2B5EF4-FFF2-40B4-BE49-F238E27FC236}">
                    <a16:creationId xmlns:a16="http://schemas.microsoft.com/office/drawing/2014/main" id="{F4FFEC47-D0AE-4F31-893C-8B857A311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893"/>
                <a:ext cx="67" cy="134"/>
              </a:xfrm>
              <a:custGeom>
                <a:avLst/>
                <a:gdLst>
                  <a:gd name="T0" fmla="*/ 92 w 27"/>
                  <a:gd name="T1" fmla="*/ 539 h 50"/>
                  <a:gd name="T2" fmla="*/ 290 w 27"/>
                  <a:gd name="T3" fmla="*/ 769 h 50"/>
                  <a:gd name="T4" fmla="*/ 412 w 27"/>
                  <a:gd name="T5" fmla="*/ 193 h 50"/>
                  <a:gd name="T6" fmla="*/ 124 w 27"/>
                  <a:gd name="T7" fmla="*/ 461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0">
                    <a:moveTo>
                      <a:pt x="6" y="28"/>
                    </a:moveTo>
                    <a:cubicBezTo>
                      <a:pt x="0" y="38"/>
                      <a:pt x="13" y="50"/>
                      <a:pt x="19" y="40"/>
                    </a:cubicBezTo>
                    <a:cubicBezTo>
                      <a:pt x="22" y="34"/>
                      <a:pt x="13" y="10"/>
                      <a:pt x="27" y="10"/>
                    </a:cubicBezTo>
                    <a:cubicBezTo>
                      <a:pt x="18" y="0"/>
                      <a:pt x="11" y="19"/>
                      <a:pt x="8" y="2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6" name="Freeform 498">
                <a:extLst>
                  <a:ext uri="{FF2B5EF4-FFF2-40B4-BE49-F238E27FC236}">
                    <a16:creationId xmlns:a16="http://schemas.microsoft.com/office/drawing/2014/main" id="{59499305-24F9-4568-B369-45025B215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888"/>
                <a:ext cx="185" cy="160"/>
              </a:xfrm>
              <a:custGeom>
                <a:avLst/>
                <a:gdLst>
                  <a:gd name="T0" fmla="*/ 158 w 74"/>
                  <a:gd name="T1" fmla="*/ 149 h 60"/>
                  <a:gd name="T2" fmla="*/ 345 w 74"/>
                  <a:gd name="T3" fmla="*/ 397 h 60"/>
                  <a:gd name="T4" fmla="*/ 458 w 74"/>
                  <a:gd name="T5" fmla="*/ 683 h 60"/>
                  <a:gd name="T6" fmla="*/ 470 w 74"/>
                  <a:gd name="T7" fmla="*/ 1139 h 60"/>
                  <a:gd name="T8" fmla="*/ 688 w 74"/>
                  <a:gd name="T9" fmla="*/ 1024 h 60"/>
                  <a:gd name="T10" fmla="*/ 908 w 74"/>
                  <a:gd name="T11" fmla="*/ 1117 h 60"/>
                  <a:gd name="T12" fmla="*/ 895 w 74"/>
                  <a:gd name="T13" fmla="*/ 512 h 60"/>
                  <a:gd name="T14" fmla="*/ 1158 w 74"/>
                  <a:gd name="T15" fmla="*/ 56 h 60"/>
                  <a:gd name="T16" fmla="*/ 833 w 74"/>
                  <a:gd name="T17" fmla="*/ 491 h 60"/>
                  <a:gd name="T18" fmla="*/ 675 w 74"/>
                  <a:gd name="T19" fmla="*/ 512 h 60"/>
                  <a:gd name="T20" fmla="*/ 625 w 74"/>
                  <a:gd name="T21" fmla="*/ 739 h 60"/>
                  <a:gd name="T22" fmla="*/ 375 w 74"/>
                  <a:gd name="T23" fmla="*/ 227 h 60"/>
                  <a:gd name="T24" fmla="*/ 175 w 74"/>
                  <a:gd name="T25" fmla="*/ 77 h 60"/>
                  <a:gd name="T26" fmla="*/ 0 w 74"/>
                  <a:gd name="T27" fmla="*/ 0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60">
                    <a:moveTo>
                      <a:pt x="10" y="8"/>
                    </a:moveTo>
                    <a:cubicBezTo>
                      <a:pt x="13" y="13"/>
                      <a:pt x="19" y="16"/>
                      <a:pt x="22" y="21"/>
                    </a:cubicBezTo>
                    <a:cubicBezTo>
                      <a:pt x="25" y="25"/>
                      <a:pt x="27" y="31"/>
                      <a:pt x="29" y="36"/>
                    </a:cubicBezTo>
                    <a:cubicBezTo>
                      <a:pt x="31" y="44"/>
                      <a:pt x="27" y="53"/>
                      <a:pt x="30" y="60"/>
                    </a:cubicBezTo>
                    <a:cubicBezTo>
                      <a:pt x="35" y="56"/>
                      <a:pt x="38" y="53"/>
                      <a:pt x="44" y="54"/>
                    </a:cubicBezTo>
                    <a:cubicBezTo>
                      <a:pt x="49" y="55"/>
                      <a:pt x="53" y="60"/>
                      <a:pt x="58" y="59"/>
                    </a:cubicBezTo>
                    <a:cubicBezTo>
                      <a:pt x="56" y="48"/>
                      <a:pt x="53" y="37"/>
                      <a:pt x="57" y="27"/>
                    </a:cubicBezTo>
                    <a:cubicBezTo>
                      <a:pt x="61" y="17"/>
                      <a:pt x="72" y="14"/>
                      <a:pt x="74" y="3"/>
                    </a:cubicBezTo>
                    <a:cubicBezTo>
                      <a:pt x="67" y="10"/>
                      <a:pt x="63" y="22"/>
                      <a:pt x="53" y="26"/>
                    </a:cubicBezTo>
                    <a:cubicBezTo>
                      <a:pt x="50" y="27"/>
                      <a:pt x="45" y="25"/>
                      <a:pt x="43" y="27"/>
                    </a:cubicBezTo>
                    <a:cubicBezTo>
                      <a:pt x="40" y="29"/>
                      <a:pt x="44" y="37"/>
                      <a:pt x="40" y="39"/>
                    </a:cubicBezTo>
                    <a:cubicBezTo>
                      <a:pt x="35" y="43"/>
                      <a:pt x="27" y="17"/>
                      <a:pt x="24" y="12"/>
                    </a:cubicBezTo>
                    <a:cubicBezTo>
                      <a:pt x="20" y="9"/>
                      <a:pt x="16" y="6"/>
                      <a:pt x="11" y="4"/>
                    </a:cubicBezTo>
                    <a:cubicBezTo>
                      <a:pt x="7" y="3"/>
                      <a:pt x="2" y="3"/>
                      <a:pt x="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7" name="Freeform 499">
                <a:extLst>
                  <a:ext uri="{FF2B5EF4-FFF2-40B4-BE49-F238E27FC236}">
                    <a16:creationId xmlns:a16="http://schemas.microsoft.com/office/drawing/2014/main" id="{ED0D509A-0829-4F8E-98FE-4C6E631CE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" y="1909"/>
                <a:ext cx="65" cy="251"/>
              </a:xfrm>
              <a:custGeom>
                <a:avLst/>
                <a:gdLst>
                  <a:gd name="T0" fmla="*/ 220 w 26"/>
                  <a:gd name="T1" fmla="*/ 571 h 94"/>
                  <a:gd name="T2" fmla="*/ 208 w 26"/>
                  <a:gd name="T3" fmla="*/ 1255 h 94"/>
                  <a:gd name="T4" fmla="*/ 250 w 26"/>
                  <a:gd name="T5" fmla="*/ 1541 h 94"/>
                  <a:gd name="T6" fmla="*/ 408 w 26"/>
                  <a:gd name="T7" fmla="*/ 1789 h 94"/>
                  <a:gd name="T8" fmla="*/ 20 w 26"/>
                  <a:gd name="T9" fmla="*/ 1562 h 94"/>
                  <a:gd name="T10" fmla="*/ 95 w 26"/>
                  <a:gd name="T11" fmla="*/ 1127 h 94"/>
                  <a:gd name="T12" fmla="*/ 125 w 26"/>
                  <a:gd name="T13" fmla="*/ 662 h 94"/>
                  <a:gd name="T14" fmla="*/ 250 w 26"/>
                  <a:gd name="T15" fmla="*/ 342 h 94"/>
                  <a:gd name="T16" fmla="*/ 300 w 26"/>
                  <a:gd name="T17" fmla="*/ 0 h 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94">
                    <a:moveTo>
                      <a:pt x="14" y="30"/>
                    </a:moveTo>
                    <a:cubicBezTo>
                      <a:pt x="15" y="42"/>
                      <a:pt x="12" y="54"/>
                      <a:pt x="13" y="66"/>
                    </a:cubicBezTo>
                    <a:cubicBezTo>
                      <a:pt x="13" y="71"/>
                      <a:pt x="14" y="76"/>
                      <a:pt x="16" y="81"/>
                    </a:cubicBezTo>
                    <a:cubicBezTo>
                      <a:pt x="18" y="87"/>
                      <a:pt x="23" y="89"/>
                      <a:pt x="26" y="94"/>
                    </a:cubicBezTo>
                    <a:cubicBezTo>
                      <a:pt x="17" y="92"/>
                      <a:pt x="10" y="84"/>
                      <a:pt x="1" y="82"/>
                    </a:cubicBezTo>
                    <a:cubicBezTo>
                      <a:pt x="0" y="75"/>
                      <a:pt x="4" y="67"/>
                      <a:pt x="6" y="59"/>
                    </a:cubicBezTo>
                    <a:cubicBezTo>
                      <a:pt x="7" y="51"/>
                      <a:pt x="6" y="43"/>
                      <a:pt x="8" y="35"/>
                    </a:cubicBezTo>
                    <a:cubicBezTo>
                      <a:pt x="10" y="29"/>
                      <a:pt x="15" y="25"/>
                      <a:pt x="16" y="18"/>
                    </a:cubicBezTo>
                    <a:cubicBezTo>
                      <a:pt x="16" y="9"/>
                      <a:pt x="13" y="7"/>
                      <a:pt x="19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8" name="Freeform 500">
                <a:extLst>
                  <a:ext uri="{FF2B5EF4-FFF2-40B4-BE49-F238E27FC236}">
                    <a16:creationId xmlns:a16="http://schemas.microsoft.com/office/drawing/2014/main" id="{C6A5E8A4-37BA-4ABE-8633-EDB98B645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1899"/>
                <a:ext cx="62" cy="229"/>
              </a:xfrm>
              <a:custGeom>
                <a:avLst/>
                <a:gdLst>
                  <a:gd name="T0" fmla="*/ 382 w 25"/>
                  <a:gd name="T1" fmla="*/ 0 h 86"/>
                  <a:gd name="T2" fmla="*/ 92 w 25"/>
                  <a:gd name="T3" fmla="*/ 682 h 86"/>
                  <a:gd name="T4" fmla="*/ 166 w 25"/>
                  <a:gd name="T5" fmla="*/ 1624 h 86"/>
                  <a:gd name="T6" fmla="*/ 216 w 25"/>
                  <a:gd name="T7" fmla="*/ 1228 h 86"/>
                  <a:gd name="T8" fmla="*/ 136 w 25"/>
                  <a:gd name="T9" fmla="*/ 1020 h 86"/>
                  <a:gd name="T10" fmla="*/ 196 w 25"/>
                  <a:gd name="T11" fmla="*/ 759 h 86"/>
                  <a:gd name="T12" fmla="*/ 228 w 25"/>
                  <a:gd name="T13" fmla="*/ 375 h 86"/>
                  <a:gd name="T14" fmla="*/ 337 w 25"/>
                  <a:gd name="T15" fmla="*/ 77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86">
                    <a:moveTo>
                      <a:pt x="25" y="0"/>
                    </a:moveTo>
                    <a:cubicBezTo>
                      <a:pt x="5" y="4"/>
                      <a:pt x="7" y="18"/>
                      <a:pt x="6" y="36"/>
                    </a:cubicBezTo>
                    <a:cubicBezTo>
                      <a:pt x="6" y="44"/>
                      <a:pt x="0" y="85"/>
                      <a:pt x="11" y="86"/>
                    </a:cubicBezTo>
                    <a:cubicBezTo>
                      <a:pt x="6" y="80"/>
                      <a:pt x="7" y="70"/>
                      <a:pt x="14" y="65"/>
                    </a:cubicBezTo>
                    <a:cubicBezTo>
                      <a:pt x="12" y="62"/>
                      <a:pt x="10" y="59"/>
                      <a:pt x="9" y="54"/>
                    </a:cubicBezTo>
                    <a:cubicBezTo>
                      <a:pt x="9" y="49"/>
                      <a:pt x="13" y="44"/>
                      <a:pt x="13" y="40"/>
                    </a:cubicBezTo>
                    <a:cubicBezTo>
                      <a:pt x="13" y="34"/>
                      <a:pt x="3" y="21"/>
                      <a:pt x="15" y="20"/>
                    </a:cubicBezTo>
                    <a:cubicBezTo>
                      <a:pt x="13" y="10"/>
                      <a:pt x="15" y="10"/>
                      <a:pt x="2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9" name="Freeform 501">
                <a:extLst>
                  <a:ext uri="{FF2B5EF4-FFF2-40B4-BE49-F238E27FC236}">
                    <a16:creationId xmlns:a16="http://schemas.microsoft.com/office/drawing/2014/main" id="{6AB66C20-83EA-47A2-B1BB-1BCDADE0D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600"/>
                <a:ext cx="98" cy="173"/>
              </a:xfrm>
              <a:custGeom>
                <a:avLst/>
                <a:gdLst>
                  <a:gd name="T0" fmla="*/ 0 w 39"/>
                  <a:gd name="T1" fmla="*/ 1224 h 65"/>
                  <a:gd name="T2" fmla="*/ 113 w 39"/>
                  <a:gd name="T3" fmla="*/ 772 h 65"/>
                  <a:gd name="T4" fmla="*/ 271 w 39"/>
                  <a:gd name="T5" fmla="*/ 546 h 65"/>
                  <a:gd name="T6" fmla="*/ 618 w 39"/>
                  <a:gd name="T7" fmla="*/ 0 h 65"/>
                  <a:gd name="T8" fmla="*/ 568 w 39"/>
                  <a:gd name="T9" fmla="*/ 418 h 65"/>
                  <a:gd name="T10" fmla="*/ 410 w 39"/>
                  <a:gd name="T11" fmla="*/ 588 h 65"/>
                  <a:gd name="T12" fmla="*/ 221 w 39"/>
                  <a:gd name="T13" fmla="*/ 751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65">
                    <a:moveTo>
                      <a:pt x="0" y="65"/>
                    </a:moveTo>
                    <a:cubicBezTo>
                      <a:pt x="2" y="57"/>
                      <a:pt x="2" y="48"/>
                      <a:pt x="7" y="41"/>
                    </a:cubicBezTo>
                    <a:cubicBezTo>
                      <a:pt x="9" y="36"/>
                      <a:pt x="14" y="33"/>
                      <a:pt x="17" y="29"/>
                    </a:cubicBezTo>
                    <a:cubicBezTo>
                      <a:pt x="22" y="23"/>
                      <a:pt x="30" y="0"/>
                      <a:pt x="39" y="0"/>
                    </a:cubicBezTo>
                    <a:cubicBezTo>
                      <a:pt x="31" y="8"/>
                      <a:pt x="33" y="12"/>
                      <a:pt x="36" y="22"/>
                    </a:cubicBezTo>
                    <a:cubicBezTo>
                      <a:pt x="27" y="20"/>
                      <a:pt x="22" y="22"/>
                      <a:pt x="26" y="31"/>
                    </a:cubicBezTo>
                    <a:cubicBezTo>
                      <a:pt x="18" y="31"/>
                      <a:pt x="14" y="31"/>
                      <a:pt x="14" y="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0" name="Freeform 502">
                <a:extLst>
                  <a:ext uri="{FF2B5EF4-FFF2-40B4-BE49-F238E27FC236}">
                    <a16:creationId xmlns:a16="http://schemas.microsoft.com/office/drawing/2014/main" id="{744F66C7-3152-4552-B7EF-E626AB562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605"/>
                <a:ext cx="148" cy="104"/>
              </a:xfrm>
              <a:custGeom>
                <a:avLst/>
                <a:gdLst>
                  <a:gd name="T0" fmla="*/ 0 w 59"/>
                  <a:gd name="T1" fmla="*/ 739 h 39"/>
                  <a:gd name="T2" fmla="*/ 364 w 59"/>
                  <a:gd name="T3" fmla="*/ 192 h 39"/>
                  <a:gd name="T4" fmla="*/ 931 w 59"/>
                  <a:gd name="T5" fmla="*/ 0 h 39"/>
                  <a:gd name="T6" fmla="*/ 818 w 59"/>
                  <a:gd name="T7" fmla="*/ 227 h 39"/>
                  <a:gd name="T8" fmla="*/ 630 w 59"/>
                  <a:gd name="T9" fmla="*/ 248 h 39"/>
                  <a:gd name="T10" fmla="*/ 459 w 59"/>
                  <a:gd name="T11" fmla="*/ 341 h 39"/>
                  <a:gd name="T12" fmla="*/ 271 w 59"/>
                  <a:gd name="T13" fmla="*/ 363 h 39"/>
                  <a:gd name="T14" fmla="*/ 95 w 59"/>
                  <a:gd name="T15" fmla="*/ 41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39">
                    <a:moveTo>
                      <a:pt x="0" y="39"/>
                    </a:moveTo>
                    <a:cubicBezTo>
                      <a:pt x="1" y="23"/>
                      <a:pt x="7" y="14"/>
                      <a:pt x="23" y="10"/>
                    </a:cubicBezTo>
                    <a:cubicBezTo>
                      <a:pt x="34" y="8"/>
                      <a:pt x="50" y="9"/>
                      <a:pt x="59" y="0"/>
                    </a:cubicBezTo>
                    <a:cubicBezTo>
                      <a:pt x="56" y="4"/>
                      <a:pt x="54" y="8"/>
                      <a:pt x="52" y="12"/>
                    </a:cubicBezTo>
                    <a:cubicBezTo>
                      <a:pt x="47" y="6"/>
                      <a:pt x="44" y="12"/>
                      <a:pt x="40" y="13"/>
                    </a:cubicBezTo>
                    <a:cubicBezTo>
                      <a:pt x="35" y="14"/>
                      <a:pt x="28" y="9"/>
                      <a:pt x="29" y="18"/>
                    </a:cubicBezTo>
                    <a:cubicBezTo>
                      <a:pt x="23" y="15"/>
                      <a:pt x="22" y="17"/>
                      <a:pt x="17" y="19"/>
                    </a:cubicBezTo>
                    <a:cubicBezTo>
                      <a:pt x="14" y="20"/>
                      <a:pt x="8" y="21"/>
                      <a:pt x="6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1" name="Freeform 503">
                <a:extLst>
                  <a:ext uri="{FF2B5EF4-FFF2-40B4-BE49-F238E27FC236}">
                    <a16:creationId xmlns:a16="http://schemas.microsoft.com/office/drawing/2014/main" id="{84CEC264-034D-4AC6-B98A-1652E3F28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709"/>
                <a:ext cx="37" cy="91"/>
              </a:xfrm>
              <a:custGeom>
                <a:avLst/>
                <a:gdLst>
                  <a:gd name="T0" fmla="*/ 224 w 15"/>
                  <a:gd name="T1" fmla="*/ 0 h 34"/>
                  <a:gd name="T2" fmla="*/ 0 w 15"/>
                  <a:gd name="T3" fmla="*/ 653 h 34"/>
                  <a:gd name="T4" fmla="*/ 121 w 15"/>
                  <a:gd name="T5" fmla="*/ 343 h 34"/>
                  <a:gd name="T6" fmla="*/ 224 w 15"/>
                  <a:gd name="T7" fmla="*/ 21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4">
                    <a:moveTo>
                      <a:pt x="15" y="0"/>
                    </a:moveTo>
                    <a:cubicBezTo>
                      <a:pt x="1" y="10"/>
                      <a:pt x="0" y="17"/>
                      <a:pt x="0" y="34"/>
                    </a:cubicBezTo>
                    <a:cubicBezTo>
                      <a:pt x="0" y="29"/>
                      <a:pt x="0" y="17"/>
                      <a:pt x="8" y="18"/>
                    </a:cubicBezTo>
                    <a:cubicBezTo>
                      <a:pt x="1" y="8"/>
                      <a:pt x="11" y="8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2" name="Freeform 504">
                <a:extLst>
                  <a:ext uri="{FF2B5EF4-FFF2-40B4-BE49-F238E27FC236}">
                    <a16:creationId xmlns:a16="http://schemas.microsoft.com/office/drawing/2014/main" id="{6B02C324-9E67-4C0D-8197-5FE6A0363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699"/>
                <a:ext cx="82" cy="125"/>
              </a:xfrm>
              <a:custGeom>
                <a:avLst/>
                <a:gdLst>
                  <a:gd name="T0" fmla="*/ 507 w 33"/>
                  <a:gd name="T1" fmla="*/ 0 h 47"/>
                  <a:gd name="T2" fmla="*/ 291 w 33"/>
                  <a:gd name="T3" fmla="*/ 883 h 47"/>
                  <a:gd name="T4" fmla="*/ 370 w 33"/>
                  <a:gd name="T5" fmla="*/ 545 h 47"/>
                  <a:gd name="T6" fmla="*/ 412 w 33"/>
                  <a:gd name="T7" fmla="*/ 282 h 47"/>
                  <a:gd name="T8" fmla="*/ 507 w 33"/>
                  <a:gd name="T9" fmla="*/ 9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7">
                    <a:moveTo>
                      <a:pt x="33" y="0"/>
                    </a:moveTo>
                    <a:cubicBezTo>
                      <a:pt x="25" y="8"/>
                      <a:pt x="0" y="37"/>
                      <a:pt x="19" y="47"/>
                    </a:cubicBezTo>
                    <a:cubicBezTo>
                      <a:pt x="18" y="39"/>
                      <a:pt x="12" y="32"/>
                      <a:pt x="24" y="29"/>
                    </a:cubicBezTo>
                    <a:cubicBezTo>
                      <a:pt x="15" y="26"/>
                      <a:pt x="22" y="19"/>
                      <a:pt x="27" y="15"/>
                    </a:cubicBezTo>
                    <a:cubicBezTo>
                      <a:pt x="23" y="10"/>
                      <a:pt x="30" y="7"/>
                      <a:pt x="3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3" name="Freeform 505">
                <a:extLst>
                  <a:ext uri="{FF2B5EF4-FFF2-40B4-BE49-F238E27FC236}">
                    <a16:creationId xmlns:a16="http://schemas.microsoft.com/office/drawing/2014/main" id="{B0718758-7BF2-48C9-8853-BC8EF0C89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888"/>
                <a:ext cx="82" cy="139"/>
              </a:xfrm>
              <a:custGeom>
                <a:avLst/>
                <a:gdLst>
                  <a:gd name="T0" fmla="*/ 507 w 33"/>
                  <a:gd name="T1" fmla="*/ 35 h 52"/>
                  <a:gd name="T2" fmla="*/ 246 w 33"/>
                  <a:gd name="T3" fmla="*/ 364 h 52"/>
                  <a:gd name="T4" fmla="*/ 137 w 33"/>
                  <a:gd name="T5" fmla="*/ 994 h 52"/>
                  <a:gd name="T6" fmla="*/ 229 w 33"/>
                  <a:gd name="T7" fmla="*/ 650 h 52"/>
                  <a:gd name="T8" fmla="*/ 353 w 33"/>
                  <a:gd name="T9" fmla="*/ 436 h 52"/>
                  <a:gd name="T10" fmla="*/ 445 w 33"/>
                  <a:gd name="T11" fmla="*/ 171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52">
                    <a:moveTo>
                      <a:pt x="33" y="2"/>
                    </a:moveTo>
                    <a:cubicBezTo>
                      <a:pt x="24" y="0"/>
                      <a:pt x="22" y="13"/>
                      <a:pt x="16" y="19"/>
                    </a:cubicBezTo>
                    <a:cubicBezTo>
                      <a:pt x="7" y="28"/>
                      <a:pt x="0" y="41"/>
                      <a:pt x="9" y="52"/>
                    </a:cubicBezTo>
                    <a:cubicBezTo>
                      <a:pt x="7" y="47"/>
                      <a:pt x="6" y="31"/>
                      <a:pt x="15" y="34"/>
                    </a:cubicBezTo>
                    <a:cubicBezTo>
                      <a:pt x="12" y="27"/>
                      <a:pt x="14" y="23"/>
                      <a:pt x="23" y="23"/>
                    </a:cubicBezTo>
                    <a:cubicBezTo>
                      <a:pt x="21" y="17"/>
                      <a:pt x="23" y="11"/>
                      <a:pt x="29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4" name="Freeform 506">
                <a:extLst>
                  <a:ext uri="{FF2B5EF4-FFF2-40B4-BE49-F238E27FC236}">
                    <a16:creationId xmlns:a16="http://schemas.microsoft.com/office/drawing/2014/main" id="{F0D1462E-E5A3-44D2-ABFD-7B6FB4A69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915"/>
                <a:ext cx="103" cy="42"/>
              </a:xfrm>
              <a:custGeom>
                <a:avLst/>
                <a:gdLst>
                  <a:gd name="T0" fmla="*/ 33 w 41"/>
                  <a:gd name="T1" fmla="*/ 289 h 16"/>
                  <a:gd name="T2" fmla="*/ 334 w 41"/>
                  <a:gd name="T3" fmla="*/ 76 h 16"/>
                  <a:gd name="T4" fmla="*/ 651 w 41"/>
                  <a:gd name="T5" fmla="*/ 221 h 16"/>
                  <a:gd name="T6" fmla="*/ 460 w 41"/>
                  <a:gd name="T7" fmla="*/ 234 h 16"/>
                  <a:gd name="T8" fmla="*/ 304 w 41"/>
                  <a:gd name="T9" fmla="*/ 200 h 16"/>
                  <a:gd name="T10" fmla="*/ 188 w 41"/>
                  <a:gd name="T11" fmla="*/ 17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6">
                    <a:moveTo>
                      <a:pt x="2" y="16"/>
                    </a:moveTo>
                    <a:cubicBezTo>
                      <a:pt x="0" y="6"/>
                      <a:pt x="14" y="5"/>
                      <a:pt x="21" y="4"/>
                    </a:cubicBezTo>
                    <a:cubicBezTo>
                      <a:pt x="32" y="3"/>
                      <a:pt x="38" y="0"/>
                      <a:pt x="41" y="12"/>
                    </a:cubicBezTo>
                    <a:cubicBezTo>
                      <a:pt x="40" y="5"/>
                      <a:pt x="27" y="5"/>
                      <a:pt x="29" y="13"/>
                    </a:cubicBezTo>
                    <a:cubicBezTo>
                      <a:pt x="28" y="8"/>
                      <a:pt x="22" y="6"/>
                      <a:pt x="19" y="11"/>
                    </a:cubicBezTo>
                    <a:cubicBezTo>
                      <a:pt x="17" y="8"/>
                      <a:pt x="14" y="8"/>
                      <a:pt x="12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5" name="Freeform 507">
                <a:extLst>
                  <a:ext uri="{FF2B5EF4-FFF2-40B4-BE49-F238E27FC236}">
                    <a16:creationId xmlns:a16="http://schemas.microsoft.com/office/drawing/2014/main" id="{693DF13B-78FF-4D82-B939-74A6B03B0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195"/>
                <a:ext cx="135" cy="205"/>
              </a:xfrm>
              <a:custGeom>
                <a:avLst/>
                <a:gdLst>
                  <a:gd name="T0" fmla="*/ 845 w 54"/>
                  <a:gd name="T1" fmla="*/ 0 h 77"/>
                  <a:gd name="T2" fmla="*/ 613 w 54"/>
                  <a:gd name="T3" fmla="*/ 397 h 77"/>
                  <a:gd name="T4" fmla="*/ 250 w 54"/>
                  <a:gd name="T5" fmla="*/ 588 h 77"/>
                  <a:gd name="T6" fmla="*/ 33 w 54"/>
                  <a:gd name="T7" fmla="*/ 849 h 77"/>
                  <a:gd name="T8" fmla="*/ 0 w 54"/>
                  <a:gd name="T9" fmla="*/ 1113 h 77"/>
                  <a:gd name="T10" fmla="*/ 63 w 54"/>
                  <a:gd name="T11" fmla="*/ 1454 h 77"/>
                  <a:gd name="T12" fmla="*/ 208 w 54"/>
                  <a:gd name="T13" fmla="*/ 977 h 77"/>
                  <a:gd name="T14" fmla="*/ 158 w 54"/>
                  <a:gd name="T15" fmla="*/ 809 h 77"/>
                  <a:gd name="T16" fmla="*/ 333 w 54"/>
                  <a:gd name="T17" fmla="*/ 793 h 77"/>
                  <a:gd name="T18" fmla="*/ 563 w 54"/>
                  <a:gd name="T19" fmla="*/ 660 h 77"/>
                  <a:gd name="T20" fmla="*/ 738 w 54"/>
                  <a:gd name="T21" fmla="*/ 511 h 77"/>
                  <a:gd name="T22" fmla="*/ 845 w 54"/>
                  <a:gd name="T23" fmla="*/ 136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77">
                    <a:moveTo>
                      <a:pt x="54" y="0"/>
                    </a:moveTo>
                    <a:cubicBezTo>
                      <a:pt x="50" y="8"/>
                      <a:pt x="45" y="15"/>
                      <a:pt x="39" y="21"/>
                    </a:cubicBezTo>
                    <a:cubicBezTo>
                      <a:pt x="31" y="28"/>
                      <a:pt x="26" y="28"/>
                      <a:pt x="16" y="31"/>
                    </a:cubicBezTo>
                    <a:cubicBezTo>
                      <a:pt x="9" y="34"/>
                      <a:pt x="4" y="37"/>
                      <a:pt x="2" y="45"/>
                    </a:cubicBezTo>
                    <a:cubicBezTo>
                      <a:pt x="0" y="50"/>
                      <a:pt x="0" y="54"/>
                      <a:pt x="0" y="59"/>
                    </a:cubicBezTo>
                    <a:cubicBezTo>
                      <a:pt x="1" y="64"/>
                      <a:pt x="5" y="75"/>
                      <a:pt x="4" y="77"/>
                    </a:cubicBezTo>
                    <a:cubicBezTo>
                      <a:pt x="2" y="72"/>
                      <a:pt x="2" y="41"/>
                      <a:pt x="13" y="52"/>
                    </a:cubicBezTo>
                    <a:cubicBezTo>
                      <a:pt x="11" y="50"/>
                      <a:pt x="8" y="46"/>
                      <a:pt x="10" y="43"/>
                    </a:cubicBezTo>
                    <a:cubicBezTo>
                      <a:pt x="12" y="39"/>
                      <a:pt x="18" y="40"/>
                      <a:pt x="21" y="42"/>
                    </a:cubicBezTo>
                    <a:cubicBezTo>
                      <a:pt x="17" y="32"/>
                      <a:pt x="31" y="36"/>
                      <a:pt x="36" y="35"/>
                    </a:cubicBezTo>
                    <a:cubicBezTo>
                      <a:pt x="36" y="27"/>
                      <a:pt x="39" y="25"/>
                      <a:pt x="47" y="27"/>
                    </a:cubicBezTo>
                    <a:cubicBezTo>
                      <a:pt x="43" y="18"/>
                      <a:pt x="53" y="14"/>
                      <a:pt x="5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6" name="Freeform 508">
                <a:extLst>
                  <a:ext uri="{FF2B5EF4-FFF2-40B4-BE49-F238E27FC236}">
                    <a16:creationId xmlns:a16="http://schemas.microsoft.com/office/drawing/2014/main" id="{F7720AC5-8177-4A65-B9E0-A6910A255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256"/>
                <a:ext cx="130" cy="83"/>
              </a:xfrm>
              <a:custGeom>
                <a:avLst/>
                <a:gdLst>
                  <a:gd name="T0" fmla="*/ 63 w 52"/>
                  <a:gd name="T1" fmla="*/ 594 h 31"/>
                  <a:gd name="T2" fmla="*/ 345 w 52"/>
                  <a:gd name="T3" fmla="*/ 252 h 31"/>
                  <a:gd name="T4" fmla="*/ 813 w 52"/>
                  <a:gd name="T5" fmla="*/ 0 h 31"/>
                  <a:gd name="T6" fmla="*/ 645 w 52"/>
                  <a:gd name="T7" fmla="*/ 345 h 31"/>
                  <a:gd name="T8" fmla="*/ 488 w 52"/>
                  <a:gd name="T9" fmla="*/ 345 h 31"/>
                  <a:gd name="T10" fmla="*/ 345 w 52"/>
                  <a:gd name="T11" fmla="*/ 402 h 31"/>
                  <a:gd name="T12" fmla="*/ 188 w 52"/>
                  <a:gd name="T13" fmla="*/ 458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1">
                    <a:moveTo>
                      <a:pt x="4" y="31"/>
                    </a:moveTo>
                    <a:cubicBezTo>
                      <a:pt x="0" y="19"/>
                      <a:pt x="14" y="15"/>
                      <a:pt x="22" y="13"/>
                    </a:cubicBezTo>
                    <a:cubicBezTo>
                      <a:pt x="33" y="11"/>
                      <a:pt x="45" y="8"/>
                      <a:pt x="52" y="0"/>
                    </a:cubicBezTo>
                    <a:cubicBezTo>
                      <a:pt x="49" y="4"/>
                      <a:pt x="39" y="12"/>
                      <a:pt x="41" y="18"/>
                    </a:cubicBezTo>
                    <a:cubicBezTo>
                      <a:pt x="38" y="13"/>
                      <a:pt x="30" y="10"/>
                      <a:pt x="31" y="18"/>
                    </a:cubicBezTo>
                    <a:cubicBezTo>
                      <a:pt x="27" y="16"/>
                      <a:pt x="21" y="15"/>
                      <a:pt x="22" y="21"/>
                    </a:cubicBezTo>
                    <a:cubicBezTo>
                      <a:pt x="18" y="20"/>
                      <a:pt x="14" y="20"/>
                      <a:pt x="12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7" name="Freeform 509">
                <a:extLst>
                  <a:ext uri="{FF2B5EF4-FFF2-40B4-BE49-F238E27FC236}">
                    <a16:creationId xmlns:a16="http://schemas.microsoft.com/office/drawing/2014/main" id="{613081A6-E90B-45ED-9F06-638BAF553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397"/>
                <a:ext cx="67" cy="72"/>
              </a:xfrm>
              <a:custGeom>
                <a:avLst/>
                <a:gdLst>
                  <a:gd name="T0" fmla="*/ 412 w 27"/>
                  <a:gd name="T1" fmla="*/ 21 h 27"/>
                  <a:gd name="T2" fmla="*/ 92 w 27"/>
                  <a:gd name="T3" fmla="*/ 115 h 27"/>
                  <a:gd name="T4" fmla="*/ 184 w 27"/>
                  <a:gd name="T5" fmla="*/ 512 h 27"/>
                  <a:gd name="T6" fmla="*/ 74 w 27"/>
                  <a:gd name="T7" fmla="*/ 320 h 27"/>
                  <a:gd name="T8" fmla="*/ 166 w 27"/>
                  <a:gd name="T9" fmla="*/ 248 h 27"/>
                  <a:gd name="T10" fmla="*/ 290 w 27"/>
                  <a:gd name="T11" fmla="*/ 9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7">
                    <a:moveTo>
                      <a:pt x="27" y="1"/>
                    </a:moveTo>
                    <a:cubicBezTo>
                      <a:pt x="20" y="1"/>
                      <a:pt x="11" y="0"/>
                      <a:pt x="6" y="6"/>
                    </a:cubicBezTo>
                    <a:cubicBezTo>
                      <a:pt x="0" y="14"/>
                      <a:pt x="5" y="22"/>
                      <a:pt x="12" y="27"/>
                    </a:cubicBezTo>
                    <a:cubicBezTo>
                      <a:pt x="10" y="25"/>
                      <a:pt x="4" y="20"/>
                      <a:pt x="5" y="17"/>
                    </a:cubicBezTo>
                    <a:cubicBezTo>
                      <a:pt x="5" y="13"/>
                      <a:pt x="8" y="11"/>
                      <a:pt x="11" y="13"/>
                    </a:cubicBezTo>
                    <a:cubicBezTo>
                      <a:pt x="7" y="8"/>
                      <a:pt x="14" y="4"/>
                      <a:pt x="1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8" name="Freeform 510">
                <a:extLst>
                  <a:ext uri="{FF2B5EF4-FFF2-40B4-BE49-F238E27FC236}">
                    <a16:creationId xmlns:a16="http://schemas.microsoft.com/office/drawing/2014/main" id="{E134B799-211E-419A-AFF8-B9D3A4DB4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2208"/>
                <a:ext cx="138" cy="205"/>
              </a:xfrm>
              <a:custGeom>
                <a:avLst/>
                <a:gdLst>
                  <a:gd name="T0" fmla="*/ 314 w 55"/>
                  <a:gd name="T1" fmla="*/ 35 h 77"/>
                  <a:gd name="T2" fmla="*/ 33 w 55"/>
                  <a:gd name="T3" fmla="*/ 567 h 77"/>
                  <a:gd name="T4" fmla="*/ 33 w 55"/>
                  <a:gd name="T5" fmla="*/ 942 h 77"/>
                  <a:gd name="T6" fmla="*/ 0 w 55"/>
                  <a:gd name="T7" fmla="*/ 1147 h 77"/>
                  <a:gd name="T8" fmla="*/ 83 w 55"/>
                  <a:gd name="T9" fmla="*/ 1454 h 77"/>
                  <a:gd name="T10" fmla="*/ 63 w 55"/>
                  <a:gd name="T11" fmla="*/ 1078 h 77"/>
                  <a:gd name="T12" fmla="*/ 83 w 55"/>
                  <a:gd name="T13" fmla="*/ 908 h 77"/>
                  <a:gd name="T14" fmla="*/ 146 w 55"/>
                  <a:gd name="T15" fmla="*/ 809 h 77"/>
                  <a:gd name="T16" fmla="*/ 158 w 55"/>
                  <a:gd name="T17" fmla="*/ 397 h 77"/>
                  <a:gd name="T18" fmla="*/ 442 w 55"/>
                  <a:gd name="T19" fmla="*/ 304 h 77"/>
                  <a:gd name="T20" fmla="*/ 660 w 55"/>
                  <a:gd name="T21" fmla="*/ 264 h 77"/>
                  <a:gd name="T22" fmla="*/ 868 w 55"/>
                  <a:gd name="T23" fmla="*/ 170 h 77"/>
                  <a:gd name="T24" fmla="*/ 301 w 55"/>
                  <a:gd name="T25" fmla="*/ 56 h 7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77">
                    <a:moveTo>
                      <a:pt x="20" y="2"/>
                    </a:moveTo>
                    <a:cubicBezTo>
                      <a:pt x="2" y="0"/>
                      <a:pt x="0" y="17"/>
                      <a:pt x="2" y="30"/>
                    </a:cubicBezTo>
                    <a:cubicBezTo>
                      <a:pt x="2" y="36"/>
                      <a:pt x="3" y="44"/>
                      <a:pt x="2" y="50"/>
                    </a:cubicBezTo>
                    <a:cubicBezTo>
                      <a:pt x="2" y="53"/>
                      <a:pt x="0" y="57"/>
                      <a:pt x="0" y="61"/>
                    </a:cubicBezTo>
                    <a:cubicBezTo>
                      <a:pt x="1" y="66"/>
                      <a:pt x="4" y="71"/>
                      <a:pt x="5" y="77"/>
                    </a:cubicBezTo>
                    <a:cubicBezTo>
                      <a:pt x="4" y="70"/>
                      <a:pt x="4" y="63"/>
                      <a:pt x="4" y="57"/>
                    </a:cubicBezTo>
                    <a:cubicBezTo>
                      <a:pt x="4" y="53"/>
                      <a:pt x="4" y="51"/>
                      <a:pt x="5" y="48"/>
                    </a:cubicBezTo>
                    <a:cubicBezTo>
                      <a:pt x="5" y="46"/>
                      <a:pt x="9" y="44"/>
                      <a:pt x="9" y="43"/>
                    </a:cubicBezTo>
                    <a:cubicBezTo>
                      <a:pt x="9" y="39"/>
                      <a:pt x="0" y="21"/>
                      <a:pt x="10" y="21"/>
                    </a:cubicBezTo>
                    <a:cubicBezTo>
                      <a:pt x="3" y="5"/>
                      <a:pt x="24" y="15"/>
                      <a:pt x="28" y="16"/>
                    </a:cubicBezTo>
                    <a:cubicBezTo>
                      <a:pt x="33" y="16"/>
                      <a:pt x="37" y="14"/>
                      <a:pt x="42" y="14"/>
                    </a:cubicBezTo>
                    <a:cubicBezTo>
                      <a:pt x="47" y="13"/>
                      <a:pt x="52" y="15"/>
                      <a:pt x="55" y="9"/>
                    </a:cubicBezTo>
                    <a:cubicBezTo>
                      <a:pt x="42" y="17"/>
                      <a:pt x="31" y="8"/>
                      <a:pt x="1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9" name="Freeform 511">
                <a:extLst>
                  <a:ext uri="{FF2B5EF4-FFF2-40B4-BE49-F238E27FC236}">
                    <a16:creationId xmlns:a16="http://schemas.microsoft.com/office/drawing/2014/main" id="{6FFFBBC9-10AA-4959-801E-C9BC61A8C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2477"/>
                <a:ext cx="100" cy="54"/>
              </a:xfrm>
              <a:custGeom>
                <a:avLst/>
                <a:gdLst>
                  <a:gd name="T0" fmla="*/ 0 w 40"/>
                  <a:gd name="T1" fmla="*/ 219 h 20"/>
                  <a:gd name="T2" fmla="*/ 625 w 40"/>
                  <a:gd name="T3" fmla="*/ 219 h 20"/>
                  <a:gd name="T4" fmla="*/ 533 w 40"/>
                  <a:gd name="T5" fmla="*/ 394 h 20"/>
                  <a:gd name="T6" fmla="*/ 345 w 40"/>
                  <a:gd name="T7" fmla="*/ 232 h 20"/>
                  <a:gd name="T8" fmla="*/ 220 w 40"/>
                  <a:gd name="T9" fmla="*/ 2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1"/>
                    </a:moveTo>
                    <a:cubicBezTo>
                      <a:pt x="4" y="0"/>
                      <a:pt x="33" y="6"/>
                      <a:pt x="40" y="11"/>
                    </a:cubicBezTo>
                    <a:cubicBezTo>
                      <a:pt x="35" y="11"/>
                      <a:pt x="32" y="16"/>
                      <a:pt x="34" y="20"/>
                    </a:cubicBezTo>
                    <a:cubicBezTo>
                      <a:pt x="34" y="13"/>
                      <a:pt x="29" y="10"/>
                      <a:pt x="22" y="12"/>
                    </a:cubicBezTo>
                    <a:cubicBezTo>
                      <a:pt x="21" y="8"/>
                      <a:pt x="16" y="5"/>
                      <a:pt x="1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0" name="Freeform 512">
                <a:extLst>
                  <a:ext uri="{FF2B5EF4-FFF2-40B4-BE49-F238E27FC236}">
                    <a16:creationId xmlns:a16="http://schemas.microsoft.com/office/drawing/2014/main" id="{C345F5CD-D133-4E9D-A33E-BF7CED3B3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472"/>
                <a:ext cx="128" cy="69"/>
              </a:xfrm>
              <a:custGeom>
                <a:avLst/>
                <a:gdLst>
                  <a:gd name="T0" fmla="*/ 0 w 51"/>
                  <a:gd name="T1" fmla="*/ 0 h 26"/>
                  <a:gd name="T2" fmla="*/ 806 w 51"/>
                  <a:gd name="T3" fmla="*/ 260 h 26"/>
                  <a:gd name="T4" fmla="*/ 693 w 51"/>
                  <a:gd name="T5" fmla="*/ 451 h 26"/>
                  <a:gd name="T6" fmla="*/ 459 w 51"/>
                  <a:gd name="T7" fmla="*/ 430 h 26"/>
                  <a:gd name="T8" fmla="*/ 271 w 51"/>
                  <a:gd name="T9" fmla="*/ 374 h 26"/>
                  <a:gd name="T10" fmla="*/ 271 w 51"/>
                  <a:gd name="T11" fmla="*/ 260 h 26"/>
                  <a:gd name="T12" fmla="*/ 188 w 51"/>
                  <a:gd name="T13" fmla="*/ 191 h 26"/>
                  <a:gd name="T14" fmla="*/ 50 w 51"/>
                  <a:gd name="T15" fmla="*/ 2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6">
                    <a:moveTo>
                      <a:pt x="0" y="0"/>
                    </a:moveTo>
                    <a:cubicBezTo>
                      <a:pt x="19" y="3"/>
                      <a:pt x="29" y="26"/>
                      <a:pt x="51" y="14"/>
                    </a:cubicBezTo>
                    <a:cubicBezTo>
                      <a:pt x="48" y="17"/>
                      <a:pt x="46" y="20"/>
                      <a:pt x="44" y="24"/>
                    </a:cubicBezTo>
                    <a:cubicBezTo>
                      <a:pt x="39" y="21"/>
                      <a:pt x="33" y="18"/>
                      <a:pt x="29" y="23"/>
                    </a:cubicBezTo>
                    <a:cubicBezTo>
                      <a:pt x="29" y="14"/>
                      <a:pt x="22" y="16"/>
                      <a:pt x="17" y="20"/>
                    </a:cubicBezTo>
                    <a:cubicBezTo>
                      <a:pt x="17" y="19"/>
                      <a:pt x="18" y="15"/>
                      <a:pt x="17" y="14"/>
                    </a:cubicBezTo>
                    <a:cubicBezTo>
                      <a:pt x="16" y="11"/>
                      <a:pt x="14" y="12"/>
                      <a:pt x="12" y="10"/>
                    </a:cubicBezTo>
                    <a:cubicBezTo>
                      <a:pt x="9" y="6"/>
                      <a:pt x="9" y="3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1" name="Freeform 513">
                <a:extLst>
                  <a:ext uri="{FF2B5EF4-FFF2-40B4-BE49-F238E27FC236}">
                    <a16:creationId xmlns:a16="http://schemas.microsoft.com/office/drawing/2014/main" id="{A4B4453A-277C-4AEC-AA71-199710A0B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317"/>
                <a:ext cx="133" cy="48"/>
              </a:xfrm>
              <a:custGeom>
                <a:avLst/>
                <a:gdLst>
                  <a:gd name="T0" fmla="*/ 0 w 53"/>
                  <a:gd name="T1" fmla="*/ 227 h 18"/>
                  <a:gd name="T2" fmla="*/ 504 w 53"/>
                  <a:gd name="T3" fmla="*/ 35 h 18"/>
                  <a:gd name="T4" fmla="*/ 743 w 53"/>
                  <a:gd name="T5" fmla="*/ 35 h 18"/>
                  <a:gd name="T6" fmla="*/ 755 w 53"/>
                  <a:gd name="T7" fmla="*/ 341 h 18"/>
                  <a:gd name="T8" fmla="*/ 597 w 53"/>
                  <a:gd name="T9" fmla="*/ 192 h 18"/>
                  <a:gd name="T10" fmla="*/ 429 w 53"/>
                  <a:gd name="T11" fmla="*/ 227 h 18"/>
                  <a:gd name="T12" fmla="*/ 271 w 53"/>
                  <a:gd name="T13" fmla="*/ 93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8">
                    <a:moveTo>
                      <a:pt x="0" y="12"/>
                    </a:moveTo>
                    <a:cubicBezTo>
                      <a:pt x="8" y="3"/>
                      <a:pt x="20" y="3"/>
                      <a:pt x="32" y="2"/>
                    </a:cubicBezTo>
                    <a:cubicBezTo>
                      <a:pt x="36" y="2"/>
                      <a:pt x="43" y="0"/>
                      <a:pt x="47" y="2"/>
                    </a:cubicBezTo>
                    <a:cubicBezTo>
                      <a:pt x="53" y="7"/>
                      <a:pt x="49" y="12"/>
                      <a:pt x="48" y="18"/>
                    </a:cubicBezTo>
                    <a:cubicBezTo>
                      <a:pt x="48" y="12"/>
                      <a:pt x="44" y="3"/>
                      <a:pt x="38" y="10"/>
                    </a:cubicBezTo>
                    <a:cubicBezTo>
                      <a:pt x="39" y="3"/>
                      <a:pt x="27" y="5"/>
                      <a:pt x="27" y="12"/>
                    </a:cubicBezTo>
                    <a:cubicBezTo>
                      <a:pt x="28" y="6"/>
                      <a:pt x="22" y="3"/>
                      <a:pt x="1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2" name="Freeform 514">
                <a:extLst>
                  <a:ext uri="{FF2B5EF4-FFF2-40B4-BE49-F238E27FC236}">
                    <a16:creationId xmlns:a16="http://schemas.microsoft.com/office/drawing/2014/main" id="{DBF594B6-11A2-4332-ACBD-EC9CA855E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384"/>
                <a:ext cx="93" cy="48"/>
              </a:xfrm>
              <a:custGeom>
                <a:avLst/>
                <a:gdLst>
                  <a:gd name="T0" fmla="*/ 0 w 37"/>
                  <a:gd name="T1" fmla="*/ 341 h 18"/>
                  <a:gd name="T2" fmla="*/ 347 w 37"/>
                  <a:gd name="T3" fmla="*/ 115 h 18"/>
                  <a:gd name="T4" fmla="*/ 588 w 37"/>
                  <a:gd name="T5" fmla="*/ 171 h 18"/>
                  <a:gd name="T6" fmla="*/ 410 w 37"/>
                  <a:gd name="T7" fmla="*/ 205 h 18"/>
                  <a:gd name="T8" fmla="*/ 284 w 37"/>
                  <a:gd name="T9" fmla="*/ 264 h 18"/>
                  <a:gd name="T10" fmla="*/ 126 w 37"/>
                  <a:gd name="T11" fmla="*/ 24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8">
                    <a:moveTo>
                      <a:pt x="0" y="18"/>
                    </a:moveTo>
                    <a:cubicBezTo>
                      <a:pt x="5" y="11"/>
                      <a:pt x="14" y="8"/>
                      <a:pt x="22" y="6"/>
                    </a:cubicBezTo>
                    <a:cubicBezTo>
                      <a:pt x="30" y="3"/>
                      <a:pt x="35" y="0"/>
                      <a:pt x="37" y="9"/>
                    </a:cubicBezTo>
                    <a:cubicBezTo>
                      <a:pt x="35" y="5"/>
                      <a:pt x="26" y="4"/>
                      <a:pt x="26" y="11"/>
                    </a:cubicBezTo>
                    <a:cubicBezTo>
                      <a:pt x="23" y="6"/>
                      <a:pt x="18" y="8"/>
                      <a:pt x="18" y="14"/>
                    </a:cubicBezTo>
                    <a:cubicBezTo>
                      <a:pt x="15" y="11"/>
                      <a:pt x="10" y="9"/>
                      <a:pt x="8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3" name="Freeform 515">
                <a:extLst>
                  <a:ext uri="{FF2B5EF4-FFF2-40B4-BE49-F238E27FC236}">
                    <a16:creationId xmlns:a16="http://schemas.microsoft.com/office/drawing/2014/main" id="{B49FBD8D-7F3B-4BF0-9E67-DBA96B8B2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1739"/>
                <a:ext cx="88" cy="90"/>
              </a:xfrm>
              <a:custGeom>
                <a:avLst/>
                <a:gdLst>
                  <a:gd name="T0" fmla="*/ 0 w 35"/>
                  <a:gd name="T1" fmla="*/ 630 h 34"/>
                  <a:gd name="T2" fmla="*/ 113 w 35"/>
                  <a:gd name="T3" fmla="*/ 371 h 34"/>
                  <a:gd name="T4" fmla="*/ 189 w 35"/>
                  <a:gd name="T5" fmla="*/ 148 h 34"/>
                  <a:gd name="T6" fmla="*/ 556 w 35"/>
                  <a:gd name="T7" fmla="*/ 0 h 34"/>
                  <a:gd name="T8" fmla="*/ 367 w 35"/>
                  <a:gd name="T9" fmla="*/ 204 h 34"/>
                  <a:gd name="T10" fmla="*/ 221 w 35"/>
                  <a:gd name="T11" fmla="*/ 169 h 34"/>
                  <a:gd name="T12" fmla="*/ 221 w 35"/>
                  <a:gd name="T13" fmla="*/ 25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0" y="34"/>
                    </a:moveTo>
                    <a:cubicBezTo>
                      <a:pt x="4" y="30"/>
                      <a:pt x="5" y="25"/>
                      <a:pt x="7" y="20"/>
                    </a:cubicBezTo>
                    <a:cubicBezTo>
                      <a:pt x="9" y="17"/>
                      <a:pt x="10" y="10"/>
                      <a:pt x="12" y="8"/>
                    </a:cubicBezTo>
                    <a:cubicBezTo>
                      <a:pt x="17" y="1"/>
                      <a:pt x="27" y="3"/>
                      <a:pt x="35" y="0"/>
                    </a:cubicBezTo>
                    <a:cubicBezTo>
                      <a:pt x="31" y="0"/>
                      <a:pt x="18" y="6"/>
                      <a:pt x="23" y="11"/>
                    </a:cubicBezTo>
                    <a:cubicBezTo>
                      <a:pt x="21" y="9"/>
                      <a:pt x="17" y="7"/>
                      <a:pt x="14" y="9"/>
                    </a:cubicBezTo>
                    <a:cubicBezTo>
                      <a:pt x="13" y="11"/>
                      <a:pt x="15" y="18"/>
                      <a:pt x="1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4" name="Freeform 516">
                <a:extLst>
                  <a:ext uri="{FF2B5EF4-FFF2-40B4-BE49-F238E27FC236}">
                    <a16:creationId xmlns:a16="http://schemas.microsoft.com/office/drawing/2014/main" id="{39D4D274-11D3-451D-9DD5-13BA2B5F2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1709"/>
                <a:ext cx="78" cy="83"/>
              </a:xfrm>
              <a:custGeom>
                <a:avLst/>
                <a:gdLst>
                  <a:gd name="T0" fmla="*/ 20 w 31"/>
                  <a:gd name="T1" fmla="*/ 594 h 31"/>
                  <a:gd name="T2" fmla="*/ 63 w 31"/>
                  <a:gd name="T3" fmla="*/ 388 h 31"/>
                  <a:gd name="T4" fmla="*/ 176 w 31"/>
                  <a:gd name="T5" fmla="*/ 150 h 31"/>
                  <a:gd name="T6" fmla="*/ 493 w 31"/>
                  <a:gd name="T7" fmla="*/ 115 h 31"/>
                  <a:gd name="T8" fmla="*/ 304 w 31"/>
                  <a:gd name="T9" fmla="*/ 252 h 31"/>
                  <a:gd name="T10" fmla="*/ 146 w 31"/>
                  <a:gd name="T11" fmla="*/ 34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1">
                    <a:moveTo>
                      <a:pt x="1" y="31"/>
                    </a:moveTo>
                    <a:cubicBezTo>
                      <a:pt x="0" y="27"/>
                      <a:pt x="2" y="24"/>
                      <a:pt x="4" y="20"/>
                    </a:cubicBezTo>
                    <a:cubicBezTo>
                      <a:pt x="7" y="16"/>
                      <a:pt x="8" y="12"/>
                      <a:pt x="11" y="8"/>
                    </a:cubicBezTo>
                    <a:cubicBezTo>
                      <a:pt x="15" y="0"/>
                      <a:pt x="24" y="0"/>
                      <a:pt x="31" y="6"/>
                    </a:cubicBezTo>
                    <a:cubicBezTo>
                      <a:pt x="26" y="0"/>
                      <a:pt x="14" y="6"/>
                      <a:pt x="19" y="13"/>
                    </a:cubicBezTo>
                    <a:cubicBezTo>
                      <a:pt x="14" y="5"/>
                      <a:pt x="10" y="17"/>
                      <a:pt x="9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5" name="Freeform 517">
                <a:extLst>
                  <a:ext uri="{FF2B5EF4-FFF2-40B4-BE49-F238E27FC236}">
                    <a16:creationId xmlns:a16="http://schemas.microsoft.com/office/drawing/2014/main" id="{72169CC6-5265-4A23-A092-33EF5D36A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411"/>
                <a:ext cx="143" cy="50"/>
              </a:xfrm>
              <a:custGeom>
                <a:avLst/>
                <a:gdLst>
                  <a:gd name="T0" fmla="*/ 0 w 57"/>
                  <a:gd name="T1" fmla="*/ 111 h 19"/>
                  <a:gd name="T2" fmla="*/ 221 w 57"/>
                  <a:gd name="T3" fmla="*/ 21 h 19"/>
                  <a:gd name="T4" fmla="*/ 429 w 57"/>
                  <a:gd name="T5" fmla="*/ 76 h 19"/>
                  <a:gd name="T6" fmla="*/ 901 w 57"/>
                  <a:gd name="T7" fmla="*/ 89 h 19"/>
                  <a:gd name="T8" fmla="*/ 775 w 57"/>
                  <a:gd name="T9" fmla="*/ 347 h 19"/>
                  <a:gd name="T10" fmla="*/ 522 w 57"/>
                  <a:gd name="T11" fmla="*/ 255 h 19"/>
                  <a:gd name="T12" fmla="*/ 238 w 57"/>
                  <a:gd name="T13" fmla="*/ 76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9">
                    <a:moveTo>
                      <a:pt x="0" y="6"/>
                    </a:moveTo>
                    <a:cubicBezTo>
                      <a:pt x="5" y="5"/>
                      <a:pt x="9" y="2"/>
                      <a:pt x="14" y="1"/>
                    </a:cubicBezTo>
                    <a:cubicBezTo>
                      <a:pt x="20" y="0"/>
                      <a:pt x="22" y="2"/>
                      <a:pt x="27" y="4"/>
                    </a:cubicBezTo>
                    <a:cubicBezTo>
                      <a:pt x="35" y="7"/>
                      <a:pt x="49" y="7"/>
                      <a:pt x="57" y="5"/>
                    </a:cubicBezTo>
                    <a:cubicBezTo>
                      <a:pt x="52" y="7"/>
                      <a:pt x="47" y="13"/>
                      <a:pt x="49" y="19"/>
                    </a:cubicBezTo>
                    <a:cubicBezTo>
                      <a:pt x="46" y="13"/>
                      <a:pt x="38" y="7"/>
                      <a:pt x="33" y="14"/>
                    </a:cubicBezTo>
                    <a:cubicBezTo>
                      <a:pt x="30" y="3"/>
                      <a:pt x="20" y="11"/>
                      <a:pt x="1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6" name="Freeform 518">
                <a:extLst>
                  <a:ext uri="{FF2B5EF4-FFF2-40B4-BE49-F238E27FC236}">
                    <a16:creationId xmlns:a16="http://schemas.microsoft.com/office/drawing/2014/main" id="{5333B6DC-68EC-4EDB-9AC8-EF23B5160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837"/>
                <a:ext cx="115" cy="123"/>
              </a:xfrm>
              <a:custGeom>
                <a:avLst/>
                <a:gdLst>
                  <a:gd name="T0" fmla="*/ 63 w 46"/>
                  <a:gd name="T1" fmla="*/ 880 h 46"/>
                  <a:gd name="T2" fmla="*/ 208 w 46"/>
                  <a:gd name="T3" fmla="*/ 321 h 46"/>
                  <a:gd name="T4" fmla="*/ 720 w 46"/>
                  <a:gd name="T5" fmla="*/ 56 h 46"/>
                  <a:gd name="T6" fmla="*/ 583 w 46"/>
                  <a:gd name="T7" fmla="*/ 308 h 46"/>
                  <a:gd name="T8" fmla="*/ 375 w 46"/>
                  <a:gd name="T9" fmla="*/ 380 h 46"/>
                  <a:gd name="T10" fmla="*/ 208 w 46"/>
                  <a:gd name="T11" fmla="*/ 572 h 46"/>
                  <a:gd name="T12" fmla="*/ 113 w 46"/>
                  <a:gd name="T13" fmla="*/ 57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6">
                    <a:moveTo>
                      <a:pt x="4" y="46"/>
                    </a:moveTo>
                    <a:cubicBezTo>
                      <a:pt x="0" y="34"/>
                      <a:pt x="3" y="24"/>
                      <a:pt x="13" y="17"/>
                    </a:cubicBezTo>
                    <a:cubicBezTo>
                      <a:pt x="21" y="12"/>
                      <a:pt x="37" y="0"/>
                      <a:pt x="46" y="3"/>
                    </a:cubicBezTo>
                    <a:cubicBezTo>
                      <a:pt x="43" y="7"/>
                      <a:pt x="34" y="8"/>
                      <a:pt x="37" y="16"/>
                    </a:cubicBezTo>
                    <a:cubicBezTo>
                      <a:pt x="30" y="12"/>
                      <a:pt x="26" y="11"/>
                      <a:pt x="24" y="20"/>
                    </a:cubicBezTo>
                    <a:cubicBezTo>
                      <a:pt x="16" y="17"/>
                      <a:pt x="13" y="22"/>
                      <a:pt x="13" y="30"/>
                    </a:cubicBezTo>
                    <a:cubicBezTo>
                      <a:pt x="11" y="28"/>
                      <a:pt x="9" y="27"/>
                      <a:pt x="7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7" name="Freeform 519">
                <a:extLst>
                  <a:ext uri="{FF2B5EF4-FFF2-40B4-BE49-F238E27FC236}">
                    <a16:creationId xmlns:a16="http://schemas.microsoft.com/office/drawing/2014/main" id="{4B339283-05F3-4109-A899-458A94B1C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872"/>
                <a:ext cx="200" cy="69"/>
              </a:xfrm>
              <a:custGeom>
                <a:avLst/>
                <a:gdLst>
                  <a:gd name="T0" fmla="*/ 0 w 80"/>
                  <a:gd name="T1" fmla="*/ 191 h 26"/>
                  <a:gd name="T2" fmla="*/ 645 w 80"/>
                  <a:gd name="T3" fmla="*/ 111 h 26"/>
                  <a:gd name="T4" fmla="*/ 938 w 80"/>
                  <a:gd name="T5" fmla="*/ 226 h 26"/>
                  <a:gd name="T6" fmla="*/ 1250 w 80"/>
                  <a:gd name="T7" fmla="*/ 337 h 26"/>
                  <a:gd name="T8" fmla="*/ 970 w 80"/>
                  <a:gd name="T9" fmla="*/ 486 h 26"/>
                  <a:gd name="T10" fmla="*/ 875 w 80"/>
                  <a:gd name="T11" fmla="*/ 281 h 26"/>
                  <a:gd name="T12" fmla="*/ 688 w 80"/>
                  <a:gd name="T13" fmla="*/ 316 h 26"/>
                  <a:gd name="T14" fmla="*/ 458 w 80"/>
                  <a:gd name="T15" fmla="*/ 149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0" h="26">
                    <a:moveTo>
                      <a:pt x="0" y="10"/>
                    </a:moveTo>
                    <a:cubicBezTo>
                      <a:pt x="10" y="0"/>
                      <a:pt x="29" y="2"/>
                      <a:pt x="41" y="6"/>
                    </a:cubicBezTo>
                    <a:cubicBezTo>
                      <a:pt x="47" y="9"/>
                      <a:pt x="53" y="11"/>
                      <a:pt x="60" y="12"/>
                    </a:cubicBezTo>
                    <a:cubicBezTo>
                      <a:pt x="66" y="13"/>
                      <a:pt x="76" y="12"/>
                      <a:pt x="80" y="18"/>
                    </a:cubicBezTo>
                    <a:cubicBezTo>
                      <a:pt x="72" y="8"/>
                      <a:pt x="63" y="17"/>
                      <a:pt x="62" y="26"/>
                    </a:cubicBezTo>
                    <a:cubicBezTo>
                      <a:pt x="62" y="22"/>
                      <a:pt x="60" y="16"/>
                      <a:pt x="56" y="15"/>
                    </a:cubicBezTo>
                    <a:cubicBezTo>
                      <a:pt x="51" y="13"/>
                      <a:pt x="48" y="18"/>
                      <a:pt x="44" y="17"/>
                    </a:cubicBezTo>
                    <a:cubicBezTo>
                      <a:pt x="40" y="17"/>
                      <a:pt x="31" y="11"/>
                      <a:pt x="2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8" name="Freeform 520">
                <a:extLst>
                  <a:ext uri="{FF2B5EF4-FFF2-40B4-BE49-F238E27FC236}">
                    <a16:creationId xmlns:a16="http://schemas.microsoft.com/office/drawing/2014/main" id="{CDCCD6B2-6855-4A0D-B770-DA1D7D125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2509"/>
                <a:ext cx="67" cy="112"/>
              </a:xfrm>
              <a:custGeom>
                <a:avLst/>
                <a:gdLst>
                  <a:gd name="T0" fmla="*/ 412 w 27"/>
                  <a:gd name="T1" fmla="*/ 93 h 42"/>
                  <a:gd name="T2" fmla="*/ 92 w 27"/>
                  <a:gd name="T3" fmla="*/ 285 h 42"/>
                  <a:gd name="T4" fmla="*/ 104 w 27"/>
                  <a:gd name="T5" fmla="*/ 797 h 42"/>
                  <a:gd name="T6" fmla="*/ 228 w 27"/>
                  <a:gd name="T7" fmla="*/ 419 h 42"/>
                  <a:gd name="T8" fmla="*/ 320 w 27"/>
                  <a:gd name="T9" fmla="*/ 192 h 42"/>
                  <a:gd name="T10" fmla="*/ 382 w 27"/>
                  <a:gd name="T11" fmla="*/ 7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2">
                    <a:moveTo>
                      <a:pt x="27" y="5"/>
                    </a:moveTo>
                    <a:cubicBezTo>
                      <a:pt x="20" y="0"/>
                      <a:pt x="10" y="10"/>
                      <a:pt x="6" y="15"/>
                    </a:cubicBezTo>
                    <a:cubicBezTo>
                      <a:pt x="0" y="24"/>
                      <a:pt x="2" y="32"/>
                      <a:pt x="7" y="42"/>
                    </a:cubicBezTo>
                    <a:cubicBezTo>
                      <a:pt x="6" y="36"/>
                      <a:pt x="3" y="17"/>
                      <a:pt x="15" y="22"/>
                    </a:cubicBezTo>
                    <a:cubicBezTo>
                      <a:pt x="9" y="16"/>
                      <a:pt x="15" y="10"/>
                      <a:pt x="21" y="10"/>
                    </a:cubicBezTo>
                    <a:cubicBezTo>
                      <a:pt x="20" y="6"/>
                      <a:pt x="22" y="3"/>
                      <a:pt x="2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9" name="Freeform 521">
                <a:extLst>
                  <a:ext uri="{FF2B5EF4-FFF2-40B4-BE49-F238E27FC236}">
                    <a16:creationId xmlns:a16="http://schemas.microsoft.com/office/drawing/2014/main" id="{016849EF-3E46-4880-9F31-5614DD065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1885"/>
                <a:ext cx="100" cy="40"/>
              </a:xfrm>
              <a:custGeom>
                <a:avLst/>
                <a:gdLst>
                  <a:gd name="T0" fmla="*/ 0 w 40"/>
                  <a:gd name="T1" fmla="*/ 171 h 15"/>
                  <a:gd name="T2" fmla="*/ 175 w 40"/>
                  <a:gd name="T3" fmla="*/ 171 h 15"/>
                  <a:gd name="T4" fmla="*/ 345 w 40"/>
                  <a:gd name="T5" fmla="*/ 21 h 15"/>
                  <a:gd name="T6" fmla="*/ 625 w 40"/>
                  <a:gd name="T7" fmla="*/ 264 h 15"/>
                  <a:gd name="T8" fmla="*/ 408 w 40"/>
                  <a:gd name="T9" fmla="*/ 285 h 15"/>
                  <a:gd name="T10" fmla="*/ 250 w 40"/>
                  <a:gd name="T11" fmla="*/ 264 h 15"/>
                  <a:gd name="T12" fmla="*/ 145 w 40"/>
                  <a:gd name="T13" fmla="*/ 17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5">
                    <a:moveTo>
                      <a:pt x="0" y="9"/>
                    </a:moveTo>
                    <a:cubicBezTo>
                      <a:pt x="4" y="10"/>
                      <a:pt x="8" y="11"/>
                      <a:pt x="11" y="9"/>
                    </a:cubicBezTo>
                    <a:cubicBezTo>
                      <a:pt x="16" y="8"/>
                      <a:pt x="17" y="2"/>
                      <a:pt x="22" y="1"/>
                    </a:cubicBezTo>
                    <a:cubicBezTo>
                      <a:pt x="31" y="0"/>
                      <a:pt x="36" y="9"/>
                      <a:pt x="40" y="14"/>
                    </a:cubicBezTo>
                    <a:cubicBezTo>
                      <a:pt x="36" y="10"/>
                      <a:pt x="22" y="4"/>
                      <a:pt x="26" y="15"/>
                    </a:cubicBezTo>
                    <a:cubicBezTo>
                      <a:pt x="24" y="8"/>
                      <a:pt x="17" y="7"/>
                      <a:pt x="16" y="14"/>
                    </a:cubicBezTo>
                    <a:cubicBezTo>
                      <a:pt x="15" y="11"/>
                      <a:pt x="13" y="8"/>
                      <a:pt x="9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0" name="Freeform 522">
                <a:extLst>
                  <a:ext uri="{FF2B5EF4-FFF2-40B4-BE49-F238E27FC236}">
                    <a16:creationId xmlns:a16="http://schemas.microsoft.com/office/drawing/2014/main" id="{0523A4BF-B79A-489D-9515-3ED5226F6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189"/>
                <a:ext cx="123" cy="72"/>
              </a:xfrm>
              <a:custGeom>
                <a:avLst/>
                <a:gdLst>
                  <a:gd name="T0" fmla="*/ 0 w 49"/>
                  <a:gd name="T1" fmla="*/ 419 h 27"/>
                  <a:gd name="T2" fmla="*/ 597 w 49"/>
                  <a:gd name="T3" fmla="*/ 21 h 27"/>
                  <a:gd name="T4" fmla="*/ 725 w 49"/>
                  <a:gd name="T5" fmla="*/ 192 h 27"/>
                  <a:gd name="T6" fmla="*/ 366 w 49"/>
                  <a:gd name="T7" fmla="*/ 512 h 27"/>
                  <a:gd name="T8" fmla="*/ 505 w 49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7">
                    <a:moveTo>
                      <a:pt x="0" y="22"/>
                    </a:moveTo>
                    <a:cubicBezTo>
                      <a:pt x="16" y="23"/>
                      <a:pt x="22" y="2"/>
                      <a:pt x="38" y="1"/>
                    </a:cubicBezTo>
                    <a:cubicBezTo>
                      <a:pt x="46" y="0"/>
                      <a:pt x="49" y="2"/>
                      <a:pt x="46" y="10"/>
                    </a:cubicBezTo>
                    <a:cubicBezTo>
                      <a:pt x="43" y="20"/>
                      <a:pt x="31" y="22"/>
                      <a:pt x="23" y="27"/>
                    </a:cubicBezTo>
                    <a:cubicBezTo>
                      <a:pt x="28" y="24"/>
                      <a:pt x="43" y="17"/>
                      <a:pt x="32" y="1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1" name="Freeform 523">
                <a:extLst>
                  <a:ext uri="{FF2B5EF4-FFF2-40B4-BE49-F238E27FC236}">
                    <a16:creationId xmlns:a16="http://schemas.microsoft.com/office/drawing/2014/main" id="{F7EE2E49-1096-4858-9F3E-D879B6CF6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213"/>
                <a:ext cx="87" cy="51"/>
              </a:xfrm>
              <a:custGeom>
                <a:avLst/>
                <a:gdLst>
                  <a:gd name="T0" fmla="*/ 537 w 35"/>
                  <a:gd name="T1" fmla="*/ 115 h 19"/>
                  <a:gd name="T2" fmla="*/ 186 w 35"/>
                  <a:gd name="T3" fmla="*/ 35 h 19"/>
                  <a:gd name="T4" fmla="*/ 291 w 35"/>
                  <a:gd name="T5" fmla="*/ 368 h 19"/>
                  <a:gd name="T6" fmla="*/ 445 w 35"/>
                  <a:gd name="T7" fmla="*/ 13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9">
                    <a:moveTo>
                      <a:pt x="35" y="6"/>
                    </a:moveTo>
                    <a:cubicBezTo>
                      <a:pt x="30" y="4"/>
                      <a:pt x="18" y="0"/>
                      <a:pt x="12" y="2"/>
                    </a:cubicBezTo>
                    <a:cubicBezTo>
                      <a:pt x="0" y="7"/>
                      <a:pt x="10" y="17"/>
                      <a:pt x="19" y="19"/>
                    </a:cubicBezTo>
                    <a:cubicBezTo>
                      <a:pt x="9" y="11"/>
                      <a:pt x="21" y="6"/>
                      <a:pt x="29" y="7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2" name="Freeform 524">
                <a:extLst>
                  <a:ext uri="{FF2B5EF4-FFF2-40B4-BE49-F238E27FC236}">
                    <a16:creationId xmlns:a16="http://schemas.microsoft.com/office/drawing/2014/main" id="{66BFF1AB-8D83-4EA1-A7BC-DA34300B5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07"/>
                <a:ext cx="93" cy="82"/>
              </a:xfrm>
              <a:custGeom>
                <a:avLst/>
                <a:gdLst>
                  <a:gd name="T0" fmla="*/ 0 w 37"/>
                  <a:gd name="T1" fmla="*/ 238 h 31"/>
                  <a:gd name="T2" fmla="*/ 493 w 37"/>
                  <a:gd name="T3" fmla="*/ 442 h 31"/>
                  <a:gd name="T4" fmla="*/ 284 w 37"/>
                  <a:gd name="T5" fmla="*/ 0 h 31"/>
                  <a:gd name="T6" fmla="*/ 284 w 37"/>
                  <a:gd name="T7" fmla="*/ 280 h 31"/>
                  <a:gd name="T8" fmla="*/ 63 w 37"/>
                  <a:gd name="T9" fmla="*/ 23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0" y="13"/>
                    </a:moveTo>
                    <a:cubicBezTo>
                      <a:pt x="4" y="21"/>
                      <a:pt x="22" y="31"/>
                      <a:pt x="31" y="24"/>
                    </a:cubicBezTo>
                    <a:cubicBezTo>
                      <a:pt x="37" y="19"/>
                      <a:pt x="24" y="3"/>
                      <a:pt x="18" y="0"/>
                    </a:cubicBezTo>
                    <a:cubicBezTo>
                      <a:pt x="21" y="6"/>
                      <a:pt x="24" y="11"/>
                      <a:pt x="18" y="15"/>
                    </a:cubicBezTo>
                    <a:cubicBezTo>
                      <a:pt x="14" y="18"/>
                      <a:pt x="7" y="17"/>
                      <a:pt x="4" y="13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3" name="Freeform 525">
                <a:extLst>
                  <a:ext uri="{FF2B5EF4-FFF2-40B4-BE49-F238E27FC236}">
                    <a16:creationId xmlns:a16="http://schemas.microsoft.com/office/drawing/2014/main" id="{DB419608-44CA-4088-837F-F39057064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701"/>
                <a:ext cx="70" cy="142"/>
              </a:xfrm>
              <a:custGeom>
                <a:avLst/>
                <a:gdLst>
                  <a:gd name="T0" fmla="*/ 408 w 28"/>
                  <a:gd name="T1" fmla="*/ 35 h 53"/>
                  <a:gd name="T2" fmla="*/ 0 w 28"/>
                  <a:gd name="T3" fmla="*/ 654 h 53"/>
                  <a:gd name="T4" fmla="*/ 238 w 28"/>
                  <a:gd name="T5" fmla="*/ 1018 h 53"/>
                  <a:gd name="T6" fmla="*/ 438 w 28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3">
                    <a:moveTo>
                      <a:pt x="26" y="2"/>
                    </a:moveTo>
                    <a:cubicBezTo>
                      <a:pt x="16" y="13"/>
                      <a:pt x="12" y="25"/>
                      <a:pt x="0" y="34"/>
                    </a:cubicBezTo>
                    <a:cubicBezTo>
                      <a:pt x="9" y="40"/>
                      <a:pt x="10" y="45"/>
                      <a:pt x="15" y="53"/>
                    </a:cubicBezTo>
                    <a:cubicBezTo>
                      <a:pt x="25" y="37"/>
                      <a:pt x="26" y="19"/>
                      <a:pt x="28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4" name="Freeform 526">
                <a:extLst>
                  <a:ext uri="{FF2B5EF4-FFF2-40B4-BE49-F238E27FC236}">
                    <a16:creationId xmlns:a16="http://schemas.microsoft.com/office/drawing/2014/main" id="{8C81E642-CF95-44C4-83A4-4B07F82CF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835"/>
                <a:ext cx="97" cy="389"/>
              </a:xfrm>
              <a:custGeom>
                <a:avLst/>
                <a:gdLst>
                  <a:gd name="T0" fmla="*/ 371 w 39"/>
                  <a:gd name="T1" fmla="*/ 0 h 146"/>
                  <a:gd name="T2" fmla="*/ 308 w 39"/>
                  <a:gd name="T3" fmla="*/ 661 h 146"/>
                  <a:gd name="T4" fmla="*/ 259 w 39"/>
                  <a:gd name="T5" fmla="*/ 965 h 146"/>
                  <a:gd name="T6" fmla="*/ 187 w 39"/>
                  <a:gd name="T7" fmla="*/ 1306 h 146"/>
                  <a:gd name="T8" fmla="*/ 308 w 39"/>
                  <a:gd name="T9" fmla="*/ 2022 h 146"/>
                  <a:gd name="T10" fmla="*/ 279 w 39"/>
                  <a:gd name="T11" fmla="*/ 2385 h 146"/>
                  <a:gd name="T12" fmla="*/ 0 w 39"/>
                  <a:gd name="T13" fmla="*/ 2478 h 146"/>
                  <a:gd name="T14" fmla="*/ 246 w 39"/>
                  <a:gd name="T15" fmla="*/ 2555 h 146"/>
                  <a:gd name="T16" fmla="*/ 353 w 39"/>
                  <a:gd name="T17" fmla="*/ 2760 h 146"/>
                  <a:gd name="T18" fmla="*/ 445 w 39"/>
                  <a:gd name="T19" fmla="*/ 1910 h 146"/>
                  <a:gd name="T20" fmla="*/ 415 w 39"/>
                  <a:gd name="T21" fmla="*/ 1135 h 146"/>
                  <a:gd name="T22" fmla="*/ 587 w 39"/>
                  <a:gd name="T23" fmla="*/ 376 h 146"/>
                  <a:gd name="T24" fmla="*/ 495 w 39"/>
                  <a:gd name="T25" fmla="*/ 285 h 146"/>
                  <a:gd name="T26" fmla="*/ 353 w 39"/>
                  <a:gd name="T27" fmla="*/ 602 h 1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9" h="146">
                    <a:moveTo>
                      <a:pt x="24" y="0"/>
                    </a:moveTo>
                    <a:cubicBezTo>
                      <a:pt x="21" y="10"/>
                      <a:pt x="23" y="25"/>
                      <a:pt x="20" y="35"/>
                    </a:cubicBezTo>
                    <a:cubicBezTo>
                      <a:pt x="19" y="41"/>
                      <a:pt x="18" y="45"/>
                      <a:pt x="17" y="51"/>
                    </a:cubicBezTo>
                    <a:cubicBezTo>
                      <a:pt x="16" y="58"/>
                      <a:pt x="13" y="64"/>
                      <a:pt x="12" y="69"/>
                    </a:cubicBezTo>
                    <a:cubicBezTo>
                      <a:pt x="11" y="81"/>
                      <a:pt x="20" y="94"/>
                      <a:pt x="20" y="107"/>
                    </a:cubicBezTo>
                    <a:cubicBezTo>
                      <a:pt x="20" y="111"/>
                      <a:pt x="21" y="122"/>
                      <a:pt x="18" y="126"/>
                    </a:cubicBezTo>
                    <a:cubicBezTo>
                      <a:pt x="14" y="130"/>
                      <a:pt x="5" y="129"/>
                      <a:pt x="0" y="131"/>
                    </a:cubicBezTo>
                    <a:cubicBezTo>
                      <a:pt x="6" y="132"/>
                      <a:pt x="12" y="132"/>
                      <a:pt x="16" y="135"/>
                    </a:cubicBezTo>
                    <a:cubicBezTo>
                      <a:pt x="20" y="139"/>
                      <a:pt x="18" y="144"/>
                      <a:pt x="23" y="146"/>
                    </a:cubicBezTo>
                    <a:cubicBezTo>
                      <a:pt x="30" y="139"/>
                      <a:pt x="27" y="112"/>
                      <a:pt x="29" y="101"/>
                    </a:cubicBezTo>
                    <a:cubicBezTo>
                      <a:pt x="33" y="87"/>
                      <a:pt x="29" y="75"/>
                      <a:pt x="27" y="60"/>
                    </a:cubicBezTo>
                    <a:cubicBezTo>
                      <a:pt x="26" y="46"/>
                      <a:pt x="37" y="35"/>
                      <a:pt x="38" y="20"/>
                    </a:cubicBezTo>
                    <a:cubicBezTo>
                      <a:pt x="39" y="12"/>
                      <a:pt x="36" y="5"/>
                      <a:pt x="32" y="15"/>
                    </a:cubicBezTo>
                    <a:cubicBezTo>
                      <a:pt x="30" y="20"/>
                      <a:pt x="34" y="36"/>
                      <a:pt x="23" y="32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5" name="Freeform 527">
                <a:extLst>
                  <a:ext uri="{FF2B5EF4-FFF2-40B4-BE49-F238E27FC236}">
                    <a16:creationId xmlns:a16="http://schemas.microsoft.com/office/drawing/2014/main" id="{58CA5264-CEFF-4323-A8F0-3D259E4B5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243"/>
                <a:ext cx="50" cy="146"/>
              </a:xfrm>
              <a:custGeom>
                <a:avLst/>
                <a:gdLst>
                  <a:gd name="T0" fmla="*/ 0 w 20"/>
                  <a:gd name="T1" fmla="*/ 711 h 55"/>
                  <a:gd name="T2" fmla="*/ 188 w 20"/>
                  <a:gd name="T3" fmla="*/ 1009 h 55"/>
                  <a:gd name="T4" fmla="*/ 300 w 20"/>
                  <a:gd name="T5" fmla="*/ 563 h 55"/>
                  <a:gd name="T6" fmla="*/ 63 w 20"/>
                  <a:gd name="T7" fmla="*/ 0 h 55"/>
                  <a:gd name="T8" fmla="*/ 20 w 20"/>
                  <a:gd name="T9" fmla="*/ 656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5">
                    <a:moveTo>
                      <a:pt x="0" y="38"/>
                    </a:moveTo>
                    <a:cubicBezTo>
                      <a:pt x="7" y="41"/>
                      <a:pt x="6" y="54"/>
                      <a:pt x="12" y="54"/>
                    </a:cubicBezTo>
                    <a:cubicBezTo>
                      <a:pt x="19" y="55"/>
                      <a:pt x="18" y="34"/>
                      <a:pt x="19" y="30"/>
                    </a:cubicBezTo>
                    <a:cubicBezTo>
                      <a:pt x="20" y="16"/>
                      <a:pt x="20" y="5"/>
                      <a:pt x="4" y="0"/>
                    </a:cubicBezTo>
                    <a:cubicBezTo>
                      <a:pt x="12" y="7"/>
                      <a:pt x="13" y="33"/>
                      <a:pt x="1" y="35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6" name="Freeform 528">
                <a:extLst>
                  <a:ext uri="{FF2B5EF4-FFF2-40B4-BE49-F238E27FC236}">
                    <a16:creationId xmlns:a16="http://schemas.microsoft.com/office/drawing/2014/main" id="{C2ABB194-F986-4FB5-BFA8-7C712FF15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557"/>
                <a:ext cx="40" cy="80"/>
              </a:xfrm>
              <a:custGeom>
                <a:avLst/>
                <a:gdLst>
                  <a:gd name="T0" fmla="*/ 0 w 16"/>
                  <a:gd name="T1" fmla="*/ 192 h 30"/>
                  <a:gd name="T2" fmla="*/ 113 w 16"/>
                  <a:gd name="T3" fmla="*/ 0 h 30"/>
                  <a:gd name="T4" fmla="*/ 220 w 16"/>
                  <a:gd name="T5" fmla="*/ 568 h 30"/>
                  <a:gd name="T6" fmla="*/ 20 w 16"/>
                  <a:gd name="T7" fmla="*/ 17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0">
                    <a:moveTo>
                      <a:pt x="0" y="10"/>
                    </a:moveTo>
                    <a:cubicBezTo>
                      <a:pt x="4" y="8"/>
                      <a:pt x="7" y="3"/>
                      <a:pt x="7" y="0"/>
                    </a:cubicBezTo>
                    <a:cubicBezTo>
                      <a:pt x="8" y="9"/>
                      <a:pt x="16" y="22"/>
                      <a:pt x="14" y="30"/>
                    </a:cubicBezTo>
                    <a:cubicBezTo>
                      <a:pt x="3" y="30"/>
                      <a:pt x="6" y="16"/>
                      <a:pt x="1" y="9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7" name="Freeform 529">
                <a:extLst>
                  <a:ext uri="{FF2B5EF4-FFF2-40B4-BE49-F238E27FC236}">
                    <a16:creationId xmlns:a16="http://schemas.microsoft.com/office/drawing/2014/main" id="{338F9082-B19F-4389-A89F-B6432D003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632"/>
                <a:ext cx="33" cy="45"/>
              </a:xfrm>
              <a:custGeom>
                <a:avLst/>
                <a:gdLst>
                  <a:gd name="T0" fmla="*/ 0 w 13"/>
                  <a:gd name="T1" fmla="*/ 281 h 17"/>
                  <a:gd name="T2" fmla="*/ 96 w 13"/>
                  <a:gd name="T3" fmla="*/ 0 h 17"/>
                  <a:gd name="T4" fmla="*/ 213 w 13"/>
                  <a:gd name="T5" fmla="*/ 169 h 17"/>
                  <a:gd name="T6" fmla="*/ 96 w 13"/>
                  <a:gd name="T7" fmla="*/ 3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0" y="15"/>
                    </a:moveTo>
                    <a:cubicBezTo>
                      <a:pt x="1" y="10"/>
                      <a:pt x="2" y="4"/>
                      <a:pt x="6" y="0"/>
                    </a:cubicBezTo>
                    <a:cubicBezTo>
                      <a:pt x="10" y="1"/>
                      <a:pt x="12" y="5"/>
                      <a:pt x="13" y="9"/>
                    </a:cubicBezTo>
                    <a:cubicBezTo>
                      <a:pt x="7" y="8"/>
                      <a:pt x="4" y="12"/>
                      <a:pt x="6" y="17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8" name="Freeform 530">
                <a:extLst>
                  <a:ext uri="{FF2B5EF4-FFF2-40B4-BE49-F238E27FC236}">
                    <a16:creationId xmlns:a16="http://schemas.microsoft.com/office/drawing/2014/main" id="{E1A4144E-FAA2-4076-BB43-3F4B4C0A7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539"/>
                <a:ext cx="135" cy="96"/>
              </a:xfrm>
              <a:custGeom>
                <a:avLst/>
                <a:gdLst>
                  <a:gd name="T0" fmla="*/ 0 w 54"/>
                  <a:gd name="T1" fmla="*/ 56 h 36"/>
                  <a:gd name="T2" fmla="*/ 658 w 54"/>
                  <a:gd name="T3" fmla="*/ 363 h 36"/>
                  <a:gd name="T4" fmla="*/ 125 w 54"/>
                  <a:gd name="T5" fmla="*/ 0 h 36"/>
                  <a:gd name="T6" fmla="*/ 458 w 54"/>
                  <a:gd name="T7" fmla="*/ 36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6">
                    <a:moveTo>
                      <a:pt x="0" y="3"/>
                    </a:moveTo>
                    <a:cubicBezTo>
                      <a:pt x="8" y="11"/>
                      <a:pt x="30" y="36"/>
                      <a:pt x="42" y="19"/>
                    </a:cubicBezTo>
                    <a:cubicBezTo>
                      <a:pt x="54" y="2"/>
                      <a:pt x="16" y="2"/>
                      <a:pt x="8" y="0"/>
                    </a:cubicBezTo>
                    <a:cubicBezTo>
                      <a:pt x="24" y="0"/>
                      <a:pt x="23" y="11"/>
                      <a:pt x="29" y="19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9" name="Freeform 531">
                <a:extLst>
                  <a:ext uri="{FF2B5EF4-FFF2-40B4-BE49-F238E27FC236}">
                    <a16:creationId xmlns:a16="http://schemas.microsoft.com/office/drawing/2014/main" id="{34828673-7FCC-47CF-A76A-4351343E7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2419"/>
                <a:ext cx="45" cy="37"/>
              </a:xfrm>
              <a:custGeom>
                <a:avLst/>
                <a:gdLst>
                  <a:gd name="T0" fmla="*/ 283 w 18"/>
                  <a:gd name="T1" fmla="*/ 0 h 14"/>
                  <a:gd name="T2" fmla="*/ 0 w 1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18" y="0"/>
                    </a:moveTo>
                    <a:cubicBezTo>
                      <a:pt x="10" y="3"/>
                      <a:pt x="0" y="5"/>
                      <a:pt x="0" y="14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0" name="Freeform 532">
                <a:extLst>
                  <a:ext uri="{FF2B5EF4-FFF2-40B4-BE49-F238E27FC236}">
                    <a16:creationId xmlns:a16="http://schemas.microsoft.com/office/drawing/2014/main" id="{B83D8F4D-8C44-4F68-90FD-34EBA9ACE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048"/>
                <a:ext cx="78" cy="48"/>
              </a:xfrm>
              <a:custGeom>
                <a:avLst/>
                <a:gdLst>
                  <a:gd name="T0" fmla="*/ 493 w 31"/>
                  <a:gd name="T1" fmla="*/ 205 h 18"/>
                  <a:gd name="T2" fmla="*/ 146 w 31"/>
                  <a:gd name="T3" fmla="*/ 56 h 18"/>
                  <a:gd name="T4" fmla="*/ 0 w 31"/>
                  <a:gd name="T5" fmla="*/ 115 h 18"/>
                  <a:gd name="T6" fmla="*/ 126 w 31"/>
                  <a:gd name="T7" fmla="*/ 341 h 18"/>
                  <a:gd name="T8" fmla="*/ 304 w 31"/>
                  <a:gd name="T9" fmla="*/ 227 h 18"/>
                  <a:gd name="T10" fmla="*/ 367 w 31"/>
                  <a:gd name="T11" fmla="*/ 115 h 18"/>
                  <a:gd name="T12" fmla="*/ 443 w 31"/>
                  <a:gd name="T13" fmla="*/ 17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8">
                    <a:moveTo>
                      <a:pt x="31" y="11"/>
                    </a:moveTo>
                    <a:cubicBezTo>
                      <a:pt x="23" y="0"/>
                      <a:pt x="22" y="0"/>
                      <a:pt x="9" y="3"/>
                    </a:cubicBezTo>
                    <a:cubicBezTo>
                      <a:pt x="5" y="4"/>
                      <a:pt x="1" y="0"/>
                      <a:pt x="0" y="6"/>
                    </a:cubicBezTo>
                    <a:cubicBezTo>
                      <a:pt x="0" y="8"/>
                      <a:pt x="7" y="16"/>
                      <a:pt x="8" y="18"/>
                    </a:cubicBezTo>
                    <a:cubicBezTo>
                      <a:pt x="4" y="9"/>
                      <a:pt x="14" y="7"/>
                      <a:pt x="19" y="12"/>
                    </a:cubicBezTo>
                    <a:cubicBezTo>
                      <a:pt x="20" y="11"/>
                      <a:pt x="23" y="9"/>
                      <a:pt x="23" y="6"/>
                    </a:cubicBezTo>
                    <a:cubicBezTo>
                      <a:pt x="25" y="7"/>
                      <a:pt x="27" y="8"/>
                      <a:pt x="28" y="9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1" name="Freeform 533">
                <a:extLst>
                  <a:ext uri="{FF2B5EF4-FFF2-40B4-BE49-F238E27FC236}">
                    <a16:creationId xmlns:a16="http://schemas.microsoft.com/office/drawing/2014/main" id="{B2E4213F-2D53-4F53-BF27-0A3A99E70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011"/>
                <a:ext cx="63" cy="50"/>
              </a:xfrm>
              <a:custGeom>
                <a:avLst/>
                <a:gdLst>
                  <a:gd name="T0" fmla="*/ 0 w 25"/>
                  <a:gd name="T1" fmla="*/ 221 h 19"/>
                  <a:gd name="T2" fmla="*/ 401 w 25"/>
                  <a:gd name="T3" fmla="*/ 347 h 19"/>
                  <a:gd name="T4" fmla="*/ 350 w 25"/>
                  <a:gd name="T5" fmla="*/ 0 h 19"/>
                  <a:gd name="T6" fmla="*/ 192 w 25"/>
                  <a:gd name="T7" fmla="*/ 20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9">
                    <a:moveTo>
                      <a:pt x="0" y="12"/>
                    </a:moveTo>
                    <a:cubicBezTo>
                      <a:pt x="11" y="10"/>
                      <a:pt x="16" y="12"/>
                      <a:pt x="25" y="19"/>
                    </a:cubicBezTo>
                    <a:cubicBezTo>
                      <a:pt x="23" y="13"/>
                      <a:pt x="22" y="6"/>
                      <a:pt x="22" y="0"/>
                    </a:cubicBezTo>
                    <a:cubicBezTo>
                      <a:pt x="21" y="6"/>
                      <a:pt x="19" y="13"/>
                      <a:pt x="12" y="11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2" name="Freeform 534">
                <a:extLst>
                  <a:ext uri="{FF2B5EF4-FFF2-40B4-BE49-F238E27FC236}">
                    <a16:creationId xmlns:a16="http://schemas.microsoft.com/office/drawing/2014/main" id="{8B68A5E7-7EEB-4AC6-B284-B37F03508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989"/>
                <a:ext cx="23" cy="64"/>
              </a:xfrm>
              <a:custGeom>
                <a:avLst/>
                <a:gdLst>
                  <a:gd name="T0" fmla="*/ 0 w 9"/>
                  <a:gd name="T1" fmla="*/ 456 h 24"/>
                  <a:gd name="T2" fmla="*/ 151 w 9"/>
                  <a:gd name="T3" fmla="*/ 227 h 24"/>
                  <a:gd name="T4" fmla="*/ 0 w 9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4">
                    <a:moveTo>
                      <a:pt x="0" y="24"/>
                    </a:moveTo>
                    <a:cubicBezTo>
                      <a:pt x="1" y="18"/>
                      <a:pt x="2" y="13"/>
                      <a:pt x="9" y="12"/>
                    </a:cubicBezTo>
                    <a:cubicBezTo>
                      <a:pt x="6" y="8"/>
                      <a:pt x="5" y="1"/>
                      <a:pt x="0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3" name="Freeform 535">
                <a:extLst>
                  <a:ext uri="{FF2B5EF4-FFF2-40B4-BE49-F238E27FC236}">
                    <a16:creationId xmlns:a16="http://schemas.microsoft.com/office/drawing/2014/main" id="{1635EDA5-9777-4D6F-8181-C958A9B2C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792"/>
                <a:ext cx="58" cy="64"/>
              </a:xfrm>
              <a:custGeom>
                <a:avLst/>
                <a:gdLst>
                  <a:gd name="T0" fmla="*/ 0 w 23"/>
                  <a:gd name="T1" fmla="*/ 264 h 24"/>
                  <a:gd name="T2" fmla="*/ 192 w 23"/>
                  <a:gd name="T3" fmla="*/ 435 h 24"/>
                  <a:gd name="T4" fmla="*/ 368 w 23"/>
                  <a:gd name="T5" fmla="*/ 0 h 24"/>
                  <a:gd name="T6" fmla="*/ 63 w 23"/>
                  <a:gd name="T7" fmla="*/ 37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0" y="14"/>
                    </a:moveTo>
                    <a:cubicBezTo>
                      <a:pt x="1" y="21"/>
                      <a:pt x="6" y="24"/>
                      <a:pt x="12" y="23"/>
                    </a:cubicBezTo>
                    <a:cubicBezTo>
                      <a:pt x="21" y="20"/>
                      <a:pt x="22" y="7"/>
                      <a:pt x="23" y="0"/>
                    </a:cubicBezTo>
                    <a:cubicBezTo>
                      <a:pt x="19" y="11"/>
                      <a:pt x="17" y="18"/>
                      <a:pt x="4" y="2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4" name="Freeform 536">
                <a:extLst>
                  <a:ext uri="{FF2B5EF4-FFF2-40B4-BE49-F238E27FC236}">
                    <a16:creationId xmlns:a16="http://schemas.microsoft.com/office/drawing/2014/main" id="{E25579F2-9E65-4891-933F-8E8F23DF8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360"/>
                <a:ext cx="105" cy="64"/>
              </a:xfrm>
              <a:custGeom>
                <a:avLst/>
                <a:gdLst>
                  <a:gd name="T0" fmla="*/ 270 w 42"/>
                  <a:gd name="T1" fmla="*/ 56 h 24"/>
                  <a:gd name="T2" fmla="*/ 208 w 42"/>
                  <a:gd name="T3" fmla="*/ 341 h 24"/>
                  <a:gd name="T4" fmla="*/ 395 w 42"/>
                  <a:gd name="T5" fmla="*/ 77 h 24"/>
                  <a:gd name="T6" fmla="*/ 658 w 42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4">
                    <a:moveTo>
                      <a:pt x="17" y="3"/>
                    </a:moveTo>
                    <a:cubicBezTo>
                      <a:pt x="0" y="1"/>
                      <a:pt x="0" y="24"/>
                      <a:pt x="13" y="18"/>
                    </a:cubicBezTo>
                    <a:cubicBezTo>
                      <a:pt x="20" y="15"/>
                      <a:pt x="18" y="8"/>
                      <a:pt x="25" y="4"/>
                    </a:cubicBezTo>
                    <a:cubicBezTo>
                      <a:pt x="30" y="1"/>
                      <a:pt x="38" y="0"/>
                      <a:pt x="42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5" name="Freeform 537">
                <a:extLst>
                  <a:ext uri="{FF2B5EF4-FFF2-40B4-BE49-F238E27FC236}">
                    <a16:creationId xmlns:a16="http://schemas.microsoft.com/office/drawing/2014/main" id="{94D1615D-EB82-44DF-8145-973A8F9F4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667"/>
                <a:ext cx="102" cy="104"/>
              </a:xfrm>
              <a:custGeom>
                <a:avLst/>
                <a:gdLst>
                  <a:gd name="T0" fmla="*/ 154 w 41"/>
                  <a:gd name="T1" fmla="*/ 93 h 39"/>
                  <a:gd name="T2" fmla="*/ 632 w 41"/>
                  <a:gd name="T3" fmla="*/ 136 h 39"/>
                  <a:gd name="T4" fmla="*/ 104 w 41"/>
                  <a:gd name="T5" fmla="*/ 739 h 39"/>
                  <a:gd name="T6" fmla="*/ 154 w 41"/>
                  <a:gd name="T7" fmla="*/ 171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9">
                    <a:moveTo>
                      <a:pt x="10" y="5"/>
                    </a:moveTo>
                    <a:cubicBezTo>
                      <a:pt x="17" y="2"/>
                      <a:pt x="36" y="0"/>
                      <a:pt x="41" y="7"/>
                    </a:cubicBezTo>
                    <a:cubicBezTo>
                      <a:pt x="30" y="13"/>
                      <a:pt x="0" y="21"/>
                      <a:pt x="7" y="39"/>
                    </a:cubicBezTo>
                    <a:cubicBezTo>
                      <a:pt x="10" y="30"/>
                      <a:pt x="6" y="19"/>
                      <a:pt x="10" y="9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6" name="Freeform 538">
                <a:extLst>
                  <a:ext uri="{FF2B5EF4-FFF2-40B4-BE49-F238E27FC236}">
                    <a16:creationId xmlns:a16="http://schemas.microsoft.com/office/drawing/2014/main" id="{AAFE0F2B-2B54-4DDC-82B8-137DC4DA0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763"/>
                <a:ext cx="390" cy="298"/>
              </a:xfrm>
              <a:custGeom>
                <a:avLst/>
                <a:gdLst>
                  <a:gd name="T0" fmla="*/ 0 w 156"/>
                  <a:gd name="T1" fmla="*/ 0 h 112"/>
                  <a:gd name="T2" fmla="*/ 750 w 156"/>
                  <a:gd name="T3" fmla="*/ 1825 h 112"/>
                  <a:gd name="T4" fmla="*/ 1175 w 156"/>
                  <a:gd name="T5" fmla="*/ 1940 h 112"/>
                  <a:gd name="T6" fmla="*/ 1583 w 156"/>
                  <a:gd name="T7" fmla="*/ 2075 h 112"/>
                  <a:gd name="T8" fmla="*/ 1988 w 156"/>
                  <a:gd name="T9" fmla="*/ 2017 h 112"/>
                  <a:gd name="T10" fmla="*/ 2438 w 156"/>
                  <a:gd name="T11" fmla="*/ 1918 h 112"/>
                  <a:gd name="T12" fmla="*/ 1395 w 156"/>
                  <a:gd name="T13" fmla="*/ 1636 h 112"/>
                  <a:gd name="T14" fmla="*/ 1363 w 156"/>
                  <a:gd name="T15" fmla="*/ 1338 h 112"/>
                  <a:gd name="T16" fmla="*/ 1238 w 156"/>
                  <a:gd name="T17" fmla="*/ 1224 h 112"/>
                  <a:gd name="T18" fmla="*/ 813 w 156"/>
                  <a:gd name="T19" fmla="*/ 998 h 112"/>
                  <a:gd name="T20" fmla="*/ 770 w 156"/>
                  <a:gd name="T21" fmla="*/ 1599 h 112"/>
                  <a:gd name="T22" fmla="*/ 533 w 156"/>
                  <a:gd name="T23" fmla="*/ 921 h 112"/>
                  <a:gd name="T24" fmla="*/ 145 w 156"/>
                  <a:gd name="T25" fmla="*/ 247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6" h="112">
                    <a:moveTo>
                      <a:pt x="0" y="0"/>
                    </a:moveTo>
                    <a:cubicBezTo>
                      <a:pt x="16" y="27"/>
                      <a:pt x="14" y="84"/>
                      <a:pt x="48" y="97"/>
                    </a:cubicBezTo>
                    <a:cubicBezTo>
                      <a:pt x="57" y="101"/>
                      <a:pt x="66" y="100"/>
                      <a:pt x="75" y="103"/>
                    </a:cubicBezTo>
                    <a:cubicBezTo>
                      <a:pt x="84" y="106"/>
                      <a:pt x="92" y="110"/>
                      <a:pt x="101" y="110"/>
                    </a:cubicBezTo>
                    <a:cubicBezTo>
                      <a:pt x="110" y="111"/>
                      <a:pt x="118" y="107"/>
                      <a:pt x="127" y="107"/>
                    </a:cubicBezTo>
                    <a:cubicBezTo>
                      <a:pt x="135" y="106"/>
                      <a:pt x="149" y="108"/>
                      <a:pt x="156" y="102"/>
                    </a:cubicBezTo>
                    <a:cubicBezTo>
                      <a:pt x="135" y="101"/>
                      <a:pt x="101" y="112"/>
                      <a:pt x="89" y="87"/>
                    </a:cubicBezTo>
                    <a:cubicBezTo>
                      <a:pt x="87" y="82"/>
                      <a:pt x="89" y="76"/>
                      <a:pt x="87" y="71"/>
                    </a:cubicBezTo>
                    <a:cubicBezTo>
                      <a:pt x="85" y="64"/>
                      <a:pt x="85" y="67"/>
                      <a:pt x="79" y="65"/>
                    </a:cubicBezTo>
                    <a:cubicBezTo>
                      <a:pt x="65" y="62"/>
                      <a:pt x="60" y="67"/>
                      <a:pt x="52" y="53"/>
                    </a:cubicBezTo>
                    <a:cubicBezTo>
                      <a:pt x="54" y="63"/>
                      <a:pt x="56" y="76"/>
                      <a:pt x="49" y="85"/>
                    </a:cubicBezTo>
                    <a:cubicBezTo>
                      <a:pt x="38" y="81"/>
                      <a:pt x="40" y="59"/>
                      <a:pt x="34" y="49"/>
                    </a:cubicBezTo>
                    <a:cubicBezTo>
                      <a:pt x="27" y="38"/>
                      <a:pt x="9" y="28"/>
                      <a:pt x="9" y="1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7" name="Freeform 539">
                <a:extLst>
                  <a:ext uri="{FF2B5EF4-FFF2-40B4-BE49-F238E27FC236}">
                    <a16:creationId xmlns:a16="http://schemas.microsoft.com/office/drawing/2014/main" id="{C27F21D4-1043-4340-80E6-8D73EE33B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856"/>
                <a:ext cx="350" cy="171"/>
              </a:xfrm>
              <a:custGeom>
                <a:avLst/>
                <a:gdLst>
                  <a:gd name="T0" fmla="*/ 0 w 140"/>
                  <a:gd name="T1" fmla="*/ 1128 h 64"/>
                  <a:gd name="T2" fmla="*/ 345 w 140"/>
                  <a:gd name="T3" fmla="*/ 1071 h 64"/>
                  <a:gd name="T4" fmla="*/ 583 w 140"/>
                  <a:gd name="T5" fmla="*/ 786 h 64"/>
                  <a:gd name="T6" fmla="*/ 813 w 140"/>
                  <a:gd name="T7" fmla="*/ 935 h 64"/>
                  <a:gd name="T8" fmla="*/ 958 w 140"/>
                  <a:gd name="T9" fmla="*/ 1186 h 64"/>
                  <a:gd name="T10" fmla="*/ 1625 w 140"/>
                  <a:gd name="T11" fmla="*/ 786 h 64"/>
                  <a:gd name="T12" fmla="*/ 2188 w 140"/>
                  <a:gd name="T13" fmla="*/ 0 h 64"/>
                  <a:gd name="T14" fmla="*/ 1438 w 140"/>
                  <a:gd name="T15" fmla="*/ 572 h 64"/>
                  <a:gd name="T16" fmla="*/ 845 w 140"/>
                  <a:gd name="T17" fmla="*/ 94 h 64"/>
                  <a:gd name="T18" fmla="*/ 238 w 140"/>
                  <a:gd name="T19" fmla="*/ 436 h 64"/>
                  <a:gd name="T20" fmla="*/ 520 w 140"/>
                  <a:gd name="T21" fmla="*/ 550 h 64"/>
                  <a:gd name="T22" fmla="*/ 313 w 140"/>
                  <a:gd name="T23" fmla="*/ 1013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0" h="64">
                    <a:moveTo>
                      <a:pt x="0" y="59"/>
                    </a:moveTo>
                    <a:cubicBezTo>
                      <a:pt x="9" y="59"/>
                      <a:pt x="13" y="61"/>
                      <a:pt x="22" y="56"/>
                    </a:cubicBezTo>
                    <a:cubicBezTo>
                      <a:pt x="31" y="52"/>
                      <a:pt x="30" y="46"/>
                      <a:pt x="37" y="41"/>
                    </a:cubicBezTo>
                    <a:cubicBezTo>
                      <a:pt x="44" y="35"/>
                      <a:pt x="51" y="41"/>
                      <a:pt x="52" y="49"/>
                    </a:cubicBezTo>
                    <a:cubicBezTo>
                      <a:pt x="53" y="59"/>
                      <a:pt x="46" y="64"/>
                      <a:pt x="61" y="62"/>
                    </a:cubicBezTo>
                    <a:cubicBezTo>
                      <a:pt x="76" y="59"/>
                      <a:pt x="92" y="49"/>
                      <a:pt x="104" y="41"/>
                    </a:cubicBezTo>
                    <a:cubicBezTo>
                      <a:pt x="119" y="31"/>
                      <a:pt x="140" y="22"/>
                      <a:pt x="140" y="0"/>
                    </a:cubicBezTo>
                    <a:cubicBezTo>
                      <a:pt x="127" y="10"/>
                      <a:pt x="109" y="26"/>
                      <a:pt x="92" y="30"/>
                    </a:cubicBezTo>
                    <a:cubicBezTo>
                      <a:pt x="72" y="35"/>
                      <a:pt x="62" y="20"/>
                      <a:pt x="54" y="5"/>
                    </a:cubicBezTo>
                    <a:cubicBezTo>
                      <a:pt x="44" y="6"/>
                      <a:pt x="20" y="14"/>
                      <a:pt x="15" y="23"/>
                    </a:cubicBezTo>
                    <a:cubicBezTo>
                      <a:pt x="23" y="25"/>
                      <a:pt x="34" y="15"/>
                      <a:pt x="33" y="29"/>
                    </a:cubicBezTo>
                    <a:cubicBezTo>
                      <a:pt x="33" y="35"/>
                      <a:pt x="26" y="51"/>
                      <a:pt x="20" y="5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8" name="Freeform 540">
                <a:extLst>
                  <a:ext uri="{FF2B5EF4-FFF2-40B4-BE49-F238E27FC236}">
                    <a16:creationId xmlns:a16="http://schemas.microsoft.com/office/drawing/2014/main" id="{8698F490-488D-40BD-BC8B-6AC75F37E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507"/>
                <a:ext cx="248" cy="309"/>
              </a:xfrm>
              <a:custGeom>
                <a:avLst/>
                <a:gdLst>
                  <a:gd name="T0" fmla="*/ 679 w 99"/>
                  <a:gd name="T1" fmla="*/ 1830 h 116"/>
                  <a:gd name="T2" fmla="*/ 1380 w 99"/>
                  <a:gd name="T3" fmla="*/ 964 h 116"/>
                  <a:gd name="T4" fmla="*/ 1160 w 99"/>
                  <a:gd name="T5" fmla="*/ 0 h 116"/>
                  <a:gd name="T6" fmla="*/ 1180 w 99"/>
                  <a:gd name="T7" fmla="*/ 943 h 116"/>
                  <a:gd name="T8" fmla="*/ 584 w 99"/>
                  <a:gd name="T9" fmla="*/ 1305 h 116"/>
                  <a:gd name="T10" fmla="*/ 20 w 99"/>
                  <a:gd name="T11" fmla="*/ 1433 h 116"/>
                  <a:gd name="T12" fmla="*/ 238 w 99"/>
                  <a:gd name="T13" fmla="*/ 2192 h 116"/>
                  <a:gd name="T14" fmla="*/ 346 w 99"/>
                  <a:gd name="T15" fmla="*/ 1660 h 116"/>
                  <a:gd name="T16" fmla="*/ 629 w 99"/>
                  <a:gd name="T17" fmla="*/ 1817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9" h="116">
                    <a:moveTo>
                      <a:pt x="43" y="97"/>
                    </a:moveTo>
                    <a:cubicBezTo>
                      <a:pt x="50" y="78"/>
                      <a:pt x="77" y="69"/>
                      <a:pt x="88" y="51"/>
                    </a:cubicBezTo>
                    <a:cubicBezTo>
                      <a:pt x="99" y="33"/>
                      <a:pt x="91" y="12"/>
                      <a:pt x="74" y="0"/>
                    </a:cubicBezTo>
                    <a:cubicBezTo>
                      <a:pt x="82" y="11"/>
                      <a:pt x="85" y="40"/>
                      <a:pt x="75" y="50"/>
                    </a:cubicBezTo>
                    <a:cubicBezTo>
                      <a:pt x="64" y="62"/>
                      <a:pt x="52" y="71"/>
                      <a:pt x="37" y="69"/>
                    </a:cubicBezTo>
                    <a:cubicBezTo>
                      <a:pt x="28" y="69"/>
                      <a:pt x="0" y="62"/>
                      <a:pt x="1" y="76"/>
                    </a:cubicBezTo>
                    <a:cubicBezTo>
                      <a:pt x="2" y="89"/>
                      <a:pt x="28" y="98"/>
                      <a:pt x="15" y="116"/>
                    </a:cubicBezTo>
                    <a:cubicBezTo>
                      <a:pt x="18" y="110"/>
                      <a:pt x="15" y="92"/>
                      <a:pt x="22" y="88"/>
                    </a:cubicBezTo>
                    <a:cubicBezTo>
                      <a:pt x="29" y="85"/>
                      <a:pt x="34" y="96"/>
                      <a:pt x="40" y="9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9" name="Freeform 541">
                <a:extLst>
                  <a:ext uri="{FF2B5EF4-FFF2-40B4-BE49-F238E27FC236}">
                    <a16:creationId xmlns:a16="http://schemas.microsoft.com/office/drawing/2014/main" id="{713E386B-063D-46DB-87AF-080BBBCC2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093"/>
                <a:ext cx="97" cy="432"/>
              </a:xfrm>
              <a:custGeom>
                <a:avLst/>
                <a:gdLst>
                  <a:gd name="T0" fmla="*/ 199 w 39"/>
                  <a:gd name="T1" fmla="*/ 2653 h 162"/>
                  <a:gd name="T2" fmla="*/ 557 w 39"/>
                  <a:gd name="T3" fmla="*/ 3072 h 162"/>
                  <a:gd name="T4" fmla="*/ 525 w 39"/>
                  <a:gd name="T5" fmla="*/ 2296 h 162"/>
                  <a:gd name="T6" fmla="*/ 587 w 39"/>
                  <a:gd name="T7" fmla="*/ 1536 h 162"/>
                  <a:gd name="T8" fmla="*/ 570 w 39"/>
                  <a:gd name="T9" fmla="*/ 717 h 162"/>
                  <a:gd name="T10" fmla="*/ 403 w 39"/>
                  <a:gd name="T11" fmla="*/ 0 h 162"/>
                  <a:gd name="T12" fmla="*/ 478 w 39"/>
                  <a:gd name="T13" fmla="*/ 1229 h 162"/>
                  <a:gd name="T14" fmla="*/ 0 w 39"/>
                  <a:gd name="T15" fmla="*/ 1741 h 162"/>
                  <a:gd name="T16" fmla="*/ 383 w 39"/>
                  <a:gd name="T17" fmla="*/ 2069 h 162"/>
                  <a:gd name="T18" fmla="*/ 124 w 39"/>
                  <a:gd name="T19" fmla="*/ 2445 h 1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162">
                    <a:moveTo>
                      <a:pt x="13" y="140"/>
                    </a:moveTo>
                    <a:cubicBezTo>
                      <a:pt x="21" y="144"/>
                      <a:pt x="30" y="161"/>
                      <a:pt x="36" y="162"/>
                    </a:cubicBezTo>
                    <a:cubicBezTo>
                      <a:pt x="38" y="149"/>
                      <a:pt x="35" y="135"/>
                      <a:pt x="34" y="121"/>
                    </a:cubicBezTo>
                    <a:cubicBezTo>
                      <a:pt x="33" y="108"/>
                      <a:pt x="37" y="95"/>
                      <a:pt x="38" y="81"/>
                    </a:cubicBezTo>
                    <a:cubicBezTo>
                      <a:pt x="39" y="67"/>
                      <a:pt x="39" y="52"/>
                      <a:pt x="37" y="38"/>
                    </a:cubicBezTo>
                    <a:cubicBezTo>
                      <a:pt x="36" y="29"/>
                      <a:pt x="33" y="6"/>
                      <a:pt x="26" y="0"/>
                    </a:cubicBezTo>
                    <a:cubicBezTo>
                      <a:pt x="20" y="20"/>
                      <a:pt x="37" y="42"/>
                      <a:pt x="31" y="65"/>
                    </a:cubicBezTo>
                    <a:cubicBezTo>
                      <a:pt x="26" y="84"/>
                      <a:pt x="20" y="93"/>
                      <a:pt x="0" y="92"/>
                    </a:cubicBezTo>
                    <a:cubicBezTo>
                      <a:pt x="13" y="97"/>
                      <a:pt x="23" y="93"/>
                      <a:pt x="25" y="109"/>
                    </a:cubicBezTo>
                    <a:cubicBezTo>
                      <a:pt x="27" y="125"/>
                      <a:pt x="16" y="119"/>
                      <a:pt x="8" y="129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0" name="Freeform 542">
                <a:extLst>
                  <a:ext uri="{FF2B5EF4-FFF2-40B4-BE49-F238E27FC236}">
                    <a16:creationId xmlns:a16="http://schemas.microsoft.com/office/drawing/2014/main" id="{DE261046-AFAB-476D-9667-4D2C90AF6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355"/>
                <a:ext cx="376" cy="352"/>
              </a:xfrm>
              <a:custGeom>
                <a:avLst/>
                <a:gdLst>
                  <a:gd name="T0" fmla="*/ 0 w 150"/>
                  <a:gd name="T1" fmla="*/ 1843 h 132"/>
                  <a:gd name="T2" fmla="*/ 251 w 150"/>
                  <a:gd name="T3" fmla="*/ 2296 h 132"/>
                  <a:gd name="T4" fmla="*/ 629 w 150"/>
                  <a:gd name="T5" fmla="*/ 2504 h 132"/>
                  <a:gd name="T6" fmla="*/ 1484 w 150"/>
                  <a:gd name="T7" fmla="*/ 1899 h 132"/>
                  <a:gd name="T8" fmla="*/ 1905 w 150"/>
                  <a:gd name="T9" fmla="*/ 968 h 132"/>
                  <a:gd name="T10" fmla="*/ 2186 w 150"/>
                  <a:gd name="T11" fmla="*/ 0 h 132"/>
                  <a:gd name="T12" fmla="*/ 1702 w 150"/>
                  <a:gd name="T13" fmla="*/ 760 h 132"/>
                  <a:gd name="T14" fmla="*/ 1421 w 150"/>
                  <a:gd name="T15" fmla="*/ 1139 h 132"/>
                  <a:gd name="T16" fmla="*/ 1401 w 150"/>
                  <a:gd name="T17" fmla="*/ 1443 h 132"/>
                  <a:gd name="T18" fmla="*/ 1243 w 150"/>
                  <a:gd name="T19" fmla="*/ 1613 h 132"/>
                  <a:gd name="T20" fmla="*/ 1231 w 150"/>
                  <a:gd name="T21" fmla="*/ 1933 h 132"/>
                  <a:gd name="T22" fmla="*/ 1038 w 150"/>
                  <a:gd name="T23" fmla="*/ 2141 h 132"/>
                  <a:gd name="T24" fmla="*/ 910 w 150"/>
                  <a:gd name="T25" fmla="*/ 2312 h 132"/>
                  <a:gd name="T26" fmla="*/ 742 w 150"/>
                  <a:gd name="T27" fmla="*/ 2333 h 132"/>
                  <a:gd name="T28" fmla="*/ 376 w 150"/>
                  <a:gd name="T29" fmla="*/ 2275 h 1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132">
                    <a:moveTo>
                      <a:pt x="0" y="97"/>
                    </a:moveTo>
                    <a:cubicBezTo>
                      <a:pt x="9" y="103"/>
                      <a:pt x="8" y="115"/>
                      <a:pt x="16" y="121"/>
                    </a:cubicBezTo>
                    <a:cubicBezTo>
                      <a:pt x="23" y="126"/>
                      <a:pt x="31" y="132"/>
                      <a:pt x="40" y="132"/>
                    </a:cubicBezTo>
                    <a:cubicBezTo>
                      <a:pt x="57" y="132"/>
                      <a:pt x="83" y="114"/>
                      <a:pt x="94" y="100"/>
                    </a:cubicBezTo>
                    <a:cubicBezTo>
                      <a:pt x="105" y="86"/>
                      <a:pt x="110" y="66"/>
                      <a:pt x="121" y="51"/>
                    </a:cubicBezTo>
                    <a:cubicBezTo>
                      <a:pt x="130" y="37"/>
                      <a:pt x="150" y="18"/>
                      <a:pt x="139" y="0"/>
                    </a:cubicBezTo>
                    <a:cubicBezTo>
                      <a:pt x="144" y="17"/>
                      <a:pt x="125" y="41"/>
                      <a:pt x="108" y="40"/>
                    </a:cubicBezTo>
                    <a:cubicBezTo>
                      <a:pt x="112" y="50"/>
                      <a:pt x="99" y="62"/>
                      <a:pt x="90" y="60"/>
                    </a:cubicBezTo>
                    <a:cubicBezTo>
                      <a:pt x="89" y="65"/>
                      <a:pt x="92" y="70"/>
                      <a:pt x="89" y="76"/>
                    </a:cubicBezTo>
                    <a:cubicBezTo>
                      <a:pt x="87" y="83"/>
                      <a:pt x="82" y="81"/>
                      <a:pt x="79" y="85"/>
                    </a:cubicBezTo>
                    <a:cubicBezTo>
                      <a:pt x="75" y="89"/>
                      <a:pt x="80" y="97"/>
                      <a:pt x="78" y="102"/>
                    </a:cubicBezTo>
                    <a:cubicBezTo>
                      <a:pt x="76" y="110"/>
                      <a:pt x="72" y="109"/>
                      <a:pt x="66" y="113"/>
                    </a:cubicBezTo>
                    <a:cubicBezTo>
                      <a:pt x="63" y="115"/>
                      <a:pt x="62" y="120"/>
                      <a:pt x="58" y="122"/>
                    </a:cubicBezTo>
                    <a:cubicBezTo>
                      <a:pt x="55" y="124"/>
                      <a:pt x="51" y="123"/>
                      <a:pt x="47" y="123"/>
                    </a:cubicBezTo>
                    <a:cubicBezTo>
                      <a:pt x="39" y="124"/>
                      <a:pt x="29" y="129"/>
                      <a:pt x="24" y="12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1" name="Freeform 543">
                <a:extLst>
                  <a:ext uri="{FF2B5EF4-FFF2-40B4-BE49-F238E27FC236}">
                    <a16:creationId xmlns:a16="http://schemas.microsoft.com/office/drawing/2014/main" id="{A4C35EC7-DA74-4D82-95DE-5F3CD055F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456"/>
                <a:ext cx="126" cy="187"/>
              </a:xfrm>
              <a:custGeom>
                <a:avLst/>
                <a:gdLst>
                  <a:gd name="T0" fmla="*/ 83 w 50"/>
                  <a:gd name="T1" fmla="*/ 1242 h 70"/>
                  <a:gd name="T2" fmla="*/ 610 w 50"/>
                  <a:gd name="T3" fmla="*/ 1242 h 70"/>
                  <a:gd name="T4" fmla="*/ 685 w 50"/>
                  <a:gd name="T5" fmla="*/ 1012 h 70"/>
                  <a:gd name="T6" fmla="*/ 484 w 50"/>
                  <a:gd name="T7" fmla="*/ 534 h 70"/>
                  <a:gd name="T8" fmla="*/ 610 w 50"/>
                  <a:gd name="T9" fmla="*/ 0 h 70"/>
                  <a:gd name="T10" fmla="*/ 318 w 50"/>
                  <a:gd name="T11" fmla="*/ 478 h 70"/>
                  <a:gd name="T12" fmla="*/ 0 w 50"/>
                  <a:gd name="T13" fmla="*/ 1277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70">
                    <a:moveTo>
                      <a:pt x="5" y="65"/>
                    </a:moveTo>
                    <a:cubicBezTo>
                      <a:pt x="17" y="60"/>
                      <a:pt x="26" y="60"/>
                      <a:pt x="38" y="65"/>
                    </a:cubicBezTo>
                    <a:cubicBezTo>
                      <a:pt x="50" y="70"/>
                      <a:pt x="50" y="62"/>
                      <a:pt x="43" y="53"/>
                    </a:cubicBezTo>
                    <a:cubicBezTo>
                      <a:pt x="37" y="46"/>
                      <a:pt x="30" y="38"/>
                      <a:pt x="30" y="28"/>
                    </a:cubicBezTo>
                    <a:cubicBezTo>
                      <a:pt x="30" y="19"/>
                      <a:pt x="35" y="8"/>
                      <a:pt x="38" y="0"/>
                    </a:cubicBezTo>
                    <a:cubicBezTo>
                      <a:pt x="33" y="9"/>
                      <a:pt x="26" y="16"/>
                      <a:pt x="20" y="25"/>
                    </a:cubicBezTo>
                    <a:cubicBezTo>
                      <a:pt x="11" y="38"/>
                      <a:pt x="9" y="54"/>
                      <a:pt x="0" y="67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2" name="Freeform 544">
                <a:extLst>
                  <a:ext uri="{FF2B5EF4-FFF2-40B4-BE49-F238E27FC236}">
                    <a16:creationId xmlns:a16="http://schemas.microsoft.com/office/drawing/2014/main" id="{626B1159-63BC-46EF-90B2-8C6D3D157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2360"/>
                <a:ext cx="100" cy="67"/>
              </a:xfrm>
              <a:custGeom>
                <a:avLst/>
                <a:gdLst>
                  <a:gd name="T0" fmla="*/ 0 w 40"/>
                  <a:gd name="T1" fmla="*/ 137 h 25"/>
                  <a:gd name="T2" fmla="*/ 300 w 40"/>
                  <a:gd name="T3" fmla="*/ 389 h 25"/>
                  <a:gd name="T4" fmla="*/ 583 w 40"/>
                  <a:gd name="T5" fmla="*/ 0 h 25"/>
                  <a:gd name="T6" fmla="*/ 395 w 40"/>
                  <a:gd name="T7" fmla="*/ 209 h 25"/>
                  <a:gd name="T8" fmla="*/ 63 w 40"/>
                  <a:gd name="T9" fmla="*/ 23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7"/>
                    </a:moveTo>
                    <a:cubicBezTo>
                      <a:pt x="1" y="18"/>
                      <a:pt x="9" y="25"/>
                      <a:pt x="19" y="20"/>
                    </a:cubicBezTo>
                    <a:cubicBezTo>
                      <a:pt x="24" y="18"/>
                      <a:pt x="40" y="5"/>
                      <a:pt x="37" y="0"/>
                    </a:cubicBezTo>
                    <a:cubicBezTo>
                      <a:pt x="33" y="4"/>
                      <a:pt x="30" y="9"/>
                      <a:pt x="25" y="11"/>
                    </a:cubicBezTo>
                    <a:cubicBezTo>
                      <a:pt x="17" y="16"/>
                      <a:pt x="11" y="14"/>
                      <a:pt x="4" y="1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3" name="Freeform 545">
                <a:extLst>
                  <a:ext uri="{FF2B5EF4-FFF2-40B4-BE49-F238E27FC236}">
                    <a16:creationId xmlns:a16="http://schemas.microsoft.com/office/drawing/2014/main" id="{F4C99189-F199-4D0C-87E0-FF56340D7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144"/>
                <a:ext cx="188" cy="264"/>
              </a:xfrm>
              <a:custGeom>
                <a:avLst/>
                <a:gdLst>
                  <a:gd name="T0" fmla="*/ 0 w 75"/>
                  <a:gd name="T1" fmla="*/ 1443 h 99"/>
                  <a:gd name="T2" fmla="*/ 471 w 75"/>
                  <a:gd name="T3" fmla="*/ 1651 h 99"/>
                  <a:gd name="T4" fmla="*/ 629 w 75"/>
                  <a:gd name="T5" fmla="*/ 1331 h 99"/>
                  <a:gd name="T6" fmla="*/ 709 w 75"/>
                  <a:gd name="T7" fmla="*/ 1024 h 99"/>
                  <a:gd name="T8" fmla="*/ 1068 w 75"/>
                  <a:gd name="T9" fmla="*/ 477 h 99"/>
                  <a:gd name="T10" fmla="*/ 709 w 75"/>
                  <a:gd name="T11" fmla="*/ 0 h 99"/>
                  <a:gd name="T12" fmla="*/ 659 w 75"/>
                  <a:gd name="T13" fmla="*/ 419 h 99"/>
                  <a:gd name="T14" fmla="*/ 504 w 75"/>
                  <a:gd name="T15" fmla="*/ 776 h 99"/>
                  <a:gd name="T16" fmla="*/ 504 w 75"/>
                  <a:gd name="T17" fmla="*/ 1024 h 99"/>
                  <a:gd name="T18" fmla="*/ 363 w 75"/>
                  <a:gd name="T19" fmla="*/ 1117 h 99"/>
                  <a:gd name="T20" fmla="*/ 238 w 75"/>
                  <a:gd name="T21" fmla="*/ 1480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99">
                    <a:moveTo>
                      <a:pt x="0" y="76"/>
                    </a:moveTo>
                    <a:cubicBezTo>
                      <a:pt x="11" y="79"/>
                      <a:pt x="18" y="99"/>
                      <a:pt x="30" y="87"/>
                    </a:cubicBezTo>
                    <a:cubicBezTo>
                      <a:pt x="34" y="83"/>
                      <a:pt x="38" y="75"/>
                      <a:pt x="40" y="70"/>
                    </a:cubicBezTo>
                    <a:cubicBezTo>
                      <a:pt x="42" y="64"/>
                      <a:pt x="41" y="59"/>
                      <a:pt x="45" y="54"/>
                    </a:cubicBezTo>
                    <a:cubicBezTo>
                      <a:pt x="51" y="45"/>
                      <a:pt x="64" y="36"/>
                      <a:pt x="68" y="25"/>
                    </a:cubicBezTo>
                    <a:cubicBezTo>
                      <a:pt x="75" y="8"/>
                      <a:pt x="60" y="7"/>
                      <a:pt x="45" y="0"/>
                    </a:cubicBezTo>
                    <a:cubicBezTo>
                      <a:pt x="58" y="5"/>
                      <a:pt x="56" y="24"/>
                      <a:pt x="42" y="22"/>
                    </a:cubicBezTo>
                    <a:cubicBezTo>
                      <a:pt x="55" y="27"/>
                      <a:pt x="42" y="42"/>
                      <a:pt x="32" y="41"/>
                    </a:cubicBezTo>
                    <a:cubicBezTo>
                      <a:pt x="32" y="45"/>
                      <a:pt x="34" y="50"/>
                      <a:pt x="32" y="54"/>
                    </a:cubicBezTo>
                    <a:cubicBezTo>
                      <a:pt x="30" y="58"/>
                      <a:pt x="24" y="57"/>
                      <a:pt x="23" y="59"/>
                    </a:cubicBezTo>
                    <a:cubicBezTo>
                      <a:pt x="22" y="62"/>
                      <a:pt x="27" y="84"/>
                      <a:pt x="15" y="7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4" name="Freeform 546">
                <a:extLst>
                  <a:ext uri="{FF2B5EF4-FFF2-40B4-BE49-F238E27FC236}">
                    <a16:creationId xmlns:a16="http://schemas.microsoft.com/office/drawing/2014/main" id="{2AC450AF-39B2-481C-A0EC-2F68FA03E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443"/>
                <a:ext cx="103" cy="96"/>
              </a:xfrm>
              <a:custGeom>
                <a:avLst/>
                <a:gdLst>
                  <a:gd name="T0" fmla="*/ 113 w 41"/>
                  <a:gd name="T1" fmla="*/ 115 h 36"/>
                  <a:gd name="T2" fmla="*/ 126 w 41"/>
                  <a:gd name="T3" fmla="*/ 477 h 36"/>
                  <a:gd name="T4" fmla="*/ 442 w 41"/>
                  <a:gd name="T5" fmla="*/ 683 h 36"/>
                  <a:gd name="T6" fmla="*/ 492 w 41"/>
                  <a:gd name="T7" fmla="*/ 512 h 36"/>
                  <a:gd name="T8" fmla="*/ 651 w 41"/>
                  <a:gd name="T9" fmla="*/ 397 h 36"/>
                  <a:gd name="T10" fmla="*/ 284 w 41"/>
                  <a:gd name="T11" fmla="*/ 341 h 36"/>
                  <a:gd name="T12" fmla="*/ 158 w 41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36">
                    <a:moveTo>
                      <a:pt x="7" y="6"/>
                    </a:moveTo>
                    <a:cubicBezTo>
                      <a:pt x="8" y="15"/>
                      <a:pt x="0" y="18"/>
                      <a:pt x="8" y="25"/>
                    </a:cubicBezTo>
                    <a:cubicBezTo>
                      <a:pt x="14" y="30"/>
                      <a:pt x="22" y="32"/>
                      <a:pt x="28" y="36"/>
                    </a:cubicBezTo>
                    <a:cubicBezTo>
                      <a:pt x="30" y="34"/>
                      <a:pt x="29" y="30"/>
                      <a:pt x="31" y="27"/>
                    </a:cubicBezTo>
                    <a:cubicBezTo>
                      <a:pt x="33" y="24"/>
                      <a:pt x="38" y="23"/>
                      <a:pt x="41" y="21"/>
                    </a:cubicBezTo>
                    <a:cubicBezTo>
                      <a:pt x="30" y="21"/>
                      <a:pt x="27" y="26"/>
                      <a:pt x="18" y="18"/>
                    </a:cubicBezTo>
                    <a:cubicBezTo>
                      <a:pt x="13" y="14"/>
                      <a:pt x="8" y="8"/>
                      <a:pt x="1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5" name="Freeform 547">
                <a:extLst>
                  <a:ext uri="{FF2B5EF4-FFF2-40B4-BE49-F238E27FC236}">
                    <a16:creationId xmlns:a16="http://schemas.microsoft.com/office/drawing/2014/main" id="{DFB3EC63-2296-43B0-8AAF-72E7EA611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333"/>
                <a:ext cx="110" cy="152"/>
              </a:xfrm>
              <a:custGeom>
                <a:avLst/>
                <a:gdLst>
                  <a:gd name="T0" fmla="*/ 0 w 44"/>
                  <a:gd name="T1" fmla="*/ 1080 h 57"/>
                  <a:gd name="T2" fmla="*/ 208 w 44"/>
                  <a:gd name="T3" fmla="*/ 1024 h 57"/>
                  <a:gd name="T4" fmla="*/ 375 w 44"/>
                  <a:gd name="T5" fmla="*/ 1059 h 57"/>
                  <a:gd name="T6" fmla="*/ 563 w 44"/>
                  <a:gd name="T7" fmla="*/ 760 h 57"/>
                  <a:gd name="T8" fmla="*/ 645 w 44"/>
                  <a:gd name="T9" fmla="*/ 376 h 57"/>
                  <a:gd name="T10" fmla="*/ 550 w 44"/>
                  <a:gd name="T11" fmla="*/ 0 h 57"/>
                  <a:gd name="T12" fmla="*/ 333 w 44"/>
                  <a:gd name="T13" fmla="*/ 477 h 57"/>
                  <a:gd name="T14" fmla="*/ 250 w 44"/>
                  <a:gd name="T15" fmla="*/ 853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57">
                    <a:moveTo>
                      <a:pt x="0" y="57"/>
                    </a:moveTo>
                    <a:cubicBezTo>
                      <a:pt x="5" y="56"/>
                      <a:pt x="9" y="54"/>
                      <a:pt x="13" y="54"/>
                    </a:cubicBezTo>
                    <a:cubicBezTo>
                      <a:pt x="17" y="53"/>
                      <a:pt x="20" y="55"/>
                      <a:pt x="24" y="56"/>
                    </a:cubicBezTo>
                    <a:cubicBezTo>
                      <a:pt x="34" y="57"/>
                      <a:pt x="32" y="48"/>
                      <a:pt x="36" y="40"/>
                    </a:cubicBezTo>
                    <a:cubicBezTo>
                      <a:pt x="40" y="34"/>
                      <a:pt x="44" y="28"/>
                      <a:pt x="41" y="20"/>
                    </a:cubicBezTo>
                    <a:cubicBezTo>
                      <a:pt x="40" y="14"/>
                      <a:pt x="36" y="7"/>
                      <a:pt x="35" y="0"/>
                    </a:cubicBezTo>
                    <a:cubicBezTo>
                      <a:pt x="34" y="9"/>
                      <a:pt x="36" y="30"/>
                      <a:pt x="21" y="25"/>
                    </a:cubicBezTo>
                    <a:cubicBezTo>
                      <a:pt x="30" y="29"/>
                      <a:pt x="23" y="49"/>
                      <a:pt x="16" y="45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6" name="Freeform 548">
                <a:extLst>
                  <a:ext uri="{FF2B5EF4-FFF2-40B4-BE49-F238E27FC236}">
                    <a16:creationId xmlns:a16="http://schemas.microsoft.com/office/drawing/2014/main" id="{669F78CC-ACE4-4D62-818A-0DC5F34D9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112"/>
                <a:ext cx="88" cy="240"/>
              </a:xfrm>
              <a:custGeom>
                <a:avLst/>
                <a:gdLst>
                  <a:gd name="T0" fmla="*/ 284 w 35"/>
                  <a:gd name="T1" fmla="*/ 192 h 90"/>
                  <a:gd name="T2" fmla="*/ 254 w 35"/>
                  <a:gd name="T3" fmla="*/ 683 h 90"/>
                  <a:gd name="T4" fmla="*/ 556 w 35"/>
                  <a:gd name="T5" fmla="*/ 1024 h 90"/>
                  <a:gd name="T6" fmla="*/ 284 w 35"/>
                  <a:gd name="T7" fmla="*/ 1229 h 90"/>
                  <a:gd name="T8" fmla="*/ 221 w 35"/>
                  <a:gd name="T9" fmla="*/ 1707 h 90"/>
                  <a:gd name="T10" fmla="*/ 158 w 35"/>
                  <a:gd name="T11" fmla="*/ 1216 h 90"/>
                  <a:gd name="T12" fmla="*/ 50 w 35"/>
                  <a:gd name="T13" fmla="*/ 819 h 90"/>
                  <a:gd name="T14" fmla="*/ 0 w 35"/>
                  <a:gd name="T15" fmla="*/ 435 h 90"/>
                  <a:gd name="T16" fmla="*/ 158 w 35"/>
                  <a:gd name="T17" fmla="*/ 0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90">
                    <a:moveTo>
                      <a:pt x="18" y="10"/>
                    </a:moveTo>
                    <a:cubicBezTo>
                      <a:pt x="15" y="19"/>
                      <a:pt x="10" y="28"/>
                      <a:pt x="16" y="36"/>
                    </a:cubicBezTo>
                    <a:cubicBezTo>
                      <a:pt x="21" y="43"/>
                      <a:pt x="30" y="46"/>
                      <a:pt x="35" y="54"/>
                    </a:cubicBezTo>
                    <a:cubicBezTo>
                      <a:pt x="26" y="54"/>
                      <a:pt x="21" y="57"/>
                      <a:pt x="18" y="65"/>
                    </a:cubicBezTo>
                    <a:cubicBezTo>
                      <a:pt x="14" y="73"/>
                      <a:pt x="17" y="82"/>
                      <a:pt x="14" y="90"/>
                    </a:cubicBezTo>
                    <a:cubicBezTo>
                      <a:pt x="4" y="83"/>
                      <a:pt x="8" y="74"/>
                      <a:pt x="10" y="64"/>
                    </a:cubicBezTo>
                    <a:cubicBezTo>
                      <a:pt x="13" y="52"/>
                      <a:pt x="12" y="50"/>
                      <a:pt x="3" y="43"/>
                    </a:cubicBezTo>
                    <a:cubicBezTo>
                      <a:pt x="15" y="42"/>
                      <a:pt x="4" y="27"/>
                      <a:pt x="0" y="23"/>
                    </a:cubicBezTo>
                    <a:cubicBezTo>
                      <a:pt x="10" y="21"/>
                      <a:pt x="12" y="9"/>
                      <a:pt x="1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7" name="Freeform 549">
                <a:extLst>
                  <a:ext uri="{FF2B5EF4-FFF2-40B4-BE49-F238E27FC236}">
                    <a16:creationId xmlns:a16="http://schemas.microsoft.com/office/drawing/2014/main" id="{BF9CA8FE-1B3C-4B6A-AD92-517AD578C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427"/>
                <a:ext cx="118" cy="72"/>
              </a:xfrm>
              <a:custGeom>
                <a:avLst/>
                <a:gdLst>
                  <a:gd name="T0" fmla="*/ 0 w 47"/>
                  <a:gd name="T1" fmla="*/ 477 h 27"/>
                  <a:gd name="T2" fmla="*/ 743 w 47"/>
                  <a:gd name="T3" fmla="*/ 115 h 27"/>
                  <a:gd name="T4" fmla="*/ 492 w 47"/>
                  <a:gd name="T5" fmla="*/ 376 h 27"/>
                  <a:gd name="T6" fmla="*/ 0 w 47"/>
                  <a:gd name="T7" fmla="*/ 5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7">
                    <a:moveTo>
                      <a:pt x="0" y="25"/>
                    </a:moveTo>
                    <a:cubicBezTo>
                      <a:pt x="8" y="0"/>
                      <a:pt x="32" y="19"/>
                      <a:pt x="47" y="6"/>
                    </a:cubicBezTo>
                    <a:cubicBezTo>
                      <a:pt x="39" y="9"/>
                      <a:pt x="37" y="16"/>
                      <a:pt x="31" y="20"/>
                    </a:cubicBezTo>
                    <a:cubicBezTo>
                      <a:pt x="23" y="27"/>
                      <a:pt x="8" y="21"/>
                      <a:pt x="0" y="27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8" name="Freeform 550">
                <a:extLst>
                  <a:ext uri="{FF2B5EF4-FFF2-40B4-BE49-F238E27FC236}">
                    <a16:creationId xmlns:a16="http://schemas.microsoft.com/office/drawing/2014/main" id="{61ABBA68-5BBD-433A-878B-0C6FD3CD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200"/>
                <a:ext cx="205" cy="181"/>
              </a:xfrm>
              <a:custGeom>
                <a:avLst/>
                <a:gdLst>
                  <a:gd name="T0" fmla="*/ 63 w 82"/>
                  <a:gd name="T1" fmla="*/ 807 h 68"/>
                  <a:gd name="T2" fmla="*/ 550 w 82"/>
                  <a:gd name="T3" fmla="*/ 1019 h 68"/>
                  <a:gd name="T4" fmla="*/ 813 w 82"/>
                  <a:gd name="T5" fmla="*/ 588 h 68"/>
                  <a:gd name="T6" fmla="*/ 958 w 82"/>
                  <a:gd name="T7" fmla="*/ 56 h 68"/>
                  <a:gd name="T8" fmla="*/ 1050 w 82"/>
                  <a:gd name="T9" fmla="*/ 205 h 68"/>
                  <a:gd name="T10" fmla="*/ 970 w 82"/>
                  <a:gd name="T11" fmla="*/ 474 h 68"/>
                  <a:gd name="T12" fmla="*/ 1238 w 82"/>
                  <a:gd name="T13" fmla="*/ 921 h 68"/>
                  <a:gd name="T14" fmla="*/ 875 w 82"/>
                  <a:gd name="T15" fmla="*/ 1283 h 68"/>
                  <a:gd name="T16" fmla="*/ 395 w 82"/>
                  <a:gd name="T17" fmla="*/ 1246 h 68"/>
                  <a:gd name="T18" fmla="*/ 188 w 82"/>
                  <a:gd name="T19" fmla="*/ 1147 h 68"/>
                  <a:gd name="T20" fmla="*/ 158 w 82"/>
                  <a:gd name="T21" fmla="*/ 998 h 68"/>
                  <a:gd name="T22" fmla="*/ 0 w 82"/>
                  <a:gd name="T23" fmla="*/ 772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68">
                    <a:moveTo>
                      <a:pt x="4" y="43"/>
                    </a:moveTo>
                    <a:cubicBezTo>
                      <a:pt x="12" y="51"/>
                      <a:pt x="24" y="58"/>
                      <a:pt x="35" y="54"/>
                    </a:cubicBezTo>
                    <a:cubicBezTo>
                      <a:pt x="45" y="50"/>
                      <a:pt x="50" y="41"/>
                      <a:pt x="52" y="31"/>
                    </a:cubicBezTo>
                    <a:cubicBezTo>
                      <a:pt x="53" y="24"/>
                      <a:pt x="53" y="6"/>
                      <a:pt x="61" y="3"/>
                    </a:cubicBezTo>
                    <a:cubicBezTo>
                      <a:pt x="69" y="0"/>
                      <a:pt x="68" y="7"/>
                      <a:pt x="67" y="11"/>
                    </a:cubicBezTo>
                    <a:cubicBezTo>
                      <a:pt x="65" y="16"/>
                      <a:pt x="61" y="18"/>
                      <a:pt x="62" y="25"/>
                    </a:cubicBezTo>
                    <a:cubicBezTo>
                      <a:pt x="64" y="34"/>
                      <a:pt x="77" y="40"/>
                      <a:pt x="79" y="49"/>
                    </a:cubicBezTo>
                    <a:cubicBezTo>
                      <a:pt x="82" y="63"/>
                      <a:pt x="67" y="68"/>
                      <a:pt x="56" y="68"/>
                    </a:cubicBezTo>
                    <a:cubicBezTo>
                      <a:pt x="45" y="68"/>
                      <a:pt x="35" y="66"/>
                      <a:pt x="25" y="66"/>
                    </a:cubicBezTo>
                    <a:cubicBezTo>
                      <a:pt x="20" y="66"/>
                      <a:pt x="15" y="67"/>
                      <a:pt x="12" y="61"/>
                    </a:cubicBezTo>
                    <a:cubicBezTo>
                      <a:pt x="10" y="59"/>
                      <a:pt x="11" y="55"/>
                      <a:pt x="10" y="53"/>
                    </a:cubicBezTo>
                    <a:cubicBezTo>
                      <a:pt x="8" y="47"/>
                      <a:pt x="5" y="44"/>
                      <a:pt x="0" y="41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9" name="Freeform 551">
                <a:extLst>
                  <a:ext uri="{FF2B5EF4-FFF2-40B4-BE49-F238E27FC236}">
                    <a16:creationId xmlns:a16="http://schemas.microsoft.com/office/drawing/2014/main" id="{30FD817A-0329-495A-A6B4-565725AAE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341"/>
                <a:ext cx="57" cy="96"/>
              </a:xfrm>
              <a:custGeom>
                <a:avLst/>
                <a:gdLst>
                  <a:gd name="T0" fmla="*/ 0 w 23"/>
                  <a:gd name="T1" fmla="*/ 77 h 36"/>
                  <a:gd name="T2" fmla="*/ 349 w 23"/>
                  <a:gd name="T3" fmla="*/ 171 h 36"/>
                  <a:gd name="T4" fmla="*/ 0 w 23"/>
                  <a:gd name="T5" fmla="*/ 683 h 36"/>
                  <a:gd name="T6" fmla="*/ 0 w 23"/>
                  <a:gd name="T7" fmla="*/ 11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6">
                    <a:moveTo>
                      <a:pt x="0" y="4"/>
                    </a:moveTo>
                    <a:cubicBezTo>
                      <a:pt x="6" y="1"/>
                      <a:pt x="20" y="0"/>
                      <a:pt x="23" y="9"/>
                    </a:cubicBezTo>
                    <a:cubicBezTo>
                      <a:pt x="9" y="11"/>
                      <a:pt x="4" y="24"/>
                      <a:pt x="0" y="36"/>
                    </a:cubicBezTo>
                    <a:cubicBezTo>
                      <a:pt x="1" y="27"/>
                      <a:pt x="9" y="14"/>
                      <a:pt x="0" y="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0" name="Freeform 552">
                <a:extLst>
                  <a:ext uri="{FF2B5EF4-FFF2-40B4-BE49-F238E27FC236}">
                    <a16:creationId xmlns:a16="http://schemas.microsoft.com/office/drawing/2014/main" id="{A6B5DB22-2B7C-4E09-8016-4B780E498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995"/>
                <a:ext cx="75" cy="96"/>
              </a:xfrm>
              <a:custGeom>
                <a:avLst/>
                <a:gdLst>
                  <a:gd name="T0" fmla="*/ 0 w 30"/>
                  <a:gd name="T1" fmla="*/ 683 h 36"/>
                  <a:gd name="T2" fmla="*/ 238 w 30"/>
                  <a:gd name="T3" fmla="*/ 568 h 36"/>
                  <a:gd name="T4" fmla="*/ 438 w 30"/>
                  <a:gd name="T5" fmla="*/ 419 h 36"/>
                  <a:gd name="T6" fmla="*/ 63 w 30"/>
                  <a:gd name="T7" fmla="*/ 547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6">
                    <a:moveTo>
                      <a:pt x="0" y="36"/>
                    </a:moveTo>
                    <a:cubicBezTo>
                      <a:pt x="4" y="33"/>
                      <a:pt x="9" y="31"/>
                      <a:pt x="15" y="30"/>
                    </a:cubicBezTo>
                    <a:cubicBezTo>
                      <a:pt x="22" y="29"/>
                      <a:pt x="27" y="30"/>
                      <a:pt x="28" y="22"/>
                    </a:cubicBezTo>
                    <a:cubicBezTo>
                      <a:pt x="30" y="0"/>
                      <a:pt x="4" y="15"/>
                      <a:pt x="4" y="29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1" name="Freeform 553">
                <a:extLst>
                  <a:ext uri="{FF2B5EF4-FFF2-40B4-BE49-F238E27FC236}">
                    <a16:creationId xmlns:a16="http://schemas.microsoft.com/office/drawing/2014/main" id="{0507096A-2EFB-4AA6-903B-49CCF9EA9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955"/>
                <a:ext cx="57" cy="114"/>
              </a:xfrm>
              <a:custGeom>
                <a:avLst/>
                <a:gdLst>
                  <a:gd name="T0" fmla="*/ 104 w 23"/>
                  <a:gd name="T1" fmla="*/ 392 h 43"/>
                  <a:gd name="T2" fmla="*/ 154 w 23"/>
                  <a:gd name="T3" fmla="*/ 0 h 43"/>
                  <a:gd name="T4" fmla="*/ 245 w 23"/>
                  <a:gd name="T5" fmla="*/ 353 h 43"/>
                  <a:gd name="T6" fmla="*/ 349 w 23"/>
                  <a:gd name="T7" fmla="*/ 655 h 43"/>
                  <a:gd name="T8" fmla="*/ 166 w 23"/>
                  <a:gd name="T9" fmla="*/ 655 h 43"/>
                  <a:gd name="T10" fmla="*/ 0 w 23"/>
                  <a:gd name="T11" fmla="*/ 801 h 43"/>
                  <a:gd name="T12" fmla="*/ 0 w 23"/>
                  <a:gd name="T13" fmla="*/ 562 h 43"/>
                  <a:gd name="T14" fmla="*/ 12 w 23"/>
                  <a:gd name="T15" fmla="*/ 464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43">
                    <a:moveTo>
                      <a:pt x="7" y="21"/>
                    </a:moveTo>
                    <a:cubicBezTo>
                      <a:pt x="12" y="15"/>
                      <a:pt x="8" y="7"/>
                      <a:pt x="10" y="0"/>
                    </a:cubicBezTo>
                    <a:cubicBezTo>
                      <a:pt x="16" y="6"/>
                      <a:pt x="16" y="11"/>
                      <a:pt x="16" y="19"/>
                    </a:cubicBezTo>
                    <a:cubicBezTo>
                      <a:pt x="16" y="24"/>
                      <a:pt x="17" y="33"/>
                      <a:pt x="23" y="35"/>
                    </a:cubicBezTo>
                    <a:cubicBezTo>
                      <a:pt x="20" y="37"/>
                      <a:pt x="15" y="33"/>
                      <a:pt x="11" y="35"/>
                    </a:cubicBezTo>
                    <a:cubicBezTo>
                      <a:pt x="7" y="36"/>
                      <a:pt x="1" y="39"/>
                      <a:pt x="0" y="43"/>
                    </a:cubicBezTo>
                    <a:cubicBezTo>
                      <a:pt x="0" y="38"/>
                      <a:pt x="0" y="34"/>
                      <a:pt x="0" y="30"/>
                    </a:cubicBezTo>
                    <a:cubicBezTo>
                      <a:pt x="0" y="28"/>
                      <a:pt x="7" y="26"/>
                      <a:pt x="1" y="25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2" name="Freeform 554">
                <a:extLst>
                  <a:ext uri="{FF2B5EF4-FFF2-40B4-BE49-F238E27FC236}">
                    <a16:creationId xmlns:a16="http://schemas.microsoft.com/office/drawing/2014/main" id="{1A9D70A2-197F-4FAE-B534-42F559C32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016"/>
                <a:ext cx="215" cy="251"/>
              </a:xfrm>
              <a:custGeom>
                <a:avLst/>
                <a:gdLst>
                  <a:gd name="T0" fmla="*/ 1313 w 86"/>
                  <a:gd name="T1" fmla="*/ 0 h 94"/>
                  <a:gd name="T2" fmla="*/ 1050 w 86"/>
                  <a:gd name="T3" fmla="*/ 150 h 94"/>
                  <a:gd name="T4" fmla="*/ 875 w 86"/>
                  <a:gd name="T5" fmla="*/ 307 h 94"/>
                  <a:gd name="T6" fmla="*/ 375 w 86"/>
                  <a:gd name="T7" fmla="*/ 550 h 94"/>
                  <a:gd name="T8" fmla="*/ 33 w 86"/>
                  <a:gd name="T9" fmla="*/ 1597 h 94"/>
                  <a:gd name="T10" fmla="*/ 158 w 86"/>
                  <a:gd name="T11" fmla="*/ 1754 h 94"/>
                  <a:gd name="T12" fmla="*/ 220 w 86"/>
                  <a:gd name="T13" fmla="*/ 1482 h 94"/>
                  <a:gd name="T14" fmla="*/ 458 w 86"/>
                  <a:gd name="T15" fmla="*/ 892 h 94"/>
                  <a:gd name="T16" fmla="*/ 1333 w 86"/>
                  <a:gd name="T17" fmla="*/ 991 h 94"/>
                  <a:gd name="T18" fmla="*/ 1283 w 86"/>
                  <a:gd name="T19" fmla="*/ 649 h 94"/>
                  <a:gd name="T20" fmla="*/ 1345 w 86"/>
                  <a:gd name="T21" fmla="*/ 307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94">
                    <a:moveTo>
                      <a:pt x="84" y="0"/>
                    </a:moveTo>
                    <a:cubicBezTo>
                      <a:pt x="78" y="3"/>
                      <a:pt x="73" y="4"/>
                      <a:pt x="67" y="8"/>
                    </a:cubicBezTo>
                    <a:cubicBezTo>
                      <a:pt x="63" y="10"/>
                      <a:pt x="60" y="14"/>
                      <a:pt x="56" y="16"/>
                    </a:cubicBezTo>
                    <a:cubicBezTo>
                      <a:pt x="46" y="22"/>
                      <a:pt x="34" y="24"/>
                      <a:pt x="24" y="29"/>
                    </a:cubicBezTo>
                    <a:cubicBezTo>
                      <a:pt x="3" y="39"/>
                      <a:pt x="0" y="63"/>
                      <a:pt x="2" y="84"/>
                    </a:cubicBezTo>
                    <a:cubicBezTo>
                      <a:pt x="3" y="88"/>
                      <a:pt x="5" y="94"/>
                      <a:pt x="10" y="92"/>
                    </a:cubicBezTo>
                    <a:cubicBezTo>
                      <a:pt x="17" y="91"/>
                      <a:pt x="14" y="82"/>
                      <a:pt x="14" y="78"/>
                    </a:cubicBezTo>
                    <a:cubicBezTo>
                      <a:pt x="16" y="66"/>
                      <a:pt x="21" y="55"/>
                      <a:pt x="29" y="47"/>
                    </a:cubicBezTo>
                    <a:cubicBezTo>
                      <a:pt x="43" y="32"/>
                      <a:pt x="80" y="25"/>
                      <a:pt x="85" y="52"/>
                    </a:cubicBezTo>
                    <a:cubicBezTo>
                      <a:pt x="84" y="47"/>
                      <a:pt x="83" y="40"/>
                      <a:pt x="82" y="34"/>
                    </a:cubicBezTo>
                    <a:cubicBezTo>
                      <a:pt x="81" y="27"/>
                      <a:pt x="84" y="23"/>
                      <a:pt x="86" y="1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3" name="Freeform 555">
                <a:extLst>
                  <a:ext uri="{FF2B5EF4-FFF2-40B4-BE49-F238E27FC236}">
                    <a16:creationId xmlns:a16="http://schemas.microsoft.com/office/drawing/2014/main" id="{6F528130-A54A-4A73-A2EF-4B917DE4B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968"/>
                <a:ext cx="85" cy="64"/>
              </a:xfrm>
              <a:custGeom>
                <a:avLst/>
                <a:gdLst>
                  <a:gd name="T0" fmla="*/ 533 w 34"/>
                  <a:gd name="T1" fmla="*/ 0 h 24"/>
                  <a:gd name="T2" fmla="*/ 83 w 34"/>
                  <a:gd name="T3" fmla="*/ 320 h 24"/>
                  <a:gd name="T4" fmla="*/ 238 w 34"/>
                  <a:gd name="T5" fmla="*/ 435 h 24"/>
                  <a:gd name="T6" fmla="*/ 533 w 34"/>
                  <a:gd name="T7" fmla="*/ 419 h 24"/>
                  <a:gd name="T8" fmla="*/ 363 w 34"/>
                  <a:gd name="T9" fmla="*/ 307 h 24"/>
                  <a:gd name="T10" fmla="*/ 520 w 34"/>
                  <a:gd name="T11" fmla="*/ 14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4" y="0"/>
                    </a:moveTo>
                    <a:cubicBezTo>
                      <a:pt x="26" y="9"/>
                      <a:pt x="11" y="9"/>
                      <a:pt x="5" y="17"/>
                    </a:cubicBezTo>
                    <a:cubicBezTo>
                      <a:pt x="0" y="24"/>
                      <a:pt x="9" y="24"/>
                      <a:pt x="15" y="23"/>
                    </a:cubicBezTo>
                    <a:cubicBezTo>
                      <a:pt x="21" y="23"/>
                      <a:pt x="27" y="22"/>
                      <a:pt x="34" y="22"/>
                    </a:cubicBezTo>
                    <a:cubicBezTo>
                      <a:pt x="31" y="21"/>
                      <a:pt x="24" y="20"/>
                      <a:pt x="23" y="16"/>
                    </a:cubicBezTo>
                    <a:cubicBezTo>
                      <a:pt x="21" y="12"/>
                      <a:pt x="30" y="10"/>
                      <a:pt x="33" y="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4" name="Freeform 556">
                <a:extLst>
                  <a:ext uri="{FF2B5EF4-FFF2-40B4-BE49-F238E27FC236}">
                    <a16:creationId xmlns:a16="http://schemas.microsoft.com/office/drawing/2014/main" id="{342E9659-EF8A-4B3E-A7DB-A1C9C4A0A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947"/>
                <a:ext cx="108" cy="40"/>
              </a:xfrm>
              <a:custGeom>
                <a:avLst/>
                <a:gdLst>
                  <a:gd name="T0" fmla="*/ 0 w 43"/>
                  <a:gd name="T1" fmla="*/ 285 h 15"/>
                  <a:gd name="T2" fmla="*/ 208 w 43"/>
                  <a:gd name="T3" fmla="*/ 115 h 15"/>
                  <a:gd name="T4" fmla="*/ 429 w 43"/>
                  <a:gd name="T5" fmla="*/ 35 h 15"/>
                  <a:gd name="T6" fmla="*/ 409 w 43"/>
                  <a:gd name="T7" fmla="*/ 285 h 15"/>
                  <a:gd name="T8" fmla="*/ 367 w 43"/>
                  <a:gd name="T9" fmla="*/ 9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5">
                    <a:moveTo>
                      <a:pt x="0" y="15"/>
                    </a:moveTo>
                    <a:cubicBezTo>
                      <a:pt x="5" y="13"/>
                      <a:pt x="8" y="9"/>
                      <a:pt x="13" y="6"/>
                    </a:cubicBezTo>
                    <a:cubicBezTo>
                      <a:pt x="17" y="4"/>
                      <a:pt x="22" y="3"/>
                      <a:pt x="27" y="2"/>
                    </a:cubicBezTo>
                    <a:cubicBezTo>
                      <a:pt x="43" y="0"/>
                      <a:pt x="36" y="14"/>
                      <a:pt x="26" y="15"/>
                    </a:cubicBezTo>
                    <a:cubicBezTo>
                      <a:pt x="33" y="12"/>
                      <a:pt x="30" y="6"/>
                      <a:pt x="23" y="5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5" name="Freeform 557">
                <a:extLst>
                  <a:ext uri="{FF2B5EF4-FFF2-40B4-BE49-F238E27FC236}">
                    <a16:creationId xmlns:a16="http://schemas.microsoft.com/office/drawing/2014/main" id="{072C2ACE-1D58-46D9-827B-C898612B5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733"/>
                <a:ext cx="135" cy="336"/>
              </a:xfrm>
              <a:custGeom>
                <a:avLst/>
                <a:gdLst>
                  <a:gd name="T0" fmla="*/ 313 w 54"/>
                  <a:gd name="T1" fmla="*/ 1139 h 126"/>
                  <a:gd name="T2" fmla="*/ 458 w 54"/>
                  <a:gd name="T3" fmla="*/ 1592 h 126"/>
                  <a:gd name="T4" fmla="*/ 488 w 54"/>
                  <a:gd name="T5" fmla="*/ 2104 h 126"/>
                  <a:gd name="T6" fmla="*/ 750 w 54"/>
                  <a:gd name="T7" fmla="*/ 2296 h 126"/>
                  <a:gd name="T8" fmla="*/ 813 w 54"/>
                  <a:gd name="T9" fmla="*/ 1821 h 126"/>
                  <a:gd name="T10" fmla="*/ 533 w 54"/>
                  <a:gd name="T11" fmla="*/ 739 h 126"/>
                  <a:gd name="T12" fmla="*/ 188 w 54"/>
                  <a:gd name="T13" fmla="*/ 0 h 126"/>
                  <a:gd name="T14" fmla="*/ 175 w 54"/>
                  <a:gd name="T15" fmla="*/ 93 h 126"/>
                  <a:gd name="T16" fmla="*/ 95 w 54"/>
                  <a:gd name="T17" fmla="*/ 435 h 126"/>
                  <a:gd name="T18" fmla="*/ 20 w 54"/>
                  <a:gd name="T19" fmla="*/ 683 h 126"/>
                  <a:gd name="T20" fmla="*/ 220 w 54"/>
                  <a:gd name="T21" fmla="*/ 832 h 126"/>
                  <a:gd name="T22" fmla="*/ 300 w 54"/>
                  <a:gd name="T23" fmla="*/ 1059 h 1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126">
                    <a:moveTo>
                      <a:pt x="20" y="60"/>
                    </a:moveTo>
                    <a:cubicBezTo>
                      <a:pt x="26" y="68"/>
                      <a:pt x="29" y="74"/>
                      <a:pt x="29" y="84"/>
                    </a:cubicBezTo>
                    <a:cubicBezTo>
                      <a:pt x="30" y="93"/>
                      <a:pt x="27" y="103"/>
                      <a:pt x="31" y="111"/>
                    </a:cubicBezTo>
                    <a:cubicBezTo>
                      <a:pt x="34" y="116"/>
                      <a:pt x="42" y="126"/>
                      <a:pt x="48" y="121"/>
                    </a:cubicBezTo>
                    <a:cubicBezTo>
                      <a:pt x="54" y="116"/>
                      <a:pt x="53" y="103"/>
                      <a:pt x="52" y="96"/>
                    </a:cubicBezTo>
                    <a:cubicBezTo>
                      <a:pt x="48" y="76"/>
                      <a:pt x="40" y="58"/>
                      <a:pt x="34" y="39"/>
                    </a:cubicBezTo>
                    <a:cubicBezTo>
                      <a:pt x="31" y="26"/>
                      <a:pt x="25" y="7"/>
                      <a:pt x="12" y="0"/>
                    </a:cubicBezTo>
                    <a:cubicBezTo>
                      <a:pt x="10" y="2"/>
                      <a:pt x="11" y="3"/>
                      <a:pt x="11" y="5"/>
                    </a:cubicBezTo>
                    <a:cubicBezTo>
                      <a:pt x="9" y="10"/>
                      <a:pt x="9" y="17"/>
                      <a:pt x="6" y="23"/>
                    </a:cubicBezTo>
                    <a:cubicBezTo>
                      <a:pt x="5" y="27"/>
                      <a:pt x="0" y="31"/>
                      <a:pt x="1" y="36"/>
                    </a:cubicBezTo>
                    <a:cubicBezTo>
                      <a:pt x="2" y="40"/>
                      <a:pt x="11" y="42"/>
                      <a:pt x="14" y="44"/>
                    </a:cubicBezTo>
                    <a:cubicBezTo>
                      <a:pt x="17" y="48"/>
                      <a:pt x="17" y="52"/>
                      <a:pt x="19" y="5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6" name="Freeform 558">
                <a:extLst>
                  <a:ext uri="{FF2B5EF4-FFF2-40B4-BE49-F238E27FC236}">
                    <a16:creationId xmlns:a16="http://schemas.microsoft.com/office/drawing/2014/main" id="{16BB3736-A2C0-4466-ADF3-A3CA8C3C9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573"/>
                <a:ext cx="148" cy="246"/>
              </a:xfrm>
              <a:custGeom>
                <a:avLst/>
                <a:gdLst>
                  <a:gd name="T0" fmla="*/ 95 w 59"/>
                  <a:gd name="T1" fmla="*/ 0 h 92"/>
                  <a:gd name="T2" fmla="*/ 33 w 59"/>
                  <a:gd name="T3" fmla="*/ 209 h 92"/>
                  <a:gd name="T4" fmla="*/ 188 w 59"/>
                  <a:gd name="T5" fmla="*/ 342 h 92"/>
                  <a:gd name="T6" fmla="*/ 314 w 59"/>
                  <a:gd name="T7" fmla="*/ 730 h 92"/>
                  <a:gd name="T8" fmla="*/ 472 w 59"/>
                  <a:gd name="T9" fmla="*/ 800 h 92"/>
                  <a:gd name="T10" fmla="*/ 584 w 59"/>
                  <a:gd name="T11" fmla="*/ 1072 h 92"/>
                  <a:gd name="T12" fmla="*/ 722 w 59"/>
                  <a:gd name="T13" fmla="*/ 1495 h 92"/>
                  <a:gd name="T14" fmla="*/ 743 w 59"/>
                  <a:gd name="T15" fmla="*/ 1759 h 92"/>
                  <a:gd name="T16" fmla="*/ 931 w 59"/>
                  <a:gd name="T17" fmla="*/ 1243 h 92"/>
                  <a:gd name="T18" fmla="*/ 743 w 59"/>
                  <a:gd name="T19" fmla="*/ 858 h 92"/>
                  <a:gd name="T20" fmla="*/ 492 w 59"/>
                  <a:gd name="T21" fmla="*/ 500 h 92"/>
                  <a:gd name="T22" fmla="*/ 125 w 59"/>
                  <a:gd name="T23" fmla="*/ 115 h 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92">
                    <a:moveTo>
                      <a:pt x="6" y="0"/>
                    </a:moveTo>
                    <a:cubicBezTo>
                      <a:pt x="2" y="2"/>
                      <a:pt x="0" y="7"/>
                      <a:pt x="2" y="11"/>
                    </a:cubicBezTo>
                    <a:cubicBezTo>
                      <a:pt x="3" y="13"/>
                      <a:pt x="10" y="15"/>
                      <a:pt x="12" y="18"/>
                    </a:cubicBezTo>
                    <a:cubicBezTo>
                      <a:pt x="17" y="23"/>
                      <a:pt x="16" y="33"/>
                      <a:pt x="20" y="38"/>
                    </a:cubicBezTo>
                    <a:cubicBezTo>
                      <a:pt x="22" y="40"/>
                      <a:pt x="27" y="40"/>
                      <a:pt x="30" y="42"/>
                    </a:cubicBezTo>
                    <a:cubicBezTo>
                      <a:pt x="34" y="46"/>
                      <a:pt x="36" y="51"/>
                      <a:pt x="37" y="56"/>
                    </a:cubicBezTo>
                    <a:cubicBezTo>
                      <a:pt x="39" y="64"/>
                      <a:pt x="44" y="71"/>
                      <a:pt x="46" y="78"/>
                    </a:cubicBezTo>
                    <a:cubicBezTo>
                      <a:pt x="47" y="83"/>
                      <a:pt x="44" y="89"/>
                      <a:pt x="47" y="92"/>
                    </a:cubicBezTo>
                    <a:cubicBezTo>
                      <a:pt x="53" y="88"/>
                      <a:pt x="59" y="72"/>
                      <a:pt x="59" y="65"/>
                    </a:cubicBezTo>
                    <a:cubicBezTo>
                      <a:pt x="59" y="57"/>
                      <a:pt x="52" y="51"/>
                      <a:pt x="47" y="45"/>
                    </a:cubicBezTo>
                    <a:cubicBezTo>
                      <a:pt x="42" y="38"/>
                      <a:pt x="37" y="32"/>
                      <a:pt x="31" y="26"/>
                    </a:cubicBezTo>
                    <a:cubicBezTo>
                      <a:pt x="25" y="20"/>
                      <a:pt x="16" y="7"/>
                      <a:pt x="8" y="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7" name="Freeform 559">
                <a:extLst>
                  <a:ext uri="{FF2B5EF4-FFF2-40B4-BE49-F238E27FC236}">
                    <a16:creationId xmlns:a16="http://schemas.microsoft.com/office/drawing/2014/main" id="{41636FDB-45C7-4408-A05E-9F16EAD7F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387"/>
                <a:ext cx="142" cy="184"/>
              </a:xfrm>
              <a:custGeom>
                <a:avLst/>
                <a:gdLst>
                  <a:gd name="T0" fmla="*/ 42 w 57"/>
                  <a:gd name="T1" fmla="*/ 0 h 69"/>
                  <a:gd name="T2" fmla="*/ 633 w 57"/>
                  <a:gd name="T3" fmla="*/ 533 h 69"/>
                  <a:gd name="T4" fmla="*/ 850 w 57"/>
                  <a:gd name="T5" fmla="*/ 1288 h 69"/>
                  <a:gd name="T6" fmla="*/ 633 w 57"/>
                  <a:gd name="T7" fmla="*/ 1309 h 69"/>
                  <a:gd name="T8" fmla="*/ 541 w 57"/>
                  <a:gd name="T9" fmla="*/ 909 h 69"/>
                  <a:gd name="T10" fmla="*/ 508 w 57"/>
                  <a:gd name="T11" fmla="*/ 589 h 69"/>
                  <a:gd name="T12" fmla="*/ 354 w 57"/>
                  <a:gd name="T13" fmla="*/ 419 h 69"/>
                  <a:gd name="T14" fmla="*/ 324 w 57"/>
                  <a:gd name="T15" fmla="*/ 264 h 69"/>
                  <a:gd name="T16" fmla="*/ 154 w 57"/>
                  <a:gd name="T17" fmla="*/ 192 h 69"/>
                  <a:gd name="T18" fmla="*/ 0 w 57"/>
                  <a:gd name="T19" fmla="*/ 35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69">
                    <a:moveTo>
                      <a:pt x="3" y="0"/>
                    </a:moveTo>
                    <a:cubicBezTo>
                      <a:pt x="18" y="5"/>
                      <a:pt x="33" y="13"/>
                      <a:pt x="41" y="28"/>
                    </a:cubicBezTo>
                    <a:cubicBezTo>
                      <a:pt x="48" y="41"/>
                      <a:pt x="57" y="53"/>
                      <a:pt x="55" y="68"/>
                    </a:cubicBezTo>
                    <a:cubicBezTo>
                      <a:pt x="50" y="68"/>
                      <a:pt x="46" y="65"/>
                      <a:pt x="41" y="69"/>
                    </a:cubicBezTo>
                    <a:cubicBezTo>
                      <a:pt x="49" y="64"/>
                      <a:pt x="47" y="46"/>
                      <a:pt x="35" y="48"/>
                    </a:cubicBezTo>
                    <a:cubicBezTo>
                      <a:pt x="35" y="42"/>
                      <a:pt x="37" y="37"/>
                      <a:pt x="33" y="31"/>
                    </a:cubicBezTo>
                    <a:cubicBezTo>
                      <a:pt x="30" y="27"/>
                      <a:pt x="25" y="26"/>
                      <a:pt x="23" y="22"/>
                    </a:cubicBezTo>
                    <a:cubicBezTo>
                      <a:pt x="22" y="19"/>
                      <a:pt x="22" y="16"/>
                      <a:pt x="21" y="14"/>
                    </a:cubicBezTo>
                    <a:cubicBezTo>
                      <a:pt x="18" y="11"/>
                      <a:pt x="14" y="11"/>
                      <a:pt x="10" y="10"/>
                    </a:cubicBezTo>
                    <a:cubicBezTo>
                      <a:pt x="6" y="8"/>
                      <a:pt x="4" y="4"/>
                      <a:pt x="0" y="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8" name="Freeform 560">
                <a:extLst>
                  <a:ext uri="{FF2B5EF4-FFF2-40B4-BE49-F238E27FC236}">
                    <a16:creationId xmlns:a16="http://schemas.microsoft.com/office/drawing/2014/main" id="{4471C96D-4E44-4EB1-921F-CF5EE4F6B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544"/>
                <a:ext cx="225" cy="187"/>
              </a:xfrm>
              <a:custGeom>
                <a:avLst/>
                <a:gdLst>
                  <a:gd name="T0" fmla="*/ 0 w 90"/>
                  <a:gd name="T1" fmla="*/ 56 h 70"/>
                  <a:gd name="T2" fmla="*/ 208 w 90"/>
                  <a:gd name="T3" fmla="*/ 435 h 70"/>
                  <a:gd name="T4" fmla="*/ 425 w 90"/>
                  <a:gd name="T5" fmla="*/ 727 h 70"/>
                  <a:gd name="T6" fmla="*/ 720 w 90"/>
                  <a:gd name="T7" fmla="*/ 970 h 70"/>
                  <a:gd name="T8" fmla="*/ 863 w 90"/>
                  <a:gd name="T9" fmla="*/ 1277 h 70"/>
                  <a:gd name="T10" fmla="*/ 1125 w 90"/>
                  <a:gd name="T11" fmla="*/ 1336 h 70"/>
                  <a:gd name="T12" fmla="*/ 1408 w 90"/>
                  <a:gd name="T13" fmla="*/ 1221 h 70"/>
                  <a:gd name="T14" fmla="*/ 1270 w 90"/>
                  <a:gd name="T15" fmla="*/ 1071 h 70"/>
                  <a:gd name="T16" fmla="*/ 770 w 90"/>
                  <a:gd name="T17" fmla="*/ 727 h 70"/>
                  <a:gd name="T18" fmla="*/ 583 w 90"/>
                  <a:gd name="T19" fmla="*/ 363 h 70"/>
                  <a:gd name="T20" fmla="*/ 408 w 90"/>
                  <a:gd name="T21" fmla="*/ 150 h 70"/>
                  <a:gd name="T22" fmla="*/ 208 w 90"/>
                  <a:gd name="T23" fmla="*/ 150 h 70"/>
                  <a:gd name="T24" fmla="*/ 33 w 90"/>
                  <a:gd name="T25" fmla="*/ 0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0">
                    <a:moveTo>
                      <a:pt x="0" y="3"/>
                    </a:moveTo>
                    <a:cubicBezTo>
                      <a:pt x="6" y="5"/>
                      <a:pt x="10" y="18"/>
                      <a:pt x="13" y="23"/>
                    </a:cubicBezTo>
                    <a:cubicBezTo>
                      <a:pt x="17" y="30"/>
                      <a:pt x="22" y="33"/>
                      <a:pt x="27" y="38"/>
                    </a:cubicBezTo>
                    <a:cubicBezTo>
                      <a:pt x="33" y="42"/>
                      <a:pt x="40" y="46"/>
                      <a:pt x="46" y="51"/>
                    </a:cubicBezTo>
                    <a:cubicBezTo>
                      <a:pt x="51" y="56"/>
                      <a:pt x="51" y="61"/>
                      <a:pt x="55" y="67"/>
                    </a:cubicBezTo>
                    <a:cubicBezTo>
                      <a:pt x="61" y="66"/>
                      <a:pt x="66" y="69"/>
                      <a:pt x="72" y="70"/>
                    </a:cubicBezTo>
                    <a:cubicBezTo>
                      <a:pt x="79" y="70"/>
                      <a:pt x="84" y="66"/>
                      <a:pt x="90" y="64"/>
                    </a:cubicBezTo>
                    <a:cubicBezTo>
                      <a:pt x="83" y="66"/>
                      <a:pt x="77" y="64"/>
                      <a:pt x="81" y="56"/>
                    </a:cubicBezTo>
                    <a:cubicBezTo>
                      <a:pt x="67" y="55"/>
                      <a:pt x="57" y="50"/>
                      <a:pt x="49" y="38"/>
                    </a:cubicBezTo>
                    <a:cubicBezTo>
                      <a:pt x="45" y="32"/>
                      <a:pt x="42" y="25"/>
                      <a:pt x="37" y="19"/>
                    </a:cubicBezTo>
                    <a:cubicBezTo>
                      <a:pt x="33" y="15"/>
                      <a:pt x="28" y="13"/>
                      <a:pt x="26" y="8"/>
                    </a:cubicBezTo>
                    <a:cubicBezTo>
                      <a:pt x="21" y="9"/>
                      <a:pt x="19" y="11"/>
                      <a:pt x="13" y="8"/>
                    </a:cubicBezTo>
                    <a:cubicBezTo>
                      <a:pt x="9" y="7"/>
                      <a:pt x="5" y="3"/>
                      <a:pt x="2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9" name="Freeform 561">
                <a:extLst>
                  <a:ext uri="{FF2B5EF4-FFF2-40B4-BE49-F238E27FC236}">
                    <a16:creationId xmlns:a16="http://schemas.microsoft.com/office/drawing/2014/main" id="{F12FEC87-00D5-467F-A33C-294C0A6E2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464"/>
                <a:ext cx="250" cy="93"/>
              </a:xfrm>
              <a:custGeom>
                <a:avLst/>
                <a:gdLst>
                  <a:gd name="T0" fmla="*/ 625 w 100"/>
                  <a:gd name="T1" fmla="*/ 353 h 35"/>
                  <a:gd name="T2" fmla="*/ 113 w 100"/>
                  <a:gd name="T3" fmla="*/ 452 h 35"/>
                  <a:gd name="T4" fmla="*/ 158 w 100"/>
                  <a:gd name="T5" fmla="*/ 635 h 35"/>
                  <a:gd name="T6" fmla="*/ 488 w 100"/>
                  <a:gd name="T7" fmla="*/ 622 h 35"/>
                  <a:gd name="T8" fmla="*/ 1083 w 100"/>
                  <a:gd name="T9" fmla="*/ 409 h 35"/>
                  <a:gd name="T10" fmla="*/ 1563 w 100"/>
                  <a:gd name="T11" fmla="*/ 409 h 35"/>
                  <a:gd name="T12" fmla="*/ 1500 w 100"/>
                  <a:gd name="T13" fmla="*/ 0 h 35"/>
                  <a:gd name="T14" fmla="*/ 1363 w 100"/>
                  <a:gd name="T15" fmla="*/ 114 h 35"/>
                  <a:gd name="T16" fmla="*/ 1095 w 100"/>
                  <a:gd name="T17" fmla="*/ 205 h 35"/>
                  <a:gd name="T18" fmla="*/ 720 w 100"/>
                  <a:gd name="T19" fmla="*/ 226 h 35"/>
                  <a:gd name="T20" fmla="*/ 688 w 100"/>
                  <a:gd name="T21" fmla="*/ 319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35">
                    <a:moveTo>
                      <a:pt x="40" y="19"/>
                    </a:moveTo>
                    <a:cubicBezTo>
                      <a:pt x="30" y="24"/>
                      <a:pt x="16" y="19"/>
                      <a:pt x="7" y="24"/>
                    </a:cubicBezTo>
                    <a:cubicBezTo>
                      <a:pt x="0" y="28"/>
                      <a:pt x="4" y="32"/>
                      <a:pt x="10" y="34"/>
                    </a:cubicBezTo>
                    <a:cubicBezTo>
                      <a:pt x="18" y="35"/>
                      <a:pt x="24" y="35"/>
                      <a:pt x="31" y="33"/>
                    </a:cubicBezTo>
                    <a:cubicBezTo>
                      <a:pt x="44" y="28"/>
                      <a:pt x="56" y="24"/>
                      <a:pt x="69" y="22"/>
                    </a:cubicBezTo>
                    <a:cubicBezTo>
                      <a:pt x="78" y="20"/>
                      <a:pt x="92" y="17"/>
                      <a:pt x="100" y="22"/>
                    </a:cubicBezTo>
                    <a:cubicBezTo>
                      <a:pt x="94" y="13"/>
                      <a:pt x="93" y="9"/>
                      <a:pt x="96" y="0"/>
                    </a:cubicBezTo>
                    <a:cubicBezTo>
                      <a:pt x="93" y="1"/>
                      <a:pt x="91" y="4"/>
                      <a:pt x="87" y="6"/>
                    </a:cubicBezTo>
                    <a:cubicBezTo>
                      <a:pt x="83" y="8"/>
                      <a:pt x="75" y="9"/>
                      <a:pt x="70" y="11"/>
                    </a:cubicBezTo>
                    <a:cubicBezTo>
                      <a:pt x="62" y="12"/>
                      <a:pt x="54" y="13"/>
                      <a:pt x="46" y="12"/>
                    </a:cubicBezTo>
                    <a:cubicBezTo>
                      <a:pt x="46" y="15"/>
                      <a:pt x="44" y="15"/>
                      <a:pt x="44" y="17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0" name="Freeform 562">
                <a:extLst>
                  <a:ext uri="{FF2B5EF4-FFF2-40B4-BE49-F238E27FC236}">
                    <a16:creationId xmlns:a16="http://schemas.microsoft.com/office/drawing/2014/main" id="{E68D1257-2225-47F6-8202-94FCFC945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472"/>
                <a:ext cx="90" cy="133"/>
              </a:xfrm>
              <a:custGeom>
                <a:avLst/>
                <a:gdLst>
                  <a:gd name="T0" fmla="*/ 0 w 36"/>
                  <a:gd name="T1" fmla="*/ 0 h 50"/>
                  <a:gd name="T2" fmla="*/ 363 w 36"/>
                  <a:gd name="T3" fmla="*/ 340 h 50"/>
                  <a:gd name="T4" fmla="*/ 533 w 36"/>
                  <a:gd name="T5" fmla="*/ 636 h 50"/>
                  <a:gd name="T6" fmla="*/ 533 w 36"/>
                  <a:gd name="T7" fmla="*/ 942 h 50"/>
                  <a:gd name="T8" fmla="*/ 50 w 36"/>
                  <a:gd name="T9" fmla="*/ 26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0">
                    <a:moveTo>
                      <a:pt x="0" y="0"/>
                    </a:moveTo>
                    <a:cubicBezTo>
                      <a:pt x="10" y="2"/>
                      <a:pt x="18" y="10"/>
                      <a:pt x="23" y="18"/>
                    </a:cubicBezTo>
                    <a:cubicBezTo>
                      <a:pt x="26" y="24"/>
                      <a:pt x="31" y="29"/>
                      <a:pt x="34" y="34"/>
                    </a:cubicBezTo>
                    <a:cubicBezTo>
                      <a:pt x="36" y="39"/>
                      <a:pt x="34" y="45"/>
                      <a:pt x="34" y="50"/>
                    </a:cubicBezTo>
                    <a:cubicBezTo>
                      <a:pt x="30" y="37"/>
                      <a:pt x="17" y="17"/>
                      <a:pt x="3" y="1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1" name="Freeform 563">
                <a:extLst>
                  <a:ext uri="{FF2B5EF4-FFF2-40B4-BE49-F238E27FC236}">
                    <a16:creationId xmlns:a16="http://schemas.microsoft.com/office/drawing/2014/main" id="{98C83A2D-8BFE-40EE-A0DD-36E3A9FD0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253"/>
                <a:ext cx="263" cy="91"/>
              </a:xfrm>
              <a:custGeom>
                <a:avLst/>
                <a:gdLst>
                  <a:gd name="T0" fmla="*/ 125 w 105"/>
                  <a:gd name="T1" fmla="*/ 594 h 34"/>
                  <a:gd name="T2" fmla="*/ 614 w 105"/>
                  <a:gd name="T3" fmla="*/ 653 h 34"/>
                  <a:gd name="T4" fmla="*/ 1413 w 105"/>
                  <a:gd name="T5" fmla="*/ 423 h 34"/>
                  <a:gd name="T6" fmla="*/ 1368 w 105"/>
                  <a:gd name="T7" fmla="*/ 209 h 34"/>
                  <a:gd name="T8" fmla="*/ 834 w 105"/>
                  <a:gd name="T9" fmla="*/ 21 h 34"/>
                  <a:gd name="T10" fmla="*/ 847 w 105"/>
                  <a:gd name="T11" fmla="*/ 230 h 34"/>
                  <a:gd name="T12" fmla="*/ 721 w 105"/>
                  <a:gd name="T13" fmla="*/ 94 h 34"/>
                  <a:gd name="T14" fmla="*/ 584 w 105"/>
                  <a:gd name="T15" fmla="*/ 35 h 34"/>
                  <a:gd name="T16" fmla="*/ 238 w 105"/>
                  <a:gd name="T17" fmla="*/ 171 h 34"/>
                  <a:gd name="T18" fmla="*/ 145 w 105"/>
                  <a:gd name="T19" fmla="*/ 388 h 34"/>
                  <a:gd name="T20" fmla="*/ 0 w 105"/>
                  <a:gd name="T21" fmla="*/ 616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5" h="34">
                    <a:moveTo>
                      <a:pt x="8" y="31"/>
                    </a:moveTo>
                    <a:cubicBezTo>
                      <a:pt x="17" y="26"/>
                      <a:pt x="32" y="27"/>
                      <a:pt x="39" y="34"/>
                    </a:cubicBezTo>
                    <a:cubicBezTo>
                      <a:pt x="48" y="17"/>
                      <a:pt x="73" y="21"/>
                      <a:pt x="90" y="22"/>
                    </a:cubicBezTo>
                    <a:cubicBezTo>
                      <a:pt x="105" y="22"/>
                      <a:pt x="96" y="14"/>
                      <a:pt x="87" y="11"/>
                    </a:cubicBezTo>
                    <a:cubicBezTo>
                      <a:pt x="77" y="7"/>
                      <a:pt x="64" y="1"/>
                      <a:pt x="53" y="1"/>
                    </a:cubicBezTo>
                    <a:cubicBezTo>
                      <a:pt x="61" y="5"/>
                      <a:pt x="63" y="17"/>
                      <a:pt x="54" y="12"/>
                    </a:cubicBezTo>
                    <a:cubicBezTo>
                      <a:pt x="51" y="11"/>
                      <a:pt x="50" y="6"/>
                      <a:pt x="46" y="5"/>
                    </a:cubicBezTo>
                    <a:cubicBezTo>
                      <a:pt x="44" y="4"/>
                      <a:pt x="39" y="2"/>
                      <a:pt x="37" y="2"/>
                    </a:cubicBezTo>
                    <a:cubicBezTo>
                      <a:pt x="29" y="0"/>
                      <a:pt x="21" y="3"/>
                      <a:pt x="15" y="9"/>
                    </a:cubicBezTo>
                    <a:cubicBezTo>
                      <a:pt x="12" y="12"/>
                      <a:pt x="11" y="16"/>
                      <a:pt x="9" y="20"/>
                    </a:cubicBezTo>
                    <a:cubicBezTo>
                      <a:pt x="6" y="24"/>
                      <a:pt x="1" y="27"/>
                      <a:pt x="0" y="3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2" name="Freeform 564">
                <a:extLst>
                  <a:ext uri="{FF2B5EF4-FFF2-40B4-BE49-F238E27FC236}">
                    <a16:creationId xmlns:a16="http://schemas.microsoft.com/office/drawing/2014/main" id="{267A396E-02AE-4A0D-A3AF-EEE2327FE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901"/>
                <a:ext cx="145" cy="187"/>
              </a:xfrm>
              <a:custGeom>
                <a:avLst/>
                <a:gdLst>
                  <a:gd name="T0" fmla="*/ 375 w 58"/>
                  <a:gd name="T1" fmla="*/ 1336 h 70"/>
                  <a:gd name="T2" fmla="*/ 363 w 58"/>
                  <a:gd name="T3" fmla="*/ 935 h 70"/>
                  <a:gd name="T4" fmla="*/ 470 w 58"/>
                  <a:gd name="T5" fmla="*/ 606 h 70"/>
                  <a:gd name="T6" fmla="*/ 813 w 58"/>
                  <a:gd name="T7" fmla="*/ 251 h 70"/>
                  <a:gd name="T8" fmla="*/ 583 w 58"/>
                  <a:gd name="T9" fmla="*/ 227 h 70"/>
                  <a:gd name="T10" fmla="*/ 333 w 58"/>
                  <a:gd name="T11" fmla="*/ 94 h 70"/>
                  <a:gd name="T12" fmla="*/ 270 w 58"/>
                  <a:gd name="T13" fmla="*/ 1127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70">
                    <a:moveTo>
                      <a:pt x="24" y="70"/>
                    </a:moveTo>
                    <a:cubicBezTo>
                      <a:pt x="24" y="63"/>
                      <a:pt x="22" y="57"/>
                      <a:pt x="23" y="49"/>
                    </a:cubicBezTo>
                    <a:cubicBezTo>
                      <a:pt x="25" y="44"/>
                      <a:pt x="27" y="37"/>
                      <a:pt x="30" y="32"/>
                    </a:cubicBezTo>
                    <a:cubicBezTo>
                      <a:pt x="35" y="23"/>
                      <a:pt x="49" y="21"/>
                      <a:pt x="52" y="13"/>
                    </a:cubicBezTo>
                    <a:cubicBezTo>
                      <a:pt x="58" y="0"/>
                      <a:pt x="41" y="9"/>
                      <a:pt x="37" y="12"/>
                    </a:cubicBezTo>
                    <a:cubicBezTo>
                      <a:pt x="27" y="20"/>
                      <a:pt x="24" y="15"/>
                      <a:pt x="21" y="5"/>
                    </a:cubicBezTo>
                    <a:cubicBezTo>
                      <a:pt x="0" y="11"/>
                      <a:pt x="18" y="47"/>
                      <a:pt x="17" y="59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3" name="Freeform 565">
                <a:extLst>
                  <a:ext uri="{FF2B5EF4-FFF2-40B4-BE49-F238E27FC236}">
                    <a16:creationId xmlns:a16="http://schemas.microsoft.com/office/drawing/2014/main" id="{46876179-0475-42FA-B796-4C7C9B63C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037"/>
                <a:ext cx="80" cy="224"/>
              </a:xfrm>
              <a:custGeom>
                <a:avLst/>
                <a:gdLst>
                  <a:gd name="T0" fmla="*/ 95 w 32"/>
                  <a:gd name="T1" fmla="*/ 35 h 84"/>
                  <a:gd name="T2" fmla="*/ 95 w 32"/>
                  <a:gd name="T3" fmla="*/ 605 h 84"/>
                  <a:gd name="T4" fmla="*/ 20 w 32"/>
                  <a:gd name="T5" fmla="*/ 1059 h 84"/>
                  <a:gd name="T6" fmla="*/ 220 w 32"/>
                  <a:gd name="T7" fmla="*/ 1557 h 84"/>
                  <a:gd name="T8" fmla="*/ 395 w 32"/>
                  <a:gd name="T9" fmla="*/ 1080 h 84"/>
                  <a:gd name="T10" fmla="*/ 500 w 32"/>
                  <a:gd name="T11" fmla="*/ 512 h 84"/>
                  <a:gd name="T12" fmla="*/ 270 w 32"/>
                  <a:gd name="T13" fmla="*/ 512 h 84"/>
                  <a:gd name="T14" fmla="*/ 220 w 32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84">
                    <a:moveTo>
                      <a:pt x="6" y="2"/>
                    </a:moveTo>
                    <a:cubicBezTo>
                      <a:pt x="6" y="12"/>
                      <a:pt x="8" y="22"/>
                      <a:pt x="6" y="32"/>
                    </a:cubicBezTo>
                    <a:cubicBezTo>
                      <a:pt x="4" y="40"/>
                      <a:pt x="2" y="47"/>
                      <a:pt x="1" y="56"/>
                    </a:cubicBezTo>
                    <a:cubicBezTo>
                      <a:pt x="0" y="67"/>
                      <a:pt x="0" y="81"/>
                      <a:pt x="14" y="82"/>
                    </a:cubicBezTo>
                    <a:cubicBezTo>
                      <a:pt x="32" y="84"/>
                      <a:pt x="26" y="68"/>
                      <a:pt x="25" y="57"/>
                    </a:cubicBezTo>
                    <a:cubicBezTo>
                      <a:pt x="22" y="44"/>
                      <a:pt x="24" y="37"/>
                      <a:pt x="32" y="27"/>
                    </a:cubicBezTo>
                    <a:cubicBezTo>
                      <a:pt x="26" y="31"/>
                      <a:pt x="22" y="35"/>
                      <a:pt x="17" y="27"/>
                    </a:cubicBezTo>
                    <a:cubicBezTo>
                      <a:pt x="14" y="20"/>
                      <a:pt x="14" y="8"/>
                      <a:pt x="14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4" name="Freeform 566">
                <a:extLst>
                  <a:ext uri="{FF2B5EF4-FFF2-40B4-BE49-F238E27FC236}">
                    <a16:creationId xmlns:a16="http://schemas.microsoft.com/office/drawing/2014/main" id="{E821927C-0F17-4BC2-917E-65DFB24EE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544"/>
                <a:ext cx="130" cy="376"/>
              </a:xfrm>
              <a:custGeom>
                <a:avLst/>
                <a:gdLst>
                  <a:gd name="T0" fmla="*/ 250 w 52"/>
                  <a:gd name="T1" fmla="*/ 1003 h 141"/>
                  <a:gd name="T2" fmla="*/ 238 w 52"/>
                  <a:gd name="T3" fmla="*/ 1741 h 141"/>
                  <a:gd name="T4" fmla="*/ 83 w 52"/>
                  <a:gd name="T5" fmla="*/ 2483 h 141"/>
                  <a:gd name="T6" fmla="*/ 270 w 52"/>
                  <a:gd name="T7" fmla="*/ 2253 h 141"/>
                  <a:gd name="T8" fmla="*/ 333 w 52"/>
                  <a:gd name="T9" fmla="*/ 2675 h 141"/>
                  <a:gd name="T10" fmla="*/ 458 w 52"/>
                  <a:gd name="T11" fmla="*/ 2184 h 141"/>
                  <a:gd name="T12" fmla="*/ 625 w 52"/>
                  <a:gd name="T13" fmla="*/ 1728 h 141"/>
                  <a:gd name="T14" fmla="*/ 720 w 52"/>
                  <a:gd name="T15" fmla="*/ 1045 h 141"/>
                  <a:gd name="T16" fmla="*/ 813 w 52"/>
                  <a:gd name="T17" fmla="*/ 931 h 141"/>
                  <a:gd name="T18" fmla="*/ 625 w 52"/>
                  <a:gd name="T19" fmla="*/ 909 h 141"/>
                  <a:gd name="T20" fmla="*/ 438 w 52"/>
                  <a:gd name="T21" fmla="*/ 853 h 141"/>
                  <a:gd name="T22" fmla="*/ 375 w 52"/>
                  <a:gd name="T23" fmla="*/ 704 h 141"/>
                  <a:gd name="T24" fmla="*/ 283 w 52"/>
                  <a:gd name="T25" fmla="*/ 533 h 141"/>
                  <a:gd name="T26" fmla="*/ 220 w 52"/>
                  <a:gd name="T27" fmla="*/ 0 h 1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" h="141">
                    <a:moveTo>
                      <a:pt x="16" y="53"/>
                    </a:moveTo>
                    <a:cubicBezTo>
                      <a:pt x="23" y="62"/>
                      <a:pt x="19" y="83"/>
                      <a:pt x="15" y="92"/>
                    </a:cubicBezTo>
                    <a:cubicBezTo>
                      <a:pt x="11" y="105"/>
                      <a:pt x="0" y="117"/>
                      <a:pt x="5" y="131"/>
                    </a:cubicBezTo>
                    <a:cubicBezTo>
                      <a:pt x="7" y="127"/>
                      <a:pt x="11" y="115"/>
                      <a:pt x="17" y="119"/>
                    </a:cubicBezTo>
                    <a:cubicBezTo>
                      <a:pt x="24" y="123"/>
                      <a:pt x="14" y="137"/>
                      <a:pt x="21" y="141"/>
                    </a:cubicBezTo>
                    <a:cubicBezTo>
                      <a:pt x="27" y="138"/>
                      <a:pt x="28" y="122"/>
                      <a:pt x="29" y="115"/>
                    </a:cubicBezTo>
                    <a:cubicBezTo>
                      <a:pt x="32" y="106"/>
                      <a:pt x="31" y="99"/>
                      <a:pt x="40" y="91"/>
                    </a:cubicBezTo>
                    <a:cubicBezTo>
                      <a:pt x="32" y="79"/>
                      <a:pt x="35" y="64"/>
                      <a:pt x="46" y="55"/>
                    </a:cubicBezTo>
                    <a:cubicBezTo>
                      <a:pt x="47" y="54"/>
                      <a:pt x="52" y="52"/>
                      <a:pt x="52" y="49"/>
                    </a:cubicBezTo>
                    <a:cubicBezTo>
                      <a:pt x="52" y="46"/>
                      <a:pt x="42" y="48"/>
                      <a:pt x="40" y="48"/>
                    </a:cubicBezTo>
                    <a:cubicBezTo>
                      <a:pt x="35" y="49"/>
                      <a:pt x="31" y="51"/>
                      <a:pt x="28" y="45"/>
                    </a:cubicBezTo>
                    <a:cubicBezTo>
                      <a:pt x="26" y="43"/>
                      <a:pt x="26" y="39"/>
                      <a:pt x="24" y="37"/>
                    </a:cubicBezTo>
                    <a:cubicBezTo>
                      <a:pt x="22" y="34"/>
                      <a:pt x="19" y="32"/>
                      <a:pt x="18" y="28"/>
                    </a:cubicBezTo>
                    <a:cubicBezTo>
                      <a:pt x="14" y="18"/>
                      <a:pt x="15" y="10"/>
                      <a:pt x="14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5" name="Freeform 567">
                <a:extLst>
                  <a:ext uri="{FF2B5EF4-FFF2-40B4-BE49-F238E27FC236}">
                    <a16:creationId xmlns:a16="http://schemas.microsoft.com/office/drawing/2014/main" id="{8E5DA0D5-6A64-4A6F-9502-3115C179C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259"/>
                <a:ext cx="80" cy="408"/>
              </a:xfrm>
              <a:custGeom>
                <a:avLst/>
                <a:gdLst>
                  <a:gd name="T0" fmla="*/ 125 w 32"/>
                  <a:gd name="T1" fmla="*/ 739 h 153"/>
                  <a:gd name="T2" fmla="*/ 33 w 32"/>
                  <a:gd name="T3" fmla="*/ 1272 h 153"/>
                  <a:gd name="T4" fmla="*/ 20 w 32"/>
                  <a:gd name="T5" fmla="*/ 1821 h 153"/>
                  <a:gd name="T6" fmla="*/ 83 w 32"/>
                  <a:gd name="T7" fmla="*/ 2333 h 153"/>
                  <a:gd name="T8" fmla="*/ 283 w 32"/>
                  <a:gd name="T9" fmla="*/ 2901 h 153"/>
                  <a:gd name="T10" fmla="*/ 188 w 32"/>
                  <a:gd name="T11" fmla="*/ 2219 h 153"/>
                  <a:gd name="T12" fmla="*/ 270 w 32"/>
                  <a:gd name="T13" fmla="*/ 1912 h 153"/>
                  <a:gd name="T14" fmla="*/ 250 w 32"/>
                  <a:gd name="T15" fmla="*/ 1672 h 153"/>
                  <a:gd name="T16" fmla="*/ 345 w 32"/>
                  <a:gd name="T17" fmla="*/ 1387 h 153"/>
                  <a:gd name="T18" fmla="*/ 500 w 32"/>
                  <a:gd name="T19" fmla="*/ 776 h 153"/>
                  <a:gd name="T20" fmla="*/ 363 w 32"/>
                  <a:gd name="T21" fmla="*/ 931 h 153"/>
                  <a:gd name="T22" fmla="*/ 270 w 32"/>
                  <a:gd name="T23" fmla="*/ 547 h 153"/>
                  <a:gd name="T24" fmla="*/ 113 w 32"/>
                  <a:gd name="T25" fmla="*/ 0 h 153"/>
                  <a:gd name="T26" fmla="*/ 63 w 32"/>
                  <a:gd name="T27" fmla="*/ 888 h 1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153">
                    <a:moveTo>
                      <a:pt x="8" y="39"/>
                    </a:moveTo>
                    <a:cubicBezTo>
                      <a:pt x="8" y="48"/>
                      <a:pt x="3" y="58"/>
                      <a:pt x="2" y="67"/>
                    </a:cubicBezTo>
                    <a:cubicBezTo>
                      <a:pt x="0" y="77"/>
                      <a:pt x="0" y="86"/>
                      <a:pt x="1" y="96"/>
                    </a:cubicBezTo>
                    <a:cubicBezTo>
                      <a:pt x="3" y="105"/>
                      <a:pt x="2" y="114"/>
                      <a:pt x="5" y="123"/>
                    </a:cubicBezTo>
                    <a:cubicBezTo>
                      <a:pt x="8" y="130"/>
                      <a:pt x="11" y="149"/>
                      <a:pt x="18" y="153"/>
                    </a:cubicBezTo>
                    <a:cubicBezTo>
                      <a:pt x="17" y="141"/>
                      <a:pt x="13" y="129"/>
                      <a:pt x="12" y="117"/>
                    </a:cubicBezTo>
                    <a:cubicBezTo>
                      <a:pt x="12" y="110"/>
                      <a:pt x="16" y="107"/>
                      <a:pt x="17" y="101"/>
                    </a:cubicBezTo>
                    <a:cubicBezTo>
                      <a:pt x="18" y="97"/>
                      <a:pt x="15" y="92"/>
                      <a:pt x="16" y="88"/>
                    </a:cubicBezTo>
                    <a:cubicBezTo>
                      <a:pt x="17" y="82"/>
                      <a:pt x="20" y="78"/>
                      <a:pt x="22" y="73"/>
                    </a:cubicBezTo>
                    <a:cubicBezTo>
                      <a:pt x="27" y="63"/>
                      <a:pt x="31" y="52"/>
                      <a:pt x="32" y="41"/>
                    </a:cubicBezTo>
                    <a:cubicBezTo>
                      <a:pt x="30" y="47"/>
                      <a:pt x="29" y="51"/>
                      <a:pt x="23" y="49"/>
                    </a:cubicBezTo>
                    <a:cubicBezTo>
                      <a:pt x="14" y="46"/>
                      <a:pt x="17" y="36"/>
                      <a:pt x="17" y="29"/>
                    </a:cubicBezTo>
                    <a:cubicBezTo>
                      <a:pt x="17" y="22"/>
                      <a:pt x="14" y="3"/>
                      <a:pt x="7" y="0"/>
                    </a:cubicBezTo>
                    <a:cubicBezTo>
                      <a:pt x="7" y="15"/>
                      <a:pt x="6" y="32"/>
                      <a:pt x="4" y="47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6" name="Freeform 568">
                <a:extLst>
                  <a:ext uri="{FF2B5EF4-FFF2-40B4-BE49-F238E27FC236}">
                    <a16:creationId xmlns:a16="http://schemas.microsoft.com/office/drawing/2014/main" id="{1126DC60-BC82-4F3B-BB05-DC99173B4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435"/>
                <a:ext cx="150" cy="168"/>
              </a:xfrm>
              <a:custGeom>
                <a:avLst/>
                <a:gdLst>
                  <a:gd name="T0" fmla="*/ 20 w 60"/>
                  <a:gd name="T1" fmla="*/ 1195 h 63"/>
                  <a:gd name="T2" fmla="*/ 250 w 60"/>
                  <a:gd name="T3" fmla="*/ 760 h 63"/>
                  <a:gd name="T4" fmla="*/ 533 w 60"/>
                  <a:gd name="T5" fmla="*/ 589 h 63"/>
                  <a:gd name="T6" fmla="*/ 658 w 60"/>
                  <a:gd name="T7" fmla="*/ 285 h 63"/>
                  <a:gd name="T8" fmla="*/ 938 w 60"/>
                  <a:gd name="T9" fmla="*/ 77 h 63"/>
                  <a:gd name="T10" fmla="*/ 488 w 60"/>
                  <a:gd name="T11" fmla="*/ 0 h 63"/>
                  <a:gd name="T12" fmla="*/ 458 w 60"/>
                  <a:gd name="T13" fmla="*/ 397 h 63"/>
                  <a:gd name="T14" fmla="*/ 220 w 60"/>
                  <a:gd name="T15" fmla="*/ 419 h 63"/>
                  <a:gd name="T16" fmla="*/ 0 w 60"/>
                  <a:gd name="T17" fmla="*/ 717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3">
                    <a:moveTo>
                      <a:pt x="1" y="63"/>
                    </a:moveTo>
                    <a:cubicBezTo>
                      <a:pt x="7" y="53"/>
                      <a:pt x="6" y="46"/>
                      <a:pt x="16" y="40"/>
                    </a:cubicBezTo>
                    <a:cubicBezTo>
                      <a:pt x="21" y="37"/>
                      <a:pt x="29" y="35"/>
                      <a:pt x="34" y="31"/>
                    </a:cubicBezTo>
                    <a:cubicBezTo>
                      <a:pt x="39" y="27"/>
                      <a:pt x="38" y="20"/>
                      <a:pt x="42" y="15"/>
                    </a:cubicBezTo>
                    <a:cubicBezTo>
                      <a:pt x="46" y="11"/>
                      <a:pt x="54" y="4"/>
                      <a:pt x="60" y="4"/>
                    </a:cubicBezTo>
                    <a:cubicBezTo>
                      <a:pt x="51" y="8"/>
                      <a:pt x="35" y="10"/>
                      <a:pt x="31" y="0"/>
                    </a:cubicBezTo>
                    <a:cubicBezTo>
                      <a:pt x="29" y="6"/>
                      <a:pt x="34" y="16"/>
                      <a:pt x="29" y="21"/>
                    </a:cubicBezTo>
                    <a:cubicBezTo>
                      <a:pt x="26" y="24"/>
                      <a:pt x="18" y="21"/>
                      <a:pt x="14" y="22"/>
                    </a:cubicBezTo>
                    <a:cubicBezTo>
                      <a:pt x="20" y="35"/>
                      <a:pt x="0" y="34"/>
                      <a:pt x="0" y="3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7" name="Freeform 569">
                <a:extLst>
                  <a:ext uri="{FF2B5EF4-FFF2-40B4-BE49-F238E27FC236}">
                    <a16:creationId xmlns:a16="http://schemas.microsoft.com/office/drawing/2014/main" id="{8A7FE532-4859-4C8B-AEB2-769898A44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811"/>
                <a:ext cx="122" cy="149"/>
              </a:xfrm>
              <a:custGeom>
                <a:avLst/>
                <a:gdLst>
                  <a:gd name="T0" fmla="*/ 478 w 49"/>
                  <a:gd name="T1" fmla="*/ 1054 h 56"/>
                  <a:gd name="T2" fmla="*/ 528 w 49"/>
                  <a:gd name="T3" fmla="*/ 418 h 56"/>
                  <a:gd name="T4" fmla="*/ 757 w 49"/>
                  <a:gd name="T5" fmla="*/ 0 h 56"/>
                  <a:gd name="T6" fmla="*/ 383 w 49"/>
                  <a:gd name="T7" fmla="*/ 282 h 56"/>
                  <a:gd name="T8" fmla="*/ 279 w 49"/>
                  <a:gd name="T9" fmla="*/ 636 h 56"/>
                  <a:gd name="T10" fmla="*/ 187 w 49"/>
                  <a:gd name="T11" fmla="*/ 827 h 56"/>
                  <a:gd name="T12" fmla="*/ 0 w 49"/>
                  <a:gd name="T13" fmla="*/ 90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56">
                    <a:moveTo>
                      <a:pt x="31" y="56"/>
                    </a:moveTo>
                    <a:cubicBezTo>
                      <a:pt x="32" y="43"/>
                      <a:pt x="26" y="33"/>
                      <a:pt x="34" y="22"/>
                    </a:cubicBezTo>
                    <a:cubicBezTo>
                      <a:pt x="40" y="14"/>
                      <a:pt x="38" y="4"/>
                      <a:pt x="49" y="0"/>
                    </a:cubicBezTo>
                    <a:cubicBezTo>
                      <a:pt x="37" y="0"/>
                      <a:pt x="29" y="3"/>
                      <a:pt x="25" y="15"/>
                    </a:cubicBezTo>
                    <a:cubicBezTo>
                      <a:pt x="23" y="22"/>
                      <a:pt x="21" y="28"/>
                      <a:pt x="18" y="34"/>
                    </a:cubicBezTo>
                    <a:cubicBezTo>
                      <a:pt x="16" y="38"/>
                      <a:pt x="15" y="42"/>
                      <a:pt x="12" y="44"/>
                    </a:cubicBezTo>
                    <a:cubicBezTo>
                      <a:pt x="8" y="47"/>
                      <a:pt x="4" y="46"/>
                      <a:pt x="0" y="4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8" name="Freeform 570">
                <a:extLst>
                  <a:ext uri="{FF2B5EF4-FFF2-40B4-BE49-F238E27FC236}">
                    <a16:creationId xmlns:a16="http://schemas.microsoft.com/office/drawing/2014/main" id="{481418CC-64EE-4CD2-BEA3-1171067C9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805"/>
                <a:ext cx="145" cy="102"/>
              </a:xfrm>
              <a:custGeom>
                <a:avLst/>
                <a:gdLst>
                  <a:gd name="T0" fmla="*/ 0 w 58"/>
                  <a:gd name="T1" fmla="*/ 735 h 38"/>
                  <a:gd name="T2" fmla="*/ 438 w 58"/>
                  <a:gd name="T3" fmla="*/ 403 h 38"/>
                  <a:gd name="T4" fmla="*/ 625 w 58"/>
                  <a:gd name="T5" fmla="*/ 0 h 38"/>
                  <a:gd name="T6" fmla="*/ 375 w 58"/>
                  <a:gd name="T7" fmla="*/ 172 h 38"/>
                  <a:gd name="T8" fmla="*/ 145 w 58"/>
                  <a:gd name="T9" fmla="*/ 28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8">
                    <a:moveTo>
                      <a:pt x="0" y="38"/>
                    </a:moveTo>
                    <a:cubicBezTo>
                      <a:pt x="5" y="29"/>
                      <a:pt x="18" y="24"/>
                      <a:pt x="28" y="21"/>
                    </a:cubicBezTo>
                    <a:cubicBezTo>
                      <a:pt x="38" y="18"/>
                      <a:pt x="58" y="13"/>
                      <a:pt x="40" y="0"/>
                    </a:cubicBezTo>
                    <a:cubicBezTo>
                      <a:pt x="48" y="13"/>
                      <a:pt x="32" y="15"/>
                      <a:pt x="24" y="9"/>
                    </a:cubicBezTo>
                    <a:cubicBezTo>
                      <a:pt x="29" y="21"/>
                      <a:pt x="16" y="18"/>
                      <a:pt x="9" y="15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9" name="Freeform 571">
                <a:extLst>
                  <a:ext uri="{FF2B5EF4-FFF2-40B4-BE49-F238E27FC236}">
                    <a16:creationId xmlns:a16="http://schemas.microsoft.com/office/drawing/2014/main" id="{00937144-C320-4D2B-B0ED-F4FA21572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28"/>
                <a:ext cx="207" cy="168"/>
              </a:xfrm>
              <a:custGeom>
                <a:avLst/>
                <a:gdLst>
                  <a:gd name="T0" fmla="*/ 0 w 83"/>
                  <a:gd name="T1" fmla="*/ 947 h 63"/>
                  <a:gd name="T2" fmla="*/ 449 w 83"/>
                  <a:gd name="T3" fmla="*/ 1139 h 63"/>
                  <a:gd name="T4" fmla="*/ 758 w 83"/>
                  <a:gd name="T5" fmla="*/ 968 h 63"/>
                  <a:gd name="T6" fmla="*/ 1100 w 83"/>
                  <a:gd name="T7" fmla="*/ 0 h 63"/>
                  <a:gd name="T8" fmla="*/ 821 w 83"/>
                  <a:gd name="T9" fmla="*/ 491 h 63"/>
                  <a:gd name="T10" fmla="*/ 696 w 83"/>
                  <a:gd name="T11" fmla="*/ 704 h 63"/>
                  <a:gd name="T12" fmla="*/ 416 w 83"/>
                  <a:gd name="T13" fmla="*/ 888 h 63"/>
                  <a:gd name="T14" fmla="*/ 416 w 83"/>
                  <a:gd name="T15" fmla="*/ 1059 h 63"/>
                  <a:gd name="T16" fmla="*/ 229 w 83"/>
                  <a:gd name="T17" fmla="*/ 989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63">
                    <a:moveTo>
                      <a:pt x="0" y="50"/>
                    </a:moveTo>
                    <a:cubicBezTo>
                      <a:pt x="10" y="59"/>
                      <a:pt x="15" y="63"/>
                      <a:pt x="29" y="60"/>
                    </a:cubicBezTo>
                    <a:cubicBezTo>
                      <a:pt x="38" y="58"/>
                      <a:pt x="40" y="55"/>
                      <a:pt x="49" y="51"/>
                    </a:cubicBezTo>
                    <a:cubicBezTo>
                      <a:pt x="66" y="43"/>
                      <a:pt x="83" y="17"/>
                      <a:pt x="71" y="0"/>
                    </a:cubicBezTo>
                    <a:cubicBezTo>
                      <a:pt x="70" y="7"/>
                      <a:pt x="68" y="44"/>
                      <a:pt x="53" y="26"/>
                    </a:cubicBezTo>
                    <a:cubicBezTo>
                      <a:pt x="62" y="32"/>
                      <a:pt x="52" y="48"/>
                      <a:pt x="45" y="37"/>
                    </a:cubicBezTo>
                    <a:cubicBezTo>
                      <a:pt x="43" y="48"/>
                      <a:pt x="39" y="53"/>
                      <a:pt x="27" y="47"/>
                    </a:cubicBezTo>
                    <a:cubicBezTo>
                      <a:pt x="29" y="49"/>
                      <a:pt x="30" y="54"/>
                      <a:pt x="27" y="56"/>
                    </a:cubicBezTo>
                    <a:cubicBezTo>
                      <a:pt x="22" y="60"/>
                      <a:pt x="18" y="54"/>
                      <a:pt x="15" y="5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0" name="Freeform 572">
                <a:extLst>
                  <a:ext uri="{FF2B5EF4-FFF2-40B4-BE49-F238E27FC236}">
                    <a16:creationId xmlns:a16="http://schemas.microsoft.com/office/drawing/2014/main" id="{82135198-2B95-4451-B9CD-E2C2F7ABF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741"/>
                <a:ext cx="173" cy="174"/>
              </a:xfrm>
              <a:custGeom>
                <a:avLst/>
                <a:gdLst>
                  <a:gd name="T0" fmla="*/ 0 w 69"/>
                  <a:gd name="T1" fmla="*/ 961 h 65"/>
                  <a:gd name="T2" fmla="*/ 313 w 69"/>
                  <a:gd name="T3" fmla="*/ 1039 h 65"/>
                  <a:gd name="T4" fmla="*/ 396 w 69"/>
                  <a:gd name="T5" fmla="*/ 573 h 65"/>
                  <a:gd name="T6" fmla="*/ 755 w 69"/>
                  <a:gd name="T7" fmla="*/ 343 h 65"/>
                  <a:gd name="T8" fmla="*/ 1088 w 69"/>
                  <a:gd name="T9" fmla="*/ 230 h 65"/>
                  <a:gd name="T10" fmla="*/ 847 w 69"/>
                  <a:gd name="T11" fmla="*/ 0 h 65"/>
                  <a:gd name="T12" fmla="*/ 722 w 69"/>
                  <a:gd name="T13" fmla="*/ 209 h 65"/>
                  <a:gd name="T14" fmla="*/ 504 w 69"/>
                  <a:gd name="T15" fmla="*/ 137 h 65"/>
                  <a:gd name="T16" fmla="*/ 313 w 69"/>
                  <a:gd name="T17" fmla="*/ 230 h 65"/>
                  <a:gd name="T18" fmla="*/ 145 w 69"/>
                  <a:gd name="T19" fmla="*/ 444 h 65"/>
                  <a:gd name="T20" fmla="*/ 125 w 69"/>
                  <a:gd name="T21" fmla="*/ 731 h 65"/>
                  <a:gd name="T22" fmla="*/ 158 w 69"/>
                  <a:gd name="T23" fmla="*/ 982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65">
                    <a:moveTo>
                      <a:pt x="0" y="50"/>
                    </a:moveTo>
                    <a:cubicBezTo>
                      <a:pt x="5" y="54"/>
                      <a:pt x="16" y="65"/>
                      <a:pt x="20" y="54"/>
                    </a:cubicBezTo>
                    <a:cubicBezTo>
                      <a:pt x="23" y="46"/>
                      <a:pt x="20" y="37"/>
                      <a:pt x="25" y="30"/>
                    </a:cubicBezTo>
                    <a:cubicBezTo>
                      <a:pt x="30" y="23"/>
                      <a:pt x="40" y="19"/>
                      <a:pt x="48" y="18"/>
                    </a:cubicBezTo>
                    <a:cubicBezTo>
                      <a:pt x="55" y="17"/>
                      <a:pt x="64" y="18"/>
                      <a:pt x="69" y="12"/>
                    </a:cubicBezTo>
                    <a:cubicBezTo>
                      <a:pt x="59" y="21"/>
                      <a:pt x="55" y="9"/>
                      <a:pt x="54" y="0"/>
                    </a:cubicBezTo>
                    <a:cubicBezTo>
                      <a:pt x="51" y="4"/>
                      <a:pt x="52" y="9"/>
                      <a:pt x="46" y="11"/>
                    </a:cubicBezTo>
                    <a:cubicBezTo>
                      <a:pt x="42" y="13"/>
                      <a:pt x="35" y="10"/>
                      <a:pt x="32" y="7"/>
                    </a:cubicBezTo>
                    <a:cubicBezTo>
                      <a:pt x="35" y="19"/>
                      <a:pt x="26" y="17"/>
                      <a:pt x="20" y="12"/>
                    </a:cubicBezTo>
                    <a:cubicBezTo>
                      <a:pt x="25" y="24"/>
                      <a:pt x="18" y="21"/>
                      <a:pt x="9" y="23"/>
                    </a:cubicBezTo>
                    <a:cubicBezTo>
                      <a:pt x="13" y="27"/>
                      <a:pt x="15" y="36"/>
                      <a:pt x="8" y="38"/>
                    </a:cubicBezTo>
                    <a:cubicBezTo>
                      <a:pt x="10" y="42"/>
                      <a:pt x="13" y="46"/>
                      <a:pt x="10" y="51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1" name="Freeform 573">
                <a:extLst>
                  <a:ext uri="{FF2B5EF4-FFF2-40B4-BE49-F238E27FC236}">
                    <a16:creationId xmlns:a16="http://schemas.microsoft.com/office/drawing/2014/main" id="{91842D75-EE6F-48BC-9D91-6682836FD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133"/>
                <a:ext cx="85" cy="168"/>
              </a:xfrm>
              <a:custGeom>
                <a:avLst/>
                <a:gdLst>
                  <a:gd name="T0" fmla="*/ 408 w 34"/>
                  <a:gd name="T1" fmla="*/ 0 h 63"/>
                  <a:gd name="T2" fmla="*/ 470 w 34"/>
                  <a:gd name="T3" fmla="*/ 931 h 63"/>
                  <a:gd name="T4" fmla="*/ 313 w 34"/>
                  <a:gd name="T5" fmla="*/ 1173 h 63"/>
                  <a:gd name="T6" fmla="*/ 0 w 34"/>
                  <a:gd name="T7" fmla="*/ 1139 h 63"/>
                  <a:gd name="T8" fmla="*/ 220 w 34"/>
                  <a:gd name="T9" fmla="*/ 832 h 63"/>
                  <a:gd name="T10" fmla="*/ 313 w 34"/>
                  <a:gd name="T11" fmla="*/ 661 h 63"/>
                  <a:gd name="T12" fmla="*/ 313 w 34"/>
                  <a:gd name="T13" fmla="*/ 376 h 63"/>
                  <a:gd name="T14" fmla="*/ 395 w 34"/>
                  <a:gd name="T15" fmla="*/ 21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63">
                    <a:moveTo>
                      <a:pt x="26" y="0"/>
                    </a:moveTo>
                    <a:cubicBezTo>
                      <a:pt x="33" y="12"/>
                      <a:pt x="34" y="36"/>
                      <a:pt x="30" y="49"/>
                    </a:cubicBezTo>
                    <a:cubicBezTo>
                      <a:pt x="28" y="54"/>
                      <a:pt x="25" y="60"/>
                      <a:pt x="20" y="62"/>
                    </a:cubicBezTo>
                    <a:cubicBezTo>
                      <a:pt x="13" y="63"/>
                      <a:pt x="7" y="57"/>
                      <a:pt x="0" y="60"/>
                    </a:cubicBezTo>
                    <a:cubicBezTo>
                      <a:pt x="6" y="55"/>
                      <a:pt x="24" y="61"/>
                      <a:pt x="14" y="44"/>
                    </a:cubicBezTo>
                    <a:cubicBezTo>
                      <a:pt x="15" y="53"/>
                      <a:pt x="30" y="45"/>
                      <a:pt x="20" y="35"/>
                    </a:cubicBezTo>
                    <a:cubicBezTo>
                      <a:pt x="28" y="40"/>
                      <a:pt x="26" y="23"/>
                      <a:pt x="20" y="20"/>
                    </a:cubicBezTo>
                    <a:cubicBezTo>
                      <a:pt x="28" y="18"/>
                      <a:pt x="27" y="7"/>
                      <a:pt x="25" y="1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2" name="Freeform 574">
                <a:extLst>
                  <a:ext uri="{FF2B5EF4-FFF2-40B4-BE49-F238E27FC236}">
                    <a16:creationId xmlns:a16="http://schemas.microsoft.com/office/drawing/2014/main" id="{5D09B458-7F1D-4A3A-9476-035C7F493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715"/>
                <a:ext cx="90" cy="104"/>
              </a:xfrm>
              <a:custGeom>
                <a:avLst/>
                <a:gdLst>
                  <a:gd name="T0" fmla="*/ 0 w 36"/>
                  <a:gd name="T1" fmla="*/ 739 h 39"/>
                  <a:gd name="T2" fmla="*/ 563 w 36"/>
                  <a:gd name="T3" fmla="*/ 739 h 39"/>
                  <a:gd name="T4" fmla="*/ 363 w 36"/>
                  <a:gd name="T5" fmla="*/ 0 h 39"/>
                  <a:gd name="T6" fmla="*/ 395 w 36"/>
                  <a:gd name="T7" fmla="*/ 397 h 39"/>
                  <a:gd name="T8" fmla="*/ 145 w 36"/>
                  <a:gd name="T9" fmla="*/ 477 h 39"/>
                  <a:gd name="T10" fmla="*/ 220 w 36"/>
                  <a:gd name="T11" fmla="*/ 477 h 39"/>
                  <a:gd name="T12" fmla="*/ 0 w 36"/>
                  <a:gd name="T13" fmla="*/ 62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9">
                    <a:moveTo>
                      <a:pt x="0" y="39"/>
                    </a:moveTo>
                    <a:cubicBezTo>
                      <a:pt x="11" y="35"/>
                      <a:pt x="25" y="38"/>
                      <a:pt x="36" y="39"/>
                    </a:cubicBezTo>
                    <a:cubicBezTo>
                      <a:pt x="30" y="29"/>
                      <a:pt x="32" y="10"/>
                      <a:pt x="23" y="0"/>
                    </a:cubicBezTo>
                    <a:cubicBezTo>
                      <a:pt x="25" y="6"/>
                      <a:pt x="28" y="14"/>
                      <a:pt x="25" y="21"/>
                    </a:cubicBezTo>
                    <a:cubicBezTo>
                      <a:pt x="22" y="26"/>
                      <a:pt x="14" y="31"/>
                      <a:pt x="9" y="25"/>
                    </a:cubicBezTo>
                    <a:cubicBezTo>
                      <a:pt x="11" y="24"/>
                      <a:pt x="12" y="24"/>
                      <a:pt x="14" y="25"/>
                    </a:cubicBezTo>
                    <a:cubicBezTo>
                      <a:pt x="15" y="32"/>
                      <a:pt x="5" y="35"/>
                      <a:pt x="0" y="3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3" name="Freeform 575">
                <a:extLst>
                  <a:ext uri="{FF2B5EF4-FFF2-40B4-BE49-F238E27FC236}">
                    <a16:creationId xmlns:a16="http://schemas.microsoft.com/office/drawing/2014/main" id="{03180BB4-4D64-4352-BC69-DEE6664ED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1821"/>
                <a:ext cx="260" cy="318"/>
              </a:xfrm>
              <a:custGeom>
                <a:avLst/>
                <a:gdLst>
                  <a:gd name="T0" fmla="*/ 520 w 104"/>
                  <a:gd name="T1" fmla="*/ 492 h 119"/>
                  <a:gd name="T2" fmla="*/ 783 w 104"/>
                  <a:gd name="T3" fmla="*/ 687 h 119"/>
                  <a:gd name="T4" fmla="*/ 1050 w 104"/>
                  <a:gd name="T5" fmla="*/ 879 h 119"/>
                  <a:gd name="T6" fmla="*/ 1470 w 104"/>
                  <a:gd name="T7" fmla="*/ 1277 h 119"/>
                  <a:gd name="T8" fmla="*/ 1375 w 104"/>
                  <a:gd name="T9" fmla="*/ 1849 h 119"/>
                  <a:gd name="T10" fmla="*/ 1345 w 104"/>
                  <a:gd name="T11" fmla="*/ 2178 h 119"/>
                  <a:gd name="T12" fmla="*/ 1613 w 104"/>
                  <a:gd name="T13" fmla="*/ 2135 h 119"/>
                  <a:gd name="T14" fmla="*/ 1595 w 104"/>
                  <a:gd name="T15" fmla="*/ 1700 h 119"/>
                  <a:gd name="T16" fmla="*/ 1583 w 104"/>
                  <a:gd name="T17" fmla="*/ 1542 h 119"/>
                  <a:gd name="T18" fmla="*/ 1583 w 104"/>
                  <a:gd name="T19" fmla="*/ 1200 h 119"/>
                  <a:gd name="T20" fmla="*/ 1438 w 104"/>
                  <a:gd name="T21" fmla="*/ 786 h 119"/>
                  <a:gd name="T22" fmla="*/ 1250 w 104"/>
                  <a:gd name="T23" fmla="*/ 820 h 119"/>
                  <a:gd name="T24" fmla="*/ 1158 w 104"/>
                  <a:gd name="T25" fmla="*/ 786 h 119"/>
                  <a:gd name="T26" fmla="*/ 1113 w 104"/>
                  <a:gd name="T27" fmla="*/ 687 h 119"/>
                  <a:gd name="T28" fmla="*/ 925 w 104"/>
                  <a:gd name="T29" fmla="*/ 687 h 119"/>
                  <a:gd name="T30" fmla="*/ 845 w 104"/>
                  <a:gd name="T31" fmla="*/ 534 h 119"/>
                  <a:gd name="T32" fmla="*/ 750 w 104"/>
                  <a:gd name="T33" fmla="*/ 478 h 119"/>
                  <a:gd name="T34" fmla="*/ 613 w 104"/>
                  <a:gd name="T35" fmla="*/ 342 h 119"/>
                  <a:gd name="T36" fmla="*/ 375 w 104"/>
                  <a:gd name="T37" fmla="*/ 251 h 119"/>
                  <a:gd name="T38" fmla="*/ 95 w 104"/>
                  <a:gd name="T39" fmla="*/ 0 h 119"/>
                  <a:gd name="T40" fmla="*/ 95 w 104"/>
                  <a:gd name="T41" fmla="*/ 251 h 1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4" h="119">
                    <a:moveTo>
                      <a:pt x="33" y="26"/>
                    </a:moveTo>
                    <a:cubicBezTo>
                      <a:pt x="38" y="25"/>
                      <a:pt x="46" y="33"/>
                      <a:pt x="50" y="36"/>
                    </a:cubicBezTo>
                    <a:cubicBezTo>
                      <a:pt x="56" y="39"/>
                      <a:pt x="61" y="43"/>
                      <a:pt x="67" y="46"/>
                    </a:cubicBezTo>
                    <a:cubicBezTo>
                      <a:pt x="77" y="52"/>
                      <a:pt x="88" y="56"/>
                      <a:pt x="94" y="67"/>
                    </a:cubicBezTo>
                    <a:cubicBezTo>
                      <a:pt x="99" y="79"/>
                      <a:pt x="93" y="88"/>
                      <a:pt x="88" y="97"/>
                    </a:cubicBezTo>
                    <a:cubicBezTo>
                      <a:pt x="87" y="101"/>
                      <a:pt x="84" y="111"/>
                      <a:pt x="86" y="114"/>
                    </a:cubicBezTo>
                    <a:cubicBezTo>
                      <a:pt x="90" y="119"/>
                      <a:pt x="101" y="117"/>
                      <a:pt x="103" y="112"/>
                    </a:cubicBezTo>
                    <a:cubicBezTo>
                      <a:pt x="90" y="113"/>
                      <a:pt x="101" y="93"/>
                      <a:pt x="102" y="89"/>
                    </a:cubicBezTo>
                    <a:cubicBezTo>
                      <a:pt x="104" y="83"/>
                      <a:pt x="103" y="87"/>
                      <a:pt x="101" y="81"/>
                    </a:cubicBezTo>
                    <a:cubicBezTo>
                      <a:pt x="99" y="74"/>
                      <a:pt x="101" y="70"/>
                      <a:pt x="101" y="63"/>
                    </a:cubicBezTo>
                    <a:cubicBezTo>
                      <a:pt x="93" y="60"/>
                      <a:pt x="89" y="48"/>
                      <a:pt x="92" y="41"/>
                    </a:cubicBezTo>
                    <a:cubicBezTo>
                      <a:pt x="89" y="43"/>
                      <a:pt x="85" y="44"/>
                      <a:pt x="80" y="43"/>
                    </a:cubicBezTo>
                    <a:cubicBezTo>
                      <a:pt x="78" y="43"/>
                      <a:pt x="76" y="43"/>
                      <a:pt x="74" y="41"/>
                    </a:cubicBezTo>
                    <a:cubicBezTo>
                      <a:pt x="72" y="40"/>
                      <a:pt x="73" y="36"/>
                      <a:pt x="71" y="36"/>
                    </a:cubicBezTo>
                    <a:cubicBezTo>
                      <a:pt x="67" y="34"/>
                      <a:pt x="63" y="38"/>
                      <a:pt x="59" y="36"/>
                    </a:cubicBezTo>
                    <a:cubicBezTo>
                      <a:pt x="56" y="34"/>
                      <a:pt x="56" y="30"/>
                      <a:pt x="54" y="28"/>
                    </a:cubicBezTo>
                    <a:cubicBezTo>
                      <a:pt x="51" y="26"/>
                      <a:pt x="51" y="27"/>
                      <a:pt x="48" y="25"/>
                    </a:cubicBezTo>
                    <a:cubicBezTo>
                      <a:pt x="43" y="23"/>
                      <a:pt x="43" y="23"/>
                      <a:pt x="39" y="18"/>
                    </a:cubicBezTo>
                    <a:cubicBezTo>
                      <a:pt x="34" y="11"/>
                      <a:pt x="32" y="14"/>
                      <a:pt x="24" y="13"/>
                    </a:cubicBezTo>
                    <a:cubicBezTo>
                      <a:pt x="15" y="12"/>
                      <a:pt x="9" y="6"/>
                      <a:pt x="6" y="0"/>
                    </a:cubicBezTo>
                    <a:cubicBezTo>
                      <a:pt x="0" y="3"/>
                      <a:pt x="4" y="9"/>
                      <a:pt x="6" y="1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4" name="Freeform 576">
                <a:extLst>
                  <a:ext uri="{FF2B5EF4-FFF2-40B4-BE49-F238E27FC236}">
                    <a16:creationId xmlns:a16="http://schemas.microsoft.com/office/drawing/2014/main" id="{765DB3E7-5E6B-45E5-A07F-2DBF9B387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840"/>
                <a:ext cx="145" cy="141"/>
              </a:xfrm>
              <a:custGeom>
                <a:avLst/>
                <a:gdLst>
                  <a:gd name="T0" fmla="*/ 188 w 58"/>
                  <a:gd name="T1" fmla="*/ 226 h 53"/>
                  <a:gd name="T2" fmla="*/ 83 w 58"/>
                  <a:gd name="T3" fmla="*/ 750 h 53"/>
                  <a:gd name="T4" fmla="*/ 345 w 58"/>
                  <a:gd name="T5" fmla="*/ 849 h 53"/>
                  <a:gd name="T6" fmla="*/ 613 w 58"/>
                  <a:gd name="T7" fmla="*/ 490 h 53"/>
                  <a:gd name="T8" fmla="*/ 738 w 58"/>
                  <a:gd name="T9" fmla="*/ 303 h 53"/>
                  <a:gd name="T10" fmla="*/ 908 w 58"/>
                  <a:gd name="T11" fmla="*/ 149 h 53"/>
                  <a:gd name="T12" fmla="*/ 563 w 58"/>
                  <a:gd name="T13" fmla="*/ 362 h 53"/>
                  <a:gd name="T14" fmla="*/ 395 w 58"/>
                  <a:gd name="T15" fmla="*/ 93 h 53"/>
                  <a:gd name="T16" fmla="*/ 270 w 58"/>
                  <a:gd name="T17" fmla="*/ 170 h 53"/>
                  <a:gd name="T18" fmla="*/ 95 w 58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53">
                    <a:moveTo>
                      <a:pt x="12" y="12"/>
                    </a:moveTo>
                    <a:cubicBezTo>
                      <a:pt x="16" y="25"/>
                      <a:pt x="9" y="29"/>
                      <a:pt x="5" y="40"/>
                    </a:cubicBezTo>
                    <a:cubicBezTo>
                      <a:pt x="0" y="53"/>
                      <a:pt x="15" y="50"/>
                      <a:pt x="22" y="45"/>
                    </a:cubicBezTo>
                    <a:cubicBezTo>
                      <a:pt x="30" y="41"/>
                      <a:pt x="33" y="32"/>
                      <a:pt x="39" y="26"/>
                    </a:cubicBezTo>
                    <a:cubicBezTo>
                      <a:pt x="41" y="23"/>
                      <a:pt x="44" y="18"/>
                      <a:pt x="47" y="16"/>
                    </a:cubicBezTo>
                    <a:cubicBezTo>
                      <a:pt x="51" y="13"/>
                      <a:pt x="56" y="13"/>
                      <a:pt x="58" y="8"/>
                    </a:cubicBezTo>
                    <a:cubicBezTo>
                      <a:pt x="53" y="12"/>
                      <a:pt x="42" y="20"/>
                      <a:pt x="36" y="19"/>
                    </a:cubicBezTo>
                    <a:cubicBezTo>
                      <a:pt x="30" y="18"/>
                      <a:pt x="27" y="10"/>
                      <a:pt x="25" y="5"/>
                    </a:cubicBezTo>
                    <a:cubicBezTo>
                      <a:pt x="22" y="7"/>
                      <a:pt x="21" y="10"/>
                      <a:pt x="17" y="9"/>
                    </a:cubicBezTo>
                    <a:cubicBezTo>
                      <a:pt x="13" y="9"/>
                      <a:pt x="9" y="2"/>
                      <a:pt x="6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5" name="Freeform 577">
                <a:extLst>
                  <a:ext uri="{FF2B5EF4-FFF2-40B4-BE49-F238E27FC236}">
                    <a16:creationId xmlns:a16="http://schemas.microsoft.com/office/drawing/2014/main" id="{9701EA6C-25C1-4F4B-B649-2CE51301B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1843"/>
                <a:ext cx="153" cy="61"/>
              </a:xfrm>
              <a:custGeom>
                <a:avLst/>
                <a:gdLst>
                  <a:gd name="T0" fmla="*/ 0 w 61"/>
                  <a:gd name="T1" fmla="*/ 239 h 23"/>
                  <a:gd name="T2" fmla="*/ 188 w 61"/>
                  <a:gd name="T3" fmla="*/ 34 h 23"/>
                  <a:gd name="T4" fmla="*/ 534 w 61"/>
                  <a:gd name="T5" fmla="*/ 21 h 23"/>
                  <a:gd name="T6" fmla="*/ 818 w 61"/>
                  <a:gd name="T7" fmla="*/ 77 h 23"/>
                  <a:gd name="T8" fmla="*/ 963 w 61"/>
                  <a:gd name="T9" fmla="*/ 430 h 23"/>
                  <a:gd name="T10" fmla="*/ 788 w 61"/>
                  <a:gd name="T11" fmla="*/ 225 h 23"/>
                  <a:gd name="T12" fmla="*/ 630 w 61"/>
                  <a:gd name="T13" fmla="*/ 149 h 23"/>
                  <a:gd name="T14" fmla="*/ 504 w 61"/>
                  <a:gd name="T15" fmla="*/ 9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23">
                    <a:moveTo>
                      <a:pt x="0" y="13"/>
                    </a:moveTo>
                    <a:cubicBezTo>
                      <a:pt x="3" y="9"/>
                      <a:pt x="6" y="3"/>
                      <a:pt x="12" y="2"/>
                    </a:cubicBezTo>
                    <a:cubicBezTo>
                      <a:pt x="18" y="0"/>
                      <a:pt x="29" y="0"/>
                      <a:pt x="34" y="1"/>
                    </a:cubicBezTo>
                    <a:cubicBezTo>
                      <a:pt x="40" y="1"/>
                      <a:pt x="47" y="2"/>
                      <a:pt x="52" y="4"/>
                    </a:cubicBezTo>
                    <a:cubicBezTo>
                      <a:pt x="61" y="7"/>
                      <a:pt x="60" y="15"/>
                      <a:pt x="61" y="23"/>
                    </a:cubicBezTo>
                    <a:cubicBezTo>
                      <a:pt x="61" y="18"/>
                      <a:pt x="57" y="5"/>
                      <a:pt x="50" y="12"/>
                    </a:cubicBezTo>
                    <a:cubicBezTo>
                      <a:pt x="48" y="8"/>
                      <a:pt x="44" y="5"/>
                      <a:pt x="40" y="8"/>
                    </a:cubicBezTo>
                    <a:cubicBezTo>
                      <a:pt x="38" y="5"/>
                      <a:pt x="34" y="4"/>
                      <a:pt x="3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6" name="Freeform 578">
                <a:extLst>
                  <a:ext uri="{FF2B5EF4-FFF2-40B4-BE49-F238E27FC236}">
                    <a16:creationId xmlns:a16="http://schemas.microsoft.com/office/drawing/2014/main" id="{4501DD70-9D5C-4F8C-A4FD-C7B0902E3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1875"/>
                <a:ext cx="142" cy="93"/>
              </a:xfrm>
              <a:custGeom>
                <a:avLst/>
                <a:gdLst>
                  <a:gd name="T0" fmla="*/ 0 w 57"/>
                  <a:gd name="T1" fmla="*/ 656 h 35"/>
                  <a:gd name="T2" fmla="*/ 416 w 57"/>
                  <a:gd name="T3" fmla="*/ 133 h 35"/>
                  <a:gd name="T4" fmla="*/ 712 w 57"/>
                  <a:gd name="T5" fmla="*/ 56 h 35"/>
                  <a:gd name="T6" fmla="*/ 882 w 57"/>
                  <a:gd name="T7" fmla="*/ 260 h 35"/>
                  <a:gd name="T8" fmla="*/ 590 w 57"/>
                  <a:gd name="T9" fmla="*/ 226 h 35"/>
                  <a:gd name="T10" fmla="*/ 478 w 57"/>
                  <a:gd name="T11" fmla="*/ 340 h 35"/>
                  <a:gd name="T12" fmla="*/ 324 w 57"/>
                  <a:gd name="T13" fmla="*/ 452 h 35"/>
                  <a:gd name="T14" fmla="*/ 217 w 57"/>
                  <a:gd name="T15" fmla="*/ 601 h 35"/>
                  <a:gd name="T16" fmla="*/ 92 w 57"/>
                  <a:gd name="T17" fmla="*/ 622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35">
                    <a:moveTo>
                      <a:pt x="0" y="35"/>
                    </a:moveTo>
                    <a:cubicBezTo>
                      <a:pt x="14" y="32"/>
                      <a:pt x="16" y="14"/>
                      <a:pt x="27" y="7"/>
                    </a:cubicBezTo>
                    <a:cubicBezTo>
                      <a:pt x="32" y="4"/>
                      <a:pt x="41" y="0"/>
                      <a:pt x="46" y="3"/>
                    </a:cubicBezTo>
                    <a:cubicBezTo>
                      <a:pt x="49" y="4"/>
                      <a:pt x="54" y="12"/>
                      <a:pt x="57" y="14"/>
                    </a:cubicBezTo>
                    <a:cubicBezTo>
                      <a:pt x="53" y="11"/>
                      <a:pt x="38" y="1"/>
                      <a:pt x="38" y="12"/>
                    </a:cubicBezTo>
                    <a:cubicBezTo>
                      <a:pt x="32" y="9"/>
                      <a:pt x="30" y="13"/>
                      <a:pt x="31" y="18"/>
                    </a:cubicBezTo>
                    <a:cubicBezTo>
                      <a:pt x="25" y="13"/>
                      <a:pt x="20" y="18"/>
                      <a:pt x="21" y="24"/>
                    </a:cubicBezTo>
                    <a:cubicBezTo>
                      <a:pt x="15" y="22"/>
                      <a:pt x="14" y="26"/>
                      <a:pt x="14" y="32"/>
                    </a:cubicBezTo>
                    <a:cubicBezTo>
                      <a:pt x="12" y="32"/>
                      <a:pt x="8" y="31"/>
                      <a:pt x="6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7" name="Freeform 579">
                <a:extLst>
                  <a:ext uri="{FF2B5EF4-FFF2-40B4-BE49-F238E27FC236}">
                    <a16:creationId xmlns:a16="http://schemas.microsoft.com/office/drawing/2014/main" id="{8B1EA6BD-5C55-4437-ACB5-FC9557E12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061"/>
                <a:ext cx="90" cy="56"/>
              </a:xfrm>
              <a:custGeom>
                <a:avLst/>
                <a:gdLst>
                  <a:gd name="T0" fmla="*/ 145 w 36"/>
                  <a:gd name="T1" fmla="*/ 397 h 21"/>
                  <a:gd name="T2" fmla="*/ 563 w 36"/>
                  <a:gd name="T3" fmla="*/ 56 h 21"/>
                  <a:gd name="T4" fmla="*/ 283 w 36"/>
                  <a:gd name="T5" fmla="*/ 205 h 21"/>
                  <a:gd name="T6" fmla="*/ 188 w 36"/>
                  <a:gd name="T7" fmla="*/ 136 h 21"/>
                  <a:gd name="T8" fmla="*/ 175 w 36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9" y="21"/>
                    </a:moveTo>
                    <a:cubicBezTo>
                      <a:pt x="0" y="0"/>
                      <a:pt x="23" y="2"/>
                      <a:pt x="36" y="3"/>
                    </a:cubicBezTo>
                    <a:cubicBezTo>
                      <a:pt x="32" y="3"/>
                      <a:pt x="15" y="4"/>
                      <a:pt x="18" y="11"/>
                    </a:cubicBezTo>
                    <a:cubicBezTo>
                      <a:pt x="17" y="9"/>
                      <a:pt x="15" y="7"/>
                      <a:pt x="12" y="7"/>
                    </a:cubicBezTo>
                    <a:cubicBezTo>
                      <a:pt x="11" y="10"/>
                      <a:pt x="11" y="13"/>
                      <a:pt x="1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8" name="Freeform 580">
                <a:extLst>
                  <a:ext uri="{FF2B5EF4-FFF2-40B4-BE49-F238E27FC236}">
                    <a16:creationId xmlns:a16="http://schemas.microsoft.com/office/drawing/2014/main" id="{46E30671-F3EF-494F-AD87-078B0AA5B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211"/>
                <a:ext cx="57" cy="226"/>
              </a:xfrm>
              <a:custGeom>
                <a:avLst/>
                <a:gdLst>
                  <a:gd name="T0" fmla="*/ 104 w 23"/>
                  <a:gd name="T1" fmla="*/ 0 h 85"/>
                  <a:gd name="T2" fmla="*/ 216 w 23"/>
                  <a:gd name="T3" fmla="*/ 465 h 85"/>
                  <a:gd name="T4" fmla="*/ 228 w 23"/>
                  <a:gd name="T5" fmla="*/ 861 h 85"/>
                  <a:gd name="T6" fmla="*/ 0 w 23"/>
                  <a:gd name="T7" fmla="*/ 1598 h 85"/>
                  <a:gd name="T8" fmla="*/ 258 w 23"/>
                  <a:gd name="T9" fmla="*/ 1407 h 85"/>
                  <a:gd name="T10" fmla="*/ 337 w 23"/>
                  <a:gd name="T11" fmla="*/ 1053 h 85"/>
                  <a:gd name="T12" fmla="*/ 349 w 23"/>
                  <a:gd name="T13" fmla="*/ 715 h 85"/>
                  <a:gd name="T14" fmla="*/ 287 w 23"/>
                  <a:gd name="T15" fmla="*/ 508 h 85"/>
                  <a:gd name="T16" fmla="*/ 320 w 23"/>
                  <a:gd name="T17" fmla="*/ 431 h 85"/>
                  <a:gd name="T18" fmla="*/ 278 w 23"/>
                  <a:gd name="T19" fmla="*/ 396 h 85"/>
                  <a:gd name="T20" fmla="*/ 228 w 23"/>
                  <a:gd name="T21" fmla="*/ 191 h 85"/>
                  <a:gd name="T22" fmla="*/ 136 w 23"/>
                  <a:gd name="T23" fmla="*/ 21 h 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85">
                    <a:moveTo>
                      <a:pt x="7" y="0"/>
                    </a:moveTo>
                    <a:cubicBezTo>
                      <a:pt x="9" y="9"/>
                      <a:pt x="13" y="16"/>
                      <a:pt x="14" y="25"/>
                    </a:cubicBezTo>
                    <a:cubicBezTo>
                      <a:pt x="15" y="32"/>
                      <a:pt x="15" y="39"/>
                      <a:pt x="15" y="46"/>
                    </a:cubicBezTo>
                    <a:cubicBezTo>
                      <a:pt x="15" y="56"/>
                      <a:pt x="16" y="85"/>
                      <a:pt x="0" y="85"/>
                    </a:cubicBezTo>
                    <a:cubicBezTo>
                      <a:pt x="7" y="83"/>
                      <a:pt x="11" y="78"/>
                      <a:pt x="17" y="75"/>
                    </a:cubicBezTo>
                    <a:cubicBezTo>
                      <a:pt x="16" y="68"/>
                      <a:pt x="16" y="61"/>
                      <a:pt x="22" y="56"/>
                    </a:cubicBezTo>
                    <a:cubicBezTo>
                      <a:pt x="16" y="50"/>
                      <a:pt x="20" y="43"/>
                      <a:pt x="23" y="38"/>
                    </a:cubicBezTo>
                    <a:cubicBezTo>
                      <a:pt x="19" y="36"/>
                      <a:pt x="20" y="31"/>
                      <a:pt x="19" y="27"/>
                    </a:cubicBezTo>
                    <a:cubicBezTo>
                      <a:pt x="19" y="26"/>
                      <a:pt x="21" y="24"/>
                      <a:pt x="21" y="23"/>
                    </a:cubicBezTo>
                    <a:cubicBezTo>
                      <a:pt x="20" y="22"/>
                      <a:pt x="18" y="22"/>
                      <a:pt x="18" y="21"/>
                    </a:cubicBezTo>
                    <a:cubicBezTo>
                      <a:pt x="18" y="18"/>
                      <a:pt x="17" y="12"/>
                      <a:pt x="15" y="10"/>
                    </a:cubicBezTo>
                    <a:cubicBezTo>
                      <a:pt x="14" y="6"/>
                      <a:pt x="10" y="5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9" name="Freeform 581">
                <a:extLst>
                  <a:ext uri="{FF2B5EF4-FFF2-40B4-BE49-F238E27FC236}">
                    <a16:creationId xmlns:a16="http://schemas.microsoft.com/office/drawing/2014/main" id="{0D41E5BC-0BC3-47A9-BB2A-3814212F8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277"/>
                <a:ext cx="47" cy="94"/>
              </a:xfrm>
              <a:custGeom>
                <a:avLst/>
                <a:gdLst>
                  <a:gd name="T0" fmla="*/ 287 w 19"/>
                  <a:gd name="T1" fmla="*/ 0 h 35"/>
                  <a:gd name="T2" fmla="*/ 228 w 19"/>
                  <a:gd name="T3" fmla="*/ 677 h 35"/>
                  <a:gd name="T4" fmla="*/ 195 w 19"/>
                  <a:gd name="T5" fmla="*/ 287 h 35"/>
                  <a:gd name="T6" fmla="*/ 275 w 19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5">
                    <a:moveTo>
                      <a:pt x="19" y="0"/>
                    </a:moveTo>
                    <a:cubicBezTo>
                      <a:pt x="0" y="5"/>
                      <a:pt x="8" y="23"/>
                      <a:pt x="15" y="35"/>
                    </a:cubicBezTo>
                    <a:cubicBezTo>
                      <a:pt x="12" y="30"/>
                      <a:pt x="6" y="20"/>
                      <a:pt x="13" y="15"/>
                    </a:cubicBezTo>
                    <a:cubicBezTo>
                      <a:pt x="8" y="9"/>
                      <a:pt x="15" y="5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0" name="Freeform 582">
                <a:extLst>
                  <a:ext uri="{FF2B5EF4-FFF2-40B4-BE49-F238E27FC236}">
                    <a16:creationId xmlns:a16="http://schemas.microsoft.com/office/drawing/2014/main" id="{3644AE60-9564-438B-8F2D-27ACC4C3C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155"/>
                <a:ext cx="50" cy="74"/>
              </a:xfrm>
              <a:custGeom>
                <a:avLst/>
                <a:gdLst>
                  <a:gd name="T0" fmla="*/ 50 w 20"/>
                  <a:gd name="T1" fmla="*/ 34 h 28"/>
                  <a:gd name="T2" fmla="*/ 313 w 20"/>
                  <a:gd name="T3" fmla="*/ 518 h 28"/>
                  <a:gd name="T4" fmla="*/ 208 w 20"/>
                  <a:gd name="T5" fmla="*/ 315 h 28"/>
                  <a:gd name="T6" fmla="*/ 158 w 20"/>
                  <a:gd name="T7" fmla="*/ 336 h 28"/>
                  <a:gd name="T8" fmla="*/ 95 w 20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8">
                    <a:moveTo>
                      <a:pt x="3" y="2"/>
                    </a:moveTo>
                    <a:cubicBezTo>
                      <a:pt x="0" y="16"/>
                      <a:pt x="8" y="20"/>
                      <a:pt x="20" y="28"/>
                    </a:cubicBezTo>
                    <a:cubicBezTo>
                      <a:pt x="15" y="26"/>
                      <a:pt x="10" y="22"/>
                      <a:pt x="13" y="17"/>
                    </a:cubicBezTo>
                    <a:cubicBezTo>
                      <a:pt x="12" y="17"/>
                      <a:pt x="11" y="17"/>
                      <a:pt x="10" y="18"/>
                    </a:cubicBezTo>
                    <a:cubicBezTo>
                      <a:pt x="7" y="13"/>
                      <a:pt x="2" y="5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1" name="Freeform 583">
                <a:extLst>
                  <a:ext uri="{FF2B5EF4-FFF2-40B4-BE49-F238E27FC236}">
                    <a16:creationId xmlns:a16="http://schemas.microsoft.com/office/drawing/2014/main" id="{83FD110A-4C5D-4914-9B96-B6906DE25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123"/>
                <a:ext cx="90" cy="120"/>
              </a:xfrm>
              <a:custGeom>
                <a:avLst/>
                <a:gdLst>
                  <a:gd name="T0" fmla="*/ 533 w 36"/>
                  <a:gd name="T1" fmla="*/ 0 h 45"/>
                  <a:gd name="T2" fmla="*/ 220 w 36"/>
                  <a:gd name="T3" fmla="*/ 853 h 45"/>
                  <a:gd name="T4" fmla="*/ 345 w 36"/>
                  <a:gd name="T5" fmla="*/ 512 h 45"/>
                  <a:gd name="T6" fmla="*/ 438 w 36"/>
                  <a:gd name="T7" fmla="*/ 307 h 45"/>
                  <a:gd name="T8" fmla="*/ 563 w 36"/>
                  <a:gd name="T9" fmla="*/ 3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5">
                    <a:moveTo>
                      <a:pt x="34" y="0"/>
                    </a:moveTo>
                    <a:cubicBezTo>
                      <a:pt x="22" y="5"/>
                      <a:pt x="0" y="32"/>
                      <a:pt x="14" y="45"/>
                    </a:cubicBezTo>
                    <a:cubicBezTo>
                      <a:pt x="14" y="41"/>
                      <a:pt x="12" y="22"/>
                      <a:pt x="22" y="27"/>
                    </a:cubicBezTo>
                    <a:cubicBezTo>
                      <a:pt x="18" y="21"/>
                      <a:pt x="21" y="15"/>
                      <a:pt x="28" y="16"/>
                    </a:cubicBezTo>
                    <a:cubicBezTo>
                      <a:pt x="26" y="7"/>
                      <a:pt x="29" y="7"/>
                      <a:pt x="3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2" name="Freeform 584">
                <a:extLst>
                  <a:ext uri="{FF2B5EF4-FFF2-40B4-BE49-F238E27FC236}">
                    <a16:creationId xmlns:a16="http://schemas.microsoft.com/office/drawing/2014/main" id="{F164FF77-2EA8-48F7-A5CF-E01B398C6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299"/>
                <a:ext cx="95" cy="117"/>
              </a:xfrm>
              <a:custGeom>
                <a:avLst/>
                <a:gdLst>
                  <a:gd name="T0" fmla="*/ 408 w 38"/>
                  <a:gd name="T1" fmla="*/ 0 h 44"/>
                  <a:gd name="T2" fmla="*/ 408 w 38"/>
                  <a:gd name="T3" fmla="*/ 524 h 44"/>
                  <a:gd name="T4" fmla="*/ 0 w 38"/>
                  <a:gd name="T5" fmla="*/ 678 h 44"/>
                  <a:gd name="T6" fmla="*/ 250 w 38"/>
                  <a:gd name="T7" fmla="*/ 827 h 44"/>
                  <a:gd name="T8" fmla="*/ 375 w 38"/>
                  <a:gd name="T9" fmla="*/ 694 h 44"/>
                  <a:gd name="T10" fmla="*/ 583 w 38"/>
                  <a:gd name="T11" fmla="*/ 487 h 44"/>
                  <a:gd name="T12" fmla="*/ 595 w 38"/>
                  <a:gd name="T13" fmla="*/ 191 h 44"/>
                  <a:gd name="T14" fmla="*/ 438 w 38"/>
                  <a:gd name="T15" fmla="*/ 21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44">
                    <a:moveTo>
                      <a:pt x="26" y="0"/>
                    </a:moveTo>
                    <a:cubicBezTo>
                      <a:pt x="34" y="7"/>
                      <a:pt x="32" y="21"/>
                      <a:pt x="26" y="28"/>
                    </a:cubicBezTo>
                    <a:cubicBezTo>
                      <a:pt x="21" y="35"/>
                      <a:pt x="9" y="36"/>
                      <a:pt x="0" y="36"/>
                    </a:cubicBezTo>
                    <a:cubicBezTo>
                      <a:pt x="5" y="37"/>
                      <a:pt x="14" y="37"/>
                      <a:pt x="16" y="44"/>
                    </a:cubicBezTo>
                    <a:cubicBezTo>
                      <a:pt x="15" y="35"/>
                      <a:pt x="20" y="39"/>
                      <a:pt x="24" y="37"/>
                    </a:cubicBezTo>
                    <a:cubicBezTo>
                      <a:pt x="30" y="33"/>
                      <a:pt x="27" y="26"/>
                      <a:pt x="37" y="26"/>
                    </a:cubicBezTo>
                    <a:cubicBezTo>
                      <a:pt x="34" y="22"/>
                      <a:pt x="35" y="15"/>
                      <a:pt x="38" y="10"/>
                    </a:cubicBezTo>
                    <a:cubicBezTo>
                      <a:pt x="34" y="8"/>
                      <a:pt x="29" y="6"/>
                      <a:pt x="2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3" name="Freeform 585">
                <a:extLst>
                  <a:ext uri="{FF2B5EF4-FFF2-40B4-BE49-F238E27FC236}">
                    <a16:creationId xmlns:a16="http://schemas.microsoft.com/office/drawing/2014/main" id="{2A6F8E05-62FE-4687-87CB-E0664C60E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093"/>
                <a:ext cx="73" cy="131"/>
              </a:xfrm>
              <a:custGeom>
                <a:avLst/>
                <a:gdLst>
                  <a:gd name="T0" fmla="*/ 463 w 29"/>
                  <a:gd name="T1" fmla="*/ 0 h 49"/>
                  <a:gd name="T2" fmla="*/ 63 w 29"/>
                  <a:gd name="T3" fmla="*/ 265 h 49"/>
                  <a:gd name="T4" fmla="*/ 33 w 29"/>
                  <a:gd name="T5" fmla="*/ 513 h 49"/>
                  <a:gd name="T6" fmla="*/ 33 w 29"/>
                  <a:gd name="T7" fmla="*/ 936 h 49"/>
                  <a:gd name="T8" fmla="*/ 126 w 29"/>
                  <a:gd name="T9" fmla="*/ 628 h 49"/>
                  <a:gd name="T10" fmla="*/ 146 w 29"/>
                  <a:gd name="T11" fmla="*/ 380 h 49"/>
                  <a:gd name="T12" fmla="*/ 222 w 29"/>
                  <a:gd name="T13" fmla="*/ 209 h 49"/>
                  <a:gd name="T14" fmla="*/ 317 w 29"/>
                  <a:gd name="T15" fmla="*/ 115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49">
                    <a:moveTo>
                      <a:pt x="29" y="0"/>
                    </a:moveTo>
                    <a:cubicBezTo>
                      <a:pt x="21" y="4"/>
                      <a:pt x="11" y="6"/>
                      <a:pt x="4" y="14"/>
                    </a:cubicBezTo>
                    <a:cubicBezTo>
                      <a:pt x="0" y="19"/>
                      <a:pt x="1" y="21"/>
                      <a:pt x="2" y="27"/>
                    </a:cubicBezTo>
                    <a:cubicBezTo>
                      <a:pt x="3" y="34"/>
                      <a:pt x="3" y="42"/>
                      <a:pt x="2" y="49"/>
                    </a:cubicBezTo>
                    <a:cubicBezTo>
                      <a:pt x="2" y="45"/>
                      <a:pt x="4" y="35"/>
                      <a:pt x="8" y="33"/>
                    </a:cubicBezTo>
                    <a:cubicBezTo>
                      <a:pt x="8" y="29"/>
                      <a:pt x="2" y="22"/>
                      <a:pt x="9" y="20"/>
                    </a:cubicBezTo>
                    <a:cubicBezTo>
                      <a:pt x="5" y="13"/>
                      <a:pt x="11" y="14"/>
                      <a:pt x="14" y="11"/>
                    </a:cubicBezTo>
                    <a:cubicBezTo>
                      <a:pt x="16" y="9"/>
                      <a:pt x="14" y="5"/>
                      <a:pt x="2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4" name="Freeform 586">
                <a:extLst>
                  <a:ext uri="{FF2B5EF4-FFF2-40B4-BE49-F238E27FC236}">
                    <a16:creationId xmlns:a16="http://schemas.microsoft.com/office/drawing/2014/main" id="{C6E76E50-C0F2-47A8-A944-3FEE4BFB8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933"/>
                <a:ext cx="75" cy="110"/>
              </a:xfrm>
              <a:custGeom>
                <a:avLst/>
                <a:gdLst>
                  <a:gd name="T0" fmla="*/ 0 w 30"/>
                  <a:gd name="T1" fmla="*/ 791 h 41"/>
                  <a:gd name="T2" fmla="*/ 175 w 30"/>
                  <a:gd name="T3" fmla="*/ 287 h 41"/>
                  <a:gd name="T4" fmla="*/ 470 w 30"/>
                  <a:gd name="T5" fmla="*/ 0 h 41"/>
                  <a:gd name="T6" fmla="*/ 375 w 30"/>
                  <a:gd name="T7" fmla="*/ 231 h 41"/>
                  <a:gd name="T8" fmla="*/ 270 w 30"/>
                  <a:gd name="T9" fmla="*/ 389 h 41"/>
                  <a:gd name="T10" fmla="*/ 208 w 30"/>
                  <a:gd name="T11" fmla="*/ 368 h 41"/>
                  <a:gd name="T12" fmla="*/ 188 w 30"/>
                  <a:gd name="T13" fmla="*/ 445 h 41"/>
                  <a:gd name="T14" fmla="*/ 83 w 30"/>
                  <a:gd name="T15" fmla="*/ 518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41">
                    <a:moveTo>
                      <a:pt x="0" y="41"/>
                    </a:moveTo>
                    <a:cubicBezTo>
                      <a:pt x="4" y="33"/>
                      <a:pt x="4" y="22"/>
                      <a:pt x="11" y="15"/>
                    </a:cubicBezTo>
                    <a:cubicBezTo>
                      <a:pt x="16" y="10"/>
                      <a:pt x="30" y="9"/>
                      <a:pt x="30" y="0"/>
                    </a:cubicBezTo>
                    <a:cubicBezTo>
                      <a:pt x="29" y="5"/>
                      <a:pt x="28" y="8"/>
                      <a:pt x="24" y="12"/>
                    </a:cubicBezTo>
                    <a:cubicBezTo>
                      <a:pt x="21" y="14"/>
                      <a:pt x="14" y="13"/>
                      <a:pt x="17" y="20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20"/>
                      <a:pt x="12" y="22"/>
                      <a:pt x="12" y="23"/>
                    </a:cubicBezTo>
                    <a:cubicBezTo>
                      <a:pt x="8" y="21"/>
                      <a:pt x="5" y="23"/>
                      <a:pt x="5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5" name="Freeform 587">
                <a:extLst>
                  <a:ext uri="{FF2B5EF4-FFF2-40B4-BE49-F238E27FC236}">
                    <a16:creationId xmlns:a16="http://schemas.microsoft.com/office/drawing/2014/main" id="{F1398FE8-489C-4950-8132-FF8E677C8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520"/>
                <a:ext cx="195" cy="59"/>
              </a:xfrm>
              <a:custGeom>
                <a:avLst/>
                <a:gdLst>
                  <a:gd name="T0" fmla="*/ 0 w 78"/>
                  <a:gd name="T1" fmla="*/ 389 h 22"/>
                  <a:gd name="T2" fmla="*/ 595 w 78"/>
                  <a:gd name="T3" fmla="*/ 252 h 22"/>
                  <a:gd name="T4" fmla="*/ 1220 w 78"/>
                  <a:gd name="T5" fmla="*/ 424 h 22"/>
                  <a:gd name="T6" fmla="*/ 1020 w 78"/>
                  <a:gd name="T7" fmla="*/ 330 h 22"/>
                  <a:gd name="T8" fmla="*/ 863 w 78"/>
                  <a:gd name="T9" fmla="*/ 330 h 22"/>
                  <a:gd name="T10" fmla="*/ 688 w 78"/>
                  <a:gd name="T11" fmla="*/ 367 h 22"/>
                  <a:gd name="T12" fmla="*/ 563 w 78"/>
                  <a:gd name="T13" fmla="*/ 330 h 22"/>
                  <a:gd name="T14" fmla="*/ 408 w 78"/>
                  <a:gd name="T15" fmla="*/ 346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22">
                    <a:moveTo>
                      <a:pt x="0" y="20"/>
                    </a:moveTo>
                    <a:cubicBezTo>
                      <a:pt x="14" y="19"/>
                      <a:pt x="25" y="17"/>
                      <a:pt x="38" y="13"/>
                    </a:cubicBezTo>
                    <a:cubicBezTo>
                      <a:pt x="52" y="8"/>
                      <a:pt x="76" y="0"/>
                      <a:pt x="78" y="22"/>
                    </a:cubicBezTo>
                    <a:cubicBezTo>
                      <a:pt x="75" y="17"/>
                      <a:pt x="70" y="11"/>
                      <a:pt x="65" y="17"/>
                    </a:cubicBezTo>
                    <a:cubicBezTo>
                      <a:pt x="65" y="7"/>
                      <a:pt x="58" y="14"/>
                      <a:pt x="55" y="17"/>
                    </a:cubicBezTo>
                    <a:cubicBezTo>
                      <a:pt x="51" y="13"/>
                      <a:pt x="46" y="11"/>
                      <a:pt x="44" y="19"/>
                    </a:cubicBezTo>
                    <a:cubicBezTo>
                      <a:pt x="40" y="17"/>
                      <a:pt x="40" y="17"/>
                      <a:pt x="36" y="17"/>
                    </a:cubicBezTo>
                    <a:cubicBezTo>
                      <a:pt x="32" y="18"/>
                      <a:pt x="32" y="22"/>
                      <a:pt x="26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6" name="Freeform 588">
                <a:extLst>
                  <a:ext uri="{FF2B5EF4-FFF2-40B4-BE49-F238E27FC236}">
                    <a16:creationId xmlns:a16="http://schemas.microsoft.com/office/drawing/2014/main" id="{0F2AED76-6767-4EF6-937E-AC18AF467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347"/>
                <a:ext cx="100" cy="157"/>
              </a:xfrm>
              <a:custGeom>
                <a:avLst/>
                <a:gdLst>
                  <a:gd name="T0" fmla="*/ 625 w 40"/>
                  <a:gd name="T1" fmla="*/ 0 h 59"/>
                  <a:gd name="T2" fmla="*/ 238 w 40"/>
                  <a:gd name="T3" fmla="*/ 362 h 59"/>
                  <a:gd name="T4" fmla="*/ 145 w 40"/>
                  <a:gd name="T5" fmla="*/ 636 h 59"/>
                  <a:gd name="T6" fmla="*/ 0 w 40"/>
                  <a:gd name="T7" fmla="*/ 1112 h 59"/>
                  <a:gd name="T8" fmla="*/ 188 w 40"/>
                  <a:gd name="T9" fmla="*/ 793 h 59"/>
                  <a:gd name="T10" fmla="*/ 270 w 40"/>
                  <a:gd name="T11" fmla="*/ 511 h 59"/>
                  <a:gd name="T12" fmla="*/ 375 w 40"/>
                  <a:gd name="T13" fmla="*/ 303 h 59"/>
                  <a:gd name="T14" fmla="*/ 470 w 40"/>
                  <a:gd name="T15" fmla="*/ 93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59">
                    <a:moveTo>
                      <a:pt x="40" y="0"/>
                    </a:moveTo>
                    <a:cubicBezTo>
                      <a:pt x="28" y="1"/>
                      <a:pt x="20" y="9"/>
                      <a:pt x="15" y="19"/>
                    </a:cubicBezTo>
                    <a:cubicBezTo>
                      <a:pt x="12" y="24"/>
                      <a:pt x="10" y="29"/>
                      <a:pt x="9" y="34"/>
                    </a:cubicBezTo>
                    <a:cubicBezTo>
                      <a:pt x="6" y="42"/>
                      <a:pt x="0" y="51"/>
                      <a:pt x="0" y="59"/>
                    </a:cubicBezTo>
                    <a:cubicBezTo>
                      <a:pt x="3" y="54"/>
                      <a:pt x="4" y="41"/>
                      <a:pt x="12" y="42"/>
                    </a:cubicBezTo>
                    <a:cubicBezTo>
                      <a:pt x="8" y="34"/>
                      <a:pt x="14" y="33"/>
                      <a:pt x="17" y="27"/>
                    </a:cubicBezTo>
                    <a:cubicBezTo>
                      <a:pt x="19" y="23"/>
                      <a:pt x="17" y="17"/>
                      <a:pt x="24" y="16"/>
                    </a:cubicBezTo>
                    <a:cubicBezTo>
                      <a:pt x="22" y="11"/>
                      <a:pt x="25" y="7"/>
                      <a:pt x="3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7" name="Freeform 589">
                <a:extLst>
                  <a:ext uri="{FF2B5EF4-FFF2-40B4-BE49-F238E27FC236}">
                    <a16:creationId xmlns:a16="http://schemas.microsoft.com/office/drawing/2014/main" id="{96B530E5-5B4C-456A-AC5A-78DB41461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1328"/>
                <a:ext cx="160" cy="61"/>
              </a:xfrm>
              <a:custGeom>
                <a:avLst/>
                <a:gdLst>
                  <a:gd name="T0" fmla="*/ 0 w 64"/>
                  <a:gd name="T1" fmla="*/ 34 h 23"/>
                  <a:gd name="T2" fmla="*/ 583 w 64"/>
                  <a:gd name="T3" fmla="*/ 34 h 23"/>
                  <a:gd name="T4" fmla="*/ 863 w 64"/>
                  <a:gd name="T5" fmla="*/ 111 h 23"/>
                  <a:gd name="T6" fmla="*/ 1000 w 64"/>
                  <a:gd name="T7" fmla="*/ 430 h 23"/>
                  <a:gd name="T8" fmla="*/ 938 w 64"/>
                  <a:gd name="T9" fmla="*/ 260 h 23"/>
                  <a:gd name="T10" fmla="*/ 783 w 64"/>
                  <a:gd name="T11" fmla="*/ 225 h 23"/>
                  <a:gd name="T12" fmla="*/ 583 w 64"/>
                  <a:gd name="T13" fmla="*/ 191 h 23"/>
                  <a:gd name="T14" fmla="*/ 438 w 64"/>
                  <a:gd name="T15" fmla="*/ 111 h 23"/>
                  <a:gd name="T16" fmla="*/ 283 w 64"/>
                  <a:gd name="T17" fmla="*/ 77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23">
                    <a:moveTo>
                      <a:pt x="0" y="2"/>
                    </a:moveTo>
                    <a:cubicBezTo>
                      <a:pt x="12" y="0"/>
                      <a:pt x="25" y="1"/>
                      <a:pt x="37" y="2"/>
                    </a:cubicBezTo>
                    <a:cubicBezTo>
                      <a:pt x="43" y="3"/>
                      <a:pt x="50" y="3"/>
                      <a:pt x="55" y="6"/>
                    </a:cubicBezTo>
                    <a:cubicBezTo>
                      <a:pt x="63" y="10"/>
                      <a:pt x="62" y="15"/>
                      <a:pt x="64" y="23"/>
                    </a:cubicBezTo>
                    <a:cubicBezTo>
                      <a:pt x="64" y="20"/>
                      <a:pt x="62" y="17"/>
                      <a:pt x="60" y="14"/>
                    </a:cubicBezTo>
                    <a:cubicBezTo>
                      <a:pt x="56" y="11"/>
                      <a:pt x="53" y="13"/>
                      <a:pt x="50" y="12"/>
                    </a:cubicBezTo>
                    <a:cubicBezTo>
                      <a:pt x="45" y="9"/>
                      <a:pt x="44" y="2"/>
                      <a:pt x="37" y="10"/>
                    </a:cubicBezTo>
                    <a:cubicBezTo>
                      <a:pt x="34" y="4"/>
                      <a:pt x="32" y="7"/>
                      <a:pt x="28" y="6"/>
                    </a:cubicBezTo>
                    <a:cubicBezTo>
                      <a:pt x="25" y="5"/>
                      <a:pt x="21" y="3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8" name="Freeform 590">
                <a:extLst>
                  <a:ext uri="{FF2B5EF4-FFF2-40B4-BE49-F238E27FC236}">
                    <a16:creationId xmlns:a16="http://schemas.microsoft.com/office/drawing/2014/main" id="{BF81260D-D861-44CE-9CB4-8EBA6EEC2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541"/>
                <a:ext cx="78" cy="110"/>
              </a:xfrm>
              <a:custGeom>
                <a:avLst/>
                <a:gdLst>
                  <a:gd name="T0" fmla="*/ 83 w 31"/>
                  <a:gd name="T1" fmla="*/ 80 h 41"/>
                  <a:gd name="T2" fmla="*/ 189 w 31"/>
                  <a:gd name="T3" fmla="*/ 424 h 41"/>
                  <a:gd name="T4" fmla="*/ 430 w 31"/>
                  <a:gd name="T5" fmla="*/ 791 h 41"/>
                  <a:gd name="T6" fmla="*/ 493 w 31"/>
                  <a:gd name="T7" fmla="*/ 655 h 41"/>
                  <a:gd name="T8" fmla="*/ 380 w 31"/>
                  <a:gd name="T9" fmla="*/ 424 h 41"/>
                  <a:gd name="T10" fmla="*/ 254 w 31"/>
                  <a:gd name="T11" fmla="*/ 346 h 41"/>
                  <a:gd name="T12" fmla="*/ 221 w 31"/>
                  <a:gd name="T13" fmla="*/ 193 h 41"/>
                  <a:gd name="T14" fmla="*/ 96 w 31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41">
                    <a:moveTo>
                      <a:pt x="5" y="4"/>
                    </a:moveTo>
                    <a:cubicBezTo>
                      <a:pt x="2" y="10"/>
                      <a:pt x="9" y="17"/>
                      <a:pt x="12" y="22"/>
                    </a:cubicBezTo>
                    <a:cubicBezTo>
                      <a:pt x="18" y="28"/>
                      <a:pt x="22" y="34"/>
                      <a:pt x="27" y="41"/>
                    </a:cubicBezTo>
                    <a:cubicBezTo>
                      <a:pt x="27" y="38"/>
                      <a:pt x="28" y="35"/>
                      <a:pt x="31" y="34"/>
                    </a:cubicBezTo>
                    <a:cubicBezTo>
                      <a:pt x="26" y="33"/>
                      <a:pt x="23" y="27"/>
                      <a:pt x="24" y="22"/>
                    </a:cubicBezTo>
                    <a:cubicBezTo>
                      <a:pt x="21" y="21"/>
                      <a:pt x="18" y="20"/>
                      <a:pt x="16" y="18"/>
                    </a:cubicBezTo>
                    <a:cubicBezTo>
                      <a:pt x="14" y="16"/>
                      <a:pt x="15" y="12"/>
                      <a:pt x="14" y="10"/>
                    </a:cubicBezTo>
                    <a:cubicBezTo>
                      <a:pt x="11" y="7"/>
                      <a:pt x="0" y="8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9" name="Freeform 591">
                <a:extLst>
                  <a:ext uri="{FF2B5EF4-FFF2-40B4-BE49-F238E27FC236}">
                    <a16:creationId xmlns:a16="http://schemas.microsoft.com/office/drawing/2014/main" id="{3A9FE7CE-290C-4854-A64D-11A8682FB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1680"/>
                <a:ext cx="85" cy="61"/>
              </a:xfrm>
              <a:custGeom>
                <a:avLst/>
                <a:gdLst>
                  <a:gd name="T0" fmla="*/ 0 w 34"/>
                  <a:gd name="T1" fmla="*/ 0 h 23"/>
                  <a:gd name="T2" fmla="*/ 425 w 34"/>
                  <a:gd name="T3" fmla="*/ 77 h 23"/>
                  <a:gd name="T4" fmla="*/ 533 w 34"/>
                  <a:gd name="T5" fmla="*/ 430 h 23"/>
                  <a:gd name="T6" fmla="*/ 333 w 34"/>
                  <a:gd name="T7" fmla="*/ 225 h 23"/>
                  <a:gd name="T8" fmla="*/ 188 w 34"/>
                  <a:gd name="T9" fmla="*/ 5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3">
                    <a:moveTo>
                      <a:pt x="0" y="0"/>
                    </a:moveTo>
                    <a:cubicBezTo>
                      <a:pt x="8" y="0"/>
                      <a:pt x="19" y="1"/>
                      <a:pt x="27" y="4"/>
                    </a:cubicBezTo>
                    <a:cubicBezTo>
                      <a:pt x="34" y="8"/>
                      <a:pt x="34" y="16"/>
                      <a:pt x="34" y="23"/>
                    </a:cubicBezTo>
                    <a:cubicBezTo>
                      <a:pt x="31" y="17"/>
                      <a:pt x="31" y="6"/>
                      <a:pt x="21" y="12"/>
                    </a:cubicBezTo>
                    <a:cubicBezTo>
                      <a:pt x="28" y="5"/>
                      <a:pt x="15" y="5"/>
                      <a:pt x="1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0" name="Freeform 592">
                <a:extLst>
                  <a:ext uri="{FF2B5EF4-FFF2-40B4-BE49-F238E27FC236}">
                    <a16:creationId xmlns:a16="http://schemas.microsoft.com/office/drawing/2014/main" id="{B8305BA9-69F3-4BEC-AB6C-BD5800576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840"/>
                <a:ext cx="120" cy="40"/>
              </a:xfrm>
              <a:custGeom>
                <a:avLst/>
                <a:gdLst>
                  <a:gd name="T0" fmla="*/ 0 w 48"/>
                  <a:gd name="T1" fmla="*/ 285 h 15"/>
                  <a:gd name="T2" fmla="*/ 313 w 48"/>
                  <a:gd name="T3" fmla="*/ 0 h 15"/>
                  <a:gd name="T4" fmla="*/ 750 w 48"/>
                  <a:gd name="T5" fmla="*/ 205 h 15"/>
                  <a:gd name="T6" fmla="*/ 520 w 48"/>
                  <a:gd name="T7" fmla="*/ 192 h 15"/>
                  <a:gd name="T8" fmla="*/ 458 w 48"/>
                  <a:gd name="T9" fmla="*/ 93 h 15"/>
                  <a:gd name="T10" fmla="*/ 333 w 48"/>
                  <a:gd name="T11" fmla="*/ 115 h 15"/>
                  <a:gd name="T12" fmla="*/ 145 w 48"/>
                  <a:gd name="T13" fmla="*/ 17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5">
                    <a:moveTo>
                      <a:pt x="0" y="15"/>
                    </a:moveTo>
                    <a:cubicBezTo>
                      <a:pt x="6" y="5"/>
                      <a:pt x="7" y="1"/>
                      <a:pt x="20" y="0"/>
                    </a:cubicBezTo>
                    <a:cubicBezTo>
                      <a:pt x="30" y="0"/>
                      <a:pt x="42" y="1"/>
                      <a:pt x="48" y="11"/>
                    </a:cubicBezTo>
                    <a:cubicBezTo>
                      <a:pt x="46" y="7"/>
                      <a:pt x="34" y="2"/>
                      <a:pt x="33" y="10"/>
                    </a:cubicBezTo>
                    <a:cubicBezTo>
                      <a:pt x="33" y="9"/>
                      <a:pt x="31" y="5"/>
                      <a:pt x="29" y="5"/>
                    </a:cubicBezTo>
                    <a:cubicBezTo>
                      <a:pt x="24" y="3"/>
                      <a:pt x="25" y="6"/>
                      <a:pt x="21" y="6"/>
                    </a:cubicBezTo>
                    <a:cubicBezTo>
                      <a:pt x="16" y="7"/>
                      <a:pt x="11" y="1"/>
                      <a:pt x="9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1" name="Freeform 593">
                <a:extLst>
                  <a:ext uri="{FF2B5EF4-FFF2-40B4-BE49-F238E27FC236}">
                    <a16:creationId xmlns:a16="http://schemas.microsoft.com/office/drawing/2014/main" id="{26638A31-A8CA-4B0F-B3E1-AA4CC619B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699"/>
                <a:ext cx="85" cy="66"/>
              </a:xfrm>
              <a:custGeom>
                <a:avLst/>
                <a:gdLst>
                  <a:gd name="T0" fmla="*/ 33 w 34"/>
                  <a:gd name="T1" fmla="*/ 459 h 25"/>
                  <a:gd name="T2" fmla="*/ 533 w 34"/>
                  <a:gd name="T3" fmla="*/ 0 h 25"/>
                  <a:gd name="T4" fmla="*/ 500 w 34"/>
                  <a:gd name="T5" fmla="*/ 166 h 25"/>
                  <a:gd name="T6" fmla="*/ 345 w 34"/>
                  <a:gd name="T7" fmla="*/ 314 h 25"/>
                  <a:gd name="T8" fmla="*/ 158 w 34"/>
                  <a:gd name="T9" fmla="*/ 31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2" y="25"/>
                    </a:moveTo>
                    <a:cubicBezTo>
                      <a:pt x="0" y="7"/>
                      <a:pt x="28" y="13"/>
                      <a:pt x="34" y="0"/>
                    </a:cubicBezTo>
                    <a:cubicBezTo>
                      <a:pt x="32" y="2"/>
                      <a:pt x="32" y="6"/>
                      <a:pt x="32" y="9"/>
                    </a:cubicBezTo>
                    <a:cubicBezTo>
                      <a:pt x="26" y="7"/>
                      <a:pt x="19" y="9"/>
                      <a:pt x="22" y="17"/>
                    </a:cubicBezTo>
                    <a:cubicBezTo>
                      <a:pt x="18" y="14"/>
                      <a:pt x="14" y="15"/>
                      <a:pt x="1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2" name="Freeform 594">
                <a:extLst>
                  <a:ext uri="{FF2B5EF4-FFF2-40B4-BE49-F238E27FC236}">
                    <a16:creationId xmlns:a16="http://schemas.microsoft.com/office/drawing/2014/main" id="{A45DC5E1-0603-482E-9DC1-356A7EFA7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501"/>
                <a:ext cx="145" cy="179"/>
              </a:xfrm>
              <a:custGeom>
                <a:avLst/>
                <a:gdLst>
                  <a:gd name="T0" fmla="*/ 908 w 58"/>
                  <a:gd name="T1" fmla="*/ 0 h 67"/>
                  <a:gd name="T2" fmla="*/ 250 w 58"/>
                  <a:gd name="T3" fmla="*/ 363 h 67"/>
                  <a:gd name="T4" fmla="*/ 145 w 58"/>
                  <a:gd name="T5" fmla="*/ 1277 h 67"/>
                  <a:gd name="T6" fmla="*/ 283 w 58"/>
                  <a:gd name="T7" fmla="*/ 684 h 67"/>
                  <a:gd name="T8" fmla="*/ 470 w 58"/>
                  <a:gd name="T9" fmla="*/ 478 h 67"/>
                  <a:gd name="T10" fmla="*/ 563 w 58"/>
                  <a:gd name="T11" fmla="*/ 206 h 67"/>
                  <a:gd name="T12" fmla="*/ 645 w 58"/>
                  <a:gd name="T13" fmla="*/ 206 h 67"/>
                  <a:gd name="T14" fmla="*/ 708 w 58"/>
                  <a:gd name="T15" fmla="*/ 136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67">
                    <a:moveTo>
                      <a:pt x="58" y="0"/>
                    </a:moveTo>
                    <a:cubicBezTo>
                      <a:pt x="43" y="5"/>
                      <a:pt x="27" y="7"/>
                      <a:pt x="16" y="19"/>
                    </a:cubicBezTo>
                    <a:cubicBezTo>
                      <a:pt x="0" y="34"/>
                      <a:pt x="1" y="48"/>
                      <a:pt x="9" y="67"/>
                    </a:cubicBezTo>
                    <a:cubicBezTo>
                      <a:pt x="7" y="62"/>
                      <a:pt x="4" y="28"/>
                      <a:pt x="18" y="36"/>
                    </a:cubicBezTo>
                    <a:cubicBezTo>
                      <a:pt x="12" y="28"/>
                      <a:pt x="23" y="17"/>
                      <a:pt x="30" y="25"/>
                    </a:cubicBezTo>
                    <a:cubicBezTo>
                      <a:pt x="27" y="18"/>
                      <a:pt x="30" y="14"/>
                      <a:pt x="36" y="11"/>
                    </a:cubicBezTo>
                    <a:cubicBezTo>
                      <a:pt x="38" y="10"/>
                      <a:pt x="39" y="12"/>
                      <a:pt x="41" y="11"/>
                    </a:cubicBezTo>
                    <a:cubicBezTo>
                      <a:pt x="43" y="11"/>
                      <a:pt x="43" y="8"/>
                      <a:pt x="4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3" name="Freeform 595">
                <a:extLst>
                  <a:ext uri="{FF2B5EF4-FFF2-40B4-BE49-F238E27FC236}">
                    <a16:creationId xmlns:a16="http://schemas.microsoft.com/office/drawing/2014/main" id="{698E2A53-8EB5-4F92-B47E-495C7490E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525"/>
                <a:ext cx="30" cy="80"/>
              </a:xfrm>
              <a:custGeom>
                <a:avLst/>
                <a:gdLst>
                  <a:gd name="T0" fmla="*/ 158 w 12"/>
                  <a:gd name="T1" fmla="*/ 0 h 30"/>
                  <a:gd name="T2" fmla="*/ 20 w 12"/>
                  <a:gd name="T3" fmla="*/ 568 h 30"/>
                  <a:gd name="T4" fmla="*/ 145 w 12"/>
                  <a:gd name="T5" fmla="*/ 307 h 30"/>
                  <a:gd name="T6" fmla="*/ 188 w 12"/>
                  <a:gd name="T7" fmla="*/ 3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0">
                    <a:moveTo>
                      <a:pt x="10" y="0"/>
                    </a:moveTo>
                    <a:cubicBezTo>
                      <a:pt x="2" y="8"/>
                      <a:pt x="0" y="20"/>
                      <a:pt x="1" y="30"/>
                    </a:cubicBezTo>
                    <a:cubicBezTo>
                      <a:pt x="1" y="26"/>
                      <a:pt x="1" y="15"/>
                      <a:pt x="9" y="16"/>
                    </a:cubicBezTo>
                    <a:cubicBezTo>
                      <a:pt x="2" y="13"/>
                      <a:pt x="7" y="5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4" name="Freeform 596">
                <a:extLst>
                  <a:ext uri="{FF2B5EF4-FFF2-40B4-BE49-F238E27FC236}">
                    <a16:creationId xmlns:a16="http://schemas.microsoft.com/office/drawing/2014/main" id="{6543BCDE-1DD8-4D4F-B4D6-8BF51F013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2629"/>
                <a:ext cx="115" cy="118"/>
              </a:xfrm>
              <a:custGeom>
                <a:avLst/>
                <a:gdLst>
                  <a:gd name="T0" fmla="*/ 720 w 46"/>
                  <a:gd name="T1" fmla="*/ 94 h 44"/>
                  <a:gd name="T2" fmla="*/ 250 w 46"/>
                  <a:gd name="T3" fmla="*/ 252 h 44"/>
                  <a:gd name="T4" fmla="*/ 50 w 46"/>
                  <a:gd name="T5" fmla="*/ 561 h 44"/>
                  <a:gd name="T6" fmla="*/ 113 w 46"/>
                  <a:gd name="T7" fmla="*/ 847 h 44"/>
                  <a:gd name="T8" fmla="*/ 250 w 46"/>
                  <a:gd name="T9" fmla="*/ 504 h 44"/>
                  <a:gd name="T10" fmla="*/ 470 w 46"/>
                  <a:gd name="T11" fmla="*/ 15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4">
                    <a:moveTo>
                      <a:pt x="46" y="5"/>
                    </a:moveTo>
                    <a:cubicBezTo>
                      <a:pt x="36" y="0"/>
                      <a:pt x="24" y="7"/>
                      <a:pt x="16" y="13"/>
                    </a:cubicBezTo>
                    <a:cubicBezTo>
                      <a:pt x="11" y="17"/>
                      <a:pt x="6" y="23"/>
                      <a:pt x="3" y="29"/>
                    </a:cubicBezTo>
                    <a:cubicBezTo>
                      <a:pt x="0" y="36"/>
                      <a:pt x="4" y="37"/>
                      <a:pt x="7" y="44"/>
                    </a:cubicBezTo>
                    <a:cubicBezTo>
                      <a:pt x="7" y="37"/>
                      <a:pt x="6" y="24"/>
                      <a:pt x="16" y="26"/>
                    </a:cubicBezTo>
                    <a:cubicBezTo>
                      <a:pt x="10" y="16"/>
                      <a:pt x="26" y="13"/>
                      <a:pt x="3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5" name="Freeform 597">
                <a:extLst>
                  <a:ext uri="{FF2B5EF4-FFF2-40B4-BE49-F238E27FC236}">
                    <a16:creationId xmlns:a16="http://schemas.microsoft.com/office/drawing/2014/main" id="{6413717C-6E4A-44DD-9166-AE939740B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389"/>
                <a:ext cx="65" cy="171"/>
              </a:xfrm>
              <a:custGeom>
                <a:avLst/>
                <a:gdLst>
                  <a:gd name="T0" fmla="*/ 408 w 26"/>
                  <a:gd name="T1" fmla="*/ 0 h 64"/>
                  <a:gd name="T2" fmla="*/ 83 w 26"/>
                  <a:gd name="T3" fmla="*/ 628 h 64"/>
                  <a:gd name="T4" fmla="*/ 20 w 26"/>
                  <a:gd name="T5" fmla="*/ 970 h 64"/>
                  <a:gd name="T6" fmla="*/ 113 w 26"/>
                  <a:gd name="T7" fmla="*/ 1221 h 64"/>
                  <a:gd name="T8" fmla="*/ 175 w 26"/>
                  <a:gd name="T9" fmla="*/ 820 h 64"/>
                  <a:gd name="T10" fmla="*/ 238 w 26"/>
                  <a:gd name="T11" fmla="*/ 492 h 64"/>
                  <a:gd name="T12" fmla="*/ 333 w 26"/>
                  <a:gd name="T13" fmla="*/ 77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4">
                    <a:moveTo>
                      <a:pt x="26" y="0"/>
                    </a:moveTo>
                    <a:cubicBezTo>
                      <a:pt x="12" y="4"/>
                      <a:pt x="9" y="21"/>
                      <a:pt x="5" y="33"/>
                    </a:cubicBezTo>
                    <a:cubicBezTo>
                      <a:pt x="3" y="39"/>
                      <a:pt x="1" y="45"/>
                      <a:pt x="1" y="51"/>
                    </a:cubicBezTo>
                    <a:cubicBezTo>
                      <a:pt x="0" y="59"/>
                      <a:pt x="2" y="59"/>
                      <a:pt x="7" y="64"/>
                    </a:cubicBezTo>
                    <a:cubicBezTo>
                      <a:pt x="3" y="57"/>
                      <a:pt x="1" y="46"/>
                      <a:pt x="11" y="43"/>
                    </a:cubicBezTo>
                    <a:cubicBezTo>
                      <a:pt x="8" y="38"/>
                      <a:pt x="9" y="29"/>
                      <a:pt x="15" y="26"/>
                    </a:cubicBezTo>
                    <a:cubicBezTo>
                      <a:pt x="13" y="16"/>
                      <a:pt x="19" y="12"/>
                      <a:pt x="2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6" name="Freeform 598">
                <a:extLst>
                  <a:ext uri="{FF2B5EF4-FFF2-40B4-BE49-F238E27FC236}">
                    <a16:creationId xmlns:a16="http://schemas.microsoft.com/office/drawing/2014/main" id="{8F399F3F-B7CB-4A96-84ED-5FC61CB58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28"/>
                <a:ext cx="61" cy="149"/>
              </a:xfrm>
              <a:custGeom>
                <a:avLst/>
                <a:gdLst>
                  <a:gd name="T0" fmla="*/ 64 w 24"/>
                  <a:gd name="T1" fmla="*/ 0 h 56"/>
                  <a:gd name="T2" fmla="*/ 277 w 24"/>
                  <a:gd name="T3" fmla="*/ 567 h 56"/>
                  <a:gd name="T4" fmla="*/ 163 w 24"/>
                  <a:gd name="T5" fmla="*/ 827 h 56"/>
                  <a:gd name="T6" fmla="*/ 0 w 24"/>
                  <a:gd name="T7" fmla="*/ 1054 h 56"/>
                  <a:gd name="T8" fmla="*/ 277 w 24"/>
                  <a:gd name="T9" fmla="*/ 942 h 56"/>
                  <a:gd name="T10" fmla="*/ 374 w 24"/>
                  <a:gd name="T11" fmla="*/ 716 h 56"/>
                  <a:gd name="T12" fmla="*/ 394 w 24"/>
                  <a:gd name="T13" fmla="*/ 362 h 56"/>
                  <a:gd name="T14" fmla="*/ 330 w 24"/>
                  <a:gd name="T15" fmla="*/ 114 h 56"/>
                  <a:gd name="T16" fmla="*/ 130 w 24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56">
                    <a:moveTo>
                      <a:pt x="4" y="0"/>
                    </a:moveTo>
                    <a:cubicBezTo>
                      <a:pt x="15" y="2"/>
                      <a:pt x="17" y="21"/>
                      <a:pt x="17" y="30"/>
                    </a:cubicBezTo>
                    <a:cubicBezTo>
                      <a:pt x="17" y="36"/>
                      <a:pt x="15" y="40"/>
                      <a:pt x="10" y="44"/>
                    </a:cubicBezTo>
                    <a:cubicBezTo>
                      <a:pt x="7" y="48"/>
                      <a:pt x="0" y="50"/>
                      <a:pt x="0" y="56"/>
                    </a:cubicBezTo>
                    <a:cubicBezTo>
                      <a:pt x="4" y="52"/>
                      <a:pt x="12" y="47"/>
                      <a:pt x="17" y="50"/>
                    </a:cubicBezTo>
                    <a:cubicBezTo>
                      <a:pt x="13" y="44"/>
                      <a:pt x="18" y="41"/>
                      <a:pt x="23" y="38"/>
                    </a:cubicBezTo>
                    <a:cubicBezTo>
                      <a:pt x="19" y="32"/>
                      <a:pt x="22" y="24"/>
                      <a:pt x="24" y="19"/>
                    </a:cubicBezTo>
                    <a:cubicBezTo>
                      <a:pt x="18" y="17"/>
                      <a:pt x="20" y="10"/>
                      <a:pt x="20" y="6"/>
                    </a:cubicBezTo>
                    <a:cubicBezTo>
                      <a:pt x="14" y="7"/>
                      <a:pt x="14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7" name="Freeform 599">
                <a:extLst>
                  <a:ext uri="{FF2B5EF4-FFF2-40B4-BE49-F238E27FC236}">
                    <a16:creationId xmlns:a16="http://schemas.microsoft.com/office/drawing/2014/main" id="{48ADC61E-B657-4830-A7F4-9B52D02B5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376"/>
                <a:ext cx="95" cy="115"/>
              </a:xfrm>
              <a:custGeom>
                <a:avLst/>
                <a:gdLst>
                  <a:gd name="T0" fmla="*/ 0 w 38"/>
                  <a:gd name="T1" fmla="*/ 824 h 43"/>
                  <a:gd name="T2" fmla="*/ 220 w 38"/>
                  <a:gd name="T3" fmla="*/ 251 h 43"/>
                  <a:gd name="T4" fmla="*/ 595 w 38"/>
                  <a:gd name="T5" fmla="*/ 136 h 43"/>
                  <a:gd name="T6" fmla="*/ 375 w 38"/>
                  <a:gd name="T7" fmla="*/ 251 h 43"/>
                  <a:gd name="T8" fmla="*/ 283 w 38"/>
                  <a:gd name="T9" fmla="*/ 342 h 43"/>
                  <a:gd name="T10" fmla="*/ 220 w 38"/>
                  <a:gd name="T11" fmla="*/ 342 h 43"/>
                  <a:gd name="T12" fmla="*/ 220 w 38"/>
                  <a:gd name="T13" fmla="*/ 364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3">
                    <a:moveTo>
                      <a:pt x="0" y="43"/>
                    </a:moveTo>
                    <a:cubicBezTo>
                      <a:pt x="5" y="39"/>
                      <a:pt x="10" y="20"/>
                      <a:pt x="14" y="13"/>
                    </a:cubicBezTo>
                    <a:cubicBezTo>
                      <a:pt x="19" y="6"/>
                      <a:pt x="29" y="0"/>
                      <a:pt x="38" y="7"/>
                    </a:cubicBezTo>
                    <a:cubicBezTo>
                      <a:pt x="33" y="5"/>
                      <a:pt x="22" y="5"/>
                      <a:pt x="24" y="13"/>
                    </a:cubicBezTo>
                    <a:cubicBezTo>
                      <a:pt x="20" y="10"/>
                      <a:pt x="17" y="14"/>
                      <a:pt x="18" y="18"/>
                    </a:cubicBezTo>
                    <a:cubicBezTo>
                      <a:pt x="17" y="17"/>
                      <a:pt x="15" y="18"/>
                      <a:pt x="14" y="18"/>
                    </a:cubicBezTo>
                    <a:cubicBezTo>
                      <a:pt x="14" y="18"/>
                      <a:pt x="14" y="19"/>
                      <a:pt x="14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8" name="Freeform 600">
                <a:extLst>
                  <a:ext uri="{FF2B5EF4-FFF2-40B4-BE49-F238E27FC236}">
                    <a16:creationId xmlns:a16="http://schemas.microsoft.com/office/drawing/2014/main" id="{D60F0C87-690F-4E96-B4A9-2482CE543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696"/>
                <a:ext cx="85" cy="99"/>
              </a:xfrm>
              <a:custGeom>
                <a:avLst/>
                <a:gdLst>
                  <a:gd name="T0" fmla="*/ 0 w 34"/>
                  <a:gd name="T1" fmla="*/ 594 h 37"/>
                  <a:gd name="T2" fmla="*/ 488 w 34"/>
                  <a:gd name="T3" fmla="*/ 0 h 37"/>
                  <a:gd name="T4" fmla="*/ 533 w 34"/>
                  <a:gd name="T5" fmla="*/ 265 h 37"/>
                  <a:gd name="T6" fmla="*/ 470 w 34"/>
                  <a:gd name="T7" fmla="*/ 516 h 37"/>
                  <a:gd name="T8" fmla="*/ 363 w 34"/>
                  <a:gd name="T9" fmla="*/ 629 h 37"/>
                  <a:gd name="T10" fmla="*/ 208 w 34"/>
                  <a:gd name="T11" fmla="*/ 61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7">
                    <a:moveTo>
                      <a:pt x="0" y="31"/>
                    </a:moveTo>
                    <a:cubicBezTo>
                      <a:pt x="15" y="37"/>
                      <a:pt x="34" y="15"/>
                      <a:pt x="31" y="0"/>
                    </a:cubicBezTo>
                    <a:cubicBezTo>
                      <a:pt x="32" y="5"/>
                      <a:pt x="33" y="10"/>
                      <a:pt x="34" y="14"/>
                    </a:cubicBezTo>
                    <a:cubicBezTo>
                      <a:pt x="27" y="13"/>
                      <a:pt x="29" y="23"/>
                      <a:pt x="30" y="27"/>
                    </a:cubicBezTo>
                    <a:cubicBezTo>
                      <a:pt x="25" y="20"/>
                      <a:pt x="23" y="28"/>
                      <a:pt x="23" y="33"/>
                    </a:cubicBezTo>
                    <a:cubicBezTo>
                      <a:pt x="20" y="30"/>
                      <a:pt x="16" y="29"/>
                      <a:pt x="13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9" name="Freeform 601">
                <a:extLst>
                  <a:ext uri="{FF2B5EF4-FFF2-40B4-BE49-F238E27FC236}">
                    <a16:creationId xmlns:a16="http://schemas.microsoft.com/office/drawing/2014/main" id="{F077D5D7-CE8C-4522-8662-0BC154DC9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016"/>
                <a:ext cx="80" cy="61"/>
              </a:xfrm>
              <a:custGeom>
                <a:avLst/>
                <a:gdLst>
                  <a:gd name="T0" fmla="*/ 0 w 32"/>
                  <a:gd name="T1" fmla="*/ 374 h 23"/>
                  <a:gd name="T2" fmla="*/ 270 w 32"/>
                  <a:gd name="T3" fmla="*/ 21 h 23"/>
                  <a:gd name="T4" fmla="*/ 395 w 32"/>
                  <a:gd name="T5" fmla="*/ 430 h 23"/>
                  <a:gd name="T6" fmla="*/ 238 w 32"/>
                  <a:gd name="T7" fmla="*/ 20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3">
                    <a:moveTo>
                      <a:pt x="0" y="20"/>
                    </a:moveTo>
                    <a:cubicBezTo>
                      <a:pt x="2" y="11"/>
                      <a:pt x="7" y="2"/>
                      <a:pt x="17" y="1"/>
                    </a:cubicBezTo>
                    <a:cubicBezTo>
                      <a:pt x="30" y="0"/>
                      <a:pt x="32" y="16"/>
                      <a:pt x="25" y="23"/>
                    </a:cubicBezTo>
                    <a:cubicBezTo>
                      <a:pt x="26" y="17"/>
                      <a:pt x="22" y="10"/>
                      <a:pt x="15" y="11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0" name="Freeform 602">
                <a:extLst>
                  <a:ext uri="{FF2B5EF4-FFF2-40B4-BE49-F238E27FC236}">
                    <a16:creationId xmlns:a16="http://schemas.microsoft.com/office/drawing/2014/main" id="{E9B628E4-4B50-42BA-8D09-CFE46A54B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1896"/>
                <a:ext cx="70" cy="83"/>
              </a:xfrm>
              <a:custGeom>
                <a:avLst/>
                <a:gdLst>
                  <a:gd name="T0" fmla="*/ 158 w 28"/>
                  <a:gd name="T1" fmla="*/ 0 h 31"/>
                  <a:gd name="T2" fmla="*/ 63 w 28"/>
                  <a:gd name="T3" fmla="*/ 423 h 31"/>
                  <a:gd name="T4" fmla="*/ 438 w 28"/>
                  <a:gd name="T5" fmla="*/ 171 h 31"/>
                  <a:gd name="T6" fmla="*/ 238 w 28"/>
                  <a:gd name="T7" fmla="*/ 345 h 31"/>
                  <a:gd name="T8" fmla="*/ 158 w 28"/>
                  <a:gd name="T9" fmla="*/ 5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1">
                    <a:moveTo>
                      <a:pt x="10" y="0"/>
                    </a:moveTo>
                    <a:cubicBezTo>
                      <a:pt x="8" y="5"/>
                      <a:pt x="0" y="17"/>
                      <a:pt x="4" y="22"/>
                    </a:cubicBezTo>
                    <a:cubicBezTo>
                      <a:pt x="10" y="31"/>
                      <a:pt x="26" y="15"/>
                      <a:pt x="28" y="9"/>
                    </a:cubicBezTo>
                    <a:cubicBezTo>
                      <a:pt x="25" y="12"/>
                      <a:pt x="20" y="19"/>
                      <a:pt x="15" y="18"/>
                    </a:cubicBezTo>
                    <a:cubicBezTo>
                      <a:pt x="11" y="17"/>
                      <a:pt x="10" y="7"/>
                      <a:pt x="10" y="3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1" name="Freeform 603">
                <a:extLst>
                  <a:ext uri="{FF2B5EF4-FFF2-40B4-BE49-F238E27FC236}">
                    <a16:creationId xmlns:a16="http://schemas.microsoft.com/office/drawing/2014/main" id="{9B6231BC-7136-458E-9FF9-D1B076D0F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944"/>
                <a:ext cx="32" cy="67"/>
              </a:xfrm>
              <a:custGeom>
                <a:avLst/>
                <a:gdLst>
                  <a:gd name="T0" fmla="*/ 12 w 13"/>
                  <a:gd name="T1" fmla="*/ 482 h 25"/>
                  <a:gd name="T2" fmla="*/ 103 w 13"/>
                  <a:gd name="T3" fmla="*/ 0 h 25"/>
                  <a:gd name="T4" fmla="*/ 194 w 13"/>
                  <a:gd name="T5" fmla="*/ 445 h 25"/>
                  <a:gd name="T6" fmla="*/ 103 w 13"/>
                  <a:gd name="T7" fmla="*/ 44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5">
                    <a:moveTo>
                      <a:pt x="1" y="25"/>
                    </a:moveTo>
                    <a:cubicBezTo>
                      <a:pt x="11" y="20"/>
                      <a:pt x="0" y="4"/>
                      <a:pt x="7" y="0"/>
                    </a:cubicBezTo>
                    <a:cubicBezTo>
                      <a:pt x="12" y="5"/>
                      <a:pt x="12" y="17"/>
                      <a:pt x="13" y="23"/>
                    </a:cubicBezTo>
                    <a:cubicBezTo>
                      <a:pt x="12" y="18"/>
                      <a:pt x="7" y="18"/>
                      <a:pt x="7" y="23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2" name="Freeform 604">
                <a:extLst>
                  <a:ext uri="{FF2B5EF4-FFF2-40B4-BE49-F238E27FC236}">
                    <a16:creationId xmlns:a16="http://schemas.microsoft.com/office/drawing/2014/main" id="{024A4612-7C1F-483E-B095-8CB799E13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195"/>
                <a:ext cx="65" cy="125"/>
              </a:xfrm>
              <a:custGeom>
                <a:avLst/>
                <a:gdLst>
                  <a:gd name="T0" fmla="*/ 0 w 26"/>
                  <a:gd name="T1" fmla="*/ 848 h 47"/>
                  <a:gd name="T2" fmla="*/ 63 w 26"/>
                  <a:gd name="T3" fmla="*/ 303 h 47"/>
                  <a:gd name="T4" fmla="*/ 313 w 26"/>
                  <a:gd name="T5" fmla="*/ 93 h 47"/>
                  <a:gd name="T6" fmla="*/ 220 w 26"/>
                  <a:gd name="T7" fmla="*/ 468 h 47"/>
                  <a:gd name="T8" fmla="*/ 375 w 26"/>
                  <a:gd name="T9" fmla="*/ 883 h 47"/>
                  <a:gd name="T10" fmla="*/ 220 w 26"/>
                  <a:gd name="T11" fmla="*/ 737 h 47"/>
                  <a:gd name="T12" fmla="*/ 158 w 26"/>
                  <a:gd name="T13" fmla="*/ 694 h 47"/>
                  <a:gd name="T14" fmla="*/ 113 w 26"/>
                  <a:gd name="T15" fmla="*/ 601 h 47"/>
                  <a:gd name="T16" fmla="*/ 63 w 26"/>
                  <a:gd name="T17" fmla="*/ 771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47">
                    <a:moveTo>
                      <a:pt x="0" y="45"/>
                    </a:moveTo>
                    <a:cubicBezTo>
                      <a:pt x="5" y="40"/>
                      <a:pt x="2" y="24"/>
                      <a:pt x="4" y="16"/>
                    </a:cubicBezTo>
                    <a:cubicBezTo>
                      <a:pt x="5" y="10"/>
                      <a:pt x="11" y="0"/>
                      <a:pt x="20" y="5"/>
                    </a:cubicBezTo>
                    <a:cubicBezTo>
                      <a:pt x="26" y="10"/>
                      <a:pt x="15" y="18"/>
                      <a:pt x="14" y="25"/>
                    </a:cubicBezTo>
                    <a:cubicBezTo>
                      <a:pt x="14" y="33"/>
                      <a:pt x="21" y="39"/>
                      <a:pt x="24" y="47"/>
                    </a:cubicBezTo>
                    <a:cubicBezTo>
                      <a:pt x="23" y="39"/>
                      <a:pt x="18" y="41"/>
                      <a:pt x="14" y="39"/>
                    </a:cubicBezTo>
                    <a:cubicBezTo>
                      <a:pt x="12" y="38"/>
                      <a:pt x="12" y="38"/>
                      <a:pt x="10" y="37"/>
                    </a:cubicBezTo>
                    <a:cubicBezTo>
                      <a:pt x="9" y="35"/>
                      <a:pt x="10" y="33"/>
                      <a:pt x="7" y="32"/>
                    </a:cubicBezTo>
                    <a:cubicBezTo>
                      <a:pt x="4" y="34"/>
                      <a:pt x="4" y="37"/>
                      <a:pt x="4" y="41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3" name="Freeform 605">
                <a:extLst>
                  <a:ext uri="{FF2B5EF4-FFF2-40B4-BE49-F238E27FC236}">
                    <a16:creationId xmlns:a16="http://schemas.microsoft.com/office/drawing/2014/main" id="{12DEA666-8C4A-4D2E-8731-90505E64F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381"/>
                <a:ext cx="85" cy="40"/>
              </a:xfrm>
              <a:custGeom>
                <a:avLst/>
                <a:gdLst>
                  <a:gd name="T0" fmla="*/ 345 w 34"/>
                  <a:gd name="T1" fmla="*/ 136 h 15"/>
                  <a:gd name="T2" fmla="*/ 0 w 34"/>
                  <a:gd name="T3" fmla="*/ 0 h 15"/>
                  <a:gd name="T4" fmla="*/ 208 w 34"/>
                  <a:gd name="T5" fmla="*/ 248 h 15"/>
                  <a:gd name="T6" fmla="*/ 533 w 34"/>
                  <a:gd name="T7" fmla="*/ 2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5">
                    <a:moveTo>
                      <a:pt x="22" y="7"/>
                    </a:moveTo>
                    <a:cubicBezTo>
                      <a:pt x="13" y="6"/>
                      <a:pt x="8" y="4"/>
                      <a:pt x="0" y="0"/>
                    </a:cubicBezTo>
                    <a:cubicBezTo>
                      <a:pt x="2" y="7"/>
                      <a:pt x="5" y="12"/>
                      <a:pt x="13" y="13"/>
                    </a:cubicBezTo>
                    <a:cubicBezTo>
                      <a:pt x="23" y="15"/>
                      <a:pt x="28" y="7"/>
                      <a:pt x="34" y="1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4" name="Freeform 606">
                <a:extLst>
                  <a:ext uri="{FF2B5EF4-FFF2-40B4-BE49-F238E27FC236}">
                    <a16:creationId xmlns:a16="http://schemas.microsoft.com/office/drawing/2014/main" id="{93EB0FD0-DF20-4FDA-8F98-FE319451C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2531"/>
                <a:ext cx="75" cy="109"/>
              </a:xfrm>
              <a:custGeom>
                <a:avLst/>
                <a:gdLst>
                  <a:gd name="T0" fmla="*/ 145 w 30"/>
                  <a:gd name="T1" fmla="*/ 247 h 41"/>
                  <a:gd name="T2" fmla="*/ 0 w 30"/>
                  <a:gd name="T3" fmla="*/ 771 h 41"/>
                  <a:gd name="T4" fmla="*/ 470 w 30"/>
                  <a:gd name="T5" fmla="*/ 657 h 41"/>
                  <a:gd name="T6" fmla="*/ 238 w 30"/>
                  <a:gd name="T7" fmla="*/ 431 h 41"/>
                  <a:gd name="T8" fmla="*/ 270 w 30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1">
                    <a:moveTo>
                      <a:pt x="9" y="13"/>
                    </a:moveTo>
                    <a:cubicBezTo>
                      <a:pt x="7" y="22"/>
                      <a:pt x="1" y="32"/>
                      <a:pt x="0" y="41"/>
                    </a:cubicBezTo>
                    <a:cubicBezTo>
                      <a:pt x="8" y="32"/>
                      <a:pt x="19" y="36"/>
                      <a:pt x="30" y="35"/>
                    </a:cubicBezTo>
                    <a:cubicBezTo>
                      <a:pt x="21" y="35"/>
                      <a:pt x="16" y="30"/>
                      <a:pt x="15" y="23"/>
                    </a:cubicBezTo>
                    <a:cubicBezTo>
                      <a:pt x="14" y="15"/>
                      <a:pt x="12" y="7"/>
                      <a:pt x="17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5" name="Freeform 607">
                <a:extLst>
                  <a:ext uri="{FF2B5EF4-FFF2-40B4-BE49-F238E27FC236}">
                    <a16:creationId xmlns:a16="http://schemas.microsoft.com/office/drawing/2014/main" id="{93D0A31F-F310-4E19-9D22-964457D62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669"/>
                <a:ext cx="55" cy="46"/>
              </a:xfrm>
              <a:custGeom>
                <a:avLst/>
                <a:gdLst>
                  <a:gd name="T0" fmla="*/ 0 w 22"/>
                  <a:gd name="T1" fmla="*/ 22 h 17"/>
                  <a:gd name="T2" fmla="*/ 283 w 22"/>
                  <a:gd name="T3" fmla="*/ 138 h 17"/>
                  <a:gd name="T4" fmla="*/ 63 w 22"/>
                  <a:gd name="T5" fmla="*/ 336 h 17"/>
                  <a:gd name="T6" fmla="*/ 83 w 22"/>
                  <a:gd name="T7" fmla="*/ 6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7">
                    <a:moveTo>
                      <a:pt x="0" y="1"/>
                    </a:moveTo>
                    <a:cubicBezTo>
                      <a:pt x="6" y="2"/>
                      <a:pt x="15" y="0"/>
                      <a:pt x="18" y="7"/>
                    </a:cubicBezTo>
                    <a:cubicBezTo>
                      <a:pt x="22" y="15"/>
                      <a:pt x="9" y="14"/>
                      <a:pt x="4" y="17"/>
                    </a:cubicBezTo>
                    <a:cubicBezTo>
                      <a:pt x="13" y="15"/>
                      <a:pt x="11" y="7"/>
                      <a:pt x="5" y="3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6" name="Freeform 608">
                <a:extLst>
                  <a:ext uri="{FF2B5EF4-FFF2-40B4-BE49-F238E27FC236}">
                    <a16:creationId xmlns:a16="http://schemas.microsoft.com/office/drawing/2014/main" id="{4F786AE8-9B26-4CA7-BC64-E2D61DD3A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211"/>
                <a:ext cx="60" cy="77"/>
              </a:xfrm>
              <a:custGeom>
                <a:avLst/>
                <a:gdLst>
                  <a:gd name="T0" fmla="*/ 63 w 24"/>
                  <a:gd name="T1" fmla="*/ 56 h 29"/>
                  <a:gd name="T2" fmla="*/ 375 w 24"/>
                  <a:gd name="T3" fmla="*/ 353 h 29"/>
                  <a:gd name="T4" fmla="*/ 50 w 24"/>
                  <a:gd name="T5" fmla="*/ 542 h 29"/>
                  <a:gd name="T6" fmla="*/ 50 w 24"/>
                  <a:gd name="T7" fmla="*/ 316 h 29"/>
                  <a:gd name="T8" fmla="*/ 0 w 2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9">
                    <a:moveTo>
                      <a:pt x="4" y="3"/>
                    </a:moveTo>
                    <a:cubicBezTo>
                      <a:pt x="11" y="9"/>
                      <a:pt x="18" y="13"/>
                      <a:pt x="24" y="19"/>
                    </a:cubicBezTo>
                    <a:cubicBezTo>
                      <a:pt x="14" y="16"/>
                      <a:pt x="9" y="23"/>
                      <a:pt x="3" y="29"/>
                    </a:cubicBezTo>
                    <a:cubicBezTo>
                      <a:pt x="2" y="25"/>
                      <a:pt x="4" y="21"/>
                      <a:pt x="3" y="17"/>
                    </a:cubicBezTo>
                    <a:cubicBezTo>
                      <a:pt x="3" y="12"/>
                      <a:pt x="1" y="6"/>
                      <a:pt x="0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7" name="Freeform 609">
                <a:extLst>
                  <a:ext uri="{FF2B5EF4-FFF2-40B4-BE49-F238E27FC236}">
                    <a16:creationId xmlns:a16="http://schemas.microsoft.com/office/drawing/2014/main" id="{E65B7F26-0D24-4053-B3A8-346719D21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779"/>
                <a:ext cx="35" cy="125"/>
              </a:xfrm>
              <a:custGeom>
                <a:avLst/>
                <a:gdLst>
                  <a:gd name="T0" fmla="*/ 125 w 14"/>
                  <a:gd name="T1" fmla="*/ 136 h 47"/>
                  <a:gd name="T2" fmla="*/ 50 w 14"/>
                  <a:gd name="T3" fmla="*/ 883 h 47"/>
                  <a:gd name="T4" fmla="*/ 83 w 14"/>
                  <a:gd name="T5" fmla="*/ 715 h 47"/>
                  <a:gd name="T6" fmla="*/ 145 w 14"/>
                  <a:gd name="T7" fmla="*/ 566 h 47"/>
                  <a:gd name="T8" fmla="*/ 113 w 14"/>
                  <a:gd name="T9" fmla="*/ 375 h 47"/>
                  <a:gd name="T10" fmla="*/ 220 w 14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7">
                    <a:moveTo>
                      <a:pt x="8" y="7"/>
                    </a:moveTo>
                    <a:cubicBezTo>
                      <a:pt x="6" y="19"/>
                      <a:pt x="0" y="35"/>
                      <a:pt x="3" y="47"/>
                    </a:cubicBezTo>
                    <a:cubicBezTo>
                      <a:pt x="4" y="44"/>
                      <a:pt x="4" y="41"/>
                      <a:pt x="5" y="38"/>
                    </a:cubicBezTo>
                    <a:cubicBezTo>
                      <a:pt x="6" y="36"/>
                      <a:pt x="9" y="33"/>
                      <a:pt x="9" y="30"/>
                    </a:cubicBezTo>
                    <a:cubicBezTo>
                      <a:pt x="10" y="26"/>
                      <a:pt x="7" y="23"/>
                      <a:pt x="7" y="20"/>
                    </a:cubicBezTo>
                    <a:cubicBezTo>
                      <a:pt x="6" y="12"/>
                      <a:pt x="12" y="7"/>
                      <a:pt x="14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8" name="Freeform 610">
                <a:extLst>
                  <a:ext uri="{FF2B5EF4-FFF2-40B4-BE49-F238E27FC236}">
                    <a16:creationId xmlns:a16="http://schemas.microsoft.com/office/drawing/2014/main" id="{01351BA2-F6AA-467C-913C-0E32E1BE0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251"/>
                <a:ext cx="20" cy="74"/>
              </a:xfrm>
              <a:custGeom>
                <a:avLst/>
                <a:gdLst>
                  <a:gd name="T0" fmla="*/ 0 w 8"/>
                  <a:gd name="T1" fmla="*/ 90 h 28"/>
                  <a:gd name="T2" fmla="*/ 50 w 8"/>
                  <a:gd name="T3" fmla="*/ 518 h 28"/>
                  <a:gd name="T4" fmla="*/ 50 w 8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8">
                    <a:moveTo>
                      <a:pt x="0" y="5"/>
                    </a:moveTo>
                    <a:cubicBezTo>
                      <a:pt x="0" y="12"/>
                      <a:pt x="0" y="22"/>
                      <a:pt x="3" y="28"/>
                    </a:cubicBezTo>
                    <a:cubicBezTo>
                      <a:pt x="8" y="20"/>
                      <a:pt x="5" y="8"/>
                      <a:pt x="3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9" name="Freeform 611">
                <a:extLst>
                  <a:ext uri="{FF2B5EF4-FFF2-40B4-BE49-F238E27FC236}">
                    <a16:creationId xmlns:a16="http://schemas.microsoft.com/office/drawing/2014/main" id="{1576748D-AD71-4471-904C-6B07576EE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864"/>
                <a:ext cx="578" cy="867"/>
              </a:xfrm>
              <a:custGeom>
                <a:avLst/>
                <a:gdLst>
                  <a:gd name="T0" fmla="*/ 0 w 231"/>
                  <a:gd name="T1" fmla="*/ 739 h 325"/>
                  <a:gd name="T2" fmla="*/ 751 w 231"/>
                  <a:gd name="T3" fmla="*/ 56 h 325"/>
                  <a:gd name="T4" fmla="*/ 1504 w 231"/>
                  <a:gd name="T5" fmla="*/ 435 h 325"/>
                  <a:gd name="T6" fmla="*/ 2117 w 231"/>
                  <a:gd name="T7" fmla="*/ 968 h 325"/>
                  <a:gd name="T8" fmla="*/ 2067 w 231"/>
                  <a:gd name="T9" fmla="*/ 1843 h 325"/>
                  <a:gd name="T10" fmla="*/ 2460 w 231"/>
                  <a:gd name="T11" fmla="*/ 1745 h 325"/>
                  <a:gd name="T12" fmla="*/ 2913 w 231"/>
                  <a:gd name="T13" fmla="*/ 1843 h 325"/>
                  <a:gd name="T14" fmla="*/ 3130 w 231"/>
                  <a:gd name="T15" fmla="*/ 2620 h 325"/>
                  <a:gd name="T16" fmla="*/ 2847 w 231"/>
                  <a:gd name="T17" fmla="*/ 3017 h 325"/>
                  <a:gd name="T18" fmla="*/ 2710 w 231"/>
                  <a:gd name="T19" fmla="*/ 3495 h 325"/>
                  <a:gd name="T20" fmla="*/ 2117 w 231"/>
                  <a:gd name="T21" fmla="*/ 3588 h 325"/>
                  <a:gd name="T22" fmla="*/ 2597 w 231"/>
                  <a:gd name="T23" fmla="*/ 3801 h 325"/>
                  <a:gd name="T24" fmla="*/ 2835 w 231"/>
                  <a:gd name="T25" fmla="*/ 3516 h 325"/>
                  <a:gd name="T26" fmla="*/ 3255 w 231"/>
                  <a:gd name="T27" fmla="*/ 3265 h 325"/>
                  <a:gd name="T28" fmla="*/ 2847 w 231"/>
                  <a:gd name="T29" fmla="*/ 4690 h 325"/>
                  <a:gd name="T30" fmla="*/ 2284 w 231"/>
                  <a:gd name="T31" fmla="*/ 5749 h 325"/>
                  <a:gd name="T32" fmla="*/ 1376 w 231"/>
                  <a:gd name="T33" fmla="*/ 5906 h 325"/>
                  <a:gd name="T34" fmla="*/ 988 w 231"/>
                  <a:gd name="T35" fmla="*/ 5407 h 325"/>
                  <a:gd name="T36" fmla="*/ 783 w 231"/>
                  <a:gd name="T37" fmla="*/ 5466 h 3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31" h="325">
                    <a:moveTo>
                      <a:pt x="0" y="39"/>
                    </a:moveTo>
                    <a:cubicBezTo>
                      <a:pt x="23" y="40"/>
                      <a:pt x="28" y="7"/>
                      <a:pt x="48" y="3"/>
                    </a:cubicBezTo>
                    <a:cubicBezTo>
                      <a:pt x="62" y="0"/>
                      <a:pt x="85" y="16"/>
                      <a:pt x="96" y="23"/>
                    </a:cubicBezTo>
                    <a:cubicBezTo>
                      <a:pt x="107" y="30"/>
                      <a:pt x="127" y="39"/>
                      <a:pt x="135" y="51"/>
                    </a:cubicBezTo>
                    <a:cubicBezTo>
                      <a:pt x="150" y="73"/>
                      <a:pt x="117" y="85"/>
                      <a:pt x="132" y="97"/>
                    </a:cubicBezTo>
                    <a:cubicBezTo>
                      <a:pt x="143" y="106"/>
                      <a:pt x="147" y="94"/>
                      <a:pt x="157" y="92"/>
                    </a:cubicBezTo>
                    <a:cubicBezTo>
                      <a:pt x="165" y="91"/>
                      <a:pt x="179" y="93"/>
                      <a:pt x="186" y="97"/>
                    </a:cubicBezTo>
                    <a:cubicBezTo>
                      <a:pt x="202" y="105"/>
                      <a:pt x="211" y="121"/>
                      <a:pt x="200" y="138"/>
                    </a:cubicBezTo>
                    <a:cubicBezTo>
                      <a:pt x="195" y="146"/>
                      <a:pt x="186" y="151"/>
                      <a:pt x="182" y="159"/>
                    </a:cubicBezTo>
                    <a:cubicBezTo>
                      <a:pt x="178" y="168"/>
                      <a:pt x="179" y="176"/>
                      <a:pt x="173" y="184"/>
                    </a:cubicBezTo>
                    <a:cubicBezTo>
                      <a:pt x="157" y="209"/>
                      <a:pt x="152" y="203"/>
                      <a:pt x="135" y="189"/>
                    </a:cubicBezTo>
                    <a:cubicBezTo>
                      <a:pt x="141" y="208"/>
                      <a:pt x="145" y="218"/>
                      <a:pt x="166" y="200"/>
                    </a:cubicBezTo>
                    <a:cubicBezTo>
                      <a:pt x="174" y="193"/>
                      <a:pt x="171" y="190"/>
                      <a:pt x="181" y="185"/>
                    </a:cubicBezTo>
                    <a:cubicBezTo>
                      <a:pt x="190" y="179"/>
                      <a:pt x="200" y="166"/>
                      <a:pt x="208" y="172"/>
                    </a:cubicBezTo>
                    <a:cubicBezTo>
                      <a:pt x="231" y="196"/>
                      <a:pt x="192" y="228"/>
                      <a:pt x="182" y="247"/>
                    </a:cubicBezTo>
                    <a:cubicBezTo>
                      <a:pt x="170" y="270"/>
                      <a:pt x="171" y="288"/>
                      <a:pt x="146" y="303"/>
                    </a:cubicBezTo>
                    <a:cubicBezTo>
                      <a:pt x="126" y="314"/>
                      <a:pt x="103" y="325"/>
                      <a:pt x="88" y="311"/>
                    </a:cubicBezTo>
                    <a:cubicBezTo>
                      <a:pt x="81" y="304"/>
                      <a:pt x="71" y="289"/>
                      <a:pt x="63" y="285"/>
                    </a:cubicBezTo>
                    <a:cubicBezTo>
                      <a:pt x="57" y="282"/>
                      <a:pt x="45" y="279"/>
                      <a:pt x="50" y="288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0" name="Freeform 612">
                <a:extLst>
                  <a:ext uri="{FF2B5EF4-FFF2-40B4-BE49-F238E27FC236}">
                    <a16:creationId xmlns:a16="http://schemas.microsoft.com/office/drawing/2014/main" id="{0A9D5AE6-7B17-4F19-979F-5C5F84650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171"/>
                <a:ext cx="243" cy="221"/>
              </a:xfrm>
              <a:custGeom>
                <a:avLst/>
                <a:gdLst>
                  <a:gd name="T0" fmla="*/ 125 w 97"/>
                  <a:gd name="T1" fmla="*/ 809 h 83"/>
                  <a:gd name="T2" fmla="*/ 929 w 97"/>
                  <a:gd name="T3" fmla="*/ 1092 h 83"/>
                  <a:gd name="T4" fmla="*/ 1318 w 97"/>
                  <a:gd name="T5" fmla="*/ 285 h 83"/>
                  <a:gd name="T6" fmla="*/ 1160 w 97"/>
                  <a:gd name="T7" fmla="*/ 682 h 83"/>
                  <a:gd name="T8" fmla="*/ 1413 w 97"/>
                  <a:gd name="T9" fmla="*/ 1078 h 83"/>
                  <a:gd name="T10" fmla="*/ 929 w 97"/>
                  <a:gd name="T11" fmla="*/ 1510 h 83"/>
                  <a:gd name="T12" fmla="*/ 426 w 97"/>
                  <a:gd name="T13" fmla="*/ 1454 h 83"/>
                  <a:gd name="T14" fmla="*/ 0 w 97"/>
                  <a:gd name="T15" fmla="*/ 1134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83">
                    <a:moveTo>
                      <a:pt x="8" y="43"/>
                    </a:moveTo>
                    <a:cubicBezTo>
                      <a:pt x="19" y="58"/>
                      <a:pt x="41" y="83"/>
                      <a:pt x="59" y="58"/>
                    </a:cubicBezTo>
                    <a:cubicBezTo>
                      <a:pt x="66" y="47"/>
                      <a:pt x="57" y="0"/>
                      <a:pt x="84" y="15"/>
                    </a:cubicBezTo>
                    <a:cubicBezTo>
                      <a:pt x="83" y="24"/>
                      <a:pt x="73" y="27"/>
                      <a:pt x="74" y="36"/>
                    </a:cubicBezTo>
                    <a:cubicBezTo>
                      <a:pt x="74" y="47"/>
                      <a:pt x="88" y="49"/>
                      <a:pt x="90" y="57"/>
                    </a:cubicBezTo>
                    <a:cubicBezTo>
                      <a:pt x="97" y="78"/>
                      <a:pt x="74" y="81"/>
                      <a:pt x="59" y="80"/>
                    </a:cubicBezTo>
                    <a:cubicBezTo>
                      <a:pt x="49" y="79"/>
                      <a:pt x="36" y="79"/>
                      <a:pt x="27" y="77"/>
                    </a:cubicBezTo>
                    <a:cubicBezTo>
                      <a:pt x="17" y="74"/>
                      <a:pt x="10" y="59"/>
                      <a:pt x="0" y="6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1" name="Freeform 613">
                <a:extLst>
                  <a:ext uri="{FF2B5EF4-FFF2-40B4-BE49-F238E27FC236}">
                    <a16:creationId xmlns:a16="http://schemas.microsoft.com/office/drawing/2014/main" id="{B11B36BF-A2C6-4CE1-BF5B-8E47C351F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821"/>
                <a:ext cx="273" cy="528"/>
              </a:xfrm>
              <a:custGeom>
                <a:avLst/>
                <a:gdLst>
                  <a:gd name="T0" fmla="*/ 0 w 109"/>
                  <a:gd name="T1" fmla="*/ 56 h 198"/>
                  <a:gd name="T2" fmla="*/ 691 w 109"/>
                  <a:gd name="T3" fmla="*/ 77 h 198"/>
                  <a:gd name="T4" fmla="*/ 1192 w 109"/>
                  <a:gd name="T5" fmla="*/ 1216 h 198"/>
                  <a:gd name="T6" fmla="*/ 1192 w 109"/>
                  <a:gd name="T7" fmla="*/ 1515 h 198"/>
                  <a:gd name="T8" fmla="*/ 1400 w 109"/>
                  <a:gd name="T9" fmla="*/ 1728 h 198"/>
                  <a:gd name="T10" fmla="*/ 1568 w 109"/>
                  <a:gd name="T11" fmla="*/ 3413 h 198"/>
                  <a:gd name="T12" fmla="*/ 992 w 109"/>
                  <a:gd name="T13" fmla="*/ 3563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9" h="198">
                    <a:moveTo>
                      <a:pt x="0" y="3"/>
                    </a:moveTo>
                    <a:cubicBezTo>
                      <a:pt x="15" y="5"/>
                      <a:pt x="30" y="0"/>
                      <a:pt x="44" y="4"/>
                    </a:cubicBezTo>
                    <a:cubicBezTo>
                      <a:pt x="68" y="11"/>
                      <a:pt x="75" y="41"/>
                      <a:pt x="76" y="64"/>
                    </a:cubicBezTo>
                    <a:cubicBezTo>
                      <a:pt x="77" y="71"/>
                      <a:pt x="72" y="73"/>
                      <a:pt x="76" y="80"/>
                    </a:cubicBezTo>
                    <a:cubicBezTo>
                      <a:pt x="79" y="86"/>
                      <a:pt x="84" y="87"/>
                      <a:pt x="89" y="91"/>
                    </a:cubicBezTo>
                    <a:cubicBezTo>
                      <a:pt x="103" y="102"/>
                      <a:pt x="109" y="165"/>
                      <a:pt x="100" y="180"/>
                    </a:cubicBezTo>
                    <a:cubicBezTo>
                      <a:pt x="89" y="198"/>
                      <a:pt x="71" y="175"/>
                      <a:pt x="63" y="188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2" name="Freeform 614">
                <a:extLst>
                  <a:ext uri="{FF2B5EF4-FFF2-40B4-BE49-F238E27FC236}">
                    <a16:creationId xmlns:a16="http://schemas.microsoft.com/office/drawing/2014/main" id="{A6132B66-DD1E-4400-8D97-D6B4153E8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944"/>
                <a:ext cx="128" cy="171"/>
              </a:xfrm>
              <a:custGeom>
                <a:avLst/>
                <a:gdLst>
                  <a:gd name="T0" fmla="*/ 0 w 51"/>
                  <a:gd name="T1" fmla="*/ 534 h 64"/>
                  <a:gd name="T2" fmla="*/ 188 w 51"/>
                  <a:gd name="T3" fmla="*/ 0 h 64"/>
                  <a:gd name="T4" fmla="*/ 366 w 51"/>
                  <a:gd name="T5" fmla="*/ 478 h 64"/>
                  <a:gd name="T6" fmla="*/ 429 w 51"/>
                  <a:gd name="T7" fmla="*/ 743 h 64"/>
                  <a:gd name="T8" fmla="*/ 806 w 51"/>
                  <a:gd name="T9" fmla="*/ 786 h 64"/>
                  <a:gd name="T10" fmla="*/ 208 w 51"/>
                  <a:gd name="T11" fmla="*/ 799 h 64"/>
                  <a:gd name="T12" fmla="*/ 33 w 51"/>
                  <a:gd name="T13" fmla="*/ 1221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64">
                    <a:moveTo>
                      <a:pt x="0" y="28"/>
                    </a:moveTo>
                    <a:cubicBezTo>
                      <a:pt x="17" y="28"/>
                      <a:pt x="11" y="11"/>
                      <a:pt x="12" y="0"/>
                    </a:cubicBezTo>
                    <a:cubicBezTo>
                      <a:pt x="23" y="5"/>
                      <a:pt x="19" y="14"/>
                      <a:pt x="23" y="25"/>
                    </a:cubicBezTo>
                    <a:cubicBezTo>
                      <a:pt x="26" y="33"/>
                      <a:pt x="19" y="32"/>
                      <a:pt x="27" y="39"/>
                    </a:cubicBezTo>
                    <a:cubicBezTo>
                      <a:pt x="31" y="42"/>
                      <a:pt x="45" y="38"/>
                      <a:pt x="51" y="41"/>
                    </a:cubicBezTo>
                    <a:cubicBezTo>
                      <a:pt x="38" y="45"/>
                      <a:pt x="25" y="40"/>
                      <a:pt x="13" y="42"/>
                    </a:cubicBezTo>
                    <a:cubicBezTo>
                      <a:pt x="0" y="46"/>
                      <a:pt x="2" y="47"/>
                      <a:pt x="2" y="64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3" name="Freeform 615">
                <a:extLst>
                  <a:ext uri="{FF2B5EF4-FFF2-40B4-BE49-F238E27FC236}">
                    <a16:creationId xmlns:a16="http://schemas.microsoft.com/office/drawing/2014/main" id="{3E383839-609C-497C-9909-3F76664F6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056"/>
                <a:ext cx="275" cy="437"/>
              </a:xfrm>
              <a:custGeom>
                <a:avLst/>
                <a:gdLst>
                  <a:gd name="T0" fmla="*/ 925 w 110"/>
                  <a:gd name="T1" fmla="*/ 0 h 164"/>
                  <a:gd name="T2" fmla="*/ 208 w 110"/>
                  <a:gd name="T3" fmla="*/ 568 h 164"/>
                  <a:gd name="T4" fmla="*/ 250 w 110"/>
                  <a:gd name="T5" fmla="*/ 1455 h 164"/>
                  <a:gd name="T6" fmla="*/ 333 w 110"/>
                  <a:gd name="T7" fmla="*/ 1023 h 164"/>
                  <a:gd name="T8" fmla="*/ 520 w 110"/>
                  <a:gd name="T9" fmla="*/ 661 h 164"/>
                  <a:gd name="T10" fmla="*/ 1208 w 110"/>
                  <a:gd name="T11" fmla="*/ 418 h 164"/>
                  <a:gd name="T12" fmla="*/ 1613 w 110"/>
                  <a:gd name="T13" fmla="*/ 2342 h 164"/>
                  <a:gd name="T14" fmla="*/ 1083 w 110"/>
                  <a:gd name="T15" fmla="*/ 2785 h 164"/>
                  <a:gd name="T16" fmla="*/ 438 w 110"/>
                  <a:gd name="T17" fmla="*/ 3102 h 1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164">
                    <a:moveTo>
                      <a:pt x="59" y="0"/>
                    </a:moveTo>
                    <a:cubicBezTo>
                      <a:pt x="44" y="15"/>
                      <a:pt x="22" y="9"/>
                      <a:pt x="13" y="30"/>
                    </a:cubicBezTo>
                    <a:cubicBezTo>
                      <a:pt x="9" y="39"/>
                      <a:pt x="0" y="86"/>
                      <a:pt x="16" y="77"/>
                    </a:cubicBezTo>
                    <a:cubicBezTo>
                      <a:pt x="26" y="72"/>
                      <a:pt x="19" y="62"/>
                      <a:pt x="21" y="54"/>
                    </a:cubicBezTo>
                    <a:cubicBezTo>
                      <a:pt x="23" y="45"/>
                      <a:pt x="27" y="41"/>
                      <a:pt x="33" y="35"/>
                    </a:cubicBezTo>
                    <a:cubicBezTo>
                      <a:pt x="46" y="21"/>
                      <a:pt x="59" y="13"/>
                      <a:pt x="77" y="22"/>
                    </a:cubicBezTo>
                    <a:cubicBezTo>
                      <a:pt x="99" y="33"/>
                      <a:pt x="110" y="101"/>
                      <a:pt x="103" y="124"/>
                    </a:cubicBezTo>
                    <a:cubicBezTo>
                      <a:pt x="98" y="139"/>
                      <a:pt x="83" y="143"/>
                      <a:pt x="69" y="147"/>
                    </a:cubicBezTo>
                    <a:cubicBezTo>
                      <a:pt x="49" y="151"/>
                      <a:pt x="37" y="143"/>
                      <a:pt x="28" y="164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4" name="Freeform 616">
                <a:extLst>
                  <a:ext uri="{FF2B5EF4-FFF2-40B4-BE49-F238E27FC236}">
                    <a16:creationId xmlns:a16="http://schemas.microsoft.com/office/drawing/2014/main" id="{1C5B47F3-0EEE-494B-8A1C-BF78616C8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997"/>
                <a:ext cx="172" cy="283"/>
              </a:xfrm>
              <a:custGeom>
                <a:avLst/>
                <a:gdLst>
                  <a:gd name="T0" fmla="*/ 446 w 69"/>
                  <a:gd name="T1" fmla="*/ 662 h 106"/>
                  <a:gd name="T2" fmla="*/ 621 w 69"/>
                  <a:gd name="T3" fmla="*/ 227 h 106"/>
                  <a:gd name="T4" fmla="*/ 932 w 69"/>
                  <a:gd name="T5" fmla="*/ 534 h 106"/>
                  <a:gd name="T6" fmla="*/ 666 w 69"/>
                  <a:gd name="T7" fmla="*/ 593 h 106"/>
                  <a:gd name="T8" fmla="*/ 354 w 69"/>
                  <a:gd name="T9" fmla="*/ 798 h 106"/>
                  <a:gd name="T10" fmla="*/ 217 w 69"/>
                  <a:gd name="T11" fmla="*/ 1426 h 106"/>
                  <a:gd name="T12" fmla="*/ 0 w 69"/>
                  <a:gd name="T13" fmla="*/ 1845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106">
                    <a:moveTo>
                      <a:pt x="29" y="35"/>
                    </a:moveTo>
                    <a:cubicBezTo>
                      <a:pt x="33" y="25"/>
                      <a:pt x="32" y="17"/>
                      <a:pt x="40" y="12"/>
                    </a:cubicBezTo>
                    <a:cubicBezTo>
                      <a:pt x="51" y="0"/>
                      <a:pt x="69" y="15"/>
                      <a:pt x="60" y="28"/>
                    </a:cubicBezTo>
                    <a:cubicBezTo>
                      <a:pt x="56" y="32"/>
                      <a:pt x="48" y="30"/>
                      <a:pt x="43" y="31"/>
                    </a:cubicBezTo>
                    <a:cubicBezTo>
                      <a:pt x="34" y="34"/>
                      <a:pt x="31" y="35"/>
                      <a:pt x="23" y="42"/>
                    </a:cubicBezTo>
                    <a:cubicBezTo>
                      <a:pt x="8" y="54"/>
                      <a:pt x="12" y="55"/>
                      <a:pt x="14" y="75"/>
                    </a:cubicBezTo>
                    <a:cubicBezTo>
                      <a:pt x="15" y="85"/>
                      <a:pt x="17" y="106"/>
                      <a:pt x="0" y="97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5" name="Freeform 617">
                <a:extLst>
                  <a:ext uri="{FF2B5EF4-FFF2-40B4-BE49-F238E27FC236}">
                    <a16:creationId xmlns:a16="http://schemas.microsoft.com/office/drawing/2014/main" id="{CA0AB5AA-47D5-49D3-AC6F-4D2372D6D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824"/>
                <a:ext cx="228" cy="123"/>
              </a:xfrm>
              <a:custGeom>
                <a:avLst/>
                <a:gdLst>
                  <a:gd name="T0" fmla="*/ 1225 w 91"/>
                  <a:gd name="T1" fmla="*/ 880 h 46"/>
                  <a:gd name="T2" fmla="*/ 1225 w 91"/>
                  <a:gd name="T3" fmla="*/ 230 h 46"/>
                  <a:gd name="T4" fmla="*/ 692 w 91"/>
                  <a:gd name="T5" fmla="*/ 35 h 46"/>
                  <a:gd name="T6" fmla="*/ 208 w 91"/>
                  <a:gd name="T7" fmla="*/ 136 h 46"/>
                  <a:gd name="T8" fmla="*/ 0 w 91"/>
                  <a:gd name="T9" fmla="*/ 65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46">
                    <a:moveTo>
                      <a:pt x="78" y="46"/>
                    </a:moveTo>
                    <a:cubicBezTo>
                      <a:pt x="83" y="30"/>
                      <a:pt x="91" y="25"/>
                      <a:pt x="78" y="12"/>
                    </a:cubicBezTo>
                    <a:cubicBezTo>
                      <a:pt x="71" y="6"/>
                      <a:pt x="53" y="3"/>
                      <a:pt x="44" y="2"/>
                    </a:cubicBezTo>
                    <a:cubicBezTo>
                      <a:pt x="34" y="0"/>
                      <a:pt x="22" y="1"/>
                      <a:pt x="13" y="7"/>
                    </a:cubicBezTo>
                    <a:cubicBezTo>
                      <a:pt x="4" y="13"/>
                      <a:pt x="6" y="26"/>
                      <a:pt x="0" y="34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6" name="Freeform 618">
                <a:extLst>
                  <a:ext uri="{FF2B5EF4-FFF2-40B4-BE49-F238E27FC236}">
                    <a16:creationId xmlns:a16="http://schemas.microsoft.com/office/drawing/2014/main" id="{843219ED-0DC8-468F-879A-90455E0CF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496"/>
                <a:ext cx="462" cy="291"/>
              </a:xfrm>
              <a:custGeom>
                <a:avLst/>
                <a:gdLst>
                  <a:gd name="T0" fmla="*/ 2557 w 185"/>
                  <a:gd name="T1" fmla="*/ 2074 h 109"/>
                  <a:gd name="T2" fmla="*/ 2120 w 185"/>
                  <a:gd name="T3" fmla="*/ 1047 h 109"/>
                  <a:gd name="T4" fmla="*/ 1558 w 185"/>
                  <a:gd name="T5" fmla="*/ 206 h 109"/>
                  <a:gd name="T6" fmla="*/ 779 w 185"/>
                  <a:gd name="T7" fmla="*/ 342 h 109"/>
                  <a:gd name="T8" fmla="*/ 30 w 185"/>
                  <a:gd name="T9" fmla="*/ 363 h 109"/>
                  <a:gd name="T10" fmla="*/ 592 w 185"/>
                  <a:gd name="T11" fmla="*/ 136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5" h="109">
                    <a:moveTo>
                      <a:pt x="164" y="109"/>
                    </a:moveTo>
                    <a:cubicBezTo>
                      <a:pt x="185" y="86"/>
                      <a:pt x="151" y="71"/>
                      <a:pt x="136" y="55"/>
                    </a:cubicBezTo>
                    <a:cubicBezTo>
                      <a:pt x="126" y="45"/>
                      <a:pt x="112" y="16"/>
                      <a:pt x="100" y="11"/>
                    </a:cubicBezTo>
                    <a:cubicBezTo>
                      <a:pt x="87" y="6"/>
                      <a:pt x="62" y="14"/>
                      <a:pt x="50" y="18"/>
                    </a:cubicBezTo>
                    <a:cubicBezTo>
                      <a:pt x="31" y="24"/>
                      <a:pt x="0" y="28"/>
                      <a:pt x="2" y="19"/>
                    </a:cubicBezTo>
                    <a:cubicBezTo>
                      <a:pt x="8" y="0"/>
                      <a:pt x="26" y="13"/>
                      <a:pt x="38" y="7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7" name="Freeform 619">
                <a:extLst>
                  <a:ext uri="{FF2B5EF4-FFF2-40B4-BE49-F238E27FC236}">
                    <a16:creationId xmlns:a16="http://schemas.microsoft.com/office/drawing/2014/main" id="{E1A8F51C-409F-47F6-BCAD-2DA9DA3F7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917"/>
                <a:ext cx="175" cy="211"/>
              </a:xfrm>
              <a:custGeom>
                <a:avLst/>
                <a:gdLst>
                  <a:gd name="T0" fmla="*/ 0 w 70"/>
                  <a:gd name="T1" fmla="*/ 684 h 79"/>
                  <a:gd name="T2" fmla="*/ 770 w 70"/>
                  <a:gd name="T3" fmla="*/ 206 h 79"/>
                  <a:gd name="T4" fmla="*/ 270 w 70"/>
                  <a:gd name="T5" fmla="*/ 764 h 79"/>
                  <a:gd name="T6" fmla="*/ 863 w 70"/>
                  <a:gd name="T7" fmla="*/ 820 h 79"/>
                  <a:gd name="T8" fmla="*/ 1063 w 70"/>
                  <a:gd name="T9" fmla="*/ 1506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9">
                    <a:moveTo>
                      <a:pt x="0" y="36"/>
                    </a:moveTo>
                    <a:cubicBezTo>
                      <a:pt x="8" y="28"/>
                      <a:pt x="35" y="0"/>
                      <a:pt x="49" y="11"/>
                    </a:cubicBezTo>
                    <a:cubicBezTo>
                      <a:pt x="66" y="26"/>
                      <a:pt x="19" y="28"/>
                      <a:pt x="17" y="40"/>
                    </a:cubicBezTo>
                    <a:cubicBezTo>
                      <a:pt x="30" y="48"/>
                      <a:pt x="43" y="39"/>
                      <a:pt x="55" y="43"/>
                    </a:cubicBezTo>
                    <a:cubicBezTo>
                      <a:pt x="70" y="49"/>
                      <a:pt x="68" y="65"/>
                      <a:pt x="68" y="7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8" name="Freeform 620">
                <a:extLst>
                  <a:ext uri="{FF2B5EF4-FFF2-40B4-BE49-F238E27FC236}">
                    <a16:creationId xmlns:a16="http://schemas.microsoft.com/office/drawing/2014/main" id="{01BA703F-DC99-43D3-ADD4-6801C41A9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832"/>
                <a:ext cx="38" cy="61"/>
              </a:xfrm>
              <a:custGeom>
                <a:avLst/>
                <a:gdLst>
                  <a:gd name="T0" fmla="*/ 243 w 15"/>
                  <a:gd name="T1" fmla="*/ 0 h 23"/>
                  <a:gd name="T2" fmla="*/ 0 w 15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3">
                    <a:moveTo>
                      <a:pt x="15" y="0"/>
                    </a:moveTo>
                    <a:cubicBezTo>
                      <a:pt x="8" y="6"/>
                      <a:pt x="3" y="14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9" name="Freeform 621">
                <a:extLst>
                  <a:ext uri="{FF2B5EF4-FFF2-40B4-BE49-F238E27FC236}">
                    <a16:creationId xmlns:a16="http://schemas.microsoft.com/office/drawing/2014/main" id="{4431C275-24FA-4422-9E42-1191927FD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475"/>
                <a:ext cx="212" cy="538"/>
              </a:xfrm>
              <a:custGeom>
                <a:avLst/>
                <a:gdLst>
                  <a:gd name="T0" fmla="*/ 1319 w 85"/>
                  <a:gd name="T1" fmla="*/ 0 h 202"/>
                  <a:gd name="T2" fmla="*/ 808 w 85"/>
                  <a:gd name="T3" fmla="*/ 192 h 202"/>
                  <a:gd name="T4" fmla="*/ 324 w 85"/>
                  <a:gd name="T5" fmla="*/ 511 h 202"/>
                  <a:gd name="T6" fmla="*/ 155 w 85"/>
                  <a:gd name="T7" fmla="*/ 1590 h 202"/>
                  <a:gd name="T8" fmla="*/ 125 w 85"/>
                  <a:gd name="T9" fmla="*/ 2192 h 202"/>
                  <a:gd name="T10" fmla="*/ 387 w 85"/>
                  <a:gd name="T11" fmla="*/ 2781 h 202"/>
                  <a:gd name="T12" fmla="*/ 621 w 85"/>
                  <a:gd name="T13" fmla="*/ 3340 h 202"/>
                  <a:gd name="T14" fmla="*/ 666 w 85"/>
                  <a:gd name="T15" fmla="*/ 3782 h 2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202">
                    <a:moveTo>
                      <a:pt x="85" y="0"/>
                    </a:moveTo>
                    <a:cubicBezTo>
                      <a:pt x="78" y="9"/>
                      <a:pt x="63" y="8"/>
                      <a:pt x="52" y="10"/>
                    </a:cubicBezTo>
                    <a:cubicBezTo>
                      <a:pt x="37" y="14"/>
                      <a:pt x="32" y="16"/>
                      <a:pt x="21" y="27"/>
                    </a:cubicBezTo>
                    <a:cubicBezTo>
                      <a:pt x="0" y="47"/>
                      <a:pt x="7" y="58"/>
                      <a:pt x="10" y="84"/>
                    </a:cubicBezTo>
                    <a:cubicBezTo>
                      <a:pt x="11" y="95"/>
                      <a:pt x="7" y="105"/>
                      <a:pt x="8" y="116"/>
                    </a:cubicBezTo>
                    <a:cubicBezTo>
                      <a:pt x="9" y="134"/>
                      <a:pt x="15" y="135"/>
                      <a:pt x="25" y="147"/>
                    </a:cubicBezTo>
                    <a:cubicBezTo>
                      <a:pt x="33" y="156"/>
                      <a:pt x="37" y="165"/>
                      <a:pt x="40" y="177"/>
                    </a:cubicBezTo>
                    <a:cubicBezTo>
                      <a:pt x="41" y="184"/>
                      <a:pt x="39" y="202"/>
                      <a:pt x="43" y="20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0" name="Freeform 622">
                <a:extLst>
                  <a:ext uri="{FF2B5EF4-FFF2-40B4-BE49-F238E27FC236}">
                    <a16:creationId xmlns:a16="http://schemas.microsoft.com/office/drawing/2014/main" id="{B2904C97-F707-4755-A4B6-DDE83A3A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659"/>
                <a:ext cx="90" cy="106"/>
              </a:xfrm>
              <a:custGeom>
                <a:avLst/>
                <a:gdLst>
                  <a:gd name="T0" fmla="*/ 0 w 36"/>
                  <a:gd name="T1" fmla="*/ 133 h 40"/>
                  <a:gd name="T2" fmla="*/ 563 w 36"/>
                  <a:gd name="T3" fmla="*/ 294 h 40"/>
                  <a:gd name="T4" fmla="*/ 50 w 36"/>
                  <a:gd name="T5" fmla="*/ 74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0">
                    <a:moveTo>
                      <a:pt x="0" y="7"/>
                    </a:moveTo>
                    <a:cubicBezTo>
                      <a:pt x="11" y="3"/>
                      <a:pt x="32" y="0"/>
                      <a:pt x="36" y="16"/>
                    </a:cubicBezTo>
                    <a:cubicBezTo>
                      <a:pt x="27" y="26"/>
                      <a:pt x="1" y="18"/>
                      <a:pt x="3" y="4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1" name="Freeform 623">
                <a:extLst>
                  <a:ext uri="{FF2B5EF4-FFF2-40B4-BE49-F238E27FC236}">
                    <a16:creationId xmlns:a16="http://schemas.microsoft.com/office/drawing/2014/main" id="{8FB4579A-940C-4F55-8469-423415E10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891"/>
                <a:ext cx="95" cy="189"/>
              </a:xfrm>
              <a:custGeom>
                <a:avLst/>
                <a:gdLst>
                  <a:gd name="T0" fmla="*/ 175 w 38"/>
                  <a:gd name="T1" fmla="*/ 226 h 71"/>
                  <a:gd name="T2" fmla="*/ 470 w 38"/>
                  <a:gd name="T3" fmla="*/ 136 h 71"/>
                  <a:gd name="T4" fmla="*/ 220 w 38"/>
                  <a:gd name="T5" fmla="*/ 532 h 71"/>
                  <a:gd name="T6" fmla="*/ 20 w 38"/>
                  <a:gd name="T7" fmla="*/ 1339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1">
                    <a:moveTo>
                      <a:pt x="11" y="12"/>
                    </a:moveTo>
                    <a:cubicBezTo>
                      <a:pt x="14" y="8"/>
                      <a:pt x="26" y="0"/>
                      <a:pt x="30" y="7"/>
                    </a:cubicBezTo>
                    <a:cubicBezTo>
                      <a:pt x="38" y="19"/>
                      <a:pt x="19" y="22"/>
                      <a:pt x="14" y="28"/>
                    </a:cubicBezTo>
                    <a:cubicBezTo>
                      <a:pt x="5" y="39"/>
                      <a:pt x="0" y="56"/>
                      <a:pt x="1" y="7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2" name="Freeform 624">
                <a:extLst>
                  <a:ext uri="{FF2B5EF4-FFF2-40B4-BE49-F238E27FC236}">
                    <a16:creationId xmlns:a16="http://schemas.microsoft.com/office/drawing/2014/main" id="{516F283E-9D4E-402A-AADF-01B6CC54D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539"/>
                <a:ext cx="473" cy="330"/>
              </a:xfrm>
              <a:custGeom>
                <a:avLst/>
                <a:gdLst>
                  <a:gd name="T0" fmla="*/ 2963 w 189"/>
                  <a:gd name="T1" fmla="*/ 205 h 124"/>
                  <a:gd name="T2" fmla="*/ 2600 w 189"/>
                  <a:gd name="T3" fmla="*/ 21 h 124"/>
                  <a:gd name="T4" fmla="*/ 2443 w 189"/>
                  <a:gd name="T5" fmla="*/ 205 h 124"/>
                  <a:gd name="T6" fmla="*/ 2022 w 189"/>
                  <a:gd name="T7" fmla="*/ 192 h 124"/>
                  <a:gd name="T8" fmla="*/ 959 w 189"/>
                  <a:gd name="T9" fmla="*/ 998 h 124"/>
                  <a:gd name="T10" fmla="*/ 613 w 189"/>
                  <a:gd name="T11" fmla="*/ 1395 h 124"/>
                  <a:gd name="T12" fmla="*/ 501 w 189"/>
                  <a:gd name="T13" fmla="*/ 1977 h 124"/>
                  <a:gd name="T14" fmla="*/ 238 w 189"/>
                  <a:gd name="T15" fmla="*/ 2281 h 124"/>
                  <a:gd name="T16" fmla="*/ 220 w 189"/>
                  <a:gd name="T17" fmla="*/ 177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9" h="124">
                    <a:moveTo>
                      <a:pt x="189" y="11"/>
                    </a:moveTo>
                    <a:cubicBezTo>
                      <a:pt x="182" y="9"/>
                      <a:pt x="174" y="0"/>
                      <a:pt x="166" y="1"/>
                    </a:cubicBezTo>
                    <a:cubicBezTo>
                      <a:pt x="160" y="2"/>
                      <a:pt x="161" y="8"/>
                      <a:pt x="156" y="11"/>
                    </a:cubicBezTo>
                    <a:cubicBezTo>
                      <a:pt x="147" y="17"/>
                      <a:pt x="139" y="11"/>
                      <a:pt x="129" y="10"/>
                    </a:cubicBezTo>
                    <a:cubicBezTo>
                      <a:pt x="98" y="8"/>
                      <a:pt x="81" y="32"/>
                      <a:pt x="61" y="53"/>
                    </a:cubicBezTo>
                    <a:cubicBezTo>
                      <a:pt x="54" y="60"/>
                      <a:pt x="44" y="65"/>
                      <a:pt x="39" y="74"/>
                    </a:cubicBezTo>
                    <a:cubicBezTo>
                      <a:pt x="33" y="83"/>
                      <a:pt x="35" y="95"/>
                      <a:pt x="32" y="105"/>
                    </a:cubicBezTo>
                    <a:cubicBezTo>
                      <a:pt x="30" y="112"/>
                      <a:pt x="26" y="124"/>
                      <a:pt x="15" y="121"/>
                    </a:cubicBezTo>
                    <a:cubicBezTo>
                      <a:pt x="0" y="117"/>
                      <a:pt x="11" y="101"/>
                      <a:pt x="14" y="94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3" name="Freeform 625">
                <a:extLst>
                  <a:ext uri="{FF2B5EF4-FFF2-40B4-BE49-F238E27FC236}">
                    <a16:creationId xmlns:a16="http://schemas.microsoft.com/office/drawing/2014/main" id="{93F8D27D-5381-40CD-8995-42DC8E8CA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624"/>
                <a:ext cx="122" cy="245"/>
              </a:xfrm>
              <a:custGeom>
                <a:avLst/>
                <a:gdLst>
                  <a:gd name="T0" fmla="*/ 528 w 49"/>
                  <a:gd name="T1" fmla="*/ 56 h 92"/>
                  <a:gd name="T2" fmla="*/ 620 w 49"/>
                  <a:gd name="T3" fmla="*/ 0 h 92"/>
                  <a:gd name="T4" fmla="*/ 309 w 49"/>
                  <a:gd name="T5" fmla="*/ 474 h 92"/>
                  <a:gd name="T6" fmla="*/ 12 w 49"/>
                  <a:gd name="T7" fmla="*/ 1113 h 92"/>
                  <a:gd name="T8" fmla="*/ 124 w 49"/>
                  <a:gd name="T9" fmla="*/ 1646 h 92"/>
                  <a:gd name="T10" fmla="*/ 371 w 49"/>
                  <a:gd name="T11" fmla="*/ 1736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92">
                    <a:moveTo>
                      <a:pt x="34" y="3"/>
                    </a:moveTo>
                    <a:cubicBezTo>
                      <a:pt x="36" y="1"/>
                      <a:pt x="38" y="0"/>
                      <a:pt x="40" y="0"/>
                    </a:cubicBezTo>
                    <a:cubicBezTo>
                      <a:pt x="49" y="11"/>
                      <a:pt x="26" y="20"/>
                      <a:pt x="20" y="25"/>
                    </a:cubicBezTo>
                    <a:cubicBezTo>
                      <a:pt x="11" y="33"/>
                      <a:pt x="2" y="46"/>
                      <a:pt x="1" y="59"/>
                    </a:cubicBezTo>
                    <a:cubicBezTo>
                      <a:pt x="0" y="65"/>
                      <a:pt x="3" y="84"/>
                      <a:pt x="8" y="87"/>
                    </a:cubicBezTo>
                    <a:cubicBezTo>
                      <a:pt x="13" y="91"/>
                      <a:pt x="21" y="82"/>
                      <a:pt x="24" y="92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4" name="Freeform 626">
                <a:extLst>
                  <a:ext uri="{FF2B5EF4-FFF2-40B4-BE49-F238E27FC236}">
                    <a16:creationId xmlns:a16="http://schemas.microsoft.com/office/drawing/2014/main" id="{9DA31F6D-DE12-4234-B932-5F28C7A82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1573"/>
                <a:ext cx="82" cy="102"/>
              </a:xfrm>
              <a:custGeom>
                <a:avLst/>
                <a:gdLst>
                  <a:gd name="T0" fmla="*/ 507 w 33"/>
                  <a:gd name="T1" fmla="*/ 735 h 38"/>
                  <a:gd name="T2" fmla="*/ 229 w 33"/>
                  <a:gd name="T3" fmla="*/ 389 h 38"/>
                  <a:gd name="T4" fmla="*/ 0 w 33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8">
                    <a:moveTo>
                      <a:pt x="33" y="38"/>
                    </a:moveTo>
                    <a:cubicBezTo>
                      <a:pt x="27" y="32"/>
                      <a:pt x="20" y="27"/>
                      <a:pt x="15" y="20"/>
                    </a:cubicBezTo>
                    <a:cubicBezTo>
                      <a:pt x="10" y="12"/>
                      <a:pt x="1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5" name="Freeform 627">
                <a:extLst>
                  <a:ext uri="{FF2B5EF4-FFF2-40B4-BE49-F238E27FC236}">
                    <a16:creationId xmlns:a16="http://schemas.microsoft.com/office/drawing/2014/main" id="{3D9CDA30-E69C-480F-8650-EEEE8464B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869"/>
                <a:ext cx="320" cy="219"/>
              </a:xfrm>
              <a:custGeom>
                <a:avLst/>
                <a:gdLst>
                  <a:gd name="T0" fmla="*/ 2000 w 128"/>
                  <a:gd name="T1" fmla="*/ 1562 h 82"/>
                  <a:gd name="T2" fmla="*/ 1425 w 128"/>
                  <a:gd name="T3" fmla="*/ 1050 h 82"/>
                  <a:gd name="T4" fmla="*/ 1250 w 128"/>
                  <a:gd name="T5" fmla="*/ 855 h 82"/>
                  <a:gd name="T6" fmla="*/ 1283 w 128"/>
                  <a:gd name="T7" fmla="*/ 1199 h 82"/>
                  <a:gd name="T8" fmla="*/ 1000 w 128"/>
                  <a:gd name="T9" fmla="*/ 1506 h 82"/>
                  <a:gd name="T10" fmla="*/ 533 w 128"/>
                  <a:gd name="T11" fmla="*/ 1485 h 82"/>
                  <a:gd name="T12" fmla="*/ 125 w 128"/>
                  <a:gd name="T13" fmla="*/ 1370 h 82"/>
                  <a:gd name="T14" fmla="*/ 125 w 128"/>
                  <a:gd name="T15" fmla="*/ 572 h 82"/>
                  <a:gd name="T16" fmla="*/ 363 w 128"/>
                  <a:gd name="T17" fmla="*/ 320 h 82"/>
                  <a:gd name="T18" fmla="*/ 520 w 128"/>
                  <a:gd name="T19" fmla="*/ 77 h 82"/>
                  <a:gd name="T20" fmla="*/ 1000 w 128"/>
                  <a:gd name="T21" fmla="*/ 32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82">
                    <a:moveTo>
                      <a:pt x="128" y="82"/>
                    </a:moveTo>
                    <a:cubicBezTo>
                      <a:pt x="111" y="78"/>
                      <a:pt x="101" y="70"/>
                      <a:pt x="91" y="55"/>
                    </a:cubicBezTo>
                    <a:cubicBezTo>
                      <a:pt x="89" y="51"/>
                      <a:pt x="87" y="39"/>
                      <a:pt x="80" y="45"/>
                    </a:cubicBezTo>
                    <a:cubicBezTo>
                      <a:pt x="76" y="49"/>
                      <a:pt x="81" y="58"/>
                      <a:pt x="82" y="63"/>
                    </a:cubicBezTo>
                    <a:cubicBezTo>
                      <a:pt x="83" y="79"/>
                      <a:pt x="77" y="82"/>
                      <a:pt x="64" y="79"/>
                    </a:cubicBezTo>
                    <a:cubicBezTo>
                      <a:pt x="53" y="77"/>
                      <a:pt x="45" y="78"/>
                      <a:pt x="34" y="78"/>
                    </a:cubicBezTo>
                    <a:cubicBezTo>
                      <a:pt x="26" y="78"/>
                      <a:pt x="14" y="80"/>
                      <a:pt x="8" y="72"/>
                    </a:cubicBezTo>
                    <a:cubicBezTo>
                      <a:pt x="0" y="64"/>
                      <a:pt x="2" y="40"/>
                      <a:pt x="8" y="30"/>
                    </a:cubicBezTo>
                    <a:cubicBezTo>
                      <a:pt x="12" y="25"/>
                      <a:pt x="19" y="22"/>
                      <a:pt x="23" y="17"/>
                    </a:cubicBezTo>
                    <a:cubicBezTo>
                      <a:pt x="27" y="12"/>
                      <a:pt x="27" y="7"/>
                      <a:pt x="33" y="4"/>
                    </a:cubicBezTo>
                    <a:cubicBezTo>
                      <a:pt x="43" y="0"/>
                      <a:pt x="60" y="7"/>
                      <a:pt x="64" y="17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6" name="Freeform 628">
                <a:extLst>
                  <a:ext uri="{FF2B5EF4-FFF2-40B4-BE49-F238E27FC236}">
                    <a16:creationId xmlns:a16="http://schemas.microsoft.com/office/drawing/2014/main" id="{39537163-29B7-4C14-9702-4AE467734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1867"/>
                <a:ext cx="292" cy="162"/>
              </a:xfrm>
              <a:custGeom>
                <a:avLst/>
                <a:gdLst>
                  <a:gd name="T0" fmla="*/ 0 w 117"/>
                  <a:gd name="T1" fmla="*/ 882 h 61"/>
                  <a:gd name="T2" fmla="*/ 280 w 117"/>
                  <a:gd name="T3" fmla="*/ 953 h 61"/>
                  <a:gd name="T4" fmla="*/ 324 w 117"/>
                  <a:gd name="T5" fmla="*/ 486 h 61"/>
                  <a:gd name="T6" fmla="*/ 562 w 117"/>
                  <a:gd name="T7" fmla="*/ 337 h 61"/>
                  <a:gd name="T8" fmla="*/ 916 w 117"/>
                  <a:gd name="T9" fmla="*/ 282 h 61"/>
                  <a:gd name="T10" fmla="*/ 1415 w 117"/>
                  <a:gd name="T11" fmla="*/ 789 h 61"/>
                  <a:gd name="T12" fmla="*/ 1682 w 117"/>
                  <a:gd name="T13" fmla="*/ 542 h 61"/>
                  <a:gd name="T14" fmla="*/ 1340 w 117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7" h="61">
                    <a:moveTo>
                      <a:pt x="0" y="47"/>
                    </a:moveTo>
                    <a:cubicBezTo>
                      <a:pt x="2" y="57"/>
                      <a:pt x="13" y="61"/>
                      <a:pt x="18" y="51"/>
                    </a:cubicBezTo>
                    <a:cubicBezTo>
                      <a:pt x="21" y="45"/>
                      <a:pt x="16" y="34"/>
                      <a:pt x="21" y="26"/>
                    </a:cubicBezTo>
                    <a:cubicBezTo>
                      <a:pt x="26" y="18"/>
                      <a:pt x="30" y="19"/>
                      <a:pt x="36" y="18"/>
                    </a:cubicBezTo>
                    <a:cubicBezTo>
                      <a:pt x="43" y="17"/>
                      <a:pt x="51" y="14"/>
                      <a:pt x="59" y="15"/>
                    </a:cubicBezTo>
                    <a:cubicBezTo>
                      <a:pt x="80" y="16"/>
                      <a:pt x="71" y="39"/>
                      <a:pt x="91" y="42"/>
                    </a:cubicBezTo>
                    <a:cubicBezTo>
                      <a:pt x="102" y="44"/>
                      <a:pt x="117" y="44"/>
                      <a:pt x="108" y="29"/>
                    </a:cubicBezTo>
                    <a:cubicBezTo>
                      <a:pt x="103" y="21"/>
                      <a:pt x="92" y="7"/>
                      <a:pt x="86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7" name="Freeform 629">
                <a:extLst>
                  <a:ext uri="{FF2B5EF4-FFF2-40B4-BE49-F238E27FC236}">
                    <a16:creationId xmlns:a16="http://schemas.microsoft.com/office/drawing/2014/main" id="{36353381-B0EA-483B-8F48-918FA6EA1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043"/>
                <a:ext cx="450" cy="605"/>
              </a:xfrm>
              <a:custGeom>
                <a:avLst/>
                <a:gdLst>
                  <a:gd name="T0" fmla="*/ 2813 w 180"/>
                  <a:gd name="T1" fmla="*/ 1442 h 227"/>
                  <a:gd name="T2" fmla="*/ 2470 w 180"/>
                  <a:gd name="T3" fmla="*/ 1101 h 227"/>
                  <a:gd name="T4" fmla="*/ 2050 w 180"/>
                  <a:gd name="T5" fmla="*/ 943 h 227"/>
                  <a:gd name="T6" fmla="*/ 1595 w 180"/>
                  <a:gd name="T7" fmla="*/ 661 h 227"/>
                  <a:gd name="T8" fmla="*/ 1395 w 180"/>
                  <a:gd name="T9" fmla="*/ 568 h 227"/>
                  <a:gd name="T10" fmla="*/ 1375 w 180"/>
                  <a:gd name="T11" fmla="*/ 362 h 227"/>
                  <a:gd name="T12" fmla="*/ 1063 w 180"/>
                  <a:gd name="T13" fmla="*/ 943 h 227"/>
                  <a:gd name="T14" fmla="*/ 863 w 180"/>
                  <a:gd name="T15" fmla="*/ 1343 h 227"/>
                  <a:gd name="T16" fmla="*/ 345 w 180"/>
                  <a:gd name="T17" fmla="*/ 1647 h 227"/>
                  <a:gd name="T18" fmla="*/ 300 w 180"/>
                  <a:gd name="T19" fmla="*/ 2876 h 227"/>
                  <a:gd name="T20" fmla="*/ 720 w 180"/>
                  <a:gd name="T21" fmla="*/ 3196 h 227"/>
                  <a:gd name="T22" fmla="*/ 1363 w 180"/>
                  <a:gd name="T23" fmla="*/ 3238 h 227"/>
                  <a:gd name="T24" fmla="*/ 1720 w 180"/>
                  <a:gd name="T25" fmla="*/ 3254 h 227"/>
                  <a:gd name="T26" fmla="*/ 1925 w 180"/>
                  <a:gd name="T27" fmla="*/ 3276 h 227"/>
                  <a:gd name="T28" fmla="*/ 2063 w 180"/>
                  <a:gd name="T29" fmla="*/ 3012 h 227"/>
                  <a:gd name="T30" fmla="*/ 2220 w 180"/>
                  <a:gd name="T31" fmla="*/ 4147 h 22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80" h="227">
                    <a:moveTo>
                      <a:pt x="180" y="76"/>
                    </a:moveTo>
                    <a:cubicBezTo>
                      <a:pt x="169" y="74"/>
                      <a:pt x="166" y="64"/>
                      <a:pt x="158" y="58"/>
                    </a:cubicBezTo>
                    <a:cubicBezTo>
                      <a:pt x="150" y="51"/>
                      <a:pt x="140" y="54"/>
                      <a:pt x="131" y="50"/>
                    </a:cubicBezTo>
                    <a:cubicBezTo>
                      <a:pt x="121" y="46"/>
                      <a:pt x="112" y="39"/>
                      <a:pt x="102" y="35"/>
                    </a:cubicBezTo>
                    <a:cubicBezTo>
                      <a:pt x="99" y="34"/>
                      <a:pt x="90" y="32"/>
                      <a:pt x="89" y="30"/>
                    </a:cubicBezTo>
                    <a:cubicBezTo>
                      <a:pt x="86" y="27"/>
                      <a:pt x="90" y="21"/>
                      <a:pt x="88" y="19"/>
                    </a:cubicBezTo>
                    <a:cubicBezTo>
                      <a:pt x="70" y="0"/>
                      <a:pt x="70" y="42"/>
                      <a:pt x="68" y="50"/>
                    </a:cubicBezTo>
                    <a:cubicBezTo>
                      <a:pt x="66" y="58"/>
                      <a:pt x="60" y="65"/>
                      <a:pt x="55" y="71"/>
                    </a:cubicBezTo>
                    <a:cubicBezTo>
                      <a:pt x="45" y="83"/>
                      <a:pt x="34" y="79"/>
                      <a:pt x="22" y="87"/>
                    </a:cubicBezTo>
                    <a:cubicBezTo>
                      <a:pt x="0" y="102"/>
                      <a:pt x="11" y="132"/>
                      <a:pt x="19" y="152"/>
                    </a:cubicBezTo>
                    <a:cubicBezTo>
                      <a:pt x="26" y="170"/>
                      <a:pt x="29" y="167"/>
                      <a:pt x="46" y="169"/>
                    </a:cubicBezTo>
                    <a:cubicBezTo>
                      <a:pt x="60" y="170"/>
                      <a:pt x="73" y="172"/>
                      <a:pt x="87" y="171"/>
                    </a:cubicBezTo>
                    <a:cubicBezTo>
                      <a:pt x="95" y="171"/>
                      <a:pt x="102" y="171"/>
                      <a:pt x="110" y="172"/>
                    </a:cubicBezTo>
                    <a:cubicBezTo>
                      <a:pt x="114" y="172"/>
                      <a:pt x="119" y="175"/>
                      <a:pt x="123" y="173"/>
                    </a:cubicBezTo>
                    <a:cubicBezTo>
                      <a:pt x="127" y="170"/>
                      <a:pt x="127" y="161"/>
                      <a:pt x="132" y="159"/>
                    </a:cubicBezTo>
                    <a:cubicBezTo>
                      <a:pt x="153" y="152"/>
                      <a:pt x="124" y="227"/>
                      <a:pt x="142" y="21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8" name="Freeform 630">
                <a:extLst>
                  <a:ext uri="{FF2B5EF4-FFF2-40B4-BE49-F238E27FC236}">
                    <a16:creationId xmlns:a16="http://schemas.microsoft.com/office/drawing/2014/main" id="{1A6108B7-048A-4B1F-9F0A-63A5D1440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240"/>
                <a:ext cx="250" cy="208"/>
              </a:xfrm>
              <a:custGeom>
                <a:avLst/>
                <a:gdLst>
                  <a:gd name="T0" fmla="*/ 1500 w 100"/>
                  <a:gd name="T1" fmla="*/ 0 h 78"/>
                  <a:gd name="T2" fmla="*/ 1488 w 100"/>
                  <a:gd name="T3" fmla="*/ 776 h 78"/>
                  <a:gd name="T4" fmla="*/ 938 w 100"/>
                  <a:gd name="T5" fmla="*/ 909 h 78"/>
                  <a:gd name="T6" fmla="*/ 83 w 100"/>
                  <a:gd name="T7" fmla="*/ 1173 h 78"/>
                  <a:gd name="T8" fmla="*/ 470 w 100"/>
                  <a:gd name="T9" fmla="*/ 1101 h 78"/>
                  <a:gd name="T10" fmla="*/ 845 w 100"/>
                  <a:gd name="T11" fmla="*/ 1216 h 78"/>
                  <a:gd name="T12" fmla="*/ 1313 w 100"/>
                  <a:gd name="T13" fmla="*/ 1195 h 78"/>
                  <a:gd name="T14" fmla="*/ 1488 w 100"/>
                  <a:gd name="T15" fmla="*/ 968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78">
                    <a:moveTo>
                      <a:pt x="96" y="0"/>
                    </a:moveTo>
                    <a:cubicBezTo>
                      <a:pt x="100" y="8"/>
                      <a:pt x="100" y="33"/>
                      <a:pt x="95" y="41"/>
                    </a:cubicBezTo>
                    <a:cubicBezTo>
                      <a:pt x="87" y="53"/>
                      <a:pt x="71" y="51"/>
                      <a:pt x="60" y="48"/>
                    </a:cubicBezTo>
                    <a:cubicBezTo>
                      <a:pt x="49" y="46"/>
                      <a:pt x="0" y="36"/>
                      <a:pt x="5" y="62"/>
                    </a:cubicBezTo>
                    <a:cubicBezTo>
                      <a:pt x="9" y="78"/>
                      <a:pt x="21" y="60"/>
                      <a:pt x="30" y="58"/>
                    </a:cubicBezTo>
                    <a:cubicBezTo>
                      <a:pt x="40" y="55"/>
                      <a:pt x="45" y="62"/>
                      <a:pt x="54" y="64"/>
                    </a:cubicBezTo>
                    <a:cubicBezTo>
                      <a:pt x="61" y="65"/>
                      <a:pt x="76" y="65"/>
                      <a:pt x="84" y="63"/>
                    </a:cubicBezTo>
                    <a:cubicBezTo>
                      <a:pt x="91" y="61"/>
                      <a:pt x="92" y="59"/>
                      <a:pt x="95" y="5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9" name="Freeform 631">
                <a:extLst>
                  <a:ext uri="{FF2B5EF4-FFF2-40B4-BE49-F238E27FC236}">
                    <a16:creationId xmlns:a16="http://schemas.microsoft.com/office/drawing/2014/main" id="{25B6524D-491A-45AE-ABB2-655BD6831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2088"/>
                <a:ext cx="415" cy="683"/>
              </a:xfrm>
              <a:custGeom>
                <a:avLst/>
                <a:gdLst>
                  <a:gd name="T0" fmla="*/ 333 w 166"/>
                  <a:gd name="T1" fmla="*/ 0 h 256"/>
                  <a:gd name="T2" fmla="*/ 458 w 166"/>
                  <a:gd name="T3" fmla="*/ 491 h 256"/>
                  <a:gd name="T4" fmla="*/ 458 w 166"/>
                  <a:gd name="T5" fmla="*/ 1105 h 256"/>
                  <a:gd name="T6" fmla="*/ 908 w 166"/>
                  <a:gd name="T7" fmla="*/ 1195 h 256"/>
                  <a:gd name="T8" fmla="*/ 1345 w 166"/>
                  <a:gd name="T9" fmla="*/ 760 h 256"/>
                  <a:gd name="T10" fmla="*/ 1645 w 166"/>
                  <a:gd name="T11" fmla="*/ 968 h 256"/>
                  <a:gd name="T12" fmla="*/ 958 w 166"/>
                  <a:gd name="T13" fmla="*/ 1425 h 256"/>
                  <a:gd name="T14" fmla="*/ 688 w 166"/>
                  <a:gd name="T15" fmla="*/ 1844 h 256"/>
                  <a:gd name="T16" fmla="*/ 1095 w 166"/>
                  <a:gd name="T17" fmla="*/ 1993 h 256"/>
                  <a:gd name="T18" fmla="*/ 488 w 166"/>
                  <a:gd name="T19" fmla="*/ 2164 h 256"/>
                  <a:gd name="T20" fmla="*/ 375 w 166"/>
                  <a:gd name="T21" fmla="*/ 2812 h 256"/>
                  <a:gd name="T22" fmla="*/ 1158 w 166"/>
                  <a:gd name="T23" fmla="*/ 3175 h 256"/>
                  <a:gd name="T24" fmla="*/ 1550 w 166"/>
                  <a:gd name="T25" fmla="*/ 3644 h 256"/>
                  <a:gd name="T26" fmla="*/ 645 w 166"/>
                  <a:gd name="T27" fmla="*/ 3060 h 256"/>
                  <a:gd name="T28" fmla="*/ 145 w 166"/>
                  <a:gd name="T29" fmla="*/ 3154 h 256"/>
                  <a:gd name="T30" fmla="*/ 83 w 166"/>
                  <a:gd name="T31" fmla="*/ 3759 h 256"/>
                  <a:gd name="T32" fmla="*/ 188 w 166"/>
                  <a:gd name="T33" fmla="*/ 4327 h 256"/>
                  <a:gd name="T34" fmla="*/ 520 w 166"/>
                  <a:gd name="T35" fmla="*/ 4349 h 256"/>
                  <a:gd name="T36" fmla="*/ 1158 w 166"/>
                  <a:gd name="T37" fmla="*/ 4213 h 256"/>
                  <a:gd name="T38" fmla="*/ 1283 w 166"/>
                  <a:gd name="T39" fmla="*/ 4442 h 256"/>
                  <a:gd name="T40" fmla="*/ 1625 w 166"/>
                  <a:gd name="T41" fmla="*/ 4634 h 256"/>
                  <a:gd name="T42" fmla="*/ 2283 w 166"/>
                  <a:gd name="T43" fmla="*/ 4770 h 256"/>
                  <a:gd name="T44" fmla="*/ 2533 w 166"/>
                  <a:gd name="T45" fmla="*/ 3951 h 256"/>
                  <a:gd name="T46" fmla="*/ 2458 w 166"/>
                  <a:gd name="T47" fmla="*/ 3154 h 256"/>
                  <a:gd name="T48" fmla="*/ 2050 w 166"/>
                  <a:gd name="T49" fmla="*/ 2948 h 25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66" h="256">
                    <a:moveTo>
                      <a:pt x="21" y="0"/>
                    </a:moveTo>
                    <a:cubicBezTo>
                      <a:pt x="23" y="10"/>
                      <a:pt x="29" y="15"/>
                      <a:pt x="29" y="26"/>
                    </a:cubicBezTo>
                    <a:cubicBezTo>
                      <a:pt x="28" y="35"/>
                      <a:pt x="21" y="49"/>
                      <a:pt x="29" y="58"/>
                    </a:cubicBezTo>
                    <a:cubicBezTo>
                      <a:pt x="34" y="63"/>
                      <a:pt x="52" y="64"/>
                      <a:pt x="58" y="63"/>
                    </a:cubicBezTo>
                    <a:cubicBezTo>
                      <a:pt x="69" y="59"/>
                      <a:pt x="75" y="44"/>
                      <a:pt x="86" y="40"/>
                    </a:cubicBezTo>
                    <a:cubicBezTo>
                      <a:pt x="95" y="37"/>
                      <a:pt x="109" y="37"/>
                      <a:pt x="105" y="51"/>
                    </a:cubicBezTo>
                    <a:cubicBezTo>
                      <a:pt x="100" y="64"/>
                      <a:pt x="71" y="70"/>
                      <a:pt x="61" y="75"/>
                    </a:cubicBezTo>
                    <a:cubicBezTo>
                      <a:pt x="53" y="78"/>
                      <a:pt x="40" y="85"/>
                      <a:pt x="44" y="97"/>
                    </a:cubicBezTo>
                    <a:cubicBezTo>
                      <a:pt x="49" y="111"/>
                      <a:pt x="62" y="99"/>
                      <a:pt x="70" y="105"/>
                    </a:cubicBezTo>
                    <a:cubicBezTo>
                      <a:pt x="66" y="117"/>
                      <a:pt x="41" y="111"/>
                      <a:pt x="31" y="114"/>
                    </a:cubicBezTo>
                    <a:cubicBezTo>
                      <a:pt x="14" y="120"/>
                      <a:pt x="11" y="136"/>
                      <a:pt x="24" y="148"/>
                    </a:cubicBezTo>
                    <a:cubicBezTo>
                      <a:pt x="39" y="162"/>
                      <a:pt x="55" y="165"/>
                      <a:pt x="74" y="167"/>
                    </a:cubicBezTo>
                    <a:cubicBezTo>
                      <a:pt x="83" y="168"/>
                      <a:pt x="113" y="177"/>
                      <a:pt x="99" y="192"/>
                    </a:cubicBezTo>
                    <a:cubicBezTo>
                      <a:pt x="82" y="210"/>
                      <a:pt x="55" y="167"/>
                      <a:pt x="41" y="161"/>
                    </a:cubicBezTo>
                    <a:cubicBezTo>
                      <a:pt x="30" y="156"/>
                      <a:pt x="18" y="156"/>
                      <a:pt x="9" y="166"/>
                    </a:cubicBezTo>
                    <a:cubicBezTo>
                      <a:pt x="0" y="177"/>
                      <a:pt x="2" y="186"/>
                      <a:pt x="5" y="198"/>
                    </a:cubicBezTo>
                    <a:cubicBezTo>
                      <a:pt x="7" y="208"/>
                      <a:pt x="8" y="219"/>
                      <a:pt x="12" y="228"/>
                    </a:cubicBezTo>
                    <a:cubicBezTo>
                      <a:pt x="19" y="239"/>
                      <a:pt x="21" y="236"/>
                      <a:pt x="33" y="229"/>
                    </a:cubicBezTo>
                    <a:cubicBezTo>
                      <a:pt x="45" y="222"/>
                      <a:pt x="60" y="213"/>
                      <a:pt x="74" y="222"/>
                    </a:cubicBezTo>
                    <a:cubicBezTo>
                      <a:pt x="77" y="225"/>
                      <a:pt x="79" y="231"/>
                      <a:pt x="82" y="234"/>
                    </a:cubicBezTo>
                    <a:cubicBezTo>
                      <a:pt x="88" y="239"/>
                      <a:pt x="97" y="242"/>
                      <a:pt x="104" y="244"/>
                    </a:cubicBezTo>
                    <a:cubicBezTo>
                      <a:pt x="117" y="249"/>
                      <a:pt x="132" y="256"/>
                      <a:pt x="146" y="251"/>
                    </a:cubicBezTo>
                    <a:cubicBezTo>
                      <a:pt x="165" y="244"/>
                      <a:pt x="161" y="226"/>
                      <a:pt x="162" y="208"/>
                    </a:cubicBezTo>
                    <a:cubicBezTo>
                      <a:pt x="163" y="195"/>
                      <a:pt x="166" y="177"/>
                      <a:pt x="157" y="166"/>
                    </a:cubicBezTo>
                    <a:cubicBezTo>
                      <a:pt x="150" y="157"/>
                      <a:pt x="135" y="162"/>
                      <a:pt x="131" y="155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0" name="Freeform 632">
                <a:extLst>
                  <a:ext uri="{FF2B5EF4-FFF2-40B4-BE49-F238E27FC236}">
                    <a16:creationId xmlns:a16="http://schemas.microsoft.com/office/drawing/2014/main" id="{41D7F2EC-D078-4C42-B130-C165FDBA4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285"/>
                <a:ext cx="185" cy="190"/>
              </a:xfrm>
              <a:custGeom>
                <a:avLst/>
                <a:gdLst>
                  <a:gd name="T0" fmla="*/ 1158 w 74"/>
                  <a:gd name="T1" fmla="*/ 35 h 71"/>
                  <a:gd name="T2" fmla="*/ 813 w 74"/>
                  <a:gd name="T3" fmla="*/ 150 h 71"/>
                  <a:gd name="T4" fmla="*/ 783 w 74"/>
                  <a:gd name="T5" fmla="*/ 516 h 71"/>
                  <a:gd name="T6" fmla="*/ 833 w 74"/>
                  <a:gd name="T7" fmla="*/ 939 h 71"/>
                  <a:gd name="T8" fmla="*/ 533 w 74"/>
                  <a:gd name="T9" fmla="*/ 939 h 71"/>
                  <a:gd name="T10" fmla="*/ 220 w 74"/>
                  <a:gd name="T11" fmla="*/ 1268 h 71"/>
                  <a:gd name="T12" fmla="*/ 645 w 74"/>
                  <a:gd name="T13" fmla="*/ 1359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71">
                    <a:moveTo>
                      <a:pt x="74" y="2"/>
                    </a:moveTo>
                    <a:cubicBezTo>
                      <a:pt x="65" y="9"/>
                      <a:pt x="59" y="0"/>
                      <a:pt x="52" y="8"/>
                    </a:cubicBezTo>
                    <a:cubicBezTo>
                      <a:pt x="45" y="15"/>
                      <a:pt x="48" y="21"/>
                      <a:pt x="50" y="27"/>
                    </a:cubicBezTo>
                    <a:cubicBezTo>
                      <a:pt x="53" y="35"/>
                      <a:pt x="61" y="40"/>
                      <a:pt x="53" y="49"/>
                    </a:cubicBezTo>
                    <a:cubicBezTo>
                      <a:pt x="47" y="56"/>
                      <a:pt x="41" y="50"/>
                      <a:pt x="34" y="49"/>
                    </a:cubicBezTo>
                    <a:cubicBezTo>
                      <a:pt x="26" y="48"/>
                      <a:pt x="0" y="61"/>
                      <a:pt x="14" y="66"/>
                    </a:cubicBezTo>
                    <a:cubicBezTo>
                      <a:pt x="20" y="68"/>
                      <a:pt x="46" y="54"/>
                      <a:pt x="41" y="7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1" name="Freeform 633">
                <a:extLst>
                  <a:ext uri="{FF2B5EF4-FFF2-40B4-BE49-F238E27FC236}">
                    <a16:creationId xmlns:a16="http://schemas.microsoft.com/office/drawing/2014/main" id="{334568EA-365B-4B44-8598-06A1B7B9D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205"/>
                <a:ext cx="108" cy="72"/>
              </a:xfrm>
              <a:custGeom>
                <a:avLst/>
                <a:gdLst>
                  <a:gd name="T0" fmla="*/ 251 w 43"/>
                  <a:gd name="T1" fmla="*/ 435 h 27"/>
                  <a:gd name="T2" fmla="*/ 221 w 43"/>
                  <a:gd name="T3" fmla="*/ 35 h 27"/>
                  <a:gd name="T4" fmla="*/ 681 w 43"/>
                  <a:gd name="T5" fmla="*/ 17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7">
                    <a:moveTo>
                      <a:pt x="16" y="23"/>
                    </a:moveTo>
                    <a:cubicBezTo>
                      <a:pt x="7" y="27"/>
                      <a:pt x="0" y="5"/>
                      <a:pt x="14" y="2"/>
                    </a:cubicBezTo>
                    <a:cubicBezTo>
                      <a:pt x="19" y="0"/>
                      <a:pt x="40" y="6"/>
                      <a:pt x="43" y="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2" name="Freeform 634">
                <a:extLst>
                  <a:ext uri="{FF2B5EF4-FFF2-40B4-BE49-F238E27FC236}">
                    <a16:creationId xmlns:a16="http://schemas.microsoft.com/office/drawing/2014/main" id="{3B08B009-B853-438F-A301-261CBD439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1403"/>
                <a:ext cx="327" cy="136"/>
              </a:xfrm>
              <a:custGeom>
                <a:avLst/>
                <a:gdLst>
                  <a:gd name="T0" fmla="*/ 529 w 131"/>
                  <a:gd name="T1" fmla="*/ 0 h 51"/>
                  <a:gd name="T2" fmla="*/ 325 w 131"/>
                  <a:gd name="T3" fmla="*/ 704 h 51"/>
                  <a:gd name="T4" fmla="*/ 934 w 131"/>
                  <a:gd name="T5" fmla="*/ 491 h 51"/>
                  <a:gd name="T6" fmla="*/ 1590 w 131"/>
                  <a:gd name="T7" fmla="*/ 491 h 51"/>
                  <a:gd name="T8" fmla="*/ 1962 w 131"/>
                  <a:gd name="T9" fmla="*/ 547 h 51"/>
                  <a:gd name="T10" fmla="*/ 2037 w 131"/>
                  <a:gd name="T11" fmla="*/ 96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51">
                    <a:moveTo>
                      <a:pt x="34" y="0"/>
                    </a:moveTo>
                    <a:cubicBezTo>
                      <a:pt x="25" y="10"/>
                      <a:pt x="0" y="27"/>
                      <a:pt x="21" y="37"/>
                    </a:cubicBezTo>
                    <a:cubicBezTo>
                      <a:pt x="36" y="44"/>
                      <a:pt x="48" y="31"/>
                      <a:pt x="60" y="26"/>
                    </a:cubicBezTo>
                    <a:cubicBezTo>
                      <a:pt x="74" y="19"/>
                      <a:pt x="88" y="24"/>
                      <a:pt x="102" y="26"/>
                    </a:cubicBezTo>
                    <a:cubicBezTo>
                      <a:pt x="108" y="27"/>
                      <a:pt x="120" y="24"/>
                      <a:pt x="126" y="29"/>
                    </a:cubicBezTo>
                    <a:cubicBezTo>
                      <a:pt x="130" y="33"/>
                      <a:pt x="130" y="47"/>
                      <a:pt x="131" y="5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3" name="Freeform 635">
                <a:extLst>
                  <a:ext uri="{FF2B5EF4-FFF2-40B4-BE49-F238E27FC236}">
                    <a16:creationId xmlns:a16="http://schemas.microsoft.com/office/drawing/2014/main" id="{615788A8-0C4C-4B8C-AEDA-83AE19CF1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531"/>
                <a:ext cx="513" cy="322"/>
              </a:xfrm>
              <a:custGeom>
                <a:avLst/>
                <a:gdLst>
                  <a:gd name="T0" fmla="*/ 3213 w 205"/>
                  <a:gd name="T1" fmla="*/ 716 h 121"/>
                  <a:gd name="T2" fmla="*/ 2900 w 205"/>
                  <a:gd name="T3" fmla="*/ 375 h 121"/>
                  <a:gd name="T4" fmla="*/ 2588 w 205"/>
                  <a:gd name="T5" fmla="*/ 580 h 121"/>
                  <a:gd name="T6" fmla="*/ 2347 w 205"/>
                  <a:gd name="T7" fmla="*/ 716 h 121"/>
                  <a:gd name="T8" fmla="*/ 2285 w 205"/>
                  <a:gd name="T9" fmla="*/ 282 h 121"/>
                  <a:gd name="T10" fmla="*/ 1897 w 205"/>
                  <a:gd name="T11" fmla="*/ 362 h 121"/>
                  <a:gd name="T12" fmla="*/ 1521 w 205"/>
                  <a:gd name="T13" fmla="*/ 601 h 121"/>
                  <a:gd name="T14" fmla="*/ 1064 w 205"/>
                  <a:gd name="T15" fmla="*/ 737 h 121"/>
                  <a:gd name="T16" fmla="*/ 801 w 205"/>
                  <a:gd name="T17" fmla="*/ 1339 h 121"/>
                  <a:gd name="T18" fmla="*/ 313 w 205"/>
                  <a:gd name="T19" fmla="*/ 1509 h 121"/>
                  <a:gd name="T20" fmla="*/ 158 w 205"/>
                  <a:gd name="T21" fmla="*/ 1919 h 121"/>
                  <a:gd name="T22" fmla="*/ 0 w 205"/>
                  <a:gd name="T23" fmla="*/ 2281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5" h="121">
                    <a:moveTo>
                      <a:pt x="205" y="38"/>
                    </a:moveTo>
                    <a:cubicBezTo>
                      <a:pt x="197" y="34"/>
                      <a:pt x="196" y="21"/>
                      <a:pt x="185" y="20"/>
                    </a:cubicBezTo>
                    <a:cubicBezTo>
                      <a:pt x="178" y="19"/>
                      <a:pt x="172" y="27"/>
                      <a:pt x="165" y="31"/>
                    </a:cubicBezTo>
                    <a:cubicBezTo>
                      <a:pt x="162" y="34"/>
                      <a:pt x="155" y="41"/>
                      <a:pt x="150" y="38"/>
                    </a:cubicBezTo>
                    <a:cubicBezTo>
                      <a:pt x="142" y="34"/>
                      <a:pt x="149" y="21"/>
                      <a:pt x="146" y="15"/>
                    </a:cubicBezTo>
                    <a:cubicBezTo>
                      <a:pt x="139" y="0"/>
                      <a:pt x="128" y="11"/>
                      <a:pt x="121" y="19"/>
                    </a:cubicBezTo>
                    <a:cubicBezTo>
                      <a:pt x="111" y="31"/>
                      <a:pt x="111" y="31"/>
                      <a:pt x="97" y="32"/>
                    </a:cubicBezTo>
                    <a:cubicBezTo>
                      <a:pt x="88" y="32"/>
                      <a:pt x="76" y="34"/>
                      <a:pt x="68" y="39"/>
                    </a:cubicBezTo>
                    <a:cubicBezTo>
                      <a:pt x="55" y="47"/>
                      <a:pt x="61" y="61"/>
                      <a:pt x="51" y="71"/>
                    </a:cubicBezTo>
                    <a:cubicBezTo>
                      <a:pt x="43" y="79"/>
                      <a:pt x="28" y="74"/>
                      <a:pt x="20" y="80"/>
                    </a:cubicBezTo>
                    <a:cubicBezTo>
                      <a:pt x="15" y="85"/>
                      <a:pt x="13" y="96"/>
                      <a:pt x="10" y="102"/>
                    </a:cubicBezTo>
                    <a:cubicBezTo>
                      <a:pt x="7" y="108"/>
                      <a:pt x="1" y="114"/>
                      <a:pt x="0" y="12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4" name="Freeform 636">
                <a:extLst>
                  <a:ext uri="{FF2B5EF4-FFF2-40B4-BE49-F238E27FC236}">
                    <a16:creationId xmlns:a16="http://schemas.microsoft.com/office/drawing/2014/main" id="{F495B230-64F5-4306-8CD6-9E419C828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536"/>
                <a:ext cx="62" cy="1120"/>
              </a:xfrm>
              <a:custGeom>
                <a:avLst/>
                <a:gdLst>
                  <a:gd name="T0" fmla="*/ 154 w 25"/>
                  <a:gd name="T1" fmla="*/ 0 h 420"/>
                  <a:gd name="T2" fmla="*/ 154 w 25"/>
                  <a:gd name="T3" fmla="*/ 683 h 420"/>
                  <a:gd name="T4" fmla="*/ 246 w 25"/>
                  <a:gd name="T5" fmla="*/ 1251 h 420"/>
                  <a:gd name="T6" fmla="*/ 92 w 25"/>
                  <a:gd name="T7" fmla="*/ 2752 h 420"/>
                  <a:gd name="T8" fmla="*/ 196 w 25"/>
                  <a:gd name="T9" fmla="*/ 2296 h 420"/>
                  <a:gd name="T10" fmla="*/ 154 w 25"/>
                  <a:gd name="T11" fmla="*/ 2901 h 420"/>
                  <a:gd name="T12" fmla="*/ 216 w 25"/>
                  <a:gd name="T13" fmla="*/ 3605 h 420"/>
                  <a:gd name="T14" fmla="*/ 166 w 25"/>
                  <a:gd name="T15" fmla="*/ 4267 h 420"/>
                  <a:gd name="T16" fmla="*/ 154 w 25"/>
                  <a:gd name="T17" fmla="*/ 4984 h 420"/>
                  <a:gd name="T18" fmla="*/ 290 w 25"/>
                  <a:gd name="T19" fmla="*/ 5213 h 420"/>
                  <a:gd name="T20" fmla="*/ 308 w 25"/>
                  <a:gd name="T21" fmla="*/ 5539 h 420"/>
                  <a:gd name="T22" fmla="*/ 154 w 25"/>
                  <a:gd name="T23" fmla="*/ 6371 h 420"/>
                  <a:gd name="T24" fmla="*/ 184 w 25"/>
                  <a:gd name="T25" fmla="*/ 7373 h 420"/>
                  <a:gd name="T26" fmla="*/ 337 w 25"/>
                  <a:gd name="T27" fmla="*/ 7965 h 4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420">
                    <a:moveTo>
                      <a:pt x="10" y="0"/>
                    </a:moveTo>
                    <a:cubicBezTo>
                      <a:pt x="10" y="11"/>
                      <a:pt x="8" y="25"/>
                      <a:pt x="10" y="36"/>
                    </a:cubicBezTo>
                    <a:cubicBezTo>
                      <a:pt x="11" y="46"/>
                      <a:pt x="15" y="55"/>
                      <a:pt x="16" y="66"/>
                    </a:cubicBezTo>
                    <a:cubicBezTo>
                      <a:pt x="17" y="92"/>
                      <a:pt x="0" y="120"/>
                      <a:pt x="6" y="145"/>
                    </a:cubicBezTo>
                    <a:cubicBezTo>
                      <a:pt x="11" y="137"/>
                      <a:pt x="10" y="130"/>
                      <a:pt x="13" y="121"/>
                    </a:cubicBezTo>
                    <a:cubicBezTo>
                      <a:pt x="25" y="127"/>
                      <a:pt x="12" y="145"/>
                      <a:pt x="10" y="153"/>
                    </a:cubicBezTo>
                    <a:cubicBezTo>
                      <a:pt x="5" y="168"/>
                      <a:pt x="12" y="176"/>
                      <a:pt x="14" y="190"/>
                    </a:cubicBezTo>
                    <a:cubicBezTo>
                      <a:pt x="16" y="201"/>
                      <a:pt x="12" y="213"/>
                      <a:pt x="11" y="225"/>
                    </a:cubicBezTo>
                    <a:cubicBezTo>
                      <a:pt x="10" y="235"/>
                      <a:pt x="6" y="254"/>
                      <a:pt x="10" y="263"/>
                    </a:cubicBezTo>
                    <a:cubicBezTo>
                      <a:pt x="11" y="267"/>
                      <a:pt x="17" y="270"/>
                      <a:pt x="19" y="275"/>
                    </a:cubicBezTo>
                    <a:cubicBezTo>
                      <a:pt x="21" y="280"/>
                      <a:pt x="20" y="287"/>
                      <a:pt x="20" y="292"/>
                    </a:cubicBezTo>
                    <a:cubicBezTo>
                      <a:pt x="19" y="307"/>
                      <a:pt x="13" y="321"/>
                      <a:pt x="10" y="336"/>
                    </a:cubicBezTo>
                    <a:cubicBezTo>
                      <a:pt x="7" y="354"/>
                      <a:pt x="11" y="371"/>
                      <a:pt x="12" y="389"/>
                    </a:cubicBezTo>
                    <a:cubicBezTo>
                      <a:pt x="12" y="402"/>
                      <a:pt x="20" y="408"/>
                      <a:pt x="22" y="420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5" name="Freeform 637">
                <a:extLst>
                  <a:ext uri="{FF2B5EF4-FFF2-40B4-BE49-F238E27FC236}">
                    <a16:creationId xmlns:a16="http://schemas.microsoft.com/office/drawing/2014/main" id="{9FDE6831-A0C8-4901-B3AD-92932FD89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344"/>
                <a:ext cx="27" cy="237"/>
              </a:xfrm>
              <a:custGeom>
                <a:avLst/>
                <a:gdLst>
                  <a:gd name="T0" fmla="*/ 133 w 11"/>
                  <a:gd name="T1" fmla="*/ 772 h 89"/>
                  <a:gd name="T2" fmla="*/ 103 w 11"/>
                  <a:gd name="T3" fmla="*/ 375 h 89"/>
                  <a:gd name="T4" fmla="*/ 12 w 11"/>
                  <a:gd name="T5" fmla="*/ 0 h 89"/>
                  <a:gd name="T6" fmla="*/ 150 w 11"/>
                  <a:gd name="T7" fmla="*/ 794 h 89"/>
                  <a:gd name="T8" fmla="*/ 0 w 11"/>
                  <a:gd name="T9" fmla="*/ 168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9">
                    <a:moveTo>
                      <a:pt x="9" y="41"/>
                    </a:moveTo>
                    <a:cubicBezTo>
                      <a:pt x="7" y="34"/>
                      <a:pt x="9" y="27"/>
                      <a:pt x="7" y="20"/>
                    </a:cubicBezTo>
                    <a:cubicBezTo>
                      <a:pt x="5" y="13"/>
                      <a:pt x="2" y="7"/>
                      <a:pt x="1" y="0"/>
                    </a:cubicBezTo>
                    <a:cubicBezTo>
                      <a:pt x="9" y="12"/>
                      <a:pt x="11" y="27"/>
                      <a:pt x="10" y="42"/>
                    </a:cubicBezTo>
                    <a:cubicBezTo>
                      <a:pt x="10" y="53"/>
                      <a:pt x="11" y="84"/>
                      <a:pt x="0" y="89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6" name="Freeform 638">
                <a:extLst>
                  <a:ext uri="{FF2B5EF4-FFF2-40B4-BE49-F238E27FC236}">
                    <a16:creationId xmlns:a16="http://schemas.microsoft.com/office/drawing/2014/main" id="{12D0FF64-30C7-4F4D-8F66-00CAF50B8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256"/>
                <a:ext cx="8" cy="77"/>
              </a:xfrm>
              <a:custGeom>
                <a:avLst/>
                <a:gdLst>
                  <a:gd name="T0" fmla="*/ 0 w 3"/>
                  <a:gd name="T1" fmla="*/ 0 h 29"/>
                  <a:gd name="T2" fmla="*/ 56 w 3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9">
                    <a:moveTo>
                      <a:pt x="0" y="0"/>
                    </a:moveTo>
                    <a:cubicBezTo>
                      <a:pt x="2" y="8"/>
                      <a:pt x="1" y="20"/>
                      <a:pt x="3" y="29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7" name="Freeform 639">
                <a:extLst>
                  <a:ext uri="{FF2B5EF4-FFF2-40B4-BE49-F238E27FC236}">
                    <a16:creationId xmlns:a16="http://schemas.microsoft.com/office/drawing/2014/main" id="{0CA1F4EE-831D-4614-BE70-6A88FADF9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1195"/>
                <a:ext cx="1933" cy="1890"/>
              </a:xfrm>
              <a:custGeom>
                <a:avLst/>
                <a:gdLst>
                  <a:gd name="T0" fmla="*/ 6272 w 773"/>
                  <a:gd name="T1" fmla="*/ 10396 h 709"/>
                  <a:gd name="T2" fmla="*/ 6067 w 773"/>
                  <a:gd name="T3" fmla="*/ 11575 h 709"/>
                  <a:gd name="T4" fmla="*/ 5534 w 773"/>
                  <a:gd name="T5" fmla="*/ 12385 h 709"/>
                  <a:gd name="T6" fmla="*/ 4534 w 773"/>
                  <a:gd name="T7" fmla="*/ 13169 h 709"/>
                  <a:gd name="T8" fmla="*/ 4334 w 773"/>
                  <a:gd name="T9" fmla="*/ 13238 h 709"/>
                  <a:gd name="T10" fmla="*/ 3426 w 773"/>
                  <a:gd name="T11" fmla="*/ 13374 h 709"/>
                  <a:gd name="T12" fmla="*/ 2596 w 773"/>
                  <a:gd name="T13" fmla="*/ 12785 h 709"/>
                  <a:gd name="T14" fmla="*/ 1345 w 773"/>
                  <a:gd name="T15" fmla="*/ 11783 h 709"/>
                  <a:gd name="T16" fmla="*/ 958 w 773"/>
                  <a:gd name="T17" fmla="*/ 11079 h 709"/>
                  <a:gd name="T18" fmla="*/ 783 w 773"/>
                  <a:gd name="T19" fmla="*/ 10815 h 709"/>
                  <a:gd name="T20" fmla="*/ 425 w 773"/>
                  <a:gd name="T21" fmla="*/ 10474 h 709"/>
                  <a:gd name="T22" fmla="*/ 113 w 773"/>
                  <a:gd name="T23" fmla="*/ 9701 h 709"/>
                  <a:gd name="T24" fmla="*/ 95 w 773"/>
                  <a:gd name="T25" fmla="*/ 8848 h 709"/>
                  <a:gd name="T26" fmla="*/ 50 w 773"/>
                  <a:gd name="T27" fmla="*/ 8472 h 709"/>
                  <a:gd name="T28" fmla="*/ 63 w 773"/>
                  <a:gd name="T29" fmla="*/ 7845 h 709"/>
                  <a:gd name="T30" fmla="*/ 238 w 773"/>
                  <a:gd name="T31" fmla="*/ 7141 h 709"/>
                  <a:gd name="T32" fmla="*/ 125 w 773"/>
                  <a:gd name="T33" fmla="*/ 7141 h 709"/>
                  <a:gd name="T34" fmla="*/ 145 w 773"/>
                  <a:gd name="T35" fmla="*/ 6494 h 709"/>
                  <a:gd name="T36" fmla="*/ 270 w 773"/>
                  <a:gd name="T37" fmla="*/ 5755 h 709"/>
                  <a:gd name="T38" fmla="*/ 375 w 773"/>
                  <a:gd name="T39" fmla="*/ 5094 h 709"/>
                  <a:gd name="T40" fmla="*/ 675 w 773"/>
                  <a:gd name="T41" fmla="*/ 4676 h 709"/>
                  <a:gd name="T42" fmla="*/ 708 w 773"/>
                  <a:gd name="T43" fmla="*/ 3993 h 709"/>
                  <a:gd name="T44" fmla="*/ 1000 w 773"/>
                  <a:gd name="T45" fmla="*/ 3332 h 709"/>
                  <a:gd name="T46" fmla="*/ 1875 w 773"/>
                  <a:gd name="T47" fmla="*/ 2479 h 709"/>
                  <a:gd name="T48" fmla="*/ 2521 w 773"/>
                  <a:gd name="T49" fmla="*/ 1514 h 709"/>
                  <a:gd name="T50" fmla="*/ 3051 w 773"/>
                  <a:gd name="T51" fmla="*/ 1101 h 709"/>
                  <a:gd name="T52" fmla="*/ 3551 w 773"/>
                  <a:gd name="T53" fmla="*/ 989 h 709"/>
                  <a:gd name="T54" fmla="*/ 4334 w 773"/>
                  <a:gd name="T55" fmla="*/ 546 h 709"/>
                  <a:gd name="T56" fmla="*/ 5316 w 773"/>
                  <a:gd name="T57" fmla="*/ 435 h 709"/>
                  <a:gd name="T58" fmla="*/ 6117 w 773"/>
                  <a:gd name="T59" fmla="*/ 2423 h 709"/>
                  <a:gd name="T60" fmla="*/ 6242 w 773"/>
                  <a:gd name="T61" fmla="*/ 1613 h 709"/>
                  <a:gd name="T62" fmla="*/ 6397 w 773"/>
                  <a:gd name="T63" fmla="*/ 832 h 709"/>
                  <a:gd name="T64" fmla="*/ 8067 w 773"/>
                  <a:gd name="T65" fmla="*/ 797 h 709"/>
                  <a:gd name="T66" fmla="*/ 8722 w 773"/>
                  <a:gd name="T67" fmla="*/ 874 h 709"/>
                  <a:gd name="T68" fmla="*/ 9055 w 773"/>
                  <a:gd name="T69" fmla="*/ 1080 h 709"/>
                  <a:gd name="T70" fmla="*/ 9410 w 773"/>
                  <a:gd name="T71" fmla="*/ 1328 h 709"/>
                  <a:gd name="T72" fmla="*/ 9838 w 773"/>
                  <a:gd name="T73" fmla="*/ 1591 h 709"/>
                  <a:gd name="T74" fmla="*/ 10243 w 773"/>
                  <a:gd name="T75" fmla="*/ 2559 h 709"/>
                  <a:gd name="T76" fmla="*/ 11150 w 773"/>
                  <a:gd name="T77" fmla="*/ 3732 h 709"/>
                  <a:gd name="T78" fmla="*/ 11776 w 773"/>
                  <a:gd name="T79" fmla="*/ 6097 h 709"/>
                  <a:gd name="T80" fmla="*/ 12038 w 773"/>
                  <a:gd name="T81" fmla="*/ 7973 h 709"/>
                  <a:gd name="T82" fmla="*/ 12006 w 773"/>
                  <a:gd name="T83" fmla="*/ 8792 h 709"/>
                  <a:gd name="T84" fmla="*/ 11851 w 773"/>
                  <a:gd name="T85" fmla="*/ 9663 h 709"/>
                  <a:gd name="T86" fmla="*/ 11180 w 773"/>
                  <a:gd name="T87" fmla="*/ 11100 h 709"/>
                  <a:gd name="T88" fmla="*/ 10493 w 773"/>
                  <a:gd name="T89" fmla="*/ 12465 h 709"/>
                  <a:gd name="T90" fmla="*/ 9472 w 773"/>
                  <a:gd name="T91" fmla="*/ 13067 h 709"/>
                  <a:gd name="T92" fmla="*/ 8992 w 773"/>
                  <a:gd name="T93" fmla="*/ 13011 h 709"/>
                  <a:gd name="T94" fmla="*/ 8617 w 773"/>
                  <a:gd name="T95" fmla="*/ 13182 h 709"/>
                  <a:gd name="T96" fmla="*/ 8147 w 773"/>
                  <a:gd name="T97" fmla="*/ 13238 h 709"/>
                  <a:gd name="T98" fmla="*/ 7805 w 773"/>
                  <a:gd name="T99" fmla="*/ 13147 h 709"/>
                  <a:gd name="T100" fmla="*/ 7284 w 773"/>
                  <a:gd name="T101" fmla="*/ 13033 h 709"/>
                  <a:gd name="T102" fmla="*/ 6909 w 773"/>
                  <a:gd name="T103" fmla="*/ 12614 h 709"/>
                  <a:gd name="T104" fmla="*/ 6629 w 773"/>
                  <a:gd name="T105" fmla="*/ 11668 h 709"/>
                  <a:gd name="T106" fmla="*/ 6304 w 773"/>
                  <a:gd name="T107" fmla="*/ 10340 h 70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73" h="709">
                    <a:moveTo>
                      <a:pt x="401" y="549"/>
                    </a:moveTo>
                    <a:cubicBezTo>
                      <a:pt x="393" y="566"/>
                      <a:pt x="394" y="592"/>
                      <a:pt x="388" y="611"/>
                    </a:cubicBezTo>
                    <a:cubicBezTo>
                      <a:pt x="383" y="630"/>
                      <a:pt x="374" y="646"/>
                      <a:pt x="354" y="654"/>
                    </a:cubicBezTo>
                    <a:cubicBezTo>
                      <a:pt x="370" y="672"/>
                      <a:pt x="300" y="708"/>
                      <a:pt x="290" y="695"/>
                    </a:cubicBezTo>
                    <a:cubicBezTo>
                      <a:pt x="284" y="693"/>
                      <a:pt x="283" y="697"/>
                      <a:pt x="277" y="699"/>
                    </a:cubicBezTo>
                    <a:cubicBezTo>
                      <a:pt x="258" y="706"/>
                      <a:pt x="238" y="709"/>
                      <a:pt x="219" y="706"/>
                    </a:cubicBezTo>
                    <a:cubicBezTo>
                      <a:pt x="199" y="702"/>
                      <a:pt x="174" y="696"/>
                      <a:pt x="166" y="675"/>
                    </a:cubicBezTo>
                    <a:cubicBezTo>
                      <a:pt x="152" y="698"/>
                      <a:pt x="94" y="632"/>
                      <a:pt x="86" y="622"/>
                    </a:cubicBezTo>
                    <a:cubicBezTo>
                      <a:pt x="77" y="610"/>
                      <a:pt x="70" y="597"/>
                      <a:pt x="61" y="585"/>
                    </a:cubicBezTo>
                    <a:cubicBezTo>
                      <a:pt x="57" y="578"/>
                      <a:pt x="57" y="577"/>
                      <a:pt x="50" y="571"/>
                    </a:cubicBezTo>
                    <a:cubicBezTo>
                      <a:pt x="43" y="565"/>
                      <a:pt x="33" y="561"/>
                      <a:pt x="27" y="553"/>
                    </a:cubicBezTo>
                    <a:cubicBezTo>
                      <a:pt x="18" y="542"/>
                      <a:pt x="12" y="525"/>
                      <a:pt x="7" y="512"/>
                    </a:cubicBezTo>
                    <a:cubicBezTo>
                      <a:pt x="2" y="496"/>
                      <a:pt x="7" y="483"/>
                      <a:pt x="6" y="467"/>
                    </a:cubicBezTo>
                    <a:cubicBezTo>
                      <a:pt x="5" y="460"/>
                      <a:pt x="3" y="454"/>
                      <a:pt x="3" y="447"/>
                    </a:cubicBezTo>
                    <a:cubicBezTo>
                      <a:pt x="2" y="436"/>
                      <a:pt x="5" y="426"/>
                      <a:pt x="4" y="414"/>
                    </a:cubicBezTo>
                    <a:cubicBezTo>
                      <a:pt x="2" y="396"/>
                      <a:pt x="0" y="386"/>
                      <a:pt x="15" y="377"/>
                    </a:cubicBezTo>
                    <a:cubicBezTo>
                      <a:pt x="13" y="378"/>
                      <a:pt x="10" y="377"/>
                      <a:pt x="8" y="377"/>
                    </a:cubicBezTo>
                    <a:cubicBezTo>
                      <a:pt x="10" y="366"/>
                      <a:pt x="7" y="355"/>
                      <a:pt x="9" y="343"/>
                    </a:cubicBezTo>
                    <a:cubicBezTo>
                      <a:pt x="11" y="330"/>
                      <a:pt x="15" y="318"/>
                      <a:pt x="17" y="304"/>
                    </a:cubicBezTo>
                    <a:cubicBezTo>
                      <a:pt x="19" y="292"/>
                      <a:pt x="22" y="281"/>
                      <a:pt x="24" y="269"/>
                    </a:cubicBezTo>
                    <a:cubicBezTo>
                      <a:pt x="27" y="253"/>
                      <a:pt x="29" y="254"/>
                      <a:pt x="43" y="247"/>
                    </a:cubicBezTo>
                    <a:cubicBezTo>
                      <a:pt x="36" y="240"/>
                      <a:pt x="43" y="220"/>
                      <a:pt x="45" y="211"/>
                    </a:cubicBezTo>
                    <a:cubicBezTo>
                      <a:pt x="48" y="196"/>
                      <a:pt x="55" y="188"/>
                      <a:pt x="64" y="176"/>
                    </a:cubicBezTo>
                    <a:cubicBezTo>
                      <a:pt x="75" y="159"/>
                      <a:pt x="94" y="117"/>
                      <a:pt x="120" y="131"/>
                    </a:cubicBezTo>
                    <a:cubicBezTo>
                      <a:pt x="113" y="108"/>
                      <a:pt x="145" y="91"/>
                      <a:pt x="161" y="80"/>
                    </a:cubicBezTo>
                    <a:cubicBezTo>
                      <a:pt x="173" y="73"/>
                      <a:pt x="183" y="63"/>
                      <a:pt x="195" y="58"/>
                    </a:cubicBezTo>
                    <a:cubicBezTo>
                      <a:pt x="204" y="54"/>
                      <a:pt x="220" y="41"/>
                      <a:pt x="227" y="52"/>
                    </a:cubicBezTo>
                    <a:cubicBezTo>
                      <a:pt x="222" y="30"/>
                      <a:pt x="263" y="31"/>
                      <a:pt x="277" y="29"/>
                    </a:cubicBezTo>
                    <a:cubicBezTo>
                      <a:pt x="296" y="26"/>
                      <a:pt x="322" y="20"/>
                      <a:pt x="340" y="23"/>
                    </a:cubicBezTo>
                    <a:cubicBezTo>
                      <a:pt x="386" y="31"/>
                      <a:pt x="393" y="89"/>
                      <a:pt x="391" y="128"/>
                    </a:cubicBezTo>
                    <a:cubicBezTo>
                      <a:pt x="391" y="96"/>
                      <a:pt x="401" y="92"/>
                      <a:pt x="399" y="85"/>
                    </a:cubicBezTo>
                    <a:cubicBezTo>
                      <a:pt x="398" y="77"/>
                      <a:pt x="399" y="72"/>
                      <a:pt x="409" y="44"/>
                    </a:cubicBezTo>
                    <a:cubicBezTo>
                      <a:pt x="422" y="0"/>
                      <a:pt x="514" y="23"/>
                      <a:pt x="516" y="42"/>
                    </a:cubicBezTo>
                    <a:cubicBezTo>
                      <a:pt x="529" y="35"/>
                      <a:pt x="550" y="41"/>
                      <a:pt x="558" y="46"/>
                    </a:cubicBezTo>
                    <a:cubicBezTo>
                      <a:pt x="566" y="51"/>
                      <a:pt x="572" y="52"/>
                      <a:pt x="579" y="57"/>
                    </a:cubicBezTo>
                    <a:cubicBezTo>
                      <a:pt x="584" y="60"/>
                      <a:pt x="595" y="67"/>
                      <a:pt x="602" y="70"/>
                    </a:cubicBezTo>
                    <a:cubicBezTo>
                      <a:pt x="612" y="73"/>
                      <a:pt x="620" y="79"/>
                      <a:pt x="629" y="84"/>
                    </a:cubicBezTo>
                    <a:cubicBezTo>
                      <a:pt x="647" y="97"/>
                      <a:pt x="655" y="135"/>
                      <a:pt x="655" y="135"/>
                    </a:cubicBezTo>
                    <a:cubicBezTo>
                      <a:pt x="655" y="135"/>
                      <a:pt x="690" y="163"/>
                      <a:pt x="713" y="197"/>
                    </a:cubicBezTo>
                    <a:cubicBezTo>
                      <a:pt x="729" y="220"/>
                      <a:pt x="760" y="285"/>
                      <a:pt x="753" y="322"/>
                    </a:cubicBezTo>
                    <a:cubicBezTo>
                      <a:pt x="773" y="324"/>
                      <a:pt x="770" y="407"/>
                      <a:pt x="770" y="421"/>
                    </a:cubicBezTo>
                    <a:cubicBezTo>
                      <a:pt x="770" y="438"/>
                      <a:pt x="764" y="448"/>
                      <a:pt x="768" y="464"/>
                    </a:cubicBezTo>
                    <a:cubicBezTo>
                      <a:pt x="771" y="477"/>
                      <a:pt x="771" y="503"/>
                      <a:pt x="758" y="510"/>
                    </a:cubicBezTo>
                    <a:cubicBezTo>
                      <a:pt x="767" y="550"/>
                      <a:pt x="729" y="573"/>
                      <a:pt x="715" y="586"/>
                    </a:cubicBezTo>
                    <a:cubicBezTo>
                      <a:pt x="699" y="600"/>
                      <a:pt x="690" y="649"/>
                      <a:pt x="671" y="658"/>
                    </a:cubicBezTo>
                    <a:cubicBezTo>
                      <a:pt x="654" y="667"/>
                      <a:pt x="626" y="682"/>
                      <a:pt x="606" y="690"/>
                    </a:cubicBezTo>
                    <a:cubicBezTo>
                      <a:pt x="598" y="693"/>
                      <a:pt x="579" y="696"/>
                      <a:pt x="575" y="687"/>
                    </a:cubicBezTo>
                    <a:cubicBezTo>
                      <a:pt x="576" y="703"/>
                      <a:pt x="557" y="694"/>
                      <a:pt x="551" y="696"/>
                    </a:cubicBezTo>
                    <a:cubicBezTo>
                      <a:pt x="543" y="697"/>
                      <a:pt x="529" y="702"/>
                      <a:pt x="521" y="699"/>
                    </a:cubicBezTo>
                    <a:cubicBezTo>
                      <a:pt x="516" y="697"/>
                      <a:pt x="505" y="697"/>
                      <a:pt x="499" y="694"/>
                    </a:cubicBezTo>
                    <a:cubicBezTo>
                      <a:pt x="486" y="689"/>
                      <a:pt x="480" y="699"/>
                      <a:pt x="466" y="688"/>
                    </a:cubicBezTo>
                    <a:cubicBezTo>
                      <a:pt x="453" y="679"/>
                      <a:pt x="453" y="677"/>
                      <a:pt x="442" y="666"/>
                    </a:cubicBezTo>
                    <a:cubicBezTo>
                      <a:pt x="432" y="657"/>
                      <a:pt x="432" y="629"/>
                      <a:pt x="424" y="616"/>
                    </a:cubicBezTo>
                    <a:cubicBezTo>
                      <a:pt x="411" y="592"/>
                      <a:pt x="418" y="568"/>
                      <a:pt x="403" y="54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8" name="Freeform 640">
                <a:extLst>
                  <a:ext uri="{FF2B5EF4-FFF2-40B4-BE49-F238E27FC236}">
                    <a16:creationId xmlns:a16="http://schemas.microsoft.com/office/drawing/2014/main" id="{99DF80B7-023E-453D-9B00-537A671A1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315"/>
                <a:ext cx="675" cy="360"/>
              </a:xfrm>
              <a:custGeom>
                <a:avLst/>
                <a:gdLst>
                  <a:gd name="T0" fmla="*/ 4220 w 270"/>
                  <a:gd name="T1" fmla="*/ 2560 h 135"/>
                  <a:gd name="T2" fmla="*/ 3345 w 270"/>
                  <a:gd name="T3" fmla="*/ 1877 h 135"/>
                  <a:gd name="T4" fmla="*/ 3375 w 270"/>
                  <a:gd name="T5" fmla="*/ 1387 h 135"/>
                  <a:gd name="T6" fmla="*/ 3020 w 270"/>
                  <a:gd name="T7" fmla="*/ 947 h 135"/>
                  <a:gd name="T8" fmla="*/ 2625 w 270"/>
                  <a:gd name="T9" fmla="*/ 605 h 135"/>
                  <a:gd name="T10" fmla="*/ 2270 w 270"/>
                  <a:gd name="T11" fmla="*/ 491 h 135"/>
                  <a:gd name="T12" fmla="*/ 2208 w 270"/>
                  <a:gd name="T13" fmla="*/ 264 h 135"/>
                  <a:gd name="T14" fmla="*/ 2000 w 270"/>
                  <a:gd name="T15" fmla="*/ 115 h 135"/>
                  <a:gd name="T16" fmla="*/ 1595 w 270"/>
                  <a:gd name="T17" fmla="*/ 21 h 135"/>
                  <a:gd name="T18" fmla="*/ 1145 w 270"/>
                  <a:gd name="T19" fmla="*/ 0 h 135"/>
                  <a:gd name="T20" fmla="*/ 800 w 270"/>
                  <a:gd name="T21" fmla="*/ 248 h 135"/>
                  <a:gd name="T22" fmla="*/ 395 w 270"/>
                  <a:gd name="T23" fmla="*/ 171 h 135"/>
                  <a:gd name="T24" fmla="*/ 0 w 270"/>
                  <a:gd name="T25" fmla="*/ 760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0" h="135">
                    <a:moveTo>
                      <a:pt x="270" y="135"/>
                    </a:moveTo>
                    <a:cubicBezTo>
                      <a:pt x="266" y="116"/>
                      <a:pt x="236" y="89"/>
                      <a:pt x="214" y="99"/>
                    </a:cubicBezTo>
                    <a:cubicBezTo>
                      <a:pt x="216" y="89"/>
                      <a:pt x="221" y="83"/>
                      <a:pt x="216" y="73"/>
                    </a:cubicBezTo>
                    <a:cubicBezTo>
                      <a:pt x="212" y="65"/>
                      <a:pt x="200" y="57"/>
                      <a:pt x="193" y="50"/>
                    </a:cubicBezTo>
                    <a:cubicBezTo>
                      <a:pt x="185" y="44"/>
                      <a:pt x="177" y="37"/>
                      <a:pt x="168" y="32"/>
                    </a:cubicBezTo>
                    <a:cubicBezTo>
                      <a:pt x="162" y="28"/>
                      <a:pt x="149" y="29"/>
                      <a:pt x="145" y="26"/>
                    </a:cubicBezTo>
                    <a:cubicBezTo>
                      <a:pt x="143" y="24"/>
                      <a:pt x="144" y="17"/>
                      <a:pt x="141" y="14"/>
                    </a:cubicBezTo>
                    <a:cubicBezTo>
                      <a:pt x="139" y="12"/>
                      <a:pt x="131" y="7"/>
                      <a:pt x="128" y="6"/>
                    </a:cubicBezTo>
                    <a:cubicBezTo>
                      <a:pt x="119" y="2"/>
                      <a:pt x="112" y="1"/>
                      <a:pt x="102" y="1"/>
                    </a:cubicBezTo>
                    <a:cubicBezTo>
                      <a:pt x="92" y="1"/>
                      <a:pt x="82" y="0"/>
                      <a:pt x="73" y="0"/>
                    </a:cubicBezTo>
                    <a:cubicBezTo>
                      <a:pt x="59" y="0"/>
                      <a:pt x="59" y="3"/>
                      <a:pt x="51" y="13"/>
                    </a:cubicBezTo>
                    <a:cubicBezTo>
                      <a:pt x="42" y="5"/>
                      <a:pt x="36" y="7"/>
                      <a:pt x="25" y="9"/>
                    </a:cubicBezTo>
                    <a:cubicBezTo>
                      <a:pt x="11" y="13"/>
                      <a:pt x="4" y="27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9" name="Freeform 641">
                <a:extLst>
                  <a:ext uri="{FF2B5EF4-FFF2-40B4-BE49-F238E27FC236}">
                    <a16:creationId xmlns:a16="http://schemas.microsoft.com/office/drawing/2014/main" id="{B4F2F70E-8204-4582-90D8-3A3C77B9D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552"/>
                <a:ext cx="12" cy="40"/>
              </a:xfrm>
              <a:custGeom>
                <a:avLst/>
                <a:gdLst>
                  <a:gd name="T0" fmla="*/ 58 w 5"/>
                  <a:gd name="T1" fmla="*/ 0 h 15"/>
                  <a:gd name="T2" fmla="*/ 0 w 5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4" y="0"/>
                    </a:moveTo>
                    <a:cubicBezTo>
                      <a:pt x="5" y="6"/>
                      <a:pt x="4" y="11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0" name="Freeform 642">
                <a:extLst>
                  <a:ext uri="{FF2B5EF4-FFF2-40B4-BE49-F238E27FC236}">
                    <a16:creationId xmlns:a16="http://schemas.microsoft.com/office/drawing/2014/main" id="{45D9D44A-61CA-4608-A6B9-DC96FA535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307"/>
                <a:ext cx="15" cy="13"/>
              </a:xfrm>
              <a:custGeom>
                <a:avLst/>
                <a:gdLst>
                  <a:gd name="T0" fmla="*/ 95 w 6"/>
                  <a:gd name="T1" fmla="*/ 0 h 5"/>
                  <a:gd name="T2" fmla="*/ 0 w 6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3" y="1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1" name="Freeform 643">
                <a:extLst>
                  <a:ext uri="{FF2B5EF4-FFF2-40B4-BE49-F238E27FC236}">
                    <a16:creationId xmlns:a16="http://schemas.microsoft.com/office/drawing/2014/main" id="{36D7DB88-FAAB-41D9-B4AD-DB877241D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640"/>
                <a:ext cx="121" cy="200"/>
              </a:xfrm>
              <a:custGeom>
                <a:avLst/>
                <a:gdLst>
                  <a:gd name="T0" fmla="*/ 769 w 48"/>
                  <a:gd name="T1" fmla="*/ 1421 h 75"/>
                  <a:gd name="T2" fmla="*/ 0 w 48"/>
                  <a:gd name="T3" fmla="*/ 285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75">
                    <a:moveTo>
                      <a:pt x="48" y="75"/>
                    </a:moveTo>
                    <a:cubicBezTo>
                      <a:pt x="34" y="56"/>
                      <a:pt x="43" y="0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2" name="Freeform 644">
                <a:extLst>
                  <a:ext uri="{FF2B5EF4-FFF2-40B4-BE49-F238E27FC236}">
                    <a16:creationId xmlns:a16="http://schemas.microsoft.com/office/drawing/2014/main" id="{E39AB212-40E0-47AF-955A-FEE750D50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523"/>
                <a:ext cx="150" cy="178"/>
              </a:xfrm>
              <a:custGeom>
                <a:avLst/>
                <a:gdLst>
                  <a:gd name="T0" fmla="*/ 938 w 60"/>
                  <a:gd name="T1" fmla="*/ 1065 h 67"/>
                  <a:gd name="T2" fmla="*/ 283 w 60"/>
                  <a:gd name="T3" fmla="*/ 622 h 67"/>
                  <a:gd name="T4" fmla="*/ 283 w 60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67">
                    <a:moveTo>
                      <a:pt x="60" y="57"/>
                    </a:moveTo>
                    <a:cubicBezTo>
                      <a:pt x="40" y="67"/>
                      <a:pt x="31" y="46"/>
                      <a:pt x="18" y="33"/>
                    </a:cubicBezTo>
                    <a:cubicBezTo>
                      <a:pt x="9" y="24"/>
                      <a:pt x="0" y="7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3" name="Freeform 645">
                <a:extLst>
                  <a:ext uri="{FF2B5EF4-FFF2-40B4-BE49-F238E27FC236}">
                    <a16:creationId xmlns:a16="http://schemas.microsoft.com/office/drawing/2014/main" id="{BB0FBC54-9006-4BD3-B49D-89612694F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552"/>
                <a:ext cx="40" cy="11"/>
              </a:xfrm>
              <a:custGeom>
                <a:avLst/>
                <a:gdLst>
                  <a:gd name="T0" fmla="*/ 250 w 16"/>
                  <a:gd name="T1" fmla="*/ 61 h 4"/>
                  <a:gd name="T2" fmla="*/ 0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16" y="3"/>
                    </a:moveTo>
                    <a:cubicBezTo>
                      <a:pt x="10" y="4"/>
                      <a:pt x="3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4" name="Freeform 646">
                <a:extLst>
                  <a:ext uri="{FF2B5EF4-FFF2-40B4-BE49-F238E27FC236}">
                    <a16:creationId xmlns:a16="http://schemas.microsoft.com/office/drawing/2014/main" id="{6F6F819D-6F2A-4603-BA8F-C8C1CAC80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1429"/>
                <a:ext cx="170" cy="67"/>
              </a:xfrm>
              <a:custGeom>
                <a:avLst/>
                <a:gdLst>
                  <a:gd name="T0" fmla="*/ 1020 w 68"/>
                  <a:gd name="T1" fmla="*/ 0 h 25"/>
                  <a:gd name="T2" fmla="*/ 520 w 68"/>
                  <a:gd name="T3" fmla="*/ 402 h 25"/>
                  <a:gd name="T4" fmla="*/ 0 w 68"/>
                  <a:gd name="T5" fmla="*/ 11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5">
                    <a:moveTo>
                      <a:pt x="65" y="0"/>
                    </a:moveTo>
                    <a:cubicBezTo>
                      <a:pt x="68" y="20"/>
                      <a:pt x="46" y="20"/>
                      <a:pt x="33" y="21"/>
                    </a:cubicBezTo>
                    <a:cubicBezTo>
                      <a:pt x="15" y="23"/>
                      <a:pt x="6" y="25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5" name="Freeform 647">
                <a:extLst>
                  <a:ext uri="{FF2B5EF4-FFF2-40B4-BE49-F238E27FC236}">
                    <a16:creationId xmlns:a16="http://schemas.microsoft.com/office/drawing/2014/main" id="{23058FBF-0035-4FEF-9C94-6032A0693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464"/>
                <a:ext cx="35" cy="21"/>
              </a:xfrm>
              <a:custGeom>
                <a:avLst/>
                <a:gdLst>
                  <a:gd name="T0" fmla="*/ 220 w 14"/>
                  <a:gd name="T1" fmla="*/ 144 h 8"/>
                  <a:gd name="T2" fmla="*/ 0 w 1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14" y="8"/>
                    </a:moveTo>
                    <a:cubicBezTo>
                      <a:pt x="9" y="5"/>
                      <a:pt x="5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6" name="Freeform 648">
                <a:extLst>
                  <a:ext uri="{FF2B5EF4-FFF2-40B4-BE49-F238E27FC236}">
                    <a16:creationId xmlns:a16="http://schemas.microsoft.com/office/drawing/2014/main" id="{37D4A919-066D-42C3-B6AF-EDDC92C95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1643"/>
                <a:ext cx="160" cy="45"/>
              </a:xfrm>
              <a:custGeom>
                <a:avLst/>
                <a:gdLst>
                  <a:gd name="T0" fmla="*/ 1000 w 64"/>
                  <a:gd name="T1" fmla="*/ 0 h 17"/>
                  <a:gd name="T2" fmla="*/ 738 w 64"/>
                  <a:gd name="T3" fmla="*/ 259 h 17"/>
                  <a:gd name="T4" fmla="*/ 0 w 64"/>
                  <a:gd name="T5" fmla="*/ 16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7">
                    <a:moveTo>
                      <a:pt x="64" y="0"/>
                    </a:moveTo>
                    <a:cubicBezTo>
                      <a:pt x="60" y="13"/>
                      <a:pt x="61" y="17"/>
                      <a:pt x="47" y="14"/>
                    </a:cubicBezTo>
                    <a:cubicBezTo>
                      <a:pt x="32" y="11"/>
                      <a:pt x="17" y="2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7" name="Freeform 649">
                <a:extLst>
                  <a:ext uri="{FF2B5EF4-FFF2-40B4-BE49-F238E27FC236}">
                    <a16:creationId xmlns:a16="http://schemas.microsoft.com/office/drawing/2014/main" id="{C351E0C5-DA75-47B4-ADA2-DD335C73B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3"/>
                <a:ext cx="10" cy="56"/>
              </a:xfrm>
              <a:custGeom>
                <a:avLst/>
                <a:gdLst>
                  <a:gd name="T0" fmla="*/ 63 w 4"/>
                  <a:gd name="T1" fmla="*/ 397 h 21"/>
                  <a:gd name="T2" fmla="*/ 0 w 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21"/>
                    </a:moveTo>
                    <a:cubicBezTo>
                      <a:pt x="4" y="14"/>
                      <a:pt x="4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8" name="Freeform 650">
                <a:extLst>
                  <a:ext uri="{FF2B5EF4-FFF2-40B4-BE49-F238E27FC236}">
                    <a16:creationId xmlns:a16="http://schemas.microsoft.com/office/drawing/2014/main" id="{6AB43061-01F3-4E7C-9FB0-D3A116A20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053"/>
                <a:ext cx="33" cy="19"/>
              </a:xfrm>
              <a:custGeom>
                <a:avLst/>
                <a:gdLst>
                  <a:gd name="T0" fmla="*/ 213 w 13"/>
                  <a:gd name="T1" fmla="*/ 0 h 7"/>
                  <a:gd name="T2" fmla="*/ 0 w 1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8" y="1"/>
                      <a:pt x="4" y="3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9" name="Freeform 651">
                <a:extLst>
                  <a:ext uri="{FF2B5EF4-FFF2-40B4-BE49-F238E27FC236}">
                    <a16:creationId xmlns:a16="http://schemas.microsoft.com/office/drawing/2014/main" id="{2FA708A0-90C7-4F3F-BF52-04568A1DE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31"/>
                <a:ext cx="73" cy="32"/>
              </a:xfrm>
              <a:custGeom>
                <a:avLst/>
                <a:gdLst>
                  <a:gd name="T0" fmla="*/ 463 w 29"/>
                  <a:gd name="T1" fmla="*/ 77 h 12"/>
                  <a:gd name="T2" fmla="*/ 0 w 29"/>
                  <a:gd name="T3" fmla="*/ 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2">
                    <a:moveTo>
                      <a:pt x="29" y="4"/>
                    </a:moveTo>
                    <a:cubicBezTo>
                      <a:pt x="17" y="12"/>
                      <a:pt x="10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0" name="Freeform 652">
                <a:extLst>
                  <a:ext uri="{FF2B5EF4-FFF2-40B4-BE49-F238E27FC236}">
                    <a16:creationId xmlns:a16="http://schemas.microsoft.com/office/drawing/2014/main" id="{0D4137D3-99C0-4B3C-B616-A74D5F492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752"/>
                <a:ext cx="28" cy="117"/>
              </a:xfrm>
              <a:custGeom>
                <a:avLst/>
                <a:gdLst>
                  <a:gd name="T0" fmla="*/ 181 w 11"/>
                  <a:gd name="T1" fmla="*/ 827 h 44"/>
                  <a:gd name="T2" fmla="*/ 20 w 11"/>
                  <a:gd name="T3" fmla="*/ 417 h 44"/>
                  <a:gd name="T4" fmla="*/ 51 w 11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4">
                    <a:moveTo>
                      <a:pt x="11" y="44"/>
                    </a:moveTo>
                    <a:cubicBezTo>
                      <a:pt x="4" y="36"/>
                      <a:pt x="0" y="34"/>
                      <a:pt x="1" y="22"/>
                    </a:cubicBezTo>
                    <a:cubicBezTo>
                      <a:pt x="2" y="14"/>
                      <a:pt x="5" y="8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1" name="Freeform 653">
                <a:extLst>
                  <a:ext uri="{FF2B5EF4-FFF2-40B4-BE49-F238E27FC236}">
                    <a16:creationId xmlns:a16="http://schemas.microsoft.com/office/drawing/2014/main" id="{044BBB01-3851-44E5-8E30-DB51CF783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128"/>
                <a:ext cx="163" cy="139"/>
              </a:xfrm>
              <a:custGeom>
                <a:avLst/>
                <a:gdLst>
                  <a:gd name="T0" fmla="*/ 1026 w 65"/>
                  <a:gd name="T1" fmla="*/ 650 h 52"/>
                  <a:gd name="T2" fmla="*/ 660 w 65"/>
                  <a:gd name="T3" fmla="*/ 973 h 52"/>
                  <a:gd name="T4" fmla="*/ 271 w 65"/>
                  <a:gd name="T5" fmla="*/ 708 h 52"/>
                  <a:gd name="T6" fmla="*/ 176 w 65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2">
                    <a:moveTo>
                      <a:pt x="65" y="34"/>
                    </a:moveTo>
                    <a:cubicBezTo>
                      <a:pt x="58" y="38"/>
                      <a:pt x="50" y="50"/>
                      <a:pt x="42" y="51"/>
                    </a:cubicBezTo>
                    <a:cubicBezTo>
                      <a:pt x="35" y="52"/>
                      <a:pt x="22" y="42"/>
                      <a:pt x="17" y="37"/>
                    </a:cubicBezTo>
                    <a:cubicBezTo>
                      <a:pt x="0" y="24"/>
                      <a:pt x="7" y="18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2" name="Freeform 654">
                <a:extLst>
                  <a:ext uri="{FF2B5EF4-FFF2-40B4-BE49-F238E27FC236}">
                    <a16:creationId xmlns:a16="http://schemas.microsoft.com/office/drawing/2014/main" id="{CD9DCD1B-9B16-4550-B14B-0DB0B0ACD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251"/>
                <a:ext cx="80" cy="176"/>
              </a:xfrm>
              <a:custGeom>
                <a:avLst/>
                <a:gdLst>
                  <a:gd name="T0" fmla="*/ 500 w 32"/>
                  <a:gd name="T1" fmla="*/ 56 h 66"/>
                  <a:gd name="T2" fmla="*/ 250 w 32"/>
                  <a:gd name="T3" fmla="*/ 35 h 66"/>
                  <a:gd name="T4" fmla="*/ 33 w 32"/>
                  <a:gd name="T5" fmla="*/ 397 h 66"/>
                  <a:gd name="T6" fmla="*/ 270 w 32"/>
                  <a:gd name="T7" fmla="*/ 1251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66">
                    <a:moveTo>
                      <a:pt x="32" y="3"/>
                    </a:moveTo>
                    <a:cubicBezTo>
                      <a:pt x="27" y="4"/>
                      <a:pt x="21" y="0"/>
                      <a:pt x="16" y="2"/>
                    </a:cubicBezTo>
                    <a:cubicBezTo>
                      <a:pt x="11" y="4"/>
                      <a:pt x="3" y="16"/>
                      <a:pt x="2" y="21"/>
                    </a:cubicBezTo>
                    <a:cubicBezTo>
                      <a:pt x="0" y="33"/>
                      <a:pt x="12" y="57"/>
                      <a:pt x="17" y="66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3" name="Freeform 655">
                <a:extLst>
                  <a:ext uri="{FF2B5EF4-FFF2-40B4-BE49-F238E27FC236}">
                    <a16:creationId xmlns:a16="http://schemas.microsoft.com/office/drawing/2014/main" id="{957337D2-0D58-432D-9721-FDC17FE77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512"/>
                <a:ext cx="40" cy="93"/>
              </a:xfrm>
              <a:custGeom>
                <a:avLst/>
                <a:gdLst>
                  <a:gd name="T0" fmla="*/ 250 w 16"/>
                  <a:gd name="T1" fmla="*/ 0 h 35"/>
                  <a:gd name="T2" fmla="*/ 0 w 16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16" y="0"/>
                    </a:moveTo>
                    <a:cubicBezTo>
                      <a:pt x="1" y="9"/>
                      <a:pt x="5" y="22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4" name="Freeform 656">
                <a:extLst>
                  <a:ext uri="{FF2B5EF4-FFF2-40B4-BE49-F238E27FC236}">
                    <a16:creationId xmlns:a16="http://schemas.microsoft.com/office/drawing/2014/main" id="{06949B9E-F3B7-49EE-8E4B-FF1AD9043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413"/>
                <a:ext cx="90" cy="136"/>
              </a:xfrm>
              <a:custGeom>
                <a:avLst/>
                <a:gdLst>
                  <a:gd name="T0" fmla="*/ 563 w 36"/>
                  <a:gd name="T1" fmla="*/ 968 h 51"/>
                  <a:gd name="T2" fmla="*/ 113 w 36"/>
                  <a:gd name="T3" fmla="*/ 661 h 51"/>
                  <a:gd name="T4" fmla="*/ 270 w 36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51">
                    <a:moveTo>
                      <a:pt x="36" y="51"/>
                    </a:moveTo>
                    <a:cubicBezTo>
                      <a:pt x="29" y="46"/>
                      <a:pt x="12" y="42"/>
                      <a:pt x="7" y="35"/>
                    </a:cubicBezTo>
                    <a:cubicBezTo>
                      <a:pt x="0" y="23"/>
                      <a:pt x="17" y="11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5" name="Freeform 657">
                <a:extLst>
                  <a:ext uri="{FF2B5EF4-FFF2-40B4-BE49-F238E27FC236}">
                    <a16:creationId xmlns:a16="http://schemas.microsoft.com/office/drawing/2014/main" id="{9A40818A-E9EE-4059-B78C-C393CE0F7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485"/>
                <a:ext cx="90" cy="22"/>
              </a:xfrm>
              <a:custGeom>
                <a:avLst/>
                <a:gdLst>
                  <a:gd name="T0" fmla="*/ 563 w 36"/>
                  <a:gd name="T1" fmla="*/ 168 h 8"/>
                  <a:gd name="T2" fmla="*/ 0 w 36"/>
                  <a:gd name="T3" fmla="*/ 8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8">
                    <a:moveTo>
                      <a:pt x="36" y="8"/>
                    </a:moveTo>
                    <a:cubicBezTo>
                      <a:pt x="25" y="1"/>
                      <a:pt x="13" y="0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6" name="Freeform 658">
                <a:extLst>
                  <a:ext uri="{FF2B5EF4-FFF2-40B4-BE49-F238E27FC236}">
                    <a16:creationId xmlns:a16="http://schemas.microsoft.com/office/drawing/2014/main" id="{B973B448-A14B-4FC2-9908-D0B13A750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485"/>
                <a:ext cx="62" cy="80"/>
              </a:xfrm>
              <a:custGeom>
                <a:avLst/>
                <a:gdLst>
                  <a:gd name="T0" fmla="*/ 382 w 25"/>
                  <a:gd name="T1" fmla="*/ 568 h 30"/>
                  <a:gd name="T2" fmla="*/ 0 w 25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0">
                    <a:moveTo>
                      <a:pt x="25" y="30"/>
                    </a:moveTo>
                    <a:cubicBezTo>
                      <a:pt x="16" y="18"/>
                      <a:pt x="14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7" name="Freeform 659">
                <a:extLst>
                  <a:ext uri="{FF2B5EF4-FFF2-40B4-BE49-F238E27FC236}">
                    <a16:creationId xmlns:a16="http://schemas.microsoft.com/office/drawing/2014/main" id="{AB1837D4-2249-4982-85BA-E66BBA12B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352"/>
                <a:ext cx="170" cy="267"/>
              </a:xfrm>
              <a:custGeom>
                <a:avLst/>
                <a:gdLst>
                  <a:gd name="T0" fmla="*/ 1063 w 68"/>
                  <a:gd name="T1" fmla="*/ 227 h 100"/>
                  <a:gd name="T2" fmla="*/ 238 w 68"/>
                  <a:gd name="T3" fmla="*/ 491 h 100"/>
                  <a:gd name="T4" fmla="*/ 50 w 68"/>
                  <a:gd name="T5" fmla="*/ 1183 h 100"/>
                  <a:gd name="T6" fmla="*/ 33 w 68"/>
                  <a:gd name="T7" fmla="*/ 1426 h 100"/>
                  <a:gd name="T8" fmla="*/ 300 w 68"/>
                  <a:gd name="T9" fmla="*/ 190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00">
                    <a:moveTo>
                      <a:pt x="68" y="12"/>
                    </a:moveTo>
                    <a:cubicBezTo>
                      <a:pt x="46" y="6"/>
                      <a:pt x="26" y="0"/>
                      <a:pt x="15" y="26"/>
                    </a:cubicBezTo>
                    <a:cubicBezTo>
                      <a:pt x="9" y="38"/>
                      <a:pt x="6" y="50"/>
                      <a:pt x="3" y="62"/>
                    </a:cubicBezTo>
                    <a:cubicBezTo>
                      <a:pt x="2" y="68"/>
                      <a:pt x="0" y="69"/>
                      <a:pt x="2" y="75"/>
                    </a:cubicBezTo>
                    <a:cubicBezTo>
                      <a:pt x="5" y="84"/>
                      <a:pt x="16" y="91"/>
                      <a:pt x="19" y="10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8" name="Freeform 660">
                <a:extLst>
                  <a:ext uri="{FF2B5EF4-FFF2-40B4-BE49-F238E27FC236}">
                    <a16:creationId xmlns:a16="http://schemas.microsoft.com/office/drawing/2014/main" id="{A50170C2-E73D-4327-9CF7-EC75C6073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619"/>
                <a:ext cx="203" cy="144"/>
              </a:xfrm>
              <a:custGeom>
                <a:avLst/>
                <a:gdLst>
                  <a:gd name="T0" fmla="*/ 1276 w 81"/>
                  <a:gd name="T1" fmla="*/ 0 h 54"/>
                  <a:gd name="T2" fmla="*/ 1005 w 81"/>
                  <a:gd name="T3" fmla="*/ 136 h 54"/>
                  <a:gd name="T4" fmla="*/ 566 w 81"/>
                  <a:gd name="T5" fmla="*/ 93 h 54"/>
                  <a:gd name="T6" fmla="*/ 208 w 81"/>
                  <a:gd name="T7" fmla="*/ 419 h 54"/>
                  <a:gd name="T8" fmla="*/ 221 w 81"/>
                  <a:gd name="T9" fmla="*/ 102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54">
                    <a:moveTo>
                      <a:pt x="81" y="0"/>
                    </a:moveTo>
                    <a:cubicBezTo>
                      <a:pt x="80" y="15"/>
                      <a:pt x="73" y="11"/>
                      <a:pt x="64" y="7"/>
                    </a:cubicBezTo>
                    <a:cubicBezTo>
                      <a:pt x="56" y="3"/>
                      <a:pt x="48" y="1"/>
                      <a:pt x="36" y="5"/>
                    </a:cubicBezTo>
                    <a:cubicBezTo>
                      <a:pt x="27" y="8"/>
                      <a:pt x="20" y="16"/>
                      <a:pt x="13" y="22"/>
                    </a:cubicBezTo>
                    <a:cubicBezTo>
                      <a:pt x="0" y="33"/>
                      <a:pt x="5" y="39"/>
                      <a:pt x="14" y="54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9" name="Freeform 661">
                <a:extLst>
                  <a:ext uri="{FF2B5EF4-FFF2-40B4-BE49-F238E27FC236}">
                    <a16:creationId xmlns:a16="http://schemas.microsoft.com/office/drawing/2014/main" id="{001EB145-3223-46EA-9860-19E01507E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768"/>
                <a:ext cx="393" cy="192"/>
              </a:xfrm>
              <a:custGeom>
                <a:avLst/>
                <a:gdLst>
                  <a:gd name="T0" fmla="*/ 2350 w 157"/>
                  <a:gd name="T1" fmla="*/ 0 h 72"/>
                  <a:gd name="T2" fmla="*/ 1805 w 157"/>
                  <a:gd name="T3" fmla="*/ 853 h 72"/>
                  <a:gd name="T4" fmla="*/ 1192 w 157"/>
                  <a:gd name="T5" fmla="*/ 989 h 72"/>
                  <a:gd name="T6" fmla="*/ 909 w 157"/>
                  <a:gd name="T7" fmla="*/ 533 h 72"/>
                  <a:gd name="T8" fmla="*/ 408 w 157"/>
                  <a:gd name="T9" fmla="*/ 776 h 72"/>
                  <a:gd name="T10" fmla="*/ 20 w 157"/>
                  <a:gd name="T11" fmla="*/ 1365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7" h="72">
                    <a:moveTo>
                      <a:pt x="150" y="0"/>
                    </a:moveTo>
                    <a:cubicBezTo>
                      <a:pt x="157" y="22"/>
                      <a:pt x="133" y="39"/>
                      <a:pt x="115" y="45"/>
                    </a:cubicBezTo>
                    <a:cubicBezTo>
                      <a:pt x="104" y="49"/>
                      <a:pt x="86" y="57"/>
                      <a:pt x="76" y="52"/>
                    </a:cubicBezTo>
                    <a:cubicBezTo>
                      <a:pt x="70" y="48"/>
                      <a:pt x="58" y="34"/>
                      <a:pt x="58" y="28"/>
                    </a:cubicBezTo>
                    <a:cubicBezTo>
                      <a:pt x="61" y="38"/>
                      <a:pt x="34" y="38"/>
                      <a:pt x="26" y="41"/>
                    </a:cubicBezTo>
                    <a:cubicBezTo>
                      <a:pt x="12" y="46"/>
                      <a:pt x="0" y="56"/>
                      <a:pt x="1" y="72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0" name="Freeform 662">
                <a:extLst>
                  <a:ext uri="{FF2B5EF4-FFF2-40B4-BE49-F238E27FC236}">
                    <a16:creationId xmlns:a16="http://schemas.microsoft.com/office/drawing/2014/main" id="{43197396-5184-4079-ACC0-3A3401192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792"/>
                <a:ext cx="218" cy="157"/>
              </a:xfrm>
              <a:custGeom>
                <a:avLst/>
                <a:gdLst>
                  <a:gd name="T0" fmla="*/ 1368 w 87"/>
                  <a:gd name="T1" fmla="*/ 0 h 59"/>
                  <a:gd name="T2" fmla="*/ 834 w 87"/>
                  <a:gd name="T3" fmla="*/ 205 h 59"/>
                  <a:gd name="T4" fmla="*/ 646 w 87"/>
                  <a:gd name="T5" fmla="*/ 793 h 59"/>
                  <a:gd name="T6" fmla="*/ 0 w 87"/>
                  <a:gd name="T7" fmla="*/ 452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59">
                    <a:moveTo>
                      <a:pt x="87" y="0"/>
                    </a:moveTo>
                    <a:cubicBezTo>
                      <a:pt x="76" y="3"/>
                      <a:pt x="62" y="2"/>
                      <a:pt x="53" y="11"/>
                    </a:cubicBezTo>
                    <a:cubicBezTo>
                      <a:pt x="43" y="20"/>
                      <a:pt x="48" y="33"/>
                      <a:pt x="41" y="42"/>
                    </a:cubicBezTo>
                    <a:cubicBezTo>
                      <a:pt x="29" y="59"/>
                      <a:pt x="15" y="35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3601" name="Freeform 664">
              <a:extLst>
                <a:ext uri="{FF2B5EF4-FFF2-40B4-BE49-F238E27FC236}">
                  <a16:creationId xmlns:a16="http://schemas.microsoft.com/office/drawing/2014/main" id="{2CF95E7A-86B0-439A-BB75-B8CFFAE2E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363"/>
              <a:ext cx="115" cy="178"/>
            </a:xfrm>
            <a:custGeom>
              <a:avLst/>
              <a:gdLst>
                <a:gd name="T0" fmla="*/ 720 w 46"/>
                <a:gd name="T1" fmla="*/ 77 h 67"/>
                <a:gd name="T2" fmla="*/ 270 w 46"/>
                <a:gd name="T3" fmla="*/ 600 h 67"/>
                <a:gd name="T4" fmla="*/ 188 w 46"/>
                <a:gd name="T5" fmla="*/ 125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7">
                  <a:moveTo>
                    <a:pt x="46" y="4"/>
                  </a:moveTo>
                  <a:cubicBezTo>
                    <a:pt x="27" y="0"/>
                    <a:pt x="25" y="17"/>
                    <a:pt x="17" y="32"/>
                  </a:cubicBezTo>
                  <a:cubicBezTo>
                    <a:pt x="13" y="40"/>
                    <a:pt x="0" y="61"/>
                    <a:pt x="12" y="67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2" name="Freeform 665">
              <a:extLst>
                <a:ext uri="{FF2B5EF4-FFF2-40B4-BE49-F238E27FC236}">
                  <a16:creationId xmlns:a16="http://schemas.microsoft.com/office/drawing/2014/main" id="{67111D20-A3F5-4B08-AA33-63D91F79B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672"/>
              <a:ext cx="172" cy="141"/>
            </a:xfrm>
            <a:custGeom>
              <a:avLst/>
              <a:gdLst>
                <a:gd name="T0" fmla="*/ 1069 w 69"/>
                <a:gd name="T1" fmla="*/ 35 h 53"/>
                <a:gd name="T2" fmla="*/ 496 w 69"/>
                <a:gd name="T3" fmla="*/ 716 h 53"/>
                <a:gd name="T4" fmla="*/ 354 w 69"/>
                <a:gd name="T5" fmla="*/ 580 h 53"/>
                <a:gd name="T6" fmla="*/ 167 w 69"/>
                <a:gd name="T7" fmla="*/ 545 h 53"/>
                <a:gd name="T8" fmla="*/ 62 w 6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3">
                  <a:moveTo>
                    <a:pt x="69" y="2"/>
                  </a:moveTo>
                  <a:cubicBezTo>
                    <a:pt x="68" y="21"/>
                    <a:pt x="56" y="53"/>
                    <a:pt x="32" y="38"/>
                  </a:cubicBezTo>
                  <a:cubicBezTo>
                    <a:pt x="29" y="35"/>
                    <a:pt x="27" y="33"/>
                    <a:pt x="23" y="31"/>
                  </a:cubicBezTo>
                  <a:cubicBezTo>
                    <a:pt x="19" y="30"/>
                    <a:pt x="14" y="31"/>
                    <a:pt x="11" y="29"/>
                  </a:cubicBezTo>
                  <a:cubicBezTo>
                    <a:pt x="0" y="25"/>
                    <a:pt x="3" y="1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3" name="Freeform 666">
              <a:extLst>
                <a:ext uri="{FF2B5EF4-FFF2-40B4-BE49-F238E27FC236}">
                  <a16:creationId xmlns:a16="http://schemas.microsoft.com/office/drawing/2014/main" id="{60177A36-5373-4111-8AAB-C6F0DC57B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283"/>
              <a:ext cx="360" cy="101"/>
            </a:xfrm>
            <a:custGeom>
              <a:avLst/>
              <a:gdLst>
                <a:gd name="T0" fmla="*/ 2250 w 144"/>
                <a:gd name="T1" fmla="*/ 635 h 38"/>
                <a:gd name="T2" fmla="*/ 1395 w 144"/>
                <a:gd name="T3" fmla="*/ 191 h 38"/>
                <a:gd name="T4" fmla="*/ 1250 w 144"/>
                <a:gd name="T5" fmla="*/ 566 h 38"/>
                <a:gd name="T6" fmla="*/ 970 w 144"/>
                <a:gd name="T7" fmla="*/ 712 h 38"/>
                <a:gd name="T8" fmla="*/ 988 w 144"/>
                <a:gd name="T9" fmla="*/ 303 h 38"/>
                <a:gd name="T10" fmla="*/ 595 w 144"/>
                <a:gd name="T11" fmla="*/ 205 h 38"/>
                <a:gd name="T12" fmla="*/ 0 w 144"/>
                <a:gd name="T13" fmla="*/ 566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38">
                  <a:moveTo>
                    <a:pt x="144" y="34"/>
                  </a:moveTo>
                  <a:cubicBezTo>
                    <a:pt x="140" y="11"/>
                    <a:pt x="103" y="0"/>
                    <a:pt x="89" y="10"/>
                  </a:cubicBezTo>
                  <a:cubicBezTo>
                    <a:pt x="82" y="16"/>
                    <a:pt x="83" y="23"/>
                    <a:pt x="80" y="30"/>
                  </a:cubicBezTo>
                  <a:cubicBezTo>
                    <a:pt x="77" y="37"/>
                    <a:pt x="71" y="36"/>
                    <a:pt x="62" y="38"/>
                  </a:cubicBezTo>
                  <a:cubicBezTo>
                    <a:pt x="63" y="30"/>
                    <a:pt x="68" y="24"/>
                    <a:pt x="63" y="16"/>
                  </a:cubicBezTo>
                  <a:cubicBezTo>
                    <a:pt x="58" y="9"/>
                    <a:pt x="46" y="9"/>
                    <a:pt x="38" y="11"/>
                  </a:cubicBezTo>
                  <a:cubicBezTo>
                    <a:pt x="23" y="13"/>
                    <a:pt x="6" y="14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4" name="Freeform 667">
              <a:extLst>
                <a:ext uri="{FF2B5EF4-FFF2-40B4-BE49-F238E27FC236}">
                  <a16:creationId xmlns:a16="http://schemas.microsoft.com/office/drawing/2014/main" id="{80E6B3C7-8280-4F61-8907-147E29C71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475"/>
              <a:ext cx="152" cy="112"/>
            </a:xfrm>
            <a:custGeom>
              <a:avLst/>
              <a:gdLst>
                <a:gd name="T0" fmla="*/ 0 w 61"/>
                <a:gd name="T1" fmla="*/ 477 h 42"/>
                <a:gd name="T2" fmla="*/ 199 w 61"/>
                <a:gd name="T3" fmla="*/ 760 h 42"/>
                <a:gd name="T4" fmla="*/ 571 w 61"/>
                <a:gd name="T5" fmla="*/ 605 h 42"/>
                <a:gd name="T6" fmla="*/ 820 w 61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2">
                  <a:moveTo>
                    <a:pt x="0" y="25"/>
                  </a:moveTo>
                  <a:cubicBezTo>
                    <a:pt x="5" y="30"/>
                    <a:pt x="7" y="38"/>
                    <a:pt x="13" y="40"/>
                  </a:cubicBezTo>
                  <a:cubicBezTo>
                    <a:pt x="20" y="42"/>
                    <a:pt x="31" y="35"/>
                    <a:pt x="37" y="32"/>
                  </a:cubicBezTo>
                  <a:cubicBezTo>
                    <a:pt x="47" y="26"/>
                    <a:pt x="61" y="12"/>
                    <a:pt x="53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5" name="Freeform 668">
              <a:extLst>
                <a:ext uri="{FF2B5EF4-FFF2-40B4-BE49-F238E27FC236}">
                  <a16:creationId xmlns:a16="http://schemas.microsoft.com/office/drawing/2014/main" id="{09F3C9E6-DC3A-4797-A519-48059239B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360"/>
              <a:ext cx="175" cy="120"/>
            </a:xfrm>
            <a:custGeom>
              <a:avLst/>
              <a:gdLst>
                <a:gd name="T0" fmla="*/ 158 w 70"/>
                <a:gd name="T1" fmla="*/ 853 h 45"/>
                <a:gd name="T2" fmla="*/ 458 w 70"/>
                <a:gd name="T3" fmla="*/ 264 h 45"/>
                <a:gd name="T4" fmla="*/ 1095 w 70"/>
                <a:gd name="T5" fmla="*/ 28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5">
                  <a:moveTo>
                    <a:pt x="10" y="45"/>
                  </a:moveTo>
                  <a:cubicBezTo>
                    <a:pt x="0" y="28"/>
                    <a:pt x="17" y="20"/>
                    <a:pt x="29" y="14"/>
                  </a:cubicBezTo>
                  <a:cubicBezTo>
                    <a:pt x="44" y="6"/>
                    <a:pt x="58" y="0"/>
                    <a:pt x="70" y="15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6" name="Freeform 669">
              <a:extLst>
                <a:ext uri="{FF2B5EF4-FFF2-40B4-BE49-F238E27FC236}">
                  <a16:creationId xmlns:a16="http://schemas.microsoft.com/office/drawing/2014/main" id="{417DFAB5-ECA4-4135-89A3-CDC196DF0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453"/>
              <a:ext cx="73" cy="35"/>
            </a:xfrm>
            <a:custGeom>
              <a:avLst/>
              <a:gdLst>
                <a:gd name="T0" fmla="*/ 463 w 29"/>
                <a:gd name="T1" fmla="*/ 253 h 13"/>
                <a:gd name="T2" fmla="*/ 0 w 29"/>
                <a:gd name="T3" fmla="*/ 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3">
                  <a:moveTo>
                    <a:pt x="29" y="13"/>
                  </a:moveTo>
                  <a:cubicBezTo>
                    <a:pt x="24" y="4"/>
                    <a:pt x="10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7" name="Freeform 670">
              <a:extLst>
                <a:ext uri="{FF2B5EF4-FFF2-40B4-BE49-F238E27FC236}">
                  <a16:creationId xmlns:a16="http://schemas.microsoft.com/office/drawing/2014/main" id="{FF797E36-B155-41BD-A2A1-E74568D55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781"/>
              <a:ext cx="160" cy="328"/>
            </a:xfrm>
            <a:custGeom>
              <a:avLst/>
              <a:gdLst>
                <a:gd name="T0" fmla="*/ 645 w 64"/>
                <a:gd name="T1" fmla="*/ 0 h 123"/>
                <a:gd name="T2" fmla="*/ 988 w 64"/>
                <a:gd name="T3" fmla="*/ 648 h 123"/>
                <a:gd name="T4" fmla="*/ 895 w 64"/>
                <a:gd name="T5" fmla="*/ 1501 h 123"/>
                <a:gd name="T6" fmla="*/ 845 w 64"/>
                <a:gd name="T7" fmla="*/ 1899 h 123"/>
                <a:gd name="T8" fmla="*/ 658 w 64"/>
                <a:gd name="T9" fmla="*/ 2197 h 123"/>
                <a:gd name="T10" fmla="*/ 0 w 64"/>
                <a:gd name="T11" fmla="*/ 2197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23">
                  <a:moveTo>
                    <a:pt x="41" y="0"/>
                  </a:moveTo>
                  <a:cubicBezTo>
                    <a:pt x="53" y="8"/>
                    <a:pt x="64" y="18"/>
                    <a:pt x="63" y="34"/>
                  </a:cubicBezTo>
                  <a:cubicBezTo>
                    <a:pt x="62" y="49"/>
                    <a:pt x="58" y="64"/>
                    <a:pt x="57" y="79"/>
                  </a:cubicBezTo>
                  <a:cubicBezTo>
                    <a:pt x="56" y="86"/>
                    <a:pt x="55" y="93"/>
                    <a:pt x="54" y="100"/>
                  </a:cubicBezTo>
                  <a:cubicBezTo>
                    <a:pt x="52" y="111"/>
                    <a:pt x="51" y="112"/>
                    <a:pt x="42" y="116"/>
                  </a:cubicBezTo>
                  <a:cubicBezTo>
                    <a:pt x="26" y="123"/>
                    <a:pt x="16" y="119"/>
                    <a:pt x="0" y="116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8" name="Freeform 671">
              <a:extLst>
                <a:ext uri="{FF2B5EF4-FFF2-40B4-BE49-F238E27FC236}">
                  <a16:creationId xmlns:a16="http://schemas.microsoft.com/office/drawing/2014/main" id="{A8DEE9E0-98A2-4B4F-A38C-D7B1718A0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691"/>
              <a:ext cx="220" cy="125"/>
            </a:xfrm>
            <a:custGeom>
              <a:avLst/>
              <a:gdLst>
                <a:gd name="T0" fmla="*/ 1375 w 88"/>
                <a:gd name="T1" fmla="*/ 191 h 47"/>
                <a:gd name="T2" fmla="*/ 938 w 88"/>
                <a:gd name="T3" fmla="*/ 56 h 47"/>
                <a:gd name="T4" fmla="*/ 720 w 88"/>
                <a:gd name="T5" fmla="*/ 396 h 47"/>
                <a:gd name="T6" fmla="*/ 363 w 88"/>
                <a:gd name="T7" fmla="*/ 566 h 47"/>
                <a:gd name="T8" fmla="*/ 0 w 88"/>
                <a:gd name="T9" fmla="*/ 88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47">
                  <a:moveTo>
                    <a:pt x="88" y="10"/>
                  </a:moveTo>
                  <a:cubicBezTo>
                    <a:pt x="79" y="10"/>
                    <a:pt x="70" y="0"/>
                    <a:pt x="60" y="3"/>
                  </a:cubicBezTo>
                  <a:cubicBezTo>
                    <a:pt x="50" y="6"/>
                    <a:pt x="51" y="15"/>
                    <a:pt x="46" y="21"/>
                  </a:cubicBezTo>
                  <a:cubicBezTo>
                    <a:pt x="40" y="28"/>
                    <a:pt x="31" y="27"/>
                    <a:pt x="23" y="30"/>
                  </a:cubicBezTo>
                  <a:cubicBezTo>
                    <a:pt x="14" y="34"/>
                    <a:pt x="7" y="44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9" name="Freeform 672">
              <a:extLst>
                <a:ext uri="{FF2B5EF4-FFF2-40B4-BE49-F238E27FC236}">
                  <a16:creationId xmlns:a16="http://schemas.microsoft.com/office/drawing/2014/main" id="{2C127AC7-075A-4AFF-85A9-055B528C0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763"/>
              <a:ext cx="13" cy="72"/>
            </a:xfrm>
            <a:custGeom>
              <a:avLst/>
              <a:gdLst>
                <a:gd name="T0" fmla="*/ 88 w 5"/>
                <a:gd name="T1" fmla="*/ 0 h 27"/>
                <a:gd name="T2" fmla="*/ 0 w 5"/>
                <a:gd name="T3" fmla="*/ 227 h 27"/>
                <a:gd name="T4" fmla="*/ 68 w 5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7">
                  <a:moveTo>
                    <a:pt x="5" y="0"/>
                  </a:moveTo>
                  <a:cubicBezTo>
                    <a:pt x="4" y="4"/>
                    <a:pt x="0" y="7"/>
                    <a:pt x="0" y="12"/>
                  </a:cubicBezTo>
                  <a:cubicBezTo>
                    <a:pt x="0" y="18"/>
                    <a:pt x="4" y="22"/>
                    <a:pt x="4" y="27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0" name="Freeform 673">
              <a:extLst>
                <a:ext uri="{FF2B5EF4-FFF2-40B4-BE49-F238E27FC236}">
                  <a16:creationId xmlns:a16="http://schemas.microsoft.com/office/drawing/2014/main" id="{9E6FB44C-7FD9-421D-BBCE-F0DAD8C97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1867"/>
              <a:ext cx="547" cy="338"/>
            </a:xfrm>
            <a:custGeom>
              <a:avLst/>
              <a:gdLst>
                <a:gd name="T0" fmla="*/ 3399 w 219"/>
                <a:gd name="T1" fmla="*/ 2395 h 127"/>
                <a:gd name="T2" fmla="*/ 3399 w 219"/>
                <a:gd name="T3" fmla="*/ 2111 h 127"/>
                <a:gd name="T4" fmla="*/ 3212 w 219"/>
                <a:gd name="T5" fmla="*/ 1791 h 127"/>
                <a:gd name="T6" fmla="*/ 2900 w 219"/>
                <a:gd name="T7" fmla="*/ 1544 h 127"/>
                <a:gd name="T8" fmla="*/ 2540 w 219"/>
                <a:gd name="T9" fmla="*/ 1262 h 127"/>
                <a:gd name="T10" fmla="*/ 2308 w 219"/>
                <a:gd name="T11" fmla="*/ 1224 h 127"/>
                <a:gd name="T12" fmla="*/ 2195 w 219"/>
                <a:gd name="T13" fmla="*/ 1317 h 127"/>
                <a:gd name="T14" fmla="*/ 2058 w 219"/>
                <a:gd name="T15" fmla="*/ 660 h 127"/>
                <a:gd name="T16" fmla="*/ 1728 w 219"/>
                <a:gd name="T17" fmla="*/ 170 h 127"/>
                <a:gd name="T18" fmla="*/ 1509 w 219"/>
                <a:gd name="T19" fmla="*/ 21 h 127"/>
                <a:gd name="T20" fmla="*/ 1324 w 219"/>
                <a:gd name="T21" fmla="*/ 192 h 127"/>
                <a:gd name="T22" fmla="*/ 874 w 219"/>
                <a:gd name="T23" fmla="*/ 93 h 127"/>
                <a:gd name="T24" fmla="*/ 262 w 219"/>
                <a:gd name="T25" fmla="*/ 303 h 127"/>
                <a:gd name="T26" fmla="*/ 167 w 219"/>
                <a:gd name="T27" fmla="*/ 886 h 127"/>
                <a:gd name="T28" fmla="*/ 500 w 219"/>
                <a:gd name="T29" fmla="*/ 1977 h 1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9" h="127">
                  <a:moveTo>
                    <a:pt x="218" y="127"/>
                  </a:moveTo>
                  <a:cubicBezTo>
                    <a:pt x="216" y="124"/>
                    <a:pt x="219" y="117"/>
                    <a:pt x="218" y="112"/>
                  </a:cubicBezTo>
                  <a:cubicBezTo>
                    <a:pt x="217" y="105"/>
                    <a:pt x="212" y="100"/>
                    <a:pt x="206" y="95"/>
                  </a:cubicBezTo>
                  <a:cubicBezTo>
                    <a:pt x="200" y="90"/>
                    <a:pt x="193" y="86"/>
                    <a:pt x="186" y="82"/>
                  </a:cubicBezTo>
                  <a:cubicBezTo>
                    <a:pt x="179" y="76"/>
                    <a:pt x="171" y="70"/>
                    <a:pt x="163" y="67"/>
                  </a:cubicBezTo>
                  <a:cubicBezTo>
                    <a:pt x="158" y="65"/>
                    <a:pt x="153" y="63"/>
                    <a:pt x="148" y="65"/>
                  </a:cubicBezTo>
                  <a:cubicBezTo>
                    <a:pt x="145" y="66"/>
                    <a:pt x="145" y="71"/>
                    <a:pt x="141" y="70"/>
                  </a:cubicBezTo>
                  <a:cubicBezTo>
                    <a:pt x="140" y="55"/>
                    <a:pt x="139" y="48"/>
                    <a:pt x="132" y="35"/>
                  </a:cubicBezTo>
                  <a:cubicBezTo>
                    <a:pt x="126" y="25"/>
                    <a:pt x="120" y="16"/>
                    <a:pt x="111" y="9"/>
                  </a:cubicBezTo>
                  <a:cubicBezTo>
                    <a:pt x="106" y="5"/>
                    <a:pt x="104" y="0"/>
                    <a:pt x="97" y="1"/>
                  </a:cubicBezTo>
                  <a:cubicBezTo>
                    <a:pt x="90" y="1"/>
                    <a:pt x="89" y="8"/>
                    <a:pt x="85" y="10"/>
                  </a:cubicBezTo>
                  <a:cubicBezTo>
                    <a:pt x="77" y="14"/>
                    <a:pt x="66" y="4"/>
                    <a:pt x="56" y="5"/>
                  </a:cubicBezTo>
                  <a:cubicBezTo>
                    <a:pt x="44" y="6"/>
                    <a:pt x="25" y="6"/>
                    <a:pt x="17" y="16"/>
                  </a:cubicBezTo>
                  <a:cubicBezTo>
                    <a:pt x="9" y="25"/>
                    <a:pt x="11" y="35"/>
                    <a:pt x="11" y="47"/>
                  </a:cubicBezTo>
                  <a:cubicBezTo>
                    <a:pt x="11" y="61"/>
                    <a:pt x="0" y="116"/>
                    <a:pt x="32" y="105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1" name="Freeform 674">
              <a:extLst>
                <a:ext uri="{FF2B5EF4-FFF2-40B4-BE49-F238E27FC236}">
                  <a16:creationId xmlns:a16="http://schemas.microsoft.com/office/drawing/2014/main" id="{EB19F806-8CC0-4EDC-8016-50E42F5F5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048"/>
              <a:ext cx="30" cy="88"/>
            </a:xfrm>
            <a:custGeom>
              <a:avLst/>
              <a:gdLst>
                <a:gd name="T0" fmla="*/ 20 w 12"/>
                <a:gd name="T1" fmla="*/ 0 h 33"/>
                <a:gd name="T2" fmla="*/ 20 w 12"/>
                <a:gd name="T3" fmla="*/ 397 h 33"/>
                <a:gd name="T4" fmla="*/ 188 w 12"/>
                <a:gd name="T5" fmla="*/ 47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3">
                  <a:moveTo>
                    <a:pt x="1" y="0"/>
                  </a:moveTo>
                  <a:cubicBezTo>
                    <a:pt x="1" y="7"/>
                    <a:pt x="0" y="14"/>
                    <a:pt x="1" y="21"/>
                  </a:cubicBezTo>
                  <a:cubicBezTo>
                    <a:pt x="1" y="27"/>
                    <a:pt x="7" y="33"/>
                    <a:pt x="12" y="25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2" name="Freeform 675">
              <a:extLst>
                <a:ext uri="{FF2B5EF4-FFF2-40B4-BE49-F238E27FC236}">
                  <a16:creationId xmlns:a16="http://schemas.microsoft.com/office/drawing/2014/main" id="{BD65E32A-6305-419E-8B35-62DD84857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045"/>
              <a:ext cx="235" cy="184"/>
            </a:xfrm>
            <a:custGeom>
              <a:avLst/>
              <a:gdLst>
                <a:gd name="T0" fmla="*/ 1470 w 94"/>
                <a:gd name="T1" fmla="*/ 285 h 69"/>
                <a:gd name="T2" fmla="*/ 1300 w 94"/>
                <a:gd name="T3" fmla="*/ 21 h 69"/>
                <a:gd name="T4" fmla="*/ 1000 w 94"/>
                <a:gd name="T5" fmla="*/ 35 h 69"/>
                <a:gd name="T6" fmla="*/ 1145 w 94"/>
                <a:gd name="T7" fmla="*/ 547 h 69"/>
                <a:gd name="T8" fmla="*/ 970 w 94"/>
                <a:gd name="T9" fmla="*/ 1139 h 69"/>
                <a:gd name="T10" fmla="*/ 438 w 94"/>
                <a:gd name="T11" fmla="*/ 1229 h 69"/>
                <a:gd name="T12" fmla="*/ 208 w 94"/>
                <a:gd name="T13" fmla="*/ 1101 h 69"/>
                <a:gd name="T14" fmla="*/ 0 w 94"/>
                <a:gd name="T15" fmla="*/ 1101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69">
                  <a:moveTo>
                    <a:pt x="94" y="15"/>
                  </a:moveTo>
                  <a:cubicBezTo>
                    <a:pt x="89" y="9"/>
                    <a:pt x="93" y="2"/>
                    <a:pt x="83" y="1"/>
                  </a:cubicBezTo>
                  <a:cubicBezTo>
                    <a:pt x="77" y="0"/>
                    <a:pt x="71" y="5"/>
                    <a:pt x="64" y="2"/>
                  </a:cubicBezTo>
                  <a:cubicBezTo>
                    <a:pt x="60" y="10"/>
                    <a:pt x="72" y="20"/>
                    <a:pt x="73" y="29"/>
                  </a:cubicBezTo>
                  <a:cubicBezTo>
                    <a:pt x="74" y="42"/>
                    <a:pt x="73" y="54"/>
                    <a:pt x="62" y="60"/>
                  </a:cubicBezTo>
                  <a:cubicBezTo>
                    <a:pt x="52" y="64"/>
                    <a:pt x="38" y="69"/>
                    <a:pt x="28" y="65"/>
                  </a:cubicBezTo>
                  <a:cubicBezTo>
                    <a:pt x="23" y="63"/>
                    <a:pt x="19" y="59"/>
                    <a:pt x="13" y="58"/>
                  </a:cubicBezTo>
                  <a:cubicBezTo>
                    <a:pt x="9" y="57"/>
                    <a:pt x="2" y="59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3" name="Freeform 676">
              <a:extLst>
                <a:ext uri="{FF2B5EF4-FFF2-40B4-BE49-F238E27FC236}">
                  <a16:creationId xmlns:a16="http://schemas.microsoft.com/office/drawing/2014/main" id="{A0D9DDCD-46BC-4019-A511-05982CC8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005"/>
              <a:ext cx="20" cy="51"/>
            </a:xfrm>
            <a:custGeom>
              <a:avLst/>
              <a:gdLst>
                <a:gd name="T0" fmla="*/ 125 w 8"/>
                <a:gd name="T1" fmla="*/ 0 h 19"/>
                <a:gd name="T2" fmla="*/ 0 w 8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5" y="7"/>
                    <a:pt x="1" y="12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4" name="Freeform 677">
              <a:extLst>
                <a:ext uri="{FF2B5EF4-FFF2-40B4-BE49-F238E27FC236}">
                  <a16:creationId xmlns:a16="http://schemas.microsoft.com/office/drawing/2014/main" id="{D19348DD-444F-47DA-990C-92698ACEF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2248"/>
              <a:ext cx="198" cy="109"/>
            </a:xfrm>
            <a:custGeom>
              <a:avLst/>
              <a:gdLst>
                <a:gd name="T0" fmla="*/ 1243 w 79"/>
                <a:gd name="T1" fmla="*/ 0 h 41"/>
                <a:gd name="T2" fmla="*/ 692 w 79"/>
                <a:gd name="T3" fmla="*/ 678 h 41"/>
                <a:gd name="T4" fmla="*/ 301 w 79"/>
                <a:gd name="T5" fmla="*/ 771 h 41"/>
                <a:gd name="T6" fmla="*/ 145 w 79"/>
                <a:gd name="T7" fmla="*/ 734 h 41"/>
                <a:gd name="T8" fmla="*/ 0 w 79"/>
                <a:gd name="T9" fmla="*/ 63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41">
                  <a:moveTo>
                    <a:pt x="79" y="0"/>
                  </a:moveTo>
                  <a:cubicBezTo>
                    <a:pt x="73" y="24"/>
                    <a:pt x="68" y="31"/>
                    <a:pt x="44" y="36"/>
                  </a:cubicBezTo>
                  <a:cubicBezTo>
                    <a:pt x="36" y="38"/>
                    <a:pt x="27" y="41"/>
                    <a:pt x="19" y="41"/>
                  </a:cubicBezTo>
                  <a:cubicBezTo>
                    <a:pt x="14" y="41"/>
                    <a:pt x="14" y="41"/>
                    <a:pt x="9" y="39"/>
                  </a:cubicBezTo>
                  <a:cubicBezTo>
                    <a:pt x="5" y="38"/>
                    <a:pt x="5" y="34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5" name="Freeform 678">
              <a:extLst>
                <a:ext uri="{FF2B5EF4-FFF2-40B4-BE49-F238E27FC236}">
                  <a16:creationId xmlns:a16="http://schemas.microsoft.com/office/drawing/2014/main" id="{0C54E7E8-F242-476E-A95D-E89232DA5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608"/>
              <a:ext cx="35" cy="128"/>
            </a:xfrm>
            <a:custGeom>
              <a:avLst/>
              <a:gdLst>
                <a:gd name="T0" fmla="*/ 208 w 14"/>
                <a:gd name="T1" fmla="*/ 909 h 48"/>
                <a:gd name="T2" fmla="*/ 113 w 14"/>
                <a:gd name="T3" fmla="*/ 605 h 48"/>
                <a:gd name="T4" fmla="*/ 0 w 14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8">
                  <a:moveTo>
                    <a:pt x="13" y="48"/>
                  </a:moveTo>
                  <a:cubicBezTo>
                    <a:pt x="14" y="44"/>
                    <a:pt x="9" y="37"/>
                    <a:pt x="7" y="32"/>
                  </a:cubicBezTo>
                  <a:cubicBezTo>
                    <a:pt x="3" y="22"/>
                    <a:pt x="4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6" name="Freeform 679">
              <a:extLst>
                <a:ext uri="{FF2B5EF4-FFF2-40B4-BE49-F238E27FC236}">
                  <a16:creationId xmlns:a16="http://schemas.microsoft.com/office/drawing/2014/main" id="{6A52A937-28A9-46B4-836C-CE6C5861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2475"/>
              <a:ext cx="155" cy="93"/>
            </a:xfrm>
            <a:custGeom>
              <a:avLst/>
              <a:gdLst>
                <a:gd name="T0" fmla="*/ 958 w 62"/>
                <a:gd name="T1" fmla="*/ 656 h 35"/>
                <a:gd name="T2" fmla="*/ 875 w 62"/>
                <a:gd name="T3" fmla="*/ 170 h 35"/>
                <a:gd name="T4" fmla="*/ 345 w 62"/>
                <a:gd name="T5" fmla="*/ 35 h 35"/>
                <a:gd name="T6" fmla="*/ 0 w 62"/>
                <a:gd name="T7" fmla="*/ 34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5">
                  <a:moveTo>
                    <a:pt x="61" y="35"/>
                  </a:moveTo>
                  <a:cubicBezTo>
                    <a:pt x="62" y="28"/>
                    <a:pt x="62" y="14"/>
                    <a:pt x="56" y="9"/>
                  </a:cubicBezTo>
                  <a:cubicBezTo>
                    <a:pt x="49" y="2"/>
                    <a:pt x="32" y="3"/>
                    <a:pt x="22" y="2"/>
                  </a:cubicBezTo>
                  <a:cubicBezTo>
                    <a:pt x="9" y="0"/>
                    <a:pt x="1" y="2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7" name="Freeform 680">
              <a:extLst>
                <a:ext uri="{FF2B5EF4-FFF2-40B4-BE49-F238E27FC236}">
                  <a16:creationId xmlns:a16="http://schemas.microsoft.com/office/drawing/2014/main" id="{D6687661-C8BF-426B-8991-53415B1AF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2709"/>
              <a:ext cx="37" cy="120"/>
            </a:xfrm>
            <a:custGeom>
              <a:avLst/>
              <a:gdLst>
                <a:gd name="T0" fmla="*/ 0 w 15"/>
                <a:gd name="T1" fmla="*/ 0 h 45"/>
                <a:gd name="T2" fmla="*/ 183 w 15"/>
                <a:gd name="T3" fmla="*/ 397 h 45"/>
                <a:gd name="T4" fmla="*/ 165 w 15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5">
                  <a:moveTo>
                    <a:pt x="0" y="0"/>
                  </a:moveTo>
                  <a:cubicBezTo>
                    <a:pt x="3" y="8"/>
                    <a:pt x="10" y="12"/>
                    <a:pt x="12" y="21"/>
                  </a:cubicBezTo>
                  <a:cubicBezTo>
                    <a:pt x="13" y="28"/>
                    <a:pt x="15" y="40"/>
                    <a:pt x="11" y="45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8" name="Freeform 681">
              <a:extLst>
                <a:ext uri="{FF2B5EF4-FFF2-40B4-BE49-F238E27FC236}">
                  <a16:creationId xmlns:a16="http://schemas.microsoft.com/office/drawing/2014/main" id="{E89C280E-E046-4428-BB0F-7C4272A58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899"/>
              <a:ext cx="90" cy="45"/>
            </a:xfrm>
            <a:custGeom>
              <a:avLst/>
              <a:gdLst>
                <a:gd name="T0" fmla="*/ 563 w 36"/>
                <a:gd name="T1" fmla="*/ 281 h 17"/>
                <a:gd name="T2" fmla="*/ 188 w 36"/>
                <a:gd name="T3" fmla="*/ 259 h 17"/>
                <a:gd name="T4" fmla="*/ 0 w 3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36" y="15"/>
                  </a:moveTo>
                  <a:cubicBezTo>
                    <a:pt x="31" y="16"/>
                    <a:pt x="17" y="17"/>
                    <a:pt x="12" y="14"/>
                  </a:cubicBezTo>
                  <a:cubicBezTo>
                    <a:pt x="7" y="11"/>
                    <a:pt x="5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9" name="Freeform 682">
              <a:extLst>
                <a:ext uri="{FF2B5EF4-FFF2-40B4-BE49-F238E27FC236}">
                  <a16:creationId xmlns:a16="http://schemas.microsoft.com/office/drawing/2014/main" id="{58CAD9B8-CAC2-477F-B390-7C15F1C71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827"/>
              <a:ext cx="165" cy="162"/>
            </a:xfrm>
            <a:custGeom>
              <a:avLst/>
              <a:gdLst>
                <a:gd name="T0" fmla="*/ 1033 w 66"/>
                <a:gd name="T1" fmla="*/ 149 h 61"/>
                <a:gd name="T2" fmla="*/ 550 w 66"/>
                <a:gd name="T3" fmla="*/ 133 h 61"/>
                <a:gd name="T4" fmla="*/ 95 w 66"/>
                <a:gd name="T5" fmla="*/ 523 h 61"/>
                <a:gd name="T6" fmla="*/ 188 w 66"/>
                <a:gd name="T7" fmla="*/ 1142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61">
                  <a:moveTo>
                    <a:pt x="66" y="8"/>
                  </a:moveTo>
                  <a:cubicBezTo>
                    <a:pt x="59" y="0"/>
                    <a:pt x="44" y="3"/>
                    <a:pt x="35" y="7"/>
                  </a:cubicBezTo>
                  <a:cubicBezTo>
                    <a:pt x="27" y="11"/>
                    <a:pt x="11" y="20"/>
                    <a:pt x="6" y="28"/>
                  </a:cubicBezTo>
                  <a:cubicBezTo>
                    <a:pt x="0" y="37"/>
                    <a:pt x="6" y="55"/>
                    <a:pt x="12" y="61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0" name="Freeform 683">
              <a:extLst>
                <a:ext uri="{FF2B5EF4-FFF2-40B4-BE49-F238E27FC236}">
                  <a16:creationId xmlns:a16="http://schemas.microsoft.com/office/drawing/2014/main" id="{05D4EE8F-799C-43F2-BFE2-150958DD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755"/>
              <a:ext cx="153" cy="168"/>
            </a:xfrm>
            <a:custGeom>
              <a:avLst/>
              <a:gdLst>
                <a:gd name="T0" fmla="*/ 963 w 61"/>
                <a:gd name="T1" fmla="*/ 1195 h 63"/>
                <a:gd name="T2" fmla="*/ 176 w 61"/>
                <a:gd name="T3" fmla="*/ 875 h 63"/>
                <a:gd name="T4" fmla="*/ 63 w 61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63">
                  <a:moveTo>
                    <a:pt x="61" y="63"/>
                  </a:moveTo>
                  <a:cubicBezTo>
                    <a:pt x="55" y="46"/>
                    <a:pt x="23" y="56"/>
                    <a:pt x="11" y="46"/>
                  </a:cubicBezTo>
                  <a:cubicBezTo>
                    <a:pt x="0" y="36"/>
                    <a:pt x="5" y="1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1" name="Freeform 684">
              <a:extLst>
                <a:ext uri="{FF2B5EF4-FFF2-40B4-BE49-F238E27FC236}">
                  <a16:creationId xmlns:a16="http://schemas.microsoft.com/office/drawing/2014/main" id="{83D20866-6C61-4F24-B22E-24EE9231B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861"/>
              <a:ext cx="115" cy="24"/>
            </a:xfrm>
            <a:custGeom>
              <a:avLst/>
              <a:gdLst>
                <a:gd name="T0" fmla="*/ 720 w 46"/>
                <a:gd name="T1" fmla="*/ 93 h 9"/>
                <a:gd name="T2" fmla="*/ 250 w 46"/>
                <a:gd name="T3" fmla="*/ 35 h 9"/>
                <a:gd name="T4" fmla="*/ 0 w 4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9">
                  <a:moveTo>
                    <a:pt x="46" y="5"/>
                  </a:moveTo>
                  <a:cubicBezTo>
                    <a:pt x="38" y="2"/>
                    <a:pt x="25" y="0"/>
                    <a:pt x="16" y="2"/>
                  </a:cubicBezTo>
                  <a:cubicBezTo>
                    <a:pt x="10" y="3"/>
                    <a:pt x="4" y="8"/>
                    <a:pt x="0" y="9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2" name="Freeform 685">
              <a:extLst>
                <a:ext uri="{FF2B5EF4-FFF2-40B4-BE49-F238E27FC236}">
                  <a16:creationId xmlns:a16="http://schemas.microsoft.com/office/drawing/2014/main" id="{CE299480-64F0-4BD3-8636-6417C2DF6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2864"/>
              <a:ext cx="190" cy="160"/>
            </a:xfrm>
            <a:custGeom>
              <a:avLst/>
              <a:gdLst>
                <a:gd name="T0" fmla="*/ 1188 w 76"/>
                <a:gd name="T1" fmla="*/ 947 h 60"/>
                <a:gd name="T2" fmla="*/ 833 w 76"/>
                <a:gd name="T3" fmla="*/ 1059 h 60"/>
                <a:gd name="T4" fmla="*/ 470 w 76"/>
                <a:gd name="T5" fmla="*/ 875 h 60"/>
                <a:gd name="T6" fmla="*/ 83 w 76"/>
                <a:gd name="T7" fmla="*/ 477 h 60"/>
                <a:gd name="T8" fmla="*/ 33 w 76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60">
                  <a:moveTo>
                    <a:pt x="76" y="50"/>
                  </a:moveTo>
                  <a:cubicBezTo>
                    <a:pt x="66" y="55"/>
                    <a:pt x="66" y="60"/>
                    <a:pt x="53" y="56"/>
                  </a:cubicBezTo>
                  <a:cubicBezTo>
                    <a:pt x="45" y="53"/>
                    <a:pt x="38" y="49"/>
                    <a:pt x="30" y="46"/>
                  </a:cubicBezTo>
                  <a:cubicBezTo>
                    <a:pt x="20" y="42"/>
                    <a:pt x="10" y="35"/>
                    <a:pt x="5" y="25"/>
                  </a:cubicBezTo>
                  <a:cubicBezTo>
                    <a:pt x="0" y="16"/>
                    <a:pt x="6" y="9"/>
                    <a:pt x="2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3" name="Freeform 686">
              <a:extLst>
                <a:ext uri="{FF2B5EF4-FFF2-40B4-BE49-F238E27FC236}">
                  <a16:creationId xmlns:a16="http://schemas.microsoft.com/office/drawing/2014/main" id="{3E46A137-1FDE-4F45-AB72-9C0F2A473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008"/>
              <a:ext cx="58" cy="67"/>
            </a:xfrm>
            <a:custGeom>
              <a:avLst/>
              <a:gdLst>
                <a:gd name="T0" fmla="*/ 0 w 23"/>
                <a:gd name="T1" fmla="*/ 0 h 25"/>
                <a:gd name="T2" fmla="*/ 368 w 23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5">
                  <a:moveTo>
                    <a:pt x="0" y="0"/>
                  </a:moveTo>
                  <a:cubicBezTo>
                    <a:pt x="4" y="14"/>
                    <a:pt x="11" y="19"/>
                    <a:pt x="23" y="25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4" name="Freeform 687">
              <a:extLst>
                <a:ext uri="{FF2B5EF4-FFF2-40B4-BE49-F238E27FC236}">
                  <a16:creationId xmlns:a16="http://schemas.microsoft.com/office/drawing/2014/main" id="{4D3E4C86-7524-45E2-9420-BD9504B95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597"/>
              <a:ext cx="45" cy="24"/>
            </a:xfrm>
            <a:custGeom>
              <a:avLst/>
              <a:gdLst>
                <a:gd name="T0" fmla="*/ 283 w 18"/>
                <a:gd name="T1" fmla="*/ 77 h 9"/>
                <a:gd name="T2" fmla="*/ 33 w 18"/>
                <a:gd name="T3" fmla="*/ 171 h 9"/>
                <a:gd name="T4" fmla="*/ 0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18" y="4"/>
                  </a:moveTo>
                  <a:cubicBezTo>
                    <a:pt x="12" y="5"/>
                    <a:pt x="7" y="5"/>
                    <a:pt x="2" y="9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5" name="Freeform 688">
              <a:extLst>
                <a:ext uri="{FF2B5EF4-FFF2-40B4-BE49-F238E27FC236}">
                  <a16:creationId xmlns:a16="http://schemas.microsoft.com/office/drawing/2014/main" id="{2B10F483-049D-4E83-A046-6518ABEE0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624"/>
              <a:ext cx="320" cy="141"/>
            </a:xfrm>
            <a:custGeom>
              <a:avLst/>
              <a:gdLst>
                <a:gd name="T0" fmla="*/ 2000 w 128"/>
                <a:gd name="T1" fmla="*/ 319 h 53"/>
                <a:gd name="T2" fmla="*/ 1813 w 128"/>
                <a:gd name="T3" fmla="*/ 886 h 53"/>
                <a:gd name="T4" fmla="*/ 1158 w 128"/>
                <a:gd name="T5" fmla="*/ 963 h 53"/>
                <a:gd name="T6" fmla="*/ 813 w 128"/>
                <a:gd name="T7" fmla="*/ 793 h 53"/>
                <a:gd name="T8" fmla="*/ 800 w 128"/>
                <a:gd name="T9" fmla="*/ 192 h 53"/>
                <a:gd name="T10" fmla="*/ 658 w 128"/>
                <a:gd name="T11" fmla="*/ 56 h 53"/>
                <a:gd name="T12" fmla="*/ 550 w 128"/>
                <a:gd name="T13" fmla="*/ 375 h 53"/>
                <a:gd name="T14" fmla="*/ 0 w 128"/>
                <a:gd name="T15" fmla="*/ 341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53">
                  <a:moveTo>
                    <a:pt x="128" y="17"/>
                  </a:moveTo>
                  <a:cubicBezTo>
                    <a:pt x="126" y="26"/>
                    <a:pt x="125" y="41"/>
                    <a:pt x="116" y="47"/>
                  </a:cubicBezTo>
                  <a:cubicBezTo>
                    <a:pt x="107" y="53"/>
                    <a:pt x="85" y="52"/>
                    <a:pt x="74" y="51"/>
                  </a:cubicBezTo>
                  <a:cubicBezTo>
                    <a:pt x="67" y="50"/>
                    <a:pt x="56" y="49"/>
                    <a:pt x="52" y="42"/>
                  </a:cubicBezTo>
                  <a:cubicBezTo>
                    <a:pt x="47" y="33"/>
                    <a:pt x="54" y="19"/>
                    <a:pt x="51" y="10"/>
                  </a:cubicBezTo>
                  <a:cubicBezTo>
                    <a:pt x="50" y="7"/>
                    <a:pt x="47" y="0"/>
                    <a:pt x="42" y="3"/>
                  </a:cubicBezTo>
                  <a:cubicBezTo>
                    <a:pt x="36" y="5"/>
                    <a:pt x="41" y="17"/>
                    <a:pt x="35" y="20"/>
                  </a:cubicBezTo>
                  <a:cubicBezTo>
                    <a:pt x="25" y="25"/>
                    <a:pt x="11" y="11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6" name="Freeform 689">
              <a:extLst>
                <a:ext uri="{FF2B5EF4-FFF2-40B4-BE49-F238E27FC236}">
                  <a16:creationId xmlns:a16="http://schemas.microsoft.com/office/drawing/2014/main" id="{EB5DE702-FB3D-41E2-AC2B-E3B07E60F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768"/>
              <a:ext cx="70" cy="77"/>
            </a:xfrm>
            <a:custGeom>
              <a:avLst/>
              <a:gdLst>
                <a:gd name="T0" fmla="*/ 438 w 28"/>
                <a:gd name="T1" fmla="*/ 542 h 29"/>
                <a:gd name="T2" fmla="*/ 158 w 28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9">
                  <a:moveTo>
                    <a:pt x="28" y="29"/>
                  </a:moveTo>
                  <a:cubicBezTo>
                    <a:pt x="14" y="23"/>
                    <a:pt x="0" y="17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7" name="Freeform 690">
              <a:extLst>
                <a:ext uri="{FF2B5EF4-FFF2-40B4-BE49-F238E27FC236}">
                  <a16:creationId xmlns:a16="http://schemas.microsoft.com/office/drawing/2014/main" id="{6AE3E227-6E65-4889-BC85-515D5E805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947"/>
              <a:ext cx="187" cy="88"/>
            </a:xfrm>
            <a:custGeom>
              <a:avLst/>
              <a:gdLst>
                <a:gd name="T0" fmla="*/ 1149 w 75"/>
                <a:gd name="T1" fmla="*/ 171 h 33"/>
                <a:gd name="T2" fmla="*/ 945 w 75"/>
                <a:gd name="T3" fmla="*/ 568 h 33"/>
                <a:gd name="T4" fmla="*/ 529 w 75"/>
                <a:gd name="T5" fmla="*/ 627 h 33"/>
                <a:gd name="T6" fmla="*/ 105 w 75"/>
                <a:gd name="T7" fmla="*/ 547 h 33"/>
                <a:gd name="T8" fmla="*/ 12 w 75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3">
                  <a:moveTo>
                    <a:pt x="74" y="9"/>
                  </a:moveTo>
                  <a:cubicBezTo>
                    <a:pt x="71" y="22"/>
                    <a:pt x="75" y="26"/>
                    <a:pt x="61" y="30"/>
                  </a:cubicBezTo>
                  <a:cubicBezTo>
                    <a:pt x="55" y="32"/>
                    <a:pt x="41" y="33"/>
                    <a:pt x="34" y="33"/>
                  </a:cubicBezTo>
                  <a:cubicBezTo>
                    <a:pt x="28" y="33"/>
                    <a:pt x="11" y="33"/>
                    <a:pt x="7" y="29"/>
                  </a:cubicBezTo>
                  <a:cubicBezTo>
                    <a:pt x="0" y="23"/>
                    <a:pt x="5" y="8"/>
                    <a:pt x="1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8" name="Freeform 691">
              <a:extLst>
                <a:ext uri="{FF2B5EF4-FFF2-40B4-BE49-F238E27FC236}">
                  <a16:creationId xmlns:a16="http://schemas.microsoft.com/office/drawing/2014/main" id="{50320945-77ED-417A-84E0-D804DE5B4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776"/>
              <a:ext cx="47" cy="69"/>
            </a:xfrm>
            <a:custGeom>
              <a:avLst/>
              <a:gdLst>
                <a:gd name="T0" fmla="*/ 287 w 19"/>
                <a:gd name="T1" fmla="*/ 486 h 26"/>
                <a:gd name="T2" fmla="*/ 0 w 1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6">
                  <a:moveTo>
                    <a:pt x="19" y="26"/>
                  </a:moveTo>
                  <a:cubicBezTo>
                    <a:pt x="16" y="14"/>
                    <a:pt x="9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9" name="Freeform 692">
              <a:extLst>
                <a:ext uri="{FF2B5EF4-FFF2-40B4-BE49-F238E27FC236}">
                  <a16:creationId xmlns:a16="http://schemas.microsoft.com/office/drawing/2014/main" id="{6E1B0595-6CD0-41B1-8FAF-CD8EEA14A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832"/>
              <a:ext cx="37" cy="19"/>
            </a:xfrm>
            <a:custGeom>
              <a:avLst/>
              <a:gdLst>
                <a:gd name="T0" fmla="*/ 91 w 15"/>
                <a:gd name="T1" fmla="*/ 141 h 7"/>
                <a:gd name="T2" fmla="*/ 74 w 15"/>
                <a:gd name="T3" fmla="*/ 0 h 7"/>
                <a:gd name="T4" fmla="*/ 224 w 15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6" y="7"/>
                  </a:moveTo>
                  <a:cubicBezTo>
                    <a:pt x="2" y="6"/>
                    <a:pt x="0" y="1"/>
                    <a:pt x="5" y="0"/>
                  </a:cubicBezTo>
                  <a:cubicBezTo>
                    <a:pt x="8" y="0"/>
                    <a:pt x="12" y="3"/>
                    <a:pt x="15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0" name="Freeform 693">
              <a:extLst>
                <a:ext uri="{FF2B5EF4-FFF2-40B4-BE49-F238E27FC236}">
                  <a16:creationId xmlns:a16="http://schemas.microsoft.com/office/drawing/2014/main" id="{CAB99663-3BD8-4766-87C7-BDD4428F3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803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2"/>
                    <a:pt x="2" y="4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1" name="Freeform 694">
              <a:extLst>
                <a:ext uri="{FF2B5EF4-FFF2-40B4-BE49-F238E27FC236}">
                  <a16:creationId xmlns:a16="http://schemas.microsoft.com/office/drawing/2014/main" id="{6DA02D18-069D-4CF7-9D22-C5C39B208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824"/>
              <a:ext cx="20" cy="5"/>
            </a:xfrm>
            <a:custGeom>
              <a:avLst/>
              <a:gdLst>
                <a:gd name="T0" fmla="*/ 0 w 8"/>
                <a:gd name="T1" fmla="*/ 20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2" y="2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2" name="Freeform 695">
              <a:extLst>
                <a:ext uri="{FF2B5EF4-FFF2-40B4-BE49-F238E27FC236}">
                  <a16:creationId xmlns:a16="http://schemas.microsoft.com/office/drawing/2014/main" id="{03E6B148-9C72-4819-9988-5AA2819A7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797"/>
              <a:ext cx="12" cy="1"/>
            </a:xfrm>
            <a:custGeom>
              <a:avLst/>
              <a:gdLst>
                <a:gd name="T0" fmla="*/ 70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3" name="Freeform 696">
              <a:extLst>
                <a:ext uri="{FF2B5EF4-FFF2-40B4-BE49-F238E27FC236}">
                  <a16:creationId xmlns:a16="http://schemas.microsoft.com/office/drawing/2014/main" id="{0B0D2BF1-60CF-4E80-88AF-4983CD188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693"/>
              <a:ext cx="10" cy="35"/>
            </a:xfrm>
            <a:custGeom>
              <a:avLst/>
              <a:gdLst>
                <a:gd name="T0" fmla="*/ 0 w 4"/>
                <a:gd name="T1" fmla="*/ 253 h 13"/>
                <a:gd name="T2" fmla="*/ 63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13"/>
                  </a:moveTo>
                  <a:cubicBezTo>
                    <a:pt x="0" y="9"/>
                    <a:pt x="1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4" name="Freeform 697">
              <a:extLst>
                <a:ext uri="{FF2B5EF4-FFF2-40B4-BE49-F238E27FC236}">
                  <a16:creationId xmlns:a16="http://schemas.microsoft.com/office/drawing/2014/main" id="{73895106-7FD6-418B-836B-0DCC7FC9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408"/>
              <a:ext cx="12" cy="5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5" name="Freeform 698">
              <a:extLst>
                <a:ext uri="{FF2B5EF4-FFF2-40B4-BE49-F238E27FC236}">
                  <a16:creationId xmlns:a16="http://schemas.microsoft.com/office/drawing/2014/main" id="{C8387044-0ADB-4BFA-95B2-A22898A88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328"/>
              <a:ext cx="30" cy="32"/>
            </a:xfrm>
            <a:custGeom>
              <a:avLst/>
              <a:gdLst>
                <a:gd name="T0" fmla="*/ 0 w 12"/>
                <a:gd name="T1" fmla="*/ 115 h 12"/>
                <a:gd name="T2" fmla="*/ 50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6"/>
                  </a:moveTo>
                  <a:cubicBezTo>
                    <a:pt x="7" y="12"/>
                    <a:pt x="12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6" name="Freeform 699">
              <a:extLst>
                <a:ext uri="{FF2B5EF4-FFF2-40B4-BE49-F238E27FC236}">
                  <a16:creationId xmlns:a16="http://schemas.microsoft.com/office/drawing/2014/main" id="{DE901377-2AAC-4F7B-80D5-26296DDC8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365"/>
              <a:ext cx="32" cy="32"/>
            </a:xfrm>
            <a:custGeom>
              <a:avLst/>
              <a:gdLst>
                <a:gd name="T0" fmla="*/ 91 w 13"/>
                <a:gd name="T1" fmla="*/ 227 h 12"/>
                <a:gd name="T2" fmla="*/ 153 w 13"/>
                <a:gd name="T3" fmla="*/ 35 h 12"/>
                <a:gd name="T4" fmla="*/ 0 w 13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6" y="12"/>
                  </a:moveTo>
                  <a:cubicBezTo>
                    <a:pt x="8" y="10"/>
                    <a:pt x="13" y="5"/>
                    <a:pt x="10" y="2"/>
                  </a:cubicBezTo>
                  <a:cubicBezTo>
                    <a:pt x="8" y="0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7" name="Freeform 700">
              <a:extLst>
                <a:ext uri="{FF2B5EF4-FFF2-40B4-BE49-F238E27FC236}">
                  <a16:creationId xmlns:a16="http://schemas.microsoft.com/office/drawing/2014/main" id="{9D33CD9E-EE5E-4579-A2BE-9E55F1AE7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453"/>
              <a:ext cx="3" cy="19"/>
            </a:xfrm>
            <a:custGeom>
              <a:avLst/>
              <a:gdLst>
                <a:gd name="T0" fmla="*/ 27 w 1"/>
                <a:gd name="T1" fmla="*/ 0 h 7"/>
                <a:gd name="T2" fmla="*/ 0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0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8" name="Freeform 701">
              <a:extLst>
                <a:ext uri="{FF2B5EF4-FFF2-40B4-BE49-F238E27FC236}">
                  <a16:creationId xmlns:a16="http://schemas.microsoft.com/office/drawing/2014/main" id="{E7EC38E9-65E3-4531-AC25-2F8430B9D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477"/>
              <a:ext cx="22" cy="6"/>
            </a:xfrm>
            <a:custGeom>
              <a:avLst/>
              <a:gdLst>
                <a:gd name="T0" fmla="*/ 0 w 9"/>
                <a:gd name="T1" fmla="*/ 54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9" name="Freeform 702">
              <a:extLst>
                <a:ext uri="{FF2B5EF4-FFF2-40B4-BE49-F238E27FC236}">
                  <a16:creationId xmlns:a16="http://schemas.microsoft.com/office/drawing/2014/main" id="{EA1577BC-5AA1-4EC6-8CBC-57FE2C416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637"/>
              <a:ext cx="30" cy="43"/>
            </a:xfrm>
            <a:custGeom>
              <a:avLst/>
              <a:gdLst>
                <a:gd name="T0" fmla="*/ 188 w 12"/>
                <a:gd name="T1" fmla="*/ 196 h 16"/>
                <a:gd name="T2" fmla="*/ 63 w 12"/>
                <a:gd name="T3" fmla="*/ 274 h 16"/>
                <a:gd name="T4" fmla="*/ 11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10"/>
                  </a:moveTo>
                  <a:cubicBezTo>
                    <a:pt x="12" y="14"/>
                    <a:pt x="7" y="16"/>
                    <a:pt x="4" y="14"/>
                  </a:cubicBezTo>
                  <a:cubicBezTo>
                    <a:pt x="0" y="10"/>
                    <a:pt x="6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0" name="Freeform 703">
              <a:extLst>
                <a:ext uri="{FF2B5EF4-FFF2-40B4-BE49-F238E27FC236}">
                  <a16:creationId xmlns:a16="http://schemas.microsoft.com/office/drawing/2014/main" id="{B40ADAFB-E104-46CC-AED9-C2EB7FFC3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555"/>
              <a:ext cx="7" cy="16"/>
            </a:xfrm>
            <a:custGeom>
              <a:avLst/>
              <a:gdLst>
                <a:gd name="T0" fmla="*/ 37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1" name="Freeform 704">
              <a:extLst>
                <a:ext uri="{FF2B5EF4-FFF2-40B4-BE49-F238E27FC236}">
                  <a16:creationId xmlns:a16="http://schemas.microsoft.com/office/drawing/2014/main" id="{D542043A-F559-440A-82F6-CEE055E67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680"/>
              <a:ext cx="30" cy="27"/>
            </a:xfrm>
            <a:custGeom>
              <a:avLst/>
              <a:gdLst>
                <a:gd name="T0" fmla="*/ 175 w 12"/>
                <a:gd name="T1" fmla="*/ 0 h 10"/>
                <a:gd name="T2" fmla="*/ 0 w 12"/>
                <a:gd name="T3" fmla="*/ 116 h 10"/>
                <a:gd name="T4" fmla="*/ 188 w 12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1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1" y="10"/>
                    <a:pt x="10" y="7"/>
                    <a:pt x="12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2" name="Freeform 705">
              <a:extLst>
                <a:ext uri="{FF2B5EF4-FFF2-40B4-BE49-F238E27FC236}">
                  <a16:creationId xmlns:a16="http://schemas.microsoft.com/office/drawing/2014/main" id="{003C7D1D-304E-48EB-8876-F68634390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867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5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3" name="Freeform 706">
              <a:extLst>
                <a:ext uri="{FF2B5EF4-FFF2-40B4-BE49-F238E27FC236}">
                  <a16:creationId xmlns:a16="http://schemas.microsoft.com/office/drawing/2014/main" id="{38006386-90AA-4C84-BF4A-63D2E8A44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997"/>
              <a:ext cx="25" cy="30"/>
            </a:xfrm>
            <a:custGeom>
              <a:avLst/>
              <a:gdLst>
                <a:gd name="T0" fmla="*/ 158 w 10"/>
                <a:gd name="T1" fmla="*/ 0 h 11"/>
                <a:gd name="T2" fmla="*/ 0 w 10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7" y="4"/>
                    <a:pt x="3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4" name="Freeform 707">
              <a:extLst>
                <a:ext uri="{FF2B5EF4-FFF2-40B4-BE49-F238E27FC236}">
                  <a16:creationId xmlns:a16="http://schemas.microsoft.com/office/drawing/2014/main" id="{A71476A9-9E47-47DA-A365-313474846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112"/>
              <a:ext cx="10" cy="29"/>
            </a:xfrm>
            <a:custGeom>
              <a:avLst/>
              <a:gdLst>
                <a:gd name="T0" fmla="*/ 33 w 4"/>
                <a:gd name="T1" fmla="*/ 0 h 11"/>
                <a:gd name="T2" fmla="*/ 63 w 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0" y="4"/>
                    <a:pt x="0" y="9"/>
                    <a:pt x="4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5" name="Freeform 708">
              <a:extLst>
                <a:ext uri="{FF2B5EF4-FFF2-40B4-BE49-F238E27FC236}">
                  <a16:creationId xmlns:a16="http://schemas.microsoft.com/office/drawing/2014/main" id="{421ABFA6-ED17-4D5F-82EF-6EB3AF43F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171"/>
              <a:ext cx="37" cy="29"/>
            </a:xfrm>
            <a:custGeom>
              <a:avLst/>
              <a:gdLst>
                <a:gd name="T0" fmla="*/ 62 w 15"/>
                <a:gd name="T1" fmla="*/ 166 h 11"/>
                <a:gd name="T2" fmla="*/ 212 w 15"/>
                <a:gd name="T3" fmla="*/ 76 h 11"/>
                <a:gd name="T4" fmla="*/ 0 w 15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4" y="9"/>
                  </a:moveTo>
                  <a:cubicBezTo>
                    <a:pt x="7" y="11"/>
                    <a:pt x="15" y="9"/>
                    <a:pt x="14" y="4"/>
                  </a:cubicBezTo>
                  <a:cubicBezTo>
                    <a:pt x="13" y="0"/>
                    <a:pt x="3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6" name="Freeform 709">
              <a:extLst>
                <a:ext uri="{FF2B5EF4-FFF2-40B4-BE49-F238E27FC236}">
                  <a16:creationId xmlns:a16="http://schemas.microsoft.com/office/drawing/2014/main" id="{BDAF83D5-DDCB-4EC5-BF1E-C05784CD3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219"/>
              <a:ext cx="13" cy="13"/>
            </a:xfrm>
            <a:custGeom>
              <a:avLst/>
              <a:gdLst>
                <a:gd name="T0" fmla="*/ 0 w 5"/>
                <a:gd name="T1" fmla="*/ 88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3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7" name="Freeform 710">
              <a:extLst>
                <a:ext uri="{FF2B5EF4-FFF2-40B4-BE49-F238E27FC236}">
                  <a16:creationId xmlns:a16="http://schemas.microsoft.com/office/drawing/2014/main" id="{ABC4034B-5706-4169-9999-46D883822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248"/>
              <a:ext cx="37" cy="24"/>
            </a:xfrm>
            <a:custGeom>
              <a:avLst/>
              <a:gdLst>
                <a:gd name="T0" fmla="*/ 42 w 15"/>
                <a:gd name="T1" fmla="*/ 21 h 9"/>
                <a:gd name="T2" fmla="*/ 195 w 15"/>
                <a:gd name="T3" fmla="*/ 77 h 9"/>
                <a:gd name="T4" fmla="*/ 0 w 15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3" y="1"/>
                  </a:moveTo>
                  <a:cubicBezTo>
                    <a:pt x="6" y="1"/>
                    <a:pt x="12" y="0"/>
                    <a:pt x="13" y="4"/>
                  </a:cubicBezTo>
                  <a:cubicBezTo>
                    <a:pt x="15" y="9"/>
                    <a:pt x="3" y="7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8" name="Freeform 711">
              <a:extLst>
                <a:ext uri="{FF2B5EF4-FFF2-40B4-BE49-F238E27FC236}">
                  <a16:creationId xmlns:a16="http://schemas.microsoft.com/office/drawing/2014/main" id="{7B87F06D-B56E-49B5-9A50-07517415F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013"/>
              <a:ext cx="23" cy="6"/>
            </a:xfrm>
            <a:custGeom>
              <a:avLst/>
              <a:gdLst>
                <a:gd name="T0" fmla="*/ 151 w 9"/>
                <a:gd name="T1" fmla="*/ 54 h 2"/>
                <a:gd name="T2" fmla="*/ 0 w 9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2"/>
                  </a:moveTo>
                  <a:cubicBezTo>
                    <a:pt x="6" y="1"/>
                    <a:pt x="3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9" name="Freeform 712">
              <a:extLst>
                <a:ext uri="{FF2B5EF4-FFF2-40B4-BE49-F238E27FC236}">
                  <a16:creationId xmlns:a16="http://schemas.microsoft.com/office/drawing/2014/main" id="{0CB03BAE-8E89-45F7-9F28-17E3D22EA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2133"/>
              <a:ext cx="3" cy="32"/>
            </a:xfrm>
            <a:custGeom>
              <a:avLst/>
              <a:gdLst>
                <a:gd name="T0" fmla="*/ 27 w 1"/>
                <a:gd name="T1" fmla="*/ 0 h 12"/>
                <a:gd name="T2" fmla="*/ 27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1" y="4"/>
                    <a:pt x="0" y="8"/>
                    <a:pt x="1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0" name="Freeform 713">
              <a:extLst>
                <a:ext uri="{FF2B5EF4-FFF2-40B4-BE49-F238E27FC236}">
                  <a16:creationId xmlns:a16="http://schemas.microsoft.com/office/drawing/2014/main" id="{CC752EDC-4ECD-48E5-802E-1D76FEFF5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2328"/>
              <a:ext cx="33" cy="45"/>
            </a:xfrm>
            <a:custGeom>
              <a:avLst/>
              <a:gdLst>
                <a:gd name="T0" fmla="*/ 0 w 13"/>
                <a:gd name="T1" fmla="*/ 169 h 17"/>
                <a:gd name="T2" fmla="*/ 160 w 13"/>
                <a:gd name="T3" fmla="*/ 0 h 17"/>
                <a:gd name="T4" fmla="*/ 129 w 13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0" y="9"/>
                  </a:moveTo>
                  <a:cubicBezTo>
                    <a:pt x="2" y="5"/>
                    <a:pt x="5" y="1"/>
                    <a:pt x="10" y="0"/>
                  </a:cubicBezTo>
                  <a:cubicBezTo>
                    <a:pt x="13" y="6"/>
                    <a:pt x="6" y="13"/>
                    <a:pt x="8" y="1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1" name="Freeform 714">
              <a:extLst>
                <a:ext uri="{FF2B5EF4-FFF2-40B4-BE49-F238E27FC236}">
                  <a16:creationId xmlns:a16="http://schemas.microsoft.com/office/drawing/2014/main" id="{3A22B2D2-56C8-4106-9751-82FFBF8B5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501"/>
              <a:ext cx="23" cy="6"/>
            </a:xfrm>
            <a:custGeom>
              <a:avLst/>
              <a:gdLst>
                <a:gd name="T0" fmla="*/ 0 w 9"/>
                <a:gd name="T1" fmla="*/ 0 h 2"/>
                <a:gd name="T2" fmla="*/ 151 w 9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1"/>
                    <a:pt x="6" y="1"/>
                    <a:pt x="9" y="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2" name="Freeform 715">
              <a:extLst>
                <a:ext uri="{FF2B5EF4-FFF2-40B4-BE49-F238E27FC236}">
                  <a16:creationId xmlns:a16="http://schemas.microsoft.com/office/drawing/2014/main" id="{EB813A72-97B0-4BB0-9FC0-A1655B25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549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3" name="Freeform 716">
              <a:extLst>
                <a:ext uri="{FF2B5EF4-FFF2-40B4-BE49-F238E27FC236}">
                  <a16:creationId xmlns:a16="http://schemas.microsoft.com/office/drawing/2014/main" id="{A5C82241-032A-4526-9649-0549FA882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619"/>
              <a:ext cx="23" cy="5"/>
            </a:xfrm>
            <a:custGeom>
              <a:avLst/>
              <a:gdLst>
                <a:gd name="T0" fmla="*/ 0 w 9"/>
                <a:gd name="T1" fmla="*/ 33 h 2"/>
                <a:gd name="T2" fmla="*/ 151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4" name="Freeform 717">
              <a:extLst>
                <a:ext uri="{FF2B5EF4-FFF2-40B4-BE49-F238E27FC236}">
                  <a16:creationId xmlns:a16="http://schemas.microsoft.com/office/drawing/2014/main" id="{265D892B-F376-4F5C-826A-5DFD15477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805"/>
              <a:ext cx="30" cy="22"/>
            </a:xfrm>
            <a:custGeom>
              <a:avLst/>
              <a:gdLst>
                <a:gd name="T0" fmla="*/ 33 w 12"/>
                <a:gd name="T1" fmla="*/ 143 h 8"/>
                <a:gd name="T2" fmla="*/ 188 w 12"/>
                <a:gd name="T3" fmla="*/ 107 h 8"/>
                <a:gd name="T4" fmla="*/ 0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2" y="7"/>
                  </a:moveTo>
                  <a:cubicBezTo>
                    <a:pt x="5" y="8"/>
                    <a:pt x="9" y="7"/>
                    <a:pt x="12" y="5"/>
                  </a:cubicBezTo>
                  <a:cubicBezTo>
                    <a:pt x="11" y="0"/>
                    <a:pt x="5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5" name="Freeform 718">
              <a:extLst>
                <a:ext uri="{FF2B5EF4-FFF2-40B4-BE49-F238E27FC236}">
                  <a16:creationId xmlns:a16="http://schemas.microsoft.com/office/drawing/2014/main" id="{8E4DCBDA-CA3F-452D-87DA-0B510943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2867"/>
              <a:ext cx="32" cy="13"/>
            </a:xfrm>
            <a:custGeom>
              <a:avLst/>
              <a:gdLst>
                <a:gd name="T0" fmla="*/ 0 w 13"/>
                <a:gd name="T1" fmla="*/ 88 h 5"/>
                <a:gd name="T2" fmla="*/ 194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4" y="3"/>
                    <a:pt x="8" y="1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6" name="Freeform 719">
              <a:extLst>
                <a:ext uri="{FF2B5EF4-FFF2-40B4-BE49-F238E27FC236}">
                  <a16:creationId xmlns:a16="http://schemas.microsoft.com/office/drawing/2014/main" id="{D41CC31C-8637-40C0-B650-2AFE5281F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864"/>
              <a:ext cx="27" cy="21"/>
            </a:xfrm>
            <a:custGeom>
              <a:avLst/>
              <a:gdLst>
                <a:gd name="T0" fmla="*/ 61 w 11"/>
                <a:gd name="T1" fmla="*/ 144 h 8"/>
                <a:gd name="T2" fmla="*/ 61 w 11"/>
                <a:gd name="T3" fmla="*/ 0 h 8"/>
                <a:gd name="T4" fmla="*/ 162 w 11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8"/>
                  </a:moveTo>
                  <a:cubicBezTo>
                    <a:pt x="2" y="7"/>
                    <a:pt x="0" y="1"/>
                    <a:pt x="4" y="0"/>
                  </a:cubicBezTo>
                  <a:cubicBezTo>
                    <a:pt x="6" y="0"/>
                    <a:pt x="10" y="5"/>
                    <a:pt x="11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7" name="Freeform 720">
              <a:extLst>
                <a:ext uri="{FF2B5EF4-FFF2-40B4-BE49-F238E27FC236}">
                  <a16:creationId xmlns:a16="http://schemas.microsoft.com/office/drawing/2014/main" id="{1ABE9B48-6FC6-4E1F-9B32-679D91E37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765"/>
              <a:ext cx="37" cy="30"/>
            </a:xfrm>
            <a:custGeom>
              <a:avLst/>
              <a:gdLst>
                <a:gd name="T0" fmla="*/ 224 w 15"/>
                <a:gd name="T1" fmla="*/ 104 h 11"/>
                <a:gd name="T2" fmla="*/ 0 w 15"/>
                <a:gd name="T3" fmla="*/ 104 h 11"/>
                <a:gd name="T4" fmla="*/ 195 w 15"/>
                <a:gd name="T5" fmla="*/ 18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1" y="2"/>
                    <a:pt x="3" y="0"/>
                    <a:pt x="0" y="5"/>
                  </a:cubicBezTo>
                  <a:cubicBezTo>
                    <a:pt x="2" y="11"/>
                    <a:pt x="9" y="11"/>
                    <a:pt x="13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8" name="Freeform 721">
              <a:extLst>
                <a:ext uri="{FF2B5EF4-FFF2-40B4-BE49-F238E27FC236}">
                  <a16:creationId xmlns:a16="http://schemas.microsoft.com/office/drawing/2014/main" id="{ADCA90C6-4214-4C01-9F4D-C948019B0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832"/>
              <a:ext cx="8" cy="21"/>
            </a:xfrm>
            <a:custGeom>
              <a:avLst/>
              <a:gdLst>
                <a:gd name="T0" fmla="*/ 56 w 3"/>
                <a:gd name="T1" fmla="*/ 0 h 8"/>
                <a:gd name="T2" fmla="*/ 0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9" name="Freeform 722">
              <a:extLst>
                <a:ext uri="{FF2B5EF4-FFF2-40B4-BE49-F238E27FC236}">
                  <a16:creationId xmlns:a16="http://schemas.microsoft.com/office/drawing/2014/main" id="{875EE4BD-A68E-412E-A078-24F6E6E5C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899"/>
              <a:ext cx="25" cy="26"/>
            </a:xfrm>
            <a:custGeom>
              <a:avLst/>
              <a:gdLst>
                <a:gd name="T0" fmla="*/ 0 w 10"/>
                <a:gd name="T1" fmla="*/ 55 h 10"/>
                <a:gd name="T2" fmla="*/ 50 w 10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3"/>
                  </a:moveTo>
                  <a:cubicBezTo>
                    <a:pt x="9" y="0"/>
                    <a:pt x="10" y="4"/>
                    <a:pt x="3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0" name="Freeform 723">
              <a:extLst>
                <a:ext uri="{FF2B5EF4-FFF2-40B4-BE49-F238E27FC236}">
                  <a16:creationId xmlns:a16="http://schemas.microsoft.com/office/drawing/2014/main" id="{DD1B198D-8255-4EC1-8031-B5074FC88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659"/>
              <a:ext cx="40" cy="40"/>
            </a:xfrm>
            <a:custGeom>
              <a:avLst/>
              <a:gdLst>
                <a:gd name="T0" fmla="*/ 250 w 16"/>
                <a:gd name="T1" fmla="*/ 149 h 15"/>
                <a:gd name="T2" fmla="*/ 220 w 1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16" y="8"/>
                  </a:moveTo>
                  <a:cubicBezTo>
                    <a:pt x="6" y="0"/>
                    <a:pt x="0" y="15"/>
                    <a:pt x="14" y="1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1" name="Freeform 724">
              <a:extLst>
                <a:ext uri="{FF2B5EF4-FFF2-40B4-BE49-F238E27FC236}">
                  <a16:creationId xmlns:a16="http://schemas.microsoft.com/office/drawing/2014/main" id="{09DC1E06-C53C-47F8-901A-6E8A354CB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653"/>
              <a:ext cx="3" cy="24"/>
            </a:xfrm>
            <a:custGeom>
              <a:avLst/>
              <a:gdLst>
                <a:gd name="T0" fmla="*/ 27 w 1"/>
                <a:gd name="T1" fmla="*/ 0 h 9"/>
                <a:gd name="T2" fmla="*/ 27 w 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0" y="3"/>
                    <a:pt x="0" y="6"/>
                    <a:pt x="1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2" name="Freeform 725">
              <a:extLst>
                <a:ext uri="{FF2B5EF4-FFF2-40B4-BE49-F238E27FC236}">
                  <a16:creationId xmlns:a16="http://schemas.microsoft.com/office/drawing/2014/main" id="{198B678D-1963-4040-9466-2DD9CCB26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971"/>
              <a:ext cx="23" cy="21"/>
            </a:xfrm>
            <a:custGeom>
              <a:avLst/>
              <a:gdLst>
                <a:gd name="T0" fmla="*/ 0 w 9"/>
                <a:gd name="T1" fmla="*/ 144 h 8"/>
                <a:gd name="T2" fmla="*/ 15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3" y="5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3" name="Freeform 726">
              <a:extLst>
                <a:ext uri="{FF2B5EF4-FFF2-40B4-BE49-F238E27FC236}">
                  <a16:creationId xmlns:a16="http://schemas.microsoft.com/office/drawing/2014/main" id="{EB5EFB22-ADD7-4E9A-B68E-D52B73CEB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2499"/>
              <a:ext cx="7" cy="32"/>
            </a:xfrm>
            <a:custGeom>
              <a:avLst/>
              <a:gdLst>
                <a:gd name="T0" fmla="*/ 37 w 3"/>
                <a:gd name="T1" fmla="*/ 0 h 12"/>
                <a:gd name="T2" fmla="*/ 0 w 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2" y="4"/>
                    <a:pt x="1" y="8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4" name="Freeform 727">
              <a:extLst>
                <a:ext uri="{FF2B5EF4-FFF2-40B4-BE49-F238E27FC236}">
                  <a16:creationId xmlns:a16="http://schemas.microsoft.com/office/drawing/2014/main" id="{F68A8C09-50B8-4928-A72C-93E352874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2456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1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5" name="Freeform 728">
              <a:extLst>
                <a:ext uri="{FF2B5EF4-FFF2-40B4-BE49-F238E27FC236}">
                  <a16:creationId xmlns:a16="http://schemas.microsoft.com/office/drawing/2014/main" id="{ACB7A83D-77D4-4296-95AD-7ECFA1226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395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6" name="Freeform 729">
              <a:extLst>
                <a:ext uri="{FF2B5EF4-FFF2-40B4-BE49-F238E27FC236}">
                  <a16:creationId xmlns:a16="http://schemas.microsoft.com/office/drawing/2014/main" id="{1380C980-B226-4659-B143-C82359BFB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595"/>
              <a:ext cx="20" cy="37"/>
            </a:xfrm>
            <a:custGeom>
              <a:avLst/>
              <a:gdLst>
                <a:gd name="T0" fmla="*/ 113 w 8"/>
                <a:gd name="T1" fmla="*/ 167 h 14"/>
                <a:gd name="T2" fmla="*/ 63 w 8"/>
                <a:gd name="T3" fmla="*/ 0 h 14"/>
                <a:gd name="T4" fmla="*/ 50 w 8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7" y="9"/>
                  </a:moveTo>
                  <a:cubicBezTo>
                    <a:pt x="8" y="6"/>
                    <a:pt x="8" y="1"/>
                    <a:pt x="4" y="0"/>
                  </a:cubicBezTo>
                  <a:cubicBezTo>
                    <a:pt x="0" y="4"/>
                    <a:pt x="1" y="10"/>
                    <a:pt x="3" y="1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7" name="Freeform 730">
              <a:extLst>
                <a:ext uri="{FF2B5EF4-FFF2-40B4-BE49-F238E27FC236}">
                  <a16:creationId xmlns:a16="http://schemas.microsoft.com/office/drawing/2014/main" id="{F795CD96-002C-4BEE-9C4E-19A1F46F9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283"/>
              <a:ext cx="20" cy="32"/>
            </a:xfrm>
            <a:custGeom>
              <a:avLst/>
              <a:gdLst>
                <a:gd name="T0" fmla="*/ 20 w 8"/>
                <a:gd name="T1" fmla="*/ 93 h 12"/>
                <a:gd name="T2" fmla="*/ 113 w 8"/>
                <a:gd name="T3" fmla="*/ 0 h 12"/>
                <a:gd name="T4" fmla="*/ 50 w 8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1" y="5"/>
                  </a:moveTo>
                  <a:cubicBezTo>
                    <a:pt x="0" y="2"/>
                    <a:pt x="4" y="0"/>
                    <a:pt x="7" y="0"/>
                  </a:cubicBezTo>
                  <a:cubicBezTo>
                    <a:pt x="8" y="4"/>
                    <a:pt x="4" y="9"/>
                    <a:pt x="3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8" name="Freeform 731">
              <a:extLst>
                <a:ext uri="{FF2B5EF4-FFF2-40B4-BE49-F238E27FC236}">
                  <a16:creationId xmlns:a16="http://schemas.microsoft.com/office/drawing/2014/main" id="{D59AED35-F7B2-47A0-9F49-6E1614794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17"/>
              <a:ext cx="5" cy="19"/>
            </a:xfrm>
            <a:custGeom>
              <a:avLst/>
              <a:gdLst>
                <a:gd name="T0" fmla="*/ 2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5"/>
                    <a:pt x="1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9" name="Freeform 732">
              <a:extLst>
                <a:ext uri="{FF2B5EF4-FFF2-40B4-BE49-F238E27FC236}">
                  <a16:creationId xmlns:a16="http://schemas.microsoft.com/office/drawing/2014/main" id="{AC72E6A6-F54A-4771-A7A9-6D07D4B02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515"/>
              <a:ext cx="13" cy="26"/>
            </a:xfrm>
            <a:custGeom>
              <a:avLst/>
              <a:gdLst>
                <a:gd name="T0" fmla="*/ 34 w 5"/>
                <a:gd name="T1" fmla="*/ 156 h 10"/>
                <a:gd name="T2" fmla="*/ 0 w 5"/>
                <a:gd name="T3" fmla="*/ 177 h 10"/>
                <a:gd name="T4" fmla="*/ 88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9"/>
                  </a:moveTo>
                  <a:cubicBezTo>
                    <a:pt x="1" y="10"/>
                    <a:pt x="1" y="10"/>
                    <a:pt x="0" y="10"/>
                  </a:cubicBezTo>
                  <a:cubicBezTo>
                    <a:pt x="0" y="6"/>
                    <a:pt x="3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0" name="Freeform 733">
              <a:extLst>
                <a:ext uri="{FF2B5EF4-FFF2-40B4-BE49-F238E27FC236}">
                  <a16:creationId xmlns:a16="http://schemas.microsoft.com/office/drawing/2014/main" id="{4EC9F6FF-DB46-49BD-A751-2F3DF24EA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485"/>
              <a:ext cx="10" cy="6"/>
            </a:xfrm>
            <a:custGeom>
              <a:avLst/>
              <a:gdLst>
                <a:gd name="T0" fmla="*/ 63 w 4"/>
                <a:gd name="T1" fmla="*/ 54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1" name="Freeform 734">
              <a:extLst>
                <a:ext uri="{FF2B5EF4-FFF2-40B4-BE49-F238E27FC236}">
                  <a16:creationId xmlns:a16="http://schemas.microsoft.com/office/drawing/2014/main" id="{83162DB4-2C92-4F96-94DF-1344D495F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477"/>
              <a:ext cx="8" cy="14"/>
            </a:xfrm>
            <a:custGeom>
              <a:avLst/>
              <a:gdLst>
                <a:gd name="T0" fmla="*/ 0 w 3"/>
                <a:gd name="T1" fmla="*/ 0 h 5"/>
                <a:gd name="T2" fmla="*/ 56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2" name="Freeform 735">
              <a:extLst>
                <a:ext uri="{FF2B5EF4-FFF2-40B4-BE49-F238E27FC236}">
                  <a16:creationId xmlns:a16="http://schemas.microsoft.com/office/drawing/2014/main" id="{26AD7B2A-5DDE-4CA3-A984-BE6F84E8E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485"/>
              <a:ext cx="25" cy="30"/>
            </a:xfrm>
            <a:custGeom>
              <a:avLst/>
              <a:gdLst>
                <a:gd name="T0" fmla="*/ 0 w 10"/>
                <a:gd name="T1" fmla="*/ 60 h 11"/>
                <a:gd name="T2" fmla="*/ 125 w 10"/>
                <a:gd name="T3" fmla="*/ 164 h 11"/>
                <a:gd name="T4" fmla="*/ 125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3"/>
                  </a:moveTo>
                  <a:cubicBezTo>
                    <a:pt x="2" y="5"/>
                    <a:pt x="4" y="11"/>
                    <a:pt x="8" y="8"/>
                  </a:cubicBezTo>
                  <a:cubicBezTo>
                    <a:pt x="10" y="6"/>
                    <a:pt x="9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3" name="Freeform 736">
              <a:extLst>
                <a:ext uri="{FF2B5EF4-FFF2-40B4-BE49-F238E27FC236}">
                  <a16:creationId xmlns:a16="http://schemas.microsoft.com/office/drawing/2014/main" id="{F714898E-B237-4495-A489-545E06069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573"/>
              <a:ext cx="40" cy="35"/>
            </a:xfrm>
            <a:custGeom>
              <a:avLst/>
              <a:gdLst>
                <a:gd name="T0" fmla="*/ 0 w 16"/>
                <a:gd name="T1" fmla="*/ 137 h 13"/>
                <a:gd name="T2" fmla="*/ 175 w 16"/>
                <a:gd name="T3" fmla="*/ 197 h 13"/>
                <a:gd name="T4" fmla="*/ 0 w 1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7"/>
                  </a:moveTo>
                  <a:cubicBezTo>
                    <a:pt x="1" y="10"/>
                    <a:pt x="8" y="13"/>
                    <a:pt x="11" y="10"/>
                  </a:cubicBezTo>
                  <a:cubicBezTo>
                    <a:pt x="16" y="4"/>
                    <a:pt x="5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4" name="Freeform 737">
              <a:extLst>
                <a:ext uri="{FF2B5EF4-FFF2-40B4-BE49-F238E27FC236}">
                  <a16:creationId xmlns:a16="http://schemas.microsoft.com/office/drawing/2014/main" id="{69277851-9A38-4C9A-80AC-4122672E3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507"/>
              <a:ext cx="8" cy="26"/>
            </a:xfrm>
            <a:custGeom>
              <a:avLst/>
              <a:gdLst>
                <a:gd name="T0" fmla="*/ 0 w 3"/>
                <a:gd name="T1" fmla="*/ 0 h 10"/>
                <a:gd name="T2" fmla="*/ 56 w 3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0" y="4"/>
                    <a:pt x="1" y="7"/>
                    <a:pt x="3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5" name="Freeform 738">
              <a:extLst>
                <a:ext uri="{FF2B5EF4-FFF2-40B4-BE49-F238E27FC236}">
                  <a16:creationId xmlns:a16="http://schemas.microsoft.com/office/drawing/2014/main" id="{9729F8E0-4C80-4DDF-99E9-93AA68F13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739"/>
              <a:ext cx="18" cy="21"/>
            </a:xfrm>
            <a:custGeom>
              <a:avLst/>
              <a:gdLst>
                <a:gd name="T0" fmla="*/ 0 w 7"/>
                <a:gd name="T1" fmla="*/ 123 h 8"/>
                <a:gd name="T2" fmla="*/ 118 w 7"/>
                <a:gd name="T3" fmla="*/ 89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cubicBezTo>
                    <a:pt x="2" y="8"/>
                    <a:pt x="6" y="7"/>
                    <a:pt x="7" y="5"/>
                  </a:cubicBezTo>
                  <a:cubicBezTo>
                    <a:pt x="7" y="2"/>
                    <a:pt x="1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6" name="Freeform 739">
              <a:extLst>
                <a:ext uri="{FF2B5EF4-FFF2-40B4-BE49-F238E27FC236}">
                  <a16:creationId xmlns:a16="http://schemas.microsoft.com/office/drawing/2014/main" id="{E36F1C48-7D36-49EE-9D65-2404902AF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787"/>
              <a:ext cx="5" cy="21"/>
            </a:xfrm>
            <a:custGeom>
              <a:avLst/>
              <a:gdLst>
                <a:gd name="T0" fmla="*/ 33 w 2"/>
                <a:gd name="T1" fmla="*/ 0 h 8"/>
                <a:gd name="T2" fmla="*/ 33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7" name="Freeform 740">
              <a:extLst>
                <a:ext uri="{FF2B5EF4-FFF2-40B4-BE49-F238E27FC236}">
                  <a16:creationId xmlns:a16="http://schemas.microsoft.com/office/drawing/2014/main" id="{6CB7D96E-6546-4CC2-BFCF-7D4AA6BC4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765"/>
              <a:ext cx="47" cy="35"/>
            </a:xfrm>
            <a:custGeom>
              <a:avLst/>
              <a:gdLst>
                <a:gd name="T0" fmla="*/ 0 w 19"/>
                <a:gd name="T1" fmla="*/ 175 h 13"/>
                <a:gd name="T2" fmla="*/ 183 w 19"/>
                <a:gd name="T3" fmla="*/ 35 h 13"/>
                <a:gd name="T4" fmla="*/ 104 w 19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9"/>
                  </a:moveTo>
                  <a:cubicBezTo>
                    <a:pt x="2" y="6"/>
                    <a:pt x="7" y="0"/>
                    <a:pt x="12" y="2"/>
                  </a:cubicBezTo>
                  <a:cubicBezTo>
                    <a:pt x="19" y="5"/>
                    <a:pt x="9" y="11"/>
                    <a:pt x="7" y="1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8" name="Freeform 741">
              <a:extLst>
                <a:ext uri="{FF2B5EF4-FFF2-40B4-BE49-F238E27FC236}">
                  <a16:creationId xmlns:a16="http://schemas.microsoft.com/office/drawing/2014/main" id="{7EFB0543-2E7E-4B0E-9170-461F452F1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771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1" y="0"/>
                    <a:pt x="5" y="0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9" name="Freeform 742">
              <a:extLst>
                <a:ext uri="{FF2B5EF4-FFF2-40B4-BE49-F238E27FC236}">
                  <a16:creationId xmlns:a16="http://schemas.microsoft.com/office/drawing/2014/main" id="{8C7088A8-354D-4BFC-B023-F24566714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947"/>
              <a:ext cx="22" cy="10"/>
            </a:xfrm>
            <a:custGeom>
              <a:avLst/>
              <a:gdLst>
                <a:gd name="T0" fmla="*/ 0 w 9"/>
                <a:gd name="T1" fmla="*/ 33 h 4"/>
                <a:gd name="T2" fmla="*/ 13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2" y="4"/>
                    <a:pt x="7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0" name="Freeform 743">
              <a:extLst>
                <a:ext uri="{FF2B5EF4-FFF2-40B4-BE49-F238E27FC236}">
                  <a16:creationId xmlns:a16="http://schemas.microsoft.com/office/drawing/2014/main" id="{EC06FC40-76B8-4B06-9737-8389B6540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941"/>
              <a:ext cx="30" cy="48"/>
            </a:xfrm>
            <a:custGeom>
              <a:avLst/>
              <a:gdLst>
                <a:gd name="T0" fmla="*/ 33 w 12"/>
                <a:gd name="T1" fmla="*/ 136 h 18"/>
                <a:gd name="T2" fmla="*/ 0 w 12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2" y="7"/>
                  </a:moveTo>
                  <a:cubicBezTo>
                    <a:pt x="11" y="0"/>
                    <a:pt x="12" y="18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1" name="Freeform 744">
              <a:extLst>
                <a:ext uri="{FF2B5EF4-FFF2-40B4-BE49-F238E27FC236}">
                  <a16:creationId xmlns:a16="http://schemas.microsoft.com/office/drawing/2014/main" id="{4C67C334-62A6-4C68-8202-2A734A425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976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2" name="Freeform 745">
              <a:extLst>
                <a:ext uri="{FF2B5EF4-FFF2-40B4-BE49-F238E27FC236}">
                  <a16:creationId xmlns:a16="http://schemas.microsoft.com/office/drawing/2014/main" id="{502D7707-C080-4324-871D-A458FE9D6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368"/>
              <a:ext cx="50" cy="32"/>
            </a:xfrm>
            <a:custGeom>
              <a:avLst/>
              <a:gdLst>
                <a:gd name="T0" fmla="*/ 125 w 20"/>
                <a:gd name="T1" fmla="*/ 0 h 12"/>
                <a:gd name="T2" fmla="*/ 208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8" y="0"/>
                  </a:moveTo>
                  <a:cubicBezTo>
                    <a:pt x="0" y="12"/>
                    <a:pt x="20" y="9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3" name="Freeform 746">
              <a:extLst>
                <a:ext uri="{FF2B5EF4-FFF2-40B4-BE49-F238E27FC236}">
                  <a16:creationId xmlns:a16="http://schemas.microsoft.com/office/drawing/2014/main" id="{C9517F23-6874-4F8E-A8D9-0CFC9873B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309"/>
              <a:ext cx="20" cy="14"/>
            </a:xfrm>
            <a:custGeom>
              <a:avLst/>
              <a:gdLst>
                <a:gd name="T0" fmla="*/ 0 w 8"/>
                <a:gd name="T1" fmla="*/ 22 h 5"/>
                <a:gd name="T2" fmla="*/ 125 w 8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1"/>
                  </a:moveTo>
                  <a:cubicBezTo>
                    <a:pt x="3" y="0"/>
                    <a:pt x="6" y="3"/>
                    <a:pt x="8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4" name="Freeform 747">
              <a:extLst>
                <a:ext uri="{FF2B5EF4-FFF2-40B4-BE49-F238E27FC236}">
                  <a16:creationId xmlns:a16="http://schemas.microsoft.com/office/drawing/2014/main" id="{AF97A6EF-ABC0-4E0A-AEA4-5AC03D6A8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485"/>
              <a:ext cx="5" cy="11"/>
            </a:xfrm>
            <a:custGeom>
              <a:avLst/>
              <a:gdLst>
                <a:gd name="T0" fmla="*/ 0 w 2"/>
                <a:gd name="T1" fmla="*/ 8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5" name="Freeform 748">
              <a:extLst>
                <a:ext uri="{FF2B5EF4-FFF2-40B4-BE49-F238E27FC236}">
                  <a16:creationId xmlns:a16="http://schemas.microsoft.com/office/drawing/2014/main" id="{B0CAD61B-AF1D-4B9C-82DC-040D9B7D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213"/>
              <a:ext cx="30" cy="38"/>
            </a:xfrm>
            <a:custGeom>
              <a:avLst/>
              <a:gdLst>
                <a:gd name="T0" fmla="*/ 113 w 12"/>
                <a:gd name="T1" fmla="*/ 0 h 14"/>
                <a:gd name="T2" fmla="*/ 175 w 12"/>
                <a:gd name="T3" fmla="*/ 244 h 14"/>
                <a:gd name="T4" fmla="*/ 0 w 12"/>
                <a:gd name="T5" fmla="*/ 10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7" y="0"/>
                  </a:moveTo>
                  <a:cubicBezTo>
                    <a:pt x="9" y="3"/>
                    <a:pt x="12" y="8"/>
                    <a:pt x="11" y="12"/>
                  </a:cubicBezTo>
                  <a:cubicBezTo>
                    <a:pt x="7" y="14"/>
                    <a:pt x="0" y="10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6" name="Freeform 749">
              <a:extLst>
                <a:ext uri="{FF2B5EF4-FFF2-40B4-BE49-F238E27FC236}">
                  <a16:creationId xmlns:a16="http://schemas.microsoft.com/office/drawing/2014/main" id="{74CDD7D4-9A07-4CDC-B2A1-708B61A38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131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3"/>
                    <a:pt x="3" y="2"/>
                    <a:pt x="6" y="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7" name="Freeform 750">
              <a:extLst>
                <a:ext uri="{FF2B5EF4-FFF2-40B4-BE49-F238E27FC236}">
                  <a16:creationId xmlns:a16="http://schemas.microsoft.com/office/drawing/2014/main" id="{29BFC966-919F-4B4A-BF3A-A6E86476A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099"/>
              <a:ext cx="27" cy="21"/>
            </a:xfrm>
            <a:custGeom>
              <a:avLst/>
              <a:gdLst>
                <a:gd name="T0" fmla="*/ 29 w 11"/>
                <a:gd name="T1" fmla="*/ 123 h 8"/>
                <a:gd name="T2" fmla="*/ 162 w 11"/>
                <a:gd name="T3" fmla="*/ 55 h 8"/>
                <a:gd name="T4" fmla="*/ 0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2" y="7"/>
                  </a:moveTo>
                  <a:cubicBezTo>
                    <a:pt x="5" y="8"/>
                    <a:pt x="9" y="7"/>
                    <a:pt x="11" y="3"/>
                  </a:cubicBezTo>
                  <a:cubicBezTo>
                    <a:pt x="10" y="0"/>
                    <a:pt x="4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8" name="Freeform 751">
              <a:extLst>
                <a:ext uri="{FF2B5EF4-FFF2-40B4-BE49-F238E27FC236}">
                  <a16:creationId xmlns:a16="http://schemas.microsoft.com/office/drawing/2014/main" id="{28837268-7C9A-4A6B-9887-2EDB0E594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989"/>
              <a:ext cx="28" cy="24"/>
            </a:xfrm>
            <a:custGeom>
              <a:avLst/>
              <a:gdLst>
                <a:gd name="T0" fmla="*/ 33 w 11"/>
                <a:gd name="T1" fmla="*/ 171 h 9"/>
                <a:gd name="T2" fmla="*/ 0 w 11"/>
                <a:gd name="T3" fmla="*/ 35 h 9"/>
                <a:gd name="T4" fmla="*/ 181 w 11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9"/>
                  </a:moveTo>
                  <a:cubicBezTo>
                    <a:pt x="1" y="7"/>
                    <a:pt x="0" y="4"/>
                    <a:pt x="0" y="2"/>
                  </a:cubicBezTo>
                  <a:cubicBezTo>
                    <a:pt x="4" y="0"/>
                    <a:pt x="9" y="5"/>
                    <a:pt x="11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9" name="Freeform 752">
              <a:extLst>
                <a:ext uri="{FF2B5EF4-FFF2-40B4-BE49-F238E27FC236}">
                  <a16:creationId xmlns:a16="http://schemas.microsoft.com/office/drawing/2014/main" id="{AF918ABC-48AF-4D38-B33E-2FE43C45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883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0" name="Freeform 753">
              <a:extLst>
                <a:ext uri="{FF2B5EF4-FFF2-40B4-BE49-F238E27FC236}">
                  <a16:creationId xmlns:a16="http://schemas.microsoft.com/office/drawing/2014/main" id="{BC16FA14-8BF5-4F5C-A337-B204A37E0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752"/>
              <a:ext cx="45" cy="29"/>
            </a:xfrm>
            <a:custGeom>
              <a:avLst/>
              <a:gdLst>
                <a:gd name="T0" fmla="*/ 33 w 18"/>
                <a:gd name="T1" fmla="*/ 90 h 11"/>
                <a:gd name="T2" fmla="*/ 250 w 18"/>
                <a:gd name="T3" fmla="*/ 90 h 11"/>
                <a:gd name="T4" fmla="*/ 0 w 18"/>
                <a:gd name="T5" fmla="*/ 1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2" y="5"/>
                  </a:moveTo>
                  <a:cubicBezTo>
                    <a:pt x="4" y="4"/>
                    <a:pt x="15" y="0"/>
                    <a:pt x="16" y="5"/>
                  </a:cubicBezTo>
                  <a:cubicBezTo>
                    <a:pt x="18" y="11"/>
                    <a:pt x="3" y="11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1" name="Freeform 754">
              <a:extLst>
                <a:ext uri="{FF2B5EF4-FFF2-40B4-BE49-F238E27FC236}">
                  <a16:creationId xmlns:a16="http://schemas.microsoft.com/office/drawing/2014/main" id="{82E61AE0-BE19-4B8C-90D7-8C9292D00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768"/>
              <a:ext cx="27" cy="19"/>
            </a:xfrm>
            <a:custGeom>
              <a:avLst/>
              <a:gdLst>
                <a:gd name="T0" fmla="*/ 0 w 11"/>
                <a:gd name="T1" fmla="*/ 0 h 7"/>
                <a:gd name="T2" fmla="*/ 162 w 1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2" y="4"/>
                    <a:pt x="7" y="6"/>
                    <a:pt x="11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2" name="Freeform 755">
              <a:extLst>
                <a:ext uri="{FF2B5EF4-FFF2-40B4-BE49-F238E27FC236}">
                  <a16:creationId xmlns:a16="http://schemas.microsoft.com/office/drawing/2014/main" id="{5250C9BB-0483-4B96-A32E-BE09AB47F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739"/>
              <a:ext cx="2" cy="21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2"/>
                    <a:pt x="0" y="5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3" name="Freeform 756">
              <a:extLst>
                <a:ext uri="{FF2B5EF4-FFF2-40B4-BE49-F238E27FC236}">
                  <a16:creationId xmlns:a16="http://schemas.microsoft.com/office/drawing/2014/main" id="{E4930B97-45B2-4376-BA22-6BE187338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1653"/>
              <a:ext cx="7" cy="38"/>
            </a:xfrm>
            <a:custGeom>
              <a:avLst/>
              <a:gdLst>
                <a:gd name="T0" fmla="*/ 37 w 3"/>
                <a:gd name="T1" fmla="*/ 280 h 14"/>
                <a:gd name="T2" fmla="*/ 0 w 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14"/>
                  </a:moveTo>
                  <a:cubicBezTo>
                    <a:pt x="2" y="10"/>
                    <a:pt x="1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4" name="Freeform 757">
              <a:extLst>
                <a:ext uri="{FF2B5EF4-FFF2-40B4-BE49-F238E27FC236}">
                  <a16:creationId xmlns:a16="http://schemas.microsoft.com/office/drawing/2014/main" id="{ABA93066-5044-4003-8982-D6C143F3D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664"/>
              <a:ext cx="25" cy="32"/>
            </a:xfrm>
            <a:custGeom>
              <a:avLst/>
              <a:gdLst>
                <a:gd name="T0" fmla="*/ 20 w 10"/>
                <a:gd name="T1" fmla="*/ 21 h 12"/>
                <a:gd name="T2" fmla="*/ 83 w 10"/>
                <a:gd name="T3" fmla="*/ 205 h 12"/>
                <a:gd name="T4" fmla="*/ 113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" y="1"/>
                  </a:moveTo>
                  <a:cubicBezTo>
                    <a:pt x="1" y="5"/>
                    <a:pt x="0" y="12"/>
                    <a:pt x="5" y="11"/>
                  </a:cubicBezTo>
                  <a:cubicBezTo>
                    <a:pt x="10" y="11"/>
                    <a:pt x="7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5" name="Freeform 758">
              <a:extLst>
                <a:ext uri="{FF2B5EF4-FFF2-40B4-BE49-F238E27FC236}">
                  <a16:creationId xmlns:a16="http://schemas.microsoft.com/office/drawing/2014/main" id="{26644E4C-3D5F-4A57-88C1-A0E07E8C0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523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2"/>
                    <a:pt x="3" y="3"/>
                    <a:pt x="6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6" name="Freeform 759">
              <a:extLst>
                <a:ext uri="{FF2B5EF4-FFF2-40B4-BE49-F238E27FC236}">
                  <a16:creationId xmlns:a16="http://schemas.microsoft.com/office/drawing/2014/main" id="{44456EC4-B1B0-4E52-961D-587802239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541"/>
              <a:ext cx="5" cy="19"/>
            </a:xfrm>
            <a:custGeom>
              <a:avLst/>
              <a:gdLst>
                <a:gd name="T0" fmla="*/ 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7" name="Freeform 760">
              <a:extLst>
                <a:ext uri="{FF2B5EF4-FFF2-40B4-BE49-F238E27FC236}">
                  <a16:creationId xmlns:a16="http://schemas.microsoft.com/office/drawing/2014/main" id="{B53DCC34-578C-41E6-B28F-3C32A238E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469"/>
              <a:ext cx="5" cy="14"/>
            </a:xfrm>
            <a:custGeom>
              <a:avLst/>
              <a:gdLst>
                <a:gd name="T0" fmla="*/ 0 w 2"/>
                <a:gd name="T1" fmla="*/ 109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4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8" name="Freeform 761">
              <a:extLst>
                <a:ext uri="{FF2B5EF4-FFF2-40B4-BE49-F238E27FC236}">
                  <a16:creationId xmlns:a16="http://schemas.microsoft.com/office/drawing/2014/main" id="{66A5B79C-B6C0-464D-AB0B-091FA5D44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648"/>
              <a:ext cx="25" cy="8"/>
            </a:xfrm>
            <a:custGeom>
              <a:avLst/>
              <a:gdLst>
                <a:gd name="T0" fmla="*/ 0 w 10"/>
                <a:gd name="T1" fmla="*/ 0 h 3"/>
                <a:gd name="T2" fmla="*/ 158 w 10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3" y="3"/>
                    <a:pt x="7" y="3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9" name="Freeform 762">
              <a:extLst>
                <a:ext uri="{FF2B5EF4-FFF2-40B4-BE49-F238E27FC236}">
                  <a16:creationId xmlns:a16="http://schemas.microsoft.com/office/drawing/2014/main" id="{9D726E2E-30B3-4679-A189-A5947FDD5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709"/>
              <a:ext cx="25" cy="27"/>
            </a:xfrm>
            <a:custGeom>
              <a:avLst/>
              <a:gdLst>
                <a:gd name="T0" fmla="*/ 20 w 10"/>
                <a:gd name="T1" fmla="*/ 197 h 10"/>
                <a:gd name="T2" fmla="*/ 158 w 10"/>
                <a:gd name="T3" fmla="*/ 81 h 10"/>
                <a:gd name="T4" fmla="*/ 0 w 10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2" y="8"/>
                    <a:pt x="10" y="6"/>
                    <a:pt x="10" y="4"/>
                  </a:cubicBezTo>
                  <a:cubicBezTo>
                    <a:pt x="10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0" name="Freeform 763">
              <a:extLst>
                <a:ext uri="{FF2B5EF4-FFF2-40B4-BE49-F238E27FC236}">
                  <a16:creationId xmlns:a16="http://schemas.microsoft.com/office/drawing/2014/main" id="{40AEE830-67B0-43D8-9B6F-A8C0E72DA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659"/>
              <a:ext cx="3" cy="13"/>
            </a:xfrm>
            <a:custGeom>
              <a:avLst/>
              <a:gdLst>
                <a:gd name="T0" fmla="*/ 0 w 1"/>
                <a:gd name="T1" fmla="*/ 88 h 5"/>
                <a:gd name="T2" fmla="*/ 27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0" y="3"/>
                    <a:pt x="1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1" name="Freeform 764">
              <a:extLst>
                <a:ext uri="{FF2B5EF4-FFF2-40B4-BE49-F238E27FC236}">
                  <a16:creationId xmlns:a16="http://schemas.microsoft.com/office/drawing/2014/main" id="{CF472DFD-DBCA-413D-8DF1-7D6FC6679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443"/>
              <a:ext cx="23" cy="26"/>
            </a:xfrm>
            <a:custGeom>
              <a:avLst/>
              <a:gdLst>
                <a:gd name="T0" fmla="*/ 0 w 9"/>
                <a:gd name="T1" fmla="*/ 68 h 10"/>
                <a:gd name="T2" fmla="*/ 151 w 9"/>
                <a:gd name="T3" fmla="*/ 21 h 10"/>
                <a:gd name="T4" fmla="*/ 33 w 9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4"/>
                  </a:moveTo>
                  <a:cubicBezTo>
                    <a:pt x="2" y="2"/>
                    <a:pt x="6" y="0"/>
                    <a:pt x="9" y="1"/>
                  </a:cubicBezTo>
                  <a:cubicBezTo>
                    <a:pt x="9" y="6"/>
                    <a:pt x="5" y="8"/>
                    <a:pt x="2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2" name="Freeform 765">
              <a:extLst>
                <a:ext uri="{FF2B5EF4-FFF2-40B4-BE49-F238E27FC236}">
                  <a16:creationId xmlns:a16="http://schemas.microsoft.com/office/drawing/2014/main" id="{5C31DEA2-CDA3-46ED-92E9-8EFE3DCF1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056"/>
              <a:ext cx="17" cy="16"/>
            </a:xfrm>
            <a:custGeom>
              <a:avLst/>
              <a:gdLst>
                <a:gd name="T0" fmla="*/ 12 w 7"/>
                <a:gd name="T1" fmla="*/ 115 h 6"/>
                <a:gd name="T2" fmla="*/ 100 w 7"/>
                <a:gd name="T3" fmla="*/ 35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6"/>
                  </a:moveTo>
                  <a:cubicBezTo>
                    <a:pt x="3" y="6"/>
                    <a:pt x="7" y="5"/>
                    <a:pt x="7" y="2"/>
                  </a:cubicBezTo>
                  <a:cubicBezTo>
                    <a:pt x="5" y="0"/>
                    <a:pt x="1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3" name="Freeform 766">
              <a:extLst>
                <a:ext uri="{FF2B5EF4-FFF2-40B4-BE49-F238E27FC236}">
                  <a16:creationId xmlns:a16="http://schemas.microsoft.com/office/drawing/2014/main" id="{B0861F3F-0BC3-48E1-8850-7D936573D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909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4" name="Freeform 767">
              <a:extLst>
                <a:ext uri="{FF2B5EF4-FFF2-40B4-BE49-F238E27FC236}">
                  <a16:creationId xmlns:a16="http://schemas.microsoft.com/office/drawing/2014/main" id="{91F3CC7C-44F3-48B7-977E-D54263630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893"/>
              <a:ext cx="30" cy="24"/>
            </a:xfrm>
            <a:custGeom>
              <a:avLst/>
              <a:gdLst>
                <a:gd name="T0" fmla="*/ 63 w 12"/>
                <a:gd name="T1" fmla="*/ 171 h 9"/>
                <a:gd name="T2" fmla="*/ 188 w 12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4" y="9"/>
                  </a:moveTo>
                  <a:cubicBezTo>
                    <a:pt x="0" y="0"/>
                    <a:pt x="11" y="1"/>
                    <a:pt x="12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5" name="Freeform 768">
              <a:extLst>
                <a:ext uri="{FF2B5EF4-FFF2-40B4-BE49-F238E27FC236}">
                  <a16:creationId xmlns:a16="http://schemas.microsoft.com/office/drawing/2014/main" id="{56079C61-B1FA-499E-B213-36BC61933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101"/>
              <a:ext cx="12" cy="3"/>
            </a:xfrm>
            <a:custGeom>
              <a:avLst/>
              <a:gdLst>
                <a:gd name="T0" fmla="*/ 0 w 5"/>
                <a:gd name="T1" fmla="*/ 27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6" name="Freeform 769">
              <a:extLst>
                <a:ext uri="{FF2B5EF4-FFF2-40B4-BE49-F238E27FC236}">
                  <a16:creationId xmlns:a16="http://schemas.microsoft.com/office/drawing/2014/main" id="{5A2ECE5B-045F-417E-A619-A7953EEF3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661"/>
              <a:ext cx="3" cy="16"/>
            </a:xfrm>
            <a:custGeom>
              <a:avLst/>
              <a:gdLst>
                <a:gd name="T0" fmla="*/ 27 w 1"/>
                <a:gd name="T1" fmla="*/ 115 h 6"/>
                <a:gd name="T2" fmla="*/ 27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7" name="Freeform 770">
              <a:extLst>
                <a:ext uri="{FF2B5EF4-FFF2-40B4-BE49-F238E27FC236}">
                  <a16:creationId xmlns:a16="http://schemas.microsoft.com/office/drawing/2014/main" id="{5DAF75AE-B6B9-4535-84E1-AA5459C0D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619"/>
              <a:ext cx="28" cy="5"/>
            </a:xfrm>
            <a:custGeom>
              <a:avLst/>
              <a:gdLst>
                <a:gd name="T0" fmla="*/ 181 w 11"/>
                <a:gd name="T1" fmla="*/ 33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8" name="Freeform 771">
              <a:extLst>
                <a:ext uri="{FF2B5EF4-FFF2-40B4-BE49-F238E27FC236}">
                  <a16:creationId xmlns:a16="http://schemas.microsoft.com/office/drawing/2014/main" id="{47E4C4AC-15CD-41D3-B21F-CE145FFF0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725"/>
              <a:ext cx="35" cy="35"/>
            </a:xfrm>
            <a:custGeom>
              <a:avLst/>
              <a:gdLst>
                <a:gd name="T0" fmla="*/ 95 w 14"/>
                <a:gd name="T1" fmla="*/ 253 h 13"/>
                <a:gd name="T2" fmla="*/ 208 w 14"/>
                <a:gd name="T3" fmla="*/ 22 h 13"/>
                <a:gd name="T4" fmla="*/ 0 w 14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6" y="13"/>
                  </a:moveTo>
                  <a:cubicBezTo>
                    <a:pt x="11" y="11"/>
                    <a:pt x="14" y="6"/>
                    <a:pt x="13" y="1"/>
                  </a:cubicBezTo>
                  <a:cubicBezTo>
                    <a:pt x="8" y="0"/>
                    <a:pt x="4" y="1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9" name="Freeform 772">
              <a:extLst>
                <a:ext uri="{FF2B5EF4-FFF2-40B4-BE49-F238E27FC236}">
                  <a16:creationId xmlns:a16="http://schemas.microsoft.com/office/drawing/2014/main" id="{55191A8C-9347-4974-9A00-A1D32B9F2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048"/>
              <a:ext cx="7" cy="16"/>
            </a:xfrm>
            <a:custGeom>
              <a:avLst/>
              <a:gdLst>
                <a:gd name="T0" fmla="*/ 37 w 3"/>
                <a:gd name="T1" fmla="*/ 115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0" name="Freeform 773">
              <a:extLst>
                <a:ext uri="{FF2B5EF4-FFF2-40B4-BE49-F238E27FC236}">
                  <a16:creationId xmlns:a16="http://schemas.microsoft.com/office/drawing/2014/main" id="{C5578B5D-21CE-43AA-8564-93F60C99C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011"/>
              <a:ext cx="3" cy="13"/>
            </a:xfrm>
            <a:custGeom>
              <a:avLst/>
              <a:gdLst>
                <a:gd name="T0" fmla="*/ 27 w 1"/>
                <a:gd name="T1" fmla="*/ 88 h 5"/>
                <a:gd name="T2" fmla="*/ 27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3251" name="Inferior-view-of-human-brain">
            <a:extLst>
              <a:ext uri="{FF2B5EF4-FFF2-40B4-BE49-F238E27FC236}">
                <a16:creationId xmlns:a16="http://schemas.microsoft.com/office/drawing/2014/main" id="{2D21B960-76D3-43DF-83D4-755AC4DF5EB3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1765300"/>
            <a:ext cx="2782888" cy="3568700"/>
            <a:chOff x="3441" y="1037"/>
            <a:chExt cx="1753" cy="2248"/>
          </a:xfrm>
        </p:grpSpPr>
        <p:grpSp>
          <p:nvGrpSpPr>
            <p:cNvPr id="53252" name="Group 975">
              <a:extLst>
                <a:ext uri="{FF2B5EF4-FFF2-40B4-BE49-F238E27FC236}">
                  <a16:creationId xmlns:a16="http://schemas.microsoft.com/office/drawing/2014/main" id="{B6F77F6A-0E8B-474C-AA90-716084EA65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1" y="1037"/>
              <a:ext cx="1753" cy="2248"/>
              <a:chOff x="3441" y="1037"/>
              <a:chExt cx="1753" cy="2248"/>
            </a:xfrm>
          </p:grpSpPr>
          <p:sp>
            <p:nvSpPr>
              <p:cNvPr id="53400" name="Freeform 775">
                <a:extLst>
                  <a:ext uri="{FF2B5EF4-FFF2-40B4-BE49-F238E27FC236}">
                    <a16:creationId xmlns:a16="http://schemas.microsoft.com/office/drawing/2014/main" id="{93735407-F5E0-478C-9AEB-2876737D5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037"/>
                <a:ext cx="1753" cy="2248"/>
              </a:xfrm>
              <a:custGeom>
                <a:avLst/>
                <a:gdLst>
                  <a:gd name="T0" fmla="*/ 5379 w 701"/>
                  <a:gd name="T1" fmla="*/ 14528 h 843"/>
                  <a:gd name="T2" fmla="*/ 5317 w 701"/>
                  <a:gd name="T3" fmla="*/ 15040 h 843"/>
                  <a:gd name="T4" fmla="*/ 5066 w 701"/>
                  <a:gd name="T5" fmla="*/ 15680 h 843"/>
                  <a:gd name="T6" fmla="*/ 3864 w 701"/>
                  <a:gd name="T7" fmla="*/ 15587 h 843"/>
                  <a:gd name="T8" fmla="*/ 2938 w 701"/>
                  <a:gd name="T9" fmla="*/ 14813 h 843"/>
                  <a:gd name="T10" fmla="*/ 1563 w 701"/>
                  <a:gd name="T11" fmla="*/ 14131 h 843"/>
                  <a:gd name="T12" fmla="*/ 750 w 701"/>
                  <a:gd name="T13" fmla="*/ 12651 h 843"/>
                  <a:gd name="T14" fmla="*/ 533 w 701"/>
                  <a:gd name="T15" fmla="*/ 12536 h 843"/>
                  <a:gd name="T16" fmla="*/ 125 w 701"/>
                  <a:gd name="T17" fmla="*/ 10013 h 843"/>
                  <a:gd name="T18" fmla="*/ 238 w 701"/>
                  <a:gd name="T19" fmla="*/ 8853 h 843"/>
                  <a:gd name="T20" fmla="*/ 283 w 701"/>
                  <a:gd name="T21" fmla="*/ 7488 h 843"/>
                  <a:gd name="T22" fmla="*/ 533 w 701"/>
                  <a:gd name="T23" fmla="*/ 6293 h 843"/>
                  <a:gd name="T24" fmla="*/ 783 w 701"/>
                  <a:gd name="T25" fmla="*/ 4573 h 843"/>
                  <a:gd name="T26" fmla="*/ 1833 w 701"/>
                  <a:gd name="T27" fmla="*/ 2539 h 843"/>
                  <a:gd name="T28" fmla="*/ 2563 w 701"/>
                  <a:gd name="T29" fmla="*/ 1288 h 843"/>
                  <a:gd name="T30" fmla="*/ 3771 w 701"/>
                  <a:gd name="T31" fmla="*/ 533 h 843"/>
                  <a:gd name="T32" fmla="*/ 5116 w 701"/>
                  <a:gd name="T33" fmla="*/ 264 h 843"/>
                  <a:gd name="T34" fmla="*/ 5367 w 701"/>
                  <a:gd name="T35" fmla="*/ 1331 h 843"/>
                  <a:gd name="T36" fmla="*/ 5772 w 701"/>
                  <a:gd name="T37" fmla="*/ 307 h 843"/>
                  <a:gd name="T38" fmla="*/ 7067 w 701"/>
                  <a:gd name="T39" fmla="*/ 605 h 843"/>
                  <a:gd name="T40" fmla="*/ 8192 w 701"/>
                  <a:gd name="T41" fmla="*/ 1080 h 843"/>
                  <a:gd name="T42" fmla="*/ 8710 w 701"/>
                  <a:gd name="T43" fmla="*/ 1536 h 843"/>
                  <a:gd name="T44" fmla="*/ 9255 w 701"/>
                  <a:gd name="T45" fmla="*/ 2752 h 843"/>
                  <a:gd name="T46" fmla="*/ 9680 w 701"/>
                  <a:gd name="T47" fmla="*/ 3469 h 843"/>
                  <a:gd name="T48" fmla="*/ 9963 w 701"/>
                  <a:gd name="T49" fmla="*/ 4323 h 843"/>
                  <a:gd name="T50" fmla="*/ 9963 w 701"/>
                  <a:gd name="T51" fmla="*/ 4856 h 843"/>
                  <a:gd name="T52" fmla="*/ 10150 w 701"/>
                  <a:gd name="T53" fmla="*/ 5213 h 843"/>
                  <a:gd name="T54" fmla="*/ 10318 w 701"/>
                  <a:gd name="T55" fmla="*/ 5747 h 843"/>
                  <a:gd name="T56" fmla="*/ 10681 w 701"/>
                  <a:gd name="T57" fmla="*/ 7488 h 843"/>
                  <a:gd name="T58" fmla="*/ 10726 w 701"/>
                  <a:gd name="T59" fmla="*/ 8853 h 843"/>
                  <a:gd name="T60" fmla="*/ 10838 w 701"/>
                  <a:gd name="T61" fmla="*/ 10013 h 843"/>
                  <a:gd name="T62" fmla="*/ 10318 w 701"/>
                  <a:gd name="T63" fmla="*/ 12459 h 843"/>
                  <a:gd name="T64" fmla="*/ 10100 w 701"/>
                  <a:gd name="T65" fmla="*/ 12608 h 843"/>
                  <a:gd name="T66" fmla="*/ 9193 w 701"/>
                  <a:gd name="T67" fmla="*/ 14109 h 843"/>
                  <a:gd name="T68" fmla="*/ 8430 w 701"/>
                  <a:gd name="T69" fmla="*/ 14677 h 843"/>
                  <a:gd name="T70" fmla="*/ 8192 w 701"/>
                  <a:gd name="T71" fmla="*/ 14997 h 843"/>
                  <a:gd name="T72" fmla="*/ 7097 w 701"/>
                  <a:gd name="T73" fmla="*/ 15587 h 843"/>
                  <a:gd name="T74" fmla="*/ 5647 w 701"/>
                  <a:gd name="T75" fmla="*/ 15645 h 843"/>
                  <a:gd name="T76" fmla="*/ 5442 w 701"/>
                  <a:gd name="T77" fmla="*/ 14941 h 843"/>
                  <a:gd name="T78" fmla="*/ 5379 w 701"/>
                  <a:gd name="T79" fmla="*/ 14528 h 84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01" h="843">
                    <a:moveTo>
                      <a:pt x="344" y="766"/>
                    </a:moveTo>
                    <a:cubicBezTo>
                      <a:pt x="344" y="766"/>
                      <a:pt x="344" y="778"/>
                      <a:pt x="340" y="793"/>
                    </a:cubicBezTo>
                    <a:cubicBezTo>
                      <a:pt x="337" y="807"/>
                      <a:pt x="346" y="811"/>
                      <a:pt x="324" y="827"/>
                    </a:cubicBezTo>
                    <a:cubicBezTo>
                      <a:pt x="301" y="843"/>
                      <a:pt x="273" y="825"/>
                      <a:pt x="247" y="822"/>
                    </a:cubicBezTo>
                    <a:cubicBezTo>
                      <a:pt x="221" y="819"/>
                      <a:pt x="191" y="801"/>
                      <a:pt x="188" y="781"/>
                    </a:cubicBezTo>
                    <a:cubicBezTo>
                      <a:pt x="180" y="787"/>
                      <a:pt x="140" y="771"/>
                      <a:pt x="100" y="745"/>
                    </a:cubicBezTo>
                    <a:cubicBezTo>
                      <a:pt x="74" y="726"/>
                      <a:pt x="44" y="694"/>
                      <a:pt x="48" y="667"/>
                    </a:cubicBezTo>
                    <a:cubicBezTo>
                      <a:pt x="48" y="667"/>
                      <a:pt x="50" y="673"/>
                      <a:pt x="34" y="661"/>
                    </a:cubicBezTo>
                    <a:cubicBezTo>
                      <a:pt x="18" y="648"/>
                      <a:pt x="10" y="566"/>
                      <a:pt x="8" y="528"/>
                    </a:cubicBezTo>
                    <a:cubicBezTo>
                      <a:pt x="7" y="489"/>
                      <a:pt x="7" y="470"/>
                      <a:pt x="15" y="467"/>
                    </a:cubicBezTo>
                    <a:cubicBezTo>
                      <a:pt x="0" y="456"/>
                      <a:pt x="16" y="425"/>
                      <a:pt x="18" y="395"/>
                    </a:cubicBezTo>
                    <a:cubicBezTo>
                      <a:pt x="20" y="364"/>
                      <a:pt x="18" y="342"/>
                      <a:pt x="34" y="332"/>
                    </a:cubicBezTo>
                    <a:cubicBezTo>
                      <a:pt x="28" y="323"/>
                      <a:pt x="40" y="283"/>
                      <a:pt x="50" y="241"/>
                    </a:cubicBezTo>
                    <a:cubicBezTo>
                      <a:pt x="60" y="200"/>
                      <a:pt x="92" y="137"/>
                      <a:pt x="117" y="134"/>
                    </a:cubicBezTo>
                    <a:cubicBezTo>
                      <a:pt x="114" y="118"/>
                      <a:pt x="146" y="67"/>
                      <a:pt x="164" y="68"/>
                    </a:cubicBezTo>
                    <a:cubicBezTo>
                      <a:pt x="170" y="57"/>
                      <a:pt x="221" y="30"/>
                      <a:pt x="241" y="28"/>
                    </a:cubicBezTo>
                    <a:cubicBezTo>
                      <a:pt x="250" y="14"/>
                      <a:pt x="289" y="0"/>
                      <a:pt x="327" y="14"/>
                    </a:cubicBezTo>
                    <a:cubicBezTo>
                      <a:pt x="340" y="19"/>
                      <a:pt x="342" y="33"/>
                      <a:pt x="343" y="70"/>
                    </a:cubicBezTo>
                    <a:cubicBezTo>
                      <a:pt x="340" y="29"/>
                      <a:pt x="356" y="21"/>
                      <a:pt x="369" y="16"/>
                    </a:cubicBezTo>
                    <a:cubicBezTo>
                      <a:pt x="407" y="2"/>
                      <a:pt x="434" y="16"/>
                      <a:pt x="452" y="32"/>
                    </a:cubicBezTo>
                    <a:cubicBezTo>
                      <a:pt x="466" y="28"/>
                      <a:pt x="503" y="44"/>
                      <a:pt x="524" y="57"/>
                    </a:cubicBezTo>
                    <a:cubicBezTo>
                      <a:pt x="531" y="61"/>
                      <a:pt x="550" y="73"/>
                      <a:pt x="557" y="81"/>
                    </a:cubicBezTo>
                    <a:cubicBezTo>
                      <a:pt x="568" y="92"/>
                      <a:pt x="584" y="124"/>
                      <a:pt x="592" y="145"/>
                    </a:cubicBezTo>
                    <a:cubicBezTo>
                      <a:pt x="595" y="154"/>
                      <a:pt x="611" y="174"/>
                      <a:pt x="619" y="183"/>
                    </a:cubicBezTo>
                    <a:cubicBezTo>
                      <a:pt x="627" y="193"/>
                      <a:pt x="633" y="210"/>
                      <a:pt x="637" y="228"/>
                    </a:cubicBezTo>
                    <a:cubicBezTo>
                      <a:pt x="640" y="237"/>
                      <a:pt x="637" y="256"/>
                      <a:pt x="637" y="256"/>
                    </a:cubicBezTo>
                    <a:cubicBezTo>
                      <a:pt x="637" y="256"/>
                      <a:pt x="647" y="269"/>
                      <a:pt x="649" y="275"/>
                    </a:cubicBezTo>
                    <a:cubicBezTo>
                      <a:pt x="653" y="286"/>
                      <a:pt x="657" y="295"/>
                      <a:pt x="660" y="303"/>
                    </a:cubicBezTo>
                    <a:cubicBezTo>
                      <a:pt x="666" y="317"/>
                      <a:pt x="681" y="364"/>
                      <a:pt x="683" y="395"/>
                    </a:cubicBezTo>
                    <a:cubicBezTo>
                      <a:pt x="685" y="425"/>
                      <a:pt x="701" y="456"/>
                      <a:pt x="686" y="467"/>
                    </a:cubicBezTo>
                    <a:cubicBezTo>
                      <a:pt x="694" y="470"/>
                      <a:pt x="694" y="489"/>
                      <a:pt x="693" y="528"/>
                    </a:cubicBezTo>
                    <a:cubicBezTo>
                      <a:pt x="691" y="544"/>
                      <a:pt x="674" y="640"/>
                      <a:pt x="660" y="657"/>
                    </a:cubicBezTo>
                    <a:cubicBezTo>
                      <a:pt x="655" y="664"/>
                      <a:pt x="646" y="665"/>
                      <a:pt x="646" y="665"/>
                    </a:cubicBezTo>
                    <a:cubicBezTo>
                      <a:pt x="650" y="674"/>
                      <a:pt x="628" y="714"/>
                      <a:pt x="588" y="744"/>
                    </a:cubicBezTo>
                    <a:cubicBezTo>
                      <a:pt x="568" y="757"/>
                      <a:pt x="550" y="778"/>
                      <a:pt x="539" y="774"/>
                    </a:cubicBezTo>
                    <a:cubicBezTo>
                      <a:pt x="535" y="776"/>
                      <a:pt x="534" y="784"/>
                      <a:pt x="524" y="791"/>
                    </a:cubicBezTo>
                    <a:cubicBezTo>
                      <a:pt x="505" y="804"/>
                      <a:pt x="471" y="820"/>
                      <a:pt x="454" y="822"/>
                    </a:cubicBezTo>
                    <a:cubicBezTo>
                      <a:pt x="429" y="825"/>
                      <a:pt x="403" y="842"/>
                      <a:pt x="361" y="825"/>
                    </a:cubicBezTo>
                    <a:cubicBezTo>
                      <a:pt x="348" y="819"/>
                      <a:pt x="352" y="802"/>
                      <a:pt x="348" y="788"/>
                    </a:cubicBezTo>
                    <a:cubicBezTo>
                      <a:pt x="345" y="773"/>
                      <a:pt x="344" y="766"/>
                      <a:pt x="344" y="766"/>
                    </a:cubicBezTo>
                    <a:close/>
                  </a:path>
                </a:pathLst>
              </a:custGeom>
              <a:solidFill>
                <a:srgbClr val="E8E4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1" name="Freeform 776">
                <a:extLst>
                  <a:ext uri="{FF2B5EF4-FFF2-40B4-BE49-F238E27FC236}">
                    <a16:creationId xmlns:a16="http://schemas.microsoft.com/office/drawing/2014/main" id="{BBE49711-CFD1-4A77-854B-BD7D08566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1531"/>
                <a:ext cx="193" cy="274"/>
              </a:xfrm>
              <a:custGeom>
                <a:avLst/>
                <a:gdLst>
                  <a:gd name="T0" fmla="*/ 33 w 77"/>
                  <a:gd name="T1" fmla="*/ 0 h 103"/>
                  <a:gd name="T2" fmla="*/ 376 w 77"/>
                  <a:gd name="T3" fmla="*/ 920 h 103"/>
                  <a:gd name="T4" fmla="*/ 1163 w 77"/>
                  <a:gd name="T5" fmla="*/ 362 h 103"/>
                  <a:gd name="T6" fmla="*/ 426 w 77"/>
                  <a:gd name="T7" fmla="*/ 1564 h 103"/>
                  <a:gd name="T8" fmla="*/ 238 w 77"/>
                  <a:gd name="T9" fmla="*/ 1918 h 103"/>
                  <a:gd name="T10" fmla="*/ 0 w 77"/>
                  <a:gd name="T11" fmla="*/ 865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03">
                    <a:moveTo>
                      <a:pt x="2" y="0"/>
                    </a:moveTo>
                    <a:cubicBezTo>
                      <a:pt x="11" y="14"/>
                      <a:pt x="6" y="38"/>
                      <a:pt x="24" y="49"/>
                    </a:cubicBezTo>
                    <a:cubicBezTo>
                      <a:pt x="35" y="56"/>
                      <a:pt x="69" y="32"/>
                      <a:pt x="74" y="19"/>
                    </a:cubicBezTo>
                    <a:cubicBezTo>
                      <a:pt x="77" y="35"/>
                      <a:pt x="35" y="72"/>
                      <a:pt x="27" y="83"/>
                    </a:cubicBezTo>
                    <a:cubicBezTo>
                      <a:pt x="24" y="87"/>
                      <a:pt x="20" y="102"/>
                      <a:pt x="15" y="102"/>
                    </a:cubicBezTo>
                    <a:cubicBezTo>
                      <a:pt x="6" y="103"/>
                      <a:pt x="2" y="53"/>
                      <a:pt x="0" y="4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2" name="Freeform 777">
                <a:extLst>
                  <a:ext uri="{FF2B5EF4-FFF2-40B4-BE49-F238E27FC236}">
                    <a16:creationId xmlns:a16="http://schemas.microsoft.com/office/drawing/2014/main" id="{992FDBAF-105C-4D83-8839-BB46495C4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149"/>
                <a:ext cx="115" cy="704"/>
              </a:xfrm>
              <a:custGeom>
                <a:avLst/>
                <a:gdLst>
                  <a:gd name="T0" fmla="*/ 300 w 46"/>
                  <a:gd name="T1" fmla="*/ 0 h 264"/>
                  <a:gd name="T2" fmla="*/ 313 w 46"/>
                  <a:gd name="T3" fmla="*/ 875 h 264"/>
                  <a:gd name="T4" fmla="*/ 425 w 46"/>
                  <a:gd name="T5" fmla="*/ 1899 h 264"/>
                  <a:gd name="T6" fmla="*/ 270 w 46"/>
                  <a:gd name="T7" fmla="*/ 4232 h 264"/>
                  <a:gd name="T8" fmla="*/ 113 w 46"/>
                  <a:gd name="T9" fmla="*/ 4744 h 264"/>
                  <a:gd name="T10" fmla="*/ 458 w 46"/>
                  <a:gd name="T11" fmla="*/ 4701 h 264"/>
                  <a:gd name="T12" fmla="*/ 645 w 46"/>
                  <a:gd name="T13" fmla="*/ 3264 h 264"/>
                  <a:gd name="T14" fmla="*/ 470 w 46"/>
                  <a:gd name="T15" fmla="*/ 683 h 2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264">
                    <a:moveTo>
                      <a:pt x="19" y="0"/>
                    </a:moveTo>
                    <a:cubicBezTo>
                      <a:pt x="0" y="2"/>
                      <a:pt x="17" y="36"/>
                      <a:pt x="20" y="46"/>
                    </a:cubicBezTo>
                    <a:cubicBezTo>
                      <a:pt x="25" y="63"/>
                      <a:pt x="26" y="83"/>
                      <a:pt x="27" y="100"/>
                    </a:cubicBezTo>
                    <a:cubicBezTo>
                      <a:pt x="29" y="141"/>
                      <a:pt x="28" y="184"/>
                      <a:pt x="17" y="223"/>
                    </a:cubicBezTo>
                    <a:cubicBezTo>
                      <a:pt x="15" y="231"/>
                      <a:pt x="6" y="243"/>
                      <a:pt x="7" y="250"/>
                    </a:cubicBezTo>
                    <a:cubicBezTo>
                      <a:pt x="7" y="264"/>
                      <a:pt x="23" y="258"/>
                      <a:pt x="29" y="248"/>
                    </a:cubicBezTo>
                    <a:cubicBezTo>
                      <a:pt x="42" y="227"/>
                      <a:pt x="38" y="196"/>
                      <a:pt x="41" y="172"/>
                    </a:cubicBezTo>
                    <a:cubicBezTo>
                      <a:pt x="46" y="125"/>
                      <a:pt x="36" y="82"/>
                      <a:pt x="30" y="3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3" name="Freeform 778">
                <a:extLst>
                  <a:ext uri="{FF2B5EF4-FFF2-40B4-BE49-F238E27FC236}">
                    <a16:creationId xmlns:a16="http://schemas.microsoft.com/office/drawing/2014/main" id="{C8ECBC5E-ADDB-4937-914A-35DD48F7D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733"/>
                <a:ext cx="115" cy="107"/>
              </a:xfrm>
              <a:custGeom>
                <a:avLst/>
                <a:gdLst>
                  <a:gd name="T0" fmla="*/ 50 w 46"/>
                  <a:gd name="T1" fmla="*/ 193 h 40"/>
                  <a:gd name="T2" fmla="*/ 33 w 46"/>
                  <a:gd name="T3" fmla="*/ 401 h 40"/>
                  <a:gd name="T4" fmla="*/ 33 w 46"/>
                  <a:gd name="T5" fmla="*/ 709 h 40"/>
                  <a:gd name="T6" fmla="*/ 488 w 46"/>
                  <a:gd name="T7" fmla="*/ 650 h 40"/>
                  <a:gd name="T8" fmla="*/ 688 w 46"/>
                  <a:gd name="T9" fmla="*/ 0 h 40"/>
                  <a:gd name="T10" fmla="*/ 563 w 46"/>
                  <a:gd name="T11" fmla="*/ 308 h 40"/>
                  <a:gd name="T12" fmla="*/ 363 w 46"/>
                  <a:gd name="T13" fmla="*/ 286 h 40"/>
                  <a:gd name="T14" fmla="*/ 158 w 46"/>
                  <a:gd name="T15" fmla="*/ 265 h 40"/>
                  <a:gd name="T16" fmla="*/ 83 w 46"/>
                  <a:gd name="T17" fmla="*/ 265 h 40"/>
                  <a:gd name="T18" fmla="*/ 33 w 46"/>
                  <a:gd name="T19" fmla="*/ 171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40">
                    <a:moveTo>
                      <a:pt x="3" y="10"/>
                    </a:moveTo>
                    <a:cubicBezTo>
                      <a:pt x="3" y="13"/>
                      <a:pt x="2" y="17"/>
                      <a:pt x="2" y="21"/>
                    </a:cubicBezTo>
                    <a:cubicBezTo>
                      <a:pt x="2" y="25"/>
                      <a:pt x="0" y="33"/>
                      <a:pt x="2" y="37"/>
                    </a:cubicBezTo>
                    <a:cubicBezTo>
                      <a:pt x="11" y="32"/>
                      <a:pt x="22" y="40"/>
                      <a:pt x="31" y="34"/>
                    </a:cubicBezTo>
                    <a:cubicBezTo>
                      <a:pt x="41" y="27"/>
                      <a:pt x="46" y="12"/>
                      <a:pt x="44" y="0"/>
                    </a:cubicBezTo>
                    <a:cubicBezTo>
                      <a:pt x="41" y="5"/>
                      <a:pt x="40" y="13"/>
                      <a:pt x="36" y="16"/>
                    </a:cubicBezTo>
                    <a:cubicBezTo>
                      <a:pt x="31" y="19"/>
                      <a:pt x="27" y="17"/>
                      <a:pt x="23" y="15"/>
                    </a:cubicBezTo>
                    <a:cubicBezTo>
                      <a:pt x="19" y="14"/>
                      <a:pt x="14" y="13"/>
                      <a:pt x="10" y="14"/>
                    </a:cubicBezTo>
                    <a:cubicBezTo>
                      <a:pt x="8" y="14"/>
                      <a:pt x="7" y="15"/>
                      <a:pt x="5" y="14"/>
                    </a:cubicBezTo>
                    <a:cubicBezTo>
                      <a:pt x="4" y="14"/>
                      <a:pt x="3" y="11"/>
                      <a:pt x="2" y="9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4" name="Freeform 779">
                <a:extLst>
                  <a:ext uri="{FF2B5EF4-FFF2-40B4-BE49-F238E27FC236}">
                    <a16:creationId xmlns:a16="http://schemas.microsoft.com/office/drawing/2014/main" id="{DEB4DE94-C035-4C91-A960-E70B9B69A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112"/>
                <a:ext cx="112" cy="720"/>
              </a:xfrm>
              <a:custGeom>
                <a:avLst/>
                <a:gdLst>
                  <a:gd name="T0" fmla="*/ 508 w 45"/>
                  <a:gd name="T1" fmla="*/ 0 h 270"/>
                  <a:gd name="T2" fmla="*/ 600 w 45"/>
                  <a:gd name="T3" fmla="*/ 1480 h 270"/>
                  <a:gd name="T4" fmla="*/ 632 w 45"/>
                  <a:gd name="T5" fmla="*/ 2765 h 270"/>
                  <a:gd name="T6" fmla="*/ 682 w 45"/>
                  <a:gd name="T7" fmla="*/ 4152 h 270"/>
                  <a:gd name="T8" fmla="*/ 540 w 45"/>
                  <a:gd name="T9" fmla="*/ 5099 h 270"/>
                  <a:gd name="T10" fmla="*/ 291 w 45"/>
                  <a:gd name="T11" fmla="*/ 5005 h 270"/>
                  <a:gd name="T12" fmla="*/ 0 w 45"/>
                  <a:gd name="T13" fmla="*/ 4459 h 270"/>
                  <a:gd name="T14" fmla="*/ 309 w 45"/>
                  <a:gd name="T15" fmla="*/ 4152 h 270"/>
                  <a:gd name="T16" fmla="*/ 433 w 45"/>
                  <a:gd name="T17" fmla="*/ 2504 h 270"/>
                  <a:gd name="T18" fmla="*/ 508 w 45"/>
                  <a:gd name="T19" fmla="*/ 0 h 2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270">
                    <a:moveTo>
                      <a:pt x="33" y="0"/>
                    </a:moveTo>
                    <a:cubicBezTo>
                      <a:pt x="39" y="23"/>
                      <a:pt x="37" y="51"/>
                      <a:pt x="39" y="78"/>
                    </a:cubicBezTo>
                    <a:cubicBezTo>
                      <a:pt x="40" y="104"/>
                      <a:pt x="43" y="123"/>
                      <a:pt x="41" y="146"/>
                    </a:cubicBezTo>
                    <a:cubicBezTo>
                      <a:pt x="39" y="168"/>
                      <a:pt x="42" y="197"/>
                      <a:pt x="44" y="219"/>
                    </a:cubicBezTo>
                    <a:cubicBezTo>
                      <a:pt x="45" y="240"/>
                      <a:pt x="41" y="267"/>
                      <a:pt x="35" y="269"/>
                    </a:cubicBezTo>
                    <a:cubicBezTo>
                      <a:pt x="29" y="270"/>
                      <a:pt x="23" y="264"/>
                      <a:pt x="19" y="264"/>
                    </a:cubicBezTo>
                    <a:cubicBezTo>
                      <a:pt x="15" y="264"/>
                      <a:pt x="0" y="235"/>
                      <a:pt x="0" y="235"/>
                    </a:cubicBezTo>
                    <a:cubicBezTo>
                      <a:pt x="0" y="235"/>
                      <a:pt x="10" y="232"/>
                      <a:pt x="20" y="219"/>
                    </a:cubicBezTo>
                    <a:cubicBezTo>
                      <a:pt x="29" y="206"/>
                      <a:pt x="26" y="151"/>
                      <a:pt x="28" y="132"/>
                    </a:cubicBezTo>
                    <a:cubicBezTo>
                      <a:pt x="29" y="112"/>
                      <a:pt x="39" y="12"/>
                      <a:pt x="33" y="0"/>
                    </a:cubicBezTo>
                    <a:close/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5" name="Freeform 780">
                <a:extLst>
                  <a:ext uri="{FF2B5EF4-FFF2-40B4-BE49-F238E27FC236}">
                    <a16:creationId xmlns:a16="http://schemas.microsoft.com/office/drawing/2014/main" id="{BF00A692-6A5D-454A-B327-25ABB6D7B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141"/>
                <a:ext cx="103" cy="707"/>
              </a:xfrm>
              <a:custGeom>
                <a:avLst/>
                <a:gdLst>
                  <a:gd name="T0" fmla="*/ 472 w 41"/>
                  <a:gd name="T1" fmla="*/ 0 h 265"/>
                  <a:gd name="T2" fmla="*/ 525 w 41"/>
                  <a:gd name="T3" fmla="*/ 648 h 265"/>
                  <a:gd name="T4" fmla="*/ 304 w 41"/>
                  <a:gd name="T5" fmla="*/ 2049 h 265"/>
                  <a:gd name="T6" fmla="*/ 334 w 41"/>
                  <a:gd name="T7" fmla="*/ 4101 h 265"/>
                  <a:gd name="T8" fmla="*/ 492 w 41"/>
                  <a:gd name="T9" fmla="*/ 4997 h 265"/>
                  <a:gd name="T10" fmla="*/ 317 w 41"/>
                  <a:gd name="T11" fmla="*/ 5032 h 265"/>
                  <a:gd name="T12" fmla="*/ 0 w 41"/>
                  <a:gd name="T13" fmla="*/ 4255 h 265"/>
                  <a:gd name="T14" fmla="*/ 113 w 41"/>
                  <a:gd name="T15" fmla="*/ 1916 h 265"/>
                  <a:gd name="T16" fmla="*/ 397 w 41"/>
                  <a:gd name="T17" fmla="*/ 456 h 2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65">
                    <a:moveTo>
                      <a:pt x="30" y="0"/>
                    </a:moveTo>
                    <a:cubicBezTo>
                      <a:pt x="41" y="3"/>
                      <a:pt x="38" y="19"/>
                      <a:pt x="33" y="34"/>
                    </a:cubicBezTo>
                    <a:cubicBezTo>
                      <a:pt x="28" y="49"/>
                      <a:pt x="20" y="81"/>
                      <a:pt x="19" y="108"/>
                    </a:cubicBezTo>
                    <a:cubicBezTo>
                      <a:pt x="18" y="136"/>
                      <a:pt x="15" y="193"/>
                      <a:pt x="21" y="216"/>
                    </a:cubicBezTo>
                    <a:cubicBezTo>
                      <a:pt x="27" y="239"/>
                      <a:pt x="31" y="263"/>
                      <a:pt x="31" y="263"/>
                    </a:cubicBezTo>
                    <a:cubicBezTo>
                      <a:pt x="20" y="265"/>
                      <a:pt x="20" y="265"/>
                      <a:pt x="20" y="265"/>
                    </a:cubicBezTo>
                    <a:cubicBezTo>
                      <a:pt x="0" y="224"/>
                      <a:pt x="0" y="224"/>
                      <a:pt x="0" y="224"/>
                    </a:cubicBezTo>
                    <a:cubicBezTo>
                      <a:pt x="7" y="101"/>
                      <a:pt x="7" y="101"/>
                      <a:pt x="7" y="101"/>
                    </a:cubicBezTo>
                    <a:cubicBezTo>
                      <a:pt x="25" y="24"/>
                      <a:pt x="25" y="24"/>
                      <a:pt x="25" y="2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6" name="Freeform 781">
                <a:extLst>
                  <a:ext uri="{FF2B5EF4-FFF2-40B4-BE49-F238E27FC236}">
                    <a16:creationId xmlns:a16="http://schemas.microsoft.com/office/drawing/2014/main" id="{CEECCD5E-6579-4A01-9A3F-CAD115EA1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723"/>
                <a:ext cx="112" cy="109"/>
              </a:xfrm>
              <a:custGeom>
                <a:avLst/>
                <a:gdLst>
                  <a:gd name="T0" fmla="*/ 30 w 45"/>
                  <a:gd name="T1" fmla="*/ 136 h 41"/>
                  <a:gd name="T2" fmla="*/ 92 w 45"/>
                  <a:gd name="T3" fmla="*/ 409 h 41"/>
                  <a:gd name="T4" fmla="*/ 199 w 45"/>
                  <a:gd name="T5" fmla="*/ 657 h 41"/>
                  <a:gd name="T6" fmla="*/ 199 w 45"/>
                  <a:gd name="T7" fmla="*/ 635 h 41"/>
                  <a:gd name="T8" fmla="*/ 446 w 45"/>
                  <a:gd name="T9" fmla="*/ 678 h 41"/>
                  <a:gd name="T10" fmla="*/ 682 w 45"/>
                  <a:gd name="T11" fmla="*/ 734 h 41"/>
                  <a:gd name="T12" fmla="*/ 694 w 45"/>
                  <a:gd name="T13" fmla="*/ 465 h 41"/>
                  <a:gd name="T14" fmla="*/ 682 w 45"/>
                  <a:gd name="T15" fmla="*/ 93 h 41"/>
                  <a:gd name="T16" fmla="*/ 620 w 45"/>
                  <a:gd name="T17" fmla="*/ 282 h 41"/>
                  <a:gd name="T18" fmla="*/ 495 w 45"/>
                  <a:gd name="T19" fmla="*/ 303 h 41"/>
                  <a:gd name="T20" fmla="*/ 279 w 45"/>
                  <a:gd name="T21" fmla="*/ 340 h 41"/>
                  <a:gd name="T22" fmla="*/ 199 w 45"/>
                  <a:gd name="T23" fmla="*/ 375 h 41"/>
                  <a:gd name="T24" fmla="*/ 105 w 45"/>
                  <a:gd name="T25" fmla="*/ 247 h 41"/>
                  <a:gd name="T26" fmla="*/ 0 w 45"/>
                  <a:gd name="T27" fmla="*/ 0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5" h="41">
                    <a:moveTo>
                      <a:pt x="2" y="7"/>
                    </a:moveTo>
                    <a:cubicBezTo>
                      <a:pt x="4" y="12"/>
                      <a:pt x="4" y="18"/>
                      <a:pt x="6" y="22"/>
                    </a:cubicBezTo>
                    <a:cubicBezTo>
                      <a:pt x="8" y="27"/>
                      <a:pt x="10" y="31"/>
                      <a:pt x="13" y="35"/>
                    </a:cubicBezTo>
                    <a:cubicBezTo>
                      <a:pt x="13" y="35"/>
                      <a:pt x="13" y="34"/>
                      <a:pt x="13" y="34"/>
                    </a:cubicBezTo>
                    <a:cubicBezTo>
                      <a:pt x="14" y="41"/>
                      <a:pt x="23" y="36"/>
                      <a:pt x="29" y="36"/>
                    </a:cubicBezTo>
                    <a:cubicBezTo>
                      <a:pt x="35" y="36"/>
                      <a:pt x="39" y="38"/>
                      <a:pt x="44" y="39"/>
                    </a:cubicBezTo>
                    <a:cubicBezTo>
                      <a:pt x="45" y="35"/>
                      <a:pt x="45" y="29"/>
                      <a:pt x="45" y="25"/>
                    </a:cubicBezTo>
                    <a:cubicBezTo>
                      <a:pt x="45" y="18"/>
                      <a:pt x="44" y="12"/>
                      <a:pt x="44" y="5"/>
                    </a:cubicBezTo>
                    <a:cubicBezTo>
                      <a:pt x="43" y="8"/>
                      <a:pt x="44" y="13"/>
                      <a:pt x="40" y="15"/>
                    </a:cubicBezTo>
                    <a:cubicBezTo>
                      <a:pt x="39" y="16"/>
                      <a:pt x="34" y="16"/>
                      <a:pt x="32" y="16"/>
                    </a:cubicBezTo>
                    <a:cubicBezTo>
                      <a:pt x="27" y="16"/>
                      <a:pt x="23" y="15"/>
                      <a:pt x="18" y="18"/>
                    </a:cubicBezTo>
                    <a:cubicBezTo>
                      <a:pt x="17" y="18"/>
                      <a:pt x="15" y="20"/>
                      <a:pt x="13" y="20"/>
                    </a:cubicBezTo>
                    <a:cubicBezTo>
                      <a:pt x="11" y="20"/>
                      <a:pt x="8" y="14"/>
                      <a:pt x="7" y="13"/>
                    </a:cubicBezTo>
                    <a:cubicBezTo>
                      <a:pt x="5" y="9"/>
                      <a:pt x="1" y="4"/>
                      <a:pt x="0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7" name="Freeform 782">
                <a:extLst>
                  <a:ext uri="{FF2B5EF4-FFF2-40B4-BE49-F238E27FC236}">
                    <a16:creationId xmlns:a16="http://schemas.microsoft.com/office/drawing/2014/main" id="{21B9EEEA-A633-44A6-9CFC-DF75F8F5B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491"/>
                <a:ext cx="588" cy="314"/>
              </a:xfrm>
              <a:custGeom>
                <a:avLst/>
                <a:gdLst>
                  <a:gd name="T0" fmla="*/ 0 w 235"/>
                  <a:gd name="T1" fmla="*/ 2225 h 118"/>
                  <a:gd name="T2" fmla="*/ 1897 w 235"/>
                  <a:gd name="T3" fmla="*/ 247 h 118"/>
                  <a:gd name="T4" fmla="*/ 2472 w 235"/>
                  <a:gd name="T5" fmla="*/ 793 h 118"/>
                  <a:gd name="T6" fmla="*/ 2897 w 235"/>
                  <a:gd name="T7" fmla="*/ 1317 h 118"/>
                  <a:gd name="T8" fmla="*/ 3130 w 235"/>
                  <a:gd name="T9" fmla="*/ 1658 h 118"/>
                  <a:gd name="T10" fmla="*/ 3350 w 235"/>
                  <a:gd name="T11" fmla="*/ 2033 h 118"/>
                  <a:gd name="T12" fmla="*/ 3556 w 235"/>
                  <a:gd name="T13" fmla="*/ 2076 h 118"/>
                  <a:gd name="T14" fmla="*/ 3681 w 235"/>
                  <a:gd name="T15" fmla="*/ 452 h 118"/>
                  <a:gd name="T16" fmla="*/ 3288 w 235"/>
                  <a:gd name="T17" fmla="*/ 1203 h 118"/>
                  <a:gd name="T18" fmla="*/ 2742 w 235"/>
                  <a:gd name="T19" fmla="*/ 532 h 118"/>
                  <a:gd name="T20" fmla="*/ 1817 w 235"/>
                  <a:gd name="T21" fmla="*/ 56 h 118"/>
                  <a:gd name="T22" fmla="*/ 0 w 235"/>
                  <a:gd name="T23" fmla="*/ 2225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5" h="118">
                    <a:moveTo>
                      <a:pt x="0" y="118"/>
                    </a:moveTo>
                    <a:cubicBezTo>
                      <a:pt x="12" y="97"/>
                      <a:pt x="72" y="1"/>
                      <a:pt x="121" y="13"/>
                    </a:cubicBezTo>
                    <a:cubicBezTo>
                      <a:pt x="131" y="15"/>
                      <a:pt x="146" y="31"/>
                      <a:pt x="158" y="42"/>
                    </a:cubicBezTo>
                    <a:cubicBezTo>
                      <a:pt x="170" y="53"/>
                      <a:pt x="179" y="61"/>
                      <a:pt x="185" y="70"/>
                    </a:cubicBezTo>
                    <a:cubicBezTo>
                      <a:pt x="190" y="79"/>
                      <a:pt x="193" y="82"/>
                      <a:pt x="200" y="88"/>
                    </a:cubicBezTo>
                    <a:cubicBezTo>
                      <a:pt x="208" y="93"/>
                      <a:pt x="214" y="108"/>
                      <a:pt x="214" y="108"/>
                    </a:cubicBezTo>
                    <a:cubicBezTo>
                      <a:pt x="227" y="110"/>
                      <a:pt x="227" y="110"/>
                      <a:pt x="227" y="110"/>
                    </a:cubicBezTo>
                    <a:cubicBezTo>
                      <a:pt x="235" y="24"/>
                      <a:pt x="235" y="24"/>
                      <a:pt x="235" y="24"/>
                    </a:cubicBezTo>
                    <a:cubicBezTo>
                      <a:pt x="229" y="33"/>
                      <a:pt x="220" y="59"/>
                      <a:pt x="210" y="64"/>
                    </a:cubicBezTo>
                    <a:cubicBezTo>
                      <a:pt x="200" y="68"/>
                      <a:pt x="189" y="43"/>
                      <a:pt x="175" y="28"/>
                    </a:cubicBezTo>
                    <a:cubicBezTo>
                      <a:pt x="162" y="13"/>
                      <a:pt x="132" y="0"/>
                      <a:pt x="116" y="3"/>
                    </a:cubicBezTo>
                    <a:cubicBezTo>
                      <a:pt x="101" y="5"/>
                      <a:pt x="49" y="2"/>
                      <a:pt x="0" y="118"/>
                    </a:cubicBezTo>
                    <a:close/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8" name="Freeform 783">
                <a:extLst>
                  <a:ext uri="{FF2B5EF4-FFF2-40B4-BE49-F238E27FC236}">
                    <a16:creationId xmlns:a16="http://schemas.microsoft.com/office/drawing/2014/main" id="{E2332AF3-CD81-49E4-AE18-355952EC7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784"/>
                <a:ext cx="390" cy="696"/>
              </a:xfrm>
              <a:custGeom>
                <a:avLst/>
                <a:gdLst>
                  <a:gd name="T0" fmla="*/ 63 w 156"/>
                  <a:gd name="T1" fmla="*/ 205 h 261"/>
                  <a:gd name="T2" fmla="*/ 208 w 156"/>
                  <a:gd name="T3" fmla="*/ 477 h 261"/>
                  <a:gd name="T4" fmla="*/ 438 w 156"/>
                  <a:gd name="T5" fmla="*/ 909 h 261"/>
                  <a:gd name="T6" fmla="*/ 550 w 156"/>
                  <a:gd name="T7" fmla="*/ 1707 h 261"/>
                  <a:gd name="T8" fmla="*/ 158 w 156"/>
                  <a:gd name="T9" fmla="*/ 1955 h 261"/>
                  <a:gd name="T10" fmla="*/ 20 w 156"/>
                  <a:gd name="T11" fmla="*/ 2525 h 261"/>
                  <a:gd name="T12" fmla="*/ 313 w 156"/>
                  <a:gd name="T13" fmla="*/ 3699 h 261"/>
                  <a:gd name="T14" fmla="*/ 625 w 156"/>
                  <a:gd name="T15" fmla="*/ 4211 h 261"/>
                  <a:gd name="T16" fmla="*/ 1050 w 156"/>
                  <a:gd name="T17" fmla="*/ 4552 h 261"/>
                  <a:gd name="T18" fmla="*/ 1220 w 156"/>
                  <a:gd name="T19" fmla="*/ 4949 h 261"/>
                  <a:gd name="T20" fmla="*/ 1220 w 156"/>
                  <a:gd name="T21" fmla="*/ 4949 h 261"/>
                  <a:gd name="T22" fmla="*/ 1375 w 156"/>
                  <a:gd name="T23" fmla="*/ 4552 h 261"/>
                  <a:gd name="T24" fmla="*/ 1800 w 156"/>
                  <a:gd name="T25" fmla="*/ 4211 h 261"/>
                  <a:gd name="T26" fmla="*/ 2113 w 156"/>
                  <a:gd name="T27" fmla="*/ 3699 h 261"/>
                  <a:gd name="T28" fmla="*/ 2408 w 156"/>
                  <a:gd name="T29" fmla="*/ 2525 h 261"/>
                  <a:gd name="T30" fmla="*/ 2270 w 156"/>
                  <a:gd name="T31" fmla="*/ 1955 h 261"/>
                  <a:gd name="T32" fmla="*/ 1875 w 156"/>
                  <a:gd name="T33" fmla="*/ 1707 h 261"/>
                  <a:gd name="T34" fmla="*/ 1988 w 156"/>
                  <a:gd name="T35" fmla="*/ 909 h 261"/>
                  <a:gd name="T36" fmla="*/ 2220 w 156"/>
                  <a:gd name="T37" fmla="*/ 477 h 261"/>
                  <a:gd name="T38" fmla="*/ 2345 w 156"/>
                  <a:gd name="T39" fmla="*/ 264 h 261"/>
                  <a:gd name="T40" fmla="*/ 2158 w 156"/>
                  <a:gd name="T41" fmla="*/ 93 h 261"/>
                  <a:gd name="T42" fmla="*/ 1875 w 156"/>
                  <a:gd name="T43" fmla="*/ 397 h 261"/>
                  <a:gd name="T44" fmla="*/ 1550 w 156"/>
                  <a:gd name="T45" fmla="*/ 477 h 261"/>
                  <a:gd name="T46" fmla="*/ 988 w 156"/>
                  <a:gd name="T47" fmla="*/ 456 h 261"/>
                  <a:gd name="T48" fmla="*/ 645 w 156"/>
                  <a:gd name="T49" fmla="*/ 376 h 261"/>
                  <a:gd name="T50" fmla="*/ 363 w 156"/>
                  <a:gd name="T51" fmla="*/ 0 h 26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6" h="261">
                    <a:moveTo>
                      <a:pt x="4" y="11"/>
                    </a:moveTo>
                    <a:cubicBezTo>
                      <a:pt x="6" y="16"/>
                      <a:pt x="9" y="21"/>
                      <a:pt x="13" y="25"/>
                    </a:cubicBezTo>
                    <a:cubicBezTo>
                      <a:pt x="19" y="32"/>
                      <a:pt x="27" y="37"/>
                      <a:pt x="28" y="48"/>
                    </a:cubicBezTo>
                    <a:cubicBezTo>
                      <a:pt x="30" y="57"/>
                      <a:pt x="37" y="81"/>
                      <a:pt x="35" y="90"/>
                    </a:cubicBezTo>
                    <a:cubicBezTo>
                      <a:pt x="34" y="101"/>
                      <a:pt x="19" y="106"/>
                      <a:pt x="10" y="103"/>
                    </a:cubicBezTo>
                    <a:cubicBezTo>
                      <a:pt x="4" y="114"/>
                      <a:pt x="0" y="120"/>
                      <a:pt x="1" y="133"/>
                    </a:cubicBezTo>
                    <a:cubicBezTo>
                      <a:pt x="3" y="155"/>
                      <a:pt x="8" y="177"/>
                      <a:pt x="20" y="195"/>
                    </a:cubicBezTo>
                    <a:cubicBezTo>
                      <a:pt x="26" y="204"/>
                      <a:pt x="32" y="215"/>
                      <a:pt x="40" y="222"/>
                    </a:cubicBezTo>
                    <a:cubicBezTo>
                      <a:pt x="49" y="229"/>
                      <a:pt x="59" y="233"/>
                      <a:pt x="67" y="240"/>
                    </a:cubicBezTo>
                    <a:cubicBezTo>
                      <a:pt x="75" y="246"/>
                      <a:pt x="78" y="247"/>
                      <a:pt x="78" y="261"/>
                    </a:cubicBezTo>
                    <a:cubicBezTo>
                      <a:pt x="78" y="261"/>
                      <a:pt x="78" y="261"/>
                      <a:pt x="78" y="261"/>
                    </a:cubicBezTo>
                    <a:cubicBezTo>
                      <a:pt x="78" y="248"/>
                      <a:pt x="80" y="246"/>
                      <a:pt x="88" y="240"/>
                    </a:cubicBezTo>
                    <a:cubicBezTo>
                      <a:pt x="97" y="233"/>
                      <a:pt x="107" y="229"/>
                      <a:pt x="115" y="222"/>
                    </a:cubicBezTo>
                    <a:cubicBezTo>
                      <a:pt x="123" y="215"/>
                      <a:pt x="129" y="204"/>
                      <a:pt x="135" y="195"/>
                    </a:cubicBezTo>
                    <a:cubicBezTo>
                      <a:pt x="147" y="177"/>
                      <a:pt x="152" y="155"/>
                      <a:pt x="154" y="133"/>
                    </a:cubicBezTo>
                    <a:cubicBezTo>
                      <a:pt x="156" y="120"/>
                      <a:pt x="151" y="114"/>
                      <a:pt x="145" y="103"/>
                    </a:cubicBezTo>
                    <a:cubicBezTo>
                      <a:pt x="136" y="106"/>
                      <a:pt x="122" y="101"/>
                      <a:pt x="120" y="90"/>
                    </a:cubicBezTo>
                    <a:cubicBezTo>
                      <a:pt x="119" y="81"/>
                      <a:pt x="125" y="57"/>
                      <a:pt x="127" y="48"/>
                    </a:cubicBezTo>
                    <a:cubicBezTo>
                      <a:pt x="129" y="37"/>
                      <a:pt x="136" y="32"/>
                      <a:pt x="142" y="25"/>
                    </a:cubicBezTo>
                    <a:cubicBezTo>
                      <a:pt x="145" y="21"/>
                      <a:pt x="148" y="18"/>
                      <a:pt x="150" y="14"/>
                    </a:cubicBezTo>
                    <a:cubicBezTo>
                      <a:pt x="138" y="5"/>
                      <a:pt x="138" y="5"/>
                      <a:pt x="138" y="5"/>
                    </a:cubicBezTo>
                    <a:cubicBezTo>
                      <a:pt x="120" y="21"/>
                      <a:pt x="120" y="21"/>
                      <a:pt x="120" y="21"/>
                    </a:cubicBezTo>
                    <a:cubicBezTo>
                      <a:pt x="99" y="25"/>
                      <a:pt x="99" y="25"/>
                      <a:pt x="99" y="25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9" name="Freeform 784">
                <a:extLst>
                  <a:ext uri="{FF2B5EF4-FFF2-40B4-BE49-F238E27FC236}">
                    <a16:creationId xmlns:a16="http://schemas.microsoft.com/office/drawing/2014/main" id="{61C9E478-88F4-4D83-BAF4-789187D0E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043"/>
                <a:ext cx="358" cy="298"/>
              </a:xfrm>
              <a:custGeom>
                <a:avLst/>
                <a:gdLst>
                  <a:gd name="T0" fmla="*/ 1159 w 143"/>
                  <a:gd name="T1" fmla="*/ 1996 h 112"/>
                  <a:gd name="T2" fmla="*/ 1555 w 143"/>
                  <a:gd name="T3" fmla="*/ 1804 h 112"/>
                  <a:gd name="T4" fmla="*/ 1805 w 143"/>
                  <a:gd name="T5" fmla="*/ 1543 h 112"/>
                  <a:gd name="T6" fmla="*/ 2038 w 143"/>
                  <a:gd name="T7" fmla="*/ 1224 h 112"/>
                  <a:gd name="T8" fmla="*/ 2243 w 143"/>
                  <a:gd name="T9" fmla="*/ 886 h 112"/>
                  <a:gd name="T10" fmla="*/ 2038 w 143"/>
                  <a:gd name="T11" fmla="*/ 396 h 112"/>
                  <a:gd name="T12" fmla="*/ 1838 w 143"/>
                  <a:gd name="T13" fmla="*/ 136 h 112"/>
                  <a:gd name="T14" fmla="*/ 1522 w 143"/>
                  <a:gd name="T15" fmla="*/ 21 h 112"/>
                  <a:gd name="T16" fmla="*/ 1117 w 143"/>
                  <a:gd name="T17" fmla="*/ 192 h 112"/>
                  <a:gd name="T18" fmla="*/ 1129 w 143"/>
                  <a:gd name="T19" fmla="*/ 192 h 112"/>
                  <a:gd name="T20" fmla="*/ 721 w 143"/>
                  <a:gd name="T21" fmla="*/ 21 h 112"/>
                  <a:gd name="T22" fmla="*/ 408 w 143"/>
                  <a:gd name="T23" fmla="*/ 136 h 112"/>
                  <a:gd name="T24" fmla="*/ 220 w 143"/>
                  <a:gd name="T25" fmla="*/ 396 h 112"/>
                  <a:gd name="T26" fmla="*/ 0 w 143"/>
                  <a:gd name="T27" fmla="*/ 886 h 112"/>
                  <a:gd name="T28" fmla="*/ 220 w 143"/>
                  <a:gd name="T29" fmla="*/ 1224 h 112"/>
                  <a:gd name="T30" fmla="*/ 438 w 143"/>
                  <a:gd name="T31" fmla="*/ 1543 h 112"/>
                  <a:gd name="T32" fmla="*/ 688 w 143"/>
                  <a:gd name="T33" fmla="*/ 1804 h 112"/>
                  <a:gd name="T34" fmla="*/ 1084 w 143"/>
                  <a:gd name="T35" fmla="*/ 1996 h 112"/>
                  <a:gd name="T36" fmla="*/ 1159 w 143"/>
                  <a:gd name="T37" fmla="*/ 1996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3" h="112">
                    <a:moveTo>
                      <a:pt x="74" y="106"/>
                    </a:moveTo>
                    <a:cubicBezTo>
                      <a:pt x="93" y="112"/>
                      <a:pt x="96" y="102"/>
                      <a:pt x="99" y="96"/>
                    </a:cubicBezTo>
                    <a:cubicBezTo>
                      <a:pt x="102" y="89"/>
                      <a:pt x="104" y="86"/>
                      <a:pt x="115" y="82"/>
                    </a:cubicBezTo>
                    <a:cubicBezTo>
                      <a:pt x="127" y="77"/>
                      <a:pt x="123" y="68"/>
                      <a:pt x="130" y="65"/>
                    </a:cubicBezTo>
                    <a:cubicBezTo>
                      <a:pt x="136" y="63"/>
                      <a:pt x="143" y="56"/>
                      <a:pt x="143" y="47"/>
                    </a:cubicBezTo>
                    <a:cubicBezTo>
                      <a:pt x="143" y="39"/>
                      <a:pt x="132" y="29"/>
                      <a:pt x="130" y="21"/>
                    </a:cubicBezTo>
                    <a:cubicBezTo>
                      <a:pt x="127" y="14"/>
                      <a:pt x="123" y="9"/>
                      <a:pt x="117" y="7"/>
                    </a:cubicBezTo>
                    <a:cubicBezTo>
                      <a:pt x="111" y="6"/>
                      <a:pt x="109" y="0"/>
                      <a:pt x="97" y="1"/>
                    </a:cubicBezTo>
                    <a:cubicBezTo>
                      <a:pt x="86" y="2"/>
                      <a:pt x="79" y="10"/>
                      <a:pt x="71" y="10"/>
                    </a:cubicBezTo>
                    <a:cubicBezTo>
                      <a:pt x="72" y="10"/>
                      <a:pt x="72" y="10"/>
                      <a:pt x="72" y="10"/>
                    </a:cubicBezTo>
                    <a:cubicBezTo>
                      <a:pt x="64" y="10"/>
                      <a:pt x="58" y="2"/>
                      <a:pt x="46" y="1"/>
                    </a:cubicBezTo>
                    <a:cubicBezTo>
                      <a:pt x="34" y="0"/>
                      <a:pt x="33" y="6"/>
                      <a:pt x="26" y="7"/>
                    </a:cubicBezTo>
                    <a:cubicBezTo>
                      <a:pt x="20" y="9"/>
                      <a:pt x="16" y="14"/>
                      <a:pt x="14" y="21"/>
                    </a:cubicBezTo>
                    <a:cubicBezTo>
                      <a:pt x="11" y="29"/>
                      <a:pt x="0" y="39"/>
                      <a:pt x="0" y="47"/>
                    </a:cubicBezTo>
                    <a:cubicBezTo>
                      <a:pt x="0" y="56"/>
                      <a:pt x="7" y="63"/>
                      <a:pt x="14" y="65"/>
                    </a:cubicBezTo>
                    <a:cubicBezTo>
                      <a:pt x="20" y="68"/>
                      <a:pt x="16" y="77"/>
                      <a:pt x="28" y="82"/>
                    </a:cubicBezTo>
                    <a:cubicBezTo>
                      <a:pt x="40" y="86"/>
                      <a:pt x="41" y="89"/>
                      <a:pt x="44" y="96"/>
                    </a:cubicBezTo>
                    <a:cubicBezTo>
                      <a:pt x="48" y="102"/>
                      <a:pt x="50" y="112"/>
                      <a:pt x="69" y="106"/>
                    </a:cubicBezTo>
                    <a:cubicBezTo>
                      <a:pt x="71" y="104"/>
                      <a:pt x="73" y="105"/>
                      <a:pt x="74" y="106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0" name="Freeform 785">
                <a:extLst>
                  <a:ext uri="{FF2B5EF4-FFF2-40B4-BE49-F238E27FC236}">
                    <a16:creationId xmlns:a16="http://schemas.microsoft.com/office/drawing/2014/main" id="{26CE98E3-8CD4-48A0-AB3C-4AF31FF01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053"/>
                <a:ext cx="230" cy="136"/>
              </a:xfrm>
              <a:custGeom>
                <a:avLst/>
                <a:gdLst>
                  <a:gd name="T0" fmla="*/ 1425 w 92"/>
                  <a:gd name="T1" fmla="*/ 21 h 51"/>
                  <a:gd name="T2" fmla="*/ 1063 w 92"/>
                  <a:gd name="T3" fmla="*/ 149 h 51"/>
                  <a:gd name="T4" fmla="*/ 688 w 92"/>
                  <a:gd name="T5" fmla="*/ 21 h 51"/>
                  <a:gd name="T6" fmla="*/ 408 w 92"/>
                  <a:gd name="T7" fmla="*/ 115 h 51"/>
                  <a:gd name="T8" fmla="*/ 220 w 92"/>
                  <a:gd name="T9" fmla="*/ 363 h 51"/>
                  <a:gd name="T10" fmla="*/ 33 w 92"/>
                  <a:gd name="T11" fmla="*/ 819 h 51"/>
                  <a:gd name="T12" fmla="*/ 63 w 92"/>
                  <a:gd name="T13" fmla="*/ 968 h 51"/>
                  <a:gd name="T14" fmla="*/ 63 w 92"/>
                  <a:gd name="T15" fmla="*/ 909 h 51"/>
                  <a:gd name="T16" fmla="*/ 270 w 92"/>
                  <a:gd name="T17" fmla="*/ 456 h 51"/>
                  <a:gd name="T18" fmla="*/ 408 w 92"/>
                  <a:gd name="T19" fmla="*/ 192 h 51"/>
                  <a:gd name="T20" fmla="*/ 688 w 92"/>
                  <a:gd name="T21" fmla="*/ 93 h 51"/>
                  <a:gd name="T22" fmla="*/ 1063 w 92"/>
                  <a:gd name="T23" fmla="*/ 192 h 51"/>
                  <a:gd name="T24" fmla="*/ 1438 w 92"/>
                  <a:gd name="T25" fmla="*/ 21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2" h="51">
                    <a:moveTo>
                      <a:pt x="91" y="1"/>
                    </a:moveTo>
                    <a:cubicBezTo>
                      <a:pt x="80" y="1"/>
                      <a:pt x="79" y="8"/>
                      <a:pt x="68" y="8"/>
                    </a:cubicBezTo>
                    <a:cubicBezTo>
                      <a:pt x="60" y="8"/>
                      <a:pt x="55" y="1"/>
                      <a:pt x="44" y="1"/>
                    </a:cubicBezTo>
                    <a:cubicBezTo>
                      <a:pt x="33" y="0"/>
                      <a:pt x="32" y="4"/>
                      <a:pt x="26" y="6"/>
                    </a:cubicBezTo>
                    <a:cubicBezTo>
                      <a:pt x="20" y="7"/>
                      <a:pt x="17" y="12"/>
                      <a:pt x="14" y="19"/>
                    </a:cubicBezTo>
                    <a:cubicBezTo>
                      <a:pt x="12" y="26"/>
                      <a:pt x="2" y="35"/>
                      <a:pt x="2" y="43"/>
                    </a:cubicBezTo>
                    <a:cubicBezTo>
                      <a:pt x="2" y="46"/>
                      <a:pt x="3" y="48"/>
                      <a:pt x="4" y="51"/>
                    </a:cubicBezTo>
                    <a:cubicBezTo>
                      <a:pt x="4" y="50"/>
                      <a:pt x="4" y="49"/>
                      <a:pt x="4" y="48"/>
                    </a:cubicBezTo>
                    <a:cubicBezTo>
                      <a:pt x="0" y="36"/>
                      <a:pt x="14" y="32"/>
                      <a:pt x="17" y="24"/>
                    </a:cubicBezTo>
                    <a:cubicBezTo>
                      <a:pt x="19" y="17"/>
                      <a:pt x="20" y="12"/>
                      <a:pt x="26" y="10"/>
                    </a:cubicBezTo>
                    <a:cubicBezTo>
                      <a:pt x="32" y="9"/>
                      <a:pt x="33" y="4"/>
                      <a:pt x="44" y="5"/>
                    </a:cubicBezTo>
                    <a:cubicBezTo>
                      <a:pt x="54" y="6"/>
                      <a:pt x="61" y="10"/>
                      <a:pt x="68" y="10"/>
                    </a:cubicBezTo>
                    <a:cubicBezTo>
                      <a:pt x="75" y="10"/>
                      <a:pt x="81" y="2"/>
                      <a:pt x="9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1" name="Freeform 786">
                <a:extLst>
                  <a:ext uri="{FF2B5EF4-FFF2-40B4-BE49-F238E27FC236}">
                    <a16:creationId xmlns:a16="http://schemas.microsoft.com/office/drawing/2014/main" id="{172D7FAB-90DB-4B1A-B5FE-CC1E84029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941"/>
                <a:ext cx="63" cy="67"/>
              </a:xfrm>
              <a:custGeom>
                <a:avLst/>
                <a:gdLst>
                  <a:gd name="T0" fmla="*/ 209 w 25"/>
                  <a:gd name="T1" fmla="*/ 0 h 25"/>
                  <a:gd name="T2" fmla="*/ 401 w 25"/>
                  <a:gd name="T3" fmla="*/ 230 h 25"/>
                  <a:gd name="T4" fmla="*/ 209 w 25"/>
                  <a:gd name="T5" fmla="*/ 482 h 25"/>
                  <a:gd name="T6" fmla="*/ 0 w 25"/>
                  <a:gd name="T7" fmla="*/ 23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5">
                    <a:moveTo>
                      <a:pt x="13" y="0"/>
                    </a:moveTo>
                    <a:cubicBezTo>
                      <a:pt x="20" y="0"/>
                      <a:pt x="25" y="5"/>
                      <a:pt x="25" y="12"/>
                    </a:cubicBezTo>
                    <a:cubicBezTo>
                      <a:pt x="25" y="19"/>
                      <a:pt x="20" y="25"/>
                      <a:pt x="13" y="25"/>
                    </a:cubicBezTo>
                    <a:cubicBezTo>
                      <a:pt x="6" y="25"/>
                      <a:pt x="0" y="19"/>
                      <a:pt x="0" y="12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2" name="Oval 787">
                <a:extLst>
                  <a:ext uri="{FF2B5EF4-FFF2-40B4-BE49-F238E27FC236}">
                    <a16:creationId xmlns:a16="http://schemas.microsoft.com/office/drawing/2014/main" id="{75689928-55AB-4680-A0FB-844A7EA64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264"/>
                <a:ext cx="32" cy="35"/>
              </a:xfrm>
              <a:prstGeom prst="ellipse">
                <a:avLst/>
              </a:pr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413" name="Freeform 788">
                <a:extLst>
                  <a:ext uri="{FF2B5EF4-FFF2-40B4-BE49-F238E27FC236}">
                    <a16:creationId xmlns:a16="http://schemas.microsoft.com/office/drawing/2014/main" id="{FC58A42B-CC7D-4E14-AA44-D80A925CC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776"/>
                <a:ext cx="60" cy="35"/>
              </a:xfrm>
              <a:custGeom>
                <a:avLst/>
                <a:gdLst>
                  <a:gd name="T0" fmla="*/ 20 w 24"/>
                  <a:gd name="T1" fmla="*/ 218 h 13"/>
                  <a:gd name="T2" fmla="*/ 208 w 24"/>
                  <a:gd name="T3" fmla="*/ 197 h 13"/>
                  <a:gd name="T4" fmla="*/ 363 w 24"/>
                  <a:gd name="T5" fmla="*/ 59 h 13"/>
                  <a:gd name="T6" fmla="*/ 158 w 24"/>
                  <a:gd name="T7" fmla="*/ 81 h 13"/>
                  <a:gd name="T8" fmla="*/ 20 w 24"/>
                  <a:gd name="T9" fmla="*/ 21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1" y="11"/>
                    </a:moveTo>
                    <a:cubicBezTo>
                      <a:pt x="2" y="13"/>
                      <a:pt x="8" y="12"/>
                      <a:pt x="13" y="10"/>
                    </a:cubicBezTo>
                    <a:cubicBezTo>
                      <a:pt x="18" y="8"/>
                      <a:pt x="24" y="6"/>
                      <a:pt x="23" y="3"/>
                    </a:cubicBezTo>
                    <a:cubicBezTo>
                      <a:pt x="22" y="0"/>
                      <a:pt x="14" y="3"/>
                      <a:pt x="10" y="4"/>
                    </a:cubicBezTo>
                    <a:cubicBezTo>
                      <a:pt x="7" y="5"/>
                      <a:pt x="0" y="8"/>
                      <a:pt x="1" y="11"/>
                    </a:cubicBezTo>
                    <a:close/>
                  </a:path>
                </a:pathLst>
              </a:custGeom>
              <a:solidFill>
                <a:srgbClr val="FEF1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4" name="Oval 789">
                <a:extLst>
                  <a:ext uri="{FF2B5EF4-FFF2-40B4-BE49-F238E27FC236}">
                    <a16:creationId xmlns:a16="http://schemas.microsoft.com/office/drawing/2014/main" id="{AB9C8B92-8CEA-43A1-9D84-0A0212FC1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9" y="1845"/>
                <a:ext cx="105" cy="80"/>
              </a:xfrm>
              <a:prstGeom prst="ellipse">
                <a:avLst/>
              </a:pr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415" name="Freeform 790">
                <a:extLst>
                  <a:ext uri="{FF2B5EF4-FFF2-40B4-BE49-F238E27FC236}">
                    <a16:creationId xmlns:a16="http://schemas.microsoft.com/office/drawing/2014/main" id="{0BB7E0B4-6859-4752-965B-4872DED24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851"/>
                <a:ext cx="83" cy="56"/>
              </a:xfrm>
              <a:custGeom>
                <a:avLst/>
                <a:gdLst>
                  <a:gd name="T0" fmla="*/ 33 w 33"/>
                  <a:gd name="T1" fmla="*/ 307 h 21"/>
                  <a:gd name="T2" fmla="*/ 317 w 33"/>
                  <a:gd name="T3" fmla="*/ 56 h 21"/>
                  <a:gd name="T4" fmla="*/ 526 w 33"/>
                  <a:gd name="T5" fmla="*/ 136 h 21"/>
                  <a:gd name="T6" fmla="*/ 284 w 33"/>
                  <a:gd name="T7" fmla="*/ 0 h 21"/>
                  <a:gd name="T8" fmla="*/ 0 w 33"/>
                  <a:gd name="T9" fmla="*/ 248 h 21"/>
                  <a:gd name="T10" fmla="*/ 63 w 33"/>
                  <a:gd name="T11" fmla="*/ 397 h 21"/>
                  <a:gd name="T12" fmla="*/ 33 w 33"/>
                  <a:gd name="T13" fmla="*/ 30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1">
                    <a:moveTo>
                      <a:pt x="2" y="16"/>
                    </a:moveTo>
                    <a:cubicBezTo>
                      <a:pt x="2" y="9"/>
                      <a:pt x="11" y="3"/>
                      <a:pt x="20" y="3"/>
                    </a:cubicBezTo>
                    <a:cubicBezTo>
                      <a:pt x="25" y="3"/>
                      <a:pt x="30" y="5"/>
                      <a:pt x="33" y="7"/>
                    </a:cubicBezTo>
                    <a:cubicBezTo>
                      <a:pt x="31" y="3"/>
                      <a:pt x="25" y="0"/>
                      <a:pt x="18" y="0"/>
                    </a:cubicBezTo>
                    <a:cubicBezTo>
                      <a:pt x="8" y="0"/>
                      <a:pt x="0" y="6"/>
                      <a:pt x="0" y="13"/>
                    </a:cubicBezTo>
                    <a:cubicBezTo>
                      <a:pt x="0" y="16"/>
                      <a:pt x="1" y="18"/>
                      <a:pt x="4" y="21"/>
                    </a:cubicBezTo>
                    <a:cubicBezTo>
                      <a:pt x="3" y="19"/>
                      <a:pt x="2" y="17"/>
                      <a:pt x="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6" name="Freeform 791">
                <a:extLst>
                  <a:ext uri="{FF2B5EF4-FFF2-40B4-BE49-F238E27FC236}">
                    <a16:creationId xmlns:a16="http://schemas.microsoft.com/office/drawing/2014/main" id="{7B3DA8CC-7BE3-4A95-9D40-F2188CD15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941"/>
                <a:ext cx="63" cy="67"/>
              </a:xfrm>
              <a:custGeom>
                <a:avLst/>
                <a:gdLst>
                  <a:gd name="T0" fmla="*/ 192 w 25"/>
                  <a:gd name="T1" fmla="*/ 0 h 25"/>
                  <a:gd name="T2" fmla="*/ 0 w 25"/>
                  <a:gd name="T3" fmla="*/ 230 h 25"/>
                  <a:gd name="T4" fmla="*/ 192 w 25"/>
                  <a:gd name="T5" fmla="*/ 482 h 25"/>
                  <a:gd name="T6" fmla="*/ 401 w 25"/>
                  <a:gd name="T7" fmla="*/ 23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5"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5"/>
                      <a:pt x="12" y="25"/>
                    </a:cubicBezTo>
                    <a:cubicBezTo>
                      <a:pt x="19" y="25"/>
                      <a:pt x="25" y="19"/>
                      <a:pt x="25" y="12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7" name="Freeform 792">
                <a:extLst>
                  <a:ext uri="{FF2B5EF4-FFF2-40B4-BE49-F238E27FC236}">
                    <a16:creationId xmlns:a16="http://schemas.microsoft.com/office/drawing/2014/main" id="{F49BA536-C834-4D1A-BC1A-0821CAC21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776"/>
                <a:ext cx="58" cy="35"/>
              </a:xfrm>
              <a:custGeom>
                <a:avLst/>
                <a:gdLst>
                  <a:gd name="T0" fmla="*/ 351 w 23"/>
                  <a:gd name="T1" fmla="*/ 218 h 13"/>
                  <a:gd name="T2" fmla="*/ 179 w 23"/>
                  <a:gd name="T3" fmla="*/ 197 h 13"/>
                  <a:gd name="T4" fmla="*/ 0 w 23"/>
                  <a:gd name="T5" fmla="*/ 59 h 13"/>
                  <a:gd name="T6" fmla="*/ 209 w 23"/>
                  <a:gd name="T7" fmla="*/ 81 h 13"/>
                  <a:gd name="T8" fmla="*/ 351 w 23"/>
                  <a:gd name="T9" fmla="*/ 21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3">
                    <a:moveTo>
                      <a:pt x="22" y="11"/>
                    </a:moveTo>
                    <a:cubicBezTo>
                      <a:pt x="22" y="13"/>
                      <a:pt x="15" y="12"/>
                      <a:pt x="11" y="10"/>
                    </a:cubicBezTo>
                    <a:cubicBezTo>
                      <a:pt x="6" y="8"/>
                      <a:pt x="0" y="6"/>
                      <a:pt x="0" y="3"/>
                    </a:cubicBezTo>
                    <a:cubicBezTo>
                      <a:pt x="1" y="0"/>
                      <a:pt x="10" y="3"/>
                      <a:pt x="13" y="4"/>
                    </a:cubicBezTo>
                    <a:cubicBezTo>
                      <a:pt x="16" y="5"/>
                      <a:pt x="23" y="8"/>
                      <a:pt x="22" y="11"/>
                    </a:cubicBezTo>
                    <a:close/>
                  </a:path>
                </a:pathLst>
              </a:custGeom>
              <a:solidFill>
                <a:srgbClr val="FEF1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8" name="Freeform 793">
                <a:extLst>
                  <a:ext uri="{FF2B5EF4-FFF2-40B4-BE49-F238E27FC236}">
                    <a16:creationId xmlns:a16="http://schemas.microsoft.com/office/drawing/2014/main" id="{38BD21F5-761C-4C1A-ADFD-0314DE130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84"/>
                <a:ext cx="248" cy="237"/>
              </a:xfrm>
              <a:custGeom>
                <a:avLst/>
                <a:gdLst>
                  <a:gd name="T0" fmla="*/ 1556 w 99"/>
                  <a:gd name="T1" fmla="*/ 865 h 89"/>
                  <a:gd name="T2" fmla="*/ 1288 w 99"/>
                  <a:gd name="T3" fmla="*/ 149 h 89"/>
                  <a:gd name="T4" fmla="*/ 1288 w 99"/>
                  <a:gd name="T5" fmla="*/ 149 h 89"/>
                  <a:gd name="T6" fmla="*/ 1117 w 99"/>
                  <a:gd name="T7" fmla="*/ 136 h 89"/>
                  <a:gd name="T8" fmla="*/ 942 w 99"/>
                  <a:gd name="T9" fmla="*/ 0 h 89"/>
                  <a:gd name="T10" fmla="*/ 942 w 99"/>
                  <a:gd name="T11" fmla="*/ 0 h 89"/>
                  <a:gd name="T12" fmla="*/ 784 w 99"/>
                  <a:gd name="T13" fmla="*/ 320 h 89"/>
                  <a:gd name="T14" fmla="*/ 784 w 99"/>
                  <a:gd name="T15" fmla="*/ 320 h 89"/>
                  <a:gd name="T16" fmla="*/ 614 w 99"/>
                  <a:gd name="T17" fmla="*/ 0 h 89"/>
                  <a:gd name="T18" fmla="*/ 614 w 99"/>
                  <a:gd name="T19" fmla="*/ 0 h 89"/>
                  <a:gd name="T20" fmla="*/ 458 w 99"/>
                  <a:gd name="T21" fmla="*/ 136 h 89"/>
                  <a:gd name="T22" fmla="*/ 283 w 99"/>
                  <a:gd name="T23" fmla="*/ 149 h 89"/>
                  <a:gd name="T24" fmla="*/ 271 w 99"/>
                  <a:gd name="T25" fmla="*/ 149 h 89"/>
                  <a:gd name="T26" fmla="*/ 0 w 99"/>
                  <a:gd name="T27" fmla="*/ 865 h 89"/>
                  <a:gd name="T28" fmla="*/ 0 w 99"/>
                  <a:gd name="T29" fmla="*/ 908 h 89"/>
                  <a:gd name="T30" fmla="*/ 113 w 99"/>
                  <a:gd name="T31" fmla="*/ 1680 h 89"/>
                  <a:gd name="T32" fmla="*/ 125 w 99"/>
                  <a:gd name="T33" fmla="*/ 1680 h 89"/>
                  <a:gd name="T34" fmla="*/ 471 w 99"/>
                  <a:gd name="T35" fmla="*/ 815 h 89"/>
                  <a:gd name="T36" fmla="*/ 458 w 99"/>
                  <a:gd name="T37" fmla="*/ 716 h 89"/>
                  <a:gd name="T38" fmla="*/ 784 w 99"/>
                  <a:gd name="T39" fmla="*/ 431 h 89"/>
                  <a:gd name="T40" fmla="*/ 1117 w 99"/>
                  <a:gd name="T41" fmla="*/ 716 h 89"/>
                  <a:gd name="T42" fmla="*/ 1085 w 99"/>
                  <a:gd name="T43" fmla="*/ 815 h 89"/>
                  <a:gd name="T44" fmla="*/ 1443 w 99"/>
                  <a:gd name="T45" fmla="*/ 1680 h 89"/>
                  <a:gd name="T46" fmla="*/ 1443 w 99"/>
                  <a:gd name="T47" fmla="*/ 1680 h 89"/>
                  <a:gd name="T48" fmla="*/ 1556 w 99"/>
                  <a:gd name="T49" fmla="*/ 908 h 89"/>
                  <a:gd name="T50" fmla="*/ 1556 w 99"/>
                  <a:gd name="T51" fmla="*/ 865 h 8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9" h="89">
                    <a:moveTo>
                      <a:pt x="99" y="46"/>
                    </a:moveTo>
                    <a:cubicBezTo>
                      <a:pt x="90" y="32"/>
                      <a:pt x="77" y="34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0" y="10"/>
                      <a:pt x="75" y="9"/>
                      <a:pt x="71" y="7"/>
                    </a:cubicBezTo>
                    <a:cubicBezTo>
                      <a:pt x="66" y="5"/>
                      <a:pt x="60" y="3"/>
                      <a:pt x="6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9" y="9"/>
                      <a:pt x="56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43" y="17"/>
                      <a:pt x="40" y="9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3"/>
                      <a:pt x="33" y="5"/>
                      <a:pt x="29" y="7"/>
                    </a:cubicBezTo>
                    <a:cubicBezTo>
                      <a:pt x="24" y="9"/>
                      <a:pt x="19" y="10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22" y="34"/>
                      <a:pt x="10" y="32"/>
                      <a:pt x="0" y="46"/>
                    </a:cubicBezTo>
                    <a:cubicBezTo>
                      <a:pt x="0" y="47"/>
                      <a:pt x="0" y="47"/>
                      <a:pt x="0" y="48"/>
                    </a:cubicBezTo>
                    <a:cubicBezTo>
                      <a:pt x="2" y="57"/>
                      <a:pt x="8" y="80"/>
                      <a:pt x="7" y="89"/>
                    </a:cubicBezTo>
                    <a:cubicBezTo>
                      <a:pt x="7" y="89"/>
                      <a:pt x="8" y="89"/>
                      <a:pt x="8" y="89"/>
                    </a:cubicBezTo>
                    <a:cubicBezTo>
                      <a:pt x="8" y="63"/>
                      <a:pt x="19" y="50"/>
                      <a:pt x="30" y="43"/>
                    </a:cubicBezTo>
                    <a:cubicBezTo>
                      <a:pt x="29" y="42"/>
                      <a:pt x="29" y="40"/>
                      <a:pt x="29" y="38"/>
                    </a:cubicBezTo>
                    <a:cubicBezTo>
                      <a:pt x="29" y="30"/>
                      <a:pt x="38" y="23"/>
                      <a:pt x="50" y="23"/>
                    </a:cubicBezTo>
                    <a:cubicBezTo>
                      <a:pt x="61" y="23"/>
                      <a:pt x="71" y="30"/>
                      <a:pt x="71" y="38"/>
                    </a:cubicBezTo>
                    <a:cubicBezTo>
                      <a:pt x="71" y="40"/>
                      <a:pt x="70" y="42"/>
                      <a:pt x="69" y="43"/>
                    </a:cubicBezTo>
                    <a:cubicBezTo>
                      <a:pt x="81" y="50"/>
                      <a:pt x="92" y="64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1" y="80"/>
                      <a:pt x="97" y="57"/>
                      <a:pt x="99" y="48"/>
                    </a:cubicBezTo>
                    <a:cubicBezTo>
                      <a:pt x="99" y="47"/>
                      <a:pt x="99" y="47"/>
                      <a:pt x="99" y="46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9" name="Freeform 794">
                <a:extLst>
                  <a:ext uri="{FF2B5EF4-FFF2-40B4-BE49-F238E27FC236}">
                    <a16:creationId xmlns:a16="http://schemas.microsoft.com/office/drawing/2014/main" id="{4AB1CE97-5E7D-4582-909A-9205C8ED5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131"/>
                <a:ext cx="142" cy="744"/>
              </a:xfrm>
              <a:custGeom>
                <a:avLst/>
                <a:gdLst>
                  <a:gd name="T0" fmla="*/ 404 w 57"/>
                  <a:gd name="T1" fmla="*/ 2525 h 279"/>
                  <a:gd name="T2" fmla="*/ 125 w 57"/>
                  <a:gd name="T3" fmla="*/ 4928 h 279"/>
                  <a:gd name="T4" fmla="*/ 125 w 57"/>
                  <a:gd name="T5" fmla="*/ 4928 h 279"/>
                  <a:gd name="T6" fmla="*/ 217 w 57"/>
                  <a:gd name="T7" fmla="*/ 5291 h 279"/>
                  <a:gd name="T8" fmla="*/ 508 w 57"/>
                  <a:gd name="T9" fmla="*/ 4915 h 279"/>
                  <a:gd name="T10" fmla="*/ 725 w 57"/>
                  <a:gd name="T11" fmla="*/ 4971 h 279"/>
                  <a:gd name="T12" fmla="*/ 882 w 57"/>
                  <a:gd name="T13" fmla="*/ 4629 h 279"/>
                  <a:gd name="T14" fmla="*/ 882 w 57"/>
                  <a:gd name="T15" fmla="*/ 4608 h 279"/>
                  <a:gd name="T16" fmla="*/ 620 w 57"/>
                  <a:gd name="T17" fmla="*/ 3208 h 279"/>
                  <a:gd name="T18" fmla="*/ 384 w 57"/>
                  <a:gd name="T19" fmla="*/ 832 h 279"/>
                  <a:gd name="T20" fmla="*/ 125 w 57"/>
                  <a:gd name="T21" fmla="*/ 35 h 279"/>
                  <a:gd name="T22" fmla="*/ 187 w 57"/>
                  <a:gd name="T23" fmla="*/ 704 h 279"/>
                  <a:gd name="T24" fmla="*/ 404 w 57"/>
                  <a:gd name="T25" fmla="*/ 2525 h 2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7" h="279">
                    <a:moveTo>
                      <a:pt x="26" y="133"/>
                    </a:moveTo>
                    <a:cubicBezTo>
                      <a:pt x="30" y="187"/>
                      <a:pt x="28" y="250"/>
                      <a:pt x="8" y="260"/>
                    </a:cubicBezTo>
                    <a:cubicBezTo>
                      <a:pt x="8" y="260"/>
                      <a:pt x="8" y="260"/>
                      <a:pt x="8" y="260"/>
                    </a:cubicBezTo>
                    <a:cubicBezTo>
                      <a:pt x="7" y="271"/>
                      <a:pt x="10" y="275"/>
                      <a:pt x="14" y="279"/>
                    </a:cubicBezTo>
                    <a:cubicBezTo>
                      <a:pt x="19" y="276"/>
                      <a:pt x="28" y="262"/>
                      <a:pt x="33" y="259"/>
                    </a:cubicBezTo>
                    <a:cubicBezTo>
                      <a:pt x="38" y="255"/>
                      <a:pt x="41" y="257"/>
                      <a:pt x="47" y="262"/>
                    </a:cubicBezTo>
                    <a:cubicBezTo>
                      <a:pt x="51" y="257"/>
                      <a:pt x="54" y="250"/>
                      <a:pt x="57" y="244"/>
                    </a:cubicBezTo>
                    <a:cubicBezTo>
                      <a:pt x="57" y="244"/>
                      <a:pt x="57" y="243"/>
                      <a:pt x="57" y="243"/>
                    </a:cubicBezTo>
                    <a:cubicBezTo>
                      <a:pt x="41" y="234"/>
                      <a:pt x="42" y="192"/>
                      <a:pt x="40" y="169"/>
                    </a:cubicBezTo>
                    <a:cubicBezTo>
                      <a:pt x="38" y="145"/>
                      <a:pt x="31" y="75"/>
                      <a:pt x="25" y="44"/>
                    </a:cubicBezTo>
                    <a:cubicBezTo>
                      <a:pt x="19" y="14"/>
                      <a:pt x="15" y="0"/>
                      <a:pt x="8" y="2"/>
                    </a:cubicBezTo>
                    <a:cubicBezTo>
                      <a:pt x="0" y="5"/>
                      <a:pt x="6" y="22"/>
                      <a:pt x="12" y="37"/>
                    </a:cubicBezTo>
                    <a:cubicBezTo>
                      <a:pt x="18" y="53"/>
                      <a:pt x="23" y="79"/>
                      <a:pt x="26" y="133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0" name="Freeform 795">
                <a:extLst>
                  <a:ext uri="{FF2B5EF4-FFF2-40B4-BE49-F238E27FC236}">
                    <a16:creationId xmlns:a16="http://schemas.microsoft.com/office/drawing/2014/main" id="{CB74B064-4635-44D0-B2B7-C64D07859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131"/>
                <a:ext cx="145" cy="744"/>
              </a:xfrm>
              <a:custGeom>
                <a:avLst/>
                <a:gdLst>
                  <a:gd name="T0" fmla="*/ 175 w 58"/>
                  <a:gd name="T1" fmla="*/ 4984 h 279"/>
                  <a:gd name="T2" fmla="*/ 188 w 58"/>
                  <a:gd name="T3" fmla="*/ 4971 h 279"/>
                  <a:gd name="T4" fmla="*/ 375 w 58"/>
                  <a:gd name="T5" fmla="*/ 4915 h 279"/>
                  <a:gd name="T6" fmla="*/ 675 w 58"/>
                  <a:gd name="T7" fmla="*/ 5291 h 279"/>
                  <a:gd name="T8" fmla="*/ 770 w 58"/>
                  <a:gd name="T9" fmla="*/ 4928 h 279"/>
                  <a:gd name="T10" fmla="*/ 770 w 58"/>
                  <a:gd name="T11" fmla="*/ 4928 h 279"/>
                  <a:gd name="T12" fmla="*/ 488 w 58"/>
                  <a:gd name="T13" fmla="*/ 2525 h 279"/>
                  <a:gd name="T14" fmla="*/ 720 w 58"/>
                  <a:gd name="T15" fmla="*/ 704 h 279"/>
                  <a:gd name="T16" fmla="*/ 783 w 58"/>
                  <a:gd name="T17" fmla="*/ 35 h 279"/>
                  <a:gd name="T18" fmla="*/ 520 w 58"/>
                  <a:gd name="T19" fmla="*/ 832 h 279"/>
                  <a:gd name="T20" fmla="*/ 270 w 58"/>
                  <a:gd name="T21" fmla="*/ 3208 h 279"/>
                  <a:gd name="T22" fmla="*/ 20 w 58"/>
                  <a:gd name="T23" fmla="*/ 4608 h 279"/>
                  <a:gd name="T24" fmla="*/ 0 w 58"/>
                  <a:gd name="T25" fmla="*/ 4629 h 279"/>
                  <a:gd name="T26" fmla="*/ 175 w 58"/>
                  <a:gd name="T27" fmla="*/ 4984 h 27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8" h="279">
                    <a:moveTo>
                      <a:pt x="11" y="263"/>
                    </a:moveTo>
                    <a:cubicBezTo>
                      <a:pt x="11" y="262"/>
                      <a:pt x="12" y="262"/>
                      <a:pt x="12" y="262"/>
                    </a:cubicBezTo>
                    <a:cubicBezTo>
                      <a:pt x="18" y="257"/>
                      <a:pt x="20" y="255"/>
                      <a:pt x="24" y="259"/>
                    </a:cubicBezTo>
                    <a:cubicBezTo>
                      <a:pt x="29" y="262"/>
                      <a:pt x="39" y="276"/>
                      <a:pt x="43" y="279"/>
                    </a:cubicBezTo>
                    <a:cubicBezTo>
                      <a:pt x="47" y="275"/>
                      <a:pt x="50" y="270"/>
                      <a:pt x="49" y="260"/>
                    </a:cubicBezTo>
                    <a:cubicBezTo>
                      <a:pt x="49" y="260"/>
                      <a:pt x="49" y="260"/>
                      <a:pt x="49" y="260"/>
                    </a:cubicBezTo>
                    <a:cubicBezTo>
                      <a:pt x="29" y="250"/>
                      <a:pt x="28" y="187"/>
                      <a:pt x="31" y="133"/>
                    </a:cubicBezTo>
                    <a:cubicBezTo>
                      <a:pt x="34" y="79"/>
                      <a:pt x="39" y="53"/>
                      <a:pt x="46" y="37"/>
                    </a:cubicBezTo>
                    <a:cubicBezTo>
                      <a:pt x="51" y="22"/>
                      <a:pt x="58" y="5"/>
                      <a:pt x="50" y="2"/>
                    </a:cubicBezTo>
                    <a:cubicBezTo>
                      <a:pt x="42" y="0"/>
                      <a:pt x="38" y="14"/>
                      <a:pt x="33" y="44"/>
                    </a:cubicBezTo>
                    <a:cubicBezTo>
                      <a:pt x="27" y="75"/>
                      <a:pt x="19" y="145"/>
                      <a:pt x="17" y="169"/>
                    </a:cubicBezTo>
                    <a:cubicBezTo>
                      <a:pt x="15" y="192"/>
                      <a:pt x="16" y="234"/>
                      <a:pt x="1" y="243"/>
                    </a:cubicBezTo>
                    <a:cubicBezTo>
                      <a:pt x="0" y="244"/>
                      <a:pt x="0" y="244"/>
                      <a:pt x="0" y="244"/>
                    </a:cubicBezTo>
                    <a:cubicBezTo>
                      <a:pt x="3" y="250"/>
                      <a:pt x="7" y="257"/>
                      <a:pt x="11" y="263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1" name="Freeform 796">
                <a:extLst>
                  <a:ext uri="{FF2B5EF4-FFF2-40B4-BE49-F238E27FC236}">
                    <a16:creationId xmlns:a16="http://schemas.microsoft.com/office/drawing/2014/main" id="{49304AF8-88DD-4257-B64F-D1BA9DBDA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339"/>
                <a:ext cx="228" cy="88"/>
              </a:xfrm>
              <a:custGeom>
                <a:avLst/>
                <a:gdLst>
                  <a:gd name="T0" fmla="*/ 1431 w 91"/>
                  <a:gd name="T1" fmla="*/ 93 h 33"/>
                  <a:gd name="T2" fmla="*/ 722 w 91"/>
                  <a:gd name="T3" fmla="*/ 0 h 33"/>
                  <a:gd name="T4" fmla="*/ 709 w 91"/>
                  <a:gd name="T5" fmla="*/ 0 h 33"/>
                  <a:gd name="T6" fmla="*/ 0 w 91"/>
                  <a:gd name="T7" fmla="*/ 93 h 33"/>
                  <a:gd name="T8" fmla="*/ 0 w 91"/>
                  <a:gd name="T9" fmla="*/ 93 h 33"/>
                  <a:gd name="T10" fmla="*/ 125 w 91"/>
                  <a:gd name="T11" fmla="*/ 264 h 33"/>
                  <a:gd name="T12" fmla="*/ 551 w 91"/>
                  <a:gd name="T13" fmla="*/ 605 h 33"/>
                  <a:gd name="T14" fmla="*/ 564 w 91"/>
                  <a:gd name="T15" fmla="*/ 627 h 33"/>
                  <a:gd name="T16" fmla="*/ 584 w 91"/>
                  <a:gd name="T17" fmla="*/ 627 h 33"/>
                  <a:gd name="T18" fmla="*/ 709 w 91"/>
                  <a:gd name="T19" fmla="*/ 589 h 33"/>
                  <a:gd name="T20" fmla="*/ 722 w 91"/>
                  <a:gd name="T21" fmla="*/ 589 h 33"/>
                  <a:gd name="T22" fmla="*/ 867 w 91"/>
                  <a:gd name="T23" fmla="*/ 627 h 33"/>
                  <a:gd name="T24" fmla="*/ 867 w 91"/>
                  <a:gd name="T25" fmla="*/ 627 h 33"/>
                  <a:gd name="T26" fmla="*/ 879 w 91"/>
                  <a:gd name="T27" fmla="*/ 605 h 33"/>
                  <a:gd name="T28" fmla="*/ 1305 w 91"/>
                  <a:gd name="T29" fmla="*/ 264 h 33"/>
                  <a:gd name="T30" fmla="*/ 1431 w 91"/>
                  <a:gd name="T31" fmla="*/ 93 h 3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1" h="33">
                    <a:moveTo>
                      <a:pt x="91" y="5"/>
                    </a:moveTo>
                    <a:cubicBezTo>
                      <a:pt x="77" y="2"/>
                      <a:pt x="61" y="0"/>
                      <a:pt x="46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0" y="0"/>
                      <a:pt x="14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8"/>
                      <a:pt x="5" y="11"/>
                      <a:pt x="8" y="14"/>
                    </a:cubicBezTo>
                    <a:cubicBezTo>
                      <a:pt x="17" y="21"/>
                      <a:pt x="27" y="25"/>
                      <a:pt x="35" y="32"/>
                    </a:cubicBezTo>
                    <a:cubicBezTo>
                      <a:pt x="35" y="32"/>
                      <a:pt x="36" y="32"/>
                      <a:pt x="36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9" y="31"/>
                      <a:pt x="42" y="31"/>
                      <a:pt x="45" y="31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9" y="31"/>
                      <a:pt x="52" y="31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6" y="32"/>
                      <a:pt x="56" y="32"/>
                    </a:cubicBezTo>
                    <a:cubicBezTo>
                      <a:pt x="65" y="25"/>
                      <a:pt x="75" y="21"/>
                      <a:pt x="83" y="14"/>
                    </a:cubicBezTo>
                    <a:cubicBezTo>
                      <a:pt x="86" y="11"/>
                      <a:pt x="89" y="8"/>
                      <a:pt x="91" y="5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2" name="Freeform 797">
                <a:extLst>
                  <a:ext uri="{FF2B5EF4-FFF2-40B4-BE49-F238E27FC236}">
                    <a16:creationId xmlns:a16="http://schemas.microsoft.com/office/drawing/2014/main" id="{9A2DA2E4-4034-4A64-95F0-4AB1753AC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224"/>
                <a:ext cx="80" cy="424"/>
              </a:xfrm>
              <a:custGeom>
                <a:avLst/>
                <a:gdLst>
                  <a:gd name="T0" fmla="*/ 458 w 32"/>
                  <a:gd name="T1" fmla="*/ 0 h 159"/>
                  <a:gd name="T2" fmla="*/ 270 w 32"/>
                  <a:gd name="T3" fmla="*/ 605 h 159"/>
                  <a:gd name="T4" fmla="*/ 250 w 32"/>
                  <a:gd name="T5" fmla="*/ 1421 h 159"/>
                  <a:gd name="T6" fmla="*/ 175 w 32"/>
                  <a:gd name="T7" fmla="*/ 2296 h 159"/>
                  <a:gd name="T8" fmla="*/ 95 w 32"/>
                  <a:gd name="T9" fmla="*/ 3016 h 159"/>
                  <a:gd name="T10" fmla="*/ 438 w 32"/>
                  <a:gd name="T11" fmla="*/ 2069 h 159"/>
                  <a:gd name="T12" fmla="*/ 500 w 32"/>
                  <a:gd name="T13" fmla="*/ 1251 h 159"/>
                  <a:gd name="T14" fmla="*/ 363 w 32"/>
                  <a:gd name="T15" fmla="*/ 888 h 159"/>
                  <a:gd name="T16" fmla="*/ 375 w 32"/>
                  <a:gd name="T17" fmla="*/ 704 h 159"/>
                  <a:gd name="T18" fmla="*/ 458 w 32"/>
                  <a:gd name="T19" fmla="*/ 547 h 159"/>
                  <a:gd name="T20" fmla="*/ 425 w 32"/>
                  <a:gd name="T21" fmla="*/ 136 h 1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59">
                    <a:moveTo>
                      <a:pt x="29" y="0"/>
                    </a:moveTo>
                    <a:cubicBezTo>
                      <a:pt x="21" y="12"/>
                      <a:pt x="17" y="17"/>
                      <a:pt x="17" y="32"/>
                    </a:cubicBezTo>
                    <a:cubicBezTo>
                      <a:pt x="16" y="46"/>
                      <a:pt x="16" y="61"/>
                      <a:pt x="16" y="75"/>
                    </a:cubicBezTo>
                    <a:cubicBezTo>
                      <a:pt x="15" y="90"/>
                      <a:pt x="14" y="106"/>
                      <a:pt x="11" y="121"/>
                    </a:cubicBezTo>
                    <a:cubicBezTo>
                      <a:pt x="8" y="133"/>
                      <a:pt x="0" y="147"/>
                      <a:pt x="6" y="159"/>
                    </a:cubicBezTo>
                    <a:cubicBezTo>
                      <a:pt x="5" y="138"/>
                      <a:pt x="13" y="124"/>
                      <a:pt x="28" y="109"/>
                    </a:cubicBezTo>
                    <a:cubicBezTo>
                      <a:pt x="23" y="102"/>
                      <a:pt x="22" y="66"/>
                      <a:pt x="32" y="66"/>
                    </a:cubicBezTo>
                    <a:cubicBezTo>
                      <a:pt x="27" y="61"/>
                      <a:pt x="24" y="55"/>
                      <a:pt x="23" y="47"/>
                    </a:cubicBezTo>
                    <a:cubicBezTo>
                      <a:pt x="23" y="44"/>
                      <a:pt x="23" y="40"/>
                      <a:pt x="24" y="37"/>
                    </a:cubicBezTo>
                    <a:cubicBezTo>
                      <a:pt x="25" y="35"/>
                      <a:pt x="29" y="30"/>
                      <a:pt x="29" y="29"/>
                    </a:cubicBezTo>
                    <a:cubicBezTo>
                      <a:pt x="29" y="19"/>
                      <a:pt x="20" y="18"/>
                      <a:pt x="2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3" name="Freeform 798">
                <a:extLst>
                  <a:ext uri="{FF2B5EF4-FFF2-40B4-BE49-F238E27FC236}">
                    <a16:creationId xmlns:a16="http://schemas.microsoft.com/office/drawing/2014/main" id="{0CB8409D-FF06-4F27-82AB-210984462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1888"/>
                <a:ext cx="37" cy="307"/>
              </a:xfrm>
              <a:custGeom>
                <a:avLst/>
                <a:gdLst>
                  <a:gd name="T0" fmla="*/ 104 w 15"/>
                  <a:gd name="T1" fmla="*/ 0 h 115"/>
                  <a:gd name="T2" fmla="*/ 12 w 15"/>
                  <a:gd name="T3" fmla="*/ 1084 h 115"/>
                  <a:gd name="T4" fmla="*/ 224 w 15"/>
                  <a:gd name="T5" fmla="*/ 2189 h 115"/>
                  <a:gd name="T6" fmla="*/ 212 w 15"/>
                  <a:gd name="T7" fmla="*/ 1583 h 115"/>
                  <a:gd name="T8" fmla="*/ 91 w 15"/>
                  <a:gd name="T9" fmla="*/ 1105 h 115"/>
                  <a:gd name="T10" fmla="*/ 153 w 15"/>
                  <a:gd name="T11" fmla="*/ 934 h 115"/>
                  <a:gd name="T12" fmla="*/ 91 w 15"/>
                  <a:gd name="T13" fmla="*/ 742 h 115"/>
                  <a:gd name="T14" fmla="*/ 104 w 15"/>
                  <a:gd name="T15" fmla="*/ 435 h 115"/>
                  <a:gd name="T16" fmla="*/ 74 w 15"/>
                  <a:gd name="T17" fmla="*/ 206 h 115"/>
                  <a:gd name="T18" fmla="*/ 91 w 15"/>
                  <a:gd name="T19" fmla="*/ 35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115">
                    <a:moveTo>
                      <a:pt x="7" y="0"/>
                    </a:moveTo>
                    <a:cubicBezTo>
                      <a:pt x="1" y="19"/>
                      <a:pt x="0" y="38"/>
                      <a:pt x="1" y="57"/>
                    </a:cubicBezTo>
                    <a:cubicBezTo>
                      <a:pt x="1" y="78"/>
                      <a:pt x="10" y="95"/>
                      <a:pt x="15" y="115"/>
                    </a:cubicBezTo>
                    <a:cubicBezTo>
                      <a:pt x="8" y="107"/>
                      <a:pt x="11" y="92"/>
                      <a:pt x="14" y="83"/>
                    </a:cubicBezTo>
                    <a:cubicBezTo>
                      <a:pt x="6" y="80"/>
                      <a:pt x="5" y="65"/>
                      <a:pt x="6" y="58"/>
                    </a:cubicBezTo>
                    <a:cubicBezTo>
                      <a:pt x="7" y="55"/>
                      <a:pt x="10" y="52"/>
                      <a:pt x="10" y="49"/>
                    </a:cubicBezTo>
                    <a:cubicBezTo>
                      <a:pt x="9" y="46"/>
                      <a:pt x="6" y="43"/>
                      <a:pt x="6" y="39"/>
                    </a:cubicBezTo>
                    <a:cubicBezTo>
                      <a:pt x="6" y="31"/>
                      <a:pt x="9" y="30"/>
                      <a:pt x="7" y="23"/>
                    </a:cubicBezTo>
                    <a:cubicBezTo>
                      <a:pt x="6" y="18"/>
                      <a:pt x="5" y="15"/>
                      <a:pt x="5" y="11"/>
                    </a:cubicBezTo>
                    <a:cubicBezTo>
                      <a:pt x="5" y="7"/>
                      <a:pt x="8" y="6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4" name="Freeform 799">
                <a:extLst>
                  <a:ext uri="{FF2B5EF4-FFF2-40B4-BE49-F238E27FC236}">
                    <a16:creationId xmlns:a16="http://schemas.microsoft.com/office/drawing/2014/main" id="{8818AC71-BC7B-4D84-A084-8025B34D6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1861"/>
                <a:ext cx="88" cy="304"/>
              </a:xfrm>
              <a:custGeom>
                <a:avLst/>
                <a:gdLst>
                  <a:gd name="T0" fmla="*/ 146 w 35"/>
                  <a:gd name="T1" fmla="*/ 0 h 114"/>
                  <a:gd name="T2" fmla="*/ 0 w 35"/>
                  <a:gd name="T3" fmla="*/ 533 h 114"/>
                  <a:gd name="T4" fmla="*/ 113 w 35"/>
                  <a:gd name="T5" fmla="*/ 1101 h 114"/>
                  <a:gd name="T6" fmla="*/ 284 w 35"/>
                  <a:gd name="T7" fmla="*/ 1651 h 114"/>
                  <a:gd name="T8" fmla="*/ 410 w 35"/>
                  <a:gd name="T9" fmla="*/ 2163 h 114"/>
                  <a:gd name="T10" fmla="*/ 556 w 35"/>
                  <a:gd name="T11" fmla="*/ 1899 h 114"/>
                  <a:gd name="T12" fmla="*/ 463 w 35"/>
                  <a:gd name="T13" fmla="*/ 1400 h 114"/>
                  <a:gd name="T14" fmla="*/ 241 w 35"/>
                  <a:gd name="T15" fmla="*/ 1024 h 114"/>
                  <a:gd name="T16" fmla="*/ 221 w 35"/>
                  <a:gd name="T17" fmla="*/ 797 h 114"/>
                  <a:gd name="T18" fmla="*/ 146 w 35"/>
                  <a:gd name="T19" fmla="*/ 704 h 114"/>
                  <a:gd name="T20" fmla="*/ 113 w 35"/>
                  <a:gd name="T21" fmla="*/ 136 h 1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114">
                    <a:moveTo>
                      <a:pt x="9" y="0"/>
                    </a:moveTo>
                    <a:cubicBezTo>
                      <a:pt x="4" y="10"/>
                      <a:pt x="0" y="16"/>
                      <a:pt x="0" y="28"/>
                    </a:cubicBezTo>
                    <a:cubicBezTo>
                      <a:pt x="0" y="38"/>
                      <a:pt x="4" y="48"/>
                      <a:pt x="7" y="58"/>
                    </a:cubicBezTo>
                    <a:cubicBezTo>
                      <a:pt x="10" y="67"/>
                      <a:pt x="14" y="77"/>
                      <a:pt x="18" y="87"/>
                    </a:cubicBezTo>
                    <a:cubicBezTo>
                      <a:pt x="20" y="95"/>
                      <a:pt x="22" y="106"/>
                      <a:pt x="26" y="114"/>
                    </a:cubicBezTo>
                    <a:cubicBezTo>
                      <a:pt x="30" y="110"/>
                      <a:pt x="31" y="104"/>
                      <a:pt x="35" y="100"/>
                    </a:cubicBezTo>
                    <a:cubicBezTo>
                      <a:pt x="23" y="98"/>
                      <a:pt x="26" y="82"/>
                      <a:pt x="29" y="74"/>
                    </a:cubicBezTo>
                    <a:cubicBezTo>
                      <a:pt x="21" y="70"/>
                      <a:pt x="17" y="64"/>
                      <a:pt x="15" y="54"/>
                    </a:cubicBezTo>
                    <a:cubicBezTo>
                      <a:pt x="14" y="51"/>
                      <a:pt x="15" y="45"/>
                      <a:pt x="14" y="42"/>
                    </a:cubicBezTo>
                    <a:cubicBezTo>
                      <a:pt x="13" y="40"/>
                      <a:pt x="10" y="39"/>
                      <a:pt x="9" y="37"/>
                    </a:cubicBezTo>
                    <a:cubicBezTo>
                      <a:pt x="2" y="26"/>
                      <a:pt x="5" y="19"/>
                      <a:pt x="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5" name="Freeform 800">
                <a:extLst>
                  <a:ext uri="{FF2B5EF4-FFF2-40B4-BE49-F238E27FC236}">
                    <a16:creationId xmlns:a16="http://schemas.microsoft.com/office/drawing/2014/main" id="{E74CAFCB-AC9B-4923-871D-FCE509709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240"/>
                <a:ext cx="38" cy="424"/>
              </a:xfrm>
              <a:custGeom>
                <a:avLst/>
                <a:gdLst>
                  <a:gd name="T0" fmla="*/ 96 w 15"/>
                  <a:gd name="T1" fmla="*/ 0 h 159"/>
                  <a:gd name="T2" fmla="*/ 96 w 15"/>
                  <a:gd name="T3" fmla="*/ 1459 h 159"/>
                  <a:gd name="T4" fmla="*/ 129 w 15"/>
                  <a:gd name="T5" fmla="*/ 2219 h 159"/>
                  <a:gd name="T6" fmla="*/ 117 w 15"/>
                  <a:gd name="T7" fmla="*/ 3016 h 159"/>
                  <a:gd name="T8" fmla="*/ 213 w 15"/>
                  <a:gd name="T9" fmla="*/ 2104 h 159"/>
                  <a:gd name="T10" fmla="*/ 193 w 15"/>
                  <a:gd name="T11" fmla="*/ 1821 h 159"/>
                  <a:gd name="T12" fmla="*/ 180 w 15"/>
                  <a:gd name="T13" fmla="*/ 1400 h 159"/>
                  <a:gd name="T14" fmla="*/ 147 w 15"/>
                  <a:gd name="T15" fmla="*/ 1139 h 159"/>
                  <a:gd name="T16" fmla="*/ 160 w 15"/>
                  <a:gd name="T17" fmla="*/ 875 h 159"/>
                  <a:gd name="T18" fmla="*/ 96 w 15"/>
                  <a:gd name="T19" fmla="*/ 320 h 1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159">
                    <a:moveTo>
                      <a:pt x="6" y="0"/>
                    </a:moveTo>
                    <a:cubicBezTo>
                      <a:pt x="3" y="27"/>
                      <a:pt x="3" y="50"/>
                      <a:pt x="6" y="77"/>
                    </a:cubicBezTo>
                    <a:cubicBezTo>
                      <a:pt x="7" y="91"/>
                      <a:pt x="8" y="104"/>
                      <a:pt x="8" y="117"/>
                    </a:cubicBezTo>
                    <a:cubicBezTo>
                      <a:pt x="9" y="130"/>
                      <a:pt x="4" y="147"/>
                      <a:pt x="7" y="159"/>
                    </a:cubicBezTo>
                    <a:cubicBezTo>
                      <a:pt x="9" y="143"/>
                      <a:pt x="11" y="127"/>
                      <a:pt x="13" y="111"/>
                    </a:cubicBezTo>
                    <a:cubicBezTo>
                      <a:pt x="14" y="103"/>
                      <a:pt x="15" y="104"/>
                      <a:pt x="12" y="96"/>
                    </a:cubicBezTo>
                    <a:cubicBezTo>
                      <a:pt x="10" y="88"/>
                      <a:pt x="11" y="82"/>
                      <a:pt x="11" y="74"/>
                    </a:cubicBezTo>
                    <a:cubicBezTo>
                      <a:pt x="12" y="69"/>
                      <a:pt x="10" y="66"/>
                      <a:pt x="9" y="60"/>
                    </a:cubicBezTo>
                    <a:cubicBezTo>
                      <a:pt x="8" y="55"/>
                      <a:pt x="11" y="50"/>
                      <a:pt x="10" y="46"/>
                    </a:cubicBezTo>
                    <a:cubicBezTo>
                      <a:pt x="9" y="36"/>
                      <a:pt x="0" y="27"/>
                      <a:pt x="6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6" name="Freeform 801">
                <a:extLst>
                  <a:ext uri="{FF2B5EF4-FFF2-40B4-BE49-F238E27FC236}">
                    <a16:creationId xmlns:a16="http://schemas.microsoft.com/office/drawing/2014/main" id="{C56076A7-E449-47A2-9804-4B226F5B7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2584"/>
                <a:ext cx="68" cy="184"/>
              </a:xfrm>
              <a:custGeom>
                <a:avLst/>
                <a:gdLst>
                  <a:gd name="T0" fmla="*/ 431 w 27"/>
                  <a:gd name="T1" fmla="*/ 0 h 69"/>
                  <a:gd name="T2" fmla="*/ 179 w 27"/>
                  <a:gd name="T3" fmla="*/ 627 h 69"/>
                  <a:gd name="T4" fmla="*/ 0 w 27"/>
                  <a:gd name="T5" fmla="*/ 1309 h 69"/>
                  <a:gd name="T6" fmla="*/ 272 w 27"/>
                  <a:gd name="T7" fmla="*/ 853 h 69"/>
                  <a:gd name="T8" fmla="*/ 335 w 27"/>
                  <a:gd name="T9" fmla="*/ 419 h 69"/>
                  <a:gd name="T10" fmla="*/ 413 w 27"/>
                  <a:gd name="T11" fmla="*/ 136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9">
                    <a:moveTo>
                      <a:pt x="27" y="0"/>
                    </a:moveTo>
                    <a:cubicBezTo>
                      <a:pt x="18" y="9"/>
                      <a:pt x="15" y="21"/>
                      <a:pt x="11" y="33"/>
                    </a:cubicBezTo>
                    <a:cubicBezTo>
                      <a:pt x="7" y="45"/>
                      <a:pt x="2" y="57"/>
                      <a:pt x="0" y="69"/>
                    </a:cubicBezTo>
                    <a:cubicBezTo>
                      <a:pt x="3" y="60"/>
                      <a:pt x="8" y="49"/>
                      <a:pt x="17" y="45"/>
                    </a:cubicBezTo>
                    <a:cubicBezTo>
                      <a:pt x="13" y="34"/>
                      <a:pt x="18" y="32"/>
                      <a:pt x="21" y="22"/>
                    </a:cubicBezTo>
                    <a:cubicBezTo>
                      <a:pt x="23" y="16"/>
                      <a:pt x="22" y="11"/>
                      <a:pt x="26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7" name="Freeform 802">
                <a:extLst>
                  <a:ext uri="{FF2B5EF4-FFF2-40B4-BE49-F238E27FC236}">
                    <a16:creationId xmlns:a16="http://schemas.microsoft.com/office/drawing/2014/main" id="{9D5DEC0B-E7E8-439A-92ED-0D803F5EB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2829"/>
                <a:ext cx="123" cy="142"/>
              </a:xfrm>
              <a:custGeom>
                <a:avLst/>
                <a:gdLst>
                  <a:gd name="T0" fmla="*/ 0 w 49"/>
                  <a:gd name="T1" fmla="*/ 1018 h 53"/>
                  <a:gd name="T2" fmla="*/ 316 w 49"/>
                  <a:gd name="T3" fmla="*/ 367 h 53"/>
                  <a:gd name="T4" fmla="*/ 776 w 49"/>
                  <a:gd name="T5" fmla="*/ 0 h 53"/>
                  <a:gd name="T6" fmla="*/ 535 w 49"/>
                  <a:gd name="T7" fmla="*/ 330 h 53"/>
                  <a:gd name="T8" fmla="*/ 379 w 49"/>
                  <a:gd name="T9" fmla="*/ 458 h 53"/>
                  <a:gd name="T10" fmla="*/ 271 w 49"/>
                  <a:gd name="T11" fmla="*/ 57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53">
                    <a:moveTo>
                      <a:pt x="0" y="53"/>
                    </a:moveTo>
                    <a:cubicBezTo>
                      <a:pt x="8" y="43"/>
                      <a:pt x="12" y="29"/>
                      <a:pt x="20" y="19"/>
                    </a:cubicBezTo>
                    <a:cubicBezTo>
                      <a:pt x="29" y="10"/>
                      <a:pt x="38" y="6"/>
                      <a:pt x="49" y="0"/>
                    </a:cubicBezTo>
                    <a:cubicBezTo>
                      <a:pt x="43" y="3"/>
                      <a:pt x="34" y="9"/>
                      <a:pt x="34" y="17"/>
                    </a:cubicBezTo>
                    <a:cubicBezTo>
                      <a:pt x="29" y="9"/>
                      <a:pt x="24" y="19"/>
                      <a:pt x="24" y="24"/>
                    </a:cubicBezTo>
                    <a:cubicBezTo>
                      <a:pt x="21" y="24"/>
                      <a:pt x="18" y="26"/>
                      <a:pt x="17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8" name="Freeform 803">
                <a:extLst>
                  <a:ext uri="{FF2B5EF4-FFF2-40B4-BE49-F238E27FC236}">
                    <a16:creationId xmlns:a16="http://schemas.microsoft.com/office/drawing/2014/main" id="{55DA765A-413C-463F-A5B7-B7DADAA2B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248"/>
                <a:ext cx="125" cy="163"/>
              </a:xfrm>
              <a:custGeom>
                <a:avLst/>
                <a:gdLst>
                  <a:gd name="T0" fmla="*/ 33 w 50"/>
                  <a:gd name="T1" fmla="*/ 0 h 61"/>
                  <a:gd name="T2" fmla="*/ 175 w 50"/>
                  <a:gd name="T3" fmla="*/ 842 h 61"/>
                  <a:gd name="T4" fmla="*/ 783 w 50"/>
                  <a:gd name="T5" fmla="*/ 1165 h 61"/>
                  <a:gd name="T6" fmla="*/ 500 w 50"/>
                  <a:gd name="T7" fmla="*/ 901 h 61"/>
                  <a:gd name="T8" fmla="*/ 250 w 50"/>
                  <a:gd name="T9" fmla="*/ 729 h 61"/>
                  <a:gd name="T10" fmla="*/ 145 w 50"/>
                  <a:gd name="T11" fmla="*/ 457 h 61"/>
                  <a:gd name="T12" fmla="*/ 50 w 50"/>
                  <a:gd name="T13" fmla="*/ 56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61">
                    <a:moveTo>
                      <a:pt x="2" y="0"/>
                    </a:moveTo>
                    <a:cubicBezTo>
                      <a:pt x="2" y="16"/>
                      <a:pt x="0" y="31"/>
                      <a:pt x="11" y="44"/>
                    </a:cubicBezTo>
                    <a:cubicBezTo>
                      <a:pt x="21" y="58"/>
                      <a:pt x="33" y="61"/>
                      <a:pt x="50" y="61"/>
                    </a:cubicBezTo>
                    <a:cubicBezTo>
                      <a:pt x="43" y="61"/>
                      <a:pt x="25" y="57"/>
                      <a:pt x="32" y="47"/>
                    </a:cubicBezTo>
                    <a:cubicBezTo>
                      <a:pt x="24" y="56"/>
                      <a:pt x="16" y="47"/>
                      <a:pt x="16" y="38"/>
                    </a:cubicBezTo>
                    <a:cubicBezTo>
                      <a:pt x="8" y="38"/>
                      <a:pt x="10" y="29"/>
                      <a:pt x="9" y="24"/>
                    </a:cubicBezTo>
                    <a:cubicBezTo>
                      <a:pt x="7" y="17"/>
                      <a:pt x="3" y="12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9" name="Freeform 804">
                <a:extLst>
                  <a:ext uri="{FF2B5EF4-FFF2-40B4-BE49-F238E27FC236}">
                    <a16:creationId xmlns:a16="http://schemas.microsoft.com/office/drawing/2014/main" id="{AD9A5F95-5E49-43C4-9537-F0C46F603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421"/>
                <a:ext cx="217" cy="70"/>
              </a:xfrm>
              <a:custGeom>
                <a:avLst/>
                <a:gdLst>
                  <a:gd name="T0" fmla="*/ 0 w 87"/>
                  <a:gd name="T1" fmla="*/ 275 h 26"/>
                  <a:gd name="T2" fmla="*/ 778 w 87"/>
                  <a:gd name="T3" fmla="*/ 137 h 26"/>
                  <a:gd name="T4" fmla="*/ 1150 w 87"/>
                  <a:gd name="T5" fmla="*/ 116 h 26"/>
                  <a:gd name="T6" fmla="*/ 1349 w 87"/>
                  <a:gd name="T7" fmla="*/ 506 h 26"/>
                  <a:gd name="T8" fmla="*/ 1058 w 87"/>
                  <a:gd name="T9" fmla="*/ 312 h 26"/>
                  <a:gd name="T10" fmla="*/ 853 w 87"/>
                  <a:gd name="T11" fmla="*/ 347 h 26"/>
                  <a:gd name="T12" fmla="*/ 683 w 87"/>
                  <a:gd name="T13" fmla="*/ 21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6">
                    <a:moveTo>
                      <a:pt x="0" y="14"/>
                    </a:moveTo>
                    <a:cubicBezTo>
                      <a:pt x="17" y="9"/>
                      <a:pt x="33" y="9"/>
                      <a:pt x="50" y="7"/>
                    </a:cubicBezTo>
                    <a:cubicBezTo>
                      <a:pt x="58" y="6"/>
                      <a:pt x="68" y="2"/>
                      <a:pt x="74" y="6"/>
                    </a:cubicBezTo>
                    <a:cubicBezTo>
                      <a:pt x="81" y="9"/>
                      <a:pt x="86" y="19"/>
                      <a:pt x="87" y="26"/>
                    </a:cubicBezTo>
                    <a:cubicBezTo>
                      <a:pt x="82" y="22"/>
                      <a:pt x="75" y="0"/>
                      <a:pt x="68" y="16"/>
                    </a:cubicBezTo>
                    <a:cubicBezTo>
                      <a:pt x="65" y="8"/>
                      <a:pt x="58" y="13"/>
                      <a:pt x="55" y="18"/>
                    </a:cubicBezTo>
                    <a:cubicBezTo>
                      <a:pt x="56" y="11"/>
                      <a:pt x="49" y="12"/>
                      <a:pt x="4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0" name="Freeform 805">
                <a:extLst>
                  <a:ext uri="{FF2B5EF4-FFF2-40B4-BE49-F238E27FC236}">
                    <a16:creationId xmlns:a16="http://schemas.microsoft.com/office/drawing/2014/main" id="{A241E03B-E000-423C-AD28-1177BB851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293"/>
                <a:ext cx="63" cy="131"/>
              </a:xfrm>
              <a:custGeom>
                <a:avLst/>
                <a:gdLst>
                  <a:gd name="T0" fmla="*/ 401 w 25"/>
                  <a:gd name="T1" fmla="*/ 35 h 49"/>
                  <a:gd name="T2" fmla="*/ 192 w 25"/>
                  <a:gd name="T3" fmla="*/ 321 h 49"/>
                  <a:gd name="T4" fmla="*/ 0 w 25"/>
                  <a:gd name="T5" fmla="*/ 765 h 49"/>
                  <a:gd name="T6" fmla="*/ 159 w 25"/>
                  <a:gd name="T7" fmla="*/ 936 h 49"/>
                  <a:gd name="T8" fmla="*/ 209 w 25"/>
                  <a:gd name="T9" fmla="*/ 594 h 49"/>
                  <a:gd name="T10" fmla="*/ 285 w 25"/>
                  <a:gd name="T11" fmla="*/ 364 h 49"/>
                  <a:gd name="T12" fmla="*/ 338 w 25"/>
                  <a:gd name="T13" fmla="*/ 94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49">
                    <a:moveTo>
                      <a:pt x="25" y="2"/>
                    </a:moveTo>
                    <a:cubicBezTo>
                      <a:pt x="14" y="0"/>
                      <a:pt x="14" y="10"/>
                      <a:pt x="12" y="17"/>
                    </a:cubicBezTo>
                    <a:cubicBezTo>
                      <a:pt x="10" y="25"/>
                      <a:pt x="1" y="33"/>
                      <a:pt x="0" y="40"/>
                    </a:cubicBezTo>
                    <a:cubicBezTo>
                      <a:pt x="3" y="43"/>
                      <a:pt x="8" y="45"/>
                      <a:pt x="10" y="49"/>
                    </a:cubicBezTo>
                    <a:cubicBezTo>
                      <a:pt x="5" y="43"/>
                      <a:pt x="4" y="34"/>
                      <a:pt x="13" y="31"/>
                    </a:cubicBezTo>
                    <a:cubicBezTo>
                      <a:pt x="11" y="26"/>
                      <a:pt x="12" y="21"/>
                      <a:pt x="18" y="19"/>
                    </a:cubicBezTo>
                    <a:cubicBezTo>
                      <a:pt x="16" y="15"/>
                      <a:pt x="14" y="5"/>
                      <a:pt x="2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1" name="Freeform 806">
                <a:extLst>
                  <a:ext uri="{FF2B5EF4-FFF2-40B4-BE49-F238E27FC236}">
                    <a16:creationId xmlns:a16="http://schemas.microsoft.com/office/drawing/2014/main" id="{BB42F202-F8F6-4A7A-9C56-2D731552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931"/>
                <a:ext cx="105" cy="362"/>
              </a:xfrm>
              <a:custGeom>
                <a:avLst/>
                <a:gdLst>
                  <a:gd name="T0" fmla="*/ 625 w 42"/>
                  <a:gd name="T1" fmla="*/ 35 h 136"/>
                  <a:gd name="T2" fmla="*/ 438 w 42"/>
                  <a:gd name="T3" fmla="*/ 1360 h 136"/>
                  <a:gd name="T4" fmla="*/ 145 w 42"/>
                  <a:gd name="T5" fmla="*/ 1850 h 136"/>
                  <a:gd name="T6" fmla="*/ 125 w 42"/>
                  <a:gd name="T7" fmla="*/ 2566 h 136"/>
                  <a:gd name="T8" fmla="*/ 283 w 42"/>
                  <a:gd name="T9" fmla="*/ 1962 h 136"/>
                  <a:gd name="T10" fmla="*/ 488 w 42"/>
                  <a:gd name="T11" fmla="*/ 1544 h 136"/>
                  <a:gd name="T12" fmla="*/ 583 w 42"/>
                  <a:gd name="T13" fmla="*/ 1057 h 136"/>
                  <a:gd name="T14" fmla="*/ 625 w 42"/>
                  <a:gd name="T15" fmla="*/ 602 h 136"/>
                  <a:gd name="T16" fmla="*/ 645 w 42"/>
                  <a:gd name="T17" fmla="*/ 0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36">
                    <a:moveTo>
                      <a:pt x="40" y="2"/>
                    </a:moveTo>
                    <a:cubicBezTo>
                      <a:pt x="41" y="24"/>
                      <a:pt x="35" y="50"/>
                      <a:pt x="28" y="72"/>
                    </a:cubicBezTo>
                    <a:cubicBezTo>
                      <a:pt x="24" y="83"/>
                      <a:pt x="16" y="89"/>
                      <a:pt x="9" y="98"/>
                    </a:cubicBezTo>
                    <a:cubicBezTo>
                      <a:pt x="0" y="109"/>
                      <a:pt x="5" y="123"/>
                      <a:pt x="8" y="136"/>
                    </a:cubicBezTo>
                    <a:cubicBezTo>
                      <a:pt x="8" y="130"/>
                      <a:pt x="5" y="100"/>
                      <a:pt x="18" y="104"/>
                    </a:cubicBezTo>
                    <a:cubicBezTo>
                      <a:pt x="10" y="99"/>
                      <a:pt x="28" y="88"/>
                      <a:pt x="31" y="82"/>
                    </a:cubicBezTo>
                    <a:cubicBezTo>
                      <a:pt x="36" y="73"/>
                      <a:pt x="38" y="66"/>
                      <a:pt x="37" y="56"/>
                    </a:cubicBezTo>
                    <a:cubicBezTo>
                      <a:pt x="37" y="48"/>
                      <a:pt x="40" y="40"/>
                      <a:pt x="40" y="32"/>
                    </a:cubicBezTo>
                    <a:cubicBezTo>
                      <a:pt x="41" y="24"/>
                      <a:pt x="42" y="8"/>
                      <a:pt x="4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2" name="Freeform 807">
                <a:extLst>
                  <a:ext uri="{FF2B5EF4-FFF2-40B4-BE49-F238E27FC236}">
                    <a16:creationId xmlns:a16="http://schemas.microsoft.com/office/drawing/2014/main" id="{823949CF-48CA-4AA7-98A3-71DF97AA5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077"/>
                <a:ext cx="82" cy="472"/>
              </a:xfrm>
              <a:custGeom>
                <a:avLst/>
                <a:gdLst>
                  <a:gd name="T0" fmla="*/ 507 w 33"/>
                  <a:gd name="T1" fmla="*/ 0 h 177"/>
                  <a:gd name="T2" fmla="*/ 30 w 33"/>
                  <a:gd name="T3" fmla="*/ 1571 h 177"/>
                  <a:gd name="T4" fmla="*/ 216 w 33"/>
                  <a:gd name="T5" fmla="*/ 3357 h 177"/>
                  <a:gd name="T6" fmla="*/ 186 w 33"/>
                  <a:gd name="T7" fmla="*/ 2616 h 177"/>
                  <a:gd name="T8" fmla="*/ 216 w 33"/>
                  <a:gd name="T9" fmla="*/ 2581 h 177"/>
                  <a:gd name="T10" fmla="*/ 166 w 33"/>
                  <a:gd name="T11" fmla="*/ 2483 h 177"/>
                  <a:gd name="T12" fmla="*/ 154 w 33"/>
                  <a:gd name="T13" fmla="*/ 2240 h 177"/>
                  <a:gd name="T14" fmla="*/ 137 w 33"/>
                  <a:gd name="T15" fmla="*/ 1784 h 177"/>
                  <a:gd name="T16" fmla="*/ 124 w 33"/>
                  <a:gd name="T17" fmla="*/ 1421 h 177"/>
                  <a:gd name="T18" fmla="*/ 137 w 33"/>
                  <a:gd name="T19" fmla="*/ 1059 h 177"/>
                  <a:gd name="T20" fmla="*/ 216 w 33"/>
                  <a:gd name="T21" fmla="*/ 947 h 177"/>
                  <a:gd name="T22" fmla="*/ 229 w 33"/>
                  <a:gd name="T23" fmla="*/ 760 h 177"/>
                  <a:gd name="T24" fmla="*/ 321 w 33"/>
                  <a:gd name="T25" fmla="*/ 456 h 17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177">
                    <a:moveTo>
                      <a:pt x="33" y="0"/>
                    </a:moveTo>
                    <a:cubicBezTo>
                      <a:pt x="17" y="25"/>
                      <a:pt x="0" y="52"/>
                      <a:pt x="2" y="83"/>
                    </a:cubicBezTo>
                    <a:cubicBezTo>
                      <a:pt x="3" y="114"/>
                      <a:pt x="3" y="148"/>
                      <a:pt x="14" y="177"/>
                    </a:cubicBezTo>
                    <a:cubicBezTo>
                      <a:pt x="3" y="169"/>
                      <a:pt x="11" y="149"/>
                      <a:pt x="12" y="138"/>
                    </a:cubicBezTo>
                    <a:cubicBezTo>
                      <a:pt x="12" y="137"/>
                      <a:pt x="13" y="137"/>
                      <a:pt x="14" y="136"/>
                    </a:cubicBezTo>
                    <a:cubicBezTo>
                      <a:pt x="14" y="134"/>
                      <a:pt x="11" y="133"/>
                      <a:pt x="11" y="131"/>
                    </a:cubicBezTo>
                    <a:cubicBezTo>
                      <a:pt x="10" y="127"/>
                      <a:pt x="10" y="123"/>
                      <a:pt x="10" y="118"/>
                    </a:cubicBezTo>
                    <a:cubicBezTo>
                      <a:pt x="11" y="109"/>
                      <a:pt x="8" y="103"/>
                      <a:pt x="9" y="94"/>
                    </a:cubicBezTo>
                    <a:cubicBezTo>
                      <a:pt x="9" y="86"/>
                      <a:pt x="10" y="84"/>
                      <a:pt x="8" y="75"/>
                    </a:cubicBezTo>
                    <a:cubicBezTo>
                      <a:pt x="7" y="71"/>
                      <a:pt x="7" y="61"/>
                      <a:pt x="9" y="56"/>
                    </a:cubicBezTo>
                    <a:cubicBezTo>
                      <a:pt x="10" y="54"/>
                      <a:pt x="12" y="53"/>
                      <a:pt x="14" y="50"/>
                    </a:cubicBezTo>
                    <a:cubicBezTo>
                      <a:pt x="15" y="47"/>
                      <a:pt x="14" y="43"/>
                      <a:pt x="15" y="40"/>
                    </a:cubicBezTo>
                    <a:cubicBezTo>
                      <a:pt x="17" y="35"/>
                      <a:pt x="19" y="30"/>
                      <a:pt x="2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3" name="Freeform 808">
                <a:extLst>
                  <a:ext uri="{FF2B5EF4-FFF2-40B4-BE49-F238E27FC236}">
                    <a16:creationId xmlns:a16="http://schemas.microsoft.com/office/drawing/2014/main" id="{C4CE4030-D836-48CF-9295-2722DB4F1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304"/>
                <a:ext cx="32" cy="229"/>
              </a:xfrm>
              <a:custGeom>
                <a:avLst/>
                <a:gdLst>
                  <a:gd name="T0" fmla="*/ 121 w 13"/>
                  <a:gd name="T1" fmla="*/ 0 h 86"/>
                  <a:gd name="T2" fmla="*/ 91 w 13"/>
                  <a:gd name="T3" fmla="*/ 794 h 86"/>
                  <a:gd name="T4" fmla="*/ 0 w 13"/>
                  <a:gd name="T5" fmla="*/ 1624 h 86"/>
                  <a:gd name="T6" fmla="*/ 153 w 13"/>
                  <a:gd name="T7" fmla="*/ 831 h 86"/>
                  <a:gd name="T8" fmla="*/ 103 w 13"/>
                  <a:gd name="T9" fmla="*/ 77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6">
                    <a:moveTo>
                      <a:pt x="8" y="0"/>
                    </a:moveTo>
                    <a:cubicBezTo>
                      <a:pt x="3" y="13"/>
                      <a:pt x="8" y="28"/>
                      <a:pt x="6" y="42"/>
                    </a:cubicBezTo>
                    <a:cubicBezTo>
                      <a:pt x="4" y="57"/>
                      <a:pt x="0" y="71"/>
                      <a:pt x="0" y="86"/>
                    </a:cubicBezTo>
                    <a:cubicBezTo>
                      <a:pt x="4" y="72"/>
                      <a:pt x="7" y="58"/>
                      <a:pt x="10" y="44"/>
                    </a:cubicBezTo>
                    <a:cubicBezTo>
                      <a:pt x="13" y="29"/>
                      <a:pt x="6" y="19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4" name="Freeform 809">
                <a:extLst>
                  <a:ext uri="{FF2B5EF4-FFF2-40B4-BE49-F238E27FC236}">
                    <a16:creationId xmlns:a16="http://schemas.microsoft.com/office/drawing/2014/main" id="{6D1BE8B7-BA67-4DD7-AA93-B4750BFAC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883"/>
                <a:ext cx="65" cy="285"/>
              </a:xfrm>
              <a:custGeom>
                <a:avLst/>
                <a:gdLst>
                  <a:gd name="T0" fmla="*/ 408 w 26"/>
                  <a:gd name="T1" fmla="*/ 0 h 107"/>
                  <a:gd name="T2" fmla="*/ 220 w 26"/>
                  <a:gd name="T3" fmla="*/ 1023 h 107"/>
                  <a:gd name="T4" fmla="*/ 145 w 26"/>
                  <a:gd name="T5" fmla="*/ 1476 h 107"/>
                  <a:gd name="T6" fmla="*/ 50 w 26"/>
                  <a:gd name="T7" fmla="*/ 2022 h 107"/>
                  <a:gd name="T8" fmla="*/ 83 w 26"/>
                  <a:gd name="T9" fmla="*/ 1817 h 107"/>
                  <a:gd name="T10" fmla="*/ 220 w 26"/>
                  <a:gd name="T11" fmla="*/ 1569 h 107"/>
                  <a:gd name="T12" fmla="*/ 208 w 26"/>
                  <a:gd name="T13" fmla="*/ 1284 h 107"/>
                  <a:gd name="T14" fmla="*/ 270 w 26"/>
                  <a:gd name="T15" fmla="*/ 1036 h 107"/>
                  <a:gd name="T16" fmla="*/ 345 w 26"/>
                  <a:gd name="T17" fmla="*/ 623 h 107"/>
                  <a:gd name="T18" fmla="*/ 375 w 26"/>
                  <a:gd name="T19" fmla="*/ 192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07">
                    <a:moveTo>
                      <a:pt x="26" y="0"/>
                    </a:moveTo>
                    <a:cubicBezTo>
                      <a:pt x="17" y="16"/>
                      <a:pt x="17" y="36"/>
                      <a:pt x="14" y="54"/>
                    </a:cubicBezTo>
                    <a:cubicBezTo>
                      <a:pt x="12" y="62"/>
                      <a:pt x="11" y="70"/>
                      <a:pt x="9" y="78"/>
                    </a:cubicBezTo>
                    <a:cubicBezTo>
                      <a:pt x="6" y="88"/>
                      <a:pt x="0" y="96"/>
                      <a:pt x="3" y="107"/>
                    </a:cubicBezTo>
                    <a:cubicBezTo>
                      <a:pt x="4" y="104"/>
                      <a:pt x="3" y="99"/>
                      <a:pt x="5" y="96"/>
                    </a:cubicBezTo>
                    <a:cubicBezTo>
                      <a:pt x="7" y="91"/>
                      <a:pt x="12" y="88"/>
                      <a:pt x="14" y="83"/>
                    </a:cubicBezTo>
                    <a:cubicBezTo>
                      <a:pt x="16" y="78"/>
                      <a:pt x="13" y="74"/>
                      <a:pt x="13" y="68"/>
                    </a:cubicBezTo>
                    <a:cubicBezTo>
                      <a:pt x="13" y="63"/>
                      <a:pt x="16" y="59"/>
                      <a:pt x="17" y="55"/>
                    </a:cubicBezTo>
                    <a:cubicBezTo>
                      <a:pt x="19" y="48"/>
                      <a:pt x="21" y="40"/>
                      <a:pt x="22" y="33"/>
                    </a:cubicBezTo>
                    <a:cubicBezTo>
                      <a:pt x="23" y="25"/>
                      <a:pt x="21" y="18"/>
                      <a:pt x="2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5" name="Freeform 810">
                <a:extLst>
                  <a:ext uri="{FF2B5EF4-FFF2-40B4-BE49-F238E27FC236}">
                    <a16:creationId xmlns:a16="http://schemas.microsoft.com/office/drawing/2014/main" id="{5F4C85A9-A10E-45DA-BA6B-D05E8187D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1768"/>
                <a:ext cx="98" cy="19"/>
              </a:xfrm>
              <a:custGeom>
                <a:avLst/>
                <a:gdLst>
                  <a:gd name="T0" fmla="*/ 0 w 39"/>
                  <a:gd name="T1" fmla="*/ 141 h 7"/>
                  <a:gd name="T2" fmla="*/ 618 w 39"/>
                  <a:gd name="T3" fmla="*/ 6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7">
                    <a:moveTo>
                      <a:pt x="0" y="7"/>
                    </a:moveTo>
                    <a:cubicBezTo>
                      <a:pt x="13" y="0"/>
                      <a:pt x="25" y="2"/>
                      <a:pt x="3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6" name="Freeform 811">
                <a:extLst>
                  <a:ext uri="{FF2B5EF4-FFF2-40B4-BE49-F238E27FC236}">
                    <a16:creationId xmlns:a16="http://schemas.microsoft.com/office/drawing/2014/main" id="{AE6074E5-3924-420D-8332-7D3483540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285"/>
                <a:ext cx="110" cy="62"/>
              </a:xfrm>
              <a:custGeom>
                <a:avLst/>
                <a:gdLst>
                  <a:gd name="T0" fmla="*/ 0 w 44"/>
                  <a:gd name="T1" fmla="*/ 450 h 23"/>
                  <a:gd name="T2" fmla="*/ 283 w 44"/>
                  <a:gd name="T3" fmla="*/ 175 h 23"/>
                  <a:gd name="T4" fmla="*/ 688 w 44"/>
                  <a:gd name="T5" fmla="*/ 0 h 23"/>
                  <a:gd name="T6" fmla="*/ 438 w 44"/>
                  <a:gd name="T7" fmla="*/ 313 h 23"/>
                  <a:gd name="T8" fmla="*/ 270 w 44"/>
                  <a:gd name="T9" fmla="*/ 313 h 23"/>
                  <a:gd name="T10" fmla="*/ 145 w 44"/>
                  <a:gd name="T11" fmla="*/ 275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3">
                    <a:moveTo>
                      <a:pt x="0" y="23"/>
                    </a:moveTo>
                    <a:cubicBezTo>
                      <a:pt x="6" y="14"/>
                      <a:pt x="6" y="11"/>
                      <a:pt x="18" y="9"/>
                    </a:cubicBezTo>
                    <a:cubicBezTo>
                      <a:pt x="27" y="8"/>
                      <a:pt x="35" y="5"/>
                      <a:pt x="44" y="0"/>
                    </a:cubicBezTo>
                    <a:cubicBezTo>
                      <a:pt x="39" y="3"/>
                      <a:pt x="29" y="10"/>
                      <a:pt x="28" y="16"/>
                    </a:cubicBezTo>
                    <a:cubicBezTo>
                      <a:pt x="25" y="11"/>
                      <a:pt x="20" y="12"/>
                      <a:pt x="17" y="16"/>
                    </a:cubicBezTo>
                    <a:cubicBezTo>
                      <a:pt x="14" y="13"/>
                      <a:pt x="11" y="12"/>
                      <a:pt x="9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7" name="Freeform 812">
                <a:extLst>
                  <a:ext uri="{FF2B5EF4-FFF2-40B4-BE49-F238E27FC236}">
                    <a16:creationId xmlns:a16="http://schemas.microsoft.com/office/drawing/2014/main" id="{4A902512-2895-4FB2-BC93-C03162820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069"/>
                <a:ext cx="285" cy="134"/>
              </a:xfrm>
              <a:custGeom>
                <a:avLst/>
                <a:gdLst>
                  <a:gd name="T0" fmla="*/ 0 w 114"/>
                  <a:gd name="T1" fmla="*/ 962 h 50"/>
                  <a:gd name="T2" fmla="*/ 925 w 114"/>
                  <a:gd name="T3" fmla="*/ 445 h 50"/>
                  <a:gd name="T4" fmla="*/ 1270 w 114"/>
                  <a:gd name="T5" fmla="*/ 150 h 50"/>
                  <a:gd name="T6" fmla="*/ 1783 w 114"/>
                  <a:gd name="T7" fmla="*/ 56 h 50"/>
                  <a:gd name="T8" fmla="*/ 1408 w 114"/>
                  <a:gd name="T9" fmla="*/ 308 h 50"/>
                  <a:gd name="T10" fmla="*/ 1095 w 114"/>
                  <a:gd name="T11" fmla="*/ 504 h 50"/>
                  <a:gd name="T12" fmla="*/ 1020 w 114"/>
                  <a:gd name="T13" fmla="*/ 482 h 50"/>
                  <a:gd name="T14" fmla="*/ 908 w 114"/>
                  <a:gd name="T15" fmla="*/ 560 h 50"/>
                  <a:gd name="T16" fmla="*/ 738 w 114"/>
                  <a:gd name="T17" fmla="*/ 517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50">
                    <a:moveTo>
                      <a:pt x="0" y="50"/>
                    </a:moveTo>
                    <a:cubicBezTo>
                      <a:pt x="14" y="33"/>
                      <a:pt x="39" y="28"/>
                      <a:pt x="59" y="23"/>
                    </a:cubicBezTo>
                    <a:cubicBezTo>
                      <a:pt x="70" y="20"/>
                      <a:pt x="71" y="12"/>
                      <a:pt x="81" y="8"/>
                    </a:cubicBezTo>
                    <a:cubicBezTo>
                      <a:pt x="91" y="3"/>
                      <a:pt x="103" y="0"/>
                      <a:pt x="114" y="3"/>
                    </a:cubicBezTo>
                    <a:cubicBezTo>
                      <a:pt x="105" y="5"/>
                      <a:pt x="91" y="4"/>
                      <a:pt x="90" y="16"/>
                    </a:cubicBezTo>
                    <a:cubicBezTo>
                      <a:pt x="76" y="12"/>
                      <a:pt x="79" y="22"/>
                      <a:pt x="70" y="26"/>
                    </a:cubicBezTo>
                    <a:cubicBezTo>
                      <a:pt x="68" y="27"/>
                      <a:pt x="66" y="25"/>
                      <a:pt x="65" y="25"/>
                    </a:cubicBezTo>
                    <a:cubicBezTo>
                      <a:pt x="64" y="26"/>
                      <a:pt x="59" y="29"/>
                      <a:pt x="58" y="29"/>
                    </a:cubicBezTo>
                    <a:cubicBezTo>
                      <a:pt x="54" y="29"/>
                      <a:pt x="52" y="28"/>
                      <a:pt x="4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8" name="Freeform 813">
                <a:extLst>
                  <a:ext uri="{FF2B5EF4-FFF2-40B4-BE49-F238E27FC236}">
                    <a16:creationId xmlns:a16="http://schemas.microsoft.com/office/drawing/2014/main" id="{929542F4-50D9-45FC-A630-B39454B80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443"/>
                <a:ext cx="83" cy="146"/>
              </a:xfrm>
              <a:custGeom>
                <a:avLst/>
                <a:gdLst>
                  <a:gd name="T0" fmla="*/ 526 w 33"/>
                  <a:gd name="T1" fmla="*/ 0 h 55"/>
                  <a:gd name="T2" fmla="*/ 0 w 33"/>
                  <a:gd name="T3" fmla="*/ 103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5">
                    <a:moveTo>
                      <a:pt x="33" y="0"/>
                    </a:moveTo>
                    <a:cubicBezTo>
                      <a:pt x="17" y="15"/>
                      <a:pt x="8" y="34"/>
                      <a:pt x="0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9" name="Freeform 814">
                <a:extLst>
                  <a:ext uri="{FF2B5EF4-FFF2-40B4-BE49-F238E27FC236}">
                    <a16:creationId xmlns:a16="http://schemas.microsoft.com/office/drawing/2014/main" id="{79AE7DCE-2090-458E-95D8-4F0D549D0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629"/>
                <a:ext cx="68" cy="214"/>
              </a:xfrm>
              <a:custGeom>
                <a:avLst/>
                <a:gdLst>
                  <a:gd name="T0" fmla="*/ 179 w 27"/>
                  <a:gd name="T1" fmla="*/ 0 h 80"/>
                  <a:gd name="T2" fmla="*/ 83 w 27"/>
                  <a:gd name="T3" fmla="*/ 457 h 80"/>
                  <a:gd name="T4" fmla="*/ 50 w 27"/>
                  <a:gd name="T5" fmla="*/ 859 h 80"/>
                  <a:gd name="T6" fmla="*/ 272 w 27"/>
                  <a:gd name="T7" fmla="*/ 1132 h 80"/>
                  <a:gd name="T8" fmla="*/ 380 w 27"/>
                  <a:gd name="T9" fmla="*/ 1530 h 80"/>
                  <a:gd name="T10" fmla="*/ 431 w 27"/>
                  <a:gd name="T11" fmla="*/ 1244 h 80"/>
                  <a:gd name="T12" fmla="*/ 254 w 27"/>
                  <a:gd name="T13" fmla="*/ 786 h 80"/>
                  <a:gd name="T14" fmla="*/ 179 w 27"/>
                  <a:gd name="T15" fmla="*/ 500 h 80"/>
                  <a:gd name="T16" fmla="*/ 179 w 27"/>
                  <a:gd name="T17" fmla="*/ 21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80">
                    <a:moveTo>
                      <a:pt x="11" y="0"/>
                    </a:moveTo>
                    <a:cubicBezTo>
                      <a:pt x="7" y="7"/>
                      <a:pt x="7" y="16"/>
                      <a:pt x="5" y="24"/>
                    </a:cubicBezTo>
                    <a:cubicBezTo>
                      <a:pt x="4" y="31"/>
                      <a:pt x="0" y="38"/>
                      <a:pt x="3" y="45"/>
                    </a:cubicBezTo>
                    <a:cubicBezTo>
                      <a:pt x="6" y="52"/>
                      <a:pt x="13" y="54"/>
                      <a:pt x="17" y="59"/>
                    </a:cubicBezTo>
                    <a:cubicBezTo>
                      <a:pt x="22" y="66"/>
                      <a:pt x="23" y="73"/>
                      <a:pt x="24" y="80"/>
                    </a:cubicBezTo>
                    <a:cubicBezTo>
                      <a:pt x="25" y="75"/>
                      <a:pt x="23" y="68"/>
                      <a:pt x="27" y="65"/>
                    </a:cubicBezTo>
                    <a:cubicBezTo>
                      <a:pt x="19" y="62"/>
                      <a:pt x="14" y="49"/>
                      <a:pt x="16" y="41"/>
                    </a:cubicBezTo>
                    <a:cubicBezTo>
                      <a:pt x="4" y="39"/>
                      <a:pt x="10" y="35"/>
                      <a:pt x="11" y="26"/>
                    </a:cubicBezTo>
                    <a:cubicBezTo>
                      <a:pt x="12" y="19"/>
                      <a:pt x="12" y="9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0" name="Freeform 815">
                <a:extLst>
                  <a:ext uri="{FF2B5EF4-FFF2-40B4-BE49-F238E27FC236}">
                    <a16:creationId xmlns:a16="http://schemas.microsoft.com/office/drawing/2014/main" id="{04569E80-A35A-439D-8DB5-84CE3578E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901"/>
                <a:ext cx="70" cy="139"/>
              </a:xfrm>
              <a:custGeom>
                <a:avLst/>
                <a:gdLst>
                  <a:gd name="T0" fmla="*/ 0 w 28"/>
                  <a:gd name="T1" fmla="*/ 0 h 52"/>
                  <a:gd name="T2" fmla="*/ 158 w 28"/>
                  <a:gd name="T3" fmla="*/ 513 h 52"/>
                  <a:gd name="T4" fmla="*/ 408 w 28"/>
                  <a:gd name="T5" fmla="*/ 994 h 52"/>
                  <a:gd name="T6" fmla="*/ 438 w 28"/>
                  <a:gd name="T7" fmla="*/ 730 h 52"/>
                  <a:gd name="T8" fmla="*/ 270 w 28"/>
                  <a:gd name="T9" fmla="*/ 513 h 52"/>
                  <a:gd name="T10" fmla="*/ 220 w 28"/>
                  <a:gd name="T11" fmla="*/ 513 h 52"/>
                  <a:gd name="T12" fmla="*/ 188 w 28"/>
                  <a:gd name="T13" fmla="*/ 265 h 52"/>
                  <a:gd name="T14" fmla="*/ 95 w 28"/>
                  <a:gd name="T15" fmla="*/ 94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52">
                    <a:moveTo>
                      <a:pt x="0" y="0"/>
                    </a:moveTo>
                    <a:cubicBezTo>
                      <a:pt x="6" y="8"/>
                      <a:pt x="7" y="17"/>
                      <a:pt x="10" y="27"/>
                    </a:cubicBezTo>
                    <a:cubicBezTo>
                      <a:pt x="14" y="38"/>
                      <a:pt x="18" y="44"/>
                      <a:pt x="26" y="52"/>
                    </a:cubicBezTo>
                    <a:cubicBezTo>
                      <a:pt x="23" y="47"/>
                      <a:pt x="20" y="41"/>
                      <a:pt x="28" y="38"/>
                    </a:cubicBezTo>
                    <a:cubicBezTo>
                      <a:pt x="20" y="43"/>
                      <a:pt x="15" y="33"/>
                      <a:pt x="17" y="27"/>
                    </a:cubicBezTo>
                    <a:cubicBezTo>
                      <a:pt x="16" y="27"/>
                      <a:pt x="15" y="27"/>
                      <a:pt x="14" y="27"/>
                    </a:cubicBezTo>
                    <a:cubicBezTo>
                      <a:pt x="14" y="22"/>
                      <a:pt x="14" y="18"/>
                      <a:pt x="12" y="14"/>
                    </a:cubicBezTo>
                    <a:cubicBezTo>
                      <a:pt x="10" y="11"/>
                      <a:pt x="4" y="10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1" name="Freeform 816">
                <a:extLst>
                  <a:ext uri="{FF2B5EF4-FFF2-40B4-BE49-F238E27FC236}">
                    <a16:creationId xmlns:a16="http://schemas.microsoft.com/office/drawing/2014/main" id="{10DA81CD-B98E-48D4-9E62-024AC8A66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595"/>
                <a:ext cx="163" cy="245"/>
              </a:xfrm>
              <a:custGeom>
                <a:avLst/>
                <a:gdLst>
                  <a:gd name="T0" fmla="*/ 0 w 65"/>
                  <a:gd name="T1" fmla="*/ 1736 h 92"/>
                  <a:gd name="T2" fmla="*/ 1026 w 65"/>
                  <a:gd name="T3" fmla="*/ 0 h 92"/>
                  <a:gd name="T4" fmla="*/ 680 w 65"/>
                  <a:gd name="T5" fmla="*/ 602 h 92"/>
                  <a:gd name="T6" fmla="*/ 629 w 65"/>
                  <a:gd name="T7" fmla="*/ 759 h 92"/>
                  <a:gd name="T8" fmla="*/ 567 w 65"/>
                  <a:gd name="T9" fmla="*/ 831 h 92"/>
                  <a:gd name="T10" fmla="*/ 522 w 65"/>
                  <a:gd name="T11" fmla="*/ 1057 h 92"/>
                  <a:gd name="T12" fmla="*/ 334 w 65"/>
                  <a:gd name="T13" fmla="*/ 1262 h 92"/>
                  <a:gd name="T14" fmla="*/ 145 w 65"/>
                  <a:gd name="T15" fmla="*/ 1433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92">
                    <a:moveTo>
                      <a:pt x="0" y="92"/>
                    </a:moveTo>
                    <a:cubicBezTo>
                      <a:pt x="13" y="59"/>
                      <a:pt x="41" y="25"/>
                      <a:pt x="65" y="0"/>
                    </a:cubicBezTo>
                    <a:cubicBezTo>
                      <a:pt x="59" y="6"/>
                      <a:pt x="47" y="23"/>
                      <a:pt x="43" y="32"/>
                    </a:cubicBezTo>
                    <a:cubicBezTo>
                      <a:pt x="42" y="34"/>
                      <a:pt x="42" y="38"/>
                      <a:pt x="40" y="40"/>
                    </a:cubicBezTo>
                    <a:cubicBezTo>
                      <a:pt x="39" y="42"/>
                      <a:pt x="36" y="43"/>
                      <a:pt x="36" y="44"/>
                    </a:cubicBezTo>
                    <a:cubicBezTo>
                      <a:pt x="33" y="49"/>
                      <a:pt x="29" y="49"/>
                      <a:pt x="33" y="56"/>
                    </a:cubicBezTo>
                    <a:cubicBezTo>
                      <a:pt x="25" y="54"/>
                      <a:pt x="21" y="58"/>
                      <a:pt x="21" y="67"/>
                    </a:cubicBezTo>
                    <a:cubicBezTo>
                      <a:pt x="14" y="64"/>
                      <a:pt x="12" y="72"/>
                      <a:pt x="9" y="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2" name="Freeform 817">
                <a:extLst>
                  <a:ext uri="{FF2B5EF4-FFF2-40B4-BE49-F238E27FC236}">
                    <a16:creationId xmlns:a16="http://schemas.microsoft.com/office/drawing/2014/main" id="{9BC133D7-4EEB-459C-8F98-0E307FC56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35"/>
                <a:ext cx="207" cy="373"/>
              </a:xfrm>
              <a:custGeom>
                <a:avLst/>
                <a:gdLst>
                  <a:gd name="T0" fmla="*/ 1287 w 83"/>
                  <a:gd name="T1" fmla="*/ 0 h 140"/>
                  <a:gd name="T2" fmla="*/ 870 w 83"/>
                  <a:gd name="T3" fmla="*/ 602 h 140"/>
                  <a:gd name="T4" fmla="*/ 541 w 83"/>
                  <a:gd name="T5" fmla="*/ 1215 h 140"/>
                  <a:gd name="T6" fmla="*/ 187 w 83"/>
                  <a:gd name="T7" fmla="*/ 1796 h 140"/>
                  <a:gd name="T8" fmla="*/ 62 w 83"/>
                  <a:gd name="T9" fmla="*/ 2648 h 140"/>
                  <a:gd name="T10" fmla="*/ 249 w 83"/>
                  <a:gd name="T11" fmla="*/ 2273 h 140"/>
                  <a:gd name="T12" fmla="*/ 292 w 83"/>
                  <a:gd name="T13" fmla="*/ 1910 h 140"/>
                  <a:gd name="T14" fmla="*/ 324 w 83"/>
                  <a:gd name="T15" fmla="*/ 1702 h 140"/>
                  <a:gd name="T16" fmla="*/ 541 w 83"/>
                  <a:gd name="T17" fmla="*/ 1548 h 140"/>
                  <a:gd name="T18" fmla="*/ 653 w 83"/>
                  <a:gd name="T19" fmla="*/ 1215 h 140"/>
                  <a:gd name="T20" fmla="*/ 716 w 83"/>
                  <a:gd name="T21" fmla="*/ 1114 h 140"/>
                  <a:gd name="T22" fmla="*/ 778 w 83"/>
                  <a:gd name="T23" fmla="*/ 1002 h 140"/>
                  <a:gd name="T24" fmla="*/ 1037 w 83"/>
                  <a:gd name="T25" fmla="*/ 456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140">
                    <a:moveTo>
                      <a:pt x="83" y="0"/>
                    </a:moveTo>
                    <a:cubicBezTo>
                      <a:pt x="73" y="9"/>
                      <a:pt x="66" y="22"/>
                      <a:pt x="56" y="32"/>
                    </a:cubicBezTo>
                    <a:cubicBezTo>
                      <a:pt x="46" y="42"/>
                      <a:pt x="42" y="52"/>
                      <a:pt x="35" y="64"/>
                    </a:cubicBezTo>
                    <a:cubicBezTo>
                      <a:pt x="28" y="76"/>
                      <a:pt x="20" y="85"/>
                      <a:pt x="12" y="95"/>
                    </a:cubicBezTo>
                    <a:cubicBezTo>
                      <a:pt x="5" y="105"/>
                      <a:pt x="0" y="129"/>
                      <a:pt x="4" y="140"/>
                    </a:cubicBezTo>
                    <a:cubicBezTo>
                      <a:pt x="5" y="133"/>
                      <a:pt x="8" y="121"/>
                      <a:pt x="16" y="120"/>
                    </a:cubicBezTo>
                    <a:cubicBezTo>
                      <a:pt x="6" y="113"/>
                      <a:pt x="16" y="107"/>
                      <a:pt x="19" y="101"/>
                    </a:cubicBezTo>
                    <a:cubicBezTo>
                      <a:pt x="21" y="98"/>
                      <a:pt x="19" y="94"/>
                      <a:pt x="21" y="90"/>
                    </a:cubicBezTo>
                    <a:cubicBezTo>
                      <a:pt x="24" y="86"/>
                      <a:pt x="31" y="84"/>
                      <a:pt x="35" y="82"/>
                    </a:cubicBezTo>
                    <a:cubicBezTo>
                      <a:pt x="29" y="74"/>
                      <a:pt x="38" y="68"/>
                      <a:pt x="42" y="64"/>
                    </a:cubicBezTo>
                    <a:cubicBezTo>
                      <a:pt x="45" y="62"/>
                      <a:pt x="44" y="62"/>
                      <a:pt x="46" y="59"/>
                    </a:cubicBezTo>
                    <a:cubicBezTo>
                      <a:pt x="47" y="58"/>
                      <a:pt x="49" y="55"/>
                      <a:pt x="50" y="53"/>
                    </a:cubicBezTo>
                    <a:cubicBezTo>
                      <a:pt x="54" y="44"/>
                      <a:pt x="59" y="30"/>
                      <a:pt x="67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3" name="Freeform 818">
                <a:extLst>
                  <a:ext uri="{FF2B5EF4-FFF2-40B4-BE49-F238E27FC236}">
                    <a16:creationId xmlns:a16="http://schemas.microsoft.com/office/drawing/2014/main" id="{B51000A1-9824-4E5C-B855-8ABFA4544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123"/>
                <a:ext cx="208" cy="986"/>
              </a:xfrm>
              <a:custGeom>
                <a:avLst/>
                <a:gdLst>
                  <a:gd name="T0" fmla="*/ 1163 w 83"/>
                  <a:gd name="T1" fmla="*/ 0 h 370"/>
                  <a:gd name="T2" fmla="*/ 659 w 83"/>
                  <a:gd name="T3" fmla="*/ 1684 h 370"/>
                  <a:gd name="T4" fmla="*/ 175 w 83"/>
                  <a:gd name="T5" fmla="*/ 2215 h 370"/>
                  <a:gd name="T6" fmla="*/ 33 w 83"/>
                  <a:gd name="T7" fmla="*/ 3195 h 370"/>
                  <a:gd name="T8" fmla="*/ 50 w 83"/>
                  <a:gd name="T9" fmla="*/ 5242 h 370"/>
                  <a:gd name="T10" fmla="*/ 83 w 83"/>
                  <a:gd name="T11" fmla="*/ 7003 h 370"/>
                  <a:gd name="T12" fmla="*/ 188 w 83"/>
                  <a:gd name="T13" fmla="*/ 5114 h 370"/>
                  <a:gd name="T14" fmla="*/ 175 w 83"/>
                  <a:gd name="T15" fmla="*/ 2955 h 370"/>
                  <a:gd name="T16" fmla="*/ 283 w 83"/>
                  <a:gd name="T17" fmla="*/ 2457 h 370"/>
                  <a:gd name="T18" fmla="*/ 659 w 83"/>
                  <a:gd name="T19" fmla="*/ 1945 h 370"/>
                  <a:gd name="T20" fmla="*/ 1163 w 83"/>
                  <a:gd name="T21" fmla="*/ 0 h 3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370">
                    <a:moveTo>
                      <a:pt x="74" y="0"/>
                    </a:moveTo>
                    <a:cubicBezTo>
                      <a:pt x="77" y="28"/>
                      <a:pt x="68" y="58"/>
                      <a:pt x="42" y="89"/>
                    </a:cubicBezTo>
                    <a:cubicBezTo>
                      <a:pt x="17" y="121"/>
                      <a:pt x="20" y="112"/>
                      <a:pt x="11" y="117"/>
                    </a:cubicBezTo>
                    <a:cubicBezTo>
                      <a:pt x="2" y="121"/>
                      <a:pt x="3" y="131"/>
                      <a:pt x="2" y="169"/>
                    </a:cubicBezTo>
                    <a:cubicBezTo>
                      <a:pt x="0" y="206"/>
                      <a:pt x="6" y="252"/>
                      <a:pt x="3" y="277"/>
                    </a:cubicBezTo>
                    <a:cubicBezTo>
                      <a:pt x="1" y="302"/>
                      <a:pt x="3" y="349"/>
                      <a:pt x="5" y="370"/>
                    </a:cubicBezTo>
                    <a:cubicBezTo>
                      <a:pt x="3" y="349"/>
                      <a:pt x="7" y="294"/>
                      <a:pt x="12" y="270"/>
                    </a:cubicBezTo>
                    <a:cubicBezTo>
                      <a:pt x="17" y="246"/>
                      <a:pt x="8" y="178"/>
                      <a:pt x="11" y="156"/>
                    </a:cubicBezTo>
                    <a:cubicBezTo>
                      <a:pt x="12" y="147"/>
                      <a:pt x="13" y="138"/>
                      <a:pt x="18" y="130"/>
                    </a:cubicBezTo>
                    <a:cubicBezTo>
                      <a:pt x="23" y="119"/>
                      <a:pt x="30" y="116"/>
                      <a:pt x="42" y="103"/>
                    </a:cubicBezTo>
                    <a:cubicBezTo>
                      <a:pt x="62" y="81"/>
                      <a:pt x="83" y="31"/>
                      <a:pt x="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4" name="Freeform 819">
                <a:extLst>
                  <a:ext uri="{FF2B5EF4-FFF2-40B4-BE49-F238E27FC236}">
                    <a16:creationId xmlns:a16="http://schemas.microsoft.com/office/drawing/2014/main" id="{5A74C45C-22B5-417E-8F2E-B8CFB1966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083"/>
                <a:ext cx="97" cy="666"/>
              </a:xfrm>
              <a:custGeom>
                <a:avLst/>
                <a:gdLst>
                  <a:gd name="T0" fmla="*/ 599 w 39"/>
                  <a:gd name="T1" fmla="*/ 0 h 250"/>
                  <a:gd name="T2" fmla="*/ 62 w 39"/>
                  <a:gd name="T3" fmla="*/ 567 h 250"/>
                  <a:gd name="T4" fmla="*/ 92 w 39"/>
                  <a:gd name="T5" fmla="*/ 2227 h 250"/>
                  <a:gd name="T6" fmla="*/ 137 w 39"/>
                  <a:gd name="T7" fmla="*/ 4726 h 250"/>
                  <a:gd name="T8" fmla="*/ 199 w 39"/>
                  <a:gd name="T9" fmla="*/ 2115 h 250"/>
                  <a:gd name="T10" fmla="*/ 199 w 39"/>
                  <a:gd name="T11" fmla="*/ 533 h 250"/>
                  <a:gd name="T12" fmla="*/ 599 w 39"/>
                  <a:gd name="T13" fmla="*/ 0 h 2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50">
                    <a:moveTo>
                      <a:pt x="39" y="0"/>
                    </a:moveTo>
                    <a:cubicBezTo>
                      <a:pt x="26" y="3"/>
                      <a:pt x="8" y="10"/>
                      <a:pt x="4" y="30"/>
                    </a:cubicBezTo>
                    <a:cubicBezTo>
                      <a:pt x="0" y="50"/>
                      <a:pt x="7" y="73"/>
                      <a:pt x="6" y="118"/>
                    </a:cubicBezTo>
                    <a:cubicBezTo>
                      <a:pt x="5" y="164"/>
                      <a:pt x="8" y="222"/>
                      <a:pt x="9" y="250"/>
                    </a:cubicBezTo>
                    <a:cubicBezTo>
                      <a:pt x="9" y="222"/>
                      <a:pt x="13" y="131"/>
                      <a:pt x="13" y="112"/>
                    </a:cubicBezTo>
                    <a:cubicBezTo>
                      <a:pt x="13" y="93"/>
                      <a:pt x="9" y="38"/>
                      <a:pt x="13" y="28"/>
                    </a:cubicBezTo>
                    <a:cubicBezTo>
                      <a:pt x="16" y="18"/>
                      <a:pt x="19" y="1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5" name="Freeform 820">
                <a:extLst>
                  <a:ext uri="{FF2B5EF4-FFF2-40B4-BE49-F238E27FC236}">
                    <a16:creationId xmlns:a16="http://schemas.microsoft.com/office/drawing/2014/main" id="{4149A4BD-6470-499C-AFA4-75D85C7E3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843"/>
                <a:ext cx="137" cy="416"/>
              </a:xfrm>
              <a:custGeom>
                <a:avLst/>
                <a:gdLst>
                  <a:gd name="T0" fmla="*/ 653 w 55"/>
                  <a:gd name="T1" fmla="*/ 0 h 156"/>
                  <a:gd name="T2" fmla="*/ 807 w 55"/>
                  <a:gd name="T3" fmla="*/ 760 h 156"/>
                  <a:gd name="T4" fmla="*/ 695 w 55"/>
                  <a:gd name="T5" fmla="*/ 1613 h 156"/>
                  <a:gd name="T6" fmla="*/ 416 w 55"/>
                  <a:gd name="T7" fmla="*/ 2275 h 156"/>
                  <a:gd name="T8" fmla="*/ 30 w 55"/>
                  <a:gd name="T9" fmla="*/ 2957 h 156"/>
                  <a:gd name="T10" fmla="*/ 0 w 55"/>
                  <a:gd name="T11" fmla="*/ 2696 h 156"/>
                  <a:gd name="T12" fmla="*/ 167 w 55"/>
                  <a:gd name="T13" fmla="*/ 2027 h 156"/>
                  <a:gd name="T14" fmla="*/ 433 w 55"/>
                  <a:gd name="T15" fmla="*/ 1672 h 156"/>
                  <a:gd name="T16" fmla="*/ 508 w 55"/>
                  <a:gd name="T17" fmla="*/ 1216 h 156"/>
                  <a:gd name="T18" fmla="*/ 528 w 55"/>
                  <a:gd name="T19" fmla="*/ 739 h 156"/>
                  <a:gd name="T20" fmla="*/ 653 w 55"/>
                  <a:gd name="T21" fmla="*/ 21 h 1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156">
                    <a:moveTo>
                      <a:pt x="42" y="0"/>
                    </a:moveTo>
                    <a:cubicBezTo>
                      <a:pt x="48" y="14"/>
                      <a:pt x="55" y="23"/>
                      <a:pt x="52" y="40"/>
                    </a:cubicBezTo>
                    <a:cubicBezTo>
                      <a:pt x="50" y="54"/>
                      <a:pt x="49" y="71"/>
                      <a:pt x="45" y="85"/>
                    </a:cubicBezTo>
                    <a:cubicBezTo>
                      <a:pt x="41" y="98"/>
                      <a:pt x="35" y="109"/>
                      <a:pt x="27" y="120"/>
                    </a:cubicBezTo>
                    <a:cubicBezTo>
                      <a:pt x="18" y="133"/>
                      <a:pt x="8" y="141"/>
                      <a:pt x="2" y="156"/>
                    </a:cubicBezTo>
                    <a:cubicBezTo>
                      <a:pt x="2" y="151"/>
                      <a:pt x="4" y="146"/>
                      <a:pt x="0" y="142"/>
                    </a:cubicBezTo>
                    <a:cubicBezTo>
                      <a:pt x="7" y="139"/>
                      <a:pt x="28" y="112"/>
                      <a:pt x="11" y="107"/>
                    </a:cubicBezTo>
                    <a:cubicBezTo>
                      <a:pt x="21" y="110"/>
                      <a:pt x="38" y="97"/>
                      <a:pt x="28" y="88"/>
                    </a:cubicBezTo>
                    <a:cubicBezTo>
                      <a:pt x="40" y="92"/>
                      <a:pt x="38" y="70"/>
                      <a:pt x="33" y="64"/>
                    </a:cubicBezTo>
                    <a:cubicBezTo>
                      <a:pt x="42" y="57"/>
                      <a:pt x="40" y="48"/>
                      <a:pt x="34" y="39"/>
                    </a:cubicBezTo>
                    <a:cubicBezTo>
                      <a:pt x="48" y="42"/>
                      <a:pt x="43" y="8"/>
                      <a:pt x="42" y="1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6" name="Freeform 821">
                <a:extLst>
                  <a:ext uri="{FF2B5EF4-FFF2-40B4-BE49-F238E27FC236}">
                    <a16:creationId xmlns:a16="http://schemas.microsoft.com/office/drawing/2014/main" id="{AD044C61-2A6A-48D7-B67E-C3239A62D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232"/>
                <a:ext cx="105" cy="531"/>
              </a:xfrm>
              <a:custGeom>
                <a:avLst/>
                <a:gdLst>
                  <a:gd name="T0" fmla="*/ 333 w 42"/>
                  <a:gd name="T1" fmla="*/ 534 h 199"/>
                  <a:gd name="T2" fmla="*/ 500 w 42"/>
                  <a:gd name="T3" fmla="*/ 0 h 199"/>
                  <a:gd name="T4" fmla="*/ 533 w 42"/>
                  <a:gd name="T5" fmla="*/ 833 h 199"/>
                  <a:gd name="T6" fmla="*/ 583 w 42"/>
                  <a:gd name="T7" fmla="*/ 1857 h 199"/>
                  <a:gd name="T8" fmla="*/ 408 w 42"/>
                  <a:gd name="T9" fmla="*/ 3781 h 199"/>
                  <a:gd name="T10" fmla="*/ 375 w 42"/>
                  <a:gd name="T11" fmla="*/ 3346 h 199"/>
                  <a:gd name="T12" fmla="*/ 425 w 42"/>
                  <a:gd name="T13" fmla="*/ 3005 h 199"/>
                  <a:gd name="T14" fmla="*/ 470 w 42"/>
                  <a:gd name="T15" fmla="*/ 2548 h 199"/>
                  <a:gd name="T16" fmla="*/ 300 w 42"/>
                  <a:gd name="T17" fmla="*/ 2492 h 199"/>
                  <a:gd name="T18" fmla="*/ 283 w 42"/>
                  <a:gd name="T19" fmla="*/ 1745 h 199"/>
                  <a:gd name="T20" fmla="*/ 363 w 42"/>
                  <a:gd name="T21" fmla="*/ 1233 h 199"/>
                  <a:gd name="T22" fmla="*/ 175 w 42"/>
                  <a:gd name="T23" fmla="*/ 913 h 199"/>
                  <a:gd name="T24" fmla="*/ 20 w 42"/>
                  <a:gd name="T25" fmla="*/ 606 h 199"/>
                  <a:gd name="T26" fmla="*/ 270 w 42"/>
                  <a:gd name="T27" fmla="*/ 376 h 199"/>
                  <a:gd name="T28" fmla="*/ 375 w 42"/>
                  <a:gd name="T29" fmla="*/ 534 h 19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2" h="199">
                    <a:moveTo>
                      <a:pt x="21" y="28"/>
                    </a:moveTo>
                    <a:cubicBezTo>
                      <a:pt x="22" y="17"/>
                      <a:pt x="25" y="8"/>
                      <a:pt x="32" y="0"/>
                    </a:cubicBezTo>
                    <a:cubicBezTo>
                      <a:pt x="38" y="4"/>
                      <a:pt x="34" y="36"/>
                      <a:pt x="34" y="44"/>
                    </a:cubicBezTo>
                    <a:cubicBezTo>
                      <a:pt x="33" y="63"/>
                      <a:pt x="35" y="79"/>
                      <a:pt x="37" y="98"/>
                    </a:cubicBezTo>
                    <a:cubicBezTo>
                      <a:pt x="42" y="133"/>
                      <a:pt x="29" y="164"/>
                      <a:pt x="26" y="199"/>
                    </a:cubicBezTo>
                    <a:cubicBezTo>
                      <a:pt x="28" y="191"/>
                      <a:pt x="24" y="184"/>
                      <a:pt x="24" y="176"/>
                    </a:cubicBezTo>
                    <a:cubicBezTo>
                      <a:pt x="24" y="170"/>
                      <a:pt x="26" y="165"/>
                      <a:pt x="27" y="158"/>
                    </a:cubicBezTo>
                    <a:cubicBezTo>
                      <a:pt x="28" y="153"/>
                      <a:pt x="32" y="140"/>
                      <a:pt x="30" y="134"/>
                    </a:cubicBezTo>
                    <a:cubicBezTo>
                      <a:pt x="28" y="129"/>
                      <a:pt x="25" y="130"/>
                      <a:pt x="19" y="131"/>
                    </a:cubicBezTo>
                    <a:cubicBezTo>
                      <a:pt x="31" y="121"/>
                      <a:pt x="32" y="101"/>
                      <a:pt x="18" y="92"/>
                    </a:cubicBezTo>
                    <a:cubicBezTo>
                      <a:pt x="22" y="84"/>
                      <a:pt x="25" y="74"/>
                      <a:pt x="23" y="65"/>
                    </a:cubicBezTo>
                    <a:cubicBezTo>
                      <a:pt x="21" y="57"/>
                      <a:pt x="15" y="55"/>
                      <a:pt x="11" y="48"/>
                    </a:cubicBezTo>
                    <a:cubicBezTo>
                      <a:pt x="9" y="46"/>
                      <a:pt x="0" y="34"/>
                      <a:pt x="1" y="32"/>
                    </a:cubicBezTo>
                    <a:cubicBezTo>
                      <a:pt x="2" y="28"/>
                      <a:pt x="14" y="25"/>
                      <a:pt x="17" y="20"/>
                    </a:cubicBezTo>
                    <a:cubicBezTo>
                      <a:pt x="4" y="31"/>
                      <a:pt x="18" y="46"/>
                      <a:pt x="24" y="2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7" name="Freeform 822">
                <a:extLst>
                  <a:ext uri="{FF2B5EF4-FFF2-40B4-BE49-F238E27FC236}">
                    <a16:creationId xmlns:a16="http://schemas.microsoft.com/office/drawing/2014/main" id="{6C4D592D-4158-4881-9C67-1F19D302F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608"/>
                <a:ext cx="178" cy="144"/>
              </a:xfrm>
              <a:custGeom>
                <a:avLst/>
                <a:gdLst>
                  <a:gd name="T0" fmla="*/ 0 w 71"/>
                  <a:gd name="T1" fmla="*/ 0 h 54"/>
                  <a:gd name="T2" fmla="*/ 33 w 71"/>
                  <a:gd name="T3" fmla="*/ 341 h 54"/>
                  <a:gd name="T4" fmla="*/ 0 w 71"/>
                  <a:gd name="T5" fmla="*/ 661 h 54"/>
                  <a:gd name="T6" fmla="*/ 208 w 71"/>
                  <a:gd name="T7" fmla="*/ 533 h 54"/>
                  <a:gd name="T8" fmla="*/ 221 w 71"/>
                  <a:gd name="T9" fmla="*/ 717 h 54"/>
                  <a:gd name="T10" fmla="*/ 692 w 71"/>
                  <a:gd name="T11" fmla="*/ 832 h 54"/>
                  <a:gd name="T12" fmla="*/ 1068 w 71"/>
                  <a:gd name="T13" fmla="*/ 1024 h 54"/>
                  <a:gd name="T14" fmla="*/ 617 w 71"/>
                  <a:gd name="T15" fmla="*/ 397 h 54"/>
                  <a:gd name="T16" fmla="*/ 63 w 71"/>
                  <a:gd name="T17" fmla="*/ 56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54">
                    <a:moveTo>
                      <a:pt x="0" y="0"/>
                    </a:moveTo>
                    <a:cubicBezTo>
                      <a:pt x="0" y="6"/>
                      <a:pt x="3" y="12"/>
                      <a:pt x="2" y="18"/>
                    </a:cubicBezTo>
                    <a:cubicBezTo>
                      <a:pt x="2" y="23"/>
                      <a:pt x="0" y="29"/>
                      <a:pt x="0" y="35"/>
                    </a:cubicBezTo>
                    <a:cubicBezTo>
                      <a:pt x="2" y="29"/>
                      <a:pt x="8" y="27"/>
                      <a:pt x="13" y="28"/>
                    </a:cubicBezTo>
                    <a:cubicBezTo>
                      <a:pt x="14" y="31"/>
                      <a:pt x="14" y="34"/>
                      <a:pt x="14" y="38"/>
                    </a:cubicBezTo>
                    <a:cubicBezTo>
                      <a:pt x="21" y="24"/>
                      <a:pt x="39" y="33"/>
                      <a:pt x="44" y="44"/>
                    </a:cubicBezTo>
                    <a:cubicBezTo>
                      <a:pt x="53" y="39"/>
                      <a:pt x="65" y="45"/>
                      <a:pt x="68" y="54"/>
                    </a:cubicBezTo>
                    <a:cubicBezTo>
                      <a:pt x="71" y="35"/>
                      <a:pt x="53" y="26"/>
                      <a:pt x="39" y="21"/>
                    </a:cubicBezTo>
                    <a:cubicBezTo>
                      <a:pt x="30" y="18"/>
                      <a:pt x="6" y="13"/>
                      <a:pt x="4" y="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8" name="Freeform 823">
                <a:extLst>
                  <a:ext uri="{FF2B5EF4-FFF2-40B4-BE49-F238E27FC236}">
                    <a16:creationId xmlns:a16="http://schemas.microsoft.com/office/drawing/2014/main" id="{23E5AEB8-05C5-43B1-B2E2-B7B32790A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181"/>
                <a:ext cx="117" cy="459"/>
              </a:xfrm>
              <a:custGeom>
                <a:avLst/>
                <a:gdLst>
                  <a:gd name="T0" fmla="*/ 321 w 47"/>
                  <a:gd name="T1" fmla="*/ 0 h 172"/>
                  <a:gd name="T2" fmla="*/ 466 w 47"/>
                  <a:gd name="T3" fmla="*/ 742 h 172"/>
                  <a:gd name="T4" fmla="*/ 495 w 47"/>
                  <a:gd name="T5" fmla="*/ 1537 h 172"/>
                  <a:gd name="T6" fmla="*/ 540 w 47"/>
                  <a:gd name="T7" fmla="*/ 2415 h 172"/>
                  <a:gd name="T8" fmla="*/ 712 w 47"/>
                  <a:gd name="T9" fmla="*/ 3269 h 172"/>
                  <a:gd name="T10" fmla="*/ 433 w 47"/>
                  <a:gd name="T11" fmla="*/ 2791 h 172"/>
                  <a:gd name="T12" fmla="*/ 0 w 47"/>
                  <a:gd name="T13" fmla="*/ 2266 h 172"/>
                  <a:gd name="T14" fmla="*/ 137 w 47"/>
                  <a:gd name="T15" fmla="*/ 1574 h 172"/>
                  <a:gd name="T16" fmla="*/ 187 w 47"/>
                  <a:gd name="T17" fmla="*/ 1046 h 172"/>
                  <a:gd name="T18" fmla="*/ 261 w 47"/>
                  <a:gd name="T19" fmla="*/ 478 h 172"/>
                  <a:gd name="T20" fmla="*/ 353 w 47"/>
                  <a:gd name="T21" fmla="*/ 115 h 1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72">
                    <a:moveTo>
                      <a:pt x="21" y="0"/>
                    </a:moveTo>
                    <a:cubicBezTo>
                      <a:pt x="33" y="10"/>
                      <a:pt x="29" y="25"/>
                      <a:pt x="30" y="39"/>
                    </a:cubicBezTo>
                    <a:cubicBezTo>
                      <a:pt x="31" y="53"/>
                      <a:pt x="31" y="67"/>
                      <a:pt x="32" y="81"/>
                    </a:cubicBezTo>
                    <a:cubicBezTo>
                      <a:pt x="33" y="96"/>
                      <a:pt x="32" y="112"/>
                      <a:pt x="35" y="127"/>
                    </a:cubicBezTo>
                    <a:cubicBezTo>
                      <a:pt x="39" y="143"/>
                      <a:pt x="47" y="154"/>
                      <a:pt x="46" y="172"/>
                    </a:cubicBezTo>
                    <a:cubicBezTo>
                      <a:pt x="46" y="162"/>
                      <a:pt x="40" y="147"/>
                      <a:pt x="28" y="147"/>
                    </a:cubicBezTo>
                    <a:cubicBezTo>
                      <a:pt x="37" y="128"/>
                      <a:pt x="19" y="109"/>
                      <a:pt x="0" y="119"/>
                    </a:cubicBezTo>
                    <a:cubicBezTo>
                      <a:pt x="11" y="111"/>
                      <a:pt x="25" y="95"/>
                      <a:pt x="9" y="83"/>
                    </a:cubicBezTo>
                    <a:cubicBezTo>
                      <a:pt x="23" y="82"/>
                      <a:pt x="17" y="61"/>
                      <a:pt x="12" y="55"/>
                    </a:cubicBezTo>
                    <a:cubicBezTo>
                      <a:pt x="28" y="50"/>
                      <a:pt x="15" y="35"/>
                      <a:pt x="17" y="25"/>
                    </a:cubicBezTo>
                    <a:cubicBezTo>
                      <a:pt x="18" y="18"/>
                      <a:pt x="27" y="16"/>
                      <a:pt x="23" y="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9" name="Freeform 824">
                <a:extLst>
                  <a:ext uri="{FF2B5EF4-FFF2-40B4-BE49-F238E27FC236}">
                    <a16:creationId xmlns:a16="http://schemas.microsoft.com/office/drawing/2014/main" id="{024D1426-8323-44A3-9A8E-B580F3604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925"/>
                <a:ext cx="95" cy="254"/>
              </a:xfrm>
              <a:custGeom>
                <a:avLst/>
                <a:gdLst>
                  <a:gd name="T0" fmla="*/ 175 w 38"/>
                  <a:gd name="T1" fmla="*/ 35 h 95"/>
                  <a:gd name="T2" fmla="*/ 270 w 38"/>
                  <a:gd name="T3" fmla="*/ 479 h 95"/>
                  <a:gd name="T4" fmla="*/ 488 w 38"/>
                  <a:gd name="T5" fmla="*/ 957 h 95"/>
                  <a:gd name="T6" fmla="*/ 270 w 38"/>
                  <a:gd name="T7" fmla="*/ 1815 h 95"/>
                  <a:gd name="T8" fmla="*/ 0 w 38"/>
                  <a:gd name="T9" fmla="*/ 1495 h 95"/>
                  <a:gd name="T10" fmla="*/ 113 w 38"/>
                  <a:gd name="T11" fmla="*/ 936 h 95"/>
                  <a:gd name="T12" fmla="*/ 158 w 38"/>
                  <a:gd name="T13" fmla="*/ 537 h 95"/>
                  <a:gd name="T14" fmla="*/ 145 w 38"/>
                  <a:gd name="T15" fmla="*/ 0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95">
                    <a:moveTo>
                      <a:pt x="11" y="2"/>
                    </a:moveTo>
                    <a:cubicBezTo>
                      <a:pt x="15" y="9"/>
                      <a:pt x="16" y="17"/>
                      <a:pt x="17" y="25"/>
                    </a:cubicBezTo>
                    <a:cubicBezTo>
                      <a:pt x="19" y="37"/>
                      <a:pt x="25" y="40"/>
                      <a:pt x="31" y="50"/>
                    </a:cubicBezTo>
                    <a:cubicBezTo>
                      <a:pt x="38" y="64"/>
                      <a:pt x="18" y="80"/>
                      <a:pt x="17" y="95"/>
                    </a:cubicBezTo>
                    <a:cubicBezTo>
                      <a:pt x="16" y="88"/>
                      <a:pt x="10" y="71"/>
                      <a:pt x="0" y="78"/>
                    </a:cubicBezTo>
                    <a:cubicBezTo>
                      <a:pt x="15" y="74"/>
                      <a:pt x="23" y="60"/>
                      <a:pt x="7" y="49"/>
                    </a:cubicBezTo>
                    <a:cubicBezTo>
                      <a:pt x="15" y="44"/>
                      <a:pt x="10" y="35"/>
                      <a:pt x="10" y="28"/>
                    </a:cubicBezTo>
                    <a:cubicBezTo>
                      <a:pt x="9" y="19"/>
                      <a:pt x="13" y="8"/>
                      <a:pt x="9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0" name="Freeform 825">
                <a:extLst>
                  <a:ext uri="{FF2B5EF4-FFF2-40B4-BE49-F238E27FC236}">
                    <a16:creationId xmlns:a16="http://schemas.microsoft.com/office/drawing/2014/main" id="{69240349-AFEC-481D-980A-D380DF937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259"/>
                <a:ext cx="228" cy="165"/>
              </a:xfrm>
              <a:custGeom>
                <a:avLst/>
                <a:gdLst>
                  <a:gd name="T0" fmla="*/ 33 w 91"/>
                  <a:gd name="T1" fmla="*/ 908 h 62"/>
                  <a:gd name="T2" fmla="*/ 396 w 91"/>
                  <a:gd name="T3" fmla="*/ 1091 h 62"/>
                  <a:gd name="T4" fmla="*/ 930 w 91"/>
                  <a:gd name="T5" fmla="*/ 1019 h 62"/>
                  <a:gd name="T6" fmla="*/ 1338 w 91"/>
                  <a:gd name="T7" fmla="*/ 601 h 62"/>
                  <a:gd name="T8" fmla="*/ 1413 w 91"/>
                  <a:gd name="T9" fmla="*/ 319 h 62"/>
                  <a:gd name="T10" fmla="*/ 1318 w 91"/>
                  <a:gd name="T11" fmla="*/ 0 h 62"/>
                  <a:gd name="T12" fmla="*/ 1055 w 91"/>
                  <a:gd name="T13" fmla="*/ 623 h 62"/>
                  <a:gd name="T14" fmla="*/ 867 w 91"/>
                  <a:gd name="T15" fmla="*/ 908 h 62"/>
                  <a:gd name="T16" fmla="*/ 709 w 91"/>
                  <a:gd name="T17" fmla="*/ 865 h 62"/>
                  <a:gd name="T18" fmla="*/ 551 w 91"/>
                  <a:gd name="T19" fmla="*/ 921 h 62"/>
                  <a:gd name="T20" fmla="*/ 238 w 91"/>
                  <a:gd name="T21" fmla="*/ 865 h 62"/>
                  <a:gd name="T22" fmla="*/ 0 w 91"/>
                  <a:gd name="T23" fmla="*/ 806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1" h="62">
                    <a:moveTo>
                      <a:pt x="2" y="48"/>
                    </a:moveTo>
                    <a:cubicBezTo>
                      <a:pt x="5" y="62"/>
                      <a:pt x="13" y="61"/>
                      <a:pt x="25" y="58"/>
                    </a:cubicBezTo>
                    <a:cubicBezTo>
                      <a:pt x="37" y="56"/>
                      <a:pt x="48" y="56"/>
                      <a:pt x="59" y="54"/>
                    </a:cubicBezTo>
                    <a:cubicBezTo>
                      <a:pt x="73" y="52"/>
                      <a:pt x="80" y="44"/>
                      <a:pt x="85" y="32"/>
                    </a:cubicBezTo>
                    <a:cubicBezTo>
                      <a:pt x="87" y="28"/>
                      <a:pt x="91" y="21"/>
                      <a:pt x="90" y="17"/>
                    </a:cubicBezTo>
                    <a:cubicBezTo>
                      <a:pt x="90" y="11"/>
                      <a:pt x="85" y="6"/>
                      <a:pt x="84" y="0"/>
                    </a:cubicBezTo>
                    <a:cubicBezTo>
                      <a:pt x="83" y="9"/>
                      <a:pt x="88" y="45"/>
                      <a:pt x="67" y="33"/>
                    </a:cubicBezTo>
                    <a:cubicBezTo>
                      <a:pt x="65" y="42"/>
                      <a:pt x="66" y="47"/>
                      <a:pt x="55" y="48"/>
                    </a:cubicBezTo>
                    <a:cubicBezTo>
                      <a:pt x="51" y="48"/>
                      <a:pt x="48" y="46"/>
                      <a:pt x="45" y="46"/>
                    </a:cubicBezTo>
                    <a:cubicBezTo>
                      <a:pt x="42" y="47"/>
                      <a:pt x="38" y="49"/>
                      <a:pt x="35" y="49"/>
                    </a:cubicBezTo>
                    <a:cubicBezTo>
                      <a:pt x="29" y="50"/>
                      <a:pt x="22" y="46"/>
                      <a:pt x="15" y="46"/>
                    </a:cubicBezTo>
                    <a:cubicBezTo>
                      <a:pt x="10" y="46"/>
                      <a:pt x="5" y="47"/>
                      <a:pt x="0" y="4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1" name="Freeform 826">
                <a:extLst>
                  <a:ext uri="{FF2B5EF4-FFF2-40B4-BE49-F238E27FC236}">
                    <a16:creationId xmlns:a16="http://schemas.microsoft.com/office/drawing/2014/main" id="{61A5C0DE-9106-4DC2-85CB-EF5C1E2ED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928"/>
                <a:ext cx="100" cy="589"/>
              </a:xfrm>
              <a:custGeom>
                <a:avLst/>
                <a:gdLst>
                  <a:gd name="T0" fmla="*/ 583 w 40"/>
                  <a:gd name="T1" fmla="*/ 149 h 221"/>
                  <a:gd name="T2" fmla="*/ 375 w 40"/>
                  <a:gd name="T3" fmla="*/ 1229 h 221"/>
                  <a:gd name="T4" fmla="*/ 313 w 40"/>
                  <a:gd name="T5" fmla="*/ 1727 h 221"/>
                  <a:gd name="T6" fmla="*/ 488 w 40"/>
                  <a:gd name="T7" fmla="*/ 2137 h 221"/>
                  <a:gd name="T8" fmla="*/ 333 w 40"/>
                  <a:gd name="T9" fmla="*/ 2535 h 221"/>
                  <a:gd name="T10" fmla="*/ 300 w 40"/>
                  <a:gd name="T11" fmla="*/ 3046 h 221"/>
                  <a:gd name="T12" fmla="*/ 188 w 40"/>
                  <a:gd name="T13" fmla="*/ 4184 h 221"/>
                  <a:gd name="T14" fmla="*/ 125 w 40"/>
                  <a:gd name="T15" fmla="*/ 3331 h 221"/>
                  <a:gd name="T16" fmla="*/ 125 w 40"/>
                  <a:gd name="T17" fmla="*/ 2841 h 221"/>
                  <a:gd name="T18" fmla="*/ 145 w 40"/>
                  <a:gd name="T19" fmla="*/ 2479 h 221"/>
                  <a:gd name="T20" fmla="*/ 0 w 40"/>
                  <a:gd name="T21" fmla="*/ 1988 h 221"/>
                  <a:gd name="T22" fmla="*/ 113 w 40"/>
                  <a:gd name="T23" fmla="*/ 1327 h 221"/>
                  <a:gd name="T24" fmla="*/ 270 w 40"/>
                  <a:gd name="T25" fmla="*/ 853 h 221"/>
                  <a:gd name="T26" fmla="*/ 250 w 40"/>
                  <a:gd name="T27" fmla="*/ 533 h 221"/>
                  <a:gd name="T28" fmla="*/ 313 w 40"/>
                  <a:gd name="T29" fmla="*/ 418 h 221"/>
                  <a:gd name="T30" fmla="*/ 625 w 40"/>
                  <a:gd name="T31" fmla="*/ 0 h 2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221">
                    <a:moveTo>
                      <a:pt x="37" y="8"/>
                    </a:moveTo>
                    <a:cubicBezTo>
                      <a:pt x="33" y="27"/>
                      <a:pt x="28" y="46"/>
                      <a:pt x="24" y="65"/>
                    </a:cubicBezTo>
                    <a:cubicBezTo>
                      <a:pt x="22" y="73"/>
                      <a:pt x="18" y="82"/>
                      <a:pt x="20" y="91"/>
                    </a:cubicBezTo>
                    <a:cubicBezTo>
                      <a:pt x="21" y="100"/>
                      <a:pt x="30" y="104"/>
                      <a:pt x="31" y="113"/>
                    </a:cubicBezTo>
                    <a:cubicBezTo>
                      <a:pt x="33" y="123"/>
                      <a:pt x="25" y="126"/>
                      <a:pt x="21" y="134"/>
                    </a:cubicBezTo>
                    <a:cubicBezTo>
                      <a:pt x="18" y="141"/>
                      <a:pt x="18" y="153"/>
                      <a:pt x="19" y="161"/>
                    </a:cubicBezTo>
                    <a:cubicBezTo>
                      <a:pt x="20" y="182"/>
                      <a:pt x="20" y="202"/>
                      <a:pt x="12" y="221"/>
                    </a:cubicBezTo>
                    <a:cubicBezTo>
                      <a:pt x="17" y="211"/>
                      <a:pt x="20" y="182"/>
                      <a:pt x="8" y="176"/>
                    </a:cubicBezTo>
                    <a:cubicBezTo>
                      <a:pt x="13" y="167"/>
                      <a:pt x="12" y="160"/>
                      <a:pt x="8" y="150"/>
                    </a:cubicBezTo>
                    <a:cubicBezTo>
                      <a:pt x="3" y="140"/>
                      <a:pt x="4" y="141"/>
                      <a:pt x="9" y="131"/>
                    </a:cubicBezTo>
                    <a:cubicBezTo>
                      <a:pt x="15" y="118"/>
                      <a:pt x="13" y="112"/>
                      <a:pt x="0" y="105"/>
                    </a:cubicBezTo>
                    <a:cubicBezTo>
                      <a:pt x="15" y="99"/>
                      <a:pt x="7" y="80"/>
                      <a:pt x="7" y="70"/>
                    </a:cubicBezTo>
                    <a:cubicBezTo>
                      <a:pt x="6" y="57"/>
                      <a:pt x="14" y="55"/>
                      <a:pt x="17" y="45"/>
                    </a:cubicBezTo>
                    <a:cubicBezTo>
                      <a:pt x="19" y="38"/>
                      <a:pt x="15" y="34"/>
                      <a:pt x="16" y="28"/>
                    </a:cubicBezTo>
                    <a:cubicBezTo>
                      <a:pt x="16" y="21"/>
                      <a:pt x="15" y="26"/>
                      <a:pt x="20" y="22"/>
                    </a:cubicBezTo>
                    <a:cubicBezTo>
                      <a:pt x="28" y="15"/>
                      <a:pt x="33" y="6"/>
                      <a:pt x="4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2" name="Freeform 827">
                <a:extLst>
                  <a:ext uri="{FF2B5EF4-FFF2-40B4-BE49-F238E27FC236}">
                    <a16:creationId xmlns:a16="http://schemas.microsoft.com/office/drawing/2014/main" id="{112FCC9B-87F3-40AE-8540-E49562FF4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760"/>
                <a:ext cx="83" cy="200"/>
              </a:xfrm>
              <a:custGeom>
                <a:avLst/>
                <a:gdLst>
                  <a:gd name="T0" fmla="*/ 113 w 33"/>
                  <a:gd name="T1" fmla="*/ 1421 h 75"/>
                  <a:gd name="T2" fmla="*/ 526 w 33"/>
                  <a:gd name="T3" fmla="*/ 491 h 75"/>
                  <a:gd name="T4" fmla="*/ 493 w 33"/>
                  <a:gd name="T5" fmla="*/ 0 h 75"/>
                  <a:gd name="T6" fmla="*/ 304 w 33"/>
                  <a:gd name="T7" fmla="*/ 661 h 75"/>
                  <a:gd name="T8" fmla="*/ 96 w 33"/>
                  <a:gd name="T9" fmla="*/ 909 h 75"/>
                  <a:gd name="T10" fmla="*/ 0 w 33"/>
                  <a:gd name="T11" fmla="*/ 1365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5">
                    <a:moveTo>
                      <a:pt x="7" y="75"/>
                    </a:moveTo>
                    <a:cubicBezTo>
                      <a:pt x="18" y="60"/>
                      <a:pt x="16" y="38"/>
                      <a:pt x="33" y="26"/>
                    </a:cubicBezTo>
                    <a:cubicBezTo>
                      <a:pt x="22" y="21"/>
                      <a:pt x="31" y="10"/>
                      <a:pt x="31" y="0"/>
                    </a:cubicBezTo>
                    <a:cubicBezTo>
                      <a:pt x="23" y="10"/>
                      <a:pt x="24" y="25"/>
                      <a:pt x="19" y="35"/>
                    </a:cubicBezTo>
                    <a:cubicBezTo>
                      <a:pt x="16" y="42"/>
                      <a:pt x="10" y="43"/>
                      <a:pt x="6" y="48"/>
                    </a:cubicBezTo>
                    <a:cubicBezTo>
                      <a:pt x="2" y="55"/>
                      <a:pt x="8" y="68"/>
                      <a:pt x="0" y="7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3" name="Freeform 828">
                <a:extLst>
                  <a:ext uri="{FF2B5EF4-FFF2-40B4-BE49-F238E27FC236}">
                    <a16:creationId xmlns:a16="http://schemas.microsoft.com/office/drawing/2014/main" id="{DD68E270-B531-4D82-8C13-9E0B2350B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1693"/>
                <a:ext cx="77" cy="80"/>
              </a:xfrm>
              <a:custGeom>
                <a:avLst/>
                <a:gdLst>
                  <a:gd name="T0" fmla="*/ 0 w 31"/>
                  <a:gd name="T1" fmla="*/ 568 h 30"/>
                  <a:gd name="T2" fmla="*/ 474 w 31"/>
                  <a:gd name="T3" fmla="*/ 341 h 30"/>
                  <a:gd name="T4" fmla="*/ 400 w 31"/>
                  <a:gd name="T5" fmla="*/ 0 h 30"/>
                  <a:gd name="T6" fmla="*/ 370 w 31"/>
                  <a:gd name="T7" fmla="*/ 192 h 30"/>
                  <a:gd name="T8" fmla="*/ 166 w 31"/>
                  <a:gd name="T9" fmla="*/ 34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0" y="30"/>
                    </a:moveTo>
                    <a:cubicBezTo>
                      <a:pt x="10" y="23"/>
                      <a:pt x="19" y="19"/>
                      <a:pt x="31" y="18"/>
                    </a:cubicBezTo>
                    <a:cubicBezTo>
                      <a:pt x="29" y="11"/>
                      <a:pt x="25" y="8"/>
                      <a:pt x="26" y="0"/>
                    </a:cubicBezTo>
                    <a:cubicBezTo>
                      <a:pt x="25" y="3"/>
                      <a:pt x="26" y="7"/>
                      <a:pt x="24" y="10"/>
                    </a:cubicBezTo>
                    <a:cubicBezTo>
                      <a:pt x="21" y="15"/>
                      <a:pt x="14" y="14"/>
                      <a:pt x="11" y="1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4" name="Freeform 829">
                <a:extLst>
                  <a:ext uri="{FF2B5EF4-FFF2-40B4-BE49-F238E27FC236}">
                    <a16:creationId xmlns:a16="http://schemas.microsoft.com/office/drawing/2014/main" id="{5CE72AF4-08E5-475D-B4FD-3BB3E8A82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693"/>
                <a:ext cx="123" cy="70"/>
              </a:xfrm>
              <a:custGeom>
                <a:avLst/>
                <a:gdLst>
                  <a:gd name="T0" fmla="*/ 50 w 49"/>
                  <a:gd name="T1" fmla="*/ 159 h 26"/>
                  <a:gd name="T2" fmla="*/ 597 w 49"/>
                  <a:gd name="T3" fmla="*/ 428 h 26"/>
                  <a:gd name="T4" fmla="*/ 776 w 49"/>
                  <a:gd name="T5" fmla="*/ 218 h 26"/>
                  <a:gd name="T6" fmla="*/ 492 w 49"/>
                  <a:gd name="T7" fmla="*/ 312 h 26"/>
                  <a:gd name="T8" fmla="*/ 346 w 49"/>
                  <a:gd name="T9" fmla="*/ 59 h 26"/>
                  <a:gd name="T10" fmla="*/ 33 w 49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6">
                    <a:moveTo>
                      <a:pt x="3" y="8"/>
                    </a:moveTo>
                    <a:cubicBezTo>
                      <a:pt x="0" y="26"/>
                      <a:pt x="30" y="15"/>
                      <a:pt x="38" y="22"/>
                    </a:cubicBezTo>
                    <a:cubicBezTo>
                      <a:pt x="42" y="19"/>
                      <a:pt x="45" y="15"/>
                      <a:pt x="49" y="11"/>
                    </a:cubicBezTo>
                    <a:cubicBezTo>
                      <a:pt x="44" y="14"/>
                      <a:pt x="37" y="16"/>
                      <a:pt x="31" y="16"/>
                    </a:cubicBezTo>
                    <a:cubicBezTo>
                      <a:pt x="21" y="14"/>
                      <a:pt x="23" y="11"/>
                      <a:pt x="22" y="3"/>
                    </a:cubicBezTo>
                    <a:cubicBezTo>
                      <a:pt x="16" y="7"/>
                      <a:pt x="3" y="11"/>
                      <a:pt x="2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5" name="Freeform 830">
                <a:extLst>
                  <a:ext uri="{FF2B5EF4-FFF2-40B4-BE49-F238E27FC236}">
                    <a16:creationId xmlns:a16="http://schemas.microsoft.com/office/drawing/2014/main" id="{C7113C16-50F1-492D-843B-506B5F82C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779"/>
                <a:ext cx="105" cy="416"/>
              </a:xfrm>
              <a:custGeom>
                <a:avLst/>
                <a:gdLst>
                  <a:gd name="T0" fmla="*/ 158 w 42"/>
                  <a:gd name="T1" fmla="*/ 227 h 156"/>
                  <a:gd name="T2" fmla="*/ 533 w 42"/>
                  <a:gd name="T3" fmla="*/ 888 h 156"/>
                  <a:gd name="T4" fmla="*/ 645 w 42"/>
                  <a:gd name="T5" fmla="*/ 1672 h 156"/>
                  <a:gd name="T6" fmla="*/ 250 w 42"/>
                  <a:gd name="T7" fmla="*/ 2069 h 156"/>
                  <a:gd name="T8" fmla="*/ 145 w 42"/>
                  <a:gd name="T9" fmla="*/ 2957 h 156"/>
                  <a:gd name="T10" fmla="*/ 125 w 42"/>
                  <a:gd name="T11" fmla="*/ 1971 h 156"/>
                  <a:gd name="T12" fmla="*/ 158 w 42"/>
                  <a:gd name="T13" fmla="*/ 1843 h 156"/>
                  <a:gd name="T14" fmla="*/ 158 w 42"/>
                  <a:gd name="T15" fmla="*/ 1741 h 156"/>
                  <a:gd name="T16" fmla="*/ 208 w 42"/>
                  <a:gd name="T17" fmla="*/ 1685 h 156"/>
                  <a:gd name="T18" fmla="*/ 283 w 42"/>
                  <a:gd name="T19" fmla="*/ 1309 h 156"/>
                  <a:gd name="T20" fmla="*/ 208 w 42"/>
                  <a:gd name="T21" fmla="*/ 1216 h 156"/>
                  <a:gd name="T22" fmla="*/ 270 w 42"/>
                  <a:gd name="T23" fmla="*/ 1024 h 156"/>
                  <a:gd name="T24" fmla="*/ 188 w 42"/>
                  <a:gd name="T25" fmla="*/ 853 h 156"/>
                  <a:gd name="T26" fmla="*/ 145 w 42"/>
                  <a:gd name="T27" fmla="*/ 683 h 156"/>
                  <a:gd name="T28" fmla="*/ 0 w 42"/>
                  <a:gd name="T29" fmla="*/ 0 h 1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2" h="156">
                    <a:moveTo>
                      <a:pt x="10" y="12"/>
                    </a:moveTo>
                    <a:cubicBezTo>
                      <a:pt x="14" y="29"/>
                      <a:pt x="23" y="33"/>
                      <a:pt x="34" y="47"/>
                    </a:cubicBezTo>
                    <a:cubicBezTo>
                      <a:pt x="41" y="57"/>
                      <a:pt x="42" y="76"/>
                      <a:pt x="41" y="88"/>
                    </a:cubicBezTo>
                    <a:cubicBezTo>
                      <a:pt x="40" y="106"/>
                      <a:pt x="25" y="96"/>
                      <a:pt x="16" y="109"/>
                    </a:cubicBezTo>
                    <a:cubicBezTo>
                      <a:pt x="6" y="124"/>
                      <a:pt x="8" y="139"/>
                      <a:pt x="9" y="156"/>
                    </a:cubicBezTo>
                    <a:cubicBezTo>
                      <a:pt x="3" y="139"/>
                      <a:pt x="3" y="121"/>
                      <a:pt x="8" y="104"/>
                    </a:cubicBezTo>
                    <a:cubicBezTo>
                      <a:pt x="9" y="102"/>
                      <a:pt x="10" y="99"/>
                      <a:pt x="10" y="97"/>
                    </a:cubicBezTo>
                    <a:cubicBezTo>
                      <a:pt x="11" y="96"/>
                      <a:pt x="9" y="93"/>
                      <a:pt x="10" y="92"/>
                    </a:cubicBezTo>
                    <a:cubicBezTo>
                      <a:pt x="10" y="91"/>
                      <a:pt x="12" y="90"/>
                      <a:pt x="13" y="89"/>
                    </a:cubicBezTo>
                    <a:cubicBezTo>
                      <a:pt x="16" y="82"/>
                      <a:pt x="21" y="78"/>
                      <a:pt x="18" y="69"/>
                    </a:cubicBezTo>
                    <a:cubicBezTo>
                      <a:pt x="17" y="67"/>
                      <a:pt x="13" y="68"/>
                      <a:pt x="13" y="64"/>
                    </a:cubicBezTo>
                    <a:cubicBezTo>
                      <a:pt x="13" y="62"/>
                      <a:pt x="17" y="58"/>
                      <a:pt x="17" y="54"/>
                    </a:cubicBezTo>
                    <a:cubicBezTo>
                      <a:pt x="17" y="50"/>
                      <a:pt x="14" y="49"/>
                      <a:pt x="12" y="45"/>
                    </a:cubicBezTo>
                    <a:cubicBezTo>
                      <a:pt x="9" y="40"/>
                      <a:pt x="9" y="43"/>
                      <a:pt x="9" y="36"/>
                    </a:cubicBezTo>
                    <a:cubicBezTo>
                      <a:pt x="8" y="28"/>
                      <a:pt x="9" y="4"/>
                      <a:pt x="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6" name="Freeform 831">
                <a:extLst>
                  <a:ext uri="{FF2B5EF4-FFF2-40B4-BE49-F238E27FC236}">
                    <a16:creationId xmlns:a16="http://schemas.microsoft.com/office/drawing/2014/main" id="{DA970282-098A-403E-998A-F5CF8B8C9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3088"/>
                <a:ext cx="235" cy="184"/>
              </a:xfrm>
              <a:custGeom>
                <a:avLst/>
                <a:gdLst>
                  <a:gd name="T0" fmla="*/ 220 w 94"/>
                  <a:gd name="T1" fmla="*/ 149 h 69"/>
                  <a:gd name="T2" fmla="*/ 1470 w 94"/>
                  <a:gd name="T3" fmla="*/ 717 h 69"/>
                  <a:gd name="T4" fmla="*/ 1188 w 94"/>
                  <a:gd name="T5" fmla="*/ 797 h 69"/>
                  <a:gd name="T6" fmla="*/ 958 w 94"/>
                  <a:gd name="T7" fmla="*/ 456 h 69"/>
                  <a:gd name="T8" fmla="*/ 300 w 94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69">
                    <a:moveTo>
                      <a:pt x="14" y="8"/>
                    </a:moveTo>
                    <a:cubicBezTo>
                      <a:pt x="0" y="29"/>
                      <a:pt x="78" y="69"/>
                      <a:pt x="94" y="38"/>
                    </a:cubicBezTo>
                    <a:cubicBezTo>
                      <a:pt x="89" y="42"/>
                      <a:pt x="83" y="43"/>
                      <a:pt x="76" y="42"/>
                    </a:cubicBezTo>
                    <a:cubicBezTo>
                      <a:pt x="62" y="39"/>
                      <a:pt x="67" y="31"/>
                      <a:pt x="61" y="24"/>
                    </a:cubicBezTo>
                    <a:cubicBezTo>
                      <a:pt x="45" y="34"/>
                      <a:pt x="20" y="18"/>
                      <a:pt x="19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7" name="Freeform 832">
                <a:extLst>
                  <a:ext uri="{FF2B5EF4-FFF2-40B4-BE49-F238E27FC236}">
                    <a16:creationId xmlns:a16="http://schemas.microsoft.com/office/drawing/2014/main" id="{DFD364A1-D8A1-4CAE-9F3A-2A8F222F4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011"/>
                <a:ext cx="147" cy="242"/>
              </a:xfrm>
              <a:custGeom>
                <a:avLst/>
                <a:gdLst>
                  <a:gd name="T0" fmla="*/ 0 w 59"/>
                  <a:gd name="T1" fmla="*/ 1463 h 91"/>
                  <a:gd name="T2" fmla="*/ 416 w 59"/>
                  <a:gd name="T3" fmla="*/ 1633 h 91"/>
                  <a:gd name="T4" fmla="*/ 787 w 59"/>
                  <a:gd name="T5" fmla="*/ 1202 h 91"/>
                  <a:gd name="T6" fmla="*/ 899 w 59"/>
                  <a:gd name="T7" fmla="*/ 622 h 91"/>
                  <a:gd name="T8" fmla="*/ 850 w 59"/>
                  <a:gd name="T9" fmla="*/ 0 h 91"/>
                  <a:gd name="T10" fmla="*/ 633 w 59"/>
                  <a:gd name="T11" fmla="*/ 205 h 91"/>
                  <a:gd name="T12" fmla="*/ 404 w 59"/>
                  <a:gd name="T13" fmla="*/ 418 h 91"/>
                  <a:gd name="T14" fmla="*/ 384 w 59"/>
                  <a:gd name="T15" fmla="*/ 750 h 91"/>
                  <a:gd name="T16" fmla="*/ 262 w 59"/>
                  <a:gd name="T17" fmla="*/ 1223 h 91"/>
                  <a:gd name="T18" fmla="*/ 30 w 59"/>
                  <a:gd name="T19" fmla="*/ 1428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91">
                    <a:moveTo>
                      <a:pt x="0" y="78"/>
                    </a:moveTo>
                    <a:cubicBezTo>
                      <a:pt x="9" y="86"/>
                      <a:pt x="13" y="91"/>
                      <a:pt x="27" y="87"/>
                    </a:cubicBezTo>
                    <a:cubicBezTo>
                      <a:pt x="39" y="83"/>
                      <a:pt x="48" y="77"/>
                      <a:pt x="51" y="64"/>
                    </a:cubicBezTo>
                    <a:cubicBezTo>
                      <a:pt x="53" y="54"/>
                      <a:pt x="57" y="43"/>
                      <a:pt x="58" y="33"/>
                    </a:cubicBezTo>
                    <a:cubicBezTo>
                      <a:pt x="59" y="22"/>
                      <a:pt x="56" y="11"/>
                      <a:pt x="55" y="0"/>
                    </a:cubicBezTo>
                    <a:cubicBezTo>
                      <a:pt x="49" y="4"/>
                      <a:pt x="48" y="8"/>
                      <a:pt x="41" y="11"/>
                    </a:cubicBezTo>
                    <a:cubicBezTo>
                      <a:pt x="36" y="14"/>
                      <a:pt x="28" y="16"/>
                      <a:pt x="26" y="22"/>
                    </a:cubicBezTo>
                    <a:cubicBezTo>
                      <a:pt x="41" y="22"/>
                      <a:pt x="38" y="50"/>
                      <a:pt x="25" y="40"/>
                    </a:cubicBezTo>
                    <a:cubicBezTo>
                      <a:pt x="37" y="51"/>
                      <a:pt x="28" y="62"/>
                      <a:pt x="17" y="65"/>
                    </a:cubicBezTo>
                    <a:cubicBezTo>
                      <a:pt x="6" y="69"/>
                      <a:pt x="3" y="67"/>
                      <a:pt x="2" y="7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8" name="Freeform 833">
                <a:extLst>
                  <a:ext uri="{FF2B5EF4-FFF2-40B4-BE49-F238E27FC236}">
                    <a16:creationId xmlns:a16="http://schemas.microsoft.com/office/drawing/2014/main" id="{9B2166AB-7CD5-48EA-8A01-508DD3403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837"/>
                <a:ext cx="345" cy="278"/>
              </a:xfrm>
              <a:custGeom>
                <a:avLst/>
                <a:gdLst>
                  <a:gd name="T0" fmla="*/ 0 w 138"/>
                  <a:gd name="T1" fmla="*/ 0 h 104"/>
                  <a:gd name="T2" fmla="*/ 1020 w 138"/>
                  <a:gd name="T3" fmla="*/ 1430 h 104"/>
                  <a:gd name="T4" fmla="*/ 2050 w 138"/>
                  <a:gd name="T5" fmla="*/ 1871 h 104"/>
                  <a:gd name="T6" fmla="*/ 2158 w 138"/>
                  <a:gd name="T7" fmla="*/ 1623 h 104"/>
                  <a:gd name="T8" fmla="*/ 1458 w 138"/>
                  <a:gd name="T9" fmla="*/ 1430 h 104"/>
                  <a:gd name="T10" fmla="*/ 1083 w 138"/>
                  <a:gd name="T11" fmla="*/ 858 h 104"/>
                  <a:gd name="T12" fmla="*/ 470 w 138"/>
                  <a:gd name="T13" fmla="*/ 436 h 104"/>
                  <a:gd name="T14" fmla="*/ 0 w 138"/>
                  <a:gd name="T15" fmla="*/ 0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" h="104">
                    <a:moveTo>
                      <a:pt x="0" y="0"/>
                    </a:moveTo>
                    <a:cubicBezTo>
                      <a:pt x="2" y="21"/>
                      <a:pt x="18" y="47"/>
                      <a:pt x="65" y="75"/>
                    </a:cubicBezTo>
                    <a:cubicBezTo>
                      <a:pt x="113" y="102"/>
                      <a:pt x="123" y="104"/>
                      <a:pt x="131" y="98"/>
                    </a:cubicBezTo>
                    <a:cubicBezTo>
                      <a:pt x="138" y="92"/>
                      <a:pt x="138" y="85"/>
                      <a:pt x="138" y="85"/>
                    </a:cubicBezTo>
                    <a:cubicBezTo>
                      <a:pt x="129" y="92"/>
                      <a:pt x="92" y="84"/>
                      <a:pt x="93" y="75"/>
                    </a:cubicBezTo>
                    <a:cubicBezTo>
                      <a:pt x="79" y="75"/>
                      <a:pt x="66" y="60"/>
                      <a:pt x="69" y="45"/>
                    </a:cubicBezTo>
                    <a:cubicBezTo>
                      <a:pt x="53" y="54"/>
                      <a:pt x="26" y="35"/>
                      <a:pt x="30" y="23"/>
                    </a:cubicBezTo>
                    <a:cubicBezTo>
                      <a:pt x="15" y="28"/>
                      <a:pt x="1" y="18"/>
                      <a:pt x="0" y="0"/>
                    </a:cubicBezTo>
                    <a:close/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9" name="Freeform 834">
                <a:extLst>
                  <a:ext uri="{FF2B5EF4-FFF2-40B4-BE49-F238E27FC236}">
                    <a16:creationId xmlns:a16="http://schemas.microsoft.com/office/drawing/2014/main" id="{D03018F7-DCE5-48BD-A2F9-AD6ED92B9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293"/>
                <a:ext cx="160" cy="656"/>
              </a:xfrm>
              <a:custGeom>
                <a:avLst/>
                <a:gdLst>
                  <a:gd name="T0" fmla="*/ 0 w 64"/>
                  <a:gd name="T1" fmla="*/ 0 h 246"/>
                  <a:gd name="T2" fmla="*/ 563 w 64"/>
                  <a:gd name="T3" fmla="*/ 819 h 246"/>
                  <a:gd name="T4" fmla="*/ 970 w 64"/>
                  <a:gd name="T5" fmla="*/ 1387 h 246"/>
                  <a:gd name="T6" fmla="*/ 988 w 64"/>
                  <a:gd name="T7" fmla="*/ 2504 h 246"/>
                  <a:gd name="T8" fmla="*/ 988 w 64"/>
                  <a:gd name="T9" fmla="*/ 3584 h 246"/>
                  <a:gd name="T10" fmla="*/ 908 w 64"/>
                  <a:gd name="T11" fmla="*/ 4664 h 246"/>
                  <a:gd name="T12" fmla="*/ 645 w 64"/>
                  <a:gd name="T13" fmla="*/ 3149 h 246"/>
                  <a:gd name="T14" fmla="*/ 908 w 64"/>
                  <a:gd name="T15" fmla="*/ 2936 h 246"/>
                  <a:gd name="T16" fmla="*/ 770 w 64"/>
                  <a:gd name="T17" fmla="*/ 2141 h 246"/>
                  <a:gd name="T18" fmla="*/ 488 w 64"/>
                  <a:gd name="T19" fmla="*/ 1024 h 246"/>
                  <a:gd name="T20" fmla="*/ 0 w 64"/>
                  <a:gd name="T21" fmla="*/ 0 h 2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246">
                    <a:moveTo>
                      <a:pt x="0" y="0"/>
                    </a:moveTo>
                    <a:cubicBezTo>
                      <a:pt x="10" y="23"/>
                      <a:pt x="24" y="33"/>
                      <a:pt x="36" y="43"/>
                    </a:cubicBezTo>
                    <a:cubicBezTo>
                      <a:pt x="48" y="53"/>
                      <a:pt x="59" y="48"/>
                      <a:pt x="62" y="73"/>
                    </a:cubicBezTo>
                    <a:cubicBezTo>
                      <a:pt x="64" y="99"/>
                      <a:pt x="64" y="107"/>
                      <a:pt x="63" y="132"/>
                    </a:cubicBezTo>
                    <a:cubicBezTo>
                      <a:pt x="61" y="158"/>
                      <a:pt x="63" y="172"/>
                      <a:pt x="63" y="189"/>
                    </a:cubicBezTo>
                    <a:cubicBezTo>
                      <a:pt x="63" y="205"/>
                      <a:pt x="60" y="215"/>
                      <a:pt x="58" y="246"/>
                    </a:cubicBezTo>
                    <a:cubicBezTo>
                      <a:pt x="54" y="218"/>
                      <a:pt x="49" y="175"/>
                      <a:pt x="41" y="166"/>
                    </a:cubicBezTo>
                    <a:cubicBezTo>
                      <a:pt x="51" y="169"/>
                      <a:pt x="59" y="161"/>
                      <a:pt x="58" y="155"/>
                    </a:cubicBezTo>
                    <a:cubicBezTo>
                      <a:pt x="56" y="149"/>
                      <a:pt x="49" y="128"/>
                      <a:pt x="49" y="113"/>
                    </a:cubicBezTo>
                    <a:cubicBezTo>
                      <a:pt x="50" y="98"/>
                      <a:pt x="45" y="63"/>
                      <a:pt x="31" y="54"/>
                    </a:cubicBezTo>
                    <a:cubicBezTo>
                      <a:pt x="17" y="45"/>
                      <a:pt x="1" y="22"/>
                      <a:pt x="0" y="0"/>
                    </a:cubicBezTo>
                    <a:close/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0" name="Freeform 835">
                <a:extLst>
                  <a:ext uri="{FF2B5EF4-FFF2-40B4-BE49-F238E27FC236}">
                    <a16:creationId xmlns:a16="http://schemas.microsoft.com/office/drawing/2014/main" id="{BC827B39-0748-4449-B247-E559C3B70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128"/>
                <a:ext cx="115" cy="560"/>
              </a:xfrm>
              <a:custGeom>
                <a:avLst/>
                <a:gdLst>
                  <a:gd name="T0" fmla="*/ 363 w 46"/>
                  <a:gd name="T1" fmla="*/ 0 h 210"/>
                  <a:gd name="T2" fmla="*/ 625 w 46"/>
                  <a:gd name="T3" fmla="*/ 491 h 210"/>
                  <a:gd name="T4" fmla="*/ 688 w 46"/>
                  <a:gd name="T5" fmla="*/ 989 h 210"/>
                  <a:gd name="T6" fmla="*/ 658 w 46"/>
                  <a:gd name="T7" fmla="*/ 2027 h 210"/>
                  <a:gd name="T8" fmla="*/ 533 w 46"/>
                  <a:gd name="T9" fmla="*/ 3072 h 210"/>
                  <a:gd name="T10" fmla="*/ 375 w 46"/>
                  <a:gd name="T11" fmla="*/ 3507 h 210"/>
                  <a:gd name="T12" fmla="*/ 0 w 46"/>
                  <a:gd name="T13" fmla="*/ 3981 h 210"/>
                  <a:gd name="T14" fmla="*/ 145 w 46"/>
                  <a:gd name="T15" fmla="*/ 3037 h 210"/>
                  <a:gd name="T16" fmla="*/ 270 w 46"/>
                  <a:gd name="T17" fmla="*/ 2219 h 210"/>
                  <a:gd name="T18" fmla="*/ 438 w 46"/>
                  <a:gd name="T19" fmla="*/ 1899 h 210"/>
                  <a:gd name="T20" fmla="*/ 333 w 46"/>
                  <a:gd name="T21" fmla="*/ 1480 h 210"/>
                  <a:gd name="T22" fmla="*/ 345 w 46"/>
                  <a:gd name="T23" fmla="*/ 115 h 2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210">
                    <a:moveTo>
                      <a:pt x="23" y="0"/>
                    </a:moveTo>
                    <a:cubicBezTo>
                      <a:pt x="28" y="9"/>
                      <a:pt x="37" y="16"/>
                      <a:pt x="40" y="26"/>
                    </a:cubicBezTo>
                    <a:cubicBezTo>
                      <a:pt x="43" y="34"/>
                      <a:pt x="43" y="44"/>
                      <a:pt x="44" y="52"/>
                    </a:cubicBezTo>
                    <a:cubicBezTo>
                      <a:pt x="45" y="70"/>
                      <a:pt x="43" y="89"/>
                      <a:pt x="42" y="107"/>
                    </a:cubicBezTo>
                    <a:cubicBezTo>
                      <a:pt x="40" y="125"/>
                      <a:pt x="37" y="144"/>
                      <a:pt x="34" y="162"/>
                    </a:cubicBezTo>
                    <a:cubicBezTo>
                      <a:pt x="32" y="171"/>
                      <a:pt x="30" y="179"/>
                      <a:pt x="24" y="185"/>
                    </a:cubicBezTo>
                    <a:cubicBezTo>
                      <a:pt x="16" y="194"/>
                      <a:pt x="5" y="198"/>
                      <a:pt x="0" y="210"/>
                    </a:cubicBezTo>
                    <a:cubicBezTo>
                      <a:pt x="8" y="198"/>
                      <a:pt x="31" y="170"/>
                      <a:pt x="9" y="160"/>
                    </a:cubicBezTo>
                    <a:cubicBezTo>
                      <a:pt x="27" y="151"/>
                      <a:pt x="16" y="130"/>
                      <a:pt x="17" y="117"/>
                    </a:cubicBezTo>
                    <a:cubicBezTo>
                      <a:pt x="18" y="110"/>
                      <a:pt x="27" y="107"/>
                      <a:pt x="28" y="100"/>
                    </a:cubicBezTo>
                    <a:cubicBezTo>
                      <a:pt x="30" y="92"/>
                      <a:pt x="26" y="84"/>
                      <a:pt x="21" y="78"/>
                    </a:cubicBezTo>
                    <a:cubicBezTo>
                      <a:pt x="46" y="65"/>
                      <a:pt x="22" y="27"/>
                      <a:pt x="22" y="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1" name="Freeform 836">
                <a:extLst>
                  <a:ext uri="{FF2B5EF4-FFF2-40B4-BE49-F238E27FC236}">
                    <a16:creationId xmlns:a16="http://schemas.microsoft.com/office/drawing/2014/main" id="{CDC3F513-A351-4100-B3EF-7238D385E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835"/>
                <a:ext cx="58" cy="261"/>
              </a:xfrm>
              <a:custGeom>
                <a:avLst/>
                <a:gdLst>
                  <a:gd name="T0" fmla="*/ 368 w 23"/>
                  <a:gd name="T1" fmla="*/ 192 h 98"/>
                  <a:gd name="T2" fmla="*/ 242 w 23"/>
                  <a:gd name="T3" fmla="*/ 682 h 98"/>
                  <a:gd name="T4" fmla="*/ 242 w 23"/>
                  <a:gd name="T5" fmla="*/ 1092 h 98"/>
                  <a:gd name="T6" fmla="*/ 338 w 23"/>
                  <a:gd name="T7" fmla="*/ 1851 h 98"/>
                  <a:gd name="T8" fmla="*/ 0 w 23"/>
                  <a:gd name="T9" fmla="*/ 1398 h 98"/>
                  <a:gd name="T10" fmla="*/ 126 w 23"/>
                  <a:gd name="T11" fmla="*/ 964 h 98"/>
                  <a:gd name="T12" fmla="*/ 33 w 23"/>
                  <a:gd name="T13" fmla="*/ 682 h 98"/>
                  <a:gd name="T14" fmla="*/ 242 w 23"/>
                  <a:gd name="T15" fmla="*/ 397 h 98"/>
                  <a:gd name="T16" fmla="*/ 368 w 23"/>
                  <a:gd name="T17" fmla="*/ 0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98">
                    <a:moveTo>
                      <a:pt x="23" y="10"/>
                    </a:moveTo>
                    <a:cubicBezTo>
                      <a:pt x="22" y="19"/>
                      <a:pt x="16" y="27"/>
                      <a:pt x="15" y="36"/>
                    </a:cubicBezTo>
                    <a:cubicBezTo>
                      <a:pt x="14" y="43"/>
                      <a:pt x="15" y="51"/>
                      <a:pt x="15" y="58"/>
                    </a:cubicBezTo>
                    <a:cubicBezTo>
                      <a:pt x="15" y="72"/>
                      <a:pt x="18" y="86"/>
                      <a:pt x="21" y="98"/>
                    </a:cubicBezTo>
                    <a:cubicBezTo>
                      <a:pt x="14" y="87"/>
                      <a:pt x="8" y="83"/>
                      <a:pt x="0" y="74"/>
                    </a:cubicBezTo>
                    <a:cubicBezTo>
                      <a:pt x="5" y="67"/>
                      <a:pt x="11" y="60"/>
                      <a:pt x="8" y="51"/>
                    </a:cubicBezTo>
                    <a:cubicBezTo>
                      <a:pt x="7" y="44"/>
                      <a:pt x="0" y="43"/>
                      <a:pt x="2" y="36"/>
                    </a:cubicBezTo>
                    <a:cubicBezTo>
                      <a:pt x="3" y="31"/>
                      <a:pt x="12" y="25"/>
                      <a:pt x="15" y="21"/>
                    </a:cubicBezTo>
                    <a:cubicBezTo>
                      <a:pt x="18" y="14"/>
                      <a:pt x="19" y="6"/>
                      <a:pt x="23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2" name="Freeform 837">
                <a:extLst>
                  <a:ext uri="{FF2B5EF4-FFF2-40B4-BE49-F238E27FC236}">
                    <a16:creationId xmlns:a16="http://schemas.microsoft.com/office/drawing/2014/main" id="{10A1CE81-9EB5-47D8-A733-9B1B897C7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2416"/>
                <a:ext cx="87" cy="323"/>
              </a:xfrm>
              <a:custGeom>
                <a:avLst/>
                <a:gdLst>
                  <a:gd name="T0" fmla="*/ 433 w 35"/>
                  <a:gd name="T1" fmla="*/ 0 h 121"/>
                  <a:gd name="T2" fmla="*/ 415 w 35"/>
                  <a:gd name="T3" fmla="*/ 1046 h 121"/>
                  <a:gd name="T4" fmla="*/ 216 w 35"/>
                  <a:gd name="T5" fmla="*/ 1482 h 121"/>
                  <a:gd name="T6" fmla="*/ 12 w 35"/>
                  <a:gd name="T7" fmla="*/ 2301 h 121"/>
                  <a:gd name="T8" fmla="*/ 199 w 35"/>
                  <a:gd name="T9" fmla="*/ 1196 h 121"/>
                  <a:gd name="T10" fmla="*/ 0 w 35"/>
                  <a:gd name="T11" fmla="*/ 1140 h 121"/>
                  <a:gd name="T12" fmla="*/ 353 w 35"/>
                  <a:gd name="T13" fmla="*/ 456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21">
                    <a:moveTo>
                      <a:pt x="28" y="0"/>
                    </a:moveTo>
                    <a:cubicBezTo>
                      <a:pt x="33" y="17"/>
                      <a:pt x="35" y="38"/>
                      <a:pt x="27" y="55"/>
                    </a:cubicBezTo>
                    <a:cubicBezTo>
                      <a:pt x="23" y="63"/>
                      <a:pt x="17" y="70"/>
                      <a:pt x="14" y="78"/>
                    </a:cubicBezTo>
                    <a:cubicBezTo>
                      <a:pt x="8" y="92"/>
                      <a:pt x="5" y="107"/>
                      <a:pt x="1" y="121"/>
                    </a:cubicBezTo>
                    <a:cubicBezTo>
                      <a:pt x="5" y="103"/>
                      <a:pt x="11" y="82"/>
                      <a:pt x="13" y="63"/>
                    </a:cubicBezTo>
                    <a:cubicBezTo>
                      <a:pt x="9" y="62"/>
                      <a:pt x="4" y="62"/>
                      <a:pt x="0" y="60"/>
                    </a:cubicBezTo>
                    <a:cubicBezTo>
                      <a:pt x="6" y="46"/>
                      <a:pt x="20" y="41"/>
                      <a:pt x="23" y="2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3" name="Freeform 838">
                <a:extLst>
                  <a:ext uri="{FF2B5EF4-FFF2-40B4-BE49-F238E27FC236}">
                    <a16:creationId xmlns:a16="http://schemas.microsoft.com/office/drawing/2014/main" id="{FCEA66E0-E4FA-4798-9479-4CE085978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304"/>
                <a:ext cx="190" cy="488"/>
              </a:xfrm>
              <a:custGeom>
                <a:avLst/>
                <a:gdLst>
                  <a:gd name="T0" fmla="*/ 813 w 76"/>
                  <a:gd name="T1" fmla="*/ 0 h 183"/>
                  <a:gd name="T2" fmla="*/ 750 w 76"/>
                  <a:gd name="T3" fmla="*/ 2219 h 183"/>
                  <a:gd name="T4" fmla="*/ 563 w 76"/>
                  <a:gd name="T5" fmla="*/ 3093 h 183"/>
                  <a:gd name="T6" fmla="*/ 345 w 76"/>
                  <a:gd name="T7" fmla="*/ 3413 h 183"/>
                  <a:gd name="T8" fmla="*/ 0 w 76"/>
                  <a:gd name="T9" fmla="*/ 3469 h 183"/>
                  <a:gd name="T10" fmla="*/ 458 w 76"/>
                  <a:gd name="T11" fmla="*/ 2867 h 183"/>
                  <a:gd name="T12" fmla="*/ 533 w 76"/>
                  <a:gd name="T13" fmla="*/ 2141 h 183"/>
                  <a:gd name="T14" fmla="*/ 750 w 76"/>
                  <a:gd name="T15" fmla="*/ 1592 h 183"/>
                  <a:gd name="T16" fmla="*/ 583 w 76"/>
                  <a:gd name="T17" fmla="*/ 888 h 183"/>
                  <a:gd name="T18" fmla="*/ 783 w 76"/>
                  <a:gd name="T19" fmla="*/ 533 h 183"/>
                  <a:gd name="T20" fmla="*/ 770 w 76"/>
                  <a:gd name="T21" fmla="*/ 93 h 1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6" h="183">
                    <a:moveTo>
                      <a:pt x="52" y="0"/>
                    </a:moveTo>
                    <a:cubicBezTo>
                      <a:pt x="76" y="5"/>
                      <a:pt x="52" y="100"/>
                      <a:pt x="48" y="117"/>
                    </a:cubicBezTo>
                    <a:cubicBezTo>
                      <a:pt x="44" y="133"/>
                      <a:pt x="42" y="148"/>
                      <a:pt x="36" y="163"/>
                    </a:cubicBezTo>
                    <a:cubicBezTo>
                      <a:pt x="32" y="170"/>
                      <a:pt x="30" y="176"/>
                      <a:pt x="22" y="180"/>
                    </a:cubicBezTo>
                    <a:cubicBezTo>
                      <a:pt x="15" y="183"/>
                      <a:pt x="5" y="177"/>
                      <a:pt x="0" y="183"/>
                    </a:cubicBezTo>
                    <a:cubicBezTo>
                      <a:pt x="11" y="179"/>
                      <a:pt x="24" y="162"/>
                      <a:pt x="29" y="151"/>
                    </a:cubicBezTo>
                    <a:cubicBezTo>
                      <a:pt x="35" y="138"/>
                      <a:pt x="31" y="126"/>
                      <a:pt x="34" y="113"/>
                    </a:cubicBezTo>
                    <a:cubicBezTo>
                      <a:pt x="36" y="102"/>
                      <a:pt x="45" y="95"/>
                      <a:pt x="48" y="84"/>
                    </a:cubicBezTo>
                    <a:cubicBezTo>
                      <a:pt x="51" y="71"/>
                      <a:pt x="46" y="57"/>
                      <a:pt x="37" y="47"/>
                    </a:cubicBezTo>
                    <a:cubicBezTo>
                      <a:pt x="44" y="43"/>
                      <a:pt x="50" y="37"/>
                      <a:pt x="50" y="28"/>
                    </a:cubicBezTo>
                    <a:cubicBezTo>
                      <a:pt x="50" y="20"/>
                      <a:pt x="42" y="12"/>
                      <a:pt x="49" y="5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4" name="Freeform 839">
                <a:extLst>
                  <a:ext uri="{FF2B5EF4-FFF2-40B4-BE49-F238E27FC236}">
                    <a16:creationId xmlns:a16="http://schemas.microsoft.com/office/drawing/2014/main" id="{825CB1EC-8705-42A3-BD64-9DBCA58E4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688"/>
                <a:ext cx="197" cy="603"/>
              </a:xfrm>
              <a:custGeom>
                <a:avLst/>
                <a:gdLst>
                  <a:gd name="T0" fmla="*/ 0 w 79"/>
                  <a:gd name="T1" fmla="*/ 0 h 226"/>
                  <a:gd name="T2" fmla="*/ 603 w 79"/>
                  <a:gd name="T3" fmla="*/ 854 h 226"/>
                  <a:gd name="T4" fmla="*/ 915 w 79"/>
                  <a:gd name="T5" fmla="*/ 2028 h 226"/>
                  <a:gd name="T6" fmla="*/ 1120 w 79"/>
                  <a:gd name="T7" fmla="*/ 3268 h 226"/>
                  <a:gd name="T8" fmla="*/ 1212 w 79"/>
                  <a:gd name="T9" fmla="*/ 3858 h 226"/>
                  <a:gd name="T10" fmla="*/ 808 w 79"/>
                  <a:gd name="T11" fmla="*/ 4293 h 226"/>
                  <a:gd name="T12" fmla="*/ 995 w 79"/>
                  <a:gd name="T13" fmla="*/ 3610 h 226"/>
                  <a:gd name="T14" fmla="*/ 870 w 79"/>
                  <a:gd name="T15" fmla="*/ 3439 h 226"/>
                  <a:gd name="T16" fmla="*/ 808 w 79"/>
                  <a:gd name="T17" fmla="*/ 3290 h 226"/>
                  <a:gd name="T18" fmla="*/ 840 w 79"/>
                  <a:gd name="T19" fmla="*/ 3018 h 226"/>
                  <a:gd name="T20" fmla="*/ 696 w 79"/>
                  <a:gd name="T21" fmla="*/ 2676 h 226"/>
                  <a:gd name="T22" fmla="*/ 603 w 79"/>
                  <a:gd name="T23" fmla="*/ 2505 h 226"/>
                  <a:gd name="T24" fmla="*/ 683 w 79"/>
                  <a:gd name="T25" fmla="*/ 2164 h 226"/>
                  <a:gd name="T26" fmla="*/ 541 w 79"/>
                  <a:gd name="T27" fmla="*/ 1630 h 226"/>
                  <a:gd name="T28" fmla="*/ 559 w 79"/>
                  <a:gd name="T29" fmla="*/ 1403 h 226"/>
                  <a:gd name="T30" fmla="*/ 449 w 79"/>
                  <a:gd name="T31" fmla="*/ 1139 h 226"/>
                  <a:gd name="T32" fmla="*/ 404 w 79"/>
                  <a:gd name="T33" fmla="*/ 627 h 226"/>
                  <a:gd name="T34" fmla="*/ 167 w 79"/>
                  <a:gd name="T35" fmla="*/ 115 h 2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9" h="226">
                    <a:moveTo>
                      <a:pt x="0" y="0"/>
                    </a:moveTo>
                    <a:cubicBezTo>
                      <a:pt x="20" y="0"/>
                      <a:pt x="35" y="29"/>
                      <a:pt x="39" y="45"/>
                    </a:cubicBezTo>
                    <a:cubicBezTo>
                      <a:pt x="46" y="66"/>
                      <a:pt x="56" y="84"/>
                      <a:pt x="59" y="107"/>
                    </a:cubicBezTo>
                    <a:cubicBezTo>
                      <a:pt x="63" y="129"/>
                      <a:pt x="67" y="150"/>
                      <a:pt x="72" y="172"/>
                    </a:cubicBezTo>
                    <a:cubicBezTo>
                      <a:pt x="74" y="181"/>
                      <a:pt x="79" y="194"/>
                      <a:pt x="78" y="203"/>
                    </a:cubicBezTo>
                    <a:cubicBezTo>
                      <a:pt x="77" y="211"/>
                      <a:pt x="60" y="224"/>
                      <a:pt x="52" y="226"/>
                    </a:cubicBezTo>
                    <a:cubicBezTo>
                      <a:pt x="59" y="216"/>
                      <a:pt x="69" y="204"/>
                      <a:pt x="64" y="190"/>
                    </a:cubicBezTo>
                    <a:cubicBezTo>
                      <a:pt x="62" y="185"/>
                      <a:pt x="58" y="185"/>
                      <a:pt x="56" y="181"/>
                    </a:cubicBezTo>
                    <a:cubicBezTo>
                      <a:pt x="53" y="176"/>
                      <a:pt x="53" y="180"/>
                      <a:pt x="52" y="173"/>
                    </a:cubicBezTo>
                    <a:cubicBezTo>
                      <a:pt x="52" y="169"/>
                      <a:pt x="54" y="164"/>
                      <a:pt x="54" y="159"/>
                    </a:cubicBezTo>
                    <a:cubicBezTo>
                      <a:pt x="53" y="152"/>
                      <a:pt x="48" y="147"/>
                      <a:pt x="45" y="141"/>
                    </a:cubicBezTo>
                    <a:cubicBezTo>
                      <a:pt x="42" y="136"/>
                      <a:pt x="40" y="137"/>
                      <a:pt x="39" y="132"/>
                    </a:cubicBezTo>
                    <a:cubicBezTo>
                      <a:pt x="38" y="128"/>
                      <a:pt x="44" y="120"/>
                      <a:pt x="44" y="114"/>
                    </a:cubicBezTo>
                    <a:cubicBezTo>
                      <a:pt x="44" y="104"/>
                      <a:pt x="36" y="96"/>
                      <a:pt x="35" y="86"/>
                    </a:cubicBezTo>
                    <a:cubicBezTo>
                      <a:pt x="34" y="82"/>
                      <a:pt x="37" y="77"/>
                      <a:pt x="36" y="74"/>
                    </a:cubicBezTo>
                    <a:cubicBezTo>
                      <a:pt x="35" y="67"/>
                      <a:pt x="32" y="66"/>
                      <a:pt x="29" y="60"/>
                    </a:cubicBezTo>
                    <a:cubicBezTo>
                      <a:pt x="26" y="51"/>
                      <a:pt x="30" y="42"/>
                      <a:pt x="26" y="33"/>
                    </a:cubicBezTo>
                    <a:cubicBezTo>
                      <a:pt x="22" y="23"/>
                      <a:pt x="12" y="17"/>
                      <a:pt x="11" y="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5" name="Freeform 840">
                <a:extLst>
                  <a:ext uri="{FF2B5EF4-FFF2-40B4-BE49-F238E27FC236}">
                    <a16:creationId xmlns:a16="http://schemas.microsoft.com/office/drawing/2014/main" id="{076D5975-12AB-4DC6-9D9A-69B033A86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291"/>
                <a:ext cx="500" cy="448"/>
              </a:xfrm>
              <a:custGeom>
                <a:avLst/>
                <a:gdLst>
                  <a:gd name="T0" fmla="*/ 0 w 200"/>
                  <a:gd name="T1" fmla="*/ 3187 h 168"/>
                  <a:gd name="T2" fmla="*/ 1613 w 200"/>
                  <a:gd name="T3" fmla="*/ 1613 h 168"/>
                  <a:gd name="T4" fmla="*/ 2395 w 200"/>
                  <a:gd name="T5" fmla="*/ 2163 h 168"/>
                  <a:gd name="T6" fmla="*/ 2720 w 200"/>
                  <a:gd name="T7" fmla="*/ 2581 h 168"/>
                  <a:gd name="T8" fmla="*/ 3125 w 200"/>
                  <a:gd name="T9" fmla="*/ 2867 h 168"/>
                  <a:gd name="T10" fmla="*/ 3020 w 200"/>
                  <a:gd name="T11" fmla="*/ 2104 h 168"/>
                  <a:gd name="T12" fmla="*/ 2658 w 200"/>
                  <a:gd name="T13" fmla="*/ 1480 h 168"/>
                  <a:gd name="T14" fmla="*/ 2333 w 200"/>
                  <a:gd name="T15" fmla="*/ 875 h 168"/>
                  <a:gd name="T16" fmla="*/ 2050 w 200"/>
                  <a:gd name="T17" fmla="*/ 0 h 168"/>
                  <a:gd name="T18" fmla="*/ 2050 w 200"/>
                  <a:gd name="T19" fmla="*/ 1251 h 168"/>
                  <a:gd name="T20" fmla="*/ 2500 w 200"/>
                  <a:gd name="T21" fmla="*/ 1856 h 168"/>
                  <a:gd name="T22" fmla="*/ 2020 w 200"/>
                  <a:gd name="T23" fmla="*/ 1592 h 168"/>
                  <a:gd name="T24" fmla="*/ 1500 w 200"/>
                  <a:gd name="T25" fmla="*/ 1344 h 168"/>
                  <a:gd name="T26" fmla="*/ 783 w 200"/>
                  <a:gd name="T27" fmla="*/ 1933 h 168"/>
                  <a:gd name="T28" fmla="*/ 208 w 200"/>
                  <a:gd name="T29" fmla="*/ 2845 h 16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0" h="168">
                    <a:moveTo>
                      <a:pt x="0" y="168"/>
                    </a:moveTo>
                    <a:cubicBezTo>
                      <a:pt x="26" y="145"/>
                      <a:pt x="62" y="81"/>
                      <a:pt x="103" y="85"/>
                    </a:cubicBezTo>
                    <a:cubicBezTo>
                      <a:pt x="121" y="87"/>
                      <a:pt x="141" y="103"/>
                      <a:pt x="153" y="114"/>
                    </a:cubicBezTo>
                    <a:cubicBezTo>
                      <a:pt x="161" y="121"/>
                      <a:pt x="165" y="130"/>
                      <a:pt x="174" y="136"/>
                    </a:cubicBezTo>
                    <a:cubicBezTo>
                      <a:pt x="179" y="140"/>
                      <a:pt x="194" y="152"/>
                      <a:pt x="200" y="151"/>
                    </a:cubicBezTo>
                    <a:cubicBezTo>
                      <a:pt x="196" y="139"/>
                      <a:pt x="197" y="124"/>
                      <a:pt x="193" y="111"/>
                    </a:cubicBezTo>
                    <a:cubicBezTo>
                      <a:pt x="189" y="96"/>
                      <a:pt x="180" y="89"/>
                      <a:pt x="170" y="78"/>
                    </a:cubicBezTo>
                    <a:cubicBezTo>
                      <a:pt x="162" y="69"/>
                      <a:pt x="153" y="58"/>
                      <a:pt x="149" y="46"/>
                    </a:cubicBezTo>
                    <a:cubicBezTo>
                      <a:pt x="143" y="32"/>
                      <a:pt x="142" y="12"/>
                      <a:pt x="131" y="0"/>
                    </a:cubicBezTo>
                    <a:cubicBezTo>
                      <a:pt x="141" y="18"/>
                      <a:pt x="162" y="54"/>
                      <a:pt x="131" y="66"/>
                    </a:cubicBezTo>
                    <a:cubicBezTo>
                      <a:pt x="139" y="68"/>
                      <a:pt x="178" y="87"/>
                      <a:pt x="160" y="98"/>
                    </a:cubicBezTo>
                    <a:cubicBezTo>
                      <a:pt x="154" y="102"/>
                      <a:pt x="134" y="86"/>
                      <a:pt x="129" y="84"/>
                    </a:cubicBezTo>
                    <a:cubicBezTo>
                      <a:pt x="120" y="79"/>
                      <a:pt x="107" y="73"/>
                      <a:pt x="96" y="71"/>
                    </a:cubicBezTo>
                    <a:cubicBezTo>
                      <a:pt x="74" y="68"/>
                      <a:pt x="66" y="90"/>
                      <a:pt x="50" y="102"/>
                    </a:cubicBezTo>
                    <a:cubicBezTo>
                      <a:pt x="35" y="112"/>
                      <a:pt x="20" y="134"/>
                      <a:pt x="13" y="15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6" name="Freeform 841">
                <a:extLst>
                  <a:ext uri="{FF2B5EF4-FFF2-40B4-BE49-F238E27FC236}">
                    <a16:creationId xmlns:a16="http://schemas.microsoft.com/office/drawing/2014/main" id="{84E0FA6D-303B-447D-A5B9-2FA13E2EB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1485"/>
                <a:ext cx="105" cy="174"/>
              </a:xfrm>
              <a:custGeom>
                <a:avLst/>
                <a:gdLst>
                  <a:gd name="T0" fmla="*/ 220 w 42"/>
                  <a:gd name="T1" fmla="*/ 94 h 65"/>
                  <a:gd name="T2" fmla="*/ 500 w 42"/>
                  <a:gd name="T3" fmla="*/ 0 h 65"/>
                  <a:gd name="T4" fmla="*/ 658 w 42"/>
                  <a:gd name="T5" fmla="*/ 343 h 65"/>
                  <a:gd name="T6" fmla="*/ 188 w 42"/>
                  <a:gd name="T7" fmla="*/ 402 h 65"/>
                  <a:gd name="T8" fmla="*/ 175 w 42"/>
                  <a:gd name="T9" fmla="*/ 1247 h 65"/>
                  <a:gd name="T10" fmla="*/ 20 w 42"/>
                  <a:gd name="T11" fmla="*/ 402 h 65"/>
                  <a:gd name="T12" fmla="*/ 188 w 42"/>
                  <a:gd name="T13" fmla="*/ 56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65">
                    <a:moveTo>
                      <a:pt x="14" y="5"/>
                    </a:moveTo>
                    <a:cubicBezTo>
                      <a:pt x="21" y="6"/>
                      <a:pt x="27" y="1"/>
                      <a:pt x="32" y="0"/>
                    </a:cubicBezTo>
                    <a:cubicBezTo>
                      <a:pt x="27" y="8"/>
                      <a:pt x="33" y="17"/>
                      <a:pt x="42" y="18"/>
                    </a:cubicBezTo>
                    <a:cubicBezTo>
                      <a:pt x="28" y="28"/>
                      <a:pt x="22" y="4"/>
                      <a:pt x="12" y="21"/>
                    </a:cubicBezTo>
                    <a:cubicBezTo>
                      <a:pt x="4" y="33"/>
                      <a:pt x="12" y="51"/>
                      <a:pt x="11" y="65"/>
                    </a:cubicBezTo>
                    <a:cubicBezTo>
                      <a:pt x="8" y="50"/>
                      <a:pt x="3" y="36"/>
                      <a:pt x="1" y="21"/>
                    </a:cubicBezTo>
                    <a:cubicBezTo>
                      <a:pt x="0" y="9"/>
                      <a:pt x="1" y="8"/>
                      <a:pt x="12" y="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7" name="Freeform 842">
                <a:extLst>
                  <a:ext uri="{FF2B5EF4-FFF2-40B4-BE49-F238E27FC236}">
                    <a16:creationId xmlns:a16="http://schemas.microsoft.com/office/drawing/2014/main" id="{D46EBF93-5166-480E-A8C1-3E5610197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160"/>
                <a:ext cx="270" cy="272"/>
              </a:xfrm>
              <a:custGeom>
                <a:avLst/>
                <a:gdLst>
                  <a:gd name="T0" fmla="*/ 175 w 108"/>
                  <a:gd name="T1" fmla="*/ 21 h 102"/>
                  <a:gd name="T2" fmla="*/ 783 w 108"/>
                  <a:gd name="T3" fmla="*/ 320 h 102"/>
                  <a:gd name="T4" fmla="*/ 1188 w 108"/>
                  <a:gd name="T5" fmla="*/ 704 h 102"/>
                  <a:gd name="T6" fmla="*/ 1688 w 108"/>
                  <a:gd name="T7" fmla="*/ 1933 h 102"/>
                  <a:gd name="T8" fmla="*/ 1425 w 108"/>
                  <a:gd name="T9" fmla="*/ 1515 h 102"/>
                  <a:gd name="T10" fmla="*/ 1158 w 108"/>
                  <a:gd name="T11" fmla="*/ 1899 h 102"/>
                  <a:gd name="T12" fmla="*/ 1188 w 108"/>
                  <a:gd name="T13" fmla="*/ 1045 h 102"/>
                  <a:gd name="T14" fmla="*/ 1000 w 108"/>
                  <a:gd name="T15" fmla="*/ 776 h 102"/>
                  <a:gd name="T16" fmla="*/ 770 w 108"/>
                  <a:gd name="T17" fmla="*/ 832 h 102"/>
                  <a:gd name="T18" fmla="*/ 425 w 108"/>
                  <a:gd name="T19" fmla="*/ 435 h 102"/>
                  <a:gd name="T20" fmla="*/ 0 w 108"/>
                  <a:gd name="T21" fmla="*/ 0 h 10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8" h="102">
                    <a:moveTo>
                      <a:pt x="11" y="1"/>
                    </a:moveTo>
                    <a:cubicBezTo>
                      <a:pt x="23" y="9"/>
                      <a:pt x="38" y="9"/>
                      <a:pt x="50" y="17"/>
                    </a:cubicBezTo>
                    <a:cubicBezTo>
                      <a:pt x="59" y="22"/>
                      <a:pt x="69" y="29"/>
                      <a:pt x="76" y="37"/>
                    </a:cubicBezTo>
                    <a:cubicBezTo>
                      <a:pt x="92" y="53"/>
                      <a:pt x="107" y="78"/>
                      <a:pt x="108" y="102"/>
                    </a:cubicBezTo>
                    <a:cubicBezTo>
                      <a:pt x="105" y="94"/>
                      <a:pt x="104" y="73"/>
                      <a:pt x="91" y="80"/>
                    </a:cubicBezTo>
                    <a:cubicBezTo>
                      <a:pt x="82" y="84"/>
                      <a:pt x="85" y="97"/>
                      <a:pt x="74" y="100"/>
                    </a:cubicBezTo>
                    <a:cubicBezTo>
                      <a:pt x="85" y="85"/>
                      <a:pt x="83" y="71"/>
                      <a:pt x="76" y="55"/>
                    </a:cubicBezTo>
                    <a:cubicBezTo>
                      <a:pt x="73" y="49"/>
                      <a:pt x="71" y="44"/>
                      <a:pt x="64" y="41"/>
                    </a:cubicBezTo>
                    <a:cubicBezTo>
                      <a:pt x="56" y="38"/>
                      <a:pt x="56" y="43"/>
                      <a:pt x="49" y="44"/>
                    </a:cubicBezTo>
                    <a:cubicBezTo>
                      <a:pt x="34" y="46"/>
                      <a:pt x="33" y="33"/>
                      <a:pt x="27" y="23"/>
                    </a:cubicBezTo>
                    <a:cubicBezTo>
                      <a:pt x="20" y="12"/>
                      <a:pt x="12" y="6"/>
                      <a:pt x="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8" name="Freeform 843">
                <a:extLst>
                  <a:ext uri="{FF2B5EF4-FFF2-40B4-BE49-F238E27FC236}">
                    <a16:creationId xmlns:a16="http://schemas.microsoft.com/office/drawing/2014/main" id="{24AA91E2-46DE-481D-A479-5C119C3D4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3051"/>
                <a:ext cx="463" cy="186"/>
              </a:xfrm>
              <a:custGeom>
                <a:avLst/>
                <a:gdLst>
                  <a:gd name="T0" fmla="*/ 20 w 185"/>
                  <a:gd name="T1" fmla="*/ 792 h 70"/>
                  <a:gd name="T2" fmla="*/ 613 w 185"/>
                  <a:gd name="T3" fmla="*/ 1313 h 70"/>
                  <a:gd name="T4" fmla="*/ 1772 w 185"/>
                  <a:gd name="T5" fmla="*/ 1066 h 70"/>
                  <a:gd name="T6" fmla="*/ 2725 w 185"/>
                  <a:gd name="T7" fmla="*/ 353 h 70"/>
                  <a:gd name="T8" fmla="*/ 2901 w 185"/>
                  <a:gd name="T9" fmla="*/ 0 h 70"/>
                  <a:gd name="T10" fmla="*/ 2035 w 185"/>
                  <a:gd name="T11" fmla="*/ 733 h 70"/>
                  <a:gd name="T12" fmla="*/ 1459 w 185"/>
                  <a:gd name="T13" fmla="*/ 622 h 70"/>
                  <a:gd name="T14" fmla="*/ 783 w 185"/>
                  <a:gd name="T15" fmla="*/ 1066 h 70"/>
                  <a:gd name="T16" fmla="*/ 20 w 185"/>
                  <a:gd name="T17" fmla="*/ 792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5" h="70">
                    <a:moveTo>
                      <a:pt x="1" y="42"/>
                    </a:moveTo>
                    <a:cubicBezTo>
                      <a:pt x="1" y="64"/>
                      <a:pt x="13" y="70"/>
                      <a:pt x="39" y="70"/>
                    </a:cubicBezTo>
                    <a:cubicBezTo>
                      <a:pt x="64" y="70"/>
                      <a:pt x="93" y="60"/>
                      <a:pt x="113" y="57"/>
                    </a:cubicBezTo>
                    <a:cubicBezTo>
                      <a:pt x="133" y="53"/>
                      <a:pt x="165" y="34"/>
                      <a:pt x="174" y="19"/>
                    </a:cubicBezTo>
                    <a:cubicBezTo>
                      <a:pt x="183" y="3"/>
                      <a:pt x="185" y="0"/>
                      <a:pt x="185" y="0"/>
                    </a:cubicBezTo>
                    <a:cubicBezTo>
                      <a:pt x="172" y="8"/>
                      <a:pt x="156" y="38"/>
                      <a:pt x="130" y="39"/>
                    </a:cubicBezTo>
                    <a:cubicBezTo>
                      <a:pt x="103" y="40"/>
                      <a:pt x="93" y="33"/>
                      <a:pt x="93" y="33"/>
                    </a:cubicBezTo>
                    <a:cubicBezTo>
                      <a:pt x="94" y="45"/>
                      <a:pt x="68" y="60"/>
                      <a:pt x="50" y="57"/>
                    </a:cubicBezTo>
                    <a:cubicBezTo>
                      <a:pt x="42" y="62"/>
                      <a:pt x="0" y="60"/>
                      <a:pt x="1" y="42"/>
                    </a:cubicBezTo>
                    <a:close/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9" name="Freeform 844">
                <a:extLst>
                  <a:ext uri="{FF2B5EF4-FFF2-40B4-BE49-F238E27FC236}">
                    <a16:creationId xmlns:a16="http://schemas.microsoft.com/office/drawing/2014/main" id="{067DF303-EEC7-4FDD-9807-8D9221E27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835"/>
                <a:ext cx="205" cy="218"/>
              </a:xfrm>
              <a:custGeom>
                <a:avLst/>
                <a:gdLst>
                  <a:gd name="T0" fmla="*/ 0 w 82"/>
                  <a:gd name="T1" fmla="*/ 1542 h 82"/>
                  <a:gd name="T2" fmla="*/ 563 w 82"/>
                  <a:gd name="T3" fmla="*/ 1053 h 82"/>
                  <a:gd name="T4" fmla="*/ 1283 w 82"/>
                  <a:gd name="T5" fmla="*/ 0 h 82"/>
                  <a:gd name="T6" fmla="*/ 875 w 82"/>
                  <a:gd name="T7" fmla="*/ 226 h 82"/>
                  <a:gd name="T8" fmla="*/ 550 w 82"/>
                  <a:gd name="T9" fmla="*/ 806 h 82"/>
                  <a:gd name="T10" fmla="*/ 0 w 82"/>
                  <a:gd name="T11" fmla="*/ 1167 h 82"/>
                  <a:gd name="T12" fmla="*/ 0 w 82"/>
                  <a:gd name="T13" fmla="*/ 1542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82">
                    <a:moveTo>
                      <a:pt x="0" y="82"/>
                    </a:moveTo>
                    <a:cubicBezTo>
                      <a:pt x="18" y="68"/>
                      <a:pt x="18" y="68"/>
                      <a:pt x="36" y="56"/>
                    </a:cubicBezTo>
                    <a:cubicBezTo>
                      <a:pt x="54" y="43"/>
                      <a:pt x="78" y="10"/>
                      <a:pt x="82" y="0"/>
                    </a:cubicBezTo>
                    <a:cubicBezTo>
                      <a:pt x="73" y="12"/>
                      <a:pt x="64" y="9"/>
                      <a:pt x="56" y="12"/>
                    </a:cubicBezTo>
                    <a:cubicBezTo>
                      <a:pt x="48" y="16"/>
                      <a:pt x="53" y="23"/>
                      <a:pt x="35" y="43"/>
                    </a:cubicBezTo>
                    <a:cubicBezTo>
                      <a:pt x="17" y="63"/>
                      <a:pt x="0" y="62"/>
                      <a:pt x="0" y="62"/>
                    </a:cubicBezTo>
                    <a:cubicBezTo>
                      <a:pt x="0" y="62"/>
                      <a:pt x="7" y="71"/>
                      <a:pt x="0" y="82"/>
                    </a:cubicBezTo>
                    <a:close/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0" name="Freeform 845">
                <a:extLst>
                  <a:ext uri="{FF2B5EF4-FFF2-40B4-BE49-F238E27FC236}">
                    <a16:creationId xmlns:a16="http://schemas.microsoft.com/office/drawing/2014/main" id="{431CA80F-4956-4241-9A05-6F4B36927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688"/>
                <a:ext cx="70" cy="136"/>
              </a:xfrm>
              <a:custGeom>
                <a:avLst/>
                <a:gdLst>
                  <a:gd name="T0" fmla="*/ 145 w 28"/>
                  <a:gd name="T1" fmla="*/ 227 h 51"/>
                  <a:gd name="T2" fmla="*/ 0 w 28"/>
                  <a:gd name="T3" fmla="*/ 968 h 51"/>
                  <a:gd name="T4" fmla="*/ 438 w 28"/>
                  <a:gd name="T5" fmla="*/ 717 h 51"/>
                  <a:gd name="T6" fmla="*/ 300 w 28"/>
                  <a:gd name="T7" fmla="*/ 0 h 51"/>
                  <a:gd name="T8" fmla="*/ 188 w 28"/>
                  <a:gd name="T9" fmla="*/ 7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1">
                    <a:moveTo>
                      <a:pt x="9" y="12"/>
                    </a:moveTo>
                    <a:cubicBezTo>
                      <a:pt x="10" y="25"/>
                      <a:pt x="6" y="40"/>
                      <a:pt x="0" y="51"/>
                    </a:cubicBezTo>
                    <a:cubicBezTo>
                      <a:pt x="10" y="44"/>
                      <a:pt x="14" y="38"/>
                      <a:pt x="28" y="38"/>
                    </a:cubicBezTo>
                    <a:cubicBezTo>
                      <a:pt x="9" y="35"/>
                      <a:pt x="20" y="12"/>
                      <a:pt x="19" y="0"/>
                    </a:cubicBezTo>
                    <a:cubicBezTo>
                      <a:pt x="17" y="5"/>
                      <a:pt x="15" y="4"/>
                      <a:pt x="12" y="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1" name="Freeform 846">
                <a:extLst>
                  <a:ext uri="{FF2B5EF4-FFF2-40B4-BE49-F238E27FC236}">
                    <a16:creationId xmlns:a16="http://schemas.microsoft.com/office/drawing/2014/main" id="{27C90FB2-565C-4FFD-BB4F-48F8DBC82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219"/>
                <a:ext cx="182" cy="704"/>
              </a:xfrm>
              <a:custGeom>
                <a:avLst/>
                <a:gdLst>
                  <a:gd name="T0" fmla="*/ 1007 w 73"/>
                  <a:gd name="T1" fmla="*/ 477 h 264"/>
                  <a:gd name="T2" fmla="*/ 1057 w 73"/>
                  <a:gd name="T3" fmla="*/ 3357 h 264"/>
                  <a:gd name="T4" fmla="*/ 820 w 73"/>
                  <a:gd name="T5" fmla="*/ 4493 h 264"/>
                  <a:gd name="T6" fmla="*/ 0 w 73"/>
                  <a:gd name="T7" fmla="*/ 4971 h 264"/>
                  <a:gd name="T8" fmla="*/ 416 w 73"/>
                  <a:gd name="T9" fmla="*/ 4301 h 264"/>
                  <a:gd name="T10" fmla="*/ 728 w 73"/>
                  <a:gd name="T11" fmla="*/ 3869 h 264"/>
                  <a:gd name="T12" fmla="*/ 840 w 73"/>
                  <a:gd name="T13" fmla="*/ 3243 h 264"/>
                  <a:gd name="T14" fmla="*/ 840 w 73"/>
                  <a:gd name="T15" fmla="*/ 2637 h 264"/>
                  <a:gd name="T16" fmla="*/ 509 w 73"/>
                  <a:gd name="T17" fmla="*/ 1992 h 264"/>
                  <a:gd name="T18" fmla="*/ 790 w 73"/>
                  <a:gd name="T19" fmla="*/ 1501 h 264"/>
                  <a:gd name="T20" fmla="*/ 728 w 73"/>
                  <a:gd name="T21" fmla="*/ 1272 h 264"/>
                  <a:gd name="T22" fmla="*/ 853 w 73"/>
                  <a:gd name="T23" fmla="*/ 989 h 264"/>
                  <a:gd name="T24" fmla="*/ 853 w 73"/>
                  <a:gd name="T25" fmla="*/ 0 h 2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264">
                    <a:moveTo>
                      <a:pt x="65" y="25"/>
                    </a:moveTo>
                    <a:cubicBezTo>
                      <a:pt x="56" y="76"/>
                      <a:pt x="71" y="126"/>
                      <a:pt x="68" y="177"/>
                    </a:cubicBezTo>
                    <a:cubicBezTo>
                      <a:pt x="67" y="198"/>
                      <a:pt x="62" y="217"/>
                      <a:pt x="53" y="237"/>
                    </a:cubicBezTo>
                    <a:cubicBezTo>
                      <a:pt x="44" y="257"/>
                      <a:pt x="21" y="264"/>
                      <a:pt x="0" y="262"/>
                    </a:cubicBezTo>
                    <a:cubicBezTo>
                      <a:pt x="13" y="261"/>
                      <a:pt x="42" y="244"/>
                      <a:pt x="27" y="227"/>
                    </a:cubicBezTo>
                    <a:cubicBezTo>
                      <a:pt x="36" y="244"/>
                      <a:pt x="49" y="213"/>
                      <a:pt x="47" y="204"/>
                    </a:cubicBezTo>
                    <a:cubicBezTo>
                      <a:pt x="59" y="200"/>
                      <a:pt x="63" y="180"/>
                      <a:pt x="54" y="171"/>
                    </a:cubicBezTo>
                    <a:cubicBezTo>
                      <a:pt x="62" y="164"/>
                      <a:pt x="62" y="147"/>
                      <a:pt x="54" y="139"/>
                    </a:cubicBezTo>
                    <a:cubicBezTo>
                      <a:pt x="73" y="130"/>
                      <a:pt x="43" y="107"/>
                      <a:pt x="33" y="105"/>
                    </a:cubicBezTo>
                    <a:cubicBezTo>
                      <a:pt x="45" y="101"/>
                      <a:pt x="54" y="93"/>
                      <a:pt x="51" y="79"/>
                    </a:cubicBezTo>
                    <a:cubicBezTo>
                      <a:pt x="51" y="75"/>
                      <a:pt x="46" y="71"/>
                      <a:pt x="47" y="67"/>
                    </a:cubicBezTo>
                    <a:cubicBezTo>
                      <a:pt x="47" y="64"/>
                      <a:pt x="54" y="57"/>
                      <a:pt x="55" y="52"/>
                    </a:cubicBezTo>
                    <a:cubicBezTo>
                      <a:pt x="58" y="39"/>
                      <a:pt x="62" y="11"/>
                      <a:pt x="55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2" name="Freeform 847">
                <a:extLst>
                  <a:ext uri="{FF2B5EF4-FFF2-40B4-BE49-F238E27FC236}">
                    <a16:creationId xmlns:a16="http://schemas.microsoft.com/office/drawing/2014/main" id="{1F0FC0AB-F3D4-4732-88E0-4E43E41F5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1904"/>
                <a:ext cx="117" cy="448"/>
              </a:xfrm>
              <a:custGeom>
                <a:avLst/>
                <a:gdLst>
                  <a:gd name="T0" fmla="*/ 249 w 47"/>
                  <a:gd name="T1" fmla="*/ 0 h 168"/>
                  <a:gd name="T2" fmla="*/ 478 w 47"/>
                  <a:gd name="T3" fmla="*/ 1557 h 168"/>
                  <a:gd name="T4" fmla="*/ 682 w 47"/>
                  <a:gd name="T5" fmla="*/ 2312 h 168"/>
                  <a:gd name="T6" fmla="*/ 662 w 47"/>
                  <a:gd name="T7" fmla="*/ 3187 h 168"/>
                  <a:gd name="T8" fmla="*/ 403 w 47"/>
                  <a:gd name="T9" fmla="*/ 2312 h 168"/>
                  <a:gd name="T10" fmla="*/ 229 w 47"/>
                  <a:gd name="T11" fmla="*/ 1629 h 168"/>
                  <a:gd name="T12" fmla="*/ 0 w 47"/>
                  <a:gd name="T13" fmla="*/ 875 h 168"/>
                  <a:gd name="T14" fmla="*/ 199 w 47"/>
                  <a:gd name="T15" fmla="*/ 0 h 1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68">
                    <a:moveTo>
                      <a:pt x="16" y="0"/>
                    </a:moveTo>
                    <a:cubicBezTo>
                      <a:pt x="21" y="27"/>
                      <a:pt x="23" y="55"/>
                      <a:pt x="31" y="82"/>
                    </a:cubicBezTo>
                    <a:cubicBezTo>
                      <a:pt x="36" y="96"/>
                      <a:pt x="42" y="107"/>
                      <a:pt x="44" y="122"/>
                    </a:cubicBezTo>
                    <a:cubicBezTo>
                      <a:pt x="47" y="137"/>
                      <a:pt x="44" y="153"/>
                      <a:pt x="43" y="168"/>
                    </a:cubicBezTo>
                    <a:cubicBezTo>
                      <a:pt x="47" y="152"/>
                      <a:pt x="44" y="127"/>
                      <a:pt x="26" y="122"/>
                    </a:cubicBezTo>
                    <a:cubicBezTo>
                      <a:pt x="33" y="114"/>
                      <a:pt x="30" y="83"/>
                      <a:pt x="15" y="86"/>
                    </a:cubicBezTo>
                    <a:cubicBezTo>
                      <a:pt x="19" y="74"/>
                      <a:pt x="23" y="44"/>
                      <a:pt x="0" y="46"/>
                    </a:cubicBezTo>
                    <a:cubicBezTo>
                      <a:pt x="13" y="31"/>
                      <a:pt x="13" y="20"/>
                      <a:pt x="13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3" name="Freeform 848">
                <a:extLst>
                  <a:ext uri="{FF2B5EF4-FFF2-40B4-BE49-F238E27FC236}">
                    <a16:creationId xmlns:a16="http://schemas.microsoft.com/office/drawing/2014/main" id="{11C1D8F2-6B89-4A0B-B858-911980FB5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1709"/>
                <a:ext cx="170" cy="696"/>
              </a:xfrm>
              <a:custGeom>
                <a:avLst/>
                <a:gdLst>
                  <a:gd name="T0" fmla="*/ 95 w 68"/>
                  <a:gd name="T1" fmla="*/ 192 h 261"/>
                  <a:gd name="T2" fmla="*/ 270 w 68"/>
                  <a:gd name="T3" fmla="*/ 739 h 261"/>
                  <a:gd name="T4" fmla="*/ 500 w 68"/>
                  <a:gd name="T5" fmla="*/ 1173 h 261"/>
                  <a:gd name="T6" fmla="*/ 750 w 68"/>
                  <a:gd name="T7" fmla="*/ 2275 h 261"/>
                  <a:gd name="T8" fmla="*/ 895 w 68"/>
                  <a:gd name="T9" fmla="*/ 4949 h 261"/>
                  <a:gd name="T10" fmla="*/ 688 w 68"/>
                  <a:gd name="T11" fmla="*/ 4323 h 261"/>
                  <a:gd name="T12" fmla="*/ 625 w 68"/>
                  <a:gd name="T13" fmla="*/ 3336 h 261"/>
                  <a:gd name="T14" fmla="*/ 395 w 68"/>
                  <a:gd name="T15" fmla="*/ 2389 h 261"/>
                  <a:gd name="T16" fmla="*/ 425 w 68"/>
                  <a:gd name="T17" fmla="*/ 2013 h 261"/>
                  <a:gd name="T18" fmla="*/ 270 w 68"/>
                  <a:gd name="T19" fmla="*/ 1707 h 261"/>
                  <a:gd name="T20" fmla="*/ 313 w 68"/>
                  <a:gd name="T21" fmla="*/ 1387 h 261"/>
                  <a:gd name="T22" fmla="*/ 33 w 68"/>
                  <a:gd name="T23" fmla="*/ 1331 h 261"/>
                  <a:gd name="T24" fmla="*/ 0 w 68"/>
                  <a:gd name="T25" fmla="*/ 0 h 2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8" h="261">
                    <a:moveTo>
                      <a:pt x="6" y="10"/>
                    </a:moveTo>
                    <a:cubicBezTo>
                      <a:pt x="16" y="17"/>
                      <a:pt x="17" y="29"/>
                      <a:pt x="17" y="39"/>
                    </a:cubicBezTo>
                    <a:cubicBezTo>
                      <a:pt x="18" y="53"/>
                      <a:pt x="24" y="53"/>
                      <a:pt x="32" y="62"/>
                    </a:cubicBezTo>
                    <a:cubicBezTo>
                      <a:pt x="44" y="77"/>
                      <a:pt x="45" y="102"/>
                      <a:pt x="48" y="120"/>
                    </a:cubicBezTo>
                    <a:cubicBezTo>
                      <a:pt x="57" y="166"/>
                      <a:pt x="68" y="214"/>
                      <a:pt x="57" y="261"/>
                    </a:cubicBezTo>
                    <a:cubicBezTo>
                      <a:pt x="57" y="250"/>
                      <a:pt x="60" y="229"/>
                      <a:pt x="44" y="228"/>
                    </a:cubicBezTo>
                    <a:cubicBezTo>
                      <a:pt x="51" y="213"/>
                      <a:pt x="62" y="184"/>
                      <a:pt x="40" y="176"/>
                    </a:cubicBezTo>
                    <a:cubicBezTo>
                      <a:pt x="45" y="158"/>
                      <a:pt x="45" y="137"/>
                      <a:pt x="25" y="126"/>
                    </a:cubicBezTo>
                    <a:cubicBezTo>
                      <a:pt x="30" y="120"/>
                      <a:pt x="29" y="114"/>
                      <a:pt x="27" y="106"/>
                    </a:cubicBezTo>
                    <a:cubicBezTo>
                      <a:pt x="26" y="100"/>
                      <a:pt x="18" y="94"/>
                      <a:pt x="17" y="90"/>
                    </a:cubicBezTo>
                    <a:cubicBezTo>
                      <a:pt x="16" y="84"/>
                      <a:pt x="23" y="80"/>
                      <a:pt x="20" y="73"/>
                    </a:cubicBezTo>
                    <a:cubicBezTo>
                      <a:pt x="16" y="66"/>
                      <a:pt x="8" y="67"/>
                      <a:pt x="2" y="70"/>
                    </a:cubicBezTo>
                    <a:cubicBezTo>
                      <a:pt x="12" y="49"/>
                      <a:pt x="12" y="20"/>
                      <a:pt x="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4" name="Freeform 849">
                <a:extLst>
                  <a:ext uri="{FF2B5EF4-FFF2-40B4-BE49-F238E27FC236}">
                    <a16:creationId xmlns:a16="http://schemas.microsoft.com/office/drawing/2014/main" id="{6C2DC519-EA90-4D0D-82B9-8F26305BD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1891"/>
                <a:ext cx="85" cy="397"/>
              </a:xfrm>
              <a:custGeom>
                <a:avLst/>
                <a:gdLst>
                  <a:gd name="T0" fmla="*/ 0 w 34"/>
                  <a:gd name="T1" fmla="*/ 0 h 149"/>
                  <a:gd name="T2" fmla="*/ 220 w 34"/>
                  <a:gd name="T3" fmla="*/ 1228 h 149"/>
                  <a:gd name="T4" fmla="*/ 375 w 34"/>
                  <a:gd name="T5" fmla="*/ 2819 h 149"/>
                  <a:gd name="T6" fmla="*/ 520 w 34"/>
                  <a:gd name="T7" fmla="*/ 2193 h 149"/>
                  <a:gd name="T8" fmla="*/ 408 w 34"/>
                  <a:gd name="T9" fmla="*/ 1988 h 149"/>
                  <a:gd name="T10" fmla="*/ 408 w 34"/>
                  <a:gd name="T11" fmla="*/ 1740 h 149"/>
                  <a:gd name="T12" fmla="*/ 345 w 34"/>
                  <a:gd name="T13" fmla="*/ 1002 h 149"/>
                  <a:gd name="T14" fmla="*/ 220 w 34"/>
                  <a:gd name="T15" fmla="*/ 512 h 149"/>
                  <a:gd name="T16" fmla="*/ 0 w 34"/>
                  <a:gd name="T17" fmla="*/ 77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49">
                    <a:moveTo>
                      <a:pt x="0" y="0"/>
                    </a:moveTo>
                    <a:cubicBezTo>
                      <a:pt x="12" y="18"/>
                      <a:pt x="10" y="44"/>
                      <a:pt x="14" y="65"/>
                    </a:cubicBezTo>
                    <a:cubicBezTo>
                      <a:pt x="20" y="93"/>
                      <a:pt x="24" y="120"/>
                      <a:pt x="24" y="149"/>
                    </a:cubicBezTo>
                    <a:cubicBezTo>
                      <a:pt x="27" y="141"/>
                      <a:pt x="34" y="123"/>
                      <a:pt x="33" y="116"/>
                    </a:cubicBezTo>
                    <a:cubicBezTo>
                      <a:pt x="33" y="113"/>
                      <a:pt x="27" y="109"/>
                      <a:pt x="26" y="105"/>
                    </a:cubicBezTo>
                    <a:cubicBezTo>
                      <a:pt x="25" y="101"/>
                      <a:pt x="28" y="96"/>
                      <a:pt x="26" y="92"/>
                    </a:cubicBezTo>
                    <a:cubicBezTo>
                      <a:pt x="24" y="84"/>
                      <a:pt x="12" y="59"/>
                      <a:pt x="22" y="53"/>
                    </a:cubicBezTo>
                    <a:cubicBezTo>
                      <a:pt x="12" y="42"/>
                      <a:pt x="17" y="39"/>
                      <a:pt x="14" y="27"/>
                    </a:cubicBezTo>
                    <a:cubicBezTo>
                      <a:pt x="13" y="20"/>
                      <a:pt x="5" y="1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5" name="Freeform 850">
                <a:extLst>
                  <a:ext uri="{FF2B5EF4-FFF2-40B4-BE49-F238E27FC236}">
                    <a16:creationId xmlns:a16="http://schemas.microsoft.com/office/drawing/2014/main" id="{80528839-E8C6-4F4F-BE6E-91109D72C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936"/>
                <a:ext cx="50" cy="56"/>
              </a:xfrm>
              <a:custGeom>
                <a:avLst/>
                <a:gdLst>
                  <a:gd name="T0" fmla="*/ 313 w 20"/>
                  <a:gd name="T1" fmla="*/ 35 h 21"/>
                  <a:gd name="T2" fmla="*/ 158 w 20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1">
                    <a:moveTo>
                      <a:pt x="20" y="2"/>
                    </a:moveTo>
                    <a:cubicBezTo>
                      <a:pt x="10" y="0"/>
                      <a:pt x="0" y="17"/>
                      <a:pt x="10" y="21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6" name="Freeform 851">
                <a:extLst>
                  <a:ext uri="{FF2B5EF4-FFF2-40B4-BE49-F238E27FC236}">
                    <a16:creationId xmlns:a16="http://schemas.microsoft.com/office/drawing/2014/main" id="{2FC769A4-1C3C-44C8-9D60-409096214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941"/>
                <a:ext cx="38" cy="38"/>
              </a:xfrm>
              <a:custGeom>
                <a:avLst/>
                <a:gdLst>
                  <a:gd name="T0" fmla="*/ 0 w 15"/>
                  <a:gd name="T1" fmla="*/ 0 h 14"/>
                  <a:gd name="T2" fmla="*/ 193 w 15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0"/>
                    </a:moveTo>
                    <a:cubicBezTo>
                      <a:pt x="3" y="0"/>
                      <a:pt x="15" y="5"/>
                      <a:pt x="12" y="14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7" name="Freeform 852">
                <a:extLst>
                  <a:ext uri="{FF2B5EF4-FFF2-40B4-BE49-F238E27FC236}">
                    <a16:creationId xmlns:a16="http://schemas.microsoft.com/office/drawing/2014/main" id="{C1A8F23B-20F6-4661-82A6-4B0FF062D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885"/>
                <a:ext cx="60" cy="38"/>
              </a:xfrm>
              <a:custGeom>
                <a:avLst/>
                <a:gdLst>
                  <a:gd name="T0" fmla="*/ 0 w 24"/>
                  <a:gd name="T1" fmla="*/ 244 h 14"/>
                  <a:gd name="T2" fmla="*/ 375 w 24"/>
                  <a:gd name="T3" fmla="*/ 0 h 14"/>
                  <a:gd name="T4" fmla="*/ 0 w 24"/>
                  <a:gd name="T5" fmla="*/ 24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4">
                    <a:moveTo>
                      <a:pt x="0" y="12"/>
                    </a:moveTo>
                    <a:cubicBezTo>
                      <a:pt x="7" y="14"/>
                      <a:pt x="22" y="12"/>
                      <a:pt x="24" y="0"/>
                    </a:cubicBezTo>
                    <a:cubicBezTo>
                      <a:pt x="23" y="3"/>
                      <a:pt x="10" y="14"/>
                      <a:pt x="0" y="12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8" name="Freeform 853">
                <a:extLst>
                  <a:ext uri="{FF2B5EF4-FFF2-40B4-BE49-F238E27FC236}">
                    <a16:creationId xmlns:a16="http://schemas.microsoft.com/office/drawing/2014/main" id="{F8C32EBA-86B7-4AEF-AFAE-8F4B6B2B9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1976"/>
                <a:ext cx="45" cy="32"/>
              </a:xfrm>
              <a:custGeom>
                <a:avLst/>
                <a:gdLst>
                  <a:gd name="T0" fmla="*/ 0 w 18"/>
                  <a:gd name="T1" fmla="*/ 115 h 12"/>
                  <a:gd name="T2" fmla="*/ 283 w 18"/>
                  <a:gd name="T3" fmla="*/ 0 h 12"/>
                  <a:gd name="T4" fmla="*/ 0 w 18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0" y="6"/>
                    </a:moveTo>
                    <a:cubicBezTo>
                      <a:pt x="3" y="10"/>
                      <a:pt x="15" y="12"/>
                      <a:pt x="18" y="0"/>
                    </a:cubicBezTo>
                    <a:cubicBezTo>
                      <a:pt x="15" y="2"/>
                      <a:pt x="8" y="11"/>
                      <a:pt x="0" y="6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9" name="Freeform 854">
                <a:extLst>
                  <a:ext uri="{FF2B5EF4-FFF2-40B4-BE49-F238E27FC236}">
                    <a16:creationId xmlns:a16="http://schemas.microsoft.com/office/drawing/2014/main" id="{999FE118-7224-4D40-80CC-71DF272BA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60"/>
                <a:ext cx="57" cy="48"/>
              </a:xfrm>
              <a:custGeom>
                <a:avLst/>
                <a:gdLst>
                  <a:gd name="T0" fmla="*/ 0 w 23"/>
                  <a:gd name="T1" fmla="*/ 171 h 18"/>
                  <a:gd name="T2" fmla="*/ 245 w 23"/>
                  <a:gd name="T3" fmla="*/ 248 h 18"/>
                  <a:gd name="T4" fmla="*/ 278 w 23"/>
                  <a:gd name="T5" fmla="*/ 0 h 18"/>
                  <a:gd name="T6" fmla="*/ 166 w 23"/>
                  <a:gd name="T7" fmla="*/ 227 h 18"/>
                  <a:gd name="T8" fmla="*/ 0 w 23"/>
                  <a:gd name="T9" fmla="*/ 17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">
                    <a:moveTo>
                      <a:pt x="0" y="9"/>
                    </a:moveTo>
                    <a:cubicBezTo>
                      <a:pt x="1" y="14"/>
                      <a:pt x="10" y="18"/>
                      <a:pt x="16" y="13"/>
                    </a:cubicBezTo>
                    <a:cubicBezTo>
                      <a:pt x="23" y="7"/>
                      <a:pt x="18" y="0"/>
                      <a:pt x="18" y="0"/>
                    </a:cubicBezTo>
                    <a:cubicBezTo>
                      <a:pt x="19" y="3"/>
                      <a:pt x="15" y="11"/>
                      <a:pt x="11" y="12"/>
                    </a:cubicBezTo>
                    <a:cubicBezTo>
                      <a:pt x="6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0" name="Freeform 855">
                <a:extLst>
                  <a:ext uri="{FF2B5EF4-FFF2-40B4-BE49-F238E27FC236}">
                    <a16:creationId xmlns:a16="http://schemas.microsoft.com/office/drawing/2014/main" id="{71D6B4B2-199B-4C9E-B825-34F7D235C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44"/>
                <a:ext cx="28" cy="24"/>
              </a:xfrm>
              <a:custGeom>
                <a:avLst/>
                <a:gdLst>
                  <a:gd name="T0" fmla="*/ 181 w 11"/>
                  <a:gd name="T1" fmla="*/ 21 h 9"/>
                  <a:gd name="T2" fmla="*/ 0 w 1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7" y="0"/>
                      <a:pt x="2" y="4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1" name="Freeform 856">
                <a:extLst>
                  <a:ext uri="{FF2B5EF4-FFF2-40B4-BE49-F238E27FC236}">
                    <a16:creationId xmlns:a16="http://schemas.microsoft.com/office/drawing/2014/main" id="{7473E647-D312-413B-B728-5531AE4CF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947"/>
                <a:ext cx="28" cy="24"/>
              </a:xfrm>
              <a:custGeom>
                <a:avLst/>
                <a:gdLst>
                  <a:gd name="T0" fmla="*/ 181 w 11"/>
                  <a:gd name="T1" fmla="*/ 0 h 9"/>
                  <a:gd name="T2" fmla="*/ 0 w 1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7" y="0"/>
                      <a:pt x="2" y="3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2" name="Freeform 857">
                <a:extLst>
                  <a:ext uri="{FF2B5EF4-FFF2-40B4-BE49-F238E27FC236}">
                    <a16:creationId xmlns:a16="http://schemas.microsoft.com/office/drawing/2014/main" id="{6DE6FC28-8279-473F-816E-FFCC7AC64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821"/>
                <a:ext cx="43" cy="78"/>
              </a:xfrm>
              <a:custGeom>
                <a:avLst/>
                <a:gdLst>
                  <a:gd name="T0" fmla="*/ 243 w 17"/>
                  <a:gd name="T1" fmla="*/ 312 h 29"/>
                  <a:gd name="T2" fmla="*/ 243 w 17"/>
                  <a:gd name="T3" fmla="*/ 0 h 29"/>
                  <a:gd name="T4" fmla="*/ 225 w 17"/>
                  <a:gd name="T5" fmla="*/ 231 h 29"/>
                  <a:gd name="T6" fmla="*/ 0 w 17"/>
                  <a:gd name="T7" fmla="*/ 565 h 29"/>
                  <a:gd name="T8" fmla="*/ 243 w 17"/>
                  <a:gd name="T9" fmla="*/ 31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9">
                    <a:moveTo>
                      <a:pt x="15" y="16"/>
                    </a:moveTo>
                    <a:cubicBezTo>
                      <a:pt x="17" y="10"/>
                      <a:pt x="16" y="6"/>
                      <a:pt x="15" y="0"/>
                    </a:cubicBezTo>
                    <a:cubicBezTo>
                      <a:pt x="15" y="0"/>
                      <a:pt x="15" y="3"/>
                      <a:pt x="14" y="12"/>
                    </a:cubicBezTo>
                    <a:cubicBezTo>
                      <a:pt x="13" y="21"/>
                      <a:pt x="4" y="23"/>
                      <a:pt x="0" y="29"/>
                    </a:cubicBezTo>
                    <a:cubicBezTo>
                      <a:pt x="3" y="27"/>
                      <a:pt x="12" y="23"/>
                      <a:pt x="15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3" name="Freeform 858">
                <a:extLst>
                  <a:ext uri="{FF2B5EF4-FFF2-40B4-BE49-F238E27FC236}">
                    <a16:creationId xmlns:a16="http://schemas.microsoft.com/office/drawing/2014/main" id="{DF47B0BE-2563-4CA6-96B2-E6B73EA49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805"/>
                <a:ext cx="20" cy="27"/>
              </a:xfrm>
              <a:custGeom>
                <a:avLst/>
                <a:gdLst>
                  <a:gd name="T0" fmla="*/ 0 w 8"/>
                  <a:gd name="T1" fmla="*/ 197 h 10"/>
                  <a:gd name="T2" fmla="*/ 113 w 8"/>
                  <a:gd name="T3" fmla="*/ 0 h 10"/>
                  <a:gd name="T4" fmla="*/ 0 w 8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4" y="9"/>
                      <a:pt x="6" y="4"/>
                      <a:pt x="7" y="0"/>
                    </a:cubicBezTo>
                    <a:cubicBezTo>
                      <a:pt x="8" y="5"/>
                      <a:pt x="7" y="9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4" name="Freeform 859">
                <a:extLst>
                  <a:ext uri="{FF2B5EF4-FFF2-40B4-BE49-F238E27FC236}">
                    <a16:creationId xmlns:a16="http://schemas.microsoft.com/office/drawing/2014/main" id="{4DC8709E-C41E-49E5-B3F5-082DAD211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843"/>
                <a:ext cx="103" cy="120"/>
              </a:xfrm>
              <a:custGeom>
                <a:avLst/>
                <a:gdLst>
                  <a:gd name="T0" fmla="*/ 0 w 41"/>
                  <a:gd name="T1" fmla="*/ 853 h 45"/>
                  <a:gd name="T2" fmla="*/ 317 w 41"/>
                  <a:gd name="T3" fmla="*/ 376 h 45"/>
                  <a:gd name="T4" fmla="*/ 651 w 41"/>
                  <a:gd name="T5" fmla="*/ 21 h 45"/>
                  <a:gd name="T6" fmla="*/ 304 w 41"/>
                  <a:gd name="T7" fmla="*/ 205 h 45"/>
                  <a:gd name="T8" fmla="*/ 126 w 41"/>
                  <a:gd name="T9" fmla="*/ 512 h 45"/>
                  <a:gd name="T10" fmla="*/ 0 w 41"/>
                  <a:gd name="T11" fmla="*/ 853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5">
                    <a:moveTo>
                      <a:pt x="0" y="45"/>
                    </a:moveTo>
                    <a:cubicBezTo>
                      <a:pt x="4" y="31"/>
                      <a:pt x="15" y="22"/>
                      <a:pt x="20" y="20"/>
                    </a:cubicBezTo>
                    <a:cubicBezTo>
                      <a:pt x="19" y="15"/>
                      <a:pt x="23" y="2"/>
                      <a:pt x="41" y="1"/>
                    </a:cubicBezTo>
                    <a:cubicBezTo>
                      <a:pt x="33" y="0"/>
                      <a:pt x="23" y="0"/>
                      <a:pt x="19" y="11"/>
                    </a:cubicBezTo>
                    <a:cubicBezTo>
                      <a:pt x="14" y="22"/>
                      <a:pt x="12" y="23"/>
                      <a:pt x="8" y="27"/>
                    </a:cubicBezTo>
                    <a:cubicBezTo>
                      <a:pt x="5" y="32"/>
                      <a:pt x="1" y="40"/>
                      <a:pt x="0" y="45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5" name="Freeform 860">
                <a:extLst>
                  <a:ext uri="{FF2B5EF4-FFF2-40B4-BE49-F238E27FC236}">
                    <a16:creationId xmlns:a16="http://schemas.microsoft.com/office/drawing/2014/main" id="{AA74C796-D26E-42CE-91D6-43982AB47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840"/>
                <a:ext cx="135" cy="149"/>
              </a:xfrm>
              <a:custGeom>
                <a:avLst/>
                <a:gdLst>
                  <a:gd name="T0" fmla="*/ 363 w 54"/>
                  <a:gd name="T1" fmla="*/ 418 h 56"/>
                  <a:gd name="T2" fmla="*/ 688 w 54"/>
                  <a:gd name="T3" fmla="*/ 1054 h 56"/>
                  <a:gd name="T4" fmla="*/ 800 w 54"/>
                  <a:gd name="T5" fmla="*/ 474 h 56"/>
                  <a:gd name="T6" fmla="*/ 800 w 54"/>
                  <a:gd name="T7" fmla="*/ 474 h 56"/>
                  <a:gd name="T8" fmla="*/ 583 w 54"/>
                  <a:gd name="T9" fmla="*/ 431 h 56"/>
                  <a:gd name="T10" fmla="*/ 175 w 54"/>
                  <a:gd name="T11" fmla="*/ 56 h 56"/>
                  <a:gd name="T12" fmla="*/ 158 w 54"/>
                  <a:gd name="T13" fmla="*/ 56 h 56"/>
                  <a:gd name="T14" fmla="*/ 345 w 54"/>
                  <a:gd name="T15" fmla="*/ 396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6">
                    <a:moveTo>
                      <a:pt x="23" y="22"/>
                    </a:moveTo>
                    <a:cubicBezTo>
                      <a:pt x="29" y="25"/>
                      <a:pt x="42" y="37"/>
                      <a:pt x="44" y="56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51" y="25"/>
                      <a:pt x="54" y="22"/>
                      <a:pt x="51" y="25"/>
                    </a:cubicBezTo>
                    <a:cubicBezTo>
                      <a:pt x="49" y="27"/>
                      <a:pt x="42" y="26"/>
                      <a:pt x="37" y="23"/>
                    </a:cubicBezTo>
                    <a:cubicBezTo>
                      <a:pt x="31" y="20"/>
                      <a:pt x="22" y="4"/>
                      <a:pt x="11" y="3"/>
                    </a:cubicBezTo>
                    <a:cubicBezTo>
                      <a:pt x="0" y="1"/>
                      <a:pt x="3" y="0"/>
                      <a:pt x="10" y="3"/>
                    </a:cubicBezTo>
                    <a:cubicBezTo>
                      <a:pt x="16" y="5"/>
                      <a:pt x="25" y="11"/>
                      <a:pt x="22" y="21"/>
                    </a:cubicBezTo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6" name="Freeform 861">
                <a:extLst>
                  <a:ext uri="{FF2B5EF4-FFF2-40B4-BE49-F238E27FC236}">
                    <a16:creationId xmlns:a16="http://schemas.microsoft.com/office/drawing/2014/main" id="{3940130C-A1D1-40E4-96E2-17BC4DF49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811"/>
                <a:ext cx="70" cy="117"/>
              </a:xfrm>
              <a:custGeom>
                <a:avLst/>
                <a:gdLst>
                  <a:gd name="T0" fmla="*/ 145 w 28"/>
                  <a:gd name="T1" fmla="*/ 0 h 44"/>
                  <a:gd name="T2" fmla="*/ 208 w 28"/>
                  <a:gd name="T3" fmla="*/ 417 h 44"/>
                  <a:gd name="T4" fmla="*/ 438 w 28"/>
                  <a:gd name="T5" fmla="*/ 737 h 44"/>
                  <a:gd name="T6" fmla="*/ 345 w 28"/>
                  <a:gd name="T7" fmla="*/ 750 h 44"/>
                  <a:gd name="T8" fmla="*/ 158 w 28"/>
                  <a:gd name="T9" fmla="*/ 622 h 44"/>
                  <a:gd name="T10" fmla="*/ 145 w 28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4">
                    <a:moveTo>
                      <a:pt x="9" y="0"/>
                    </a:moveTo>
                    <a:cubicBezTo>
                      <a:pt x="8" y="5"/>
                      <a:pt x="7" y="16"/>
                      <a:pt x="13" y="22"/>
                    </a:cubicBezTo>
                    <a:cubicBezTo>
                      <a:pt x="19" y="28"/>
                      <a:pt x="28" y="34"/>
                      <a:pt x="28" y="39"/>
                    </a:cubicBezTo>
                    <a:cubicBezTo>
                      <a:pt x="28" y="44"/>
                      <a:pt x="22" y="40"/>
                      <a:pt x="22" y="40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0" y="33"/>
                      <a:pt x="0" y="12"/>
                      <a:pt x="9" y="0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7" name="Freeform 862">
                <a:extLst>
                  <a:ext uri="{FF2B5EF4-FFF2-40B4-BE49-F238E27FC236}">
                    <a16:creationId xmlns:a16="http://schemas.microsoft.com/office/drawing/2014/main" id="{6C465D0B-7718-4D2B-9B34-7BA22CE90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845"/>
                <a:ext cx="28" cy="48"/>
              </a:xfrm>
              <a:custGeom>
                <a:avLst/>
                <a:gdLst>
                  <a:gd name="T0" fmla="*/ 0 w 11"/>
                  <a:gd name="T1" fmla="*/ 136 h 18"/>
                  <a:gd name="T2" fmla="*/ 84 w 11"/>
                  <a:gd name="T3" fmla="*/ 35 h 18"/>
                  <a:gd name="T4" fmla="*/ 163 w 11"/>
                  <a:gd name="T5" fmla="*/ 205 h 18"/>
                  <a:gd name="T6" fmla="*/ 163 w 11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0" y="7"/>
                    </a:moveTo>
                    <a:cubicBezTo>
                      <a:pt x="3" y="9"/>
                      <a:pt x="5" y="6"/>
                      <a:pt x="5" y="2"/>
                    </a:cubicBezTo>
                    <a:cubicBezTo>
                      <a:pt x="5" y="0"/>
                      <a:pt x="10" y="10"/>
                      <a:pt x="10" y="11"/>
                    </a:cubicBezTo>
                    <a:cubicBezTo>
                      <a:pt x="9" y="11"/>
                      <a:pt x="11" y="18"/>
                      <a:pt x="10" y="18"/>
                    </a:cubicBezTo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8" name="Freeform 863">
                <a:extLst>
                  <a:ext uri="{FF2B5EF4-FFF2-40B4-BE49-F238E27FC236}">
                    <a16:creationId xmlns:a16="http://schemas.microsoft.com/office/drawing/2014/main" id="{5D5B47C0-AF06-48BA-B10B-811B4043F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1741"/>
                <a:ext cx="105" cy="128"/>
              </a:xfrm>
              <a:custGeom>
                <a:avLst/>
                <a:gdLst>
                  <a:gd name="T0" fmla="*/ 0 w 42"/>
                  <a:gd name="T1" fmla="*/ 875 h 48"/>
                  <a:gd name="T2" fmla="*/ 125 w 42"/>
                  <a:gd name="T3" fmla="*/ 683 h 48"/>
                  <a:gd name="T4" fmla="*/ 250 w 42"/>
                  <a:gd name="T5" fmla="*/ 512 h 48"/>
                  <a:gd name="T6" fmla="*/ 375 w 42"/>
                  <a:gd name="T7" fmla="*/ 307 h 48"/>
                  <a:gd name="T8" fmla="*/ 438 w 42"/>
                  <a:gd name="T9" fmla="*/ 136 h 48"/>
                  <a:gd name="T10" fmla="*/ 470 w 42"/>
                  <a:gd name="T11" fmla="*/ 0 h 48"/>
                  <a:gd name="T12" fmla="*/ 533 w 42"/>
                  <a:gd name="T13" fmla="*/ 136 h 48"/>
                  <a:gd name="T14" fmla="*/ 583 w 42"/>
                  <a:gd name="T15" fmla="*/ 205 h 48"/>
                  <a:gd name="T16" fmla="*/ 625 w 42"/>
                  <a:gd name="T17" fmla="*/ 264 h 48"/>
                  <a:gd name="T18" fmla="*/ 595 w 42"/>
                  <a:gd name="T19" fmla="*/ 419 h 48"/>
                  <a:gd name="T20" fmla="*/ 520 w 42"/>
                  <a:gd name="T21" fmla="*/ 568 h 48"/>
                  <a:gd name="T22" fmla="*/ 458 w 42"/>
                  <a:gd name="T23" fmla="*/ 477 h 48"/>
                  <a:gd name="T24" fmla="*/ 363 w 42"/>
                  <a:gd name="T25" fmla="*/ 477 h 48"/>
                  <a:gd name="T26" fmla="*/ 220 w 42"/>
                  <a:gd name="T27" fmla="*/ 627 h 48"/>
                  <a:gd name="T28" fmla="*/ 20 w 42"/>
                  <a:gd name="T29" fmla="*/ 909 h 4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2" h="48">
                    <a:moveTo>
                      <a:pt x="0" y="46"/>
                    </a:moveTo>
                    <a:cubicBezTo>
                      <a:pt x="3" y="44"/>
                      <a:pt x="6" y="39"/>
                      <a:pt x="8" y="36"/>
                    </a:cubicBezTo>
                    <a:cubicBezTo>
                      <a:pt x="11" y="33"/>
                      <a:pt x="14" y="30"/>
                      <a:pt x="16" y="27"/>
                    </a:cubicBezTo>
                    <a:cubicBezTo>
                      <a:pt x="19" y="24"/>
                      <a:pt x="22" y="20"/>
                      <a:pt x="24" y="16"/>
                    </a:cubicBezTo>
                    <a:cubicBezTo>
                      <a:pt x="26" y="13"/>
                      <a:pt x="27" y="10"/>
                      <a:pt x="28" y="7"/>
                    </a:cubicBezTo>
                    <a:cubicBezTo>
                      <a:pt x="29" y="5"/>
                      <a:pt x="29" y="2"/>
                      <a:pt x="30" y="0"/>
                    </a:cubicBezTo>
                    <a:cubicBezTo>
                      <a:pt x="32" y="2"/>
                      <a:pt x="32" y="5"/>
                      <a:pt x="34" y="7"/>
                    </a:cubicBezTo>
                    <a:cubicBezTo>
                      <a:pt x="35" y="8"/>
                      <a:pt x="36" y="10"/>
                      <a:pt x="37" y="11"/>
                    </a:cubicBezTo>
                    <a:cubicBezTo>
                      <a:pt x="38" y="12"/>
                      <a:pt x="39" y="13"/>
                      <a:pt x="40" y="14"/>
                    </a:cubicBezTo>
                    <a:cubicBezTo>
                      <a:pt x="42" y="16"/>
                      <a:pt x="39" y="20"/>
                      <a:pt x="38" y="22"/>
                    </a:cubicBezTo>
                    <a:cubicBezTo>
                      <a:pt x="36" y="25"/>
                      <a:pt x="35" y="28"/>
                      <a:pt x="33" y="30"/>
                    </a:cubicBezTo>
                    <a:cubicBezTo>
                      <a:pt x="32" y="28"/>
                      <a:pt x="32" y="26"/>
                      <a:pt x="29" y="25"/>
                    </a:cubicBezTo>
                    <a:cubicBezTo>
                      <a:pt x="27" y="24"/>
                      <a:pt x="25" y="24"/>
                      <a:pt x="23" y="25"/>
                    </a:cubicBezTo>
                    <a:cubicBezTo>
                      <a:pt x="20" y="27"/>
                      <a:pt x="16" y="31"/>
                      <a:pt x="14" y="33"/>
                    </a:cubicBezTo>
                    <a:cubicBezTo>
                      <a:pt x="11" y="37"/>
                      <a:pt x="1" y="48"/>
                      <a:pt x="1" y="48"/>
                    </a:cubicBezTo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9" name="Freeform 864">
                <a:extLst>
                  <a:ext uri="{FF2B5EF4-FFF2-40B4-BE49-F238E27FC236}">
                    <a16:creationId xmlns:a16="http://schemas.microsoft.com/office/drawing/2014/main" id="{B7D2926B-B50F-4D5D-8D71-6C19B689D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1824"/>
                <a:ext cx="27" cy="43"/>
              </a:xfrm>
              <a:custGeom>
                <a:avLst/>
                <a:gdLst>
                  <a:gd name="T0" fmla="*/ 12 w 11"/>
                  <a:gd name="T1" fmla="*/ 0 h 16"/>
                  <a:gd name="T2" fmla="*/ 91 w 11"/>
                  <a:gd name="T3" fmla="*/ 312 h 16"/>
                  <a:gd name="T4" fmla="*/ 162 w 11"/>
                  <a:gd name="T5" fmla="*/ 218 h 16"/>
                  <a:gd name="T6" fmla="*/ 29 w 1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1" y="0"/>
                    </a:moveTo>
                    <a:cubicBezTo>
                      <a:pt x="1" y="4"/>
                      <a:pt x="0" y="15"/>
                      <a:pt x="6" y="16"/>
                    </a:cubicBezTo>
                    <a:cubicBezTo>
                      <a:pt x="8" y="14"/>
                      <a:pt x="9" y="13"/>
                      <a:pt x="11" y="11"/>
                    </a:cubicBezTo>
                    <a:cubicBezTo>
                      <a:pt x="7" y="12"/>
                      <a:pt x="0" y="3"/>
                      <a:pt x="2" y="0"/>
                    </a:cubicBezTo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0" name="Freeform 865">
                <a:extLst>
                  <a:ext uri="{FF2B5EF4-FFF2-40B4-BE49-F238E27FC236}">
                    <a16:creationId xmlns:a16="http://schemas.microsoft.com/office/drawing/2014/main" id="{7AB46E34-C913-42CA-BF4D-2998D32BC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92"/>
                <a:ext cx="53" cy="77"/>
              </a:xfrm>
              <a:custGeom>
                <a:avLst/>
                <a:gdLst>
                  <a:gd name="T0" fmla="*/ 0 w 21"/>
                  <a:gd name="T1" fmla="*/ 260 h 29"/>
                  <a:gd name="T2" fmla="*/ 83 w 21"/>
                  <a:gd name="T3" fmla="*/ 374 h 29"/>
                  <a:gd name="T4" fmla="*/ 159 w 21"/>
                  <a:gd name="T5" fmla="*/ 465 h 29"/>
                  <a:gd name="T6" fmla="*/ 222 w 21"/>
                  <a:gd name="T7" fmla="*/ 542 h 29"/>
                  <a:gd name="T8" fmla="*/ 288 w 21"/>
                  <a:gd name="T9" fmla="*/ 465 h 29"/>
                  <a:gd name="T10" fmla="*/ 305 w 21"/>
                  <a:gd name="T11" fmla="*/ 247 h 29"/>
                  <a:gd name="T12" fmla="*/ 255 w 21"/>
                  <a:gd name="T13" fmla="*/ 204 h 29"/>
                  <a:gd name="T14" fmla="*/ 209 w 21"/>
                  <a:gd name="T15" fmla="*/ 112 h 29"/>
                  <a:gd name="T16" fmla="*/ 179 w 21"/>
                  <a:gd name="T17" fmla="*/ 0 h 29"/>
                  <a:gd name="T18" fmla="*/ 209 w 21"/>
                  <a:gd name="T19" fmla="*/ 260 h 29"/>
                  <a:gd name="T20" fmla="*/ 126 w 21"/>
                  <a:gd name="T21" fmla="*/ 316 h 29"/>
                  <a:gd name="T22" fmla="*/ 0 w 21"/>
                  <a:gd name="T23" fmla="*/ 247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29">
                    <a:moveTo>
                      <a:pt x="0" y="14"/>
                    </a:moveTo>
                    <a:cubicBezTo>
                      <a:pt x="2" y="15"/>
                      <a:pt x="3" y="18"/>
                      <a:pt x="5" y="20"/>
                    </a:cubicBezTo>
                    <a:cubicBezTo>
                      <a:pt x="7" y="21"/>
                      <a:pt x="8" y="23"/>
                      <a:pt x="10" y="25"/>
                    </a:cubicBezTo>
                    <a:cubicBezTo>
                      <a:pt x="11" y="26"/>
                      <a:pt x="12" y="29"/>
                      <a:pt x="14" y="29"/>
                    </a:cubicBezTo>
                    <a:cubicBezTo>
                      <a:pt x="16" y="29"/>
                      <a:pt x="17" y="26"/>
                      <a:pt x="18" y="25"/>
                    </a:cubicBezTo>
                    <a:cubicBezTo>
                      <a:pt x="19" y="22"/>
                      <a:pt x="21" y="15"/>
                      <a:pt x="19" y="13"/>
                    </a:cubicBezTo>
                    <a:cubicBezTo>
                      <a:pt x="18" y="12"/>
                      <a:pt x="17" y="12"/>
                      <a:pt x="16" y="11"/>
                    </a:cubicBezTo>
                    <a:cubicBezTo>
                      <a:pt x="15" y="9"/>
                      <a:pt x="14" y="8"/>
                      <a:pt x="13" y="6"/>
                    </a:cubicBezTo>
                    <a:cubicBezTo>
                      <a:pt x="13" y="4"/>
                      <a:pt x="12" y="2"/>
                      <a:pt x="11" y="0"/>
                    </a:cubicBezTo>
                    <a:cubicBezTo>
                      <a:pt x="11" y="5"/>
                      <a:pt x="15" y="9"/>
                      <a:pt x="13" y="14"/>
                    </a:cubicBezTo>
                    <a:cubicBezTo>
                      <a:pt x="11" y="16"/>
                      <a:pt x="10" y="17"/>
                      <a:pt x="8" y="17"/>
                    </a:cubicBezTo>
                    <a:cubicBezTo>
                      <a:pt x="6" y="16"/>
                      <a:pt x="2" y="14"/>
                      <a:pt x="0" y="13"/>
                    </a:cubicBezTo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1" name="Freeform 866">
                <a:extLst>
                  <a:ext uri="{FF2B5EF4-FFF2-40B4-BE49-F238E27FC236}">
                    <a16:creationId xmlns:a16="http://schemas.microsoft.com/office/drawing/2014/main" id="{829AA2A0-24DE-4F9C-8560-1F1838332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789"/>
                <a:ext cx="48" cy="38"/>
              </a:xfrm>
              <a:custGeom>
                <a:avLst/>
                <a:gdLst>
                  <a:gd name="T0" fmla="*/ 0 w 19"/>
                  <a:gd name="T1" fmla="*/ 0 h 14"/>
                  <a:gd name="T2" fmla="*/ 83 w 19"/>
                  <a:gd name="T3" fmla="*/ 163 h 14"/>
                  <a:gd name="T4" fmla="*/ 129 w 19"/>
                  <a:gd name="T5" fmla="*/ 280 h 14"/>
                  <a:gd name="T6" fmla="*/ 306 w 19"/>
                  <a:gd name="T7" fmla="*/ 198 h 14"/>
                  <a:gd name="T8" fmla="*/ 147 w 19"/>
                  <a:gd name="T9" fmla="*/ 141 h 14"/>
                  <a:gd name="T10" fmla="*/ 0 w 19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4">
                    <a:moveTo>
                      <a:pt x="0" y="0"/>
                    </a:moveTo>
                    <a:cubicBezTo>
                      <a:pt x="2" y="2"/>
                      <a:pt x="3" y="5"/>
                      <a:pt x="5" y="8"/>
                    </a:cubicBezTo>
                    <a:cubicBezTo>
                      <a:pt x="5" y="10"/>
                      <a:pt x="7" y="13"/>
                      <a:pt x="8" y="14"/>
                    </a:cubicBezTo>
                    <a:cubicBezTo>
                      <a:pt x="10" y="10"/>
                      <a:pt x="15" y="10"/>
                      <a:pt x="19" y="10"/>
                    </a:cubicBezTo>
                    <a:cubicBezTo>
                      <a:pt x="16" y="7"/>
                      <a:pt x="12" y="8"/>
                      <a:pt x="9" y="7"/>
                    </a:cubicBezTo>
                    <a:cubicBezTo>
                      <a:pt x="6" y="6"/>
                      <a:pt x="0" y="4"/>
                      <a:pt x="0" y="0"/>
                    </a:cubicBezTo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2" name="Freeform 867">
                <a:extLst>
                  <a:ext uri="{FF2B5EF4-FFF2-40B4-BE49-F238E27FC236}">
                    <a16:creationId xmlns:a16="http://schemas.microsoft.com/office/drawing/2014/main" id="{7D16FFFA-C860-4F21-B7D5-BBE68071C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61"/>
                <a:ext cx="35" cy="46"/>
              </a:xfrm>
              <a:custGeom>
                <a:avLst/>
                <a:gdLst>
                  <a:gd name="T0" fmla="*/ 63 w 14"/>
                  <a:gd name="T1" fmla="*/ 0 h 17"/>
                  <a:gd name="T2" fmla="*/ 145 w 14"/>
                  <a:gd name="T3" fmla="*/ 257 h 17"/>
                  <a:gd name="T4" fmla="*/ 0 w 14"/>
                  <a:gd name="T5" fmla="*/ 300 h 17"/>
                  <a:gd name="T6" fmla="*/ 188 w 14"/>
                  <a:gd name="T7" fmla="*/ 235 h 17"/>
                  <a:gd name="T8" fmla="*/ 63 w 1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7">
                    <a:moveTo>
                      <a:pt x="4" y="0"/>
                    </a:moveTo>
                    <a:cubicBezTo>
                      <a:pt x="9" y="5"/>
                      <a:pt x="10" y="10"/>
                      <a:pt x="9" y="13"/>
                    </a:cubicBezTo>
                    <a:cubicBezTo>
                      <a:pt x="7" y="16"/>
                      <a:pt x="0" y="15"/>
                      <a:pt x="0" y="15"/>
                    </a:cubicBezTo>
                    <a:cubicBezTo>
                      <a:pt x="6" y="17"/>
                      <a:pt x="9" y="17"/>
                      <a:pt x="12" y="12"/>
                    </a:cubicBezTo>
                    <a:cubicBezTo>
                      <a:pt x="14" y="8"/>
                      <a:pt x="9" y="2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3" name="Freeform 868">
                <a:extLst>
                  <a:ext uri="{FF2B5EF4-FFF2-40B4-BE49-F238E27FC236}">
                    <a16:creationId xmlns:a16="http://schemas.microsoft.com/office/drawing/2014/main" id="{09DC3770-729B-4B10-943C-1C469A0CF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128"/>
                <a:ext cx="170" cy="197"/>
              </a:xfrm>
              <a:custGeom>
                <a:avLst/>
                <a:gdLst>
                  <a:gd name="T0" fmla="*/ 925 w 68"/>
                  <a:gd name="T1" fmla="*/ 341 h 74"/>
                  <a:gd name="T2" fmla="*/ 688 w 68"/>
                  <a:gd name="T3" fmla="*/ 511 h 74"/>
                  <a:gd name="T4" fmla="*/ 458 w 68"/>
                  <a:gd name="T5" fmla="*/ 793 h 74"/>
                  <a:gd name="T6" fmla="*/ 220 w 68"/>
                  <a:gd name="T7" fmla="*/ 1147 h 74"/>
                  <a:gd name="T8" fmla="*/ 0 w 68"/>
                  <a:gd name="T9" fmla="*/ 1339 h 74"/>
                  <a:gd name="T10" fmla="*/ 158 w 68"/>
                  <a:gd name="T11" fmla="*/ 1374 h 74"/>
                  <a:gd name="T12" fmla="*/ 363 w 68"/>
                  <a:gd name="T13" fmla="*/ 1036 h 74"/>
                  <a:gd name="T14" fmla="*/ 613 w 68"/>
                  <a:gd name="T15" fmla="*/ 865 h 74"/>
                  <a:gd name="T16" fmla="*/ 750 w 68"/>
                  <a:gd name="T17" fmla="*/ 644 h 74"/>
                  <a:gd name="T18" fmla="*/ 970 w 68"/>
                  <a:gd name="T19" fmla="*/ 431 h 74"/>
                  <a:gd name="T20" fmla="*/ 863 w 68"/>
                  <a:gd name="T21" fmla="*/ 0 h 74"/>
                  <a:gd name="T22" fmla="*/ 925 w 68"/>
                  <a:gd name="T23" fmla="*/ 341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74">
                    <a:moveTo>
                      <a:pt x="59" y="18"/>
                    </a:moveTo>
                    <a:cubicBezTo>
                      <a:pt x="57" y="24"/>
                      <a:pt x="49" y="22"/>
                      <a:pt x="44" y="27"/>
                    </a:cubicBezTo>
                    <a:cubicBezTo>
                      <a:pt x="39" y="31"/>
                      <a:pt x="38" y="40"/>
                      <a:pt x="29" y="42"/>
                    </a:cubicBezTo>
                    <a:cubicBezTo>
                      <a:pt x="19" y="45"/>
                      <a:pt x="17" y="54"/>
                      <a:pt x="14" y="61"/>
                    </a:cubicBezTo>
                    <a:cubicBezTo>
                      <a:pt x="10" y="69"/>
                      <a:pt x="6" y="71"/>
                      <a:pt x="0" y="71"/>
                    </a:cubicBezTo>
                    <a:cubicBezTo>
                      <a:pt x="0" y="71"/>
                      <a:pt x="5" y="74"/>
                      <a:pt x="10" y="73"/>
                    </a:cubicBezTo>
                    <a:cubicBezTo>
                      <a:pt x="16" y="71"/>
                      <a:pt x="20" y="62"/>
                      <a:pt x="23" y="55"/>
                    </a:cubicBezTo>
                    <a:cubicBezTo>
                      <a:pt x="27" y="48"/>
                      <a:pt x="34" y="48"/>
                      <a:pt x="39" y="46"/>
                    </a:cubicBezTo>
                    <a:cubicBezTo>
                      <a:pt x="45" y="44"/>
                      <a:pt x="45" y="39"/>
                      <a:pt x="48" y="34"/>
                    </a:cubicBezTo>
                    <a:cubicBezTo>
                      <a:pt x="50" y="29"/>
                      <a:pt x="56" y="32"/>
                      <a:pt x="62" y="23"/>
                    </a:cubicBezTo>
                    <a:cubicBezTo>
                      <a:pt x="68" y="15"/>
                      <a:pt x="60" y="5"/>
                      <a:pt x="55" y="0"/>
                    </a:cubicBezTo>
                    <a:cubicBezTo>
                      <a:pt x="60" y="8"/>
                      <a:pt x="62" y="11"/>
                      <a:pt x="59" y="18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4" name="Freeform 869">
                <a:extLst>
                  <a:ext uri="{FF2B5EF4-FFF2-40B4-BE49-F238E27FC236}">
                    <a16:creationId xmlns:a16="http://schemas.microsoft.com/office/drawing/2014/main" id="{0992F529-7C65-45CC-8EE9-9F71DB387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259"/>
                <a:ext cx="23" cy="32"/>
              </a:xfrm>
              <a:custGeom>
                <a:avLst/>
                <a:gdLst>
                  <a:gd name="T0" fmla="*/ 151 w 9"/>
                  <a:gd name="T1" fmla="*/ 0 h 12"/>
                  <a:gd name="T2" fmla="*/ 0 w 9"/>
                  <a:gd name="T3" fmla="*/ 227 h 12"/>
                  <a:gd name="T4" fmla="*/ 151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cubicBezTo>
                      <a:pt x="5" y="2"/>
                      <a:pt x="2" y="5"/>
                      <a:pt x="0" y="12"/>
                    </a:cubicBezTo>
                    <a:cubicBezTo>
                      <a:pt x="0" y="8"/>
                      <a:pt x="2" y="0"/>
                      <a:pt x="9" y="0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5" name="Freeform 870">
                <a:extLst>
                  <a:ext uri="{FF2B5EF4-FFF2-40B4-BE49-F238E27FC236}">
                    <a16:creationId xmlns:a16="http://schemas.microsoft.com/office/drawing/2014/main" id="{24495000-6C34-4709-9F3F-F33B45BA2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256"/>
                <a:ext cx="67" cy="69"/>
              </a:xfrm>
              <a:custGeom>
                <a:avLst/>
                <a:gdLst>
                  <a:gd name="T0" fmla="*/ 0 w 27"/>
                  <a:gd name="T1" fmla="*/ 0 h 26"/>
                  <a:gd name="T2" fmla="*/ 228 w 27"/>
                  <a:gd name="T3" fmla="*/ 226 h 26"/>
                  <a:gd name="T4" fmla="*/ 412 w 27"/>
                  <a:gd name="T5" fmla="*/ 486 h 26"/>
                  <a:gd name="T6" fmla="*/ 278 w 27"/>
                  <a:gd name="T7" fmla="*/ 204 h 26"/>
                  <a:gd name="T8" fmla="*/ 0 w 27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0" y="0"/>
                    </a:moveTo>
                    <a:cubicBezTo>
                      <a:pt x="6" y="3"/>
                      <a:pt x="12" y="3"/>
                      <a:pt x="15" y="12"/>
                    </a:cubicBezTo>
                    <a:cubicBezTo>
                      <a:pt x="18" y="21"/>
                      <a:pt x="21" y="26"/>
                      <a:pt x="27" y="26"/>
                    </a:cubicBezTo>
                    <a:cubicBezTo>
                      <a:pt x="23" y="24"/>
                      <a:pt x="20" y="18"/>
                      <a:pt x="18" y="11"/>
                    </a:cubicBezTo>
                    <a:cubicBezTo>
                      <a:pt x="15" y="4"/>
                      <a:pt x="8" y="1"/>
                      <a:pt x="0" y="0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6" name="Freeform 871">
                <a:extLst>
                  <a:ext uri="{FF2B5EF4-FFF2-40B4-BE49-F238E27FC236}">
                    <a16:creationId xmlns:a16="http://schemas.microsoft.com/office/drawing/2014/main" id="{9EA2C516-37E7-4D48-8855-1F356FA29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355"/>
                <a:ext cx="145" cy="64"/>
              </a:xfrm>
              <a:custGeom>
                <a:avLst/>
                <a:gdLst>
                  <a:gd name="T0" fmla="*/ 125 w 58"/>
                  <a:gd name="T1" fmla="*/ 419 h 24"/>
                  <a:gd name="T2" fmla="*/ 363 w 58"/>
                  <a:gd name="T3" fmla="*/ 456 h 24"/>
                  <a:gd name="T4" fmla="*/ 675 w 58"/>
                  <a:gd name="T5" fmla="*/ 227 h 24"/>
                  <a:gd name="T6" fmla="*/ 908 w 58"/>
                  <a:gd name="T7" fmla="*/ 0 h 24"/>
                  <a:gd name="T8" fmla="*/ 550 w 58"/>
                  <a:gd name="T9" fmla="*/ 227 h 24"/>
                  <a:gd name="T10" fmla="*/ 0 w 58"/>
                  <a:gd name="T11" fmla="*/ 435 h 24"/>
                  <a:gd name="T12" fmla="*/ 125 w 58"/>
                  <a:gd name="T13" fmla="*/ 41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4">
                    <a:moveTo>
                      <a:pt x="8" y="22"/>
                    </a:moveTo>
                    <a:cubicBezTo>
                      <a:pt x="16" y="22"/>
                      <a:pt x="19" y="24"/>
                      <a:pt x="23" y="24"/>
                    </a:cubicBezTo>
                    <a:cubicBezTo>
                      <a:pt x="28" y="24"/>
                      <a:pt x="38" y="15"/>
                      <a:pt x="43" y="12"/>
                    </a:cubicBezTo>
                    <a:cubicBezTo>
                      <a:pt x="49" y="10"/>
                      <a:pt x="57" y="1"/>
                      <a:pt x="58" y="0"/>
                    </a:cubicBezTo>
                    <a:cubicBezTo>
                      <a:pt x="54" y="4"/>
                      <a:pt x="46" y="10"/>
                      <a:pt x="35" y="12"/>
                    </a:cubicBezTo>
                    <a:cubicBezTo>
                      <a:pt x="24" y="14"/>
                      <a:pt x="6" y="19"/>
                      <a:pt x="0" y="23"/>
                    </a:cubicBezTo>
                    <a:cubicBezTo>
                      <a:pt x="3" y="22"/>
                      <a:pt x="8" y="22"/>
                      <a:pt x="8" y="22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7" name="Freeform 872">
                <a:extLst>
                  <a:ext uri="{FF2B5EF4-FFF2-40B4-BE49-F238E27FC236}">
                    <a16:creationId xmlns:a16="http://schemas.microsoft.com/office/drawing/2014/main" id="{3F8B9117-63E9-4D93-B457-171281F31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341"/>
                <a:ext cx="175" cy="14"/>
              </a:xfrm>
              <a:custGeom>
                <a:avLst/>
                <a:gdLst>
                  <a:gd name="T0" fmla="*/ 0 w 70"/>
                  <a:gd name="T1" fmla="*/ 109 h 5"/>
                  <a:gd name="T2" fmla="*/ 1095 w 70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5">
                    <a:moveTo>
                      <a:pt x="0" y="5"/>
                    </a:moveTo>
                    <a:cubicBezTo>
                      <a:pt x="16" y="0"/>
                      <a:pt x="56" y="0"/>
                      <a:pt x="7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8" name="Freeform 873">
                <a:extLst>
                  <a:ext uri="{FF2B5EF4-FFF2-40B4-BE49-F238E27FC236}">
                    <a16:creationId xmlns:a16="http://schemas.microsoft.com/office/drawing/2014/main" id="{CB585075-9EE3-48D6-ABA8-142F06C47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629"/>
                <a:ext cx="50" cy="195"/>
              </a:xfrm>
              <a:custGeom>
                <a:avLst/>
                <a:gdLst>
                  <a:gd name="T0" fmla="*/ 238 w 20"/>
                  <a:gd name="T1" fmla="*/ 0 h 73"/>
                  <a:gd name="T2" fmla="*/ 0 w 20"/>
                  <a:gd name="T3" fmla="*/ 1392 h 73"/>
                  <a:gd name="T4" fmla="*/ 238 w 20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3">
                    <a:moveTo>
                      <a:pt x="15" y="0"/>
                    </a:moveTo>
                    <a:cubicBezTo>
                      <a:pt x="17" y="14"/>
                      <a:pt x="20" y="51"/>
                      <a:pt x="0" y="73"/>
                    </a:cubicBezTo>
                    <a:cubicBezTo>
                      <a:pt x="6" y="64"/>
                      <a:pt x="17" y="35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9" name="Freeform 874">
                <a:extLst>
                  <a:ext uri="{FF2B5EF4-FFF2-40B4-BE49-F238E27FC236}">
                    <a16:creationId xmlns:a16="http://schemas.microsoft.com/office/drawing/2014/main" id="{E95EC5A1-88ED-4A13-B7FA-B0F57760D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635"/>
                <a:ext cx="30" cy="146"/>
              </a:xfrm>
              <a:custGeom>
                <a:avLst/>
                <a:gdLst>
                  <a:gd name="T0" fmla="*/ 188 w 12"/>
                  <a:gd name="T1" fmla="*/ 0 h 55"/>
                  <a:gd name="T2" fmla="*/ 158 w 12"/>
                  <a:gd name="T3" fmla="*/ 677 h 55"/>
                  <a:gd name="T4" fmla="*/ 0 w 12"/>
                  <a:gd name="T5" fmla="*/ 1030 h 55"/>
                  <a:gd name="T6" fmla="*/ 188 w 12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5">
                    <a:moveTo>
                      <a:pt x="12" y="0"/>
                    </a:moveTo>
                    <a:cubicBezTo>
                      <a:pt x="12" y="12"/>
                      <a:pt x="12" y="26"/>
                      <a:pt x="10" y="36"/>
                    </a:cubicBezTo>
                    <a:cubicBezTo>
                      <a:pt x="8" y="45"/>
                      <a:pt x="5" y="51"/>
                      <a:pt x="0" y="55"/>
                    </a:cubicBezTo>
                    <a:cubicBezTo>
                      <a:pt x="7" y="47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0" name="Freeform 875">
                <a:extLst>
                  <a:ext uri="{FF2B5EF4-FFF2-40B4-BE49-F238E27FC236}">
                    <a16:creationId xmlns:a16="http://schemas.microsoft.com/office/drawing/2014/main" id="{CFA0CF9A-5FB2-4D38-9CEB-90AE26D66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672"/>
                <a:ext cx="95" cy="115"/>
              </a:xfrm>
              <a:custGeom>
                <a:avLst/>
                <a:gdLst>
                  <a:gd name="T0" fmla="*/ 0 w 38"/>
                  <a:gd name="T1" fmla="*/ 136 h 43"/>
                  <a:gd name="T2" fmla="*/ 83 w 38"/>
                  <a:gd name="T3" fmla="*/ 286 h 43"/>
                  <a:gd name="T4" fmla="*/ 208 w 38"/>
                  <a:gd name="T5" fmla="*/ 401 h 43"/>
                  <a:gd name="T6" fmla="*/ 333 w 38"/>
                  <a:gd name="T7" fmla="*/ 572 h 43"/>
                  <a:gd name="T8" fmla="*/ 408 w 38"/>
                  <a:gd name="T9" fmla="*/ 730 h 43"/>
                  <a:gd name="T10" fmla="*/ 583 w 38"/>
                  <a:gd name="T11" fmla="*/ 0 h 43"/>
                  <a:gd name="T12" fmla="*/ 425 w 38"/>
                  <a:gd name="T13" fmla="*/ 423 h 43"/>
                  <a:gd name="T14" fmla="*/ 283 w 38"/>
                  <a:gd name="T15" fmla="*/ 286 h 43"/>
                  <a:gd name="T16" fmla="*/ 83 w 38"/>
                  <a:gd name="T17" fmla="*/ 15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3">
                    <a:moveTo>
                      <a:pt x="0" y="7"/>
                    </a:moveTo>
                    <a:cubicBezTo>
                      <a:pt x="2" y="9"/>
                      <a:pt x="3" y="12"/>
                      <a:pt x="5" y="15"/>
                    </a:cubicBezTo>
                    <a:cubicBezTo>
                      <a:pt x="7" y="17"/>
                      <a:pt x="11" y="19"/>
                      <a:pt x="13" y="21"/>
                    </a:cubicBezTo>
                    <a:cubicBezTo>
                      <a:pt x="16" y="24"/>
                      <a:pt x="18" y="27"/>
                      <a:pt x="21" y="30"/>
                    </a:cubicBezTo>
                    <a:cubicBezTo>
                      <a:pt x="22" y="31"/>
                      <a:pt x="25" y="37"/>
                      <a:pt x="26" y="38"/>
                    </a:cubicBezTo>
                    <a:cubicBezTo>
                      <a:pt x="36" y="43"/>
                      <a:pt x="38" y="4"/>
                      <a:pt x="37" y="0"/>
                    </a:cubicBezTo>
                    <a:cubicBezTo>
                      <a:pt x="35" y="6"/>
                      <a:pt x="37" y="23"/>
                      <a:pt x="27" y="22"/>
                    </a:cubicBezTo>
                    <a:cubicBezTo>
                      <a:pt x="22" y="22"/>
                      <a:pt x="20" y="18"/>
                      <a:pt x="18" y="15"/>
                    </a:cubicBezTo>
                    <a:cubicBezTo>
                      <a:pt x="14" y="11"/>
                      <a:pt x="11" y="9"/>
                      <a:pt x="5" y="8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1" name="Freeform 876">
                <a:extLst>
                  <a:ext uri="{FF2B5EF4-FFF2-40B4-BE49-F238E27FC236}">
                    <a16:creationId xmlns:a16="http://schemas.microsoft.com/office/drawing/2014/main" id="{38A42155-5E8E-4CC9-994C-688342A9B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1691"/>
                <a:ext cx="85" cy="88"/>
              </a:xfrm>
              <a:custGeom>
                <a:avLst/>
                <a:gdLst>
                  <a:gd name="T0" fmla="*/ 0 w 34"/>
                  <a:gd name="T1" fmla="*/ 115 h 33"/>
                  <a:gd name="T2" fmla="*/ 83 w 34"/>
                  <a:gd name="T3" fmla="*/ 435 h 33"/>
                  <a:gd name="T4" fmla="*/ 145 w 34"/>
                  <a:gd name="T5" fmla="*/ 568 h 33"/>
                  <a:gd name="T6" fmla="*/ 208 w 34"/>
                  <a:gd name="T7" fmla="*/ 568 h 33"/>
                  <a:gd name="T8" fmla="*/ 345 w 34"/>
                  <a:gd name="T9" fmla="*/ 307 h 33"/>
                  <a:gd name="T10" fmla="*/ 533 w 34"/>
                  <a:gd name="T11" fmla="*/ 0 h 33"/>
                  <a:gd name="T12" fmla="*/ 283 w 34"/>
                  <a:gd name="T13" fmla="*/ 307 h 33"/>
                  <a:gd name="T14" fmla="*/ 33 w 34"/>
                  <a:gd name="T15" fmla="*/ 115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3">
                    <a:moveTo>
                      <a:pt x="0" y="6"/>
                    </a:moveTo>
                    <a:cubicBezTo>
                      <a:pt x="0" y="12"/>
                      <a:pt x="2" y="18"/>
                      <a:pt x="5" y="23"/>
                    </a:cubicBezTo>
                    <a:cubicBezTo>
                      <a:pt x="6" y="25"/>
                      <a:pt x="7" y="28"/>
                      <a:pt x="9" y="30"/>
                    </a:cubicBezTo>
                    <a:cubicBezTo>
                      <a:pt x="11" y="33"/>
                      <a:pt x="12" y="32"/>
                      <a:pt x="13" y="30"/>
                    </a:cubicBezTo>
                    <a:cubicBezTo>
                      <a:pt x="16" y="25"/>
                      <a:pt x="18" y="20"/>
                      <a:pt x="22" y="16"/>
                    </a:cubicBezTo>
                    <a:cubicBezTo>
                      <a:pt x="27" y="11"/>
                      <a:pt x="32" y="7"/>
                      <a:pt x="34" y="0"/>
                    </a:cubicBezTo>
                    <a:cubicBezTo>
                      <a:pt x="27" y="4"/>
                      <a:pt x="24" y="13"/>
                      <a:pt x="18" y="16"/>
                    </a:cubicBezTo>
                    <a:cubicBezTo>
                      <a:pt x="12" y="20"/>
                      <a:pt x="2" y="12"/>
                      <a:pt x="2" y="6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2" name="Freeform 877">
                <a:extLst>
                  <a:ext uri="{FF2B5EF4-FFF2-40B4-BE49-F238E27FC236}">
                    <a16:creationId xmlns:a16="http://schemas.microsoft.com/office/drawing/2014/main" id="{5AF5C022-3404-4411-AD26-D759D4CBF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568"/>
                <a:ext cx="143" cy="125"/>
              </a:xfrm>
              <a:custGeom>
                <a:avLst/>
                <a:gdLst>
                  <a:gd name="T0" fmla="*/ 221 w 57"/>
                  <a:gd name="T1" fmla="*/ 261 h 47"/>
                  <a:gd name="T2" fmla="*/ 366 w 57"/>
                  <a:gd name="T3" fmla="*/ 431 h 47"/>
                  <a:gd name="T4" fmla="*/ 534 w 57"/>
                  <a:gd name="T5" fmla="*/ 580 h 47"/>
                  <a:gd name="T6" fmla="*/ 901 w 57"/>
                  <a:gd name="T7" fmla="*/ 883 h 47"/>
                  <a:gd name="T8" fmla="*/ 818 w 57"/>
                  <a:gd name="T9" fmla="*/ 636 h 47"/>
                  <a:gd name="T10" fmla="*/ 788 w 57"/>
                  <a:gd name="T11" fmla="*/ 303 h 47"/>
                  <a:gd name="T12" fmla="*/ 647 w 57"/>
                  <a:gd name="T13" fmla="*/ 545 h 47"/>
                  <a:gd name="T14" fmla="*/ 396 w 57"/>
                  <a:gd name="T15" fmla="*/ 319 h 47"/>
                  <a:gd name="T16" fmla="*/ 158 w 57"/>
                  <a:gd name="T17" fmla="*/ 114 h 47"/>
                  <a:gd name="T18" fmla="*/ 0 w 57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47">
                    <a:moveTo>
                      <a:pt x="14" y="14"/>
                    </a:moveTo>
                    <a:cubicBezTo>
                      <a:pt x="18" y="14"/>
                      <a:pt x="21" y="20"/>
                      <a:pt x="23" y="23"/>
                    </a:cubicBezTo>
                    <a:cubicBezTo>
                      <a:pt x="26" y="26"/>
                      <a:pt x="30" y="29"/>
                      <a:pt x="34" y="31"/>
                    </a:cubicBezTo>
                    <a:cubicBezTo>
                      <a:pt x="41" y="35"/>
                      <a:pt x="51" y="40"/>
                      <a:pt x="57" y="47"/>
                    </a:cubicBezTo>
                    <a:cubicBezTo>
                      <a:pt x="54" y="43"/>
                      <a:pt x="53" y="39"/>
                      <a:pt x="52" y="34"/>
                    </a:cubicBezTo>
                    <a:cubicBezTo>
                      <a:pt x="51" y="29"/>
                      <a:pt x="53" y="21"/>
                      <a:pt x="50" y="16"/>
                    </a:cubicBezTo>
                    <a:cubicBezTo>
                      <a:pt x="51" y="23"/>
                      <a:pt x="48" y="31"/>
                      <a:pt x="41" y="29"/>
                    </a:cubicBezTo>
                    <a:cubicBezTo>
                      <a:pt x="34" y="26"/>
                      <a:pt x="30" y="21"/>
                      <a:pt x="25" y="17"/>
                    </a:cubicBezTo>
                    <a:cubicBezTo>
                      <a:pt x="20" y="13"/>
                      <a:pt x="16" y="8"/>
                      <a:pt x="10" y="6"/>
                    </a:cubicBezTo>
                    <a:cubicBezTo>
                      <a:pt x="6" y="4"/>
                      <a:pt x="3" y="3"/>
                      <a:pt x="0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3" name="Freeform 878">
                <a:extLst>
                  <a:ext uri="{FF2B5EF4-FFF2-40B4-BE49-F238E27FC236}">
                    <a16:creationId xmlns:a16="http://schemas.microsoft.com/office/drawing/2014/main" id="{7D2690F1-31FD-4868-A019-004087A6E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989"/>
                <a:ext cx="55" cy="67"/>
              </a:xfrm>
              <a:custGeom>
                <a:avLst/>
                <a:gdLst>
                  <a:gd name="T0" fmla="*/ 0 w 22"/>
                  <a:gd name="T1" fmla="*/ 482 h 25"/>
                  <a:gd name="T2" fmla="*/ 270 w 22"/>
                  <a:gd name="T3" fmla="*/ 367 h 25"/>
                  <a:gd name="T4" fmla="*/ 300 w 22"/>
                  <a:gd name="T5" fmla="*/ 0 h 25"/>
                  <a:gd name="T6" fmla="*/ 238 w 22"/>
                  <a:gd name="T7" fmla="*/ 273 h 25"/>
                  <a:gd name="T8" fmla="*/ 145 w 22"/>
                  <a:gd name="T9" fmla="*/ 308 h 25"/>
                  <a:gd name="T10" fmla="*/ 33 w 22"/>
                  <a:gd name="T11" fmla="*/ 44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5">
                    <a:moveTo>
                      <a:pt x="0" y="25"/>
                    </a:moveTo>
                    <a:cubicBezTo>
                      <a:pt x="6" y="22"/>
                      <a:pt x="12" y="24"/>
                      <a:pt x="17" y="19"/>
                    </a:cubicBezTo>
                    <a:cubicBezTo>
                      <a:pt x="22" y="14"/>
                      <a:pt x="19" y="7"/>
                      <a:pt x="19" y="0"/>
                    </a:cubicBezTo>
                    <a:cubicBezTo>
                      <a:pt x="19" y="4"/>
                      <a:pt x="18" y="12"/>
                      <a:pt x="15" y="14"/>
                    </a:cubicBezTo>
                    <a:cubicBezTo>
                      <a:pt x="14" y="16"/>
                      <a:pt x="11" y="15"/>
                      <a:pt x="9" y="16"/>
                    </a:cubicBezTo>
                    <a:cubicBezTo>
                      <a:pt x="6" y="17"/>
                      <a:pt x="4" y="20"/>
                      <a:pt x="2" y="23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4" name="Freeform 879">
                <a:extLst>
                  <a:ext uri="{FF2B5EF4-FFF2-40B4-BE49-F238E27FC236}">
                    <a16:creationId xmlns:a16="http://schemas.microsoft.com/office/drawing/2014/main" id="{00D4F5DD-FB33-435E-B04E-BE7113B8F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032"/>
                <a:ext cx="52" cy="24"/>
              </a:xfrm>
              <a:custGeom>
                <a:avLst/>
                <a:gdLst>
                  <a:gd name="T0" fmla="*/ 12 w 21"/>
                  <a:gd name="T1" fmla="*/ 0 h 9"/>
                  <a:gd name="T2" fmla="*/ 166 w 21"/>
                  <a:gd name="T3" fmla="*/ 136 h 9"/>
                  <a:gd name="T4" fmla="*/ 319 w 21"/>
                  <a:gd name="T5" fmla="*/ 171 h 9"/>
                  <a:gd name="T6" fmla="*/ 183 w 21"/>
                  <a:gd name="T7" fmla="*/ 0 h 9"/>
                  <a:gd name="T8" fmla="*/ 0 w 21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9">
                    <a:moveTo>
                      <a:pt x="1" y="0"/>
                    </a:moveTo>
                    <a:cubicBezTo>
                      <a:pt x="5" y="3"/>
                      <a:pt x="6" y="6"/>
                      <a:pt x="11" y="7"/>
                    </a:cubicBezTo>
                    <a:cubicBezTo>
                      <a:pt x="14" y="8"/>
                      <a:pt x="18" y="8"/>
                      <a:pt x="21" y="9"/>
                    </a:cubicBezTo>
                    <a:cubicBezTo>
                      <a:pt x="20" y="6"/>
                      <a:pt x="15" y="1"/>
                      <a:pt x="12" y="0"/>
                    </a:cubicBezTo>
                    <a:cubicBezTo>
                      <a:pt x="12" y="7"/>
                      <a:pt x="4" y="2"/>
                      <a:pt x="0" y="1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5" name="Freeform 880">
                <a:extLst>
                  <a:ext uri="{FF2B5EF4-FFF2-40B4-BE49-F238E27FC236}">
                    <a16:creationId xmlns:a16="http://schemas.microsoft.com/office/drawing/2014/main" id="{2D1851FC-7D95-495F-92F6-C50FB0F6C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027"/>
                <a:ext cx="97" cy="34"/>
              </a:xfrm>
              <a:custGeom>
                <a:avLst/>
                <a:gdLst>
                  <a:gd name="T0" fmla="*/ 0 w 39"/>
                  <a:gd name="T1" fmla="*/ 89 h 13"/>
                  <a:gd name="T2" fmla="*/ 321 w 39"/>
                  <a:gd name="T3" fmla="*/ 123 h 13"/>
                  <a:gd name="T4" fmla="*/ 599 w 39"/>
                  <a:gd name="T5" fmla="*/ 233 h 13"/>
                  <a:gd name="T6" fmla="*/ 291 w 39"/>
                  <a:gd name="T7" fmla="*/ 55 h 13"/>
                  <a:gd name="T8" fmla="*/ 0 w 39"/>
                  <a:gd name="T9" fmla="*/ 8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3">
                    <a:moveTo>
                      <a:pt x="0" y="5"/>
                    </a:moveTo>
                    <a:cubicBezTo>
                      <a:pt x="11" y="2"/>
                      <a:pt x="14" y="3"/>
                      <a:pt x="21" y="7"/>
                    </a:cubicBezTo>
                    <a:cubicBezTo>
                      <a:pt x="29" y="11"/>
                      <a:pt x="36" y="13"/>
                      <a:pt x="39" y="13"/>
                    </a:cubicBezTo>
                    <a:cubicBezTo>
                      <a:pt x="33" y="10"/>
                      <a:pt x="25" y="5"/>
                      <a:pt x="19" y="3"/>
                    </a:cubicBezTo>
                    <a:cubicBezTo>
                      <a:pt x="14" y="0"/>
                      <a:pt x="9" y="2"/>
                      <a:pt x="0" y="5"/>
                    </a:cubicBezTo>
                    <a:close/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6" name="Freeform 881">
                <a:extLst>
                  <a:ext uri="{FF2B5EF4-FFF2-40B4-BE49-F238E27FC236}">
                    <a16:creationId xmlns:a16="http://schemas.microsoft.com/office/drawing/2014/main" id="{9D6714EF-2093-458D-9E8C-23561A66C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232"/>
                <a:ext cx="67" cy="75"/>
              </a:xfrm>
              <a:custGeom>
                <a:avLst/>
                <a:gdLst>
                  <a:gd name="T0" fmla="*/ 412 w 27"/>
                  <a:gd name="T1" fmla="*/ 0 h 28"/>
                  <a:gd name="T2" fmla="*/ 228 w 27"/>
                  <a:gd name="T3" fmla="*/ 252 h 28"/>
                  <a:gd name="T4" fmla="*/ 0 w 27"/>
                  <a:gd name="T5" fmla="*/ 538 h 28"/>
                  <a:gd name="T6" fmla="*/ 228 w 27"/>
                  <a:gd name="T7" fmla="*/ 308 h 28"/>
                  <a:gd name="T8" fmla="*/ 412 w 27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27" y="0"/>
                    </a:moveTo>
                    <a:cubicBezTo>
                      <a:pt x="26" y="5"/>
                      <a:pt x="26" y="9"/>
                      <a:pt x="15" y="13"/>
                    </a:cubicBezTo>
                    <a:cubicBezTo>
                      <a:pt x="4" y="17"/>
                      <a:pt x="2" y="22"/>
                      <a:pt x="0" y="28"/>
                    </a:cubicBezTo>
                    <a:cubicBezTo>
                      <a:pt x="5" y="23"/>
                      <a:pt x="7" y="19"/>
                      <a:pt x="15" y="16"/>
                    </a:cubicBezTo>
                    <a:cubicBezTo>
                      <a:pt x="23" y="13"/>
                      <a:pt x="27" y="7"/>
                      <a:pt x="27" y="0"/>
                    </a:cubicBezTo>
                    <a:close/>
                  </a:path>
                </a:pathLst>
              </a:custGeom>
              <a:solidFill>
                <a:srgbClr val="FEE1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7" name="Freeform 882">
                <a:extLst>
                  <a:ext uri="{FF2B5EF4-FFF2-40B4-BE49-F238E27FC236}">
                    <a16:creationId xmlns:a16="http://schemas.microsoft.com/office/drawing/2014/main" id="{44013FFE-9730-444A-AF0E-FB2C92A09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421"/>
                <a:ext cx="33" cy="30"/>
              </a:xfrm>
              <a:custGeom>
                <a:avLst/>
                <a:gdLst>
                  <a:gd name="T0" fmla="*/ 0 w 13"/>
                  <a:gd name="T1" fmla="*/ 60 h 11"/>
                  <a:gd name="T2" fmla="*/ 117 w 13"/>
                  <a:gd name="T3" fmla="*/ 224 h 11"/>
                  <a:gd name="T4" fmla="*/ 213 w 13"/>
                  <a:gd name="T5" fmla="*/ 60 h 11"/>
                  <a:gd name="T6" fmla="*/ 33 w 1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3"/>
                    </a:moveTo>
                    <a:cubicBezTo>
                      <a:pt x="5" y="5"/>
                      <a:pt x="5" y="8"/>
                      <a:pt x="7" y="11"/>
                    </a:cubicBezTo>
                    <a:cubicBezTo>
                      <a:pt x="8" y="8"/>
                      <a:pt x="12" y="7"/>
                      <a:pt x="13" y="3"/>
                    </a:cubicBezTo>
                    <a:cubicBezTo>
                      <a:pt x="11" y="0"/>
                      <a:pt x="5" y="1"/>
                      <a:pt x="2" y="0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8" name="Freeform 883">
                <a:extLst>
                  <a:ext uri="{FF2B5EF4-FFF2-40B4-BE49-F238E27FC236}">
                    <a16:creationId xmlns:a16="http://schemas.microsoft.com/office/drawing/2014/main" id="{E5E5B3B1-3AE0-4FB2-8219-89DA8C9CB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2056"/>
                <a:ext cx="70" cy="109"/>
              </a:xfrm>
              <a:custGeom>
                <a:avLst/>
                <a:gdLst>
                  <a:gd name="T0" fmla="*/ 158 w 28"/>
                  <a:gd name="T1" fmla="*/ 77 h 41"/>
                  <a:gd name="T2" fmla="*/ 33 w 28"/>
                  <a:gd name="T3" fmla="*/ 340 h 41"/>
                  <a:gd name="T4" fmla="*/ 50 w 28"/>
                  <a:gd name="T5" fmla="*/ 771 h 41"/>
                  <a:gd name="T6" fmla="*/ 208 w 28"/>
                  <a:gd name="T7" fmla="*/ 362 h 41"/>
                  <a:gd name="T8" fmla="*/ 300 w 28"/>
                  <a:gd name="T9" fmla="*/ 170 h 41"/>
                  <a:gd name="T10" fmla="*/ 438 w 28"/>
                  <a:gd name="T11" fmla="*/ 0 h 41"/>
                  <a:gd name="T12" fmla="*/ 175 w 28"/>
                  <a:gd name="T13" fmla="*/ 5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1">
                    <a:moveTo>
                      <a:pt x="10" y="4"/>
                    </a:moveTo>
                    <a:cubicBezTo>
                      <a:pt x="7" y="8"/>
                      <a:pt x="4" y="13"/>
                      <a:pt x="2" y="18"/>
                    </a:cubicBezTo>
                    <a:cubicBezTo>
                      <a:pt x="0" y="25"/>
                      <a:pt x="1" y="34"/>
                      <a:pt x="3" y="41"/>
                    </a:cubicBezTo>
                    <a:cubicBezTo>
                      <a:pt x="2" y="33"/>
                      <a:pt x="10" y="26"/>
                      <a:pt x="13" y="19"/>
                    </a:cubicBezTo>
                    <a:cubicBezTo>
                      <a:pt x="15" y="16"/>
                      <a:pt x="17" y="12"/>
                      <a:pt x="19" y="9"/>
                    </a:cubicBezTo>
                    <a:cubicBezTo>
                      <a:pt x="21" y="6"/>
                      <a:pt x="25" y="3"/>
                      <a:pt x="28" y="0"/>
                    </a:cubicBezTo>
                    <a:cubicBezTo>
                      <a:pt x="24" y="4"/>
                      <a:pt x="17" y="7"/>
                      <a:pt x="11" y="3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9" name="Freeform 884">
                <a:extLst>
                  <a:ext uri="{FF2B5EF4-FFF2-40B4-BE49-F238E27FC236}">
                    <a16:creationId xmlns:a16="http://schemas.microsoft.com/office/drawing/2014/main" id="{1AC50B5C-855C-4053-8380-779FC59A1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061"/>
                <a:ext cx="60" cy="86"/>
              </a:xfrm>
              <a:custGeom>
                <a:avLst/>
                <a:gdLst>
                  <a:gd name="T0" fmla="*/ 20 w 24"/>
                  <a:gd name="T1" fmla="*/ 0 h 32"/>
                  <a:gd name="T2" fmla="*/ 188 w 24"/>
                  <a:gd name="T3" fmla="*/ 35 h 32"/>
                  <a:gd name="T4" fmla="*/ 283 w 24"/>
                  <a:gd name="T5" fmla="*/ 175 h 32"/>
                  <a:gd name="T6" fmla="*/ 375 w 24"/>
                  <a:gd name="T7" fmla="*/ 621 h 32"/>
                  <a:gd name="T8" fmla="*/ 208 w 24"/>
                  <a:gd name="T9" fmla="*/ 196 h 32"/>
                  <a:gd name="T10" fmla="*/ 113 w 24"/>
                  <a:gd name="T11" fmla="*/ 94 h 32"/>
                  <a:gd name="T12" fmla="*/ 0 w 24"/>
                  <a:gd name="T13" fmla="*/ 2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2">
                    <a:moveTo>
                      <a:pt x="1" y="0"/>
                    </a:moveTo>
                    <a:cubicBezTo>
                      <a:pt x="5" y="3"/>
                      <a:pt x="8" y="1"/>
                      <a:pt x="12" y="2"/>
                    </a:cubicBezTo>
                    <a:cubicBezTo>
                      <a:pt x="16" y="3"/>
                      <a:pt x="16" y="6"/>
                      <a:pt x="18" y="9"/>
                    </a:cubicBezTo>
                    <a:cubicBezTo>
                      <a:pt x="21" y="15"/>
                      <a:pt x="24" y="24"/>
                      <a:pt x="24" y="32"/>
                    </a:cubicBezTo>
                    <a:cubicBezTo>
                      <a:pt x="23" y="24"/>
                      <a:pt x="18" y="16"/>
                      <a:pt x="13" y="10"/>
                    </a:cubicBezTo>
                    <a:cubicBezTo>
                      <a:pt x="11" y="8"/>
                      <a:pt x="9" y="6"/>
                      <a:pt x="7" y="5"/>
                    </a:cubicBezTo>
                    <a:cubicBezTo>
                      <a:pt x="4" y="4"/>
                      <a:pt x="1" y="4"/>
                      <a:pt x="0" y="1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0" name="Freeform 885">
                <a:extLst>
                  <a:ext uri="{FF2B5EF4-FFF2-40B4-BE49-F238E27FC236}">
                    <a16:creationId xmlns:a16="http://schemas.microsoft.com/office/drawing/2014/main" id="{88F9EBA7-546C-463B-B908-8E986E4D8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069"/>
                <a:ext cx="47" cy="48"/>
              </a:xfrm>
              <a:custGeom>
                <a:avLst/>
                <a:gdLst>
                  <a:gd name="T0" fmla="*/ 0 w 19"/>
                  <a:gd name="T1" fmla="*/ 0 h 18"/>
                  <a:gd name="T2" fmla="*/ 287 w 19"/>
                  <a:gd name="T3" fmla="*/ 285 h 18"/>
                  <a:gd name="T4" fmla="*/ 183 w 19"/>
                  <a:gd name="T5" fmla="*/ 7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0" y="0"/>
                    </a:moveTo>
                    <a:cubicBezTo>
                      <a:pt x="10" y="3"/>
                      <a:pt x="6" y="18"/>
                      <a:pt x="19" y="15"/>
                    </a:cubicBezTo>
                    <a:cubicBezTo>
                      <a:pt x="19" y="11"/>
                      <a:pt x="13" y="8"/>
                      <a:pt x="12" y="4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1" name="Freeform 886">
                <a:extLst>
                  <a:ext uri="{FF2B5EF4-FFF2-40B4-BE49-F238E27FC236}">
                    <a16:creationId xmlns:a16="http://schemas.microsoft.com/office/drawing/2014/main" id="{B80626C3-B1D4-4EB2-83A7-6E4C6FC04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984"/>
                <a:ext cx="108" cy="37"/>
              </a:xfrm>
              <a:custGeom>
                <a:avLst/>
                <a:gdLst>
                  <a:gd name="T0" fmla="*/ 20 w 43"/>
                  <a:gd name="T1" fmla="*/ 167 h 14"/>
                  <a:gd name="T2" fmla="*/ 347 w 43"/>
                  <a:gd name="T3" fmla="*/ 0 h 14"/>
                  <a:gd name="T4" fmla="*/ 681 w 43"/>
                  <a:gd name="T5" fmla="*/ 90 h 14"/>
                  <a:gd name="T6" fmla="*/ 379 w 43"/>
                  <a:gd name="T7" fmla="*/ 225 h 14"/>
                  <a:gd name="T8" fmla="*/ 316 w 43"/>
                  <a:gd name="T9" fmla="*/ 225 h 14"/>
                  <a:gd name="T10" fmla="*/ 208 w 43"/>
                  <a:gd name="T11" fmla="*/ 259 h 14"/>
                  <a:gd name="T12" fmla="*/ 0 w 43"/>
                  <a:gd name="T13" fmla="*/ 9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4">
                    <a:moveTo>
                      <a:pt x="1" y="9"/>
                    </a:moveTo>
                    <a:cubicBezTo>
                      <a:pt x="9" y="14"/>
                      <a:pt x="20" y="9"/>
                      <a:pt x="22" y="0"/>
                    </a:cubicBezTo>
                    <a:cubicBezTo>
                      <a:pt x="26" y="7"/>
                      <a:pt x="36" y="12"/>
                      <a:pt x="43" y="5"/>
                    </a:cubicBezTo>
                    <a:cubicBezTo>
                      <a:pt x="37" y="12"/>
                      <a:pt x="33" y="14"/>
                      <a:pt x="24" y="12"/>
                    </a:cubicBezTo>
                    <a:cubicBezTo>
                      <a:pt x="22" y="12"/>
                      <a:pt x="22" y="11"/>
                      <a:pt x="20" y="12"/>
                    </a:cubicBezTo>
                    <a:cubicBezTo>
                      <a:pt x="17" y="12"/>
                      <a:pt x="16" y="14"/>
                      <a:pt x="13" y="14"/>
                    </a:cubicBezTo>
                    <a:cubicBezTo>
                      <a:pt x="6" y="13"/>
                      <a:pt x="4" y="9"/>
                      <a:pt x="0" y="5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2" name="Freeform 887">
                <a:extLst>
                  <a:ext uri="{FF2B5EF4-FFF2-40B4-BE49-F238E27FC236}">
                    <a16:creationId xmlns:a16="http://schemas.microsoft.com/office/drawing/2014/main" id="{B9E0DD80-7DCC-45C3-9918-1A81CF827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99"/>
                <a:ext cx="187" cy="69"/>
              </a:xfrm>
              <a:custGeom>
                <a:avLst/>
                <a:gdLst>
                  <a:gd name="T0" fmla="*/ 262 w 75"/>
                  <a:gd name="T1" fmla="*/ 56 h 26"/>
                  <a:gd name="T2" fmla="*/ 30 w 75"/>
                  <a:gd name="T3" fmla="*/ 486 h 26"/>
                  <a:gd name="T4" fmla="*/ 354 w 75"/>
                  <a:gd name="T5" fmla="*/ 226 h 26"/>
                  <a:gd name="T6" fmla="*/ 603 w 75"/>
                  <a:gd name="T7" fmla="*/ 374 h 26"/>
                  <a:gd name="T8" fmla="*/ 853 w 75"/>
                  <a:gd name="T9" fmla="*/ 226 h 26"/>
                  <a:gd name="T10" fmla="*/ 1149 w 75"/>
                  <a:gd name="T11" fmla="*/ 395 h 26"/>
                  <a:gd name="T12" fmla="*/ 883 w 75"/>
                  <a:gd name="T13" fmla="*/ 0 h 26"/>
                  <a:gd name="T14" fmla="*/ 591 w 75"/>
                  <a:gd name="T15" fmla="*/ 170 h 26"/>
                  <a:gd name="T16" fmla="*/ 404 w 75"/>
                  <a:gd name="T17" fmla="*/ 149 h 26"/>
                  <a:gd name="T18" fmla="*/ 279 w 75"/>
                  <a:gd name="T19" fmla="*/ 35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26">
                    <a:moveTo>
                      <a:pt x="17" y="3"/>
                    </a:moveTo>
                    <a:cubicBezTo>
                      <a:pt x="11" y="7"/>
                      <a:pt x="0" y="18"/>
                      <a:pt x="2" y="26"/>
                    </a:cubicBezTo>
                    <a:cubicBezTo>
                      <a:pt x="8" y="18"/>
                      <a:pt x="12" y="9"/>
                      <a:pt x="23" y="12"/>
                    </a:cubicBezTo>
                    <a:cubicBezTo>
                      <a:pt x="29" y="13"/>
                      <a:pt x="39" y="12"/>
                      <a:pt x="39" y="20"/>
                    </a:cubicBezTo>
                    <a:cubicBezTo>
                      <a:pt x="41" y="12"/>
                      <a:pt x="49" y="13"/>
                      <a:pt x="55" y="12"/>
                    </a:cubicBezTo>
                    <a:cubicBezTo>
                      <a:pt x="64" y="10"/>
                      <a:pt x="70" y="14"/>
                      <a:pt x="74" y="21"/>
                    </a:cubicBezTo>
                    <a:cubicBezTo>
                      <a:pt x="75" y="13"/>
                      <a:pt x="64" y="4"/>
                      <a:pt x="57" y="0"/>
                    </a:cubicBezTo>
                    <a:cubicBezTo>
                      <a:pt x="55" y="8"/>
                      <a:pt x="45" y="9"/>
                      <a:pt x="38" y="9"/>
                    </a:cubicBezTo>
                    <a:cubicBezTo>
                      <a:pt x="34" y="9"/>
                      <a:pt x="30" y="10"/>
                      <a:pt x="26" y="8"/>
                    </a:cubicBezTo>
                    <a:cubicBezTo>
                      <a:pt x="21" y="7"/>
                      <a:pt x="21" y="4"/>
                      <a:pt x="18" y="2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3" name="Freeform 888">
                <a:extLst>
                  <a:ext uri="{FF2B5EF4-FFF2-40B4-BE49-F238E27FC236}">
                    <a16:creationId xmlns:a16="http://schemas.microsoft.com/office/drawing/2014/main" id="{2D1D253A-89D6-4BFF-9CEC-DF09E6BFC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819"/>
                <a:ext cx="57" cy="34"/>
              </a:xfrm>
              <a:custGeom>
                <a:avLst/>
                <a:gdLst>
                  <a:gd name="T0" fmla="*/ 0 w 23"/>
                  <a:gd name="T1" fmla="*/ 110 h 13"/>
                  <a:gd name="T2" fmla="*/ 74 w 23"/>
                  <a:gd name="T3" fmla="*/ 212 h 13"/>
                  <a:gd name="T4" fmla="*/ 349 w 23"/>
                  <a:gd name="T5" fmla="*/ 233 h 13"/>
                  <a:gd name="T6" fmla="*/ 136 w 23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3">
                    <a:moveTo>
                      <a:pt x="0" y="6"/>
                    </a:moveTo>
                    <a:cubicBezTo>
                      <a:pt x="2" y="8"/>
                      <a:pt x="3" y="10"/>
                      <a:pt x="5" y="12"/>
                    </a:cubicBezTo>
                    <a:cubicBezTo>
                      <a:pt x="7" y="3"/>
                      <a:pt x="19" y="9"/>
                      <a:pt x="23" y="13"/>
                    </a:cubicBezTo>
                    <a:cubicBezTo>
                      <a:pt x="18" y="8"/>
                      <a:pt x="14" y="4"/>
                      <a:pt x="9" y="0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4" name="Freeform 889">
                <a:extLst>
                  <a:ext uri="{FF2B5EF4-FFF2-40B4-BE49-F238E27FC236}">
                    <a16:creationId xmlns:a16="http://schemas.microsoft.com/office/drawing/2014/main" id="{1E1CD3D9-7199-4B77-AF81-54A38974A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1819"/>
                <a:ext cx="52" cy="77"/>
              </a:xfrm>
              <a:custGeom>
                <a:avLst/>
                <a:gdLst>
                  <a:gd name="T0" fmla="*/ 166 w 21"/>
                  <a:gd name="T1" fmla="*/ 542 h 29"/>
                  <a:gd name="T2" fmla="*/ 154 w 21"/>
                  <a:gd name="T3" fmla="*/ 260 h 29"/>
                  <a:gd name="T4" fmla="*/ 319 w 21"/>
                  <a:gd name="T5" fmla="*/ 0 h 29"/>
                  <a:gd name="T6" fmla="*/ 92 w 21"/>
                  <a:gd name="T7" fmla="*/ 260 h 29"/>
                  <a:gd name="T8" fmla="*/ 0 w 21"/>
                  <a:gd name="T9" fmla="*/ 396 h 29"/>
                  <a:gd name="T10" fmla="*/ 104 w 21"/>
                  <a:gd name="T11" fmla="*/ 54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9">
                    <a:moveTo>
                      <a:pt x="11" y="29"/>
                    </a:moveTo>
                    <a:cubicBezTo>
                      <a:pt x="7" y="26"/>
                      <a:pt x="8" y="18"/>
                      <a:pt x="10" y="14"/>
                    </a:cubicBezTo>
                    <a:cubicBezTo>
                      <a:pt x="13" y="8"/>
                      <a:pt x="16" y="4"/>
                      <a:pt x="21" y="0"/>
                    </a:cubicBezTo>
                    <a:cubicBezTo>
                      <a:pt x="14" y="2"/>
                      <a:pt x="10" y="9"/>
                      <a:pt x="6" y="14"/>
                    </a:cubicBezTo>
                    <a:cubicBezTo>
                      <a:pt x="5" y="16"/>
                      <a:pt x="1" y="20"/>
                      <a:pt x="0" y="21"/>
                    </a:cubicBezTo>
                    <a:cubicBezTo>
                      <a:pt x="0" y="24"/>
                      <a:pt x="5" y="27"/>
                      <a:pt x="7" y="29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5" name="Freeform 890">
                <a:extLst>
                  <a:ext uri="{FF2B5EF4-FFF2-40B4-BE49-F238E27FC236}">
                    <a16:creationId xmlns:a16="http://schemas.microsoft.com/office/drawing/2014/main" id="{9CAE25F4-C6B5-4CD7-9A87-44F1802D3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037"/>
                <a:ext cx="1753" cy="2248"/>
              </a:xfrm>
              <a:custGeom>
                <a:avLst/>
                <a:gdLst>
                  <a:gd name="T0" fmla="*/ 5379 w 701"/>
                  <a:gd name="T1" fmla="*/ 14528 h 843"/>
                  <a:gd name="T2" fmla="*/ 5317 w 701"/>
                  <a:gd name="T3" fmla="*/ 15040 h 843"/>
                  <a:gd name="T4" fmla="*/ 5066 w 701"/>
                  <a:gd name="T5" fmla="*/ 15680 h 843"/>
                  <a:gd name="T6" fmla="*/ 3864 w 701"/>
                  <a:gd name="T7" fmla="*/ 15587 h 843"/>
                  <a:gd name="T8" fmla="*/ 2938 w 701"/>
                  <a:gd name="T9" fmla="*/ 14813 h 843"/>
                  <a:gd name="T10" fmla="*/ 1563 w 701"/>
                  <a:gd name="T11" fmla="*/ 14131 h 843"/>
                  <a:gd name="T12" fmla="*/ 750 w 701"/>
                  <a:gd name="T13" fmla="*/ 12651 h 843"/>
                  <a:gd name="T14" fmla="*/ 533 w 701"/>
                  <a:gd name="T15" fmla="*/ 12536 h 843"/>
                  <a:gd name="T16" fmla="*/ 125 w 701"/>
                  <a:gd name="T17" fmla="*/ 10013 h 843"/>
                  <a:gd name="T18" fmla="*/ 238 w 701"/>
                  <a:gd name="T19" fmla="*/ 8853 h 843"/>
                  <a:gd name="T20" fmla="*/ 283 w 701"/>
                  <a:gd name="T21" fmla="*/ 7488 h 843"/>
                  <a:gd name="T22" fmla="*/ 533 w 701"/>
                  <a:gd name="T23" fmla="*/ 6293 h 843"/>
                  <a:gd name="T24" fmla="*/ 783 w 701"/>
                  <a:gd name="T25" fmla="*/ 4573 h 843"/>
                  <a:gd name="T26" fmla="*/ 1833 w 701"/>
                  <a:gd name="T27" fmla="*/ 2539 h 843"/>
                  <a:gd name="T28" fmla="*/ 2563 w 701"/>
                  <a:gd name="T29" fmla="*/ 1288 h 843"/>
                  <a:gd name="T30" fmla="*/ 3771 w 701"/>
                  <a:gd name="T31" fmla="*/ 533 h 843"/>
                  <a:gd name="T32" fmla="*/ 5116 w 701"/>
                  <a:gd name="T33" fmla="*/ 264 h 843"/>
                  <a:gd name="T34" fmla="*/ 5367 w 701"/>
                  <a:gd name="T35" fmla="*/ 1331 h 843"/>
                  <a:gd name="T36" fmla="*/ 5772 w 701"/>
                  <a:gd name="T37" fmla="*/ 307 h 843"/>
                  <a:gd name="T38" fmla="*/ 7067 w 701"/>
                  <a:gd name="T39" fmla="*/ 605 h 843"/>
                  <a:gd name="T40" fmla="*/ 8192 w 701"/>
                  <a:gd name="T41" fmla="*/ 1080 h 843"/>
                  <a:gd name="T42" fmla="*/ 8710 w 701"/>
                  <a:gd name="T43" fmla="*/ 1536 h 843"/>
                  <a:gd name="T44" fmla="*/ 9255 w 701"/>
                  <a:gd name="T45" fmla="*/ 2752 h 843"/>
                  <a:gd name="T46" fmla="*/ 9680 w 701"/>
                  <a:gd name="T47" fmla="*/ 3469 h 843"/>
                  <a:gd name="T48" fmla="*/ 9963 w 701"/>
                  <a:gd name="T49" fmla="*/ 4323 h 843"/>
                  <a:gd name="T50" fmla="*/ 9963 w 701"/>
                  <a:gd name="T51" fmla="*/ 4856 h 843"/>
                  <a:gd name="T52" fmla="*/ 10150 w 701"/>
                  <a:gd name="T53" fmla="*/ 5213 h 843"/>
                  <a:gd name="T54" fmla="*/ 10318 w 701"/>
                  <a:gd name="T55" fmla="*/ 5747 h 843"/>
                  <a:gd name="T56" fmla="*/ 10681 w 701"/>
                  <a:gd name="T57" fmla="*/ 7488 h 843"/>
                  <a:gd name="T58" fmla="*/ 10726 w 701"/>
                  <a:gd name="T59" fmla="*/ 8853 h 843"/>
                  <a:gd name="T60" fmla="*/ 10838 w 701"/>
                  <a:gd name="T61" fmla="*/ 10013 h 843"/>
                  <a:gd name="T62" fmla="*/ 10318 w 701"/>
                  <a:gd name="T63" fmla="*/ 12459 h 843"/>
                  <a:gd name="T64" fmla="*/ 10100 w 701"/>
                  <a:gd name="T65" fmla="*/ 12608 h 843"/>
                  <a:gd name="T66" fmla="*/ 9193 w 701"/>
                  <a:gd name="T67" fmla="*/ 14109 h 843"/>
                  <a:gd name="T68" fmla="*/ 8430 w 701"/>
                  <a:gd name="T69" fmla="*/ 14677 h 843"/>
                  <a:gd name="T70" fmla="*/ 8192 w 701"/>
                  <a:gd name="T71" fmla="*/ 14997 h 843"/>
                  <a:gd name="T72" fmla="*/ 7097 w 701"/>
                  <a:gd name="T73" fmla="*/ 15587 h 843"/>
                  <a:gd name="T74" fmla="*/ 5647 w 701"/>
                  <a:gd name="T75" fmla="*/ 15645 h 843"/>
                  <a:gd name="T76" fmla="*/ 5442 w 701"/>
                  <a:gd name="T77" fmla="*/ 14941 h 843"/>
                  <a:gd name="T78" fmla="*/ 5379 w 701"/>
                  <a:gd name="T79" fmla="*/ 14528 h 84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01" h="843">
                    <a:moveTo>
                      <a:pt x="344" y="766"/>
                    </a:moveTo>
                    <a:cubicBezTo>
                      <a:pt x="344" y="766"/>
                      <a:pt x="344" y="778"/>
                      <a:pt x="340" y="793"/>
                    </a:cubicBezTo>
                    <a:cubicBezTo>
                      <a:pt x="337" y="807"/>
                      <a:pt x="346" y="811"/>
                      <a:pt x="324" y="827"/>
                    </a:cubicBezTo>
                    <a:cubicBezTo>
                      <a:pt x="301" y="843"/>
                      <a:pt x="273" y="825"/>
                      <a:pt x="247" y="822"/>
                    </a:cubicBezTo>
                    <a:cubicBezTo>
                      <a:pt x="221" y="819"/>
                      <a:pt x="191" y="801"/>
                      <a:pt x="188" y="781"/>
                    </a:cubicBezTo>
                    <a:cubicBezTo>
                      <a:pt x="180" y="787"/>
                      <a:pt x="140" y="771"/>
                      <a:pt x="100" y="745"/>
                    </a:cubicBezTo>
                    <a:cubicBezTo>
                      <a:pt x="74" y="726"/>
                      <a:pt x="44" y="694"/>
                      <a:pt x="48" y="667"/>
                    </a:cubicBezTo>
                    <a:cubicBezTo>
                      <a:pt x="48" y="667"/>
                      <a:pt x="50" y="673"/>
                      <a:pt x="34" y="661"/>
                    </a:cubicBezTo>
                    <a:cubicBezTo>
                      <a:pt x="18" y="648"/>
                      <a:pt x="10" y="566"/>
                      <a:pt x="8" y="528"/>
                    </a:cubicBezTo>
                    <a:cubicBezTo>
                      <a:pt x="7" y="489"/>
                      <a:pt x="7" y="470"/>
                      <a:pt x="15" y="467"/>
                    </a:cubicBezTo>
                    <a:cubicBezTo>
                      <a:pt x="0" y="456"/>
                      <a:pt x="16" y="425"/>
                      <a:pt x="18" y="395"/>
                    </a:cubicBezTo>
                    <a:cubicBezTo>
                      <a:pt x="20" y="364"/>
                      <a:pt x="18" y="342"/>
                      <a:pt x="34" y="332"/>
                    </a:cubicBezTo>
                    <a:cubicBezTo>
                      <a:pt x="28" y="323"/>
                      <a:pt x="40" y="283"/>
                      <a:pt x="50" y="241"/>
                    </a:cubicBezTo>
                    <a:cubicBezTo>
                      <a:pt x="60" y="200"/>
                      <a:pt x="92" y="137"/>
                      <a:pt x="117" y="134"/>
                    </a:cubicBezTo>
                    <a:cubicBezTo>
                      <a:pt x="114" y="118"/>
                      <a:pt x="146" y="67"/>
                      <a:pt x="164" y="68"/>
                    </a:cubicBezTo>
                    <a:cubicBezTo>
                      <a:pt x="170" y="57"/>
                      <a:pt x="221" y="30"/>
                      <a:pt x="241" y="28"/>
                    </a:cubicBezTo>
                    <a:cubicBezTo>
                      <a:pt x="250" y="14"/>
                      <a:pt x="289" y="0"/>
                      <a:pt x="327" y="14"/>
                    </a:cubicBezTo>
                    <a:cubicBezTo>
                      <a:pt x="340" y="19"/>
                      <a:pt x="342" y="33"/>
                      <a:pt x="343" y="70"/>
                    </a:cubicBezTo>
                    <a:cubicBezTo>
                      <a:pt x="340" y="29"/>
                      <a:pt x="356" y="21"/>
                      <a:pt x="369" y="16"/>
                    </a:cubicBezTo>
                    <a:cubicBezTo>
                      <a:pt x="407" y="2"/>
                      <a:pt x="434" y="16"/>
                      <a:pt x="452" y="32"/>
                    </a:cubicBezTo>
                    <a:cubicBezTo>
                      <a:pt x="466" y="28"/>
                      <a:pt x="503" y="44"/>
                      <a:pt x="524" y="57"/>
                    </a:cubicBezTo>
                    <a:cubicBezTo>
                      <a:pt x="531" y="61"/>
                      <a:pt x="550" y="73"/>
                      <a:pt x="557" y="81"/>
                    </a:cubicBezTo>
                    <a:cubicBezTo>
                      <a:pt x="568" y="92"/>
                      <a:pt x="584" y="124"/>
                      <a:pt x="592" y="145"/>
                    </a:cubicBezTo>
                    <a:cubicBezTo>
                      <a:pt x="595" y="154"/>
                      <a:pt x="611" y="174"/>
                      <a:pt x="619" y="183"/>
                    </a:cubicBezTo>
                    <a:cubicBezTo>
                      <a:pt x="627" y="193"/>
                      <a:pt x="633" y="210"/>
                      <a:pt x="637" y="228"/>
                    </a:cubicBezTo>
                    <a:cubicBezTo>
                      <a:pt x="640" y="237"/>
                      <a:pt x="637" y="256"/>
                      <a:pt x="637" y="256"/>
                    </a:cubicBezTo>
                    <a:cubicBezTo>
                      <a:pt x="637" y="256"/>
                      <a:pt x="647" y="269"/>
                      <a:pt x="649" y="275"/>
                    </a:cubicBezTo>
                    <a:cubicBezTo>
                      <a:pt x="653" y="286"/>
                      <a:pt x="657" y="295"/>
                      <a:pt x="660" y="303"/>
                    </a:cubicBezTo>
                    <a:cubicBezTo>
                      <a:pt x="666" y="317"/>
                      <a:pt x="681" y="364"/>
                      <a:pt x="683" y="395"/>
                    </a:cubicBezTo>
                    <a:cubicBezTo>
                      <a:pt x="685" y="425"/>
                      <a:pt x="701" y="456"/>
                      <a:pt x="686" y="467"/>
                    </a:cubicBezTo>
                    <a:cubicBezTo>
                      <a:pt x="694" y="470"/>
                      <a:pt x="694" y="489"/>
                      <a:pt x="693" y="528"/>
                    </a:cubicBezTo>
                    <a:cubicBezTo>
                      <a:pt x="691" y="544"/>
                      <a:pt x="674" y="640"/>
                      <a:pt x="660" y="657"/>
                    </a:cubicBezTo>
                    <a:cubicBezTo>
                      <a:pt x="655" y="664"/>
                      <a:pt x="646" y="665"/>
                      <a:pt x="646" y="665"/>
                    </a:cubicBezTo>
                    <a:cubicBezTo>
                      <a:pt x="650" y="674"/>
                      <a:pt x="628" y="714"/>
                      <a:pt x="588" y="744"/>
                    </a:cubicBezTo>
                    <a:cubicBezTo>
                      <a:pt x="568" y="757"/>
                      <a:pt x="550" y="778"/>
                      <a:pt x="539" y="774"/>
                    </a:cubicBezTo>
                    <a:cubicBezTo>
                      <a:pt x="535" y="776"/>
                      <a:pt x="534" y="784"/>
                      <a:pt x="524" y="791"/>
                    </a:cubicBezTo>
                    <a:cubicBezTo>
                      <a:pt x="505" y="804"/>
                      <a:pt x="471" y="820"/>
                      <a:pt x="454" y="822"/>
                    </a:cubicBezTo>
                    <a:cubicBezTo>
                      <a:pt x="429" y="825"/>
                      <a:pt x="403" y="842"/>
                      <a:pt x="361" y="825"/>
                    </a:cubicBezTo>
                    <a:cubicBezTo>
                      <a:pt x="348" y="819"/>
                      <a:pt x="352" y="802"/>
                      <a:pt x="348" y="788"/>
                    </a:cubicBezTo>
                    <a:cubicBezTo>
                      <a:pt x="345" y="773"/>
                      <a:pt x="344" y="766"/>
                      <a:pt x="344" y="76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6" name="Freeform 891">
                <a:extLst>
                  <a:ext uri="{FF2B5EF4-FFF2-40B4-BE49-F238E27FC236}">
                    <a16:creationId xmlns:a16="http://schemas.microsoft.com/office/drawing/2014/main" id="{460BD72A-BC91-4C83-97A2-35CC66225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941"/>
                <a:ext cx="65" cy="70"/>
              </a:xfrm>
              <a:custGeom>
                <a:avLst/>
                <a:gdLst>
                  <a:gd name="T0" fmla="*/ 208 w 26"/>
                  <a:gd name="T1" fmla="*/ 0 h 26"/>
                  <a:gd name="T2" fmla="*/ 375 w 26"/>
                  <a:gd name="T3" fmla="*/ 232 h 26"/>
                  <a:gd name="T4" fmla="*/ 208 w 26"/>
                  <a:gd name="T5" fmla="*/ 471 h 26"/>
                  <a:gd name="T6" fmla="*/ 0 w 26"/>
                  <a:gd name="T7" fmla="*/ 232 h 26"/>
                  <a:gd name="T8" fmla="*/ 0 w 26"/>
                  <a:gd name="T9" fmla="*/ 232 h 26"/>
                  <a:gd name="T10" fmla="*/ 208 w 26"/>
                  <a:gd name="T11" fmla="*/ 506 h 26"/>
                  <a:gd name="T12" fmla="*/ 408 w 26"/>
                  <a:gd name="T13" fmla="*/ 232 h 26"/>
                  <a:gd name="T14" fmla="*/ 208 w 26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6">
                    <a:moveTo>
                      <a:pt x="13" y="0"/>
                    </a:moveTo>
                    <a:cubicBezTo>
                      <a:pt x="19" y="0"/>
                      <a:pt x="24" y="6"/>
                      <a:pt x="24" y="12"/>
                    </a:cubicBezTo>
                    <a:cubicBezTo>
                      <a:pt x="24" y="19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0"/>
                      <a:pt x="5" y="26"/>
                      <a:pt x="13" y="26"/>
                    </a:cubicBezTo>
                    <a:cubicBezTo>
                      <a:pt x="20" y="26"/>
                      <a:pt x="26" y="20"/>
                      <a:pt x="26" y="12"/>
                    </a:cubicBezTo>
                    <a:cubicBezTo>
                      <a:pt x="26" y="5"/>
                      <a:pt x="20" y="0"/>
                      <a:pt x="1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7" name="Oval 892">
                <a:extLst>
                  <a:ext uri="{FF2B5EF4-FFF2-40B4-BE49-F238E27FC236}">
                    <a16:creationId xmlns:a16="http://schemas.microsoft.com/office/drawing/2014/main" id="{C4C3A0B1-5AD0-45FD-A3A3-0C2F356B3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264"/>
                <a:ext cx="32" cy="35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18" name="Freeform 893">
                <a:extLst>
                  <a:ext uri="{FF2B5EF4-FFF2-40B4-BE49-F238E27FC236}">
                    <a16:creationId xmlns:a16="http://schemas.microsoft.com/office/drawing/2014/main" id="{F17A333A-5918-4D8C-97B5-EF33146E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597"/>
                <a:ext cx="325" cy="976"/>
              </a:xfrm>
              <a:custGeom>
                <a:avLst/>
                <a:gdLst>
                  <a:gd name="T0" fmla="*/ 2033 w 130"/>
                  <a:gd name="T1" fmla="*/ 248 h 366"/>
                  <a:gd name="T2" fmla="*/ 1083 w 130"/>
                  <a:gd name="T3" fmla="*/ 717 h 366"/>
                  <a:gd name="T4" fmla="*/ 813 w 130"/>
                  <a:gd name="T5" fmla="*/ 1229 h 366"/>
                  <a:gd name="T6" fmla="*/ 770 w 130"/>
                  <a:gd name="T7" fmla="*/ 1672 h 366"/>
                  <a:gd name="T8" fmla="*/ 533 w 130"/>
                  <a:gd name="T9" fmla="*/ 2104 h 366"/>
                  <a:gd name="T10" fmla="*/ 395 w 130"/>
                  <a:gd name="T11" fmla="*/ 2696 h 366"/>
                  <a:gd name="T12" fmla="*/ 270 w 130"/>
                  <a:gd name="T13" fmla="*/ 3448 h 366"/>
                  <a:gd name="T14" fmla="*/ 175 w 130"/>
                  <a:gd name="T15" fmla="*/ 4152 h 366"/>
                  <a:gd name="T16" fmla="*/ 345 w 130"/>
                  <a:gd name="T17" fmla="*/ 4493 h 366"/>
                  <a:gd name="T18" fmla="*/ 125 w 130"/>
                  <a:gd name="T19" fmla="*/ 4984 h 366"/>
                  <a:gd name="T20" fmla="*/ 145 w 130"/>
                  <a:gd name="T21" fmla="*/ 5880 h 366"/>
                  <a:gd name="T22" fmla="*/ 50 w 130"/>
                  <a:gd name="T23" fmla="*/ 6941 h 3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0" h="366">
                    <a:moveTo>
                      <a:pt x="130" y="13"/>
                    </a:moveTo>
                    <a:cubicBezTo>
                      <a:pt x="110" y="0"/>
                      <a:pt x="82" y="23"/>
                      <a:pt x="69" y="38"/>
                    </a:cubicBezTo>
                    <a:cubicBezTo>
                      <a:pt x="63" y="46"/>
                      <a:pt x="57" y="56"/>
                      <a:pt x="52" y="65"/>
                    </a:cubicBezTo>
                    <a:cubicBezTo>
                      <a:pt x="45" y="78"/>
                      <a:pt x="46" y="82"/>
                      <a:pt x="49" y="88"/>
                    </a:cubicBezTo>
                    <a:cubicBezTo>
                      <a:pt x="39" y="97"/>
                      <a:pt x="40" y="98"/>
                      <a:pt x="34" y="111"/>
                    </a:cubicBezTo>
                    <a:cubicBezTo>
                      <a:pt x="29" y="121"/>
                      <a:pt x="26" y="131"/>
                      <a:pt x="25" y="142"/>
                    </a:cubicBezTo>
                    <a:cubicBezTo>
                      <a:pt x="23" y="155"/>
                      <a:pt x="21" y="169"/>
                      <a:pt x="17" y="182"/>
                    </a:cubicBezTo>
                    <a:cubicBezTo>
                      <a:pt x="15" y="193"/>
                      <a:pt x="7" y="208"/>
                      <a:pt x="11" y="219"/>
                    </a:cubicBezTo>
                    <a:cubicBezTo>
                      <a:pt x="14" y="229"/>
                      <a:pt x="22" y="227"/>
                      <a:pt x="22" y="237"/>
                    </a:cubicBezTo>
                    <a:cubicBezTo>
                      <a:pt x="22" y="247"/>
                      <a:pt x="10" y="254"/>
                      <a:pt x="8" y="263"/>
                    </a:cubicBezTo>
                    <a:cubicBezTo>
                      <a:pt x="4" y="278"/>
                      <a:pt x="11" y="295"/>
                      <a:pt x="9" y="310"/>
                    </a:cubicBezTo>
                    <a:cubicBezTo>
                      <a:pt x="6" y="330"/>
                      <a:pt x="0" y="345"/>
                      <a:pt x="3" y="36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9" name="Freeform 894">
                <a:extLst>
                  <a:ext uri="{FF2B5EF4-FFF2-40B4-BE49-F238E27FC236}">
                    <a16:creationId xmlns:a16="http://schemas.microsoft.com/office/drawing/2014/main" id="{B074AF1B-F5B8-4A3A-ADD4-522481073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827"/>
                <a:ext cx="260" cy="1154"/>
              </a:xfrm>
              <a:custGeom>
                <a:avLst/>
                <a:gdLst>
                  <a:gd name="T0" fmla="*/ 488 w 104"/>
                  <a:gd name="T1" fmla="*/ 0 h 433"/>
                  <a:gd name="T2" fmla="*/ 720 w 104"/>
                  <a:gd name="T3" fmla="*/ 397 h 433"/>
                  <a:gd name="T4" fmla="*/ 688 w 104"/>
                  <a:gd name="T5" fmla="*/ 943 h 433"/>
                  <a:gd name="T6" fmla="*/ 408 w 104"/>
                  <a:gd name="T7" fmla="*/ 2231 h 433"/>
                  <a:gd name="T8" fmla="*/ 188 w 104"/>
                  <a:gd name="T9" fmla="*/ 2556 h 433"/>
                  <a:gd name="T10" fmla="*/ 83 w 104"/>
                  <a:gd name="T11" fmla="*/ 2956 h 433"/>
                  <a:gd name="T12" fmla="*/ 113 w 104"/>
                  <a:gd name="T13" fmla="*/ 4048 h 433"/>
                  <a:gd name="T14" fmla="*/ 208 w 104"/>
                  <a:gd name="T15" fmla="*/ 5320 h 433"/>
                  <a:gd name="T16" fmla="*/ 50 w 104"/>
                  <a:gd name="T17" fmla="*/ 6300 h 433"/>
                  <a:gd name="T18" fmla="*/ 50 w 104"/>
                  <a:gd name="T19" fmla="*/ 6777 h 433"/>
                  <a:gd name="T20" fmla="*/ 220 w 104"/>
                  <a:gd name="T21" fmla="*/ 6911 h 433"/>
                  <a:gd name="T22" fmla="*/ 395 w 104"/>
                  <a:gd name="T23" fmla="*/ 7324 h 433"/>
                  <a:gd name="T24" fmla="*/ 988 w 104"/>
                  <a:gd name="T25" fmla="*/ 7891 h 433"/>
                  <a:gd name="T26" fmla="*/ 1625 w 104"/>
                  <a:gd name="T27" fmla="*/ 8198 h 4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433">
                    <a:moveTo>
                      <a:pt x="31" y="0"/>
                    </a:moveTo>
                    <a:cubicBezTo>
                      <a:pt x="33" y="8"/>
                      <a:pt x="44" y="13"/>
                      <a:pt x="46" y="21"/>
                    </a:cubicBezTo>
                    <a:cubicBezTo>
                      <a:pt x="49" y="28"/>
                      <a:pt x="44" y="42"/>
                      <a:pt x="44" y="50"/>
                    </a:cubicBezTo>
                    <a:cubicBezTo>
                      <a:pt x="42" y="74"/>
                      <a:pt x="39" y="97"/>
                      <a:pt x="26" y="118"/>
                    </a:cubicBezTo>
                    <a:cubicBezTo>
                      <a:pt x="22" y="125"/>
                      <a:pt x="18" y="129"/>
                      <a:pt x="12" y="135"/>
                    </a:cubicBezTo>
                    <a:cubicBezTo>
                      <a:pt x="2" y="144"/>
                      <a:pt x="3" y="142"/>
                      <a:pt x="5" y="156"/>
                    </a:cubicBezTo>
                    <a:cubicBezTo>
                      <a:pt x="9" y="175"/>
                      <a:pt x="6" y="194"/>
                      <a:pt x="7" y="214"/>
                    </a:cubicBezTo>
                    <a:cubicBezTo>
                      <a:pt x="8" y="236"/>
                      <a:pt x="12" y="259"/>
                      <a:pt x="13" y="281"/>
                    </a:cubicBezTo>
                    <a:cubicBezTo>
                      <a:pt x="13" y="298"/>
                      <a:pt x="3" y="313"/>
                      <a:pt x="3" y="333"/>
                    </a:cubicBezTo>
                    <a:cubicBezTo>
                      <a:pt x="3" y="340"/>
                      <a:pt x="0" y="352"/>
                      <a:pt x="3" y="358"/>
                    </a:cubicBezTo>
                    <a:cubicBezTo>
                      <a:pt x="3" y="360"/>
                      <a:pt x="12" y="363"/>
                      <a:pt x="14" y="365"/>
                    </a:cubicBezTo>
                    <a:cubicBezTo>
                      <a:pt x="19" y="372"/>
                      <a:pt x="21" y="380"/>
                      <a:pt x="25" y="387"/>
                    </a:cubicBezTo>
                    <a:cubicBezTo>
                      <a:pt x="35" y="403"/>
                      <a:pt x="45" y="411"/>
                      <a:pt x="63" y="417"/>
                    </a:cubicBezTo>
                    <a:cubicBezTo>
                      <a:pt x="76" y="421"/>
                      <a:pt x="97" y="420"/>
                      <a:pt x="104" y="4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0" name="Freeform 895">
                <a:extLst>
                  <a:ext uri="{FF2B5EF4-FFF2-40B4-BE49-F238E27FC236}">
                    <a16:creationId xmlns:a16="http://schemas.microsoft.com/office/drawing/2014/main" id="{CE84F2B0-18E8-486F-A85A-2932CB6F6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1907"/>
                <a:ext cx="80" cy="760"/>
              </a:xfrm>
              <a:custGeom>
                <a:avLst/>
                <a:gdLst>
                  <a:gd name="T0" fmla="*/ 0 w 32"/>
                  <a:gd name="T1" fmla="*/ 0 h 285"/>
                  <a:gd name="T2" fmla="*/ 270 w 32"/>
                  <a:gd name="T3" fmla="*/ 760 h 285"/>
                  <a:gd name="T4" fmla="*/ 458 w 32"/>
                  <a:gd name="T5" fmla="*/ 1272 h 285"/>
                  <a:gd name="T6" fmla="*/ 188 w 32"/>
                  <a:gd name="T7" fmla="*/ 1877 h 285"/>
                  <a:gd name="T8" fmla="*/ 50 w 32"/>
                  <a:gd name="T9" fmla="*/ 2504 h 285"/>
                  <a:gd name="T10" fmla="*/ 95 w 32"/>
                  <a:gd name="T11" fmla="*/ 3869 h 285"/>
                  <a:gd name="T12" fmla="*/ 270 w 32"/>
                  <a:gd name="T13" fmla="*/ 5368 h 285"/>
                  <a:gd name="T14" fmla="*/ 270 w 32"/>
                  <a:gd name="T15" fmla="*/ 5347 h 2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85">
                    <a:moveTo>
                      <a:pt x="0" y="0"/>
                    </a:moveTo>
                    <a:cubicBezTo>
                      <a:pt x="12" y="10"/>
                      <a:pt x="11" y="27"/>
                      <a:pt x="17" y="40"/>
                    </a:cubicBezTo>
                    <a:cubicBezTo>
                      <a:pt x="23" y="52"/>
                      <a:pt x="32" y="54"/>
                      <a:pt x="29" y="67"/>
                    </a:cubicBezTo>
                    <a:cubicBezTo>
                      <a:pt x="27" y="77"/>
                      <a:pt x="16" y="89"/>
                      <a:pt x="12" y="99"/>
                    </a:cubicBezTo>
                    <a:cubicBezTo>
                      <a:pt x="8" y="109"/>
                      <a:pt x="4" y="121"/>
                      <a:pt x="3" y="132"/>
                    </a:cubicBezTo>
                    <a:cubicBezTo>
                      <a:pt x="1" y="155"/>
                      <a:pt x="6" y="180"/>
                      <a:pt x="6" y="204"/>
                    </a:cubicBezTo>
                    <a:cubicBezTo>
                      <a:pt x="6" y="231"/>
                      <a:pt x="18" y="254"/>
                      <a:pt x="17" y="283"/>
                    </a:cubicBezTo>
                    <a:cubicBezTo>
                      <a:pt x="17" y="285"/>
                      <a:pt x="17" y="285"/>
                      <a:pt x="17" y="28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1" name="Freeform 896">
                <a:extLst>
                  <a:ext uri="{FF2B5EF4-FFF2-40B4-BE49-F238E27FC236}">
                    <a16:creationId xmlns:a16="http://schemas.microsoft.com/office/drawing/2014/main" id="{5AE5E9CA-97B3-4C04-8729-F03C02222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3093"/>
                <a:ext cx="8" cy="30"/>
              </a:xfrm>
              <a:custGeom>
                <a:avLst/>
                <a:gdLst>
                  <a:gd name="T0" fmla="*/ 0 w 3"/>
                  <a:gd name="T1" fmla="*/ 224 h 11"/>
                  <a:gd name="T2" fmla="*/ 56 w 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11"/>
                    </a:moveTo>
                    <a:cubicBezTo>
                      <a:pt x="0" y="7"/>
                      <a:pt x="2" y="4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2" name="Freeform 897">
                <a:extLst>
                  <a:ext uri="{FF2B5EF4-FFF2-40B4-BE49-F238E27FC236}">
                    <a16:creationId xmlns:a16="http://schemas.microsoft.com/office/drawing/2014/main" id="{7D668A94-6B8D-4D88-A4D6-D0BD06595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747"/>
                <a:ext cx="197" cy="53"/>
              </a:xfrm>
              <a:custGeom>
                <a:avLst/>
                <a:gdLst>
                  <a:gd name="T0" fmla="*/ 0 w 79"/>
                  <a:gd name="T1" fmla="*/ 371 h 20"/>
                  <a:gd name="T2" fmla="*/ 633 w 79"/>
                  <a:gd name="T3" fmla="*/ 21 h 20"/>
                  <a:gd name="T4" fmla="*/ 1224 w 79"/>
                  <a:gd name="T5" fmla="*/ 29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20">
                    <a:moveTo>
                      <a:pt x="0" y="20"/>
                    </a:moveTo>
                    <a:cubicBezTo>
                      <a:pt x="15" y="3"/>
                      <a:pt x="18" y="1"/>
                      <a:pt x="41" y="1"/>
                    </a:cubicBezTo>
                    <a:cubicBezTo>
                      <a:pt x="57" y="1"/>
                      <a:pt x="70" y="0"/>
                      <a:pt x="79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3" name="Freeform 898">
                <a:extLst>
                  <a:ext uri="{FF2B5EF4-FFF2-40B4-BE49-F238E27FC236}">
                    <a16:creationId xmlns:a16="http://schemas.microsoft.com/office/drawing/2014/main" id="{710CE683-AA62-4247-AD72-42DDD0971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744"/>
                <a:ext cx="28" cy="19"/>
              </a:xfrm>
              <a:custGeom>
                <a:avLst/>
                <a:gdLst>
                  <a:gd name="T0" fmla="*/ 0 w 11"/>
                  <a:gd name="T1" fmla="*/ 141 h 7"/>
                  <a:gd name="T2" fmla="*/ 181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4" y="5"/>
                      <a:pt x="9" y="4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4" name="Freeform 899">
                <a:extLst>
                  <a:ext uri="{FF2B5EF4-FFF2-40B4-BE49-F238E27FC236}">
                    <a16:creationId xmlns:a16="http://schemas.microsoft.com/office/drawing/2014/main" id="{BE6D036F-AA98-4C43-ACEB-7CAC1D768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691"/>
                <a:ext cx="18" cy="58"/>
              </a:xfrm>
              <a:custGeom>
                <a:avLst/>
                <a:gdLst>
                  <a:gd name="T0" fmla="*/ 0 w 7"/>
                  <a:gd name="T1" fmla="*/ 0 h 22"/>
                  <a:gd name="T2" fmla="*/ 118 w 7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0" y="8"/>
                      <a:pt x="0" y="17"/>
                      <a:pt x="7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5" name="Freeform 900">
                <a:extLst>
                  <a:ext uri="{FF2B5EF4-FFF2-40B4-BE49-F238E27FC236}">
                    <a16:creationId xmlns:a16="http://schemas.microsoft.com/office/drawing/2014/main" id="{782293B4-C118-48A7-B78F-6D878238F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221"/>
                <a:ext cx="50" cy="131"/>
              </a:xfrm>
              <a:custGeom>
                <a:avLst/>
                <a:gdLst>
                  <a:gd name="T0" fmla="*/ 300 w 20"/>
                  <a:gd name="T1" fmla="*/ 0 h 49"/>
                  <a:gd name="T2" fmla="*/ 238 w 20"/>
                  <a:gd name="T3" fmla="*/ 479 h 49"/>
                  <a:gd name="T4" fmla="*/ 0 w 20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9">
                    <a:moveTo>
                      <a:pt x="19" y="0"/>
                    </a:moveTo>
                    <a:cubicBezTo>
                      <a:pt x="20" y="8"/>
                      <a:pt x="19" y="17"/>
                      <a:pt x="15" y="25"/>
                    </a:cubicBezTo>
                    <a:cubicBezTo>
                      <a:pt x="11" y="34"/>
                      <a:pt x="3" y="40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6" name="Freeform 901">
                <a:extLst>
                  <a:ext uri="{FF2B5EF4-FFF2-40B4-BE49-F238E27FC236}">
                    <a16:creationId xmlns:a16="http://schemas.microsoft.com/office/drawing/2014/main" id="{44D557A5-878D-47FF-887B-67368A87B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256"/>
                <a:ext cx="100" cy="53"/>
              </a:xfrm>
              <a:custGeom>
                <a:avLst/>
                <a:gdLst>
                  <a:gd name="T0" fmla="*/ 0 w 40"/>
                  <a:gd name="T1" fmla="*/ 371 h 20"/>
                  <a:gd name="T2" fmla="*/ 625 w 4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0">
                    <a:moveTo>
                      <a:pt x="0" y="20"/>
                    </a:moveTo>
                    <a:cubicBezTo>
                      <a:pt x="15" y="11"/>
                      <a:pt x="29" y="13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7" name="Freeform 902">
                <a:extLst>
                  <a:ext uri="{FF2B5EF4-FFF2-40B4-BE49-F238E27FC236}">
                    <a16:creationId xmlns:a16="http://schemas.microsoft.com/office/drawing/2014/main" id="{BB378951-5C4C-4B7C-AB2A-C7DC20FB7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405"/>
                <a:ext cx="342" cy="166"/>
              </a:xfrm>
              <a:custGeom>
                <a:avLst/>
                <a:gdLst>
                  <a:gd name="T0" fmla="*/ 0 w 137"/>
                  <a:gd name="T1" fmla="*/ 632 h 62"/>
                  <a:gd name="T2" fmla="*/ 729 w 137"/>
                  <a:gd name="T3" fmla="*/ 230 h 62"/>
                  <a:gd name="T4" fmla="*/ 1403 w 137"/>
                  <a:gd name="T5" fmla="*/ 115 h 62"/>
                  <a:gd name="T6" fmla="*/ 1665 w 137"/>
                  <a:gd name="T7" fmla="*/ 21 h 62"/>
                  <a:gd name="T8" fmla="*/ 1870 w 137"/>
                  <a:gd name="T9" fmla="*/ 286 h 62"/>
                  <a:gd name="T10" fmla="*/ 2132 w 137"/>
                  <a:gd name="T11" fmla="*/ 1189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62">
                    <a:moveTo>
                      <a:pt x="0" y="33"/>
                    </a:moveTo>
                    <a:cubicBezTo>
                      <a:pt x="15" y="24"/>
                      <a:pt x="31" y="18"/>
                      <a:pt x="47" y="12"/>
                    </a:cubicBezTo>
                    <a:cubicBezTo>
                      <a:pt x="61" y="6"/>
                      <a:pt x="75" y="9"/>
                      <a:pt x="90" y="6"/>
                    </a:cubicBezTo>
                    <a:cubicBezTo>
                      <a:pt x="94" y="5"/>
                      <a:pt x="103" y="0"/>
                      <a:pt x="107" y="1"/>
                    </a:cubicBezTo>
                    <a:cubicBezTo>
                      <a:pt x="112" y="1"/>
                      <a:pt x="117" y="11"/>
                      <a:pt x="120" y="15"/>
                    </a:cubicBezTo>
                    <a:cubicBezTo>
                      <a:pt x="131" y="30"/>
                      <a:pt x="130" y="45"/>
                      <a:pt x="137" y="6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8" name="Freeform 903">
                <a:extLst>
                  <a:ext uri="{FF2B5EF4-FFF2-40B4-BE49-F238E27FC236}">
                    <a16:creationId xmlns:a16="http://schemas.microsoft.com/office/drawing/2014/main" id="{883927D2-EE30-4263-98B7-8545E7590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245"/>
                <a:ext cx="50" cy="163"/>
              </a:xfrm>
              <a:custGeom>
                <a:avLst/>
                <a:gdLst>
                  <a:gd name="T0" fmla="*/ 0 w 20"/>
                  <a:gd name="T1" fmla="*/ 1165 h 61"/>
                  <a:gd name="T2" fmla="*/ 270 w 20"/>
                  <a:gd name="T3" fmla="*/ 628 h 61"/>
                  <a:gd name="T4" fmla="*/ 300 w 20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1">
                    <a:moveTo>
                      <a:pt x="0" y="61"/>
                    </a:moveTo>
                    <a:cubicBezTo>
                      <a:pt x="5" y="51"/>
                      <a:pt x="14" y="44"/>
                      <a:pt x="17" y="33"/>
                    </a:cubicBezTo>
                    <a:cubicBezTo>
                      <a:pt x="20" y="22"/>
                      <a:pt x="18" y="11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9" name="Freeform 904">
                <a:extLst>
                  <a:ext uri="{FF2B5EF4-FFF2-40B4-BE49-F238E27FC236}">
                    <a16:creationId xmlns:a16="http://schemas.microsoft.com/office/drawing/2014/main" id="{36D415CE-C889-42FC-9C91-74C6F2CB2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272"/>
                <a:ext cx="55" cy="35"/>
              </a:xfrm>
              <a:custGeom>
                <a:avLst/>
                <a:gdLst>
                  <a:gd name="T0" fmla="*/ 0 w 22"/>
                  <a:gd name="T1" fmla="*/ 253 h 13"/>
                  <a:gd name="T2" fmla="*/ 345 w 22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3">
                    <a:moveTo>
                      <a:pt x="0" y="13"/>
                    </a:moveTo>
                    <a:cubicBezTo>
                      <a:pt x="6" y="7"/>
                      <a:pt x="13" y="0"/>
                      <a:pt x="22" y="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0" name="Freeform 905">
                <a:extLst>
                  <a:ext uri="{FF2B5EF4-FFF2-40B4-BE49-F238E27FC236}">
                    <a16:creationId xmlns:a16="http://schemas.microsoft.com/office/drawing/2014/main" id="{6F832916-0BA6-44E5-962B-914C3DB62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371"/>
                <a:ext cx="35" cy="72"/>
              </a:xfrm>
              <a:custGeom>
                <a:avLst/>
                <a:gdLst>
                  <a:gd name="T0" fmla="*/ 0 w 14"/>
                  <a:gd name="T1" fmla="*/ 0 h 27"/>
                  <a:gd name="T2" fmla="*/ 220 w 14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0" y="0"/>
                    </a:moveTo>
                    <a:cubicBezTo>
                      <a:pt x="3" y="10"/>
                      <a:pt x="4" y="21"/>
                      <a:pt x="14" y="2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1" name="Freeform 906">
                <a:extLst>
                  <a:ext uri="{FF2B5EF4-FFF2-40B4-BE49-F238E27FC236}">
                    <a16:creationId xmlns:a16="http://schemas.microsoft.com/office/drawing/2014/main" id="{E75C3995-8029-4CA1-83E8-6C8B557EB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776"/>
                <a:ext cx="60" cy="35"/>
              </a:xfrm>
              <a:custGeom>
                <a:avLst/>
                <a:gdLst>
                  <a:gd name="T0" fmla="*/ 20 w 24"/>
                  <a:gd name="T1" fmla="*/ 218 h 13"/>
                  <a:gd name="T2" fmla="*/ 208 w 24"/>
                  <a:gd name="T3" fmla="*/ 197 h 13"/>
                  <a:gd name="T4" fmla="*/ 363 w 24"/>
                  <a:gd name="T5" fmla="*/ 59 h 13"/>
                  <a:gd name="T6" fmla="*/ 158 w 24"/>
                  <a:gd name="T7" fmla="*/ 81 h 13"/>
                  <a:gd name="T8" fmla="*/ 20 w 24"/>
                  <a:gd name="T9" fmla="*/ 21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1" y="11"/>
                    </a:moveTo>
                    <a:cubicBezTo>
                      <a:pt x="2" y="13"/>
                      <a:pt x="8" y="12"/>
                      <a:pt x="13" y="10"/>
                    </a:cubicBezTo>
                    <a:cubicBezTo>
                      <a:pt x="18" y="8"/>
                      <a:pt x="24" y="6"/>
                      <a:pt x="23" y="3"/>
                    </a:cubicBezTo>
                    <a:cubicBezTo>
                      <a:pt x="22" y="0"/>
                      <a:pt x="14" y="3"/>
                      <a:pt x="10" y="4"/>
                    </a:cubicBezTo>
                    <a:cubicBezTo>
                      <a:pt x="7" y="5"/>
                      <a:pt x="0" y="8"/>
                      <a:pt x="1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2" name="Oval 907">
                <a:extLst>
                  <a:ext uri="{FF2B5EF4-FFF2-40B4-BE49-F238E27FC236}">
                    <a16:creationId xmlns:a16="http://schemas.microsoft.com/office/drawing/2014/main" id="{F5FD73E8-EA7A-4A7C-B6CE-7FB9CEB31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9" y="1845"/>
                <a:ext cx="105" cy="80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3533" name="Freeform 908">
                <a:extLst>
                  <a:ext uri="{FF2B5EF4-FFF2-40B4-BE49-F238E27FC236}">
                    <a16:creationId xmlns:a16="http://schemas.microsoft.com/office/drawing/2014/main" id="{0CF7C39D-3DF4-41A1-9FDE-5E74F42F7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027"/>
                <a:ext cx="33" cy="32"/>
              </a:xfrm>
              <a:custGeom>
                <a:avLst/>
                <a:gdLst>
                  <a:gd name="T0" fmla="*/ 0 w 13"/>
                  <a:gd name="T1" fmla="*/ 227 h 12"/>
                  <a:gd name="T2" fmla="*/ 213 w 1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12"/>
                    </a:moveTo>
                    <a:cubicBezTo>
                      <a:pt x="3" y="8"/>
                      <a:pt x="6" y="2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4" name="Freeform 909">
                <a:extLst>
                  <a:ext uri="{FF2B5EF4-FFF2-40B4-BE49-F238E27FC236}">
                    <a16:creationId xmlns:a16="http://schemas.microsoft.com/office/drawing/2014/main" id="{31D14E82-AB87-4EAB-ADC6-58B26F04D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957"/>
                <a:ext cx="290" cy="142"/>
              </a:xfrm>
              <a:custGeom>
                <a:avLst/>
                <a:gdLst>
                  <a:gd name="T0" fmla="*/ 0 w 116"/>
                  <a:gd name="T1" fmla="*/ 0 h 53"/>
                  <a:gd name="T2" fmla="*/ 1083 w 116"/>
                  <a:gd name="T3" fmla="*/ 812 h 53"/>
                  <a:gd name="T4" fmla="*/ 1813 w 116"/>
                  <a:gd name="T5" fmla="*/ 445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53">
                    <a:moveTo>
                      <a:pt x="0" y="0"/>
                    </a:moveTo>
                    <a:cubicBezTo>
                      <a:pt x="27" y="2"/>
                      <a:pt x="47" y="32"/>
                      <a:pt x="69" y="42"/>
                    </a:cubicBezTo>
                    <a:cubicBezTo>
                      <a:pt x="95" y="53"/>
                      <a:pt x="94" y="23"/>
                      <a:pt x="11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5" name="Freeform 910">
                <a:extLst>
                  <a:ext uri="{FF2B5EF4-FFF2-40B4-BE49-F238E27FC236}">
                    <a16:creationId xmlns:a16="http://schemas.microsoft.com/office/drawing/2014/main" id="{A5D44F54-7AA6-423B-9EE4-DB70EE8A0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075"/>
                <a:ext cx="53" cy="21"/>
              </a:xfrm>
              <a:custGeom>
                <a:avLst/>
                <a:gdLst>
                  <a:gd name="T0" fmla="*/ 0 w 21"/>
                  <a:gd name="T1" fmla="*/ 0 h 8"/>
                  <a:gd name="T2" fmla="*/ 338 w 21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0"/>
                    </a:moveTo>
                    <a:cubicBezTo>
                      <a:pt x="8" y="0"/>
                      <a:pt x="14" y="5"/>
                      <a:pt x="21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6" name="Freeform 911">
                <a:extLst>
                  <a:ext uri="{FF2B5EF4-FFF2-40B4-BE49-F238E27FC236}">
                    <a16:creationId xmlns:a16="http://schemas.microsoft.com/office/drawing/2014/main" id="{839BF58A-516A-4DDA-B818-AA1F5C7CC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3216"/>
                <a:ext cx="43" cy="21"/>
              </a:xfrm>
              <a:custGeom>
                <a:avLst/>
                <a:gdLst>
                  <a:gd name="T0" fmla="*/ 0 w 17"/>
                  <a:gd name="T1" fmla="*/ 144 h 8"/>
                  <a:gd name="T2" fmla="*/ 116 w 17"/>
                  <a:gd name="T3" fmla="*/ 89 h 8"/>
                  <a:gd name="T4" fmla="*/ 276 w 1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0" y="8"/>
                    </a:moveTo>
                    <a:cubicBezTo>
                      <a:pt x="2" y="8"/>
                      <a:pt x="6" y="6"/>
                      <a:pt x="7" y="5"/>
                    </a:cubicBezTo>
                    <a:cubicBezTo>
                      <a:pt x="10" y="4"/>
                      <a:pt x="15" y="2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7" name="Freeform 912">
                <a:extLst>
                  <a:ext uri="{FF2B5EF4-FFF2-40B4-BE49-F238E27FC236}">
                    <a16:creationId xmlns:a16="http://schemas.microsoft.com/office/drawing/2014/main" id="{7B40E550-DCDF-4CB4-AF03-D0474EACB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3229"/>
                <a:ext cx="28" cy="14"/>
              </a:xfrm>
              <a:custGeom>
                <a:avLst/>
                <a:gdLst>
                  <a:gd name="T0" fmla="*/ 0 w 11"/>
                  <a:gd name="T1" fmla="*/ 0 h 5"/>
                  <a:gd name="T2" fmla="*/ 181 w 1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4" y="0"/>
                      <a:pt x="7" y="3"/>
                      <a:pt x="11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8" name="Freeform 913">
                <a:extLst>
                  <a:ext uri="{FF2B5EF4-FFF2-40B4-BE49-F238E27FC236}">
                    <a16:creationId xmlns:a16="http://schemas.microsoft.com/office/drawing/2014/main" id="{751A2F99-5EAB-46A3-866B-62512DA50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568"/>
                <a:ext cx="260" cy="149"/>
              </a:xfrm>
              <a:custGeom>
                <a:avLst/>
                <a:gdLst>
                  <a:gd name="T0" fmla="*/ 0 w 104"/>
                  <a:gd name="T1" fmla="*/ 0 h 56"/>
                  <a:gd name="T2" fmla="*/ 83 w 104"/>
                  <a:gd name="T3" fmla="*/ 149 h 56"/>
                  <a:gd name="T4" fmla="*/ 395 w 104"/>
                  <a:gd name="T5" fmla="*/ 452 h 56"/>
                  <a:gd name="T6" fmla="*/ 1083 w 104"/>
                  <a:gd name="T7" fmla="*/ 865 h 56"/>
                  <a:gd name="T8" fmla="*/ 1300 w 104"/>
                  <a:gd name="T9" fmla="*/ 1032 h 56"/>
                  <a:gd name="T10" fmla="*/ 1533 w 104"/>
                  <a:gd name="T11" fmla="*/ 1054 h 56"/>
                  <a:gd name="T12" fmla="*/ 1625 w 104"/>
                  <a:gd name="T13" fmla="*/ 1054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56">
                    <a:moveTo>
                      <a:pt x="0" y="0"/>
                    </a:moveTo>
                    <a:cubicBezTo>
                      <a:pt x="2" y="2"/>
                      <a:pt x="3" y="5"/>
                      <a:pt x="5" y="8"/>
                    </a:cubicBezTo>
                    <a:cubicBezTo>
                      <a:pt x="10" y="15"/>
                      <a:pt x="17" y="20"/>
                      <a:pt x="25" y="24"/>
                    </a:cubicBezTo>
                    <a:cubicBezTo>
                      <a:pt x="39" y="31"/>
                      <a:pt x="57" y="34"/>
                      <a:pt x="69" y="46"/>
                    </a:cubicBezTo>
                    <a:cubicBezTo>
                      <a:pt x="74" y="51"/>
                      <a:pt x="75" y="53"/>
                      <a:pt x="83" y="55"/>
                    </a:cubicBezTo>
                    <a:cubicBezTo>
                      <a:pt x="88" y="56"/>
                      <a:pt x="93" y="56"/>
                      <a:pt x="98" y="56"/>
                    </a:cubicBezTo>
                    <a:cubicBezTo>
                      <a:pt x="100" y="56"/>
                      <a:pt x="102" y="55"/>
                      <a:pt x="104" y="5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9" name="Freeform 914">
                <a:extLst>
                  <a:ext uri="{FF2B5EF4-FFF2-40B4-BE49-F238E27FC236}">
                    <a16:creationId xmlns:a16="http://schemas.microsoft.com/office/drawing/2014/main" id="{914EEDFB-DF78-4F9F-9397-EB1AE0877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709"/>
                <a:ext cx="35" cy="64"/>
              </a:xfrm>
              <a:custGeom>
                <a:avLst/>
                <a:gdLst>
                  <a:gd name="T0" fmla="*/ 0 w 14"/>
                  <a:gd name="T1" fmla="*/ 0 h 24"/>
                  <a:gd name="T2" fmla="*/ 113 w 14"/>
                  <a:gd name="T3" fmla="*/ 115 h 24"/>
                  <a:gd name="T4" fmla="*/ 220 w 14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cubicBezTo>
                      <a:pt x="2" y="2"/>
                      <a:pt x="5" y="4"/>
                      <a:pt x="7" y="6"/>
                    </a:cubicBezTo>
                    <a:cubicBezTo>
                      <a:pt x="12" y="12"/>
                      <a:pt x="12" y="17"/>
                      <a:pt x="14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0" name="Freeform 915">
                <a:extLst>
                  <a:ext uri="{FF2B5EF4-FFF2-40B4-BE49-F238E27FC236}">
                    <a16:creationId xmlns:a16="http://schemas.microsoft.com/office/drawing/2014/main" id="{CF7244C0-DF45-413F-B9F3-003B8FF19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565"/>
                <a:ext cx="80" cy="216"/>
              </a:xfrm>
              <a:custGeom>
                <a:avLst/>
                <a:gdLst>
                  <a:gd name="T0" fmla="*/ 0 w 32"/>
                  <a:gd name="T1" fmla="*/ 0 h 81"/>
                  <a:gd name="T2" fmla="*/ 283 w 32"/>
                  <a:gd name="T3" fmla="*/ 627 h 81"/>
                  <a:gd name="T4" fmla="*/ 500 w 32"/>
                  <a:gd name="T5" fmla="*/ 1536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81">
                    <a:moveTo>
                      <a:pt x="0" y="0"/>
                    </a:moveTo>
                    <a:cubicBezTo>
                      <a:pt x="12" y="7"/>
                      <a:pt x="14" y="21"/>
                      <a:pt x="18" y="33"/>
                    </a:cubicBezTo>
                    <a:cubicBezTo>
                      <a:pt x="22" y="48"/>
                      <a:pt x="32" y="65"/>
                      <a:pt x="32" y="8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1" name="Freeform 916">
                <a:extLst>
                  <a:ext uri="{FF2B5EF4-FFF2-40B4-BE49-F238E27FC236}">
                    <a16:creationId xmlns:a16="http://schemas.microsoft.com/office/drawing/2014/main" id="{17433984-4AE1-413D-9B89-B67A486D9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581"/>
                <a:ext cx="120" cy="78"/>
              </a:xfrm>
              <a:custGeom>
                <a:avLst/>
                <a:gdLst>
                  <a:gd name="T0" fmla="*/ 0 w 48"/>
                  <a:gd name="T1" fmla="*/ 0 h 29"/>
                  <a:gd name="T2" fmla="*/ 425 w 48"/>
                  <a:gd name="T3" fmla="*/ 274 h 29"/>
                  <a:gd name="T4" fmla="*/ 688 w 48"/>
                  <a:gd name="T5" fmla="*/ 449 h 29"/>
                  <a:gd name="T6" fmla="*/ 750 w 48"/>
                  <a:gd name="T7" fmla="*/ 56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29">
                    <a:moveTo>
                      <a:pt x="0" y="0"/>
                    </a:moveTo>
                    <a:cubicBezTo>
                      <a:pt x="6" y="9"/>
                      <a:pt x="18" y="10"/>
                      <a:pt x="27" y="14"/>
                    </a:cubicBezTo>
                    <a:cubicBezTo>
                      <a:pt x="32" y="16"/>
                      <a:pt x="39" y="19"/>
                      <a:pt x="44" y="23"/>
                    </a:cubicBezTo>
                    <a:cubicBezTo>
                      <a:pt x="46" y="25"/>
                      <a:pt x="46" y="28"/>
                      <a:pt x="48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2" name="Freeform 917">
                <a:extLst>
                  <a:ext uri="{FF2B5EF4-FFF2-40B4-BE49-F238E27FC236}">
                    <a16:creationId xmlns:a16="http://schemas.microsoft.com/office/drawing/2014/main" id="{5BBC0F65-91C9-4D95-AFB1-AAC03EA34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592"/>
                <a:ext cx="40" cy="29"/>
              </a:xfrm>
              <a:custGeom>
                <a:avLst/>
                <a:gdLst>
                  <a:gd name="T0" fmla="*/ 0 w 16"/>
                  <a:gd name="T1" fmla="*/ 200 h 11"/>
                  <a:gd name="T2" fmla="*/ 250 w 1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">
                    <a:moveTo>
                      <a:pt x="0" y="11"/>
                    </a:moveTo>
                    <a:cubicBezTo>
                      <a:pt x="7" y="9"/>
                      <a:pt x="11" y="5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3" name="Freeform 918">
                <a:extLst>
                  <a:ext uri="{FF2B5EF4-FFF2-40B4-BE49-F238E27FC236}">
                    <a16:creationId xmlns:a16="http://schemas.microsoft.com/office/drawing/2014/main" id="{06ADC378-1B72-4687-8D4D-D04AB4847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205"/>
                <a:ext cx="42" cy="110"/>
              </a:xfrm>
              <a:custGeom>
                <a:avLst/>
                <a:gdLst>
                  <a:gd name="T0" fmla="*/ 12 w 17"/>
                  <a:gd name="T1" fmla="*/ 791 h 41"/>
                  <a:gd name="T2" fmla="*/ 257 w 17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1">
                    <a:moveTo>
                      <a:pt x="1" y="41"/>
                    </a:moveTo>
                    <a:cubicBezTo>
                      <a:pt x="0" y="26"/>
                      <a:pt x="10" y="13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4" name="Freeform 919">
                <a:extLst>
                  <a:ext uri="{FF2B5EF4-FFF2-40B4-BE49-F238E27FC236}">
                    <a16:creationId xmlns:a16="http://schemas.microsoft.com/office/drawing/2014/main" id="{FDE4A930-B3F8-4C61-8DBB-B5882FBFE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245"/>
                <a:ext cx="48" cy="30"/>
              </a:xfrm>
              <a:custGeom>
                <a:avLst/>
                <a:gdLst>
                  <a:gd name="T0" fmla="*/ 0 w 19"/>
                  <a:gd name="T1" fmla="*/ 185 h 11"/>
                  <a:gd name="T2" fmla="*/ 306 w 1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9"/>
                    </a:moveTo>
                    <a:cubicBezTo>
                      <a:pt x="6" y="11"/>
                      <a:pt x="17" y="4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5" name="Freeform 920">
                <a:extLst>
                  <a:ext uri="{FF2B5EF4-FFF2-40B4-BE49-F238E27FC236}">
                    <a16:creationId xmlns:a16="http://schemas.microsoft.com/office/drawing/2014/main" id="{ACDB8523-CCD9-4925-BBEA-E6FF222D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845"/>
                <a:ext cx="25" cy="43"/>
              </a:xfrm>
              <a:custGeom>
                <a:avLst/>
                <a:gdLst>
                  <a:gd name="T0" fmla="*/ 20 w 10"/>
                  <a:gd name="T1" fmla="*/ 312 h 16"/>
                  <a:gd name="T2" fmla="*/ 158 w 1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1" y="16"/>
                    </a:moveTo>
                    <a:cubicBezTo>
                      <a:pt x="0" y="10"/>
                      <a:pt x="5" y="4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6" name="Freeform 921">
                <a:extLst>
                  <a:ext uri="{FF2B5EF4-FFF2-40B4-BE49-F238E27FC236}">
                    <a16:creationId xmlns:a16="http://schemas.microsoft.com/office/drawing/2014/main" id="{6EF2966D-0B81-41BC-8F4E-D359287FB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048"/>
                <a:ext cx="47" cy="45"/>
              </a:xfrm>
              <a:custGeom>
                <a:avLst/>
                <a:gdLst>
                  <a:gd name="T0" fmla="*/ 287 w 19"/>
                  <a:gd name="T1" fmla="*/ 0 h 17"/>
                  <a:gd name="T2" fmla="*/ 0 w 19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19" y="0"/>
                    </a:moveTo>
                    <a:cubicBezTo>
                      <a:pt x="6" y="1"/>
                      <a:pt x="7" y="9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7" name="Freeform 922">
                <a:extLst>
                  <a:ext uri="{FF2B5EF4-FFF2-40B4-BE49-F238E27FC236}">
                    <a16:creationId xmlns:a16="http://schemas.microsoft.com/office/drawing/2014/main" id="{6A0EF0C1-FD76-46F5-9412-04D3E1E86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941"/>
                <a:ext cx="65" cy="70"/>
              </a:xfrm>
              <a:custGeom>
                <a:avLst/>
                <a:gdLst>
                  <a:gd name="T0" fmla="*/ 0 w 26"/>
                  <a:gd name="T1" fmla="*/ 232 h 26"/>
                  <a:gd name="T2" fmla="*/ 208 w 26"/>
                  <a:gd name="T3" fmla="*/ 506 h 26"/>
                  <a:gd name="T4" fmla="*/ 408 w 26"/>
                  <a:gd name="T5" fmla="*/ 232 h 26"/>
                  <a:gd name="T6" fmla="*/ 408 w 26"/>
                  <a:gd name="T7" fmla="*/ 232 h 26"/>
                  <a:gd name="T8" fmla="*/ 208 w 26"/>
                  <a:gd name="T9" fmla="*/ 471 h 26"/>
                  <a:gd name="T10" fmla="*/ 33 w 26"/>
                  <a:gd name="T11" fmla="*/ 232 h 26"/>
                  <a:gd name="T12" fmla="*/ 208 w 26"/>
                  <a:gd name="T13" fmla="*/ 0 h 26"/>
                  <a:gd name="T14" fmla="*/ 208 w 26"/>
                  <a:gd name="T15" fmla="*/ 0 h 26"/>
                  <a:gd name="T16" fmla="*/ 0 w 26"/>
                  <a:gd name="T17" fmla="*/ 232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0" y="12"/>
                    </a:moveTo>
                    <a:cubicBezTo>
                      <a:pt x="0" y="20"/>
                      <a:pt x="6" y="26"/>
                      <a:pt x="13" y="26"/>
                    </a:cubicBezTo>
                    <a:cubicBezTo>
                      <a:pt x="21" y="26"/>
                      <a:pt x="26" y="20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9"/>
                      <a:pt x="20" y="24"/>
                      <a:pt x="13" y="24"/>
                    </a:cubicBezTo>
                    <a:cubicBezTo>
                      <a:pt x="7" y="24"/>
                      <a:pt x="2" y="19"/>
                      <a:pt x="2" y="12"/>
                    </a:cubicBezTo>
                    <a:cubicBezTo>
                      <a:pt x="2" y="6"/>
                      <a:pt x="7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6" y="0"/>
                      <a:pt x="0" y="5"/>
                      <a:pt x="0" y="1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8" name="Freeform 923">
                <a:extLst>
                  <a:ext uri="{FF2B5EF4-FFF2-40B4-BE49-F238E27FC236}">
                    <a16:creationId xmlns:a16="http://schemas.microsoft.com/office/drawing/2014/main" id="{769DD906-8AC2-404E-BBB3-0FC9C8458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043"/>
                <a:ext cx="358" cy="298"/>
              </a:xfrm>
              <a:custGeom>
                <a:avLst/>
                <a:gdLst>
                  <a:gd name="T0" fmla="*/ 1159 w 143"/>
                  <a:gd name="T1" fmla="*/ 1996 h 112"/>
                  <a:gd name="T2" fmla="*/ 1555 w 143"/>
                  <a:gd name="T3" fmla="*/ 1804 h 112"/>
                  <a:gd name="T4" fmla="*/ 1805 w 143"/>
                  <a:gd name="T5" fmla="*/ 1543 h 112"/>
                  <a:gd name="T6" fmla="*/ 2038 w 143"/>
                  <a:gd name="T7" fmla="*/ 1224 h 112"/>
                  <a:gd name="T8" fmla="*/ 2243 w 143"/>
                  <a:gd name="T9" fmla="*/ 886 h 112"/>
                  <a:gd name="T10" fmla="*/ 2038 w 143"/>
                  <a:gd name="T11" fmla="*/ 396 h 112"/>
                  <a:gd name="T12" fmla="*/ 1838 w 143"/>
                  <a:gd name="T13" fmla="*/ 136 h 112"/>
                  <a:gd name="T14" fmla="*/ 1522 w 143"/>
                  <a:gd name="T15" fmla="*/ 21 h 112"/>
                  <a:gd name="T16" fmla="*/ 1117 w 143"/>
                  <a:gd name="T17" fmla="*/ 192 h 112"/>
                  <a:gd name="T18" fmla="*/ 1129 w 143"/>
                  <a:gd name="T19" fmla="*/ 192 h 112"/>
                  <a:gd name="T20" fmla="*/ 721 w 143"/>
                  <a:gd name="T21" fmla="*/ 21 h 112"/>
                  <a:gd name="T22" fmla="*/ 408 w 143"/>
                  <a:gd name="T23" fmla="*/ 136 h 112"/>
                  <a:gd name="T24" fmla="*/ 220 w 143"/>
                  <a:gd name="T25" fmla="*/ 396 h 112"/>
                  <a:gd name="T26" fmla="*/ 0 w 143"/>
                  <a:gd name="T27" fmla="*/ 886 h 112"/>
                  <a:gd name="T28" fmla="*/ 220 w 143"/>
                  <a:gd name="T29" fmla="*/ 1224 h 112"/>
                  <a:gd name="T30" fmla="*/ 438 w 143"/>
                  <a:gd name="T31" fmla="*/ 1543 h 112"/>
                  <a:gd name="T32" fmla="*/ 688 w 143"/>
                  <a:gd name="T33" fmla="*/ 1804 h 112"/>
                  <a:gd name="T34" fmla="*/ 1084 w 143"/>
                  <a:gd name="T35" fmla="*/ 1996 h 112"/>
                  <a:gd name="T36" fmla="*/ 1159 w 143"/>
                  <a:gd name="T37" fmla="*/ 1996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3" h="112">
                    <a:moveTo>
                      <a:pt x="74" y="106"/>
                    </a:moveTo>
                    <a:cubicBezTo>
                      <a:pt x="93" y="112"/>
                      <a:pt x="96" y="102"/>
                      <a:pt x="99" y="96"/>
                    </a:cubicBezTo>
                    <a:cubicBezTo>
                      <a:pt x="102" y="89"/>
                      <a:pt x="104" y="86"/>
                      <a:pt x="115" y="82"/>
                    </a:cubicBezTo>
                    <a:cubicBezTo>
                      <a:pt x="127" y="77"/>
                      <a:pt x="123" y="68"/>
                      <a:pt x="130" y="65"/>
                    </a:cubicBezTo>
                    <a:cubicBezTo>
                      <a:pt x="136" y="63"/>
                      <a:pt x="143" y="56"/>
                      <a:pt x="143" y="47"/>
                    </a:cubicBezTo>
                    <a:cubicBezTo>
                      <a:pt x="143" y="39"/>
                      <a:pt x="132" y="29"/>
                      <a:pt x="130" y="21"/>
                    </a:cubicBezTo>
                    <a:cubicBezTo>
                      <a:pt x="127" y="14"/>
                      <a:pt x="123" y="9"/>
                      <a:pt x="117" y="7"/>
                    </a:cubicBezTo>
                    <a:cubicBezTo>
                      <a:pt x="111" y="6"/>
                      <a:pt x="109" y="0"/>
                      <a:pt x="97" y="1"/>
                    </a:cubicBezTo>
                    <a:cubicBezTo>
                      <a:pt x="86" y="2"/>
                      <a:pt x="79" y="10"/>
                      <a:pt x="71" y="10"/>
                    </a:cubicBezTo>
                    <a:cubicBezTo>
                      <a:pt x="72" y="10"/>
                      <a:pt x="72" y="10"/>
                      <a:pt x="72" y="10"/>
                    </a:cubicBezTo>
                    <a:cubicBezTo>
                      <a:pt x="64" y="10"/>
                      <a:pt x="58" y="2"/>
                      <a:pt x="46" y="1"/>
                    </a:cubicBezTo>
                    <a:cubicBezTo>
                      <a:pt x="34" y="0"/>
                      <a:pt x="33" y="6"/>
                      <a:pt x="26" y="7"/>
                    </a:cubicBezTo>
                    <a:cubicBezTo>
                      <a:pt x="20" y="9"/>
                      <a:pt x="16" y="14"/>
                      <a:pt x="14" y="21"/>
                    </a:cubicBezTo>
                    <a:cubicBezTo>
                      <a:pt x="11" y="29"/>
                      <a:pt x="0" y="39"/>
                      <a:pt x="0" y="47"/>
                    </a:cubicBezTo>
                    <a:cubicBezTo>
                      <a:pt x="0" y="56"/>
                      <a:pt x="7" y="63"/>
                      <a:pt x="14" y="65"/>
                    </a:cubicBezTo>
                    <a:cubicBezTo>
                      <a:pt x="20" y="68"/>
                      <a:pt x="16" y="77"/>
                      <a:pt x="28" y="82"/>
                    </a:cubicBezTo>
                    <a:cubicBezTo>
                      <a:pt x="40" y="86"/>
                      <a:pt x="41" y="89"/>
                      <a:pt x="44" y="96"/>
                    </a:cubicBezTo>
                    <a:cubicBezTo>
                      <a:pt x="48" y="102"/>
                      <a:pt x="50" y="112"/>
                      <a:pt x="69" y="106"/>
                    </a:cubicBezTo>
                    <a:cubicBezTo>
                      <a:pt x="71" y="104"/>
                      <a:pt x="73" y="105"/>
                      <a:pt x="74" y="10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9" name="Freeform 924">
                <a:extLst>
                  <a:ext uri="{FF2B5EF4-FFF2-40B4-BE49-F238E27FC236}">
                    <a16:creationId xmlns:a16="http://schemas.microsoft.com/office/drawing/2014/main" id="{705B84E0-AF6B-4729-AF9B-2E6F5CD97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515"/>
                <a:ext cx="1508" cy="965"/>
              </a:xfrm>
              <a:custGeom>
                <a:avLst/>
                <a:gdLst>
                  <a:gd name="T0" fmla="*/ 0 w 603"/>
                  <a:gd name="T1" fmla="*/ 2900 h 362"/>
                  <a:gd name="T2" fmla="*/ 83 w 603"/>
                  <a:gd name="T3" fmla="*/ 2650 h 362"/>
                  <a:gd name="T4" fmla="*/ 250 w 603"/>
                  <a:gd name="T5" fmla="*/ 2082 h 362"/>
                  <a:gd name="T6" fmla="*/ 863 w 603"/>
                  <a:gd name="T7" fmla="*/ 1002 h 362"/>
                  <a:gd name="T8" fmla="*/ 1958 w 603"/>
                  <a:gd name="T9" fmla="*/ 56 h 362"/>
                  <a:gd name="T10" fmla="*/ 2583 w 603"/>
                  <a:gd name="T11" fmla="*/ 477 h 362"/>
                  <a:gd name="T12" fmla="*/ 3189 w 603"/>
                  <a:gd name="T13" fmla="*/ 1285 h 362"/>
                  <a:gd name="T14" fmla="*/ 3521 w 603"/>
                  <a:gd name="T15" fmla="*/ 1741 h 362"/>
                  <a:gd name="T16" fmla="*/ 3834 w 603"/>
                  <a:gd name="T17" fmla="*/ 2389 h 362"/>
                  <a:gd name="T18" fmla="*/ 4066 w 603"/>
                  <a:gd name="T19" fmla="*/ 2820 h 362"/>
                  <a:gd name="T20" fmla="*/ 4179 w 603"/>
                  <a:gd name="T21" fmla="*/ 3617 h 362"/>
                  <a:gd name="T22" fmla="*/ 3784 w 603"/>
                  <a:gd name="T23" fmla="*/ 3865 h 362"/>
                  <a:gd name="T24" fmla="*/ 3646 w 603"/>
                  <a:gd name="T25" fmla="*/ 4433 h 362"/>
                  <a:gd name="T26" fmla="*/ 3941 w 603"/>
                  <a:gd name="T27" fmla="*/ 5606 h 362"/>
                  <a:gd name="T28" fmla="*/ 4254 w 603"/>
                  <a:gd name="T29" fmla="*/ 6118 h 362"/>
                  <a:gd name="T30" fmla="*/ 4679 w 603"/>
                  <a:gd name="T31" fmla="*/ 6459 h 362"/>
                  <a:gd name="T32" fmla="*/ 4847 w 603"/>
                  <a:gd name="T33" fmla="*/ 6856 h 362"/>
                  <a:gd name="T34" fmla="*/ 4847 w 603"/>
                  <a:gd name="T35" fmla="*/ 6856 h 362"/>
                  <a:gd name="T36" fmla="*/ 5004 w 603"/>
                  <a:gd name="T37" fmla="*/ 6459 h 362"/>
                  <a:gd name="T38" fmla="*/ 5429 w 603"/>
                  <a:gd name="T39" fmla="*/ 6118 h 362"/>
                  <a:gd name="T40" fmla="*/ 5742 w 603"/>
                  <a:gd name="T41" fmla="*/ 5606 h 362"/>
                  <a:gd name="T42" fmla="*/ 6035 w 603"/>
                  <a:gd name="T43" fmla="*/ 4433 h 362"/>
                  <a:gd name="T44" fmla="*/ 5897 w 603"/>
                  <a:gd name="T45" fmla="*/ 3865 h 362"/>
                  <a:gd name="T46" fmla="*/ 5504 w 603"/>
                  <a:gd name="T47" fmla="*/ 3617 h 362"/>
                  <a:gd name="T48" fmla="*/ 5617 w 603"/>
                  <a:gd name="T49" fmla="*/ 2820 h 362"/>
                  <a:gd name="T50" fmla="*/ 5847 w 603"/>
                  <a:gd name="T51" fmla="*/ 2389 h 362"/>
                  <a:gd name="T52" fmla="*/ 6160 w 603"/>
                  <a:gd name="T53" fmla="*/ 1741 h 362"/>
                  <a:gd name="T54" fmla="*/ 6505 w 603"/>
                  <a:gd name="T55" fmla="*/ 1285 h 362"/>
                  <a:gd name="T56" fmla="*/ 7097 w 603"/>
                  <a:gd name="T57" fmla="*/ 477 h 362"/>
                  <a:gd name="T58" fmla="*/ 7743 w 603"/>
                  <a:gd name="T59" fmla="*/ 56 h 362"/>
                  <a:gd name="T60" fmla="*/ 8838 w 603"/>
                  <a:gd name="T61" fmla="*/ 909 h 362"/>
                  <a:gd name="T62" fmla="*/ 9431 w 603"/>
                  <a:gd name="T63" fmla="*/ 1455 h 36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03" h="362">
                    <a:moveTo>
                      <a:pt x="0" y="153"/>
                    </a:moveTo>
                    <a:cubicBezTo>
                      <a:pt x="0" y="150"/>
                      <a:pt x="3" y="143"/>
                      <a:pt x="5" y="140"/>
                    </a:cubicBezTo>
                    <a:cubicBezTo>
                      <a:pt x="8" y="130"/>
                      <a:pt x="11" y="120"/>
                      <a:pt x="16" y="110"/>
                    </a:cubicBezTo>
                    <a:cubicBezTo>
                      <a:pt x="26" y="90"/>
                      <a:pt x="40" y="70"/>
                      <a:pt x="55" y="53"/>
                    </a:cubicBezTo>
                    <a:cubicBezTo>
                      <a:pt x="73" y="31"/>
                      <a:pt x="95" y="9"/>
                      <a:pt x="125" y="3"/>
                    </a:cubicBezTo>
                    <a:cubicBezTo>
                      <a:pt x="143" y="0"/>
                      <a:pt x="154" y="13"/>
                      <a:pt x="165" y="25"/>
                    </a:cubicBezTo>
                    <a:cubicBezTo>
                      <a:pt x="179" y="39"/>
                      <a:pt x="193" y="50"/>
                      <a:pt x="204" y="68"/>
                    </a:cubicBezTo>
                    <a:cubicBezTo>
                      <a:pt x="210" y="77"/>
                      <a:pt x="219" y="82"/>
                      <a:pt x="225" y="92"/>
                    </a:cubicBezTo>
                    <a:cubicBezTo>
                      <a:pt x="231" y="103"/>
                      <a:pt x="236" y="116"/>
                      <a:pt x="245" y="126"/>
                    </a:cubicBezTo>
                    <a:cubicBezTo>
                      <a:pt x="251" y="133"/>
                      <a:pt x="259" y="138"/>
                      <a:pt x="260" y="149"/>
                    </a:cubicBezTo>
                    <a:cubicBezTo>
                      <a:pt x="262" y="158"/>
                      <a:pt x="269" y="182"/>
                      <a:pt x="267" y="191"/>
                    </a:cubicBezTo>
                    <a:cubicBezTo>
                      <a:pt x="266" y="202"/>
                      <a:pt x="251" y="207"/>
                      <a:pt x="242" y="204"/>
                    </a:cubicBezTo>
                    <a:cubicBezTo>
                      <a:pt x="236" y="215"/>
                      <a:pt x="232" y="221"/>
                      <a:pt x="233" y="234"/>
                    </a:cubicBezTo>
                    <a:cubicBezTo>
                      <a:pt x="235" y="256"/>
                      <a:pt x="240" y="278"/>
                      <a:pt x="252" y="296"/>
                    </a:cubicBezTo>
                    <a:cubicBezTo>
                      <a:pt x="258" y="305"/>
                      <a:pt x="264" y="316"/>
                      <a:pt x="272" y="323"/>
                    </a:cubicBezTo>
                    <a:cubicBezTo>
                      <a:pt x="281" y="330"/>
                      <a:pt x="291" y="334"/>
                      <a:pt x="299" y="341"/>
                    </a:cubicBezTo>
                    <a:cubicBezTo>
                      <a:pt x="307" y="347"/>
                      <a:pt x="310" y="348"/>
                      <a:pt x="310" y="362"/>
                    </a:cubicBezTo>
                    <a:cubicBezTo>
                      <a:pt x="310" y="362"/>
                      <a:pt x="310" y="362"/>
                      <a:pt x="310" y="362"/>
                    </a:cubicBezTo>
                    <a:cubicBezTo>
                      <a:pt x="310" y="349"/>
                      <a:pt x="312" y="347"/>
                      <a:pt x="320" y="341"/>
                    </a:cubicBezTo>
                    <a:cubicBezTo>
                      <a:pt x="329" y="334"/>
                      <a:pt x="339" y="330"/>
                      <a:pt x="347" y="323"/>
                    </a:cubicBezTo>
                    <a:cubicBezTo>
                      <a:pt x="355" y="316"/>
                      <a:pt x="361" y="305"/>
                      <a:pt x="367" y="296"/>
                    </a:cubicBezTo>
                    <a:cubicBezTo>
                      <a:pt x="379" y="278"/>
                      <a:pt x="384" y="256"/>
                      <a:pt x="386" y="234"/>
                    </a:cubicBezTo>
                    <a:cubicBezTo>
                      <a:pt x="388" y="221"/>
                      <a:pt x="383" y="215"/>
                      <a:pt x="377" y="204"/>
                    </a:cubicBezTo>
                    <a:cubicBezTo>
                      <a:pt x="368" y="207"/>
                      <a:pt x="354" y="202"/>
                      <a:pt x="352" y="191"/>
                    </a:cubicBezTo>
                    <a:cubicBezTo>
                      <a:pt x="351" y="182"/>
                      <a:pt x="357" y="158"/>
                      <a:pt x="359" y="149"/>
                    </a:cubicBezTo>
                    <a:cubicBezTo>
                      <a:pt x="361" y="138"/>
                      <a:pt x="368" y="133"/>
                      <a:pt x="374" y="126"/>
                    </a:cubicBezTo>
                    <a:cubicBezTo>
                      <a:pt x="383" y="116"/>
                      <a:pt x="388" y="103"/>
                      <a:pt x="394" y="92"/>
                    </a:cubicBezTo>
                    <a:cubicBezTo>
                      <a:pt x="400" y="82"/>
                      <a:pt x="410" y="77"/>
                      <a:pt x="416" y="68"/>
                    </a:cubicBezTo>
                    <a:cubicBezTo>
                      <a:pt x="426" y="50"/>
                      <a:pt x="440" y="39"/>
                      <a:pt x="454" y="25"/>
                    </a:cubicBezTo>
                    <a:cubicBezTo>
                      <a:pt x="465" y="13"/>
                      <a:pt x="476" y="0"/>
                      <a:pt x="495" y="3"/>
                    </a:cubicBezTo>
                    <a:cubicBezTo>
                      <a:pt x="524" y="9"/>
                      <a:pt x="546" y="26"/>
                      <a:pt x="565" y="48"/>
                    </a:cubicBezTo>
                    <a:cubicBezTo>
                      <a:pt x="580" y="58"/>
                      <a:pt x="598" y="70"/>
                      <a:pt x="603" y="7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0" name="Freeform 925">
                <a:extLst>
                  <a:ext uri="{FF2B5EF4-FFF2-40B4-BE49-F238E27FC236}">
                    <a16:creationId xmlns:a16="http://schemas.microsoft.com/office/drawing/2014/main" id="{C2D42636-582F-4CCC-A3B5-5BA862C4E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1597"/>
                <a:ext cx="360" cy="976"/>
              </a:xfrm>
              <a:custGeom>
                <a:avLst/>
                <a:gdLst>
                  <a:gd name="T0" fmla="*/ 0 w 144"/>
                  <a:gd name="T1" fmla="*/ 248 h 366"/>
                  <a:gd name="T2" fmla="*/ 958 w 144"/>
                  <a:gd name="T3" fmla="*/ 717 h 366"/>
                  <a:gd name="T4" fmla="*/ 1238 w 144"/>
                  <a:gd name="T5" fmla="*/ 1229 h 366"/>
                  <a:gd name="T6" fmla="*/ 1270 w 144"/>
                  <a:gd name="T7" fmla="*/ 1672 h 366"/>
                  <a:gd name="T8" fmla="*/ 1500 w 144"/>
                  <a:gd name="T9" fmla="*/ 2104 h 366"/>
                  <a:gd name="T10" fmla="*/ 1658 w 144"/>
                  <a:gd name="T11" fmla="*/ 2696 h 366"/>
                  <a:gd name="T12" fmla="*/ 1770 w 144"/>
                  <a:gd name="T13" fmla="*/ 3448 h 366"/>
                  <a:gd name="T14" fmla="*/ 1908 w 144"/>
                  <a:gd name="T15" fmla="*/ 5461 h 366"/>
                  <a:gd name="T16" fmla="*/ 2000 w 144"/>
                  <a:gd name="T17" fmla="*/ 6941 h 3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366">
                    <a:moveTo>
                      <a:pt x="0" y="13"/>
                    </a:moveTo>
                    <a:cubicBezTo>
                      <a:pt x="20" y="0"/>
                      <a:pt x="48" y="23"/>
                      <a:pt x="61" y="38"/>
                    </a:cubicBezTo>
                    <a:cubicBezTo>
                      <a:pt x="68" y="46"/>
                      <a:pt x="74" y="56"/>
                      <a:pt x="79" y="65"/>
                    </a:cubicBezTo>
                    <a:cubicBezTo>
                      <a:pt x="85" y="78"/>
                      <a:pt x="85" y="82"/>
                      <a:pt x="81" y="88"/>
                    </a:cubicBezTo>
                    <a:cubicBezTo>
                      <a:pt x="91" y="97"/>
                      <a:pt x="90" y="98"/>
                      <a:pt x="96" y="111"/>
                    </a:cubicBezTo>
                    <a:cubicBezTo>
                      <a:pt x="101" y="121"/>
                      <a:pt x="104" y="131"/>
                      <a:pt x="106" y="142"/>
                    </a:cubicBezTo>
                    <a:cubicBezTo>
                      <a:pt x="108" y="155"/>
                      <a:pt x="110" y="169"/>
                      <a:pt x="113" y="182"/>
                    </a:cubicBezTo>
                    <a:cubicBezTo>
                      <a:pt x="130" y="240"/>
                      <a:pt x="119" y="273"/>
                      <a:pt x="122" y="288"/>
                    </a:cubicBezTo>
                    <a:cubicBezTo>
                      <a:pt x="125" y="308"/>
                      <a:pt x="144" y="306"/>
                      <a:pt x="128" y="36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1" name="Freeform 926">
                <a:extLst>
                  <a:ext uri="{FF2B5EF4-FFF2-40B4-BE49-F238E27FC236}">
                    <a16:creationId xmlns:a16="http://schemas.microsoft.com/office/drawing/2014/main" id="{157A89A8-C24C-4F8F-AC5D-BB6BBF758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1827"/>
                <a:ext cx="235" cy="1154"/>
              </a:xfrm>
              <a:custGeom>
                <a:avLst/>
                <a:gdLst>
                  <a:gd name="T0" fmla="*/ 1145 w 94"/>
                  <a:gd name="T1" fmla="*/ 0 h 433"/>
                  <a:gd name="T2" fmla="*/ 908 w 94"/>
                  <a:gd name="T3" fmla="*/ 397 h 433"/>
                  <a:gd name="T4" fmla="*/ 958 w 94"/>
                  <a:gd name="T5" fmla="*/ 943 h 433"/>
                  <a:gd name="T6" fmla="*/ 1375 w 94"/>
                  <a:gd name="T7" fmla="*/ 3025 h 433"/>
                  <a:gd name="T8" fmla="*/ 1438 w 94"/>
                  <a:gd name="T9" fmla="*/ 5320 h 433"/>
                  <a:gd name="T10" fmla="*/ 1470 w 94"/>
                  <a:gd name="T11" fmla="*/ 6186 h 433"/>
                  <a:gd name="T12" fmla="*/ 1238 w 94"/>
                  <a:gd name="T13" fmla="*/ 7324 h 433"/>
                  <a:gd name="T14" fmla="*/ 645 w 94"/>
                  <a:gd name="T15" fmla="*/ 7891 h 433"/>
                  <a:gd name="T16" fmla="*/ 0 w 94"/>
                  <a:gd name="T17" fmla="*/ 8198 h 4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433">
                    <a:moveTo>
                      <a:pt x="73" y="0"/>
                    </a:moveTo>
                    <a:cubicBezTo>
                      <a:pt x="71" y="8"/>
                      <a:pt x="60" y="13"/>
                      <a:pt x="58" y="21"/>
                    </a:cubicBezTo>
                    <a:cubicBezTo>
                      <a:pt x="56" y="28"/>
                      <a:pt x="60" y="42"/>
                      <a:pt x="61" y="50"/>
                    </a:cubicBezTo>
                    <a:cubicBezTo>
                      <a:pt x="63" y="74"/>
                      <a:pt x="89" y="141"/>
                      <a:pt x="88" y="160"/>
                    </a:cubicBezTo>
                    <a:cubicBezTo>
                      <a:pt x="87" y="182"/>
                      <a:pt x="92" y="259"/>
                      <a:pt x="92" y="281"/>
                    </a:cubicBezTo>
                    <a:cubicBezTo>
                      <a:pt x="92" y="298"/>
                      <a:pt x="94" y="307"/>
                      <a:pt x="94" y="327"/>
                    </a:cubicBezTo>
                    <a:cubicBezTo>
                      <a:pt x="94" y="334"/>
                      <a:pt x="94" y="361"/>
                      <a:pt x="79" y="387"/>
                    </a:cubicBezTo>
                    <a:cubicBezTo>
                      <a:pt x="70" y="403"/>
                      <a:pt x="59" y="411"/>
                      <a:pt x="41" y="417"/>
                    </a:cubicBezTo>
                    <a:cubicBezTo>
                      <a:pt x="28" y="421"/>
                      <a:pt x="7" y="420"/>
                      <a:pt x="0" y="4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2" name="Freeform 927">
                <a:extLst>
                  <a:ext uri="{FF2B5EF4-FFF2-40B4-BE49-F238E27FC236}">
                    <a16:creationId xmlns:a16="http://schemas.microsoft.com/office/drawing/2014/main" id="{C278E52A-D36D-45B0-96B8-69C6A3017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085"/>
                <a:ext cx="70" cy="582"/>
              </a:xfrm>
              <a:custGeom>
                <a:avLst/>
                <a:gdLst>
                  <a:gd name="T0" fmla="*/ 0 w 28"/>
                  <a:gd name="T1" fmla="*/ 0 h 218"/>
                  <a:gd name="T2" fmla="*/ 283 w 28"/>
                  <a:gd name="T3" fmla="*/ 606 h 218"/>
                  <a:gd name="T4" fmla="*/ 408 w 28"/>
                  <a:gd name="T5" fmla="*/ 1241 h 218"/>
                  <a:gd name="T6" fmla="*/ 363 w 28"/>
                  <a:gd name="T7" fmla="*/ 2608 h 218"/>
                  <a:gd name="T8" fmla="*/ 188 w 28"/>
                  <a:gd name="T9" fmla="*/ 4111 h 218"/>
                  <a:gd name="T10" fmla="*/ 188 w 28"/>
                  <a:gd name="T11" fmla="*/ 4090 h 2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18">
                    <a:moveTo>
                      <a:pt x="0" y="0"/>
                    </a:moveTo>
                    <a:cubicBezTo>
                      <a:pt x="3" y="10"/>
                      <a:pt x="14" y="22"/>
                      <a:pt x="18" y="32"/>
                    </a:cubicBezTo>
                    <a:cubicBezTo>
                      <a:pt x="21" y="42"/>
                      <a:pt x="25" y="54"/>
                      <a:pt x="26" y="65"/>
                    </a:cubicBezTo>
                    <a:cubicBezTo>
                      <a:pt x="28" y="88"/>
                      <a:pt x="23" y="113"/>
                      <a:pt x="23" y="137"/>
                    </a:cubicBezTo>
                    <a:cubicBezTo>
                      <a:pt x="23" y="164"/>
                      <a:pt x="12" y="187"/>
                      <a:pt x="12" y="216"/>
                    </a:cubicBezTo>
                    <a:cubicBezTo>
                      <a:pt x="12" y="218"/>
                      <a:pt x="12" y="218"/>
                      <a:pt x="12" y="2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3" name="Freeform 928">
                <a:extLst>
                  <a:ext uri="{FF2B5EF4-FFF2-40B4-BE49-F238E27FC236}">
                    <a16:creationId xmlns:a16="http://schemas.microsoft.com/office/drawing/2014/main" id="{850D8E6F-D3BC-40F3-A84D-1E498968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405"/>
                <a:ext cx="410" cy="120"/>
              </a:xfrm>
              <a:custGeom>
                <a:avLst/>
                <a:gdLst>
                  <a:gd name="T0" fmla="*/ 2563 w 164"/>
                  <a:gd name="T1" fmla="*/ 853 h 45"/>
                  <a:gd name="T2" fmla="*/ 1425 w 164"/>
                  <a:gd name="T3" fmla="*/ 227 h 45"/>
                  <a:gd name="T4" fmla="*/ 738 w 164"/>
                  <a:gd name="T5" fmla="*/ 115 h 45"/>
                  <a:gd name="T6" fmla="*/ 488 w 164"/>
                  <a:gd name="T7" fmla="*/ 21 h 45"/>
                  <a:gd name="T8" fmla="*/ 270 w 164"/>
                  <a:gd name="T9" fmla="*/ 285 h 45"/>
                  <a:gd name="T10" fmla="*/ 0 w 164"/>
                  <a:gd name="T11" fmla="*/ 547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4" h="45">
                    <a:moveTo>
                      <a:pt x="164" y="45"/>
                    </a:moveTo>
                    <a:cubicBezTo>
                      <a:pt x="150" y="30"/>
                      <a:pt x="107" y="18"/>
                      <a:pt x="91" y="12"/>
                    </a:cubicBezTo>
                    <a:cubicBezTo>
                      <a:pt x="76" y="6"/>
                      <a:pt x="62" y="9"/>
                      <a:pt x="47" y="6"/>
                    </a:cubicBezTo>
                    <a:cubicBezTo>
                      <a:pt x="43" y="5"/>
                      <a:pt x="34" y="0"/>
                      <a:pt x="31" y="1"/>
                    </a:cubicBezTo>
                    <a:cubicBezTo>
                      <a:pt x="25" y="1"/>
                      <a:pt x="21" y="11"/>
                      <a:pt x="17" y="15"/>
                    </a:cubicBezTo>
                    <a:cubicBezTo>
                      <a:pt x="13" y="23"/>
                      <a:pt x="7" y="27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4" name="Freeform 929">
                <a:extLst>
                  <a:ext uri="{FF2B5EF4-FFF2-40B4-BE49-F238E27FC236}">
                    <a16:creationId xmlns:a16="http://schemas.microsoft.com/office/drawing/2014/main" id="{D309FD98-5A11-44DD-BD52-5DB455B08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1181"/>
                <a:ext cx="68" cy="227"/>
              </a:xfrm>
              <a:custGeom>
                <a:avLst/>
                <a:gdLst>
                  <a:gd name="T0" fmla="*/ 431 w 27"/>
                  <a:gd name="T1" fmla="*/ 1618 h 85"/>
                  <a:gd name="T2" fmla="*/ 159 w 27"/>
                  <a:gd name="T3" fmla="*/ 1084 h 85"/>
                  <a:gd name="T4" fmla="*/ 0 w 27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85">
                    <a:moveTo>
                      <a:pt x="27" y="85"/>
                    </a:moveTo>
                    <a:cubicBezTo>
                      <a:pt x="22" y="75"/>
                      <a:pt x="13" y="68"/>
                      <a:pt x="10" y="57"/>
                    </a:cubicBezTo>
                    <a:cubicBezTo>
                      <a:pt x="7" y="46"/>
                      <a:pt x="10" y="1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5" name="Freeform 930">
                <a:extLst>
                  <a:ext uri="{FF2B5EF4-FFF2-40B4-BE49-F238E27FC236}">
                    <a16:creationId xmlns:a16="http://schemas.microsoft.com/office/drawing/2014/main" id="{58AEE3E0-8A69-4D13-A46F-806DC4D9E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776"/>
                <a:ext cx="58" cy="35"/>
              </a:xfrm>
              <a:custGeom>
                <a:avLst/>
                <a:gdLst>
                  <a:gd name="T0" fmla="*/ 351 w 23"/>
                  <a:gd name="T1" fmla="*/ 218 h 13"/>
                  <a:gd name="T2" fmla="*/ 179 w 23"/>
                  <a:gd name="T3" fmla="*/ 197 h 13"/>
                  <a:gd name="T4" fmla="*/ 0 w 23"/>
                  <a:gd name="T5" fmla="*/ 59 h 13"/>
                  <a:gd name="T6" fmla="*/ 209 w 23"/>
                  <a:gd name="T7" fmla="*/ 81 h 13"/>
                  <a:gd name="T8" fmla="*/ 351 w 23"/>
                  <a:gd name="T9" fmla="*/ 21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3">
                    <a:moveTo>
                      <a:pt x="22" y="11"/>
                    </a:moveTo>
                    <a:cubicBezTo>
                      <a:pt x="22" y="13"/>
                      <a:pt x="15" y="12"/>
                      <a:pt x="11" y="10"/>
                    </a:cubicBezTo>
                    <a:cubicBezTo>
                      <a:pt x="6" y="8"/>
                      <a:pt x="0" y="6"/>
                      <a:pt x="0" y="3"/>
                    </a:cubicBezTo>
                    <a:cubicBezTo>
                      <a:pt x="1" y="0"/>
                      <a:pt x="10" y="3"/>
                      <a:pt x="13" y="4"/>
                    </a:cubicBezTo>
                    <a:cubicBezTo>
                      <a:pt x="16" y="5"/>
                      <a:pt x="23" y="8"/>
                      <a:pt x="22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6" name="Freeform 931">
                <a:extLst>
                  <a:ext uri="{FF2B5EF4-FFF2-40B4-BE49-F238E27FC236}">
                    <a16:creationId xmlns:a16="http://schemas.microsoft.com/office/drawing/2014/main" id="{B75B5953-E54D-4041-8658-11E81720E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027"/>
                <a:ext cx="33" cy="32"/>
              </a:xfrm>
              <a:custGeom>
                <a:avLst/>
                <a:gdLst>
                  <a:gd name="T0" fmla="*/ 213 w 13"/>
                  <a:gd name="T1" fmla="*/ 227 h 12"/>
                  <a:gd name="T2" fmla="*/ 0 w 1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cubicBezTo>
                      <a:pt x="10" y="8"/>
                      <a:pt x="7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7" name="Freeform 932">
                <a:extLst>
                  <a:ext uri="{FF2B5EF4-FFF2-40B4-BE49-F238E27FC236}">
                    <a16:creationId xmlns:a16="http://schemas.microsoft.com/office/drawing/2014/main" id="{68C3C2C0-832C-4A7F-9ED6-3B85370E2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2565"/>
                <a:ext cx="80" cy="216"/>
              </a:xfrm>
              <a:custGeom>
                <a:avLst/>
                <a:gdLst>
                  <a:gd name="T0" fmla="*/ 500 w 32"/>
                  <a:gd name="T1" fmla="*/ 0 h 81"/>
                  <a:gd name="T2" fmla="*/ 238 w 32"/>
                  <a:gd name="T3" fmla="*/ 627 h 81"/>
                  <a:gd name="T4" fmla="*/ 0 w 32"/>
                  <a:gd name="T5" fmla="*/ 1536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81">
                    <a:moveTo>
                      <a:pt x="32" y="0"/>
                    </a:moveTo>
                    <a:cubicBezTo>
                      <a:pt x="20" y="7"/>
                      <a:pt x="18" y="21"/>
                      <a:pt x="15" y="33"/>
                    </a:cubicBezTo>
                    <a:cubicBezTo>
                      <a:pt x="10" y="48"/>
                      <a:pt x="0" y="65"/>
                      <a:pt x="0" y="8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8" name="Freeform 933">
                <a:extLst>
                  <a:ext uri="{FF2B5EF4-FFF2-40B4-BE49-F238E27FC236}">
                    <a16:creationId xmlns:a16="http://schemas.microsoft.com/office/drawing/2014/main" id="{EDC2C462-475A-4DEB-AD28-E1449A148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845"/>
                <a:ext cx="25" cy="43"/>
              </a:xfrm>
              <a:custGeom>
                <a:avLst/>
                <a:gdLst>
                  <a:gd name="T0" fmla="*/ 145 w 10"/>
                  <a:gd name="T1" fmla="*/ 312 h 16"/>
                  <a:gd name="T2" fmla="*/ 0 w 1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9" y="16"/>
                    </a:moveTo>
                    <a:cubicBezTo>
                      <a:pt x="10" y="10"/>
                      <a:pt x="5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9" name="Freeform 934">
                <a:extLst>
                  <a:ext uri="{FF2B5EF4-FFF2-40B4-BE49-F238E27FC236}">
                    <a16:creationId xmlns:a16="http://schemas.microsoft.com/office/drawing/2014/main" id="{F1A251A6-38E9-4B1D-AA05-ED1BE4E73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224"/>
                <a:ext cx="10" cy="603"/>
              </a:xfrm>
              <a:custGeom>
                <a:avLst/>
                <a:gdLst>
                  <a:gd name="T0" fmla="*/ 0 w 4"/>
                  <a:gd name="T1" fmla="*/ 0 h 226"/>
                  <a:gd name="T2" fmla="*/ 33 w 4"/>
                  <a:gd name="T3" fmla="*/ 1558 h 226"/>
                  <a:gd name="T4" fmla="*/ 20 w 4"/>
                  <a:gd name="T5" fmla="*/ 3188 h 226"/>
                  <a:gd name="T6" fmla="*/ 20 w 4"/>
                  <a:gd name="T7" fmla="*/ 4293 h 2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26">
                    <a:moveTo>
                      <a:pt x="0" y="0"/>
                    </a:moveTo>
                    <a:cubicBezTo>
                      <a:pt x="0" y="17"/>
                      <a:pt x="4" y="58"/>
                      <a:pt x="2" y="82"/>
                    </a:cubicBezTo>
                    <a:cubicBezTo>
                      <a:pt x="0" y="106"/>
                      <a:pt x="1" y="152"/>
                      <a:pt x="1" y="168"/>
                    </a:cubicBezTo>
                    <a:cubicBezTo>
                      <a:pt x="1" y="183"/>
                      <a:pt x="1" y="221"/>
                      <a:pt x="1" y="226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0" name="Freeform 935">
                <a:extLst>
                  <a:ext uri="{FF2B5EF4-FFF2-40B4-BE49-F238E27FC236}">
                    <a16:creationId xmlns:a16="http://schemas.microsoft.com/office/drawing/2014/main" id="{9D150219-FA97-4941-8762-3B5226F1C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448"/>
                <a:ext cx="8" cy="376"/>
              </a:xfrm>
              <a:custGeom>
                <a:avLst/>
                <a:gdLst>
                  <a:gd name="T0" fmla="*/ 21 w 3"/>
                  <a:gd name="T1" fmla="*/ 0 h 141"/>
                  <a:gd name="T2" fmla="*/ 56 w 3"/>
                  <a:gd name="T3" fmla="*/ 2125 h 141"/>
                  <a:gd name="T4" fmla="*/ 21 w 3"/>
                  <a:gd name="T5" fmla="*/ 2675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41">
                    <a:moveTo>
                      <a:pt x="1" y="0"/>
                    </a:moveTo>
                    <a:cubicBezTo>
                      <a:pt x="0" y="12"/>
                      <a:pt x="3" y="92"/>
                      <a:pt x="3" y="112"/>
                    </a:cubicBezTo>
                    <a:cubicBezTo>
                      <a:pt x="2" y="132"/>
                      <a:pt x="1" y="141"/>
                      <a:pt x="1" y="141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1" name="Freeform 936">
                <a:extLst>
                  <a:ext uri="{FF2B5EF4-FFF2-40B4-BE49-F238E27FC236}">
                    <a16:creationId xmlns:a16="http://schemas.microsoft.com/office/drawing/2014/main" id="{2E69DF2E-F10C-46E0-A8ED-715242B09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84"/>
                <a:ext cx="248" cy="237"/>
              </a:xfrm>
              <a:custGeom>
                <a:avLst/>
                <a:gdLst>
                  <a:gd name="T0" fmla="*/ 1556 w 99"/>
                  <a:gd name="T1" fmla="*/ 865 h 89"/>
                  <a:gd name="T2" fmla="*/ 1288 w 99"/>
                  <a:gd name="T3" fmla="*/ 149 h 89"/>
                  <a:gd name="T4" fmla="*/ 1288 w 99"/>
                  <a:gd name="T5" fmla="*/ 149 h 89"/>
                  <a:gd name="T6" fmla="*/ 1117 w 99"/>
                  <a:gd name="T7" fmla="*/ 136 h 89"/>
                  <a:gd name="T8" fmla="*/ 942 w 99"/>
                  <a:gd name="T9" fmla="*/ 0 h 89"/>
                  <a:gd name="T10" fmla="*/ 942 w 99"/>
                  <a:gd name="T11" fmla="*/ 0 h 89"/>
                  <a:gd name="T12" fmla="*/ 784 w 99"/>
                  <a:gd name="T13" fmla="*/ 320 h 89"/>
                  <a:gd name="T14" fmla="*/ 784 w 99"/>
                  <a:gd name="T15" fmla="*/ 320 h 89"/>
                  <a:gd name="T16" fmla="*/ 614 w 99"/>
                  <a:gd name="T17" fmla="*/ 0 h 89"/>
                  <a:gd name="T18" fmla="*/ 614 w 99"/>
                  <a:gd name="T19" fmla="*/ 0 h 89"/>
                  <a:gd name="T20" fmla="*/ 458 w 99"/>
                  <a:gd name="T21" fmla="*/ 136 h 89"/>
                  <a:gd name="T22" fmla="*/ 283 w 99"/>
                  <a:gd name="T23" fmla="*/ 149 h 89"/>
                  <a:gd name="T24" fmla="*/ 271 w 99"/>
                  <a:gd name="T25" fmla="*/ 149 h 89"/>
                  <a:gd name="T26" fmla="*/ 0 w 99"/>
                  <a:gd name="T27" fmla="*/ 865 h 89"/>
                  <a:gd name="T28" fmla="*/ 0 w 99"/>
                  <a:gd name="T29" fmla="*/ 908 h 89"/>
                  <a:gd name="T30" fmla="*/ 113 w 99"/>
                  <a:gd name="T31" fmla="*/ 1680 h 89"/>
                  <a:gd name="T32" fmla="*/ 125 w 99"/>
                  <a:gd name="T33" fmla="*/ 1680 h 89"/>
                  <a:gd name="T34" fmla="*/ 471 w 99"/>
                  <a:gd name="T35" fmla="*/ 815 h 89"/>
                  <a:gd name="T36" fmla="*/ 458 w 99"/>
                  <a:gd name="T37" fmla="*/ 716 h 89"/>
                  <a:gd name="T38" fmla="*/ 784 w 99"/>
                  <a:gd name="T39" fmla="*/ 431 h 89"/>
                  <a:gd name="T40" fmla="*/ 1117 w 99"/>
                  <a:gd name="T41" fmla="*/ 716 h 89"/>
                  <a:gd name="T42" fmla="*/ 1085 w 99"/>
                  <a:gd name="T43" fmla="*/ 815 h 89"/>
                  <a:gd name="T44" fmla="*/ 1443 w 99"/>
                  <a:gd name="T45" fmla="*/ 1680 h 89"/>
                  <a:gd name="T46" fmla="*/ 1443 w 99"/>
                  <a:gd name="T47" fmla="*/ 1680 h 89"/>
                  <a:gd name="T48" fmla="*/ 1556 w 99"/>
                  <a:gd name="T49" fmla="*/ 908 h 89"/>
                  <a:gd name="T50" fmla="*/ 1556 w 99"/>
                  <a:gd name="T51" fmla="*/ 865 h 8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9" h="89">
                    <a:moveTo>
                      <a:pt x="99" y="46"/>
                    </a:moveTo>
                    <a:cubicBezTo>
                      <a:pt x="90" y="32"/>
                      <a:pt x="77" y="34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0" y="10"/>
                      <a:pt x="75" y="9"/>
                      <a:pt x="71" y="7"/>
                    </a:cubicBezTo>
                    <a:cubicBezTo>
                      <a:pt x="66" y="5"/>
                      <a:pt x="60" y="3"/>
                      <a:pt x="6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9" y="9"/>
                      <a:pt x="56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43" y="17"/>
                      <a:pt x="40" y="9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3"/>
                      <a:pt x="33" y="5"/>
                      <a:pt x="29" y="7"/>
                    </a:cubicBezTo>
                    <a:cubicBezTo>
                      <a:pt x="24" y="9"/>
                      <a:pt x="19" y="10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22" y="34"/>
                      <a:pt x="10" y="32"/>
                      <a:pt x="0" y="46"/>
                    </a:cubicBezTo>
                    <a:cubicBezTo>
                      <a:pt x="0" y="47"/>
                      <a:pt x="0" y="47"/>
                      <a:pt x="0" y="48"/>
                    </a:cubicBezTo>
                    <a:cubicBezTo>
                      <a:pt x="2" y="57"/>
                      <a:pt x="8" y="80"/>
                      <a:pt x="7" y="89"/>
                    </a:cubicBezTo>
                    <a:cubicBezTo>
                      <a:pt x="7" y="89"/>
                      <a:pt x="8" y="89"/>
                      <a:pt x="8" y="89"/>
                    </a:cubicBezTo>
                    <a:cubicBezTo>
                      <a:pt x="8" y="63"/>
                      <a:pt x="19" y="50"/>
                      <a:pt x="30" y="43"/>
                    </a:cubicBezTo>
                    <a:cubicBezTo>
                      <a:pt x="29" y="42"/>
                      <a:pt x="29" y="40"/>
                      <a:pt x="29" y="38"/>
                    </a:cubicBezTo>
                    <a:cubicBezTo>
                      <a:pt x="29" y="30"/>
                      <a:pt x="38" y="23"/>
                      <a:pt x="50" y="23"/>
                    </a:cubicBezTo>
                    <a:cubicBezTo>
                      <a:pt x="61" y="23"/>
                      <a:pt x="71" y="30"/>
                      <a:pt x="71" y="38"/>
                    </a:cubicBezTo>
                    <a:cubicBezTo>
                      <a:pt x="71" y="40"/>
                      <a:pt x="70" y="42"/>
                      <a:pt x="69" y="43"/>
                    </a:cubicBezTo>
                    <a:cubicBezTo>
                      <a:pt x="81" y="50"/>
                      <a:pt x="92" y="64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1" y="80"/>
                      <a:pt x="97" y="57"/>
                      <a:pt x="99" y="48"/>
                    </a:cubicBezTo>
                    <a:cubicBezTo>
                      <a:pt x="99" y="47"/>
                      <a:pt x="99" y="47"/>
                      <a:pt x="99" y="4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2" name="Freeform 937">
                <a:extLst>
                  <a:ext uri="{FF2B5EF4-FFF2-40B4-BE49-F238E27FC236}">
                    <a16:creationId xmlns:a16="http://schemas.microsoft.com/office/drawing/2014/main" id="{F54E60A1-6B21-41C4-B637-E1B76DDD0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131"/>
                <a:ext cx="142" cy="744"/>
              </a:xfrm>
              <a:custGeom>
                <a:avLst/>
                <a:gdLst>
                  <a:gd name="T0" fmla="*/ 404 w 57"/>
                  <a:gd name="T1" fmla="*/ 2525 h 279"/>
                  <a:gd name="T2" fmla="*/ 125 w 57"/>
                  <a:gd name="T3" fmla="*/ 4928 h 279"/>
                  <a:gd name="T4" fmla="*/ 125 w 57"/>
                  <a:gd name="T5" fmla="*/ 4928 h 279"/>
                  <a:gd name="T6" fmla="*/ 217 w 57"/>
                  <a:gd name="T7" fmla="*/ 5291 h 279"/>
                  <a:gd name="T8" fmla="*/ 508 w 57"/>
                  <a:gd name="T9" fmla="*/ 4915 h 279"/>
                  <a:gd name="T10" fmla="*/ 725 w 57"/>
                  <a:gd name="T11" fmla="*/ 4971 h 279"/>
                  <a:gd name="T12" fmla="*/ 882 w 57"/>
                  <a:gd name="T13" fmla="*/ 4629 h 279"/>
                  <a:gd name="T14" fmla="*/ 882 w 57"/>
                  <a:gd name="T15" fmla="*/ 4608 h 279"/>
                  <a:gd name="T16" fmla="*/ 620 w 57"/>
                  <a:gd name="T17" fmla="*/ 3208 h 279"/>
                  <a:gd name="T18" fmla="*/ 384 w 57"/>
                  <a:gd name="T19" fmla="*/ 832 h 279"/>
                  <a:gd name="T20" fmla="*/ 125 w 57"/>
                  <a:gd name="T21" fmla="*/ 35 h 279"/>
                  <a:gd name="T22" fmla="*/ 187 w 57"/>
                  <a:gd name="T23" fmla="*/ 704 h 279"/>
                  <a:gd name="T24" fmla="*/ 404 w 57"/>
                  <a:gd name="T25" fmla="*/ 2525 h 2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7" h="279">
                    <a:moveTo>
                      <a:pt x="26" y="133"/>
                    </a:moveTo>
                    <a:cubicBezTo>
                      <a:pt x="30" y="187"/>
                      <a:pt x="28" y="250"/>
                      <a:pt x="8" y="260"/>
                    </a:cubicBezTo>
                    <a:cubicBezTo>
                      <a:pt x="8" y="260"/>
                      <a:pt x="8" y="260"/>
                      <a:pt x="8" y="260"/>
                    </a:cubicBezTo>
                    <a:cubicBezTo>
                      <a:pt x="7" y="271"/>
                      <a:pt x="10" y="275"/>
                      <a:pt x="14" y="279"/>
                    </a:cubicBezTo>
                    <a:cubicBezTo>
                      <a:pt x="19" y="276"/>
                      <a:pt x="28" y="262"/>
                      <a:pt x="33" y="259"/>
                    </a:cubicBezTo>
                    <a:cubicBezTo>
                      <a:pt x="38" y="255"/>
                      <a:pt x="41" y="257"/>
                      <a:pt x="47" y="262"/>
                    </a:cubicBezTo>
                    <a:cubicBezTo>
                      <a:pt x="51" y="257"/>
                      <a:pt x="54" y="250"/>
                      <a:pt x="57" y="244"/>
                    </a:cubicBezTo>
                    <a:cubicBezTo>
                      <a:pt x="57" y="244"/>
                      <a:pt x="57" y="243"/>
                      <a:pt x="57" y="243"/>
                    </a:cubicBezTo>
                    <a:cubicBezTo>
                      <a:pt x="41" y="234"/>
                      <a:pt x="42" y="192"/>
                      <a:pt x="40" y="169"/>
                    </a:cubicBezTo>
                    <a:cubicBezTo>
                      <a:pt x="38" y="145"/>
                      <a:pt x="31" y="75"/>
                      <a:pt x="25" y="44"/>
                    </a:cubicBezTo>
                    <a:cubicBezTo>
                      <a:pt x="19" y="14"/>
                      <a:pt x="15" y="0"/>
                      <a:pt x="8" y="2"/>
                    </a:cubicBezTo>
                    <a:cubicBezTo>
                      <a:pt x="0" y="5"/>
                      <a:pt x="6" y="22"/>
                      <a:pt x="12" y="37"/>
                    </a:cubicBezTo>
                    <a:cubicBezTo>
                      <a:pt x="18" y="53"/>
                      <a:pt x="23" y="79"/>
                      <a:pt x="26" y="13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3" name="Freeform 938">
                <a:extLst>
                  <a:ext uri="{FF2B5EF4-FFF2-40B4-BE49-F238E27FC236}">
                    <a16:creationId xmlns:a16="http://schemas.microsoft.com/office/drawing/2014/main" id="{944CD61B-665B-4D87-8590-5EFB3ED64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131"/>
                <a:ext cx="145" cy="744"/>
              </a:xfrm>
              <a:custGeom>
                <a:avLst/>
                <a:gdLst>
                  <a:gd name="T0" fmla="*/ 175 w 58"/>
                  <a:gd name="T1" fmla="*/ 4984 h 279"/>
                  <a:gd name="T2" fmla="*/ 188 w 58"/>
                  <a:gd name="T3" fmla="*/ 4971 h 279"/>
                  <a:gd name="T4" fmla="*/ 375 w 58"/>
                  <a:gd name="T5" fmla="*/ 4915 h 279"/>
                  <a:gd name="T6" fmla="*/ 675 w 58"/>
                  <a:gd name="T7" fmla="*/ 5291 h 279"/>
                  <a:gd name="T8" fmla="*/ 770 w 58"/>
                  <a:gd name="T9" fmla="*/ 4928 h 279"/>
                  <a:gd name="T10" fmla="*/ 770 w 58"/>
                  <a:gd name="T11" fmla="*/ 4928 h 279"/>
                  <a:gd name="T12" fmla="*/ 488 w 58"/>
                  <a:gd name="T13" fmla="*/ 2525 h 279"/>
                  <a:gd name="T14" fmla="*/ 720 w 58"/>
                  <a:gd name="T15" fmla="*/ 704 h 279"/>
                  <a:gd name="T16" fmla="*/ 783 w 58"/>
                  <a:gd name="T17" fmla="*/ 35 h 279"/>
                  <a:gd name="T18" fmla="*/ 520 w 58"/>
                  <a:gd name="T19" fmla="*/ 832 h 279"/>
                  <a:gd name="T20" fmla="*/ 270 w 58"/>
                  <a:gd name="T21" fmla="*/ 3208 h 279"/>
                  <a:gd name="T22" fmla="*/ 20 w 58"/>
                  <a:gd name="T23" fmla="*/ 4608 h 279"/>
                  <a:gd name="T24" fmla="*/ 0 w 58"/>
                  <a:gd name="T25" fmla="*/ 4629 h 279"/>
                  <a:gd name="T26" fmla="*/ 175 w 58"/>
                  <a:gd name="T27" fmla="*/ 4984 h 27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8" h="279">
                    <a:moveTo>
                      <a:pt x="11" y="263"/>
                    </a:moveTo>
                    <a:cubicBezTo>
                      <a:pt x="11" y="262"/>
                      <a:pt x="12" y="262"/>
                      <a:pt x="12" y="262"/>
                    </a:cubicBezTo>
                    <a:cubicBezTo>
                      <a:pt x="18" y="257"/>
                      <a:pt x="20" y="255"/>
                      <a:pt x="24" y="259"/>
                    </a:cubicBezTo>
                    <a:cubicBezTo>
                      <a:pt x="29" y="262"/>
                      <a:pt x="39" y="276"/>
                      <a:pt x="43" y="279"/>
                    </a:cubicBezTo>
                    <a:cubicBezTo>
                      <a:pt x="47" y="275"/>
                      <a:pt x="50" y="270"/>
                      <a:pt x="49" y="260"/>
                    </a:cubicBezTo>
                    <a:cubicBezTo>
                      <a:pt x="49" y="260"/>
                      <a:pt x="49" y="260"/>
                      <a:pt x="49" y="260"/>
                    </a:cubicBezTo>
                    <a:cubicBezTo>
                      <a:pt x="29" y="250"/>
                      <a:pt x="28" y="187"/>
                      <a:pt x="31" y="133"/>
                    </a:cubicBezTo>
                    <a:cubicBezTo>
                      <a:pt x="34" y="79"/>
                      <a:pt x="39" y="53"/>
                      <a:pt x="46" y="37"/>
                    </a:cubicBezTo>
                    <a:cubicBezTo>
                      <a:pt x="51" y="22"/>
                      <a:pt x="58" y="5"/>
                      <a:pt x="50" y="2"/>
                    </a:cubicBezTo>
                    <a:cubicBezTo>
                      <a:pt x="42" y="0"/>
                      <a:pt x="38" y="14"/>
                      <a:pt x="33" y="44"/>
                    </a:cubicBezTo>
                    <a:cubicBezTo>
                      <a:pt x="27" y="75"/>
                      <a:pt x="19" y="145"/>
                      <a:pt x="17" y="169"/>
                    </a:cubicBezTo>
                    <a:cubicBezTo>
                      <a:pt x="15" y="192"/>
                      <a:pt x="16" y="234"/>
                      <a:pt x="1" y="243"/>
                    </a:cubicBezTo>
                    <a:cubicBezTo>
                      <a:pt x="0" y="244"/>
                      <a:pt x="0" y="244"/>
                      <a:pt x="0" y="244"/>
                    </a:cubicBezTo>
                    <a:cubicBezTo>
                      <a:pt x="3" y="250"/>
                      <a:pt x="7" y="257"/>
                      <a:pt x="11" y="2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4" name="Freeform 939">
                <a:extLst>
                  <a:ext uri="{FF2B5EF4-FFF2-40B4-BE49-F238E27FC236}">
                    <a16:creationId xmlns:a16="http://schemas.microsoft.com/office/drawing/2014/main" id="{D516D78C-07D3-4977-A4D0-C9C77BB4F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339"/>
                <a:ext cx="228" cy="88"/>
              </a:xfrm>
              <a:custGeom>
                <a:avLst/>
                <a:gdLst>
                  <a:gd name="T0" fmla="*/ 1431 w 91"/>
                  <a:gd name="T1" fmla="*/ 93 h 33"/>
                  <a:gd name="T2" fmla="*/ 722 w 91"/>
                  <a:gd name="T3" fmla="*/ 0 h 33"/>
                  <a:gd name="T4" fmla="*/ 709 w 91"/>
                  <a:gd name="T5" fmla="*/ 0 h 33"/>
                  <a:gd name="T6" fmla="*/ 0 w 91"/>
                  <a:gd name="T7" fmla="*/ 93 h 33"/>
                  <a:gd name="T8" fmla="*/ 0 w 91"/>
                  <a:gd name="T9" fmla="*/ 93 h 33"/>
                  <a:gd name="T10" fmla="*/ 125 w 91"/>
                  <a:gd name="T11" fmla="*/ 264 h 33"/>
                  <a:gd name="T12" fmla="*/ 551 w 91"/>
                  <a:gd name="T13" fmla="*/ 605 h 33"/>
                  <a:gd name="T14" fmla="*/ 564 w 91"/>
                  <a:gd name="T15" fmla="*/ 627 h 33"/>
                  <a:gd name="T16" fmla="*/ 584 w 91"/>
                  <a:gd name="T17" fmla="*/ 627 h 33"/>
                  <a:gd name="T18" fmla="*/ 709 w 91"/>
                  <a:gd name="T19" fmla="*/ 589 h 33"/>
                  <a:gd name="T20" fmla="*/ 722 w 91"/>
                  <a:gd name="T21" fmla="*/ 589 h 33"/>
                  <a:gd name="T22" fmla="*/ 867 w 91"/>
                  <a:gd name="T23" fmla="*/ 627 h 33"/>
                  <a:gd name="T24" fmla="*/ 867 w 91"/>
                  <a:gd name="T25" fmla="*/ 627 h 33"/>
                  <a:gd name="T26" fmla="*/ 879 w 91"/>
                  <a:gd name="T27" fmla="*/ 605 h 33"/>
                  <a:gd name="T28" fmla="*/ 1305 w 91"/>
                  <a:gd name="T29" fmla="*/ 264 h 33"/>
                  <a:gd name="T30" fmla="*/ 1431 w 91"/>
                  <a:gd name="T31" fmla="*/ 93 h 3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1" h="33">
                    <a:moveTo>
                      <a:pt x="91" y="5"/>
                    </a:moveTo>
                    <a:cubicBezTo>
                      <a:pt x="77" y="2"/>
                      <a:pt x="61" y="0"/>
                      <a:pt x="46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0" y="0"/>
                      <a:pt x="14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8"/>
                      <a:pt x="5" y="11"/>
                      <a:pt x="8" y="14"/>
                    </a:cubicBezTo>
                    <a:cubicBezTo>
                      <a:pt x="17" y="21"/>
                      <a:pt x="27" y="25"/>
                      <a:pt x="35" y="32"/>
                    </a:cubicBezTo>
                    <a:cubicBezTo>
                      <a:pt x="35" y="32"/>
                      <a:pt x="36" y="32"/>
                      <a:pt x="36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9" y="31"/>
                      <a:pt x="42" y="31"/>
                      <a:pt x="45" y="31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9" y="31"/>
                      <a:pt x="52" y="31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6" y="32"/>
                      <a:pt x="56" y="32"/>
                    </a:cubicBezTo>
                    <a:cubicBezTo>
                      <a:pt x="65" y="25"/>
                      <a:pt x="75" y="21"/>
                      <a:pt x="83" y="14"/>
                    </a:cubicBezTo>
                    <a:cubicBezTo>
                      <a:pt x="86" y="11"/>
                      <a:pt x="89" y="8"/>
                      <a:pt x="91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5" name="Freeform 940">
                <a:extLst>
                  <a:ext uri="{FF2B5EF4-FFF2-40B4-BE49-F238E27FC236}">
                    <a16:creationId xmlns:a16="http://schemas.microsoft.com/office/drawing/2014/main" id="{330FB835-9E9C-49B5-B02B-517BC496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480"/>
                <a:ext cx="10" cy="600"/>
              </a:xfrm>
              <a:custGeom>
                <a:avLst/>
                <a:gdLst>
                  <a:gd name="T0" fmla="*/ 33 w 4"/>
                  <a:gd name="T1" fmla="*/ 0 h 225"/>
                  <a:gd name="T2" fmla="*/ 20 w 4"/>
                  <a:gd name="T3" fmla="*/ 1101 h 225"/>
                  <a:gd name="T4" fmla="*/ 50 w 4"/>
                  <a:gd name="T5" fmla="*/ 2083 h 225"/>
                  <a:gd name="T6" fmla="*/ 20 w 4"/>
                  <a:gd name="T7" fmla="*/ 3037 h 225"/>
                  <a:gd name="T8" fmla="*/ 33 w 4"/>
                  <a:gd name="T9" fmla="*/ 4267 h 2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25">
                    <a:moveTo>
                      <a:pt x="2" y="0"/>
                    </a:moveTo>
                    <a:cubicBezTo>
                      <a:pt x="2" y="15"/>
                      <a:pt x="3" y="43"/>
                      <a:pt x="1" y="58"/>
                    </a:cubicBezTo>
                    <a:cubicBezTo>
                      <a:pt x="0" y="73"/>
                      <a:pt x="2" y="98"/>
                      <a:pt x="3" y="110"/>
                    </a:cubicBezTo>
                    <a:cubicBezTo>
                      <a:pt x="4" y="123"/>
                      <a:pt x="1" y="138"/>
                      <a:pt x="1" y="160"/>
                    </a:cubicBezTo>
                    <a:cubicBezTo>
                      <a:pt x="1" y="183"/>
                      <a:pt x="2" y="214"/>
                      <a:pt x="2" y="225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6" name="Freeform 941">
                <a:extLst>
                  <a:ext uri="{FF2B5EF4-FFF2-40B4-BE49-F238E27FC236}">
                    <a16:creationId xmlns:a16="http://schemas.microsoft.com/office/drawing/2014/main" id="{70D60D16-3F14-41C6-AAB9-399248542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664"/>
                <a:ext cx="12" cy="419"/>
              </a:xfrm>
              <a:custGeom>
                <a:avLst/>
                <a:gdLst>
                  <a:gd name="T0" fmla="*/ 58 w 5"/>
                  <a:gd name="T1" fmla="*/ 0 h 157"/>
                  <a:gd name="T2" fmla="*/ 41 w 5"/>
                  <a:gd name="T3" fmla="*/ 934 h 157"/>
                  <a:gd name="T4" fmla="*/ 12 w 5"/>
                  <a:gd name="T5" fmla="*/ 1823 h 157"/>
                  <a:gd name="T6" fmla="*/ 70 w 5"/>
                  <a:gd name="T7" fmla="*/ 298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57">
                    <a:moveTo>
                      <a:pt x="4" y="0"/>
                    </a:moveTo>
                    <a:cubicBezTo>
                      <a:pt x="4" y="7"/>
                      <a:pt x="3" y="33"/>
                      <a:pt x="3" y="49"/>
                    </a:cubicBezTo>
                    <a:cubicBezTo>
                      <a:pt x="3" y="66"/>
                      <a:pt x="2" y="81"/>
                      <a:pt x="1" y="96"/>
                    </a:cubicBezTo>
                    <a:cubicBezTo>
                      <a:pt x="0" y="111"/>
                      <a:pt x="5" y="148"/>
                      <a:pt x="5" y="157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7" name="Freeform 942">
                <a:extLst>
                  <a:ext uri="{FF2B5EF4-FFF2-40B4-BE49-F238E27FC236}">
                    <a16:creationId xmlns:a16="http://schemas.microsoft.com/office/drawing/2014/main" id="{F8F4F3BE-27AB-460D-BA27-A50C0DB2E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120"/>
                <a:ext cx="32" cy="72"/>
              </a:xfrm>
              <a:custGeom>
                <a:avLst/>
                <a:gdLst>
                  <a:gd name="T0" fmla="*/ 0 w 13"/>
                  <a:gd name="T1" fmla="*/ 0 h 27"/>
                  <a:gd name="T2" fmla="*/ 133 w 13"/>
                  <a:gd name="T3" fmla="*/ 192 h 27"/>
                  <a:gd name="T4" fmla="*/ 194 w 13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0" y="0"/>
                    </a:moveTo>
                    <a:cubicBezTo>
                      <a:pt x="4" y="3"/>
                      <a:pt x="7" y="6"/>
                      <a:pt x="9" y="10"/>
                    </a:cubicBezTo>
                    <a:cubicBezTo>
                      <a:pt x="11" y="15"/>
                      <a:pt x="9" y="24"/>
                      <a:pt x="13" y="2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8" name="Freeform 943">
                <a:extLst>
                  <a:ext uri="{FF2B5EF4-FFF2-40B4-BE49-F238E27FC236}">
                    <a16:creationId xmlns:a16="http://schemas.microsoft.com/office/drawing/2014/main" id="{B1EE71C3-63F5-4F7C-BF27-93C4180FB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240"/>
                <a:ext cx="45" cy="101"/>
              </a:xfrm>
              <a:custGeom>
                <a:avLst/>
                <a:gdLst>
                  <a:gd name="T0" fmla="*/ 0 w 18"/>
                  <a:gd name="T1" fmla="*/ 0 h 38"/>
                  <a:gd name="T2" fmla="*/ 208 w 18"/>
                  <a:gd name="T3" fmla="*/ 260 h 38"/>
                  <a:gd name="T4" fmla="*/ 250 w 18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8">
                    <a:moveTo>
                      <a:pt x="0" y="0"/>
                    </a:moveTo>
                    <a:cubicBezTo>
                      <a:pt x="5" y="4"/>
                      <a:pt x="10" y="9"/>
                      <a:pt x="13" y="14"/>
                    </a:cubicBezTo>
                    <a:cubicBezTo>
                      <a:pt x="18" y="22"/>
                      <a:pt x="16" y="29"/>
                      <a:pt x="16" y="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9" name="Freeform 944">
                <a:extLst>
                  <a:ext uri="{FF2B5EF4-FFF2-40B4-BE49-F238E27FC236}">
                    <a16:creationId xmlns:a16="http://schemas.microsoft.com/office/drawing/2014/main" id="{57478EEA-4955-4EE9-8067-38F62118F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1291"/>
                <a:ext cx="65" cy="21"/>
              </a:xfrm>
              <a:custGeom>
                <a:avLst/>
                <a:gdLst>
                  <a:gd name="T0" fmla="*/ 0 w 26"/>
                  <a:gd name="T1" fmla="*/ 0 h 8"/>
                  <a:gd name="T2" fmla="*/ 408 w 26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8">
                    <a:moveTo>
                      <a:pt x="0" y="0"/>
                    </a:moveTo>
                    <a:cubicBezTo>
                      <a:pt x="9" y="0"/>
                      <a:pt x="20" y="2"/>
                      <a:pt x="26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0" name="Freeform 945">
                <a:extLst>
                  <a:ext uri="{FF2B5EF4-FFF2-40B4-BE49-F238E27FC236}">
                    <a16:creationId xmlns:a16="http://schemas.microsoft.com/office/drawing/2014/main" id="{41EE62A4-9AE7-48BB-ABB3-B37327329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424"/>
                <a:ext cx="63" cy="43"/>
              </a:xfrm>
              <a:custGeom>
                <a:avLst/>
                <a:gdLst>
                  <a:gd name="T0" fmla="*/ 0 w 25"/>
                  <a:gd name="T1" fmla="*/ 290 h 16"/>
                  <a:gd name="T2" fmla="*/ 401 w 2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6">
                    <a:moveTo>
                      <a:pt x="0" y="15"/>
                    </a:moveTo>
                    <a:cubicBezTo>
                      <a:pt x="11" y="16"/>
                      <a:pt x="16" y="4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1" name="Freeform 946">
                <a:extLst>
                  <a:ext uri="{FF2B5EF4-FFF2-40B4-BE49-F238E27FC236}">
                    <a16:creationId xmlns:a16="http://schemas.microsoft.com/office/drawing/2014/main" id="{59C8C804-4117-4E13-A13C-E2F142EC1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216"/>
                <a:ext cx="28" cy="35"/>
              </a:xfrm>
              <a:custGeom>
                <a:avLst/>
                <a:gdLst>
                  <a:gd name="T0" fmla="*/ 0 w 11"/>
                  <a:gd name="T1" fmla="*/ 253 h 13"/>
                  <a:gd name="T2" fmla="*/ 181 w 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0" y="6"/>
                      <a:pt x="5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2" name="Freeform 947">
                <a:extLst>
                  <a:ext uri="{FF2B5EF4-FFF2-40B4-BE49-F238E27FC236}">
                    <a16:creationId xmlns:a16="http://schemas.microsoft.com/office/drawing/2014/main" id="{CDC4BF71-9166-459D-B7C1-EF01A5DFA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1453"/>
                <a:ext cx="10" cy="62"/>
              </a:xfrm>
              <a:custGeom>
                <a:avLst/>
                <a:gdLst>
                  <a:gd name="T0" fmla="*/ 63 w 4"/>
                  <a:gd name="T1" fmla="*/ 0 h 23"/>
                  <a:gd name="T2" fmla="*/ 63 w 4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3">
                    <a:moveTo>
                      <a:pt x="4" y="0"/>
                    </a:moveTo>
                    <a:cubicBezTo>
                      <a:pt x="3" y="8"/>
                      <a:pt x="0" y="18"/>
                      <a:pt x="4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3" name="Freeform 948">
                <a:extLst>
                  <a:ext uri="{FF2B5EF4-FFF2-40B4-BE49-F238E27FC236}">
                    <a16:creationId xmlns:a16="http://schemas.microsoft.com/office/drawing/2014/main" id="{8170FB23-35B7-4616-AA73-8B336F6D0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581"/>
                <a:ext cx="97" cy="131"/>
              </a:xfrm>
              <a:custGeom>
                <a:avLst/>
                <a:gdLst>
                  <a:gd name="T0" fmla="*/ 599 w 39"/>
                  <a:gd name="T1" fmla="*/ 0 h 49"/>
                  <a:gd name="T2" fmla="*/ 0 w 39"/>
                  <a:gd name="T3" fmla="*/ 93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49">
                    <a:moveTo>
                      <a:pt x="39" y="0"/>
                    </a:moveTo>
                    <a:cubicBezTo>
                      <a:pt x="36" y="15"/>
                      <a:pt x="18" y="28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4" name="Freeform 949">
                <a:extLst>
                  <a:ext uri="{FF2B5EF4-FFF2-40B4-BE49-F238E27FC236}">
                    <a16:creationId xmlns:a16="http://schemas.microsoft.com/office/drawing/2014/main" id="{1DD4B9B4-330B-4C17-B218-9CA4F6B66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869"/>
                <a:ext cx="40" cy="286"/>
              </a:xfrm>
              <a:custGeom>
                <a:avLst/>
                <a:gdLst>
                  <a:gd name="T0" fmla="*/ 250 w 16"/>
                  <a:gd name="T1" fmla="*/ 0 h 107"/>
                  <a:gd name="T2" fmla="*/ 238 w 16"/>
                  <a:gd name="T3" fmla="*/ 2042 h 1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7">
                    <a:moveTo>
                      <a:pt x="16" y="0"/>
                    </a:moveTo>
                    <a:cubicBezTo>
                      <a:pt x="5" y="24"/>
                      <a:pt x="0" y="74"/>
                      <a:pt x="15" y="10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5" name="Freeform 950">
                <a:extLst>
                  <a:ext uri="{FF2B5EF4-FFF2-40B4-BE49-F238E27FC236}">
                    <a16:creationId xmlns:a16="http://schemas.microsoft.com/office/drawing/2014/main" id="{B7935C3C-20EE-42FE-8727-F3D3212A6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792"/>
                <a:ext cx="165" cy="184"/>
              </a:xfrm>
              <a:custGeom>
                <a:avLst/>
                <a:gdLst>
                  <a:gd name="T0" fmla="*/ 0 w 66"/>
                  <a:gd name="T1" fmla="*/ 1309 h 69"/>
                  <a:gd name="T2" fmla="*/ 1033 w 66"/>
                  <a:gd name="T3" fmla="*/ 136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69">
                    <a:moveTo>
                      <a:pt x="0" y="69"/>
                    </a:moveTo>
                    <a:cubicBezTo>
                      <a:pt x="4" y="51"/>
                      <a:pt x="41" y="0"/>
                      <a:pt x="66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6" name="Freeform 951">
                <a:extLst>
                  <a:ext uri="{FF2B5EF4-FFF2-40B4-BE49-F238E27FC236}">
                    <a16:creationId xmlns:a16="http://schemas.microsoft.com/office/drawing/2014/main" id="{0B25E6E6-C6D4-495F-8E37-230A24C6D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923"/>
                <a:ext cx="125" cy="40"/>
              </a:xfrm>
              <a:custGeom>
                <a:avLst/>
                <a:gdLst>
                  <a:gd name="T0" fmla="*/ 0 w 50"/>
                  <a:gd name="T1" fmla="*/ 0 h 15"/>
                  <a:gd name="T2" fmla="*/ 783 w 50"/>
                  <a:gd name="T3" fmla="*/ 19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5">
                    <a:moveTo>
                      <a:pt x="0" y="0"/>
                    </a:moveTo>
                    <a:cubicBezTo>
                      <a:pt x="19" y="15"/>
                      <a:pt x="38" y="11"/>
                      <a:pt x="5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7" name="Freeform 952">
                <a:extLst>
                  <a:ext uri="{FF2B5EF4-FFF2-40B4-BE49-F238E27FC236}">
                    <a16:creationId xmlns:a16="http://schemas.microsoft.com/office/drawing/2014/main" id="{33892185-B404-4B6B-875A-C13A89E8F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573"/>
                <a:ext cx="35" cy="86"/>
              </a:xfrm>
              <a:custGeom>
                <a:avLst/>
                <a:gdLst>
                  <a:gd name="T0" fmla="*/ 125 w 14"/>
                  <a:gd name="T1" fmla="*/ 0 h 32"/>
                  <a:gd name="T2" fmla="*/ 220 w 14"/>
                  <a:gd name="T3" fmla="*/ 62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2">
                    <a:moveTo>
                      <a:pt x="8" y="0"/>
                    </a:moveTo>
                    <a:cubicBezTo>
                      <a:pt x="0" y="7"/>
                      <a:pt x="3" y="25"/>
                      <a:pt x="14" y="3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8" name="Freeform 953">
                <a:extLst>
                  <a:ext uri="{FF2B5EF4-FFF2-40B4-BE49-F238E27FC236}">
                    <a16:creationId xmlns:a16="http://schemas.microsoft.com/office/drawing/2014/main" id="{13F714F6-9B64-4E81-B126-99030145D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128"/>
                <a:ext cx="53" cy="144"/>
              </a:xfrm>
              <a:custGeom>
                <a:avLst/>
                <a:gdLst>
                  <a:gd name="T0" fmla="*/ 338 w 21"/>
                  <a:gd name="T1" fmla="*/ 0 h 54"/>
                  <a:gd name="T2" fmla="*/ 0 w 21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4">
                    <a:moveTo>
                      <a:pt x="21" y="0"/>
                    </a:moveTo>
                    <a:cubicBezTo>
                      <a:pt x="14" y="10"/>
                      <a:pt x="2" y="15"/>
                      <a:pt x="0" y="5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9" name="Freeform 954">
                <a:extLst>
                  <a:ext uri="{FF2B5EF4-FFF2-40B4-BE49-F238E27FC236}">
                    <a16:creationId xmlns:a16="http://schemas.microsoft.com/office/drawing/2014/main" id="{A1755831-A5C3-4906-83D0-6CDFA6546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365"/>
                <a:ext cx="40" cy="152"/>
              </a:xfrm>
              <a:custGeom>
                <a:avLst/>
                <a:gdLst>
                  <a:gd name="T0" fmla="*/ 250 w 16"/>
                  <a:gd name="T1" fmla="*/ 0 h 57"/>
                  <a:gd name="T2" fmla="*/ 0 w 16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7">
                    <a:moveTo>
                      <a:pt x="16" y="0"/>
                    </a:moveTo>
                    <a:cubicBezTo>
                      <a:pt x="15" y="24"/>
                      <a:pt x="11" y="45"/>
                      <a:pt x="0" y="5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0" name="Freeform 955">
                <a:extLst>
                  <a:ext uri="{FF2B5EF4-FFF2-40B4-BE49-F238E27FC236}">
                    <a16:creationId xmlns:a16="http://schemas.microsoft.com/office/drawing/2014/main" id="{ACB7CED6-058E-4F95-AED9-36C703C9A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2277"/>
                <a:ext cx="45" cy="32"/>
              </a:xfrm>
              <a:custGeom>
                <a:avLst/>
                <a:gdLst>
                  <a:gd name="T0" fmla="*/ 0 w 18"/>
                  <a:gd name="T1" fmla="*/ 227 h 12"/>
                  <a:gd name="T2" fmla="*/ 283 w 18"/>
                  <a:gd name="T3" fmla="*/ 3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8" y="3"/>
                      <a:pt x="12" y="0"/>
                      <a:pt x="18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1" name="Freeform 956">
                <a:extLst>
                  <a:ext uri="{FF2B5EF4-FFF2-40B4-BE49-F238E27FC236}">
                    <a16:creationId xmlns:a16="http://schemas.microsoft.com/office/drawing/2014/main" id="{52F43865-7A60-4CD7-B84B-A8386D3F1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3059"/>
                <a:ext cx="27" cy="42"/>
              </a:xfrm>
              <a:custGeom>
                <a:avLst/>
                <a:gdLst>
                  <a:gd name="T0" fmla="*/ 162 w 11"/>
                  <a:gd name="T1" fmla="*/ 0 h 16"/>
                  <a:gd name="T2" fmla="*/ 0 w 11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cubicBezTo>
                      <a:pt x="5" y="6"/>
                      <a:pt x="3" y="11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2" name="Freeform 957">
                <a:extLst>
                  <a:ext uri="{FF2B5EF4-FFF2-40B4-BE49-F238E27FC236}">
                    <a16:creationId xmlns:a16="http://schemas.microsoft.com/office/drawing/2014/main" id="{1FCF7AF3-C94C-472B-82A1-3061641A0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2805"/>
                <a:ext cx="60" cy="27"/>
              </a:xfrm>
              <a:custGeom>
                <a:avLst/>
                <a:gdLst>
                  <a:gd name="T0" fmla="*/ 0 w 24"/>
                  <a:gd name="T1" fmla="*/ 197 h 10"/>
                  <a:gd name="T2" fmla="*/ 375 w 24"/>
                  <a:gd name="T3" fmla="*/ 3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cubicBezTo>
                      <a:pt x="16" y="0"/>
                      <a:pt x="24" y="2"/>
                      <a:pt x="24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3" name="Freeform 958">
                <a:extLst>
                  <a:ext uri="{FF2B5EF4-FFF2-40B4-BE49-F238E27FC236}">
                    <a16:creationId xmlns:a16="http://schemas.microsoft.com/office/drawing/2014/main" id="{59E4EE22-1AB9-4392-A677-F78FFFE52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189"/>
                <a:ext cx="60" cy="99"/>
              </a:xfrm>
              <a:custGeom>
                <a:avLst/>
                <a:gdLst>
                  <a:gd name="T0" fmla="*/ 375 w 24"/>
                  <a:gd name="T1" fmla="*/ 0 h 37"/>
                  <a:gd name="T2" fmla="*/ 0 w 24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7">
                    <a:moveTo>
                      <a:pt x="24" y="0"/>
                    </a:moveTo>
                    <a:cubicBezTo>
                      <a:pt x="14" y="9"/>
                      <a:pt x="2" y="11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4" name="Freeform 959">
                <a:extLst>
                  <a:ext uri="{FF2B5EF4-FFF2-40B4-BE49-F238E27FC236}">
                    <a16:creationId xmlns:a16="http://schemas.microsoft.com/office/drawing/2014/main" id="{0FF1F6B7-AB25-410A-9312-78E6CB64F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163"/>
                <a:ext cx="25" cy="106"/>
              </a:xfrm>
              <a:custGeom>
                <a:avLst/>
                <a:gdLst>
                  <a:gd name="T0" fmla="*/ 0 w 10"/>
                  <a:gd name="T1" fmla="*/ 0 h 40"/>
                  <a:gd name="T2" fmla="*/ 145 w 10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0">
                    <a:moveTo>
                      <a:pt x="0" y="0"/>
                    </a:moveTo>
                    <a:cubicBezTo>
                      <a:pt x="9" y="3"/>
                      <a:pt x="10" y="15"/>
                      <a:pt x="9" y="4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5" name="Freeform 960">
                <a:extLst>
                  <a:ext uri="{FF2B5EF4-FFF2-40B4-BE49-F238E27FC236}">
                    <a16:creationId xmlns:a16="http://schemas.microsoft.com/office/drawing/2014/main" id="{AE6B1333-C3C2-49F1-AB7A-E10E95B00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1880"/>
                <a:ext cx="27" cy="24"/>
              </a:xfrm>
              <a:custGeom>
                <a:avLst/>
                <a:gdLst>
                  <a:gd name="T0" fmla="*/ 61 w 11"/>
                  <a:gd name="T1" fmla="*/ 0 h 9"/>
                  <a:gd name="T2" fmla="*/ 162 w 11"/>
                  <a:gd name="T3" fmla="*/ 35 h 9"/>
                  <a:gd name="T4" fmla="*/ 0 w 11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4" y="0"/>
                    </a:moveTo>
                    <a:cubicBezTo>
                      <a:pt x="7" y="0"/>
                      <a:pt x="9" y="0"/>
                      <a:pt x="11" y="2"/>
                    </a:cubicBezTo>
                    <a:cubicBezTo>
                      <a:pt x="9" y="7"/>
                      <a:pt x="5" y="9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6" name="Freeform 961">
                <a:extLst>
                  <a:ext uri="{FF2B5EF4-FFF2-40B4-BE49-F238E27FC236}">
                    <a16:creationId xmlns:a16="http://schemas.microsoft.com/office/drawing/2014/main" id="{6672C7B7-A45E-44D3-ABC7-1C7A1D8B9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1840"/>
                <a:ext cx="27" cy="27"/>
              </a:xfrm>
              <a:custGeom>
                <a:avLst/>
                <a:gdLst>
                  <a:gd name="T0" fmla="*/ 0 w 11"/>
                  <a:gd name="T1" fmla="*/ 197 h 10"/>
                  <a:gd name="T2" fmla="*/ 162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4" y="7"/>
                      <a:pt x="8" y="3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7" name="Freeform 962">
                <a:extLst>
                  <a:ext uri="{FF2B5EF4-FFF2-40B4-BE49-F238E27FC236}">
                    <a16:creationId xmlns:a16="http://schemas.microsoft.com/office/drawing/2014/main" id="{48418809-C83C-4903-B3F9-084020655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835"/>
                <a:ext cx="25" cy="2"/>
              </a:xfrm>
              <a:custGeom>
                <a:avLst/>
                <a:gdLst>
                  <a:gd name="T0" fmla="*/ 0 w 10"/>
                  <a:gd name="T1" fmla="*/ 0 h 1"/>
                  <a:gd name="T2" fmla="*/ 158 w 10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3" y="1"/>
                      <a:pt x="7" y="1"/>
                      <a:pt x="10" y="1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8" name="Freeform 963">
                <a:extLst>
                  <a:ext uri="{FF2B5EF4-FFF2-40B4-BE49-F238E27FC236}">
                    <a16:creationId xmlns:a16="http://schemas.microsoft.com/office/drawing/2014/main" id="{0E4293BC-0B4C-413E-ABCA-0559FC26C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1605"/>
                <a:ext cx="55" cy="48"/>
              </a:xfrm>
              <a:custGeom>
                <a:avLst/>
                <a:gdLst>
                  <a:gd name="T0" fmla="*/ 0 w 22"/>
                  <a:gd name="T1" fmla="*/ 264 h 18"/>
                  <a:gd name="T2" fmla="*/ 50 w 22"/>
                  <a:gd name="T3" fmla="*/ 21 h 18"/>
                  <a:gd name="T4" fmla="*/ 158 w 22"/>
                  <a:gd name="T5" fmla="*/ 227 h 18"/>
                  <a:gd name="T6" fmla="*/ 313 w 22"/>
                  <a:gd name="T7" fmla="*/ 0 h 18"/>
                  <a:gd name="T8" fmla="*/ 313 w 22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0" y="14"/>
                    </a:moveTo>
                    <a:cubicBezTo>
                      <a:pt x="1" y="9"/>
                      <a:pt x="1" y="5"/>
                      <a:pt x="3" y="1"/>
                    </a:cubicBezTo>
                    <a:cubicBezTo>
                      <a:pt x="7" y="4"/>
                      <a:pt x="9" y="8"/>
                      <a:pt x="10" y="12"/>
                    </a:cubicBezTo>
                    <a:cubicBezTo>
                      <a:pt x="16" y="9"/>
                      <a:pt x="13" y="2"/>
                      <a:pt x="20" y="0"/>
                    </a:cubicBezTo>
                    <a:cubicBezTo>
                      <a:pt x="22" y="6"/>
                      <a:pt x="21" y="12"/>
                      <a:pt x="20" y="18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9" name="Freeform 964">
                <a:extLst>
                  <a:ext uri="{FF2B5EF4-FFF2-40B4-BE49-F238E27FC236}">
                    <a16:creationId xmlns:a16="http://schemas.microsoft.com/office/drawing/2014/main" id="{DAEAC6B0-0543-4E6B-BDC4-40CBBC860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552"/>
                <a:ext cx="52" cy="51"/>
              </a:xfrm>
              <a:custGeom>
                <a:avLst/>
                <a:gdLst>
                  <a:gd name="T0" fmla="*/ 319 w 21"/>
                  <a:gd name="T1" fmla="*/ 193 h 19"/>
                  <a:gd name="T2" fmla="*/ 319 w 21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9">
                    <a:moveTo>
                      <a:pt x="21" y="10"/>
                    </a:moveTo>
                    <a:cubicBezTo>
                      <a:pt x="13" y="0"/>
                      <a:pt x="0" y="17"/>
                      <a:pt x="21" y="19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0" name="Freeform 965">
                <a:extLst>
                  <a:ext uri="{FF2B5EF4-FFF2-40B4-BE49-F238E27FC236}">
                    <a16:creationId xmlns:a16="http://schemas.microsoft.com/office/drawing/2014/main" id="{1231F121-C348-4F27-9420-C8FA12369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651"/>
                <a:ext cx="78" cy="61"/>
              </a:xfrm>
              <a:custGeom>
                <a:avLst/>
                <a:gdLst>
                  <a:gd name="T0" fmla="*/ 0 w 31"/>
                  <a:gd name="T1" fmla="*/ 316 h 23"/>
                  <a:gd name="T2" fmla="*/ 146 w 31"/>
                  <a:gd name="T3" fmla="*/ 395 h 23"/>
                  <a:gd name="T4" fmla="*/ 96 w 31"/>
                  <a:gd name="T5" fmla="*/ 191 h 23"/>
                  <a:gd name="T6" fmla="*/ 272 w 31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3">
                    <a:moveTo>
                      <a:pt x="0" y="17"/>
                    </a:moveTo>
                    <a:cubicBezTo>
                      <a:pt x="2" y="21"/>
                      <a:pt x="5" y="23"/>
                      <a:pt x="9" y="21"/>
                    </a:cubicBezTo>
                    <a:cubicBezTo>
                      <a:pt x="10" y="17"/>
                      <a:pt x="9" y="13"/>
                      <a:pt x="6" y="10"/>
                    </a:cubicBezTo>
                    <a:cubicBezTo>
                      <a:pt x="17" y="22"/>
                      <a:pt x="31" y="13"/>
                      <a:pt x="17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1" name="Freeform 966">
                <a:extLst>
                  <a:ext uri="{FF2B5EF4-FFF2-40B4-BE49-F238E27FC236}">
                    <a16:creationId xmlns:a16="http://schemas.microsoft.com/office/drawing/2014/main" id="{14461520-E5B6-48BF-A1EE-5DF483B97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645"/>
                <a:ext cx="17" cy="6"/>
              </a:xfrm>
              <a:custGeom>
                <a:avLst/>
                <a:gdLst>
                  <a:gd name="T0" fmla="*/ 0 w 7"/>
                  <a:gd name="T1" fmla="*/ 54 h 2"/>
                  <a:gd name="T2" fmla="*/ 10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1"/>
                      <a:pt x="4" y="0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2" name="Freeform 967">
                <a:extLst>
                  <a:ext uri="{FF2B5EF4-FFF2-40B4-BE49-F238E27FC236}">
                    <a16:creationId xmlns:a16="http://schemas.microsoft.com/office/drawing/2014/main" id="{1E5B8C8C-5EAC-481D-B3F9-E56CA6297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917"/>
                <a:ext cx="60" cy="59"/>
              </a:xfrm>
              <a:custGeom>
                <a:avLst/>
                <a:gdLst>
                  <a:gd name="T0" fmla="*/ 0 w 24"/>
                  <a:gd name="T1" fmla="*/ 150 h 22"/>
                  <a:gd name="T2" fmla="*/ 158 w 24"/>
                  <a:gd name="T3" fmla="*/ 0 h 22"/>
                  <a:gd name="T4" fmla="*/ 113 w 24"/>
                  <a:gd name="T5" fmla="*/ 308 h 22"/>
                  <a:gd name="T6" fmla="*/ 333 w 24"/>
                  <a:gd name="T7" fmla="*/ 115 h 22"/>
                  <a:gd name="T8" fmla="*/ 270 w 24"/>
                  <a:gd name="T9" fmla="*/ 42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0" y="8"/>
                    </a:moveTo>
                    <a:cubicBezTo>
                      <a:pt x="3" y="5"/>
                      <a:pt x="6" y="2"/>
                      <a:pt x="10" y="0"/>
                    </a:cubicBezTo>
                    <a:cubicBezTo>
                      <a:pt x="11" y="6"/>
                      <a:pt x="6" y="10"/>
                      <a:pt x="7" y="16"/>
                    </a:cubicBezTo>
                    <a:cubicBezTo>
                      <a:pt x="13" y="15"/>
                      <a:pt x="16" y="9"/>
                      <a:pt x="21" y="6"/>
                    </a:cubicBezTo>
                    <a:cubicBezTo>
                      <a:pt x="24" y="11"/>
                      <a:pt x="19" y="17"/>
                      <a:pt x="17" y="22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3" name="Freeform 968">
                <a:extLst>
                  <a:ext uri="{FF2B5EF4-FFF2-40B4-BE49-F238E27FC236}">
                    <a16:creationId xmlns:a16="http://schemas.microsoft.com/office/drawing/2014/main" id="{019D2414-C64F-4D1E-8F31-0127DC950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971"/>
                <a:ext cx="18" cy="8"/>
              </a:xfrm>
              <a:custGeom>
                <a:avLst/>
                <a:gdLst>
                  <a:gd name="T0" fmla="*/ 0 w 7"/>
                  <a:gd name="T1" fmla="*/ 0 h 3"/>
                  <a:gd name="T2" fmla="*/ 118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3" y="0"/>
                      <a:pt x="5" y="1"/>
                      <a:pt x="7" y="3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4" name="Freeform 969">
                <a:extLst>
                  <a:ext uri="{FF2B5EF4-FFF2-40B4-BE49-F238E27FC236}">
                    <a16:creationId xmlns:a16="http://schemas.microsoft.com/office/drawing/2014/main" id="{DD431BBD-98E5-4B07-B251-CE9ED623D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952"/>
                <a:ext cx="30" cy="27"/>
              </a:xfrm>
              <a:custGeom>
                <a:avLst/>
                <a:gdLst>
                  <a:gd name="T0" fmla="*/ 0 w 12"/>
                  <a:gd name="T1" fmla="*/ 81 h 10"/>
                  <a:gd name="T2" fmla="*/ 188 w 12"/>
                  <a:gd name="T3" fmla="*/ 103 h 10"/>
                  <a:gd name="T4" fmla="*/ 50 w 1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0" y="4"/>
                    </a:moveTo>
                    <a:cubicBezTo>
                      <a:pt x="3" y="9"/>
                      <a:pt x="10" y="10"/>
                      <a:pt x="12" y="5"/>
                    </a:cubicBezTo>
                    <a:cubicBezTo>
                      <a:pt x="10" y="3"/>
                      <a:pt x="6" y="1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5" name="Freeform 970">
                <a:extLst>
                  <a:ext uri="{FF2B5EF4-FFF2-40B4-BE49-F238E27FC236}">
                    <a16:creationId xmlns:a16="http://schemas.microsoft.com/office/drawing/2014/main" id="{557E4906-D9E4-4A77-A8F9-B4CA6C08F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2800"/>
                <a:ext cx="20" cy="37"/>
              </a:xfrm>
              <a:custGeom>
                <a:avLst/>
                <a:gdLst>
                  <a:gd name="T0" fmla="*/ 125 w 8"/>
                  <a:gd name="T1" fmla="*/ 0 h 14"/>
                  <a:gd name="T2" fmla="*/ 0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8" y="0"/>
                    </a:moveTo>
                    <a:cubicBezTo>
                      <a:pt x="3" y="3"/>
                      <a:pt x="0" y="8"/>
                      <a:pt x="0" y="14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6" name="Freeform 971">
                <a:extLst>
                  <a:ext uri="{FF2B5EF4-FFF2-40B4-BE49-F238E27FC236}">
                    <a16:creationId xmlns:a16="http://schemas.microsoft.com/office/drawing/2014/main" id="{3607A852-2C67-4CB4-84E0-D1105BC6E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2747"/>
                <a:ext cx="25" cy="21"/>
              </a:xfrm>
              <a:custGeom>
                <a:avLst/>
                <a:gdLst>
                  <a:gd name="T0" fmla="*/ 158 w 10"/>
                  <a:gd name="T1" fmla="*/ 144 h 8"/>
                  <a:gd name="T2" fmla="*/ 0 w 10"/>
                  <a:gd name="T3" fmla="*/ 89 h 8"/>
                  <a:gd name="T4" fmla="*/ 145 w 10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7" y="8"/>
                      <a:pt x="3" y="7"/>
                      <a:pt x="0" y="5"/>
                    </a:cubicBezTo>
                    <a:cubicBezTo>
                      <a:pt x="1" y="1"/>
                      <a:pt x="4" y="0"/>
                      <a:pt x="9" y="2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7" name="Freeform 972">
                <a:extLst>
                  <a:ext uri="{FF2B5EF4-FFF2-40B4-BE49-F238E27FC236}">
                    <a16:creationId xmlns:a16="http://schemas.microsoft.com/office/drawing/2014/main" id="{D31E774F-B8EC-41D3-A859-EEDC9DD4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2485"/>
                <a:ext cx="20" cy="24"/>
              </a:xfrm>
              <a:custGeom>
                <a:avLst/>
                <a:gdLst>
                  <a:gd name="T0" fmla="*/ 113 w 8"/>
                  <a:gd name="T1" fmla="*/ 171 h 9"/>
                  <a:gd name="T2" fmla="*/ 20 w 8"/>
                  <a:gd name="T3" fmla="*/ 0 h 9"/>
                  <a:gd name="T4" fmla="*/ 125 w 8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9"/>
                    </a:moveTo>
                    <a:cubicBezTo>
                      <a:pt x="2" y="8"/>
                      <a:pt x="0" y="5"/>
                      <a:pt x="1" y="0"/>
                    </a:cubicBezTo>
                    <a:cubicBezTo>
                      <a:pt x="4" y="0"/>
                      <a:pt x="6" y="1"/>
                      <a:pt x="8" y="3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8" name="Freeform 973">
                <a:extLst>
                  <a:ext uri="{FF2B5EF4-FFF2-40B4-BE49-F238E27FC236}">
                    <a16:creationId xmlns:a16="http://schemas.microsoft.com/office/drawing/2014/main" id="{3F1FC421-AFBC-424E-971B-9EB3FB6BB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120"/>
                <a:ext cx="27" cy="35"/>
              </a:xfrm>
              <a:custGeom>
                <a:avLst/>
                <a:gdLst>
                  <a:gd name="T0" fmla="*/ 91 w 11"/>
                  <a:gd name="T1" fmla="*/ 0 h 13"/>
                  <a:gd name="T2" fmla="*/ 162 w 11"/>
                  <a:gd name="T3" fmla="*/ 197 h 13"/>
                  <a:gd name="T4" fmla="*/ 0 w 11"/>
                  <a:gd name="T5" fmla="*/ 19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cubicBezTo>
                      <a:pt x="7" y="4"/>
                      <a:pt x="9" y="7"/>
                      <a:pt x="11" y="10"/>
                    </a:cubicBezTo>
                    <a:cubicBezTo>
                      <a:pt x="8" y="13"/>
                      <a:pt x="4" y="13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9" name="Freeform 974">
                <a:extLst>
                  <a:ext uri="{FF2B5EF4-FFF2-40B4-BE49-F238E27FC236}">
                    <a16:creationId xmlns:a16="http://schemas.microsoft.com/office/drawing/2014/main" id="{FE9C2287-034A-4423-8089-493E56C9C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181"/>
                <a:ext cx="20" cy="40"/>
              </a:xfrm>
              <a:custGeom>
                <a:avLst/>
                <a:gdLst>
                  <a:gd name="T0" fmla="*/ 113 w 8"/>
                  <a:gd name="T1" fmla="*/ 56 h 15"/>
                  <a:gd name="T2" fmla="*/ 83 w 8"/>
                  <a:gd name="T3" fmla="*/ 35 h 15"/>
                  <a:gd name="T4" fmla="*/ 125 w 8"/>
                  <a:gd name="T5" fmla="*/ 264 h 15"/>
                  <a:gd name="T6" fmla="*/ 0 w 8"/>
                  <a:gd name="T7" fmla="*/ 11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7" y="3"/>
                    </a:moveTo>
                    <a:cubicBezTo>
                      <a:pt x="6" y="0"/>
                      <a:pt x="5" y="0"/>
                      <a:pt x="5" y="2"/>
                    </a:cubicBezTo>
                    <a:cubicBezTo>
                      <a:pt x="7" y="6"/>
                      <a:pt x="8" y="10"/>
                      <a:pt x="8" y="14"/>
                    </a:cubicBezTo>
                    <a:cubicBezTo>
                      <a:pt x="3" y="15"/>
                      <a:pt x="0" y="11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3253" name="Freeform 976">
              <a:extLst>
                <a:ext uri="{FF2B5EF4-FFF2-40B4-BE49-F238E27FC236}">
                  <a16:creationId xmlns:a16="http://schemas.microsoft.com/office/drawing/2014/main" id="{77F66939-F17B-42B9-9DB7-01565AD08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2291"/>
              <a:ext cx="18" cy="21"/>
            </a:xfrm>
            <a:custGeom>
              <a:avLst/>
              <a:gdLst>
                <a:gd name="T0" fmla="*/ 118 w 7"/>
                <a:gd name="T1" fmla="*/ 144 h 8"/>
                <a:gd name="T2" fmla="*/ 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8"/>
                  </a:moveTo>
                  <a:cubicBezTo>
                    <a:pt x="4" y="7"/>
                    <a:pt x="1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4" name="Freeform 977">
              <a:extLst>
                <a:ext uri="{FF2B5EF4-FFF2-40B4-BE49-F238E27FC236}">
                  <a16:creationId xmlns:a16="http://schemas.microsoft.com/office/drawing/2014/main" id="{FB6E9E07-4396-4768-9683-9F95AEA23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181"/>
              <a:ext cx="20" cy="24"/>
            </a:xfrm>
            <a:custGeom>
              <a:avLst/>
              <a:gdLst>
                <a:gd name="T0" fmla="*/ 0 w 8"/>
                <a:gd name="T1" fmla="*/ 56 h 9"/>
                <a:gd name="T2" fmla="*/ 125 w 8"/>
                <a:gd name="T3" fmla="*/ 21 h 9"/>
                <a:gd name="T4" fmla="*/ 0 w 8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2" y="1"/>
                    <a:pt x="5" y="0"/>
                    <a:pt x="8" y="1"/>
                  </a:cubicBezTo>
                  <a:cubicBezTo>
                    <a:pt x="8" y="5"/>
                    <a:pt x="4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5" name="Freeform 978">
              <a:extLst>
                <a:ext uri="{FF2B5EF4-FFF2-40B4-BE49-F238E27FC236}">
                  <a16:creationId xmlns:a16="http://schemas.microsoft.com/office/drawing/2014/main" id="{CB47C8BA-C51B-4B78-985D-A112F3757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168"/>
              <a:ext cx="35" cy="19"/>
            </a:xfrm>
            <a:custGeom>
              <a:avLst/>
              <a:gdLst>
                <a:gd name="T0" fmla="*/ 83 w 14"/>
                <a:gd name="T1" fmla="*/ 141 h 7"/>
                <a:gd name="T2" fmla="*/ 0 w 14"/>
                <a:gd name="T3" fmla="*/ 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5" y="7"/>
                  </a:moveTo>
                  <a:cubicBezTo>
                    <a:pt x="14" y="4"/>
                    <a:pt x="5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6" name="Freeform 979">
              <a:extLst>
                <a:ext uri="{FF2B5EF4-FFF2-40B4-BE49-F238E27FC236}">
                  <a16:creationId xmlns:a16="http://schemas.microsoft.com/office/drawing/2014/main" id="{7F10D5FF-E7F5-424F-AF00-4113AD914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237"/>
              <a:ext cx="40" cy="40"/>
            </a:xfrm>
            <a:custGeom>
              <a:avLst/>
              <a:gdLst>
                <a:gd name="T0" fmla="*/ 188 w 16"/>
                <a:gd name="T1" fmla="*/ 0 h 15"/>
                <a:gd name="T2" fmla="*/ 250 w 16"/>
                <a:gd name="T3" fmla="*/ 5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12" y="0"/>
                  </a:moveTo>
                  <a:cubicBezTo>
                    <a:pt x="0" y="1"/>
                    <a:pt x="12" y="15"/>
                    <a:pt x="16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7" name="Freeform 980">
              <a:extLst>
                <a:ext uri="{FF2B5EF4-FFF2-40B4-BE49-F238E27FC236}">
                  <a16:creationId xmlns:a16="http://schemas.microsoft.com/office/drawing/2014/main" id="{410F9D3C-4E29-4873-AD02-6322DF6B2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323"/>
              <a:ext cx="23" cy="16"/>
            </a:xfrm>
            <a:custGeom>
              <a:avLst/>
              <a:gdLst>
                <a:gd name="T0" fmla="*/ 0 w 9"/>
                <a:gd name="T1" fmla="*/ 77 h 6"/>
                <a:gd name="T2" fmla="*/ 151 w 9"/>
                <a:gd name="T3" fmla="*/ 77 h 6"/>
                <a:gd name="T4" fmla="*/ 33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3" y="6"/>
                    <a:pt x="7" y="6"/>
                    <a:pt x="9" y="4"/>
                  </a:cubicBezTo>
                  <a:cubicBezTo>
                    <a:pt x="8" y="1"/>
                    <a:pt x="5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8" name="Freeform 981">
              <a:extLst>
                <a:ext uri="{FF2B5EF4-FFF2-40B4-BE49-F238E27FC236}">
                  <a16:creationId xmlns:a16="http://schemas.microsoft.com/office/drawing/2014/main" id="{B09D6908-336C-4E8A-A1F0-C5F211FFB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291"/>
              <a:ext cx="12" cy="29"/>
            </a:xfrm>
            <a:custGeom>
              <a:avLst/>
              <a:gdLst>
                <a:gd name="T0" fmla="*/ 0 w 5"/>
                <a:gd name="T1" fmla="*/ 200 h 11"/>
                <a:gd name="T2" fmla="*/ 58 w 5"/>
                <a:gd name="T3" fmla="*/ 21 h 11"/>
                <a:gd name="T4" fmla="*/ 12 w 5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3" y="9"/>
                    <a:pt x="5" y="4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9" name="Freeform 982">
              <a:extLst>
                <a:ext uri="{FF2B5EF4-FFF2-40B4-BE49-F238E27FC236}">
                  <a16:creationId xmlns:a16="http://schemas.microsoft.com/office/drawing/2014/main" id="{D2C56DAE-34FF-42D3-84F6-381FB252A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1405"/>
              <a:ext cx="33" cy="32"/>
            </a:xfrm>
            <a:custGeom>
              <a:avLst/>
              <a:gdLst>
                <a:gd name="T0" fmla="*/ 213 w 13"/>
                <a:gd name="T1" fmla="*/ 205 h 12"/>
                <a:gd name="T2" fmla="*/ 147 w 1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11"/>
                  </a:moveTo>
                  <a:cubicBezTo>
                    <a:pt x="12" y="0"/>
                    <a:pt x="0" y="7"/>
                    <a:pt x="9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0" name="Freeform 983">
              <a:extLst>
                <a:ext uri="{FF2B5EF4-FFF2-40B4-BE49-F238E27FC236}">
                  <a16:creationId xmlns:a16="http://schemas.microsoft.com/office/drawing/2014/main" id="{74623B63-C171-493A-9CB8-F33337EFC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507"/>
              <a:ext cx="23" cy="21"/>
            </a:xfrm>
            <a:custGeom>
              <a:avLst/>
              <a:gdLst>
                <a:gd name="T0" fmla="*/ 151 w 9"/>
                <a:gd name="T1" fmla="*/ 89 h 8"/>
                <a:gd name="T2" fmla="*/ 66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5"/>
                  </a:moveTo>
                  <a:cubicBezTo>
                    <a:pt x="5" y="8"/>
                    <a:pt x="0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1" name="Freeform 984">
              <a:extLst>
                <a:ext uri="{FF2B5EF4-FFF2-40B4-BE49-F238E27FC236}">
                  <a16:creationId xmlns:a16="http://schemas.microsoft.com/office/drawing/2014/main" id="{E770B4B6-B128-4225-894F-AD9B21ED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477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2" name="Freeform 985">
              <a:extLst>
                <a:ext uri="{FF2B5EF4-FFF2-40B4-BE49-F238E27FC236}">
                  <a16:creationId xmlns:a16="http://schemas.microsoft.com/office/drawing/2014/main" id="{1A586ADD-1419-4685-8B05-F52852C8F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493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95 w 6"/>
                <a:gd name="T3" fmla="*/ 38 h 7"/>
                <a:gd name="T4" fmla="*/ 20 w 6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6"/>
                    <a:pt x="5" y="5"/>
                    <a:pt x="6" y="2"/>
                  </a:cubicBezTo>
                  <a:cubicBezTo>
                    <a:pt x="5" y="1"/>
                    <a:pt x="3" y="0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3" name="Freeform 986">
              <a:extLst>
                <a:ext uri="{FF2B5EF4-FFF2-40B4-BE49-F238E27FC236}">
                  <a16:creationId xmlns:a16="http://schemas.microsoft.com/office/drawing/2014/main" id="{0581B62A-62A5-4D4A-B05C-26EA51043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205"/>
              <a:ext cx="12" cy="24"/>
            </a:xfrm>
            <a:custGeom>
              <a:avLst/>
              <a:gdLst>
                <a:gd name="T0" fmla="*/ 0 w 5"/>
                <a:gd name="T1" fmla="*/ 0 h 9"/>
                <a:gd name="T2" fmla="*/ 7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0" y="4"/>
                    <a:pt x="2" y="7"/>
                    <a:pt x="5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4" name="Freeform 987">
              <a:extLst>
                <a:ext uri="{FF2B5EF4-FFF2-40B4-BE49-F238E27FC236}">
                  <a16:creationId xmlns:a16="http://schemas.microsoft.com/office/drawing/2014/main" id="{ADDB6DF3-C9A9-47FB-95A8-FDA1D0C24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264"/>
              <a:ext cx="45" cy="29"/>
            </a:xfrm>
            <a:custGeom>
              <a:avLst/>
              <a:gdLst>
                <a:gd name="T0" fmla="*/ 175 w 18"/>
                <a:gd name="T1" fmla="*/ 200 h 11"/>
                <a:gd name="T2" fmla="*/ 113 w 18"/>
                <a:gd name="T3" fmla="*/ 16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1" y="11"/>
                  </a:moveTo>
                  <a:cubicBezTo>
                    <a:pt x="18" y="0"/>
                    <a:pt x="0" y="1"/>
                    <a:pt x="7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5" name="Freeform 988">
              <a:extLst>
                <a:ext uri="{FF2B5EF4-FFF2-40B4-BE49-F238E27FC236}">
                  <a16:creationId xmlns:a16="http://schemas.microsoft.com/office/drawing/2014/main" id="{1E44CE45-9762-4AF2-9003-F76E91FAD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248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35 h 6"/>
                <a:gd name="T4" fmla="*/ 0 w 8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5" y="1"/>
                    <a:pt x="8" y="2"/>
                  </a:cubicBezTo>
                  <a:cubicBezTo>
                    <a:pt x="7" y="6"/>
                    <a:pt x="3" y="6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6" name="Freeform 989">
              <a:extLst>
                <a:ext uri="{FF2B5EF4-FFF2-40B4-BE49-F238E27FC236}">
                  <a16:creationId xmlns:a16="http://schemas.microsoft.com/office/drawing/2014/main" id="{DEC608B3-D93D-441A-AB88-670186166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251"/>
              <a:ext cx="22" cy="24"/>
            </a:xfrm>
            <a:custGeom>
              <a:avLst/>
              <a:gdLst>
                <a:gd name="T0" fmla="*/ 132 w 9"/>
                <a:gd name="T1" fmla="*/ 115 h 9"/>
                <a:gd name="T2" fmla="*/ 42 w 9"/>
                <a:gd name="T3" fmla="*/ 0 h 9"/>
                <a:gd name="T4" fmla="*/ 90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6"/>
                  </a:moveTo>
                  <a:cubicBezTo>
                    <a:pt x="8" y="3"/>
                    <a:pt x="6" y="0"/>
                    <a:pt x="3" y="0"/>
                  </a:cubicBezTo>
                  <a:cubicBezTo>
                    <a:pt x="0" y="3"/>
                    <a:pt x="3" y="7"/>
                    <a:pt x="6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7" name="Freeform 990">
              <a:extLst>
                <a:ext uri="{FF2B5EF4-FFF2-40B4-BE49-F238E27FC236}">
                  <a16:creationId xmlns:a16="http://schemas.microsoft.com/office/drawing/2014/main" id="{AA5EC360-2188-4038-A82D-186A89B37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224"/>
              <a:ext cx="30" cy="32"/>
            </a:xfrm>
            <a:custGeom>
              <a:avLst/>
              <a:gdLst>
                <a:gd name="T0" fmla="*/ 158 w 12"/>
                <a:gd name="T1" fmla="*/ 0 h 12"/>
                <a:gd name="T2" fmla="*/ 33 w 12"/>
                <a:gd name="T3" fmla="*/ 93 h 12"/>
                <a:gd name="T4" fmla="*/ 175 w 12"/>
                <a:gd name="T5" fmla="*/ 93 h 12"/>
                <a:gd name="T6" fmla="*/ 0 w 12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0" y="0"/>
                  </a:moveTo>
                  <a:cubicBezTo>
                    <a:pt x="6" y="0"/>
                    <a:pt x="1" y="0"/>
                    <a:pt x="2" y="5"/>
                  </a:cubicBezTo>
                  <a:cubicBezTo>
                    <a:pt x="5" y="5"/>
                    <a:pt x="8" y="4"/>
                    <a:pt x="11" y="5"/>
                  </a:cubicBezTo>
                  <a:cubicBezTo>
                    <a:pt x="12" y="11"/>
                    <a:pt x="4" y="12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8" name="Freeform 991">
              <a:extLst>
                <a:ext uri="{FF2B5EF4-FFF2-40B4-BE49-F238E27FC236}">
                  <a16:creationId xmlns:a16="http://schemas.microsoft.com/office/drawing/2014/main" id="{78E48154-9DB5-4CF6-AA5C-F356A2B83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333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2" y="4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9" name="Freeform 992">
              <a:extLst>
                <a:ext uri="{FF2B5EF4-FFF2-40B4-BE49-F238E27FC236}">
                  <a16:creationId xmlns:a16="http://schemas.microsoft.com/office/drawing/2014/main" id="{7A8C9CD7-1632-4E85-B39D-DA4B9636C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381"/>
              <a:ext cx="15" cy="16"/>
            </a:xfrm>
            <a:custGeom>
              <a:avLst/>
              <a:gdLst>
                <a:gd name="T0" fmla="*/ 95 w 6"/>
                <a:gd name="T1" fmla="*/ 0 h 6"/>
                <a:gd name="T2" fmla="*/ 0 w 6"/>
                <a:gd name="T3" fmla="*/ 77 h 6"/>
                <a:gd name="T4" fmla="*/ 63 w 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0"/>
                    <a:pt x="0" y="1"/>
                    <a:pt x="0" y="4"/>
                  </a:cubicBezTo>
                  <a:cubicBezTo>
                    <a:pt x="1" y="5"/>
                    <a:pt x="2" y="6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0" name="Freeform 993">
              <a:extLst>
                <a:ext uri="{FF2B5EF4-FFF2-40B4-BE49-F238E27FC236}">
                  <a16:creationId xmlns:a16="http://schemas.microsoft.com/office/drawing/2014/main" id="{561403C8-06EF-4839-8AA4-D43A3565B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443"/>
              <a:ext cx="53" cy="56"/>
            </a:xfrm>
            <a:custGeom>
              <a:avLst/>
              <a:gdLst>
                <a:gd name="T0" fmla="*/ 0 w 21"/>
                <a:gd name="T1" fmla="*/ 397 h 21"/>
                <a:gd name="T2" fmla="*/ 20 w 21"/>
                <a:gd name="T3" fmla="*/ 264 h 21"/>
                <a:gd name="T4" fmla="*/ 126 w 21"/>
                <a:gd name="T5" fmla="*/ 376 h 21"/>
                <a:gd name="T6" fmla="*/ 146 w 21"/>
                <a:gd name="T7" fmla="*/ 205 h 21"/>
                <a:gd name="T8" fmla="*/ 288 w 2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0" y="21"/>
                  </a:moveTo>
                  <a:cubicBezTo>
                    <a:pt x="1" y="18"/>
                    <a:pt x="0" y="16"/>
                    <a:pt x="1" y="14"/>
                  </a:cubicBezTo>
                  <a:cubicBezTo>
                    <a:pt x="2" y="15"/>
                    <a:pt x="5" y="21"/>
                    <a:pt x="8" y="20"/>
                  </a:cubicBezTo>
                  <a:cubicBezTo>
                    <a:pt x="11" y="20"/>
                    <a:pt x="10" y="13"/>
                    <a:pt x="9" y="11"/>
                  </a:cubicBezTo>
                  <a:cubicBezTo>
                    <a:pt x="21" y="21"/>
                    <a:pt x="20" y="10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1" name="Freeform 994">
              <a:extLst>
                <a:ext uri="{FF2B5EF4-FFF2-40B4-BE49-F238E27FC236}">
                  <a16:creationId xmlns:a16="http://schemas.microsoft.com/office/drawing/2014/main" id="{5DB6EF1C-9069-4F06-AB46-B827A2A6E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483"/>
              <a:ext cx="35" cy="90"/>
            </a:xfrm>
            <a:custGeom>
              <a:avLst/>
              <a:gdLst>
                <a:gd name="T0" fmla="*/ 95 w 14"/>
                <a:gd name="T1" fmla="*/ 630 h 34"/>
                <a:gd name="T2" fmla="*/ 158 w 14"/>
                <a:gd name="T3" fmla="*/ 553 h 34"/>
                <a:gd name="T4" fmla="*/ 83 w 14"/>
                <a:gd name="T5" fmla="*/ 553 h 34"/>
                <a:gd name="T6" fmla="*/ 33 w 14"/>
                <a:gd name="T7" fmla="*/ 408 h 34"/>
                <a:gd name="T8" fmla="*/ 0 w 14"/>
                <a:gd name="T9" fmla="*/ 11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4">
                  <a:moveTo>
                    <a:pt x="6" y="34"/>
                  </a:moveTo>
                  <a:cubicBezTo>
                    <a:pt x="8" y="33"/>
                    <a:pt x="9" y="31"/>
                    <a:pt x="10" y="30"/>
                  </a:cubicBezTo>
                  <a:cubicBezTo>
                    <a:pt x="9" y="30"/>
                    <a:pt x="6" y="30"/>
                    <a:pt x="5" y="30"/>
                  </a:cubicBezTo>
                  <a:cubicBezTo>
                    <a:pt x="11" y="22"/>
                    <a:pt x="14" y="20"/>
                    <a:pt x="2" y="22"/>
                  </a:cubicBezTo>
                  <a:cubicBezTo>
                    <a:pt x="4" y="18"/>
                    <a:pt x="13" y="0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2" name="Freeform 995">
              <a:extLst>
                <a:ext uri="{FF2B5EF4-FFF2-40B4-BE49-F238E27FC236}">
                  <a16:creationId xmlns:a16="http://schemas.microsoft.com/office/drawing/2014/main" id="{97481FB9-69CB-480E-BB95-D3EF6551A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595"/>
              <a:ext cx="45" cy="45"/>
            </a:xfrm>
            <a:custGeom>
              <a:avLst/>
              <a:gdLst>
                <a:gd name="T0" fmla="*/ 270 w 18"/>
                <a:gd name="T1" fmla="*/ 315 h 17"/>
                <a:gd name="T2" fmla="*/ 270 w 18"/>
                <a:gd name="T3" fmla="*/ 132 h 17"/>
                <a:gd name="T4" fmla="*/ 188 w 18"/>
                <a:gd name="T5" fmla="*/ 259 h 17"/>
                <a:gd name="T6" fmla="*/ 125 w 18"/>
                <a:gd name="T7" fmla="*/ 111 h 17"/>
                <a:gd name="T8" fmla="*/ 0 w 18"/>
                <a:gd name="T9" fmla="*/ 3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7"/>
                  </a:moveTo>
                  <a:cubicBezTo>
                    <a:pt x="18" y="14"/>
                    <a:pt x="18" y="10"/>
                    <a:pt x="17" y="7"/>
                  </a:cubicBezTo>
                  <a:cubicBezTo>
                    <a:pt x="15" y="8"/>
                    <a:pt x="13" y="12"/>
                    <a:pt x="12" y="14"/>
                  </a:cubicBezTo>
                  <a:cubicBezTo>
                    <a:pt x="11" y="12"/>
                    <a:pt x="10" y="7"/>
                    <a:pt x="8" y="6"/>
                  </a:cubicBezTo>
                  <a:cubicBezTo>
                    <a:pt x="0" y="0"/>
                    <a:pt x="0" y="12"/>
                    <a:pt x="0" y="1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3" name="Freeform 996">
              <a:extLst>
                <a:ext uri="{FF2B5EF4-FFF2-40B4-BE49-F238E27FC236}">
                  <a16:creationId xmlns:a16="http://schemas.microsoft.com/office/drawing/2014/main" id="{4F287B9B-8E65-483E-B72B-28122E106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779"/>
              <a:ext cx="27" cy="37"/>
            </a:xfrm>
            <a:custGeom>
              <a:avLst/>
              <a:gdLst>
                <a:gd name="T0" fmla="*/ 0 w 11"/>
                <a:gd name="T1" fmla="*/ 77 h 14"/>
                <a:gd name="T2" fmla="*/ 42 w 1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4"/>
                  </a:moveTo>
                  <a:cubicBezTo>
                    <a:pt x="2" y="14"/>
                    <a:pt x="11" y="5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4" name="Freeform 997">
              <a:extLst>
                <a:ext uri="{FF2B5EF4-FFF2-40B4-BE49-F238E27FC236}">
                  <a16:creationId xmlns:a16="http://schemas.microsoft.com/office/drawing/2014/main" id="{BCA0ACB4-9F9F-480D-AC27-410A992B7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696"/>
              <a:ext cx="13" cy="3"/>
            </a:xfrm>
            <a:custGeom>
              <a:avLst/>
              <a:gdLst>
                <a:gd name="T0" fmla="*/ 0 w 5"/>
                <a:gd name="T1" fmla="*/ 27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5" name="Freeform 998">
              <a:extLst>
                <a:ext uri="{FF2B5EF4-FFF2-40B4-BE49-F238E27FC236}">
                  <a16:creationId xmlns:a16="http://schemas.microsoft.com/office/drawing/2014/main" id="{D3F7B9C7-390E-4F1C-87F9-6EB71A50C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744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3"/>
                    <a:pt x="2" y="5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6" name="Freeform 999">
              <a:extLst>
                <a:ext uri="{FF2B5EF4-FFF2-40B4-BE49-F238E27FC236}">
                  <a16:creationId xmlns:a16="http://schemas.microsoft.com/office/drawing/2014/main" id="{EA294F1F-547A-4D03-8D96-F625E1ABF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771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7" name="Freeform 1000">
              <a:extLst>
                <a:ext uri="{FF2B5EF4-FFF2-40B4-BE49-F238E27FC236}">
                  <a16:creationId xmlns:a16="http://schemas.microsoft.com/office/drawing/2014/main" id="{C609C46F-4675-4067-BA7F-8BAD5F290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1821"/>
              <a:ext cx="23" cy="32"/>
            </a:xfrm>
            <a:custGeom>
              <a:avLst/>
              <a:gdLst>
                <a:gd name="T0" fmla="*/ 0 w 9"/>
                <a:gd name="T1" fmla="*/ 136 h 12"/>
                <a:gd name="T2" fmla="*/ 66 w 9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7"/>
                  </a:moveTo>
                  <a:cubicBezTo>
                    <a:pt x="7" y="0"/>
                    <a:pt x="9" y="6"/>
                    <a:pt x="4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8" name="Freeform 1001">
              <a:extLst>
                <a:ext uri="{FF2B5EF4-FFF2-40B4-BE49-F238E27FC236}">
                  <a16:creationId xmlns:a16="http://schemas.microsoft.com/office/drawing/2014/main" id="{F0DE76E6-05BE-4938-AD62-85085E1BB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845"/>
              <a:ext cx="20" cy="19"/>
            </a:xfrm>
            <a:custGeom>
              <a:avLst/>
              <a:gdLst>
                <a:gd name="T0" fmla="*/ 0 w 8"/>
                <a:gd name="T1" fmla="*/ 0 h 7"/>
                <a:gd name="T2" fmla="*/ 125 w 8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3" y="2"/>
                    <a:pt x="6" y="4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9" name="Freeform 1002">
              <a:extLst>
                <a:ext uri="{FF2B5EF4-FFF2-40B4-BE49-F238E27FC236}">
                  <a16:creationId xmlns:a16="http://schemas.microsoft.com/office/drawing/2014/main" id="{ED5A0634-EEF6-4BF7-BC43-35B18BAA8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904"/>
              <a:ext cx="18" cy="24"/>
            </a:xfrm>
            <a:custGeom>
              <a:avLst/>
              <a:gdLst>
                <a:gd name="T0" fmla="*/ 67 w 7"/>
                <a:gd name="T1" fmla="*/ 0 h 9"/>
                <a:gd name="T2" fmla="*/ 21 w 7"/>
                <a:gd name="T3" fmla="*/ 149 h 9"/>
                <a:gd name="T4" fmla="*/ 118 w 7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2"/>
                    <a:pt x="0" y="6"/>
                    <a:pt x="1" y="8"/>
                  </a:cubicBezTo>
                  <a:cubicBezTo>
                    <a:pt x="3" y="9"/>
                    <a:pt x="5" y="8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0" name="Freeform 1003">
              <a:extLst>
                <a:ext uri="{FF2B5EF4-FFF2-40B4-BE49-F238E27FC236}">
                  <a16:creationId xmlns:a16="http://schemas.microsoft.com/office/drawing/2014/main" id="{05AC39DF-F86B-4408-BEAB-70AFA5129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043"/>
              <a:ext cx="17" cy="24"/>
            </a:xfrm>
            <a:custGeom>
              <a:avLst/>
              <a:gdLst>
                <a:gd name="T0" fmla="*/ 58 w 7"/>
                <a:gd name="T1" fmla="*/ 0 h 9"/>
                <a:gd name="T2" fmla="*/ 70 w 7"/>
                <a:gd name="T3" fmla="*/ 171 h 9"/>
                <a:gd name="T4" fmla="*/ 0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6" y="3"/>
                    <a:pt x="7" y="6"/>
                    <a:pt x="5" y="9"/>
                  </a:cubicBezTo>
                  <a:cubicBezTo>
                    <a:pt x="2" y="8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1" name="Freeform 1004">
              <a:extLst>
                <a:ext uri="{FF2B5EF4-FFF2-40B4-BE49-F238E27FC236}">
                  <a16:creationId xmlns:a16="http://schemas.microsoft.com/office/drawing/2014/main" id="{4414B73D-9BA5-44BB-B3C2-2668B9FFF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155"/>
              <a:ext cx="18" cy="29"/>
            </a:xfrm>
            <a:custGeom>
              <a:avLst/>
              <a:gdLst>
                <a:gd name="T0" fmla="*/ 0 w 7"/>
                <a:gd name="T1" fmla="*/ 166 h 11"/>
                <a:gd name="T2" fmla="*/ 67 w 7"/>
                <a:gd name="T3" fmla="*/ 0 h 11"/>
                <a:gd name="T4" fmla="*/ 33 w 7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9"/>
                  </a:moveTo>
                  <a:cubicBezTo>
                    <a:pt x="1" y="6"/>
                    <a:pt x="0" y="1"/>
                    <a:pt x="4" y="0"/>
                  </a:cubicBezTo>
                  <a:cubicBezTo>
                    <a:pt x="7" y="3"/>
                    <a:pt x="5" y="8"/>
                    <a:pt x="2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2" name="Freeform 1005">
              <a:extLst>
                <a:ext uri="{FF2B5EF4-FFF2-40B4-BE49-F238E27FC236}">
                  <a16:creationId xmlns:a16="http://schemas.microsoft.com/office/drawing/2014/main" id="{166D4189-FF89-445E-9765-D21DFCBB4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261"/>
              <a:ext cx="5" cy="22"/>
            </a:xfrm>
            <a:custGeom>
              <a:avLst/>
              <a:gdLst>
                <a:gd name="T0" fmla="*/ 33 w 2"/>
                <a:gd name="T1" fmla="*/ 0 h 8"/>
                <a:gd name="T2" fmla="*/ 20 w 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1" y="3"/>
                    <a:pt x="0" y="5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3" name="Freeform 1006">
              <a:extLst>
                <a:ext uri="{FF2B5EF4-FFF2-40B4-BE49-F238E27FC236}">
                  <a16:creationId xmlns:a16="http://schemas.microsoft.com/office/drawing/2014/main" id="{6BD35B9A-707A-4CDD-AC7B-1DD2BFEA3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589"/>
              <a:ext cx="23" cy="43"/>
            </a:xfrm>
            <a:custGeom>
              <a:avLst/>
              <a:gdLst>
                <a:gd name="T0" fmla="*/ 51 w 9"/>
                <a:gd name="T1" fmla="*/ 0 h 16"/>
                <a:gd name="T2" fmla="*/ 130 w 9"/>
                <a:gd name="T3" fmla="*/ 175 h 16"/>
                <a:gd name="T4" fmla="*/ 0 w 9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3" y="0"/>
                  </a:moveTo>
                  <a:cubicBezTo>
                    <a:pt x="3" y="5"/>
                    <a:pt x="9" y="4"/>
                    <a:pt x="8" y="9"/>
                  </a:cubicBezTo>
                  <a:cubicBezTo>
                    <a:pt x="6" y="16"/>
                    <a:pt x="1" y="4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4" name="Freeform 1007">
              <a:extLst>
                <a:ext uri="{FF2B5EF4-FFF2-40B4-BE49-F238E27FC236}">
                  <a16:creationId xmlns:a16="http://schemas.microsoft.com/office/drawing/2014/main" id="{785AD83F-7524-4B5D-A4D0-26C98E701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2629"/>
              <a:ext cx="17" cy="27"/>
            </a:xfrm>
            <a:custGeom>
              <a:avLst/>
              <a:gdLst>
                <a:gd name="T0" fmla="*/ 0 w 7"/>
                <a:gd name="T1" fmla="*/ 197 h 10"/>
                <a:gd name="T2" fmla="*/ 100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5" name="Freeform 1008">
              <a:extLst>
                <a:ext uri="{FF2B5EF4-FFF2-40B4-BE49-F238E27FC236}">
                  <a16:creationId xmlns:a16="http://schemas.microsoft.com/office/drawing/2014/main" id="{32A504F8-DBA8-460A-BC0E-9F7A75552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651"/>
              <a:ext cx="8" cy="5"/>
            </a:xfrm>
            <a:custGeom>
              <a:avLst/>
              <a:gdLst>
                <a:gd name="T0" fmla="*/ 0 w 3"/>
                <a:gd name="T1" fmla="*/ 33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6" name="Freeform 1009">
              <a:extLst>
                <a:ext uri="{FF2B5EF4-FFF2-40B4-BE49-F238E27FC236}">
                  <a16:creationId xmlns:a16="http://schemas.microsoft.com/office/drawing/2014/main" id="{8B61EF64-4B50-4888-9D5F-38567E2F1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699"/>
              <a:ext cx="22" cy="32"/>
            </a:xfrm>
            <a:custGeom>
              <a:avLst/>
              <a:gdLst>
                <a:gd name="T0" fmla="*/ 132 w 9"/>
                <a:gd name="T1" fmla="*/ 192 h 12"/>
                <a:gd name="T2" fmla="*/ 90 w 9"/>
                <a:gd name="T3" fmla="*/ 0 h 12"/>
                <a:gd name="T4" fmla="*/ 29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9" y="10"/>
                  </a:moveTo>
                  <a:cubicBezTo>
                    <a:pt x="7" y="7"/>
                    <a:pt x="9" y="2"/>
                    <a:pt x="6" y="0"/>
                  </a:cubicBezTo>
                  <a:cubicBezTo>
                    <a:pt x="1" y="2"/>
                    <a:pt x="0" y="8"/>
                    <a:pt x="2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7" name="Freeform 1010">
              <a:extLst>
                <a:ext uri="{FF2B5EF4-FFF2-40B4-BE49-F238E27FC236}">
                  <a16:creationId xmlns:a16="http://schemas.microsoft.com/office/drawing/2014/main" id="{7A5E2F13-C17F-45BB-828C-70C7451B4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763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8" name="Freeform 1011">
              <a:extLst>
                <a:ext uri="{FF2B5EF4-FFF2-40B4-BE49-F238E27FC236}">
                  <a16:creationId xmlns:a16="http://schemas.microsoft.com/office/drawing/2014/main" id="{C2ED64BE-826C-49E5-97DD-D36531241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720"/>
              <a:ext cx="28" cy="53"/>
            </a:xfrm>
            <a:custGeom>
              <a:avLst/>
              <a:gdLst>
                <a:gd name="T0" fmla="*/ 51 w 11"/>
                <a:gd name="T1" fmla="*/ 371 h 20"/>
                <a:gd name="T2" fmla="*/ 150 w 11"/>
                <a:gd name="T3" fmla="*/ 239 h 20"/>
                <a:gd name="T4" fmla="*/ 20 w 11"/>
                <a:gd name="T5" fmla="*/ 281 h 20"/>
                <a:gd name="T6" fmla="*/ 130 w 11"/>
                <a:gd name="T7" fmla="*/ 111 h 20"/>
                <a:gd name="T8" fmla="*/ 0 w 11"/>
                <a:gd name="T9" fmla="*/ 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3" y="20"/>
                  </a:moveTo>
                  <a:cubicBezTo>
                    <a:pt x="5" y="19"/>
                    <a:pt x="11" y="17"/>
                    <a:pt x="9" y="13"/>
                  </a:cubicBezTo>
                  <a:cubicBezTo>
                    <a:pt x="6" y="13"/>
                    <a:pt x="4" y="14"/>
                    <a:pt x="1" y="15"/>
                  </a:cubicBezTo>
                  <a:cubicBezTo>
                    <a:pt x="3" y="12"/>
                    <a:pt x="8" y="10"/>
                    <a:pt x="8" y="6"/>
                  </a:cubicBezTo>
                  <a:cubicBezTo>
                    <a:pt x="8" y="1"/>
                    <a:pt x="4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9" name="Freeform 1012">
              <a:extLst>
                <a:ext uri="{FF2B5EF4-FFF2-40B4-BE49-F238E27FC236}">
                  <a16:creationId xmlns:a16="http://schemas.microsoft.com/office/drawing/2014/main" id="{0AB8E7DF-50FE-4C06-99AA-8C24E2AF9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973"/>
              <a:ext cx="13" cy="6"/>
            </a:xfrm>
            <a:custGeom>
              <a:avLst/>
              <a:gdLst>
                <a:gd name="T0" fmla="*/ 0 w 5"/>
                <a:gd name="T1" fmla="*/ 54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0" name="Freeform 1013">
              <a:extLst>
                <a:ext uri="{FF2B5EF4-FFF2-40B4-BE49-F238E27FC236}">
                  <a16:creationId xmlns:a16="http://schemas.microsoft.com/office/drawing/2014/main" id="{6C954F88-B3A8-4BF0-817E-B90E2F899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005"/>
              <a:ext cx="20" cy="22"/>
            </a:xfrm>
            <a:custGeom>
              <a:avLst/>
              <a:gdLst>
                <a:gd name="T0" fmla="*/ 125 w 8"/>
                <a:gd name="T1" fmla="*/ 143 h 8"/>
                <a:gd name="T2" fmla="*/ 63 w 8"/>
                <a:gd name="T3" fmla="*/ 0 h 8"/>
                <a:gd name="T4" fmla="*/ 33 w 8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7"/>
                  </a:moveTo>
                  <a:cubicBezTo>
                    <a:pt x="8" y="4"/>
                    <a:pt x="7" y="1"/>
                    <a:pt x="4" y="0"/>
                  </a:cubicBezTo>
                  <a:cubicBezTo>
                    <a:pt x="1" y="2"/>
                    <a:pt x="0" y="5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1" name="Freeform 1014">
              <a:extLst>
                <a:ext uri="{FF2B5EF4-FFF2-40B4-BE49-F238E27FC236}">
                  <a16:creationId xmlns:a16="http://schemas.microsoft.com/office/drawing/2014/main" id="{E07AE36E-8AD3-4C00-A7A0-9699D84D4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3088"/>
              <a:ext cx="3" cy="11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2" name="Freeform 1015">
              <a:extLst>
                <a:ext uri="{FF2B5EF4-FFF2-40B4-BE49-F238E27FC236}">
                  <a16:creationId xmlns:a16="http://schemas.microsoft.com/office/drawing/2014/main" id="{03A998CE-E28A-4924-946E-B42076FFE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3229"/>
              <a:ext cx="10" cy="14"/>
            </a:xfrm>
            <a:custGeom>
              <a:avLst/>
              <a:gdLst>
                <a:gd name="T0" fmla="*/ 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3" name="Freeform 1016">
              <a:extLst>
                <a:ext uri="{FF2B5EF4-FFF2-40B4-BE49-F238E27FC236}">
                  <a16:creationId xmlns:a16="http://schemas.microsoft.com/office/drawing/2014/main" id="{DA8574AF-912D-41D4-A477-1CB337827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3048"/>
              <a:ext cx="35" cy="29"/>
            </a:xfrm>
            <a:custGeom>
              <a:avLst/>
              <a:gdLst>
                <a:gd name="T0" fmla="*/ 220 w 14"/>
                <a:gd name="T1" fmla="*/ 145 h 11"/>
                <a:gd name="T2" fmla="*/ 125 w 1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14" y="8"/>
                  </a:moveTo>
                  <a:cubicBezTo>
                    <a:pt x="9" y="0"/>
                    <a:pt x="0" y="7"/>
                    <a:pt x="8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4" name="Freeform 1017">
              <a:extLst>
                <a:ext uri="{FF2B5EF4-FFF2-40B4-BE49-F238E27FC236}">
                  <a16:creationId xmlns:a16="http://schemas.microsoft.com/office/drawing/2014/main" id="{B19D47D0-AA17-4E9B-B54B-22FA8E1C1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811"/>
              <a:ext cx="32" cy="32"/>
            </a:xfrm>
            <a:custGeom>
              <a:avLst/>
              <a:gdLst>
                <a:gd name="T0" fmla="*/ 0 w 13"/>
                <a:gd name="T1" fmla="*/ 115 h 12"/>
                <a:gd name="T2" fmla="*/ 62 w 13"/>
                <a:gd name="T3" fmla="*/ 192 h 12"/>
                <a:gd name="T4" fmla="*/ 74 w 13"/>
                <a:gd name="T5" fmla="*/ 21 h 12"/>
                <a:gd name="T6" fmla="*/ 133 w 13"/>
                <a:gd name="T7" fmla="*/ 171 h 12"/>
                <a:gd name="T8" fmla="*/ 194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0" y="6"/>
                  </a:moveTo>
                  <a:cubicBezTo>
                    <a:pt x="0" y="9"/>
                    <a:pt x="1" y="12"/>
                    <a:pt x="4" y="10"/>
                  </a:cubicBezTo>
                  <a:cubicBezTo>
                    <a:pt x="6" y="9"/>
                    <a:pt x="4" y="3"/>
                    <a:pt x="5" y="1"/>
                  </a:cubicBezTo>
                  <a:cubicBezTo>
                    <a:pt x="7" y="3"/>
                    <a:pt x="6" y="8"/>
                    <a:pt x="9" y="9"/>
                  </a:cubicBezTo>
                  <a:cubicBezTo>
                    <a:pt x="13" y="9"/>
                    <a:pt x="13" y="2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5" name="Freeform 1018">
              <a:extLst>
                <a:ext uri="{FF2B5EF4-FFF2-40B4-BE49-F238E27FC236}">
                  <a16:creationId xmlns:a16="http://schemas.microsoft.com/office/drawing/2014/main" id="{B8C1EEF5-904A-4016-A524-A047A9917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096"/>
              <a:ext cx="12" cy="5"/>
            </a:xfrm>
            <a:custGeom>
              <a:avLst/>
              <a:gdLst>
                <a:gd name="T0" fmla="*/ 70 w 5"/>
                <a:gd name="T1" fmla="*/ 0 h 2"/>
                <a:gd name="T2" fmla="*/ 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6" name="Freeform 1019">
              <a:extLst>
                <a:ext uri="{FF2B5EF4-FFF2-40B4-BE49-F238E27FC236}">
                  <a16:creationId xmlns:a16="http://schemas.microsoft.com/office/drawing/2014/main" id="{9F9D901E-FBAE-4C19-9411-E672333F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56"/>
              <a:ext cx="2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8 w 1"/>
                <a:gd name="T5" fmla="*/ 21 h 3"/>
                <a:gd name="T6" fmla="*/ 8 w 1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1" y="3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7" name="Freeform 1020">
              <a:extLst>
                <a:ext uri="{FF2B5EF4-FFF2-40B4-BE49-F238E27FC236}">
                  <a16:creationId xmlns:a16="http://schemas.microsoft.com/office/drawing/2014/main" id="{7F4CDD81-5E3D-4481-B318-64934ACEF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872"/>
              <a:ext cx="1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8" name="Freeform 1021">
              <a:extLst>
                <a:ext uri="{FF2B5EF4-FFF2-40B4-BE49-F238E27FC236}">
                  <a16:creationId xmlns:a16="http://schemas.microsoft.com/office/drawing/2014/main" id="{CDB0436A-6FD9-4FBB-B4CA-3F88AF6BA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184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9" name="Freeform 1022">
              <a:extLst>
                <a:ext uri="{FF2B5EF4-FFF2-40B4-BE49-F238E27FC236}">
                  <a16:creationId xmlns:a16="http://schemas.microsoft.com/office/drawing/2014/main" id="{1A85BB29-1225-4562-9A18-712835CE7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843"/>
              <a:ext cx="5" cy="2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8 h 1"/>
                <a:gd name="T4" fmla="*/ 20 w 2"/>
                <a:gd name="T5" fmla="*/ 0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0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0" name="Freeform 1023">
              <a:extLst>
                <a:ext uri="{FF2B5EF4-FFF2-40B4-BE49-F238E27FC236}">
                  <a16:creationId xmlns:a16="http://schemas.microsoft.com/office/drawing/2014/main" id="{1DF53D42-1385-463F-BDD6-1DF5D4F4D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85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1" name="Freeform 1024">
              <a:extLst>
                <a:ext uri="{FF2B5EF4-FFF2-40B4-BE49-F238E27FC236}">
                  <a16:creationId xmlns:a16="http://schemas.microsoft.com/office/drawing/2014/main" id="{0EC9DFA2-DFEA-40A5-B506-703CE51F4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867"/>
              <a:ext cx="5" cy="2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8 h 1"/>
                <a:gd name="T4" fmla="*/ 20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2" y="0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2" name="Freeform 1025">
              <a:extLst>
                <a:ext uri="{FF2B5EF4-FFF2-40B4-BE49-F238E27FC236}">
                  <a16:creationId xmlns:a16="http://schemas.microsoft.com/office/drawing/2014/main" id="{1108DDA7-BB7B-4EA6-ADD2-5A0618C89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843"/>
              <a:ext cx="3" cy="5"/>
            </a:xfrm>
            <a:custGeom>
              <a:avLst/>
              <a:gdLst>
                <a:gd name="T0" fmla="*/ 27 w 1"/>
                <a:gd name="T1" fmla="*/ 0 h 2"/>
                <a:gd name="T2" fmla="*/ 0 w 1"/>
                <a:gd name="T3" fmla="*/ 33 h 2"/>
                <a:gd name="T4" fmla="*/ 27 w 1"/>
                <a:gd name="T5" fmla="*/ 20 h 2"/>
                <a:gd name="T6" fmla="*/ 27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3" name="Freeform 1026">
              <a:extLst>
                <a:ext uri="{FF2B5EF4-FFF2-40B4-BE49-F238E27FC236}">
                  <a16:creationId xmlns:a16="http://schemas.microsoft.com/office/drawing/2014/main" id="{28884194-8189-4B9E-A67E-41ED86130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837"/>
              <a:ext cx="2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4" name="Freeform 1027">
              <a:extLst>
                <a:ext uri="{FF2B5EF4-FFF2-40B4-BE49-F238E27FC236}">
                  <a16:creationId xmlns:a16="http://schemas.microsoft.com/office/drawing/2014/main" id="{AF55D375-B09A-4063-9A62-BC1C9A6C7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1861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5" name="Freeform 1028">
              <a:extLst>
                <a:ext uri="{FF2B5EF4-FFF2-40B4-BE49-F238E27FC236}">
                  <a16:creationId xmlns:a16="http://schemas.microsoft.com/office/drawing/2014/main" id="{31F75FEE-131C-4B42-A23D-26E50FAF2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880"/>
              <a:ext cx="5" cy="3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6" name="Freeform 1029">
              <a:extLst>
                <a:ext uri="{FF2B5EF4-FFF2-40B4-BE49-F238E27FC236}">
                  <a16:creationId xmlns:a16="http://schemas.microsoft.com/office/drawing/2014/main" id="{14BEF80C-5407-42B3-855E-659CA52F7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024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27 h 1"/>
                <a:gd name="T4" fmla="*/ 33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7" name="Freeform 1030">
              <a:extLst>
                <a:ext uri="{FF2B5EF4-FFF2-40B4-BE49-F238E27FC236}">
                  <a16:creationId xmlns:a16="http://schemas.microsoft.com/office/drawing/2014/main" id="{165166DE-8505-4B77-94B6-5708B0C4A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03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8" name="Freeform 1031">
              <a:extLst>
                <a:ext uri="{FF2B5EF4-FFF2-40B4-BE49-F238E27FC236}">
                  <a16:creationId xmlns:a16="http://schemas.microsoft.com/office/drawing/2014/main" id="{4425B5FC-5272-4F77-8F2F-DE8C452FB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027"/>
              <a:ext cx="3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2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9" name="Freeform 1032">
              <a:extLst>
                <a:ext uri="{FF2B5EF4-FFF2-40B4-BE49-F238E27FC236}">
                  <a16:creationId xmlns:a16="http://schemas.microsoft.com/office/drawing/2014/main" id="{6C3DA957-25EE-409C-9B63-9F8619261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043"/>
              <a:ext cx="5" cy="5"/>
            </a:xfrm>
            <a:custGeom>
              <a:avLst/>
              <a:gdLst>
                <a:gd name="T0" fmla="*/ 33 w 2"/>
                <a:gd name="T1" fmla="*/ 33 h 2"/>
                <a:gd name="T2" fmla="*/ 20 w 2"/>
                <a:gd name="T3" fmla="*/ 0 h 2"/>
                <a:gd name="T4" fmla="*/ 0 w 2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0" y="2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0" name="Freeform 1033">
              <a:extLst>
                <a:ext uri="{FF2B5EF4-FFF2-40B4-BE49-F238E27FC236}">
                  <a16:creationId xmlns:a16="http://schemas.microsoft.com/office/drawing/2014/main" id="{7C062F95-1FB1-499B-9DAA-1D44A3AC3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035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1" name="Freeform 1034">
              <a:extLst>
                <a:ext uri="{FF2B5EF4-FFF2-40B4-BE49-F238E27FC236}">
                  <a16:creationId xmlns:a16="http://schemas.microsoft.com/office/drawing/2014/main" id="{17C46B88-9E0C-4733-A665-B0D5F0B98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01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2" name="Freeform 1035">
              <a:extLst>
                <a:ext uri="{FF2B5EF4-FFF2-40B4-BE49-F238E27FC236}">
                  <a16:creationId xmlns:a16="http://schemas.microsoft.com/office/drawing/2014/main" id="{2079B496-C2CB-4EBA-8A2D-5954BA291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2013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0 h 1"/>
                <a:gd name="T4" fmla="*/ 8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3" name="Freeform 1036">
              <a:extLst>
                <a:ext uri="{FF2B5EF4-FFF2-40B4-BE49-F238E27FC236}">
                  <a16:creationId xmlns:a16="http://schemas.microsoft.com/office/drawing/2014/main" id="{DFB4D393-7784-4CBA-9D91-6EDC5888A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024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4" name="Freeform 1037">
              <a:extLst>
                <a:ext uri="{FF2B5EF4-FFF2-40B4-BE49-F238E27FC236}">
                  <a16:creationId xmlns:a16="http://schemas.microsoft.com/office/drawing/2014/main" id="{D17686BE-FF2D-4AEC-9BB8-D97ADD7B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029"/>
              <a:ext cx="2" cy="6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0 h 2"/>
                <a:gd name="T4" fmla="*/ 8 w 1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5" name="Freeform 1038">
              <a:extLst>
                <a:ext uri="{FF2B5EF4-FFF2-40B4-BE49-F238E27FC236}">
                  <a16:creationId xmlns:a16="http://schemas.microsoft.com/office/drawing/2014/main" id="{09C24A54-03CB-47EC-A5C2-87EA31485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04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6" name="Freeform 1039">
              <a:extLst>
                <a:ext uri="{FF2B5EF4-FFF2-40B4-BE49-F238E27FC236}">
                  <a16:creationId xmlns:a16="http://schemas.microsoft.com/office/drawing/2014/main" id="{4F79AEB1-43FC-403C-9C0C-4F573BF79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016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7" name="Freeform 1040">
              <a:extLst>
                <a:ext uri="{FF2B5EF4-FFF2-40B4-BE49-F238E27FC236}">
                  <a16:creationId xmlns:a16="http://schemas.microsoft.com/office/drawing/2014/main" id="{B8EA55E4-3175-4939-8435-077B3D247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024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27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8" name="Freeform 1041">
              <a:extLst>
                <a:ext uri="{FF2B5EF4-FFF2-40B4-BE49-F238E27FC236}">
                  <a16:creationId xmlns:a16="http://schemas.microsoft.com/office/drawing/2014/main" id="{D0B33018-D28B-45B5-8E69-D077C8977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035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9" name="Freeform 1042">
              <a:extLst>
                <a:ext uri="{FF2B5EF4-FFF2-40B4-BE49-F238E27FC236}">
                  <a16:creationId xmlns:a16="http://schemas.microsoft.com/office/drawing/2014/main" id="{CDED8DC5-EA90-45CD-8154-50190E5B4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019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0" name="Freeform 1043">
              <a:extLst>
                <a:ext uri="{FF2B5EF4-FFF2-40B4-BE49-F238E27FC236}">
                  <a16:creationId xmlns:a16="http://schemas.microsoft.com/office/drawing/2014/main" id="{DF60EB74-783A-4A5B-960D-85E824D38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04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1" name="Freeform 1044">
              <a:extLst>
                <a:ext uri="{FF2B5EF4-FFF2-40B4-BE49-F238E27FC236}">
                  <a16:creationId xmlns:a16="http://schemas.microsoft.com/office/drawing/2014/main" id="{2F1F43D7-D988-4B14-AA44-A077A355C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05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2" name="Freeform 1045">
              <a:extLst>
                <a:ext uri="{FF2B5EF4-FFF2-40B4-BE49-F238E27FC236}">
                  <a16:creationId xmlns:a16="http://schemas.microsoft.com/office/drawing/2014/main" id="{F1609E89-BE7A-4B16-8109-B3B7155DE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045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3" name="Freeform 1046">
              <a:extLst>
                <a:ext uri="{FF2B5EF4-FFF2-40B4-BE49-F238E27FC236}">
                  <a16:creationId xmlns:a16="http://schemas.microsoft.com/office/drawing/2014/main" id="{4B7895A4-BF58-42AE-8822-CBF668BBF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051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4" name="Freeform 1047">
              <a:extLst>
                <a:ext uri="{FF2B5EF4-FFF2-40B4-BE49-F238E27FC236}">
                  <a16:creationId xmlns:a16="http://schemas.microsoft.com/office/drawing/2014/main" id="{547FC45C-A80D-4DC1-A5C6-92A87354E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016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5" name="Freeform 1048">
              <a:extLst>
                <a:ext uri="{FF2B5EF4-FFF2-40B4-BE49-F238E27FC236}">
                  <a16:creationId xmlns:a16="http://schemas.microsoft.com/office/drawing/2014/main" id="{FAC2EC2F-654F-4494-931A-8A6C373CC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2027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6" name="Freeform 1049">
              <a:extLst>
                <a:ext uri="{FF2B5EF4-FFF2-40B4-BE49-F238E27FC236}">
                  <a16:creationId xmlns:a16="http://schemas.microsoft.com/office/drawing/2014/main" id="{7E537EBE-E44A-477E-8900-6B2BB019C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2005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7" name="Freeform 1050">
              <a:extLst>
                <a:ext uri="{FF2B5EF4-FFF2-40B4-BE49-F238E27FC236}">
                  <a16:creationId xmlns:a16="http://schemas.microsoft.com/office/drawing/2014/main" id="{6285C376-7AB7-42B8-8664-7ED1EC368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003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8" name="Freeform 1051">
              <a:extLst>
                <a:ext uri="{FF2B5EF4-FFF2-40B4-BE49-F238E27FC236}">
                  <a16:creationId xmlns:a16="http://schemas.microsoft.com/office/drawing/2014/main" id="{79273C2D-B1A5-4A27-B455-BC7C399D9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011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9" name="Freeform 1052">
              <a:extLst>
                <a:ext uri="{FF2B5EF4-FFF2-40B4-BE49-F238E27FC236}">
                  <a16:creationId xmlns:a16="http://schemas.microsoft.com/office/drawing/2014/main" id="{5A83D7B1-2C5A-4F30-BA4D-88A81DC23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024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0" name="Freeform 1053">
              <a:extLst>
                <a:ext uri="{FF2B5EF4-FFF2-40B4-BE49-F238E27FC236}">
                  <a16:creationId xmlns:a16="http://schemas.microsoft.com/office/drawing/2014/main" id="{560CECB6-8BC9-4533-A6D3-2C150D8DC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013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1" name="Freeform 1054">
              <a:extLst>
                <a:ext uri="{FF2B5EF4-FFF2-40B4-BE49-F238E27FC236}">
                  <a16:creationId xmlns:a16="http://schemas.microsoft.com/office/drawing/2014/main" id="{9370531A-A5BC-43BD-8A65-14B5B1664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04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2" name="Freeform 1055">
              <a:extLst>
                <a:ext uri="{FF2B5EF4-FFF2-40B4-BE49-F238E27FC236}">
                  <a16:creationId xmlns:a16="http://schemas.microsoft.com/office/drawing/2014/main" id="{0BDE22E0-AFB5-47BB-A2D9-58D1E1E18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859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27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3" name="Freeform 1056">
              <a:extLst>
                <a:ext uri="{FF2B5EF4-FFF2-40B4-BE49-F238E27FC236}">
                  <a16:creationId xmlns:a16="http://schemas.microsoft.com/office/drawing/2014/main" id="{F7B8C37B-B98C-4945-A24B-3F8BC9820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829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27 w 1"/>
                <a:gd name="T5" fmla="*/ 2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4" name="Freeform 1057">
              <a:extLst>
                <a:ext uri="{FF2B5EF4-FFF2-40B4-BE49-F238E27FC236}">
                  <a16:creationId xmlns:a16="http://schemas.microsoft.com/office/drawing/2014/main" id="{40A0B172-385C-4EB4-B0C7-768F1AF3E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829"/>
              <a:ext cx="3" cy="1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5" name="Freeform 1058">
              <a:extLst>
                <a:ext uri="{FF2B5EF4-FFF2-40B4-BE49-F238E27FC236}">
                  <a16:creationId xmlns:a16="http://schemas.microsoft.com/office/drawing/2014/main" id="{8CC351E6-1DD5-438E-801A-9C6DF4996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851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0 h 1"/>
                <a:gd name="T4" fmla="*/ 0 w 1"/>
                <a:gd name="T5" fmla="*/ 8 h 1"/>
                <a:gd name="T6" fmla="*/ 27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1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6" name="Freeform 1059">
              <a:extLst>
                <a:ext uri="{FF2B5EF4-FFF2-40B4-BE49-F238E27FC236}">
                  <a16:creationId xmlns:a16="http://schemas.microsoft.com/office/drawing/2014/main" id="{E9F49F2B-011D-4C99-B14F-DBC9F4D28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859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7" name="Freeform 1060">
              <a:extLst>
                <a:ext uri="{FF2B5EF4-FFF2-40B4-BE49-F238E27FC236}">
                  <a16:creationId xmlns:a16="http://schemas.microsoft.com/office/drawing/2014/main" id="{430FC452-5C28-4112-A16C-930018371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829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27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8" name="Freeform 1061">
              <a:extLst>
                <a:ext uri="{FF2B5EF4-FFF2-40B4-BE49-F238E27FC236}">
                  <a16:creationId xmlns:a16="http://schemas.microsoft.com/office/drawing/2014/main" id="{6D5FA4E0-7B7E-4D78-A489-27FEDD744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72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8 w 1"/>
                <a:gd name="T5" fmla="*/ 27 h 1"/>
                <a:gd name="T6" fmla="*/ 8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9" name="Freeform 1062">
              <a:extLst>
                <a:ext uri="{FF2B5EF4-FFF2-40B4-BE49-F238E27FC236}">
                  <a16:creationId xmlns:a16="http://schemas.microsoft.com/office/drawing/2014/main" id="{7488ABF7-E0C5-4AF1-B64E-78D18FE83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43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0" name="Freeform 1063">
              <a:extLst>
                <a:ext uri="{FF2B5EF4-FFF2-40B4-BE49-F238E27FC236}">
                  <a16:creationId xmlns:a16="http://schemas.microsoft.com/office/drawing/2014/main" id="{5E08FFAD-CC2D-4874-944D-679ED3CF4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885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27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1" name="Freeform 1064">
              <a:extLst>
                <a:ext uri="{FF2B5EF4-FFF2-40B4-BE49-F238E27FC236}">
                  <a16:creationId xmlns:a16="http://schemas.microsoft.com/office/drawing/2014/main" id="{6766CEDB-B47F-4922-B603-A615B8DCE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875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2" name="Freeform 1065">
              <a:extLst>
                <a:ext uri="{FF2B5EF4-FFF2-40B4-BE49-F238E27FC236}">
                  <a16:creationId xmlns:a16="http://schemas.microsoft.com/office/drawing/2014/main" id="{785DE191-3C34-4A78-867F-9437E13F7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053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35 h 3"/>
                <a:gd name="T4" fmla="*/ 0 w 2"/>
                <a:gd name="T5" fmla="*/ 35 h 3"/>
                <a:gd name="T6" fmla="*/ 20 w 2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1" y="0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3" name="Freeform 1066">
              <a:extLst>
                <a:ext uri="{FF2B5EF4-FFF2-40B4-BE49-F238E27FC236}">
                  <a16:creationId xmlns:a16="http://schemas.microsoft.com/office/drawing/2014/main" id="{FC331588-F541-4C5D-AF7B-A59CD3690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867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4" name="Freeform 1067">
              <a:extLst>
                <a:ext uri="{FF2B5EF4-FFF2-40B4-BE49-F238E27FC236}">
                  <a16:creationId xmlns:a16="http://schemas.microsoft.com/office/drawing/2014/main" id="{EFFC669B-75D6-462E-A7E0-D5DFBF2A1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1861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8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5" name="Freeform 1068">
              <a:extLst>
                <a:ext uri="{FF2B5EF4-FFF2-40B4-BE49-F238E27FC236}">
                  <a16:creationId xmlns:a16="http://schemas.microsoft.com/office/drawing/2014/main" id="{511DFC4E-83E3-4BC0-B54D-3ECEBCC73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845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20 w 2"/>
                <a:gd name="T5" fmla="*/ 0 h 1"/>
                <a:gd name="T6" fmla="*/ 0 w 2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6" name="Freeform 1069">
              <a:extLst>
                <a:ext uri="{FF2B5EF4-FFF2-40B4-BE49-F238E27FC236}">
                  <a16:creationId xmlns:a16="http://schemas.microsoft.com/office/drawing/2014/main" id="{F1116467-9901-4616-A192-E8AE9DC2C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840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7" name="Freeform 1070">
              <a:extLst>
                <a:ext uri="{FF2B5EF4-FFF2-40B4-BE49-F238E27FC236}">
                  <a16:creationId xmlns:a16="http://schemas.microsoft.com/office/drawing/2014/main" id="{420236DD-D6D7-4D11-AA37-CD1DD63DB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829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8" name="Freeform 1071">
              <a:extLst>
                <a:ext uri="{FF2B5EF4-FFF2-40B4-BE49-F238E27FC236}">
                  <a16:creationId xmlns:a16="http://schemas.microsoft.com/office/drawing/2014/main" id="{D8C300B9-31D7-4C0D-9945-E13D1E841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837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27 h 1"/>
                <a:gd name="T4" fmla="*/ 27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9" name="Freeform 1072">
              <a:extLst>
                <a:ext uri="{FF2B5EF4-FFF2-40B4-BE49-F238E27FC236}">
                  <a16:creationId xmlns:a16="http://schemas.microsoft.com/office/drawing/2014/main" id="{66DBD0FA-9679-44FD-AAB8-029D70C54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840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0" name="Freeform 1073">
              <a:extLst>
                <a:ext uri="{FF2B5EF4-FFF2-40B4-BE49-F238E27FC236}">
                  <a16:creationId xmlns:a16="http://schemas.microsoft.com/office/drawing/2014/main" id="{24A0802B-A07C-4292-880A-32099B703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880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27 h 1"/>
                <a:gd name="T4" fmla="*/ 8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1" name="Freeform 1074">
              <a:extLst>
                <a:ext uri="{FF2B5EF4-FFF2-40B4-BE49-F238E27FC236}">
                  <a16:creationId xmlns:a16="http://schemas.microsoft.com/office/drawing/2014/main" id="{06B96933-D57F-4ABC-97BF-D15979592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2016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2" name="Freeform 1075">
              <a:extLst>
                <a:ext uri="{FF2B5EF4-FFF2-40B4-BE49-F238E27FC236}">
                  <a16:creationId xmlns:a16="http://schemas.microsoft.com/office/drawing/2014/main" id="{10544D5A-E0CF-4452-807C-AECF6DB31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013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3" name="Freeform 1076">
              <a:extLst>
                <a:ext uri="{FF2B5EF4-FFF2-40B4-BE49-F238E27FC236}">
                  <a16:creationId xmlns:a16="http://schemas.microsoft.com/office/drawing/2014/main" id="{D963BD8E-FAFA-46FD-AE45-8909CA101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01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4" name="Freeform 1077">
              <a:extLst>
                <a:ext uri="{FF2B5EF4-FFF2-40B4-BE49-F238E27FC236}">
                  <a16:creationId xmlns:a16="http://schemas.microsoft.com/office/drawing/2014/main" id="{D7E2576C-E7E8-42CD-9F5B-1658E81A8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029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27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5" name="Freeform 1078">
              <a:extLst>
                <a:ext uri="{FF2B5EF4-FFF2-40B4-BE49-F238E27FC236}">
                  <a16:creationId xmlns:a16="http://schemas.microsoft.com/office/drawing/2014/main" id="{CC5A3186-27E0-40B3-B98D-2104B48ED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03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6" name="Freeform 1079">
              <a:extLst>
                <a:ext uri="{FF2B5EF4-FFF2-40B4-BE49-F238E27FC236}">
                  <a16:creationId xmlns:a16="http://schemas.microsoft.com/office/drawing/2014/main" id="{41FFC523-5E6D-4FD9-BAAF-E55ED8B1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021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54 h 2"/>
                <a:gd name="T4" fmla="*/ 0 w 2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2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7" name="Freeform 1080">
              <a:extLst>
                <a:ext uri="{FF2B5EF4-FFF2-40B4-BE49-F238E27FC236}">
                  <a16:creationId xmlns:a16="http://schemas.microsoft.com/office/drawing/2014/main" id="{DDE5C9C3-3E91-42C5-A2EA-E16B1FB20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01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8" name="Freeform 1081">
              <a:extLst>
                <a:ext uri="{FF2B5EF4-FFF2-40B4-BE49-F238E27FC236}">
                  <a16:creationId xmlns:a16="http://schemas.microsoft.com/office/drawing/2014/main" id="{DD4BABDB-4FD2-42BC-84C1-FF09CBB48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00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9" name="Freeform 1082">
              <a:extLst>
                <a:ext uri="{FF2B5EF4-FFF2-40B4-BE49-F238E27FC236}">
                  <a16:creationId xmlns:a16="http://schemas.microsoft.com/office/drawing/2014/main" id="{8ECC8027-1664-4F23-8B6B-5C9DBDA52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024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0" name="Freeform 1083">
              <a:extLst>
                <a:ext uri="{FF2B5EF4-FFF2-40B4-BE49-F238E27FC236}">
                  <a16:creationId xmlns:a16="http://schemas.microsoft.com/office/drawing/2014/main" id="{00709393-2951-4250-9E55-CCE55AAEB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027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1" name="Freeform 1084">
              <a:extLst>
                <a:ext uri="{FF2B5EF4-FFF2-40B4-BE49-F238E27FC236}">
                  <a16:creationId xmlns:a16="http://schemas.microsoft.com/office/drawing/2014/main" id="{2D4998D2-42E0-4CB8-BE72-8DB7BA424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035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8 h 1"/>
                <a:gd name="T4" fmla="*/ 27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2" name="Freeform 1085">
              <a:extLst>
                <a:ext uri="{FF2B5EF4-FFF2-40B4-BE49-F238E27FC236}">
                  <a16:creationId xmlns:a16="http://schemas.microsoft.com/office/drawing/2014/main" id="{1C9DFF47-C750-4E93-9369-00D51A495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03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3" name="Freeform 1086">
              <a:extLst>
                <a:ext uri="{FF2B5EF4-FFF2-40B4-BE49-F238E27FC236}">
                  <a16:creationId xmlns:a16="http://schemas.microsoft.com/office/drawing/2014/main" id="{1BE778E7-AFDC-4152-BDA9-F69034C27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045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4" name="Freeform 1087">
              <a:extLst>
                <a:ext uri="{FF2B5EF4-FFF2-40B4-BE49-F238E27FC236}">
                  <a16:creationId xmlns:a16="http://schemas.microsoft.com/office/drawing/2014/main" id="{967EADF5-14BB-48E3-96B4-2129EC33C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48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5" name="Freeform 1088">
              <a:extLst>
                <a:ext uri="{FF2B5EF4-FFF2-40B4-BE49-F238E27FC236}">
                  <a16:creationId xmlns:a16="http://schemas.microsoft.com/office/drawing/2014/main" id="{7AE6C07D-C9FE-42B8-87A5-506A373A9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05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6" name="Freeform 1089">
              <a:extLst>
                <a:ext uri="{FF2B5EF4-FFF2-40B4-BE49-F238E27FC236}">
                  <a16:creationId xmlns:a16="http://schemas.microsoft.com/office/drawing/2014/main" id="{35139A45-ADE2-4585-9E55-1ACDF0420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043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8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7" name="Freeform 1090">
              <a:extLst>
                <a:ext uri="{FF2B5EF4-FFF2-40B4-BE49-F238E27FC236}">
                  <a16:creationId xmlns:a16="http://schemas.microsoft.com/office/drawing/2014/main" id="{9D1C14D9-FD77-4BBE-8DA3-0B49279E3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040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8" name="Freeform 1091">
              <a:extLst>
                <a:ext uri="{FF2B5EF4-FFF2-40B4-BE49-F238E27FC236}">
                  <a16:creationId xmlns:a16="http://schemas.microsoft.com/office/drawing/2014/main" id="{9A76C364-A8AF-4A77-9B0B-0CC3E204A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029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9" name="Freeform 1092">
              <a:extLst>
                <a:ext uri="{FF2B5EF4-FFF2-40B4-BE49-F238E27FC236}">
                  <a16:creationId xmlns:a16="http://schemas.microsoft.com/office/drawing/2014/main" id="{EE165C57-BD67-4A2A-A77A-FC23A90F8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029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27 h 1"/>
                <a:gd name="T4" fmla="*/ 20 w 2"/>
                <a:gd name="T5" fmla="*/ 0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0" name="Freeform 1093">
              <a:extLst>
                <a:ext uri="{FF2B5EF4-FFF2-40B4-BE49-F238E27FC236}">
                  <a16:creationId xmlns:a16="http://schemas.microsoft.com/office/drawing/2014/main" id="{13F00E7A-F9BF-4053-831D-BA7BCEE0E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016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1" name="Freeform 1094">
              <a:extLst>
                <a:ext uri="{FF2B5EF4-FFF2-40B4-BE49-F238E27FC236}">
                  <a16:creationId xmlns:a16="http://schemas.microsoft.com/office/drawing/2014/main" id="{DDEDF2C7-0AB3-4584-B464-579466EF3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01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2" name="Freeform 1095">
              <a:extLst>
                <a:ext uri="{FF2B5EF4-FFF2-40B4-BE49-F238E27FC236}">
                  <a16:creationId xmlns:a16="http://schemas.microsoft.com/office/drawing/2014/main" id="{6998C677-494E-405A-B279-CF9ADBF55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200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3" name="Freeform 1096">
              <a:extLst>
                <a:ext uri="{FF2B5EF4-FFF2-40B4-BE49-F238E27FC236}">
                  <a16:creationId xmlns:a16="http://schemas.microsoft.com/office/drawing/2014/main" id="{D3C359BF-1831-4E06-8B8E-D17C0A2BA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202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4" name="Freeform 1097">
              <a:extLst>
                <a:ext uri="{FF2B5EF4-FFF2-40B4-BE49-F238E27FC236}">
                  <a16:creationId xmlns:a16="http://schemas.microsoft.com/office/drawing/2014/main" id="{E51FE94D-D4CD-486D-BD7C-BF4DF5969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045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5" name="Freeform 1098">
              <a:extLst>
                <a:ext uri="{FF2B5EF4-FFF2-40B4-BE49-F238E27FC236}">
                  <a16:creationId xmlns:a16="http://schemas.microsoft.com/office/drawing/2014/main" id="{9F485CA1-5234-414E-AFA4-4FC98D95D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0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6" name="Freeform 1099">
              <a:extLst>
                <a:ext uri="{FF2B5EF4-FFF2-40B4-BE49-F238E27FC236}">
                  <a16:creationId xmlns:a16="http://schemas.microsoft.com/office/drawing/2014/main" id="{F5A35873-764F-4771-B957-50F87121C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027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7" name="Freeform 1100">
              <a:extLst>
                <a:ext uri="{FF2B5EF4-FFF2-40B4-BE49-F238E27FC236}">
                  <a16:creationId xmlns:a16="http://schemas.microsoft.com/office/drawing/2014/main" id="{15A73BBE-D2AA-481C-9D16-D39A1A980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01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8" name="Freeform 1101">
              <a:extLst>
                <a:ext uri="{FF2B5EF4-FFF2-40B4-BE49-F238E27FC236}">
                  <a16:creationId xmlns:a16="http://schemas.microsoft.com/office/drawing/2014/main" id="{FEF4EB02-4B55-4DDC-8384-8D98B7C93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01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9" name="Freeform 1102">
              <a:extLst>
                <a:ext uri="{FF2B5EF4-FFF2-40B4-BE49-F238E27FC236}">
                  <a16:creationId xmlns:a16="http://schemas.microsoft.com/office/drawing/2014/main" id="{80880F0F-A4D6-453D-8746-3D0F0722C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04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0" name="Freeform 1103">
              <a:extLst>
                <a:ext uri="{FF2B5EF4-FFF2-40B4-BE49-F238E27FC236}">
                  <a16:creationId xmlns:a16="http://schemas.microsoft.com/office/drawing/2014/main" id="{1098E30C-0057-426C-86A8-BF5432144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056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1" name="Freeform 1104">
              <a:extLst>
                <a:ext uri="{FF2B5EF4-FFF2-40B4-BE49-F238E27FC236}">
                  <a16:creationId xmlns:a16="http://schemas.microsoft.com/office/drawing/2014/main" id="{FDEF63BD-A4E5-4DEB-BF4D-1CA36D38C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05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2" name="Freeform 1105">
              <a:extLst>
                <a:ext uri="{FF2B5EF4-FFF2-40B4-BE49-F238E27FC236}">
                  <a16:creationId xmlns:a16="http://schemas.microsoft.com/office/drawing/2014/main" id="{4D107586-9349-4F4B-AB73-1265B6D61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02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3" name="Freeform 1106">
              <a:extLst>
                <a:ext uri="{FF2B5EF4-FFF2-40B4-BE49-F238E27FC236}">
                  <a16:creationId xmlns:a16="http://schemas.microsoft.com/office/drawing/2014/main" id="{4631B9F3-B97B-4716-B521-CD914E1CC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59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4" name="Freeform 1107">
              <a:extLst>
                <a:ext uri="{FF2B5EF4-FFF2-40B4-BE49-F238E27FC236}">
                  <a16:creationId xmlns:a16="http://schemas.microsoft.com/office/drawing/2014/main" id="{F2805BE3-DB9E-4A97-8A6A-05D4298CB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61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5" name="Freeform 1108">
              <a:extLst>
                <a:ext uri="{FF2B5EF4-FFF2-40B4-BE49-F238E27FC236}">
                  <a16:creationId xmlns:a16="http://schemas.microsoft.com/office/drawing/2014/main" id="{E0B5F8D4-1AFD-40D2-8614-4916D5B0F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872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6" name="Freeform 1109">
              <a:extLst>
                <a:ext uri="{FF2B5EF4-FFF2-40B4-BE49-F238E27FC236}">
                  <a16:creationId xmlns:a16="http://schemas.microsoft.com/office/drawing/2014/main" id="{3C4042F6-5643-4C7D-9E18-4351F8992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875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7" name="Freeform 1110">
              <a:extLst>
                <a:ext uri="{FF2B5EF4-FFF2-40B4-BE49-F238E27FC236}">
                  <a16:creationId xmlns:a16="http://schemas.microsoft.com/office/drawing/2014/main" id="{5DDDC428-5B97-44EB-9A3D-E2B785AA5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872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8" name="Freeform 1111">
              <a:extLst>
                <a:ext uri="{FF2B5EF4-FFF2-40B4-BE49-F238E27FC236}">
                  <a16:creationId xmlns:a16="http://schemas.microsoft.com/office/drawing/2014/main" id="{51AE1E79-B780-40CD-8B29-A181670E8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85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9" name="Freeform 1112">
              <a:extLst>
                <a:ext uri="{FF2B5EF4-FFF2-40B4-BE49-F238E27FC236}">
                  <a16:creationId xmlns:a16="http://schemas.microsoft.com/office/drawing/2014/main" id="{47E5E6C2-C31A-4016-A7A3-8C41BA4AD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43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0" name="Freeform 1113">
              <a:extLst>
                <a:ext uri="{FF2B5EF4-FFF2-40B4-BE49-F238E27FC236}">
                  <a16:creationId xmlns:a16="http://schemas.microsoft.com/office/drawing/2014/main" id="{B45979C1-79E4-47F6-A1F3-FC6BA2D9D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840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1" name="Freeform 1114">
              <a:extLst>
                <a:ext uri="{FF2B5EF4-FFF2-40B4-BE49-F238E27FC236}">
                  <a16:creationId xmlns:a16="http://schemas.microsoft.com/office/drawing/2014/main" id="{C3EBFC35-6343-4B5A-9EBB-67B32016A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1843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2" name="Freeform 1115">
              <a:extLst>
                <a:ext uri="{FF2B5EF4-FFF2-40B4-BE49-F238E27FC236}">
                  <a16:creationId xmlns:a16="http://schemas.microsoft.com/office/drawing/2014/main" id="{D6F73D9A-E2E1-4BCC-871A-A7B586C2D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856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3" name="Freeform 1116">
              <a:extLst>
                <a:ext uri="{FF2B5EF4-FFF2-40B4-BE49-F238E27FC236}">
                  <a16:creationId xmlns:a16="http://schemas.microsoft.com/office/drawing/2014/main" id="{8CFC8051-6CFE-4D88-83DB-92FDE5F8E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845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4" name="Freeform 1117">
              <a:extLst>
                <a:ext uri="{FF2B5EF4-FFF2-40B4-BE49-F238E27FC236}">
                  <a16:creationId xmlns:a16="http://schemas.microsoft.com/office/drawing/2014/main" id="{9A0C2F12-7D42-46F7-90E4-E5002FFE8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829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5" name="Freeform 1118">
              <a:extLst>
                <a:ext uri="{FF2B5EF4-FFF2-40B4-BE49-F238E27FC236}">
                  <a16:creationId xmlns:a16="http://schemas.microsoft.com/office/drawing/2014/main" id="{C23CA78D-894B-4EF6-A9BE-9A3D0D37D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885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6" name="Freeform 1119">
              <a:extLst>
                <a:ext uri="{FF2B5EF4-FFF2-40B4-BE49-F238E27FC236}">
                  <a16:creationId xmlns:a16="http://schemas.microsoft.com/office/drawing/2014/main" id="{4D500F99-AD25-4F86-BC4F-4E6BF2140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75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7" name="Freeform 1120">
              <a:extLst>
                <a:ext uri="{FF2B5EF4-FFF2-40B4-BE49-F238E27FC236}">
                  <a16:creationId xmlns:a16="http://schemas.microsoft.com/office/drawing/2014/main" id="{7F7B7D03-1362-4D32-8E39-FA2371C85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85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8" name="Freeform 1121">
              <a:extLst>
                <a:ext uri="{FF2B5EF4-FFF2-40B4-BE49-F238E27FC236}">
                  <a16:creationId xmlns:a16="http://schemas.microsoft.com/office/drawing/2014/main" id="{6E85B249-3EBD-4B9E-A8E7-DB0D91ABB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859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9" name="Freeform 1122">
              <a:extLst>
                <a:ext uri="{FF2B5EF4-FFF2-40B4-BE49-F238E27FC236}">
                  <a16:creationId xmlns:a16="http://schemas.microsoft.com/office/drawing/2014/main" id="{EF288946-CDC8-4F28-8D4E-0DEF0D30B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827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54BCB583-D6EC-448C-9398-D0F10B0C4B5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Brain (7)</a:t>
            </a:r>
          </a:p>
        </p:txBody>
      </p:sp>
      <p:grpSp>
        <p:nvGrpSpPr>
          <p:cNvPr id="54274" name="superior-view-of-human-brain">
            <a:extLst>
              <a:ext uri="{FF2B5EF4-FFF2-40B4-BE49-F238E27FC236}">
                <a16:creationId xmlns:a16="http://schemas.microsoft.com/office/drawing/2014/main" id="{5EC79728-1D7D-4914-997D-90E9A5B1914B}"/>
              </a:ext>
            </a:extLst>
          </p:cNvPr>
          <p:cNvGrpSpPr>
            <a:grpSpLocks/>
          </p:cNvGrpSpPr>
          <p:nvPr/>
        </p:nvGrpSpPr>
        <p:grpSpPr bwMode="auto">
          <a:xfrm>
            <a:off x="2374900" y="1951038"/>
            <a:ext cx="3035300" cy="3001962"/>
            <a:chOff x="286" y="1189"/>
            <a:chExt cx="1912" cy="1891"/>
          </a:xfrm>
        </p:grpSpPr>
        <p:grpSp>
          <p:nvGrpSpPr>
            <p:cNvPr id="54566" name="Group 866">
              <a:extLst>
                <a:ext uri="{FF2B5EF4-FFF2-40B4-BE49-F238E27FC236}">
                  <a16:creationId xmlns:a16="http://schemas.microsoft.com/office/drawing/2014/main" id="{6B7A2E50-3916-45AE-9509-D606C3CE0D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" y="1189"/>
              <a:ext cx="1912" cy="1891"/>
              <a:chOff x="286" y="1189"/>
              <a:chExt cx="1912" cy="1891"/>
            </a:xfrm>
          </p:grpSpPr>
          <p:sp>
            <p:nvSpPr>
              <p:cNvPr id="54588" name="Freeform 666">
                <a:extLst>
                  <a:ext uri="{FF2B5EF4-FFF2-40B4-BE49-F238E27FC236}">
                    <a16:creationId xmlns:a16="http://schemas.microsoft.com/office/drawing/2014/main" id="{B961C621-C74A-4BF2-9165-75B53ACC1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" y="1189"/>
                <a:ext cx="1912" cy="1891"/>
              </a:xfrm>
              <a:custGeom>
                <a:avLst/>
                <a:gdLst>
                  <a:gd name="T0" fmla="*/ 592 w 765"/>
                  <a:gd name="T1" fmla="*/ 7727 h 709"/>
                  <a:gd name="T2" fmla="*/ 467 w 765"/>
                  <a:gd name="T3" fmla="*/ 9562 h 709"/>
                  <a:gd name="T4" fmla="*/ 667 w 765"/>
                  <a:gd name="T5" fmla="*/ 10834 h 709"/>
                  <a:gd name="T6" fmla="*/ 842 w 765"/>
                  <a:gd name="T7" fmla="*/ 11098 h 709"/>
                  <a:gd name="T8" fmla="*/ 1230 w 765"/>
                  <a:gd name="T9" fmla="*/ 11802 h 709"/>
                  <a:gd name="T10" fmla="*/ 2479 w 765"/>
                  <a:gd name="T11" fmla="*/ 12805 h 709"/>
                  <a:gd name="T12" fmla="*/ 3312 w 765"/>
                  <a:gd name="T13" fmla="*/ 13394 h 709"/>
                  <a:gd name="T14" fmla="*/ 4216 w 765"/>
                  <a:gd name="T15" fmla="*/ 13261 h 709"/>
                  <a:gd name="T16" fmla="*/ 4416 w 765"/>
                  <a:gd name="T17" fmla="*/ 13189 h 709"/>
                  <a:gd name="T18" fmla="*/ 5416 w 765"/>
                  <a:gd name="T19" fmla="*/ 12405 h 709"/>
                  <a:gd name="T20" fmla="*/ 5821 w 765"/>
                  <a:gd name="T21" fmla="*/ 11594 h 709"/>
                  <a:gd name="T22" fmla="*/ 6041 w 765"/>
                  <a:gd name="T23" fmla="*/ 10458 h 709"/>
                  <a:gd name="T24" fmla="*/ 6133 w 765"/>
                  <a:gd name="T25" fmla="*/ 11402 h 709"/>
                  <a:gd name="T26" fmla="*/ 6478 w 765"/>
                  <a:gd name="T27" fmla="*/ 11951 h 709"/>
                  <a:gd name="T28" fmla="*/ 6791 w 765"/>
                  <a:gd name="T29" fmla="*/ 12634 h 709"/>
                  <a:gd name="T30" fmla="*/ 7166 w 765"/>
                  <a:gd name="T31" fmla="*/ 13053 h 709"/>
                  <a:gd name="T32" fmla="*/ 7665 w 765"/>
                  <a:gd name="T33" fmla="*/ 13168 h 709"/>
                  <a:gd name="T34" fmla="*/ 8028 w 765"/>
                  <a:gd name="T35" fmla="*/ 13261 h 709"/>
                  <a:gd name="T36" fmla="*/ 8495 w 765"/>
                  <a:gd name="T37" fmla="*/ 13202 h 709"/>
                  <a:gd name="T38" fmla="*/ 9070 w 765"/>
                  <a:gd name="T39" fmla="*/ 13032 h 709"/>
                  <a:gd name="T40" fmla="*/ 9570 w 765"/>
                  <a:gd name="T41" fmla="*/ 13090 h 709"/>
                  <a:gd name="T42" fmla="*/ 10370 w 765"/>
                  <a:gd name="T43" fmla="*/ 12485 h 709"/>
                  <a:gd name="T44" fmla="*/ 11150 w 765"/>
                  <a:gd name="T45" fmla="*/ 11311 h 709"/>
                  <a:gd name="T46" fmla="*/ 11557 w 765"/>
                  <a:gd name="T47" fmla="*/ 9562 h 709"/>
                  <a:gd name="T48" fmla="*/ 11474 w 765"/>
                  <a:gd name="T49" fmla="*/ 7441 h 709"/>
                  <a:gd name="T50" fmla="*/ 11462 w 765"/>
                  <a:gd name="T51" fmla="*/ 7441 h 709"/>
                  <a:gd name="T52" fmla="*/ 11849 w 765"/>
                  <a:gd name="T53" fmla="*/ 6716 h 709"/>
                  <a:gd name="T54" fmla="*/ 11537 w 765"/>
                  <a:gd name="T55" fmla="*/ 5428 h 709"/>
                  <a:gd name="T56" fmla="*/ 11025 w 765"/>
                  <a:gd name="T57" fmla="*/ 3734 h 709"/>
                  <a:gd name="T58" fmla="*/ 10120 w 765"/>
                  <a:gd name="T59" fmla="*/ 2560 h 709"/>
                  <a:gd name="T60" fmla="*/ 9712 w 765"/>
                  <a:gd name="T61" fmla="*/ 1592 h 709"/>
                  <a:gd name="T62" fmla="*/ 9290 w 765"/>
                  <a:gd name="T63" fmla="*/ 1331 h 709"/>
                  <a:gd name="T64" fmla="*/ 8933 w 765"/>
                  <a:gd name="T65" fmla="*/ 1080 h 709"/>
                  <a:gd name="T66" fmla="*/ 8603 w 765"/>
                  <a:gd name="T67" fmla="*/ 875 h 709"/>
                  <a:gd name="T68" fmla="*/ 7945 w 765"/>
                  <a:gd name="T69" fmla="*/ 797 h 709"/>
                  <a:gd name="T70" fmla="*/ 6278 w 765"/>
                  <a:gd name="T71" fmla="*/ 832 h 709"/>
                  <a:gd name="T72" fmla="*/ 6121 w 765"/>
                  <a:gd name="T73" fmla="*/ 1614 h 709"/>
                  <a:gd name="T74" fmla="*/ 6071 w 765"/>
                  <a:gd name="T75" fmla="*/ 2424 h 709"/>
                  <a:gd name="T76" fmla="*/ 5196 w 765"/>
                  <a:gd name="T77" fmla="*/ 435 h 709"/>
                  <a:gd name="T78" fmla="*/ 4216 w 765"/>
                  <a:gd name="T79" fmla="*/ 547 h 709"/>
                  <a:gd name="T80" fmla="*/ 3437 w 765"/>
                  <a:gd name="T81" fmla="*/ 990 h 709"/>
                  <a:gd name="T82" fmla="*/ 2937 w 765"/>
                  <a:gd name="T83" fmla="*/ 1102 h 709"/>
                  <a:gd name="T84" fmla="*/ 2404 w 765"/>
                  <a:gd name="T85" fmla="*/ 1515 h 709"/>
                  <a:gd name="T86" fmla="*/ 1762 w 765"/>
                  <a:gd name="T87" fmla="*/ 2483 h 709"/>
                  <a:gd name="T88" fmla="*/ 887 w 765"/>
                  <a:gd name="T89" fmla="*/ 3337 h 709"/>
                  <a:gd name="T90" fmla="*/ 592 w 765"/>
                  <a:gd name="T91" fmla="*/ 4006 h 709"/>
                  <a:gd name="T92" fmla="*/ 562 w 765"/>
                  <a:gd name="T93" fmla="*/ 4689 h 709"/>
                  <a:gd name="T94" fmla="*/ 262 w 765"/>
                  <a:gd name="T95" fmla="*/ 5100 h 709"/>
                  <a:gd name="T96" fmla="*/ 155 w 765"/>
                  <a:gd name="T97" fmla="*/ 5769 h 709"/>
                  <a:gd name="T98" fmla="*/ 30 w 765"/>
                  <a:gd name="T99" fmla="*/ 6508 h 709"/>
                  <a:gd name="T100" fmla="*/ 92 w 765"/>
                  <a:gd name="T101" fmla="*/ 7327 h 709"/>
                  <a:gd name="T102" fmla="*/ 592 w 765"/>
                  <a:gd name="T103" fmla="*/ 7727 h 70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65" h="709">
                    <a:moveTo>
                      <a:pt x="38" y="407"/>
                    </a:moveTo>
                    <a:cubicBezTo>
                      <a:pt x="17" y="420"/>
                      <a:pt x="24" y="494"/>
                      <a:pt x="30" y="504"/>
                    </a:cubicBezTo>
                    <a:cubicBezTo>
                      <a:pt x="23" y="516"/>
                      <a:pt x="36" y="565"/>
                      <a:pt x="43" y="571"/>
                    </a:cubicBezTo>
                    <a:cubicBezTo>
                      <a:pt x="50" y="577"/>
                      <a:pt x="50" y="578"/>
                      <a:pt x="54" y="585"/>
                    </a:cubicBezTo>
                    <a:cubicBezTo>
                      <a:pt x="63" y="597"/>
                      <a:pt x="70" y="610"/>
                      <a:pt x="79" y="622"/>
                    </a:cubicBezTo>
                    <a:cubicBezTo>
                      <a:pt x="87" y="632"/>
                      <a:pt x="145" y="698"/>
                      <a:pt x="159" y="675"/>
                    </a:cubicBezTo>
                    <a:cubicBezTo>
                      <a:pt x="167" y="696"/>
                      <a:pt x="192" y="702"/>
                      <a:pt x="212" y="706"/>
                    </a:cubicBezTo>
                    <a:cubicBezTo>
                      <a:pt x="231" y="709"/>
                      <a:pt x="251" y="706"/>
                      <a:pt x="270" y="699"/>
                    </a:cubicBezTo>
                    <a:cubicBezTo>
                      <a:pt x="276" y="697"/>
                      <a:pt x="277" y="693"/>
                      <a:pt x="283" y="695"/>
                    </a:cubicBezTo>
                    <a:cubicBezTo>
                      <a:pt x="293" y="708"/>
                      <a:pt x="362" y="672"/>
                      <a:pt x="347" y="654"/>
                    </a:cubicBezTo>
                    <a:cubicBezTo>
                      <a:pt x="367" y="646"/>
                      <a:pt x="367" y="630"/>
                      <a:pt x="373" y="611"/>
                    </a:cubicBezTo>
                    <a:cubicBezTo>
                      <a:pt x="378" y="592"/>
                      <a:pt x="387" y="572"/>
                      <a:pt x="387" y="551"/>
                    </a:cubicBezTo>
                    <a:cubicBezTo>
                      <a:pt x="387" y="569"/>
                      <a:pt x="388" y="584"/>
                      <a:pt x="393" y="601"/>
                    </a:cubicBezTo>
                    <a:cubicBezTo>
                      <a:pt x="395" y="607"/>
                      <a:pt x="403" y="630"/>
                      <a:pt x="415" y="630"/>
                    </a:cubicBezTo>
                    <a:cubicBezTo>
                      <a:pt x="409" y="639"/>
                      <a:pt x="424" y="657"/>
                      <a:pt x="435" y="666"/>
                    </a:cubicBezTo>
                    <a:cubicBezTo>
                      <a:pt x="446" y="677"/>
                      <a:pt x="446" y="679"/>
                      <a:pt x="459" y="688"/>
                    </a:cubicBezTo>
                    <a:cubicBezTo>
                      <a:pt x="473" y="699"/>
                      <a:pt x="479" y="689"/>
                      <a:pt x="491" y="694"/>
                    </a:cubicBezTo>
                    <a:cubicBezTo>
                      <a:pt x="498" y="697"/>
                      <a:pt x="509" y="697"/>
                      <a:pt x="514" y="699"/>
                    </a:cubicBezTo>
                    <a:cubicBezTo>
                      <a:pt x="522" y="702"/>
                      <a:pt x="536" y="697"/>
                      <a:pt x="544" y="696"/>
                    </a:cubicBezTo>
                    <a:cubicBezTo>
                      <a:pt x="550" y="694"/>
                      <a:pt x="582" y="703"/>
                      <a:pt x="581" y="687"/>
                    </a:cubicBezTo>
                    <a:cubicBezTo>
                      <a:pt x="586" y="696"/>
                      <a:pt x="604" y="693"/>
                      <a:pt x="613" y="690"/>
                    </a:cubicBezTo>
                    <a:cubicBezTo>
                      <a:pt x="632" y="682"/>
                      <a:pt x="647" y="667"/>
                      <a:pt x="664" y="658"/>
                    </a:cubicBezTo>
                    <a:cubicBezTo>
                      <a:pt x="683" y="649"/>
                      <a:pt x="698" y="610"/>
                      <a:pt x="714" y="596"/>
                    </a:cubicBezTo>
                    <a:cubicBezTo>
                      <a:pt x="728" y="584"/>
                      <a:pt x="749" y="544"/>
                      <a:pt x="740" y="504"/>
                    </a:cubicBezTo>
                    <a:cubicBezTo>
                      <a:pt x="753" y="497"/>
                      <a:pt x="753" y="417"/>
                      <a:pt x="735" y="392"/>
                    </a:cubicBezTo>
                    <a:cubicBezTo>
                      <a:pt x="734" y="392"/>
                      <a:pt x="734" y="392"/>
                      <a:pt x="734" y="392"/>
                    </a:cubicBezTo>
                    <a:cubicBezTo>
                      <a:pt x="747" y="383"/>
                      <a:pt x="756" y="371"/>
                      <a:pt x="759" y="354"/>
                    </a:cubicBezTo>
                    <a:cubicBezTo>
                      <a:pt x="765" y="315"/>
                      <a:pt x="752" y="287"/>
                      <a:pt x="739" y="286"/>
                    </a:cubicBezTo>
                    <a:cubicBezTo>
                      <a:pt x="746" y="249"/>
                      <a:pt x="722" y="220"/>
                      <a:pt x="706" y="197"/>
                    </a:cubicBezTo>
                    <a:cubicBezTo>
                      <a:pt x="683" y="163"/>
                      <a:pt x="648" y="135"/>
                      <a:pt x="648" y="135"/>
                    </a:cubicBezTo>
                    <a:cubicBezTo>
                      <a:pt x="648" y="135"/>
                      <a:pt x="640" y="97"/>
                      <a:pt x="622" y="84"/>
                    </a:cubicBezTo>
                    <a:cubicBezTo>
                      <a:pt x="613" y="79"/>
                      <a:pt x="605" y="73"/>
                      <a:pt x="595" y="70"/>
                    </a:cubicBezTo>
                    <a:cubicBezTo>
                      <a:pt x="588" y="67"/>
                      <a:pt x="577" y="60"/>
                      <a:pt x="572" y="57"/>
                    </a:cubicBezTo>
                    <a:cubicBezTo>
                      <a:pt x="565" y="52"/>
                      <a:pt x="559" y="51"/>
                      <a:pt x="551" y="46"/>
                    </a:cubicBezTo>
                    <a:cubicBezTo>
                      <a:pt x="543" y="41"/>
                      <a:pt x="522" y="35"/>
                      <a:pt x="509" y="42"/>
                    </a:cubicBezTo>
                    <a:cubicBezTo>
                      <a:pt x="507" y="23"/>
                      <a:pt x="415" y="0"/>
                      <a:pt x="402" y="44"/>
                    </a:cubicBezTo>
                    <a:cubicBezTo>
                      <a:pt x="392" y="72"/>
                      <a:pt x="391" y="77"/>
                      <a:pt x="392" y="85"/>
                    </a:cubicBezTo>
                    <a:cubicBezTo>
                      <a:pt x="394" y="92"/>
                      <a:pt x="389" y="96"/>
                      <a:pt x="389" y="128"/>
                    </a:cubicBezTo>
                    <a:cubicBezTo>
                      <a:pt x="391" y="89"/>
                      <a:pt x="378" y="31"/>
                      <a:pt x="333" y="23"/>
                    </a:cubicBezTo>
                    <a:cubicBezTo>
                      <a:pt x="315" y="20"/>
                      <a:pt x="289" y="26"/>
                      <a:pt x="270" y="29"/>
                    </a:cubicBezTo>
                    <a:cubicBezTo>
                      <a:pt x="256" y="31"/>
                      <a:pt x="215" y="30"/>
                      <a:pt x="220" y="52"/>
                    </a:cubicBezTo>
                    <a:cubicBezTo>
                      <a:pt x="213" y="41"/>
                      <a:pt x="197" y="54"/>
                      <a:pt x="188" y="58"/>
                    </a:cubicBezTo>
                    <a:cubicBezTo>
                      <a:pt x="176" y="63"/>
                      <a:pt x="166" y="73"/>
                      <a:pt x="154" y="80"/>
                    </a:cubicBezTo>
                    <a:cubicBezTo>
                      <a:pt x="138" y="91"/>
                      <a:pt x="106" y="108"/>
                      <a:pt x="113" y="131"/>
                    </a:cubicBezTo>
                    <a:cubicBezTo>
                      <a:pt x="87" y="117"/>
                      <a:pt x="68" y="159"/>
                      <a:pt x="57" y="176"/>
                    </a:cubicBezTo>
                    <a:cubicBezTo>
                      <a:pt x="48" y="188"/>
                      <a:pt x="41" y="196"/>
                      <a:pt x="38" y="211"/>
                    </a:cubicBezTo>
                    <a:cubicBezTo>
                      <a:pt x="36" y="220"/>
                      <a:pt x="29" y="240"/>
                      <a:pt x="36" y="247"/>
                    </a:cubicBezTo>
                    <a:cubicBezTo>
                      <a:pt x="22" y="254"/>
                      <a:pt x="20" y="253"/>
                      <a:pt x="17" y="269"/>
                    </a:cubicBezTo>
                    <a:cubicBezTo>
                      <a:pt x="15" y="281"/>
                      <a:pt x="12" y="292"/>
                      <a:pt x="10" y="304"/>
                    </a:cubicBezTo>
                    <a:cubicBezTo>
                      <a:pt x="8" y="318"/>
                      <a:pt x="4" y="330"/>
                      <a:pt x="2" y="343"/>
                    </a:cubicBezTo>
                    <a:cubicBezTo>
                      <a:pt x="0" y="355"/>
                      <a:pt x="4" y="387"/>
                      <a:pt x="6" y="386"/>
                    </a:cubicBezTo>
                    <a:cubicBezTo>
                      <a:pt x="12" y="397"/>
                      <a:pt x="20" y="410"/>
                      <a:pt x="38" y="407"/>
                    </a:cubicBezTo>
                    <a:close/>
                  </a:path>
                </a:pathLst>
              </a:custGeom>
              <a:solidFill>
                <a:srgbClr val="E8E4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9" name="Freeform 667">
                <a:extLst>
                  <a:ext uri="{FF2B5EF4-FFF2-40B4-BE49-F238E27FC236}">
                    <a16:creationId xmlns:a16="http://schemas.microsoft.com/office/drawing/2014/main" id="{436D1E60-D101-4805-BF96-0DF24D37C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" y="2776"/>
                <a:ext cx="218" cy="224"/>
              </a:xfrm>
              <a:custGeom>
                <a:avLst/>
                <a:gdLst>
                  <a:gd name="T0" fmla="*/ 145 w 87"/>
                  <a:gd name="T1" fmla="*/ 435 h 84"/>
                  <a:gd name="T2" fmla="*/ 847 w 87"/>
                  <a:gd name="T3" fmla="*/ 1387 h 84"/>
                  <a:gd name="T4" fmla="*/ 1225 w 87"/>
                  <a:gd name="T5" fmla="*/ 1459 h 84"/>
                  <a:gd name="T6" fmla="*/ 1368 w 87"/>
                  <a:gd name="T7" fmla="*/ 968 h 84"/>
                  <a:gd name="T8" fmla="*/ 1022 w 87"/>
                  <a:gd name="T9" fmla="*/ 1160 h 84"/>
                  <a:gd name="T10" fmla="*/ 910 w 87"/>
                  <a:gd name="T11" fmla="*/ 1003 h 84"/>
                  <a:gd name="T12" fmla="*/ 847 w 87"/>
                  <a:gd name="T13" fmla="*/ 760 h 84"/>
                  <a:gd name="T14" fmla="*/ 629 w 87"/>
                  <a:gd name="T15" fmla="*/ 776 h 84"/>
                  <a:gd name="T16" fmla="*/ 408 w 87"/>
                  <a:gd name="T17" fmla="*/ 547 h 84"/>
                  <a:gd name="T18" fmla="*/ 271 w 87"/>
                  <a:gd name="T19" fmla="*/ 435 h 84"/>
                  <a:gd name="T20" fmla="*/ 0 w 87"/>
                  <a:gd name="T21" fmla="*/ 0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7" h="84">
                    <a:moveTo>
                      <a:pt x="9" y="23"/>
                    </a:moveTo>
                    <a:cubicBezTo>
                      <a:pt x="23" y="40"/>
                      <a:pt x="35" y="61"/>
                      <a:pt x="54" y="73"/>
                    </a:cubicBezTo>
                    <a:cubicBezTo>
                      <a:pt x="60" y="77"/>
                      <a:pt x="72" y="84"/>
                      <a:pt x="78" y="77"/>
                    </a:cubicBezTo>
                    <a:cubicBezTo>
                      <a:pt x="82" y="70"/>
                      <a:pt x="79" y="53"/>
                      <a:pt x="87" y="51"/>
                    </a:cubicBezTo>
                    <a:cubicBezTo>
                      <a:pt x="78" y="48"/>
                      <a:pt x="76" y="66"/>
                      <a:pt x="65" y="61"/>
                    </a:cubicBezTo>
                    <a:cubicBezTo>
                      <a:pt x="62" y="60"/>
                      <a:pt x="59" y="56"/>
                      <a:pt x="58" y="53"/>
                    </a:cubicBezTo>
                    <a:cubicBezTo>
                      <a:pt x="57" y="51"/>
                      <a:pt x="56" y="41"/>
                      <a:pt x="54" y="40"/>
                    </a:cubicBezTo>
                    <a:cubicBezTo>
                      <a:pt x="50" y="37"/>
                      <a:pt x="45" y="42"/>
                      <a:pt x="40" y="41"/>
                    </a:cubicBezTo>
                    <a:cubicBezTo>
                      <a:pt x="33" y="40"/>
                      <a:pt x="29" y="34"/>
                      <a:pt x="26" y="29"/>
                    </a:cubicBezTo>
                    <a:cubicBezTo>
                      <a:pt x="23" y="22"/>
                      <a:pt x="25" y="25"/>
                      <a:pt x="17" y="23"/>
                    </a:cubicBezTo>
                    <a:cubicBezTo>
                      <a:pt x="7" y="21"/>
                      <a:pt x="3" y="8"/>
                      <a:pt x="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0" name="Freeform 668">
                <a:extLst>
                  <a:ext uri="{FF2B5EF4-FFF2-40B4-BE49-F238E27FC236}">
                    <a16:creationId xmlns:a16="http://schemas.microsoft.com/office/drawing/2014/main" id="{7A224F22-4034-4E00-8760-89E82B23E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813"/>
                <a:ext cx="450" cy="254"/>
              </a:xfrm>
              <a:custGeom>
                <a:avLst/>
                <a:gdLst>
                  <a:gd name="T0" fmla="*/ 0 w 180"/>
                  <a:gd name="T1" fmla="*/ 1315 h 95"/>
                  <a:gd name="T2" fmla="*/ 283 w 180"/>
                  <a:gd name="T3" fmla="*/ 1588 h 95"/>
                  <a:gd name="T4" fmla="*/ 738 w 180"/>
                  <a:gd name="T5" fmla="*/ 1738 h 95"/>
                  <a:gd name="T6" fmla="*/ 1595 w 180"/>
                  <a:gd name="T7" fmla="*/ 1666 h 95"/>
                  <a:gd name="T8" fmla="*/ 1938 w 180"/>
                  <a:gd name="T9" fmla="*/ 1567 h 95"/>
                  <a:gd name="T10" fmla="*/ 2300 w 180"/>
                  <a:gd name="T11" fmla="*/ 1452 h 95"/>
                  <a:gd name="T12" fmla="*/ 2750 w 180"/>
                  <a:gd name="T13" fmla="*/ 880 h 95"/>
                  <a:gd name="T14" fmla="*/ 2345 w 180"/>
                  <a:gd name="T15" fmla="*/ 1128 h 95"/>
                  <a:gd name="T16" fmla="*/ 2125 w 180"/>
                  <a:gd name="T17" fmla="*/ 572 h 95"/>
                  <a:gd name="T18" fmla="*/ 1783 w 180"/>
                  <a:gd name="T19" fmla="*/ 193 h 95"/>
                  <a:gd name="T20" fmla="*/ 1333 w 180"/>
                  <a:gd name="T21" fmla="*/ 56 h 95"/>
                  <a:gd name="T22" fmla="*/ 1938 w 180"/>
                  <a:gd name="T23" fmla="*/ 821 h 95"/>
                  <a:gd name="T24" fmla="*/ 1770 w 180"/>
                  <a:gd name="T25" fmla="*/ 1166 h 95"/>
                  <a:gd name="T26" fmla="*/ 1500 w 180"/>
                  <a:gd name="T27" fmla="*/ 936 h 95"/>
                  <a:gd name="T28" fmla="*/ 1425 w 180"/>
                  <a:gd name="T29" fmla="*/ 1315 h 95"/>
                  <a:gd name="T30" fmla="*/ 1158 w 180"/>
                  <a:gd name="T31" fmla="*/ 1144 h 95"/>
                  <a:gd name="T32" fmla="*/ 1033 w 180"/>
                  <a:gd name="T33" fmla="*/ 1508 h 95"/>
                  <a:gd name="T34" fmla="*/ 783 w 180"/>
                  <a:gd name="T35" fmla="*/ 1436 h 95"/>
                  <a:gd name="T36" fmla="*/ 595 w 180"/>
                  <a:gd name="T37" fmla="*/ 1567 h 95"/>
                  <a:gd name="T38" fmla="*/ 375 w 180"/>
                  <a:gd name="T39" fmla="*/ 1452 h 95"/>
                  <a:gd name="T40" fmla="*/ 113 w 180"/>
                  <a:gd name="T41" fmla="*/ 1393 h 9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0" h="95">
                    <a:moveTo>
                      <a:pt x="0" y="69"/>
                    </a:moveTo>
                    <a:cubicBezTo>
                      <a:pt x="1" y="75"/>
                      <a:pt x="14" y="81"/>
                      <a:pt x="18" y="83"/>
                    </a:cubicBezTo>
                    <a:cubicBezTo>
                      <a:pt x="28" y="87"/>
                      <a:pt x="37" y="89"/>
                      <a:pt x="47" y="91"/>
                    </a:cubicBezTo>
                    <a:cubicBezTo>
                      <a:pt x="66" y="95"/>
                      <a:pt x="84" y="95"/>
                      <a:pt x="102" y="87"/>
                    </a:cubicBezTo>
                    <a:cubicBezTo>
                      <a:pt x="111" y="83"/>
                      <a:pt x="114" y="82"/>
                      <a:pt x="124" y="82"/>
                    </a:cubicBezTo>
                    <a:cubicBezTo>
                      <a:pt x="132" y="82"/>
                      <a:pt x="140" y="79"/>
                      <a:pt x="147" y="76"/>
                    </a:cubicBezTo>
                    <a:cubicBezTo>
                      <a:pt x="156" y="73"/>
                      <a:pt x="180" y="58"/>
                      <a:pt x="176" y="46"/>
                    </a:cubicBezTo>
                    <a:cubicBezTo>
                      <a:pt x="168" y="51"/>
                      <a:pt x="162" y="64"/>
                      <a:pt x="150" y="59"/>
                    </a:cubicBezTo>
                    <a:cubicBezTo>
                      <a:pt x="140" y="55"/>
                      <a:pt x="140" y="38"/>
                      <a:pt x="136" y="30"/>
                    </a:cubicBezTo>
                    <a:cubicBezTo>
                      <a:pt x="132" y="19"/>
                      <a:pt x="124" y="14"/>
                      <a:pt x="114" y="10"/>
                    </a:cubicBezTo>
                    <a:cubicBezTo>
                      <a:pt x="106" y="7"/>
                      <a:pt x="93" y="0"/>
                      <a:pt x="85" y="3"/>
                    </a:cubicBezTo>
                    <a:cubicBezTo>
                      <a:pt x="104" y="8"/>
                      <a:pt x="117" y="25"/>
                      <a:pt x="124" y="43"/>
                    </a:cubicBezTo>
                    <a:cubicBezTo>
                      <a:pt x="128" y="54"/>
                      <a:pt x="126" y="61"/>
                      <a:pt x="113" y="61"/>
                    </a:cubicBezTo>
                    <a:cubicBezTo>
                      <a:pt x="102" y="62"/>
                      <a:pt x="100" y="58"/>
                      <a:pt x="96" y="49"/>
                    </a:cubicBezTo>
                    <a:cubicBezTo>
                      <a:pt x="95" y="54"/>
                      <a:pt x="97" y="66"/>
                      <a:pt x="91" y="69"/>
                    </a:cubicBezTo>
                    <a:cubicBezTo>
                      <a:pt x="84" y="72"/>
                      <a:pt x="78" y="62"/>
                      <a:pt x="74" y="60"/>
                    </a:cubicBezTo>
                    <a:cubicBezTo>
                      <a:pt x="72" y="65"/>
                      <a:pt x="72" y="76"/>
                      <a:pt x="66" y="79"/>
                    </a:cubicBezTo>
                    <a:cubicBezTo>
                      <a:pt x="61" y="82"/>
                      <a:pt x="54" y="78"/>
                      <a:pt x="50" y="75"/>
                    </a:cubicBezTo>
                    <a:cubicBezTo>
                      <a:pt x="45" y="78"/>
                      <a:pt x="43" y="82"/>
                      <a:pt x="38" y="82"/>
                    </a:cubicBezTo>
                    <a:cubicBezTo>
                      <a:pt x="32" y="82"/>
                      <a:pt x="29" y="77"/>
                      <a:pt x="24" y="76"/>
                    </a:cubicBezTo>
                    <a:cubicBezTo>
                      <a:pt x="21" y="75"/>
                      <a:pt x="5" y="79"/>
                      <a:pt x="7" y="7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1" name="Freeform 669">
                <a:extLst>
                  <a:ext uri="{FF2B5EF4-FFF2-40B4-BE49-F238E27FC236}">
                    <a16:creationId xmlns:a16="http://schemas.microsoft.com/office/drawing/2014/main" id="{FC0EF65C-0E5A-4235-B5C4-D24240AD5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587"/>
                <a:ext cx="137" cy="330"/>
              </a:xfrm>
              <a:custGeom>
                <a:avLst/>
                <a:gdLst>
                  <a:gd name="T0" fmla="*/ 125 w 55"/>
                  <a:gd name="T1" fmla="*/ 716 h 124"/>
                  <a:gd name="T2" fmla="*/ 558 w 55"/>
                  <a:gd name="T3" fmla="*/ 375 h 124"/>
                  <a:gd name="T4" fmla="*/ 849 w 55"/>
                  <a:gd name="T5" fmla="*/ 0 h 124"/>
                  <a:gd name="T6" fmla="*/ 757 w 55"/>
                  <a:gd name="T7" fmla="*/ 1317 h 124"/>
                  <a:gd name="T8" fmla="*/ 570 w 55"/>
                  <a:gd name="T9" fmla="*/ 1919 h 124"/>
                  <a:gd name="T10" fmla="*/ 262 w 55"/>
                  <a:gd name="T11" fmla="*/ 2337 h 124"/>
                  <a:gd name="T12" fmla="*/ 354 w 55"/>
                  <a:gd name="T13" fmla="*/ 1807 h 124"/>
                  <a:gd name="T14" fmla="*/ 125 w 55"/>
                  <a:gd name="T15" fmla="*/ 1339 h 124"/>
                  <a:gd name="T16" fmla="*/ 12 w 55"/>
                  <a:gd name="T17" fmla="*/ 1078 h 124"/>
                  <a:gd name="T18" fmla="*/ 42 w 55"/>
                  <a:gd name="T19" fmla="*/ 695 h 1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24">
                    <a:moveTo>
                      <a:pt x="8" y="38"/>
                    </a:moveTo>
                    <a:cubicBezTo>
                      <a:pt x="21" y="43"/>
                      <a:pt x="29" y="27"/>
                      <a:pt x="36" y="20"/>
                    </a:cubicBezTo>
                    <a:cubicBezTo>
                      <a:pt x="41" y="14"/>
                      <a:pt x="54" y="9"/>
                      <a:pt x="55" y="0"/>
                    </a:cubicBezTo>
                    <a:cubicBezTo>
                      <a:pt x="47" y="22"/>
                      <a:pt x="54" y="48"/>
                      <a:pt x="49" y="70"/>
                    </a:cubicBezTo>
                    <a:cubicBezTo>
                      <a:pt x="46" y="82"/>
                      <a:pt x="40" y="92"/>
                      <a:pt x="37" y="102"/>
                    </a:cubicBezTo>
                    <a:cubicBezTo>
                      <a:pt x="33" y="112"/>
                      <a:pt x="27" y="120"/>
                      <a:pt x="17" y="124"/>
                    </a:cubicBezTo>
                    <a:cubicBezTo>
                      <a:pt x="25" y="117"/>
                      <a:pt x="41" y="101"/>
                      <a:pt x="23" y="96"/>
                    </a:cubicBezTo>
                    <a:cubicBezTo>
                      <a:pt x="35" y="82"/>
                      <a:pt x="16" y="77"/>
                      <a:pt x="8" y="71"/>
                    </a:cubicBezTo>
                    <a:cubicBezTo>
                      <a:pt x="1" y="67"/>
                      <a:pt x="1" y="66"/>
                      <a:pt x="1" y="57"/>
                    </a:cubicBezTo>
                    <a:cubicBezTo>
                      <a:pt x="1" y="50"/>
                      <a:pt x="0" y="43"/>
                      <a:pt x="3" y="37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2" name="Freeform 670">
                <a:extLst>
                  <a:ext uri="{FF2B5EF4-FFF2-40B4-BE49-F238E27FC236}">
                    <a16:creationId xmlns:a16="http://schemas.microsoft.com/office/drawing/2014/main" id="{48BC17BD-F2BD-4AA3-BE36-CEEA15D1C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2291"/>
                <a:ext cx="323" cy="477"/>
              </a:xfrm>
              <a:custGeom>
                <a:avLst/>
                <a:gdLst>
                  <a:gd name="T0" fmla="*/ 1129 w 129"/>
                  <a:gd name="T1" fmla="*/ 490 h 179"/>
                  <a:gd name="T2" fmla="*/ 1585 w 129"/>
                  <a:gd name="T3" fmla="*/ 568 h 179"/>
                  <a:gd name="T4" fmla="*/ 2026 w 129"/>
                  <a:gd name="T5" fmla="*/ 490 h 179"/>
                  <a:gd name="T6" fmla="*/ 1900 w 129"/>
                  <a:gd name="T7" fmla="*/ 1045 h 179"/>
                  <a:gd name="T8" fmla="*/ 1930 w 129"/>
                  <a:gd name="T9" fmla="*/ 1740 h 179"/>
                  <a:gd name="T10" fmla="*/ 1913 w 129"/>
                  <a:gd name="T11" fmla="*/ 2556 h 179"/>
                  <a:gd name="T12" fmla="*/ 1713 w 129"/>
                  <a:gd name="T13" fmla="*/ 3387 h 179"/>
                  <a:gd name="T14" fmla="*/ 1838 w 129"/>
                  <a:gd name="T15" fmla="*/ 1988 h 179"/>
                  <a:gd name="T16" fmla="*/ 1693 w 129"/>
                  <a:gd name="T17" fmla="*/ 1306 h 179"/>
                  <a:gd name="T18" fmla="*/ 1442 w 129"/>
                  <a:gd name="T19" fmla="*/ 1420 h 179"/>
                  <a:gd name="T20" fmla="*/ 1284 w 129"/>
                  <a:gd name="T21" fmla="*/ 1420 h 179"/>
                  <a:gd name="T22" fmla="*/ 1067 w 129"/>
                  <a:gd name="T23" fmla="*/ 1386 h 179"/>
                  <a:gd name="T24" fmla="*/ 1004 w 129"/>
                  <a:gd name="T25" fmla="*/ 1250 h 179"/>
                  <a:gd name="T26" fmla="*/ 1097 w 129"/>
                  <a:gd name="T27" fmla="*/ 794 h 179"/>
                  <a:gd name="T28" fmla="*/ 909 w 129"/>
                  <a:gd name="T29" fmla="*/ 533 h 179"/>
                  <a:gd name="T30" fmla="*/ 458 w 129"/>
                  <a:gd name="T31" fmla="*/ 909 h 179"/>
                  <a:gd name="T32" fmla="*/ 313 w 129"/>
                  <a:gd name="T33" fmla="*/ 589 h 179"/>
                  <a:gd name="T34" fmla="*/ 50 w 129"/>
                  <a:gd name="T35" fmla="*/ 626 h 179"/>
                  <a:gd name="T36" fmla="*/ 33 w 129"/>
                  <a:gd name="T37" fmla="*/ 306 h 179"/>
                  <a:gd name="T38" fmla="*/ 20 w 129"/>
                  <a:gd name="T39" fmla="*/ 0 h 179"/>
                  <a:gd name="T40" fmla="*/ 333 w 129"/>
                  <a:gd name="T41" fmla="*/ 227 h 179"/>
                  <a:gd name="T42" fmla="*/ 709 w 129"/>
                  <a:gd name="T43" fmla="*/ 456 h 179"/>
                  <a:gd name="T44" fmla="*/ 1159 w 129"/>
                  <a:gd name="T45" fmla="*/ 512 h 17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9" h="179">
                    <a:moveTo>
                      <a:pt x="72" y="26"/>
                    </a:moveTo>
                    <a:cubicBezTo>
                      <a:pt x="81" y="30"/>
                      <a:pt x="91" y="31"/>
                      <a:pt x="101" y="30"/>
                    </a:cubicBezTo>
                    <a:cubicBezTo>
                      <a:pt x="108" y="30"/>
                      <a:pt x="124" y="22"/>
                      <a:pt x="129" y="26"/>
                    </a:cubicBezTo>
                    <a:cubicBezTo>
                      <a:pt x="124" y="36"/>
                      <a:pt x="121" y="44"/>
                      <a:pt x="121" y="55"/>
                    </a:cubicBezTo>
                    <a:cubicBezTo>
                      <a:pt x="121" y="67"/>
                      <a:pt x="123" y="79"/>
                      <a:pt x="123" y="92"/>
                    </a:cubicBezTo>
                    <a:cubicBezTo>
                      <a:pt x="123" y="106"/>
                      <a:pt x="124" y="120"/>
                      <a:pt x="122" y="135"/>
                    </a:cubicBezTo>
                    <a:cubicBezTo>
                      <a:pt x="121" y="150"/>
                      <a:pt x="114" y="164"/>
                      <a:pt x="109" y="179"/>
                    </a:cubicBezTo>
                    <a:cubicBezTo>
                      <a:pt x="111" y="154"/>
                      <a:pt x="120" y="130"/>
                      <a:pt x="117" y="105"/>
                    </a:cubicBezTo>
                    <a:cubicBezTo>
                      <a:pt x="116" y="98"/>
                      <a:pt x="116" y="72"/>
                      <a:pt x="108" y="69"/>
                    </a:cubicBezTo>
                    <a:cubicBezTo>
                      <a:pt x="104" y="67"/>
                      <a:pt x="97" y="74"/>
                      <a:pt x="92" y="75"/>
                    </a:cubicBezTo>
                    <a:cubicBezTo>
                      <a:pt x="88" y="76"/>
                      <a:pt x="86" y="76"/>
                      <a:pt x="82" y="75"/>
                    </a:cubicBezTo>
                    <a:cubicBezTo>
                      <a:pt x="77" y="74"/>
                      <a:pt x="71" y="74"/>
                      <a:pt x="68" y="73"/>
                    </a:cubicBezTo>
                    <a:cubicBezTo>
                      <a:pt x="62" y="71"/>
                      <a:pt x="63" y="71"/>
                      <a:pt x="64" y="66"/>
                    </a:cubicBezTo>
                    <a:cubicBezTo>
                      <a:pt x="65" y="58"/>
                      <a:pt x="72" y="51"/>
                      <a:pt x="70" y="42"/>
                    </a:cubicBezTo>
                    <a:cubicBezTo>
                      <a:pt x="69" y="35"/>
                      <a:pt x="65" y="29"/>
                      <a:pt x="58" y="28"/>
                    </a:cubicBezTo>
                    <a:cubicBezTo>
                      <a:pt x="43" y="28"/>
                      <a:pt x="38" y="38"/>
                      <a:pt x="29" y="48"/>
                    </a:cubicBezTo>
                    <a:cubicBezTo>
                      <a:pt x="30" y="39"/>
                      <a:pt x="33" y="27"/>
                      <a:pt x="20" y="31"/>
                    </a:cubicBezTo>
                    <a:cubicBezTo>
                      <a:pt x="14" y="32"/>
                      <a:pt x="8" y="39"/>
                      <a:pt x="3" y="33"/>
                    </a:cubicBezTo>
                    <a:cubicBezTo>
                      <a:pt x="0" y="29"/>
                      <a:pt x="2" y="20"/>
                      <a:pt x="2" y="16"/>
                    </a:cubicBezTo>
                    <a:cubicBezTo>
                      <a:pt x="2" y="10"/>
                      <a:pt x="2" y="5"/>
                      <a:pt x="1" y="0"/>
                    </a:cubicBezTo>
                    <a:cubicBezTo>
                      <a:pt x="6" y="4"/>
                      <a:pt x="15" y="8"/>
                      <a:pt x="21" y="12"/>
                    </a:cubicBezTo>
                    <a:cubicBezTo>
                      <a:pt x="29" y="17"/>
                      <a:pt x="36" y="22"/>
                      <a:pt x="45" y="24"/>
                    </a:cubicBezTo>
                    <a:cubicBezTo>
                      <a:pt x="59" y="28"/>
                      <a:pt x="60" y="24"/>
                      <a:pt x="74" y="27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3" name="Freeform 671">
                <a:extLst>
                  <a:ext uri="{FF2B5EF4-FFF2-40B4-BE49-F238E27FC236}">
                    <a16:creationId xmlns:a16="http://schemas.microsoft.com/office/drawing/2014/main" id="{EB3D9EDC-BEF3-4562-973E-385395CB1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395"/>
                <a:ext cx="168" cy="128"/>
              </a:xfrm>
              <a:custGeom>
                <a:avLst/>
                <a:gdLst>
                  <a:gd name="T0" fmla="*/ 0 w 67"/>
                  <a:gd name="T1" fmla="*/ 285 h 48"/>
                  <a:gd name="T2" fmla="*/ 504 w 67"/>
                  <a:gd name="T3" fmla="*/ 435 h 48"/>
                  <a:gd name="T4" fmla="*/ 817 w 67"/>
                  <a:gd name="T5" fmla="*/ 115 h 48"/>
                  <a:gd name="T6" fmla="*/ 692 w 67"/>
                  <a:gd name="T7" fmla="*/ 589 h 48"/>
                  <a:gd name="T8" fmla="*/ 1056 w 67"/>
                  <a:gd name="T9" fmla="*/ 909 h 48"/>
                  <a:gd name="T10" fmla="*/ 647 w 67"/>
                  <a:gd name="T11" fmla="*/ 832 h 48"/>
                  <a:gd name="T12" fmla="*/ 597 w 67"/>
                  <a:gd name="T13" fmla="*/ 568 h 48"/>
                  <a:gd name="T14" fmla="*/ 429 w 67"/>
                  <a:gd name="T15" fmla="*/ 568 h 48"/>
                  <a:gd name="T16" fmla="*/ 176 w 67"/>
                  <a:gd name="T17" fmla="*/ 36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48">
                    <a:moveTo>
                      <a:pt x="0" y="15"/>
                    </a:moveTo>
                    <a:cubicBezTo>
                      <a:pt x="8" y="20"/>
                      <a:pt x="22" y="26"/>
                      <a:pt x="32" y="23"/>
                    </a:cubicBezTo>
                    <a:cubicBezTo>
                      <a:pt x="38" y="21"/>
                      <a:pt x="43" y="0"/>
                      <a:pt x="52" y="6"/>
                    </a:cubicBezTo>
                    <a:cubicBezTo>
                      <a:pt x="58" y="11"/>
                      <a:pt x="44" y="24"/>
                      <a:pt x="44" y="31"/>
                    </a:cubicBezTo>
                    <a:cubicBezTo>
                      <a:pt x="45" y="42"/>
                      <a:pt x="60" y="42"/>
                      <a:pt x="67" y="48"/>
                    </a:cubicBezTo>
                    <a:cubicBezTo>
                      <a:pt x="60" y="41"/>
                      <a:pt x="50" y="42"/>
                      <a:pt x="41" y="44"/>
                    </a:cubicBezTo>
                    <a:cubicBezTo>
                      <a:pt x="41" y="41"/>
                      <a:pt x="41" y="32"/>
                      <a:pt x="38" y="30"/>
                    </a:cubicBezTo>
                    <a:cubicBezTo>
                      <a:pt x="33" y="26"/>
                      <a:pt x="32" y="30"/>
                      <a:pt x="27" y="30"/>
                    </a:cubicBezTo>
                    <a:cubicBezTo>
                      <a:pt x="21" y="30"/>
                      <a:pt x="16" y="22"/>
                      <a:pt x="11" y="19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4" name="Freeform 672">
                <a:extLst>
                  <a:ext uri="{FF2B5EF4-FFF2-40B4-BE49-F238E27FC236}">
                    <a16:creationId xmlns:a16="http://schemas.microsoft.com/office/drawing/2014/main" id="{F9E4B6C5-F849-48CE-BDCD-7687AEC42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2179"/>
                <a:ext cx="542" cy="165"/>
              </a:xfrm>
              <a:custGeom>
                <a:avLst/>
                <a:gdLst>
                  <a:gd name="T0" fmla="*/ 0 w 217"/>
                  <a:gd name="T1" fmla="*/ 716 h 62"/>
                  <a:gd name="T2" fmla="*/ 480 w 217"/>
                  <a:gd name="T3" fmla="*/ 588 h 62"/>
                  <a:gd name="T4" fmla="*/ 1104 w 217"/>
                  <a:gd name="T5" fmla="*/ 341 h 62"/>
                  <a:gd name="T6" fmla="*/ 2166 w 217"/>
                  <a:gd name="T7" fmla="*/ 0 h 62"/>
                  <a:gd name="T8" fmla="*/ 2820 w 217"/>
                  <a:gd name="T9" fmla="*/ 362 h 62"/>
                  <a:gd name="T10" fmla="*/ 3150 w 217"/>
                  <a:gd name="T11" fmla="*/ 660 h 62"/>
                  <a:gd name="T12" fmla="*/ 3382 w 217"/>
                  <a:gd name="T13" fmla="*/ 963 h 62"/>
                  <a:gd name="T14" fmla="*/ 3195 w 217"/>
                  <a:gd name="T15" fmla="*/ 886 h 62"/>
                  <a:gd name="T16" fmla="*/ 3132 w 217"/>
                  <a:gd name="T17" fmla="*/ 1168 h 62"/>
                  <a:gd name="T18" fmla="*/ 2837 w 217"/>
                  <a:gd name="T19" fmla="*/ 737 h 62"/>
                  <a:gd name="T20" fmla="*/ 2508 w 217"/>
                  <a:gd name="T21" fmla="*/ 601 h 62"/>
                  <a:gd name="T22" fmla="*/ 2403 w 217"/>
                  <a:gd name="T23" fmla="*/ 248 h 62"/>
                  <a:gd name="T24" fmla="*/ 2183 w 217"/>
                  <a:gd name="T25" fmla="*/ 319 h 62"/>
                  <a:gd name="T26" fmla="*/ 1746 w 217"/>
                  <a:gd name="T27" fmla="*/ 490 h 62"/>
                  <a:gd name="T28" fmla="*/ 1341 w 217"/>
                  <a:gd name="T29" fmla="*/ 511 h 62"/>
                  <a:gd name="T30" fmla="*/ 1062 w 217"/>
                  <a:gd name="T31" fmla="*/ 588 h 62"/>
                  <a:gd name="T32" fmla="*/ 779 w 217"/>
                  <a:gd name="T33" fmla="*/ 679 h 62"/>
                  <a:gd name="T34" fmla="*/ 512 w 217"/>
                  <a:gd name="T35" fmla="*/ 546 h 6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7" h="62">
                    <a:moveTo>
                      <a:pt x="0" y="38"/>
                    </a:moveTo>
                    <a:cubicBezTo>
                      <a:pt x="8" y="34"/>
                      <a:pt x="22" y="33"/>
                      <a:pt x="31" y="31"/>
                    </a:cubicBezTo>
                    <a:cubicBezTo>
                      <a:pt x="44" y="27"/>
                      <a:pt x="58" y="23"/>
                      <a:pt x="71" y="18"/>
                    </a:cubicBezTo>
                    <a:cubicBezTo>
                      <a:pt x="92" y="11"/>
                      <a:pt x="115" y="1"/>
                      <a:pt x="139" y="0"/>
                    </a:cubicBezTo>
                    <a:cubicBezTo>
                      <a:pt x="156" y="0"/>
                      <a:pt x="168" y="9"/>
                      <a:pt x="181" y="19"/>
                    </a:cubicBezTo>
                    <a:cubicBezTo>
                      <a:pt x="189" y="24"/>
                      <a:pt x="196" y="29"/>
                      <a:pt x="202" y="35"/>
                    </a:cubicBezTo>
                    <a:cubicBezTo>
                      <a:pt x="207" y="40"/>
                      <a:pt x="215" y="44"/>
                      <a:pt x="217" y="51"/>
                    </a:cubicBezTo>
                    <a:cubicBezTo>
                      <a:pt x="215" y="48"/>
                      <a:pt x="209" y="45"/>
                      <a:pt x="205" y="47"/>
                    </a:cubicBezTo>
                    <a:cubicBezTo>
                      <a:pt x="201" y="50"/>
                      <a:pt x="202" y="58"/>
                      <a:pt x="201" y="62"/>
                    </a:cubicBezTo>
                    <a:cubicBezTo>
                      <a:pt x="201" y="53"/>
                      <a:pt x="194" y="36"/>
                      <a:pt x="182" y="39"/>
                    </a:cubicBezTo>
                    <a:cubicBezTo>
                      <a:pt x="183" y="24"/>
                      <a:pt x="171" y="25"/>
                      <a:pt x="161" y="32"/>
                    </a:cubicBezTo>
                    <a:cubicBezTo>
                      <a:pt x="160" y="26"/>
                      <a:pt x="160" y="17"/>
                      <a:pt x="154" y="13"/>
                    </a:cubicBezTo>
                    <a:cubicBezTo>
                      <a:pt x="149" y="9"/>
                      <a:pt x="143" y="10"/>
                      <a:pt x="140" y="17"/>
                    </a:cubicBezTo>
                    <a:cubicBezTo>
                      <a:pt x="125" y="9"/>
                      <a:pt x="123" y="16"/>
                      <a:pt x="112" y="26"/>
                    </a:cubicBezTo>
                    <a:cubicBezTo>
                      <a:pt x="101" y="18"/>
                      <a:pt x="95" y="16"/>
                      <a:pt x="86" y="27"/>
                    </a:cubicBezTo>
                    <a:cubicBezTo>
                      <a:pt x="78" y="14"/>
                      <a:pt x="76" y="29"/>
                      <a:pt x="68" y="31"/>
                    </a:cubicBezTo>
                    <a:cubicBezTo>
                      <a:pt x="61" y="33"/>
                      <a:pt x="52" y="22"/>
                      <a:pt x="50" y="36"/>
                    </a:cubicBezTo>
                    <a:cubicBezTo>
                      <a:pt x="45" y="30"/>
                      <a:pt x="37" y="34"/>
                      <a:pt x="33" y="29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5" name="Freeform 673">
                <a:extLst>
                  <a:ext uri="{FF2B5EF4-FFF2-40B4-BE49-F238E27FC236}">
                    <a16:creationId xmlns:a16="http://schemas.microsoft.com/office/drawing/2014/main" id="{688D581A-2DE6-4CA0-9971-C73E92855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" y="2307"/>
                <a:ext cx="130" cy="93"/>
              </a:xfrm>
              <a:custGeom>
                <a:avLst/>
                <a:gdLst>
                  <a:gd name="T0" fmla="*/ 0 w 52"/>
                  <a:gd name="T1" fmla="*/ 656 h 35"/>
                  <a:gd name="T2" fmla="*/ 563 w 52"/>
                  <a:gd name="T3" fmla="*/ 452 h 35"/>
                  <a:gd name="T4" fmla="*/ 813 w 52"/>
                  <a:gd name="T5" fmla="*/ 0 h 35"/>
                  <a:gd name="T6" fmla="*/ 520 w 52"/>
                  <a:gd name="T7" fmla="*/ 93 h 35"/>
                  <a:gd name="T8" fmla="*/ 270 w 52"/>
                  <a:gd name="T9" fmla="*/ 35 h 35"/>
                  <a:gd name="T10" fmla="*/ 333 w 52"/>
                  <a:gd name="T11" fmla="*/ 303 h 35"/>
                  <a:gd name="T12" fmla="*/ 113 w 52"/>
                  <a:gd name="T13" fmla="*/ 452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5">
                    <a:moveTo>
                      <a:pt x="0" y="35"/>
                    </a:moveTo>
                    <a:cubicBezTo>
                      <a:pt x="11" y="33"/>
                      <a:pt x="25" y="18"/>
                      <a:pt x="36" y="24"/>
                    </a:cubicBezTo>
                    <a:cubicBezTo>
                      <a:pt x="34" y="13"/>
                      <a:pt x="42" y="5"/>
                      <a:pt x="52" y="0"/>
                    </a:cubicBezTo>
                    <a:cubicBezTo>
                      <a:pt x="46" y="4"/>
                      <a:pt x="39" y="3"/>
                      <a:pt x="33" y="5"/>
                    </a:cubicBezTo>
                    <a:cubicBezTo>
                      <a:pt x="25" y="9"/>
                      <a:pt x="24" y="8"/>
                      <a:pt x="17" y="2"/>
                    </a:cubicBezTo>
                    <a:cubicBezTo>
                      <a:pt x="18" y="6"/>
                      <a:pt x="23" y="11"/>
                      <a:pt x="21" y="16"/>
                    </a:cubicBezTo>
                    <a:cubicBezTo>
                      <a:pt x="19" y="22"/>
                      <a:pt x="11" y="21"/>
                      <a:pt x="7" y="2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6" name="Freeform 674">
                <a:extLst>
                  <a:ext uri="{FF2B5EF4-FFF2-40B4-BE49-F238E27FC236}">
                    <a16:creationId xmlns:a16="http://schemas.microsoft.com/office/drawing/2014/main" id="{4834090C-56DC-46D7-9D16-1E4ECBB51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" y="2403"/>
                <a:ext cx="93" cy="210"/>
              </a:xfrm>
              <a:custGeom>
                <a:avLst/>
                <a:gdLst>
                  <a:gd name="T0" fmla="*/ 442 w 37"/>
                  <a:gd name="T1" fmla="*/ 205 h 79"/>
                  <a:gd name="T2" fmla="*/ 397 w 37"/>
                  <a:gd name="T3" fmla="*/ 941 h 79"/>
                  <a:gd name="T4" fmla="*/ 304 w 37"/>
                  <a:gd name="T5" fmla="*/ 1483 h 79"/>
                  <a:gd name="T6" fmla="*/ 158 w 37"/>
                  <a:gd name="T7" fmla="*/ 1074 h 79"/>
                  <a:gd name="T8" fmla="*/ 334 w 37"/>
                  <a:gd name="T9" fmla="*/ 805 h 79"/>
                  <a:gd name="T10" fmla="*/ 63 w 37"/>
                  <a:gd name="T11" fmla="*/ 694 h 79"/>
                  <a:gd name="T12" fmla="*/ 271 w 37"/>
                  <a:gd name="T13" fmla="*/ 340 h 79"/>
                  <a:gd name="T14" fmla="*/ 271 w 37"/>
                  <a:gd name="T15" fmla="*/ 0 h 79"/>
                  <a:gd name="T16" fmla="*/ 442 w 37"/>
                  <a:gd name="T17" fmla="*/ 226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79">
                    <a:moveTo>
                      <a:pt x="28" y="11"/>
                    </a:moveTo>
                    <a:cubicBezTo>
                      <a:pt x="31" y="27"/>
                      <a:pt x="37" y="37"/>
                      <a:pt x="25" y="50"/>
                    </a:cubicBezTo>
                    <a:cubicBezTo>
                      <a:pt x="18" y="58"/>
                      <a:pt x="8" y="69"/>
                      <a:pt x="19" y="79"/>
                    </a:cubicBezTo>
                    <a:cubicBezTo>
                      <a:pt x="9" y="74"/>
                      <a:pt x="0" y="67"/>
                      <a:pt x="10" y="57"/>
                    </a:cubicBezTo>
                    <a:cubicBezTo>
                      <a:pt x="13" y="55"/>
                      <a:pt x="21" y="48"/>
                      <a:pt x="21" y="43"/>
                    </a:cubicBezTo>
                    <a:cubicBezTo>
                      <a:pt x="19" y="37"/>
                      <a:pt x="9" y="37"/>
                      <a:pt x="4" y="37"/>
                    </a:cubicBezTo>
                    <a:cubicBezTo>
                      <a:pt x="11" y="33"/>
                      <a:pt x="26" y="28"/>
                      <a:pt x="17" y="18"/>
                    </a:cubicBezTo>
                    <a:cubicBezTo>
                      <a:pt x="23" y="13"/>
                      <a:pt x="23" y="5"/>
                      <a:pt x="17" y="0"/>
                    </a:cubicBezTo>
                    <a:cubicBezTo>
                      <a:pt x="23" y="2"/>
                      <a:pt x="29" y="6"/>
                      <a:pt x="28" y="1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7" name="Freeform 675">
                <a:extLst>
                  <a:ext uri="{FF2B5EF4-FFF2-40B4-BE49-F238E27FC236}">
                    <a16:creationId xmlns:a16="http://schemas.microsoft.com/office/drawing/2014/main" id="{2629778A-E791-4F07-B444-D8DF92C89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736"/>
                <a:ext cx="220" cy="117"/>
              </a:xfrm>
              <a:custGeom>
                <a:avLst/>
                <a:gdLst>
                  <a:gd name="T0" fmla="*/ 0 w 88"/>
                  <a:gd name="T1" fmla="*/ 0 h 44"/>
                  <a:gd name="T2" fmla="*/ 708 w 88"/>
                  <a:gd name="T3" fmla="*/ 737 h 44"/>
                  <a:gd name="T4" fmla="*/ 1145 w 88"/>
                  <a:gd name="T5" fmla="*/ 737 h 44"/>
                  <a:gd name="T6" fmla="*/ 1375 w 88"/>
                  <a:gd name="T7" fmla="*/ 136 h 44"/>
                  <a:gd name="T8" fmla="*/ 1125 w 88"/>
                  <a:gd name="T9" fmla="*/ 524 h 44"/>
                  <a:gd name="T10" fmla="*/ 970 w 88"/>
                  <a:gd name="T11" fmla="*/ 247 h 44"/>
                  <a:gd name="T12" fmla="*/ 875 w 88"/>
                  <a:gd name="T13" fmla="*/ 580 h 44"/>
                  <a:gd name="T14" fmla="*/ 675 w 88"/>
                  <a:gd name="T15" fmla="*/ 340 h 44"/>
                  <a:gd name="T16" fmla="*/ 363 w 88"/>
                  <a:gd name="T17" fmla="*/ 226 h 44"/>
                  <a:gd name="T18" fmla="*/ 158 w 88"/>
                  <a:gd name="T19" fmla="*/ 247 h 44"/>
                  <a:gd name="T20" fmla="*/ 33 w 88"/>
                  <a:gd name="T21" fmla="*/ 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44">
                    <a:moveTo>
                      <a:pt x="0" y="0"/>
                    </a:moveTo>
                    <a:cubicBezTo>
                      <a:pt x="5" y="24"/>
                      <a:pt x="23" y="33"/>
                      <a:pt x="45" y="39"/>
                    </a:cubicBezTo>
                    <a:cubicBezTo>
                      <a:pt x="52" y="41"/>
                      <a:pt x="66" y="44"/>
                      <a:pt x="73" y="39"/>
                    </a:cubicBezTo>
                    <a:cubicBezTo>
                      <a:pt x="81" y="33"/>
                      <a:pt x="86" y="15"/>
                      <a:pt x="88" y="7"/>
                    </a:cubicBezTo>
                    <a:cubicBezTo>
                      <a:pt x="85" y="13"/>
                      <a:pt x="81" y="26"/>
                      <a:pt x="72" y="28"/>
                    </a:cubicBezTo>
                    <a:cubicBezTo>
                      <a:pt x="63" y="30"/>
                      <a:pt x="64" y="20"/>
                      <a:pt x="62" y="13"/>
                    </a:cubicBezTo>
                    <a:cubicBezTo>
                      <a:pt x="61" y="16"/>
                      <a:pt x="60" y="29"/>
                      <a:pt x="56" y="31"/>
                    </a:cubicBezTo>
                    <a:cubicBezTo>
                      <a:pt x="51" y="32"/>
                      <a:pt x="43" y="23"/>
                      <a:pt x="43" y="18"/>
                    </a:cubicBezTo>
                    <a:cubicBezTo>
                      <a:pt x="36" y="25"/>
                      <a:pt x="21" y="25"/>
                      <a:pt x="23" y="12"/>
                    </a:cubicBezTo>
                    <a:cubicBezTo>
                      <a:pt x="19" y="13"/>
                      <a:pt x="15" y="15"/>
                      <a:pt x="10" y="13"/>
                    </a:cubicBezTo>
                    <a:cubicBezTo>
                      <a:pt x="6" y="10"/>
                      <a:pt x="5" y="4"/>
                      <a:pt x="2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8" name="Freeform 676">
                <a:extLst>
                  <a:ext uri="{FF2B5EF4-FFF2-40B4-BE49-F238E27FC236}">
                    <a16:creationId xmlns:a16="http://schemas.microsoft.com/office/drawing/2014/main" id="{7E73B8AA-5178-45D4-A9C5-1273450D1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2555"/>
                <a:ext cx="215" cy="120"/>
              </a:xfrm>
              <a:custGeom>
                <a:avLst/>
                <a:gdLst>
                  <a:gd name="T0" fmla="*/ 0 w 86"/>
                  <a:gd name="T1" fmla="*/ 307 h 45"/>
                  <a:gd name="T2" fmla="*/ 375 w 86"/>
                  <a:gd name="T3" fmla="*/ 683 h 45"/>
                  <a:gd name="T4" fmla="*/ 738 w 86"/>
                  <a:gd name="T5" fmla="*/ 661 h 45"/>
                  <a:gd name="T6" fmla="*/ 1145 w 86"/>
                  <a:gd name="T7" fmla="*/ 648 h 45"/>
                  <a:gd name="T8" fmla="*/ 1250 w 86"/>
                  <a:gd name="T9" fmla="*/ 0 h 45"/>
                  <a:gd name="T10" fmla="*/ 1125 w 86"/>
                  <a:gd name="T11" fmla="*/ 320 h 45"/>
                  <a:gd name="T12" fmla="*/ 1000 w 86"/>
                  <a:gd name="T13" fmla="*/ 227 h 45"/>
                  <a:gd name="T14" fmla="*/ 750 w 86"/>
                  <a:gd name="T15" fmla="*/ 363 h 45"/>
                  <a:gd name="T16" fmla="*/ 470 w 86"/>
                  <a:gd name="T17" fmla="*/ 435 h 45"/>
                  <a:gd name="T18" fmla="*/ 250 w 86"/>
                  <a:gd name="T19" fmla="*/ 435 h 45"/>
                  <a:gd name="T20" fmla="*/ 63 w 86"/>
                  <a:gd name="T21" fmla="*/ 341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45">
                    <a:moveTo>
                      <a:pt x="0" y="16"/>
                    </a:moveTo>
                    <a:cubicBezTo>
                      <a:pt x="11" y="18"/>
                      <a:pt x="17" y="29"/>
                      <a:pt x="24" y="36"/>
                    </a:cubicBezTo>
                    <a:cubicBezTo>
                      <a:pt x="33" y="45"/>
                      <a:pt x="38" y="38"/>
                      <a:pt x="47" y="35"/>
                    </a:cubicBezTo>
                    <a:cubicBezTo>
                      <a:pt x="57" y="31"/>
                      <a:pt x="65" y="40"/>
                      <a:pt x="73" y="34"/>
                    </a:cubicBezTo>
                    <a:cubicBezTo>
                      <a:pt x="86" y="26"/>
                      <a:pt x="80" y="11"/>
                      <a:pt x="80" y="0"/>
                    </a:cubicBezTo>
                    <a:cubicBezTo>
                      <a:pt x="78" y="5"/>
                      <a:pt x="78" y="15"/>
                      <a:pt x="72" y="17"/>
                    </a:cubicBezTo>
                    <a:cubicBezTo>
                      <a:pt x="68" y="18"/>
                      <a:pt x="64" y="16"/>
                      <a:pt x="64" y="12"/>
                    </a:cubicBezTo>
                    <a:cubicBezTo>
                      <a:pt x="59" y="19"/>
                      <a:pt x="56" y="32"/>
                      <a:pt x="48" y="19"/>
                    </a:cubicBezTo>
                    <a:cubicBezTo>
                      <a:pt x="43" y="25"/>
                      <a:pt x="38" y="33"/>
                      <a:pt x="30" y="23"/>
                    </a:cubicBezTo>
                    <a:cubicBezTo>
                      <a:pt x="26" y="31"/>
                      <a:pt x="21" y="26"/>
                      <a:pt x="16" y="23"/>
                    </a:cubicBezTo>
                    <a:cubicBezTo>
                      <a:pt x="13" y="22"/>
                      <a:pt x="7" y="17"/>
                      <a:pt x="4" y="1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9" name="Freeform 677">
                <a:extLst>
                  <a:ext uri="{FF2B5EF4-FFF2-40B4-BE49-F238E27FC236}">
                    <a16:creationId xmlns:a16="http://schemas.microsoft.com/office/drawing/2014/main" id="{E05DF9FE-09E6-4A16-B57D-6DBE94A33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293"/>
                <a:ext cx="447" cy="216"/>
              </a:xfrm>
              <a:custGeom>
                <a:avLst/>
                <a:gdLst>
                  <a:gd name="T0" fmla="*/ 62 w 179"/>
                  <a:gd name="T1" fmla="*/ 533 h 81"/>
                  <a:gd name="T2" fmla="*/ 12 w 179"/>
                  <a:gd name="T3" fmla="*/ 1003 h 81"/>
                  <a:gd name="T4" fmla="*/ 62 w 179"/>
                  <a:gd name="T5" fmla="*/ 1536 h 81"/>
                  <a:gd name="T6" fmla="*/ 292 w 179"/>
                  <a:gd name="T7" fmla="*/ 1101 h 81"/>
                  <a:gd name="T8" fmla="*/ 604 w 179"/>
                  <a:gd name="T9" fmla="*/ 1272 h 81"/>
                  <a:gd name="T10" fmla="*/ 1029 w 179"/>
                  <a:gd name="T11" fmla="*/ 1045 h 81"/>
                  <a:gd name="T12" fmla="*/ 1259 w 179"/>
                  <a:gd name="T13" fmla="*/ 1272 h 81"/>
                  <a:gd name="T14" fmla="*/ 1571 w 179"/>
                  <a:gd name="T15" fmla="*/ 1139 h 81"/>
                  <a:gd name="T16" fmla="*/ 2070 w 179"/>
                  <a:gd name="T17" fmla="*/ 739 h 81"/>
                  <a:gd name="T18" fmla="*/ 2432 w 179"/>
                  <a:gd name="T19" fmla="*/ 605 h 81"/>
                  <a:gd name="T20" fmla="*/ 2600 w 179"/>
                  <a:gd name="T21" fmla="*/ 533 h 81"/>
                  <a:gd name="T22" fmla="*/ 2412 w 179"/>
                  <a:gd name="T23" fmla="*/ 832 h 81"/>
                  <a:gd name="T24" fmla="*/ 1965 w 179"/>
                  <a:gd name="T25" fmla="*/ 931 h 81"/>
                  <a:gd name="T26" fmla="*/ 1978 w 179"/>
                  <a:gd name="T27" fmla="*/ 1229 h 81"/>
                  <a:gd name="T28" fmla="*/ 2245 w 179"/>
                  <a:gd name="T29" fmla="*/ 1515 h 81"/>
                  <a:gd name="T30" fmla="*/ 2650 w 179"/>
                  <a:gd name="T31" fmla="*/ 1173 h 81"/>
                  <a:gd name="T32" fmla="*/ 2757 w 179"/>
                  <a:gd name="T33" fmla="*/ 397 h 81"/>
                  <a:gd name="T34" fmla="*/ 2724 w 179"/>
                  <a:gd name="T35" fmla="*/ 115 h 81"/>
                  <a:gd name="T36" fmla="*/ 2537 w 179"/>
                  <a:gd name="T37" fmla="*/ 149 h 81"/>
                  <a:gd name="T38" fmla="*/ 1978 w 179"/>
                  <a:gd name="T39" fmla="*/ 363 h 81"/>
                  <a:gd name="T40" fmla="*/ 1478 w 179"/>
                  <a:gd name="T41" fmla="*/ 419 h 81"/>
                  <a:gd name="T42" fmla="*/ 936 w 179"/>
                  <a:gd name="T43" fmla="*/ 605 h 81"/>
                  <a:gd name="T44" fmla="*/ 512 w 179"/>
                  <a:gd name="T45" fmla="*/ 605 h 81"/>
                  <a:gd name="T46" fmla="*/ 125 w 179"/>
                  <a:gd name="T47" fmla="*/ 456 h 8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9" h="81">
                    <a:moveTo>
                      <a:pt x="4" y="28"/>
                    </a:moveTo>
                    <a:cubicBezTo>
                      <a:pt x="4" y="37"/>
                      <a:pt x="1" y="45"/>
                      <a:pt x="1" y="53"/>
                    </a:cubicBezTo>
                    <a:cubicBezTo>
                      <a:pt x="0" y="62"/>
                      <a:pt x="2" y="72"/>
                      <a:pt x="4" y="81"/>
                    </a:cubicBezTo>
                    <a:cubicBezTo>
                      <a:pt x="9" y="71"/>
                      <a:pt x="5" y="60"/>
                      <a:pt x="19" y="58"/>
                    </a:cubicBezTo>
                    <a:cubicBezTo>
                      <a:pt x="29" y="57"/>
                      <a:pt x="32" y="61"/>
                      <a:pt x="39" y="67"/>
                    </a:cubicBezTo>
                    <a:cubicBezTo>
                      <a:pt x="42" y="58"/>
                      <a:pt x="56" y="45"/>
                      <a:pt x="66" y="55"/>
                    </a:cubicBezTo>
                    <a:cubicBezTo>
                      <a:pt x="69" y="43"/>
                      <a:pt x="80" y="63"/>
                      <a:pt x="81" y="67"/>
                    </a:cubicBezTo>
                    <a:cubicBezTo>
                      <a:pt x="83" y="55"/>
                      <a:pt x="93" y="50"/>
                      <a:pt x="101" y="60"/>
                    </a:cubicBezTo>
                    <a:cubicBezTo>
                      <a:pt x="101" y="45"/>
                      <a:pt x="122" y="43"/>
                      <a:pt x="133" y="39"/>
                    </a:cubicBezTo>
                    <a:cubicBezTo>
                      <a:pt x="140" y="37"/>
                      <a:pt x="149" y="35"/>
                      <a:pt x="156" y="32"/>
                    </a:cubicBezTo>
                    <a:cubicBezTo>
                      <a:pt x="161" y="30"/>
                      <a:pt x="166" y="21"/>
                      <a:pt x="167" y="28"/>
                    </a:cubicBezTo>
                    <a:cubicBezTo>
                      <a:pt x="167" y="34"/>
                      <a:pt x="160" y="42"/>
                      <a:pt x="155" y="44"/>
                    </a:cubicBezTo>
                    <a:cubicBezTo>
                      <a:pt x="146" y="48"/>
                      <a:pt x="135" y="45"/>
                      <a:pt x="126" y="49"/>
                    </a:cubicBezTo>
                    <a:cubicBezTo>
                      <a:pt x="114" y="54"/>
                      <a:pt x="119" y="59"/>
                      <a:pt x="127" y="65"/>
                    </a:cubicBezTo>
                    <a:cubicBezTo>
                      <a:pt x="134" y="70"/>
                      <a:pt x="139" y="74"/>
                      <a:pt x="144" y="80"/>
                    </a:cubicBezTo>
                    <a:cubicBezTo>
                      <a:pt x="139" y="61"/>
                      <a:pt x="161" y="68"/>
                      <a:pt x="170" y="62"/>
                    </a:cubicBezTo>
                    <a:cubicBezTo>
                      <a:pt x="179" y="55"/>
                      <a:pt x="178" y="31"/>
                      <a:pt x="177" y="21"/>
                    </a:cubicBezTo>
                    <a:cubicBezTo>
                      <a:pt x="176" y="17"/>
                      <a:pt x="177" y="9"/>
                      <a:pt x="175" y="6"/>
                    </a:cubicBezTo>
                    <a:cubicBezTo>
                      <a:pt x="171" y="0"/>
                      <a:pt x="168" y="5"/>
                      <a:pt x="163" y="8"/>
                    </a:cubicBezTo>
                    <a:cubicBezTo>
                      <a:pt x="151" y="16"/>
                      <a:pt x="141" y="20"/>
                      <a:pt x="127" y="19"/>
                    </a:cubicBezTo>
                    <a:cubicBezTo>
                      <a:pt x="116" y="19"/>
                      <a:pt x="105" y="19"/>
                      <a:pt x="95" y="22"/>
                    </a:cubicBezTo>
                    <a:cubicBezTo>
                      <a:pt x="83" y="26"/>
                      <a:pt x="73" y="33"/>
                      <a:pt x="60" y="32"/>
                    </a:cubicBezTo>
                    <a:cubicBezTo>
                      <a:pt x="51" y="32"/>
                      <a:pt x="42" y="33"/>
                      <a:pt x="33" y="32"/>
                    </a:cubicBezTo>
                    <a:cubicBezTo>
                      <a:pt x="24" y="31"/>
                      <a:pt x="16" y="27"/>
                      <a:pt x="8" y="2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0" name="Freeform 678">
                <a:extLst>
                  <a:ext uri="{FF2B5EF4-FFF2-40B4-BE49-F238E27FC236}">
                    <a16:creationId xmlns:a16="http://schemas.microsoft.com/office/drawing/2014/main" id="{38E51D34-9715-4119-B976-8130D5D89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211"/>
                <a:ext cx="419" cy="205"/>
              </a:xfrm>
              <a:custGeom>
                <a:avLst/>
                <a:gdLst>
                  <a:gd name="T0" fmla="*/ 0 w 168"/>
                  <a:gd name="T1" fmla="*/ 660 h 77"/>
                  <a:gd name="T2" fmla="*/ 758 w 168"/>
                  <a:gd name="T3" fmla="*/ 56 h 77"/>
                  <a:gd name="T4" fmla="*/ 1394 w 168"/>
                  <a:gd name="T5" fmla="*/ 248 h 77"/>
                  <a:gd name="T6" fmla="*/ 2035 w 168"/>
                  <a:gd name="T7" fmla="*/ 532 h 77"/>
                  <a:gd name="T8" fmla="*/ 2327 w 168"/>
                  <a:gd name="T9" fmla="*/ 431 h 77"/>
                  <a:gd name="T10" fmla="*/ 2606 w 168"/>
                  <a:gd name="T11" fmla="*/ 248 h 77"/>
                  <a:gd name="T12" fmla="*/ 2157 w 168"/>
                  <a:gd name="T13" fmla="*/ 772 h 77"/>
                  <a:gd name="T14" fmla="*/ 1798 w 168"/>
                  <a:gd name="T15" fmla="*/ 660 h 77"/>
                  <a:gd name="T16" fmla="*/ 1703 w 168"/>
                  <a:gd name="T17" fmla="*/ 977 h 77"/>
                  <a:gd name="T18" fmla="*/ 1307 w 168"/>
                  <a:gd name="T19" fmla="*/ 1113 h 77"/>
                  <a:gd name="T20" fmla="*/ 1100 w 168"/>
                  <a:gd name="T21" fmla="*/ 977 h 77"/>
                  <a:gd name="T22" fmla="*/ 1257 w 168"/>
                  <a:gd name="T23" fmla="*/ 849 h 77"/>
                  <a:gd name="T24" fmla="*/ 1120 w 168"/>
                  <a:gd name="T25" fmla="*/ 703 h 77"/>
                  <a:gd name="T26" fmla="*/ 903 w 168"/>
                  <a:gd name="T27" fmla="*/ 431 h 77"/>
                  <a:gd name="T28" fmla="*/ 791 w 168"/>
                  <a:gd name="T29" fmla="*/ 751 h 77"/>
                  <a:gd name="T30" fmla="*/ 541 w 168"/>
                  <a:gd name="T31" fmla="*/ 588 h 77"/>
                  <a:gd name="T32" fmla="*/ 387 w 168"/>
                  <a:gd name="T33" fmla="*/ 977 h 77"/>
                  <a:gd name="T34" fmla="*/ 200 w 168"/>
                  <a:gd name="T35" fmla="*/ 1454 h 77"/>
                  <a:gd name="T36" fmla="*/ 42 w 168"/>
                  <a:gd name="T37" fmla="*/ 1283 h 77"/>
                  <a:gd name="T38" fmla="*/ 42 w 168"/>
                  <a:gd name="T39" fmla="*/ 887 h 77"/>
                  <a:gd name="T40" fmla="*/ 12 w 168"/>
                  <a:gd name="T41" fmla="*/ 772 h 7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8" h="77">
                    <a:moveTo>
                      <a:pt x="0" y="35"/>
                    </a:moveTo>
                    <a:cubicBezTo>
                      <a:pt x="13" y="21"/>
                      <a:pt x="30" y="7"/>
                      <a:pt x="49" y="3"/>
                    </a:cubicBezTo>
                    <a:cubicBezTo>
                      <a:pt x="66" y="0"/>
                      <a:pt x="76" y="4"/>
                      <a:pt x="90" y="13"/>
                    </a:cubicBezTo>
                    <a:cubicBezTo>
                      <a:pt x="103" y="21"/>
                      <a:pt x="114" y="29"/>
                      <a:pt x="131" y="28"/>
                    </a:cubicBezTo>
                    <a:cubicBezTo>
                      <a:pt x="137" y="28"/>
                      <a:pt x="144" y="26"/>
                      <a:pt x="150" y="23"/>
                    </a:cubicBezTo>
                    <a:cubicBezTo>
                      <a:pt x="156" y="20"/>
                      <a:pt x="161" y="14"/>
                      <a:pt x="168" y="13"/>
                    </a:cubicBezTo>
                    <a:cubicBezTo>
                      <a:pt x="157" y="20"/>
                      <a:pt x="143" y="29"/>
                      <a:pt x="139" y="41"/>
                    </a:cubicBezTo>
                    <a:cubicBezTo>
                      <a:pt x="133" y="36"/>
                      <a:pt x="123" y="27"/>
                      <a:pt x="116" y="35"/>
                    </a:cubicBezTo>
                    <a:cubicBezTo>
                      <a:pt x="113" y="39"/>
                      <a:pt x="113" y="48"/>
                      <a:pt x="110" y="52"/>
                    </a:cubicBezTo>
                    <a:cubicBezTo>
                      <a:pt x="106" y="56"/>
                      <a:pt x="89" y="59"/>
                      <a:pt x="84" y="59"/>
                    </a:cubicBezTo>
                    <a:cubicBezTo>
                      <a:pt x="79" y="59"/>
                      <a:pt x="74" y="55"/>
                      <a:pt x="71" y="52"/>
                    </a:cubicBezTo>
                    <a:cubicBezTo>
                      <a:pt x="72" y="47"/>
                      <a:pt x="79" y="50"/>
                      <a:pt x="81" y="45"/>
                    </a:cubicBezTo>
                    <a:cubicBezTo>
                      <a:pt x="82" y="41"/>
                      <a:pt x="75" y="40"/>
                      <a:pt x="72" y="37"/>
                    </a:cubicBezTo>
                    <a:cubicBezTo>
                      <a:pt x="68" y="33"/>
                      <a:pt x="66" y="22"/>
                      <a:pt x="58" y="23"/>
                    </a:cubicBezTo>
                    <a:cubicBezTo>
                      <a:pt x="50" y="24"/>
                      <a:pt x="53" y="34"/>
                      <a:pt x="51" y="40"/>
                    </a:cubicBezTo>
                    <a:cubicBezTo>
                      <a:pt x="50" y="32"/>
                      <a:pt x="42" y="27"/>
                      <a:pt x="35" y="31"/>
                    </a:cubicBezTo>
                    <a:cubicBezTo>
                      <a:pt x="28" y="34"/>
                      <a:pt x="25" y="45"/>
                      <a:pt x="25" y="52"/>
                    </a:cubicBezTo>
                    <a:cubicBezTo>
                      <a:pt x="11" y="39"/>
                      <a:pt x="13" y="69"/>
                      <a:pt x="13" y="77"/>
                    </a:cubicBezTo>
                    <a:cubicBezTo>
                      <a:pt x="5" y="72"/>
                      <a:pt x="3" y="77"/>
                      <a:pt x="3" y="68"/>
                    </a:cubicBezTo>
                    <a:cubicBezTo>
                      <a:pt x="2" y="61"/>
                      <a:pt x="4" y="54"/>
                      <a:pt x="3" y="47"/>
                    </a:cubicBezTo>
                    <a:cubicBezTo>
                      <a:pt x="2" y="45"/>
                      <a:pt x="1" y="42"/>
                      <a:pt x="1" y="41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1" name="Freeform 679">
                <a:extLst>
                  <a:ext uri="{FF2B5EF4-FFF2-40B4-BE49-F238E27FC236}">
                    <a16:creationId xmlns:a16="http://schemas.microsoft.com/office/drawing/2014/main" id="{70D12DAD-1328-4F23-A46E-2864C9D4D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245"/>
                <a:ext cx="175" cy="296"/>
              </a:xfrm>
              <a:custGeom>
                <a:avLst/>
                <a:gdLst>
                  <a:gd name="T0" fmla="*/ 425 w 70"/>
                  <a:gd name="T1" fmla="*/ 363 h 111"/>
                  <a:gd name="T2" fmla="*/ 438 w 70"/>
                  <a:gd name="T3" fmla="*/ 1173 h 111"/>
                  <a:gd name="T4" fmla="*/ 0 w 70"/>
                  <a:gd name="T5" fmla="*/ 1728 h 111"/>
                  <a:gd name="T6" fmla="*/ 333 w 70"/>
                  <a:gd name="T7" fmla="*/ 2083 h 111"/>
                  <a:gd name="T8" fmla="*/ 470 w 70"/>
                  <a:gd name="T9" fmla="*/ 1613 h 111"/>
                  <a:gd name="T10" fmla="*/ 783 w 70"/>
                  <a:gd name="T11" fmla="*/ 1571 h 111"/>
                  <a:gd name="T12" fmla="*/ 895 w 70"/>
                  <a:gd name="T13" fmla="*/ 1707 h 111"/>
                  <a:gd name="T14" fmla="*/ 925 w 70"/>
                  <a:gd name="T15" fmla="*/ 1955 h 111"/>
                  <a:gd name="T16" fmla="*/ 1063 w 70"/>
                  <a:gd name="T17" fmla="*/ 1728 h 111"/>
                  <a:gd name="T18" fmla="*/ 1063 w 70"/>
                  <a:gd name="T19" fmla="*/ 819 h 111"/>
                  <a:gd name="T20" fmla="*/ 863 w 70"/>
                  <a:gd name="T21" fmla="*/ 0 h 1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11">
                    <a:moveTo>
                      <a:pt x="27" y="19"/>
                    </a:moveTo>
                    <a:cubicBezTo>
                      <a:pt x="47" y="26"/>
                      <a:pt x="44" y="54"/>
                      <a:pt x="28" y="62"/>
                    </a:cubicBezTo>
                    <a:cubicBezTo>
                      <a:pt x="16" y="69"/>
                      <a:pt x="12" y="85"/>
                      <a:pt x="0" y="91"/>
                    </a:cubicBezTo>
                    <a:cubicBezTo>
                      <a:pt x="12" y="89"/>
                      <a:pt x="18" y="100"/>
                      <a:pt x="21" y="110"/>
                    </a:cubicBezTo>
                    <a:cubicBezTo>
                      <a:pt x="26" y="103"/>
                      <a:pt x="24" y="92"/>
                      <a:pt x="30" y="85"/>
                    </a:cubicBezTo>
                    <a:cubicBezTo>
                      <a:pt x="36" y="78"/>
                      <a:pt x="43" y="78"/>
                      <a:pt x="50" y="83"/>
                    </a:cubicBezTo>
                    <a:cubicBezTo>
                      <a:pt x="54" y="85"/>
                      <a:pt x="56" y="86"/>
                      <a:pt x="57" y="90"/>
                    </a:cubicBezTo>
                    <a:cubicBezTo>
                      <a:pt x="59" y="94"/>
                      <a:pt x="57" y="101"/>
                      <a:pt x="59" y="103"/>
                    </a:cubicBezTo>
                    <a:cubicBezTo>
                      <a:pt x="64" y="111"/>
                      <a:pt x="67" y="95"/>
                      <a:pt x="68" y="91"/>
                    </a:cubicBezTo>
                    <a:cubicBezTo>
                      <a:pt x="70" y="75"/>
                      <a:pt x="70" y="59"/>
                      <a:pt x="68" y="43"/>
                    </a:cubicBezTo>
                    <a:cubicBezTo>
                      <a:pt x="67" y="36"/>
                      <a:pt x="62" y="0"/>
                      <a:pt x="55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2" name="Freeform 680">
                <a:extLst>
                  <a:ext uri="{FF2B5EF4-FFF2-40B4-BE49-F238E27FC236}">
                    <a16:creationId xmlns:a16="http://schemas.microsoft.com/office/drawing/2014/main" id="{2723F0E8-9CD7-43D3-8BF9-686A964FA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864"/>
                <a:ext cx="253" cy="165"/>
              </a:xfrm>
              <a:custGeom>
                <a:avLst/>
                <a:gdLst>
                  <a:gd name="T0" fmla="*/ 63 w 101"/>
                  <a:gd name="T1" fmla="*/ 149 h 62"/>
                  <a:gd name="T2" fmla="*/ 488 w 101"/>
                  <a:gd name="T3" fmla="*/ 865 h 62"/>
                  <a:gd name="T4" fmla="*/ 1160 w 101"/>
                  <a:gd name="T5" fmla="*/ 1168 h 62"/>
                  <a:gd name="T6" fmla="*/ 1430 w 101"/>
                  <a:gd name="T7" fmla="*/ 248 h 62"/>
                  <a:gd name="T8" fmla="*/ 1160 w 101"/>
                  <a:gd name="T9" fmla="*/ 737 h 62"/>
                  <a:gd name="T10" fmla="*/ 992 w 101"/>
                  <a:gd name="T11" fmla="*/ 490 h 62"/>
                  <a:gd name="T12" fmla="*/ 741 w 101"/>
                  <a:gd name="T13" fmla="*/ 601 h 62"/>
                  <a:gd name="T14" fmla="*/ 691 w 101"/>
                  <a:gd name="T15" fmla="*/ 341 h 62"/>
                  <a:gd name="T16" fmla="*/ 220 w 101"/>
                  <a:gd name="T17" fmla="*/ 261 h 62"/>
                  <a:gd name="T18" fmla="*/ 95 w 101"/>
                  <a:gd name="T19" fmla="*/ 0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62">
                    <a:moveTo>
                      <a:pt x="4" y="8"/>
                    </a:moveTo>
                    <a:cubicBezTo>
                      <a:pt x="0" y="18"/>
                      <a:pt x="25" y="39"/>
                      <a:pt x="31" y="46"/>
                    </a:cubicBezTo>
                    <a:cubicBezTo>
                      <a:pt x="43" y="59"/>
                      <a:pt x="58" y="58"/>
                      <a:pt x="74" y="62"/>
                    </a:cubicBezTo>
                    <a:cubicBezTo>
                      <a:pt x="76" y="46"/>
                      <a:pt x="101" y="31"/>
                      <a:pt x="91" y="13"/>
                    </a:cubicBezTo>
                    <a:cubicBezTo>
                      <a:pt x="86" y="22"/>
                      <a:pt x="87" y="35"/>
                      <a:pt x="74" y="39"/>
                    </a:cubicBezTo>
                    <a:cubicBezTo>
                      <a:pt x="62" y="41"/>
                      <a:pt x="64" y="33"/>
                      <a:pt x="63" y="26"/>
                    </a:cubicBezTo>
                    <a:cubicBezTo>
                      <a:pt x="59" y="27"/>
                      <a:pt x="52" y="35"/>
                      <a:pt x="47" y="32"/>
                    </a:cubicBezTo>
                    <a:cubicBezTo>
                      <a:pt x="42" y="30"/>
                      <a:pt x="46" y="22"/>
                      <a:pt x="44" y="18"/>
                    </a:cubicBezTo>
                    <a:cubicBezTo>
                      <a:pt x="32" y="24"/>
                      <a:pt x="23" y="25"/>
                      <a:pt x="14" y="14"/>
                    </a:cubicBezTo>
                    <a:cubicBezTo>
                      <a:pt x="12" y="10"/>
                      <a:pt x="3" y="4"/>
                      <a:pt x="6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3" name="Freeform 681">
                <a:extLst>
                  <a:ext uri="{FF2B5EF4-FFF2-40B4-BE49-F238E27FC236}">
                    <a16:creationId xmlns:a16="http://schemas.microsoft.com/office/drawing/2014/main" id="{582FCB82-4C9F-4626-8A36-D8EB9011D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955"/>
                <a:ext cx="219" cy="101"/>
              </a:xfrm>
              <a:custGeom>
                <a:avLst/>
                <a:gdLst>
                  <a:gd name="T0" fmla="*/ 0 w 88"/>
                  <a:gd name="T1" fmla="*/ 486 h 38"/>
                  <a:gd name="T2" fmla="*/ 309 w 88"/>
                  <a:gd name="T3" fmla="*/ 566 h 38"/>
                  <a:gd name="T4" fmla="*/ 707 w 88"/>
                  <a:gd name="T5" fmla="*/ 524 h 38"/>
                  <a:gd name="T6" fmla="*/ 1344 w 88"/>
                  <a:gd name="T7" fmla="*/ 205 h 38"/>
                  <a:gd name="T8" fmla="*/ 1157 w 88"/>
                  <a:gd name="T9" fmla="*/ 452 h 38"/>
                  <a:gd name="T10" fmla="*/ 953 w 88"/>
                  <a:gd name="T11" fmla="*/ 93 h 38"/>
                  <a:gd name="T12" fmla="*/ 757 w 88"/>
                  <a:gd name="T13" fmla="*/ 319 h 38"/>
                  <a:gd name="T14" fmla="*/ 620 w 88"/>
                  <a:gd name="T15" fmla="*/ 0 h 38"/>
                  <a:gd name="T16" fmla="*/ 371 w 88"/>
                  <a:gd name="T17" fmla="*/ 303 h 38"/>
                  <a:gd name="T18" fmla="*/ 187 w 88"/>
                  <a:gd name="T19" fmla="*/ 35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38">
                    <a:moveTo>
                      <a:pt x="0" y="26"/>
                    </a:moveTo>
                    <a:cubicBezTo>
                      <a:pt x="8" y="27"/>
                      <a:pt x="13" y="28"/>
                      <a:pt x="20" y="30"/>
                    </a:cubicBezTo>
                    <a:cubicBezTo>
                      <a:pt x="30" y="33"/>
                      <a:pt x="36" y="30"/>
                      <a:pt x="46" y="28"/>
                    </a:cubicBezTo>
                    <a:cubicBezTo>
                      <a:pt x="63" y="26"/>
                      <a:pt x="88" y="38"/>
                      <a:pt x="87" y="11"/>
                    </a:cubicBezTo>
                    <a:cubicBezTo>
                      <a:pt x="85" y="17"/>
                      <a:pt x="83" y="26"/>
                      <a:pt x="75" y="24"/>
                    </a:cubicBezTo>
                    <a:cubicBezTo>
                      <a:pt x="68" y="22"/>
                      <a:pt x="64" y="11"/>
                      <a:pt x="62" y="5"/>
                    </a:cubicBezTo>
                    <a:cubicBezTo>
                      <a:pt x="59" y="8"/>
                      <a:pt x="53" y="17"/>
                      <a:pt x="49" y="17"/>
                    </a:cubicBezTo>
                    <a:cubicBezTo>
                      <a:pt x="40" y="17"/>
                      <a:pt x="45" y="4"/>
                      <a:pt x="40" y="0"/>
                    </a:cubicBezTo>
                    <a:cubicBezTo>
                      <a:pt x="37" y="6"/>
                      <a:pt x="32" y="16"/>
                      <a:pt x="24" y="16"/>
                    </a:cubicBezTo>
                    <a:cubicBezTo>
                      <a:pt x="17" y="16"/>
                      <a:pt x="11" y="9"/>
                      <a:pt x="12" y="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4" name="Freeform 682">
                <a:extLst>
                  <a:ext uri="{FF2B5EF4-FFF2-40B4-BE49-F238E27FC236}">
                    <a16:creationId xmlns:a16="http://schemas.microsoft.com/office/drawing/2014/main" id="{81E70CD1-E661-44B3-B042-3CBB02106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925"/>
                <a:ext cx="202" cy="96"/>
              </a:xfrm>
              <a:custGeom>
                <a:avLst/>
                <a:gdLst>
                  <a:gd name="T0" fmla="*/ 0 w 81"/>
                  <a:gd name="T1" fmla="*/ 648 h 36"/>
                  <a:gd name="T2" fmla="*/ 167 w 81"/>
                  <a:gd name="T3" fmla="*/ 533 h 36"/>
                  <a:gd name="T4" fmla="*/ 249 w 81"/>
                  <a:gd name="T5" fmla="*/ 605 h 36"/>
                  <a:gd name="T6" fmla="*/ 529 w 81"/>
                  <a:gd name="T7" fmla="*/ 648 h 36"/>
                  <a:gd name="T8" fmla="*/ 808 w 81"/>
                  <a:gd name="T9" fmla="*/ 491 h 36"/>
                  <a:gd name="T10" fmla="*/ 1257 w 81"/>
                  <a:gd name="T11" fmla="*/ 149 h 36"/>
                  <a:gd name="T12" fmla="*/ 995 w 81"/>
                  <a:gd name="T13" fmla="*/ 248 h 36"/>
                  <a:gd name="T14" fmla="*/ 840 w 81"/>
                  <a:gd name="T15" fmla="*/ 0 h 36"/>
                  <a:gd name="T16" fmla="*/ 778 w 81"/>
                  <a:gd name="T17" fmla="*/ 320 h 36"/>
                  <a:gd name="T18" fmla="*/ 529 w 81"/>
                  <a:gd name="T19" fmla="*/ 205 h 36"/>
                  <a:gd name="T20" fmla="*/ 342 w 81"/>
                  <a:gd name="T21" fmla="*/ 491 h 36"/>
                  <a:gd name="T22" fmla="*/ 217 w 81"/>
                  <a:gd name="T23" fmla="*/ 397 h 36"/>
                  <a:gd name="T24" fmla="*/ 92 w 81"/>
                  <a:gd name="T25" fmla="*/ 419 h 36"/>
                  <a:gd name="T26" fmla="*/ 92 w 81"/>
                  <a:gd name="T27" fmla="*/ 363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1" h="36">
                    <a:moveTo>
                      <a:pt x="0" y="34"/>
                    </a:moveTo>
                    <a:cubicBezTo>
                      <a:pt x="5" y="34"/>
                      <a:pt x="7" y="27"/>
                      <a:pt x="11" y="28"/>
                    </a:cubicBezTo>
                    <a:cubicBezTo>
                      <a:pt x="13" y="28"/>
                      <a:pt x="14" y="31"/>
                      <a:pt x="16" y="32"/>
                    </a:cubicBezTo>
                    <a:cubicBezTo>
                      <a:pt x="22" y="36"/>
                      <a:pt x="27" y="35"/>
                      <a:pt x="34" y="34"/>
                    </a:cubicBezTo>
                    <a:cubicBezTo>
                      <a:pt x="41" y="33"/>
                      <a:pt x="46" y="30"/>
                      <a:pt x="52" y="26"/>
                    </a:cubicBezTo>
                    <a:cubicBezTo>
                      <a:pt x="61" y="20"/>
                      <a:pt x="73" y="15"/>
                      <a:pt x="81" y="8"/>
                    </a:cubicBezTo>
                    <a:cubicBezTo>
                      <a:pt x="76" y="9"/>
                      <a:pt x="70" y="14"/>
                      <a:pt x="64" y="13"/>
                    </a:cubicBezTo>
                    <a:cubicBezTo>
                      <a:pt x="55" y="12"/>
                      <a:pt x="57" y="6"/>
                      <a:pt x="54" y="0"/>
                    </a:cubicBezTo>
                    <a:cubicBezTo>
                      <a:pt x="52" y="4"/>
                      <a:pt x="54" y="15"/>
                      <a:pt x="50" y="17"/>
                    </a:cubicBezTo>
                    <a:cubicBezTo>
                      <a:pt x="45" y="20"/>
                      <a:pt x="38" y="14"/>
                      <a:pt x="34" y="11"/>
                    </a:cubicBezTo>
                    <a:cubicBezTo>
                      <a:pt x="32" y="18"/>
                      <a:pt x="32" y="27"/>
                      <a:pt x="22" y="26"/>
                    </a:cubicBezTo>
                    <a:cubicBezTo>
                      <a:pt x="19" y="26"/>
                      <a:pt x="16" y="22"/>
                      <a:pt x="14" y="21"/>
                    </a:cubicBezTo>
                    <a:cubicBezTo>
                      <a:pt x="11" y="21"/>
                      <a:pt x="8" y="22"/>
                      <a:pt x="6" y="22"/>
                    </a:cubicBezTo>
                    <a:cubicBezTo>
                      <a:pt x="6" y="21"/>
                      <a:pt x="6" y="20"/>
                      <a:pt x="6" y="19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5" name="Freeform 683">
                <a:extLst>
                  <a:ext uri="{FF2B5EF4-FFF2-40B4-BE49-F238E27FC236}">
                    <a16:creationId xmlns:a16="http://schemas.microsoft.com/office/drawing/2014/main" id="{B012A512-AAF1-47B6-A1E3-D4770AD5F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448"/>
                <a:ext cx="100" cy="352"/>
              </a:xfrm>
              <a:custGeom>
                <a:avLst/>
                <a:gdLst>
                  <a:gd name="T0" fmla="*/ 625 w 40"/>
                  <a:gd name="T1" fmla="*/ 376 h 132"/>
                  <a:gd name="T2" fmla="*/ 595 w 40"/>
                  <a:gd name="T3" fmla="*/ 909 h 132"/>
                  <a:gd name="T4" fmla="*/ 550 w 40"/>
                  <a:gd name="T5" fmla="*/ 1443 h 132"/>
                  <a:gd name="T6" fmla="*/ 425 w 40"/>
                  <a:gd name="T7" fmla="*/ 1971 h 132"/>
                  <a:gd name="T8" fmla="*/ 270 w 40"/>
                  <a:gd name="T9" fmla="*/ 2219 h 132"/>
                  <a:gd name="T10" fmla="*/ 0 w 40"/>
                  <a:gd name="T11" fmla="*/ 2504 h 132"/>
                  <a:gd name="T12" fmla="*/ 250 w 40"/>
                  <a:gd name="T13" fmla="*/ 1629 h 132"/>
                  <a:gd name="T14" fmla="*/ 300 w 40"/>
                  <a:gd name="T15" fmla="*/ 1216 h 132"/>
                  <a:gd name="T16" fmla="*/ 363 w 40"/>
                  <a:gd name="T17" fmla="*/ 832 h 132"/>
                  <a:gd name="T18" fmla="*/ 488 w 40"/>
                  <a:gd name="T19" fmla="*/ 363 h 132"/>
                  <a:gd name="T20" fmla="*/ 425 w 40"/>
                  <a:gd name="T21" fmla="*/ 0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132">
                    <a:moveTo>
                      <a:pt x="40" y="20"/>
                    </a:moveTo>
                    <a:cubicBezTo>
                      <a:pt x="34" y="29"/>
                      <a:pt x="38" y="38"/>
                      <a:pt x="38" y="48"/>
                    </a:cubicBezTo>
                    <a:cubicBezTo>
                      <a:pt x="39" y="58"/>
                      <a:pt x="37" y="66"/>
                      <a:pt x="35" y="76"/>
                    </a:cubicBezTo>
                    <a:cubicBezTo>
                      <a:pt x="33" y="85"/>
                      <a:pt x="32" y="95"/>
                      <a:pt x="27" y="104"/>
                    </a:cubicBezTo>
                    <a:cubicBezTo>
                      <a:pt x="25" y="109"/>
                      <a:pt x="21" y="113"/>
                      <a:pt x="17" y="117"/>
                    </a:cubicBezTo>
                    <a:cubicBezTo>
                      <a:pt x="12" y="123"/>
                      <a:pt x="4" y="126"/>
                      <a:pt x="0" y="132"/>
                    </a:cubicBezTo>
                    <a:cubicBezTo>
                      <a:pt x="8" y="128"/>
                      <a:pt x="30" y="92"/>
                      <a:pt x="16" y="86"/>
                    </a:cubicBezTo>
                    <a:cubicBezTo>
                      <a:pt x="25" y="83"/>
                      <a:pt x="30" y="69"/>
                      <a:pt x="19" y="64"/>
                    </a:cubicBezTo>
                    <a:cubicBezTo>
                      <a:pt x="25" y="58"/>
                      <a:pt x="32" y="52"/>
                      <a:pt x="23" y="44"/>
                    </a:cubicBezTo>
                    <a:cubicBezTo>
                      <a:pt x="28" y="35"/>
                      <a:pt x="34" y="30"/>
                      <a:pt x="31" y="19"/>
                    </a:cubicBezTo>
                    <a:cubicBezTo>
                      <a:pt x="30" y="13"/>
                      <a:pt x="28" y="6"/>
                      <a:pt x="27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6" name="Freeform 684">
                <a:extLst>
                  <a:ext uri="{FF2B5EF4-FFF2-40B4-BE49-F238E27FC236}">
                    <a16:creationId xmlns:a16="http://schemas.microsoft.com/office/drawing/2014/main" id="{78D5F547-D5FC-4501-B04B-0F389E34B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659"/>
                <a:ext cx="240" cy="186"/>
              </a:xfrm>
              <a:custGeom>
                <a:avLst/>
                <a:gdLst>
                  <a:gd name="T0" fmla="*/ 20 w 96"/>
                  <a:gd name="T1" fmla="*/ 656 h 70"/>
                  <a:gd name="T2" fmla="*/ 0 w 96"/>
                  <a:gd name="T3" fmla="*/ 1313 h 70"/>
                  <a:gd name="T4" fmla="*/ 458 w 96"/>
                  <a:gd name="T5" fmla="*/ 1222 h 70"/>
                  <a:gd name="T6" fmla="*/ 250 w 96"/>
                  <a:gd name="T7" fmla="*/ 1143 h 70"/>
                  <a:gd name="T8" fmla="*/ 238 w 96"/>
                  <a:gd name="T9" fmla="*/ 792 h 70"/>
                  <a:gd name="T10" fmla="*/ 333 w 96"/>
                  <a:gd name="T11" fmla="*/ 749 h 70"/>
                  <a:gd name="T12" fmla="*/ 500 w 96"/>
                  <a:gd name="T13" fmla="*/ 523 h 70"/>
                  <a:gd name="T14" fmla="*/ 658 w 96"/>
                  <a:gd name="T15" fmla="*/ 545 h 70"/>
                  <a:gd name="T16" fmla="*/ 720 w 96"/>
                  <a:gd name="T17" fmla="*/ 396 h 70"/>
                  <a:gd name="T18" fmla="*/ 958 w 96"/>
                  <a:gd name="T19" fmla="*/ 486 h 70"/>
                  <a:gd name="T20" fmla="*/ 1300 w 96"/>
                  <a:gd name="T21" fmla="*/ 622 h 70"/>
                  <a:gd name="T22" fmla="*/ 1488 w 96"/>
                  <a:gd name="T23" fmla="*/ 353 h 70"/>
                  <a:gd name="T24" fmla="*/ 1345 w 96"/>
                  <a:gd name="T25" fmla="*/ 247 h 70"/>
                  <a:gd name="T26" fmla="*/ 908 w 96"/>
                  <a:gd name="T27" fmla="*/ 21 h 70"/>
                  <a:gd name="T28" fmla="*/ 613 w 96"/>
                  <a:gd name="T29" fmla="*/ 303 h 70"/>
                  <a:gd name="T30" fmla="*/ 63 w 96"/>
                  <a:gd name="T31" fmla="*/ 566 h 7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6" h="70">
                    <a:moveTo>
                      <a:pt x="1" y="35"/>
                    </a:moveTo>
                    <a:cubicBezTo>
                      <a:pt x="4" y="45"/>
                      <a:pt x="2" y="60"/>
                      <a:pt x="0" y="70"/>
                    </a:cubicBezTo>
                    <a:cubicBezTo>
                      <a:pt x="8" y="63"/>
                      <a:pt x="20" y="65"/>
                      <a:pt x="29" y="65"/>
                    </a:cubicBezTo>
                    <a:cubicBezTo>
                      <a:pt x="25" y="66"/>
                      <a:pt x="19" y="65"/>
                      <a:pt x="16" y="61"/>
                    </a:cubicBezTo>
                    <a:cubicBezTo>
                      <a:pt x="13" y="58"/>
                      <a:pt x="12" y="46"/>
                      <a:pt x="15" y="42"/>
                    </a:cubicBezTo>
                    <a:cubicBezTo>
                      <a:pt x="18" y="39"/>
                      <a:pt x="19" y="41"/>
                      <a:pt x="21" y="40"/>
                    </a:cubicBezTo>
                    <a:cubicBezTo>
                      <a:pt x="25" y="36"/>
                      <a:pt x="25" y="30"/>
                      <a:pt x="32" y="28"/>
                    </a:cubicBezTo>
                    <a:cubicBezTo>
                      <a:pt x="35" y="27"/>
                      <a:pt x="40" y="30"/>
                      <a:pt x="42" y="29"/>
                    </a:cubicBezTo>
                    <a:cubicBezTo>
                      <a:pt x="46" y="28"/>
                      <a:pt x="44" y="25"/>
                      <a:pt x="46" y="21"/>
                    </a:cubicBezTo>
                    <a:cubicBezTo>
                      <a:pt x="51" y="11"/>
                      <a:pt x="62" y="16"/>
                      <a:pt x="61" y="26"/>
                    </a:cubicBezTo>
                    <a:cubicBezTo>
                      <a:pt x="65" y="7"/>
                      <a:pt x="92" y="18"/>
                      <a:pt x="83" y="33"/>
                    </a:cubicBezTo>
                    <a:cubicBezTo>
                      <a:pt x="85" y="31"/>
                      <a:pt x="95" y="22"/>
                      <a:pt x="95" y="19"/>
                    </a:cubicBezTo>
                    <a:cubicBezTo>
                      <a:pt x="96" y="15"/>
                      <a:pt x="90" y="15"/>
                      <a:pt x="86" y="13"/>
                    </a:cubicBezTo>
                    <a:cubicBezTo>
                      <a:pt x="77" y="10"/>
                      <a:pt x="67" y="0"/>
                      <a:pt x="58" y="1"/>
                    </a:cubicBezTo>
                    <a:cubicBezTo>
                      <a:pt x="48" y="2"/>
                      <a:pt x="46" y="12"/>
                      <a:pt x="39" y="16"/>
                    </a:cubicBezTo>
                    <a:cubicBezTo>
                      <a:pt x="29" y="23"/>
                      <a:pt x="15" y="25"/>
                      <a:pt x="4" y="3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7" name="Freeform 685">
                <a:extLst>
                  <a:ext uri="{FF2B5EF4-FFF2-40B4-BE49-F238E27FC236}">
                    <a16:creationId xmlns:a16="http://schemas.microsoft.com/office/drawing/2014/main" id="{C361FE5B-1FE5-4AE3-9F6C-F71AFB9E9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773"/>
                <a:ext cx="180" cy="192"/>
              </a:xfrm>
              <a:custGeom>
                <a:avLst/>
                <a:gdLst>
                  <a:gd name="T0" fmla="*/ 50 w 72"/>
                  <a:gd name="T1" fmla="*/ 1344 h 72"/>
                  <a:gd name="T2" fmla="*/ 395 w 72"/>
                  <a:gd name="T3" fmla="*/ 1139 h 72"/>
                  <a:gd name="T4" fmla="*/ 688 w 72"/>
                  <a:gd name="T5" fmla="*/ 797 h 72"/>
                  <a:gd name="T6" fmla="*/ 908 w 72"/>
                  <a:gd name="T7" fmla="*/ 363 h 72"/>
                  <a:gd name="T8" fmla="*/ 1125 w 72"/>
                  <a:gd name="T9" fmla="*/ 0 h 72"/>
                  <a:gd name="T10" fmla="*/ 833 w 72"/>
                  <a:gd name="T11" fmla="*/ 320 h 72"/>
                  <a:gd name="T12" fmla="*/ 408 w 72"/>
                  <a:gd name="T13" fmla="*/ 341 h 72"/>
                  <a:gd name="T14" fmla="*/ 458 w 72"/>
                  <a:gd name="T15" fmla="*/ 704 h 72"/>
                  <a:gd name="T16" fmla="*/ 283 w 72"/>
                  <a:gd name="T17" fmla="*/ 760 h 72"/>
                  <a:gd name="T18" fmla="*/ 220 w 72"/>
                  <a:gd name="T19" fmla="*/ 1139 h 72"/>
                  <a:gd name="T20" fmla="*/ 0 w 72"/>
                  <a:gd name="T21" fmla="*/ 1365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72">
                    <a:moveTo>
                      <a:pt x="3" y="71"/>
                    </a:moveTo>
                    <a:cubicBezTo>
                      <a:pt x="10" y="66"/>
                      <a:pt x="19" y="64"/>
                      <a:pt x="25" y="60"/>
                    </a:cubicBezTo>
                    <a:cubicBezTo>
                      <a:pt x="33" y="55"/>
                      <a:pt x="39" y="49"/>
                      <a:pt x="44" y="42"/>
                    </a:cubicBezTo>
                    <a:cubicBezTo>
                      <a:pt x="49" y="34"/>
                      <a:pt x="53" y="26"/>
                      <a:pt x="58" y="19"/>
                    </a:cubicBezTo>
                    <a:cubicBezTo>
                      <a:pt x="62" y="14"/>
                      <a:pt x="72" y="6"/>
                      <a:pt x="72" y="0"/>
                    </a:cubicBezTo>
                    <a:cubicBezTo>
                      <a:pt x="66" y="2"/>
                      <a:pt x="59" y="12"/>
                      <a:pt x="53" y="17"/>
                    </a:cubicBezTo>
                    <a:cubicBezTo>
                      <a:pt x="43" y="25"/>
                      <a:pt x="37" y="23"/>
                      <a:pt x="26" y="18"/>
                    </a:cubicBezTo>
                    <a:cubicBezTo>
                      <a:pt x="27" y="24"/>
                      <a:pt x="33" y="29"/>
                      <a:pt x="29" y="37"/>
                    </a:cubicBezTo>
                    <a:cubicBezTo>
                      <a:pt x="27" y="41"/>
                      <a:pt x="22" y="44"/>
                      <a:pt x="18" y="40"/>
                    </a:cubicBezTo>
                    <a:cubicBezTo>
                      <a:pt x="20" y="49"/>
                      <a:pt x="20" y="54"/>
                      <a:pt x="14" y="60"/>
                    </a:cubicBezTo>
                    <a:cubicBezTo>
                      <a:pt x="11" y="64"/>
                      <a:pt x="5" y="71"/>
                      <a:pt x="0" y="7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8" name="Freeform 686">
                <a:extLst>
                  <a:ext uri="{FF2B5EF4-FFF2-40B4-BE49-F238E27FC236}">
                    <a16:creationId xmlns:a16="http://schemas.microsoft.com/office/drawing/2014/main" id="{46B0BE03-0DD2-48FB-A90E-002BDF60A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715"/>
                <a:ext cx="199" cy="168"/>
              </a:xfrm>
              <a:custGeom>
                <a:avLst/>
                <a:gdLst>
                  <a:gd name="T0" fmla="*/ 0 w 80"/>
                  <a:gd name="T1" fmla="*/ 797 h 63"/>
                  <a:gd name="T2" fmla="*/ 383 w 80"/>
                  <a:gd name="T3" fmla="*/ 1195 h 63"/>
                  <a:gd name="T4" fmla="*/ 973 w 80"/>
                  <a:gd name="T5" fmla="*/ 1024 h 63"/>
                  <a:gd name="T6" fmla="*/ 1189 w 80"/>
                  <a:gd name="T7" fmla="*/ 248 h 63"/>
                  <a:gd name="T8" fmla="*/ 861 w 80"/>
                  <a:gd name="T9" fmla="*/ 307 h 63"/>
                  <a:gd name="T10" fmla="*/ 632 w 80"/>
                  <a:gd name="T11" fmla="*/ 0 h 63"/>
                  <a:gd name="T12" fmla="*/ 754 w 80"/>
                  <a:gd name="T13" fmla="*/ 320 h 63"/>
                  <a:gd name="T14" fmla="*/ 724 w 80"/>
                  <a:gd name="T15" fmla="*/ 683 h 63"/>
                  <a:gd name="T16" fmla="*/ 249 w 80"/>
                  <a:gd name="T17" fmla="*/ 456 h 63"/>
                  <a:gd name="T18" fmla="*/ 104 w 80"/>
                  <a:gd name="T19" fmla="*/ 717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63">
                    <a:moveTo>
                      <a:pt x="0" y="42"/>
                    </a:moveTo>
                    <a:cubicBezTo>
                      <a:pt x="9" y="45"/>
                      <a:pt x="21" y="55"/>
                      <a:pt x="25" y="63"/>
                    </a:cubicBezTo>
                    <a:cubicBezTo>
                      <a:pt x="37" y="55"/>
                      <a:pt x="50" y="59"/>
                      <a:pt x="63" y="54"/>
                    </a:cubicBezTo>
                    <a:cubicBezTo>
                      <a:pt x="76" y="49"/>
                      <a:pt x="80" y="25"/>
                      <a:pt x="77" y="13"/>
                    </a:cubicBezTo>
                    <a:cubicBezTo>
                      <a:pt x="70" y="17"/>
                      <a:pt x="63" y="18"/>
                      <a:pt x="56" y="16"/>
                    </a:cubicBezTo>
                    <a:cubicBezTo>
                      <a:pt x="47" y="13"/>
                      <a:pt x="47" y="6"/>
                      <a:pt x="41" y="0"/>
                    </a:cubicBezTo>
                    <a:cubicBezTo>
                      <a:pt x="41" y="6"/>
                      <a:pt x="47" y="11"/>
                      <a:pt x="49" y="17"/>
                    </a:cubicBezTo>
                    <a:cubicBezTo>
                      <a:pt x="50" y="21"/>
                      <a:pt x="50" y="32"/>
                      <a:pt x="47" y="36"/>
                    </a:cubicBezTo>
                    <a:cubicBezTo>
                      <a:pt x="36" y="49"/>
                      <a:pt x="23" y="31"/>
                      <a:pt x="16" y="24"/>
                    </a:cubicBezTo>
                    <a:cubicBezTo>
                      <a:pt x="14" y="30"/>
                      <a:pt x="13" y="36"/>
                      <a:pt x="7" y="3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9" name="Freeform 687">
                <a:extLst>
                  <a:ext uri="{FF2B5EF4-FFF2-40B4-BE49-F238E27FC236}">
                    <a16:creationId xmlns:a16="http://schemas.microsoft.com/office/drawing/2014/main" id="{754770E5-8A59-40B5-8FA1-0A3B99D1D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509"/>
                <a:ext cx="137" cy="104"/>
              </a:xfrm>
              <a:custGeom>
                <a:avLst/>
                <a:gdLst>
                  <a:gd name="T0" fmla="*/ 229 w 55"/>
                  <a:gd name="T1" fmla="*/ 248 h 39"/>
                  <a:gd name="T2" fmla="*/ 433 w 55"/>
                  <a:gd name="T3" fmla="*/ 512 h 39"/>
                  <a:gd name="T4" fmla="*/ 849 w 55"/>
                  <a:gd name="T5" fmla="*/ 0 h 39"/>
                  <a:gd name="T6" fmla="*/ 217 w 55"/>
                  <a:gd name="T7" fmla="*/ 22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39">
                    <a:moveTo>
                      <a:pt x="15" y="13"/>
                    </a:moveTo>
                    <a:cubicBezTo>
                      <a:pt x="0" y="17"/>
                      <a:pt x="13" y="39"/>
                      <a:pt x="28" y="27"/>
                    </a:cubicBezTo>
                    <a:cubicBezTo>
                      <a:pt x="38" y="19"/>
                      <a:pt x="46" y="8"/>
                      <a:pt x="55" y="0"/>
                    </a:cubicBezTo>
                    <a:cubicBezTo>
                      <a:pt x="43" y="6"/>
                      <a:pt x="25" y="4"/>
                      <a:pt x="14" y="1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0" name="Freeform 688">
                <a:extLst>
                  <a:ext uri="{FF2B5EF4-FFF2-40B4-BE49-F238E27FC236}">
                    <a16:creationId xmlns:a16="http://schemas.microsoft.com/office/drawing/2014/main" id="{BB8C6FB0-C08F-4EEE-A9F3-1CB6DDB48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384"/>
                <a:ext cx="195" cy="152"/>
              </a:xfrm>
              <a:custGeom>
                <a:avLst/>
                <a:gdLst>
                  <a:gd name="T0" fmla="*/ 925 w 78"/>
                  <a:gd name="T1" fmla="*/ 35 h 57"/>
                  <a:gd name="T2" fmla="*/ 1208 w 78"/>
                  <a:gd name="T3" fmla="*/ 248 h 57"/>
                  <a:gd name="T4" fmla="*/ 938 w 78"/>
                  <a:gd name="T5" fmla="*/ 704 h 57"/>
                  <a:gd name="T6" fmla="*/ 0 w 78"/>
                  <a:gd name="T7" fmla="*/ 1080 h 57"/>
                  <a:gd name="T8" fmla="*/ 283 w 78"/>
                  <a:gd name="T9" fmla="*/ 661 h 57"/>
                  <a:gd name="T10" fmla="*/ 583 w 78"/>
                  <a:gd name="T11" fmla="*/ 547 h 57"/>
                  <a:gd name="T12" fmla="*/ 800 w 78"/>
                  <a:gd name="T13" fmla="*/ 376 h 57"/>
                  <a:gd name="T14" fmla="*/ 988 w 78"/>
                  <a:gd name="T15" fmla="*/ 115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57">
                    <a:moveTo>
                      <a:pt x="59" y="2"/>
                    </a:moveTo>
                    <a:cubicBezTo>
                      <a:pt x="68" y="2"/>
                      <a:pt x="78" y="0"/>
                      <a:pt x="77" y="13"/>
                    </a:cubicBezTo>
                    <a:cubicBezTo>
                      <a:pt x="76" y="24"/>
                      <a:pt x="68" y="31"/>
                      <a:pt x="60" y="37"/>
                    </a:cubicBezTo>
                    <a:cubicBezTo>
                      <a:pt x="42" y="49"/>
                      <a:pt x="17" y="43"/>
                      <a:pt x="0" y="57"/>
                    </a:cubicBezTo>
                    <a:cubicBezTo>
                      <a:pt x="5" y="49"/>
                      <a:pt x="17" y="46"/>
                      <a:pt x="18" y="35"/>
                    </a:cubicBezTo>
                    <a:cubicBezTo>
                      <a:pt x="24" y="41"/>
                      <a:pt x="36" y="37"/>
                      <a:pt x="37" y="29"/>
                    </a:cubicBezTo>
                    <a:cubicBezTo>
                      <a:pt x="43" y="35"/>
                      <a:pt x="55" y="28"/>
                      <a:pt x="51" y="20"/>
                    </a:cubicBezTo>
                    <a:cubicBezTo>
                      <a:pt x="56" y="29"/>
                      <a:pt x="70" y="16"/>
                      <a:pt x="63" y="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1" name="Freeform 689">
                <a:extLst>
                  <a:ext uri="{FF2B5EF4-FFF2-40B4-BE49-F238E27FC236}">
                    <a16:creationId xmlns:a16="http://schemas.microsoft.com/office/drawing/2014/main" id="{2567A59E-F2F1-4F31-98FD-10B799953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539"/>
                <a:ext cx="390" cy="184"/>
              </a:xfrm>
              <a:custGeom>
                <a:avLst/>
                <a:gdLst>
                  <a:gd name="T0" fmla="*/ 0 w 156"/>
                  <a:gd name="T1" fmla="*/ 1045 h 69"/>
                  <a:gd name="T2" fmla="*/ 63 w 156"/>
                  <a:gd name="T3" fmla="*/ 1251 h 69"/>
                  <a:gd name="T4" fmla="*/ 333 w 156"/>
                  <a:gd name="T5" fmla="*/ 1288 h 69"/>
                  <a:gd name="T6" fmla="*/ 800 w 156"/>
                  <a:gd name="T7" fmla="*/ 1173 h 69"/>
                  <a:gd name="T8" fmla="*/ 1113 w 156"/>
                  <a:gd name="T9" fmla="*/ 909 h 69"/>
                  <a:gd name="T10" fmla="*/ 1458 w 156"/>
                  <a:gd name="T11" fmla="*/ 717 h 69"/>
                  <a:gd name="T12" fmla="*/ 1783 w 156"/>
                  <a:gd name="T13" fmla="*/ 832 h 69"/>
                  <a:gd name="T14" fmla="*/ 2145 w 156"/>
                  <a:gd name="T15" fmla="*/ 968 h 69"/>
                  <a:gd name="T16" fmla="*/ 2345 w 156"/>
                  <a:gd name="T17" fmla="*/ 0 h 69"/>
                  <a:gd name="T18" fmla="*/ 2188 w 156"/>
                  <a:gd name="T19" fmla="*/ 456 h 69"/>
                  <a:gd name="T20" fmla="*/ 1958 w 156"/>
                  <a:gd name="T21" fmla="*/ 307 h 69"/>
                  <a:gd name="T22" fmla="*/ 1833 w 156"/>
                  <a:gd name="T23" fmla="*/ 627 h 69"/>
                  <a:gd name="T24" fmla="*/ 1625 w 156"/>
                  <a:gd name="T25" fmla="*/ 491 h 69"/>
                  <a:gd name="T26" fmla="*/ 1375 w 156"/>
                  <a:gd name="T27" fmla="*/ 547 h 69"/>
                  <a:gd name="T28" fmla="*/ 1125 w 156"/>
                  <a:gd name="T29" fmla="*/ 683 h 69"/>
                  <a:gd name="T30" fmla="*/ 863 w 156"/>
                  <a:gd name="T31" fmla="*/ 1003 h 69"/>
                  <a:gd name="T32" fmla="*/ 470 w 156"/>
                  <a:gd name="T33" fmla="*/ 888 h 69"/>
                  <a:gd name="T34" fmla="*/ 113 w 156"/>
                  <a:gd name="T35" fmla="*/ 1101 h 69"/>
                  <a:gd name="T36" fmla="*/ 125 w 156"/>
                  <a:gd name="T37" fmla="*/ 1059 h 6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6" h="69">
                    <a:moveTo>
                      <a:pt x="0" y="55"/>
                    </a:moveTo>
                    <a:cubicBezTo>
                      <a:pt x="2" y="58"/>
                      <a:pt x="1" y="63"/>
                      <a:pt x="4" y="66"/>
                    </a:cubicBezTo>
                    <a:cubicBezTo>
                      <a:pt x="8" y="69"/>
                      <a:pt x="16" y="68"/>
                      <a:pt x="21" y="68"/>
                    </a:cubicBezTo>
                    <a:cubicBezTo>
                      <a:pt x="31" y="68"/>
                      <a:pt x="41" y="65"/>
                      <a:pt x="51" y="62"/>
                    </a:cubicBezTo>
                    <a:cubicBezTo>
                      <a:pt x="61" y="59"/>
                      <a:pt x="64" y="56"/>
                      <a:pt x="71" y="48"/>
                    </a:cubicBezTo>
                    <a:cubicBezTo>
                      <a:pt x="77" y="42"/>
                      <a:pt x="84" y="38"/>
                      <a:pt x="93" y="38"/>
                    </a:cubicBezTo>
                    <a:cubicBezTo>
                      <a:pt x="100" y="39"/>
                      <a:pt x="108" y="41"/>
                      <a:pt x="114" y="44"/>
                    </a:cubicBezTo>
                    <a:cubicBezTo>
                      <a:pt x="120" y="48"/>
                      <a:pt x="130" y="55"/>
                      <a:pt x="137" y="51"/>
                    </a:cubicBezTo>
                    <a:cubicBezTo>
                      <a:pt x="145" y="48"/>
                      <a:pt x="156" y="4"/>
                      <a:pt x="150" y="0"/>
                    </a:cubicBezTo>
                    <a:cubicBezTo>
                      <a:pt x="147" y="9"/>
                      <a:pt x="147" y="18"/>
                      <a:pt x="140" y="24"/>
                    </a:cubicBezTo>
                    <a:cubicBezTo>
                      <a:pt x="132" y="30"/>
                      <a:pt x="129" y="22"/>
                      <a:pt x="125" y="16"/>
                    </a:cubicBezTo>
                    <a:cubicBezTo>
                      <a:pt x="123" y="21"/>
                      <a:pt x="123" y="31"/>
                      <a:pt x="117" y="33"/>
                    </a:cubicBezTo>
                    <a:cubicBezTo>
                      <a:pt x="112" y="34"/>
                      <a:pt x="105" y="30"/>
                      <a:pt x="104" y="26"/>
                    </a:cubicBezTo>
                    <a:cubicBezTo>
                      <a:pt x="97" y="28"/>
                      <a:pt x="95" y="30"/>
                      <a:pt x="88" y="29"/>
                    </a:cubicBezTo>
                    <a:cubicBezTo>
                      <a:pt x="79" y="29"/>
                      <a:pt x="78" y="30"/>
                      <a:pt x="72" y="36"/>
                    </a:cubicBezTo>
                    <a:cubicBezTo>
                      <a:pt x="67" y="42"/>
                      <a:pt x="62" y="49"/>
                      <a:pt x="55" y="53"/>
                    </a:cubicBezTo>
                    <a:cubicBezTo>
                      <a:pt x="46" y="58"/>
                      <a:pt x="29" y="62"/>
                      <a:pt x="30" y="47"/>
                    </a:cubicBezTo>
                    <a:cubicBezTo>
                      <a:pt x="23" y="58"/>
                      <a:pt x="21" y="64"/>
                      <a:pt x="7" y="58"/>
                    </a:cubicBezTo>
                    <a:cubicBezTo>
                      <a:pt x="6" y="57"/>
                      <a:pt x="7" y="56"/>
                      <a:pt x="8" y="5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2" name="Freeform 690">
                <a:extLst>
                  <a:ext uri="{FF2B5EF4-FFF2-40B4-BE49-F238E27FC236}">
                    <a16:creationId xmlns:a16="http://schemas.microsoft.com/office/drawing/2014/main" id="{2684F707-E348-4E67-98DC-9FA56974C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720"/>
                <a:ext cx="125" cy="99"/>
              </a:xfrm>
              <a:custGeom>
                <a:avLst/>
                <a:gdLst>
                  <a:gd name="T0" fmla="*/ 20 w 50"/>
                  <a:gd name="T1" fmla="*/ 688 h 37"/>
                  <a:gd name="T2" fmla="*/ 563 w 50"/>
                  <a:gd name="T3" fmla="*/ 629 h 37"/>
                  <a:gd name="T4" fmla="*/ 595 w 50"/>
                  <a:gd name="T5" fmla="*/ 0 h 37"/>
                  <a:gd name="T6" fmla="*/ 625 w 50"/>
                  <a:gd name="T7" fmla="*/ 286 h 37"/>
                  <a:gd name="T8" fmla="*/ 408 w 50"/>
                  <a:gd name="T9" fmla="*/ 265 h 37"/>
                  <a:gd name="T10" fmla="*/ 220 w 50"/>
                  <a:gd name="T11" fmla="*/ 500 h 37"/>
                  <a:gd name="T12" fmla="*/ 20 w 50"/>
                  <a:gd name="T13" fmla="*/ 65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7">
                    <a:moveTo>
                      <a:pt x="1" y="36"/>
                    </a:moveTo>
                    <a:cubicBezTo>
                      <a:pt x="12" y="23"/>
                      <a:pt x="24" y="37"/>
                      <a:pt x="36" y="33"/>
                    </a:cubicBezTo>
                    <a:cubicBezTo>
                      <a:pt x="50" y="30"/>
                      <a:pt x="47" y="6"/>
                      <a:pt x="38" y="0"/>
                    </a:cubicBezTo>
                    <a:cubicBezTo>
                      <a:pt x="38" y="4"/>
                      <a:pt x="43" y="11"/>
                      <a:pt x="40" y="15"/>
                    </a:cubicBezTo>
                    <a:cubicBezTo>
                      <a:pt x="37" y="20"/>
                      <a:pt x="30" y="17"/>
                      <a:pt x="26" y="14"/>
                    </a:cubicBezTo>
                    <a:cubicBezTo>
                      <a:pt x="29" y="27"/>
                      <a:pt x="27" y="27"/>
                      <a:pt x="14" y="26"/>
                    </a:cubicBezTo>
                    <a:cubicBezTo>
                      <a:pt x="8" y="25"/>
                      <a:pt x="0" y="25"/>
                      <a:pt x="1" y="3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3" name="Freeform 691">
                <a:extLst>
                  <a:ext uri="{FF2B5EF4-FFF2-40B4-BE49-F238E27FC236}">
                    <a16:creationId xmlns:a16="http://schemas.microsoft.com/office/drawing/2014/main" id="{865235F9-959A-4947-A5E0-E74C733FA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488"/>
                <a:ext cx="87" cy="245"/>
              </a:xfrm>
              <a:custGeom>
                <a:avLst/>
                <a:gdLst>
                  <a:gd name="T0" fmla="*/ 137 w 35"/>
                  <a:gd name="T1" fmla="*/ 136 h 92"/>
                  <a:gd name="T2" fmla="*/ 433 w 35"/>
                  <a:gd name="T3" fmla="*/ 418 h 92"/>
                  <a:gd name="T4" fmla="*/ 433 w 35"/>
                  <a:gd name="T5" fmla="*/ 908 h 92"/>
                  <a:gd name="T6" fmla="*/ 537 w 35"/>
                  <a:gd name="T7" fmla="*/ 1736 h 92"/>
                  <a:gd name="T8" fmla="*/ 341 w 35"/>
                  <a:gd name="T9" fmla="*/ 1190 h 92"/>
                  <a:gd name="T10" fmla="*/ 291 w 35"/>
                  <a:gd name="T11" fmla="*/ 908 h 92"/>
                  <a:gd name="T12" fmla="*/ 75 w 35"/>
                  <a:gd name="T13" fmla="*/ 794 h 92"/>
                  <a:gd name="T14" fmla="*/ 124 w 35"/>
                  <a:gd name="T15" fmla="*/ 418 h 92"/>
                  <a:gd name="T16" fmla="*/ 0 w 35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92">
                    <a:moveTo>
                      <a:pt x="9" y="7"/>
                    </a:moveTo>
                    <a:cubicBezTo>
                      <a:pt x="17" y="13"/>
                      <a:pt x="26" y="12"/>
                      <a:pt x="28" y="22"/>
                    </a:cubicBezTo>
                    <a:cubicBezTo>
                      <a:pt x="29" y="30"/>
                      <a:pt x="28" y="39"/>
                      <a:pt x="28" y="48"/>
                    </a:cubicBezTo>
                    <a:cubicBezTo>
                      <a:pt x="27" y="64"/>
                      <a:pt x="28" y="77"/>
                      <a:pt x="35" y="92"/>
                    </a:cubicBezTo>
                    <a:cubicBezTo>
                      <a:pt x="24" y="90"/>
                      <a:pt x="23" y="72"/>
                      <a:pt x="22" y="63"/>
                    </a:cubicBezTo>
                    <a:cubicBezTo>
                      <a:pt x="21" y="59"/>
                      <a:pt x="22" y="52"/>
                      <a:pt x="19" y="48"/>
                    </a:cubicBezTo>
                    <a:cubicBezTo>
                      <a:pt x="16" y="42"/>
                      <a:pt x="11" y="43"/>
                      <a:pt x="5" y="42"/>
                    </a:cubicBezTo>
                    <a:cubicBezTo>
                      <a:pt x="13" y="36"/>
                      <a:pt x="19" y="28"/>
                      <a:pt x="8" y="22"/>
                    </a:cubicBezTo>
                    <a:cubicBezTo>
                      <a:pt x="12" y="13"/>
                      <a:pt x="8" y="5"/>
                      <a:pt x="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4" name="Freeform 692">
                <a:extLst>
                  <a:ext uri="{FF2B5EF4-FFF2-40B4-BE49-F238E27FC236}">
                    <a16:creationId xmlns:a16="http://schemas.microsoft.com/office/drawing/2014/main" id="{FF65377B-947F-40B8-9109-75F4B300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669"/>
                <a:ext cx="80" cy="24"/>
              </a:xfrm>
              <a:custGeom>
                <a:avLst/>
                <a:gdLst>
                  <a:gd name="T0" fmla="*/ 0 w 32"/>
                  <a:gd name="T1" fmla="*/ 149 h 9"/>
                  <a:gd name="T2" fmla="*/ 188 w 32"/>
                  <a:gd name="T3" fmla="*/ 0 h 9"/>
                  <a:gd name="T4" fmla="*/ 500 w 32"/>
                  <a:gd name="T5" fmla="*/ 35 h 9"/>
                  <a:gd name="T6" fmla="*/ 113 w 32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9">
                    <a:moveTo>
                      <a:pt x="0" y="8"/>
                    </a:moveTo>
                    <a:cubicBezTo>
                      <a:pt x="5" y="9"/>
                      <a:pt x="10" y="4"/>
                      <a:pt x="12" y="0"/>
                    </a:cubicBezTo>
                    <a:cubicBezTo>
                      <a:pt x="18" y="1"/>
                      <a:pt x="26" y="0"/>
                      <a:pt x="32" y="2"/>
                    </a:cubicBezTo>
                    <a:cubicBezTo>
                      <a:pt x="24" y="1"/>
                      <a:pt x="13" y="3"/>
                      <a:pt x="7" y="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5" name="Freeform 693">
                <a:extLst>
                  <a:ext uri="{FF2B5EF4-FFF2-40B4-BE49-F238E27FC236}">
                    <a16:creationId xmlns:a16="http://schemas.microsoft.com/office/drawing/2014/main" id="{4A4CEF83-D0BA-44E1-952E-9FEBC602B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" y="2101"/>
                <a:ext cx="410" cy="160"/>
              </a:xfrm>
              <a:custGeom>
                <a:avLst/>
                <a:gdLst>
                  <a:gd name="T0" fmla="*/ 20 w 164"/>
                  <a:gd name="T1" fmla="*/ 435 h 60"/>
                  <a:gd name="T2" fmla="*/ 395 w 164"/>
                  <a:gd name="T3" fmla="*/ 1101 h 60"/>
                  <a:gd name="T4" fmla="*/ 988 w 164"/>
                  <a:gd name="T5" fmla="*/ 968 h 60"/>
                  <a:gd name="T6" fmla="*/ 2563 w 164"/>
                  <a:gd name="T7" fmla="*/ 419 h 60"/>
                  <a:gd name="T8" fmla="*/ 2208 w 164"/>
                  <a:gd name="T9" fmla="*/ 419 h 60"/>
                  <a:gd name="T10" fmla="*/ 1800 w 164"/>
                  <a:gd name="T11" fmla="*/ 435 h 60"/>
                  <a:gd name="T12" fmla="*/ 1158 w 164"/>
                  <a:gd name="T13" fmla="*/ 115 h 60"/>
                  <a:gd name="T14" fmla="*/ 750 w 164"/>
                  <a:gd name="T15" fmla="*/ 93 h 60"/>
                  <a:gd name="T16" fmla="*/ 500 w 164"/>
                  <a:gd name="T17" fmla="*/ 627 h 60"/>
                  <a:gd name="T18" fmla="*/ 175 w 164"/>
                  <a:gd name="T19" fmla="*/ 419 h 60"/>
                  <a:gd name="T20" fmla="*/ 83 w 164"/>
                  <a:gd name="T21" fmla="*/ 320 h 60"/>
                  <a:gd name="T22" fmla="*/ 83 w 164"/>
                  <a:gd name="T23" fmla="*/ 77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4" h="60">
                    <a:moveTo>
                      <a:pt x="1" y="23"/>
                    </a:moveTo>
                    <a:cubicBezTo>
                      <a:pt x="0" y="40"/>
                      <a:pt x="8" y="54"/>
                      <a:pt x="25" y="58"/>
                    </a:cubicBezTo>
                    <a:cubicBezTo>
                      <a:pt x="39" y="60"/>
                      <a:pt x="49" y="56"/>
                      <a:pt x="63" y="51"/>
                    </a:cubicBezTo>
                    <a:cubicBezTo>
                      <a:pt x="96" y="38"/>
                      <a:pt x="129" y="29"/>
                      <a:pt x="164" y="22"/>
                    </a:cubicBezTo>
                    <a:cubicBezTo>
                      <a:pt x="156" y="22"/>
                      <a:pt x="149" y="21"/>
                      <a:pt x="141" y="22"/>
                    </a:cubicBezTo>
                    <a:cubicBezTo>
                      <a:pt x="132" y="23"/>
                      <a:pt x="124" y="25"/>
                      <a:pt x="115" y="23"/>
                    </a:cubicBezTo>
                    <a:cubicBezTo>
                      <a:pt x="100" y="20"/>
                      <a:pt x="88" y="11"/>
                      <a:pt x="74" y="6"/>
                    </a:cubicBezTo>
                    <a:cubicBezTo>
                      <a:pt x="67" y="4"/>
                      <a:pt x="55" y="0"/>
                      <a:pt x="48" y="5"/>
                    </a:cubicBezTo>
                    <a:cubicBezTo>
                      <a:pt x="39" y="10"/>
                      <a:pt x="39" y="25"/>
                      <a:pt x="32" y="33"/>
                    </a:cubicBezTo>
                    <a:cubicBezTo>
                      <a:pt x="25" y="31"/>
                      <a:pt x="18" y="25"/>
                      <a:pt x="11" y="22"/>
                    </a:cubicBezTo>
                    <a:cubicBezTo>
                      <a:pt x="8" y="20"/>
                      <a:pt x="6" y="22"/>
                      <a:pt x="5" y="17"/>
                    </a:cubicBezTo>
                    <a:cubicBezTo>
                      <a:pt x="4" y="12"/>
                      <a:pt x="7" y="8"/>
                      <a:pt x="5" y="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6" name="Freeform 694">
                <a:extLst>
                  <a:ext uri="{FF2B5EF4-FFF2-40B4-BE49-F238E27FC236}">
                    <a16:creationId xmlns:a16="http://schemas.microsoft.com/office/drawing/2014/main" id="{AAAEBADE-FAE4-4186-BA1D-BBB4C9CAA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925"/>
                <a:ext cx="390" cy="438"/>
              </a:xfrm>
              <a:custGeom>
                <a:avLst/>
                <a:gdLst>
                  <a:gd name="T0" fmla="*/ 158 w 156"/>
                  <a:gd name="T1" fmla="*/ 2075 h 164"/>
                  <a:gd name="T2" fmla="*/ 800 w 156"/>
                  <a:gd name="T3" fmla="*/ 2553 h 164"/>
                  <a:gd name="T4" fmla="*/ 1488 w 156"/>
                  <a:gd name="T5" fmla="*/ 2874 h 164"/>
                  <a:gd name="T6" fmla="*/ 2283 w 156"/>
                  <a:gd name="T7" fmla="*/ 2532 h 164"/>
                  <a:gd name="T8" fmla="*/ 2250 w 156"/>
                  <a:gd name="T9" fmla="*/ 1827 h 164"/>
                  <a:gd name="T10" fmla="*/ 2220 w 156"/>
                  <a:gd name="T11" fmla="*/ 1221 h 164"/>
                  <a:gd name="T12" fmla="*/ 2345 w 156"/>
                  <a:gd name="T13" fmla="*/ 0 h 164"/>
                  <a:gd name="T14" fmla="*/ 2208 w 156"/>
                  <a:gd name="T15" fmla="*/ 606 h 164"/>
                  <a:gd name="T16" fmla="*/ 2125 w 156"/>
                  <a:gd name="T17" fmla="*/ 855 h 164"/>
                  <a:gd name="T18" fmla="*/ 1958 w 156"/>
                  <a:gd name="T19" fmla="*/ 969 h 164"/>
                  <a:gd name="T20" fmla="*/ 2033 w 156"/>
                  <a:gd name="T21" fmla="*/ 1413 h 164"/>
                  <a:gd name="T22" fmla="*/ 1645 w 156"/>
                  <a:gd name="T23" fmla="*/ 1506 h 164"/>
                  <a:gd name="T24" fmla="*/ 1238 w 156"/>
                  <a:gd name="T25" fmla="*/ 1656 h 164"/>
                  <a:gd name="T26" fmla="*/ 1563 w 156"/>
                  <a:gd name="T27" fmla="*/ 1811 h 164"/>
                  <a:gd name="T28" fmla="*/ 1645 w 156"/>
                  <a:gd name="T29" fmla="*/ 2211 h 164"/>
                  <a:gd name="T30" fmla="*/ 1208 w 156"/>
                  <a:gd name="T31" fmla="*/ 2134 h 164"/>
                  <a:gd name="T32" fmla="*/ 1145 w 156"/>
                  <a:gd name="T33" fmla="*/ 2361 h 164"/>
                  <a:gd name="T34" fmla="*/ 1020 w 156"/>
                  <a:gd name="T35" fmla="*/ 2075 h 164"/>
                  <a:gd name="T36" fmla="*/ 925 w 156"/>
                  <a:gd name="T37" fmla="*/ 1904 h 164"/>
                  <a:gd name="T38" fmla="*/ 708 w 156"/>
                  <a:gd name="T39" fmla="*/ 1939 h 164"/>
                  <a:gd name="T40" fmla="*/ 595 w 156"/>
                  <a:gd name="T41" fmla="*/ 2134 h 164"/>
                  <a:gd name="T42" fmla="*/ 375 w 156"/>
                  <a:gd name="T43" fmla="*/ 2075 h 164"/>
                  <a:gd name="T44" fmla="*/ 175 w 156"/>
                  <a:gd name="T45" fmla="*/ 2054 h 164"/>
                  <a:gd name="T46" fmla="*/ 0 w 156"/>
                  <a:gd name="T47" fmla="*/ 2019 h 16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6" h="164">
                    <a:moveTo>
                      <a:pt x="10" y="109"/>
                    </a:moveTo>
                    <a:cubicBezTo>
                      <a:pt x="24" y="114"/>
                      <a:pt x="38" y="126"/>
                      <a:pt x="51" y="134"/>
                    </a:cubicBezTo>
                    <a:cubicBezTo>
                      <a:pt x="64" y="141"/>
                      <a:pt x="79" y="148"/>
                      <a:pt x="95" y="151"/>
                    </a:cubicBezTo>
                    <a:cubicBezTo>
                      <a:pt x="113" y="155"/>
                      <a:pt x="152" y="164"/>
                      <a:pt x="146" y="133"/>
                    </a:cubicBezTo>
                    <a:cubicBezTo>
                      <a:pt x="143" y="119"/>
                      <a:pt x="142" y="110"/>
                      <a:pt x="144" y="96"/>
                    </a:cubicBezTo>
                    <a:cubicBezTo>
                      <a:pt x="146" y="85"/>
                      <a:pt x="143" y="76"/>
                      <a:pt x="142" y="64"/>
                    </a:cubicBezTo>
                    <a:cubicBezTo>
                      <a:pt x="140" y="42"/>
                      <a:pt x="156" y="22"/>
                      <a:pt x="150" y="0"/>
                    </a:cubicBezTo>
                    <a:cubicBezTo>
                      <a:pt x="144" y="9"/>
                      <a:pt x="144" y="22"/>
                      <a:pt x="141" y="32"/>
                    </a:cubicBezTo>
                    <a:cubicBezTo>
                      <a:pt x="140" y="37"/>
                      <a:pt x="139" y="42"/>
                      <a:pt x="136" y="45"/>
                    </a:cubicBezTo>
                    <a:cubicBezTo>
                      <a:pt x="133" y="48"/>
                      <a:pt x="128" y="48"/>
                      <a:pt x="125" y="51"/>
                    </a:cubicBezTo>
                    <a:cubicBezTo>
                      <a:pt x="133" y="58"/>
                      <a:pt x="139" y="64"/>
                      <a:pt x="130" y="74"/>
                    </a:cubicBezTo>
                    <a:cubicBezTo>
                      <a:pt x="123" y="81"/>
                      <a:pt x="114" y="79"/>
                      <a:pt x="105" y="79"/>
                    </a:cubicBezTo>
                    <a:cubicBezTo>
                      <a:pt x="96" y="79"/>
                      <a:pt x="85" y="80"/>
                      <a:pt x="79" y="87"/>
                    </a:cubicBezTo>
                    <a:cubicBezTo>
                      <a:pt x="84" y="91"/>
                      <a:pt x="94" y="89"/>
                      <a:pt x="100" y="95"/>
                    </a:cubicBezTo>
                    <a:cubicBezTo>
                      <a:pt x="105" y="100"/>
                      <a:pt x="111" y="109"/>
                      <a:pt x="105" y="116"/>
                    </a:cubicBezTo>
                    <a:cubicBezTo>
                      <a:pt x="97" y="126"/>
                      <a:pt x="82" y="123"/>
                      <a:pt x="77" y="112"/>
                    </a:cubicBezTo>
                    <a:cubicBezTo>
                      <a:pt x="77" y="115"/>
                      <a:pt x="76" y="122"/>
                      <a:pt x="73" y="124"/>
                    </a:cubicBezTo>
                    <a:cubicBezTo>
                      <a:pt x="66" y="127"/>
                      <a:pt x="65" y="112"/>
                      <a:pt x="65" y="109"/>
                    </a:cubicBezTo>
                    <a:cubicBezTo>
                      <a:pt x="64" y="103"/>
                      <a:pt x="65" y="102"/>
                      <a:pt x="59" y="100"/>
                    </a:cubicBezTo>
                    <a:cubicBezTo>
                      <a:pt x="56" y="99"/>
                      <a:pt x="48" y="100"/>
                      <a:pt x="45" y="102"/>
                    </a:cubicBezTo>
                    <a:cubicBezTo>
                      <a:pt x="42" y="105"/>
                      <a:pt x="43" y="110"/>
                      <a:pt x="38" y="112"/>
                    </a:cubicBezTo>
                    <a:cubicBezTo>
                      <a:pt x="34" y="114"/>
                      <a:pt x="28" y="110"/>
                      <a:pt x="24" y="109"/>
                    </a:cubicBezTo>
                    <a:cubicBezTo>
                      <a:pt x="19" y="108"/>
                      <a:pt x="16" y="109"/>
                      <a:pt x="11" y="108"/>
                    </a:cubicBezTo>
                    <a:cubicBezTo>
                      <a:pt x="7" y="108"/>
                      <a:pt x="4" y="106"/>
                      <a:pt x="0" y="10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7" name="Freeform 695">
                <a:extLst>
                  <a:ext uri="{FF2B5EF4-FFF2-40B4-BE49-F238E27FC236}">
                    <a16:creationId xmlns:a16="http://schemas.microsoft.com/office/drawing/2014/main" id="{E6160FDA-7B57-4725-A6C6-F41312DC6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200"/>
                <a:ext cx="417" cy="168"/>
              </a:xfrm>
              <a:custGeom>
                <a:avLst/>
                <a:gdLst>
                  <a:gd name="T0" fmla="*/ 42 w 167"/>
                  <a:gd name="T1" fmla="*/ 627 h 63"/>
                  <a:gd name="T2" fmla="*/ 92 w 167"/>
                  <a:gd name="T3" fmla="*/ 888 h 63"/>
                  <a:gd name="T4" fmla="*/ 529 w 167"/>
                  <a:gd name="T5" fmla="*/ 1117 h 63"/>
                  <a:gd name="T6" fmla="*/ 1229 w 167"/>
                  <a:gd name="T7" fmla="*/ 1003 h 63"/>
                  <a:gd name="T8" fmla="*/ 1945 w 167"/>
                  <a:gd name="T9" fmla="*/ 819 h 63"/>
                  <a:gd name="T10" fmla="*/ 2599 w 167"/>
                  <a:gd name="T11" fmla="*/ 435 h 63"/>
                  <a:gd name="T12" fmla="*/ 2070 w 167"/>
                  <a:gd name="T13" fmla="*/ 717 h 63"/>
                  <a:gd name="T14" fmla="*/ 1695 w 167"/>
                  <a:gd name="T15" fmla="*/ 435 h 63"/>
                  <a:gd name="T16" fmla="*/ 1446 w 167"/>
                  <a:gd name="T17" fmla="*/ 77 h 63"/>
                  <a:gd name="T18" fmla="*/ 966 w 167"/>
                  <a:gd name="T19" fmla="*/ 136 h 63"/>
                  <a:gd name="T20" fmla="*/ 1258 w 167"/>
                  <a:gd name="T21" fmla="*/ 491 h 63"/>
                  <a:gd name="T22" fmla="*/ 1041 w 167"/>
                  <a:gd name="T23" fmla="*/ 627 h 63"/>
                  <a:gd name="T24" fmla="*/ 886 w 167"/>
                  <a:gd name="T25" fmla="*/ 533 h 63"/>
                  <a:gd name="T26" fmla="*/ 812 w 167"/>
                  <a:gd name="T27" fmla="*/ 819 h 63"/>
                  <a:gd name="T28" fmla="*/ 512 w 167"/>
                  <a:gd name="T29" fmla="*/ 776 h 63"/>
                  <a:gd name="T30" fmla="*/ 30 w 167"/>
                  <a:gd name="T31" fmla="*/ 589 h 63"/>
                  <a:gd name="T32" fmla="*/ 12 w 167"/>
                  <a:gd name="T33" fmla="*/ 512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7" h="63">
                    <a:moveTo>
                      <a:pt x="3" y="33"/>
                    </a:moveTo>
                    <a:cubicBezTo>
                      <a:pt x="6" y="39"/>
                      <a:pt x="0" y="43"/>
                      <a:pt x="6" y="47"/>
                    </a:cubicBezTo>
                    <a:cubicBezTo>
                      <a:pt x="11" y="52"/>
                      <a:pt x="28" y="57"/>
                      <a:pt x="34" y="59"/>
                    </a:cubicBezTo>
                    <a:cubicBezTo>
                      <a:pt x="50" y="63"/>
                      <a:pt x="64" y="58"/>
                      <a:pt x="79" y="53"/>
                    </a:cubicBezTo>
                    <a:cubicBezTo>
                      <a:pt x="95" y="47"/>
                      <a:pt x="108" y="43"/>
                      <a:pt x="125" y="43"/>
                    </a:cubicBezTo>
                    <a:cubicBezTo>
                      <a:pt x="140" y="42"/>
                      <a:pt x="161" y="38"/>
                      <a:pt x="167" y="23"/>
                    </a:cubicBezTo>
                    <a:cubicBezTo>
                      <a:pt x="155" y="30"/>
                      <a:pt x="148" y="37"/>
                      <a:pt x="133" y="38"/>
                    </a:cubicBezTo>
                    <a:cubicBezTo>
                      <a:pt x="121" y="38"/>
                      <a:pt x="116" y="32"/>
                      <a:pt x="109" y="23"/>
                    </a:cubicBezTo>
                    <a:cubicBezTo>
                      <a:pt x="104" y="17"/>
                      <a:pt x="101" y="7"/>
                      <a:pt x="93" y="4"/>
                    </a:cubicBezTo>
                    <a:cubicBezTo>
                      <a:pt x="83" y="0"/>
                      <a:pt x="71" y="4"/>
                      <a:pt x="62" y="7"/>
                    </a:cubicBezTo>
                    <a:cubicBezTo>
                      <a:pt x="73" y="7"/>
                      <a:pt x="85" y="12"/>
                      <a:pt x="81" y="26"/>
                    </a:cubicBezTo>
                    <a:cubicBezTo>
                      <a:pt x="80" y="32"/>
                      <a:pt x="73" y="35"/>
                      <a:pt x="67" y="33"/>
                    </a:cubicBezTo>
                    <a:cubicBezTo>
                      <a:pt x="63" y="32"/>
                      <a:pt x="62" y="27"/>
                      <a:pt x="57" y="28"/>
                    </a:cubicBezTo>
                    <a:cubicBezTo>
                      <a:pt x="56" y="33"/>
                      <a:pt x="57" y="40"/>
                      <a:pt x="52" y="43"/>
                    </a:cubicBezTo>
                    <a:cubicBezTo>
                      <a:pt x="46" y="47"/>
                      <a:pt x="39" y="44"/>
                      <a:pt x="33" y="41"/>
                    </a:cubicBezTo>
                    <a:cubicBezTo>
                      <a:pt x="24" y="36"/>
                      <a:pt x="12" y="25"/>
                      <a:pt x="2" y="31"/>
                    </a:cubicBezTo>
                    <a:cubicBezTo>
                      <a:pt x="1" y="30"/>
                      <a:pt x="1" y="28"/>
                      <a:pt x="1" y="27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8" name="Freeform 696">
                <a:extLst>
                  <a:ext uri="{FF2B5EF4-FFF2-40B4-BE49-F238E27FC236}">
                    <a16:creationId xmlns:a16="http://schemas.microsoft.com/office/drawing/2014/main" id="{2FC82688-E8F3-450F-85DC-5994549A8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992"/>
                <a:ext cx="310" cy="283"/>
              </a:xfrm>
              <a:custGeom>
                <a:avLst/>
                <a:gdLst>
                  <a:gd name="T0" fmla="*/ 50 w 124"/>
                  <a:gd name="T1" fmla="*/ 1503 h 106"/>
                  <a:gd name="T2" fmla="*/ 800 w 124"/>
                  <a:gd name="T3" fmla="*/ 1938 h 106"/>
                  <a:gd name="T4" fmla="*/ 1500 w 124"/>
                  <a:gd name="T5" fmla="*/ 1695 h 106"/>
                  <a:gd name="T6" fmla="*/ 1908 w 124"/>
                  <a:gd name="T7" fmla="*/ 913 h 106"/>
                  <a:gd name="T8" fmla="*/ 1925 w 124"/>
                  <a:gd name="T9" fmla="*/ 379 h 106"/>
                  <a:gd name="T10" fmla="*/ 1770 w 124"/>
                  <a:gd name="T11" fmla="*/ 0 h 106"/>
                  <a:gd name="T12" fmla="*/ 1783 w 124"/>
                  <a:gd name="T13" fmla="*/ 721 h 106"/>
                  <a:gd name="T14" fmla="*/ 1408 w 124"/>
                  <a:gd name="T15" fmla="*/ 833 h 106"/>
                  <a:gd name="T16" fmla="*/ 1425 w 124"/>
                  <a:gd name="T17" fmla="*/ 1354 h 106"/>
                  <a:gd name="T18" fmla="*/ 1125 w 124"/>
                  <a:gd name="T19" fmla="*/ 1255 h 106"/>
                  <a:gd name="T20" fmla="*/ 845 w 124"/>
                  <a:gd name="T21" fmla="*/ 1618 h 106"/>
                  <a:gd name="T22" fmla="*/ 720 w 124"/>
                  <a:gd name="T23" fmla="*/ 1583 h 106"/>
                  <a:gd name="T24" fmla="*/ 645 w 124"/>
                  <a:gd name="T25" fmla="*/ 1733 h 106"/>
                  <a:gd name="T26" fmla="*/ 0 w 124"/>
                  <a:gd name="T27" fmla="*/ 1503 h 1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4" h="106">
                    <a:moveTo>
                      <a:pt x="3" y="79"/>
                    </a:moveTo>
                    <a:cubicBezTo>
                      <a:pt x="20" y="77"/>
                      <a:pt x="35" y="97"/>
                      <a:pt x="51" y="102"/>
                    </a:cubicBezTo>
                    <a:cubicBezTo>
                      <a:pt x="65" y="106"/>
                      <a:pt x="84" y="96"/>
                      <a:pt x="96" y="89"/>
                    </a:cubicBezTo>
                    <a:cubicBezTo>
                      <a:pt x="111" y="80"/>
                      <a:pt x="118" y="65"/>
                      <a:pt x="122" y="48"/>
                    </a:cubicBezTo>
                    <a:cubicBezTo>
                      <a:pt x="124" y="39"/>
                      <a:pt x="124" y="29"/>
                      <a:pt x="123" y="20"/>
                    </a:cubicBezTo>
                    <a:cubicBezTo>
                      <a:pt x="121" y="11"/>
                      <a:pt x="117" y="7"/>
                      <a:pt x="113" y="0"/>
                    </a:cubicBezTo>
                    <a:cubicBezTo>
                      <a:pt x="119" y="13"/>
                      <a:pt x="119" y="24"/>
                      <a:pt x="114" y="38"/>
                    </a:cubicBezTo>
                    <a:cubicBezTo>
                      <a:pt x="110" y="50"/>
                      <a:pt x="100" y="55"/>
                      <a:pt x="90" y="44"/>
                    </a:cubicBezTo>
                    <a:cubicBezTo>
                      <a:pt x="98" y="50"/>
                      <a:pt x="97" y="64"/>
                      <a:pt x="91" y="71"/>
                    </a:cubicBezTo>
                    <a:cubicBezTo>
                      <a:pt x="83" y="79"/>
                      <a:pt x="78" y="72"/>
                      <a:pt x="72" y="66"/>
                    </a:cubicBezTo>
                    <a:cubicBezTo>
                      <a:pt x="69" y="76"/>
                      <a:pt x="66" y="86"/>
                      <a:pt x="54" y="85"/>
                    </a:cubicBezTo>
                    <a:cubicBezTo>
                      <a:pt x="52" y="85"/>
                      <a:pt x="49" y="82"/>
                      <a:pt x="46" y="83"/>
                    </a:cubicBezTo>
                    <a:cubicBezTo>
                      <a:pt x="43" y="85"/>
                      <a:pt x="44" y="89"/>
                      <a:pt x="41" y="91"/>
                    </a:cubicBezTo>
                    <a:cubicBezTo>
                      <a:pt x="25" y="98"/>
                      <a:pt x="15" y="70"/>
                      <a:pt x="0" y="79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9" name="Freeform 697">
                <a:extLst>
                  <a:ext uri="{FF2B5EF4-FFF2-40B4-BE49-F238E27FC236}">
                    <a16:creationId xmlns:a16="http://schemas.microsoft.com/office/drawing/2014/main" id="{D063D89F-6F47-4814-820C-29AF2288F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848"/>
                <a:ext cx="487" cy="280"/>
              </a:xfrm>
              <a:custGeom>
                <a:avLst/>
                <a:gdLst>
                  <a:gd name="T0" fmla="*/ 437 w 195"/>
                  <a:gd name="T1" fmla="*/ 1139 h 105"/>
                  <a:gd name="T2" fmla="*/ 167 w 195"/>
                  <a:gd name="T3" fmla="*/ 1613 h 105"/>
                  <a:gd name="T4" fmla="*/ 12 w 195"/>
                  <a:gd name="T5" fmla="*/ 1800 h 105"/>
                  <a:gd name="T6" fmla="*/ 280 w 195"/>
                  <a:gd name="T7" fmla="*/ 1933 h 105"/>
                  <a:gd name="T8" fmla="*/ 762 w 195"/>
                  <a:gd name="T9" fmla="*/ 1309 h 105"/>
                  <a:gd name="T10" fmla="*/ 1354 w 195"/>
                  <a:gd name="T11" fmla="*/ 1195 h 105"/>
                  <a:gd name="T12" fmla="*/ 1933 w 195"/>
                  <a:gd name="T13" fmla="*/ 1251 h 105"/>
                  <a:gd name="T14" fmla="*/ 2133 w 195"/>
                  <a:gd name="T15" fmla="*/ 1117 h 105"/>
                  <a:gd name="T16" fmla="*/ 2403 w 195"/>
                  <a:gd name="T17" fmla="*/ 947 h 105"/>
                  <a:gd name="T18" fmla="*/ 2900 w 195"/>
                  <a:gd name="T19" fmla="*/ 661 h 105"/>
                  <a:gd name="T20" fmla="*/ 2820 w 195"/>
                  <a:gd name="T21" fmla="*/ 0 h 105"/>
                  <a:gd name="T22" fmla="*/ 2775 w 195"/>
                  <a:gd name="T23" fmla="*/ 435 h 105"/>
                  <a:gd name="T24" fmla="*/ 2445 w 195"/>
                  <a:gd name="T25" fmla="*/ 341 h 105"/>
                  <a:gd name="T26" fmla="*/ 2308 w 195"/>
                  <a:gd name="T27" fmla="*/ 819 h 105"/>
                  <a:gd name="T28" fmla="*/ 1995 w 195"/>
                  <a:gd name="T29" fmla="*/ 661 h 105"/>
                  <a:gd name="T30" fmla="*/ 1621 w 195"/>
                  <a:gd name="T31" fmla="*/ 1024 h 105"/>
                  <a:gd name="T32" fmla="*/ 1279 w 195"/>
                  <a:gd name="T33" fmla="*/ 739 h 105"/>
                  <a:gd name="T34" fmla="*/ 1091 w 195"/>
                  <a:gd name="T35" fmla="*/ 1024 h 105"/>
                  <a:gd name="T36" fmla="*/ 824 w 195"/>
                  <a:gd name="T37" fmla="*/ 819 h 105"/>
                  <a:gd name="T38" fmla="*/ 512 w 195"/>
                  <a:gd name="T39" fmla="*/ 1024 h 10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95" h="105">
                    <a:moveTo>
                      <a:pt x="28" y="60"/>
                    </a:moveTo>
                    <a:cubicBezTo>
                      <a:pt x="25" y="71"/>
                      <a:pt x="21" y="79"/>
                      <a:pt x="11" y="85"/>
                    </a:cubicBezTo>
                    <a:cubicBezTo>
                      <a:pt x="7" y="87"/>
                      <a:pt x="2" y="89"/>
                      <a:pt x="1" y="95"/>
                    </a:cubicBezTo>
                    <a:cubicBezTo>
                      <a:pt x="0" y="105"/>
                      <a:pt x="12" y="105"/>
                      <a:pt x="18" y="102"/>
                    </a:cubicBezTo>
                    <a:cubicBezTo>
                      <a:pt x="33" y="96"/>
                      <a:pt x="35" y="77"/>
                      <a:pt x="49" y="69"/>
                    </a:cubicBezTo>
                    <a:cubicBezTo>
                      <a:pt x="62" y="62"/>
                      <a:pt x="74" y="60"/>
                      <a:pt x="87" y="63"/>
                    </a:cubicBezTo>
                    <a:cubicBezTo>
                      <a:pt x="99" y="65"/>
                      <a:pt x="113" y="67"/>
                      <a:pt x="124" y="66"/>
                    </a:cubicBezTo>
                    <a:cubicBezTo>
                      <a:pt x="130" y="65"/>
                      <a:pt x="133" y="62"/>
                      <a:pt x="137" y="59"/>
                    </a:cubicBezTo>
                    <a:cubicBezTo>
                      <a:pt x="142" y="55"/>
                      <a:pt x="148" y="52"/>
                      <a:pt x="154" y="50"/>
                    </a:cubicBezTo>
                    <a:cubicBezTo>
                      <a:pt x="164" y="46"/>
                      <a:pt x="179" y="44"/>
                      <a:pt x="186" y="35"/>
                    </a:cubicBezTo>
                    <a:cubicBezTo>
                      <a:pt x="195" y="25"/>
                      <a:pt x="187" y="10"/>
                      <a:pt x="181" y="0"/>
                    </a:cubicBezTo>
                    <a:cubicBezTo>
                      <a:pt x="185" y="6"/>
                      <a:pt x="183" y="18"/>
                      <a:pt x="178" y="23"/>
                    </a:cubicBezTo>
                    <a:cubicBezTo>
                      <a:pt x="170" y="28"/>
                      <a:pt x="162" y="23"/>
                      <a:pt x="157" y="18"/>
                    </a:cubicBezTo>
                    <a:cubicBezTo>
                      <a:pt x="158" y="26"/>
                      <a:pt x="156" y="40"/>
                      <a:pt x="148" y="43"/>
                    </a:cubicBezTo>
                    <a:cubicBezTo>
                      <a:pt x="142" y="45"/>
                      <a:pt x="130" y="42"/>
                      <a:pt x="128" y="35"/>
                    </a:cubicBezTo>
                    <a:cubicBezTo>
                      <a:pt x="125" y="50"/>
                      <a:pt x="120" y="62"/>
                      <a:pt x="104" y="54"/>
                    </a:cubicBezTo>
                    <a:cubicBezTo>
                      <a:pt x="97" y="51"/>
                      <a:pt x="89" y="40"/>
                      <a:pt x="82" y="39"/>
                    </a:cubicBezTo>
                    <a:cubicBezTo>
                      <a:pt x="80" y="46"/>
                      <a:pt x="79" y="54"/>
                      <a:pt x="70" y="54"/>
                    </a:cubicBezTo>
                    <a:cubicBezTo>
                      <a:pt x="61" y="54"/>
                      <a:pt x="60" y="46"/>
                      <a:pt x="53" y="43"/>
                    </a:cubicBezTo>
                    <a:cubicBezTo>
                      <a:pt x="46" y="39"/>
                      <a:pt x="38" y="64"/>
                      <a:pt x="33" y="5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0" name="Freeform 698">
                <a:extLst>
                  <a:ext uri="{FF2B5EF4-FFF2-40B4-BE49-F238E27FC236}">
                    <a16:creationId xmlns:a16="http://schemas.microsoft.com/office/drawing/2014/main" id="{A168AF00-E787-4991-BAB3-DCA2AA022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587"/>
                <a:ext cx="267" cy="349"/>
              </a:xfrm>
              <a:custGeom>
                <a:avLst/>
                <a:gdLst>
                  <a:gd name="T0" fmla="*/ 0 w 107"/>
                  <a:gd name="T1" fmla="*/ 376 h 131"/>
                  <a:gd name="T2" fmla="*/ 200 w 107"/>
                  <a:gd name="T3" fmla="*/ 35 h 131"/>
                  <a:gd name="T4" fmla="*/ 479 w 107"/>
                  <a:gd name="T5" fmla="*/ 264 h 131"/>
                  <a:gd name="T6" fmla="*/ 996 w 107"/>
                  <a:gd name="T7" fmla="*/ 943 h 131"/>
                  <a:gd name="T8" fmla="*/ 1308 w 107"/>
                  <a:gd name="T9" fmla="*/ 2478 h 131"/>
                  <a:gd name="T10" fmla="*/ 1337 w 107"/>
                  <a:gd name="T11" fmla="*/ 2043 h 131"/>
                  <a:gd name="T12" fmla="*/ 1120 w 107"/>
                  <a:gd name="T13" fmla="*/ 1740 h 131"/>
                  <a:gd name="T14" fmla="*/ 853 w 107"/>
                  <a:gd name="T15" fmla="*/ 1343 h 131"/>
                  <a:gd name="T16" fmla="*/ 716 w 107"/>
                  <a:gd name="T17" fmla="*/ 1002 h 131"/>
                  <a:gd name="T18" fmla="*/ 604 w 107"/>
                  <a:gd name="T19" fmla="*/ 853 h 131"/>
                  <a:gd name="T20" fmla="*/ 512 w 107"/>
                  <a:gd name="T21" fmla="*/ 567 h 131"/>
                  <a:gd name="T22" fmla="*/ 374 w 107"/>
                  <a:gd name="T23" fmla="*/ 434 h 131"/>
                  <a:gd name="T24" fmla="*/ 279 w 107"/>
                  <a:gd name="T25" fmla="*/ 285 h 131"/>
                  <a:gd name="T26" fmla="*/ 75 w 107"/>
                  <a:gd name="T27" fmla="*/ 320 h 1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131">
                    <a:moveTo>
                      <a:pt x="0" y="20"/>
                    </a:moveTo>
                    <a:cubicBezTo>
                      <a:pt x="9" y="18"/>
                      <a:pt x="6" y="4"/>
                      <a:pt x="13" y="2"/>
                    </a:cubicBezTo>
                    <a:cubicBezTo>
                      <a:pt x="20" y="0"/>
                      <a:pt x="28" y="10"/>
                      <a:pt x="31" y="14"/>
                    </a:cubicBezTo>
                    <a:cubicBezTo>
                      <a:pt x="41" y="28"/>
                      <a:pt x="53" y="37"/>
                      <a:pt x="64" y="50"/>
                    </a:cubicBezTo>
                    <a:cubicBezTo>
                      <a:pt x="79" y="69"/>
                      <a:pt x="107" y="107"/>
                      <a:pt x="84" y="131"/>
                    </a:cubicBezTo>
                    <a:cubicBezTo>
                      <a:pt x="85" y="123"/>
                      <a:pt x="87" y="116"/>
                      <a:pt x="86" y="108"/>
                    </a:cubicBezTo>
                    <a:cubicBezTo>
                      <a:pt x="84" y="96"/>
                      <a:pt x="83" y="95"/>
                      <a:pt x="72" y="92"/>
                    </a:cubicBezTo>
                    <a:cubicBezTo>
                      <a:pt x="74" y="82"/>
                      <a:pt x="69" y="66"/>
                      <a:pt x="55" y="71"/>
                    </a:cubicBezTo>
                    <a:cubicBezTo>
                      <a:pt x="60" y="58"/>
                      <a:pt x="57" y="56"/>
                      <a:pt x="46" y="53"/>
                    </a:cubicBezTo>
                    <a:cubicBezTo>
                      <a:pt x="39" y="50"/>
                      <a:pt x="41" y="51"/>
                      <a:pt x="39" y="45"/>
                    </a:cubicBezTo>
                    <a:cubicBezTo>
                      <a:pt x="38" y="39"/>
                      <a:pt x="38" y="34"/>
                      <a:pt x="33" y="30"/>
                    </a:cubicBezTo>
                    <a:cubicBezTo>
                      <a:pt x="30" y="27"/>
                      <a:pt x="27" y="26"/>
                      <a:pt x="24" y="23"/>
                    </a:cubicBezTo>
                    <a:cubicBezTo>
                      <a:pt x="22" y="20"/>
                      <a:pt x="22" y="18"/>
                      <a:pt x="18" y="15"/>
                    </a:cubicBezTo>
                    <a:cubicBezTo>
                      <a:pt x="15" y="13"/>
                      <a:pt x="7" y="12"/>
                      <a:pt x="5" y="17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1" name="Freeform 699">
                <a:extLst>
                  <a:ext uri="{FF2B5EF4-FFF2-40B4-BE49-F238E27FC236}">
                    <a16:creationId xmlns:a16="http://schemas.microsoft.com/office/drawing/2014/main" id="{5C4D56C7-74C9-4B37-B83B-B7838BDC5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755"/>
                <a:ext cx="57" cy="85"/>
              </a:xfrm>
              <a:custGeom>
                <a:avLst/>
                <a:gdLst>
                  <a:gd name="T0" fmla="*/ 287 w 23"/>
                  <a:gd name="T1" fmla="*/ 0 h 32"/>
                  <a:gd name="T2" fmla="*/ 62 w 23"/>
                  <a:gd name="T3" fmla="*/ 205 h 32"/>
                  <a:gd name="T4" fmla="*/ 124 w 23"/>
                  <a:gd name="T5" fmla="*/ 600 h 32"/>
                  <a:gd name="T6" fmla="*/ 228 w 23"/>
                  <a:gd name="T7" fmla="*/ 191 h 32"/>
                  <a:gd name="T8" fmla="*/ 307 w 23"/>
                  <a:gd name="T9" fmla="*/ 133 h 32"/>
                  <a:gd name="T10" fmla="*/ 349 w 23"/>
                  <a:gd name="T11" fmla="*/ 3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2">
                    <a:moveTo>
                      <a:pt x="19" y="0"/>
                    </a:moveTo>
                    <a:cubicBezTo>
                      <a:pt x="14" y="3"/>
                      <a:pt x="6" y="6"/>
                      <a:pt x="4" y="11"/>
                    </a:cubicBezTo>
                    <a:cubicBezTo>
                      <a:pt x="0" y="18"/>
                      <a:pt x="9" y="24"/>
                      <a:pt x="8" y="32"/>
                    </a:cubicBezTo>
                    <a:cubicBezTo>
                      <a:pt x="5" y="24"/>
                      <a:pt x="10" y="16"/>
                      <a:pt x="15" y="10"/>
                    </a:cubicBezTo>
                    <a:cubicBezTo>
                      <a:pt x="17" y="9"/>
                      <a:pt x="19" y="8"/>
                      <a:pt x="20" y="7"/>
                    </a:cubicBezTo>
                    <a:cubicBezTo>
                      <a:pt x="22" y="4"/>
                      <a:pt x="18" y="2"/>
                      <a:pt x="23" y="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2" name="Freeform 700">
                <a:extLst>
                  <a:ext uri="{FF2B5EF4-FFF2-40B4-BE49-F238E27FC236}">
                    <a16:creationId xmlns:a16="http://schemas.microsoft.com/office/drawing/2014/main" id="{4095A250-D0FA-446F-8641-DE8828A3A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680"/>
                <a:ext cx="155" cy="136"/>
              </a:xfrm>
              <a:custGeom>
                <a:avLst/>
                <a:gdLst>
                  <a:gd name="T0" fmla="*/ 0 w 62"/>
                  <a:gd name="T1" fmla="*/ 0 h 51"/>
                  <a:gd name="T2" fmla="*/ 425 w 62"/>
                  <a:gd name="T3" fmla="*/ 568 h 51"/>
                  <a:gd name="T4" fmla="*/ 970 w 62"/>
                  <a:gd name="T5" fmla="*/ 307 h 51"/>
                  <a:gd name="T6" fmla="*/ 738 w 62"/>
                  <a:gd name="T7" fmla="*/ 456 h 51"/>
                  <a:gd name="T8" fmla="*/ 550 w 62"/>
                  <a:gd name="T9" fmla="*/ 227 h 51"/>
                  <a:gd name="T10" fmla="*/ 345 w 62"/>
                  <a:gd name="T11" fmla="*/ 363 h 51"/>
                  <a:gd name="T12" fmla="*/ 220 w 62"/>
                  <a:gd name="T13" fmla="*/ 192 h 51"/>
                  <a:gd name="T14" fmla="*/ 95 w 62"/>
                  <a:gd name="T15" fmla="*/ 77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51">
                    <a:moveTo>
                      <a:pt x="0" y="0"/>
                    </a:moveTo>
                    <a:cubicBezTo>
                      <a:pt x="11" y="10"/>
                      <a:pt x="18" y="20"/>
                      <a:pt x="27" y="30"/>
                    </a:cubicBezTo>
                    <a:cubicBezTo>
                      <a:pt x="44" y="51"/>
                      <a:pt x="48" y="19"/>
                      <a:pt x="62" y="16"/>
                    </a:cubicBezTo>
                    <a:cubicBezTo>
                      <a:pt x="54" y="14"/>
                      <a:pt x="53" y="23"/>
                      <a:pt x="47" y="24"/>
                    </a:cubicBezTo>
                    <a:cubicBezTo>
                      <a:pt x="39" y="26"/>
                      <a:pt x="37" y="17"/>
                      <a:pt x="35" y="12"/>
                    </a:cubicBezTo>
                    <a:cubicBezTo>
                      <a:pt x="31" y="19"/>
                      <a:pt x="33" y="30"/>
                      <a:pt x="22" y="19"/>
                    </a:cubicBezTo>
                    <a:cubicBezTo>
                      <a:pt x="19" y="16"/>
                      <a:pt x="17" y="12"/>
                      <a:pt x="14" y="10"/>
                    </a:cubicBezTo>
                    <a:cubicBezTo>
                      <a:pt x="11" y="8"/>
                      <a:pt x="7" y="9"/>
                      <a:pt x="6" y="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3" name="Freeform 701">
                <a:extLst>
                  <a:ext uri="{FF2B5EF4-FFF2-40B4-BE49-F238E27FC236}">
                    <a16:creationId xmlns:a16="http://schemas.microsoft.com/office/drawing/2014/main" id="{832F5783-38C7-46E8-8898-FF5EF2436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397"/>
                <a:ext cx="107" cy="246"/>
              </a:xfrm>
              <a:custGeom>
                <a:avLst/>
                <a:gdLst>
                  <a:gd name="T0" fmla="*/ 62 w 43"/>
                  <a:gd name="T1" fmla="*/ 0 h 92"/>
                  <a:gd name="T2" fmla="*/ 620 w 43"/>
                  <a:gd name="T3" fmla="*/ 765 h 92"/>
                  <a:gd name="T4" fmla="*/ 632 w 43"/>
                  <a:gd name="T5" fmla="*/ 1259 h 92"/>
                  <a:gd name="T6" fmla="*/ 261 w 43"/>
                  <a:gd name="T7" fmla="*/ 1759 h 92"/>
                  <a:gd name="T8" fmla="*/ 353 w 43"/>
                  <a:gd name="T9" fmla="*/ 1051 h 92"/>
                  <a:gd name="T10" fmla="*/ 383 w 43"/>
                  <a:gd name="T11" fmla="*/ 709 h 92"/>
                  <a:gd name="T12" fmla="*/ 433 w 43"/>
                  <a:gd name="T13" fmla="*/ 559 h 92"/>
                  <a:gd name="T14" fmla="*/ 249 w 43"/>
                  <a:gd name="T15" fmla="*/ 364 h 92"/>
                  <a:gd name="T16" fmla="*/ 216 w 43"/>
                  <a:gd name="T17" fmla="*/ 193 h 92"/>
                  <a:gd name="T18" fmla="*/ 0 w 43"/>
                  <a:gd name="T19" fmla="*/ 56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92">
                    <a:moveTo>
                      <a:pt x="4" y="0"/>
                    </a:moveTo>
                    <a:cubicBezTo>
                      <a:pt x="21" y="8"/>
                      <a:pt x="34" y="23"/>
                      <a:pt x="40" y="40"/>
                    </a:cubicBezTo>
                    <a:cubicBezTo>
                      <a:pt x="43" y="48"/>
                      <a:pt x="43" y="58"/>
                      <a:pt x="41" y="66"/>
                    </a:cubicBezTo>
                    <a:cubicBezTo>
                      <a:pt x="37" y="78"/>
                      <a:pt x="19" y="81"/>
                      <a:pt x="17" y="92"/>
                    </a:cubicBezTo>
                    <a:cubicBezTo>
                      <a:pt x="20" y="83"/>
                      <a:pt x="41" y="61"/>
                      <a:pt x="23" y="55"/>
                    </a:cubicBezTo>
                    <a:cubicBezTo>
                      <a:pt x="35" y="58"/>
                      <a:pt x="34" y="41"/>
                      <a:pt x="25" y="37"/>
                    </a:cubicBezTo>
                    <a:cubicBezTo>
                      <a:pt x="28" y="35"/>
                      <a:pt x="28" y="33"/>
                      <a:pt x="28" y="29"/>
                    </a:cubicBezTo>
                    <a:cubicBezTo>
                      <a:pt x="27" y="21"/>
                      <a:pt x="19" y="23"/>
                      <a:pt x="16" y="19"/>
                    </a:cubicBezTo>
                    <a:cubicBezTo>
                      <a:pt x="14" y="17"/>
                      <a:pt x="15" y="13"/>
                      <a:pt x="14" y="10"/>
                    </a:cubicBezTo>
                    <a:cubicBezTo>
                      <a:pt x="11" y="4"/>
                      <a:pt x="6" y="4"/>
                      <a:pt x="0" y="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4" name="Freeform 702">
                <a:extLst>
                  <a:ext uri="{FF2B5EF4-FFF2-40B4-BE49-F238E27FC236}">
                    <a16:creationId xmlns:a16="http://schemas.microsoft.com/office/drawing/2014/main" id="{F91D4002-4C36-4BDD-A4B6-83C711CC1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1339"/>
                <a:ext cx="147" cy="501"/>
              </a:xfrm>
              <a:custGeom>
                <a:avLst/>
                <a:gdLst>
                  <a:gd name="T0" fmla="*/ 695 w 59"/>
                  <a:gd name="T1" fmla="*/ 0 h 188"/>
                  <a:gd name="T2" fmla="*/ 912 w 59"/>
                  <a:gd name="T3" fmla="*/ 434 h 188"/>
                  <a:gd name="T4" fmla="*/ 324 w 59"/>
                  <a:gd name="T5" fmla="*/ 1945 h 188"/>
                  <a:gd name="T6" fmla="*/ 341 w 59"/>
                  <a:gd name="T7" fmla="*/ 2819 h 188"/>
                  <a:gd name="T8" fmla="*/ 311 w 59"/>
                  <a:gd name="T9" fmla="*/ 3217 h 188"/>
                  <a:gd name="T10" fmla="*/ 30 w 59"/>
                  <a:gd name="T11" fmla="*/ 3558 h 188"/>
                  <a:gd name="T12" fmla="*/ 249 w 59"/>
                  <a:gd name="T13" fmla="*/ 3161 h 188"/>
                  <a:gd name="T14" fmla="*/ 12 w 59"/>
                  <a:gd name="T15" fmla="*/ 2990 h 188"/>
                  <a:gd name="T16" fmla="*/ 42 w 59"/>
                  <a:gd name="T17" fmla="*/ 2342 h 188"/>
                  <a:gd name="T18" fmla="*/ 137 w 59"/>
                  <a:gd name="T19" fmla="*/ 2273 h 188"/>
                  <a:gd name="T20" fmla="*/ 0 w 59"/>
                  <a:gd name="T21" fmla="*/ 1727 h 188"/>
                  <a:gd name="T22" fmla="*/ 154 w 59"/>
                  <a:gd name="T23" fmla="*/ 1684 h 188"/>
                  <a:gd name="T24" fmla="*/ 62 w 59"/>
                  <a:gd name="T25" fmla="*/ 1194 h 188"/>
                  <a:gd name="T26" fmla="*/ 249 w 59"/>
                  <a:gd name="T27" fmla="*/ 1271 h 188"/>
                  <a:gd name="T28" fmla="*/ 262 w 59"/>
                  <a:gd name="T29" fmla="*/ 887 h 188"/>
                  <a:gd name="T30" fmla="*/ 541 w 59"/>
                  <a:gd name="T31" fmla="*/ 605 h 188"/>
                  <a:gd name="T32" fmla="*/ 728 w 59"/>
                  <a:gd name="T33" fmla="*/ 285 h 1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9" h="188">
                    <a:moveTo>
                      <a:pt x="45" y="0"/>
                    </a:moveTo>
                    <a:cubicBezTo>
                      <a:pt x="47" y="9"/>
                      <a:pt x="51" y="18"/>
                      <a:pt x="59" y="23"/>
                    </a:cubicBezTo>
                    <a:cubicBezTo>
                      <a:pt x="39" y="47"/>
                      <a:pt x="20" y="69"/>
                      <a:pt x="21" y="103"/>
                    </a:cubicBezTo>
                    <a:cubicBezTo>
                      <a:pt x="22" y="118"/>
                      <a:pt x="22" y="133"/>
                      <a:pt x="22" y="149"/>
                    </a:cubicBezTo>
                    <a:cubicBezTo>
                      <a:pt x="22" y="156"/>
                      <a:pt x="23" y="164"/>
                      <a:pt x="20" y="170"/>
                    </a:cubicBezTo>
                    <a:cubicBezTo>
                      <a:pt x="17" y="179"/>
                      <a:pt x="9" y="183"/>
                      <a:pt x="2" y="188"/>
                    </a:cubicBezTo>
                    <a:cubicBezTo>
                      <a:pt x="8" y="186"/>
                      <a:pt x="14" y="173"/>
                      <a:pt x="16" y="167"/>
                    </a:cubicBezTo>
                    <a:cubicBezTo>
                      <a:pt x="17" y="157"/>
                      <a:pt x="9" y="152"/>
                      <a:pt x="1" y="158"/>
                    </a:cubicBezTo>
                    <a:cubicBezTo>
                      <a:pt x="14" y="154"/>
                      <a:pt x="12" y="130"/>
                      <a:pt x="3" y="124"/>
                    </a:cubicBezTo>
                    <a:cubicBezTo>
                      <a:pt x="5" y="127"/>
                      <a:pt x="8" y="123"/>
                      <a:pt x="9" y="120"/>
                    </a:cubicBezTo>
                    <a:cubicBezTo>
                      <a:pt x="13" y="112"/>
                      <a:pt x="6" y="95"/>
                      <a:pt x="0" y="91"/>
                    </a:cubicBezTo>
                    <a:cubicBezTo>
                      <a:pt x="4" y="96"/>
                      <a:pt x="8" y="96"/>
                      <a:pt x="10" y="89"/>
                    </a:cubicBezTo>
                    <a:cubicBezTo>
                      <a:pt x="13" y="82"/>
                      <a:pt x="8" y="69"/>
                      <a:pt x="4" y="63"/>
                    </a:cubicBezTo>
                    <a:cubicBezTo>
                      <a:pt x="6" y="69"/>
                      <a:pt x="12" y="71"/>
                      <a:pt x="16" y="67"/>
                    </a:cubicBezTo>
                    <a:cubicBezTo>
                      <a:pt x="21" y="62"/>
                      <a:pt x="17" y="53"/>
                      <a:pt x="17" y="47"/>
                    </a:cubicBezTo>
                    <a:cubicBezTo>
                      <a:pt x="27" y="47"/>
                      <a:pt x="35" y="43"/>
                      <a:pt x="35" y="32"/>
                    </a:cubicBezTo>
                    <a:cubicBezTo>
                      <a:pt x="44" y="40"/>
                      <a:pt x="46" y="20"/>
                      <a:pt x="47" y="15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5" name="Freeform 703">
                <a:extLst>
                  <a:ext uri="{FF2B5EF4-FFF2-40B4-BE49-F238E27FC236}">
                    <a16:creationId xmlns:a16="http://schemas.microsoft.com/office/drawing/2014/main" id="{CFD2C04F-46AD-4D91-B2A9-F0DBDF1C3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968"/>
                <a:ext cx="140" cy="232"/>
              </a:xfrm>
              <a:custGeom>
                <a:avLst/>
                <a:gdLst>
                  <a:gd name="T0" fmla="*/ 520 w 56"/>
                  <a:gd name="T1" fmla="*/ 0 h 87"/>
                  <a:gd name="T2" fmla="*/ 595 w 56"/>
                  <a:gd name="T3" fmla="*/ 376 h 87"/>
                  <a:gd name="T4" fmla="*/ 833 w 56"/>
                  <a:gd name="T5" fmla="*/ 739 h 87"/>
                  <a:gd name="T6" fmla="*/ 863 w 56"/>
                  <a:gd name="T7" fmla="*/ 1117 h 87"/>
                  <a:gd name="T8" fmla="*/ 845 w 56"/>
                  <a:gd name="T9" fmla="*/ 1536 h 87"/>
                  <a:gd name="T10" fmla="*/ 550 w 56"/>
                  <a:gd name="T11" fmla="*/ 1651 h 87"/>
                  <a:gd name="T12" fmla="*/ 708 w 56"/>
                  <a:gd name="T13" fmla="*/ 1421 h 87"/>
                  <a:gd name="T14" fmla="*/ 645 w 56"/>
                  <a:gd name="T15" fmla="*/ 1216 h 87"/>
                  <a:gd name="T16" fmla="*/ 658 w 56"/>
                  <a:gd name="T17" fmla="*/ 819 h 87"/>
                  <a:gd name="T18" fmla="*/ 470 w 56"/>
                  <a:gd name="T19" fmla="*/ 909 h 87"/>
                  <a:gd name="T20" fmla="*/ 50 w 56"/>
                  <a:gd name="T21" fmla="*/ 1117 h 87"/>
                  <a:gd name="T22" fmla="*/ 63 w 56"/>
                  <a:gd name="T23" fmla="*/ 853 h 87"/>
                  <a:gd name="T24" fmla="*/ 63 w 56"/>
                  <a:gd name="T25" fmla="*/ 512 h 87"/>
                  <a:gd name="T26" fmla="*/ 375 w 56"/>
                  <a:gd name="T27" fmla="*/ 717 h 87"/>
                  <a:gd name="T28" fmla="*/ 533 w 56"/>
                  <a:gd name="T29" fmla="*/ 568 h 87"/>
                  <a:gd name="T30" fmla="*/ 363 w 56"/>
                  <a:gd name="T31" fmla="*/ 397 h 87"/>
                  <a:gd name="T32" fmla="*/ 458 w 56"/>
                  <a:gd name="T33" fmla="*/ 56 h 87"/>
                  <a:gd name="T34" fmla="*/ 488 w 56"/>
                  <a:gd name="T35" fmla="*/ 0 h 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87">
                    <a:moveTo>
                      <a:pt x="33" y="0"/>
                    </a:moveTo>
                    <a:cubicBezTo>
                      <a:pt x="34" y="7"/>
                      <a:pt x="35" y="13"/>
                      <a:pt x="38" y="20"/>
                    </a:cubicBezTo>
                    <a:cubicBezTo>
                      <a:pt x="43" y="27"/>
                      <a:pt x="50" y="31"/>
                      <a:pt x="53" y="39"/>
                    </a:cubicBezTo>
                    <a:cubicBezTo>
                      <a:pt x="55" y="46"/>
                      <a:pt x="55" y="52"/>
                      <a:pt x="55" y="59"/>
                    </a:cubicBezTo>
                    <a:cubicBezTo>
                      <a:pt x="55" y="66"/>
                      <a:pt x="56" y="75"/>
                      <a:pt x="54" y="81"/>
                    </a:cubicBezTo>
                    <a:cubicBezTo>
                      <a:pt x="47" y="79"/>
                      <a:pt x="40" y="83"/>
                      <a:pt x="35" y="87"/>
                    </a:cubicBezTo>
                    <a:cubicBezTo>
                      <a:pt x="40" y="83"/>
                      <a:pt x="43" y="81"/>
                      <a:pt x="45" y="75"/>
                    </a:cubicBezTo>
                    <a:cubicBezTo>
                      <a:pt x="47" y="70"/>
                      <a:pt x="48" y="63"/>
                      <a:pt x="41" y="64"/>
                    </a:cubicBezTo>
                    <a:cubicBezTo>
                      <a:pt x="44" y="61"/>
                      <a:pt x="48" y="47"/>
                      <a:pt x="42" y="43"/>
                    </a:cubicBezTo>
                    <a:cubicBezTo>
                      <a:pt x="38" y="40"/>
                      <a:pt x="33" y="45"/>
                      <a:pt x="30" y="48"/>
                    </a:cubicBezTo>
                    <a:cubicBezTo>
                      <a:pt x="22" y="54"/>
                      <a:pt x="14" y="56"/>
                      <a:pt x="3" y="59"/>
                    </a:cubicBezTo>
                    <a:cubicBezTo>
                      <a:pt x="2" y="54"/>
                      <a:pt x="4" y="50"/>
                      <a:pt x="4" y="45"/>
                    </a:cubicBezTo>
                    <a:cubicBezTo>
                      <a:pt x="5" y="40"/>
                      <a:pt x="0" y="31"/>
                      <a:pt x="4" y="27"/>
                    </a:cubicBezTo>
                    <a:cubicBezTo>
                      <a:pt x="3" y="42"/>
                      <a:pt x="11" y="46"/>
                      <a:pt x="24" y="38"/>
                    </a:cubicBezTo>
                    <a:cubicBezTo>
                      <a:pt x="27" y="37"/>
                      <a:pt x="34" y="33"/>
                      <a:pt x="34" y="30"/>
                    </a:cubicBezTo>
                    <a:cubicBezTo>
                      <a:pt x="34" y="27"/>
                      <a:pt x="25" y="23"/>
                      <a:pt x="23" y="21"/>
                    </a:cubicBezTo>
                    <a:cubicBezTo>
                      <a:pt x="32" y="18"/>
                      <a:pt x="32" y="11"/>
                      <a:pt x="29" y="3"/>
                    </a:cubicBezTo>
                    <a:cubicBezTo>
                      <a:pt x="30" y="2"/>
                      <a:pt x="30" y="1"/>
                      <a:pt x="31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6" name="Freeform 704">
                <a:extLst>
                  <a:ext uri="{FF2B5EF4-FFF2-40B4-BE49-F238E27FC236}">
                    <a16:creationId xmlns:a16="http://schemas.microsoft.com/office/drawing/2014/main" id="{285ED20F-A97B-4F55-BF6E-89DCCDB3A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651"/>
                <a:ext cx="90" cy="312"/>
              </a:xfrm>
              <a:custGeom>
                <a:avLst/>
                <a:gdLst>
                  <a:gd name="T0" fmla="*/ 0 w 36"/>
                  <a:gd name="T1" fmla="*/ 2219 h 117"/>
                  <a:gd name="T2" fmla="*/ 458 w 36"/>
                  <a:gd name="T3" fmla="*/ 1877 h 117"/>
                  <a:gd name="T4" fmla="*/ 500 w 36"/>
                  <a:gd name="T5" fmla="*/ 1195 h 117"/>
                  <a:gd name="T6" fmla="*/ 533 w 36"/>
                  <a:gd name="T7" fmla="*/ 533 h 117"/>
                  <a:gd name="T8" fmla="*/ 520 w 36"/>
                  <a:gd name="T9" fmla="*/ 205 h 117"/>
                  <a:gd name="T10" fmla="*/ 300 w 36"/>
                  <a:gd name="T11" fmla="*/ 0 h 117"/>
                  <a:gd name="T12" fmla="*/ 333 w 36"/>
                  <a:gd name="T13" fmla="*/ 477 h 117"/>
                  <a:gd name="T14" fmla="*/ 313 w 36"/>
                  <a:gd name="T15" fmla="*/ 888 h 117"/>
                  <a:gd name="T16" fmla="*/ 270 w 36"/>
                  <a:gd name="T17" fmla="*/ 1251 h 117"/>
                  <a:gd name="T18" fmla="*/ 300 w 36"/>
                  <a:gd name="T19" fmla="*/ 1685 h 117"/>
                  <a:gd name="T20" fmla="*/ 175 w 36"/>
                  <a:gd name="T21" fmla="*/ 2027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17">
                    <a:moveTo>
                      <a:pt x="0" y="117"/>
                    </a:moveTo>
                    <a:cubicBezTo>
                      <a:pt x="3" y="102"/>
                      <a:pt x="22" y="111"/>
                      <a:pt x="29" y="99"/>
                    </a:cubicBezTo>
                    <a:cubicBezTo>
                      <a:pt x="34" y="90"/>
                      <a:pt x="32" y="73"/>
                      <a:pt x="32" y="63"/>
                    </a:cubicBezTo>
                    <a:cubicBezTo>
                      <a:pt x="32" y="51"/>
                      <a:pt x="34" y="40"/>
                      <a:pt x="34" y="28"/>
                    </a:cubicBezTo>
                    <a:cubicBezTo>
                      <a:pt x="35" y="21"/>
                      <a:pt x="36" y="17"/>
                      <a:pt x="33" y="11"/>
                    </a:cubicBezTo>
                    <a:cubicBezTo>
                      <a:pt x="30" y="6"/>
                      <a:pt x="25" y="0"/>
                      <a:pt x="19" y="0"/>
                    </a:cubicBezTo>
                    <a:cubicBezTo>
                      <a:pt x="33" y="3"/>
                      <a:pt x="35" y="28"/>
                      <a:pt x="21" y="25"/>
                    </a:cubicBezTo>
                    <a:cubicBezTo>
                      <a:pt x="34" y="23"/>
                      <a:pt x="25" y="43"/>
                      <a:pt x="20" y="47"/>
                    </a:cubicBezTo>
                    <a:cubicBezTo>
                      <a:pt x="29" y="50"/>
                      <a:pt x="25" y="64"/>
                      <a:pt x="17" y="66"/>
                    </a:cubicBezTo>
                    <a:cubicBezTo>
                      <a:pt x="24" y="71"/>
                      <a:pt x="28" y="85"/>
                      <a:pt x="19" y="89"/>
                    </a:cubicBezTo>
                    <a:cubicBezTo>
                      <a:pt x="26" y="96"/>
                      <a:pt x="21" y="108"/>
                      <a:pt x="11" y="107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7" name="Freeform 705">
                <a:extLst>
                  <a:ext uri="{FF2B5EF4-FFF2-40B4-BE49-F238E27FC236}">
                    <a16:creationId xmlns:a16="http://schemas.microsoft.com/office/drawing/2014/main" id="{ACB9A172-87C1-4730-8763-F0CFEDF7C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677"/>
                <a:ext cx="72" cy="368"/>
              </a:xfrm>
              <a:custGeom>
                <a:avLst/>
                <a:gdLst>
                  <a:gd name="T0" fmla="*/ 228 w 29"/>
                  <a:gd name="T1" fmla="*/ 56 h 138"/>
                  <a:gd name="T2" fmla="*/ 432 w 29"/>
                  <a:gd name="T3" fmla="*/ 248 h 138"/>
                  <a:gd name="T4" fmla="*/ 353 w 29"/>
                  <a:gd name="T5" fmla="*/ 627 h 138"/>
                  <a:gd name="T6" fmla="*/ 340 w 29"/>
                  <a:gd name="T7" fmla="*/ 968 h 138"/>
                  <a:gd name="T8" fmla="*/ 382 w 29"/>
                  <a:gd name="T9" fmla="*/ 1387 h 138"/>
                  <a:gd name="T10" fmla="*/ 258 w 29"/>
                  <a:gd name="T11" fmla="*/ 1501 h 138"/>
                  <a:gd name="T12" fmla="*/ 290 w 29"/>
                  <a:gd name="T13" fmla="*/ 1728 h 138"/>
                  <a:gd name="T14" fmla="*/ 308 w 29"/>
                  <a:gd name="T15" fmla="*/ 2184 h 138"/>
                  <a:gd name="T16" fmla="*/ 246 w 29"/>
                  <a:gd name="T17" fmla="*/ 2616 h 138"/>
                  <a:gd name="T18" fmla="*/ 278 w 29"/>
                  <a:gd name="T19" fmla="*/ 2083 h 138"/>
                  <a:gd name="T20" fmla="*/ 258 w 29"/>
                  <a:gd name="T21" fmla="*/ 1651 h 138"/>
                  <a:gd name="T22" fmla="*/ 154 w 29"/>
                  <a:gd name="T23" fmla="*/ 1443 h 138"/>
                  <a:gd name="T24" fmla="*/ 258 w 29"/>
                  <a:gd name="T25" fmla="*/ 1195 h 138"/>
                  <a:gd name="T26" fmla="*/ 42 w 29"/>
                  <a:gd name="T27" fmla="*/ 832 h 138"/>
                  <a:gd name="T28" fmla="*/ 104 w 29"/>
                  <a:gd name="T29" fmla="*/ 568 h 138"/>
                  <a:gd name="T30" fmla="*/ 0 w 29"/>
                  <a:gd name="T31" fmla="*/ 320 h 138"/>
                  <a:gd name="T32" fmla="*/ 184 w 29"/>
                  <a:gd name="T33" fmla="*/ 0 h 1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" h="138">
                    <a:moveTo>
                      <a:pt x="15" y="3"/>
                    </a:moveTo>
                    <a:cubicBezTo>
                      <a:pt x="16" y="8"/>
                      <a:pt x="22" y="12"/>
                      <a:pt x="28" y="13"/>
                    </a:cubicBezTo>
                    <a:cubicBezTo>
                      <a:pt x="20" y="16"/>
                      <a:pt x="12" y="27"/>
                      <a:pt x="23" y="33"/>
                    </a:cubicBezTo>
                    <a:cubicBezTo>
                      <a:pt x="12" y="33"/>
                      <a:pt x="18" y="46"/>
                      <a:pt x="22" y="51"/>
                    </a:cubicBezTo>
                    <a:cubicBezTo>
                      <a:pt x="12" y="57"/>
                      <a:pt x="29" y="67"/>
                      <a:pt x="25" y="73"/>
                    </a:cubicBezTo>
                    <a:cubicBezTo>
                      <a:pt x="22" y="76"/>
                      <a:pt x="18" y="74"/>
                      <a:pt x="17" y="79"/>
                    </a:cubicBezTo>
                    <a:cubicBezTo>
                      <a:pt x="15" y="82"/>
                      <a:pt x="18" y="87"/>
                      <a:pt x="19" y="91"/>
                    </a:cubicBezTo>
                    <a:cubicBezTo>
                      <a:pt x="20" y="98"/>
                      <a:pt x="21" y="107"/>
                      <a:pt x="20" y="115"/>
                    </a:cubicBezTo>
                    <a:cubicBezTo>
                      <a:pt x="19" y="121"/>
                      <a:pt x="19" y="132"/>
                      <a:pt x="16" y="138"/>
                    </a:cubicBezTo>
                    <a:cubicBezTo>
                      <a:pt x="20" y="129"/>
                      <a:pt x="18" y="119"/>
                      <a:pt x="18" y="110"/>
                    </a:cubicBezTo>
                    <a:cubicBezTo>
                      <a:pt x="18" y="102"/>
                      <a:pt x="20" y="94"/>
                      <a:pt x="17" y="87"/>
                    </a:cubicBezTo>
                    <a:cubicBezTo>
                      <a:pt x="15" y="83"/>
                      <a:pt x="10" y="79"/>
                      <a:pt x="10" y="76"/>
                    </a:cubicBezTo>
                    <a:cubicBezTo>
                      <a:pt x="10" y="71"/>
                      <a:pt x="17" y="69"/>
                      <a:pt x="17" y="63"/>
                    </a:cubicBezTo>
                    <a:cubicBezTo>
                      <a:pt x="17" y="54"/>
                      <a:pt x="2" y="56"/>
                      <a:pt x="3" y="44"/>
                    </a:cubicBezTo>
                    <a:cubicBezTo>
                      <a:pt x="4" y="39"/>
                      <a:pt x="8" y="36"/>
                      <a:pt x="7" y="30"/>
                    </a:cubicBezTo>
                    <a:cubicBezTo>
                      <a:pt x="7" y="24"/>
                      <a:pt x="3" y="21"/>
                      <a:pt x="0" y="17"/>
                    </a:cubicBezTo>
                    <a:cubicBezTo>
                      <a:pt x="4" y="14"/>
                      <a:pt x="14" y="5"/>
                      <a:pt x="12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8" name="Freeform 706">
                <a:extLst>
                  <a:ext uri="{FF2B5EF4-FFF2-40B4-BE49-F238E27FC236}">
                    <a16:creationId xmlns:a16="http://schemas.microsoft.com/office/drawing/2014/main" id="{CA3F56E1-5B28-4BB2-B006-FE471B636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157"/>
                <a:ext cx="80" cy="211"/>
              </a:xfrm>
              <a:custGeom>
                <a:avLst/>
                <a:gdLst>
                  <a:gd name="T0" fmla="*/ 333 w 32"/>
                  <a:gd name="T1" fmla="*/ 21 h 79"/>
                  <a:gd name="T2" fmla="*/ 500 w 32"/>
                  <a:gd name="T3" fmla="*/ 1221 h 79"/>
                  <a:gd name="T4" fmla="*/ 250 w 32"/>
                  <a:gd name="T5" fmla="*/ 0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79">
                    <a:moveTo>
                      <a:pt x="21" y="1"/>
                    </a:moveTo>
                    <a:cubicBezTo>
                      <a:pt x="8" y="15"/>
                      <a:pt x="21" y="52"/>
                      <a:pt x="32" y="64"/>
                    </a:cubicBezTo>
                    <a:cubicBezTo>
                      <a:pt x="0" y="79"/>
                      <a:pt x="13" y="14"/>
                      <a:pt x="16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9" name="Freeform 707">
                <a:extLst>
                  <a:ext uri="{FF2B5EF4-FFF2-40B4-BE49-F238E27FC236}">
                    <a16:creationId xmlns:a16="http://schemas.microsoft.com/office/drawing/2014/main" id="{F7A33329-8652-4C85-93D5-A6A49A25F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429"/>
                <a:ext cx="42" cy="211"/>
              </a:xfrm>
              <a:custGeom>
                <a:avLst/>
                <a:gdLst>
                  <a:gd name="T0" fmla="*/ 257 w 17"/>
                  <a:gd name="T1" fmla="*/ 0 h 79"/>
                  <a:gd name="T2" fmla="*/ 153 w 17"/>
                  <a:gd name="T3" fmla="*/ 721 h 79"/>
                  <a:gd name="T4" fmla="*/ 133 w 17"/>
                  <a:gd name="T5" fmla="*/ 1140 h 79"/>
                  <a:gd name="T6" fmla="*/ 0 w 17"/>
                  <a:gd name="T7" fmla="*/ 1506 h 79"/>
                  <a:gd name="T8" fmla="*/ 42 w 17"/>
                  <a:gd name="T9" fmla="*/ 705 h 79"/>
                  <a:gd name="T10" fmla="*/ 42 w 17"/>
                  <a:gd name="T11" fmla="*/ 56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79">
                    <a:moveTo>
                      <a:pt x="17" y="0"/>
                    </a:moveTo>
                    <a:cubicBezTo>
                      <a:pt x="13" y="14"/>
                      <a:pt x="9" y="23"/>
                      <a:pt x="10" y="38"/>
                    </a:cubicBezTo>
                    <a:cubicBezTo>
                      <a:pt x="11" y="45"/>
                      <a:pt x="12" y="54"/>
                      <a:pt x="9" y="60"/>
                    </a:cubicBezTo>
                    <a:cubicBezTo>
                      <a:pt x="7" y="67"/>
                      <a:pt x="0" y="72"/>
                      <a:pt x="0" y="79"/>
                    </a:cubicBezTo>
                    <a:cubicBezTo>
                      <a:pt x="6" y="68"/>
                      <a:pt x="3" y="50"/>
                      <a:pt x="3" y="37"/>
                    </a:cubicBezTo>
                    <a:cubicBezTo>
                      <a:pt x="3" y="25"/>
                      <a:pt x="1" y="15"/>
                      <a:pt x="3" y="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0" name="Freeform 708">
                <a:extLst>
                  <a:ext uri="{FF2B5EF4-FFF2-40B4-BE49-F238E27FC236}">
                    <a16:creationId xmlns:a16="http://schemas.microsoft.com/office/drawing/2014/main" id="{90AC93A8-A3D0-4386-863D-D862495D2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2469"/>
                <a:ext cx="67" cy="200"/>
              </a:xfrm>
              <a:custGeom>
                <a:avLst/>
                <a:gdLst>
                  <a:gd name="T0" fmla="*/ 308 w 27"/>
                  <a:gd name="T1" fmla="*/ 115 h 75"/>
                  <a:gd name="T2" fmla="*/ 320 w 27"/>
                  <a:gd name="T3" fmla="*/ 832 h 75"/>
                  <a:gd name="T4" fmla="*/ 0 w 27"/>
                  <a:gd name="T5" fmla="*/ 1421 h 75"/>
                  <a:gd name="T6" fmla="*/ 124 w 27"/>
                  <a:gd name="T7" fmla="*/ 947 h 75"/>
                  <a:gd name="T8" fmla="*/ 154 w 27"/>
                  <a:gd name="T9" fmla="*/ 533 h 75"/>
                  <a:gd name="T10" fmla="*/ 30 w 27"/>
                  <a:gd name="T11" fmla="*/ 56 h 75"/>
                  <a:gd name="T12" fmla="*/ 290 w 27"/>
                  <a:gd name="T13" fmla="*/ 115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75">
                    <a:moveTo>
                      <a:pt x="20" y="6"/>
                    </a:moveTo>
                    <a:cubicBezTo>
                      <a:pt x="23" y="18"/>
                      <a:pt x="21" y="32"/>
                      <a:pt x="21" y="44"/>
                    </a:cubicBezTo>
                    <a:cubicBezTo>
                      <a:pt x="21" y="58"/>
                      <a:pt x="15" y="70"/>
                      <a:pt x="0" y="75"/>
                    </a:cubicBezTo>
                    <a:cubicBezTo>
                      <a:pt x="6" y="71"/>
                      <a:pt x="27" y="50"/>
                      <a:pt x="8" y="50"/>
                    </a:cubicBezTo>
                    <a:cubicBezTo>
                      <a:pt x="13" y="45"/>
                      <a:pt x="23" y="32"/>
                      <a:pt x="10" y="28"/>
                    </a:cubicBezTo>
                    <a:cubicBezTo>
                      <a:pt x="25" y="22"/>
                      <a:pt x="13" y="5"/>
                      <a:pt x="2" y="3"/>
                    </a:cubicBezTo>
                    <a:cubicBezTo>
                      <a:pt x="8" y="4"/>
                      <a:pt x="15" y="0"/>
                      <a:pt x="19" y="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1" name="Freeform 709">
                <a:extLst>
                  <a:ext uri="{FF2B5EF4-FFF2-40B4-BE49-F238E27FC236}">
                    <a16:creationId xmlns:a16="http://schemas.microsoft.com/office/drawing/2014/main" id="{99AE411D-BE5D-409B-9324-8FF61B59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2563"/>
                <a:ext cx="80" cy="144"/>
              </a:xfrm>
              <a:custGeom>
                <a:avLst/>
                <a:gdLst>
                  <a:gd name="T0" fmla="*/ 500 w 32"/>
                  <a:gd name="T1" fmla="*/ 376 h 54"/>
                  <a:gd name="T2" fmla="*/ 0 w 32"/>
                  <a:gd name="T3" fmla="*/ 0 h 54"/>
                  <a:gd name="T4" fmla="*/ 83 w 32"/>
                  <a:gd name="T5" fmla="*/ 589 h 54"/>
                  <a:gd name="T6" fmla="*/ 270 w 32"/>
                  <a:gd name="T7" fmla="*/ 1024 h 54"/>
                  <a:gd name="T8" fmla="*/ 188 w 32"/>
                  <a:gd name="T9" fmla="*/ 589 h 54"/>
                  <a:gd name="T10" fmla="*/ 375 w 32"/>
                  <a:gd name="T11" fmla="*/ 568 h 54"/>
                  <a:gd name="T12" fmla="*/ 470 w 32"/>
                  <a:gd name="T13" fmla="*/ 419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4">
                    <a:moveTo>
                      <a:pt x="32" y="20"/>
                    </a:moveTo>
                    <a:cubicBezTo>
                      <a:pt x="22" y="29"/>
                      <a:pt x="2" y="9"/>
                      <a:pt x="0" y="0"/>
                    </a:cubicBezTo>
                    <a:cubicBezTo>
                      <a:pt x="0" y="10"/>
                      <a:pt x="2" y="21"/>
                      <a:pt x="5" y="31"/>
                    </a:cubicBezTo>
                    <a:cubicBezTo>
                      <a:pt x="7" y="40"/>
                      <a:pt x="13" y="46"/>
                      <a:pt x="17" y="54"/>
                    </a:cubicBezTo>
                    <a:cubicBezTo>
                      <a:pt x="15" y="48"/>
                      <a:pt x="8" y="37"/>
                      <a:pt x="12" y="31"/>
                    </a:cubicBezTo>
                    <a:cubicBezTo>
                      <a:pt x="16" y="25"/>
                      <a:pt x="19" y="29"/>
                      <a:pt x="24" y="30"/>
                    </a:cubicBezTo>
                    <a:cubicBezTo>
                      <a:pt x="23" y="26"/>
                      <a:pt x="26" y="22"/>
                      <a:pt x="30" y="2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2" name="Freeform 710">
                <a:extLst>
                  <a:ext uri="{FF2B5EF4-FFF2-40B4-BE49-F238E27FC236}">
                    <a16:creationId xmlns:a16="http://schemas.microsoft.com/office/drawing/2014/main" id="{C2E37520-2D82-444A-B862-6F1210CB4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" y="2451"/>
                <a:ext cx="190" cy="184"/>
              </a:xfrm>
              <a:custGeom>
                <a:avLst/>
                <a:gdLst>
                  <a:gd name="T0" fmla="*/ 408 w 76"/>
                  <a:gd name="T1" fmla="*/ 0 h 69"/>
                  <a:gd name="T2" fmla="*/ 283 w 76"/>
                  <a:gd name="T3" fmla="*/ 589 h 69"/>
                  <a:gd name="T4" fmla="*/ 220 w 76"/>
                  <a:gd name="T5" fmla="*/ 1045 h 69"/>
                  <a:gd name="T6" fmla="*/ 470 w 76"/>
                  <a:gd name="T7" fmla="*/ 931 h 69"/>
                  <a:gd name="T8" fmla="*/ 783 w 76"/>
                  <a:gd name="T9" fmla="*/ 909 h 69"/>
                  <a:gd name="T10" fmla="*/ 1188 w 76"/>
                  <a:gd name="T11" fmla="*/ 1309 h 69"/>
                  <a:gd name="T12" fmla="*/ 1050 w 76"/>
                  <a:gd name="T13" fmla="*/ 819 h 69"/>
                  <a:gd name="T14" fmla="*/ 613 w 76"/>
                  <a:gd name="T15" fmla="*/ 605 h 69"/>
                  <a:gd name="T16" fmla="*/ 488 w 76"/>
                  <a:gd name="T17" fmla="*/ 363 h 69"/>
                  <a:gd name="T18" fmla="*/ 408 w 76"/>
                  <a:gd name="T19" fmla="*/ 56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69">
                    <a:moveTo>
                      <a:pt x="26" y="0"/>
                    </a:moveTo>
                    <a:cubicBezTo>
                      <a:pt x="30" y="12"/>
                      <a:pt x="25" y="23"/>
                      <a:pt x="18" y="31"/>
                    </a:cubicBezTo>
                    <a:cubicBezTo>
                      <a:pt x="13" y="37"/>
                      <a:pt x="0" y="56"/>
                      <a:pt x="14" y="55"/>
                    </a:cubicBezTo>
                    <a:cubicBezTo>
                      <a:pt x="19" y="55"/>
                      <a:pt x="25" y="50"/>
                      <a:pt x="30" y="49"/>
                    </a:cubicBezTo>
                    <a:cubicBezTo>
                      <a:pt x="36" y="47"/>
                      <a:pt x="43" y="47"/>
                      <a:pt x="50" y="48"/>
                    </a:cubicBezTo>
                    <a:cubicBezTo>
                      <a:pt x="61" y="50"/>
                      <a:pt x="71" y="59"/>
                      <a:pt x="76" y="69"/>
                    </a:cubicBezTo>
                    <a:cubicBezTo>
                      <a:pt x="70" y="62"/>
                      <a:pt x="64" y="52"/>
                      <a:pt x="67" y="43"/>
                    </a:cubicBezTo>
                    <a:cubicBezTo>
                      <a:pt x="56" y="42"/>
                      <a:pt x="38" y="47"/>
                      <a:pt x="39" y="32"/>
                    </a:cubicBezTo>
                    <a:cubicBezTo>
                      <a:pt x="30" y="30"/>
                      <a:pt x="32" y="28"/>
                      <a:pt x="31" y="19"/>
                    </a:cubicBezTo>
                    <a:cubicBezTo>
                      <a:pt x="30" y="13"/>
                      <a:pt x="28" y="8"/>
                      <a:pt x="26" y="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3" name="Freeform 711">
                <a:extLst>
                  <a:ext uri="{FF2B5EF4-FFF2-40B4-BE49-F238E27FC236}">
                    <a16:creationId xmlns:a16="http://schemas.microsoft.com/office/drawing/2014/main" id="{FA3D1B08-EACF-49F0-A517-F4DB9D6E5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" y="1909"/>
                <a:ext cx="280" cy="152"/>
              </a:xfrm>
              <a:custGeom>
                <a:avLst/>
                <a:gdLst>
                  <a:gd name="T0" fmla="*/ 395 w 112"/>
                  <a:gd name="T1" fmla="*/ 264 h 57"/>
                  <a:gd name="T2" fmla="*/ 625 w 112"/>
                  <a:gd name="T3" fmla="*/ 435 h 57"/>
                  <a:gd name="T4" fmla="*/ 863 w 112"/>
                  <a:gd name="T5" fmla="*/ 760 h 57"/>
                  <a:gd name="T6" fmla="*/ 1438 w 112"/>
                  <a:gd name="T7" fmla="*/ 1024 h 57"/>
                  <a:gd name="T8" fmla="*/ 1708 w 112"/>
                  <a:gd name="T9" fmla="*/ 1003 h 57"/>
                  <a:gd name="T10" fmla="*/ 1520 w 112"/>
                  <a:gd name="T11" fmla="*/ 797 h 57"/>
                  <a:gd name="T12" fmla="*/ 1175 w 112"/>
                  <a:gd name="T13" fmla="*/ 227 h 57"/>
                  <a:gd name="T14" fmla="*/ 1145 w 112"/>
                  <a:gd name="T15" fmla="*/ 704 h 57"/>
                  <a:gd name="T16" fmla="*/ 783 w 112"/>
                  <a:gd name="T17" fmla="*/ 341 h 57"/>
                  <a:gd name="T18" fmla="*/ 375 w 112"/>
                  <a:gd name="T19" fmla="*/ 227 h 57"/>
                  <a:gd name="T20" fmla="*/ 0 w 112"/>
                  <a:gd name="T21" fmla="*/ 115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2" h="57">
                    <a:moveTo>
                      <a:pt x="25" y="14"/>
                    </a:moveTo>
                    <a:cubicBezTo>
                      <a:pt x="29" y="18"/>
                      <a:pt x="35" y="18"/>
                      <a:pt x="40" y="23"/>
                    </a:cubicBezTo>
                    <a:cubicBezTo>
                      <a:pt x="45" y="28"/>
                      <a:pt x="49" y="35"/>
                      <a:pt x="55" y="40"/>
                    </a:cubicBezTo>
                    <a:cubicBezTo>
                      <a:pt x="67" y="49"/>
                      <a:pt x="78" y="52"/>
                      <a:pt x="92" y="54"/>
                    </a:cubicBezTo>
                    <a:cubicBezTo>
                      <a:pt x="96" y="55"/>
                      <a:pt x="107" y="57"/>
                      <a:pt x="109" y="53"/>
                    </a:cubicBezTo>
                    <a:cubicBezTo>
                      <a:pt x="112" y="47"/>
                      <a:pt x="101" y="44"/>
                      <a:pt x="97" y="42"/>
                    </a:cubicBezTo>
                    <a:cubicBezTo>
                      <a:pt x="84" y="37"/>
                      <a:pt x="74" y="28"/>
                      <a:pt x="75" y="12"/>
                    </a:cubicBezTo>
                    <a:cubicBezTo>
                      <a:pt x="73" y="17"/>
                      <a:pt x="77" y="34"/>
                      <a:pt x="73" y="37"/>
                    </a:cubicBezTo>
                    <a:cubicBezTo>
                      <a:pt x="68" y="40"/>
                      <a:pt x="54" y="21"/>
                      <a:pt x="50" y="18"/>
                    </a:cubicBezTo>
                    <a:cubicBezTo>
                      <a:pt x="41" y="13"/>
                      <a:pt x="33" y="16"/>
                      <a:pt x="24" y="12"/>
                    </a:cubicBezTo>
                    <a:cubicBezTo>
                      <a:pt x="16" y="9"/>
                      <a:pt x="9" y="0"/>
                      <a:pt x="0" y="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4" name="Freeform 712">
                <a:extLst>
                  <a:ext uri="{FF2B5EF4-FFF2-40B4-BE49-F238E27FC236}">
                    <a16:creationId xmlns:a16="http://schemas.microsoft.com/office/drawing/2014/main" id="{77B5C8E7-B5B5-4AA6-9019-5FDC09C42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717"/>
                <a:ext cx="103" cy="275"/>
              </a:xfrm>
              <a:custGeom>
                <a:avLst/>
                <a:gdLst>
                  <a:gd name="T0" fmla="*/ 0 w 41"/>
                  <a:gd name="T1" fmla="*/ 77 h 103"/>
                  <a:gd name="T2" fmla="*/ 492 w 41"/>
                  <a:gd name="T3" fmla="*/ 264 h 103"/>
                  <a:gd name="T4" fmla="*/ 472 w 41"/>
                  <a:gd name="T5" fmla="*/ 764 h 103"/>
                  <a:gd name="T6" fmla="*/ 505 w 41"/>
                  <a:gd name="T7" fmla="*/ 1255 h 103"/>
                  <a:gd name="T8" fmla="*/ 568 w 41"/>
                  <a:gd name="T9" fmla="*/ 1562 h 103"/>
                  <a:gd name="T10" fmla="*/ 525 w 41"/>
                  <a:gd name="T11" fmla="*/ 1960 h 103"/>
                  <a:gd name="T12" fmla="*/ 271 w 41"/>
                  <a:gd name="T13" fmla="*/ 1391 h 103"/>
                  <a:gd name="T14" fmla="*/ 397 w 41"/>
                  <a:gd name="T15" fmla="*/ 1127 h 103"/>
                  <a:gd name="T16" fmla="*/ 271 w 41"/>
                  <a:gd name="T17" fmla="*/ 892 h 103"/>
                  <a:gd name="T18" fmla="*/ 304 w 41"/>
                  <a:gd name="T19" fmla="*/ 705 h 103"/>
                  <a:gd name="T20" fmla="*/ 83 w 41"/>
                  <a:gd name="T21" fmla="*/ 513 h 103"/>
                  <a:gd name="T22" fmla="*/ 63 w 41"/>
                  <a:gd name="T23" fmla="*/ 150 h 103"/>
                  <a:gd name="T24" fmla="*/ 83 w 41"/>
                  <a:gd name="T25" fmla="*/ 115 h 1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103">
                    <a:moveTo>
                      <a:pt x="0" y="4"/>
                    </a:moveTo>
                    <a:cubicBezTo>
                      <a:pt x="10" y="4"/>
                      <a:pt x="30" y="0"/>
                      <a:pt x="31" y="14"/>
                    </a:cubicBezTo>
                    <a:cubicBezTo>
                      <a:pt x="31" y="28"/>
                      <a:pt x="18" y="29"/>
                      <a:pt x="30" y="40"/>
                    </a:cubicBezTo>
                    <a:cubicBezTo>
                      <a:pt x="41" y="50"/>
                      <a:pt x="30" y="55"/>
                      <a:pt x="32" y="66"/>
                    </a:cubicBezTo>
                    <a:cubicBezTo>
                      <a:pt x="33" y="72"/>
                      <a:pt x="36" y="76"/>
                      <a:pt x="36" y="82"/>
                    </a:cubicBezTo>
                    <a:cubicBezTo>
                      <a:pt x="37" y="89"/>
                      <a:pt x="35" y="96"/>
                      <a:pt x="33" y="103"/>
                    </a:cubicBezTo>
                    <a:cubicBezTo>
                      <a:pt x="35" y="91"/>
                      <a:pt x="34" y="69"/>
                      <a:pt x="17" y="73"/>
                    </a:cubicBezTo>
                    <a:cubicBezTo>
                      <a:pt x="20" y="68"/>
                      <a:pt x="25" y="65"/>
                      <a:pt x="25" y="59"/>
                    </a:cubicBezTo>
                    <a:cubicBezTo>
                      <a:pt x="24" y="53"/>
                      <a:pt x="19" y="51"/>
                      <a:pt x="17" y="47"/>
                    </a:cubicBezTo>
                    <a:cubicBezTo>
                      <a:pt x="16" y="43"/>
                      <a:pt x="19" y="41"/>
                      <a:pt x="19" y="37"/>
                    </a:cubicBezTo>
                    <a:cubicBezTo>
                      <a:pt x="18" y="30"/>
                      <a:pt x="10" y="29"/>
                      <a:pt x="5" y="27"/>
                    </a:cubicBezTo>
                    <a:cubicBezTo>
                      <a:pt x="17" y="24"/>
                      <a:pt x="16" y="10"/>
                      <a:pt x="4" y="8"/>
                    </a:cubicBezTo>
                    <a:cubicBezTo>
                      <a:pt x="4" y="8"/>
                      <a:pt x="5" y="7"/>
                      <a:pt x="5" y="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5" name="Freeform 713">
                <a:extLst>
                  <a:ext uri="{FF2B5EF4-FFF2-40B4-BE49-F238E27FC236}">
                    <a16:creationId xmlns:a16="http://schemas.microsoft.com/office/drawing/2014/main" id="{0FF94456-405F-445B-A003-984F7AB0A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1323"/>
                <a:ext cx="87" cy="370"/>
              </a:xfrm>
              <a:custGeom>
                <a:avLst/>
                <a:gdLst>
                  <a:gd name="T0" fmla="*/ 246 w 35"/>
                  <a:gd name="T1" fmla="*/ 35 h 139"/>
                  <a:gd name="T2" fmla="*/ 495 w 35"/>
                  <a:gd name="T3" fmla="*/ 1544 h 139"/>
                  <a:gd name="T4" fmla="*/ 507 w 35"/>
                  <a:gd name="T5" fmla="*/ 2260 h 139"/>
                  <a:gd name="T6" fmla="*/ 0 w 35"/>
                  <a:gd name="T7" fmla="*/ 2601 h 139"/>
                  <a:gd name="T8" fmla="*/ 353 w 35"/>
                  <a:gd name="T9" fmla="*/ 2396 h 139"/>
                  <a:gd name="T10" fmla="*/ 403 w 35"/>
                  <a:gd name="T11" fmla="*/ 2204 h 139"/>
                  <a:gd name="T12" fmla="*/ 259 w 35"/>
                  <a:gd name="T13" fmla="*/ 2148 h 139"/>
                  <a:gd name="T14" fmla="*/ 321 w 35"/>
                  <a:gd name="T15" fmla="*/ 1509 h 139"/>
                  <a:gd name="T16" fmla="*/ 321 w 35"/>
                  <a:gd name="T17" fmla="*/ 921 h 139"/>
                  <a:gd name="T18" fmla="*/ 259 w 35"/>
                  <a:gd name="T19" fmla="*/ 716 h 139"/>
                  <a:gd name="T20" fmla="*/ 308 w 35"/>
                  <a:gd name="T21" fmla="*/ 511 h 139"/>
                  <a:gd name="T22" fmla="*/ 259 w 35"/>
                  <a:gd name="T23" fmla="*/ 226 h 139"/>
                  <a:gd name="T24" fmla="*/ 216 w 35"/>
                  <a:gd name="T25" fmla="*/ 0 h 1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139">
                    <a:moveTo>
                      <a:pt x="16" y="2"/>
                    </a:moveTo>
                    <a:cubicBezTo>
                      <a:pt x="34" y="22"/>
                      <a:pt x="33" y="58"/>
                      <a:pt x="32" y="82"/>
                    </a:cubicBezTo>
                    <a:cubicBezTo>
                      <a:pt x="31" y="95"/>
                      <a:pt x="35" y="108"/>
                      <a:pt x="33" y="120"/>
                    </a:cubicBezTo>
                    <a:cubicBezTo>
                      <a:pt x="29" y="139"/>
                      <a:pt x="15" y="133"/>
                      <a:pt x="0" y="138"/>
                    </a:cubicBezTo>
                    <a:cubicBezTo>
                      <a:pt x="7" y="137"/>
                      <a:pt x="18" y="132"/>
                      <a:pt x="23" y="127"/>
                    </a:cubicBezTo>
                    <a:cubicBezTo>
                      <a:pt x="25" y="125"/>
                      <a:pt x="28" y="120"/>
                      <a:pt x="26" y="117"/>
                    </a:cubicBezTo>
                    <a:cubicBezTo>
                      <a:pt x="24" y="113"/>
                      <a:pt x="21" y="115"/>
                      <a:pt x="17" y="114"/>
                    </a:cubicBezTo>
                    <a:cubicBezTo>
                      <a:pt x="30" y="104"/>
                      <a:pt x="24" y="93"/>
                      <a:pt x="21" y="80"/>
                    </a:cubicBezTo>
                    <a:cubicBezTo>
                      <a:pt x="18" y="70"/>
                      <a:pt x="26" y="61"/>
                      <a:pt x="21" y="49"/>
                    </a:cubicBezTo>
                    <a:cubicBezTo>
                      <a:pt x="20" y="45"/>
                      <a:pt x="18" y="42"/>
                      <a:pt x="17" y="38"/>
                    </a:cubicBezTo>
                    <a:cubicBezTo>
                      <a:pt x="17" y="34"/>
                      <a:pt x="20" y="31"/>
                      <a:pt x="20" y="27"/>
                    </a:cubicBezTo>
                    <a:cubicBezTo>
                      <a:pt x="20" y="22"/>
                      <a:pt x="17" y="17"/>
                      <a:pt x="17" y="12"/>
                    </a:cubicBezTo>
                    <a:cubicBezTo>
                      <a:pt x="16" y="8"/>
                      <a:pt x="16" y="4"/>
                      <a:pt x="14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6" name="Freeform 714">
                <a:extLst>
                  <a:ext uri="{FF2B5EF4-FFF2-40B4-BE49-F238E27FC236}">
                    <a16:creationId xmlns:a16="http://schemas.microsoft.com/office/drawing/2014/main" id="{28E04D26-CCD3-4E3F-BBB1-A6B226A99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1472"/>
                <a:ext cx="180" cy="131"/>
              </a:xfrm>
              <a:custGeom>
                <a:avLst/>
                <a:gdLst>
                  <a:gd name="T0" fmla="*/ 0 w 72"/>
                  <a:gd name="T1" fmla="*/ 559 h 49"/>
                  <a:gd name="T2" fmla="*/ 220 w 72"/>
                  <a:gd name="T3" fmla="*/ 880 h 49"/>
                  <a:gd name="T4" fmla="*/ 583 w 72"/>
                  <a:gd name="T5" fmla="*/ 786 h 49"/>
                  <a:gd name="T6" fmla="*/ 895 w 72"/>
                  <a:gd name="T7" fmla="*/ 0 h 49"/>
                  <a:gd name="T8" fmla="*/ 863 w 72"/>
                  <a:gd name="T9" fmla="*/ 422 h 49"/>
                  <a:gd name="T10" fmla="*/ 625 w 72"/>
                  <a:gd name="T11" fmla="*/ 364 h 49"/>
                  <a:gd name="T12" fmla="*/ 458 w 72"/>
                  <a:gd name="T13" fmla="*/ 615 h 49"/>
                  <a:gd name="T14" fmla="*/ 208 w 72"/>
                  <a:gd name="T15" fmla="*/ 572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2" h="49">
                    <a:moveTo>
                      <a:pt x="0" y="29"/>
                    </a:moveTo>
                    <a:cubicBezTo>
                      <a:pt x="4" y="34"/>
                      <a:pt x="7" y="44"/>
                      <a:pt x="14" y="46"/>
                    </a:cubicBezTo>
                    <a:cubicBezTo>
                      <a:pt x="22" y="49"/>
                      <a:pt x="31" y="44"/>
                      <a:pt x="37" y="41"/>
                    </a:cubicBezTo>
                    <a:cubicBezTo>
                      <a:pt x="49" y="34"/>
                      <a:pt x="72" y="15"/>
                      <a:pt x="57" y="0"/>
                    </a:cubicBezTo>
                    <a:cubicBezTo>
                      <a:pt x="57" y="6"/>
                      <a:pt x="60" y="16"/>
                      <a:pt x="55" y="22"/>
                    </a:cubicBezTo>
                    <a:cubicBezTo>
                      <a:pt x="51" y="26"/>
                      <a:pt x="42" y="25"/>
                      <a:pt x="40" y="19"/>
                    </a:cubicBezTo>
                    <a:cubicBezTo>
                      <a:pt x="35" y="26"/>
                      <a:pt x="43" y="31"/>
                      <a:pt x="29" y="32"/>
                    </a:cubicBezTo>
                    <a:cubicBezTo>
                      <a:pt x="25" y="33"/>
                      <a:pt x="14" y="34"/>
                      <a:pt x="13" y="3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7" name="Freeform 715">
                <a:extLst>
                  <a:ext uri="{FF2B5EF4-FFF2-40B4-BE49-F238E27FC236}">
                    <a16:creationId xmlns:a16="http://schemas.microsoft.com/office/drawing/2014/main" id="{C635E677-B470-4070-9537-8CC10866F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504"/>
                <a:ext cx="188" cy="304"/>
              </a:xfrm>
              <a:custGeom>
                <a:avLst/>
                <a:gdLst>
                  <a:gd name="T0" fmla="*/ 1005 w 75"/>
                  <a:gd name="T1" fmla="*/ 320 h 114"/>
                  <a:gd name="T2" fmla="*/ 534 w 75"/>
                  <a:gd name="T3" fmla="*/ 760 h 114"/>
                  <a:gd name="T4" fmla="*/ 50 w 75"/>
                  <a:gd name="T5" fmla="*/ 661 h 114"/>
                  <a:gd name="T6" fmla="*/ 238 w 75"/>
                  <a:gd name="T7" fmla="*/ 1272 h 114"/>
                  <a:gd name="T8" fmla="*/ 208 w 75"/>
                  <a:gd name="T9" fmla="*/ 2163 h 114"/>
                  <a:gd name="T10" fmla="*/ 491 w 75"/>
                  <a:gd name="T11" fmla="*/ 1707 h 114"/>
                  <a:gd name="T12" fmla="*/ 363 w 75"/>
                  <a:gd name="T13" fmla="*/ 1173 h 114"/>
                  <a:gd name="T14" fmla="*/ 567 w 75"/>
                  <a:gd name="T15" fmla="*/ 1139 h 114"/>
                  <a:gd name="T16" fmla="*/ 943 w 75"/>
                  <a:gd name="T17" fmla="*/ 968 h 114"/>
                  <a:gd name="T18" fmla="*/ 1088 w 75"/>
                  <a:gd name="T19" fmla="*/ 491 h 114"/>
                  <a:gd name="T20" fmla="*/ 1131 w 75"/>
                  <a:gd name="T21" fmla="*/ 0 h 1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14">
                    <a:moveTo>
                      <a:pt x="64" y="17"/>
                    </a:moveTo>
                    <a:cubicBezTo>
                      <a:pt x="62" y="26"/>
                      <a:pt x="43" y="37"/>
                      <a:pt x="34" y="40"/>
                    </a:cubicBezTo>
                    <a:cubicBezTo>
                      <a:pt x="25" y="44"/>
                      <a:pt x="10" y="43"/>
                      <a:pt x="3" y="35"/>
                    </a:cubicBezTo>
                    <a:cubicBezTo>
                      <a:pt x="0" y="49"/>
                      <a:pt x="9" y="56"/>
                      <a:pt x="15" y="67"/>
                    </a:cubicBezTo>
                    <a:cubicBezTo>
                      <a:pt x="22" y="80"/>
                      <a:pt x="20" y="101"/>
                      <a:pt x="13" y="114"/>
                    </a:cubicBezTo>
                    <a:cubicBezTo>
                      <a:pt x="16" y="107"/>
                      <a:pt x="22" y="90"/>
                      <a:pt x="31" y="90"/>
                    </a:cubicBezTo>
                    <a:cubicBezTo>
                      <a:pt x="31" y="81"/>
                      <a:pt x="20" y="72"/>
                      <a:pt x="23" y="62"/>
                    </a:cubicBezTo>
                    <a:cubicBezTo>
                      <a:pt x="25" y="55"/>
                      <a:pt x="33" y="53"/>
                      <a:pt x="36" y="60"/>
                    </a:cubicBezTo>
                    <a:cubicBezTo>
                      <a:pt x="33" y="46"/>
                      <a:pt x="52" y="43"/>
                      <a:pt x="60" y="51"/>
                    </a:cubicBezTo>
                    <a:cubicBezTo>
                      <a:pt x="58" y="45"/>
                      <a:pt x="60" y="25"/>
                      <a:pt x="69" y="26"/>
                    </a:cubicBezTo>
                    <a:cubicBezTo>
                      <a:pt x="72" y="17"/>
                      <a:pt x="75" y="9"/>
                      <a:pt x="72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8" name="Freeform 716">
                <a:extLst>
                  <a:ext uri="{FF2B5EF4-FFF2-40B4-BE49-F238E27FC236}">
                    <a16:creationId xmlns:a16="http://schemas.microsoft.com/office/drawing/2014/main" id="{D9D4EDAA-AF2D-4ECF-A3D5-CDB6E893D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1296"/>
                <a:ext cx="162" cy="195"/>
              </a:xfrm>
              <a:custGeom>
                <a:avLst/>
                <a:gdLst>
                  <a:gd name="T0" fmla="*/ 0 w 65"/>
                  <a:gd name="T1" fmla="*/ 764 h 73"/>
                  <a:gd name="T2" fmla="*/ 808 w 65"/>
                  <a:gd name="T3" fmla="*/ 492 h 73"/>
                  <a:gd name="T4" fmla="*/ 837 w 65"/>
                  <a:gd name="T5" fmla="*/ 705 h 73"/>
                  <a:gd name="T6" fmla="*/ 912 w 65"/>
                  <a:gd name="T7" fmla="*/ 914 h 73"/>
                  <a:gd name="T8" fmla="*/ 1007 w 65"/>
                  <a:gd name="T9" fmla="*/ 1392 h 73"/>
                  <a:gd name="T10" fmla="*/ 882 w 65"/>
                  <a:gd name="T11" fmla="*/ 1221 h 73"/>
                  <a:gd name="T12" fmla="*/ 850 w 65"/>
                  <a:gd name="T13" fmla="*/ 1012 h 73"/>
                  <a:gd name="T14" fmla="*/ 633 w 65"/>
                  <a:gd name="T15" fmla="*/ 764 h 73"/>
                  <a:gd name="T16" fmla="*/ 354 w 65"/>
                  <a:gd name="T17" fmla="*/ 534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73">
                    <a:moveTo>
                      <a:pt x="0" y="40"/>
                    </a:moveTo>
                    <a:cubicBezTo>
                      <a:pt x="11" y="33"/>
                      <a:pt x="45" y="0"/>
                      <a:pt x="52" y="26"/>
                    </a:cubicBezTo>
                    <a:cubicBezTo>
                      <a:pt x="53" y="30"/>
                      <a:pt x="52" y="33"/>
                      <a:pt x="54" y="37"/>
                    </a:cubicBezTo>
                    <a:cubicBezTo>
                      <a:pt x="56" y="41"/>
                      <a:pt x="59" y="43"/>
                      <a:pt x="59" y="48"/>
                    </a:cubicBezTo>
                    <a:cubicBezTo>
                      <a:pt x="61" y="58"/>
                      <a:pt x="58" y="63"/>
                      <a:pt x="65" y="73"/>
                    </a:cubicBezTo>
                    <a:cubicBezTo>
                      <a:pt x="63" y="70"/>
                      <a:pt x="58" y="67"/>
                      <a:pt x="57" y="64"/>
                    </a:cubicBezTo>
                    <a:cubicBezTo>
                      <a:pt x="55" y="61"/>
                      <a:pt x="56" y="57"/>
                      <a:pt x="55" y="53"/>
                    </a:cubicBezTo>
                    <a:cubicBezTo>
                      <a:pt x="53" y="46"/>
                      <a:pt x="48" y="43"/>
                      <a:pt x="41" y="40"/>
                    </a:cubicBezTo>
                    <a:cubicBezTo>
                      <a:pt x="48" y="21"/>
                      <a:pt x="32" y="31"/>
                      <a:pt x="23" y="2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9" name="Freeform 717">
                <a:extLst>
                  <a:ext uri="{FF2B5EF4-FFF2-40B4-BE49-F238E27FC236}">
                    <a16:creationId xmlns:a16="http://schemas.microsoft.com/office/drawing/2014/main" id="{6CEA224E-AD26-45AC-8E4D-331F063D0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" y="1549"/>
                <a:ext cx="225" cy="246"/>
              </a:xfrm>
              <a:custGeom>
                <a:avLst/>
                <a:gdLst>
                  <a:gd name="T0" fmla="*/ 0 w 90"/>
                  <a:gd name="T1" fmla="*/ 321 h 92"/>
                  <a:gd name="T2" fmla="*/ 488 w 90"/>
                  <a:gd name="T3" fmla="*/ 35 h 92"/>
                  <a:gd name="T4" fmla="*/ 863 w 90"/>
                  <a:gd name="T5" fmla="*/ 516 h 92"/>
                  <a:gd name="T6" fmla="*/ 1033 w 90"/>
                  <a:gd name="T7" fmla="*/ 1107 h 92"/>
                  <a:gd name="T8" fmla="*/ 1300 w 90"/>
                  <a:gd name="T9" fmla="*/ 1324 h 92"/>
                  <a:gd name="T10" fmla="*/ 1408 w 90"/>
                  <a:gd name="T11" fmla="*/ 1759 h 92"/>
                  <a:gd name="T12" fmla="*/ 1063 w 90"/>
                  <a:gd name="T13" fmla="*/ 1452 h 92"/>
                  <a:gd name="T14" fmla="*/ 708 w 90"/>
                  <a:gd name="T15" fmla="*/ 1243 h 92"/>
                  <a:gd name="T16" fmla="*/ 750 w 90"/>
                  <a:gd name="T17" fmla="*/ 800 h 92"/>
                  <a:gd name="T18" fmla="*/ 658 w 90"/>
                  <a:gd name="T19" fmla="*/ 628 h 92"/>
                  <a:gd name="T20" fmla="*/ 625 w 90"/>
                  <a:gd name="T21" fmla="*/ 401 h 92"/>
                  <a:gd name="T22" fmla="*/ 520 w 90"/>
                  <a:gd name="T23" fmla="*/ 230 h 92"/>
                  <a:gd name="T24" fmla="*/ 470 w 90"/>
                  <a:gd name="T25" fmla="*/ 115 h 92"/>
                  <a:gd name="T26" fmla="*/ 250 w 90"/>
                  <a:gd name="T27" fmla="*/ 56 h 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0" h="92">
                    <a:moveTo>
                      <a:pt x="0" y="17"/>
                    </a:moveTo>
                    <a:cubicBezTo>
                      <a:pt x="3" y="3"/>
                      <a:pt x="19" y="1"/>
                      <a:pt x="31" y="2"/>
                    </a:cubicBezTo>
                    <a:cubicBezTo>
                      <a:pt x="44" y="4"/>
                      <a:pt x="53" y="15"/>
                      <a:pt x="55" y="27"/>
                    </a:cubicBezTo>
                    <a:cubicBezTo>
                      <a:pt x="57" y="40"/>
                      <a:pt x="53" y="50"/>
                      <a:pt x="66" y="58"/>
                    </a:cubicBezTo>
                    <a:cubicBezTo>
                      <a:pt x="71" y="62"/>
                      <a:pt x="79" y="63"/>
                      <a:pt x="83" y="69"/>
                    </a:cubicBezTo>
                    <a:cubicBezTo>
                      <a:pt x="87" y="75"/>
                      <a:pt x="88" y="85"/>
                      <a:pt x="90" y="92"/>
                    </a:cubicBezTo>
                    <a:cubicBezTo>
                      <a:pt x="86" y="82"/>
                      <a:pt x="80" y="63"/>
                      <a:pt x="68" y="76"/>
                    </a:cubicBezTo>
                    <a:cubicBezTo>
                      <a:pt x="68" y="61"/>
                      <a:pt x="57" y="57"/>
                      <a:pt x="45" y="65"/>
                    </a:cubicBezTo>
                    <a:cubicBezTo>
                      <a:pt x="46" y="57"/>
                      <a:pt x="50" y="51"/>
                      <a:pt x="48" y="42"/>
                    </a:cubicBezTo>
                    <a:cubicBezTo>
                      <a:pt x="47" y="38"/>
                      <a:pt x="44" y="36"/>
                      <a:pt x="42" y="33"/>
                    </a:cubicBezTo>
                    <a:cubicBezTo>
                      <a:pt x="40" y="29"/>
                      <a:pt x="42" y="26"/>
                      <a:pt x="40" y="21"/>
                    </a:cubicBezTo>
                    <a:cubicBezTo>
                      <a:pt x="39" y="15"/>
                      <a:pt x="36" y="15"/>
                      <a:pt x="33" y="12"/>
                    </a:cubicBezTo>
                    <a:cubicBezTo>
                      <a:pt x="31" y="10"/>
                      <a:pt x="32" y="7"/>
                      <a:pt x="30" y="6"/>
                    </a:cubicBezTo>
                    <a:cubicBezTo>
                      <a:pt x="26" y="1"/>
                      <a:pt x="21" y="0"/>
                      <a:pt x="16" y="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0" name="Freeform 718">
                <a:extLst>
                  <a:ext uri="{FF2B5EF4-FFF2-40B4-BE49-F238E27FC236}">
                    <a16:creationId xmlns:a16="http://schemas.microsoft.com/office/drawing/2014/main" id="{9257172D-1FB7-4A55-B5BA-B56CBB338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1992"/>
                <a:ext cx="170" cy="96"/>
              </a:xfrm>
              <a:custGeom>
                <a:avLst/>
                <a:gdLst>
                  <a:gd name="T0" fmla="*/ 0 w 68"/>
                  <a:gd name="T1" fmla="*/ 320 h 36"/>
                  <a:gd name="T2" fmla="*/ 283 w 68"/>
                  <a:gd name="T3" fmla="*/ 477 h 36"/>
                  <a:gd name="T4" fmla="*/ 658 w 68"/>
                  <a:gd name="T5" fmla="*/ 661 h 36"/>
                  <a:gd name="T6" fmla="*/ 958 w 68"/>
                  <a:gd name="T7" fmla="*/ 512 h 36"/>
                  <a:gd name="T8" fmla="*/ 958 w 68"/>
                  <a:gd name="T9" fmla="*/ 0 h 36"/>
                  <a:gd name="T10" fmla="*/ 908 w 68"/>
                  <a:gd name="T11" fmla="*/ 397 h 36"/>
                  <a:gd name="T12" fmla="*/ 720 w 68"/>
                  <a:gd name="T13" fmla="*/ 285 h 36"/>
                  <a:gd name="T14" fmla="*/ 595 w 68"/>
                  <a:gd name="T15" fmla="*/ 512 h 36"/>
                  <a:gd name="T16" fmla="*/ 438 w 68"/>
                  <a:gd name="T17" fmla="*/ 363 h 36"/>
                  <a:gd name="T18" fmla="*/ 50 w 68"/>
                  <a:gd name="T19" fmla="*/ 307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36">
                    <a:moveTo>
                      <a:pt x="0" y="17"/>
                    </a:moveTo>
                    <a:cubicBezTo>
                      <a:pt x="7" y="18"/>
                      <a:pt x="12" y="23"/>
                      <a:pt x="18" y="25"/>
                    </a:cubicBezTo>
                    <a:cubicBezTo>
                      <a:pt x="24" y="28"/>
                      <a:pt x="35" y="34"/>
                      <a:pt x="42" y="35"/>
                    </a:cubicBezTo>
                    <a:cubicBezTo>
                      <a:pt x="49" y="36"/>
                      <a:pt x="57" y="34"/>
                      <a:pt x="61" y="27"/>
                    </a:cubicBezTo>
                    <a:cubicBezTo>
                      <a:pt x="65" y="21"/>
                      <a:pt x="68" y="5"/>
                      <a:pt x="61" y="0"/>
                    </a:cubicBezTo>
                    <a:cubicBezTo>
                      <a:pt x="59" y="7"/>
                      <a:pt x="64" y="15"/>
                      <a:pt x="58" y="21"/>
                    </a:cubicBezTo>
                    <a:cubicBezTo>
                      <a:pt x="53" y="26"/>
                      <a:pt x="49" y="20"/>
                      <a:pt x="46" y="15"/>
                    </a:cubicBezTo>
                    <a:cubicBezTo>
                      <a:pt x="42" y="17"/>
                      <a:pt x="43" y="25"/>
                      <a:pt x="38" y="27"/>
                    </a:cubicBezTo>
                    <a:cubicBezTo>
                      <a:pt x="35" y="28"/>
                      <a:pt x="30" y="21"/>
                      <a:pt x="28" y="19"/>
                    </a:cubicBezTo>
                    <a:cubicBezTo>
                      <a:pt x="24" y="27"/>
                      <a:pt x="9" y="18"/>
                      <a:pt x="3" y="1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1" name="Freeform 719">
                <a:extLst>
                  <a:ext uri="{FF2B5EF4-FFF2-40B4-BE49-F238E27FC236}">
                    <a16:creationId xmlns:a16="http://schemas.microsoft.com/office/drawing/2014/main" id="{864655A1-4AB6-4101-AD68-80D33E697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1427"/>
                <a:ext cx="143" cy="381"/>
              </a:xfrm>
              <a:custGeom>
                <a:avLst/>
                <a:gdLst>
                  <a:gd name="T0" fmla="*/ 788 w 57"/>
                  <a:gd name="T1" fmla="*/ 285 h 143"/>
                  <a:gd name="T2" fmla="*/ 755 w 57"/>
                  <a:gd name="T3" fmla="*/ 1002 h 143"/>
                  <a:gd name="T4" fmla="*/ 283 w 57"/>
                  <a:gd name="T5" fmla="*/ 1271 h 143"/>
                  <a:gd name="T6" fmla="*/ 221 w 57"/>
                  <a:gd name="T7" fmla="*/ 1966 h 143"/>
                  <a:gd name="T8" fmla="*/ 251 w 57"/>
                  <a:gd name="T9" fmla="*/ 2329 h 143"/>
                  <a:gd name="T10" fmla="*/ 366 w 57"/>
                  <a:gd name="T11" fmla="*/ 2704 h 143"/>
                  <a:gd name="T12" fmla="*/ 0 w 57"/>
                  <a:gd name="T13" fmla="*/ 2307 h 143"/>
                  <a:gd name="T14" fmla="*/ 63 w 57"/>
                  <a:gd name="T15" fmla="*/ 1817 h 143"/>
                  <a:gd name="T16" fmla="*/ 33 w 57"/>
                  <a:gd name="T17" fmla="*/ 1681 h 143"/>
                  <a:gd name="T18" fmla="*/ 20 w 57"/>
                  <a:gd name="T19" fmla="*/ 1284 h 143"/>
                  <a:gd name="T20" fmla="*/ 188 w 57"/>
                  <a:gd name="T21" fmla="*/ 943 h 143"/>
                  <a:gd name="T22" fmla="*/ 534 w 57"/>
                  <a:gd name="T23" fmla="*/ 738 h 143"/>
                  <a:gd name="T24" fmla="*/ 660 w 57"/>
                  <a:gd name="T25" fmla="*/ 0 h 1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7" h="143">
                    <a:moveTo>
                      <a:pt x="50" y="15"/>
                    </a:moveTo>
                    <a:cubicBezTo>
                      <a:pt x="56" y="23"/>
                      <a:pt x="57" y="47"/>
                      <a:pt x="48" y="53"/>
                    </a:cubicBezTo>
                    <a:cubicBezTo>
                      <a:pt x="38" y="59"/>
                      <a:pt x="24" y="54"/>
                      <a:pt x="18" y="67"/>
                    </a:cubicBezTo>
                    <a:cubicBezTo>
                      <a:pt x="14" y="77"/>
                      <a:pt x="14" y="93"/>
                      <a:pt x="14" y="104"/>
                    </a:cubicBezTo>
                    <a:cubicBezTo>
                      <a:pt x="15" y="111"/>
                      <a:pt x="15" y="117"/>
                      <a:pt x="16" y="123"/>
                    </a:cubicBezTo>
                    <a:cubicBezTo>
                      <a:pt x="17" y="128"/>
                      <a:pt x="24" y="141"/>
                      <a:pt x="23" y="143"/>
                    </a:cubicBezTo>
                    <a:cubicBezTo>
                      <a:pt x="18" y="138"/>
                      <a:pt x="9" y="119"/>
                      <a:pt x="0" y="122"/>
                    </a:cubicBezTo>
                    <a:cubicBezTo>
                      <a:pt x="9" y="117"/>
                      <a:pt x="6" y="104"/>
                      <a:pt x="4" y="96"/>
                    </a:cubicBezTo>
                    <a:cubicBezTo>
                      <a:pt x="3" y="93"/>
                      <a:pt x="2" y="93"/>
                      <a:pt x="2" y="89"/>
                    </a:cubicBezTo>
                    <a:cubicBezTo>
                      <a:pt x="1" y="82"/>
                      <a:pt x="4" y="76"/>
                      <a:pt x="1" y="68"/>
                    </a:cubicBezTo>
                    <a:cubicBezTo>
                      <a:pt x="13" y="71"/>
                      <a:pt x="10" y="55"/>
                      <a:pt x="12" y="50"/>
                    </a:cubicBezTo>
                    <a:cubicBezTo>
                      <a:pt x="14" y="42"/>
                      <a:pt x="27" y="45"/>
                      <a:pt x="34" y="39"/>
                    </a:cubicBezTo>
                    <a:cubicBezTo>
                      <a:pt x="43" y="30"/>
                      <a:pt x="43" y="12"/>
                      <a:pt x="42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2" name="Freeform 720">
                <a:extLst>
                  <a:ext uri="{FF2B5EF4-FFF2-40B4-BE49-F238E27FC236}">
                    <a16:creationId xmlns:a16="http://schemas.microsoft.com/office/drawing/2014/main" id="{A767707B-589C-4715-893B-13CFB91C9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1792"/>
                <a:ext cx="33" cy="67"/>
              </a:xfrm>
              <a:custGeom>
                <a:avLst/>
                <a:gdLst>
                  <a:gd name="T0" fmla="*/ 180 w 13"/>
                  <a:gd name="T1" fmla="*/ 0 h 25"/>
                  <a:gd name="T2" fmla="*/ 213 w 13"/>
                  <a:gd name="T3" fmla="*/ 330 h 25"/>
                  <a:gd name="T4" fmla="*/ 33 w 13"/>
                  <a:gd name="T5" fmla="*/ 48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5">
                    <a:moveTo>
                      <a:pt x="11" y="0"/>
                    </a:moveTo>
                    <a:cubicBezTo>
                      <a:pt x="12" y="6"/>
                      <a:pt x="11" y="11"/>
                      <a:pt x="13" y="17"/>
                    </a:cubicBezTo>
                    <a:cubicBezTo>
                      <a:pt x="10" y="17"/>
                      <a:pt x="0" y="24"/>
                      <a:pt x="2" y="25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3" name="Freeform 721">
                <a:extLst>
                  <a:ext uri="{FF2B5EF4-FFF2-40B4-BE49-F238E27FC236}">
                    <a16:creationId xmlns:a16="http://schemas.microsoft.com/office/drawing/2014/main" id="{56D0B30E-C17A-4747-ABA5-ED21EC430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1440"/>
                <a:ext cx="75" cy="283"/>
              </a:xfrm>
              <a:custGeom>
                <a:avLst/>
                <a:gdLst>
                  <a:gd name="T0" fmla="*/ 470 w 30"/>
                  <a:gd name="T1" fmla="*/ 0 h 106"/>
                  <a:gd name="T2" fmla="*/ 113 w 30"/>
                  <a:gd name="T3" fmla="*/ 777 h 106"/>
                  <a:gd name="T4" fmla="*/ 63 w 30"/>
                  <a:gd name="T5" fmla="*/ 2018 h 106"/>
                  <a:gd name="T6" fmla="*/ 175 w 30"/>
                  <a:gd name="T7" fmla="*/ 1426 h 106"/>
                  <a:gd name="T8" fmla="*/ 208 w 30"/>
                  <a:gd name="T9" fmla="*/ 991 h 106"/>
                  <a:gd name="T10" fmla="*/ 283 w 30"/>
                  <a:gd name="T11" fmla="*/ 593 h 106"/>
                  <a:gd name="T12" fmla="*/ 300 w 30"/>
                  <a:gd name="T13" fmla="*/ 422 h 106"/>
                  <a:gd name="T14" fmla="*/ 408 w 30"/>
                  <a:gd name="T15" fmla="*/ 227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106">
                    <a:moveTo>
                      <a:pt x="30" y="0"/>
                    </a:moveTo>
                    <a:cubicBezTo>
                      <a:pt x="18" y="8"/>
                      <a:pt x="11" y="28"/>
                      <a:pt x="7" y="41"/>
                    </a:cubicBezTo>
                    <a:cubicBezTo>
                      <a:pt x="1" y="62"/>
                      <a:pt x="4" y="85"/>
                      <a:pt x="4" y="106"/>
                    </a:cubicBezTo>
                    <a:cubicBezTo>
                      <a:pt x="1" y="97"/>
                      <a:pt x="0" y="79"/>
                      <a:pt x="11" y="75"/>
                    </a:cubicBezTo>
                    <a:cubicBezTo>
                      <a:pt x="9" y="69"/>
                      <a:pt x="6" y="55"/>
                      <a:pt x="13" y="52"/>
                    </a:cubicBezTo>
                    <a:cubicBezTo>
                      <a:pt x="7" y="43"/>
                      <a:pt x="16" y="38"/>
                      <a:pt x="18" y="31"/>
                    </a:cubicBezTo>
                    <a:cubicBezTo>
                      <a:pt x="19" y="28"/>
                      <a:pt x="17" y="25"/>
                      <a:pt x="19" y="22"/>
                    </a:cubicBezTo>
                    <a:cubicBezTo>
                      <a:pt x="20" y="18"/>
                      <a:pt x="24" y="15"/>
                      <a:pt x="26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4" name="Freeform 722">
                <a:extLst>
                  <a:ext uri="{FF2B5EF4-FFF2-40B4-BE49-F238E27FC236}">
                    <a16:creationId xmlns:a16="http://schemas.microsoft.com/office/drawing/2014/main" id="{0BCB0CFD-3B07-4A11-82D6-48E07DA95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757"/>
                <a:ext cx="45" cy="200"/>
              </a:xfrm>
              <a:custGeom>
                <a:avLst/>
                <a:gdLst>
                  <a:gd name="T0" fmla="*/ 270 w 18"/>
                  <a:gd name="T1" fmla="*/ 0 h 75"/>
                  <a:gd name="T2" fmla="*/ 175 w 18"/>
                  <a:gd name="T3" fmla="*/ 717 h 75"/>
                  <a:gd name="T4" fmla="*/ 0 w 18"/>
                  <a:gd name="T5" fmla="*/ 1421 h 75"/>
                  <a:gd name="T6" fmla="*/ 238 w 18"/>
                  <a:gd name="T7" fmla="*/ 1216 h 75"/>
                  <a:gd name="T8" fmla="*/ 208 w 18"/>
                  <a:gd name="T9" fmla="*/ 968 h 75"/>
                  <a:gd name="T10" fmla="*/ 270 w 18"/>
                  <a:gd name="T11" fmla="*/ 739 h 75"/>
                  <a:gd name="T12" fmla="*/ 270 w 18"/>
                  <a:gd name="T13" fmla="*/ 115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75">
                    <a:moveTo>
                      <a:pt x="17" y="0"/>
                    </a:moveTo>
                    <a:cubicBezTo>
                      <a:pt x="12" y="12"/>
                      <a:pt x="12" y="26"/>
                      <a:pt x="11" y="38"/>
                    </a:cubicBezTo>
                    <a:cubicBezTo>
                      <a:pt x="11" y="47"/>
                      <a:pt x="12" y="73"/>
                      <a:pt x="0" y="75"/>
                    </a:cubicBezTo>
                    <a:cubicBezTo>
                      <a:pt x="6" y="72"/>
                      <a:pt x="9" y="66"/>
                      <a:pt x="15" y="64"/>
                    </a:cubicBezTo>
                    <a:cubicBezTo>
                      <a:pt x="13" y="60"/>
                      <a:pt x="11" y="55"/>
                      <a:pt x="13" y="51"/>
                    </a:cubicBezTo>
                    <a:cubicBezTo>
                      <a:pt x="17" y="43"/>
                      <a:pt x="18" y="48"/>
                      <a:pt x="17" y="39"/>
                    </a:cubicBezTo>
                    <a:cubicBezTo>
                      <a:pt x="16" y="32"/>
                      <a:pt x="13" y="11"/>
                      <a:pt x="1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5" name="Freeform 723">
                <a:extLst>
                  <a:ext uri="{FF2B5EF4-FFF2-40B4-BE49-F238E27FC236}">
                    <a16:creationId xmlns:a16="http://schemas.microsoft.com/office/drawing/2014/main" id="{0D543301-0348-4629-B526-F7B36CD5B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1840"/>
                <a:ext cx="45" cy="179"/>
              </a:xfrm>
              <a:custGeom>
                <a:avLst/>
                <a:gdLst>
                  <a:gd name="T0" fmla="*/ 283 w 18"/>
                  <a:gd name="T1" fmla="*/ 0 h 67"/>
                  <a:gd name="T2" fmla="*/ 33 w 18"/>
                  <a:gd name="T3" fmla="*/ 606 h 67"/>
                  <a:gd name="T4" fmla="*/ 158 w 18"/>
                  <a:gd name="T5" fmla="*/ 1277 h 67"/>
                  <a:gd name="T6" fmla="*/ 158 w 18"/>
                  <a:gd name="T7" fmla="*/ 879 h 67"/>
                  <a:gd name="T8" fmla="*/ 145 w 18"/>
                  <a:gd name="T9" fmla="*/ 550 h 67"/>
                  <a:gd name="T10" fmla="*/ 175 w 18"/>
                  <a:gd name="T11" fmla="*/ 192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67">
                    <a:moveTo>
                      <a:pt x="18" y="0"/>
                    </a:moveTo>
                    <a:cubicBezTo>
                      <a:pt x="5" y="7"/>
                      <a:pt x="3" y="17"/>
                      <a:pt x="2" y="32"/>
                    </a:cubicBezTo>
                    <a:cubicBezTo>
                      <a:pt x="1" y="43"/>
                      <a:pt x="0" y="59"/>
                      <a:pt x="10" y="67"/>
                    </a:cubicBezTo>
                    <a:cubicBezTo>
                      <a:pt x="9" y="61"/>
                      <a:pt x="0" y="49"/>
                      <a:pt x="10" y="46"/>
                    </a:cubicBezTo>
                    <a:cubicBezTo>
                      <a:pt x="1" y="41"/>
                      <a:pt x="8" y="35"/>
                      <a:pt x="9" y="29"/>
                    </a:cubicBezTo>
                    <a:cubicBezTo>
                      <a:pt x="9" y="23"/>
                      <a:pt x="2" y="14"/>
                      <a:pt x="1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6" name="Freeform 724">
                <a:extLst>
                  <a:ext uri="{FF2B5EF4-FFF2-40B4-BE49-F238E27FC236}">
                    <a16:creationId xmlns:a16="http://schemas.microsoft.com/office/drawing/2014/main" id="{2959E44A-C799-45B2-B8D9-352124637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592"/>
                <a:ext cx="55" cy="144"/>
              </a:xfrm>
              <a:custGeom>
                <a:avLst/>
                <a:gdLst>
                  <a:gd name="T0" fmla="*/ 270 w 22"/>
                  <a:gd name="T1" fmla="*/ 21 h 54"/>
                  <a:gd name="T2" fmla="*/ 125 w 22"/>
                  <a:gd name="T3" fmla="*/ 1024 h 54"/>
                  <a:gd name="T4" fmla="*/ 220 w 22"/>
                  <a:gd name="T5" fmla="*/ 605 h 54"/>
                  <a:gd name="T6" fmla="*/ 208 w 22"/>
                  <a:gd name="T7" fmla="*/ 285 h 54"/>
                  <a:gd name="T8" fmla="*/ 345 w 22"/>
                  <a:gd name="T9" fmla="*/ 93 h 54"/>
                  <a:gd name="T10" fmla="*/ 345 w 22"/>
                  <a:gd name="T11" fmla="*/ 56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54">
                    <a:moveTo>
                      <a:pt x="17" y="1"/>
                    </a:moveTo>
                    <a:cubicBezTo>
                      <a:pt x="0" y="0"/>
                      <a:pt x="9" y="46"/>
                      <a:pt x="8" y="54"/>
                    </a:cubicBezTo>
                    <a:cubicBezTo>
                      <a:pt x="8" y="49"/>
                      <a:pt x="6" y="32"/>
                      <a:pt x="14" y="32"/>
                    </a:cubicBezTo>
                    <a:cubicBezTo>
                      <a:pt x="7" y="25"/>
                      <a:pt x="13" y="21"/>
                      <a:pt x="13" y="15"/>
                    </a:cubicBezTo>
                    <a:cubicBezTo>
                      <a:pt x="15" y="6"/>
                      <a:pt x="12" y="6"/>
                      <a:pt x="22" y="5"/>
                    </a:cubicBezTo>
                    <a:cubicBezTo>
                      <a:pt x="22" y="5"/>
                      <a:pt x="22" y="4"/>
                      <a:pt x="2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7" name="Freeform 725">
                <a:extLst>
                  <a:ext uri="{FF2B5EF4-FFF2-40B4-BE49-F238E27FC236}">
                    <a16:creationId xmlns:a16="http://schemas.microsoft.com/office/drawing/2014/main" id="{0A365AFA-59B7-429B-ABA7-F96ACAEA2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365"/>
                <a:ext cx="27" cy="88"/>
              </a:xfrm>
              <a:custGeom>
                <a:avLst/>
                <a:gdLst>
                  <a:gd name="T0" fmla="*/ 162 w 11"/>
                  <a:gd name="T1" fmla="*/ 0 h 33"/>
                  <a:gd name="T2" fmla="*/ 162 w 11"/>
                  <a:gd name="T3" fmla="*/ 627 h 33"/>
                  <a:gd name="T4" fmla="*/ 133 w 11"/>
                  <a:gd name="T5" fmla="*/ 264 h 33"/>
                  <a:gd name="T6" fmla="*/ 162 w 11"/>
                  <a:gd name="T7" fmla="*/ 3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3">
                    <a:moveTo>
                      <a:pt x="11" y="0"/>
                    </a:moveTo>
                    <a:cubicBezTo>
                      <a:pt x="0" y="11"/>
                      <a:pt x="6" y="20"/>
                      <a:pt x="11" y="33"/>
                    </a:cubicBezTo>
                    <a:cubicBezTo>
                      <a:pt x="9" y="28"/>
                      <a:pt x="3" y="19"/>
                      <a:pt x="9" y="14"/>
                    </a:cubicBezTo>
                    <a:cubicBezTo>
                      <a:pt x="6" y="9"/>
                      <a:pt x="9" y="6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8" name="Freeform 726">
                <a:extLst>
                  <a:ext uri="{FF2B5EF4-FFF2-40B4-BE49-F238E27FC236}">
                    <a16:creationId xmlns:a16="http://schemas.microsoft.com/office/drawing/2014/main" id="{3834DFF5-BC12-4B46-AA84-00D2D2C68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1555"/>
                <a:ext cx="102" cy="189"/>
              </a:xfrm>
              <a:custGeom>
                <a:avLst/>
                <a:gdLst>
                  <a:gd name="T0" fmla="*/ 12 w 41"/>
                  <a:gd name="T1" fmla="*/ 0 h 71"/>
                  <a:gd name="T2" fmla="*/ 167 w 41"/>
                  <a:gd name="T3" fmla="*/ 807 h 71"/>
                  <a:gd name="T4" fmla="*/ 600 w 41"/>
                  <a:gd name="T5" fmla="*/ 1339 h 71"/>
                  <a:gd name="T6" fmla="*/ 632 w 41"/>
                  <a:gd name="T7" fmla="*/ 1078 h 71"/>
                  <a:gd name="T8" fmla="*/ 495 w 41"/>
                  <a:gd name="T9" fmla="*/ 998 h 71"/>
                  <a:gd name="T10" fmla="*/ 433 w 41"/>
                  <a:gd name="T11" fmla="*/ 807 h 71"/>
                  <a:gd name="T12" fmla="*/ 279 w 41"/>
                  <a:gd name="T13" fmla="*/ 793 h 71"/>
                  <a:gd name="T14" fmla="*/ 249 w 41"/>
                  <a:gd name="T15" fmla="*/ 623 h 71"/>
                  <a:gd name="T16" fmla="*/ 167 w 41"/>
                  <a:gd name="T17" fmla="*/ 431 h 71"/>
                  <a:gd name="T18" fmla="*/ 75 w 41"/>
                  <a:gd name="T19" fmla="*/ 136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71">
                    <a:moveTo>
                      <a:pt x="1" y="0"/>
                    </a:moveTo>
                    <a:cubicBezTo>
                      <a:pt x="12" y="13"/>
                      <a:pt x="0" y="33"/>
                      <a:pt x="11" y="43"/>
                    </a:cubicBezTo>
                    <a:cubicBezTo>
                      <a:pt x="20" y="53"/>
                      <a:pt x="38" y="54"/>
                      <a:pt x="39" y="71"/>
                    </a:cubicBezTo>
                    <a:cubicBezTo>
                      <a:pt x="39" y="66"/>
                      <a:pt x="38" y="61"/>
                      <a:pt x="41" y="57"/>
                    </a:cubicBezTo>
                    <a:cubicBezTo>
                      <a:pt x="38" y="57"/>
                      <a:pt x="34" y="56"/>
                      <a:pt x="32" y="53"/>
                    </a:cubicBezTo>
                    <a:cubicBezTo>
                      <a:pt x="29" y="50"/>
                      <a:pt x="30" y="45"/>
                      <a:pt x="28" y="43"/>
                    </a:cubicBezTo>
                    <a:cubicBezTo>
                      <a:pt x="26" y="42"/>
                      <a:pt x="21" y="44"/>
                      <a:pt x="18" y="42"/>
                    </a:cubicBezTo>
                    <a:cubicBezTo>
                      <a:pt x="15" y="40"/>
                      <a:pt x="15" y="37"/>
                      <a:pt x="16" y="33"/>
                    </a:cubicBezTo>
                    <a:cubicBezTo>
                      <a:pt x="7" y="37"/>
                      <a:pt x="11" y="28"/>
                      <a:pt x="11" y="23"/>
                    </a:cubicBezTo>
                    <a:cubicBezTo>
                      <a:pt x="12" y="16"/>
                      <a:pt x="6" y="13"/>
                      <a:pt x="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9" name="Freeform 727">
                <a:extLst>
                  <a:ext uri="{FF2B5EF4-FFF2-40B4-BE49-F238E27FC236}">
                    <a16:creationId xmlns:a16="http://schemas.microsoft.com/office/drawing/2014/main" id="{1C4F214F-5D97-4B4F-9607-BF36E2FC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" y="1741"/>
                <a:ext cx="78" cy="86"/>
              </a:xfrm>
              <a:custGeom>
                <a:avLst/>
                <a:gdLst>
                  <a:gd name="T0" fmla="*/ 0 w 31"/>
                  <a:gd name="T1" fmla="*/ 0 h 32"/>
                  <a:gd name="T2" fmla="*/ 159 w 31"/>
                  <a:gd name="T3" fmla="*/ 449 h 32"/>
                  <a:gd name="T4" fmla="*/ 304 w 31"/>
                  <a:gd name="T5" fmla="*/ 527 h 32"/>
                  <a:gd name="T6" fmla="*/ 493 w 31"/>
                  <a:gd name="T7" fmla="*/ 621 h 32"/>
                  <a:gd name="T8" fmla="*/ 317 w 31"/>
                  <a:gd name="T9" fmla="*/ 390 h 32"/>
                  <a:gd name="T10" fmla="*/ 33 w 31"/>
                  <a:gd name="T11" fmla="*/ 81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2">
                    <a:moveTo>
                      <a:pt x="0" y="0"/>
                    </a:moveTo>
                    <a:cubicBezTo>
                      <a:pt x="5" y="7"/>
                      <a:pt x="4" y="18"/>
                      <a:pt x="10" y="23"/>
                    </a:cubicBezTo>
                    <a:cubicBezTo>
                      <a:pt x="12" y="26"/>
                      <a:pt x="16" y="27"/>
                      <a:pt x="19" y="27"/>
                    </a:cubicBezTo>
                    <a:cubicBezTo>
                      <a:pt x="25" y="29"/>
                      <a:pt x="26" y="29"/>
                      <a:pt x="31" y="32"/>
                    </a:cubicBezTo>
                    <a:cubicBezTo>
                      <a:pt x="27" y="28"/>
                      <a:pt x="19" y="27"/>
                      <a:pt x="20" y="20"/>
                    </a:cubicBezTo>
                    <a:cubicBezTo>
                      <a:pt x="11" y="26"/>
                      <a:pt x="7" y="7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0" name="Freeform 728">
                <a:extLst>
                  <a:ext uri="{FF2B5EF4-FFF2-40B4-BE49-F238E27FC236}">
                    <a16:creationId xmlns:a16="http://schemas.microsoft.com/office/drawing/2014/main" id="{CA0251DA-4A40-4BC1-B513-1DFF91B21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000"/>
                <a:ext cx="40" cy="123"/>
              </a:xfrm>
              <a:custGeom>
                <a:avLst/>
                <a:gdLst>
                  <a:gd name="T0" fmla="*/ 0 w 16"/>
                  <a:gd name="T1" fmla="*/ 56 h 46"/>
                  <a:gd name="T2" fmla="*/ 95 w 16"/>
                  <a:gd name="T3" fmla="*/ 880 h 46"/>
                  <a:gd name="T4" fmla="*/ 220 w 16"/>
                  <a:gd name="T5" fmla="*/ 765 h 46"/>
                  <a:gd name="T6" fmla="*/ 250 w 16"/>
                  <a:gd name="T7" fmla="*/ 500 h 46"/>
                  <a:gd name="T8" fmla="*/ 188 w 16"/>
                  <a:gd name="T9" fmla="*/ 230 h 46"/>
                  <a:gd name="T10" fmla="*/ 33 w 16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6">
                    <a:moveTo>
                      <a:pt x="0" y="3"/>
                    </a:moveTo>
                    <a:cubicBezTo>
                      <a:pt x="11" y="13"/>
                      <a:pt x="9" y="33"/>
                      <a:pt x="6" y="46"/>
                    </a:cubicBezTo>
                    <a:cubicBezTo>
                      <a:pt x="8" y="44"/>
                      <a:pt x="10" y="40"/>
                      <a:pt x="14" y="40"/>
                    </a:cubicBezTo>
                    <a:cubicBezTo>
                      <a:pt x="9" y="41"/>
                      <a:pt x="13" y="29"/>
                      <a:pt x="16" y="26"/>
                    </a:cubicBezTo>
                    <a:cubicBezTo>
                      <a:pt x="10" y="24"/>
                      <a:pt x="11" y="17"/>
                      <a:pt x="12" y="12"/>
                    </a:cubicBezTo>
                    <a:cubicBezTo>
                      <a:pt x="5" y="12"/>
                      <a:pt x="4" y="5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1" name="Freeform 729">
                <a:extLst>
                  <a:ext uri="{FF2B5EF4-FFF2-40B4-BE49-F238E27FC236}">
                    <a16:creationId xmlns:a16="http://schemas.microsoft.com/office/drawing/2014/main" id="{23FE7C48-EB4B-4BC0-A6E5-CADA92357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1933"/>
                <a:ext cx="288" cy="118"/>
              </a:xfrm>
              <a:custGeom>
                <a:avLst/>
                <a:gdLst>
                  <a:gd name="T0" fmla="*/ 0 w 115"/>
                  <a:gd name="T1" fmla="*/ 137 h 44"/>
                  <a:gd name="T2" fmla="*/ 533 w 115"/>
                  <a:gd name="T3" fmla="*/ 0 h 44"/>
                  <a:gd name="T4" fmla="*/ 992 w 115"/>
                  <a:gd name="T5" fmla="*/ 137 h 44"/>
                  <a:gd name="T6" fmla="*/ 1380 w 115"/>
                  <a:gd name="T7" fmla="*/ 483 h 44"/>
                  <a:gd name="T8" fmla="*/ 1806 w 115"/>
                  <a:gd name="T9" fmla="*/ 847 h 44"/>
                  <a:gd name="T10" fmla="*/ 1568 w 115"/>
                  <a:gd name="T11" fmla="*/ 756 h 44"/>
                  <a:gd name="T12" fmla="*/ 1347 w 115"/>
                  <a:gd name="T13" fmla="*/ 697 h 44"/>
                  <a:gd name="T14" fmla="*/ 1180 w 115"/>
                  <a:gd name="T15" fmla="*/ 483 h 44"/>
                  <a:gd name="T16" fmla="*/ 992 w 115"/>
                  <a:gd name="T17" fmla="*/ 346 h 44"/>
                  <a:gd name="T18" fmla="*/ 804 w 115"/>
                  <a:gd name="T19" fmla="*/ 150 h 44"/>
                  <a:gd name="T20" fmla="*/ 721 w 115"/>
                  <a:gd name="T21" fmla="*/ 150 h 44"/>
                  <a:gd name="T22" fmla="*/ 614 w 115"/>
                  <a:gd name="T23" fmla="*/ 94 h 44"/>
                  <a:gd name="T24" fmla="*/ 521 w 115"/>
                  <a:gd name="T25" fmla="*/ 137 h 44"/>
                  <a:gd name="T26" fmla="*/ 438 w 115"/>
                  <a:gd name="T27" fmla="*/ 137 h 44"/>
                  <a:gd name="T28" fmla="*/ 250 w 115"/>
                  <a:gd name="T29" fmla="*/ 94 h 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5" h="44">
                    <a:moveTo>
                      <a:pt x="0" y="7"/>
                    </a:moveTo>
                    <a:cubicBezTo>
                      <a:pt x="11" y="8"/>
                      <a:pt x="23" y="0"/>
                      <a:pt x="34" y="0"/>
                    </a:cubicBezTo>
                    <a:cubicBezTo>
                      <a:pt x="43" y="0"/>
                      <a:pt x="55" y="4"/>
                      <a:pt x="63" y="7"/>
                    </a:cubicBezTo>
                    <a:cubicBezTo>
                      <a:pt x="73" y="12"/>
                      <a:pt x="80" y="18"/>
                      <a:pt x="88" y="25"/>
                    </a:cubicBezTo>
                    <a:cubicBezTo>
                      <a:pt x="96" y="32"/>
                      <a:pt x="105" y="41"/>
                      <a:pt x="115" y="44"/>
                    </a:cubicBezTo>
                    <a:cubicBezTo>
                      <a:pt x="109" y="44"/>
                      <a:pt x="104" y="42"/>
                      <a:pt x="100" y="39"/>
                    </a:cubicBezTo>
                    <a:cubicBezTo>
                      <a:pt x="95" y="35"/>
                      <a:pt x="91" y="31"/>
                      <a:pt x="86" y="36"/>
                    </a:cubicBezTo>
                    <a:cubicBezTo>
                      <a:pt x="84" y="27"/>
                      <a:pt x="81" y="30"/>
                      <a:pt x="75" y="25"/>
                    </a:cubicBezTo>
                    <a:cubicBezTo>
                      <a:pt x="71" y="22"/>
                      <a:pt x="70" y="14"/>
                      <a:pt x="63" y="18"/>
                    </a:cubicBezTo>
                    <a:cubicBezTo>
                      <a:pt x="63" y="10"/>
                      <a:pt x="57" y="9"/>
                      <a:pt x="51" y="8"/>
                    </a:cubicBezTo>
                    <a:cubicBezTo>
                      <a:pt x="50" y="8"/>
                      <a:pt x="48" y="9"/>
                      <a:pt x="46" y="8"/>
                    </a:cubicBezTo>
                    <a:cubicBezTo>
                      <a:pt x="43" y="8"/>
                      <a:pt x="42" y="5"/>
                      <a:pt x="39" y="5"/>
                    </a:cubicBezTo>
                    <a:cubicBezTo>
                      <a:pt x="37" y="5"/>
                      <a:pt x="35" y="7"/>
                      <a:pt x="33" y="7"/>
                    </a:cubicBezTo>
                    <a:cubicBezTo>
                      <a:pt x="33" y="7"/>
                      <a:pt x="28" y="7"/>
                      <a:pt x="28" y="7"/>
                    </a:cubicBezTo>
                    <a:cubicBezTo>
                      <a:pt x="24" y="6"/>
                      <a:pt x="19" y="4"/>
                      <a:pt x="1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2" name="Freeform 730">
                <a:extLst>
                  <a:ext uri="{FF2B5EF4-FFF2-40B4-BE49-F238E27FC236}">
                    <a16:creationId xmlns:a16="http://schemas.microsoft.com/office/drawing/2014/main" id="{184AA314-E2D2-4448-83FC-21A4D3F0B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1861"/>
                <a:ext cx="105" cy="216"/>
              </a:xfrm>
              <a:custGeom>
                <a:avLst/>
                <a:gdLst>
                  <a:gd name="T0" fmla="*/ 658 w 42"/>
                  <a:gd name="T1" fmla="*/ 0 h 81"/>
                  <a:gd name="T2" fmla="*/ 313 w 42"/>
                  <a:gd name="T3" fmla="*/ 77 h 81"/>
                  <a:gd name="T4" fmla="*/ 220 w 42"/>
                  <a:gd name="T5" fmla="*/ 435 h 81"/>
                  <a:gd name="T6" fmla="*/ 63 w 42"/>
                  <a:gd name="T7" fmla="*/ 1536 h 81"/>
                  <a:gd name="T8" fmla="*/ 208 w 42"/>
                  <a:gd name="T9" fmla="*/ 1024 h 81"/>
                  <a:gd name="T10" fmla="*/ 238 w 42"/>
                  <a:gd name="T11" fmla="*/ 760 h 81"/>
                  <a:gd name="T12" fmla="*/ 300 w 42"/>
                  <a:gd name="T13" fmla="*/ 419 h 81"/>
                  <a:gd name="T14" fmla="*/ 395 w 42"/>
                  <a:gd name="T15" fmla="*/ 192 h 81"/>
                  <a:gd name="T16" fmla="*/ 533 w 42"/>
                  <a:gd name="T17" fmla="*/ 93 h 81"/>
                  <a:gd name="T18" fmla="*/ 645 w 42"/>
                  <a:gd name="T19" fmla="*/ 21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81">
                    <a:moveTo>
                      <a:pt x="42" y="0"/>
                    </a:moveTo>
                    <a:cubicBezTo>
                      <a:pt x="35" y="0"/>
                      <a:pt x="26" y="0"/>
                      <a:pt x="20" y="4"/>
                    </a:cubicBezTo>
                    <a:cubicBezTo>
                      <a:pt x="13" y="9"/>
                      <a:pt x="15" y="16"/>
                      <a:pt x="14" y="23"/>
                    </a:cubicBezTo>
                    <a:cubicBezTo>
                      <a:pt x="10" y="42"/>
                      <a:pt x="0" y="61"/>
                      <a:pt x="4" y="81"/>
                    </a:cubicBezTo>
                    <a:cubicBezTo>
                      <a:pt x="6" y="72"/>
                      <a:pt x="4" y="60"/>
                      <a:pt x="13" y="54"/>
                    </a:cubicBezTo>
                    <a:cubicBezTo>
                      <a:pt x="10" y="50"/>
                      <a:pt x="8" y="43"/>
                      <a:pt x="15" y="40"/>
                    </a:cubicBezTo>
                    <a:cubicBezTo>
                      <a:pt x="13" y="32"/>
                      <a:pt x="17" y="28"/>
                      <a:pt x="19" y="22"/>
                    </a:cubicBezTo>
                    <a:cubicBezTo>
                      <a:pt x="20" y="17"/>
                      <a:pt x="17" y="10"/>
                      <a:pt x="25" y="10"/>
                    </a:cubicBezTo>
                    <a:cubicBezTo>
                      <a:pt x="23" y="3"/>
                      <a:pt x="30" y="6"/>
                      <a:pt x="34" y="5"/>
                    </a:cubicBezTo>
                    <a:cubicBezTo>
                      <a:pt x="36" y="4"/>
                      <a:pt x="38" y="1"/>
                      <a:pt x="4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3" name="Freeform 731">
                <a:extLst>
                  <a:ext uri="{FF2B5EF4-FFF2-40B4-BE49-F238E27FC236}">
                    <a16:creationId xmlns:a16="http://schemas.microsoft.com/office/drawing/2014/main" id="{38974876-57B6-4AAB-B591-2CC92A0AC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" y="1648"/>
                <a:ext cx="52" cy="152"/>
              </a:xfrm>
              <a:custGeom>
                <a:avLst/>
                <a:gdLst>
                  <a:gd name="T0" fmla="*/ 319 w 21"/>
                  <a:gd name="T1" fmla="*/ 0 h 57"/>
                  <a:gd name="T2" fmla="*/ 104 w 21"/>
                  <a:gd name="T3" fmla="*/ 435 h 57"/>
                  <a:gd name="T4" fmla="*/ 0 w 21"/>
                  <a:gd name="T5" fmla="*/ 1080 h 57"/>
                  <a:gd name="T6" fmla="*/ 154 w 21"/>
                  <a:gd name="T7" fmla="*/ 661 h 57"/>
                  <a:gd name="T8" fmla="*/ 196 w 21"/>
                  <a:gd name="T9" fmla="*/ 419 h 57"/>
                  <a:gd name="T10" fmla="*/ 287 w 21"/>
                  <a:gd name="T11" fmla="*/ 115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57">
                    <a:moveTo>
                      <a:pt x="21" y="0"/>
                    </a:moveTo>
                    <a:cubicBezTo>
                      <a:pt x="16" y="8"/>
                      <a:pt x="12" y="16"/>
                      <a:pt x="7" y="23"/>
                    </a:cubicBezTo>
                    <a:cubicBezTo>
                      <a:pt x="0" y="34"/>
                      <a:pt x="0" y="44"/>
                      <a:pt x="0" y="57"/>
                    </a:cubicBezTo>
                    <a:cubicBezTo>
                      <a:pt x="3" y="53"/>
                      <a:pt x="1" y="31"/>
                      <a:pt x="10" y="35"/>
                    </a:cubicBezTo>
                    <a:cubicBezTo>
                      <a:pt x="2" y="30"/>
                      <a:pt x="12" y="26"/>
                      <a:pt x="13" y="22"/>
                    </a:cubicBezTo>
                    <a:cubicBezTo>
                      <a:pt x="16" y="17"/>
                      <a:pt x="14" y="12"/>
                      <a:pt x="1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4" name="Freeform 732">
                <a:extLst>
                  <a:ext uri="{FF2B5EF4-FFF2-40B4-BE49-F238E27FC236}">
                    <a16:creationId xmlns:a16="http://schemas.microsoft.com/office/drawing/2014/main" id="{ED0D8787-580A-4739-8E8A-D5C5AA749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1419"/>
                <a:ext cx="93" cy="90"/>
              </a:xfrm>
              <a:custGeom>
                <a:avLst/>
                <a:gdLst>
                  <a:gd name="T0" fmla="*/ 0 w 37"/>
                  <a:gd name="T1" fmla="*/ 630 h 34"/>
                  <a:gd name="T2" fmla="*/ 588 w 37"/>
                  <a:gd name="T3" fmla="*/ 0 h 34"/>
                  <a:gd name="T4" fmla="*/ 460 w 37"/>
                  <a:gd name="T5" fmla="*/ 371 h 34"/>
                  <a:gd name="T6" fmla="*/ 317 w 37"/>
                  <a:gd name="T7" fmla="*/ 371 h 34"/>
                  <a:gd name="T8" fmla="*/ 158 w 37"/>
                  <a:gd name="T9" fmla="*/ 408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4">
                    <a:moveTo>
                      <a:pt x="0" y="34"/>
                    </a:moveTo>
                    <a:cubicBezTo>
                      <a:pt x="6" y="18"/>
                      <a:pt x="22" y="7"/>
                      <a:pt x="37" y="0"/>
                    </a:cubicBezTo>
                    <a:cubicBezTo>
                      <a:pt x="32" y="5"/>
                      <a:pt x="26" y="12"/>
                      <a:pt x="29" y="20"/>
                    </a:cubicBezTo>
                    <a:cubicBezTo>
                      <a:pt x="26" y="16"/>
                      <a:pt x="20" y="15"/>
                      <a:pt x="20" y="20"/>
                    </a:cubicBezTo>
                    <a:cubicBezTo>
                      <a:pt x="16" y="17"/>
                      <a:pt x="11" y="18"/>
                      <a:pt x="1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5" name="Freeform 733">
                <a:extLst>
                  <a:ext uri="{FF2B5EF4-FFF2-40B4-BE49-F238E27FC236}">
                    <a16:creationId xmlns:a16="http://schemas.microsoft.com/office/drawing/2014/main" id="{A58D8AB8-E7FE-4EC8-A685-60BA64702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248"/>
                <a:ext cx="247" cy="56"/>
              </a:xfrm>
              <a:custGeom>
                <a:avLst/>
                <a:gdLst>
                  <a:gd name="T0" fmla="*/ 0 w 99"/>
                  <a:gd name="T1" fmla="*/ 376 h 21"/>
                  <a:gd name="T2" fmla="*/ 634 w 99"/>
                  <a:gd name="T3" fmla="*/ 227 h 21"/>
                  <a:gd name="T4" fmla="*/ 1537 w 99"/>
                  <a:gd name="T5" fmla="*/ 171 h 21"/>
                  <a:gd name="T6" fmla="*/ 1090 w 99"/>
                  <a:gd name="T7" fmla="*/ 307 h 21"/>
                  <a:gd name="T8" fmla="*/ 841 w 99"/>
                  <a:gd name="T9" fmla="*/ 363 h 21"/>
                  <a:gd name="T10" fmla="*/ 684 w 99"/>
                  <a:gd name="T11" fmla="*/ 397 h 21"/>
                  <a:gd name="T12" fmla="*/ 541 w 99"/>
                  <a:gd name="T13" fmla="*/ 28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21">
                    <a:moveTo>
                      <a:pt x="0" y="20"/>
                    </a:moveTo>
                    <a:cubicBezTo>
                      <a:pt x="4" y="10"/>
                      <a:pt x="32" y="13"/>
                      <a:pt x="41" y="12"/>
                    </a:cubicBezTo>
                    <a:cubicBezTo>
                      <a:pt x="56" y="10"/>
                      <a:pt x="85" y="0"/>
                      <a:pt x="99" y="9"/>
                    </a:cubicBezTo>
                    <a:cubicBezTo>
                      <a:pt x="90" y="8"/>
                      <a:pt x="74" y="6"/>
                      <a:pt x="70" y="16"/>
                    </a:cubicBezTo>
                    <a:cubicBezTo>
                      <a:pt x="64" y="13"/>
                      <a:pt x="57" y="12"/>
                      <a:pt x="54" y="19"/>
                    </a:cubicBezTo>
                    <a:cubicBezTo>
                      <a:pt x="50" y="14"/>
                      <a:pt x="46" y="16"/>
                      <a:pt x="44" y="21"/>
                    </a:cubicBezTo>
                    <a:cubicBezTo>
                      <a:pt x="42" y="18"/>
                      <a:pt x="39" y="16"/>
                      <a:pt x="35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6" name="Freeform 734">
                <a:extLst>
                  <a:ext uri="{FF2B5EF4-FFF2-40B4-BE49-F238E27FC236}">
                    <a16:creationId xmlns:a16="http://schemas.microsoft.com/office/drawing/2014/main" id="{2A8120FD-80B5-4E97-872A-4AA19F481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173"/>
                <a:ext cx="87" cy="30"/>
              </a:xfrm>
              <a:custGeom>
                <a:avLst/>
                <a:gdLst>
                  <a:gd name="T0" fmla="*/ 0 w 35"/>
                  <a:gd name="T1" fmla="*/ 82 h 11"/>
                  <a:gd name="T2" fmla="*/ 321 w 35"/>
                  <a:gd name="T3" fmla="*/ 22 h 11"/>
                  <a:gd name="T4" fmla="*/ 537 w 35"/>
                  <a:gd name="T5" fmla="*/ 224 h 11"/>
                  <a:gd name="T6" fmla="*/ 383 w 35"/>
                  <a:gd name="T7" fmla="*/ 120 h 11"/>
                  <a:gd name="T8" fmla="*/ 259 w 35"/>
                  <a:gd name="T9" fmla="*/ 3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1">
                    <a:moveTo>
                      <a:pt x="0" y="4"/>
                    </a:moveTo>
                    <a:cubicBezTo>
                      <a:pt x="5" y="0"/>
                      <a:pt x="14" y="1"/>
                      <a:pt x="21" y="1"/>
                    </a:cubicBezTo>
                    <a:cubicBezTo>
                      <a:pt x="29" y="2"/>
                      <a:pt x="32" y="1"/>
                      <a:pt x="35" y="11"/>
                    </a:cubicBezTo>
                    <a:cubicBezTo>
                      <a:pt x="32" y="8"/>
                      <a:pt x="28" y="0"/>
                      <a:pt x="25" y="6"/>
                    </a:cubicBezTo>
                    <a:cubicBezTo>
                      <a:pt x="24" y="3"/>
                      <a:pt x="20" y="1"/>
                      <a:pt x="1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7" name="Freeform 735">
                <a:extLst>
                  <a:ext uri="{FF2B5EF4-FFF2-40B4-BE49-F238E27FC236}">
                    <a16:creationId xmlns:a16="http://schemas.microsoft.com/office/drawing/2014/main" id="{B4C1A71C-AB94-4AD6-80AF-C7F299200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2325"/>
                <a:ext cx="63" cy="104"/>
              </a:xfrm>
              <a:custGeom>
                <a:avLst/>
                <a:gdLst>
                  <a:gd name="T0" fmla="*/ 401 w 25"/>
                  <a:gd name="T1" fmla="*/ 0 h 39"/>
                  <a:gd name="T2" fmla="*/ 63 w 25"/>
                  <a:gd name="T3" fmla="*/ 205 h 39"/>
                  <a:gd name="T4" fmla="*/ 113 w 25"/>
                  <a:gd name="T5" fmla="*/ 419 h 39"/>
                  <a:gd name="T6" fmla="*/ 222 w 25"/>
                  <a:gd name="T7" fmla="*/ 739 h 39"/>
                  <a:gd name="T8" fmla="*/ 222 w 25"/>
                  <a:gd name="T9" fmla="*/ 435 h 39"/>
                  <a:gd name="T10" fmla="*/ 113 w 25"/>
                  <a:gd name="T11" fmla="*/ 307 h 39"/>
                  <a:gd name="T12" fmla="*/ 179 w 25"/>
                  <a:gd name="T13" fmla="*/ 248 h 39"/>
                  <a:gd name="T14" fmla="*/ 222 w 25"/>
                  <a:gd name="T15" fmla="*/ 11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39">
                    <a:moveTo>
                      <a:pt x="25" y="0"/>
                    </a:moveTo>
                    <a:cubicBezTo>
                      <a:pt x="19" y="0"/>
                      <a:pt x="7" y="6"/>
                      <a:pt x="4" y="11"/>
                    </a:cubicBezTo>
                    <a:cubicBezTo>
                      <a:pt x="0" y="16"/>
                      <a:pt x="4" y="18"/>
                      <a:pt x="7" y="22"/>
                    </a:cubicBezTo>
                    <a:cubicBezTo>
                      <a:pt x="11" y="28"/>
                      <a:pt x="12" y="33"/>
                      <a:pt x="14" y="39"/>
                    </a:cubicBezTo>
                    <a:cubicBezTo>
                      <a:pt x="11" y="35"/>
                      <a:pt x="6" y="25"/>
                      <a:pt x="14" y="23"/>
                    </a:cubicBezTo>
                    <a:cubicBezTo>
                      <a:pt x="11" y="25"/>
                      <a:pt x="7" y="20"/>
                      <a:pt x="7" y="16"/>
                    </a:cubicBezTo>
                    <a:cubicBezTo>
                      <a:pt x="7" y="14"/>
                      <a:pt x="10" y="14"/>
                      <a:pt x="11" y="13"/>
                    </a:cubicBezTo>
                    <a:cubicBezTo>
                      <a:pt x="12" y="10"/>
                      <a:pt x="11" y="8"/>
                      <a:pt x="1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8" name="Freeform 736">
                <a:extLst>
                  <a:ext uri="{FF2B5EF4-FFF2-40B4-BE49-F238E27FC236}">
                    <a16:creationId xmlns:a16="http://schemas.microsoft.com/office/drawing/2014/main" id="{B26DF634-49E0-4F4C-B58D-89F252CB5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2368"/>
                <a:ext cx="110" cy="96"/>
              </a:xfrm>
              <a:custGeom>
                <a:avLst/>
                <a:gdLst>
                  <a:gd name="T0" fmla="*/ 0 w 44"/>
                  <a:gd name="T1" fmla="*/ 0 h 36"/>
                  <a:gd name="T2" fmla="*/ 363 w 44"/>
                  <a:gd name="T3" fmla="*/ 320 h 36"/>
                  <a:gd name="T4" fmla="*/ 688 w 44"/>
                  <a:gd name="T5" fmla="*/ 491 h 36"/>
                  <a:gd name="T6" fmla="*/ 550 w 44"/>
                  <a:gd name="T7" fmla="*/ 683 h 36"/>
                  <a:gd name="T8" fmla="*/ 408 w 44"/>
                  <a:gd name="T9" fmla="*/ 491 h 36"/>
                  <a:gd name="T10" fmla="*/ 283 w 44"/>
                  <a:gd name="T11" fmla="*/ 307 h 36"/>
                  <a:gd name="T12" fmla="*/ 145 w 44"/>
                  <a:gd name="T13" fmla="*/ 14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6">
                    <a:moveTo>
                      <a:pt x="0" y="0"/>
                    </a:moveTo>
                    <a:cubicBezTo>
                      <a:pt x="4" y="7"/>
                      <a:pt x="16" y="13"/>
                      <a:pt x="23" y="17"/>
                    </a:cubicBezTo>
                    <a:cubicBezTo>
                      <a:pt x="29" y="20"/>
                      <a:pt x="37" y="23"/>
                      <a:pt x="44" y="26"/>
                    </a:cubicBezTo>
                    <a:cubicBezTo>
                      <a:pt x="38" y="26"/>
                      <a:pt x="33" y="31"/>
                      <a:pt x="35" y="36"/>
                    </a:cubicBezTo>
                    <a:cubicBezTo>
                      <a:pt x="38" y="29"/>
                      <a:pt x="33" y="23"/>
                      <a:pt x="26" y="26"/>
                    </a:cubicBezTo>
                    <a:cubicBezTo>
                      <a:pt x="26" y="20"/>
                      <a:pt x="22" y="20"/>
                      <a:pt x="18" y="16"/>
                    </a:cubicBezTo>
                    <a:cubicBezTo>
                      <a:pt x="15" y="14"/>
                      <a:pt x="14" y="10"/>
                      <a:pt x="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9" name="Freeform 737">
                <a:extLst>
                  <a:ext uri="{FF2B5EF4-FFF2-40B4-BE49-F238E27FC236}">
                    <a16:creationId xmlns:a16="http://schemas.microsoft.com/office/drawing/2014/main" id="{0CC46951-FEBB-45F9-A2A4-EC299E406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" y="2341"/>
                <a:ext cx="68" cy="246"/>
              </a:xfrm>
              <a:custGeom>
                <a:avLst/>
                <a:gdLst>
                  <a:gd name="T0" fmla="*/ 96 w 27"/>
                  <a:gd name="T1" fmla="*/ 0 h 92"/>
                  <a:gd name="T2" fmla="*/ 96 w 27"/>
                  <a:gd name="T3" fmla="*/ 995 h 92"/>
                  <a:gd name="T4" fmla="*/ 431 w 27"/>
                  <a:gd name="T5" fmla="*/ 1759 h 92"/>
                  <a:gd name="T6" fmla="*/ 335 w 27"/>
                  <a:gd name="T7" fmla="*/ 1380 h 92"/>
                  <a:gd name="T8" fmla="*/ 222 w 27"/>
                  <a:gd name="T9" fmla="*/ 1187 h 92"/>
                  <a:gd name="T10" fmla="*/ 254 w 27"/>
                  <a:gd name="T11" fmla="*/ 1016 h 92"/>
                  <a:gd name="T12" fmla="*/ 222 w 27"/>
                  <a:gd name="T13" fmla="*/ 957 h 92"/>
                  <a:gd name="T14" fmla="*/ 146 w 27"/>
                  <a:gd name="T15" fmla="*/ 845 h 92"/>
                  <a:gd name="T16" fmla="*/ 146 w 27"/>
                  <a:gd name="T17" fmla="*/ 615 h 92"/>
                  <a:gd name="T18" fmla="*/ 126 w 27"/>
                  <a:gd name="T19" fmla="*/ 321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92">
                    <a:moveTo>
                      <a:pt x="6" y="0"/>
                    </a:moveTo>
                    <a:cubicBezTo>
                      <a:pt x="0" y="15"/>
                      <a:pt x="4" y="37"/>
                      <a:pt x="6" y="52"/>
                    </a:cubicBezTo>
                    <a:cubicBezTo>
                      <a:pt x="8" y="68"/>
                      <a:pt x="13" y="83"/>
                      <a:pt x="27" y="92"/>
                    </a:cubicBezTo>
                    <a:cubicBezTo>
                      <a:pt x="21" y="90"/>
                      <a:pt x="15" y="76"/>
                      <a:pt x="21" y="72"/>
                    </a:cubicBezTo>
                    <a:cubicBezTo>
                      <a:pt x="16" y="72"/>
                      <a:pt x="14" y="67"/>
                      <a:pt x="14" y="62"/>
                    </a:cubicBezTo>
                    <a:cubicBezTo>
                      <a:pt x="14" y="60"/>
                      <a:pt x="16" y="55"/>
                      <a:pt x="16" y="53"/>
                    </a:cubicBezTo>
                    <a:cubicBezTo>
                      <a:pt x="15" y="51"/>
                      <a:pt x="15" y="52"/>
                      <a:pt x="14" y="50"/>
                    </a:cubicBezTo>
                    <a:cubicBezTo>
                      <a:pt x="12" y="48"/>
                      <a:pt x="10" y="47"/>
                      <a:pt x="9" y="44"/>
                    </a:cubicBezTo>
                    <a:cubicBezTo>
                      <a:pt x="8" y="41"/>
                      <a:pt x="9" y="36"/>
                      <a:pt x="9" y="32"/>
                    </a:cubicBezTo>
                    <a:cubicBezTo>
                      <a:pt x="9" y="27"/>
                      <a:pt x="8" y="22"/>
                      <a:pt x="8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0" name="Freeform 738">
                <a:extLst>
                  <a:ext uri="{FF2B5EF4-FFF2-40B4-BE49-F238E27FC236}">
                    <a16:creationId xmlns:a16="http://schemas.microsoft.com/office/drawing/2014/main" id="{A2F3F76F-13EB-406A-ACD5-30C750CD4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581"/>
                <a:ext cx="137" cy="134"/>
              </a:xfrm>
              <a:custGeom>
                <a:avLst/>
                <a:gdLst>
                  <a:gd name="T0" fmla="*/ 0 w 55"/>
                  <a:gd name="T1" fmla="*/ 193 h 50"/>
                  <a:gd name="T2" fmla="*/ 528 w 55"/>
                  <a:gd name="T3" fmla="*/ 287 h 50"/>
                  <a:gd name="T4" fmla="*/ 712 w 55"/>
                  <a:gd name="T5" fmla="*/ 962 h 50"/>
                  <a:gd name="T6" fmla="*/ 653 w 55"/>
                  <a:gd name="T7" fmla="*/ 574 h 50"/>
                  <a:gd name="T8" fmla="*/ 508 w 55"/>
                  <a:gd name="T9" fmla="*/ 423 h 50"/>
                  <a:gd name="T10" fmla="*/ 354 w 55"/>
                  <a:gd name="T11" fmla="*/ 330 h 50"/>
                  <a:gd name="T12" fmla="*/ 105 w 55"/>
                  <a:gd name="T13" fmla="*/ 137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50">
                    <a:moveTo>
                      <a:pt x="0" y="10"/>
                    </a:moveTo>
                    <a:cubicBezTo>
                      <a:pt x="11" y="0"/>
                      <a:pt x="24" y="8"/>
                      <a:pt x="34" y="15"/>
                    </a:cubicBezTo>
                    <a:cubicBezTo>
                      <a:pt x="48" y="25"/>
                      <a:pt x="55" y="33"/>
                      <a:pt x="46" y="50"/>
                    </a:cubicBezTo>
                    <a:cubicBezTo>
                      <a:pt x="47" y="45"/>
                      <a:pt x="52" y="28"/>
                      <a:pt x="42" y="30"/>
                    </a:cubicBezTo>
                    <a:cubicBezTo>
                      <a:pt x="42" y="22"/>
                      <a:pt x="39" y="24"/>
                      <a:pt x="33" y="22"/>
                    </a:cubicBezTo>
                    <a:cubicBezTo>
                      <a:pt x="29" y="20"/>
                      <a:pt x="29" y="16"/>
                      <a:pt x="23" y="17"/>
                    </a:cubicBezTo>
                    <a:cubicBezTo>
                      <a:pt x="22" y="13"/>
                      <a:pt x="12" y="5"/>
                      <a:pt x="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1" name="Freeform 739">
                <a:extLst>
                  <a:ext uri="{FF2B5EF4-FFF2-40B4-BE49-F238E27FC236}">
                    <a16:creationId xmlns:a16="http://schemas.microsoft.com/office/drawing/2014/main" id="{AFC444A4-832E-4C29-B75B-DFF0528EB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747"/>
                <a:ext cx="62" cy="53"/>
              </a:xfrm>
              <a:custGeom>
                <a:avLst/>
                <a:gdLst>
                  <a:gd name="T0" fmla="*/ 228 w 25"/>
                  <a:gd name="T1" fmla="*/ 0 h 20"/>
                  <a:gd name="T2" fmla="*/ 42 w 25"/>
                  <a:gd name="T3" fmla="*/ 337 h 20"/>
                  <a:gd name="T4" fmla="*/ 382 w 25"/>
                  <a:gd name="T5" fmla="*/ 371 h 20"/>
                  <a:gd name="T6" fmla="*/ 136 w 25"/>
                  <a:gd name="T7" fmla="*/ 281 h 20"/>
                  <a:gd name="T8" fmla="*/ 196 w 25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15" y="0"/>
                    </a:moveTo>
                    <a:cubicBezTo>
                      <a:pt x="9" y="3"/>
                      <a:pt x="0" y="10"/>
                      <a:pt x="3" y="18"/>
                    </a:cubicBezTo>
                    <a:cubicBezTo>
                      <a:pt x="10" y="17"/>
                      <a:pt x="19" y="15"/>
                      <a:pt x="25" y="20"/>
                    </a:cubicBezTo>
                    <a:cubicBezTo>
                      <a:pt x="21" y="16"/>
                      <a:pt x="15" y="13"/>
                      <a:pt x="9" y="15"/>
                    </a:cubicBezTo>
                    <a:cubicBezTo>
                      <a:pt x="9" y="11"/>
                      <a:pt x="11" y="4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2" name="Freeform 740">
                <a:extLst>
                  <a:ext uri="{FF2B5EF4-FFF2-40B4-BE49-F238E27FC236}">
                    <a16:creationId xmlns:a16="http://schemas.microsoft.com/office/drawing/2014/main" id="{424F97E9-E0FB-4DCC-B9CC-0DC28B654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496"/>
                <a:ext cx="43" cy="171"/>
              </a:xfrm>
              <a:custGeom>
                <a:avLst/>
                <a:gdLst>
                  <a:gd name="T0" fmla="*/ 33 w 17"/>
                  <a:gd name="T1" fmla="*/ 0 h 64"/>
                  <a:gd name="T2" fmla="*/ 63 w 17"/>
                  <a:gd name="T3" fmla="*/ 628 h 64"/>
                  <a:gd name="T4" fmla="*/ 276 w 17"/>
                  <a:gd name="T5" fmla="*/ 1106 h 64"/>
                  <a:gd name="T6" fmla="*/ 180 w 17"/>
                  <a:gd name="T7" fmla="*/ 858 h 64"/>
                  <a:gd name="T8" fmla="*/ 147 w 17"/>
                  <a:gd name="T9" fmla="*/ 513 h 64"/>
                  <a:gd name="T10" fmla="*/ 96 w 17"/>
                  <a:gd name="T11" fmla="*/ 422 h 64"/>
                  <a:gd name="T12" fmla="*/ 129 w 17"/>
                  <a:gd name="T13" fmla="*/ 307 h 64"/>
                  <a:gd name="T14" fmla="*/ 63 w 17"/>
                  <a:gd name="T15" fmla="*/ 77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64">
                    <a:moveTo>
                      <a:pt x="2" y="0"/>
                    </a:moveTo>
                    <a:cubicBezTo>
                      <a:pt x="4" y="10"/>
                      <a:pt x="3" y="23"/>
                      <a:pt x="4" y="33"/>
                    </a:cubicBezTo>
                    <a:cubicBezTo>
                      <a:pt x="4" y="42"/>
                      <a:pt x="0" y="64"/>
                      <a:pt x="17" y="58"/>
                    </a:cubicBezTo>
                    <a:cubicBezTo>
                      <a:pt x="8" y="56"/>
                      <a:pt x="6" y="50"/>
                      <a:pt x="11" y="45"/>
                    </a:cubicBezTo>
                    <a:cubicBezTo>
                      <a:pt x="2" y="43"/>
                      <a:pt x="9" y="31"/>
                      <a:pt x="9" y="27"/>
                    </a:cubicBezTo>
                    <a:cubicBezTo>
                      <a:pt x="8" y="26"/>
                      <a:pt x="7" y="24"/>
                      <a:pt x="6" y="22"/>
                    </a:cubicBezTo>
                    <a:cubicBezTo>
                      <a:pt x="6" y="20"/>
                      <a:pt x="9" y="18"/>
                      <a:pt x="8" y="16"/>
                    </a:cubicBezTo>
                    <a:cubicBezTo>
                      <a:pt x="7" y="12"/>
                      <a:pt x="0" y="9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3" name="Freeform 741">
                <a:extLst>
                  <a:ext uri="{FF2B5EF4-FFF2-40B4-BE49-F238E27FC236}">
                    <a16:creationId xmlns:a16="http://schemas.microsoft.com/office/drawing/2014/main" id="{848266EB-2BF0-4725-9579-6C8430A80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512"/>
                <a:ext cx="40" cy="157"/>
              </a:xfrm>
              <a:custGeom>
                <a:avLst/>
                <a:gdLst>
                  <a:gd name="T0" fmla="*/ 250 w 16"/>
                  <a:gd name="T1" fmla="*/ 0 h 59"/>
                  <a:gd name="T2" fmla="*/ 0 w 16"/>
                  <a:gd name="T3" fmla="*/ 396 h 59"/>
                  <a:gd name="T4" fmla="*/ 20 w 16"/>
                  <a:gd name="T5" fmla="*/ 1112 h 59"/>
                  <a:gd name="T6" fmla="*/ 125 w 16"/>
                  <a:gd name="T7" fmla="*/ 849 h 59"/>
                  <a:gd name="T8" fmla="*/ 113 w 16"/>
                  <a:gd name="T9" fmla="*/ 580 h 59"/>
                  <a:gd name="T10" fmla="*/ 158 w 16"/>
                  <a:gd name="T11" fmla="*/ 303 h 59"/>
                  <a:gd name="T12" fmla="*/ 220 w 16"/>
                  <a:gd name="T13" fmla="*/ 35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9">
                    <a:moveTo>
                      <a:pt x="16" y="0"/>
                    </a:moveTo>
                    <a:cubicBezTo>
                      <a:pt x="6" y="3"/>
                      <a:pt x="1" y="11"/>
                      <a:pt x="0" y="21"/>
                    </a:cubicBezTo>
                    <a:cubicBezTo>
                      <a:pt x="0" y="33"/>
                      <a:pt x="0" y="47"/>
                      <a:pt x="1" y="59"/>
                    </a:cubicBezTo>
                    <a:cubicBezTo>
                      <a:pt x="2" y="54"/>
                      <a:pt x="3" y="47"/>
                      <a:pt x="8" y="45"/>
                    </a:cubicBezTo>
                    <a:cubicBezTo>
                      <a:pt x="2" y="38"/>
                      <a:pt x="5" y="38"/>
                      <a:pt x="7" y="31"/>
                    </a:cubicBezTo>
                    <a:cubicBezTo>
                      <a:pt x="8" y="25"/>
                      <a:pt x="3" y="20"/>
                      <a:pt x="10" y="16"/>
                    </a:cubicBezTo>
                    <a:cubicBezTo>
                      <a:pt x="1" y="10"/>
                      <a:pt x="13" y="7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4" name="Freeform 742">
                <a:extLst>
                  <a:ext uri="{FF2B5EF4-FFF2-40B4-BE49-F238E27FC236}">
                    <a16:creationId xmlns:a16="http://schemas.microsoft.com/office/drawing/2014/main" id="{B5A2FF0F-2E15-4394-979C-61D6AE60D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581"/>
                <a:ext cx="83" cy="192"/>
              </a:xfrm>
              <a:custGeom>
                <a:avLst/>
                <a:gdLst>
                  <a:gd name="T0" fmla="*/ 493 w 33"/>
                  <a:gd name="T1" fmla="*/ 0 h 72"/>
                  <a:gd name="T2" fmla="*/ 367 w 33"/>
                  <a:gd name="T3" fmla="*/ 739 h 72"/>
                  <a:gd name="T4" fmla="*/ 96 w 33"/>
                  <a:gd name="T5" fmla="*/ 1365 h 72"/>
                  <a:gd name="T6" fmla="*/ 241 w 33"/>
                  <a:gd name="T7" fmla="*/ 1160 h 72"/>
                  <a:gd name="T8" fmla="*/ 367 w 33"/>
                  <a:gd name="T9" fmla="*/ 989 h 72"/>
                  <a:gd name="T10" fmla="*/ 493 w 33"/>
                  <a:gd name="T11" fmla="*/ 776 h 72"/>
                  <a:gd name="T12" fmla="*/ 526 w 33"/>
                  <a:gd name="T13" fmla="*/ 456 h 72"/>
                  <a:gd name="T14" fmla="*/ 493 w 33"/>
                  <a:gd name="T15" fmla="*/ 248 h 72"/>
                  <a:gd name="T16" fmla="*/ 493 w 33"/>
                  <a:gd name="T17" fmla="*/ 56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72">
                    <a:moveTo>
                      <a:pt x="31" y="0"/>
                    </a:moveTo>
                    <a:cubicBezTo>
                      <a:pt x="27" y="13"/>
                      <a:pt x="30" y="27"/>
                      <a:pt x="23" y="39"/>
                    </a:cubicBezTo>
                    <a:cubicBezTo>
                      <a:pt x="18" y="47"/>
                      <a:pt x="0" y="62"/>
                      <a:pt x="6" y="72"/>
                    </a:cubicBezTo>
                    <a:cubicBezTo>
                      <a:pt x="4" y="66"/>
                      <a:pt x="8" y="60"/>
                      <a:pt x="15" y="61"/>
                    </a:cubicBezTo>
                    <a:cubicBezTo>
                      <a:pt x="13" y="54"/>
                      <a:pt x="17" y="51"/>
                      <a:pt x="23" y="52"/>
                    </a:cubicBezTo>
                    <a:cubicBezTo>
                      <a:pt x="20" y="46"/>
                      <a:pt x="25" y="41"/>
                      <a:pt x="31" y="41"/>
                    </a:cubicBezTo>
                    <a:cubicBezTo>
                      <a:pt x="28" y="34"/>
                      <a:pt x="33" y="30"/>
                      <a:pt x="33" y="24"/>
                    </a:cubicBezTo>
                    <a:cubicBezTo>
                      <a:pt x="33" y="21"/>
                      <a:pt x="31" y="16"/>
                      <a:pt x="31" y="13"/>
                    </a:cubicBezTo>
                    <a:cubicBezTo>
                      <a:pt x="31" y="9"/>
                      <a:pt x="32" y="6"/>
                      <a:pt x="3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5" name="Freeform 743">
                <a:extLst>
                  <a:ext uri="{FF2B5EF4-FFF2-40B4-BE49-F238E27FC236}">
                    <a16:creationId xmlns:a16="http://schemas.microsoft.com/office/drawing/2014/main" id="{83A87E0F-9AFC-4FB2-A3AA-E8F9E8F8C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848"/>
                <a:ext cx="182" cy="80"/>
              </a:xfrm>
              <a:custGeom>
                <a:avLst/>
                <a:gdLst>
                  <a:gd name="T0" fmla="*/ 0 w 73"/>
                  <a:gd name="T1" fmla="*/ 568 h 30"/>
                  <a:gd name="T2" fmla="*/ 496 w 73"/>
                  <a:gd name="T3" fmla="*/ 307 h 30"/>
                  <a:gd name="T4" fmla="*/ 1132 w 73"/>
                  <a:gd name="T5" fmla="*/ 205 h 30"/>
                  <a:gd name="T6" fmla="*/ 912 w 73"/>
                  <a:gd name="T7" fmla="*/ 248 h 30"/>
                  <a:gd name="T8" fmla="*/ 790 w 73"/>
                  <a:gd name="T9" fmla="*/ 307 h 30"/>
                  <a:gd name="T10" fmla="*/ 653 w 73"/>
                  <a:gd name="T11" fmla="*/ 419 h 30"/>
                  <a:gd name="T12" fmla="*/ 509 w 73"/>
                  <a:gd name="T13" fmla="*/ 376 h 30"/>
                  <a:gd name="T14" fmla="*/ 404 w 73"/>
                  <a:gd name="T15" fmla="*/ 32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30">
                    <a:moveTo>
                      <a:pt x="0" y="30"/>
                    </a:moveTo>
                    <a:cubicBezTo>
                      <a:pt x="5" y="13"/>
                      <a:pt x="18" y="17"/>
                      <a:pt x="32" y="16"/>
                    </a:cubicBezTo>
                    <a:cubicBezTo>
                      <a:pt x="48" y="14"/>
                      <a:pt x="57" y="0"/>
                      <a:pt x="73" y="11"/>
                    </a:cubicBezTo>
                    <a:cubicBezTo>
                      <a:pt x="70" y="8"/>
                      <a:pt x="60" y="7"/>
                      <a:pt x="59" y="13"/>
                    </a:cubicBezTo>
                    <a:cubicBezTo>
                      <a:pt x="56" y="8"/>
                      <a:pt x="51" y="12"/>
                      <a:pt x="51" y="16"/>
                    </a:cubicBezTo>
                    <a:cubicBezTo>
                      <a:pt x="47" y="16"/>
                      <a:pt x="43" y="17"/>
                      <a:pt x="42" y="22"/>
                    </a:cubicBezTo>
                    <a:cubicBezTo>
                      <a:pt x="40" y="19"/>
                      <a:pt x="36" y="18"/>
                      <a:pt x="33" y="20"/>
                    </a:cubicBezTo>
                    <a:cubicBezTo>
                      <a:pt x="32" y="18"/>
                      <a:pt x="28" y="18"/>
                      <a:pt x="26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6" name="Freeform 744">
                <a:extLst>
                  <a:ext uri="{FF2B5EF4-FFF2-40B4-BE49-F238E27FC236}">
                    <a16:creationId xmlns:a16="http://schemas.microsoft.com/office/drawing/2014/main" id="{33DA914E-4AC7-47E2-A351-D8F5A213D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675"/>
                <a:ext cx="53" cy="176"/>
              </a:xfrm>
              <a:custGeom>
                <a:avLst/>
                <a:gdLst>
                  <a:gd name="T0" fmla="*/ 0 w 21"/>
                  <a:gd name="T1" fmla="*/ 35 h 66"/>
                  <a:gd name="T2" fmla="*/ 338 w 21"/>
                  <a:gd name="T3" fmla="*/ 1216 h 66"/>
                  <a:gd name="T4" fmla="*/ 209 w 21"/>
                  <a:gd name="T5" fmla="*/ 1024 h 66"/>
                  <a:gd name="T6" fmla="*/ 222 w 21"/>
                  <a:gd name="T7" fmla="*/ 909 h 66"/>
                  <a:gd name="T8" fmla="*/ 159 w 21"/>
                  <a:gd name="T9" fmla="*/ 832 h 66"/>
                  <a:gd name="T10" fmla="*/ 159 w 21"/>
                  <a:gd name="T11" fmla="*/ 704 h 66"/>
                  <a:gd name="T12" fmla="*/ 126 w 21"/>
                  <a:gd name="T13" fmla="*/ 627 h 66"/>
                  <a:gd name="T14" fmla="*/ 114 w 21"/>
                  <a:gd name="T15" fmla="*/ 376 h 66"/>
                  <a:gd name="T16" fmla="*/ 50 w 21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66">
                    <a:moveTo>
                      <a:pt x="0" y="2"/>
                    </a:moveTo>
                    <a:cubicBezTo>
                      <a:pt x="1" y="12"/>
                      <a:pt x="3" y="66"/>
                      <a:pt x="21" y="64"/>
                    </a:cubicBezTo>
                    <a:cubicBezTo>
                      <a:pt x="16" y="64"/>
                      <a:pt x="14" y="59"/>
                      <a:pt x="13" y="54"/>
                    </a:cubicBezTo>
                    <a:cubicBezTo>
                      <a:pt x="13" y="52"/>
                      <a:pt x="14" y="50"/>
                      <a:pt x="14" y="48"/>
                    </a:cubicBezTo>
                    <a:cubicBezTo>
                      <a:pt x="14" y="47"/>
                      <a:pt x="11" y="46"/>
                      <a:pt x="10" y="44"/>
                    </a:cubicBezTo>
                    <a:cubicBezTo>
                      <a:pt x="10" y="42"/>
                      <a:pt x="11" y="39"/>
                      <a:pt x="10" y="37"/>
                    </a:cubicBezTo>
                    <a:cubicBezTo>
                      <a:pt x="10" y="35"/>
                      <a:pt x="8" y="34"/>
                      <a:pt x="8" y="33"/>
                    </a:cubicBezTo>
                    <a:cubicBezTo>
                      <a:pt x="6" y="28"/>
                      <a:pt x="5" y="25"/>
                      <a:pt x="7" y="20"/>
                    </a:cubicBezTo>
                    <a:cubicBezTo>
                      <a:pt x="2" y="16"/>
                      <a:pt x="0" y="6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7" name="Freeform 745">
                <a:extLst>
                  <a:ext uri="{FF2B5EF4-FFF2-40B4-BE49-F238E27FC236}">
                    <a16:creationId xmlns:a16="http://schemas.microsoft.com/office/drawing/2014/main" id="{43F084D8-09C8-4018-9901-E36A8AA3C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008"/>
                <a:ext cx="335" cy="123"/>
              </a:xfrm>
              <a:custGeom>
                <a:avLst/>
                <a:gdLst>
                  <a:gd name="T0" fmla="*/ 0 w 134"/>
                  <a:gd name="T1" fmla="*/ 880 h 46"/>
                  <a:gd name="T2" fmla="*/ 238 w 134"/>
                  <a:gd name="T3" fmla="*/ 572 h 46"/>
                  <a:gd name="T4" fmla="*/ 470 w 134"/>
                  <a:gd name="T5" fmla="*/ 251 h 46"/>
                  <a:gd name="T6" fmla="*/ 1033 w 134"/>
                  <a:gd name="T7" fmla="*/ 321 h 46"/>
                  <a:gd name="T8" fmla="*/ 1613 w 134"/>
                  <a:gd name="T9" fmla="*/ 308 h 46"/>
                  <a:gd name="T10" fmla="*/ 2095 w 134"/>
                  <a:gd name="T11" fmla="*/ 0 h 46"/>
                  <a:gd name="T12" fmla="*/ 1895 w 134"/>
                  <a:gd name="T13" fmla="*/ 308 h 46"/>
                  <a:gd name="T14" fmla="*/ 1750 w 134"/>
                  <a:gd name="T15" fmla="*/ 422 h 46"/>
                  <a:gd name="T16" fmla="*/ 1533 w 134"/>
                  <a:gd name="T17" fmla="*/ 572 h 46"/>
                  <a:gd name="T18" fmla="*/ 1333 w 134"/>
                  <a:gd name="T19" fmla="*/ 537 h 46"/>
                  <a:gd name="T20" fmla="*/ 1145 w 134"/>
                  <a:gd name="T21" fmla="*/ 500 h 46"/>
                  <a:gd name="T22" fmla="*/ 1000 w 134"/>
                  <a:gd name="T23" fmla="*/ 479 h 46"/>
                  <a:gd name="T24" fmla="*/ 363 w 134"/>
                  <a:gd name="T25" fmla="*/ 364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4" h="46">
                    <a:moveTo>
                      <a:pt x="0" y="46"/>
                    </a:moveTo>
                    <a:cubicBezTo>
                      <a:pt x="5" y="41"/>
                      <a:pt x="11" y="36"/>
                      <a:pt x="15" y="30"/>
                    </a:cubicBezTo>
                    <a:cubicBezTo>
                      <a:pt x="20" y="24"/>
                      <a:pt x="23" y="17"/>
                      <a:pt x="30" y="13"/>
                    </a:cubicBezTo>
                    <a:cubicBezTo>
                      <a:pt x="42" y="7"/>
                      <a:pt x="54" y="14"/>
                      <a:pt x="66" y="17"/>
                    </a:cubicBezTo>
                    <a:cubicBezTo>
                      <a:pt x="78" y="19"/>
                      <a:pt x="91" y="22"/>
                      <a:pt x="103" y="16"/>
                    </a:cubicBezTo>
                    <a:cubicBezTo>
                      <a:pt x="114" y="11"/>
                      <a:pt x="121" y="1"/>
                      <a:pt x="134" y="0"/>
                    </a:cubicBezTo>
                    <a:cubicBezTo>
                      <a:pt x="125" y="2"/>
                      <a:pt x="123" y="7"/>
                      <a:pt x="121" y="16"/>
                    </a:cubicBezTo>
                    <a:cubicBezTo>
                      <a:pt x="118" y="6"/>
                      <a:pt x="113" y="19"/>
                      <a:pt x="112" y="22"/>
                    </a:cubicBezTo>
                    <a:cubicBezTo>
                      <a:pt x="105" y="18"/>
                      <a:pt x="100" y="22"/>
                      <a:pt x="98" y="30"/>
                    </a:cubicBezTo>
                    <a:cubicBezTo>
                      <a:pt x="94" y="26"/>
                      <a:pt x="89" y="24"/>
                      <a:pt x="85" y="28"/>
                    </a:cubicBezTo>
                    <a:cubicBezTo>
                      <a:pt x="82" y="24"/>
                      <a:pt x="77" y="23"/>
                      <a:pt x="73" y="26"/>
                    </a:cubicBezTo>
                    <a:cubicBezTo>
                      <a:pt x="71" y="22"/>
                      <a:pt x="66" y="22"/>
                      <a:pt x="64" y="25"/>
                    </a:cubicBezTo>
                    <a:cubicBezTo>
                      <a:pt x="56" y="17"/>
                      <a:pt x="34" y="8"/>
                      <a:pt x="23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8" name="Freeform 746">
                <a:extLst>
                  <a:ext uri="{FF2B5EF4-FFF2-40B4-BE49-F238E27FC236}">
                    <a16:creationId xmlns:a16="http://schemas.microsoft.com/office/drawing/2014/main" id="{86DA8D91-2960-4692-84BA-80366D0A5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557"/>
                <a:ext cx="45" cy="102"/>
              </a:xfrm>
              <a:custGeom>
                <a:avLst/>
                <a:gdLst>
                  <a:gd name="T0" fmla="*/ 283 w 18"/>
                  <a:gd name="T1" fmla="*/ 0 h 38"/>
                  <a:gd name="T2" fmla="*/ 208 w 18"/>
                  <a:gd name="T3" fmla="*/ 735 h 38"/>
                  <a:gd name="T4" fmla="*/ 238 w 18"/>
                  <a:gd name="T5" fmla="*/ 446 h 38"/>
                  <a:gd name="T6" fmla="*/ 283 w 18"/>
                  <a:gd name="T7" fmla="*/ 21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8">
                    <a:moveTo>
                      <a:pt x="18" y="0"/>
                    </a:moveTo>
                    <a:cubicBezTo>
                      <a:pt x="14" y="7"/>
                      <a:pt x="0" y="35"/>
                      <a:pt x="13" y="38"/>
                    </a:cubicBezTo>
                    <a:cubicBezTo>
                      <a:pt x="7" y="34"/>
                      <a:pt x="8" y="25"/>
                      <a:pt x="15" y="23"/>
                    </a:cubicBezTo>
                    <a:cubicBezTo>
                      <a:pt x="13" y="16"/>
                      <a:pt x="17" y="8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9" name="Freeform 747">
                <a:extLst>
                  <a:ext uri="{FF2B5EF4-FFF2-40B4-BE49-F238E27FC236}">
                    <a16:creationId xmlns:a16="http://schemas.microsoft.com/office/drawing/2014/main" id="{F483695C-D862-41A3-8FD5-7C0716B6A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95"/>
                <a:ext cx="83" cy="53"/>
              </a:xfrm>
              <a:custGeom>
                <a:avLst/>
                <a:gdLst>
                  <a:gd name="T0" fmla="*/ 0 w 33"/>
                  <a:gd name="T1" fmla="*/ 371 h 20"/>
                  <a:gd name="T2" fmla="*/ 526 w 33"/>
                  <a:gd name="T3" fmla="*/ 21 h 20"/>
                  <a:gd name="T4" fmla="*/ 410 w 33"/>
                  <a:gd name="T5" fmla="*/ 204 h 20"/>
                  <a:gd name="T6" fmla="*/ 126 w 33"/>
                  <a:gd name="T7" fmla="*/ 28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0">
                    <a:moveTo>
                      <a:pt x="0" y="20"/>
                    </a:moveTo>
                    <a:cubicBezTo>
                      <a:pt x="2" y="7"/>
                      <a:pt x="22" y="0"/>
                      <a:pt x="33" y="1"/>
                    </a:cubicBezTo>
                    <a:cubicBezTo>
                      <a:pt x="29" y="2"/>
                      <a:pt x="22" y="8"/>
                      <a:pt x="26" y="11"/>
                    </a:cubicBezTo>
                    <a:cubicBezTo>
                      <a:pt x="25" y="2"/>
                      <a:pt x="10" y="10"/>
                      <a:pt x="8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0" name="Freeform 748">
                <a:extLst>
                  <a:ext uri="{FF2B5EF4-FFF2-40B4-BE49-F238E27FC236}">
                    <a16:creationId xmlns:a16="http://schemas.microsoft.com/office/drawing/2014/main" id="{69DA1982-D72A-4117-9962-EAAD53A9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261"/>
                <a:ext cx="95" cy="312"/>
              </a:xfrm>
              <a:custGeom>
                <a:avLst/>
                <a:gdLst>
                  <a:gd name="T0" fmla="*/ 595 w 38"/>
                  <a:gd name="T1" fmla="*/ 0 h 117"/>
                  <a:gd name="T2" fmla="*/ 83 w 38"/>
                  <a:gd name="T3" fmla="*/ 797 h 117"/>
                  <a:gd name="T4" fmla="*/ 50 w 38"/>
                  <a:gd name="T5" fmla="*/ 1421 h 117"/>
                  <a:gd name="T6" fmla="*/ 33 w 38"/>
                  <a:gd name="T7" fmla="*/ 2219 h 117"/>
                  <a:gd name="T8" fmla="*/ 188 w 38"/>
                  <a:gd name="T9" fmla="*/ 1763 h 117"/>
                  <a:gd name="T10" fmla="*/ 145 w 38"/>
                  <a:gd name="T11" fmla="*/ 1400 h 117"/>
                  <a:gd name="T12" fmla="*/ 220 w 38"/>
                  <a:gd name="T13" fmla="*/ 1080 h 117"/>
                  <a:gd name="T14" fmla="*/ 188 w 38"/>
                  <a:gd name="T15" fmla="*/ 760 h 117"/>
                  <a:gd name="T16" fmla="*/ 270 w 38"/>
                  <a:gd name="T17" fmla="*/ 491 h 117"/>
                  <a:gd name="T18" fmla="*/ 300 w 38"/>
                  <a:gd name="T19" fmla="*/ 397 h 117"/>
                  <a:gd name="T20" fmla="*/ 313 w 38"/>
                  <a:gd name="T21" fmla="*/ 248 h 117"/>
                  <a:gd name="T22" fmla="*/ 438 w 38"/>
                  <a:gd name="T23" fmla="*/ 77 h 1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117">
                    <a:moveTo>
                      <a:pt x="38" y="0"/>
                    </a:moveTo>
                    <a:cubicBezTo>
                      <a:pt x="17" y="3"/>
                      <a:pt x="8" y="23"/>
                      <a:pt x="5" y="42"/>
                    </a:cubicBezTo>
                    <a:cubicBezTo>
                      <a:pt x="3" y="53"/>
                      <a:pt x="5" y="64"/>
                      <a:pt x="3" y="75"/>
                    </a:cubicBezTo>
                    <a:cubicBezTo>
                      <a:pt x="0" y="89"/>
                      <a:pt x="3" y="103"/>
                      <a:pt x="2" y="117"/>
                    </a:cubicBezTo>
                    <a:cubicBezTo>
                      <a:pt x="2" y="111"/>
                      <a:pt x="2" y="92"/>
                      <a:pt x="12" y="93"/>
                    </a:cubicBezTo>
                    <a:cubicBezTo>
                      <a:pt x="2" y="89"/>
                      <a:pt x="8" y="80"/>
                      <a:pt x="9" y="74"/>
                    </a:cubicBezTo>
                    <a:cubicBezTo>
                      <a:pt x="9" y="67"/>
                      <a:pt x="8" y="63"/>
                      <a:pt x="14" y="57"/>
                    </a:cubicBezTo>
                    <a:cubicBezTo>
                      <a:pt x="7" y="51"/>
                      <a:pt x="11" y="47"/>
                      <a:pt x="12" y="40"/>
                    </a:cubicBezTo>
                    <a:cubicBezTo>
                      <a:pt x="13" y="34"/>
                      <a:pt x="14" y="31"/>
                      <a:pt x="17" y="26"/>
                    </a:cubicBezTo>
                    <a:cubicBezTo>
                      <a:pt x="17" y="24"/>
                      <a:pt x="18" y="23"/>
                      <a:pt x="19" y="21"/>
                    </a:cubicBezTo>
                    <a:cubicBezTo>
                      <a:pt x="20" y="18"/>
                      <a:pt x="20" y="15"/>
                      <a:pt x="20" y="13"/>
                    </a:cubicBezTo>
                    <a:cubicBezTo>
                      <a:pt x="21" y="9"/>
                      <a:pt x="24" y="5"/>
                      <a:pt x="2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1" name="Freeform 749">
                <a:extLst>
                  <a:ext uri="{FF2B5EF4-FFF2-40B4-BE49-F238E27FC236}">
                    <a16:creationId xmlns:a16="http://schemas.microsoft.com/office/drawing/2014/main" id="{51189645-501F-4D8E-B55C-2EA2C6D59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768"/>
                <a:ext cx="37" cy="147"/>
              </a:xfrm>
              <a:custGeom>
                <a:avLst/>
                <a:gdLst>
                  <a:gd name="T0" fmla="*/ 12 w 15"/>
                  <a:gd name="T1" fmla="*/ 0 h 55"/>
                  <a:gd name="T2" fmla="*/ 74 w 15"/>
                  <a:gd name="T3" fmla="*/ 478 h 55"/>
                  <a:gd name="T4" fmla="*/ 224 w 15"/>
                  <a:gd name="T5" fmla="*/ 1050 h 55"/>
                  <a:gd name="T6" fmla="*/ 212 w 15"/>
                  <a:gd name="T7" fmla="*/ 708 h 55"/>
                  <a:gd name="T8" fmla="*/ 153 w 15"/>
                  <a:gd name="T9" fmla="*/ 492 h 55"/>
                  <a:gd name="T10" fmla="*/ 74 w 15"/>
                  <a:gd name="T11" fmla="*/ 208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5">
                    <a:moveTo>
                      <a:pt x="1" y="0"/>
                    </a:moveTo>
                    <a:cubicBezTo>
                      <a:pt x="0" y="9"/>
                      <a:pt x="2" y="17"/>
                      <a:pt x="5" y="25"/>
                    </a:cubicBezTo>
                    <a:cubicBezTo>
                      <a:pt x="7" y="33"/>
                      <a:pt x="8" y="49"/>
                      <a:pt x="15" y="55"/>
                    </a:cubicBezTo>
                    <a:cubicBezTo>
                      <a:pt x="14" y="49"/>
                      <a:pt x="6" y="40"/>
                      <a:pt x="14" y="37"/>
                    </a:cubicBezTo>
                    <a:cubicBezTo>
                      <a:pt x="9" y="39"/>
                      <a:pt x="11" y="29"/>
                      <a:pt x="10" y="26"/>
                    </a:cubicBezTo>
                    <a:cubicBezTo>
                      <a:pt x="8" y="20"/>
                      <a:pt x="2" y="18"/>
                      <a:pt x="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2" name="Freeform 750">
                <a:extLst>
                  <a:ext uri="{FF2B5EF4-FFF2-40B4-BE49-F238E27FC236}">
                    <a16:creationId xmlns:a16="http://schemas.microsoft.com/office/drawing/2014/main" id="{83E62B20-6DAF-40A8-8562-4C9D9D302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293"/>
                <a:ext cx="48" cy="160"/>
              </a:xfrm>
              <a:custGeom>
                <a:avLst/>
                <a:gdLst>
                  <a:gd name="T0" fmla="*/ 159 w 19"/>
                  <a:gd name="T1" fmla="*/ 21 h 60"/>
                  <a:gd name="T2" fmla="*/ 0 w 19"/>
                  <a:gd name="T3" fmla="*/ 227 h 60"/>
                  <a:gd name="T4" fmla="*/ 63 w 19"/>
                  <a:gd name="T5" fmla="*/ 533 h 60"/>
                  <a:gd name="T6" fmla="*/ 192 w 19"/>
                  <a:gd name="T7" fmla="*/ 853 h 60"/>
                  <a:gd name="T8" fmla="*/ 179 w 19"/>
                  <a:gd name="T9" fmla="*/ 1139 h 60"/>
                  <a:gd name="T10" fmla="*/ 306 w 19"/>
                  <a:gd name="T11" fmla="*/ 875 h 60"/>
                  <a:gd name="T12" fmla="*/ 192 w 19"/>
                  <a:gd name="T13" fmla="*/ 605 h 60"/>
                  <a:gd name="T14" fmla="*/ 159 w 19"/>
                  <a:gd name="T15" fmla="*/ 376 h 60"/>
                  <a:gd name="T16" fmla="*/ 275 w 19"/>
                  <a:gd name="T17" fmla="*/ 0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60">
                    <a:moveTo>
                      <a:pt x="10" y="1"/>
                    </a:moveTo>
                    <a:cubicBezTo>
                      <a:pt x="5" y="4"/>
                      <a:pt x="2" y="5"/>
                      <a:pt x="0" y="12"/>
                    </a:cubicBezTo>
                    <a:cubicBezTo>
                      <a:pt x="0" y="17"/>
                      <a:pt x="1" y="23"/>
                      <a:pt x="4" y="28"/>
                    </a:cubicBezTo>
                    <a:cubicBezTo>
                      <a:pt x="6" y="34"/>
                      <a:pt x="11" y="38"/>
                      <a:pt x="12" y="45"/>
                    </a:cubicBezTo>
                    <a:cubicBezTo>
                      <a:pt x="12" y="50"/>
                      <a:pt x="6" y="57"/>
                      <a:pt x="11" y="60"/>
                    </a:cubicBezTo>
                    <a:cubicBezTo>
                      <a:pt x="11" y="54"/>
                      <a:pt x="12" y="47"/>
                      <a:pt x="19" y="46"/>
                    </a:cubicBezTo>
                    <a:cubicBezTo>
                      <a:pt x="13" y="46"/>
                      <a:pt x="9" y="37"/>
                      <a:pt x="12" y="32"/>
                    </a:cubicBezTo>
                    <a:cubicBezTo>
                      <a:pt x="7" y="29"/>
                      <a:pt x="5" y="25"/>
                      <a:pt x="10" y="20"/>
                    </a:cubicBezTo>
                    <a:cubicBezTo>
                      <a:pt x="4" y="15"/>
                      <a:pt x="10" y="2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3" name="Freeform 751">
                <a:extLst>
                  <a:ext uri="{FF2B5EF4-FFF2-40B4-BE49-F238E27FC236}">
                    <a16:creationId xmlns:a16="http://schemas.microsoft.com/office/drawing/2014/main" id="{9FB3EEC8-44DD-4ADF-B29A-ACB00DA91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376"/>
                <a:ext cx="40" cy="117"/>
              </a:xfrm>
              <a:custGeom>
                <a:avLst/>
                <a:gdLst>
                  <a:gd name="T0" fmla="*/ 50 w 16"/>
                  <a:gd name="T1" fmla="*/ 261 h 44"/>
                  <a:gd name="T2" fmla="*/ 145 w 16"/>
                  <a:gd name="T3" fmla="*/ 508 h 44"/>
                  <a:gd name="T4" fmla="*/ 175 w 16"/>
                  <a:gd name="T5" fmla="*/ 827 h 44"/>
                  <a:gd name="T6" fmla="*/ 250 w 16"/>
                  <a:gd name="T7" fmla="*/ 622 h 44"/>
                  <a:gd name="T8" fmla="*/ 208 w 16"/>
                  <a:gd name="T9" fmla="*/ 282 h 44"/>
                  <a:gd name="T10" fmla="*/ 33 w 16"/>
                  <a:gd name="T11" fmla="*/ 191 h 44"/>
                  <a:gd name="T12" fmla="*/ 0 w 16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4">
                    <a:moveTo>
                      <a:pt x="3" y="14"/>
                    </a:moveTo>
                    <a:cubicBezTo>
                      <a:pt x="6" y="19"/>
                      <a:pt x="7" y="22"/>
                      <a:pt x="9" y="27"/>
                    </a:cubicBezTo>
                    <a:cubicBezTo>
                      <a:pt x="11" y="33"/>
                      <a:pt x="10" y="39"/>
                      <a:pt x="11" y="44"/>
                    </a:cubicBezTo>
                    <a:cubicBezTo>
                      <a:pt x="11" y="40"/>
                      <a:pt x="13" y="34"/>
                      <a:pt x="16" y="33"/>
                    </a:cubicBezTo>
                    <a:cubicBezTo>
                      <a:pt x="11" y="31"/>
                      <a:pt x="9" y="20"/>
                      <a:pt x="13" y="15"/>
                    </a:cubicBezTo>
                    <a:cubicBezTo>
                      <a:pt x="10" y="13"/>
                      <a:pt x="4" y="14"/>
                      <a:pt x="2" y="10"/>
                    </a:cubicBezTo>
                    <a:cubicBezTo>
                      <a:pt x="0" y="8"/>
                      <a:pt x="3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4" name="Freeform 752">
                <a:extLst>
                  <a:ext uri="{FF2B5EF4-FFF2-40B4-BE49-F238E27FC236}">
                    <a16:creationId xmlns:a16="http://schemas.microsoft.com/office/drawing/2014/main" id="{10212DB6-B2A8-4F32-BF80-DFD8C5175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1829"/>
                <a:ext cx="110" cy="46"/>
              </a:xfrm>
              <a:custGeom>
                <a:avLst/>
                <a:gdLst>
                  <a:gd name="T0" fmla="*/ 0 w 44"/>
                  <a:gd name="T1" fmla="*/ 0 h 17"/>
                  <a:gd name="T2" fmla="*/ 313 w 44"/>
                  <a:gd name="T3" fmla="*/ 81 h 17"/>
                  <a:gd name="T4" fmla="*/ 688 w 44"/>
                  <a:gd name="T5" fmla="*/ 198 h 17"/>
                  <a:gd name="T6" fmla="*/ 500 w 44"/>
                  <a:gd name="T7" fmla="*/ 336 h 17"/>
                  <a:gd name="T8" fmla="*/ 333 w 44"/>
                  <a:gd name="T9" fmla="*/ 235 h 17"/>
                  <a:gd name="T10" fmla="*/ 188 w 44"/>
                  <a:gd name="T11" fmla="*/ 3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7">
                    <a:moveTo>
                      <a:pt x="0" y="0"/>
                    </a:moveTo>
                    <a:cubicBezTo>
                      <a:pt x="9" y="0"/>
                      <a:pt x="12" y="0"/>
                      <a:pt x="20" y="4"/>
                    </a:cubicBezTo>
                    <a:cubicBezTo>
                      <a:pt x="28" y="8"/>
                      <a:pt x="35" y="8"/>
                      <a:pt x="44" y="10"/>
                    </a:cubicBezTo>
                    <a:cubicBezTo>
                      <a:pt x="38" y="10"/>
                      <a:pt x="31" y="10"/>
                      <a:pt x="32" y="17"/>
                    </a:cubicBezTo>
                    <a:cubicBezTo>
                      <a:pt x="33" y="11"/>
                      <a:pt x="26" y="10"/>
                      <a:pt x="21" y="12"/>
                    </a:cubicBezTo>
                    <a:cubicBezTo>
                      <a:pt x="20" y="7"/>
                      <a:pt x="15" y="6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5" name="Freeform 753">
                <a:extLst>
                  <a:ext uri="{FF2B5EF4-FFF2-40B4-BE49-F238E27FC236}">
                    <a16:creationId xmlns:a16="http://schemas.microsoft.com/office/drawing/2014/main" id="{71C637B8-32E4-4F92-8A81-7E2A8ABCF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2035"/>
                <a:ext cx="67" cy="74"/>
              </a:xfrm>
              <a:custGeom>
                <a:avLst/>
                <a:gdLst>
                  <a:gd name="T0" fmla="*/ 0 w 27"/>
                  <a:gd name="T1" fmla="*/ 481 h 28"/>
                  <a:gd name="T2" fmla="*/ 412 w 27"/>
                  <a:gd name="T3" fmla="*/ 0 h 28"/>
                  <a:gd name="T4" fmla="*/ 400 w 27"/>
                  <a:gd name="T5" fmla="*/ 238 h 28"/>
                  <a:gd name="T6" fmla="*/ 320 w 27"/>
                  <a:gd name="T7" fmla="*/ 426 h 28"/>
                  <a:gd name="T8" fmla="*/ 228 w 27"/>
                  <a:gd name="T9" fmla="*/ 518 h 28"/>
                  <a:gd name="T10" fmla="*/ 74 w 27"/>
                  <a:gd name="T11" fmla="*/ 497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8">
                    <a:moveTo>
                      <a:pt x="0" y="26"/>
                    </a:moveTo>
                    <a:cubicBezTo>
                      <a:pt x="15" y="26"/>
                      <a:pt x="23" y="11"/>
                      <a:pt x="27" y="0"/>
                    </a:cubicBezTo>
                    <a:cubicBezTo>
                      <a:pt x="24" y="4"/>
                      <a:pt x="24" y="9"/>
                      <a:pt x="26" y="13"/>
                    </a:cubicBezTo>
                    <a:cubicBezTo>
                      <a:pt x="21" y="13"/>
                      <a:pt x="21" y="19"/>
                      <a:pt x="21" y="23"/>
                    </a:cubicBezTo>
                    <a:cubicBezTo>
                      <a:pt x="16" y="21"/>
                      <a:pt x="14" y="25"/>
                      <a:pt x="15" y="28"/>
                    </a:cubicBezTo>
                    <a:cubicBezTo>
                      <a:pt x="12" y="27"/>
                      <a:pt x="8" y="26"/>
                      <a:pt x="5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6" name="Freeform 754">
                <a:extLst>
                  <a:ext uri="{FF2B5EF4-FFF2-40B4-BE49-F238E27FC236}">
                    <a16:creationId xmlns:a16="http://schemas.microsoft.com/office/drawing/2014/main" id="{7B87E68A-A51A-4CA3-8B72-58062C2B7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2395"/>
                <a:ext cx="83" cy="37"/>
              </a:xfrm>
              <a:custGeom>
                <a:avLst/>
                <a:gdLst>
                  <a:gd name="T0" fmla="*/ 0 w 33"/>
                  <a:gd name="T1" fmla="*/ 238 h 14"/>
                  <a:gd name="T2" fmla="*/ 526 w 33"/>
                  <a:gd name="T3" fmla="*/ 21 h 14"/>
                  <a:gd name="T4" fmla="*/ 430 w 33"/>
                  <a:gd name="T5" fmla="*/ 204 h 14"/>
                  <a:gd name="T6" fmla="*/ 304 w 33"/>
                  <a:gd name="T7" fmla="*/ 225 h 14"/>
                  <a:gd name="T8" fmla="*/ 146 w 33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4">
                    <a:moveTo>
                      <a:pt x="0" y="13"/>
                    </a:moveTo>
                    <a:cubicBezTo>
                      <a:pt x="12" y="14"/>
                      <a:pt x="21" y="0"/>
                      <a:pt x="33" y="1"/>
                    </a:cubicBezTo>
                    <a:cubicBezTo>
                      <a:pt x="29" y="2"/>
                      <a:pt x="25" y="6"/>
                      <a:pt x="27" y="11"/>
                    </a:cubicBezTo>
                    <a:cubicBezTo>
                      <a:pt x="25" y="3"/>
                      <a:pt x="20" y="8"/>
                      <a:pt x="19" y="12"/>
                    </a:cubicBezTo>
                    <a:cubicBezTo>
                      <a:pt x="16" y="10"/>
                      <a:pt x="12" y="10"/>
                      <a:pt x="9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7" name="Freeform 755">
                <a:extLst>
                  <a:ext uri="{FF2B5EF4-FFF2-40B4-BE49-F238E27FC236}">
                    <a16:creationId xmlns:a16="http://schemas.microsoft.com/office/drawing/2014/main" id="{753785EB-2955-4998-A185-2BD47F839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2608"/>
                <a:ext cx="38" cy="120"/>
              </a:xfrm>
              <a:custGeom>
                <a:avLst/>
                <a:gdLst>
                  <a:gd name="T0" fmla="*/ 96 w 15"/>
                  <a:gd name="T1" fmla="*/ 149 h 45"/>
                  <a:gd name="T2" fmla="*/ 160 w 15"/>
                  <a:gd name="T3" fmla="*/ 477 h 45"/>
                  <a:gd name="T4" fmla="*/ 20 w 15"/>
                  <a:gd name="T5" fmla="*/ 853 h 45"/>
                  <a:gd name="T6" fmla="*/ 213 w 15"/>
                  <a:gd name="T7" fmla="*/ 683 h 45"/>
                  <a:gd name="T8" fmla="*/ 243 w 15"/>
                  <a:gd name="T9" fmla="*/ 363 h 45"/>
                  <a:gd name="T10" fmla="*/ 180 w 15"/>
                  <a:gd name="T11" fmla="*/ 227 h 45"/>
                  <a:gd name="T12" fmla="*/ 160 w 15"/>
                  <a:gd name="T13" fmla="*/ 77 h 45"/>
                  <a:gd name="T14" fmla="*/ 0 w 15"/>
                  <a:gd name="T15" fmla="*/ 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45">
                    <a:moveTo>
                      <a:pt x="6" y="8"/>
                    </a:moveTo>
                    <a:cubicBezTo>
                      <a:pt x="9" y="14"/>
                      <a:pt x="11" y="19"/>
                      <a:pt x="10" y="25"/>
                    </a:cubicBezTo>
                    <a:cubicBezTo>
                      <a:pt x="9" y="33"/>
                      <a:pt x="1" y="37"/>
                      <a:pt x="1" y="45"/>
                    </a:cubicBezTo>
                    <a:cubicBezTo>
                      <a:pt x="5" y="42"/>
                      <a:pt x="8" y="38"/>
                      <a:pt x="13" y="36"/>
                    </a:cubicBezTo>
                    <a:cubicBezTo>
                      <a:pt x="11" y="29"/>
                      <a:pt x="15" y="25"/>
                      <a:pt x="15" y="19"/>
                    </a:cubicBezTo>
                    <a:cubicBezTo>
                      <a:pt x="14" y="17"/>
                      <a:pt x="12" y="15"/>
                      <a:pt x="11" y="12"/>
                    </a:cubicBezTo>
                    <a:cubicBezTo>
                      <a:pt x="10" y="10"/>
                      <a:pt x="11" y="6"/>
                      <a:pt x="10" y="4"/>
                    </a:cubicBezTo>
                    <a:cubicBezTo>
                      <a:pt x="6" y="7"/>
                      <a:pt x="1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8" name="Freeform 756">
                <a:extLst>
                  <a:ext uri="{FF2B5EF4-FFF2-40B4-BE49-F238E27FC236}">
                    <a16:creationId xmlns:a16="http://schemas.microsoft.com/office/drawing/2014/main" id="{43794C4A-6F9B-4903-B8CF-B5DA67A3E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2789"/>
                <a:ext cx="120" cy="35"/>
              </a:xfrm>
              <a:custGeom>
                <a:avLst/>
                <a:gdLst>
                  <a:gd name="T0" fmla="*/ 0 w 48"/>
                  <a:gd name="T1" fmla="*/ 0 h 13"/>
                  <a:gd name="T2" fmla="*/ 375 w 48"/>
                  <a:gd name="T3" fmla="*/ 81 h 13"/>
                  <a:gd name="T4" fmla="*/ 750 w 48"/>
                  <a:gd name="T5" fmla="*/ 159 h 13"/>
                  <a:gd name="T6" fmla="*/ 520 w 48"/>
                  <a:gd name="T7" fmla="*/ 253 h 13"/>
                  <a:gd name="T8" fmla="*/ 345 w 48"/>
                  <a:gd name="T9" fmla="*/ 197 h 13"/>
                  <a:gd name="T10" fmla="*/ 188 w 48"/>
                  <a:gd name="T11" fmla="*/ 116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3">
                    <a:moveTo>
                      <a:pt x="0" y="0"/>
                    </a:moveTo>
                    <a:cubicBezTo>
                      <a:pt x="9" y="3"/>
                      <a:pt x="14" y="5"/>
                      <a:pt x="24" y="4"/>
                    </a:cubicBezTo>
                    <a:cubicBezTo>
                      <a:pt x="30" y="4"/>
                      <a:pt x="45" y="1"/>
                      <a:pt x="48" y="8"/>
                    </a:cubicBezTo>
                    <a:cubicBezTo>
                      <a:pt x="43" y="4"/>
                      <a:pt x="33" y="4"/>
                      <a:pt x="33" y="13"/>
                    </a:cubicBezTo>
                    <a:cubicBezTo>
                      <a:pt x="34" y="5"/>
                      <a:pt x="25" y="7"/>
                      <a:pt x="22" y="10"/>
                    </a:cubicBezTo>
                    <a:cubicBezTo>
                      <a:pt x="20" y="6"/>
                      <a:pt x="16" y="4"/>
                      <a:pt x="1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9" name="Freeform 757">
                <a:extLst>
                  <a:ext uri="{FF2B5EF4-FFF2-40B4-BE49-F238E27FC236}">
                    <a16:creationId xmlns:a16="http://schemas.microsoft.com/office/drawing/2014/main" id="{E66D8552-E7D3-4E53-AD29-0D8A152D2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2512"/>
                <a:ext cx="73" cy="99"/>
              </a:xfrm>
              <a:custGeom>
                <a:avLst/>
                <a:gdLst>
                  <a:gd name="T0" fmla="*/ 335 w 29"/>
                  <a:gd name="T1" fmla="*/ 136 h 37"/>
                  <a:gd name="T2" fmla="*/ 63 w 29"/>
                  <a:gd name="T3" fmla="*/ 573 h 37"/>
                  <a:gd name="T4" fmla="*/ 463 w 29"/>
                  <a:gd name="T5" fmla="*/ 500 h 37"/>
                  <a:gd name="T6" fmla="*/ 380 w 29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7">
                    <a:moveTo>
                      <a:pt x="21" y="7"/>
                    </a:moveTo>
                    <a:cubicBezTo>
                      <a:pt x="16" y="11"/>
                      <a:pt x="0" y="23"/>
                      <a:pt x="4" y="30"/>
                    </a:cubicBezTo>
                    <a:cubicBezTo>
                      <a:pt x="7" y="37"/>
                      <a:pt x="23" y="27"/>
                      <a:pt x="29" y="26"/>
                    </a:cubicBezTo>
                    <a:cubicBezTo>
                      <a:pt x="7" y="31"/>
                      <a:pt x="23" y="9"/>
                      <a:pt x="24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0" name="Freeform 758">
                <a:extLst>
                  <a:ext uri="{FF2B5EF4-FFF2-40B4-BE49-F238E27FC236}">
                    <a16:creationId xmlns:a16="http://schemas.microsoft.com/office/drawing/2014/main" id="{493D1E62-6D30-4F23-A8D1-96E02D7E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381"/>
                <a:ext cx="65" cy="80"/>
              </a:xfrm>
              <a:custGeom>
                <a:avLst/>
                <a:gdLst>
                  <a:gd name="T0" fmla="*/ 0 w 26"/>
                  <a:gd name="T1" fmla="*/ 419 h 30"/>
                  <a:gd name="T2" fmla="*/ 113 w 26"/>
                  <a:gd name="T3" fmla="*/ 568 h 30"/>
                  <a:gd name="T4" fmla="*/ 95 w 26"/>
                  <a:gd name="T5" fmla="*/ 28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0">
                    <a:moveTo>
                      <a:pt x="0" y="22"/>
                    </a:moveTo>
                    <a:cubicBezTo>
                      <a:pt x="5" y="0"/>
                      <a:pt x="26" y="14"/>
                      <a:pt x="7" y="30"/>
                    </a:cubicBezTo>
                    <a:cubicBezTo>
                      <a:pt x="9" y="25"/>
                      <a:pt x="9" y="20"/>
                      <a:pt x="6" y="15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1" name="Freeform 759">
                <a:extLst>
                  <a:ext uri="{FF2B5EF4-FFF2-40B4-BE49-F238E27FC236}">
                    <a16:creationId xmlns:a16="http://schemas.microsoft.com/office/drawing/2014/main" id="{4AFF6EDD-FA03-4361-B8E6-248F843A7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23"/>
                <a:ext cx="92" cy="88"/>
              </a:xfrm>
              <a:custGeom>
                <a:avLst/>
                <a:gdLst>
                  <a:gd name="T0" fmla="*/ 403 w 37"/>
                  <a:gd name="T1" fmla="*/ 21 h 33"/>
                  <a:gd name="T2" fmla="*/ 0 w 37"/>
                  <a:gd name="T3" fmla="*/ 307 h 33"/>
                  <a:gd name="T4" fmla="*/ 383 w 37"/>
                  <a:gd name="T5" fmla="*/ 397 h 33"/>
                  <a:gd name="T6" fmla="*/ 308 w 37"/>
                  <a:gd name="T7" fmla="*/ 205 h 33"/>
                  <a:gd name="T8" fmla="*/ 569 w 37"/>
                  <a:gd name="T9" fmla="*/ 2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26" y="1"/>
                    </a:moveTo>
                    <a:cubicBezTo>
                      <a:pt x="18" y="0"/>
                      <a:pt x="0" y="4"/>
                      <a:pt x="0" y="16"/>
                    </a:cubicBezTo>
                    <a:cubicBezTo>
                      <a:pt x="1" y="27"/>
                      <a:pt x="20" y="33"/>
                      <a:pt x="25" y="21"/>
                    </a:cubicBezTo>
                    <a:cubicBezTo>
                      <a:pt x="15" y="24"/>
                      <a:pt x="17" y="16"/>
                      <a:pt x="20" y="11"/>
                    </a:cubicBezTo>
                    <a:cubicBezTo>
                      <a:pt x="23" y="7"/>
                      <a:pt x="32" y="1"/>
                      <a:pt x="37" y="1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2" name="Freeform 760">
                <a:extLst>
                  <a:ext uri="{FF2B5EF4-FFF2-40B4-BE49-F238E27FC236}">
                    <a16:creationId xmlns:a16="http://schemas.microsoft.com/office/drawing/2014/main" id="{99F1BE49-9C81-462D-AEDE-DDD067226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053"/>
                <a:ext cx="119" cy="78"/>
              </a:xfrm>
              <a:custGeom>
                <a:avLst/>
                <a:gdLst>
                  <a:gd name="T0" fmla="*/ 444 w 48"/>
                  <a:gd name="T1" fmla="*/ 0 h 29"/>
                  <a:gd name="T2" fmla="*/ 245 w 48"/>
                  <a:gd name="T3" fmla="*/ 449 h 29"/>
                  <a:gd name="T4" fmla="*/ 731 w 48"/>
                  <a:gd name="T5" fmla="*/ 159 h 29"/>
                  <a:gd name="T6" fmla="*/ 454 w 48"/>
                  <a:gd name="T7" fmla="*/ 11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29">
                    <a:moveTo>
                      <a:pt x="29" y="0"/>
                    </a:moveTo>
                    <a:cubicBezTo>
                      <a:pt x="26" y="8"/>
                      <a:pt x="0" y="13"/>
                      <a:pt x="16" y="23"/>
                    </a:cubicBezTo>
                    <a:cubicBezTo>
                      <a:pt x="26" y="29"/>
                      <a:pt x="48" y="18"/>
                      <a:pt x="48" y="8"/>
                    </a:cubicBezTo>
                    <a:cubicBezTo>
                      <a:pt x="42" y="25"/>
                      <a:pt x="14" y="14"/>
                      <a:pt x="30" y="6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3" name="Freeform 761">
                <a:extLst>
                  <a:ext uri="{FF2B5EF4-FFF2-40B4-BE49-F238E27FC236}">
                    <a16:creationId xmlns:a16="http://schemas.microsoft.com/office/drawing/2014/main" id="{4B87945C-83D5-45B4-9F98-5758BA144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008"/>
                <a:ext cx="100" cy="48"/>
              </a:xfrm>
              <a:custGeom>
                <a:avLst/>
                <a:gdLst>
                  <a:gd name="T0" fmla="*/ 95 w 40"/>
                  <a:gd name="T1" fmla="*/ 0 h 18"/>
                  <a:gd name="T2" fmla="*/ 0 w 40"/>
                  <a:gd name="T3" fmla="*/ 285 h 18"/>
                  <a:gd name="T4" fmla="*/ 363 w 40"/>
                  <a:gd name="T5" fmla="*/ 11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8">
                    <a:moveTo>
                      <a:pt x="6" y="0"/>
                    </a:moveTo>
                    <a:cubicBezTo>
                      <a:pt x="15" y="13"/>
                      <a:pt x="13" y="11"/>
                      <a:pt x="0" y="15"/>
                    </a:cubicBezTo>
                    <a:cubicBezTo>
                      <a:pt x="6" y="18"/>
                      <a:pt x="40" y="18"/>
                      <a:pt x="23" y="6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4" name="Freeform 762">
                <a:extLst>
                  <a:ext uri="{FF2B5EF4-FFF2-40B4-BE49-F238E27FC236}">
                    <a16:creationId xmlns:a16="http://schemas.microsoft.com/office/drawing/2014/main" id="{CA9917AB-7BFA-43E3-8257-9C3F9BEEB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853"/>
                <a:ext cx="55" cy="35"/>
              </a:xfrm>
              <a:custGeom>
                <a:avLst/>
                <a:gdLst>
                  <a:gd name="T0" fmla="*/ 0 w 22"/>
                  <a:gd name="T1" fmla="*/ 22 h 13"/>
                  <a:gd name="T2" fmla="*/ 158 w 22"/>
                  <a:gd name="T3" fmla="*/ 253 h 13"/>
                  <a:gd name="T4" fmla="*/ 345 w 22"/>
                  <a:gd name="T5" fmla="*/ 116 h 13"/>
                  <a:gd name="T6" fmla="*/ 63 w 22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3">
                    <a:moveTo>
                      <a:pt x="0" y="1"/>
                    </a:moveTo>
                    <a:cubicBezTo>
                      <a:pt x="5" y="4"/>
                      <a:pt x="8" y="8"/>
                      <a:pt x="10" y="13"/>
                    </a:cubicBezTo>
                    <a:cubicBezTo>
                      <a:pt x="13" y="9"/>
                      <a:pt x="16" y="4"/>
                      <a:pt x="22" y="6"/>
                    </a:cubicBezTo>
                    <a:cubicBezTo>
                      <a:pt x="16" y="6"/>
                      <a:pt x="8" y="5"/>
                      <a:pt x="4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5" name="Freeform 763">
                <a:extLst>
                  <a:ext uri="{FF2B5EF4-FFF2-40B4-BE49-F238E27FC236}">
                    <a16:creationId xmlns:a16="http://schemas.microsoft.com/office/drawing/2014/main" id="{C40D773E-790B-40DF-8529-E52BBA689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2744"/>
                <a:ext cx="34" cy="40"/>
              </a:xfrm>
              <a:custGeom>
                <a:avLst/>
                <a:gdLst>
                  <a:gd name="T0" fmla="*/ 0 w 14"/>
                  <a:gd name="T1" fmla="*/ 56 h 15"/>
                  <a:gd name="T2" fmla="*/ 202 w 14"/>
                  <a:gd name="T3" fmla="*/ 35 h 15"/>
                  <a:gd name="T4" fmla="*/ 189 w 14"/>
                  <a:gd name="T5" fmla="*/ 285 h 15"/>
                  <a:gd name="T6" fmla="*/ 0 w 14"/>
                  <a:gd name="T7" fmla="*/ 3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0" y="3"/>
                    </a:moveTo>
                    <a:cubicBezTo>
                      <a:pt x="5" y="5"/>
                      <a:pt x="9" y="2"/>
                      <a:pt x="14" y="2"/>
                    </a:cubicBezTo>
                    <a:cubicBezTo>
                      <a:pt x="14" y="5"/>
                      <a:pt x="13" y="11"/>
                      <a:pt x="13" y="15"/>
                    </a:cubicBezTo>
                    <a:cubicBezTo>
                      <a:pt x="13" y="8"/>
                      <a:pt x="8" y="0"/>
                      <a:pt x="0" y="2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6" name="Freeform 764">
                <a:extLst>
                  <a:ext uri="{FF2B5EF4-FFF2-40B4-BE49-F238E27FC236}">
                    <a16:creationId xmlns:a16="http://schemas.microsoft.com/office/drawing/2014/main" id="{5124B994-437C-4354-8D10-4D9F844E4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797"/>
                <a:ext cx="40" cy="40"/>
              </a:xfrm>
              <a:custGeom>
                <a:avLst/>
                <a:gdLst>
                  <a:gd name="T0" fmla="*/ 0 w 16"/>
                  <a:gd name="T1" fmla="*/ 285 h 15"/>
                  <a:gd name="T2" fmla="*/ 250 w 16"/>
                  <a:gd name="T3" fmla="*/ 192 h 15"/>
                  <a:gd name="T4" fmla="*/ 95 w 16"/>
                  <a:gd name="T5" fmla="*/ 0 h 15"/>
                  <a:gd name="T6" fmla="*/ 0 w 16"/>
                  <a:gd name="T7" fmla="*/ 20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15"/>
                    </a:moveTo>
                    <a:cubicBezTo>
                      <a:pt x="5" y="12"/>
                      <a:pt x="10" y="9"/>
                      <a:pt x="16" y="10"/>
                    </a:cubicBezTo>
                    <a:cubicBezTo>
                      <a:pt x="11" y="9"/>
                      <a:pt x="8" y="4"/>
                      <a:pt x="6" y="0"/>
                    </a:cubicBezTo>
                    <a:cubicBezTo>
                      <a:pt x="5" y="3"/>
                      <a:pt x="3" y="8"/>
                      <a:pt x="0" y="11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7" name="Freeform 765">
                <a:extLst>
                  <a:ext uri="{FF2B5EF4-FFF2-40B4-BE49-F238E27FC236}">
                    <a16:creationId xmlns:a16="http://schemas.microsoft.com/office/drawing/2014/main" id="{70EA0E15-ECAC-467E-A784-650D5FACE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347"/>
                <a:ext cx="415" cy="408"/>
              </a:xfrm>
              <a:custGeom>
                <a:avLst/>
                <a:gdLst>
                  <a:gd name="T0" fmla="*/ 1613 w 166"/>
                  <a:gd name="T1" fmla="*/ 0 h 153"/>
                  <a:gd name="T2" fmla="*/ 1500 w 166"/>
                  <a:gd name="T3" fmla="*/ 35 h 153"/>
                  <a:gd name="T4" fmla="*/ 2113 w 166"/>
                  <a:gd name="T5" fmla="*/ 205 h 153"/>
                  <a:gd name="T6" fmla="*/ 2220 w 166"/>
                  <a:gd name="T7" fmla="*/ 853 h 153"/>
                  <a:gd name="T8" fmla="*/ 1438 w 166"/>
                  <a:gd name="T9" fmla="*/ 1216 h 153"/>
                  <a:gd name="T10" fmla="*/ 1050 w 166"/>
                  <a:gd name="T11" fmla="*/ 1685 h 153"/>
                  <a:gd name="T12" fmla="*/ 1958 w 166"/>
                  <a:gd name="T13" fmla="*/ 1101 h 153"/>
                  <a:gd name="T14" fmla="*/ 2458 w 166"/>
                  <a:gd name="T15" fmla="*/ 1195 h 153"/>
                  <a:gd name="T16" fmla="*/ 2520 w 166"/>
                  <a:gd name="T17" fmla="*/ 1800 h 153"/>
                  <a:gd name="T18" fmla="*/ 2408 w 166"/>
                  <a:gd name="T19" fmla="*/ 2368 h 153"/>
                  <a:gd name="T20" fmla="*/ 2083 w 166"/>
                  <a:gd name="T21" fmla="*/ 2389 h 153"/>
                  <a:gd name="T22" fmla="*/ 1458 w 166"/>
                  <a:gd name="T23" fmla="*/ 2253 h 153"/>
                  <a:gd name="T24" fmla="*/ 1313 w 166"/>
                  <a:gd name="T25" fmla="*/ 2483 h 153"/>
                  <a:gd name="T26" fmla="*/ 970 w 166"/>
                  <a:gd name="T27" fmla="*/ 2675 h 153"/>
                  <a:gd name="T28" fmla="*/ 313 w 166"/>
                  <a:gd name="T29" fmla="*/ 2808 h 153"/>
                  <a:gd name="T30" fmla="*/ 63 w 166"/>
                  <a:gd name="T31" fmla="*/ 1992 h 153"/>
                  <a:gd name="T32" fmla="*/ 145 w 166"/>
                  <a:gd name="T33" fmla="*/ 1195 h 153"/>
                  <a:gd name="T34" fmla="*/ 550 w 166"/>
                  <a:gd name="T35" fmla="*/ 989 h 1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6" h="153">
                    <a:moveTo>
                      <a:pt x="103" y="0"/>
                    </a:moveTo>
                    <a:cubicBezTo>
                      <a:pt x="100" y="0"/>
                      <a:pt x="98" y="1"/>
                      <a:pt x="96" y="2"/>
                    </a:cubicBezTo>
                    <a:cubicBezTo>
                      <a:pt x="100" y="14"/>
                      <a:pt x="126" y="8"/>
                      <a:pt x="135" y="11"/>
                    </a:cubicBezTo>
                    <a:cubicBezTo>
                      <a:pt x="152" y="17"/>
                      <a:pt x="155" y="33"/>
                      <a:pt x="142" y="45"/>
                    </a:cubicBezTo>
                    <a:cubicBezTo>
                      <a:pt x="127" y="59"/>
                      <a:pt x="111" y="62"/>
                      <a:pt x="92" y="64"/>
                    </a:cubicBezTo>
                    <a:cubicBezTo>
                      <a:pt x="84" y="65"/>
                      <a:pt x="53" y="74"/>
                      <a:pt x="67" y="89"/>
                    </a:cubicBezTo>
                    <a:cubicBezTo>
                      <a:pt x="84" y="107"/>
                      <a:pt x="111" y="64"/>
                      <a:pt x="125" y="58"/>
                    </a:cubicBezTo>
                    <a:cubicBezTo>
                      <a:pt x="136" y="53"/>
                      <a:pt x="148" y="53"/>
                      <a:pt x="157" y="63"/>
                    </a:cubicBezTo>
                    <a:cubicBezTo>
                      <a:pt x="166" y="74"/>
                      <a:pt x="164" y="83"/>
                      <a:pt x="161" y="95"/>
                    </a:cubicBezTo>
                    <a:cubicBezTo>
                      <a:pt x="159" y="105"/>
                      <a:pt x="158" y="116"/>
                      <a:pt x="154" y="125"/>
                    </a:cubicBezTo>
                    <a:cubicBezTo>
                      <a:pt x="147" y="136"/>
                      <a:pt x="145" y="133"/>
                      <a:pt x="133" y="126"/>
                    </a:cubicBezTo>
                    <a:cubicBezTo>
                      <a:pt x="121" y="119"/>
                      <a:pt x="106" y="110"/>
                      <a:pt x="93" y="119"/>
                    </a:cubicBezTo>
                    <a:cubicBezTo>
                      <a:pt x="89" y="122"/>
                      <a:pt x="87" y="128"/>
                      <a:pt x="84" y="131"/>
                    </a:cubicBezTo>
                    <a:cubicBezTo>
                      <a:pt x="78" y="136"/>
                      <a:pt x="69" y="139"/>
                      <a:pt x="62" y="141"/>
                    </a:cubicBezTo>
                    <a:cubicBezTo>
                      <a:pt x="49" y="146"/>
                      <a:pt x="34" y="153"/>
                      <a:pt x="20" y="148"/>
                    </a:cubicBezTo>
                    <a:cubicBezTo>
                      <a:pt x="1" y="141"/>
                      <a:pt x="5" y="123"/>
                      <a:pt x="4" y="105"/>
                    </a:cubicBezTo>
                    <a:cubicBezTo>
                      <a:pt x="4" y="92"/>
                      <a:pt x="0" y="74"/>
                      <a:pt x="9" y="63"/>
                    </a:cubicBezTo>
                    <a:cubicBezTo>
                      <a:pt x="16" y="54"/>
                      <a:pt x="31" y="59"/>
                      <a:pt x="35" y="52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8" name="Freeform 766">
                <a:extLst>
                  <a:ext uri="{FF2B5EF4-FFF2-40B4-BE49-F238E27FC236}">
                    <a16:creationId xmlns:a16="http://schemas.microsoft.com/office/drawing/2014/main" id="{E998A66E-B32D-4962-B205-624CBFC2E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811"/>
                <a:ext cx="165" cy="162"/>
              </a:xfrm>
              <a:custGeom>
                <a:avLst/>
                <a:gdLst>
                  <a:gd name="T0" fmla="*/ 0 w 66"/>
                  <a:gd name="T1" fmla="*/ 149 h 61"/>
                  <a:gd name="T2" fmla="*/ 488 w 66"/>
                  <a:gd name="T3" fmla="*/ 133 h 61"/>
                  <a:gd name="T4" fmla="*/ 938 w 66"/>
                  <a:gd name="T5" fmla="*/ 523 h 61"/>
                  <a:gd name="T6" fmla="*/ 845 w 66"/>
                  <a:gd name="T7" fmla="*/ 1142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61">
                    <a:moveTo>
                      <a:pt x="0" y="8"/>
                    </a:moveTo>
                    <a:cubicBezTo>
                      <a:pt x="7" y="0"/>
                      <a:pt x="22" y="3"/>
                      <a:pt x="31" y="7"/>
                    </a:cubicBezTo>
                    <a:cubicBezTo>
                      <a:pt x="39" y="11"/>
                      <a:pt x="55" y="20"/>
                      <a:pt x="60" y="28"/>
                    </a:cubicBezTo>
                    <a:cubicBezTo>
                      <a:pt x="66" y="37"/>
                      <a:pt x="60" y="55"/>
                      <a:pt x="54" y="6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9" name="Freeform 767">
                <a:extLst>
                  <a:ext uri="{FF2B5EF4-FFF2-40B4-BE49-F238E27FC236}">
                    <a16:creationId xmlns:a16="http://schemas.microsoft.com/office/drawing/2014/main" id="{CA553704-8841-4C9C-84D4-D7C6991D0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739"/>
                <a:ext cx="152" cy="168"/>
              </a:xfrm>
              <a:custGeom>
                <a:avLst/>
                <a:gdLst>
                  <a:gd name="T0" fmla="*/ 0 w 61"/>
                  <a:gd name="T1" fmla="*/ 1195 h 63"/>
                  <a:gd name="T2" fmla="*/ 775 w 61"/>
                  <a:gd name="T3" fmla="*/ 875 h 63"/>
                  <a:gd name="T4" fmla="*/ 882 w 61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63">
                    <a:moveTo>
                      <a:pt x="0" y="63"/>
                    </a:moveTo>
                    <a:cubicBezTo>
                      <a:pt x="6" y="46"/>
                      <a:pt x="38" y="56"/>
                      <a:pt x="50" y="46"/>
                    </a:cubicBezTo>
                    <a:cubicBezTo>
                      <a:pt x="61" y="36"/>
                      <a:pt x="56" y="12"/>
                      <a:pt x="57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0" name="Freeform 768">
                <a:extLst>
                  <a:ext uri="{FF2B5EF4-FFF2-40B4-BE49-F238E27FC236}">
                    <a16:creationId xmlns:a16="http://schemas.microsoft.com/office/drawing/2014/main" id="{D64F9DCA-0A36-47E6-A253-09ABD2B98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845"/>
                <a:ext cx="115" cy="24"/>
              </a:xfrm>
              <a:custGeom>
                <a:avLst/>
                <a:gdLst>
                  <a:gd name="T0" fmla="*/ 0 w 46"/>
                  <a:gd name="T1" fmla="*/ 93 h 9"/>
                  <a:gd name="T2" fmla="*/ 470 w 46"/>
                  <a:gd name="T3" fmla="*/ 35 h 9"/>
                  <a:gd name="T4" fmla="*/ 720 w 46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9">
                    <a:moveTo>
                      <a:pt x="0" y="5"/>
                    </a:moveTo>
                    <a:cubicBezTo>
                      <a:pt x="9" y="2"/>
                      <a:pt x="21" y="0"/>
                      <a:pt x="30" y="2"/>
                    </a:cubicBezTo>
                    <a:cubicBezTo>
                      <a:pt x="36" y="3"/>
                      <a:pt x="42" y="7"/>
                      <a:pt x="46" y="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1" name="Freeform 769">
                <a:extLst>
                  <a:ext uri="{FF2B5EF4-FFF2-40B4-BE49-F238E27FC236}">
                    <a16:creationId xmlns:a16="http://schemas.microsoft.com/office/drawing/2014/main" id="{7F8F3EE3-9C87-4AB6-864C-09C725584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752"/>
                <a:ext cx="70" cy="77"/>
              </a:xfrm>
              <a:custGeom>
                <a:avLst/>
                <a:gdLst>
                  <a:gd name="T0" fmla="*/ 0 w 28"/>
                  <a:gd name="T1" fmla="*/ 542 h 29"/>
                  <a:gd name="T2" fmla="*/ 283 w 28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9">
                    <a:moveTo>
                      <a:pt x="0" y="29"/>
                    </a:moveTo>
                    <a:cubicBezTo>
                      <a:pt x="14" y="23"/>
                      <a:pt x="28" y="17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2" name="Freeform 770">
                <a:extLst>
                  <a:ext uri="{FF2B5EF4-FFF2-40B4-BE49-F238E27FC236}">
                    <a16:creationId xmlns:a16="http://schemas.microsoft.com/office/drawing/2014/main" id="{38DCAFED-EBBC-4A1E-9796-035F72593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2344"/>
                <a:ext cx="165" cy="229"/>
              </a:xfrm>
              <a:custGeom>
                <a:avLst/>
                <a:gdLst>
                  <a:gd name="T0" fmla="*/ 0 w 66"/>
                  <a:gd name="T1" fmla="*/ 546 h 86"/>
                  <a:gd name="T2" fmla="*/ 863 w 66"/>
                  <a:gd name="T3" fmla="*/ 490 h 86"/>
                  <a:gd name="T4" fmla="*/ 988 w 66"/>
                  <a:gd name="T5" fmla="*/ 908 h 86"/>
                  <a:gd name="T6" fmla="*/ 1000 w 66"/>
                  <a:gd name="T7" fmla="*/ 1148 h 86"/>
                  <a:gd name="T8" fmla="*/ 738 w 66"/>
                  <a:gd name="T9" fmla="*/ 1624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6">
                    <a:moveTo>
                      <a:pt x="0" y="29"/>
                    </a:moveTo>
                    <a:cubicBezTo>
                      <a:pt x="22" y="23"/>
                      <a:pt x="43" y="0"/>
                      <a:pt x="55" y="26"/>
                    </a:cubicBezTo>
                    <a:cubicBezTo>
                      <a:pt x="60" y="38"/>
                      <a:pt x="61" y="36"/>
                      <a:pt x="63" y="48"/>
                    </a:cubicBezTo>
                    <a:cubicBezTo>
                      <a:pt x="64" y="54"/>
                      <a:pt x="66" y="55"/>
                      <a:pt x="64" y="61"/>
                    </a:cubicBezTo>
                    <a:cubicBezTo>
                      <a:pt x="61" y="70"/>
                      <a:pt x="51" y="77"/>
                      <a:pt x="47" y="86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3" name="Freeform 771">
                <a:extLst>
                  <a:ext uri="{FF2B5EF4-FFF2-40B4-BE49-F238E27FC236}">
                    <a16:creationId xmlns:a16="http://schemas.microsoft.com/office/drawing/2014/main" id="{286A12B2-A331-4F67-A0DB-1E2AB072C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2573"/>
                <a:ext cx="202" cy="144"/>
              </a:xfrm>
              <a:custGeom>
                <a:avLst/>
                <a:gdLst>
                  <a:gd name="T0" fmla="*/ 0 w 81"/>
                  <a:gd name="T1" fmla="*/ 0 h 54"/>
                  <a:gd name="T2" fmla="*/ 262 w 81"/>
                  <a:gd name="T3" fmla="*/ 136 h 54"/>
                  <a:gd name="T4" fmla="*/ 696 w 81"/>
                  <a:gd name="T5" fmla="*/ 93 h 54"/>
                  <a:gd name="T6" fmla="*/ 1057 w 81"/>
                  <a:gd name="T7" fmla="*/ 419 h 54"/>
                  <a:gd name="T8" fmla="*/ 1037 w 81"/>
                  <a:gd name="T9" fmla="*/ 102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54">
                    <a:moveTo>
                      <a:pt x="0" y="0"/>
                    </a:moveTo>
                    <a:cubicBezTo>
                      <a:pt x="1" y="15"/>
                      <a:pt x="8" y="11"/>
                      <a:pt x="17" y="7"/>
                    </a:cubicBezTo>
                    <a:cubicBezTo>
                      <a:pt x="26" y="3"/>
                      <a:pt x="34" y="1"/>
                      <a:pt x="45" y="5"/>
                    </a:cubicBezTo>
                    <a:cubicBezTo>
                      <a:pt x="54" y="8"/>
                      <a:pt x="61" y="16"/>
                      <a:pt x="68" y="22"/>
                    </a:cubicBezTo>
                    <a:cubicBezTo>
                      <a:pt x="81" y="33"/>
                      <a:pt x="77" y="39"/>
                      <a:pt x="67" y="54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4" name="Freeform 772">
                <a:extLst>
                  <a:ext uri="{FF2B5EF4-FFF2-40B4-BE49-F238E27FC236}">
                    <a16:creationId xmlns:a16="http://schemas.microsoft.com/office/drawing/2014/main" id="{08E2CDB6-A2DE-4141-946E-4FF3639F1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" y="2720"/>
                <a:ext cx="390" cy="192"/>
              </a:xfrm>
              <a:custGeom>
                <a:avLst/>
                <a:gdLst>
                  <a:gd name="T0" fmla="*/ 95 w 156"/>
                  <a:gd name="T1" fmla="*/ 0 h 72"/>
                  <a:gd name="T2" fmla="*/ 645 w 156"/>
                  <a:gd name="T3" fmla="*/ 853 h 72"/>
                  <a:gd name="T4" fmla="*/ 1270 w 156"/>
                  <a:gd name="T5" fmla="*/ 989 h 72"/>
                  <a:gd name="T6" fmla="*/ 1533 w 156"/>
                  <a:gd name="T7" fmla="*/ 533 h 72"/>
                  <a:gd name="T8" fmla="*/ 2033 w 156"/>
                  <a:gd name="T9" fmla="*/ 776 h 72"/>
                  <a:gd name="T10" fmla="*/ 2425 w 156"/>
                  <a:gd name="T11" fmla="*/ 1365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6" h="72">
                    <a:moveTo>
                      <a:pt x="6" y="0"/>
                    </a:moveTo>
                    <a:cubicBezTo>
                      <a:pt x="0" y="22"/>
                      <a:pt x="23" y="39"/>
                      <a:pt x="41" y="45"/>
                    </a:cubicBezTo>
                    <a:cubicBezTo>
                      <a:pt x="52" y="49"/>
                      <a:pt x="70" y="57"/>
                      <a:pt x="81" y="52"/>
                    </a:cubicBezTo>
                    <a:cubicBezTo>
                      <a:pt x="86" y="48"/>
                      <a:pt x="98" y="34"/>
                      <a:pt x="98" y="28"/>
                    </a:cubicBezTo>
                    <a:cubicBezTo>
                      <a:pt x="96" y="38"/>
                      <a:pt x="122" y="38"/>
                      <a:pt x="130" y="41"/>
                    </a:cubicBezTo>
                    <a:cubicBezTo>
                      <a:pt x="144" y="46"/>
                      <a:pt x="156" y="56"/>
                      <a:pt x="155" y="72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5" name="Freeform 773">
                <a:extLst>
                  <a:ext uri="{FF2B5EF4-FFF2-40B4-BE49-F238E27FC236}">
                    <a16:creationId xmlns:a16="http://schemas.microsoft.com/office/drawing/2014/main" id="{E9A8CF2C-6F8D-43C1-BA7B-1EE16E0AC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728"/>
                <a:ext cx="50" cy="69"/>
              </a:xfrm>
              <a:custGeom>
                <a:avLst/>
                <a:gdLst>
                  <a:gd name="T0" fmla="*/ 0 w 20"/>
                  <a:gd name="T1" fmla="*/ 486 h 26"/>
                  <a:gd name="T2" fmla="*/ 313 w 20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6">
                    <a:moveTo>
                      <a:pt x="0" y="26"/>
                    </a:moveTo>
                    <a:cubicBezTo>
                      <a:pt x="3" y="14"/>
                      <a:pt x="10" y="7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6" name="Freeform 774">
                <a:extLst>
                  <a:ext uri="{FF2B5EF4-FFF2-40B4-BE49-F238E27FC236}">
                    <a16:creationId xmlns:a16="http://schemas.microsoft.com/office/drawing/2014/main" id="{7CE0C773-656D-47B8-ACE8-3F9043027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" y="1840"/>
                <a:ext cx="583" cy="237"/>
              </a:xfrm>
              <a:custGeom>
                <a:avLst/>
                <a:gdLst>
                  <a:gd name="T0" fmla="*/ 0 w 233"/>
                  <a:gd name="T1" fmla="*/ 77 h 89"/>
                  <a:gd name="T2" fmla="*/ 533 w 233"/>
                  <a:gd name="T3" fmla="*/ 285 h 89"/>
                  <a:gd name="T4" fmla="*/ 813 w 233"/>
                  <a:gd name="T5" fmla="*/ 682 h 89"/>
                  <a:gd name="T6" fmla="*/ 1471 w 233"/>
                  <a:gd name="T7" fmla="*/ 567 h 89"/>
                  <a:gd name="T8" fmla="*/ 2367 w 233"/>
                  <a:gd name="T9" fmla="*/ 943 h 89"/>
                  <a:gd name="T10" fmla="*/ 2835 w 233"/>
                  <a:gd name="T11" fmla="*/ 1419 h 89"/>
                  <a:gd name="T12" fmla="*/ 3493 w 233"/>
                  <a:gd name="T13" fmla="*/ 1547 h 89"/>
                  <a:gd name="T14" fmla="*/ 3163 w 233"/>
                  <a:gd name="T15" fmla="*/ 1190 h 89"/>
                  <a:gd name="T16" fmla="*/ 2943 w 233"/>
                  <a:gd name="T17" fmla="*/ 660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3" h="89">
                    <a:moveTo>
                      <a:pt x="0" y="4"/>
                    </a:moveTo>
                    <a:cubicBezTo>
                      <a:pt x="15" y="0"/>
                      <a:pt x="23" y="3"/>
                      <a:pt x="34" y="15"/>
                    </a:cubicBezTo>
                    <a:cubicBezTo>
                      <a:pt x="40" y="23"/>
                      <a:pt x="43" y="33"/>
                      <a:pt x="52" y="36"/>
                    </a:cubicBezTo>
                    <a:cubicBezTo>
                      <a:pt x="65" y="41"/>
                      <a:pt x="81" y="30"/>
                      <a:pt x="94" y="30"/>
                    </a:cubicBezTo>
                    <a:cubicBezTo>
                      <a:pt x="112" y="30"/>
                      <a:pt x="136" y="38"/>
                      <a:pt x="151" y="50"/>
                    </a:cubicBezTo>
                    <a:cubicBezTo>
                      <a:pt x="162" y="58"/>
                      <a:pt x="168" y="69"/>
                      <a:pt x="181" y="75"/>
                    </a:cubicBezTo>
                    <a:cubicBezTo>
                      <a:pt x="188" y="78"/>
                      <a:pt x="217" y="89"/>
                      <a:pt x="223" y="82"/>
                    </a:cubicBezTo>
                    <a:cubicBezTo>
                      <a:pt x="233" y="70"/>
                      <a:pt x="208" y="67"/>
                      <a:pt x="202" y="63"/>
                    </a:cubicBezTo>
                    <a:cubicBezTo>
                      <a:pt x="189" y="55"/>
                      <a:pt x="192" y="47"/>
                      <a:pt x="188" y="35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7" name="Freeform 775">
                <a:extLst>
                  <a:ext uri="{FF2B5EF4-FFF2-40B4-BE49-F238E27FC236}">
                    <a16:creationId xmlns:a16="http://schemas.microsoft.com/office/drawing/2014/main" id="{34C45B50-E105-4FF3-8D42-37FB4F81B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965"/>
                <a:ext cx="145" cy="224"/>
              </a:xfrm>
              <a:custGeom>
                <a:avLst/>
                <a:gdLst>
                  <a:gd name="T0" fmla="*/ 500 w 58"/>
                  <a:gd name="T1" fmla="*/ 0 h 84"/>
                  <a:gd name="T2" fmla="*/ 675 w 58"/>
                  <a:gd name="T3" fmla="*/ 1272 h 84"/>
                  <a:gd name="T4" fmla="*/ 313 w 58"/>
                  <a:gd name="T5" fmla="*/ 1421 h 84"/>
                  <a:gd name="T6" fmla="*/ 0 w 58"/>
                  <a:gd name="T7" fmla="*/ 1592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4">
                    <a:moveTo>
                      <a:pt x="32" y="0"/>
                    </a:moveTo>
                    <a:cubicBezTo>
                      <a:pt x="50" y="18"/>
                      <a:pt x="58" y="44"/>
                      <a:pt x="43" y="67"/>
                    </a:cubicBezTo>
                    <a:cubicBezTo>
                      <a:pt x="35" y="77"/>
                      <a:pt x="32" y="75"/>
                      <a:pt x="20" y="75"/>
                    </a:cubicBezTo>
                    <a:cubicBezTo>
                      <a:pt x="12" y="75"/>
                      <a:pt x="0" y="75"/>
                      <a:pt x="0" y="84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8" name="Freeform 776">
                <a:extLst>
                  <a:ext uri="{FF2B5EF4-FFF2-40B4-BE49-F238E27FC236}">
                    <a16:creationId xmlns:a16="http://schemas.microsoft.com/office/drawing/2014/main" id="{2198BC58-3F32-4C72-B120-17A66DB45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165"/>
                <a:ext cx="47" cy="46"/>
              </a:xfrm>
              <a:custGeom>
                <a:avLst/>
                <a:gdLst>
                  <a:gd name="T0" fmla="*/ 0 w 19"/>
                  <a:gd name="T1" fmla="*/ 0 h 17"/>
                  <a:gd name="T2" fmla="*/ 287 w 19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0" y="0"/>
                    </a:moveTo>
                    <a:cubicBezTo>
                      <a:pt x="11" y="3"/>
                      <a:pt x="14" y="8"/>
                      <a:pt x="19" y="17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9" name="Freeform 777">
                <a:extLst>
                  <a:ext uri="{FF2B5EF4-FFF2-40B4-BE49-F238E27FC236}">
                    <a16:creationId xmlns:a16="http://schemas.microsoft.com/office/drawing/2014/main" id="{210C6447-376E-417F-BFA3-61FA40F45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" y="2032"/>
                <a:ext cx="205" cy="75"/>
              </a:xfrm>
              <a:custGeom>
                <a:avLst/>
                <a:gdLst>
                  <a:gd name="T0" fmla="*/ 0 w 82"/>
                  <a:gd name="T1" fmla="*/ 0 h 28"/>
                  <a:gd name="T2" fmla="*/ 750 w 82"/>
                  <a:gd name="T3" fmla="*/ 479 h 28"/>
                  <a:gd name="T4" fmla="*/ 1283 w 82"/>
                  <a:gd name="T5" fmla="*/ 5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28">
                    <a:moveTo>
                      <a:pt x="0" y="0"/>
                    </a:moveTo>
                    <a:cubicBezTo>
                      <a:pt x="7" y="17"/>
                      <a:pt x="32" y="22"/>
                      <a:pt x="48" y="25"/>
                    </a:cubicBezTo>
                    <a:cubicBezTo>
                      <a:pt x="66" y="28"/>
                      <a:pt x="76" y="20"/>
                      <a:pt x="82" y="3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0" name="Freeform 778">
                <a:extLst>
                  <a:ext uri="{FF2B5EF4-FFF2-40B4-BE49-F238E27FC236}">
                    <a16:creationId xmlns:a16="http://schemas.microsoft.com/office/drawing/2014/main" id="{1E0A7835-5AAE-45B9-8C4F-0C4B7E6A4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2083"/>
                <a:ext cx="58" cy="64"/>
              </a:xfrm>
              <a:custGeom>
                <a:avLst/>
                <a:gdLst>
                  <a:gd name="T0" fmla="*/ 0 w 23"/>
                  <a:gd name="T1" fmla="*/ 456 h 24"/>
                  <a:gd name="T2" fmla="*/ 368 w 23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4">
                    <a:moveTo>
                      <a:pt x="0" y="24"/>
                    </a:moveTo>
                    <a:cubicBezTo>
                      <a:pt x="1" y="10"/>
                      <a:pt x="12" y="4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1" name="Freeform 779">
                <a:extLst>
                  <a:ext uri="{FF2B5EF4-FFF2-40B4-BE49-F238E27FC236}">
                    <a16:creationId xmlns:a16="http://schemas.microsoft.com/office/drawing/2014/main" id="{BFB28F86-476C-4856-AA4E-8DAEDE2DE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1531"/>
                <a:ext cx="168" cy="264"/>
              </a:xfrm>
              <a:custGeom>
                <a:avLst/>
                <a:gdLst>
                  <a:gd name="T0" fmla="*/ 0 w 67"/>
                  <a:gd name="T1" fmla="*/ 0 h 99"/>
                  <a:gd name="T2" fmla="*/ 409 w 67"/>
                  <a:gd name="T3" fmla="*/ 435 h 99"/>
                  <a:gd name="T4" fmla="*/ 491 w 67"/>
                  <a:gd name="T5" fmla="*/ 1059 h 99"/>
                  <a:gd name="T6" fmla="*/ 850 w 67"/>
                  <a:gd name="T7" fmla="*/ 1344 h 99"/>
                  <a:gd name="T8" fmla="*/ 1056 w 67"/>
                  <a:gd name="T9" fmla="*/ 1877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99">
                    <a:moveTo>
                      <a:pt x="0" y="0"/>
                    </a:moveTo>
                    <a:cubicBezTo>
                      <a:pt x="9" y="12"/>
                      <a:pt x="21" y="6"/>
                      <a:pt x="26" y="23"/>
                    </a:cubicBezTo>
                    <a:cubicBezTo>
                      <a:pt x="29" y="34"/>
                      <a:pt x="23" y="47"/>
                      <a:pt x="31" y="56"/>
                    </a:cubicBezTo>
                    <a:cubicBezTo>
                      <a:pt x="36" y="63"/>
                      <a:pt x="47" y="65"/>
                      <a:pt x="54" y="71"/>
                    </a:cubicBezTo>
                    <a:cubicBezTo>
                      <a:pt x="62" y="80"/>
                      <a:pt x="61" y="90"/>
                      <a:pt x="67" y="9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2" name="Freeform 780">
                <a:extLst>
                  <a:ext uri="{FF2B5EF4-FFF2-40B4-BE49-F238E27FC236}">
                    <a16:creationId xmlns:a16="http://schemas.microsoft.com/office/drawing/2014/main" id="{B1A81C60-5EA4-478C-A99F-F376C598D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707"/>
                <a:ext cx="67" cy="13"/>
              </a:xfrm>
              <a:custGeom>
                <a:avLst/>
                <a:gdLst>
                  <a:gd name="T0" fmla="*/ 0 w 27"/>
                  <a:gd name="T1" fmla="*/ 88 h 5"/>
                  <a:gd name="T2" fmla="*/ 412 w 27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">
                    <a:moveTo>
                      <a:pt x="0" y="5"/>
                    </a:moveTo>
                    <a:cubicBezTo>
                      <a:pt x="11" y="0"/>
                      <a:pt x="15" y="1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3" name="Freeform 781">
                <a:extLst>
                  <a:ext uri="{FF2B5EF4-FFF2-40B4-BE49-F238E27FC236}">
                    <a16:creationId xmlns:a16="http://schemas.microsoft.com/office/drawing/2014/main" id="{1E417CF4-167C-4B8C-A68D-B9F65E116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397"/>
                <a:ext cx="132" cy="496"/>
              </a:xfrm>
              <a:custGeom>
                <a:avLst/>
                <a:gdLst>
                  <a:gd name="T0" fmla="*/ 446 w 53"/>
                  <a:gd name="T1" fmla="*/ 0 h 186"/>
                  <a:gd name="T2" fmla="*/ 603 w 53"/>
                  <a:gd name="T3" fmla="*/ 1216 h 186"/>
                  <a:gd name="T4" fmla="*/ 199 w 53"/>
                  <a:gd name="T5" fmla="*/ 1331 h 186"/>
                  <a:gd name="T6" fmla="*/ 30 w 53"/>
                  <a:gd name="T7" fmla="*/ 1843 h 186"/>
                  <a:gd name="T8" fmla="*/ 217 w 53"/>
                  <a:gd name="T9" fmla="*/ 2957 h 186"/>
                  <a:gd name="T10" fmla="*/ 653 w 53"/>
                  <a:gd name="T11" fmla="*/ 3037 h 186"/>
                  <a:gd name="T12" fmla="*/ 725 w 53"/>
                  <a:gd name="T13" fmla="*/ 3528 h 1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86">
                    <a:moveTo>
                      <a:pt x="29" y="0"/>
                    </a:moveTo>
                    <a:cubicBezTo>
                      <a:pt x="35" y="15"/>
                      <a:pt x="53" y="52"/>
                      <a:pt x="39" y="64"/>
                    </a:cubicBezTo>
                    <a:cubicBezTo>
                      <a:pt x="32" y="71"/>
                      <a:pt x="21" y="66"/>
                      <a:pt x="13" y="70"/>
                    </a:cubicBezTo>
                    <a:cubicBezTo>
                      <a:pt x="3" y="75"/>
                      <a:pt x="3" y="86"/>
                      <a:pt x="2" y="97"/>
                    </a:cubicBezTo>
                    <a:cubicBezTo>
                      <a:pt x="1" y="110"/>
                      <a:pt x="0" y="148"/>
                      <a:pt x="14" y="156"/>
                    </a:cubicBezTo>
                    <a:cubicBezTo>
                      <a:pt x="23" y="160"/>
                      <a:pt x="33" y="152"/>
                      <a:pt x="42" y="160"/>
                    </a:cubicBezTo>
                    <a:cubicBezTo>
                      <a:pt x="49" y="166"/>
                      <a:pt x="48" y="178"/>
                      <a:pt x="47" y="186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4" name="Freeform 782">
                <a:extLst>
                  <a:ext uri="{FF2B5EF4-FFF2-40B4-BE49-F238E27FC236}">
                    <a16:creationId xmlns:a16="http://schemas.microsoft.com/office/drawing/2014/main" id="{38492315-DF33-4C4F-B2AE-9A18607F7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325"/>
                <a:ext cx="42" cy="158"/>
              </a:xfrm>
              <a:custGeom>
                <a:avLst/>
                <a:gdLst>
                  <a:gd name="T0" fmla="*/ 42 w 17"/>
                  <a:gd name="T1" fmla="*/ 0 h 59"/>
                  <a:gd name="T2" fmla="*/ 195 w 17"/>
                  <a:gd name="T3" fmla="*/ 560 h 59"/>
                  <a:gd name="T4" fmla="*/ 257 w 17"/>
                  <a:gd name="T5" fmla="*/ 1133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9">
                    <a:moveTo>
                      <a:pt x="3" y="0"/>
                    </a:moveTo>
                    <a:cubicBezTo>
                      <a:pt x="0" y="9"/>
                      <a:pt x="13" y="19"/>
                      <a:pt x="13" y="29"/>
                    </a:cubicBezTo>
                    <a:cubicBezTo>
                      <a:pt x="14" y="40"/>
                      <a:pt x="8" y="50"/>
                      <a:pt x="17" y="5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5" name="Freeform 783">
                <a:extLst>
                  <a:ext uri="{FF2B5EF4-FFF2-40B4-BE49-F238E27FC236}">
                    <a16:creationId xmlns:a16="http://schemas.microsoft.com/office/drawing/2014/main" id="{C56BC8E4-ECA6-4C76-839A-0CCCA58C5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1403"/>
                <a:ext cx="245" cy="221"/>
              </a:xfrm>
              <a:custGeom>
                <a:avLst/>
                <a:gdLst>
                  <a:gd name="T0" fmla="*/ 0 w 98"/>
                  <a:gd name="T1" fmla="*/ 682 h 83"/>
                  <a:gd name="T2" fmla="*/ 425 w 98"/>
                  <a:gd name="T3" fmla="*/ 1454 h 83"/>
                  <a:gd name="T4" fmla="*/ 1095 w 98"/>
                  <a:gd name="T5" fmla="*/ 1249 h 83"/>
                  <a:gd name="T6" fmla="*/ 1208 w 98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83">
                    <a:moveTo>
                      <a:pt x="0" y="36"/>
                    </a:moveTo>
                    <a:cubicBezTo>
                      <a:pt x="7" y="48"/>
                      <a:pt x="14" y="71"/>
                      <a:pt x="27" y="77"/>
                    </a:cubicBezTo>
                    <a:cubicBezTo>
                      <a:pt x="42" y="83"/>
                      <a:pt x="58" y="73"/>
                      <a:pt x="70" y="66"/>
                    </a:cubicBezTo>
                    <a:cubicBezTo>
                      <a:pt x="98" y="49"/>
                      <a:pt x="85" y="24"/>
                      <a:pt x="77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6" name="Freeform 784">
                <a:extLst>
                  <a:ext uri="{FF2B5EF4-FFF2-40B4-BE49-F238E27FC236}">
                    <a16:creationId xmlns:a16="http://schemas.microsoft.com/office/drawing/2014/main" id="{3B7A8A77-2532-4859-A328-FF28DD2E9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1600"/>
                <a:ext cx="65" cy="219"/>
              </a:xfrm>
              <a:custGeom>
                <a:avLst/>
                <a:gdLst>
                  <a:gd name="T0" fmla="*/ 145 w 26"/>
                  <a:gd name="T1" fmla="*/ 0 h 82"/>
                  <a:gd name="T2" fmla="*/ 345 w 26"/>
                  <a:gd name="T3" fmla="*/ 799 h 82"/>
                  <a:gd name="T4" fmla="*/ 220 w 26"/>
                  <a:gd name="T5" fmla="*/ 1562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2">
                    <a:moveTo>
                      <a:pt x="9" y="0"/>
                    </a:moveTo>
                    <a:cubicBezTo>
                      <a:pt x="0" y="13"/>
                      <a:pt x="19" y="30"/>
                      <a:pt x="22" y="42"/>
                    </a:cubicBezTo>
                    <a:cubicBezTo>
                      <a:pt x="26" y="56"/>
                      <a:pt x="23" y="72"/>
                      <a:pt x="14" y="82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7" name="Freeform 785">
                <a:extLst>
                  <a:ext uri="{FF2B5EF4-FFF2-40B4-BE49-F238E27FC236}">
                    <a16:creationId xmlns:a16="http://schemas.microsoft.com/office/drawing/2014/main" id="{17A6E8ED-CAD2-4D44-9984-20CAF7BBA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776"/>
                <a:ext cx="20" cy="107"/>
              </a:xfrm>
              <a:custGeom>
                <a:avLst/>
                <a:gdLst>
                  <a:gd name="T0" fmla="*/ 0 w 8"/>
                  <a:gd name="T1" fmla="*/ 0 h 40"/>
                  <a:gd name="T2" fmla="*/ 125 w 8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0">
                    <a:moveTo>
                      <a:pt x="0" y="0"/>
                    </a:moveTo>
                    <a:cubicBezTo>
                      <a:pt x="0" y="16"/>
                      <a:pt x="4" y="27"/>
                      <a:pt x="8" y="4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8" name="Freeform 786">
                <a:extLst>
                  <a:ext uri="{FF2B5EF4-FFF2-40B4-BE49-F238E27FC236}">
                    <a16:creationId xmlns:a16="http://schemas.microsoft.com/office/drawing/2014/main" id="{EDAE1910-193E-45DD-85AD-963323C92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840"/>
                <a:ext cx="23" cy="19"/>
              </a:xfrm>
              <a:custGeom>
                <a:avLst/>
                <a:gdLst>
                  <a:gd name="T0" fmla="*/ 151 w 9"/>
                  <a:gd name="T1" fmla="*/ 0 h 7"/>
                  <a:gd name="T2" fmla="*/ 0 w 9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5" y="1"/>
                      <a:pt x="2" y="3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9" name="Freeform 787">
                <a:extLst>
                  <a:ext uri="{FF2B5EF4-FFF2-40B4-BE49-F238E27FC236}">
                    <a16:creationId xmlns:a16="http://schemas.microsoft.com/office/drawing/2014/main" id="{13B531E3-C552-4624-8085-612D17ACA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1712"/>
                <a:ext cx="122" cy="133"/>
              </a:xfrm>
              <a:custGeom>
                <a:avLst/>
                <a:gdLst>
                  <a:gd name="T0" fmla="*/ 0 w 49"/>
                  <a:gd name="T1" fmla="*/ 0 h 50"/>
                  <a:gd name="T2" fmla="*/ 309 w 49"/>
                  <a:gd name="T3" fmla="*/ 657 h 50"/>
                  <a:gd name="T4" fmla="*/ 757 w 49"/>
                  <a:gd name="T5" fmla="*/ 94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50">
                    <a:moveTo>
                      <a:pt x="0" y="0"/>
                    </a:moveTo>
                    <a:cubicBezTo>
                      <a:pt x="16" y="12"/>
                      <a:pt x="13" y="19"/>
                      <a:pt x="20" y="35"/>
                    </a:cubicBezTo>
                    <a:cubicBezTo>
                      <a:pt x="25" y="50"/>
                      <a:pt x="38" y="43"/>
                      <a:pt x="49" y="5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0" name="Freeform 788">
                <a:extLst>
                  <a:ext uri="{FF2B5EF4-FFF2-40B4-BE49-F238E27FC236}">
                    <a16:creationId xmlns:a16="http://schemas.microsoft.com/office/drawing/2014/main" id="{85F5233D-2483-44FD-9C48-8101262A6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1808"/>
                <a:ext cx="60" cy="16"/>
              </a:xfrm>
              <a:custGeom>
                <a:avLst/>
                <a:gdLst>
                  <a:gd name="T0" fmla="*/ 0 w 24"/>
                  <a:gd name="T1" fmla="*/ 77 h 6"/>
                  <a:gd name="T2" fmla="*/ 375 w 2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">
                    <a:moveTo>
                      <a:pt x="0" y="4"/>
                    </a:moveTo>
                    <a:cubicBezTo>
                      <a:pt x="10" y="0"/>
                      <a:pt x="16" y="3"/>
                      <a:pt x="24" y="6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1" name="Freeform 789">
                <a:extLst>
                  <a:ext uri="{FF2B5EF4-FFF2-40B4-BE49-F238E27FC236}">
                    <a16:creationId xmlns:a16="http://schemas.microsoft.com/office/drawing/2014/main" id="{5B27A13F-9B6B-493F-BC32-FA2373346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344"/>
                <a:ext cx="72" cy="59"/>
              </a:xfrm>
              <a:custGeom>
                <a:avLst/>
                <a:gdLst>
                  <a:gd name="T0" fmla="*/ 0 w 29"/>
                  <a:gd name="T1" fmla="*/ 193 h 22"/>
                  <a:gd name="T2" fmla="*/ 258 w 29"/>
                  <a:gd name="T3" fmla="*/ 424 h 22"/>
                  <a:gd name="T4" fmla="*/ 444 w 29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0" y="10"/>
                    </a:moveTo>
                    <a:cubicBezTo>
                      <a:pt x="6" y="14"/>
                      <a:pt x="10" y="21"/>
                      <a:pt x="17" y="22"/>
                    </a:cubicBezTo>
                    <a:cubicBezTo>
                      <a:pt x="18" y="13"/>
                      <a:pt x="24" y="7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2" name="Freeform 790">
                <a:extLst>
                  <a:ext uri="{FF2B5EF4-FFF2-40B4-BE49-F238E27FC236}">
                    <a16:creationId xmlns:a16="http://schemas.microsoft.com/office/drawing/2014/main" id="{62704112-5C26-47E1-8AC9-3D839484C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1397"/>
                <a:ext cx="162" cy="800"/>
              </a:xfrm>
              <a:custGeom>
                <a:avLst/>
                <a:gdLst>
                  <a:gd name="T0" fmla="*/ 1007 w 65"/>
                  <a:gd name="T1" fmla="*/ 0 h 300"/>
                  <a:gd name="T2" fmla="*/ 404 w 65"/>
                  <a:gd name="T3" fmla="*/ 1173 h 300"/>
                  <a:gd name="T4" fmla="*/ 404 w 65"/>
                  <a:gd name="T5" fmla="*/ 2752 h 300"/>
                  <a:gd name="T6" fmla="*/ 92 w 65"/>
                  <a:gd name="T7" fmla="*/ 3264 h 300"/>
                  <a:gd name="T8" fmla="*/ 0 w 65"/>
                  <a:gd name="T9" fmla="*/ 4040 h 300"/>
                  <a:gd name="T10" fmla="*/ 341 w 65"/>
                  <a:gd name="T11" fmla="*/ 4872 h 300"/>
                  <a:gd name="T12" fmla="*/ 341 w 65"/>
                  <a:gd name="T13" fmla="*/ 5347 h 300"/>
                  <a:gd name="T14" fmla="*/ 292 w 65"/>
                  <a:gd name="T15" fmla="*/ 5653 h 3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300">
                    <a:moveTo>
                      <a:pt x="65" y="0"/>
                    </a:moveTo>
                    <a:cubicBezTo>
                      <a:pt x="50" y="21"/>
                      <a:pt x="30" y="35"/>
                      <a:pt x="26" y="62"/>
                    </a:cubicBezTo>
                    <a:cubicBezTo>
                      <a:pt x="21" y="90"/>
                      <a:pt x="29" y="118"/>
                      <a:pt x="26" y="145"/>
                    </a:cubicBezTo>
                    <a:cubicBezTo>
                      <a:pt x="24" y="164"/>
                      <a:pt x="15" y="159"/>
                      <a:pt x="6" y="172"/>
                    </a:cubicBezTo>
                    <a:cubicBezTo>
                      <a:pt x="0" y="180"/>
                      <a:pt x="0" y="203"/>
                      <a:pt x="0" y="213"/>
                    </a:cubicBezTo>
                    <a:cubicBezTo>
                      <a:pt x="0" y="236"/>
                      <a:pt x="16" y="238"/>
                      <a:pt x="22" y="257"/>
                    </a:cubicBezTo>
                    <a:cubicBezTo>
                      <a:pt x="25" y="265"/>
                      <a:pt x="23" y="274"/>
                      <a:pt x="22" y="282"/>
                    </a:cubicBezTo>
                    <a:cubicBezTo>
                      <a:pt x="22" y="287"/>
                      <a:pt x="22" y="300"/>
                      <a:pt x="19" y="298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3" name="Freeform 791">
                <a:extLst>
                  <a:ext uri="{FF2B5EF4-FFF2-40B4-BE49-F238E27FC236}">
                    <a16:creationId xmlns:a16="http://schemas.microsoft.com/office/drawing/2014/main" id="{4CAA7648-211F-4941-93A0-24C6C2DC9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1645"/>
                <a:ext cx="50" cy="51"/>
              </a:xfrm>
              <a:custGeom>
                <a:avLst/>
                <a:gdLst>
                  <a:gd name="T0" fmla="*/ 20 w 20"/>
                  <a:gd name="T1" fmla="*/ 0 h 19"/>
                  <a:gd name="T2" fmla="*/ 313 w 20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9">
                    <a:moveTo>
                      <a:pt x="1" y="0"/>
                    </a:moveTo>
                    <a:cubicBezTo>
                      <a:pt x="0" y="14"/>
                      <a:pt x="9" y="16"/>
                      <a:pt x="20" y="1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4" name="Freeform 792">
                <a:extLst>
                  <a:ext uri="{FF2B5EF4-FFF2-40B4-BE49-F238E27FC236}">
                    <a16:creationId xmlns:a16="http://schemas.microsoft.com/office/drawing/2014/main" id="{44ADAFB0-E4F2-4A72-AB25-DFEF175E9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125"/>
                <a:ext cx="72" cy="62"/>
              </a:xfrm>
              <a:custGeom>
                <a:avLst/>
                <a:gdLst>
                  <a:gd name="T0" fmla="*/ 0 w 29"/>
                  <a:gd name="T1" fmla="*/ 450 h 23"/>
                  <a:gd name="T2" fmla="*/ 444 w 2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3">
                    <a:moveTo>
                      <a:pt x="0" y="23"/>
                    </a:moveTo>
                    <a:cubicBezTo>
                      <a:pt x="2" y="0"/>
                      <a:pt x="15" y="8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5" name="Freeform 793">
                <a:extLst>
                  <a:ext uri="{FF2B5EF4-FFF2-40B4-BE49-F238E27FC236}">
                    <a16:creationId xmlns:a16="http://schemas.microsoft.com/office/drawing/2014/main" id="{36B10E8E-7D33-4607-9D0B-D76AA69EB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1805"/>
                <a:ext cx="80" cy="24"/>
              </a:xfrm>
              <a:custGeom>
                <a:avLst/>
                <a:gdLst>
                  <a:gd name="T0" fmla="*/ 0 w 32"/>
                  <a:gd name="T1" fmla="*/ 171 h 9"/>
                  <a:gd name="T2" fmla="*/ 500 w 3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9">
                    <a:moveTo>
                      <a:pt x="0" y="9"/>
                    </a:moveTo>
                    <a:cubicBezTo>
                      <a:pt x="9" y="2"/>
                      <a:pt x="20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6" name="Freeform 794">
                <a:extLst>
                  <a:ext uri="{FF2B5EF4-FFF2-40B4-BE49-F238E27FC236}">
                    <a16:creationId xmlns:a16="http://schemas.microsoft.com/office/drawing/2014/main" id="{329F69AD-9F37-4600-BC56-FE1442300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1536"/>
                <a:ext cx="68" cy="128"/>
              </a:xfrm>
              <a:custGeom>
                <a:avLst/>
                <a:gdLst>
                  <a:gd name="T0" fmla="*/ 400 w 27"/>
                  <a:gd name="T1" fmla="*/ 0 h 48"/>
                  <a:gd name="T2" fmla="*/ 272 w 27"/>
                  <a:gd name="T3" fmla="*/ 547 h 48"/>
                  <a:gd name="T4" fmla="*/ 0 w 27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8">
                    <a:moveTo>
                      <a:pt x="25" y="0"/>
                    </a:moveTo>
                    <a:cubicBezTo>
                      <a:pt x="27" y="9"/>
                      <a:pt x="23" y="21"/>
                      <a:pt x="17" y="29"/>
                    </a:cubicBezTo>
                    <a:cubicBezTo>
                      <a:pt x="12" y="36"/>
                      <a:pt x="2" y="38"/>
                      <a:pt x="0" y="48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7" name="Freeform 795">
                <a:extLst>
                  <a:ext uri="{FF2B5EF4-FFF2-40B4-BE49-F238E27FC236}">
                    <a16:creationId xmlns:a16="http://schemas.microsoft.com/office/drawing/2014/main" id="{1D6C81B5-2083-428A-8F3E-F39AC37FA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549"/>
                <a:ext cx="202" cy="243"/>
              </a:xfrm>
              <a:custGeom>
                <a:avLst/>
                <a:gdLst>
                  <a:gd name="T0" fmla="*/ 200 w 81"/>
                  <a:gd name="T1" fmla="*/ 0 h 91"/>
                  <a:gd name="T2" fmla="*/ 30 w 81"/>
                  <a:gd name="T3" fmla="*/ 742 h 91"/>
                  <a:gd name="T4" fmla="*/ 436 w 81"/>
                  <a:gd name="T5" fmla="*/ 1354 h 91"/>
                  <a:gd name="T6" fmla="*/ 840 w 81"/>
                  <a:gd name="T7" fmla="*/ 1677 h 91"/>
                  <a:gd name="T8" fmla="*/ 1257 w 81"/>
                  <a:gd name="T9" fmla="*/ 1391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91">
                    <a:moveTo>
                      <a:pt x="13" y="0"/>
                    </a:moveTo>
                    <a:cubicBezTo>
                      <a:pt x="8" y="10"/>
                      <a:pt x="0" y="27"/>
                      <a:pt x="2" y="39"/>
                    </a:cubicBezTo>
                    <a:cubicBezTo>
                      <a:pt x="4" y="51"/>
                      <a:pt x="20" y="61"/>
                      <a:pt x="28" y="71"/>
                    </a:cubicBezTo>
                    <a:cubicBezTo>
                      <a:pt x="35" y="80"/>
                      <a:pt x="41" y="91"/>
                      <a:pt x="54" y="88"/>
                    </a:cubicBezTo>
                    <a:cubicBezTo>
                      <a:pt x="63" y="86"/>
                      <a:pt x="73" y="62"/>
                      <a:pt x="81" y="73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8" name="Freeform 796">
                <a:extLst>
                  <a:ext uri="{FF2B5EF4-FFF2-40B4-BE49-F238E27FC236}">
                    <a16:creationId xmlns:a16="http://schemas.microsoft.com/office/drawing/2014/main" id="{90F4218C-A5C7-4B1C-8706-17E124EE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344"/>
                <a:ext cx="160" cy="93"/>
              </a:xfrm>
              <a:custGeom>
                <a:avLst/>
                <a:gdLst>
                  <a:gd name="T0" fmla="*/ 33 w 64"/>
                  <a:gd name="T1" fmla="*/ 0 h 35"/>
                  <a:gd name="T2" fmla="*/ 408 w 64"/>
                  <a:gd name="T3" fmla="*/ 465 h 35"/>
                  <a:gd name="T4" fmla="*/ 1000 w 64"/>
                  <a:gd name="T5" fmla="*/ 52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35">
                    <a:moveTo>
                      <a:pt x="2" y="0"/>
                    </a:moveTo>
                    <a:cubicBezTo>
                      <a:pt x="0" y="14"/>
                      <a:pt x="17" y="20"/>
                      <a:pt x="26" y="25"/>
                    </a:cubicBezTo>
                    <a:cubicBezTo>
                      <a:pt x="42" y="34"/>
                      <a:pt x="46" y="35"/>
                      <a:pt x="64" y="28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9" name="Freeform 797">
                <a:extLst>
                  <a:ext uri="{FF2B5EF4-FFF2-40B4-BE49-F238E27FC236}">
                    <a16:creationId xmlns:a16="http://schemas.microsoft.com/office/drawing/2014/main" id="{7BF8731C-9F6C-40DA-877C-05EB34B56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1635"/>
                <a:ext cx="87" cy="338"/>
              </a:xfrm>
              <a:custGeom>
                <a:avLst/>
                <a:gdLst>
                  <a:gd name="T0" fmla="*/ 259 w 35"/>
                  <a:gd name="T1" fmla="*/ 0 h 127"/>
                  <a:gd name="T2" fmla="*/ 537 w 35"/>
                  <a:gd name="T3" fmla="*/ 567 h 127"/>
                  <a:gd name="T4" fmla="*/ 462 w 35"/>
                  <a:gd name="T5" fmla="*/ 1488 h 127"/>
                  <a:gd name="T6" fmla="*/ 353 w 35"/>
                  <a:gd name="T7" fmla="*/ 2166 h 127"/>
                  <a:gd name="T8" fmla="*/ 30 w 35"/>
                  <a:gd name="T9" fmla="*/ 2395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7">
                    <a:moveTo>
                      <a:pt x="17" y="0"/>
                    </a:moveTo>
                    <a:cubicBezTo>
                      <a:pt x="32" y="12"/>
                      <a:pt x="35" y="9"/>
                      <a:pt x="35" y="30"/>
                    </a:cubicBezTo>
                    <a:cubicBezTo>
                      <a:pt x="35" y="46"/>
                      <a:pt x="33" y="62"/>
                      <a:pt x="30" y="79"/>
                    </a:cubicBezTo>
                    <a:cubicBezTo>
                      <a:pt x="29" y="89"/>
                      <a:pt x="31" y="106"/>
                      <a:pt x="23" y="115"/>
                    </a:cubicBezTo>
                    <a:cubicBezTo>
                      <a:pt x="17" y="121"/>
                      <a:pt x="0" y="116"/>
                      <a:pt x="2" y="127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0" name="Freeform 798">
                <a:extLst>
                  <a:ext uri="{FF2B5EF4-FFF2-40B4-BE49-F238E27FC236}">
                    <a16:creationId xmlns:a16="http://schemas.microsoft.com/office/drawing/2014/main" id="{469278AE-1D6A-4D20-88C0-1BF9D0586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688"/>
                <a:ext cx="60" cy="13"/>
              </a:xfrm>
              <a:custGeom>
                <a:avLst/>
                <a:gdLst>
                  <a:gd name="T0" fmla="*/ 0 w 24"/>
                  <a:gd name="T1" fmla="*/ 55 h 5"/>
                  <a:gd name="T2" fmla="*/ 375 w 24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0" y="3"/>
                    </a:moveTo>
                    <a:cubicBezTo>
                      <a:pt x="8" y="0"/>
                      <a:pt x="15" y="4"/>
                      <a:pt x="24" y="5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1" name="Freeform 799">
                <a:extLst>
                  <a:ext uri="{FF2B5EF4-FFF2-40B4-BE49-F238E27FC236}">
                    <a16:creationId xmlns:a16="http://schemas.microsoft.com/office/drawing/2014/main" id="{7996DA35-C6FB-4AFF-B431-E2B5E8883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955"/>
                <a:ext cx="502" cy="181"/>
              </a:xfrm>
              <a:custGeom>
                <a:avLst/>
                <a:gdLst>
                  <a:gd name="T0" fmla="*/ 3132 w 201"/>
                  <a:gd name="T1" fmla="*/ 0 h 68"/>
                  <a:gd name="T2" fmla="*/ 2650 w 201"/>
                  <a:gd name="T3" fmla="*/ 248 h 68"/>
                  <a:gd name="T4" fmla="*/ 2258 w 201"/>
                  <a:gd name="T5" fmla="*/ 546 h 68"/>
                  <a:gd name="T6" fmla="*/ 1199 w 201"/>
                  <a:gd name="T7" fmla="*/ 474 h 68"/>
                  <a:gd name="T8" fmla="*/ 450 w 201"/>
                  <a:gd name="T9" fmla="*/ 1190 h 68"/>
                  <a:gd name="T10" fmla="*/ 125 w 201"/>
                  <a:gd name="T11" fmla="*/ 908 h 68"/>
                  <a:gd name="T12" fmla="*/ 342 w 201"/>
                  <a:gd name="T13" fmla="*/ 751 h 68"/>
                  <a:gd name="T14" fmla="*/ 467 w 201"/>
                  <a:gd name="T15" fmla="*/ 453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1" h="68">
                    <a:moveTo>
                      <a:pt x="201" y="0"/>
                    </a:moveTo>
                    <a:cubicBezTo>
                      <a:pt x="191" y="9"/>
                      <a:pt x="183" y="11"/>
                      <a:pt x="170" y="13"/>
                    </a:cubicBezTo>
                    <a:cubicBezTo>
                      <a:pt x="155" y="16"/>
                      <a:pt x="156" y="22"/>
                      <a:pt x="145" y="29"/>
                    </a:cubicBezTo>
                    <a:cubicBezTo>
                      <a:pt x="125" y="41"/>
                      <a:pt x="98" y="24"/>
                      <a:pt x="77" y="25"/>
                    </a:cubicBezTo>
                    <a:cubicBezTo>
                      <a:pt x="50" y="27"/>
                      <a:pt x="50" y="53"/>
                      <a:pt x="29" y="63"/>
                    </a:cubicBezTo>
                    <a:cubicBezTo>
                      <a:pt x="19" y="68"/>
                      <a:pt x="0" y="63"/>
                      <a:pt x="8" y="48"/>
                    </a:cubicBezTo>
                    <a:cubicBezTo>
                      <a:pt x="11" y="44"/>
                      <a:pt x="19" y="43"/>
                      <a:pt x="22" y="40"/>
                    </a:cubicBezTo>
                    <a:cubicBezTo>
                      <a:pt x="26" y="36"/>
                      <a:pt x="28" y="30"/>
                      <a:pt x="30" y="24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2" name="Freeform 800">
                <a:extLst>
                  <a:ext uri="{FF2B5EF4-FFF2-40B4-BE49-F238E27FC236}">
                    <a16:creationId xmlns:a16="http://schemas.microsoft.com/office/drawing/2014/main" id="{38D21C65-7145-4820-93D7-8621ADF06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784"/>
                <a:ext cx="18" cy="131"/>
              </a:xfrm>
              <a:custGeom>
                <a:avLst/>
                <a:gdLst>
                  <a:gd name="T0" fmla="*/ 21 w 7"/>
                  <a:gd name="T1" fmla="*/ 0 h 49"/>
                  <a:gd name="T2" fmla="*/ 118 w 7"/>
                  <a:gd name="T3" fmla="*/ 380 h 49"/>
                  <a:gd name="T4" fmla="*/ 21 w 7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9">
                    <a:moveTo>
                      <a:pt x="1" y="0"/>
                    </a:moveTo>
                    <a:cubicBezTo>
                      <a:pt x="3" y="8"/>
                      <a:pt x="7" y="12"/>
                      <a:pt x="7" y="20"/>
                    </a:cubicBezTo>
                    <a:cubicBezTo>
                      <a:pt x="6" y="30"/>
                      <a:pt x="0" y="39"/>
                      <a:pt x="1" y="4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3" name="Freeform 801">
                <a:extLst>
                  <a:ext uri="{FF2B5EF4-FFF2-40B4-BE49-F238E27FC236}">
                    <a16:creationId xmlns:a16="http://schemas.microsoft.com/office/drawing/2014/main" id="{5B2BFD4D-11E9-43A6-B63A-0C5F2EA81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2160"/>
                <a:ext cx="80" cy="53"/>
              </a:xfrm>
              <a:custGeom>
                <a:avLst/>
                <a:gdLst>
                  <a:gd name="T0" fmla="*/ 0 w 32"/>
                  <a:gd name="T1" fmla="*/ 371 h 20"/>
                  <a:gd name="T2" fmla="*/ 500 w 3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0">
                    <a:moveTo>
                      <a:pt x="0" y="20"/>
                    </a:moveTo>
                    <a:cubicBezTo>
                      <a:pt x="15" y="19"/>
                      <a:pt x="24" y="11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4" name="Freeform 802">
                <a:extLst>
                  <a:ext uri="{FF2B5EF4-FFF2-40B4-BE49-F238E27FC236}">
                    <a16:creationId xmlns:a16="http://schemas.microsoft.com/office/drawing/2014/main" id="{92988B08-B9C5-441D-B8FF-CCE3B26AF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181"/>
                <a:ext cx="58" cy="30"/>
              </a:xfrm>
              <a:custGeom>
                <a:avLst/>
                <a:gdLst>
                  <a:gd name="T0" fmla="*/ 0 w 23"/>
                  <a:gd name="T1" fmla="*/ 0 h 11"/>
                  <a:gd name="T2" fmla="*/ 368 w 23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0" y="0"/>
                    </a:moveTo>
                    <a:cubicBezTo>
                      <a:pt x="7" y="3"/>
                      <a:pt x="19" y="5"/>
                      <a:pt x="23" y="1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5" name="Freeform 803">
                <a:extLst>
                  <a:ext uri="{FF2B5EF4-FFF2-40B4-BE49-F238E27FC236}">
                    <a16:creationId xmlns:a16="http://schemas.microsoft.com/office/drawing/2014/main" id="{2D588C4E-7CBE-4819-A601-8F4C98CD5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171"/>
                <a:ext cx="210" cy="74"/>
              </a:xfrm>
              <a:custGeom>
                <a:avLst/>
                <a:gdLst>
                  <a:gd name="T0" fmla="*/ 0 w 84"/>
                  <a:gd name="T1" fmla="*/ 441 h 28"/>
                  <a:gd name="T2" fmla="*/ 1283 w 84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4" h="28">
                    <a:moveTo>
                      <a:pt x="0" y="24"/>
                    </a:moveTo>
                    <a:cubicBezTo>
                      <a:pt x="8" y="1"/>
                      <a:pt x="84" y="0"/>
                      <a:pt x="82" y="28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6" name="Freeform 804">
                <a:extLst>
                  <a:ext uri="{FF2B5EF4-FFF2-40B4-BE49-F238E27FC236}">
                    <a16:creationId xmlns:a16="http://schemas.microsoft.com/office/drawing/2014/main" id="{EA273122-308A-4A4C-9DF0-740103A3B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" y="2528"/>
                <a:ext cx="112" cy="91"/>
              </a:xfrm>
              <a:custGeom>
                <a:avLst/>
                <a:gdLst>
                  <a:gd name="T0" fmla="*/ 0 w 45"/>
                  <a:gd name="T1" fmla="*/ 0 h 34"/>
                  <a:gd name="T2" fmla="*/ 249 w 45"/>
                  <a:gd name="T3" fmla="*/ 517 h 34"/>
                  <a:gd name="T4" fmla="*/ 694 w 45"/>
                  <a:gd name="T5" fmla="*/ 50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4">
                    <a:moveTo>
                      <a:pt x="0" y="0"/>
                    </a:moveTo>
                    <a:cubicBezTo>
                      <a:pt x="1" y="8"/>
                      <a:pt x="10" y="22"/>
                      <a:pt x="16" y="27"/>
                    </a:cubicBezTo>
                    <a:cubicBezTo>
                      <a:pt x="25" y="34"/>
                      <a:pt x="35" y="27"/>
                      <a:pt x="45" y="26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7" name="Freeform 805">
                <a:extLst>
                  <a:ext uri="{FF2B5EF4-FFF2-40B4-BE49-F238E27FC236}">
                    <a16:creationId xmlns:a16="http://schemas.microsoft.com/office/drawing/2014/main" id="{4303EB17-BB55-4392-A63F-FC24BCEB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" y="2315"/>
                <a:ext cx="100" cy="66"/>
              </a:xfrm>
              <a:custGeom>
                <a:avLst/>
                <a:gdLst>
                  <a:gd name="T0" fmla="*/ 113 w 40"/>
                  <a:gd name="T1" fmla="*/ 459 h 25"/>
                  <a:gd name="T2" fmla="*/ 625 w 40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5">
                    <a:moveTo>
                      <a:pt x="7" y="25"/>
                    </a:moveTo>
                    <a:cubicBezTo>
                      <a:pt x="0" y="6"/>
                      <a:pt x="27" y="3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8" name="Freeform 806">
                <a:extLst>
                  <a:ext uri="{FF2B5EF4-FFF2-40B4-BE49-F238E27FC236}">
                    <a16:creationId xmlns:a16="http://schemas.microsoft.com/office/drawing/2014/main" id="{0F80DF61-02DD-4593-A7D8-A14F4644B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2944"/>
                <a:ext cx="5" cy="51"/>
              </a:xfrm>
              <a:custGeom>
                <a:avLst/>
                <a:gdLst>
                  <a:gd name="T0" fmla="*/ 33 w 2"/>
                  <a:gd name="T1" fmla="*/ 0 h 19"/>
                  <a:gd name="T2" fmla="*/ 0 w 2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2" y="0"/>
                    </a:moveTo>
                    <a:cubicBezTo>
                      <a:pt x="0" y="7"/>
                      <a:pt x="0" y="13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9" name="Freeform 807">
                <a:extLst>
                  <a:ext uri="{FF2B5EF4-FFF2-40B4-BE49-F238E27FC236}">
                    <a16:creationId xmlns:a16="http://schemas.microsoft.com/office/drawing/2014/main" id="{187C1B4F-996C-4235-9DF9-1CF60B1E7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" y="2771"/>
                <a:ext cx="105" cy="45"/>
              </a:xfrm>
              <a:custGeom>
                <a:avLst/>
                <a:gdLst>
                  <a:gd name="T0" fmla="*/ 0 w 42"/>
                  <a:gd name="T1" fmla="*/ 21 h 17"/>
                  <a:gd name="T2" fmla="*/ 658 w 42"/>
                  <a:gd name="T3" fmla="*/ 169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7">
                    <a:moveTo>
                      <a:pt x="0" y="1"/>
                    </a:moveTo>
                    <a:cubicBezTo>
                      <a:pt x="10" y="17"/>
                      <a:pt x="30" y="0"/>
                      <a:pt x="42" y="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0" name="Freeform 808">
                <a:extLst>
                  <a:ext uri="{FF2B5EF4-FFF2-40B4-BE49-F238E27FC236}">
                    <a16:creationId xmlns:a16="http://schemas.microsoft.com/office/drawing/2014/main" id="{C010E6BF-D82D-43CD-B4A0-A65C1DF89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2451"/>
                <a:ext cx="65" cy="234"/>
              </a:xfrm>
              <a:custGeom>
                <a:avLst/>
                <a:gdLst>
                  <a:gd name="T0" fmla="*/ 175 w 26"/>
                  <a:gd name="T1" fmla="*/ 0 h 88"/>
                  <a:gd name="T2" fmla="*/ 375 w 26"/>
                  <a:gd name="T3" fmla="*/ 303 h 88"/>
                  <a:gd name="T4" fmla="*/ 408 w 26"/>
                  <a:gd name="T5" fmla="*/ 1032 h 88"/>
                  <a:gd name="T6" fmla="*/ 0 w 26"/>
                  <a:gd name="T7" fmla="*/ 1654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88">
                    <a:moveTo>
                      <a:pt x="11" y="0"/>
                    </a:moveTo>
                    <a:cubicBezTo>
                      <a:pt x="22" y="4"/>
                      <a:pt x="23" y="5"/>
                      <a:pt x="24" y="16"/>
                    </a:cubicBezTo>
                    <a:cubicBezTo>
                      <a:pt x="25" y="29"/>
                      <a:pt x="26" y="42"/>
                      <a:pt x="26" y="55"/>
                    </a:cubicBezTo>
                    <a:cubicBezTo>
                      <a:pt x="26" y="76"/>
                      <a:pt x="18" y="81"/>
                      <a:pt x="0" y="88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1" name="Freeform 809">
                <a:extLst>
                  <a:ext uri="{FF2B5EF4-FFF2-40B4-BE49-F238E27FC236}">
                    <a16:creationId xmlns:a16="http://schemas.microsoft.com/office/drawing/2014/main" id="{7662120F-0AB6-425C-B46A-2D1C4BA41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645"/>
                <a:ext cx="62" cy="24"/>
              </a:xfrm>
              <a:custGeom>
                <a:avLst/>
                <a:gdLst>
                  <a:gd name="T0" fmla="*/ 0 w 25"/>
                  <a:gd name="T1" fmla="*/ 0 h 9"/>
                  <a:gd name="T2" fmla="*/ 382 w 25"/>
                  <a:gd name="T3" fmla="*/ 115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9">
                    <a:moveTo>
                      <a:pt x="0" y="0"/>
                    </a:moveTo>
                    <a:cubicBezTo>
                      <a:pt x="5" y="5"/>
                      <a:pt x="19" y="9"/>
                      <a:pt x="25" y="6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2" name="Freeform 810">
                <a:extLst>
                  <a:ext uri="{FF2B5EF4-FFF2-40B4-BE49-F238E27FC236}">
                    <a16:creationId xmlns:a16="http://schemas.microsoft.com/office/drawing/2014/main" id="{CF9A461E-0FD1-4F52-8666-2F94791C3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373"/>
                <a:ext cx="138" cy="158"/>
              </a:xfrm>
              <a:custGeom>
                <a:avLst/>
                <a:gdLst>
                  <a:gd name="T0" fmla="*/ 555 w 55"/>
                  <a:gd name="T1" fmla="*/ 1133 h 59"/>
                  <a:gd name="T2" fmla="*/ 20 w 55"/>
                  <a:gd name="T3" fmla="*/ 560 h 59"/>
                  <a:gd name="T4" fmla="*/ 868 w 55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59">
                    <a:moveTo>
                      <a:pt x="35" y="59"/>
                    </a:moveTo>
                    <a:cubicBezTo>
                      <a:pt x="29" y="46"/>
                      <a:pt x="2" y="46"/>
                      <a:pt x="1" y="29"/>
                    </a:cubicBezTo>
                    <a:cubicBezTo>
                      <a:pt x="0" y="6"/>
                      <a:pt x="44" y="15"/>
                      <a:pt x="55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3" name="Freeform 811">
                <a:extLst>
                  <a:ext uri="{FF2B5EF4-FFF2-40B4-BE49-F238E27FC236}">
                    <a16:creationId xmlns:a16="http://schemas.microsoft.com/office/drawing/2014/main" id="{0142F62E-0DFE-4D87-8FAC-BA7D5F29B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467"/>
                <a:ext cx="48" cy="88"/>
              </a:xfrm>
              <a:custGeom>
                <a:avLst/>
                <a:gdLst>
                  <a:gd name="T0" fmla="*/ 0 w 19"/>
                  <a:gd name="T1" fmla="*/ 627 h 33"/>
                  <a:gd name="T2" fmla="*/ 306 w 19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0" y="33"/>
                    </a:moveTo>
                    <a:cubicBezTo>
                      <a:pt x="3" y="23"/>
                      <a:pt x="5" y="2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4" name="Freeform 812">
                <a:extLst>
                  <a:ext uri="{FF2B5EF4-FFF2-40B4-BE49-F238E27FC236}">
                    <a16:creationId xmlns:a16="http://schemas.microsoft.com/office/drawing/2014/main" id="{534C5832-70A9-467D-8410-C968A9EDC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693"/>
                <a:ext cx="60" cy="99"/>
              </a:xfrm>
              <a:custGeom>
                <a:avLst/>
                <a:gdLst>
                  <a:gd name="T0" fmla="*/ 375 w 24"/>
                  <a:gd name="T1" fmla="*/ 0 h 37"/>
                  <a:gd name="T2" fmla="*/ 113 w 24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7">
                    <a:moveTo>
                      <a:pt x="24" y="0"/>
                    </a:moveTo>
                    <a:cubicBezTo>
                      <a:pt x="18" y="13"/>
                      <a:pt x="0" y="21"/>
                      <a:pt x="7" y="37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5" name="Freeform 813">
                <a:extLst>
                  <a:ext uri="{FF2B5EF4-FFF2-40B4-BE49-F238E27FC236}">
                    <a16:creationId xmlns:a16="http://schemas.microsoft.com/office/drawing/2014/main" id="{D27BAC5E-2519-4B71-88C9-07CDEDECD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539"/>
                <a:ext cx="183" cy="248"/>
              </a:xfrm>
              <a:custGeom>
                <a:avLst/>
                <a:gdLst>
                  <a:gd name="T0" fmla="*/ 0 w 73"/>
                  <a:gd name="T1" fmla="*/ 477 h 93"/>
                  <a:gd name="T2" fmla="*/ 1005 w 73"/>
                  <a:gd name="T3" fmla="*/ 819 h 93"/>
                  <a:gd name="T4" fmla="*/ 1055 w 73"/>
                  <a:gd name="T5" fmla="*/ 1331 h 93"/>
                  <a:gd name="T6" fmla="*/ 1151 w 73"/>
                  <a:gd name="T7" fmla="*/ 1763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93">
                    <a:moveTo>
                      <a:pt x="0" y="25"/>
                    </a:moveTo>
                    <a:cubicBezTo>
                      <a:pt x="20" y="0"/>
                      <a:pt x="50" y="27"/>
                      <a:pt x="64" y="43"/>
                    </a:cubicBezTo>
                    <a:cubicBezTo>
                      <a:pt x="73" y="54"/>
                      <a:pt x="72" y="58"/>
                      <a:pt x="67" y="70"/>
                    </a:cubicBezTo>
                    <a:cubicBezTo>
                      <a:pt x="63" y="82"/>
                      <a:pt x="67" y="83"/>
                      <a:pt x="73" y="93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6" name="Freeform 814">
                <a:extLst>
                  <a:ext uri="{FF2B5EF4-FFF2-40B4-BE49-F238E27FC236}">
                    <a16:creationId xmlns:a16="http://schemas.microsoft.com/office/drawing/2014/main" id="{B5E3D7F5-8D50-4FB9-8FAB-860A95FCE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648"/>
                <a:ext cx="75" cy="45"/>
              </a:xfrm>
              <a:custGeom>
                <a:avLst/>
                <a:gdLst>
                  <a:gd name="T0" fmla="*/ 0 w 30"/>
                  <a:gd name="T1" fmla="*/ 169 h 17"/>
                  <a:gd name="T2" fmla="*/ 470 w 3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7">
                    <a:moveTo>
                      <a:pt x="0" y="9"/>
                    </a:moveTo>
                    <a:cubicBezTo>
                      <a:pt x="13" y="17"/>
                      <a:pt x="20" y="4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7" name="Freeform 815">
                <a:extLst>
                  <a:ext uri="{FF2B5EF4-FFF2-40B4-BE49-F238E27FC236}">
                    <a16:creationId xmlns:a16="http://schemas.microsoft.com/office/drawing/2014/main" id="{4E4B6A26-0959-444D-B75D-482063B31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339"/>
                <a:ext cx="353" cy="210"/>
              </a:xfrm>
              <a:custGeom>
                <a:avLst/>
                <a:gdLst>
                  <a:gd name="T0" fmla="*/ 0 w 141"/>
                  <a:gd name="T1" fmla="*/ 0 h 79"/>
                  <a:gd name="T2" fmla="*/ 376 w 141"/>
                  <a:gd name="T3" fmla="*/ 340 h 79"/>
                  <a:gd name="T4" fmla="*/ 1034 w 141"/>
                  <a:gd name="T5" fmla="*/ 771 h 79"/>
                  <a:gd name="T6" fmla="*/ 1397 w 141"/>
                  <a:gd name="T7" fmla="*/ 657 h 79"/>
                  <a:gd name="T8" fmla="*/ 1617 w 141"/>
                  <a:gd name="T9" fmla="*/ 465 h 79"/>
                  <a:gd name="T10" fmla="*/ 1567 w 141"/>
                  <a:gd name="T11" fmla="*/ 1087 h 79"/>
                  <a:gd name="T12" fmla="*/ 2181 w 141"/>
                  <a:gd name="T13" fmla="*/ 1483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79">
                    <a:moveTo>
                      <a:pt x="0" y="0"/>
                    </a:moveTo>
                    <a:cubicBezTo>
                      <a:pt x="10" y="5"/>
                      <a:pt x="16" y="12"/>
                      <a:pt x="24" y="18"/>
                    </a:cubicBezTo>
                    <a:cubicBezTo>
                      <a:pt x="36" y="27"/>
                      <a:pt x="52" y="34"/>
                      <a:pt x="66" y="41"/>
                    </a:cubicBezTo>
                    <a:cubicBezTo>
                      <a:pt x="76" y="45"/>
                      <a:pt x="83" y="45"/>
                      <a:pt x="89" y="35"/>
                    </a:cubicBezTo>
                    <a:cubicBezTo>
                      <a:pt x="92" y="31"/>
                      <a:pt x="94" y="19"/>
                      <a:pt x="103" y="25"/>
                    </a:cubicBezTo>
                    <a:cubicBezTo>
                      <a:pt x="116" y="35"/>
                      <a:pt x="83" y="46"/>
                      <a:pt x="100" y="58"/>
                    </a:cubicBezTo>
                    <a:cubicBezTo>
                      <a:pt x="109" y="65"/>
                      <a:pt x="141" y="63"/>
                      <a:pt x="139" y="79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8" name="Freeform 816">
                <a:extLst>
                  <a:ext uri="{FF2B5EF4-FFF2-40B4-BE49-F238E27FC236}">
                    <a16:creationId xmlns:a16="http://schemas.microsoft.com/office/drawing/2014/main" id="{5FE750B8-ED1B-486B-965E-75C3DDF51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2165"/>
                <a:ext cx="885" cy="206"/>
              </a:xfrm>
              <a:custGeom>
                <a:avLst/>
                <a:gdLst>
                  <a:gd name="T0" fmla="*/ 0 w 354"/>
                  <a:gd name="T1" fmla="*/ 824 h 77"/>
                  <a:gd name="T2" fmla="*/ 2470 w 354"/>
                  <a:gd name="T3" fmla="*/ 21 h 77"/>
                  <a:gd name="T4" fmla="*/ 4645 w 354"/>
                  <a:gd name="T5" fmla="*/ 1324 h 77"/>
                  <a:gd name="T6" fmla="*/ 5533 w 354"/>
                  <a:gd name="T7" fmla="*/ 1089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4" h="77">
                    <a:moveTo>
                      <a:pt x="0" y="43"/>
                    </a:moveTo>
                    <a:cubicBezTo>
                      <a:pt x="45" y="42"/>
                      <a:pt x="125" y="0"/>
                      <a:pt x="158" y="1"/>
                    </a:cubicBezTo>
                    <a:cubicBezTo>
                      <a:pt x="194" y="3"/>
                      <a:pt x="237" y="64"/>
                      <a:pt x="297" y="69"/>
                    </a:cubicBezTo>
                    <a:cubicBezTo>
                      <a:pt x="315" y="70"/>
                      <a:pt x="352" y="77"/>
                      <a:pt x="354" y="57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9" name="Freeform 817">
                <a:extLst>
                  <a:ext uri="{FF2B5EF4-FFF2-40B4-BE49-F238E27FC236}">
                    <a16:creationId xmlns:a16="http://schemas.microsoft.com/office/drawing/2014/main" id="{FDCB0678-33A9-4E0E-92D6-BDEEBDCF1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181"/>
                <a:ext cx="859" cy="214"/>
              </a:xfrm>
              <a:custGeom>
                <a:avLst/>
                <a:gdLst>
                  <a:gd name="T0" fmla="*/ 5356 w 344"/>
                  <a:gd name="T1" fmla="*/ 385 h 80"/>
                  <a:gd name="T2" fmla="*/ 4732 w 344"/>
                  <a:gd name="T3" fmla="*/ 730 h 80"/>
                  <a:gd name="T4" fmla="*/ 3379 w 344"/>
                  <a:gd name="T5" fmla="*/ 265 h 80"/>
                  <a:gd name="T6" fmla="*/ 1965 w 344"/>
                  <a:gd name="T7" fmla="*/ 1153 h 80"/>
                  <a:gd name="T8" fmla="*/ 749 w 344"/>
                  <a:gd name="T9" fmla="*/ 1418 h 80"/>
                  <a:gd name="T10" fmla="*/ 0 w 344"/>
                  <a:gd name="T11" fmla="*/ 97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4" h="80">
                    <a:moveTo>
                      <a:pt x="344" y="20"/>
                    </a:moveTo>
                    <a:cubicBezTo>
                      <a:pt x="332" y="29"/>
                      <a:pt x="317" y="35"/>
                      <a:pt x="304" y="38"/>
                    </a:cubicBezTo>
                    <a:cubicBezTo>
                      <a:pt x="278" y="44"/>
                      <a:pt x="259" y="0"/>
                      <a:pt x="217" y="14"/>
                    </a:cubicBezTo>
                    <a:cubicBezTo>
                      <a:pt x="181" y="26"/>
                      <a:pt x="172" y="58"/>
                      <a:pt x="126" y="60"/>
                    </a:cubicBezTo>
                    <a:cubicBezTo>
                      <a:pt x="94" y="62"/>
                      <a:pt x="78" y="80"/>
                      <a:pt x="48" y="74"/>
                    </a:cubicBezTo>
                    <a:cubicBezTo>
                      <a:pt x="35" y="71"/>
                      <a:pt x="3" y="72"/>
                      <a:pt x="0" y="51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0" name="Freeform 818">
                <a:extLst>
                  <a:ext uri="{FF2B5EF4-FFF2-40B4-BE49-F238E27FC236}">
                    <a16:creationId xmlns:a16="http://schemas.microsoft.com/office/drawing/2014/main" id="{962265CF-0C5E-4386-9844-547FC5F65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" y="1189"/>
                <a:ext cx="1912" cy="1891"/>
              </a:xfrm>
              <a:custGeom>
                <a:avLst/>
                <a:gdLst>
                  <a:gd name="T0" fmla="*/ 592 w 765"/>
                  <a:gd name="T1" fmla="*/ 7727 h 709"/>
                  <a:gd name="T2" fmla="*/ 467 w 765"/>
                  <a:gd name="T3" fmla="*/ 9562 h 709"/>
                  <a:gd name="T4" fmla="*/ 667 w 765"/>
                  <a:gd name="T5" fmla="*/ 10834 h 709"/>
                  <a:gd name="T6" fmla="*/ 842 w 765"/>
                  <a:gd name="T7" fmla="*/ 11098 h 709"/>
                  <a:gd name="T8" fmla="*/ 1230 w 765"/>
                  <a:gd name="T9" fmla="*/ 11802 h 709"/>
                  <a:gd name="T10" fmla="*/ 2479 w 765"/>
                  <a:gd name="T11" fmla="*/ 12805 h 709"/>
                  <a:gd name="T12" fmla="*/ 3312 w 765"/>
                  <a:gd name="T13" fmla="*/ 13394 h 709"/>
                  <a:gd name="T14" fmla="*/ 4216 w 765"/>
                  <a:gd name="T15" fmla="*/ 13261 h 709"/>
                  <a:gd name="T16" fmla="*/ 4416 w 765"/>
                  <a:gd name="T17" fmla="*/ 13189 h 709"/>
                  <a:gd name="T18" fmla="*/ 5416 w 765"/>
                  <a:gd name="T19" fmla="*/ 12405 h 709"/>
                  <a:gd name="T20" fmla="*/ 5821 w 765"/>
                  <a:gd name="T21" fmla="*/ 11594 h 709"/>
                  <a:gd name="T22" fmla="*/ 6041 w 765"/>
                  <a:gd name="T23" fmla="*/ 10458 h 709"/>
                  <a:gd name="T24" fmla="*/ 6133 w 765"/>
                  <a:gd name="T25" fmla="*/ 11402 h 709"/>
                  <a:gd name="T26" fmla="*/ 6478 w 765"/>
                  <a:gd name="T27" fmla="*/ 11951 h 709"/>
                  <a:gd name="T28" fmla="*/ 6791 w 765"/>
                  <a:gd name="T29" fmla="*/ 12634 h 709"/>
                  <a:gd name="T30" fmla="*/ 7166 w 765"/>
                  <a:gd name="T31" fmla="*/ 13053 h 709"/>
                  <a:gd name="T32" fmla="*/ 7665 w 765"/>
                  <a:gd name="T33" fmla="*/ 13168 h 709"/>
                  <a:gd name="T34" fmla="*/ 8028 w 765"/>
                  <a:gd name="T35" fmla="*/ 13261 h 709"/>
                  <a:gd name="T36" fmla="*/ 8495 w 765"/>
                  <a:gd name="T37" fmla="*/ 13202 h 709"/>
                  <a:gd name="T38" fmla="*/ 9070 w 765"/>
                  <a:gd name="T39" fmla="*/ 13032 h 709"/>
                  <a:gd name="T40" fmla="*/ 9570 w 765"/>
                  <a:gd name="T41" fmla="*/ 13090 h 709"/>
                  <a:gd name="T42" fmla="*/ 10370 w 765"/>
                  <a:gd name="T43" fmla="*/ 12485 h 709"/>
                  <a:gd name="T44" fmla="*/ 11150 w 765"/>
                  <a:gd name="T45" fmla="*/ 11311 h 709"/>
                  <a:gd name="T46" fmla="*/ 11557 w 765"/>
                  <a:gd name="T47" fmla="*/ 9562 h 709"/>
                  <a:gd name="T48" fmla="*/ 11474 w 765"/>
                  <a:gd name="T49" fmla="*/ 7441 h 709"/>
                  <a:gd name="T50" fmla="*/ 11462 w 765"/>
                  <a:gd name="T51" fmla="*/ 7441 h 709"/>
                  <a:gd name="T52" fmla="*/ 11849 w 765"/>
                  <a:gd name="T53" fmla="*/ 6716 h 709"/>
                  <a:gd name="T54" fmla="*/ 11537 w 765"/>
                  <a:gd name="T55" fmla="*/ 5428 h 709"/>
                  <a:gd name="T56" fmla="*/ 11025 w 765"/>
                  <a:gd name="T57" fmla="*/ 3734 h 709"/>
                  <a:gd name="T58" fmla="*/ 10120 w 765"/>
                  <a:gd name="T59" fmla="*/ 2560 h 709"/>
                  <a:gd name="T60" fmla="*/ 9712 w 765"/>
                  <a:gd name="T61" fmla="*/ 1592 h 709"/>
                  <a:gd name="T62" fmla="*/ 9290 w 765"/>
                  <a:gd name="T63" fmla="*/ 1331 h 709"/>
                  <a:gd name="T64" fmla="*/ 8933 w 765"/>
                  <a:gd name="T65" fmla="*/ 1080 h 709"/>
                  <a:gd name="T66" fmla="*/ 8603 w 765"/>
                  <a:gd name="T67" fmla="*/ 875 h 709"/>
                  <a:gd name="T68" fmla="*/ 7945 w 765"/>
                  <a:gd name="T69" fmla="*/ 797 h 709"/>
                  <a:gd name="T70" fmla="*/ 6278 w 765"/>
                  <a:gd name="T71" fmla="*/ 832 h 709"/>
                  <a:gd name="T72" fmla="*/ 6121 w 765"/>
                  <a:gd name="T73" fmla="*/ 1614 h 709"/>
                  <a:gd name="T74" fmla="*/ 6071 w 765"/>
                  <a:gd name="T75" fmla="*/ 2424 h 709"/>
                  <a:gd name="T76" fmla="*/ 5196 w 765"/>
                  <a:gd name="T77" fmla="*/ 435 h 709"/>
                  <a:gd name="T78" fmla="*/ 4216 w 765"/>
                  <a:gd name="T79" fmla="*/ 547 h 709"/>
                  <a:gd name="T80" fmla="*/ 3437 w 765"/>
                  <a:gd name="T81" fmla="*/ 990 h 709"/>
                  <a:gd name="T82" fmla="*/ 2937 w 765"/>
                  <a:gd name="T83" fmla="*/ 1102 h 709"/>
                  <a:gd name="T84" fmla="*/ 2404 w 765"/>
                  <a:gd name="T85" fmla="*/ 1515 h 709"/>
                  <a:gd name="T86" fmla="*/ 1762 w 765"/>
                  <a:gd name="T87" fmla="*/ 2483 h 709"/>
                  <a:gd name="T88" fmla="*/ 887 w 765"/>
                  <a:gd name="T89" fmla="*/ 3337 h 709"/>
                  <a:gd name="T90" fmla="*/ 592 w 765"/>
                  <a:gd name="T91" fmla="*/ 4006 h 709"/>
                  <a:gd name="T92" fmla="*/ 562 w 765"/>
                  <a:gd name="T93" fmla="*/ 4689 h 709"/>
                  <a:gd name="T94" fmla="*/ 262 w 765"/>
                  <a:gd name="T95" fmla="*/ 5100 h 709"/>
                  <a:gd name="T96" fmla="*/ 155 w 765"/>
                  <a:gd name="T97" fmla="*/ 5769 h 709"/>
                  <a:gd name="T98" fmla="*/ 30 w 765"/>
                  <a:gd name="T99" fmla="*/ 6508 h 709"/>
                  <a:gd name="T100" fmla="*/ 92 w 765"/>
                  <a:gd name="T101" fmla="*/ 7327 h 709"/>
                  <a:gd name="T102" fmla="*/ 592 w 765"/>
                  <a:gd name="T103" fmla="*/ 7727 h 70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65" h="709">
                    <a:moveTo>
                      <a:pt x="38" y="407"/>
                    </a:moveTo>
                    <a:cubicBezTo>
                      <a:pt x="17" y="420"/>
                      <a:pt x="24" y="494"/>
                      <a:pt x="30" y="504"/>
                    </a:cubicBezTo>
                    <a:cubicBezTo>
                      <a:pt x="23" y="516"/>
                      <a:pt x="36" y="565"/>
                      <a:pt x="43" y="571"/>
                    </a:cubicBezTo>
                    <a:cubicBezTo>
                      <a:pt x="50" y="577"/>
                      <a:pt x="50" y="578"/>
                      <a:pt x="54" y="585"/>
                    </a:cubicBezTo>
                    <a:cubicBezTo>
                      <a:pt x="63" y="597"/>
                      <a:pt x="70" y="610"/>
                      <a:pt x="79" y="622"/>
                    </a:cubicBezTo>
                    <a:cubicBezTo>
                      <a:pt x="87" y="632"/>
                      <a:pt x="145" y="698"/>
                      <a:pt x="159" y="675"/>
                    </a:cubicBezTo>
                    <a:cubicBezTo>
                      <a:pt x="167" y="696"/>
                      <a:pt x="192" y="702"/>
                      <a:pt x="212" y="706"/>
                    </a:cubicBezTo>
                    <a:cubicBezTo>
                      <a:pt x="231" y="709"/>
                      <a:pt x="251" y="706"/>
                      <a:pt x="270" y="699"/>
                    </a:cubicBezTo>
                    <a:cubicBezTo>
                      <a:pt x="276" y="697"/>
                      <a:pt x="277" y="693"/>
                      <a:pt x="283" y="695"/>
                    </a:cubicBezTo>
                    <a:cubicBezTo>
                      <a:pt x="293" y="708"/>
                      <a:pt x="362" y="672"/>
                      <a:pt x="347" y="654"/>
                    </a:cubicBezTo>
                    <a:cubicBezTo>
                      <a:pt x="367" y="646"/>
                      <a:pt x="367" y="630"/>
                      <a:pt x="373" y="611"/>
                    </a:cubicBezTo>
                    <a:cubicBezTo>
                      <a:pt x="378" y="592"/>
                      <a:pt x="387" y="572"/>
                      <a:pt x="387" y="551"/>
                    </a:cubicBezTo>
                    <a:cubicBezTo>
                      <a:pt x="387" y="569"/>
                      <a:pt x="388" y="584"/>
                      <a:pt x="393" y="601"/>
                    </a:cubicBezTo>
                    <a:cubicBezTo>
                      <a:pt x="395" y="607"/>
                      <a:pt x="403" y="630"/>
                      <a:pt x="415" y="630"/>
                    </a:cubicBezTo>
                    <a:cubicBezTo>
                      <a:pt x="409" y="639"/>
                      <a:pt x="424" y="657"/>
                      <a:pt x="435" y="666"/>
                    </a:cubicBezTo>
                    <a:cubicBezTo>
                      <a:pt x="446" y="677"/>
                      <a:pt x="446" y="679"/>
                      <a:pt x="459" y="688"/>
                    </a:cubicBezTo>
                    <a:cubicBezTo>
                      <a:pt x="473" y="699"/>
                      <a:pt x="479" y="689"/>
                      <a:pt x="491" y="694"/>
                    </a:cubicBezTo>
                    <a:cubicBezTo>
                      <a:pt x="498" y="697"/>
                      <a:pt x="509" y="697"/>
                      <a:pt x="514" y="699"/>
                    </a:cubicBezTo>
                    <a:cubicBezTo>
                      <a:pt x="522" y="702"/>
                      <a:pt x="536" y="697"/>
                      <a:pt x="544" y="696"/>
                    </a:cubicBezTo>
                    <a:cubicBezTo>
                      <a:pt x="550" y="694"/>
                      <a:pt x="582" y="703"/>
                      <a:pt x="581" y="687"/>
                    </a:cubicBezTo>
                    <a:cubicBezTo>
                      <a:pt x="586" y="696"/>
                      <a:pt x="604" y="693"/>
                      <a:pt x="613" y="690"/>
                    </a:cubicBezTo>
                    <a:cubicBezTo>
                      <a:pt x="632" y="682"/>
                      <a:pt x="647" y="667"/>
                      <a:pt x="664" y="658"/>
                    </a:cubicBezTo>
                    <a:cubicBezTo>
                      <a:pt x="683" y="649"/>
                      <a:pt x="698" y="610"/>
                      <a:pt x="714" y="596"/>
                    </a:cubicBezTo>
                    <a:cubicBezTo>
                      <a:pt x="728" y="584"/>
                      <a:pt x="749" y="544"/>
                      <a:pt x="740" y="504"/>
                    </a:cubicBezTo>
                    <a:cubicBezTo>
                      <a:pt x="753" y="497"/>
                      <a:pt x="753" y="417"/>
                      <a:pt x="735" y="392"/>
                    </a:cubicBezTo>
                    <a:cubicBezTo>
                      <a:pt x="734" y="392"/>
                      <a:pt x="734" y="392"/>
                      <a:pt x="734" y="392"/>
                    </a:cubicBezTo>
                    <a:cubicBezTo>
                      <a:pt x="747" y="383"/>
                      <a:pt x="756" y="371"/>
                      <a:pt x="759" y="354"/>
                    </a:cubicBezTo>
                    <a:cubicBezTo>
                      <a:pt x="765" y="315"/>
                      <a:pt x="752" y="287"/>
                      <a:pt x="739" y="286"/>
                    </a:cubicBezTo>
                    <a:cubicBezTo>
                      <a:pt x="746" y="249"/>
                      <a:pt x="722" y="220"/>
                      <a:pt x="706" y="197"/>
                    </a:cubicBezTo>
                    <a:cubicBezTo>
                      <a:pt x="683" y="163"/>
                      <a:pt x="648" y="135"/>
                      <a:pt x="648" y="135"/>
                    </a:cubicBezTo>
                    <a:cubicBezTo>
                      <a:pt x="648" y="135"/>
                      <a:pt x="640" y="97"/>
                      <a:pt x="622" y="84"/>
                    </a:cubicBezTo>
                    <a:cubicBezTo>
                      <a:pt x="613" y="79"/>
                      <a:pt x="605" y="73"/>
                      <a:pt x="595" y="70"/>
                    </a:cubicBezTo>
                    <a:cubicBezTo>
                      <a:pt x="588" y="67"/>
                      <a:pt x="577" y="60"/>
                      <a:pt x="572" y="57"/>
                    </a:cubicBezTo>
                    <a:cubicBezTo>
                      <a:pt x="565" y="52"/>
                      <a:pt x="559" y="51"/>
                      <a:pt x="551" y="46"/>
                    </a:cubicBezTo>
                    <a:cubicBezTo>
                      <a:pt x="543" y="41"/>
                      <a:pt x="522" y="35"/>
                      <a:pt x="509" y="42"/>
                    </a:cubicBezTo>
                    <a:cubicBezTo>
                      <a:pt x="507" y="23"/>
                      <a:pt x="415" y="0"/>
                      <a:pt x="402" y="44"/>
                    </a:cubicBezTo>
                    <a:cubicBezTo>
                      <a:pt x="392" y="72"/>
                      <a:pt x="391" y="77"/>
                      <a:pt x="392" y="85"/>
                    </a:cubicBezTo>
                    <a:cubicBezTo>
                      <a:pt x="394" y="92"/>
                      <a:pt x="389" y="96"/>
                      <a:pt x="389" y="128"/>
                    </a:cubicBezTo>
                    <a:cubicBezTo>
                      <a:pt x="391" y="89"/>
                      <a:pt x="378" y="31"/>
                      <a:pt x="333" y="23"/>
                    </a:cubicBezTo>
                    <a:cubicBezTo>
                      <a:pt x="315" y="20"/>
                      <a:pt x="289" y="26"/>
                      <a:pt x="270" y="29"/>
                    </a:cubicBezTo>
                    <a:cubicBezTo>
                      <a:pt x="256" y="31"/>
                      <a:pt x="215" y="30"/>
                      <a:pt x="220" y="52"/>
                    </a:cubicBezTo>
                    <a:cubicBezTo>
                      <a:pt x="213" y="41"/>
                      <a:pt x="197" y="54"/>
                      <a:pt x="188" y="58"/>
                    </a:cubicBezTo>
                    <a:cubicBezTo>
                      <a:pt x="176" y="63"/>
                      <a:pt x="166" y="73"/>
                      <a:pt x="154" y="80"/>
                    </a:cubicBezTo>
                    <a:cubicBezTo>
                      <a:pt x="138" y="91"/>
                      <a:pt x="106" y="108"/>
                      <a:pt x="113" y="131"/>
                    </a:cubicBezTo>
                    <a:cubicBezTo>
                      <a:pt x="87" y="117"/>
                      <a:pt x="68" y="159"/>
                      <a:pt x="57" y="176"/>
                    </a:cubicBezTo>
                    <a:cubicBezTo>
                      <a:pt x="48" y="188"/>
                      <a:pt x="41" y="196"/>
                      <a:pt x="38" y="211"/>
                    </a:cubicBezTo>
                    <a:cubicBezTo>
                      <a:pt x="36" y="220"/>
                      <a:pt x="29" y="240"/>
                      <a:pt x="36" y="247"/>
                    </a:cubicBezTo>
                    <a:cubicBezTo>
                      <a:pt x="22" y="254"/>
                      <a:pt x="20" y="253"/>
                      <a:pt x="17" y="269"/>
                    </a:cubicBezTo>
                    <a:cubicBezTo>
                      <a:pt x="15" y="281"/>
                      <a:pt x="12" y="292"/>
                      <a:pt x="10" y="304"/>
                    </a:cubicBezTo>
                    <a:cubicBezTo>
                      <a:pt x="8" y="318"/>
                      <a:pt x="4" y="330"/>
                      <a:pt x="2" y="343"/>
                    </a:cubicBezTo>
                    <a:cubicBezTo>
                      <a:pt x="0" y="355"/>
                      <a:pt x="4" y="387"/>
                      <a:pt x="6" y="386"/>
                    </a:cubicBezTo>
                    <a:cubicBezTo>
                      <a:pt x="12" y="397"/>
                      <a:pt x="20" y="410"/>
                      <a:pt x="38" y="40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1" name="Freeform 819">
                <a:extLst>
                  <a:ext uri="{FF2B5EF4-FFF2-40B4-BE49-F238E27FC236}">
                    <a16:creationId xmlns:a16="http://schemas.microsoft.com/office/drawing/2014/main" id="{36856C10-CC4B-474F-8C07-827D98728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531"/>
                <a:ext cx="80" cy="786"/>
              </a:xfrm>
              <a:custGeom>
                <a:avLst/>
                <a:gdLst>
                  <a:gd name="T0" fmla="*/ 270 w 32"/>
                  <a:gd name="T1" fmla="*/ 0 h 295"/>
                  <a:gd name="T2" fmla="*/ 0 w 32"/>
                  <a:gd name="T3" fmla="*/ 1327 h 295"/>
                  <a:gd name="T4" fmla="*/ 83 w 32"/>
                  <a:gd name="T5" fmla="*/ 1910 h 295"/>
                  <a:gd name="T6" fmla="*/ 313 w 32"/>
                  <a:gd name="T7" fmla="*/ 2273 h 295"/>
                  <a:gd name="T8" fmla="*/ 208 w 32"/>
                  <a:gd name="T9" fmla="*/ 2499 h 295"/>
                  <a:gd name="T10" fmla="*/ 283 w 32"/>
                  <a:gd name="T11" fmla="*/ 2739 h 295"/>
                  <a:gd name="T12" fmla="*/ 250 w 32"/>
                  <a:gd name="T13" fmla="*/ 3690 h 295"/>
                  <a:gd name="T14" fmla="*/ 283 w 32"/>
                  <a:gd name="T15" fmla="*/ 4671 h 295"/>
                  <a:gd name="T16" fmla="*/ 283 w 32"/>
                  <a:gd name="T17" fmla="*/ 5579 h 2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295">
                    <a:moveTo>
                      <a:pt x="17" y="0"/>
                    </a:moveTo>
                    <a:cubicBezTo>
                      <a:pt x="12" y="35"/>
                      <a:pt x="32" y="56"/>
                      <a:pt x="0" y="70"/>
                    </a:cubicBezTo>
                    <a:cubicBezTo>
                      <a:pt x="22" y="74"/>
                      <a:pt x="15" y="88"/>
                      <a:pt x="5" y="101"/>
                    </a:cubicBezTo>
                    <a:cubicBezTo>
                      <a:pt x="12" y="108"/>
                      <a:pt x="20" y="110"/>
                      <a:pt x="20" y="120"/>
                    </a:cubicBezTo>
                    <a:cubicBezTo>
                      <a:pt x="19" y="125"/>
                      <a:pt x="13" y="128"/>
                      <a:pt x="13" y="132"/>
                    </a:cubicBezTo>
                    <a:cubicBezTo>
                      <a:pt x="12" y="138"/>
                      <a:pt x="17" y="140"/>
                      <a:pt x="18" y="145"/>
                    </a:cubicBezTo>
                    <a:cubicBezTo>
                      <a:pt x="23" y="161"/>
                      <a:pt x="18" y="179"/>
                      <a:pt x="16" y="195"/>
                    </a:cubicBezTo>
                    <a:cubicBezTo>
                      <a:pt x="13" y="213"/>
                      <a:pt x="22" y="229"/>
                      <a:pt x="18" y="247"/>
                    </a:cubicBezTo>
                    <a:cubicBezTo>
                      <a:pt x="15" y="264"/>
                      <a:pt x="16" y="277"/>
                      <a:pt x="18" y="295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2" name="Freeform 820">
                <a:extLst>
                  <a:ext uri="{FF2B5EF4-FFF2-40B4-BE49-F238E27FC236}">
                    <a16:creationId xmlns:a16="http://schemas.microsoft.com/office/drawing/2014/main" id="{45B12AEC-AE71-4D02-B33A-869760FCA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320"/>
                <a:ext cx="25" cy="344"/>
              </a:xfrm>
              <a:custGeom>
                <a:avLst/>
                <a:gdLst>
                  <a:gd name="T0" fmla="*/ 95 w 10"/>
                  <a:gd name="T1" fmla="*/ 0 h 129"/>
                  <a:gd name="T2" fmla="*/ 50 w 10"/>
                  <a:gd name="T3" fmla="*/ 627 h 129"/>
                  <a:gd name="T4" fmla="*/ 50 w 10"/>
                  <a:gd name="T5" fmla="*/ 1251 h 129"/>
                  <a:gd name="T6" fmla="*/ 33 w 10"/>
                  <a:gd name="T7" fmla="*/ 2445 h 129"/>
                  <a:gd name="T8" fmla="*/ 125 w 10"/>
                  <a:gd name="T9" fmla="*/ 1784 h 129"/>
                  <a:gd name="T10" fmla="*/ 113 w 10"/>
                  <a:gd name="T11" fmla="*/ 1229 h 129"/>
                  <a:gd name="T12" fmla="*/ 113 w 10"/>
                  <a:gd name="T13" fmla="*/ 683 h 129"/>
                  <a:gd name="T14" fmla="*/ 95 w 10"/>
                  <a:gd name="T15" fmla="*/ 56 h 1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29">
                    <a:moveTo>
                      <a:pt x="6" y="0"/>
                    </a:moveTo>
                    <a:cubicBezTo>
                      <a:pt x="6" y="12"/>
                      <a:pt x="6" y="22"/>
                      <a:pt x="3" y="33"/>
                    </a:cubicBezTo>
                    <a:cubicBezTo>
                      <a:pt x="0" y="45"/>
                      <a:pt x="2" y="54"/>
                      <a:pt x="3" y="66"/>
                    </a:cubicBezTo>
                    <a:cubicBezTo>
                      <a:pt x="6" y="87"/>
                      <a:pt x="1" y="107"/>
                      <a:pt x="2" y="129"/>
                    </a:cubicBezTo>
                    <a:cubicBezTo>
                      <a:pt x="1" y="117"/>
                      <a:pt x="6" y="104"/>
                      <a:pt x="8" y="94"/>
                    </a:cubicBezTo>
                    <a:cubicBezTo>
                      <a:pt x="10" y="84"/>
                      <a:pt x="8" y="76"/>
                      <a:pt x="7" y="65"/>
                    </a:cubicBezTo>
                    <a:cubicBezTo>
                      <a:pt x="6" y="55"/>
                      <a:pt x="6" y="47"/>
                      <a:pt x="7" y="36"/>
                    </a:cubicBezTo>
                    <a:cubicBezTo>
                      <a:pt x="8" y="25"/>
                      <a:pt x="5" y="14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3" name="Freeform 821">
                <a:extLst>
                  <a:ext uri="{FF2B5EF4-FFF2-40B4-BE49-F238E27FC236}">
                    <a16:creationId xmlns:a16="http://schemas.microsoft.com/office/drawing/2014/main" id="{BA5A9497-F220-4FFC-A977-BFE1A1EC9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525"/>
                <a:ext cx="12" cy="56"/>
              </a:xfrm>
              <a:custGeom>
                <a:avLst/>
                <a:gdLst>
                  <a:gd name="T0" fmla="*/ 41 w 5"/>
                  <a:gd name="T1" fmla="*/ 0 h 21"/>
                  <a:gd name="T2" fmla="*/ 70 w 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3" y="0"/>
                    </a:moveTo>
                    <a:cubicBezTo>
                      <a:pt x="0" y="9"/>
                      <a:pt x="2" y="14"/>
                      <a:pt x="5" y="21"/>
                    </a:cubicBezTo>
                  </a:path>
                </a:pathLst>
              </a:custGeom>
              <a:noFill/>
              <a:ln w="7938" cap="rnd">
                <a:solidFill>
                  <a:srgbClr val="7F7F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4" name="Freeform 822">
                <a:extLst>
                  <a:ext uri="{FF2B5EF4-FFF2-40B4-BE49-F238E27FC236}">
                    <a16:creationId xmlns:a16="http://schemas.microsoft.com/office/drawing/2014/main" id="{2D176F0B-CA3F-4BF9-B9EC-DB933B5F0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" y="2037"/>
                <a:ext cx="25" cy="40"/>
              </a:xfrm>
              <a:custGeom>
                <a:avLst/>
                <a:gdLst>
                  <a:gd name="T0" fmla="*/ 0 w 10"/>
                  <a:gd name="T1" fmla="*/ 56 h 15"/>
                  <a:gd name="T2" fmla="*/ 145 w 10"/>
                  <a:gd name="T3" fmla="*/ 0 h 15"/>
                  <a:gd name="T4" fmla="*/ 33 w 10"/>
                  <a:gd name="T5" fmla="*/ 248 h 15"/>
                  <a:gd name="T6" fmla="*/ 158 w 10"/>
                  <a:gd name="T7" fmla="*/ 19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0" y="3"/>
                    </a:moveTo>
                    <a:cubicBezTo>
                      <a:pt x="3" y="3"/>
                      <a:pt x="6" y="0"/>
                      <a:pt x="9" y="0"/>
                    </a:cubicBezTo>
                    <a:cubicBezTo>
                      <a:pt x="10" y="5"/>
                      <a:pt x="3" y="8"/>
                      <a:pt x="2" y="13"/>
                    </a:cubicBezTo>
                    <a:cubicBezTo>
                      <a:pt x="5" y="15"/>
                      <a:pt x="7" y="13"/>
                      <a:pt x="10" y="1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5" name="Freeform 823">
                <a:extLst>
                  <a:ext uri="{FF2B5EF4-FFF2-40B4-BE49-F238E27FC236}">
                    <a16:creationId xmlns:a16="http://schemas.microsoft.com/office/drawing/2014/main" id="{6644F54B-B634-4717-B01C-5D274E101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1803"/>
                <a:ext cx="10" cy="21"/>
              </a:xfrm>
              <a:custGeom>
                <a:avLst/>
                <a:gdLst>
                  <a:gd name="T0" fmla="*/ 0 w 4"/>
                  <a:gd name="T1" fmla="*/ 0 h 8"/>
                  <a:gd name="T2" fmla="*/ 63 w 4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0" y="3"/>
                      <a:pt x="0" y="8"/>
                      <a:pt x="4" y="8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6" name="Freeform 824">
                <a:extLst>
                  <a:ext uri="{FF2B5EF4-FFF2-40B4-BE49-F238E27FC236}">
                    <a16:creationId xmlns:a16="http://schemas.microsoft.com/office/drawing/2014/main" id="{FA7C35C2-BCA3-4D6A-B07A-D9F393A93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1712"/>
                <a:ext cx="27" cy="45"/>
              </a:xfrm>
              <a:custGeom>
                <a:avLst/>
                <a:gdLst>
                  <a:gd name="T0" fmla="*/ 12 w 11"/>
                  <a:gd name="T1" fmla="*/ 111 h 17"/>
                  <a:gd name="T2" fmla="*/ 0 w 11"/>
                  <a:gd name="T3" fmla="*/ 90 h 17"/>
                  <a:gd name="T4" fmla="*/ 162 w 11"/>
                  <a:gd name="T5" fmla="*/ 21 h 17"/>
                  <a:gd name="T6" fmla="*/ 29 w 11"/>
                  <a:gd name="T7" fmla="*/ 294 h 17"/>
                  <a:gd name="T8" fmla="*/ 71 w 11"/>
                  <a:gd name="T9" fmla="*/ 29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1" y="6"/>
                    </a:moveTo>
                    <a:cubicBezTo>
                      <a:pt x="1" y="6"/>
                      <a:pt x="0" y="5"/>
                      <a:pt x="0" y="5"/>
                    </a:cubicBezTo>
                    <a:cubicBezTo>
                      <a:pt x="2" y="2"/>
                      <a:pt x="7" y="0"/>
                      <a:pt x="11" y="1"/>
                    </a:cubicBezTo>
                    <a:cubicBezTo>
                      <a:pt x="8" y="6"/>
                      <a:pt x="2" y="10"/>
                      <a:pt x="2" y="16"/>
                    </a:cubicBezTo>
                    <a:cubicBezTo>
                      <a:pt x="3" y="17"/>
                      <a:pt x="4" y="16"/>
                      <a:pt x="5" y="16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7" name="Freeform 825">
                <a:extLst>
                  <a:ext uri="{FF2B5EF4-FFF2-40B4-BE49-F238E27FC236}">
                    <a16:creationId xmlns:a16="http://schemas.microsoft.com/office/drawing/2014/main" id="{D02AA64E-B077-466D-A250-53F4705E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771"/>
                <a:ext cx="30" cy="26"/>
              </a:xfrm>
              <a:custGeom>
                <a:avLst/>
                <a:gdLst>
                  <a:gd name="T0" fmla="*/ 83 w 12"/>
                  <a:gd name="T1" fmla="*/ 177 h 10"/>
                  <a:gd name="T2" fmla="*/ 188 w 12"/>
                  <a:gd name="T3" fmla="*/ 34 h 10"/>
                  <a:gd name="T4" fmla="*/ 0 w 12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5" y="10"/>
                    </a:moveTo>
                    <a:cubicBezTo>
                      <a:pt x="7" y="7"/>
                      <a:pt x="11" y="6"/>
                      <a:pt x="12" y="2"/>
                    </a:cubicBezTo>
                    <a:cubicBezTo>
                      <a:pt x="9" y="0"/>
                      <a:pt x="3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8" name="Freeform 826">
                <a:extLst>
                  <a:ext uri="{FF2B5EF4-FFF2-40B4-BE49-F238E27FC236}">
                    <a16:creationId xmlns:a16="http://schemas.microsoft.com/office/drawing/2014/main" id="{7B176385-296A-4AF7-B8D2-7916A7D7A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787"/>
                <a:ext cx="30" cy="29"/>
              </a:xfrm>
              <a:custGeom>
                <a:avLst/>
                <a:gdLst>
                  <a:gd name="T0" fmla="*/ 0 w 12"/>
                  <a:gd name="T1" fmla="*/ 111 h 11"/>
                  <a:gd name="T2" fmla="*/ 188 w 12"/>
                  <a:gd name="T3" fmla="*/ 182 h 11"/>
                  <a:gd name="T4" fmla="*/ 0 w 12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cubicBezTo>
                      <a:pt x="3" y="10"/>
                      <a:pt x="8" y="11"/>
                      <a:pt x="12" y="10"/>
                    </a:cubicBezTo>
                    <a:cubicBezTo>
                      <a:pt x="10" y="6"/>
                      <a:pt x="2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9" name="Freeform 827">
                <a:extLst>
                  <a:ext uri="{FF2B5EF4-FFF2-40B4-BE49-F238E27FC236}">
                    <a16:creationId xmlns:a16="http://schemas.microsoft.com/office/drawing/2014/main" id="{B80A605C-9D5C-4E8A-99D2-AEE950173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784"/>
                <a:ext cx="8" cy="3"/>
              </a:xfrm>
              <a:custGeom>
                <a:avLst/>
                <a:gdLst>
                  <a:gd name="T0" fmla="*/ 0 w 3"/>
                  <a:gd name="T1" fmla="*/ 27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0" name="Freeform 828">
                <a:extLst>
                  <a:ext uri="{FF2B5EF4-FFF2-40B4-BE49-F238E27FC236}">
                    <a16:creationId xmlns:a16="http://schemas.microsoft.com/office/drawing/2014/main" id="{7AEBCD4B-6E35-4159-B925-3C13D9DDC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960"/>
                <a:ext cx="18" cy="24"/>
              </a:xfrm>
              <a:custGeom>
                <a:avLst/>
                <a:gdLst>
                  <a:gd name="T0" fmla="*/ 0 w 7"/>
                  <a:gd name="T1" fmla="*/ 171 h 9"/>
                  <a:gd name="T2" fmla="*/ 118 w 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4" y="7"/>
                      <a:pt x="4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1" name="Freeform 829">
                <a:extLst>
                  <a:ext uri="{FF2B5EF4-FFF2-40B4-BE49-F238E27FC236}">
                    <a16:creationId xmlns:a16="http://schemas.microsoft.com/office/drawing/2014/main" id="{F43F1E20-C42B-4C81-A9D4-88FFB80A4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944"/>
                <a:ext cx="20" cy="3"/>
              </a:xfrm>
              <a:custGeom>
                <a:avLst/>
                <a:gdLst>
                  <a:gd name="T0" fmla="*/ 0 w 8"/>
                  <a:gd name="T1" fmla="*/ 27 h 1"/>
                  <a:gd name="T2" fmla="*/ 125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2" y="1"/>
                      <a:pt x="5" y="1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2" name="Freeform 830">
                <a:extLst>
                  <a:ext uri="{FF2B5EF4-FFF2-40B4-BE49-F238E27FC236}">
                    <a16:creationId xmlns:a16="http://schemas.microsoft.com/office/drawing/2014/main" id="{A33CDEB0-3DD1-4253-AB39-E1BEEED42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157"/>
                <a:ext cx="35" cy="24"/>
              </a:xfrm>
              <a:custGeom>
                <a:avLst/>
                <a:gdLst>
                  <a:gd name="T0" fmla="*/ 145 w 14"/>
                  <a:gd name="T1" fmla="*/ 171 h 9"/>
                  <a:gd name="T2" fmla="*/ 50 w 14"/>
                  <a:gd name="T3" fmla="*/ 0 h 9"/>
                  <a:gd name="T4" fmla="*/ 220 w 14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9" y="9"/>
                    </a:moveTo>
                    <a:cubicBezTo>
                      <a:pt x="4" y="8"/>
                      <a:pt x="0" y="4"/>
                      <a:pt x="3" y="0"/>
                    </a:cubicBezTo>
                    <a:cubicBezTo>
                      <a:pt x="8" y="0"/>
                      <a:pt x="12" y="3"/>
                      <a:pt x="14" y="7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3" name="Freeform 831">
                <a:extLst>
                  <a:ext uri="{FF2B5EF4-FFF2-40B4-BE49-F238E27FC236}">
                    <a16:creationId xmlns:a16="http://schemas.microsoft.com/office/drawing/2014/main" id="{25566F19-5743-4772-8C43-3D9350C3E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195"/>
                <a:ext cx="28" cy="13"/>
              </a:xfrm>
              <a:custGeom>
                <a:avLst/>
                <a:gdLst>
                  <a:gd name="T0" fmla="*/ 0 w 11"/>
                  <a:gd name="T1" fmla="*/ 88 h 5"/>
                  <a:gd name="T2" fmla="*/ 181 w 1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5"/>
                    </a:moveTo>
                    <a:cubicBezTo>
                      <a:pt x="4" y="4"/>
                      <a:pt x="8" y="2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4" name="Freeform 832">
                <a:extLst>
                  <a:ext uri="{FF2B5EF4-FFF2-40B4-BE49-F238E27FC236}">
                    <a16:creationId xmlns:a16="http://schemas.microsoft.com/office/drawing/2014/main" id="{DFBB7833-A9DF-4237-AAFC-84DA2A939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341"/>
                <a:ext cx="50" cy="32"/>
              </a:xfrm>
              <a:custGeom>
                <a:avLst/>
                <a:gdLst>
                  <a:gd name="T0" fmla="*/ 83 w 20"/>
                  <a:gd name="T1" fmla="*/ 0 h 12"/>
                  <a:gd name="T2" fmla="*/ 0 w 20"/>
                  <a:gd name="T3" fmla="*/ 115 h 12"/>
                  <a:gd name="T4" fmla="*/ 220 w 20"/>
                  <a:gd name="T5" fmla="*/ 21 h 12"/>
                  <a:gd name="T6" fmla="*/ 175 w 20"/>
                  <a:gd name="T7" fmla="*/ 2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5" y="0"/>
                    </a:moveTo>
                    <a:cubicBezTo>
                      <a:pt x="3" y="2"/>
                      <a:pt x="1" y="4"/>
                      <a:pt x="0" y="6"/>
                    </a:cubicBezTo>
                    <a:cubicBezTo>
                      <a:pt x="7" y="8"/>
                      <a:pt x="10" y="0"/>
                      <a:pt x="14" y="1"/>
                    </a:cubicBezTo>
                    <a:cubicBezTo>
                      <a:pt x="20" y="2"/>
                      <a:pt x="13" y="10"/>
                      <a:pt x="11" y="12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5" name="Freeform 833">
                <a:extLst>
                  <a:ext uri="{FF2B5EF4-FFF2-40B4-BE49-F238E27FC236}">
                    <a16:creationId xmlns:a16="http://schemas.microsoft.com/office/drawing/2014/main" id="{4CC40B60-38D0-4FB6-B691-F2D3EB461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2301"/>
                <a:ext cx="28" cy="24"/>
              </a:xfrm>
              <a:custGeom>
                <a:avLst/>
                <a:gdLst>
                  <a:gd name="T0" fmla="*/ 150 w 11"/>
                  <a:gd name="T1" fmla="*/ 171 h 9"/>
                  <a:gd name="T2" fmla="*/ 51 w 11"/>
                  <a:gd name="T3" fmla="*/ 14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9" y="9"/>
                    </a:moveTo>
                    <a:cubicBezTo>
                      <a:pt x="11" y="0"/>
                      <a:pt x="0" y="2"/>
                      <a:pt x="3" y="8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6" name="Freeform 834">
                <a:extLst>
                  <a:ext uri="{FF2B5EF4-FFF2-40B4-BE49-F238E27FC236}">
                    <a16:creationId xmlns:a16="http://schemas.microsoft.com/office/drawing/2014/main" id="{866CC9BE-C825-43F4-91D9-56D1F848D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" y="2400"/>
                <a:ext cx="25" cy="29"/>
              </a:xfrm>
              <a:custGeom>
                <a:avLst/>
                <a:gdLst>
                  <a:gd name="T0" fmla="*/ 20 w 10"/>
                  <a:gd name="T1" fmla="*/ 76 h 11"/>
                  <a:gd name="T2" fmla="*/ 20 w 10"/>
                  <a:gd name="T3" fmla="*/ 200 h 11"/>
                  <a:gd name="T4" fmla="*/ 125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" y="4"/>
                    </a:moveTo>
                    <a:cubicBezTo>
                      <a:pt x="0" y="6"/>
                      <a:pt x="0" y="9"/>
                      <a:pt x="1" y="11"/>
                    </a:cubicBezTo>
                    <a:cubicBezTo>
                      <a:pt x="7" y="11"/>
                      <a:pt x="10" y="5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7" name="Freeform 835">
                <a:extLst>
                  <a:ext uri="{FF2B5EF4-FFF2-40B4-BE49-F238E27FC236}">
                    <a16:creationId xmlns:a16="http://schemas.microsoft.com/office/drawing/2014/main" id="{0D52E7E5-785B-4776-80F0-83FB6E820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2584"/>
                <a:ext cx="28" cy="40"/>
              </a:xfrm>
              <a:custGeom>
                <a:avLst/>
                <a:gdLst>
                  <a:gd name="T0" fmla="*/ 97 w 11"/>
                  <a:gd name="T1" fmla="*/ 0 h 15"/>
                  <a:gd name="T2" fmla="*/ 130 w 11"/>
                  <a:gd name="T3" fmla="*/ 248 h 15"/>
                  <a:gd name="T4" fmla="*/ 0 w 11"/>
                  <a:gd name="T5" fmla="*/ 5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6" y="0"/>
                    </a:moveTo>
                    <a:cubicBezTo>
                      <a:pt x="7" y="2"/>
                      <a:pt x="11" y="11"/>
                      <a:pt x="8" y="13"/>
                    </a:cubicBezTo>
                    <a:cubicBezTo>
                      <a:pt x="4" y="15"/>
                      <a:pt x="0" y="5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8" name="Freeform 836">
                <a:extLst>
                  <a:ext uri="{FF2B5EF4-FFF2-40B4-BE49-F238E27FC236}">
                    <a16:creationId xmlns:a16="http://schemas.microsoft.com/office/drawing/2014/main" id="{7C46384F-577B-4DE6-9E6E-CAACE3D17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2771"/>
                <a:ext cx="23" cy="24"/>
              </a:xfrm>
              <a:custGeom>
                <a:avLst/>
                <a:gdLst>
                  <a:gd name="T0" fmla="*/ 0 w 9"/>
                  <a:gd name="T1" fmla="*/ 171 h 9"/>
                  <a:gd name="T2" fmla="*/ 151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2" y="5"/>
                      <a:pt x="6" y="3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9" name="Freeform 837">
                <a:extLst>
                  <a:ext uri="{FF2B5EF4-FFF2-40B4-BE49-F238E27FC236}">
                    <a16:creationId xmlns:a16="http://schemas.microsoft.com/office/drawing/2014/main" id="{9D6D2D6A-451F-482D-AD7C-CBB9174BD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" y="2731"/>
                <a:ext cx="40" cy="21"/>
              </a:xfrm>
              <a:custGeom>
                <a:avLst/>
                <a:gdLst>
                  <a:gd name="T0" fmla="*/ 250 w 16"/>
                  <a:gd name="T1" fmla="*/ 21 h 8"/>
                  <a:gd name="T2" fmla="*/ 83 w 16"/>
                  <a:gd name="T3" fmla="*/ 34 h 8"/>
                  <a:gd name="T4" fmla="*/ 250 w 16"/>
                  <a:gd name="T5" fmla="*/ 1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16" y="1"/>
                    </a:moveTo>
                    <a:cubicBezTo>
                      <a:pt x="13" y="2"/>
                      <a:pt x="7" y="0"/>
                      <a:pt x="5" y="2"/>
                    </a:cubicBezTo>
                    <a:cubicBezTo>
                      <a:pt x="0" y="8"/>
                      <a:pt x="14" y="7"/>
                      <a:pt x="16" y="6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0" name="Freeform 838">
                <a:extLst>
                  <a:ext uri="{FF2B5EF4-FFF2-40B4-BE49-F238E27FC236}">
                    <a16:creationId xmlns:a16="http://schemas.microsoft.com/office/drawing/2014/main" id="{8202D056-A9DC-49D8-AECF-525521BE6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688"/>
                <a:ext cx="28" cy="27"/>
              </a:xfrm>
              <a:custGeom>
                <a:avLst/>
                <a:gdLst>
                  <a:gd name="T0" fmla="*/ 97 w 11"/>
                  <a:gd name="T1" fmla="*/ 197 h 10"/>
                  <a:gd name="T2" fmla="*/ 0 w 11"/>
                  <a:gd name="T3" fmla="*/ 38 h 10"/>
                  <a:gd name="T4" fmla="*/ 181 w 11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6" y="10"/>
                    </a:moveTo>
                    <a:cubicBezTo>
                      <a:pt x="3" y="8"/>
                      <a:pt x="1" y="5"/>
                      <a:pt x="0" y="2"/>
                    </a:cubicBezTo>
                    <a:cubicBezTo>
                      <a:pt x="3" y="0"/>
                      <a:pt x="7" y="3"/>
                      <a:pt x="11" y="2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1" name="Freeform 839">
                <a:extLst>
                  <a:ext uri="{FF2B5EF4-FFF2-40B4-BE49-F238E27FC236}">
                    <a16:creationId xmlns:a16="http://schemas.microsoft.com/office/drawing/2014/main" id="{50B0BC08-B772-4F6F-BB9D-78F599FA0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571"/>
                <a:ext cx="23" cy="40"/>
              </a:xfrm>
              <a:custGeom>
                <a:avLst/>
                <a:gdLst>
                  <a:gd name="T0" fmla="*/ 33 w 9"/>
                  <a:gd name="T1" fmla="*/ 149 h 15"/>
                  <a:gd name="T2" fmla="*/ 0 w 9"/>
                  <a:gd name="T3" fmla="*/ 149 h 15"/>
                  <a:gd name="T4" fmla="*/ 130 w 9"/>
                  <a:gd name="T5" fmla="*/ 192 h 15"/>
                  <a:gd name="T6" fmla="*/ 97 w 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2" y="8"/>
                    </a:moveTo>
                    <a:cubicBezTo>
                      <a:pt x="1" y="7"/>
                      <a:pt x="0" y="6"/>
                      <a:pt x="0" y="8"/>
                    </a:cubicBezTo>
                    <a:cubicBezTo>
                      <a:pt x="0" y="12"/>
                      <a:pt x="5" y="15"/>
                      <a:pt x="8" y="10"/>
                    </a:cubicBezTo>
                    <a:cubicBezTo>
                      <a:pt x="9" y="8"/>
                      <a:pt x="6" y="3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2" name="Freeform 840">
                <a:extLst>
                  <a:ext uri="{FF2B5EF4-FFF2-40B4-BE49-F238E27FC236}">
                    <a16:creationId xmlns:a16="http://schemas.microsoft.com/office/drawing/2014/main" id="{9CC5BF97-F7DE-4BAC-967E-087F137E2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2541"/>
                <a:ext cx="40" cy="11"/>
              </a:xfrm>
              <a:custGeom>
                <a:avLst/>
                <a:gdLst>
                  <a:gd name="T0" fmla="*/ 0 w 16"/>
                  <a:gd name="T1" fmla="*/ 83 h 4"/>
                  <a:gd name="T2" fmla="*/ 250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4"/>
                    </a:moveTo>
                    <a:cubicBezTo>
                      <a:pt x="5" y="2"/>
                      <a:pt x="11" y="1"/>
                      <a:pt x="16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3" name="Freeform 841">
                <a:extLst>
                  <a:ext uri="{FF2B5EF4-FFF2-40B4-BE49-F238E27FC236}">
                    <a16:creationId xmlns:a16="http://schemas.microsoft.com/office/drawing/2014/main" id="{3B5B439A-F611-4C57-9E15-DEB4C0B46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509"/>
                <a:ext cx="30" cy="32"/>
              </a:xfrm>
              <a:custGeom>
                <a:avLst/>
                <a:gdLst>
                  <a:gd name="T0" fmla="*/ 188 w 12"/>
                  <a:gd name="T1" fmla="*/ 192 h 12"/>
                  <a:gd name="T2" fmla="*/ 0 w 12"/>
                  <a:gd name="T3" fmla="*/ 171 h 12"/>
                  <a:gd name="T4" fmla="*/ 125 w 1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2" y="10"/>
                    </a:moveTo>
                    <a:cubicBezTo>
                      <a:pt x="8" y="10"/>
                      <a:pt x="2" y="12"/>
                      <a:pt x="0" y="9"/>
                    </a:cubicBezTo>
                    <a:cubicBezTo>
                      <a:pt x="2" y="6"/>
                      <a:pt x="6" y="3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4" name="Freeform 842">
                <a:extLst>
                  <a:ext uri="{FF2B5EF4-FFF2-40B4-BE49-F238E27FC236}">
                    <a16:creationId xmlns:a16="http://schemas.microsoft.com/office/drawing/2014/main" id="{3B8BDDE2-4D74-442F-9A30-499630FD3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651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5" name="Freeform 843">
                <a:extLst>
                  <a:ext uri="{FF2B5EF4-FFF2-40B4-BE49-F238E27FC236}">
                    <a16:creationId xmlns:a16="http://schemas.microsoft.com/office/drawing/2014/main" id="{B650E290-3313-486B-A47E-DF3C77609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760"/>
                <a:ext cx="20" cy="27"/>
              </a:xfrm>
              <a:custGeom>
                <a:avLst/>
                <a:gdLst>
                  <a:gd name="T0" fmla="*/ 125 w 8"/>
                  <a:gd name="T1" fmla="*/ 138 h 10"/>
                  <a:gd name="T2" fmla="*/ 0 w 8"/>
                  <a:gd name="T3" fmla="*/ 176 h 10"/>
                  <a:gd name="T4" fmla="*/ 125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7"/>
                    </a:moveTo>
                    <a:cubicBezTo>
                      <a:pt x="5" y="9"/>
                      <a:pt x="2" y="10"/>
                      <a:pt x="0" y="9"/>
                    </a:cubicBezTo>
                    <a:cubicBezTo>
                      <a:pt x="0" y="5"/>
                      <a:pt x="4" y="2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6" name="Freeform 844">
                <a:extLst>
                  <a:ext uri="{FF2B5EF4-FFF2-40B4-BE49-F238E27FC236}">
                    <a16:creationId xmlns:a16="http://schemas.microsoft.com/office/drawing/2014/main" id="{C807EB31-C4A8-4923-8BC7-0AF9A0DE8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869"/>
                <a:ext cx="33" cy="38"/>
              </a:xfrm>
              <a:custGeom>
                <a:avLst/>
                <a:gdLst>
                  <a:gd name="T0" fmla="*/ 0 w 13"/>
                  <a:gd name="T1" fmla="*/ 258 h 14"/>
                  <a:gd name="T2" fmla="*/ 0 w 13"/>
                  <a:gd name="T3" fmla="*/ 1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13"/>
                    </a:moveTo>
                    <a:cubicBezTo>
                      <a:pt x="13" y="14"/>
                      <a:pt x="7" y="0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7" name="Freeform 845">
                <a:extLst>
                  <a:ext uri="{FF2B5EF4-FFF2-40B4-BE49-F238E27FC236}">
                    <a16:creationId xmlns:a16="http://schemas.microsoft.com/office/drawing/2014/main" id="{35D29B48-343A-4BD3-8320-CCE6526B1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2725"/>
                <a:ext cx="15" cy="19"/>
              </a:xfrm>
              <a:custGeom>
                <a:avLst/>
                <a:gdLst>
                  <a:gd name="T0" fmla="*/ 0 w 6"/>
                  <a:gd name="T1" fmla="*/ 0 h 7"/>
                  <a:gd name="T2" fmla="*/ 95 w 6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3"/>
                      <a:pt x="3" y="6"/>
                      <a:pt x="6" y="7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8" name="Freeform 846">
                <a:extLst>
                  <a:ext uri="{FF2B5EF4-FFF2-40B4-BE49-F238E27FC236}">
                    <a16:creationId xmlns:a16="http://schemas.microsoft.com/office/drawing/2014/main" id="{626C047B-9D01-4A78-8388-2AB208DE1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" y="2139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9" name="Freeform 847">
                <a:extLst>
                  <a:ext uri="{FF2B5EF4-FFF2-40B4-BE49-F238E27FC236}">
                    <a16:creationId xmlns:a16="http://schemas.microsoft.com/office/drawing/2014/main" id="{5E677206-B7C8-4FB0-A291-487316D32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2051"/>
                <a:ext cx="10" cy="2"/>
              </a:xfrm>
              <a:custGeom>
                <a:avLst/>
                <a:gdLst>
                  <a:gd name="T0" fmla="*/ 0 w 4"/>
                  <a:gd name="T1" fmla="*/ 8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0" name="Freeform 848">
                <a:extLst>
                  <a:ext uri="{FF2B5EF4-FFF2-40B4-BE49-F238E27FC236}">
                    <a16:creationId xmlns:a16="http://schemas.microsoft.com/office/drawing/2014/main" id="{E112B63B-D609-4A25-99F9-27BB60BD3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848"/>
                <a:ext cx="32" cy="43"/>
              </a:xfrm>
              <a:custGeom>
                <a:avLst/>
                <a:gdLst>
                  <a:gd name="T0" fmla="*/ 62 w 13"/>
                  <a:gd name="T1" fmla="*/ 274 h 16"/>
                  <a:gd name="T2" fmla="*/ 182 w 13"/>
                  <a:gd name="T3" fmla="*/ 231 h 16"/>
                  <a:gd name="T4" fmla="*/ 62 w 13"/>
                  <a:gd name="T5" fmla="*/ 218 h 16"/>
                  <a:gd name="T6" fmla="*/ 194 w 13"/>
                  <a:gd name="T7" fmla="*/ 59 h 16"/>
                  <a:gd name="T8" fmla="*/ 0 w 13"/>
                  <a:gd name="T9" fmla="*/ 2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6">
                    <a:moveTo>
                      <a:pt x="4" y="14"/>
                    </a:moveTo>
                    <a:cubicBezTo>
                      <a:pt x="7" y="16"/>
                      <a:pt x="11" y="15"/>
                      <a:pt x="12" y="12"/>
                    </a:cubicBezTo>
                    <a:cubicBezTo>
                      <a:pt x="10" y="10"/>
                      <a:pt x="7" y="11"/>
                      <a:pt x="4" y="11"/>
                    </a:cubicBezTo>
                    <a:cubicBezTo>
                      <a:pt x="7" y="9"/>
                      <a:pt x="12" y="7"/>
                      <a:pt x="13" y="3"/>
                    </a:cubicBezTo>
                    <a:cubicBezTo>
                      <a:pt x="9" y="0"/>
                      <a:pt x="4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1" name="Freeform 849">
                <a:extLst>
                  <a:ext uri="{FF2B5EF4-FFF2-40B4-BE49-F238E27FC236}">
                    <a16:creationId xmlns:a16="http://schemas.microsoft.com/office/drawing/2014/main" id="{4E2137E4-658A-4423-86E5-D694482D7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1501"/>
                <a:ext cx="40" cy="43"/>
              </a:xfrm>
              <a:custGeom>
                <a:avLst/>
                <a:gdLst>
                  <a:gd name="T0" fmla="*/ 20 w 16"/>
                  <a:gd name="T1" fmla="*/ 94 h 16"/>
                  <a:gd name="T2" fmla="*/ 175 w 16"/>
                  <a:gd name="T3" fmla="*/ 59 h 16"/>
                  <a:gd name="T4" fmla="*/ 0 w 16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" y="5"/>
                    </a:moveTo>
                    <a:cubicBezTo>
                      <a:pt x="3" y="3"/>
                      <a:pt x="8" y="0"/>
                      <a:pt x="11" y="3"/>
                    </a:cubicBezTo>
                    <a:cubicBezTo>
                      <a:pt x="16" y="7"/>
                      <a:pt x="2" y="15"/>
                      <a:pt x="0" y="16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2" name="Freeform 850">
                <a:extLst>
                  <a:ext uri="{FF2B5EF4-FFF2-40B4-BE49-F238E27FC236}">
                    <a16:creationId xmlns:a16="http://schemas.microsoft.com/office/drawing/2014/main" id="{6D336E6C-6570-4888-87B1-CFD0AA89A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467"/>
                <a:ext cx="17" cy="10"/>
              </a:xfrm>
              <a:custGeom>
                <a:avLst/>
                <a:gdLst>
                  <a:gd name="T0" fmla="*/ 0 w 7"/>
                  <a:gd name="T1" fmla="*/ 63 h 4"/>
                  <a:gd name="T2" fmla="*/ 100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2" y="3"/>
                      <a:pt x="4" y="1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3" name="Freeform 851">
                <a:extLst>
                  <a:ext uri="{FF2B5EF4-FFF2-40B4-BE49-F238E27FC236}">
                    <a16:creationId xmlns:a16="http://schemas.microsoft.com/office/drawing/2014/main" id="{0B7AEDEE-C124-4B1D-A81C-562DFE6E2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1408"/>
                <a:ext cx="50" cy="43"/>
              </a:xfrm>
              <a:custGeom>
                <a:avLst/>
                <a:gdLst>
                  <a:gd name="T0" fmla="*/ 220 w 20"/>
                  <a:gd name="T1" fmla="*/ 0 h 16"/>
                  <a:gd name="T2" fmla="*/ 313 w 20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14" y="0"/>
                    </a:moveTo>
                    <a:cubicBezTo>
                      <a:pt x="0" y="9"/>
                      <a:pt x="15" y="16"/>
                      <a:pt x="20" y="6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4" name="Freeform 852">
                <a:extLst>
                  <a:ext uri="{FF2B5EF4-FFF2-40B4-BE49-F238E27FC236}">
                    <a16:creationId xmlns:a16="http://schemas.microsoft.com/office/drawing/2014/main" id="{8AA2D527-193D-497E-8500-98FDB2D0E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360"/>
                <a:ext cx="35" cy="35"/>
              </a:xfrm>
              <a:custGeom>
                <a:avLst/>
                <a:gdLst>
                  <a:gd name="T0" fmla="*/ 50 w 14"/>
                  <a:gd name="T1" fmla="*/ 253 h 13"/>
                  <a:gd name="T2" fmla="*/ 220 w 1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3" y="13"/>
                    </a:moveTo>
                    <a:cubicBezTo>
                      <a:pt x="0" y="7"/>
                      <a:pt x="9" y="2"/>
                      <a:pt x="14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5" name="Freeform 853">
                <a:extLst>
                  <a:ext uri="{FF2B5EF4-FFF2-40B4-BE49-F238E27FC236}">
                    <a16:creationId xmlns:a16="http://schemas.microsoft.com/office/drawing/2014/main" id="{6BA2D0B9-C65D-4E59-8958-8DDF39B94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344"/>
                <a:ext cx="27" cy="16"/>
              </a:xfrm>
              <a:custGeom>
                <a:avLst/>
                <a:gdLst>
                  <a:gd name="T0" fmla="*/ 0 w 11"/>
                  <a:gd name="T1" fmla="*/ 0 h 6"/>
                  <a:gd name="T2" fmla="*/ 162 w 1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0" y="6"/>
                      <a:pt x="6" y="5"/>
                      <a:pt x="11" y="6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6" name="Freeform 854">
                <a:extLst>
                  <a:ext uri="{FF2B5EF4-FFF2-40B4-BE49-F238E27FC236}">
                    <a16:creationId xmlns:a16="http://schemas.microsoft.com/office/drawing/2014/main" id="{E24185C9-D49E-4D66-8E92-A1246C937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" y="1829"/>
                <a:ext cx="15" cy="22"/>
              </a:xfrm>
              <a:custGeom>
                <a:avLst/>
                <a:gdLst>
                  <a:gd name="T0" fmla="*/ 0 w 6"/>
                  <a:gd name="T1" fmla="*/ 168 h 8"/>
                  <a:gd name="T2" fmla="*/ 95 w 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2" y="5"/>
                      <a:pt x="3" y="2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7" name="Freeform 855">
                <a:extLst>
                  <a:ext uri="{FF2B5EF4-FFF2-40B4-BE49-F238E27FC236}">
                    <a16:creationId xmlns:a16="http://schemas.microsoft.com/office/drawing/2014/main" id="{F1A5FB90-4218-44C6-8435-5E0214FE8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621"/>
                <a:ext cx="28" cy="38"/>
              </a:xfrm>
              <a:custGeom>
                <a:avLst/>
                <a:gdLst>
                  <a:gd name="T0" fmla="*/ 0 w 11"/>
                  <a:gd name="T1" fmla="*/ 280 h 14"/>
                  <a:gd name="T2" fmla="*/ 181 w 11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14"/>
                    </a:moveTo>
                    <a:cubicBezTo>
                      <a:pt x="3" y="9"/>
                      <a:pt x="7" y="5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8" name="Freeform 856">
                <a:extLst>
                  <a:ext uri="{FF2B5EF4-FFF2-40B4-BE49-F238E27FC236}">
                    <a16:creationId xmlns:a16="http://schemas.microsoft.com/office/drawing/2014/main" id="{FD124F27-EBE4-4979-9C80-FDC469A4F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413"/>
                <a:ext cx="35" cy="30"/>
              </a:xfrm>
              <a:custGeom>
                <a:avLst/>
                <a:gdLst>
                  <a:gd name="T0" fmla="*/ 113 w 14"/>
                  <a:gd name="T1" fmla="*/ 0 h 11"/>
                  <a:gd name="T2" fmla="*/ 113 w 14"/>
                  <a:gd name="T3" fmla="*/ 224 h 11"/>
                  <a:gd name="T4" fmla="*/ 0 w 1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7" y="0"/>
                    </a:moveTo>
                    <a:cubicBezTo>
                      <a:pt x="9" y="2"/>
                      <a:pt x="14" y="11"/>
                      <a:pt x="7" y="11"/>
                    </a:cubicBezTo>
                    <a:cubicBezTo>
                      <a:pt x="3" y="11"/>
                      <a:pt x="1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9" name="Freeform 857">
                <a:extLst>
                  <a:ext uri="{FF2B5EF4-FFF2-40B4-BE49-F238E27FC236}">
                    <a16:creationId xmlns:a16="http://schemas.microsoft.com/office/drawing/2014/main" id="{AA7C3379-4D6E-4D75-A882-19481E74F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344"/>
                <a:ext cx="25" cy="5"/>
              </a:xfrm>
              <a:custGeom>
                <a:avLst/>
                <a:gdLst>
                  <a:gd name="T0" fmla="*/ 0 w 10"/>
                  <a:gd name="T1" fmla="*/ 0 h 2"/>
                  <a:gd name="T2" fmla="*/ 158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3" y="2"/>
                      <a:pt x="6" y="2"/>
                      <a:pt x="10" y="2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0" name="Freeform 858">
                <a:extLst>
                  <a:ext uri="{FF2B5EF4-FFF2-40B4-BE49-F238E27FC236}">
                    <a16:creationId xmlns:a16="http://schemas.microsoft.com/office/drawing/2014/main" id="{63E87908-F3C8-4082-9F68-06DAB1153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1629"/>
                <a:ext cx="30" cy="35"/>
              </a:xfrm>
              <a:custGeom>
                <a:avLst/>
                <a:gdLst>
                  <a:gd name="T0" fmla="*/ 0 w 12"/>
                  <a:gd name="T1" fmla="*/ 81 h 13"/>
                  <a:gd name="T2" fmla="*/ 145 w 12"/>
                  <a:gd name="T3" fmla="*/ 175 h 13"/>
                  <a:gd name="T4" fmla="*/ 33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0" y="8"/>
                      <a:pt x="6" y="13"/>
                      <a:pt x="9" y="9"/>
                    </a:cubicBezTo>
                    <a:cubicBezTo>
                      <a:pt x="12" y="5"/>
                      <a:pt x="5" y="0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1" name="Freeform 859">
                <a:extLst>
                  <a:ext uri="{FF2B5EF4-FFF2-40B4-BE49-F238E27FC236}">
                    <a16:creationId xmlns:a16="http://schemas.microsoft.com/office/drawing/2014/main" id="{C86AAF22-D31F-4836-B235-87DB836E8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552"/>
                <a:ext cx="18" cy="11"/>
              </a:xfrm>
              <a:custGeom>
                <a:avLst/>
                <a:gdLst>
                  <a:gd name="T0" fmla="*/ 0 w 7"/>
                  <a:gd name="T1" fmla="*/ 0 h 4"/>
                  <a:gd name="T2" fmla="*/ 118 w 7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2" y="3"/>
                      <a:pt x="4" y="3"/>
                      <a:pt x="7" y="4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2" name="Freeform 860">
                <a:extLst>
                  <a:ext uri="{FF2B5EF4-FFF2-40B4-BE49-F238E27FC236}">
                    <a16:creationId xmlns:a16="http://schemas.microsoft.com/office/drawing/2014/main" id="{268574B3-391C-48D4-A586-A329CC3F6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685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3" name="Freeform 861">
                <a:extLst>
                  <a:ext uri="{FF2B5EF4-FFF2-40B4-BE49-F238E27FC236}">
                    <a16:creationId xmlns:a16="http://schemas.microsoft.com/office/drawing/2014/main" id="{6DDB9E29-E673-48BF-A7AB-2F6CC5882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709"/>
                <a:ext cx="7" cy="16"/>
              </a:xfrm>
              <a:custGeom>
                <a:avLst/>
                <a:gdLst>
                  <a:gd name="T0" fmla="*/ 37 w 3"/>
                  <a:gd name="T1" fmla="*/ 0 h 6"/>
                  <a:gd name="T2" fmla="*/ 12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0" y="4"/>
                      <a:pt x="1" y="6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4" name="Freeform 862">
                <a:extLst>
                  <a:ext uri="{FF2B5EF4-FFF2-40B4-BE49-F238E27FC236}">
                    <a16:creationId xmlns:a16="http://schemas.microsoft.com/office/drawing/2014/main" id="{CD4D4539-C21C-4E51-8B02-EC90A8580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125"/>
                <a:ext cx="3" cy="16"/>
              </a:xfrm>
              <a:custGeom>
                <a:avLst/>
                <a:gdLst>
                  <a:gd name="T0" fmla="*/ 0 w 1"/>
                  <a:gd name="T1" fmla="*/ 0 h 6"/>
                  <a:gd name="T2" fmla="*/ 27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5" name="Freeform 863">
                <a:extLst>
                  <a:ext uri="{FF2B5EF4-FFF2-40B4-BE49-F238E27FC236}">
                    <a16:creationId xmlns:a16="http://schemas.microsoft.com/office/drawing/2014/main" id="{5B929E1C-7560-484C-8B52-C703FA264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208"/>
                <a:ext cx="10" cy="21"/>
              </a:xfrm>
              <a:custGeom>
                <a:avLst/>
                <a:gdLst>
                  <a:gd name="T0" fmla="*/ 63 w 4"/>
                  <a:gd name="T1" fmla="*/ 144 h 8"/>
                  <a:gd name="T2" fmla="*/ 20 w 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8"/>
                    </a:moveTo>
                    <a:cubicBezTo>
                      <a:pt x="1" y="7"/>
                      <a:pt x="0" y="3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6" name="Freeform 864">
                <a:extLst>
                  <a:ext uri="{FF2B5EF4-FFF2-40B4-BE49-F238E27FC236}">
                    <a16:creationId xmlns:a16="http://schemas.microsoft.com/office/drawing/2014/main" id="{D8254455-B703-4685-93A3-F93E94390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197"/>
                <a:ext cx="42" cy="46"/>
              </a:xfrm>
              <a:custGeom>
                <a:avLst/>
                <a:gdLst>
                  <a:gd name="T0" fmla="*/ 62 w 17"/>
                  <a:gd name="T1" fmla="*/ 314 h 17"/>
                  <a:gd name="T2" fmla="*/ 0 w 17"/>
                  <a:gd name="T3" fmla="*/ 23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7">
                    <a:moveTo>
                      <a:pt x="4" y="16"/>
                    </a:moveTo>
                    <a:cubicBezTo>
                      <a:pt x="17" y="17"/>
                      <a:pt x="9" y="0"/>
                      <a:pt x="0" y="12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7" name="Freeform 865">
                <a:extLst>
                  <a:ext uri="{FF2B5EF4-FFF2-40B4-BE49-F238E27FC236}">
                    <a16:creationId xmlns:a16="http://schemas.microsoft.com/office/drawing/2014/main" id="{FE0AA792-B813-4765-8916-B9B99A9BF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163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2"/>
                      <a:pt x="4" y="3"/>
                      <a:pt x="6" y="3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4567" name="Freeform 867">
              <a:extLst>
                <a:ext uri="{FF2B5EF4-FFF2-40B4-BE49-F238E27FC236}">
                  <a16:creationId xmlns:a16="http://schemas.microsoft.com/office/drawing/2014/main" id="{0F8D15CC-42DB-4F17-999E-FCAA92CF6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2181"/>
              <a:ext cx="37" cy="32"/>
            </a:xfrm>
            <a:custGeom>
              <a:avLst/>
              <a:gdLst>
                <a:gd name="T0" fmla="*/ 62 w 15"/>
                <a:gd name="T1" fmla="*/ 227 h 12"/>
                <a:gd name="T2" fmla="*/ 0 w 15"/>
                <a:gd name="T3" fmla="*/ 14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4" y="12"/>
                  </a:moveTo>
                  <a:cubicBezTo>
                    <a:pt x="15" y="5"/>
                    <a:pt x="1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8" name="Freeform 868">
              <a:extLst>
                <a:ext uri="{FF2B5EF4-FFF2-40B4-BE49-F238E27FC236}">
                  <a16:creationId xmlns:a16="http://schemas.microsoft.com/office/drawing/2014/main" id="{3F2C419F-096F-4C9D-9730-2B0AAF611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880"/>
              <a:ext cx="45" cy="27"/>
            </a:xfrm>
            <a:custGeom>
              <a:avLst/>
              <a:gdLst>
                <a:gd name="T0" fmla="*/ 63 w 18"/>
                <a:gd name="T1" fmla="*/ 176 h 10"/>
                <a:gd name="T2" fmla="*/ 220 w 18"/>
                <a:gd name="T3" fmla="*/ 138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4" y="9"/>
                  </a:moveTo>
                  <a:cubicBezTo>
                    <a:pt x="6" y="9"/>
                    <a:pt x="13" y="10"/>
                    <a:pt x="14" y="7"/>
                  </a:cubicBezTo>
                  <a:cubicBezTo>
                    <a:pt x="18" y="1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9" name="Freeform 869">
              <a:extLst>
                <a:ext uri="{FF2B5EF4-FFF2-40B4-BE49-F238E27FC236}">
                  <a16:creationId xmlns:a16="http://schemas.microsoft.com/office/drawing/2014/main" id="{3C06160B-D480-4264-B33F-68A2D2649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029"/>
              <a:ext cx="20" cy="3"/>
            </a:xfrm>
            <a:custGeom>
              <a:avLst/>
              <a:gdLst>
                <a:gd name="T0" fmla="*/ 125 w 8"/>
                <a:gd name="T1" fmla="*/ 27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6" y="1"/>
                    <a:pt x="3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0" name="Freeform 870">
              <a:extLst>
                <a:ext uri="{FF2B5EF4-FFF2-40B4-BE49-F238E27FC236}">
                  <a16:creationId xmlns:a16="http://schemas.microsoft.com/office/drawing/2014/main" id="{B8D5389A-D49B-4C0F-A536-56680C3A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373"/>
              <a:ext cx="5" cy="16"/>
            </a:xfrm>
            <a:custGeom>
              <a:avLst/>
              <a:gdLst>
                <a:gd name="T0" fmla="*/ 2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1" name="Freeform 871">
              <a:extLst>
                <a:ext uri="{FF2B5EF4-FFF2-40B4-BE49-F238E27FC236}">
                  <a16:creationId xmlns:a16="http://schemas.microsoft.com/office/drawing/2014/main" id="{1D1A8F03-04FD-4CDE-8075-052135F80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485"/>
              <a:ext cx="33" cy="30"/>
            </a:xfrm>
            <a:custGeom>
              <a:avLst/>
              <a:gdLst>
                <a:gd name="T0" fmla="*/ 96 w 13"/>
                <a:gd name="T1" fmla="*/ 0 h 11"/>
                <a:gd name="T2" fmla="*/ 96 w 13"/>
                <a:gd name="T3" fmla="*/ 202 h 11"/>
                <a:gd name="T4" fmla="*/ 0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7" y="2"/>
                    <a:pt x="13" y="11"/>
                    <a:pt x="6" y="10"/>
                  </a:cubicBezTo>
                  <a:cubicBezTo>
                    <a:pt x="2" y="10"/>
                    <a:pt x="1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2" name="Freeform 872">
              <a:extLst>
                <a:ext uri="{FF2B5EF4-FFF2-40B4-BE49-F238E27FC236}">
                  <a16:creationId xmlns:a16="http://schemas.microsoft.com/office/drawing/2014/main" id="{4F18DB06-5A82-4827-843C-4F1D8208D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448"/>
              <a:ext cx="32" cy="27"/>
            </a:xfrm>
            <a:custGeom>
              <a:avLst/>
              <a:gdLst>
                <a:gd name="T0" fmla="*/ 74 w 13"/>
                <a:gd name="T1" fmla="*/ 0 h 10"/>
                <a:gd name="T2" fmla="*/ 12 w 13"/>
                <a:gd name="T3" fmla="*/ 197 h 10"/>
                <a:gd name="T4" fmla="*/ 194 w 13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5" y="0"/>
                  </a:moveTo>
                  <a:cubicBezTo>
                    <a:pt x="2" y="3"/>
                    <a:pt x="0" y="6"/>
                    <a:pt x="1" y="10"/>
                  </a:cubicBezTo>
                  <a:cubicBezTo>
                    <a:pt x="6" y="10"/>
                    <a:pt x="10" y="5"/>
                    <a:pt x="13" y="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3" name="Freeform 873">
              <a:extLst>
                <a:ext uri="{FF2B5EF4-FFF2-40B4-BE49-F238E27FC236}">
                  <a16:creationId xmlns:a16="http://schemas.microsoft.com/office/drawing/2014/main" id="{FFE4A593-AB27-4230-8A46-A45B45398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656"/>
              <a:ext cx="20" cy="40"/>
            </a:xfrm>
            <a:custGeom>
              <a:avLst/>
              <a:gdLst>
                <a:gd name="T0" fmla="*/ 0 w 8"/>
                <a:gd name="T1" fmla="*/ 149 h 15"/>
                <a:gd name="T2" fmla="*/ 33 w 8"/>
                <a:gd name="T3" fmla="*/ 285 h 15"/>
                <a:gd name="T4" fmla="*/ 95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0" y="8"/>
                  </a:moveTo>
                  <a:cubicBezTo>
                    <a:pt x="0" y="11"/>
                    <a:pt x="0" y="13"/>
                    <a:pt x="2" y="15"/>
                  </a:cubicBezTo>
                  <a:cubicBezTo>
                    <a:pt x="8" y="14"/>
                    <a:pt x="8" y="4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4" name="Freeform 874">
              <a:extLst>
                <a:ext uri="{FF2B5EF4-FFF2-40B4-BE49-F238E27FC236}">
                  <a16:creationId xmlns:a16="http://schemas.microsoft.com/office/drawing/2014/main" id="{FCA36A3C-9FBF-46AA-86B1-6485D1C17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661"/>
              <a:ext cx="2" cy="27"/>
            </a:xfrm>
            <a:custGeom>
              <a:avLst/>
              <a:gdLst>
                <a:gd name="T0" fmla="*/ 8 w 1"/>
                <a:gd name="T1" fmla="*/ 0 h 10"/>
                <a:gd name="T2" fmla="*/ 8 w 1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3"/>
                    <a:pt x="0" y="7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5" name="Freeform 875">
              <a:extLst>
                <a:ext uri="{FF2B5EF4-FFF2-40B4-BE49-F238E27FC236}">
                  <a16:creationId xmlns:a16="http://schemas.microsoft.com/office/drawing/2014/main" id="{A288E67B-74BF-4548-906B-5C8AF82F1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752"/>
              <a:ext cx="27" cy="11"/>
            </a:xfrm>
            <a:custGeom>
              <a:avLst/>
              <a:gdLst>
                <a:gd name="T0" fmla="*/ 0 w 11"/>
                <a:gd name="T1" fmla="*/ 83 h 4"/>
                <a:gd name="T2" fmla="*/ 162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3" y="2"/>
                    <a:pt x="7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6" name="Freeform 876">
              <a:extLst>
                <a:ext uri="{FF2B5EF4-FFF2-40B4-BE49-F238E27FC236}">
                  <a16:creationId xmlns:a16="http://schemas.microsoft.com/office/drawing/2014/main" id="{0C9ED45E-0C10-4D8F-9A6F-8B520E11E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805"/>
              <a:ext cx="37" cy="48"/>
            </a:xfrm>
            <a:custGeom>
              <a:avLst/>
              <a:gdLst>
                <a:gd name="T0" fmla="*/ 12 w 15"/>
                <a:gd name="T1" fmla="*/ 77 h 18"/>
                <a:gd name="T2" fmla="*/ 133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" y="4"/>
                  </a:moveTo>
                  <a:cubicBezTo>
                    <a:pt x="0" y="18"/>
                    <a:pt x="15" y="10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7" name="Freeform 877">
              <a:extLst>
                <a:ext uri="{FF2B5EF4-FFF2-40B4-BE49-F238E27FC236}">
                  <a16:creationId xmlns:a16="http://schemas.microsoft.com/office/drawing/2014/main" id="{069E9DC4-7B28-4ABE-ACF2-4DFEEBEAF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843"/>
              <a:ext cx="45" cy="37"/>
            </a:xfrm>
            <a:custGeom>
              <a:avLst/>
              <a:gdLst>
                <a:gd name="T0" fmla="*/ 125 w 18"/>
                <a:gd name="T1" fmla="*/ 259 h 14"/>
                <a:gd name="T2" fmla="*/ 238 w 18"/>
                <a:gd name="T3" fmla="*/ 0 h 14"/>
                <a:gd name="T4" fmla="*/ 0 w 18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8" y="14"/>
                  </a:moveTo>
                  <a:cubicBezTo>
                    <a:pt x="11" y="11"/>
                    <a:pt x="18" y="4"/>
                    <a:pt x="15" y="0"/>
                  </a:cubicBezTo>
                  <a:cubicBezTo>
                    <a:pt x="8" y="0"/>
                    <a:pt x="1" y="8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8" name="Freeform 878">
              <a:extLst>
                <a:ext uri="{FF2B5EF4-FFF2-40B4-BE49-F238E27FC236}">
                  <a16:creationId xmlns:a16="http://schemas.microsoft.com/office/drawing/2014/main" id="{9FDAA31E-0749-4A86-86D5-37BFFCF52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760"/>
              <a:ext cx="38" cy="27"/>
            </a:xfrm>
            <a:custGeom>
              <a:avLst/>
              <a:gdLst>
                <a:gd name="T0" fmla="*/ 180 w 15"/>
                <a:gd name="T1" fmla="*/ 197 h 10"/>
                <a:gd name="T2" fmla="*/ 0 w 15"/>
                <a:gd name="T3" fmla="*/ 103 h 10"/>
                <a:gd name="T4" fmla="*/ 243 w 15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1" y="10"/>
                  </a:moveTo>
                  <a:cubicBezTo>
                    <a:pt x="7" y="9"/>
                    <a:pt x="3" y="8"/>
                    <a:pt x="0" y="5"/>
                  </a:cubicBezTo>
                  <a:cubicBezTo>
                    <a:pt x="3" y="1"/>
                    <a:pt x="10" y="0"/>
                    <a:pt x="15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9" name="Freeform 879">
              <a:extLst>
                <a:ext uri="{FF2B5EF4-FFF2-40B4-BE49-F238E27FC236}">
                  <a16:creationId xmlns:a16="http://schemas.microsoft.com/office/drawing/2014/main" id="{DB3C970B-3555-4148-9519-9C845D587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469"/>
              <a:ext cx="23" cy="24"/>
            </a:xfrm>
            <a:custGeom>
              <a:avLst/>
              <a:gdLst>
                <a:gd name="T0" fmla="*/ 97 w 9"/>
                <a:gd name="T1" fmla="*/ 0 h 9"/>
                <a:gd name="T2" fmla="*/ 151 w 9"/>
                <a:gd name="T3" fmla="*/ 149 h 9"/>
                <a:gd name="T4" fmla="*/ 0 w 9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0"/>
                  </a:moveTo>
                  <a:cubicBezTo>
                    <a:pt x="6" y="3"/>
                    <a:pt x="8" y="5"/>
                    <a:pt x="9" y="8"/>
                  </a:cubicBezTo>
                  <a:cubicBezTo>
                    <a:pt x="5" y="9"/>
                    <a:pt x="1" y="7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0" name="Freeform 880">
              <a:extLst>
                <a:ext uri="{FF2B5EF4-FFF2-40B4-BE49-F238E27FC236}">
                  <a16:creationId xmlns:a16="http://schemas.microsoft.com/office/drawing/2014/main" id="{9E8026F1-67FE-47C8-B84E-768020648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944"/>
              <a:ext cx="28" cy="27"/>
            </a:xfrm>
            <a:custGeom>
              <a:avLst/>
              <a:gdLst>
                <a:gd name="T0" fmla="*/ 0 w 11"/>
                <a:gd name="T1" fmla="*/ 176 h 10"/>
                <a:gd name="T2" fmla="*/ 181 w 11"/>
                <a:gd name="T3" fmla="*/ 103 h 10"/>
                <a:gd name="T4" fmla="*/ 0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9"/>
                  </a:moveTo>
                  <a:cubicBezTo>
                    <a:pt x="3" y="10"/>
                    <a:pt x="9" y="8"/>
                    <a:pt x="11" y="5"/>
                  </a:cubicBezTo>
                  <a:cubicBezTo>
                    <a:pt x="9" y="1"/>
                    <a:pt x="4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1" name="Freeform 881">
              <a:extLst>
                <a:ext uri="{FF2B5EF4-FFF2-40B4-BE49-F238E27FC236}">
                  <a16:creationId xmlns:a16="http://schemas.microsoft.com/office/drawing/2014/main" id="{584A2A33-A744-4B50-BFFE-41BB1C5AC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955"/>
              <a:ext cx="15" cy="5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4" y="2"/>
                    <a:pt x="6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2" name="Freeform 882">
              <a:extLst>
                <a:ext uri="{FF2B5EF4-FFF2-40B4-BE49-F238E27FC236}">
                  <a16:creationId xmlns:a16="http://schemas.microsoft.com/office/drawing/2014/main" id="{70CC236B-743E-4528-913C-477BCC0EB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701"/>
              <a:ext cx="20" cy="27"/>
            </a:xfrm>
            <a:custGeom>
              <a:avLst/>
              <a:gdLst>
                <a:gd name="T0" fmla="*/ 125 w 8"/>
                <a:gd name="T1" fmla="*/ 0 h 10"/>
                <a:gd name="T2" fmla="*/ 125 w 8"/>
                <a:gd name="T3" fmla="*/ 197 h 10"/>
                <a:gd name="T4" fmla="*/ 0 w 8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7" y="3"/>
                    <a:pt x="8" y="7"/>
                    <a:pt x="8" y="10"/>
                  </a:cubicBezTo>
                  <a:cubicBezTo>
                    <a:pt x="6" y="8"/>
                    <a:pt x="3" y="7"/>
                    <a:pt x="0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3" name="Freeform 883">
              <a:extLst>
                <a:ext uri="{FF2B5EF4-FFF2-40B4-BE49-F238E27FC236}">
                  <a16:creationId xmlns:a16="http://schemas.microsoft.com/office/drawing/2014/main" id="{A8ED3B38-6B6C-42A1-98DA-558202FF3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155"/>
              <a:ext cx="168" cy="29"/>
            </a:xfrm>
            <a:custGeom>
              <a:avLst/>
              <a:gdLst>
                <a:gd name="T0" fmla="*/ 0 w 67"/>
                <a:gd name="T1" fmla="*/ 0 h 11"/>
                <a:gd name="T2" fmla="*/ 534 w 67"/>
                <a:gd name="T3" fmla="*/ 111 h 11"/>
                <a:gd name="T4" fmla="*/ 1056 w 67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11">
                  <a:moveTo>
                    <a:pt x="0" y="0"/>
                  </a:moveTo>
                  <a:cubicBezTo>
                    <a:pt x="10" y="4"/>
                    <a:pt x="22" y="3"/>
                    <a:pt x="34" y="6"/>
                  </a:cubicBezTo>
                  <a:cubicBezTo>
                    <a:pt x="46" y="8"/>
                    <a:pt x="56" y="11"/>
                    <a:pt x="67" y="2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4" name="Freeform 884">
              <a:extLst>
                <a:ext uri="{FF2B5EF4-FFF2-40B4-BE49-F238E27FC236}">
                  <a16:creationId xmlns:a16="http://schemas.microsoft.com/office/drawing/2014/main" id="{10A0DCCC-3A8E-42B2-86C7-7223654A6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171"/>
              <a:ext cx="30" cy="32"/>
            </a:xfrm>
            <a:custGeom>
              <a:avLst/>
              <a:gdLst>
                <a:gd name="T0" fmla="*/ 0 w 12"/>
                <a:gd name="T1" fmla="*/ 0 h 12"/>
                <a:gd name="T2" fmla="*/ 188 w 1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2" y="5"/>
                    <a:pt x="7" y="10"/>
                    <a:pt x="12" y="12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5" name="Freeform 885">
              <a:extLst>
                <a:ext uri="{FF2B5EF4-FFF2-40B4-BE49-F238E27FC236}">
                  <a16:creationId xmlns:a16="http://schemas.microsoft.com/office/drawing/2014/main" id="{48885663-3669-4EF0-A7A4-ED5C800BF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245"/>
              <a:ext cx="210" cy="120"/>
            </a:xfrm>
            <a:custGeom>
              <a:avLst/>
              <a:gdLst>
                <a:gd name="T0" fmla="*/ 0 w 84"/>
                <a:gd name="T1" fmla="*/ 648 h 45"/>
                <a:gd name="T2" fmla="*/ 770 w 84"/>
                <a:gd name="T3" fmla="*/ 627 h 45"/>
                <a:gd name="T4" fmla="*/ 1145 w 84"/>
                <a:gd name="T5" fmla="*/ 512 h 45"/>
                <a:gd name="T6" fmla="*/ 1270 w 8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45">
                  <a:moveTo>
                    <a:pt x="0" y="34"/>
                  </a:moveTo>
                  <a:cubicBezTo>
                    <a:pt x="18" y="45"/>
                    <a:pt x="30" y="36"/>
                    <a:pt x="49" y="33"/>
                  </a:cubicBezTo>
                  <a:cubicBezTo>
                    <a:pt x="56" y="32"/>
                    <a:pt x="66" y="31"/>
                    <a:pt x="73" y="27"/>
                  </a:cubicBezTo>
                  <a:cubicBezTo>
                    <a:pt x="84" y="20"/>
                    <a:pt x="80" y="12"/>
                    <a:pt x="81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6" name="Freeform 886">
              <a:extLst>
                <a:ext uri="{FF2B5EF4-FFF2-40B4-BE49-F238E27FC236}">
                  <a16:creationId xmlns:a16="http://schemas.microsoft.com/office/drawing/2014/main" id="{E53D2847-B8DA-4FA2-BE8E-DAB2DF523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352"/>
              <a:ext cx="30" cy="16"/>
            </a:xfrm>
            <a:custGeom>
              <a:avLst/>
              <a:gdLst>
                <a:gd name="T0" fmla="*/ 33 w 12"/>
                <a:gd name="T1" fmla="*/ 0 h 6"/>
                <a:gd name="T2" fmla="*/ 0 w 12"/>
                <a:gd name="T3" fmla="*/ 115 h 6"/>
                <a:gd name="T4" fmla="*/ 188 w 12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2" y="0"/>
                  </a:moveTo>
                  <a:cubicBezTo>
                    <a:pt x="3" y="2"/>
                    <a:pt x="2" y="4"/>
                    <a:pt x="0" y="6"/>
                  </a:cubicBezTo>
                  <a:cubicBezTo>
                    <a:pt x="4" y="5"/>
                    <a:pt x="8" y="2"/>
                    <a:pt x="12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7" name="Freeform 887">
              <a:extLst>
                <a:ext uri="{FF2B5EF4-FFF2-40B4-BE49-F238E27FC236}">
                  <a16:creationId xmlns:a16="http://schemas.microsoft.com/office/drawing/2014/main" id="{2DA6F2F8-0A37-42A1-AC60-BB9218FAF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165"/>
              <a:ext cx="37" cy="24"/>
            </a:xfrm>
            <a:custGeom>
              <a:avLst/>
              <a:gdLst>
                <a:gd name="T0" fmla="*/ 0 w 15"/>
                <a:gd name="T1" fmla="*/ 35 h 9"/>
                <a:gd name="T2" fmla="*/ 212 w 15"/>
                <a:gd name="T3" fmla="*/ 35 h 9"/>
                <a:gd name="T4" fmla="*/ 224 w 15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2"/>
                  </a:moveTo>
                  <a:cubicBezTo>
                    <a:pt x="5" y="1"/>
                    <a:pt x="10" y="0"/>
                    <a:pt x="14" y="2"/>
                  </a:cubicBezTo>
                  <a:cubicBezTo>
                    <a:pt x="14" y="4"/>
                    <a:pt x="14" y="7"/>
                    <a:pt x="15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75" name="sagittal-section-human-brain-diagram">
            <a:extLst>
              <a:ext uri="{FF2B5EF4-FFF2-40B4-BE49-F238E27FC236}">
                <a16:creationId xmlns:a16="http://schemas.microsoft.com/office/drawing/2014/main" id="{B929DA7F-9810-4B06-8CEC-CBF011507F4D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1744663"/>
            <a:ext cx="4108450" cy="3970337"/>
            <a:chOff x="3167" y="904"/>
            <a:chExt cx="2588" cy="2501"/>
          </a:xfrm>
        </p:grpSpPr>
        <p:grpSp>
          <p:nvGrpSpPr>
            <p:cNvPr id="54276" name="Group 1089">
              <a:extLst>
                <a:ext uri="{FF2B5EF4-FFF2-40B4-BE49-F238E27FC236}">
                  <a16:creationId xmlns:a16="http://schemas.microsoft.com/office/drawing/2014/main" id="{3D178AE7-9775-4891-8603-B1B71DA22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67" y="904"/>
              <a:ext cx="2588" cy="2501"/>
              <a:chOff x="3167" y="904"/>
              <a:chExt cx="2588" cy="2501"/>
            </a:xfrm>
          </p:grpSpPr>
          <p:sp>
            <p:nvSpPr>
              <p:cNvPr id="54366" name="Freeform 889">
                <a:extLst>
                  <a:ext uri="{FF2B5EF4-FFF2-40B4-BE49-F238E27FC236}">
                    <a16:creationId xmlns:a16="http://schemas.microsoft.com/office/drawing/2014/main" id="{7D82E60E-05D4-4A24-8DA0-FD0BA6B68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675"/>
                <a:ext cx="865" cy="405"/>
              </a:xfrm>
              <a:custGeom>
                <a:avLst/>
                <a:gdLst>
                  <a:gd name="T0" fmla="*/ 3708 w 346"/>
                  <a:gd name="T1" fmla="*/ 2875 h 152"/>
                  <a:gd name="T2" fmla="*/ 4208 w 346"/>
                  <a:gd name="T3" fmla="*/ 2499 h 152"/>
                  <a:gd name="T4" fmla="*/ 4908 w 346"/>
                  <a:gd name="T5" fmla="*/ 2230 h 152"/>
                  <a:gd name="T6" fmla="*/ 3938 w 346"/>
                  <a:gd name="T7" fmla="*/ 477 h 152"/>
                  <a:gd name="T8" fmla="*/ 0 w 346"/>
                  <a:gd name="T9" fmla="*/ 2158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152">
                    <a:moveTo>
                      <a:pt x="237" y="152"/>
                    </a:moveTo>
                    <a:cubicBezTo>
                      <a:pt x="244" y="141"/>
                      <a:pt x="254" y="134"/>
                      <a:pt x="269" y="132"/>
                    </a:cubicBezTo>
                    <a:cubicBezTo>
                      <a:pt x="284" y="132"/>
                      <a:pt x="298" y="128"/>
                      <a:pt x="314" y="118"/>
                    </a:cubicBezTo>
                    <a:cubicBezTo>
                      <a:pt x="346" y="94"/>
                      <a:pt x="345" y="50"/>
                      <a:pt x="252" y="25"/>
                    </a:cubicBezTo>
                    <a:cubicBezTo>
                      <a:pt x="158" y="0"/>
                      <a:pt x="33" y="70"/>
                      <a:pt x="0" y="114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7" name="Freeform 890">
                <a:extLst>
                  <a:ext uri="{FF2B5EF4-FFF2-40B4-BE49-F238E27FC236}">
                    <a16:creationId xmlns:a16="http://schemas.microsoft.com/office/drawing/2014/main" id="{C0434642-FB75-4E74-998C-2EA839B16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904"/>
                <a:ext cx="2588" cy="1741"/>
              </a:xfrm>
              <a:custGeom>
                <a:avLst/>
                <a:gdLst>
                  <a:gd name="T0" fmla="*/ 10334 w 1035"/>
                  <a:gd name="T1" fmla="*/ 10307 h 653"/>
                  <a:gd name="T2" fmla="*/ 11742 w 1035"/>
                  <a:gd name="T3" fmla="*/ 10635 h 653"/>
                  <a:gd name="T4" fmla="*/ 13243 w 1035"/>
                  <a:gd name="T5" fmla="*/ 10593 h 653"/>
                  <a:gd name="T6" fmla="*/ 14350 w 1035"/>
                  <a:gd name="T7" fmla="*/ 10350 h 653"/>
                  <a:gd name="T8" fmla="*/ 15943 w 1035"/>
                  <a:gd name="T9" fmla="*/ 8793 h 653"/>
                  <a:gd name="T10" fmla="*/ 16181 w 1035"/>
                  <a:gd name="T11" fmla="*/ 7564 h 653"/>
                  <a:gd name="T12" fmla="*/ 16056 w 1035"/>
                  <a:gd name="T13" fmla="*/ 7164 h 653"/>
                  <a:gd name="T14" fmla="*/ 16101 w 1035"/>
                  <a:gd name="T15" fmla="*/ 6255 h 653"/>
                  <a:gd name="T16" fmla="*/ 15756 w 1035"/>
                  <a:gd name="T17" fmla="*/ 4911 h 653"/>
                  <a:gd name="T18" fmla="*/ 15288 w 1035"/>
                  <a:gd name="T19" fmla="*/ 3866 h 653"/>
                  <a:gd name="T20" fmla="*/ 14555 w 1035"/>
                  <a:gd name="T21" fmla="*/ 2901 h 653"/>
                  <a:gd name="T22" fmla="*/ 13725 w 1035"/>
                  <a:gd name="T23" fmla="*/ 1898 h 653"/>
                  <a:gd name="T24" fmla="*/ 12847 w 1035"/>
                  <a:gd name="T25" fmla="*/ 1672 h 653"/>
                  <a:gd name="T26" fmla="*/ 12097 w 1035"/>
                  <a:gd name="T27" fmla="*/ 1002 h 653"/>
                  <a:gd name="T28" fmla="*/ 10660 w 1035"/>
                  <a:gd name="T29" fmla="*/ 568 h 653"/>
                  <a:gd name="T30" fmla="*/ 9867 w 1035"/>
                  <a:gd name="T31" fmla="*/ 227 h 653"/>
                  <a:gd name="T32" fmla="*/ 9129 w 1035"/>
                  <a:gd name="T33" fmla="*/ 320 h 653"/>
                  <a:gd name="T34" fmla="*/ 9129 w 1035"/>
                  <a:gd name="T35" fmla="*/ 320 h 653"/>
                  <a:gd name="T36" fmla="*/ 8222 w 1035"/>
                  <a:gd name="T37" fmla="*/ 93 h 653"/>
                  <a:gd name="T38" fmla="*/ 7254 w 1035"/>
                  <a:gd name="T39" fmla="*/ 264 h 653"/>
                  <a:gd name="T40" fmla="*/ 6491 w 1035"/>
                  <a:gd name="T41" fmla="*/ 320 h 653"/>
                  <a:gd name="T42" fmla="*/ 5896 w 1035"/>
                  <a:gd name="T43" fmla="*/ 661 h 653"/>
                  <a:gd name="T44" fmla="*/ 5189 w 1035"/>
                  <a:gd name="T45" fmla="*/ 717 h 653"/>
                  <a:gd name="T46" fmla="*/ 4863 w 1035"/>
                  <a:gd name="T47" fmla="*/ 1173 h 653"/>
                  <a:gd name="T48" fmla="*/ 3783 w 1035"/>
                  <a:gd name="T49" fmla="*/ 1365 h 653"/>
                  <a:gd name="T50" fmla="*/ 2676 w 1035"/>
                  <a:gd name="T51" fmla="*/ 2424 h 653"/>
                  <a:gd name="T52" fmla="*/ 2033 w 1035"/>
                  <a:gd name="T53" fmla="*/ 3050 h 653"/>
                  <a:gd name="T54" fmla="*/ 1175 w 1035"/>
                  <a:gd name="T55" fmla="*/ 4471 h 653"/>
                  <a:gd name="T56" fmla="*/ 813 w 1035"/>
                  <a:gd name="T57" fmla="*/ 4911 h 653"/>
                  <a:gd name="T58" fmla="*/ 345 w 1035"/>
                  <a:gd name="T59" fmla="*/ 6050 h 653"/>
                  <a:gd name="T60" fmla="*/ 425 w 1035"/>
                  <a:gd name="T61" fmla="*/ 6292 h 653"/>
                  <a:gd name="T62" fmla="*/ 283 w 1035"/>
                  <a:gd name="T63" fmla="*/ 6463 h 653"/>
                  <a:gd name="T64" fmla="*/ 175 w 1035"/>
                  <a:gd name="T65" fmla="*/ 7121 h 653"/>
                  <a:gd name="T66" fmla="*/ 188 w 1035"/>
                  <a:gd name="T67" fmla="*/ 7543 h 653"/>
                  <a:gd name="T68" fmla="*/ 20 w 1035"/>
                  <a:gd name="T69" fmla="*/ 8302 h 653"/>
                  <a:gd name="T70" fmla="*/ 83 w 1035"/>
                  <a:gd name="T71" fmla="*/ 9382 h 653"/>
                  <a:gd name="T72" fmla="*/ 533 w 1035"/>
                  <a:gd name="T73" fmla="*/ 10614 h 653"/>
                  <a:gd name="T74" fmla="*/ 708 w 1035"/>
                  <a:gd name="T75" fmla="*/ 11558 h 653"/>
                  <a:gd name="T76" fmla="*/ 2033 w 1035"/>
                  <a:gd name="T77" fmla="*/ 12283 h 653"/>
                  <a:gd name="T78" fmla="*/ 3313 w 1035"/>
                  <a:gd name="T79" fmla="*/ 12283 h 653"/>
                  <a:gd name="T80" fmla="*/ 3501 w 1035"/>
                  <a:gd name="T81" fmla="*/ 12184 h 653"/>
                  <a:gd name="T82" fmla="*/ 3783 w 1035"/>
                  <a:gd name="T83" fmla="*/ 12296 h 653"/>
                  <a:gd name="T84" fmla="*/ 6521 w 1035"/>
                  <a:gd name="T85" fmla="*/ 12339 h 65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035" h="653">
                    <a:moveTo>
                      <a:pt x="661" y="544"/>
                    </a:moveTo>
                    <a:cubicBezTo>
                      <a:pt x="684" y="557"/>
                      <a:pt x="717" y="561"/>
                      <a:pt x="751" y="561"/>
                    </a:cubicBezTo>
                    <a:cubicBezTo>
                      <a:pt x="781" y="561"/>
                      <a:pt x="814" y="561"/>
                      <a:pt x="847" y="559"/>
                    </a:cubicBezTo>
                    <a:cubicBezTo>
                      <a:pt x="874" y="558"/>
                      <a:pt x="894" y="553"/>
                      <a:pt x="918" y="546"/>
                    </a:cubicBezTo>
                    <a:cubicBezTo>
                      <a:pt x="953" y="536"/>
                      <a:pt x="1011" y="502"/>
                      <a:pt x="1020" y="464"/>
                    </a:cubicBezTo>
                    <a:cubicBezTo>
                      <a:pt x="1029" y="428"/>
                      <a:pt x="1034" y="436"/>
                      <a:pt x="1035" y="399"/>
                    </a:cubicBezTo>
                    <a:cubicBezTo>
                      <a:pt x="1035" y="388"/>
                      <a:pt x="1034" y="380"/>
                      <a:pt x="1027" y="378"/>
                    </a:cubicBezTo>
                    <a:cubicBezTo>
                      <a:pt x="1034" y="374"/>
                      <a:pt x="1033" y="360"/>
                      <a:pt x="1030" y="330"/>
                    </a:cubicBezTo>
                    <a:cubicBezTo>
                      <a:pt x="1027" y="300"/>
                      <a:pt x="1020" y="259"/>
                      <a:pt x="1008" y="259"/>
                    </a:cubicBezTo>
                    <a:cubicBezTo>
                      <a:pt x="1012" y="249"/>
                      <a:pt x="998" y="225"/>
                      <a:pt x="978" y="204"/>
                    </a:cubicBezTo>
                    <a:cubicBezTo>
                      <a:pt x="964" y="188"/>
                      <a:pt x="948" y="144"/>
                      <a:pt x="931" y="153"/>
                    </a:cubicBezTo>
                    <a:cubicBezTo>
                      <a:pt x="943" y="135"/>
                      <a:pt x="895" y="109"/>
                      <a:pt x="878" y="100"/>
                    </a:cubicBezTo>
                    <a:cubicBezTo>
                      <a:pt x="862" y="91"/>
                      <a:pt x="836" y="73"/>
                      <a:pt x="822" y="88"/>
                    </a:cubicBezTo>
                    <a:cubicBezTo>
                      <a:pt x="845" y="68"/>
                      <a:pt x="787" y="58"/>
                      <a:pt x="774" y="53"/>
                    </a:cubicBezTo>
                    <a:cubicBezTo>
                      <a:pt x="752" y="45"/>
                      <a:pt x="700" y="5"/>
                      <a:pt x="682" y="30"/>
                    </a:cubicBezTo>
                    <a:cubicBezTo>
                      <a:pt x="687" y="16"/>
                      <a:pt x="657" y="15"/>
                      <a:pt x="631" y="12"/>
                    </a:cubicBezTo>
                    <a:cubicBezTo>
                      <a:pt x="605" y="9"/>
                      <a:pt x="584" y="4"/>
                      <a:pt x="584" y="17"/>
                    </a:cubicBezTo>
                    <a:cubicBezTo>
                      <a:pt x="584" y="17"/>
                      <a:pt x="584" y="17"/>
                      <a:pt x="584" y="17"/>
                    </a:cubicBezTo>
                    <a:cubicBezTo>
                      <a:pt x="583" y="5"/>
                      <a:pt x="554" y="1"/>
                      <a:pt x="526" y="5"/>
                    </a:cubicBezTo>
                    <a:cubicBezTo>
                      <a:pt x="500" y="9"/>
                      <a:pt x="464" y="0"/>
                      <a:pt x="464" y="14"/>
                    </a:cubicBezTo>
                    <a:cubicBezTo>
                      <a:pt x="462" y="2"/>
                      <a:pt x="438" y="10"/>
                      <a:pt x="415" y="17"/>
                    </a:cubicBezTo>
                    <a:cubicBezTo>
                      <a:pt x="395" y="23"/>
                      <a:pt x="378" y="24"/>
                      <a:pt x="377" y="35"/>
                    </a:cubicBezTo>
                    <a:cubicBezTo>
                      <a:pt x="374" y="24"/>
                      <a:pt x="349" y="33"/>
                      <a:pt x="332" y="38"/>
                    </a:cubicBezTo>
                    <a:cubicBezTo>
                      <a:pt x="319" y="42"/>
                      <a:pt x="310" y="52"/>
                      <a:pt x="311" y="62"/>
                    </a:cubicBezTo>
                    <a:cubicBezTo>
                      <a:pt x="300" y="47"/>
                      <a:pt x="265" y="63"/>
                      <a:pt x="242" y="72"/>
                    </a:cubicBezTo>
                    <a:cubicBezTo>
                      <a:pt x="218" y="82"/>
                      <a:pt x="172" y="107"/>
                      <a:pt x="171" y="128"/>
                    </a:cubicBezTo>
                    <a:cubicBezTo>
                      <a:pt x="159" y="117"/>
                      <a:pt x="121" y="146"/>
                      <a:pt x="130" y="161"/>
                    </a:cubicBezTo>
                    <a:cubicBezTo>
                      <a:pt x="115" y="150"/>
                      <a:pt x="57" y="216"/>
                      <a:pt x="75" y="236"/>
                    </a:cubicBezTo>
                    <a:cubicBezTo>
                      <a:pt x="68" y="236"/>
                      <a:pt x="65" y="235"/>
                      <a:pt x="52" y="259"/>
                    </a:cubicBezTo>
                    <a:cubicBezTo>
                      <a:pt x="39" y="282"/>
                      <a:pt x="23" y="312"/>
                      <a:pt x="22" y="319"/>
                    </a:cubicBezTo>
                    <a:cubicBezTo>
                      <a:pt x="20" y="326"/>
                      <a:pt x="27" y="332"/>
                      <a:pt x="27" y="332"/>
                    </a:cubicBezTo>
                    <a:cubicBezTo>
                      <a:pt x="27" y="332"/>
                      <a:pt x="22" y="331"/>
                      <a:pt x="18" y="341"/>
                    </a:cubicBezTo>
                    <a:cubicBezTo>
                      <a:pt x="13" y="353"/>
                      <a:pt x="12" y="364"/>
                      <a:pt x="11" y="376"/>
                    </a:cubicBezTo>
                    <a:cubicBezTo>
                      <a:pt x="10" y="383"/>
                      <a:pt x="12" y="392"/>
                      <a:pt x="12" y="398"/>
                    </a:cubicBezTo>
                    <a:cubicBezTo>
                      <a:pt x="10" y="411"/>
                      <a:pt x="2" y="424"/>
                      <a:pt x="1" y="438"/>
                    </a:cubicBezTo>
                    <a:cubicBezTo>
                      <a:pt x="0" y="457"/>
                      <a:pt x="3" y="476"/>
                      <a:pt x="5" y="495"/>
                    </a:cubicBezTo>
                    <a:cubicBezTo>
                      <a:pt x="7" y="515"/>
                      <a:pt x="11" y="554"/>
                      <a:pt x="34" y="560"/>
                    </a:cubicBezTo>
                    <a:cubicBezTo>
                      <a:pt x="27" y="582"/>
                      <a:pt x="30" y="592"/>
                      <a:pt x="45" y="610"/>
                    </a:cubicBezTo>
                    <a:cubicBezTo>
                      <a:pt x="65" y="627"/>
                      <a:pt x="90" y="653"/>
                      <a:pt x="130" y="648"/>
                    </a:cubicBezTo>
                    <a:cubicBezTo>
                      <a:pt x="135" y="648"/>
                      <a:pt x="169" y="648"/>
                      <a:pt x="212" y="648"/>
                    </a:cubicBezTo>
                    <a:cubicBezTo>
                      <a:pt x="216" y="648"/>
                      <a:pt x="220" y="643"/>
                      <a:pt x="224" y="643"/>
                    </a:cubicBezTo>
                    <a:cubicBezTo>
                      <a:pt x="230" y="643"/>
                      <a:pt x="236" y="648"/>
                      <a:pt x="242" y="649"/>
                    </a:cubicBezTo>
                    <a:cubicBezTo>
                      <a:pt x="322" y="650"/>
                      <a:pt x="417" y="651"/>
                      <a:pt x="417" y="651"/>
                    </a:cubicBezTo>
                  </a:path>
                </a:pathLst>
              </a:custGeom>
              <a:solidFill>
                <a:srgbClr val="E8E4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8" name="Freeform 891">
                <a:extLst>
                  <a:ext uri="{FF2B5EF4-FFF2-40B4-BE49-F238E27FC236}">
                    <a16:creationId xmlns:a16="http://schemas.microsoft.com/office/drawing/2014/main" id="{81DF05F9-3C29-47D4-BACD-3B2E5C366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944"/>
                <a:ext cx="220" cy="267"/>
              </a:xfrm>
              <a:custGeom>
                <a:avLst/>
                <a:gdLst>
                  <a:gd name="T0" fmla="*/ 438 w 88"/>
                  <a:gd name="T1" fmla="*/ 0 h 100"/>
                  <a:gd name="T2" fmla="*/ 395 w 88"/>
                  <a:gd name="T3" fmla="*/ 892 h 100"/>
                  <a:gd name="T4" fmla="*/ 0 w 88"/>
                  <a:gd name="T5" fmla="*/ 1618 h 100"/>
                  <a:gd name="T6" fmla="*/ 595 w 88"/>
                  <a:gd name="T7" fmla="*/ 1810 h 100"/>
                  <a:gd name="T8" fmla="*/ 1083 w 88"/>
                  <a:gd name="T9" fmla="*/ 1674 h 100"/>
                  <a:gd name="T10" fmla="*/ 1375 w 88"/>
                  <a:gd name="T11" fmla="*/ 1583 h 100"/>
                  <a:gd name="T12" fmla="*/ 1188 w 88"/>
                  <a:gd name="T13" fmla="*/ 1426 h 100"/>
                  <a:gd name="T14" fmla="*/ 708 w 88"/>
                  <a:gd name="T15" fmla="*/ 1105 h 100"/>
                  <a:gd name="T16" fmla="*/ 438 w 88"/>
                  <a:gd name="T17" fmla="*/ 777 h 100"/>
                  <a:gd name="T18" fmla="*/ 438 w 88"/>
                  <a:gd name="T19" fmla="*/ 307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100">
                    <a:moveTo>
                      <a:pt x="28" y="0"/>
                    </a:moveTo>
                    <a:cubicBezTo>
                      <a:pt x="20" y="16"/>
                      <a:pt x="25" y="30"/>
                      <a:pt x="25" y="47"/>
                    </a:cubicBezTo>
                    <a:cubicBezTo>
                      <a:pt x="24" y="63"/>
                      <a:pt x="10" y="73"/>
                      <a:pt x="0" y="85"/>
                    </a:cubicBezTo>
                    <a:cubicBezTo>
                      <a:pt x="14" y="82"/>
                      <a:pt x="31" y="82"/>
                      <a:pt x="38" y="95"/>
                    </a:cubicBezTo>
                    <a:cubicBezTo>
                      <a:pt x="43" y="88"/>
                      <a:pt x="61" y="86"/>
                      <a:pt x="69" y="88"/>
                    </a:cubicBezTo>
                    <a:cubicBezTo>
                      <a:pt x="78" y="91"/>
                      <a:pt x="86" y="100"/>
                      <a:pt x="88" y="83"/>
                    </a:cubicBezTo>
                    <a:cubicBezTo>
                      <a:pt x="83" y="82"/>
                      <a:pt x="80" y="78"/>
                      <a:pt x="76" y="75"/>
                    </a:cubicBezTo>
                    <a:cubicBezTo>
                      <a:pt x="66" y="69"/>
                      <a:pt x="55" y="64"/>
                      <a:pt x="45" y="58"/>
                    </a:cubicBezTo>
                    <a:cubicBezTo>
                      <a:pt x="38" y="54"/>
                      <a:pt x="30" y="49"/>
                      <a:pt x="28" y="41"/>
                    </a:cubicBezTo>
                    <a:cubicBezTo>
                      <a:pt x="26" y="32"/>
                      <a:pt x="31" y="24"/>
                      <a:pt x="28" y="16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9" name="Freeform 892">
                <a:extLst>
                  <a:ext uri="{FF2B5EF4-FFF2-40B4-BE49-F238E27FC236}">
                    <a16:creationId xmlns:a16="http://schemas.microsoft.com/office/drawing/2014/main" id="{84772349-4628-4E76-A5CE-E39F046B1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632"/>
                <a:ext cx="1032" cy="1568"/>
              </a:xfrm>
              <a:custGeom>
                <a:avLst/>
                <a:gdLst>
                  <a:gd name="T0" fmla="*/ 6070 w 413"/>
                  <a:gd name="T1" fmla="*/ 1387 h 588"/>
                  <a:gd name="T2" fmla="*/ 2684 w 413"/>
                  <a:gd name="T3" fmla="*/ 397 h 588"/>
                  <a:gd name="T4" fmla="*/ 887 w 413"/>
                  <a:gd name="T5" fmla="*/ 1571 h 588"/>
                  <a:gd name="T6" fmla="*/ 0 w 413"/>
                  <a:gd name="T7" fmla="*/ 2275 h 588"/>
                  <a:gd name="T8" fmla="*/ 280 w 413"/>
                  <a:gd name="T9" fmla="*/ 2581 h 588"/>
                  <a:gd name="T10" fmla="*/ 530 w 413"/>
                  <a:gd name="T11" fmla="*/ 2936 h 588"/>
                  <a:gd name="T12" fmla="*/ 592 w 413"/>
                  <a:gd name="T13" fmla="*/ 3128 h 588"/>
                  <a:gd name="T14" fmla="*/ 562 w 413"/>
                  <a:gd name="T15" fmla="*/ 3448 h 588"/>
                  <a:gd name="T16" fmla="*/ 812 w 413"/>
                  <a:gd name="T17" fmla="*/ 3507 h 588"/>
                  <a:gd name="T18" fmla="*/ 717 w 413"/>
                  <a:gd name="T19" fmla="*/ 4288 h 588"/>
                  <a:gd name="T20" fmla="*/ 592 w 413"/>
                  <a:gd name="T21" fmla="*/ 5312 h 588"/>
                  <a:gd name="T22" fmla="*/ 605 w 413"/>
                  <a:gd name="T23" fmla="*/ 6029 h 588"/>
                  <a:gd name="T24" fmla="*/ 480 w 413"/>
                  <a:gd name="T25" fmla="*/ 6976 h 588"/>
                  <a:gd name="T26" fmla="*/ 200 w 413"/>
                  <a:gd name="T27" fmla="*/ 7373 h 588"/>
                  <a:gd name="T28" fmla="*/ 637 w 413"/>
                  <a:gd name="T29" fmla="*/ 8477 h 588"/>
                  <a:gd name="T30" fmla="*/ 855 w 413"/>
                  <a:gd name="T31" fmla="*/ 9992 h 588"/>
                  <a:gd name="T32" fmla="*/ 1574 w 413"/>
                  <a:gd name="T33" fmla="*/ 10717 h 588"/>
                  <a:gd name="T34" fmla="*/ 1699 w 413"/>
                  <a:gd name="T35" fmla="*/ 8760 h 588"/>
                  <a:gd name="T36" fmla="*/ 1937 w 413"/>
                  <a:gd name="T37" fmla="*/ 6429 h 588"/>
                  <a:gd name="T38" fmla="*/ 2324 w 413"/>
                  <a:gd name="T39" fmla="*/ 5256 h 588"/>
                  <a:gd name="T40" fmla="*/ 3371 w 413"/>
                  <a:gd name="T41" fmla="*/ 4779 h 588"/>
                  <a:gd name="T42" fmla="*/ 3541 w 413"/>
                  <a:gd name="T43" fmla="*/ 4757 h 588"/>
                  <a:gd name="T44" fmla="*/ 3916 w 413"/>
                  <a:gd name="T45" fmla="*/ 5005 h 588"/>
                  <a:gd name="T46" fmla="*/ 4308 w 413"/>
                  <a:gd name="T47" fmla="*/ 5427 h 588"/>
                  <a:gd name="T48" fmla="*/ 4403 w 413"/>
                  <a:gd name="T49" fmla="*/ 4173 h 588"/>
                  <a:gd name="T50" fmla="*/ 4603 w 413"/>
                  <a:gd name="T51" fmla="*/ 3128 h 588"/>
                  <a:gd name="T52" fmla="*/ 5712 w 413"/>
                  <a:gd name="T53" fmla="*/ 2867 h 588"/>
                  <a:gd name="T54" fmla="*/ 6432 w 413"/>
                  <a:gd name="T55" fmla="*/ 2069 h 588"/>
                  <a:gd name="T56" fmla="*/ 6070 w 413"/>
                  <a:gd name="T57" fmla="*/ 1387 h 5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13" h="588">
                    <a:moveTo>
                      <a:pt x="389" y="73"/>
                    </a:moveTo>
                    <a:cubicBezTo>
                      <a:pt x="342" y="3"/>
                      <a:pt x="248" y="0"/>
                      <a:pt x="172" y="21"/>
                    </a:cubicBezTo>
                    <a:cubicBezTo>
                      <a:pt x="125" y="33"/>
                      <a:pt x="90" y="50"/>
                      <a:pt x="57" y="83"/>
                    </a:cubicBezTo>
                    <a:cubicBezTo>
                      <a:pt x="37" y="92"/>
                      <a:pt x="17" y="105"/>
                      <a:pt x="0" y="120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34" y="155"/>
                      <a:pt x="34" y="155"/>
                      <a:pt x="34" y="155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6" y="182"/>
                      <a:pt x="36" y="182"/>
                      <a:pt x="36" y="182"/>
                    </a:cubicBezTo>
                    <a:cubicBezTo>
                      <a:pt x="52" y="185"/>
                      <a:pt x="52" y="185"/>
                      <a:pt x="52" y="185"/>
                    </a:cubicBezTo>
                    <a:cubicBezTo>
                      <a:pt x="48" y="193"/>
                      <a:pt x="61" y="216"/>
                      <a:pt x="46" y="226"/>
                    </a:cubicBezTo>
                    <a:cubicBezTo>
                      <a:pt x="37" y="234"/>
                      <a:pt x="16" y="255"/>
                      <a:pt x="38" y="280"/>
                    </a:cubicBezTo>
                    <a:cubicBezTo>
                      <a:pt x="46" y="289"/>
                      <a:pt x="36" y="308"/>
                      <a:pt x="39" y="318"/>
                    </a:cubicBezTo>
                    <a:cubicBezTo>
                      <a:pt x="41" y="327"/>
                      <a:pt x="40" y="351"/>
                      <a:pt x="31" y="368"/>
                    </a:cubicBezTo>
                    <a:cubicBezTo>
                      <a:pt x="26" y="380"/>
                      <a:pt x="11" y="386"/>
                      <a:pt x="13" y="389"/>
                    </a:cubicBezTo>
                    <a:cubicBezTo>
                      <a:pt x="24" y="408"/>
                      <a:pt x="34" y="427"/>
                      <a:pt x="41" y="447"/>
                    </a:cubicBezTo>
                    <a:cubicBezTo>
                      <a:pt x="54" y="483"/>
                      <a:pt x="52" y="525"/>
                      <a:pt x="55" y="527"/>
                    </a:cubicBezTo>
                    <a:cubicBezTo>
                      <a:pt x="70" y="540"/>
                      <a:pt x="75" y="588"/>
                      <a:pt x="101" y="565"/>
                    </a:cubicBezTo>
                    <a:cubicBezTo>
                      <a:pt x="122" y="546"/>
                      <a:pt x="110" y="486"/>
                      <a:pt x="109" y="462"/>
                    </a:cubicBezTo>
                    <a:cubicBezTo>
                      <a:pt x="106" y="417"/>
                      <a:pt x="113" y="382"/>
                      <a:pt x="124" y="339"/>
                    </a:cubicBezTo>
                    <a:cubicBezTo>
                      <a:pt x="129" y="317"/>
                      <a:pt x="126" y="288"/>
                      <a:pt x="149" y="277"/>
                    </a:cubicBezTo>
                    <a:cubicBezTo>
                      <a:pt x="170" y="267"/>
                      <a:pt x="195" y="263"/>
                      <a:pt x="216" y="252"/>
                    </a:cubicBezTo>
                    <a:cubicBezTo>
                      <a:pt x="217" y="252"/>
                      <a:pt x="224" y="252"/>
                      <a:pt x="227" y="251"/>
                    </a:cubicBezTo>
                    <a:cubicBezTo>
                      <a:pt x="230" y="264"/>
                      <a:pt x="242" y="259"/>
                      <a:pt x="251" y="264"/>
                    </a:cubicBezTo>
                    <a:cubicBezTo>
                      <a:pt x="259" y="269"/>
                      <a:pt x="267" y="280"/>
                      <a:pt x="276" y="286"/>
                    </a:cubicBezTo>
                    <a:cubicBezTo>
                      <a:pt x="299" y="263"/>
                      <a:pt x="290" y="245"/>
                      <a:pt x="282" y="220"/>
                    </a:cubicBezTo>
                    <a:cubicBezTo>
                      <a:pt x="275" y="196"/>
                      <a:pt x="271" y="182"/>
                      <a:pt x="295" y="165"/>
                    </a:cubicBezTo>
                    <a:cubicBezTo>
                      <a:pt x="317" y="150"/>
                      <a:pt x="342" y="159"/>
                      <a:pt x="366" y="151"/>
                    </a:cubicBezTo>
                    <a:cubicBezTo>
                      <a:pt x="381" y="145"/>
                      <a:pt x="410" y="127"/>
                      <a:pt x="412" y="109"/>
                    </a:cubicBezTo>
                    <a:cubicBezTo>
                      <a:pt x="413" y="95"/>
                      <a:pt x="396" y="83"/>
                      <a:pt x="389" y="73"/>
                    </a:cubicBezTo>
                    <a:close/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0" name="Freeform 893">
                <a:extLst>
                  <a:ext uri="{FF2B5EF4-FFF2-40B4-BE49-F238E27FC236}">
                    <a16:creationId xmlns:a16="http://schemas.microsoft.com/office/drawing/2014/main" id="{560D35BD-E209-416D-9B20-3ED1C1F35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2379"/>
                <a:ext cx="173" cy="778"/>
              </a:xfrm>
              <a:custGeom>
                <a:avLst/>
                <a:gdLst>
                  <a:gd name="T0" fmla="*/ 1005 w 69"/>
                  <a:gd name="T1" fmla="*/ 3877 h 292"/>
                  <a:gd name="T2" fmla="*/ 805 w 69"/>
                  <a:gd name="T3" fmla="*/ 3877 h 292"/>
                  <a:gd name="T4" fmla="*/ 597 w 69"/>
                  <a:gd name="T5" fmla="*/ 3139 h 292"/>
                  <a:gd name="T6" fmla="*/ 271 w 69"/>
                  <a:gd name="T7" fmla="*/ 2102 h 292"/>
                  <a:gd name="T8" fmla="*/ 692 w 69"/>
                  <a:gd name="T9" fmla="*/ 1420 h 292"/>
                  <a:gd name="T10" fmla="*/ 847 w 69"/>
                  <a:gd name="T11" fmla="*/ 0 h 292"/>
                  <a:gd name="T12" fmla="*/ 629 w 69"/>
                  <a:gd name="T13" fmla="*/ 1135 h 292"/>
                  <a:gd name="T14" fmla="*/ 113 w 69"/>
                  <a:gd name="T15" fmla="*/ 1988 h 292"/>
                  <a:gd name="T16" fmla="*/ 333 w 69"/>
                  <a:gd name="T17" fmla="*/ 2648 h 292"/>
                  <a:gd name="T18" fmla="*/ 629 w 69"/>
                  <a:gd name="T19" fmla="*/ 4180 h 292"/>
                  <a:gd name="T20" fmla="*/ 617 w 69"/>
                  <a:gd name="T21" fmla="*/ 4308 h 292"/>
                  <a:gd name="T22" fmla="*/ 597 w 69"/>
                  <a:gd name="T23" fmla="*/ 4649 h 292"/>
                  <a:gd name="T24" fmla="*/ 629 w 69"/>
                  <a:gd name="T25" fmla="*/ 4671 h 292"/>
                  <a:gd name="T26" fmla="*/ 1088 w 69"/>
                  <a:gd name="T27" fmla="*/ 5523 h 292"/>
                  <a:gd name="T28" fmla="*/ 1005 w 69"/>
                  <a:gd name="T29" fmla="*/ 3877 h 29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9" h="292">
                    <a:moveTo>
                      <a:pt x="64" y="205"/>
                    </a:moveTo>
                    <a:cubicBezTo>
                      <a:pt x="64" y="205"/>
                      <a:pt x="56" y="205"/>
                      <a:pt x="51" y="205"/>
                    </a:cubicBezTo>
                    <a:cubicBezTo>
                      <a:pt x="46" y="206"/>
                      <a:pt x="44" y="201"/>
                      <a:pt x="38" y="166"/>
                    </a:cubicBezTo>
                    <a:cubicBezTo>
                      <a:pt x="31" y="132"/>
                      <a:pt x="9" y="114"/>
                      <a:pt x="17" y="111"/>
                    </a:cubicBezTo>
                    <a:cubicBezTo>
                      <a:pt x="24" y="109"/>
                      <a:pt x="40" y="87"/>
                      <a:pt x="44" y="75"/>
                    </a:cubicBezTo>
                    <a:cubicBezTo>
                      <a:pt x="48" y="59"/>
                      <a:pt x="54" y="16"/>
                      <a:pt x="54" y="0"/>
                    </a:cubicBezTo>
                    <a:cubicBezTo>
                      <a:pt x="50" y="19"/>
                      <a:pt x="45" y="43"/>
                      <a:pt x="40" y="60"/>
                    </a:cubicBezTo>
                    <a:cubicBezTo>
                      <a:pt x="31" y="91"/>
                      <a:pt x="15" y="102"/>
                      <a:pt x="7" y="105"/>
                    </a:cubicBezTo>
                    <a:cubicBezTo>
                      <a:pt x="0" y="108"/>
                      <a:pt x="11" y="118"/>
                      <a:pt x="21" y="140"/>
                    </a:cubicBezTo>
                    <a:cubicBezTo>
                      <a:pt x="30" y="158"/>
                      <a:pt x="36" y="191"/>
                      <a:pt x="40" y="221"/>
                    </a:cubicBezTo>
                    <a:cubicBezTo>
                      <a:pt x="40" y="223"/>
                      <a:pt x="39" y="225"/>
                      <a:pt x="39" y="228"/>
                    </a:cubicBezTo>
                    <a:cubicBezTo>
                      <a:pt x="38" y="232"/>
                      <a:pt x="38" y="238"/>
                      <a:pt x="38" y="246"/>
                    </a:cubicBezTo>
                    <a:cubicBezTo>
                      <a:pt x="39" y="246"/>
                      <a:pt x="39" y="247"/>
                      <a:pt x="40" y="247"/>
                    </a:cubicBezTo>
                    <a:cubicBezTo>
                      <a:pt x="51" y="257"/>
                      <a:pt x="55" y="291"/>
                      <a:pt x="69" y="292"/>
                    </a:cubicBezTo>
                    <a:lnTo>
                      <a:pt x="64" y="205"/>
                    </a:lnTo>
                    <a:close/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1" name="Freeform 894">
                <a:extLst>
                  <a:ext uri="{FF2B5EF4-FFF2-40B4-BE49-F238E27FC236}">
                    <a16:creationId xmlns:a16="http://schemas.microsoft.com/office/drawing/2014/main" id="{A8146E36-BC3A-4461-8668-9EAEBC8B7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547"/>
                <a:ext cx="58" cy="397"/>
              </a:xfrm>
              <a:custGeom>
                <a:avLst/>
                <a:gdLst>
                  <a:gd name="T0" fmla="*/ 159 w 23"/>
                  <a:gd name="T1" fmla="*/ 0 h 149"/>
                  <a:gd name="T2" fmla="*/ 20 w 23"/>
                  <a:gd name="T3" fmla="*/ 1455 h 149"/>
                  <a:gd name="T4" fmla="*/ 126 w 23"/>
                  <a:gd name="T5" fmla="*/ 2819 h 149"/>
                  <a:gd name="T6" fmla="*/ 368 w 23"/>
                  <a:gd name="T7" fmla="*/ 2819 h 1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49">
                    <a:moveTo>
                      <a:pt x="10" y="0"/>
                    </a:moveTo>
                    <a:cubicBezTo>
                      <a:pt x="8" y="8"/>
                      <a:pt x="0" y="44"/>
                      <a:pt x="1" y="77"/>
                    </a:cubicBezTo>
                    <a:cubicBezTo>
                      <a:pt x="3" y="109"/>
                      <a:pt x="8" y="149"/>
                      <a:pt x="8" y="149"/>
                    </a:cubicBezTo>
                    <a:cubicBezTo>
                      <a:pt x="23" y="149"/>
                      <a:pt x="23" y="149"/>
                      <a:pt x="23" y="149"/>
                    </a:cubicBezTo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2" name="Freeform 895">
                <a:extLst>
                  <a:ext uri="{FF2B5EF4-FFF2-40B4-BE49-F238E27FC236}">
                    <a16:creationId xmlns:a16="http://schemas.microsoft.com/office/drawing/2014/main" id="{BEEAE576-F397-4C40-B7E9-8EBC74B45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040"/>
                <a:ext cx="75" cy="59"/>
              </a:xfrm>
              <a:custGeom>
                <a:avLst/>
                <a:gdLst>
                  <a:gd name="T0" fmla="*/ 188 w 30"/>
                  <a:gd name="T1" fmla="*/ 0 h 22"/>
                  <a:gd name="T2" fmla="*/ 95 w 30"/>
                  <a:gd name="T3" fmla="*/ 150 h 22"/>
                  <a:gd name="T4" fmla="*/ 375 w 30"/>
                  <a:gd name="T5" fmla="*/ 367 h 22"/>
                  <a:gd name="T6" fmla="*/ 470 w 30"/>
                  <a:gd name="T7" fmla="*/ 367 h 22"/>
                  <a:gd name="T8" fmla="*/ 283 w 30"/>
                  <a:gd name="T9" fmla="*/ 424 h 22"/>
                  <a:gd name="T10" fmla="*/ 0 w 30"/>
                  <a:gd name="T11" fmla="*/ 215 h 22"/>
                  <a:gd name="T12" fmla="*/ 188 w 30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2">
                    <a:moveTo>
                      <a:pt x="12" y="0"/>
                    </a:moveTo>
                    <a:cubicBezTo>
                      <a:pt x="8" y="2"/>
                      <a:pt x="6" y="5"/>
                      <a:pt x="6" y="8"/>
                    </a:cubicBezTo>
                    <a:cubicBezTo>
                      <a:pt x="6" y="14"/>
                      <a:pt x="14" y="19"/>
                      <a:pt x="24" y="19"/>
                    </a:cubicBezTo>
                    <a:cubicBezTo>
                      <a:pt x="26" y="19"/>
                      <a:pt x="28" y="19"/>
                      <a:pt x="30" y="19"/>
                    </a:cubicBezTo>
                    <a:cubicBezTo>
                      <a:pt x="26" y="21"/>
                      <a:pt x="22" y="22"/>
                      <a:pt x="18" y="22"/>
                    </a:cubicBezTo>
                    <a:cubicBezTo>
                      <a:pt x="8" y="22"/>
                      <a:pt x="0" y="17"/>
                      <a:pt x="0" y="11"/>
                    </a:cubicBezTo>
                    <a:cubicBezTo>
                      <a:pt x="0" y="6"/>
                      <a:pt x="5" y="2"/>
                      <a:pt x="12" y="0"/>
                    </a:cubicBezTo>
                    <a:close/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3" name="Freeform 896">
                <a:extLst>
                  <a:ext uri="{FF2B5EF4-FFF2-40B4-BE49-F238E27FC236}">
                    <a16:creationId xmlns:a16="http://schemas.microsoft.com/office/drawing/2014/main" id="{166C716F-EA7D-407F-B984-B0D921C2E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760"/>
                <a:ext cx="312" cy="235"/>
              </a:xfrm>
              <a:custGeom>
                <a:avLst/>
                <a:gdLst>
                  <a:gd name="T0" fmla="*/ 92 w 125"/>
                  <a:gd name="T1" fmla="*/ 35 h 88"/>
                  <a:gd name="T2" fmla="*/ 654 w 125"/>
                  <a:gd name="T3" fmla="*/ 742 h 88"/>
                  <a:gd name="T4" fmla="*/ 761 w 125"/>
                  <a:gd name="T5" fmla="*/ 1677 h 88"/>
                  <a:gd name="T6" fmla="*/ 1415 w 125"/>
                  <a:gd name="T7" fmla="*/ 1503 h 88"/>
                  <a:gd name="T8" fmla="*/ 1745 w 125"/>
                  <a:gd name="T9" fmla="*/ 705 h 88"/>
                  <a:gd name="T10" fmla="*/ 0 w 125"/>
                  <a:gd name="T11" fmla="*/ 56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88">
                    <a:moveTo>
                      <a:pt x="6" y="2"/>
                    </a:moveTo>
                    <a:cubicBezTo>
                      <a:pt x="23" y="12"/>
                      <a:pt x="32" y="21"/>
                      <a:pt x="42" y="39"/>
                    </a:cubicBezTo>
                    <a:cubicBezTo>
                      <a:pt x="49" y="52"/>
                      <a:pt x="55" y="73"/>
                      <a:pt x="49" y="88"/>
                    </a:cubicBezTo>
                    <a:cubicBezTo>
                      <a:pt x="58" y="80"/>
                      <a:pt x="80" y="84"/>
                      <a:pt x="91" y="79"/>
                    </a:cubicBezTo>
                    <a:cubicBezTo>
                      <a:pt x="109" y="71"/>
                      <a:pt x="125" y="54"/>
                      <a:pt x="112" y="37"/>
                    </a:cubicBezTo>
                    <a:cubicBezTo>
                      <a:pt x="89" y="8"/>
                      <a:pt x="23" y="0"/>
                      <a:pt x="0" y="3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4" name="Freeform 897">
                <a:extLst>
                  <a:ext uri="{FF2B5EF4-FFF2-40B4-BE49-F238E27FC236}">
                    <a16:creationId xmlns:a16="http://schemas.microsoft.com/office/drawing/2014/main" id="{72CC48E3-D9D4-47D4-AD0D-5F6D4A6B6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571"/>
                <a:ext cx="1315" cy="1834"/>
              </a:xfrm>
              <a:custGeom>
                <a:avLst/>
                <a:gdLst>
                  <a:gd name="T0" fmla="*/ 1925 w 526"/>
                  <a:gd name="T1" fmla="*/ 13033 h 688"/>
                  <a:gd name="T2" fmla="*/ 2020 w 526"/>
                  <a:gd name="T3" fmla="*/ 10055 h 688"/>
                  <a:gd name="T4" fmla="*/ 2175 w 526"/>
                  <a:gd name="T5" fmla="*/ 9983 h 688"/>
                  <a:gd name="T6" fmla="*/ 2220 w 526"/>
                  <a:gd name="T7" fmla="*/ 10852 h 688"/>
                  <a:gd name="T8" fmla="*/ 2270 w 526"/>
                  <a:gd name="T9" fmla="*/ 10852 h 688"/>
                  <a:gd name="T10" fmla="*/ 2208 w 526"/>
                  <a:gd name="T11" fmla="*/ 8733 h 688"/>
                  <a:gd name="T12" fmla="*/ 2488 w 526"/>
                  <a:gd name="T13" fmla="*/ 5457 h 688"/>
                  <a:gd name="T14" fmla="*/ 4208 w 526"/>
                  <a:gd name="T15" fmla="*/ 4697 h 688"/>
                  <a:gd name="T16" fmla="*/ 5083 w 526"/>
                  <a:gd name="T17" fmla="*/ 5379 h 688"/>
                  <a:gd name="T18" fmla="*/ 5425 w 526"/>
                  <a:gd name="T19" fmla="*/ 6152 h 688"/>
                  <a:gd name="T20" fmla="*/ 5270 w 526"/>
                  <a:gd name="T21" fmla="*/ 5457 h 688"/>
                  <a:gd name="T22" fmla="*/ 5283 w 526"/>
                  <a:gd name="T23" fmla="*/ 5073 h 688"/>
                  <a:gd name="T24" fmla="*/ 5675 w 526"/>
                  <a:gd name="T25" fmla="*/ 5286 h 688"/>
                  <a:gd name="T26" fmla="*/ 5488 w 526"/>
                  <a:gd name="T27" fmla="*/ 4718 h 688"/>
                  <a:gd name="T28" fmla="*/ 5395 w 526"/>
                  <a:gd name="T29" fmla="*/ 4321 h 688"/>
                  <a:gd name="T30" fmla="*/ 5313 w 526"/>
                  <a:gd name="T31" fmla="*/ 3937 h 688"/>
                  <a:gd name="T32" fmla="*/ 5645 w 526"/>
                  <a:gd name="T33" fmla="*/ 3617 h 688"/>
                  <a:gd name="T34" fmla="*/ 6145 w 526"/>
                  <a:gd name="T35" fmla="*/ 3241 h 688"/>
                  <a:gd name="T36" fmla="*/ 6845 w 526"/>
                  <a:gd name="T37" fmla="*/ 2978 h 688"/>
                  <a:gd name="T38" fmla="*/ 5875 w 526"/>
                  <a:gd name="T39" fmla="*/ 1216 h 688"/>
                  <a:gd name="T40" fmla="*/ 1938 w 526"/>
                  <a:gd name="T41" fmla="*/ 2900 h 688"/>
                  <a:gd name="T42" fmla="*/ 500 w 526"/>
                  <a:gd name="T43" fmla="*/ 3959 h 688"/>
                  <a:gd name="T44" fmla="*/ 300 w 526"/>
                  <a:gd name="T45" fmla="*/ 2671 h 688"/>
                  <a:gd name="T46" fmla="*/ 5083 w 526"/>
                  <a:gd name="T47" fmla="*/ 77 h 688"/>
                  <a:gd name="T48" fmla="*/ 8158 w 526"/>
                  <a:gd name="T49" fmla="*/ 2218 h 688"/>
                  <a:gd name="T50" fmla="*/ 7095 w 526"/>
                  <a:gd name="T51" fmla="*/ 3708 h 688"/>
                  <a:gd name="T52" fmla="*/ 5908 w 526"/>
                  <a:gd name="T53" fmla="*/ 3540 h 688"/>
                  <a:gd name="T54" fmla="*/ 5583 w 526"/>
                  <a:gd name="T55" fmla="*/ 4548 h 688"/>
                  <a:gd name="T56" fmla="*/ 5938 w 526"/>
                  <a:gd name="T57" fmla="*/ 5585 h 688"/>
                  <a:gd name="T58" fmla="*/ 5770 w 526"/>
                  <a:gd name="T59" fmla="*/ 5947 h 688"/>
                  <a:gd name="T60" fmla="*/ 5408 w 526"/>
                  <a:gd name="T61" fmla="*/ 5643 h 688"/>
                  <a:gd name="T62" fmla="*/ 5438 w 526"/>
                  <a:gd name="T63" fmla="*/ 5742 h 688"/>
                  <a:gd name="T64" fmla="*/ 5563 w 526"/>
                  <a:gd name="T65" fmla="*/ 6195 h 688"/>
                  <a:gd name="T66" fmla="*/ 5675 w 526"/>
                  <a:gd name="T67" fmla="*/ 6310 h 688"/>
                  <a:gd name="T68" fmla="*/ 5895 w 526"/>
                  <a:gd name="T69" fmla="*/ 6494 h 688"/>
                  <a:gd name="T70" fmla="*/ 5720 w 526"/>
                  <a:gd name="T71" fmla="*/ 6856 h 688"/>
                  <a:gd name="T72" fmla="*/ 5313 w 526"/>
                  <a:gd name="T73" fmla="*/ 6878 h 688"/>
                  <a:gd name="T74" fmla="*/ 5283 w 526"/>
                  <a:gd name="T75" fmla="*/ 6438 h 688"/>
                  <a:gd name="T76" fmla="*/ 5333 w 526"/>
                  <a:gd name="T77" fmla="*/ 6139 h 688"/>
                  <a:gd name="T78" fmla="*/ 5113 w 526"/>
                  <a:gd name="T79" fmla="*/ 5550 h 688"/>
                  <a:gd name="T80" fmla="*/ 4345 w 526"/>
                  <a:gd name="T81" fmla="*/ 5187 h 688"/>
                  <a:gd name="T82" fmla="*/ 3958 w 526"/>
                  <a:gd name="T83" fmla="*/ 5494 h 688"/>
                  <a:gd name="T84" fmla="*/ 3863 w 526"/>
                  <a:gd name="T85" fmla="*/ 6083 h 688"/>
                  <a:gd name="T86" fmla="*/ 4395 w 526"/>
                  <a:gd name="T87" fmla="*/ 7368 h 688"/>
                  <a:gd name="T88" fmla="*/ 3563 w 526"/>
                  <a:gd name="T89" fmla="*/ 9394 h 688"/>
                  <a:gd name="T90" fmla="*/ 3488 w 526"/>
                  <a:gd name="T91" fmla="*/ 10873 h 688"/>
                  <a:gd name="T92" fmla="*/ 3145 w 526"/>
                  <a:gd name="T93" fmla="*/ 13033 h 6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688">
                    <a:moveTo>
                      <a:pt x="123" y="688"/>
                    </a:moveTo>
                    <a:cubicBezTo>
                      <a:pt x="131" y="665"/>
                      <a:pt x="125" y="551"/>
                      <a:pt x="129" y="531"/>
                    </a:cubicBezTo>
                    <a:cubicBezTo>
                      <a:pt x="132" y="512"/>
                      <a:pt x="137" y="516"/>
                      <a:pt x="139" y="527"/>
                    </a:cubicBezTo>
                    <a:cubicBezTo>
                      <a:pt x="140" y="534"/>
                      <a:pt x="141" y="558"/>
                      <a:pt x="142" y="573"/>
                    </a:cubicBezTo>
                    <a:cubicBezTo>
                      <a:pt x="143" y="577"/>
                      <a:pt x="145" y="577"/>
                      <a:pt x="145" y="573"/>
                    </a:cubicBezTo>
                    <a:cubicBezTo>
                      <a:pt x="147" y="544"/>
                      <a:pt x="144" y="492"/>
                      <a:pt x="141" y="461"/>
                    </a:cubicBezTo>
                    <a:cubicBezTo>
                      <a:pt x="137" y="426"/>
                      <a:pt x="142" y="335"/>
                      <a:pt x="159" y="288"/>
                    </a:cubicBezTo>
                    <a:cubicBezTo>
                      <a:pt x="180" y="229"/>
                      <a:pt x="247" y="241"/>
                      <a:pt x="269" y="248"/>
                    </a:cubicBezTo>
                    <a:cubicBezTo>
                      <a:pt x="307" y="261"/>
                      <a:pt x="314" y="278"/>
                      <a:pt x="325" y="284"/>
                    </a:cubicBezTo>
                    <a:cubicBezTo>
                      <a:pt x="336" y="290"/>
                      <a:pt x="344" y="316"/>
                      <a:pt x="347" y="325"/>
                    </a:cubicBezTo>
                    <a:cubicBezTo>
                      <a:pt x="345" y="315"/>
                      <a:pt x="340" y="298"/>
                      <a:pt x="337" y="288"/>
                    </a:cubicBezTo>
                    <a:cubicBezTo>
                      <a:pt x="335" y="278"/>
                      <a:pt x="333" y="271"/>
                      <a:pt x="338" y="268"/>
                    </a:cubicBezTo>
                    <a:cubicBezTo>
                      <a:pt x="343" y="265"/>
                      <a:pt x="354" y="272"/>
                      <a:pt x="363" y="279"/>
                    </a:cubicBezTo>
                    <a:cubicBezTo>
                      <a:pt x="363" y="279"/>
                      <a:pt x="352" y="259"/>
                      <a:pt x="351" y="249"/>
                    </a:cubicBezTo>
                    <a:cubicBezTo>
                      <a:pt x="350" y="239"/>
                      <a:pt x="352" y="234"/>
                      <a:pt x="345" y="228"/>
                    </a:cubicBezTo>
                    <a:cubicBezTo>
                      <a:pt x="340" y="224"/>
                      <a:pt x="337" y="215"/>
                      <a:pt x="340" y="208"/>
                    </a:cubicBezTo>
                    <a:cubicBezTo>
                      <a:pt x="344" y="199"/>
                      <a:pt x="355" y="201"/>
                      <a:pt x="361" y="191"/>
                    </a:cubicBezTo>
                    <a:cubicBezTo>
                      <a:pt x="368" y="180"/>
                      <a:pt x="378" y="173"/>
                      <a:pt x="393" y="171"/>
                    </a:cubicBezTo>
                    <a:cubicBezTo>
                      <a:pt x="408" y="171"/>
                      <a:pt x="422" y="167"/>
                      <a:pt x="438" y="157"/>
                    </a:cubicBezTo>
                    <a:cubicBezTo>
                      <a:pt x="470" y="133"/>
                      <a:pt x="469" y="89"/>
                      <a:pt x="376" y="64"/>
                    </a:cubicBezTo>
                    <a:cubicBezTo>
                      <a:pt x="282" y="39"/>
                      <a:pt x="157" y="109"/>
                      <a:pt x="124" y="153"/>
                    </a:cubicBezTo>
                    <a:cubicBezTo>
                      <a:pt x="95" y="191"/>
                      <a:pt x="63" y="230"/>
                      <a:pt x="32" y="209"/>
                    </a:cubicBezTo>
                    <a:cubicBezTo>
                      <a:pt x="0" y="187"/>
                      <a:pt x="14" y="157"/>
                      <a:pt x="19" y="141"/>
                    </a:cubicBezTo>
                    <a:cubicBezTo>
                      <a:pt x="49" y="51"/>
                      <a:pt x="213" y="7"/>
                      <a:pt x="325" y="4"/>
                    </a:cubicBezTo>
                    <a:cubicBezTo>
                      <a:pt x="461" y="0"/>
                      <a:pt x="518" y="75"/>
                      <a:pt x="522" y="117"/>
                    </a:cubicBezTo>
                    <a:cubicBezTo>
                      <a:pt x="526" y="154"/>
                      <a:pt x="496" y="186"/>
                      <a:pt x="454" y="196"/>
                    </a:cubicBezTo>
                    <a:cubicBezTo>
                      <a:pt x="409" y="207"/>
                      <a:pt x="398" y="171"/>
                      <a:pt x="378" y="187"/>
                    </a:cubicBezTo>
                    <a:cubicBezTo>
                      <a:pt x="368" y="197"/>
                      <a:pt x="353" y="210"/>
                      <a:pt x="357" y="240"/>
                    </a:cubicBezTo>
                    <a:cubicBezTo>
                      <a:pt x="360" y="269"/>
                      <a:pt x="374" y="290"/>
                      <a:pt x="380" y="295"/>
                    </a:cubicBezTo>
                    <a:cubicBezTo>
                      <a:pt x="386" y="301"/>
                      <a:pt x="382" y="314"/>
                      <a:pt x="369" y="314"/>
                    </a:cubicBezTo>
                    <a:cubicBezTo>
                      <a:pt x="358" y="313"/>
                      <a:pt x="350" y="304"/>
                      <a:pt x="346" y="298"/>
                    </a:cubicBezTo>
                    <a:cubicBezTo>
                      <a:pt x="347" y="299"/>
                      <a:pt x="347" y="301"/>
                      <a:pt x="348" y="303"/>
                    </a:cubicBezTo>
                    <a:cubicBezTo>
                      <a:pt x="351" y="311"/>
                      <a:pt x="354" y="321"/>
                      <a:pt x="356" y="327"/>
                    </a:cubicBezTo>
                    <a:cubicBezTo>
                      <a:pt x="356" y="331"/>
                      <a:pt x="360" y="332"/>
                      <a:pt x="363" y="333"/>
                    </a:cubicBezTo>
                    <a:cubicBezTo>
                      <a:pt x="369" y="333"/>
                      <a:pt x="374" y="337"/>
                      <a:pt x="377" y="343"/>
                    </a:cubicBezTo>
                    <a:cubicBezTo>
                      <a:pt x="381" y="353"/>
                      <a:pt x="370" y="361"/>
                      <a:pt x="366" y="362"/>
                    </a:cubicBezTo>
                    <a:cubicBezTo>
                      <a:pt x="364" y="365"/>
                      <a:pt x="355" y="374"/>
                      <a:pt x="340" y="363"/>
                    </a:cubicBezTo>
                    <a:cubicBezTo>
                      <a:pt x="334" y="358"/>
                      <a:pt x="335" y="348"/>
                      <a:pt x="338" y="340"/>
                    </a:cubicBezTo>
                    <a:cubicBezTo>
                      <a:pt x="339" y="338"/>
                      <a:pt x="342" y="329"/>
                      <a:pt x="341" y="324"/>
                    </a:cubicBezTo>
                    <a:cubicBezTo>
                      <a:pt x="339" y="314"/>
                      <a:pt x="333" y="297"/>
                      <a:pt x="327" y="293"/>
                    </a:cubicBezTo>
                    <a:cubicBezTo>
                      <a:pt x="318" y="288"/>
                      <a:pt x="296" y="279"/>
                      <a:pt x="278" y="274"/>
                    </a:cubicBezTo>
                    <a:cubicBezTo>
                      <a:pt x="260" y="269"/>
                      <a:pt x="259" y="281"/>
                      <a:pt x="253" y="290"/>
                    </a:cubicBezTo>
                    <a:cubicBezTo>
                      <a:pt x="249" y="297"/>
                      <a:pt x="248" y="309"/>
                      <a:pt x="247" y="321"/>
                    </a:cubicBezTo>
                    <a:cubicBezTo>
                      <a:pt x="245" y="334"/>
                      <a:pt x="282" y="339"/>
                      <a:pt x="281" y="389"/>
                    </a:cubicBezTo>
                    <a:cubicBezTo>
                      <a:pt x="281" y="439"/>
                      <a:pt x="259" y="491"/>
                      <a:pt x="228" y="496"/>
                    </a:cubicBezTo>
                    <a:cubicBezTo>
                      <a:pt x="234" y="503"/>
                      <a:pt x="241" y="526"/>
                      <a:pt x="223" y="574"/>
                    </a:cubicBezTo>
                    <a:cubicBezTo>
                      <a:pt x="206" y="621"/>
                      <a:pt x="201" y="688"/>
                      <a:pt x="201" y="688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5" name="Freeform 898">
                <a:extLst>
                  <a:ext uri="{FF2B5EF4-FFF2-40B4-BE49-F238E27FC236}">
                    <a16:creationId xmlns:a16="http://schemas.microsoft.com/office/drawing/2014/main" id="{E0DD82E2-1D64-4F6F-94DA-1266F15A8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675"/>
                <a:ext cx="865" cy="400"/>
              </a:xfrm>
              <a:custGeom>
                <a:avLst/>
                <a:gdLst>
                  <a:gd name="T0" fmla="*/ 3925 w 346"/>
                  <a:gd name="T1" fmla="*/ 568 h 150"/>
                  <a:gd name="T2" fmla="*/ 5125 w 346"/>
                  <a:gd name="T3" fmla="*/ 1515 h 150"/>
                  <a:gd name="T4" fmla="*/ 4863 w 346"/>
                  <a:gd name="T5" fmla="*/ 2163 h 150"/>
                  <a:gd name="T6" fmla="*/ 4208 w 346"/>
                  <a:gd name="T7" fmla="*/ 2411 h 150"/>
                  <a:gd name="T8" fmla="*/ 4188 w 346"/>
                  <a:gd name="T9" fmla="*/ 2411 h 150"/>
                  <a:gd name="T10" fmla="*/ 4188 w 346"/>
                  <a:gd name="T11" fmla="*/ 2411 h 150"/>
                  <a:gd name="T12" fmla="*/ 3738 w 346"/>
                  <a:gd name="T13" fmla="*/ 2845 h 150"/>
                  <a:gd name="T14" fmla="*/ 4208 w 346"/>
                  <a:gd name="T15" fmla="*/ 2504 h 150"/>
                  <a:gd name="T16" fmla="*/ 4908 w 346"/>
                  <a:gd name="T17" fmla="*/ 2240 h 150"/>
                  <a:gd name="T18" fmla="*/ 3938 w 346"/>
                  <a:gd name="T19" fmla="*/ 477 h 150"/>
                  <a:gd name="T20" fmla="*/ 0 w 346"/>
                  <a:gd name="T21" fmla="*/ 2163 h 150"/>
                  <a:gd name="T22" fmla="*/ 63 w 346"/>
                  <a:gd name="T23" fmla="*/ 2219 h 150"/>
                  <a:gd name="T24" fmla="*/ 3925 w 346"/>
                  <a:gd name="T25" fmla="*/ 568 h 1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6" h="150">
                    <a:moveTo>
                      <a:pt x="251" y="30"/>
                    </a:moveTo>
                    <a:cubicBezTo>
                      <a:pt x="312" y="46"/>
                      <a:pt x="325" y="68"/>
                      <a:pt x="328" y="80"/>
                    </a:cubicBezTo>
                    <a:cubicBezTo>
                      <a:pt x="330" y="92"/>
                      <a:pt x="324" y="104"/>
                      <a:pt x="311" y="114"/>
                    </a:cubicBezTo>
                    <a:cubicBezTo>
                      <a:pt x="297" y="123"/>
                      <a:pt x="284" y="127"/>
                      <a:pt x="269" y="127"/>
                    </a:cubicBezTo>
                    <a:cubicBezTo>
                      <a:pt x="268" y="127"/>
                      <a:pt x="268" y="127"/>
                      <a:pt x="268" y="127"/>
                    </a:cubicBezTo>
                    <a:cubicBezTo>
                      <a:pt x="268" y="127"/>
                      <a:pt x="268" y="127"/>
                      <a:pt x="268" y="127"/>
                    </a:cubicBezTo>
                    <a:cubicBezTo>
                      <a:pt x="253" y="129"/>
                      <a:pt x="247" y="138"/>
                      <a:pt x="239" y="150"/>
                    </a:cubicBezTo>
                    <a:cubicBezTo>
                      <a:pt x="246" y="140"/>
                      <a:pt x="255" y="134"/>
                      <a:pt x="269" y="132"/>
                    </a:cubicBezTo>
                    <a:cubicBezTo>
                      <a:pt x="284" y="132"/>
                      <a:pt x="298" y="128"/>
                      <a:pt x="314" y="118"/>
                    </a:cubicBezTo>
                    <a:cubicBezTo>
                      <a:pt x="346" y="94"/>
                      <a:pt x="345" y="50"/>
                      <a:pt x="252" y="25"/>
                    </a:cubicBezTo>
                    <a:cubicBezTo>
                      <a:pt x="158" y="0"/>
                      <a:pt x="33" y="70"/>
                      <a:pt x="0" y="114"/>
                    </a:cubicBezTo>
                    <a:cubicBezTo>
                      <a:pt x="4" y="117"/>
                      <a:pt x="4" y="117"/>
                      <a:pt x="4" y="117"/>
                    </a:cubicBezTo>
                    <a:cubicBezTo>
                      <a:pt x="38" y="72"/>
                      <a:pt x="162" y="6"/>
                      <a:pt x="251" y="30"/>
                    </a:cubicBezTo>
                    <a:close/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6" name="Oval 899">
                <a:extLst>
                  <a:ext uri="{FF2B5EF4-FFF2-40B4-BE49-F238E27FC236}">
                    <a16:creationId xmlns:a16="http://schemas.microsoft.com/office/drawing/2014/main" id="{FEFE8119-0AEE-4820-BC98-6EEA09FA4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0" y="2035"/>
                <a:ext cx="88" cy="58"/>
              </a:xfrm>
              <a:prstGeom prst="ellipse">
                <a:avLst/>
              </a:pr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377" name="Freeform 900">
                <a:extLst>
                  <a:ext uri="{FF2B5EF4-FFF2-40B4-BE49-F238E27FC236}">
                    <a16:creationId xmlns:a16="http://schemas.microsoft.com/office/drawing/2014/main" id="{0E16853F-5A1F-408A-B829-4F0CAC0C4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035"/>
                <a:ext cx="75" cy="56"/>
              </a:xfrm>
              <a:custGeom>
                <a:avLst/>
                <a:gdLst>
                  <a:gd name="T0" fmla="*/ 408 w 30"/>
                  <a:gd name="T1" fmla="*/ 248 h 21"/>
                  <a:gd name="T2" fmla="*/ 145 w 30"/>
                  <a:gd name="T3" fmla="*/ 35 h 21"/>
                  <a:gd name="T4" fmla="*/ 0 w 30"/>
                  <a:gd name="T5" fmla="*/ 56 h 21"/>
                  <a:gd name="T6" fmla="*/ 208 w 30"/>
                  <a:gd name="T7" fmla="*/ 0 h 21"/>
                  <a:gd name="T8" fmla="*/ 470 w 30"/>
                  <a:gd name="T9" fmla="*/ 205 h 21"/>
                  <a:gd name="T10" fmla="*/ 333 w 30"/>
                  <a:gd name="T11" fmla="*/ 397 h 21"/>
                  <a:gd name="T12" fmla="*/ 408 w 30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1">
                    <a:moveTo>
                      <a:pt x="26" y="13"/>
                    </a:moveTo>
                    <a:cubicBezTo>
                      <a:pt x="26" y="7"/>
                      <a:pt x="18" y="2"/>
                      <a:pt x="9" y="2"/>
                    </a:cubicBezTo>
                    <a:cubicBezTo>
                      <a:pt x="5" y="2"/>
                      <a:pt x="3" y="2"/>
                      <a:pt x="0" y="3"/>
                    </a:cubicBezTo>
                    <a:cubicBezTo>
                      <a:pt x="3" y="1"/>
                      <a:pt x="8" y="0"/>
                      <a:pt x="13" y="0"/>
                    </a:cubicBezTo>
                    <a:cubicBezTo>
                      <a:pt x="22" y="0"/>
                      <a:pt x="30" y="5"/>
                      <a:pt x="30" y="11"/>
                    </a:cubicBezTo>
                    <a:cubicBezTo>
                      <a:pt x="30" y="15"/>
                      <a:pt x="26" y="19"/>
                      <a:pt x="21" y="21"/>
                    </a:cubicBezTo>
                    <a:cubicBezTo>
                      <a:pt x="24" y="19"/>
                      <a:pt x="26" y="16"/>
                      <a:pt x="2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8" name="Freeform 901">
                <a:extLst>
                  <a:ext uri="{FF2B5EF4-FFF2-40B4-BE49-F238E27FC236}">
                    <a16:creationId xmlns:a16="http://schemas.microsoft.com/office/drawing/2014/main" id="{0217F468-B002-4452-8A31-3CF751EE1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749"/>
                <a:ext cx="337" cy="275"/>
              </a:xfrm>
              <a:custGeom>
                <a:avLst/>
                <a:gdLst>
                  <a:gd name="T0" fmla="*/ 791 w 135"/>
                  <a:gd name="T1" fmla="*/ 0 h 103"/>
                  <a:gd name="T2" fmla="*/ 2087 w 135"/>
                  <a:gd name="T3" fmla="*/ 1639 h 103"/>
                  <a:gd name="T4" fmla="*/ 1837 w 135"/>
                  <a:gd name="T5" fmla="*/ 1653 h 103"/>
                  <a:gd name="T6" fmla="*/ 0 w 135"/>
                  <a:gd name="T7" fmla="*/ 342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03">
                    <a:moveTo>
                      <a:pt x="51" y="0"/>
                    </a:moveTo>
                    <a:cubicBezTo>
                      <a:pt x="76" y="2"/>
                      <a:pt x="132" y="35"/>
                      <a:pt x="134" y="86"/>
                    </a:cubicBezTo>
                    <a:cubicBezTo>
                      <a:pt x="135" y="102"/>
                      <a:pt x="125" y="103"/>
                      <a:pt x="118" y="87"/>
                    </a:cubicBezTo>
                    <a:cubicBezTo>
                      <a:pt x="103" y="50"/>
                      <a:pt x="62" y="4"/>
                      <a:pt x="0" y="18"/>
                    </a:cubicBezTo>
                  </a:path>
                </a:pathLst>
              </a:custGeom>
              <a:solidFill>
                <a:srgbClr val="FDC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9" name="Freeform 902">
                <a:extLst>
                  <a:ext uri="{FF2B5EF4-FFF2-40B4-BE49-F238E27FC236}">
                    <a16:creationId xmlns:a16="http://schemas.microsoft.com/office/drawing/2014/main" id="{D69F6879-0DEF-4CF9-B6D6-308CF0765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128"/>
                <a:ext cx="117" cy="488"/>
              </a:xfrm>
              <a:custGeom>
                <a:avLst/>
                <a:gdLst>
                  <a:gd name="T0" fmla="*/ 154 w 47"/>
                  <a:gd name="T1" fmla="*/ 2787 h 183"/>
                  <a:gd name="T2" fmla="*/ 217 w 47"/>
                  <a:gd name="T3" fmla="*/ 2616 h 183"/>
                  <a:gd name="T4" fmla="*/ 154 w 47"/>
                  <a:gd name="T5" fmla="*/ 2504 h 183"/>
                  <a:gd name="T6" fmla="*/ 105 w 47"/>
                  <a:gd name="T7" fmla="*/ 2411 h 183"/>
                  <a:gd name="T8" fmla="*/ 92 w 47"/>
                  <a:gd name="T9" fmla="*/ 2296 h 183"/>
                  <a:gd name="T10" fmla="*/ 75 w 47"/>
                  <a:gd name="T11" fmla="*/ 2296 h 183"/>
                  <a:gd name="T12" fmla="*/ 105 w 47"/>
                  <a:gd name="T13" fmla="*/ 2253 h 183"/>
                  <a:gd name="T14" fmla="*/ 154 w 47"/>
                  <a:gd name="T15" fmla="*/ 2197 h 183"/>
                  <a:gd name="T16" fmla="*/ 137 w 47"/>
                  <a:gd name="T17" fmla="*/ 2104 h 183"/>
                  <a:gd name="T18" fmla="*/ 42 w 47"/>
                  <a:gd name="T19" fmla="*/ 1501 h 183"/>
                  <a:gd name="T20" fmla="*/ 124 w 47"/>
                  <a:gd name="T21" fmla="*/ 1080 h 183"/>
                  <a:gd name="T22" fmla="*/ 403 w 47"/>
                  <a:gd name="T23" fmla="*/ 683 h 183"/>
                  <a:gd name="T24" fmla="*/ 321 w 47"/>
                  <a:gd name="T25" fmla="*/ 435 h 183"/>
                  <a:gd name="T26" fmla="*/ 137 w 47"/>
                  <a:gd name="T27" fmla="*/ 477 h 183"/>
                  <a:gd name="T28" fmla="*/ 217 w 47"/>
                  <a:gd name="T29" fmla="*/ 376 h 183"/>
                  <a:gd name="T30" fmla="*/ 371 w 47"/>
                  <a:gd name="T31" fmla="*/ 264 h 183"/>
                  <a:gd name="T32" fmla="*/ 724 w 47"/>
                  <a:gd name="T33" fmla="*/ 115 h 183"/>
                  <a:gd name="T34" fmla="*/ 724 w 47"/>
                  <a:gd name="T35" fmla="*/ 547 h 183"/>
                  <a:gd name="T36" fmla="*/ 446 w 47"/>
                  <a:gd name="T37" fmla="*/ 931 h 183"/>
                  <a:gd name="T38" fmla="*/ 371 w 47"/>
                  <a:gd name="T39" fmla="*/ 1344 h 183"/>
                  <a:gd name="T40" fmla="*/ 446 w 47"/>
                  <a:gd name="T41" fmla="*/ 1971 h 183"/>
                  <a:gd name="T42" fmla="*/ 466 w 47"/>
                  <a:gd name="T43" fmla="*/ 2069 h 183"/>
                  <a:gd name="T44" fmla="*/ 371 w 47"/>
                  <a:gd name="T45" fmla="*/ 2253 h 183"/>
                  <a:gd name="T46" fmla="*/ 403 w 47"/>
                  <a:gd name="T47" fmla="*/ 2389 h 183"/>
                  <a:gd name="T48" fmla="*/ 341 w 47"/>
                  <a:gd name="T49" fmla="*/ 2581 h 183"/>
                  <a:gd name="T50" fmla="*/ 353 w 47"/>
                  <a:gd name="T51" fmla="*/ 2752 h 183"/>
                  <a:gd name="T52" fmla="*/ 309 w 47"/>
                  <a:gd name="T53" fmla="*/ 2824 h 183"/>
                  <a:gd name="T54" fmla="*/ 261 w 47"/>
                  <a:gd name="T55" fmla="*/ 3016 h 183"/>
                  <a:gd name="T56" fmla="*/ 167 w 47"/>
                  <a:gd name="T57" fmla="*/ 3107 h 183"/>
                  <a:gd name="T58" fmla="*/ 75 w 47"/>
                  <a:gd name="T59" fmla="*/ 3336 h 183"/>
                  <a:gd name="T60" fmla="*/ 12 w 47"/>
                  <a:gd name="T61" fmla="*/ 3469 h 183"/>
                  <a:gd name="T62" fmla="*/ 167 w 47"/>
                  <a:gd name="T63" fmla="*/ 2880 h 183"/>
                  <a:gd name="T64" fmla="*/ 154 w 47"/>
                  <a:gd name="T65" fmla="*/ 2787 h 1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183">
                    <a:moveTo>
                      <a:pt x="10" y="147"/>
                    </a:moveTo>
                    <a:cubicBezTo>
                      <a:pt x="11" y="143"/>
                      <a:pt x="15" y="143"/>
                      <a:pt x="14" y="138"/>
                    </a:cubicBezTo>
                    <a:cubicBezTo>
                      <a:pt x="14" y="135"/>
                      <a:pt x="12" y="134"/>
                      <a:pt x="10" y="132"/>
                    </a:cubicBezTo>
                    <a:cubicBezTo>
                      <a:pt x="9" y="130"/>
                      <a:pt x="8" y="130"/>
                      <a:pt x="7" y="127"/>
                    </a:cubicBezTo>
                    <a:cubicBezTo>
                      <a:pt x="7" y="125"/>
                      <a:pt x="7" y="124"/>
                      <a:pt x="6" y="121"/>
                    </a:cubicBezTo>
                    <a:cubicBezTo>
                      <a:pt x="6" y="121"/>
                      <a:pt x="6" y="121"/>
                      <a:pt x="5" y="121"/>
                    </a:cubicBezTo>
                    <a:cubicBezTo>
                      <a:pt x="7" y="119"/>
                      <a:pt x="7" y="119"/>
                      <a:pt x="7" y="119"/>
                    </a:cubicBezTo>
                    <a:cubicBezTo>
                      <a:pt x="8" y="118"/>
                      <a:pt x="9" y="117"/>
                      <a:pt x="10" y="116"/>
                    </a:cubicBezTo>
                    <a:cubicBezTo>
                      <a:pt x="9" y="111"/>
                      <a:pt x="9" y="111"/>
                      <a:pt x="9" y="111"/>
                    </a:cubicBezTo>
                    <a:cubicBezTo>
                      <a:pt x="5" y="100"/>
                      <a:pt x="0" y="87"/>
                      <a:pt x="3" y="79"/>
                    </a:cubicBezTo>
                    <a:cubicBezTo>
                      <a:pt x="6" y="70"/>
                      <a:pt x="6" y="68"/>
                      <a:pt x="8" y="57"/>
                    </a:cubicBezTo>
                    <a:cubicBezTo>
                      <a:pt x="10" y="45"/>
                      <a:pt x="21" y="42"/>
                      <a:pt x="26" y="36"/>
                    </a:cubicBezTo>
                    <a:cubicBezTo>
                      <a:pt x="22" y="32"/>
                      <a:pt x="20" y="28"/>
                      <a:pt x="21" y="23"/>
                    </a:cubicBezTo>
                    <a:cubicBezTo>
                      <a:pt x="17" y="25"/>
                      <a:pt x="13" y="25"/>
                      <a:pt x="9" y="25"/>
                    </a:cubicBezTo>
                    <a:cubicBezTo>
                      <a:pt x="11" y="23"/>
                      <a:pt x="13" y="22"/>
                      <a:pt x="14" y="20"/>
                    </a:cubicBezTo>
                    <a:cubicBezTo>
                      <a:pt x="18" y="19"/>
                      <a:pt x="21" y="18"/>
                      <a:pt x="24" y="14"/>
                    </a:cubicBezTo>
                    <a:cubicBezTo>
                      <a:pt x="30" y="6"/>
                      <a:pt x="41" y="0"/>
                      <a:pt x="47" y="6"/>
                    </a:cubicBezTo>
                    <a:cubicBezTo>
                      <a:pt x="40" y="9"/>
                      <a:pt x="40" y="23"/>
                      <a:pt x="47" y="29"/>
                    </a:cubicBezTo>
                    <a:cubicBezTo>
                      <a:pt x="41" y="34"/>
                      <a:pt x="31" y="37"/>
                      <a:pt x="29" y="49"/>
                    </a:cubicBezTo>
                    <a:cubicBezTo>
                      <a:pt x="26" y="61"/>
                      <a:pt x="27" y="63"/>
                      <a:pt x="24" y="71"/>
                    </a:cubicBezTo>
                    <a:cubicBezTo>
                      <a:pt x="21" y="80"/>
                      <a:pt x="25" y="93"/>
                      <a:pt x="29" y="104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28" y="111"/>
                      <a:pt x="24" y="116"/>
                      <a:pt x="24" y="119"/>
                    </a:cubicBezTo>
                    <a:cubicBezTo>
                      <a:pt x="24" y="122"/>
                      <a:pt x="27" y="123"/>
                      <a:pt x="26" y="126"/>
                    </a:cubicBezTo>
                    <a:cubicBezTo>
                      <a:pt x="26" y="130"/>
                      <a:pt x="22" y="132"/>
                      <a:pt x="22" y="136"/>
                    </a:cubicBezTo>
                    <a:cubicBezTo>
                      <a:pt x="21" y="139"/>
                      <a:pt x="23" y="143"/>
                      <a:pt x="23" y="145"/>
                    </a:cubicBezTo>
                    <a:cubicBezTo>
                      <a:pt x="23" y="147"/>
                      <a:pt x="21" y="147"/>
                      <a:pt x="20" y="149"/>
                    </a:cubicBezTo>
                    <a:cubicBezTo>
                      <a:pt x="17" y="153"/>
                      <a:pt x="18" y="156"/>
                      <a:pt x="17" y="159"/>
                    </a:cubicBezTo>
                    <a:cubicBezTo>
                      <a:pt x="15" y="162"/>
                      <a:pt x="14" y="162"/>
                      <a:pt x="11" y="164"/>
                    </a:cubicBezTo>
                    <a:cubicBezTo>
                      <a:pt x="7" y="168"/>
                      <a:pt x="6" y="171"/>
                      <a:pt x="5" y="176"/>
                    </a:cubicBezTo>
                    <a:cubicBezTo>
                      <a:pt x="5" y="178"/>
                      <a:pt x="4" y="181"/>
                      <a:pt x="1" y="183"/>
                    </a:cubicBezTo>
                    <a:cubicBezTo>
                      <a:pt x="6" y="174"/>
                      <a:pt x="10" y="157"/>
                      <a:pt x="11" y="152"/>
                    </a:cubicBezTo>
                    <a:cubicBezTo>
                      <a:pt x="11" y="150"/>
                      <a:pt x="10" y="148"/>
                      <a:pt x="10" y="147"/>
                    </a:cubicBezTo>
                    <a:close/>
                  </a:path>
                </a:pathLst>
              </a:custGeom>
              <a:solidFill>
                <a:srgbClr val="FEF1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0" name="Freeform 903">
                <a:extLst>
                  <a:ext uri="{FF2B5EF4-FFF2-40B4-BE49-F238E27FC236}">
                    <a16:creationId xmlns:a16="http://schemas.microsoft.com/office/drawing/2014/main" id="{88E56EEE-8449-4660-8FE5-C6494449F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27"/>
                <a:ext cx="227" cy="1008"/>
              </a:xfrm>
              <a:custGeom>
                <a:avLst/>
                <a:gdLst>
                  <a:gd name="T0" fmla="*/ 42 w 91"/>
                  <a:gd name="T1" fmla="*/ 4587 h 378"/>
                  <a:gd name="T2" fmla="*/ 200 w 91"/>
                  <a:gd name="T3" fmla="*/ 4928 h 378"/>
                  <a:gd name="T4" fmla="*/ 511 w 91"/>
                  <a:gd name="T5" fmla="*/ 5837 h 378"/>
                  <a:gd name="T6" fmla="*/ 728 w 91"/>
                  <a:gd name="T7" fmla="*/ 7168 h 378"/>
                  <a:gd name="T8" fmla="*/ 746 w 91"/>
                  <a:gd name="T9" fmla="*/ 6827 h 378"/>
                  <a:gd name="T10" fmla="*/ 758 w 91"/>
                  <a:gd name="T11" fmla="*/ 6691 h 378"/>
                  <a:gd name="T12" fmla="*/ 466 w 91"/>
                  <a:gd name="T13" fmla="*/ 5155 h 378"/>
                  <a:gd name="T14" fmla="*/ 249 w 91"/>
                  <a:gd name="T15" fmla="*/ 4493 h 378"/>
                  <a:gd name="T16" fmla="*/ 758 w 91"/>
                  <a:gd name="T17" fmla="*/ 3640 h 378"/>
                  <a:gd name="T18" fmla="*/ 1028 w 91"/>
                  <a:gd name="T19" fmla="*/ 2197 h 378"/>
                  <a:gd name="T20" fmla="*/ 1257 w 91"/>
                  <a:gd name="T21" fmla="*/ 1288 h 378"/>
                  <a:gd name="T22" fmla="*/ 1307 w 91"/>
                  <a:gd name="T23" fmla="*/ 648 h 378"/>
                  <a:gd name="T24" fmla="*/ 758 w 91"/>
                  <a:gd name="T25" fmla="*/ 648 h 378"/>
                  <a:gd name="T26" fmla="*/ 499 w 91"/>
                  <a:gd name="T27" fmla="*/ 547 h 378"/>
                  <a:gd name="T28" fmla="*/ 683 w 91"/>
                  <a:gd name="T29" fmla="*/ 171 h 378"/>
                  <a:gd name="T30" fmla="*/ 449 w 91"/>
                  <a:gd name="T31" fmla="*/ 77 h 378"/>
                  <a:gd name="T32" fmla="*/ 374 w 91"/>
                  <a:gd name="T33" fmla="*/ 248 h 378"/>
                  <a:gd name="T34" fmla="*/ 279 w 91"/>
                  <a:gd name="T35" fmla="*/ 568 h 378"/>
                  <a:gd name="T36" fmla="*/ 217 w 91"/>
                  <a:gd name="T37" fmla="*/ 1045 h 378"/>
                  <a:gd name="T38" fmla="*/ 621 w 91"/>
                  <a:gd name="T39" fmla="*/ 989 h 378"/>
                  <a:gd name="T40" fmla="*/ 978 w 91"/>
                  <a:gd name="T41" fmla="*/ 832 h 378"/>
                  <a:gd name="T42" fmla="*/ 978 w 91"/>
                  <a:gd name="T43" fmla="*/ 1272 h 378"/>
                  <a:gd name="T44" fmla="*/ 696 w 91"/>
                  <a:gd name="T45" fmla="*/ 1651 h 378"/>
                  <a:gd name="T46" fmla="*/ 621 w 91"/>
                  <a:gd name="T47" fmla="*/ 2069 h 378"/>
                  <a:gd name="T48" fmla="*/ 696 w 91"/>
                  <a:gd name="T49" fmla="*/ 2696 h 378"/>
                  <a:gd name="T50" fmla="*/ 716 w 91"/>
                  <a:gd name="T51" fmla="*/ 2787 h 378"/>
                  <a:gd name="T52" fmla="*/ 621 w 91"/>
                  <a:gd name="T53" fmla="*/ 2979 h 378"/>
                  <a:gd name="T54" fmla="*/ 654 w 91"/>
                  <a:gd name="T55" fmla="*/ 3107 h 378"/>
                  <a:gd name="T56" fmla="*/ 591 w 91"/>
                  <a:gd name="T57" fmla="*/ 3299 h 378"/>
                  <a:gd name="T58" fmla="*/ 604 w 91"/>
                  <a:gd name="T59" fmla="*/ 3469 h 378"/>
                  <a:gd name="T60" fmla="*/ 561 w 91"/>
                  <a:gd name="T61" fmla="*/ 3549 h 378"/>
                  <a:gd name="T62" fmla="*/ 511 w 91"/>
                  <a:gd name="T63" fmla="*/ 3733 h 378"/>
                  <a:gd name="T64" fmla="*/ 417 w 91"/>
                  <a:gd name="T65" fmla="*/ 3832 h 378"/>
                  <a:gd name="T66" fmla="*/ 324 w 91"/>
                  <a:gd name="T67" fmla="*/ 4061 h 378"/>
                  <a:gd name="T68" fmla="*/ 187 w 91"/>
                  <a:gd name="T69" fmla="*/ 4245 h 378"/>
                  <a:gd name="T70" fmla="*/ 42 w 91"/>
                  <a:gd name="T71" fmla="*/ 4587 h 37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1" h="378">
                    <a:moveTo>
                      <a:pt x="3" y="242"/>
                    </a:moveTo>
                    <a:cubicBezTo>
                      <a:pt x="5" y="249"/>
                      <a:pt x="12" y="257"/>
                      <a:pt x="13" y="260"/>
                    </a:cubicBezTo>
                    <a:cubicBezTo>
                      <a:pt x="21" y="272"/>
                      <a:pt x="28" y="290"/>
                      <a:pt x="33" y="308"/>
                    </a:cubicBezTo>
                    <a:cubicBezTo>
                      <a:pt x="38" y="324"/>
                      <a:pt x="44" y="357"/>
                      <a:pt x="47" y="378"/>
                    </a:cubicBezTo>
                    <a:cubicBezTo>
                      <a:pt x="47" y="370"/>
                      <a:pt x="47" y="364"/>
                      <a:pt x="48" y="360"/>
                    </a:cubicBezTo>
                    <a:cubicBezTo>
                      <a:pt x="48" y="357"/>
                      <a:pt x="49" y="355"/>
                      <a:pt x="49" y="353"/>
                    </a:cubicBezTo>
                    <a:cubicBezTo>
                      <a:pt x="45" y="323"/>
                      <a:pt x="39" y="290"/>
                      <a:pt x="30" y="272"/>
                    </a:cubicBezTo>
                    <a:cubicBezTo>
                      <a:pt x="20" y="250"/>
                      <a:pt x="9" y="240"/>
                      <a:pt x="16" y="237"/>
                    </a:cubicBezTo>
                    <a:cubicBezTo>
                      <a:pt x="24" y="234"/>
                      <a:pt x="40" y="223"/>
                      <a:pt x="49" y="192"/>
                    </a:cubicBezTo>
                    <a:cubicBezTo>
                      <a:pt x="56" y="170"/>
                      <a:pt x="63" y="137"/>
                      <a:pt x="66" y="116"/>
                    </a:cubicBezTo>
                    <a:cubicBezTo>
                      <a:pt x="69" y="94"/>
                      <a:pt x="75" y="85"/>
                      <a:pt x="81" y="68"/>
                    </a:cubicBezTo>
                    <a:cubicBezTo>
                      <a:pt x="86" y="52"/>
                      <a:pt x="91" y="47"/>
                      <a:pt x="84" y="34"/>
                    </a:cubicBezTo>
                    <a:cubicBezTo>
                      <a:pt x="77" y="21"/>
                      <a:pt x="59" y="32"/>
                      <a:pt x="49" y="34"/>
                    </a:cubicBezTo>
                    <a:cubicBezTo>
                      <a:pt x="40" y="35"/>
                      <a:pt x="35" y="28"/>
                      <a:pt x="32" y="29"/>
                    </a:cubicBezTo>
                    <a:cubicBezTo>
                      <a:pt x="40" y="21"/>
                      <a:pt x="46" y="16"/>
                      <a:pt x="44" y="9"/>
                    </a:cubicBezTo>
                    <a:cubicBezTo>
                      <a:pt x="42" y="0"/>
                      <a:pt x="33" y="0"/>
                      <a:pt x="29" y="4"/>
                    </a:cubicBezTo>
                    <a:cubicBezTo>
                      <a:pt x="26" y="6"/>
                      <a:pt x="24" y="9"/>
                      <a:pt x="24" y="13"/>
                    </a:cubicBezTo>
                    <a:cubicBezTo>
                      <a:pt x="23" y="22"/>
                      <a:pt x="26" y="17"/>
                      <a:pt x="18" y="30"/>
                    </a:cubicBezTo>
                    <a:cubicBezTo>
                      <a:pt x="11" y="34"/>
                      <a:pt x="6" y="49"/>
                      <a:pt x="14" y="55"/>
                    </a:cubicBezTo>
                    <a:cubicBezTo>
                      <a:pt x="23" y="60"/>
                      <a:pt x="33" y="60"/>
                      <a:pt x="40" y="52"/>
                    </a:cubicBezTo>
                    <a:cubicBezTo>
                      <a:pt x="46" y="44"/>
                      <a:pt x="57" y="38"/>
                      <a:pt x="63" y="44"/>
                    </a:cubicBezTo>
                    <a:cubicBezTo>
                      <a:pt x="56" y="47"/>
                      <a:pt x="56" y="61"/>
                      <a:pt x="63" y="67"/>
                    </a:cubicBezTo>
                    <a:cubicBezTo>
                      <a:pt x="57" y="72"/>
                      <a:pt x="47" y="75"/>
                      <a:pt x="45" y="87"/>
                    </a:cubicBezTo>
                    <a:cubicBezTo>
                      <a:pt x="42" y="99"/>
                      <a:pt x="43" y="101"/>
                      <a:pt x="40" y="109"/>
                    </a:cubicBezTo>
                    <a:cubicBezTo>
                      <a:pt x="37" y="118"/>
                      <a:pt x="41" y="131"/>
                      <a:pt x="45" y="142"/>
                    </a:cubicBezTo>
                    <a:cubicBezTo>
                      <a:pt x="46" y="147"/>
                      <a:pt x="46" y="147"/>
                      <a:pt x="46" y="147"/>
                    </a:cubicBezTo>
                    <a:cubicBezTo>
                      <a:pt x="44" y="149"/>
                      <a:pt x="40" y="154"/>
                      <a:pt x="40" y="157"/>
                    </a:cubicBezTo>
                    <a:cubicBezTo>
                      <a:pt x="40" y="160"/>
                      <a:pt x="43" y="161"/>
                      <a:pt x="42" y="164"/>
                    </a:cubicBezTo>
                    <a:cubicBezTo>
                      <a:pt x="42" y="168"/>
                      <a:pt x="38" y="170"/>
                      <a:pt x="38" y="174"/>
                    </a:cubicBezTo>
                    <a:cubicBezTo>
                      <a:pt x="37" y="177"/>
                      <a:pt x="39" y="181"/>
                      <a:pt x="39" y="183"/>
                    </a:cubicBezTo>
                    <a:cubicBezTo>
                      <a:pt x="39" y="185"/>
                      <a:pt x="37" y="185"/>
                      <a:pt x="36" y="187"/>
                    </a:cubicBezTo>
                    <a:cubicBezTo>
                      <a:pt x="33" y="191"/>
                      <a:pt x="34" y="194"/>
                      <a:pt x="33" y="197"/>
                    </a:cubicBezTo>
                    <a:cubicBezTo>
                      <a:pt x="31" y="200"/>
                      <a:pt x="30" y="200"/>
                      <a:pt x="27" y="202"/>
                    </a:cubicBezTo>
                    <a:cubicBezTo>
                      <a:pt x="23" y="206"/>
                      <a:pt x="22" y="209"/>
                      <a:pt x="21" y="214"/>
                    </a:cubicBezTo>
                    <a:cubicBezTo>
                      <a:pt x="21" y="218"/>
                      <a:pt x="18" y="221"/>
                      <a:pt x="12" y="224"/>
                    </a:cubicBezTo>
                    <a:cubicBezTo>
                      <a:pt x="2" y="225"/>
                      <a:pt x="0" y="234"/>
                      <a:pt x="3" y="242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1" name="Freeform 904">
                <a:extLst>
                  <a:ext uri="{FF2B5EF4-FFF2-40B4-BE49-F238E27FC236}">
                    <a16:creationId xmlns:a16="http://schemas.microsoft.com/office/drawing/2014/main" id="{85A90B18-3A84-4CFD-A239-1E4E3BFF4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288"/>
                <a:ext cx="755" cy="488"/>
              </a:xfrm>
              <a:custGeom>
                <a:avLst/>
                <a:gdLst>
                  <a:gd name="T0" fmla="*/ 563 w 302"/>
                  <a:gd name="T1" fmla="*/ 2275 h 183"/>
                  <a:gd name="T2" fmla="*/ 33 w 302"/>
                  <a:gd name="T3" fmla="*/ 989 h 183"/>
                  <a:gd name="T4" fmla="*/ 125 w 302"/>
                  <a:gd name="T5" fmla="*/ 397 h 183"/>
                  <a:gd name="T6" fmla="*/ 520 w 302"/>
                  <a:gd name="T7" fmla="*/ 93 h 183"/>
                  <a:gd name="T8" fmla="*/ 1283 w 302"/>
                  <a:gd name="T9" fmla="*/ 456 h 183"/>
                  <a:gd name="T10" fmla="*/ 1500 w 302"/>
                  <a:gd name="T11" fmla="*/ 1045 h 183"/>
                  <a:gd name="T12" fmla="*/ 1458 w 302"/>
                  <a:gd name="T13" fmla="*/ 1344 h 183"/>
                  <a:gd name="T14" fmla="*/ 1488 w 302"/>
                  <a:gd name="T15" fmla="*/ 1784 h 183"/>
                  <a:gd name="T16" fmla="*/ 1895 w 302"/>
                  <a:gd name="T17" fmla="*/ 1763 h 183"/>
                  <a:gd name="T18" fmla="*/ 2063 w 302"/>
                  <a:gd name="T19" fmla="*/ 1400 h 183"/>
                  <a:gd name="T20" fmla="*/ 1845 w 302"/>
                  <a:gd name="T21" fmla="*/ 1216 h 183"/>
                  <a:gd name="T22" fmla="*/ 1738 w 302"/>
                  <a:gd name="T23" fmla="*/ 1101 h 183"/>
                  <a:gd name="T24" fmla="*/ 1613 w 302"/>
                  <a:gd name="T25" fmla="*/ 648 h 183"/>
                  <a:gd name="T26" fmla="*/ 1583 w 302"/>
                  <a:gd name="T27" fmla="*/ 547 h 183"/>
                  <a:gd name="T28" fmla="*/ 1938 w 302"/>
                  <a:gd name="T29" fmla="*/ 853 h 183"/>
                  <a:gd name="T30" fmla="*/ 2113 w 302"/>
                  <a:gd name="T31" fmla="*/ 491 h 183"/>
                  <a:gd name="T32" fmla="*/ 2083 w 302"/>
                  <a:gd name="T33" fmla="*/ 456 h 183"/>
                  <a:gd name="T34" fmla="*/ 3520 w 302"/>
                  <a:gd name="T35" fmla="*/ 797 h 183"/>
                  <a:gd name="T36" fmla="*/ 4720 w 302"/>
                  <a:gd name="T37" fmla="*/ 776 h 183"/>
                  <a:gd name="T38" fmla="*/ 3488 w 302"/>
                  <a:gd name="T39" fmla="*/ 2253 h 183"/>
                  <a:gd name="T40" fmla="*/ 2175 w 302"/>
                  <a:gd name="T41" fmla="*/ 3187 h 183"/>
                  <a:gd name="T42" fmla="*/ 500 w 302"/>
                  <a:gd name="T43" fmla="*/ 2995 h 183"/>
                  <a:gd name="T44" fmla="*/ 563 w 302"/>
                  <a:gd name="T45" fmla="*/ 2275 h 1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02" h="183">
                    <a:moveTo>
                      <a:pt x="36" y="120"/>
                    </a:moveTo>
                    <a:cubicBezTo>
                      <a:pt x="37" y="70"/>
                      <a:pt x="0" y="65"/>
                      <a:pt x="2" y="52"/>
                    </a:cubicBezTo>
                    <a:cubicBezTo>
                      <a:pt x="3" y="40"/>
                      <a:pt x="4" y="28"/>
                      <a:pt x="8" y="21"/>
                    </a:cubicBezTo>
                    <a:cubicBezTo>
                      <a:pt x="14" y="12"/>
                      <a:pt x="15" y="0"/>
                      <a:pt x="33" y="5"/>
                    </a:cubicBezTo>
                    <a:cubicBezTo>
                      <a:pt x="51" y="10"/>
                      <a:pt x="73" y="19"/>
                      <a:pt x="82" y="24"/>
                    </a:cubicBezTo>
                    <a:cubicBezTo>
                      <a:pt x="88" y="28"/>
                      <a:pt x="94" y="45"/>
                      <a:pt x="96" y="55"/>
                    </a:cubicBezTo>
                    <a:cubicBezTo>
                      <a:pt x="97" y="60"/>
                      <a:pt x="94" y="69"/>
                      <a:pt x="93" y="71"/>
                    </a:cubicBezTo>
                    <a:cubicBezTo>
                      <a:pt x="90" y="79"/>
                      <a:pt x="89" y="89"/>
                      <a:pt x="95" y="94"/>
                    </a:cubicBezTo>
                    <a:cubicBezTo>
                      <a:pt x="110" y="105"/>
                      <a:pt x="119" y="96"/>
                      <a:pt x="121" y="93"/>
                    </a:cubicBezTo>
                    <a:cubicBezTo>
                      <a:pt x="125" y="92"/>
                      <a:pt x="136" y="84"/>
                      <a:pt x="132" y="74"/>
                    </a:cubicBezTo>
                    <a:cubicBezTo>
                      <a:pt x="129" y="68"/>
                      <a:pt x="124" y="64"/>
                      <a:pt x="118" y="64"/>
                    </a:cubicBezTo>
                    <a:cubicBezTo>
                      <a:pt x="115" y="63"/>
                      <a:pt x="111" y="62"/>
                      <a:pt x="111" y="58"/>
                    </a:cubicBezTo>
                    <a:cubicBezTo>
                      <a:pt x="109" y="52"/>
                      <a:pt x="106" y="42"/>
                      <a:pt x="103" y="34"/>
                    </a:cubicBezTo>
                    <a:cubicBezTo>
                      <a:pt x="102" y="32"/>
                      <a:pt x="102" y="30"/>
                      <a:pt x="101" y="29"/>
                    </a:cubicBezTo>
                    <a:cubicBezTo>
                      <a:pt x="105" y="35"/>
                      <a:pt x="113" y="44"/>
                      <a:pt x="124" y="45"/>
                    </a:cubicBezTo>
                    <a:cubicBezTo>
                      <a:pt x="137" y="45"/>
                      <a:pt x="141" y="32"/>
                      <a:pt x="135" y="26"/>
                    </a:cubicBezTo>
                    <a:cubicBezTo>
                      <a:pt x="135" y="26"/>
                      <a:pt x="134" y="25"/>
                      <a:pt x="133" y="24"/>
                    </a:cubicBezTo>
                    <a:cubicBezTo>
                      <a:pt x="157" y="37"/>
                      <a:pt x="190" y="42"/>
                      <a:pt x="225" y="42"/>
                    </a:cubicBezTo>
                    <a:cubicBezTo>
                      <a:pt x="249" y="42"/>
                      <a:pt x="276" y="42"/>
                      <a:pt x="302" y="41"/>
                    </a:cubicBezTo>
                    <a:cubicBezTo>
                      <a:pt x="296" y="91"/>
                      <a:pt x="250" y="125"/>
                      <a:pt x="223" y="119"/>
                    </a:cubicBezTo>
                    <a:cubicBezTo>
                      <a:pt x="223" y="136"/>
                      <a:pt x="169" y="173"/>
                      <a:pt x="139" y="168"/>
                    </a:cubicBezTo>
                    <a:cubicBezTo>
                      <a:pt x="137" y="183"/>
                      <a:pt x="61" y="168"/>
                      <a:pt x="32" y="158"/>
                    </a:cubicBezTo>
                    <a:cubicBezTo>
                      <a:pt x="34" y="145"/>
                      <a:pt x="36" y="133"/>
                      <a:pt x="36" y="120"/>
                    </a:cubicBezTo>
                    <a:close/>
                  </a:path>
                </a:pathLst>
              </a:custGeom>
              <a:solidFill>
                <a:srgbClr val="E8E4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2" name="Freeform 905">
                <a:extLst>
                  <a:ext uri="{FF2B5EF4-FFF2-40B4-BE49-F238E27FC236}">
                    <a16:creationId xmlns:a16="http://schemas.microsoft.com/office/drawing/2014/main" id="{6A103BEE-720D-44C8-B42E-F6DB08761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288"/>
                <a:ext cx="750" cy="315"/>
              </a:xfrm>
              <a:custGeom>
                <a:avLst/>
                <a:gdLst>
                  <a:gd name="T0" fmla="*/ 4658 w 300"/>
                  <a:gd name="T1" fmla="*/ 798 h 118"/>
                  <a:gd name="T2" fmla="*/ 4175 w 300"/>
                  <a:gd name="T3" fmla="*/ 820 h 118"/>
                  <a:gd name="T4" fmla="*/ 3363 w 300"/>
                  <a:gd name="T5" fmla="*/ 798 h 118"/>
                  <a:gd name="T6" fmla="*/ 2875 w 300"/>
                  <a:gd name="T7" fmla="*/ 742 h 118"/>
                  <a:gd name="T8" fmla="*/ 2613 w 300"/>
                  <a:gd name="T9" fmla="*/ 705 h 118"/>
                  <a:gd name="T10" fmla="*/ 2250 w 300"/>
                  <a:gd name="T11" fmla="*/ 627 h 118"/>
                  <a:gd name="T12" fmla="*/ 2145 w 300"/>
                  <a:gd name="T13" fmla="*/ 571 h 118"/>
                  <a:gd name="T14" fmla="*/ 1938 w 300"/>
                  <a:gd name="T15" fmla="*/ 854 h 118"/>
                  <a:gd name="T16" fmla="*/ 1720 w 300"/>
                  <a:gd name="T17" fmla="*/ 742 h 118"/>
                  <a:gd name="T18" fmla="*/ 1688 w 300"/>
                  <a:gd name="T19" fmla="*/ 763 h 118"/>
                  <a:gd name="T20" fmla="*/ 1658 w 300"/>
                  <a:gd name="T21" fmla="*/ 833 h 118"/>
                  <a:gd name="T22" fmla="*/ 1738 w 300"/>
                  <a:gd name="T23" fmla="*/ 1105 h 118"/>
                  <a:gd name="T24" fmla="*/ 1845 w 300"/>
                  <a:gd name="T25" fmla="*/ 1217 h 118"/>
                  <a:gd name="T26" fmla="*/ 2063 w 300"/>
                  <a:gd name="T27" fmla="*/ 1412 h 118"/>
                  <a:gd name="T28" fmla="*/ 1895 w 300"/>
                  <a:gd name="T29" fmla="*/ 1767 h 118"/>
                  <a:gd name="T30" fmla="*/ 1488 w 300"/>
                  <a:gd name="T31" fmla="*/ 1789 h 118"/>
                  <a:gd name="T32" fmla="*/ 1458 w 300"/>
                  <a:gd name="T33" fmla="*/ 1353 h 118"/>
                  <a:gd name="T34" fmla="*/ 1500 w 300"/>
                  <a:gd name="T35" fmla="*/ 1046 h 118"/>
                  <a:gd name="T36" fmla="*/ 1333 w 300"/>
                  <a:gd name="T37" fmla="*/ 491 h 118"/>
                  <a:gd name="T38" fmla="*/ 1083 w 300"/>
                  <a:gd name="T39" fmla="*/ 491 h 118"/>
                  <a:gd name="T40" fmla="*/ 1033 w 300"/>
                  <a:gd name="T41" fmla="*/ 320 h 118"/>
                  <a:gd name="T42" fmla="*/ 520 w 300"/>
                  <a:gd name="T43" fmla="*/ 93 h 118"/>
                  <a:gd name="T44" fmla="*/ 125 w 300"/>
                  <a:gd name="T45" fmla="*/ 398 h 118"/>
                  <a:gd name="T46" fmla="*/ 33 w 300"/>
                  <a:gd name="T47" fmla="*/ 990 h 118"/>
                  <a:gd name="T48" fmla="*/ 563 w 300"/>
                  <a:gd name="T49" fmla="*/ 2245 h 118"/>
                  <a:gd name="T50" fmla="*/ 425 w 300"/>
                  <a:gd name="T51" fmla="*/ 1297 h 118"/>
                  <a:gd name="T52" fmla="*/ 283 w 300"/>
                  <a:gd name="T53" fmla="*/ 705 h 118"/>
                  <a:gd name="T54" fmla="*/ 708 w 300"/>
                  <a:gd name="T55" fmla="*/ 342 h 118"/>
                  <a:gd name="T56" fmla="*/ 813 w 300"/>
                  <a:gd name="T57" fmla="*/ 534 h 118"/>
                  <a:gd name="T58" fmla="*/ 1063 w 300"/>
                  <a:gd name="T59" fmla="*/ 854 h 118"/>
                  <a:gd name="T60" fmla="*/ 1408 w 300"/>
                  <a:gd name="T61" fmla="*/ 913 h 118"/>
                  <a:gd name="T62" fmla="*/ 1583 w 300"/>
                  <a:gd name="T63" fmla="*/ 2015 h 118"/>
                  <a:gd name="T64" fmla="*/ 2125 w 300"/>
                  <a:gd name="T65" fmla="*/ 1733 h 118"/>
                  <a:gd name="T66" fmla="*/ 2175 w 300"/>
                  <a:gd name="T67" fmla="*/ 1311 h 118"/>
                  <a:gd name="T68" fmla="*/ 2375 w 300"/>
                  <a:gd name="T69" fmla="*/ 1161 h 118"/>
                  <a:gd name="T70" fmla="*/ 3720 w 300"/>
                  <a:gd name="T71" fmla="*/ 1276 h 118"/>
                  <a:gd name="T72" fmla="*/ 4083 w 300"/>
                  <a:gd name="T73" fmla="*/ 1810 h 118"/>
                  <a:gd name="T74" fmla="*/ 3613 w 300"/>
                  <a:gd name="T75" fmla="*/ 2096 h 118"/>
                  <a:gd name="T76" fmla="*/ 4375 w 300"/>
                  <a:gd name="T77" fmla="*/ 1468 h 118"/>
                  <a:gd name="T78" fmla="*/ 4658 w 300"/>
                  <a:gd name="T79" fmla="*/ 798 h 11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00" h="118">
                    <a:moveTo>
                      <a:pt x="298" y="42"/>
                    </a:moveTo>
                    <a:cubicBezTo>
                      <a:pt x="294" y="42"/>
                      <a:pt x="273" y="43"/>
                      <a:pt x="267" y="43"/>
                    </a:cubicBezTo>
                    <a:cubicBezTo>
                      <a:pt x="250" y="43"/>
                      <a:pt x="231" y="44"/>
                      <a:pt x="215" y="42"/>
                    </a:cubicBezTo>
                    <a:cubicBezTo>
                      <a:pt x="205" y="41"/>
                      <a:pt x="194" y="41"/>
                      <a:pt x="184" y="39"/>
                    </a:cubicBezTo>
                    <a:cubicBezTo>
                      <a:pt x="179" y="39"/>
                      <a:pt x="173" y="38"/>
                      <a:pt x="167" y="37"/>
                    </a:cubicBezTo>
                    <a:cubicBezTo>
                      <a:pt x="160" y="35"/>
                      <a:pt x="152" y="35"/>
                      <a:pt x="144" y="33"/>
                    </a:cubicBezTo>
                    <a:cubicBezTo>
                      <a:pt x="142" y="32"/>
                      <a:pt x="140" y="31"/>
                      <a:pt x="137" y="30"/>
                    </a:cubicBezTo>
                    <a:cubicBezTo>
                      <a:pt x="139" y="36"/>
                      <a:pt x="135" y="45"/>
                      <a:pt x="124" y="45"/>
                    </a:cubicBezTo>
                    <a:cubicBezTo>
                      <a:pt x="118" y="44"/>
                      <a:pt x="113" y="42"/>
                      <a:pt x="110" y="39"/>
                    </a:cubicBezTo>
                    <a:cubicBezTo>
                      <a:pt x="109" y="39"/>
                      <a:pt x="109" y="39"/>
                      <a:pt x="108" y="40"/>
                    </a:cubicBezTo>
                    <a:cubicBezTo>
                      <a:pt x="107" y="41"/>
                      <a:pt x="107" y="42"/>
                      <a:pt x="106" y="44"/>
                    </a:cubicBezTo>
                    <a:cubicBezTo>
                      <a:pt x="108" y="49"/>
                      <a:pt x="110" y="55"/>
                      <a:pt x="111" y="58"/>
                    </a:cubicBezTo>
                    <a:cubicBezTo>
                      <a:pt x="111" y="62"/>
                      <a:pt x="115" y="63"/>
                      <a:pt x="118" y="64"/>
                    </a:cubicBezTo>
                    <a:cubicBezTo>
                      <a:pt x="124" y="64"/>
                      <a:pt x="129" y="68"/>
                      <a:pt x="132" y="74"/>
                    </a:cubicBezTo>
                    <a:cubicBezTo>
                      <a:pt x="136" y="84"/>
                      <a:pt x="125" y="92"/>
                      <a:pt x="121" y="93"/>
                    </a:cubicBezTo>
                    <a:cubicBezTo>
                      <a:pt x="119" y="96"/>
                      <a:pt x="110" y="105"/>
                      <a:pt x="95" y="94"/>
                    </a:cubicBezTo>
                    <a:cubicBezTo>
                      <a:pt x="89" y="89"/>
                      <a:pt x="90" y="79"/>
                      <a:pt x="93" y="71"/>
                    </a:cubicBezTo>
                    <a:cubicBezTo>
                      <a:pt x="94" y="69"/>
                      <a:pt x="97" y="60"/>
                      <a:pt x="96" y="55"/>
                    </a:cubicBezTo>
                    <a:cubicBezTo>
                      <a:pt x="94" y="46"/>
                      <a:pt x="90" y="33"/>
                      <a:pt x="85" y="26"/>
                    </a:cubicBezTo>
                    <a:cubicBezTo>
                      <a:pt x="79" y="30"/>
                      <a:pt x="73" y="33"/>
                      <a:pt x="69" y="26"/>
                    </a:cubicBezTo>
                    <a:cubicBezTo>
                      <a:pt x="67" y="23"/>
                      <a:pt x="67" y="20"/>
                      <a:pt x="66" y="17"/>
                    </a:cubicBezTo>
                    <a:cubicBezTo>
                      <a:pt x="56" y="13"/>
                      <a:pt x="43" y="8"/>
                      <a:pt x="33" y="5"/>
                    </a:cubicBezTo>
                    <a:cubicBezTo>
                      <a:pt x="15" y="0"/>
                      <a:pt x="14" y="12"/>
                      <a:pt x="8" y="21"/>
                    </a:cubicBezTo>
                    <a:cubicBezTo>
                      <a:pt x="4" y="28"/>
                      <a:pt x="3" y="40"/>
                      <a:pt x="2" y="52"/>
                    </a:cubicBezTo>
                    <a:cubicBezTo>
                      <a:pt x="0" y="65"/>
                      <a:pt x="35" y="70"/>
                      <a:pt x="36" y="118"/>
                    </a:cubicBezTo>
                    <a:cubicBezTo>
                      <a:pt x="36" y="100"/>
                      <a:pt x="34" y="83"/>
                      <a:pt x="27" y="68"/>
                    </a:cubicBezTo>
                    <a:cubicBezTo>
                      <a:pt x="23" y="58"/>
                      <a:pt x="15" y="48"/>
                      <a:pt x="18" y="37"/>
                    </a:cubicBezTo>
                    <a:cubicBezTo>
                      <a:pt x="21" y="26"/>
                      <a:pt x="33" y="11"/>
                      <a:pt x="45" y="18"/>
                    </a:cubicBezTo>
                    <a:cubicBezTo>
                      <a:pt x="49" y="20"/>
                      <a:pt x="50" y="24"/>
                      <a:pt x="52" y="28"/>
                    </a:cubicBezTo>
                    <a:cubicBezTo>
                      <a:pt x="55" y="35"/>
                      <a:pt x="61" y="43"/>
                      <a:pt x="68" y="45"/>
                    </a:cubicBezTo>
                    <a:cubicBezTo>
                      <a:pt x="77" y="46"/>
                      <a:pt x="89" y="36"/>
                      <a:pt x="90" y="48"/>
                    </a:cubicBezTo>
                    <a:cubicBezTo>
                      <a:pt x="92" y="65"/>
                      <a:pt x="69" y="100"/>
                      <a:pt x="101" y="106"/>
                    </a:cubicBezTo>
                    <a:cubicBezTo>
                      <a:pt x="114" y="109"/>
                      <a:pt x="129" y="103"/>
                      <a:pt x="136" y="91"/>
                    </a:cubicBezTo>
                    <a:cubicBezTo>
                      <a:pt x="140" y="83"/>
                      <a:pt x="141" y="77"/>
                      <a:pt x="139" y="69"/>
                    </a:cubicBezTo>
                    <a:cubicBezTo>
                      <a:pt x="136" y="56"/>
                      <a:pt x="143" y="59"/>
                      <a:pt x="152" y="61"/>
                    </a:cubicBezTo>
                    <a:cubicBezTo>
                      <a:pt x="180" y="67"/>
                      <a:pt x="210" y="67"/>
                      <a:pt x="238" y="67"/>
                    </a:cubicBezTo>
                    <a:cubicBezTo>
                      <a:pt x="268" y="66"/>
                      <a:pt x="276" y="80"/>
                      <a:pt x="261" y="95"/>
                    </a:cubicBezTo>
                    <a:cubicBezTo>
                      <a:pt x="240" y="116"/>
                      <a:pt x="231" y="110"/>
                      <a:pt x="231" y="110"/>
                    </a:cubicBezTo>
                    <a:cubicBezTo>
                      <a:pt x="250" y="117"/>
                      <a:pt x="272" y="91"/>
                      <a:pt x="280" y="77"/>
                    </a:cubicBezTo>
                    <a:cubicBezTo>
                      <a:pt x="286" y="68"/>
                      <a:pt x="300" y="53"/>
                      <a:pt x="298" y="42"/>
                    </a:cubicBezTo>
                    <a:close/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3" name="Freeform 906">
                <a:extLst>
                  <a:ext uri="{FF2B5EF4-FFF2-40B4-BE49-F238E27FC236}">
                    <a16:creationId xmlns:a16="http://schemas.microsoft.com/office/drawing/2014/main" id="{627ED6E4-B573-4EDE-A02D-471E8380A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2371"/>
                <a:ext cx="23" cy="66"/>
              </a:xfrm>
              <a:custGeom>
                <a:avLst/>
                <a:gdLst>
                  <a:gd name="T0" fmla="*/ 0 w 9"/>
                  <a:gd name="T1" fmla="*/ 21 h 25"/>
                  <a:gd name="T2" fmla="*/ 151 w 9"/>
                  <a:gd name="T3" fmla="*/ 459 h 25"/>
                  <a:gd name="T4" fmla="*/ 51 w 9"/>
                  <a:gd name="T5" fmla="*/ 21 h 25"/>
                  <a:gd name="T6" fmla="*/ 0 w 9"/>
                  <a:gd name="T7" fmla="*/ 2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5">
                    <a:moveTo>
                      <a:pt x="0" y="1"/>
                    </a:moveTo>
                    <a:cubicBezTo>
                      <a:pt x="4" y="10"/>
                      <a:pt x="7" y="20"/>
                      <a:pt x="9" y="25"/>
                    </a:cubicBezTo>
                    <a:cubicBezTo>
                      <a:pt x="8" y="18"/>
                      <a:pt x="5" y="9"/>
                      <a:pt x="3" y="1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6E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4" name="Freeform 907">
                <a:extLst>
                  <a:ext uri="{FF2B5EF4-FFF2-40B4-BE49-F238E27FC236}">
                    <a16:creationId xmlns:a16="http://schemas.microsoft.com/office/drawing/2014/main" id="{FD0040FD-ABB5-4AC1-B716-A51E3EDE5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73"/>
                <a:ext cx="140" cy="195"/>
              </a:xfrm>
              <a:custGeom>
                <a:avLst/>
                <a:gdLst>
                  <a:gd name="T0" fmla="*/ 875 w 56"/>
                  <a:gd name="T1" fmla="*/ 422 h 73"/>
                  <a:gd name="T2" fmla="*/ 645 w 56"/>
                  <a:gd name="T3" fmla="*/ 248 h 73"/>
                  <a:gd name="T4" fmla="*/ 625 w 56"/>
                  <a:gd name="T5" fmla="*/ 248 h 73"/>
                  <a:gd name="T6" fmla="*/ 313 w 56"/>
                  <a:gd name="T7" fmla="*/ 21 h 73"/>
                  <a:gd name="T8" fmla="*/ 300 w 56"/>
                  <a:gd name="T9" fmla="*/ 21 h 73"/>
                  <a:gd name="T10" fmla="*/ 300 w 56"/>
                  <a:gd name="T11" fmla="*/ 35 h 73"/>
                  <a:gd name="T12" fmla="*/ 425 w 56"/>
                  <a:gd name="T13" fmla="*/ 492 h 73"/>
                  <a:gd name="T14" fmla="*/ 533 w 56"/>
                  <a:gd name="T15" fmla="*/ 606 h 73"/>
                  <a:gd name="T16" fmla="*/ 750 w 56"/>
                  <a:gd name="T17" fmla="*/ 799 h 73"/>
                  <a:gd name="T18" fmla="*/ 583 w 56"/>
                  <a:gd name="T19" fmla="*/ 1162 h 73"/>
                  <a:gd name="T20" fmla="*/ 175 w 56"/>
                  <a:gd name="T21" fmla="*/ 1183 h 73"/>
                  <a:gd name="T22" fmla="*/ 145 w 56"/>
                  <a:gd name="T23" fmla="*/ 743 h 73"/>
                  <a:gd name="T24" fmla="*/ 188 w 56"/>
                  <a:gd name="T25" fmla="*/ 435 h 73"/>
                  <a:gd name="T26" fmla="*/ 63 w 56"/>
                  <a:gd name="T27" fmla="*/ 0 h 73"/>
                  <a:gd name="T28" fmla="*/ 20 w 56"/>
                  <a:gd name="T29" fmla="*/ 150 h 73"/>
                  <a:gd name="T30" fmla="*/ 83 w 56"/>
                  <a:gd name="T31" fmla="*/ 684 h 73"/>
                  <a:gd name="T32" fmla="*/ 63 w 56"/>
                  <a:gd name="T33" fmla="*/ 1127 h 73"/>
                  <a:gd name="T34" fmla="*/ 563 w 56"/>
                  <a:gd name="T35" fmla="*/ 1277 h 73"/>
                  <a:gd name="T36" fmla="*/ 833 w 56"/>
                  <a:gd name="T37" fmla="*/ 820 h 73"/>
                  <a:gd name="T38" fmla="*/ 645 w 56"/>
                  <a:gd name="T39" fmla="*/ 492 h 73"/>
                  <a:gd name="T40" fmla="*/ 875 w 56"/>
                  <a:gd name="T41" fmla="*/ 422 h 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6" h="73">
                    <a:moveTo>
                      <a:pt x="56" y="22"/>
                    </a:move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3"/>
                      <a:pt x="40" y="13"/>
                      <a:pt x="40" y="13"/>
                    </a:cubicBezTo>
                    <a:cubicBezTo>
                      <a:pt x="31" y="12"/>
                      <a:pt x="25" y="7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2"/>
                    </a:cubicBezTo>
                    <a:cubicBezTo>
                      <a:pt x="22" y="10"/>
                      <a:pt x="25" y="20"/>
                      <a:pt x="27" y="26"/>
                    </a:cubicBezTo>
                    <a:cubicBezTo>
                      <a:pt x="27" y="30"/>
                      <a:pt x="31" y="31"/>
                      <a:pt x="34" y="32"/>
                    </a:cubicBezTo>
                    <a:cubicBezTo>
                      <a:pt x="40" y="32"/>
                      <a:pt x="45" y="36"/>
                      <a:pt x="48" y="42"/>
                    </a:cubicBezTo>
                    <a:cubicBezTo>
                      <a:pt x="52" y="52"/>
                      <a:pt x="41" y="60"/>
                      <a:pt x="37" y="61"/>
                    </a:cubicBezTo>
                    <a:cubicBezTo>
                      <a:pt x="35" y="64"/>
                      <a:pt x="26" y="73"/>
                      <a:pt x="11" y="62"/>
                    </a:cubicBezTo>
                    <a:cubicBezTo>
                      <a:pt x="5" y="57"/>
                      <a:pt x="6" y="47"/>
                      <a:pt x="9" y="39"/>
                    </a:cubicBezTo>
                    <a:cubicBezTo>
                      <a:pt x="10" y="37"/>
                      <a:pt x="13" y="28"/>
                      <a:pt x="12" y="23"/>
                    </a:cubicBezTo>
                    <a:cubicBezTo>
                      <a:pt x="11" y="17"/>
                      <a:pt x="8" y="7"/>
                      <a:pt x="4" y="0"/>
                    </a:cubicBezTo>
                    <a:cubicBezTo>
                      <a:pt x="0" y="2"/>
                      <a:pt x="0" y="3"/>
                      <a:pt x="1" y="8"/>
                    </a:cubicBezTo>
                    <a:cubicBezTo>
                      <a:pt x="4" y="18"/>
                      <a:pt x="7" y="25"/>
                      <a:pt x="5" y="36"/>
                    </a:cubicBezTo>
                    <a:cubicBezTo>
                      <a:pt x="4" y="43"/>
                      <a:pt x="1" y="51"/>
                      <a:pt x="4" y="59"/>
                    </a:cubicBezTo>
                    <a:cubicBezTo>
                      <a:pt x="8" y="70"/>
                      <a:pt x="27" y="72"/>
                      <a:pt x="36" y="67"/>
                    </a:cubicBezTo>
                    <a:cubicBezTo>
                      <a:pt x="46" y="61"/>
                      <a:pt x="55" y="55"/>
                      <a:pt x="53" y="43"/>
                    </a:cubicBezTo>
                    <a:cubicBezTo>
                      <a:pt x="52" y="35"/>
                      <a:pt x="46" y="32"/>
                      <a:pt x="41" y="26"/>
                    </a:cubicBezTo>
                    <a:cubicBezTo>
                      <a:pt x="35" y="18"/>
                      <a:pt x="50" y="22"/>
                      <a:pt x="56" y="22"/>
                    </a:cubicBezTo>
                    <a:close/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5" name="Freeform 908">
                <a:extLst>
                  <a:ext uri="{FF2B5EF4-FFF2-40B4-BE49-F238E27FC236}">
                    <a16:creationId xmlns:a16="http://schemas.microsoft.com/office/drawing/2014/main" id="{79A31E61-8227-4905-9C0C-0F50AE5C7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288"/>
                <a:ext cx="238" cy="173"/>
              </a:xfrm>
              <a:custGeom>
                <a:avLst/>
                <a:gdLst>
                  <a:gd name="T0" fmla="*/ 1055 w 95"/>
                  <a:gd name="T1" fmla="*/ 751 h 65"/>
                  <a:gd name="T2" fmla="*/ 1368 w 95"/>
                  <a:gd name="T3" fmla="*/ 737 h 65"/>
                  <a:gd name="T4" fmla="*/ 1493 w 95"/>
                  <a:gd name="T5" fmla="*/ 1147 h 65"/>
                  <a:gd name="T6" fmla="*/ 1493 w 95"/>
                  <a:gd name="T7" fmla="*/ 1035 h 65"/>
                  <a:gd name="T8" fmla="*/ 1275 w 95"/>
                  <a:gd name="T9" fmla="*/ 452 h 65"/>
                  <a:gd name="T10" fmla="*/ 501 w 95"/>
                  <a:gd name="T11" fmla="*/ 93 h 65"/>
                  <a:gd name="T12" fmla="*/ 113 w 95"/>
                  <a:gd name="T13" fmla="*/ 397 h 65"/>
                  <a:gd name="T14" fmla="*/ 20 w 95"/>
                  <a:gd name="T15" fmla="*/ 977 h 65"/>
                  <a:gd name="T16" fmla="*/ 158 w 95"/>
                  <a:gd name="T17" fmla="*/ 1224 h 65"/>
                  <a:gd name="T18" fmla="*/ 145 w 95"/>
                  <a:gd name="T19" fmla="*/ 921 h 65"/>
                  <a:gd name="T20" fmla="*/ 376 w 95"/>
                  <a:gd name="T21" fmla="*/ 226 h 65"/>
                  <a:gd name="T22" fmla="*/ 817 w 95"/>
                  <a:gd name="T23" fmla="*/ 319 h 65"/>
                  <a:gd name="T24" fmla="*/ 1055 w 95"/>
                  <a:gd name="T25" fmla="*/ 751 h 6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5" h="65">
                    <a:moveTo>
                      <a:pt x="67" y="40"/>
                    </a:moveTo>
                    <a:cubicBezTo>
                      <a:pt x="80" y="44"/>
                      <a:pt x="83" y="34"/>
                      <a:pt x="87" y="39"/>
                    </a:cubicBezTo>
                    <a:cubicBezTo>
                      <a:pt x="90" y="44"/>
                      <a:pt x="95" y="49"/>
                      <a:pt x="95" y="61"/>
                    </a:cubicBezTo>
                    <a:cubicBezTo>
                      <a:pt x="95" y="59"/>
                      <a:pt x="95" y="57"/>
                      <a:pt x="95" y="55"/>
                    </a:cubicBezTo>
                    <a:cubicBezTo>
                      <a:pt x="93" y="45"/>
                      <a:pt x="87" y="28"/>
                      <a:pt x="81" y="24"/>
                    </a:cubicBezTo>
                    <a:cubicBezTo>
                      <a:pt x="72" y="19"/>
                      <a:pt x="50" y="10"/>
                      <a:pt x="32" y="5"/>
                    </a:cubicBezTo>
                    <a:cubicBezTo>
                      <a:pt x="14" y="0"/>
                      <a:pt x="13" y="12"/>
                      <a:pt x="7" y="21"/>
                    </a:cubicBezTo>
                    <a:cubicBezTo>
                      <a:pt x="3" y="28"/>
                      <a:pt x="2" y="40"/>
                      <a:pt x="1" y="52"/>
                    </a:cubicBezTo>
                    <a:cubicBezTo>
                      <a:pt x="0" y="57"/>
                      <a:pt x="5" y="60"/>
                      <a:pt x="10" y="65"/>
                    </a:cubicBezTo>
                    <a:cubicBezTo>
                      <a:pt x="9" y="62"/>
                      <a:pt x="8" y="57"/>
                      <a:pt x="9" y="49"/>
                    </a:cubicBezTo>
                    <a:cubicBezTo>
                      <a:pt x="11" y="26"/>
                      <a:pt x="12" y="16"/>
                      <a:pt x="24" y="12"/>
                    </a:cubicBezTo>
                    <a:cubicBezTo>
                      <a:pt x="35" y="8"/>
                      <a:pt x="49" y="16"/>
                      <a:pt x="52" y="17"/>
                    </a:cubicBezTo>
                    <a:cubicBezTo>
                      <a:pt x="53" y="18"/>
                      <a:pt x="51" y="35"/>
                      <a:pt x="67" y="40"/>
                    </a:cubicBezTo>
                    <a:close/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6" name="Freeform 909">
                <a:extLst>
                  <a:ext uri="{FF2B5EF4-FFF2-40B4-BE49-F238E27FC236}">
                    <a16:creationId xmlns:a16="http://schemas.microsoft.com/office/drawing/2014/main" id="{E194204C-2263-4EEC-BBEF-4B0252344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28"/>
                <a:ext cx="82" cy="69"/>
              </a:xfrm>
              <a:custGeom>
                <a:avLst/>
                <a:gdLst>
                  <a:gd name="T0" fmla="*/ 104 w 33"/>
                  <a:gd name="T1" fmla="*/ 0 h 26"/>
                  <a:gd name="T2" fmla="*/ 432 w 33"/>
                  <a:gd name="T3" fmla="*/ 170 h 26"/>
                  <a:gd name="T4" fmla="*/ 507 w 33"/>
                  <a:gd name="T5" fmla="*/ 295 h 26"/>
                  <a:gd name="T6" fmla="*/ 166 w 33"/>
                  <a:gd name="T7" fmla="*/ 353 h 26"/>
                  <a:gd name="T8" fmla="*/ 104 w 3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6">
                    <a:moveTo>
                      <a:pt x="7" y="0"/>
                    </a:moveTo>
                    <a:cubicBezTo>
                      <a:pt x="16" y="3"/>
                      <a:pt x="24" y="6"/>
                      <a:pt x="28" y="9"/>
                    </a:cubicBezTo>
                    <a:cubicBezTo>
                      <a:pt x="30" y="10"/>
                      <a:pt x="32" y="13"/>
                      <a:pt x="33" y="16"/>
                    </a:cubicBezTo>
                    <a:cubicBezTo>
                      <a:pt x="29" y="15"/>
                      <a:pt x="22" y="26"/>
                      <a:pt x="11" y="19"/>
                    </a:cubicBezTo>
                    <a:cubicBezTo>
                      <a:pt x="0" y="10"/>
                      <a:pt x="8" y="3"/>
                      <a:pt x="7" y="0"/>
                    </a:cubicBezTo>
                    <a:close/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7" name="Freeform 910">
                <a:extLst>
                  <a:ext uri="{FF2B5EF4-FFF2-40B4-BE49-F238E27FC236}">
                    <a16:creationId xmlns:a16="http://schemas.microsoft.com/office/drawing/2014/main" id="{B15F042F-44AD-4F64-BC6A-A4755B798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936"/>
                <a:ext cx="185" cy="323"/>
              </a:xfrm>
              <a:custGeom>
                <a:avLst/>
                <a:gdLst>
                  <a:gd name="T0" fmla="*/ 1158 w 74"/>
                  <a:gd name="T1" fmla="*/ 77 h 121"/>
                  <a:gd name="T2" fmla="*/ 533 w 74"/>
                  <a:gd name="T3" fmla="*/ 56 h 121"/>
                  <a:gd name="T4" fmla="*/ 283 w 74"/>
                  <a:gd name="T5" fmla="*/ 513 h 121"/>
                  <a:gd name="T6" fmla="*/ 283 w 74"/>
                  <a:gd name="T7" fmla="*/ 2301 h 121"/>
                  <a:gd name="T8" fmla="*/ 220 w 74"/>
                  <a:gd name="T9" fmla="*/ 1845 h 121"/>
                  <a:gd name="T10" fmla="*/ 313 w 74"/>
                  <a:gd name="T11" fmla="*/ 1447 h 121"/>
                  <a:gd name="T12" fmla="*/ 583 w 74"/>
                  <a:gd name="T13" fmla="*/ 820 h 121"/>
                  <a:gd name="T14" fmla="*/ 425 w 74"/>
                  <a:gd name="T15" fmla="*/ 534 h 121"/>
                  <a:gd name="T16" fmla="*/ 488 w 74"/>
                  <a:gd name="T17" fmla="*/ 248 h 121"/>
                  <a:gd name="T18" fmla="*/ 1000 w 74"/>
                  <a:gd name="T19" fmla="*/ 77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121">
                    <a:moveTo>
                      <a:pt x="74" y="4"/>
                    </a:moveTo>
                    <a:cubicBezTo>
                      <a:pt x="61" y="5"/>
                      <a:pt x="47" y="0"/>
                      <a:pt x="34" y="3"/>
                    </a:cubicBezTo>
                    <a:cubicBezTo>
                      <a:pt x="21" y="6"/>
                      <a:pt x="21" y="17"/>
                      <a:pt x="18" y="27"/>
                    </a:cubicBezTo>
                    <a:cubicBezTo>
                      <a:pt x="12" y="55"/>
                      <a:pt x="0" y="96"/>
                      <a:pt x="18" y="121"/>
                    </a:cubicBezTo>
                    <a:cubicBezTo>
                      <a:pt x="16" y="113"/>
                      <a:pt x="12" y="106"/>
                      <a:pt x="14" y="97"/>
                    </a:cubicBezTo>
                    <a:cubicBezTo>
                      <a:pt x="15" y="90"/>
                      <a:pt x="19" y="83"/>
                      <a:pt x="20" y="76"/>
                    </a:cubicBezTo>
                    <a:cubicBezTo>
                      <a:pt x="22" y="63"/>
                      <a:pt x="15" y="37"/>
                      <a:pt x="37" y="43"/>
                    </a:cubicBezTo>
                    <a:cubicBezTo>
                      <a:pt x="30" y="38"/>
                      <a:pt x="26" y="37"/>
                      <a:pt x="27" y="28"/>
                    </a:cubicBezTo>
                    <a:cubicBezTo>
                      <a:pt x="28" y="25"/>
                      <a:pt x="30" y="15"/>
                      <a:pt x="31" y="13"/>
                    </a:cubicBezTo>
                    <a:cubicBezTo>
                      <a:pt x="37" y="6"/>
                      <a:pt x="56" y="6"/>
                      <a:pt x="64" y="4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8" name="Freeform 911">
                <a:extLst>
                  <a:ext uri="{FF2B5EF4-FFF2-40B4-BE49-F238E27FC236}">
                    <a16:creationId xmlns:a16="http://schemas.microsoft.com/office/drawing/2014/main" id="{E92196EA-352F-4C61-BBA5-A7AD093AA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248"/>
                <a:ext cx="120" cy="208"/>
              </a:xfrm>
              <a:custGeom>
                <a:avLst/>
                <a:gdLst>
                  <a:gd name="T0" fmla="*/ 458 w 48"/>
                  <a:gd name="T1" fmla="*/ 0 h 78"/>
                  <a:gd name="T2" fmla="*/ 63 w 48"/>
                  <a:gd name="T3" fmla="*/ 320 h 78"/>
                  <a:gd name="T4" fmla="*/ 145 w 48"/>
                  <a:gd name="T5" fmla="*/ 661 h 78"/>
                  <a:gd name="T6" fmla="*/ 425 w 48"/>
                  <a:gd name="T7" fmla="*/ 1101 h 78"/>
                  <a:gd name="T8" fmla="*/ 750 w 48"/>
                  <a:gd name="T9" fmla="*/ 1480 h 78"/>
                  <a:gd name="T10" fmla="*/ 533 w 48"/>
                  <a:gd name="T11" fmla="*/ 1080 h 78"/>
                  <a:gd name="T12" fmla="*/ 520 w 48"/>
                  <a:gd name="T13" fmla="*/ 739 h 78"/>
                  <a:gd name="T14" fmla="*/ 208 w 48"/>
                  <a:gd name="T15" fmla="*/ 456 h 78"/>
                  <a:gd name="T16" fmla="*/ 363 w 48"/>
                  <a:gd name="T17" fmla="*/ 93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78">
                    <a:moveTo>
                      <a:pt x="29" y="0"/>
                    </a:moveTo>
                    <a:cubicBezTo>
                      <a:pt x="22" y="3"/>
                      <a:pt x="9" y="10"/>
                      <a:pt x="4" y="17"/>
                    </a:cubicBezTo>
                    <a:cubicBezTo>
                      <a:pt x="0" y="24"/>
                      <a:pt x="5" y="29"/>
                      <a:pt x="9" y="35"/>
                    </a:cubicBezTo>
                    <a:cubicBezTo>
                      <a:pt x="13" y="43"/>
                      <a:pt x="20" y="53"/>
                      <a:pt x="27" y="58"/>
                    </a:cubicBezTo>
                    <a:cubicBezTo>
                      <a:pt x="36" y="65"/>
                      <a:pt x="44" y="66"/>
                      <a:pt x="48" y="78"/>
                    </a:cubicBezTo>
                    <a:cubicBezTo>
                      <a:pt x="46" y="66"/>
                      <a:pt x="42" y="63"/>
                      <a:pt x="34" y="57"/>
                    </a:cubicBezTo>
                    <a:cubicBezTo>
                      <a:pt x="27" y="51"/>
                      <a:pt x="24" y="46"/>
                      <a:pt x="33" y="39"/>
                    </a:cubicBezTo>
                    <a:cubicBezTo>
                      <a:pt x="22" y="39"/>
                      <a:pt x="16" y="34"/>
                      <a:pt x="13" y="24"/>
                    </a:cubicBezTo>
                    <a:cubicBezTo>
                      <a:pt x="9" y="13"/>
                      <a:pt x="16" y="12"/>
                      <a:pt x="2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9" name="Freeform 912">
                <a:extLst>
                  <a:ext uri="{FF2B5EF4-FFF2-40B4-BE49-F238E27FC236}">
                    <a16:creationId xmlns:a16="http://schemas.microsoft.com/office/drawing/2014/main" id="{7778C3D7-B5D8-441D-A115-4684E4A3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283"/>
                <a:ext cx="178" cy="29"/>
              </a:xfrm>
              <a:custGeom>
                <a:avLst/>
                <a:gdLst>
                  <a:gd name="T0" fmla="*/ 0 w 71"/>
                  <a:gd name="T1" fmla="*/ 200 h 11"/>
                  <a:gd name="T2" fmla="*/ 1118 w 71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1">
                    <a:moveTo>
                      <a:pt x="0" y="11"/>
                    </a:moveTo>
                    <a:cubicBezTo>
                      <a:pt x="22" y="0"/>
                      <a:pt x="48" y="1"/>
                      <a:pt x="7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0" name="Freeform 913">
                <a:extLst>
                  <a:ext uri="{FF2B5EF4-FFF2-40B4-BE49-F238E27FC236}">
                    <a16:creationId xmlns:a16="http://schemas.microsoft.com/office/drawing/2014/main" id="{65E97DDD-6045-4C24-87EE-239DEDB28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395"/>
                <a:ext cx="320" cy="138"/>
              </a:xfrm>
              <a:custGeom>
                <a:avLst/>
                <a:gdLst>
                  <a:gd name="T0" fmla="*/ 0 w 128"/>
                  <a:gd name="T1" fmla="*/ 204 h 52"/>
                  <a:gd name="T2" fmla="*/ 720 w 128"/>
                  <a:gd name="T3" fmla="*/ 226 h 52"/>
                  <a:gd name="T4" fmla="*/ 1408 w 128"/>
                  <a:gd name="T5" fmla="*/ 133 h 52"/>
                  <a:gd name="T6" fmla="*/ 1845 w 128"/>
                  <a:gd name="T7" fmla="*/ 133 h 52"/>
                  <a:gd name="T8" fmla="*/ 1833 w 128"/>
                  <a:gd name="T9" fmla="*/ 971 h 52"/>
                  <a:gd name="T10" fmla="*/ 1408 w 128"/>
                  <a:gd name="T11" fmla="*/ 226 h 52"/>
                  <a:gd name="T12" fmla="*/ 625 w 128"/>
                  <a:gd name="T13" fmla="*/ 507 h 52"/>
                  <a:gd name="T14" fmla="*/ 345 w 128"/>
                  <a:gd name="T15" fmla="*/ 295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" h="52">
                    <a:moveTo>
                      <a:pt x="0" y="11"/>
                    </a:moveTo>
                    <a:cubicBezTo>
                      <a:pt x="15" y="15"/>
                      <a:pt x="32" y="12"/>
                      <a:pt x="46" y="12"/>
                    </a:cubicBezTo>
                    <a:cubicBezTo>
                      <a:pt x="59" y="12"/>
                      <a:pt x="77" y="8"/>
                      <a:pt x="90" y="7"/>
                    </a:cubicBezTo>
                    <a:cubicBezTo>
                      <a:pt x="98" y="5"/>
                      <a:pt x="111" y="0"/>
                      <a:pt x="118" y="7"/>
                    </a:cubicBezTo>
                    <a:cubicBezTo>
                      <a:pt x="127" y="15"/>
                      <a:pt x="119" y="42"/>
                      <a:pt x="117" y="52"/>
                    </a:cubicBezTo>
                    <a:cubicBezTo>
                      <a:pt x="128" y="11"/>
                      <a:pt x="115" y="8"/>
                      <a:pt x="90" y="12"/>
                    </a:cubicBezTo>
                    <a:cubicBezTo>
                      <a:pt x="62" y="15"/>
                      <a:pt x="42" y="23"/>
                      <a:pt x="40" y="27"/>
                    </a:cubicBezTo>
                    <a:cubicBezTo>
                      <a:pt x="38" y="18"/>
                      <a:pt x="29" y="18"/>
                      <a:pt x="22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1" name="Freeform 914">
                <a:extLst>
                  <a:ext uri="{FF2B5EF4-FFF2-40B4-BE49-F238E27FC236}">
                    <a16:creationId xmlns:a16="http://schemas.microsoft.com/office/drawing/2014/main" id="{D87BA614-1821-48E6-8B97-F46AEA42C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587"/>
                <a:ext cx="255" cy="40"/>
              </a:xfrm>
              <a:custGeom>
                <a:avLst/>
                <a:gdLst>
                  <a:gd name="T0" fmla="*/ 0 w 102"/>
                  <a:gd name="T1" fmla="*/ 264 h 15"/>
                  <a:gd name="T2" fmla="*/ 875 w 102"/>
                  <a:gd name="T3" fmla="*/ 136 h 15"/>
                  <a:gd name="T4" fmla="*/ 1595 w 102"/>
                  <a:gd name="T5" fmla="*/ 21 h 15"/>
                  <a:gd name="T6" fmla="*/ 1250 w 102"/>
                  <a:gd name="T7" fmla="*/ 248 h 15"/>
                  <a:gd name="T8" fmla="*/ 833 w 102"/>
                  <a:gd name="T9" fmla="*/ 248 h 15"/>
                  <a:gd name="T10" fmla="*/ 113 w 102"/>
                  <a:gd name="T11" fmla="*/ 19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15">
                    <a:moveTo>
                      <a:pt x="0" y="14"/>
                    </a:moveTo>
                    <a:cubicBezTo>
                      <a:pt x="15" y="0"/>
                      <a:pt x="37" y="5"/>
                      <a:pt x="56" y="7"/>
                    </a:cubicBezTo>
                    <a:cubicBezTo>
                      <a:pt x="72" y="8"/>
                      <a:pt x="86" y="5"/>
                      <a:pt x="102" y="1"/>
                    </a:cubicBezTo>
                    <a:cubicBezTo>
                      <a:pt x="94" y="4"/>
                      <a:pt x="87" y="11"/>
                      <a:pt x="80" y="13"/>
                    </a:cubicBezTo>
                    <a:cubicBezTo>
                      <a:pt x="73" y="15"/>
                      <a:pt x="61" y="14"/>
                      <a:pt x="53" y="13"/>
                    </a:cubicBezTo>
                    <a:cubicBezTo>
                      <a:pt x="39" y="12"/>
                      <a:pt x="22" y="5"/>
                      <a:pt x="7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2" name="Freeform 915">
                <a:extLst>
                  <a:ext uri="{FF2B5EF4-FFF2-40B4-BE49-F238E27FC236}">
                    <a16:creationId xmlns:a16="http://schemas.microsoft.com/office/drawing/2014/main" id="{07492AEB-1BD9-48F1-9C57-FEC57B80C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616"/>
                <a:ext cx="203" cy="203"/>
              </a:xfrm>
              <a:custGeom>
                <a:avLst/>
                <a:gdLst>
                  <a:gd name="T0" fmla="*/ 0 w 81"/>
                  <a:gd name="T1" fmla="*/ 1448 h 76"/>
                  <a:gd name="T2" fmla="*/ 489 w 81"/>
                  <a:gd name="T3" fmla="*/ 534 h 76"/>
                  <a:gd name="T4" fmla="*/ 897 w 81"/>
                  <a:gd name="T5" fmla="*/ 264 h 76"/>
                  <a:gd name="T6" fmla="*/ 1276 w 81"/>
                  <a:gd name="T7" fmla="*/ 0 h 76"/>
                  <a:gd name="T8" fmla="*/ 942 w 81"/>
                  <a:gd name="T9" fmla="*/ 534 h 76"/>
                  <a:gd name="T10" fmla="*/ 617 w 81"/>
                  <a:gd name="T11" fmla="*/ 841 h 76"/>
                  <a:gd name="T12" fmla="*/ 346 w 81"/>
                  <a:gd name="T13" fmla="*/ 1012 h 76"/>
                  <a:gd name="T14" fmla="*/ 83 w 81"/>
                  <a:gd name="T15" fmla="*/ 1183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76">
                    <a:moveTo>
                      <a:pt x="0" y="76"/>
                    </a:moveTo>
                    <a:cubicBezTo>
                      <a:pt x="0" y="61"/>
                      <a:pt x="19" y="37"/>
                      <a:pt x="31" y="28"/>
                    </a:cubicBezTo>
                    <a:cubicBezTo>
                      <a:pt x="39" y="23"/>
                      <a:pt x="49" y="19"/>
                      <a:pt x="57" y="14"/>
                    </a:cubicBezTo>
                    <a:cubicBezTo>
                      <a:pt x="64" y="10"/>
                      <a:pt x="76" y="6"/>
                      <a:pt x="81" y="0"/>
                    </a:cubicBezTo>
                    <a:cubicBezTo>
                      <a:pt x="78" y="10"/>
                      <a:pt x="55" y="16"/>
                      <a:pt x="60" y="28"/>
                    </a:cubicBezTo>
                    <a:cubicBezTo>
                      <a:pt x="45" y="22"/>
                      <a:pt x="44" y="33"/>
                      <a:pt x="39" y="44"/>
                    </a:cubicBezTo>
                    <a:cubicBezTo>
                      <a:pt x="33" y="37"/>
                      <a:pt x="24" y="47"/>
                      <a:pt x="22" y="53"/>
                    </a:cubicBezTo>
                    <a:cubicBezTo>
                      <a:pt x="15" y="51"/>
                      <a:pt x="9" y="56"/>
                      <a:pt x="5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3" name="Freeform 916">
                <a:extLst>
                  <a:ext uri="{FF2B5EF4-FFF2-40B4-BE49-F238E27FC236}">
                    <a16:creationId xmlns:a16="http://schemas.microsoft.com/office/drawing/2014/main" id="{E3337611-74BE-4238-8E38-3F827436A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560"/>
                <a:ext cx="98" cy="240"/>
              </a:xfrm>
              <a:custGeom>
                <a:avLst/>
                <a:gdLst>
                  <a:gd name="T0" fmla="*/ 618 w 39"/>
                  <a:gd name="T1" fmla="*/ 0 h 90"/>
                  <a:gd name="T2" fmla="*/ 95 w 39"/>
                  <a:gd name="T3" fmla="*/ 1003 h 90"/>
                  <a:gd name="T4" fmla="*/ 33 w 39"/>
                  <a:gd name="T5" fmla="*/ 1400 h 90"/>
                  <a:gd name="T6" fmla="*/ 442 w 39"/>
                  <a:gd name="T7" fmla="*/ 1707 h 90"/>
                  <a:gd name="T8" fmla="*/ 126 w 39"/>
                  <a:gd name="T9" fmla="*/ 1387 h 90"/>
                  <a:gd name="T10" fmla="*/ 254 w 39"/>
                  <a:gd name="T11" fmla="*/ 1160 h 90"/>
                  <a:gd name="T12" fmla="*/ 221 w 39"/>
                  <a:gd name="T13" fmla="*/ 931 h 90"/>
                  <a:gd name="T14" fmla="*/ 317 w 39"/>
                  <a:gd name="T15" fmla="*/ 853 h 90"/>
                  <a:gd name="T16" fmla="*/ 317 w 39"/>
                  <a:gd name="T17" fmla="*/ 717 h 90"/>
                  <a:gd name="T18" fmla="*/ 588 w 39"/>
                  <a:gd name="T19" fmla="*/ 149 h 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90">
                    <a:moveTo>
                      <a:pt x="39" y="0"/>
                    </a:moveTo>
                    <a:cubicBezTo>
                      <a:pt x="28" y="16"/>
                      <a:pt x="14" y="34"/>
                      <a:pt x="6" y="53"/>
                    </a:cubicBezTo>
                    <a:cubicBezTo>
                      <a:pt x="4" y="58"/>
                      <a:pt x="0" y="69"/>
                      <a:pt x="2" y="74"/>
                    </a:cubicBezTo>
                    <a:cubicBezTo>
                      <a:pt x="5" y="82"/>
                      <a:pt x="20" y="89"/>
                      <a:pt x="28" y="90"/>
                    </a:cubicBezTo>
                    <a:cubicBezTo>
                      <a:pt x="21" y="87"/>
                      <a:pt x="9" y="82"/>
                      <a:pt x="8" y="73"/>
                    </a:cubicBezTo>
                    <a:cubicBezTo>
                      <a:pt x="7" y="68"/>
                      <a:pt x="10" y="61"/>
                      <a:pt x="16" y="61"/>
                    </a:cubicBezTo>
                    <a:cubicBezTo>
                      <a:pt x="14" y="57"/>
                      <a:pt x="11" y="54"/>
                      <a:pt x="14" y="49"/>
                    </a:cubicBezTo>
                    <a:cubicBezTo>
                      <a:pt x="15" y="47"/>
                      <a:pt x="19" y="46"/>
                      <a:pt x="20" y="45"/>
                    </a:cubicBezTo>
                    <a:cubicBezTo>
                      <a:pt x="21" y="42"/>
                      <a:pt x="19" y="40"/>
                      <a:pt x="20" y="38"/>
                    </a:cubicBezTo>
                    <a:cubicBezTo>
                      <a:pt x="22" y="28"/>
                      <a:pt x="31" y="16"/>
                      <a:pt x="37" y="8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4" name="Freeform 917">
                <a:extLst>
                  <a:ext uri="{FF2B5EF4-FFF2-40B4-BE49-F238E27FC236}">
                    <a16:creationId xmlns:a16="http://schemas.microsoft.com/office/drawing/2014/main" id="{4A1F6E65-9B7C-4316-89D6-CFEEA50B0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819"/>
                <a:ext cx="65" cy="365"/>
              </a:xfrm>
              <a:custGeom>
                <a:avLst/>
                <a:gdLst>
                  <a:gd name="T0" fmla="*/ 313 w 26"/>
                  <a:gd name="T1" fmla="*/ 56 h 137"/>
                  <a:gd name="T2" fmla="*/ 188 w 26"/>
                  <a:gd name="T3" fmla="*/ 533 h 137"/>
                  <a:gd name="T4" fmla="*/ 175 w 26"/>
                  <a:gd name="T5" fmla="*/ 1135 h 137"/>
                  <a:gd name="T6" fmla="*/ 50 w 26"/>
                  <a:gd name="T7" fmla="*/ 1646 h 137"/>
                  <a:gd name="T8" fmla="*/ 145 w 26"/>
                  <a:gd name="T9" fmla="*/ 2590 h 137"/>
                  <a:gd name="T10" fmla="*/ 395 w 26"/>
                  <a:gd name="T11" fmla="*/ 1364 h 137"/>
                  <a:gd name="T12" fmla="*/ 283 w 26"/>
                  <a:gd name="T13" fmla="*/ 1044 h 137"/>
                  <a:gd name="T14" fmla="*/ 375 w 26"/>
                  <a:gd name="T15" fmla="*/ 874 h 137"/>
                  <a:gd name="T16" fmla="*/ 333 w 26"/>
                  <a:gd name="T17" fmla="*/ 602 h 137"/>
                  <a:gd name="T18" fmla="*/ 375 w 26"/>
                  <a:gd name="T19" fmla="*/ 56 h 137"/>
                  <a:gd name="T20" fmla="*/ 333 w 26"/>
                  <a:gd name="T21" fmla="*/ 21 h 1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37">
                    <a:moveTo>
                      <a:pt x="20" y="3"/>
                    </a:moveTo>
                    <a:cubicBezTo>
                      <a:pt x="14" y="13"/>
                      <a:pt x="10" y="16"/>
                      <a:pt x="12" y="28"/>
                    </a:cubicBezTo>
                    <a:cubicBezTo>
                      <a:pt x="13" y="39"/>
                      <a:pt x="13" y="49"/>
                      <a:pt x="11" y="60"/>
                    </a:cubicBezTo>
                    <a:cubicBezTo>
                      <a:pt x="9" y="70"/>
                      <a:pt x="4" y="78"/>
                      <a:pt x="3" y="87"/>
                    </a:cubicBezTo>
                    <a:cubicBezTo>
                      <a:pt x="0" y="102"/>
                      <a:pt x="4" y="124"/>
                      <a:pt x="9" y="137"/>
                    </a:cubicBezTo>
                    <a:cubicBezTo>
                      <a:pt x="8" y="128"/>
                      <a:pt x="1" y="58"/>
                      <a:pt x="25" y="72"/>
                    </a:cubicBezTo>
                    <a:cubicBezTo>
                      <a:pt x="19" y="70"/>
                      <a:pt x="17" y="60"/>
                      <a:pt x="18" y="55"/>
                    </a:cubicBezTo>
                    <a:cubicBezTo>
                      <a:pt x="19" y="52"/>
                      <a:pt x="23" y="49"/>
                      <a:pt x="24" y="46"/>
                    </a:cubicBezTo>
                    <a:cubicBezTo>
                      <a:pt x="25" y="42"/>
                      <a:pt x="21" y="36"/>
                      <a:pt x="21" y="32"/>
                    </a:cubicBezTo>
                    <a:cubicBezTo>
                      <a:pt x="20" y="20"/>
                      <a:pt x="10" y="2"/>
                      <a:pt x="24" y="3"/>
                    </a:cubicBezTo>
                    <a:cubicBezTo>
                      <a:pt x="21" y="1"/>
                      <a:pt x="26" y="0"/>
                      <a:pt x="21" y="1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5" name="Freeform 918">
                <a:extLst>
                  <a:ext uri="{FF2B5EF4-FFF2-40B4-BE49-F238E27FC236}">
                    <a16:creationId xmlns:a16="http://schemas.microsoft.com/office/drawing/2014/main" id="{FF89A929-7871-466F-BEDC-447452CAD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829"/>
                <a:ext cx="190" cy="163"/>
              </a:xfrm>
              <a:custGeom>
                <a:avLst/>
                <a:gdLst>
                  <a:gd name="T0" fmla="*/ 0 w 76"/>
                  <a:gd name="T1" fmla="*/ 21 h 61"/>
                  <a:gd name="T2" fmla="*/ 720 w 76"/>
                  <a:gd name="T3" fmla="*/ 342 h 61"/>
                  <a:gd name="T4" fmla="*/ 1050 w 76"/>
                  <a:gd name="T5" fmla="*/ 764 h 61"/>
                  <a:gd name="T6" fmla="*/ 1033 w 76"/>
                  <a:gd name="T7" fmla="*/ 1165 h 61"/>
                  <a:gd name="T8" fmla="*/ 770 w 76"/>
                  <a:gd name="T9" fmla="*/ 764 h 61"/>
                  <a:gd name="T10" fmla="*/ 438 w 76"/>
                  <a:gd name="T11" fmla="*/ 342 h 61"/>
                  <a:gd name="T12" fmla="*/ 175 w 76"/>
                  <a:gd name="T13" fmla="*/ 136 h 61"/>
                  <a:gd name="T14" fmla="*/ 158 w 76"/>
                  <a:gd name="T15" fmla="*/ 94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61">
                    <a:moveTo>
                      <a:pt x="0" y="1"/>
                    </a:moveTo>
                    <a:cubicBezTo>
                      <a:pt x="15" y="0"/>
                      <a:pt x="33" y="10"/>
                      <a:pt x="46" y="18"/>
                    </a:cubicBezTo>
                    <a:cubicBezTo>
                      <a:pt x="54" y="24"/>
                      <a:pt x="61" y="32"/>
                      <a:pt x="67" y="40"/>
                    </a:cubicBezTo>
                    <a:cubicBezTo>
                      <a:pt x="76" y="52"/>
                      <a:pt x="69" y="49"/>
                      <a:pt x="66" y="61"/>
                    </a:cubicBezTo>
                    <a:cubicBezTo>
                      <a:pt x="67" y="49"/>
                      <a:pt x="63" y="34"/>
                      <a:pt x="49" y="40"/>
                    </a:cubicBezTo>
                    <a:cubicBezTo>
                      <a:pt x="46" y="25"/>
                      <a:pt x="37" y="26"/>
                      <a:pt x="28" y="18"/>
                    </a:cubicBezTo>
                    <a:cubicBezTo>
                      <a:pt x="22" y="14"/>
                      <a:pt x="19" y="7"/>
                      <a:pt x="11" y="7"/>
                    </a:cubicBezTo>
                    <a:cubicBezTo>
                      <a:pt x="11" y="6"/>
                      <a:pt x="11" y="6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6" name="Freeform 919">
                <a:extLst>
                  <a:ext uri="{FF2B5EF4-FFF2-40B4-BE49-F238E27FC236}">
                    <a16:creationId xmlns:a16="http://schemas.microsoft.com/office/drawing/2014/main" id="{74A8B4DD-0276-4C9E-98AB-DF05B1375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381"/>
                <a:ext cx="88" cy="136"/>
              </a:xfrm>
              <a:custGeom>
                <a:avLst/>
                <a:gdLst>
                  <a:gd name="T0" fmla="*/ 20 w 35"/>
                  <a:gd name="T1" fmla="*/ 968 h 51"/>
                  <a:gd name="T2" fmla="*/ 146 w 35"/>
                  <a:gd name="T3" fmla="*/ 341 h 51"/>
                  <a:gd name="T4" fmla="*/ 556 w 35"/>
                  <a:gd name="T5" fmla="*/ 0 h 51"/>
                  <a:gd name="T6" fmla="*/ 347 w 35"/>
                  <a:gd name="T7" fmla="*/ 227 h 51"/>
                  <a:gd name="T8" fmla="*/ 304 w 35"/>
                  <a:gd name="T9" fmla="*/ 547 h 51"/>
                  <a:gd name="T10" fmla="*/ 113 w 35"/>
                  <a:gd name="T11" fmla="*/ 717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1">
                    <a:moveTo>
                      <a:pt x="1" y="51"/>
                    </a:moveTo>
                    <a:cubicBezTo>
                      <a:pt x="0" y="43"/>
                      <a:pt x="5" y="25"/>
                      <a:pt x="9" y="18"/>
                    </a:cubicBezTo>
                    <a:cubicBezTo>
                      <a:pt x="13" y="11"/>
                      <a:pt x="27" y="3"/>
                      <a:pt x="35" y="0"/>
                    </a:cubicBezTo>
                    <a:cubicBezTo>
                      <a:pt x="31" y="4"/>
                      <a:pt x="26" y="8"/>
                      <a:pt x="22" y="12"/>
                    </a:cubicBezTo>
                    <a:cubicBezTo>
                      <a:pt x="16" y="19"/>
                      <a:pt x="16" y="20"/>
                      <a:pt x="19" y="29"/>
                    </a:cubicBezTo>
                    <a:cubicBezTo>
                      <a:pt x="12" y="23"/>
                      <a:pt x="9" y="34"/>
                      <a:pt x="7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7" name="Freeform 920">
                <a:extLst>
                  <a:ext uri="{FF2B5EF4-FFF2-40B4-BE49-F238E27FC236}">
                    <a16:creationId xmlns:a16="http://schemas.microsoft.com/office/drawing/2014/main" id="{CF000712-AF09-4A5D-ACB9-352FB6B0D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424"/>
                <a:ext cx="810" cy="109"/>
              </a:xfrm>
              <a:custGeom>
                <a:avLst/>
                <a:gdLst>
                  <a:gd name="T0" fmla="*/ 0 w 324"/>
                  <a:gd name="T1" fmla="*/ 282 h 41"/>
                  <a:gd name="T2" fmla="*/ 613 w 324"/>
                  <a:gd name="T3" fmla="*/ 282 h 41"/>
                  <a:gd name="T4" fmla="*/ 1145 w 324"/>
                  <a:gd name="T5" fmla="*/ 247 h 41"/>
                  <a:gd name="T6" fmla="*/ 2470 w 324"/>
                  <a:gd name="T7" fmla="*/ 77 h 41"/>
                  <a:gd name="T8" fmla="*/ 3145 w 324"/>
                  <a:gd name="T9" fmla="*/ 114 h 41"/>
                  <a:gd name="T10" fmla="*/ 3645 w 324"/>
                  <a:gd name="T11" fmla="*/ 303 h 41"/>
                  <a:gd name="T12" fmla="*/ 4520 w 324"/>
                  <a:gd name="T13" fmla="*/ 303 h 41"/>
                  <a:gd name="T14" fmla="*/ 5063 w 324"/>
                  <a:gd name="T15" fmla="*/ 771 h 41"/>
                  <a:gd name="T16" fmla="*/ 4470 w 324"/>
                  <a:gd name="T17" fmla="*/ 431 h 41"/>
                  <a:gd name="T18" fmla="*/ 4208 w 324"/>
                  <a:gd name="T19" fmla="*/ 566 h 41"/>
                  <a:gd name="T20" fmla="*/ 4033 w 324"/>
                  <a:gd name="T21" fmla="*/ 580 h 41"/>
                  <a:gd name="T22" fmla="*/ 3625 w 324"/>
                  <a:gd name="T23" fmla="*/ 465 h 41"/>
                  <a:gd name="T24" fmla="*/ 3395 w 324"/>
                  <a:gd name="T25" fmla="*/ 431 h 41"/>
                  <a:gd name="T26" fmla="*/ 3238 w 324"/>
                  <a:gd name="T27" fmla="*/ 319 h 41"/>
                  <a:gd name="T28" fmla="*/ 2425 w 324"/>
                  <a:gd name="T29" fmla="*/ 282 h 41"/>
                  <a:gd name="T30" fmla="*/ 1625 w 324"/>
                  <a:gd name="T31" fmla="*/ 362 h 41"/>
                  <a:gd name="T32" fmla="*/ 1220 w 324"/>
                  <a:gd name="T33" fmla="*/ 375 h 41"/>
                  <a:gd name="T34" fmla="*/ 783 w 324"/>
                  <a:gd name="T35" fmla="*/ 396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4" h="41">
                    <a:moveTo>
                      <a:pt x="0" y="15"/>
                    </a:moveTo>
                    <a:cubicBezTo>
                      <a:pt x="12" y="19"/>
                      <a:pt x="26" y="12"/>
                      <a:pt x="39" y="15"/>
                    </a:cubicBezTo>
                    <a:cubicBezTo>
                      <a:pt x="53" y="18"/>
                      <a:pt x="61" y="18"/>
                      <a:pt x="73" y="13"/>
                    </a:cubicBezTo>
                    <a:cubicBezTo>
                      <a:pt x="103" y="1"/>
                      <a:pt x="127" y="3"/>
                      <a:pt x="158" y="4"/>
                    </a:cubicBezTo>
                    <a:cubicBezTo>
                      <a:pt x="172" y="5"/>
                      <a:pt x="187" y="5"/>
                      <a:pt x="201" y="6"/>
                    </a:cubicBezTo>
                    <a:cubicBezTo>
                      <a:pt x="213" y="6"/>
                      <a:pt x="221" y="12"/>
                      <a:pt x="233" y="16"/>
                    </a:cubicBezTo>
                    <a:cubicBezTo>
                      <a:pt x="252" y="23"/>
                      <a:pt x="270" y="15"/>
                      <a:pt x="289" y="16"/>
                    </a:cubicBezTo>
                    <a:cubicBezTo>
                      <a:pt x="309" y="17"/>
                      <a:pt x="310" y="30"/>
                      <a:pt x="324" y="41"/>
                    </a:cubicBezTo>
                    <a:cubicBezTo>
                      <a:pt x="318" y="33"/>
                      <a:pt x="295" y="23"/>
                      <a:pt x="286" y="23"/>
                    </a:cubicBezTo>
                    <a:cubicBezTo>
                      <a:pt x="278" y="22"/>
                      <a:pt x="275" y="26"/>
                      <a:pt x="269" y="30"/>
                    </a:cubicBezTo>
                    <a:cubicBezTo>
                      <a:pt x="259" y="36"/>
                      <a:pt x="266" y="33"/>
                      <a:pt x="258" y="31"/>
                    </a:cubicBezTo>
                    <a:cubicBezTo>
                      <a:pt x="249" y="29"/>
                      <a:pt x="240" y="27"/>
                      <a:pt x="232" y="25"/>
                    </a:cubicBezTo>
                    <a:cubicBezTo>
                      <a:pt x="227" y="24"/>
                      <a:pt x="221" y="24"/>
                      <a:pt x="217" y="23"/>
                    </a:cubicBezTo>
                    <a:cubicBezTo>
                      <a:pt x="213" y="22"/>
                      <a:pt x="212" y="19"/>
                      <a:pt x="207" y="17"/>
                    </a:cubicBezTo>
                    <a:cubicBezTo>
                      <a:pt x="192" y="9"/>
                      <a:pt x="172" y="18"/>
                      <a:pt x="155" y="15"/>
                    </a:cubicBezTo>
                    <a:cubicBezTo>
                      <a:pt x="133" y="10"/>
                      <a:pt x="124" y="8"/>
                      <a:pt x="104" y="19"/>
                    </a:cubicBezTo>
                    <a:cubicBezTo>
                      <a:pt x="103" y="0"/>
                      <a:pt x="84" y="17"/>
                      <a:pt x="78" y="20"/>
                    </a:cubicBezTo>
                    <a:cubicBezTo>
                      <a:pt x="69" y="25"/>
                      <a:pt x="59" y="24"/>
                      <a:pt x="5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8" name="Freeform 921">
                <a:extLst>
                  <a:ext uri="{FF2B5EF4-FFF2-40B4-BE49-F238E27FC236}">
                    <a16:creationId xmlns:a16="http://schemas.microsoft.com/office/drawing/2014/main" id="{A982B423-70AE-4F44-BC67-DAF8A97DE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3" y="1627"/>
                <a:ext cx="175" cy="104"/>
              </a:xfrm>
              <a:custGeom>
                <a:avLst/>
                <a:gdLst>
                  <a:gd name="T0" fmla="*/ 0 w 70"/>
                  <a:gd name="T1" fmla="*/ 533 h 39"/>
                  <a:gd name="T2" fmla="*/ 720 w 70"/>
                  <a:gd name="T3" fmla="*/ 171 h 39"/>
                  <a:gd name="T4" fmla="*/ 988 w 70"/>
                  <a:gd name="T5" fmla="*/ 149 h 39"/>
                  <a:gd name="T6" fmla="*/ 1095 w 70"/>
                  <a:gd name="T7" fmla="*/ 739 h 39"/>
                  <a:gd name="T8" fmla="*/ 783 w 70"/>
                  <a:gd name="T9" fmla="*/ 264 h 39"/>
                  <a:gd name="T10" fmla="*/ 438 w 70"/>
                  <a:gd name="T11" fmla="*/ 376 h 39"/>
                  <a:gd name="T12" fmla="*/ 145 w 70"/>
                  <a:gd name="T13" fmla="*/ 47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9">
                    <a:moveTo>
                      <a:pt x="0" y="28"/>
                    </a:moveTo>
                    <a:cubicBezTo>
                      <a:pt x="5" y="11"/>
                      <a:pt x="32" y="17"/>
                      <a:pt x="46" y="9"/>
                    </a:cubicBezTo>
                    <a:cubicBezTo>
                      <a:pt x="55" y="5"/>
                      <a:pt x="57" y="0"/>
                      <a:pt x="63" y="8"/>
                    </a:cubicBezTo>
                    <a:cubicBezTo>
                      <a:pt x="70" y="17"/>
                      <a:pt x="66" y="30"/>
                      <a:pt x="70" y="39"/>
                    </a:cubicBezTo>
                    <a:cubicBezTo>
                      <a:pt x="70" y="26"/>
                      <a:pt x="66" y="8"/>
                      <a:pt x="50" y="14"/>
                    </a:cubicBezTo>
                    <a:cubicBezTo>
                      <a:pt x="42" y="16"/>
                      <a:pt x="38" y="23"/>
                      <a:pt x="28" y="20"/>
                    </a:cubicBezTo>
                    <a:cubicBezTo>
                      <a:pt x="25" y="29"/>
                      <a:pt x="16" y="23"/>
                      <a:pt x="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9" name="Freeform 922">
                <a:extLst>
                  <a:ext uri="{FF2B5EF4-FFF2-40B4-BE49-F238E27FC236}">
                    <a16:creationId xmlns:a16="http://schemas.microsoft.com/office/drawing/2014/main" id="{864C75E6-B41B-444F-BC7F-9A483E14E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1360"/>
                <a:ext cx="227" cy="168"/>
              </a:xfrm>
              <a:custGeom>
                <a:avLst/>
                <a:gdLst>
                  <a:gd name="T0" fmla="*/ 0 w 91"/>
                  <a:gd name="T1" fmla="*/ 1195 h 63"/>
                  <a:gd name="T2" fmla="*/ 262 w 91"/>
                  <a:gd name="T3" fmla="*/ 776 h 63"/>
                  <a:gd name="T4" fmla="*/ 728 w 91"/>
                  <a:gd name="T5" fmla="*/ 376 h 63"/>
                  <a:gd name="T6" fmla="*/ 1008 w 91"/>
                  <a:gd name="T7" fmla="*/ 21 h 63"/>
                  <a:gd name="T8" fmla="*/ 1412 w 91"/>
                  <a:gd name="T9" fmla="*/ 456 h 63"/>
                  <a:gd name="T10" fmla="*/ 978 w 91"/>
                  <a:gd name="T11" fmla="*/ 589 h 63"/>
                  <a:gd name="T12" fmla="*/ 746 w 91"/>
                  <a:gd name="T13" fmla="*/ 661 h 63"/>
                  <a:gd name="T14" fmla="*/ 511 w 91"/>
                  <a:gd name="T15" fmla="*/ 760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63">
                    <a:moveTo>
                      <a:pt x="0" y="63"/>
                    </a:moveTo>
                    <a:cubicBezTo>
                      <a:pt x="9" y="57"/>
                      <a:pt x="10" y="47"/>
                      <a:pt x="17" y="41"/>
                    </a:cubicBezTo>
                    <a:cubicBezTo>
                      <a:pt x="26" y="33"/>
                      <a:pt x="38" y="30"/>
                      <a:pt x="47" y="20"/>
                    </a:cubicBezTo>
                    <a:cubicBezTo>
                      <a:pt x="51" y="13"/>
                      <a:pt x="56" y="1"/>
                      <a:pt x="65" y="1"/>
                    </a:cubicBezTo>
                    <a:cubicBezTo>
                      <a:pt x="74" y="0"/>
                      <a:pt x="86" y="17"/>
                      <a:pt x="91" y="24"/>
                    </a:cubicBezTo>
                    <a:cubicBezTo>
                      <a:pt x="81" y="8"/>
                      <a:pt x="48" y="8"/>
                      <a:pt x="63" y="31"/>
                    </a:cubicBezTo>
                    <a:cubicBezTo>
                      <a:pt x="57" y="22"/>
                      <a:pt x="48" y="26"/>
                      <a:pt x="48" y="35"/>
                    </a:cubicBezTo>
                    <a:cubicBezTo>
                      <a:pt x="42" y="31"/>
                      <a:pt x="36" y="35"/>
                      <a:pt x="33" y="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0" name="Freeform 923">
                <a:extLst>
                  <a:ext uri="{FF2B5EF4-FFF2-40B4-BE49-F238E27FC236}">
                    <a16:creationId xmlns:a16="http://schemas.microsoft.com/office/drawing/2014/main" id="{6185ED74-8CA4-419D-9413-C1DF7FC37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1139"/>
                <a:ext cx="148" cy="189"/>
              </a:xfrm>
              <a:custGeom>
                <a:avLst/>
                <a:gdLst>
                  <a:gd name="T0" fmla="*/ 931 w 59"/>
                  <a:gd name="T1" fmla="*/ 261 h 71"/>
                  <a:gd name="T2" fmla="*/ 208 w 59"/>
                  <a:gd name="T3" fmla="*/ 341 h 71"/>
                  <a:gd name="T4" fmla="*/ 188 w 59"/>
                  <a:gd name="T5" fmla="*/ 751 h 71"/>
                  <a:gd name="T6" fmla="*/ 0 w 59"/>
                  <a:gd name="T7" fmla="*/ 1339 h 71"/>
                  <a:gd name="T8" fmla="*/ 346 w 59"/>
                  <a:gd name="T9" fmla="*/ 998 h 71"/>
                  <a:gd name="T10" fmla="*/ 379 w 59"/>
                  <a:gd name="T11" fmla="*/ 602 h 71"/>
                  <a:gd name="T12" fmla="*/ 597 w 59"/>
                  <a:gd name="T13" fmla="*/ 319 h 71"/>
                  <a:gd name="T14" fmla="*/ 710 w 59"/>
                  <a:gd name="T15" fmla="*/ 192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71">
                    <a:moveTo>
                      <a:pt x="59" y="14"/>
                    </a:moveTo>
                    <a:cubicBezTo>
                      <a:pt x="47" y="4"/>
                      <a:pt x="20" y="0"/>
                      <a:pt x="13" y="18"/>
                    </a:cubicBezTo>
                    <a:cubicBezTo>
                      <a:pt x="11" y="25"/>
                      <a:pt x="13" y="33"/>
                      <a:pt x="12" y="40"/>
                    </a:cubicBezTo>
                    <a:cubicBezTo>
                      <a:pt x="10" y="53"/>
                      <a:pt x="6" y="60"/>
                      <a:pt x="0" y="71"/>
                    </a:cubicBezTo>
                    <a:cubicBezTo>
                      <a:pt x="5" y="65"/>
                      <a:pt x="13" y="48"/>
                      <a:pt x="22" y="53"/>
                    </a:cubicBezTo>
                    <a:cubicBezTo>
                      <a:pt x="17" y="48"/>
                      <a:pt x="14" y="33"/>
                      <a:pt x="24" y="32"/>
                    </a:cubicBezTo>
                    <a:cubicBezTo>
                      <a:pt x="10" y="21"/>
                      <a:pt x="28" y="8"/>
                      <a:pt x="38" y="17"/>
                    </a:cubicBezTo>
                    <a:cubicBezTo>
                      <a:pt x="36" y="11"/>
                      <a:pt x="42" y="9"/>
                      <a:pt x="4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1" name="Freeform 924">
                <a:extLst>
                  <a:ext uri="{FF2B5EF4-FFF2-40B4-BE49-F238E27FC236}">
                    <a16:creationId xmlns:a16="http://schemas.microsoft.com/office/drawing/2014/main" id="{7C5E3D2C-822C-4056-8751-6566A2458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1861"/>
                <a:ext cx="235" cy="246"/>
              </a:xfrm>
              <a:custGeom>
                <a:avLst/>
                <a:gdLst>
                  <a:gd name="T0" fmla="*/ 1145 w 94"/>
                  <a:gd name="T1" fmla="*/ 0 h 92"/>
                  <a:gd name="T2" fmla="*/ 0 w 94"/>
                  <a:gd name="T3" fmla="*/ 1738 h 92"/>
                  <a:gd name="T4" fmla="*/ 1145 w 94"/>
                  <a:gd name="T5" fmla="*/ 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73" y="0"/>
                    </a:moveTo>
                    <a:cubicBezTo>
                      <a:pt x="80" y="23"/>
                      <a:pt x="66" y="84"/>
                      <a:pt x="0" y="91"/>
                    </a:cubicBezTo>
                    <a:cubicBezTo>
                      <a:pt x="33" y="92"/>
                      <a:pt x="94" y="71"/>
                      <a:pt x="73" y="0"/>
                    </a:cubicBezTo>
                    <a:close/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2" name="Freeform 925">
                <a:extLst>
                  <a:ext uri="{FF2B5EF4-FFF2-40B4-BE49-F238E27FC236}">
                    <a16:creationId xmlns:a16="http://schemas.microsoft.com/office/drawing/2014/main" id="{0FDDF40D-EFFF-4945-B6E1-47AD3EC46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837"/>
                <a:ext cx="317" cy="387"/>
              </a:xfrm>
              <a:custGeom>
                <a:avLst/>
                <a:gdLst>
                  <a:gd name="T0" fmla="*/ 0 w 127"/>
                  <a:gd name="T1" fmla="*/ 2722 h 145"/>
                  <a:gd name="T2" fmla="*/ 1071 w 127"/>
                  <a:gd name="T3" fmla="*/ 2245 h 145"/>
                  <a:gd name="T4" fmla="*/ 1725 w 127"/>
                  <a:gd name="T5" fmla="*/ 1409 h 145"/>
                  <a:gd name="T6" fmla="*/ 1695 w 127"/>
                  <a:gd name="T7" fmla="*/ 0 h 145"/>
                  <a:gd name="T8" fmla="*/ 1787 w 127"/>
                  <a:gd name="T9" fmla="*/ 1673 h 145"/>
                  <a:gd name="T10" fmla="*/ 904 w 127"/>
                  <a:gd name="T11" fmla="*/ 2506 h 145"/>
                  <a:gd name="T12" fmla="*/ 0 w 127"/>
                  <a:gd name="T13" fmla="*/ 2722 h 1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145">
                    <a:moveTo>
                      <a:pt x="0" y="143"/>
                    </a:moveTo>
                    <a:cubicBezTo>
                      <a:pt x="18" y="140"/>
                      <a:pt x="56" y="128"/>
                      <a:pt x="69" y="118"/>
                    </a:cubicBezTo>
                    <a:cubicBezTo>
                      <a:pt x="82" y="108"/>
                      <a:pt x="105" y="104"/>
                      <a:pt x="111" y="74"/>
                    </a:cubicBezTo>
                    <a:cubicBezTo>
                      <a:pt x="116" y="44"/>
                      <a:pt x="109" y="11"/>
                      <a:pt x="109" y="0"/>
                    </a:cubicBezTo>
                    <a:cubicBezTo>
                      <a:pt x="117" y="19"/>
                      <a:pt x="127" y="54"/>
                      <a:pt x="115" y="88"/>
                    </a:cubicBezTo>
                    <a:cubicBezTo>
                      <a:pt x="103" y="121"/>
                      <a:pt x="72" y="124"/>
                      <a:pt x="58" y="132"/>
                    </a:cubicBezTo>
                    <a:cubicBezTo>
                      <a:pt x="44" y="141"/>
                      <a:pt x="9" y="145"/>
                      <a:pt x="0" y="143"/>
                    </a:cubicBezTo>
                    <a:close/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3" name="Freeform 926">
                <a:extLst>
                  <a:ext uri="{FF2B5EF4-FFF2-40B4-BE49-F238E27FC236}">
                    <a16:creationId xmlns:a16="http://schemas.microsoft.com/office/drawing/2014/main" id="{39012831-92DC-4E83-B666-EC2E4A5C6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0" y="2077"/>
                <a:ext cx="335" cy="230"/>
              </a:xfrm>
              <a:custGeom>
                <a:avLst/>
                <a:gdLst>
                  <a:gd name="T0" fmla="*/ 0 w 134"/>
                  <a:gd name="T1" fmla="*/ 1623 h 86"/>
                  <a:gd name="T2" fmla="*/ 1345 w 134"/>
                  <a:gd name="T3" fmla="*/ 1072 h 86"/>
                  <a:gd name="T4" fmla="*/ 1970 w 134"/>
                  <a:gd name="T5" fmla="*/ 209 h 86"/>
                  <a:gd name="T6" fmla="*/ 1988 w 134"/>
                  <a:gd name="T7" fmla="*/ 193 h 86"/>
                  <a:gd name="T8" fmla="*/ 1470 w 134"/>
                  <a:gd name="T9" fmla="*/ 1166 h 86"/>
                  <a:gd name="T10" fmla="*/ 0 w 134"/>
                  <a:gd name="T11" fmla="*/ 1623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86">
                    <a:moveTo>
                      <a:pt x="0" y="85"/>
                    </a:moveTo>
                    <a:cubicBezTo>
                      <a:pt x="18" y="80"/>
                      <a:pt x="64" y="72"/>
                      <a:pt x="86" y="56"/>
                    </a:cubicBezTo>
                    <a:cubicBezTo>
                      <a:pt x="109" y="40"/>
                      <a:pt x="119" y="14"/>
                      <a:pt x="126" y="11"/>
                    </a:cubicBezTo>
                    <a:cubicBezTo>
                      <a:pt x="134" y="8"/>
                      <a:pt x="133" y="0"/>
                      <a:pt x="127" y="10"/>
                    </a:cubicBezTo>
                    <a:cubicBezTo>
                      <a:pt x="122" y="19"/>
                      <a:pt x="106" y="50"/>
                      <a:pt x="94" y="61"/>
                    </a:cubicBezTo>
                    <a:cubicBezTo>
                      <a:pt x="82" y="71"/>
                      <a:pt x="12" y="86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4" name="Freeform 927">
                <a:extLst>
                  <a:ext uri="{FF2B5EF4-FFF2-40B4-BE49-F238E27FC236}">
                    <a16:creationId xmlns:a16="http://schemas.microsoft.com/office/drawing/2014/main" id="{B74921DB-826D-453E-964C-AA2D6C0EA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5" y="1941"/>
                <a:ext cx="135" cy="35"/>
              </a:xfrm>
              <a:custGeom>
                <a:avLst/>
                <a:gdLst>
                  <a:gd name="T0" fmla="*/ 0 w 54"/>
                  <a:gd name="T1" fmla="*/ 253 h 13"/>
                  <a:gd name="T2" fmla="*/ 845 w 5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3">
                    <a:moveTo>
                      <a:pt x="0" y="13"/>
                    </a:moveTo>
                    <a:cubicBezTo>
                      <a:pt x="14" y="5"/>
                      <a:pt x="41" y="0"/>
                      <a:pt x="5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5" name="Freeform 928">
                <a:extLst>
                  <a:ext uri="{FF2B5EF4-FFF2-40B4-BE49-F238E27FC236}">
                    <a16:creationId xmlns:a16="http://schemas.microsoft.com/office/drawing/2014/main" id="{5D0902D4-3985-46BB-B1E9-5F3CBED26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077"/>
                <a:ext cx="85" cy="240"/>
              </a:xfrm>
              <a:custGeom>
                <a:avLst/>
                <a:gdLst>
                  <a:gd name="T0" fmla="*/ 408 w 34"/>
                  <a:gd name="T1" fmla="*/ 1707 h 90"/>
                  <a:gd name="T2" fmla="*/ 533 w 34"/>
                  <a:gd name="T3" fmla="*/ 0 h 90"/>
                  <a:gd name="T4" fmla="*/ 408 w 34"/>
                  <a:gd name="T5" fmla="*/ 1707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90">
                    <a:moveTo>
                      <a:pt x="26" y="90"/>
                    </a:moveTo>
                    <a:cubicBezTo>
                      <a:pt x="0" y="49"/>
                      <a:pt x="13" y="12"/>
                      <a:pt x="34" y="0"/>
                    </a:cubicBezTo>
                    <a:cubicBezTo>
                      <a:pt x="24" y="10"/>
                      <a:pt x="9" y="55"/>
                      <a:pt x="26" y="90"/>
                    </a:cubicBezTo>
                    <a:close/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6" name="Freeform 929">
                <a:extLst>
                  <a:ext uri="{FF2B5EF4-FFF2-40B4-BE49-F238E27FC236}">
                    <a16:creationId xmlns:a16="http://schemas.microsoft.com/office/drawing/2014/main" id="{4E0AED36-0967-4D37-B20D-5E566D907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187"/>
                <a:ext cx="90" cy="29"/>
              </a:xfrm>
              <a:custGeom>
                <a:avLst/>
                <a:gdLst>
                  <a:gd name="T0" fmla="*/ 0 w 36"/>
                  <a:gd name="T1" fmla="*/ 200 h 11"/>
                  <a:gd name="T2" fmla="*/ 563 w 36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1">
                    <a:moveTo>
                      <a:pt x="0" y="11"/>
                    </a:moveTo>
                    <a:cubicBezTo>
                      <a:pt x="9" y="0"/>
                      <a:pt x="21" y="0"/>
                      <a:pt x="3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7" name="Freeform 930">
                <a:extLst>
                  <a:ext uri="{FF2B5EF4-FFF2-40B4-BE49-F238E27FC236}">
                    <a16:creationId xmlns:a16="http://schemas.microsoft.com/office/drawing/2014/main" id="{21D4CBC1-782C-4C7B-845C-17EA156CC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576"/>
                <a:ext cx="197" cy="59"/>
              </a:xfrm>
              <a:custGeom>
                <a:avLst/>
                <a:gdLst>
                  <a:gd name="T0" fmla="*/ 778 w 79"/>
                  <a:gd name="T1" fmla="*/ 252 h 22"/>
                  <a:gd name="T2" fmla="*/ 1224 w 79"/>
                  <a:gd name="T3" fmla="*/ 21 h 22"/>
                  <a:gd name="T4" fmla="*/ 653 w 79"/>
                  <a:gd name="T5" fmla="*/ 215 h 22"/>
                  <a:gd name="T6" fmla="*/ 0 w 79"/>
                  <a:gd name="T7" fmla="*/ 308 h 22"/>
                  <a:gd name="T8" fmla="*/ 778 w 79"/>
                  <a:gd name="T9" fmla="*/ 25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2">
                    <a:moveTo>
                      <a:pt x="50" y="13"/>
                    </a:moveTo>
                    <a:cubicBezTo>
                      <a:pt x="62" y="6"/>
                      <a:pt x="69" y="1"/>
                      <a:pt x="79" y="1"/>
                    </a:cubicBezTo>
                    <a:cubicBezTo>
                      <a:pt x="69" y="0"/>
                      <a:pt x="55" y="1"/>
                      <a:pt x="42" y="11"/>
                    </a:cubicBezTo>
                    <a:cubicBezTo>
                      <a:pt x="29" y="21"/>
                      <a:pt x="19" y="17"/>
                      <a:pt x="0" y="16"/>
                    </a:cubicBezTo>
                    <a:cubicBezTo>
                      <a:pt x="12" y="17"/>
                      <a:pt x="37" y="22"/>
                      <a:pt x="5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8" name="Freeform 931">
                <a:extLst>
                  <a:ext uri="{FF2B5EF4-FFF2-40B4-BE49-F238E27FC236}">
                    <a16:creationId xmlns:a16="http://schemas.microsoft.com/office/drawing/2014/main" id="{09D5ACFC-D869-49E7-A77A-91F206529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755"/>
                <a:ext cx="107" cy="42"/>
              </a:xfrm>
              <a:custGeom>
                <a:avLst/>
                <a:gdLst>
                  <a:gd name="T0" fmla="*/ 662 w 43"/>
                  <a:gd name="T1" fmla="*/ 21 h 16"/>
                  <a:gd name="T2" fmla="*/ 649 w 43"/>
                  <a:gd name="T3" fmla="*/ 0 h 16"/>
                  <a:gd name="T4" fmla="*/ 0 w 43"/>
                  <a:gd name="T5" fmla="*/ 289 h 16"/>
                  <a:gd name="T6" fmla="*/ 662 w 43"/>
                  <a:gd name="T7" fmla="*/ 2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6">
                    <a:moveTo>
                      <a:pt x="43" y="1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28" y="5"/>
                      <a:pt x="14" y="10"/>
                      <a:pt x="0" y="16"/>
                    </a:cubicBez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D796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9" name="Freeform 932">
                <a:extLst>
                  <a:ext uri="{FF2B5EF4-FFF2-40B4-BE49-F238E27FC236}">
                    <a16:creationId xmlns:a16="http://schemas.microsoft.com/office/drawing/2014/main" id="{F567575F-EC8D-4039-8857-028AA71AB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760"/>
                <a:ext cx="583" cy="272"/>
              </a:xfrm>
              <a:custGeom>
                <a:avLst/>
                <a:gdLst>
                  <a:gd name="T0" fmla="*/ 1804 w 233"/>
                  <a:gd name="T1" fmla="*/ 264 h 102"/>
                  <a:gd name="T2" fmla="*/ 250 w 233"/>
                  <a:gd name="T3" fmla="*/ 1557 h 102"/>
                  <a:gd name="T4" fmla="*/ 0 w 233"/>
                  <a:gd name="T5" fmla="*/ 1933 h 102"/>
                  <a:gd name="T6" fmla="*/ 813 w 233"/>
                  <a:gd name="T7" fmla="*/ 1344 h 102"/>
                  <a:gd name="T8" fmla="*/ 3651 w 233"/>
                  <a:gd name="T9" fmla="*/ 1571 h 102"/>
                  <a:gd name="T10" fmla="*/ 1804 w 233"/>
                  <a:gd name="T11" fmla="*/ 264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3" h="102">
                    <a:moveTo>
                      <a:pt x="115" y="14"/>
                    </a:moveTo>
                    <a:cubicBezTo>
                      <a:pt x="70" y="33"/>
                      <a:pt x="32" y="61"/>
                      <a:pt x="16" y="82"/>
                    </a:cubicBezTo>
                    <a:cubicBezTo>
                      <a:pt x="11" y="89"/>
                      <a:pt x="6" y="95"/>
                      <a:pt x="0" y="102"/>
                    </a:cubicBezTo>
                    <a:cubicBezTo>
                      <a:pt x="13" y="93"/>
                      <a:pt x="30" y="81"/>
                      <a:pt x="52" y="71"/>
                    </a:cubicBezTo>
                    <a:cubicBezTo>
                      <a:pt x="98" y="51"/>
                      <a:pt x="182" y="44"/>
                      <a:pt x="233" y="83"/>
                    </a:cubicBezTo>
                    <a:cubicBezTo>
                      <a:pt x="218" y="45"/>
                      <a:pt x="177" y="0"/>
                      <a:pt x="115" y="14"/>
                    </a:cubicBezTo>
                    <a:close/>
                  </a:path>
                </a:pathLst>
              </a:custGeom>
              <a:solidFill>
                <a:srgbClr val="FE83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0" name="Freeform 933">
                <a:extLst>
                  <a:ext uri="{FF2B5EF4-FFF2-40B4-BE49-F238E27FC236}">
                    <a16:creationId xmlns:a16="http://schemas.microsoft.com/office/drawing/2014/main" id="{C821FF15-E101-4ADE-A87E-5392712E8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981"/>
                <a:ext cx="75" cy="94"/>
              </a:xfrm>
              <a:custGeom>
                <a:avLst/>
                <a:gdLst>
                  <a:gd name="T0" fmla="*/ 345 w 30"/>
                  <a:gd name="T1" fmla="*/ 56 h 35"/>
                  <a:gd name="T2" fmla="*/ 0 w 30"/>
                  <a:gd name="T3" fmla="*/ 368 h 35"/>
                  <a:gd name="T4" fmla="*/ 158 w 30"/>
                  <a:gd name="T5" fmla="*/ 677 h 35"/>
                  <a:gd name="T6" fmla="*/ 333 w 30"/>
                  <a:gd name="T7" fmla="*/ 389 h 35"/>
                  <a:gd name="T8" fmla="*/ 470 w 3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5">
                    <a:moveTo>
                      <a:pt x="22" y="3"/>
                    </a:moveTo>
                    <a:cubicBezTo>
                      <a:pt x="16" y="9"/>
                      <a:pt x="7" y="13"/>
                      <a:pt x="0" y="19"/>
                    </a:cubicBezTo>
                    <a:cubicBezTo>
                      <a:pt x="10" y="18"/>
                      <a:pt x="11" y="30"/>
                      <a:pt x="10" y="35"/>
                    </a:cubicBezTo>
                    <a:cubicBezTo>
                      <a:pt x="12" y="28"/>
                      <a:pt x="18" y="26"/>
                      <a:pt x="21" y="20"/>
                    </a:cubicBezTo>
                    <a:cubicBezTo>
                      <a:pt x="25" y="13"/>
                      <a:pt x="24" y="6"/>
                      <a:pt x="30" y="0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1" name="Freeform 934">
                <a:extLst>
                  <a:ext uri="{FF2B5EF4-FFF2-40B4-BE49-F238E27FC236}">
                    <a16:creationId xmlns:a16="http://schemas.microsoft.com/office/drawing/2014/main" id="{19FB9B3F-6232-43CF-990C-83417F5A2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099"/>
                <a:ext cx="98" cy="144"/>
              </a:xfrm>
              <a:custGeom>
                <a:avLst/>
                <a:gdLst>
                  <a:gd name="T0" fmla="*/ 0 w 39"/>
                  <a:gd name="T1" fmla="*/ 0 h 54"/>
                  <a:gd name="T2" fmla="*/ 379 w 39"/>
                  <a:gd name="T3" fmla="*/ 77 h 54"/>
                  <a:gd name="T4" fmla="*/ 618 w 39"/>
                  <a:gd name="T5" fmla="*/ 320 h 54"/>
                  <a:gd name="T6" fmla="*/ 284 w 39"/>
                  <a:gd name="T7" fmla="*/ 512 h 54"/>
                  <a:gd name="T8" fmla="*/ 0 w 39"/>
                  <a:gd name="T9" fmla="*/ 1024 h 54"/>
                  <a:gd name="T10" fmla="*/ 83 w 39"/>
                  <a:gd name="T11" fmla="*/ 7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54">
                    <a:moveTo>
                      <a:pt x="0" y="0"/>
                    </a:moveTo>
                    <a:cubicBezTo>
                      <a:pt x="8" y="2"/>
                      <a:pt x="16" y="0"/>
                      <a:pt x="24" y="4"/>
                    </a:cubicBezTo>
                    <a:cubicBezTo>
                      <a:pt x="29" y="7"/>
                      <a:pt x="34" y="13"/>
                      <a:pt x="39" y="17"/>
                    </a:cubicBezTo>
                    <a:cubicBezTo>
                      <a:pt x="31" y="13"/>
                      <a:pt x="22" y="21"/>
                      <a:pt x="18" y="27"/>
                    </a:cubicBezTo>
                    <a:cubicBezTo>
                      <a:pt x="12" y="37"/>
                      <a:pt x="10" y="45"/>
                      <a:pt x="0" y="54"/>
                    </a:cubicBezTo>
                    <a:cubicBezTo>
                      <a:pt x="13" y="36"/>
                      <a:pt x="13" y="22"/>
                      <a:pt x="5" y="4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2" name="Freeform 935">
                <a:extLst>
                  <a:ext uri="{FF2B5EF4-FFF2-40B4-BE49-F238E27FC236}">
                    <a16:creationId xmlns:a16="http://schemas.microsoft.com/office/drawing/2014/main" id="{453A4C0D-3283-485E-9B06-F94BA2D09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128"/>
                <a:ext cx="445" cy="155"/>
              </a:xfrm>
              <a:custGeom>
                <a:avLst/>
                <a:gdLst>
                  <a:gd name="T0" fmla="*/ 520 w 178"/>
                  <a:gd name="T1" fmla="*/ 0 h 58"/>
                  <a:gd name="T2" fmla="*/ 1645 w 178"/>
                  <a:gd name="T3" fmla="*/ 342 h 58"/>
                  <a:gd name="T4" fmla="*/ 2220 w 178"/>
                  <a:gd name="T5" fmla="*/ 342 h 58"/>
                  <a:gd name="T6" fmla="*/ 2783 w 178"/>
                  <a:gd name="T7" fmla="*/ 94 h 58"/>
                  <a:gd name="T8" fmla="*/ 2708 w 178"/>
                  <a:gd name="T9" fmla="*/ 572 h 58"/>
                  <a:gd name="T10" fmla="*/ 2470 w 178"/>
                  <a:gd name="T11" fmla="*/ 991 h 58"/>
                  <a:gd name="T12" fmla="*/ 1375 w 178"/>
                  <a:gd name="T13" fmla="*/ 457 h 58"/>
                  <a:gd name="T14" fmla="*/ 583 w 178"/>
                  <a:gd name="T15" fmla="*/ 534 h 58"/>
                  <a:gd name="T16" fmla="*/ 0 w 178"/>
                  <a:gd name="T17" fmla="*/ 1106 h 58"/>
                  <a:gd name="T18" fmla="*/ 250 w 178"/>
                  <a:gd name="T19" fmla="*/ 56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8" h="58">
                    <a:moveTo>
                      <a:pt x="33" y="0"/>
                    </a:moveTo>
                    <a:cubicBezTo>
                      <a:pt x="56" y="9"/>
                      <a:pt x="80" y="17"/>
                      <a:pt x="105" y="18"/>
                    </a:cubicBezTo>
                    <a:cubicBezTo>
                      <a:pt x="118" y="19"/>
                      <a:pt x="130" y="20"/>
                      <a:pt x="142" y="18"/>
                    </a:cubicBezTo>
                    <a:cubicBezTo>
                      <a:pt x="155" y="15"/>
                      <a:pt x="165" y="8"/>
                      <a:pt x="178" y="5"/>
                    </a:cubicBezTo>
                    <a:cubicBezTo>
                      <a:pt x="171" y="8"/>
                      <a:pt x="171" y="24"/>
                      <a:pt x="173" y="30"/>
                    </a:cubicBezTo>
                    <a:cubicBezTo>
                      <a:pt x="163" y="29"/>
                      <a:pt x="161" y="45"/>
                      <a:pt x="158" y="52"/>
                    </a:cubicBezTo>
                    <a:cubicBezTo>
                      <a:pt x="139" y="30"/>
                      <a:pt x="115" y="28"/>
                      <a:pt x="88" y="24"/>
                    </a:cubicBezTo>
                    <a:cubicBezTo>
                      <a:pt x="69" y="21"/>
                      <a:pt x="54" y="21"/>
                      <a:pt x="37" y="28"/>
                    </a:cubicBezTo>
                    <a:cubicBezTo>
                      <a:pt x="23" y="33"/>
                      <a:pt x="6" y="44"/>
                      <a:pt x="0" y="58"/>
                    </a:cubicBezTo>
                    <a:cubicBezTo>
                      <a:pt x="3" y="40"/>
                      <a:pt x="16" y="21"/>
                      <a:pt x="16" y="3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3" name="Freeform 936">
                <a:extLst>
                  <a:ext uri="{FF2B5EF4-FFF2-40B4-BE49-F238E27FC236}">
                    <a16:creationId xmlns:a16="http://schemas.microsoft.com/office/drawing/2014/main" id="{0821CAAF-495F-4F00-8CD4-CED288457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920"/>
                <a:ext cx="315" cy="51"/>
              </a:xfrm>
              <a:custGeom>
                <a:avLst/>
                <a:gdLst>
                  <a:gd name="T0" fmla="*/ 0 w 126"/>
                  <a:gd name="T1" fmla="*/ 346 h 19"/>
                  <a:gd name="T2" fmla="*/ 1970 w 126"/>
                  <a:gd name="T3" fmla="*/ 368 h 19"/>
                  <a:gd name="T4" fmla="*/ 0 w 126"/>
                  <a:gd name="T5" fmla="*/ 34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9">
                    <a:moveTo>
                      <a:pt x="0" y="18"/>
                    </a:moveTo>
                    <a:cubicBezTo>
                      <a:pt x="37" y="0"/>
                      <a:pt x="84" y="5"/>
                      <a:pt x="126" y="19"/>
                    </a:cubicBezTo>
                    <a:cubicBezTo>
                      <a:pt x="108" y="14"/>
                      <a:pt x="28" y="8"/>
                      <a:pt x="0" y="18"/>
                    </a:cubicBezTo>
                    <a:close/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4" name="Freeform 937">
                <a:extLst>
                  <a:ext uri="{FF2B5EF4-FFF2-40B4-BE49-F238E27FC236}">
                    <a16:creationId xmlns:a16="http://schemas.microsoft.com/office/drawing/2014/main" id="{6BBC41B0-4E80-4BC0-ADE7-778C3F295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1568"/>
                <a:ext cx="1085" cy="437"/>
              </a:xfrm>
              <a:custGeom>
                <a:avLst/>
                <a:gdLst>
                  <a:gd name="T0" fmla="*/ 0 w 434"/>
                  <a:gd name="T1" fmla="*/ 3102 h 164"/>
                  <a:gd name="T2" fmla="*/ 3175 w 434"/>
                  <a:gd name="T3" fmla="*/ 490 h 164"/>
                  <a:gd name="T4" fmla="*/ 6783 w 434"/>
                  <a:gd name="T5" fmla="*/ 794 h 164"/>
                  <a:gd name="T6" fmla="*/ 2470 w 434"/>
                  <a:gd name="T7" fmla="*/ 943 h 164"/>
                  <a:gd name="T8" fmla="*/ 0 w 434"/>
                  <a:gd name="T9" fmla="*/ 3102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4" h="164">
                    <a:moveTo>
                      <a:pt x="0" y="164"/>
                    </a:moveTo>
                    <a:cubicBezTo>
                      <a:pt x="4" y="141"/>
                      <a:pt x="49" y="57"/>
                      <a:pt x="203" y="26"/>
                    </a:cubicBezTo>
                    <a:cubicBezTo>
                      <a:pt x="280" y="10"/>
                      <a:pt x="369" y="0"/>
                      <a:pt x="434" y="42"/>
                    </a:cubicBezTo>
                    <a:cubicBezTo>
                      <a:pt x="389" y="14"/>
                      <a:pt x="259" y="7"/>
                      <a:pt x="158" y="50"/>
                    </a:cubicBezTo>
                    <a:cubicBezTo>
                      <a:pt x="58" y="93"/>
                      <a:pt x="21" y="121"/>
                      <a:pt x="0" y="1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5" name="Freeform 938">
                <a:extLst>
                  <a:ext uri="{FF2B5EF4-FFF2-40B4-BE49-F238E27FC236}">
                    <a16:creationId xmlns:a16="http://schemas.microsoft.com/office/drawing/2014/main" id="{F1F0EC6E-162D-4FAA-B797-BF26B69B2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1859"/>
                <a:ext cx="175" cy="176"/>
              </a:xfrm>
              <a:custGeom>
                <a:avLst/>
                <a:gdLst>
                  <a:gd name="T0" fmla="*/ 708 w 70"/>
                  <a:gd name="T1" fmla="*/ 0 h 66"/>
                  <a:gd name="T2" fmla="*/ 0 w 70"/>
                  <a:gd name="T3" fmla="*/ 1251 h 66"/>
                  <a:gd name="T4" fmla="*/ 708 w 70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6">
                    <a:moveTo>
                      <a:pt x="45" y="0"/>
                    </a:moveTo>
                    <a:cubicBezTo>
                      <a:pt x="54" y="11"/>
                      <a:pt x="50" y="57"/>
                      <a:pt x="0" y="66"/>
                    </a:cubicBezTo>
                    <a:cubicBezTo>
                      <a:pt x="30" y="64"/>
                      <a:pt x="70" y="40"/>
                      <a:pt x="45" y="0"/>
                    </a:cubicBezTo>
                    <a:close/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6" name="Freeform 939">
                <a:extLst>
                  <a:ext uri="{FF2B5EF4-FFF2-40B4-BE49-F238E27FC236}">
                    <a16:creationId xmlns:a16="http://schemas.microsoft.com/office/drawing/2014/main" id="{3F25B862-1CBA-49B7-9127-379370258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224"/>
                <a:ext cx="248" cy="643"/>
              </a:xfrm>
              <a:custGeom>
                <a:avLst/>
                <a:gdLst>
                  <a:gd name="T0" fmla="*/ 1556 w 99"/>
                  <a:gd name="T1" fmla="*/ 35 h 241"/>
                  <a:gd name="T2" fmla="*/ 283 w 99"/>
                  <a:gd name="T3" fmla="*/ 1161 h 241"/>
                  <a:gd name="T4" fmla="*/ 113 w 99"/>
                  <a:gd name="T5" fmla="*/ 4578 h 241"/>
                  <a:gd name="T6" fmla="*/ 363 w 99"/>
                  <a:gd name="T7" fmla="*/ 1161 h 241"/>
                  <a:gd name="T8" fmla="*/ 1556 w 99"/>
                  <a:gd name="T9" fmla="*/ 35 h 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241">
                    <a:moveTo>
                      <a:pt x="99" y="2"/>
                    </a:moveTo>
                    <a:cubicBezTo>
                      <a:pt x="79" y="1"/>
                      <a:pt x="32" y="4"/>
                      <a:pt x="18" y="61"/>
                    </a:cubicBezTo>
                    <a:cubicBezTo>
                      <a:pt x="3" y="117"/>
                      <a:pt x="0" y="177"/>
                      <a:pt x="7" y="241"/>
                    </a:cubicBezTo>
                    <a:cubicBezTo>
                      <a:pt x="9" y="203"/>
                      <a:pt x="9" y="110"/>
                      <a:pt x="23" y="61"/>
                    </a:cubicBezTo>
                    <a:cubicBezTo>
                      <a:pt x="38" y="10"/>
                      <a:pt x="70" y="0"/>
                      <a:pt x="99" y="2"/>
                    </a:cubicBezTo>
                    <a:close/>
                  </a:path>
                </a:pathLst>
              </a:custGeom>
              <a:solidFill>
                <a:srgbClr val="FDC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7" name="Freeform 940">
                <a:extLst>
                  <a:ext uri="{FF2B5EF4-FFF2-40B4-BE49-F238E27FC236}">
                    <a16:creationId xmlns:a16="http://schemas.microsoft.com/office/drawing/2014/main" id="{697D5317-A22D-4D7D-9927-D9C831BBF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3133"/>
                <a:ext cx="7" cy="230"/>
              </a:xfrm>
              <a:custGeom>
                <a:avLst/>
                <a:gdLst>
                  <a:gd name="T0" fmla="*/ 0 w 3"/>
                  <a:gd name="T1" fmla="*/ 0 h 86"/>
                  <a:gd name="T2" fmla="*/ 0 w 3"/>
                  <a:gd name="T3" fmla="*/ 1645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6">
                    <a:moveTo>
                      <a:pt x="0" y="0"/>
                    </a:moveTo>
                    <a:cubicBezTo>
                      <a:pt x="3" y="20"/>
                      <a:pt x="3" y="63"/>
                      <a:pt x="0" y="8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8" name="Freeform 941">
                <a:extLst>
                  <a:ext uri="{FF2B5EF4-FFF2-40B4-BE49-F238E27FC236}">
                    <a16:creationId xmlns:a16="http://schemas.microsoft.com/office/drawing/2014/main" id="{A84F2A47-DE57-4729-93A6-C3192B519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467"/>
                <a:ext cx="30" cy="69"/>
              </a:xfrm>
              <a:custGeom>
                <a:avLst/>
                <a:gdLst>
                  <a:gd name="T0" fmla="*/ 175 w 12"/>
                  <a:gd name="T1" fmla="*/ 0 h 26"/>
                  <a:gd name="T2" fmla="*/ 188 w 12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6">
                    <a:moveTo>
                      <a:pt x="11" y="0"/>
                    </a:moveTo>
                    <a:cubicBezTo>
                      <a:pt x="8" y="9"/>
                      <a:pt x="0" y="19"/>
                      <a:pt x="12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9" name="Freeform 942">
                <a:extLst>
                  <a:ext uri="{FF2B5EF4-FFF2-40B4-BE49-F238E27FC236}">
                    <a16:creationId xmlns:a16="http://schemas.microsoft.com/office/drawing/2014/main" id="{D1334FBE-AE61-468F-BEAA-A022259DA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933"/>
                <a:ext cx="170" cy="19"/>
              </a:xfrm>
              <a:custGeom>
                <a:avLst/>
                <a:gdLst>
                  <a:gd name="T0" fmla="*/ 0 w 68"/>
                  <a:gd name="T1" fmla="*/ 81 h 7"/>
                  <a:gd name="T2" fmla="*/ 1063 w 68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7">
                    <a:moveTo>
                      <a:pt x="0" y="4"/>
                    </a:moveTo>
                    <a:cubicBezTo>
                      <a:pt x="15" y="0"/>
                      <a:pt x="48" y="1"/>
                      <a:pt x="6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0" name="Freeform 943">
                <a:extLst>
                  <a:ext uri="{FF2B5EF4-FFF2-40B4-BE49-F238E27FC236}">
                    <a16:creationId xmlns:a16="http://schemas.microsoft.com/office/drawing/2014/main" id="{F475A551-D5EE-41E7-B493-153F42024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075"/>
                <a:ext cx="295" cy="136"/>
              </a:xfrm>
              <a:custGeom>
                <a:avLst/>
                <a:gdLst>
                  <a:gd name="T0" fmla="*/ 1845 w 118"/>
                  <a:gd name="T1" fmla="*/ 0 h 51"/>
                  <a:gd name="T2" fmla="*/ 0 w 118"/>
                  <a:gd name="T3" fmla="*/ 627 h 51"/>
                  <a:gd name="T4" fmla="*/ 1845 w 118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51">
                    <a:moveTo>
                      <a:pt x="118" y="0"/>
                    </a:moveTo>
                    <a:cubicBezTo>
                      <a:pt x="100" y="51"/>
                      <a:pt x="21" y="37"/>
                      <a:pt x="0" y="33"/>
                    </a:cubicBezTo>
                    <a:cubicBezTo>
                      <a:pt x="22" y="33"/>
                      <a:pt x="81" y="38"/>
                      <a:pt x="118" y="0"/>
                    </a:cubicBezTo>
                    <a:close/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1" name="Freeform 944">
                <a:extLst>
                  <a:ext uri="{FF2B5EF4-FFF2-40B4-BE49-F238E27FC236}">
                    <a16:creationId xmlns:a16="http://schemas.microsoft.com/office/drawing/2014/main" id="{5FFD09B4-9BBE-4EE2-80F8-FB83AEAEC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744"/>
                <a:ext cx="197" cy="235"/>
              </a:xfrm>
              <a:custGeom>
                <a:avLst/>
                <a:gdLst>
                  <a:gd name="T0" fmla="*/ 137 w 79"/>
                  <a:gd name="T1" fmla="*/ 0 h 88"/>
                  <a:gd name="T2" fmla="*/ 0 w 79"/>
                  <a:gd name="T3" fmla="*/ 77 h 88"/>
                  <a:gd name="T4" fmla="*/ 1150 w 79"/>
                  <a:gd name="T5" fmla="*/ 1677 h 88"/>
                  <a:gd name="T6" fmla="*/ 137 w 79"/>
                  <a:gd name="T7" fmla="*/ 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88">
                    <a:moveTo>
                      <a:pt x="9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8" y="12"/>
                      <a:pt x="73" y="43"/>
                      <a:pt x="74" y="88"/>
                    </a:cubicBezTo>
                    <a:cubicBezTo>
                      <a:pt x="79" y="36"/>
                      <a:pt x="23" y="4"/>
                      <a:pt x="9" y="0"/>
                    </a:cubicBezTo>
                    <a:close/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2" name="Freeform 945">
                <a:extLst>
                  <a:ext uri="{FF2B5EF4-FFF2-40B4-BE49-F238E27FC236}">
                    <a16:creationId xmlns:a16="http://schemas.microsoft.com/office/drawing/2014/main" id="{1F71358F-F696-42D9-99C6-F819B754C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2493"/>
                <a:ext cx="15" cy="54"/>
              </a:xfrm>
              <a:custGeom>
                <a:avLst/>
                <a:gdLst>
                  <a:gd name="T0" fmla="*/ 50 w 6"/>
                  <a:gd name="T1" fmla="*/ 0 h 20"/>
                  <a:gd name="T2" fmla="*/ 0 w 6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3" y="0"/>
                    </a:moveTo>
                    <a:cubicBezTo>
                      <a:pt x="5" y="6"/>
                      <a:pt x="6" y="15"/>
                      <a:pt x="0" y="20"/>
                    </a:cubicBezTo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3" name="Freeform 946">
                <a:extLst>
                  <a:ext uri="{FF2B5EF4-FFF2-40B4-BE49-F238E27FC236}">
                    <a16:creationId xmlns:a16="http://schemas.microsoft.com/office/drawing/2014/main" id="{A33E8D0F-E424-4E6A-899E-8235F9F5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461"/>
                <a:ext cx="43" cy="56"/>
              </a:xfrm>
              <a:custGeom>
                <a:avLst/>
                <a:gdLst>
                  <a:gd name="T0" fmla="*/ 129 w 17"/>
                  <a:gd name="T1" fmla="*/ 93 h 21"/>
                  <a:gd name="T2" fmla="*/ 147 w 17"/>
                  <a:gd name="T3" fmla="*/ 397 h 21"/>
                  <a:gd name="T4" fmla="*/ 116 w 17"/>
                  <a:gd name="T5" fmla="*/ 136 h 21"/>
                  <a:gd name="T6" fmla="*/ 0 w 17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8" y="5"/>
                    </a:moveTo>
                    <a:cubicBezTo>
                      <a:pt x="15" y="7"/>
                      <a:pt x="17" y="18"/>
                      <a:pt x="9" y="21"/>
                    </a:cubicBezTo>
                    <a:cubicBezTo>
                      <a:pt x="10" y="15"/>
                      <a:pt x="11" y="11"/>
                      <a:pt x="7" y="7"/>
                    </a:cubicBez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4" name="Freeform 947">
                <a:extLst>
                  <a:ext uri="{FF2B5EF4-FFF2-40B4-BE49-F238E27FC236}">
                    <a16:creationId xmlns:a16="http://schemas.microsoft.com/office/drawing/2014/main" id="{C72256D8-DD1A-4F9E-855C-900FD473D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336"/>
                <a:ext cx="82" cy="69"/>
              </a:xfrm>
              <a:custGeom>
                <a:avLst/>
                <a:gdLst>
                  <a:gd name="T0" fmla="*/ 0 w 33"/>
                  <a:gd name="T1" fmla="*/ 204 h 26"/>
                  <a:gd name="T2" fmla="*/ 353 w 33"/>
                  <a:gd name="T3" fmla="*/ 395 h 26"/>
                  <a:gd name="T4" fmla="*/ 258 w 33"/>
                  <a:gd name="T5" fmla="*/ 0 h 26"/>
                  <a:gd name="T6" fmla="*/ 246 w 33"/>
                  <a:gd name="T7" fmla="*/ 260 h 26"/>
                  <a:gd name="T8" fmla="*/ 30 w 33"/>
                  <a:gd name="T9" fmla="*/ 19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6">
                    <a:moveTo>
                      <a:pt x="0" y="11"/>
                    </a:moveTo>
                    <a:cubicBezTo>
                      <a:pt x="5" y="17"/>
                      <a:pt x="14" y="26"/>
                      <a:pt x="23" y="21"/>
                    </a:cubicBezTo>
                    <a:cubicBezTo>
                      <a:pt x="33" y="15"/>
                      <a:pt x="20" y="6"/>
                      <a:pt x="17" y="0"/>
                    </a:cubicBezTo>
                    <a:cubicBezTo>
                      <a:pt x="18" y="5"/>
                      <a:pt x="23" y="11"/>
                      <a:pt x="16" y="14"/>
                    </a:cubicBezTo>
                    <a:cubicBezTo>
                      <a:pt x="13" y="15"/>
                      <a:pt x="4" y="13"/>
                      <a:pt x="2" y="10"/>
                    </a:cubicBezTo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5" name="Freeform 948">
                <a:extLst>
                  <a:ext uri="{FF2B5EF4-FFF2-40B4-BE49-F238E27FC236}">
                    <a16:creationId xmlns:a16="http://schemas.microsoft.com/office/drawing/2014/main" id="{740DD2FC-C1F0-431F-9530-C7CEDDAB5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1821"/>
                <a:ext cx="187" cy="264"/>
              </a:xfrm>
              <a:custGeom>
                <a:avLst/>
                <a:gdLst>
                  <a:gd name="T0" fmla="*/ 0 w 75"/>
                  <a:gd name="T1" fmla="*/ 1877 h 99"/>
                  <a:gd name="T2" fmla="*/ 1120 w 75"/>
                  <a:gd name="T3" fmla="*/ 627 h 99"/>
                  <a:gd name="T4" fmla="*/ 1025 w 75"/>
                  <a:gd name="T5" fmla="*/ 0 h 99"/>
                  <a:gd name="T6" fmla="*/ 0 w 75"/>
                  <a:gd name="T7" fmla="*/ 1877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99">
                    <a:moveTo>
                      <a:pt x="0" y="99"/>
                    </a:moveTo>
                    <a:cubicBezTo>
                      <a:pt x="51" y="87"/>
                      <a:pt x="69" y="58"/>
                      <a:pt x="72" y="33"/>
                    </a:cubicBezTo>
                    <a:cubicBezTo>
                      <a:pt x="74" y="19"/>
                      <a:pt x="69" y="5"/>
                      <a:pt x="66" y="0"/>
                    </a:cubicBezTo>
                    <a:cubicBezTo>
                      <a:pt x="70" y="16"/>
                      <a:pt x="75" y="71"/>
                      <a:pt x="0" y="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6" name="Freeform 949">
                <a:extLst>
                  <a:ext uri="{FF2B5EF4-FFF2-40B4-BE49-F238E27FC236}">
                    <a16:creationId xmlns:a16="http://schemas.microsoft.com/office/drawing/2014/main" id="{2416BCB7-33F8-4151-816D-250DB73CA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765"/>
                <a:ext cx="495" cy="368"/>
              </a:xfrm>
              <a:custGeom>
                <a:avLst/>
                <a:gdLst>
                  <a:gd name="T0" fmla="*/ 0 w 198"/>
                  <a:gd name="T1" fmla="*/ 2525 h 138"/>
                  <a:gd name="T2" fmla="*/ 1095 w 198"/>
                  <a:gd name="T3" fmla="*/ 1651 h 138"/>
                  <a:gd name="T4" fmla="*/ 3095 w 198"/>
                  <a:gd name="T5" fmla="*/ 0 h 138"/>
                  <a:gd name="T6" fmla="*/ 1208 w 198"/>
                  <a:gd name="T7" fmla="*/ 1288 h 138"/>
                  <a:gd name="T8" fmla="*/ 0 w 198"/>
                  <a:gd name="T9" fmla="*/ 2525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138">
                    <a:moveTo>
                      <a:pt x="0" y="133"/>
                    </a:moveTo>
                    <a:cubicBezTo>
                      <a:pt x="11" y="138"/>
                      <a:pt x="37" y="129"/>
                      <a:pt x="70" y="87"/>
                    </a:cubicBezTo>
                    <a:cubicBezTo>
                      <a:pt x="103" y="45"/>
                      <a:pt x="153" y="18"/>
                      <a:pt x="198" y="0"/>
                    </a:cubicBezTo>
                    <a:cubicBezTo>
                      <a:pt x="182" y="5"/>
                      <a:pt x="127" y="20"/>
                      <a:pt x="77" y="68"/>
                    </a:cubicBezTo>
                    <a:cubicBezTo>
                      <a:pt x="28" y="116"/>
                      <a:pt x="17" y="137"/>
                      <a:pt x="0" y="133"/>
                    </a:cubicBezTo>
                    <a:close/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7" name="Freeform 950">
                <a:extLst>
                  <a:ext uri="{FF2B5EF4-FFF2-40B4-BE49-F238E27FC236}">
                    <a16:creationId xmlns:a16="http://schemas.microsoft.com/office/drawing/2014/main" id="{18B49CB6-1009-4CD1-A03E-5E8384431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483"/>
                <a:ext cx="155" cy="394"/>
              </a:xfrm>
              <a:custGeom>
                <a:avLst/>
                <a:gdLst>
                  <a:gd name="T0" fmla="*/ 520 w 62"/>
                  <a:gd name="T1" fmla="*/ 0 h 148"/>
                  <a:gd name="T2" fmla="*/ 675 w 62"/>
                  <a:gd name="T3" fmla="*/ 1906 h 148"/>
                  <a:gd name="T4" fmla="*/ 0 w 62"/>
                  <a:gd name="T5" fmla="*/ 2793 h 148"/>
                  <a:gd name="T6" fmla="*/ 613 w 62"/>
                  <a:gd name="T7" fmla="*/ 1680 h 148"/>
                  <a:gd name="T8" fmla="*/ 520 w 62"/>
                  <a:gd name="T9" fmla="*/ 0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48">
                    <a:moveTo>
                      <a:pt x="33" y="0"/>
                    </a:moveTo>
                    <a:cubicBezTo>
                      <a:pt x="47" y="12"/>
                      <a:pt x="62" y="38"/>
                      <a:pt x="43" y="101"/>
                    </a:cubicBezTo>
                    <a:cubicBezTo>
                      <a:pt x="36" y="126"/>
                      <a:pt x="18" y="148"/>
                      <a:pt x="0" y="148"/>
                    </a:cubicBezTo>
                    <a:cubicBezTo>
                      <a:pt x="14" y="142"/>
                      <a:pt x="30" y="118"/>
                      <a:pt x="39" y="89"/>
                    </a:cubicBezTo>
                    <a:cubicBezTo>
                      <a:pt x="48" y="60"/>
                      <a:pt x="46" y="9"/>
                      <a:pt x="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8" name="Freeform 951">
                <a:extLst>
                  <a:ext uri="{FF2B5EF4-FFF2-40B4-BE49-F238E27FC236}">
                    <a16:creationId xmlns:a16="http://schemas.microsoft.com/office/drawing/2014/main" id="{030CDABA-6ACA-4CEF-A7BA-0A483B5F4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915"/>
                <a:ext cx="90" cy="474"/>
              </a:xfrm>
              <a:custGeom>
                <a:avLst/>
                <a:gdLst>
                  <a:gd name="T0" fmla="*/ 283 w 36"/>
                  <a:gd name="T1" fmla="*/ 1305 h 178"/>
                  <a:gd name="T2" fmla="*/ 0 w 36"/>
                  <a:gd name="T3" fmla="*/ 3361 h 178"/>
                  <a:gd name="T4" fmla="*/ 395 w 36"/>
                  <a:gd name="T5" fmla="*/ 1113 h 178"/>
                  <a:gd name="T6" fmla="*/ 488 w 36"/>
                  <a:gd name="T7" fmla="*/ 0 h 178"/>
                  <a:gd name="T8" fmla="*/ 283 w 36"/>
                  <a:gd name="T9" fmla="*/ 1305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78">
                    <a:moveTo>
                      <a:pt x="18" y="69"/>
                    </a:moveTo>
                    <a:cubicBezTo>
                      <a:pt x="7" y="104"/>
                      <a:pt x="0" y="178"/>
                      <a:pt x="0" y="178"/>
                    </a:cubicBezTo>
                    <a:cubicBezTo>
                      <a:pt x="2" y="138"/>
                      <a:pt x="15" y="94"/>
                      <a:pt x="25" y="59"/>
                    </a:cubicBezTo>
                    <a:cubicBezTo>
                      <a:pt x="36" y="25"/>
                      <a:pt x="34" y="13"/>
                      <a:pt x="31" y="0"/>
                    </a:cubicBezTo>
                    <a:cubicBezTo>
                      <a:pt x="31" y="8"/>
                      <a:pt x="27" y="40"/>
                      <a:pt x="18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9" name="Freeform 952">
                <a:extLst>
                  <a:ext uri="{FF2B5EF4-FFF2-40B4-BE49-F238E27FC236}">
                    <a16:creationId xmlns:a16="http://schemas.microsoft.com/office/drawing/2014/main" id="{565ED91C-52C8-4D67-8928-60968D42D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944"/>
                <a:ext cx="97" cy="248"/>
              </a:xfrm>
              <a:custGeom>
                <a:avLst/>
                <a:gdLst>
                  <a:gd name="T0" fmla="*/ 187 w 39"/>
                  <a:gd name="T1" fmla="*/ 93 h 93"/>
                  <a:gd name="T2" fmla="*/ 403 w 39"/>
                  <a:gd name="T3" fmla="*/ 909 h 93"/>
                  <a:gd name="T4" fmla="*/ 341 w 39"/>
                  <a:gd name="T5" fmla="*/ 1459 h 93"/>
                  <a:gd name="T6" fmla="*/ 0 w 39"/>
                  <a:gd name="T7" fmla="*/ 1763 h 93"/>
                  <a:gd name="T8" fmla="*/ 124 w 39"/>
                  <a:gd name="T9" fmla="*/ 1080 h 93"/>
                  <a:gd name="T10" fmla="*/ 279 w 39"/>
                  <a:gd name="T11" fmla="*/ 17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93">
                    <a:moveTo>
                      <a:pt x="12" y="5"/>
                    </a:moveTo>
                    <a:cubicBezTo>
                      <a:pt x="39" y="0"/>
                      <a:pt x="27" y="33"/>
                      <a:pt x="26" y="48"/>
                    </a:cubicBezTo>
                    <a:cubicBezTo>
                      <a:pt x="25" y="58"/>
                      <a:pt x="25" y="68"/>
                      <a:pt x="22" y="77"/>
                    </a:cubicBezTo>
                    <a:cubicBezTo>
                      <a:pt x="19" y="92"/>
                      <a:pt x="12" y="87"/>
                      <a:pt x="0" y="93"/>
                    </a:cubicBezTo>
                    <a:cubicBezTo>
                      <a:pt x="5" y="88"/>
                      <a:pt x="31" y="58"/>
                      <a:pt x="8" y="57"/>
                    </a:cubicBezTo>
                    <a:cubicBezTo>
                      <a:pt x="21" y="46"/>
                      <a:pt x="29" y="24"/>
                      <a:pt x="1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0" name="Freeform 953">
                <a:extLst>
                  <a:ext uri="{FF2B5EF4-FFF2-40B4-BE49-F238E27FC236}">
                    <a16:creationId xmlns:a16="http://schemas.microsoft.com/office/drawing/2014/main" id="{23C7417C-28A8-40C4-8A7D-013B2BCAF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1429"/>
                <a:ext cx="202" cy="224"/>
              </a:xfrm>
              <a:custGeom>
                <a:avLst/>
                <a:gdLst>
                  <a:gd name="T0" fmla="*/ 0 w 81"/>
                  <a:gd name="T1" fmla="*/ 307 h 84"/>
                  <a:gd name="T2" fmla="*/ 404 w 81"/>
                  <a:gd name="T3" fmla="*/ 931 h 84"/>
                  <a:gd name="T4" fmla="*/ 883 w 81"/>
                  <a:gd name="T5" fmla="*/ 1592 h 84"/>
                  <a:gd name="T6" fmla="*/ 965 w 81"/>
                  <a:gd name="T7" fmla="*/ 819 h 84"/>
                  <a:gd name="T8" fmla="*/ 1257 w 81"/>
                  <a:gd name="T9" fmla="*/ 264 h 84"/>
                  <a:gd name="T10" fmla="*/ 1212 w 81"/>
                  <a:gd name="T11" fmla="*/ 264 h 84"/>
                  <a:gd name="T12" fmla="*/ 820 w 81"/>
                  <a:gd name="T13" fmla="*/ 0 h 84"/>
                  <a:gd name="T14" fmla="*/ 853 w 81"/>
                  <a:gd name="T15" fmla="*/ 491 h 84"/>
                  <a:gd name="T16" fmla="*/ 541 w 81"/>
                  <a:gd name="T17" fmla="*/ 627 h 84"/>
                  <a:gd name="T18" fmla="*/ 354 w 81"/>
                  <a:gd name="T19" fmla="*/ 397 h 84"/>
                  <a:gd name="T20" fmla="*/ 30 w 81"/>
                  <a:gd name="T21" fmla="*/ 307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84">
                    <a:moveTo>
                      <a:pt x="0" y="16"/>
                    </a:moveTo>
                    <a:cubicBezTo>
                      <a:pt x="14" y="28"/>
                      <a:pt x="19" y="32"/>
                      <a:pt x="26" y="49"/>
                    </a:cubicBezTo>
                    <a:cubicBezTo>
                      <a:pt x="32" y="62"/>
                      <a:pt x="40" y="84"/>
                      <a:pt x="57" y="84"/>
                    </a:cubicBezTo>
                    <a:cubicBezTo>
                      <a:pt x="56" y="70"/>
                      <a:pt x="54" y="57"/>
                      <a:pt x="62" y="43"/>
                    </a:cubicBezTo>
                    <a:cubicBezTo>
                      <a:pt x="67" y="33"/>
                      <a:pt x="81" y="28"/>
                      <a:pt x="81" y="14"/>
                    </a:cubicBezTo>
                    <a:cubicBezTo>
                      <a:pt x="80" y="14"/>
                      <a:pt x="79" y="14"/>
                      <a:pt x="78" y="14"/>
                    </a:cubicBezTo>
                    <a:cubicBezTo>
                      <a:pt x="75" y="3"/>
                      <a:pt x="60" y="8"/>
                      <a:pt x="53" y="0"/>
                    </a:cubicBezTo>
                    <a:cubicBezTo>
                      <a:pt x="63" y="8"/>
                      <a:pt x="59" y="16"/>
                      <a:pt x="55" y="26"/>
                    </a:cubicBezTo>
                    <a:cubicBezTo>
                      <a:pt x="49" y="39"/>
                      <a:pt x="46" y="43"/>
                      <a:pt x="35" y="33"/>
                    </a:cubicBezTo>
                    <a:cubicBezTo>
                      <a:pt x="31" y="29"/>
                      <a:pt x="27" y="23"/>
                      <a:pt x="23" y="21"/>
                    </a:cubicBezTo>
                    <a:cubicBezTo>
                      <a:pt x="17" y="17"/>
                      <a:pt x="8" y="18"/>
                      <a:pt x="2" y="16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1" name="Freeform 954">
                <a:extLst>
                  <a:ext uri="{FF2B5EF4-FFF2-40B4-BE49-F238E27FC236}">
                    <a16:creationId xmlns:a16="http://schemas.microsoft.com/office/drawing/2014/main" id="{743523B7-E012-409D-B33A-8A9F1F4A5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1053"/>
                <a:ext cx="233" cy="374"/>
              </a:xfrm>
              <a:custGeom>
                <a:avLst/>
                <a:gdLst>
                  <a:gd name="T0" fmla="*/ 1318 w 93"/>
                  <a:gd name="T1" fmla="*/ 0 h 140"/>
                  <a:gd name="T2" fmla="*/ 1193 w 93"/>
                  <a:gd name="T3" fmla="*/ 1314 h 140"/>
                  <a:gd name="T4" fmla="*/ 1401 w 93"/>
                  <a:gd name="T5" fmla="*/ 2156 h 140"/>
                  <a:gd name="T6" fmla="*/ 867 w 93"/>
                  <a:gd name="T7" fmla="*/ 2463 h 140"/>
                  <a:gd name="T8" fmla="*/ 564 w 93"/>
                  <a:gd name="T9" fmla="*/ 2634 h 140"/>
                  <a:gd name="T10" fmla="*/ 0 w 93"/>
                  <a:gd name="T11" fmla="*/ 2669 h 140"/>
                  <a:gd name="T12" fmla="*/ 960 w 93"/>
                  <a:gd name="T13" fmla="*/ 1985 h 140"/>
                  <a:gd name="T14" fmla="*/ 1243 w 93"/>
                  <a:gd name="T15" fmla="*/ 1942 h 140"/>
                  <a:gd name="T16" fmla="*/ 1035 w 93"/>
                  <a:gd name="T17" fmla="*/ 1357 h 140"/>
                  <a:gd name="T18" fmla="*/ 1005 w 93"/>
                  <a:gd name="T19" fmla="*/ 785 h 140"/>
                  <a:gd name="T20" fmla="*/ 1243 w 93"/>
                  <a:gd name="T21" fmla="*/ 286 h 1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3" h="140">
                    <a:moveTo>
                      <a:pt x="84" y="0"/>
                    </a:moveTo>
                    <a:cubicBezTo>
                      <a:pt x="79" y="21"/>
                      <a:pt x="74" y="47"/>
                      <a:pt x="76" y="69"/>
                    </a:cubicBezTo>
                    <a:cubicBezTo>
                      <a:pt x="78" y="82"/>
                      <a:pt x="93" y="101"/>
                      <a:pt x="89" y="113"/>
                    </a:cubicBezTo>
                    <a:cubicBezTo>
                      <a:pt x="86" y="124"/>
                      <a:pt x="65" y="125"/>
                      <a:pt x="55" y="129"/>
                    </a:cubicBezTo>
                    <a:cubicBezTo>
                      <a:pt x="49" y="132"/>
                      <a:pt x="43" y="137"/>
                      <a:pt x="36" y="138"/>
                    </a:cubicBezTo>
                    <a:cubicBezTo>
                      <a:pt x="24" y="139"/>
                      <a:pt x="12" y="132"/>
                      <a:pt x="0" y="140"/>
                    </a:cubicBezTo>
                    <a:cubicBezTo>
                      <a:pt x="14" y="130"/>
                      <a:pt x="87" y="129"/>
                      <a:pt x="61" y="104"/>
                    </a:cubicBezTo>
                    <a:cubicBezTo>
                      <a:pt x="66" y="113"/>
                      <a:pt x="78" y="110"/>
                      <a:pt x="79" y="102"/>
                    </a:cubicBezTo>
                    <a:cubicBezTo>
                      <a:pt x="79" y="96"/>
                      <a:pt x="68" y="77"/>
                      <a:pt x="66" y="71"/>
                    </a:cubicBezTo>
                    <a:cubicBezTo>
                      <a:pt x="82" y="65"/>
                      <a:pt x="75" y="50"/>
                      <a:pt x="64" y="41"/>
                    </a:cubicBezTo>
                    <a:cubicBezTo>
                      <a:pt x="80" y="36"/>
                      <a:pt x="73" y="27"/>
                      <a:pt x="79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2" name="Freeform 955">
                <a:extLst>
                  <a:ext uri="{FF2B5EF4-FFF2-40B4-BE49-F238E27FC236}">
                    <a16:creationId xmlns:a16="http://schemas.microsoft.com/office/drawing/2014/main" id="{957D5CE4-BB60-4D45-9AE9-ECDB6B91F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5" y="1499"/>
                <a:ext cx="170" cy="157"/>
              </a:xfrm>
              <a:custGeom>
                <a:avLst/>
                <a:gdLst>
                  <a:gd name="T0" fmla="*/ 813 w 68"/>
                  <a:gd name="T1" fmla="*/ 0 h 59"/>
                  <a:gd name="T2" fmla="*/ 1050 w 68"/>
                  <a:gd name="T3" fmla="*/ 532 h 59"/>
                  <a:gd name="T4" fmla="*/ 863 w 68"/>
                  <a:gd name="T5" fmla="*/ 772 h 59"/>
                  <a:gd name="T6" fmla="*/ 583 w 68"/>
                  <a:gd name="T7" fmla="*/ 942 h 59"/>
                  <a:gd name="T8" fmla="*/ 0 w 68"/>
                  <a:gd name="T9" fmla="*/ 1112 h 59"/>
                  <a:gd name="T10" fmla="*/ 800 w 68"/>
                  <a:gd name="T11" fmla="*/ 695 h 59"/>
                  <a:gd name="T12" fmla="*/ 938 w 68"/>
                  <a:gd name="T13" fmla="*/ 431 h 59"/>
                  <a:gd name="T14" fmla="*/ 845 w 68"/>
                  <a:gd name="T15" fmla="*/ 114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59">
                    <a:moveTo>
                      <a:pt x="52" y="0"/>
                    </a:moveTo>
                    <a:cubicBezTo>
                      <a:pt x="58" y="10"/>
                      <a:pt x="68" y="15"/>
                      <a:pt x="67" y="28"/>
                    </a:cubicBezTo>
                    <a:cubicBezTo>
                      <a:pt x="66" y="36"/>
                      <a:pt x="60" y="36"/>
                      <a:pt x="55" y="41"/>
                    </a:cubicBezTo>
                    <a:cubicBezTo>
                      <a:pt x="49" y="47"/>
                      <a:pt x="45" y="48"/>
                      <a:pt x="37" y="50"/>
                    </a:cubicBezTo>
                    <a:cubicBezTo>
                      <a:pt x="24" y="52"/>
                      <a:pt x="11" y="52"/>
                      <a:pt x="0" y="59"/>
                    </a:cubicBezTo>
                    <a:cubicBezTo>
                      <a:pt x="13" y="43"/>
                      <a:pt x="35" y="47"/>
                      <a:pt x="51" y="37"/>
                    </a:cubicBezTo>
                    <a:cubicBezTo>
                      <a:pt x="55" y="34"/>
                      <a:pt x="60" y="29"/>
                      <a:pt x="60" y="23"/>
                    </a:cubicBezTo>
                    <a:cubicBezTo>
                      <a:pt x="60" y="20"/>
                      <a:pt x="56" y="8"/>
                      <a:pt x="54" y="6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3" name="Freeform 956">
                <a:extLst>
                  <a:ext uri="{FF2B5EF4-FFF2-40B4-BE49-F238E27FC236}">
                    <a16:creationId xmlns:a16="http://schemas.microsoft.com/office/drawing/2014/main" id="{600785DA-D52A-4A67-9DF2-37E4DB5B2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8" y="1816"/>
                <a:ext cx="177" cy="109"/>
              </a:xfrm>
              <a:custGeom>
                <a:avLst/>
                <a:gdLst>
                  <a:gd name="T0" fmla="*/ 0 w 71"/>
                  <a:gd name="T1" fmla="*/ 580 h 41"/>
                  <a:gd name="T2" fmla="*/ 187 w 71"/>
                  <a:gd name="T3" fmla="*/ 715 h 41"/>
                  <a:gd name="T4" fmla="*/ 466 w 71"/>
                  <a:gd name="T5" fmla="*/ 734 h 41"/>
                  <a:gd name="T6" fmla="*/ 820 w 71"/>
                  <a:gd name="T7" fmla="*/ 734 h 41"/>
                  <a:gd name="T8" fmla="*/ 1057 w 71"/>
                  <a:gd name="T9" fmla="*/ 0 h 41"/>
                  <a:gd name="T10" fmla="*/ 1007 w 71"/>
                  <a:gd name="T11" fmla="*/ 452 h 41"/>
                  <a:gd name="T12" fmla="*/ 715 w 71"/>
                  <a:gd name="T13" fmla="*/ 601 h 41"/>
                  <a:gd name="T14" fmla="*/ 446 w 71"/>
                  <a:gd name="T15" fmla="*/ 635 h 41"/>
                  <a:gd name="T16" fmla="*/ 105 w 71"/>
                  <a:gd name="T17" fmla="*/ 601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41">
                    <a:moveTo>
                      <a:pt x="0" y="31"/>
                    </a:moveTo>
                    <a:cubicBezTo>
                      <a:pt x="4" y="32"/>
                      <a:pt x="8" y="37"/>
                      <a:pt x="12" y="38"/>
                    </a:cubicBezTo>
                    <a:cubicBezTo>
                      <a:pt x="18" y="39"/>
                      <a:pt x="25" y="38"/>
                      <a:pt x="30" y="39"/>
                    </a:cubicBezTo>
                    <a:cubicBezTo>
                      <a:pt x="38" y="39"/>
                      <a:pt x="46" y="41"/>
                      <a:pt x="53" y="39"/>
                    </a:cubicBezTo>
                    <a:cubicBezTo>
                      <a:pt x="71" y="34"/>
                      <a:pt x="70" y="16"/>
                      <a:pt x="68" y="0"/>
                    </a:cubicBezTo>
                    <a:cubicBezTo>
                      <a:pt x="69" y="7"/>
                      <a:pt x="69" y="18"/>
                      <a:pt x="65" y="24"/>
                    </a:cubicBezTo>
                    <a:cubicBezTo>
                      <a:pt x="61" y="30"/>
                      <a:pt x="53" y="31"/>
                      <a:pt x="46" y="32"/>
                    </a:cubicBezTo>
                    <a:cubicBezTo>
                      <a:pt x="40" y="33"/>
                      <a:pt x="35" y="32"/>
                      <a:pt x="29" y="34"/>
                    </a:cubicBezTo>
                    <a:cubicBezTo>
                      <a:pt x="21" y="35"/>
                      <a:pt x="15" y="34"/>
                      <a:pt x="7" y="32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4" name="Freeform 957">
                <a:extLst>
                  <a:ext uri="{FF2B5EF4-FFF2-40B4-BE49-F238E27FC236}">
                    <a16:creationId xmlns:a16="http://schemas.microsoft.com/office/drawing/2014/main" id="{438B98D0-92E7-4073-88A7-4B26FC517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" y="1741"/>
                <a:ext cx="120" cy="86"/>
              </a:xfrm>
              <a:custGeom>
                <a:avLst/>
                <a:gdLst>
                  <a:gd name="T0" fmla="*/ 0 w 48"/>
                  <a:gd name="T1" fmla="*/ 0 h 32"/>
                  <a:gd name="T2" fmla="*/ 50 w 48"/>
                  <a:gd name="T3" fmla="*/ 159 h 32"/>
                  <a:gd name="T4" fmla="*/ 83 w 48"/>
                  <a:gd name="T5" fmla="*/ 290 h 32"/>
                  <a:gd name="T6" fmla="*/ 270 w 48"/>
                  <a:gd name="T7" fmla="*/ 484 h 32"/>
                  <a:gd name="T8" fmla="*/ 750 w 48"/>
                  <a:gd name="T9" fmla="*/ 484 h 32"/>
                  <a:gd name="T10" fmla="*/ 375 w 48"/>
                  <a:gd name="T11" fmla="*/ 449 h 32"/>
                  <a:gd name="T12" fmla="*/ 208 w 48"/>
                  <a:gd name="T13" fmla="*/ 218 h 32"/>
                  <a:gd name="T14" fmla="*/ 0 w 48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2">
                    <a:moveTo>
                      <a:pt x="0" y="0"/>
                    </a:moveTo>
                    <a:cubicBezTo>
                      <a:pt x="0" y="3"/>
                      <a:pt x="2" y="6"/>
                      <a:pt x="3" y="8"/>
                    </a:cubicBezTo>
                    <a:cubicBezTo>
                      <a:pt x="4" y="10"/>
                      <a:pt x="4" y="13"/>
                      <a:pt x="5" y="15"/>
                    </a:cubicBezTo>
                    <a:cubicBezTo>
                      <a:pt x="7" y="20"/>
                      <a:pt x="12" y="23"/>
                      <a:pt x="17" y="25"/>
                    </a:cubicBezTo>
                    <a:cubicBezTo>
                      <a:pt x="29" y="32"/>
                      <a:pt x="35" y="32"/>
                      <a:pt x="48" y="25"/>
                    </a:cubicBezTo>
                    <a:cubicBezTo>
                      <a:pt x="40" y="27"/>
                      <a:pt x="32" y="25"/>
                      <a:pt x="24" y="23"/>
                    </a:cubicBezTo>
                    <a:cubicBezTo>
                      <a:pt x="19" y="21"/>
                      <a:pt x="8" y="17"/>
                      <a:pt x="13" y="11"/>
                    </a:cubicBezTo>
                    <a:cubicBezTo>
                      <a:pt x="8" y="14"/>
                      <a:pt x="1" y="4"/>
                      <a:pt x="0" y="0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5" name="Freeform 958">
                <a:extLst>
                  <a:ext uri="{FF2B5EF4-FFF2-40B4-BE49-F238E27FC236}">
                    <a16:creationId xmlns:a16="http://schemas.microsoft.com/office/drawing/2014/main" id="{2E6484BD-D20A-4EAC-851A-FDC4C7C35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552"/>
                <a:ext cx="85" cy="29"/>
              </a:xfrm>
              <a:custGeom>
                <a:avLst/>
                <a:gdLst>
                  <a:gd name="T0" fmla="*/ 0 w 34"/>
                  <a:gd name="T1" fmla="*/ 200 h 11"/>
                  <a:gd name="T2" fmla="*/ 333 w 34"/>
                  <a:gd name="T3" fmla="*/ 34 h 11"/>
                  <a:gd name="T4" fmla="*/ 533 w 34"/>
                  <a:gd name="T5" fmla="*/ 166 h 11"/>
                  <a:gd name="T6" fmla="*/ 50 w 34"/>
                  <a:gd name="T7" fmla="*/ 16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1">
                    <a:moveTo>
                      <a:pt x="0" y="11"/>
                    </a:moveTo>
                    <a:cubicBezTo>
                      <a:pt x="5" y="5"/>
                      <a:pt x="14" y="0"/>
                      <a:pt x="21" y="2"/>
                    </a:cubicBezTo>
                    <a:cubicBezTo>
                      <a:pt x="25" y="3"/>
                      <a:pt x="32" y="5"/>
                      <a:pt x="34" y="9"/>
                    </a:cubicBezTo>
                    <a:cubicBezTo>
                      <a:pt x="24" y="9"/>
                      <a:pt x="12" y="5"/>
                      <a:pt x="3" y="9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6" name="Freeform 959">
                <a:extLst>
                  <a:ext uri="{FF2B5EF4-FFF2-40B4-BE49-F238E27FC236}">
                    <a16:creationId xmlns:a16="http://schemas.microsoft.com/office/drawing/2014/main" id="{6BDE74D8-366C-4F2B-9AFC-9AA66DFC5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624"/>
                <a:ext cx="73" cy="45"/>
              </a:xfrm>
              <a:custGeom>
                <a:avLst/>
                <a:gdLst>
                  <a:gd name="T0" fmla="*/ 0 w 29"/>
                  <a:gd name="T1" fmla="*/ 56 h 17"/>
                  <a:gd name="T2" fmla="*/ 463 w 29"/>
                  <a:gd name="T3" fmla="*/ 315 h 17"/>
                  <a:gd name="T4" fmla="*/ 335 w 2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7">
                    <a:moveTo>
                      <a:pt x="0" y="3"/>
                    </a:moveTo>
                    <a:cubicBezTo>
                      <a:pt x="9" y="7"/>
                      <a:pt x="19" y="14"/>
                      <a:pt x="29" y="17"/>
                    </a:cubicBezTo>
                    <a:cubicBezTo>
                      <a:pt x="28" y="11"/>
                      <a:pt x="22" y="6"/>
                      <a:pt x="21" y="0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7" name="Freeform 960">
                <a:extLst>
                  <a:ext uri="{FF2B5EF4-FFF2-40B4-BE49-F238E27FC236}">
                    <a16:creationId xmlns:a16="http://schemas.microsoft.com/office/drawing/2014/main" id="{33E52CDA-F41D-4D81-B257-33AA413FC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1728"/>
                <a:ext cx="75" cy="83"/>
              </a:xfrm>
              <a:custGeom>
                <a:avLst/>
                <a:gdLst>
                  <a:gd name="T0" fmla="*/ 20 w 30"/>
                  <a:gd name="T1" fmla="*/ 0 h 31"/>
                  <a:gd name="T2" fmla="*/ 345 w 30"/>
                  <a:gd name="T3" fmla="*/ 594 h 31"/>
                  <a:gd name="T4" fmla="*/ 333 w 30"/>
                  <a:gd name="T5" fmla="*/ 329 h 31"/>
                  <a:gd name="T6" fmla="*/ 470 w 30"/>
                  <a:gd name="T7" fmla="*/ 20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1" y="0"/>
                    </a:moveTo>
                    <a:cubicBezTo>
                      <a:pt x="0" y="7"/>
                      <a:pt x="17" y="29"/>
                      <a:pt x="22" y="31"/>
                    </a:cubicBezTo>
                    <a:cubicBezTo>
                      <a:pt x="22" y="26"/>
                      <a:pt x="16" y="22"/>
                      <a:pt x="21" y="17"/>
                    </a:cubicBezTo>
                    <a:cubicBezTo>
                      <a:pt x="23" y="14"/>
                      <a:pt x="28" y="14"/>
                      <a:pt x="30" y="11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8" name="Freeform 961">
                <a:extLst>
                  <a:ext uri="{FF2B5EF4-FFF2-40B4-BE49-F238E27FC236}">
                    <a16:creationId xmlns:a16="http://schemas.microsoft.com/office/drawing/2014/main" id="{20FD83A4-3DE1-4D05-92E0-FFFA74545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189"/>
                <a:ext cx="82" cy="75"/>
              </a:xfrm>
              <a:custGeom>
                <a:avLst/>
                <a:gdLst>
                  <a:gd name="T0" fmla="*/ 92 w 33"/>
                  <a:gd name="T1" fmla="*/ 78 h 28"/>
                  <a:gd name="T2" fmla="*/ 199 w 33"/>
                  <a:gd name="T3" fmla="*/ 0 h 28"/>
                  <a:gd name="T4" fmla="*/ 308 w 33"/>
                  <a:gd name="T5" fmla="*/ 230 h 28"/>
                  <a:gd name="T6" fmla="*/ 507 w 33"/>
                  <a:gd name="T7" fmla="*/ 538 h 28"/>
                  <a:gd name="T8" fmla="*/ 258 w 33"/>
                  <a:gd name="T9" fmla="*/ 252 h 28"/>
                  <a:gd name="T10" fmla="*/ 0 w 33"/>
                  <a:gd name="T11" fmla="*/ 209 h 28"/>
                  <a:gd name="T12" fmla="*/ 42 w 33"/>
                  <a:gd name="T13" fmla="*/ 11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8">
                    <a:moveTo>
                      <a:pt x="6" y="4"/>
                    </a:moveTo>
                    <a:cubicBezTo>
                      <a:pt x="9" y="4"/>
                      <a:pt x="11" y="2"/>
                      <a:pt x="13" y="0"/>
                    </a:cubicBezTo>
                    <a:cubicBezTo>
                      <a:pt x="12" y="4"/>
                      <a:pt x="17" y="9"/>
                      <a:pt x="20" y="12"/>
                    </a:cubicBezTo>
                    <a:cubicBezTo>
                      <a:pt x="24" y="17"/>
                      <a:pt x="28" y="24"/>
                      <a:pt x="33" y="28"/>
                    </a:cubicBezTo>
                    <a:cubicBezTo>
                      <a:pt x="27" y="24"/>
                      <a:pt x="23" y="19"/>
                      <a:pt x="17" y="13"/>
                    </a:cubicBezTo>
                    <a:cubicBezTo>
                      <a:pt x="12" y="7"/>
                      <a:pt x="7" y="9"/>
                      <a:pt x="0" y="11"/>
                    </a:cubicBezTo>
                    <a:cubicBezTo>
                      <a:pt x="1" y="9"/>
                      <a:pt x="2" y="8"/>
                      <a:pt x="3" y="6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9" name="Freeform 962">
                <a:extLst>
                  <a:ext uri="{FF2B5EF4-FFF2-40B4-BE49-F238E27FC236}">
                    <a16:creationId xmlns:a16="http://schemas.microsoft.com/office/drawing/2014/main" id="{34176C49-E3BB-45AE-B1CD-1DE5CDBE2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072"/>
                <a:ext cx="47" cy="227"/>
              </a:xfrm>
              <a:custGeom>
                <a:avLst/>
                <a:gdLst>
                  <a:gd name="T0" fmla="*/ 121 w 19"/>
                  <a:gd name="T1" fmla="*/ 0 h 85"/>
                  <a:gd name="T2" fmla="*/ 215 w 19"/>
                  <a:gd name="T3" fmla="*/ 379 h 85"/>
                  <a:gd name="T4" fmla="*/ 228 w 19"/>
                  <a:gd name="T5" fmla="*/ 876 h 85"/>
                  <a:gd name="T6" fmla="*/ 287 w 19"/>
                  <a:gd name="T7" fmla="*/ 1618 h 85"/>
                  <a:gd name="T8" fmla="*/ 0 w 19"/>
                  <a:gd name="T9" fmla="*/ 1277 h 85"/>
                  <a:gd name="T10" fmla="*/ 166 w 19"/>
                  <a:gd name="T11" fmla="*/ 969 h 85"/>
                  <a:gd name="T12" fmla="*/ 92 w 19"/>
                  <a:gd name="T13" fmla="*/ 855 h 85"/>
                  <a:gd name="T14" fmla="*/ 134 w 19"/>
                  <a:gd name="T15" fmla="*/ 721 h 85"/>
                  <a:gd name="T16" fmla="*/ 92 w 19"/>
                  <a:gd name="T17" fmla="*/ 379 h 85"/>
                  <a:gd name="T18" fmla="*/ 166 w 19"/>
                  <a:gd name="T19" fmla="*/ 150 h 85"/>
                  <a:gd name="T20" fmla="*/ 134 w 19"/>
                  <a:gd name="T21" fmla="*/ 0 h 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85">
                    <a:moveTo>
                      <a:pt x="8" y="0"/>
                    </a:moveTo>
                    <a:cubicBezTo>
                      <a:pt x="16" y="4"/>
                      <a:pt x="14" y="12"/>
                      <a:pt x="14" y="20"/>
                    </a:cubicBezTo>
                    <a:cubicBezTo>
                      <a:pt x="14" y="28"/>
                      <a:pt x="15" y="37"/>
                      <a:pt x="15" y="46"/>
                    </a:cubicBezTo>
                    <a:cubicBezTo>
                      <a:pt x="16" y="59"/>
                      <a:pt x="15" y="73"/>
                      <a:pt x="19" y="85"/>
                    </a:cubicBezTo>
                    <a:cubicBezTo>
                      <a:pt x="17" y="76"/>
                      <a:pt x="12" y="61"/>
                      <a:pt x="0" y="67"/>
                    </a:cubicBezTo>
                    <a:cubicBezTo>
                      <a:pt x="6" y="66"/>
                      <a:pt x="12" y="57"/>
                      <a:pt x="11" y="51"/>
                    </a:cubicBezTo>
                    <a:cubicBezTo>
                      <a:pt x="10" y="47"/>
                      <a:pt x="7" y="47"/>
                      <a:pt x="6" y="45"/>
                    </a:cubicBezTo>
                    <a:cubicBezTo>
                      <a:pt x="6" y="43"/>
                      <a:pt x="8" y="40"/>
                      <a:pt x="9" y="38"/>
                    </a:cubicBezTo>
                    <a:cubicBezTo>
                      <a:pt x="12" y="30"/>
                      <a:pt x="5" y="26"/>
                      <a:pt x="6" y="20"/>
                    </a:cubicBezTo>
                    <a:cubicBezTo>
                      <a:pt x="7" y="15"/>
                      <a:pt x="11" y="13"/>
                      <a:pt x="11" y="8"/>
                    </a:cubicBezTo>
                    <a:cubicBezTo>
                      <a:pt x="11" y="5"/>
                      <a:pt x="10" y="3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0" name="Freeform 963">
                <a:extLst>
                  <a:ext uri="{FF2B5EF4-FFF2-40B4-BE49-F238E27FC236}">
                    <a16:creationId xmlns:a16="http://schemas.microsoft.com/office/drawing/2014/main" id="{75510DDA-D496-4687-832B-2D10BAF9A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419"/>
                <a:ext cx="60" cy="162"/>
              </a:xfrm>
              <a:custGeom>
                <a:avLst/>
                <a:gdLst>
                  <a:gd name="T0" fmla="*/ 20 w 24"/>
                  <a:gd name="T1" fmla="*/ 0 h 61"/>
                  <a:gd name="T2" fmla="*/ 33 w 24"/>
                  <a:gd name="T3" fmla="*/ 733 h 61"/>
                  <a:gd name="T4" fmla="*/ 33 w 24"/>
                  <a:gd name="T5" fmla="*/ 972 h 61"/>
                  <a:gd name="T6" fmla="*/ 375 w 24"/>
                  <a:gd name="T7" fmla="*/ 1142 h 61"/>
                  <a:gd name="T8" fmla="*/ 145 w 24"/>
                  <a:gd name="T9" fmla="*/ 972 h 61"/>
                  <a:gd name="T10" fmla="*/ 283 w 24"/>
                  <a:gd name="T11" fmla="*/ 733 h 61"/>
                  <a:gd name="T12" fmla="*/ 158 w 24"/>
                  <a:gd name="T13" fmla="*/ 465 h 61"/>
                  <a:gd name="T14" fmla="*/ 113 w 24"/>
                  <a:gd name="T15" fmla="*/ 77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1">
                    <a:moveTo>
                      <a:pt x="1" y="0"/>
                    </a:moveTo>
                    <a:cubicBezTo>
                      <a:pt x="9" y="10"/>
                      <a:pt x="4" y="27"/>
                      <a:pt x="2" y="39"/>
                    </a:cubicBezTo>
                    <a:cubicBezTo>
                      <a:pt x="2" y="43"/>
                      <a:pt x="0" y="48"/>
                      <a:pt x="2" y="52"/>
                    </a:cubicBezTo>
                    <a:cubicBezTo>
                      <a:pt x="6" y="60"/>
                      <a:pt x="18" y="56"/>
                      <a:pt x="24" y="61"/>
                    </a:cubicBezTo>
                    <a:cubicBezTo>
                      <a:pt x="19" y="60"/>
                      <a:pt x="11" y="57"/>
                      <a:pt x="9" y="52"/>
                    </a:cubicBezTo>
                    <a:cubicBezTo>
                      <a:pt x="6" y="45"/>
                      <a:pt x="12" y="40"/>
                      <a:pt x="18" y="39"/>
                    </a:cubicBezTo>
                    <a:cubicBezTo>
                      <a:pt x="7" y="44"/>
                      <a:pt x="10" y="29"/>
                      <a:pt x="10" y="25"/>
                    </a:cubicBezTo>
                    <a:cubicBezTo>
                      <a:pt x="11" y="18"/>
                      <a:pt x="7" y="11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1" name="Freeform 964">
                <a:extLst>
                  <a:ext uri="{FF2B5EF4-FFF2-40B4-BE49-F238E27FC236}">
                    <a16:creationId xmlns:a16="http://schemas.microsoft.com/office/drawing/2014/main" id="{B36102AA-382B-483B-9096-9022C13F2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509"/>
                <a:ext cx="138" cy="94"/>
              </a:xfrm>
              <a:custGeom>
                <a:avLst/>
                <a:gdLst>
                  <a:gd name="T0" fmla="*/ 0 w 55"/>
                  <a:gd name="T1" fmla="*/ 599 h 35"/>
                  <a:gd name="T2" fmla="*/ 492 w 55"/>
                  <a:gd name="T3" fmla="*/ 346 h 35"/>
                  <a:gd name="T4" fmla="*/ 693 w 55"/>
                  <a:gd name="T5" fmla="*/ 274 h 35"/>
                  <a:gd name="T6" fmla="*/ 868 w 55"/>
                  <a:gd name="T7" fmla="*/ 0 h 35"/>
                  <a:gd name="T8" fmla="*/ 660 w 55"/>
                  <a:gd name="T9" fmla="*/ 218 h 35"/>
                  <a:gd name="T10" fmla="*/ 472 w 55"/>
                  <a:gd name="T11" fmla="*/ 137 h 35"/>
                  <a:gd name="T12" fmla="*/ 459 w 55"/>
                  <a:gd name="T13" fmla="*/ 309 h 35"/>
                  <a:gd name="T14" fmla="*/ 251 w 55"/>
                  <a:gd name="T15" fmla="*/ 346 h 35"/>
                  <a:gd name="T16" fmla="*/ 146 w 55"/>
                  <a:gd name="T17" fmla="*/ 50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35">
                    <a:moveTo>
                      <a:pt x="0" y="31"/>
                    </a:moveTo>
                    <a:cubicBezTo>
                      <a:pt x="12" y="35"/>
                      <a:pt x="22" y="22"/>
                      <a:pt x="31" y="18"/>
                    </a:cubicBezTo>
                    <a:cubicBezTo>
                      <a:pt x="36" y="17"/>
                      <a:pt x="40" y="17"/>
                      <a:pt x="44" y="14"/>
                    </a:cubicBezTo>
                    <a:cubicBezTo>
                      <a:pt x="50" y="11"/>
                      <a:pt x="52" y="6"/>
                      <a:pt x="55" y="0"/>
                    </a:cubicBezTo>
                    <a:cubicBezTo>
                      <a:pt x="50" y="4"/>
                      <a:pt x="48" y="9"/>
                      <a:pt x="42" y="11"/>
                    </a:cubicBezTo>
                    <a:cubicBezTo>
                      <a:pt x="38" y="12"/>
                      <a:pt x="31" y="13"/>
                      <a:pt x="30" y="7"/>
                    </a:cubicBezTo>
                    <a:cubicBezTo>
                      <a:pt x="30" y="11"/>
                      <a:pt x="32" y="12"/>
                      <a:pt x="29" y="16"/>
                    </a:cubicBezTo>
                    <a:cubicBezTo>
                      <a:pt x="26" y="19"/>
                      <a:pt x="19" y="20"/>
                      <a:pt x="16" y="18"/>
                    </a:cubicBezTo>
                    <a:cubicBezTo>
                      <a:pt x="16" y="22"/>
                      <a:pt x="14" y="26"/>
                      <a:pt x="9" y="26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2" name="Freeform 965">
                <a:extLst>
                  <a:ext uri="{FF2B5EF4-FFF2-40B4-BE49-F238E27FC236}">
                    <a16:creationId xmlns:a16="http://schemas.microsoft.com/office/drawing/2014/main" id="{F29007B3-602F-45EC-B2BD-D3B097052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579"/>
                <a:ext cx="356" cy="258"/>
              </a:xfrm>
              <a:custGeom>
                <a:avLst/>
                <a:gdLst>
                  <a:gd name="T0" fmla="*/ 0 w 142"/>
                  <a:gd name="T1" fmla="*/ 0 h 97"/>
                  <a:gd name="T2" fmla="*/ 238 w 142"/>
                  <a:gd name="T3" fmla="*/ 136 h 97"/>
                  <a:gd name="T4" fmla="*/ 521 w 142"/>
                  <a:gd name="T5" fmla="*/ 282 h 97"/>
                  <a:gd name="T6" fmla="*/ 1005 w 142"/>
                  <a:gd name="T7" fmla="*/ 657 h 97"/>
                  <a:gd name="T8" fmla="*/ 1672 w 142"/>
                  <a:gd name="T9" fmla="*/ 1032 h 97"/>
                  <a:gd name="T10" fmla="*/ 1830 w 142"/>
                  <a:gd name="T11" fmla="*/ 1394 h 97"/>
                  <a:gd name="T12" fmla="*/ 2239 w 142"/>
                  <a:gd name="T13" fmla="*/ 1825 h 97"/>
                  <a:gd name="T14" fmla="*/ 1810 w 142"/>
                  <a:gd name="T15" fmla="*/ 1769 h 97"/>
                  <a:gd name="T16" fmla="*/ 1685 w 142"/>
                  <a:gd name="T17" fmla="*/ 1407 h 97"/>
                  <a:gd name="T18" fmla="*/ 1464 w 142"/>
                  <a:gd name="T19" fmla="*/ 1317 h 97"/>
                  <a:gd name="T20" fmla="*/ 1389 w 142"/>
                  <a:gd name="T21" fmla="*/ 1146 h 97"/>
                  <a:gd name="T22" fmla="*/ 1168 w 142"/>
                  <a:gd name="T23" fmla="*/ 1091 h 97"/>
                  <a:gd name="T24" fmla="*/ 1005 w 142"/>
                  <a:gd name="T25" fmla="*/ 862 h 97"/>
                  <a:gd name="T26" fmla="*/ 900 w 142"/>
                  <a:gd name="T27" fmla="*/ 636 h 97"/>
                  <a:gd name="T28" fmla="*/ 805 w 142"/>
                  <a:gd name="T29" fmla="*/ 580 h 97"/>
                  <a:gd name="T30" fmla="*/ 785 w 142"/>
                  <a:gd name="T31" fmla="*/ 524 h 97"/>
                  <a:gd name="T32" fmla="*/ 617 w 142"/>
                  <a:gd name="T33" fmla="*/ 362 h 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2" h="97">
                    <a:moveTo>
                      <a:pt x="0" y="0"/>
                    </a:moveTo>
                    <a:cubicBezTo>
                      <a:pt x="4" y="3"/>
                      <a:pt x="10" y="5"/>
                      <a:pt x="15" y="7"/>
                    </a:cubicBezTo>
                    <a:cubicBezTo>
                      <a:pt x="21" y="9"/>
                      <a:pt x="27" y="12"/>
                      <a:pt x="33" y="15"/>
                    </a:cubicBezTo>
                    <a:cubicBezTo>
                      <a:pt x="44" y="21"/>
                      <a:pt x="54" y="28"/>
                      <a:pt x="64" y="35"/>
                    </a:cubicBezTo>
                    <a:cubicBezTo>
                      <a:pt x="72" y="41"/>
                      <a:pt x="95" y="63"/>
                      <a:pt x="106" y="55"/>
                    </a:cubicBezTo>
                    <a:cubicBezTo>
                      <a:pt x="103" y="64"/>
                      <a:pt x="110" y="69"/>
                      <a:pt x="116" y="74"/>
                    </a:cubicBezTo>
                    <a:cubicBezTo>
                      <a:pt x="125" y="81"/>
                      <a:pt x="136" y="88"/>
                      <a:pt x="142" y="97"/>
                    </a:cubicBezTo>
                    <a:cubicBezTo>
                      <a:pt x="137" y="89"/>
                      <a:pt x="119" y="83"/>
                      <a:pt x="115" y="94"/>
                    </a:cubicBezTo>
                    <a:cubicBezTo>
                      <a:pt x="116" y="86"/>
                      <a:pt x="114" y="79"/>
                      <a:pt x="107" y="75"/>
                    </a:cubicBezTo>
                    <a:cubicBezTo>
                      <a:pt x="104" y="73"/>
                      <a:pt x="95" y="73"/>
                      <a:pt x="93" y="70"/>
                    </a:cubicBezTo>
                    <a:cubicBezTo>
                      <a:pt x="91" y="67"/>
                      <a:pt x="93" y="64"/>
                      <a:pt x="88" y="61"/>
                    </a:cubicBezTo>
                    <a:cubicBezTo>
                      <a:pt x="84" y="58"/>
                      <a:pt x="79" y="58"/>
                      <a:pt x="74" y="58"/>
                    </a:cubicBezTo>
                    <a:cubicBezTo>
                      <a:pt x="77" y="47"/>
                      <a:pt x="70" y="50"/>
                      <a:pt x="64" y="46"/>
                    </a:cubicBezTo>
                    <a:cubicBezTo>
                      <a:pt x="60" y="43"/>
                      <a:pt x="60" y="38"/>
                      <a:pt x="57" y="34"/>
                    </a:cubicBezTo>
                    <a:cubicBezTo>
                      <a:pt x="55" y="33"/>
                      <a:pt x="52" y="32"/>
                      <a:pt x="51" y="31"/>
                    </a:cubicBezTo>
                    <a:cubicBezTo>
                      <a:pt x="50" y="30"/>
                      <a:pt x="50" y="28"/>
                      <a:pt x="50" y="28"/>
                    </a:cubicBezTo>
                    <a:cubicBezTo>
                      <a:pt x="47" y="24"/>
                      <a:pt x="43" y="22"/>
                      <a:pt x="39" y="19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3" name="Freeform 966">
                <a:extLst>
                  <a:ext uri="{FF2B5EF4-FFF2-40B4-BE49-F238E27FC236}">
                    <a16:creationId xmlns:a16="http://schemas.microsoft.com/office/drawing/2014/main" id="{7211624A-160F-422A-BAE3-5C4BD3F52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784"/>
                <a:ext cx="105" cy="152"/>
              </a:xfrm>
              <a:custGeom>
                <a:avLst/>
                <a:gdLst>
                  <a:gd name="T0" fmla="*/ 33 w 42"/>
                  <a:gd name="T1" fmla="*/ 248 h 57"/>
                  <a:gd name="T2" fmla="*/ 375 w 42"/>
                  <a:gd name="T3" fmla="*/ 363 h 57"/>
                  <a:gd name="T4" fmla="*/ 658 w 42"/>
                  <a:gd name="T5" fmla="*/ 1080 h 57"/>
                  <a:gd name="T6" fmla="*/ 375 w 42"/>
                  <a:gd name="T7" fmla="*/ 683 h 57"/>
                  <a:gd name="T8" fmla="*/ 208 w 42"/>
                  <a:gd name="T9" fmla="*/ 397 h 57"/>
                  <a:gd name="T10" fmla="*/ 50 w 42"/>
                  <a:gd name="T11" fmla="*/ 205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7">
                    <a:moveTo>
                      <a:pt x="2" y="13"/>
                    </a:moveTo>
                    <a:cubicBezTo>
                      <a:pt x="0" y="0"/>
                      <a:pt x="22" y="18"/>
                      <a:pt x="24" y="19"/>
                    </a:cubicBezTo>
                    <a:cubicBezTo>
                      <a:pt x="36" y="29"/>
                      <a:pt x="38" y="42"/>
                      <a:pt x="42" y="57"/>
                    </a:cubicBezTo>
                    <a:cubicBezTo>
                      <a:pt x="42" y="52"/>
                      <a:pt x="31" y="23"/>
                      <a:pt x="24" y="36"/>
                    </a:cubicBezTo>
                    <a:cubicBezTo>
                      <a:pt x="30" y="28"/>
                      <a:pt x="22" y="19"/>
                      <a:pt x="13" y="21"/>
                    </a:cubicBezTo>
                    <a:cubicBezTo>
                      <a:pt x="12" y="13"/>
                      <a:pt x="9" y="15"/>
                      <a:pt x="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4" name="Freeform 967">
                <a:extLst>
                  <a:ext uri="{FF2B5EF4-FFF2-40B4-BE49-F238E27FC236}">
                    <a16:creationId xmlns:a16="http://schemas.microsoft.com/office/drawing/2014/main" id="{D1D27969-C6BE-44E0-85C3-4289185CE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728"/>
                <a:ext cx="118" cy="123"/>
              </a:xfrm>
              <a:custGeom>
                <a:avLst/>
                <a:gdLst>
                  <a:gd name="T0" fmla="*/ 0 w 47"/>
                  <a:gd name="T1" fmla="*/ 0 h 46"/>
                  <a:gd name="T2" fmla="*/ 239 w 47"/>
                  <a:gd name="T3" fmla="*/ 78 h 46"/>
                  <a:gd name="T4" fmla="*/ 459 w 47"/>
                  <a:gd name="T5" fmla="*/ 251 h 46"/>
                  <a:gd name="T6" fmla="*/ 743 w 47"/>
                  <a:gd name="T7" fmla="*/ 880 h 46"/>
                  <a:gd name="T8" fmla="*/ 397 w 47"/>
                  <a:gd name="T9" fmla="*/ 594 h 46"/>
                  <a:gd name="T10" fmla="*/ 429 w 47"/>
                  <a:gd name="T11" fmla="*/ 401 h 46"/>
                  <a:gd name="T12" fmla="*/ 379 w 47"/>
                  <a:gd name="T13" fmla="*/ 308 h 46"/>
                  <a:gd name="T14" fmla="*/ 284 w 47"/>
                  <a:gd name="T15" fmla="*/ 265 h 46"/>
                  <a:gd name="T16" fmla="*/ 208 w 47"/>
                  <a:gd name="T17" fmla="*/ 171 h 46"/>
                  <a:gd name="T18" fmla="*/ 63 w 47"/>
                  <a:gd name="T19" fmla="*/ 21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46">
                    <a:moveTo>
                      <a:pt x="0" y="0"/>
                    </a:moveTo>
                    <a:cubicBezTo>
                      <a:pt x="4" y="3"/>
                      <a:pt x="10" y="2"/>
                      <a:pt x="15" y="4"/>
                    </a:cubicBezTo>
                    <a:cubicBezTo>
                      <a:pt x="20" y="6"/>
                      <a:pt x="25" y="9"/>
                      <a:pt x="29" y="13"/>
                    </a:cubicBezTo>
                    <a:cubicBezTo>
                      <a:pt x="38" y="22"/>
                      <a:pt x="44" y="34"/>
                      <a:pt x="47" y="46"/>
                    </a:cubicBezTo>
                    <a:cubicBezTo>
                      <a:pt x="45" y="39"/>
                      <a:pt x="33" y="20"/>
                      <a:pt x="25" y="31"/>
                    </a:cubicBezTo>
                    <a:cubicBezTo>
                      <a:pt x="27" y="29"/>
                      <a:pt x="28" y="24"/>
                      <a:pt x="27" y="21"/>
                    </a:cubicBezTo>
                    <a:cubicBezTo>
                      <a:pt x="26" y="19"/>
                      <a:pt x="25" y="17"/>
                      <a:pt x="24" y="16"/>
                    </a:cubicBezTo>
                    <a:cubicBezTo>
                      <a:pt x="22" y="14"/>
                      <a:pt x="19" y="15"/>
                      <a:pt x="18" y="14"/>
                    </a:cubicBezTo>
                    <a:cubicBezTo>
                      <a:pt x="16" y="13"/>
                      <a:pt x="15" y="11"/>
                      <a:pt x="13" y="9"/>
                    </a:cubicBezTo>
                    <a:cubicBezTo>
                      <a:pt x="10" y="5"/>
                      <a:pt x="8" y="4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5" name="Freeform 968">
                <a:extLst>
                  <a:ext uri="{FF2B5EF4-FFF2-40B4-BE49-F238E27FC236}">
                    <a16:creationId xmlns:a16="http://schemas.microsoft.com/office/drawing/2014/main" id="{5786389F-6A11-40EF-8B0A-52BCDB09C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528"/>
                <a:ext cx="228" cy="229"/>
              </a:xfrm>
              <a:custGeom>
                <a:avLst/>
                <a:gdLst>
                  <a:gd name="T0" fmla="*/ 0 w 91"/>
                  <a:gd name="T1" fmla="*/ 1624 h 86"/>
                  <a:gd name="T2" fmla="*/ 438 w 91"/>
                  <a:gd name="T3" fmla="*/ 1057 h 86"/>
                  <a:gd name="T4" fmla="*/ 897 w 91"/>
                  <a:gd name="T5" fmla="*/ 759 h 86"/>
                  <a:gd name="T6" fmla="*/ 1288 w 91"/>
                  <a:gd name="T7" fmla="*/ 0 h 86"/>
                  <a:gd name="T8" fmla="*/ 1085 w 91"/>
                  <a:gd name="T9" fmla="*/ 533 h 86"/>
                  <a:gd name="T10" fmla="*/ 646 w 91"/>
                  <a:gd name="T11" fmla="*/ 511 h 86"/>
                  <a:gd name="T12" fmla="*/ 564 w 91"/>
                  <a:gd name="T13" fmla="*/ 772 h 86"/>
                  <a:gd name="T14" fmla="*/ 238 w 91"/>
                  <a:gd name="T15" fmla="*/ 815 h 86"/>
                  <a:gd name="T16" fmla="*/ 283 w 91"/>
                  <a:gd name="T17" fmla="*/ 1036 h 86"/>
                  <a:gd name="T18" fmla="*/ 63 w 91"/>
                  <a:gd name="T19" fmla="*/ 1206 h 86"/>
                  <a:gd name="T20" fmla="*/ 20 w 91"/>
                  <a:gd name="T21" fmla="*/ 1489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86">
                    <a:moveTo>
                      <a:pt x="0" y="86"/>
                    </a:moveTo>
                    <a:cubicBezTo>
                      <a:pt x="12" y="81"/>
                      <a:pt x="19" y="65"/>
                      <a:pt x="28" y="56"/>
                    </a:cubicBezTo>
                    <a:cubicBezTo>
                      <a:pt x="36" y="48"/>
                      <a:pt x="47" y="44"/>
                      <a:pt x="57" y="40"/>
                    </a:cubicBezTo>
                    <a:cubicBezTo>
                      <a:pt x="71" y="33"/>
                      <a:pt x="91" y="19"/>
                      <a:pt x="82" y="0"/>
                    </a:cubicBezTo>
                    <a:cubicBezTo>
                      <a:pt x="79" y="12"/>
                      <a:pt x="80" y="21"/>
                      <a:pt x="69" y="28"/>
                    </a:cubicBezTo>
                    <a:cubicBezTo>
                      <a:pt x="63" y="32"/>
                      <a:pt x="43" y="37"/>
                      <a:pt x="41" y="27"/>
                    </a:cubicBezTo>
                    <a:cubicBezTo>
                      <a:pt x="42" y="34"/>
                      <a:pt x="44" y="37"/>
                      <a:pt x="36" y="41"/>
                    </a:cubicBezTo>
                    <a:cubicBezTo>
                      <a:pt x="30" y="44"/>
                      <a:pt x="22" y="48"/>
                      <a:pt x="15" y="43"/>
                    </a:cubicBezTo>
                    <a:cubicBezTo>
                      <a:pt x="20" y="45"/>
                      <a:pt x="20" y="51"/>
                      <a:pt x="18" y="55"/>
                    </a:cubicBezTo>
                    <a:cubicBezTo>
                      <a:pt x="15" y="62"/>
                      <a:pt x="10" y="63"/>
                      <a:pt x="4" y="64"/>
                    </a:cubicBezTo>
                    <a:cubicBezTo>
                      <a:pt x="8" y="69"/>
                      <a:pt x="2" y="76"/>
                      <a:pt x="1" y="79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6" name="Freeform 969">
                <a:extLst>
                  <a:ext uri="{FF2B5EF4-FFF2-40B4-BE49-F238E27FC236}">
                    <a16:creationId xmlns:a16="http://schemas.microsoft.com/office/drawing/2014/main" id="{2697CB13-9955-4E1B-8AE5-EA3AC54FE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229"/>
                <a:ext cx="92" cy="46"/>
              </a:xfrm>
              <a:custGeom>
                <a:avLst/>
                <a:gdLst>
                  <a:gd name="T0" fmla="*/ 92 w 37"/>
                  <a:gd name="T1" fmla="*/ 0 h 17"/>
                  <a:gd name="T2" fmla="*/ 0 w 37"/>
                  <a:gd name="T3" fmla="*/ 336 h 17"/>
                  <a:gd name="T4" fmla="*/ 569 w 37"/>
                  <a:gd name="T5" fmla="*/ 257 h 17"/>
                  <a:gd name="T6" fmla="*/ 495 w 37"/>
                  <a:gd name="T7" fmla="*/ 235 h 17"/>
                  <a:gd name="T8" fmla="*/ 278 w 37"/>
                  <a:gd name="T9" fmla="*/ 235 h 17"/>
                  <a:gd name="T10" fmla="*/ 137 w 37"/>
                  <a:gd name="T11" fmla="*/ 22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7">
                    <a:moveTo>
                      <a:pt x="6" y="0"/>
                    </a:moveTo>
                    <a:cubicBezTo>
                      <a:pt x="3" y="3"/>
                      <a:pt x="2" y="13"/>
                      <a:pt x="0" y="17"/>
                    </a:cubicBezTo>
                    <a:cubicBezTo>
                      <a:pt x="10" y="13"/>
                      <a:pt x="26" y="11"/>
                      <a:pt x="37" y="13"/>
                    </a:cubicBezTo>
                    <a:cubicBezTo>
                      <a:pt x="35" y="13"/>
                      <a:pt x="34" y="13"/>
                      <a:pt x="32" y="12"/>
                    </a:cubicBezTo>
                    <a:cubicBezTo>
                      <a:pt x="27" y="12"/>
                      <a:pt x="22" y="12"/>
                      <a:pt x="18" y="12"/>
                    </a:cubicBezTo>
                    <a:cubicBezTo>
                      <a:pt x="12" y="11"/>
                      <a:pt x="7" y="6"/>
                      <a:pt x="9" y="1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7" name="Freeform 970">
                <a:extLst>
                  <a:ext uri="{FF2B5EF4-FFF2-40B4-BE49-F238E27FC236}">
                    <a16:creationId xmlns:a16="http://schemas.microsoft.com/office/drawing/2014/main" id="{81BC71D1-2D97-47CC-8423-22760AD24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1515"/>
                <a:ext cx="370" cy="109"/>
              </a:xfrm>
              <a:custGeom>
                <a:avLst/>
                <a:gdLst>
                  <a:gd name="T0" fmla="*/ 0 w 148"/>
                  <a:gd name="T1" fmla="*/ 465 h 41"/>
                  <a:gd name="T2" fmla="*/ 583 w 148"/>
                  <a:gd name="T3" fmla="*/ 431 h 41"/>
                  <a:gd name="T4" fmla="*/ 1175 w 148"/>
                  <a:gd name="T5" fmla="*/ 396 h 41"/>
                  <a:gd name="T6" fmla="*/ 2313 w 148"/>
                  <a:gd name="T7" fmla="*/ 93 h 41"/>
                  <a:gd name="T8" fmla="*/ 2020 w 148"/>
                  <a:gd name="T9" fmla="*/ 340 h 41"/>
                  <a:gd name="T10" fmla="*/ 1688 w 148"/>
                  <a:gd name="T11" fmla="*/ 56 h 41"/>
                  <a:gd name="T12" fmla="*/ 1095 w 148"/>
                  <a:gd name="T13" fmla="*/ 0 h 41"/>
                  <a:gd name="T14" fmla="*/ 970 w 148"/>
                  <a:gd name="T15" fmla="*/ 191 h 41"/>
                  <a:gd name="T16" fmla="*/ 688 w 148"/>
                  <a:gd name="T17" fmla="*/ 35 h 41"/>
                  <a:gd name="T18" fmla="*/ 438 w 148"/>
                  <a:gd name="T19" fmla="*/ 282 h 41"/>
                  <a:gd name="T20" fmla="*/ 33 w 148"/>
                  <a:gd name="T21" fmla="*/ 508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8" h="41">
                    <a:moveTo>
                      <a:pt x="0" y="25"/>
                    </a:moveTo>
                    <a:cubicBezTo>
                      <a:pt x="8" y="41"/>
                      <a:pt x="28" y="25"/>
                      <a:pt x="37" y="23"/>
                    </a:cubicBezTo>
                    <a:cubicBezTo>
                      <a:pt x="50" y="19"/>
                      <a:pt x="62" y="19"/>
                      <a:pt x="75" y="21"/>
                    </a:cubicBezTo>
                    <a:cubicBezTo>
                      <a:pt x="100" y="24"/>
                      <a:pt x="136" y="31"/>
                      <a:pt x="148" y="5"/>
                    </a:cubicBezTo>
                    <a:cubicBezTo>
                      <a:pt x="142" y="10"/>
                      <a:pt x="138" y="16"/>
                      <a:pt x="129" y="18"/>
                    </a:cubicBezTo>
                    <a:cubicBezTo>
                      <a:pt x="118" y="19"/>
                      <a:pt x="108" y="15"/>
                      <a:pt x="108" y="3"/>
                    </a:cubicBezTo>
                    <a:cubicBezTo>
                      <a:pt x="109" y="23"/>
                      <a:pt x="76" y="11"/>
                      <a:pt x="70" y="0"/>
                    </a:cubicBezTo>
                    <a:cubicBezTo>
                      <a:pt x="70" y="7"/>
                      <a:pt x="69" y="11"/>
                      <a:pt x="62" y="10"/>
                    </a:cubicBezTo>
                    <a:cubicBezTo>
                      <a:pt x="57" y="10"/>
                      <a:pt x="45" y="7"/>
                      <a:pt x="44" y="2"/>
                    </a:cubicBezTo>
                    <a:cubicBezTo>
                      <a:pt x="46" y="12"/>
                      <a:pt x="37" y="17"/>
                      <a:pt x="28" y="15"/>
                    </a:cubicBezTo>
                    <a:cubicBezTo>
                      <a:pt x="30" y="21"/>
                      <a:pt x="16" y="33"/>
                      <a:pt x="2" y="27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8" name="Freeform 971">
                <a:extLst>
                  <a:ext uri="{FF2B5EF4-FFF2-40B4-BE49-F238E27FC236}">
                    <a16:creationId xmlns:a16="http://schemas.microsoft.com/office/drawing/2014/main" id="{CF68EE5D-66DA-412F-B2B0-DE9F7B0E9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1208"/>
                <a:ext cx="155" cy="245"/>
              </a:xfrm>
              <a:custGeom>
                <a:avLst/>
                <a:gdLst>
                  <a:gd name="T0" fmla="*/ 408 w 62"/>
                  <a:gd name="T1" fmla="*/ 0 h 92"/>
                  <a:gd name="T2" fmla="*/ 595 w 62"/>
                  <a:gd name="T3" fmla="*/ 170 h 92"/>
                  <a:gd name="T4" fmla="*/ 833 w 62"/>
                  <a:gd name="T5" fmla="*/ 431 h 92"/>
                  <a:gd name="T6" fmla="*/ 863 w 62"/>
                  <a:gd name="T7" fmla="*/ 999 h 92"/>
                  <a:gd name="T8" fmla="*/ 0 w 62"/>
                  <a:gd name="T9" fmla="*/ 1510 h 92"/>
                  <a:gd name="T10" fmla="*/ 688 w 62"/>
                  <a:gd name="T11" fmla="*/ 1057 h 92"/>
                  <a:gd name="T12" fmla="*/ 750 w 62"/>
                  <a:gd name="T13" fmla="*/ 511 h 92"/>
                  <a:gd name="T14" fmla="*/ 675 w 62"/>
                  <a:gd name="T15" fmla="*/ 285 h 92"/>
                  <a:gd name="T16" fmla="*/ 533 w 62"/>
                  <a:gd name="T17" fmla="*/ 93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92">
                    <a:moveTo>
                      <a:pt x="26" y="0"/>
                    </a:moveTo>
                    <a:cubicBezTo>
                      <a:pt x="29" y="4"/>
                      <a:pt x="34" y="6"/>
                      <a:pt x="38" y="9"/>
                    </a:cubicBezTo>
                    <a:cubicBezTo>
                      <a:pt x="43" y="13"/>
                      <a:pt x="49" y="18"/>
                      <a:pt x="53" y="23"/>
                    </a:cubicBezTo>
                    <a:cubicBezTo>
                      <a:pt x="62" y="32"/>
                      <a:pt x="59" y="43"/>
                      <a:pt x="55" y="53"/>
                    </a:cubicBezTo>
                    <a:cubicBezTo>
                      <a:pt x="45" y="73"/>
                      <a:pt x="21" y="92"/>
                      <a:pt x="0" y="80"/>
                    </a:cubicBezTo>
                    <a:cubicBezTo>
                      <a:pt x="17" y="83"/>
                      <a:pt x="36" y="71"/>
                      <a:pt x="44" y="56"/>
                    </a:cubicBezTo>
                    <a:cubicBezTo>
                      <a:pt x="49" y="48"/>
                      <a:pt x="49" y="37"/>
                      <a:pt x="48" y="27"/>
                    </a:cubicBezTo>
                    <a:cubicBezTo>
                      <a:pt x="47" y="23"/>
                      <a:pt x="45" y="18"/>
                      <a:pt x="43" y="15"/>
                    </a:cubicBezTo>
                    <a:cubicBezTo>
                      <a:pt x="41" y="12"/>
                      <a:pt x="37" y="6"/>
                      <a:pt x="34" y="5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9" name="Freeform 972">
                <a:extLst>
                  <a:ext uri="{FF2B5EF4-FFF2-40B4-BE49-F238E27FC236}">
                    <a16:creationId xmlns:a16="http://schemas.microsoft.com/office/drawing/2014/main" id="{47B75742-8592-49A2-BB4D-F80242713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1224"/>
                <a:ext cx="60" cy="96"/>
              </a:xfrm>
              <a:custGeom>
                <a:avLst/>
                <a:gdLst>
                  <a:gd name="T0" fmla="*/ 0 w 24"/>
                  <a:gd name="T1" fmla="*/ 341 h 36"/>
                  <a:gd name="T2" fmla="*/ 375 w 24"/>
                  <a:gd name="T3" fmla="*/ 0 h 36"/>
                  <a:gd name="T4" fmla="*/ 283 w 24"/>
                  <a:gd name="T5" fmla="*/ 320 h 36"/>
                  <a:gd name="T6" fmla="*/ 158 w 24"/>
                  <a:gd name="T7" fmla="*/ 683 h 36"/>
                  <a:gd name="T8" fmla="*/ 95 w 24"/>
                  <a:gd name="T9" fmla="*/ 37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6">
                    <a:moveTo>
                      <a:pt x="0" y="18"/>
                    </a:moveTo>
                    <a:cubicBezTo>
                      <a:pt x="11" y="15"/>
                      <a:pt x="18" y="11"/>
                      <a:pt x="24" y="0"/>
                    </a:cubicBezTo>
                    <a:cubicBezTo>
                      <a:pt x="21" y="6"/>
                      <a:pt x="21" y="11"/>
                      <a:pt x="18" y="17"/>
                    </a:cubicBezTo>
                    <a:cubicBezTo>
                      <a:pt x="16" y="24"/>
                      <a:pt x="12" y="30"/>
                      <a:pt x="10" y="36"/>
                    </a:cubicBezTo>
                    <a:cubicBezTo>
                      <a:pt x="12" y="33"/>
                      <a:pt x="12" y="20"/>
                      <a:pt x="6" y="20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0" name="Freeform 973">
                <a:extLst>
                  <a:ext uri="{FF2B5EF4-FFF2-40B4-BE49-F238E27FC236}">
                    <a16:creationId xmlns:a16="http://schemas.microsoft.com/office/drawing/2014/main" id="{CF4947A2-CBF2-46D4-85DE-F942E2379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1352"/>
                <a:ext cx="220" cy="96"/>
              </a:xfrm>
              <a:custGeom>
                <a:avLst/>
                <a:gdLst>
                  <a:gd name="T0" fmla="*/ 0 w 88"/>
                  <a:gd name="T1" fmla="*/ 0 h 36"/>
                  <a:gd name="T2" fmla="*/ 720 w 88"/>
                  <a:gd name="T3" fmla="*/ 491 h 36"/>
                  <a:gd name="T4" fmla="*/ 1083 w 88"/>
                  <a:gd name="T5" fmla="*/ 661 h 36"/>
                  <a:gd name="T6" fmla="*/ 1375 w 88"/>
                  <a:gd name="T7" fmla="*/ 435 h 36"/>
                  <a:gd name="T8" fmla="*/ 1095 w 88"/>
                  <a:gd name="T9" fmla="*/ 568 h 36"/>
                  <a:gd name="T10" fmla="*/ 1000 w 88"/>
                  <a:gd name="T11" fmla="*/ 307 h 36"/>
                  <a:gd name="T12" fmla="*/ 595 w 88"/>
                  <a:gd name="T13" fmla="*/ 149 h 36"/>
                  <a:gd name="T14" fmla="*/ 63 w 88"/>
                  <a:gd name="T15" fmla="*/ 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36">
                    <a:moveTo>
                      <a:pt x="0" y="0"/>
                    </a:moveTo>
                    <a:cubicBezTo>
                      <a:pt x="4" y="24"/>
                      <a:pt x="27" y="21"/>
                      <a:pt x="46" y="26"/>
                    </a:cubicBezTo>
                    <a:cubicBezTo>
                      <a:pt x="53" y="29"/>
                      <a:pt x="61" y="33"/>
                      <a:pt x="69" y="35"/>
                    </a:cubicBezTo>
                    <a:cubicBezTo>
                      <a:pt x="79" y="36"/>
                      <a:pt x="83" y="32"/>
                      <a:pt x="88" y="23"/>
                    </a:cubicBezTo>
                    <a:cubicBezTo>
                      <a:pt x="84" y="27"/>
                      <a:pt x="76" y="32"/>
                      <a:pt x="70" y="30"/>
                    </a:cubicBezTo>
                    <a:cubicBezTo>
                      <a:pt x="65" y="27"/>
                      <a:pt x="62" y="21"/>
                      <a:pt x="64" y="16"/>
                    </a:cubicBezTo>
                    <a:cubicBezTo>
                      <a:pt x="57" y="25"/>
                      <a:pt x="36" y="21"/>
                      <a:pt x="38" y="8"/>
                    </a:cubicBezTo>
                    <a:cubicBezTo>
                      <a:pt x="25" y="21"/>
                      <a:pt x="16" y="7"/>
                      <a:pt x="4" y="0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1" name="Freeform 974">
                <a:extLst>
                  <a:ext uri="{FF2B5EF4-FFF2-40B4-BE49-F238E27FC236}">
                    <a16:creationId xmlns:a16="http://schemas.microsoft.com/office/drawing/2014/main" id="{914E07C2-618C-40CC-AFF7-46B685547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336"/>
                <a:ext cx="280" cy="99"/>
              </a:xfrm>
              <a:custGeom>
                <a:avLst/>
                <a:gdLst>
                  <a:gd name="T0" fmla="*/ 0 w 112"/>
                  <a:gd name="T1" fmla="*/ 385 h 37"/>
                  <a:gd name="T2" fmla="*/ 500 w 112"/>
                  <a:gd name="T3" fmla="*/ 458 h 37"/>
                  <a:gd name="T4" fmla="*/ 1020 w 112"/>
                  <a:gd name="T5" fmla="*/ 516 h 37"/>
                  <a:gd name="T6" fmla="*/ 1363 w 112"/>
                  <a:gd name="T7" fmla="*/ 650 h 37"/>
                  <a:gd name="T8" fmla="*/ 1750 w 112"/>
                  <a:gd name="T9" fmla="*/ 629 h 37"/>
                  <a:gd name="T10" fmla="*/ 1488 w 112"/>
                  <a:gd name="T11" fmla="*/ 0 h 37"/>
                  <a:gd name="T12" fmla="*/ 1363 w 112"/>
                  <a:gd name="T13" fmla="*/ 444 h 37"/>
                  <a:gd name="T14" fmla="*/ 1113 w 112"/>
                  <a:gd name="T15" fmla="*/ 209 h 37"/>
                  <a:gd name="T16" fmla="*/ 958 w 112"/>
                  <a:gd name="T17" fmla="*/ 385 h 37"/>
                  <a:gd name="T18" fmla="*/ 688 w 112"/>
                  <a:gd name="T19" fmla="*/ 171 h 37"/>
                  <a:gd name="T20" fmla="*/ 438 w 112"/>
                  <a:gd name="T21" fmla="*/ 321 h 37"/>
                  <a:gd name="T22" fmla="*/ 220 w 112"/>
                  <a:gd name="T23" fmla="*/ 286 h 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2" h="37">
                    <a:moveTo>
                      <a:pt x="0" y="20"/>
                    </a:moveTo>
                    <a:cubicBezTo>
                      <a:pt x="9" y="24"/>
                      <a:pt x="23" y="23"/>
                      <a:pt x="32" y="24"/>
                    </a:cubicBezTo>
                    <a:cubicBezTo>
                      <a:pt x="43" y="24"/>
                      <a:pt x="54" y="25"/>
                      <a:pt x="65" y="27"/>
                    </a:cubicBezTo>
                    <a:cubicBezTo>
                      <a:pt x="73" y="28"/>
                      <a:pt x="79" y="31"/>
                      <a:pt x="87" y="34"/>
                    </a:cubicBezTo>
                    <a:cubicBezTo>
                      <a:pt x="93" y="37"/>
                      <a:pt x="106" y="37"/>
                      <a:pt x="112" y="33"/>
                    </a:cubicBezTo>
                    <a:cubicBezTo>
                      <a:pt x="98" y="26"/>
                      <a:pt x="96" y="13"/>
                      <a:pt x="95" y="0"/>
                    </a:cubicBezTo>
                    <a:cubicBezTo>
                      <a:pt x="93" y="6"/>
                      <a:pt x="95" y="20"/>
                      <a:pt x="87" y="23"/>
                    </a:cubicBezTo>
                    <a:cubicBezTo>
                      <a:pt x="80" y="25"/>
                      <a:pt x="70" y="18"/>
                      <a:pt x="71" y="11"/>
                    </a:cubicBezTo>
                    <a:cubicBezTo>
                      <a:pt x="68" y="15"/>
                      <a:pt x="66" y="20"/>
                      <a:pt x="61" y="20"/>
                    </a:cubicBezTo>
                    <a:cubicBezTo>
                      <a:pt x="54" y="20"/>
                      <a:pt x="47" y="15"/>
                      <a:pt x="44" y="9"/>
                    </a:cubicBezTo>
                    <a:cubicBezTo>
                      <a:pt x="38" y="14"/>
                      <a:pt x="36" y="18"/>
                      <a:pt x="28" y="17"/>
                    </a:cubicBezTo>
                    <a:cubicBezTo>
                      <a:pt x="23" y="17"/>
                      <a:pt x="18" y="15"/>
                      <a:pt x="14" y="15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2" name="Freeform 975">
                <a:extLst>
                  <a:ext uri="{FF2B5EF4-FFF2-40B4-BE49-F238E27FC236}">
                    <a16:creationId xmlns:a16="http://schemas.microsoft.com/office/drawing/2014/main" id="{43249060-87EA-4DF5-826C-699E858AD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840"/>
                <a:ext cx="343" cy="360"/>
              </a:xfrm>
              <a:custGeom>
                <a:avLst/>
                <a:gdLst>
                  <a:gd name="T0" fmla="*/ 1943 w 137"/>
                  <a:gd name="T1" fmla="*/ 0 h 135"/>
                  <a:gd name="T2" fmla="*/ 1993 w 137"/>
                  <a:gd name="T3" fmla="*/ 1344 h 135"/>
                  <a:gd name="T4" fmla="*/ 1585 w 137"/>
                  <a:gd name="T5" fmla="*/ 1856 h 135"/>
                  <a:gd name="T6" fmla="*/ 814 w 137"/>
                  <a:gd name="T7" fmla="*/ 2389 h 135"/>
                  <a:gd name="T8" fmla="*/ 0 w 137"/>
                  <a:gd name="T9" fmla="*/ 2424 h 135"/>
                  <a:gd name="T10" fmla="*/ 1004 w 137"/>
                  <a:gd name="T11" fmla="*/ 2013 h 135"/>
                  <a:gd name="T12" fmla="*/ 1680 w 137"/>
                  <a:gd name="T13" fmla="*/ 1501 h 135"/>
                  <a:gd name="T14" fmla="*/ 1943 w 137"/>
                  <a:gd name="T15" fmla="*/ 0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7" h="135">
                    <a:moveTo>
                      <a:pt x="124" y="0"/>
                    </a:moveTo>
                    <a:cubicBezTo>
                      <a:pt x="125" y="22"/>
                      <a:pt x="137" y="53"/>
                      <a:pt x="127" y="71"/>
                    </a:cubicBezTo>
                    <a:cubicBezTo>
                      <a:pt x="116" y="90"/>
                      <a:pt x="108" y="88"/>
                      <a:pt x="101" y="98"/>
                    </a:cubicBezTo>
                    <a:cubicBezTo>
                      <a:pt x="94" y="108"/>
                      <a:pt x="69" y="121"/>
                      <a:pt x="52" y="126"/>
                    </a:cubicBezTo>
                    <a:cubicBezTo>
                      <a:pt x="35" y="132"/>
                      <a:pt x="7" y="135"/>
                      <a:pt x="0" y="128"/>
                    </a:cubicBezTo>
                    <a:cubicBezTo>
                      <a:pt x="17" y="129"/>
                      <a:pt x="51" y="117"/>
                      <a:pt x="64" y="106"/>
                    </a:cubicBezTo>
                    <a:cubicBezTo>
                      <a:pt x="76" y="95"/>
                      <a:pt x="91" y="91"/>
                      <a:pt x="107" y="79"/>
                    </a:cubicBezTo>
                    <a:cubicBezTo>
                      <a:pt x="122" y="66"/>
                      <a:pt x="133" y="26"/>
                      <a:pt x="1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3" name="Freeform 976">
                <a:extLst>
                  <a:ext uri="{FF2B5EF4-FFF2-40B4-BE49-F238E27FC236}">
                    <a16:creationId xmlns:a16="http://schemas.microsoft.com/office/drawing/2014/main" id="{0D7A7569-4BD9-452D-BEF7-5CB38F426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1960"/>
                <a:ext cx="517" cy="429"/>
              </a:xfrm>
              <a:custGeom>
                <a:avLst/>
                <a:gdLst>
                  <a:gd name="T0" fmla="*/ 0 w 207"/>
                  <a:gd name="T1" fmla="*/ 2990 h 161"/>
                  <a:gd name="T2" fmla="*/ 2165 w 207"/>
                  <a:gd name="T3" fmla="*/ 2286 h 161"/>
                  <a:gd name="T4" fmla="*/ 2882 w 207"/>
                  <a:gd name="T5" fmla="*/ 1420 h 161"/>
                  <a:gd name="T6" fmla="*/ 3162 w 207"/>
                  <a:gd name="T7" fmla="*/ 434 h 161"/>
                  <a:gd name="T8" fmla="*/ 3182 w 207"/>
                  <a:gd name="T9" fmla="*/ 0 h 161"/>
                  <a:gd name="T10" fmla="*/ 3025 w 207"/>
                  <a:gd name="T11" fmla="*/ 624 h 161"/>
                  <a:gd name="T12" fmla="*/ 2662 w 207"/>
                  <a:gd name="T13" fmla="*/ 1513 h 161"/>
                  <a:gd name="T14" fmla="*/ 2195 w 207"/>
                  <a:gd name="T15" fmla="*/ 1932 h 161"/>
                  <a:gd name="T16" fmla="*/ 1841 w 207"/>
                  <a:gd name="T17" fmla="*/ 2363 h 161"/>
                  <a:gd name="T18" fmla="*/ 0 w 207"/>
                  <a:gd name="T19" fmla="*/ 2990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7" h="161">
                    <a:moveTo>
                      <a:pt x="0" y="158"/>
                    </a:moveTo>
                    <a:cubicBezTo>
                      <a:pt x="25" y="158"/>
                      <a:pt x="104" y="147"/>
                      <a:pt x="139" y="121"/>
                    </a:cubicBezTo>
                    <a:cubicBezTo>
                      <a:pt x="173" y="95"/>
                      <a:pt x="181" y="86"/>
                      <a:pt x="185" y="75"/>
                    </a:cubicBezTo>
                    <a:cubicBezTo>
                      <a:pt x="190" y="63"/>
                      <a:pt x="200" y="35"/>
                      <a:pt x="203" y="23"/>
                    </a:cubicBezTo>
                    <a:cubicBezTo>
                      <a:pt x="207" y="11"/>
                      <a:pt x="204" y="0"/>
                      <a:pt x="204" y="0"/>
                    </a:cubicBezTo>
                    <a:cubicBezTo>
                      <a:pt x="202" y="15"/>
                      <a:pt x="198" y="19"/>
                      <a:pt x="194" y="33"/>
                    </a:cubicBezTo>
                    <a:cubicBezTo>
                      <a:pt x="190" y="46"/>
                      <a:pt x="182" y="68"/>
                      <a:pt x="171" y="80"/>
                    </a:cubicBezTo>
                    <a:cubicBezTo>
                      <a:pt x="160" y="91"/>
                      <a:pt x="144" y="103"/>
                      <a:pt x="141" y="102"/>
                    </a:cubicBezTo>
                    <a:cubicBezTo>
                      <a:pt x="143" y="108"/>
                      <a:pt x="132" y="123"/>
                      <a:pt x="118" y="125"/>
                    </a:cubicBezTo>
                    <a:cubicBezTo>
                      <a:pt x="115" y="132"/>
                      <a:pt x="27" y="161"/>
                      <a:pt x="0" y="158"/>
                    </a:cubicBezTo>
                    <a:close/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4" name="Freeform 977">
                <a:extLst>
                  <a:ext uri="{FF2B5EF4-FFF2-40B4-BE49-F238E27FC236}">
                    <a16:creationId xmlns:a16="http://schemas.microsoft.com/office/drawing/2014/main" id="{9C6B2FDF-3745-48A0-A4FD-C3C6FA8C6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347"/>
                <a:ext cx="305" cy="40"/>
              </a:xfrm>
              <a:custGeom>
                <a:avLst/>
                <a:gdLst>
                  <a:gd name="T0" fmla="*/ 0 w 122"/>
                  <a:gd name="T1" fmla="*/ 35 h 15"/>
                  <a:gd name="T2" fmla="*/ 845 w 122"/>
                  <a:gd name="T3" fmla="*/ 227 h 15"/>
                  <a:gd name="T4" fmla="*/ 1333 w 122"/>
                  <a:gd name="T5" fmla="*/ 227 h 15"/>
                  <a:gd name="T6" fmla="*/ 1908 w 122"/>
                  <a:gd name="T7" fmla="*/ 227 h 15"/>
                  <a:gd name="T8" fmla="*/ 1520 w 122"/>
                  <a:gd name="T9" fmla="*/ 0 h 15"/>
                  <a:gd name="T10" fmla="*/ 1333 w 122"/>
                  <a:gd name="T11" fmla="*/ 171 h 15"/>
                  <a:gd name="T12" fmla="*/ 1083 w 122"/>
                  <a:gd name="T13" fmla="*/ 56 h 15"/>
                  <a:gd name="T14" fmla="*/ 658 w 122"/>
                  <a:gd name="T15" fmla="*/ 21 h 15"/>
                  <a:gd name="T16" fmla="*/ 238 w 122"/>
                  <a:gd name="T17" fmla="*/ 7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2" h="15">
                    <a:moveTo>
                      <a:pt x="0" y="2"/>
                    </a:moveTo>
                    <a:cubicBezTo>
                      <a:pt x="19" y="5"/>
                      <a:pt x="36" y="8"/>
                      <a:pt x="54" y="12"/>
                    </a:cubicBezTo>
                    <a:cubicBezTo>
                      <a:pt x="64" y="13"/>
                      <a:pt x="75" y="13"/>
                      <a:pt x="85" y="12"/>
                    </a:cubicBezTo>
                    <a:cubicBezTo>
                      <a:pt x="97" y="12"/>
                      <a:pt x="110" y="15"/>
                      <a:pt x="122" y="12"/>
                    </a:cubicBezTo>
                    <a:cubicBezTo>
                      <a:pt x="112" y="11"/>
                      <a:pt x="95" y="15"/>
                      <a:pt x="97" y="0"/>
                    </a:cubicBezTo>
                    <a:cubicBezTo>
                      <a:pt x="92" y="2"/>
                      <a:pt x="90" y="8"/>
                      <a:pt x="85" y="9"/>
                    </a:cubicBezTo>
                    <a:cubicBezTo>
                      <a:pt x="80" y="10"/>
                      <a:pt x="72" y="7"/>
                      <a:pt x="69" y="3"/>
                    </a:cubicBezTo>
                    <a:cubicBezTo>
                      <a:pt x="64" y="4"/>
                      <a:pt x="43" y="14"/>
                      <a:pt x="42" y="1"/>
                    </a:cubicBezTo>
                    <a:cubicBezTo>
                      <a:pt x="36" y="4"/>
                      <a:pt x="20" y="6"/>
                      <a:pt x="15" y="4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5" name="Freeform 978">
                <a:extLst>
                  <a:ext uri="{FF2B5EF4-FFF2-40B4-BE49-F238E27FC236}">
                    <a16:creationId xmlns:a16="http://schemas.microsoft.com/office/drawing/2014/main" id="{5F143B9A-E758-4418-9FCD-8F00A3507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571"/>
                <a:ext cx="687" cy="466"/>
              </a:xfrm>
              <a:custGeom>
                <a:avLst/>
                <a:gdLst>
                  <a:gd name="T0" fmla="*/ 250 w 275"/>
                  <a:gd name="T1" fmla="*/ 2660 h 175"/>
                  <a:gd name="T2" fmla="*/ 4287 w 275"/>
                  <a:gd name="T3" fmla="*/ 136 h 175"/>
                  <a:gd name="T4" fmla="*/ 3995 w 275"/>
                  <a:gd name="T5" fmla="*/ 21 h 175"/>
                  <a:gd name="T6" fmla="*/ 1167 w 275"/>
                  <a:gd name="T7" fmla="*/ 1092 h 175"/>
                  <a:gd name="T8" fmla="*/ 137 w 275"/>
                  <a:gd name="T9" fmla="*/ 3305 h 175"/>
                  <a:gd name="T10" fmla="*/ 250 w 275"/>
                  <a:gd name="T11" fmla="*/ 266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175">
                    <a:moveTo>
                      <a:pt x="16" y="141"/>
                    </a:moveTo>
                    <a:cubicBezTo>
                      <a:pt x="42" y="63"/>
                      <a:pt x="169" y="20"/>
                      <a:pt x="275" y="7"/>
                    </a:cubicBezTo>
                    <a:cubicBezTo>
                      <a:pt x="274" y="6"/>
                      <a:pt x="269" y="2"/>
                      <a:pt x="256" y="1"/>
                    </a:cubicBezTo>
                    <a:cubicBezTo>
                      <a:pt x="238" y="0"/>
                      <a:pt x="172" y="1"/>
                      <a:pt x="75" y="58"/>
                    </a:cubicBezTo>
                    <a:cubicBezTo>
                      <a:pt x="11" y="95"/>
                      <a:pt x="0" y="143"/>
                      <a:pt x="9" y="175"/>
                    </a:cubicBezTo>
                    <a:cubicBezTo>
                      <a:pt x="8" y="162"/>
                      <a:pt x="14" y="149"/>
                      <a:pt x="16" y="141"/>
                    </a:cubicBezTo>
                    <a:close/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6" name="Freeform 979">
                <a:extLst>
                  <a:ext uri="{FF2B5EF4-FFF2-40B4-BE49-F238E27FC236}">
                    <a16:creationId xmlns:a16="http://schemas.microsoft.com/office/drawing/2014/main" id="{A38D639E-04D3-4AB9-A1F8-0D774CB36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1667"/>
                <a:ext cx="253" cy="210"/>
              </a:xfrm>
              <a:custGeom>
                <a:avLst/>
                <a:gdLst>
                  <a:gd name="T0" fmla="*/ 0 w 101"/>
                  <a:gd name="T1" fmla="*/ 1483 h 79"/>
                  <a:gd name="T2" fmla="*/ 50 w 101"/>
                  <a:gd name="T3" fmla="*/ 997 h 79"/>
                  <a:gd name="T4" fmla="*/ 458 w 101"/>
                  <a:gd name="T5" fmla="*/ 622 h 79"/>
                  <a:gd name="T6" fmla="*/ 879 w 101"/>
                  <a:gd name="T7" fmla="*/ 261 h 79"/>
                  <a:gd name="T8" fmla="*/ 1130 w 101"/>
                  <a:gd name="T9" fmla="*/ 282 h 79"/>
                  <a:gd name="T10" fmla="*/ 1350 w 101"/>
                  <a:gd name="T11" fmla="*/ 0 h 79"/>
                  <a:gd name="T12" fmla="*/ 1588 w 101"/>
                  <a:gd name="T13" fmla="*/ 35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79">
                    <a:moveTo>
                      <a:pt x="0" y="79"/>
                    </a:moveTo>
                    <a:cubicBezTo>
                      <a:pt x="4" y="71"/>
                      <a:pt x="5" y="61"/>
                      <a:pt x="3" y="53"/>
                    </a:cubicBezTo>
                    <a:cubicBezTo>
                      <a:pt x="11" y="72"/>
                      <a:pt x="26" y="39"/>
                      <a:pt x="29" y="33"/>
                    </a:cubicBezTo>
                    <a:cubicBezTo>
                      <a:pt x="42" y="46"/>
                      <a:pt x="52" y="23"/>
                      <a:pt x="56" y="14"/>
                    </a:cubicBezTo>
                    <a:cubicBezTo>
                      <a:pt x="60" y="20"/>
                      <a:pt x="66" y="18"/>
                      <a:pt x="72" y="15"/>
                    </a:cubicBezTo>
                    <a:cubicBezTo>
                      <a:pt x="80" y="11"/>
                      <a:pt x="80" y="2"/>
                      <a:pt x="86" y="0"/>
                    </a:cubicBezTo>
                    <a:cubicBezTo>
                      <a:pt x="89" y="5"/>
                      <a:pt x="96" y="4"/>
                      <a:pt x="101" y="2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7" name="Freeform 980">
                <a:extLst>
                  <a:ext uri="{FF2B5EF4-FFF2-40B4-BE49-F238E27FC236}">
                    <a16:creationId xmlns:a16="http://schemas.microsoft.com/office/drawing/2014/main" id="{C73B06C3-7FF7-4B71-8766-39C57C522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1533"/>
                <a:ext cx="218" cy="86"/>
              </a:xfrm>
              <a:custGeom>
                <a:avLst/>
                <a:gdLst>
                  <a:gd name="T0" fmla="*/ 0 w 87"/>
                  <a:gd name="T1" fmla="*/ 621 h 32"/>
                  <a:gd name="T2" fmla="*/ 566 w 87"/>
                  <a:gd name="T3" fmla="*/ 175 h 32"/>
                  <a:gd name="T4" fmla="*/ 834 w 87"/>
                  <a:gd name="T5" fmla="*/ 290 h 32"/>
                  <a:gd name="T6" fmla="*/ 942 w 87"/>
                  <a:gd name="T7" fmla="*/ 94 h 32"/>
                  <a:gd name="T8" fmla="*/ 1035 w 87"/>
                  <a:gd name="T9" fmla="*/ 0 h 32"/>
                  <a:gd name="T10" fmla="*/ 1368 w 87"/>
                  <a:gd name="T11" fmla="*/ 347 h 32"/>
                  <a:gd name="T12" fmla="*/ 271 w 87"/>
                  <a:gd name="T13" fmla="*/ 527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32">
                    <a:moveTo>
                      <a:pt x="0" y="32"/>
                    </a:moveTo>
                    <a:cubicBezTo>
                      <a:pt x="12" y="29"/>
                      <a:pt x="31" y="21"/>
                      <a:pt x="36" y="9"/>
                    </a:cubicBezTo>
                    <a:cubicBezTo>
                      <a:pt x="38" y="15"/>
                      <a:pt x="47" y="19"/>
                      <a:pt x="53" y="15"/>
                    </a:cubicBezTo>
                    <a:cubicBezTo>
                      <a:pt x="56" y="13"/>
                      <a:pt x="58" y="8"/>
                      <a:pt x="60" y="5"/>
                    </a:cubicBezTo>
                    <a:cubicBezTo>
                      <a:pt x="63" y="8"/>
                      <a:pt x="66" y="4"/>
                      <a:pt x="66" y="0"/>
                    </a:cubicBezTo>
                    <a:cubicBezTo>
                      <a:pt x="67" y="8"/>
                      <a:pt x="80" y="15"/>
                      <a:pt x="87" y="18"/>
                    </a:cubicBezTo>
                    <a:cubicBezTo>
                      <a:pt x="64" y="25"/>
                      <a:pt x="40" y="18"/>
                      <a:pt x="17" y="27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8" name="Freeform 981">
                <a:extLst>
                  <a:ext uri="{FF2B5EF4-FFF2-40B4-BE49-F238E27FC236}">
                    <a16:creationId xmlns:a16="http://schemas.microsoft.com/office/drawing/2014/main" id="{74045BB2-5E9B-4542-B207-A871A919C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253"/>
                <a:ext cx="48" cy="80"/>
              </a:xfrm>
              <a:custGeom>
                <a:avLst/>
                <a:gdLst>
                  <a:gd name="T0" fmla="*/ 255 w 19"/>
                  <a:gd name="T1" fmla="*/ 192 h 30"/>
                  <a:gd name="T2" fmla="*/ 33 w 19"/>
                  <a:gd name="T3" fmla="*/ 568 h 30"/>
                  <a:gd name="T4" fmla="*/ 20 w 19"/>
                  <a:gd name="T5" fmla="*/ 376 h 30"/>
                  <a:gd name="T6" fmla="*/ 306 w 19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0">
                    <a:moveTo>
                      <a:pt x="16" y="10"/>
                    </a:moveTo>
                    <a:cubicBezTo>
                      <a:pt x="16" y="22"/>
                      <a:pt x="11" y="26"/>
                      <a:pt x="2" y="30"/>
                    </a:cubicBezTo>
                    <a:cubicBezTo>
                      <a:pt x="1" y="27"/>
                      <a:pt x="0" y="24"/>
                      <a:pt x="1" y="20"/>
                    </a:cubicBezTo>
                    <a:cubicBezTo>
                      <a:pt x="13" y="18"/>
                      <a:pt x="10" y="4"/>
                      <a:pt x="19" y="0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9" name="Freeform 982">
                <a:extLst>
                  <a:ext uri="{FF2B5EF4-FFF2-40B4-BE49-F238E27FC236}">
                    <a16:creationId xmlns:a16="http://schemas.microsoft.com/office/drawing/2014/main" id="{64728FAC-7C80-4D96-855C-752FDECB9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173"/>
                <a:ext cx="52" cy="59"/>
              </a:xfrm>
              <a:custGeom>
                <a:avLst/>
                <a:gdLst>
                  <a:gd name="T0" fmla="*/ 30 w 21"/>
                  <a:gd name="T1" fmla="*/ 172 h 22"/>
                  <a:gd name="T2" fmla="*/ 319 w 21"/>
                  <a:gd name="T3" fmla="*/ 252 h 22"/>
                  <a:gd name="T4" fmla="*/ 228 w 21"/>
                  <a:gd name="T5" fmla="*/ 0 h 22"/>
                  <a:gd name="T6" fmla="*/ 62 w 21"/>
                  <a:gd name="T7" fmla="*/ 17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2" y="9"/>
                    </a:moveTo>
                    <a:cubicBezTo>
                      <a:pt x="0" y="22"/>
                      <a:pt x="18" y="18"/>
                      <a:pt x="21" y="13"/>
                    </a:cubicBezTo>
                    <a:cubicBezTo>
                      <a:pt x="16" y="10"/>
                      <a:pt x="16" y="5"/>
                      <a:pt x="15" y="0"/>
                    </a:cubicBezTo>
                    <a:cubicBezTo>
                      <a:pt x="15" y="7"/>
                      <a:pt x="11" y="10"/>
                      <a:pt x="4" y="9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0" name="Freeform 983">
                <a:extLst>
                  <a:ext uri="{FF2B5EF4-FFF2-40B4-BE49-F238E27FC236}">
                    <a16:creationId xmlns:a16="http://schemas.microsoft.com/office/drawing/2014/main" id="{9664EBF2-5A22-4975-B656-6284E6E5D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144"/>
                <a:ext cx="47" cy="21"/>
              </a:xfrm>
              <a:custGeom>
                <a:avLst/>
                <a:gdLst>
                  <a:gd name="T0" fmla="*/ 0 w 19"/>
                  <a:gd name="T1" fmla="*/ 123 h 8"/>
                  <a:gd name="T2" fmla="*/ 166 w 19"/>
                  <a:gd name="T3" fmla="*/ 144 h 8"/>
                  <a:gd name="T4" fmla="*/ 287 w 1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0" y="7"/>
                    </a:moveTo>
                    <a:cubicBezTo>
                      <a:pt x="4" y="6"/>
                      <a:pt x="11" y="2"/>
                      <a:pt x="11" y="8"/>
                    </a:cubicBezTo>
                    <a:cubicBezTo>
                      <a:pt x="12" y="5"/>
                      <a:pt x="14" y="1"/>
                      <a:pt x="19" y="0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1" name="Freeform 984">
                <a:extLst>
                  <a:ext uri="{FF2B5EF4-FFF2-40B4-BE49-F238E27FC236}">
                    <a16:creationId xmlns:a16="http://schemas.microsoft.com/office/drawing/2014/main" id="{294C7254-2EBF-41C3-8237-A25FBC646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371"/>
                <a:ext cx="47" cy="202"/>
              </a:xfrm>
              <a:custGeom>
                <a:avLst/>
                <a:gdLst>
                  <a:gd name="T0" fmla="*/ 215 w 19"/>
                  <a:gd name="T1" fmla="*/ 0 h 76"/>
                  <a:gd name="T2" fmla="*/ 275 w 19"/>
                  <a:gd name="T3" fmla="*/ 361 h 76"/>
                  <a:gd name="T4" fmla="*/ 215 w 19"/>
                  <a:gd name="T5" fmla="*/ 486 h 76"/>
                  <a:gd name="T6" fmla="*/ 215 w 19"/>
                  <a:gd name="T7" fmla="*/ 635 h 76"/>
                  <a:gd name="T8" fmla="*/ 0 w 19"/>
                  <a:gd name="T9" fmla="*/ 1427 h 76"/>
                  <a:gd name="T10" fmla="*/ 134 w 19"/>
                  <a:gd name="T11" fmla="*/ 960 h 76"/>
                  <a:gd name="T12" fmla="*/ 42 w 19"/>
                  <a:gd name="T13" fmla="*/ 712 h 76"/>
                  <a:gd name="T14" fmla="*/ 42 w 19"/>
                  <a:gd name="T15" fmla="*/ 247 h 76"/>
                  <a:gd name="T16" fmla="*/ 195 w 19"/>
                  <a:gd name="T17" fmla="*/ 56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76">
                    <a:moveTo>
                      <a:pt x="14" y="0"/>
                    </a:moveTo>
                    <a:cubicBezTo>
                      <a:pt x="16" y="6"/>
                      <a:pt x="19" y="13"/>
                      <a:pt x="18" y="19"/>
                    </a:cubicBezTo>
                    <a:cubicBezTo>
                      <a:pt x="17" y="21"/>
                      <a:pt x="14" y="23"/>
                      <a:pt x="14" y="26"/>
                    </a:cubicBezTo>
                    <a:cubicBezTo>
                      <a:pt x="13" y="29"/>
                      <a:pt x="14" y="32"/>
                      <a:pt x="14" y="34"/>
                    </a:cubicBezTo>
                    <a:cubicBezTo>
                      <a:pt x="13" y="48"/>
                      <a:pt x="17" y="69"/>
                      <a:pt x="0" y="76"/>
                    </a:cubicBezTo>
                    <a:cubicBezTo>
                      <a:pt x="3" y="69"/>
                      <a:pt x="9" y="59"/>
                      <a:pt x="9" y="51"/>
                    </a:cubicBezTo>
                    <a:cubicBezTo>
                      <a:pt x="8" y="44"/>
                      <a:pt x="5" y="44"/>
                      <a:pt x="3" y="38"/>
                    </a:cubicBezTo>
                    <a:cubicBezTo>
                      <a:pt x="1" y="32"/>
                      <a:pt x="18" y="15"/>
                      <a:pt x="3" y="13"/>
                    </a:cubicBezTo>
                    <a:cubicBezTo>
                      <a:pt x="6" y="10"/>
                      <a:pt x="12" y="9"/>
                      <a:pt x="13" y="3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2" name="Freeform 985">
                <a:extLst>
                  <a:ext uri="{FF2B5EF4-FFF2-40B4-BE49-F238E27FC236}">
                    <a16:creationId xmlns:a16="http://schemas.microsoft.com/office/drawing/2014/main" id="{3AABF469-BD5C-4000-8D7D-95BC5CDF3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2232"/>
                <a:ext cx="35" cy="48"/>
              </a:xfrm>
              <a:custGeom>
                <a:avLst/>
                <a:gdLst>
                  <a:gd name="T0" fmla="*/ 220 w 14"/>
                  <a:gd name="T1" fmla="*/ 0 h 18"/>
                  <a:gd name="T2" fmla="*/ 50 w 1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4" y="0"/>
                    </a:moveTo>
                    <a:cubicBezTo>
                      <a:pt x="8" y="3"/>
                      <a:pt x="0" y="11"/>
                      <a:pt x="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3" name="Freeform 986">
                <a:extLst>
                  <a:ext uri="{FF2B5EF4-FFF2-40B4-BE49-F238E27FC236}">
                    <a16:creationId xmlns:a16="http://schemas.microsoft.com/office/drawing/2014/main" id="{55F89DAE-BD51-4A12-92D2-1E7867AC4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315"/>
                <a:ext cx="12" cy="61"/>
              </a:xfrm>
              <a:custGeom>
                <a:avLst/>
                <a:gdLst>
                  <a:gd name="T0" fmla="*/ 70 w 5"/>
                  <a:gd name="T1" fmla="*/ 0 h 23"/>
                  <a:gd name="T2" fmla="*/ 58 w 5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0" y="6"/>
                      <a:pt x="2" y="16"/>
                      <a:pt x="4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4" name="Freeform 987">
                <a:extLst>
                  <a:ext uri="{FF2B5EF4-FFF2-40B4-BE49-F238E27FC236}">
                    <a16:creationId xmlns:a16="http://schemas.microsoft.com/office/drawing/2014/main" id="{A7A5248C-A2A3-4933-B2BD-0A0FDDEE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152"/>
                <a:ext cx="17" cy="45"/>
              </a:xfrm>
              <a:custGeom>
                <a:avLst/>
                <a:gdLst>
                  <a:gd name="T0" fmla="*/ 70 w 7"/>
                  <a:gd name="T1" fmla="*/ 0 h 17"/>
                  <a:gd name="T2" fmla="*/ 100 w 7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5" y="0"/>
                    </a:moveTo>
                    <a:cubicBezTo>
                      <a:pt x="0" y="5"/>
                      <a:pt x="0" y="13"/>
                      <a:pt x="7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5" name="Freeform 988">
                <a:extLst>
                  <a:ext uri="{FF2B5EF4-FFF2-40B4-BE49-F238E27FC236}">
                    <a16:creationId xmlns:a16="http://schemas.microsoft.com/office/drawing/2014/main" id="{74444084-9064-4124-A4E7-5074FE658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045"/>
                <a:ext cx="23" cy="16"/>
              </a:xfrm>
              <a:custGeom>
                <a:avLst/>
                <a:gdLst>
                  <a:gd name="T0" fmla="*/ 151 w 9"/>
                  <a:gd name="T1" fmla="*/ 0 h 6"/>
                  <a:gd name="T2" fmla="*/ 20 w 9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5" y="0"/>
                      <a:pt x="0" y="1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6" name="Freeform 989">
                <a:extLst>
                  <a:ext uri="{FF2B5EF4-FFF2-40B4-BE49-F238E27FC236}">
                    <a16:creationId xmlns:a16="http://schemas.microsoft.com/office/drawing/2014/main" id="{53070D74-CE71-4D3C-AE9E-6F1896B93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549"/>
                <a:ext cx="63" cy="115"/>
              </a:xfrm>
              <a:custGeom>
                <a:avLst/>
                <a:gdLst>
                  <a:gd name="T0" fmla="*/ 0 w 25"/>
                  <a:gd name="T1" fmla="*/ 824 h 43"/>
                  <a:gd name="T2" fmla="*/ 401 w 25"/>
                  <a:gd name="T3" fmla="*/ 0 h 43"/>
                  <a:gd name="T4" fmla="*/ 0 w 25"/>
                  <a:gd name="T5" fmla="*/ 82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0" y="43"/>
                    </a:moveTo>
                    <a:cubicBezTo>
                      <a:pt x="9" y="36"/>
                      <a:pt x="21" y="19"/>
                      <a:pt x="25" y="0"/>
                    </a:cubicBezTo>
                    <a:cubicBezTo>
                      <a:pt x="25" y="10"/>
                      <a:pt x="22" y="31"/>
                      <a:pt x="0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7" name="Freeform 990">
                <a:extLst>
                  <a:ext uri="{FF2B5EF4-FFF2-40B4-BE49-F238E27FC236}">
                    <a16:creationId xmlns:a16="http://schemas.microsoft.com/office/drawing/2014/main" id="{F224222A-E413-4F15-A164-6DC3F4F88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867"/>
                <a:ext cx="22" cy="82"/>
              </a:xfrm>
              <a:custGeom>
                <a:avLst/>
                <a:gdLst>
                  <a:gd name="T0" fmla="*/ 0 w 9"/>
                  <a:gd name="T1" fmla="*/ 0 h 31"/>
                  <a:gd name="T2" fmla="*/ 103 w 9"/>
                  <a:gd name="T3" fmla="*/ 21 h 31"/>
                  <a:gd name="T4" fmla="*/ 120 w 9"/>
                  <a:gd name="T5" fmla="*/ 391 h 31"/>
                  <a:gd name="T6" fmla="*/ 0 w 9"/>
                  <a:gd name="T7" fmla="*/ 28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1">
                    <a:moveTo>
                      <a:pt x="0" y="0"/>
                    </a:moveTo>
                    <a:cubicBezTo>
                      <a:pt x="2" y="9"/>
                      <a:pt x="6" y="3"/>
                      <a:pt x="7" y="1"/>
                    </a:cubicBezTo>
                    <a:cubicBezTo>
                      <a:pt x="6" y="7"/>
                      <a:pt x="9" y="14"/>
                      <a:pt x="8" y="21"/>
                    </a:cubicBezTo>
                    <a:cubicBezTo>
                      <a:pt x="7" y="31"/>
                      <a:pt x="1" y="21"/>
                      <a:pt x="0" y="15"/>
                    </a:cubicBezTo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8" name="Freeform 991">
                <a:extLst>
                  <a:ext uri="{FF2B5EF4-FFF2-40B4-BE49-F238E27FC236}">
                    <a16:creationId xmlns:a16="http://schemas.microsoft.com/office/drawing/2014/main" id="{874A1C1D-CE7C-416D-8F3C-638950B31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92"/>
                <a:ext cx="182" cy="128"/>
              </a:xfrm>
              <a:custGeom>
                <a:avLst/>
                <a:gdLst>
                  <a:gd name="T0" fmla="*/ 903 w 73"/>
                  <a:gd name="T1" fmla="*/ 0 h 48"/>
                  <a:gd name="T2" fmla="*/ 1007 w 73"/>
                  <a:gd name="T3" fmla="*/ 285 h 48"/>
                  <a:gd name="T4" fmla="*/ 633 w 73"/>
                  <a:gd name="T5" fmla="*/ 648 h 48"/>
                  <a:gd name="T6" fmla="*/ 229 w 73"/>
                  <a:gd name="T7" fmla="*/ 853 h 48"/>
                  <a:gd name="T8" fmla="*/ 92 w 73"/>
                  <a:gd name="T9" fmla="*/ 888 h 48"/>
                  <a:gd name="T10" fmla="*/ 0 w 73"/>
                  <a:gd name="T11" fmla="*/ 661 h 48"/>
                  <a:gd name="T12" fmla="*/ 496 w 73"/>
                  <a:gd name="T13" fmla="*/ 547 h 48"/>
                  <a:gd name="T14" fmla="*/ 790 w 73"/>
                  <a:gd name="T15" fmla="*/ 341 h 48"/>
                  <a:gd name="T16" fmla="*/ 870 w 73"/>
                  <a:gd name="T17" fmla="*/ 264 h 48"/>
                  <a:gd name="T18" fmla="*/ 945 w 73"/>
                  <a:gd name="T19" fmla="*/ 77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48">
                    <a:moveTo>
                      <a:pt x="58" y="0"/>
                    </a:moveTo>
                    <a:cubicBezTo>
                      <a:pt x="63" y="6"/>
                      <a:pt x="73" y="4"/>
                      <a:pt x="65" y="15"/>
                    </a:cubicBezTo>
                    <a:cubicBezTo>
                      <a:pt x="58" y="23"/>
                      <a:pt x="51" y="29"/>
                      <a:pt x="41" y="34"/>
                    </a:cubicBezTo>
                    <a:cubicBezTo>
                      <a:pt x="33" y="38"/>
                      <a:pt x="25" y="43"/>
                      <a:pt x="15" y="45"/>
                    </a:cubicBezTo>
                    <a:cubicBezTo>
                      <a:pt x="14" y="46"/>
                      <a:pt x="8" y="48"/>
                      <a:pt x="6" y="47"/>
                    </a:cubicBezTo>
                    <a:cubicBezTo>
                      <a:pt x="4" y="46"/>
                      <a:pt x="0" y="37"/>
                      <a:pt x="0" y="35"/>
                    </a:cubicBezTo>
                    <a:cubicBezTo>
                      <a:pt x="4" y="46"/>
                      <a:pt x="26" y="32"/>
                      <a:pt x="32" y="29"/>
                    </a:cubicBezTo>
                    <a:cubicBezTo>
                      <a:pt x="39" y="27"/>
                      <a:pt x="45" y="23"/>
                      <a:pt x="51" y="18"/>
                    </a:cubicBezTo>
                    <a:cubicBezTo>
                      <a:pt x="53" y="17"/>
                      <a:pt x="54" y="16"/>
                      <a:pt x="56" y="14"/>
                    </a:cubicBezTo>
                    <a:cubicBezTo>
                      <a:pt x="58" y="11"/>
                      <a:pt x="58" y="6"/>
                      <a:pt x="61" y="4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9" name="Freeform 992">
                <a:extLst>
                  <a:ext uri="{FF2B5EF4-FFF2-40B4-BE49-F238E27FC236}">
                    <a16:creationId xmlns:a16="http://schemas.microsoft.com/office/drawing/2014/main" id="{1C2AA58C-22A1-488B-9A7A-FF6D4587D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352"/>
                <a:ext cx="428" cy="93"/>
              </a:xfrm>
              <a:custGeom>
                <a:avLst/>
                <a:gdLst>
                  <a:gd name="T0" fmla="*/ 1472 w 171"/>
                  <a:gd name="T1" fmla="*/ 340 h 35"/>
                  <a:gd name="T2" fmla="*/ 33 w 171"/>
                  <a:gd name="T3" fmla="*/ 0 h 35"/>
                  <a:gd name="T4" fmla="*/ 63 w 171"/>
                  <a:gd name="T5" fmla="*/ 35 h 35"/>
                  <a:gd name="T6" fmla="*/ 0 w 171"/>
                  <a:gd name="T7" fmla="*/ 353 h 35"/>
                  <a:gd name="T8" fmla="*/ 145 w 171"/>
                  <a:gd name="T9" fmla="*/ 375 h 35"/>
                  <a:gd name="T10" fmla="*/ 333 w 171"/>
                  <a:gd name="T11" fmla="*/ 430 h 35"/>
                  <a:gd name="T12" fmla="*/ 1051 w 171"/>
                  <a:gd name="T13" fmla="*/ 622 h 35"/>
                  <a:gd name="T14" fmla="*/ 1617 w 171"/>
                  <a:gd name="T15" fmla="*/ 601 h 35"/>
                  <a:gd name="T16" fmla="*/ 2255 w 171"/>
                  <a:gd name="T17" fmla="*/ 486 h 35"/>
                  <a:gd name="T18" fmla="*/ 2631 w 171"/>
                  <a:gd name="T19" fmla="*/ 430 h 35"/>
                  <a:gd name="T20" fmla="*/ 2681 w 171"/>
                  <a:gd name="T21" fmla="*/ 353 h 35"/>
                  <a:gd name="T22" fmla="*/ 2681 w 171"/>
                  <a:gd name="T23" fmla="*/ 319 h 35"/>
                  <a:gd name="T24" fmla="*/ 1472 w 171"/>
                  <a:gd name="T25" fmla="*/ 340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1" h="35">
                    <a:moveTo>
                      <a:pt x="94" y="18"/>
                    </a:moveTo>
                    <a:cubicBezTo>
                      <a:pt x="59" y="18"/>
                      <a:pt x="26" y="13"/>
                      <a:pt x="2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9" y="7"/>
                      <a:pt x="7" y="16"/>
                      <a:pt x="0" y="19"/>
                    </a:cubicBezTo>
                    <a:cubicBezTo>
                      <a:pt x="3" y="20"/>
                      <a:pt x="7" y="19"/>
                      <a:pt x="9" y="20"/>
                    </a:cubicBezTo>
                    <a:cubicBezTo>
                      <a:pt x="13" y="20"/>
                      <a:pt x="17" y="22"/>
                      <a:pt x="21" y="23"/>
                    </a:cubicBezTo>
                    <a:cubicBezTo>
                      <a:pt x="36" y="28"/>
                      <a:pt x="51" y="31"/>
                      <a:pt x="67" y="33"/>
                    </a:cubicBezTo>
                    <a:cubicBezTo>
                      <a:pt x="79" y="35"/>
                      <a:pt x="92" y="33"/>
                      <a:pt x="103" y="32"/>
                    </a:cubicBezTo>
                    <a:cubicBezTo>
                      <a:pt x="116" y="30"/>
                      <a:pt x="131" y="26"/>
                      <a:pt x="144" y="26"/>
                    </a:cubicBezTo>
                    <a:cubicBezTo>
                      <a:pt x="151" y="26"/>
                      <a:pt x="162" y="28"/>
                      <a:pt x="168" y="23"/>
                    </a:cubicBezTo>
                    <a:cubicBezTo>
                      <a:pt x="169" y="22"/>
                      <a:pt x="170" y="21"/>
                      <a:pt x="171" y="19"/>
                    </a:cubicBezTo>
                    <a:cubicBezTo>
                      <a:pt x="171" y="19"/>
                      <a:pt x="171" y="18"/>
                      <a:pt x="171" y="17"/>
                    </a:cubicBezTo>
                    <a:cubicBezTo>
                      <a:pt x="145" y="18"/>
                      <a:pt x="118" y="18"/>
                      <a:pt x="94" y="18"/>
                    </a:cubicBezTo>
                    <a:close/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0" name="Freeform 993">
                <a:extLst>
                  <a:ext uri="{FF2B5EF4-FFF2-40B4-BE49-F238E27FC236}">
                    <a16:creationId xmlns:a16="http://schemas.microsoft.com/office/drawing/2014/main" id="{AF9927E0-32F0-402D-A9F4-C26783B3D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355"/>
                <a:ext cx="40" cy="32"/>
              </a:xfrm>
              <a:custGeom>
                <a:avLst/>
                <a:gdLst>
                  <a:gd name="T0" fmla="*/ 250 w 16"/>
                  <a:gd name="T1" fmla="*/ 149 h 12"/>
                  <a:gd name="T2" fmla="*/ 50 w 16"/>
                  <a:gd name="T3" fmla="*/ 227 h 12"/>
                  <a:gd name="T4" fmla="*/ 20 w 1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6" y="8"/>
                    </a:moveTo>
                    <a:cubicBezTo>
                      <a:pt x="10" y="8"/>
                      <a:pt x="7" y="8"/>
                      <a:pt x="3" y="12"/>
                    </a:cubicBezTo>
                    <a:cubicBezTo>
                      <a:pt x="2" y="10"/>
                      <a:pt x="0" y="1"/>
                      <a:pt x="1" y="0"/>
                    </a:cubicBezTo>
                  </a:path>
                </a:pathLst>
              </a:custGeom>
              <a:solidFill>
                <a:srgbClr val="6F6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1" name="Freeform 994">
                <a:extLst>
                  <a:ext uri="{FF2B5EF4-FFF2-40B4-BE49-F238E27FC236}">
                    <a16:creationId xmlns:a16="http://schemas.microsoft.com/office/drawing/2014/main" id="{7CFBC22E-3009-42B5-87B0-7A02402BF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800"/>
                <a:ext cx="463" cy="157"/>
              </a:xfrm>
              <a:custGeom>
                <a:avLst/>
                <a:gdLst>
                  <a:gd name="T0" fmla="*/ 0 w 185"/>
                  <a:gd name="T1" fmla="*/ 1112 h 59"/>
                  <a:gd name="T2" fmla="*/ 1397 w 185"/>
                  <a:gd name="T3" fmla="*/ 77 h 59"/>
                  <a:gd name="T4" fmla="*/ 2901 w 185"/>
                  <a:gd name="T5" fmla="*/ 1019 h 59"/>
                  <a:gd name="T6" fmla="*/ 0 w 185"/>
                  <a:gd name="T7" fmla="*/ 1112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5" h="59">
                    <a:moveTo>
                      <a:pt x="0" y="59"/>
                    </a:moveTo>
                    <a:cubicBezTo>
                      <a:pt x="24" y="37"/>
                      <a:pt x="60" y="8"/>
                      <a:pt x="89" y="4"/>
                    </a:cubicBezTo>
                    <a:cubicBezTo>
                      <a:pt x="118" y="0"/>
                      <a:pt x="157" y="11"/>
                      <a:pt x="185" y="54"/>
                    </a:cubicBezTo>
                    <a:cubicBezTo>
                      <a:pt x="167" y="42"/>
                      <a:pt x="76" y="6"/>
                      <a:pt x="0" y="59"/>
                    </a:cubicBezTo>
                    <a:close/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2" name="Freeform 995">
                <a:extLst>
                  <a:ext uri="{FF2B5EF4-FFF2-40B4-BE49-F238E27FC236}">
                    <a16:creationId xmlns:a16="http://schemas.microsoft.com/office/drawing/2014/main" id="{E95EF925-CF48-4122-A2CE-B012370C5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1816"/>
                <a:ext cx="67" cy="149"/>
              </a:xfrm>
              <a:custGeom>
                <a:avLst/>
                <a:gdLst>
                  <a:gd name="T0" fmla="*/ 0 w 27"/>
                  <a:gd name="T1" fmla="*/ 0 h 56"/>
                  <a:gd name="T2" fmla="*/ 337 w 27"/>
                  <a:gd name="T3" fmla="*/ 1054 h 56"/>
                  <a:gd name="T4" fmla="*/ 0 w 27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56">
                    <a:moveTo>
                      <a:pt x="0" y="0"/>
                    </a:moveTo>
                    <a:cubicBezTo>
                      <a:pt x="12" y="9"/>
                      <a:pt x="25" y="30"/>
                      <a:pt x="22" y="56"/>
                    </a:cubicBezTo>
                    <a:cubicBezTo>
                      <a:pt x="27" y="32"/>
                      <a:pt x="25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3" name="Freeform 996">
                <a:extLst>
                  <a:ext uri="{FF2B5EF4-FFF2-40B4-BE49-F238E27FC236}">
                    <a16:creationId xmlns:a16="http://schemas.microsoft.com/office/drawing/2014/main" id="{608B936B-168D-4DDA-8C27-35E02B907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864"/>
                <a:ext cx="203" cy="45"/>
              </a:xfrm>
              <a:custGeom>
                <a:avLst/>
                <a:gdLst>
                  <a:gd name="T0" fmla="*/ 1276 w 81"/>
                  <a:gd name="T1" fmla="*/ 315 h 17"/>
                  <a:gd name="T2" fmla="*/ 0 w 81"/>
                  <a:gd name="T3" fmla="*/ 111 h 17"/>
                  <a:gd name="T4" fmla="*/ 1276 w 81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7">
                    <a:moveTo>
                      <a:pt x="81" y="17"/>
                    </a:moveTo>
                    <a:cubicBezTo>
                      <a:pt x="57" y="6"/>
                      <a:pt x="21" y="2"/>
                      <a:pt x="0" y="6"/>
                    </a:cubicBezTo>
                    <a:cubicBezTo>
                      <a:pt x="17" y="0"/>
                      <a:pt x="62" y="1"/>
                      <a:pt x="8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4" name="Freeform 997">
                <a:extLst>
                  <a:ext uri="{FF2B5EF4-FFF2-40B4-BE49-F238E27FC236}">
                    <a16:creationId xmlns:a16="http://schemas.microsoft.com/office/drawing/2014/main" id="{40FA7A14-D3F1-407B-97EC-FFFA44FDD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029"/>
                <a:ext cx="188" cy="160"/>
              </a:xfrm>
              <a:custGeom>
                <a:avLst/>
                <a:gdLst>
                  <a:gd name="T0" fmla="*/ 0 w 75"/>
                  <a:gd name="T1" fmla="*/ 0 h 60"/>
                  <a:gd name="T2" fmla="*/ 847 w 75"/>
                  <a:gd name="T3" fmla="*/ 435 h 60"/>
                  <a:gd name="T4" fmla="*/ 1131 w 75"/>
                  <a:gd name="T5" fmla="*/ 605 h 60"/>
                  <a:gd name="T6" fmla="*/ 835 w 75"/>
                  <a:gd name="T7" fmla="*/ 1139 h 60"/>
                  <a:gd name="T8" fmla="*/ 742 w 75"/>
                  <a:gd name="T9" fmla="*/ 547 h 60"/>
                  <a:gd name="T10" fmla="*/ 175 w 75"/>
                  <a:gd name="T11" fmla="*/ 192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60">
                    <a:moveTo>
                      <a:pt x="0" y="0"/>
                    </a:moveTo>
                    <a:cubicBezTo>
                      <a:pt x="19" y="7"/>
                      <a:pt x="35" y="17"/>
                      <a:pt x="54" y="23"/>
                    </a:cubicBezTo>
                    <a:cubicBezTo>
                      <a:pt x="60" y="25"/>
                      <a:pt x="70" y="26"/>
                      <a:pt x="72" y="32"/>
                    </a:cubicBezTo>
                    <a:cubicBezTo>
                      <a:pt x="75" y="42"/>
                      <a:pt x="61" y="57"/>
                      <a:pt x="53" y="60"/>
                    </a:cubicBezTo>
                    <a:cubicBezTo>
                      <a:pt x="68" y="45"/>
                      <a:pt x="63" y="37"/>
                      <a:pt x="47" y="29"/>
                    </a:cubicBezTo>
                    <a:cubicBezTo>
                      <a:pt x="37" y="24"/>
                      <a:pt x="21" y="17"/>
                      <a:pt x="1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5" name="Freeform 998">
                <a:extLst>
                  <a:ext uri="{FF2B5EF4-FFF2-40B4-BE49-F238E27FC236}">
                    <a16:creationId xmlns:a16="http://schemas.microsoft.com/office/drawing/2014/main" id="{1BF91248-F051-41AF-91F8-01638B5B9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267"/>
                <a:ext cx="398" cy="133"/>
              </a:xfrm>
              <a:custGeom>
                <a:avLst/>
                <a:gdLst>
                  <a:gd name="T0" fmla="*/ 2493 w 159"/>
                  <a:gd name="T1" fmla="*/ 942 h 50"/>
                  <a:gd name="T2" fmla="*/ 1772 w 159"/>
                  <a:gd name="T3" fmla="*/ 678 h 50"/>
                  <a:gd name="T4" fmla="*/ 1179 w 159"/>
                  <a:gd name="T5" fmla="*/ 452 h 50"/>
                  <a:gd name="T6" fmla="*/ 613 w 159"/>
                  <a:gd name="T7" fmla="*/ 192 h 50"/>
                  <a:gd name="T8" fmla="*/ 0 w 159"/>
                  <a:gd name="T9" fmla="*/ 35 h 50"/>
                  <a:gd name="T10" fmla="*/ 408 w 159"/>
                  <a:gd name="T11" fmla="*/ 396 h 50"/>
                  <a:gd name="T12" fmla="*/ 801 w 159"/>
                  <a:gd name="T13" fmla="*/ 567 h 50"/>
                  <a:gd name="T14" fmla="*/ 1179 w 159"/>
                  <a:gd name="T15" fmla="*/ 678 h 50"/>
                  <a:gd name="T16" fmla="*/ 1334 w 159"/>
                  <a:gd name="T17" fmla="*/ 716 h 50"/>
                  <a:gd name="T18" fmla="*/ 1584 w 159"/>
                  <a:gd name="T19" fmla="*/ 636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9" h="50">
                    <a:moveTo>
                      <a:pt x="159" y="50"/>
                    </a:moveTo>
                    <a:cubicBezTo>
                      <a:pt x="143" y="47"/>
                      <a:pt x="128" y="41"/>
                      <a:pt x="113" y="36"/>
                    </a:cubicBezTo>
                    <a:cubicBezTo>
                      <a:pt x="101" y="32"/>
                      <a:pt x="88" y="29"/>
                      <a:pt x="75" y="24"/>
                    </a:cubicBezTo>
                    <a:cubicBezTo>
                      <a:pt x="63" y="20"/>
                      <a:pt x="51" y="15"/>
                      <a:pt x="39" y="10"/>
                    </a:cubicBezTo>
                    <a:cubicBezTo>
                      <a:pt x="26" y="5"/>
                      <a:pt x="13" y="5"/>
                      <a:pt x="0" y="2"/>
                    </a:cubicBezTo>
                    <a:cubicBezTo>
                      <a:pt x="12" y="0"/>
                      <a:pt x="24" y="9"/>
                      <a:pt x="26" y="21"/>
                    </a:cubicBezTo>
                    <a:cubicBezTo>
                      <a:pt x="31" y="9"/>
                      <a:pt x="48" y="23"/>
                      <a:pt x="51" y="30"/>
                    </a:cubicBezTo>
                    <a:cubicBezTo>
                      <a:pt x="59" y="22"/>
                      <a:pt x="73" y="24"/>
                      <a:pt x="75" y="36"/>
                    </a:cubicBezTo>
                    <a:cubicBezTo>
                      <a:pt x="78" y="29"/>
                      <a:pt x="83" y="32"/>
                      <a:pt x="85" y="38"/>
                    </a:cubicBezTo>
                    <a:cubicBezTo>
                      <a:pt x="89" y="31"/>
                      <a:pt x="95" y="35"/>
                      <a:pt x="101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6" name="Freeform 999">
                <a:extLst>
                  <a:ext uri="{FF2B5EF4-FFF2-40B4-BE49-F238E27FC236}">
                    <a16:creationId xmlns:a16="http://schemas.microsoft.com/office/drawing/2014/main" id="{8F5E180E-C946-4683-9A63-F9D6A7D99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259"/>
                <a:ext cx="193" cy="112"/>
              </a:xfrm>
              <a:custGeom>
                <a:avLst/>
                <a:gdLst>
                  <a:gd name="T0" fmla="*/ 1213 w 77"/>
                  <a:gd name="T1" fmla="*/ 0 h 42"/>
                  <a:gd name="T2" fmla="*/ 0 w 77"/>
                  <a:gd name="T3" fmla="*/ 797 h 42"/>
                  <a:gd name="T4" fmla="*/ 346 w 77"/>
                  <a:gd name="T5" fmla="*/ 717 h 42"/>
                  <a:gd name="T6" fmla="*/ 554 w 77"/>
                  <a:gd name="T7" fmla="*/ 477 h 42"/>
                  <a:gd name="T8" fmla="*/ 742 w 77"/>
                  <a:gd name="T9" fmla="*/ 205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42">
                    <a:moveTo>
                      <a:pt x="77" y="0"/>
                    </a:moveTo>
                    <a:cubicBezTo>
                      <a:pt x="46" y="8"/>
                      <a:pt x="21" y="16"/>
                      <a:pt x="0" y="42"/>
                    </a:cubicBezTo>
                    <a:cubicBezTo>
                      <a:pt x="3" y="36"/>
                      <a:pt x="19" y="29"/>
                      <a:pt x="22" y="38"/>
                    </a:cubicBezTo>
                    <a:cubicBezTo>
                      <a:pt x="14" y="28"/>
                      <a:pt x="26" y="23"/>
                      <a:pt x="35" y="25"/>
                    </a:cubicBezTo>
                    <a:cubicBezTo>
                      <a:pt x="36" y="17"/>
                      <a:pt x="40" y="13"/>
                      <a:pt x="4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7" name="Freeform 1000">
                <a:extLst>
                  <a:ext uri="{FF2B5EF4-FFF2-40B4-BE49-F238E27FC236}">
                    <a16:creationId xmlns:a16="http://schemas.microsoft.com/office/drawing/2014/main" id="{4EAA34EF-CA97-40EA-A52E-ADEFA9A6E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515"/>
                <a:ext cx="380" cy="114"/>
              </a:xfrm>
              <a:custGeom>
                <a:avLst/>
                <a:gdLst>
                  <a:gd name="T0" fmla="*/ 2283 w 152"/>
                  <a:gd name="T1" fmla="*/ 0 h 43"/>
                  <a:gd name="T2" fmla="*/ 2095 w 152"/>
                  <a:gd name="T3" fmla="*/ 612 h 43"/>
                  <a:gd name="T4" fmla="*/ 1470 w 152"/>
                  <a:gd name="T5" fmla="*/ 724 h 43"/>
                  <a:gd name="T6" fmla="*/ 783 w 152"/>
                  <a:gd name="T7" fmla="*/ 711 h 43"/>
                  <a:gd name="T8" fmla="*/ 0 w 152"/>
                  <a:gd name="T9" fmla="*/ 724 h 43"/>
                  <a:gd name="T10" fmla="*/ 375 w 152"/>
                  <a:gd name="T11" fmla="*/ 315 h 43"/>
                  <a:gd name="T12" fmla="*/ 750 w 152"/>
                  <a:gd name="T13" fmla="*/ 506 h 43"/>
                  <a:gd name="T14" fmla="*/ 1020 w 152"/>
                  <a:gd name="T15" fmla="*/ 464 h 43"/>
                  <a:gd name="T16" fmla="*/ 1158 w 152"/>
                  <a:gd name="T17" fmla="*/ 294 h 43"/>
                  <a:gd name="T18" fmla="*/ 1458 w 152"/>
                  <a:gd name="T19" fmla="*/ 541 h 43"/>
                  <a:gd name="T20" fmla="*/ 1895 w 152"/>
                  <a:gd name="T21" fmla="*/ 408 h 43"/>
                  <a:gd name="T22" fmla="*/ 2188 w 152"/>
                  <a:gd name="T23" fmla="*/ 225 h 43"/>
                  <a:gd name="T24" fmla="*/ 2283 w 152"/>
                  <a:gd name="T25" fmla="*/ 21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2" h="43">
                    <a:moveTo>
                      <a:pt x="146" y="0"/>
                    </a:moveTo>
                    <a:cubicBezTo>
                      <a:pt x="152" y="10"/>
                      <a:pt x="143" y="28"/>
                      <a:pt x="134" y="33"/>
                    </a:cubicBezTo>
                    <a:cubicBezTo>
                      <a:pt x="123" y="41"/>
                      <a:pt x="108" y="41"/>
                      <a:pt x="94" y="39"/>
                    </a:cubicBezTo>
                    <a:cubicBezTo>
                      <a:pt x="79" y="38"/>
                      <a:pt x="65" y="38"/>
                      <a:pt x="50" y="38"/>
                    </a:cubicBezTo>
                    <a:cubicBezTo>
                      <a:pt x="34" y="38"/>
                      <a:pt x="15" y="43"/>
                      <a:pt x="0" y="39"/>
                    </a:cubicBezTo>
                    <a:cubicBezTo>
                      <a:pt x="14" y="35"/>
                      <a:pt x="24" y="34"/>
                      <a:pt x="24" y="17"/>
                    </a:cubicBezTo>
                    <a:cubicBezTo>
                      <a:pt x="32" y="23"/>
                      <a:pt x="37" y="25"/>
                      <a:pt x="48" y="27"/>
                    </a:cubicBezTo>
                    <a:cubicBezTo>
                      <a:pt x="54" y="27"/>
                      <a:pt x="60" y="29"/>
                      <a:pt x="65" y="25"/>
                    </a:cubicBezTo>
                    <a:cubicBezTo>
                      <a:pt x="69" y="22"/>
                      <a:pt x="71" y="18"/>
                      <a:pt x="74" y="16"/>
                    </a:cubicBezTo>
                    <a:cubicBezTo>
                      <a:pt x="80" y="21"/>
                      <a:pt x="85" y="27"/>
                      <a:pt x="93" y="29"/>
                    </a:cubicBezTo>
                    <a:cubicBezTo>
                      <a:pt x="103" y="32"/>
                      <a:pt x="112" y="26"/>
                      <a:pt x="121" y="22"/>
                    </a:cubicBezTo>
                    <a:cubicBezTo>
                      <a:pt x="128" y="19"/>
                      <a:pt x="135" y="18"/>
                      <a:pt x="140" y="12"/>
                    </a:cubicBezTo>
                    <a:cubicBezTo>
                      <a:pt x="143" y="8"/>
                      <a:pt x="143" y="4"/>
                      <a:pt x="146" y="1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8" name="Freeform 1001">
                <a:extLst>
                  <a:ext uri="{FF2B5EF4-FFF2-40B4-BE49-F238E27FC236}">
                    <a16:creationId xmlns:a16="http://schemas.microsoft.com/office/drawing/2014/main" id="{F50D3191-6E3A-41CB-B695-ED815C835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95"/>
                <a:ext cx="523" cy="229"/>
              </a:xfrm>
              <a:custGeom>
                <a:avLst/>
                <a:gdLst>
                  <a:gd name="T0" fmla="*/ 3276 w 209"/>
                  <a:gd name="T1" fmla="*/ 1587 h 86"/>
                  <a:gd name="T2" fmla="*/ 2117 w 209"/>
                  <a:gd name="T3" fmla="*/ 1531 h 86"/>
                  <a:gd name="T4" fmla="*/ 1584 w 209"/>
                  <a:gd name="T5" fmla="*/ 1544 h 86"/>
                  <a:gd name="T6" fmla="*/ 1096 w 209"/>
                  <a:gd name="T7" fmla="*/ 1531 h 86"/>
                  <a:gd name="T8" fmla="*/ 345 w 209"/>
                  <a:gd name="T9" fmla="*/ 964 h 86"/>
                  <a:gd name="T10" fmla="*/ 208 w 209"/>
                  <a:gd name="T11" fmla="*/ 0 h 86"/>
                  <a:gd name="T12" fmla="*/ 488 w 209"/>
                  <a:gd name="T13" fmla="*/ 588 h 86"/>
                  <a:gd name="T14" fmla="*/ 626 w 209"/>
                  <a:gd name="T15" fmla="*/ 431 h 86"/>
                  <a:gd name="T16" fmla="*/ 813 w 209"/>
                  <a:gd name="T17" fmla="*/ 397 h 86"/>
                  <a:gd name="T18" fmla="*/ 676 w 209"/>
                  <a:gd name="T19" fmla="*/ 815 h 86"/>
                  <a:gd name="T20" fmla="*/ 1051 w 209"/>
                  <a:gd name="T21" fmla="*/ 794 h 86"/>
                  <a:gd name="T22" fmla="*/ 1209 w 209"/>
                  <a:gd name="T23" fmla="*/ 1262 h 86"/>
                  <a:gd name="T24" fmla="*/ 1754 w 209"/>
                  <a:gd name="T25" fmla="*/ 1148 h 86"/>
                  <a:gd name="T26" fmla="*/ 1834 w 209"/>
                  <a:gd name="T27" fmla="*/ 1398 h 86"/>
                  <a:gd name="T28" fmla="*/ 2117 w 209"/>
                  <a:gd name="T29" fmla="*/ 1318 h 86"/>
                  <a:gd name="T30" fmla="*/ 2242 w 209"/>
                  <a:gd name="T31" fmla="*/ 1361 h 86"/>
                  <a:gd name="T32" fmla="*/ 2442 w 209"/>
                  <a:gd name="T33" fmla="*/ 1398 h 86"/>
                  <a:gd name="T34" fmla="*/ 2743 w 209"/>
                  <a:gd name="T35" fmla="*/ 1454 h 86"/>
                  <a:gd name="T36" fmla="*/ 3100 w 209"/>
                  <a:gd name="T37" fmla="*/ 1566 h 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09" h="86">
                    <a:moveTo>
                      <a:pt x="209" y="84"/>
                    </a:moveTo>
                    <a:cubicBezTo>
                      <a:pt x="185" y="80"/>
                      <a:pt x="159" y="81"/>
                      <a:pt x="135" y="81"/>
                    </a:cubicBezTo>
                    <a:cubicBezTo>
                      <a:pt x="124" y="81"/>
                      <a:pt x="112" y="81"/>
                      <a:pt x="101" y="82"/>
                    </a:cubicBezTo>
                    <a:cubicBezTo>
                      <a:pt x="90" y="84"/>
                      <a:pt x="81" y="86"/>
                      <a:pt x="70" y="81"/>
                    </a:cubicBezTo>
                    <a:cubicBezTo>
                      <a:pt x="51" y="73"/>
                      <a:pt x="36" y="66"/>
                      <a:pt x="22" y="51"/>
                    </a:cubicBezTo>
                    <a:cubicBezTo>
                      <a:pt x="8" y="36"/>
                      <a:pt x="0" y="18"/>
                      <a:pt x="13" y="0"/>
                    </a:cubicBezTo>
                    <a:cubicBezTo>
                      <a:pt x="8" y="11"/>
                      <a:pt x="14" y="39"/>
                      <a:pt x="31" y="31"/>
                    </a:cubicBezTo>
                    <a:cubicBezTo>
                      <a:pt x="35" y="29"/>
                      <a:pt x="36" y="25"/>
                      <a:pt x="40" y="23"/>
                    </a:cubicBezTo>
                    <a:cubicBezTo>
                      <a:pt x="43" y="21"/>
                      <a:pt x="49" y="20"/>
                      <a:pt x="52" y="21"/>
                    </a:cubicBezTo>
                    <a:cubicBezTo>
                      <a:pt x="49" y="30"/>
                      <a:pt x="32" y="32"/>
                      <a:pt x="43" y="43"/>
                    </a:cubicBezTo>
                    <a:cubicBezTo>
                      <a:pt x="53" y="53"/>
                      <a:pt x="58" y="44"/>
                      <a:pt x="67" y="42"/>
                    </a:cubicBezTo>
                    <a:cubicBezTo>
                      <a:pt x="63" y="52"/>
                      <a:pt x="67" y="63"/>
                      <a:pt x="77" y="67"/>
                    </a:cubicBezTo>
                    <a:cubicBezTo>
                      <a:pt x="88" y="71"/>
                      <a:pt x="102" y="66"/>
                      <a:pt x="112" y="61"/>
                    </a:cubicBezTo>
                    <a:cubicBezTo>
                      <a:pt x="114" y="64"/>
                      <a:pt x="113" y="71"/>
                      <a:pt x="117" y="74"/>
                    </a:cubicBezTo>
                    <a:cubicBezTo>
                      <a:pt x="122" y="78"/>
                      <a:pt x="130" y="72"/>
                      <a:pt x="135" y="70"/>
                    </a:cubicBezTo>
                    <a:cubicBezTo>
                      <a:pt x="141" y="69"/>
                      <a:pt x="137" y="68"/>
                      <a:pt x="143" y="72"/>
                    </a:cubicBezTo>
                    <a:cubicBezTo>
                      <a:pt x="149" y="76"/>
                      <a:pt x="149" y="76"/>
                      <a:pt x="156" y="74"/>
                    </a:cubicBezTo>
                    <a:cubicBezTo>
                      <a:pt x="165" y="72"/>
                      <a:pt x="167" y="74"/>
                      <a:pt x="175" y="77"/>
                    </a:cubicBezTo>
                    <a:cubicBezTo>
                      <a:pt x="181" y="79"/>
                      <a:pt x="192" y="83"/>
                      <a:pt x="198" y="83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9" name="Freeform 1002">
                <a:extLst>
                  <a:ext uri="{FF2B5EF4-FFF2-40B4-BE49-F238E27FC236}">
                    <a16:creationId xmlns:a16="http://schemas.microsoft.com/office/drawing/2014/main" id="{5E40899F-AE91-472A-A20B-33265A471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045"/>
                <a:ext cx="215" cy="259"/>
              </a:xfrm>
              <a:custGeom>
                <a:avLst/>
                <a:gdLst>
                  <a:gd name="T0" fmla="*/ 158 w 86"/>
                  <a:gd name="T1" fmla="*/ 764 h 97"/>
                  <a:gd name="T2" fmla="*/ 613 w 86"/>
                  <a:gd name="T3" fmla="*/ 401 h 97"/>
                  <a:gd name="T4" fmla="*/ 938 w 86"/>
                  <a:gd name="T5" fmla="*/ 77 h 97"/>
                  <a:gd name="T6" fmla="*/ 783 w 86"/>
                  <a:gd name="T7" fmla="*/ 606 h 97"/>
                  <a:gd name="T8" fmla="*/ 1050 w 86"/>
                  <a:gd name="T9" fmla="*/ 991 h 97"/>
                  <a:gd name="T10" fmla="*/ 1188 w 86"/>
                  <a:gd name="T11" fmla="*/ 1311 h 97"/>
                  <a:gd name="T12" fmla="*/ 1000 w 86"/>
                  <a:gd name="T13" fmla="*/ 1469 h 97"/>
                  <a:gd name="T14" fmla="*/ 925 w 86"/>
                  <a:gd name="T15" fmla="*/ 1848 h 97"/>
                  <a:gd name="T16" fmla="*/ 845 w 86"/>
                  <a:gd name="T17" fmla="*/ 1391 h 97"/>
                  <a:gd name="T18" fmla="*/ 583 w 86"/>
                  <a:gd name="T19" fmla="*/ 1311 h 97"/>
                  <a:gd name="T20" fmla="*/ 333 w 86"/>
                  <a:gd name="T21" fmla="*/ 1140 h 97"/>
                  <a:gd name="T22" fmla="*/ 0 w 86"/>
                  <a:gd name="T23" fmla="*/ 892 h 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97">
                    <a:moveTo>
                      <a:pt x="10" y="40"/>
                    </a:moveTo>
                    <a:cubicBezTo>
                      <a:pt x="20" y="35"/>
                      <a:pt x="31" y="28"/>
                      <a:pt x="39" y="21"/>
                    </a:cubicBezTo>
                    <a:cubicBezTo>
                      <a:pt x="43" y="17"/>
                      <a:pt x="54" y="0"/>
                      <a:pt x="60" y="4"/>
                    </a:cubicBezTo>
                    <a:cubicBezTo>
                      <a:pt x="69" y="9"/>
                      <a:pt x="53" y="28"/>
                      <a:pt x="50" y="32"/>
                    </a:cubicBezTo>
                    <a:cubicBezTo>
                      <a:pt x="43" y="45"/>
                      <a:pt x="56" y="51"/>
                      <a:pt x="67" y="52"/>
                    </a:cubicBezTo>
                    <a:cubicBezTo>
                      <a:pt x="58" y="62"/>
                      <a:pt x="86" y="56"/>
                      <a:pt x="76" y="69"/>
                    </a:cubicBezTo>
                    <a:cubicBezTo>
                      <a:pt x="74" y="72"/>
                      <a:pt x="66" y="74"/>
                      <a:pt x="64" y="77"/>
                    </a:cubicBezTo>
                    <a:cubicBezTo>
                      <a:pt x="60" y="83"/>
                      <a:pt x="60" y="91"/>
                      <a:pt x="59" y="97"/>
                    </a:cubicBezTo>
                    <a:cubicBezTo>
                      <a:pt x="57" y="89"/>
                      <a:pt x="59" y="81"/>
                      <a:pt x="54" y="73"/>
                    </a:cubicBezTo>
                    <a:cubicBezTo>
                      <a:pt x="49" y="63"/>
                      <a:pt x="46" y="69"/>
                      <a:pt x="37" y="69"/>
                    </a:cubicBezTo>
                    <a:cubicBezTo>
                      <a:pt x="30" y="69"/>
                      <a:pt x="26" y="64"/>
                      <a:pt x="21" y="60"/>
                    </a:cubicBezTo>
                    <a:cubicBezTo>
                      <a:pt x="14" y="54"/>
                      <a:pt x="6" y="52"/>
                      <a:pt x="0" y="47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0" name="Freeform 1003">
                <a:extLst>
                  <a:ext uri="{FF2B5EF4-FFF2-40B4-BE49-F238E27FC236}">
                    <a16:creationId xmlns:a16="http://schemas.microsoft.com/office/drawing/2014/main" id="{23B524D4-8368-44A4-B7F3-09C1C57F4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208"/>
                <a:ext cx="507" cy="179"/>
              </a:xfrm>
              <a:custGeom>
                <a:avLst/>
                <a:gdLst>
                  <a:gd name="T0" fmla="*/ 2995 w 203"/>
                  <a:gd name="T1" fmla="*/ 21 h 67"/>
                  <a:gd name="T2" fmla="*/ 2962 w 203"/>
                  <a:gd name="T3" fmla="*/ 879 h 67"/>
                  <a:gd name="T4" fmla="*/ 2133 w 203"/>
                  <a:gd name="T5" fmla="*/ 764 h 67"/>
                  <a:gd name="T6" fmla="*/ 1309 w 203"/>
                  <a:gd name="T7" fmla="*/ 379 h 67"/>
                  <a:gd name="T8" fmla="*/ 687 w 203"/>
                  <a:gd name="T9" fmla="*/ 21 h 67"/>
                  <a:gd name="T10" fmla="*/ 437 w 203"/>
                  <a:gd name="T11" fmla="*/ 35 h 67"/>
                  <a:gd name="T12" fmla="*/ 280 w 203"/>
                  <a:gd name="T13" fmla="*/ 77 h 67"/>
                  <a:gd name="T14" fmla="*/ 125 w 203"/>
                  <a:gd name="T15" fmla="*/ 0 h 67"/>
                  <a:gd name="T16" fmla="*/ 717 w 203"/>
                  <a:gd name="T17" fmla="*/ 379 h 67"/>
                  <a:gd name="T18" fmla="*/ 1633 w 203"/>
                  <a:gd name="T19" fmla="*/ 764 h 67"/>
                  <a:gd name="T20" fmla="*/ 2445 w 203"/>
                  <a:gd name="T21" fmla="*/ 1085 h 67"/>
                  <a:gd name="T22" fmla="*/ 3149 w 203"/>
                  <a:gd name="T23" fmla="*/ 1256 h 67"/>
                  <a:gd name="T24" fmla="*/ 3099 w 203"/>
                  <a:gd name="T25" fmla="*/ 1029 h 67"/>
                  <a:gd name="T26" fmla="*/ 3132 w 203"/>
                  <a:gd name="T27" fmla="*/ 729 h 67"/>
                  <a:gd name="T28" fmla="*/ 3162 w 203"/>
                  <a:gd name="T29" fmla="*/ 136 h 6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3" h="67">
                    <a:moveTo>
                      <a:pt x="192" y="1"/>
                    </a:moveTo>
                    <a:cubicBezTo>
                      <a:pt x="200" y="9"/>
                      <a:pt x="200" y="38"/>
                      <a:pt x="190" y="46"/>
                    </a:cubicBezTo>
                    <a:cubicBezTo>
                      <a:pt x="178" y="55"/>
                      <a:pt x="149" y="44"/>
                      <a:pt x="137" y="40"/>
                    </a:cubicBezTo>
                    <a:cubicBezTo>
                      <a:pt x="119" y="33"/>
                      <a:pt x="102" y="26"/>
                      <a:pt x="84" y="20"/>
                    </a:cubicBezTo>
                    <a:cubicBezTo>
                      <a:pt x="71" y="17"/>
                      <a:pt x="50" y="14"/>
                      <a:pt x="44" y="1"/>
                    </a:cubicBezTo>
                    <a:cubicBezTo>
                      <a:pt x="42" y="12"/>
                      <a:pt x="32" y="2"/>
                      <a:pt x="28" y="2"/>
                    </a:cubicBezTo>
                    <a:cubicBezTo>
                      <a:pt x="25" y="1"/>
                      <a:pt x="21" y="5"/>
                      <a:pt x="18" y="4"/>
                    </a:cubicBezTo>
                    <a:cubicBezTo>
                      <a:pt x="14" y="4"/>
                      <a:pt x="11" y="0"/>
                      <a:pt x="8" y="0"/>
                    </a:cubicBezTo>
                    <a:cubicBezTo>
                      <a:pt x="0" y="16"/>
                      <a:pt x="38" y="20"/>
                      <a:pt x="46" y="20"/>
                    </a:cubicBezTo>
                    <a:cubicBezTo>
                      <a:pt x="65" y="23"/>
                      <a:pt x="88" y="31"/>
                      <a:pt x="105" y="40"/>
                    </a:cubicBezTo>
                    <a:cubicBezTo>
                      <a:pt x="123" y="50"/>
                      <a:pt x="138" y="51"/>
                      <a:pt x="157" y="57"/>
                    </a:cubicBezTo>
                    <a:cubicBezTo>
                      <a:pt x="172" y="62"/>
                      <a:pt x="186" y="67"/>
                      <a:pt x="202" y="66"/>
                    </a:cubicBezTo>
                    <a:cubicBezTo>
                      <a:pt x="202" y="62"/>
                      <a:pt x="199" y="58"/>
                      <a:pt x="199" y="54"/>
                    </a:cubicBezTo>
                    <a:cubicBezTo>
                      <a:pt x="199" y="49"/>
                      <a:pt x="200" y="43"/>
                      <a:pt x="201" y="38"/>
                    </a:cubicBezTo>
                    <a:cubicBezTo>
                      <a:pt x="202" y="28"/>
                      <a:pt x="203" y="18"/>
                      <a:pt x="203" y="7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1" name="Freeform 1004">
                <a:extLst>
                  <a:ext uri="{FF2B5EF4-FFF2-40B4-BE49-F238E27FC236}">
                    <a16:creationId xmlns:a16="http://schemas.microsoft.com/office/drawing/2014/main" id="{DA233295-A3F5-4900-85C4-AABBF4718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229"/>
                <a:ext cx="57" cy="155"/>
              </a:xfrm>
              <a:custGeom>
                <a:avLst/>
                <a:gdLst>
                  <a:gd name="T0" fmla="*/ 154 w 23"/>
                  <a:gd name="T1" fmla="*/ 0 h 58"/>
                  <a:gd name="T2" fmla="*/ 136 w 23"/>
                  <a:gd name="T3" fmla="*/ 1106 h 58"/>
                  <a:gd name="T4" fmla="*/ 0 w 23"/>
                  <a:gd name="T5" fmla="*/ 97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8">
                    <a:moveTo>
                      <a:pt x="10" y="0"/>
                    </a:moveTo>
                    <a:cubicBezTo>
                      <a:pt x="23" y="16"/>
                      <a:pt x="11" y="40"/>
                      <a:pt x="9" y="58"/>
                    </a:cubicBezTo>
                    <a:cubicBezTo>
                      <a:pt x="5" y="57"/>
                      <a:pt x="3" y="53"/>
                      <a:pt x="0" y="51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2" name="Freeform 1005">
                <a:extLst>
                  <a:ext uri="{FF2B5EF4-FFF2-40B4-BE49-F238E27FC236}">
                    <a16:creationId xmlns:a16="http://schemas.microsoft.com/office/drawing/2014/main" id="{8AF516A7-E6D2-42DD-A305-25B634E65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072"/>
                <a:ext cx="107" cy="163"/>
              </a:xfrm>
              <a:custGeom>
                <a:avLst/>
                <a:gdLst>
                  <a:gd name="T0" fmla="*/ 662 w 43"/>
                  <a:gd name="T1" fmla="*/ 1165 h 61"/>
                  <a:gd name="T2" fmla="*/ 249 w 43"/>
                  <a:gd name="T3" fmla="*/ 708 h 61"/>
                  <a:gd name="T4" fmla="*/ 124 w 43"/>
                  <a:gd name="T5" fmla="*/ 363 h 61"/>
                  <a:gd name="T6" fmla="*/ 0 w 43"/>
                  <a:gd name="T7" fmla="*/ 0 h 61"/>
                  <a:gd name="T8" fmla="*/ 261 w 43"/>
                  <a:gd name="T9" fmla="*/ 307 h 61"/>
                  <a:gd name="T10" fmla="*/ 495 w 43"/>
                  <a:gd name="T11" fmla="*/ 593 h 61"/>
                  <a:gd name="T12" fmla="*/ 649 w 43"/>
                  <a:gd name="T13" fmla="*/ 935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61">
                    <a:moveTo>
                      <a:pt x="43" y="61"/>
                    </a:moveTo>
                    <a:cubicBezTo>
                      <a:pt x="31" y="54"/>
                      <a:pt x="23" y="50"/>
                      <a:pt x="16" y="37"/>
                    </a:cubicBezTo>
                    <a:cubicBezTo>
                      <a:pt x="12" y="31"/>
                      <a:pt x="10" y="25"/>
                      <a:pt x="8" y="19"/>
                    </a:cubicBezTo>
                    <a:cubicBezTo>
                      <a:pt x="5" y="13"/>
                      <a:pt x="0" y="6"/>
                      <a:pt x="0" y="0"/>
                    </a:cubicBezTo>
                    <a:cubicBezTo>
                      <a:pt x="4" y="8"/>
                      <a:pt x="7" y="16"/>
                      <a:pt x="17" y="16"/>
                    </a:cubicBezTo>
                    <a:cubicBezTo>
                      <a:pt x="9" y="26"/>
                      <a:pt x="21" y="38"/>
                      <a:pt x="32" y="31"/>
                    </a:cubicBezTo>
                    <a:cubicBezTo>
                      <a:pt x="29" y="39"/>
                      <a:pt x="36" y="47"/>
                      <a:pt x="42" y="49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3" name="Freeform 1006">
                <a:extLst>
                  <a:ext uri="{FF2B5EF4-FFF2-40B4-BE49-F238E27FC236}">
                    <a16:creationId xmlns:a16="http://schemas.microsoft.com/office/drawing/2014/main" id="{9AFD3CE5-AAA8-4AE2-9C0B-7A4DF5DB0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931"/>
                <a:ext cx="125" cy="234"/>
              </a:xfrm>
              <a:custGeom>
                <a:avLst/>
                <a:gdLst>
                  <a:gd name="T0" fmla="*/ 783 w 50"/>
                  <a:gd name="T1" fmla="*/ 0 h 88"/>
                  <a:gd name="T2" fmla="*/ 313 w 50"/>
                  <a:gd name="T3" fmla="*/ 35 h 88"/>
                  <a:gd name="T4" fmla="*/ 0 w 50"/>
                  <a:gd name="T5" fmla="*/ 303 h 88"/>
                  <a:gd name="T6" fmla="*/ 83 w 50"/>
                  <a:gd name="T7" fmla="*/ 904 h 88"/>
                  <a:gd name="T8" fmla="*/ 175 w 50"/>
                  <a:gd name="T9" fmla="*/ 1654 h 88"/>
                  <a:gd name="T10" fmla="*/ 158 w 50"/>
                  <a:gd name="T11" fmla="*/ 1109 h 88"/>
                  <a:gd name="T12" fmla="*/ 283 w 50"/>
                  <a:gd name="T13" fmla="*/ 941 h 88"/>
                  <a:gd name="T14" fmla="*/ 238 w 50"/>
                  <a:gd name="T15" fmla="*/ 468 h 88"/>
                  <a:gd name="T16" fmla="*/ 345 w 50"/>
                  <a:gd name="T17" fmla="*/ 93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88">
                    <a:moveTo>
                      <a:pt x="50" y="0"/>
                    </a:moveTo>
                    <a:cubicBezTo>
                      <a:pt x="40" y="1"/>
                      <a:pt x="30" y="2"/>
                      <a:pt x="20" y="2"/>
                    </a:cubicBezTo>
                    <a:cubicBezTo>
                      <a:pt x="8" y="3"/>
                      <a:pt x="1" y="2"/>
                      <a:pt x="0" y="16"/>
                    </a:cubicBezTo>
                    <a:cubicBezTo>
                      <a:pt x="0" y="27"/>
                      <a:pt x="4" y="38"/>
                      <a:pt x="5" y="48"/>
                    </a:cubicBezTo>
                    <a:cubicBezTo>
                      <a:pt x="7" y="61"/>
                      <a:pt x="7" y="75"/>
                      <a:pt x="11" y="88"/>
                    </a:cubicBezTo>
                    <a:cubicBezTo>
                      <a:pt x="11" y="78"/>
                      <a:pt x="11" y="69"/>
                      <a:pt x="10" y="59"/>
                    </a:cubicBezTo>
                    <a:cubicBezTo>
                      <a:pt x="10" y="53"/>
                      <a:pt x="8" y="46"/>
                      <a:pt x="18" y="50"/>
                    </a:cubicBezTo>
                    <a:cubicBezTo>
                      <a:pt x="10" y="44"/>
                      <a:pt x="3" y="31"/>
                      <a:pt x="15" y="25"/>
                    </a:cubicBezTo>
                    <a:cubicBezTo>
                      <a:pt x="2" y="16"/>
                      <a:pt x="17" y="10"/>
                      <a:pt x="22" y="5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4" name="Freeform 1007">
                <a:extLst>
                  <a:ext uri="{FF2B5EF4-FFF2-40B4-BE49-F238E27FC236}">
                    <a16:creationId xmlns:a16="http://schemas.microsoft.com/office/drawing/2014/main" id="{67B1BBF7-8311-4E52-BA7C-CF345913A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925"/>
                <a:ext cx="75" cy="86"/>
              </a:xfrm>
              <a:custGeom>
                <a:avLst/>
                <a:gdLst>
                  <a:gd name="T0" fmla="*/ 50 w 30"/>
                  <a:gd name="T1" fmla="*/ 35 h 32"/>
                  <a:gd name="T2" fmla="*/ 395 w 30"/>
                  <a:gd name="T3" fmla="*/ 94 h 32"/>
                  <a:gd name="T4" fmla="*/ 395 w 30"/>
                  <a:gd name="T5" fmla="*/ 621 h 32"/>
                  <a:gd name="T6" fmla="*/ 220 w 30"/>
                  <a:gd name="T7" fmla="*/ 312 h 32"/>
                  <a:gd name="T8" fmla="*/ 0 w 30"/>
                  <a:gd name="T9" fmla="*/ 9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2">
                    <a:moveTo>
                      <a:pt x="3" y="2"/>
                    </a:moveTo>
                    <a:cubicBezTo>
                      <a:pt x="9" y="1"/>
                      <a:pt x="21" y="0"/>
                      <a:pt x="25" y="5"/>
                    </a:cubicBezTo>
                    <a:cubicBezTo>
                      <a:pt x="30" y="9"/>
                      <a:pt x="29" y="27"/>
                      <a:pt x="25" y="32"/>
                    </a:cubicBezTo>
                    <a:cubicBezTo>
                      <a:pt x="26" y="25"/>
                      <a:pt x="25" y="9"/>
                      <a:pt x="14" y="16"/>
                    </a:cubicBezTo>
                    <a:cubicBezTo>
                      <a:pt x="16" y="8"/>
                      <a:pt x="7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5" name="Freeform 1008">
                <a:extLst>
                  <a:ext uri="{FF2B5EF4-FFF2-40B4-BE49-F238E27FC236}">
                    <a16:creationId xmlns:a16="http://schemas.microsoft.com/office/drawing/2014/main" id="{13B7B749-04F5-430D-B171-94332285F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936"/>
                <a:ext cx="115" cy="227"/>
              </a:xfrm>
              <a:custGeom>
                <a:avLst/>
                <a:gdLst>
                  <a:gd name="T0" fmla="*/ 0 w 46"/>
                  <a:gd name="T1" fmla="*/ 136 h 85"/>
                  <a:gd name="T2" fmla="*/ 425 w 46"/>
                  <a:gd name="T3" fmla="*/ 77 h 85"/>
                  <a:gd name="T4" fmla="*/ 583 w 46"/>
                  <a:gd name="T5" fmla="*/ 606 h 85"/>
                  <a:gd name="T6" fmla="*/ 520 w 46"/>
                  <a:gd name="T7" fmla="*/ 1618 h 85"/>
                  <a:gd name="T8" fmla="*/ 408 w 46"/>
                  <a:gd name="T9" fmla="*/ 1242 h 85"/>
                  <a:gd name="T10" fmla="*/ 395 w 46"/>
                  <a:gd name="T11" fmla="*/ 876 h 85"/>
                  <a:gd name="T12" fmla="*/ 333 w 46"/>
                  <a:gd name="T13" fmla="*/ 550 h 85"/>
                  <a:gd name="T14" fmla="*/ 283 w 46"/>
                  <a:gd name="T15" fmla="*/ 115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85">
                    <a:moveTo>
                      <a:pt x="0" y="7"/>
                    </a:moveTo>
                    <a:cubicBezTo>
                      <a:pt x="7" y="4"/>
                      <a:pt x="21" y="0"/>
                      <a:pt x="27" y="4"/>
                    </a:cubicBezTo>
                    <a:cubicBezTo>
                      <a:pt x="35" y="9"/>
                      <a:pt x="35" y="24"/>
                      <a:pt x="37" y="32"/>
                    </a:cubicBezTo>
                    <a:cubicBezTo>
                      <a:pt x="42" y="50"/>
                      <a:pt x="46" y="70"/>
                      <a:pt x="33" y="85"/>
                    </a:cubicBezTo>
                    <a:cubicBezTo>
                      <a:pt x="38" y="79"/>
                      <a:pt x="38" y="61"/>
                      <a:pt x="26" y="65"/>
                    </a:cubicBezTo>
                    <a:cubicBezTo>
                      <a:pt x="39" y="62"/>
                      <a:pt x="32" y="42"/>
                      <a:pt x="25" y="46"/>
                    </a:cubicBezTo>
                    <a:cubicBezTo>
                      <a:pt x="24" y="40"/>
                      <a:pt x="32" y="31"/>
                      <a:pt x="21" y="29"/>
                    </a:cubicBezTo>
                    <a:cubicBezTo>
                      <a:pt x="36" y="23"/>
                      <a:pt x="30" y="10"/>
                      <a:pt x="1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6" name="Freeform 1009">
                <a:extLst>
                  <a:ext uri="{FF2B5EF4-FFF2-40B4-BE49-F238E27FC236}">
                    <a16:creationId xmlns:a16="http://schemas.microsoft.com/office/drawing/2014/main" id="{B58CC13F-CC25-44FE-9EDF-EFD0EF239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995"/>
                <a:ext cx="145" cy="400"/>
              </a:xfrm>
              <a:custGeom>
                <a:avLst/>
                <a:gdLst>
                  <a:gd name="T0" fmla="*/ 145 w 58"/>
                  <a:gd name="T1" fmla="*/ 0 h 150"/>
                  <a:gd name="T2" fmla="*/ 20 w 58"/>
                  <a:gd name="T3" fmla="*/ 264 h 150"/>
                  <a:gd name="T4" fmla="*/ 83 w 58"/>
                  <a:gd name="T5" fmla="*/ 683 h 150"/>
                  <a:gd name="T6" fmla="*/ 113 w 58"/>
                  <a:gd name="T7" fmla="*/ 1515 h 150"/>
                  <a:gd name="T8" fmla="*/ 270 w 58"/>
                  <a:gd name="T9" fmla="*/ 2445 h 150"/>
                  <a:gd name="T10" fmla="*/ 500 w 58"/>
                  <a:gd name="T11" fmla="*/ 2765 h 150"/>
                  <a:gd name="T12" fmla="*/ 908 w 58"/>
                  <a:gd name="T13" fmla="*/ 2824 h 150"/>
                  <a:gd name="T14" fmla="*/ 595 w 58"/>
                  <a:gd name="T15" fmla="*/ 2184 h 150"/>
                  <a:gd name="T16" fmla="*/ 470 w 58"/>
                  <a:gd name="T17" fmla="*/ 1843 h 150"/>
                  <a:gd name="T18" fmla="*/ 458 w 58"/>
                  <a:gd name="T19" fmla="*/ 1365 h 150"/>
                  <a:gd name="T20" fmla="*/ 313 w 58"/>
                  <a:gd name="T21" fmla="*/ 909 h 150"/>
                  <a:gd name="T22" fmla="*/ 113 w 58"/>
                  <a:gd name="T23" fmla="*/ 77 h 1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150">
                    <a:moveTo>
                      <a:pt x="9" y="0"/>
                    </a:moveTo>
                    <a:cubicBezTo>
                      <a:pt x="0" y="5"/>
                      <a:pt x="1" y="5"/>
                      <a:pt x="1" y="14"/>
                    </a:cubicBezTo>
                    <a:cubicBezTo>
                      <a:pt x="2" y="22"/>
                      <a:pt x="4" y="29"/>
                      <a:pt x="5" y="36"/>
                    </a:cubicBezTo>
                    <a:cubicBezTo>
                      <a:pt x="7" y="52"/>
                      <a:pt x="5" y="64"/>
                      <a:pt x="7" y="80"/>
                    </a:cubicBezTo>
                    <a:cubicBezTo>
                      <a:pt x="10" y="98"/>
                      <a:pt x="9" y="114"/>
                      <a:pt x="17" y="129"/>
                    </a:cubicBezTo>
                    <a:cubicBezTo>
                      <a:pt x="20" y="134"/>
                      <a:pt x="28" y="144"/>
                      <a:pt x="32" y="146"/>
                    </a:cubicBezTo>
                    <a:cubicBezTo>
                      <a:pt x="39" y="150"/>
                      <a:pt x="50" y="145"/>
                      <a:pt x="58" y="149"/>
                    </a:cubicBezTo>
                    <a:cubicBezTo>
                      <a:pt x="49" y="141"/>
                      <a:pt x="22" y="133"/>
                      <a:pt x="38" y="115"/>
                    </a:cubicBezTo>
                    <a:cubicBezTo>
                      <a:pt x="26" y="125"/>
                      <a:pt x="21" y="102"/>
                      <a:pt x="30" y="97"/>
                    </a:cubicBezTo>
                    <a:cubicBezTo>
                      <a:pt x="21" y="106"/>
                      <a:pt x="18" y="79"/>
                      <a:pt x="29" y="72"/>
                    </a:cubicBezTo>
                    <a:cubicBezTo>
                      <a:pt x="19" y="71"/>
                      <a:pt x="6" y="53"/>
                      <a:pt x="20" y="48"/>
                    </a:cubicBezTo>
                    <a:cubicBezTo>
                      <a:pt x="9" y="39"/>
                      <a:pt x="2" y="17"/>
                      <a:pt x="7" y="4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7" name="Freeform 1010">
                <a:extLst>
                  <a:ext uri="{FF2B5EF4-FFF2-40B4-BE49-F238E27FC236}">
                    <a16:creationId xmlns:a16="http://schemas.microsoft.com/office/drawing/2014/main" id="{6630148D-17B8-4BD9-BCF0-E6E66EAF6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013"/>
                <a:ext cx="50" cy="179"/>
              </a:xfrm>
              <a:custGeom>
                <a:avLst/>
                <a:gdLst>
                  <a:gd name="T0" fmla="*/ 313 w 20"/>
                  <a:gd name="T1" fmla="*/ 0 h 67"/>
                  <a:gd name="T2" fmla="*/ 0 w 20"/>
                  <a:gd name="T3" fmla="*/ 478 h 67"/>
                  <a:gd name="T4" fmla="*/ 208 w 20"/>
                  <a:gd name="T5" fmla="*/ 1277 h 67"/>
                  <a:gd name="T6" fmla="*/ 208 w 20"/>
                  <a:gd name="T7" fmla="*/ 785 h 67"/>
                  <a:gd name="T8" fmla="*/ 113 w 20"/>
                  <a:gd name="T9" fmla="*/ 435 h 67"/>
                  <a:gd name="T10" fmla="*/ 188 w 20"/>
                  <a:gd name="T11" fmla="*/ 115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7">
                    <a:moveTo>
                      <a:pt x="20" y="0"/>
                    </a:moveTo>
                    <a:cubicBezTo>
                      <a:pt x="11" y="9"/>
                      <a:pt x="0" y="10"/>
                      <a:pt x="0" y="25"/>
                    </a:cubicBezTo>
                    <a:cubicBezTo>
                      <a:pt x="1" y="39"/>
                      <a:pt x="7" y="54"/>
                      <a:pt x="13" y="67"/>
                    </a:cubicBezTo>
                    <a:cubicBezTo>
                      <a:pt x="7" y="60"/>
                      <a:pt x="6" y="48"/>
                      <a:pt x="13" y="41"/>
                    </a:cubicBezTo>
                    <a:cubicBezTo>
                      <a:pt x="3" y="37"/>
                      <a:pt x="5" y="31"/>
                      <a:pt x="7" y="23"/>
                    </a:cubicBezTo>
                    <a:cubicBezTo>
                      <a:pt x="7" y="19"/>
                      <a:pt x="9" y="10"/>
                      <a:pt x="12" y="6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8" name="Freeform 1011">
                <a:extLst>
                  <a:ext uri="{FF2B5EF4-FFF2-40B4-BE49-F238E27FC236}">
                    <a16:creationId xmlns:a16="http://schemas.microsoft.com/office/drawing/2014/main" id="{BBAA6C77-4B38-4DE8-A707-FB135F18E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397"/>
                <a:ext cx="163" cy="195"/>
              </a:xfrm>
              <a:custGeom>
                <a:avLst/>
                <a:gdLst>
                  <a:gd name="T0" fmla="*/ 1026 w 65"/>
                  <a:gd name="T1" fmla="*/ 1392 h 73"/>
                  <a:gd name="T2" fmla="*/ 208 w 65"/>
                  <a:gd name="T3" fmla="*/ 879 h 73"/>
                  <a:gd name="T4" fmla="*/ 459 w 65"/>
                  <a:gd name="T5" fmla="*/ 0 h 73"/>
                  <a:gd name="T6" fmla="*/ 334 w 65"/>
                  <a:gd name="T7" fmla="*/ 572 h 73"/>
                  <a:gd name="T8" fmla="*/ 567 w 65"/>
                  <a:gd name="T9" fmla="*/ 606 h 73"/>
                  <a:gd name="T10" fmla="*/ 710 w 65"/>
                  <a:gd name="T11" fmla="*/ 857 h 73"/>
                  <a:gd name="T12" fmla="*/ 880 w 65"/>
                  <a:gd name="T13" fmla="*/ 1277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73">
                    <a:moveTo>
                      <a:pt x="65" y="73"/>
                    </a:moveTo>
                    <a:cubicBezTo>
                      <a:pt x="49" y="66"/>
                      <a:pt x="26" y="61"/>
                      <a:pt x="13" y="46"/>
                    </a:cubicBezTo>
                    <a:cubicBezTo>
                      <a:pt x="0" y="32"/>
                      <a:pt x="16" y="12"/>
                      <a:pt x="29" y="0"/>
                    </a:cubicBezTo>
                    <a:cubicBezTo>
                      <a:pt x="25" y="8"/>
                      <a:pt x="17" y="21"/>
                      <a:pt x="21" y="30"/>
                    </a:cubicBezTo>
                    <a:cubicBezTo>
                      <a:pt x="24" y="39"/>
                      <a:pt x="33" y="42"/>
                      <a:pt x="36" y="32"/>
                    </a:cubicBezTo>
                    <a:cubicBezTo>
                      <a:pt x="27" y="44"/>
                      <a:pt x="31" y="61"/>
                      <a:pt x="45" y="45"/>
                    </a:cubicBezTo>
                    <a:cubicBezTo>
                      <a:pt x="42" y="55"/>
                      <a:pt x="44" y="69"/>
                      <a:pt x="56" y="67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9" name="Freeform 1012">
                <a:extLst>
                  <a:ext uri="{FF2B5EF4-FFF2-40B4-BE49-F238E27FC236}">
                    <a16:creationId xmlns:a16="http://schemas.microsoft.com/office/drawing/2014/main" id="{CB747C90-F238-4135-BCBB-1D4296135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216"/>
                <a:ext cx="298" cy="165"/>
              </a:xfrm>
              <a:custGeom>
                <a:avLst/>
                <a:gdLst>
                  <a:gd name="T0" fmla="*/ 1868 w 119"/>
                  <a:gd name="T1" fmla="*/ 56 h 62"/>
                  <a:gd name="T2" fmla="*/ 992 w 119"/>
                  <a:gd name="T3" fmla="*/ 452 h 62"/>
                  <a:gd name="T4" fmla="*/ 283 w 119"/>
                  <a:gd name="T5" fmla="*/ 1168 h 62"/>
                  <a:gd name="T6" fmla="*/ 0 w 119"/>
                  <a:gd name="T7" fmla="*/ 136 h 62"/>
                  <a:gd name="T8" fmla="*/ 283 w 119"/>
                  <a:gd name="T9" fmla="*/ 828 h 62"/>
                  <a:gd name="T10" fmla="*/ 488 w 119"/>
                  <a:gd name="T11" fmla="*/ 474 h 62"/>
                  <a:gd name="T12" fmla="*/ 721 w 119"/>
                  <a:gd name="T13" fmla="*/ 192 h 62"/>
                  <a:gd name="T14" fmla="*/ 1159 w 119"/>
                  <a:gd name="T15" fmla="*/ 0 h 62"/>
                  <a:gd name="T16" fmla="*/ 1305 w 119"/>
                  <a:gd name="T17" fmla="*/ 149 h 62"/>
                  <a:gd name="T18" fmla="*/ 1493 w 119"/>
                  <a:gd name="T19" fmla="*/ 93 h 62"/>
                  <a:gd name="T20" fmla="*/ 1755 w 119"/>
                  <a:gd name="T21" fmla="*/ 77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62">
                    <a:moveTo>
                      <a:pt x="119" y="3"/>
                    </a:moveTo>
                    <a:cubicBezTo>
                      <a:pt x="102" y="3"/>
                      <a:pt x="79" y="17"/>
                      <a:pt x="63" y="24"/>
                    </a:cubicBezTo>
                    <a:cubicBezTo>
                      <a:pt x="44" y="34"/>
                      <a:pt x="35" y="49"/>
                      <a:pt x="18" y="62"/>
                    </a:cubicBezTo>
                    <a:cubicBezTo>
                      <a:pt x="3" y="55"/>
                      <a:pt x="2" y="21"/>
                      <a:pt x="0" y="7"/>
                    </a:cubicBezTo>
                    <a:cubicBezTo>
                      <a:pt x="2" y="17"/>
                      <a:pt x="7" y="41"/>
                      <a:pt x="18" y="44"/>
                    </a:cubicBezTo>
                    <a:cubicBezTo>
                      <a:pt x="33" y="49"/>
                      <a:pt x="30" y="33"/>
                      <a:pt x="31" y="25"/>
                    </a:cubicBezTo>
                    <a:cubicBezTo>
                      <a:pt x="40" y="39"/>
                      <a:pt x="51" y="20"/>
                      <a:pt x="46" y="10"/>
                    </a:cubicBezTo>
                    <a:cubicBezTo>
                      <a:pt x="56" y="15"/>
                      <a:pt x="74" y="14"/>
                      <a:pt x="74" y="0"/>
                    </a:cubicBezTo>
                    <a:cubicBezTo>
                      <a:pt x="78" y="2"/>
                      <a:pt x="80" y="7"/>
                      <a:pt x="83" y="8"/>
                    </a:cubicBezTo>
                    <a:cubicBezTo>
                      <a:pt x="88" y="9"/>
                      <a:pt x="91" y="6"/>
                      <a:pt x="95" y="5"/>
                    </a:cubicBezTo>
                    <a:cubicBezTo>
                      <a:pt x="100" y="5"/>
                      <a:pt x="112" y="10"/>
                      <a:pt x="112" y="4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0" name="Freeform 1013">
                <a:extLst>
                  <a:ext uri="{FF2B5EF4-FFF2-40B4-BE49-F238E27FC236}">
                    <a16:creationId xmlns:a16="http://schemas.microsoft.com/office/drawing/2014/main" id="{1A737635-A4CC-4520-9F9E-EA6B2521E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059"/>
                <a:ext cx="157" cy="202"/>
              </a:xfrm>
              <a:custGeom>
                <a:avLst/>
                <a:gdLst>
                  <a:gd name="T0" fmla="*/ 695 w 63"/>
                  <a:gd name="T1" fmla="*/ 0 h 76"/>
                  <a:gd name="T2" fmla="*/ 508 w 63"/>
                  <a:gd name="T3" fmla="*/ 524 h 76"/>
                  <a:gd name="T4" fmla="*/ 558 w 63"/>
                  <a:gd name="T5" fmla="*/ 805 h 76"/>
                  <a:gd name="T6" fmla="*/ 745 w 63"/>
                  <a:gd name="T7" fmla="*/ 960 h 76"/>
                  <a:gd name="T8" fmla="*/ 962 w 63"/>
                  <a:gd name="T9" fmla="*/ 1108 h 76"/>
                  <a:gd name="T10" fmla="*/ 870 w 63"/>
                  <a:gd name="T11" fmla="*/ 1257 h 76"/>
                  <a:gd name="T12" fmla="*/ 758 w 63"/>
                  <a:gd name="T13" fmla="*/ 1427 h 76"/>
                  <a:gd name="T14" fmla="*/ 695 w 63"/>
                  <a:gd name="T15" fmla="*/ 1108 h 76"/>
                  <a:gd name="T16" fmla="*/ 591 w 63"/>
                  <a:gd name="T17" fmla="*/ 1031 h 76"/>
                  <a:gd name="T18" fmla="*/ 558 w 63"/>
                  <a:gd name="T19" fmla="*/ 941 h 76"/>
                  <a:gd name="T20" fmla="*/ 478 w 63"/>
                  <a:gd name="T21" fmla="*/ 904 h 76"/>
                  <a:gd name="T22" fmla="*/ 374 w 63"/>
                  <a:gd name="T23" fmla="*/ 805 h 76"/>
                  <a:gd name="T24" fmla="*/ 292 w 63"/>
                  <a:gd name="T25" fmla="*/ 678 h 76"/>
                  <a:gd name="T26" fmla="*/ 0 w 63"/>
                  <a:gd name="T27" fmla="*/ 622 h 76"/>
                  <a:gd name="T28" fmla="*/ 167 w 63"/>
                  <a:gd name="T29" fmla="*/ 486 h 76"/>
                  <a:gd name="T30" fmla="*/ 324 w 63"/>
                  <a:gd name="T31" fmla="*/ 375 h 76"/>
                  <a:gd name="T32" fmla="*/ 633 w 63"/>
                  <a:gd name="T33" fmla="*/ 0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3" h="76">
                    <a:moveTo>
                      <a:pt x="45" y="0"/>
                    </a:moveTo>
                    <a:cubicBezTo>
                      <a:pt x="47" y="12"/>
                      <a:pt x="37" y="18"/>
                      <a:pt x="33" y="28"/>
                    </a:cubicBezTo>
                    <a:cubicBezTo>
                      <a:pt x="31" y="33"/>
                      <a:pt x="32" y="38"/>
                      <a:pt x="36" y="43"/>
                    </a:cubicBezTo>
                    <a:cubicBezTo>
                      <a:pt x="39" y="46"/>
                      <a:pt x="48" y="46"/>
                      <a:pt x="48" y="51"/>
                    </a:cubicBezTo>
                    <a:cubicBezTo>
                      <a:pt x="56" y="53"/>
                      <a:pt x="60" y="48"/>
                      <a:pt x="62" y="59"/>
                    </a:cubicBezTo>
                    <a:cubicBezTo>
                      <a:pt x="63" y="64"/>
                      <a:pt x="61" y="64"/>
                      <a:pt x="56" y="67"/>
                    </a:cubicBezTo>
                    <a:cubicBezTo>
                      <a:pt x="53" y="69"/>
                      <a:pt x="51" y="72"/>
                      <a:pt x="49" y="76"/>
                    </a:cubicBezTo>
                    <a:cubicBezTo>
                      <a:pt x="52" y="67"/>
                      <a:pt x="55" y="62"/>
                      <a:pt x="45" y="59"/>
                    </a:cubicBezTo>
                    <a:cubicBezTo>
                      <a:pt x="41" y="58"/>
                      <a:pt x="40" y="58"/>
                      <a:pt x="38" y="55"/>
                    </a:cubicBezTo>
                    <a:cubicBezTo>
                      <a:pt x="37" y="53"/>
                      <a:pt x="38" y="52"/>
                      <a:pt x="36" y="50"/>
                    </a:cubicBezTo>
                    <a:cubicBezTo>
                      <a:pt x="35" y="50"/>
                      <a:pt x="32" y="49"/>
                      <a:pt x="31" y="48"/>
                    </a:cubicBezTo>
                    <a:cubicBezTo>
                      <a:pt x="28" y="47"/>
                      <a:pt x="25" y="46"/>
                      <a:pt x="24" y="43"/>
                    </a:cubicBezTo>
                    <a:cubicBezTo>
                      <a:pt x="22" y="37"/>
                      <a:pt x="25" y="37"/>
                      <a:pt x="19" y="36"/>
                    </a:cubicBezTo>
                    <a:cubicBezTo>
                      <a:pt x="13" y="35"/>
                      <a:pt x="4" y="38"/>
                      <a:pt x="0" y="33"/>
                    </a:cubicBezTo>
                    <a:cubicBezTo>
                      <a:pt x="4" y="32"/>
                      <a:pt x="7" y="28"/>
                      <a:pt x="11" y="26"/>
                    </a:cubicBezTo>
                    <a:cubicBezTo>
                      <a:pt x="15" y="25"/>
                      <a:pt x="18" y="23"/>
                      <a:pt x="21" y="20"/>
                    </a:cubicBezTo>
                    <a:cubicBezTo>
                      <a:pt x="29" y="14"/>
                      <a:pt x="34" y="6"/>
                      <a:pt x="41" y="0"/>
                    </a:cubicBezTo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1" name="Freeform 1014">
                <a:extLst>
                  <a:ext uri="{FF2B5EF4-FFF2-40B4-BE49-F238E27FC236}">
                    <a16:creationId xmlns:a16="http://schemas.microsoft.com/office/drawing/2014/main" id="{32E3EFCE-325E-4DBC-97C3-ACDA172AD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216"/>
                <a:ext cx="42" cy="91"/>
              </a:xfrm>
              <a:custGeom>
                <a:avLst/>
                <a:gdLst>
                  <a:gd name="T0" fmla="*/ 153 w 17"/>
                  <a:gd name="T1" fmla="*/ 0 h 34"/>
                  <a:gd name="T2" fmla="*/ 30 w 17"/>
                  <a:gd name="T3" fmla="*/ 343 h 34"/>
                  <a:gd name="T4" fmla="*/ 30 w 17"/>
                  <a:gd name="T5" fmla="*/ 653 h 34"/>
                  <a:gd name="T6" fmla="*/ 257 w 17"/>
                  <a:gd name="T7" fmla="*/ 9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4">
                    <a:moveTo>
                      <a:pt x="10" y="0"/>
                    </a:moveTo>
                    <a:cubicBezTo>
                      <a:pt x="13" y="5"/>
                      <a:pt x="4" y="13"/>
                      <a:pt x="2" y="18"/>
                    </a:cubicBezTo>
                    <a:cubicBezTo>
                      <a:pt x="1" y="22"/>
                      <a:pt x="0" y="29"/>
                      <a:pt x="2" y="34"/>
                    </a:cubicBezTo>
                    <a:cubicBezTo>
                      <a:pt x="3" y="23"/>
                      <a:pt x="7" y="10"/>
                      <a:pt x="17" y="5"/>
                    </a:cubicBezTo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2" name="Freeform 1015">
                <a:extLst>
                  <a:ext uri="{FF2B5EF4-FFF2-40B4-BE49-F238E27FC236}">
                    <a16:creationId xmlns:a16="http://schemas.microsoft.com/office/drawing/2014/main" id="{3DA7527F-9361-4A1B-9FB7-D8014FE91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635"/>
                <a:ext cx="257" cy="98"/>
              </a:xfrm>
              <a:custGeom>
                <a:avLst/>
                <a:gdLst>
                  <a:gd name="T0" fmla="*/ 1412 w 103"/>
                  <a:gd name="T1" fmla="*/ 281 h 37"/>
                  <a:gd name="T2" fmla="*/ 1412 w 103"/>
                  <a:gd name="T3" fmla="*/ 652 h 37"/>
                  <a:gd name="T4" fmla="*/ 933 w 103"/>
                  <a:gd name="T5" fmla="*/ 575 h 37"/>
                  <a:gd name="T6" fmla="*/ 262 w 103"/>
                  <a:gd name="T7" fmla="*/ 0 h 37"/>
                  <a:gd name="T8" fmla="*/ 374 w 103"/>
                  <a:gd name="T9" fmla="*/ 350 h 37"/>
                  <a:gd name="T10" fmla="*/ 529 w 103"/>
                  <a:gd name="T11" fmla="*/ 170 h 37"/>
                  <a:gd name="T12" fmla="*/ 696 w 103"/>
                  <a:gd name="T13" fmla="*/ 408 h 37"/>
                  <a:gd name="T14" fmla="*/ 853 w 103"/>
                  <a:gd name="T15" fmla="*/ 260 h 37"/>
                  <a:gd name="T16" fmla="*/ 1195 w 103"/>
                  <a:gd name="T17" fmla="*/ 429 h 37"/>
                  <a:gd name="T18" fmla="*/ 1370 w 103"/>
                  <a:gd name="T19" fmla="*/ 315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3" h="37">
                    <a:moveTo>
                      <a:pt x="91" y="15"/>
                    </a:moveTo>
                    <a:cubicBezTo>
                      <a:pt x="98" y="22"/>
                      <a:pt x="103" y="33"/>
                      <a:pt x="91" y="35"/>
                    </a:cubicBezTo>
                    <a:cubicBezTo>
                      <a:pt x="81" y="37"/>
                      <a:pt x="69" y="33"/>
                      <a:pt x="60" y="31"/>
                    </a:cubicBezTo>
                    <a:cubicBezTo>
                      <a:pt x="44" y="28"/>
                      <a:pt x="0" y="30"/>
                      <a:pt x="17" y="0"/>
                    </a:cubicBezTo>
                    <a:cubicBezTo>
                      <a:pt x="18" y="6"/>
                      <a:pt x="15" y="19"/>
                      <a:pt x="24" y="19"/>
                    </a:cubicBezTo>
                    <a:cubicBezTo>
                      <a:pt x="30" y="20"/>
                      <a:pt x="31" y="12"/>
                      <a:pt x="34" y="9"/>
                    </a:cubicBezTo>
                    <a:cubicBezTo>
                      <a:pt x="39" y="11"/>
                      <a:pt x="41" y="20"/>
                      <a:pt x="45" y="22"/>
                    </a:cubicBezTo>
                    <a:cubicBezTo>
                      <a:pt x="51" y="23"/>
                      <a:pt x="51" y="17"/>
                      <a:pt x="55" y="14"/>
                    </a:cubicBezTo>
                    <a:cubicBezTo>
                      <a:pt x="64" y="22"/>
                      <a:pt x="64" y="30"/>
                      <a:pt x="77" y="23"/>
                    </a:cubicBezTo>
                    <a:cubicBezTo>
                      <a:pt x="81" y="21"/>
                      <a:pt x="85" y="19"/>
                      <a:pt x="88" y="17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3" name="Freeform 1016">
                <a:extLst>
                  <a:ext uri="{FF2B5EF4-FFF2-40B4-BE49-F238E27FC236}">
                    <a16:creationId xmlns:a16="http://schemas.microsoft.com/office/drawing/2014/main" id="{7717356A-23C1-41DF-A4EF-9E7DA7D6A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381"/>
                <a:ext cx="125" cy="211"/>
              </a:xfrm>
              <a:custGeom>
                <a:avLst/>
                <a:gdLst>
                  <a:gd name="T0" fmla="*/ 50 w 50"/>
                  <a:gd name="T1" fmla="*/ 0 h 79"/>
                  <a:gd name="T2" fmla="*/ 408 w 50"/>
                  <a:gd name="T3" fmla="*/ 248 h 79"/>
                  <a:gd name="T4" fmla="*/ 520 w 50"/>
                  <a:gd name="T5" fmla="*/ 662 h 79"/>
                  <a:gd name="T6" fmla="*/ 783 w 50"/>
                  <a:gd name="T7" fmla="*/ 1469 h 79"/>
                  <a:gd name="T8" fmla="*/ 333 w 50"/>
                  <a:gd name="T9" fmla="*/ 1506 h 79"/>
                  <a:gd name="T10" fmla="*/ 270 w 50"/>
                  <a:gd name="T11" fmla="*/ 991 h 79"/>
                  <a:gd name="T12" fmla="*/ 220 w 50"/>
                  <a:gd name="T13" fmla="*/ 593 h 79"/>
                  <a:gd name="T14" fmla="*/ 158 w 50"/>
                  <a:gd name="T15" fmla="*/ 321 h 79"/>
                  <a:gd name="T16" fmla="*/ 0 w 50"/>
                  <a:gd name="T17" fmla="*/ 93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79">
                    <a:moveTo>
                      <a:pt x="3" y="0"/>
                    </a:moveTo>
                    <a:cubicBezTo>
                      <a:pt x="7" y="10"/>
                      <a:pt x="18" y="9"/>
                      <a:pt x="26" y="13"/>
                    </a:cubicBezTo>
                    <a:cubicBezTo>
                      <a:pt x="36" y="18"/>
                      <a:pt x="34" y="24"/>
                      <a:pt x="33" y="35"/>
                    </a:cubicBezTo>
                    <a:cubicBezTo>
                      <a:pt x="32" y="54"/>
                      <a:pt x="29" y="70"/>
                      <a:pt x="50" y="77"/>
                    </a:cubicBezTo>
                    <a:cubicBezTo>
                      <a:pt x="41" y="77"/>
                      <a:pt x="26" y="71"/>
                      <a:pt x="21" y="79"/>
                    </a:cubicBezTo>
                    <a:cubicBezTo>
                      <a:pt x="25" y="74"/>
                      <a:pt x="32" y="45"/>
                      <a:pt x="17" y="52"/>
                    </a:cubicBezTo>
                    <a:cubicBezTo>
                      <a:pt x="24" y="46"/>
                      <a:pt x="31" y="19"/>
                      <a:pt x="14" y="31"/>
                    </a:cubicBezTo>
                    <a:cubicBezTo>
                      <a:pt x="22" y="25"/>
                      <a:pt x="15" y="21"/>
                      <a:pt x="10" y="17"/>
                    </a:cubicBezTo>
                    <a:cubicBezTo>
                      <a:pt x="5" y="12"/>
                      <a:pt x="3" y="12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4" name="Freeform 1017">
                <a:extLst>
                  <a:ext uri="{FF2B5EF4-FFF2-40B4-BE49-F238E27FC236}">
                    <a16:creationId xmlns:a16="http://schemas.microsoft.com/office/drawing/2014/main" id="{5F7E1B13-512B-45FD-898F-BE99B4684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389"/>
                <a:ext cx="25" cy="54"/>
              </a:xfrm>
              <a:custGeom>
                <a:avLst/>
                <a:gdLst>
                  <a:gd name="T0" fmla="*/ 158 w 10"/>
                  <a:gd name="T1" fmla="*/ 103 h 20"/>
                  <a:gd name="T2" fmla="*/ 95 w 10"/>
                  <a:gd name="T3" fmla="*/ 394 h 20"/>
                  <a:gd name="T4" fmla="*/ 0 w 1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10" y="5"/>
                    </a:moveTo>
                    <a:cubicBezTo>
                      <a:pt x="4" y="8"/>
                      <a:pt x="7" y="14"/>
                      <a:pt x="6" y="20"/>
                    </a:cubicBezTo>
                    <a:cubicBezTo>
                      <a:pt x="2" y="14"/>
                      <a:pt x="4" y="6"/>
                      <a:pt x="0" y="0"/>
                    </a:cubicBezTo>
                  </a:path>
                </a:pathLst>
              </a:custGeom>
              <a:solidFill>
                <a:srgbClr val="6F6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5" name="Freeform 1018">
                <a:extLst>
                  <a:ext uri="{FF2B5EF4-FFF2-40B4-BE49-F238E27FC236}">
                    <a16:creationId xmlns:a16="http://schemas.microsoft.com/office/drawing/2014/main" id="{41C88D4A-4CAE-4FF2-A979-20F7277A2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392"/>
                <a:ext cx="127" cy="40"/>
              </a:xfrm>
              <a:custGeom>
                <a:avLst/>
                <a:gdLst>
                  <a:gd name="T0" fmla="*/ 787 w 51"/>
                  <a:gd name="T1" fmla="*/ 205 h 15"/>
                  <a:gd name="T2" fmla="*/ 540 w 51"/>
                  <a:gd name="T3" fmla="*/ 248 h 15"/>
                  <a:gd name="T4" fmla="*/ 371 w 51"/>
                  <a:gd name="T5" fmla="*/ 285 h 15"/>
                  <a:gd name="T6" fmla="*/ 75 w 51"/>
                  <a:gd name="T7" fmla="*/ 115 h 15"/>
                  <a:gd name="T8" fmla="*/ 199 w 51"/>
                  <a:gd name="T9" fmla="*/ 115 h 15"/>
                  <a:gd name="T10" fmla="*/ 354 w 51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5">
                    <a:moveTo>
                      <a:pt x="51" y="11"/>
                    </a:moveTo>
                    <a:cubicBezTo>
                      <a:pt x="45" y="11"/>
                      <a:pt x="41" y="11"/>
                      <a:pt x="35" y="13"/>
                    </a:cubicBezTo>
                    <a:cubicBezTo>
                      <a:pt x="32" y="15"/>
                      <a:pt x="29" y="15"/>
                      <a:pt x="24" y="15"/>
                    </a:cubicBezTo>
                    <a:cubicBezTo>
                      <a:pt x="21" y="15"/>
                      <a:pt x="0" y="13"/>
                      <a:pt x="5" y="6"/>
                    </a:cubicBezTo>
                    <a:cubicBezTo>
                      <a:pt x="9" y="8"/>
                      <a:pt x="10" y="8"/>
                      <a:pt x="13" y="6"/>
                    </a:cubicBezTo>
                    <a:cubicBezTo>
                      <a:pt x="17" y="5"/>
                      <a:pt x="20" y="1"/>
                      <a:pt x="23" y="0"/>
                    </a:cubicBezTo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6" name="Freeform 1019">
                <a:extLst>
                  <a:ext uri="{FF2B5EF4-FFF2-40B4-BE49-F238E27FC236}">
                    <a16:creationId xmlns:a16="http://schemas.microsoft.com/office/drawing/2014/main" id="{D519A611-DB30-4223-B959-5D7337C5F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424"/>
                <a:ext cx="55" cy="77"/>
              </a:xfrm>
              <a:custGeom>
                <a:avLst/>
                <a:gdLst>
                  <a:gd name="T0" fmla="*/ 63 w 22"/>
                  <a:gd name="T1" fmla="*/ 0 h 29"/>
                  <a:gd name="T2" fmla="*/ 220 w 22"/>
                  <a:gd name="T3" fmla="*/ 247 h 29"/>
                  <a:gd name="T4" fmla="*/ 345 w 22"/>
                  <a:gd name="T5" fmla="*/ 542 h 29"/>
                  <a:gd name="T6" fmla="*/ 175 w 22"/>
                  <a:gd name="T7" fmla="*/ 337 h 29"/>
                  <a:gd name="T8" fmla="*/ 0 w 22"/>
                  <a:gd name="T9" fmla="*/ 9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4" y="0"/>
                    </a:moveTo>
                    <a:cubicBezTo>
                      <a:pt x="8" y="3"/>
                      <a:pt x="11" y="9"/>
                      <a:pt x="14" y="13"/>
                    </a:cubicBezTo>
                    <a:cubicBezTo>
                      <a:pt x="17" y="17"/>
                      <a:pt x="22" y="23"/>
                      <a:pt x="22" y="29"/>
                    </a:cubicBezTo>
                    <a:cubicBezTo>
                      <a:pt x="18" y="26"/>
                      <a:pt x="15" y="21"/>
                      <a:pt x="11" y="18"/>
                    </a:cubicBezTo>
                    <a:cubicBezTo>
                      <a:pt x="7" y="14"/>
                      <a:pt x="2" y="10"/>
                      <a:pt x="0" y="5"/>
                    </a:cubicBezTo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7" name="Freeform 1020">
                <a:extLst>
                  <a:ext uri="{FF2B5EF4-FFF2-40B4-BE49-F238E27FC236}">
                    <a16:creationId xmlns:a16="http://schemas.microsoft.com/office/drawing/2014/main" id="{4C2FD690-7765-4F34-8E53-29764A2F6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341"/>
                <a:ext cx="73" cy="46"/>
              </a:xfrm>
              <a:custGeom>
                <a:avLst/>
                <a:gdLst>
                  <a:gd name="T0" fmla="*/ 413 w 29"/>
                  <a:gd name="T1" fmla="*/ 0 h 17"/>
                  <a:gd name="T2" fmla="*/ 284 w 29"/>
                  <a:gd name="T3" fmla="*/ 219 h 17"/>
                  <a:gd name="T4" fmla="*/ 0 w 29"/>
                  <a:gd name="T5" fmla="*/ 300 h 17"/>
                  <a:gd name="T6" fmla="*/ 463 w 29"/>
                  <a:gd name="T7" fmla="*/ 314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7">
                    <a:moveTo>
                      <a:pt x="26" y="0"/>
                    </a:moveTo>
                    <a:cubicBezTo>
                      <a:pt x="23" y="5"/>
                      <a:pt x="23" y="9"/>
                      <a:pt x="18" y="11"/>
                    </a:cubicBezTo>
                    <a:cubicBezTo>
                      <a:pt x="12" y="14"/>
                      <a:pt x="6" y="14"/>
                      <a:pt x="0" y="15"/>
                    </a:cubicBezTo>
                    <a:cubicBezTo>
                      <a:pt x="10" y="15"/>
                      <a:pt x="20" y="17"/>
                      <a:pt x="29" y="16"/>
                    </a:cubicBezTo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8" name="Freeform 1021">
                <a:extLst>
                  <a:ext uri="{FF2B5EF4-FFF2-40B4-BE49-F238E27FC236}">
                    <a16:creationId xmlns:a16="http://schemas.microsoft.com/office/drawing/2014/main" id="{B9E12165-ADB8-45A0-B7D5-24A765174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1619"/>
                <a:ext cx="160" cy="136"/>
              </a:xfrm>
              <a:custGeom>
                <a:avLst/>
                <a:gdLst>
                  <a:gd name="T0" fmla="*/ 0 w 64"/>
                  <a:gd name="T1" fmla="*/ 0 h 51"/>
                  <a:gd name="T2" fmla="*/ 283 w 64"/>
                  <a:gd name="T3" fmla="*/ 533 h 51"/>
                  <a:gd name="T4" fmla="*/ 1000 w 64"/>
                  <a:gd name="T5" fmla="*/ 931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51">
                    <a:moveTo>
                      <a:pt x="0" y="0"/>
                    </a:moveTo>
                    <a:cubicBezTo>
                      <a:pt x="6" y="13"/>
                      <a:pt x="7" y="19"/>
                      <a:pt x="18" y="28"/>
                    </a:cubicBezTo>
                    <a:cubicBezTo>
                      <a:pt x="30" y="39"/>
                      <a:pt x="46" y="51"/>
                      <a:pt x="64" y="49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9" name="Freeform 1022">
                <a:extLst>
                  <a:ext uri="{FF2B5EF4-FFF2-40B4-BE49-F238E27FC236}">
                    <a16:creationId xmlns:a16="http://schemas.microsoft.com/office/drawing/2014/main" id="{D93DB7D1-636A-49A7-8700-905230A8B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1547"/>
                <a:ext cx="325" cy="104"/>
              </a:xfrm>
              <a:custGeom>
                <a:avLst/>
                <a:gdLst>
                  <a:gd name="T0" fmla="*/ 2033 w 130"/>
                  <a:gd name="T1" fmla="*/ 397 h 39"/>
                  <a:gd name="T2" fmla="*/ 1095 w 130"/>
                  <a:gd name="T3" fmla="*/ 397 h 39"/>
                  <a:gd name="T4" fmla="*/ 425 w 130"/>
                  <a:gd name="T5" fmla="*/ 248 h 39"/>
                  <a:gd name="T6" fmla="*/ 158 w 130"/>
                  <a:gd name="T7" fmla="*/ 192 h 39"/>
                  <a:gd name="T8" fmla="*/ 0 w 130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39">
                    <a:moveTo>
                      <a:pt x="130" y="21"/>
                    </a:moveTo>
                    <a:cubicBezTo>
                      <a:pt x="113" y="39"/>
                      <a:pt x="90" y="27"/>
                      <a:pt x="70" y="21"/>
                    </a:cubicBezTo>
                    <a:cubicBezTo>
                      <a:pt x="58" y="18"/>
                      <a:pt x="40" y="15"/>
                      <a:pt x="27" y="13"/>
                    </a:cubicBezTo>
                    <a:cubicBezTo>
                      <a:pt x="21" y="12"/>
                      <a:pt x="15" y="14"/>
                      <a:pt x="10" y="10"/>
                    </a:cubicBezTo>
                    <a:cubicBezTo>
                      <a:pt x="5" y="7"/>
                      <a:pt x="4" y="3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0" name="Freeform 1023">
                <a:extLst>
                  <a:ext uri="{FF2B5EF4-FFF2-40B4-BE49-F238E27FC236}">
                    <a16:creationId xmlns:a16="http://schemas.microsoft.com/office/drawing/2014/main" id="{A99FCE59-90E0-43D7-BCC1-9D377B83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536"/>
                <a:ext cx="230" cy="59"/>
              </a:xfrm>
              <a:custGeom>
                <a:avLst/>
                <a:gdLst>
                  <a:gd name="T0" fmla="*/ 1438 w 92"/>
                  <a:gd name="T1" fmla="*/ 0 h 22"/>
                  <a:gd name="T2" fmla="*/ 845 w 92"/>
                  <a:gd name="T3" fmla="*/ 330 h 22"/>
                  <a:gd name="T4" fmla="*/ 0 w 92"/>
                  <a:gd name="T5" fmla="*/ 25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2">
                    <a:moveTo>
                      <a:pt x="92" y="0"/>
                    </a:moveTo>
                    <a:cubicBezTo>
                      <a:pt x="78" y="4"/>
                      <a:pt x="68" y="14"/>
                      <a:pt x="54" y="17"/>
                    </a:cubicBezTo>
                    <a:cubicBezTo>
                      <a:pt x="36" y="21"/>
                      <a:pt x="14" y="22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1" name="Freeform 1024">
                <a:extLst>
                  <a:ext uri="{FF2B5EF4-FFF2-40B4-BE49-F238E27FC236}">
                    <a16:creationId xmlns:a16="http://schemas.microsoft.com/office/drawing/2014/main" id="{AE568F3D-18AE-4A28-A2A1-87C1DF9CB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128"/>
                <a:ext cx="117" cy="488"/>
              </a:xfrm>
              <a:custGeom>
                <a:avLst/>
                <a:gdLst>
                  <a:gd name="T0" fmla="*/ 154 w 47"/>
                  <a:gd name="T1" fmla="*/ 2787 h 183"/>
                  <a:gd name="T2" fmla="*/ 217 w 47"/>
                  <a:gd name="T3" fmla="*/ 2616 h 183"/>
                  <a:gd name="T4" fmla="*/ 154 w 47"/>
                  <a:gd name="T5" fmla="*/ 2504 h 183"/>
                  <a:gd name="T6" fmla="*/ 105 w 47"/>
                  <a:gd name="T7" fmla="*/ 2411 h 183"/>
                  <a:gd name="T8" fmla="*/ 92 w 47"/>
                  <a:gd name="T9" fmla="*/ 2296 h 183"/>
                  <a:gd name="T10" fmla="*/ 75 w 47"/>
                  <a:gd name="T11" fmla="*/ 2296 h 183"/>
                  <a:gd name="T12" fmla="*/ 105 w 47"/>
                  <a:gd name="T13" fmla="*/ 2253 h 183"/>
                  <a:gd name="T14" fmla="*/ 154 w 47"/>
                  <a:gd name="T15" fmla="*/ 2197 h 183"/>
                  <a:gd name="T16" fmla="*/ 137 w 47"/>
                  <a:gd name="T17" fmla="*/ 2104 h 183"/>
                  <a:gd name="T18" fmla="*/ 42 w 47"/>
                  <a:gd name="T19" fmla="*/ 1501 h 183"/>
                  <a:gd name="T20" fmla="*/ 124 w 47"/>
                  <a:gd name="T21" fmla="*/ 1080 h 183"/>
                  <a:gd name="T22" fmla="*/ 403 w 47"/>
                  <a:gd name="T23" fmla="*/ 683 h 183"/>
                  <a:gd name="T24" fmla="*/ 321 w 47"/>
                  <a:gd name="T25" fmla="*/ 435 h 183"/>
                  <a:gd name="T26" fmla="*/ 137 w 47"/>
                  <a:gd name="T27" fmla="*/ 477 h 183"/>
                  <a:gd name="T28" fmla="*/ 217 w 47"/>
                  <a:gd name="T29" fmla="*/ 376 h 183"/>
                  <a:gd name="T30" fmla="*/ 371 w 47"/>
                  <a:gd name="T31" fmla="*/ 264 h 183"/>
                  <a:gd name="T32" fmla="*/ 724 w 47"/>
                  <a:gd name="T33" fmla="*/ 115 h 183"/>
                  <a:gd name="T34" fmla="*/ 724 w 47"/>
                  <a:gd name="T35" fmla="*/ 547 h 183"/>
                  <a:gd name="T36" fmla="*/ 446 w 47"/>
                  <a:gd name="T37" fmla="*/ 931 h 183"/>
                  <a:gd name="T38" fmla="*/ 371 w 47"/>
                  <a:gd name="T39" fmla="*/ 1344 h 183"/>
                  <a:gd name="T40" fmla="*/ 446 w 47"/>
                  <a:gd name="T41" fmla="*/ 1971 h 183"/>
                  <a:gd name="T42" fmla="*/ 466 w 47"/>
                  <a:gd name="T43" fmla="*/ 2069 h 183"/>
                  <a:gd name="T44" fmla="*/ 371 w 47"/>
                  <a:gd name="T45" fmla="*/ 2253 h 183"/>
                  <a:gd name="T46" fmla="*/ 403 w 47"/>
                  <a:gd name="T47" fmla="*/ 2389 h 183"/>
                  <a:gd name="T48" fmla="*/ 341 w 47"/>
                  <a:gd name="T49" fmla="*/ 2581 h 183"/>
                  <a:gd name="T50" fmla="*/ 353 w 47"/>
                  <a:gd name="T51" fmla="*/ 2752 h 183"/>
                  <a:gd name="T52" fmla="*/ 309 w 47"/>
                  <a:gd name="T53" fmla="*/ 2824 h 183"/>
                  <a:gd name="T54" fmla="*/ 261 w 47"/>
                  <a:gd name="T55" fmla="*/ 3016 h 183"/>
                  <a:gd name="T56" fmla="*/ 167 w 47"/>
                  <a:gd name="T57" fmla="*/ 3107 h 183"/>
                  <a:gd name="T58" fmla="*/ 75 w 47"/>
                  <a:gd name="T59" fmla="*/ 3336 h 183"/>
                  <a:gd name="T60" fmla="*/ 12 w 47"/>
                  <a:gd name="T61" fmla="*/ 3469 h 183"/>
                  <a:gd name="T62" fmla="*/ 167 w 47"/>
                  <a:gd name="T63" fmla="*/ 2880 h 183"/>
                  <a:gd name="T64" fmla="*/ 154 w 47"/>
                  <a:gd name="T65" fmla="*/ 2787 h 1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183">
                    <a:moveTo>
                      <a:pt x="10" y="147"/>
                    </a:moveTo>
                    <a:cubicBezTo>
                      <a:pt x="11" y="143"/>
                      <a:pt x="15" y="143"/>
                      <a:pt x="14" y="138"/>
                    </a:cubicBezTo>
                    <a:cubicBezTo>
                      <a:pt x="14" y="135"/>
                      <a:pt x="12" y="134"/>
                      <a:pt x="10" y="132"/>
                    </a:cubicBezTo>
                    <a:cubicBezTo>
                      <a:pt x="9" y="130"/>
                      <a:pt x="8" y="130"/>
                      <a:pt x="7" y="127"/>
                    </a:cubicBezTo>
                    <a:cubicBezTo>
                      <a:pt x="7" y="125"/>
                      <a:pt x="7" y="124"/>
                      <a:pt x="6" y="121"/>
                    </a:cubicBezTo>
                    <a:cubicBezTo>
                      <a:pt x="6" y="121"/>
                      <a:pt x="6" y="121"/>
                      <a:pt x="5" y="121"/>
                    </a:cubicBezTo>
                    <a:cubicBezTo>
                      <a:pt x="7" y="119"/>
                      <a:pt x="7" y="119"/>
                      <a:pt x="7" y="119"/>
                    </a:cubicBezTo>
                    <a:cubicBezTo>
                      <a:pt x="8" y="118"/>
                      <a:pt x="9" y="117"/>
                      <a:pt x="10" y="116"/>
                    </a:cubicBezTo>
                    <a:cubicBezTo>
                      <a:pt x="9" y="111"/>
                      <a:pt x="9" y="111"/>
                      <a:pt x="9" y="111"/>
                    </a:cubicBezTo>
                    <a:cubicBezTo>
                      <a:pt x="5" y="100"/>
                      <a:pt x="0" y="87"/>
                      <a:pt x="3" y="79"/>
                    </a:cubicBezTo>
                    <a:cubicBezTo>
                      <a:pt x="6" y="70"/>
                      <a:pt x="6" y="68"/>
                      <a:pt x="8" y="57"/>
                    </a:cubicBezTo>
                    <a:cubicBezTo>
                      <a:pt x="10" y="45"/>
                      <a:pt x="21" y="42"/>
                      <a:pt x="26" y="36"/>
                    </a:cubicBezTo>
                    <a:cubicBezTo>
                      <a:pt x="22" y="32"/>
                      <a:pt x="20" y="28"/>
                      <a:pt x="21" y="23"/>
                    </a:cubicBezTo>
                    <a:cubicBezTo>
                      <a:pt x="17" y="25"/>
                      <a:pt x="13" y="25"/>
                      <a:pt x="9" y="25"/>
                    </a:cubicBezTo>
                    <a:cubicBezTo>
                      <a:pt x="11" y="23"/>
                      <a:pt x="13" y="22"/>
                      <a:pt x="14" y="20"/>
                    </a:cubicBezTo>
                    <a:cubicBezTo>
                      <a:pt x="18" y="19"/>
                      <a:pt x="21" y="18"/>
                      <a:pt x="24" y="14"/>
                    </a:cubicBezTo>
                    <a:cubicBezTo>
                      <a:pt x="30" y="6"/>
                      <a:pt x="41" y="0"/>
                      <a:pt x="47" y="6"/>
                    </a:cubicBezTo>
                    <a:cubicBezTo>
                      <a:pt x="40" y="9"/>
                      <a:pt x="40" y="23"/>
                      <a:pt x="47" y="29"/>
                    </a:cubicBezTo>
                    <a:cubicBezTo>
                      <a:pt x="41" y="34"/>
                      <a:pt x="31" y="37"/>
                      <a:pt x="29" y="49"/>
                    </a:cubicBezTo>
                    <a:cubicBezTo>
                      <a:pt x="26" y="61"/>
                      <a:pt x="27" y="63"/>
                      <a:pt x="24" y="71"/>
                    </a:cubicBezTo>
                    <a:cubicBezTo>
                      <a:pt x="21" y="80"/>
                      <a:pt x="25" y="93"/>
                      <a:pt x="29" y="104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28" y="111"/>
                      <a:pt x="24" y="116"/>
                      <a:pt x="24" y="119"/>
                    </a:cubicBezTo>
                    <a:cubicBezTo>
                      <a:pt x="24" y="122"/>
                      <a:pt x="27" y="123"/>
                      <a:pt x="26" y="126"/>
                    </a:cubicBezTo>
                    <a:cubicBezTo>
                      <a:pt x="26" y="130"/>
                      <a:pt x="22" y="132"/>
                      <a:pt x="22" y="136"/>
                    </a:cubicBezTo>
                    <a:cubicBezTo>
                      <a:pt x="21" y="139"/>
                      <a:pt x="23" y="143"/>
                      <a:pt x="23" y="145"/>
                    </a:cubicBezTo>
                    <a:cubicBezTo>
                      <a:pt x="23" y="147"/>
                      <a:pt x="21" y="147"/>
                      <a:pt x="20" y="149"/>
                    </a:cubicBezTo>
                    <a:cubicBezTo>
                      <a:pt x="17" y="153"/>
                      <a:pt x="18" y="156"/>
                      <a:pt x="17" y="159"/>
                    </a:cubicBezTo>
                    <a:cubicBezTo>
                      <a:pt x="15" y="162"/>
                      <a:pt x="14" y="162"/>
                      <a:pt x="11" y="164"/>
                    </a:cubicBezTo>
                    <a:cubicBezTo>
                      <a:pt x="7" y="168"/>
                      <a:pt x="6" y="171"/>
                      <a:pt x="5" y="176"/>
                    </a:cubicBezTo>
                    <a:cubicBezTo>
                      <a:pt x="5" y="178"/>
                      <a:pt x="4" y="181"/>
                      <a:pt x="1" y="183"/>
                    </a:cubicBezTo>
                    <a:cubicBezTo>
                      <a:pt x="6" y="174"/>
                      <a:pt x="10" y="157"/>
                      <a:pt x="11" y="152"/>
                    </a:cubicBezTo>
                    <a:cubicBezTo>
                      <a:pt x="11" y="150"/>
                      <a:pt x="10" y="148"/>
                      <a:pt x="10" y="14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2" name="Freeform 1025">
                <a:extLst>
                  <a:ext uri="{FF2B5EF4-FFF2-40B4-BE49-F238E27FC236}">
                    <a16:creationId xmlns:a16="http://schemas.microsoft.com/office/drawing/2014/main" id="{EEA8F74E-978F-41E8-9D59-A675AB7C7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288"/>
                <a:ext cx="755" cy="488"/>
              </a:xfrm>
              <a:custGeom>
                <a:avLst/>
                <a:gdLst>
                  <a:gd name="T0" fmla="*/ 563 w 302"/>
                  <a:gd name="T1" fmla="*/ 2275 h 183"/>
                  <a:gd name="T2" fmla="*/ 33 w 302"/>
                  <a:gd name="T3" fmla="*/ 989 h 183"/>
                  <a:gd name="T4" fmla="*/ 125 w 302"/>
                  <a:gd name="T5" fmla="*/ 397 h 183"/>
                  <a:gd name="T6" fmla="*/ 520 w 302"/>
                  <a:gd name="T7" fmla="*/ 93 h 183"/>
                  <a:gd name="T8" fmla="*/ 1283 w 302"/>
                  <a:gd name="T9" fmla="*/ 456 h 183"/>
                  <a:gd name="T10" fmla="*/ 1500 w 302"/>
                  <a:gd name="T11" fmla="*/ 1045 h 183"/>
                  <a:gd name="T12" fmla="*/ 1458 w 302"/>
                  <a:gd name="T13" fmla="*/ 1344 h 183"/>
                  <a:gd name="T14" fmla="*/ 1488 w 302"/>
                  <a:gd name="T15" fmla="*/ 1784 h 183"/>
                  <a:gd name="T16" fmla="*/ 1895 w 302"/>
                  <a:gd name="T17" fmla="*/ 1763 h 183"/>
                  <a:gd name="T18" fmla="*/ 2063 w 302"/>
                  <a:gd name="T19" fmla="*/ 1400 h 183"/>
                  <a:gd name="T20" fmla="*/ 1845 w 302"/>
                  <a:gd name="T21" fmla="*/ 1216 h 183"/>
                  <a:gd name="T22" fmla="*/ 1738 w 302"/>
                  <a:gd name="T23" fmla="*/ 1101 h 183"/>
                  <a:gd name="T24" fmla="*/ 1613 w 302"/>
                  <a:gd name="T25" fmla="*/ 648 h 183"/>
                  <a:gd name="T26" fmla="*/ 1583 w 302"/>
                  <a:gd name="T27" fmla="*/ 547 h 183"/>
                  <a:gd name="T28" fmla="*/ 1938 w 302"/>
                  <a:gd name="T29" fmla="*/ 853 h 183"/>
                  <a:gd name="T30" fmla="*/ 2113 w 302"/>
                  <a:gd name="T31" fmla="*/ 491 h 183"/>
                  <a:gd name="T32" fmla="*/ 2083 w 302"/>
                  <a:gd name="T33" fmla="*/ 456 h 183"/>
                  <a:gd name="T34" fmla="*/ 3520 w 302"/>
                  <a:gd name="T35" fmla="*/ 797 h 183"/>
                  <a:gd name="T36" fmla="*/ 4720 w 302"/>
                  <a:gd name="T37" fmla="*/ 776 h 183"/>
                  <a:gd name="T38" fmla="*/ 3488 w 302"/>
                  <a:gd name="T39" fmla="*/ 2253 h 183"/>
                  <a:gd name="T40" fmla="*/ 2175 w 302"/>
                  <a:gd name="T41" fmla="*/ 3187 h 183"/>
                  <a:gd name="T42" fmla="*/ 500 w 302"/>
                  <a:gd name="T43" fmla="*/ 2995 h 183"/>
                  <a:gd name="T44" fmla="*/ 563 w 302"/>
                  <a:gd name="T45" fmla="*/ 2275 h 1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02" h="183">
                    <a:moveTo>
                      <a:pt x="36" y="120"/>
                    </a:moveTo>
                    <a:cubicBezTo>
                      <a:pt x="37" y="70"/>
                      <a:pt x="0" y="65"/>
                      <a:pt x="2" y="52"/>
                    </a:cubicBezTo>
                    <a:cubicBezTo>
                      <a:pt x="3" y="40"/>
                      <a:pt x="4" y="28"/>
                      <a:pt x="8" y="21"/>
                    </a:cubicBezTo>
                    <a:cubicBezTo>
                      <a:pt x="14" y="12"/>
                      <a:pt x="15" y="0"/>
                      <a:pt x="33" y="5"/>
                    </a:cubicBezTo>
                    <a:cubicBezTo>
                      <a:pt x="51" y="10"/>
                      <a:pt x="73" y="19"/>
                      <a:pt x="82" y="24"/>
                    </a:cubicBezTo>
                    <a:cubicBezTo>
                      <a:pt x="88" y="28"/>
                      <a:pt x="94" y="45"/>
                      <a:pt x="96" y="55"/>
                    </a:cubicBezTo>
                    <a:cubicBezTo>
                      <a:pt x="97" y="60"/>
                      <a:pt x="94" y="69"/>
                      <a:pt x="93" y="71"/>
                    </a:cubicBezTo>
                    <a:cubicBezTo>
                      <a:pt x="90" y="79"/>
                      <a:pt x="89" y="89"/>
                      <a:pt x="95" y="94"/>
                    </a:cubicBezTo>
                    <a:cubicBezTo>
                      <a:pt x="110" y="105"/>
                      <a:pt x="119" y="96"/>
                      <a:pt x="121" y="93"/>
                    </a:cubicBezTo>
                    <a:cubicBezTo>
                      <a:pt x="125" y="92"/>
                      <a:pt x="136" y="84"/>
                      <a:pt x="132" y="74"/>
                    </a:cubicBezTo>
                    <a:cubicBezTo>
                      <a:pt x="129" y="68"/>
                      <a:pt x="124" y="64"/>
                      <a:pt x="118" y="64"/>
                    </a:cubicBezTo>
                    <a:cubicBezTo>
                      <a:pt x="115" y="63"/>
                      <a:pt x="111" y="62"/>
                      <a:pt x="111" y="58"/>
                    </a:cubicBezTo>
                    <a:cubicBezTo>
                      <a:pt x="109" y="52"/>
                      <a:pt x="106" y="42"/>
                      <a:pt x="103" y="34"/>
                    </a:cubicBezTo>
                    <a:cubicBezTo>
                      <a:pt x="102" y="32"/>
                      <a:pt x="102" y="30"/>
                      <a:pt x="101" y="29"/>
                    </a:cubicBezTo>
                    <a:cubicBezTo>
                      <a:pt x="105" y="35"/>
                      <a:pt x="113" y="44"/>
                      <a:pt x="124" y="45"/>
                    </a:cubicBezTo>
                    <a:cubicBezTo>
                      <a:pt x="137" y="45"/>
                      <a:pt x="141" y="32"/>
                      <a:pt x="135" y="26"/>
                    </a:cubicBezTo>
                    <a:cubicBezTo>
                      <a:pt x="135" y="26"/>
                      <a:pt x="134" y="25"/>
                      <a:pt x="133" y="24"/>
                    </a:cubicBezTo>
                    <a:cubicBezTo>
                      <a:pt x="157" y="37"/>
                      <a:pt x="190" y="42"/>
                      <a:pt x="225" y="42"/>
                    </a:cubicBezTo>
                    <a:cubicBezTo>
                      <a:pt x="249" y="42"/>
                      <a:pt x="276" y="42"/>
                      <a:pt x="302" y="41"/>
                    </a:cubicBezTo>
                    <a:cubicBezTo>
                      <a:pt x="296" y="91"/>
                      <a:pt x="250" y="125"/>
                      <a:pt x="223" y="119"/>
                    </a:cubicBezTo>
                    <a:cubicBezTo>
                      <a:pt x="223" y="136"/>
                      <a:pt x="169" y="173"/>
                      <a:pt x="139" y="168"/>
                    </a:cubicBezTo>
                    <a:cubicBezTo>
                      <a:pt x="137" y="183"/>
                      <a:pt x="61" y="168"/>
                      <a:pt x="32" y="158"/>
                    </a:cubicBezTo>
                    <a:cubicBezTo>
                      <a:pt x="34" y="145"/>
                      <a:pt x="36" y="133"/>
                      <a:pt x="36" y="12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3" name="Freeform 1026">
                <a:extLst>
                  <a:ext uri="{FF2B5EF4-FFF2-40B4-BE49-F238E27FC236}">
                    <a16:creationId xmlns:a16="http://schemas.microsoft.com/office/drawing/2014/main" id="{067AE586-18AA-4F85-99B7-97E2CF45F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904"/>
                <a:ext cx="2588" cy="1747"/>
              </a:xfrm>
              <a:custGeom>
                <a:avLst/>
                <a:gdLst>
                  <a:gd name="T0" fmla="*/ 10334 w 1035"/>
                  <a:gd name="T1" fmla="*/ 10322 h 655"/>
                  <a:gd name="T2" fmla="*/ 11742 w 1035"/>
                  <a:gd name="T3" fmla="*/ 10642 h 655"/>
                  <a:gd name="T4" fmla="*/ 13243 w 1035"/>
                  <a:gd name="T5" fmla="*/ 10607 h 655"/>
                  <a:gd name="T6" fmla="*/ 14350 w 1035"/>
                  <a:gd name="T7" fmla="*/ 10357 h 655"/>
                  <a:gd name="T8" fmla="*/ 15943 w 1035"/>
                  <a:gd name="T9" fmla="*/ 8807 h 655"/>
                  <a:gd name="T10" fmla="*/ 16181 w 1035"/>
                  <a:gd name="T11" fmla="*/ 7569 h 655"/>
                  <a:gd name="T12" fmla="*/ 16056 w 1035"/>
                  <a:gd name="T13" fmla="*/ 7172 h 655"/>
                  <a:gd name="T14" fmla="*/ 16101 w 1035"/>
                  <a:gd name="T15" fmla="*/ 6260 h 655"/>
                  <a:gd name="T16" fmla="*/ 15756 w 1035"/>
                  <a:gd name="T17" fmla="*/ 4916 h 655"/>
                  <a:gd name="T18" fmla="*/ 15288 w 1035"/>
                  <a:gd name="T19" fmla="*/ 3870 h 655"/>
                  <a:gd name="T20" fmla="*/ 14555 w 1035"/>
                  <a:gd name="T21" fmla="*/ 2902 h 655"/>
                  <a:gd name="T22" fmla="*/ 13725 w 1035"/>
                  <a:gd name="T23" fmla="*/ 1899 h 655"/>
                  <a:gd name="T24" fmla="*/ 12847 w 1035"/>
                  <a:gd name="T25" fmla="*/ 1672 h 655"/>
                  <a:gd name="T26" fmla="*/ 12097 w 1035"/>
                  <a:gd name="T27" fmla="*/ 1003 h 655"/>
                  <a:gd name="T28" fmla="*/ 10660 w 1035"/>
                  <a:gd name="T29" fmla="*/ 568 h 655"/>
                  <a:gd name="T30" fmla="*/ 9867 w 1035"/>
                  <a:gd name="T31" fmla="*/ 227 h 655"/>
                  <a:gd name="T32" fmla="*/ 9129 w 1035"/>
                  <a:gd name="T33" fmla="*/ 320 h 655"/>
                  <a:gd name="T34" fmla="*/ 9129 w 1035"/>
                  <a:gd name="T35" fmla="*/ 320 h 655"/>
                  <a:gd name="T36" fmla="*/ 8222 w 1035"/>
                  <a:gd name="T37" fmla="*/ 93 h 655"/>
                  <a:gd name="T38" fmla="*/ 7254 w 1035"/>
                  <a:gd name="T39" fmla="*/ 264 h 655"/>
                  <a:gd name="T40" fmla="*/ 6491 w 1035"/>
                  <a:gd name="T41" fmla="*/ 320 h 655"/>
                  <a:gd name="T42" fmla="*/ 5896 w 1035"/>
                  <a:gd name="T43" fmla="*/ 661 h 655"/>
                  <a:gd name="T44" fmla="*/ 5189 w 1035"/>
                  <a:gd name="T45" fmla="*/ 717 h 655"/>
                  <a:gd name="T46" fmla="*/ 4863 w 1035"/>
                  <a:gd name="T47" fmla="*/ 1174 h 655"/>
                  <a:gd name="T48" fmla="*/ 3783 w 1035"/>
                  <a:gd name="T49" fmla="*/ 1366 h 655"/>
                  <a:gd name="T50" fmla="*/ 2676 w 1035"/>
                  <a:gd name="T51" fmla="*/ 2427 h 655"/>
                  <a:gd name="T52" fmla="*/ 2033 w 1035"/>
                  <a:gd name="T53" fmla="*/ 3051 h 655"/>
                  <a:gd name="T54" fmla="*/ 1175 w 1035"/>
                  <a:gd name="T55" fmla="*/ 4476 h 655"/>
                  <a:gd name="T56" fmla="*/ 813 w 1035"/>
                  <a:gd name="T57" fmla="*/ 4916 h 655"/>
                  <a:gd name="T58" fmla="*/ 345 w 1035"/>
                  <a:gd name="T59" fmla="*/ 6054 h 655"/>
                  <a:gd name="T60" fmla="*/ 425 w 1035"/>
                  <a:gd name="T61" fmla="*/ 6303 h 655"/>
                  <a:gd name="T62" fmla="*/ 283 w 1035"/>
                  <a:gd name="T63" fmla="*/ 6473 h 655"/>
                  <a:gd name="T64" fmla="*/ 175 w 1035"/>
                  <a:gd name="T65" fmla="*/ 7135 h 655"/>
                  <a:gd name="T66" fmla="*/ 188 w 1035"/>
                  <a:gd name="T67" fmla="*/ 7556 h 655"/>
                  <a:gd name="T68" fmla="*/ 20 w 1035"/>
                  <a:gd name="T69" fmla="*/ 8308 h 655"/>
                  <a:gd name="T70" fmla="*/ 83 w 1035"/>
                  <a:gd name="T71" fmla="*/ 9391 h 655"/>
                  <a:gd name="T72" fmla="*/ 533 w 1035"/>
                  <a:gd name="T73" fmla="*/ 10629 h 655"/>
                  <a:gd name="T74" fmla="*/ 708 w 1035"/>
                  <a:gd name="T75" fmla="*/ 11573 h 655"/>
                  <a:gd name="T76" fmla="*/ 2033 w 1035"/>
                  <a:gd name="T77" fmla="*/ 12293 h 655"/>
                  <a:gd name="T78" fmla="*/ 3301 w 1035"/>
                  <a:gd name="T79" fmla="*/ 12280 h 655"/>
                  <a:gd name="T80" fmla="*/ 3521 w 1035"/>
                  <a:gd name="T81" fmla="*/ 12200 h 655"/>
                  <a:gd name="T82" fmla="*/ 3751 w 1035"/>
                  <a:gd name="T83" fmla="*/ 12280 h 655"/>
                  <a:gd name="T84" fmla="*/ 5676 w 1035"/>
                  <a:gd name="T85" fmla="*/ 12336 h 65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035" h="655">
                    <a:moveTo>
                      <a:pt x="661" y="544"/>
                    </a:moveTo>
                    <a:cubicBezTo>
                      <a:pt x="684" y="557"/>
                      <a:pt x="717" y="561"/>
                      <a:pt x="751" y="561"/>
                    </a:cubicBezTo>
                    <a:cubicBezTo>
                      <a:pt x="781" y="561"/>
                      <a:pt x="814" y="561"/>
                      <a:pt x="847" y="559"/>
                    </a:cubicBezTo>
                    <a:cubicBezTo>
                      <a:pt x="874" y="558"/>
                      <a:pt x="894" y="553"/>
                      <a:pt x="918" y="546"/>
                    </a:cubicBezTo>
                    <a:cubicBezTo>
                      <a:pt x="953" y="536"/>
                      <a:pt x="1011" y="502"/>
                      <a:pt x="1020" y="464"/>
                    </a:cubicBezTo>
                    <a:cubicBezTo>
                      <a:pt x="1029" y="428"/>
                      <a:pt x="1034" y="436"/>
                      <a:pt x="1035" y="399"/>
                    </a:cubicBezTo>
                    <a:cubicBezTo>
                      <a:pt x="1035" y="388"/>
                      <a:pt x="1034" y="380"/>
                      <a:pt x="1027" y="378"/>
                    </a:cubicBezTo>
                    <a:cubicBezTo>
                      <a:pt x="1034" y="374"/>
                      <a:pt x="1033" y="360"/>
                      <a:pt x="1030" y="330"/>
                    </a:cubicBezTo>
                    <a:cubicBezTo>
                      <a:pt x="1027" y="300"/>
                      <a:pt x="1020" y="259"/>
                      <a:pt x="1008" y="259"/>
                    </a:cubicBezTo>
                    <a:cubicBezTo>
                      <a:pt x="1012" y="249"/>
                      <a:pt x="998" y="225"/>
                      <a:pt x="978" y="204"/>
                    </a:cubicBezTo>
                    <a:cubicBezTo>
                      <a:pt x="964" y="188"/>
                      <a:pt x="948" y="144"/>
                      <a:pt x="931" y="153"/>
                    </a:cubicBezTo>
                    <a:cubicBezTo>
                      <a:pt x="943" y="135"/>
                      <a:pt x="895" y="109"/>
                      <a:pt x="878" y="100"/>
                    </a:cubicBezTo>
                    <a:cubicBezTo>
                      <a:pt x="862" y="91"/>
                      <a:pt x="836" y="73"/>
                      <a:pt x="822" y="88"/>
                    </a:cubicBezTo>
                    <a:cubicBezTo>
                      <a:pt x="845" y="68"/>
                      <a:pt x="787" y="58"/>
                      <a:pt x="774" y="53"/>
                    </a:cubicBezTo>
                    <a:cubicBezTo>
                      <a:pt x="752" y="45"/>
                      <a:pt x="700" y="5"/>
                      <a:pt x="682" y="30"/>
                    </a:cubicBezTo>
                    <a:cubicBezTo>
                      <a:pt x="687" y="16"/>
                      <a:pt x="657" y="15"/>
                      <a:pt x="631" y="12"/>
                    </a:cubicBezTo>
                    <a:cubicBezTo>
                      <a:pt x="605" y="9"/>
                      <a:pt x="584" y="4"/>
                      <a:pt x="584" y="17"/>
                    </a:cubicBezTo>
                    <a:cubicBezTo>
                      <a:pt x="584" y="17"/>
                      <a:pt x="584" y="17"/>
                      <a:pt x="584" y="17"/>
                    </a:cubicBezTo>
                    <a:cubicBezTo>
                      <a:pt x="583" y="5"/>
                      <a:pt x="554" y="1"/>
                      <a:pt x="526" y="5"/>
                    </a:cubicBezTo>
                    <a:cubicBezTo>
                      <a:pt x="500" y="9"/>
                      <a:pt x="464" y="0"/>
                      <a:pt x="464" y="14"/>
                    </a:cubicBezTo>
                    <a:cubicBezTo>
                      <a:pt x="462" y="2"/>
                      <a:pt x="438" y="10"/>
                      <a:pt x="415" y="17"/>
                    </a:cubicBezTo>
                    <a:cubicBezTo>
                      <a:pt x="395" y="23"/>
                      <a:pt x="378" y="24"/>
                      <a:pt x="377" y="35"/>
                    </a:cubicBezTo>
                    <a:cubicBezTo>
                      <a:pt x="374" y="24"/>
                      <a:pt x="349" y="33"/>
                      <a:pt x="332" y="38"/>
                    </a:cubicBezTo>
                    <a:cubicBezTo>
                      <a:pt x="319" y="42"/>
                      <a:pt x="310" y="52"/>
                      <a:pt x="311" y="62"/>
                    </a:cubicBezTo>
                    <a:cubicBezTo>
                      <a:pt x="300" y="47"/>
                      <a:pt x="265" y="63"/>
                      <a:pt x="242" y="72"/>
                    </a:cubicBezTo>
                    <a:cubicBezTo>
                      <a:pt x="218" y="82"/>
                      <a:pt x="172" y="107"/>
                      <a:pt x="171" y="128"/>
                    </a:cubicBezTo>
                    <a:cubicBezTo>
                      <a:pt x="159" y="117"/>
                      <a:pt x="121" y="146"/>
                      <a:pt x="130" y="161"/>
                    </a:cubicBezTo>
                    <a:cubicBezTo>
                      <a:pt x="115" y="150"/>
                      <a:pt x="57" y="216"/>
                      <a:pt x="75" y="236"/>
                    </a:cubicBezTo>
                    <a:cubicBezTo>
                      <a:pt x="68" y="236"/>
                      <a:pt x="65" y="235"/>
                      <a:pt x="52" y="259"/>
                    </a:cubicBezTo>
                    <a:cubicBezTo>
                      <a:pt x="39" y="282"/>
                      <a:pt x="23" y="312"/>
                      <a:pt x="22" y="319"/>
                    </a:cubicBezTo>
                    <a:cubicBezTo>
                      <a:pt x="20" y="326"/>
                      <a:pt x="27" y="332"/>
                      <a:pt x="27" y="332"/>
                    </a:cubicBezTo>
                    <a:cubicBezTo>
                      <a:pt x="27" y="332"/>
                      <a:pt x="22" y="331"/>
                      <a:pt x="18" y="341"/>
                    </a:cubicBezTo>
                    <a:cubicBezTo>
                      <a:pt x="13" y="353"/>
                      <a:pt x="12" y="364"/>
                      <a:pt x="11" y="376"/>
                    </a:cubicBezTo>
                    <a:cubicBezTo>
                      <a:pt x="10" y="383"/>
                      <a:pt x="12" y="392"/>
                      <a:pt x="12" y="398"/>
                    </a:cubicBezTo>
                    <a:cubicBezTo>
                      <a:pt x="10" y="411"/>
                      <a:pt x="2" y="424"/>
                      <a:pt x="1" y="438"/>
                    </a:cubicBezTo>
                    <a:cubicBezTo>
                      <a:pt x="0" y="457"/>
                      <a:pt x="3" y="476"/>
                      <a:pt x="5" y="495"/>
                    </a:cubicBezTo>
                    <a:cubicBezTo>
                      <a:pt x="7" y="515"/>
                      <a:pt x="11" y="554"/>
                      <a:pt x="34" y="560"/>
                    </a:cubicBezTo>
                    <a:cubicBezTo>
                      <a:pt x="27" y="582"/>
                      <a:pt x="30" y="592"/>
                      <a:pt x="45" y="610"/>
                    </a:cubicBezTo>
                    <a:cubicBezTo>
                      <a:pt x="65" y="627"/>
                      <a:pt x="90" y="655"/>
                      <a:pt x="130" y="648"/>
                    </a:cubicBezTo>
                    <a:cubicBezTo>
                      <a:pt x="136" y="647"/>
                      <a:pt x="170" y="647"/>
                      <a:pt x="211" y="647"/>
                    </a:cubicBezTo>
                    <a:cubicBezTo>
                      <a:pt x="215" y="647"/>
                      <a:pt x="220" y="643"/>
                      <a:pt x="225" y="643"/>
                    </a:cubicBezTo>
                    <a:cubicBezTo>
                      <a:pt x="230" y="643"/>
                      <a:pt x="235" y="647"/>
                      <a:pt x="240" y="647"/>
                    </a:cubicBezTo>
                    <a:cubicBezTo>
                      <a:pt x="293" y="648"/>
                      <a:pt x="348" y="649"/>
                      <a:pt x="363" y="65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4" name="Freeform 1027">
                <a:extLst>
                  <a:ext uri="{FF2B5EF4-FFF2-40B4-BE49-F238E27FC236}">
                    <a16:creationId xmlns:a16="http://schemas.microsoft.com/office/drawing/2014/main" id="{311B7FAF-5889-4743-9B99-DB7696843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571"/>
                <a:ext cx="1315" cy="1834"/>
              </a:xfrm>
              <a:custGeom>
                <a:avLst/>
                <a:gdLst>
                  <a:gd name="T0" fmla="*/ 1925 w 526"/>
                  <a:gd name="T1" fmla="*/ 13033 h 688"/>
                  <a:gd name="T2" fmla="*/ 2020 w 526"/>
                  <a:gd name="T3" fmla="*/ 10055 h 688"/>
                  <a:gd name="T4" fmla="*/ 2175 w 526"/>
                  <a:gd name="T5" fmla="*/ 9983 h 688"/>
                  <a:gd name="T6" fmla="*/ 2220 w 526"/>
                  <a:gd name="T7" fmla="*/ 10852 h 688"/>
                  <a:gd name="T8" fmla="*/ 2270 w 526"/>
                  <a:gd name="T9" fmla="*/ 10852 h 688"/>
                  <a:gd name="T10" fmla="*/ 2208 w 526"/>
                  <a:gd name="T11" fmla="*/ 8733 h 688"/>
                  <a:gd name="T12" fmla="*/ 2488 w 526"/>
                  <a:gd name="T13" fmla="*/ 5457 h 688"/>
                  <a:gd name="T14" fmla="*/ 4208 w 526"/>
                  <a:gd name="T15" fmla="*/ 4697 h 688"/>
                  <a:gd name="T16" fmla="*/ 5083 w 526"/>
                  <a:gd name="T17" fmla="*/ 5379 h 688"/>
                  <a:gd name="T18" fmla="*/ 5425 w 526"/>
                  <a:gd name="T19" fmla="*/ 6152 h 688"/>
                  <a:gd name="T20" fmla="*/ 5270 w 526"/>
                  <a:gd name="T21" fmla="*/ 5457 h 688"/>
                  <a:gd name="T22" fmla="*/ 5283 w 526"/>
                  <a:gd name="T23" fmla="*/ 5073 h 688"/>
                  <a:gd name="T24" fmla="*/ 5675 w 526"/>
                  <a:gd name="T25" fmla="*/ 5286 h 688"/>
                  <a:gd name="T26" fmla="*/ 5488 w 526"/>
                  <a:gd name="T27" fmla="*/ 4718 h 688"/>
                  <a:gd name="T28" fmla="*/ 5395 w 526"/>
                  <a:gd name="T29" fmla="*/ 4321 h 688"/>
                  <a:gd name="T30" fmla="*/ 5313 w 526"/>
                  <a:gd name="T31" fmla="*/ 3937 h 688"/>
                  <a:gd name="T32" fmla="*/ 5645 w 526"/>
                  <a:gd name="T33" fmla="*/ 3617 h 688"/>
                  <a:gd name="T34" fmla="*/ 6145 w 526"/>
                  <a:gd name="T35" fmla="*/ 3241 h 688"/>
                  <a:gd name="T36" fmla="*/ 6845 w 526"/>
                  <a:gd name="T37" fmla="*/ 2978 h 688"/>
                  <a:gd name="T38" fmla="*/ 5875 w 526"/>
                  <a:gd name="T39" fmla="*/ 1216 h 688"/>
                  <a:gd name="T40" fmla="*/ 1938 w 526"/>
                  <a:gd name="T41" fmla="*/ 2900 h 688"/>
                  <a:gd name="T42" fmla="*/ 500 w 526"/>
                  <a:gd name="T43" fmla="*/ 3959 h 688"/>
                  <a:gd name="T44" fmla="*/ 300 w 526"/>
                  <a:gd name="T45" fmla="*/ 2671 h 688"/>
                  <a:gd name="T46" fmla="*/ 5083 w 526"/>
                  <a:gd name="T47" fmla="*/ 77 h 688"/>
                  <a:gd name="T48" fmla="*/ 8158 w 526"/>
                  <a:gd name="T49" fmla="*/ 2218 h 688"/>
                  <a:gd name="T50" fmla="*/ 7095 w 526"/>
                  <a:gd name="T51" fmla="*/ 3708 h 688"/>
                  <a:gd name="T52" fmla="*/ 5908 w 526"/>
                  <a:gd name="T53" fmla="*/ 3540 h 688"/>
                  <a:gd name="T54" fmla="*/ 5583 w 526"/>
                  <a:gd name="T55" fmla="*/ 4548 h 688"/>
                  <a:gd name="T56" fmla="*/ 5938 w 526"/>
                  <a:gd name="T57" fmla="*/ 5585 h 688"/>
                  <a:gd name="T58" fmla="*/ 5770 w 526"/>
                  <a:gd name="T59" fmla="*/ 5947 h 688"/>
                  <a:gd name="T60" fmla="*/ 5408 w 526"/>
                  <a:gd name="T61" fmla="*/ 5643 h 688"/>
                  <a:gd name="T62" fmla="*/ 5438 w 526"/>
                  <a:gd name="T63" fmla="*/ 5742 h 688"/>
                  <a:gd name="T64" fmla="*/ 5563 w 526"/>
                  <a:gd name="T65" fmla="*/ 6195 h 688"/>
                  <a:gd name="T66" fmla="*/ 5675 w 526"/>
                  <a:gd name="T67" fmla="*/ 6310 h 688"/>
                  <a:gd name="T68" fmla="*/ 5895 w 526"/>
                  <a:gd name="T69" fmla="*/ 6494 h 688"/>
                  <a:gd name="T70" fmla="*/ 5720 w 526"/>
                  <a:gd name="T71" fmla="*/ 6856 h 688"/>
                  <a:gd name="T72" fmla="*/ 5313 w 526"/>
                  <a:gd name="T73" fmla="*/ 6878 h 688"/>
                  <a:gd name="T74" fmla="*/ 5283 w 526"/>
                  <a:gd name="T75" fmla="*/ 6438 h 688"/>
                  <a:gd name="T76" fmla="*/ 5333 w 526"/>
                  <a:gd name="T77" fmla="*/ 6139 h 688"/>
                  <a:gd name="T78" fmla="*/ 5113 w 526"/>
                  <a:gd name="T79" fmla="*/ 5550 h 688"/>
                  <a:gd name="T80" fmla="*/ 4345 w 526"/>
                  <a:gd name="T81" fmla="*/ 5187 h 688"/>
                  <a:gd name="T82" fmla="*/ 3958 w 526"/>
                  <a:gd name="T83" fmla="*/ 5494 h 688"/>
                  <a:gd name="T84" fmla="*/ 3863 w 526"/>
                  <a:gd name="T85" fmla="*/ 6083 h 688"/>
                  <a:gd name="T86" fmla="*/ 4395 w 526"/>
                  <a:gd name="T87" fmla="*/ 7368 h 688"/>
                  <a:gd name="T88" fmla="*/ 3563 w 526"/>
                  <a:gd name="T89" fmla="*/ 9394 h 688"/>
                  <a:gd name="T90" fmla="*/ 3488 w 526"/>
                  <a:gd name="T91" fmla="*/ 10873 h 688"/>
                  <a:gd name="T92" fmla="*/ 3145 w 526"/>
                  <a:gd name="T93" fmla="*/ 13033 h 6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688">
                    <a:moveTo>
                      <a:pt x="123" y="688"/>
                    </a:moveTo>
                    <a:cubicBezTo>
                      <a:pt x="131" y="665"/>
                      <a:pt x="125" y="551"/>
                      <a:pt x="129" y="531"/>
                    </a:cubicBezTo>
                    <a:cubicBezTo>
                      <a:pt x="132" y="512"/>
                      <a:pt x="137" y="516"/>
                      <a:pt x="139" y="527"/>
                    </a:cubicBezTo>
                    <a:cubicBezTo>
                      <a:pt x="140" y="534"/>
                      <a:pt x="141" y="558"/>
                      <a:pt x="142" y="573"/>
                    </a:cubicBezTo>
                    <a:cubicBezTo>
                      <a:pt x="143" y="577"/>
                      <a:pt x="145" y="577"/>
                      <a:pt x="145" y="573"/>
                    </a:cubicBezTo>
                    <a:cubicBezTo>
                      <a:pt x="147" y="544"/>
                      <a:pt x="144" y="492"/>
                      <a:pt x="141" y="461"/>
                    </a:cubicBezTo>
                    <a:cubicBezTo>
                      <a:pt x="137" y="426"/>
                      <a:pt x="142" y="335"/>
                      <a:pt x="159" y="288"/>
                    </a:cubicBezTo>
                    <a:cubicBezTo>
                      <a:pt x="180" y="229"/>
                      <a:pt x="247" y="241"/>
                      <a:pt x="269" y="248"/>
                    </a:cubicBezTo>
                    <a:cubicBezTo>
                      <a:pt x="307" y="261"/>
                      <a:pt x="314" y="278"/>
                      <a:pt x="325" y="284"/>
                    </a:cubicBezTo>
                    <a:cubicBezTo>
                      <a:pt x="336" y="290"/>
                      <a:pt x="344" y="316"/>
                      <a:pt x="347" y="325"/>
                    </a:cubicBezTo>
                    <a:cubicBezTo>
                      <a:pt x="345" y="315"/>
                      <a:pt x="340" y="298"/>
                      <a:pt x="337" y="288"/>
                    </a:cubicBezTo>
                    <a:cubicBezTo>
                      <a:pt x="335" y="278"/>
                      <a:pt x="333" y="271"/>
                      <a:pt x="338" y="268"/>
                    </a:cubicBezTo>
                    <a:cubicBezTo>
                      <a:pt x="343" y="265"/>
                      <a:pt x="354" y="272"/>
                      <a:pt x="363" y="279"/>
                    </a:cubicBezTo>
                    <a:cubicBezTo>
                      <a:pt x="363" y="279"/>
                      <a:pt x="352" y="259"/>
                      <a:pt x="351" y="249"/>
                    </a:cubicBezTo>
                    <a:cubicBezTo>
                      <a:pt x="350" y="239"/>
                      <a:pt x="352" y="234"/>
                      <a:pt x="345" y="228"/>
                    </a:cubicBezTo>
                    <a:cubicBezTo>
                      <a:pt x="340" y="224"/>
                      <a:pt x="337" y="215"/>
                      <a:pt x="340" y="208"/>
                    </a:cubicBezTo>
                    <a:cubicBezTo>
                      <a:pt x="344" y="199"/>
                      <a:pt x="355" y="201"/>
                      <a:pt x="361" y="191"/>
                    </a:cubicBezTo>
                    <a:cubicBezTo>
                      <a:pt x="368" y="180"/>
                      <a:pt x="378" y="173"/>
                      <a:pt x="393" y="171"/>
                    </a:cubicBezTo>
                    <a:cubicBezTo>
                      <a:pt x="408" y="171"/>
                      <a:pt x="422" y="167"/>
                      <a:pt x="438" y="157"/>
                    </a:cubicBezTo>
                    <a:cubicBezTo>
                      <a:pt x="470" y="133"/>
                      <a:pt x="469" y="89"/>
                      <a:pt x="376" y="64"/>
                    </a:cubicBezTo>
                    <a:cubicBezTo>
                      <a:pt x="282" y="39"/>
                      <a:pt x="157" y="109"/>
                      <a:pt x="124" y="153"/>
                    </a:cubicBezTo>
                    <a:cubicBezTo>
                      <a:pt x="95" y="191"/>
                      <a:pt x="63" y="230"/>
                      <a:pt x="32" y="209"/>
                    </a:cubicBezTo>
                    <a:cubicBezTo>
                      <a:pt x="0" y="187"/>
                      <a:pt x="14" y="157"/>
                      <a:pt x="19" y="141"/>
                    </a:cubicBezTo>
                    <a:cubicBezTo>
                      <a:pt x="49" y="51"/>
                      <a:pt x="213" y="7"/>
                      <a:pt x="325" y="4"/>
                    </a:cubicBezTo>
                    <a:cubicBezTo>
                      <a:pt x="461" y="0"/>
                      <a:pt x="518" y="75"/>
                      <a:pt x="522" y="117"/>
                    </a:cubicBezTo>
                    <a:cubicBezTo>
                      <a:pt x="526" y="154"/>
                      <a:pt x="496" y="186"/>
                      <a:pt x="454" y="196"/>
                    </a:cubicBezTo>
                    <a:cubicBezTo>
                      <a:pt x="409" y="207"/>
                      <a:pt x="398" y="171"/>
                      <a:pt x="378" y="187"/>
                    </a:cubicBezTo>
                    <a:cubicBezTo>
                      <a:pt x="368" y="197"/>
                      <a:pt x="353" y="210"/>
                      <a:pt x="357" y="240"/>
                    </a:cubicBezTo>
                    <a:cubicBezTo>
                      <a:pt x="360" y="269"/>
                      <a:pt x="374" y="290"/>
                      <a:pt x="380" y="295"/>
                    </a:cubicBezTo>
                    <a:cubicBezTo>
                      <a:pt x="386" y="301"/>
                      <a:pt x="382" y="314"/>
                      <a:pt x="369" y="314"/>
                    </a:cubicBezTo>
                    <a:cubicBezTo>
                      <a:pt x="358" y="313"/>
                      <a:pt x="350" y="304"/>
                      <a:pt x="346" y="298"/>
                    </a:cubicBezTo>
                    <a:cubicBezTo>
                      <a:pt x="347" y="299"/>
                      <a:pt x="347" y="301"/>
                      <a:pt x="348" y="303"/>
                    </a:cubicBezTo>
                    <a:cubicBezTo>
                      <a:pt x="351" y="311"/>
                      <a:pt x="354" y="321"/>
                      <a:pt x="356" y="327"/>
                    </a:cubicBezTo>
                    <a:cubicBezTo>
                      <a:pt x="356" y="331"/>
                      <a:pt x="360" y="332"/>
                      <a:pt x="363" y="333"/>
                    </a:cubicBezTo>
                    <a:cubicBezTo>
                      <a:pt x="369" y="333"/>
                      <a:pt x="374" y="337"/>
                      <a:pt x="377" y="343"/>
                    </a:cubicBezTo>
                    <a:cubicBezTo>
                      <a:pt x="381" y="353"/>
                      <a:pt x="370" y="361"/>
                      <a:pt x="366" y="362"/>
                    </a:cubicBezTo>
                    <a:cubicBezTo>
                      <a:pt x="364" y="365"/>
                      <a:pt x="355" y="374"/>
                      <a:pt x="340" y="363"/>
                    </a:cubicBezTo>
                    <a:cubicBezTo>
                      <a:pt x="334" y="358"/>
                      <a:pt x="335" y="348"/>
                      <a:pt x="338" y="340"/>
                    </a:cubicBezTo>
                    <a:cubicBezTo>
                      <a:pt x="339" y="338"/>
                      <a:pt x="342" y="329"/>
                      <a:pt x="341" y="324"/>
                    </a:cubicBezTo>
                    <a:cubicBezTo>
                      <a:pt x="339" y="314"/>
                      <a:pt x="333" y="297"/>
                      <a:pt x="327" y="293"/>
                    </a:cubicBezTo>
                    <a:cubicBezTo>
                      <a:pt x="318" y="288"/>
                      <a:pt x="296" y="279"/>
                      <a:pt x="278" y="274"/>
                    </a:cubicBezTo>
                    <a:cubicBezTo>
                      <a:pt x="260" y="269"/>
                      <a:pt x="259" y="281"/>
                      <a:pt x="253" y="290"/>
                    </a:cubicBezTo>
                    <a:cubicBezTo>
                      <a:pt x="249" y="297"/>
                      <a:pt x="248" y="309"/>
                      <a:pt x="247" y="321"/>
                    </a:cubicBezTo>
                    <a:cubicBezTo>
                      <a:pt x="245" y="334"/>
                      <a:pt x="282" y="339"/>
                      <a:pt x="281" y="389"/>
                    </a:cubicBezTo>
                    <a:cubicBezTo>
                      <a:pt x="281" y="439"/>
                      <a:pt x="259" y="491"/>
                      <a:pt x="228" y="496"/>
                    </a:cubicBezTo>
                    <a:cubicBezTo>
                      <a:pt x="234" y="503"/>
                      <a:pt x="241" y="526"/>
                      <a:pt x="223" y="574"/>
                    </a:cubicBezTo>
                    <a:cubicBezTo>
                      <a:pt x="206" y="621"/>
                      <a:pt x="201" y="688"/>
                      <a:pt x="201" y="688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5" name="Freeform 1028">
                <a:extLst>
                  <a:ext uri="{FF2B5EF4-FFF2-40B4-BE49-F238E27FC236}">
                    <a16:creationId xmlns:a16="http://schemas.microsoft.com/office/drawing/2014/main" id="{E1ED98B8-D78E-4DB7-956B-F43245F85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749"/>
                <a:ext cx="337" cy="275"/>
              </a:xfrm>
              <a:custGeom>
                <a:avLst/>
                <a:gdLst>
                  <a:gd name="T0" fmla="*/ 791 w 135"/>
                  <a:gd name="T1" fmla="*/ 0 h 103"/>
                  <a:gd name="T2" fmla="*/ 2087 w 135"/>
                  <a:gd name="T3" fmla="*/ 1639 h 103"/>
                  <a:gd name="T4" fmla="*/ 1837 w 135"/>
                  <a:gd name="T5" fmla="*/ 1653 h 103"/>
                  <a:gd name="T6" fmla="*/ 0 w 135"/>
                  <a:gd name="T7" fmla="*/ 342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03">
                    <a:moveTo>
                      <a:pt x="51" y="0"/>
                    </a:moveTo>
                    <a:cubicBezTo>
                      <a:pt x="76" y="2"/>
                      <a:pt x="132" y="35"/>
                      <a:pt x="134" y="86"/>
                    </a:cubicBezTo>
                    <a:cubicBezTo>
                      <a:pt x="135" y="102"/>
                      <a:pt x="125" y="103"/>
                      <a:pt x="118" y="87"/>
                    </a:cubicBezTo>
                    <a:cubicBezTo>
                      <a:pt x="103" y="50"/>
                      <a:pt x="62" y="4"/>
                      <a:pt x="0" y="18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6" name="Freeform 1029">
                <a:extLst>
                  <a:ext uri="{FF2B5EF4-FFF2-40B4-BE49-F238E27FC236}">
                    <a16:creationId xmlns:a16="http://schemas.microsoft.com/office/drawing/2014/main" id="{357634F2-CC00-42CD-901D-8E189BD3C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499"/>
                <a:ext cx="5" cy="37"/>
              </a:xfrm>
              <a:custGeom>
                <a:avLst/>
                <a:gdLst>
                  <a:gd name="T0" fmla="*/ 20 w 2"/>
                  <a:gd name="T1" fmla="*/ 0 h 14"/>
                  <a:gd name="T2" fmla="*/ 0 w 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1" y="0"/>
                    </a:moveTo>
                    <a:cubicBezTo>
                      <a:pt x="2" y="3"/>
                      <a:pt x="2" y="11"/>
                      <a:pt x="0" y="14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7" name="Freeform 1030">
                <a:extLst>
                  <a:ext uri="{FF2B5EF4-FFF2-40B4-BE49-F238E27FC236}">
                    <a16:creationId xmlns:a16="http://schemas.microsoft.com/office/drawing/2014/main" id="{24439F17-7C75-4C29-95E4-10E173B5B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2504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FEE5B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8" name="Freeform 1031">
                <a:extLst>
                  <a:ext uri="{FF2B5EF4-FFF2-40B4-BE49-F238E27FC236}">
                    <a16:creationId xmlns:a16="http://schemas.microsoft.com/office/drawing/2014/main" id="{3D9BA682-A6CA-4EEB-A363-392485294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005"/>
                <a:ext cx="27" cy="115"/>
              </a:xfrm>
              <a:custGeom>
                <a:avLst/>
                <a:gdLst>
                  <a:gd name="T0" fmla="*/ 91 w 11"/>
                  <a:gd name="T1" fmla="*/ 0 h 43"/>
                  <a:gd name="T2" fmla="*/ 0 w 11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6" y="0"/>
                    </a:moveTo>
                    <a:cubicBezTo>
                      <a:pt x="10" y="3"/>
                      <a:pt x="11" y="25"/>
                      <a:pt x="0" y="43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9" name="Freeform 1032">
                <a:extLst>
                  <a:ext uri="{FF2B5EF4-FFF2-40B4-BE49-F238E27FC236}">
                    <a16:creationId xmlns:a16="http://schemas.microsoft.com/office/drawing/2014/main" id="{9C052F50-E548-43BB-917A-10B218BFC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107"/>
                <a:ext cx="297" cy="101"/>
              </a:xfrm>
              <a:custGeom>
                <a:avLst/>
                <a:gdLst>
                  <a:gd name="T0" fmla="*/ 1849 w 119"/>
                  <a:gd name="T1" fmla="*/ 0 h 38"/>
                  <a:gd name="T2" fmla="*/ 0 w 119"/>
                  <a:gd name="T3" fmla="*/ 37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9" h="38">
                    <a:moveTo>
                      <a:pt x="119" y="0"/>
                    </a:moveTo>
                    <a:cubicBezTo>
                      <a:pt x="115" y="10"/>
                      <a:pt x="85" y="38"/>
                      <a:pt x="0" y="20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0" name="Freeform 1033">
                <a:extLst>
                  <a:ext uri="{FF2B5EF4-FFF2-40B4-BE49-F238E27FC236}">
                    <a16:creationId xmlns:a16="http://schemas.microsoft.com/office/drawing/2014/main" id="{69EE46B2-0528-4774-AD21-30898DE7D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1824"/>
                <a:ext cx="580" cy="213"/>
              </a:xfrm>
              <a:custGeom>
                <a:avLst/>
                <a:gdLst>
                  <a:gd name="T0" fmla="*/ 3625 w 232"/>
                  <a:gd name="T1" fmla="*/ 1148 h 80"/>
                  <a:gd name="T2" fmla="*/ 270 w 232"/>
                  <a:gd name="T3" fmla="*/ 1262 h 80"/>
                  <a:gd name="T4" fmla="*/ 0 w 232"/>
                  <a:gd name="T5" fmla="*/ 151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2" h="80">
                    <a:moveTo>
                      <a:pt x="232" y="61"/>
                    </a:moveTo>
                    <a:cubicBezTo>
                      <a:pt x="218" y="42"/>
                      <a:pt x="106" y="0"/>
                      <a:pt x="17" y="67"/>
                    </a:cubicBezTo>
                    <a:cubicBezTo>
                      <a:pt x="12" y="72"/>
                      <a:pt x="5" y="75"/>
                      <a:pt x="0" y="80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1" name="Freeform 1034">
                <a:extLst>
                  <a:ext uri="{FF2B5EF4-FFF2-40B4-BE49-F238E27FC236}">
                    <a16:creationId xmlns:a16="http://schemas.microsoft.com/office/drawing/2014/main" id="{BF34AA4B-6FC9-4F20-AF6B-29A9E0CE5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027"/>
                <a:ext cx="212" cy="1008"/>
              </a:xfrm>
              <a:custGeom>
                <a:avLst/>
                <a:gdLst>
                  <a:gd name="T0" fmla="*/ 200 w 85"/>
                  <a:gd name="T1" fmla="*/ 4152 h 378"/>
                  <a:gd name="T2" fmla="*/ 229 w 85"/>
                  <a:gd name="T3" fmla="*/ 4061 h 378"/>
                  <a:gd name="T4" fmla="*/ 324 w 85"/>
                  <a:gd name="T5" fmla="*/ 3832 h 378"/>
                  <a:gd name="T6" fmla="*/ 417 w 85"/>
                  <a:gd name="T7" fmla="*/ 3733 h 378"/>
                  <a:gd name="T8" fmla="*/ 466 w 85"/>
                  <a:gd name="T9" fmla="*/ 3549 h 378"/>
                  <a:gd name="T10" fmla="*/ 511 w 85"/>
                  <a:gd name="T11" fmla="*/ 3469 h 378"/>
                  <a:gd name="T12" fmla="*/ 499 w 85"/>
                  <a:gd name="T13" fmla="*/ 3299 h 378"/>
                  <a:gd name="T14" fmla="*/ 559 w 85"/>
                  <a:gd name="T15" fmla="*/ 3107 h 378"/>
                  <a:gd name="T16" fmla="*/ 529 w 85"/>
                  <a:gd name="T17" fmla="*/ 2979 h 378"/>
                  <a:gd name="T18" fmla="*/ 621 w 85"/>
                  <a:gd name="T19" fmla="*/ 2787 h 378"/>
                  <a:gd name="T20" fmla="*/ 604 w 85"/>
                  <a:gd name="T21" fmla="*/ 2696 h 378"/>
                  <a:gd name="T22" fmla="*/ 529 w 85"/>
                  <a:gd name="T23" fmla="*/ 2069 h 378"/>
                  <a:gd name="T24" fmla="*/ 604 w 85"/>
                  <a:gd name="T25" fmla="*/ 1651 h 378"/>
                  <a:gd name="T26" fmla="*/ 883 w 85"/>
                  <a:gd name="T27" fmla="*/ 1272 h 378"/>
                  <a:gd name="T28" fmla="*/ 883 w 85"/>
                  <a:gd name="T29" fmla="*/ 832 h 378"/>
                  <a:gd name="T30" fmla="*/ 529 w 85"/>
                  <a:gd name="T31" fmla="*/ 989 h 378"/>
                  <a:gd name="T32" fmla="*/ 125 w 85"/>
                  <a:gd name="T33" fmla="*/ 1045 h 378"/>
                  <a:gd name="T34" fmla="*/ 187 w 85"/>
                  <a:gd name="T35" fmla="*/ 568 h 378"/>
                  <a:gd name="T36" fmla="*/ 279 w 85"/>
                  <a:gd name="T37" fmla="*/ 248 h 378"/>
                  <a:gd name="T38" fmla="*/ 354 w 85"/>
                  <a:gd name="T39" fmla="*/ 77 h 378"/>
                  <a:gd name="T40" fmla="*/ 591 w 85"/>
                  <a:gd name="T41" fmla="*/ 171 h 378"/>
                  <a:gd name="T42" fmla="*/ 404 w 85"/>
                  <a:gd name="T43" fmla="*/ 547 h 378"/>
                  <a:gd name="T44" fmla="*/ 666 w 85"/>
                  <a:gd name="T45" fmla="*/ 648 h 378"/>
                  <a:gd name="T46" fmla="*/ 1212 w 85"/>
                  <a:gd name="T47" fmla="*/ 648 h 378"/>
                  <a:gd name="T48" fmla="*/ 1162 w 85"/>
                  <a:gd name="T49" fmla="*/ 1288 h 378"/>
                  <a:gd name="T50" fmla="*/ 933 w 85"/>
                  <a:gd name="T51" fmla="*/ 2197 h 378"/>
                  <a:gd name="T52" fmla="*/ 666 w 85"/>
                  <a:gd name="T53" fmla="*/ 3640 h 378"/>
                  <a:gd name="T54" fmla="*/ 155 w 85"/>
                  <a:gd name="T55" fmla="*/ 4493 h 378"/>
                  <a:gd name="T56" fmla="*/ 374 w 85"/>
                  <a:gd name="T57" fmla="*/ 5155 h 378"/>
                  <a:gd name="T58" fmla="*/ 666 w 85"/>
                  <a:gd name="T59" fmla="*/ 6691 h 378"/>
                  <a:gd name="T60" fmla="*/ 653 w 85"/>
                  <a:gd name="T61" fmla="*/ 6827 h 378"/>
                  <a:gd name="T62" fmla="*/ 634 w 85"/>
                  <a:gd name="T63" fmla="*/ 7168 h 378"/>
                  <a:gd name="T64" fmla="*/ 417 w 85"/>
                  <a:gd name="T65" fmla="*/ 5837 h 378"/>
                  <a:gd name="T66" fmla="*/ 105 w 85"/>
                  <a:gd name="T67" fmla="*/ 4928 h 3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5" h="378">
                    <a:moveTo>
                      <a:pt x="13" y="219"/>
                    </a:moveTo>
                    <a:cubicBezTo>
                      <a:pt x="14" y="218"/>
                      <a:pt x="15" y="216"/>
                      <a:pt x="15" y="214"/>
                    </a:cubicBezTo>
                    <a:cubicBezTo>
                      <a:pt x="16" y="209"/>
                      <a:pt x="17" y="206"/>
                      <a:pt x="21" y="202"/>
                    </a:cubicBezTo>
                    <a:cubicBezTo>
                      <a:pt x="24" y="200"/>
                      <a:pt x="25" y="200"/>
                      <a:pt x="27" y="197"/>
                    </a:cubicBezTo>
                    <a:cubicBezTo>
                      <a:pt x="28" y="194"/>
                      <a:pt x="27" y="191"/>
                      <a:pt x="30" y="187"/>
                    </a:cubicBezTo>
                    <a:cubicBezTo>
                      <a:pt x="31" y="185"/>
                      <a:pt x="33" y="185"/>
                      <a:pt x="33" y="183"/>
                    </a:cubicBezTo>
                    <a:cubicBezTo>
                      <a:pt x="33" y="181"/>
                      <a:pt x="31" y="177"/>
                      <a:pt x="32" y="174"/>
                    </a:cubicBezTo>
                    <a:cubicBezTo>
                      <a:pt x="32" y="170"/>
                      <a:pt x="36" y="168"/>
                      <a:pt x="36" y="164"/>
                    </a:cubicBezTo>
                    <a:cubicBezTo>
                      <a:pt x="37" y="161"/>
                      <a:pt x="34" y="160"/>
                      <a:pt x="34" y="157"/>
                    </a:cubicBezTo>
                    <a:cubicBezTo>
                      <a:pt x="34" y="154"/>
                      <a:pt x="38" y="149"/>
                      <a:pt x="40" y="147"/>
                    </a:cubicBezTo>
                    <a:cubicBezTo>
                      <a:pt x="39" y="142"/>
                      <a:pt x="39" y="142"/>
                      <a:pt x="39" y="142"/>
                    </a:cubicBezTo>
                    <a:cubicBezTo>
                      <a:pt x="35" y="131"/>
                      <a:pt x="31" y="118"/>
                      <a:pt x="34" y="109"/>
                    </a:cubicBezTo>
                    <a:cubicBezTo>
                      <a:pt x="37" y="101"/>
                      <a:pt x="36" y="99"/>
                      <a:pt x="39" y="87"/>
                    </a:cubicBezTo>
                    <a:cubicBezTo>
                      <a:pt x="41" y="75"/>
                      <a:pt x="51" y="72"/>
                      <a:pt x="57" y="67"/>
                    </a:cubicBezTo>
                    <a:cubicBezTo>
                      <a:pt x="50" y="61"/>
                      <a:pt x="50" y="47"/>
                      <a:pt x="57" y="44"/>
                    </a:cubicBezTo>
                    <a:cubicBezTo>
                      <a:pt x="51" y="38"/>
                      <a:pt x="40" y="44"/>
                      <a:pt x="34" y="52"/>
                    </a:cubicBezTo>
                    <a:cubicBezTo>
                      <a:pt x="27" y="60"/>
                      <a:pt x="17" y="60"/>
                      <a:pt x="8" y="55"/>
                    </a:cubicBezTo>
                    <a:cubicBezTo>
                      <a:pt x="0" y="49"/>
                      <a:pt x="5" y="34"/>
                      <a:pt x="12" y="30"/>
                    </a:cubicBezTo>
                    <a:cubicBezTo>
                      <a:pt x="20" y="17"/>
                      <a:pt x="17" y="22"/>
                      <a:pt x="18" y="13"/>
                    </a:cubicBezTo>
                    <a:cubicBezTo>
                      <a:pt x="18" y="9"/>
                      <a:pt x="20" y="6"/>
                      <a:pt x="23" y="4"/>
                    </a:cubicBezTo>
                    <a:cubicBezTo>
                      <a:pt x="27" y="0"/>
                      <a:pt x="36" y="0"/>
                      <a:pt x="38" y="9"/>
                    </a:cubicBezTo>
                    <a:cubicBezTo>
                      <a:pt x="40" y="16"/>
                      <a:pt x="34" y="21"/>
                      <a:pt x="26" y="29"/>
                    </a:cubicBezTo>
                    <a:cubicBezTo>
                      <a:pt x="29" y="28"/>
                      <a:pt x="34" y="35"/>
                      <a:pt x="43" y="34"/>
                    </a:cubicBezTo>
                    <a:cubicBezTo>
                      <a:pt x="53" y="32"/>
                      <a:pt x="71" y="21"/>
                      <a:pt x="78" y="34"/>
                    </a:cubicBezTo>
                    <a:cubicBezTo>
                      <a:pt x="85" y="47"/>
                      <a:pt x="80" y="52"/>
                      <a:pt x="75" y="68"/>
                    </a:cubicBezTo>
                    <a:cubicBezTo>
                      <a:pt x="69" y="85"/>
                      <a:pt x="63" y="94"/>
                      <a:pt x="60" y="116"/>
                    </a:cubicBezTo>
                    <a:cubicBezTo>
                      <a:pt x="57" y="137"/>
                      <a:pt x="50" y="170"/>
                      <a:pt x="43" y="192"/>
                    </a:cubicBezTo>
                    <a:cubicBezTo>
                      <a:pt x="34" y="223"/>
                      <a:pt x="18" y="234"/>
                      <a:pt x="10" y="237"/>
                    </a:cubicBezTo>
                    <a:cubicBezTo>
                      <a:pt x="3" y="240"/>
                      <a:pt x="14" y="250"/>
                      <a:pt x="24" y="272"/>
                    </a:cubicBezTo>
                    <a:cubicBezTo>
                      <a:pt x="33" y="290"/>
                      <a:pt x="39" y="323"/>
                      <a:pt x="43" y="353"/>
                    </a:cubicBezTo>
                    <a:cubicBezTo>
                      <a:pt x="43" y="355"/>
                      <a:pt x="42" y="357"/>
                      <a:pt x="42" y="360"/>
                    </a:cubicBezTo>
                    <a:cubicBezTo>
                      <a:pt x="41" y="364"/>
                      <a:pt x="41" y="370"/>
                      <a:pt x="41" y="378"/>
                    </a:cubicBezTo>
                    <a:cubicBezTo>
                      <a:pt x="38" y="357"/>
                      <a:pt x="32" y="324"/>
                      <a:pt x="27" y="308"/>
                    </a:cubicBezTo>
                    <a:cubicBezTo>
                      <a:pt x="22" y="290"/>
                      <a:pt x="15" y="272"/>
                      <a:pt x="7" y="260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2" name="Freeform 1035">
                <a:extLst>
                  <a:ext uri="{FF2B5EF4-FFF2-40B4-BE49-F238E27FC236}">
                    <a16:creationId xmlns:a16="http://schemas.microsoft.com/office/drawing/2014/main" id="{532E6E79-B30B-429C-87AD-602C79851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597"/>
                <a:ext cx="52" cy="123"/>
              </a:xfrm>
              <a:custGeom>
                <a:avLst/>
                <a:gdLst>
                  <a:gd name="T0" fmla="*/ 319 w 21"/>
                  <a:gd name="T1" fmla="*/ 0 h 46"/>
                  <a:gd name="T2" fmla="*/ 183 w 21"/>
                  <a:gd name="T3" fmla="*/ 193 h 46"/>
                  <a:gd name="T4" fmla="*/ 42 w 21"/>
                  <a:gd name="T5" fmla="*/ 537 h 46"/>
                  <a:gd name="T6" fmla="*/ 196 w 21"/>
                  <a:gd name="T7" fmla="*/ 88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6">
                    <a:moveTo>
                      <a:pt x="21" y="0"/>
                    </a:moveTo>
                    <a:cubicBezTo>
                      <a:pt x="21" y="4"/>
                      <a:pt x="18" y="7"/>
                      <a:pt x="12" y="10"/>
                    </a:cubicBezTo>
                    <a:cubicBezTo>
                      <a:pt x="2" y="11"/>
                      <a:pt x="0" y="20"/>
                      <a:pt x="3" y="28"/>
                    </a:cubicBezTo>
                    <a:cubicBezTo>
                      <a:pt x="5" y="35"/>
                      <a:pt x="12" y="43"/>
                      <a:pt x="13" y="46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3" name="Freeform 1036">
                <a:extLst>
                  <a:ext uri="{FF2B5EF4-FFF2-40B4-BE49-F238E27FC236}">
                    <a16:creationId xmlns:a16="http://schemas.microsoft.com/office/drawing/2014/main" id="{471F52D6-E250-4D7F-9A3A-061D0C4F7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995"/>
                <a:ext cx="1150" cy="648"/>
              </a:xfrm>
              <a:custGeom>
                <a:avLst/>
                <a:gdLst>
                  <a:gd name="T0" fmla="*/ 7188 w 460"/>
                  <a:gd name="T1" fmla="*/ 4608 h 243"/>
                  <a:gd name="T2" fmla="*/ 6145 w 460"/>
                  <a:gd name="T3" fmla="*/ 3243 h 243"/>
                  <a:gd name="T4" fmla="*/ 5438 w 460"/>
                  <a:gd name="T5" fmla="*/ 3128 h 243"/>
                  <a:gd name="T6" fmla="*/ 5158 w 460"/>
                  <a:gd name="T7" fmla="*/ 3221 h 243"/>
                  <a:gd name="T8" fmla="*/ 4845 w 460"/>
                  <a:gd name="T9" fmla="*/ 3037 h 243"/>
                  <a:gd name="T10" fmla="*/ 4395 w 460"/>
                  <a:gd name="T11" fmla="*/ 2979 h 243"/>
                  <a:gd name="T12" fmla="*/ 2520 w 460"/>
                  <a:gd name="T13" fmla="*/ 3072 h 243"/>
                  <a:gd name="T14" fmla="*/ 2270 w 460"/>
                  <a:gd name="T15" fmla="*/ 3208 h 243"/>
                  <a:gd name="T16" fmla="*/ 2050 w 460"/>
                  <a:gd name="T17" fmla="*/ 3128 h 243"/>
                  <a:gd name="T18" fmla="*/ 1675 w 460"/>
                  <a:gd name="T19" fmla="*/ 3187 h 243"/>
                  <a:gd name="T20" fmla="*/ 938 w 460"/>
                  <a:gd name="T21" fmla="*/ 3093 h 243"/>
                  <a:gd name="T22" fmla="*/ 595 w 460"/>
                  <a:gd name="T23" fmla="*/ 2957 h 243"/>
                  <a:gd name="T24" fmla="*/ 333 w 460"/>
                  <a:gd name="T25" fmla="*/ 2616 h 243"/>
                  <a:gd name="T26" fmla="*/ 125 w 460"/>
                  <a:gd name="T27" fmla="*/ 1613 h 243"/>
                  <a:gd name="T28" fmla="*/ 0 w 460"/>
                  <a:gd name="T29" fmla="*/ 0 h 2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60" h="243">
                    <a:moveTo>
                      <a:pt x="460" y="243"/>
                    </a:moveTo>
                    <a:cubicBezTo>
                      <a:pt x="436" y="216"/>
                      <a:pt x="430" y="187"/>
                      <a:pt x="393" y="171"/>
                    </a:cubicBezTo>
                    <a:cubicBezTo>
                      <a:pt x="378" y="165"/>
                      <a:pt x="364" y="161"/>
                      <a:pt x="348" y="165"/>
                    </a:cubicBezTo>
                    <a:cubicBezTo>
                      <a:pt x="342" y="167"/>
                      <a:pt x="336" y="170"/>
                      <a:pt x="330" y="170"/>
                    </a:cubicBezTo>
                    <a:cubicBezTo>
                      <a:pt x="322" y="169"/>
                      <a:pt x="317" y="163"/>
                      <a:pt x="310" y="160"/>
                    </a:cubicBezTo>
                    <a:cubicBezTo>
                      <a:pt x="300" y="157"/>
                      <a:pt x="292" y="158"/>
                      <a:pt x="281" y="157"/>
                    </a:cubicBezTo>
                    <a:cubicBezTo>
                      <a:pt x="245" y="156"/>
                      <a:pt x="195" y="146"/>
                      <a:pt x="161" y="162"/>
                    </a:cubicBezTo>
                    <a:cubicBezTo>
                      <a:pt x="153" y="166"/>
                      <a:pt x="153" y="169"/>
                      <a:pt x="145" y="169"/>
                    </a:cubicBezTo>
                    <a:cubicBezTo>
                      <a:pt x="142" y="169"/>
                      <a:pt x="135" y="166"/>
                      <a:pt x="131" y="165"/>
                    </a:cubicBezTo>
                    <a:cubicBezTo>
                      <a:pt x="123" y="165"/>
                      <a:pt x="115" y="166"/>
                      <a:pt x="107" y="168"/>
                    </a:cubicBezTo>
                    <a:cubicBezTo>
                      <a:pt x="92" y="172"/>
                      <a:pt x="67" y="172"/>
                      <a:pt x="60" y="163"/>
                    </a:cubicBezTo>
                    <a:cubicBezTo>
                      <a:pt x="54" y="156"/>
                      <a:pt x="46" y="159"/>
                      <a:pt x="38" y="156"/>
                    </a:cubicBezTo>
                    <a:cubicBezTo>
                      <a:pt x="29" y="152"/>
                      <a:pt x="26" y="147"/>
                      <a:pt x="21" y="138"/>
                    </a:cubicBezTo>
                    <a:cubicBezTo>
                      <a:pt x="12" y="121"/>
                      <a:pt x="10" y="103"/>
                      <a:pt x="8" y="85"/>
                    </a:cubicBezTo>
                    <a:cubicBezTo>
                      <a:pt x="6" y="70"/>
                      <a:pt x="5" y="14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4" name="Freeform 1037">
                <a:extLst>
                  <a:ext uri="{FF2B5EF4-FFF2-40B4-BE49-F238E27FC236}">
                    <a16:creationId xmlns:a16="http://schemas.microsoft.com/office/drawing/2014/main" id="{6670669D-6A26-4E96-BF1D-35AC9A13E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947"/>
                <a:ext cx="108" cy="456"/>
              </a:xfrm>
              <a:custGeom>
                <a:avLst/>
                <a:gdLst>
                  <a:gd name="T0" fmla="*/ 367 w 43"/>
                  <a:gd name="T1" fmla="*/ 0 h 171"/>
                  <a:gd name="T2" fmla="*/ 304 w 43"/>
                  <a:gd name="T3" fmla="*/ 2504 h 171"/>
                  <a:gd name="T4" fmla="*/ 429 w 43"/>
                  <a:gd name="T5" fmla="*/ 2901 h 171"/>
                  <a:gd name="T6" fmla="*/ 681 w 43"/>
                  <a:gd name="T7" fmla="*/ 3243 h 1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71">
                    <a:moveTo>
                      <a:pt x="23" y="0"/>
                    </a:moveTo>
                    <a:cubicBezTo>
                      <a:pt x="25" y="35"/>
                      <a:pt x="0" y="99"/>
                      <a:pt x="19" y="132"/>
                    </a:cubicBezTo>
                    <a:cubicBezTo>
                      <a:pt x="24" y="141"/>
                      <a:pt x="25" y="143"/>
                      <a:pt x="27" y="153"/>
                    </a:cubicBezTo>
                    <a:cubicBezTo>
                      <a:pt x="28" y="164"/>
                      <a:pt x="31" y="169"/>
                      <a:pt x="43" y="171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5" name="Freeform 1038">
                <a:extLst>
                  <a:ext uri="{FF2B5EF4-FFF2-40B4-BE49-F238E27FC236}">
                    <a16:creationId xmlns:a16="http://schemas.microsoft.com/office/drawing/2014/main" id="{E76E9DFF-19AB-4170-A9CD-D440B58EB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360"/>
                <a:ext cx="35" cy="43"/>
              </a:xfrm>
              <a:custGeom>
                <a:avLst/>
                <a:gdLst>
                  <a:gd name="T0" fmla="*/ 220 w 14"/>
                  <a:gd name="T1" fmla="*/ 0 h 16"/>
                  <a:gd name="T2" fmla="*/ 0 w 14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3" y="9"/>
                      <a:pt x="9" y="16"/>
                      <a:pt x="0" y="16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6" name="Freeform 1039">
                <a:extLst>
                  <a:ext uri="{FF2B5EF4-FFF2-40B4-BE49-F238E27FC236}">
                    <a16:creationId xmlns:a16="http://schemas.microsoft.com/office/drawing/2014/main" id="{87A70564-CB1F-460B-89F9-63BFCCDE9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645"/>
                <a:ext cx="360" cy="552"/>
              </a:xfrm>
              <a:custGeom>
                <a:avLst/>
                <a:gdLst>
                  <a:gd name="T0" fmla="*/ 1550 w 144"/>
                  <a:gd name="T1" fmla="*/ 0 h 207"/>
                  <a:gd name="T2" fmla="*/ 1895 w 144"/>
                  <a:gd name="T3" fmla="*/ 205 h 207"/>
                  <a:gd name="T4" fmla="*/ 2095 w 144"/>
                  <a:gd name="T5" fmla="*/ 776 h 207"/>
                  <a:gd name="T6" fmla="*/ 2175 w 144"/>
                  <a:gd name="T7" fmla="*/ 1843 h 207"/>
                  <a:gd name="T8" fmla="*/ 2145 w 144"/>
                  <a:gd name="T9" fmla="*/ 2824 h 207"/>
                  <a:gd name="T10" fmla="*/ 1750 w 144"/>
                  <a:gd name="T11" fmla="*/ 3320 h 207"/>
                  <a:gd name="T12" fmla="*/ 1063 w 144"/>
                  <a:gd name="T13" fmla="*/ 3811 h 207"/>
                  <a:gd name="T14" fmla="*/ 395 w 144"/>
                  <a:gd name="T15" fmla="*/ 3925 h 207"/>
                  <a:gd name="T16" fmla="*/ 0 w 144"/>
                  <a:gd name="T17" fmla="*/ 3789 h 2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207">
                    <a:moveTo>
                      <a:pt x="99" y="0"/>
                    </a:moveTo>
                    <a:cubicBezTo>
                      <a:pt x="107" y="3"/>
                      <a:pt x="114" y="3"/>
                      <a:pt x="121" y="11"/>
                    </a:cubicBezTo>
                    <a:cubicBezTo>
                      <a:pt x="129" y="20"/>
                      <a:pt x="133" y="29"/>
                      <a:pt x="134" y="41"/>
                    </a:cubicBezTo>
                    <a:cubicBezTo>
                      <a:pt x="136" y="60"/>
                      <a:pt x="136" y="78"/>
                      <a:pt x="139" y="97"/>
                    </a:cubicBezTo>
                    <a:cubicBezTo>
                      <a:pt x="141" y="114"/>
                      <a:pt x="144" y="132"/>
                      <a:pt x="137" y="149"/>
                    </a:cubicBezTo>
                    <a:cubicBezTo>
                      <a:pt x="132" y="162"/>
                      <a:pt x="120" y="165"/>
                      <a:pt x="112" y="175"/>
                    </a:cubicBezTo>
                    <a:cubicBezTo>
                      <a:pt x="108" y="180"/>
                      <a:pt x="76" y="198"/>
                      <a:pt x="68" y="201"/>
                    </a:cubicBezTo>
                    <a:cubicBezTo>
                      <a:pt x="51" y="207"/>
                      <a:pt x="43" y="207"/>
                      <a:pt x="25" y="207"/>
                    </a:cubicBezTo>
                    <a:cubicBezTo>
                      <a:pt x="18" y="207"/>
                      <a:pt x="4" y="207"/>
                      <a:pt x="0" y="20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7" name="Freeform 1040">
                <a:extLst>
                  <a:ext uri="{FF2B5EF4-FFF2-40B4-BE49-F238E27FC236}">
                    <a16:creationId xmlns:a16="http://schemas.microsoft.com/office/drawing/2014/main" id="{2DC349AA-EBFB-4BC0-8103-6D7A03EE3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0" y="1309"/>
                <a:ext cx="185" cy="224"/>
              </a:xfrm>
              <a:custGeom>
                <a:avLst/>
                <a:gdLst>
                  <a:gd name="T0" fmla="*/ 1158 w 74"/>
                  <a:gd name="T1" fmla="*/ 0 h 84"/>
                  <a:gd name="T2" fmla="*/ 720 w 74"/>
                  <a:gd name="T3" fmla="*/ 717 h 84"/>
                  <a:gd name="T4" fmla="*/ 250 w 74"/>
                  <a:gd name="T5" fmla="*/ 1045 h 84"/>
                  <a:gd name="T6" fmla="*/ 0 w 74"/>
                  <a:gd name="T7" fmla="*/ 1592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84">
                    <a:moveTo>
                      <a:pt x="74" y="0"/>
                    </a:moveTo>
                    <a:cubicBezTo>
                      <a:pt x="65" y="11"/>
                      <a:pt x="57" y="29"/>
                      <a:pt x="46" y="38"/>
                    </a:cubicBezTo>
                    <a:cubicBezTo>
                      <a:pt x="37" y="45"/>
                      <a:pt x="28" y="54"/>
                      <a:pt x="16" y="55"/>
                    </a:cubicBezTo>
                    <a:cubicBezTo>
                      <a:pt x="20" y="65"/>
                      <a:pt x="5" y="84"/>
                      <a:pt x="0" y="84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8" name="Freeform 1041">
                <a:extLst>
                  <a:ext uri="{FF2B5EF4-FFF2-40B4-BE49-F238E27FC236}">
                    <a16:creationId xmlns:a16="http://schemas.microsoft.com/office/drawing/2014/main" id="{D673CF30-7C1A-436B-AAFB-7450FB4CC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568"/>
                <a:ext cx="212" cy="283"/>
              </a:xfrm>
              <a:custGeom>
                <a:avLst/>
                <a:gdLst>
                  <a:gd name="T0" fmla="*/ 167 w 85"/>
                  <a:gd name="T1" fmla="*/ 0 h 106"/>
                  <a:gd name="T2" fmla="*/ 374 w 85"/>
                  <a:gd name="T3" fmla="*/ 876 h 106"/>
                  <a:gd name="T4" fmla="*/ 571 w 85"/>
                  <a:gd name="T5" fmla="*/ 1524 h 106"/>
                  <a:gd name="T6" fmla="*/ 1319 w 85"/>
                  <a:gd name="T7" fmla="*/ 1845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106">
                    <a:moveTo>
                      <a:pt x="11" y="0"/>
                    </a:moveTo>
                    <a:cubicBezTo>
                      <a:pt x="0" y="13"/>
                      <a:pt x="16" y="35"/>
                      <a:pt x="24" y="46"/>
                    </a:cubicBezTo>
                    <a:cubicBezTo>
                      <a:pt x="33" y="57"/>
                      <a:pt x="32" y="67"/>
                      <a:pt x="37" y="80"/>
                    </a:cubicBezTo>
                    <a:cubicBezTo>
                      <a:pt x="42" y="94"/>
                      <a:pt x="72" y="106"/>
                      <a:pt x="85" y="97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9" name="Freeform 1042">
                <a:extLst>
                  <a:ext uri="{FF2B5EF4-FFF2-40B4-BE49-F238E27FC236}">
                    <a16:creationId xmlns:a16="http://schemas.microsoft.com/office/drawing/2014/main" id="{D318C210-A73A-4822-8B52-8F531B21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3" y="1595"/>
                <a:ext cx="177" cy="82"/>
              </a:xfrm>
              <a:custGeom>
                <a:avLst/>
                <a:gdLst>
                  <a:gd name="T0" fmla="*/ 1099 w 71"/>
                  <a:gd name="T1" fmla="*/ 0 h 31"/>
                  <a:gd name="T2" fmla="*/ 683 w 71"/>
                  <a:gd name="T3" fmla="*/ 315 h 31"/>
                  <a:gd name="T4" fmla="*/ 0 w 71"/>
                  <a:gd name="T5" fmla="*/ 57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31">
                    <a:moveTo>
                      <a:pt x="71" y="0"/>
                    </a:moveTo>
                    <a:cubicBezTo>
                      <a:pt x="61" y="3"/>
                      <a:pt x="54" y="13"/>
                      <a:pt x="44" y="17"/>
                    </a:cubicBezTo>
                    <a:cubicBezTo>
                      <a:pt x="30" y="24"/>
                      <a:pt x="9" y="18"/>
                      <a:pt x="0" y="31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0" name="Freeform 1043">
                <a:extLst>
                  <a:ext uri="{FF2B5EF4-FFF2-40B4-BE49-F238E27FC236}">
                    <a16:creationId xmlns:a16="http://schemas.microsoft.com/office/drawing/2014/main" id="{9033AF02-AAAE-45D6-9084-78603F56F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0" y="1915"/>
                <a:ext cx="168" cy="53"/>
              </a:xfrm>
              <a:custGeom>
                <a:avLst/>
                <a:gdLst>
                  <a:gd name="T0" fmla="*/ 1056 w 67"/>
                  <a:gd name="T1" fmla="*/ 0 h 20"/>
                  <a:gd name="T2" fmla="*/ 629 w 67"/>
                  <a:gd name="T3" fmla="*/ 133 h 20"/>
                  <a:gd name="T4" fmla="*/ 0 w 67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0">
                    <a:moveTo>
                      <a:pt x="67" y="0"/>
                    </a:moveTo>
                    <a:cubicBezTo>
                      <a:pt x="60" y="6"/>
                      <a:pt x="47" y="6"/>
                      <a:pt x="40" y="7"/>
                    </a:cubicBezTo>
                    <a:cubicBezTo>
                      <a:pt x="27" y="9"/>
                      <a:pt x="10" y="12"/>
                      <a:pt x="0" y="2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1" name="Freeform 1044">
                <a:extLst>
                  <a:ext uri="{FF2B5EF4-FFF2-40B4-BE49-F238E27FC236}">
                    <a16:creationId xmlns:a16="http://schemas.microsoft.com/office/drawing/2014/main" id="{55DC9DCE-E919-4CC5-B20D-812C3D08D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5" y="1648"/>
                <a:ext cx="43" cy="67"/>
              </a:xfrm>
              <a:custGeom>
                <a:avLst/>
                <a:gdLst>
                  <a:gd name="T0" fmla="*/ 225 w 17"/>
                  <a:gd name="T1" fmla="*/ 482 h 25"/>
                  <a:gd name="T2" fmla="*/ 276 w 17"/>
                  <a:gd name="T3" fmla="*/ 193 h 25"/>
                  <a:gd name="T4" fmla="*/ 0 w 1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14" y="25"/>
                    </a:moveTo>
                    <a:cubicBezTo>
                      <a:pt x="14" y="19"/>
                      <a:pt x="13" y="14"/>
                      <a:pt x="17" y="10"/>
                    </a:cubicBezTo>
                    <a:cubicBezTo>
                      <a:pt x="10" y="11"/>
                      <a:pt x="3" y="6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2" name="Freeform 1045">
                <a:extLst>
                  <a:ext uri="{FF2B5EF4-FFF2-40B4-BE49-F238E27FC236}">
                    <a16:creationId xmlns:a16="http://schemas.microsoft.com/office/drawing/2014/main" id="{9723B477-D1F4-49F0-AC82-AC9E132B9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1133"/>
                <a:ext cx="70" cy="192"/>
              </a:xfrm>
              <a:custGeom>
                <a:avLst/>
                <a:gdLst>
                  <a:gd name="T0" fmla="*/ 438 w 28"/>
                  <a:gd name="T1" fmla="*/ 0 h 72"/>
                  <a:gd name="T2" fmla="*/ 283 w 28"/>
                  <a:gd name="T3" fmla="*/ 205 h 72"/>
                  <a:gd name="T4" fmla="*/ 208 w 28"/>
                  <a:gd name="T5" fmla="*/ 589 h 72"/>
                  <a:gd name="T6" fmla="*/ 0 w 28"/>
                  <a:gd name="T7" fmla="*/ 1365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72">
                    <a:moveTo>
                      <a:pt x="28" y="0"/>
                    </a:moveTo>
                    <a:cubicBezTo>
                      <a:pt x="24" y="5"/>
                      <a:pt x="21" y="7"/>
                      <a:pt x="18" y="11"/>
                    </a:cubicBezTo>
                    <a:cubicBezTo>
                      <a:pt x="14" y="17"/>
                      <a:pt x="14" y="23"/>
                      <a:pt x="13" y="31"/>
                    </a:cubicBezTo>
                    <a:cubicBezTo>
                      <a:pt x="12" y="46"/>
                      <a:pt x="6" y="58"/>
                      <a:pt x="0" y="72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3" name="Freeform 1046">
                <a:extLst>
                  <a:ext uri="{FF2B5EF4-FFF2-40B4-BE49-F238E27FC236}">
                    <a16:creationId xmlns:a16="http://schemas.microsoft.com/office/drawing/2014/main" id="{C21DD42A-1326-4EB4-A897-6F6FA33E5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293"/>
                <a:ext cx="280" cy="214"/>
              </a:xfrm>
              <a:custGeom>
                <a:avLst/>
                <a:gdLst>
                  <a:gd name="T0" fmla="*/ 1750 w 112"/>
                  <a:gd name="T1" fmla="*/ 974 h 80"/>
                  <a:gd name="T2" fmla="*/ 675 w 112"/>
                  <a:gd name="T3" fmla="*/ 974 h 80"/>
                  <a:gd name="T4" fmla="*/ 188 w 112"/>
                  <a:gd name="T5" fmla="*/ 786 h 80"/>
                  <a:gd name="T6" fmla="*/ 33 w 112"/>
                  <a:gd name="T7" fmla="*/ 364 h 80"/>
                  <a:gd name="T8" fmla="*/ 0 w 11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0">
                    <a:moveTo>
                      <a:pt x="112" y="51"/>
                    </a:moveTo>
                    <a:cubicBezTo>
                      <a:pt x="93" y="80"/>
                      <a:pt x="66" y="57"/>
                      <a:pt x="43" y="51"/>
                    </a:cubicBezTo>
                    <a:cubicBezTo>
                      <a:pt x="29" y="47"/>
                      <a:pt x="23" y="51"/>
                      <a:pt x="12" y="41"/>
                    </a:cubicBezTo>
                    <a:cubicBezTo>
                      <a:pt x="5" y="34"/>
                      <a:pt x="2" y="29"/>
                      <a:pt x="2" y="19"/>
                    </a:cubicBezTo>
                    <a:cubicBezTo>
                      <a:pt x="1" y="12"/>
                      <a:pt x="3" y="5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4" name="Freeform 1047">
                <a:extLst>
                  <a:ext uri="{FF2B5EF4-FFF2-40B4-BE49-F238E27FC236}">
                    <a16:creationId xmlns:a16="http://schemas.microsoft.com/office/drawing/2014/main" id="{61B702A7-F875-4D35-B07E-D091F830A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979"/>
                <a:ext cx="58" cy="317"/>
              </a:xfrm>
              <a:custGeom>
                <a:avLst/>
                <a:gdLst>
                  <a:gd name="T0" fmla="*/ 368 w 23"/>
                  <a:gd name="T1" fmla="*/ 0 h 119"/>
                  <a:gd name="T2" fmla="*/ 222 w 23"/>
                  <a:gd name="T3" fmla="*/ 1058 h 119"/>
                  <a:gd name="T4" fmla="*/ 0 w 23"/>
                  <a:gd name="T5" fmla="*/ 2248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9">
                    <a:moveTo>
                      <a:pt x="23" y="0"/>
                    </a:moveTo>
                    <a:cubicBezTo>
                      <a:pt x="18" y="14"/>
                      <a:pt x="15" y="41"/>
                      <a:pt x="14" y="56"/>
                    </a:cubicBezTo>
                    <a:cubicBezTo>
                      <a:pt x="14" y="65"/>
                      <a:pt x="8" y="114"/>
                      <a:pt x="0" y="119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5" name="Freeform 1048">
                <a:extLst>
                  <a:ext uri="{FF2B5EF4-FFF2-40B4-BE49-F238E27FC236}">
                    <a16:creationId xmlns:a16="http://schemas.microsoft.com/office/drawing/2014/main" id="{17B42105-B3F2-4895-8336-FEAF92928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939"/>
                <a:ext cx="58" cy="250"/>
              </a:xfrm>
              <a:custGeom>
                <a:avLst/>
                <a:gdLst>
                  <a:gd name="T0" fmla="*/ 33 w 23"/>
                  <a:gd name="T1" fmla="*/ 0 h 94"/>
                  <a:gd name="T2" fmla="*/ 0 w 23"/>
                  <a:gd name="T3" fmla="*/ 1769 h 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4">
                    <a:moveTo>
                      <a:pt x="2" y="0"/>
                    </a:moveTo>
                    <a:cubicBezTo>
                      <a:pt x="4" y="20"/>
                      <a:pt x="23" y="84"/>
                      <a:pt x="0" y="94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6" name="Freeform 1049">
                <a:extLst>
                  <a:ext uri="{FF2B5EF4-FFF2-40B4-BE49-F238E27FC236}">
                    <a16:creationId xmlns:a16="http://schemas.microsoft.com/office/drawing/2014/main" id="{0F87392A-DDD8-454F-AC56-FEDEB8967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112"/>
                <a:ext cx="415" cy="189"/>
              </a:xfrm>
              <a:custGeom>
                <a:avLst/>
                <a:gdLst>
                  <a:gd name="T0" fmla="*/ 2595 w 166"/>
                  <a:gd name="T1" fmla="*/ 0 h 71"/>
                  <a:gd name="T2" fmla="*/ 2208 w 166"/>
                  <a:gd name="T3" fmla="*/ 623 h 71"/>
                  <a:gd name="T4" fmla="*/ 1313 w 166"/>
                  <a:gd name="T5" fmla="*/ 1091 h 71"/>
                  <a:gd name="T6" fmla="*/ 458 w 166"/>
                  <a:gd name="T7" fmla="*/ 1318 h 71"/>
                  <a:gd name="T8" fmla="*/ 0 w 166"/>
                  <a:gd name="T9" fmla="*/ 1113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6" h="71">
                    <a:moveTo>
                      <a:pt x="166" y="0"/>
                    </a:moveTo>
                    <a:cubicBezTo>
                      <a:pt x="163" y="11"/>
                      <a:pt x="149" y="26"/>
                      <a:pt x="141" y="33"/>
                    </a:cubicBezTo>
                    <a:cubicBezTo>
                      <a:pt x="126" y="48"/>
                      <a:pt x="104" y="53"/>
                      <a:pt x="84" y="58"/>
                    </a:cubicBezTo>
                    <a:cubicBezTo>
                      <a:pt x="66" y="62"/>
                      <a:pt x="48" y="69"/>
                      <a:pt x="29" y="70"/>
                    </a:cubicBezTo>
                    <a:cubicBezTo>
                      <a:pt x="12" y="71"/>
                      <a:pt x="1" y="64"/>
                      <a:pt x="0" y="59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7" name="Freeform 1050">
                <a:extLst>
                  <a:ext uri="{FF2B5EF4-FFF2-40B4-BE49-F238E27FC236}">
                    <a16:creationId xmlns:a16="http://schemas.microsoft.com/office/drawing/2014/main" id="{134A526C-0533-48C2-8EEF-79669F6F2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0" y="2083"/>
                <a:ext cx="60" cy="29"/>
              </a:xfrm>
              <a:custGeom>
                <a:avLst/>
                <a:gdLst>
                  <a:gd name="T0" fmla="*/ 375 w 24"/>
                  <a:gd name="T1" fmla="*/ 76 h 11"/>
                  <a:gd name="T2" fmla="*/ 175 w 24"/>
                  <a:gd name="T3" fmla="*/ 200 h 11"/>
                  <a:gd name="T4" fmla="*/ 0 w 2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24" y="4"/>
                    </a:moveTo>
                    <a:cubicBezTo>
                      <a:pt x="19" y="5"/>
                      <a:pt x="15" y="8"/>
                      <a:pt x="11" y="11"/>
                    </a:cubicBezTo>
                    <a:cubicBezTo>
                      <a:pt x="10" y="5"/>
                      <a:pt x="6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8" name="Freeform 1051">
                <a:extLst>
                  <a:ext uri="{FF2B5EF4-FFF2-40B4-BE49-F238E27FC236}">
                    <a16:creationId xmlns:a16="http://schemas.microsoft.com/office/drawing/2014/main" id="{C6E5CA65-CC98-4B4D-A6C8-54A54F5D3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531"/>
                <a:ext cx="453" cy="309"/>
              </a:xfrm>
              <a:custGeom>
                <a:avLst/>
                <a:gdLst>
                  <a:gd name="T0" fmla="*/ 2838 w 181"/>
                  <a:gd name="T1" fmla="*/ 2171 h 116"/>
                  <a:gd name="T2" fmla="*/ 2222 w 181"/>
                  <a:gd name="T3" fmla="*/ 1830 h 116"/>
                  <a:gd name="T4" fmla="*/ 1942 w 181"/>
                  <a:gd name="T5" fmla="*/ 1263 h 116"/>
                  <a:gd name="T6" fmla="*/ 1034 w 181"/>
                  <a:gd name="T7" fmla="*/ 703 h 116"/>
                  <a:gd name="T8" fmla="*/ 0 w 181"/>
                  <a:gd name="T9" fmla="*/ 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1" h="116">
                    <a:moveTo>
                      <a:pt x="181" y="115"/>
                    </a:moveTo>
                    <a:cubicBezTo>
                      <a:pt x="165" y="116"/>
                      <a:pt x="155" y="107"/>
                      <a:pt x="142" y="97"/>
                    </a:cubicBezTo>
                    <a:cubicBezTo>
                      <a:pt x="134" y="90"/>
                      <a:pt x="116" y="80"/>
                      <a:pt x="124" y="67"/>
                    </a:cubicBezTo>
                    <a:cubicBezTo>
                      <a:pt x="122" y="88"/>
                      <a:pt x="71" y="40"/>
                      <a:pt x="66" y="37"/>
                    </a:cubicBezTo>
                    <a:cubicBezTo>
                      <a:pt x="58" y="31"/>
                      <a:pt x="4" y="1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9" name="Freeform 1052">
                <a:extLst>
                  <a:ext uri="{FF2B5EF4-FFF2-40B4-BE49-F238E27FC236}">
                    <a16:creationId xmlns:a16="http://schemas.microsoft.com/office/drawing/2014/main" id="{E5BF339D-BA15-48D6-926E-264437649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789"/>
                <a:ext cx="326" cy="142"/>
              </a:xfrm>
              <a:custGeom>
                <a:avLst/>
                <a:gdLst>
                  <a:gd name="T0" fmla="*/ 0 w 130"/>
                  <a:gd name="T1" fmla="*/ 0 h 53"/>
                  <a:gd name="T2" fmla="*/ 1056 w 130"/>
                  <a:gd name="T3" fmla="*/ 675 h 53"/>
                  <a:gd name="T4" fmla="*/ 1327 w 130"/>
                  <a:gd name="T5" fmla="*/ 906 h 53"/>
                  <a:gd name="T6" fmla="*/ 2051 w 130"/>
                  <a:gd name="T7" fmla="*/ 825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53">
                    <a:moveTo>
                      <a:pt x="0" y="0"/>
                    </a:moveTo>
                    <a:cubicBezTo>
                      <a:pt x="22" y="14"/>
                      <a:pt x="47" y="19"/>
                      <a:pt x="67" y="35"/>
                    </a:cubicBezTo>
                    <a:cubicBezTo>
                      <a:pt x="73" y="39"/>
                      <a:pt x="77" y="44"/>
                      <a:pt x="84" y="47"/>
                    </a:cubicBezTo>
                    <a:cubicBezTo>
                      <a:pt x="97" y="53"/>
                      <a:pt x="114" y="44"/>
                      <a:pt x="130" y="43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0" name="Freeform 1053">
                <a:extLst>
                  <a:ext uri="{FF2B5EF4-FFF2-40B4-BE49-F238E27FC236}">
                    <a16:creationId xmlns:a16="http://schemas.microsoft.com/office/drawing/2014/main" id="{DD6B9DCC-9A45-429D-851A-A9B6A603E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651"/>
                <a:ext cx="25" cy="96"/>
              </a:xfrm>
              <a:custGeom>
                <a:avLst/>
                <a:gdLst>
                  <a:gd name="T0" fmla="*/ 0 w 10"/>
                  <a:gd name="T1" fmla="*/ 0 h 36"/>
                  <a:gd name="T2" fmla="*/ 50 w 10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6">
                    <a:moveTo>
                      <a:pt x="0" y="0"/>
                    </a:moveTo>
                    <a:cubicBezTo>
                      <a:pt x="9" y="9"/>
                      <a:pt x="10" y="25"/>
                      <a:pt x="3" y="36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1" name="Freeform 1054">
                <a:extLst>
                  <a:ext uri="{FF2B5EF4-FFF2-40B4-BE49-F238E27FC236}">
                    <a16:creationId xmlns:a16="http://schemas.microsoft.com/office/drawing/2014/main" id="{B87E0E70-DBE9-4386-AED6-CCBD909A9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701"/>
                <a:ext cx="285" cy="230"/>
              </a:xfrm>
              <a:custGeom>
                <a:avLst/>
                <a:gdLst>
                  <a:gd name="T0" fmla="*/ 0 w 114"/>
                  <a:gd name="T1" fmla="*/ 0 h 86"/>
                  <a:gd name="T2" fmla="*/ 563 w 114"/>
                  <a:gd name="T3" fmla="*/ 286 h 86"/>
                  <a:gd name="T4" fmla="*/ 938 w 114"/>
                  <a:gd name="T5" fmla="*/ 650 h 86"/>
                  <a:gd name="T6" fmla="*/ 1333 w 114"/>
                  <a:gd name="T7" fmla="*/ 824 h 86"/>
                  <a:gd name="T8" fmla="*/ 1583 w 114"/>
                  <a:gd name="T9" fmla="*/ 1131 h 86"/>
                  <a:gd name="T10" fmla="*/ 1783 w 114"/>
                  <a:gd name="T11" fmla="*/ 1645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86">
                    <a:moveTo>
                      <a:pt x="0" y="0"/>
                    </a:moveTo>
                    <a:cubicBezTo>
                      <a:pt x="10" y="9"/>
                      <a:pt x="25" y="6"/>
                      <a:pt x="36" y="15"/>
                    </a:cubicBezTo>
                    <a:cubicBezTo>
                      <a:pt x="44" y="22"/>
                      <a:pt x="48" y="30"/>
                      <a:pt x="60" y="34"/>
                    </a:cubicBezTo>
                    <a:cubicBezTo>
                      <a:pt x="70" y="37"/>
                      <a:pt x="76" y="36"/>
                      <a:pt x="85" y="43"/>
                    </a:cubicBezTo>
                    <a:cubicBezTo>
                      <a:pt x="90" y="47"/>
                      <a:pt x="97" y="53"/>
                      <a:pt x="101" y="59"/>
                    </a:cubicBezTo>
                    <a:cubicBezTo>
                      <a:pt x="107" y="67"/>
                      <a:pt x="108" y="78"/>
                      <a:pt x="114" y="86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2" name="Freeform 1055">
                <a:extLst>
                  <a:ext uri="{FF2B5EF4-FFF2-40B4-BE49-F238E27FC236}">
                    <a16:creationId xmlns:a16="http://schemas.microsoft.com/office/drawing/2014/main" id="{0812C6DA-6E1D-48CF-9233-7CD6E2A51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781"/>
                <a:ext cx="27" cy="64"/>
              </a:xfrm>
              <a:custGeom>
                <a:avLst/>
                <a:gdLst>
                  <a:gd name="T0" fmla="*/ 0 w 11"/>
                  <a:gd name="T1" fmla="*/ 0 h 24"/>
                  <a:gd name="T2" fmla="*/ 162 w 11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4">
                    <a:moveTo>
                      <a:pt x="0" y="0"/>
                    </a:moveTo>
                    <a:cubicBezTo>
                      <a:pt x="7" y="5"/>
                      <a:pt x="11" y="14"/>
                      <a:pt x="11" y="24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3" name="Freeform 1056">
                <a:extLst>
                  <a:ext uri="{FF2B5EF4-FFF2-40B4-BE49-F238E27FC236}">
                    <a16:creationId xmlns:a16="http://schemas.microsoft.com/office/drawing/2014/main" id="{00380448-DD62-482E-AE3A-9D09A5AA8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1997"/>
                <a:ext cx="83" cy="176"/>
              </a:xfrm>
              <a:custGeom>
                <a:avLst/>
                <a:gdLst>
                  <a:gd name="T0" fmla="*/ 304 w 33"/>
                  <a:gd name="T1" fmla="*/ 0 h 66"/>
                  <a:gd name="T2" fmla="*/ 96 w 33"/>
                  <a:gd name="T3" fmla="*/ 589 h 66"/>
                  <a:gd name="T4" fmla="*/ 526 w 33"/>
                  <a:gd name="T5" fmla="*/ 125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6">
                    <a:moveTo>
                      <a:pt x="19" y="0"/>
                    </a:moveTo>
                    <a:cubicBezTo>
                      <a:pt x="18" y="11"/>
                      <a:pt x="0" y="18"/>
                      <a:pt x="6" y="31"/>
                    </a:cubicBezTo>
                    <a:cubicBezTo>
                      <a:pt x="11" y="45"/>
                      <a:pt x="29" y="48"/>
                      <a:pt x="33" y="66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4" name="Freeform 1057">
                <a:extLst>
                  <a:ext uri="{FF2B5EF4-FFF2-40B4-BE49-F238E27FC236}">
                    <a16:creationId xmlns:a16="http://schemas.microsoft.com/office/drawing/2014/main" id="{C1445D93-AACF-4A49-8C77-D6CE901CB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051"/>
                <a:ext cx="60" cy="24"/>
              </a:xfrm>
              <a:custGeom>
                <a:avLst/>
                <a:gdLst>
                  <a:gd name="T0" fmla="*/ 375 w 24"/>
                  <a:gd name="T1" fmla="*/ 171 h 9"/>
                  <a:gd name="T2" fmla="*/ 0 w 2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24" y="9"/>
                    </a:moveTo>
                    <a:cubicBezTo>
                      <a:pt x="18" y="3"/>
                      <a:pt x="9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5" name="Freeform 1058">
                <a:extLst>
                  <a:ext uri="{FF2B5EF4-FFF2-40B4-BE49-F238E27FC236}">
                    <a16:creationId xmlns:a16="http://schemas.microsoft.com/office/drawing/2014/main" id="{62739D94-CEE9-4D6A-A6A3-B17AE8D2D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563"/>
                <a:ext cx="485" cy="293"/>
              </a:xfrm>
              <a:custGeom>
                <a:avLst/>
                <a:gdLst>
                  <a:gd name="T0" fmla="*/ 3033 w 194"/>
                  <a:gd name="T1" fmla="*/ 35 h 110"/>
                  <a:gd name="T2" fmla="*/ 2500 w 194"/>
                  <a:gd name="T3" fmla="*/ 93 h 110"/>
                  <a:gd name="T4" fmla="*/ 2033 w 194"/>
                  <a:gd name="T5" fmla="*/ 320 h 110"/>
                  <a:gd name="T6" fmla="*/ 1363 w 194"/>
                  <a:gd name="T7" fmla="*/ 149 h 110"/>
                  <a:gd name="T8" fmla="*/ 550 w 194"/>
                  <a:gd name="T9" fmla="*/ 815 h 110"/>
                  <a:gd name="T10" fmla="*/ 208 w 194"/>
                  <a:gd name="T11" fmla="*/ 1305 h 110"/>
                  <a:gd name="T12" fmla="*/ 33 w 194"/>
                  <a:gd name="T13" fmla="*/ 2078 h 1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110">
                    <a:moveTo>
                      <a:pt x="194" y="2"/>
                    </a:moveTo>
                    <a:cubicBezTo>
                      <a:pt x="183" y="1"/>
                      <a:pt x="171" y="0"/>
                      <a:pt x="160" y="5"/>
                    </a:cubicBezTo>
                    <a:cubicBezTo>
                      <a:pt x="148" y="11"/>
                      <a:pt x="145" y="18"/>
                      <a:pt x="130" y="17"/>
                    </a:cubicBezTo>
                    <a:cubicBezTo>
                      <a:pt x="117" y="16"/>
                      <a:pt x="100" y="12"/>
                      <a:pt x="87" y="8"/>
                    </a:cubicBezTo>
                    <a:cubicBezTo>
                      <a:pt x="77" y="27"/>
                      <a:pt x="50" y="30"/>
                      <a:pt x="35" y="43"/>
                    </a:cubicBezTo>
                    <a:cubicBezTo>
                      <a:pt x="26" y="50"/>
                      <a:pt x="21" y="61"/>
                      <a:pt x="13" y="69"/>
                    </a:cubicBezTo>
                    <a:cubicBezTo>
                      <a:pt x="0" y="83"/>
                      <a:pt x="2" y="91"/>
                      <a:pt x="2" y="11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6" name="Freeform 1059">
                <a:extLst>
                  <a:ext uri="{FF2B5EF4-FFF2-40B4-BE49-F238E27FC236}">
                    <a16:creationId xmlns:a16="http://schemas.microsoft.com/office/drawing/2014/main" id="{DDBB56D9-DDF2-49B2-A613-D996C8C02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381"/>
                <a:ext cx="367" cy="200"/>
              </a:xfrm>
              <a:custGeom>
                <a:avLst/>
                <a:gdLst>
                  <a:gd name="T0" fmla="*/ 2212 w 147"/>
                  <a:gd name="T1" fmla="*/ 1421 h 75"/>
                  <a:gd name="T2" fmla="*/ 2224 w 147"/>
                  <a:gd name="T3" fmla="*/ 888 h 75"/>
                  <a:gd name="T4" fmla="*/ 2212 w 147"/>
                  <a:gd name="T5" fmla="*/ 320 h 75"/>
                  <a:gd name="T6" fmla="*/ 1633 w 147"/>
                  <a:gd name="T7" fmla="*/ 56 h 75"/>
                  <a:gd name="T8" fmla="*/ 946 w 147"/>
                  <a:gd name="T9" fmla="*/ 227 h 75"/>
                  <a:gd name="T10" fmla="*/ 0 w 147"/>
                  <a:gd name="T11" fmla="*/ 192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7" h="75">
                    <a:moveTo>
                      <a:pt x="142" y="75"/>
                    </a:moveTo>
                    <a:cubicBezTo>
                      <a:pt x="144" y="66"/>
                      <a:pt x="142" y="56"/>
                      <a:pt x="143" y="47"/>
                    </a:cubicBezTo>
                    <a:cubicBezTo>
                      <a:pt x="143" y="36"/>
                      <a:pt x="147" y="28"/>
                      <a:pt x="142" y="17"/>
                    </a:cubicBezTo>
                    <a:cubicBezTo>
                      <a:pt x="134" y="0"/>
                      <a:pt x="121" y="1"/>
                      <a:pt x="105" y="3"/>
                    </a:cubicBezTo>
                    <a:cubicBezTo>
                      <a:pt x="90" y="5"/>
                      <a:pt x="76" y="10"/>
                      <a:pt x="61" y="12"/>
                    </a:cubicBezTo>
                    <a:cubicBezTo>
                      <a:pt x="40" y="14"/>
                      <a:pt x="20" y="6"/>
                      <a:pt x="0" y="1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7" name="Freeform 1060">
                <a:extLst>
                  <a:ext uri="{FF2B5EF4-FFF2-40B4-BE49-F238E27FC236}">
                    <a16:creationId xmlns:a16="http://schemas.microsoft.com/office/drawing/2014/main" id="{C2F84E6D-72F5-441D-970B-53C728986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523"/>
                <a:ext cx="35" cy="77"/>
              </a:xfrm>
              <a:custGeom>
                <a:avLst/>
                <a:gdLst>
                  <a:gd name="T0" fmla="*/ 220 w 14"/>
                  <a:gd name="T1" fmla="*/ 0 h 29"/>
                  <a:gd name="T2" fmla="*/ 0 w 14"/>
                  <a:gd name="T3" fmla="*/ 247 h 29"/>
                  <a:gd name="T4" fmla="*/ 158 w 14"/>
                  <a:gd name="T5" fmla="*/ 54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9">
                    <a:moveTo>
                      <a:pt x="14" y="0"/>
                    </a:moveTo>
                    <a:cubicBezTo>
                      <a:pt x="10" y="5"/>
                      <a:pt x="4" y="8"/>
                      <a:pt x="0" y="13"/>
                    </a:cubicBezTo>
                    <a:cubicBezTo>
                      <a:pt x="5" y="17"/>
                      <a:pt x="10" y="22"/>
                      <a:pt x="10" y="29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8" name="Freeform 1061">
                <a:extLst>
                  <a:ext uri="{FF2B5EF4-FFF2-40B4-BE49-F238E27FC236}">
                    <a16:creationId xmlns:a16="http://schemas.microsoft.com/office/drawing/2014/main" id="{DB08C8FD-E6BA-4B8D-8139-76D292613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552"/>
                <a:ext cx="345" cy="72"/>
              </a:xfrm>
              <a:custGeom>
                <a:avLst/>
                <a:gdLst>
                  <a:gd name="T0" fmla="*/ 2158 w 138"/>
                  <a:gd name="T1" fmla="*/ 0 h 27"/>
                  <a:gd name="T2" fmla="*/ 458 w 138"/>
                  <a:gd name="T3" fmla="*/ 205 h 27"/>
                  <a:gd name="T4" fmla="*/ 0 w 138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7">
                    <a:moveTo>
                      <a:pt x="138" y="0"/>
                    </a:moveTo>
                    <a:cubicBezTo>
                      <a:pt x="112" y="25"/>
                      <a:pt x="60" y="4"/>
                      <a:pt x="29" y="11"/>
                    </a:cubicBezTo>
                    <a:cubicBezTo>
                      <a:pt x="16" y="15"/>
                      <a:pt x="11" y="26"/>
                      <a:pt x="0" y="27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9" name="Freeform 1062">
                <a:extLst>
                  <a:ext uri="{FF2B5EF4-FFF2-40B4-BE49-F238E27FC236}">
                    <a16:creationId xmlns:a16="http://schemas.microsoft.com/office/drawing/2014/main" id="{42E106BE-7C6E-4819-9B75-7088C807B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104"/>
                <a:ext cx="85" cy="107"/>
              </a:xfrm>
              <a:custGeom>
                <a:avLst/>
                <a:gdLst>
                  <a:gd name="T0" fmla="*/ 0 w 34"/>
                  <a:gd name="T1" fmla="*/ 0 h 40"/>
                  <a:gd name="T2" fmla="*/ 113 w 34"/>
                  <a:gd name="T3" fmla="*/ 516 h 40"/>
                  <a:gd name="T4" fmla="*/ 533 w 34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2" y="8"/>
                      <a:pt x="1" y="20"/>
                      <a:pt x="7" y="27"/>
                    </a:cubicBezTo>
                    <a:cubicBezTo>
                      <a:pt x="13" y="34"/>
                      <a:pt x="26" y="35"/>
                      <a:pt x="34" y="4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0" name="Freeform 1063">
                <a:extLst>
                  <a:ext uri="{FF2B5EF4-FFF2-40B4-BE49-F238E27FC236}">
                    <a16:creationId xmlns:a16="http://schemas.microsoft.com/office/drawing/2014/main" id="{EE741C45-DAC9-48B2-A230-F1E8DA725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160"/>
                <a:ext cx="58" cy="80"/>
              </a:xfrm>
              <a:custGeom>
                <a:avLst/>
                <a:gdLst>
                  <a:gd name="T0" fmla="*/ 368 w 23"/>
                  <a:gd name="T1" fmla="*/ 0 h 30"/>
                  <a:gd name="T2" fmla="*/ 255 w 23"/>
                  <a:gd name="T3" fmla="*/ 419 h 30"/>
                  <a:gd name="T4" fmla="*/ 0 w 23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0">
                    <a:moveTo>
                      <a:pt x="23" y="0"/>
                    </a:moveTo>
                    <a:cubicBezTo>
                      <a:pt x="19" y="7"/>
                      <a:pt x="23" y="15"/>
                      <a:pt x="16" y="22"/>
                    </a:cubicBezTo>
                    <a:cubicBezTo>
                      <a:pt x="11" y="27"/>
                      <a:pt x="6" y="26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1" name="Freeform 1064">
                <a:extLst>
                  <a:ext uri="{FF2B5EF4-FFF2-40B4-BE49-F238E27FC236}">
                    <a16:creationId xmlns:a16="http://schemas.microsoft.com/office/drawing/2014/main" id="{0F5530F7-EB4F-44BD-B5B5-55AC621F0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" y="1181"/>
                <a:ext cx="82" cy="83"/>
              </a:xfrm>
              <a:custGeom>
                <a:avLst/>
                <a:gdLst>
                  <a:gd name="T0" fmla="*/ 507 w 33"/>
                  <a:gd name="T1" fmla="*/ 0 h 31"/>
                  <a:gd name="T2" fmla="*/ 308 w 33"/>
                  <a:gd name="T3" fmla="*/ 479 h 31"/>
                  <a:gd name="T4" fmla="*/ 0 w 33"/>
                  <a:gd name="T5" fmla="*/ 57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1">
                    <a:moveTo>
                      <a:pt x="33" y="0"/>
                    </a:moveTo>
                    <a:cubicBezTo>
                      <a:pt x="31" y="8"/>
                      <a:pt x="26" y="20"/>
                      <a:pt x="20" y="25"/>
                    </a:cubicBezTo>
                    <a:cubicBezTo>
                      <a:pt x="13" y="31"/>
                      <a:pt x="8" y="28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2" name="Freeform 1065">
                <a:extLst>
                  <a:ext uri="{FF2B5EF4-FFF2-40B4-BE49-F238E27FC236}">
                    <a16:creationId xmlns:a16="http://schemas.microsoft.com/office/drawing/2014/main" id="{D9F5BD89-082A-4D90-82C5-E9832A997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1427"/>
                <a:ext cx="70" cy="29"/>
              </a:xfrm>
              <a:custGeom>
                <a:avLst/>
                <a:gdLst>
                  <a:gd name="T0" fmla="*/ 438 w 28"/>
                  <a:gd name="T1" fmla="*/ 200 h 11"/>
                  <a:gd name="T2" fmla="*/ 0 w 2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1">
                    <a:moveTo>
                      <a:pt x="28" y="11"/>
                    </a:moveTo>
                    <a:cubicBezTo>
                      <a:pt x="18" y="9"/>
                      <a:pt x="7" y="8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3" name="Freeform 1066">
                <a:extLst>
                  <a:ext uri="{FF2B5EF4-FFF2-40B4-BE49-F238E27FC236}">
                    <a16:creationId xmlns:a16="http://schemas.microsoft.com/office/drawing/2014/main" id="{A033DC37-CE5B-42DE-807E-8B834D1C5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3" y="1888"/>
                <a:ext cx="100" cy="48"/>
              </a:xfrm>
              <a:custGeom>
                <a:avLst/>
                <a:gdLst>
                  <a:gd name="T0" fmla="*/ 625 w 40"/>
                  <a:gd name="T1" fmla="*/ 341 h 18"/>
                  <a:gd name="T2" fmla="*/ 238 w 40"/>
                  <a:gd name="T3" fmla="*/ 285 h 18"/>
                  <a:gd name="T4" fmla="*/ 0 w 4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8">
                    <a:moveTo>
                      <a:pt x="40" y="18"/>
                    </a:moveTo>
                    <a:cubicBezTo>
                      <a:pt x="33" y="15"/>
                      <a:pt x="22" y="18"/>
                      <a:pt x="15" y="15"/>
                    </a:cubicBezTo>
                    <a:cubicBezTo>
                      <a:pt x="8" y="12"/>
                      <a:pt x="7" y="4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4" name="Freeform 1067">
                <a:extLst>
                  <a:ext uri="{FF2B5EF4-FFF2-40B4-BE49-F238E27FC236}">
                    <a16:creationId xmlns:a16="http://schemas.microsoft.com/office/drawing/2014/main" id="{0F575493-1F52-40CB-BF72-713C0C959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131"/>
                <a:ext cx="72" cy="125"/>
              </a:xfrm>
              <a:custGeom>
                <a:avLst/>
                <a:gdLst>
                  <a:gd name="T0" fmla="*/ 74 w 29"/>
                  <a:gd name="T1" fmla="*/ 0 h 47"/>
                  <a:gd name="T2" fmla="*/ 444 w 29"/>
                  <a:gd name="T3" fmla="*/ 88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7">
                    <a:moveTo>
                      <a:pt x="5" y="0"/>
                    </a:moveTo>
                    <a:cubicBezTo>
                      <a:pt x="0" y="16"/>
                      <a:pt x="16" y="39"/>
                      <a:pt x="29" y="47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5" name="Freeform 1068">
                <a:extLst>
                  <a:ext uri="{FF2B5EF4-FFF2-40B4-BE49-F238E27FC236}">
                    <a16:creationId xmlns:a16="http://schemas.microsoft.com/office/drawing/2014/main" id="{CCC49433-0728-4251-B624-5C750F2A8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331"/>
                <a:ext cx="123" cy="130"/>
              </a:xfrm>
              <a:custGeom>
                <a:avLst/>
                <a:gdLst>
                  <a:gd name="T0" fmla="*/ 0 w 49"/>
                  <a:gd name="T1" fmla="*/ 0 h 49"/>
                  <a:gd name="T2" fmla="*/ 301 w 49"/>
                  <a:gd name="T3" fmla="*/ 507 h 49"/>
                  <a:gd name="T4" fmla="*/ 776 w 49"/>
                  <a:gd name="T5" fmla="*/ 91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49">
                    <a:moveTo>
                      <a:pt x="0" y="0"/>
                    </a:moveTo>
                    <a:cubicBezTo>
                      <a:pt x="9" y="8"/>
                      <a:pt x="12" y="19"/>
                      <a:pt x="19" y="27"/>
                    </a:cubicBezTo>
                    <a:cubicBezTo>
                      <a:pt x="28" y="37"/>
                      <a:pt x="43" y="38"/>
                      <a:pt x="49" y="49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6" name="Freeform 1069">
                <a:extLst>
                  <a:ext uri="{FF2B5EF4-FFF2-40B4-BE49-F238E27FC236}">
                    <a16:creationId xmlns:a16="http://schemas.microsoft.com/office/drawing/2014/main" id="{EF4E4540-3037-49EF-8781-91255FD74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395"/>
                <a:ext cx="38" cy="72"/>
              </a:xfrm>
              <a:custGeom>
                <a:avLst/>
                <a:gdLst>
                  <a:gd name="T0" fmla="*/ 0 w 15"/>
                  <a:gd name="T1" fmla="*/ 0 h 27"/>
                  <a:gd name="T2" fmla="*/ 84 w 15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5" y="8"/>
                      <a:pt x="15" y="19"/>
                      <a:pt x="5" y="27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7" name="Freeform 1070">
                <a:extLst>
                  <a:ext uri="{FF2B5EF4-FFF2-40B4-BE49-F238E27FC236}">
                    <a16:creationId xmlns:a16="http://schemas.microsoft.com/office/drawing/2014/main" id="{7870F05B-A436-49DB-92EB-E7CB15530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1909"/>
                <a:ext cx="63" cy="94"/>
              </a:xfrm>
              <a:custGeom>
                <a:avLst/>
                <a:gdLst>
                  <a:gd name="T0" fmla="*/ 0 w 25"/>
                  <a:gd name="T1" fmla="*/ 0 h 35"/>
                  <a:gd name="T2" fmla="*/ 401 w 25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5">
                    <a:moveTo>
                      <a:pt x="0" y="0"/>
                    </a:moveTo>
                    <a:cubicBezTo>
                      <a:pt x="14" y="10"/>
                      <a:pt x="20" y="20"/>
                      <a:pt x="25" y="35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8" name="Freeform 1071">
                <a:extLst>
                  <a:ext uri="{FF2B5EF4-FFF2-40B4-BE49-F238E27FC236}">
                    <a16:creationId xmlns:a16="http://schemas.microsoft.com/office/drawing/2014/main" id="{C1B85E26-91BB-43DB-95FB-E434F6B04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331"/>
                <a:ext cx="10" cy="34"/>
              </a:xfrm>
              <a:custGeom>
                <a:avLst/>
                <a:gdLst>
                  <a:gd name="T0" fmla="*/ 20 w 4"/>
                  <a:gd name="T1" fmla="*/ 0 h 13"/>
                  <a:gd name="T2" fmla="*/ 63 w 4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cubicBezTo>
                      <a:pt x="0" y="3"/>
                      <a:pt x="2" y="10"/>
                      <a:pt x="4" y="13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9" name="Freeform 1072">
                <a:extLst>
                  <a:ext uri="{FF2B5EF4-FFF2-40B4-BE49-F238E27FC236}">
                    <a16:creationId xmlns:a16="http://schemas.microsoft.com/office/drawing/2014/main" id="{091852B2-D06D-4C05-AA73-EDF99A56E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016"/>
                <a:ext cx="70" cy="75"/>
              </a:xfrm>
              <a:custGeom>
                <a:avLst/>
                <a:gdLst>
                  <a:gd name="T0" fmla="*/ 408 w 28"/>
                  <a:gd name="T1" fmla="*/ 0 h 28"/>
                  <a:gd name="T2" fmla="*/ 0 w 28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8">
                    <a:moveTo>
                      <a:pt x="26" y="0"/>
                    </a:moveTo>
                    <a:cubicBezTo>
                      <a:pt x="28" y="13"/>
                      <a:pt x="10" y="25"/>
                      <a:pt x="0" y="28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0" name="Freeform 1073">
                <a:extLst>
                  <a:ext uri="{FF2B5EF4-FFF2-40B4-BE49-F238E27FC236}">
                    <a16:creationId xmlns:a16="http://schemas.microsoft.com/office/drawing/2014/main" id="{25033D70-1827-464A-9B95-6099870D6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083"/>
                <a:ext cx="60" cy="18"/>
              </a:xfrm>
              <a:custGeom>
                <a:avLst/>
                <a:gdLst>
                  <a:gd name="T0" fmla="*/ 375 w 24"/>
                  <a:gd name="T1" fmla="*/ 118 h 7"/>
                  <a:gd name="T2" fmla="*/ 0 w 24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">
                    <a:moveTo>
                      <a:pt x="24" y="7"/>
                    </a:moveTo>
                    <a:cubicBezTo>
                      <a:pt x="13" y="0"/>
                      <a:pt x="0" y="7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1" name="Freeform 1074">
                <a:extLst>
                  <a:ext uri="{FF2B5EF4-FFF2-40B4-BE49-F238E27FC236}">
                    <a16:creationId xmlns:a16="http://schemas.microsoft.com/office/drawing/2014/main" id="{22305227-69AD-4866-B7EF-354A58087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547"/>
                <a:ext cx="125" cy="58"/>
              </a:xfrm>
              <a:custGeom>
                <a:avLst/>
                <a:gdLst>
                  <a:gd name="T0" fmla="*/ 783 w 50"/>
                  <a:gd name="T1" fmla="*/ 403 h 22"/>
                  <a:gd name="T2" fmla="*/ 0 w 50"/>
                  <a:gd name="T3" fmla="*/ 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22">
                    <a:moveTo>
                      <a:pt x="50" y="22"/>
                    </a:moveTo>
                    <a:cubicBezTo>
                      <a:pt x="31" y="15"/>
                      <a:pt x="22" y="0"/>
                      <a:pt x="0" y="4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2" name="Freeform 1075">
                <a:extLst>
                  <a:ext uri="{FF2B5EF4-FFF2-40B4-BE49-F238E27FC236}">
                    <a16:creationId xmlns:a16="http://schemas.microsoft.com/office/drawing/2014/main" id="{25F5F042-EB0C-4B87-81F4-E055AEA28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2661"/>
                <a:ext cx="35" cy="83"/>
              </a:xfrm>
              <a:custGeom>
                <a:avLst/>
                <a:gdLst>
                  <a:gd name="T0" fmla="*/ 0 w 14"/>
                  <a:gd name="T1" fmla="*/ 0 h 31"/>
                  <a:gd name="T2" fmla="*/ 208 w 14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0" y="0"/>
                    </a:moveTo>
                    <a:cubicBezTo>
                      <a:pt x="10" y="6"/>
                      <a:pt x="14" y="19"/>
                      <a:pt x="13" y="31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3" name="Freeform 1076">
                <a:extLst>
                  <a:ext uri="{FF2B5EF4-FFF2-40B4-BE49-F238E27FC236}">
                    <a16:creationId xmlns:a16="http://schemas.microsoft.com/office/drawing/2014/main" id="{0B9EDB9C-1536-4A74-ADFC-12447E85F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28"/>
                <a:ext cx="82" cy="69"/>
              </a:xfrm>
              <a:custGeom>
                <a:avLst/>
                <a:gdLst>
                  <a:gd name="T0" fmla="*/ 104 w 33"/>
                  <a:gd name="T1" fmla="*/ 0 h 26"/>
                  <a:gd name="T2" fmla="*/ 432 w 33"/>
                  <a:gd name="T3" fmla="*/ 170 h 26"/>
                  <a:gd name="T4" fmla="*/ 507 w 33"/>
                  <a:gd name="T5" fmla="*/ 295 h 26"/>
                  <a:gd name="T6" fmla="*/ 166 w 33"/>
                  <a:gd name="T7" fmla="*/ 353 h 26"/>
                  <a:gd name="T8" fmla="*/ 104 w 3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6">
                    <a:moveTo>
                      <a:pt x="7" y="0"/>
                    </a:moveTo>
                    <a:cubicBezTo>
                      <a:pt x="16" y="3"/>
                      <a:pt x="24" y="6"/>
                      <a:pt x="28" y="9"/>
                    </a:cubicBezTo>
                    <a:cubicBezTo>
                      <a:pt x="30" y="10"/>
                      <a:pt x="32" y="13"/>
                      <a:pt x="33" y="16"/>
                    </a:cubicBezTo>
                    <a:cubicBezTo>
                      <a:pt x="29" y="15"/>
                      <a:pt x="22" y="26"/>
                      <a:pt x="11" y="19"/>
                    </a:cubicBezTo>
                    <a:cubicBezTo>
                      <a:pt x="0" y="10"/>
                      <a:pt x="8" y="3"/>
                      <a:pt x="7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4" name="Freeform 1077">
                <a:extLst>
                  <a:ext uri="{FF2B5EF4-FFF2-40B4-BE49-F238E27FC236}">
                    <a16:creationId xmlns:a16="http://schemas.microsoft.com/office/drawing/2014/main" id="{F2BFD7C7-9BD3-47CF-BBD0-3F20FAC50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067"/>
                <a:ext cx="62" cy="173"/>
              </a:xfrm>
              <a:custGeom>
                <a:avLst/>
                <a:gdLst>
                  <a:gd name="T0" fmla="*/ 0 w 25"/>
                  <a:gd name="T1" fmla="*/ 0 h 65"/>
                  <a:gd name="T2" fmla="*/ 382 w 25"/>
                  <a:gd name="T3" fmla="*/ 1224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5">
                    <a:moveTo>
                      <a:pt x="0" y="0"/>
                    </a:moveTo>
                    <a:cubicBezTo>
                      <a:pt x="5" y="17"/>
                      <a:pt x="1" y="60"/>
                      <a:pt x="25" y="65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5" name="Freeform 1078">
                <a:extLst>
                  <a:ext uri="{FF2B5EF4-FFF2-40B4-BE49-F238E27FC236}">
                    <a16:creationId xmlns:a16="http://schemas.microsoft.com/office/drawing/2014/main" id="{1D195A64-7C6E-40DF-B81B-BCBD490DD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1264"/>
                <a:ext cx="150" cy="32"/>
              </a:xfrm>
              <a:custGeom>
                <a:avLst/>
                <a:gdLst>
                  <a:gd name="T0" fmla="*/ 938 w 60"/>
                  <a:gd name="T1" fmla="*/ 35 h 12"/>
                  <a:gd name="T2" fmla="*/ 0 w 60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2">
                    <a:moveTo>
                      <a:pt x="60" y="2"/>
                    </a:moveTo>
                    <a:cubicBezTo>
                      <a:pt x="36" y="0"/>
                      <a:pt x="22" y="5"/>
                      <a:pt x="0" y="12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6" name="Freeform 1079">
                <a:extLst>
                  <a:ext uri="{FF2B5EF4-FFF2-40B4-BE49-F238E27FC236}">
                    <a16:creationId xmlns:a16="http://schemas.microsoft.com/office/drawing/2014/main" id="{594EE13A-E115-464A-BB62-5D9F4C1FC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216"/>
                <a:ext cx="20" cy="64"/>
              </a:xfrm>
              <a:custGeom>
                <a:avLst/>
                <a:gdLst>
                  <a:gd name="T0" fmla="*/ 113 w 8"/>
                  <a:gd name="T1" fmla="*/ 0 h 24"/>
                  <a:gd name="T2" fmla="*/ 0 w 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7" y="0"/>
                    </a:moveTo>
                    <a:cubicBezTo>
                      <a:pt x="8" y="9"/>
                      <a:pt x="1" y="21"/>
                      <a:pt x="0" y="24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7" name="Freeform 1080">
                <a:extLst>
                  <a:ext uri="{FF2B5EF4-FFF2-40B4-BE49-F238E27FC236}">
                    <a16:creationId xmlns:a16="http://schemas.microsoft.com/office/drawing/2014/main" id="{7F9AF02F-6F8C-4A6A-987D-5C68F0A77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373"/>
                <a:ext cx="78" cy="128"/>
              </a:xfrm>
              <a:custGeom>
                <a:avLst/>
                <a:gdLst>
                  <a:gd name="T0" fmla="*/ 493 w 31"/>
                  <a:gd name="T1" fmla="*/ 0 h 48"/>
                  <a:gd name="T2" fmla="*/ 113 w 31"/>
                  <a:gd name="T3" fmla="*/ 419 h 48"/>
                  <a:gd name="T4" fmla="*/ 0 w 31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8">
                    <a:moveTo>
                      <a:pt x="31" y="0"/>
                    </a:moveTo>
                    <a:cubicBezTo>
                      <a:pt x="24" y="10"/>
                      <a:pt x="13" y="12"/>
                      <a:pt x="7" y="22"/>
                    </a:cubicBezTo>
                    <a:cubicBezTo>
                      <a:pt x="1" y="30"/>
                      <a:pt x="3" y="39"/>
                      <a:pt x="0" y="48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8" name="Freeform 1081">
                <a:extLst>
                  <a:ext uri="{FF2B5EF4-FFF2-40B4-BE49-F238E27FC236}">
                    <a16:creationId xmlns:a16="http://schemas.microsoft.com/office/drawing/2014/main" id="{C6643DA3-207A-4338-92B5-F53322CB5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429"/>
                <a:ext cx="52" cy="14"/>
              </a:xfrm>
              <a:custGeom>
                <a:avLst/>
                <a:gdLst>
                  <a:gd name="T0" fmla="*/ 319 w 21"/>
                  <a:gd name="T1" fmla="*/ 109 h 5"/>
                  <a:gd name="T2" fmla="*/ 0 w 21"/>
                  <a:gd name="T3" fmla="*/ 2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">
                    <a:moveTo>
                      <a:pt x="21" y="5"/>
                    </a:moveTo>
                    <a:cubicBezTo>
                      <a:pt x="15" y="0"/>
                      <a:pt x="8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9" name="Freeform 1082">
                <a:extLst>
                  <a:ext uri="{FF2B5EF4-FFF2-40B4-BE49-F238E27FC236}">
                    <a16:creationId xmlns:a16="http://schemas.microsoft.com/office/drawing/2014/main" id="{1AA0AC90-205F-407F-90F6-1A8086875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139"/>
                <a:ext cx="40" cy="69"/>
              </a:xfrm>
              <a:custGeom>
                <a:avLst/>
                <a:gdLst>
                  <a:gd name="T0" fmla="*/ 250 w 16"/>
                  <a:gd name="T1" fmla="*/ 0 h 26"/>
                  <a:gd name="T2" fmla="*/ 0 w 16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6">
                    <a:moveTo>
                      <a:pt x="16" y="0"/>
                    </a:moveTo>
                    <a:cubicBezTo>
                      <a:pt x="15" y="10"/>
                      <a:pt x="9" y="20"/>
                      <a:pt x="0" y="26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0" name="Freeform 1083">
                <a:extLst>
                  <a:ext uri="{FF2B5EF4-FFF2-40B4-BE49-F238E27FC236}">
                    <a16:creationId xmlns:a16="http://schemas.microsoft.com/office/drawing/2014/main" id="{7D7CEB95-B937-4FC3-BE21-3F37815B6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168"/>
                <a:ext cx="88" cy="27"/>
              </a:xfrm>
              <a:custGeom>
                <a:avLst/>
                <a:gdLst>
                  <a:gd name="T0" fmla="*/ 556 w 35"/>
                  <a:gd name="T1" fmla="*/ 197 h 10"/>
                  <a:gd name="T2" fmla="*/ 0 w 35"/>
                  <a:gd name="T3" fmla="*/ 11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0">
                    <a:moveTo>
                      <a:pt x="35" y="10"/>
                    </a:moveTo>
                    <a:cubicBezTo>
                      <a:pt x="24" y="0"/>
                      <a:pt x="14" y="3"/>
                      <a:pt x="0" y="6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1" name="Freeform 1084">
                <a:extLst>
                  <a:ext uri="{FF2B5EF4-FFF2-40B4-BE49-F238E27FC236}">
                    <a16:creationId xmlns:a16="http://schemas.microsoft.com/office/drawing/2014/main" id="{2A651C1F-1E7A-4C0D-A787-2B80D3B0E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016"/>
                <a:ext cx="25" cy="37"/>
              </a:xfrm>
              <a:custGeom>
                <a:avLst/>
                <a:gdLst>
                  <a:gd name="T0" fmla="*/ 158 w 10"/>
                  <a:gd name="T1" fmla="*/ 34 h 14"/>
                  <a:gd name="T2" fmla="*/ 20 w 10"/>
                  <a:gd name="T3" fmla="*/ 56 h 14"/>
                  <a:gd name="T4" fmla="*/ 145 w 10"/>
                  <a:gd name="T5" fmla="*/ 225 h 14"/>
                  <a:gd name="T6" fmla="*/ 0 w 10"/>
                  <a:gd name="T7" fmla="*/ 16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2"/>
                    </a:moveTo>
                    <a:cubicBezTo>
                      <a:pt x="7" y="1"/>
                      <a:pt x="3" y="0"/>
                      <a:pt x="1" y="3"/>
                    </a:cubicBezTo>
                    <a:cubicBezTo>
                      <a:pt x="3" y="7"/>
                      <a:pt x="9" y="6"/>
                      <a:pt x="9" y="12"/>
                    </a:cubicBezTo>
                    <a:cubicBezTo>
                      <a:pt x="6" y="14"/>
                      <a:pt x="4" y="9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FDC2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2" name="Freeform 1085">
                <a:extLst>
                  <a:ext uri="{FF2B5EF4-FFF2-40B4-BE49-F238E27FC236}">
                    <a16:creationId xmlns:a16="http://schemas.microsoft.com/office/drawing/2014/main" id="{FE8CF853-EBDE-4D69-A7C9-CB39F78F0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085"/>
                <a:ext cx="5" cy="16"/>
              </a:xfrm>
              <a:custGeom>
                <a:avLst/>
                <a:gdLst>
                  <a:gd name="T0" fmla="*/ 0 w 2"/>
                  <a:gd name="T1" fmla="*/ 115 h 6"/>
                  <a:gd name="T2" fmla="*/ 33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DC2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3" name="Freeform 1086">
                <a:extLst>
                  <a:ext uri="{FF2B5EF4-FFF2-40B4-BE49-F238E27FC236}">
                    <a16:creationId xmlns:a16="http://schemas.microsoft.com/office/drawing/2014/main" id="{44CFAD8F-A25E-42EA-8DCE-C830B5140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136"/>
                <a:ext cx="10" cy="32"/>
              </a:xfrm>
              <a:custGeom>
                <a:avLst/>
                <a:gdLst>
                  <a:gd name="T0" fmla="*/ 0 w 4"/>
                  <a:gd name="T1" fmla="*/ 227 h 12"/>
                  <a:gd name="T2" fmla="*/ 63 w 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0" y="12"/>
                    </a:moveTo>
                    <a:cubicBezTo>
                      <a:pt x="1" y="7"/>
                      <a:pt x="2" y="4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DC2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4" name="Freeform 1087">
                <a:extLst>
                  <a:ext uri="{FF2B5EF4-FFF2-40B4-BE49-F238E27FC236}">
                    <a16:creationId xmlns:a16="http://schemas.microsoft.com/office/drawing/2014/main" id="{06B3E7B5-6ED6-4634-A337-52BA5F0BE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368"/>
                <a:ext cx="43" cy="35"/>
              </a:xfrm>
              <a:custGeom>
                <a:avLst/>
                <a:gdLst>
                  <a:gd name="T0" fmla="*/ 116 w 17"/>
                  <a:gd name="T1" fmla="*/ 0 h 13"/>
                  <a:gd name="T2" fmla="*/ 0 w 17"/>
                  <a:gd name="T3" fmla="*/ 232 h 13"/>
                  <a:gd name="T4" fmla="*/ 276 w 17"/>
                  <a:gd name="T5" fmla="*/ 232 h 13"/>
                  <a:gd name="T6" fmla="*/ 159 w 17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3">
                    <a:moveTo>
                      <a:pt x="7" y="0"/>
                    </a:moveTo>
                    <a:cubicBezTo>
                      <a:pt x="6" y="5"/>
                      <a:pt x="3" y="8"/>
                      <a:pt x="0" y="12"/>
                    </a:cubicBezTo>
                    <a:cubicBezTo>
                      <a:pt x="5" y="12"/>
                      <a:pt x="12" y="13"/>
                      <a:pt x="17" y="12"/>
                    </a:cubicBezTo>
                    <a:cubicBezTo>
                      <a:pt x="13" y="10"/>
                      <a:pt x="8" y="4"/>
                      <a:pt x="10" y="0"/>
                    </a:cubicBezTo>
                  </a:path>
                </a:pathLst>
              </a:custGeom>
              <a:solidFill>
                <a:srgbClr val="6F6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5" name="Freeform 1088">
                <a:extLst>
                  <a:ext uri="{FF2B5EF4-FFF2-40B4-BE49-F238E27FC236}">
                    <a16:creationId xmlns:a16="http://schemas.microsoft.com/office/drawing/2014/main" id="{0BD96DC5-D0FE-49FB-BBE2-819909617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1413"/>
                <a:ext cx="58" cy="27"/>
              </a:xfrm>
              <a:custGeom>
                <a:avLst/>
                <a:gdLst>
                  <a:gd name="T0" fmla="*/ 0 w 23"/>
                  <a:gd name="T1" fmla="*/ 0 h 10"/>
                  <a:gd name="T2" fmla="*/ 33 w 23"/>
                  <a:gd name="T3" fmla="*/ 197 h 10"/>
                  <a:gd name="T4" fmla="*/ 368 w 23"/>
                  <a:gd name="T5" fmla="*/ 116 h 10"/>
                  <a:gd name="T6" fmla="*/ 63 w 23"/>
                  <a:gd name="T7" fmla="*/ 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0">
                    <a:moveTo>
                      <a:pt x="0" y="0"/>
                    </a:moveTo>
                    <a:cubicBezTo>
                      <a:pt x="4" y="2"/>
                      <a:pt x="4" y="6"/>
                      <a:pt x="2" y="10"/>
                    </a:cubicBezTo>
                    <a:cubicBezTo>
                      <a:pt x="6" y="5"/>
                      <a:pt x="17" y="6"/>
                      <a:pt x="23" y="6"/>
                    </a:cubicBezTo>
                    <a:cubicBezTo>
                      <a:pt x="16" y="4"/>
                      <a:pt x="10" y="4"/>
                      <a:pt x="4" y="2"/>
                    </a:cubicBezTo>
                  </a:path>
                </a:pathLst>
              </a:custGeom>
              <a:solidFill>
                <a:srgbClr val="6F6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4277" name="Freeform 1090">
              <a:extLst>
                <a:ext uri="{FF2B5EF4-FFF2-40B4-BE49-F238E27FC236}">
                  <a16:creationId xmlns:a16="http://schemas.microsoft.com/office/drawing/2014/main" id="{432C1BB3-E7D9-4FAD-8CEA-DF65062DA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211"/>
              <a:ext cx="22" cy="40"/>
            </a:xfrm>
            <a:custGeom>
              <a:avLst/>
              <a:gdLst>
                <a:gd name="T0" fmla="*/ 0 w 9"/>
                <a:gd name="T1" fmla="*/ 115 h 15"/>
                <a:gd name="T2" fmla="*/ 71 w 9"/>
                <a:gd name="T3" fmla="*/ 285 h 15"/>
                <a:gd name="T4" fmla="*/ 120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6"/>
                  </a:moveTo>
                  <a:cubicBezTo>
                    <a:pt x="5" y="7"/>
                    <a:pt x="7" y="10"/>
                    <a:pt x="5" y="15"/>
                  </a:cubicBezTo>
                  <a:cubicBezTo>
                    <a:pt x="8" y="11"/>
                    <a:pt x="9" y="4"/>
                    <a:pt x="8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8" name="Freeform 1091">
              <a:extLst>
                <a:ext uri="{FF2B5EF4-FFF2-40B4-BE49-F238E27FC236}">
                  <a16:creationId xmlns:a16="http://schemas.microsoft.com/office/drawing/2014/main" id="{576B5E61-C0F5-46ED-9CBF-F438598B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157"/>
              <a:ext cx="22" cy="32"/>
            </a:xfrm>
            <a:custGeom>
              <a:avLst/>
              <a:gdLst>
                <a:gd name="T0" fmla="*/ 0 w 9"/>
                <a:gd name="T1" fmla="*/ 149 h 12"/>
                <a:gd name="T2" fmla="*/ 132 w 9"/>
                <a:gd name="T3" fmla="*/ 227 h 12"/>
                <a:gd name="T4" fmla="*/ 103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8"/>
                  </a:moveTo>
                  <a:cubicBezTo>
                    <a:pt x="5" y="5"/>
                    <a:pt x="6" y="8"/>
                    <a:pt x="9" y="12"/>
                  </a:cubicBezTo>
                  <a:cubicBezTo>
                    <a:pt x="8" y="8"/>
                    <a:pt x="6" y="3"/>
                    <a:pt x="7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9" name="Freeform 1092">
              <a:extLst>
                <a:ext uri="{FF2B5EF4-FFF2-40B4-BE49-F238E27FC236}">
                  <a16:creationId xmlns:a16="http://schemas.microsoft.com/office/drawing/2014/main" id="{271EAE28-4FF9-4CB2-83FE-5FF86E5F6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587"/>
              <a:ext cx="40" cy="24"/>
            </a:xfrm>
            <a:custGeom>
              <a:avLst/>
              <a:gdLst>
                <a:gd name="T0" fmla="*/ 0 w 16"/>
                <a:gd name="T1" fmla="*/ 171 h 9"/>
                <a:gd name="T2" fmla="*/ 250 w 16"/>
                <a:gd name="T3" fmla="*/ 56 h 9"/>
                <a:gd name="T4" fmla="*/ 113 w 1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cubicBezTo>
                    <a:pt x="4" y="3"/>
                    <a:pt x="10" y="4"/>
                    <a:pt x="16" y="3"/>
                  </a:cubicBezTo>
                  <a:cubicBezTo>
                    <a:pt x="14" y="3"/>
                    <a:pt x="8" y="1"/>
                    <a:pt x="7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0" name="Freeform 1093">
              <a:extLst>
                <a:ext uri="{FF2B5EF4-FFF2-40B4-BE49-F238E27FC236}">
                  <a16:creationId xmlns:a16="http://schemas.microsoft.com/office/drawing/2014/main" id="{3B2B5D53-2903-4D54-B53A-A8683ACE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539"/>
              <a:ext cx="22" cy="34"/>
            </a:xfrm>
            <a:custGeom>
              <a:avLst/>
              <a:gdLst>
                <a:gd name="T0" fmla="*/ 132 w 9"/>
                <a:gd name="T1" fmla="*/ 0 h 13"/>
                <a:gd name="T2" fmla="*/ 90 w 9"/>
                <a:gd name="T3" fmla="*/ 233 h 13"/>
                <a:gd name="T4" fmla="*/ 0 w 9"/>
                <a:gd name="T5" fmla="*/ 14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6" y="4"/>
                    <a:pt x="5" y="8"/>
                    <a:pt x="6" y="13"/>
                  </a:cubicBezTo>
                  <a:cubicBezTo>
                    <a:pt x="4" y="11"/>
                    <a:pt x="2" y="8"/>
                    <a:pt x="0" y="8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1" name="Freeform 1094">
              <a:extLst>
                <a:ext uri="{FF2B5EF4-FFF2-40B4-BE49-F238E27FC236}">
                  <a16:creationId xmlns:a16="http://schemas.microsoft.com/office/drawing/2014/main" id="{1F4C66D2-EE43-4FEE-BD40-15CDA5BE3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616"/>
              <a:ext cx="25" cy="29"/>
            </a:xfrm>
            <a:custGeom>
              <a:avLst/>
              <a:gdLst>
                <a:gd name="T0" fmla="*/ 158 w 10"/>
                <a:gd name="T1" fmla="*/ 0 h 11"/>
                <a:gd name="T2" fmla="*/ 145 w 10"/>
                <a:gd name="T3" fmla="*/ 200 h 11"/>
                <a:gd name="T4" fmla="*/ 0 w 10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7" y="2"/>
                    <a:pt x="6" y="7"/>
                    <a:pt x="9" y="11"/>
                  </a:cubicBezTo>
                  <a:cubicBezTo>
                    <a:pt x="7" y="8"/>
                    <a:pt x="2" y="5"/>
                    <a:pt x="0" y="5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2" name="Freeform 1095">
              <a:extLst>
                <a:ext uri="{FF2B5EF4-FFF2-40B4-BE49-F238E27FC236}">
                  <a16:creationId xmlns:a16="http://schemas.microsoft.com/office/drawing/2014/main" id="{16F8DC2B-4E08-4F5B-B25E-7F90DE313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416"/>
              <a:ext cx="28" cy="32"/>
            </a:xfrm>
            <a:custGeom>
              <a:avLst/>
              <a:gdLst>
                <a:gd name="T0" fmla="*/ 84 w 11"/>
                <a:gd name="T1" fmla="*/ 227 h 12"/>
                <a:gd name="T2" fmla="*/ 181 w 11"/>
                <a:gd name="T3" fmla="*/ 93 h 12"/>
                <a:gd name="T4" fmla="*/ 0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2"/>
                  </a:moveTo>
                  <a:cubicBezTo>
                    <a:pt x="4" y="8"/>
                    <a:pt x="7" y="5"/>
                    <a:pt x="11" y="5"/>
                  </a:cubicBezTo>
                  <a:cubicBezTo>
                    <a:pt x="8" y="5"/>
                    <a:pt x="2" y="3"/>
                    <a:pt x="0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3" name="Freeform 1096">
              <a:extLst>
                <a:ext uri="{FF2B5EF4-FFF2-40B4-BE49-F238E27FC236}">
                  <a16:creationId xmlns:a16="http://schemas.microsoft.com/office/drawing/2014/main" id="{6F63C791-C63D-4C6A-9567-5EAECEE40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701"/>
              <a:ext cx="28" cy="38"/>
            </a:xfrm>
            <a:custGeom>
              <a:avLst/>
              <a:gdLst>
                <a:gd name="T0" fmla="*/ 0 w 11"/>
                <a:gd name="T1" fmla="*/ 280 h 14"/>
                <a:gd name="T2" fmla="*/ 181 w 11"/>
                <a:gd name="T3" fmla="*/ 103 h 14"/>
                <a:gd name="T4" fmla="*/ 51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14"/>
                  </a:moveTo>
                  <a:cubicBezTo>
                    <a:pt x="4" y="11"/>
                    <a:pt x="5" y="4"/>
                    <a:pt x="11" y="5"/>
                  </a:cubicBezTo>
                  <a:cubicBezTo>
                    <a:pt x="8" y="4"/>
                    <a:pt x="4" y="2"/>
                    <a:pt x="3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4" name="Freeform 1097">
              <a:extLst>
                <a:ext uri="{FF2B5EF4-FFF2-40B4-BE49-F238E27FC236}">
                  <a16:creationId xmlns:a16="http://schemas.microsoft.com/office/drawing/2014/main" id="{9F2050E2-CBCF-4208-93F8-CA54F7FD3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789"/>
              <a:ext cx="32" cy="32"/>
            </a:xfrm>
            <a:custGeom>
              <a:avLst/>
              <a:gdLst>
                <a:gd name="T0" fmla="*/ 91 w 13"/>
                <a:gd name="T1" fmla="*/ 227 h 12"/>
                <a:gd name="T2" fmla="*/ 194 w 13"/>
                <a:gd name="T3" fmla="*/ 56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6" y="12"/>
                  </a:moveTo>
                  <a:cubicBezTo>
                    <a:pt x="6" y="6"/>
                    <a:pt x="8" y="5"/>
                    <a:pt x="13" y="3"/>
                  </a:cubicBezTo>
                  <a:cubicBezTo>
                    <a:pt x="9" y="3"/>
                    <a:pt x="3" y="3"/>
                    <a:pt x="0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5" name="Freeform 1098">
              <a:extLst>
                <a:ext uri="{FF2B5EF4-FFF2-40B4-BE49-F238E27FC236}">
                  <a16:creationId xmlns:a16="http://schemas.microsoft.com/office/drawing/2014/main" id="{F105557E-A159-48FE-956A-D31D5A792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920"/>
              <a:ext cx="33" cy="24"/>
            </a:xfrm>
            <a:custGeom>
              <a:avLst/>
              <a:gdLst>
                <a:gd name="T0" fmla="*/ 193 w 13"/>
                <a:gd name="T1" fmla="*/ 21 h 9"/>
                <a:gd name="T2" fmla="*/ 213 w 13"/>
                <a:gd name="T3" fmla="*/ 0 h 9"/>
                <a:gd name="T4" fmla="*/ 129 w 13"/>
                <a:gd name="T5" fmla="*/ 171 h 9"/>
                <a:gd name="T6" fmla="*/ 84 w 13"/>
                <a:gd name="T7" fmla="*/ 77 h 9"/>
                <a:gd name="T8" fmla="*/ 0 w 13"/>
                <a:gd name="T9" fmla="*/ 3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1"/>
                  </a:moveTo>
                  <a:cubicBezTo>
                    <a:pt x="12" y="1"/>
                    <a:pt x="13" y="0"/>
                    <a:pt x="13" y="0"/>
                  </a:cubicBezTo>
                  <a:cubicBezTo>
                    <a:pt x="9" y="0"/>
                    <a:pt x="6" y="5"/>
                    <a:pt x="8" y="9"/>
                  </a:cubicBezTo>
                  <a:cubicBezTo>
                    <a:pt x="7" y="8"/>
                    <a:pt x="6" y="6"/>
                    <a:pt x="5" y="4"/>
                  </a:cubicBezTo>
                  <a:cubicBezTo>
                    <a:pt x="3" y="3"/>
                    <a:pt x="1" y="3"/>
                    <a:pt x="0" y="2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6" name="Freeform 1099">
              <a:extLst>
                <a:ext uri="{FF2B5EF4-FFF2-40B4-BE49-F238E27FC236}">
                  <a16:creationId xmlns:a16="http://schemas.microsoft.com/office/drawing/2014/main" id="{3590AB93-36CB-4F78-8E25-0CCC18C01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040"/>
              <a:ext cx="32" cy="37"/>
            </a:xfrm>
            <a:custGeom>
              <a:avLst/>
              <a:gdLst>
                <a:gd name="T0" fmla="*/ 0 w 13"/>
                <a:gd name="T1" fmla="*/ 111 h 14"/>
                <a:gd name="T2" fmla="*/ 194 w 13"/>
                <a:gd name="T3" fmla="*/ 21 h 14"/>
                <a:gd name="T4" fmla="*/ 133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4" y="10"/>
                    <a:pt x="8" y="0"/>
                    <a:pt x="13" y="1"/>
                  </a:cubicBezTo>
                  <a:cubicBezTo>
                    <a:pt x="9" y="4"/>
                    <a:pt x="10" y="9"/>
                    <a:pt x="9" y="14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7" name="Freeform 1100">
              <a:extLst>
                <a:ext uri="{FF2B5EF4-FFF2-40B4-BE49-F238E27FC236}">
                  <a16:creationId xmlns:a16="http://schemas.microsoft.com/office/drawing/2014/main" id="{6150BC27-6D1B-4D9F-A766-8645733CB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163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158 w 10"/>
                <a:gd name="T3" fmla="*/ 136 h 9"/>
                <a:gd name="T4" fmla="*/ 0 w 1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2" y="3"/>
                    <a:pt x="7" y="7"/>
                    <a:pt x="10" y="7"/>
                  </a:cubicBezTo>
                  <a:cubicBezTo>
                    <a:pt x="8" y="6"/>
                    <a:pt x="2" y="7"/>
                    <a:pt x="0" y="9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8" name="Freeform 1101">
              <a:extLst>
                <a:ext uri="{FF2B5EF4-FFF2-40B4-BE49-F238E27FC236}">
                  <a16:creationId xmlns:a16="http://schemas.microsoft.com/office/drawing/2014/main" id="{63989139-37D5-413C-84C0-4A7B64AE1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421"/>
              <a:ext cx="30" cy="27"/>
            </a:xfrm>
            <a:custGeom>
              <a:avLst/>
              <a:gdLst>
                <a:gd name="T0" fmla="*/ 0 w 12"/>
                <a:gd name="T1" fmla="*/ 81 h 10"/>
                <a:gd name="T2" fmla="*/ 188 w 12"/>
                <a:gd name="T3" fmla="*/ 0 h 10"/>
                <a:gd name="T4" fmla="*/ 95 w 12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4"/>
                  </a:moveTo>
                  <a:cubicBezTo>
                    <a:pt x="3" y="6"/>
                    <a:pt x="8" y="2"/>
                    <a:pt x="12" y="0"/>
                  </a:cubicBezTo>
                  <a:cubicBezTo>
                    <a:pt x="9" y="3"/>
                    <a:pt x="7" y="6"/>
                    <a:pt x="6" y="1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9" name="Freeform 1102">
              <a:extLst>
                <a:ext uri="{FF2B5EF4-FFF2-40B4-BE49-F238E27FC236}">
                  <a16:creationId xmlns:a16="http://schemas.microsoft.com/office/drawing/2014/main" id="{967899AF-EE3E-46EC-842F-2E25B5992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1544"/>
              <a:ext cx="48" cy="21"/>
            </a:xfrm>
            <a:custGeom>
              <a:avLst/>
              <a:gdLst>
                <a:gd name="T0" fmla="*/ 0 w 19"/>
                <a:gd name="T1" fmla="*/ 144 h 8"/>
                <a:gd name="T2" fmla="*/ 306 w 19"/>
                <a:gd name="T3" fmla="*/ 123 h 8"/>
                <a:gd name="T4" fmla="*/ 192 w 1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">
                  <a:moveTo>
                    <a:pt x="0" y="8"/>
                  </a:moveTo>
                  <a:cubicBezTo>
                    <a:pt x="7" y="6"/>
                    <a:pt x="12" y="3"/>
                    <a:pt x="19" y="7"/>
                  </a:cubicBezTo>
                  <a:cubicBezTo>
                    <a:pt x="16" y="5"/>
                    <a:pt x="14" y="2"/>
                    <a:pt x="12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0" name="Freeform 1103">
              <a:extLst>
                <a:ext uri="{FF2B5EF4-FFF2-40B4-BE49-F238E27FC236}">
                  <a16:creationId xmlns:a16="http://schemas.microsoft.com/office/drawing/2014/main" id="{46378F21-9E65-41EE-BD0C-C499FF54C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621"/>
              <a:ext cx="37" cy="38"/>
            </a:xfrm>
            <a:custGeom>
              <a:avLst/>
              <a:gdLst>
                <a:gd name="T0" fmla="*/ 0 w 15"/>
                <a:gd name="T1" fmla="*/ 60 h 14"/>
                <a:gd name="T2" fmla="*/ 224 w 15"/>
                <a:gd name="T3" fmla="*/ 280 h 14"/>
                <a:gd name="T4" fmla="*/ 153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3"/>
                  </a:moveTo>
                  <a:cubicBezTo>
                    <a:pt x="5" y="0"/>
                    <a:pt x="12" y="10"/>
                    <a:pt x="15" y="14"/>
                  </a:cubicBezTo>
                  <a:cubicBezTo>
                    <a:pt x="13" y="11"/>
                    <a:pt x="10" y="3"/>
                    <a:pt x="10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1" name="Freeform 1104">
              <a:extLst>
                <a:ext uri="{FF2B5EF4-FFF2-40B4-BE49-F238E27FC236}">
                  <a16:creationId xmlns:a16="http://schemas.microsoft.com/office/drawing/2014/main" id="{8AC9652E-C597-4729-AC14-77B76C276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1464"/>
              <a:ext cx="53" cy="37"/>
            </a:xfrm>
            <a:custGeom>
              <a:avLst/>
              <a:gdLst>
                <a:gd name="T0" fmla="*/ 338 w 21"/>
                <a:gd name="T1" fmla="*/ 21 h 14"/>
                <a:gd name="T2" fmla="*/ 255 w 21"/>
                <a:gd name="T3" fmla="*/ 259 h 14"/>
                <a:gd name="T4" fmla="*/ 96 w 21"/>
                <a:gd name="T5" fmla="*/ 90 h 14"/>
                <a:gd name="T6" fmla="*/ 0 w 2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21" y="1"/>
                  </a:moveTo>
                  <a:cubicBezTo>
                    <a:pt x="17" y="3"/>
                    <a:pt x="13" y="9"/>
                    <a:pt x="16" y="14"/>
                  </a:cubicBezTo>
                  <a:cubicBezTo>
                    <a:pt x="14" y="9"/>
                    <a:pt x="10" y="8"/>
                    <a:pt x="6" y="5"/>
                  </a:cubicBezTo>
                  <a:cubicBezTo>
                    <a:pt x="4" y="4"/>
                    <a:pt x="3" y="2"/>
                    <a:pt x="0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2" name="Freeform 1105">
              <a:extLst>
                <a:ext uri="{FF2B5EF4-FFF2-40B4-BE49-F238E27FC236}">
                  <a16:creationId xmlns:a16="http://schemas.microsoft.com/office/drawing/2014/main" id="{D59173DA-9717-43D7-A1AA-9EC76771F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" y="1453"/>
              <a:ext cx="22" cy="38"/>
            </a:xfrm>
            <a:custGeom>
              <a:avLst/>
              <a:gdLst>
                <a:gd name="T0" fmla="*/ 0 w 9"/>
                <a:gd name="T1" fmla="*/ 0 h 14"/>
                <a:gd name="T2" fmla="*/ 90 w 9"/>
                <a:gd name="T3" fmla="*/ 280 h 14"/>
                <a:gd name="T4" fmla="*/ 132 w 9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4" y="4"/>
                    <a:pt x="8" y="7"/>
                    <a:pt x="6" y="14"/>
                  </a:cubicBezTo>
                  <a:cubicBezTo>
                    <a:pt x="9" y="12"/>
                    <a:pt x="9" y="5"/>
                    <a:pt x="9" y="1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3" name="Freeform 1106">
              <a:extLst>
                <a:ext uri="{FF2B5EF4-FFF2-40B4-BE49-F238E27FC236}">
                  <a16:creationId xmlns:a16="http://schemas.microsoft.com/office/drawing/2014/main" id="{67B1F25E-FE68-4FD9-9CB8-AE180C516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8" y="1619"/>
              <a:ext cx="55" cy="50"/>
            </a:xfrm>
            <a:custGeom>
              <a:avLst/>
              <a:gdLst>
                <a:gd name="T0" fmla="*/ 0 w 22"/>
                <a:gd name="T1" fmla="*/ 145 h 19"/>
                <a:gd name="T2" fmla="*/ 220 w 22"/>
                <a:gd name="T3" fmla="*/ 0 h 19"/>
                <a:gd name="T4" fmla="*/ 345 w 22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0" y="8"/>
                  </a:moveTo>
                  <a:cubicBezTo>
                    <a:pt x="4" y="14"/>
                    <a:pt x="15" y="6"/>
                    <a:pt x="14" y="0"/>
                  </a:cubicBezTo>
                  <a:cubicBezTo>
                    <a:pt x="15" y="7"/>
                    <a:pt x="21" y="13"/>
                    <a:pt x="22" y="19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4" name="Freeform 1107">
              <a:extLst>
                <a:ext uri="{FF2B5EF4-FFF2-40B4-BE49-F238E27FC236}">
                  <a16:creationId xmlns:a16="http://schemas.microsoft.com/office/drawing/2014/main" id="{C8AA551C-53A8-4756-9D86-3049B9F27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" y="1744"/>
              <a:ext cx="17" cy="75"/>
            </a:xfrm>
            <a:custGeom>
              <a:avLst/>
              <a:gdLst>
                <a:gd name="T0" fmla="*/ 0 w 7"/>
                <a:gd name="T1" fmla="*/ 0 h 28"/>
                <a:gd name="T2" fmla="*/ 12 w 7"/>
                <a:gd name="T3" fmla="*/ 538 h 28"/>
                <a:gd name="T4" fmla="*/ 100 w 7"/>
                <a:gd name="T5" fmla="*/ 367 h 28"/>
                <a:gd name="T6" fmla="*/ 58 w 7"/>
                <a:gd name="T7" fmla="*/ 273 h 28"/>
                <a:gd name="T8" fmla="*/ 12 w 7"/>
                <a:gd name="T9" fmla="*/ 5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0" y="9"/>
                    <a:pt x="2" y="19"/>
                    <a:pt x="1" y="28"/>
                  </a:cubicBezTo>
                  <a:cubicBezTo>
                    <a:pt x="4" y="26"/>
                    <a:pt x="1" y="19"/>
                    <a:pt x="7" y="19"/>
                  </a:cubicBezTo>
                  <a:cubicBezTo>
                    <a:pt x="6" y="17"/>
                    <a:pt x="5" y="15"/>
                    <a:pt x="4" y="14"/>
                  </a:cubicBezTo>
                  <a:cubicBezTo>
                    <a:pt x="3" y="10"/>
                    <a:pt x="3" y="6"/>
                    <a:pt x="1" y="3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5" name="Freeform 1108">
              <a:extLst>
                <a:ext uri="{FF2B5EF4-FFF2-40B4-BE49-F238E27FC236}">
                  <a16:creationId xmlns:a16="http://schemas.microsoft.com/office/drawing/2014/main" id="{1E4B780B-F6FC-4B36-97A0-02B43441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3" y="1669"/>
              <a:ext cx="20" cy="32"/>
            </a:xfrm>
            <a:custGeom>
              <a:avLst/>
              <a:gdLst>
                <a:gd name="T0" fmla="*/ 0 w 8"/>
                <a:gd name="T1" fmla="*/ 0 h 12"/>
                <a:gd name="T2" fmla="*/ 95 w 8"/>
                <a:gd name="T3" fmla="*/ 227 h 12"/>
                <a:gd name="T4" fmla="*/ 125 w 8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3" y="3"/>
                    <a:pt x="5" y="8"/>
                    <a:pt x="6" y="12"/>
                  </a:cubicBezTo>
                  <a:cubicBezTo>
                    <a:pt x="7" y="8"/>
                    <a:pt x="6" y="5"/>
                    <a:pt x="8" y="2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6" name="Freeform 1109">
              <a:extLst>
                <a:ext uri="{FF2B5EF4-FFF2-40B4-BE49-F238E27FC236}">
                  <a16:creationId xmlns:a16="http://schemas.microsoft.com/office/drawing/2014/main" id="{D82D4E7A-5C6E-4042-9AAA-B1F651DB0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5" y="1931"/>
              <a:ext cx="45" cy="18"/>
            </a:xfrm>
            <a:custGeom>
              <a:avLst/>
              <a:gdLst>
                <a:gd name="T0" fmla="*/ 33 w 18"/>
                <a:gd name="T1" fmla="*/ 21 h 7"/>
                <a:gd name="T2" fmla="*/ 0 w 18"/>
                <a:gd name="T3" fmla="*/ 118 h 7"/>
                <a:gd name="T4" fmla="*/ 283 w 18"/>
                <a:gd name="T5" fmla="*/ 21 h 7"/>
                <a:gd name="T6" fmla="*/ 158 w 1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">
                  <a:moveTo>
                    <a:pt x="2" y="1"/>
                  </a:moveTo>
                  <a:cubicBezTo>
                    <a:pt x="3" y="4"/>
                    <a:pt x="2" y="6"/>
                    <a:pt x="0" y="7"/>
                  </a:cubicBezTo>
                  <a:cubicBezTo>
                    <a:pt x="4" y="2"/>
                    <a:pt x="13" y="4"/>
                    <a:pt x="18" y="1"/>
                  </a:cubicBezTo>
                  <a:cubicBezTo>
                    <a:pt x="15" y="2"/>
                    <a:pt x="13" y="0"/>
                    <a:pt x="10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7" name="Freeform 1110">
              <a:extLst>
                <a:ext uri="{FF2B5EF4-FFF2-40B4-BE49-F238E27FC236}">
                  <a16:creationId xmlns:a16="http://schemas.microsoft.com/office/drawing/2014/main" id="{094C9327-F80A-4D6A-97D9-0C176375E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8" y="2088"/>
              <a:ext cx="37" cy="27"/>
            </a:xfrm>
            <a:custGeom>
              <a:avLst/>
              <a:gdLst>
                <a:gd name="T0" fmla="*/ 0 w 15"/>
                <a:gd name="T1" fmla="*/ 0 h 10"/>
                <a:gd name="T2" fmla="*/ 133 w 15"/>
                <a:gd name="T3" fmla="*/ 59 h 10"/>
                <a:gd name="T4" fmla="*/ 224 w 15"/>
                <a:gd name="T5" fmla="*/ 59 h 10"/>
                <a:gd name="T6" fmla="*/ 30 w 15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3" y="2"/>
                    <a:pt x="5" y="3"/>
                    <a:pt x="9" y="3"/>
                  </a:cubicBezTo>
                  <a:cubicBezTo>
                    <a:pt x="11" y="3"/>
                    <a:pt x="13" y="1"/>
                    <a:pt x="15" y="3"/>
                  </a:cubicBezTo>
                  <a:cubicBezTo>
                    <a:pt x="12" y="4"/>
                    <a:pt x="4" y="7"/>
                    <a:pt x="2" y="1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8" name="Freeform 1111">
              <a:extLst>
                <a:ext uri="{FF2B5EF4-FFF2-40B4-BE49-F238E27FC236}">
                  <a16:creationId xmlns:a16="http://schemas.microsoft.com/office/drawing/2014/main" id="{7CC8E17F-9E97-4B7C-98F4-DC9DB24F2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256"/>
              <a:ext cx="20" cy="21"/>
            </a:xfrm>
            <a:custGeom>
              <a:avLst/>
              <a:gdLst>
                <a:gd name="T0" fmla="*/ 63 w 8"/>
                <a:gd name="T1" fmla="*/ 0 h 8"/>
                <a:gd name="T2" fmla="*/ 125 w 8"/>
                <a:gd name="T3" fmla="*/ 123 h 8"/>
                <a:gd name="T4" fmla="*/ 0 w 8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2" y="4"/>
                    <a:pt x="5" y="6"/>
                    <a:pt x="8" y="7"/>
                  </a:cubicBezTo>
                  <a:cubicBezTo>
                    <a:pt x="5" y="8"/>
                    <a:pt x="2" y="8"/>
                    <a:pt x="0" y="8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9" name="Freeform 1112">
              <a:extLst>
                <a:ext uri="{FF2B5EF4-FFF2-40B4-BE49-F238E27FC236}">
                  <a16:creationId xmlns:a16="http://schemas.microsoft.com/office/drawing/2014/main" id="{E9EE67DF-AFF5-456C-9FC7-95045A9EC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381"/>
              <a:ext cx="22" cy="46"/>
            </a:xfrm>
            <a:custGeom>
              <a:avLst/>
              <a:gdLst>
                <a:gd name="T0" fmla="*/ 132 w 9"/>
                <a:gd name="T1" fmla="*/ 0 h 17"/>
                <a:gd name="T2" fmla="*/ 12 w 9"/>
                <a:gd name="T3" fmla="*/ 235 h 17"/>
                <a:gd name="T4" fmla="*/ 0 w 9"/>
                <a:gd name="T5" fmla="*/ 3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9" y="0"/>
                  </a:moveTo>
                  <a:cubicBezTo>
                    <a:pt x="4" y="3"/>
                    <a:pt x="2" y="6"/>
                    <a:pt x="1" y="12"/>
                  </a:cubicBezTo>
                  <a:cubicBezTo>
                    <a:pt x="1" y="13"/>
                    <a:pt x="0" y="16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F687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0" name="Freeform 1113">
              <a:extLst>
                <a:ext uri="{FF2B5EF4-FFF2-40B4-BE49-F238E27FC236}">
                  <a16:creationId xmlns:a16="http://schemas.microsoft.com/office/drawing/2014/main" id="{CFB9BB1A-B544-4089-BD2A-2CAB66041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536"/>
              <a:ext cx="30" cy="29"/>
            </a:xfrm>
            <a:custGeom>
              <a:avLst/>
              <a:gdLst>
                <a:gd name="T0" fmla="*/ 0 w 12"/>
                <a:gd name="T1" fmla="*/ 200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6" y="9"/>
                    <a:pt x="10" y="6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6F687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1" name="Freeform 1114">
              <a:extLst>
                <a:ext uri="{FF2B5EF4-FFF2-40B4-BE49-F238E27FC236}">
                  <a16:creationId xmlns:a16="http://schemas.microsoft.com/office/drawing/2014/main" id="{481C902D-50A9-469E-8FB8-1E0B08B53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397"/>
              <a:ext cx="22" cy="24"/>
            </a:xfrm>
            <a:custGeom>
              <a:avLst/>
              <a:gdLst>
                <a:gd name="T0" fmla="*/ 0 w 9"/>
                <a:gd name="T1" fmla="*/ 21 h 9"/>
                <a:gd name="T2" fmla="*/ 132 w 9"/>
                <a:gd name="T3" fmla="*/ 0 h 9"/>
                <a:gd name="T4" fmla="*/ 90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2" y="3"/>
                    <a:pt x="6" y="1"/>
                    <a:pt x="9" y="0"/>
                  </a:cubicBezTo>
                  <a:cubicBezTo>
                    <a:pt x="7" y="3"/>
                    <a:pt x="7" y="6"/>
                    <a:pt x="6" y="9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2" name="Freeform 1115">
              <a:extLst>
                <a:ext uri="{FF2B5EF4-FFF2-40B4-BE49-F238E27FC236}">
                  <a16:creationId xmlns:a16="http://schemas.microsoft.com/office/drawing/2014/main" id="{6EC4C144-3510-4B40-8FF5-8073976C0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552"/>
              <a:ext cx="30" cy="16"/>
            </a:xfrm>
            <a:custGeom>
              <a:avLst/>
              <a:gdLst>
                <a:gd name="T0" fmla="*/ 0 w 12"/>
                <a:gd name="T1" fmla="*/ 77 h 6"/>
                <a:gd name="T2" fmla="*/ 145 w 12"/>
                <a:gd name="T3" fmla="*/ 0 h 6"/>
                <a:gd name="T4" fmla="*/ 188 w 12"/>
                <a:gd name="T5" fmla="*/ 115 h 6"/>
                <a:gd name="T6" fmla="*/ 125 w 12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0" y="4"/>
                  </a:moveTo>
                  <a:cubicBezTo>
                    <a:pt x="3" y="5"/>
                    <a:pt x="6" y="1"/>
                    <a:pt x="9" y="0"/>
                  </a:cubicBezTo>
                  <a:cubicBezTo>
                    <a:pt x="8" y="2"/>
                    <a:pt x="10" y="5"/>
                    <a:pt x="12" y="6"/>
                  </a:cubicBezTo>
                  <a:cubicBezTo>
                    <a:pt x="11" y="6"/>
                    <a:pt x="10" y="5"/>
                    <a:pt x="8" y="5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3" name="Freeform 1116">
              <a:extLst>
                <a:ext uri="{FF2B5EF4-FFF2-40B4-BE49-F238E27FC236}">
                  <a16:creationId xmlns:a16="http://schemas.microsoft.com/office/drawing/2014/main" id="{19F03B17-1C7D-4CEE-A693-A3E6852A9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288"/>
              <a:ext cx="120" cy="13"/>
            </a:xfrm>
            <a:custGeom>
              <a:avLst/>
              <a:gdLst>
                <a:gd name="T0" fmla="*/ 0 w 48"/>
                <a:gd name="T1" fmla="*/ 21 h 5"/>
                <a:gd name="T2" fmla="*/ 250 w 48"/>
                <a:gd name="T3" fmla="*/ 88 h 5"/>
                <a:gd name="T4" fmla="*/ 583 w 48"/>
                <a:gd name="T5" fmla="*/ 21 h 5"/>
                <a:gd name="T6" fmla="*/ 750 w 4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">
                  <a:moveTo>
                    <a:pt x="0" y="1"/>
                  </a:moveTo>
                  <a:cubicBezTo>
                    <a:pt x="3" y="4"/>
                    <a:pt x="12" y="4"/>
                    <a:pt x="16" y="5"/>
                  </a:cubicBezTo>
                  <a:cubicBezTo>
                    <a:pt x="24" y="5"/>
                    <a:pt x="30" y="2"/>
                    <a:pt x="37" y="1"/>
                  </a:cubicBezTo>
                  <a:cubicBezTo>
                    <a:pt x="41" y="0"/>
                    <a:pt x="45" y="0"/>
                    <a:pt x="48" y="0"/>
                  </a:cubicBezTo>
                </a:path>
              </a:pathLst>
            </a:custGeom>
            <a:noFill/>
            <a:ln w="12700" cap="rnd">
              <a:solidFill>
                <a:srgbClr val="6F687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4" name="Freeform 1117">
              <a:extLst>
                <a:ext uri="{FF2B5EF4-FFF2-40B4-BE49-F238E27FC236}">
                  <a16:creationId xmlns:a16="http://schemas.microsoft.com/office/drawing/2014/main" id="{351D89B0-2816-427A-AF92-759FDC082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2275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97 w 9"/>
                <a:gd name="T3" fmla="*/ 0 h 5"/>
                <a:gd name="T4" fmla="*/ 151 w 9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5"/>
                    <a:pt x="5" y="3"/>
                    <a:pt x="6" y="0"/>
                  </a:cubicBezTo>
                  <a:cubicBezTo>
                    <a:pt x="7" y="2"/>
                    <a:pt x="8" y="3"/>
                    <a:pt x="9" y="4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5" name="Freeform 1118">
              <a:extLst>
                <a:ext uri="{FF2B5EF4-FFF2-40B4-BE49-F238E27FC236}">
                  <a16:creationId xmlns:a16="http://schemas.microsoft.com/office/drawing/2014/main" id="{36DFFEAA-E768-4A43-995C-DB54899C4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171"/>
              <a:ext cx="62" cy="50"/>
            </a:xfrm>
            <a:custGeom>
              <a:avLst/>
              <a:gdLst>
                <a:gd name="T0" fmla="*/ 308 w 25"/>
                <a:gd name="T1" fmla="*/ 311 h 19"/>
                <a:gd name="T2" fmla="*/ 350 w 25"/>
                <a:gd name="T3" fmla="*/ 34 h 19"/>
                <a:gd name="T4" fmla="*/ 184 w 25"/>
                <a:gd name="T5" fmla="*/ 347 h 19"/>
                <a:gd name="T6" fmla="*/ 184 w 25"/>
                <a:gd name="T7" fmla="*/ 0 h 19"/>
                <a:gd name="T8" fmla="*/ 0 w 25"/>
                <a:gd name="T9" fmla="*/ 31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20" y="17"/>
                  </a:moveTo>
                  <a:cubicBezTo>
                    <a:pt x="24" y="13"/>
                    <a:pt x="25" y="7"/>
                    <a:pt x="23" y="2"/>
                  </a:cubicBezTo>
                  <a:cubicBezTo>
                    <a:pt x="18" y="5"/>
                    <a:pt x="12" y="12"/>
                    <a:pt x="12" y="19"/>
                  </a:cubicBezTo>
                  <a:cubicBezTo>
                    <a:pt x="15" y="15"/>
                    <a:pt x="14" y="4"/>
                    <a:pt x="12" y="0"/>
                  </a:cubicBezTo>
                  <a:cubicBezTo>
                    <a:pt x="7" y="4"/>
                    <a:pt x="3" y="11"/>
                    <a:pt x="0" y="1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6" name="Freeform 1119">
              <a:extLst>
                <a:ext uri="{FF2B5EF4-FFF2-40B4-BE49-F238E27FC236}">
                  <a16:creationId xmlns:a16="http://schemas.microsoft.com/office/drawing/2014/main" id="{B53BCA8F-D3B5-4F0B-B696-A81FCC379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227"/>
              <a:ext cx="30" cy="37"/>
            </a:xfrm>
            <a:custGeom>
              <a:avLst/>
              <a:gdLst>
                <a:gd name="T0" fmla="*/ 175 w 12"/>
                <a:gd name="T1" fmla="*/ 259 h 14"/>
                <a:gd name="T2" fmla="*/ 175 w 12"/>
                <a:gd name="T3" fmla="*/ 111 h 14"/>
                <a:gd name="T4" fmla="*/ 20 w 12"/>
                <a:gd name="T5" fmla="*/ 225 h 14"/>
                <a:gd name="T6" fmla="*/ 83 w 12"/>
                <a:gd name="T7" fmla="*/ 21 h 14"/>
                <a:gd name="T8" fmla="*/ 0 w 12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1" y="14"/>
                  </a:moveTo>
                  <a:cubicBezTo>
                    <a:pt x="11" y="12"/>
                    <a:pt x="12" y="9"/>
                    <a:pt x="11" y="6"/>
                  </a:cubicBezTo>
                  <a:cubicBezTo>
                    <a:pt x="7" y="7"/>
                    <a:pt x="4" y="9"/>
                    <a:pt x="1" y="12"/>
                  </a:cubicBezTo>
                  <a:cubicBezTo>
                    <a:pt x="4" y="9"/>
                    <a:pt x="7" y="5"/>
                    <a:pt x="5" y="1"/>
                  </a:cubicBezTo>
                  <a:cubicBezTo>
                    <a:pt x="3" y="0"/>
                    <a:pt x="2" y="1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7" name="Freeform 1120">
              <a:extLst>
                <a:ext uri="{FF2B5EF4-FFF2-40B4-BE49-F238E27FC236}">
                  <a16:creationId xmlns:a16="http://schemas.microsoft.com/office/drawing/2014/main" id="{CE6A73DD-4DAE-4401-A655-689251B5A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1275"/>
              <a:ext cx="27" cy="26"/>
            </a:xfrm>
            <a:custGeom>
              <a:avLst/>
              <a:gdLst>
                <a:gd name="T0" fmla="*/ 0 w 11"/>
                <a:gd name="T1" fmla="*/ 109 h 10"/>
                <a:gd name="T2" fmla="*/ 162 w 11"/>
                <a:gd name="T3" fmla="*/ 156 h 10"/>
                <a:gd name="T4" fmla="*/ 0 w 11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6"/>
                  </a:moveTo>
                  <a:cubicBezTo>
                    <a:pt x="3" y="8"/>
                    <a:pt x="7" y="10"/>
                    <a:pt x="11" y="9"/>
                  </a:cubicBezTo>
                  <a:cubicBezTo>
                    <a:pt x="11" y="4"/>
                    <a:pt x="5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8" name="Freeform 1121">
              <a:extLst>
                <a:ext uri="{FF2B5EF4-FFF2-40B4-BE49-F238E27FC236}">
                  <a16:creationId xmlns:a16="http://schemas.microsoft.com/office/drawing/2014/main" id="{D2F0DE7B-6069-4287-AA42-AF7A64DC1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293"/>
              <a:ext cx="53" cy="38"/>
            </a:xfrm>
            <a:custGeom>
              <a:avLst/>
              <a:gdLst>
                <a:gd name="T0" fmla="*/ 33 w 21"/>
                <a:gd name="T1" fmla="*/ 81 h 14"/>
                <a:gd name="T2" fmla="*/ 338 w 21"/>
                <a:gd name="T3" fmla="*/ 60 h 14"/>
                <a:gd name="T4" fmla="*/ 0 w 21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2" y="4"/>
                  </a:moveTo>
                  <a:cubicBezTo>
                    <a:pt x="8" y="4"/>
                    <a:pt x="15" y="0"/>
                    <a:pt x="21" y="3"/>
                  </a:cubicBezTo>
                  <a:cubicBezTo>
                    <a:pt x="19" y="11"/>
                    <a:pt x="7" y="14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9" name="Freeform 1122">
              <a:extLst>
                <a:ext uri="{FF2B5EF4-FFF2-40B4-BE49-F238E27FC236}">
                  <a16:creationId xmlns:a16="http://schemas.microsoft.com/office/drawing/2014/main" id="{47D2E563-BE56-4A93-B3E4-23A274027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243"/>
              <a:ext cx="7" cy="37"/>
            </a:xfrm>
            <a:custGeom>
              <a:avLst/>
              <a:gdLst>
                <a:gd name="T0" fmla="*/ 37 w 3"/>
                <a:gd name="T1" fmla="*/ 0 h 14"/>
                <a:gd name="T2" fmla="*/ 28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3" y="5"/>
                    <a:pt x="0" y="10"/>
                    <a:pt x="2" y="1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0" name="Freeform 1123">
              <a:extLst>
                <a:ext uri="{FF2B5EF4-FFF2-40B4-BE49-F238E27FC236}">
                  <a16:creationId xmlns:a16="http://schemas.microsoft.com/office/drawing/2014/main" id="{ADDE027C-6038-4720-B87B-68B84CEDD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1315"/>
              <a:ext cx="35" cy="8"/>
            </a:xfrm>
            <a:custGeom>
              <a:avLst/>
              <a:gdLst>
                <a:gd name="T0" fmla="*/ 0 w 14"/>
                <a:gd name="T1" fmla="*/ 21 h 3"/>
                <a:gd name="T2" fmla="*/ 220 w 1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1"/>
                  </a:moveTo>
                  <a:cubicBezTo>
                    <a:pt x="5" y="2"/>
                    <a:pt x="10" y="0"/>
                    <a:pt x="14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1" name="Freeform 1124">
              <a:extLst>
                <a:ext uri="{FF2B5EF4-FFF2-40B4-BE49-F238E27FC236}">
                  <a16:creationId xmlns:a16="http://schemas.microsoft.com/office/drawing/2014/main" id="{C948014D-A143-4231-A644-C3051DEF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" y="1421"/>
              <a:ext cx="27" cy="30"/>
            </a:xfrm>
            <a:custGeom>
              <a:avLst/>
              <a:gdLst>
                <a:gd name="T0" fmla="*/ 12 w 11"/>
                <a:gd name="T1" fmla="*/ 224 h 11"/>
                <a:gd name="T2" fmla="*/ 162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" y="11"/>
                  </a:moveTo>
                  <a:cubicBezTo>
                    <a:pt x="0" y="6"/>
                    <a:pt x="7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2" name="Freeform 1125">
              <a:extLst>
                <a:ext uri="{FF2B5EF4-FFF2-40B4-BE49-F238E27FC236}">
                  <a16:creationId xmlns:a16="http://schemas.microsoft.com/office/drawing/2014/main" id="{F127E86E-A0D1-4662-A6DE-249B73D2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1427"/>
              <a:ext cx="27" cy="24"/>
            </a:xfrm>
            <a:custGeom>
              <a:avLst/>
              <a:gdLst>
                <a:gd name="T0" fmla="*/ 0 w 11"/>
                <a:gd name="T1" fmla="*/ 0 h 9"/>
                <a:gd name="T2" fmla="*/ 162 w 1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2" y="5"/>
                    <a:pt x="6" y="8"/>
                    <a:pt x="11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3" name="Freeform 1126">
              <a:extLst>
                <a:ext uri="{FF2B5EF4-FFF2-40B4-BE49-F238E27FC236}">
                  <a16:creationId xmlns:a16="http://schemas.microsoft.com/office/drawing/2014/main" id="{AFC0275C-2CA3-4590-A3A3-669747F80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173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2" y="2"/>
                    <a:pt x="3" y="6"/>
                    <a:pt x="4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4" name="Freeform 1127">
              <a:extLst>
                <a:ext uri="{FF2B5EF4-FFF2-40B4-BE49-F238E27FC236}">
                  <a16:creationId xmlns:a16="http://schemas.microsoft.com/office/drawing/2014/main" id="{5DD62361-A4B1-49D6-9F18-B1443E10B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216"/>
              <a:ext cx="23" cy="32"/>
            </a:xfrm>
            <a:custGeom>
              <a:avLst/>
              <a:gdLst>
                <a:gd name="T0" fmla="*/ 97 w 9"/>
                <a:gd name="T1" fmla="*/ 227 h 12"/>
                <a:gd name="T2" fmla="*/ 130 w 9"/>
                <a:gd name="T3" fmla="*/ 21 h 12"/>
                <a:gd name="T4" fmla="*/ 0 w 9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6" y="12"/>
                  </a:moveTo>
                  <a:cubicBezTo>
                    <a:pt x="7" y="8"/>
                    <a:pt x="9" y="5"/>
                    <a:pt x="8" y="1"/>
                  </a:cubicBezTo>
                  <a:cubicBezTo>
                    <a:pt x="4" y="0"/>
                    <a:pt x="0" y="3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5" name="Freeform 1128">
              <a:extLst>
                <a:ext uri="{FF2B5EF4-FFF2-40B4-BE49-F238E27FC236}">
                  <a16:creationId xmlns:a16="http://schemas.microsoft.com/office/drawing/2014/main" id="{29DC0FAB-12AA-4253-8C54-D6AED6AB2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376"/>
              <a:ext cx="15" cy="21"/>
            </a:xfrm>
            <a:custGeom>
              <a:avLst/>
              <a:gdLst>
                <a:gd name="T0" fmla="*/ 0 w 6"/>
                <a:gd name="T1" fmla="*/ 0 h 8"/>
                <a:gd name="T2" fmla="*/ 95 w 6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0" y="3"/>
                    <a:pt x="2" y="6"/>
                    <a:pt x="6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6" name="Freeform 1129">
              <a:extLst>
                <a:ext uri="{FF2B5EF4-FFF2-40B4-BE49-F238E27FC236}">
                  <a16:creationId xmlns:a16="http://schemas.microsoft.com/office/drawing/2014/main" id="{49355259-46D2-4A98-8D0D-3E53FB985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259"/>
              <a:ext cx="1" cy="1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7" name="Freeform 1130">
              <a:extLst>
                <a:ext uri="{FF2B5EF4-FFF2-40B4-BE49-F238E27FC236}">
                  <a16:creationId xmlns:a16="http://schemas.microsoft.com/office/drawing/2014/main" id="{C7554D3E-A8FB-4C9A-93EB-29FD2E5A6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285"/>
              <a:ext cx="3" cy="16"/>
            </a:xfrm>
            <a:custGeom>
              <a:avLst/>
              <a:gdLst>
                <a:gd name="T0" fmla="*/ 27 w 1"/>
                <a:gd name="T1" fmla="*/ 11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8" name="Freeform 1131">
              <a:extLst>
                <a:ext uri="{FF2B5EF4-FFF2-40B4-BE49-F238E27FC236}">
                  <a16:creationId xmlns:a16="http://schemas.microsoft.com/office/drawing/2014/main" id="{2AF1D499-C135-4207-94C5-0DA84BEB4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381"/>
              <a:ext cx="62" cy="43"/>
            </a:xfrm>
            <a:custGeom>
              <a:avLst/>
              <a:gdLst>
                <a:gd name="T0" fmla="*/ 0 w 25"/>
                <a:gd name="T1" fmla="*/ 312 h 16"/>
                <a:gd name="T2" fmla="*/ 92 w 25"/>
                <a:gd name="T3" fmla="*/ 35 h 16"/>
                <a:gd name="T4" fmla="*/ 184 w 25"/>
                <a:gd name="T5" fmla="*/ 290 h 16"/>
                <a:gd name="T6" fmla="*/ 350 w 25"/>
                <a:gd name="T7" fmla="*/ 0 h 16"/>
                <a:gd name="T8" fmla="*/ 382 w 2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0" y="16"/>
                  </a:moveTo>
                  <a:cubicBezTo>
                    <a:pt x="2" y="12"/>
                    <a:pt x="1" y="5"/>
                    <a:pt x="6" y="2"/>
                  </a:cubicBezTo>
                  <a:cubicBezTo>
                    <a:pt x="9" y="5"/>
                    <a:pt x="9" y="11"/>
                    <a:pt x="12" y="15"/>
                  </a:cubicBezTo>
                  <a:cubicBezTo>
                    <a:pt x="20" y="14"/>
                    <a:pt x="21" y="6"/>
                    <a:pt x="23" y="0"/>
                  </a:cubicBezTo>
                  <a:cubicBezTo>
                    <a:pt x="24" y="0"/>
                    <a:pt x="24" y="0"/>
                    <a:pt x="25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9" name="Freeform 1132">
              <a:extLst>
                <a:ext uri="{FF2B5EF4-FFF2-40B4-BE49-F238E27FC236}">
                  <a16:creationId xmlns:a16="http://schemas.microsoft.com/office/drawing/2014/main" id="{CD704F50-B932-45A4-AD15-69F03FD3A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1459"/>
              <a:ext cx="20" cy="2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0" name="Freeform 1133">
              <a:extLst>
                <a:ext uri="{FF2B5EF4-FFF2-40B4-BE49-F238E27FC236}">
                  <a16:creationId xmlns:a16="http://schemas.microsoft.com/office/drawing/2014/main" id="{0F157F60-810D-4BD0-9558-FD05F49A5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448"/>
              <a:ext cx="23" cy="13"/>
            </a:xfrm>
            <a:custGeom>
              <a:avLst/>
              <a:gdLst>
                <a:gd name="T0" fmla="*/ 151 w 9"/>
                <a:gd name="T1" fmla="*/ 0 h 5"/>
                <a:gd name="T2" fmla="*/ 0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2"/>
                    <a:pt x="2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1" name="Freeform 1134">
              <a:extLst>
                <a:ext uri="{FF2B5EF4-FFF2-40B4-BE49-F238E27FC236}">
                  <a16:creationId xmlns:a16="http://schemas.microsoft.com/office/drawing/2014/main" id="{A79F21BF-869A-4174-9BED-A8C706713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525"/>
              <a:ext cx="12" cy="14"/>
            </a:xfrm>
            <a:custGeom>
              <a:avLst/>
              <a:gdLst>
                <a:gd name="T0" fmla="*/ 70 w 5"/>
                <a:gd name="T1" fmla="*/ 109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2" name="Freeform 1135">
              <a:extLst>
                <a:ext uri="{FF2B5EF4-FFF2-40B4-BE49-F238E27FC236}">
                  <a16:creationId xmlns:a16="http://schemas.microsoft.com/office/drawing/2014/main" id="{EDFA0A19-1051-45AE-8719-80EF1284B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581"/>
              <a:ext cx="30" cy="14"/>
            </a:xfrm>
            <a:custGeom>
              <a:avLst/>
              <a:gdLst>
                <a:gd name="T0" fmla="*/ 0 w 12"/>
                <a:gd name="T1" fmla="*/ 109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3"/>
                    <a:pt x="8" y="1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3" name="Freeform 1136">
              <a:extLst>
                <a:ext uri="{FF2B5EF4-FFF2-40B4-BE49-F238E27FC236}">
                  <a16:creationId xmlns:a16="http://schemas.microsoft.com/office/drawing/2014/main" id="{F7F36523-E26A-4E94-9F46-1AF424B0C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805"/>
              <a:ext cx="38" cy="51"/>
            </a:xfrm>
            <a:custGeom>
              <a:avLst/>
              <a:gdLst>
                <a:gd name="T0" fmla="*/ 20 w 15"/>
                <a:gd name="T1" fmla="*/ 368 h 19"/>
                <a:gd name="T2" fmla="*/ 180 w 15"/>
                <a:gd name="T3" fmla="*/ 287 h 19"/>
                <a:gd name="T4" fmla="*/ 0 w 15"/>
                <a:gd name="T5" fmla="*/ 172 h 19"/>
                <a:gd name="T6" fmla="*/ 20 w 15"/>
                <a:gd name="T7" fmla="*/ 0 h 19"/>
                <a:gd name="T8" fmla="*/ 213 w 15"/>
                <a:gd name="T9" fmla="*/ 8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">
                  <a:moveTo>
                    <a:pt x="1" y="19"/>
                  </a:moveTo>
                  <a:cubicBezTo>
                    <a:pt x="3" y="15"/>
                    <a:pt x="9" y="18"/>
                    <a:pt x="11" y="15"/>
                  </a:cubicBezTo>
                  <a:cubicBezTo>
                    <a:pt x="15" y="9"/>
                    <a:pt x="3" y="10"/>
                    <a:pt x="0" y="9"/>
                  </a:cubicBezTo>
                  <a:cubicBezTo>
                    <a:pt x="0" y="6"/>
                    <a:pt x="1" y="3"/>
                    <a:pt x="1" y="0"/>
                  </a:cubicBezTo>
                  <a:cubicBezTo>
                    <a:pt x="5" y="1"/>
                    <a:pt x="8" y="5"/>
                    <a:pt x="13" y="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4" name="Freeform 1137">
              <a:extLst>
                <a:ext uri="{FF2B5EF4-FFF2-40B4-BE49-F238E27FC236}">
                  <a16:creationId xmlns:a16="http://schemas.microsoft.com/office/drawing/2014/main" id="{0410B91B-37DD-4BAF-9C86-0B43A8FD0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811"/>
              <a:ext cx="30" cy="53"/>
            </a:xfrm>
            <a:custGeom>
              <a:avLst/>
              <a:gdLst>
                <a:gd name="T0" fmla="*/ 175 w 12"/>
                <a:gd name="T1" fmla="*/ 90 h 20"/>
                <a:gd name="T2" fmla="*/ 125 w 12"/>
                <a:gd name="T3" fmla="*/ 337 h 20"/>
                <a:gd name="T4" fmla="*/ 63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11" y="5"/>
                  </a:moveTo>
                  <a:cubicBezTo>
                    <a:pt x="10" y="8"/>
                    <a:pt x="12" y="17"/>
                    <a:pt x="8" y="18"/>
                  </a:cubicBezTo>
                  <a:cubicBezTo>
                    <a:pt x="0" y="20"/>
                    <a:pt x="2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5" name="Freeform 1138">
              <a:extLst>
                <a:ext uri="{FF2B5EF4-FFF2-40B4-BE49-F238E27FC236}">
                  <a16:creationId xmlns:a16="http://schemas.microsoft.com/office/drawing/2014/main" id="{C0A9978B-888A-4F12-9FBB-A719DC243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899"/>
              <a:ext cx="33" cy="26"/>
            </a:xfrm>
            <a:custGeom>
              <a:avLst/>
              <a:gdLst>
                <a:gd name="T0" fmla="*/ 20 w 13"/>
                <a:gd name="T1" fmla="*/ 177 h 10"/>
                <a:gd name="T2" fmla="*/ 147 w 13"/>
                <a:gd name="T3" fmla="*/ 0 h 10"/>
                <a:gd name="T4" fmla="*/ 0 w 13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" y="10"/>
                  </a:moveTo>
                  <a:cubicBezTo>
                    <a:pt x="6" y="10"/>
                    <a:pt x="13" y="5"/>
                    <a:pt x="9" y="0"/>
                  </a:cubicBezTo>
                  <a:cubicBezTo>
                    <a:pt x="5" y="0"/>
                    <a:pt x="3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6" name="Freeform 1139">
              <a:extLst>
                <a:ext uri="{FF2B5EF4-FFF2-40B4-BE49-F238E27FC236}">
                  <a16:creationId xmlns:a16="http://schemas.microsoft.com/office/drawing/2014/main" id="{423C3F9B-BA05-42A9-A832-E69C42D3D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733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0"/>
                    <a:pt x="5" y="1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7" name="Freeform 1140">
              <a:extLst>
                <a:ext uri="{FF2B5EF4-FFF2-40B4-BE49-F238E27FC236}">
                  <a16:creationId xmlns:a16="http://schemas.microsoft.com/office/drawing/2014/main" id="{98CDD125-1309-4DCA-83E2-EB15649F9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645"/>
              <a:ext cx="42" cy="24"/>
            </a:xfrm>
            <a:custGeom>
              <a:avLst/>
              <a:gdLst>
                <a:gd name="T0" fmla="*/ 0 w 17"/>
                <a:gd name="T1" fmla="*/ 171 h 9"/>
                <a:gd name="T2" fmla="*/ 257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9"/>
                  </a:moveTo>
                  <a:cubicBezTo>
                    <a:pt x="7" y="7"/>
                    <a:pt x="12" y="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8" name="Freeform 1141">
              <a:extLst>
                <a:ext uri="{FF2B5EF4-FFF2-40B4-BE49-F238E27FC236}">
                  <a16:creationId xmlns:a16="http://schemas.microsoft.com/office/drawing/2014/main" id="{33F0A3BC-3D43-4B05-A98C-7DC28204D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955"/>
              <a:ext cx="38" cy="40"/>
            </a:xfrm>
            <a:custGeom>
              <a:avLst/>
              <a:gdLst>
                <a:gd name="T0" fmla="*/ 96 w 15"/>
                <a:gd name="T1" fmla="*/ 285 h 15"/>
                <a:gd name="T2" fmla="*/ 0 w 15"/>
                <a:gd name="T3" fmla="*/ 24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6" y="15"/>
                  </a:moveTo>
                  <a:cubicBezTo>
                    <a:pt x="15" y="15"/>
                    <a:pt x="12" y="0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9" name="Freeform 1142">
              <a:extLst>
                <a:ext uri="{FF2B5EF4-FFF2-40B4-BE49-F238E27FC236}">
                  <a16:creationId xmlns:a16="http://schemas.microsoft.com/office/drawing/2014/main" id="{A3BD0E17-F066-46FB-93B2-736E7DC33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888"/>
              <a:ext cx="50" cy="37"/>
            </a:xfrm>
            <a:custGeom>
              <a:avLst/>
              <a:gdLst>
                <a:gd name="T0" fmla="*/ 283 w 20"/>
                <a:gd name="T1" fmla="*/ 167 h 14"/>
                <a:gd name="T2" fmla="*/ 283 w 20"/>
                <a:gd name="T3" fmla="*/ 204 h 14"/>
                <a:gd name="T4" fmla="*/ 238 w 20"/>
                <a:gd name="T5" fmla="*/ 0 h 14"/>
                <a:gd name="T6" fmla="*/ 145 w 20"/>
                <a:gd name="T7" fmla="*/ 238 h 14"/>
                <a:gd name="T8" fmla="*/ 50 w 20"/>
                <a:gd name="T9" fmla="*/ 34 h 14"/>
                <a:gd name="T10" fmla="*/ 0 w 20"/>
                <a:gd name="T11" fmla="*/ 25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4">
                  <a:moveTo>
                    <a:pt x="18" y="9"/>
                  </a:moveTo>
                  <a:cubicBezTo>
                    <a:pt x="17" y="10"/>
                    <a:pt x="17" y="11"/>
                    <a:pt x="18" y="11"/>
                  </a:cubicBezTo>
                  <a:cubicBezTo>
                    <a:pt x="20" y="8"/>
                    <a:pt x="19" y="3"/>
                    <a:pt x="15" y="0"/>
                  </a:cubicBezTo>
                  <a:cubicBezTo>
                    <a:pt x="11" y="2"/>
                    <a:pt x="8" y="8"/>
                    <a:pt x="9" y="13"/>
                  </a:cubicBezTo>
                  <a:cubicBezTo>
                    <a:pt x="8" y="9"/>
                    <a:pt x="6" y="5"/>
                    <a:pt x="3" y="2"/>
                  </a:cubicBezTo>
                  <a:cubicBezTo>
                    <a:pt x="0" y="5"/>
                    <a:pt x="0" y="9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0" name="Freeform 1143">
              <a:extLst>
                <a:ext uri="{FF2B5EF4-FFF2-40B4-BE49-F238E27FC236}">
                  <a16:creationId xmlns:a16="http://schemas.microsoft.com/office/drawing/2014/main" id="{684A57C6-B45B-4891-A800-051FD0DD6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835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1" name="Freeform 1144">
              <a:extLst>
                <a:ext uri="{FF2B5EF4-FFF2-40B4-BE49-F238E27FC236}">
                  <a16:creationId xmlns:a16="http://schemas.microsoft.com/office/drawing/2014/main" id="{DEA11946-554A-44A2-9A93-1CDF4F20C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040"/>
              <a:ext cx="23" cy="45"/>
            </a:xfrm>
            <a:custGeom>
              <a:avLst/>
              <a:gdLst>
                <a:gd name="T0" fmla="*/ 0 w 9"/>
                <a:gd name="T1" fmla="*/ 183 h 17"/>
                <a:gd name="T2" fmla="*/ 118 w 9"/>
                <a:gd name="T3" fmla="*/ 0 h 17"/>
                <a:gd name="T4" fmla="*/ 84 w 9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0" y="10"/>
                  </a:moveTo>
                  <a:cubicBezTo>
                    <a:pt x="1" y="6"/>
                    <a:pt x="3" y="1"/>
                    <a:pt x="7" y="0"/>
                  </a:cubicBezTo>
                  <a:cubicBezTo>
                    <a:pt x="9" y="5"/>
                    <a:pt x="7" y="12"/>
                    <a:pt x="5" y="1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2" name="Freeform 1145">
              <a:extLst>
                <a:ext uri="{FF2B5EF4-FFF2-40B4-BE49-F238E27FC236}">
                  <a16:creationId xmlns:a16="http://schemas.microsoft.com/office/drawing/2014/main" id="{33128350-288F-4137-A2B4-A6F7A7667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003"/>
              <a:ext cx="37" cy="45"/>
            </a:xfrm>
            <a:custGeom>
              <a:avLst/>
              <a:gdLst>
                <a:gd name="T0" fmla="*/ 62 w 15"/>
                <a:gd name="T1" fmla="*/ 0 h 17"/>
                <a:gd name="T2" fmla="*/ 212 w 15"/>
                <a:gd name="T3" fmla="*/ 169 h 17"/>
                <a:gd name="T4" fmla="*/ 0 w 15"/>
                <a:gd name="T5" fmla="*/ 1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4" y="0"/>
                  </a:moveTo>
                  <a:cubicBezTo>
                    <a:pt x="6" y="2"/>
                    <a:pt x="15" y="4"/>
                    <a:pt x="14" y="9"/>
                  </a:cubicBezTo>
                  <a:cubicBezTo>
                    <a:pt x="12" y="17"/>
                    <a:pt x="2" y="9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3" name="Freeform 1146">
              <a:extLst>
                <a:ext uri="{FF2B5EF4-FFF2-40B4-BE49-F238E27FC236}">
                  <a16:creationId xmlns:a16="http://schemas.microsoft.com/office/drawing/2014/main" id="{D1AEEF67-7BE5-440B-832E-4FFB373AD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107"/>
              <a:ext cx="53" cy="56"/>
            </a:xfrm>
            <a:custGeom>
              <a:avLst/>
              <a:gdLst>
                <a:gd name="T0" fmla="*/ 83 w 21"/>
                <a:gd name="T1" fmla="*/ 397 h 21"/>
                <a:gd name="T2" fmla="*/ 0 w 21"/>
                <a:gd name="T3" fmla="*/ 30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1">
                  <a:moveTo>
                    <a:pt x="5" y="21"/>
                  </a:moveTo>
                  <a:cubicBezTo>
                    <a:pt x="21" y="9"/>
                    <a:pt x="7" y="0"/>
                    <a:pt x="0" y="1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4" name="Freeform 1147">
              <a:extLst>
                <a:ext uri="{FF2B5EF4-FFF2-40B4-BE49-F238E27FC236}">
                  <a16:creationId xmlns:a16="http://schemas.microsoft.com/office/drawing/2014/main" id="{A368CA3A-CA53-4B62-B147-67D2666DB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147"/>
              <a:ext cx="25" cy="2"/>
            </a:xfrm>
            <a:custGeom>
              <a:avLst/>
              <a:gdLst>
                <a:gd name="T0" fmla="*/ 0 w 10"/>
                <a:gd name="T1" fmla="*/ 0 h 1"/>
                <a:gd name="T2" fmla="*/ 158 w 10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1"/>
                    <a:pt x="7" y="1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5" name="Freeform 1148">
              <a:extLst>
                <a:ext uri="{FF2B5EF4-FFF2-40B4-BE49-F238E27FC236}">
                  <a16:creationId xmlns:a16="http://schemas.microsoft.com/office/drawing/2014/main" id="{157AD783-0774-4255-954B-5637DF1AE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192"/>
              <a:ext cx="13" cy="19"/>
            </a:xfrm>
            <a:custGeom>
              <a:avLst/>
              <a:gdLst>
                <a:gd name="T0" fmla="*/ 0 w 5"/>
                <a:gd name="T1" fmla="*/ 0 h 7"/>
                <a:gd name="T2" fmla="*/ 88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3" y="5"/>
                    <a:pt x="5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6" name="Freeform 1149">
              <a:extLst>
                <a:ext uri="{FF2B5EF4-FFF2-40B4-BE49-F238E27FC236}">
                  <a16:creationId xmlns:a16="http://schemas.microsoft.com/office/drawing/2014/main" id="{E204C2E7-81AF-4D6E-AF97-B659C1A83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413"/>
              <a:ext cx="25" cy="35"/>
            </a:xfrm>
            <a:custGeom>
              <a:avLst/>
              <a:gdLst>
                <a:gd name="T0" fmla="*/ 0 w 10"/>
                <a:gd name="T1" fmla="*/ 253 h 13"/>
                <a:gd name="T2" fmla="*/ 125 w 10"/>
                <a:gd name="T3" fmla="*/ 0 h 13"/>
                <a:gd name="T4" fmla="*/ 145 w 10"/>
                <a:gd name="T5" fmla="*/ 23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2" y="9"/>
                    <a:pt x="3" y="2"/>
                    <a:pt x="8" y="0"/>
                  </a:cubicBezTo>
                  <a:cubicBezTo>
                    <a:pt x="10" y="3"/>
                    <a:pt x="9" y="8"/>
                    <a:pt x="9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7" name="Freeform 1150">
              <a:extLst>
                <a:ext uri="{FF2B5EF4-FFF2-40B4-BE49-F238E27FC236}">
                  <a16:creationId xmlns:a16="http://schemas.microsoft.com/office/drawing/2014/main" id="{69750526-5CDB-4AC3-90D1-4D4C9BE4D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371"/>
              <a:ext cx="13" cy="18"/>
            </a:xfrm>
            <a:custGeom>
              <a:avLst/>
              <a:gdLst>
                <a:gd name="T0" fmla="*/ 88 w 5"/>
                <a:gd name="T1" fmla="*/ 118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8" name="Freeform 1151">
              <a:extLst>
                <a:ext uri="{FF2B5EF4-FFF2-40B4-BE49-F238E27FC236}">
                  <a16:creationId xmlns:a16="http://schemas.microsoft.com/office/drawing/2014/main" id="{EF268972-DFBE-4BB9-AB54-EA46E8495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488"/>
              <a:ext cx="18" cy="5"/>
            </a:xfrm>
            <a:custGeom>
              <a:avLst/>
              <a:gdLst>
                <a:gd name="T0" fmla="*/ 118 w 7"/>
                <a:gd name="T1" fmla="*/ 33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9" name="Freeform 1152">
              <a:extLst>
                <a:ext uri="{FF2B5EF4-FFF2-40B4-BE49-F238E27FC236}">
                  <a16:creationId xmlns:a16="http://schemas.microsoft.com/office/drawing/2014/main" id="{9B741389-A944-42D4-86F0-6AE5F5EF2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2269"/>
              <a:ext cx="42" cy="43"/>
            </a:xfrm>
            <a:custGeom>
              <a:avLst/>
              <a:gdLst>
                <a:gd name="T0" fmla="*/ 0 w 17"/>
                <a:gd name="T1" fmla="*/ 253 h 16"/>
                <a:gd name="T2" fmla="*/ 74 w 17"/>
                <a:gd name="T3" fmla="*/ 81 h 16"/>
                <a:gd name="T4" fmla="*/ 153 w 17"/>
                <a:gd name="T5" fmla="*/ 312 h 16"/>
                <a:gd name="T6" fmla="*/ 245 w 1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13"/>
                  </a:moveTo>
                  <a:cubicBezTo>
                    <a:pt x="0" y="9"/>
                    <a:pt x="2" y="6"/>
                    <a:pt x="5" y="4"/>
                  </a:cubicBezTo>
                  <a:cubicBezTo>
                    <a:pt x="6" y="8"/>
                    <a:pt x="5" y="15"/>
                    <a:pt x="10" y="16"/>
                  </a:cubicBezTo>
                  <a:cubicBezTo>
                    <a:pt x="17" y="16"/>
                    <a:pt x="15" y="4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0" name="Freeform 1153">
              <a:extLst>
                <a:ext uri="{FF2B5EF4-FFF2-40B4-BE49-F238E27FC236}">
                  <a16:creationId xmlns:a16="http://schemas.microsoft.com/office/drawing/2014/main" id="{F2CB556B-AA66-49D7-9117-AD3C611E8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173"/>
              <a:ext cx="28" cy="32"/>
            </a:xfrm>
            <a:custGeom>
              <a:avLst/>
              <a:gdLst>
                <a:gd name="T0" fmla="*/ 84 w 11"/>
                <a:gd name="T1" fmla="*/ 21 h 12"/>
                <a:gd name="T2" fmla="*/ 0 w 11"/>
                <a:gd name="T3" fmla="*/ 205 h 12"/>
                <a:gd name="T4" fmla="*/ 181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"/>
                  </a:moveTo>
                  <a:cubicBezTo>
                    <a:pt x="2" y="4"/>
                    <a:pt x="0" y="7"/>
                    <a:pt x="0" y="11"/>
                  </a:cubicBezTo>
                  <a:cubicBezTo>
                    <a:pt x="6" y="12"/>
                    <a:pt x="11" y="6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1" name="Freeform 1154">
              <a:extLst>
                <a:ext uri="{FF2B5EF4-FFF2-40B4-BE49-F238E27FC236}">
                  <a16:creationId xmlns:a16="http://schemas.microsoft.com/office/drawing/2014/main" id="{E52435D6-7A43-474C-B9F3-2C2C12E6A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3" y="2077"/>
              <a:ext cx="12" cy="22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3"/>
                    <a:pt x="2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2" name="Freeform 1155">
              <a:extLst>
                <a:ext uri="{FF2B5EF4-FFF2-40B4-BE49-F238E27FC236}">
                  <a16:creationId xmlns:a16="http://schemas.microsoft.com/office/drawing/2014/main" id="{0F1B1CC0-CEF4-4B0A-BEE8-FAA6737B7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" y="1891"/>
              <a:ext cx="25" cy="29"/>
            </a:xfrm>
            <a:custGeom>
              <a:avLst/>
              <a:gdLst>
                <a:gd name="T0" fmla="*/ 145 w 10"/>
                <a:gd name="T1" fmla="*/ 0 h 11"/>
                <a:gd name="T2" fmla="*/ 20 w 10"/>
                <a:gd name="T3" fmla="*/ 166 h 11"/>
                <a:gd name="T4" fmla="*/ 158 w 10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9" y="0"/>
                  </a:moveTo>
                  <a:cubicBezTo>
                    <a:pt x="3" y="0"/>
                    <a:pt x="0" y="4"/>
                    <a:pt x="1" y="9"/>
                  </a:cubicBezTo>
                  <a:cubicBezTo>
                    <a:pt x="4" y="11"/>
                    <a:pt x="8" y="10"/>
                    <a:pt x="10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3" name="Freeform 1156">
              <a:extLst>
                <a:ext uri="{FF2B5EF4-FFF2-40B4-BE49-F238E27FC236}">
                  <a16:creationId xmlns:a16="http://schemas.microsoft.com/office/drawing/2014/main" id="{F81F1E2A-7782-436C-A1FF-08F21278E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8" y="1955"/>
              <a:ext cx="20" cy="18"/>
            </a:xfrm>
            <a:custGeom>
              <a:avLst/>
              <a:gdLst>
                <a:gd name="T0" fmla="*/ 0 w 8"/>
                <a:gd name="T1" fmla="*/ 0 h 7"/>
                <a:gd name="T2" fmla="*/ 125 w 8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4" y="0"/>
                    <a:pt x="6" y="4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4" name="Freeform 1157">
              <a:extLst>
                <a:ext uri="{FF2B5EF4-FFF2-40B4-BE49-F238E27FC236}">
                  <a16:creationId xmlns:a16="http://schemas.microsoft.com/office/drawing/2014/main" id="{98853300-1785-4476-9109-7C6EC9590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5" y="1821"/>
              <a:ext cx="25" cy="30"/>
            </a:xfrm>
            <a:custGeom>
              <a:avLst/>
              <a:gdLst>
                <a:gd name="T0" fmla="*/ 158 w 10"/>
                <a:gd name="T1" fmla="*/ 0 h 11"/>
                <a:gd name="T2" fmla="*/ 145 w 10"/>
                <a:gd name="T3" fmla="*/ 202 h 11"/>
                <a:gd name="T4" fmla="*/ 50 w 10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10" y="4"/>
                    <a:pt x="10" y="7"/>
                    <a:pt x="9" y="10"/>
                  </a:cubicBezTo>
                  <a:cubicBezTo>
                    <a:pt x="5" y="11"/>
                    <a:pt x="0" y="6"/>
                    <a:pt x="3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5" name="Freeform 1158">
              <a:extLst>
                <a:ext uri="{FF2B5EF4-FFF2-40B4-BE49-F238E27FC236}">
                  <a16:creationId xmlns:a16="http://schemas.microsoft.com/office/drawing/2014/main" id="{48C95A32-3385-4D37-87FE-598193CD0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5" y="1640"/>
              <a:ext cx="15" cy="27"/>
            </a:xfrm>
            <a:custGeom>
              <a:avLst/>
              <a:gdLst>
                <a:gd name="T0" fmla="*/ 95 w 6"/>
                <a:gd name="T1" fmla="*/ 0 h 10"/>
                <a:gd name="T2" fmla="*/ 0 w 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3" y="3"/>
                    <a:pt x="1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6" name="Freeform 1159">
              <a:extLst>
                <a:ext uri="{FF2B5EF4-FFF2-40B4-BE49-F238E27FC236}">
                  <a16:creationId xmlns:a16="http://schemas.microsoft.com/office/drawing/2014/main" id="{1FD3EA99-02D3-4768-B159-80511E0BB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0" y="1571"/>
              <a:ext cx="23" cy="13"/>
            </a:xfrm>
            <a:custGeom>
              <a:avLst/>
              <a:gdLst>
                <a:gd name="T0" fmla="*/ 0 w 9"/>
                <a:gd name="T1" fmla="*/ 0 h 5"/>
                <a:gd name="T2" fmla="*/ 151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2" y="4"/>
                    <a:pt x="5" y="5"/>
                    <a:pt x="9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7" name="Freeform 1160">
              <a:extLst>
                <a:ext uri="{FF2B5EF4-FFF2-40B4-BE49-F238E27FC236}">
                  <a16:creationId xmlns:a16="http://schemas.microsoft.com/office/drawing/2014/main" id="{F42274C0-A182-494A-9AEA-2FA055F32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3" y="1525"/>
              <a:ext cx="22" cy="14"/>
            </a:xfrm>
            <a:custGeom>
              <a:avLst/>
              <a:gdLst>
                <a:gd name="T0" fmla="*/ 0 w 9"/>
                <a:gd name="T1" fmla="*/ 0 h 5"/>
                <a:gd name="T2" fmla="*/ 132 w 9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3" y="3"/>
                    <a:pt x="6" y="4"/>
                    <a:pt x="9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8" name="Freeform 1161">
              <a:extLst>
                <a:ext uri="{FF2B5EF4-FFF2-40B4-BE49-F238E27FC236}">
                  <a16:creationId xmlns:a16="http://schemas.microsoft.com/office/drawing/2014/main" id="{CC39689C-9BCF-4294-91CC-D53FDCE11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1600"/>
              <a:ext cx="28" cy="19"/>
            </a:xfrm>
            <a:custGeom>
              <a:avLst/>
              <a:gdLst>
                <a:gd name="T0" fmla="*/ 0 w 11"/>
                <a:gd name="T1" fmla="*/ 0 h 7"/>
                <a:gd name="T2" fmla="*/ 181 w 1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0" y="5"/>
                    <a:pt x="6" y="7"/>
                    <a:pt x="11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9" name="Freeform 1162">
              <a:extLst>
                <a:ext uri="{FF2B5EF4-FFF2-40B4-BE49-F238E27FC236}">
                  <a16:creationId xmlns:a16="http://schemas.microsoft.com/office/drawing/2014/main" id="{6CA1B7CE-B55B-4AB7-802E-A572539EB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536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2" y="4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0" name="Freeform 1163">
              <a:extLst>
                <a:ext uri="{FF2B5EF4-FFF2-40B4-BE49-F238E27FC236}">
                  <a16:creationId xmlns:a16="http://schemas.microsoft.com/office/drawing/2014/main" id="{8256F2EC-63AC-4850-B800-751D63D42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1216"/>
              <a:ext cx="30" cy="37"/>
            </a:xfrm>
            <a:custGeom>
              <a:avLst/>
              <a:gdLst>
                <a:gd name="T0" fmla="*/ 95 w 12"/>
                <a:gd name="T1" fmla="*/ 259 h 14"/>
                <a:gd name="T2" fmla="*/ 63 w 12"/>
                <a:gd name="T3" fmla="*/ 34 h 14"/>
                <a:gd name="T4" fmla="*/ 188 w 12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6" y="14"/>
                  </a:moveTo>
                  <a:cubicBezTo>
                    <a:pt x="4" y="12"/>
                    <a:pt x="0" y="5"/>
                    <a:pt x="4" y="2"/>
                  </a:cubicBezTo>
                  <a:cubicBezTo>
                    <a:pt x="8" y="0"/>
                    <a:pt x="11" y="8"/>
                    <a:pt x="12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1" name="Freeform 1164">
              <a:extLst>
                <a:ext uri="{FF2B5EF4-FFF2-40B4-BE49-F238E27FC236}">
                  <a16:creationId xmlns:a16="http://schemas.microsoft.com/office/drawing/2014/main" id="{77385524-D407-4176-9279-050072E97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563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29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2"/>
                    <a:pt x="0" y="5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2" name="Freeform 1165">
              <a:extLst>
                <a:ext uri="{FF2B5EF4-FFF2-40B4-BE49-F238E27FC236}">
                  <a16:creationId xmlns:a16="http://schemas.microsoft.com/office/drawing/2014/main" id="{E62B4EBF-59D7-4D4B-A9C0-72B7C191A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219"/>
              <a:ext cx="35" cy="24"/>
            </a:xfrm>
            <a:custGeom>
              <a:avLst/>
              <a:gdLst>
                <a:gd name="T0" fmla="*/ 158 w 14"/>
                <a:gd name="T1" fmla="*/ 35 h 9"/>
                <a:gd name="T2" fmla="*/ 0 w 14"/>
                <a:gd name="T3" fmla="*/ 93 h 9"/>
                <a:gd name="T4" fmla="*/ 220 w 14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0" y="2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4" y="9"/>
                    <a:pt x="9" y="7"/>
                    <a:pt x="14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3" name="Freeform 1166">
              <a:extLst>
                <a:ext uri="{FF2B5EF4-FFF2-40B4-BE49-F238E27FC236}">
                  <a16:creationId xmlns:a16="http://schemas.microsoft.com/office/drawing/2014/main" id="{AF66EA93-B4BE-4EBB-A822-F647B489D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952"/>
              <a:ext cx="643" cy="445"/>
            </a:xfrm>
            <a:custGeom>
              <a:avLst/>
              <a:gdLst>
                <a:gd name="T0" fmla="*/ 4026 w 257"/>
                <a:gd name="T1" fmla="*/ 3067 h 167"/>
                <a:gd name="T2" fmla="*/ 1314 w 257"/>
                <a:gd name="T3" fmla="*/ 2137 h 167"/>
                <a:gd name="T4" fmla="*/ 0 w 257"/>
                <a:gd name="T5" fmla="*/ 0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7" h="167">
                  <a:moveTo>
                    <a:pt x="257" y="162"/>
                  </a:moveTo>
                  <a:cubicBezTo>
                    <a:pt x="210" y="167"/>
                    <a:pt x="133" y="117"/>
                    <a:pt x="84" y="113"/>
                  </a:cubicBezTo>
                  <a:cubicBezTo>
                    <a:pt x="35" y="109"/>
                    <a:pt x="22" y="3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F687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4" name="Freeform 1167">
              <a:extLst>
                <a:ext uri="{FF2B5EF4-FFF2-40B4-BE49-F238E27FC236}">
                  <a16:creationId xmlns:a16="http://schemas.microsoft.com/office/drawing/2014/main" id="{3FFD1B48-8FD0-4871-B158-0BF29B786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219"/>
              <a:ext cx="376" cy="178"/>
            </a:xfrm>
            <a:custGeom>
              <a:avLst/>
              <a:gdLst>
                <a:gd name="T0" fmla="*/ 2364 w 150"/>
                <a:gd name="T1" fmla="*/ 93 h 67"/>
                <a:gd name="T2" fmla="*/ 0 w 150"/>
                <a:gd name="T3" fmla="*/ 1257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" h="67">
                  <a:moveTo>
                    <a:pt x="150" y="5"/>
                  </a:moveTo>
                  <a:cubicBezTo>
                    <a:pt x="120" y="0"/>
                    <a:pt x="41" y="10"/>
                    <a:pt x="0" y="67"/>
                  </a:cubicBezTo>
                </a:path>
              </a:pathLst>
            </a:custGeom>
            <a:noFill/>
            <a:ln w="12700" cap="rnd">
              <a:solidFill>
                <a:srgbClr val="6F687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5" name="Freeform 1168">
              <a:extLst>
                <a:ext uri="{FF2B5EF4-FFF2-40B4-BE49-F238E27FC236}">
                  <a16:creationId xmlns:a16="http://schemas.microsoft.com/office/drawing/2014/main" id="{1AAE7247-A794-45B7-A95E-8F31CC8CF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445"/>
              <a:ext cx="262" cy="67"/>
            </a:xfrm>
            <a:custGeom>
              <a:avLst/>
              <a:gdLst>
                <a:gd name="T0" fmla="*/ 1632 w 105"/>
                <a:gd name="T1" fmla="*/ 423 h 25"/>
                <a:gd name="T2" fmla="*/ 1228 w 105"/>
                <a:gd name="T3" fmla="*/ 445 h 25"/>
                <a:gd name="T4" fmla="*/ 479 w 105"/>
                <a:gd name="T5" fmla="*/ 423 h 25"/>
                <a:gd name="T6" fmla="*/ 0 w 105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25">
                  <a:moveTo>
                    <a:pt x="105" y="22"/>
                  </a:moveTo>
                  <a:cubicBezTo>
                    <a:pt x="97" y="25"/>
                    <a:pt x="87" y="22"/>
                    <a:pt x="79" y="23"/>
                  </a:cubicBezTo>
                  <a:cubicBezTo>
                    <a:pt x="62" y="23"/>
                    <a:pt x="48" y="24"/>
                    <a:pt x="31" y="22"/>
                  </a:cubicBezTo>
                  <a:cubicBezTo>
                    <a:pt x="13" y="19"/>
                    <a:pt x="5" y="19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F687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6" name="Freeform 1169">
              <a:extLst>
                <a:ext uri="{FF2B5EF4-FFF2-40B4-BE49-F238E27FC236}">
                  <a16:creationId xmlns:a16="http://schemas.microsoft.com/office/drawing/2014/main" id="{5F263D95-F509-4FDA-998A-9425DCBF9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496"/>
              <a:ext cx="92" cy="59"/>
            </a:xfrm>
            <a:custGeom>
              <a:avLst/>
              <a:gdLst>
                <a:gd name="T0" fmla="*/ 569 w 37"/>
                <a:gd name="T1" fmla="*/ 0 h 22"/>
                <a:gd name="T2" fmla="*/ 308 w 37"/>
                <a:gd name="T3" fmla="*/ 94 h 22"/>
                <a:gd name="T4" fmla="*/ 0 w 37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2">
                  <a:moveTo>
                    <a:pt x="37" y="0"/>
                  </a:moveTo>
                  <a:cubicBezTo>
                    <a:pt x="32" y="3"/>
                    <a:pt x="26" y="2"/>
                    <a:pt x="20" y="5"/>
                  </a:cubicBezTo>
                  <a:cubicBezTo>
                    <a:pt x="13" y="9"/>
                    <a:pt x="6" y="17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6F687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7" name="Freeform 1170">
              <a:extLst>
                <a:ext uri="{FF2B5EF4-FFF2-40B4-BE49-F238E27FC236}">
                  <a16:creationId xmlns:a16="http://schemas.microsoft.com/office/drawing/2014/main" id="{287D1EB4-B149-4CF2-8084-F875660E4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480"/>
              <a:ext cx="72" cy="69"/>
            </a:xfrm>
            <a:custGeom>
              <a:avLst/>
              <a:gdLst>
                <a:gd name="T0" fmla="*/ 444 w 29"/>
                <a:gd name="T1" fmla="*/ 295 h 26"/>
                <a:gd name="T2" fmla="*/ 353 w 29"/>
                <a:gd name="T3" fmla="*/ 77 h 26"/>
                <a:gd name="T4" fmla="*/ 184 w 29"/>
                <a:gd name="T5" fmla="*/ 430 h 26"/>
                <a:gd name="T6" fmla="*/ 0 w 29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6">
                  <a:moveTo>
                    <a:pt x="29" y="16"/>
                  </a:moveTo>
                  <a:cubicBezTo>
                    <a:pt x="28" y="12"/>
                    <a:pt x="27" y="7"/>
                    <a:pt x="23" y="4"/>
                  </a:cubicBezTo>
                  <a:cubicBezTo>
                    <a:pt x="19" y="9"/>
                    <a:pt x="20" y="26"/>
                    <a:pt x="12" y="23"/>
                  </a:cubicBezTo>
                  <a:cubicBezTo>
                    <a:pt x="3" y="21"/>
                    <a:pt x="1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8" name="Freeform 1171">
              <a:extLst>
                <a:ext uri="{FF2B5EF4-FFF2-40B4-BE49-F238E27FC236}">
                  <a16:creationId xmlns:a16="http://schemas.microsoft.com/office/drawing/2014/main" id="{4F6DAE24-C166-4725-98FD-B7EDD7B96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448"/>
              <a:ext cx="27" cy="13"/>
            </a:xfrm>
            <a:custGeom>
              <a:avLst/>
              <a:gdLst>
                <a:gd name="T0" fmla="*/ 162 w 11"/>
                <a:gd name="T1" fmla="*/ 0 h 5"/>
                <a:gd name="T2" fmla="*/ 0 w 1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11" y="0"/>
                  </a:moveTo>
                  <a:cubicBezTo>
                    <a:pt x="7" y="0"/>
                    <a:pt x="3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9" name="Freeform 1172">
              <a:extLst>
                <a:ext uri="{FF2B5EF4-FFF2-40B4-BE49-F238E27FC236}">
                  <a16:creationId xmlns:a16="http://schemas.microsoft.com/office/drawing/2014/main" id="{F319C6F2-AAD4-4F12-B539-957EC296B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520"/>
              <a:ext cx="55" cy="40"/>
            </a:xfrm>
            <a:custGeom>
              <a:avLst/>
              <a:gdLst>
                <a:gd name="T0" fmla="*/ 113 w 22"/>
                <a:gd name="T1" fmla="*/ 248 h 15"/>
                <a:gd name="T2" fmla="*/ 20 w 22"/>
                <a:gd name="T3" fmla="*/ 0 h 15"/>
                <a:gd name="T4" fmla="*/ 345 w 22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7" y="13"/>
                  </a:moveTo>
                  <a:cubicBezTo>
                    <a:pt x="3" y="10"/>
                    <a:pt x="0" y="6"/>
                    <a:pt x="1" y="0"/>
                  </a:cubicBezTo>
                  <a:cubicBezTo>
                    <a:pt x="9" y="1"/>
                    <a:pt x="17" y="10"/>
                    <a:pt x="22" y="1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0" name="Freeform 1173">
              <a:extLst>
                <a:ext uri="{FF2B5EF4-FFF2-40B4-BE49-F238E27FC236}">
                  <a16:creationId xmlns:a16="http://schemas.microsoft.com/office/drawing/2014/main" id="{B4D12162-16AE-40D4-B01F-7A9B59B53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480"/>
              <a:ext cx="25" cy="24"/>
            </a:xfrm>
            <a:custGeom>
              <a:avLst/>
              <a:gdLst>
                <a:gd name="T0" fmla="*/ 50 w 10"/>
                <a:gd name="T1" fmla="*/ 0 h 9"/>
                <a:gd name="T2" fmla="*/ 0 w 10"/>
                <a:gd name="T3" fmla="*/ 171 h 9"/>
                <a:gd name="T4" fmla="*/ 158 w 10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cubicBezTo>
                    <a:pt x="4" y="4"/>
                    <a:pt x="3" y="7"/>
                    <a:pt x="0" y="9"/>
                  </a:cubicBezTo>
                  <a:cubicBezTo>
                    <a:pt x="4" y="8"/>
                    <a:pt x="7" y="7"/>
                    <a:pt x="10" y="7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1" name="Freeform 1174">
              <a:extLst>
                <a:ext uri="{FF2B5EF4-FFF2-40B4-BE49-F238E27FC236}">
                  <a16:creationId xmlns:a16="http://schemas.microsoft.com/office/drawing/2014/main" id="{0FA90608-820F-448C-A32D-6847F9F4D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197"/>
              <a:ext cx="32" cy="35"/>
            </a:xfrm>
            <a:custGeom>
              <a:avLst/>
              <a:gdLst>
                <a:gd name="T0" fmla="*/ 0 w 13"/>
                <a:gd name="T1" fmla="*/ 0 h 13"/>
                <a:gd name="T2" fmla="*/ 0 w 13"/>
                <a:gd name="T3" fmla="*/ 232 h 13"/>
                <a:gd name="T4" fmla="*/ 194 w 13"/>
                <a:gd name="T5" fmla="*/ 23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2" y="4"/>
                    <a:pt x="5" y="9"/>
                    <a:pt x="0" y="12"/>
                  </a:cubicBezTo>
                  <a:cubicBezTo>
                    <a:pt x="4" y="10"/>
                    <a:pt x="9" y="13"/>
                    <a:pt x="13" y="12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2" name="Freeform 1175">
              <a:extLst>
                <a:ext uri="{FF2B5EF4-FFF2-40B4-BE49-F238E27FC236}">
                  <a16:creationId xmlns:a16="http://schemas.microsoft.com/office/drawing/2014/main" id="{F15ABF40-9665-41C5-9398-DA21E696B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" y="1725"/>
              <a:ext cx="35" cy="38"/>
            </a:xfrm>
            <a:custGeom>
              <a:avLst/>
              <a:gdLst>
                <a:gd name="T0" fmla="*/ 208 w 14"/>
                <a:gd name="T1" fmla="*/ 141 h 14"/>
                <a:gd name="T2" fmla="*/ 220 w 14"/>
                <a:gd name="T3" fmla="*/ 280 h 14"/>
                <a:gd name="T4" fmla="*/ 95 w 14"/>
                <a:gd name="T5" fmla="*/ 141 h 14"/>
                <a:gd name="T6" fmla="*/ 0 w 14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3" y="7"/>
                  </a:moveTo>
                  <a:cubicBezTo>
                    <a:pt x="12" y="9"/>
                    <a:pt x="12" y="12"/>
                    <a:pt x="14" y="14"/>
                  </a:cubicBezTo>
                  <a:cubicBezTo>
                    <a:pt x="10" y="14"/>
                    <a:pt x="8" y="10"/>
                    <a:pt x="6" y="7"/>
                  </a:cubicBezTo>
                  <a:cubicBezTo>
                    <a:pt x="4" y="5"/>
                    <a:pt x="1" y="3"/>
                    <a:pt x="0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3" name="Freeform 1176">
              <a:extLst>
                <a:ext uri="{FF2B5EF4-FFF2-40B4-BE49-F238E27FC236}">
                  <a16:creationId xmlns:a16="http://schemas.microsoft.com/office/drawing/2014/main" id="{6FC4A85E-69F6-417B-9965-C702681DF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541"/>
              <a:ext cx="87" cy="70"/>
            </a:xfrm>
            <a:custGeom>
              <a:avLst/>
              <a:gdLst>
                <a:gd name="T0" fmla="*/ 12 w 35"/>
                <a:gd name="T1" fmla="*/ 175 h 26"/>
                <a:gd name="T2" fmla="*/ 42 w 35"/>
                <a:gd name="T3" fmla="*/ 22 h 26"/>
                <a:gd name="T4" fmla="*/ 186 w 35"/>
                <a:gd name="T5" fmla="*/ 232 h 26"/>
                <a:gd name="T6" fmla="*/ 259 w 35"/>
                <a:gd name="T7" fmla="*/ 0 h 26"/>
                <a:gd name="T8" fmla="*/ 341 w 35"/>
                <a:gd name="T9" fmla="*/ 175 h 26"/>
                <a:gd name="T10" fmla="*/ 507 w 35"/>
                <a:gd name="T11" fmla="*/ 0 h 26"/>
                <a:gd name="T12" fmla="*/ 415 w 35"/>
                <a:gd name="T13" fmla="*/ 50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6">
                  <a:moveTo>
                    <a:pt x="1" y="9"/>
                  </a:moveTo>
                  <a:cubicBezTo>
                    <a:pt x="0" y="6"/>
                    <a:pt x="1" y="3"/>
                    <a:pt x="3" y="1"/>
                  </a:cubicBezTo>
                  <a:cubicBezTo>
                    <a:pt x="8" y="1"/>
                    <a:pt x="11" y="7"/>
                    <a:pt x="12" y="12"/>
                  </a:cubicBezTo>
                  <a:cubicBezTo>
                    <a:pt x="12" y="7"/>
                    <a:pt x="13" y="3"/>
                    <a:pt x="17" y="0"/>
                  </a:cubicBezTo>
                  <a:cubicBezTo>
                    <a:pt x="20" y="2"/>
                    <a:pt x="22" y="5"/>
                    <a:pt x="22" y="9"/>
                  </a:cubicBezTo>
                  <a:cubicBezTo>
                    <a:pt x="25" y="5"/>
                    <a:pt x="28" y="1"/>
                    <a:pt x="33" y="0"/>
                  </a:cubicBezTo>
                  <a:cubicBezTo>
                    <a:pt x="35" y="9"/>
                    <a:pt x="31" y="19"/>
                    <a:pt x="27" y="2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4" name="Freeform 1177">
              <a:extLst>
                <a:ext uri="{FF2B5EF4-FFF2-40B4-BE49-F238E27FC236}">
                  <a16:creationId xmlns:a16="http://schemas.microsoft.com/office/drawing/2014/main" id="{A9D73772-E0C3-4D4F-8965-F66E73CA1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643"/>
              <a:ext cx="40" cy="50"/>
            </a:xfrm>
            <a:custGeom>
              <a:avLst/>
              <a:gdLst>
                <a:gd name="T0" fmla="*/ 0 w 16"/>
                <a:gd name="T1" fmla="*/ 200 h 19"/>
                <a:gd name="T2" fmla="*/ 63 w 16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1"/>
                  </a:moveTo>
                  <a:cubicBezTo>
                    <a:pt x="11" y="0"/>
                    <a:pt x="16" y="13"/>
                    <a:pt x="4" y="1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5" name="Freeform 1178">
              <a:extLst>
                <a:ext uri="{FF2B5EF4-FFF2-40B4-BE49-F238E27FC236}">
                  <a16:creationId xmlns:a16="http://schemas.microsoft.com/office/drawing/2014/main" id="{F038D596-CB6B-4CA1-91FC-1346410E6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2397"/>
              <a:ext cx="22" cy="32"/>
            </a:xfrm>
            <a:custGeom>
              <a:avLst/>
              <a:gdLst>
                <a:gd name="T0" fmla="*/ 120 w 9"/>
                <a:gd name="T1" fmla="*/ 227 h 12"/>
                <a:gd name="T2" fmla="*/ 0 w 9"/>
                <a:gd name="T3" fmla="*/ 21 h 12"/>
                <a:gd name="T4" fmla="*/ 132 w 9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12"/>
                  </a:moveTo>
                  <a:cubicBezTo>
                    <a:pt x="7" y="7"/>
                    <a:pt x="5" y="3"/>
                    <a:pt x="0" y="1"/>
                  </a:cubicBezTo>
                  <a:cubicBezTo>
                    <a:pt x="3" y="0"/>
                    <a:pt x="6" y="0"/>
                    <a:pt x="9" y="1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FB77C7A7-10F8-444D-9AF0-545A96D627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Brain (8)</a:t>
            </a:r>
          </a:p>
        </p:txBody>
      </p:sp>
      <p:grpSp>
        <p:nvGrpSpPr>
          <p:cNvPr id="55298" name="color-coded-human-brain-lobes">
            <a:extLst>
              <a:ext uri="{FF2B5EF4-FFF2-40B4-BE49-F238E27FC236}">
                <a16:creationId xmlns:a16="http://schemas.microsoft.com/office/drawing/2014/main" id="{E421EC0A-FCB1-4456-AD22-1FE7D4A9DBE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246438" y="1676400"/>
            <a:ext cx="5448300" cy="4000500"/>
            <a:chOff x="1185" y="1097"/>
            <a:chExt cx="3432" cy="2520"/>
          </a:xfrm>
        </p:grpSpPr>
        <p:sp>
          <p:nvSpPr>
            <p:cNvPr id="55303" name="Freeform 360">
              <a:extLst>
                <a:ext uri="{FF2B5EF4-FFF2-40B4-BE49-F238E27FC236}">
                  <a16:creationId xmlns:a16="http://schemas.microsoft.com/office/drawing/2014/main" id="{10CC2E29-C16D-4D1C-BB03-CF32AA1C6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856"/>
              <a:ext cx="634" cy="759"/>
            </a:xfrm>
            <a:custGeom>
              <a:avLst/>
              <a:gdLst>
                <a:gd name="T0" fmla="*/ 2837 w 293"/>
                <a:gd name="T1" fmla="*/ 1250 h 329"/>
                <a:gd name="T2" fmla="*/ 2735 w 293"/>
                <a:gd name="T3" fmla="*/ 1463 h 329"/>
                <a:gd name="T4" fmla="*/ 2482 w 293"/>
                <a:gd name="T5" fmla="*/ 1853 h 329"/>
                <a:gd name="T6" fmla="*/ 2188 w 293"/>
                <a:gd name="T7" fmla="*/ 2086 h 329"/>
                <a:gd name="T8" fmla="*/ 1984 w 293"/>
                <a:gd name="T9" fmla="*/ 2369 h 329"/>
                <a:gd name="T10" fmla="*/ 1722 w 293"/>
                <a:gd name="T11" fmla="*/ 2736 h 329"/>
                <a:gd name="T12" fmla="*/ 1448 w 293"/>
                <a:gd name="T13" fmla="*/ 3034 h 329"/>
                <a:gd name="T14" fmla="*/ 913 w 293"/>
                <a:gd name="T15" fmla="*/ 3767 h 329"/>
                <a:gd name="T16" fmla="*/ 760 w 293"/>
                <a:gd name="T17" fmla="*/ 4040 h 329"/>
                <a:gd name="T18" fmla="*/ 576 w 293"/>
                <a:gd name="T19" fmla="*/ 4028 h 329"/>
                <a:gd name="T20" fmla="*/ 366 w 293"/>
                <a:gd name="T21" fmla="*/ 3929 h 329"/>
                <a:gd name="T22" fmla="*/ 52 w 293"/>
                <a:gd name="T23" fmla="*/ 3645 h 329"/>
                <a:gd name="T24" fmla="*/ 182 w 293"/>
                <a:gd name="T25" fmla="*/ 3156 h 329"/>
                <a:gd name="T26" fmla="*/ 314 w 293"/>
                <a:gd name="T27" fmla="*/ 2895 h 329"/>
                <a:gd name="T28" fmla="*/ 446 w 293"/>
                <a:gd name="T29" fmla="*/ 2545 h 329"/>
                <a:gd name="T30" fmla="*/ 647 w 293"/>
                <a:gd name="T31" fmla="*/ 2076 h 329"/>
                <a:gd name="T32" fmla="*/ 861 w 293"/>
                <a:gd name="T33" fmla="*/ 1410 h 329"/>
                <a:gd name="T34" fmla="*/ 1521 w 293"/>
                <a:gd name="T35" fmla="*/ 272 h 329"/>
                <a:gd name="T36" fmla="*/ 2514 w 293"/>
                <a:gd name="T37" fmla="*/ 134 h 329"/>
                <a:gd name="T38" fmla="*/ 2856 w 293"/>
                <a:gd name="T39" fmla="*/ 480 h 329"/>
                <a:gd name="T40" fmla="*/ 2960 w 293"/>
                <a:gd name="T41" fmla="*/ 909 h 329"/>
                <a:gd name="T42" fmla="*/ 2960 w 293"/>
                <a:gd name="T43" fmla="*/ 948 h 329"/>
                <a:gd name="T44" fmla="*/ 2837 w 293"/>
                <a:gd name="T45" fmla="*/ 1250 h 32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3" h="329">
                  <a:moveTo>
                    <a:pt x="280" y="102"/>
                  </a:moveTo>
                  <a:cubicBezTo>
                    <a:pt x="277" y="108"/>
                    <a:pt x="274" y="114"/>
                    <a:pt x="270" y="119"/>
                  </a:cubicBezTo>
                  <a:cubicBezTo>
                    <a:pt x="262" y="130"/>
                    <a:pt x="256" y="143"/>
                    <a:pt x="245" y="151"/>
                  </a:cubicBezTo>
                  <a:cubicBezTo>
                    <a:pt x="235" y="157"/>
                    <a:pt x="226" y="164"/>
                    <a:pt x="216" y="170"/>
                  </a:cubicBezTo>
                  <a:cubicBezTo>
                    <a:pt x="204" y="176"/>
                    <a:pt x="201" y="181"/>
                    <a:pt x="196" y="193"/>
                  </a:cubicBezTo>
                  <a:cubicBezTo>
                    <a:pt x="191" y="207"/>
                    <a:pt x="180" y="214"/>
                    <a:pt x="170" y="223"/>
                  </a:cubicBezTo>
                  <a:cubicBezTo>
                    <a:pt x="161" y="232"/>
                    <a:pt x="152" y="239"/>
                    <a:pt x="143" y="247"/>
                  </a:cubicBezTo>
                  <a:cubicBezTo>
                    <a:pt x="123" y="265"/>
                    <a:pt x="106" y="286"/>
                    <a:pt x="90" y="307"/>
                  </a:cubicBezTo>
                  <a:cubicBezTo>
                    <a:pt x="85" y="315"/>
                    <a:pt x="80" y="321"/>
                    <a:pt x="75" y="329"/>
                  </a:cubicBezTo>
                  <a:cubicBezTo>
                    <a:pt x="69" y="327"/>
                    <a:pt x="63" y="329"/>
                    <a:pt x="57" y="328"/>
                  </a:cubicBezTo>
                  <a:cubicBezTo>
                    <a:pt x="50" y="327"/>
                    <a:pt x="43" y="324"/>
                    <a:pt x="36" y="320"/>
                  </a:cubicBezTo>
                  <a:cubicBezTo>
                    <a:pt x="25" y="314"/>
                    <a:pt x="9" y="310"/>
                    <a:pt x="5" y="297"/>
                  </a:cubicBezTo>
                  <a:cubicBezTo>
                    <a:pt x="0" y="283"/>
                    <a:pt x="10" y="268"/>
                    <a:pt x="18" y="257"/>
                  </a:cubicBezTo>
                  <a:cubicBezTo>
                    <a:pt x="22" y="250"/>
                    <a:pt x="27" y="243"/>
                    <a:pt x="31" y="236"/>
                  </a:cubicBezTo>
                  <a:cubicBezTo>
                    <a:pt x="36" y="227"/>
                    <a:pt x="39" y="217"/>
                    <a:pt x="44" y="207"/>
                  </a:cubicBezTo>
                  <a:cubicBezTo>
                    <a:pt x="52" y="195"/>
                    <a:pt x="58" y="183"/>
                    <a:pt x="64" y="169"/>
                  </a:cubicBezTo>
                  <a:cubicBezTo>
                    <a:pt x="70" y="151"/>
                    <a:pt x="76" y="132"/>
                    <a:pt x="85" y="115"/>
                  </a:cubicBezTo>
                  <a:cubicBezTo>
                    <a:pt x="102" y="82"/>
                    <a:pt x="113" y="40"/>
                    <a:pt x="150" y="22"/>
                  </a:cubicBezTo>
                  <a:cubicBezTo>
                    <a:pt x="179" y="8"/>
                    <a:pt x="217" y="0"/>
                    <a:pt x="248" y="11"/>
                  </a:cubicBezTo>
                  <a:cubicBezTo>
                    <a:pt x="262" y="16"/>
                    <a:pt x="277" y="26"/>
                    <a:pt x="282" y="39"/>
                  </a:cubicBezTo>
                  <a:cubicBezTo>
                    <a:pt x="285" y="45"/>
                    <a:pt x="293" y="65"/>
                    <a:pt x="292" y="74"/>
                  </a:cubicBezTo>
                  <a:cubicBezTo>
                    <a:pt x="292" y="77"/>
                    <a:pt x="292" y="77"/>
                    <a:pt x="292" y="77"/>
                  </a:cubicBezTo>
                  <a:cubicBezTo>
                    <a:pt x="288" y="85"/>
                    <a:pt x="285" y="94"/>
                    <a:pt x="280" y="102"/>
                  </a:cubicBezTo>
                </a:path>
              </a:pathLst>
            </a:custGeom>
            <a:solidFill>
              <a:srgbClr val="F99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4" name="Freeform 361">
              <a:extLst>
                <a:ext uri="{FF2B5EF4-FFF2-40B4-BE49-F238E27FC236}">
                  <a16:creationId xmlns:a16="http://schemas.microsoft.com/office/drawing/2014/main" id="{9854A448-50BE-414E-9FD4-A0FF0AC6E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3098"/>
              <a:ext cx="606" cy="519"/>
            </a:xfrm>
            <a:custGeom>
              <a:avLst/>
              <a:gdLst>
                <a:gd name="T0" fmla="*/ 2840 w 280"/>
                <a:gd name="T1" fmla="*/ 0 h 225"/>
                <a:gd name="T2" fmla="*/ 2736 w 280"/>
                <a:gd name="T3" fmla="*/ 187 h 225"/>
                <a:gd name="T4" fmla="*/ 2482 w 280"/>
                <a:gd name="T5" fmla="*/ 574 h 225"/>
                <a:gd name="T6" fmla="*/ 2188 w 280"/>
                <a:gd name="T7" fmla="*/ 810 h 225"/>
                <a:gd name="T8" fmla="*/ 1987 w 280"/>
                <a:gd name="T9" fmla="*/ 1091 h 225"/>
                <a:gd name="T10" fmla="*/ 1723 w 280"/>
                <a:gd name="T11" fmla="*/ 1474 h 225"/>
                <a:gd name="T12" fmla="*/ 1448 w 280"/>
                <a:gd name="T13" fmla="*/ 1755 h 225"/>
                <a:gd name="T14" fmla="*/ 913 w 280"/>
                <a:gd name="T15" fmla="*/ 2491 h 225"/>
                <a:gd name="T16" fmla="*/ 760 w 280"/>
                <a:gd name="T17" fmla="*/ 2761 h 225"/>
                <a:gd name="T18" fmla="*/ 576 w 280"/>
                <a:gd name="T19" fmla="*/ 2752 h 225"/>
                <a:gd name="T20" fmla="*/ 366 w 280"/>
                <a:gd name="T21" fmla="*/ 2650 h 225"/>
                <a:gd name="T22" fmla="*/ 52 w 280"/>
                <a:gd name="T23" fmla="*/ 2367 h 225"/>
                <a:gd name="T24" fmla="*/ 182 w 280"/>
                <a:gd name="T25" fmla="*/ 1878 h 225"/>
                <a:gd name="T26" fmla="*/ 314 w 280"/>
                <a:gd name="T27" fmla="*/ 1617 h 225"/>
                <a:gd name="T28" fmla="*/ 418 w 280"/>
                <a:gd name="T29" fmla="*/ 1352 h 2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0" h="225">
                  <a:moveTo>
                    <a:pt x="280" y="0"/>
                  </a:moveTo>
                  <a:cubicBezTo>
                    <a:pt x="276" y="5"/>
                    <a:pt x="273" y="11"/>
                    <a:pt x="270" y="15"/>
                  </a:cubicBezTo>
                  <a:cubicBezTo>
                    <a:pt x="262" y="26"/>
                    <a:pt x="256" y="40"/>
                    <a:pt x="245" y="47"/>
                  </a:cubicBezTo>
                  <a:cubicBezTo>
                    <a:pt x="235" y="53"/>
                    <a:pt x="226" y="60"/>
                    <a:pt x="216" y="66"/>
                  </a:cubicBezTo>
                  <a:cubicBezTo>
                    <a:pt x="204" y="72"/>
                    <a:pt x="201" y="77"/>
                    <a:pt x="196" y="89"/>
                  </a:cubicBezTo>
                  <a:cubicBezTo>
                    <a:pt x="191" y="103"/>
                    <a:pt x="180" y="110"/>
                    <a:pt x="170" y="120"/>
                  </a:cubicBezTo>
                  <a:cubicBezTo>
                    <a:pt x="161" y="128"/>
                    <a:pt x="152" y="135"/>
                    <a:pt x="143" y="143"/>
                  </a:cubicBezTo>
                  <a:cubicBezTo>
                    <a:pt x="123" y="161"/>
                    <a:pt x="106" y="182"/>
                    <a:pt x="90" y="203"/>
                  </a:cubicBezTo>
                  <a:cubicBezTo>
                    <a:pt x="85" y="211"/>
                    <a:pt x="80" y="218"/>
                    <a:pt x="75" y="225"/>
                  </a:cubicBezTo>
                  <a:cubicBezTo>
                    <a:pt x="69" y="223"/>
                    <a:pt x="63" y="225"/>
                    <a:pt x="57" y="224"/>
                  </a:cubicBezTo>
                  <a:cubicBezTo>
                    <a:pt x="50" y="223"/>
                    <a:pt x="43" y="220"/>
                    <a:pt x="36" y="216"/>
                  </a:cubicBezTo>
                  <a:cubicBezTo>
                    <a:pt x="25" y="210"/>
                    <a:pt x="9" y="206"/>
                    <a:pt x="5" y="193"/>
                  </a:cubicBezTo>
                  <a:cubicBezTo>
                    <a:pt x="0" y="179"/>
                    <a:pt x="10" y="164"/>
                    <a:pt x="18" y="153"/>
                  </a:cubicBezTo>
                  <a:cubicBezTo>
                    <a:pt x="22" y="146"/>
                    <a:pt x="27" y="140"/>
                    <a:pt x="31" y="132"/>
                  </a:cubicBezTo>
                  <a:cubicBezTo>
                    <a:pt x="35" y="125"/>
                    <a:pt x="37" y="117"/>
                    <a:pt x="41" y="110"/>
                  </a:cubicBezTo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5" name="Freeform 362">
              <a:extLst>
                <a:ext uri="{FF2B5EF4-FFF2-40B4-BE49-F238E27FC236}">
                  <a16:creationId xmlns:a16="http://schemas.microsoft.com/office/drawing/2014/main" id="{85F84B96-2483-4C38-B060-619517F1A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040"/>
              <a:ext cx="171" cy="210"/>
            </a:xfrm>
            <a:custGeom>
              <a:avLst/>
              <a:gdLst>
                <a:gd name="T0" fmla="*/ 28 w 79"/>
                <a:gd name="T1" fmla="*/ 969 h 91"/>
                <a:gd name="T2" fmla="*/ 680 w 79"/>
                <a:gd name="T3" fmla="*/ 773 h 91"/>
                <a:gd name="T4" fmla="*/ 487 w 79"/>
                <a:gd name="T5" fmla="*/ 404 h 91"/>
                <a:gd name="T6" fmla="*/ 225 w 79"/>
                <a:gd name="T7" fmla="*/ 358 h 91"/>
                <a:gd name="T8" fmla="*/ 89 w 79"/>
                <a:gd name="T9" fmla="*/ 688 h 91"/>
                <a:gd name="T10" fmla="*/ 28 w 79"/>
                <a:gd name="T11" fmla="*/ 969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91">
                  <a:moveTo>
                    <a:pt x="3" y="79"/>
                  </a:moveTo>
                  <a:cubicBezTo>
                    <a:pt x="21" y="91"/>
                    <a:pt x="53" y="84"/>
                    <a:pt x="67" y="63"/>
                  </a:cubicBezTo>
                  <a:cubicBezTo>
                    <a:pt x="79" y="45"/>
                    <a:pt x="57" y="44"/>
                    <a:pt x="48" y="33"/>
                  </a:cubicBezTo>
                  <a:cubicBezTo>
                    <a:pt x="35" y="19"/>
                    <a:pt x="31" y="0"/>
                    <a:pt x="22" y="29"/>
                  </a:cubicBezTo>
                  <a:cubicBezTo>
                    <a:pt x="18" y="40"/>
                    <a:pt x="15" y="47"/>
                    <a:pt x="9" y="56"/>
                  </a:cubicBezTo>
                  <a:cubicBezTo>
                    <a:pt x="4" y="63"/>
                    <a:pt x="0" y="68"/>
                    <a:pt x="3" y="79"/>
                  </a:cubicBezTo>
                </a:path>
              </a:pathLst>
            </a:custGeom>
            <a:solidFill>
              <a:srgbClr val="F7C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6" name="Freeform 363">
              <a:extLst>
                <a:ext uri="{FF2B5EF4-FFF2-40B4-BE49-F238E27FC236}">
                  <a16:creationId xmlns:a16="http://schemas.microsoft.com/office/drawing/2014/main" id="{56779E86-4208-466A-A37D-1BD6D9611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3269"/>
              <a:ext cx="176" cy="214"/>
            </a:xfrm>
            <a:custGeom>
              <a:avLst/>
              <a:gdLst>
                <a:gd name="T0" fmla="*/ 665 w 81"/>
                <a:gd name="T1" fmla="*/ 0 h 93"/>
                <a:gd name="T2" fmla="*/ 821 w 81"/>
                <a:gd name="T3" fmla="*/ 159 h 93"/>
                <a:gd name="T4" fmla="*/ 584 w 81"/>
                <a:gd name="T5" fmla="*/ 403 h 93"/>
                <a:gd name="T6" fmla="*/ 254 w 81"/>
                <a:gd name="T7" fmla="*/ 720 h 93"/>
                <a:gd name="T8" fmla="*/ 0 w 81"/>
                <a:gd name="T9" fmla="*/ 1132 h 93"/>
                <a:gd name="T10" fmla="*/ 430 w 81"/>
                <a:gd name="T11" fmla="*/ 329 h 93"/>
                <a:gd name="T12" fmla="*/ 665 w 81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93">
                  <a:moveTo>
                    <a:pt x="65" y="0"/>
                  </a:moveTo>
                  <a:cubicBezTo>
                    <a:pt x="73" y="1"/>
                    <a:pt x="81" y="4"/>
                    <a:pt x="80" y="13"/>
                  </a:cubicBezTo>
                  <a:cubicBezTo>
                    <a:pt x="79" y="23"/>
                    <a:pt x="63" y="28"/>
                    <a:pt x="57" y="33"/>
                  </a:cubicBezTo>
                  <a:cubicBezTo>
                    <a:pt x="46" y="41"/>
                    <a:pt x="34" y="49"/>
                    <a:pt x="25" y="59"/>
                  </a:cubicBezTo>
                  <a:cubicBezTo>
                    <a:pt x="16" y="70"/>
                    <a:pt x="10" y="83"/>
                    <a:pt x="0" y="93"/>
                  </a:cubicBezTo>
                  <a:cubicBezTo>
                    <a:pt x="3" y="71"/>
                    <a:pt x="29" y="45"/>
                    <a:pt x="42" y="27"/>
                  </a:cubicBezTo>
                  <a:cubicBezTo>
                    <a:pt x="47" y="19"/>
                    <a:pt x="55" y="0"/>
                    <a:pt x="65" y="0"/>
                  </a:cubicBezTo>
                </a:path>
              </a:pathLst>
            </a:custGeom>
            <a:solidFill>
              <a:srgbClr val="F7C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7" name="Freeform 364">
              <a:extLst>
                <a:ext uri="{FF2B5EF4-FFF2-40B4-BE49-F238E27FC236}">
                  <a16:creationId xmlns:a16="http://schemas.microsoft.com/office/drawing/2014/main" id="{A9EA18DE-79DC-4F49-81F6-446C67CFD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3236"/>
              <a:ext cx="169" cy="206"/>
            </a:xfrm>
            <a:custGeom>
              <a:avLst/>
              <a:gdLst>
                <a:gd name="T0" fmla="*/ 579 w 78"/>
                <a:gd name="T1" fmla="*/ 37 h 89"/>
                <a:gd name="T2" fmla="*/ 325 w 78"/>
                <a:gd name="T3" fmla="*/ 521 h 89"/>
                <a:gd name="T4" fmla="*/ 0 w 78"/>
                <a:gd name="T5" fmla="*/ 1104 h 89"/>
                <a:gd name="T6" fmla="*/ 286 w 78"/>
                <a:gd name="T7" fmla="*/ 322 h 89"/>
                <a:gd name="T8" fmla="*/ 579 w 78"/>
                <a:gd name="T9" fmla="*/ 37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9">
                  <a:moveTo>
                    <a:pt x="57" y="3"/>
                  </a:moveTo>
                  <a:cubicBezTo>
                    <a:pt x="78" y="17"/>
                    <a:pt x="41" y="32"/>
                    <a:pt x="32" y="42"/>
                  </a:cubicBezTo>
                  <a:cubicBezTo>
                    <a:pt x="19" y="56"/>
                    <a:pt x="11" y="74"/>
                    <a:pt x="0" y="89"/>
                  </a:cubicBezTo>
                  <a:cubicBezTo>
                    <a:pt x="7" y="66"/>
                    <a:pt x="19" y="47"/>
                    <a:pt x="28" y="26"/>
                  </a:cubicBezTo>
                  <a:cubicBezTo>
                    <a:pt x="34" y="13"/>
                    <a:pt x="39" y="0"/>
                    <a:pt x="57" y="3"/>
                  </a:cubicBezTo>
                </a:path>
              </a:pathLst>
            </a:custGeom>
            <a:solidFill>
              <a:srgbClr val="F7C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8" name="Freeform 365">
              <a:extLst>
                <a:ext uri="{FF2B5EF4-FFF2-40B4-BE49-F238E27FC236}">
                  <a16:creationId xmlns:a16="http://schemas.microsoft.com/office/drawing/2014/main" id="{A70C4CE3-57B4-4132-A144-9440EEBD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3278"/>
              <a:ext cx="30" cy="41"/>
            </a:xfrm>
            <a:custGeom>
              <a:avLst/>
              <a:gdLst>
                <a:gd name="T0" fmla="*/ 41 w 14"/>
                <a:gd name="T1" fmla="*/ 0 h 18"/>
                <a:gd name="T2" fmla="*/ 0 w 14"/>
                <a:gd name="T3" fmla="*/ 212 h 18"/>
                <a:gd name="T4" fmla="*/ 41 w 14"/>
                <a:gd name="T5" fmla="*/ 2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4" y="0"/>
                  </a:moveTo>
                  <a:cubicBezTo>
                    <a:pt x="14" y="7"/>
                    <a:pt x="5" y="12"/>
                    <a:pt x="0" y="18"/>
                  </a:cubicBezTo>
                  <a:cubicBezTo>
                    <a:pt x="3" y="15"/>
                    <a:pt x="14" y="5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9" name="Freeform 366">
              <a:extLst>
                <a:ext uri="{FF2B5EF4-FFF2-40B4-BE49-F238E27FC236}">
                  <a16:creationId xmlns:a16="http://schemas.microsoft.com/office/drawing/2014/main" id="{7F168E98-3790-4288-B113-031041E3A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3151"/>
              <a:ext cx="78" cy="74"/>
            </a:xfrm>
            <a:custGeom>
              <a:avLst/>
              <a:gdLst>
                <a:gd name="T0" fmla="*/ 193 w 36"/>
                <a:gd name="T1" fmla="*/ 0 h 32"/>
                <a:gd name="T2" fmla="*/ 0 w 36"/>
                <a:gd name="T3" fmla="*/ 395 h 32"/>
                <a:gd name="T4" fmla="*/ 217 w 36"/>
                <a:gd name="T5" fmla="*/ 3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2">
                  <a:moveTo>
                    <a:pt x="19" y="0"/>
                  </a:moveTo>
                  <a:cubicBezTo>
                    <a:pt x="36" y="2"/>
                    <a:pt x="5" y="29"/>
                    <a:pt x="0" y="32"/>
                  </a:cubicBezTo>
                  <a:cubicBezTo>
                    <a:pt x="5" y="28"/>
                    <a:pt x="29" y="11"/>
                    <a:pt x="2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0" name="Freeform 367">
              <a:extLst>
                <a:ext uri="{FF2B5EF4-FFF2-40B4-BE49-F238E27FC236}">
                  <a16:creationId xmlns:a16="http://schemas.microsoft.com/office/drawing/2014/main" id="{05F1AEE9-B753-4053-95E4-1E3AA8D13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248"/>
              <a:ext cx="46" cy="51"/>
            </a:xfrm>
            <a:custGeom>
              <a:avLst/>
              <a:gdLst>
                <a:gd name="T0" fmla="*/ 61 w 21"/>
                <a:gd name="T1" fmla="*/ 28 h 22"/>
                <a:gd name="T2" fmla="*/ 0 w 21"/>
                <a:gd name="T3" fmla="*/ 274 h 22"/>
                <a:gd name="T4" fmla="*/ 61 w 21"/>
                <a:gd name="T5" fmla="*/ 3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6" y="2"/>
                  </a:moveTo>
                  <a:cubicBezTo>
                    <a:pt x="21" y="0"/>
                    <a:pt x="4" y="19"/>
                    <a:pt x="0" y="22"/>
                  </a:cubicBezTo>
                  <a:cubicBezTo>
                    <a:pt x="3" y="18"/>
                    <a:pt x="18" y="6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1" name="Freeform 368">
              <a:extLst>
                <a:ext uri="{FF2B5EF4-FFF2-40B4-BE49-F238E27FC236}">
                  <a16:creationId xmlns:a16="http://schemas.microsoft.com/office/drawing/2014/main" id="{40646346-7D2E-40EC-92B6-76B0DC95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549"/>
              <a:ext cx="1261" cy="886"/>
            </a:xfrm>
            <a:custGeom>
              <a:avLst/>
              <a:gdLst>
                <a:gd name="T0" fmla="*/ 5708 w 583"/>
                <a:gd name="T1" fmla="*/ 1917 h 384"/>
                <a:gd name="T2" fmla="*/ 5567 w 583"/>
                <a:gd name="T3" fmla="*/ 2630 h 384"/>
                <a:gd name="T4" fmla="*/ 5446 w 583"/>
                <a:gd name="T5" fmla="*/ 3168 h 384"/>
                <a:gd name="T6" fmla="*/ 4908 w 583"/>
                <a:gd name="T7" fmla="*/ 3562 h 384"/>
                <a:gd name="T8" fmla="*/ 4421 w 583"/>
                <a:gd name="T9" fmla="*/ 4089 h 384"/>
                <a:gd name="T10" fmla="*/ 4159 w 583"/>
                <a:gd name="T11" fmla="*/ 4199 h 384"/>
                <a:gd name="T12" fmla="*/ 3967 w 583"/>
                <a:gd name="T13" fmla="*/ 4462 h 384"/>
                <a:gd name="T14" fmla="*/ 3350 w 583"/>
                <a:gd name="T15" fmla="*/ 4423 h 384"/>
                <a:gd name="T16" fmla="*/ 2671 w 583"/>
                <a:gd name="T17" fmla="*/ 4642 h 384"/>
                <a:gd name="T18" fmla="*/ 2055 w 583"/>
                <a:gd name="T19" fmla="*/ 4199 h 384"/>
                <a:gd name="T20" fmla="*/ 112 w 583"/>
                <a:gd name="T21" fmla="*/ 1869 h 384"/>
                <a:gd name="T22" fmla="*/ 366 w 583"/>
                <a:gd name="T23" fmla="*/ 489 h 384"/>
                <a:gd name="T24" fmla="*/ 1843 w 583"/>
                <a:gd name="T25" fmla="*/ 542 h 384"/>
                <a:gd name="T26" fmla="*/ 4324 w 583"/>
                <a:gd name="T27" fmla="*/ 911 h 384"/>
                <a:gd name="T28" fmla="*/ 5697 w 583"/>
                <a:gd name="T29" fmla="*/ 1869 h 384"/>
                <a:gd name="T30" fmla="*/ 5708 w 583"/>
                <a:gd name="T31" fmla="*/ 1917 h 3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3" h="384">
                  <a:moveTo>
                    <a:pt x="564" y="156"/>
                  </a:moveTo>
                  <a:cubicBezTo>
                    <a:pt x="583" y="174"/>
                    <a:pt x="557" y="199"/>
                    <a:pt x="550" y="214"/>
                  </a:cubicBezTo>
                  <a:cubicBezTo>
                    <a:pt x="544" y="228"/>
                    <a:pt x="549" y="242"/>
                    <a:pt x="538" y="258"/>
                  </a:cubicBezTo>
                  <a:cubicBezTo>
                    <a:pt x="525" y="277"/>
                    <a:pt x="499" y="277"/>
                    <a:pt x="485" y="290"/>
                  </a:cubicBezTo>
                  <a:cubicBezTo>
                    <a:pt x="464" y="307"/>
                    <a:pt x="466" y="323"/>
                    <a:pt x="437" y="333"/>
                  </a:cubicBezTo>
                  <a:cubicBezTo>
                    <a:pt x="427" y="337"/>
                    <a:pt x="421" y="335"/>
                    <a:pt x="411" y="342"/>
                  </a:cubicBezTo>
                  <a:cubicBezTo>
                    <a:pt x="403" y="347"/>
                    <a:pt x="400" y="359"/>
                    <a:pt x="392" y="363"/>
                  </a:cubicBezTo>
                  <a:cubicBezTo>
                    <a:pt x="370" y="375"/>
                    <a:pt x="351" y="358"/>
                    <a:pt x="331" y="360"/>
                  </a:cubicBezTo>
                  <a:cubicBezTo>
                    <a:pt x="310" y="362"/>
                    <a:pt x="290" y="384"/>
                    <a:pt x="264" y="378"/>
                  </a:cubicBezTo>
                  <a:cubicBezTo>
                    <a:pt x="241" y="374"/>
                    <a:pt x="223" y="350"/>
                    <a:pt x="203" y="342"/>
                  </a:cubicBezTo>
                  <a:cubicBezTo>
                    <a:pt x="114" y="304"/>
                    <a:pt x="31" y="251"/>
                    <a:pt x="11" y="152"/>
                  </a:cubicBezTo>
                  <a:cubicBezTo>
                    <a:pt x="1" y="105"/>
                    <a:pt x="0" y="72"/>
                    <a:pt x="36" y="40"/>
                  </a:cubicBezTo>
                  <a:cubicBezTo>
                    <a:pt x="81" y="0"/>
                    <a:pt x="129" y="33"/>
                    <a:pt x="182" y="44"/>
                  </a:cubicBezTo>
                  <a:cubicBezTo>
                    <a:pt x="262" y="62"/>
                    <a:pt x="349" y="52"/>
                    <a:pt x="427" y="74"/>
                  </a:cubicBezTo>
                  <a:cubicBezTo>
                    <a:pt x="463" y="85"/>
                    <a:pt x="554" y="115"/>
                    <a:pt x="563" y="152"/>
                  </a:cubicBezTo>
                  <a:lnTo>
                    <a:pt x="564" y="156"/>
                  </a:lnTo>
                  <a:close/>
                </a:path>
              </a:pathLst>
            </a:custGeom>
            <a:solidFill>
              <a:srgbClr val="E2C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2" name="Freeform 369">
              <a:extLst>
                <a:ext uri="{FF2B5EF4-FFF2-40B4-BE49-F238E27FC236}">
                  <a16:creationId xmlns:a16="http://schemas.microsoft.com/office/drawing/2014/main" id="{C7423E29-CC4D-4770-A3BB-950DEB2A1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565"/>
              <a:ext cx="1265" cy="519"/>
            </a:xfrm>
            <a:custGeom>
              <a:avLst/>
              <a:gdLst>
                <a:gd name="T0" fmla="*/ 61 w 585"/>
                <a:gd name="T1" fmla="*/ 734 h 225"/>
                <a:gd name="T2" fmla="*/ 270 w 585"/>
                <a:gd name="T3" fmla="*/ 1559 h 225"/>
                <a:gd name="T4" fmla="*/ 567 w 585"/>
                <a:gd name="T5" fmla="*/ 1315 h 225"/>
                <a:gd name="T6" fmla="*/ 941 w 585"/>
                <a:gd name="T7" fmla="*/ 1372 h 225"/>
                <a:gd name="T8" fmla="*/ 1332 w 585"/>
                <a:gd name="T9" fmla="*/ 1532 h 225"/>
                <a:gd name="T10" fmla="*/ 1879 w 585"/>
                <a:gd name="T11" fmla="*/ 1905 h 225"/>
                <a:gd name="T12" fmla="*/ 2478 w 585"/>
                <a:gd name="T13" fmla="*/ 2113 h 225"/>
                <a:gd name="T14" fmla="*/ 2932 w 585"/>
                <a:gd name="T15" fmla="*/ 2171 h 225"/>
                <a:gd name="T16" fmla="*/ 3436 w 585"/>
                <a:gd name="T17" fmla="*/ 2590 h 225"/>
                <a:gd name="T18" fmla="*/ 3923 w 585"/>
                <a:gd name="T19" fmla="*/ 2367 h 225"/>
                <a:gd name="T20" fmla="*/ 4915 w 585"/>
                <a:gd name="T21" fmla="*/ 2667 h 225"/>
                <a:gd name="T22" fmla="*/ 5540 w 585"/>
                <a:gd name="T23" fmla="*/ 2309 h 225"/>
                <a:gd name="T24" fmla="*/ 4783 w 585"/>
                <a:gd name="T25" fmla="*/ 1389 h 225"/>
                <a:gd name="T26" fmla="*/ 2973 w 585"/>
                <a:gd name="T27" fmla="*/ 872 h 225"/>
                <a:gd name="T28" fmla="*/ 1408 w 585"/>
                <a:gd name="T29" fmla="*/ 256 h 225"/>
                <a:gd name="T30" fmla="*/ 80 w 585"/>
                <a:gd name="T31" fmla="*/ 787 h 2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5" h="225">
                  <a:moveTo>
                    <a:pt x="6" y="60"/>
                  </a:moveTo>
                  <a:cubicBezTo>
                    <a:pt x="6" y="77"/>
                    <a:pt x="0" y="133"/>
                    <a:pt x="27" y="127"/>
                  </a:cubicBezTo>
                  <a:cubicBezTo>
                    <a:pt x="38" y="124"/>
                    <a:pt x="44" y="111"/>
                    <a:pt x="56" y="107"/>
                  </a:cubicBezTo>
                  <a:cubicBezTo>
                    <a:pt x="71" y="101"/>
                    <a:pt x="79" y="106"/>
                    <a:pt x="93" y="112"/>
                  </a:cubicBezTo>
                  <a:cubicBezTo>
                    <a:pt x="107" y="119"/>
                    <a:pt x="118" y="121"/>
                    <a:pt x="132" y="125"/>
                  </a:cubicBezTo>
                  <a:cubicBezTo>
                    <a:pt x="152" y="131"/>
                    <a:pt x="167" y="146"/>
                    <a:pt x="186" y="155"/>
                  </a:cubicBezTo>
                  <a:cubicBezTo>
                    <a:pt x="206" y="164"/>
                    <a:pt x="223" y="171"/>
                    <a:pt x="245" y="172"/>
                  </a:cubicBezTo>
                  <a:cubicBezTo>
                    <a:pt x="261" y="172"/>
                    <a:pt x="275" y="171"/>
                    <a:pt x="290" y="177"/>
                  </a:cubicBezTo>
                  <a:cubicBezTo>
                    <a:pt x="309" y="185"/>
                    <a:pt x="320" y="204"/>
                    <a:pt x="340" y="211"/>
                  </a:cubicBezTo>
                  <a:cubicBezTo>
                    <a:pt x="368" y="220"/>
                    <a:pt x="369" y="203"/>
                    <a:pt x="388" y="193"/>
                  </a:cubicBezTo>
                  <a:cubicBezTo>
                    <a:pt x="417" y="178"/>
                    <a:pt x="457" y="208"/>
                    <a:pt x="486" y="217"/>
                  </a:cubicBezTo>
                  <a:cubicBezTo>
                    <a:pt x="517" y="225"/>
                    <a:pt x="529" y="215"/>
                    <a:pt x="548" y="188"/>
                  </a:cubicBezTo>
                  <a:cubicBezTo>
                    <a:pt x="585" y="132"/>
                    <a:pt x="512" y="125"/>
                    <a:pt x="473" y="113"/>
                  </a:cubicBezTo>
                  <a:cubicBezTo>
                    <a:pt x="415" y="95"/>
                    <a:pt x="354" y="75"/>
                    <a:pt x="294" y="71"/>
                  </a:cubicBezTo>
                  <a:cubicBezTo>
                    <a:pt x="234" y="67"/>
                    <a:pt x="193" y="42"/>
                    <a:pt x="139" y="21"/>
                  </a:cubicBezTo>
                  <a:cubicBezTo>
                    <a:pt x="83" y="0"/>
                    <a:pt x="28" y="8"/>
                    <a:pt x="8" y="64"/>
                  </a:cubicBezTo>
                </a:path>
              </a:pathLst>
            </a:custGeom>
            <a:solidFill>
              <a:srgbClr val="BFA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3" name="Freeform 370">
              <a:extLst>
                <a:ext uri="{FF2B5EF4-FFF2-40B4-BE49-F238E27FC236}">
                  <a16:creationId xmlns:a16="http://schemas.microsoft.com/office/drawing/2014/main" id="{ECC7CCD0-ECB0-4985-A163-6C349EE60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682"/>
              <a:ext cx="1246" cy="755"/>
            </a:xfrm>
            <a:custGeom>
              <a:avLst/>
              <a:gdLst>
                <a:gd name="T0" fmla="*/ 5761 w 576"/>
                <a:gd name="T1" fmla="*/ 1307 h 327"/>
                <a:gd name="T2" fmla="*/ 5568 w 576"/>
                <a:gd name="T3" fmla="*/ 1930 h 327"/>
                <a:gd name="T4" fmla="*/ 5447 w 576"/>
                <a:gd name="T5" fmla="*/ 2473 h 327"/>
                <a:gd name="T6" fmla="*/ 4908 w 576"/>
                <a:gd name="T7" fmla="*/ 2868 h 327"/>
                <a:gd name="T8" fmla="*/ 4422 w 576"/>
                <a:gd name="T9" fmla="*/ 3396 h 327"/>
                <a:gd name="T10" fmla="*/ 4160 w 576"/>
                <a:gd name="T11" fmla="*/ 3507 h 327"/>
                <a:gd name="T12" fmla="*/ 3967 w 576"/>
                <a:gd name="T13" fmla="*/ 3768 h 327"/>
                <a:gd name="T14" fmla="*/ 3351 w 576"/>
                <a:gd name="T15" fmla="*/ 3731 h 327"/>
                <a:gd name="T16" fmla="*/ 2672 w 576"/>
                <a:gd name="T17" fmla="*/ 3960 h 327"/>
                <a:gd name="T18" fmla="*/ 2055 w 576"/>
                <a:gd name="T19" fmla="*/ 3507 h 327"/>
                <a:gd name="T20" fmla="*/ 112 w 576"/>
                <a:gd name="T21" fmla="*/ 1168 h 327"/>
                <a:gd name="T22" fmla="*/ 201 w 576"/>
                <a:gd name="T23" fmla="*/ 0 h 3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6" h="327">
                  <a:moveTo>
                    <a:pt x="569" y="106"/>
                  </a:moveTo>
                  <a:cubicBezTo>
                    <a:pt x="576" y="123"/>
                    <a:pt x="556" y="144"/>
                    <a:pt x="550" y="157"/>
                  </a:cubicBezTo>
                  <a:cubicBezTo>
                    <a:pt x="543" y="171"/>
                    <a:pt x="549" y="185"/>
                    <a:pt x="538" y="201"/>
                  </a:cubicBezTo>
                  <a:cubicBezTo>
                    <a:pt x="525" y="220"/>
                    <a:pt x="499" y="220"/>
                    <a:pt x="485" y="233"/>
                  </a:cubicBezTo>
                  <a:cubicBezTo>
                    <a:pt x="464" y="250"/>
                    <a:pt x="466" y="266"/>
                    <a:pt x="437" y="276"/>
                  </a:cubicBezTo>
                  <a:cubicBezTo>
                    <a:pt x="427" y="280"/>
                    <a:pt x="420" y="278"/>
                    <a:pt x="411" y="285"/>
                  </a:cubicBezTo>
                  <a:cubicBezTo>
                    <a:pt x="403" y="290"/>
                    <a:pt x="400" y="302"/>
                    <a:pt x="392" y="306"/>
                  </a:cubicBezTo>
                  <a:cubicBezTo>
                    <a:pt x="370" y="318"/>
                    <a:pt x="351" y="301"/>
                    <a:pt x="331" y="303"/>
                  </a:cubicBezTo>
                  <a:cubicBezTo>
                    <a:pt x="310" y="305"/>
                    <a:pt x="290" y="327"/>
                    <a:pt x="264" y="322"/>
                  </a:cubicBezTo>
                  <a:cubicBezTo>
                    <a:pt x="241" y="317"/>
                    <a:pt x="223" y="294"/>
                    <a:pt x="203" y="285"/>
                  </a:cubicBezTo>
                  <a:cubicBezTo>
                    <a:pt x="114" y="247"/>
                    <a:pt x="30" y="194"/>
                    <a:pt x="11" y="95"/>
                  </a:cubicBezTo>
                  <a:cubicBezTo>
                    <a:pt x="3" y="56"/>
                    <a:pt x="0" y="27"/>
                    <a:pt x="20" y="0"/>
                  </a:cubicBezTo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4" name="Freeform 371">
              <a:extLst>
                <a:ext uri="{FF2B5EF4-FFF2-40B4-BE49-F238E27FC236}">
                  <a16:creationId xmlns:a16="http://schemas.microsoft.com/office/drawing/2014/main" id="{4316AA9A-0F1B-4FC1-92FF-65FB71097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99"/>
              <a:ext cx="3415" cy="2220"/>
            </a:xfrm>
            <a:custGeom>
              <a:avLst/>
              <a:gdLst>
                <a:gd name="T0" fmla="*/ 12101 w 1579"/>
                <a:gd name="T1" fmla="*/ 9415 h 962"/>
                <a:gd name="T2" fmla="*/ 13738 w 1579"/>
                <a:gd name="T3" fmla="*/ 9489 h 962"/>
                <a:gd name="T4" fmla="*/ 15295 w 1579"/>
                <a:gd name="T5" fmla="*/ 8335 h 962"/>
                <a:gd name="T6" fmla="*/ 15557 w 1579"/>
                <a:gd name="T7" fmla="*/ 7574 h 962"/>
                <a:gd name="T8" fmla="*/ 15741 w 1579"/>
                <a:gd name="T9" fmla="*/ 5975 h 962"/>
                <a:gd name="T10" fmla="*/ 15539 w 1579"/>
                <a:gd name="T11" fmla="*/ 5038 h 962"/>
                <a:gd name="T12" fmla="*/ 15234 w 1579"/>
                <a:gd name="T13" fmla="*/ 3861 h 962"/>
                <a:gd name="T14" fmla="*/ 14305 w 1579"/>
                <a:gd name="T15" fmla="*/ 2705 h 962"/>
                <a:gd name="T16" fmla="*/ 13433 w 1579"/>
                <a:gd name="T17" fmla="*/ 1625 h 962"/>
                <a:gd name="T18" fmla="*/ 12503 w 1579"/>
                <a:gd name="T19" fmla="*/ 1205 h 962"/>
                <a:gd name="T20" fmla="*/ 11268 w 1579"/>
                <a:gd name="T21" fmla="*/ 517 h 962"/>
                <a:gd name="T22" fmla="*/ 10842 w 1579"/>
                <a:gd name="T23" fmla="*/ 367 h 962"/>
                <a:gd name="T24" fmla="*/ 9752 w 1579"/>
                <a:gd name="T25" fmla="*/ 196 h 962"/>
                <a:gd name="T26" fmla="*/ 9205 w 1579"/>
                <a:gd name="T27" fmla="*/ 74 h 962"/>
                <a:gd name="T28" fmla="*/ 8761 w 1579"/>
                <a:gd name="T29" fmla="*/ 272 h 962"/>
                <a:gd name="T30" fmla="*/ 8054 w 1579"/>
                <a:gd name="T31" fmla="*/ 74 h 962"/>
                <a:gd name="T32" fmla="*/ 7568 w 1579"/>
                <a:gd name="T33" fmla="*/ 272 h 962"/>
                <a:gd name="T34" fmla="*/ 6960 w 1579"/>
                <a:gd name="T35" fmla="*/ 97 h 962"/>
                <a:gd name="T36" fmla="*/ 5623 w 1579"/>
                <a:gd name="T37" fmla="*/ 395 h 962"/>
                <a:gd name="T38" fmla="*/ 4369 w 1579"/>
                <a:gd name="T39" fmla="*/ 762 h 962"/>
                <a:gd name="T40" fmla="*/ 3863 w 1579"/>
                <a:gd name="T41" fmla="*/ 1128 h 962"/>
                <a:gd name="T42" fmla="*/ 2409 w 1579"/>
                <a:gd name="T43" fmla="*/ 2652 h 962"/>
                <a:gd name="T44" fmla="*/ 1903 w 1579"/>
                <a:gd name="T45" fmla="*/ 3196 h 962"/>
                <a:gd name="T46" fmla="*/ 1131 w 1579"/>
                <a:gd name="T47" fmla="*/ 4597 h 962"/>
                <a:gd name="T48" fmla="*/ 366 w 1579"/>
                <a:gd name="T49" fmla="*/ 5778 h 962"/>
                <a:gd name="T50" fmla="*/ 41 w 1579"/>
                <a:gd name="T51" fmla="*/ 6487 h 962"/>
                <a:gd name="T52" fmla="*/ 141 w 1579"/>
                <a:gd name="T53" fmla="*/ 7595 h 962"/>
                <a:gd name="T54" fmla="*/ 407 w 1579"/>
                <a:gd name="T55" fmla="*/ 8084 h 962"/>
                <a:gd name="T56" fmla="*/ 1618 w 1579"/>
                <a:gd name="T57" fmla="*/ 8873 h 962"/>
                <a:gd name="T58" fmla="*/ 2470 w 1579"/>
                <a:gd name="T59" fmla="*/ 8552 h 962"/>
                <a:gd name="T60" fmla="*/ 3037 w 1579"/>
                <a:gd name="T61" fmla="*/ 8776 h 962"/>
                <a:gd name="T62" fmla="*/ 4349 w 1579"/>
                <a:gd name="T63" fmla="*/ 9219 h 962"/>
                <a:gd name="T64" fmla="*/ 5141 w 1579"/>
                <a:gd name="T65" fmla="*/ 9757 h 962"/>
                <a:gd name="T66" fmla="*/ 5785 w 1579"/>
                <a:gd name="T67" fmla="*/ 9314 h 962"/>
                <a:gd name="T68" fmla="*/ 6110 w 1579"/>
                <a:gd name="T69" fmla="*/ 9612 h 962"/>
                <a:gd name="T70" fmla="*/ 7606 w 1579"/>
                <a:gd name="T71" fmla="*/ 9981 h 962"/>
                <a:gd name="T72" fmla="*/ 7892 w 1579"/>
                <a:gd name="T73" fmla="*/ 10865 h 962"/>
                <a:gd name="T74" fmla="*/ 8943 w 1579"/>
                <a:gd name="T75" fmla="*/ 11407 h 962"/>
                <a:gd name="T76" fmla="*/ 10805 w 1579"/>
                <a:gd name="T77" fmla="*/ 11183 h 962"/>
                <a:gd name="T78" fmla="*/ 12101 w 1579"/>
                <a:gd name="T79" fmla="*/ 9415 h 96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79" h="962">
                  <a:moveTo>
                    <a:pt x="1196" y="766"/>
                  </a:moveTo>
                  <a:cubicBezTo>
                    <a:pt x="1196" y="766"/>
                    <a:pt x="1328" y="792"/>
                    <a:pt x="1358" y="772"/>
                  </a:cubicBezTo>
                  <a:cubicBezTo>
                    <a:pt x="1388" y="752"/>
                    <a:pt x="1456" y="798"/>
                    <a:pt x="1512" y="678"/>
                  </a:cubicBezTo>
                  <a:cubicBezTo>
                    <a:pt x="1512" y="678"/>
                    <a:pt x="1544" y="652"/>
                    <a:pt x="1538" y="616"/>
                  </a:cubicBezTo>
                  <a:cubicBezTo>
                    <a:pt x="1538" y="616"/>
                    <a:pt x="1579" y="588"/>
                    <a:pt x="1556" y="486"/>
                  </a:cubicBezTo>
                  <a:cubicBezTo>
                    <a:pt x="1542" y="424"/>
                    <a:pt x="1536" y="410"/>
                    <a:pt x="1536" y="410"/>
                  </a:cubicBezTo>
                  <a:cubicBezTo>
                    <a:pt x="1536" y="410"/>
                    <a:pt x="1536" y="324"/>
                    <a:pt x="1506" y="314"/>
                  </a:cubicBezTo>
                  <a:cubicBezTo>
                    <a:pt x="1488" y="282"/>
                    <a:pt x="1456" y="234"/>
                    <a:pt x="1414" y="220"/>
                  </a:cubicBezTo>
                  <a:cubicBezTo>
                    <a:pt x="1414" y="220"/>
                    <a:pt x="1404" y="152"/>
                    <a:pt x="1328" y="132"/>
                  </a:cubicBezTo>
                  <a:cubicBezTo>
                    <a:pt x="1287" y="121"/>
                    <a:pt x="1246" y="112"/>
                    <a:pt x="1236" y="98"/>
                  </a:cubicBezTo>
                  <a:cubicBezTo>
                    <a:pt x="1236" y="98"/>
                    <a:pt x="1210" y="48"/>
                    <a:pt x="1114" y="42"/>
                  </a:cubicBezTo>
                  <a:cubicBezTo>
                    <a:pt x="1114" y="42"/>
                    <a:pt x="1092" y="28"/>
                    <a:pt x="1072" y="30"/>
                  </a:cubicBezTo>
                  <a:cubicBezTo>
                    <a:pt x="1052" y="32"/>
                    <a:pt x="998" y="0"/>
                    <a:pt x="964" y="16"/>
                  </a:cubicBezTo>
                  <a:cubicBezTo>
                    <a:pt x="964" y="16"/>
                    <a:pt x="932" y="4"/>
                    <a:pt x="910" y="6"/>
                  </a:cubicBezTo>
                  <a:cubicBezTo>
                    <a:pt x="888" y="8"/>
                    <a:pt x="870" y="6"/>
                    <a:pt x="866" y="22"/>
                  </a:cubicBezTo>
                  <a:cubicBezTo>
                    <a:pt x="866" y="22"/>
                    <a:pt x="822" y="4"/>
                    <a:pt x="796" y="6"/>
                  </a:cubicBezTo>
                  <a:cubicBezTo>
                    <a:pt x="770" y="8"/>
                    <a:pt x="748" y="6"/>
                    <a:pt x="748" y="22"/>
                  </a:cubicBezTo>
                  <a:cubicBezTo>
                    <a:pt x="748" y="22"/>
                    <a:pt x="716" y="2"/>
                    <a:pt x="688" y="8"/>
                  </a:cubicBezTo>
                  <a:cubicBezTo>
                    <a:pt x="660" y="14"/>
                    <a:pt x="598" y="8"/>
                    <a:pt x="556" y="32"/>
                  </a:cubicBezTo>
                  <a:cubicBezTo>
                    <a:pt x="556" y="32"/>
                    <a:pt x="466" y="30"/>
                    <a:pt x="432" y="62"/>
                  </a:cubicBezTo>
                  <a:cubicBezTo>
                    <a:pt x="432" y="62"/>
                    <a:pt x="392" y="82"/>
                    <a:pt x="382" y="92"/>
                  </a:cubicBezTo>
                  <a:cubicBezTo>
                    <a:pt x="382" y="92"/>
                    <a:pt x="256" y="146"/>
                    <a:pt x="238" y="216"/>
                  </a:cubicBezTo>
                  <a:cubicBezTo>
                    <a:pt x="238" y="216"/>
                    <a:pt x="204" y="220"/>
                    <a:pt x="188" y="260"/>
                  </a:cubicBezTo>
                  <a:cubicBezTo>
                    <a:pt x="188" y="260"/>
                    <a:pt x="122" y="294"/>
                    <a:pt x="112" y="374"/>
                  </a:cubicBezTo>
                  <a:cubicBezTo>
                    <a:pt x="112" y="374"/>
                    <a:pt x="54" y="398"/>
                    <a:pt x="36" y="470"/>
                  </a:cubicBezTo>
                  <a:cubicBezTo>
                    <a:pt x="36" y="470"/>
                    <a:pt x="8" y="498"/>
                    <a:pt x="4" y="528"/>
                  </a:cubicBezTo>
                  <a:cubicBezTo>
                    <a:pt x="0" y="558"/>
                    <a:pt x="12" y="598"/>
                    <a:pt x="14" y="618"/>
                  </a:cubicBezTo>
                  <a:cubicBezTo>
                    <a:pt x="16" y="638"/>
                    <a:pt x="40" y="658"/>
                    <a:pt x="40" y="658"/>
                  </a:cubicBezTo>
                  <a:cubicBezTo>
                    <a:pt x="40" y="658"/>
                    <a:pt x="24" y="790"/>
                    <a:pt x="160" y="722"/>
                  </a:cubicBezTo>
                  <a:cubicBezTo>
                    <a:pt x="196" y="704"/>
                    <a:pt x="210" y="702"/>
                    <a:pt x="244" y="696"/>
                  </a:cubicBezTo>
                  <a:cubicBezTo>
                    <a:pt x="244" y="696"/>
                    <a:pt x="260" y="724"/>
                    <a:pt x="300" y="714"/>
                  </a:cubicBezTo>
                  <a:cubicBezTo>
                    <a:pt x="300" y="714"/>
                    <a:pt x="378" y="786"/>
                    <a:pt x="430" y="750"/>
                  </a:cubicBezTo>
                  <a:cubicBezTo>
                    <a:pt x="430" y="750"/>
                    <a:pt x="470" y="798"/>
                    <a:pt x="508" y="794"/>
                  </a:cubicBezTo>
                  <a:cubicBezTo>
                    <a:pt x="546" y="790"/>
                    <a:pt x="556" y="750"/>
                    <a:pt x="572" y="758"/>
                  </a:cubicBezTo>
                  <a:cubicBezTo>
                    <a:pt x="572" y="758"/>
                    <a:pt x="586" y="774"/>
                    <a:pt x="604" y="782"/>
                  </a:cubicBezTo>
                  <a:cubicBezTo>
                    <a:pt x="622" y="790"/>
                    <a:pt x="670" y="846"/>
                    <a:pt x="752" y="812"/>
                  </a:cubicBezTo>
                  <a:cubicBezTo>
                    <a:pt x="752" y="812"/>
                    <a:pt x="700" y="852"/>
                    <a:pt x="780" y="884"/>
                  </a:cubicBezTo>
                  <a:cubicBezTo>
                    <a:pt x="860" y="916"/>
                    <a:pt x="834" y="918"/>
                    <a:pt x="884" y="928"/>
                  </a:cubicBezTo>
                  <a:cubicBezTo>
                    <a:pt x="934" y="938"/>
                    <a:pt x="1006" y="962"/>
                    <a:pt x="1068" y="910"/>
                  </a:cubicBezTo>
                  <a:cubicBezTo>
                    <a:pt x="1130" y="858"/>
                    <a:pt x="1200" y="802"/>
                    <a:pt x="1196" y="766"/>
                  </a:cubicBezTo>
                  <a:close/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5" name="Freeform 372">
              <a:extLst>
                <a:ext uri="{FF2B5EF4-FFF2-40B4-BE49-F238E27FC236}">
                  <a16:creationId xmlns:a16="http://schemas.microsoft.com/office/drawing/2014/main" id="{751655AE-C8C0-4535-A742-500B527DB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313"/>
              <a:ext cx="4" cy="19"/>
            </a:xfrm>
            <a:custGeom>
              <a:avLst/>
              <a:gdLst>
                <a:gd name="T0" fmla="*/ 16 w 2"/>
                <a:gd name="T1" fmla="*/ 107 h 8"/>
                <a:gd name="T2" fmla="*/ 0 w 2"/>
                <a:gd name="T3" fmla="*/ 0 h 8"/>
                <a:gd name="T4" fmla="*/ 16 w 2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6"/>
                    <a:pt x="1" y="3"/>
                    <a:pt x="0" y="0"/>
                  </a:cubicBezTo>
                  <a:cubicBezTo>
                    <a:pt x="1" y="3"/>
                    <a:pt x="1" y="6"/>
                    <a:pt x="2" y="8"/>
                  </a:cubicBezTo>
                  <a:close/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6" name="Freeform 373">
              <a:extLst>
                <a:ext uri="{FF2B5EF4-FFF2-40B4-BE49-F238E27FC236}">
                  <a16:creationId xmlns:a16="http://schemas.microsoft.com/office/drawing/2014/main" id="{A2C423B7-8FB0-4099-B0D8-84B557D0D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930"/>
              <a:ext cx="586" cy="90"/>
            </a:xfrm>
            <a:custGeom>
              <a:avLst/>
              <a:gdLst>
                <a:gd name="T0" fmla="*/ 0 w 271"/>
                <a:gd name="T1" fmla="*/ 0 h 39"/>
                <a:gd name="T2" fmla="*/ 2740 w 271"/>
                <a:gd name="T3" fmla="*/ 480 h 39"/>
                <a:gd name="T4" fmla="*/ 0 w 27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39">
                  <a:moveTo>
                    <a:pt x="0" y="0"/>
                  </a:moveTo>
                  <a:cubicBezTo>
                    <a:pt x="5" y="0"/>
                    <a:pt x="128" y="9"/>
                    <a:pt x="271" y="39"/>
                  </a:cubicBezTo>
                  <a:cubicBezTo>
                    <a:pt x="129" y="9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7" name="Freeform 374">
              <a:extLst>
                <a:ext uri="{FF2B5EF4-FFF2-40B4-BE49-F238E27FC236}">
                  <a16:creationId xmlns:a16="http://schemas.microsoft.com/office/drawing/2014/main" id="{ABBBF1DB-79F8-4998-8AB9-B054C7780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355"/>
              <a:ext cx="1" cy="7"/>
            </a:xfrm>
            <a:custGeom>
              <a:avLst/>
              <a:gdLst>
                <a:gd name="T0" fmla="*/ 0 w 1"/>
                <a:gd name="T1" fmla="*/ 37 h 3"/>
                <a:gd name="T2" fmla="*/ 0 w 1"/>
                <a:gd name="T3" fmla="*/ 0 h 3"/>
                <a:gd name="T4" fmla="*/ 0 w 1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8" name="Freeform 375">
              <a:extLst>
                <a:ext uri="{FF2B5EF4-FFF2-40B4-BE49-F238E27FC236}">
                  <a16:creationId xmlns:a16="http://schemas.microsoft.com/office/drawing/2014/main" id="{207E06D9-8780-48D0-923A-9C0406EE9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930"/>
              <a:ext cx="102" cy="372"/>
            </a:xfrm>
            <a:custGeom>
              <a:avLst/>
              <a:gdLst>
                <a:gd name="T0" fmla="*/ 0 w 47"/>
                <a:gd name="T1" fmla="*/ 0 h 161"/>
                <a:gd name="T2" fmla="*/ 480 w 47"/>
                <a:gd name="T3" fmla="*/ 1987 h 161"/>
                <a:gd name="T4" fmla="*/ 0 w 47"/>
                <a:gd name="T5" fmla="*/ 0 h 161"/>
                <a:gd name="T6" fmla="*/ 0 w 47"/>
                <a:gd name="T7" fmla="*/ 0 h 1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61">
                  <a:moveTo>
                    <a:pt x="0" y="0"/>
                  </a:moveTo>
                  <a:cubicBezTo>
                    <a:pt x="18" y="51"/>
                    <a:pt x="34" y="105"/>
                    <a:pt x="47" y="161"/>
                  </a:cubicBezTo>
                  <a:cubicBezTo>
                    <a:pt x="34" y="105"/>
                    <a:pt x="18" y="5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9" name="Freeform 376">
              <a:extLst>
                <a:ext uri="{FF2B5EF4-FFF2-40B4-BE49-F238E27FC236}">
                  <a16:creationId xmlns:a16="http://schemas.microsoft.com/office/drawing/2014/main" id="{5C8C24AA-8EA0-4A5A-9467-04B6498FC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332"/>
              <a:ext cx="4" cy="23"/>
            </a:xfrm>
            <a:custGeom>
              <a:avLst/>
              <a:gdLst>
                <a:gd name="T0" fmla="*/ 16 w 2"/>
                <a:gd name="T1" fmla="*/ 122 h 10"/>
                <a:gd name="T2" fmla="*/ 0 w 2"/>
                <a:gd name="T3" fmla="*/ 0 h 10"/>
                <a:gd name="T4" fmla="*/ 16 w 2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1" y="7"/>
                    <a:pt x="0" y="4"/>
                    <a:pt x="0" y="0"/>
                  </a:cubicBezTo>
                  <a:cubicBezTo>
                    <a:pt x="0" y="4"/>
                    <a:pt x="1" y="7"/>
                    <a:pt x="2" y="10"/>
                  </a:cubicBezTo>
                  <a:close/>
                </a:path>
              </a:pathLst>
            </a:custGeom>
            <a:solidFill>
              <a:srgbClr val="A02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0" name="Freeform 377">
              <a:extLst>
                <a:ext uri="{FF2B5EF4-FFF2-40B4-BE49-F238E27FC236}">
                  <a16:creationId xmlns:a16="http://schemas.microsoft.com/office/drawing/2014/main" id="{F2BA2555-A15D-41AD-90B1-4C2428667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302"/>
              <a:ext cx="2" cy="11"/>
            </a:xfrm>
            <a:custGeom>
              <a:avLst/>
              <a:gdLst>
                <a:gd name="T0" fmla="*/ 8 w 1"/>
                <a:gd name="T1" fmla="*/ 53 h 5"/>
                <a:gd name="T2" fmla="*/ 0 w 1"/>
                <a:gd name="T3" fmla="*/ 0 h 5"/>
                <a:gd name="T4" fmla="*/ 8 w 1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0" y="2"/>
                    <a:pt x="1" y="3"/>
                    <a:pt x="1" y="5"/>
                  </a:cubicBezTo>
                  <a:close/>
                </a:path>
              </a:pathLst>
            </a:custGeom>
            <a:solidFill>
              <a:srgbClr val="A02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1" name="Freeform 378">
              <a:extLst>
                <a:ext uri="{FF2B5EF4-FFF2-40B4-BE49-F238E27FC236}">
                  <a16:creationId xmlns:a16="http://schemas.microsoft.com/office/drawing/2014/main" id="{29406263-5FF5-44EE-AF80-A5730D7AE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020"/>
              <a:ext cx="813" cy="342"/>
            </a:xfrm>
            <a:custGeom>
              <a:avLst/>
              <a:gdLst>
                <a:gd name="T0" fmla="*/ 0 w 376"/>
                <a:gd name="T1" fmla="*/ 0 h 148"/>
                <a:gd name="T2" fmla="*/ 3801 w 376"/>
                <a:gd name="T3" fmla="*/ 1826 h 148"/>
                <a:gd name="T4" fmla="*/ 0 w 376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6" h="148">
                  <a:moveTo>
                    <a:pt x="0" y="0"/>
                  </a:moveTo>
                  <a:cubicBezTo>
                    <a:pt x="135" y="27"/>
                    <a:pt x="288" y="74"/>
                    <a:pt x="376" y="148"/>
                  </a:cubicBezTo>
                  <a:cubicBezTo>
                    <a:pt x="291" y="74"/>
                    <a:pt x="137" y="27"/>
                    <a:pt x="0" y="0"/>
                  </a:cubicBezTo>
                  <a:close/>
                </a:path>
              </a:pathLst>
            </a:custGeom>
            <a:solidFill>
              <a:srgbClr val="A02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2" name="Freeform 379">
              <a:extLst>
                <a:ext uri="{FF2B5EF4-FFF2-40B4-BE49-F238E27FC236}">
                  <a16:creationId xmlns:a16="http://schemas.microsoft.com/office/drawing/2014/main" id="{A466E306-41E4-4670-9324-36AE09E97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136"/>
              <a:ext cx="755" cy="1731"/>
            </a:xfrm>
            <a:custGeom>
              <a:avLst/>
              <a:gdLst>
                <a:gd name="T0" fmla="*/ 1417 w 349"/>
                <a:gd name="T1" fmla="*/ 6532 h 750"/>
                <a:gd name="T2" fmla="*/ 9 w 349"/>
                <a:gd name="T3" fmla="*/ 0 h 750"/>
                <a:gd name="T4" fmla="*/ 0 w 349"/>
                <a:gd name="T5" fmla="*/ 0 h 750"/>
                <a:gd name="T6" fmla="*/ 1408 w 349"/>
                <a:gd name="T7" fmla="*/ 6532 h 750"/>
                <a:gd name="T8" fmla="*/ 3524 w 349"/>
                <a:gd name="T9" fmla="*/ 9220 h 750"/>
                <a:gd name="T10" fmla="*/ 3533 w 349"/>
                <a:gd name="T11" fmla="*/ 9220 h 750"/>
                <a:gd name="T12" fmla="*/ 1417 w 349"/>
                <a:gd name="T13" fmla="*/ 6532 h 7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9" h="750">
                  <a:moveTo>
                    <a:pt x="140" y="531"/>
                  </a:moveTo>
                  <a:cubicBezTo>
                    <a:pt x="140" y="531"/>
                    <a:pt x="225" y="25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225" y="250"/>
                    <a:pt x="139" y="531"/>
                    <a:pt x="139" y="531"/>
                  </a:cubicBezTo>
                  <a:cubicBezTo>
                    <a:pt x="139" y="531"/>
                    <a:pt x="290" y="623"/>
                    <a:pt x="348" y="750"/>
                  </a:cubicBezTo>
                  <a:cubicBezTo>
                    <a:pt x="348" y="750"/>
                    <a:pt x="349" y="750"/>
                    <a:pt x="349" y="750"/>
                  </a:cubicBezTo>
                  <a:cubicBezTo>
                    <a:pt x="291" y="622"/>
                    <a:pt x="140" y="531"/>
                    <a:pt x="140" y="531"/>
                  </a:cubicBezTo>
                  <a:close/>
                </a:path>
              </a:pathLst>
            </a:custGeom>
            <a:solidFill>
              <a:srgbClr val="A02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3" name="Freeform 380">
              <a:extLst>
                <a:ext uri="{FF2B5EF4-FFF2-40B4-BE49-F238E27FC236}">
                  <a16:creationId xmlns:a16="http://schemas.microsoft.com/office/drawing/2014/main" id="{F9C1E678-BDDB-45C4-A79F-731DA6238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099"/>
              <a:ext cx="1806" cy="1842"/>
            </a:xfrm>
            <a:custGeom>
              <a:avLst/>
              <a:gdLst>
                <a:gd name="T0" fmla="*/ 6212 w 835"/>
                <a:gd name="T1" fmla="*/ 9494 h 798"/>
                <a:gd name="T2" fmla="*/ 7771 w 835"/>
                <a:gd name="T3" fmla="*/ 8337 h 798"/>
                <a:gd name="T4" fmla="*/ 8033 w 835"/>
                <a:gd name="T5" fmla="*/ 7576 h 798"/>
                <a:gd name="T6" fmla="*/ 8215 w 835"/>
                <a:gd name="T7" fmla="*/ 5978 h 798"/>
                <a:gd name="T8" fmla="*/ 8013 w 835"/>
                <a:gd name="T9" fmla="*/ 5041 h 798"/>
                <a:gd name="T10" fmla="*/ 7708 w 835"/>
                <a:gd name="T11" fmla="*/ 3862 h 798"/>
                <a:gd name="T12" fmla="*/ 6778 w 835"/>
                <a:gd name="T13" fmla="*/ 2708 h 798"/>
                <a:gd name="T14" fmla="*/ 5909 w 835"/>
                <a:gd name="T15" fmla="*/ 1625 h 798"/>
                <a:gd name="T16" fmla="*/ 4977 w 835"/>
                <a:gd name="T17" fmla="*/ 1205 h 798"/>
                <a:gd name="T18" fmla="*/ 3742 w 835"/>
                <a:gd name="T19" fmla="*/ 517 h 798"/>
                <a:gd name="T20" fmla="*/ 3316 w 835"/>
                <a:gd name="T21" fmla="*/ 367 h 798"/>
                <a:gd name="T22" fmla="*/ 2228 w 835"/>
                <a:gd name="T23" fmla="*/ 196 h 798"/>
                <a:gd name="T24" fmla="*/ 1678 w 835"/>
                <a:gd name="T25" fmla="*/ 74 h 798"/>
                <a:gd name="T26" fmla="*/ 1235 w 835"/>
                <a:gd name="T27" fmla="*/ 272 h 798"/>
                <a:gd name="T28" fmla="*/ 820 w 835"/>
                <a:gd name="T29" fmla="*/ 111 h 798"/>
                <a:gd name="T30" fmla="*/ 61 w 835"/>
                <a:gd name="T31" fmla="*/ 272 h 798"/>
                <a:gd name="T32" fmla="*/ 41 w 835"/>
                <a:gd name="T33" fmla="*/ 480 h 798"/>
                <a:gd name="T34" fmla="*/ 2498 w 835"/>
                <a:gd name="T35" fmla="*/ 6729 h 798"/>
                <a:gd name="T36" fmla="*/ 3078 w 835"/>
                <a:gd name="T37" fmla="*/ 7070 h 798"/>
                <a:gd name="T38" fmla="*/ 4047 w 835"/>
                <a:gd name="T39" fmla="*/ 7416 h 798"/>
                <a:gd name="T40" fmla="*/ 4228 w 835"/>
                <a:gd name="T41" fmla="*/ 8206 h 798"/>
                <a:gd name="T42" fmla="*/ 4585 w 835"/>
                <a:gd name="T43" fmla="*/ 9432 h 798"/>
                <a:gd name="T44" fmla="*/ 6212 w 835"/>
                <a:gd name="T45" fmla="*/ 9494 h 79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35" h="798">
                  <a:moveTo>
                    <a:pt x="614" y="772"/>
                  </a:moveTo>
                  <a:cubicBezTo>
                    <a:pt x="644" y="752"/>
                    <a:pt x="712" y="798"/>
                    <a:pt x="768" y="678"/>
                  </a:cubicBezTo>
                  <a:cubicBezTo>
                    <a:pt x="768" y="678"/>
                    <a:pt x="800" y="652"/>
                    <a:pt x="794" y="616"/>
                  </a:cubicBezTo>
                  <a:cubicBezTo>
                    <a:pt x="794" y="616"/>
                    <a:pt x="835" y="588"/>
                    <a:pt x="812" y="486"/>
                  </a:cubicBezTo>
                  <a:cubicBezTo>
                    <a:pt x="798" y="424"/>
                    <a:pt x="792" y="410"/>
                    <a:pt x="792" y="410"/>
                  </a:cubicBezTo>
                  <a:cubicBezTo>
                    <a:pt x="792" y="410"/>
                    <a:pt x="792" y="324"/>
                    <a:pt x="762" y="314"/>
                  </a:cubicBezTo>
                  <a:cubicBezTo>
                    <a:pt x="744" y="282"/>
                    <a:pt x="712" y="234"/>
                    <a:pt x="670" y="220"/>
                  </a:cubicBezTo>
                  <a:cubicBezTo>
                    <a:pt x="670" y="220"/>
                    <a:pt x="660" y="152"/>
                    <a:pt x="584" y="132"/>
                  </a:cubicBezTo>
                  <a:cubicBezTo>
                    <a:pt x="543" y="121"/>
                    <a:pt x="502" y="112"/>
                    <a:pt x="492" y="98"/>
                  </a:cubicBezTo>
                  <a:cubicBezTo>
                    <a:pt x="492" y="98"/>
                    <a:pt x="466" y="48"/>
                    <a:pt x="370" y="42"/>
                  </a:cubicBezTo>
                  <a:cubicBezTo>
                    <a:pt x="370" y="42"/>
                    <a:pt x="348" y="28"/>
                    <a:pt x="328" y="30"/>
                  </a:cubicBezTo>
                  <a:cubicBezTo>
                    <a:pt x="308" y="32"/>
                    <a:pt x="254" y="0"/>
                    <a:pt x="220" y="16"/>
                  </a:cubicBezTo>
                  <a:cubicBezTo>
                    <a:pt x="220" y="16"/>
                    <a:pt x="188" y="4"/>
                    <a:pt x="166" y="6"/>
                  </a:cubicBezTo>
                  <a:cubicBezTo>
                    <a:pt x="144" y="8"/>
                    <a:pt x="126" y="5"/>
                    <a:pt x="122" y="22"/>
                  </a:cubicBezTo>
                  <a:cubicBezTo>
                    <a:pt x="122" y="22"/>
                    <a:pt x="105" y="14"/>
                    <a:pt x="81" y="9"/>
                  </a:cubicBezTo>
                  <a:cubicBezTo>
                    <a:pt x="48" y="3"/>
                    <a:pt x="6" y="4"/>
                    <a:pt x="6" y="22"/>
                  </a:cubicBezTo>
                  <a:cubicBezTo>
                    <a:pt x="6" y="22"/>
                    <a:pt x="0" y="34"/>
                    <a:pt x="4" y="39"/>
                  </a:cubicBezTo>
                  <a:cubicBezTo>
                    <a:pt x="217" y="285"/>
                    <a:pt x="247" y="547"/>
                    <a:pt x="247" y="547"/>
                  </a:cubicBezTo>
                  <a:cubicBezTo>
                    <a:pt x="247" y="547"/>
                    <a:pt x="272" y="567"/>
                    <a:pt x="304" y="575"/>
                  </a:cubicBezTo>
                  <a:cubicBezTo>
                    <a:pt x="335" y="582"/>
                    <a:pt x="372" y="576"/>
                    <a:pt x="400" y="603"/>
                  </a:cubicBezTo>
                  <a:cubicBezTo>
                    <a:pt x="416" y="618"/>
                    <a:pt x="412" y="642"/>
                    <a:pt x="418" y="667"/>
                  </a:cubicBezTo>
                  <a:cubicBezTo>
                    <a:pt x="426" y="700"/>
                    <a:pt x="449" y="690"/>
                    <a:pt x="453" y="767"/>
                  </a:cubicBezTo>
                  <a:cubicBezTo>
                    <a:pt x="474" y="771"/>
                    <a:pt x="587" y="790"/>
                    <a:pt x="614" y="772"/>
                  </a:cubicBezTo>
                  <a:close/>
                </a:path>
              </a:pathLst>
            </a:custGeom>
            <a:solidFill>
              <a:srgbClr val="A0D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4" name="Freeform 381">
              <a:extLst>
                <a:ext uri="{FF2B5EF4-FFF2-40B4-BE49-F238E27FC236}">
                  <a16:creationId xmlns:a16="http://schemas.microsoft.com/office/drawing/2014/main" id="{EE191AD2-5186-47ED-8AF0-82EF111A2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93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02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5" name="Freeform 382">
              <a:extLst>
                <a:ext uri="{FF2B5EF4-FFF2-40B4-BE49-F238E27FC236}">
                  <a16:creationId xmlns:a16="http://schemas.microsoft.com/office/drawing/2014/main" id="{A86EC8F5-BCB6-493B-9DDD-5E79E5F2B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362"/>
              <a:ext cx="50" cy="484"/>
            </a:xfrm>
            <a:custGeom>
              <a:avLst/>
              <a:gdLst>
                <a:gd name="T0" fmla="*/ 0 w 23"/>
                <a:gd name="T1" fmla="*/ 0 h 210"/>
                <a:gd name="T2" fmla="*/ 193 w 23"/>
                <a:gd name="T3" fmla="*/ 2572 h 210"/>
                <a:gd name="T4" fmla="*/ 193 w 23"/>
                <a:gd name="T5" fmla="*/ 2572 h 210"/>
                <a:gd name="T6" fmla="*/ 0 w 23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0">
                  <a:moveTo>
                    <a:pt x="0" y="0"/>
                  </a:moveTo>
                  <a:cubicBezTo>
                    <a:pt x="15" y="71"/>
                    <a:pt x="23" y="143"/>
                    <a:pt x="19" y="210"/>
                  </a:cubicBezTo>
                  <a:cubicBezTo>
                    <a:pt x="19" y="210"/>
                    <a:pt x="19" y="210"/>
                    <a:pt x="19" y="210"/>
                  </a:cubicBezTo>
                  <a:cubicBezTo>
                    <a:pt x="23" y="143"/>
                    <a:pt x="15" y="71"/>
                    <a:pt x="0" y="0"/>
                  </a:cubicBezTo>
                  <a:close/>
                </a:path>
              </a:pathLst>
            </a:custGeom>
            <a:solidFill>
              <a:srgbClr val="A02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6" name="Freeform 383">
              <a:extLst>
                <a:ext uri="{FF2B5EF4-FFF2-40B4-BE49-F238E27FC236}">
                  <a16:creationId xmlns:a16="http://schemas.microsoft.com/office/drawing/2014/main" id="{34D3872D-225B-4D2F-A3C0-644A31287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912"/>
              <a:ext cx="1858" cy="1407"/>
            </a:xfrm>
            <a:custGeom>
              <a:avLst/>
              <a:gdLst>
                <a:gd name="T0" fmla="*/ 8360 w 859"/>
                <a:gd name="T1" fmla="*/ 4076 h 610"/>
                <a:gd name="T2" fmla="*/ 7901 w 859"/>
                <a:gd name="T3" fmla="*/ 3042 h 610"/>
                <a:gd name="T4" fmla="*/ 6900 w 859"/>
                <a:gd name="T5" fmla="*/ 2613 h 610"/>
                <a:gd name="T6" fmla="*/ 6710 w 859"/>
                <a:gd name="T7" fmla="*/ 2320 h 610"/>
                <a:gd name="T8" fmla="*/ 2671 w 859"/>
                <a:gd name="T9" fmla="*/ 358 h 610"/>
                <a:gd name="T10" fmla="*/ 0 w 859"/>
                <a:gd name="T11" fmla="*/ 97 h 610"/>
                <a:gd name="T12" fmla="*/ 0 w 859"/>
                <a:gd name="T13" fmla="*/ 97 h 610"/>
                <a:gd name="T14" fmla="*/ 478 w 859"/>
                <a:gd name="T15" fmla="*/ 2076 h 610"/>
                <a:gd name="T16" fmla="*/ 487 w 859"/>
                <a:gd name="T17" fmla="*/ 2134 h 610"/>
                <a:gd name="T18" fmla="*/ 506 w 859"/>
                <a:gd name="T19" fmla="*/ 2235 h 610"/>
                <a:gd name="T20" fmla="*/ 523 w 859"/>
                <a:gd name="T21" fmla="*/ 2357 h 610"/>
                <a:gd name="T22" fmla="*/ 523 w 859"/>
                <a:gd name="T23" fmla="*/ 2394 h 610"/>
                <a:gd name="T24" fmla="*/ 720 w 859"/>
                <a:gd name="T25" fmla="*/ 4968 h 610"/>
                <a:gd name="T26" fmla="*/ 880 w 859"/>
                <a:gd name="T27" fmla="*/ 4883 h 610"/>
                <a:gd name="T28" fmla="*/ 1670 w 859"/>
                <a:gd name="T29" fmla="*/ 5420 h 610"/>
                <a:gd name="T30" fmla="*/ 2317 w 859"/>
                <a:gd name="T31" fmla="*/ 4980 h 610"/>
                <a:gd name="T32" fmla="*/ 2643 w 859"/>
                <a:gd name="T33" fmla="*/ 5277 h 610"/>
                <a:gd name="T34" fmla="*/ 4140 w 859"/>
                <a:gd name="T35" fmla="*/ 5644 h 610"/>
                <a:gd name="T36" fmla="*/ 4421 w 859"/>
                <a:gd name="T37" fmla="*/ 6528 h 610"/>
                <a:gd name="T38" fmla="*/ 5475 w 859"/>
                <a:gd name="T39" fmla="*/ 7070 h 610"/>
                <a:gd name="T40" fmla="*/ 7337 w 859"/>
                <a:gd name="T41" fmla="*/ 6848 h 610"/>
                <a:gd name="T42" fmla="*/ 8632 w 859"/>
                <a:gd name="T43" fmla="*/ 5081 h 610"/>
                <a:gd name="T44" fmla="*/ 8360 w 859"/>
                <a:gd name="T45" fmla="*/ 4076 h 6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59" h="610">
                  <a:moveTo>
                    <a:pt x="826" y="332"/>
                  </a:moveTo>
                  <a:cubicBezTo>
                    <a:pt x="813" y="295"/>
                    <a:pt x="801" y="268"/>
                    <a:pt x="781" y="248"/>
                  </a:cubicBezTo>
                  <a:cubicBezTo>
                    <a:pt x="749" y="215"/>
                    <a:pt x="701" y="229"/>
                    <a:pt x="682" y="213"/>
                  </a:cubicBezTo>
                  <a:cubicBezTo>
                    <a:pt x="670" y="203"/>
                    <a:pt x="663" y="189"/>
                    <a:pt x="663" y="189"/>
                  </a:cubicBezTo>
                  <a:cubicBezTo>
                    <a:pt x="565" y="105"/>
                    <a:pt x="399" y="57"/>
                    <a:pt x="264" y="29"/>
                  </a:cubicBezTo>
                  <a:cubicBezTo>
                    <a:pt x="121" y="0"/>
                    <a:pt x="5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8" y="59"/>
                    <a:pt x="34" y="113"/>
                    <a:pt x="47" y="169"/>
                  </a:cubicBezTo>
                  <a:cubicBezTo>
                    <a:pt x="47" y="171"/>
                    <a:pt x="48" y="172"/>
                    <a:pt x="48" y="174"/>
                  </a:cubicBezTo>
                  <a:cubicBezTo>
                    <a:pt x="49" y="177"/>
                    <a:pt x="49" y="180"/>
                    <a:pt x="50" y="182"/>
                  </a:cubicBezTo>
                  <a:cubicBezTo>
                    <a:pt x="50" y="186"/>
                    <a:pt x="51" y="189"/>
                    <a:pt x="52" y="192"/>
                  </a:cubicBezTo>
                  <a:cubicBezTo>
                    <a:pt x="52" y="193"/>
                    <a:pt x="52" y="194"/>
                    <a:pt x="52" y="195"/>
                  </a:cubicBezTo>
                  <a:cubicBezTo>
                    <a:pt x="67" y="266"/>
                    <a:pt x="75" y="338"/>
                    <a:pt x="71" y="405"/>
                  </a:cubicBezTo>
                  <a:cubicBezTo>
                    <a:pt x="77" y="404"/>
                    <a:pt x="82" y="401"/>
                    <a:pt x="87" y="398"/>
                  </a:cubicBezTo>
                  <a:cubicBezTo>
                    <a:pt x="87" y="398"/>
                    <a:pt x="127" y="446"/>
                    <a:pt x="165" y="442"/>
                  </a:cubicBezTo>
                  <a:cubicBezTo>
                    <a:pt x="203" y="438"/>
                    <a:pt x="213" y="398"/>
                    <a:pt x="229" y="406"/>
                  </a:cubicBezTo>
                  <a:cubicBezTo>
                    <a:pt x="229" y="406"/>
                    <a:pt x="243" y="422"/>
                    <a:pt x="261" y="430"/>
                  </a:cubicBezTo>
                  <a:cubicBezTo>
                    <a:pt x="279" y="438"/>
                    <a:pt x="327" y="494"/>
                    <a:pt x="409" y="460"/>
                  </a:cubicBezTo>
                  <a:cubicBezTo>
                    <a:pt x="409" y="460"/>
                    <a:pt x="357" y="500"/>
                    <a:pt x="437" y="532"/>
                  </a:cubicBezTo>
                  <a:cubicBezTo>
                    <a:pt x="517" y="564"/>
                    <a:pt x="491" y="566"/>
                    <a:pt x="541" y="576"/>
                  </a:cubicBezTo>
                  <a:cubicBezTo>
                    <a:pt x="591" y="586"/>
                    <a:pt x="663" y="610"/>
                    <a:pt x="725" y="558"/>
                  </a:cubicBezTo>
                  <a:cubicBezTo>
                    <a:pt x="787" y="506"/>
                    <a:pt x="857" y="450"/>
                    <a:pt x="853" y="414"/>
                  </a:cubicBezTo>
                  <a:cubicBezTo>
                    <a:pt x="853" y="414"/>
                    <a:pt x="859" y="365"/>
                    <a:pt x="826" y="332"/>
                  </a:cubicBezTo>
                  <a:close/>
                </a:path>
              </a:pathLst>
            </a:custGeom>
            <a:solidFill>
              <a:srgbClr val="FFB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7" name="Freeform 384">
              <a:extLst>
                <a:ext uri="{FF2B5EF4-FFF2-40B4-BE49-F238E27FC236}">
                  <a16:creationId xmlns:a16="http://schemas.microsoft.com/office/drawing/2014/main" id="{D77F6E8C-8CEB-44C0-8DB0-259675F8D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104"/>
              <a:ext cx="1618" cy="1244"/>
            </a:xfrm>
            <a:custGeom>
              <a:avLst/>
              <a:gdLst>
                <a:gd name="T0" fmla="*/ 7482 w 748"/>
                <a:gd name="T1" fmla="*/ 6317 h 539"/>
                <a:gd name="T2" fmla="*/ 7318 w 748"/>
                <a:gd name="T3" fmla="*/ 5200 h 539"/>
                <a:gd name="T4" fmla="*/ 7177 w 748"/>
                <a:gd name="T5" fmla="*/ 3344 h 539"/>
                <a:gd name="T6" fmla="*/ 6013 w 748"/>
                <a:gd name="T7" fmla="*/ 2802 h 539"/>
                <a:gd name="T8" fmla="*/ 5830 w 748"/>
                <a:gd name="T9" fmla="*/ 1034 h 539"/>
                <a:gd name="T10" fmla="*/ 5090 w 748"/>
                <a:gd name="T11" fmla="*/ 602 h 539"/>
                <a:gd name="T12" fmla="*/ 4917 w 748"/>
                <a:gd name="T13" fmla="*/ 256 h 539"/>
                <a:gd name="T14" fmla="*/ 4300 w 748"/>
                <a:gd name="T15" fmla="*/ 74 h 539"/>
                <a:gd name="T16" fmla="*/ 2966 w 748"/>
                <a:gd name="T17" fmla="*/ 367 h 539"/>
                <a:gd name="T18" fmla="*/ 1713 w 748"/>
                <a:gd name="T19" fmla="*/ 736 h 539"/>
                <a:gd name="T20" fmla="*/ 1203 w 748"/>
                <a:gd name="T21" fmla="*/ 1108 h 539"/>
                <a:gd name="T22" fmla="*/ 41 w 748"/>
                <a:gd name="T23" fmla="*/ 2040 h 539"/>
                <a:gd name="T24" fmla="*/ 809 w 748"/>
                <a:gd name="T25" fmla="*/ 4399 h 539"/>
                <a:gd name="T26" fmla="*/ 2881 w 748"/>
                <a:gd name="T27" fmla="*/ 4597 h 539"/>
                <a:gd name="T28" fmla="*/ 4201 w 748"/>
                <a:gd name="T29" fmla="*/ 5124 h 539"/>
                <a:gd name="T30" fmla="*/ 4566 w 748"/>
                <a:gd name="T31" fmla="*/ 5237 h 539"/>
                <a:gd name="T32" fmla="*/ 5001 w 748"/>
                <a:gd name="T33" fmla="*/ 5731 h 539"/>
                <a:gd name="T34" fmla="*/ 5918 w 748"/>
                <a:gd name="T35" fmla="*/ 5592 h 539"/>
                <a:gd name="T36" fmla="*/ 6667 w 748"/>
                <a:gd name="T37" fmla="*/ 6174 h 539"/>
                <a:gd name="T38" fmla="*/ 7519 w 748"/>
                <a:gd name="T39" fmla="*/ 6626 h 539"/>
                <a:gd name="T40" fmla="*/ 7482 w 748"/>
                <a:gd name="T41" fmla="*/ 6317 h 53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48" h="539">
                  <a:moveTo>
                    <a:pt x="739" y="514"/>
                  </a:moveTo>
                  <a:cubicBezTo>
                    <a:pt x="748" y="479"/>
                    <a:pt x="745" y="457"/>
                    <a:pt x="723" y="423"/>
                  </a:cubicBezTo>
                  <a:cubicBezTo>
                    <a:pt x="718" y="392"/>
                    <a:pt x="730" y="309"/>
                    <a:pt x="709" y="272"/>
                  </a:cubicBezTo>
                  <a:cubicBezTo>
                    <a:pt x="690" y="233"/>
                    <a:pt x="618" y="177"/>
                    <a:pt x="594" y="228"/>
                  </a:cubicBezTo>
                  <a:cubicBezTo>
                    <a:pt x="619" y="192"/>
                    <a:pt x="605" y="107"/>
                    <a:pt x="576" y="84"/>
                  </a:cubicBezTo>
                  <a:cubicBezTo>
                    <a:pt x="550" y="64"/>
                    <a:pt x="512" y="66"/>
                    <a:pt x="503" y="49"/>
                  </a:cubicBezTo>
                  <a:cubicBezTo>
                    <a:pt x="471" y="34"/>
                    <a:pt x="485" y="27"/>
                    <a:pt x="486" y="21"/>
                  </a:cubicBezTo>
                  <a:cubicBezTo>
                    <a:pt x="486" y="21"/>
                    <a:pt x="453" y="0"/>
                    <a:pt x="425" y="6"/>
                  </a:cubicBezTo>
                  <a:cubicBezTo>
                    <a:pt x="397" y="12"/>
                    <a:pt x="335" y="6"/>
                    <a:pt x="293" y="30"/>
                  </a:cubicBezTo>
                  <a:cubicBezTo>
                    <a:pt x="293" y="30"/>
                    <a:pt x="203" y="28"/>
                    <a:pt x="169" y="60"/>
                  </a:cubicBezTo>
                  <a:cubicBezTo>
                    <a:pt x="169" y="60"/>
                    <a:pt x="129" y="80"/>
                    <a:pt x="119" y="90"/>
                  </a:cubicBezTo>
                  <a:cubicBezTo>
                    <a:pt x="119" y="90"/>
                    <a:pt x="46" y="121"/>
                    <a:pt x="4" y="166"/>
                  </a:cubicBezTo>
                  <a:cubicBezTo>
                    <a:pt x="0" y="226"/>
                    <a:pt x="55" y="284"/>
                    <a:pt x="80" y="358"/>
                  </a:cubicBezTo>
                  <a:cubicBezTo>
                    <a:pt x="82" y="358"/>
                    <a:pt x="189" y="358"/>
                    <a:pt x="285" y="374"/>
                  </a:cubicBezTo>
                  <a:cubicBezTo>
                    <a:pt x="356" y="385"/>
                    <a:pt x="340" y="407"/>
                    <a:pt x="415" y="417"/>
                  </a:cubicBezTo>
                  <a:cubicBezTo>
                    <a:pt x="427" y="420"/>
                    <a:pt x="439" y="423"/>
                    <a:pt x="451" y="426"/>
                  </a:cubicBezTo>
                  <a:cubicBezTo>
                    <a:pt x="470" y="432"/>
                    <a:pt x="475" y="460"/>
                    <a:pt x="494" y="466"/>
                  </a:cubicBezTo>
                  <a:cubicBezTo>
                    <a:pt x="525" y="474"/>
                    <a:pt x="562" y="446"/>
                    <a:pt x="585" y="455"/>
                  </a:cubicBezTo>
                  <a:cubicBezTo>
                    <a:pt x="611" y="464"/>
                    <a:pt x="636" y="490"/>
                    <a:pt x="659" y="502"/>
                  </a:cubicBezTo>
                  <a:cubicBezTo>
                    <a:pt x="708" y="526"/>
                    <a:pt x="729" y="507"/>
                    <a:pt x="743" y="539"/>
                  </a:cubicBezTo>
                  <a:cubicBezTo>
                    <a:pt x="743" y="539"/>
                    <a:pt x="738" y="529"/>
                    <a:pt x="739" y="514"/>
                  </a:cubicBezTo>
                  <a:close/>
                </a:path>
              </a:pathLst>
            </a:custGeom>
            <a:solidFill>
              <a:srgbClr val="66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8" name="Freeform 385">
              <a:extLst>
                <a:ext uri="{FF2B5EF4-FFF2-40B4-BE49-F238E27FC236}">
                  <a16:creationId xmlns:a16="http://schemas.microsoft.com/office/drawing/2014/main" id="{19D29511-FB18-42D1-B1BA-0BB033A9D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487"/>
              <a:ext cx="982" cy="1435"/>
            </a:xfrm>
            <a:custGeom>
              <a:avLst/>
              <a:gdLst>
                <a:gd name="T0" fmla="*/ 4261 w 454"/>
                <a:gd name="T1" fmla="*/ 6764 h 622"/>
                <a:gd name="T2" fmla="*/ 4553 w 454"/>
                <a:gd name="T3" fmla="*/ 4912 h 622"/>
                <a:gd name="T4" fmla="*/ 4430 w 454"/>
                <a:gd name="T5" fmla="*/ 3327 h 622"/>
                <a:gd name="T6" fmla="*/ 4384 w 454"/>
                <a:gd name="T7" fmla="*/ 2847 h 622"/>
                <a:gd name="T8" fmla="*/ 4168 w 454"/>
                <a:gd name="T9" fmla="*/ 2134 h 622"/>
                <a:gd name="T10" fmla="*/ 3199 w 454"/>
                <a:gd name="T11" fmla="*/ 1107 h 622"/>
                <a:gd name="T12" fmla="*/ 2803 w 454"/>
                <a:gd name="T13" fmla="*/ 383 h 622"/>
                <a:gd name="T14" fmla="*/ 2704 w 454"/>
                <a:gd name="T15" fmla="*/ 0 h 622"/>
                <a:gd name="T16" fmla="*/ 2410 w 454"/>
                <a:gd name="T17" fmla="*/ 591 h 622"/>
                <a:gd name="T18" fmla="*/ 1903 w 454"/>
                <a:gd name="T19" fmla="*/ 1128 h 622"/>
                <a:gd name="T20" fmla="*/ 1131 w 454"/>
                <a:gd name="T21" fmla="*/ 2529 h 622"/>
                <a:gd name="T22" fmla="*/ 366 w 454"/>
                <a:gd name="T23" fmla="*/ 3710 h 622"/>
                <a:gd name="T24" fmla="*/ 41 w 454"/>
                <a:gd name="T25" fmla="*/ 4423 h 622"/>
                <a:gd name="T26" fmla="*/ 141 w 454"/>
                <a:gd name="T27" fmla="*/ 5525 h 622"/>
                <a:gd name="T28" fmla="*/ 407 w 454"/>
                <a:gd name="T29" fmla="*/ 6015 h 622"/>
                <a:gd name="T30" fmla="*/ 1618 w 454"/>
                <a:gd name="T31" fmla="*/ 6801 h 622"/>
                <a:gd name="T32" fmla="*/ 2470 w 454"/>
                <a:gd name="T33" fmla="*/ 6483 h 622"/>
                <a:gd name="T34" fmla="*/ 3037 w 454"/>
                <a:gd name="T35" fmla="*/ 6707 h 622"/>
                <a:gd name="T36" fmla="*/ 4188 w 454"/>
                <a:gd name="T37" fmla="*/ 7233 h 622"/>
                <a:gd name="T38" fmla="*/ 4261 w 454"/>
                <a:gd name="T39" fmla="*/ 6764 h 6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4" h="622">
                  <a:moveTo>
                    <a:pt x="421" y="551"/>
                  </a:moveTo>
                  <a:cubicBezTo>
                    <a:pt x="415" y="491"/>
                    <a:pt x="446" y="451"/>
                    <a:pt x="450" y="400"/>
                  </a:cubicBezTo>
                  <a:cubicBezTo>
                    <a:pt x="454" y="358"/>
                    <a:pt x="408" y="335"/>
                    <a:pt x="438" y="271"/>
                  </a:cubicBezTo>
                  <a:cubicBezTo>
                    <a:pt x="448" y="250"/>
                    <a:pt x="435" y="246"/>
                    <a:pt x="433" y="232"/>
                  </a:cubicBezTo>
                  <a:cubicBezTo>
                    <a:pt x="436" y="205"/>
                    <a:pt x="418" y="192"/>
                    <a:pt x="412" y="174"/>
                  </a:cubicBezTo>
                  <a:cubicBezTo>
                    <a:pt x="369" y="109"/>
                    <a:pt x="330" y="124"/>
                    <a:pt x="316" y="90"/>
                  </a:cubicBezTo>
                  <a:cubicBezTo>
                    <a:pt x="313" y="4"/>
                    <a:pt x="284" y="28"/>
                    <a:pt x="277" y="31"/>
                  </a:cubicBezTo>
                  <a:cubicBezTo>
                    <a:pt x="261" y="24"/>
                    <a:pt x="272" y="12"/>
                    <a:pt x="267" y="0"/>
                  </a:cubicBezTo>
                  <a:cubicBezTo>
                    <a:pt x="253" y="15"/>
                    <a:pt x="243" y="31"/>
                    <a:pt x="238" y="48"/>
                  </a:cubicBezTo>
                  <a:cubicBezTo>
                    <a:pt x="238" y="48"/>
                    <a:pt x="204" y="52"/>
                    <a:pt x="188" y="92"/>
                  </a:cubicBezTo>
                  <a:cubicBezTo>
                    <a:pt x="188" y="92"/>
                    <a:pt x="122" y="126"/>
                    <a:pt x="112" y="206"/>
                  </a:cubicBezTo>
                  <a:cubicBezTo>
                    <a:pt x="112" y="206"/>
                    <a:pt x="54" y="230"/>
                    <a:pt x="36" y="302"/>
                  </a:cubicBezTo>
                  <a:cubicBezTo>
                    <a:pt x="36" y="302"/>
                    <a:pt x="8" y="330"/>
                    <a:pt x="4" y="360"/>
                  </a:cubicBezTo>
                  <a:cubicBezTo>
                    <a:pt x="0" y="390"/>
                    <a:pt x="12" y="430"/>
                    <a:pt x="14" y="450"/>
                  </a:cubicBezTo>
                  <a:cubicBezTo>
                    <a:pt x="16" y="470"/>
                    <a:pt x="40" y="490"/>
                    <a:pt x="40" y="490"/>
                  </a:cubicBezTo>
                  <a:cubicBezTo>
                    <a:pt x="40" y="490"/>
                    <a:pt x="24" y="622"/>
                    <a:pt x="160" y="554"/>
                  </a:cubicBezTo>
                  <a:cubicBezTo>
                    <a:pt x="196" y="536"/>
                    <a:pt x="210" y="534"/>
                    <a:pt x="244" y="528"/>
                  </a:cubicBezTo>
                  <a:cubicBezTo>
                    <a:pt x="244" y="528"/>
                    <a:pt x="260" y="556"/>
                    <a:pt x="300" y="546"/>
                  </a:cubicBezTo>
                  <a:cubicBezTo>
                    <a:pt x="300" y="546"/>
                    <a:pt x="364" y="604"/>
                    <a:pt x="414" y="589"/>
                  </a:cubicBezTo>
                  <a:cubicBezTo>
                    <a:pt x="415" y="574"/>
                    <a:pt x="418" y="567"/>
                    <a:pt x="421" y="551"/>
                  </a:cubicBezTo>
                  <a:close/>
                </a:path>
              </a:pathLst>
            </a:custGeom>
            <a:solidFill>
              <a:srgbClr val="A02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9" name="Freeform 386">
              <a:extLst>
                <a:ext uri="{FF2B5EF4-FFF2-40B4-BE49-F238E27FC236}">
                  <a16:creationId xmlns:a16="http://schemas.microsoft.com/office/drawing/2014/main" id="{103F0B17-804E-45DC-9E63-B4667691C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74"/>
              <a:ext cx="1486" cy="1163"/>
            </a:xfrm>
            <a:custGeom>
              <a:avLst/>
              <a:gdLst>
                <a:gd name="T0" fmla="*/ 6924 w 687"/>
                <a:gd name="T1" fmla="*/ 6193 h 504"/>
                <a:gd name="T2" fmla="*/ 6718 w 687"/>
                <a:gd name="T3" fmla="*/ 5478 h 504"/>
                <a:gd name="T4" fmla="*/ 5849 w 687"/>
                <a:gd name="T5" fmla="*/ 4105 h 504"/>
                <a:gd name="T6" fmla="*/ 5161 w 687"/>
                <a:gd name="T7" fmla="*/ 4227 h 504"/>
                <a:gd name="T8" fmla="*/ 4413 w 687"/>
                <a:gd name="T9" fmla="*/ 3364 h 504"/>
                <a:gd name="T10" fmla="*/ 4071 w 687"/>
                <a:gd name="T11" fmla="*/ 3120 h 504"/>
                <a:gd name="T12" fmla="*/ 3078 w 687"/>
                <a:gd name="T13" fmla="*/ 2603 h 504"/>
                <a:gd name="T14" fmla="*/ 2429 w 687"/>
                <a:gd name="T15" fmla="*/ 2725 h 504"/>
                <a:gd name="T16" fmla="*/ 1759 w 687"/>
                <a:gd name="T17" fmla="*/ 2162 h 504"/>
                <a:gd name="T18" fmla="*/ 1216 w 687"/>
                <a:gd name="T19" fmla="*/ 1426 h 504"/>
                <a:gd name="T20" fmla="*/ 1034 w 687"/>
                <a:gd name="T21" fmla="*/ 1055 h 504"/>
                <a:gd name="T22" fmla="*/ 0 w 687"/>
                <a:gd name="T23" fmla="*/ 0 h 504"/>
                <a:gd name="T24" fmla="*/ 870 w 687"/>
                <a:gd name="T25" fmla="*/ 404 h 504"/>
                <a:gd name="T26" fmla="*/ 1194 w 687"/>
                <a:gd name="T27" fmla="*/ 415 h 504"/>
                <a:gd name="T28" fmla="*/ 1235 w 687"/>
                <a:gd name="T29" fmla="*/ 1230 h 504"/>
                <a:gd name="T30" fmla="*/ 1741 w 687"/>
                <a:gd name="T31" fmla="*/ 1747 h 504"/>
                <a:gd name="T32" fmla="*/ 1819 w 687"/>
                <a:gd name="T33" fmla="*/ 1438 h 504"/>
                <a:gd name="T34" fmla="*/ 1819 w 687"/>
                <a:gd name="T35" fmla="*/ 1869 h 504"/>
                <a:gd name="T36" fmla="*/ 2410 w 687"/>
                <a:gd name="T37" fmla="*/ 2227 h 504"/>
                <a:gd name="T38" fmla="*/ 2591 w 687"/>
                <a:gd name="T39" fmla="*/ 1881 h 504"/>
                <a:gd name="T40" fmla="*/ 2764 w 687"/>
                <a:gd name="T41" fmla="*/ 2651 h 504"/>
                <a:gd name="T42" fmla="*/ 3290 w 687"/>
                <a:gd name="T43" fmla="*/ 2434 h 504"/>
                <a:gd name="T44" fmla="*/ 3500 w 687"/>
                <a:gd name="T45" fmla="*/ 2171 h 504"/>
                <a:gd name="T46" fmla="*/ 3575 w 687"/>
                <a:gd name="T47" fmla="*/ 2603 h 504"/>
                <a:gd name="T48" fmla="*/ 5029 w 687"/>
                <a:gd name="T49" fmla="*/ 2924 h 504"/>
                <a:gd name="T50" fmla="*/ 5559 w 687"/>
                <a:gd name="T51" fmla="*/ 3946 h 504"/>
                <a:gd name="T52" fmla="*/ 6606 w 687"/>
                <a:gd name="T53" fmla="*/ 3542 h 504"/>
                <a:gd name="T54" fmla="*/ 6900 w 687"/>
                <a:gd name="T55" fmla="*/ 4680 h 504"/>
                <a:gd name="T56" fmla="*/ 6770 w 687"/>
                <a:gd name="T57" fmla="*/ 5420 h 504"/>
                <a:gd name="T58" fmla="*/ 6924 w 687"/>
                <a:gd name="T59" fmla="*/ 6193 h 50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87" h="504">
                  <a:moveTo>
                    <a:pt x="684" y="504"/>
                  </a:moveTo>
                  <a:cubicBezTo>
                    <a:pt x="684" y="504"/>
                    <a:pt x="686" y="473"/>
                    <a:pt x="664" y="446"/>
                  </a:cubicBezTo>
                  <a:cubicBezTo>
                    <a:pt x="635" y="410"/>
                    <a:pt x="628" y="346"/>
                    <a:pt x="578" y="334"/>
                  </a:cubicBezTo>
                  <a:cubicBezTo>
                    <a:pt x="528" y="322"/>
                    <a:pt x="514" y="328"/>
                    <a:pt x="510" y="344"/>
                  </a:cubicBezTo>
                  <a:cubicBezTo>
                    <a:pt x="510" y="344"/>
                    <a:pt x="504" y="256"/>
                    <a:pt x="436" y="274"/>
                  </a:cubicBezTo>
                  <a:cubicBezTo>
                    <a:pt x="436" y="274"/>
                    <a:pt x="416" y="260"/>
                    <a:pt x="402" y="254"/>
                  </a:cubicBezTo>
                  <a:cubicBezTo>
                    <a:pt x="388" y="248"/>
                    <a:pt x="350" y="200"/>
                    <a:pt x="304" y="212"/>
                  </a:cubicBezTo>
                  <a:cubicBezTo>
                    <a:pt x="258" y="224"/>
                    <a:pt x="254" y="236"/>
                    <a:pt x="240" y="222"/>
                  </a:cubicBezTo>
                  <a:cubicBezTo>
                    <a:pt x="226" y="208"/>
                    <a:pt x="218" y="174"/>
                    <a:pt x="174" y="176"/>
                  </a:cubicBezTo>
                  <a:cubicBezTo>
                    <a:pt x="174" y="176"/>
                    <a:pt x="142" y="112"/>
                    <a:pt x="120" y="116"/>
                  </a:cubicBezTo>
                  <a:cubicBezTo>
                    <a:pt x="120" y="116"/>
                    <a:pt x="116" y="90"/>
                    <a:pt x="102" y="86"/>
                  </a:cubicBezTo>
                  <a:cubicBezTo>
                    <a:pt x="88" y="82"/>
                    <a:pt x="116" y="32"/>
                    <a:pt x="0" y="0"/>
                  </a:cubicBezTo>
                  <a:cubicBezTo>
                    <a:pt x="0" y="0"/>
                    <a:pt x="74" y="24"/>
                    <a:pt x="86" y="33"/>
                  </a:cubicBezTo>
                  <a:cubicBezTo>
                    <a:pt x="98" y="42"/>
                    <a:pt x="110" y="40"/>
                    <a:pt x="118" y="34"/>
                  </a:cubicBezTo>
                  <a:cubicBezTo>
                    <a:pt x="118" y="34"/>
                    <a:pt x="102" y="61"/>
                    <a:pt x="122" y="100"/>
                  </a:cubicBezTo>
                  <a:cubicBezTo>
                    <a:pt x="142" y="138"/>
                    <a:pt x="168" y="142"/>
                    <a:pt x="172" y="142"/>
                  </a:cubicBezTo>
                  <a:cubicBezTo>
                    <a:pt x="176" y="142"/>
                    <a:pt x="185" y="128"/>
                    <a:pt x="180" y="117"/>
                  </a:cubicBezTo>
                  <a:cubicBezTo>
                    <a:pt x="180" y="117"/>
                    <a:pt x="189" y="133"/>
                    <a:pt x="180" y="152"/>
                  </a:cubicBezTo>
                  <a:cubicBezTo>
                    <a:pt x="170" y="170"/>
                    <a:pt x="222" y="190"/>
                    <a:pt x="238" y="181"/>
                  </a:cubicBezTo>
                  <a:cubicBezTo>
                    <a:pt x="254" y="172"/>
                    <a:pt x="253" y="161"/>
                    <a:pt x="256" y="153"/>
                  </a:cubicBezTo>
                  <a:cubicBezTo>
                    <a:pt x="256" y="153"/>
                    <a:pt x="234" y="235"/>
                    <a:pt x="273" y="216"/>
                  </a:cubicBezTo>
                  <a:cubicBezTo>
                    <a:pt x="292" y="206"/>
                    <a:pt x="308" y="216"/>
                    <a:pt x="325" y="198"/>
                  </a:cubicBezTo>
                  <a:cubicBezTo>
                    <a:pt x="342" y="181"/>
                    <a:pt x="346" y="177"/>
                    <a:pt x="346" y="177"/>
                  </a:cubicBezTo>
                  <a:cubicBezTo>
                    <a:pt x="346" y="177"/>
                    <a:pt x="328" y="200"/>
                    <a:pt x="353" y="212"/>
                  </a:cubicBezTo>
                  <a:cubicBezTo>
                    <a:pt x="378" y="224"/>
                    <a:pt x="449" y="306"/>
                    <a:pt x="497" y="238"/>
                  </a:cubicBezTo>
                  <a:cubicBezTo>
                    <a:pt x="497" y="238"/>
                    <a:pt x="477" y="321"/>
                    <a:pt x="549" y="321"/>
                  </a:cubicBezTo>
                  <a:cubicBezTo>
                    <a:pt x="621" y="321"/>
                    <a:pt x="622" y="342"/>
                    <a:pt x="653" y="288"/>
                  </a:cubicBezTo>
                  <a:cubicBezTo>
                    <a:pt x="653" y="288"/>
                    <a:pt x="600" y="356"/>
                    <a:pt x="682" y="381"/>
                  </a:cubicBezTo>
                  <a:cubicBezTo>
                    <a:pt x="682" y="381"/>
                    <a:pt x="621" y="381"/>
                    <a:pt x="669" y="441"/>
                  </a:cubicBezTo>
                  <a:cubicBezTo>
                    <a:pt x="687" y="462"/>
                    <a:pt x="687" y="500"/>
                    <a:pt x="684" y="50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0" name="Freeform 387">
              <a:extLst>
                <a:ext uri="{FF2B5EF4-FFF2-40B4-BE49-F238E27FC236}">
                  <a16:creationId xmlns:a16="http://schemas.microsoft.com/office/drawing/2014/main" id="{6AC09664-8081-44DB-BC49-DDB5C6E6D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46"/>
              <a:ext cx="772" cy="376"/>
            </a:xfrm>
            <a:custGeom>
              <a:avLst/>
              <a:gdLst>
                <a:gd name="T0" fmla="*/ 3609 w 357"/>
                <a:gd name="T1" fmla="*/ 452 h 163"/>
                <a:gd name="T2" fmla="*/ 3034 w 357"/>
                <a:gd name="T3" fmla="*/ 309 h 163"/>
                <a:gd name="T4" fmla="*/ 2002 w 357"/>
                <a:gd name="T5" fmla="*/ 920 h 163"/>
                <a:gd name="T6" fmla="*/ 0 w 357"/>
                <a:gd name="T7" fmla="*/ 2000 h 163"/>
                <a:gd name="T8" fmla="*/ 426 w 357"/>
                <a:gd name="T9" fmla="*/ 1474 h 163"/>
                <a:gd name="T10" fmla="*/ 707 w 357"/>
                <a:gd name="T11" fmla="*/ 1144 h 163"/>
                <a:gd name="T12" fmla="*/ 1103 w 357"/>
                <a:gd name="T13" fmla="*/ 1033 h 163"/>
                <a:gd name="T14" fmla="*/ 2446 w 357"/>
                <a:gd name="T15" fmla="*/ 835 h 163"/>
                <a:gd name="T16" fmla="*/ 2712 w 357"/>
                <a:gd name="T17" fmla="*/ 346 h 163"/>
                <a:gd name="T18" fmla="*/ 2965 w 357"/>
                <a:gd name="T19" fmla="*/ 245 h 163"/>
                <a:gd name="T20" fmla="*/ 3609 w 357"/>
                <a:gd name="T21" fmla="*/ 452 h 1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7" h="163">
                  <a:moveTo>
                    <a:pt x="357" y="37"/>
                  </a:moveTo>
                  <a:cubicBezTo>
                    <a:pt x="357" y="37"/>
                    <a:pt x="345" y="0"/>
                    <a:pt x="300" y="25"/>
                  </a:cubicBezTo>
                  <a:cubicBezTo>
                    <a:pt x="254" y="51"/>
                    <a:pt x="272" y="81"/>
                    <a:pt x="198" y="75"/>
                  </a:cubicBezTo>
                  <a:cubicBezTo>
                    <a:pt x="125" y="68"/>
                    <a:pt x="16" y="131"/>
                    <a:pt x="0" y="163"/>
                  </a:cubicBezTo>
                  <a:cubicBezTo>
                    <a:pt x="0" y="163"/>
                    <a:pt x="16" y="137"/>
                    <a:pt x="42" y="120"/>
                  </a:cubicBezTo>
                  <a:cubicBezTo>
                    <a:pt x="69" y="103"/>
                    <a:pt x="69" y="100"/>
                    <a:pt x="70" y="93"/>
                  </a:cubicBezTo>
                  <a:cubicBezTo>
                    <a:pt x="70" y="93"/>
                    <a:pt x="85" y="97"/>
                    <a:pt x="109" y="84"/>
                  </a:cubicBezTo>
                  <a:cubicBezTo>
                    <a:pt x="133" y="71"/>
                    <a:pt x="228" y="71"/>
                    <a:pt x="242" y="68"/>
                  </a:cubicBezTo>
                  <a:cubicBezTo>
                    <a:pt x="257" y="65"/>
                    <a:pt x="269" y="41"/>
                    <a:pt x="268" y="28"/>
                  </a:cubicBezTo>
                  <a:cubicBezTo>
                    <a:pt x="268" y="28"/>
                    <a:pt x="272" y="29"/>
                    <a:pt x="293" y="20"/>
                  </a:cubicBezTo>
                  <a:cubicBezTo>
                    <a:pt x="314" y="11"/>
                    <a:pt x="352" y="3"/>
                    <a:pt x="357" y="3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1" name="Freeform 388">
              <a:extLst>
                <a:ext uri="{FF2B5EF4-FFF2-40B4-BE49-F238E27FC236}">
                  <a16:creationId xmlns:a16="http://schemas.microsoft.com/office/drawing/2014/main" id="{8D03B305-C821-4FFF-967A-5C7DE7977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131"/>
              <a:ext cx="249" cy="201"/>
            </a:xfrm>
            <a:custGeom>
              <a:avLst/>
              <a:gdLst>
                <a:gd name="T0" fmla="*/ 1167 w 115"/>
                <a:gd name="T1" fmla="*/ 582 h 87"/>
                <a:gd name="T2" fmla="*/ 9 w 115"/>
                <a:gd name="T3" fmla="*/ 1072 h 87"/>
                <a:gd name="T4" fmla="*/ 0 w 115"/>
                <a:gd name="T5" fmla="*/ 0 h 87"/>
                <a:gd name="T6" fmla="*/ 245 w 115"/>
                <a:gd name="T7" fmla="*/ 582 h 87"/>
                <a:gd name="T8" fmla="*/ 1167 w 115"/>
                <a:gd name="T9" fmla="*/ 582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7">
                  <a:moveTo>
                    <a:pt x="115" y="47"/>
                  </a:moveTo>
                  <a:cubicBezTo>
                    <a:pt x="115" y="47"/>
                    <a:pt x="36" y="41"/>
                    <a:pt x="1" y="87"/>
                  </a:cubicBezTo>
                  <a:cubicBezTo>
                    <a:pt x="1" y="87"/>
                    <a:pt x="34" y="40"/>
                    <a:pt x="0" y="0"/>
                  </a:cubicBezTo>
                  <a:cubicBezTo>
                    <a:pt x="0" y="0"/>
                    <a:pt x="26" y="35"/>
                    <a:pt x="24" y="47"/>
                  </a:cubicBezTo>
                  <a:cubicBezTo>
                    <a:pt x="19" y="68"/>
                    <a:pt x="59" y="33"/>
                    <a:pt x="115" y="4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2" name="Freeform 389">
              <a:extLst>
                <a:ext uri="{FF2B5EF4-FFF2-40B4-BE49-F238E27FC236}">
                  <a16:creationId xmlns:a16="http://schemas.microsoft.com/office/drawing/2014/main" id="{6A50207F-2AB3-4380-824B-9A15F7B8A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219"/>
              <a:ext cx="546" cy="1120"/>
            </a:xfrm>
            <a:custGeom>
              <a:avLst/>
              <a:gdLst>
                <a:gd name="T0" fmla="*/ 72 w 252"/>
                <a:gd name="T1" fmla="*/ 0 h 485"/>
                <a:gd name="T2" fmla="*/ 217 w 252"/>
                <a:gd name="T3" fmla="*/ 293 h 485"/>
                <a:gd name="T4" fmla="*/ 804 w 252"/>
                <a:gd name="T5" fmla="*/ 938 h 485"/>
                <a:gd name="T6" fmla="*/ 854 w 252"/>
                <a:gd name="T7" fmla="*/ 1776 h 485"/>
                <a:gd name="T8" fmla="*/ 548 w 252"/>
                <a:gd name="T9" fmla="*/ 2041 h 485"/>
                <a:gd name="T10" fmla="*/ 1220 w 252"/>
                <a:gd name="T11" fmla="*/ 2709 h 485"/>
                <a:gd name="T12" fmla="*/ 1220 w 252"/>
                <a:gd name="T13" fmla="*/ 3877 h 485"/>
                <a:gd name="T14" fmla="*/ 1395 w 252"/>
                <a:gd name="T15" fmla="*/ 4249 h 485"/>
                <a:gd name="T16" fmla="*/ 1699 w 252"/>
                <a:gd name="T17" fmla="*/ 4891 h 485"/>
                <a:gd name="T18" fmla="*/ 2126 w 252"/>
                <a:gd name="T19" fmla="*/ 5972 h 485"/>
                <a:gd name="T20" fmla="*/ 1850 w 252"/>
                <a:gd name="T21" fmla="*/ 5002 h 485"/>
                <a:gd name="T22" fmla="*/ 1456 w 252"/>
                <a:gd name="T23" fmla="*/ 4224 h 485"/>
                <a:gd name="T24" fmla="*/ 2056 w 252"/>
                <a:gd name="T25" fmla="*/ 3499 h 485"/>
                <a:gd name="T26" fmla="*/ 1437 w 252"/>
                <a:gd name="T27" fmla="*/ 3866 h 485"/>
                <a:gd name="T28" fmla="*/ 1343 w 252"/>
                <a:gd name="T29" fmla="*/ 3376 h 485"/>
                <a:gd name="T30" fmla="*/ 1324 w 252"/>
                <a:gd name="T31" fmla="*/ 2822 h 485"/>
                <a:gd name="T32" fmla="*/ 1629 w 252"/>
                <a:gd name="T33" fmla="*/ 2757 h 485"/>
                <a:gd name="T34" fmla="*/ 2563 w 252"/>
                <a:gd name="T35" fmla="*/ 2644 h 485"/>
                <a:gd name="T36" fmla="*/ 1456 w 252"/>
                <a:gd name="T37" fmla="*/ 2623 h 485"/>
                <a:gd name="T38" fmla="*/ 873 w 252"/>
                <a:gd name="T39" fmla="*/ 1958 h 485"/>
                <a:gd name="T40" fmla="*/ 836 w 252"/>
                <a:gd name="T41" fmla="*/ 875 h 485"/>
                <a:gd name="T42" fmla="*/ 306 w 252"/>
                <a:gd name="T43" fmla="*/ 272 h 485"/>
                <a:gd name="T44" fmla="*/ 72 w 252"/>
                <a:gd name="T45" fmla="*/ 0 h 48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2" h="485">
                  <a:moveTo>
                    <a:pt x="7" y="0"/>
                  </a:moveTo>
                  <a:cubicBezTo>
                    <a:pt x="7" y="0"/>
                    <a:pt x="0" y="15"/>
                    <a:pt x="21" y="24"/>
                  </a:cubicBezTo>
                  <a:cubicBezTo>
                    <a:pt x="41" y="34"/>
                    <a:pt x="54" y="70"/>
                    <a:pt x="79" y="76"/>
                  </a:cubicBezTo>
                  <a:cubicBezTo>
                    <a:pt x="103" y="82"/>
                    <a:pt x="102" y="121"/>
                    <a:pt x="84" y="144"/>
                  </a:cubicBezTo>
                  <a:cubicBezTo>
                    <a:pt x="66" y="166"/>
                    <a:pt x="79" y="180"/>
                    <a:pt x="54" y="166"/>
                  </a:cubicBezTo>
                  <a:cubicBezTo>
                    <a:pt x="54" y="166"/>
                    <a:pt x="105" y="189"/>
                    <a:pt x="120" y="220"/>
                  </a:cubicBezTo>
                  <a:cubicBezTo>
                    <a:pt x="134" y="250"/>
                    <a:pt x="126" y="302"/>
                    <a:pt x="120" y="315"/>
                  </a:cubicBezTo>
                  <a:cubicBezTo>
                    <a:pt x="113" y="329"/>
                    <a:pt x="134" y="327"/>
                    <a:pt x="137" y="345"/>
                  </a:cubicBezTo>
                  <a:cubicBezTo>
                    <a:pt x="141" y="363"/>
                    <a:pt x="142" y="378"/>
                    <a:pt x="167" y="397"/>
                  </a:cubicBezTo>
                  <a:cubicBezTo>
                    <a:pt x="191" y="416"/>
                    <a:pt x="220" y="463"/>
                    <a:pt x="209" y="485"/>
                  </a:cubicBezTo>
                  <a:cubicBezTo>
                    <a:pt x="209" y="485"/>
                    <a:pt x="231" y="465"/>
                    <a:pt x="182" y="406"/>
                  </a:cubicBezTo>
                  <a:cubicBezTo>
                    <a:pt x="169" y="390"/>
                    <a:pt x="147" y="382"/>
                    <a:pt x="143" y="343"/>
                  </a:cubicBezTo>
                  <a:cubicBezTo>
                    <a:pt x="141" y="328"/>
                    <a:pt x="179" y="286"/>
                    <a:pt x="202" y="284"/>
                  </a:cubicBezTo>
                  <a:cubicBezTo>
                    <a:pt x="202" y="284"/>
                    <a:pt x="171" y="286"/>
                    <a:pt x="141" y="314"/>
                  </a:cubicBezTo>
                  <a:cubicBezTo>
                    <a:pt x="111" y="341"/>
                    <a:pt x="130" y="291"/>
                    <a:pt x="132" y="274"/>
                  </a:cubicBezTo>
                  <a:cubicBezTo>
                    <a:pt x="135" y="257"/>
                    <a:pt x="132" y="238"/>
                    <a:pt x="130" y="229"/>
                  </a:cubicBezTo>
                  <a:cubicBezTo>
                    <a:pt x="127" y="220"/>
                    <a:pt x="130" y="218"/>
                    <a:pt x="160" y="224"/>
                  </a:cubicBezTo>
                  <a:cubicBezTo>
                    <a:pt x="190" y="230"/>
                    <a:pt x="252" y="215"/>
                    <a:pt x="252" y="215"/>
                  </a:cubicBezTo>
                  <a:cubicBezTo>
                    <a:pt x="252" y="215"/>
                    <a:pt x="180" y="232"/>
                    <a:pt x="143" y="213"/>
                  </a:cubicBezTo>
                  <a:cubicBezTo>
                    <a:pt x="105" y="193"/>
                    <a:pt x="82" y="185"/>
                    <a:pt x="86" y="159"/>
                  </a:cubicBezTo>
                  <a:cubicBezTo>
                    <a:pt x="91" y="133"/>
                    <a:pt x="124" y="94"/>
                    <a:pt x="82" y="71"/>
                  </a:cubicBezTo>
                  <a:cubicBezTo>
                    <a:pt x="40" y="48"/>
                    <a:pt x="44" y="29"/>
                    <a:pt x="30" y="22"/>
                  </a:cubicBezTo>
                  <a:cubicBezTo>
                    <a:pt x="16" y="16"/>
                    <a:pt x="9" y="10"/>
                    <a:pt x="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3" name="Freeform 390">
              <a:extLst>
                <a:ext uri="{FF2B5EF4-FFF2-40B4-BE49-F238E27FC236}">
                  <a16:creationId xmlns:a16="http://schemas.microsoft.com/office/drawing/2014/main" id="{9EC78480-0A2E-4FD6-828C-A19F5235B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272"/>
              <a:ext cx="463" cy="519"/>
            </a:xfrm>
            <a:custGeom>
              <a:avLst/>
              <a:gdLst>
                <a:gd name="T0" fmla="*/ 0 w 214"/>
                <a:gd name="T1" fmla="*/ 1532 h 225"/>
                <a:gd name="T2" fmla="*/ 1906 w 214"/>
                <a:gd name="T3" fmla="*/ 415 h 225"/>
                <a:gd name="T4" fmla="*/ 1794 w 214"/>
                <a:gd name="T5" fmla="*/ 0 h 225"/>
                <a:gd name="T6" fmla="*/ 1934 w 214"/>
                <a:gd name="T7" fmla="*/ 159 h 225"/>
                <a:gd name="T8" fmla="*/ 2168 w 214"/>
                <a:gd name="T9" fmla="*/ 0 h 225"/>
                <a:gd name="T10" fmla="*/ 1967 w 214"/>
                <a:gd name="T11" fmla="*/ 272 h 225"/>
                <a:gd name="T12" fmla="*/ 1062 w 214"/>
                <a:gd name="T13" fmla="*/ 1633 h 225"/>
                <a:gd name="T14" fmla="*/ 1010 w 214"/>
                <a:gd name="T15" fmla="*/ 2224 h 225"/>
                <a:gd name="T16" fmla="*/ 1296 w 214"/>
                <a:gd name="T17" fmla="*/ 2134 h 225"/>
                <a:gd name="T18" fmla="*/ 1134 w 214"/>
                <a:gd name="T19" fmla="*/ 2272 h 225"/>
                <a:gd name="T20" fmla="*/ 1722 w 214"/>
                <a:gd name="T21" fmla="*/ 2367 h 225"/>
                <a:gd name="T22" fmla="*/ 1255 w 214"/>
                <a:gd name="T23" fmla="*/ 2406 h 225"/>
                <a:gd name="T24" fmla="*/ 1279 w 214"/>
                <a:gd name="T25" fmla="*/ 2761 h 225"/>
                <a:gd name="T26" fmla="*/ 1043 w 214"/>
                <a:gd name="T27" fmla="*/ 2415 h 225"/>
                <a:gd name="T28" fmla="*/ 792 w 214"/>
                <a:gd name="T29" fmla="*/ 2321 h 225"/>
                <a:gd name="T30" fmla="*/ 599 w 214"/>
                <a:gd name="T31" fmla="*/ 2528 h 225"/>
                <a:gd name="T32" fmla="*/ 801 w 214"/>
                <a:gd name="T33" fmla="*/ 2235 h 225"/>
                <a:gd name="T34" fmla="*/ 660 w 214"/>
                <a:gd name="T35" fmla="*/ 2076 h 225"/>
                <a:gd name="T36" fmla="*/ 749 w 214"/>
                <a:gd name="T37" fmla="*/ 1938 h 225"/>
                <a:gd name="T38" fmla="*/ 870 w 214"/>
                <a:gd name="T39" fmla="*/ 1670 h 225"/>
                <a:gd name="T40" fmla="*/ 731 w 214"/>
                <a:gd name="T41" fmla="*/ 1693 h 225"/>
                <a:gd name="T42" fmla="*/ 0 w 214"/>
                <a:gd name="T43" fmla="*/ 1532 h 22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4" h="225">
                  <a:moveTo>
                    <a:pt x="0" y="125"/>
                  </a:moveTo>
                  <a:cubicBezTo>
                    <a:pt x="0" y="125"/>
                    <a:pt x="157" y="171"/>
                    <a:pt x="188" y="34"/>
                  </a:cubicBezTo>
                  <a:cubicBezTo>
                    <a:pt x="191" y="23"/>
                    <a:pt x="192" y="8"/>
                    <a:pt x="177" y="0"/>
                  </a:cubicBezTo>
                  <a:cubicBezTo>
                    <a:pt x="177" y="0"/>
                    <a:pt x="188" y="4"/>
                    <a:pt x="191" y="13"/>
                  </a:cubicBezTo>
                  <a:cubicBezTo>
                    <a:pt x="194" y="22"/>
                    <a:pt x="209" y="8"/>
                    <a:pt x="214" y="0"/>
                  </a:cubicBezTo>
                  <a:cubicBezTo>
                    <a:pt x="214" y="0"/>
                    <a:pt x="203" y="17"/>
                    <a:pt x="194" y="22"/>
                  </a:cubicBezTo>
                  <a:cubicBezTo>
                    <a:pt x="185" y="27"/>
                    <a:pt x="198" y="98"/>
                    <a:pt x="105" y="133"/>
                  </a:cubicBezTo>
                  <a:cubicBezTo>
                    <a:pt x="63" y="149"/>
                    <a:pt x="83" y="184"/>
                    <a:pt x="100" y="181"/>
                  </a:cubicBezTo>
                  <a:cubicBezTo>
                    <a:pt x="118" y="179"/>
                    <a:pt x="121" y="181"/>
                    <a:pt x="128" y="174"/>
                  </a:cubicBezTo>
                  <a:cubicBezTo>
                    <a:pt x="128" y="174"/>
                    <a:pt x="122" y="183"/>
                    <a:pt x="112" y="185"/>
                  </a:cubicBezTo>
                  <a:cubicBezTo>
                    <a:pt x="112" y="185"/>
                    <a:pt x="152" y="205"/>
                    <a:pt x="170" y="193"/>
                  </a:cubicBezTo>
                  <a:cubicBezTo>
                    <a:pt x="170" y="193"/>
                    <a:pt x="157" y="204"/>
                    <a:pt x="124" y="196"/>
                  </a:cubicBezTo>
                  <a:cubicBezTo>
                    <a:pt x="91" y="188"/>
                    <a:pt x="118" y="218"/>
                    <a:pt x="126" y="225"/>
                  </a:cubicBezTo>
                  <a:cubicBezTo>
                    <a:pt x="126" y="225"/>
                    <a:pt x="105" y="209"/>
                    <a:pt x="103" y="197"/>
                  </a:cubicBezTo>
                  <a:cubicBezTo>
                    <a:pt x="100" y="184"/>
                    <a:pt x="92" y="186"/>
                    <a:pt x="78" y="189"/>
                  </a:cubicBezTo>
                  <a:cubicBezTo>
                    <a:pt x="63" y="192"/>
                    <a:pt x="60" y="204"/>
                    <a:pt x="59" y="206"/>
                  </a:cubicBezTo>
                  <a:cubicBezTo>
                    <a:pt x="59" y="206"/>
                    <a:pt x="65" y="192"/>
                    <a:pt x="79" y="182"/>
                  </a:cubicBezTo>
                  <a:cubicBezTo>
                    <a:pt x="87" y="176"/>
                    <a:pt x="74" y="164"/>
                    <a:pt x="65" y="169"/>
                  </a:cubicBezTo>
                  <a:cubicBezTo>
                    <a:pt x="65" y="169"/>
                    <a:pt x="72" y="164"/>
                    <a:pt x="74" y="158"/>
                  </a:cubicBezTo>
                  <a:cubicBezTo>
                    <a:pt x="76" y="152"/>
                    <a:pt x="83" y="137"/>
                    <a:pt x="86" y="136"/>
                  </a:cubicBezTo>
                  <a:cubicBezTo>
                    <a:pt x="90" y="135"/>
                    <a:pt x="79" y="134"/>
                    <a:pt x="72" y="138"/>
                  </a:cubicBezTo>
                  <a:cubicBezTo>
                    <a:pt x="66" y="142"/>
                    <a:pt x="2" y="126"/>
                    <a:pt x="0" y="12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4" name="Freeform 391">
              <a:extLst>
                <a:ext uri="{FF2B5EF4-FFF2-40B4-BE49-F238E27FC236}">
                  <a16:creationId xmlns:a16="http://schemas.microsoft.com/office/drawing/2014/main" id="{09D49084-5A31-4C18-8DBC-25637C02B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048"/>
              <a:ext cx="247" cy="334"/>
            </a:xfrm>
            <a:custGeom>
              <a:avLst/>
              <a:gdLst>
                <a:gd name="T0" fmla="*/ 1159 w 114"/>
                <a:gd name="T1" fmla="*/ 134 h 145"/>
                <a:gd name="T2" fmla="*/ 793 w 114"/>
                <a:gd name="T3" fmla="*/ 488 h 145"/>
                <a:gd name="T4" fmla="*/ 427 w 114"/>
                <a:gd name="T5" fmla="*/ 684 h 145"/>
                <a:gd name="T6" fmla="*/ 72 w 114"/>
                <a:gd name="T7" fmla="*/ 0 h 145"/>
                <a:gd name="T8" fmla="*/ 347 w 114"/>
                <a:gd name="T9" fmla="*/ 712 h 145"/>
                <a:gd name="T10" fmla="*/ 104 w 114"/>
                <a:gd name="T11" fmla="*/ 1698 h 145"/>
                <a:gd name="T12" fmla="*/ 306 w 114"/>
                <a:gd name="T13" fmla="*/ 1661 h 145"/>
                <a:gd name="T14" fmla="*/ 399 w 114"/>
                <a:gd name="T15" fmla="*/ 1283 h 145"/>
                <a:gd name="T16" fmla="*/ 531 w 114"/>
                <a:gd name="T17" fmla="*/ 732 h 145"/>
                <a:gd name="T18" fmla="*/ 752 w 114"/>
                <a:gd name="T19" fmla="*/ 562 h 145"/>
                <a:gd name="T20" fmla="*/ 1159 w 114"/>
                <a:gd name="T21" fmla="*/ 134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145">
                  <a:moveTo>
                    <a:pt x="114" y="11"/>
                  </a:moveTo>
                  <a:cubicBezTo>
                    <a:pt x="114" y="11"/>
                    <a:pt x="92" y="36"/>
                    <a:pt x="78" y="40"/>
                  </a:cubicBezTo>
                  <a:cubicBezTo>
                    <a:pt x="64" y="44"/>
                    <a:pt x="52" y="58"/>
                    <a:pt x="42" y="56"/>
                  </a:cubicBezTo>
                  <a:cubicBezTo>
                    <a:pt x="32" y="54"/>
                    <a:pt x="8" y="15"/>
                    <a:pt x="7" y="0"/>
                  </a:cubicBezTo>
                  <a:cubicBezTo>
                    <a:pt x="7" y="0"/>
                    <a:pt x="7" y="27"/>
                    <a:pt x="34" y="58"/>
                  </a:cubicBezTo>
                  <a:cubicBezTo>
                    <a:pt x="60" y="89"/>
                    <a:pt x="20" y="133"/>
                    <a:pt x="10" y="139"/>
                  </a:cubicBezTo>
                  <a:cubicBezTo>
                    <a:pt x="0" y="145"/>
                    <a:pt x="26" y="124"/>
                    <a:pt x="30" y="136"/>
                  </a:cubicBezTo>
                  <a:cubicBezTo>
                    <a:pt x="30" y="136"/>
                    <a:pt x="24" y="132"/>
                    <a:pt x="39" y="105"/>
                  </a:cubicBezTo>
                  <a:cubicBezTo>
                    <a:pt x="55" y="77"/>
                    <a:pt x="36" y="73"/>
                    <a:pt x="52" y="60"/>
                  </a:cubicBezTo>
                  <a:cubicBezTo>
                    <a:pt x="55" y="58"/>
                    <a:pt x="68" y="47"/>
                    <a:pt x="74" y="46"/>
                  </a:cubicBezTo>
                  <a:cubicBezTo>
                    <a:pt x="81" y="44"/>
                    <a:pt x="111" y="18"/>
                    <a:pt x="114" y="1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5" name="Freeform 392">
              <a:extLst>
                <a:ext uri="{FF2B5EF4-FFF2-40B4-BE49-F238E27FC236}">
                  <a16:creationId xmlns:a16="http://schemas.microsoft.com/office/drawing/2014/main" id="{5F6C3C16-59CE-45EF-B8DC-A446FD274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251"/>
              <a:ext cx="1055" cy="623"/>
            </a:xfrm>
            <a:custGeom>
              <a:avLst/>
              <a:gdLst>
                <a:gd name="T0" fmla="*/ 4843 w 488"/>
                <a:gd name="T1" fmla="*/ 1278 h 270"/>
                <a:gd name="T2" fmla="*/ 4557 w 488"/>
                <a:gd name="T3" fmla="*/ 2040 h 270"/>
                <a:gd name="T4" fmla="*/ 3721 w 488"/>
                <a:gd name="T5" fmla="*/ 1804 h 270"/>
                <a:gd name="T6" fmla="*/ 2365 w 488"/>
                <a:gd name="T7" fmla="*/ 1202 h 270"/>
                <a:gd name="T8" fmla="*/ 1070 w 488"/>
                <a:gd name="T9" fmla="*/ 761 h 270"/>
                <a:gd name="T10" fmla="*/ 973 w 488"/>
                <a:gd name="T11" fmla="*/ 787 h 270"/>
                <a:gd name="T12" fmla="*/ 478 w 488"/>
                <a:gd name="T13" fmla="*/ 235 h 270"/>
                <a:gd name="T14" fmla="*/ 454 w 488"/>
                <a:gd name="T15" fmla="*/ 0 h 270"/>
                <a:gd name="T16" fmla="*/ 374 w 488"/>
                <a:gd name="T17" fmla="*/ 159 h 270"/>
                <a:gd name="T18" fmla="*/ 0 w 488"/>
                <a:gd name="T19" fmla="*/ 0 h 270"/>
                <a:gd name="T20" fmla="*/ 426 w 488"/>
                <a:gd name="T21" fmla="*/ 272 h 270"/>
                <a:gd name="T22" fmla="*/ 729 w 488"/>
                <a:gd name="T23" fmla="*/ 554 h 270"/>
                <a:gd name="T24" fmla="*/ 850 w 488"/>
                <a:gd name="T25" fmla="*/ 1006 h 270"/>
                <a:gd name="T26" fmla="*/ 1079 w 488"/>
                <a:gd name="T27" fmla="*/ 948 h 270"/>
                <a:gd name="T28" fmla="*/ 2313 w 488"/>
                <a:gd name="T29" fmla="*/ 1267 h 270"/>
                <a:gd name="T30" fmla="*/ 3930 w 488"/>
                <a:gd name="T31" fmla="*/ 2171 h 270"/>
                <a:gd name="T32" fmla="*/ 3729 w 488"/>
                <a:gd name="T33" fmla="*/ 3062 h 270"/>
                <a:gd name="T34" fmla="*/ 3576 w 488"/>
                <a:gd name="T35" fmla="*/ 3318 h 270"/>
                <a:gd name="T36" fmla="*/ 3740 w 488"/>
                <a:gd name="T37" fmla="*/ 3157 h 270"/>
                <a:gd name="T38" fmla="*/ 3842 w 488"/>
                <a:gd name="T39" fmla="*/ 3290 h 270"/>
                <a:gd name="T40" fmla="*/ 3790 w 488"/>
                <a:gd name="T41" fmla="*/ 3110 h 270"/>
                <a:gd name="T42" fmla="*/ 3950 w 488"/>
                <a:gd name="T43" fmla="*/ 2704 h 270"/>
                <a:gd name="T44" fmla="*/ 4183 w 488"/>
                <a:gd name="T45" fmla="*/ 2224 h 270"/>
                <a:gd name="T46" fmla="*/ 4843 w 488"/>
                <a:gd name="T47" fmla="*/ 1278 h 2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8" h="270">
                  <a:moveTo>
                    <a:pt x="479" y="104"/>
                  </a:moveTo>
                  <a:cubicBezTo>
                    <a:pt x="479" y="104"/>
                    <a:pt x="484" y="158"/>
                    <a:pt x="451" y="166"/>
                  </a:cubicBezTo>
                  <a:cubicBezTo>
                    <a:pt x="418" y="175"/>
                    <a:pt x="406" y="193"/>
                    <a:pt x="368" y="147"/>
                  </a:cubicBezTo>
                  <a:cubicBezTo>
                    <a:pt x="331" y="101"/>
                    <a:pt x="265" y="91"/>
                    <a:pt x="234" y="98"/>
                  </a:cubicBezTo>
                  <a:cubicBezTo>
                    <a:pt x="204" y="105"/>
                    <a:pt x="119" y="89"/>
                    <a:pt x="106" y="62"/>
                  </a:cubicBezTo>
                  <a:cubicBezTo>
                    <a:pt x="106" y="62"/>
                    <a:pt x="100" y="70"/>
                    <a:pt x="96" y="64"/>
                  </a:cubicBezTo>
                  <a:cubicBezTo>
                    <a:pt x="91" y="58"/>
                    <a:pt x="57" y="19"/>
                    <a:pt x="47" y="19"/>
                  </a:cubicBezTo>
                  <a:cubicBezTo>
                    <a:pt x="38" y="19"/>
                    <a:pt x="38" y="6"/>
                    <a:pt x="45" y="0"/>
                  </a:cubicBezTo>
                  <a:cubicBezTo>
                    <a:pt x="45" y="0"/>
                    <a:pt x="34" y="8"/>
                    <a:pt x="37" y="13"/>
                  </a:cubicBezTo>
                  <a:cubicBezTo>
                    <a:pt x="40" y="18"/>
                    <a:pt x="10" y="20"/>
                    <a:pt x="0" y="0"/>
                  </a:cubicBezTo>
                  <a:cubicBezTo>
                    <a:pt x="0" y="0"/>
                    <a:pt x="0" y="22"/>
                    <a:pt x="42" y="22"/>
                  </a:cubicBezTo>
                  <a:cubicBezTo>
                    <a:pt x="46" y="22"/>
                    <a:pt x="66" y="32"/>
                    <a:pt x="72" y="45"/>
                  </a:cubicBezTo>
                  <a:cubicBezTo>
                    <a:pt x="79" y="57"/>
                    <a:pt x="107" y="70"/>
                    <a:pt x="84" y="82"/>
                  </a:cubicBezTo>
                  <a:cubicBezTo>
                    <a:pt x="84" y="82"/>
                    <a:pt x="96" y="74"/>
                    <a:pt x="107" y="77"/>
                  </a:cubicBezTo>
                  <a:cubicBezTo>
                    <a:pt x="119" y="79"/>
                    <a:pt x="167" y="106"/>
                    <a:pt x="229" y="103"/>
                  </a:cubicBezTo>
                  <a:cubicBezTo>
                    <a:pt x="290" y="100"/>
                    <a:pt x="357" y="122"/>
                    <a:pt x="389" y="177"/>
                  </a:cubicBezTo>
                  <a:cubicBezTo>
                    <a:pt x="396" y="190"/>
                    <a:pt x="387" y="240"/>
                    <a:pt x="369" y="249"/>
                  </a:cubicBezTo>
                  <a:cubicBezTo>
                    <a:pt x="352" y="258"/>
                    <a:pt x="354" y="270"/>
                    <a:pt x="354" y="270"/>
                  </a:cubicBezTo>
                  <a:cubicBezTo>
                    <a:pt x="354" y="270"/>
                    <a:pt x="360" y="258"/>
                    <a:pt x="370" y="257"/>
                  </a:cubicBezTo>
                  <a:cubicBezTo>
                    <a:pt x="381" y="256"/>
                    <a:pt x="380" y="268"/>
                    <a:pt x="380" y="268"/>
                  </a:cubicBezTo>
                  <a:cubicBezTo>
                    <a:pt x="380" y="268"/>
                    <a:pt x="381" y="257"/>
                    <a:pt x="375" y="253"/>
                  </a:cubicBezTo>
                  <a:cubicBezTo>
                    <a:pt x="369" y="249"/>
                    <a:pt x="385" y="239"/>
                    <a:pt x="391" y="220"/>
                  </a:cubicBezTo>
                  <a:cubicBezTo>
                    <a:pt x="398" y="201"/>
                    <a:pt x="394" y="183"/>
                    <a:pt x="414" y="181"/>
                  </a:cubicBezTo>
                  <a:cubicBezTo>
                    <a:pt x="447" y="178"/>
                    <a:pt x="488" y="164"/>
                    <a:pt x="479" y="10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6" name="Freeform 393">
              <a:extLst>
                <a:ext uri="{FF2B5EF4-FFF2-40B4-BE49-F238E27FC236}">
                  <a16:creationId xmlns:a16="http://schemas.microsoft.com/office/drawing/2014/main" id="{46E46497-DE9F-4501-B83B-AEDA4C28B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263"/>
              <a:ext cx="677" cy="785"/>
            </a:xfrm>
            <a:custGeom>
              <a:avLst/>
              <a:gdLst>
                <a:gd name="T0" fmla="*/ 3167 w 313"/>
                <a:gd name="T1" fmla="*/ 2387 h 340"/>
                <a:gd name="T2" fmla="*/ 3045 w 313"/>
                <a:gd name="T3" fmla="*/ 2734 h 340"/>
                <a:gd name="T4" fmla="*/ 2325 w 313"/>
                <a:gd name="T5" fmla="*/ 3235 h 340"/>
                <a:gd name="T6" fmla="*/ 1903 w 313"/>
                <a:gd name="T7" fmla="*/ 4184 h 340"/>
                <a:gd name="T8" fmla="*/ 2003 w 313"/>
                <a:gd name="T9" fmla="*/ 3152 h 340"/>
                <a:gd name="T10" fmla="*/ 1557 w 313"/>
                <a:gd name="T11" fmla="*/ 2895 h 340"/>
                <a:gd name="T12" fmla="*/ 1914 w 313"/>
                <a:gd name="T13" fmla="*/ 2745 h 340"/>
                <a:gd name="T14" fmla="*/ 1568 w 313"/>
                <a:gd name="T15" fmla="*/ 810 h 340"/>
                <a:gd name="T16" fmla="*/ 958 w 313"/>
                <a:gd name="T17" fmla="*/ 725 h 340"/>
                <a:gd name="T18" fmla="*/ 539 w 313"/>
                <a:gd name="T19" fmla="*/ 395 h 340"/>
                <a:gd name="T20" fmla="*/ 0 w 313"/>
                <a:gd name="T21" fmla="*/ 150 h 340"/>
                <a:gd name="T22" fmla="*/ 355 w 313"/>
                <a:gd name="T23" fmla="*/ 245 h 340"/>
                <a:gd name="T24" fmla="*/ 748 w 313"/>
                <a:gd name="T25" fmla="*/ 480 h 340"/>
                <a:gd name="T26" fmla="*/ 1263 w 313"/>
                <a:gd name="T27" fmla="*/ 566 h 340"/>
                <a:gd name="T28" fmla="*/ 2027 w 313"/>
                <a:gd name="T29" fmla="*/ 2720 h 340"/>
                <a:gd name="T30" fmla="*/ 2377 w 313"/>
                <a:gd name="T31" fmla="*/ 2981 h 340"/>
                <a:gd name="T32" fmla="*/ 2976 w 313"/>
                <a:gd name="T33" fmla="*/ 2644 h 340"/>
                <a:gd name="T34" fmla="*/ 3167 w 313"/>
                <a:gd name="T35" fmla="*/ 2387 h 34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3" h="340">
                  <a:moveTo>
                    <a:pt x="313" y="194"/>
                  </a:moveTo>
                  <a:cubicBezTo>
                    <a:pt x="313" y="194"/>
                    <a:pt x="300" y="212"/>
                    <a:pt x="301" y="222"/>
                  </a:cubicBezTo>
                  <a:cubicBezTo>
                    <a:pt x="302" y="232"/>
                    <a:pt x="256" y="236"/>
                    <a:pt x="230" y="263"/>
                  </a:cubicBezTo>
                  <a:cubicBezTo>
                    <a:pt x="205" y="291"/>
                    <a:pt x="188" y="340"/>
                    <a:pt x="188" y="340"/>
                  </a:cubicBezTo>
                  <a:cubicBezTo>
                    <a:pt x="188" y="340"/>
                    <a:pt x="213" y="268"/>
                    <a:pt x="198" y="256"/>
                  </a:cubicBezTo>
                  <a:cubicBezTo>
                    <a:pt x="184" y="243"/>
                    <a:pt x="154" y="235"/>
                    <a:pt x="154" y="235"/>
                  </a:cubicBezTo>
                  <a:cubicBezTo>
                    <a:pt x="154" y="235"/>
                    <a:pt x="184" y="236"/>
                    <a:pt x="189" y="223"/>
                  </a:cubicBezTo>
                  <a:cubicBezTo>
                    <a:pt x="195" y="211"/>
                    <a:pt x="217" y="76"/>
                    <a:pt x="155" y="66"/>
                  </a:cubicBezTo>
                  <a:cubicBezTo>
                    <a:pt x="124" y="61"/>
                    <a:pt x="124" y="48"/>
                    <a:pt x="95" y="59"/>
                  </a:cubicBezTo>
                  <a:cubicBezTo>
                    <a:pt x="66" y="70"/>
                    <a:pt x="77" y="28"/>
                    <a:pt x="53" y="32"/>
                  </a:cubicBezTo>
                  <a:cubicBezTo>
                    <a:pt x="29" y="36"/>
                    <a:pt x="24" y="5"/>
                    <a:pt x="0" y="12"/>
                  </a:cubicBezTo>
                  <a:cubicBezTo>
                    <a:pt x="0" y="12"/>
                    <a:pt x="19" y="0"/>
                    <a:pt x="35" y="20"/>
                  </a:cubicBezTo>
                  <a:cubicBezTo>
                    <a:pt x="50" y="37"/>
                    <a:pt x="54" y="7"/>
                    <a:pt x="74" y="39"/>
                  </a:cubicBezTo>
                  <a:cubicBezTo>
                    <a:pt x="92" y="68"/>
                    <a:pt x="100" y="38"/>
                    <a:pt x="125" y="46"/>
                  </a:cubicBezTo>
                  <a:cubicBezTo>
                    <a:pt x="151" y="54"/>
                    <a:pt x="233" y="58"/>
                    <a:pt x="200" y="221"/>
                  </a:cubicBezTo>
                  <a:cubicBezTo>
                    <a:pt x="198" y="234"/>
                    <a:pt x="204" y="258"/>
                    <a:pt x="235" y="242"/>
                  </a:cubicBezTo>
                  <a:cubicBezTo>
                    <a:pt x="266" y="227"/>
                    <a:pt x="287" y="230"/>
                    <a:pt x="294" y="215"/>
                  </a:cubicBezTo>
                  <a:cubicBezTo>
                    <a:pt x="300" y="199"/>
                    <a:pt x="313" y="194"/>
                    <a:pt x="313" y="19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7" name="Freeform 394">
              <a:extLst>
                <a:ext uri="{FF2B5EF4-FFF2-40B4-BE49-F238E27FC236}">
                  <a16:creationId xmlns:a16="http://schemas.microsoft.com/office/drawing/2014/main" id="{89091DDB-5855-4059-A682-5BFEE7A0F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150"/>
              <a:ext cx="602" cy="1069"/>
            </a:xfrm>
            <a:custGeom>
              <a:avLst/>
              <a:gdLst>
                <a:gd name="T0" fmla="*/ 173 w 278"/>
                <a:gd name="T1" fmla="*/ 0 h 463"/>
                <a:gd name="T2" fmla="*/ 9 w 278"/>
                <a:gd name="T3" fmla="*/ 171 h 463"/>
                <a:gd name="T4" fmla="*/ 165 w 278"/>
                <a:gd name="T5" fmla="*/ 309 h 463"/>
                <a:gd name="T6" fmla="*/ 732 w 278"/>
                <a:gd name="T7" fmla="*/ 628 h 463"/>
                <a:gd name="T8" fmla="*/ 1323 w 278"/>
                <a:gd name="T9" fmla="*/ 1365 h 463"/>
                <a:gd name="T10" fmla="*/ 1340 w 278"/>
                <a:gd name="T11" fmla="*/ 2277 h 463"/>
                <a:gd name="T12" fmla="*/ 1219 w 278"/>
                <a:gd name="T13" fmla="*/ 2697 h 463"/>
                <a:gd name="T14" fmla="*/ 1464 w 278"/>
                <a:gd name="T15" fmla="*/ 2341 h 463"/>
                <a:gd name="T16" fmla="*/ 2144 w 278"/>
                <a:gd name="T17" fmla="*/ 2671 h 463"/>
                <a:gd name="T18" fmla="*/ 2538 w 278"/>
                <a:gd name="T19" fmla="*/ 3791 h 463"/>
                <a:gd name="T20" fmla="*/ 2579 w 278"/>
                <a:gd name="T21" fmla="*/ 5047 h 463"/>
                <a:gd name="T22" fmla="*/ 2772 w 278"/>
                <a:gd name="T23" fmla="*/ 5698 h 463"/>
                <a:gd name="T24" fmla="*/ 2612 w 278"/>
                <a:gd name="T25" fmla="*/ 4985 h 463"/>
                <a:gd name="T26" fmla="*/ 2475 w 278"/>
                <a:gd name="T27" fmla="*/ 3177 h 463"/>
                <a:gd name="T28" fmla="*/ 1942 w 278"/>
                <a:gd name="T29" fmla="*/ 2415 h 463"/>
                <a:gd name="T30" fmla="*/ 1473 w 278"/>
                <a:gd name="T31" fmla="*/ 2163 h 463"/>
                <a:gd name="T32" fmla="*/ 1492 w 278"/>
                <a:gd name="T33" fmla="*/ 1316 h 463"/>
                <a:gd name="T34" fmla="*/ 1706 w 278"/>
                <a:gd name="T35" fmla="*/ 847 h 463"/>
                <a:gd name="T36" fmla="*/ 1440 w 278"/>
                <a:gd name="T37" fmla="*/ 1258 h 463"/>
                <a:gd name="T38" fmla="*/ 1323 w 278"/>
                <a:gd name="T39" fmla="*/ 1071 h 463"/>
                <a:gd name="T40" fmla="*/ 732 w 278"/>
                <a:gd name="T41" fmla="*/ 554 h 463"/>
                <a:gd name="T42" fmla="*/ 210 w 278"/>
                <a:gd name="T43" fmla="*/ 208 h 463"/>
                <a:gd name="T44" fmla="*/ 173 w 278"/>
                <a:gd name="T45" fmla="*/ 0 h 46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8" h="463">
                  <a:moveTo>
                    <a:pt x="17" y="0"/>
                  </a:moveTo>
                  <a:cubicBezTo>
                    <a:pt x="17" y="0"/>
                    <a:pt x="10" y="15"/>
                    <a:pt x="1" y="14"/>
                  </a:cubicBezTo>
                  <a:cubicBezTo>
                    <a:pt x="1" y="14"/>
                    <a:pt x="0" y="23"/>
                    <a:pt x="16" y="25"/>
                  </a:cubicBezTo>
                  <a:cubicBezTo>
                    <a:pt x="32" y="27"/>
                    <a:pt x="46" y="51"/>
                    <a:pt x="72" y="51"/>
                  </a:cubicBezTo>
                  <a:cubicBezTo>
                    <a:pt x="99" y="51"/>
                    <a:pt x="129" y="93"/>
                    <a:pt x="130" y="111"/>
                  </a:cubicBezTo>
                  <a:cubicBezTo>
                    <a:pt x="132" y="130"/>
                    <a:pt x="137" y="174"/>
                    <a:pt x="132" y="185"/>
                  </a:cubicBezTo>
                  <a:cubicBezTo>
                    <a:pt x="128" y="195"/>
                    <a:pt x="120" y="213"/>
                    <a:pt x="120" y="219"/>
                  </a:cubicBezTo>
                  <a:cubicBezTo>
                    <a:pt x="120" y="219"/>
                    <a:pt x="129" y="194"/>
                    <a:pt x="144" y="190"/>
                  </a:cubicBezTo>
                  <a:cubicBezTo>
                    <a:pt x="159" y="186"/>
                    <a:pt x="200" y="201"/>
                    <a:pt x="211" y="217"/>
                  </a:cubicBezTo>
                  <a:cubicBezTo>
                    <a:pt x="222" y="234"/>
                    <a:pt x="253" y="266"/>
                    <a:pt x="250" y="308"/>
                  </a:cubicBezTo>
                  <a:cubicBezTo>
                    <a:pt x="246" y="349"/>
                    <a:pt x="246" y="403"/>
                    <a:pt x="254" y="410"/>
                  </a:cubicBezTo>
                  <a:cubicBezTo>
                    <a:pt x="263" y="417"/>
                    <a:pt x="278" y="448"/>
                    <a:pt x="273" y="463"/>
                  </a:cubicBezTo>
                  <a:cubicBezTo>
                    <a:pt x="273" y="463"/>
                    <a:pt x="278" y="449"/>
                    <a:pt x="257" y="405"/>
                  </a:cubicBezTo>
                  <a:cubicBezTo>
                    <a:pt x="246" y="381"/>
                    <a:pt x="260" y="282"/>
                    <a:pt x="244" y="258"/>
                  </a:cubicBezTo>
                  <a:cubicBezTo>
                    <a:pt x="244" y="258"/>
                    <a:pt x="214" y="210"/>
                    <a:pt x="191" y="196"/>
                  </a:cubicBezTo>
                  <a:cubicBezTo>
                    <a:pt x="169" y="182"/>
                    <a:pt x="155" y="186"/>
                    <a:pt x="145" y="176"/>
                  </a:cubicBezTo>
                  <a:cubicBezTo>
                    <a:pt x="136" y="166"/>
                    <a:pt x="132" y="117"/>
                    <a:pt x="147" y="107"/>
                  </a:cubicBezTo>
                  <a:cubicBezTo>
                    <a:pt x="162" y="96"/>
                    <a:pt x="171" y="76"/>
                    <a:pt x="168" y="69"/>
                  </a:cubicBezTo>
                  <a:cubicBezTo>
                    <a:pt x="168" y="69"/>
                    <a:pt x="158" y="95"/>
                    <a:pt x="142" y="102"/>
                  </a:cubicBezTo>
                  <a:cubicBezTo>
                    <a:pt x="126" y="108"/>
                    <a:pt x="131" y="93"/>
                    <a:pt x="130" y="87"/>
                  </a:cubicBezTo>
                  <a:cubicBezTo>
                    <a:pt x="128" y="81"/>
                    <a:pt x="91" y="46"/>
                    <a:pt x="72" y="45"/>
                  </a:cubicBezTo>
                  <a:cubicBezTo>
                    <a:pt x="53" y="43"/>
                    <a:pt x="28" y="19"/>
                    <a:pt x="21" y="17"/>
                  </a:cubicBezTo>
                  <a:cubicBezTo>
                    <a:pt x="13" y="16"/>
                    <a:pt x="15" y="2"/>
                    <a:pt x="1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8" name="Freeform 395">
              <a:extLst>
                <a:ext uri="{FF2B5EF4-FFF2-40B4-BE49-F238E27FC236}">
                  <a16:creationId xmlns:a16="http://schemas.microsoft.com/office/drawing/2014/main" id="{1936A36E-A27D-47EA-8A4C-74DEB40AD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139"/>
              <a:ext cx="294" cy="288"/>
            </a:xfrm>
            <a:custGeom>
              <a:avLst/>
              <a:gdLst>
                <a:gd name="T0" fmla="*/ 1271 w 136"/>
                <a:gd name="T1" fmla="*/ 1530 h 125"/>
                <a:gd name="T2" fmla="*/ 940 w 136"/>
                <a:gd name="T3" fmla="*/ 871 h 125"/>
                <a:gd name="T4" fmla="*/ 374 w 136"/>
                <a:gd name="T5" fmla="*/ 452 h 125"/>
                <a:gd name="T6" fmla="*/ 0 w 136"/>
                <a:gd name="T7" fmla="*/ 272 h 125"/>
                <a:gd name="T8" fmla="*/ 374 w 136"/>
                <a:gd name="T9" fmla="*/ 346 h 125"/>
                <a:gd name="T10" fmla="*/ 426 w 136"/>
                <a:gd name="T11" fmla="*/ 48 h 125"/>
                <a:gd name="T12" fmla="*/ 426 w 136"/>
                <a:gd name="T13" fmla="*/ 346 h 125"/>
                <a:gd name="T14" fmla="*/ 677 w 136"/>
                <a:gd name="T15" fmla="*/ 611 h 125"/>
                <a:gd name="T16" fmla="*/ 1113 w 136"/>
                <a:gd name="T17" fmla="*/ 150 h 125"/>
                <a:gd name="T18" fmla="*/ 1375 w 136"/>
                <a:gd name="T19" fmla="*/ 0 h 125"/>
                <a:gd name="T20" fmla="*/ 1122 w 136"/>
                <a:gd name="T21" fmla="*/ 187 h 125"/>
                <a:gd name="T22" fmla="*/ 828 w 136"/>
                <a:gd name="T23" fmla="*/ 647 h 125"/>
                <a:gd name="T24" fmla="*/ 1271 w 136"/>
                <a:gd name="T25" fmla="*/ 1530 h 1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6" h="125">
                  <a:moveTo>
                    <a:pt x="126" y="125"/>
                  </a:moveTo>
                  <a:cubicBezTo>
                    <a:pt x="126" y="125"/>
                    <a:pt x="117" y="82"/>
                    <a:pt x="93" y="71"/>
                  </a:cubicBezTo>
                  <a:cubicBezTo>
                    <a:pt x="70" y="61"/>
                    <a:pt x="41" y="45"/>
                    <a:pt x="37" y="37"/>
                  </a:cubicBezTo>
                  <a:cubicBezTo>
                    <a:pt x="33" y="30"/>
                    <a:pt x="14" y="40"/>
                    <a:pt x="0" y="22"/>
                  </a:cubicBezTo>
                  <a:cubicBezTo>
                    <a:pt x="0" y="22"/>
                    <a:pt x="27" y="40"/>
                    <a:pt x="37" y="28"/>
                  </a:cubicBezTo>
                  <a:cubicBezTo>
                    <a:pt x="46" y="16"/>
                    <a:pt x="42" y="4"/>
                    <a:pt x="42" y="4"/>
                  </a:cubicBezTo>
                  <a:cubicBezTo>
                    <a:pt x="42" y="4"/>
                    <a:pt x="48" y="19"/>
                    <a:pt x="42" y="28"/>
                  </a:cubicBezTo>
                  <a:cubicBezTo>
                    <a:pt x="37" y="37"/>
                    <a:pt x="57" y="54"/>
                    <a:pt x="67" y="50"/>
                  </a:cubicBezTo>
                  <a:cubicBezTo>
                    <a:pt x="76" y="45"/>
                    <a:pt x="99" y="15"/>
                    <a:pt x="110" y="12"/>
                  </a:cubicBezTo>
                  <a:cubicBezTo>
                    <a:pt x="121" y="9"/>
                    <a:pt x="134" y="4"/>
                    <a:pt x="136" y="0"/>
                  </a:cubicBezTo>
                  <a:cubicBezTo>
                    <a:pt x="136" y="0"/>
                    <a:pt x="124" y="11"/>
                    <a:pt x="111" y="15"/>
                  </a:cubicBezTo>
                  <a:cubicBezTo>
                    <a:pt x="98" y="19"/>
                    <a:pt x="76" y="48"/>
                    <a:pt x="82" y="53"/>
                  </a:cubicBezTo>
                  <a:cubicBezTo>
                    <a:pt x="87" y="59"/>
                    <a:pt x="129" y="81"/>
                    <a:pt x="126" y="12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9" name="Freeform 396">
              <a:extLst>
                <a:ext uri="{FF2B5EF4-FFF2-40B4-BE49-F238E27FC236}">
                  <a16:creationId xmlns:a16="http://schemas.microsoft.com/office/drawing/2014/main" id="{7E67D2A7-3F72-478E-9C8F-6E11447E7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432"/>
              <a:ext cx="97" cy="138"/>
            </a:xfrm>
            <a:custGeom>
              <a:avLst/>
              <a:gdLst>
                <a:gd name="T0" fmla="*/ 451 w 45"/>
                <a:gd name="T1" fmla="*/ 147 h 60"/>
                <a:gd name="T2" fmla="*/ 330 w 45"/>
                <a:gd name="T3" fmla="*/ 729 h 60"/>
                <a:gd name="T4" fmla="*/ 0 w 45"/>
                <a:gd name="T5" fmla="*/ 610 h 60"/>
                <a:gd name="T6" fmla="*/ 181 w 45"/>
                <a:gd name="T7" fmla="*/ 460 h 60"/>
                <a:gd name="T8" fmla="*/ 80 w 45"/>
                <a:gd name="T9" fmla="*/ 0 h 60"/>
                <a:gd name="T10" fmla="*/ 241 w 45"/>
                <a:gd name="T11" fmla="*/ 244 h 60"/>
                <a:gd name="T12" fmla="*/ 451 w 45"/>
                <a:gd name="T13" fmla="*/ 147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60">
                  <a:moveTo>
                    <a:pt x="45" y="12"/>
                  </a:moveTo>
                  <a:cubicBezTo>
                    <a:pt x="45" y="12"/>
                    <a:pt x="7" y="31"/>
                    <a:pt x="33" y="60"/>
                  </a:cubicBezTo>
                  <a:cubicBezTo>
                    <a:pt x="33" y="60"/>
                    <a:pt x="15" y="32"/>
                    <a:pt x="0" y="50"/>
                  </a:cubicBezTo>
                  <a:cubicBezTo>
                    <a:pt x="0" y="50"/>
                    <a:pt x="12" y="35"/>
                    <a:pt x="18" y="38"/>
                  </a:cubicBezTo>
                  <a:cubicBezTo>
                    <a:pt x="23" y="41"/>
                    <a:pt x="22" y="12"/>
                    <a:pt x="8" y="0"/>
                  </a:cubicBezTo>
                  <a:cubicBezTo>
                    <a:pt x="8" y="0"/>
                    <a:pt x="25" y="14"/>
                    <a:pt x="24" y="20"/>
                  </a:cubicBezTo>
                  <a:cubicBezTo>
                    <a:pt x="23" y="27"/>
                    <a:pt x="45" y="12"/>
                    <a:pt x="45" y="1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0" name="Freeform 397">
              <a:extLst>
                <a:ext uri="{FF2B5EF4-FFF2-40B4-BE49-F238E27FC236}">
                  <a16:creationId xmlns:a16="http://schemas.microsoft.com/office/drawing/2014/main" id="{C86793A0-496C-4C38-9445-97E466B1A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328"/>
              <a:ext cx="346" cy="309"/>
            </a:xfrm>
            <a:custGeom>
              <a:avLst/>
              <a:gdLst>
                <a:gd name="T0" fmla="*/ 1618 w 160"/>
                <a:gd name="T1" fmla="*/ 293 h 134"/>
                <a:gd name="T2" fmla="*/ 949 w 160"/>
                <a:gd name="T3" fmla="*/ 563 h 134"/>
                <a:gd name="T4" fmla="*/ 1155 w 160"/>
                <a:gd name="T5" fmla="*/ 1644 h 134"/>
                <a:gd name="T6" fmla="*/ 973 w 160"/>
                <a:gd name="T7" fmla="*/ 978 h 134"/>
                <a:gd name="T8" fmla="*/ 800 w 160"/>
                <a:gd name="T9" fmla="*/ 611 h 134"/>
                <a:gd name="T10" fmla="*/ 149 w 160"/>
                <a:gd name="T11" fmla="*/ 1314 h 134"/>
                <a:gd name="T12" fmla="*/ 435 w 160"/>
                <a:gd name="T13" fmla="*/ 563 h 134"/>
                <a:gd name="T14" fmla="*/ 0 w 160"/>
                <a:gd name="T15" fmla="*/ 468 h 134"/>
                <a:gd name="T16" fmla="*/ 89 w 160"/>
                <a:gd name="T17" fmla="*/ 309 h 134"/>
                <a:gd name="T18" fmla="*/ 164 w 160"/>
                <a:gd name="T19" fmla="*/ 0 h 134"/>
                <a:gd name="T20" fmla="*/ 132 w 160"/>
                <a:gd name="T21" fmla="*/ 309 h 134"/>
                <a:gd name="T22" fmla="*/ 506 w 160"/>
                <a:gd name="T23" fmla="*/ 553 h 134"/>
                <a:gd name="T24" fmla="*/ 869 w 160"/>
                <a:gd name="T25" fmla="*/ 480 h 134"/>
                <a:gd name="T26" fmla="*/ 1618 w 160"/>
                <a:gd name="T27" fmla="*/ 293 h 1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" h="134">
                  <a:moveTo>
                    <a:pt x="160" y="24"/>
                  </a:moveTo>
                  <a:cubicBezTo>
                    <a:pt x="160" y="24"/>
                    <a:pt x="86" y="22"/>
                    <a:pt x="94" y="46"/>
                  </a:cubicBezTo>
                  <a:cubicBezTo>
                    <a:pt x="102" y="70"/>
                    <a:pt x="118" y="120"/>
                    <a:pt x="114" y="134"/>
                  </a:cubicBezTo>
                  <a:cubicBezTo>
                    <a:pt x="114" y="134"/>
                    <a:pt x="104" y="80"/>
                    <a:pt x="96" y="80"/>
                  </a:cubicBezTo>
                  <a:cubicBezTo>
                    <a:pt x="96" y="80"/>
                    <a:pt x="98" y="50"/>
                    <a:pt x="79" y="50"/>
                  </a:cubicBezTo>
                  <a:cubicBezTo>
                    <a:pt x="60" y="49"/>
                    <a:pt x="28" y="88"/>
                    <a:pt x="15" y="107"/>
                  </a:cubicBezTo>
                  <a:cubicBezTo>
                    <a:pt x="15" y="107"/>
                    <a:pt x="57" y="56"/>
                    <a:pt x="43" y="46"/>
                  </a:cubicBezTo>
                  <a:cubicBezTo>
                    <a:pt x="30" y="37"/>
                    <a:pt x="15" y="26"/>
                    <a:pt x="0" y="38"/>
                  </a:cubicBezTo>
                  <a:cubicBezTo>
                    <a:pt x="0" y="38"/>
                    <a:pt x="9" y="31"/>
                    <a:pt x="9" y="25"/>
                  </a:cubicBezTo>
                  <a:cubicBezTo>
                    <a:pt x="9" y="19"/>
                    <a:pt x="11" y="4"/>
                    <a:pt x="16" y="0"/>
                  </a:cubicBezTo>
                  <a:cubicBezTo>
                    <a:pt x="16" y="0"/>
                    <a:pt x="9" y="21"/>
                    <a:pt x="13" y="25"/>
                  </a:cubicBezTo>
                  <a:cubicBezTo>
                    <a:pt x="17" y="28"/>
                    <a:pt x="45" y="35"/>
                    <a:pt x="50" y="45"/>
                  </a:cubicBezTo>
                  <a:cubicBezTo>
                    <a:pt x="55" y="56"/>
                    <a:pt x="81" y="46"/>
                    <a:pt x="86" y="39"/>
                  </a:cubicBezTo>
                  <a:cubicBezTo>
                    <a:pt x="92" y="32"/>
                    <a:pt x="118" y="19"/>
                    <a:pt x="160" y="2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1" name="Freeform 398">
              <a:extLst>
                <a:ext uri="{FF2B5EF4-FFF2-40B4-BE49-F238E27FC236}">
                  <a16:creationId xmlns:a16="http://schemas.microsoft.com/office/drawing/2014/main" id="{C443AF49-0967-469A-921E-A2623260C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485"/>
              <a:ext cx="1324" cy="1013"/>
            </a:xfrm>
            <a:custGeom>
              <a:avLst/>
              <a:gdLst>
                <a:gd name="T0" fmla="*/ 6196 w 612"/>
                <a:gd name="T1" fmla="*/ 4509 h 439"/>
                <a:gd name="T2" fmla="*/ 5640 w 612"/>
                <a:gd name="T3" fmla="*/ 4765 h 439"/>
                <a:gd name="T4" fmla="*/ 5274 w 612"/>
                <a:gd name="T5" fmla="*/ 5395 h 439"/>
                <a:gd name="T6" fmla="*/ 5082 w 612"/>
                <a:gd name="T7" fmla="*/ 4915 h 439"/>
                <a:gd name="T8" fmla="*/ 4325 w 612"/>
                <a:gd name="T9" fmla="*/ 4484 h 439"/>
                <a:gd name="T10" fmla="*/ 3516 w 612"/>
                <a:gd name="T11" fmla="*/ 4361 h 439"/>
                <a:gd name="T12" fmla="*/ 2157 w 612"/>
                <a:gd name="T13" fmla="*/ 3270 h 439"/>
                <a:gd name="T14" fmla="*/ 1943 w 612"/>
                <a:gd name="T15" fmla="*/ 3242 h 439"/>
                <a:gd name="T16" fmla="*/ 1783 w 612"/>
                <a:gd name="T17" fmla="*/ 3487 h 439"/>
                <a:gd name="T18" fmla="*/ 1835 w 612"/>
                <a:gd name="T19" fmla="*/ 3009 h 439"/>
                <a:gd name="T20" fmla="*/ 1698 w 612"/>
                <a:gd name="T21" fmla="*/ 2933 h 439"/>
                <a:gd name="T22" fmla="*/ 1774 w 612"/>
                <a:gd name="T23" fmla="*/ 2619 h 439"/>
                <a:gd name="T24" fmla="*/ 1034 w 612"/>
                <a:gd name="T25" fmla="*/ 1534 h 439"/>
                <a:gd name="T26" fmla="*/ 556 w 612"/>
                <a:gd name="T27" fmla="*/ 750 h 439"/>
                <a:gd name="T28" fmla="*/ 0 w 612"/>
                <a:gd name="T29" fmla="*/ 602 h 439"/>
                <a:gd name="T30" fmla="*/ 619 w 612"/>
                <a:gd name="T31" fmla="*/ 526 h 439"/>
                <a:gd name="T32" fmla="*/ 720 w 612"/>
                <a:gd name="T33" fmla="*/ 1165 h 439"/>
                <a:gd name="T34" fmla="*/ 1638 w 612"/>
                <a:gd name="T35" fmla="*/ 2188 h 439"/>
                <a:gd name="T36" fmla="*/ 1843 w 612"/>
                <a:gd name="T37" fmla="*/ 2864 h 439"/>
                <a:gd name="T38" fmla="*/ 1932 w 612"/>
                <a:gd name="T39" fmla="*/ 3111 h 439"/>
                <a:gd name="T40" fmla="*/ 2157 w 612"/>
                <a:gd name="T41" fmla="*/ 2924 h 439"/>
                <a:gd name="T42" fmla="*/ 2280 w 612"/>
                <a:gd name="T43" fmla="*/ 3381 h 439"/>
                <a:gd name="T44" fmla="*/ 3637 w 612"/>
                <a:gd name="T45" fmla="*/ 4264 h 439"/>
                <a:gd name="T46" fmla="*/ 4586 w 612"/>
                <a:gd name="T47" fmla="*/ 3664 h 439"/>
                <a:gd name="T48" fmla="*/ 4193 w 612"/>
                <a:gd name="T49" fmla="*/ 4248 h 439"/>
                <a:gd name="T50" fmla="*/ 4718 w 612"/>
                <a:gd name="T51" fmla="*/ 4622 h 439"/>
                <a:gd name="T52" fmla="*/ 5458 w 612"/>
                <a:gd name="T53" fmla="*/ 4802 h 439"/>
                <a:gd name="T54" fmla="*/ 6196 w 612"/>
                <a:gd name="T55" fmla="*/ 4509 h 43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12" h="439">
                  <a:moveTo>
                    <a:pt x="612" y="367"/>
                  </a:moveTo>
                  <a:cubicBezTo>
                    <a:pt x="612" y="367"/>
                    <a:pt x="576" y="373"/>
                    <a:pt x="557" y="388"/>
                  </a:cubicBezTo>
                  <a:cubicBezTo>
                    <a:pt x="538" y="403"/>
                    <a:pt x="519" y="422"/>
                    <a:pt x="521" y="439"/>
                  </a:cubicBezTo>
                  <a:cubicBezTo>
                    <a:pt x="521" y="439"/>
                    <a:pt x="527" y="401"/>
                    <a:pt x="502" y="400"/>
                  </a:cubicBezTo>
                  <a:cubicBezTo>
                    <a:pt x="477" y="399"/>
                    <a:pt x="438" y="370"/>
                    <a:pt x="427" y="365"/>
                  </a:cubicBezTo>
                  <a:cubicBezTo>
                    <a:pt x="416" y="360"/>
                    <a:pt x="381" y="349"/>
                    <a:pt x="347" y="355"/>
                  </a:cubicBezTo>
                  <a:cubicBezTo>
                    <a:pt x="313" y="361"/>
                    <a:pt x="240" y="337"/>
                    <a:pt x="213" y="266"/>
                  </a:cubicBezTo>
                  <a:cubicBezTo>
                    <a:pt x="213" y="266"/>
                    <a:pt x="198" y="259"/>
                    <a:pt x="192" y="264"/>
                  </a:cubicBezTo>
                  <a:cubicBezTo>
                    <a:pt x="186" y="269"/>
                    <a:pt x="176" y="284"/>
                    <a:pt x="176" y="284"/>
                  </a:cubicBezTo>
                  <a:cubicBezTo>
                    <a:pt x="176" y="284"/>
                    <a:pt x="192" y="260"/>
                    <a:pt x="181" y="245"/>
                  </a:cubicBezTo>
                  <a:cubicBezTo>
                    <a:pt x="170" y="230"/>
                    <a:pt x="168" y="239"/>
                    <a:pt x="168" y="239"/>
                  </a:cubicBezTo>
                  <a:cubicBezTo>
                    <a:pt x="168" y="239"/>
                    <a:pt x="180" y="234"/>
                    <a:pt x="175" y="213"/>
                  </a:cubicBezTo>
                  <a:cubicBezTo>
                    <a:pt x="170" y="192"/>
                    <a:pt x="128" y="134"/>
                    <a:pt x="102" y="125"/>
                  </a:cubicBezTo>
                  <a:cubicBezTo>
                    <a:pt x="76" y="116"/>
                    <a:pt x="49" y="94"/>
                    <a:pt x="55" y="61"/>
                  </a:cubicBezTo>
                  <a:cubicBezTo>
                    <a:pt x="61" y="28"/>
                    <a:pt x="28" y="17"/>
                    <a:pt x="0" y="49"/>
                  </a:cubicBezTo>
                  <a:cubicBezTo>
                    <a:pt x="0" y="49"/>
                    <a:pt x="38" y="0"/>
                    <a:pt x="61" y="43"/>
                  </a:cubicBezTo>
                  <a:cubicBezTo>
                    <a:pt x="67" y="54"/>
                    <a:pt x="50" y="73"/>
                    <a:pt x="71" y="95"/>
                  </a:cubicBezTo>
                  <a:cubicBezTo>
                    <a:pt x="92" y="117"/>
                    <a:pt x="140" y="134"/>
                    <a:pt x="162" y="178"/>
                  </a:cubicBezTo>
                  <a:cubicBezTo>
                    <a:pt x="184" y="222"/>
                    <a:pt x="185" y="226"/>
                    <a:pt x="182" y="233"/>
                  </a:cubicBezTo>
                  <a:cubicBezTo>
                    <a:pt x="182" y="233"/>
                    <a:pt x="193" y="244"/>
                    <a:pt x="191" y="253"/>
                  </a:cubicBezTo>
                  <a:cubicBezTo>
                    <a:pt x="191" y="253"/>
                    <a:pt x="206" y="267"/>
                    <a:pt x="213" y="238"/>
                  </a:cubicBezTo>
                  <a:cubicBezTo>
                    <a:pt x="213" y="238"/>
                    <a:pt x="211" y="253"/>
                    <a:pt x="225" y="275"/>
                  </a:cubicBezTo>
                  <a:cubicBezTo>
                    <a:pt x="239" y="297"/>
                    <a:pt x="279" y="361"/>
                    <a:pt x="359" y="347"/>
                  </a:cubicBezTo>
                  <a:cubicBezTo>
                    <a:pt x="439" y="333"/>
                    <a:pt x="442" y="331"/>
                    <a:pt x="453" y="298"/>
                  </a:cubicBezTo>
                  <a:cubicBezTo>
                    <a:pt x="453" y="298"/>
                    <a:pt x="455" y="324"/>
                    <a:pt x="414" y="346"/>
                  </a:cubicBezTo>
                  <a:cubicBezTo>
                    <a:pt x="399" y="354"/>
                    <a:pt x="463" y="375"/>
                    <a:pt x="466" y="376"/>
                  </a:cubicBezTo>
                  <a:cubicBezTo>
                    <a:pt x="469" y="377"/>
                    <a:pt x="504" y="411"/>
                    <a:pt x="539" y="391"/>
                  </a:cubicBezTo>
                  <a:cubicBezTo>
                    <a:pt x="574" y="371"/>
                    <a:pt x="612" y="367"/>
                    <a:pt x="612" y="36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2" name="Freeform 399">
              <a:extLst>
                <a:ext uri="{FF2B5EF4-FFF2-40B4-BE49-F238E27FC236}">
                  <a16:creationId xmlns:a16="http://schemas.microsoft.com/office/drawing/2014/main" id="{DD8E4935-CB38-44E6-A3E1-1F2BDFEA8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942"/>
              <a:ext cx="350" cy="870"/>
            </a:xfrm>
            <a:custGeom>
              <a:avLst/>
              <a:gdLst>
                <a:gd name="T0" fmla="*/ 1633 w 162"/>
                <a:gd name="T1" fmla="*/ 4634 h 377"/>
                <a:gd name="T2" fmla="*/ 938 w 162"/>
                <a:gd name="T3" fmla="*/ 3722 h 377"/>
                <a:gd name="T4" fmla="*/ 696 w 162"/>
                <a:gd name="T5" fmla="*/ 3404 h 377"/>
                <a:gd name="T6" fmla="*/ 322 w 162"/>
                <a:gd name="T7" fmla="*/ 2753 h 377"/>
                <a:gd name="T8" fmla="*/ 149 w 162"/>
                <a:gd name="T9" fmla="*/ 1918 h 377"/>
                <a:gd name="T10" fmla="*/ 164 w 162"/>
                <a:gd name="T11" fmla="*/ 1193 h 377"/>
                <a:gd name="T12" fmla="*/ 797 w 162"/>
                <a:gd name="T13" fmla="*/ 159 h 377"/>
                <a:gd name="T14" fmla="*/ 547 w 162"/>
                <a:gd name="T15" fmla="*/ 245 h 377"/>
                <a:gd name="T16" fmla="*/ 415 w 162"/>
                <a:gd name="T17" fmla="*/ 0 h 377"/>
                <a:gd name="T18" fmla="*/ 462 w 162"/>
                <a:gd name="T19" fmla="*/ 367 h 377"/>
                <a:gd name="T20" fmla="*/ 28 w 162"/>
                <a:gd name="T21" fmla="*/ 1214 h 377"/>
                <a:gd name="T22" fmla="*/ 28 w 162"/>
                <a:gd name="T23" fmla="*/ 1364 h 377"/>
                <a:gd name="T24" fmla="*/ 130 w 162"/>
                <a:gd name="T25" fmla="*/ 1980 h 377"/>
                <a:gd name="T26" fmla="*/ 313 w 162"/>
                <a:gd name="T27" fmla="*/ 2811 h 377"/>
                <a:gd name="T28" fmla="*/ 644 w 162"/>
                <a:gd name="T29" fmla="*/ 3478 h 377"/>
                <a:gd name="T30" fmla="*/ 981 w 162"/>
                <a:gd name="T31" fmla="*/ 3787 h 377"/>
                <a:gd name="T32" fmla="*/ 1633 w 162"/>
                <a:gd name="T33" fmla="*/ 4634 h 3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2" h="377">
                  <a:moveTo>
                    <a:pt x="162" y="377"/>
                  </a:moveTo>
                  <a:cubicBezTo>
                    <a:pt x="162" y="377"/>
                    <a:pt x="144" y="309"/>
                    <a:pt x="93" y="303"/>
                  </a:cubicBezTo>
                  <a:cubicBezTo>
                    <a:pt x="78" y="301"/>
                    <a:pt x="71" y="294"/>
                    <a:pt x="69" y="277"/>
                  </a:cubicBezTo>
                  <a:cubicBezTo>
                    <a:pt x="67" y="260"/>
                    <a:pt x="42" y="225"/>
                    <a:pt x="32" y="224"/>
                  </a:cubicBezTo>
                  <a:cubicBezTo>
                    <a:pt x="22" y="223"/>
                    <a:pt x="24" y="162"/>
                    <a:pt x="15" y="156"/>
                  </a:cubicBezTo>
                  <a:cubicBezTo>
                    <a:pt x="6" y="150"/>
                    <a:pt x="1" y="107"/>
                    <a:pt x="16" y="97"/>
                  </a:cubicBezTo>
                  <a:cubicBezTo>
                    <a:pt x="31" y="87"/>
                    <a:pt x="51" y="13"/>
                    <a:pt x="79" y="13"/>
                  </a:cubicBezTo>
                  <a:cubicBezTo>
                    <a:pt x="79" y="13"/>
                    <a:pt x="58" y="16"/>
                    <a:pt x="54" y="20"/>
                  </a:cubicBezTo>
                  <a:cubicBezTo>
                    <a:pt x="50" y="24"/>
                    <a:pt x="48" y="1"/>
                    <a:pt x="41" y="0"/>
                  </a:cubicBezTo>
                  <a:cubicBezTo>
                    <a:pt x="41" y="0"/>
                    <a:pt x="51" y="18"/>
                    <a:pt x="46" y="30"/>
                  </a:cubicBezTo>
                  <a:cubicBezTo>
                    <a:pt x="41" y="42"/>
                    <a:pt x="18" y="93"/>
                    <a:pt x="3" y="99"/>
                  </a:cubicBezTo>
                  <a:cubicBezTo>
                    <a:pt x="3" y="99"/>
                    <a:pt x="5" y="107"/>
                    <a:pt x="3" y="111"/>
                  </a:cubicBezTo>
                  <a:cubicBezTo>
                    <a:pt x="1" y="115"/>
                    <a:pt x="0" y="147"/>
                    <a:pt x="13" y="161"/>
                  </a:cubicBezTo>
                  <a:cubicBezTo>
                    <a:pt x="26" y="175"/>
                    <a:pt x="9" y="216"/>
                    <a:pt x="31" y="229"/>
                  </a:cubicBezTo>
                  <a:cubicBezTo>
                    <a:pt x="53" y="242"/>
                    <a:pt x="62" y="271"/>
                    <a:pt x="64" y="283"/>
                  </a:cubicBezTo>
                  <a:cubicBezTo>
                    <a:pt x="66" y="295"/>
                    <a:pt x="82" y="305"/>
                    <a:pt x="97" y="308"/>
                  </a:cubicBezTo>
                  <a:cubicBezTo>
                    <a:pt x="112" y="311"/>
                    <a:pt x="143" y="332"/>
                    <a:pt x="162" y="37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3" name="Freeform 400">
              <a:extLst>
                <a:ext uri="{FF2B5EF4-FFF2-40B4-BE49-F238E27FC236}">
                  <a16:creationId xmlns:a16="http://schemas.microsoft.com/office/drawing/2014/main" id="{D4C5E051-ADB2-46CB-8DAE-E252A9A4D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659"/>
              <a:ext cx="175" cy="130"/>
            </a:xfrm>
            <a:custGeom>
              <a:avLst/>
              <a:gdLst>
                <a:gd name="T0" fmla="*/ 817 w 81"/>
                <a:gd name="T1" fmla="*/ 453 h 56"/>
                <a:gd name="T2" fmla="*/ 0 w 81"/>
                <a:gd name="T3" fmla="*/ 701 h 56"/>
                <a:gd name="T4" fmla="*/ 536 w 81"/>
                <a:gd name="T5" fmla="*/ 0 h 56"/>
                <a:gd name="T6" fmla="*/ 426 w 81"/>
                <a:gd name="T7" fmla="*/ 362 h 56"/>
                <a:gd name="T8" fmla="*/ 817 w 81"/>
                <a:gd name="T9" fmla="*/ 45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56">
                  <a:moveTo>
                    <a:pt x="81" y="36"/>
                  </a:moveTo>
                  <a:cubicBezTo>
                    <a:pt x="81" y="36"/>
                    <a:pt x="33" y="25"/>
                    <a:pt x="0" y="56"/>
                  </a:cubicBezTo>
                  <a:cubicBezTo>
                    <a:pt x="0" y="56"/>
                    <a:pt x="56" y="25"/>
                    <a:pt x="53" y="0"/>
                  </a:cubicBezTo>
                  <a:cubicBezTo>
                    <a:pt x="53" y="0"/>
                    <a:pt x="51" y="24"/>
                    <a:pt x="42" y="29"/>
                  </a:cubicBezTo>
                  <a:cubicBezTo>
                    <a:pt x="42" y="29"/>
                    <a:pt x="71" y="31"/>
                    <a:pt x="81" y="3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4" name="Freeform 401">
              <a:extLst>
                <a:ext uri="{FF2B5EF4-FFF2-40B4-BE49-F238E27FC236}">
                  <a16:creationId xmlns:a16="http://schemas.microsoft.com/office/drawing/2014/main" id="{CD5389B1-E376-4F55-9672-B3134470D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2085"/>
              <a:ext cx="262" cy="231"/>
            </a:xfrm>
            <a:custGeom>
              <a:avLst/>
              <a:gdLst>
                <a:gd name="T0" fmla="*/ 1228 w 121"/>
                <a:gd name="T1" fmla="*/ 469 h 100"/>
                <a:gd name="T2" fmla="*/ 862 w 121"/>
                <a:gd name="T3" fmla="*/ 603 h 100"/>
                <a:gd name="T4" fmla="*/ 721 w 121"/>
                <a:gd name="T5" fmla="*/ 705 h 100"/>
                <a:gd name="T6" fmla="*/ 591 w 121"/>
                <a:gd name="T7" fmla="*/ 742 h 100"/>
                <a:gd name="T8" fmla="*/ 470 w 121"/>
                <a:gd name="T9" fmla="*/ 619 h 100"/>
                <a:gd name="T10" fmla="*/ 305 w 121"/>
                <a:gd name="T11" fmla="*/ 554 h 100"/>
                <a:gd name="T12" fmla="*/ 104 w 121"/>
                <a:gd name="T13" fmla="*/ 0 h 100"/>
                <a:gd name="T14" fmla="*/ 193 w 121"/>
                <a:gd name="T15" fmla="*/ 582 h 100"/>
                <a:gd name="T16" fmla="*/ 548 w 121"/>
                <a:gd name="T17" fmla="*/ 811 h 100"/>
                <a:gd name="T18" fmla="*/ 323 w 121"/>
                <a:gd name="T19" fmla="*/ 1234 h 100"/>
                <a:gd name="T20" fmla="*/ 773 w 121"/>
                <a:gd name="T21" fmla="*/ 778 h 100"/>
                <a:gd name="T22" fmla="*/ 1187 w 121"/>
                <a:gd name="T23" fmla="*/ 529 h 100"/>
                <a:gd name="T24" fmla="*/ 1228 w 121"/>
                <a:gd name="T25" fmla="*/ 469 h 1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100">
                  <a:moveTo>
                    <a:pt x="121" y="38"/>
                  </a:moveTo>
                  <a:cubicBezTo>
                    <a:pt x="112" y="44"/>
                    <a:pt x="96" y="44"/>
                    <a:pt x="85" y="49"/>
                  </a:cubicBezTo>
                  <a:cubicBezTo>
                    <a:pt x="80" y="51"/>
                    <a:pt x="75" y="53"/>
                    <a:pt x="71" y="57"/>
                  </a:cubicBezTo>
                  <a:cubicBezTo>
                    <a:pt x="64" y="61"/>
                    <a:pt x="64" y="63"/>
                    <a:pt x="58" y="60"/>
                  </a:cubicBezTo>
                  <a:cubicBezTo>
                    <a:pt x="54" y="58"/>
                    <a:pt x="51" y="52"/>
                    <a:pt x="46" y="50"/>
                  </a:cubicBezTo>
                  <a:cubicBezTo>
                    <a:pt x="41" y="47"/>
                    <a:pt x="35" y="47"/>
                    <a:pt x="30" y="45"/>
                  </a:cubicBezTo>
                  <a:cubicBezTo>
                    <a:pt x="11" y="39"/>
                    <a:pt x="6" y="18"/>
                    <a:pt x="10" y="0"/>
                  </a:cubicBezTo>
                  <a:cubicBezTo>
                    <a:pt x="6" y="20"/>
                    <a:pt x="0" y="34"/>
                    <a:pt x="19" y="47"/>
                  </a:cubicBezTo>
                  <a:cubicBezTo>
                    <a:pt x="30" y="54"/>
                    <a:pt x="45" y="55"/>
                    <a:pt x="54" y="66"/>
                  </a:cubicBezTo>
                  <a:cubicBezTo>
                    <a:pt x="47" y="78"/>
                    <a:pt x="35" y="87"/>
                    <a:pt x="32" y="100"/>
                  </a:cubicBezTo>
                  <a:cubicBezTo>
                    <a:pt x="44" y="84"/>
                    <a:pt x="60" y="75"/>
                    <a:pt x="76" y="63"/>
                  </a:cubicBezTo>
                  <a:cubicBezTo>
                    <a:pt x="88" y="54"/>
                    <a:pt x="101" y="45"/>
                    <a:pt x="117" y="43"/>
                  </a:cubicBezTo>
                  <a:lnTo>
                    <a:pt x="121" y="3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5" name="Freeform 402">
              <a:extLst>
                <a:ext uri="{FF2B5EF4-FFF2-40B4-BE49-F238E27FC236}">
                  <a16:creationId xmlns:a16="http://schemas.microsoft.com/office/drawing/2014/main" id="{FA2AFDF2-98E9-4E68-9D0E-45B5AA7AB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2126"/>
              <a:ext cx="143" cy="286"/>
            </a:xfrm>
            <a:custGeom>
              <a:avLst/>
              <a:gdLst>
                <a:gd name="T0" fmla="*/ 672 w 66"/>
                <a:gd name="T1" fmla="*/ 1266 h 124"/>
                <a:gd name="T2" fmla="*/ 297 w 66"/>
                <a:gd name="T3" fmla="*/ 826 h 124"/>
                <a:gd name="T4" fmla="*/ 80 w 66"/>
                <a:gd name="T5" fmla="*/ 489 h 124"/>
                <a:gd name="T6" fmla="*/ 156 w 66"/>
                <a:gd name="T7" fmla="*/ 0 h 124"/>
                <a:gd name="T8" fmla="*/ 33 w 66"/>
                <a:gd name="T9" fmla="*/ 505 h 124"/>
                <a:gd name="T10" fmla="*/ 234 w 66"/>
                <a:gd name="T11" fmla="*/ 846 h 124"/>
                <a:gd name="T12" fmla="*/ 644 w 66"/>
                <a:gd name="T13" fmla="*/ 1315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24">
                  <a:moveTo>
                    <a:pt x="66" y="103"/>
                  </a:moveTo>
                  <a:cubicBezTo>
                    <a:pt x="37" y="121"/>
                    <a:pt x="38" y="84"/>
                    <a:pt x="29" y="67"/>
                  </a:cubicBezTo>
                  <a:cubicBezTo>
                    <a:pt x="23" y="57"/>
                    <a:pt x="10" y="52"/>
                    <a:pt x="8" y="40"/>
                  </a:cubicBezTo>
                  <a:cubicBezTo>
                    <a:pt x="5" y="27"/>
                    <a:pt x="16" y="13"/>
                    <a:pt x="15" y="0"/>
                  </a:cubicBezTo>
                  <a:cubicBezTo>
                    <a:pt x="9" y="12"/>
                    <a:pt x="0" y="26"/>
                    <a:pt x="3" y="41"/>
                  </a:cubicBezTo>
                  <a:cubicBezTo>
                    <a:pt x="6" y="54"/>
                    <a:pt x="18" y="58"/>
                    <a:pt x="23" y="69"/>
                  </a:cubicBezTo>
                  <a:cubicBezTo>
                    <a:pt x="33" y="88"/>
                    <a:pt x="30" y="124"/>
                    <a:pt x="63" y="10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6" name="Freeform 403">
              <a:extLst>
                <a:ext uri="{FF2B5EF4-FFF2-40B4-BE49-F238E27FC236}">
                  <a16:creationId xmlns:a16="http://schemas.microsoft.com/office/drawing/2014/main" id="{64C91403-4426-4A59-BBEC-1B21DF2EA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706"/>
              <a:ext cx="91" cy="374"/>
            </a:xfrm>
            <a:custGeom>
              <a:avLst/>
              <a:gdLst>
                <a:gd name="T0" fmla="*/ 121 w 42"/>
                <a:gd name="T1" fmla="*/ 0 h 162"/>
                <a:gd name="T2" fmla="*/ 306 w 42"/>
                <a:gd name="T3" fmla="*/ 921 h 162"/>
                <a:gd name="T4" fmla="*/ 427 w 42"/>
                <a:gd name="T5" fmla="*/ 1992 h 162"/>
                <a:gd name="T6" fmla="*/ 253 w 42"/>
                <a:gd name="T7" fmla="*/ 1034 h 162"/>
                <a:gd name="T8" fmla="*/ 132 w 42"/>
                <a:gd name="T9" fmla="*/ 97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62">
                  <a:moveTo>
                    <a:pt x="12" y="0"/>
                  </a:moveTo>
                  <a:cubicBezTo>
                    <a:pt x="9" y="27"/>
                    <a:pt x="25" y="50"/>
                    <a:pt x="30" y="75"/>
                  </a:cubicBezTo>
                  <a:cubicBezTo>
                    <a:pt x="36" y="104"/>
                    <a:pt x="19" y="138"/>
                    <a:pt x="42" y="162"/>
                  </a:cubicBezTo>
                  <a:cubicBezTo>
                    <a:pt x="12" y="141"/>
                    <a:pt x="33" y="112"/>
                    <a:pt x="25" y="84"/>
                  </a:cubicBezTo>
                  <a:cubicBezTo>
                    <a:pt x="18" y="64"/>
                    <a:pt x="0" y="27"/>
                    <a:pt x="13" y="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7" name="Freeform 404">
              <a:extLst>
                <a:ext uri="{FF2B5EF4-FFF2-40B4-BE49-F238E27FC236}">
                  <a16:creationId xmlns:a16="http://schemas.microsoft.com/office/drawing/2014/main" id="{3777DBFB-F337-43AC-869F-717C1F14E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792"/>
              <a:ext cx="145" cy="210"/>
            </a:xfrm>
            <a:custGeom>
              <a:avLst/>
              <a:gdLst>
                <a:gd name="T0" fmla="*/ 636 w 67"/>
                <a:gd name="T1" fmla="*/ 526 h 91"/>
                <a:gd name="T2" fmla="*/ 539 w 67"/>
                <a:gd name="T3" fmla="*/ 330 h 91"/>
                <a:gd name="T4" fmla="*/ 383 w 67"/>
                <a:gd name="T5" fmla="*/ 480 h 91"/>
                <a:gd name="T6" fmla="*/ 253 w 67"/>
                <a:gd name="T7" fmla="*/ 665 h 91"/>
                <a:gd name="T8" fmla="*/ 346 w 67"/>
                <a:gd name="T9" fmla="*/ 810 h 91"/>
                <a:gd name="T10" fmla="*/ 193 w 67"/>
                <a:gd name="T11" fmla="*/ 1119 h 91"/>
                <a:gd name="T12" fmla="*/ 234 w 67"/>
                <a:gd name="T13" fmla="*/ 789 h 91"/>
                <a:gd name="T14" fmla="*/ 0 w 67"/>
                <a:gd name="T15" fmla="*/ 639 h 91"/>
                <a:gd name="T16" fmla="*/ 273 w 67"/>
                <a:gd name="T17" fmla="*/ 505 h 91"/>
                <a:gd name="T18" fmla="*/ 487 w 67"/>
                <a:gd name="T19" fmla="*/ 293 h 91"/>
                <a:gd name="T20" fmla="*/ 539 w 67"/>
                <a:gd name="T21" fmla="*/ 0 h 91"/>
                <a:gd name="T22" fmla="*/ 539 w 67"/>
                <a:gd name="T23" fmla="*/ 256 h 91"/>
                <a:gd name="T24" fmla="*/ 619 w 67"/>
                <a:gd name="T25" fmla="*/ 415 h 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" h="91">
                  <a:moveTo>
                    <a:pt x="63" y="43"/>
                  </a:moveTo>
                  <a:cubicBezTo>
                    <a:pt x="67" y="40"/>
                    <a:pt x="60" y="27"/>
                    <a:pt x="53" y="27"/>
                  </a:cubicBezTo>
                  <a:cubicBezTo>
                    <a:pt x="48" y="27"/>
                    <a:pt x="42" y="35"/>
                    <a:pt x="38" y="39"/>
                  </a:cubicBezTo>
                  <a:cubicBezTo>
                    <a:pt x="34" y="43"/>
                    <a:pt x="27" y="48"/>
                    <a:pt x="25" y="54"/>
                  </a:cubicBezTo>
                  <a:cubicBezTo>
                    <a:pt x="23" y="60"/>
                    <a:pt x="26" y="72"/>
                    <a:pt x="34" y="66"/>
                  </a:cubicBezTo>
                  <a:cubicBezTo>
                    <a:pt x="23" y="69"/>
                    <a:pt x="21" y="80"/>
                    <a:pt x="19" y="91"/>
                  </a:cubicBezTo>
                  <a:cubicBezTo>
                    <a:pt x="21" y="83"/>
                    <a:pt x="27" y="72"/>
                    <a:pt x="23" y="64"/>
                  </a:cubicBezTo>
                  <a:cubicBezTo>
                    <a:pt x="19" y="56"/>
                    <a:pt x="7" y="54"/>
                    <a:pt x="0" y="52"/>
                  </a:cubicBezTo>
                  <a:cubicBezTo>
                    <a:pt x="12" y="49"/>
                    <a:pt x="17" y="49"/>
                    <a:pt x="27" y="41"/>
                  </a:cubicBezTo>
                  <a:cubicBezTo>
                    <a:pt x="34" y="36"/>
                    <a:pt x="41" y="29"/>
                    <a:pt x="48" y="24"/>
                  </a:cubicBezTo>
                  <a:cubicBezTo>
                    <a:pt x="51" y="17"/>
                    <a:pt x="54" y="5"/>
                    <a:pt x="53" y="0"/>
                  </a:cubicBezTo>
                  <a:cubicBezTo>
                    <a:pt x="53" y="5"/>
                    <a:pt x="51" y="15"/>
                    <a:pt x="53" y="21"/>
                  </a:cubicBezTo>
                  <a:cubicBezTo>
                    <a:pt x="55" y="26"/>
                    <a:pt x="61" y="28"/>
                    <a:pt x="61" y="3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8" name="Freeform 405">
              <a:extLst>
                <a:ext uri="{FF2B5EF4-FFF2-40B4-BE49-F238E27FC236}">
                  <a16:creationId xmlns:a16="http://schemas.microsoft.com/office/drawing/2014/main" id="{4D5A06A5-CE5C-4992-878E-A3BC7403E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579"/>
              <a:ext cx="199" cy="154"/>
            </a:xfrm>
            <a:custGeom>
              <a:avLst/>
              <a:gdLst>
                <a:gd name="T0" fmla="*/ 9 w 92"/>
                <a:gd name="T1" fmla="*/ 179 h 67"/>
                <a:gd name="T2" fmla="*/ 322 w 92"/>
                <a:gd name="T3" fmla="*/ 159 h 67"/>
                <a:gd name="T4" fmla="*/ 547 w 92"/>
                <a:gd name="T5" fmla="*/ 391 h 67"/>
                <a:gd name="T6" fmla="*/ 930 w 92"/>
                <a:gd name="T7" fmla="*/ 802 h 67"/>
                <a:gd name="T8" fmla="*/ 547 w 92"/>
                <a:gd name="T9" fmla="*/ 290 h 67"/>
                <a:gd name="T10" fmla="*/ 0 w 92"/>
                <a:gd name="T11" fmla="*/ 207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67">
                  <a:moveTo>
                    <a:pt x="1" y="15"/>
                  </a:moveTo>
                  <a:cubicBezTo>
                    <a:pt x="12" y="14"/>
                    <a:pt x="21" y="8"/>
                    <a:pt x="32" y="13"/>
                  </a:cubicBezTo>
                  <a:cubicBezTo>
                    <a:pt x="42" y="16"/>
                    <a:pt x="49" y="24"/>
                    <a:pt x="54" y="32"/>
                  </a:cubicBezTo>
                  <a:cubicBezTo>
                    <a:pt x="64" y="46"/>
                    <a:pt x="71" y="67"/>
                    <a:pt x="92" y="66"/>
                  </a:cubicBezTo>
                  <a:cubicBezTo>
                    <a:pt x="69" y="62"/>
                    <a:pt x="68" y="39"/>
                    <a:pt x="54" y="24"/>
                  </a:cubicBezTo>
                  <a:cubicBezTo>
                    <a:pt x="42" y="10"/>
                    <a:pt x="13" y="0"/>
                    <a:pt x="0" y="1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9" name="Freeform 406">
              <a:extLst>
                <a:ext uri="{FF2B5EF4-FFF2-40B4-BE49-F238E27FC236}">
                  <a16:creationId xmlns:a16="http://schemas.microsoft.com/office/drawing/2014/main" id="{ABAFE2F0-ED74-4744-92FB-3C8AC8125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847"/>
              <a:ext cx="147" cy="113"/>
            </a:xfrm>
            <a:custGeom>
              <a:avLst/>
              <a:gdLst>
                <a:gd name="T0" fmla="*/ 486 w 68"/>
                <a:gd name="T1" fmla="*/ 0 h 49"/>
                <a:gd name="T2" fmla="*/ 355 w 68"/>
                <a:gd name="T3" fmla="*/ 357 h 49"/>
                <a:gd name="T4" fmla="*/ 0 w 68"/>
                <a:gd name="T5" fmla="*/ 452 h 49"/>
                <a:gd name="T6" fmla="*/ 355 w 68"/>
                <a:gd name="T7" fmla="*/ 394 h 49"/>
                <a:gd name="T8" fmla="*/ 687 w 68"/>
                <a:gd name="T9" fmla="*/ 602 h 49"/>
                <a:gd name="T10" fmla="*/ 523 w 68"/>
                <a:gd name="T11" fmla="*/ 404 h 49"/>
                <a:gd name="T12" fmla="*/ 504 w 68"/>
                <a:gd name="T13" fmla="*/ 13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49">
                  <a:moveTo>
                    <a:pt x="48" y="0"/>
                  </a:moveTo>
                  <a:cubicBezTo>
                    <a:pt x="53" y="9"/>
                    <a:pt x="45" y="25"/>
                    <a:pt x="35" y="29"/>
                  </a:cubicBezTo>
                  <a:cubicBezTo>
                    <a:pt x="24" y="33"/>
                    <a:pt x="9" y="27"/>
                    <a:pt x="0" y="37"/>
                  </a:cubicBezTo>
                  <a:cubicBezTo>
                    <a:pt x="11" y="38"/>
                    <a:pt x="24" y="33"/>
                    <a:pt x="35" y="32"/>
                  </a:cubicBezTo>
                  <a:cubicBezTo>
                    <a:pt x="52" y="31"/>
                    <a:pt x="54" y="45"/>
                    <a:pt x="68" y="49"/>
                  </a:cubicBezTo>
                  <a:cubicBezTo>
                    <a:pt x="65" y="42"/>
                    <a:pt x="56" y="39"/>
                    <a:pt x="52" y="33"/>
                  </a:cubicBezTo>
                  <a:cubicBezTo>
                    <a:pt x="46" y="24"/>
                    <a:pt x="52" y="20"/>
                    <a:pt x="50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0" name="Freeform 407">
              <a:extLst>
                <a:ext uri="{FF2B5EF4-FFF2-40B4-BE49-F238E27FC236}">
                  <a16:creationId xmlns:a16="http://schemas.microsoft.com/office/drawing/2014/main" id="{E785C13A-13B6-44B9-80C3-71CC83C7F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892"/>
              <a:ext cx="199" cy="303"/>
            </a:xfrm>
            <a:custGeom>
              <a:avLst/>
              <a:gdLst>
                <a:gd name="T0" fmla="*/ 861 w 92"/>
                <a:gd name="T1" fmla="*/ 0 h 131"/>
                <a:gd name="T2" fmla="*/ 270 w 92"/>
                <a:gd name="T3" fmla="*/ 407 h 131"/>
                <a:gd name="T4" fmla="*/ 270 w 92"/>
                <a:gd name="T5" fmla="*/ 867 h 131"/>
                <a:gd name="T6" fmla="*/ 0 w 92"/>
                <a:gd name="T7" fmla="*/ 1214 h 131"/>
                <a:gd name="T8" fmla="*/ 0 w 92"/>
                <a:gd name="T9" fmla="*/ 1621 h 131"/>
                <a:gd name="T10" fmla="*/ 61 w 92"/>
                <a:gd name="T11" fmla="*/ 1198 h 131"/>
                <a:gd name="T12" fmla="*/ 333 w 92"/>
                <a:gd name="T13" fmla="*/ 481 h 131"/>
                <a:gd name="T14" fmla="*/ 627 w 92"/>
                <a:gd name="T15" fmla="*/ 370 h 131"/>
                <a:gd name="T16" fmla="*/ 861 w 92"/>
                <a:gd name="T17" fmla="*/ 49 h 1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31">
                  <a:moveTo>
                    <a:pt x="85" y="0"/>
                  </a:moveTo>
                  <a:cubicBezTo>
                    <a:pt x="92" y="6"/>
                    <a:pt x="40" y="34"/>
                    <a:pt x="27" y="33"/>
                  </a:cubicBezTo>
                  <a:cubicBezTo>
                    <a:pt x="33" y="48"/>
                    <a:pt x="37" y="55"/>
                    <a:pt x="27" y="70"/>
                  </a:cubicBezTo>
                  <a:cubicBezTo>
                    <a:pt x="20" y="81"/>
                    <a:pt x="10" y="89"/>
                    <a:pt x="0" y="98"/>
                  </a:cubicBezTo>
                  <a:cubicBezTo>
                    <a:pt x="8" y="108"/>
                    <a:pt x="6" y="120"/>
                    <a:pt x="0" y="131"/>
                  </a:cubicBezTo>
                  <a:cubicBezTo>
                    <a:pt x="10" y="118"/>
                    <a:pt x="8" y="112"/>
                    <a:pt x="6" y="97"/>
                  </a:cubicBezTo>
                  <a:cubicBezTo>
                    <a:pt x="23" y="94"/>
                    <a:pt x="41" y="55"/>
                    <a:pt x="33" y="39"/>
                  </a:cubicBezTo>
                  <a:cubicBezTo>
                    <a:pt x="42" y="34"/>
                    <a:pt x="52" y="36"/>
                    <a:pt x="62" y="30"/>
                  </a:cubicBezTo>
                  <a:cubicBezTo>
                    <a:pt x="71" y="24"/>
                    <a:pt x="78" y="12"/>
                    <a:pt x="85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1" name="Freeform 408">
              <a:extLst>
                <a:ext uri="{FF2B5EF4-FFF2-40B4-BE49-F238E27FC236}">
                  <a16:creationId xmlns:a16="http://schemas.microsoft.com/office/drawing/2014/main" id="{57487913-0A8C-4373-9E01-D94C8F9A7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031"/>
              <a:ext cx="335" cy="74"/>
            </a:xfrm>
            <a:custGeom>
              <a:avLst/>
              <a:gdLst>
                <a:gd name="T0" fmla="*/ 1565 w 155"/>
                <a:gd name="T1" fmla="*/ 208 h 32"/>
                <a:gd name="T2" fmla="*/ 1009 w 155"/>
                <a:gd name="T3" fmla="*/ 273 h 32"/>
                <a:gd name="T4" fmla="*/ 616 w 155"/>
                <a:gd name="T5" fmla="*/ 113 h 32"/>
                <a:gd name="T6" fmla="*/ 0 w 155"/>
                <a:gd name="T7" fmla="*/ 102 h 32"/>
                <a:gd name="T8" fmla="*/ 354 w 155"/>
                <a:gd name="T9" fmla="*/ 86 h 32"/>
                <a:gd name="T10" fmla="*/ 676 w 155"/>
                <a:gd name="T11" fmla="*/ 150 h 32"/>
                <a:gd name="T12" fmla="*/ 1331 w 155"/>
                <a:gd name="T13" fmla="*/ 30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32">
                  <a:moveTo>
                    <a:pt x="155" y="17"/>
                  </a:moveTo>
                  <a:cubicBezTo>
                    <a:pt x="140" y="24"/>
                    <a:pt x="116" y="23"/>
                    <a:pt x="100" y="22"/>
                  </a:cubicBezTo>
                  <a:cubicBezTo>
                    <a:pt x="86" y="21"/>
                    <a:pt x="74" y="14"/>
                    <a:pt x="61" y="9"/>
                  </a:cubicBezTo>
                  <a:cubicBezTo>
                    <a:pt x="43" y="0"/>
                    <a:pt x="18" y="0"/>
                    <a:pt x="0" y="8"/>
                  </a:cubicBezTo>
                  <a:cubicBezTo>
                    <a:pt x="11" y="9"/>
                    <a:pt x="23" y="6"/>
                    <a:pt x="35" y="7"/>
                  </a:cubicBezTo>
                  <a:cubicBezTo>
                    <a:pt x="46" y="7"/>
                    <a:pt x="56" y="9"/>
                    <a:pt x="67" y="12"/>
                  </a:cubicBezTo>
                  <a:cubicBezTo>
                    <a:pt x="85" y="17"/>
                    <a:pt x="113" y="32"/>
                    <a:pt x="132" y="2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2" name="Freeform 409">
              <a:extLst>
                <a:ext uri="{FF2B5EF4-FFF2-40B4-BE49-F238E27FC236}">
                  <a16:creationId xmlns:a16="http://schemas.microsoft.com/office/drawing/2014/main" id="{6F92695E-2A82-4D33-872C-557BC45D8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286"/>
              <a:ext cx="420" cy="401"/>
            </a:xfrm>
            <a:custGeom>
              <a:avLst/>
              <a:gdLst>
                <a:gd name="T0" fmla="*/ 0 w 194"/>
                <a:gd name="T1" fmla="*/ 1784 h 174"/>
                <a:gd name="T2" fmla="*/ 515 w 194"/>
                <a:gd name="T3" fmla="*/ 1433 h 174"/>
                <a:gd name="T4" fmla="*/ 671 w 194"/>
                <a:gd name="T5" fmla="*/ 1099 h 174"/>
                <a:gd name="T6" fmla="*/ 905 w 194"/>
                <a:gd name="T7" fmla="*/ 940 h 174"/>
                <a:gd name="T8" fmla="*/ 1126 w 194"/>
                <a:gd name="T9" fmla="*/ 599 h 174"/>
                <a:gd name="T10" fmla="*/ 1392 w 194"/>
                <a:gd name="T11" fmla="*/ 477 h 174"/>
                <a:gd name="T12" fmla="*/ 1968 w 194"/>
                <a:gd name="T13" fmla="*/ 159 h 174"/>
                <a:gd name="T14" fmla="*/ 1461 w 194"/>
                <a:gd name="T15" fmla="*/ 468 h 174"/>
                <a:gd name="T16" fmla="*/ 1541 w 194"/>
                <a:gd name="T17" fmla="*/ 940 h 174"/>
                <a:gd name="T18" fmla="*/ 1429 w 194"/>
                <a:gd name="T19" fmla="*/ 525 h 174"/>
                <a:gd name="T20" fmla="*/ 914 w 194"/>
                <a:gd name="T21" fmla="*/ 977 h 174"/>
                <a:gd name="T22" fmla="*/ 660 w 194"/>
                <a:gd name="T23" fmla="*/ 1189 h 174"/>
                <a:gd name="T24" fmla="*/ 619 w 194"/>
                <a:gd name="T25" fmla="*/ 1821 h 174"/>
                <a:gd name="T26" fmla="*/ 530 w 194"/>
                <a:gd name="T27" fmla="*/ 1604 h 174"/>
                <a:gd name="T28" fmla="*/ 366 w 194"/>
                <a:gd name="T29" fmla="*/ 2129 h 174"/>
                <a:gd name="T30" fmla="*/ 141 w 194"/>
                <a:gd name="T31" fmla="*/ 1860 h 1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4" h="174">
                  <a:moveTo>
                    <a:pt x="0" y="146"/>
                  </a:moveTo>
                  <a:cubicBezTo>
                    <a:pt x="21" y="146"/>
                    <a:pt x="40" y="135"/>
                    <a:pt x="51" y="117"/>
                  </a:cubicBezTo>
                  <a:cubicBezTo>
                    <a:pt x="57" y="108"/>
                    <a:pt x="59" y="98"/>
                    <a:pt x="66" y="90"/>
                  </a:cubicBezTo>
                  <a:cubicBezTo>
                    <a:pt x="73" y="82"/>
                    <a:pt x="81" y="81"/>
                    <a:pt x="89" y="77"/>
                  </a:cubicBezTo>
                  <a:cubicBezTo>
                    <a:pt x="100" y="71"/>
                    <a:pt x="104" y="58"/>
                    <a:pt x="111" y="49"/>
                  </a:cubicBezTo>
                  <a:cubicBezTo>
                    <a:pt x="119" y="41"/>
                    <a:pt x="128" y="43"/>
                    <a:pt x="137" y="39"/>
                  </a:cubicBezTo>
                  <a:cubicBezTo>
                    <a:pt x="153" y="34"/>
                    <a:pt x="175" y="0"/>
                    <a:pt x="194" y="13"/>
                  </a:cubicBezTo>
                  <a:cubicBezTo>
                    <a:pt x="177" y="19"/>
                    <a:pt x="151" y="16"/>
                    <a:pt x="144" y="38"/>
                  </a:cubicBezTo>
                  <a:cubicBezTo>
                    <a:pt x="138" y="52"/>
                    <a:pt x="142" y="66"/>
                    <a:pt x="152" y="77"/>
                  </a:cubicBezTo>
                  <a:cubicBezTo>
                    <a:pt x="150" y="65"/>
                    <a:pt x="141" y="56"/>
                    <a:pt x="141" y="43"/>
                  </a:cubicBezTo>
                  <a:cubicBezTo>
                    <a:pt x="122" y="45"/>
                    <a:pt x="107" y="71"/>
                    <a:pt x="90" y="80"/>
                  </a:cubicBezTo>
                  <a:cubicBezTo>
                    <a:pt x="83" y="84"/>
                    <a:pt x="72" y="90"/>
                    <a:pt x="65" y="97"/>
                  </a:cubicBezTo>
                  <a:cubicBezTo>
                    <a:pt x="55" y="108"/>
                    <a:pt x="56" y="136"/>
                    <a:pt x="61" y="149"/>
                  </a:cubicBezTo>
                  <a:cubicBezTo>
                    <a:pt x="58" y="143"/>
                    <a:pt x="54" y="137"/>
                    <a:pt x="52" y="131"/>
                  </a:cubicBezTo>
                  <a:cubicBezTo>
                    <a:pt x="41" y="146"/>
                    <a:pt x="28" y="153"/>
                    <a:pt x="36" y="174"/>
                  </a:cubicBezTo>
                  <a:cubicBezTo>
                    <a:pt x="31" y="167"/>
                    <a:pt x="30" y="137"/>
                    <a:pt x="14" y="15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3" name="Freeform 410">
              <a:extLst>
                <a:ext uri="{FF2B5EF4-FFF2-40B4-BE49-F238E27FC236}">
                  <a16:creationId xmlns:a16="http://schemas.microsoft.com/office/drawing/2014/main" id="{68D77CAF-A3B9-41BE-928B-310B3B4A9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1136"/>
              <a:ext cx="156" cy="192"/>
            </a:xfrm>
            <a:custGeom>
              <a:avLst/>
              <a:gdLst>
                <a:gd name="T0" fmla="*/ 732 w 72"/>
                <a:gd name="T1" fmla="*/ 0 h 83"/>
                <a:gd name="T2" fmla="*/ 225 w 72"/>
                <a:gd name="T3" fmla="*/ 546 h 83"/>
                <a:gd name="T4" fmla="*/ 0 w 72"/>
                <a:gd name="T5" fmla="*/ 925 h 83"/>
                <a:gd name="T6" fmla="*/ 121 w 72"/>
                <a:gd name="T7" fmla="*/ 1027 h 83"/>
                <a:gd name="T8" fmla="*/ 286 w 72"/>
                <a:gd name="T9" fmla="*/ 557 h 83"/>
                <a:gd name="T10" fmla="*/ 479 w 72"/>
                <a:gd name="T11" fmla="*/ 396 h 83"/>
                <a:gd name="T12" fmla="*/ 732 w 72"/>
                <a:gd name="T13" fmla="*/ 12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83">
                  <a:moveTo>
                    <a:pt x="72" y="0"/>
                  </a:moveTo>
                  <a:cubicBezTo>
                    <a:pt x="62" y="23"/>
                    <a:pt x="37" y="27"/>
                    <a:pt x="22" y="44"/>
                  </a:cubicBezTo>
                  <a:cubicBezTo>
                    <a:pt x="14" y="53"/>
                    <a:pt x="16" y="73"/>
                    <a:pt x="0" y="75"/>
                  </a:cubicBezTo>
                  <a:cubicBezTo>
                    <a:pt x="3" y="78"/>
                    <a:pt x="9" y="82"/>
                    <a:pt x="12" y="83"/>
                  </a:cubicBezTo>
                  <a:cubicBezTo>
                    <a:pt x="13" y="69"/>
                    <a:pt x="16" y="54"/>
                    <a:pt x="28" y="45"/>
                  </a:cubicBezTo>
                  <a:cubicBezTo>
                    <a:pt x="34" y="40"/>
                    <a:pt x="41" y="36"/>
                    <a:pt x="47" y="32"/>
                  </a:cubicBezTo>
                  <a:cubicBezTo>
                    <a:pt x="58" y="23"/>
                    <a:pt x="65" y="13"/>
                    <a:pt x="7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4" name="Freeform 411">
              <a:extLst>
                <a:ext uri="{FF2B5EF4-FFF2-40B4-BE49-F238E27FC236}">
                  <a16:creationId xmlns:a16="http://schemas.microsoft.com/office/drawing/2014/main" id="{52A4E2A8-36F6-46F6-B324-ED4467341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282"/>
              <a:ext cx="151" cy="134"/>
            </a:xfrm>
            <a:custGeom>
              <a:avLst/>
              <a:gdLst>
                <a:gd name="T0" fmla="*/ 522 w 70"/>
                <a:gd name="T1" fmla="*/ 0 h 58"/>
                <a:gd name="T2" fmla="*/ 401 w 70"/>
                <a:gd name="T3" fmla="*/ 407 h 58"/>
                <a:gd name="T4" fmla="*/ 0 w 70"/>
                <a:gd name="T5" fmla="*/ 159 h 58"/>
                <a:gd name="T6" fmla="*/ 703 w 70"/>
                <a:gd name="T7" fmla="*/ 716 h 58"/>
                <a:gd name="T8" fmla="*/ 522 w 70"/>
                <a:gd name="T9" fmla="*/ 1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8">
                  <a:moveTo>
                    <a:pt x="52" y="0"/>
                  </a:moveTo>
                  <a:cubicBezTo>
                    <a:pt x="50" y="11"/>
                    <a:pt x="44" y="23"/>
                    <a:pt x="40" y="33"/>
                  </a:cubicBezTo>
                  <a:cubicBezTo>
                    <a:pt x="26" y="26"/>
                    <a:pt x="16" y="16"/>
                    <a:pt x="0" y="13"/>
                  </a:cubicBezTo>
                  <a:cubicBezTo>
                    <a:pt x="22" y="31"/>
                    <a:pt x="45" y="49"/>
                    <a:pt x="70" y="58"/>
                  </a:cubicBezTo>
                  <a:cubicBezTo>
                    <a:pt x="49" y="43"/>
                    <a:pt x="42" y="32"/>
                    <a:pt x="52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5" name="Freeform 412">
              <a:extLst>
                <a:ext uri="{FF2B5EF4-FFF2-40B4-BE49-F238E27FC236}">
                  <a16:creationId xmlns:a16="http://schemas.microsoft.com/office/drawing/2014/main" id="{9E47D519-AEBE-4E4B-A2CF-E347B93D0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103"/>
              <a:ext cx="58" cy="206"/>
            </a:xfrm>
            <a:custGeom>
              <a:avLst/>
              <a:gdLst>
                <a:gd name="T0" fmla="*/ 52 w 27"/>
                <a:gd name="T1" fmla="*/ 0 h 89"/>
                <a:gd name="T2" fmla="*/ 137 w 27"/>
                <a:gd name="T3" fmla="*/ 1104 h 89"/>
                <a:gd name="T4" fmla="*/ 69 w 27"/>
                <a:gd name="T5" fmla="*/ 396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9">
                  <a:moveTo>
                    <a:pt x="5" y="0"/>
                  </a:moveTo>
                  <a:cubicBezTo>
                    <a:pt x="0" y="14"/>
                    <a:pt x="0" y="79"/>
                    <a:pt x="14" y="89"/>
                  </a:cubicBezTo>
                  <a:cubicBezTo>
                    <a:pt x="27" y="81"/>
                    <a:pt x="9" y="45"/>
                    <a:pt x="7" y="3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6" name="Freeform 413">
              <a:extLst>
                <a:ext uri="{FF2B5EF4-FFF2-40B4-BE49-F238E27FC236}">
                  <a16:creationId xmlns:a16="http://schemas.microsoft.com/office/drawing/2014/main" id="{0D07FED3-4EA1-483A-9512-61C05071D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720"/>
              <a:ext cx="104" cy="215"/>
            </a:xfrm>
            <a:custGeom>
              <a:avLst/>
              <a:gdLst>
                <a:gd name="T0" fmla="*/ 487 w 48"/>
                <a:gd name="T1" fmla="*/ 0 h 93"/>
                <a:gd name="T2" fmla="*/ 286 w 48"/>
                <a:gd name="T3" fmla="*/ 370 h 93"/>
                <a:gd name="T4" fmla="*/ 245 w 48"/>
                <a:gd name="T5" fmla="*/ 97 h 93"/>
                <a:gd name="T6" fmla="*/ 253 w 48"/>
                <a:gd name="T7" fmla="*/ 631 h 93"/>
                <a:gd name="T8" fmla="*/ 0 w 48"/>
                <a:gd name="T9" fmla="*/ 1149 h 93"/>
                <a:gd name="T10" fmla="*/ 487 w 48"/>
                <a:gd name="T11" fmla="*/ 15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93">
                  <a:moveTo>
                    <a:pt x="48" y="0"/>
                  </a:moveTo>
                  <a:cubicBezTo>
                    <a:pt x="47" y="9"/>
                    <a:pt x="38" y="25"/>
                    <a:pt x="28" y="30"/>
                  </a:cubicBezTo>
                  <a:cubicBezTo>
                    <a:pt x="24" y="23"/>
                    <a:pt x="23" y="16"/>
                    <a:pt x="24" y="8"/>
                  </a:cubicBezTo>
                  <a:cubicBezTo>
                    <a:pt x="23" y="23"/>
                    <a:pt x="29" y="37"/>
                    <a:pt x="25" y="51"/>
                  </a:cubicBezTo>
                  <a:cubicBezTo>
                    <a:pt x="21" y="66"/>
                    <a:pt x="9" y="82"/>
                    <a:pt x="0" y="93"/>
                  </a:cubicBezTo>
                  <a:cubicBezTo>
                    <a:pt x="16" y="65"/>
                    <a:pt x="29" y="36"/>
                    <a:pt x="48" y="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7" name="Freeform 414">
              <a:extLst>
                <a:ext uri="{FF2B5EF4-FFF2-40B4-BE49-F238E27FC236}">
                  <a16:creationId xmlns:a16="http://schemas.microsoft.com/office/drawing/2014/main" id="{EE7615DE-B2CC-4699-9C87-7D066D177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632"/>
              <a:ext cx="46" cy="326"/>
            </a:xfrm>
            <a:custGeom>
              <a:avLst/>
              <a:gdLst>
                <a:gd name="T0" fmla="*/ 105 w 21"/>
                <a:gd name="T1" fmla="*/ 0 h 141"/>
                <a:gd name="T2" fmla="*/ 53 w 21"/>
                <a:gd name="T3" fmla="*/ 941 h 141"/>
                <a:gd name="T4" fmla="*/ 0 w 21"/>
                <a:gd name="T5" fmla="*/ 1743 h 141"/>
                <a:gd name="T6" fmla="*/ 105 w 21"/>
                <a:gd name="T7" fmla="*/ 97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1">
                  <a:moveTo>
                    <a:pt x="10" y="0"/>
                  </a:moveTo>
                  <a:cubicBezTo>
                    <a:pt x="2" y="25"/>
                    <a:pt x="4" y="50"/>
                    <a:pt x="5" y="76"/>
                  </a:cubicBezTo>
                  <a:cubicBezTo>
                    <a:pt x="5" y="95"/>
                    <a:pt x="10" y="124"/>
                    <a:pt x="0" y="141"/>
                  </a:cubicBezTo>
                  <a:cubicBezTo>
                    <a:pt x="21" y="105"/>
                    <a:pt x="10" y="48"/>
                    <a:pt x="10" y="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8" name="Freeform 415">
              <a:extLst>
                <a:ext uri="{FF2B5EF4-FFF2-40B4-BE49-F238E27FC236}">
                  <a16:creationId xmlns:a16="http://schemas.microsoft.com/office/drawing/2014/main" id="{CD7B31F7-4AF8-4EE0-A41A-8E7F51D38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097"/>
              <a:ext cx="3415" cy="2220"/>
            </a:xfrm>
            <a:custGeom>
              <a:avLst/>
              <a:gdLst>
                <a:gd name="T0" fmla="*/ 12101 w 1579"/>
                <a:gd name="T1" fmla="*/ 9415 h 962"/>
                <a:gd name="T2" fmla="*/ 13738 w 1579"/>
                <a:gd name="T3" fmla="*/ 9489 h 962"/>
                <a:gd name="T4" fmla="*/ 15295 w 1579"/>
                <a:gd name="T5" fmla="*/ 8335 h 962"/>
                <a:gd name="T6" fmla="*/ 15557 w 1579"/>
                <a:gd name="T7" fmla="*/ 7574 h 962"/>
                <a:gd name="T8" fmla="*/ 15741 w 1579"/>
                <a:gd name="T9" fmla="*/ 5975 h 962"/>
                <a:gd name="T10" fmla="*/ 15539 w 1579"/>
                <a:gd name="T11" fmla="*/ 5038 h 962"/>
                <a:gd name="T12" fmla="*/ 15234 w 1579"/>
                <a:gd name="T13" fmla="*/ 3861 h 962"/>
                <a:gd name="T14" fmla="*/ 14305 w 1579"/>
                <a:gd name="T15" fmla="*/ 2705 h 962"/>
                <a:gd name="T16" fmla="*/ 13433 w 1579"/>
                <a:gd name="T17" fmla="*/ 1625 h 962"/>
                <a:gd name="T18" fmla="*/ 12503 w 1579"/>
                <a:gd name="T19" fmla="*/ 1205 h 962"/>
                <a:gd name="T20" fmla="*/ 11268 w 1579"/>
                <a:gd name="T21" fmla="*/ 517 h 962"/>
                <a:gd name="T22" fmla="*/ 10842 w 1579"/>
                <a:gd name="T23" fmla="*/ 367 h 962"/>
                <a:gd name="T24" fmla="*/ 9752 w 1579"/>
                <a:gd name="T25" fmla="*/ 196 h 962"/>
                <a:gd name="T26" fmla="*/ 9205 w 1579"/>
                <a:gd name="T27" fmla="*/ 74 h 962"/>
                <a:gd name="T28" fmla="*/ 8761 w 1579"/>
                <a:gd name="T29" fmla="*/ 272 h 962"/>
                <a:gd name="T30" fmla="*/ 8054 w 1579"/>
                <a:gd name="T31" fmla="*/ 74 h 962"/>
                <a:gd name="T32" fmla="*/ 7568 w 1579"/>
                <a:gd name="T33" fmla="*/ 272 h 962"/>
                <a:gd name="T34" fmla="*/ 6960 w 1579"/>
                <a:gd name="T35" fmla="*/ 97 h 962"/>
                <a:gd name="T36" fmla="*/ 5623 w 1579"/>
                <a:gd name="T37" fmla="*/ 395 h 962"/>
                <a:gd name="T38" fmla="*/ 4369 w 1579"/>
                <a:gd name="T39" fmla="*/ 762 h 962"/>
                <a:gd name="T40" fmla="*/ 3863 w 1579"/>
                <a:gd name="T41" fmla="*/ 1128 h 962"/>
                <a:gd name="T42" fmla="*/ 2409 w 1579"/>
                <a:gd name="T43" fmla="*/ 2652 h 962"/>
                <a:gd name="T44" fmla="*/ 1903 w 1579"/>
                <a:gd name="T45" fmla="*/ 3196 h 962"/>
                <a:gd name="T46" fmla="*/ 1131 w 1579"/>
                <a:gd name="T47" fmla="*/ 4597 h 962"/>
                <a:gd name="T48" fmla="*/ 366 w 1579"/>
                <a:gd name="T49" fmla="*/ 5778 h 962"/>
                <a:gd name="T50" fmla="*/ 41 w 1579"/>
                <a:gd name="T51" fmla="*/ 6487 h 962"/>
                <a:gd name="T52" fmla="*/ 141 w 1579"/>
                <a:gd name="T53" fmla="*/ 7595 h 962"/>
                <a:gd name="T54" fmla="*/ 407 w 1579"/>
                <a:gd name="T55" fmla="*/ 8084 h 962"/>
                <a:gd name="T56" fmla="*/ 1618 w 1579"/>
                <a:gd name="T57" fmla="*/ 8873 h 962"/>
                <a:gd name="T58" fmla="*/ 2470 w 1579"/>
                <a:gd name="T59" fmla="*/ 8552 h 962"/>
                <a:gd name="T60" fmla="*/ 3037 w 1579"/>
                <a:gd name="T61" fmla="*/ 8776 h 962"/>
                <a:gd name="T62" fmla="*/ 4349 w 1579"/>
                <a:gd name="T63" fmla="*/ 9219 h 962"/>
                <a:gd name="T64" fmla="*/ 5141 w 1579"/>
                <a:gd name="T65" fmla="*/ 9757 h 962"/>
                <a:gd name="T66" fmla="*/ 5785 w 1579"/>
                <a:gd name="T67" fmla="*/ 9314 h 962"/>
                <a:gd name="T68" fmla="*/ 6110 w 1579"/>
                <a:gd name="T69" fmla="*/ 9612 h 962"/>
                <a:gd name="T70" fmla="*/ 7606 w 1579"/>
                <a:gd name="T71" fmla="*/ 9981 h 962"/>
                <a:gd name="T72" fmla="*/ 7892 w 1579"/>
                <a:gd name="T73" fmla="*/ 10865 h 962"/>
                <a:gd name="T74" fmla="*/ 8943 w 1579"/>
                <a:gd name="T75" fmla="*/ 11407 h 962"/>
                <a:gd name="T76" fmla="*/ 10805 w 1579"/>
                <a:gd name="T77" fmla="*/ 11183 h 962"/>
                <a:gd name="T78" fmla="*/ 12101 w 1579"/>
                <a:gd name="T79" fmla="*/ 9415 h 96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79" h="962">
                  <a:moveTo>
                    <a:pt x="1196" y="766"/>
                  </a:moveTo>
                  <a:cubicBezTo>
                    <a:pt x="1196" y="766"/>
                    <a:pt x="1328" y="792"/>
                    <a:pt x="1358" y="772"/>
                  </a:cubicBezTo>
                  <a:cubicBezTo>
                    <a:pt x="1388" y="752"/>
                    <a:pt x="1456" y="798"/>
                    <a:pt x="1512" y="678"/>
                  </a:cubicBezTo>
                  <a:cubicBezTo>
                    <a:pt x="1512" y="678"/>
                    <a:pt x="1544" y="652"/>
                    <a:pt x="1538" y="616"/>
                  </a:cubicBezTo>
                  <a:cubicBezTo>
                    <a:pt x="1538" y="616"/>
                    <a:pt x="1579" y="588"/>
                    <a:pt x="1556" y="486"/>
                  </a:cubicBezTo>
                  <a:cubicBezTo>
                    <a:pt x="1542" y="424"/>
                    <a:pt x="1536" y="410"/>
                    <a:pt x="1536" y="410"/>
                  </a:cubicBezTo>
                  <a:cubicBezTo>
                    <a:pt x="1536" y="410"/>
                    <a:pt x="1536" y="324"/>
                    <a:pt x="1506" y="314"/>
                  </a:cubicBezTo>
                  <a:cubicBezTo>
                    <a:pt x="1488" y="282"/>
                    <a:pt x="1456" y="234"/>
                    <a:pt x="1414" y="220"/>
                  </a:cubicBezTo>
                  <a:cubicBezTo>
                    <a:pt x="1414" y="220"/>
                    <a:pt x="1404" y="152"/>
                    <a:pt x="1328" y="132"/>
                  </a:cubicBezTo>
                  <a:cubicBezTo>
                    <a:pt x="1287" y="121"/>
                    <a:pt x="1246" y="112"/>
                    <a:pt x="1236" y="98"/>
                  </a:cubicBezTo>
                  <a:cubicBezTo>
                    <a:pt x="1236" y="98"/>
                    <a:pt x="1210" y="48"/>
                    <a:pt x="1114" y="42"/>
                  </a:cubicBezTo>
                  <a:cubicBezTo>
                    <a:pt x="1114" y="42"/>
                    <a:pt x="1092" y="28"/>
                    <a:pt x="1072" y="30"/>
                  </a:cubicBezTo>
                  <a:cubicBezTo>
                    <a:pt x="1052" y="32"/>
                    <a:pt x="998" y="0"/>
                    <a:pt x="964" y="16"/>
                  </a:cubicBezTo>
                  <a:cubicBezTo>
                    <a:pt x="964" y="16"/>
                    <a:pt x="932" y="4"/>
                    <a:pt x="910" y="6"/>
                  </a:cubicBezTo>
                  <a:cubicBezTo>
                    <a:pt x="888" y="8"/>
                    <a:pt x="870" y="6"/>
                    <a:pt x="866" y="22"/>
                  </a:cubicBezTo>
                  <a:cubicBezTo>
                    <a:pt x="866" y="22"/>
                    <a:pt x="822" y="4"/>
                    <a:pt x="796" y="6"/>
                  </a:cubicBezTo>
                  <a:cubicBezTo>
                    <a:pt x="770" y="8"/>
                    <a:pt x="748" y="6"/>
                    <a:pt x="748" y="22"/>
                  </a:cubicBezTo>
                  <a:cubicBezTo>
                    <a:pt x="748" y="22"/>
                    <a:pt x="716" y="2"/>
                    <a:pt x="688" y="8"/>
                  </a:cubicBezTo>
                  <a:cubicBezTo>
                    <a:pt x="660" y="14"/>
                    <a:pt x="598" y="8"/>
                    <a:pt x="556" y="32"/>
                  </a:cubicBezTo>
                  <a:cubicBezTo>
                    <a:pt x="556" y="32"/>
                    <a:pt x="466" y="30"/>
                    <a:pt x="432" y="62"/>
                  </a:cubicBezTo>
                  <a:cubicBezTo>
                    <a:pt x="432" y="62"/>
                    <a:pt x="392" y="82"/>
                    <a:pt x="382" y="92"/>
                  </a:cubicBezTo>
                  <a:cubicBezTo>
                    <a:pt x="382" y="92"/>
                    <a:pt x="256" y="146"/>
                    <a:pt x="238" y="216"/>
                  </a:cubicBezTo>
                  <a:cubicBezTo>
                    <a:pt x="238" y="216"/>
                    <a:pt x="204" y="220"/>
                    <a:pt x="188" y="260"/>
                  </a:cubicBezTo>
                  <a:cubicBezTo>
                    <a:pt x="188" y="260"/>
                    <a:pt x="122" y="294"/>
                    <a:pt x="112" y="374"/>
                  </a:cubicBezTo>
                  <a:cubicBezTo>
                    <a:pt x="112" y="374"/>
                    <a:pt x="54" y="398"/>
                    <a:pt x="36" y="470"/>
                  </a:cubicBezTo>
                  <a:cubicBezTo>
                    <a:pt x="36" y="470"/>
                    <a:pt x="8" y="498"/>
                    <a:pt x="4" y="528"/>
                  </a:cubicBezTo>
                  <a:cubicBezTo>
                    <a:pt x="0" y="558"/>
                    <a:pt x="12" y="598"/>
                    <a:pt x="14" y="618"/>
                  </a:cubicBezTo>
                  <a:cubicBezTo>
                    <a:pt x="16" y="638"/>
                    <a:pt x="40" y="658"/>
                    <a:pt x="40" y="658"/>
                  </a:cubicBezTo>
                  <a:cubicBezTo>
                    <a:pt x="40" y="658"/>
                    <a:pt x="24" y="790"/>
                    <a:pt x="160" y="722"/>
                  </a:cubicBezTo>
                  <a:cubicBezTo>
                    <a:pt x="196" y="704"/>
                    <a:pt x="210" y="702"/>
                    <a:pt x="244" y="696"/>
                  </a:cubicBezTo>
                  <a:cubicBezTo>
                    <a:pt x="244" y="696"/>
                    <a:pt x="260" y="724"/>
                    <a:pt x="300" y="714"/>
                  </a:cubicBezTo>
                  <a:cubicBezTo>
                    <a:pt x="300" y="714"/>
                    <a:pt x="378" y="786"/>
                    <a:pt x="430" y="750"/>
                  </a:cubicBezTo>
                  <a:cubicBezTo>
                    <a:pt x="430" y="750"/>
                    <a:pt x="470" y="798"/>
                    <a:pt x="508" y="794"/>
                  </a:cubicBezTo>
                  <a:cubicBezTo>
                    <a:pt x="546" y="790"/>
                    <a:pt x="556" y="750"/>
                    <a:pt x="572" y="758"/>
                  </a:cubicBezTo>
                  <a:cubicBezTo>
                    <a:pt x="572" y="758"/>
                    <a:pt x="586" y="774"/>
                    <a:pt x="604" y="782"/>
                  </a:cubicBezTo>
                  <a:cubicBezTo>
                    <a:pt x="622" y="790"/>
                    <a:pt x="670" y="846"/>
                    <a:pt x="752" y="812"/>
                  </a:cubicBezTo>
                  <a:cubicBezTo>
                    <a:pt x="752" y="812"/>
                    <a:pt x="700" y="852"/>
                    <a:pt x="780" y="884"/>
                  </a:cubicBezTo>
                  <a:cubicBezTo>
                    <a:pt x="860" y="916"/>
                    <a:pt x="834" y="918"/>
                    <a:pt x="884" y="928"/>
                  </a:cubicBezTo>
                  <a:cubicBezTo>
                    <a:pt x="934" y="938"/>
                    <a:pt x="1006" y="962"/>
                    <a:pt x="1068" y="910"/>
                  </a:cubicBezTo>
                  <a:cubicBezTo>
                    <a:pt x="1130" y="858"/>
                    <a:pt x="1200" y="802"/>
                    <a:pt x="1196" y="766"/>
                  </a:cubicBezTo>
                  <a:close/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9" name="Freeform 416">
              <a:extLst>
                <a:ext uri="{FF2B5EF4-FFF2-40B4-BE49-F238E27FC236}">
                  <a16:creationId xmlns:a16="http://schemas.microsoft.com/office/drawing/2014/main" id="{0F6E9134-8A7C-4C5E-A4A3-D012646E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052"/>
              <a:ext cx="305" cy="224"/>
            </a:xfrm>
            <a:custGeom>
              <a:avLst/>
              <a:gdLst>
                <a:gd name="T0" fmla="*/ 61 w 141"/>
                <a:gd name="T1" fmla="*/ 293 h 97"/>
                <a:gd name="T2" fmla="*/ 941 w 141"/>
                <a:gd name="T3" fmla="*/ 1120 h 97"/>
                <a:gd name="T4" fmla="*/ 1296 w 141"/>
                <a:gd name="T5" fmla="*/ 799 h 97"/>
                <a:gd name="T6" fmla="*/ 1071 w 141"/>
                <a:gd name="T7" fmla="*/ 0 h 97"/>
                <a:gd name="T8" fmla="*/ 800 w 141"/>
                <a:gd name="T9" fmla="*/ 901 h 97"/>
                <a:gd name="T10" fmla="*/ 80 w 141"/>
                <a:gd name="T11" fmla="*/ 395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97">
                  <a:moveTo>
                    <a:pt x="6" y="24"/>
                  </a:moveTo>
                  <a:cubicBezTo>
                    <a:pt x="0" y="47"/>
                    <a:pt x="74" y="87"/>
                    <a:pt x="93" y="91"/>
                  </a:cubicBezTo>
                  <a:cubicBezTo>
                    <a:pt x="119" y="97"/>
                    <a:pt x="132" y="96"/>
                    <a:pt x="128" y="65"/>
                  </a:cubicBezTo>
                  <a:cubicBezTo>
                    <a:pt x="126" y="46"/>
                    <a:pt x="118" y="15"/>
                    <a:pt x="106" y="0"/>
                  </a:cubicBezTo>
                  <a:cubicBezTo>
                    <a:pt x="87" y="18"/>
                    <a:pt x="141" y="91"/>
                    <a:pt x="79" y="73"/>
                  </a:cubicBezTo>
                  <a:cubicBezTo>
                    <a:pt x="56" y="67"/>
                    <a:pt x="33" y="26"/>
                    <a:pt x="8" y="32"/>
                  </a:cubicBezTo>
                </a:path>
              </a:pathLst>
            </a:custGeom>
            <a:solidFill>
              <a:srgbClr val="A7A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0" name="Freeform 417">
              <a:extLst>
                <a:ext uri="{FF2B5EF4-FFF2-40B4-BE49-F238E27FC236}">
                  <a16:creationId xmlns:a16="http://schemas.microsoft.com/office/drawing/2014/main" id="{A9BA829C-4644-41FC-A9D9-75FCF3803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632"/>
              <a:ext cx="184" cy="194"/>
            </a:xfrm>
            <a:custGeom>
              <a:avLst/>
              <a:gdLst>
                <a:gd name="T0" fmla="*/ 121 w 85"/>
                <a:gd name="T1" fmla="*/ 490 h 84"/>
                <a:gd name="T2" fmla="*/ 41 w 85"/>
                <a:gd name="T3" fmla="*/ 912 h 84"/>
                <a:gd name="T4" fmla="*/ 273 w 85"/>
                <a:gd name="T5" fmla="*/ 848 h 84"/>
                <a:gd name="T6" fmla="*/ 862 w 85"/>
                <a:gd name="T7" fmla="*/ 469 h 84"/>
                <a:gd name="T8" fmla="*/ 305 w 85"/>
                <a:gd name="T9" fmla="*/ 591 h 84"/>
                <a:gd name="T10" fmla="*/ 121 w 85"/>
                <a:gd name="T11" fmla="*/ 517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84">
                  <a:moveTo>
                    <a:pt x="12" y="40"/>
                  </a:moveTo>
                  <a:cubicBezTo>
                    <a:pt x="9" y="44"/>
                    <a:pt x="0" y="68"/>
                    <a:pt x="4" y="74"/>
                  </a:cubicBezTo>
                  <a:cubicBezTo>
                    <a:pt x="11" y="84"/>
                    <a:pt x="20" y="73"/>
                    <a:pt x="27" y="69"/>
                  </a:cubicBezTo>
                  <a:cubicBezTo>
                    <a:pt x="46" y="60"/>
                    <a:pt x="76" y="57"/>
                    <a:pt x="85" y="38"/>
                  </a:cubicBezTo>
                  <a:cubicBezTo>
                    <a:pt x="70" y="38"/>
                    <a:pt x="43" y="58"/>
                    <a:pt x="30" y="48"/>
                  </a:cubicBezTo>
                  <a:cubicBezTo>
                    <a:pt x="24" y="43"/>
                    <a:pt x="14" y="0"/>
                    <a:pt x="12" y="42"/>
                  </a:cubicBezTo>
                </a:path>
              </a:pathLst>
            </a:custGeom>
            <a:solidFill>
              <a:srgbClr val="A7A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1" name="Freeform 418">
              <a:extLst>
                <a:ext uri="{FF2B5EF4-FFF2-40B4-BE49-F238E27FC236}">
                  <a16:creationId xmlns:a16="http://schemas.microsoft.com/office/drawing/2014/main" id="{2EEB7D61-45C5-49E2-9BC7-531D1FDB7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300"/>
              <a:ext cx="184" cy="296"/>
            </a:xfrm>
            <a:custGeom>
              <a:avLst/>
              <a:gdLst>
                <a:gd name="T0" fmla="*/ 104 w 85"/>
                <a:gd name="T1" fmla="*/ 0 h 128"/>
                <a:gd name="T2" fmla="*/ 652 w 85"/>
                <a:gd name="T3" fmla="*/ 358 h 128"/>
                <a:gd name="T4" fmla="*/ 660 w 85"/>
                <a:gd name="T5" fmla="*/ 1584 h 128"/>
                <a:gd name="T6" fmla="*/ 468 w 85"/>
                <a:gd name="T7" fmla="*/ 594 h 128"/>
                <a:gd name="T8" fmla="*/ 41 w 85"/>
                <a:gd name="T9" fmla="*/ 102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28">
                  <a:moveTo>
                    <a:pt x="10" y="0"/>
                  </a:moveTo>
                  <a:cubicBezTo>
                    <a:pt x="34" y="12"/>
                    <a:pt x="50" y="2"/>
                    <a:pt x="64" y="29"/>
                  </a:cubicBezTo>
                  <a:cubicBezTo>
                    <a:pt x="80" y="61"/>
                    <a:pt x="85" y="97"/>
                    <a:pt x="65" y="128"/>
                  </a:cubicBezTo>
                  <a:cubicBezTo>
                    <a:pt x="45" y="113"/>
                    <a:pt x="62" y="69"/>
                    <a:pt x="46" y="48"/>
                  </a:cubicBezTo>
                  <a:cubicBezTo>
                    <a:pt x="36" y="35"/>
                    <a:pt x="0" y="28"/>
                    <a:pt x="4" y="8"/>
                  </a:cubicBezTo>
                </a:path>
              </a:pathLst>
            </a:custGeom>
            <a:solidFill>
              <a:srgbClr val="A7A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2" name="Freeform 419">
              <a:extLst>
                <a:ext uri="{FF2B5EF4-FFF2-40B4-BE49-F238E27FC236}">
                  <a16:creationId xmlns:a16="http://schemas.microsoft.com/office/drawing/2014/main" id="{E5B5A3CC-FC39-4608-8234-69E01008E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637"/>
              <a:ext cx="406" cy="450"/>
            </a:xfrm>
            <a:custGeom>
              <a:avLst/>
              <a:gdLst>
                <a:gd name="T0" fmla="*/ 19 w 188"/>
                <a:gd name="T1" fmla="*/ 245 h 195"/>
                <a:gd name="T2" fmla="*/ 514 w 188"/>
                <a:gd name="T3" fmla="*/ 505 h 195"/>
                <a:gd name="T4" fmla="*/ 756 w 188"/>
                <a:gd name="T5" fmla="*/ 810 h 195"/>
                <a:gd name="T6" fmla="*/ 1278 w 188"/>
                <a:gd name="T7" fmla="*/ 1805 h 195"/>
                <a:gd name="T8" fmla="*/ 1268 w 188"/>
                <a:gd name="T9" fmla="*/ 1625 h 195"/>
                <a:gd name="T10" fmla="*/ 1492 w 188"/>
                <a:gd name="T11" fmla="*/ 2162 h 195"/>
                <a:gd name="T12" fmla="*/ 1875 w 188"/>
                <a:gd name="T13" fmla="*/ 2273 h 195"/>
                <a:gd name="T14" fmla="*/ 1581 w 188"/>
                <a:gd name="T15" fmla="*/ 1673 h 195"/>
                <a:gd name="T16" fmla="*/ 929 w 188"/>
                <a:gd name="T17" fmla="*/ 835 h 195"/>
                <a:gd name="T18" fmla="*/ 676 w 188"/>
                <a:gd name="T19" fmla="*/ 208 h 195"/>
                <a:gd name="T20" fmla="*/ 0 w 188"/>
                <a:gd name="T21" fmla="*/ 0 h 1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95">
                  <a:moveTo>
                    <a:pt x="2" y="20"/>
                  </a:moveTo>
                  <a:cubicBezTo>
                    <a:pt x="11" y="32"/>
                    <a:pt x="36" y="38"/>
                    <a:pt x="51" y="41"/>
                  </a:cubicBezTo>
                  <a:cubicBezTo>
                    <a:pt x="74" y="46"/>
                    <a:pt x="79" y="40"/>
                    <a:pt x="75" y="66"/>
                  </a:cubicBezTo>
                  <a:cubicBezTo>
                    <a:pt x="72" y="90"/>
                    <a:pt x="89" y="155"/>
                    <a:pt x="127" y="147"/>
                  </a:cubicBezTo>
                  <a:cubicBezTo>
                    <a:pt x="126" y="143"/>
                    <a:pt x="128" y="136"/>
                    <a:pt x="126" y="132"/>
                  </a:cubicBezTo>
                  <a:cubicBezTo>
                    <a:pt x="163" y="127"/>
                    <a:pt x="139" y="159"/>
                    <a:pt x="148" y="176"/>
                  </a:cubicBezTo>
                  <a:cubicBezTo>
                    <a:pt x="151" y="183"/>
                    <a:pt x="180" y="195"/>
                    <a:pt x="186" y="185"/>
                  </a:cubicBezTo>
                  <a:cubicBezTo>
                    <a:pt x="188" y="181"/>
                    <a:pt x="162" y="142"/>
                    <a:pt x="157" y="136"/>
                  </a:cubicBezTo>
                  <a:cubicBezTo>
                    <a:pt x="132" y="105"/>
                    <a:pt x="97" y="117"/>
                    <a:pt x="92" y="68"/>
                  </a:cubicBezTo>
                  <a:cubicBezTo>
                    <a:pt x="89" y="44"/>
                    <a:pt x="90" y="30"/>
                    <a:pt x="67" y="17"/>
                  </a:cubicBezTo>
                  <a:cubicBezTo>
                    <a:pt x="45" y="6"/>
                    <a:pt x="20" y="13"/>
                    <a:pt x="0" y="0"/>
                  </a:cubicBezTo>
                </a:path>
              </a:pathLst>
            </a:custGeom>
            <a:solidFill>
              <a:srgbClr val="A7A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3" name="Freeform 420">
              <a:extLst>
                <a:ext uri="{FF2B5EF4-FFF2-40B4-BE49-F238E27FC236}">
                  <a16:creationId xmlns:a16="http://schemas.microsoft.com/office/drawing/2014/main" id="{3F757B30-A9A3-44CE-B6E6-66E822BBA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429"/>
              <a:ext cx="201" cy="367"/>
            </a:xfrm>
            <a:custGeom>
              <a:avLst/>
              <a:gdLst>
                <a:gd name="T0" fmla="*/ 0 w 93"/>
                <a:gd name="T1" fmla="*/ 0 h 159"/>
                <a:gd name="T2" fmla="*/ 756 w 93"/>
                <a:gd name="T3" fmla="*/ 704 h 159"/>
                <a:gd name="T4" fmla="*/ 627 w 93"/>
                <a:gd name="T5" fmla="*/ 1860 h 159"/>
                <a:gd name="T6" fmla="*/ 705 w 93"/>
                <a:gd name="T7" fmla="*/ 750 h 159"/>
                <a:gd name="T8" fmla="*/ 495 w 93"/>
                <a:gd name="T9" fmla="*/ 224 h 159"/>
                <a:gd name="T10" fmla="*/ 41 w 93"/>
                <a:gd name="T11" fmla="*/ 0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59">
                  <a:moveTo>
                    <a:pt x="0" y="0"/>
                  </a:moveTo>
                  <a:cubicBezTo>
                    <a:pt x="46" y="0"/>
                    <a:pt x="65" y="8"/>
                    <a:pt x="75" y="57"/>
                  </a:cubicBezTo>
                  <a:cubicBezTo>
                    <a:pt x="79" y="75"/>
                    <a:pt x="93" y="159"/>
                    <a:pt x="62" y="151"/>
                  </a:cubicBezTo>
                  <a:cubicBezTo>
                    <a:pt x="56" y="122"/>
                    <a:pt x="78" y="94"/>
                    <a:pt x="70" y="61"/>
                  </a:cubicBezTo>
                  <a:cubicBezTo>
                    <a:pt x="66" y="44"/>
                    <a:pt x="61" y="29"/>
                    <a:pt x="49" y="18"/>
                  </a:cubicBezTo>
                  <a:cubicBezTo>
                    <a:pt x="34" y="5"/>
                    <a:pt x="18" y="10"/>
                    <a:pt x="4" y="0"/>
                  </a:cubicBezTo>
                </a:path>
              </a:pathLst>
            </a:custGeom>
            <a:solidFill>
              <a:srgbClr val="A7A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4" name="Freeform 421">
              <a:extLst>
                <a:ext uri="{FF2B5EF4-FFF2-40B4-BE49-F238E27FC236}">
                  <a16:creationId xmlns:a16="http://schemas.microsoft.com/office/drawing/2014/main" id="{55435877-D3CE-443F-8DD7-2AF42B617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455"/>
              <a:ext cx="156" cy="438"/>
            </a:xfrm>
            <a:custGeom>
              <a:avLst/>
              <a:gdLst>
                <a:gd name="T0" fmla="*/ 0 w 72"/>
                <a:gd name="T1" fmla="*/ 574 h 190"/>
                <a:gd name="T2" fmla="*/ 347 w 72"/>
                <a:gd name="T3" fmla="*/ 65 h 190"/>
                <a:gd name="T4" fmla="*/ 611 w 72"/>
                <a:gd name="T5" fmla="*/ 627 h 190"/>
                <a:gd name="T6" fmla="*/ 652 w 72"/>
                <a:gd name="T7" fmla="*/ 2328 h 190"/>
                <a:gd name="T8" fmla="*/ 498 w 72"/>
                <a:gd name="T9" fmla="*/ 855 h 190"/>
                <a:gd name="T10" fmla="*/ 141 w 72"/>
                <a:gd name="T11" fmla="*/ 505 h 1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90">
                  <a:moveTo>
                    <a:pt x="0" y="47"/>
                  </a:moveTo>
                  <a:cubicBezTo>
                    <a:pt x="4" y="38"/>
                    <a:pt x="24" y="7"/>
                    <a:pt x="34" y="5"/>
                  </a:cubicBezTo>
                  <a:cubicBezTo>
                    <a:pt x="58" y="0"/>
                    <a:pt x="58" y="35"/>
                    <a:pt x="60" y="51"/>
                  </a:cubicBezTo>
                  <a:cubicBezTo>
                    <a:pt x="66" y="95"/>
                    <a:pt x="72" y="147"/>
                    <a:pt x="64" y="190"/>
                  </a:cubicBezTo>
                  <a:cubicBezTo>
                    <a:pt x="54" y="151"/>
                    <a:pt x="62" y="109"/>
                    <a:pt x="49" y="70"/>
                  </a:cubicBezTo>
                  <a:cubicBezTo>
                    <a:pt x="46" y="59"/>
                    <a:pt x="26" y="6"/>
                    <a:pt x="14" y="41"/>
                  </a:cubicBezTo>
                </a:path>
              </a:pathLst>
            </a:custGeom>
            <a:solidFill>
              <a:srgbClr val="A7A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5" name="Freeform 422">
              <a:extLst>
                <a:ext uri="{FF2B5EF4-FFF2-40B4-BE49-F238E27FC236}">
                  <a16:creationId xmlns:a16="http://schemas.microsoft.com/office/drawing/2014/main" id="{9B5FC0F6-5C67-4A56-A28B-5DCE51095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182"/>
              <a:ext cx="352" cy="229"/>
            </a:xfrm>
            <a:custGeom>
              <a:avLst/>
              <a:gdLst>
                <a:gd name="T0" fmla="*/ 363 w 163"/>
                <a:gd name="T1" fmla="*/ 1226 h 99"/>
                <a:gd name="T2" fmla="*/ 60 w 163"/>
                <a:gd name="T3" fmla="*/ 904 h 99"/>
                <a:gd name="T4" fmla="*/ 555 w 163"/>
                <a:gd name="T5" fmla="*/ 370 h 99"/>
                <a:gd name="T6" fmla="*/ 1086 w 163"/>
                <a:gd name="T7" fmla="*/ 150 h 99"/>
                <a:gd name="T8" fmla="*/ 1641 w 163"/>
                <a:gd name="T9" fmla="*/ 65 h 99"/>
                <a:gd name="T10" fmla="*/ 1179 w 163"/>
                <a:gd name="T11" fmla="*/ 359 h 99"/>
                <a:gd name="T12" fmla="*/ 624 w 163"/>
                <a:gd name="T13" fmla="*/ 668 h 99"/>
                <a:gd name="T14" fmla="*/ 341 w 163"/>
                <a:gd name="T15" fmla="*/ 1226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99">
                  <a:moveTo>
                    <a:pt x="36" y="99"/>
                  </a:moveTo>
                  <a:cubicBezTo>
                    <a:pt x="20" y="99"/>
                    <a:pt x="0" y="91"/>
                    <a:pt x="6" y="73"/>
                  </a:cubicBezTo>
                  <a:cubicBezTo>
                    <a:pt x="10" y="60"/>
                    <a:pt x="45" y="39"/>
                    <a:pt x="55" y="30"/>
                  </a:cubicBezTo>
                  <a:cubicBezTo>
                    <a:pt x="74" y="13"/>
                    <a:pt x="83" y="15"/>
                    <a:pt x="108" y="12"/>
                  </a:cubicBezTo>
                  <a:cubicBezTo>
                    <a:pt x="125" y="10"/>
                    <a:pt x="147" y="0"/>
                    <a:pt x="163" y="5"/>
                  </a:cubicBezTo>
                  <a:cubicBezTo>
                    <a:pt x="153" y="15"/>
                    <a:pt x="130" y="23"/>
                    <a:pt x="117" y="29"/>
                  </a:cubicBezTo>
                  <a:cubicBezTo>
                    <a:pt x="98" y="38"/>
                    <a:pt x="80" y="47"/>
                    <a:pt x="62" y="54"/>
                  </a:cubicBezTo>
                  <a:cubicBezTo>
                    <a:pt x="47" y="60"/>
                    <a:pt x="5" y="78"/>
                    <a:pt x="34" y="99"/>
                  </a:cubicBezTo>
                </a:path>
              </a:pathLst>
            </a:custGeom>
            <a:solidFill>
              <a:srgbClr val="A7A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6" name="Freeform 423">
              <a:extLst>
                <a:ext uri="{FF2B5EF4-FFF2-40B4-BE49-F238E27FC236}">
                  <a16:creationId xmlns:a16="http://schemas.microsoft.com/office/drawing/2014/main" id="{09ABF680-D3B8-4AD3-B898-5BB1A9FE6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390"/>
              <a:ext cx="154" cy="245"/>
            </a:xfrm>
            <a:custGeom>
              <a:avLst/>
              <a:gdLst>
                <a:gd name="T0" fmla="*/ 325 w 71"/>
                <a:gd name="T1" fmla="*/ 779 h 106"/>
                <a:gd name="T2" fmla="*/ 0 w 71"/>
                <a:gd name="T3" fmla="*/ 742 h 106"/>
                <a:gd name="T4" fmla="*/ 724 w 71"/>
                <a:gd name="T5" fmla="*/ 0 h 106"/>
                <a:gd name="T6" fmla="*/ 377 w 71"/>
                <a:gd name="T7" fmla="*/ 680 h 106"/>
                <a:gd name="T8" fmla="*/ 540 w 71"/>
                <a:gd name="T9" fmla="*/ 1308 h 106"/>
                <a:gd name="T10" fmla="*/ 306 w 71"/>
                <a:gd name="T11" fmla="*/ 827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06">
                  <a:moveTo>
                    <a:pt x="32" y="63"/>
                  </a:moveTo>
                  <a:cubicBezTo>
                    <a:pt x="21" y="63"/>
                    <a:pt x="10" y="64"/>
                    <a:pt x="0" y="60"/>
                  </a:cubicBezTo>
                  <a:cubicBezTo>
                    <a:pt x="1" y="34"/>
                    <a:pt x="48" y="4"/>
                    <a:pt x="71" y="0"/>
                  </a:cubicBezTo>
                  <a:cubicBezTo>
                    <a:pt x="54" y="13"/>
                    <a:pt x="30" y="34"/>
                    <a:pt x="37" y="55"/>
                  </a:cubicBezTo>
                  <a:cubicBezTo>
                    <a:pt x="44" y="73"/>
                    <a:pt x="58" y="83"/>
                    <a:pt x="53" y="106"/>
                  </a:cubicBezTo>
                  <a:cubicBezTo>
                    <a:pt x="47" y="92"/>
                    <a:pt x="39" y="80"/>
                    <a:pt x="30" y="67"/>
                  </a:cubicBezTo>
                </a:path>
              </a:pathLst>
            </a:custGeom>
            <a:solidFill>
              <a:srgbClr val="A7A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7" name="Freeform 424">
              <a:extLst>
                <a:ext uri="{FF2B5EF4-FFF2-40B4-BE49-F238E27FC236}">
                  <a16:creationId xmlns:a16="http://schemas.microsoft.com/office/drawing/2014/main" id="{84C49E7D-B5D2-48FF-9986-13AC13CC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404"/>
              <a:ext cx="85" cy="222"/>
            </a:xfrm>
            <a:custGeom>
              <a:avLst/>
              <a:gdLst>
                <a:gd name="T0" fmla="*/ 403 w 39"/>
                <a:gd name="T1" fmla="*/ 37 h 96"/>
                <a:gd name="T2" fmla="*/ 44 w 39"/>
                <a:gd name="T3" fmla="*/ 321 h 96"/>
                <a:gd name="T4" fmla="*/ 281 w 39"/>
                <a:gd name="T5" fmla="*/ 1186 h 96"/>
                <a:gd name="T6" fmla="*/ 323 w 39"/>
                <a:gd name="T7" fmla="*/ 134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6">
                  <a:moveTo>
                    <a:pt x="39" y="3"/>
                  </a:moveTo>
                  <a:cubicBezTo>
                    <a:pt x="18" y="0"/>
                    <a:pt x="0" y="3"/>
                    <a:pt x="4" y="26"/>
                  </a:cubicBezTo>
                  <a:cubicBezTo>
                    <a:pt x="8" y="49"/>
                    <a:pt x="22" y="72"/>
                    <a:pt x="27" y="96"/>
                  </a:cubicBezTo>
                  <a:cubicBezTo>
                    <a:pt x="28" y="83"/>
                    <a:pt x="5" y="10"/>
                    <a:pt x="31" y="11"/>
                  </a:cubicBezTo>
                </a:path>
              </a:pathLst>
            </a:custGeom>
            <a:solidFill>
              <a:srgbClr val="A7A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8" name="Freeform 425">
              <a:extLst>
                <a:ext uri="{FF2B5EF4-FFF2-40B4-BE49-F238E27FC236}">
                  <a16:creationId xmlns:a16="http://schemas.microsoft.com/office/drawing/2014/main" id="{F76A4EAB-FCE6-44F6-9ADA-CA70D94F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646"/>
              <a:ext cx="201" cy="342"/>
            </a:xfrm>
            <a:custGeom>
              <a:avLst/>
              <a:gdLst>
                <a:gd name="T0" fmla="*/ 313 w 93"/>
                <a:gd name="T1" fmla="*/ 0 h 148"/>
                <a:gd name="T2" fmla="*/ 877 w 93"/>
                <a:gd name="T3" fmla="*/ 619 h 148"/>
                <a:gd name="T4" fmla="*/ 817 w 93"/>
                <a:gd name="T5" fmla="*/ 1826 h 148"/>
                <a:gd name="T6" fmla="*/ 584 w 93"/>
                <a:gd name="T7" fmla="*/ 529 h 148"/>
                <a:gd name="T8" fmla="*/ 253 w 93"/>
                <a:gd name="T9" fmla="*/ 49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48">
                  <a:moveTo>
                    <a:pt x="31" y="0"/>
                  </a:moveTo>
                  <a:cubicBezTo>
                    <a:pt x="53" y="4"/>
                    <a:pt x="80" y="28"/>
                    <a:pt x="87" y="50"/>
                  </a:cubicBezTo>
                  <a:cubicBezTo>
                    <a:pt x="92" y="67"/>
                    <a:pt x="93" y="137"/>
                    <a:pt x="81" y="148"/>
                  </a:cubicBezTo>
                  <a:cubicBezTo>
                    <a:pt x="73" y="115"/>
                    <a:pt x="80" y="73"/>
                    <a:pt x="58" y="43"/>
                  </a:cubicBezTo>
                  <a:cubicBezTo>
                    <a:pt x="53" y="37"/>
                    <a:pt x="0" y="10"/>
                    <a:pt x="25" y="4"/>
                  </a:cubicBezTo>
                </a:path>
              </a:pathLst>
            </a:custGeom>
            <a:solidFill>
              <a:srgbClr val="A7A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9" name="Freeform 426">
              <a:extLst>
                <a:ext uri="{FF2B5EF4-FFF2-40B4-BE49-F238E27FC236}">
                  <a16:creationId xmlns:a16="http://schemas.microsoft.com/office/drawing/2014/main" id="{65E70152-C37E-44BF-9D55-E18617B73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997"/>
              <a:ext cx="134" cy="164"/>
            </a:xfrm>
            <a:custGeom>
              <a:avLst/>
              <a:gdLst>
                <a:gd name="T0" fmla="*/ 104 w 62"/>
                <a:gd name="T1" fmla="*/ 49 h 71"/>
                <a:gd name="T2" fmla="*/ 19 w 62"/>
                <a:gd name="T3" fmla="*/ 848 h 71"/>
                <a:gd name="T4" fmla="*/ 341 w 62"/>
                <a:gd name="T5" fmla="*/ 741 h 71"/>
                <a:gd name="T6" fmla="*/ 627 w 62"/>
                <a:gd name="T7" fmla="*/ 443 h 71"/>
                <a:gd name="T8" fmla="*/ 262 w 62"/>
                <a:gd name="T9" fmla="*/ 492 h 71"/>
                <a:gd name="T10" fmla="*/ 210 w 62"/>
                <a:gd name="T11" fmla="*/ 49 h 71"/>
                <a:gd name="T12" fmla="*/ 140 w 62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1">
                  <a:moveTo>
                    <a:pt x="10" y="4"/>
                  </a:moveTo>
                  <a:cubicBezTo>
                    <a:pt x="8" y="26"/>
                    <a:pt x="0" y="47"/>
                    <a:pt x="2" y="69"/>
                  </a:cubicBezTo>
                  <a:cubicBezTo>
                    <a:pt x="12" y="71"/>
                    <a:pt x="24" y="62"/>
                    <a:pt x="34" y="60"/>
                  </a:cubicBezTo>
                  <a:cubicBezTo>
                    <a:pt x="50" y="55"/>
                    <a:pt x="60" y="56"/>
                    <a:pt x="62" y="36"/>
                  </a:cubicBezTo>
                  <a:cubicBezTo>
                    <a:pt x="49" y="35"/>
                    <a:pt x="37" y="49"/>
                    <a:pt x="26" y="40"/>
                  </a:cubicBezTo>
                  <a:cubicBezTo>
                    <a:pt x="18" y="34"/>
                    <a:pt x="22" y="14"/>
                    <a:pt x="21" y="4"/>
                  </a:cubicBezTo>
                  <a:cubicBezTo>
                    <a:pt x="18" y="3"/>
                    <a:pt x="17" y="1"/>
                    <a:pt x="14" y="0"/>
                  </a:cubicBezTo>
                </a:path>
              </a:pathLst>
            </a:custGeom>
            <a:solidFill>
              <a:srgbClr val="A7A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0" name="Freeform 427">
              <a:extLst>
                <a:ext uri="{FF2B5EF4-FFF2-40B4-BE49-F238E27FC236}">
                  <a16:creationId xmlns:a16="http://schemas.microsoft.com/office/drawing/2014/main" id="{2542E2A5-8C59-4A4D-8D5F-768399B4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185"/>
              <a:ext cx="194" cy="101"/>
            </a:xfrm>
            <a:custGeom>
              <a:avLst/>
              <a:gdLst>
                <a:gd name="T0" fmla="*/ 780 w 90"/>
                <a:gd name="T1" fmla="*/ 94 h 44"/>
                <a:gd name="T2" fmla="*/ 640 w 90"/>
                <a:gd name="T3" fmla="*/ 496 h 44"/>
                <a:gd name="T4" fmla="*/ 321 w 90"/>
                <a:gd name="T5" fmla="*/ 374 h 44"/>
                <a:gd name="T6" fmla="*/ 0 w 90"/>
                <a:gd name="T7" fmla="*/ 386 h 44"/>
                <a:gd name="T8" fmla="*/ 519 w 90"/>
                <a:gd name="T9" fmla="*/ 216 h 44"/>
                <a:gd name="T10" fmla="*/ 901 w 90"/>
                <a:gd name="T11" fmla="*/ 0 h 44"/>
                <a:gd name="T12" fmla="*/ 800 w 90"/>
                <a:gd name="T13" fmla="*/ 12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44">
                  <a:moveTo>
                    <a:pt x="78" y="8"/>
                  </a:moveTo>
                  <a:cubicBezTo>
                    <a:pt x="69" y="18"/>
                    <a:pt x="69" y="30"/>
                    <a:pt x="64" y="41"/>
                  </a:cubicBezTo>
                  <a:cubicBezTo>
                    <a:pt x="52" y="35"/>
                    <a:pt x="46" y="30"/>
                    <a:pt x="32" y="31"/>
                  </a:cubicBezTo>
                  <a:cubicBezTo>
                    <a:pt x="21" y="32"/>
                    <a:pt x="7" y="44"/>
                    <a:pt x="0" y="32"/>
                  </a:cubicBezTo>
                  <a:cubicBezTo>
                    <a:pt x="19" y="22"/>
                    <a:pt x="31" y="22"/>
                    <a:pt x="52" y="18"/>
                  </a:cubicBezTo>
                  <a:cubicBezTo>
                    <a:pt x="66" y="15"/>
                    <a:pt x="75" y="3"/>
                    <a:pt x="90" y="0"/>
                  </a:cubicBezTo>
                  <a:cubicBezTo>
                    <a:pt x="88" y="7"/>
                    <a:pt x="85" y="7"/>
                    <a:pt x="80" y="10"/>
                  </a:cubicBezTo>
                </a:path>
              </a:pathLst>
            </a:custGeom>
            <a:solidFill>
              <a:srgbClr val="A7A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1" name="Freeform 428">
              <a:extLst>
                <a:ext uri="{FF2B5EF4-FFF2-40B4-BE49-F238E27FC236}">
                  <a16:creationId xmlns:a16="http://schemas.microsoft.com/office/drawing/2014/main" id="{7BF9F692-00D3-4BBA-8FC8-3BFE4E2F6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429"/>
              <a:ext cx="93" cy="185"/>
            </a:xfrm>
            <a:custGeom>
              <a:avLst/>
              <a:gdLst>
                <a:gd name="T0" fmla="*/ 0 w 43"/>
                <a:gd name="T1" fmla="*/ 432 h 80"/>
                <a:gd name="T2" fmla="*/ 415 w 43"/>
                <a:gd name="T3" fmla="*/ 990 h 80"/>
                <a:gd name="T4" fmla="*/ 41 w 43"/>
                <a:gd name="T5" fmla="*/ 386 h 80"/>
                <a:gd name="T6" fmla="*/ 19 w 43"/>
                <a:gd name="T7" fmla="*/ 407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80">
                  <a:moveTo>
                    <a:pt x="0" y="35"/>
                  </a:moveTo>
                  <a:cubicBezTo>
                    <a:pt x="32" y="0"/>
                    <a:pt x="43" y="52"/>
                    <a:pt x="41" y="80"/>
                  </a:cubicBezTo>
                  <a:cubicBezTo>
                    <a:pt x="40" y="61"/>
                    <a:pt x="28" y="23"/>
                    <a:pt x="4" y="31"/>
                  </a:cubicBezTo>
                  <a:cubicBezTo>
                    <a:pt x="4" y="33"/>
                    <a:pt x="3" y="33"/>
                    <a:pt x="2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2" name="Freeform 429">
              <a:extLst>
                <a:ext uri="{FF2B5EF4-FFF2-40B4-BE49-F238E27FC236}">
                  <a16:creationId xmlns:a16="http://schemas.microsoft.com/office/drawing/2014/main" id="{7D375767-FC7C-42A6-B58E-001044556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679"/>
              <a:ext cx="93" cy="212"/>
            </a:xfrm>
            <a:custGeom>
              <a:avLst/>
              <a:gdLst>
                <a:gd name="T0" fmla="*/ 0 w 43"/>
                <a:gd name="T1" fmla="*/ 0 h 92"/>
                <a:gd name="T2" fmla="*/ 322 w 43"/>
                <a:gd name="T3" fmla="*/ 1127 h 92"/>
                <a:gd name="T4" fmla="*/ 28 w 43"/>
                <a:gd name="T5" fmla="*/ 74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2">
                  <a:moveTo>
                    <a:pt x="0" y="0"/>
                  </a:moveTo>
                  <a:cubicBezTo>
                    <a:pt x="31" y="21"/>
                    <a:pt x="43" y="54"/>
                    <a:pt x="32" y="92"/>
                  </a:cubicBezTo>
                  <a:cubicBezTo>
                    <a:pt x="32" y="59"/>
                    <a:pt x="28" y="27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3" name="Freeform 430">
              <a:extLst>
                <a:ext uri="{FF2B5EF4-FFF2-40B4-BE49-F238E27FC236}">
                  <a16:creationId xmlns:a16="http://schemas.microsoft.com/office/drawing/2014/main" id="{7392CA9A-13E5-4CB9-A94B-F32D97F7F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172"/>
              <a:ext cx="110" cy="100"/>
            </a:xfrm>
            <a:custGeom>
              <a:avLst/>
              <a:gdLst>
                <a:gd name="T0" fmla="*/ 0 w 51"/>
                <a:gd name="T1" fmla="*/ 388 h 43"/>
                <a:gd name="T2" fmla="*/ 382 w 51"/>
                <a:gd name="T3" fmla="*/ 477 h 43"/>
                <a:gd name="T4" fmla="*/ 410 w 51"/>
                <a:gd name="T5" fmla="*/ 0 h 43"/>
                <a:gd name="T6" fmla="*/ 373 w 51"/>
                <a:gd name="T7" fmla="*/ 453 h 43"/>
                <a:gd name="T8" fmla="*/ 88 w 51"/>
                <a:gd name="T9" fmla="*/ 46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3">
                  <a:moveTo>
                    <a:pt x="0" y="31"/>
                  </a:moveTo>
                  <a:cubicBezTo>
                    <a:pt x="6" y="36"/>
                    <a:pt x="30" y="42"/>
                    <a:pt x="38" y="38"/>
                  </a:cubicBezTo>
                  <a:cubicBezTo>
                    <a:pt x="51" y="32"/>
                    <a:pt x="43" y="9"/>
                    <a:pt x="41" y="0"/>
                  </a:cubicBezTo>
                  <a:cubicBezTo>
                    <a:pt x="41" y="9"/>
                    <a:pt x="44" y="30"/>
                    <a:pt x="37" y="36"/>
                  </a:cubicBezTo>
                  <a:cubicBezTo>
                    <a:pt x="30" y="43"/>
                    <a:pt x="16" y="39"/>
                    <a:pt x="9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4" name="Freeform 431">
              <a:extLst>
                <a:ext uri="{FF2B5EF4-FFF2-40B4-BE49-F238E27FC236}">
                  <a16:creationId xmlns:a16="http://schemas.microsoft.com/office/drawing/2014/main" id="{2A10D987-15A7-43DD-A8A1-F226E4B7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319"/>
              <a:ext cx="108" cy="184"/>
            </a:xfrm>
            <a:custGeom>
              <a:avLst/>
              <a:gdLst>
                <a:gd name="T0" fmla="*/ 0 w 50"/>
                <a:gd name="T1" fmla="*/ 0 h 80"/>
                <a:gd name="T2" fmla="*/ 363 w 50"/>
                <a:gd name="T3" fmla="*/ 281 h 80"/>
                <a:gd name="T4" fmla="*/ 475 w 50"/>
                <a:gd name="T5" fmla="*/ 973 h 80"/>
                <a:gd name="T6" fmla="*/ 330 w 50"/>
                <a:gd name="T7" fmla="*/ 290 h 80"/>
                <a:gd name="T8" fmla="*/ 41 w 50"/>
                <a:gd name="T9" fmla="*/ 74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80">
                  <a:moveTo>
                    <a:pt x="0" y="0"/>
                  </a:moveTo>
                  <a:cubicBezTo>
                    <a:pt x="8" y="12"/>
                    <a:pt x="28" y="5"/>
                    <a:pt x="36" y="23"/>
                  </a:cubicBezTo>
                  <a:cubicBezTo>
                    <a:pt x="43" y="38"/>
                    <a:pt x="50" y="64"/>
                    <a:pt x="47" y="80"/>
                  </a:cubicBezTo>
                  <a:cubicBezTo>
                    <a:pt x="36" y="66"/>
                    <a:pt x="41" y="40"/>
                    <a:pt x="33" y="24"/>
                  </a:cubicBezTo>
                  <a:cubicBezTo>
                    <a:pt x="26" y="12"/>
                    <a:pt x="16" y="10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5" name="Freeform 432">
              <a:extLst>
                <a:ext uri="{FF2B5EF4-FFF2-40B4-BE49-F238E27FC236}">
                  <a16:creationId xmlns:a16="http://schemas.microsoft.com/office/drawing/2014/main" id="{0F0FA0B0-3A9D-47C5-BEE4-4082BDBCA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291"/>
              <a:ext cx="93" cy="95"/>
            </a:xfrm>
            <a:custGeom>
              <a:avLst/>
              <a:gdLst>
                <a:gd name="T0" fmla="*/ 253 w 43"/>
                <a:gd name="T1" fmla="*/ 510 h 41"/>
                <a:gd name="T2" fmla="*/ 435 w 43"/>
                <a:gd name="T3" fmla="*/ 0 h 41"/>
                <a:gd name="T4" fmla="*/ 225 w 43"/>
                <a:gd name="T5" fmla="*/ 46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1">
                  <a:moveTo>
                    <a:pt x="25" y="41"/>
                  </a:moveTo>
                  <a:cubicBezTo>
                    <a:pt x="0" y="36"/>
                    <a:pt x="39" y="4"/>
                    <a:pt x="43" y="0"/>
                  </a:cubicBezTo>
                  <a:cubicBezTo>
                    <a:pt x="37" y="13"/>
                    <a:pt x="20" y="21"/>
                    <a:pt x="22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6" name="Freeform 433">
              <a:extLst>
                <a:ext uri="{FF2B5EF4-FFF2-40B4-BE49-F238E27FC236}">
                  <a16:creationId xmlns:a16="http://schemas.microsoft.com/office/drawing/2014/main" id="{321CEB71-91AF-42FC-A7A2-F4B5BE1BC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896"/>
              <a:ext cx="69" cy="78"/>
            </a:xfrm>
            <a:custGeom>
              <a:avLst/>
              <a:gdLst>
                <a:gd name="T0" fmla="*/ 321 w 32"/>
                <a:gd name="T1" fmla="*/ 383 h 34"/>
                <a:gd name="T2" fmla="*/ 0 w 32"/>
                <a:gd name="T3" fmla="*/ 0 h 34"/>
                <a:gd name="T4" fmla="*/ 311 w 32"/>
                <a:gd name="T5" fmla="*/ 38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32" y="32"/>
                  </a:moveTo>
                  <a:cubicBezTo>
                    <a:pt x="14" y="34"/>
                    <a:pt x="5" y="14"/>
                    <a:pt x="0" y="0"/>
                  </a:cubicBezTo>
                  <a:cubicBezTo>
                    <a:pt x="8" y="13"/>
                    <a:pt x="16" y="28"/>
                    <a:pt x="31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7" name="Freeform 434">
              <a:extLst>
                <a:ext uri="{FF2B5EF4-FFF2-40B4-BE49-F238E27FC236}">
                  <a16:creationId xmlns:a16="http://schemas.microsoft.com/office/drawing/2014/main" id="{77BDF2B3-A45A-4796-957E-69A6BBC55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478"/>
              <a:ext cx="41" cy="51"/>
            </a:xfrm>
            <a:custGeom>
              <a:avLst/>
              <a:gdLst>
                <a:gd name="T0" fmla="*/ 181 w 19"/>
                <a:gd name="T1" fmla="*/ 0 h 22"/>
                <a:gd name="T2" fmla="*/ 28 w 19"/>
                <a:gd name="T3" fmla="*/ 209 h 22"/>
                <a:gd name="T4" fmla="*/ 190 w 19"/>
                <a:gd name="T5" fmla="*/ 209 h 22"/>
                <a:gd name="T6" fmla="*/ 121 w 19"/>
                <a:gd name="T7" fmla="*/ 11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18" y="0"/>
                  </a:moveTo>
                  <a:cubicBezTo>
                    <a:pt x="12" y="3"/>
                    <a:pt x="5" y="10"/>
                    <a:pt x="3" y="17"/>
                  </a:cubicBezTo>
                  <a:cubicBezTo>
                    <a:pt x="8" y="22"/>
                    <a:pt x="14" y="21"/>
                    <a:pt x="19" y="17"/>
                  </a:cubicBezTo>
                  <a:cubicBezTo>
                    <a:pt x="14" y="19"/>
                    <a:pt x="0" y="14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8" name="Freeform 435">
              <a:extLst>
                <a:ext uri="{FF2B5EF4-FFF2-40B4-BE49-F238E27FC236}">
                  <a16:creationId xmlns:a16="http://schemas.microsoft.com/office/drawing/2014/main" id="{19255631-FCCB-4669-94FF-E8998BD45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434"/>
              <a:ext cx="34" cy="58"/>
            </a:xfrm>
            <a:custGeom>
              <a:avLst/>
              <a:gdLst>
                <a:gd name="T0" fmla="*/ 9 w 16"/>
                <a:gd name="T1" fmla="*/ 0 h 25"/>
                <a:gd name="T2" fmla="*/ 0 w 16"/>
                <a:gd name="T3" fmla="*/ 313 h 25"/>
                <a:gd name="T4" fmla="*/ 0 w 16"/>
                <a:gd name="T5" fmla="*/ 2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1" y="0"/>
                  </a:moveTo>
                  <a:cubicBezTo>
                    <a:pt x="16" y="2"/>
                    <a:pt x="11" y="21"/>
                    <a:pt x="0" y="25"/>
                  </a:cubicBezTo>
                  <a:cubicBezTo>
                    <a:pt x="3" y="19"/>
                    <a:pt x="11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9" name="Freeform 436">
              <a:extLst>
                <a:ext uri="{FF2B5EF4-FFF2-40B4-BE49-F238E27FC236}">
                  <a16:creationId xmlns:a16="http://schemas.microsoft.com/office/drawing/2014/main" id="{52F0AD25-05DF-4620-BECA-01F7391A2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743"/>
              <a:ext cx="78" cy="123"/>
            </a:xfrm>
            <a:custGeom>
              <a:avLst/>
              <a:gdLst>
                <a:gd name="T0" fmla="*/ 0 w 36"/>
                <a:gd name="T1" fmla="*/ 0 h 53"/>
                <a:gd name="T2" fmla="*/ 366 w 36"/>
                <a:gd name="T3" fmla="*/ 661 h 53"/>
                <a:gd name="T4" fmla="*/ 20 w 36"/>
                <a:gd name="T5" fmla="*/ 7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3">
                  <a:moveTo>
                    <a:pt x="0" y="0"/>
                  </a:moveTo>
                  <a:cubicBezTo>
                    <a:pt x="22" y="5"/>
                    <a:pt x="34" y="34"/>
                    <a:pt x="36" y="53"/>
                  </a:cubicBezTo>
                  <a:cubicBezTo>
                    <a:pt x="24" y="38"/>
                    <a:pt x="21" y="16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0" name="Freeform 437">
              <a:extLst>
                <a:ext uri="{FF2B5EF4-FFF2-40B4-BE49-F238E27FC236}">
                  <a16:creationId xmlns:a16="http://schemas.microsoft.com/office/drawing/2014/main" id="{F32EF40D-B558-415D-A3DA-FD17A0929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141"/>
              <a:ext cx="69" cy="23"/>
            </a:xfrm>
            <a:custGeom>
              <a:avLst/>
              <a:gdLst>
                <a:gd name="T0" fmla="*/ 19 w 32"/>
                <a:gd name="T1" fmla="*/ 0 h 10"/>
                <a:gd name="T2" fmla="*/ 321 w 32"/>
                <a:gd name="T3" fmla="*/ 110 h 10"/>
                <a:gd name="T4" fmla="*/ 0 w 32"/>
                <a:gd name="T5" fmla="*/ 2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">
                  <a:moveTo>
                    <a:pt x="2" y="0"/>
                  </a:moveTo>
                  <a:cubicBezTo>
                    <a:pt x="11" y="1"/>
                    <a:pt x="25" y="4"/>
                    <a:pt x="32" y="9"/>
                  </a:cubicBezTo>
                  <a:cubicBezTo>
                    <a:pt x="24" y="10"/>
                    <a:pt x="7" y="6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1" name="Freeform 438">
              <a:extLst>
                <a:ext uri="{FF2B5EF4-FFF2-40B4-BE49-F238E27FC236}">
                  <a16:creationId xmlns:a16="http://schemas.microsoft.com/office/drawing/2014/main" id="{4DB28843-4267-40FC-AF40-72363BE8F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004"/>
              <a:ext cx="400" cy="291"/>
            </a:xfrm>
            <a:custGeom>
              <a:avLst/>
              <a:gdLst>
                <a:gd name="T0" fmla="*/ 0 w 185"/>
                <a:gd name="T1" fmla="*/ 256 h 126"/>
                <a:gd name="T2" fmla="*/ 242 w 185"/>
                <a:gd name="T3" fmla="*/ 799 h 126"/>
                <a:gd name="T4" fmla="*/ 556 w 185"/>
                <a:gd name="T5" fmla="*/ 1185 h 126"/>
                <a:gd name="T6" fmla="*/ 1548 w 185"/>
                <a:gd name="T7" fmla="*/ 1441 h 126"/>
                <a:gd name="T8" fmla="*/ 1706 w 185"/>
                <a:gd name="T9" fmla="*/ 1169 h 126"/>
                <a:gd name="T10" fmla="*/ 1315 w 185"/>
                <a:gd name="T11" fmla="*/ 1132 h 126"/>
                <a:gd name="T12" fmla="*/ 837 w 185"/>
                <a:gd name="T13" fmla="*/ 848 h 126"/>
                <a:gd name="T14" fmla="*/ 305 w 185"/>
                <a:gd name="T15" fmla="*/ 309 h 126"/>
                <a:gd name="T16" fmla="*/ 0 w 185"/>
                <a:gd name="T17" fmla="*/ 196 h 126"/>
                <a:gd name="T18" fmla="*/ 0 w 185"/>
                <a:gd name="T19" fmla="*/ 208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5" h="126">
                  <a:moveTo>
                    <a:pt x="0" y="21"/>
                  </a:moveTo>
                  <a:cubicBezTo>
                    <a:pt x="0" y="34"/>
                    <a:pt x="16" y="54"/>
                    <a:pt x="24" y="65"/>
                  </a:cubicBezTo>
                  <a:cubicBezTo>
                    <a:pt x="33" y="77"/>
                    <a:pt x="44" y="86"/>
                    <a:pt x="55" y="96"/>
                  </a:cubicBezTo>
                  <a:cubicBezTo>
                    <a:pt x="83" y="120"/>
                    <a:pt x="117" y="126"/>
                    <a:pt x="153" y="117"/>
                  </a:cubicBezTo>
                  <a:cubicBezTo>
                    <a:pt x="162" y="115"/>
                    <a:pt x="185" y="103"/>
                    <a:pt x="169" y="95"/>
                  </a:cubicBezTo>
                  <a:cubicBezTo>
                    <a:pt x="160" y="90"/>
                    <a:pt x="141" y="95"/>
                    <a:pt x="130" y="92"/>
                  </a:cubicBezTo>
                  <a:cubicBezTo>
                    <a:pt x="112" y="88"/>
                    <a:pt x="98" y="79"/>
                    <a:pt x="83" y="69"/>
                  </a:cubicBezTo>
                  <a:cubicBezTo>
                    <a:pt x="63" y="55"/>
                    <a:pt x="46" y="43"/>
                    <a:pt x="30" y="25"/>
                  </a:cubicBezTo>
                  <a:cubicBezTo>
                    <a:pt x="26" y="20"/>
                    <a:pt x="2" y="0"/>
                    <a:pt x="0" y="16"/>
                  </a:cubicBezTo>
                  <a:cubicBezTo>
                    <a:pt x="0" y="16"/>
                    <a:pt x="0" y="17"/>
                    <a:pt x="0" y="17"/>
                  </a:cubicBezTo>
                </a:path>
              </a:pathLst>
            </a:custGeom>
            <a:solidFill>
              <a:srgbClr val="F7C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2" name="Freeform 439">
              <a:extLst>
                <a:ext uri="{FF2B5EF4-FFF2-40B4-BE49-F238E27FC236}">
                  <a16:creationId xmlns:a16="http://schemas.microsoft.com/office/drawing/2014/main" id="{D60AAE05-CFA3-4BEE-BB19-B8C8603F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779"/>
              <a:ext cx="266" cy="150"/>
            </a:xfrm>
            <a:custGeom>
              <a:avLst/>
              <a:gdLst>
                <a:gd name="T0" fmla="*/ 1174 w 123"/>
                <a:gd name="T1" fmla="*/ 282 h 65"/>
                <a:gd name="T2" fmla="*/ 729 w 123"/>
                <a:gd name="T3" fmla="*/ 704 h 65"/>
                <a:gd name="T4" fmla="*/ 164 w 123"/>
                <a:gd name="T5" fmla="*/ 330 h 65"/>
                <a:gd name="T6" fmla="*/ 132 w 123"/>
                <a:gd name="T7" fmla="*/ 65 h 65"/>
                <a:gd name="T8" fmla="*/ 627 w 123"/>
                <a:gd name="T9" fmla="*/ 208 h 65"/>
                <a:gd name="T10" fmla="*/ 1019 w 123"/>
                <a:gd name="T11" fmla="*/ 171 h 65"/>
                <a:gd name="T12" fmla="*/ 1163 w 123"/>
                <a:gd name="T13" fmla="*/ 31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65">
                  <a:moveTo>
                    <a:pt x="116" y="23"/>
                  </a:moveTo>
                  <a:cubicBezTo>
                    <a:pt x="107" y="35"/>
                    <a:pt x="87" y="53"/>
                    <a:pt x="72" y="57"/>
                  </a:cubicBezTo>
                  <a:cubicBezTo>
                    <a:pt x="49" y="65"/>
                    <a:pt x="31" y="41"/>
                    <a:pt x="16" y="27"/>
                  </a:cubicBezTo>
                  <a:cubicBezTo>
                    <a:pt x="9" y="21"/>
                    <a:pt x="0" y="10"/>
                    <a:pt x="13" y="5"/>
                  </a:cubicBezTo>
                  <a:cubicBezTo>
                    <a:pt x="24" y="0"/>
                    <a:pt x="50" y="15"/>
                    <a:pt x="62" y="17"/>
                  </a:cubicBezTo>
                  <a:cubicBezTo>
                    <a:pt x="77" y="19"/>
                    <a:pt x="86" y="14"/>
                    <a:pt x="101" y="14"/>
                  </a:cubicBezTo>
                  <a:cubicBezTo>
                    <a:pt x="107" y="14"/>
                    <a:pt x="123" y="18"/>
                    <a:pt x="115" y="26"/>
                  </a:cubicBezTo>
                </a:path>
              </a:pathLst>
            </a:custGeom>
            <a:solidFill>
              <a:srgbClr val="F7C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3" name="Freeform 440">
              <a:extLst>
                <a:ext uri="{FF2B5EF4-FFF2-40B4-BE49-F238E27FC236}">
                  <a16:creationId xmlns:a16="http://schemas.microsoft.com/office/drawing/2014/main" id="{8031AFD7-1312-419E-A326-5A6444390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932"/>
              <a:ext cx="229" cy="260"/>
            </a:xfrm>
            <a:custGeom>
              <a:avLst/>
              <a:gdLst>
                <a:gd name="T0" fmla="*/ 302 w 106"/>
                <a:gd name="T1" fmla="*/ 207 h 113"/>
                <a:gd name="T2" fmla="*/ 60 w 106"/>
                <a:gd name="T3" fmla="*/ 497 h 113"/>
                <a:gd name="T4" fmla="*/ 149 w 106"/>
                <a:gd name="T5" fmla="*/ 826 h 113"/>
                <a:gd name="T6" fmla="*/ 564 w 106"/>
                <a:gd name="T7" fmla="*/ 1095 h 113"/>
                <a:gd name="T8" fmla="*/ 825 w 106"/>
                <a:gd name="T9" fmla="*/ 1208 h 113"/>
                <a:gd name="T10" fmla="*/ 1069 w 106"/>
                <a:gd name="T11" fmla="*/ 1376 h 113"/>
                <a:gd name="T12" fmla="*/ 715 w 106"/>
                <a:gd name="T13" fmla="*/ 1038 h 113"/>
                <a:gd name="T14" fmla="*/ 462 w 106"/>
                <a:gd name="T15" fmla="*/ 672 h 113"/>
                <a:gd name="T16" fmla="*/ 696 w 106"/>
                <a:gd name="T17" fmla="*/ 12 h 113"/>
                <a:gd name="T18" fmla="*/ 365 w 106"/>
                <a:gd name="T19" fmla="*/ 133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113">
                  <a:moveTo>
                    <a:pt x="30" y="17"/>
                  </a:moveTo>
                  <a:cubicBezTo>
                    <a:pt x="19" y="20"/>
                    <a:pt x="10" y="30"/>
                    <a:pt x="6" y="41"/>
                  </a:cubicBezTo>
                  <a:cubicBezTo>
                    <a:pt x="0" y="55"/>
                    <a:pt x="1" y="61"/>
                    <a:pt x="15" y="68"/>
                  </a:cubicBezTo>
                  <a:cubicBezTo>
                    <a:pt x="29" y="76"/>
                    <a:pt x="41" y="85"/>
                    <a:pt x="56" y="90"/>
                  </a:cubicBezTo>
                  <a:cubicBezTo>
                    <a:pt x="65" y="93"/>
                    <a:pt x="74" y="95"/>
                    <a:pt x="82" y="99"/>
                  </a:cubicBezTo>
                  <a:cubicBezTo>
                    <a:pt x="90" y="104"/>
                    <a:pt x="97" y="112"/>
                    <a:pt x="106" y="113"/>
                  </a:cubicBezTo>
                  <a:cubicBezTo>
                    <a:pt x="104" y="101"/>
                    <a:pt x="81" y="93"/>
                    <a:pt x="71" y="85"/>
                  </a:cubicBezTo>
                  <a:cubicBezTo>
                    <a:pt x="62" y="78"/>
                    <a:pt x="49" y="67"/>
                    <a:pt x="46" y="55"/>
                  </a:cubicBezTo>
                  <a:cubicBezTo>
                    <a:pt x="39" y="33"/>
                    <a:pt x="59" y="18"/>
                    <a:pt x="69" y="1"/>
                  </a:cubicBezTo>
                  <a:cubicBezTo>
                    <a:pt x="56" y="0"/>
                    <a:pt x="47" y="4"/>
                    <a:pt x="36" y="11"/>
                  </a:cubicBezTo>
                </a:path>
              </a:pathLst>
            </a:custGeom>
            <a:solidFill>
              <a:srgbClr val="F7C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4" name="Freeform 441">
              <a:extLst>
                <a:ext uri="{FF2B5EF4-FFF2-40B4-BE49-F238E27FC236}">
                  <a16:creationId xmlns:a16="http://schemas.microsoft.com/office/drawing/2014/main" id="{AFE5648D-F553-4B12-86EE-39F104D22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512"/>
              <a:ext cx="182" cy="494"/>
            </a:xfrm>
            <a:custGeom>
              <a:avLst/>
              <a:gdLst>
                <a:gd name="T0" fmla="*/ 540 w 84"/>
                <a:gd name="T1" fmla="*/ 2472 h 214"/>
                <a:gd name="T2" fmla="*/ 600 w 84"/>
                <a:gd name="T3" fmla="*/ 1108 h 214"/>
                <a:gd name="T4" fmla="*/ 418 w 84"/>
                <a:gd name="T5" fmla="*/ 799 h 214"/>
                <a:gd name="T6" fmla="*/ 314 w 84"/>
                <a:gd name="T7" fmla="*/ 480 h 214"/>
                <a:gd name="T8" fmla="*/ 0 w 84"/>
                <a:gd name="T9" fmla="*/ 28 h 214"/>
                <a:gd name="T10" fmla="*/ 104 w 84"/>
                <a:gd name="T11" fmla="*/ 224 h 214"/>
                <a:gd name="T12" fmla="*/ 262 w 84"/>
                <a:gd name="T13" fmla="*/ 676 h 214"/>
                <a:gd name="T14" fmla="*/ 620 w 84"/>
                <a:gd name="T15" fmla="*/ 1524 h 214"/>
                <a:gd name="T16" fmla="*/ 338 w 84"/>
                <a:gd name="T17" fmla="*/ 2632 h 214"/>
                <a:gd name="T18" fmla="*/ 531 w 84"/>
                <a:gd name="T19" fmla="*/ 2461 h 2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214">
                  <a:moveTo>
                    <a:pt x="53" y="201"/>
                  </a:moveTo>
                  <a:cubicBezTo>
                    <a:pt x="84" y="167"/>
                    <a:pt x="81" y="126"/>
                    <a:pt x="59" y="90"/>
                  </a:cubicBezTo>
                  <a:cubicBezTo>
                    <a:pt x="54" y="81"/>
                    <a:pt x="47" y="73"/>
                    <a:pt x="41" y="65"/>
                  </a:cubicBezTo>
                  <a:cubicBezTo>
                    <a:pt x="36" y="57"/>
                    <a:pt x="35" y="47"/>
                    <a:pt x="31" y="39"/>
                  </a:cubicBezTo>
                  <a:cubicBezTo>
                    <a:pt x="27" y="27"/>
                    <a:pt x="14" y="0"/>
                    <a:pt x="0" y="2"/>
                  </a:cubicBezTo>
                  <a:cubicBezTo>
                    <a:pt x="0" y="8"/>
                    <a:pt x="7" y="13"/>
                    <a:pt x="10" y="18"/>
                  </a:cubicBezTo>
                  <a:cubicBezTo>
                    <a:pt x="17" y="29"/>
                    <a:pt x="21" y="43"/>
                    <a:pt x="26" y="55"/>
                  </a:cubicBezTo>
                  <a:cubicBezTo>
                    <a:pt x="35" y="79"/>
                    <a:pt x="54" y="99"/>
                    <a:pt x="61" y="124"/>
                  </a:cubicBezTo>
                  <a:cubicBezTo>
                    <a:pt x="70" y="158"/>
                    <a:pt x="44" y="185"/>
                    <a:pt x="33" y="214"/>
                  </a:cubicBezTo>
                  <a:cubicBezTo>
                    <a:pt x="41" y="214"/>
                    <a:pt x="48" y="206"/>
                    <a:pt x="52" y="200"/>
                  </a:cubicBezTo>
                </a:path>
              </a:pathLst>
            </a:custGeom>
            <a:solidFill>
              <a:srgbClr val="F7C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5" name="Freeform 442">
              <a:extLst>
                <a:ext uri="{FF2B5EF4-FFF2-40B4-BE49-F238E27FC236}">
                  <a16:creationId xmlns:a16="http://schemas.microsoft.com/office/drawing/2014/main" id="{D1049CEE-334B-4101-B565-5390749B2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322"/>
              <a:ext cx="175" cy="150"/>
            </a:xfrm>
            <a:custGeom>
              <a:avLst/>
              <a:gdLst>
                <a:gd name="T0" fmla="*/ 748 w 81"/>
                <a:gd name="T1" fmla="*/ 798 h 65"/>
                <a:gd name="T2" fmla="*/ 627 w 81"/>
                <a:gd name="T3" fmla="*/ 196 h 65"/>
                <a:gd name="T4" fmla="*/ 242 w 81"/>
                <a:gd name="T5" fmla="*/ 37 h 65"/>
                <a:gd name="T6" fmla="*/ 415 w 81"/>
                <a:gd name="T7" fmla="*/ 196 h 65"/>
                <a:gd name="T8" fmla="*/ 715 w 81"/>
                <a:gd name="T9" fmla="*/ 71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5">
                  <a:moveTo>
                    <a:pt x="74" y="65"/>
                  </a:moveTo>
                  <a:cubicBezTo>
                    <a:pt x="81" y="60"/>
                    <a:pt x="68" y="24"/>
                    <a:pt x="62" y="16"/>
                  </a:cubicBezTo>
                  <a:cubicBezTo>
                    <a:pt x="53" y="4"/>
                    <a:pt x="38" y="0"/>
                    <a:pt x="24" y="3"/>
                  </a:cubicBezTo>
                  <a:cubicBezTo>
                    <a:pt x="0" y="9"/>
                    <a:pt x="31" y="11"/>
                    <a:pt x="41" y="16"/>
                  </a:cubicBezTo>
                  <a:cubicBezTo>
                    <a:pt x="53" y="24"/>
                    <a:pt x="71" y="43"/>
                    <a:pt x="71" y="58"/>
                  </a:cubicBezTo>
                </a:path>
              </a:pathLst>
            </a:custGeom>
            <a:solidFill>
              <a:srgbClr val="F7C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6" name="Freeform 443">
              <a:extLst>
                <a:ext uri="{FF2B5EF4-FFF2-40B4-BE49-F238E27FC236}">
                  <a16:creationId xmlns:a16="http://schemas.microsoft.com/office/drawing/2014/main" id="{573CA4A9-F098-4814-8320-7AF7A4D7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539"/>
              <a:ext cx="194" cy="111"/>
            </a:xfrm>
            <a:custGeom>
              <a:avLst/>
              <a:gdLst>
                <a:gd name="T0" fmla="*/ 52 w 90"/>
                <a:gd name="T1" fmla="*/ 236 h 48"/>
                <a:gd name="T2" fmla="*/ 519 w 90"/>
                <a:gd name="T3" fmla="*/ 530 h 48"/>
                <a:gd name="T4" fmla="*/ 860 w 90"/>
                <a:gd name="T5" fmla="*/ 37 h 48"/>
                <a:gd name="T6" fmla="*/ 668 w 90"/>
                <a:gd name="T7" fmla="*/ 224 h 48"/>
                <a:gd name="T8" fmla="*/ 422 w 90"/>
                <a:gd name="T9" fmla="*/ 284 h 48"/>
                <a:gd name="T10" fmla="*/ 0 w 90"/>
                <a:gd name="T11" fmla="*/ 134 h 48"/>
                <a:gd name="T12" fmla="*/ 0 w 90"/>
                <a:gd name="T13" fmla="*/ 187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48">
                  <a:moveTo>
                    <a:pt x="5" y="19"/>
                  </a:moveTo>
                  <a:cubicBezTo>
                    <a:pt x="13" y="35"/>
                    <a:pt x="34" y="48"/>
                    <a:pt x="52" y="43"/>
                  </a:cubicBezTo>
                  <a:cubicBezTo>
                    <a:pt x="65" y="38"/>
                    <a:pt x="90" y="19"/>
                    <a:pt x="86" y="3"/>
                  </a:cubicBezTo>
                  <a:cubicBezTo>
                    <a:pt x="77" y="0"/>
                    <a:pt x="73" y="14"/>
                    <a:pt x="67" y="18"/>
                  </a:cubicBezTo>
                  <a:cubicBezTo>
                    <a:pt x="60" y="23"/>
                    <a:pt x="50" y="23"/>
                    <a:pt x="42" y="23"/>
                  </a:cubicBezTo>
                  <a:cubicBezTo>
                    <a:pt x="28" y="22"/>
                    <a:pt x="12" y="10"/>
                    <a:pt x="0" y="11"/>
                  </a:cubicBezTo>
                  <a:cubicBezTo>
                    <a:pt x="0" y="12"/>
                    <a:pt x="0" y="13"/>
                    <a:pt x="0" y="15"/>
                  </a:cubicBezTo>
                </a:path>
              </a:pathLst>
            </a:custGeom>
            <a:solidFill>
              <a:srgbClr val="F7C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7" name="Freeform 444">
              <a:extLst>
                <a:ext uri="{FF2B5EF4-FFF2-40B4-BE49-F238E27FC236}">
                  <a16:creationId xmlns:a16="http://schemas.microsoft.com/office/drawing/2014/main" id="{5D914471-8234-4A32-91B1-56662B134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685"/>
              <a:ext cx="326" cy="180"/>
            </a:xfrm>
            <a:custGeom>
              <a:avLst/>
              <a:gdLst>
                <a:gd name="T0" fmla="*/ 1440 w 151"/>
                <a:gd name="T1" fmla="*/ 282 h 78"/>
                <a:gd name="T2" fmla="*/ 816 w 151"/>
                <a:gd name="T3" fmla="*/ 367 h 78"/>
                <a:gd name="T4" fmla="*/ 443 w 151"/>
                <a:gd name="T5" fmla="*/ 725 h 78"/>
                <a:gd name="T6" fmla="*/ 0 w 151"/>
                <a:gd name="T7" fmla="*/ 810 h 78"/>
                <a:gd name="T8" fmla="*/ 486 w 151"/>
                <a:gd name="T9" fmla="*/ 912 h 78"/>
                <a:gd name="T10" fmla="*/ 946 w 151"/>
                <a:gd name="T11" fmla="*/ 676 h 78"/>
                <a:gd name="T12" fmla="*/ 1477 w 151"/>
                <a:gd name="T13" fmla="*/ 43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78">
                  <a:moveTo>
                    <a:pt x="143" y="23"/>
                  </a:moveTo>
                  <a:cubicBezTo>
                    <a:pt x="131" y="0"/>
                    <a:pt x="96" y="18"/>
                    <a:pt x="81" y="30"/>
                  </a:cubicBezTo>
                  <a:cubicBezTo>
                    <a:pt x="70" y="39"/>
                    <a:pt x="59" y="54"/>
                    <a:pt x="44" y="59"/>
                  </a:cubicBezTo>
                  <a:cubicBezTo>
                    <a:pt x="30" y="63"/>
                    <a:pt x="14" y="60"/>
                    <a:pt x="0" y="66"/>
                  </a:cubicBezTo>
                  <a:cubicBezTo>
                    <a:pt x="5" y="78"/>
                    <a:pt x="37" y="76"/>
                    <a:pt x="48" y="74"/>
                  </a:cubicBezTo>
                  <a:cubicBezTo>
                    <a:pt x="66" y="72"/>
                    <a:pt x="77" y="61"/>
                    <a:pt x="94" y="55"/>
                  </a:cubicBezTo>
                  <a:cubicBezTo>
                    <a:pt x="109" y="49"/>
                    <a:pt x="151" y="60"/>
                    <a:pt x="147" y="35"/>
                  </a:cubicBezTo>
                </a:path>
              </a:pathLst>
            </a:custGeom>
            <a:solidFill>
              <a:srgbClr val="F7C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8" name="Freeform 445">
              <a:extLst>
                <a:ext uri="{FF2B5EF4-FFF2-40B4-BE49-F238E27FC236}">
                  <a16:creationId xmlns:a16="http://schemas.microsoft.com/office/drawing/2014/main" id="{13CE2BED-0F3B-442C-9A57-CA9F8B3E6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832"/>
              <a:ext cx="339" cy="153"/>
            </a:xfrm>
            <a:custGeom>
              <a:avLst/>
              <a:gdLst>
                <a:gd name="T0" fmla="*/ 0 w 157"/>
                <a:gd name="T1" fmla="*/ 139 h 66"/>
                <a:gd name="T2" fmla="*/ 624 w 157"/>
                <a:gd name="T3" fmla="*/ 689 h 66"/>
                <a:gd name="T4" fmla="*/ 1311 w 157"/>
                <a:gd name="T5" fmla="*/ 823 h 66"/>
                <a:gd name="T6" fmla="*/ 1477 w 157"/>
                <a:gd name="T7" fmla="*/ 709 h 66"/>
                <a:gd name="T8" fmla="*/ 1287 w 157"/>
                <a:gd name="T9" fmla="*/ 721 h 66"/>
                <a:gd name="T10" fmla="*/ 974 w 157"/>
                <a:gd name="T11" fmla="*/ 596 h 66"/>
                <a:gd name="T12" fmla="*/ 354 w 157"/>
                <a:gd name="T13" fmla="*/ 264 h 66"/>
                <a:gd name="T14" fmla="*/ 0 w 157"/>
                <a:gd name="T15" fmla="*/ 49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7" h="66">
                  <a:moveTo>
                    <a:pt x="0" y="11"/>
                  </a:moveTo>
                  <a:cubicBezTo>
                    <a:pt x="21" y="24"/>
                    <a:pt x="39" y="45"/>
                    <a:pt x="62" y="55"/>
                  </a:cubicBezTo>
                  <a:cubicBezTo>
                    <a:pt x="83" y="63"/>
                    <a:pt x="108" y="66"/>
                    <a:pt x="130" y="66"/>
                  </a:cubicBezTo>
                  <a:cubicBezTo>
                    <a:pt x="133" y="66"/>
                    <a:pt x="157" y="65"/>
                    <a:pt x="147" y="57"/>
                  </a:cubicBezTo>
                  <a:cubicBezTo>
                    <a:pt x="144" y="54"/>
                    <a:pt x="132" y="58"/>
                    <a:pt x="128" y="58"/>
                  </a:cubicBezTo>
                  <a:cubicBezTo>
                    <a:pt x="117" y="57"/>
                    <a:pt x="107" y="52"/>
                    <a:pt x="97" y="48"/>
                  </a:cubicBezTo>
                  <a:cubicBezTo>
                    <a:pt x="76" y="40"/>
                    <a:pt x="55" y="33"/>
                    <a:pt x="35" y="21"/>
                  </a:cubicBezTo>
                  <a:cubicBezTo>
                    <a:pt x="27" y="16"/>
                    <a:pt x="10" y="0"/>
                    <a:pt x="0" y="4"/>
                  </a:cubicBezTo>
                </a:path>
              </a:pathLst>
            </a:custGeom>
            <a:solidFill>
              <a:srgbClr val="F7C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9" name="Freeform 446">
              <a:extLst>
                <a:ext uri="{FF2B5EF4-FFF2-40B4-BE49-F238E27FC236}">
                  <a16:creationId xmlns:a16="http://schemas.microsoft.com/office/drawing/2014/main" id="{6738ABA5-867A-4EA4-B4AD-95154C98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680"/>
              <a:ext cx="43" cy="37"/>
            </a:xfrm>
            <a:custGeom>
              <a:avLst/>
              <a:gdLst>
                <a:gd name="T0" fmla="*/ 69 w 20"/>
                <a:gd name="T1" fmla="*/ 0 h 16"/>
                <a:gd name="T2" fmla="*/ 0 w 20"/>
                <a:gd name="T3" fmla="*/ 171 h 16"/>
                <a:gd name="T4" fmla="*/ 198 w 20"/>
                <a:gd name="T5" fmla="*/ 199 h 16"/>
                <a:gd name="T6" fmla="*/ 60 w 20"/>
                <a:gd name="T7" fmla="*/ 6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6">
                  <a:moveTo>
                    <a:pt x="7" y="0"/>
                  </a:moveTo>
                  <a:cubicBezTo>
                    <a:pt x="8" y="6"/>
                    <a:pt x="5" y="11"/>
                    <a:pt x="0" y="14"/>
                  </a:cubicBezTo>
                  <a:cubicBezTo>
                    <a:pt x="6" y="16"/>
                    <a:pt x="14" y="15"/>
                    <a:pt x="20" y="16"/>
                  </a:cubicBezTo>
                  <a:cubicBezTo>
                    <a:pt x="15" y="13"/>
                    <a:pt x="7" y="13"/>
                    <a:pt x="6" y="5"/>
                  </a:cubicBezTo>
                </a:path>
              </a:pathLst>
            </a:custGeom>
            <a:solidFill>
              <a:srgbClr val="F7C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0" name="Freeform 447">
              <a:extLst>
                <a:ext uri="{FF2B5EF4-FFF2-40B4-BE49-F238E27FC236}">
                  <a16:creationId xmlns:a16="http://schemas.microsoft.com/office/drawing/2014/main" id="{4F99CADB-1A62-4A46-AC24-DA3566D51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793"/>
              <a:ext cx="44" cy="67"/>
            </a:xfrm>
            <a:custGeom>
              <a:avLst/>
              <a:gdLst>
                <a:gd name="T0" fmla="*/ 213 w 20"/>
                <a:gd name="T1" fmla="*/ 0 h 29"/>
                <a:gd name="T2" fmla="*/ 141 w 20"/>
                <a:gd name="T3" fmla="*/ 358 h 29"/>
                <a:gd name="T4" fmla="*/ 202 w 2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20" y="0"/>
                  </a:moveTo>
                  <a:cubicBezTo>
                    <a:pt x="0" y="4"/>
                    <a:pt x="6" y="17"/>
                    <a:pt x="13" y="29"/>
                  </a:cubicBezTo>
                  <a:cubicBezTo>
                    <a:pt x="9" y="19"/>
                    <a:pt x="17" y="10"/>
                    <a:pt x="19" y="0"/>
                  </a:cubicBezTo>
                </a:path>
              </a:pathLst>
            </a:custGeom>
            <a:solidFill>
              <a:srgbClr val="F7C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1" name="Freeform 448">
              <a:extLst>
                <a:ext uri="{FF2B5EF4-FFF2-40B4-BE49-F238E27FC236}">
                  <a16:creationId xmlns:a16="http://schemas.microsoft.com/office/drawing/2014/main" id="{41F27F32-DD06-4133-8CB3-E1E9DDB2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302"/>
              <a:ext cx="283" cy="94"/>
            </a:xfrm>
            <a:custGeom>
              <a:avLst/>
              <a:gdLst>
                <a:gd name="T0" fmla="*/ 0 w 131"/>
                <a:gd name="T1" fmla="*/ 25 h 41"/>
                <a:gd name="T2" fmla="*/ 676 w 131"/>
                <a:gd name="T3" fmla="*/ 362 h 41"/>
                <a:gd name="T4" fmla="*/ 1311 w 131"/>
                <a:gd name="T5" fmla="*/ 179 h 41"/>
                <a:gd name="T6" fmla="*/ 652 w 131"/>
                <a:gd name="T7" fmla="*/ 232 h 41"/>
                <a:gd name="T8" fmla="*/ 294 w 131"/>
                <a:gd name="T9" fmla="*/ 85 h 41"/>
                <a:gd name="T10" fmla="*/ 52 w 131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41">
                  <a:moveTo>
                    <a:pt x="0" y="2"/>
                  </a:moveTo>
                  <a:cubicBezTo>
                    <a:pt x="24" y="1"/>
                    <a:pt x="46" y="20"/>
                    <a:pt x="67" y="30"/>
                  </a:cubicBezTo>
                  <a:cubicBezTo>
                    <a:pt x="81" y="37"/>
                    <a:pt x="131" y="41"/>
                    <a:pt x="130" y="15"/>
                  </a:cubicBezTo>
                  <a:cubicBezTo>
                    <a:pt x="106" y="22"/>
                    <a:pt x="91" y="27"/>
                    <a:pt x="65" y="19"/>
                  </a:cubicBezTo>
                  <a:cubicBezTo>
                    <a:pt x="52" y="15"/>
                    <a:pt x="41" y="13"/>
                    <a:pt x="29" y="7"/>
                  </a:cubicBezTo>
                  <a:cubicBezTo>
                    <a:pt x="21" y="4"/>
                    <a:pt x="13" y="1"/>
                    <a:pt x="5" y="0"/>
                  </a:cubicBezTo>
                </a:path>
              </a:pathLst>
            </a:custGeom>
            <a:solidFill>
              <a:srgbClr val="F7C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2" name="Freeform 449">
              <a:extLst>
                <a:ext uri="{FF2B5EF4-FFF2-40B4-BE49-F238E27FC236}">
                  <a16:creationId xmlns:a16="http://schemas.microsoft.com/office/drawing/2014/main" id="{B67B9270-DEFF-41FB-BA83-1A7F2A695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129"/>
              <a:ext cx="191" cy="191"/>
            </a:xfrm>
            <a:custGeom>
              <a:avLst/>
              <a:gdLst>
                <a:gd name="T0" fmla="*/ 184 w 88"/>
                <a:gd name="T1" fmla="*/ 0 h 83"/>
                <a:gd name="T2" fmla="*/ 471 w 88"/>
                <a:gd name="T3" fmla="*/ 619 h 83"/>
                <a:gd name="T4" fmla="*/ 901 w 88"/>
                <a:gd name="T5" fmla="*/ 985 h 83"/>
                <a:gd name="T6" fmla="*/ 315 w 88"/>
                <a:gd name="T7" fmla="*/ 656 h 83"/>
                <a:gd name="T8" fmla="*/ 122 w 88"/>
                <a:gd name="T9" fmla="*/ 12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3">
                  <a:moveTo>
                    <a:pt x="18" y="0"/>
                  </a:moveTo>
                  <a:cubicBezTo>
                    <a:pt x="24" y="16"/>
                    <a:pt x="35" y="37"/>
                    <a:pt x="46" y="51"/>
                  </a:cubicBezTo>
                  <a:cubicBezTo>
                    <a:pt x="57" y="63"/>
                    <a:pt x="80" y="69"/>
                    <a:pt x="88" y="81"/>
                  </a:cubicBezTo>
                  <a:cubicBezTo>
                    <a:pt x="62" y="83"/>
                    <a:pt x="47" y="74"/>
                    <a:pt x="31" y="54"/>
                  </a:cubicBezTo>
                  <a:cubicBezTo>
                    <a:pt x="24" y="45"/>
                    <a:pt x="0" y="13"/>
                    <a:pt x="12" y="1"/>
                  </a:cubicBezTo>
                </a:path>
              </a:pathLst>
            </a:custGeom>
            <a:solidFill>
              <a:srgbClr val="F7C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3" name="Freeform 450">
              <a:extLst>
                <a:ext uri="{FF2B5EF4-FFF2-40B4-BE49-F238E27FC236}">
                  <a16:creationId xmlns:a16="http://schemas.microsoft.com/office/drawing/2014/main" id="{6A46CA21-0127-4BBD-8235-F71D7942C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159"/>
              <a:ext cx="331" cy="163"/>
            </a:xfrm>
            <a:custGeom>
              <a:avLst/>
              <a:gdLst>
                <a:gd name="T0" fmla="*/ 0 w 153"/>
                <a:gd name="T1" fmla="*/ 301 h 71"/>
                <a:gd name="T2" fmla="*/ 707 w 153"/>
                <a:gd name="T3" fmla="*/ 94 h 71"/>
                <a:gd name="T4" fmla="*/ 1123 w 153"/>
                <a:gd name="T5" fmla="*/ 438 h 71"/>
                <a:gd name="T6" fmla="*/ 1549 w 153"/>
                <a:gd name="T7" fmla="*/ 822 h 71"/>
                <a:gd name="T8" fmla="*/ 707 w 153"/>
                <a:gd name="T9" fmla="*/ 289 h 71"/>
                <a:gd name="T10" fmla="*/ 61 w 153"/>
                <a:gd name="T11" fmla="*/ 326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71">
                  <a:moveTo>
                    <a:pt x="0" y="25"/>
                  </a:moveTo>
                  <a:cubicBezTo>
                    <a:pt x="20" y="18"/>
                    <a:pt x="49" y="0"/>
                    <a:pt x="70" y="8"/>
                  </a:cubicBezTo>
                  <a:cubicBezTo>
                    <a:pt x="83" y="13"/>
                    <a:pt x="100" y="26"/>
                    <a:pt x="111" y="36"/>
                  </a:cubicBezTo>
                  <a:cubicBezTo>
                    <a:pt x="122" y="47"/>
                    <a:pt x="144" y="56"/>
                    <a:pt x="153" y="68"/>
                  </a:cubicBezTo>
                  <a:cubicBezTo>
                    <a:pt x="124" y="71"/>
                    <a:pt x="99" y="30"/>
                    <a:pt x="70" y="24"/>
                  </a:cubicBezTo>
                  <a:cubicBezTo>
                    <a:pt x="52" y="19"/>
                    <a:pt x="24" y="20"/>
                    <a:pt x="6" y="27"/>
                  </a:cubicBezTo>
                </a:path>
              </a:pathLst>
            </a:custGeom>
            <a:solidFill>
              <a:srgbClr val="F7C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4" name="Freeform 451">
              <a:extLst>
                <a:ext uri="{FF2B5EF4-FFF2-40B4-BE49-F238E27FC236}">
                  <a16:creationId xmlns:a16="http://schemas.microsoft.com/office/drawing/2014/main" id="{574CE7CA-A87C-4EBF-B816-13080F4E9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092"/>
              <a:ext cx="173" cy="140"/>
            </a:xfrm>
            <a:custGeom>
              <a:avLst/>
              <a:gdLst>
                <a:gd name="T0" fmla="*/ 0 w 80"/>
                <a:gd name="T1" fmla="*/ 57 h 61"/>
                <a:gd name="T2" fmla="*/ 374 w 80"/>
                <a:gd name="T3" fmla="*/ 48 h 61"/>
                <a:gd name="T4" fmla="*/ 668 w 80"/>
                <a:gd name="T5" fmla="*/ 399 h 61"/>
                <a:gd name="T6" fmla="*/ 789 w 80"/>
                <a:gd name="T7" fmla="*/ 643 h 61"/>
                <a:gd name="T8" fmla="*/ 584 w 80"/>
                <a:gd name="T9" fmla="*/ 496 h 61"/>
                <a:gd name="T10" fmla="*/ 89 w 80"/>
                <a:gd name="T11" fmla="*/ 12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61">
                  <a:moveTo>
                    <a:pt x="0" y="5"/>
                  </a:moveTo>
                  <a:cubicBezTo>
                    <a:pt x="14" y="7"/>
                    <a:pt x="23" y="0"/>
                    <a:pt x="37" y="4"/>
                  </a:cubicBezTo>
                  <a:cubicBezTo>
                    <a:pt x="55" y="9"/>
                    <a:pt x="57" y="18"/>
                    <a:pt x="66" y="33"/>
                  </a:cubicBezTo>
                  <a:cubicBezTo>
                    <a:pt x="68" y="37"/>
                    <a:pt x="80" y="49"/>
                    <a:pt x="78" y="53"/>
                  </a:cubicBezTo>
                  <a:cubicBezTo>
                    <a:pt x="74" y="61"/>
                    <a:pt x="62" y="45"/>
                    <a:pt x="58" y="41"/>
                  </a:cubicBezTo>
                  <a:cubicBezTo>
                    <a:pt x="47" y="30"/>
                    <a:pt x="27" y="8"/>
                    <a:pt x="9" y="10"/>
                  </a:cubicBezTo>
                </a:path>
              </a:pathLst>
            </a:custGeom>
            <a:solidFill>
              <a:srgbClr val="F7C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5" name="Freeform 452">
              <a:extLst>
                <a:ext uri="{FF2B5EF4-FFF2-40B4-BE49-F238E27FC236}">
                  <a16:creationId xmlns:a16="http://schemas.microsoft.com/office/drawing/2014/main" id="{E47E493E-AEC5-4D59-AFFC-2CB5FB47C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463"/>
              <a:ext cx="547" cy="346"/>
            </a:xfrm>
            <a:custGeom>
              <a:avLst/>
              <a:gdLst>
                <a:gd name="T0" fmla="*/ 0 w 253"/>
                <a:gd name="T1" fmla="*/ 85 h 150"/>
                <a:gd name="T2" fmla="*/ 2393 w 253"/>
                <a:gd name="T3" fmla="*/ 948 h 150"/>
                <a:gd name="T4" fmla="*/ 2497 w 253"/>
                <a:gd name="T5" fmla="*/ 1548 h 150"/>
                <a:gd name="T6" fmla="*/ 2225 w 253"/>
                <a:gd name="T7" fmla="*/ 1091 h 150"/>
                <a:gd name="T8" fmla="*/ 515 w 253"/>
                <a:gd name="T9" fmla="*/ 383 h 150"/>
                <a:gd name="T10" fmla="*/ 41 w 253"/>
                <a:gd name="T11" fmla="*/ 150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" h="150">
                  <a:moveTo>
                    <a:pt x="0" y="7"/>
                  </a:moveTo>
                  <a:cubicBezTo>
                    <a:pt x="72" y="21"/>
                    <a:pt x="195" y="0"/>
                    <a:pt x="237" y="77"/>
                  </a:cubicBezTo>
                  <a:cubicBezTo>
                    <a:pt x="242" y="88"/>
                    <a:pt x="253" y="113"/>
                    <a:pt x="247" y="126"/>
                  </a:cubicBezTo>
                  <a:cubicBezTo>
                    <a:pt x="235" y="150"/>
                    <a:pt x="225" y="100"/>
                    <a:pt x="220" y="89"/>
                  </a:cubicBezTo>
                  <a:cubicBezTo>
                    <a:pt x="190" y="22"/>
                    <a:pt x="108" y="50"/>
                    <a:pt x="51" y="31"/>
                  </a:cubicBezTo>
                  <a:cubicBezTo>
                    <a:pt x="35" y="26"/>
                    <a:pt x="17" y="22"/>
                    <a:pt x="4" y="12"/>
                  </a:cubicBezTo>
                </a:path>
              </a:pathLst>
            </a:custGeom>
            <a:solidFill>
              <a:srgbClr val="F7C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6" name="Freeform 453">
              <a:extLst>
                <a:ext uri="{FF2B5EF4-FFF2-40B4-BE49-F238E27FC236}">
                  <a16:creationId xmlns:a16="http://schemas.microsoft.com/office/drawing/2014/main" id="{CE2AC7C3-A3DD-406F-90E3-04DFD3A7B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682"/>
              <a:ext cx="116" cy="77"/>
            </a:xfrm>
            <a:custGeom>
              <a:avLst/>
              <a:gdLst>
                <a:gd name="T0" fmla="*/ 535 w 54"/>
                <a:gd name="T1" fmla="*/ 294 h 33"/>
                <a:gd name="T2" fmla="*/ 0 w 54"/>
                <a:gd name="T3" fmla="*/ 420 h 33"/>
                <a:gd name="T4" fmla="*/ 526 w 54"/>
                <a:gd name="T5" fmla="*/ 26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3">
                  <a:moveTo>
                    <a:pt x="54" y="23"/>
                  </a:moveTo>
                  <a:cubicBezTo>
                    <a:pt x="48" y="0"/>
                    <a:pt x="4" y="17"/>
                    <a:pt x="0" y="33"/>
                  </a:cubicBezTo>
                  <a:cubicBezTo>
                    <a:pt x="12" y="31"/>
                    <a:pt x="42" y="5"/>
                    <a:pt x="5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7" name="Freeform 454">
              <a:extLst>
                <a:ext uri="{FF2B5EF4-FFF2-40B4-BE49-F238E27FC236}">
                  <a16:creationId xmlns:a16="http://schemas.microsoft.com/office/drawing/2014/main" id="{5255BDDA-C78A-4D44-8C75-F440B8CA8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851"/>
              <a:ext cx="145" cy="55"/>
            </a:xfrm>
            <a:custGeom>
              <a:avLst/>
              <a:gdLst>
                <a:gd name="T0" fmla="*/ 0 w 67"/>
                <a:gd name="T1" fmla="*/ 0 h 24"/>
                <a:gd name="T2" fmla="*/ 383 w 67"/>
                <a:gd name="T3" fmla="*/ 264 h 24"/>
                <a:gd name="T4" fmla="*/ 680 w 67"/>
                <a:gd name="T5" fmla="*/ 94 h 24"/>
                <a:gd name="T6" fmla="*/ 89 w 67"/>
                <a:gd name="T7" fmla="*/ 7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11" y="6"/>
                    <a:pt x="26" y="20"/>
                    <a:pt x="38" y="22"/>
                  </a:cubicBezTo>
                  <a:cubicBezTo>
                    <a:pt x="50" y="24"/>
                    <a:pt x="57" y="12"/>
                    <a:pt x="67" y="8"/>
                  </a:cubicBezTo>
                  <a:cubicBezTo>
                    <a:pt x="46" y="19"/>
                    <a:pt x="28" y="22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8" name="Freeform 455">
              <a:extLst>
                <a:ext uri="{FF2B5EF4-FFF2-40B4-BE49-F238E27FC236}">
                  <a16:creationId xmlns:a16="http://schemas.microsoft.com/office/drawing/2014/main" id="{30A3DD07-0BD8-441B-89C2-C07F452D8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500"/>
              <a:ext cx="292" cy="203"/>
            </a:xfrm>
            <a:custGeom>
              <a:avLst/>
              <a:gdLst>
                <a:gd name="T0" fmla="*/ 0 w 135"/>
                <a:gd name="T1" fmla="*/ 28 h 88"/>
                <a:gd name="T2" fmla="*/ 800 w 135"/>
                <a:gd name="T3" fmla="*/ 159 h 88"/>
                <a:gd name="T4" fmla="*/ 1367 w 135"/>
                <a:gd name="T5" fmla="*/ 1080 h 88"/>
                <a:gd name="T6" fmla="*/ 902 w 135"/>
                <a:gd name="T7" fmla="*/ 256 h 88"/>
                <a:gd name="T8" fmla="*/ 636 w 135"/>
                <a:gd name="T9" fmla="*/ 159 h 88"/>
                <a:gd name="T10" fmla="*/ 225 w 135"/>
                <a:gd name="T11" fmla="*/ 37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88">
                  <a:moveTo>
                    <a:pt x="0" y="2"/>
                  </a:moveTo>
                  <a:cubicBezTo>
                    <a:pt x="27" y="2"/>
                    <a:pt x="55" y="0"/>
                    <a:pt x="79" y="13"/>
                  </a:cubicBezTo>
                  <a:cubicBezTo>
                    <a:pt x="106" y="28"/>
                    <a:pt x="131" y="57"/>
                    <a:pt x="135" y="88"/>
                  </a:cubicBezTo>
                  <a:cubicBezTo>
                    <a:pt x="124" y="68"/>
                    <a:pt x="109" y="34"/>
                    <a:pt x="89" y="21"/>
                  </a:cubicBezTo>
                  <a:cubicBezTo>
                    <a:pt x="81" y="16"/>
                    <a:pt x="72" y="16"/>
                    <a:pt x="63" y="13"/>
                  </a:cubicBezTo>
                  <a:cubicBezTo>
                    <a:pt x="50" y="9"/>
                    <a:pt x="36" y="4"/>
                    <a:pt x="2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9" name="Freeform 456">
              <a:extLst>
                <a:ext uri="{FF2B5EF4-FFF2-40B4-BE49-F238E27FC236}">
                  <a16:creationId xmlns:a16="http://schemas.microsoft.com/office/drawing/2014/main" id="{B2649767-97A0-45A6-A059-4133D8F71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26"/>
              <a:ext cx="249" cy="155"/>
            </a:xfrm>
            <a:custGeom>
              <a:avLst/>
              <a:gdLst>
                <a:gd name="T0" fmla="*/ 0 w 115"/>
                <a:gd name="T1" fmla="*/ 0 h 67"/>
                <a:gd name="T2" fmla="*/ 619 w 115"/>
                <a:gd name="T3" fmla="*/ 643 h 67"/>
                <a:gd name="T4" fmla="*/ 862 w 115"/>
                <a:gd name="T5" fmla="*/ 803 h 67"/>
                <a:gd name="T6" fmla="*/ 1167 w 115"/>
                <a:gd name="T7" fmla="*/ 766 h 67"/>
                <a:gd name="T8" fmla="*/ 821 w 115"/>
                <a:gd name="T9" fmla="*/ 696 h 67"/>
                <a:gd name="T10" fmla="*/ 539 w 115"/>
                <a:gd name="T11" fmla="*/ 509 h 67"/>
                <a:gd name="T12" fmla="*/ 61 w 115"/>
                <a:gd name="T13" fmla="*/ 74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67">
                  <a:moveTo>
                    <a:pt x="0" y="0"/>
                  </a:moveTo>
                  <a:cubicBezTo>
                    <a:pt x="20" y="18"/>
                    <a:pt x="39" y="36"/>
                    <a:pt x="61" y="52"/>
                  </a:cubicBezTo>
                  <a:cubicBezTo>
                    <a:pt x="68" y="57"/>
                    <a:pt x="75" y="63"/>
                    <a:pt x="85" y="65"/>
                  </a:cubicBezTo>
                  <a:cubicBezTo>
                    <a:pt x="95" y="67"/>
                    <a:pt x="105" y="62"/>
                    <a:pt x="115" y="62"/>
                  </a:cubicBezTo>
                  <a:cubicBezTo>
                    <a:pt x="105" y="58"/>
                    <a:pt x="91" y="60"/>
                    <a:pt x="81" y="56"/>
                  </a:cubicBezTo>
                  <a:cubicBezTo>
                    <a:pt x="71" y="53"/>
                    <a:pt x="61" y="47"/>
                    <a:pt x="53" y="41"/>
                  </a:cubicBezTo>
                  <a:cubicBezTo>
                    <a:pt x="37" y="30"/>
                    <a:pt x="21" y="16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0" name="Freeform 457">
              <a:extLst>
                <a:ext uri="{FF2B5EF4-FFF2-40B4-BE49-F238E27FC236}">
                  <a16:creationId xmlns:a16="http://schemas.microsoft.com/office/drawing/2014/main" id="{349F1C20-7428-48A5-9AA6-9466E98EB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336"/>
              <a:ext cx="126" cy="46"/>
            </a:xfrm>
            <a:custGeom>
              <a:avLst/>
              <a:gdLst>
                <a:gd name="T0" fmla="*/ 0 w 58"/>
                <a:gd name="T1" fmla="*/ 0 h 20"/>
                <a:gd name="T2" fmla="*/ 595 w 58"/>
                <a:gd name="T3" fmla="*/ 232 h 20"/>
                <a:gd name="T4" fmla="*/ 122 w 58"/>
                <a:gd name="T5" fmla="*/ 6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0" y="0"/>
                  </a:moveTo>
                  <a:cubicBezTo>
                    <a:pt x="13" y="13"/>
                    <a:pt x="40" y="19"/>
                    <a:pt x="58" y="19"/>
                  </a:cubicBezTo>
                  <a:cubicBezTo>
                    <a:pt x="45" y="20"/>
                    <a:pt x="20" y="16"/>
                    <a:pt x="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1" name="Freeform 458">
              <a:extLst>
                <a:ext uri="{FF2B5EF4-FFF2-40B4-BE49-F238E27FC236}">
                  <a16:creationId xmlns:a16="http://schemas.microsoft.com/office/drawing/2014/main" id="{D864EF6D-211D-4C21-84F3-322337F9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583"/>
              <a:ext cx="124" cy="72"/>
            </a:xfrm>
            <a:custGeom>
              <a:avLst/>
              <a:gdLst>
                <a:gd name="T0" fmla="*/ 0 w 57"/>
                <a:gd name="T1" fmla="*/ 0 h 31"/>
                <a:gd name="T2" fmla="*/ 587 w 57"/>
                <a:gd name="T3" fmla="*/ 188 h 31"/>
                <a:gd name="T4" fmla="*/ 44 w 57"/>
                <a:gd name="T5" fmla="*/ 1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1">
                  <a:moveTo>
                    <a:pt x="0" y="0"/>
                  </a:moveTo>
                  <a:cubicBezTo>
                    <a:pt x="15" y="14"/>
                    <a:pt x="38" y="31"/>
                    <a:pt x="57" y="15"/>
                  </a:cubicBezTo>
                  <a:cubicBezTo>
                    <a:pt x="37" y="17"/>
                    <a:pt x="18" y="19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2" name="Freeform 459">
              <a:extLst>
                <a:ext uri="{FF2B5EF4-FFF2-40B4-BE49-F238E27FC236}">
                  <a16:creationId xmlns:a16="http://schemas.microsoft.com/office/drawing/2014/main" id="{7C9B0732-3373-472C-8270-2AFC12330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147"/>
              <a:ext cx="177" cy="113"/>
            </a:xfrm>
            <a:custGeom>
              <a:avLst/>
              <a:gdLst>
                <a:gd name="T0" fmla="*/ 0 w 82"/>
                <a:gd name="T1" fmla="*/ 233 h 49"/>
                <a:gd name="T2" fmla="*/ 382 w 82"/>
                <a:gd name="T3" fmla="*/ 196 h 49"/>
                <a:gd name="T4" fmla="*/ 825 w 82"/>
                <a:gd name="T5" fmla="*/ 602 h 49"/>
                <a:gd name="T6" fmla="*/ 80 w 82"/>
                <a:gd name="T7" fmla="*/ 20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49">
                  <a:moveTo>
                    <a:pt x="0" y="19"/>
                  </a:moveTo>
                  <a:cubicBezTo>
                    <a:pt x="10" y="21"/>
                    <a:pt x="24" y="12"/>
                    <a:pt x="38" y="16"/>
                  </a:cubicBezTo>
                  <a:cubicBezTo>
                    <a:pt x="55" y="22"/>
                    <a:pt x="73" y="34"/>
                    <a:pt x="82" y="49"/>
                  </a:cubicBezTo>
                  <a:cubicBezTo>
                    <a:pt x="66" y="40"/>
                    <a:pt x="30" y="0"/>
                    <a:pt x="8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3" name="Freeform 460">
              <a:extLst>
                <a:ext uri="{FF2B5EF4-FFF2-40B4-BE49-F238E27FC236}">
                  <a16:creationId xmlns:a16="http://schemas.microsoft.com/office/drawing/2014/main" id="{FA9FE3E8-F209-47CA-8484-511DEFEA3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121"/>
              <a:ext cx="403" cy="148"/>
            </a:xfrm>
            <a:custGeom>
              <a:avLst/>
              <a:gdLst>
                <a:gd name="T0" fmla="*/ 0 w 186"/>
                <a:gd name="T1" fmla="*/ 530 h 64"/>
                <a:gd name="T2" fmla="*/ 225 w 186"/>
                <a:gd name="T3" fmla="*/ 557 h 64"/>
                <a:gd name="T4" fmla="*/ 498 w 186"/>
                <a:gd name="T5" fmla="*/ 657 h 64"/>
                <a:gd name="T6" fmla="*/ 873 w 186"/>
                <a:gd name="T7" fmla="*/ 742 h 64"/>
                <a:gd name="T8" fmla="*/ 1456 w 186"/>
                <a:gd name="T9" fmla="*/ 657 h 64"/>
                <a:gd name="T10" fmla="*/ 1790 w 186"/>
                <a:gd name="T11" fmla="*/ 0 h 64"/>
                <a:gd name="T12" fmla="*/ 1597 w 186"/>
                <a:gd name="T13" fmla="*/ 472 h 64"/>
                <a:gd name="T14" fmla="*/ 1159 w 186"/>
                <a:gd name="T15" fmla="*/ 742 h 64"/>
                <a:gd name="T16" fmla="*/ 121 w 186"/>
                <a:gd name="T17" fmla="*/ 604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64">
                  <a:moveTo>
                    <a:pt x="0" y="43"/>
                  </a:moveTo>
                  <a:cubicBezTo>
                    <a:pt x="7" y="44"/>
                    <a:pt x="14" y="43"/>
                    <a:pt x="22" y="45"/>
                  </a:cubicBezTo>
                  <a:cubicBezTo>
                    <a:pt x="31" y="46"/>
                    <a:pt x="40" y="51"/>
                    <a:pt x="49" y="53"/>
                  </a:cubicBezTo>
                  <a:cubicBezTo>
                    <a:pt x="60" y="56"/>
                    <a:pt x="74" y="60"/>
                    <a:pt x="86" y="60"/>
                  </a:cubicBezTo>
                  <a:cubicBezTo>
                    <a:pt x="104" y="62"/>
                    <a:pt x="125" y="61"/>
                    <a:pt x="143" y="53"/>
                  </a:cubicBezTo>
                  <a:cubicBezTo>
                    <a:pt x="163" y="44"/>
                    <a:pt x="186" y="26"/>
                    <a:pt x="176" y="0"/>
                  </a:cubicBezTo>
                  <a:cubicBezTo>
                    <a:pt x="174" y="18"/>
                    <a:pt x="173" y="27"/>
                    <a:pt x="157" y="38"/>
                  </a:cubicBezTo>
                  <a:cubicBezTo>
                    <a:pt x="145" y="47"/>
                    <a:pt x="129" y="57"/>
                    <a:pt x="114" y="60"/>
                  </a:cubicBezTo>
                  <a:cubicBezTo>
                    <a:pt x="79" y="64"/>
                    <a:pt x="46" y="48"/>
                    <a:pt x="12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4" name="Freeform 461">
              <a:extLst>
                <a:ext uri="{FF2B5EF4-FFF2-40B4-BE49-F238E27FC236}">
                  <a16:creationId xmlns:a16="http://schemas.microsoft.com/office/drawing/2014/main" id="{DB65A070-F409-416E-933E-AF8FA9CF2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286"/>
              <a:ext cx="210" cy="325"/>
            </a:xfrm>
            <a:custGeom>
              <a:avLst/>
              <a:gdLst>
                <a:gd name="T0" fmla="*/ 834 w 97"/>
                <a:gd name="T1" fmla="*/ 1540 h 141"/>
                <a:gd name="T2" fmla="*/ 455 w 97"/>
                <a:gd name="T3" fmla="*/ 1653 h 141"/>
                <a:gd name="T4" fmla="*/ 262 w 97"/>
                <a:gd name="T5" fmla="*/ 1127 h 141"/>
                <a:gd name="T6" fmla="*/ 245 w 97"/>
                <a:gd name="T7" fmla="*/ 0 h 141"/>
                <a:gd name="T8" fmla="*/ 636 w 97"/>
                <a:gd name="T9" fmla="*/ 1312 h 141"/>
                <a:gd name="T10" fmla="*/ 966 w 97"/>
                <a:gd name="T11" fmla="*/ 1173 h 141"/>
                <a:gd name="T12" fmla="*/ 812 w 97"/>
                <a:gd name="T13" fmla="*/ 1567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141">
                  <a:moveTo>
                    <a:pt x="82" y="126"/>
                  </a:moveTo>
                  <a:cubicBezTo>
                    <a:pt x="75" y="135"/>
                    <a:pt x="56" y="141"/>
                    <a:pt x="45" y="135"/>
                  </a:cubicBezTo>
                  <a:cubicBezTo>
                    <a:pt x="31" y="128"/>
                    <a:pt x="28" y="106"/>
                    <a:pt x="26" y="92"/>
                  </a:cubicBezTo>
                  <a:cubicBezTo>
                    <a:pt x="22" y="70"/>
                    <a:pt x="0" y="15"/>
                    <a:pt x="24" y="0"/>
                  </a:cubicBezTo>
                  <a:cubicBezTo>
                    <a:pt x="30" y="20"/>
                    <a:pt x="19" y="126"/>
                    <a:pt x="63" y="107"/>
                  </a:cubicBezTo>
                  <a:cubicBezTo>
                    <a:pt x="74" y="102"/>
                    <a:pt x="97" y="68"/>
                    <a:pt x="95" y="96"/>
                  </a:cubicBezTo>
                  <a:cubicBezTo>
                    <a:pt x="94" y="110"/>
                    <a:pt x="83" y="117"/>
                    <a:pt x="80" y="128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5" name="Freeform 462">
              <a:extLst>
                <a:ext uri="{FF2B5EF4-FFF2-40B4-BE49-F238E27FC236}">
                  <a16:creationId xmlns:a16="http://schemas.microsoft.com/office/drawing/2014/main" id="{808011D1-7848-4FB7-A99E-79DDA59AD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682"/>
              <a:ext cx="282" cy="120"/>
            </a:xfrm>
            <a:custGeom>
              <a:avLst/>
              <a:gdLst>
                <a:gd name="T0" fmla="*/ 20 w 130"/>
                <a:gd name="T1" fmla="*/ 28 h 52"/>
                <a:gd name="T2" fmla="*/ 156 w 130"/>
                <a:gd name="T3" fmla="*/ 505 h 52"/>
                <a:gd name="T4" fmla="*/ 490 w 130"/>
                <a:gd name="T5" fmla="*/ 612 h 52"/>
                <a:gd name="T6" fmla="*/ 1328 w 130"/>
                <a:gd name="T7" fmla="*/ 196 h 52"/>
                <a:gd name="T8" fmla="*/ 777 w 130"/>
                <a:gd name="T9" fmla="*/ 383 h 52"/>
                <a:gd name="T10" fmla="*/ 349 w 130"/>
                <a:gd name="T11" fmla="*/ 330 h 52"/>
                <a:gd name="T12" fmla="*/ 52 w 130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52">
                  <a:moveTo>
                    <a:pt x="2" y="2"/>
                  </a:moveTo>
                  <a:cubicBezTo>
                    <a:pt x="0" y="14"/>
                    <a:pt x="8" y="31"/>
                    <a:pt x="15" y="41"/>
                  </a:cubicBezTo>
                  <a:cubicBezTo>
                    <a:pt x="23" y="52"/>
                    <a:pt x="34" y="51"/>
                    <a:pt x="48" y="50"/>
                  </a:cubicBezTo>
                  <a:cubicBezTo>
                    <a:pt x="79" y="48"/>
                    <a:pt x="101" y="25"/>
                    <a:pt x="130" y="16"/>
                  </a:cubicBezTo>
                  <a:cubicBezTo>
                    <a:pt x="112" y="17"/>
                    <a:pt x="95" y="29"/>
                    <a:pt x="76" y="31"/>
                  </a:cubicBezTo>
                  <a:cubicBezTo>
                    <a:pt x="64" y="32"/>
                    <a:pt x="46" y="31"/>
                    <a:pt x="34" y="27"/>
                  </a:cubicBezTo>
                  <a:cubicBezTo>
                    <a:pt x="23" y="24"/>
                    <a:pt x="10" y="1"/>
                    <a:pt x="5" y="0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6" name="Freeform 463">
              <a:extLst>
                <a:ext uri="{FF2B5EF4-FFF2-40B4-BE49-F238E27FC236}">
                  <a16:creationId xmlns:a16="http://schemas.microsoft.com/office/drawing/2014/main" id="{D47ACBA5-6C45-4A1F-8E42-D242A670F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923"/>
              <a:ext cx="82" cy="58"/>
            </a:xfrm>
            <a:custGeom>
              <a:avLst/>
              <a:gdLst>
                <a:gd name="T0" fmla="*/ 0 w 38"/>
                <a:gd name="T1" fmla="*/ 0 h 25"/>
                <a:gd name="T2" fmla="*/ 164 w 38"/>
                <a:gd name="T3" fmla="*/ 264 h 25"/>
                <a:gd name="T4" fmla="*/ 382 w 38"/>
                <a:gd name="T5" fmla="*/ 114 h 25"/>
                <a:gd name="T6" fmla="*/ 201 w 38"/>
                <a:gd name="T7" fmla="*/ 114 h 25"/>
                <a:gd name="T8" fmla="*/ 52 w 38"/>
                <a:gd name="T9" fmla="*/ 4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5">
                  <a:moveTo>
                    <a:pt x="0" y="0"/>
                  </a:moveTo>
                  <a:cubicBezTo>
                    <a:pt x="12" y="2"/>
                    <a:pt x="7" y="17"/>
                    <a:pt x="16" y="21"/>
                  </a:cubicBezTo>
                  <a:cubicBezTo>
                    <a:pt x="22" y="25"/>
                    <a:pt x="37" y="15"/>
                    <a:pt x="38" y="9"/>
                  </a:cubicBezTo>
                  <a:cubicBezTo>
                    <a:pt x="31" y="6"/>
                    <a:pt x="26" y="10"/>
                    <a:pt x="20" y="9"/>
                  </a:cubicBezTo>
                  <a:cubicBezTo>
                    <a:pt x="15" y="9"/>
                    <a:pt x="10" y="6"/>
                    <a:pt x="5" y="4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7" name="Freeform 464">
              <a:extLst>
                <a:ext uri="{FF2B5EF4-FFF2-40B4-BE49-F238E27FC236}">
                  <a16:creationId xmlns:a16="http://schemas.microsoft.com/office/drawing/2014/main" id="{0CBEDECA-004C-49DF-A1C2-4DD613C8B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658"/>
              <a:ext cx="259" cy="364"/>
            </a:xfrm>
            <a:custGeom>
              <a:avLst/>
              <a:gdLst>
                <a:gd name="T0" fmla="*/ 1207 w 120"/>
                <a:gd name="T1" fmla="*/ 1848 h 158"/>
                <a:gd name="T2" fmla="*/ 684 w 120"/>
                <a:gd name="T3" fmla="*/ 769 h 158"/>
                <a:gd name="T4" fmla="*/ 270 w 120"/>
                <a:gd name="T5" fmla="*/ 525 h 158"/>
                <a:gd name="T6" fmla="*/ 19 w 120"/>
                <a:gd name="T7" fmla="*/ 0 h 158"/>
                <a:gd name="T8" fmla="*/ 242 w 120"/>
                <a:gd name="T9" fmla="*/ 696 h 158"/>
                <a:gd name="T10" fmla="*/ 745 w 120"/>
                <a:gd name="T11" fmla="*/ 1041 h 158"/>
                <a:gd name="T12" fmla="*/ 1127 w 120"/>
                <a:gd name="T13" fmla="*/ 1921 h 158"/>
                <a:gd name="T14" fmla="*/ 1207 w 120"/>
                <a:gd name="T15" fmla="*/ 1848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58">
                  <a:moveTo>
                    <a:pt x="120" y="151"/>
                  </a:moveTo>
                  <a:cubicBezTo>
                    <a:pt x="120" y="115"/>
                    <a:pt x="96" y="83"/>
                    <a:pt x="68" y="63"/>
                  </a:cubicBezTo>
                  <a:cubicBezTo>
                    <a:pt x="55" y="54"/>
                    <a:pt x="40" y="51"/>
                    <a:pt x="27" y="43"/>
                  </a:cubicBezTo>
                  <a:cubicBezTo>
                    <a:pt x="10" y="33"/>
                    <a:pt x="10" y="17"/>
                    <a:pt x="2" y="0"/>
                  </a:cubicBezTo>
                  <a:cubicBezTo>
                    <a:pt x="0" y="12"/>
                    <a:pt x="13" y="46"/>
                    <a:pt x="24" y="57"/>
                  </a:cubicBezTo>
                  <a:cubicBezTo>
                    <a:pt x="37" y="71"/>
                    <a:pt x="59" y="74"/>
                    <a:pt x="74" y="85"/>
                  </a:cubicBezTo>
                  <a:cubicBezTo>
                    <a:pt x="97" y="101"/>
                    <a:pt x="111" y="131"/>
                    <a:pt x="112" y="157"/>
                  </a:cubicBezTo>
                  <a:cubicBezTo>
                    <a:pt x="117" y="158"/>
                    <a:pt x="119" y="156"/>
                    <a:pt x="120" y="151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8" name="Freeform 465">
              <a:extLst>
                <a:ext uri="{FF2B5EF4-FFF2-40B4-BE49-F238E27FC236}">
                  <a16:creationId xmlns:a16="http://schemas.microsoft.com/office/drawing/2014/main" id="{7476AFCC-F011-4259-A78F-B9ACC0BC2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057"/>
              <a:ext cx="45" cy="88"/>
            </a:xfrm>
            <a:custGeom>
              <a:avLst/>
              <a:gdLst>
                <a:gd name="T0" fmla="*/ 19 w 21"/>
                <a:gd name="T1" fmla="*/ 12 h 38"/>
                <a:gd name="T2" fmla="*/ 88 w 21"/>
                <a:gd name="T3" fmla="*/ 472 h 38"/>
                <a:gd name="T4" fmla="*/ 0 w 21"/>
                <a:gd name="T5" fmla="*/ 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2" y="1"/>
                  </a:moveTo>
                  <a:cubicBezTo>
                    <a:pt x="19" y="0"/>
                    <a:pt x="21" y="32"/>
                    <a:pt x="9" y="38"/>
                  </a:cubicBezTo>
                  <a:cubicBezTo>
                    <a:pt x="5" y="27"/>
                    <a:pt x="13" y="12"/>
                    <a:pt x="0" y="5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9" name="Freeform 466">
              <a:extLst>
                <a:ext uri="{FF2B5EF4-FFF2-40B4-BE49-F238E27FC236}">
                  <a16:creationId xmlns:a16="http://schemas.microsoft.com/office/drawing/2014/main" id="{A8CE5C1B-26C7-4D59-B633-E156391A4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536"/>
              <a:ext cx="95" cy="87"/>
            </a:xfrm>
            <a:custGeom>
              <a:avLst/>
              <a:gdLst>
                <a:gd name="T0" fmla="*/ 443 w 44"/>
                <a:gd name="T1" fmla="*/ 373 h 38"/>
                <a:gd name="T2" fmla="*/ 0 w 44"/>
                <a:gd name="T3" fmla="*/ 456 h 38"/>
                <a:gd name="T4" fmla="*/ 415 w 44"/>
                <a:gd name="T5" fmla="*/ 33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8">
                  <a:moveTo>
                    <a:pt x="44" y="31"/>
                  </a:moveTo>
                  <a:cubicBezTo>
                    <a:pt x="28" y="0"/>
                    <a:pt x="13" y="27"/>
                    <a:pt x="0" y="38"/>
                  </a:cubicBezTo>
                  <a:cubicBezTo>
                    <a:pt x="6" y="27"/>
                    <a:pt x="30" y="20"/>
                    <a:pt x="41" y="28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0" name="Freeform 467">
              <a:extLst>
                <a:ext uri="{FF2B5EF4-FFF2-40B4-BE49-F238E27FC236}">
                  <a16:creationId xmlns:a16="http://schemas.microsoft.com/office/drawing/2014/main" id="{68A0E4C1-098B-4211-8F31-0CD63C73B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757"/>
              <a:ext cx="208" cy="307"/>
            </a:xfrm>
            <a:custGeom>
              <a:avLst/>
              <a:gdLst>
                <a:gd name="T0" fmla="*/ 977 w 96"/>
                <a:gd name="T1" fmla="*/ 0 h 133"/>
                <a:gd name="T2" fmla="*/ 470 w 96"/>
                <a:gd name="T3" fmla="*/ 986 h 133"/>
                <a:gd name="T4" fmla="*/ 297 w 96"/>
                <a:gd name="T5" fmla="*/ 1327 h 133"/>
                <a:gd name="T6" fmla="*/ 0 w 96"/>
                <a:gd name="T7" fmla="*/ 1637 h 133"/>
                <a:gd name="T8" fmla="*/ 410 w 96"/>
                <a:gd name="T9" fmla="*/ 1380 h 133"/>
                <a:gd name="T10" fmla="*/ 559 w 96"/>
                <a:gd name="T11" fmla="*/ 933 h 133"/>
                <a:gd name="T12" fmla="*/ 732 w 96"/>
                <a:gd name="T13" fmla="*/ 480 h 133"/>
                <a:gd name="T14" fmla="*/ 914 w 96"/>
                <a:gd name="T15" fmla="*/ 85 h 1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133">
                  <a:moveTo>
                    <a:pt x="96" y="0"/>
                  </a:moveTo>
                  <a:cubicBezTo>
                    <a:pt x="71" y="17"/>
                    <a:pt x="53" y="52"/>
                    <a:pt x="46" y="80"/>
                  </a:cubicBezTo>
                  <a:cubicBezTo>
                    <a:pt x="42" y="95"/>
                    <a:pt x="43" y="101"/>
                    <a:pt x="29" y="108"/>
                  </a:cubicBezTo>
                  <a:cubicBezTo>
                    <a:pt x="18" y="114"/>
                    <a:pt x="4" y="119"/>
                    <a:pt x="0" y="133"/>
                  </a:cubicBezTo>
                  <a:cubicBezTo>
                    <a:pt x="9" y="118"/>
                    <a:pt x="28" y="121"/>
                    <a:pt x="40" y="112"/>
                  </a:cubicBezTo>
                  <a:cubicBezTo>
                    <a:pt x="52" y="104"/>
                    <a:pt x="51" y="89"/>
                    <a:pt x="55" y="76"/>
                  </a:cubicBezTo>
                  <a:cubicBezTo>
                    <a:pt x="59" y="63"/>
                    <a:pt x="65" y="51"/>
                    <a:pt x="72" y="39"/>
                  </a:cubicBezTo>
                  <a:cubicBezTo>
                    <a:pt x="77" y="29"/>
                    <a:pt x="79" y="11"/>
                    <a:pt x="90" y="7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1" name="Freeform 468">
              <a:extLst>
                <a:ext uri="{FF2B5EF4-FFF2-40B4-BE49-F238E27FC236}">
                  <a16:creationId xmlns:a16="http://schemas.microsoft.com/office/drawing/2014/main" id="{41DC1A24-17DC-46DE-9FAE-2AB8049B1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290"/>
              <a:ext cx="193" cy="132"/>
            </a:xfrm>
            <a:custGeom>
              <a:avLst/>
              <a:gdLst>
                <a:gd name="T0" fmla="*/ 909 w 89"/>
                <a:gd name="T1" fmla="*/ 660 h 57"/>
                <a:gd name="T2" fmla="*/ 471 w 89"/>
                <a:gd name="T3" fmla="*/ 208 h 57"/>
                <a:gd name="T4" fmla="*/ 0 w 89"/>
                <a:gd name="T5" fmla="*/ 0 h 57"/>
                <a:gd name="T6" fmla="*/ 173 w 89"/>
                <a:gd name="T7" fmla="*/ 225 h 57"/>
                <a:gd name="T8" fmla="*/ 479 w 89"/>
                <a:gd name="T9" fmla="*/ 359 h 57"/>
                <a:gd name="T10" fmla="*/ 898 w 89"/>
                <a:gd name="T11" fmla="*/ 709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57">
                  <a:moveTo>
                    <a:pt x="89" y="53"/>
                  </a:moveTo>
                  <a:cubicBezTo>
                    <a:pt x="70" y="45"/>
                    <a:pt x="66" y="23"/>
                    <a:pt x="46" y="17"/>
                  </a:cubicBezTo>
                  <a:cubicBezTo>
                    <a:pt x="31" y="12"/>
                    <a:pt x="11" y="14"/>
                    <a:pt x="0" y="0"/>
                  </a:cubicBezTo>
                  <a:cubicBezTo>
                    <a:pt x="7" y="5"/>
                    <a:pt x="9" y="14"/>
                    <a:pt x="17" y="18"/>
                  </a:cubicBezTo>
                  <a:cubicBezTo>
                    <a:pt x="26" y="24"/>
                    <a:pt x="37" y="25"/>
                    <a:pt x="47" y="29"/>
                  </a:cubicBezTo>
                  <a:cubicBezTo>
                    <a:pt x="62" y="35"/>
                    <a:pt x="75" y="45"/>
                    <a:pt x="88" y="57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2" name="Freeform 469">
              <a:extLst>
                <a:ext uri="{FF2B5EF4-FFF2-40B4-BE49-F238E27FC236}">
                  <a16:creationId xmlns:a16="http://schemas.microsoft.com/office/drawing/2014/main" id="{407C10E0-A23E-4F9B-B0B5-D0348FFF2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736"/>
              <a:ext cx="207" cy="96"/>
            </a:xfrm>
            <a:custGeom>
              <a:avLst/>
              <a:gdLst>
                <a:gd name="T0" fmla="*/ 860 w 96"/>
                <a:gd name="T1" fmla="*/ 464 h 42"/>
                <a:gd name="T2" fmla="*/ 339 w 96"/>
                <a:gd name="T3" fmla="*/ 382 h 42"/>
                <a:gd name="T4" fmla="*/ 0 w 96"/>
                <a:gd name="T5" fmla="*/ 37 h 42"/>
                <a:gd name="T6" fmla="*/ 651 w 96"/>
                <a:gd name="T7" fmla="*/ 382 h 42"/>
                <a:gd name="T8" fmla="*/ 873 w 96"/>
                <a:gd name="T9" fmla="*/ 50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42">
                  <a:moveTo>
                    <a:pt x="86" y="39"/>
                  </a:moveTo>
                  <a:cubicBezTo>
                    <a:pt x="66" y="38"/>
                    <a:pt x="52" y="42"/>
                    <a:pt x="34" y="32"/>
                  </a:cubicBezTo>
                  <a:cubicBezTo>
                    <a:pt x="20" y="25"/>
                    <a:pt x="9" y="15"/>
                    <a:pt x="0" y="3"/>
                  </a:cubicBezTo>
                  <a:cubicBezTo>
                    <a:pt x="26" y="0"/>
                    <a:pt x="41" y="29"/>
                    <a:pt x="65" y="32"/>
                  </a:cubicBezTo>
                  <a:cubicBezTo>
                    <a:pt x="74" y="34"/>
                    <a:pt x="96" y="24"/>
                    <a:pt x="87" y="42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3" name="Freeform 470">
              <a:extLst>
                <a:ext uri="{FF2B5EF4-FFF2-40B4-BE49-F238E27FC236}">
                  <a16:creationId xmlns:a16="http://schemas.microsoft.com/office/drawing/2014/main" id="{C14222F6-3923-4CCB-B4D8-01390ED96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179"/>
              <a:ext cx="285" cy="492"/>
            </a:xfrm>
            <a:custGeom>
              <a:avLst/>
              <a:gdLst>
                <a:gd name="T0" fmla="*/ 1190 w 132"/>
                <a:gd name="T1" fmla="*/ 2529 h 213"/>
                <a:gd name="T2" fmla="*/ 857 w 132"/>
                <a:gd name="T3" fmla="*/ 2331 h 213"/>
                <a:gd name="T4" fmla="*/ 695 w 132"/>
                <a:gd name="T5" fmla="*/ 2044 h 213"/>
                <a:gd name="T6" fmla="*/ 382 w 132"/>
                <a:gd name="T7" fmla="*/ 1441 h 213"/>
                <a:gd name="T8" fmla="*/ 261 w 132"/>
                <a:gd name="T9" fmla="*/ 1046 h 213"/>
                <a:gd name="T10" fmla="*/ 89 w 132"/>
                <a:gd name="T11" fmla="*/ 631 h 213"/>
                <a:gd name="T12" fmla="*/ 140 w 132"/>
                <a:gd name="T13" fmla="*/ 0 h 213"/>
                <a:gd name="T14" fmla="*/ 201 w 132"/>
                <a:gd name="T15" fmla="*/ 492 h 213"/>
                <a:gd name="T16" fmla="*/ 354 w 132"/>
                <a:gd name="T17" fmla="*/ 924 h 213"/>
                <a:gd name="T18" fmla="*/ 885 w 132"/>
                <a:gd name="T19" fmla="*/ 1628 h 213"/>
                <a:gd name="T20" fmla="*/ 1319 w 132"/>
                <a:gd name="T21" fmla="*/ 2155 h 213"/>
                <a:gd name="T22" fmla="*/ 1179 w 132"/>
                <a:gd name="T23" fmla="*/ 2539 h 2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213">
                  <a:moveTo>
                    <a:pt x="118" y="205"/>
                  </a:moveTo>
                  <a:cubicBezTo>
                    <a:pt x="109" y="197"/>
                    <a:pt x="96" y="194"/>
                    <a:pt x="85" y="189"/>
                  </a:cubicBezTo>
                  <a:cubicBezTo>
                    <a:pt x="71" y="183"/>
                    <a:pt x="74" y="181"/>
                    <a:pt x="69" y="166"/>
                  </a:cubicBezTo>
                  <a:cubicBezTo>
                    <a:pt x="63" y="146"/>
                    <a:pt x="51" y="133"/>
                    <a:pt x="38" y="117"/>
                  </a:cubicBezTo>
                  <a:cubicBezTo>
                    <a:pt x="29" y="105"/>
                    <a:pt x="30" y="99"/>
                    <a:pt x="26" y="85"/>
                  </a:cubicBezTo>
                  <a:cubicBezTo>
                    <a:pt x="24" y="72"/>
                    <a:pt x="14" y="62"/>
                    <a:pt x="9" y="51"/>
                  </a:cubicBezTo>
                  <a:cubicBezTo>
                    <a:pt x="0" y="33"/>
                    <a:pt x="2" y="14"/>
                    <a:pt x="14" y="0"/>
                  </a:cubicBezTo>
                  <a:cubicBezTo>
                    <a:pt x="16" y="14"/>
                    <a:pt x="16" y="27"/>
                    <a:pt x="20" y="40"/>
                  </a:cubicBezTo>
                  <a:cubicBezTo>
                    <a:pt x="23" y="52"/>
                    <a:pt x="30" y="63"/>
                    <a:pt x="35" y="75"/>
                  </a:cubicBezTo>
                  <a:cubicBezTo>
                    <a:pt x="45" y="102"/>
                    <a:pt x="67" y="114"/>
                    <a:pt x="88" y="132"/>
                  </a:cubicBezTo>
                  <a:cubicBezTo>
                    <a:pt x="102" y="144"/>
                    <a:pt x="131" y="156"/>
                    <a:pt x="131" y="175"/>
                  </a:cubicBezTo>
                  <a:cubicBezTo>
                    <a:pt x="132" y="183"/>
                    <a:pt x="130" y="213"/>
                    <a:pt x="117" y="206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4" name="Freeform 471">
              <a:extLst>
                <a:ext uri="{FF2B5EF4-FFF2-40B4-BE49-F238E27FC236}">
                  <a16:creationId xmlns:a16="http://schemas.microsoft.com/office/drawing/2014/main" id="{53C43D91-B3E7-48F6-858D-4DB75EE6E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327"/>
              <a:ext cx="83" cy="139"/>
            </a:xfrm>
            <a:custGeom>
              <a:avLst/>
              <a:gdLst>
                <a:gd name="T0" fmla="*/ 395 w 38"/>
                <a:gd name="T1" fmla="*/ 0 h 60"/>
                <a:gd name="T2" fmla="*/ 81 w 38"/>
                <a:gd name="T3" fmla="*/ 310 h 60"/>
                <a:gd name="T4" fmla="*/ 249 w 38"/>
                <a:gd name="T5" fmla="*/ 746 h 60"/>
                <a:gd name="T6" fmla="*/ 395 w 38"/>
                <a:gd name="T7" fmla="*/ 1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60">
                  <a:moveTo>
                    <a:pt x="38" y="0"/>
                  </a:moveTo>
                  <a:cubicBezTo>
                    <a:pt x="24" y="5"/>
                    <a:pt x="14" y="12"/>
                    <a:pt x="8" y="25"/>
                  </a:cubicBezTo>
                  <a:cubicBezTo>
                    <a:pt x="0" y="45"/>
                    <a:pt x="15" y="45"/>
                    <a:pt x="24" y="60"/>
                  </a:cubicBezTo>
                  <a:cubicBezTo>
                    <a:pt x="3" y="48"/>
                    <a:pt x="21" y="8"/>
                    <a:pt x="38" y="1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5" name="Freeform 472">
              <a:extLst>
                <a:ext uri="{FF2B5EF4-FFF2-40B4-BE49-F238E27FC236}">
                  <a16:creationId xmlns:a16="http://schemas.microsoft.com/office/drawing/2014/main" id="{E09F5899-2542-4C31-A3B3-72D24FFF3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419"/>
              <a:ext cx="197" cy="194"/>
            </a:xfrm>
            <a:custGeom>
              <a:avLst/>
              <a:gdLst>
                <a:gd name="T0" fmla="*/ 922 w 91"/>
                <a:gd name="T1" fmla="*/ 245 h 84"/>
                <a:gd name="T2" fmla="*/ 749 w 91"/>
                <a:gd name="T3" fmla="*/ 37 h 84"/>
                <a:gd name="T4" fmla="*/ 507 w 91"/>
                <a:gd name="T5" fmla="*/ 346 h 84"/>
                <a:gd name="T6" fmla="*/ 182 w 91"/>
                <a:gd name="T7" fmla="*/ 1035 h 84"/>
                <a:gd name="T8" fmla="*/ 872 w 91"/>
                <a:gd name="T9" fmla="*/ 224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84">
                  <a:moveTo>
                    <a:pt x="91" y="20"/>
                  </a:moveTo>
                  <a:cubicBezTo>
                    <a:pt x="87" y="15"/>
                    <a:pt x="83" y="0"/>
                    <a:pt x="74" y="3"/>
                  </a:cubicBezTo>
                  <a:cubicBezTo>
                    <a:pt x="68" y="4"/>
                    <a:pt x="57" y="24"/>
                    <a:pt x="50" y="28"/>
                  </a:cubicBezTo>
                  <a:cubicBezTo>
                    <a:pt x="34" y="40"/>
                    <a:pt x="0" y="56"/>
                    <a:pt x="18" y="84"/>
                  </a:cubicBezTo>
                  <a:cubicBezTo>
                    <a:pt x="20" y="41"/>
                    <a:pt x="72" y="52"/>
                    <a:pt x="86" y="18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6" name="Freeform 473">
              <a:extLst>
                <a:ext uri="{FF2B5EF4-FFF2-40B4-BE49-F238E27FC236}">
                  <a16:creationId xmlns:a16="http://schemas.microsoft.com/office/drawing/2014/main" id="{FE117BF9-432F-461B-BDE9-F27A09DE1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212"/>
              <a:ext cx="67" cy="76"/>
            </a:xfrm>
            <a:custGeom>
              <a:avLst/>
              <a:gdLst>
                <a:gd name="T0" fmla="*/ 41 w 31"/>
                <a:gd name="T1" fmla="*/ 0 h 33"/>
                <a:gd name="T2" fmla="*/ 294 w 31"/>
                <a:gd name="T3" fmla="*/ 85 h 33"/>
                <a:gd name="T4" fmla="*/ 121 w 31"/>
                <a:gd name="T5" fmla="*/ 403 h 33"/>
                <a:gd name="T6" fmla="*/ 0 w 31"/>
                <a:gd name="T7" fmla="*/ 74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3">
                  <a:moveTo>
                    <a:pt x="4" y="0"/>
                  </a:moveTo>
                  <a:cubicBezTo>
                    <a:pt x="8" y="1"/>
                    <a:pt x="27" y="4"/>
                    <a:pt x="29" y="7"/>
                  </a:cubicBezTo>
                  <a:cubicBezTo>
                    <a:pt x="31" y="12"/>
                    <a:pt x="14" y="29"/>
                    <a:pt x="12" y="33"/>
                  </a:cubicBezTo>
                  <a:cubicBezTo>
                    <a:pt x="11" y="24"/>
                    <a:pt x="18" y="4"/>
                    <a:pt x="0" y="6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7" name="Freeform 474">
              <a:extLst>
                <a:ext uri="{FF2B5EF4-FFF2-40B4-BE49-F238E27FC236}">
                  <a16:creationId xmlns:a16="http://schemas.microsoft.com/office/drawing/2014/main" id="{7EA02F3B-09DD-46BE-B220-2330856C6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806"/>
              <a:ext cx="32" cy="276"/>
            </a:xfrm>
            <a:custGeom>
              <a:avLst/>
              <a:gdLst>
                <a:gd name="T0" fmla="*/ 9 w 15"/>
                <a:gd name="T1" fmla="*/ 122 h 120"/>
                <a:gd name="T2" fmla="*/ 128 w 15"/>
                <a:gd name="T3" fmla="*/ 805 h 120"/>
                <a:gd name="T4" fmla="*/ 145 w 15"/>
                <a:gd name="T5" fmla="*/ 1461 h 120"/>
                <a:gd name="T6" fmla="*/ 87 w 15"/>
                <a:gd name="T7" fmla="*/ 656 h 120"/>
                <a:gd name="T8" fmla="*/ 49 w 15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0">
                  <a:moveTo>
                    <a:pt x="1" y="10"/>
                  </a:moveTo>
                  <a:cubicBezTo>
                    <a:pt x="7" y="31"/>
                    <a:pt x="15" y="44"/>
                    <a:pt x="13" y="66"/>
                  </a:cubicBezTo>
                  <a:cubicBezTo>
                    <a:pt x="12" y="84"/>
                    <a:pt x="15" y="102"/>
                    <a:pt x="15" y="120"/>
                  </a:cubicBezTo>
                  <a:cubicBezTo>
                    <a:pt x="3" y="102"/>
                    <a:pt x="10" y="74"/>
                    <a:pt x="9" y="54"/>
                  </a:cubicBezTo>
                  <a:cubicBezTo>
                    <a:pt x="8" y="33"/>
                    <a:pt x="0" y="21"/>
                    <a:pt x="5" y="0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8" name="Freeform 475">
              <a:extLst>
                <a:ext uri="{FF2B5EF4-FFF2-40B4-BE49-F238E27FC236}">
                  <a16:creationId xmlns:a16="http://schemas.microsoft.com/office/drawing/2014/main" id="{A2797D06-651E-420F-99BB-722BE852A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685"/>
              <a:ext cx="134" cy="76"/>
            </a:xfrm>
            <a:custGeom>
              <a:avLst/>
              <a:gdLst>
                <a:gd name="T0" fmla="*/ 9 w 62"/>
                <a:gd name="T1" fmla="*/ 74 h 33"/>
                <a:gd name="T2" fmla="*/ 627 w 62"/>
                <a:gd name="T3" fmla="*/ 134 h 33"/>
                <a:gd name="T4" fmla="*/ 262 w 62"/>
                <a:gd name="T5" fmla="*/ 122 h 33"/>
                <a:gd name="T6" fmla="*/ 9 w 62"/>
                <a:gd name="T7" fmla="*/ 12 h 33"/>
                <a:gd name="T8" fmla="*/ 19 w 62"/>
                <a:gd name="T9" fmla="*/ 9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33">
                  <a:moveTo>
                    <a:pt x="1" y="6"/>
                  </a:moveTo>
                  <a:cubicBezTo>
                    <a:pt x="1" y="33"/>
                    <a:pt x="50" y="11"/>
                    <a:pt x="62" y="11"/>
                  </a:cubicBezTo>
                  <a:cubicBezTo>
                    <a:pt x="53" y="0"/>
                    <a:pt x="37" y="10"/>
                    <a:pt x="26" y="10"/>
                  </a:cubicBezTo>
                  <a:cubicBezTo>
                    <a:pt x="15" y="10"/>
                    <a:pt x="11" y="3"/>
                    <a:pt x="1" y="1"/>
                  </a:cubicBezTo>
                  <a:cubicBezTo>
                    <a:pt x="0" y="4"/>
                    <a:pt x="1" y="5"/>
                    <a:pt x="2" y="8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9" name="Freeform 476">
              <a:extLst>
                <a:ext uri="{FF2B5EF4-FFF2-40B4-BE49-F238E27FC236}">
                  <a16:creationId xmlns:a16="http://schemas.microsoft.com/office/drawing/2014/main" id="{4D7FB7E7-E565-40BF-895F-D901CBC9C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626"/>
              <a:ext cx="130" cy="92"/>
            </a:xfrm>
            <a:custGeom>
              <a:avLst/>
              <a:gdLst>
                <a:gd name="T0" fmla="*/ 410 w 60"/>
                <a:gd name="T1" fmla="*/ 28 h 40"/>
                <a:gd name="T2" fmla="*/ 0 w 60"/>
                <a:gd name="T3" fmla="*/ 488 h 40"/>
                <a:gd name="T4" fmla="*/ 427 w 60"/>
                <a:gd name="T5" fmla="*/ 4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40">
                  <a:moveTo>
                    <a:pt x="40" y="2"/>
                  </a:moveTo>
                  <a:cubicBezTo>
                    <a:pt x="20" y="0"/>
                    <a:pt x="1" y="21"/>
                    <a:pt x="0" y="40"/>
                  </a:cubicBezTo>
                  <a:cubicBezTo>
                    <a:pt x="8" y="28"/>
                    <a:pt x="60" y="20"/>
                    <a:pt x="42" y="4"/>
                  </a:cubicBezTo>
                </a:path>
              </a:pathLst>
            </a:custGeom>
            <a:solidFill>
              <a:srgbClr val="BC5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0" name="Freeform 477">
              <a:extLst>
                <a:ext uri="{FF2B5EF4-FFF2-40B4-BE49-F238E27FC236}">
                  <a16:creationId xmlns:a16="http://schemas.microsoft.com/office/drawing/2014/main" id="{C5D56073-636E-486F-9610-33BA3E66E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546"/>
              <a:ext cx="110" cy="56"/>
            </a:xfrm>
            <a:custGeom>
              <a:avLst/>
              <a:gdLst>
                <a:gd name="T0" fmla="*/ 0 w 51"/>
                <a:gd name="T1" fmla="*/ 0 h 24"/>
                <a:gd name="T2" fmla="*/ 261 w 51"/>
                <a:gd name="T3" fmla="*/ 278 h 24"/>
                <a:gd name="T4" fmla="*/ 511 w 51"/>
                <a:gd name="T5" fmla="*/ 77 h 24"/>
                <a:gd name="T6" fmla="*/ 0 w 51"/>
                <a:gd name="T7" fmla="*/ 49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4">
                  <a:moveTo>
                    <a:pt x="0" y="0"/>
                  </a:moveTo>
                  <a:cubicBezTo>
                    <a:pt x="3" y="12"/>
                    <a:pt x="13" y="22"/>
                    <a:pt x="26" y="22"/>
                  </a:cubicBezTo>
                  <a:cubicBezTo>
                    <a:pt x="37" y="23"/>
                    <a:pt x="43" y="13"/>
                    <a:pt x="51" y="6"/>
                  </a:cubicBezTo>
                  <a:cubicBezTo>
                    <a:pt x="35" y="19"/>
                    <a:pt x="12" y="24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1" name="Freeform 478">
              <a:extLst>
                <a:ext uri="{FF2B5EF4-FFF2-40B4-BE49-F238E27FC236}">
                  <a16:creationId xmlns:a16="http://schemas.microsoft.com/office/drawing/2014/main" id="{7164E359-84A5-44AA-9F21-9604CD9D0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412"/>
              <a:ext cx="186" cy="247"/>
            </a:xfrm>
            <a:custGeom>
              <a:avLst/>
              <a:gdLst>
                <a:gd name="T0" fmla="*/ 0 w 86"/>
                <a:gd name="T1" fmla="*/ 0 h 107"/>
                <a:gd name="T2" fmla="*/ 192 w 86"/>
                <a:gd name="T3" fmla="*/ 346 h 107"/>
                <a:gd name="T4" fmla="*/ 394 w 86"/>
                <a:gd name="T5" fmla="*/ 762 h 107"/>
                <a:gd name="T6" fmla="*/ 599 w 86"/>
                <a:gd name="T7" fmla="*/ 1083 h 107"/>
                <a:gd name="T8" fmla="*/ 869 w 86"/>
                <a:gd name="T9" fmla="*/ 1316 h 107"/>
                <a:gd name="T10" fmla="*/ 575 w 86"/>
                <a:gd name="T11" fmla="*/ 1006 h 107"/>
                <a:gd name="T12" fmla="*/ 394 w 86"/>
                <a:gd name="T13" fmla="*/ 741 h 107"/>
                <a:gd name="T14" fmla="*/ 225 w 86"/>
                <a:gd name="T15" fmla="*/ 367 h 107"/>
                <a:gd name="T16" fmla="*/ 19 w 86"/>
                <a:gd name="T17" fmla="*/ 97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107">
                  <a:moveTo>
                    <a:pt x="0" y="0"/>
                  </a:moveTo>
                  <a:cubicBezTo>
                    <a:pt x="1" y="13"/>
                    <a:pt x="13" y="19"/>
                    <a:pt x="19" y="28"/>
                  </a:cubicBezTo>
                  <a:cubicBezTo>
                    <a:pt x="27" y="38"/>
                    <a:pt x="34" y="50"/>
                    <a:pt x="39" y="62"/>
                  </a:cubicBezTo>
                  <a:cubicBezTo>
                    <a:pt x="45" y="74"/>
                    <a:pt x="48" y="80"/>
                    <a:pt x="59" y="88"/>
                  </a:cubicBezTo>
                  <a:cubicBezTo>
                    <a:pt x="67" y="93"/>
                    <a:pt x="82" y="97"/>
                    <a:pt x="86" y="107"/>
                  </a:cubicBezTo>
                  <a:cubicBezTo>
                    <a:pt x="79" y="95"/>
                    <a:pt x="68" y="88"/>
                    <a:pt x="57" y="82"/>
                  </a:cubicBezTo>
                  <a:cubicBezTo>
                    <a:pt x="46" y="76"/>
                    <a:pt x="44" y="71"/>
                    <a:pt x="39" y="60"/>
                  </a:cubicBezTo>
                  <a:cubicBezTo>
                    <a:pt x="34" y="50"/>
                    <a:pt x="28" y="39"/>
                    <a:pt x="22" y="30"/>
                  </a:cubicBezTo>
                  <a:cubicBezTo>
                    <a:pt x="18" y="22"/>
                    <a:pt x="5" y="16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2" name="Freeform 479">
              <a:extLst>
                <a:ext uri="{FF2B5EF4-FFF2-40B4-BE49-F238E27FC236}">
                  <a16:creationId xmlns:a16="http://schemas.microsoft.com/office/drawing/2014/main" id="{DBF7EF88-3586-456E-ABDC-C5FB08409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710"/>
              <a:ext cx="117" cy="109"/>
            </a:xfrm>
            <a:custGeom>
              <a:avLst/>
              <a:gdLst>
                <a:gd name="T0" fmla="*/ 0 w 54"/>
                <a:gd name="T1" fmla="*/ 0 h 47"/>
                <a:gd name="T2" fmla="*/ 548 w 54"/>
                <a:gd name="T3" fmla="*/ 473 h 47"/>
                <a:gd name="T4" fmla="*/ 20 w 54"/>
                <a:gd name="T5" fmla="*/ 8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7">
                  <a:moveTo>
                    <a:pt x="0" y="0"/>
                  </a:moveTo>
                  <a:cubicBezTo>
                    <a:pt x="5" y="24"/>
                    <a:pt x="29" y="47"/>
                    <a:pt x="54" y="38"/>
                  </a:cubicBezTo>
                  <a:cubicBezTo>
                    <a:pt x="40" y="37"/>
                    <a:pt x="2" y="26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3" name="Freeform 480">
              <a:extLst>
                <a:ext uri="{FF2B5EF4-FFF2-40B4-BE49-F238E27FC236}">
                  <a16:creationId xmlns:a16="http://schemas.microsoft.com/office/drawing/2014/main" id="{6CD7E130-BA55-439C-AAD9-62BABE088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607"/>
              <a:ext cx="78" cy="79"/>
            </a:xfrm>
            <a:custGeom>
              <a:avLst/>
              <a:gdLst>
                <a:gd name="T0" fmla="*/ 366 w 36"/>
                <a:gd name="T1" fmla="*/ 102 h 34"/>
                <a:gd name="T2" fmla="*/ 0 w 36"/>
                <a:gd name="T3" fmla="*/ 428 h 34"/>
                <a:gd name="T4" fmla="*/ 347 w 36"/>
                <a:gd name="T5" fmla="*/ 13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4">
                  <a:moveTo>
                    <a:pt x="36" y="8"/>
                  </a:moveTo>
                  <a:cubicBezTo>
                    <a:pt x="21" y="0"/>
                    <a:pt x="4" y="22"/>
                    <a:pt x="0" y="34"/>
                  </a:cubicBezTo>
                  <a:cubicBezTo>
                    <a:pt x="9" y="25"/>
                    <a:pt x="20" y="12"/>
                    <a:pt x="3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4" name="Freeform 481">
              <a:extLst>
                <a:ext uri="{FF2B5EF4-FFF2-40B4-BE49-F238E27FC236}">
                  <a16:creationId xmlns:a16="http://schemas.microsoft.com/office/drawing/2014/main" id="{5984A5F9-274C-474A-A5FF-27CAB5CED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780"/>
              <a:ext cx="162" cy="171"/>
            </a:xfrm>
            <a:custGeom>
              <a:avLst/>
              <a:gdLst>
                <a:gd name="T0" fmla="*/ 0 w 75"/>
                <a:gd name="T1" fmla="*/ 0 h 74"/>
                <a:gd name="T2" fmla="*/ 233 w 75"/>
                <a:gd name="T3" fmla="*/ 159 h 74"/>
                <a:gd name="T4" fmla="*/ 443 w 75"/>
                <a:gd name="T5" fmla="*/ 293 h 74"/>
                <a:gd name="T6" fmla="*/ 756 w 75"/>
                <a:gd name="T7" fmla="*/ 913 h 74"/>
                <a:gd name="T8" fmla="*/ 462 w 75"/>
                <a:gd name="T9" fmla="*/ 358 h 74"/>
                <a:gd name="T10" fmla="*/ 80 w 75"/>
                <a:gd name="T11" fmla="*/ 65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74">
                  <a:moveTo>
                    <a:pt x="0" y="0"/>
                  </a:moveTo>
                  <a:cubicBezTo>
                    <a:pt x="9" y="1"/>
                    <a:pt x="15" y="9"/>
                    <a:pt x="23" y="13"/>
                  </a:cubicBezTo>
                  <a:cubicBezTo>
                    <a:pt x="30" y="18"/>
                    <a:pt x="37" y="18"/>
                    <a:pt x="44" y="24"/>
                  </a:cubicBezTo>
                  <a:cubicBezTo>
                    <a:pt x="57" y="37"/>
                    <a:pt x="70" y="57"/>
                    <a:pt x="75" y="74"/>
                  </a:cubicBezTo>
                  <a:cubicBezTo>
                    <a:pt x="65" y="59"/>
                    <a:pt x="61" y="41"/>
                    <a:pt x="46" y="29"/>
                  </a:cubicBezTo>
                  <a:cubicBezTo>
                    <a:pt x="35" y="20"/>
                    <a:pt x="17" y="17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5" name="Freeform 482">
              <a:extLst>
                <a:ext uri="{FF2B5EF4-FFF2-40B4-BE49-F238E27FC236}">
                  <a16:creationId xmlns:a16="http://schemas.microsoft.com/office/drawing/2014/main" id="{49024546-68E6-44DD-9C1E-4B9D84FB8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942"/>
              <a:ext cx="37" cy="46"/>
            </a:xfrm>
            <a:custGeom>
              <a:avLst/>
              <a:gdLst>
                <a:gd name="T0" fmla="*/ 0 w 17"/>
                <a:gd name="T1" fmla="*/ 0 h 20"/>
                <a:gd name="T2" fmla="*/ 176 w 17"/>
                <a:gd name="T3" fmla="*/ 94 h 20"/>
                <a:gd name="T4" fmla="*/ 33 w 17"/>
                <a:gd name="T5" fmla="*/ 4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0" y="0"/>
                  </a:moveTo>
                  <a:cubicBezTo>
                    <a:pt x="2" y="7"/>
                    <a:pt x="12" y="20"/>
                    <a:pt x="17" y="8"/>
                  </a:cubicBezTo>
                  <a:cubicBezTo>
                    <a:pt x="11" y="12"/>
                    <a:pt x="4" y="11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6" name="Freeform 483">
              <a:extLst>
                <a:ext uri="{FF2B5EF4-FFF2-40B4-BE49-F238E27FC236}">
                  <a16:creationId xmlns:a16="http://schemas.microsoft.com/office/drawing/2014/main" id="{94BCAD42-79CF-4CFA-822C-44FC2BB33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311"/>
              <a:ext cx="129" cy="78"/>
            </a:xfrm>
            <a:custGeom>
              <a:avLst/>
              <a:gdLst>
                <a:gd name="T0" fmla="*/ 0 w 60"/>
                <a:gd name="T1" fmla="*/ 11 h 34"/>
                <a:gd name="T2" fmla="*/ 596 w 60"/>
                <a:gd name="T3" fmla="*/ 411 h 34"/>
                <a:gd name="T4" fmla="*/ 310 w 60"/>
                <a:gd name="T5" fmla="*/ 110 h 34"/>
                <a:gd name="T6" fmla="*/ 9 w 60"/>
                <a:gd name="T7" fmla="*/ 1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4">
                  <a:moveTo>
                    <a:pt x="0" y="1"/>
                  </a:moveTo>
                  <a:cubicBezTo>
                    <a:pt x="26" y="0"/>
                    <a:pt x="39" y="22"/>
                    <a:pt x="60" y="34"/>
                  </a:cubicBezTo>
                  <a:cubicBezTo>
                    <a:pt x="48" y="29"/>
                    <a:pt x="42" y="15"/>
                    <a:pt x="31" y="9"/>
                  </a:cubicBezTo>
                  <a:cubicBezTo>
                    <a:pt x="22" y="3"/>
                    <a:pt x="11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7" name="Freeform 484">
              <a:extLst>
                <a:ext uri="{FF2B5EF4-FFF2-40B4-BE49-F238E27FC236}">
                  <a16:creationId xmlns:a16="http://schemas.microsoft.com/office/drawing/2014/main" id="{E74D1881-97DA-4568-8431-1705CC032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202"/>
              <a:ext cx="42" cy="79"/>
            </a:xfrm>
            <a:custGeom>
              <a:avLst/>
              <a:gdLst>
                <a:gd name="T0" fmla="*/ 0 w 19"/>
                <a:gd name="T1" fmla="*/ 123 h 34"/>
                <a:gd name="T2" fmla="*/ 44 w 19"/>
                <a:gd name="T3" fmla="*/ 428 h 34"/>
                <a:gd name="T4" fmla="*/ 33 w 19"/>
                <a:gd name="T5" fmla="*/ 12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4">
                  <a:moveTo>
                    <a:pt x="0" y="10"/>
                  </a:moveTo>
                  <a:cubicBezTo>
                    <a:pt x="19" y="0"/>
                    <a:pt x="13" y="27"/>
                    <a:pt x="4" y="34"/>
                  </a:cubicBezTo>
                  <a:cubicBezTo>
                    <a:pt x="9" y="22"/>
                    <a:pt x="18" y="16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8" name="Freeform 485">
              <a:extLst>
                <a:ext uri="{FF2B5EF4-FFF2-40B4-BE49-F238E27FC236}">
                  <a16:creationId xmlns:a16="http://schemas.microsoft.com/office/drawing/2014/main" id="{B4C6A728-E441-42FB-B745-790B3D495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685"/>
              <a:ext cx="108" cy="60"/>
            </a:xfrm>
            <a:custGeom>
              <a:avLst/>
              <a:gdLst>
                <a:gd name="T0" fmla="*/ 0 w 50"/>
                <a:gd name="T1" fmla="*/ 0 h 26"/>
                <a:gd name="T2" fmla="*/ 503 w 50"/>
                <a:gd name="T3" fmla="*/ 224 h 26"/>
                <a:gd name="T4" fmla="*/ 52 w 50"/>
                <a:gd name="T5" fmla="*/ 4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6">
                  <a:moveTo>
                    <a:pt x="0" y="0"/>
                  </a:moveTo>
                  <a:cubicBezTo>
                    <a:pt x="1" y="26"/>
                    <a:pt x="33" y="18"/>
                    <a:pt x="50" y="18"/>
                  </a:cubicBezTo>
                  <a:cubicBezTo>
                    <a:pt x="36" y="18"/>
                    <a:pt x="8" y="23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9" name="Freeform 486">
              <a:extLst>
                <a:ext uri="{FF2B5EF4-FFF2-40B4-BE49-F238E27FC236}">
                  <a16:creationId xmlns:a16="http://schemas.microsoft.com/office/drawing/2014/main" id="{51B4D691-096A-4F74-9093-D0A7612F1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752"/>
              <a:ext cx="119" cy="80"/>
            </a:xfrm>
            <a:custGeom>
              <a:avLst/>
              <a:gdLst>
                <a:gd name="T0" fmla="*/ 19 w 55"/>
                <a:gd name="T1" fmla="*/ 0 h 35"/>
                <a:gd name="T2" fmla="*/ 556 w 55"/>
                <a:gd name="T3" fmla="*/ 370 h 35"/>
                <a:gd name="T4" fmla="*/ 0 w 55"/>
                <a:gd name="T5" fmla="*/ 4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5">
                  <a:moveTo>
                    <a:pt x="2" y="0"/>
                  </a:moveTo>
                  <a:cubicBezTo>
                    <a:pt x="10" y="21"/>
                    <a:pt x="32" y="35"/>
                    <a:pt x="55" y="31"/>
                  </a:cubicBezTo>
                  <a:cubicBezTo>
                    <a:pt x="38" y="22"/>
                    <a:pt x="18" y="14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0" name="Freeform 487">
              <a:extLst>
                <a:ext uri="{FF2B5EF4-FFF2-40B4-BE49-F238E27FC236}">
                  <a16:creationId xmlns:a16="http://schemas.microsoft.com/office/drawing/2014/main" id="{08742BE2-8A2E-44BD-B643-5E77828FD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129"/>
              <a:ext cx="210" cy="288"/>
            </a:xfrm>
            <a:custGeom>
              <a:avLst/>
              <a:gdLst>
                <a:gd name="T0" fmla="*/ 0 w 97"/>
                <a:gd name="T1" fmla="*/ 65 h 125"/>
                <a:gd name="T2" fmla="*/ 80 w 97"/>
                <a:gd name="T3" fmla="*/ 956 h 125"/>
                <a:gd name="T4" fmla="*/ 539 w 97"/>
                <a:gd name="T5" fmla="*/ 1465 h 125"/>
                <a:gd name="T6" fmla="*/ 896 w 97"/>
                <a:gd name="T7" fmla="*/ 1433 h 125"/>
                <a:gd name="T8" fmla="*/ 539 w 97"/>
                <a:gd name="T9" fmla="*/ 1062 h 125"/>
                <a:gd name="T10" fmla="*/ 262 w 97"/>
                <a:gd name="T11" fmla="*/ 415 h 125"/>
                <a:gd name="T12" fmla="*/ 41 w 97"/>
                <a:gd name="T13" fmla="*/ 85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125">
                  <a:moveTo>
                    <a:pt x="0" y="5"/>
                  </a:moveTo>
                  <a:cubicBezTo>
                    <a:pt x="14" y="28"/>
                    <a:pt x="8" y="52"/>
                    <a:pt x="8" y="78"/>
                  </a:cubicBezTo>
                  <a:cubicBezTo>
                    <a:pt x="8" y="105"/>
                    <a:pt x="27" y="118"/>
                    <a:pt x="53" y="120"/>
                  </a:cubicBezTo>
                  <a:cubicBezTo>
                    <a:pt x="61" y="121"/>
                    <a:pt x="81" y="125"/>
                    <a:pt x="88" y="117"/>
                  </a:cubicBezTo>
                  <a:cubicBezTo>
                    <a:pt x="97" y="104"/>
                    <a:pt x="61" y="93"/>
                    <a:pt x="53" y="87"/>
                  </a:cubicBezTo>
                  <a:cubicBezTo>
                    <a:pt x="36" y="74"/>
                    <a:pt x="32" y="54"/>
                    <a:pt x="26" y="34"/>
                  </a:cubicBezTo>
                  <a:cubicBezTo>
                    <a:pt x="23" y="25"/>
                    <a:pt x="18" y="0"/>
                    <a:pt x="4" y="7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1" name="Freeform 488">
              <a:extLst>
                <a:ext uri="{FF2B5EF4-FFF2-40B4-BE49-F238E27FC236}">
                  <a16:creationId xmlns:a16="http://schemas.microsoft.com/office/drawing/2014/main" id="{FD5610BF-89A2-4AB1-8DB8-3E21FC1A1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186"/>
              <a:ext cx="41" cy="157"/>
            </a:xfrm>
            <a:custGeom>
              <a:avLst/>
              <a:gdLst>
                <a:gd name="T0" fmla="*/ 0 w 19"/>
                <a:gd name="T1" fmla="*/ 0 h 68"/>
                <a:gd name="T2" fmla="*/ 121 w 19"/>
                <a:gd name="T3" fmla="*/ 420 h 68"/>
                <a:gd name="T4" fmla="*/ 88 w 19"/>
                <a:gd name="T5" fmla="*/ 704 h 68"/>
                <a:gd name="T6" fmla="*/ 190 w 19"/>
                <a:gd name="T7" fmla="*/ 432 h 68"/>
                <a:gd name="T8" fmla="*/ 9 w 19"/>
                <a:gd name="T9" fmla="*/ 85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8">
                  <a:moveTo>
                    <a:pt x="0" y="0"/>
                  </a:moveTo>
                  <a:cubicBezTo>
                    <a:pt x="6" y="11"/>
                    <a:pt x="12" y="21"/>
                    <a:pt x="12" y="34"/>
                  </a:cubicBezTo>
                  <a:cubicBezTo>
                    <a:pt x="12" y="39"/>
                    <a:pt x="5" y="54"/>
                    <a:pt x="9" y="57"/>
                  </a:cubicBezTo>
                  <a:cubicBezTo>
                    <a:pt x="17" y="68"/>
                    <a:pt x="19" y="39"/>
                    <a:pt x="19" y="35"/>
                  </a:cubicBezTo>
                  <a:cubicBezTo>
                    <a:pt x="18" y="23"/>
                    <a:pt x="13" y="11"/>
                    <a:pt x="1" y="7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2" name="Freeform 489">
              <a:extLst>
                <a:ext uri="{FF2B5EF4-FFF2-40B4-BE49-F238E27FC236}">
                  <a16:creationId xmlns:a16="http://schemas.microsoft.com/office/drawing/2014/main" id="{D810414F-4274-4549-9435-7F5C94AE9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322"/>
              <a:ext cx="376" cy="245"/>
            </a:xfrm>
            <a:custGeom>
              <a:avLst/>
              <a:gdLst>
                <a:gd name="T0" fmla="*/ 270 w 174"/>
                <a:gd name="T1" fmla="*/ 199 h 106"/>
                <a:gd name="T2" fmla="*/ 607 w 174"/>
                <a:gd name="T3" fmla="*/ 1186 h 106"/>
                <a:gd name="T4" fmla="*/ 1171 w 174"/>
                <a:gd name="T5" fmla="*/ 1308 h 106"/>
                <a:gd name="T6" fmla="*/ 1757 w 174"/>
                <a:gd name="T7" fmla="*/ 876 h 106"/>
                <a:gd name="T8" fmla="*/ 1232 w 174"/>
                <a:gd name="T9" fmla="*/ 941 h 106"/>
                <a:gd name="T10" fmla="*/ 592 w 174"/>
                <a:gd name="T11" fmla="*/ 742 h 106"/>
                <a:gd name="T12" fmla="*/ 393 w 174"/>
                <a:gd name="T13" fmla="*/ 294 h 106"/>
                <a:gd name="T14" fmla="*/ 261 w 174"/>
                <a:gd name="T15" fmla="*/ 150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106">
                  <a:moveTo>
                    <a:pt x="27" y="16"/>
                  </a:moveTo>
                  <a:cubicBezTo>
                    <a:pt x="0" y="50"/>
                    <a:pt x="24" y="84"/>
                    <a:pt x="60" y="96"/>
                  </a:cubicBezTo>
                  <a:cubicBezTo>
                    <a:pt x="76" y="101"/>
                    <a:pt x="99" y="106"/>
                    <a:pt x="116" y="106"/>
                  </a:cubicBezTo>
                  <a:cubicBezTo>
                    <a:pt x="135" y="105"/>
                    <a:pt x="166" y="89"/>
                    <a:pt x="174" y="71"/>
                  </a:cubicBezTo>
                  <a:cubicBezTo>
                    <a:pt x="165" y="64"/>
                    <a:pt x="134" y="76"/>
                    <a:pt x="122" y="76"/>
                  </a:cubicBezTo>
                  <a:cubicBezTo>
                    <a:pt x="100" y="76"/>
                    <a:pt x="78" y="73"/>
                    <a:pt x="59" y="60"/>
                  </a:cubicBezTo>
                  <a:cubicBezTo>
                    <a:pt x="45" y="50"/>
                    <a:pt x="42" y="39"/>
                    <a:pt x="39" y="24"/>
                  </a:cubicBezTo>
                  <a:cubicBezTo>
                    <a:pt x="38" y="17"/>
                    <a:pt x="36" y="0"/>
                    <a:pt x="26" y="12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3" name="Freeform 490">
              <a:extLst>
                <a:ext uri="{FF2B5EF4-FFF2-40B4-BE49-F238E27FC236}">
                  <a16:creationId xmlns:a16="http://schemas.microsoft.com/office/drawing/2014/main" id="{F4EB7822-8B6B-44CD-B874-02B6214C7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1635"/>
              <a:ext cx="127" cy="297"/>
            </a:xfrm>
            <a:custGeom>
              <a:avLst/>
              <a:gdLst>
                <a:gd name="T0" fmla="*/ 0 w 59"/>
                <a:gd name="T1" fmla="*/ 0 h 129"/>
                <a:gd name="T2" fmla="*/ 329 w 59"/>
                <a:gd name="T3" fmla="*/ 355 h 129"/>
                <a:gd name="T4" fmla="*/ 458 w 59"/>
                <a:gd name="T5" fmla="*/ 732 h 129"/>
                <a:gd name="T6" fmla="*/ 407 w 59"/>
                <a:gd name="T7" fmla="*/ 1575 h 129"/>
                <a:gd name="T8" fmla="*/ 418 w 59"/>
                <a:gd name="T9" fmla="*/ 1197 h 129"/>
                <a:gd name="T10" fmla="*/ 398 w 59"/>
                <a:gd name="T11" fmla="*/ 741 h 129"/>
                <a:gd name="T12" fmla="*/ 310 w 59"/>
                <a:gd name="T13" fmla="*/ 414 h 129"/>
                <a:gd name="T14" fmla="*/ 112 w 59"/>
                <a:gd name="T15" fmla="*/ 48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129">
                  <a:moveTo>
                    <a:pt x="0" y="0"/>
                  </a:moveTo>
                  <a:cubicBezTo>
                    <a:pt x="10" y="11"/>
                    <a:pt x="24" y="16"/>
                    <a:pt x="33" y="29"/>
                  </a:cubicBezTo>
                  <a:cubicBezTo>
                    <a:pt x="38" y="38"/>
                    <a:pt x="42" y="50"/>
                    <a:pt x="46" y="60"/>
                  </a:cubicBezTo>
                  <a:cubicBezTo>
                    <a:pt x="53" y="81"/>
                    <a:pt x="59" y="112"/>
                    <a:pt x="41" y="129"/>
                  </a:cubicBezTo>
                  <a:cubicBezTo>
                    <a:pt x="38" y="120"/>
                    <a:pt x="42" y="107"/>
                    <a:pt x="42" y="98"/>
                  </a:cubicBezTo>
                  <a:cubicBezTo>
                    <a:pt x="42" y="85"/>
                    <a:pt x="43" y="73"/>
                    <a:pt x="40" y="61"/>
                  </a:cubicBezTo>
                  <a:cubicBezTo>
                    <a:pt x="38" y="51"/>
                    <a:pt x="35" y="42"/>
                    <a:pt x="31" y="34"/>
                  </a:cubicBezTo>
                  <a:cubicBezTo>
                    <a:pt x="26" y="22"/>
                    <a:pt x="17" y="15"/>
                    <a:pt x="11" y="4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4" name="Freeform 491">
              <a:extLst>
                <a:ext uri="{FF2B5EF4-FFF2-40B4-BE49-F238E27FC236}">
                  <a16:creationId xmlns:a16="http://schemas.microsoft.com/office/drawing/2014/main" id="{B92A2252-AB79-4B44-B5ED-B1D80873D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351"/>
              <a:ext cx="288" cy="508"/>
            </a:xfrm>
            <a:custGeom>
              <a:avLst/>
              <a:gdLst>
                <a:gd name="T0" fmla="*/ 113 w 133"/>
                <a:gd name="T1" fmla="*/ 346 h 220"/>
                <a:gd name="T2" fmla="*/ 132 w 133"/>
                <a:gd name="T3" fmla="*/ 1023 h 220"/>
                <a:gd name="T4" fmla="*/ 611 w 133"/>
                <a:gd name="T5" fmla="*/ 1316 h 220"/>
                <a:gd name="T6" fmla="*/ 1026 w 133"/>
                <a:gd name="T7" fmla="*/ 1882 h 220"/>
                <a:gd name="T8" fmla="*/ 1247 w 133"/>
                <a:gd name="T9" fmla="*/ 2709 h 220"/>
                <a:gd name="T10" fmla="*/ 1280 w 133"/>
                <a:gd name="T11" fmla="*/ 2265 h 220"/>
                <a:gd name="T12" fmla="*/ 1003 w 133"/>
                <a:gd name="T13" fmla="*/ 1637 h 220"/>
                <a:gd name="T14" fmla="*/ 671 w 133"/>
                <a:gd name="T15" fmla="*/ 1185 h 220"/>
                <a:gd name="T16" fmla="*/ 333 w 133"/>
                <a:gd name="T17" fmla="*/ 933 h 220"/>
                <a:gd name="T18" fmla="*/ 305 w 133"/>
                <a:gd name="T19" fmla="*/ 309 h 220"/>
                <a:gd name="T20" fmla="*/ 333 w 133"/>
                <a:gd name="T21" fmla="*/ 65 h 220"/>
                <a:gd name="T22" fmla="*/ 121 w 133"/>
                <a:gd name="T23" fmla="*/ 309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220">
                  <a:moveTo>
                    <a:pt x="11" y="28"/>
                  </a:moveTo>
                  <a:cubicBezTo>
                    <a:pt x="5" y="44"/>
                    <a:pt x="0" y="69"/>
                    <a:pt x="13" y="83"/>
                  </a:cubicBezTo>
                  <a:cubicBezTo>
                    <a:pt x="25" y="95"/>
                    <a:pt x="46" y="97"/>
                    <a:pt x="60" y="107"/>
                  </a:cubicBezTo>
                  <a:cubicBezTo>
                    <a:pt x="75" y="119"/>
                    <a:pt x="88" y="139"/>
                    <a:pt x="101" y="153"/>
                  </a:cubicBezTo>
                  <a:cubicBezTo>
                    <a:pt x="118" y="172"/>
                    <a:pt x="122" y="194"/>
                    <a:pt x="123" y="220"/>
                  </a:cubicBezTo>
                  <a:cubicBezTo>
                    <a:pt x="133" y="217"/>
                    <a:pt x="129" y="193"/>
                    <a:pt x="126" y="184"/>
                  </a:cubicBezTo>
                  <a:cubicBezTo>
                    <a:pt x="122" y="166"/>
                    <a:pt x="110" y="148"/>
                    <a:pt x="99" y="133"/>
                  </a:cubicBezTo>
                  <a:cubicBezTo>
                    <a:pt x="90" y="120"/>
                    <a:pt x="77" y="107"/>
                    <a:pt x="66" y="96"/>
                  </a:cubicBezTo>
                  <a:cubicBezTo>
                    <a:pt x="56" y="87"/>
                    <a:pt x="44" y="83"/>
                    <a:pt x="33" y="76"/>
                  </a:cubicBezTo>
                  <a:cubicBezTo>
                    <a:pt x="12" y="62"/>
                    <a:pt x="22" y="43"/>
                    <a:pt x="30" y="25"/>
                  </a:cubicBezTo>
                  <a:cubicBezTo>
                    <a:pt x="33" y="19"/>
                    <a:pt x="39" y="10"/>
                    <a:pt x="33" y="5"/>
                  </a:cubicBezTo>
                  <a:cubicBezTo>
                    <a:pt x="24" y="0"/>
                    <a:pt x="14" y="18"/>
                    <a:pt x="12" y="25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5" name="Freeform 492">
              <a:extLst>
                <a:ext uri="{FF2B5EF4-FFF2-40B4-BE49-F238E27FC236}">
                  <a16:creationId xmlns:a16="http://schemas.microsoft.com/office/drawing/2014/main" id="{69CC456D-947C-49D5-93DE-757342779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247"/>
              <a:ext cx="117" cy="127"/>
            </a:xfrm>
            <a:custGeom>
              <a:avLst/>
              <a:gdLst>
                <a:gd name="T0" fmla="*/ 33 w 54"/>
                <a:gd name="T1" fmla="*/ 224 h 55"/>
                <a:gd name="T2" fmla="*/ 234 w 54"/>
                <a:gd name="T3" fmla="*/ 395 h 55"/>
                <a:gd name="T4" fmla="*/ 306 w 54"/>
                <a:gd name="T5" fmla="*/ 603 h 55"/>
                <a:gd name="T6" fmla="*/ 531 w 54"/>
                <a:gd name="T7" fmla="*/ 321 h 55"/>
                <a:gd name="T8" fmla="*/ 418 w 54"/>
                <a:gd name="T9" fmla="*/ 309 h 55"/>
                <a:gd name="T10" fmla="*/ 262 w 54"/>
                <a:gd name="T11" fmla="*/ 256 h 55"/>
                <a:gd name="T12" fmla="*/ 33 w 54"/>
                <a:gd name="T13" fmla="*/ 24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55">
                  <a:moveTo>
                    <a:pt x="3" y="18"/>
                  </a:moveTo>
                  <a:cubicBezTo>
                    <a:pt x="9" y="24"/>
                    <a:pt x="18" y="25"/>
                    <a:pt x="23" y="32"/>
                  </a:cubicBezTo>
                  <a:cubicBezTo>
                    <a:pt x="26" y="36"/>
                    <a:pt x="26" y="46"/>
                    <a:pt x="30" y="49"/>
                  </a:cubicBezTo>
                  <a:cubicBezTo>
                    <a:pt x="37" y="55"/>
                    <a:pt x="54" y="33"/>
                    <a:pt x="52" y="26"/>
                  </a:cubicBezTo>
                  <a:cubicBezTo>
                    <a:pt x="50" y="16"/>
                    <a:pt x="47" y="24"/>
                    <a:pt x="41" y="25"/>
                  </a:cubicBezTo>
                  <a:cubicBezTo>
                    <a:pt x="31" y="26"/>
                    <a:pt x="35" y="28"/>
                    <a:pt x="26" y="21"/>
                  </a:cubicBezTo>
                  <a:cubicBezTo>
                    <a:pt x="20" y="17"/>
                    <a:pt x="0" y="0"/>
                    <a:pt x="3" y="20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6" name="Freeform 493">
              <a:extLst>
                <a:ext uri="{FF2B5EF4-FFF2-40B4-BE49-F238E27FC236}">
                  <a16:creationId xmlns:a16="http://schemas.microsoft.com/office/drawing/2014/main" id="{CA94595D-A124-465F-A295-AF9EB0E37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136"/>
              <a:ext cx="106" cy="76"/>
            </a:xfrm>
            <a:custGeom>
              <a:avLst/>
              <a:gdLst>
                <a:gd name="T0" fmla="*/ 262 w 49"/>
                <a:gd name="T1" fmla="*/ 28 h 33"/>
                <a:gd name="T2" fmla="*/ 69 w 49"/>
                <a:gd name="T3" fmla="*/ 170 h 33"/>
                <a:gd name="T4" fmla="*/ 286 w 49"/>
                <a:gd name="T5" fmla="*/ 269 h 33"/>
                <a:gd name="T6" fmla="*/ 495 w 49"/>
                <a:gd name="T7" fmla="*/ 403 h 33"/>
                <a:gd name="T8" fmla="*/ 225 w 49"/>
                <a:gd name="T9" fmla="*/ 2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3">
                  <a:moveTo>
                    <a:pt x="26" y="2"/>
                  </a:moveTo>
                  <a:cubicBezTo>
                    <a:pt x="17" y="0"/>
                    <a:pt x="0" y="0"/>
                    <a:pt x="7" y="14"/>
                  </a:cubicBezTo>
                  <a:cubicBezTo>
                    <a:pt x="11" y="23"/>
                    <a:pt x="21" y="20"/>
                    <a:pt x="28" y="22"/>
                  </a:cubicBezTo>
                  <a:cubicBezTo>
                    <a:pt x="35" y="25"/>
                    <a:pt x="41" y="31"/>
                    <a:pt x="49" y="33"/>
                  </a:cubicBezTo>
                  <a:cubicBezTo>
                    <a:pt x="26" y="31"/>
                    <a:pt x="44" y="3"/>
                    <a:pt x="22" y="2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7" name="Freeform 494">
              <a:extLst>
                <a:ext uri="{FF2B5EF4-FFF2-40B4-BE49-F238E27FC236}">
                  <a16:creationId xmlns:a16="http://schemas.microsoft.com/office/drawing/2014/main" id="{5775CECD-25EA-4907-8353-CA9C2A0B2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116"/>
              <a:ext cx="126" cy="64"/>
            </a:xfrm>
            <a:custGeom>
              <a:avLst/>
              <a:gdLst>
                <a:gd name="T0" fmla="*/ 0 w 58"/>
                <a:gd name="T1" fmla="*/ 215 h 28"/>
                <a:gd name="T2" fmla="*/ 584 w 58"/>
                <a:gd name="T3" fmla="*/ 130 h 28"/>
                <a:gd name="T4" fmla="*/ 20 w 58"/>
                <a:gd name="T5" fmla="*/ 30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8">
                  <a:moveTo>
                    <a:pt x="0" y="18"/>
                  </a:moveTo>
                  <a:cubicBezTo>
                    <a:pt x="4" y="13"/>
                    <a:pt x="55" y="0"/>
                    <a:pt x="57" y="11"/>
                  </a:cubicBezTo>
                  <a:cubicBezTo>
                    <a:pt x="58" y="14"/>
                    <a:pt x="10" y="28"/>
                    <a:pt x="2" y="26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8" name="Freeform 495">
              <a:extLst>
                <a:ext uri="{FF2B5EF4-FFF2-40B4-BE49-F238E27FC236}">
                  <a16:creationId xmlns:a16="http://schemas.microsoft.com/office/drawing/2014/main" id="{77F486B3-4A09-4358-A72F-F41B6A50C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397"/>
              <a:ext cx="132" cy="208"/>
            </a:xfrm>
            <a:custGeom>
              <a:avLst/>
              <a:gdLst>
                <a:gd name="T0" fmla="*/ 286 w 61"/>
                <a:gd name="T1" fmla="*/ 12 h 90"/>
                <a:gd name="T2" fmla="*/ 506 w 61"/>
                <a:gd name="T3" fmla="*/ 545 h 90"/>
                <a:gd name="T4" fmla="*/ 305 w 61"/>
                <a:gd name="T5" fmla="*/ 1112 h 90"/>
                <a:gd name="T6" fmla="*/ 0 w 61"/>
                <a:gd name="T7" fmla="*/ 887 h 90"/>
                <a:gd name="T8" fmla="*/ 210 w 61"/>
                <a:gd name="T9" fmla="*/ 904 h 90"/>
                <a:gd name="T10" fmla="*/ 314 w 61"/>
                <a:gd name="T11" fmla="*/ 508 h 90"/>
                <a:gd name="T12" fmla="*/ 210 w 61"/>
                <a:gd name="T13" fmla="*/ 224 h 90"/>
                <a:gd name="T14" fmla="*/ 273 w 61"/>
                <a:gd name="T15" fmla="*/ 28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90">
                  <a:moveTo>
                    <a:pt x="28" y="1"/>
                  </a:moveTo>
                  <a:cubicBezTo>
                    <a:pt x="46" y="14"/>
                    <a:pt x="61" y="17"/>
                    <a:pt x="50" y="44"/>
                  </a:cubicBezTo>
                  <a:cubicBezTo>
                    <a:pt x="44" y="60"/>
                    <a:pt x="33" y="71"/>
                    <a:pt x="30" y="90"/>
                  </a:cubicBezTo>
                  <a:cubicBezTo>
                    <a:pt x="23" y="90"/>
                    <a:pt x="0" y="80"/>
                    <a:pt x="0" y="72"/>
                  </a:cubicBezTo>
                  <a:cubicBezTo>
                    <a:pt x="4" y="72"/>
                    <a:pt x="18" y="75"/>
                    <a:pt x="21" y="73"/>
                  </a:cubicBezTo>
                  <a:cubicBezTo>
                    <a:pt x="25" y="70"/>
                    <a:pt x="31" y="46"/>
                    <a:pt x="31" y="41"/>
                  </a:cubicBezTo>
                  <a:cubicBezTo>
                    <a:pt x="32" y="28"/>
                    <a:pt x="25" y="28"/>
                    <a:pt x="21" y="18"/>
                  </a:cubicBezTo>
                  <a:cubicBezTo>
                    <a:pt x="18" y="11"/>
                    <a:pt x="16" y="0"/>
                    <a:pt x="27" y="2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9" name="Freeform 496">
              <a:extLst>
                <a:ext uri="{FF2B5EF4-FFF2-40B4-BE49-F238E27FC236}">
                  <a16:creationId xmlns:a16="http://schemas.microsoft.com/office/drawing/2014/main" id="{185BC891-059A-4A2C-8DF1-F8D0ED2D0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189"/>
              <a:ext cx="123" cy="203"/>
            </a:xfrm>
            <a:custGeom>
              <a:avLst/>
              <a:gdLst>
                <a:gd name="T0" fmla="*/ 313 w 57"/>
                <a:gd name="T1" fmla="*/ 0 h 88"/>
                <a:gd name="T2" fmla="*/ 149 w 57"/>
                <a:gd name="T3" fmla="*/ 431 h 88"/>
                <a:gd name="T4" fmla="*/ 373 w 57"/>
                <a:gd name="T5" fmla="*/ 676 h 88"/>
                <a:gd name="T6" fmla="*/ 544 w 57"/>
                <a:gd name="T7" fmla="*/ 1080 h 88"/>
                <a:gd name="T8" fmla="*/ 293 w 57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88">
                  <a:moveTo>
                    <a:pt x="31" y="0"/>
                  </a:moveTo>
                  <a:cubicBezTo>
                    <a:pt x="21" y="9"/>
                    <a:pt x="7" y="23"/>
                    <a:pt x="15" y="35"/>
                  </a:cubicBezTo>
                  <a:cubicBezTo>
                    <a:pt x="20" y="42"/>
                    <a:pt x="31" y="48"/>
                    <a:pt x="37" y="55"/>
                  </a:cubicBezTo>
                  <a:cubicBezTo>
                    <a:pt x="45" y="65"/>
                    <a:pt x="51" y="76"/>
                    <a:pt x="54" y="88"/>
                  </a:cubicBezTo>
                  <a:cubicBezTo>
                    <a:pt x="57" y="55"/>
                    <a:pt x="0" y="37"/>
                    <a:pt x="29" y="0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0" name="Freeform 497">
              <a:extLst>
                <a:ext uri="{FF2B5EF4-FFF2-40B4-BE49-F238E27FC236}">
                  <a16:creationId xmlns:a16="http://schemas.microsoft.com/office/drawing/2014/main" id="{369D10C1-DC55-4DF0-B16A-FCE9808A8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140"/>
              <a:ext cx="124" cy="97"/>
            </a:xfrm>
            <a:custGeom>
              <a:avLst/>
              <a:gdLst>
                <a:gd name="T0" fmla="*/ 0 w 57"/>
                <a:gd name="T1" fmla="*/ 0 h 42"/>
                <a:gd name="T2" fmla="*/ 185 w 57"/>
                <a:gd name="T3" fmla="*/ 490 h 42"/>
                <a:gd name="T4" fmla="*/ 587 w 57"/>
                <a:gd name="T5" fmla="*/ 358 h 42"/>
                <a:gd name="T6" fmla="*/ 246 w 57"/>
                <a:gd name="T7" fmla="*/ 321 h 42"/>
                <a:gd name="T8" fmla="*/ 9 w 57"/>
                <a:gd name="T9" fmla="*/ 7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2">
                  <a:moveTo>
                    <a:pt x="0" y="0"/>
                  </a:moveTo>
                  <a:cubicBezTo>
                    <a:pt x="11" y="12"/>
                    <a:pt x="17" y="24"/>
                    <a:pt x="18" y="40"/>
                  </a:cubicBezTo>
                  <a:cubicBezTo>
                    <a:pt x="28" y="42"/>
                    <a:pt x="51" y="38"/>
                    <a:pt x="57" y="29"/>
                  </a:cubicBezTo>
                  <a:cubicBezTo>
                    <a:pt x="49" y="22"/>
                    <a:pt x="34" y="31"/>
                    <a:pt x="24" y="26"/>
                  </a:cubicBezTo>
                  <a:cubicBezTo>
                    <a:pt x="13" y="22"/>
                    <a:pt x="10" y="13"/>
                    <a:pt x="1" y="6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1" name="Freeform 498">
              <a:extLst>
                <a:ext uri="{FF2B5EF4-FFF2-40B4-BE49-F238E27FC236}">
                  <a16:creationId xmlns:a16="http://schemas.microsoft.com/office/drawing/2014/main" id="{02041856-F575-4231-8E99-D47229A56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879"/>
              <a:ext cx="164" cy="330"/>
            </a:xfrm>
            <a:custGeom>
              <a:avLst/>
              <a:gdLst>
                <a:gd name="T0" fmla="*/ 591 w 76"/>
                <a:gd name="T1" fmla="*/ 85 h 143"/>
                <a:gd name="T2" fmla="*/ 129 w 76"/>
                <a:gd name="T3" fmla="*/ 575 h 143"/>
                <a:gd name="T4" fmla="*/ 261 w 76"/>
                <a:gd name="T5" fmla="*/ 1205 h 143"/>
                <a:gd name="T6" fmla="*/ 531 w 76"/>
                <a:gd name="T7" fmla="*/ 1597 h 143"/>
                <a:gd name="T8" fmla="*/ 695 w 76"/>
                <a:gd name="T9" fmla="*/ 1694 h 143"/>
                <a:gd name="T10" fmla="*/ 555 w 76"/>
                <a:gd name="T11" fmla="*/ 1352 h 143"/>
                <a:gd name="T12" fmla="*/ 483 w 76"/>
                <a:gd name="T13" fmla="*/ 526 h 143"/>
                <a:gd name="T14" fmla="*/ 544 w 76"/>
                <a:gd name="T15" fmla="*/ 28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143">
                  <a:moveTo>
                    <a:pt x="59" y="7"/>
                  </a:moveTo>
                  <a:cubicBezTo>
                    <a:pt x="42" y="0"/>
                    <a:pt x="20" y="35"/>
                    <a:pt x="13" y="47"/>
                  </a:cubicBezTo>
                  <a:cubicBezTo>
                    <a:pt x="0" y="71"/>
                    <a:pt x="9" y="81"/>
                    <a:pt x="26" y="98"/>
                  </a:cubicBezTo>
                  <a:cubicBezTo>
                    <a:pt x="35" y="108"/>
                    <a:pt x="43" y="120"/>
                    <a:pt x="53" y="130"/>
                  </a:cubicBezTo>
                  <a:cubicBezTo>
                    <a:pt x="57" y="133"/>
                    <a:pt x="64" y="143"/>
                    <a:pt x="69" y="138"/>
                  </a:cubicBezTo>
                  <a:cubicBezTo>
                    <a:pt x="76" y="130"/>
                    <a:pt x="58" y="115"/>
                    <a:pt x="55" y="110"/>
                  </a:cubicBezTo>
                  <a:cubicBezTo>
                    <a:pt x="41" y="90"/>
                    <a:pt x="40" y="65"/>
                    <a:pt x="48" y="43"/>
                  </a:cubicBezTo>
                  <a:cubicBezTo>
                    <a:pt x="52" y="34"/>
                    <a:pt x="73" y="6"/>
                    <a:pt x="54" y="2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2" name="Freeform 499">
              <a:extLst>
                <a:ext uri="{FF2B5EF4-FFF2-40B4-BE49-F238E27FC236}">
                  <a16:creationId xmlns:a16="http://schemas.microsoft.com/office/drawing/2014/main" id="{91DE14E6-DEBA-484E-80D9-34DAC4445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739"/>
              <a:ext cx="101" cy="207"/>
            </a:xfrm>
            <a:custGeom>
              <a:avLst/>
              <a:gdLst>
                <a:gd name="T0" fmla="*/ 370 w 47"/>
                <a:gd name="T1" fmla="*/ 110 h 90"/>
                <a:gd name="T2" fmla="*/ 88 w 47"/>
                <a:gd name="T3" fmla="*/ 0 h 90"/>
                <a:gd name="T4" fmla="*/ 181 w 47"/>
                <a:gd name="T5" fmla="*/ 497 h 90"/>
                <a:gd name="T6" fmla="*/ 0 w 47"/>
                <a:gd name="T7" fmla="*/ 1010 h 90"/>
                <a:gd name="T8" fmla="*/ 269 w 47"/>
                <a:gd name="T9" fmla="*/ 741 h 90"/>
                <a:gd name="T10" fmla="*/ 329 w 47"/>
                <a:gd name="T11" fmla="*/ 524 h 90"/>
                <a:gd name="T12" fmla="*/ 286 w 47"/>
                <a:gd name="T13" fmla="*/ 290 h 90"/>
                <a:gd name="T14" fmla="*/ 346 w 47"/>
                <a:gd name="T15" fmla="*/ 147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90">
                  <a:moveTo>
                    <a:pt x="37" y="9"/>
                  </a:moveTo>
                  <a:cubicBezTo>
                    <a:pt x="28" y="5"/>
                    <a:pt x="18" y="3"/>
                    <a:pt x="9" y="0"/>
                  </a:cubicBezTo>
                  <a:cubicBezTo>
                    <a:pt x="3" y="14"/>
                    <a:pt x="20" y="26"/>
                    <a:pt x="18" y="41"/>
                  </a:cubicBezTo>
                  <a:cubicBezTo>
                    <a:pt x="16" y="57"/>
                    <a:pt x="2" y="68"/>
                    <a:pt x="0" y="83"/>
                  </a:cubicBezTo>
                  <a:cubicBezTo>
                    <a:pt x="11" y="90"/>
                    <a:pt x="20" y="68"/>
                    <a:pt x="27" y="61"/>
                  </a:cubicBezTo>
                  <a:cubicBezTo>
                    <a:pt x="36" y="52"/>
                    <a:pt x="36" y="53"/>
                    <a:pt x="33" y="43"/>
                  </a:cubicBezTo>
                  <a:cubicBezTo>
                    <a:pt x="31" y="36"/>
                    <a:pt x="23" y="34"/>
                    <a:pt x="29" y="24"/>
                  </a:cubicBezTo>
                  <a:cubicBezTo>
                    <a:pt x="32" y="20"/>
                    <a:pt x="47" y="19"/>
                    <a:pt x="35" y="12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3" name="Freeform 500">
              <a:extLst>
                <a:ext uri="{FF2B5EF4-FFF2-40B4-BE49-F238E27FC236}">
                  <a16:creationId xmlns:a16="http://schemas.microsoft.com/office/drawing/2014/main" id="{3523D5F0-71E7-4AA2-9E7E-D6F109BF6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071"/>
              <a:ext cx="140" cy="85"/>
            </a:xfrm>
            <a:custGeom>
              <a:avLst/>
              <a:gdLst>
                <a:gd name="T0" fmla="*/ 0 w 65"/>
                <a:gd name="T1" fmla="*/ 0 h 37"/>
                <a:gd name="T2" fmla="*/ 289 w 65"/>
                <a:gd name="T3" fmla="*/ 439 h 37"/>
                <a:gd name="T4" fmla="*/ 650 w 65"/>
                <a:gd name="T5" fmla="*/ 131 h 37"/>
                <a:gd name="T6" fmla="*/ 349 w 65"/>
                <a:gd name="T7" fmla="*/ 253 h 37"/>
                <a:gd name="T8" fmla="*/ 112 w 65"/>
                <a:gd name="T9" fmla="*/ 5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7">
                  <a:moveTo>
                    <a:pt x="0" y="0"/>
                  </a:moveTo>
                  <a:cubicBezTo>
                    <a:pt x="12" y="7"/>
                    <a:pt x="16" y="34"/>
                    <a:pt x="29" y="36"/>
                  </a:cubicBezTo>
                  <a:cubicBezTo>
                    <a:pt x="40" y="37"/>
                    <a:pt x="61" y="17"/>
                    <a:pt x="65" y="11"/>
                  </a:cubicBezTo>
                  <a:cubicBezTo>
                    <a:pt x="54" y="7"/>
                    <a:pt x="45" y="21"/>
                    <a:pt x="35" y="21"/>
                  </a:cubicBezTo>
                  <a:cubicBezTo>
                    <a:pt x="26" y="22"/>
                    <a:pt x="15" y="12"/>
                    <a:pt x="11" y="5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4" name="Freeform 501">
              <a:extLst>
                <a:ext uri="{FF2B5EF4-FFF2-40B4-BE49-F238E27FC236}">
                  <a16:creationId xmlns:a16="http://schemas.microsoft.com/office/drawing/2014/main" id="{AF7BC61D-4483-466C-B67A-B1CA9A9D9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852"/>
              <a:ext cx="134" cy="60"/>
            </a:xfrm>
            <a:custGeom>
              <a:avLst/>
              <a:gdLst>
                <a:gd name="T0" fmla="*/ 0 w 62"/>
                <a:gd name="T1" fmla="*/ 309 h 26"/>
                <a:gd name="T2" fmla="*/ 415 w 62"/>
                <a:gd name="T3" fmla="*/ 272 h 26"/>
                <a:gd name="T4" fmla="*/ 475 w 62"/>
                <a:gd name="T5" fmla="*/ 0 h 26"/>
                <a:gd name="T6" fmla="*/ 52 w 62"/>
                <a:gd name="T7" fmla="*/ 28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26">
                  <a:moveTo>
                    <a:pt x="0" y="25"/>
                  </a:moveTo>
                  <a:cubicBezTo>
                    <a:pt x="12" y="25"/>
                    <a:pt x="30" y="26"/>
                    <a:pt x="41" y="22"/>
                  </a:cubicBezTo>
                  <a:cubicBezTo>
                    <a:pt x="49" y="18"/>
                    <a:pt x="62" y="3"/>
                    <a:pt x="47" y="0"/>
                  </a:cubicBezTo>
                  <a:cubicBezTo>
                    <a:pt x="38" y="19"/>
                    <a:pt x="23" y="19"/>
                    <a:pt x="5" y="23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5" name="Freeform 502">
              <a:extLst>
                <a:ext uri="{FF2B5EF4-FFF2-40B4-BE49-F238E27FC236}">
                  <a16:creationId xmlns:a16="http://schemas.microsoft.com/office/drawing/2014/main" id="{50A9323E-D5C3-4787-91A2-87B3F9E79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002"/>
              <a:ext cx="182" cy="727"/>
            </a:xfrm>
            <a:custGeom>
              <a:avLst/>
              <a:gdLst>
                <a:gd name="T0" fmla="*/ 600 w 84"/>
                <a:gd name="T1" fmla="*/ 65 h 315"/>
                <a:gd name="T2" fmla="*/ 784 w 84"/>
                <a:gd name="T3" fmla="*/ 884 h 315"/>
                <a:gd name="T4" fmla="*/ 854 w 84"/>
                <a:gd name="T5" fmla="*/ 1625 h 315"/>
                <a:gd name="T6" fmla="*/ 784 w 84"/>
                <a:gd name="T7" fmla="*/ 2264 h 315"/>
                <a:gd name="T8" fmla="*/ 620 w 84"/>
                <a:gd name="T9" fmla="*/ 2781 h 315"/>
                <a:gd name="T10" fmla="*/ 470 w 84"/>
                <a:gd name="T11" fmla="*/ 3282 h 315"/>
                <a:gd name="T12" fmla="*/ 297 w 84"/>
                <a:gd name="T13" fmla="*/ 3490 h 315"/>
                <a:gd name="T14" fmla="*/ 141 w 84"/>
                <a:gd name="T15" fmla="*/ 3845 h 315"/>
                <a:gd name="T16" fmla="*/ 165 w 84"/>
                <a:gd name="T17" fmla="*/ 3515 h 315"/>
                <a:gd name="T18" fmla="*/ 375 w 84"/>
                <a:gd name="T19" fmla="*/ 2977 h 315"/>
                <a:gd name="T20" fmla="*/ 592 w 84"/>
                <a:gd name="T21" fmla="*/ 1486 h 315"/>
                <a:gd name="T22" fmla="*/ 507 w 84"/>
                <a:gd name="T23" fmla="*/ 12 h 315"/>
                <a:gd name="T24" fmla="*/ 559 w 84"/>
                <a:gd name="T25" fmla="*/ 28 h 3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4" h="315">
                  <a:moveTo>
                    <a:pt x="59" y="5"/>
                  </a:moveTo>
                  <a:cubicBezTo>
                    <a:pt x="56" y="26"/>
                    <a:pt x="72" y="52"/>
                    <a:pt x="77" y="72"/>
                  </a:cubicBezTo>
                  <a:cubicBezTo>
                    <a:pt x="82" y="91"/>
                    <a:pt x="84" y="113"/>
                    <a:pt x="84" y="132"/>
                  </a:cubicBezTo>
                  <a:cubicBezTo>
                    <a:pt x="84" y="151"/>
                    <a:pt x="82" y="166"/>
                    <a:pt x="77" y="184"/>
                  </a:cubicBezTo>
                  <a:cubicBezTo>
                    <a:pt x="73" y="200"/>
                    <a:pt x="63" y="210"/>
                    <a:pt x="61" y="226"/>
                  </a:cubicBezTo>
                  <a:cubicBezTo>
                    <a:pt x="59" y="240"/>
                    <a:pt x="55" y="255"/>
                    <a:pt x="46" y="267"/>
                  </a:cubicBezTo>
                  <a:cubicBezTo>
                    <a:pt x="41" y="274"/>
                    <a:pt x="34" y="277"/>
                    <a:pt x="29" y="284"/>
                  </a:cubicBezTo>
                  <a:cubicBezTo>
                    <a:pt x="25" y="291"/>
                    <a:pt x="24" y="311"/>
                    <a:pt x="14" y="313"/>
                  </a:cubicBezTo>
                  <a:cubicBezTo>
                    <a:pt x="0" y="315"/>
                    <a:pt x="14" y="291"/>
                    <a:pt x="16" y="286"/>
                  </a:cubicBezTo>
                  <a:cubicBezTo>
                    <a:pt x="24" y="271"/>
                    <a:pt x="30" y="257"/>
                    <a:pt x="37" y="242"/>
                  </a:cubicBezTo>
                  <a:cubicBezTo>
                    <a:pt x="56" y="202"/>
                    <a:pt x="64" y="166"/>
                    <a:pt x="58" y="121"/>
                  </a:cubicBezTo>
                  <a:cubicBezTo>
                    <a:pt x="53" y="82"/>
                    <a:pt x="48" y="40"/>
                    <a:pt x="50" y="1"/>
                  </a:cubicBezTo>
                  <a:cubicBezTo>
                    <a:pt x="52" y="0"/>
                    <a:pt x="53" y="1"/>
                    <a:pt x="55" y="2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6" name="Freeform 503">
              <a:extLst>
                <a:ext uri="{FF2B5EF4-FFF2-40B4-BE49-F238E27FC236}">
                  <a16:creationId xmlns:a16="http://schemas.microsoft.com/office/drawing/2014/main" id="{3EEF34DE-531E-49AB-8F85-15135E9A4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395"/>
              <a:ext cx="320" cy="237"/>
            </a:xfrm>
            <a:custGeom>
              <a:avLst/>
              <a:gdLst>
                <a:gd name="T0" fmla="*/ 149 w 148"/>
                <a:gd name="T1" fmla="*/ 0 h 103"/>
                <a:gd name="T2" fmla="*/ 912 w 148"/>
                <a:gd name="T3" fmla="*/ 281 h 103"/>
                <a:gd name="T4" fmla="*/ 1375 w 148"/>
                <a:gd name="T5" fmla="*/ 1254 h 103"/>
                <a:gd name="T6" fmla="*/ 1094 w 148"/>
                <a:gd name="T7" fmla="*/ 927 h 103"/>
                <a:gd name="T8" fmla="*/ 668 w 148"/>
                <a:gd name="T9" fmla="*/ 525 h 103"/>
                <a:gd name="T10" fmla="*/ 80 w 148"/>
                <a:gd name="T11" fmla="*/ 3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03">
                  <a:moveTo>
                    <a:pt x="15" y="0"/>
                  </a:moveTo>
                  <a:cubicBezTo>
                    <a:pt x="41" y="1"/>
                    <a:pt x="69" y="7"/>
                    <a:pt x="90" y="23"/>
                  </a:cubicBezTo>
                  <a:cubicBezTo>
                    <a:pt x="111" y="38"/>
                    <a:pt x="148" y="73"/>
                    <a:pt x="136" y="103"/>
                  </a:cubicBezTo>
                  <a:cubicBezTo>
                    <a:pt x="125" y="100"/>
                    <a:pt x="116" y="84"/>
                    <a:pt x="108" y="76"/>
                  </a:cubicBezTo>
                  <a:cubicBezTo>
                    <a:pt x="96" y="63"/>
                    <a:pt x="81" y="52"/>
                    <a:pt x="66" y="43"/>
                  </a:cubicBezTo>
                  <a:cubicBezTo>
                    <a:pt x="55" y="37"/>
                    <a:pt x="0" y="23"/>
                    <a:pt x="8" y="3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7" name="Freeform 504">
              <a:extLst>
                <a:ext uri="{FF2B5EF4-FFF2-40B4-BE49-F238E27FC236}">
                  <a16:creationId xmlns:a16="http://schemas.microsoft.com/office/drawing/2014/main" id="{2788E401-61B6-42F5-865D-8A00A5662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642"/>
              <a:ext cx="160" cy="200"/>
            </a:xfrm>
            <a:custGeom>
              <a:avLst/>
              <a:gdLst>
                <a:gd name="T0" fmla="*/ 0 w 74"/>
                <a:gd name="T1" fmla="*/ 0 h 87"/>
                <a:gd name="T2" fmla="*/ 443 w 74"/>
                <a:gd name="T3" fmla="*/ 423 h 87"/>
                <a:gd name="T4" fmla="*/ 739 w 74"/>
                <a:gd name="T5" fmla="*/ 908 h 87"/>
                <a:gd name="T6" fmla="*/ 575 w 74"/>
                <a:gd name="T7" fmla="*/ 1021 h 87"/>
                <a:gd name="T8" fmla="*/ 394 w 74"/>
                <a:gd name="T9" fmla="*/ 667 h 87"/>
                <a:gd name="T10" fmla="*/ 19 w 74"/>
                <a:gd name="T11" fmla="*/ 57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87">
                  <a:moveTo>
                    <a:pt x="0" y="0"/>
                  </a:moveTo>
                  <a:cubicBezTo>
                    <a:pt x="13" y="2"/>
                    <a:pt x="33" y="23"/>
                    <a:pt x="44" y="35"/>
                  </a:cubicBezTo>
                  <a:cubicBezTo>
                    <a:pt x="52" y="42"/>
                    <a:pt x="74" y="62"/>
                    <a:pt x="73" y="75"/>
                  </a:cubicBezTo>
                  <a:cubicBezTo>
                    <a:pt x="72" y="83"/>
                    <a:pt x="63" y="87"/>
                    <a:pt x="57" y="84"/>
                  </a:cubicBezTo>
                  <a:cubicBezTo>
                    <a:pt x="51" y="81"/>
                    <a:pt x="43" y="61"/>
                    <a:pt x="39" y="55"/>
                  </a:cubicBezTo>
                  <a:cubicBezTo>
                    <a:pt x="28" y="37"/>
                    <a:pt x="15" y="21"/>
                    <a:pt x="2" y="5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8" name="Freeform 505">
              <a:extLst>
                <a:ext uri="{FF2B5EF4-FFF2-40B4-BE49-F238E27FC236}">
                  <a16:creationId xmlns:a16="http://schemas.microsoft.com/office/drawing/2014/main" id="{53F988AC-0802-46BF-AA12-EA421D814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569"/>
              <a:ext cx="121" cy="247"/>
            </a:xfrm>
            <a:custGeom>
              <a:avLst/>
              <a:gdLst>
                <a:gd name="T0" fmla="*/ 354 w 56"/>
                <a:gd name="T1" fmla="*/ 65 h 107"/>
                <a:gd name="T2" fmla="*/ 104 w 56"/>
                <a:gd name="T3" fmla="*/ 122 h 107"/>
                <a:gd name="T4" fmla="*/ 89 w 56"/>
                <a:gd name="T5" fmla="*/ 489 h 107"/>
                <a:gd name="T6" fmla="*/ 313 w 56"/>
                <a:gd name="T7" fmla="*/ 921 h 107"/>
                <a:gd name="T8" fmla="*/ 462 w 56"/>
                <a:gd name="T9" fmla="*/ 1316 h 107"/>
                <a:gd name="T10" fmla="*/ 393 w 56"/>
                <a:gd name="T11" fmla="*/ 997 h 107"/>
                <a:gd name="T12" fmla="*/ 294 w 56"/>
                <a:gd name="T13" fmla="*/ 591 h 107"/>
                <a:gd name="T14" fmla="*/ 443 w 56"/>
                <a:gd name="T15" fmla="*/ 111 h 107"/>
                <a:gd name="T16" fmla="*/ 341 w 56"/>
                <a:gd name="T17" fmla="*/ 65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107">
                  <a:moveTo>
                    <a:pt x="35" y="5"/>
                  </a:moveTo>
                  <a:cubicBezTo>
                    <a:pt x="23" y="2"/>
                    <a:pt x="19" y="0"/>
                    <a:pt x="10" y="10"/>
                  </a:cubicBezTo>
                  <a:cubicBezTo>
                    <a:pt x="0" y="20"/>
                    <a:pt x="0" y="28"/>
                    <a:pt x="9" y="40"/>
                  </a:cubicBezTo>
                  <a:cubicBezTo>
                    <a:pt x="19" y="51"/>
                    <a:pt x="25" y="61"/>
                    <a:pt x="31" y="75"/>
                  </a:cubicBezTo>
                  <a:cubicBezTo>
                    <a:pt x="35" y="85"/>
                    <a:pt x="37" y="100"/>
                    <a:pt x="46" y="107"/>
                  </a:cubicBezTo>
                  <a:cubicBezTo>
                    <a:pt x="56" y="102"/>
                    <a:pt x="43" y="89"/>
                    <a:pt x="39" y="81"/>
                  </a:cubicBezTo>
                  <a:cubicBezTo>
                    <a:pt x="34" y="70"/>
                    <a:pt x="30" y="60"/>
                    <a:pt x="29" y="48"/>
                  </a:cubicBezTo>
                  <a:cubicBezTo>
                    <a:pt x="26" y="27"/>
                    <a:pt x="30" y="21"/>
                    <a:pt x="44" y="9"/>
                  </a:cubicBezTo>
                  <a:cubicBezTo>
                    <a:pt x="41" y="8"/>
                    <a:pt x="37" y="6"/>
                    <a:pt x="34" y="5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9" name="Freeform 506">
              <a:extLst>
                <a:ext uri="{FF2B5EF4-FFF2-40B4-BE49-F238E27FC236}">
                  <a16:creationId xmlns:a16="http://schemas.microsoft.com/office/drawing/2014/main" id="{C25F3CEF-202B-4068-A39F-73EF3A377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717"/>
              <a:ext cx="76" cy="92"/>
            </a:xfrm>
            <a:custGeom>
              <a:avLst/>
              <a:gdLst>
                <a:gd name="T0" fmla="*/ 52 w 35"/>
                <a:gd name="T1" fmla="*/ 85 h 40"/>
                <a:gd name="T2" fmla="*/ 237 w 35"/>
                <a:gd name="T3" fmla="*/ 0 h 40"/>
                <a:gd name="T4" fmla="*/ 358 w 35"/>
                <a:gd name="T5" fmla="*/ 448 h 40"/>
                <a:gd name="T6" fmla="*/ 217 w 35"/>
                <a:gd name="T7" fmla="*/ 232 h 40"/>
                <a:gd name="T8" fmla="*/ 0 w 35"/>
                <a:gd name="T9" fmla="*/ 159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0">
                  <a:moveTo>
                    <a:pt x="5" y="7"/>
                  </a:moveTo>
                  <a:cubicBezTo>
                    <a:pt x="7" y="4"/>
                    <a:pt x="16" y="1"/>
                    <a:pt x="23" y="0"/>
                  </a:cubicBezTo>
                  <a:cubicBezTo>
                    <a:pt x="26" y="13"/>
                    <a:pt x="33" y="24"/>
                    <a:pt x="35" y="37"/>
                  </a:cubicBezTo>
                  <a:cubicBezTo>
                    <a:pt x="25" y="40"/>
                    <a:pt x="25" y="25"/>
                    <a:pt x="21" y="19"/>
                  </a:cubicBezTo>
                  <a:cubicBezTo>
                    <a:pt x="14" y="11"/>
                    <a:pt x="10" y="12"/>
                    <a:pt x="0" y="13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0" name="Freeform 507">
              <a:extLst>
                <a:ext uri="{FF2B5EF4-FFF2-40B4-BE49-F238E27FC236}">
                  <a16:creationId xmlns:a16="http://schemas.microsoft.com/office/drawing/2014/main" id="{4F6A5211-C4EB-4A43-A4D3-AB4B56FBA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588"/>
              <a:ext cx="50" cy="104"/>
            </a:xfrm>
            <a:custGeom>
              <a:avLst/>
              <a:gdLst>
                <a:gd name="T0" fmla="*/ 237 w 23"/>
                <a:gd name="T1" fmla="*/ 28 h 45"/>
                <a:gd name="T2" fmla="*/ 124 w 23"/>
                <a:gd name="T3" fmla="*/ 492 h 45"/>
                <a:gd name="T4" fmla="*/ 226 w 23"/>
                <a:gd name="T5" fmla="*/ 469 h 45"/>
                <a:gd name="T6" fmla="*/ 157 w 23"/>
                <a:gd name="T7" fmla="*/ 384 h 45"/>
                <a:gd name="T8" fmla="*/ 217 w 2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5">
                  <a:moveTo>
                    <a:pt x="23" y="2"/>
                  </a:moveTo>
                  <a:cubicBezTo>
                    <a:pt x="7" y="1"/>
                    <a:pt x="0" y="32"/>
                    <a:pt x="12" y="40"/>
                  </a:cubicBezTo>
                  <a:cubicBezTo>
                    <a:pt x="15" y="42"/>
                    <a:pt x="21" y="45"/>
                    <a:pt x="22" y="38"/>
                  </a:cubicBezTo>
                  <a:cubicBezTo>
                    <a:pt x="22" y="33"/>
                    <a:pt x="17" y="34"/>
                    <a:pt x="15" y="31"/>
                  </a:cubicBezTo>
                  <a:cubicBezTo>
                    <a:pt x="9" y="17"/>
                    <a:pt x="11" y="11"/>
                    <a:pt x="21" y="0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1" name="Freeform 508">
              <a:extLst>
                <a:ext uri="{FF2B5EF4-FFF2-40B4-BE49-F238E27FC236}">
                  <a16:creationId xmlns:a16="http://schemas.microsoft.com/office/drawing/2014/main" id="{B9949FBE-89F0-49B5-8FC6-56071EE44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609"/>
              <a:ext cx="137" cy="152"/>
            </a:xfrm>
            <a:custGeom>
              <a:avLst/>
              <a:gdLst>
                <a:gd name="T0" fmla="*/ 0 w 63"/>
                <a:gd name="T1" fmla="*/ 74 h 66"/>
                <a:gd name="T2" fmla="*/ 331 w 63"/>
                <a:gd name="T3" fmla="*/ 256 h 66"/>
                <a:gd name="T4" fmla="*/ 472 w 63"/>
                <a:gd name="T5" fmla="*/ 562 h 66"/>
                <a:gd name="T6" fmla="*/ 648 w 63"/>
                <a:gd name="T7" fmla="*/ 806 h 66"/>
                <a:gd name="T8" fmla="*/ 341 w 63"/>
                <a:gd name="T9" fmla="*/ 451 h 66"/>
                <a:gd name="T10" fmla="*/ 9 w 63"/>
                <a:gd name="T11" fmla="*/ 48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66">
                  <a:moveTo>
                    <a:pt x="0" y="6"/>
                  </a:moveTo>
                  <a:cubicBezTo>
                    <a:pt x="12" y="0"/>
                    <a:pt x="26" y="12"/>
                    <a:pt x="32" y="21"/>
                  </a:cubicBezTo>
                  <a:cubicBezTo>
                    <a:pt x="37" y="29"/>
                    <a:pt x="40" y="38"/>
                    <a:pt x="46" y="46"/>
                  </a:cubicBezTo>
                  <a:cubicBezTo>
                    <a:pt x="50" y="53"/>
                    <a:pt x="61" y="59"/>
                    <a:pt x="63" y="66"/>
                  </a:cubicBezTo>
                  <a:cubicBezTo>
                    <a:pt x="46" y="64"/>
                    <a:pt x="39" y="51"/>
                    <a:pt x="33" y="37"/>
                  </a:cubicBezTo>
                  <a:cubicBezTo>
                    <a:pt x="25" y="19"/>
                    <a:pt x="19" y="12"/>
                    <a:pt x="1" y="4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2" name="Freeform 509">
              <a:extLst>
                <a:ext uri="{FF2B5EF4-FFF2-40B4-BE49-F238E27FC236}">
                  <a16:creationId xmlns:a16="http://schemas.microsoft.com/office/drawing/2014/main" id="{B81C5EFE-A4C2-45C0-8C7E-D776EAD12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249"/>
              <a:ext cx="89" cy="86"/>
            </a:xfrm>
            <a:custGeom>
              <a:avLst/>
              <a:gdLst>
                <a:gd name="T0" fmla="*/ 0 w 41"/>
                <a:gd name="T1" fmla="*/ 286 h 37"/>
                <a:gd name="T2" fmla="*/ 306 w 41"/>
                <a:gd name="T3" fmla="*/ 465 h 37"/>
                <a:gd name="T4" fmla="*/ 339 w 41"/>
                <a:gd name="T5" fmla="*/ 0 h 37"/>
                <a:gd name="T6" fmla="*/ 237 w 41"/>
                <a:gd name="T7" fmla="*/ 339 h 37"/>
                <a:gd name="T8" fmla="*/ 33 w 41"/>
                <a:gd name="T9" fmla="*/ 323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0" y="23"/>
                  </a:moveTo>
                  <a:cubicBezTo>
                    <a:pt x="10" y="29"/>
                    <a:pt x="20" y="33"/>
                    <a:pt x="30" y="37"/>
                  </a:cubicBezTo>
                  <a:cubicBezTo>
                    <a:pt x="33" y="28"/>
                    <a:pt x="41" y="8"/>
                    <a:pt x="33" y="0"/>
                  </a:cubicBezTo>
                  <a:cubicBezTo>
                    <a:pt x="31" y="5"/>
                    <a:pt x="27" y="25"/>
                    <a:pt x="23" y="27"/>
                  </a:cubicBezTo>
                  <a:cubicBezTo>
                    <a:pt x="20" y="30"/>
                    <a:pt x="8" y="25"/>
                    <a:pt x="3" y="26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3" name="Freeform 510">
              <a:extLst>
                <a:ext uri="{FF2B5EF4-FFF2-40B4-BE49-F238E27FC236}">
                  <a16:creationId xmlns:a16="http://schemas.microsoft.com/office/drawing/2014/main" id="{8475B86F-4FF4-402B-B00A-B3D1ED762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418"/>
              <a:ext cx="210" cy="341"/>
            </a:xfrm>
            <a:custGeom>
              <a:avLst/>
              <a:gdLst>
                <a:gd name="T0" fmla="*/ 141 w 97"/>
                <a:gd name="T1" fmla="*/ 0 h 148"/>
                <a:gd name="T2" fmla="*/ 173 w 97"/>
                <a:gd name="T3" fmla="*/ 574 h 148"/>
                <a:gd name="T4" fmla="*/ 28 w 97"/>
                <a:gd name="T5" fmla="*/ 977 h 148"/>
                <a:gd name="T6" fmla="*/ 366 w 97"/>
                <a:gd name="T7" fmla="*/ 1359 h 148"/>
                <a:gd name="T8" fmla="*/ 985 w 97"/>
                <a:gd name="T9" fmla="*/ 1454 h 148"/>
                <a:gd name="T10" fmla="*/ 435 w 97"/>
                <a:gd name="T11" fmla="*/ 834 h 148"/>
                <a:gd name="T12" fmla="*/ 141 w 97"/>
                <a:gd name="T13" fmla="*/ 85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148">
                  <a:moveTo>
                    <a:pt x="14" y="0"/>
                  </a:moveTo>
                  <a:cubicBezTo>
                    <a:pt x="19" y="16"/>
                    <a:pt x="24" y="31"/>
                    <a:pt x="17" y="47"/>
                  </a:cubicBezTo>
                  <a:cubicBezTo>
                    <a:pt x="11" y="61"/>
                    <a:pt x="0" y="65"/>
                    <a:pt x="3" y="80"/>
                  </a:cubicBezTo>
                  <a:cubicBezTo>
                    <a:pt x="6" y="98"/>
                    <a:pt x="22" y="103"/>
                    <a:pt x="36" y="111"/>
                  </a:cubicBezTo>
                  <a:cubicBezTo>
                    <a:pt x="51" y="120"/>
                    <a:pt x="86" y="148"/>
                    <a:pt x="97" y="119"/>
                  </a:cubicBezTo>
                  <a:cubicBezTo>
                    <a:pt x="77" y="99"/>
                    <a:pt x="52" y="100"/>
                    <a:pt x="43" y="68"/>
                  </a:cubicBezTo>
                  <a:cubicBezTo>
                    <a:pt x="36" y="44"/>
                    <a:pt x="31" y="24"/>
                    <a:pt x="14" y="7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4" name="Freeform 511">
              <a:extLst>
                <a:ext uri="{FF2B5EF4-FFF2-40B4-BE49-F238E27FC236}">
                  <a16:creationId xmlns:a16="http://schemas.microsoft.com/office/drawing/2014/main" id="{B621EB4A-1B26-43CB-B97E-5976712CB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178"/>
              <a:ext cx="165" cy="198"/>
            </a:xfrm>
            <a:custGeom>
              <a:avLst/>
              <a:gdLst>
                <a:gd name="T0" fmla="*/ 0 w 76"/>
                <a:gd name="T1" fmla="*/ 216 h 86"/>
                <a:gd name="T2" fmla="*/ 402 w 76"/>
                <a:gd name="T3" fmla="*/ 684 h 86"/>
                <a:gd name="T4" fmla="*/ 777 w 76"/>
                <a:gd name="T5" fmla="*/ 1050 h 86"/>
                <a:gd name="T6" fmla="*/ 43 w 76"/>
                <a:gd name="T7" fmla="*/ 111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86">
                  <a:moveTo>
                    <a:pt x="0" y="18"/>
                  </a:moveTo>
                  <a:cubicBezTo>
                    <a:pt x="7" y="34"/>
                    <a:pt x="28" y="41"/>
                    <a:pt x="39" y="56"/>
                  </a:cubicBezTo>
                  <a:cubicBezTo>
                    <a:pt x="49" y="69"/>
                    <a:pt x="60" y="81"/>
                    <a:pt x="76" y="86"/>
                  </a:cubicBezTo>
                  <a:cubicBezTo>
                    <a:pt x="45" y="83"/>
                    <a:pt x="36" y="0"/>
                    <a:pt x="4" y="9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5" name="Freeform 512">
              <a:extLst>
                <a:ext uri="{FF2B5EF4-FFF2-40B4-BE49-F238E27FC236}">
                  <a16:creationId xmlns:a16="http://schemas.microsoft.com/office/drawing/2014/main" id="{199CC547-C630-4C49-A701-7FDDF7E40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796"/>
              <a:ext cx="253" cy="132"/>
            </a:xfrm>
            <a:custGeom>
              <a:avLst/>
              <a:gdLst>
                <a:gd name="T0" fmla="*/ 1114 w 117"/>
                <a:gd name="T1" fmla="*/ 86 h 57"/>
                <a:gd name="T2" fmla="*/ 0 w 117"/>
                <a:gd name="T3" fmla="*/ 396 h 57"/>
                <a:gd name="T4" fmla="*/ 688 w 117"/>
                <a:gd name="T5" fmla="*/ 408 h 57"/>
                <a:gd name="T6" fmla="*/ 1094 w 117"/>
                <a:gd name="T7" fmla="*/ 0 h 57"/>
                <a:gd name="T8" fmla="*/ 1094 w 117"/>
                <a:gd name="T9" fmla="*/ 8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57">
                  <a:moveTo>
                    <a:pt x="110" y="7"/>
                  </a:moveTo>
                  <a:cubicBezTo>
                    <a:pt x="117" y="57"/>
                    <a:pt x="24" y="46"/>
                    <a:pt x="0" y="32"/>
                  </a:cubicBezTo>
                  <a:cubicBezTo>
                    <a:pt x="21" y="37"/>
                    <a:pt x="48" y="38"/>
                    <a:pt x="68" y="33"/>
                  </a:cubicBezTo>
                  <a:cubicBezTo>
                    <a:pt x="88" y="28"/>
                    <a:pt x="93" y="9"/>
                    <a:pt x="108" y="0"/>
                  </a:cubicBezTo>
                  <a:cubicBezTo>
                    <a:pt x="108" y="2"/>
                    <a:pt x="108" y="4"/>
                    <a:pt x="108" y="7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6" name="Freeform 513">
              <a:extLst>
                <a:ext uri="{FF2B5EF4-FFF2-40B4-BE49-F238E27FC236}">
                  <a16:creationId xmlns:a16="http://schemas.microsoft.com/office/drawing/2014/main" id="{B8DCE22D-E757-4862-9286-5889A4C1D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471"/>
              <a:ext cx="126" cy="168"/>
            </a:xfrm>
            <a:custGeom>
              <a:avLst/>
              <a:gdLst>
                <a:gd name="T0" fmla="*/ 358 w 58"/>
                <a:gd name="T1" fmla="*/ 0 h 73"/>
                <a:gd name="T2" fmla="*/ 595 w 58"/>
                <a:gd name="T3" fmla="*/ 891 h 73"/>
                <a:gd name="T4" fmla="*/ 339 w 58"/>
                <a:gd name="T5" fmla="*/ 37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73">
                  <a:moveTo>
                    <a:pt x="35" y="0"/>
                  </a:moveTo>
                  <a:cubicBezTo>
                    <a:pt x="0" y="20"/>
                    <a:pt x="37" y="56"/>
                    <a:pt x="58" y="73"/>
                  </a:cubicBezTo>
                  <a:cubicBezTo>
                    <a:pt x="36" y="54"/>
                    <a:pt x="33" y="30"/>
                    <a:pt x="33" y="3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7" name="Freeform 514">
              <a:extLst>
                <a:ext uri="{FF2B5EF4-FFF2-40B4-BE49-F238E27FC236}">
                  <a16:creationId xmlns:a16="http://schemas.microsoft.com/office/drawing/2014/main" id="{FAC1C5E1-3177-4CFB-9CF4-5EE747DC6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276"/>
              <a:ext cx="111" cy="229"/>
            </a:xfrm>
            <a:custGeom>
              <a:avLst/>
              <a:gdLst>
                <a:gd name="T0" fmla="*/ 527 w 51"/>
                <a:gd name="T1" fmla="*/ 0 h 99"/>
                <a:gd name="T2" fmla="*/ 0 w 51"/>
                <a:gd name="T3" fmla="*/ 1226 h 99"/>
                <a:gd name="T4" fmla="*/ 383 w 51"/>
                <a:gd name="T5" fmla="*/ 583 h 99"/>
                <a:gd name="T6" fmla="*/ 527 w 51"/>
                <a:gd name="T7" fmla="*/ 28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99">
                  <a:moveTo>
                    <a:pt x="51" y="0"/>
                  </a:moveTo>
                  <a:cubicBezTo>
                    <a:pt x="15" y="20"/>
                    <a:pt x="31" y="75"/>
                    <a:pt x="0" y="99"/>
                  </a:cubicBezTo>
                  <a:cubicBezTo>
                    <a:pt x="9" y="80"/>
                    <a:pt x="28" y="67"/>
                    <a:pt x="37" y="47"/>
                  </a:cubicBezTo>
                  <a:cubicBezTo>
                    <a:pt x="44" y="33"/>
                    <a:pt x="42" y="15"/>
                    <a:pt x="51" y="2"/>
                  </a:cubicBezTo>
                </a:path>
              </a:pathLst>
            </a:custGeom>
            <a:solidFill>
              <a:srgbClr val="CBE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8" name="Freeform 515">
              <a:extLst>
                <a:ext uri="{FF2B5EF4-FFF2-40B4-BE49-F238E27FC236}">
                  <a16:creationId xmlns:a16="http://schemas.microsoft.com/office/drawing/2014/main" id="{46739DD2-7716-440C-8E39-8EE2DA64C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376"/>
              <a:ext cx="145" cy="161"/>
            </a:xfrm>
            <a:custGeom>
              <a:avLst/>
              <a:gdLst>
                <a:gd name="T0" fmla="*/ 286 w 67"/>
                <a:gd name="T1" fmla="*/ 0 h 70"/>
                <a:gd name="T2" fmla="*/ 680 w 67"/>
                <a:gd name="T3" fmla="*/ 851 h 70"/>
                <a:gd name="T4" fmla="*/ 262 w 67"/>
                <a:gd name="T5" fmla="*/ 147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70">
                  <a:moveTo>
                    <a:pt x="28" y="0"/>
                  </a:moveTo>
                  <a:cubicBezTo>
                    <a:pt x="0" y="30"/>
                    <a:pt x="36" y="67"/>
                    <a:pt x="67" y="70"/>
                  </a:cubicBezTo>
                  <a:cubicBezTo>
                    <a:pt x="36" y="65"/>
                    <a:pt x="22" y="37"/>
                    <a:pt x="2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9" name="Freeform 516">
              <a:extLst>
                <a:ext uri="{FF2B5EF4-FFF2-40B4-BE49-F238E27FC236}">
                  <a16:creationId xmlns:a16="http://schemas.microsoft.com/office/drawing/2014/main" id="{FD519D7D-0C4C-4BA0-8DDF-7646CF684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251"/>
              <a:ext cx="106" cy="148"/>
            </a:xfrm>
            <a:custGeom>
              <a:avLst/>
              <a:gdLst>
                <a:gd name="T0" fmla="*/ 0 w 49"/>
                <a:gd name="T1" fmla="*/ 0 h 64"/>
                <a:gd name="T2" fmla="*/ 495 w 49"/>
                <a:gd name="T3" fmla="*/ 742 h 64"/>
                <a:gd name="T4" fmla="*/ 19 w 49"/>
                <a:gd name="T5" fmla="*/ 17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4">
                  <a:moveTo>
                    <a:pt x="0" y="0"/>
                  </a:moveTo>
                  <a:cubicBezTo>
                    <a:pt x="0" y="36"/>
                    <a:pt x="8" y="59"/>
                    <a:pt x="49" y="60"/>
                  </a:cubicBezTo>
                  <a:cubicBezTo>
                    <a:pt x="21" y="64"/>
                    <a:pt x="5" y="36"/>
                    <a:pt x="2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0" name="Freeform 517">
              <a:extLst>
                <a:ext uri="{FF2B5EF4-FFF2-40B4-BE49-F238E27FC236}">
                  <a16:creationId xmlns:a16="http://schemas.microsoft.com/office/drawing/2014/main" id="{0D7EAD1F-6635-4203-97A4-6D2B8B4C6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517"/>
              <a:ext cx="121" cy="171"/>
            </a:xfrm>
            <a:custGeom>
              <a:avLst/>
              <a:gdLst>
                <a:gd name="T0" fmla="*/ 253 w 56"/>
                <a:gd name="T1" fmla="*/ 0 h 74"/>
                <a:gd name="T2" fmla="*/ 89 w 56"/>
                <a:gd name="T3" fmla="*/ 582 h 74"/>
                <a:gd name="T4" fmla="*/ 564 w 56"/>
                <a:gd name="T5" fmla="*/ 913 h 74"/>
                <a:gd name="T6" fmla="*/ 121 w 56"/>
                <a:gd name="T7" fmla="*/ 545 h 74"/>
                <a:gd name="T8" fmla="*/ 294 w 56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74">
                  <a:moveTo>
                    <a:pt x="25" y="0"/>
                  </a:moveTo>
                  <a:cubicBezTo>
                    <a:pt x="19" y="14"/>
                    <a:pt x="0" y="30"/>
                    <a:pt x="9" y="47"/>
                  </a:cubicBezTo>
                  <a:cubicBezTo>
                    <a:pt x="16" y="61"/>
                    <a:pt x="42" y="69"/>
                    <a:pt x="56" y="74"/>
                  </a:cubicBezTo>
                  <a:cubicBezTo>
                    <a:pt x="39" y="68"/>
                    <a:pt x="15" y="65"/>
                    <a:pt x="12" y="44"/>
                  </a:cubicBezTo>
                  <a:cubicBezTo>
                    <a:pt x="11" y="30"/>
                    <a:pt x="24" y="17"/>
                    <a:pt x="2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1" name="Freeform 518">
              <a:extLst>
                <a:ext uri="{FF2B5EF4-FFF2-40B4-BE49-F238E27FC236}">
                  <a16:creationId xmlns:a16="http://schemas.microsoft.com/office/drawing/2014/main" id="{CA16F21A-FFFD-41E3-AC02-8C0CE5982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249"/>
              <a:ext cx="41" cy="242"/>
            </a:xfrm>
            <a:custGeom>
              <a:avLst/>
              <a:gdLst>
                <a:gd name="T0" fmla="*/ 164 w 19"/>
                <a:gd name="T1" fmla="*/ 37 h 105"/>
                <a:gd name="T2" fmla="*/ 181 w 19"/>
                <a:gd name="T3" fmla="*/ 355 h 105"/>
                <a:gd name="T4" fmla="*/ 149 w 19"/>
                <a:gd name="T5" fmla="*/ 721 h 105"/>
                <a:gd name="T6" fmla="*/ 0 w 19"/>
                <a:gd name="T7" fmla="*/ 1286 h 105"/>
                <a:gd name="T8" fmla="*/ 88 w 19"/>
                <a:gd name="T9" fmla="*/ 940 h 105"/>
                <a:gd name="T10" fmla="*/ 149 w 19"/>
                <a:gd name="T11" fmla="*/ 638 h 105"/>
                <a:gd name="T12" fmla="*/ 181 w 19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05">
                  <a:moveTo>
                    <a:pt x="16" y="3"/>
                  </a:moveTo>
                  <a:cubicBezTo>
                    <a:pt x="16" y="11"/>
                    <a:pt x="18" y="20"/>
                    <a:pt x="18" y="29"/>
                  </a:cubicBezTo>
                  <a:cubicBezTo>
                    <a:pt x="18" y="40"/>
                    <a:pt x="17" y="49"/>
                    <a:pt x="15" y="59"/>
                  </a:cubicBezTo>
                  <a:cubicBezTo>
                    <a:pt x="13" y="72"/>
                    <a:pt x="9" y="96"/>
                    <a:pt x="0" y="105"/>
                  </a:cubicBezTo>
                  <a:cubicBezTo>
                    <a:pt x="1" y="96"/>
                    <a:pt x="6" y="86"/>
                    <a:pt x="9" y="77"/>
                  </a:cubicBezTo>
                  <a:cubicBezTo>
                    <a:pt x="12" y="69"/>
                    <a:pt x="14" y="61"/>
                    <a:pt x="15" y="52"/>
                  </a:cubicBezTo>
                  <a:cubicBezTo>
                    <a:pt x="19" y="35"/>
                    <a:pt x="18" y="17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2" name="Freeform 519">
              <a:extLst>
                <a:ext uri="{FF2B5EF4-FFF2-40B4-BE49-F238E27FC236}">
                  <a16:creationId xmlns:a16="http://schemas.microsoft.com/office/drawing/2014/main" id="{2FDF8AFB-CE2D-40C6-B6E4-370368B3C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579"/>
              <a:ext cx="64" cy="90"/>
            </a:xfrm>
            <a:custGeom>
              <a:avLst/>
              <a:gdLst>
                <a:gd name="T0" fmla="*/ 292 w 30"/>
                <a:gd name="T1" fmla="*/ 28 h 39"/>
                <a:gd name="T2" fmla="*/ 77 w 30"/>
                <a:gd name="T3" fmla="*/ 150 h 39"/>
                <a:gd name="T4" fmla="*/ 164 w 30"/>
                <a:gd name="T5" fmla="*/ 480 h 39"/>
                <a:gd name="T6" fmla="*/ 96 w 30"/>
                <a:gd name="T7" fmla="*/ 272 h 39"/>
                <a:gd name="T8" fmla="*/ 265 w 30"/>
                <a:gd name="T9" fmla="*/ 2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9">
                  <a:moveTo>
                    <a:pt x="30" y="2"/>
                  </a:moveTo>
                  <a:cubicBezTo>
                    <a:pt x="20" y="0"/>
                    <a:pt x="14" y="2"/>
                    <a:pt x="8" y="12"/>
                  </a:cubicBezTo>
                  <a:cubicBezTo>
                    <a:pt x="0" y="25"/>
                    <a:pt x="13" y="29"/>
                    <a:pt x="17" y="39"/>
                  </a:cubicBezTo>
                  <a:cubicBezTo>
                    <a:pt x="16" y="33"/>
                    <a:pt x="11" y="29"/>
                    <a:pt x="10" y="22"/>
                  </a:cubicBezTo>
                  <a:cubicBezTo>
                    <a:pt x="9" y="14"/>
                    <a:pt x="19" y="3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3" name="Freeform 520">
              <a:extLst>
                <a:ext uri="{FF2B5EF4-FFF2-40B4-BE49-F238E27FC236}">
                  <a16:creationId xmlns:a16="http://schemas.microsoft.com/office/drawing/2014/main" id="{9606B224-B824-43D5-9E15-81093D1DA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2819"/>
              <a:ext cx="301" cy="60"/>
            </a:xfrm>
            <a:custGeom>
              <a:avLst/>
              <a:gdLst>
                <a:gd name="T0" fmla="*/ 0 w 139"/>
                <a:gd name="T1" fmla="*/ 309 h 26"/>
                <a:gd name="T2" fmla="*/ 507 w 139"/>
                <a:gd name="T3" fmla="*/ 235 h 26"/>
                <a:gd name="T4" fmla="*/ 845 w 139"/>
                <a:gd name="T5" fmla="*/ 171 h 26"/>
                <a:gd name="T6" fmla="*/ 1412 w 139"/>
                <a:gd name="T7" fmla="*/ 12 h 26"/>
                <a:gd name="T8" fmla="*/ 1026 w 139"/>
                <a:gd name="T9" fmla="*/ 85 h 26"/>
                <a:gd name="T10" fmla="*/ 689 w 139"/>
                <a:gd name="T11" fmla="*/ 150 h 26"/>
                <a:gd name="T12" fmla="*/ 559 w 139"/>
                <a:gd name="T13" fmla="*/ 159 h 26"/>
                <a:gd name="T14" fmla="*/ 418 w 139"/>
                <a:gd name="T15" fmla="*/ 245 h 26"/>
                <a:gd name="T16" fmla="*/ 225 w 139"/>
                <a:gd name="T17" fmla="*/ 309 h 26"/>
                <a:gd name="T18" fmla="*/ 0 w 139"/>
                <a:gd name="T19" fmla="*/ 293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26">
                  <a:moveTo>
                    <a:pt x="0" y="25"/>
                  </a:moveTo>
                  <a:cubicBezTo>
                    <a:pt x="15" y="25"/>
                    <a:pt x="36" y="25"/>
                    <a:pt x="50" y="19"/>
                  </a:cubicBezTo>
                  <a:cubicBezTo>
                    <a:pt x="60" y="15"/>
                    <a:pt x="72" y="15"/>
                    <a:pt x="83" y="14"/>
                  </a:cubicBezTo>
                  <a:cubicBezTo>
                    <a:pt x="102" y="12"/>
                    <a:pt x="120" y="4"/>
                    <a:pt x="139" y="1"/>
                  </a:cubicBezTo>
                  <a:cubicBezTo>
                    <a:pt x="127" y="0"/>
                    <a:pt x="112" y="4"/>
                    <a:pt x="101" y="7"/>
                  </a:cubicBezTo>
                  <a:cubicBezTo>
                    <a:pt x="90" y="10"/>
                    <a:pt x="79" y="11"/>
                    <a:pt x="68" y="12"/>
                  </a:cubicBezTo>
                  <a:cubicBezTo>
                    <a:pt x="64" y="13"/>
                    <a:pt x="59" y="12"/>
                    <a:pt x="55" y="13"/>
                  </a:cubicBezTo>
                  <a:cubicBezTo>
                    <a:pt x="50" y="14"/>
                    <a:pt x="46" y="18"/>
                    <a:pt x="41" y="20"/>
                  </a:cubicBezTo>
                  <a:cubicBezTo>
                    <a:pt x="35" y="23"/>
                    <a:pt x="29" y="24"/>
                    <a:pt x="22" y="25"/>
                  </a:cubicBezTo>
                  <a:cubicBezTo>
                    <a:pt x="14" y="26"/>
                    <a:pt x="7" y="22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4" name="Freeform 521">
              <a:extLst>
                <a:ext uri="{FF2B5EF4-FFF2-40B4-BE49-F238E27FC236}">
                  <a16:creationId xmlns:a16="http://schemas.microsoft.com/office/drawing/2014/main" id="{59816F84-9A28-4411-A3AB-CAA956445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942"/>
              <a:ext cx="80" cy="170"/>
            </a:xfrm>
            <a:custGeom>
              <a:avLst/>
              <a:gdLst>
                <a:gd name="T0" fmla="*/ 346 w 37"/>
                <a:gd name="T1" fmla="*/ 0 h 74"/>
                <a:gd name="T2" fmla="*/ 374 w 37"/>
                <a:gd name="T3" fmla="*/ 898 h 74"/>
                <a:gd name="T4" fmla="*/ 294 w 37"/>
                <a:gd name="T5" fmla="*/ 122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4">
                  <a:moveTo>
                    <a:pt x="34" y="0"/>
                  </a:moveTo>
                  <a:cubicBezTo>
                    <a:pt x="13" y="24"/>
                    <a:pt x="0" y="54"/>
                    <a:pt x="37" y="74"/>
                  </a:cubicBezTo>
                  <a:cubicBezTo>
                    <a:pt x="16" y="52"/>
                    <a:pt x="7" y="37"/>
                    <a:pt x="2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5" name="Freeform 522">
              <a:extLst>
                <a:ext uri="{FF2B5EF4-FFF2-40B4-BE49-F238E27FC236}">
                  <a16:creationId xmlns:a16="http://schemas.microsoft.com/office/drawing/2014/main" id="{A186469A-CA90-47B4-8E4F-9082B1248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409"/>
              <a:ext cx="71" cy="173"/>
            </a:xfrm>
            <a:custGeom>
              <a:avLst/>
              <a:gdLst>
                <a:gd name="T0" fmla="*/ 181 w 33"/>
                <a:gd name="T1" fmla="*/ 12 h 75"/>
                <a:gd name="T2" fmla="*/ 329 w 33"/>
                <a:gd name="T3" fmla="*/ 734 h 75"/>
                <a:gd name="T4" fmla="*/ 157 w 33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5">
                  <a:moveTo>
                    <a:pt x="18" y="1"/>
                  </a:moveTo>
                  <a:cubicBezTo>
                    <a:pt x="13" y="15"/>
                    <a:pt x="0" y="75"/>
                    <a:pt x="33" y="60"/>
                  </a:cubicBezTo>
                  <a:cubicBezTo>
                    <a:pt x="6" y="62"/>
                    <a:pt x="7" y="15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6" name="Freeform 523">
              <a:extLst>
                <a:ext uri="{FF2B5EF4-FFF2-40B4-BE49-F238E27FC236}">
                  <a16:creationId xmlns:a16="http://schemas.microsoft.com/office/drawing/2014/main" id="{38BDACDE-D9A2-49BF-AFAD-CE86CADB7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305"/>
              <a:ext cx="57" cy="71"/>
            </a:xfrm>
            <a:custGeom>
              <a:avLst/>
              <a:gdLst>
                <a:gd name="T0" fmla="*/ 0 w 26"/>
                <a:gd name="T1" fmla="*/ 0 h 31"/>
                <a:gd name="T2" fmla="*/ 202 w 26"/>
                <a:gd name="T3" fmla="*/ 337 h 31"/>
                <a:gd name="T4" fmla="*/ 274 w 26"/>
                <a:gd name="T5" fmla="*/ 204 h 31"/>
                <a:gd name="T6" fmla="*/ 53 w 26"/>
                <a:gd name="T7" fmla="*/ 4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1">
                  <a:moveTo>
                    <a:pt x="0" y="0"/>
                  </a:moveTo>
                  <a:cubicBezTo>
                    <a:pt x="11" y="6"/>
                    <a:pt x="11" y="22"/>
                    <a:pt x="19" y="28"/>
                  </a:cubicBezTo>
                  <a:cubicBezTo>
                    <a:pt x="22" y="25"/>
                    <a:pt x="25" y="21"/>
                    <a:pt x="26" y="17"/>
                  </a:cubicBezTo>
                  <a:cubicBezTo>
                    <a:pt x="15" y="31"/>
                    <a:pt x="14" y="7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7" name="Freeform 524">
              <a:extLst>
                <a:ext uri="{FF2B5EF4-FFF2-40B4-BE49-F238E27FC236}">
                  <a16:creationId xmlns:a16="http://schemas.microsoft.com/office/drawing/2014/main" id="{D010597C-7853-4941-ADEA-FB3A1444F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418"/>
              <a:ext cx="182" cy="150"/>
            </a:xfrm>
            <a:custGeom>
              <a:avLst/>
              <a:gdLst>
                <a:gd name="T0" fmla="*/ 0 w 84"/>
                <a:gd name="T1" fmla="*/ 12 h 65"/>
                <a:gd name="T2" fmla="*/ 854 w 84"/>
                <a:gd name="T3" fmla="*/ 798 h 65"/>
                <a:gd name="T4" fmla="*/ 487 w 84"/>
                <a:gd name="T5" fmla="*/ 358 h 65"/>
                <a:gd name="T6" fmla="*/ 33 w 84"/>
                <a:gd name="T7" fmla="*/ 65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65">
                  <a:moveTo>
                    <a:pt x="0" y="1"/>
                  </a:moveTo>
                  <a:cubicBezTo>
                    <a:pt x="42" y="0"/>
                    <a:pt x="69" y="31"/>
                    <a:pt x="84" y="65"/>
                  </a:cubicBezTo>
                  <a:cubicBezTo>
                    <a:pt x="70" y="55"/>
                    <a:pt x="62" y="39"/>
                    <a:pt x="48" y="29"/>
                  </a:cubicBezTo>
                  <a:cubicBezTo>
                    <a:pt x="36" y="21"/>
                    <a:pt x="11" y="15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8" name="Freeform 525">
              <a:extLst>
                <a:ext uri="{FF2B5EF4-FFF2-40B4-BE49-F238E27FC236}">
                  <a16:creationId xmlns:a16="http://schemas.microsoft.com/office/drawing/2014/main" id="{6FD3ED70-7AF9-42E8-A2FE-39FFD30E7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127"/>
              <a:ext cx="123" cy="39"/>
            </a:xfrm>
            <a:custGeom>
              <a:avLst/>
              <a:gdLst>
                <a:gd name="T0" fmla="*/ 0 w 57"/>
                <a:gd name="T1" fmla="*/ 204 h 17"/>
                <a:gd name="T2" fmla="*/ 572 w 57"/>
                <a:gd name="T3" fmla="*/ 147 h 17"/>
                <a:gd name="T4" fmla="*/ 0 w 57"/>
                <a:gd name="T5" fmla="*/ 15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7">
                  <a:moveTo>
                    <a:pt x="0" y="17"/>
                  </a:moveTo>
                  <a:cubicBezTo>
                    <a:pt x="13" y="0"/>
                    <a:pt x="42" y="3"/>
                    <a:pt x="57" y="12"/>
                  </a:cubicBezTo>
                  <a:cubicBezTo>
                    <a:pt x="36" y="6"/>
                    <a:pt x="21" y="15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9" name="Freeform 526">
              <a:extLst>
                <a:ext uri="{FF2B5EF4-FFF2-40B4-BE49-F238E27FC236}">
                  <a16:creationId xmlns:a16="http://schemas.microsoft.com/office/drawing/2014/main" id="{10F3D4B5-4C23-4B23-BC34-AF35D46A5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711"/>
              <a:ext cx="63" cy="399"/>
            </a:xfrm>
            <a:custGeom>
              <a:avLst/>
              <a:gdLst>
                <a:gd name="T0" fmla="*/ 0 w 29"/>
                <a:gd name="T1" fmla="*/ 0 h 173"/>
                <a:gd name="T2" fmla="*/ 174 w 29"/>
                <a:gd name="T3" fmla="*/ 415 h 173"/>
                <a:gd name="T4" fmla="*/ 174 w 29"/>
                <a:gd name="T5" fmla="*/ 957 h 173"/>
                <a:gd name="T6" fmla="*/ 298 w 29"/>
                <a:gd name="T7" fmla="*/ 2122 h 173"/>
                <a:gd name="T8" fmla="*/ 202 w 29"/>
                <a:gd name="T9" fmla="*/ 1079 h 173"/>
                <a:gd name="T10" fmla="*/ 9 w 29"/>
                <a:gd name="T11" fmla="*/ 111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73">
                  <a:moveTo>
                    <a:pt x="0" y="0"/>
                  </a:moveTo>
                  <a:cubicBezTo>
                    <a:pt x="5" y="11"/>
                    <a:pt x="14" y="22"/>
                    <a:pt x="17" y="34"/>
                  </a:cubicBezTo>
                  <a:cubicBezTo>
                    <a:pt x="21" y="47"/>
                    <a:pt x="19" y="64"/>
                    <a:pt x="17" y="78"/>
                  </a:cubicBezTo>
                  <a:cubicBezTo>
                    <a:pt x="15" y="109"/>
                    <a:pt x="12" y="146"/>
                    <a:pt x="29" y="173"/>
                  </a:cubicBezTo>
                  <a:cubicBezTo>
                    <a:pt x="12" y="146"/>
                    <a:pt x="18" y="116"/>
                    <a:pt x="20" y="88"/>
                  </a:cubicBezTo>
                  <a:cubicBezTo>
                    <a:pt x="22" y="64"/>
                    <a:pt x="24" y="23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0" name="Freeform 527">
              <a:extLst>
                <a:ext uri="{FF2B5EF4-FFF2-40B4-BE49-F238E27FC236}">
                  <a16:creationId xmlns:a16="http://schemas.microsoft.com/office/drawing/2014/main" id="{86426D93-F6CF-49BF-AADD-C2DACDC3E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3068"/>
              <a:ext cx="537" cy="330"/>
            </a:xfrm>
            <a:custGeom>
              <a:avLst/>
              <a:gdLst>
                <a:gd name="T0" fmla="*/ 0 w 248"/>
                <a:gd name="T1" fmla="*/ 12 h 143"/>
                <a:gd name="T2" fmla="*/ 784 w 248"/>
                <a:gd name="T3" fmla="*/ 773 h 143"/>
                <a:gd name="T4" fmla="*/ 1429 w 248"/>
                <a:gd name="T5" fmla="*/ 1193 h 143"/>
                <a:gd name="T6" fmla="*/ 2064 w 248"/>
                <a:gd name="T7" fmla="*/ 1662 h 143"/>
                <a:gd name="T8" fmla="*/ 2518 w 248"/>
                <a:gd name="T9" fmla="*/ 1535 h 143"/>
                <a:gd name="T10" fmla="*/ 1951 w 248"/>
                <a:gd name="T11" fmla="*/ 1288 h 143"/>
                <a:gd name="T12" fmla="*/ 1210 w 248"/>
                <a:gd name="T13" fmla="*/ 826 h 143"/>
                <a:gd name="T14" fmla="*/ 427 w 248"/>
                <a:gd name="T15" fmla="*/ 309 h 143"/>
                <a:gd name="T16" fmla="*/ 19 w 248"/>
                <a:gd name="T17" fmla="*/ 12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143">
                  <a:moveTo>
                    <a:pt x="0" y="1"/>
                  </a:moveTo>
                  <a:cubicBezTo>
                    <a:pt x="19" y="30"/>
                    <a:pt x="50" y="43"/>
                    <a:pt x="77" y="63"/>
                  </a:cubicBezTo>
                  <a:cubicBezTo>
                    <a:pt x="97" y="79"/>
                    <a:pt x="118" y="87"/>
                    <a:pt x="141" y="97"/>
                  </a:cubicBezTo>
                  <a:cubicBezTo>
                    <a:pt x="164" y="107"/>
                    <a:pt x="180" y="125"/>
                    <a:pt x="203" y="135"/>
                  </a:cubicBezTo>
                  <a:cubicBezTo>
                    <a:pt x="220" y="143"/>
                    <a:pt x="234" y="136"/>
                    <a:pt x="248" y="125"/>
                  </a:cubicBezTo>
                  <a:cubicBezTo>
                    <a:pt x="238" y="115"/>
                    <a:pt x="206" y="112"/>
                    <a:pt x="192" y="105"/>
                  </a:cubicBezTo>
                  <a:cubicBezTo>
                    <a:pt x="167" y="93"/>
                    <a:pt x="145" y="76"/>
                    <a:pt x="119" y="67"/>
                  </a:cubicBezTo>
                  <a:cubicBezTo>
                    <a:pt x="89" y="57"/>
                    <a:pt x="67" y="44"/>
                    <a:pt x="42" y="25"/>
                  </a:cubicBezTo>
                  <a:cubicBezTo>
                    <a:pt x="30" y="16"/>
                    <a:pt x="17" y="0"/>
                    <a:pt x="2" y="1"/>
                  </a:cubicBezTo>
                </a:path>
              </a:pathLst>
            </a:custGeom>
            <a:solidFill>
              <a:srgbClr val="F2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1" name="Freeform 528">
              <a:extLst>
                <a:ext uri="{FF2B5EF4-FFF2-40B4-BE49-F238E27FC236}">
                  <a16:creationId xmlns:a16="http://schemas.microsoft.com/office/drawing/2014/main" id="{003E0F24-357B-4CA4-85EF-4566A2394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3209"/>
              <a:ext cx="263" cy="177"/>
            </a:xfrm>
            <a:custGeom>
              <a:avLst/>
              <a:gdLst>
                <a:gd name="T0" fmla="*/ 0 w 122"/>
                <a:gd name="T1" fmla="*/ 703 h 77"/>
                <a:gd name="T2" fmla="*/ 651 w 122"/>
                <a:gd name="T3" fmla="*/ 634 h 77"/>
                <a:gd name="T4" fmla="*/ 1171 w 122"/>
                <a:gd name="T5" fmla="*/ 159 h 77"/>
                <a:gd name="T6" fmla="*/ 929 w 122"/>
                <a:gd name="T7" fmla="*/ 216 h 77"/>
                <a:gd name="T8" fmla="*/ 571 w 122"/>
                <a:gd name="T9" fmla="*/ 439 h 77"/>
                <a:gd name="T10" fmla="*/ 278 w 122"/>
                <a:gd name="T11" fmla="*/ 634 h 77"/>
                <a:gd name="T12" fmla="*/ 19 w 122"/>
                <a:gd name="T13" fmla="*/ 683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77">
                  <a:moveTo>
                    <a:pt x="0" y="58"/>
                  </a:moveTo>
                  <a:cubicBezTo>
                    <a:pt x="28" y="77"/>
                    <a:pt x="43" y="71"/>
                    <a:pt x="65" y="52"/>
                  </a:cubicBezTo>
                  <a:cubicBezTo>
                    <a:pt x="78" y="41"/>
                    <a:pt x="122" y="41"/>
                    <a:pt x="117" y="13"/>
                  </a:cubicBezTo>
                  <a:cubicBezTo>
                    <a:pt x="115" y="0"/>
                    <a:pt x="102" y="13"/>
                    <a:pt x="93" y="18"/>
                  </a:cubicBezTo>
                  <a:cubicBezTo>
                    <a:pt x="82" y="24"/>
                    <a:pt x="68" y="29"/>
                    <a:pt x="57" y="36"/>
                  </a:cubicBezTo>
                  <a:cubicBezTo>
                    <a:pt x="48" y="41"/>
                    <a:pt x="38" y="50"/>
                    <a:pt x="28" y="52"/>
                  </a:cubicBezTo>
                  <a:cubicBezTo>
                    <a:pt x="19" y="55"/>
                    <a:pt x="8" y="51"/>
                    <a:pt x="2" y="56"/>
                  </a:cubicBezTo>
                </a:path>
              </a:pathLst>
            </a:custGeom>
            <a:solidFill>
              <a:srgbClr val="F2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316" name="Text Box 530">
            <a:extLst>
              <a:ext uri="{FF2B5EF4-FFF2-40B4-BE49-F238E27FC236}">
                <a16:creationId xmlns:a16="http://schemas.microsoft.com/office/drawing/2014/main" id="{6273BE27-6DD7-4983-9C76-AA7FB39677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8738" y="2105025"/>
            <a:ext cx="12557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B050"/>
                </a:solidFill>
              </a:rPr>
              <a:t>Frontal lobe</a:t>
            </a:r>
          </a:p>
        </p:txBody>
      </p:sp>
      <p:sp>
        <p:nvSpPr>
          <p:cNvPr id="13317" name="Text Box 531">
            <a:extLst>
              <a:ext uri="{FF2B5EF4-FFF2-40B4-BE49-F238E27FC236}">
                <a16:creationId xmlns:a16="http://schemas.microsoft.com/office/drawing/2014/main" id="{2FB3980F-5B7A-4EB9-A1E8-06C7196BE0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80263" y="1644650"/>
            <a:ext cx="1311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5194F7"/>
                </a:solidFill>
              </a:rPr>
              <a:t>Parietal lobe</a:t>
            </a:r>
          </a:p>
        </p:txBody>
      </p:sp>
      <p:sp>
        <p:nvSpPr>
          <p:cNvPr id="13318" name="Text Box 532">
            <a:extLst>
              <a:ext uri="{FF2B5EF4-FFF2-40B4-BE49-F238E27FC236}">
                <a16:creationId xmlns:a16="http://schemas.microsoft.com/office/drawing/2014/main" id="{5F282905-48F3-4A4F-BCB1-497A66C404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5638" y="5086350"/>
            <a:ext cx="148113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F1C525"/>
                </a:solidFill>
              </a:rPr>
              <a:t>Temporal lobe</a:t>
            </a:r>
          </a:p>
        </p:txBody>
      </p:sp>
      <p:sp>
        <p:nvSpPr>
          <p:cNvPr id="13319" name="Text Box 533">
            <a:extLst>
              <a:ext uri="{FF2B5EF4-FFF2-40B4-BE49-F238E27FC236}">
                <a16:creationId xmlns:a16="http://schemas.microsoft.com/office/drawing/2014/main" id="{77EB0DFB-EB01-461D-9DC1-7426D6DA27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0438" y="3581400"/>
            <a:ext cx="14017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E55FCB"/>
                </a:solidFill>
              </a:rPr>
              <a:t>Occipital lobe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4421A46E-9F7F-4D6C-B504-D09D16774C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Functional areas of the brain</a:t>
            </a:r>
          </a:p>
        </p:txBody>
      </p:sp>
      <p:grpSp>
        <p:nvGrpSpPr>
          <p:cNvPr id="56322" name="functional-areas-of-human-brain">
            <a:extLst>
              <a:ext uri="{FF2B5EF4-FFF2-40B4-BE49-F238E27FC236}">
                <a16:creationId xmlns:a16="http://schemas.microsoft.com/office/drawing/2014/main" id="{364F1434-C035-499D-85D7-003822ED87FB}"/>
              </a:ext>
            </a:extLst>
          </p:cNvPr>
          <p:cNvGrpSpPr>
            <a:grpSpLocks/>
          </p:cNvGrpSpPr>
          <p:nvPr/>
        </p:nvGrpSpPr>
        <p:grpSpPr bwMode="auto">
          <a:xfrm>
            <a:off x="3032125" y="2338388"/>
            <a:ext cx="5583238" cy="3827462"/>
            <a:chOff x="950" y="1049"/>
            <a:chExt cx="3517" cy="2411"/>
          </a:xfrm>
        </p:grpSpPr>
        <p:sp>
          <p:nvSpPr>
            <p:cNvPr id="56336" name="Freeform 4">
              <a:extLst>
                <a:ext uri="{FF2B5EF4-FFF2-40B4-BE49-F238E27FC236}">
                  <a16:creationId xmlns:a16="http://schemas.microsoft.com/office/drawing/2014/main" id="{2561108F-F8C7-4431-A2CD-7BDF508E3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733"/>
              <a:ext cx="647" cy="727"/>
            </a:xfrm>
            <a:custGeom>
              <a:avLst/>
              <a:gdLst>
                <a:gd name="T0" fmla="*/ 63 w 433"/>
                <a:gd name="T1" fmla="*/ 506 h 486"/>
                <a:gd name="T2" fmla="*/ 117 w 433"/>
                <a:gd name="T3" fmla="*/ 588 h 486"/>
                <a:gd name="T4" fmla="*/ 236 w 433"/>
                <a:gd name="T5" fmla="*/ 743 h 486"/>
                <a:gd name="T6" fmla="*/ 384 w 433"/>
                <a:gd name="T7" fmla="*/ 836 h 486"/>
                <a:gd name="T8" fmla="*/ 478 w 433"/>
                <a:gd name="T9" fmla="*/ 957 h 486"/>
                <a:gd name="T10" fmla="*/ 607 w 433"/>
                <a:gd name="T11" fmla="*/ 1105 h 486"/>
                <a:gd name="T12" fmla="*/ 741 w 433"/>
                <a:gd name="T13" fmla="*/ 1222 h 486"/>
                <a:gd name="T14" fmla="*/ 1000 w 433"/>
                <a:gd name="T15" fmla="*/ 1520 h 486"/>
                <a:gd name="T16" fmla="*/ 1079 w 433"/>
                <a:gd name="T17" fmla="*/ 1628 h 486"/>
                <a:gd name="T18" fmla="*/ 1163 w 433"/>
                <a:gd name="T19" fmla="*/ 1625 h 486"/>
                <a:gd name="T20" fmla="*/ 1269 w 433"/>
                <a:gd name="T21" fmla="*/ 1584 h 486"/>
                <a:gd name="T22" fmla="*/ 1423 w 433"/>
                <a:gd name="T23" fmla="*/ 1466 h 486"/>
                <a:gd name="T24" fmla="*/ 1357 w 433"/>
                <a:gd name="T25" fmla="*/ 1272 h 486"/>
                <a:gd name="T26" fmla="*/ 1291 w 433"/>
                <a:gd name="T27" fmla="*/ 1168 h 486"/>
                <a:gd name="T28" fmla="*/ 1228 w 433"/>
                <a:gd name="T29" fmla="*/ 1025 h 486"/>
                <a:gd name="T30" fmla="*/ 1133 w 433"/>
                <a:gd name="T31" fmla="*/ 836 h 486"/>
                <a:gd name="T32" fmla="*/ 1025 w 433"/>
                <a:gd name="T33" fmla="*/ 565 h 486"/>
                <a:gd name="T34" fmla="*/ 708 w 433"/>
                <a:gd name="T35" fmla="*/ 109 h 486"/>
                <a:gd name="T36" fmla="*/ 221 w 433"/>
                <a:gd name="T37" fmla="*/ 55 h 486"/>
                <a:gd name="T38" fmla="*/ 54 w 433"/>
                <a:gd name="T39" fmla="*/ 194 h 486"/>
                <a:gd name="T40" fmla="*/ 1 w 433"/>
                <a:gd name="T41" fmla="*/ 369 h 486"/>
                <a:gd name="T42" fmla="*/ 6 w 433"/>
                <a:gd name="T43" fmla="*/ 378 h 486"/>
                <a:gd name="T44" fmla="*/ 63 w 433"/>
                <a:gd name="T45" fmla="*/ 506 h 48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3" h="486">
                  <a:moveTo>
                    <a:pt x="19" y="151"/>
                  </a:moveTo>
                  <a:cubicBezTo>
                    <a:pt x="24" y="160"/>
                    <a:pt x="29" y="168"/>
                    <a:pt x="35" y="176"/>
                  </a:cubicBezTo>
                  <a:cubicBezTo>
                    <a:pt x="46" y="192"/>
                    <a:pt x="55" y="212"/>
                    <a:pt x="71" y="222"/>
                  </a:cubicBezTo>
                  <a:cubicBezTo>
                    <a:pt x="86" y="232"/>
                    <a:pt x="100" y="242"/>
                    <a:pt x="115" y="250"/>
                  </a:cubicBezTo>
                  <a:cubicBezTo>
                    <a:pt x="132" y="261"/>
                    <a:pt x="136" y="267"/>
                    <a:pt x="143" y="286"/>
                  </a:cubicBezTo>
                  <a:cubicBezTo>
                    <a:pt x="150" y="306"/>
                    <a:pt x="167" y="316"/>
                    <a:pt x="182" y="330"/>
                  </a:cubicBezTo>
                  <a:cubicBezTo>
                    <a:pt x="195" y="342"/>
                    <a:pt x="209" y="354"/>
                    <a:pt x="222" y="365"/>
                  </a:cubicBezTo>
                  <a:cubicBezTo>
                    <a:pt x="252" y="392"/>
                    <a:pt x="276" y="423"/>
                    <a:pt x="300" y="454"/>
                  </a:cubicBezTo>
                  <a:cubicBezTo>
                    <a:pt x="308" y="465"/>
                    <a:pt x="315" y="475"/>
                    <a:pt x="323" y="486"/>
                  </a:cubicBezTo>
                  <a:cubicBezTo>
                    <a:pt x="331" y="483"/>
                    <a:pt x="340" y="486"/>
                    <a:pt x="349" y="485"/>
                  </a:cubicBezTo>
                  <a:cubicBezTo>
                    <a:pt x="359" y="483"/>
                    <a:pt x="370" y="478"/>
                    <a:pt x="380" y="473"/>
                  </a:cubicBezTo>
                  <a:cubicBezTo>
                    <a:pt x="396" y="464"/>
                    <a:pt x="420" y="458"/>
                    <a:pt x="426" y="438"/>
                  </a:cubicBezTo>
                  <a:cubicBezTo>
                    <a:pt x="433" y="418"/>
                    <a:pt x="418" y="397"/>
                    <a:pt x="407" y="380"/>
                  </a:cubicBezTo>
                  <a:cubicBezTo>
                    <a:pt x="400" y="370"/>
                    <a:pt x="393" y="360"/>
                    <a:pt x="387" y="349"/>
                  </a:cubicBezTo>
                  <a:cubicBezTo>
                    <a:pt x="380" y="335"/>
                    <a:pt x="376" y="320"/>
                    <a:pt x="368" y="306"/>
                  </a:cubicBezTo>
                  <a:cubicBezTo>
                    <a:pt x="357" y="288"/>
                    <a:pt x="347" y="271"/>
                    <a:pt x="339" y="250"/>
                  </a:cubicBezTo>
                  <a:cubicBezTo>
                    <a:pt x="329" y="223"/>
                    <a:pt x="321" y="195"/>
                    <a:pt x="307" y="169"/>
                  </a:cubicBezTo>
                  <a:cubicBezTo>
                    <a:pt x="282" y="121"/>
                    <a:pt x="265" y="59"/>
                    <a:pt x="212" y="33"/>
                  </a:cubicBezTo>
                  <a:cubicBezTo>
                    <a:pt x="169" y="12"/>
                    <a:pt x="112" y="0"/>
                    <a:pt x="66" y="17"/>
                  </a:cubicBezTo>
                  <a:cubicBezTo>
                    <a:pt x="46" y="24"/>
                    <a:pt x="24" y="39"/>
                    <a:pt x="16" y="58"/>
                  </a:cubicBezTo>
                  <a:cubicBezTo>
                    <a:pt x="12" y="67"/>
                    <a:pt x="0" y="95"/>
                    <a:pt x="1" y="110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7" y="126"/>
                    <a:pt x="12" y="138"/>
                    <a:pt x="19" y="151"/>
                  </a:cubicBezTo>
                </a:path>
              </a:pathLst>
            </a:custGeom>
            <a:solidFill>
              <a:srgbClr val="F09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7" name="Freeform 5">
              <a:extLst>
                <a:ext uri="{FF2B5EF4-FFF2-40B4-BE49-F238E27FC236}">
                  <a16:creationId xmlns:a16="http://schemas.microsoft.com/office/drawing/2014/main" id="{11E7DEF0-DCD6-45C8-90CB-D228410E5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733"/>
              <a:ext cx="480" cy="371"/>
            </a:xfrm>
            <a:custGeom>
              <a:avLst/>
              <a:gdLst>
                <a:gd name="T0" fmla="*/ 970 w 321"/>
                <a:gd name="T1" fmla="*/ 735 h 248"/>
                <a:gd name="T2" fmla="*/ 1074 w 321"/>
                <a:gd name="T3" fmla="*/ 673 h 248"/>
                <a:gd name="T4" fmla="*/ 1026 w 321"/>
                <a:gd name="T5" fmla="*/ 565 h 248"/>
                <a:gd name="T6" fmla="*/ 709 w 321"/>
                <a:gd name="T7" fmla="*/ 109 h 248"/>
                <a:gd name="T8" fmla="*/ 221 w 321"/>
                <a:gd name="T9" fmla="*/ 55 h 248"/>
                <a:gd name="T10" fmla="*/ 54 w 321"/>
                <a:gd name="T11" fmla="*/ 194 h 248"/>
                <a:gd name="T12" fmla="*/ 1 w 321"/>
                <a:gd name="T13" fmla="*/ 370 h 248"/>
                <a:gd name="T14" fmla="*/ 6 w 321"/>
                <a:gd name="T15" fmla="*/ 378 h 248"/>
                <a:gd name="T16" fmla="*/ 63 w 321"/>
                <a:gd name="T17" fmla="*/ 506 h 248"/>
                <a:gd name="T18" fmla="*/ 117 w 321"/>
                <a:gd name="T19" fmla="*/ 588 h 248"/>
                <a:gd name="T20" fmla="*/ 238 w 321"/>
                <a:gd name="T21" fmla="*/ 743 h 248"/>
                <a:gd name="T22" fmla="*/ 371 w 321"/>
                <a:gd name="T23" fmla="*/ 830 h 248"/>
                <a:gd name="T24" fmla="*/ 493 w 321"/>
                <a:gd name="T25" fmla="*/ 811 h 248"/>
                <a:gd name="T26" fmla="*/ 970 w 321"/>
                <a:gd name="T27" fmla="*/ 735 h 2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1" h="248">
                  <a:moveTo>
                    <a:pt x="290" y="219"/>
                  </a:moveTo>
                  <a:cubicBezTo>
                    <a:pt x="298" y="215"/>
                    <a:pt x="311" y="208"/>
                    <a:pt x="321" y="201"/>
                  </a:cubicBezTo>
                  <a:cubicBezTo>
                    <a:pt x="317" y="190"/>
                    <a:pt x="313" y="180"/>
                    <a:pt x="307" y="169"/>
                  </a:cubicBezTo>
                  <a:cubicBezTo>
                    <a:pt x="282" y="121"/>
                    <a:pt x="265" y="59"/>
                    <a:pt x="212" y="33"/>
                  </a:cubicBezTo>
                  <a:cubicBezTo>
                    <a:pt x="169" y="12"/>
                    <a:pt x="112" y="0"/>
                    <a:pt x="66" y="17"/>
                  </a:cubicBezTo>
                  <a:cubicBezTo>
                    <a:pt x="46" y="24"/>
                    <a:pt x="24" y="39"/>
                    <a:pt x="16" y="58"/>
                  </a:cubicBezTo>
                  <a:cubicBezTo>
                    <a:pt x="12" y="67"/>
                    <a:pt x="0" y="95"/>
                    <a:pt x="1" y="110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7" y="126"/>
                    <a:pt x="12" y="138"/>
                    <a:pt x="19" y="151"/>
                  </a:cubicBezTo>
                  <a:cubicBezTo>
                    <a:pt x="24" y="160"/>
                    <a:pt x="29" y="168"/>
                    <a:pt x="35" y="176"/>
                  </a:cubicBezTo>
                  <a:cubicBezTo>
                    <a:pt x="46" y="192"/>
                    <a:pt x="55" y="212"/>
                    <a:pt x="71" y="222"/>
                  </a:cubicBezTo>
                  <a:cubicBezTo>
                    <a:pt x="84" y="231"/>
                    <a:pt x="97" y="240"/>
                    <a:pt x="111" y="248"/>
                  </a:cubicBezTo>
                  <a:cubicBezTo>
                    <a:pt x="123" y="246"/>
                    <a:pt x="136" y="244"/>
                    <a:pt x="148" y="242"/>
                  </a:cubicBezTo>
                  <a:cubicBezTo>
                    <a:pt x="196" y="237"/>
                    <a:pt x="245" y="241"/>
                    <a:pt x="290" y="219"/>
                  </a:cubicBezTo>
                  <a:close/>
                </a:path>
              </a:pathLst>
            </a:custGeom>
            <a:solidFill>
              <a:srgbClr val="ED8E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8" name="Freeform 6">
              <a:extLst>
                <a:ext uri="{FF2B5EF4-FFF2-40B4-BE49-F238E27FC236}">
                  <a16:creationId xmlns:a16="http://schemas.microsoft.com/office/drawing/2014/main" id="{ED0F8C79-D061-4741-9477-BA768F0A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733"/>
              <a:ext cx="647" cy="727"/>
            </a:xfrm>
            <a:custGeom>
              <a:avLst/>
              <a:gdLst>
                <a:gd name="T0" fmla="*/ 63 w 433"/>
                <a:gd name="T1" fmla="*/ 506 h 486"/>
                <a:gd name="T2" fmla="*/ 117 w 433"/>
                <a:gd name="T3" fmla="*/ 588 h 486"/>
                <a:gd name="T4" fmla="*/ 236 w 433"/>
                <a:gd name="T5" fmla="*/ 743 h 486"/>
                <a:gd name="T6" fmla="*/ 384 w 433"/>
                <a:gd name="T7" fmla="*/ 836 h 486"/>
                <a:gd name="T8" fmla="*/ 478 w 433"/>
                <a:gd name="T9" fmla="*/ 957 h 486"/>
                <a:gd name="T10" fmla="*/ 607 w 433"/>
                <a:gd name="T11" fmla="*/ 1105 h 486"/>
                <a:gd name="T12" fmla="*/ 741 w 433"/>
                <a:gd name="T13" fmla="*/ 1222 h 486"/>
                <a:gd name="T14" fmla="*/ 1000 w 433"/>
                <a:gd name="T15" fmla="*/ 1520 h 486"/>
                <a:gd name="T16" fmla="*/ 1079 w 433"/>
                <a:gd name="T17" fmla="*/ 1628 h 486"/>
                <a:gd name="T18" fmla="*/ 1163 w 433"/>
                <a:gd name="T19" fmla="*/ 1625 h 486"/>
                <a:gd name="T20" fmla="*/ 1269 w 433"/>
                <a:gd name="T21" fmla="*/ 1584 h 486"/>
                <a:gd name="T22" fmla="*/ 1423 w 433"/>
                <a:gd name="T23" fmla="*/ 1466 h 486"/>
                <a:gd name="T24" fmla="*/ 1357 w 433"/>
                <a:gd name="T25" fmla="*/ 1272 h 486"/>
                <a:gd name="T26" fmla="*/ 1291 w 433"/>
                <a:gd name="T27" fmla="*/ 1168 h 486"/>
                <a:gd name="T28" fmla="*/ 1228 w 433"/>
                <a:gd name="T29" fmla="*/ 1025 h 486"/>
                <a:gd name="T30" fmla="*/ 1133 w 433"/>
                <a:gd name="T31" fmla="*/ 836 h 486"/>
                <a:gd name="T32" fmla="*/ 1025 w 433"/>
                <a:gd name="T33" fmla="*/ 565 h 486"/>
                <a:gd name="T34" fmla="*/ 708 w 433"/>
                <a:gd name="T35" fmla="*/ 109 h 486"/>
                <a:gd name="T36" fmla="*/ 221 w 433"/>
                <a:gd name="T37" fmla="*/ 55 h 486"/>
                <a:gd name="T38" fmla="*/ 54 w 433"/>
                <a:gd name="T39" fmla="*/ 194 h 486"/>
                <a:gd name="T40" fmla="*/ 1 w 433"/>
                <a:gd name="T41" fmla="*/ 369 h 486"/>
                <a:gd name="T42" fmla="*/ 6 w 433"/>
                <a:gd name="T43" fmla="*/ 378 h 486"/>
                <a:gd name="T44" fmla="*/ 63 w 433"/>
                <a:gd name="T45" fmla="*/ 506 h 48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3" h="486">
                  <a:moveTo>
                    <a:pt x="19" y="151"/>
                  </a:moveTo>
                  <a:cubicBezTo>
                    <a:pt x="24" y="160"/>
                    <a:pt x="29" y="168"/>
                    <a:pt x="35" y="176"/>
                  </a:cubicBezTo>
                  <a:cubicBezTo>
                    <a:pt x="46" y="192"/>
                    <a:pt x="55" y="212"/>
                    <a:pt x="71" y="222"/>
                  </a:cubicBezTo>
                  <a:cubicBezTo>
                    <a:pt x="86" y="232"/>
                    <a:pt x="100" y="242"/>
                    <a:pt x="115" y="250"/>
                  </a:cubicBezTo>
                  <a:cubicBezTo>
                    <a:pt x="132" y="261"/>
                    <a:pt x="136" y="267"/>
                    <a:pt x="143" y="286"/>
                  </a:cubicBezTo>
                  <a:cubicBezTo>
                    <a:pt x="150" y="306"/>
                    <a:pt x="167" y="316"/>
                    <a:pt x="182" y="330"/>
                  </a:cubicBezTo>
                  <a:cubicBezTo>
                    <a:pt x="195" y="342"/>
                    <a:pt x="209" y="354"/>
                    <a:pt x="222" y="365"/>
                  </a:cubicBezTo>
                  <a:cubicBezTo>
                    <a:pt x="252" y="392"/>
                    <a:pt x="276" y="423"/>
                    <a:pt x="300" y="454"/>
                  </a:cubicBezTo>
                  <a:cubicBezTo>
                    <a:pt x="308" y="465"/>
                    <a:pt x="315" y="475"/>
                    <a:pt x="323" y="486"/>
                  </a:cubicBezTo>
                  <a:cubicBezTo>
                    <a:pt x="331" y="483"/>
                    <a:pt x="340" y="486"/>
                    <a:pt x="349" y="485"/>
                  </a:cubicBezTo>
                  <a:cubicBezTo>
                    <a:pt x="359" y="483"/>
                    <a:pt x="370" y="478"/>
                    <a:pt x="380" y="473"/>
                  </a:cubicBezTo>
                  <a:cubicBezTo>
                    <a:pt x="396" y="464"/>
                    <a:pt x="420" y="458"/>
                    <a:pt x="426" y="438"/>
                  </a:cubicBezTo>
                  <a:cubicBezTo>
                    <a:pt x="433" y="418"/>
                    <a:pt x="418" y="397"/>
                    <a:pt x="407" y="380"/>
                  </a:cubicBezTo>
                  <a:cubicBezTo>
                    <a:pt x="400" y="370"/>
                    <a:pt x="393" y="360"/>
                    <a:pt x="387" y="349"/>
                  </a:cubicBezTo>
                  <a:cubicBezTo>
                    <a:pt x="380" y="335"/>
                    <a:pt x="376" y="320"/>
                    <a:pt x="368" y="306"/>
                  </a:cubicBezTo>
                  <a:cubicBezTo>
                    <a:pt x="357" y="288"/>
                    <a:pt x="347" y="271"/>
                    <a:pt x="339" y="250"/>
                  </a:cubicBezTo>
                  <a:cubicBezTo>
                    <a:pt x="329" y="223"/>
                    <a:pt x="321" y="195"/>
                    <a:pt x="307" y="169"/>
                  </a:cubicBezTo>
                  <a:cubicBezTo>
                    <a:pt x="282" y="121"/>
                    <a:pt x="265" y="59"/>
                    <a:pt x="212" y="33"/>
                  </a:cubicBezTo>
                  <a:cubicBezTo>
                    <a:pt x="169" y="12"/>
                    <a:pt x="112" y="0"/>
                    <a:pt x="66" y="17"/>
                  </a:cubicBezTo>
                  <a:cubicBezTo>
                    <a:pt x="46" y="24"/>
                    <a:pt x="24" y="39"/>
                    <a:pt x="16" y="58"/>
                  </a:cubicBezTo>
                  <a:cubicBezTo>
                    <a:pt x="12" y="67"/>
                    <a:pt x="0" y="95"/>
                    <a:pt x="1" y="110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7" y="126"/>
                    <a:pt x="12" y="138"/>
                    <a:pt x="19" y="151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9" name="Freeform 7">
              <a:extLst>
                <a:ext uri="{FF2B5EF4-FFF2-40B4-BE49-F238E27FC236}">
                  <a16:creationId xmlns:a16="http://schemas.microsoft.com/office/drawing/2014/main" id="{4E17D6D2-B478-4ECF-95E4-A4721DD8C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439"/>
              <a:ext cx="1286" cy="849"/>
            </a:xfrm>
            <a:custGeom>
              <a:avLst/>
              <a:gdLst>
                <a:gd name="T0" fmla="*/ 87 w 861"/>
                <a:gd name="T1" fmla="*/ 771 h 568"/>
                <a:gd name="T2" fmla="*/ 161 w 861"/>
                <a:gd name="T3" fmla="*/ 1055 h 568"/>
                <a:gd name="T4" fmla="*/ 217 w 861"/>
                <a:gd name="T5" fmla="*/ 1271 h 568"/>
                <a:gd name="T6" fmla="*/ 479 w 861"/>
                <a:gd name="T7" fmla="*/ 1430 h 568"/>
                <a:gd name="T8" fmla="*/ 714 w 861"/>
                <a:gd name="T9" fmla="*/ 1647 h 568"/>
                <a:gd name="T10" fmla="*/ 844 w 861"/>
                <a:gd name="T11" fmla="*/ 1688 h 568"/>
                <a:gd name="T12" fmla="*/ 936 w 861"/>
                <a:gd name="T13" fmla="*/ 1794 h 568"/>
                <a:gd name="T14" fmla="*/ 1235 w 861"/>
                <a:gd name="T15" fmla="*/ 1780 h 568"/>
                <a:gd name="T16" fmla="*/ 1568 w 861"/>
                <a:gd name="T17" fmla="*/ 1870 h 568"/>
                <a:gd name="T18" fmla="*/ 1870 w 861"/>
                <a:gd name="T19" fmla="*/ 1688 h 568"/>
                <a:gd name="T20" fmla="*/ 2815 w 861"/>
                <a:gd name="T21" fmla="*/ 749 h 568"/>
                <a:gd name="T22" fmla="*/ 2689 w 861"/>
                <a:gd name="T23" fmla="*/ 197 h 568"/>
                <a:gd name="T24" fmla="*/ 1970 w 861"/>
                <a:gd name="T25" fmla="*/ 221 h 568"/>
                <a:gd name="T26" fmla="*/ 768 w 861"/>
                <a:gd name="T27" fmla="*/ 366 h 568"/>
                <a:gd name="T28" fmla="*/ 96 w 861"/>
                <a:gd name="T29" fmla="*/ 750 h 568"/>
                <a:gd name="T30" fmla="*/ 87 w 861"/>
                <a:gd name="T31" fmla="*/ 771 h 5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61" h="568">
                  <a:moveTo>
                    <a:pt x="26" y="231"/>
                  </a:moveTo>
                  <a:cubicBezTo>
                    <a:pt x="0" y="257"/>
                    <a:pt x="37" y="294"/>
                    <a:pt x="48" y="316"/>
                  </a:cubicBezTo>
                  <a:cubicBezTo>
                    <a:pt x="57" y="337"/>
                    <a:pt x="49" y="357"/>
                    <a:pt x="65" y="381"/>
                  </a:cubicBezTo>
                  <a:cubicBezTo>
                    <a:pt x="85" y="410"/>
                    <a:pt x="123" y="410"/>
                    <a:pt x="144" y="428"/>
                  </a:cubicBezTo>
                  <a:cubicBezTo>
                    <a:pt x="175" y="454"/>
                    <a:pt x="171" y="477"/>
                    <a:pt x="214" y="493"/>
                  </a:cubicBezTo>
                  <a:cubicBezTo>
                    <a:pt x="229" y="498"/>
                    <a:pt x="239" y="496"/>
                    <a:pt x="253" y="505"/>
                  </a:cubicBezTo>
                  <a:cubicBezTo>
                    <a:pt x="264" y="514"/>
                    <a:pt x="269" y="530"/>
                    <a:pt x="281" y="537"/>
                  </a:cubicBezTo>
                  <a:cubicBezTo>
                    <a:pt x="313" y="555"/>
                    <a:pt x="342" y="530"/>
                    <a:pt x="371" y="533"/>
                  </a:cubicBezTo>
                  <a:cubicBezTo>
                    <a:pt x="402" y="536"/>
                    <a:pt x="432" y="568"/>
                    <a:pt x="471" y="560"/>
                  </a:cubicBezTo>
                  <a:cubicBezTo>
                    <a:pt x="504" y="553"/>
                    <a:pt x="531" y="518"/>
                    <a:pt x="561" y="505"/>
                  </a:cubicBezTo>
                  <a:cubicBezTo>
                    <a:pt x="693" y="450"/>
                    <a:pt x="815" y="371"/>
                    <a:pt x="845" y="224"/>
                  </a:cubicBezTo>
                  <a:cubicBezTo>
                    <a:pt x="858" y="156"/>
                    <a:pt x="861" y="106"/>
                    <a:pt x="807" y="59"/>
                  </a:cubicBezTo>
                  <a:cubicBezTo>
                    <a:pt x="741" y="0"/>
                    <a:pt x="669" y="49"/>
                    <a:pt x="591" y="66"/>
                  </a:cubicBezTo>
                  <a:cubicBezTo>
                    <a:pt x="473" y="92"/>
                    <a:pt x="344" y="77"/>
                    <a:pt x="230" y="110"/>
                  </a:cubicBezTo>
                  <a:cubicBezTo>
                    <a:pt x="177" y="125"/>
                    <a:pt x="41" y="170"/>
                    <a:pt x="29" y="225"/>
                  </a:cubicBezTo>
                  <a:lnTo>
                    <a:pt x="26" y="231"/>
                  </a:lnTo>
                  <a:close/>
                </a:path>
              </a:pathLst>
            </a:custGeom>
            <a:solidFill>
              <a:srgbClr val="E2D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0" name="Freeform 8">
              <a:extLst>
                <a:ext uri="{FF2B5EF4-FFF2-40B4-BE49-F238E27FC236}">
                  <a16:creationId xmlns:a16="http://schemas.microsoft.com/office/drawing/2014/main" id="{D70A4001-D59A-4DCA-8992-8129F4675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433"/>
              <a:ext cx="1287" cy="672"/>
            </a:xfrm>
            <a:custGeom>
              <a:avLst/>
              <a:gdLst>
                <a:gd name="T0" fmla="*/ 2700 w 861"/>
                <a:gd name="T1" fmla="*/ 196 h 450"/>
                <a:gd name="T2" fmla="*/ 1973 w 861"/>
                <a:gd name="T3" fmla="*/ 221 h 450"/>
                <a:gd name="T4" fmla="*/ 768 w 861"/>
                <a:gd name="T5" fmla="*/ 366 h 450"/>
                <a:gd name="T6" fmla="*/ 96 w 861"/>
                <a:gd name="T7" fmla="*/ 750 h 450"/>
                <a:gd name="T8" fmla="*/ 90 w 861"/>
                <a:gd name="T9" fmla="*/ 769 h 450"/>
                <a:gd name="T10" fmla="*/ 161 w 861"/>
                <a:gd name="T11" fmla="*/ 1053 h 450"/>
                <a:gd name="T12" fmla="*/ 221 w 861"/>
                <a:gd name="T13" fmla="*/ 1269 h 450"/>
                <a:gd name="T14" fmla="*/ 480 w 861"/>
                <a:gd name="T15" fmla="*/ 1425 h 450"/>
                <a:gd name="T16" fmla="*/ 547 w 861"/>
                <a:gd name="T17" fmla="*/ 1499 h 450"/>
                <a:gd name="T18" fmla="*/ 871 w 861"/>
                <a:gd name="T19" fmla="*/ 1283 h 450"/>
                <a:gd name="T20" fmla="*/ 1296 w 861"/>
                <a:gd name="T21" fmla="*/ 1357 h 450"/>
                <a:gd name="T22" fmla="*/ 1661 w 861"/>
                <a:gd name="T23" fmla="*/ 1233 h 450"/>
                <a:gd name="T24" fmla="*/ 1964 w 861"/>
                <a:gd name="T25" fmla="*/ 1126 h 450"/>
                <a:gd name="T26" fmla="*/ 2354 w 861"/>
                <a:gd name="T27" fmla="*/ 936 h 450"/>
                <a:gd name="T28" fmla="*/ 2511 w 861"/>
                <a:gd name="T29" fmla="*/ 912 h 450"/>
                <a:gd name="T30" fmla="*/ 2632 w 861"/>
                <a:gd name="T31" fmla="*/ 842 h 450"/>
                <a:gd name="T32" fmla="*/ 2795 w 861"/>
                <a:gd name="T33" fmla="*/ 856 h 450"/>
                <a:gd name="T34" fmla="*/ 2822 w 861"/>
                <a:gd name="T35" fmla="*/ 747 h 450"/>
                <a:gd name="T36" fmla="*/ 2700 w 861"/>
                <a:gd name="T37" fmla="*/ 196 h 4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61" h="450">
                  <a:moveTo>
                    <a:pt x="808" y="59"/>
                  </a:moveTo>
                  <a:cubicBezTo>
                    <a:pt x="741" y="0"/>
                    <a:pt x="669" y="49"/>
                    <a:pt x="591" y="66"/>
                  </a:cubicBezTo>
                  <a:cubicBezTo>
                    <a:pt x="474" y="92"/>
                    <a:pt x="344" y="77"/>
                    <a:pt x="230" y="110"/>
                  </a:cubicBezTo>
                  <a:cubicBezTo>
                    <a:pt x="177" y="125"/>
                    <a:pt x="41" y="170"/>
                    <a:pt x="29" y="225"/>
                  </a:cubicBezTo>
                  <a:cubicBezTo>
                    <a:pt x="27" y="231"/>
                    <a:pt x="27" y="231"/>
                    <a:pt x="27" y="231"/>
                  </a:cubicBezTo>
                  <a:cubicBezTo>
                    <a:pt x="0" y="257"/>
                    <a:pt x="38" y="294"/>
                    <a:pt x="48" y="316"/>
                  </a:cubicBezTo>
                  <a:cubicBezTo>
                    <a:pt x="57" y="337"/>
                    <a:pt x="49" y="357"/>
                    <a:pt x="66" y="381"/>
                  </a:cubicBezTo>
                  <a:cubicBezTo>
                    <a:pt x="85" y="410"/>
                    <a:pt x="123" y="410"/>
                    <a:pt x="144" y="428"/>
                  </a:cubicBezTo>
                  <a:cubicBezTo>
                    <a:pt x="153" y="436"/>
                    <a:pt x="159" y="443"/>
                    <a:pt x="164" y="450"/>
                  </a:cubicBezTo>
                  <a:cubicBezTo>
                    <a:pt x="198" y="427"/>
                    <a:pt x="224" y="391"/>
                    <a:pt x="261" y="385"/>
                  </a:cubicBezTo>
                  <a:cubicBezTo>
                    <a:pt x="301" y="379"/>
                    <a:pt x="348" y="405"/>
                    <a:pt x="388" y="408"/>
                  </a:cubicBezTo>
                  <a:cubicBezTo>
                    <a:pt x="436" y="412"/>
                    <a:pt x="462" y="402"/>
                    <a:pt x="497" y="370"/>
                  </a:cubicBezTo>
                  <a:cubicBezTo>
                    <a:pt x="529" y="341"/>
                    <a:pt x="544" y="342"/>
                    <a:pt x="588" y="338"/>
                  </a:cubicBezTo>
                  <a:cubicBezTo>
                    <a:pt x="637" y="333"/>
                    <a:pt x="663" y="295"/>
                    <a:pt x="705" y="281"/>
                  </a:cubicBezTo>
                  <a:cubicBezTo>
                    <a:pt x="720" y="276"/>
                    <a:pt x="738" y="280"/>
                    <a:pt x="752" y="274"/>
                  </a:cubicBezTo>
                  <a:cubicBezTo>
                    <a:pt x="766" y="269"/>
                    <a:pt x="776" y="257"/>
                    <a:pt x="788" y="253"/>
                  </a:cubicBezTo>
                  <a:cubicBezTo>
                    <a:pt x="806" y="247"/>
                    <a:pt x="821" y="252"/>
                    <a:pt x="837" y="257"/>
                  </a:cubicBezTo>
                  <a:cubicBezTo>
                    <a:pt x="840" y="246"/>
                    <a:pt x="843" y="236"/>
                    <a:pt x="845" y="224"/>
                  </a:cubicBezTo>
                  <a:cubicBezTo>
                    <a:pt x="859" y="156"/>
                    <a:pt x="861" y="107"/>
                    <a:pt x="808" y="59"/>
                  </a:cubicBezTo>
                  <a:close/>
                </a:path>
              </a:pathLst>
            </a:custGeom>
            <a:solidFill>
              <a:srgbClr val="CE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1" name="Freeform 9">
              <a:extLst>
                <a:ext uri="{FF2B5EF4-FFF2-40B4-BE49-F238E27FC236}">
                  <a16:creationId xmlns:a16="http://schemas.microsoft.com/office/drawing/2014/main" id="{BBF3D6E6-F0D0-4002-A0BD-A6250737F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439"/>
              <a:ext cx="1286" cy="849"/>
            </a:xfrm>
            <a:custGeom>
              <a:avLst/>
              <a:gdLst>
                <a:gd name="T0" fmla="*/ 87 w 861"/>
                <a:gd name="T1" fmla="*/ 771 h 568"/>
                <a:gd name="T2" fmla="*/ 161 w 861"/>
                <a:gd name="T3" fmla="*/ 1055 h 568"/>
                <a:gd name="T4" fmla="*/ 217 w 861"/>
                <a:gd name="T5" fmla="*/ 1271 h 568"/>
                <a:gd name="T6" fmla="*/ 479 w 861"/>
                <a:gd name="T7" fmla="*/ 1430 h 568"/>
                <a:gd name="T8" fmla="*/ 714 w 861"/>
                <a:gd name="T9" fmla="*/ 1647 h 568"/>
                <a:gd name="T10" fmla="*/ 844 w 861"/>
                <a:gd name="T11" fmla="*/ 1688 h 568"/>
                <a:gd name="T12" fmla="*/ 936 w 861"/>
                <a:gd name="T13" fmla="*/ 1794 h 568"/>
                <a:gd name="T14" fmla="*/ 1235 w 861"/>
                <a:gd name="T15" fmla="*/ 1780 h 568"/>
                <a:gd name="T16" fmla="*/ 1568 w 861"/>
                <a:gd name="T17" fmla="*/ 1870 h 568"/>
                <a:gd name="T18" fmla="*/ 1870 w 861"/>
                <a:gd name="T19" fmla="*/ 1688 h 568"/>
                <a:gd name="T20" fmla="*/ 2815 w 861"/>
                <a:gd name="T21" fmla="*/ 749 h 568"/>
                <a:gd name="T22" fmla="*/ 2689 w 861"/>
                <a:gd name="T23" fmla="*/ 197 h 568"/>
                <a:gd name="T24" fmla="*/ 1970 w 861"/>
                <a:gd name="T25" fmla="*/ 221 h 568"/>
                <a:gd name="T26" fmla="*/ 768 w 861"/>
                <a:gd name="T27" fmla="*/ 366 h 568"/>
                <a:gd name="T28" fmla="*/ 96 w 861"/>
                <a:gd name="T29" fmla="*/ 750 h 568"/>
                <a:gd name="T30" fmla="*/ 87 w 861"/>
                <a:gd name="T31" fmla="*/ 771 h 5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61" h="568">
                  <a:moveTo>
                    <a:pt x="26" y="231"/>
                  </a:moveTo>
                  <a:cubicBezTo>
                    <a:pt x="0" y="257"/>
                    <a:pt x="37" y="294"/>
                    <a:pt x="48" y="316"/>
                  </a:cubicBezTo>
                  <a:cubicBezTo>
                    <a:pt x="57" y="337"/>
                    <a:pt x="49" y="357"/>
                    <a:pt x="65" y="381"/>
                  </a:cubicBezTo>
                  <a:cubicBezTo>
                    <a:pt x="85" y="410"/>
                    <a:pt x="123" y="410"/>
                    <a:pt x="144" y="428"/>
                  </a:cubicBezTo>
                  <a:cubicBezTo>
                    <a:pt x="175" y="454"/>
                    <a:pt x="171" y="477"/>
                    <a:pt x="214" y="493"/>
                  </a:cubicBezTo>
                  <a:cubicBezTo>
                    <a:pt x="229" y="498"/>
                    <a:pt x="239" y="496"/>
                    <a:pt x="253" y="505"/>
                  </a:cubicBezTo>
                  <a:cubicBezTo>
                    <a:pt x="264" y="514"/>
                    <a:pt x="269" y="530"/>
                    <a:pt x="281" y="537"/>
                  </a:cubicBezTo>
                  <a:cubicBezTo>
                    <a:pt x="313" y="555"/>
                    <a:pt x="342" y="530"/>
                    <a:pt x="371" y="533"/>
                  </a:cubicBezTo>
                  <a:cubicBezTo>
                    <a:pt x="402" y="536"/>
                    <a:pt x="432" y="568"/>
                    <a:pt x="471" y="560"/>
                  </a:cubicBezTo>
                  <a:cubicBezTo>
                    <a:pt x="504" y="553"/>
                    <a:pt x="531" y="518"/>
                    <a:pt x="561" y="505"/>
                  </a:cubicBezTo>
                  <a:cubicBezTo>
                    <a:pt x="693" y="450"/>
                    <a:pt x="815" y="371"/>
                    <a:pt x="845" y="224"/>
                  </a:cubicBezTo>
                  <a:cubicBezTo>
                    <a:pt x="858" y="156"/>
                    <a:pt x="861" y="106"/>
                    <a:pt x="807" y="59"/>
                  </a:cubicBezTo>
                  <a:cubicBezTo>
                    <a:pt x="741" y="0"/>
                    <a:pt x="669" y="49"/>
                    <a:pt x="591" y="66"/>
                  </a:cubicBezTo>
                  <a:cubicBezTo>
                    <a:pt x="473" y="92"/>
                    <a:pt x="344" y="77"/>
                    <a:pt x="230" y="110"/>
                  </a:cubicBezTo>
                  <a:cubicBezTo>
                    <a:pt x="177" y="125"/>
                    <a:pt x="41" y="170"/>
                    <a:pt x="29" y="225"/>
                  </a:cubicBezTo>
                  <a:lnTo>
                    <a:pt x="26" y="231"/>
                  </a:ln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2" name="Freeform 10">
              <a:extLst>
                <a:ext uri="{FF2B5EF4-FFF2-40B4-BE49-F238E27FC236}">
                  <a16:creationId xmlns:a16="http://schemas.microsoft.com/office/drawing/2014/main" id="{160043BA-9411-4A55-BD6B-A56A8F5A9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612"/>
              <a:ext cx="558" cy="724"/>
            </a:xfrm>
            <a:custGeom>
              <a:avLst/>
              <a:gdLst>
                <a:gd name="T0" fmla="*/ 1207 w 374"/>
                <a:gd name="T1" fmla="*/ 197 h 484"/>
                <a:gd name="T2" fmla="*/ 674 w 374"/>
                <a:gd name="T3" fmla="*/ 76 h 484"/>
                <a:gd name="T4" fmla="*/ 109 w 374"/>
                <a:gd name="T5" fmla="*/ 67 h 484"/>
                <a:gd name="T6" fmla="*/ 109 w 374"/>
                <a:gd name="T7" fmla="*/ 365 h 484"/>
                <a:gd name="T8" fmla="*/ 225 w 374"/>
                <a:gd name="T9" fmla="*/ 953 h 484"/>
                <a:gd name="T10" fmla="*/ 392 w 374"/>
                <a:gd name="T11" fmla="*/ 1547 h 484"/>
                <a:gd name="T12" fmla="*/ 694 w 374"/>
                <a:gd name="T13" fmla="*/ 1598 h 484"/>
                <a:gd name="T14" fmla="*/ 1080 w 374"/>
                <a:gd name="T15" fmla="*/ 1405 h 484"/>
                <a:gd name="T16" fmla="*/ 1073 w 374"/>
                <a:gd name="T17" fmla="*/ 1165 h 484"/>
                <a:gd name="T18" fmla="*/ 1168 w 374"/>
                <a:gd name="T19" fmla="*/ 857 h 484"/>
                <a:gd name="T20" fmla="*/ 1207 w 374"/>
                <a:gd name="T21" fmla="*/ 197 h 4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4" h="484">
                  <a:moveTo>
                    <a:pt x="363" y="59"/>
                  </a:moveTo>
                  <a:cubicBezTo>
                    <a:pt x="374" y="2"/>
                    <a:pt x="284" y="0"/>
                    <a:pt x="203" y="23"/>
                  </a:cubicBezTo>
                  <a:cubicBezTo>
                    <a:pt x="122" y="46"/>
                    <a:pt x="33" y="20"/>
                    <a:pt x="33" y="20"/>
                  </a:cubicBezTo>
                  <a:cubicBezTo>
                    <a:pt x="33" y="20"/>
                    <a:pt x="0" y="68"/>
                    <a:pt x="33" y="109"/>
                  </a:cubicBezTo>
                  <a:cubicBezTo>
                    <a:pt x="67" y="151"/>
                    <a:pt x="97" y="229"/>
                    <a:pt x="68" y="285"/>
                  </a:cubicBezTo>
                  <a:cubicBezTo>
                    <a:pt x="39" y="342"/>
                    <a:pt x="32" y="391"/>
                    <a:pt x="118" y="462"/>
                  </a:cubicBezTo>
                  <a:cubicBezTo>
                    <a:pt x="118" y="462"/>
                    <a:pt x="134" y="484"/>
                    <a:pt x="209" y="477"/>
                  </a:cubicBezTo>
                  <a:cubicBezTo>
                    <a:pt x="285" y="471"/>
                    <a:pt x="299" y="471"/>
                    <a:pt x="325" y="420"/>
                  </a:cubicBezTo>
                  <a:cubicBezTo>
                    <a:pt x="325" y="420"/>
                    <a:pt x="344" y="394"/>
                    <a:pt x="323" y="348"/>
                  </a:cubicBezTo>
                  <a:cubicBezTo>
                    <a:pt x="323" y="348"/>
                    <a:pt x="310" y="310"/>
                    <a:pt x="352" y="256"/>
                  </a:cubicBezTo>
                  <a:cubicBezTo>
                    <a:pt x="366" y="239"/>
                    <a:pt x="347" y="143"/>
                    <a:pt x="363" y="59"/>
                  </a:cubicBezTo>
                  <a:close/>
                </a:path>
              </a:pathLst>
            </a:custGeom>
            <a:solidFill>
              <a:srgbClr val="555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3" name="Freeform 11">
              <a:extLst>
                <a:ext uri="{FF2B5EF4-FFF2-40B4-BE49-F238E27FC236}">
                  <a16:creationId xmlns:a16="http://schemas.microsoft.com/office/drawing/2014/main" id="{1A2E94D6-FFFA-4233-92EA-98718DDA6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564"/>
              <a:ext cx="986" cy="752"/>
            </a:xfrm>
            <a:custGeom>
              <a:avLst/>
              <a:gdLst>
                <a:gd name="T0" fmla="*/ 0 w 660"/>
                <a:gd name="T1" fmla="*/ 1308 h 503"/>
                <a:gd name="T2" fmla="*/ 344 w 660"/>
                <a:gd name="T3" fmla="*/ 1096 h 503"/>
                <a:gd name="T4" fmla="*/ 587 w 660"/>
                <a:gd name="T5" fmla="*/ 1156 h 503"/>
                <a:gd name="T6" fmla="*/ 787 w 660"/>
                <a:gd name="T7" fmla="*/ 1102 h 503"/>
                <a:gd name="T8" fmla="*/ 959 w 660"/>
                <a:gd name="T9" fmla="*/ 970 h 503"/>
                <a:gd name="T10" fmla="*/ 1221 w 660"/>
                <a:gd name="T11" fmla="*/ 758 h 503"/>
                <a:gd name="T12" fmla="*/ 1437 w 660"/>
                <a:gd name="T13" fmla="*/ 474 h 503"/>
                <a:gd name="T14" fmla="*/ 1965 w 660"/>
                <a:gd name="T15" fmla="*/ 82 h 503"/>
                <a:gd name="T16" fmla="*/ 2120 w 660"/>
                <a:gd name="T17" fmla="*/ 0 h 503"/>
                <a:gd name="T18" fmla="*/ 2133 w 660"/>
                <a:gd name="T19" fmla="*/ 175 h 503"/>
                <a:gd name="T20" fmla="*/ 2154 w 660"/>
                <a:gd name="T21" fmla="*/ 667 h 503"/>
                <a:gd name="T22" fmla="*/ 2127 w 660"/>
                <a:gd name="T23" fmla="*/ 1055 h 503"/>
                <a:gd name="T24" fmla="*/ 1386 w 660"/>
                <a:gd name="T25" fmla="*/ 1404 h 503"/>
                <a:gd name="T26" fmla="*/ 1189 w 660"/>
                <a:gd name="T27" fmla="*/ 1440 h 503"/>
                <a:gd name="T28" fmla="*/ 787 w 660"/>
                <a:gd name="T29" fmla="*/ 1634 h 503"/>
                <a:gd name="T30" fmla="*/ 538 w 660"/>
                <a:gd name="T31" fmla="*/ 1618 h 503"/>
                <a:gd name="T32" fmla="*/ 217 w 660"/>
                <a:gd name="T33" fmla="*/ 1486 h 503"/>
                <a:gd name="T34" fmla="*/ 0 w 660"/>
                <a:gd name="T35" fmla="*/ 1308 h 50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60" h="503">
                  <a:moveTo>
                    <a:pt x="0" y="391"/>
                  </a:moveTo>
                  <a:cubicBezTo>
                    <a:pt x="23" y="372"/>
                    <a:pt x="76" y="331"/>
                    <a:pt x="103" y="328"/>
                  </a:cubicBezTo>
                  <a:cubicBezTo>
                    <a:pt x="130" y="326"/>
                    <a:pt x="139" y="338"/>
                    <a:pt x="176" y="346"/>
                  </a:cubicBezTo>
                  <a:cubicBezTo>
                    <a:pt x="213" y="354"/>
                    <a:pt x="222" y="366"/>
                    <a:pt x="236" y="330"/>
                  </a:cubicBezTo>
                  <a:cubicBezTo>
                    <a:pt x="236" y="330"/>
                    <a:pt x="264" y="298"/>
                    <a:pt x="288" y="290"/>
                  </a:cubicBezTo>
                  <a:cubicBezTo>
                    <a:pt x="312" y="283"/>
                    <a:pt x="346" y="244"/>
                    <a:pt x="366" y="227"/>
                  </a:cubicBezTo>
                  <a:cubicBezTo>
                    <a:pt x="386" y="211"/>
                    <a:pt x="417" y="174"/>
                    <a:pt x="431" y="142"/>
                  </a:cubicBezTo>
                  <a:cubicBezTo>
                    <a:pt x="445" y="111"/>
                    <a:pt x="458" y="55"/>
                    <a:pt x="589" y="25"/>
                  </a:cubicBezTo>
                  <a:cubicBezTo>
                    <a:pt x="603" y="21"/>
                    <a:pt x="623" y="20"/>
                    <a:pt x="636" y="0"/>
                  </a:cubicBezTo>
                  <a:cubicBezTo>
                    <a:pt x="636" y="0"/>
                    <a:pt x="640" y="17"/>
                    <a:pt x="640" y="52"/>
                  </a:cubicBezTo>
                  <a:cubicBezTo>
                    <a:pt x="640" y="87"/>
                    <a:pt x="631" y="164"/>
                    <a:pt x="646" y="199"/>
                  </a:cubicBezTo>
                  <a:cubicBezTo>
                    <a:pt x="660" y="234"/>
                    <a:pt x="657" y="277"/>
                    <a:pt x="638" y="316"/>
                  </a:cubicBezTo>
                  <a:cubicBezTo>
                    <a:pt x="619" y="355"/>
                    <a:pt x="546" y="438"/>
                    <a:pt x="416" y="420"/>
                  </a:cubicBezTo>
                  <a:cubicBezTo>
                    <a:pt x="416" y="420"/>
                    <a:pt x="382" y="419"/>
                    <a:pt x="357" y="431"/>
                  </a:cubicBezTo>
                  <a:cubicBezTo>
                    <a:pt x="332" y="442"/>
                    <a:pt x="256" y="484"/>
                    <a:pt x="236" y="489"/>
                  </a:cubicBezTo>
                  <a:cubicBezTo>
                    <a:pt x="215" y="494"/>
                    <a:pt x="193" y="503"/>
                    <a:pt x="161" y="484"/>
                  </a:cubicBezTo>
                  <a:cubicBezTo>
                    <a:pt x="129" y="465"/>
                    <a:pt x="96" y="452"/>
                    <a:pt x="65" y="445"/>
                  </a:cubicBezTo>
                  <a:cubicBezTo>
                    <a:pt x="34" y="438"/>
                    <a:pt x="0" y="391"/>
                    <a:pt x="0" y="391"/>
                  </a:cubicBezTo>
                  <a:close/>
                </a:path>
              </a:pathLst>
            </a:custGeom>
            <a:solidFill>
              <a:srgbClr val="7B4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4" name="Freeform 12">
              <a:extLst>
                <a:ext uri="{FF2B5EF4-FFF2-40B4-BE49-F238E27FC236}">
                  <a16:creationId xmlns:a16="http://schemas.microsoft.com/office/drawing/2014/main" id="{D57663D4-CCF6-4B61-9A9A-E333CFE4A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564"/>
              <a:ext cx="1265" cy="1005"/>
            </a:xfrm>
            <a:custGeom>
              <a:avLst/>
              <a:gdLst>
                <a:gd name="T0" fmla="*/ 2301 w 847"/>
                <a:gd name="T1" fmla="*/ 420 h 672"/>
                <a:gd name="T2" fmla="*/ 1870 w 847"/>
                <a:gd name="T3" fmla="*/ 0 h 672"/>
                <a:gd name="T4" fmla="*/ 1883 w 847"/>
                <a:gd name="T5" fmla="*/ 175 h 672"/>
                <a:gd name="T6" fmla="*/ 1903 w 847"/>
                <a:gd name="T7" fmla="*/ 667 h 672"/>
                <a:gd name="T8" fmla="*/ 1876 w 847"/>
                <a:gd name="T9" fmla="*/ 1057 h 672"/>
                <a:gd name="T10" fmla="*/ 1135 w 847"/>
                <a:gd name="T11" fmla="*/ 1404 h 672"/>
                <a:gd name="T12" fmla="*/ 939 w 847"/>
                <a:gd name="T13" fmla="*/ 1443 h 672"/>
                <a:gd name="T14" fmla="*/ 535 w 847"/>
                <a:gd name="T15" fmla="*/ 1635 h 672"/>
                <a:gd name="T16" fmla="*/ 285 w 847"/>
                <a:gd name="T17" fmla="*/ 1620 h 672"/>
                <a:gd name="T18" fmla="*/ 240 w 847"/>
                <a:gd name="T19" fmla="*/ 2125 h 672"/>
                <a:gd name="T20" fmla="*/ 548 w 847"/>
                <a:gd name="T21" fmla="*/ 2207 h 672"/>
                <a:gd name="T22" fmla="*/ 1020 w 847"/>
                <a:gd name="T23" fmla="*/ 1860 h 672"/>
                <a:gd name="T24" fmla="*/ 1579 w 847"/>
                <a:gd name="T25" fmla="*/ 1807 h 672"/>
                <a:gd name="T26" fmla="*/ 2019 w 847"/>
                <a:gd name="T27" fmla="*/ 1675 h 672"/>
                <a:gd name="T28" fmla="*/ 2301 w 847"/>
                <a:gd name="T29" fmla="*/ 1409 h 672"/>
                <a:gd name="T30" fmla="*/ 2509 w 847"/>
                <a:gd name="T31" fmla="*/ 1331 h 672"/>
                <a:gd name="T32" fmla="*/ 2543 w 847"/>
                <a:gd name="T33" fmla="*/ 721 h 672"/>
                <a:gd name="T34" fmla="*/ 2301 w 847"/>
                <a:gd name="T35" fmla="*/ 420 h 6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47" h="672">
                  <a:moveTo>
                    <a:pt x="691" y="126"/>
                  </a:moveTo>
                  <a:cubicBezTo>
                    <a:pt x="652" y="58"/>
                    <a:pt x="561" y="0"/>
                    <a:pt x="561" y="0"/>
                  </a:cubicBezTo>
                  <a:cubicBezTo>
                    <a:pt x="561" y="0"/>
                    <a:pt x="565" y="17"/>
                    <a:pt x="565" y="52"/>
                  </a:cubicBezTo>
                  <a:cubicBezTo>
                    <a:pt x="565" y="87"/>
                    <a:pt x="556" y="164"/>
                    <a:pt x="571" y="199"/>
                  </a:cubicBezTo>
                  <a:cubicBezTo>
                    <a:pt x="585" y="234"/>
                    <a:pt x="582" y="277"/>
                    <a:pt x="563" y="316"/>
                  </a:cubicBezTo>
                  <a:cubicBezTo>
                    <a:pt x="544" y="355"/>
                    <a:pt x="471" y="438"/>
                    <a:pt x="341" y="420"/>
                  </a:cubicBezTo>
                  <a:cubicBezTo>
                    <a:pt x="341" y="420"/>
                    <a:pt x="307" y="419"/>
                    <a:pt x="282" y="431"/>
                  </a:cubicBezTo>
                  <a:cubicBezTo>
                    <a:pt x="257" y="442"/>
                    <a:pt x="181" y="484"/>
                    <a:pt x="161" y="489"/>
                  </a:cubicBezTo>
                  <a:cubicBezTo>
                    <a:pt x="140" y="494"/>
                    <a:pt x="118" y="503"/>
                    <a:pt x="86" y="484"/>
                  </a:cubicBezTo>
                  <a:cubicBezTo>
                    <a:pt x="86" y="484"/>
                    <a:pt x="0" y="563"/>
                    <a:pt x="72" y="635"/>
                  </a:cubicBezTo>
                  <a:cubicBezTo>
                    <a:pt x="72" y="635"/>
                    <a:pt x="132" y="672"/>
                    <a:pt x="165" y="660"/>
                  </a:cubicBezTo>
                  <a:cubicBezTo>
                    <a:pt x="197" y="647"/>
                    <a:pt x="198" y="587"/>
                    <a:pt x="306" y="556"/>
                  </a:cubicBezTo>
                  <a:cubicBezTo>
                    <a:pt x="415" y="525"/>
                    <a:pt x="417" y="553"/>
                    <a:pt x="474" y="540"/>
                  </a:cubicBezTo>
                  <a:cubicBezTo>
                    <a:pt x="530" y="528"/>
                    <a:pt x="592" y="511"/>
                    <a:pt x="606" y="501"/>
                  </a:cubicBezTo>
                  <a:cubicBezTo>
                    <a:pt x="620" y="491"/>
                    <a:pt x="665" y="428"/>
                    <a:pt x="691" y="421"/>
                  </a:cubicBezTo>
                  <a:cubicBezTo>
                    <a:pt x="718" y="414"/>
                    <a:pt x="736" y="427"/>
                    <a:pt x="753" y="398"/>
                  </a:cubicBezTo>
                  <a:cubicBezTo>
                    <a:pt x="753" y="398"/>
                    <a:pt x="847" y="246"/>
                    <a:pt x="763" y="215"/>
                  </a:cubicBezTo>
                  <a:cubicBezTo>
                    <a:pt x="724" y="200"/>
                    <a:pt x="691" y="126"/>
                    <a:pt x="691" y="126"/>
                  </a:cubicBezTo>
                  <a:close/>
                </a:path>
              </a:pathLst>
            </a:custGeom>
            <a:solidFill>
              <a:srgbClr val="6CB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5" name="Freeform 13">
              <a:extLst>
                <a:ext uri="{FF2B5EF4-FFF2-40B4-BE49-F238E27FC236}">
                  <a16:creationId xmlns:a16="http://schemas.microsoft.com/office/drawing/2014/main" id="{3A8316B0-0186-4FCF-A4BC-D8399542C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1129"/>
              <a:ext cx="1053" cy="1683"/>
            </a:xfrm>
            <a:custGeom>
              <a:avLst/>
              <a:gdLst>
                <a:gd name="T0" fmla="*/ 2133 w 705"/>
                <a:gd name="T1" fmla="*/ 2620 h 1126"/>
                <a:gd name="T2" fmla="*/ 1966 w 705"/>
                <a:gd name="T3" fmla="*/ 2031 h 1126"/>
                <a:gd name="T4" fmla="*/ 1849 w 705"/>
                <a:gd name="T5" fmla="*/ 1444 h 1126"/>
                <a:gd name="T6" fmla="*/ 1849 w 705"/>
                <a:gd name="T7" fmla="*/ 1146 h 1126"/>
                <a:gd name="T8" fmla="*/ 1839 w 705"/>
                <a:gd name="T9" fmla="*/ 755 h 1126"/>
                <a:gd name="T10" fmla="*/ 2060 w 705"/>
                <a:gd name="T11" fmla="*/ 407 h 1126"/>
                <a:gd name="T12" fmla="*/ 2342 w 705"/>
                <a:gd name="T13" fmla="*/ 0 h 1126"/>
                <a:gd name="T14" fmla="*/ 2288 w 705"/>
                <a:gd name="T15" fmla="*/ 27 h 1126"/>
                <a:gd name="T16" fmla="*/ 1689 w 705"/>
                <a:gd name="T17" fmla="*/ 303 h 1126"/>
                <a:gd name="T18" fmla="*/ 1235 w 705"/>
                <a:gd name="T19" fmla="*/ 471 h 1126"/>
                <a:gd name="T20" fmla="*/ 813 w 705"/>
                <a:gd name="T21" fmla="*/ 909 h 1126"/>
                <a:gd name="T22" fmla="*/ 358 w 705"/>
                <a:gd name="T23" fmla="*/ 1369 h 1126"/>
                <a:gd name="T24" fmla="*/ 214 w 705"/>
                <a:gd name="T25" fmla="*/ 1843 h 1126"/>
                <a:gd name="T26" fmla="*/ 114 w 705"/>
                <a:gd name="T27" fmla="*/ 2221 h 1126"/>
                <a:gd name="T28" fmla="*/ 203 w 705"/>
                <a:gd name="T29" fmla="*/ 2862 h 1126"/>
                <a:gd name="T30" fmla="*/ 330 w 705"/>
                <a:gd name="T31" fmla="*/ 3166 h 1126"/>
                <a:gd name="T32" fmla="*/ 1089 w 705"/>
                <a:gd name="T33" fmla="*/ 3631 h 1126"/>
                <a:gd name="T34" fmla="*/ 1883 w 705"/>
                <a:gd name="T35" fmla="*/ 3604 h 1126"/>
                <a:gd name="T36" fmla="*/ 1989 w 705"/>
                <a:gd name="T37" fmla="*/ 3226 h 1126"/>
                <a:gd name="T38" fmla="*/ 2121 w 705"/>
                <a:gd name="T39" fmla="*/ 2918 h 1126"/>
                <a:gd name="T40" fmla="*/ 2133 w 705"/>
                <a:gd name="T41" fmla="*/ 2620 h 112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05" h="1126">
                  <a:moveTo>
                    <a:pt x="640" y="785"/>
                  </a:moveTo>
                  <a:cubicBezTo>
                    <a:pt x="554" y="714"/>
                    <a:pt x="561" y="665"/>
                    <a:pt x="590" y="608"/>
                  </a:cubicBezTo>
                  <a:cubicBezTo>
                    <a:pt x="619" y="552"/>
                    <a:pt x="589" y="474"/>
                    <a:pt x="555" y="432"/>
                  </a:cubicBezTo>
                  <a:cubicBezTo>
                    <a:pt x="522" y="391"/>
                    <a:pt x="555" y="343"/>
                    <a:pt x="555" y="343"/>
                  </a:cubicBezTo>
                  <a:cubicBezTo>
                    <a:pt x="485" y="323"/>
                    <a:pt x="552" y="226"/>
                    <a:pt x="552" y="226"/>
                  </a:cubicBezTo>
                  <a:cubicBezTo>
                    <a:pt x="552" y="226"/>
                    <a:pt x="532" y="169"/>
                    <a:pt x="618" y="122"/>
                  </a:cubicBezTo>
                  <a:cubicBezTo>
                    <a:pt x="690" y="84"/>
                    <a:pt x="705" y="36"/>
                    <a:pt x="703" y="0"/>
                  </a:cubicBezTo>
                  <a:cubicBezTo>
                    <a:pt x="694" y="5"/>
                    <a:pt x="687" y="8"/>
                    <a:pt x="687" y="8"/>
                  </a:cubicBezTo>
                  <a:cubicBezTo>
                    <a:pt x="546" y="17"/>
                    <a:pt x="507" y="91"/>
                    <a:pt x="507" y="91"/>
                  </a:cubicBezTo>
                  <a:cubicBezTo>
                    <a:pt x="492" y="112"/>
                    <a:pt x="432" y="125"/>
                    <a:pt x="371" y="141"/>
                  </a:cubicBezTo>
                  <a:cubicBezTo>
                    <a:pt x="259" y="171"/>
                    <a:pt x="244" y="272"/>
                    <a:pt x="244" y="272"/>
                  </a:cubicBezTo>
                  <a:cubicBezTo>
                    <a:pt x="182" y="292"/>
                    <a:pt x="135" y="363"/>
                    <a:pt x="108" y="410"/>
                  </a:cubicBezTo>
                  <a:cubicBezTo>
                    <a:pt x="64" y="425"/>
                    <a:pt x="64" y="552"/>
                    <a:pt x="64" y="552"/>
                  </a:cubicBezTo>
                  <a:cubicBezTo>
                    <a:pt x="64" y="552"/>
                    <a:pt x="55" y="573"/>
                    <a:pt x="34" y="665"/>
                  </a:cubicBezTo>
                  <a:cubicBezTo>
                    <a:pt x="0" y="816"/>
                    <a:pt x="61" y="857"/>
                    <a:pt x="61" y="857"/>
                  </a:cubicBezTo>
                  <a:cubicBezTo>
                    <a:pt x="52" y="910"/>
                    <a:pt x="99" y="948"/>
                    <a:pt x="99" y="948"/>
                  </a:cubicBezTo>
                  <a:cubicBezTo>
                    <a:pt x="182" y="1126"/>
                    <a:pt x="282" y="1058"/>
                    <a:pt x="327" y="1087"/>
                  </a:cubicBezTo>
                  <a:cubicBezTo>
                    <a:pt x="369" y="1116"/>
                    <a:pt x="549" y="1082"/>
                    <a:pt x="565" y="1079"/>
                  </a:cubicBezTo>
                  <a:cubicBezTo>
                    <a:pt x="563" y="1020"/>
                    <a:pt x="570" y="1005"/>
                    <a:pt x="597" y="966"/>
                  </a:cubicBezTo>
                  <a:cubicBezTo>
                    <a:pt x="623" y="927"/>
                    <a:pt x="627" y="902"/>
                    <a:pt x="637" y="874"/>
                  </a:cubicBezTo>
                  <a:cubicBezTo>
                    <a:pt x="647" y="847"/>
                    <a:pt x="661" y="803"/>
                    <a:pt x="640" y="785"/>
                  </a:cubicBezTo>
                  <a:close/>
                </a:path>
              </a:pathLst>
            </a:custGeom>
            <a:solidFill>
              <a:srgbClr val="E53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6" name="Freeform 14">
              <a:extLst>
                <a:ext uri="{FF2B5EF4-FFF2-40B4-BE49-F238E27FC236}">
                  <a16:creationId xmlns:a16="http://schemas.microsoft.com/office/drawing/2014/main" id="{950EFBA7-FA0D-4347-BFF4-089EDCE85F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3" y="1053"/>
              <a:ext cx="1026" cy="1187"/>
            </a:xfrm>
            <a:custGeom>
              <a:avLst/>
              <a:gdLst>
                <a:gd name="T0" fmla="*/ 55 w 687"/>
                <a:gd name="T1" fmla="*/ 2646 h 794"/>
                <a:gd name="T2" fmla="*/ 49 w 687"/>
                <a:gd name="T3" fmla="*/ 2654 h 794"/>
                <a:gd name="T4" fmla="*/ 55 w 687"/>
                <a:gd name="T5" fmla="*/ 2646 h 794"/>
                <a:gd name="T6" fmla="*/ 2266 w 687"/>
                <a:gd name="T7" fmla="*/ 149 h 794"/>
                <a:gd name="T8" fmla="*/ 1614 w 687"/>
                <a:gd name="T9" fmla="*/ 28 h 794"/>
                <a:gd name="T10" fmla="*/ 1323 w 687"/>
                <a:gd name="T11" fmla="*/ 100 h 794"/>
                <a:gd name="T12" fmla="*/ 1319 w 687"/>
                <a:gd name="T13" fmla="*/ 94 h 794"/>
                <a:gd name="T14" fmla="*/ 1337 w 687"/>
                <a:gd name="T15" fmla="*/ 194 h 794"/>
                <a:gd name="T16" fmla="*/ 1174 w 687"/>
                <a:gd name="T17" fmla="*/ 284 h 794"/>
                <a:gd name="T18" fmla="*/ 1017 w 687"/>
                <a:gd name="T19" fmla="*/ 339 h 794"/>
                <a:gd name="T20" fmla="*/ 729 w 687"/>
                <a:gd name="T21" fmla="*/ 670 h 794"/>
                <a:gd name="T22" fmla="*/ 709 w 687"/>
                <a:gd name="T23" fmla="*/ 1006 h 794"/>
                <a:gd name="T24" fmla="*/ 447 w 687"/>
                <a:gd name="T25" fmla="*/ 1093 h 794"/>
                <a:gd name="T26" fmla="*/ 176 w 687"/>
                <a:gd name="T27" fmla="*/ 1446 h 794"/>
                <a:gd name="T28" fmla="*/ 140 w 687"/>
                <a:gd name="T29" fmla="*/ 2105 h 794"/>
                <a:gd name="T30" fmla="*/ 42 w 687"/>
                <a:gd name="T31" fmla="*/ 2411 h 794"/>
                <a:gd name="T32" fmla="*/ 55 w 687"/>
                <a:gd name="T33" fmla="*/ 2646 h 794"/>
                <a:gd name="T34" fmla="*/ 214 w 687"/>
                <a:gd name="T35" fmla="*/ 2552 h 794"/>
                <a:gd name="T36" fmla="*/ 526 w 687"/>
                <a:gd name="T37" fmla="*/ 2444 h 794"/>
                <a:gd name="T38" fmla="*/ 869 w 687"/>
                <a:gd name="T39" fmla="*/ 2239 h 794"/>
                <a:gd name="T40" fmla="*/ 1113 w 687"/>
                <a:gd name="T41" fmla="*/ 2299 h 794"/>
                <a:gd name="T42" fmla="*/ 1311 w 687"/>
                <a:gd name="T43" fmla="*/ 2241 h 794"/>
                <a:gd name="T44" fmla="*/ 1135 w 687"/>
                <a:gd name="T45" fmla="*/ 1716 h 794"/>
                <a:gd name="T46" fmla="*/ 1195 w 687"/>
                <a:gd name="T47" fmla="*/ 1559 h 794"/>
                <a:gd name="T48" fmla="*/ 1189 w 687"/>
                <a:gd name="T49" fmla="*/ 1356 h 794"/>
                <a:gd name="T50" fmla="*/ 1319 w 687"/>
                <a:gd name="T51" fmla="*/ 697 h 794"/>
                <a:gd name="T52" fmla="*/ 1646 w 687"/>
                <a:gd name="T53" fmla="*/ 601 h 794"/>
                <a:gd name="T54" fmla="*/ 1795 w 687"/>
                <a:gd name="T55" fmla="*/ 582 h 794"/>
                <a:gd name="T56" fmla="*/ 1922 w 687"/>
                <a:gd name="T57" fmla="*/ 484 h 794"/>
                <a:gd name="T58" fmla="*/ 2042 w 687"/>
                <a:gd name="T59" fmla="*/ 432 h 794"/>
                <a:gd name="T60" fmla="*/ 2166 w 687"/>
                <a:gd name="T61" fmla="*/ 405 h 794"/>
                <a:gd name="T62" fmla="*/ 2266 w 687"/>
                <a:gd name="T63" fmla="*/ 149 h 79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87" h="794">
                  <a:moveTo>
                    <a:pt x="17" y="792"/>
                  </a:moveTo>
                  <a:cubicBezTo>
                    <a:pt x="16" y="793"/>
                    <a:pt x="15" y="794"/>
                    <a:pt x="15" y="794"/>
                  </a:cubicBezTo>
                  <a:cubicBezTo>
                    <a:pt x="15" y="794"/>
                    <a:pt x="16" y="793"/>
                    <a:pt x="17" y="792"/>
                  </a:cubicBezTo>
                  <a:close/>
                  <a:moveTo>
                    <a:pt x="680" y="45"/>
                  </a:moveTo>
                  <a:cubicBezTo>
                    <a:pt x="618" y="9"/>
                    <a:pt x="527" y="18"/>
                    <a:pt x="485" y="9"/>
                  </a:cubicBezTo>
                  <a:cubicBezTo>
                    <a:pt x="444" y="0"/>
                    <a:pt x="397" y="30"/>
                    <a:pt x="397" y="30"/>
                  </a:cubicBezTo>
                  <a:cubicBezTo>
                    <a:pt x="397" y="29"/>
                    <a:pt x="396" y="29"/>
                    <a:pt x="396" y="28"/>
                  </a:cubicBezTo>
                  <a:cubicBezTo>
                    <a:pt x="396" y="33"/>
                    <a:pt x="394" y="47"/>
                    <a:pt x="401" y="58"/>
                  </a:cubicBezTo>
                  <a:cubicBezTo>
                    <a:pt x="352" y="85"/>
                    <a:pt x="352" y="85"/>
                    <a:pt x="352" y="85"/>
                  </a:cubicBezTo>
                  <a:cubicBezTo>
                    <a:pt x="352" y="85"/>
                    <a:pt x="323" y="101"/>
                    <a:pt x="305" y="102"/>
                  </a:cubicBezTo>
                  <a:cubicBezTo>
                    <a:pt x="287" y="104"/>
                    <a:pt x="234" y="142"/>
                    <a:pt x="219" y="201"/>
                  </a:cubicBezTo>
                  <a:cubicBezTo>
                    <a:pt x="213" y="301"/>
                    <a:pt x="213" y="301"/>
                    <a:pt x="213" y="301"/>
                  </a:cubicBezTo>
                  <a:cubicBezTo>
                    <a:pt x="213" y="301"/>
                    <a:pt x="157" y="313"/>
                    <a:pt x="134" y="327"/>
                  </a:cubicBezTo>
                  <a:cubicBezTo>
                    <a:pt x="112" y="340"/>
                    <a:pt x="74" y="384"/>
                    <a:pt x="53" y="433"/>
                  </a:cubicBezTo>
                  <a:cubicBezTo>
                    <a:pt x="38" y="517"/>
                    <a:pt x="56" y="613"/>
                    <a:pt x="42" y="630"/>
                  </a:cubicBezTo>
                  <a:cubicBezTo>
                    <a:pt x="0" y="683"/>
                    <a:pt x="13" y="722"/>
                    <a:pt x="13" y="722"/>
                  </a:cubicBezTo>
                  <a:cubicBezTo>
                    <a:pt x="31" y="761"/>
                    <a:pt x="20" y="785"/>
                    <a:pt x="17" y="792"/>
                  </a:cubicBezTo>
                  <a:cubicBezTo>
                    <a:pt x="21" y="785"/>
                    <a:pt x="37" y="763"/>
                    <a:pt x="64" y="764"/>
                  </a:cubicBezTo>
                  <a:cubicBezTo>
                    <a:pt x="96" y="765"/>
                    <a:pt x="134" y="751"/>
                    <a:pt x="158" y="732"/>
                  </a:cubicBezTo>
                  <a:cubicBezTo>
                    <a:pt x="181" y="714"/>
                    <a:pt x="234" y="673"/>
                    <a:pt x="261" y="670"/>
                  </a:cubicBezTo>
                  <a:cubicBezTo>
                    <a:pt x="288" y="668"/>
                    <a:pt x="297" y="679"/>
                    <a:pt x="334" y="688"/>
                  </a:cubicBezTo>
                  <a:cubicBezTo>
                    <a:pt x="371" y="696"/>
                    <a:pt x="380" y="708"/>
                    <a:pt x="394" y="671"/>
                  </a:cubicBezTo>
                  <a:cubicBezTo>
                    <a:pt x="399" y="659"/>
                    <a:pt x="357" y="584"/>
                    <a:pt x="341" y="514"/>
                  </a:cubicBezTo>
                  <a:cubicBezTo>
                    <a:pt x="341" y="514"/>
                    <a:pt x="334" y="483"/>
                    <a:pt x="359" y="467"/>
                  </a:cubicBezTo>
                  <a:cubicBezTo>
                    <a:pt x="383" y="451"/>
                    <a:pt x="357" y="432"/>
                    <a:pt x="357" y="406"/>
                  </a:cubicBezTo>
                  <a:cubicBezTo>
                    <a:pt x="357" y="380"/>
                    <a:pt x="326" y="263"/>
                    <a:pt x="396" y="209"/>
                  </a:cubicBezTo>
                  <a:cubicBezTo>
                    <a:pt x="465" y="156"/>
                    <a:pt x="481" y="177"/>
                    <a:pt x="494" y="180"/>
                  </a:cubicBezTo>
                  <a:cubicBezTo>
                    <a:pt x="507" y="184"/>
                    <a:pt x="526" y="192"/>
                    <a:pt x="539" y="174"/>
                  </a:cubicBezTo>
                  <a:cubicBezTo>
                    <a:pt x="552" y="156"/>
                    <a:pt x="558" y="145"/>
                    <a:pt x="577" y="145"/>
                  </a:cubicBezTo>
                  <a:cubicBezTo>
                    <a:pt x="597" y="145"/>
                    <a:pt x="603" y="135"/>
                    <a:pt x="613" y="129"/>
                  </a:cubicBezTo>
                  <a:cubicBezTo>
                    <a:pt x="623" y="122"/>
                    <a:pt x="634" y="126"/>
                    <a:pt x="650" y="121"/>
                  </a:cubicBezTo>
                  <a:cubicBezTo>
                    <a:pt x="687" y="111"/>
                    <a:pt x="680" y="45"/>
                    <a:pt x="680" y="45"/>
                  </a:cubicBezTo>
                  <a:close/>
                </a:path>
              </a:pathLst>
            </a:custGeom>
            <a:solidFill>
              <a:srgbClr val="E42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7" name="Freeform 15">
              <a:extLst>
                <a:ext uri="{FF2B5EF4-FFF2-40B4-BE49-F238E27FC236}">
                  <a16:creationId xmlns:a16="http://schemas.microsoft.com/office/drawing/2014/main" id="{8E5ACF53-48C4-4727-8553-241D56E08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56"/>
              <a:ext cx="532" cy="497"/>
            </a:xfrm>
            <a:custGeom>
              <a:avLst/>
              <a:gdLst>
                <a:gd name="T0" fmla="*/ 974 w 356"/>
                <a:gd name="T1" fmla="*/ 510 h 332"/>
                <a:gd name="T2" fmla="*/ 1188 w 356"/>
                <a:gd name="T3" fmla="*/ 608 h 332"/>
                <a:gd name="T4" fmla="*/ 498 w 356"/>
                <a:gd name="T5" fmla="*/ 0 h 332"/>
                <a:gd name="T6" fmla="*/ 501 w 356"/>
                <a:gd name="T7" fmla="*/ 1 h 332"/>
                <a:gd name="T8" fmla="*/ 520 w 356"/>
                <a:gd name="T9" fmla="*/ 181 h 332"/>
                <a:gd name="T10" fmla="*/ 378 w 356"/>
                <a:gd name="T11" fmla="*/ 238 h 332"/>
                <a:gd name="T12" fmla="*/ 194 w 356"/>
                <a:gd name="T13" fmla="*/ 269 h 332"/>
                <a:gd name="T14" fmla="*/ 27 w 356"/>
                <a:gd name="T15" fmla="*/ 630 h 332"/>
                <a:gd name="T16" fmla="*/ 0 w 356"/>
                <a:gd name="T17" fmla="*/ 690 h 332"/>
                <a:gd name="T18" fmla="*/ 433 w 356"/>
                <a:gd name="T19" fmla="*/ 1114 h 332"/>
                <a:gd name="T20" fmla="*/ 629 w 356"/>
                <a:gd name="T21" fmla="*/ 964 h 332"/>
                <a:gd name="T22" fmla="*/ 823 w 356"/>
                <a:gd name="T23" fmla="*/ 704 h 332"/>
                <a:gd name="T24" fmla="*/ 974 w 356"/>
                <a:gd name="T25" fmla="*/ 510 h 3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6" h="332">
                  <a:moveTo>
                    <a:pt x="292" y="152"/>
                  </a:moveTo>
                  <a:cubicBezTo>
                    <a:pt x="327" y="166"/>
                    <a:pt x="335" y="197"/>
                    <a:pt x="356" y="181"/>
                  </a:cubicBezTo>
                  <a:cubicBezTo>
                    <a:pt x="332" y="88"/>
                    <a:pt x="181" y="15"/>
                    <a:pt x="149" y="0"/>
                  </a:cubicBezTo>
                  <a:cubicBezTo>
                    <a:pt x="149" y="0"/>
                    <a:pt x="150" y="1"/>
                    <a:pt x="150" y="1"/>
                  </a:cubicBezTo>
                  <a:cubicBezTo>
                    <a:pt x="170" y="47"/>
                    <a:pt x="156" y="54"/>
                    <a:pt x="156" y="54"/>
                  </a:cubicBezTo>
                  <a:cubicBezTo>
                    <a:pt x="156" y="54"/>
                    <a:pt x="132" y="56"/>
                    <a:pt x="113" y="71"/>
                  </a:cubicBezTo>
                  <a:cubicBezTo>
                    <a:pt x="95" y="86"/>
                    <a:pt x="90" y="91"/>
                    <a:pt x="58" y="80"/>
                  </a:cubicBezTo>
                  <a:cubicBezTo>
                    <a:pt x="27" y="69"/>
                    <a:pt x="19" y="150"/>
                    <a:pt x="8" y="188"/>
                  </a:cubicBezTo>
                  <a:cubicBezTo>
                    <a:pt x="6" y="195"/>
                    <a:pt x="3" y="201"/>
                    <a:pt x="0" y="206"/>
                  </a:cubicBezTo>
                  <a:cubicBezTo>
                    <a:pt x="0" y="206"/>
                    <a:pt x="91" y="264"/>
                    <a:pt x="130" y="332"/>
                  </a:cubicBezTo>
                  <a:cubicBezTo>
                    <a:pt x="165" y="294"/>
                    <a:pt x="173" y="294"/>
                    <a:pt x="189" y="287"/>
                  </a:cubicBezTo>
                  <a:cubicBezTo>
                    <a:pt x="207" y="278"/>
                    <a:pt x="251" y="245"/>
                    <a:pt x="247" y="210"/>
                  </a:cubicBezTo>
                  <a:cubicBezTo>
                    <a:pt x="242" y="176"/>
                    <a:pt x="258" y="138"/>
                    <a:pt x="292" y="152"/>
                  </a:cubicBezTo>
                  <a:close/>
                </a:path>
              </a:pathLst>
            </a:custGeom>
            <a:solidFill>
              <a:srgbClr val="EB6B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8" name="Freeform 16">
              <a:extLst>
                <a:ext uri="{FF2B5EF4-FFF2-40B4-BE49-F238E27FC236}">
                  <a16:creationId xmlns:a16="http://schemas.microsoft.com/office/drawing/2014/main" id="{92DF5BED-1A07-4508-A557-A809C548B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463"/>
              <a:ext cx="947" cy="1331"/>
            </a:xfrm>
            <a:custGeom>
              <a:avLst/>
              <a:gdLst>
                <a:gd name="T0" fmla="*/ 1937 w 634"/>
                <a:gd name="T1" fmla="*/ 1392 h 891"/>
                <a:gd name="T2" fmla="*/ 1559 w 634"/>
                <a:gd name="T3" fmla="*/ 919 h 891"/>
                <a:gd name="T4" fmla="*/ 1187 w 634"/>
                <a:gd name="T5" fmla="*/ 360 h 891"/>
                <a:gd name="T6" fmla="*/ 940 w 634"/>
                <a:gd name="T7" fmla="*/ 143 h 891"/>
                <a:gd name="T8" fmla="*/ 940 w 634"/>
                <a:gd name="T9" fmla="*/ 143 h 891"/>
                <a:gd name="T10" fmla="*/ 727 w 634"/>
                <a:gd name="T11" fmla="*/ 46 h 891"/>
                <a:gd name="T12" fmla="*/ 575 w 634"/>
                <a:gd name="T13" fmla="*/ 241 h 891"/>
                <a:gd name="T14" fmla="*/ 384 w 634"/>
                <a:gd name="T15" fmla="*/ 497 h 891"/>
                <a:gd name="T16" fmla="*/ 187 w 634"/>
                <a:gd name="T17" fmla="*/ 647 h 891"/>
                <a:gd name="T18" fmla="*/ 426 w 634"/>
                <a:gd name="T19" fmla="*/ 944 h 891"/>
                <a:gd name="T20" fmla="*/ 553 w 634"/>
                <a:gd name="T21" fmla="*/ 1074 h 891"/>
                <a:gd name="T22" fmla="*/ 754 w 634"/>
                <a:gd name="T23" fmla="*/ 1383 h 891"/>
                <a:gd name="T24" fmla="*/ 720 w 634"/>
                <a:gd name="T25" fmla="*/ 1660 h 891"/>
                <a:gd name="T26" fmla="*/ 633 w 634"/>
                <a:gd name="T27" fmla="*/ 2011 h 891"/>
                <a:gd name="T28" fmla="*/ 457 w 634"/>
                <a:gd name="T29" fmla="*/ 2268 h 891"/>
                <a:gd name="T30" fmla="*/ 330 w 634"/>
                <a:gd name="T31" fmla="*/ 2387 h 891"/>
                <a:gd name="T32" fmla="*/ 0 w 634"/>
                <a:gd name="T33" fmla="*/ 2776 h 891"/>
                <a:gd name="T34" fmla="*/ 636 w 634"/>
                <a:gd name="T35" fmla="*/ 2598 h 891"/>
                <a:gd name="T36" fmla="*/ 910 w 634"/>
                <a:gd name="T37" fmla="*/ 2507 h 891"/>
                <a:gd name="T38" fmla="*/ 1323 w 634"/>
                <a:gd name="T39" fmla="*/ 2634 h 891"/>
                <a:gd name="T40" fmla="*/ 1916 w 634"/>
                <a:gd name="T41" fmla="*/ 2321 h 891"/>
                <a:gd name="T42" fmla="*/ 2043 w 634"/>
                <a:gd name="T43" fmla="*/ 2124 h 891"/>
                <a:gd name="T44" fmla="*/ 2093 w 634"/>
                <a:gd name="T45" fmla="*/ 1681 h 891"/>
                <a:gd name="T46" fmla="*/ 1937 w 634"/>
                <a:gd name="T47" fmla="*/ 1392 h 89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34" h="891">
                  <a:moveTo>
                    <a:pt x="581" y="418"/>
                  </a:moveTo>
                  <a:cubicBezTo>
                    <a:pt x="554" y="312"/>
                    <a:pt x="468" y="276"/>
                    <a:pt x="468" y="276"/>
                  </a:cubicBezTo>
                  <a:cubicBezTo>
                    <a:pt x="454" y="158"/>
                    <a:pt x="356" y="108"/>
                    <a:pt x="356" y="108"/>
                  </a:cubicBezTo>
                  <a:cubicBezTo>
                    <a:pt x="332" y="49"/>
                    <a:pt x="282" y="43"/>
                    <a:pt x="282" y="43"/>
                  </a:cubicBezTo>
                  <a:cubicBezTo>
                    <a:pt x="282" y="43"/>
                    <a:pt x="282" y="43"/>
                    <a:pt x="282" y="43"/>
                  </a:cubicBezTo>
                  <a:cubicBezTo>
                    <a:pt x="261" y="59"/>
                    <a:pt x="253" y="28"/>
                    <a:pt x="218" y="14"/>
                  </a:cubicBezTo>
                  <a:cubicBezTo>
                    <a:pt x="184" y="0"/>
                    <a:pt x="168" y="38"/>
                    <a:pt x="173" y="72"/>
                  </a:cubicBezTo>
                  <a:cubicBezTo>
                    <a:pt x="177" y="107"/>
                    <a:pt x="133" y="140"/>
                    <a:pt x="115" y="149"/>
                  </a:cubicBezTo>
                  <a:cubicBezTo>
                    <a:pt x="99" y="156"/>
                    <a:pt x="91" y="156"/>
                    <a:pt x="56" y="194"/>
                  </a:cubicBezTo>
                  <a:cubicBezTo>
                    <a:pt x="56" y="194"/>
                    <a:pt x="89" y="268"/>
                    <a:pt x="128" y="283"/>
                  </a:cubicBezTo>
                  <a:cubicBezTo>
                    <a:pt x="128" y="283"/>
                    <a:pt x="141" y="282"/>
                    <a:pt x="166" y="322"/>
                  </a:cubicBezTo>
                  <a:cubicBezTo>
                    <a:pt x="191" y="362"/>
                    <a:pt x="216" y="409"/>
                    <a:pt x="226" y="415"/>
                  </a:cubicBezTo>
                  <a:cubicBezTo>
                    <a:pt x="226" y="415"/>
                    <a:pt x="235" y="484"/>
                    <a:pt x="216" y="498"/>
                  </a:cubicBezTo>
                  <a:cubicBezTo>
                    <a:pt x="197" y="512"/>
                    <a:pt x="213" y="593"/>
                    <a:pt x="190" y="603"/>
                  </a:cubicBezTo>
                  <a:cubicBezTo>
                    <a:pt x="168" y="613"/>
                    <a:pt x="148" y="636"/>
                    <a:pt x="137" y="680"/>
                  </a:cubicBezTo>
                  <a:cubicBezTo>
                    <a:pt x="129" y="713"/>
                    <a:pt x="99" y="716"/>
                    <a:pt x="99" y="716"/>
                  </a:cubicBezTo>
                  <a:cubicBezTo>
                    <a:pt x="99" y="716"/>
                    <a:pt x="8" y="737"/>
                    <a:pt x="0" y="833"/>
                  </a:cubicBezTo>
                  <a:cubicBezTo>
                    <a:pt x="76" y="884"/>
                    <a:pt x="191" y="779"/>
                    <a:pt x="191" y="779"/>
                  </a:cubicBezTo>
                  <a:cubicBezTo>
                    <a:pt x="250" y="793"/>
                    <a:pt x="273" y="752"/>
                    <a:pt x="273" y="752"/>
                  </a:cubicBezTo>
                  <a:cubicBezTo>
                    <a:pt x="324" y="761"/>
                    <a:pt x="344" y="764"/>
                    <a:pt x="397" y="790"/>
                  </a:cubicBezTo>
                  <a:cubicBezTo>
                    <a:pt x="598" y="891"/>
                    <a:pt x="575" y="696"/>
                    <a:pt x="575" y="696"/>
                  </a:cubicBezTo>
                  <a:cubicBezTo>
                    <a:pt x="575" y="696"/>
                    <a:pt x="610" y="666"/>
                    <a:pt x="613" y="637"/>
                  </a:cubicBezTo>
                  <a:cubicBezTo>
                    <a:pt x="616" y="607"/>
                    <a:pt x="634" y="548"/>
                    <a:pt x="628" y="504"/>
                  </a:cubicBezTo>
                  <a:cubicBezTo>
                    <a:pt x="622" y="459"/>
                    <a:pt x="581" y="418"/>
                    <a:pt x="581" y="418"/>
                  </a:cubicBezTo>
                  <a:close/>
                </a:path>
              </a:pathLst>
            </a:custGeom>
            <a:solidFill>
              <a:srgbClr val="D49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9" name="Freeform 17">
              <a:extLst>
                <a:ext uri="{FF2B5EF4-FFF2-40B4-BE49-F238E27FC236}">
                  <a16:creationId xmlns:a16="http://schemas.microsoft.com/office/drawing/2014/main" id="{77095D4B-3A04-481E-B7B5-1124C55E1E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6" y="1925"/>
              <a:ext cx="2055" cy="1249"/>
            </a:xfrm>
            <a:custGeom>
              <a:avLst/>
              <a:gdLst>
                <a:gd name="T0" fmla="*/ 268 w 1375"/>
                <a:gd name="T1" fmla="*/ 844 h 836"/>
                <a:gd name="T2" fmla="*/ 268 w 1375"/>
                <a:gd name="T3" fmla="*/ 844 h 836"/>
                <a:gd name="T4" fmla="*/ 268 w 1375"/>
                <a:gd name="T5" fmla="*/ 844 h 836"/>
                <a:gd name="T6" fmla="*/ 271 w 1375"/>
                <a:gd name="T7" fmla="*/ 850 h 836"/>
                <a:gd name="T8" fmla="*/ 268 w 1375"/>
                <a:gd name="T9" fmla="*/ 844 h 836"/>
                <a:gd name="T10" fmla="*/ 271 w 1375"/>
                <a:gd name="T11" fmla="*/ 850 h 836"/>
                <a:gd name="T12" fmla="*/ 4561 w 1375"/>
                <a:gd name="T13" fmla="*/ 353 h 836"/>
                <a:gd name="T14" fmla="*/ 4360 w 1375"/>
                <a:gd name="T15" fmla="*/ 42 h 836"/>
                <a:gd name="T16" fmla="*/ 4328 w 1375"/>
                <a:gd name="T17" fmla="*/ 0 h 836"/>
                <a:gd name="T18" fmla="*/ 4328 w 1375"/>
                <a:gd name="T19" fmla="*/ 0 h 836"/>
                <a:gd name="T20" fmla="*/ 4200 w 1375"/>
                <a:gd name="T21" fmla="*/ 524 h 836"/>
                <a:gd name="T22" fmla="*/ 3992 w 1375"/>
                <a:gd name="T23" fmla="*/ 601 h 836"/>
                <a:gd name="T24" fmla="*/ 3708 w 1375"/>
                <a:gd name="T25" fmla="*/ 867 h 836"/>
                <a:gd name="T26" fmla="*/ 3269 w 1375"/>
                <a:gd name="T27" fmla="*/ 998 h 836"/>
                <a:gd name="T28" fmla="*/ 2707 w 1375"/>
                <a:gd name="T29" fmla="*/ 1052 h 836"/>
                <a:gd name="T30" fmla="*/ 2236 w 1375"/>
                <a:gd name="T31" fmla="*/ 1397 h 836"/>
                <a:gd name="T32" fmla="*/ 1925 w 1375"/>
                <a:gd name="T33" fmla="*/ 1315 h 836"/>
                <a:gd name="T34" fmla="*/ 1973 w 1375"/>
                <a:gd name="T35" fmla="*/ 810 h 836"/>
                <a:gd name="T36" fmla="*/ 1653 w 1375"/>
                <a:gd name="T37" fmla="*/ 681 h 836"/>
                <a:gd name="T38" fmla="*/ 1436 w 1375"/>
                <a:gd name="T39" fmla="*/ 500 h 836"/>
                <a:gd name="T40" fmla="*/ 1121 w 1375"/>
                <a:gd name="T41" fmla="*/ 602 h 836"/>
                <a:gd name="T42" fmla="*/ 958 w 1375"/>
                <a:gd name="T43" fmla="*/ 704 h 836"/>
                <a:gd name="T44" fmla="*/ 572 w 1375"/>
                <a:gd name="T45" fmla="*/ 893 h 836"/>
                <a:gd name="T46" fmla="*/ 271 w 1375"/>
                <a:gd name="T47" fmla="*/ 850 h 836"/>
                <a:gd name="T48" fmla="*/ 257 w 1375"/>
                <a:gd name="T49" fmla="*/ 1140 h 836"/>
                <a:gd name="T50" fmla="*/ 123 w 1375"/>
                <a:gd name="T51" fmla="*/ 1446 h 836"/>
                <a:gd name="T52" fmla="*/ 15 w 1375"/>
                <a:gd name="T53" fmla="*/ 1824 h 836"/>
                <a:gd name="T54" fmla="*/ 19 w 1375"/>
                <a:gd name="T55" fmla="*/ 1824 h 836"/>
                <a:gd name="T56" fmla="*/ 650 w 1375"/>
                <a:gd name="T57" fmla="*/ 2531 h 836"/>
                <a:gd name="T58" fmla="*/ 1559 w 1375"/>
                <a:gd name="T59" fmla="*/ 2621 h 836"/>
                <a:gd name="T60" fmla="*/ 2073 w 1375"/>
                <a:gd name="T61" fmla="*/ 2404 h 836"/>
                <a:gd name="T62" fmla="*/ 2209 w 1375"/>
                <a:gd name="T63" fmla="*/ 2051 h 836"/>
                <a:gd name="T64" fmla="*/ 2941 w 1375"/>
                <a:gd name="T65" fmla="*/ 1902 h 836"/>
                <a:gd name="T66" fmla="*/ 3100 w 1375"/>
                <a:gd name="T67" fmla="*/ 1784 h 836"/>
                <a:gd name="T68" fmla="*/ 3415 w 1375"/>
                <a:gd name="T69" fmla="*/ 1960 h 836"/>
                <a:gd name="T70" fmla="*/ 3799 w 1375"/>
                <a:gd name="T71" fmla="*/ 1744 h 836"/>
                <a:gd name="T72" fmla="*/ 3807 w 1375"/>
                <a:gd name="T73" fmla="*/ 1748 h 836"/>
                <a:gd name="T74" fmla="*/ 4137 w 1375"/>
                <a:gd name="T75" fmla="*/ 1357 h 836"/>
                <a:gd name="T76" fmla="*/ 4264 w 1375"/>
                <a:gd name="T77" fmla="*/ 1237 h 836"/>
                <a:gd name="T78" fmla="*/ 4440 w 1375"/>
                <a:gd name="T79" fmla="*/ 980 h 836"/>
                <a:gd name="T80" fmla="*/ 4527 w 1375"/>
                <a:gd name="T81" fmla="*/ 629 h 836"/>
                <a:gd name="T82" fmla="*/ 4561 w 1375"/>
                <a:gd name="T83" fmla="*/ 353 h 8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375" h="836">
                  <a:moveTo>
                    <a:pt x="80" y="253"/>
                  </a:moveTo>
                  <a:cubicBezTo>
                    <a:pt x="80" y="253"/>
                    <a:pt x="80" y="253"/>
                    <a:pt x="80" y="253"/>
                  </a:cubicBezTo>
                  <a:cubicBezTo>
                    <a:pt x="80" y="253"/>
                    <a:pt x="80" y="253"/>
                    <a:pt x="80" y="253"/>
                  </a:cubicBezTo>
                  <a:close/>
                  <a:moveTo>
                    <a:pt x="81" y="255"/>
                  </a:moveTo>
                  <a:cubicBezTo>
                    <a:pt x="81" y="254"/>
                    <a:pt x="80" y="254"/>
                    <a:pt x="80" y="253"/>
                  </a:cubicBezTo>
                  <a:cubicBezTo>
                    <a:pt x="80" y="254"/>
                    <a:pt x="80" y="254"/>
                    <a:pt x="81" y="255"/>
                  </a:cubicBezTo>
                  <a:close/>
                  <a:moveTo>
                    <a:pt x="1366" y="106"/>
                  </a:moveTo>
                  <a:cubicBezTo>
                    <a:pt x="1356" y="100"/>
                    <a:pt x="1331" y="53"/>
                    <a:pt x="1306" y="13"/>
                  </a:cubicBezTo>
                  <a:cubicBezTo>
                    <a:pt x="1303" y="8"/>
                    <a:pt x="1300" y="4"/>
                    <a:pt x="1297" y="0"/>
                  </a:cubicBezTo>
                  <a:cubicBezTo>
                    <a:pt x="1297" y="0"/>
                    <a:pt x="1297" y="0"/>
                    <a:pt x="1297" y="0"/>
                  </a:cubicBezTo>
                  <a:cubicBezTo>
                    <a:pt x="1322" y="53"/>
                    <a:pt x="1258" y="157"/>
                    <a:pt x="1258" y="157"/>
                  </a:cubicBezTo>
                  <a:cubicBezTo>
                    <a:pt x="1241" y="186"/>
                    <a:pt x="1223" y="173"/>
                    <a:pt x="1196" y="180"/>
                  </a:cubicBezTo>
                  <a:cubicBezTo>
                    <a:pt x="1170" y="187"/>
                    <a:pt x="1125" y="250"/>
                    <a:pt x="1111" y="260"/>
                  </a:cubicBezTo>
                  <a:cubicBezTo>
                    <a:pt x="1097" y="270"/>
                    <a:pt x="1035" y="287"/>
                    <a:pt x="979" y="299"/>
                  </a:cubicBezTo>
                  <a:cubicBezTo>
                    <a:pt x="922" y="312"/>
                    <a:pt x="920" y="284"/>
                    <a:pt x="811" y="315"/>
                  </a:cubicBezTo>
                  <a:cubicBezTo>
                    <a:pt x="703" y="346"/>
                    <a:pt x="702" y="406"/>
                    <a:pt x="670" y="419"/>
                  </a:cubicBezTo>
                  <a:cubicBezTo>
                    <a:pt x="637" y="431"/>
                    <a:pt x="577" y="394"/>
                    <a:pt x="577" y="394"/>
                  </a:cubicBezTo>
                  <a:cubicBezTo>
                    <a:pt x="505" y="322"/>
                    <a:pt x="591" y="243"/>
                    <a:pt x="591" y="243"/>
                  </a:cubicBezTo>
                  <a:cubicBezTo>
                    <a:pt x="559" y="224"/>
                    <a:pt x="526" y="211"/>
                    <a:pt x="495" y="204"/>
                  </a:cubicBezTo>
                  <a:cubicBezTo>
                    <a:pt x="464" y="197"/>
                    <a:pt x="430" y="150"/>
                    <a:pt x="430" y="150"/>
                  </a:cubicBezTo>
                  <a:cubicBezTo>
                    <a:pt x="406" y="168"/>
                    <a:pt x="367" y="183"/>
                    <a:pt x="336" y="181"/>
                  </a:cubicBezTo>
                  <a:cubicBezTo>
                    <a:pt x="304" y="180"/>
                    <a:pt x="287" y="211"/>
                    <a:pt x="287" y="211"/>
                  </a:cubicBezTo>
                  <a:cubicBezTo>
                    <a:pt x="261" y="262"/>
                    <a:pt x="247" y="262"/>
                    <a:pt x="171" y="268"/>
                  </a:cubicBezTo>
                  <a:cubicBezTo>
                    <a:pt x="108" y="274"/>
                    <a:pt x="87" y="259"/>
                    <a:pt x="81" y="255"/>
                  </a:cubicBezTo>
                  <a:cubicBezTo>
                    <a:pt x="100" y="273"/>
                    <a:pt x="87" y="316"/>
                    <a:pt x="77" y="342"/>
                  </a:cubicBezTo>
                  <a:cubicBezTo>
                    <a:pt x="67" y="370"/>
                    <a:pt x="63" y="395"/>
                    <a:pt x="37" y="434"/>
                  </a:cubicBezTo>
                  <a:cubicBezTo>
                    <a:pt x="10" y="473"/>
                    <a:pt x="3" y="488"/>
                    <a:pt x="5" y="547"/>
                  </a:cubicBezTo>
                  <a:cubicBezTo>
                    <a:pt x="6" y="547"/>
                    <a:pt x="6" y="547"/>
                    <a:pt x="6" y="547"/>
                  </a:cubicBezTo>
                  <a:cubicBezTo>
                    <a:pt x="0" y="600"/>
                    <a:pt x="104" y="682"/>
                    <a:pt x="195" y="759"/>
                  </a:cubicBezTo>
                  <a:cubicBezTo>
                    <a:pt x="287" y="836"/>
                    <a:pt x="393" y="801"/>
                    <a:pt x="467" y="786"/>
                  </a:cubicBezTo>
                  <a:cubicBezTo>
                    <a:pt x="541" y="771"/>
                    <a:pt x="503" y="768"/>
                    <a:pt x="621" y="721"/>
                  </a:cubicBezTo>
                  <a:cubicBezTo>
                    <a:pt x="739" y="674"/>
                    <a:pt x="662" y="615"/>
                    <a:pt x="662" y="615"/>
                  </a:cubicBezTo>
                  <a:cubicBezTo>
                    <a:pt x="784" y="665"/>
                    <a:pt x="855" y="582"/>
                    <a:pt x="881" y="570"/>
                  </a:cubicBezTo>
                  <a:cubicBezTo>
                    <a:pt x="908" y="558"/>
                    <a:pt x="929" y="535"/>
                    <a:pt x="929" y="535"/>
                  </a:cubicBezTo>
                  <a:cubicBezTo>
                    <a:pt x="952" y="523"/>
                    <a:pt x="967" y="582"/>
                    <a:pt x="1023" y="588"/>
                  </a:cubicBezTo>
                  <a:cubicBezTo>
                    <a:pt x="1079" y="594"/>
                    <a:pt x="1138" y="523"/>
                    <a:pt x="1138" y="523"/>
                  </a:cubicBezTo>
                  <a:cubicBezTo>
                    <a:pt x="1139" y="523"/>
                    <a:pt x="1139" y="523"/>
                    <a:pt x="1140" y="524"/>
                  </a:cubicBezTo>
                  <a:cubicBezTo>
                    <a:pt x="1148" y="428"/>
                    <a:pt x="1239" y="407"/>
                    <a:pt x="1239" y="407"/>
                  </a:cubicBezTo>
                  <a:cubicBezTo>
                    <a:pt x="1239" y="407"/>
                    <a:pt x="1269" y="404"/>
                    <a:pt x="1277" y="371"/>
                  </a:cubicBezTo>
                  <a:cubicBezTo>
                    <a:pt x="1288" y="327"/>
                    <a:pt x="1308" y="304"/>
                    <a:pt x="1330" y="294"/>
                  </a:cubicBezTo>
                  <a:cubicBezTo>
                    <a:pt x="1353" y="284"/>
                    <a:pt x="1337" y="203"/>
                    <a:pt x="1356" y="189"/>
                  </a:cubicBezTo>
                  <a:cubicBezTo>
                    <a:pt x="1375" y="175"/>
                    <a:pt x="1366" y="106"/>
                    <a:pt x="1366" y="106"/>
                  </a:cubicBezTo>
                  <a:close/>
                </a:path>
              </a:pathLst>
            </a:custGeom>
            <a:solidFill>
              <a:srgbClr val="FCDF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0" name="Freeform 18">
              <a:extLst>
                <a:ext uri="{FF2B5EF4-FFF2-40B4-BE49-F238E27FC236}">
                  <a16:creationId xmlns:a16="http://schemas.microsoft.com/office/drawing/2014/main" id="{2C96F015-4915-4DA8-9F56-E4934D0B8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049"/>
              <a:ext cx="1118" cy="651"/>
            </a:xfrm>
            <a:custGeom>
              <a:avLst/>
              <a:gdLst>
                <a:gd name="T0" fmla="*/ 2483 w 748"/>
                <a:gd name="T1" fmla="*/ 103 h 436"/>
                <a:gd name="T2" fmla="*/ 2243 w 748"/>
                <a:gd name="T3" fmla="*/ 28 h 436"/>
                <a:gd name="T4" fmla="*/ 1898 w 748"/>
                <a:gd name="T5" fmla="*/ 109 h 436"/>
                <a:gd name="T6" fmla="*/ 1681 w 748"/>
                <a:gd name="T7" fmla="*/ 28 h 436"/>
                <a:gd name="T8" fmla="*/ 1417 w 748"/>
                <a:gd name="T9" fmla="*/ 81 h 436"/>
                <a:gd name="T10" fmla="*/ 885 w 748"/>
                <a:gd name="T11" fmla="*/ 149 h 436"/>
                <a:gd name="T12" fmla="*/ 728 w 748"/>
                <a:gd name="T13" fmla="*/ 181 h 436"/>
                <a:gd name="T14" fmla="*/ 444 w 748"/>
                <a:gd name="T15" fmla="*/ 587 h 436"/>
                <a:gd name="T16" fmla="*/ 223 w 748"/>
                <a:gd name="T17" fmla="*/ 932 h 436"/>
                <a:gd name="T18" fmla="*/ 235 w 748"/>
                <a:gd name="T19" fmla="*/ 1321 h 436"/>
                <a:gd name="T20" fmla="*/ 803 w 748"/>
                <a:gd name="T21" fmla="*/ 1330 h 436"/>
                <a:gd name="T22" fmla="*/ 1336 w 748"/>
                <a:gd name="T23" fmla="*/ 1451 h 436"/>
                <a:gd name="T24" fmla="*/ 1607 w 748"/>
                <a:gd name="T25" fmla="*/ 1099 h 436"/>
                <a:gd name="T26" fmla="*/ 1870 w 748"/>
                <a:gd name="T27" fmla="*/ 1012 h 436"/>
                <a:gd name="T28" fmla="*/ 1889 w 748"/>
                <a:gd name="T29" fmla="*/ 679 h 436"/>
                <a:gd name="T30" fmla="*/ 2178 w 748"/>
                <a:gd name="T31" fmla="*/ 352 h 436"/>
                <a:gd name="T32" fmla="*/ 2335 w 748"/>
                <a:gd name="T33" fmla="*/ 293 h 436"/>
                <a:gd name="T34" fmla="*/ 2498 w 748"/>
                <a:gd name="T35" fmla="*/ 203 h 436"/>
                <a:gd name="T36" fmla="*/ 2483 w 748"/>
                <a:gd name="T37" fmla="*/ 103 h 4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8" h="436">
                  <a:moveTo>
                    <a:pt x="743" y="31"/>
                  </a:moveTo>
                  <a:cubicBezTo>
                    <a:pt x="742" y="9"/>
                    <a:pt x="710" y="12"/>
                    <a:pt x="672" y="9"/>
                  </a:cubicBezTo>
                  <a:cubicBezTo>
                    <a:pt x="634" y="6"/>
                    <a:pt x="569" y="33"/>
                    <a:pt x="569" y="33"/>
                  </a:cubicBezTo>
                  <a:cubicBezTo>
                    <a:pt x="563" y="9"/>
                    <a:pt x="536" y="12"/>
                    <a:pt x="504" y="9"/>
                  </a:cubicBezTo>
                  <a:cubicBezTo>
                    <a:pt x="471" y="6"/>
                    <a:pt x="424" y="24"/>
                    <a:pt x="424" y="24"/>
                  </a:cubicBezTo>
                  <a:cubicBezTo>
                    <a:pt x="374" y="0"/>
                    <a:pt x="294" y="48"/>
                    <a:pt x="265" y="45"/>
                  </a:cubicBezTo>
                  <a:cubicBezTo>
                    <a:pt x="248" y="43"/>
                    <a:pt x="230" y="49"/>
                    <a:pt x="218" y="54"/>
                  </a:cubicBezTo>
                  <a:cubicBezTo>
                    <a:pt x="220" y="90"/>
                    <a:pt x="205" y="138"/>
                    <a:pt x="133" y="176"/>
                  </a:cubicBezTo>
                  <a:cubicBezTo>
                    <a:pt x="47" y="223"/>
                    <a:pt x="67" y="280"/>
                    <a:pt x="67" y="280"/>
                  </a:cubicBezTo>
                  <a:cubicBezTo>
                    <a:pt x="67" y="280"/>
                    <a:pt x="0" y="377"/>
                    <a:pt x="70" y="397"/>
                  </a:cubicBezTo>
                  <a:cubicBezTo>
                    <a:pt x="70" y="397"/>
                    <a:pt x="159" y="423"/>
                    <a:pt x="240" y="400"/>
                  </a:cubicBezTo>
                  <a:cubicBezTo>
                    <a:pt x="321" y="377"/>
                    <a:pt x="411" y="379"/>
                    <a:pt x="400" y="436"/>
                  </a:cubicBezTo>
                  <a:cubicBezTo>
                    <a:pt x="421" y="387"/>
                    <a:pt x="458" y="344"/>
                    <a:pt x="481" y="330"/>
                  </a:cubicBezTo>
                  <a:cubicBezTo>
                    <a:pt x="503" y="317"/>
                    <a:pt x="560" y="304"/>
                    <a:pt x="560" y="304"/>
                  </a:cubicBezTo>
                  <a:cubicBezTo>
                    <a:pt x="566" y="204"/>
                    <a:pt x="566" y="204"/>
                    <a:pt x="566" y="204"/>
                  </a:cubicBezTo>
                  <a:cubicBezTo>
                    <a:pt x="581" y="145"/>
                    <a:pt x="634" y="107"/>
                    <a:pt x="652" y="106"/>
                  </a:cubicBezTo>
                  <a:cubicBezTo>
                    <a:pt x="670" y="105"/>
                    <a:pt x="699" y="88"/>
                    <a:pt x="699" y="88"/>
                  </a:cubicBezTo>
                  <a:cubicBezTo>
                    <a:pt x="748" y="61"/>
                    <a:pt x="748" y="61"/>
                    <a:pt x="748" y="61"/>
                  </a:cubicBezTo>
                  <a:cubicBezTo>
                    <a:pt x="741" y="50"/>
                    <a:pt x="742" y="36"/>
                    <a:pt x="743" y="31"/>
                  </a:cubicBezTo>
                  <a:close/>
                </a:path>
              </a:pathLst>
            </a:custGeom>
            <a:solidFill>
              <a:srgbClr val="2DA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1" name="Freeform 19">
              <a:extLst>
                <a:ext uri="{FF2B5EF4-FFF2-40B4-BE49-F238E27FC236}">
                  <a16:creationId xmlns:a16="http://schemas.microsoft.com/office/drawing/2014/main" id="{C7409DC4-AC93-4479-9C3F-CE8F0552F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116"/>
              <a:ext cx="953" cy="940"/>
            </a:xfrm>
            <a:custGeom>
              <a:avLst/>
              <a:gdLst>
                <a:gd name="T0" fmla="*/ 1794 w 638"/>
                <a:gd name="T1" fmla="*/ 157 h 629"/>
                <a:gd name="T2" fmla="*/ 1180 w 638"/>
                <a:gd name="T3" fmla="*/ 9 h 629"/>
                <a:gd name="T4" fmla="*/ 1080 w 638"/>
                <a:gd name="T5" fmla="*/ 263 h 629"/>
                <a:gd name="T6" fmla="*/ 957 w 638"/>
                <a:gd name="T7" fmla="*/ 290 h 629"/>
                <a:gd name="T8" fmla="*/ 836 w 638"/>
                <a:gd name="T9" fmla="*/ 344 h 629"/>
                <a:gd name="T10" fmla="*/ 710 w 638"/>
                <a:gd name="T11" fmla="*/ 439 h 629"/>
                <a:gd name="T12" fmla="*/ 560 w 638"/>
                <a:gd name="T13" fmla="*/ 460 h 629"/>
                <a:gd name="T14" fmla="*/ 235 w 638"/>
                <a:gd name="T15" fmla="*/ 559 h 629"/>
                <a:gd name="T16" fmla="*/ 103 w 638"/>
                <a:gd name="T17" fmla="*/ 1215 h 629"/>
                <a:gd name="T18" fmla="*/ 109 w 638"/>
                <a:gd name="T19" fmla="*/ 1418 h 629"/>
                <a:gd name="T20" fmla="*/ 49 w 638"/>
                <a:gd name="T21" fmla="*/ 1575 h 629"/>
                <a:gd name="T22" fmla="*/ 227 w 638"/>
                <a:gd name="T23" fmla="*/ 2100 h 629"/>
                <a:gd name="T24" fmla="*/ 399 w 638"/>
                <a:gd name="T25" fmla="*/ 1970 h 629"/>
                <a:gd name="T26" fmla="*/ 660 w 638"/>
                <a:gd name="T27" fmla="*/ 1760 h 629"/>
                <a:gd name="T28" fmla="*/ 877 w 638"/>
                <a:gd name="T29" fmla="*/ 1477 h 629"/>
                <a:gd name="T30" fmla="*/ 1404 w 638"/>
                <a:gd name="T31" fmla="*/ 1085 h 629"/>
                <a:gd name="T32" fmla="*/ 1586 w 638"/>
                <a:gd name="T33" fmla="*/ 940 h 629"/>
                <a:gd name="T34" fmla="*/ 1754 w 638"/>
                <a:gd name="T35" fmla="*/ 581 h 629"/>
                <a:gd name="T36" fmla="*/ 1939 w 638"/>
                <a:gd name="T37" fmla="*/ 551 h 629"/>
                <a:gd name="T38" fmla="*/ 2079 w 638"/>
                <a:gd name="T39" fmla="*/ 492 h 629"/>
                <a:gd name="T40" fmla="*/ 2060 w 638"/>
                <a:gd name="T41" fmla="*/ 317 h 629"/>
                <a:gd name="T42" fmla="*/ 2057 w 638"/>
                <a:gd name="T43" fmla="*/ 312 h 629"/>
                <a:gd name="T44" fmla="*/ 2039 w 638"/>
                <a:gd name="T45" fmla="*/ 303 h 629"/>
                <a:gd name="T46" fmla="*/ 1794 w 638"/>
                <a:gd name="T47" fmla="*/ 157 h 6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38" h="629">
                  <a:moveTo>
                    <a:pt x="538" y="47"/>
                  </a:moveTo>
                  <a:cubicBezTo>
                    <a:pt x="487" y="0"/>
                    <a:pt x="354" y="3"/>
                    <a:pt x="354" y="3"/>
                  </a:cubicBezTo>
                  <a:cubicBezTo>
                    <a:pt x="354" y="3"/>
                    <a:pt x="361" y="69"/>
                    <a:pt x="324" y="79"/>
                  </a:cubicBezTo>
                  <a:cubicBezTo>
                    <a:pt x="308" y="84"/>
                    <a:pt x="297" y="80"/>
                    <a:pt x="287" y="87"/>
                  </a:cubicBezTo>
                  <a:cubicBezTo>
                    <a:pt x="277" y="93"/>
                    <a:pt x="271" y="103"/>
                    <a:pt x="251" y="103"/>
                  </a:cubicBezTo>
                  <a:cubicBezTo>
                    <a:pt x="232" y="103"/>
                    <a:pt x="226" y="114"/>
                    <a:pt x="213" y="132"/>
                  </a:cubicBezTo>
                  <a:cubicBezTo>
                    <a:pt x="200" y="150"/>
                    <a:pt x="181" y="142"/>
                    <a:pt x="168" y="138"/>
                  </a:cubicBezTo>
                  <a:cubicBezTo>
                    <a:pt x="155" y="135"/>
                    <a:pt x="139" y="114"/>
                    <a:pt x="70" y="167"/>
                  </a:cubicBezTo>
                  <a:cubicBezTo>
                    <a:pt x="0" y="221"/>
                    <a:pt x="31" y="338"/>
                    <a:pt x="31" y="364"/>
                  </a:cubicBezTo>
                  <a:cubicBezTo>
                    <a:pt x="31" y="390"/>
                    <a:pt x="57" y="409"/>
                    <a:pt x="33" y="425"/>
                  </a:cubicBezTo>
                  <a:cubicBezTo>
                    <a:pt x="8" y="441"/>
                    <a:pt x="15" y="472"/>
                    <a:pt x="15" y="472"/>
                  </a:cubicBezTo>
                  <a:cubicBezTo>
                    <a:pt x="31" y="542"/>
                    <a:pt x="73" y="617"/>
                    <a:pt x="68" y="629"/>
                  </a:cubicBezTo>
                  <a:cubicBezTo>
                    <a:pt x="68" y="629"/>
                    <a:pt x="96" y="597"/>
                    <a:pt x="120" y="590"/>
                  </a:cubicBezTo>
                  <a:cubicBezTo>
                    <a:pt x="144" y="582"/>
                    <a:pt x="178" y="544"/>
                    <a:pt x="198" y="527"/>
                  </a:cubicBezTo>
                  <a:cubicBezTo>
                    <a:pt x="218" y="511"/>
                    <a:pt x="249" y="473"/>
                    <a:pt x="263" y="442"/>
                  </a:cubicBezTo>
                  <a:cubicBezTo>
                    <a:pt x="277" y="411"/>
                    <a:pt x="291" y="355"/>
                    <a:pt x="421" y="325"/>
                  </a:cubicBezTo>
                  <a:cubicBezTo>
                    <a:pt x="439" y="320"/>
                    <a:pt x="465" y="319"/>
                    <a:pt x="476" y="282"/>
                  </a:cubicBezTo>
                  <a:cubicBezTo>
                    <a:pt x="487" y="244"/>
                    <a:pt x="495" y="162"/>
                    <a:pt x="526" y="174"/>
                  </a:cubicBezTo>
                  <a:cubicBezTo>
                    <a:pt x="558" y="185"/>
                    <a:pt x="563" y="180"/>
                    <a:pt x="582" y="165"/>
                  </a:cubicBezTo>
                  <a:cubicBezTo>
                    <a:pt x="600" y="150"/>
                    <a:pt x="624" y="147"/>
                    <a:pt x="624" y="147"/>
                  </a:cubicBezTo>
                  <a:cubicBezTo>
                    <a:pt x="624" y="147"/>
                    <a:pt x="638" y="141"/>
                    <a:pt x="618" y="95"/>
                  </a:cubicBezTo>
                  <a:cubicBezTo>
                    <a:pt x="618" y="94"/>
                    <a:pt x="618" y="94"/>
                    <a:pt x="617" y="94"/>
                  </a:cubicBezTo>
                  <a:cubicBezTo>
                    <a:pt x="614" y="92"/>
                    <a:pt x="612" y="91"/>
                    <a:pt x="612" y="91"/>
                  </a:cubicBezTo>
                  <a:cubicBezTo>
                    <a:pt x="597" y="76"/>
                    <a:pt x="538" y="47"/>
                    <a:pt x="538" y="47"/>
                  </a:cubicBezTo>
                  <a:close/>
                </a:path>
              </a:pathLst>
            </a:custGeom>
            <a:solidFill>
              <a:srgbClr val="86D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2" name="Freeform 20">
              <a:extLst>
                <a:ext uri="{FF2B5EF4-FFF2-40B4-BE49-F238E27FC236}">
                  <a16:creationId xmlns:a16="http://schemas.microsoft.com/office/drawing/2014/main" id="{2DB19110-6F02-4D90-BC08-2624B7970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602"/>
              <a:ext cx="1517" cy="1113"/>
            </a:xfrm>
            <a:custGeom>
              <a:avLst/>
              <a:gdLst>
                <a:gd name="T0" fmla="*/ 13 w 1015"/>
                <a:gd name="T1" fmla="*/ 2484 h 745"/>
                <a:gd name="T2" fmla="*/ 109 w 1015"/>
                <a:gd name="T3" fmla="*/ 2199 h 745"/>
                <a:gd name="T4" fmla="*/ 534 w 1015"/>
                <a:gd name="T5" fmla="*/ 1645 h 745"/>
                <a:gd name="T6" fmla="*/ 871 w 1015"/>
                <a:gd name="T7" fmla="*/ 1694 h 745"/>
                <a:gd name="T8" fmla="*/ 1236 w 1015"/>
                <a:gd name="T9" fmla="*/ 1351 h 745"/>
                <a:gd name="T10" fmla="*/ 1403 w 1015"/>
                <a:gd name="T11" fmla="*/ 1250 h 745"/>
                <a:gd name="T12" fmla="*/ 1885 w 1015"/>
                <a:gd name="T13" fmla="*/ 1044 h 745"/>
                <a:gd name="T14" fmla="*/ 2203 w 1015"/>
                <a:gd name="T15" fmla="*/ 1094 h 745"/>
                <a:gd name="T16" fmla="*/ 2526 w 1015"/>
                <a:gd name="T17" fmla="*/ 866 h 745"/>
                <a:gd name="T18" fmla="*/ 2795 w 1015"/>
                <a:gd name="T19" fmla="*/ 569 h 745"/>
                <a:gd name="T20" fmla="*/ 2885 w 1015"/>
                <a:gd name="T21" fmla="*/ 424 h 745"/>
                <a:gd name="T22" fmla="*/ 3388 w 1015"/>
                <a:gd name="T23" fmla="*/ 0 h 745"/>
                <a:gd name="T24" fmla="*/ 2962 w 1015"/>
                <a:gd name="T25" fmla="*/ 163 h 745"/>
                <a:gd name="T26" fmla="*/ 2804 w 1015"/>
                <a:gd name="T27" fmla="*/ 170 h 745"/>
                <a:gd name="T28" fmla="*/ 2783 w 1015"/>
                <a:gd name="T29" fmla="*/ 493 h 745"/>
                <a:gd name="T30" fmla="*/ 2539 w 1015"/>
                <a:gd name="T31" fmla="*/ 704 h 745"/>
                <a:gd name="T32" fmla="*/ 2499 w 1015"/>
                <a:gd name="T33" fmla="*/ 575 h 745"/>
                <a:gd name="T34" fmla="*/ 2499 w 1015"/>
                <a:gd name="T35" fmla="*/ 747 h 745"/>
                <a:gd name="T36" fmla="*/ 2213 w 1015"/>
                <a:gd name="T37" fmla="*/ 893 h 745"/>
                <a:gd name="T38" fmla="*/ 2127 w 1015"/>
                <a:gd name="T39" fmla="*/ 754 h 745"/>
                <a:gd name="T40" fmla="*/ 2045 w 1015"/>
                <a:gd name="T41" fmla="*/ 1065 h 745"/>
                <a:gd name="T42" fmla="*/ 1788 w 1015"/>
                <a:gd name="T43" fmla="*/ 977 h 745"/>
                <a:gd name="T44" fmla="*/ 1680 w 1015"/>
                <a:gd name="T45" fmla="*/ 872 h 745"/>
                <a:gd name="T46" fmla="*/ 1647 w 1015"/>
                <a:gd name="T47" fmla="*/ 1044 h 745"/>
                <a:gd name="T48" fmla="*/ 934 w 1015"/>
                <a:gd name="T49" fmla="*/ 1174 h 745"/>
                <a:gd name="T50" fmla="*/ 682 w 1015"/>
                <a:gd name="T51" fmla="*/ 1585 h 745"/>
                <a:gd name="T52" fmla="*/ 167 w 1015"/>
                <a:gd name="T53" fmla="*/ 1418 h 745"/>
                <a:gd name="T54" fmla="*/ 22 w 1015"/>
                <a:gd name="T55" fmla="*/ 1876 h 745"/>
                <a:gd name="T56" fmla="*/ 87 w 1015"/>
                <a:gd name="T57" fmla="*/ 2174 h 745"/>
                <a:gd name="T58" fmla="*/ 13 w 1015"/>
                <a:gd name="T59" fmla="*/ 2484 h 74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015" h="745">
                  <a:moveTo>
                    <a:pt x="4" y="745"/>
                  </a:moveTo>
                  <a:cubicBezTo>
                    <a:pt x="4" y="745"/>
                    <a:pt x="1" y="699"/>
                    <a:pt x="33" y="659"/>
                  </a:cubicBezTo>
                  <a:cubicBezTo>
                    <a:pt x="76" y="606"/>
                    <a:pt x="86" y="511"/>
                    <a:pt x="160" y="493"/>
                  </a:cubicBezTo>
                  <a:cubicBezTo>
                    <a:pt x="234" y="476"/>
                    <a:pt x="255" y="485"/>
                    <a:pt x="261" y="508"/>
                  </a:cubicBezTo>
                  <a:cubicBezTo>
                    <a:pt x="261" y="508"/>
                    <a:pt x="270" y="378"/>
                    <a:pt x="370" y="405"/>
                  </a:cubicBezTo>
                  <a:cubicBezTo>
                    <a:pt x="370" y="405"/>
                    <a:pt x="400" y="384"/>
                    <a:pt x="420" y="375"/>
                  </a:cubicBezTo>
                  <a:cubicBezTo>
                    <a:pt x="441" y="366"/>
                    <a:pt x="497" y="295"/>
                    <a:pt x="565" y="313"/>
                  </a:cubicBezTo>
                  <a:cubicBezTo>
                    <a:pt x="633" y="331"/>
                    <a:pt x="639" y="349"/>
                    <a:pt x="660" y="328"/>
                  </a:cubicBezTo>
                  <a:cubicBezTo>
                    <a:pt x="680" y="307"/>
                    <a:pt x="692" y="257"/>
                    <a:pt x="757" y="260"/>
                  </a:cubicBezTo>
                  <a:cubicBezTo>
                    <a:pt x="757" y="260"/>
                    <a:pt x="805" y="165"/>
                    <a:pt x="837" y="171"/>
                  </a:cubicBezTo>
                  <a:cubicBezTo>
                    <a:pt x="837" y="171"/>
                    <a:pt x="843" y="133"/>
                    <a:pt x="864" y="127"/>
                  </a:cubicBezTo>
                  <a:cubicBezTo>
                    <a:pt x="884" y="121"/>
                    <a:pt x="843" y="47"/>
                    <a:pt x="1015" y="0"/>
                  </a:cubicBezTo>
                  <a:cubicBezTo>
                    <a:pt x="1015" y="0"/>
                    <a:pt x="905" y="35"/>
                    <a:pt x="887" y="49"/>
                  </a:cubicBezTo>
                  <a:cubicBezTo>
                    <a:pt x="870" y="63"/>
                    <a:pt x="852" y="59"/>
                    <a:pt x="840" y="51"/>
                  </a:cubicBezTo>
                  <a:cubicBezTo>
                    <a:pt x="840" y="51"/>
                    <a:pt x="864" y="90"/>
                    <a:pt x="834" y="148"/>
                  </a:cubicBezTo>
                  <a:cubicBezTo>
                    <a:pt x="805" y="205"/>
                    <a:pt x="767" y="211"/>
                    <a:pt x="761" y="211"/>
                  </a:cubicBezTo>
                  <a:cubicBezTo>
                    <a:pt x="755" y="211"/>
                    <a:pt x="742" y="189"/>
                    <a:pt x="749" y="173"/>
                  </a:cubicBezTo>
                  <a:cubicBezTo>
                    <a:pt x="749" y="173"/>
                    <a:pt x="736" y="197"/>
                    <a:pt x="749" y="224"/>
                  </a:cubicBezTo>
                  <a:cubicBezTo>
                    <a:pt x="763" y="252"/>
                    <a:pt x="686" y="282"/>
                    <a:pt x="663" y="268"/>
                  </a:cubicBezTo>
                  <a:cubicBezTo>
                    <a:pt x="639" y="254"/>
                    <a:pt x="641" y="238"/>
                    <a:pt x="637" y="226"/>
                  </a:cubicBezTo>
                  <a:cubicBezTo>
                    <a:pt x="637" y="226"/>
                    <a:pt x="670" y="348"/>
                    <a:pt x="612" y="319"/>
                  </a:cubicBezTo>
                  <a:cubicBezTo>
                    <a:pt x="584" y="305"/>
                    <a:pt x="560" y="319"/>
                    <a:pt x="535" y="293"/>
                  </a:cubicBezTo>
                  <a:cubicBezTo>
                    <a:pt x="509" y="268"/>
                    <a:pt x="503" y="262"/>
                    <a:pt x="503" y="262"/>
                  </a:cubicBezTo>
                  <a:cubicBezTo>
                    <a:pt x="503" y="262"/>
                    <a:pt x="531" y="295"/>
                    <a:pt x="493" y="313"/>
                  </a:cubicBezTo>
                  <a:cubicBezTo>
                    <a:pt x="456" y="331"/>
                    <a:pt x="351" y="453"/>
                    <a:pt x="280" y="352"/>
                  </a:cubicBezTo>
                  <a:cubicBezTo>
                    <a:pt x="280" y="352"/>
                    <a:pt x="310" y="475"/>
                    <a:pt x="204" y="475"/>
                  </a:cubicBezTo>
                  <a:cubicBezTo>
                    <a:pt x="97" y="475"/>
                    <a:pt x="95" y="506"/>
                    <a:pt x="50" y="425"/>
                  </a:cubicBezTo>
                  <a:cubicBezTo>
                    <a:pt x="50" y="425"/>
                    <a:pt x="129" y="526"/>
                    <a:pt x="7" y="563"/>
                  </a:cubicBezTo>
                  <a:cubicBezTo>
                    <a:pt x="7" y="563"/>
                    <a:pt x="97" y="564"/>
                    <a:pt x="26" y="652"/>
                  </a:cubicBezTo>
                  <a:cubicBezTo>
                    <a:pt x="0" y="684"/>
                    <a:pt x="0" y="739"/>
                    <a:pt x="4" y="74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3" name="Freeform 21">
              <a:extLst>
                <a:ext uri="{FF2B5EF4-FFF2-40B4-BE49-F238E27FC236}">
                  <a16:creationId xmlns:a16="http://schemas.microsoft.com/office/drawing/2014/main" id="{7CA0283E-9209-41F0-A8D2-93F5B230F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531"/>
              <a:ext cx="791" cy="353"/>
            </a:xfrm>
            <a:custGeom>
              <a:avLst/>
              <a:gdLst>
                <a:gd name="T0" fmla="*/ 0 w 529"/>
                <a:gd name="T1" fmla="*/ 188 h 236"/>
                <a:gd name="T2" fmla="*/ 284 w 529"/>
                <a:gd name="T3" fmla="*/ 127 h 236"/>
                <a:gd name="T4" fmla="*/ 785 w 529"/>
                <a:gd name="T5" fmla="*/ 371 h 236"/>
                <a:gd name="T6" fmla="*/ 1769 w 529"/>
                <a:gd name="T7" fmla="*/ 790 h 236"/>
                <a:gd name="T8" fmla="*/ 1601 w 529"/>
                <a:gd name="T9" fmla="*/ 606 h 236"/>
                <a:gd name="T10" fmla="*/ 1418 w 529"/>
                <a:gd name="T11" fmla="*/ 461 h 236"/>
                <a:gd name="T12" fmla="*/ 1228 w 529"/>
                <a:gd name="T13" fmla="*/ 419 h 236"/>
                <a:gd name="T14" fmla="*/ 568 w 529"/>
                <a:gd name="T15" fmla="*/ 338 h 236"/>
                <a:gd name="T16" fmla="*/ 441 w 529"/>
                <a:gd name="T17" fmla="*/ 141 h 236"/>
                <a:gd name="T18" fmla="*/ 317 w 529"/>
                <a:gd name="T19" fmla="*/ 100 h 236"/>
                <a:gd name="T20" fmla="*/ 0 w 529"/>
                <a:gd name="T21" fmla="*/ 188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9" h="236">
                  <a:moveTo>
                    <a:pt x="0" y="56"/>
                  </a:moveTo>
                  <a:cubicBezTo>
                    <a:pt x="0" y="56"/>
                    <a:pt x="18" y="0"/>
                    <a:pt x="85" y="38"/>
                  </a:cubicBezTo>
                  <a:cubicBezTo>
                    <a:pt x="152" y="75"/>
                    <a:pt x="127" y="121"/>
                    <a:pt x="235" y="111"/>
                  </a:cubicBezTo>
                  <a:cubicBezTo>
                    <a:pt x="343" y="101"/>
                    <a:pt x="499" y="192"/>
                    <a:pt x="529" y="236"/>
                  </a:cubicBezTo>
                  <a:cubicBezTo>
                    <a:pt x="529" y="236"/>
                    <a:pt x="518" y="207"/>
                    <a:pt x="479" y="181"/>
                  </a:cubicBezTo>
                  <a:cubicBezTo>
                    <a:pt x="439" y="155"/>
                    <a:pt x="426" y="148"/>
                    <a:pt x="424" y="138"/>
                  </a:cubicBezTo>
                  <a:cubicBezTo>
                    <a:pt x="424" y="138"/>
                    <a:pt x="402" y="144"/>
                    <a:pt x="367" y="125"/>
                  </a:cubicBezTo>
                  <a:cubicBezTo>
                    <a:pt x="331" y="105"/>
                    <a:pt x="192" y="105"/>
                    <a:pt x="170" y="101"/>
                  </a:cubicBezTo>
                  <a:cubicBezTo>
                    <a:pt x="148" y="97"/>
                    <a:pt x="130" y="62"/>
                    <a:pt x="132" y="42"/>
                  </a:cubicBezTo>
                  <a:cubicBezTo>
                    <a:pt x="132" y="42"/>
                    <a:pt x="127" y="44"/>
                    <a:pt x="95" y="30"/>
                  </a:cubicBezTo>
                  <a:cubicBezTo>
                    <a:pt x="63" y="16"/>
                    <a:pt x="8" y="4"/>
                    <a:pt x="0" y="5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4" name="Freeform 22">
              <a:extLst>
                <a:ext uri="{FF2B5EF4-FFF2-40B4-BE49-F238E27FC236}">
                  <a16:creationId xmlns:a16="http://schemas.microsoft.com/office/drawing/2014/main" id="{911D4E5A-003B-4977-9ACB-F41F4FB8F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038"/>
              <a:ext cx="254" cy="194"/>
            </a:xfrm>
            <a:custGeom>
              <a:avLst/>
              <a:gdLst>
                <a:gd name="T0" fmla="*/ 0 w 170"/>
                <a:gd name="T1" fmla="*/ 236 h 130"/>
                <a:gd name="T2" fmla="*/ 560 w 170"/>
                <a:gd name="T3" fmla="*/ 433 h 130"/>
                <a:gd name="T4" fmla="*/ 568 w 170"/>
                <a:gd name="T5" fmla="*/ 0 h 130"/>
                <a:gd name="T6" fmla="*/ 451 w 170"/>
                <a:gd name="T7" fmla="*/ 236 h 130"/>
                <a:gd name="T8" fmla="*/ 0 w 170"/>
                <a:gd name="T9" fmla="*/ 236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30">
                  <a:moveTo>
                    <a:pt x="0" y="71"/>
                  </a:moveTo>
                  <a:cubicBezTo>
                    <a:pt x="0" y="71"/>
                    <a:pt x="117" y="61"/>
                    <a:pt x="168" y="130"/>
                  </a:cubicBezTo>
                  <a:cubicBezTo>
                    <a:pt x="168" y="130"/>
                    <a:pt x="120" y="60"/>
                    <a:pt x="170" y="0"/>
                  </a:cubicBezTo>
                  <a:cubicBezTo>
                    <a:pt x="170" y="0"/>
                    <a:pt x="132" y="52"/>
                    <a:pt x="135" y="71"/>
                  </a:cubicBezTo>
                  <a:cubicBezTo>
                    <a:pt x="141" y="102"/>
                    <a:pt x="84" y="50"/>
                    <a:pt x="0" y="7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5" name="Freeform 23">
              <a:extLst>
                <a:ext uri="{FF2B5EF4-FFF2-40B4-BE49-F238E27FC236}">
                  <a16:creationId xmlns:a16="http://schemas.microsoft.com/office/drawing/2014/main" id="{615150C8-A54E-486B-9CFA-D0C3DFDEE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167"/>
              <a:ext cx="556" cy="1070"/>
            </a:xfrm>
            <a:custGeom>
              <a:avLst/>
              <a:gdLst>
                <a:gd name="T0" fmla="*/ 1209 w 372"/>
                <a:gd name="T1" fmla="*/ 0 h 716"/>
                <a:gd name="T2" fmla="*/ 1139 w 372"/>
                <a:gd name="T3" fmla="*/ 121 h 716"/>
                <a:gd name="T4" fmla="*/ 855 w 372"/>
                <a:gd name="T5" fmla="*/ 378 h 716"/>
                <a:gd name="T6" fmla="*/ 830 w 372"/>
                <a:gd name="T7" fmla="*/ 708 h 716"/>
                <a:gd name="T8" fmla="*/ 974 w 372"/>
                <a:gd name="T9" fmla="*/ 817 h 716"/>
                <a:gd name="T10" fmla="*/ 650 w 372"/>
                <a:gd name="T11" fmla="*/ 1085 h 716"/>
                <a:gd name="T12" fmla="*/ 650 w 372"/>
                <a:gd name="T13" fmla="*/ 1554 h 716"/>
                <a:gd name="T14" fmla="*/ 565 w 372"/>
                <a:gd name="T15" fmla="*/ 1702 h 716"/>
                <a:gd name="T16" fmla="*/ 420 w 372"/>
                <a:gd name="T17" fmla="*/ 1959 h 716"/>
                <a:gd name="T18" fmla="*/ 209 w 372"/>
                <a:gd name="T19" fmla="*/ 2390 h 716"/>
                <a:gd name="T20" fmla="*/ 344 w 372"/>
                <a:gd name="T21" fmla="*/ 2003 h 716"/>
                <a:gd name="T22" fmla="*/ 538 w 372"/>
                <a:gd name="T23" fmla="*/ 1689 h 716"/>
                <a:gd name="T24" fmla="*/ 248 w 372"/>
                <a:gd name="T25" fmla="*/ 1405 h 716"/>
                <a:gd name="T26" fmla="*/ 547 w 372"/>
                <a:gd name="T27" fmla="*/ 1545 h 716"/>
                <a:gd name="T28" fmla="*/ 587 w 372"/>
                <a:gd name="T29" fmla="*/ 1351 h 716"/>
                <a:gd name="T30" fmla="*/ 601 w 372"/>
                <a:gd name="T31" fmla="*/ 1133 h 716"/>
                <a:gd name="T32" fmla="*/ 453 w 372"/>
                <a:gd name="T33" fmla="*/ 1106 h 716"/>
                <a:gd name="T34" fmla="*/ 0 w 372"/>
                <a:gd name="T35" fmla="*/ 1061 h 716"/>
                <a:gd name="T36" fmla="*/ 538 w 372"/>
                <a:gd name="T37" fmla="*/ 1052 h 716"/>
                <a:gd name="T38" fmla="*/ 816 w 372"/>
                <a:gd name="T39" fmla="*/ 785 h 716"/>
                <a:gd name="T40" fmla="*/ 837 w 372"/>
                <a:gd name="T41" fmla="*/ 351 h 716"/>
                <a:gd name="T42" fmla="*/ 1094 w 372"/>
                <a:gd name="T43" fmla="*/ 109 h 716"/>
                <a:gd name="T44" fmla="*/ 1209 w 372"/>
                <a:gd name="T45" fmla="*/ 0 h 71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2" h="716">
                  <a:moveTo>
                    <a:pt x="362" y="0"/>
                  </a:moveTo>
                  <a:cubicBezTo>
                    <a:pt x="362" y="0"/>
                    <a:pt x="372" y="22"/>
                    <a:pt x="341" y="36"/>
                  </a:cubicBezTo>
                  <a:cubicBezTo>
                    <a:pt x="311" y="50"/>
                    <a:pt x="292" y="104"/>
                    <a:pt x="256" y="113"/>
                  </a:cubicBezTo>
                  <a:cubicBezTo>
                    <a:pt x="219" y="122"/>
                    <a:pt x="222" y="180"/>
                    <a:pt x="248" y="212"/>
                  </a:cubicBezTo>
                  <a:cubicBezTo>
                    <a:pt x="275" y="245"/>
                    <a:pt x="254" y="265"/>
                    <a:pt x="292" y="245"/>
                  </a:cubicBezTo>
                  <a:cubicBezTo>
                    <a:pt x="292" y="245"/>
                    <a:pt x="217" y="279"/>
                    <a:pt x="195" y="325"/>
                  </a:cubicBezTo>
                  <a:cubicBezTo>
                    <a:pt x="174" y="370"/>
                    <a:pt x="185" y="446"/>
                    <a:pt x="195" y="466"/>
                  </a:cubicBezTo>
                  <a:cubicBezTo>
                    <a:pt x="205" y="486"/>
                    <a:pt x="174" y="484"/>
                    <a:pt x="169" y="510"/>
                  </a:cubicBezTo>
                  <a:cubicBezTo>
                    <a:pt x="164" y="537"/>
                    <a:pt x="162" y="559"/>
                    <a:pt x="126" y="587"/>
                  </a:cubicBezTo>
                  <a:cubicBezTo>
                    <a:pt x="89" y="615"/>
                    <a:pt x="47" y="684"/>
                    <a:pt x="63" y="716"/>
                  </a:cubicBezTo>
                  <a:cubicBezTo>
                    <a:pt x="63" y="716"/>
                    <a:pt x="30" y="687"/>
                    <a:pt x="103" y="600"/>
                  </a:cubicBezTo>
                  <a:cubicBezTo>
                    <a:pt x="122" y="577"/>
                    <a:pt x="155" y="564"/>
                    <a:pt x="161" y="506"/>
                  </a:cubicBezTo>
                  <a:cubicBezTo>
                    <a:pt x="163" y="485"/>
                    <a:pt x="107" y="423"/>
                    <a:pt x="74" y="421"/>
                  </a:cubicBezTo>
                  <a:cubicBezTo>
                    <a:pt x="74" y="421"/>
                    <a:pt x="119" y="423"/>
                    <a:pt x="164" y="463"/>
                  </a:cubicBezTo>
                  <a:cubicBezTo>
                    <a:pt x="208" y="504"/>
                    <a:pt x="180" y="431"/>
                    <a:pt x="176" y="405"/>
                  </a:cubicBezTo>
                  <a:cubicBezTo>
                    <a:pt x="172" y="380"/>
                    <a:pt x="176" y="351"/>
                    <a:pt x="180" y="339"/>
                  </a:cubicBezTo>
                  <a:cubicBezTo>
                    <a:pt x="184" y="326"/>
                    <a:pt x="180" y="322"/>
                    <a:pt x="136" y="331"/>
                  </a:cubicBezTo>
                  <a:cubicBezTo>
                    <a:pt x="92" y="340"/>
                    <a:pt x="0" y="318"/>
                    <a:pt x="0" y="318"/>
                  </a:cubicBezTo>
                  <a:cubicBezTo>
                    <a:pt x="0" y="318"/>
                    <a:pt x="105" y="344"/>
                    <a:pt x="161" y="315"/>
                  </a:cubicBezTo>
                  <a:cubicBezTo>
                    <a:pt x="217" y="286"/>
                    <a:pt x="251" y="273"/>
                    <a:pt x="244" y="235"/>
                  </a:cubicBezTo>
                  <a:cubicBezTo>
                    <a:pt x="238" y="197"/>
                    <a:pt x="189" y="139"/>
                    <a:pt x="251" y="105"/>
                  </a:cubicBezTo>
                  <a:cubicBezTo>
                    <a:pt x="312" y="71"/>
                    <a:pt x="307" y="43"/>
                    <a:pt x="328" y="33"/>
                  </a:cubicBezTo>
                  <a:cubicBezTo>
                    <a:pt x="348" y="23"/>
                    <a:pt x="358" y="14"/>
                    <a:pt x="362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6" name="Freeform 24">
              <a:extLst>
                <a:ext uri="{FF2B5EF4-FFF2-40B4-BE49-F238E27FC236}">
                  <a16:creationId xmlns:a16="http://schemas.microsoft.com/office/drawing/2014/main" id="{9BA631BA-3721-48A2-8EE8-9D3090569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174"/>
              <a:ext cx="470" cy="498"/>
            </a:xfrm>
            <a:custGeom>
              <a:avLst/>
              <a:gdLst>
                <a:gd name="T0" fmla="*/ 1046 w 315"/>
                <a:gd name="T1" fmla="*/ 615 h 333"/>
                <a:gd name="T2" fmla="*/ 127 w 315"/>
                <a:gd name="T3" fmla="*/ 167 h 333"/>
                <a:gd name="T4" fmla="*/ 182 w 315"/>
                <a:gd name="T5" fmla="*/ 0 h 333"/>
                <a:gd name="T6" fmla="*/ 113 w 315"/>
                <a:gd name="T7" fmla="*/ 63 h 333"/>
                <a:gd name="T8" fmla="*/ 0 w 315"/>
                <a:gd name="T9" fmla="*/ 0 h 333"/>
                <a:gd name="T10" fmla="*/ 100 w 315"/>
                <a:gd name="T11" fmla="*/ 108 h 333"/>
                <a:gd name="T12" fmla="*/ 534 w 315"/>
                <a:gd name="T13" fmla="*/ 660 h 333"/>
                <a:gd name="T14" fmla="*/ 560 w 315"/>
                <a:gd name="T15" fmla="*/ 897 h 333"/>
                <a:gd name="T16" fmla="*/ 425 w 315"/>
                <a:gd name="T17" fmla="*/ 858 h 333"/>
                <a:gd name="T18" fmla="*/ 498 w 315"/>
                <a:gd name="T19" fmla="*/ 917 h 333"/>
                <a:gd name="T20" fmla="*/ 216 w 315"/>
                <a:gd name="T21" fmla="*/ 953 h 333"/>
                <a:gd name="T22" fmla="*/ 439 w 315"/>
                <a:gd name="T23" fmla="*/ 971 h 333"/>
                <a:gd name="T24" fmla="*/ 427 w 315"/>
                <a:gd name="T25" fmla="*/ 1114 h 333"/>
                <a:gd name="T26" fmla="*/ 546 w 315"/>
                <a:gd name="T27" fmla="*/ 974 h 333"/>
                <a:gd name="T28" fmla="*/ 668 w 315"/>
                <a:gd name="T29" fmla="*/ 933 h 333"/>
                <a:gd name="T30" fmla="*/ 761 w 315"/>
                <a:gd name="T31" fmla="*/ 1020 h 333"/>
                <a:gd name="T32" fmla="*/ 661 w 315"/>
                <a:gd name="T33" fmla="*/ 899 h 333"/>
                <a:gd name="T34" fmla="*/ 730 w 315"/>
                <a:gd name="T35" fmla="*/ 836 h 333"/>
                <a:gd name="T36" fmla="*/ 688 w 315"/>
                <a:gd name="T37" fmla="*/ 782 h 333"/>
                <a:gd name="T38" fmla="*/ 625 w 315"/>
                <a:gd name="T39" fmla="*/ 676 h 333"/>
                <a:gd name="T40" fmla="*/ 695 w 315"/>
                <a:gd name="T41" fmla="*/ 682 h 333"/>
                <a:gd name="T42" fmla="*/ 1046 w 315"/>
                <a:gd name="T43" fmla="*/ 615 h 33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5" h="333">
                  <a:moveTo>
                    <a:pt x="315" y="184"/>
                  </a:moveTo>
                  <a:cubicBezTo>
                    <a:pt x="315" y="184"/>
                    <a:pt x="84" y="252"/>
                    <a:pt x="38" y="50"/>
                  </a:cubicBezTo>
                  <a:cubicBezTo>
                    <a:pt x="34" y="34"/>
                    <a:pt x="33" y="11"/>
                    <a:pt x="55" y="0"/>
                  </a:cubicBezTo>
                  <a:cubicBezTo>
                    <a:pt x="55" y="0"/>
                    <a:pt x="39" y="6"/>
                    <a:pt x="34" y="19"/>
                  </a:cubicBezTo>
                  <a:cubicBezTo>
                    <a:pt x="30" y="32"/>
                    <a:pt x="7" y="12"/>
                    <a:pt x="0" y="0"/>
                  </a:cubicBezTo>
                  <a:cubicBezTo>
                    <a:pt x="0" y="0"/>
                    <a:pt x="16" y="24"/>
                    <a:pt x="30" y="32"/>
                  </a:cubicBezTo>
                  <a:cubicBezTo>
                    <a:pt x="43" y="40"/>
                    <a:pt x="24" y="145"/>
                    <a:pt x="161" y="197"/>
                  </a:cubicBezTo>
                  <a:cubicBezTo>
                    <a:pt x="223" y="221"/>
                    <a:pt x="194" y="272"/>
                    <a:pt x="168" y="268"/>
                  </a:cubicBezTo>
                  <a:cubicBezTo>
                    <a:pt x="142" y="264"/>
                    <a:pt x="138" y="268"/>
                    <a:pt x="128" y="257"/>
                  </a:cubicBezTo>
                  <a:cubicBezTo>
                    <a:pt x="128" y="257"/>
                    <a:pt x="135" y="271"/>
                    <a:pt x="150" y="274"/>
                  </a:cubicBezTo>
                  <a:cubicBezTo>
                    <a:pt x="150" y="274"/>
                    <a:pt x="91" y="303"/>
                    <a:pt x="65" y="285"/>
                  </a:cubicBezTo>
                  <a:cubicBezTo>
                    <a:pt x="65" y="285"/>
                    <a:pt x="84" y="302"/>
                    <a:pt x="132" y="290"/>
                  </a:cubicBezTo>
                  <a:cubicBezTo>
                    <a:pt x="181" y="278"/>
                    <a:pt x="142" y="322"/>
                    <a:pt x="129" y="333"/>
                  </a:cubicBezTo>
                  <a:cubicBezTo>
                    <a:pt x="129" y="333"/>
                    <a:pt x="160" y="310"/>
                    <a:pt x="164" y="291"/>
                  </a:cubicBezTo>
                  <a:cubicBezTo>
                    <a:pt x="168" y="272"/>
                    <a:pt x="180" y="275"/>
                    <a:pt x="201" y="279"/>
                  </a:cubicBezTo>
                  <a:cubicBezTo>
                    <a:pt x="223" y="284"/>
                    <a:pt x="228" y="301"/>
                    <a:pt x="229" y="305"/>
                  </a:cubicBezTo>
                  <a:cubicBezTo>
                    <a:pt x="229" y="305"/>
                    <a:pt x="220" y="284"/>
                    <a:pt x="199" y="269"/>
                  </a:cubicBezTo>
                  <a:cubicBezTo>
                    <a:pt x="188" y="260"/>
                    <a:pt x="207" y="243"/>
                    <a:pt x="220" y="250"/>
                  </a:cubicBezTo>
                  <a:cubicBezTo>
                    <a:pt x="220" y="250"/>
                    <a:pt x="209" y="242"/>
                    <a:pt x="207" y="234"/>
                  </a:cubicBezTo>
                  <a:cubicBezTo>
                    <a:pt x="204" y="225"/>
                    <a:pt x="194" y="203"/>
                    <a:pt x="188" y="202"/>
                  </a:cubicBezTo>
                  <a:cubicBezTo>
                    <a:pt x="183" y="200"/>
                    <a:pt x="199" y="198"/>
                    <a:pt x="209" y="204"/>
                  </a:cubicBezTo>
                  <a:cubicBezTo>
                    <a:pt x="219" y="210"/>
                    <a:pt x="313" y="186"/>
                    <a:pt x="315" y="18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7" name="Freeform 25">
              <a:extLst>
                <a:ext uri="{FF2B5EF4-FFF2-40B4-BE49-F238E27FC236}">
                  <a16:creationId xmlns:a16="http://schemas.microsoft.com/office/drawing/2014/main" id="{DC7C2206-15FE-478C-98DB-026594197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959"/>
              <a:ext cx="251" cy="321"/>
            </a:xfrm>
            <a:custGeom>
              <a:avLst/>
              <a:gdLst>
                <a:gd name="T0" fmla="*/ 0 w 168"/>
                <a:gd name="T1" fmla="*/ 55 h 215"/>
                <a:gd name="T2" fmla="*/ 181 w 168"/>
                <a:gd name="T3" fmla="*/ 200 h 215"/>
                <a:gd name="T4" fmla="*/ 357 w 168"/>
                <a:gd name="T5" fmla="*/ 279 h 215"/>
                <a:gd name="T6" fmla="*/ 527 w 168"/>
                <a:gd name="T7" fmla="*/ 0 h 215"/>
                <a:gd name="T8" fmla="*/ 397 w 168"/>
                <a:gd name="T9" fmla="*/ 285 h 215"/>
                <a:gd name="T10" fmla="*/ 514 w 168"/>
                <a:gd name="T11" fmla="*/ 687 h 215"/>
                <a:gd name="T12" fmla="*/ 412 w 168"/>
                <a:gd name="T13" fmla="*/ 669 h 215"/>
                <a:gd name="T14" fmla="*/ 371 w 168"/>
                <a:gd name="T15" fmla="*/ 515 h 215"/>
                <a:gd name="T16" fmla="*/ 303 w 168"/>
                <a:gd name="T17" fmla="*/ 297 h 215"/>
                <a:gd name="T18" fmla="*/ 196 w 168"/>
                <a:gd name="T19" fmla="*/ 227 h 215"/>
                <a:gd name="T20" fmla="*/ 0 w 168"/>
                <a:gd name="T21" fmla="*/ 55 h 2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8" h="215">
                  <a:moveTo>
                    <a:pt x="0" y="17"/>
                  </a:moveTo>
                  <a:cubicBezTo>
                    <a:pt x="0" y="17"/>
                    <a:pt x="32" y="54"/>
                    <a:pt x="54" y="60"/>
                  </a:cubicBezTo>
                  <a:cubicBezTo>
                    <a:pt x="75" y="66"/>
                    <a:pt x="91" y="87"/>
                    <a:pt x="107" y="84"/>
                  </a:cubicBezTo>
                  <a:cubicBezTo>
                    <a:pt x="122" y="80"/>
                    <a:pt x="157" y="23"/>
                    <a:pt x="158" y="0"/>
                  </a:cubicBezTo>
                  <a:cubicBezTo>
                    <a:pt x="158" y="0"/>
                    <a:pt x="158" y="40"/>
                    <a:pt x="119" y="86"/>
                  </a:cubicBezTo>
                  <a:cubicBezTo>
                    <a:pt x="80" y="131"/>
                    <a:pt x="139" y="197"/>
                    <a:pt x="154" y="206"/>
                  </a:cubicBezTo>
                  <a:cubicBezTo>
                    <a:pt x="168" y="215"/>
                    <a:pt x="131" y="183"/>
                    <a:pt x="124" y="201"/>
                  </a:cubicBezTo>
                  <a:cubicBezTo>
                    <a:pt x="124" y="201"/>
                    <a:pt x="133" y="196"/>
                    <a:pt x="111" y="155"/>
                  </a:cubicBezTo>
                  <a:cubicBezTo>
                    <a:pt x="88" y="115"/>
                    <a:pt x="115" y="108"/>
                    <a:pt x="91" y="89"/>
                  </a:cubicBezTo>
                  <a:cubicBezTo>
                    <a:pt x="88" y="86"/>
                    <a:pt x="68" y="70"/>
                    <a:pt x="59" y="68"/>
                  </a:cubicBezTo>
                  <a:cubicBezTo>
                    <a:pt x="50" y="66"/>
                    <a:pt x="4" y="27"/>
                    <a:pt x="0" y="1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8" name="Freeform 26">
              <a:extLst>
                <a:ext uri="{FF2B5EF4-FFF2-40B4-BE49-F238E27FC236}">
                  <a16:creationId xmlns:a16="http://schemas.microsoft.com/office/drawing/2014/main" id="{87CF7D2E-E2A6-4BB9-9848-F928DE780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153"/>
              <a:ext cx="1076" cy="598"/>
            </a:xfrm>
            <a:custGeom>
              <a:avLst/>
              <a:gdLst>
                <a:gd name="T0" fmla="*/ 40 w 720"/>
                <a:gd name="T1" fmla="*/ 514 h 400"/>
                <a:gd name="T2" fmla="*/ 181 w 720"/>
                <a:gd name="T3" fmla="*/ 822 h 400"/>
                <a:gd name="T4" fmla="*/ 587 w 720"/>
                <a:gd name="T5" fmla="*/ 728 h 400"/>
                <a:gd name="T6" fmla="*/ 1248 w 720"/>
                <a:gd name="T7" fmla="*/ 484 h 400"/>
                <a:gd name="T8" fmla="*/ 1879 w 720"/>
                <a:gd name="T9" fmla="*/ 311 h 400"/>
                <a:gd name="T10" fmla="*/ 1932 w 720"/>
                <a:gd name="T11" fmla="*/ 317 h 400"/>
                <a:gd name="T12" fmla="*/ 2168 w 720"/>
                <a:gd name="T13" fmla="*/ 94 h 400"/>
                <a:gd name="T14" fmla="*/ 2180 w 720"/>
                <a:gd name="T15" fmla="*/ 1 h 400"/>
                <a:gd name="T16" fmla="*/ 2222 w 720"/>
                <a:gd name="T17" fmla="*/ 67 h 400"/>
                <a:gd name="T18" fmla="*/ 2403 w 720"/>
                <a:gd name="T19" fmla="*/ 0 h 400"/>
                <a:gd name="T20" fmla="*/ 2200 w 720"/>
                <a:gd name="T21" fmla="*/ 109 h 400"/>
                <a:gd name="T22" fmla="*/ 2046 w 720"/>
                <a:gd name="T23" fmla="*/ 224 h 400"/>
                <a:gd name="T24" fmla="*/ 1991 w 720"/>
                <a:gd name="T25" fmla="*/ 407 h 400"/>
                <a:gd name="T26" fmla="*/ 1876 w 720"/>
                <a:gd name="T27" fmla="*/ 380 h 400"/>
                <a:gd name="T28" fmla="*/ 1278 w 720"/>
                <a:gd name="T29" fmla="*/ 507 h 400"/>
                <a:gd name="T30" fmla="*/ 487 w 720"/>
                <a:gd name="T31" fmla="*/ 876 h 400"/>
                <a:gd name="T32" fmla="*/ 586 w 720"/>
                <a:gd name="T33" fmla="*/ 1233 h 400"/>
                <a:gd name="T34" fmla="*/ 656 w 720"/>
                <a:gd name="T35" fmla="*/ 1337 h 400"/>
                <a:gd name="T36" fmla="*/ 578 w 720"/>
                <a:gd name="T37" fmla="*/ 1269 h 400"/>
                <a:gd name="T38" fmla="*/ 532 w 720"/>
                <a:gd name="T39" fmla="*/ 1328 h 400"/>
                <a:gd name="T40" fmla="*/ 554 w 720"/>
                <a:gd name="T41" fmla="*/ 1254 h 400"/>
                <a:gd name="T42" fmla="*/ 474 w 720"/>
                <a:gd name="T43" fmla="*/ 1088 h 400"/>
                <a:gd name="T44" fmla="*/ 365 w 720"/>
                <a:gd name="T45" fmla="*/ 898 h 400"/>
                <a:gd name="T46" fmla="*/ 40 w 720"/>
                <a:gd name="T47" fmla="*/ 514 h 4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20" h="400">
                  <a:moveTo>
                    <a:pt x="12" y="154"/>
                  </a:moveTo>
                  <a:cubicBezTo>
                    <a:pt x="12" y="154"/>
                    <a:pt x="5" y="234"/>
                    <a:pt x="54" y="246"/>
                  </a:cubicBezTo>
                  <a:cubicBezTo>
                    <a:pt x="102" y="259"/>
                    <a:pt x="120" y="286"/>
                    <a:pt x="176" y="218"/>
                  </a:cubicBezTo>
                  <a:cubicBezTo>
                    <a:pt x="232" y="150"/>
                    <a:pt x="328" y="135"/>
                    <a:pt x="374" y="145"/>
                  </a:cubicBezTo>
                  <a:cubicBezTo>
                    <a:pt x="420" y="155"/>
                    <a:pt x="545" y="132"/>
                    <a:pt x="563" y="93"/>
                  </a:cubicBezTo>
                  <a:cubicBezTo>
                    <a:pt x="563" y="93"/>
                    <a:pt x="572" y="104"/>
                    <a:pt x="579" y="95"/>
                  </a:cubicBezTo>
                  <a:cubicBezTo>
                    <a:pt x="586" y="87"/>
                    <a:pt x="636" y="28"/>
                    <a:pt x="650" y="28"/>
                  </a:cubicBezTo>
                  <a:cubicBezTo>
                    <a:pt x="665" y="28"/>
                    <a:pt x="665" y="10"/>
                    <a:pt x="653" y="1"/>
                  </a:cubicBezTo>
                  <a:cubicBezTo>
                    <a:pt x="653" y="1"/>
                    <a:pt x="670" y="13"/>
                    <a:pt x="666" y="20"/>
                  </a:cubicBezTo>
                  <a:cubicBezTo>
                    <a:pt x="662" y="27"/>
                    <a:pt x="706" y="30"/>
                    <a:pt x="720" y="0"/>
                  </a:cubicBezTo>
                  <a:cubicBezTo>
                    <a:pt x="720" y="0"/>
                    <a:pt x="720" y="33"/>
                    <a:pt x="659" y="33"/>
                  </a:cubicBezTo>
                  <a:cubicBezTo>
                    <a:pt x="652" y="33"/>
                    <a:pt x="623" y="48"/>
                    <a:pt x="613" y="67"/>
                  </a:cubicBezTo>
                  <a:cubicBezTo>
                    <a:pt x="603" y="85"/>
                    <a:pt x="562" y="104"/>
                    <a:pt x="596" y="122"/>
                  </a:cubicBezTo>
                  <a:cubicBezTo>
                    <a:pt x="596" y="122"/>
                    <a:pt x="579" y="110"/>
                    <a:pt x="562" y="114"/>
                  </a:cubicBezTo>
                  <a:cubicBezTo>
                    <a:pt x="545" y="118"/>
                    <a:pt x="474" y="157"/>
                    <a:pt x="383" y="152"/>
                  </a:cubicBezTo>
                  <a:cubicBezTo>
                    <a:pt x="291" y="148"/>
                    <a:pt x="192" y="181"/>
                    <a:pt x="146" y="262"/>
                  </a:cubicBezTo>
                  <a:cubicBezTo>
                    <a:pt x="135" y="282"/>
                    <a:pt x="149" y="356"/>
                    <a:pt x="175" y="369"/>
                  </a:cubicBezTo>
                  <a:cubicBezTo>
                    <a:pt x="200" y="382"/>
                    <a:pt x="197" y="400"/>
                    <a:pt x="197" y="400"/>
                  </a:cubicBezTo>
                  <a:cubicBezTo>
                    <a:pt x="197" y="400"/>
                    <a:pt x="189" y="382"/>
                    <a:pt x="173" y="380"/>
                  </a:cubicBezTo>
                  <a:cubicBezTo>
                    <a:pt x="157" y="379"/>
                    <a:pt x="159" y="397"/>
                    <a:pt x="159" y="397"/>
                  </a:cubicBezTo>
                  <a:cubicBezTo>
                    <a:pt x="159" y="397"/>
                    <a:pt x="157" y="380"/>
                    <a:pt x="166" y="375"/>
                  </a:cubicBezTo>
                  <a:cubicBezTo>
                    <a:pt x="175" y="369"/>
                    <a:pt x="152" y="355"/>
                    <a:pt x="142" y="326"/>
                  </a:cubicBezTo>
                  <a:cubicBezTo>
                    <a:pt x="132" y="298"/>
                    <a:pt x="138" y="271"/>
                    <a:pt x="109" y="269"/>
                  </a:cubicBezTo>
                  <a:cubicBezTo>
                    <a:pt x="60" y="264"/>
                    <a:pt x="0" y="243"/>
                    <a:pt x="12" y="15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9" name="Freeform 27">
              <a:extLst>
                <a:ext uri="{FF2B5EF4-FFF2-40B4-BE49-F238E27FC236}">
                  <a16:creationId xmlns:a16="http://schemas.microsoft.com/office/drawing/2014/main" id="{6C420A9C-194F-4E1F-86B8-914EC6A28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209"/>
              <a:ext cx="693" cy="750"/>
            </a:xfrm>
            <a:custGeom>
              <a:avLst/>
              <a:gdLst>
                <a:gd name="T0" fmla="*/ 0 w 464"/>
                <a:gd name="T1" fmla="*/ 953 h 502"/>
                <a:gd name="T2" fmla="*/ 60 w 464"/>
                <a:gd name="T3" fmla="*/ 1098 h 502"/>
                <a:gd name="T4" fmla="*/ 411 w 464"/>
                <a:gd name="T5" fmla="*/ 1297 h 502"/>
                <a:gd name="T6" fmla="*/ 615 w 464"/>
                <a:gd name="T7" fmla="*/ 1675 h 502"/>
                <a:gd name="T8" fmla="*/ 569 w 464"/>
                <a:gd name="T9" fmla="*/ 1261 h 502"/>
                <a:gd name="T10" fmla="*/ 786 w 464"/>
                <a:gd name="T11" fmla="*/ 1156 h 502"/>
                <a:gd name="T12" fmla="*/ 614 w 464"/>
                <a:gd name="T13" fmla="*/ 1101 h 502"/>
                <a:gd name="T14" fmla="*/ 778 w 464"/>
                <a:gd name="T15" fmla="*/ 326 h 502"/>
                <a:gd name="T16" fmla="*/ 1075 w 464"/>
                <a:gd name="T17" fmla="*/ 290 h 502"/>
                <a:gd name="T18" fmla="*/ 1283 w 464"/>
                <a:gd name="T19" fmla="*/ 157 h 502"/>
                <a:gd name="T20" fmla="*/ 1546 w 464"/>
                <a:gd name="T21" fmla="*/ 55 h 502"/>
                <a:gd name="T22" fmla="*/ 1370 w 464"/>
                <a:gd name="T23" fmla="*/ 100 h 502"/>
                <a:gd name="T24" fmla="*/ 1180 w 464"/>
                <a:gd name="T25" fmla="*/ 194 h 502"/>
                <a:gd name="T26" fmla="*/ 926 w 464"/>
                <a:gd name="T27" fmla="*/ 227 h 502"/>
                <a:gd name="T28" fmla="*/ 556 w 464"/>
                <a:gd name="T29" fmla="*/ 1092 h 502"/>
                <a:gd name="T30" fmla="*/ 385 w 464"/>
                <a:gd name="T31" fmla="*/ 1194 h 502"/>
                <a:gd name="T32" fmla="*/ 100 w 464"/>
                <a:gd name="T33" fmla="*/ 1058 h 502"/>
                <a:gd name="T34" fmla="*/ 0 w 464"/>
                <a:gd name="T35" fmla="*/ 953 h 50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64" h="502">
                  <a:moveTo>
                    <a:pt x="0" y="286"/>
                  </a:moveTo>
                  <a:cubicBezTo>
                    <a:pt x="0" y="286"/>
                    <a:pt x="20" y="314"/>
                    <a:pt x="18" y="329"/>
                  </a:cubicBezTo>
                  <a:cubicBezTo>
                    <a:pt x="17" y="344"/>
                    <a:pt x="85" y="348"/>
                    <a:pt x="123" y="389"/>
                  </a:cubicBezTo>
                  <a:cubicBezTo>
                    <a:pt x="161" y="430"/>
                    <a:pt x="185" y="502"/>
                    <a:pt x="185" y="502"/>
                  </a:cubicBezTo>
                  <a:cubicBezTo>
                    <a:pt x="185" y="502"/>
                    <a:pt x="149" y="396"/>
                    <a:pt x="171" y="378"/>
                  </a:cubicBezTo>
                  <a:cubicBezTo>
                    <a:pt x="192" y="360"/>
                    <a:pt x="236" y="347"/>
                    <a:pt x="236" y="347"/>
                  </a:cubicBezTo>
                  <a:cubicBezTo>
                    <a:pt x="236" y="347"/>
                    <a:pt x="192" y="348"/>
                    <a:pt x="184" y="330"/>
                  </a:cubicBezTo>
                  <a:cubicBezTo>
                    <a:pt x="175" y="312"/>
                    <a:pt x="143" y="112"/>
                    <a:pt x="234" y="98"/>
                  </a:cubicBezTo>
                  <a:cubicBezTo>
                    <a:pt x="280" y="91"/>
                    <a:pt x="280" y="71"/>
                    <a:pt x="323" y="87"/>
                  </a:cubicBezTo>
                  <a:cubicBezTo>
                    <a:pt x="365" y="104"/>
                    <a:pt x="349" y="41"/>
                    <a:pt x="385" y="47"/>
                  </a:cubicBezTo>
                  <a:cubicBezTo>
                    <a:pt x="421" y="54"/>
                    <a:pt x="428" y="8"/>
                    <a:pt x="464" y="17"/>
                  </a:cubicBezTo>
                  <a:cubicBezTo>
                    <a:pt x="464" y="17"/>
                    <a:pt x="436" y="0"/>
                    <a:pt x="411" y="30"/>
                  </a:cubicBezTo>
                  <a:cubicBezTo>
                    <a:pt x="390" y="55"/>
                    <a:pt x="383" y="11"/>
                    <a:pt x="354" y="58"/>
                  </a:cubicBezTo>
                  <a:cubicBezTo>
                    <a:pt x="328" y="101"/>
                    <a:pt x="316" y="56"/>
                    <a:pt x="278" y="68"/>
                  </a:cubicBezTo>
                  <a:cubicBezTo>
                    <a:pt x="241" y="79"/>
                    <a:pt x="120" y="86"/>
                    <a:pt x="167" y="327"/>
                  </a:cubicBezTo>
                  <a:cubicBezTo>
                    <a:pt x="171" y="347"/>
                    <a:pt x="162" y="381"/>
                    <a:pt x="116" y="358"/>
                  </a:cubicBezTo>
                  <a:cubicBezTo>
                    <a:pt x="71" y="335"/>
                    <a:pt x="39" y="340"/>
                    <a:pt x="30" y="317"/>
                  </a:cubicBezTo>
                  <a:cubicBezTo>
                    <a:pt x="20" y="294"/>
                    <a:pt x="0" y="286"/>
                    <a:pt x="0" y="28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0" name="Freeform 28">
              <a:extLst>
                <a:ext uri="{FF2B5EF4-FFF2-40B4-BE49-F238E27FC236}">
                  <a16:creationId xmlns:a16="http://schemas.microsoft.com/office/drawing/2014/main" id="{F62ED06A-B750-4EA4-A5F8-73E5EB48B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099"/>
              <a:ext cx="614" cy="1023"/>
            </a:xfrm>
            <a:custGeom>
              <a:avLst/>
              <a:gdLst>
                <a:gd name="T0" fmla="*/ 1288 w 411"/>
                <a:gd name="T1" fmla="*/ 0 h 684"/>
                <a:gd name="T2" fmla="*/ 1364 w 411"/>
                <a:gd name="T3" fmla="*/ 69 h 684"/>
                <a:gd name="T4" fmla="*/ 1289 w 411"/>
                <a:gd name="T5" fmla="*/ 123 h 684"/>
                <a:gd name="T6" fmla="*/ 1013 w 411"/>
                <a:gd name="T7" fmla="*/ 256 h 684"/>
                <a:gd name="T8" fmla="*/ 728 w 411"/>
                <a:gd name="T9" fmla="*/ 552 h 684"/>
                <a:gd name="T10" fmla="*/ 717 w 411"/>
                <a:gd name="T11" fmla="*/ 912 h 684"/>
                <a:gd name="T12" fmla="*/ 777 w 411"/>
                <a:gd name="T13" fmla="*/ 1087 h 684"/>
                <a:gd name="T14" fmla="*/ 660 w 411"/>
                <a:gd name="T15" fmla="*/ 944 h 684"/>
                <a:gd name="T16" fmla="*/ 326 w 411"/>
                <a:gd name="T17" fmla="*/ 1078 h 684"/>
                <a:gd name="T18" fmla="*/ 136 w 411"/>
                <a:gd name="T19" fmla="*/ 1524 h 684"/>
                <a:gd name="T20" fmla="*/ 114 w 411"/>
                <a:gd name="T21" fmla="*/ 2031 h 684"/>
                <a:gd name="T22" fmla="*/ 22 w 411"/>
                <a:gd name="T23" fmla="*/ 2288 h 684"/>
                <a:gd name="T24" fmla="*/ 100 w 411"/>
                <a:gd name="T25" fmla="*/ 2007 h 684"/>
                <a:gd name="T26" fmla="*/ 167 w 411"/>
                <a:gd name="T27" fmla="*/ 1277 h 684"/>
                <a:gd name="T28" fmla="*/ 424 w 411"/>
                <a:gd name="T29" fmla="*/ 971 h 684"/>
                <a:gd name="T30" fmla="*/ 650 w 411"/>
                <a:gd name="T31" fmla="*/ 872 h 684"/>
                <a:gd name="T32" fmla="*/ 642 w 411"/>
                <a:gd name="T33" fmla="*/ 528 h 684"/>
                <a:gd name="T34" fmla="*/ 541 w 411"/>
                <a:gd name="T35" fmla="*/ 344 h 684"/>
                <a:gd name="T36" fmla="*/ 669 w 411"/>
                <a:gd name="T37" fmla="*/ 506 h 684"/>
                <a:gd name="T38" fmla="*/ 731 w 411"/>
                <a:gd name="T39" fmla="*/ 432 h 684"/>
                <a:gd name="T40" fmla="*/ 1013 w 411"/>
                <a:gd name="T41" fmla="*/ 224 h 684"/>
                <a:gd name="T42" fmla="*/ 1268 w 411"/>
                <a:gd name="T43" fmla="*/ 87 h 684"/>
                <a:gd name="T44" fmla="*/ 1288 w 411"/>
                <a:gd name="T45" fmla="*/ 0 h 6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11" h="684">
                  <a:moveTo>
                    <a:pt x="386" y="0"/>
                  </a:moveTo>
                  <a:cubicBezTo>
                    <a:pt x="386" y="0"/>
                    <a:pt x="395" y="23"/>
                    <a:pt x="409" y="21"/>
                  </a:cubicBezTo>
                  <a:cubicBezTo>
                    <a:pt x="409" y="21"/>
                    <a:pt x="411" y="35"/>
                    <a:pt x="387" y="37"/>
                  </a:cubicBezTo>
                  <a:cubicBezTo>
                    <a:pt x="363" y="40"/>
                    <a:pt x="343" y="76"/>
                    <a:pt x="304" y="76"/>
                  </a:cubicBezTo>
                  <a:cubicBezTo>
                    <a:pt x="265" y="76"/>
                    <a:pt x="220" y="137"/>
                    <a:pt x="218" y="165"/>
                  </a:cubicBezTo>
                  <a:cubicBezTo>
                    <a:pt x="215" y="193"/>
                    <a:pt x="208" y="258"/>
                    <a:pt x="215" y="273"/>
                  </a:cubicBezTo>
                  <a:cubicBezTo>
                    <a:pt x="222" y="289"/>
                    <a:pt x="233" y="315"/>
                    <a:pt x="233" y="325"/>
                  </a:cubicBezTo>
                  <a:cubicBezTo>
                    <a:pt x="233" y="325"/>
                    <a:pt x="220" y="287"/>
                    <a:pt x="198" y="282"/>
                  </a:cubicBezTo>
                  <a:cubicBezTo>
                    <a:pt x="176" y="276"/>
                    <a:pt x="115" y="297"/>
                    <a:pt x="98" y="322"/>
                  </a:cubicBezTo>
                  <a:cubicBezTo>
                    <a:pt x="82" y="347"/>
                    <a:pt x="36" y="394"/>
                    <a:pt x="41" y="455"/>
                  </a:cubicBezTo>
                  <a:cubicBezTo>
                    <a:pt x="47" y="516"/>
                    <a:pt x="47" y="597"/>
                    <a:pt x="34" y="607"/>
                  </a:cubicBezTo>
                  <a:cubicBezTo>
                    <a:pt x="22" y="616"/>
                    <a:pt x="0" y="662"/>
                    <a:pt x="7" y="684"/>
                  </a:cubicBezTo>
                  <a:cubicBezTo>
                    <a:pt x="7" y="684"/>
                    <a:pt x="0" y="665"/>
                    <a:pt x="30" y="600"/>
                  </a:cubicBezTo>
                  <a:cubicBezTo>
                    <a:pt x="47" y="564"/>
                    <a:pt x="26" y="418"/>
                    <a:pt x="50" y="382"/>
                  </a:cubicBezTo>
                  <a:cubicBezTo>
                    <a:pt x="50" y="382"/>
                    <a:pt x="94" y="311"/>
                    <a:pt x="127" y="290"/>
                  </a:cubicBezTo>
                  <a:cubicBezTo>
                    <a:pt x="161" y="269"/>
                    <a:pt x="182" y="276"/>
                    <a:pt x="195" y="261"/>
                  </a:cubicBezTo>
                  <a:cubicBezTo>
                    <a:pt x="209" y="246"/>
                    <a:pt x="215" y="174"/>
                    <a:pt x="193" y="158"/>
                  </a:cubicBezTo>
                  <a:cubicBezTo>
                    <a:pt x="170" y="143"/>
                    <a:pt x="158" y="112"/>
                    <a:pt x="162" y="103"/>
                  </a:cubicBezTo>
                  <a:cubicBezTo>
                    <a:pt x="162" y="103"/>
                    <a:pt x="177" y="142"/>
                    <a:pt x="201" y="151"/>
                  </a:cubicBezTo>
                  <a:cubicBezTo>
                    <a:pt x="225" y="161"/>
                    <a:pt x="216" y="137"/>
                    <a:pt x="219" y="129"/>
                  </a:cubicBezTo>
                  <a:cubicBezTo>
                    <a:pt x="222" y="121"/>
                    <a:pt x="276" y="69"/>
                    <a:pt x="304" y="67"/>
                  </a:cubicBezTo>
                  <a:cubicBezTo>
                    <a:pt x="331" y="64"/>
                    <a:pt x="369" y="28"/>
                    <a:pt x="380" y="26"/>
                  </a:cubicBezTo>
                  <a:cubicBezTo>
                    <a:pt x="391" y="24"/>
                    <a:pt x="388" y="4"/>
                    <a:pt x="386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1" name="Freeform 29">
              <a:extLst>
                <a:ext uri="{FF2B5EF4-FFF2-40B4-BE49-F238E27FC236}">
                  <a16:creationId xmlns:a16="http://schemas.microsoft.com/office/drawing/2014/main" id="{502CB65D-B153-4CE5-9E4E-57B092601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089"/>
              <a:ext cx="302" cy="276"/>
            </a:xfrm>
            <a:custGeom>
              <a:avLst/>
              <a:gdLst>
                <a:gd name="T0" fmla="*/ 54 w 202"/>
                <a:gd name="T1" fmla="*/ 615 h 185"/>
                <a:gd name="T2" fmla="*/ 215 w 202"/>
                <a:gd name="T3" fmla="*/ 352 h 185"/>
                <a:gd name="T4" fmla="*/ 493 w 202"/>
                <a:gd name="T5" fmla="*/ 186 h 185"/>
                <a:gd name="T6" fmla="*/ 676 w 202"/>
                <a:gd name="T7" fmla="*/ 109 h 185"/>
                <a:gd name="T8" fmla="*/ 493 w 202"/>
                <a:gd name="T9" fmla="*/ 140 h 185"/>
                <a:gd name="T10" fmla="*/ 465 w 202"/>
                <a:gd name="T11" fmla="*/ 19 h 185"/>
                <a:gd name="T12" fmla="*/ 465 w 202"/>
                <a:gd name="T13" fmla="*/ 140 h 185"/>
                <a:gd name="T14" fmla="*/ 344 w 202"/>
                <a:gd name="T15" fmla="*/ 245 h 185"/>
                <a:gd name="T16" fmla="*/ 130 w 202"/>
                <a:gd name="T17" fmla="*/ 60 h 185"/>
                <a:gd name="T18" fmla="*/ 0 w 202"/>
                <a:gd name="T19" fmla="*/ 0 h 185"/>
                <a:gd name="T20" fmla="*/ 127 w 202"/>
                <a:gd name="T21" fmla="*/ 73 h 185"/>
                <a:gd name="T22" fmla="*/ 271 w 202"/>
                <a:gd name="T23" fmla="*/ 263 h 185"/>
                <a:gd name="T24" fmla="*/ 54 w 202"/>
                <a:gd name="T25" fmla="*/ 615 h 1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2" h="185">
                  <a:moveTo>
                    <a:pt x="16" y="185"/>
                  </a:moveTo>
                  <a:cubicBezTo>
                    <a:pt x="16" y="185"/>
                    <a:pt x="30" y="121"/>
                    <a:pt x="64" y="106"/>
                  </a:cubicBezTo>
                  <a:cubicBezTo>
                    <a:pt x="99" y="90"/>
                    <a:pt x="142" y="67"/>
                    <a:pt x="148" y="56"/>
                  </a:cubicBezTo>
                  <a:cubicBezTo>
                    <a:pt x="153" y="44"/>
                    <a:pt x="181" y="60"/>
                    <a:pt x="202" y="33"/>
                  </a:cubicBezTo>
                  <a:cubicBezTo>
                    <a:pt x="202" y="33"/>
                    <a:pt x="161" y="60"/>
                    <a:pt x="148" y="42"/>
                  </a:cubicBezTo>
                  <a:cubicBezTo>
                    <a:pt x="134" y="24"/>
                    <a:pt x="139" y="6"/>
                    <a:pt x="139" y="6"/>
                  </a:cubicBezTo>
                  <a:cubicBezTo>
                    <a:pt x="139" y="6"/>
                    <a:pt x="131" y="28"/>
                    <a:pt x="139" y="42"/>
                  </a:cubicBezTo>
                  <a:cubicBezTo>
                    <a:pt x="148" y="56"/>
                    <a:pt x="117" y="81"/>
                    <a:pt x="103" y="74"/>
                  </a:cubicBezTo>
                  <a:cubicBezTo>
                    <a:pt x="89" y="67"/>
                    <a:pt x="56" y="22"/>
                    <a:pt x="39" y="18"/>
                  </a:cubicBezTo>
                  <a:cubicBezTo>
                    <a:pt x="23" y="14"/>
                    <a:pt x="3" y="6"/>
                    <a:pt x="0" y="0"/>
                  </a:cubicBezTo>
                  <a:cubicBezTo>
                    <a:pt x="0" y="0"/>
                    <a:pt x="18" y="17"/>
                    <a:pt x="38" y="22"/>
                  </a:cubicBezTo>
                  <a:cubicBezTo>
                    <a:pt x="57" y="28"/>
                    <a:pt x="89" y="71"/>
                    <a:pt x="81" y="79"/>
                  </a:cubicBezTo>
                  <a:cubicBezTo>
                    <a:pt x="73" y="88"/>
                    <a:pt x="12" y="119"/>
                    <a:pt x="16" y="18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2" name="Freeform 30">
              <a:extLst>
                <a:ext uri="{FF2B5EF4-FFF2-40B4-BE49-F238E27FC236}">
                  <a16:creationId xmlns:a16="http://schemas.microsoft.com/office/drawing/2014/main" id="{982133D6-9326-44B3-BD45-5E82F3D54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368"/>
              <a:ext cx="100" cy="133"/>
            </a:xfrm>
            <a:custGeom>
              <a:avLst/>
              <a:gdLst>
                <a:gd name="T0" fmla="*/ 0 w 67"/>
                <a:gd name="T1" fmla="*/ 60 h 89"/>
                <a:gd name="T2" fmla="*/ 55 w 67"/>
                <a:gd name="T3" fmla="*/ 297 h 89"/>
                <a:gd name="T4" fmla="*/ 222 w 67"/>
                <a:gd name="T5" fmla="*/ 250 h 89"/>
                <a:gd name="T6" fmla="*/ 134 w 67"/>
                <a:gd name="T7" fmla="*/ 190 h 89"/>
                <a:gd name="T8" fmla="*/ 181 w 67"/>
                <a:gd name="T9" fmla="*/ 0 h 89"/>
                <a:gd name="T10" fmla="*/ 103 w 67"/>
                <a:gd name="T11" fmla="*/ 103 h 89"/>
                <a:gd name="T12" fmla="*/ 0 w 67"/>
                <a:gd name="T13" fmla="*/ 6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89">
                  <a:moveTo>
                    <a:pt x="0" y="18"/>
                  </a:moveTo>
                  <a:cubicBezTo>
                    <a:pt x="0" y="18"/>
                    <a:pt x="56" y="46"/>
                    <a:pt x="17" y="89"/>
                  </a:cubicBezTo>
                  <a:cubicBezTo>
                    <a:pt x="17" y="89"/>
                    <a:pt x="45" y="48"/>
                    <a:pt x="67" y="75"/>
                  </a:cubicBezTo>
                  <a:cubicBezTo>
                    <a:pt x="67" y="75"/>
                    <a:pt x="49" y="53"/>
                    <a:pt x="40" y="57"/>
                  </a:cubicBezTo>
                  <a:cubicBezTo>
                    <a:pt x="32" y="62"/>
                    <a:pt x="34" y="18"/>
                    <a:pt x="54" y="0"/>
                  </a:cubicBezTo>
                  <a:cubicBezTo>
                    <a:pt x="54" y="0"/>
                    <a:pt x="29" y="21"/>
                    <a:pt x="31" y="31"/>
                  </a:cubicBezTo>
                  <a:cubicBezTo>
                    <a:pt x="32" y="41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3" name="Freeform 31">
              <a:extLst>
                <a:ext uri="{FF2B5EF4-FFF2-40B4-BE49-F238E27FC236}">
                  <a16:creationId xmlns:a16="http://schemas.microsoft.com/office/drawing/2014/main" id="{D3AD0BE0-68D5-470E-BBF6-6289FE94B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271"/>
              <a:ext cx="355" cy="295"/>
            </a:xfrm>
            <a:custGeom>
              <a:avLst/>
              <a:gdLst>
                <a:gd name="T0" fmla="*/ 0 w 237"/>
                <a:gd name="T1" fmla="*/ 117 h 197"/>
                <a:gd name="T2" fmla="*/ 325 w 237"/>
                <a:gd name="T3" fmla="*/ 225 h 197"/>
                <a:gd name="T4" fmla="*/ 229 w 237"/>
                <a:gd name="T5" fmla="*/ 662 h 197"/>
                <a:gd name="T6" fmla="*/ 316 w 237"/>
                <a:gd name="T7" fmla="*/ 392 h 197"/>
                <a:gd name="T8" fmla="*/ 404 w 237"/>
                <a:gd name="T9" fmla="*/ 244 h 197"/>
                <a:gd name="T10" fmla="*/ 720 w 237"/>
                <a:gd name="T11" fmla="*/ 527 h 197"/>
                <a:gd name="T12" fmla="*/ 578 w 237"/>
                <a:gd name="T13" fmla="*/ 229 h 197"/>
                <a:gd name="T14" fmla="*/ 797 w 237"/>
                <a:gd name="T15" fmla="*/ 189 h 197"/>
                <a:gd name="T16" fmla="*/ 749 w 237"/>
                <a:gd name="T17" fmla="*/ 123 h 197"/>
                <a:gd name="T18" fmla="*/ 713 w 237"/>
                <a:gd name="T19" fmla="*/ 0 h 197"/>
                <a:gd name="T20" fmla="*/ 734 w 237"/>
                <a:gd name="T21" fmla="*/ 121 h 197"/>
                <a:gd name="T22" fmla="*/ 547 w 237"/>
                <a:gd name="T23" fmla="*/ 222 h 197"/>
                <a:gd name="T24" fmla="*/ 365 w 237"/>
                <a:gd name="T25" fmla="*/ 190 h 197"/>
                <a:gd name="T26" fmla="*/ 0 w 237"/>
                <a:gd name="T27" fmla="*/ 117 h 1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7" h="197">
                  <a:moveTo>
                    <a:pt x="0" y="35"/>
                  </a:moveTo>
                  <a:cubicBezTo>
                    <a:pt x="0" y="35"/>
                    <a:pt x="109" y="32"/>
                    <a:pt x="97" y="67"/>
                  </a:cubicBezTo>
                  <a:cubicBezTo>
                    <a:pt x="85" y="103"/>
                    <a:pt x="62" y="176"/>
                    <a:pt x="68" y="197"/>
                  </a:cubicBezTo>
                  <a:cubicBezTo>
                    <a:pt x="68" y="197"/>
                    <a:pt x="83" y="117"/>
                    <a:pt x="94" y="117"/>
                  </a:cubicBezTo>
                  <a:cubicBezTo>
                    <a:pt x="94" y="117"/>
                    <a:pt x="92" y="74"/>
                    <a:pt x="120" y="73"/>
                  </a:cubicBezTo>
                  <a:cubicBezTo>
                    <a:pt x="148" y="72"/>
                    <a:pt x="196" y="130"/>
                    <a:pt x="214" y="157"/>
                  </a:cubicBezTo>
                  <a:cubicBezTo>
                    <a:pt x="214" y="157"/>
                    <a:pt x="152" y="82"/>
                    <a:pt x="172" y="68"/>
                  </a:cubicBezTo>
                  <a:cubicBezTo>
                    <a:pt x="193" y="54"/>
                    <a:pt x="215" y="38"/>
                    <a:pt x="237" y="56"/>
                  </a:cubicBezTo>
                  <a:cubicBezTo>
                    <a:pt x="237" y="56"/>
                    <a:pt x="223" y="46"/>
                    <a:pt x="223" y="37"/>
                  </a:cubicBezTo>
                  <a:cubicBezTo>
                    <a:pt x="223" y="28"/>
                    <a:pt x="220" y="5"/>
                    <a:pt x="212" y="0"/>
                  </a:cubicBezTo>
                  <a:cubicBezTo>
                    <a:pt x="212" y="0"/>
                    <a:pt x="224" y="31"/>
                    <a:pt x="218" y="36"/>
                  </a:cubicBezTo>
                  <a:cubicBezTo>
                    <a:pt x="212" y="41"/>
                    <a:pt x="170" y="51"/>
                    <a:pt x="163" y="66"/>
                  </a:cubicBezTo>
                  <a:cubicBezTo>
                    <a:pt x="155" y="82"/>
                    <a:pt x="116" y="67"/>
                    <a:pt x="109" y="57"/>
                  </a:cubicBezTo>
                  <a:cubicBezTo>
                    <a:pt x="101" y="47"/>
                    <a:pt x="62" y="27"/>
                    <a:pt x="0" y="3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4" name="Freeform 32">
              <a:extLst>
                <a:ext uri="{FF2B5EF4-FFF2-40B4-BE49-F238E27FC236}">
                  <a16:creationId xmlns:a16="http://schemas.microsoft.com/office/drawing/2014/main" id="{8D54E840-258B-401A-8F35-301B042AB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421"/>
              <a:ext cx="1353" cy="968"/>
            </a:xfrm>
            <a:custGeom>
              <a:avLst/>
              <a:gdLst>
                <a:gd name="T0" fmla="*/ 0 w 905"/>
                <a:gd name="T1" fmla="*/ 1808 h 648"/>
                <a:gd name="T2" fmla="*/ 275 w 905"/>
                <a:gd name="T3" fmla="*/ 1911 h 648"/>
                <a:gd name="T4" fmla="*/ 451 w 905"/>
                <a:gd name="T5" fmla="*/ 2160 h 648"/>
                <a:gd name="T6" fmla="*/ 546 w 905"/>
                <a:gd name="T7" fmla="*/ 1970 h 648"/>
                <a:gd name="T8" fmla="*/ 916 w 905"/>
                <a:gd name="T9" fmla="*/ 1797 h 648"/>
                <a:gd name="T10" fmla="*/ 1310 w 905"/>
                <a:gd name="T11" fmla="*/ 1748 h 648"/>
                <a:gd name="T12" fmla="*/ 1972 w 905"/>
                <a:gd name="T13" fmla="*/ 1310 h 648"/>
                <a:gd name="T14" fmla="*/ 2074 w 905"/>
                <a:gd name="T15" fmla="*/ 1301 h 648"/>
                <a:gd name="T16" fmla="*/ 2154 w 905"/>
                <a:gd name="T17" fmla="*/ 1397 h 648"/>
                <a:gd name="T18" fmla="*/ 2127 w 905"/>
                <a:gd name="T19" fmla="*/ 1207 h 648"/>
                <a:gd name="T20" fmla="*/ 2195 w 905"/>
                <a:gd name="T21" fmla="*/ 1176 h 648"/>
                <a:gd name="T22" fmla="*/ 2159 w 905"/>
                <a:gd name="T23" fmla="*/ 1047 h 648"/>
                <a:gd name="T24" fmla="*/ 2519 w 905"/>
                <a:gd name="T25" fmla="*/ 614 h 648"/>
                <a:gd name="T26" fmla="*/ 2754 w 905"/>
                <a:gd name="T27" fmla="*/ 299 h 648"/>
                <a:gd name="T28" fmla="*/ 3024 w 905"/>
                <a:gd name="T29" fmla="*/ 241 h 648"/>
                <a:gd name="T30" fmla="*/ 2722 w 905"/>
                <a:gd name="T31" fmla="*/ 209 h 648"/>
                <a:gd name="T32" fmla="*/ 2673 w 905"/>
                <a:gd name="T33" fmla="*/ 466 h 648"/>
                <a:gd name="T34" fmla="*/ 2222 w 905"/>
                <a:gd name="T35" fmla="*/ 877 h 648"/>
                <a:gd name="T36" fmla="*/ 2126 w 905"/>
                <a:gd name="T37" fmla="*/ 1147 h 648"/>
                <a:gd name="T38" fmla="*/ 2081 w 905"/>
                <a:gd name="T39" fmla="*/ 1243 h 648"/>
                <a:gd name="T40" fmla="*/ 1972 w 905"/>
                <a:gd name="T41" fmla="*/ 1170 h 648"/>
                <a:gd name="T42" fmla="*/ 1911 w 905"/>
                <a:gd name="T43" fmla="*/ 1352 h 648"/>
                <a:gd name="T44" fmla="*/ 1250 w 905"/>
                <a:gd name="T45" fmla="*/ 1707 h 648"/>
                <a:gd name="T46" fmla="*/ 785 w 905"/>
                <a:gd name="T47" fmla="*/ 1465 h 648"/>
                <a:gd name="T48" fmla="*/ 979 w 905"/>
                <a:gd name="T49" fmla="*/ 1703 h 648"/>
                <a:gd name="T50" fmla="*/ 722 w 905"/>
                <a:gd name="T51" fmla="*/ 1849 h 648"/>
                <a:gd name="T52" fmla="*/ 360 w 905"/>
                <a:gd name="T53" fmla="*/ 1924 h 648"/>
                <a:gd name="T54" fmla="*/ 0 w 905"/>
                <a:gd name="T55" fmla="*/ 1808 h 6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05" h="648">
                  <a:moveTo>
                    <a:pt x="0" y="542"/>
                  </a:moveTo>
                  <a:cubicBezTo>
                    <a:pt x="0" y="542"/>
                    <a:pt x="54" y="551"/>
                    <a:pt x="82" y="573"/>
                  </a:cubicBezTo>
                  <a:cubicBezTo>
                    <a:pt x="110" y="595"/>
                    <a:pt x="138" y="623"/>
                    <a:pt x="135" y="648"/>
                  </a:cubicBezTo>
                  <a:cubicBezTo>
                    <a:pt x="135" y="648"/>
                    <a:pt x="126" y="592"/>
                    <a:pt x="163" y="591"/>
                  </a:cubicBezTo>
                  <a:cubicBezTo>
                    <a:pt x="200" y="589"/>
                    <a:pt x="258" y="546"/>
                    <a:pt x="274" y="539"/>
                  </a:cubicBezTo>
                  <a:cubicBezTo>
                    <a:pt x="290" y="532"/>
                    <a:pt x="342" y="515"/>
                    <a:pt x="392" y="524"/>
                  </a:cubicBezTo>
                  <a:cubicBezTo>
                    <a:pt x="442" y="533"/>
                    <a:pt x="550" y="498"/>
                    <a:pt x="590" y="393"/>
                  </a:cubicBezTo>
                  <a:cubicBezTo>
                    <a:pt x="590" y="393"/>
                    <a:pt x="612" y="382"/>
                    <a:pt x="621" y="390"/>
                  </a:cubicBezTo>
                  <a:cubicBezTo>
                    <a:pt x="630" y="397"/>
                    <a:pt x="645" y="419"/>
                    <a:pt x="645" y="419"/>
                  </a:cubicBezTo>
                  <a:cubicBezTo>
                    <a:pt x="645" y="419"/>
                    <a:pt x="621" y="384"/>
                    <a:pt x="637" y="362"/>
                  </a:cubicBezTo>
                  <a:cubicBezTo>
                    <a:pt x="654" y="339"/>
                    <a:pt x="657" y="353"/>
                    <a:pt x="657" y="353"/>
                  </a:cubicBezTo>
                  <a:cubicBezTo>
                    <a:pt x="657" y="353"/>
                    <a:pt x="639" y="345"/>
                    <a:pt x="646" y="314"/>
                  </a:cubicBezTo>
                  <a:cubicBezTo>
                    <a:pt x="654" y="283"/>
                    <a:pt x="716" y="198"/>
                    <a:pt x="754" y="184"/>
                  </a:cubicBezTo>
                  <a:cubicBezTo>
                    <a:pt x="793" y="171"/>
                    <a:pt x="832" y="138"/>
                    <a:pt x="824" y="90"/>
                  </a:cubicBezTo>
                  <a:cubicBezTo>
                    <a:pt x="815" y="41"/>
                    <a:pt x="863" y="25"/>
                    <a:pt x="905" y="72"/>
                  </a:cubicBezTo>
                  <a:cubicBezTo>
                    <a:pt x="905" y="72"/>
                    <a:pt x="849" y="0"/>
                    <a:pt x="815" y="63"/>
                  </a:cubicBezTo>
                  <a:cubicBezTo>
                    <a:pt x="806" y="79"/>
                    <a:pt x="831" y="107"/>
                    <a:pt x="800" y="140"/>
                  </a:cubicBezTo>
                  <a:cubicBezTo>
                    <a:pt x="769" y="172"/>
                    <a:pt x="698" y="198"/>
                    <a:pt x="665" y="263"/>
                  </a:cubicBezTo>
                  <a:cubicBezTo>
                    <a:pt x="633" y="328"/>
                    <a:pt x="631" y="334"/>
                    <a:pt x="636" y="344"/>
                  </a:cubicBezTo>
                  <a:cubicBezTo>
                    <a:pt x="636" y="344"/>
                    <a:pt x="620" y="360"/>
                    <a:pt x="623" y="373"/>
                  </a:cubicBezTo>
                  <a:cubicBezTo>
                    <a:pt x="623" y="373"/>
                    <a:pt x="600" y="394"/>
                    <a:pt x="590" y="351"/>
                  </a:cubicBezTo>
                  <a:cubicBezTo>
                    <a:pt x="590" y="351"/>
                    <a:pt x="593" y="373"/>
                    <a:pt x="572" y="406"/>
                  </a:cubicBezTo>
                  <a:cubicBezTo>
                    <a:pt x="552" y="439"/>
                    <a:pt x="493" y="533"/>
                    <a:pt x="374" y="512"/>
                  </a:cubicBezTo>
                  <a:cubicBezTo>
                    <a:pt x="256" y="492"/>
                    <a:pt x="252" y="489"/>
                    <a:pt x="235" y="440"/>
                  </a:cubicBezTo>
                  <a:cubicBezTo>
                    <a:pt x="235" y="440"/>
                    <a:pt x="233" y="479"/>
                    <a:pt x="293" y="511"/>
                  </a:cubicBezTo>
                  <a:cubicBezTo>
                    <a:pt x="315" y="523"/>
                    <a:pt x="221" y="554"/>
                    <a:pt x="216" y="555"/>
                  </a:cubicBezTo>
                  <a:cubicBezTo>
                    <a:pt x="212" y="557"/>
                    <a:pt x="160" y="607"/>
                    <a:pt x="108" y="577"/>
                  </a:cubicBezTo>
                  <a:cubicBezTo>
                    <a:pt x="57" y="548"/>
                    <a:pt x="0" y="542"/>
                    <a:pt x="0" y="54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5" name="Freeform 33">
              <a:extLst>
                <a:ext uri="{FF2B5EF4-FFF2-40B4-BE49-F238E27FC236}">
                  <a16:creationId xmlns:a16="http://schemas.microsoft.com/office/drawing/2014/main" id="{9CC38CE5-6921-4AA7-A2A9-37BF2B241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857"/>
              <a:ext cx="357" cy="833"/>
            </a:xfrm>
            <a:custGeom>
              <a:avLst/>
              <a:gdLst>
                <a:gd name="T0" fmla="*/ 0 w 239"/>
                <a:gd name="T1" fmla="*/ 1863 h 557"/>
                <a:gd name="T2" fmla="*/ 339 w 239"/>
                <a:gd name="T3" fmla="*/ 1499 h 557"/>
                <a:gd name="T4" fmla="*/ 457 w 239"/>
                <a:gd name="T5" fmla="*/ 1371 h 557"/>
                <a:gd name="T6" fmla="*/ 641 w 239"/>
                <a:gd name="T7" fmla="*/ 1107 h 557"/>
                <a:gd name="T8" fmla="*/ 723 w 239"/>
                <a:gd name="T9" fmla="*/ 772 h 557"/>
                <a:gd name="T10" fmla="*/ 720 w 239"/>
                <a:gd name="T11" fmla="*/ 482 h 557"/>
                <a:gd name="T12" fmla="*/ 406 w 239"/>
                <a:gd name="T13" fmla="*/ 63 h 557"/>
                <a:gd name="T14" fmla="*/ 532 w 239"/>
                <a:gd name="T15" fmla="*/ 100 h 557"/>
                <a:gd name="T16" fmla="*/ 596 w 239"/>
                <a:gd name="T17" fmla="*/ 0 h 557"/>
                <a:gd name="T18" fmla="*/ 569 w 239"/>
                <a:gd name="T19" fmla="*/ 150 h 557"/>
                <a:gd name="T20" fmla="*/ 783 w 239"/>
                <a:gd name="T21" fmla="*/ 492 h 557"/>
                <a:gd name="T22" fmla="*/ 783 w 239"/>
                <a:gd name="T23" fmla="*/ 547 h 557"/>
                <a:gd name="T24" fmla="*/ 733 w 239"/>
                <a:gd name="T25" fmla="*/ 796 h 557"/>
                <a:gd name="T26" fmla="*/ 642 w 239"/>
                <a:gd name="T27" fmla="*/ 1134 h 557"/>
                <a:gd name="T28" fmla="*/ 484 w 239"/>
                <a:gd name="T29" fmla="*/ 1398 h 557"/>
                <a:gd name="T30" fmla="*/ 320 w 239"/>
                <a:gd name="T31" fmla="*/ 1521 h 557"/>
                <a:gd name="T32" fmla="*/ 0 w 239"/>
                <a:gd name="T33" fmla="*/ 1863 h 5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9" h="557">
                  <a:moveTo>
                    <a:pt x="0" y="557"/>
                  </a:moveTo>
                  <a:cubicBezTo>
                    <a:pt x="0" y="557"/>
                    <a:pt x="27" y="458"/>
                    <a:pt x="102" y="448"/>
                  </a:cubicBezTo>
                  <a:cubicBezTo>
                    <a:pt x="124" y="445"/>
                    <a:pt x="134" y="435"/>
                    <a:pt x="137" y="410"/>
                  </a:cubicBezTo>
                  <a:cubicBezTo>
                    <a:pt x="140" y="384"/>
                    <a:pt x="177" y="333"/>
                    <a:pt x="192" y="331"/>
                  </a:cubicBezTo>
                  <a:cubicBezTo>
                    <a:pt x="207" y="330"/>
                    <a:pt x="204" y="240"/>
                    <a:pt x="217" y="231"/>
                  </a:cubicBezTo>
                  <a:cubicBezTo>
                    <a:pt x="230" y="222"/>
                    <a:pt x="238" y="158"/>
                    <a:pt x="216" y="144"/>
                  </a:cubicBezTo>
                  <a:cubicBezTo>
                    <a:pt x="193" y="129"/>
                    <a:pt x="164" y="19"/>
                    <a:pt x="122" y="19"/>
                  </a:cubicBezTo>
                  <a:cubicBezTo>
                    <a:pt x="122" y="19"/>
                    <a:pt x="153" y="24"/>
                    <a:pt x="159" y="30"/>
                  </a:cubicBezTo>
                  <a:cubicBezTo>
                    <a:pt x="165" y="36"/>
                    <a:pt x="168" y="2"/>
                    <a:pt x="179" y="0"/>
                  </a:cubicBezTo>
                  <a:cubicBezTo>
                    <a:pt x="179" y="0"/>
                    <a:pt x="164" y="27"/>
                    <a:pt x="171" y="45"/>
                  </a:cubicBezTo>
                  <a:cubicBezTo>
                    <a:pt x="179" y="62"/>
                    <a:pt x="213" y="138"/>
                    <a:pt x="235" y="147"/>
                  </a:cubicBezTo>
                  <a:cubicBezTo>
                    <a:pt x="235" y="147"/>
                    <a:pt x="232" y="158"/>
                    <a:pt x="235" y="164"/>
                  </a:cubicBezTo>
                  <a:cubicBezTo>
                    <a:pt x="238" y="170"/>
                    <a:pt x="239" y="217"/>
                    <a:pt x="220" y="238"/>
                  </a:cubicBezTo>
                  <a:cubicBezTo>
                    <a:pt x="201" y="259"/>
                    <a:pt x="226" y="319"/>
                    <a:pt x="193" y="339"/>
                  </a:cubicBezTo>
                  <a:cubicBezTo>
                    <a:pt x="161" y="358"/>
                    <a:pt x="148" y="401"/>
                    <a:pt x="145" y="418"/>
                  </a:cubicBezTo>
                  <a:cubicBezTo>
                    <a:pt x="142" y="436"/>
                    <a:pt x="118" y="451"/>
                    <a:pt x="96" y="455"/>
                  </a:cubicBezTo>
                  <a:cubicBezTo>
                    <a:pt x="74" y="460"/>
                    <a:pt x="28" y="491"/>
                    <a:pt x="0" y="55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6" name="Freeform 34">
              <a:extLst>
                <a:ext uri="{FF2B5EF4-FFF2-40B4-BE49-F238E27FC236}">
                  <a16:creationId xmlns:a16="http://schemas.microsoft.com/office/drawing/2014/main" id="{3EA200BC-2EF7-441D-84A0-74A8DB01F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545"/>
              <a:ext cx="178" cy="124"/>
            </a:xfrm>
            <a:custGeom>
              <a:avLst/>
              <a:gdLst>
                <a:gd name="T0" fmla="*/ 0 w 119"/>
                <a:gd name="T1" fmla="*/ 176 h 83"/>
                <a:gd name="T2" fmla="*/ 398 w 119"/>
                <a:gd name="T3" fmla="*/ 276 h 83"/>
                <a:gd name="T4" fmla="*/ 136 w 119"/>
                <a:gd name="T5" fmla="*/ 0 h 83"/>
                <a:gd name="T6" fmla="*/ 190 w 119"/>
                <a:gd name="T7" fmla="*/ 143 h 83"/>
                <a:gd name="T8" fmla="*/ 0 w 119"/>
                <a:gd name="T9" fmla="*/ 176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83">
                  <a:moveTo>
                    <a:pt x="0" y="53"/>
                  </a:moveTo>
                  <a:cubicBezTo>
                    <a:pt x="0" y="53"/>
                    <a:pt x="70" y="37"/>
                    <a:pt x="119" y="83"/>
                  </a:cubicBezTo>
                  <a:cubicBezTo>
                    <a:pt x="119" y="83"/>
                    <a:pt x="36" y="37"/>
                    <a:pt x="41" y="0"/>
                  </a:cubicBezTo>
                  <a:cubicBezTo>
                    <a:pt x="41" y="0"/>
                    <a:pt x="44" y="35"/>
                    <a:pt x="57" y="43"/>
                  </a:cubicBezTo>
                  <a:cubicBezTo>
                    <a:pt x="57" y="43"/>
                    <a:pt x="14" y="46"/>
                    <a:pt x="0" y="5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7" name="Freeform 35">
              <a:extLst>
                <a:ext uri="{FF2B5EF4-FFF2-40B4-BE49-F238E27FC236}">
                  <a16:creationId xmlns:a16="http://schemas.microsoft.com/office/drawing/2014/main" id="{76137D80-E586-4217-A5FF-886A3451C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996"/>
              <a:ext cx="268" cy="221"/>
            </a:xfrm>
            <a:custGeom>
              <a:avLst/>
              <a:gdLst>
                <a:gd name="T0" fmla="*/ 0 w 179"/>
                <a:gd name="T1" fmla="*/ 187 h 148"/>
                <a:gd name="T2" fmla="*/ 181 w 179"/>
                <a:gd name="T3" fmla="*/ 236 h 148"/>
                <a:gd name="T4" fmla="*/ 256 w 179"/>
                <a:gd name="T5" fmla="*/ 276 h 148"/>
                <a:gd name="T6" fmla="*/ 316 w 179"/>
                <a:gd name="T7" fmla="*/ 293 h 148"/>
                <a:gd name="T8" fmla="*/ 377 w 179"/>
                <a:gd name="T9" fmla="*/ 243 h 148"/>
                <a:gd name="T10" fmla="*/ 452 w 179"/>
                <a:gd name="T11" fmla="*/ 221 h 148"/>
                <a:gd name="T12" fmla="*/ 554 w 179"/>
                <a:gd name="T13" fmla="*/ 0 h 148"/>
                <a:gd name="T14" fmla="*/ 511 w 179"/>
                <a:gd name="T15" fmla="*/ 227 h 148"/>
                <a:gd name="T16" fmla="*/ 338 w 179"/>
                <a:gd name="T17" fmla="*/ 324 h 148"/>
                <a:gd name="T18" fmla="*/ 446 w 179"/>
                <a:gd name="T19" fmla="*/ 493 h 148"/>
                <a:gd name="T20" fmla="*/ 229 w 179"/>
                <a:gd name="T21" fmla="*/ 311 h 148"/>
                <a:gd name="T22" fmla="*/ 27 w 179"/>
                <a:gd name="T23" fmla="*/ 209 h 148"/>
                <a:gd name="T24" fmla="*/ 0 w 179"/>
                <a:gd name="T25" fmla="*/ 187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9" h="148">
                  <a:moveTo>
                    <a:pt x="0" y="56"/>
                  </a:moveTo>
                  <a:cubicBezTo>
                    <a:pt x="15" y="64"/>
                    <a:pt x="38" y="65"/>
                    <a:pt x="54" y="71"/>
                  </a:cubicBezTo>
                  <a:cubicBezTo>
                    <a:pt x="62" y="74"/>
                    <a:pt x="69" y="78"/>
                    <a:pt x="76" y="83"/>
                  </a:cubicBezTo>
                  <a:cubicBezTo>
                    <a:pt x="85" y="90"/>
                    <a:pt x="85" y="93"/>
                    <a:pt x="94" y="88"/>
                  </a:cubicBezTo>
                  <a:cubicBezTo>
                    <a:pt x="101" y="85"/>
                    <a:pt x="105" y="76"/>
                    <a:pt x="112" y="73"/>
                  </a:cubicBezTo>
                  <a:cubicBezTo>
                    <a:pt x="119" y="69"/>
                    <a:pt x="128" y="69"/>
                    <a:pt x="135" y="66"/>
                  </a:cubicBezTo>
                  <a:cubicBezTo>
                    <a:pt x="163" y="57"/>
                    <a:pt x="171" y="26"/>
                    <a:pt x="165" y="0"/>
                  </a:cubicBezTo>
                  <a:cubicBezTo>
                    <a:pt x="171" y="29"/>
                    <a:pt x="179" y="49"/>
                    <a:pt x="152" y="68"/>
                  </a:cubicBezTo>
                  <a:cubicBezTo>
                    <a:pt x="136" y="80"/>
                    <a:pt x="114" y="80"/>
                    <a:pt x="101" y="97"/>
                  </a:cubicBezTo>
                  <a:cubicBezTo>
                    <a:pt x="110" y="114"/>
                    <a:pt x="128" y="128"/>
                    <a:pt x="133" y="148"/>
                  </a:cubicBezTo>
                  <a:cubicBezTo>
                    <a:pt x="115" y="123"/>
                    <a:pt x="92" y="110"/>
                    <a:pt x="68" y="93"/>
                  </a:cubicBezTo>
                  <a:cubicBezTo>
                    <a:pt x="50" y="79"/>
                    <a:pt x="30" y="67"/>
                    <a:pt x="8" y="63"/>
                  </a:cubicBezTo>
                  <a:lnTo>
                    <a:pt x="0" y="5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8" name="Freeform 36">
              <a:extLst>
                <a:ext uri="{FF2B5EF4-FFF2-40B4-BE49-F238E27FC236}">
                  <a16:creationId xmlns:a16="http://schemas.microsoft.com/office/drawing/2014/main" id="{38695361-43CF-4A34-BF5B-0DCC2F663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035"/>
              <a:ext cx="146" cy="274"/>
            </a:xfrm>
            <a:custGeom>
              <a:avLst/>
              <a:gdLst>
                <a:gd name="T0" fmla="*/ 0 w 98"/>
                <a:gd name="T1" fmla="*/ 511 h 183"/>
                <a:gd name="T2" fmla="*/ 185 w 98"/>
                <a:gd name="T3" fmla="*/ 337 h 183"/>
                <a:gd name="T4" fmla="*/ 289 w 98"/>
                <a:gd name="T5" fmla="*/ 198 h 183"/>
                <a:gd name="T6" fmla="*/ 250 w 98"/>
                <a:gd name="T7" fmla="*/ 0 h 183"/>
                <a:gd name="T8" fmla="*/ 311 w 98"/>
                <a:gd name="T9" fmla="*/ 202 h 183"/>
                <a:gd name="T10" fmla="*/ 212 w 98"/>
                <a:gd name="T11" fmla="*/ 338 h 183"/>
                <a:gd name="T12" fmla="*/ 15 w 98"/>
                <a:gd name="T13" fmla="*/ 532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83">
                  <a:moveTo>
                    <a:pt x="0" y="152"/>
                  </a:moveTo>
                  <a:cubicBezTo>
                    <a:pt x="44" y="179"/>
                    <a:pt x="43" y="125"/>
                    <a:pt x="56" y="100"/>
                  </a:cubicBezTo>
                  <a:cubicBezTo>
                    <a:pt x="64" y="85"/>
                    <a:pt x="84" y="76"/>
                    <a:pt x="87" y="59"/>
                  </a:cubicBezTo>
                  <a:cubicBezTo>
                    <a:pt x="91" y="39"/>
                    <a:pt x="75" y="19"/>
                    <a:pt x="76" y="0"/>
                  </a:cubicBezTo>
                  <a:cubicBezTo>
                    <a:pt x="85" y="18"/>
                    <a:pt x="98" y="39"/>
                    <a:pt x="94" y="60"/>
                  </a:cubicBezTo>
                  <a:cubicBezTo>
                    <a:pt x="90" y="80"/>
                    <a:pt x="72" y="86"/>
                    <a:pt x="64" y="101"/>
                  </a:cubicBezTo>
                  <a:cubicBezTo>
                    <a:pt x="49" y="130"/>
                    <a:pt x="54" y="183"/>
                    <a:pt x="5" y="15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9" name="Freeform 37">
              <a:extLst>
                <a:ext uri="{FF2B5EF4-FFF2-40B4-BE49-F238E27FC236}">
                  <a16:creationId xmlns:a16="http://schemas.microsoft.com/office/drawing/2014/main" id="{1A19547D-13AF-49E4-8925-D1AC9C0F7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32"/>
              <a:ext cx="93" cy="360"/>
            </a:xfrm>
            <a:custGeom>
              <a:avLst/>
              <a:gdLst>
                <a:gd name="T0" fmla="*/ 149 w 62"/>
                <a:gd name="T1" fmla="*/ 0 h 241"/>
                <a:gd name="T2" fmla="*/ 62 w 62"/>
                <a:gd name="T3" fmla="*/ 372 h 241"/>
                <a:gd name="T4" fmla="*/ 0 w 62"/>
                <a:gd name="T5" fmla="*/ 804 h 241"/>
                <a:gd name="T6" fmla="*/ 89 w 62"/>
                <a:gd name="T7" fmla="*/ 417 h 241"/>
                <a:gd name="T8" fmla="*/ 147 w 62"/>
                <a:gd name="T9" fmla="*/ 4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41">
                  <a:moveTo>
                    <a:pt x="44" y="0"/>
                  </a:moveTo>
                  <a:cubicBezTo>
                    <a:pt x="48" y="40"/>
                    <a:pt x="25" y="74"/>
                    <a:pt x="18" y="112"/>
                  </a:cubicBezTo>
                  <a:cubicBezTo>
                    <a:pt x="9" y="155"/>
                    <a:pt x="35" y="205"/>
                    <a:pt x="0" y="241"/>
                  </a:cubicBezTo>
                  <a:cubicBezTo>
                    <a:pt x="44" y="209"/>
                    <a:pt x="13" y="166"/>
                    <a:pt x="26" y="125"/>
                  </a:cubicBezTo>
                  <a:cubicBezTo>
                    <a:pt x="35" y="96"/>
                    <a:pt x="62" y="40"/>
                    <a:pt x="43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0" name="Freeform 38">
              <a:extLst>
                <a:ext uri="{FF2B5EF4-FFF2-40B4-BE49-F238E27FC236}">
                  <a16:creationId xmlns:a16="http://schemas.microsoft.com/office/drawing/2014/main" id="{C03CB236-4DEB-400F-A226-3392E6AC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714"/>
              <a:ext cx="150" cy="203"/>
            </a:xfrm>
            <a:custGeom>
              <a:avLst/>
              <a:gdLst>
                <a:gd name="T0" fmla="*/ 18 w 100"/>
                <a:gd name="T1" fmla="*/ 213 h 136"/>
                <a:gd name="T2" fmla="*/ 68 w 100"/>
                <a:gd name="T3" fmla="*/ 134 h 136"/>
                <a:gd name="T4" fmla="*/ 143 w 100"/>
                <a:gd name="T5" fmla="*/ 194 h 136"/>
                <a:gd name="T6" fmla="*/ 210 w 100"/>
                <a:gd name="T7" fmla="*/ 266 h 136"/>
                <a:gd name="T8" fmla="*/ 167 w 100"/>
                <a:gd name="T9" fmla="*/ 325 h 136"/>
                <a:gd name="T10" fmla="*/ 237 w 100"/>
                <a:gd name="T11" fmla="*/ 452 h 136"/>
                <a:gd name="T12" fmla="*/ 221 w 100"/>
                <a:gd name="T13" fmla="*/ 316 h 136"/>
                <a:gd name="T14" fmla="*/ 338 w 100"/>
                <a:gd name="T15" fmla="*/ 257 h 136"/>
                <a:gd name="T16" fmla="*/ 201 w 100"/>
                <a:gd name="T17" fmla="*/ 207 h 136"/>
                <a:gd name="T18" fmla="*/ 95 w 100"/>
                <a:gd name="T19" fmla="*/ 116 h 136"/>
                <a:gd name="T20" fmla="*/ 68 w 100"/>
                <a:gd name="T21" fmla="*/ 0 h 136"/>
                <a:gd name="T22" fmla="*/ 68 w 100"/>
                <a:gd name="T23" fmla="*/ 103 h 136"/>
                <a:gd name="T24" fmla="*/ 27 w 100"/>
                <a:gd name="T25" fmla="*/ 167 h 1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36">
                  <a:moveTo>
                    <a:pt x="5" y="64"/>
                  </a:moveTo>
                  <a:cubicBezTo>
                    <a:pt x="0" y="59"/>
                    <a:pt x="10" y="40"/>
                    <a:pt x="20" y="40"/>
                  </a:cubicBezTo>
                  <a:cubicBezTo>
                    <a:pt x="28" y="40"/>
                    <a:pt x="37" y="53"/>
                    <a:pt x="42" y="58"/>
                  </a:cubicBezTo>
                  <a:cubicBezTo>
                    <a:pt x="49" y="64"/>
                    <a:pt x="59" y="71"/>
                    <a:pt x="62" y="80"/>
                  </a:cubicBezTo>
                  <a:cubicBezTo>
                    <a:pt x="64" y="89"/>
                    <a:pt x="61" y="108"/>
                    <a:pt x="49" y="98"/>
                  </a:cubicBezTo>
                  <a:cubicBezTo>
                    <a:pt x="65" y="103"/>
                    <a:pt x="68" y="119"/>
                    <a:pt x="70" y="136"/>
                  </a:cubicBezTo>
                  <a:cubicBezTo>
                    <a:pt x="68" y="123"/>
                    <a:pt x="59" y="107"/>
                    <a:pt x="65" y="95"/>
                  </a:cubicBezTo>
                  <a:cubicBezTo>
                    <a:pt x="71" y="83"/>
                    <a:pt x="88" y="80"/>
                    <a:pt x="100" y="77"/>
                  </a:cubicBezTo>
                  <a:cubicBezTo>
                    <a:pt x="81" y="73"/>
                    <a:pt x="74" y="73"/>
                    <a:pt x="59" y="62"/>
                  </a:cubicBezTo>
                  <a:cubicBezTo>
                    <a:pt x="48" y="54"/>
                    <a:pt x="38" y="44"/>
                    <a:pt x="28" y="35"/>
                  </a:cubicBezTo>
                  <a:cubicBezTo>
                    <a:pt x="24" y="25"/>
                    <a:pt x="19" y="9"/>
                    <a:pt x="20" y="0"/>
                  </a:cubicBezTo>
                  <a:cubicBezTo>
                    <a:pt x="20" y="8"/>
                    <a:pt x="23" y="23"/>
                    <a:pt x="20" y="31"/>
                  </a:cubicBezTo>
                  <a:cubicBezTo>
                    <a:pt x="18" y="39"/>
                    <a:pt x="9" y="42"/>
                    <a:pt x="8" y="5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1" name="Freeform 39">
              <a:extLst>
                <a:ext uri="{FF2B5EF4-FFF2-40B4-BE49-F238E27FC236}">
                  <a16:creationId xmlns:a16="http://schemas.microsoft.com/office/drawing/2014/main" id="{514E0342-0BE1-4566-9863-7156FF3D5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467"/>
              <a:ext cx="202" cy="148"/>
            </a:xfrm>
            <a:custGeom>
              <a:avLst/>
              <a:gdLst>
                <a:gd name="T0" fmla="*/ 450 w 135"/>
                <a:gd name="T1" fmla="*/ 73 h 99"/>
                <a:gd name="T2" fmla="*/ 296 w 135"/>
                <a:gd name="T3" fmla="*/ 63 h 99"/>
                <a:gd name="T4" fmla="*/ 189 w 135"/>
                <a:gd name="T5" fmla="*/ 161 h 99"/>
                <a:gd name="T6" fmla="*/ 0 w 135"/>
                <a:gd name="T7" fmla="*/ 329 h 99"/>
                <a:gd name="T8" fmla="*/ 189 w 135"/>
                <a:gd name="T9" fmla="*/ 121 h 99"/>
                <a:gd name="T10" fmla="*/ 452 w 135"/>
                <a:gd name="T11" fmla="*/ 82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99">
                  <a:moveTo>
                    <a:pt x="134" y="22"/>
                  </a:moveTo>
                  <a:cubicBezTo>
                    <a:pt x="118" y="21"/>
                    <a:pt x="104" y="13"/>
                    <a:pt x="88" y="19"/>
                  </a:cubicBezTo>
                  <a:cubicBezTo>
                    <a:pt x="74" y="24"/>
                    <a:pt x="64" y="36"/>
                    <a:pt x="56" y="48"/>
                  </a:cubicBezTo>
                  <a:cubicBezTo>
                    <a:pt x="41" y="68"/>
                    <a:pt x="30" y="99"/>
                    <a:pt x="0" y="98"/>
                  </a:cubicBezTo>
                  <a:cubicBezTo>
                    <a:pt x="34" y="92"/>
                    <a:pt x="35" y="58"/>
                    <a:pt x="56" y="36"/>
                  </a:cubicBezTo>
                  <a:cubicBezTo>
                    <a:pt x="74" y="16"/>
                    <a:pt x="116" y="0"/>
                    <a:pt x="135" y="2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2" name="Freeform 40">
              <a:extLst>
                <a:ext uri="{FF2B5EF4-FFF2-40B4-BE49-F238E27FC236}">
                  <a16:creationId xmlns:a16="http://schemas.microsoft.com/office/drawing/2014/main" id="{639A5940-3866-4322-8EF4-9B0F78197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768"/>
              <a:ext cx="151" cy="109"/>
            </a:xfrm>
            <a:custGeom>
              <a:avLst/>
              <a:gdLst>
                <a:gd name="T0" fmla="*/ 96 w 101"/>
                <a:gd name="T1" fmla="*/ 0 h 73"/>
                <a:gd name="T2" fmla="*/ 163 w 101"/>
                <a:gd name="T3" fmla="*/ 140 h 73"/>
                <a:gd name="T4" fmla="*/ 338 w 101"/>
                <a:gd name="T5" fmla="*/ 181 h 73"/>
                <a:gd name="T6" fmla="*/ 163 w 101"/>
                <a:gd name="T7" fmla="*/ 157 h 73"/>
                <a:gd name="T8" fmla="*/ 0 w 101"/>
                <a:gd name="T9" fmla="*/ 243 h 73"/>
                <a:gd name="T10" fmla="*/ 82 w 101"/>
                <a:gd name="T11" fmla="*/ 161 h 73"/>
                <a:gd name="T12" fmla="*/ 87 w 101"/>
                <a:gd name="T13" fmla="*/ 54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73">
                  <a:moveTo>
                    <a:pt x="29" y="0"/>
                  </a:moveTo>
                  <a:cubicBezTo>
                    <a:pt x="23" y="14"/>
                    <a:pt x="35" y="37"/>
                    <a:pt x="49" y="42"/>
                  </a:cubicBezTo>
                  <a:cubicBezTo>
                    <a:pt x="65" y="49"/>
                    <a:pt x="88" y="40"/>
                    <a:pt x="101" y="54"/>
                  </a:cubicBezTo>
                  <a:cubicBezTo>
                    <a:pt x="84" y="56"/>
                    <a:pt x="66" y="48"/>
                    <a:pt x="49" y="47"/>
                  </a:cubicBezTo>
                  <a:cubicBezTo>
                    <a:pt x="24" y="46"/>
                    <a:pt x="22" y="67"/>
                    <a:pt x="0" y="73"/>
                  </a:cubicBezTo>
                  <a:cubicBezTo>
                    <a:pt x="5" y="61"/>
                    <a:pt x="18" y="58"/>
                    <a:pt x="25" y="48"/>
                  </a:cubicBezTo>
                  <a:cubicBezTo>
                    <a:pt x="33" y="36"/>
                    <a:pt x="24" y="29"/>
                    <a:pt x="26" y="1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3" name="Freeform 41">
              <a:extLst>
                <a:ext uri="{FF2B5EF4-FFF2-40B4-BE49-F238E27FC236}">
                  <a16:creationId xmlns:a16="http://schemas.microsoft.com/office/drawing/2014/main" id="{366618B2-4429-4F90-BDF0-F56991B24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768"/>
              <a:ext cx="202" cy="291"/>
            </a:xfrm>
            <a:custGeom>
              <a:avLst/>
              <a:gdLst>
                <a:gd name="T0" fmla="*/ 33 w 135"/>
                <a:gd name="T1" fmla="*/ 0 h 195"/>
                <a:gd name="T2" fmla="*/ 317 w 135"/>
                <a:gd name="T3" fmla="*/ 163 h 195"/>
                <a:gd name="T4" fmla="*/ 322 w 135"/>
                <a:gd name="T5" fmla="*/ 345 h 195"/>
                <a:gd name="T6" fmla="*/ 452 w 135"/>
                <a:gd name="T7" fmla="*/ 481 h 195"/>
                <a:gd name="T8" fmla="*/ 452 w 135"/>
                <a:gd name="T9" fmla="*/ 648 h 195"/>
                <a:gd name="T10" fmla="*/ 423 w 135"/>
                <a:gd name="T11" fmla="*/ 479 h 195"/>
                <a:gd name="T12" fmla="*/ 292 w 135"/>
                <a:gd name="T13" fmla="*/ 194 h 195"/>
                <a:gd name="T14" fmla="*/ 150 w 135"/>
                <a:gd name="T15" fmla="*/ 149 h 195"/>
                <a:gd name="T16" fmla="*/ 33 w 135"/>
                <a:gd name="T17" fmla="*/ 19 h 1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195">
                  <a:moveTo>
                    <a:pt x="10" y="0"/>
                  </a:moveTo>
                  <a:cubicBezTo>
                    <a:pt x="0" y="10"/>
                    <a:pt x="76" y="51"/>
                    <a:pt x="95" y="49"/>
                  </a:cubicBezTo>
                  <a:cubicBezTo>
                    <a:pt x="87" y="71"/>
                    <a:pt x="81" y="82"/>
                    <a:pt x="96" y="104"/>
                  </a:cubicBezTo>
                  <a:cubicBezTo>
                    <a:pt x="107" y="120"/>
                    <a:pt x="121" y="132"/>
                    <a:pt x="135" y="145"/>
                  </a:cubicBezTo>
                  <a:cubicBezTo>
                    <a:pt x="124" y="160"/>
                    <a:pt x="127" y="179"/>
                    <a:pt x="135" y="195"/>
                  </a:cubicBezTo>
                  <a:cubicBezTo>
                    <a:pt x="121" y="174"/>
                    <a:pt x="124" y="166"/>
                    <a:pt x="126" y="144"/>
                  </a:cubicBezTo>
                  <a:cubicBezTo>
                    <a:pt x="102" y="139"/>
                    <a:pt x="75" y="81"/>
                    <a:pt x="87" y="58"/>
                  </a:cubicBezTo>
                  <a:cubicBezTo>
                    <a:pt x="74" y="51"/>
                    <a:pt x="58" y="53"/>
                    <a:pt x="45" y="45"/>
                  </a:cubicBezTo>
                  <a:cubicBezTo>
                    <a:pt x="30" y="36"/>
                    <a:pt x="21" y="18"/>
                    <a:pt x="10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4" name="Freeform 42">
              <a:extLst>
                <a:ext uri="{FF2B5EF4-FFF2-40B4-BE49-F238E27FC236}">
                  <a16:creationId xmlns:a16="http://schemas.microsoft.com/office/drawing/2014/main" id="{BB83D42E-BFCC-4FBC-87DC-667151FBF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901"/>
              <a:ext cx="345" cy="71"/>
            </a:xfrm>
            <a:custGeom>
              <a:avLst/>
              <a:gdLst>
                <a:gd name="T0" fmla="*/ 0 w 231"/>
                <a:gd name="T1" fmla="*/ 81 h 48"/>
                <a:gd name="T2" fmla="*/ 276 w 231"/>
                <a:gd name="T3" fmla="*/ 104 h 48"/>
                <a:gd name="T4" fmla="*/ 466 w 231"/>
                <a:gd name="T5" fmla="*/ 41 h 48"/>
                <a:gd name="T6" fmla="*/ 769 w 231"/>
                <a:gd name="T7" fmla="*/ 40 h 48"/>
                <a:gd name="T8" fmla="*/ 593 w 231"/>
                <a:gd name="T9" fmla="*/ 33 h 48"/>
                <a:gd name="T10" fmla="*/ 438 w 231"/>
                <a:gd name="T11" fmla="*/ 59 h 48"/>
                <a:gd name="T12" fmla="*/ 114 w 231"/>
                <a:gd name="T13" fmla="*/ 114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1" h="48">
                  <a:moveTo>
                    <a:pt x="0" y="25"/>
                  </a:moveTo>
                  <a:cubicBezTo>
                    <a:pt x="23" y="35"/>
                    <a:pt x="58" y="34"/>
                    <a:pt x="83" y="32"/>
                  </a:cubicBezTo>
                  <a:cubicBezTo>
                    <a:pt x="103" y="31"/>
                    <a:pt x="121" y="21"/>
                    <a:pt x="140" y="13"/>
                  </a:cubicBezTo>
                  <a:cubicBezTo>
                    <a:pt x="166" y="1"/>
                    <a:pt x="203" y="0"/>
                    <a:pt x="231" y="12"/>
                  </a:cubicBezTo>
                  <a:cubicBezTo>
                    <a:pt x="213" y="13"/>
                    <a:pt x="196" y="9"/>
                    <a:pt x="178" y="10"/>
                  </a:cubicBezTo>
                  <a:cubicBezTo>
                    <a:pt x="162" y="11"/>
                    <a:pt x="147" y="14"/>
                    <a:pt x="131" y="18"/>
                  </a:cubicBezTo>
                  <a:cubicBezTo>
                    <a:pt x="104" y="25"/>
                    <a:pt x="63" y="48"/>
                    <a:pt x="34" y="3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5" name="Freeform 43">
              <a:extLst>
                <a:ext uri="{FF2B5EF4-FFF2-40B4-BE49-F238E27FC236}">
                  <a16:creationId xmlns:a16="http://schemas.microsoft.com/office/drawing/2014/main" id="{035F4380-303D-4743-8835-39F5E7DCC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186"/>
              <a:ext cx="427" cy="387"/>
            </a:xfrm>
            <a:custGeom>
              <a:avLst/>
              <a:gdLst>
                <a:gd name="T0" fmla="*/ 953 w 286"/>
                <a:gd name="T1" fmla="*/ 722 h 259"/>
                <a:gd name="T2" fmla="*/ 702 w 286"/>
                <a:gd name="T3" fmla="*/ 577 h 259"/>
                <a:gd name="T4" fmla="*/ 629 w 286"/>
                <a:gd name="T5" fmla="*/ 444 h 259"/>
                <a:gd name="T6" fmla="*/ 515 w 286"/>
                <a:gd name="T7" fmla="*/ 384 h 259"/>
                <a:gd name="T8" fmla="*/ 406 w 286"/>
                <a:gd name="T9" fmla="*/ 248 h 259"/>
                <a:gd name="T10" fmla="*/ 279 w 286"/>
                <a:gd name="T11" fmla="*/ 196 h 259"/>
                <a:gd name="T12" fmla="*/ 0 w 286"/>
                <a:gd name="T13" fmla="*/ 67 h 259"/>
                <a:gd name="T14" fmla="*/ 245 w 286"/>
                <a:gd name="T15" fmla="*/ 190 h 259"/>
                <a:gd name="T16" fmla="*/ 203 w 286"/>
                <a:gd name="T17" fmla="*/ 384 h 259"/>
                <a:gd name="T18" fmla="*/ 258 w 286"/>
                <a:gd name="T19" fmla="*/ 214 h 259"/>
                <a:gd name="T20" fmla="*/ 508 w 286"/>
                <a:gd name="T21" fmla="*/ 399 h 259"/>
                <a:gd name="T22" fmla="*/ 633 w 286"/>
                <a:gd name="T23" fmla="*/ 480 h 259"/>
                <a:gd name="T24" fmla="*/ 652 w 286"/>
                <a:gd name="T25" fmla="*/ 737 h 259"/>
                <a:gd name="T26" fmla="*/ 700 w 286"/>
                <a:gd name="T27" fmla="*/ 647 h 259"/>
                <a:gd name="T28" fmla="*/ 778 w 286"/>
                <a:gd name="T29" fmla="*/ 864 h 259"/>
                <a:gd name="T30" fmla="*/ 882 w 286"/>
                <a:gd name="T31" fmla="*/ 750 h 2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6" h="259">
                  <a:moveTo>
                    <a:pt x="286" y="216"/>
                  </a:moveTo>
                  <a:cubicBezTo>
                    <a:pt x="255" y="216"/>
                    <a:pt x="228" y="200"/>
                    <a:pt x="211" y="173"/>
                  </a:cubicBezTo>
                  <a:cubicBezTo>
                    <a:pt x="203" y="160"/>
                    <a:pt x="199" y="145"/>
                    <a:pt x="189" y="133"/>
                  </a:cubicBezTo>
                  <a:cubicBezTo>
                    <a:pt x="178" y="121"/>
                    <a:pt x="168" y="121"/>
                    <a:pt x="155" y="115"/>
                  </a:cubicBezTo>
                  <a:cubicBezTo>
                    <a:pt x="138" y="106"/>
                    <a:pt x="134" y="87"/>
                    <a:pt x="122" y="74"/>
                  </a:cubicBezTo>
                  <a:cubicBezTo>
                    <a:pt x="111" y="61"/>
                    <a:pt x="98" y="64"/>
                    <a:pt x="84" y="59"/>
                  </a:cubicBezTo>
                  <a:cubicBezTo>
                    <a:pt x="61" y="51"/>
                    <a:pt x="27" y="0"/>
                    <a:pt x="0" y="20"/>
                  </a:cubicBezTo>
                  <a:cubicBezTo>
                    <a:pt x="25" y="28"/>
                    <a:pt x="63" y="24"/>
                    <a:pt x="74" y="57"/>
                  </a:cubicBezTo>
                  <a:cubicBezTo>
                    <a:pt x="82" y="78"/>
                    <a:pt x="77" y="99"/>
                    <a:pt x="61" y="115"/>
                  </a:cubicBezTo>
                  <a:cubicBezTo>
                    <a:pt x="65" y="97"/>
                    <a:pt x="79" y="83"/>
                    <a:pt x="78" y="64"/>
                  </a:cubicBezTo>
                  <a:cubicBezTo>
                    <a:pt x="107" y="68"/>
                    <a:pt x="129" y="106"/>
                    <a:pt x="153" y="120"/>
                  </a:cubicBezTo>
                  <a:cubicBezTo>
                    <a:pt x="164" y="126"/>
                    <a:pt x="181" y="134"/>
                    <a:pt x="190" y="144"/>
                  </a:cubicBezTo>
                  <a:cubicBezTo>
                    <a:pt x="205" y="161"/>
                    <a:pt x="204" y="202"/>
                    <a:pt x="196" y="221"/>
                  </a:cubicBezTo>
                  <a:cubicBezTo>
                    <a:pt x="201" y="212"/>
                    <a:pt x="207" y="204"/>
                    <a:pt x="210" y="194"/>
                  </a:cubicBezTo>
                  <a:cubicBezTo>
                    <a:pt x="226" y="217"/>
                    <a:pt x="245" y="228"/>
                    <a:pt x="234" y="259"/>
                  </a:cubicBezTo>
                  <a:cubicBezTo>
                    <a:pt x="241" y="248"/>
                    <a:pt x="242" y="203"/>
                    <a:pt x="265" y="22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6" name="Freeform 44">
              <a:extLst>
                <a:ext uri="{FF2B5EF4-FFF2-40B4-BE49-F238E27FC236}">
                  <a16:creationId xmlns:a16="http://schemas.microsoft.com/office/drawing/2014/main" id="{9F2D9012-9DEB-4E6E-B565-F23384692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089"/>
              <a:ext cx="159" cy="182"/>
            </a:xfrm>
            <a:custGeom>
              <a:avLst/>
              <a:gdLst>
                <a:gd name="T0" fmla="*/ 0 w 106"/>
                <a:gd name="T1" fmla="*/ 0 h 122"/>
                <a:gd name="T2" fmla="*/ 248 w 106"/>
                <a:gd name="T3" fmla="*/ 209 h 122"/>
                <a:gd name="T4" fmla="*/ 359 w 106"/>
                <a:gd name="T5" fmla="*/ 365 h 122"/>
                <a:gd name="T6" fmla="*/ 296 w 106"/>
                <a:gd name="T7" fmla="*/ 406 h 122"/>
                <a:gd name="T8" fmla="*/ 221 w 106"/>
                <a:gd name="T9" fmla="*/ 216 h 122"/>
                <a:gd name="T10" fmla="*/ 122 w 106"/>
                <a:gd name="T11" fmla="*/ 149 h 122"/>
                <a:gd name="T12" fmla="*/ 0 w 106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22">
                  <a:moveTo>
                    <a:pt x="0" y="0"/>
                  </a:moveTo>
                  <a:cubicBezTo>
                    <a:pt x="14" y="33"/>
                    <a:pt x="52" y="39"/>
                    <a:pt x="73" y="63"/>
                  </a:cubicBezTo>
                  <a:cubicBezTo>
                    <a:pt x="85" y="77"/>
                    <a:pt x="82" y="106"/>
                    <a:pt x="106" y="110"/>
                  </a:cubicBezTo>
                  <a:cubicBezTo>
                    <a:pt x="101" y="114"/>
                    <a:pt x="92" y="120"/>
                    <a:pt x="87" y="122"/>
                  </a:cubicBezTo>
                  <a:cubicBezTo>
                    <a:pt x="86" y="101"/>
                    <a:pt x="82" y="78"/>
                    <a:pt x="65" y="65"/>
                  </a:cubicBezTo>
                  <a:cubicBezTo>
                    <a:pt x="56" y="58"/>
                    <a:pt x="45" y="53"/>
                    <a:pt x="36" y="45"/>
                  </a:cubicBezTo>
                  <a:cubicBezTo>
                    <a:pt x="21" y="33"/>
                    <a:pt x="9" y="18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7" name="Freeform 45">
              <a:extLst>
                <a:ext uri="{FF2B5EF4-FFF2-40B4-BE49-F238E27FC236}">
                  <a16:creationId xmlns:a16="http://schemas.microsoft.com/office/drawing/2014/main" id="{A108F104-FE37-460F-B26A-59F6047F4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225"/>
              <a:ext cx="154" cy="129"/>
            </a:xfrm>
            <a:custGeom>
              <a:avLst/>
              <a:gdLst>
                <a:gd name="T0" fmla="*/ 87 w 103"/>
                <a:gd name="T1" fmla="*/ 0 h 86"/>
                <a:gd name="T2" fmla="*/ 148 w 103"/>
                <a:gd name="T3" fmla="*/ 170 h 86"/>
                <a:gd name="T4" fmla="*/ 344 w 103"/>
                <a:gd name="T5" fmla="*/ 66 h 86"/>
                <a:gd name="T6" fmla="*/ 0 w 103"/>
                <a:gd name="T7" fmla="*/ 291 h 86"/>
                <a:gd name="T8" fmla="*/ 87 w 103"/>
                <a:gd name="T9" fmla="*/ 53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86">
                  <a:moveTo>
                    <a:pt x="26" y="0"/>
                  </a:moveTo>
                  <a:cubicBezTo>
                    <a:pt x="30" y="18"/>
                    <a:pt x="39" y="34"/>
                    <a:pt x="44" y="50"/>
                  </a:cubicBezTo>
                  <a:cubicBezTo>
                    <a:pt x="64" y="39"/>
                    <a:pt x="80" y="25"/>
                    <a:pt x="103" y="19"/>
                  </a:cubicBezTo>
                  <a:cubicBezTo>
                    <a:pt x="71" y="46"/>
                    <a:pt x="37" y="74"/>
                    <a:pt x="0" y="86"/>
                  </a:cubicBezTo>
                  <a:cubicBezTo>
                    <a:pt x="32" y="65"/>
                    <a:pt x="42" y="48"/>
                    <a:pt x="26" y="1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8" name="Freeform 46">
              <a:extLst>
                <a:ext uri="{FF2B5EF4-FFF2-40B4-BE49-F238E27FC236}">
                  <a16:creationId xmlns:a16="http://schemas.microsoft.com/office/drawing/2014/main" id="{DDC3E5F5-4ACE-4574-A1D0-59E474145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013"/>
              <a:ext cx="60" cy="197"/>
            </a:xfrm>
            <a:custGeom>
              <a:avLst/>
              <a:gdLst>
                <a:gd name="T0" fmla="*/ 108 w 40"/>
                <a:gd name="T1" fmla="*/ 0 h 132"/>
                <a:gd name="T2" fmla="*/ 68 w 40"/>
                <a:gd name="T3" fmla="*/ 439 h 132"/>
                <a:gd name="T4" fmla="*/ 99 w 40"/>
                <a:gd name="T5" fmla="*/ 155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32">
                  <a:moveTo>
                    <a:pt x="32" y="0"/>
                  </a:moveTo>
                  <a:cubicBezTo>
                    <a:pt x="40" y="21"/>
                    <a:pt x="40" y="117"/>
                    <a:pt x="20" y="132"/>
                  </a:cubicBezTo>
                  <a:cubicBezTo>
                    <a:pt x="0" y="119"/>
                    <a:pt x="27" y="67"/>
                    <a:pt x="29" y="4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9" name="Freeform 47">
              <a:extLst>
                <a:ext uri="{FF2B5EF4-FFF2-40B4-BE49-F238E27FC236}">
                  <a16:creationId xmlns:a16="http://schemas.microsoft.com/office/drawing/2014/main" id="{395CD724-D597-4841-8C3A-BC93A82FF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1645"/>
              <a:ext cx="106" cy="206"/>
            </a:xfrm>
            <a:custGeom>
              <a:avLst/>
              <a:gdLst>
                <a:gd name="T0" fmla="*/ 0 w 71"/>
                <a:gd name="T1" fmla="*/ 0 h 138"/>
                <a:gd name="T2" fmla="*/ 100 w 71"/>
                <a:gd name="T3" fmla="*/ 148 h 138"/>
                <a:gd name="T4" fmla="*/ 116 w 71"/>
                <a:gd name="T5" fmla="*/ 42 h 138"/>
                <a:gd name="T6" fmla="*/ 116 w 71"/>
                <a:gd name="T7" fmla="*/ 252 h 138"/>
                <a:gd name="T8" fmla="*/ 236 w 71"/>
                <a:gd name="T9" fmla="*/ 460 h 138"/>
                <a:gd name="T10" fmla="*/ 0 w 71"/>
                <a:gd name="T11" fmla="*/ 6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38">
                  <a:moveTo>
                    <a:pt x="0" y="0"/>
                  </a:moveTo>
                  <a:cubicBezTo>
                    <a:pt x="2" y="14"/>
                    <a:pt x="16" y="38"/>
                    <a:pt x="30" y="44"/>
                  </a:cubicBezTo>
                  <a:cubicBezTo>
                    <a:pt x="36" y="35"/>
                    <a:pt x="37" y="24"/>
                    <a:pt x="35" y="13"/>
                  </a:cubicBezTo>
                  <a:cubicBezTo>
                    <a:pt x="38" y="35"/>
                    <a:pt x="29" y="55"/>
                    <a:pt x="35" y="76"/>
                  </a:cubicBezTo>
                  <a:cubicBezTo>
                    <a:pt x="40" y="98"/>
                    <a:pt x="58" y="122"/>
                    <a:pt x="71" y="138"/>
                  </a:cubicBezTo>
                  <a:cubicBezTo>
                    <a:pt x="48" y="97"/>
                    <a:pt x="29" y="54"/>
                    <a:pt x="0" y="1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0" name="Freeform 48">
              <a:extLst>
                <a:ext uri="{FF2B5EF4-FFF2-40B4-BE49-F238E27FC236}">
                  <a16:creationId xmlns:a16="http://schemas.microsoft.com/office/drawing/2014/main" id="{112DCA49-D2EF-4252-9C64-A0B322C21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561"/>
              <a:ext cx="46" cy="313"/>
            </a:xfrm>
            <a:custGeom>
              <a:avLst/>
              <a:gdLst>
                <a:gd name="T0" fmla="*/ 53 w 31"/>
                <a:gd name="T1" fmla="*/ 0 h 209"/>
                <a:gd name="T2" fmla="*/ 79 w 31"/>
                <a:gd name="T3" fmla="*/ 379 h 209"/>
                <a:gd name="T4" fmla="*/ 101 w 31"/>
                <a:gd name="T5" fmla="*/ 702 h 209"/>
                <a:gd name="T6" fmla="*/ 53 w 31"/>
                <a:gd name="T7" fmla="*/ 40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09">
                  <a:moveTo>
                    <a:pt x="16" y="0"/>
                  </a:moveTo>
                  <a:cubicBezTo>
                    <a:pt x="27" y="37"/>
                    <a:pt x="25" y="75"/>
                    <a:pt x="24" y="113"/>
                  </a:cubicBezTo>
                  <a:cubicBezTo>
                    <a:pt x="23" y="141"/>
                    <a:pt x="17" y="185"/>
                    <a:pt x="31" y="209"/>
                  </a:cubicBezTo>
                  <a:cubicBezTo>
                    <a:pt x="0" y="155"/>
                    <a:pt x="16" y="71"/>
                    <a:pt x="16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1" name="Freeform 49">
              <a:extLst>
                <a:ext uri="{FF2B5EF4-FFF2-40B4-BE49-F238E27FC236}">
                  <a16:creationId xmlns:a16="http://schemas.microsoft.com/office/drawing/2014/main" id="{3389E089-DE18-4CF9-8536-39C7AFF57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1049"/>
              <a:ext cx="3487" cy="2125"/>
            </a:xfrm>
            <a:custGeom>
              <a:avLst/>
              <a:gdLst>
                <a:gd name="T0" fmla="*/ 1888 w 2334"/>
                <a:gd name="T1" fmla="*/ 3781 h 1422"/>
                <a:gd name="T2" fmla="*/ 1092 w 2334"/>
                <a:gd name="T3" fmla="*/ 3808 h 1422"/>
                <a:gd name="T4" fmla="*/ 330 w 2334"/>
                <a:gd name="T5" fmla="*/ 3343 h 1422"/>
                <a:gd name="T6" fmla="*/ 203 w 2334"/>
                <a:gd name="T7" fmla="*/ 3040 h 1422"/>
                <a:gd name="T8" fmla="*/ 114 w 2334"/>
                <a:gd name="T9" fmla="*/ 2398 h 1422"/>
                <a:gd name="T10" fmla="*/ 214 w 2334"/>
                <a:gd name="T11" fmla="*/ 2023 h 1422"/>
                <a:gd name="T12" fmla="*/ 360 w 2334"/>
                <a:gd name="T13" fmla="*/ 1548 h 1422"/>
                <a:gd name="T14" fmla="*/ 814 w 2334"/>
                <a:gd name="T15" fmla="*/ 1088 h 1422"/>
                <a:gd name="T16" fmla="*/ 1237 w 2334"/>
                <a:gd name="T17" fmla="*/ 650 h 1422"/>
                <a:gd name="T18" fmla="*/ 1690 w 2334"/>
                <a:gd name="T19" fmla="*/ 484 h 1422"/>
                <a:gd name="T20" fmla="*/ 2290 w 2334"/>
                <a:gd name="T21" fmla="*/ 208 h 1422"/>
                <a:gd name="T22" fmla="*/ 2502 w 2334"/>
                <a:gd name="T23" fmla="*/ 149 h 1422"/>
                <a:gd name="T24" fmla="*/ 3031 w 2334"/>
                <a:gd name="T25" fmla="*/ 81 h 1422"/>
                <a:gd name="T26" fmla="*/ 3299 w 2334"/>
                <a:gd name="T27" fmla="*/ 28 h 1422"/>
                <a:gd name="T28" fmla="*/ 3515 w 2334"/>
                <a:gd name="T29" fmla="*/ 109 h 1422"/>
                <a:gd name="T30" fmla="*/ 3859 w 2334"/>
                <a:gd name="T31" fmla="*/ 28 h 1422"/>
                <a:gd name="T32" fmla="*/ 4095 w 2334"/>
                <a:gd name="T33" fmla="*/ 109 h 1422"/>
                <a:gd name="T34" fmla="*/ 4392 w 2334"/>
                <a:gd name="T35" fmla="*/ 40 h 1422"/>
                <a:gd name="T36" fmla="*/ 5042 w 2334"/>
                <a:gd name="T37" fmla="*/ 161 h 1422"/>
                <a:gd name="T38" fmla="*/ 5652 w 2334"/>
                <a:gd name="T39" fmla="*/ 306 h 1422"/>
                <a:gd name="T40" fmla="*/ 5900 w 2334"/>
                <a:gd name="T41" fmla="*/ 453 h 1422"/>
                <a:gd name="T42" fmla="*/ 6609 w 2334"/>
                <a:gd name="T43" fmla="*/ 1067 h 1422"/>
                <a:gd name="T44" fmla="*/ 6857 w 2334"/>
                <a:gd name="T45" fmla="*/ 1284 h 1422"/>
                <a:gd name="T46" fmla="*/ 7229 w 2334"/>
                <a:gd name="T47" fmla="*/ 1844 h 1422"/>
                <a:gd name="T48" fmla="*/ 7607 w 2334"/>
                <a:gd name="T49" fmla="*/ 2321 h 1422"/>
                <a:gd name="T50" fmla="*/ 7763 w 2334"/>
                <a:gd name="T51" fmla="*/ 2606 h 1422"/>
                <a:gd name="T52" fmla="*/ 7714 w 2334"/>
                <a:gd name="T53" fmla="*/ 3050 h 1422"/>
                <a:gd name="T54" fmla="*/ 7587 w 2334"/>
                <a:gd name="T55" fmla="*/ 3247 h 1422"/>
                <a:gd name="T56" fmla="*/ 6993 w 2334"/>
                <a:gd name="T57" fmla="*/ 3560 h 1422"/>
                <a:gd name="T58" fmla="*/ 6580 w 2334"/>
                <a:gd name="T59" fmla="*/ 3434 h 1422"/>
                <a:gd name="T60" fmla="*/ 6306 w 2334"/>
                <a:gd name="T61" fmla="*/ 3524 h 1422"/>
                <a:gd name="T62" fmla="*/ 5662 w 2334"/>
                <a:gd name="T63" fmla="*/ 3700 h 1422"/>
                <a:gd name="T64" fmla="*/ 5278 w 2334"/>
                <a:gd name="T65" fmla="*/ 3917 h 1422"/>
                <a:gd name="T66" fmla="*/ 4966 w 2334"/>
                <a:gd name="T67" fmla="*/ 3740 h 1422"/>
                <a:gd name="T68" fmla="*/ 4806 w 2334"/>
                <a:gd name="T69" fmla="*/ 3857 h 1422"/>
                <a:gd name="T70" fmla="*/ 4076 w 2334"/>
                <a:gd name="T71" fmla="*/ 4008 h 1422"/>
                <a:gd name="T72" fmla="*/ 3937 w 2334"/>
                <a:gd name="T73" fmla="*/ 4362 h 1422"/>
                <a:gd name="T74" fmla="*/ 3424 w 2334"/>
                <a:gd name="T75" fmla="*/ 4577 h 1422"/>
                <a:gd name="T76" fmla="*/ 2517 w 2334"/>
                <a:gd name="T77" fmla="*/ 4489 h 1422"/>
                <a:gd name="T78" fmla="*/ 1888 w 2334"/>
                <a:gd name="T79" fmla="*/ 3781 h 142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334" h="1422">
                  <a:moveTo>
                    <a:pt x="566" y="1133"/>
                  </a:moveTo>
                  <a:cubicBezTo>
                    <a:pt x="566" y="1133"/>
                    <a:pt x="371" y="1171"/>
                    <a:pt x="327" y="1141"/>
                  </a:cubicBezTo>
                  <a:cubicBezTo>
                    <a:pt x="282" y="1112"/>
                    <a:pt x="182" y="1180"/>
                    <a:pt x="99" y="1002"/>
                  </a:cubicBezTo>
                  <a:cubicBezTo>
                    <a:pt x="99" y="1002"/>
                    <a:pt x="52" y="964"/>
                    <a:pt x="61" y="911"/>
                  </a:cubicBezTo>
                  <a:cubicBezTo>
                    <a:pt x="61" y="911"/>
                    <a:pt x="0" y="870"/>
                    <a:pt x="34" y="719"/>
                  </a:cubicBezTo>
                  <a:cubicBezTo>
                    <a:pt x="55" y="627"/>
                    <a:pt x="64" y="606"/>
                    <a:pt x="64" y="606"/>
                  </a:cubicBezTo>
                  <a:cubicBezTo>
                    <a:pt x="64" y="606"/>
                    <a:pt x="64" y="479"/>
                    <a:pt x="108" y="464"/>
                  </a:cubicBezTo>
                  <a:cubicBezTo>
                    <a:pt x="135" y="417"/>
                    <a:pt x="182" y="346"/>
                    <a:pt x="244" y="326"/>
                  </a:cubicBezTo>
                  <a:cubicBezTo>
                    <a:pt x="244" y="326"/>
                    <a:pt x="259" y="225"/>
                    <a:pt x="371" y="195"/>
                  </a:cubicBezTo>
                  <a:cubicBezTo>
                    <a:pt x="432" y="179"/>
                    <a:pt x="492" y="166"/>
                    <a:pt x="507" y="145"/>
                  </a:cubicBezTo>
                  <a:cubicBezTo>
                    <a:pt x="507" y="145"/>
                    <a:pt x="546" y="71"/>
                    <a:pt x="687" y="62"/>
                  </a:cubicBezTo>
                  <a:cubicBezTo>
                    <a:pt x="687" y="62"/>
                    <a:pt x="720" y="42"/>
                    <a:pt x="750" y="45"/>
                  </a:cubicBezTo>
                  <a:cubicBezTo>
                    <a:pt x="779" y="48"/>
                    <a:pt x="859" y="0"/>
                    <a:pt x="909" y="24"/>
                  </a:cubicBezTo>
                  <a:cubicBezTo>
                    <a:pt x="909" y="24"/>
                    <a:pt x="956" y="6"/>
                    <a:pt x="989" y="9"/>
                  </a:cubicBezTo>
                  <a:cubicBezTo>
                    <a:pt x="1021" y="12"/>
                    <a:pt x="1048" y="9"/>
                    <a:pt x="1054" y="33"/>
                  </a:cubicBezTo>
                  <a:cubicBezTo>
                    <a:pt x="1054" y="33"/>
                    <a:pt x="1119" y="6"/>
                    <a:pt x="1157" y="9"/>
                  </a:cubicBezTo>
                  <a:cubicBezTo>
                    <a:pt x="1196" y="12"/>
                    <a:pt x="1228" y="9"/>
                    <a:pt x="1228" y="33"/>
                  </a:cubicBezTo>
                  <a:cubicBezTo>
                    <a:pt x="1228" y="33"/>
                    <a:pt x="1276" y="3"/>
                    <a:pt x="1317" y="12"/>
                  </a:cubicBezTo>
                  <a:cubicBezTo>
                    <a:pt x="1358" y="21"/>
                    <a:pt x="1450" y="12"/>
                    <a:pt x="1512" y="48"/>
                  </a:cubicBezTo>
                  <a:cubicBezTo>
                    <a:pt x="1512" y="48"/>
                    <a:pt x="1645" y="45"/>
                    <a:pt x="1695" y="92"/>
                  </a:cubicBezTo>
                  <a:cubicBezTo>
                    <a:pt x="1695" y="92"/>
                    <a:pt x="1755" y="122"/>
                    <a:pt x="1769" y="136"/>
                  </a:cubicBezTo>
                  <a:cubicBezTo>
                    <a:pt x="1769" y="136"/>
                    <a:pt x="1956" y="216"/>
                    <a:pt x="1982" y="320"/>
                  </a:cubicBezTo>
                  <a:cubicBezTo>
                    <a:pt x="1982" y="320"/>
                    <a:pt x="2032" y="326"/>
                    <a:pt x="2056" y="385"/>
                  </a:cubicBezTo>
                  <a:cubicBezTo>
                    <a:pt x="2056" y="385"/>
                    <a:pt x="2154" y="435"/>
                    <a:pt x="2168" y="553"/>
                  </a:cubicBezTo>
                  <a:cubicBezTo>
                    <a:pt x="2168" y="553"/>
                    <a:pt x="2254" y="589"/>
                    <a:pt x="2281" y="695"/>
                  </a:cubicBezTo>
                  <a:cubicBezTo>
                    <a:pt x="2281" y="695"/>
                    <a:pt x="2322" y="736"/>
                    <a:pt x="2328" y="781"/>
                  </a:cubicBezTo>
                  <a:cubicBezTo>
                    <a:pt x="2334" y="825"/>
                    <a:pt x="2316" y="884"/>
                    <a:pt x="2313" y="914"/>
                  </a:cubicBezTo>
                  <a:cubicBezTo>
                    <a:pt x="2310" y="943"/>
                    <a:pt x="2275" y="973"/>
                    <a:pt x="2275" y="973"/>
                  </a:cubicBezTo>
                  <a:cubicBezTo>
                    <a:pt x="2275" y="973"/>
                    <a:pt x="2298" y="1168"/>
                    <a:pt x="2097" y="1067"/>
                  </a:cubicBezTo>
                  <a:cubicBezTo>
                    <a:pt x="2044" y="1041"/>
                    <a:pt x="2024" y="1038"/>
                    <a:pt x="1973" y="1029"/>
                  </a:cubicBezTo>
                  <a:cubicBezTo>
                    <a:pt x="1973" y="1029"/>
                    <a:pt x="1950" y="1070"/>
                    <a:pt x="1891" y="1056"/>
                  </a:cubicBezTo>
                  <a:cubicBezTo>
                    <a:pt x="1891" y="1056"/>
                    <a:pt x="1775" y="1162"/>
                    <a:pt x="1698" y="1109"/>
                  </a:cubicBezTo>
                  <a:cubicBezTo>
                    <a:pt x="1698" y="1109"/>
                    <a:pt x="1639" y="1180"/>
                    <a:pt x="1583" y="1174"/>
                  </a:cubicBezTo>
                  <a:cubicBezTo>
                    <a:pt x="1527" y="1168"/>
                    <a:pt x="1512" y="1109"/>
                    <a:pt x="1489" y="1121"/>
                  </a:cubicBezTo>
                  <a:cubicBezTo>
                    <a:pt x="1489" y="1121"/>
                    <a:pt x="1468" y="1144"/>
                    <a:pt x="1441" y="1156"/>
                  </a:cubicBezTo>
                  <a:cubicBezTo>
                    <a:pt x="1415" y="1168"/>
                    <a:pt x="1344" y="1251"/>
                    <a:pt x="1222" y="1201"/>
                  </a:cubicBezTo>
                  <a:cubicBezTo>
                    <a:pt x="1222" y="1201"/>
                    <a:pt x="1299" y="1260"/>
                    <a:pt x="1181" y="1307"/>
                  </a:cubicBezTo>
                  <a:cubicBezTo>
                    <a:pt x="1063" y="1354"/>
                    <a:pt x="1101" y="1357"/>
                    <a:pt x="1027" y="1372"/>
                  </a:cubicBezTo>
                  <a:cubicBezTo>
                    <a:pt x="953" y="1387"/>
                    <a:pt x="847" y="1422"/>
                    <a:pt x="755" y="1345"/>
                  </a:cubicBezTo>
                  <a:cubicBezTo>
                    <a:pt x="664" y="1268"/>
                    <a:pt x="560" y="1186"/>
                    <a:pt x="566" y="1133"/>
                  </a:cubicBez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2" name="Freeform 50">
              <a:extLst>
                <a:ext uri="{FF2B5EF4-FFF2-40B4-BE49-F238E27FC236}">
                  <a16:creationId xmlns:a16="http://schemas.microsoft.com/office/drawing/2014/main" id="{C9868195-E14A-4458-802E-298A4E637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052"/>
              <a:ext cx="3487" cy="2124"/>
            </a:xfrm>
            <a:custGeom>
              <a:avLst/>
              <a:gdLst>
                <a:gd name="T0" fmla="*/ 1888 w 2334"/>
                <a:gd name="T1" fmla="*/ 3780 h 1421"/>
                <a:gd name="T2" fmla="*/ 1088 w 2334"/>
                <a:gd name="T3" fmla="*/ 3810 h 1421"/>
                <a:gd name="T4" fmla="*/ 330 w 2334"/>
                <a:gd name="T5" fmla="*/ 3347 h 1421"/>
                <a:gd name="T6" fmla="*/ 200 w 2334"/>
                <a:gd name="T7" fmla="*/ 3039 h 1421"/>
                <a:gd name="T8" fmla="*/ 114 w 2334"/>
                <a:gd name="T9" fmla="*/ 2398 h 1421"/>
                <a:gd name="T10" fmla="*/ 209 w 2334"/>
                <a:gd name="T11" fmla="*/ 2024 h 1421"/>
                <a:gd name="T12" fmla="*/ 360 w 2334"/>
                <a:gd name="T13" fmla="*/ 1550 h 1421"/>
                <a:gd name="T14" fmla="*/ 814 w 2334"/>
                <a:gd name="T15" fmla="*/ 1085 h 1421"/>
                <a:gd name="T16" fmla="*/ 1237 w 2334"/>
                <a:gd name="T17" fmla="*/ 650 h 1421"/>
                <a:gd name="T18" fmla="*/ 1690 w 2334"/>
                <a:gd name="T19" fmla="*/ 480 h 1421"/>
                <a:gd name="T20" fmla="*/ 2290 w 2334"/>
                <a:gd name="T21" fmla="*/ 208 h 1421"/>
                <a:gd name="T22" fmla="*/ 2498 w 2334"/>
                <a:gd name="T23" fmla="*/ 148 h 1421"/>
                <a:gd name="T24" fmla="*/ 3031 w 2334"/>
                <a:gd name="T25" fmla="*/ 76 h 1421"/>
                <a:gd name="T26" fmla="*/ 3299 w 2334"/>
                <a:gd name="T27" fmla="*/ 27 h 1421"/>
                <a:gd name="T28" fmla="*/ 3515 w 2334"/>
                <a:gd name="T29" fmla="*/ 108 h 1421"/>
                <a:gd name="T30" fmla="*/ 3859 w 2334"/>
                <a:gd name="T31" fmla="*/ 27 h 1421"/>
                <a:gd name="T32" fmla="*/ 4095 w 2334"/>
                <a:gd name="T33" fmla="*/ 108 h 1421"/>
                <a:gd name="T34" fmla="*/ 4392 w 2334"/>
                <a:gd name="T35" fmla="*/ 36 h 1421"/>
                <a:gd name="T36" fmla="*/ 5042 w 2334"/>
                <a:gd name="T37" fmla="*/ 157 h 1421"/>
                <a:gd name="T38" fmla="*/ 5652 w 2334"/>
                <a:gd name="T39" fmla="*/ 303 h 1421"/>
                <a:gd name="T40" fmla="*/ 5900 w 2334"/>
                <a:gd name="T41" fmla="*/ 453 h 1421"/>
                <a:gd name="T42" fmla="*/ 6609 w 2334"/>
                <a:gd name="T43" fmla="*/ 1066 h 1421"/>
                <a:gd name="T44" fmla="*/ 6857 w 2334"/>
                <a:gd name="T45" fmla="*/ 1282 h 1421"/>
                <a:gd name="T46" fmla="*/ 7229 w 2334"/>
                <a:gd name="T47" fmla="*/ 1843 h 1421"/>
                <a:gd name="T48" fmla="*/ 7603 w 2334"/>
                <a:gd name="T49" fmla="*/ 2317 h 1421"/>
                <a:gd name="T50" fmla="*/ 7763 w 2334"/>
                <a:gd name="T51" fmla="*/ 2605 h 1421"/>
                <a:gd name="T52" fmla="*/ 7714 w 2334"/>
                <a:gd name="T53" fmla="*/ 3049 h 1421"/>
                <a:gd name="T54" fmla="*/ 7582 w 2334"/>
                <a:gd name="T55" fmla="*/ 3247 h 1421"/>
                <a:gd name="T56" fmla="*/ 6993 w 2334"/>
                <a:gd name="T57" fmla="*/ 3563 h 1421"/>
                <a:gd name="T58" fmla="*/ 6580 w 2334"/>
                <a:gd name="T59" fmla="*/ 3433 h 1421"/>
                <a:gd name="T60" fmla="*/ 6303 w 2334"/>
                <a:gd name="T61" fmla="*/ 3523 h 1421"/>
                <a:gd name="T62" fmla="*/ 5662 w 2334"/>
                <a:gd name="T63" fmla="*/ 3699 h 1421"/>
                <a:gd name="T64" fmla="*/ 5278 w 2334"/>
                <a:gd name="T65" fmla="*/ 3916 h 1421"/>
                <a:gd name="T66" fmla="*/ 4962 w 2334"/>
                <a:gd name="T67" fmla="*/ 3740 h 1421"/>
                <a:gd name="T68" fmla="*/ 4806 w 2334"/>
                <a:gd name="T69" fmla="*/ 3856 h 1421"/>
                <a:gd name="T70" fmla="*/ 4076 w 2334"/>
                <a:gd name="T71" fmla="*/ 4009 h 1421"/>
                <a:gd name="T72" fmla="*/ 3937 w 2334"/>
                <a:gd name="T73" fmla="*/ 4362 h 1421"/>
                <a:gd name="T74" fmla="*/ 3424 w 2334"/>
                <a:gd name="T75" fmla="*/ 4578 h 1421"/>
                <a:gd name="T76" fmla="*/ 2517 w 2334"/>
                <a:gd name="T77" fmla="*/ 4490 h 1421"/>
                <a:gd name="T78" fmla="*/ 1888 w 2334"/>
                <a:gd name="T79" fmla="*/ 3780 h 142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334" h="1421">
                  <a:moveTo>
                    <a:pt x="566" y="1132"/>
                  </a:moveTo>
                  <a:cubicBezTo>
                    <a:pt x="566" y="1132"/>
                    <a:pt x="371" y="1170"/>
                    <a:pt x="326" y="1141"/>
                  </a:cubicBezTo>
                  <a:cubicBezTo>
                    <a:pt x="282" y="1111"/>
                    <a:pt x="182" y="1179"/>
                    <a:pt x="99" y="1002"/>
                  </a:cubicBezTo>
                  <a:cubicBezTo>
                    <a:pt x="99" y="1002"/>
                    <a:pt x="52" y="963"/>
                    <a:pt x="60" y="910"/>
                  </a:cubicBezTo>
                  <a:cubicBezTo>
                    <a:pt x="60" y="910"/>
                    <a:pt x="0" y="869"/>
                    <a:pt x="34" y="718"/>
                  </a:cubicBezTo>
                  <a:cubicBezTo>
                    <a:pt x="54" y="626"/>
                    <a:pt x="63" y="606"/>
                    <a:pt x="63" y="606"/>
                  </a:cubicBezTo>
                  <a:cubicBezTo>
                    <a:pt x="63" y="606"/>
                    <a:pt x="63" y="478"/>
                    <a:pt x="108" y="464"/>
                  </a:cubicBezTo>
                  <a:cubicBezTo>
                    <a:pt x="134" y="416"/>
                    <a:pt x="182" y="345"/>
                    <a:pt x="244" y="325"/>
                  </a:cubicBezTo>
                  <a:cubicBezTo>
                    <a:pt x="244" y="325"/>
                    <a:pt x="258" y="224"/>
                    <a:pt x="371" y="195"/>
                  </a:cubicBezTo>
                  <a:cubicBezTo>
                    <a:pt x="432" y="179"/>
                    <a:pt x="492" y="165"/>
                    <a:pt x="507" y="144"/>
                  </a:cubicBezTo>
                  <a:cubicBezTo>
                    <a:pt x="507" y="144"/>
                    <a:pt x="545" y="70"/>
                    <a:pt x="687" y="62"/>
                  </a:cubicBezTo>
                  <a:cubicBezTo>
                    <a:pt x="687" y="62"/>
                    <a:pt x="720" y="41"/>
                    <a:pt x="749" y="44"/>
                  </a:cubicBezTo>
                  <a:cubicBezTo>
                    <a:pt x="779" y="47"/>
                    <a:pt x="858" y="0"/>
                    <a:pt x="909" y="23"/>
                  </a:cubicBezTo>
                  <a:cubicBezTo>
                    <a:pt x="909" y="23"/>
                    <a:pt x="956" y="5"/>
                    <a:pt x="989" y="8"/>
                  </a:cubicBezTo>
                  <a:cubicBezTo>
                    <a:pt x="1021" y="11"/>
                    <a:pt x="1048" y="8"/>
                    <a:pt x="1054" y="32"/>
                  </a:cubicBezTo>
                  <a:cubicBezTo>
                    <a:pt x="1054" y="32"/>
                    <a:pt x="1119" y="5"/>
                    <a:pt x="1157" y="8"/>
                  </a:cubicBezTo>
                  <a:cubicBezTo>
                    <a:pt x="1195" y="11"/>
                    <a:pt x="1228" y="8"/>
                    <a:pt x="1228" y="32"/>
                  </a:cubicBezTo>
                  <a:cubicBezTo>
                    <a:pt x="1228" y="32"/>
                    <a:pt x="1275" y="3"/>
                    <a:pt x="1317" y="11"/>
                  </a:cubicBezTo>
                  <a:cubicBezTo>
                    <a:pt x="1358" y="20"/>
                    <a:pt x="1450" y="11"/>
                    <a:pt x="1512" y="47"/>
                  </a:cubicBezTo>
                  <a:cubicBezTo>
                    <a:pt x="1512" y="47"/>
                    <a:pt x="1645" y="44"/>
                    <a:pt x="1695" y="91"/>
                  </a:cubicBezTo>
                  <a:cubicBezTo>
                    <a:pt x="1695" y="91"/>
                    <a:pt x="1754" y="121"/>
                    <a:pt x="1769" y="136"/>
                  </a:cubicBezTo>
                  <a:cubicBezTo>
                    <a:pt x="1769" y="136"/>
                    <a:pt x="1955" y="215"/>
                    <a:pt x="1982" y="319"/>
                  </a:cubicBezTo>
                  <a:cubicBezTo>
                    <a:pt x="1982" y="319"/>
                    <a:pt x="2032" y="325"/>
                    <a:pt x="2056" y="384"/>
                  </a:cubicBezTo>
                  <a:cubicBezTo>
                    <a:pt x="2056" y="384"/>
                    <a:pt x="2153" y="434"/>
                    <a:pt x="2168" y="552"/>
                  </a:cubicBezTo>
                  <a:cubicBezTo>
                    <a:pt x="2168" y="552"/>
                    <a:pt x="2254" y="588"/>
                    <a:pt x="2280" y="694"/>
                  </a:cubicBezTo>
                  <a:cubicBezTo>
                    <a:pt x="2280" y="694"/>
                    <a:pt x="2322" y="736"/>
                    <a:pt x="2328" y="780"/>
                  </a:cubicBezTo>
                  <a:cubicBezTo>
                    <a:pt x="2334" y="824"/>
                    <a:pt x="2316" y="883"/>
                    <a:pt x="2313" y="913"/>
                  </a:cubicBezTo>
                  <a:cubicBezTo>
                    <a:pt x="2310" y="943"/>
                    <a:pt x="2274" y="972"/>
                    <a:pt x="2274" y="972"/>
                  </a:cubicBezTo>
                  <a:cubicBezTo>
                    <a:pt x="2274" y="972"/>
                    <a:pt x="2298" y="1167"/>
                    <a:pt x="2097" y="1067"/>
                  </a:cubicBezTo>
                  <a:cubicBezTo>
                    <a:pt x="2044" y="1040"/>
                    <a:pt x="2023" y="1037"/>
                    <a:pt x="1973" y="1028"/>
                  </a:cubicBezTo>
                  <a:cubicBezTo>
                    <a:pt x="1973" y="1028"/>
                    <a:pt x="1949" y="1070"/>
                    <a:pt x="1890" y="1055"/>
                  </a:cubicBezTo>
                  <a:cubicBezTo>
                    <a:pt x="1890" y="1055"/>
                    <a:pt x="1775" y="1161"/>
                    <a:pt x="1698" y="1108"/>
                  </a:cubicBezTo>
                  <a:cubicBezTo>
                    <a:pt x="1698" y="1108"/>
                    <a:pt x="1639" y="1179"/>
                    <a:pt x="1583" y="1173"/>
                  </a:cubicBezTo>
                  <a:cubicBezTo>
                    <a:pt x="1527" y="1167"/>
                    <a:pt x="1512" y="1108"/>
                    <a:pt x="1488" y="1120"/>
                  </a:cubicBezTo>
                  <a:cubicBezTo>
                    <a:pt x="1488" y="1120"/>
                    <a:pt x="1467" y="1144"/>
                    <a:pt x="1441" y="1155"/>
                  </a:cubicBezTo>
                  <a:cubicBezTo>
                    <a:pt x="1414" y="1167"/>
                    <a:pt x="1343" y="1250"/>
                    <a:pt x="1222" y="1200"/>
                  </a:cubicBezTo>
                  <a:cubicBezTo>
                    <a:pt x="1222" y="1200"/>
                    <a:pt x="1299" y="1259"/>
                    <a:pt x="1181" y="1306"/>
                  </a:cubicBezTo>
                  <a:cubicBezTo>
                    <a:pt x="1062" y="1353"/>
                    <a:pt x="1101" y="1356"/>
                    <a:pt x="1027" y="1371"/>
                  </a:cubicBezTo>
                  <a:cubicBezTo>
                    <a:pt x="953" y="1386"/>
                    <a:pt x="847" y="1421"/>
                    <a:pt x="755" y="1345"/>
                  </a:cubicBezTo>
                  <a:cubicBezTo>
                    <a:pt x="663" y="1268"/>
                    <a:pt x="560" y="1185"/>
                    <a:pt x="566" y="1132"/>
                  </a:cubicBez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3" name="Freeform 51">
              <a:extLst>
                <a:ext uri="{FF2B5EF4-FFF2-40B4-BE49-F238E27FC236}">
                  <a16:creationId xmlns:a16="http://schemas.microsoft.com/office/drawing/2014/main" id="{43E2FB41-2A90-4F80-A4A5-3E73EEFE1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862"/>
              <a:ext cx="172" cy="149"/>
            </a:xfrm>
            <a:custGeom>
              <a:avLst/>
              <a:gdLst>
                <a:gd name="T0" fmla="*/ 0 w 115"/>
                <a:gd name="T1" fmla="*/ 331 h 100"/>
                <a:gd name="T2" fmla="*/ 221 w 115"/>
                <a:gd name="T3" fmla="*/ 146 h 100"/>
                <a:gd name="T4" fmla="*/ 184 w 115"/>
                <a:gd name="T5" fmla="*/ 0 h 100"/>
                <a:gd name="T6" fmla="*/ 304 w 115"/>
                <a:gd name="T7" fmla="*/ 28 h 100"/>
                <a:gd name="T8" fmla="*/ 338 w 115"/>
                <a:gd name="T9" fmla="*/ 82 h 100"/>
                <a:gd name="T10" fmla="*/ 378 w 115"/>
                <a:gd name="T11" fmla="*/ 218 h 100"/>
                <a:gd name="T12" fmla="*/ 251 w 115"/>
                <a:gd name="T13" fmla="*/ 237 h 100"/>
                <a:gd name="T14" fmla="*/ 0 w 115"/>
                <a:gd name="T15" fmla="*/ 331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00">
                  <a:moveTo>
                    <a:pt x="0" y="100"/>
                  </a:moveTo>
                  <a:cubicBezTo>
                    <a:pt x="0" y="100"/>
                    <a:pt x="61" y="74"/>
                    <a:pt x="66" y="44"/>
                  </a:cubicBezTo>
                  <a:cubicBezTo>
                    <a:pt x="70" y="14"/>
                    <a:pt x="55" y="0"/>
                    <a:pt x="55" y="0"/>
                  </a:cubicBezTo>
                  <a:cubicBezTo>
                    <a:pt x="55" y="0"/>
                    <a:pt x="83" y="8"/>
                    <a:pt x="91" y="9"/>
                  </a:cubicBezTo>
                  <a:cubicBezTo>
                    <a:pt x="91" y="9"/>
                    <a:pt x="97" y="20"/>
                    <a:pt x="101" y="25"/>
                  </a:cubicBezTo>
                  <a:cubicBezTo>
                    <a:pt x="104" y="29"/>
                    <a:pt x="115" y="44"/>
                    <a:pt x="113" y="66"/>
                  </a:cubicBezTo>
                  <a:cubicBezTo>
                    <a:pt x="113" y="66"/>
                    <a:pt x="92" y="51"/>
                    <a:pt x="75" y="72"/>
                  </a:cubicBezTo>
                  <a:cubicBezTo>
                    <a:pt x="58" y="94"/>
                    <a:pt x="0" y="100"/>
                    <a:pt x="0" y="100"/>
                  </a:cubicBezTo>
                  <a:close/>
                </a:path>
              </a:pathLst>
            </a:custGeom>
            <a:solidFill>
              <a:srgbClr val="D97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4" name="Freeform 52">
              <a:extLst>
                <a:ext uri="{FF2B5EF4-FFF2-40B4-BE49-F238E27FC236}">
                  <a16:creationId xmlns:a16="http://schemas.microsoft.com/office/drawing/2014/main" id="{B9A38AEB-C994-4207-ACC5-FE8970972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603"/>
              <a:ext cx="1203" cy="466"/>
            </a:xfrm>
            <a:custGeom>
              <a:avLst/>
              <a:gdLst>
                <a:gd name="T0" fmla="*/ 0 w 805"/>
                <a:gd name="T1" fmla="*/ 615 h 312"/>
                <a:gd name="T2" fmla="*/ 420 w 805"/>
                <a:gd name="T3" fmla="*/ 479 h 312"/>
                <a:gd name="T4" fmla="*/ 668 w 805"/>
                <a:gd name="T5" fmla="*/ 297 h 312"/>
                <a:gd name="T6" fmla="*/ 1021 w 805"/>
                <a:gd name="T7" fmla="*/ 478 h 312"/>
                <a:gd name="T8" fmla="*/ 1363 w 805"/>
                <a:gd name="T9" fmla="*/ 270 h 312"/>
                <a:gd name="T10" fmla="*/ 1541 w 805"/>
                <a:gd name="T11" fmla="*/ 306 h 312"/>
                <a:gd name="T12" fmla="*/ 1998 w 805"/>
                <a:gd name="T13" fmla="*/ 90 h 312"/>
                <a:gd name="T14" fmla="*/ 2282 w 805"/>
                <a:gd name="T15" fmla="*/ 0 h 312"/>
                <a:gd name="T16" fmla="*/ 2687 w 805"/>
                <a:gd name="T17" fmla="*/ 117 h 312"/>
                <a:gd name="T18" fmla="*/ 2678 w 805"/>
                <a:gd name="T19" fmla="*/ 234 h 312"/>
                <a:gd name="T20" fmla="*/ 2349 w 805"/>
                <a:gd name="T21" fmla="*/ 263 h 312"/>
                <a:gd name="T22" fmla="*/ 1929 w 805"/>
                <a:gd name="T23" fmla="*/ 399 h 312"/>
                <a:gd name="T24" fmla="*/ 1324 w 805"/>
                <a:gd name="T25" fmla="*/ 529 h 312"/>
                <a:gd name="T26" fmla="*/ 701 w 805"/>
                <a:gd name="T27" fmla="*/ 526 h 312"/>
                <a:gd name="T28" fmla="*/ 0 w 805"/>
                <a:gd name="T29" fmla="*/ 615 h 3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5" h="312">
                  <a:moveTo>
                    <a:pt x="0" y="185"/>
                  </a:moveTo>
                  <a:cubicBezTo>
                    <a:pt x="0" y="185"/>
                    <a:pt x="91" y="178"/>
                    <a:pt x="126" y="144"/>
                  </a:cubicBezTo>
                  <a:cubicBezTo>
                    <a:pt x="161" y="111"/>
                    <a:pt x="194" y="112"/>
                    <a:pt x="200" y="89"/>
                  </a:cubicBezTo>
                  <a:cubicBezTo>
                    <a:pt x="205" y="70"/>
                    <a:pt x="240" y="154"/>
                    <a:pt x="306" y="143"/>
                  </a:cubicBezTo>
                  <a:cubicBezTo>
                    <a:pt x="348" y="136"/>
                    <a:pt x="408" y="81"/>
                    <a:pt x="408" y="81"/>
                  </a:cubicBezTo>
                  <a:cubicBezTo>
                    <a:pt x="408" y="81"/>
                    <a:pt x="447" y="95"/>
                    <a:pt x="462" y="92"/>
                  </a:cubicBezTo>
                  <a:cubicBezTo>
                    <a:pt x="476" y="90"/>
                    <a:pt x="542" y="83"/>
                    <a:pt x="599" y="27"/>
                  </a:cubicBezTo>
                  <a:cubicBezTo>
                    <a:pt x="599" y="27"/>
                    <a:pt x="663" y="35"/>
                    <a:pt x="684" y="0"/>
                  </a:cubicBezTo>
                  <a:cubicBezTo>
                    <a:pt x="684" y="0"/>
                    <a:pt x="761" y="5"/>
                    <a:pt x="805" y="35"/>
                  </a:cubicBezTo>
                  <a:cubicBezTo>
                    <a:pt x="805" y="35"/>
                    <a:pt x="803" y="58"/>
                    <a:pt x="802" y="70"/>
                  </a:cubicBezTo>
                  <a:cubicBezTo>
                    <a:pt x="802" y="70"/>
                    <a:pt x="725" y="49"/>
                    <a:pt x="704" y="79"/>
                  </a:cubicBezTo>
                  <a:cubicBezTo>
                    <a:pt x="683" y="109"/>
                    <a:pt x="608" y="92"/>
                    <a:pt x="578" y="120"/>
                  </a:cubicBezTo>
                  <a:cubicBezTo>
                    <a:pt x="495" y="198"/>
                    <a:pt x="439" y="122"/>
                    <a:pt x="397" y="159"/>
                  </a:cubicBezTo>
                  <a:cubicBezTo>
                    <a:pt x="355" y="196"/>
                    <a:pt x="299" y="203"/>
                    <a:pt x="210" y="158"/>
                  </a:cubicBezTo>
                  <a:cubicBezTo>
                    <a:pt x="121" y="114"/>
                    <a:pt x="84" y="312"/>
                    <a:pt x="0" y="185"/>
                  </a:cubicBezTo>
                  <a:close/>
                </a:path>
              </a:pathLst>
            </a:custGeom>
            <a:solidFill>
              <a:srgbClr val="BC9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5" name="Freeform 53">
              <a:extLst>
                <a:ext uri="{FF2B5EF4-FFF2-40B4-BE49-F238E27FC236}">
                  <a16:creationId xmlns:a16="http://schemas.microsoft.com/office/drawing/2014/main" id="{D6710E4E-535C-4C39-9195-A59FCE9FF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744"/>
              <a:ext cx="116" cy="59"/>
            </a:xfrm>
            <a:custGeom>
              <a:avLst/>
              <a:gdLst>
                <a:gd name="T0" fmla="*/ 0 w 78"/>
                <a:gd name="T1" fmla="*/ 89 h 40"/>
                <a:gd name="T2" fmla="*/ 119 w 78"/>
                <a:gd name="T3" fmla="*/ 0 h 40"/>
                <a:gd name="T4" fmla="*/ 257 w 78"/>
                <a:gd name="T5" fmla="*/ 128 h 40"/>
                <a:gd name="T6" fmla="*/ 190 w 78"/>
                <a:gd name="T7" fmla="*/ 96 h 40"/>
                <a:gd name="T8" fmla="*/ 135 w 78"/>
                <a:gd name="T9" fmla="*/ 55 h 40"/>
                <a:gd name="T10" fmla="*/ 9 w 78"/>
                <a:gd name="T11" fmla="*/ 8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40">
                  <a:moveTo>
                    <a:pt x="0" y="28"/>
                  </a:moveTo>
                  <a:cubicBezTo>
                    <a:pt x="14" y="25"/>
                    <a:pt x="29" y="11"/>
                    <a:pt x="36" y="0"/>
                  </a:cubicBezTo>
                  <a:cubicBezTo>
                    <a:pt x="52" y="11"/>
                    <a:pt x="59" y="33"/>
                    <a:pt x="78" y="40"/>
                  </a:cubicBezTo>
                  <a:cubicBezTo>
                    <a:pt x="71" y="37"/>
                    <a:pt x="64" y="33"/>
                    <a:pt x="58" y="30"/>
                  </a:cubicBezTo>
                  <a:cubicBezTo>
                    <a:pt x="53" y="27"/>
                    <a:pt x="46" y="19"/>
                    <a:pt x="41" y="17"/>
                  </a:cubicBezTo>
                  <a:cubicBezTo>
                    <a:pt x="29" y="13"/>
                    <a:pt x="16" y="23"/>
                    <a:pt x="3" y="25"/>
                  </a:cubicBezTo>
                </a:path>
              </a:pathLst>
            </a:custGeom>
            <a:solidFill>
              <a:srgbClr val="A383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6" name="Freeform 54">
              <a:extLst>
                <a:ext uri="{FF2B5EF4-FFF2-40B4-BE49-F238E27FC236}">
                  <a16:creationId xmlns:a16="http://schemas.microsoft.com/office/drawing/2014/main" id="{9ABD96E0-3A3A-4549-A131-1BA42FA92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730"/>
              <a:ext cx="112" cy="38"/>
            </a:xfrm>
            <a:custGeom>
              <a:avLst/>
              <a:gdLst>
                <a:gd name="T0" fmla="*/ 0 w 75"/>
                <a:gd name="T1" fmla="*/ 88 h 25"/>
                <a:gd name="T2" fmla="*/ 108 w 75"/>
                <a:gd name="T3" fmla="*/ 0 h 25"/>
                <a:gd name="T4" fmla="*/ 249 w 75"/>
                <a:gd name="T5" fmla="*/ 49 h 25"/>
                <a:gd name="T6" fmla="*/ 122 w 75"/>
                <a:gd name="T7" fmla="*/ 35 h 25"/>
                <a:gd name="T8" fmla="*/ 0 w 75"/>
                <a:gd name="T9" fmla="*/ 8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5">
                  <a:moveTo>
                    <a:pt x="0" y="25"/>
                  </a:moveTo>
                  <a:cubicBezTo>
                    <a:pt x="14" y="23"/>
                    <a:pt x="21" y="8"/>
                    <a:pt x="32" y="0"/>
                  </a:cubicBezTo>
                  <a:cubicBezTo>
                    <a:pt x="45" y="10"/>
                    <a:pt x="63" y="7"/>
                    <a:pt x="75" y="14"/>
                  </a:cubicBezTo>
                  <a:cubicBezTo>
                    <a:pt x="62" y="15"/>
                    <a:pt x="50" y="10"/>
                    <a:pt x="37" y="10"/>
                  </a:cubicBezTo>
                  <a:cubicBezTo>
                    <a:pt x="24" y="10"/>
                    <a:pt x="10" y="21"/>
                    <a:pt x="0" y="25"/>
                  </a:cubicBezTo>
                </a:path>
              </a:pathLst>
            </a:custGeom>
            <a:solidFill>
              <a:srgbClr val="A383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7" name="Freeform 55">
              <a:extLst>
                <a:ext uri="{FF2B5EF4-FFF2-40B4-BE49-F238E27FC236}">
                  <a16:creationId xmlns:a16="http://schemas.microsoft.com/office/drawing/2014/main" id="{FE4B3206-BFAD-4AB8-A668-6938B0465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627"/>
              <a:ext cx="147" cy="54"/>
            </a:xfrm>
            <a:custGeom>
              <a:avLst/>
              <a:gdLst>
                <a:gd name="T0" fmla="*/ 5 w 98"/>
                <a:gd name="T1" fmla="*/ 120 h 36"/>
                <a:gd name="T2" fmla="*/ 72 w 98"/>
                <a:gd name="T3" fmla="*/ 48 h 36"/>
                <a:gd name="T4" fmla="*/ 135 w 98"/>
                <a:gd name="T5" fmla="*/ 41 h 36"/>
                <a:gd name="T6" fmla="*/ 332 w 98"/>
                <a:gd name="T7" fmla="*/ 0 h 36"/>
                <a:gd name="T8" fmla="*/ 134 w 98"/>
                <a:gd name="T9" fmla="*/ 68 h 36"/>
                <a:gd name="T10" fmla="*/ 59 w 98"/>
                <a:gd name="T11" fmla="*/ 72 h 36"/>
                <a:gd name="T12" fmla="*/ 0 w 98"/>
                <a:gd name="T13" fmla="*/ 12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36">
                  <a:moveTo>
                    <a:pt x="1" y="35"/>
                  </a:moveTo>
                  <a:cubicBezTo>
                    <a:pt x="5" y="31"/>
                    <a:pt x="14" y="18"/>
                    <a:pt x="21" y="14"/>
                  </a:cubicBezTo>
                  <a:cubicBezTo>
                    <a:pt x="31" y="8"/>
                    <a:pt x="28" y="11"/>
                    <a:pt x="40" y="12"/>
                  </a:cubicBezTo>
                  <a:cubicBezTo>
                    <a:pt x="58" y="15"/>
                    <a:pt x="83" y="10"/>
                    <a:pt x="98" y="0"/>
                  </a:cubicBezTo>
                  <a:cubicBezTo>
                    <a:pt x="82" y="11"/>
                    <a:pt x="58" y="19"/>
                    <a:pt x="39" y="20"/>
                  </a:cubicBezTo>
                  <a:cubicBezTo>
                    <a:pt x="30" y="20"/>
                    <a:pt x="24" y="18"/>
                    <a:pt x="17" y="21"/>
                  </a:cubicBezTo>
                  <a:cubicBezTo>
                    <a:pt x="11" y="24"/>
                    <a:pt x="6" y="32"/>
                    <a:pt x="0" y="36"/>
                  </a:cubicBezTo>
                </a:path>
              </a:pathLst>
            </a:custGeom>
            <a:solidFill>
              <a:srgbClr val="A383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8" name="Freeform 56">
              <a:extLst>
                <a:ext uri="{FF2B5EF4-FFF2-40B4-BE49-F238E27FC236}">
                  <a16:creationId xmlns:a16="http://schemas.microsoft.com/office/drawing/2014/main" id="{77E5C361-FBFA-4DD9-B32A-9FBCD3B65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182"/>
              <a:ext cx="146" cy="134"/>
            </a:xfrm>
            <a:custGeom>
              <a:avLst/>
              <a:gdLst>
                <a:gd name="T0" fmla="*/ 13 w 98"/>
                <a:gd name="T1" fmla="*/ 0 h 90"/>
                <a:gd name="T2" fmla="*/ 55 w 98"/>
                <a:gd name="T3" fmla="*/ 100 h 90"/>
                <a:gd name="T4" fmla="*/ 55 w 98"/>
                <a:gd name="T5" fmla="*/ 198 h 90"/>
                <a:gd name="T6" fmla="*/ 155 w 98"/>
                <a:gd name="T7" fmla="*/ 189 h 90"/>
                <a:gd name="T8" fmla="*/ 276 w 98"/>
                <a:gd name="T9" fmla="*/ 217 h 90"/>
                <a:gd name="T10" fmla="*/ 100 w 98"/>
                <a:gd name="T11" fmla="*/ 22 h 90"/>
                <a:gd name="T12" fmla="*/ 231 w 98"/>
                <a:gd name="T13" fmla="*/ 177 h 90"/>
                <a:gd name="T14" fmla="*/ 317 w 98"/>
                <a:gd name="T15" fmla="*/ 277 h 90"/>
                <a:gd name="T16" fmla="*/ 189 w 98"/>
                <a:gd name="T17" fmla="*/ 264 h 90"/>
                <a:gd name="T18" fmla="*/ 103 w 98"/>
                <a:gd name="T19" fmla="*/ 258 h 90"/>
                <a:gd name="T20" fmla="*/ 9 w 98"/>
                <a:gd name="T21" fmla="*/ 249 h 90"/>
                <a:gd name="T22" fmla="*/ 19 w 98"/>
                <a:gd name="T23" fmla="*/ 46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8" h="90">
                  <a:moveTo>
                    <a:pt x="4" y="0"/>
                  </a:moveTo>
                  <a:cubicBezTo>
                    <a:pt x="3" y="8"/>
                    <a:pt x="15" y="21"/>
                    <a:pt x="17" y="30"/>
                  </a:cubicBezTo>
                  <a:cubicBezTo>
                    <a:pt x="21" y="40"/>
                    <a:pt x="22" y="50"/>
                    <a:pt x="17" y="60"/>
                  </a:cubicBezTo>
                  <a:cubicBezTo>
                    <a:pt x="29" y="62"/>
                    <a:pt x="35" y="53"/>
                    <a:pt x="47" y="57"/>
                  </a:cubicBezTo>
                  <a:cubicBezTo>
                    <a:pt x="58" y="61"/>
                    <a:pt x="69" y="73"/>
                    <a:pt x="83" y="66"/>
                  </a:cubicBezTo>
                  <a:cubicBezTo>
                    <a:pt x="64" y="54"/>
                    <a:pt x="35" y="30"/>
                    <a:pt x="30" y="7"/>
                  </a:cubicBezTo>
                  <a:cubicBezTo>
                    <a:pt x="44" y="22"/>
                    <a:pt x="55" y="40"/>
                    <a:pt x="70" y="54"/>
                  </a:cubicBezTo>
                  <a:cubicBezTo>
                    <a:pt x="77" y="61"/>
                    <a:pt x="98" y="74"/>
                    <a:pt x="96" y="84"/>
                  </a:cubicBezTo>
                  <a:cubicBezTo>
                    <a:pt x="81" y="88"/>
                    <a:pt x="71" y="85"/>
                    <a:pt x="57" y="80"/>
                  </a:cubicBezTo>
                  <a:cubicBezTo>
                    <a:pt x="46" y="76"/>
                    <a:pt x="41" y="75"/>
                    <a:pt x="31" y="78"/>
                  </a:cubicBezTo>
                  <a:cubicBezTo>
                    <a:pt x="20" y="82"/>
                    <a:pt x="4" y="90"/>
                    <a:pt x="3" y="75"/>
                  </a:cubicBezTo>
                  <a:cubicBezTo>
                    <a:pt x="0" y="56"/>
                    <a:pt x="14" y="32"/>
                    <a:pt x="6" y="14"/>
                  </a:cubicBezTo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9" name="Freeform 57">
              <a:extLst>
                <a:ext uri="{FF2B5EF4-FFF2-40B4-BE49-F238E27FC236}">
                  <a16:creationId xmlns:a16="http://schemas.microsoft.com/office/drawing/2014/main" id="{BC861FF4-3786-4590-9F3B-B9F9AE423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911"/>
              <a:ext cx="52" cy="103"/>
            </a:xfrm>
            <a:custGeom>
              <a:avLst/>
              <a:gdLst>
                <a:gd name="T0" fmla="*/ 0 w 35"/>
                <a:gd name="T1" fmla="*/ 230 h 69"/>
                <a:gd name="T2" fmla="*/ 73 w 35"/>
                <a:gd name="T3" fmla="*/ 73 h 69"/>
                <a:gd name="T4" fmla="*/ 101 w 35"/>
                <a:gd name="T5" fmla="*/ 213 h 69"/>
                <a:gd name="T6" fmla="*/ 113 w 35"/>
                <a:gd name="T7" fmla="*/ 113 h 69"/>
                <a:gd name="T8" fmla="*/ 86 w 35"/>
                <a:gd name="T9" fmla="*/ 22 h 69"/>
                <a:gd name="T10" fmla="*/ 9 w 35"/>
                <a:gd name="T11" fmla="*/ 182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9">
                  <a:moveTo>
                    <a:pt x="0" y="69"/>
                  </a:moveTo>
                  <a:cubicBezTo>
                    <a:pt x="11" y="56"/>
                    <a:pt x="12" y="35"/>
                    <a:pt x="22" y="22"/>
                  </a:cubicBezTo>
                  <a:cubicBezTo>
                    <a:pt x="28" y="36"/>
                    <a:pt x="28" y="49"/>
                    <a:pt x="31" y="64"/>
                  </a:cubicBezTo>
                  <a:cubicBezTo>
                    <a:pt x="34" y="54"/>
                    <a:pt x="35" y="44"/>
                    <a:pt x="34" y="34"/>
                  </a:cubicBezTo>
                  <a:cubicBezTo>
                    <a:pt x="33" y="28"/>
                    <a:pt x="32" y="10"/>
                    <a:pt x="26" y="7"/>
                  </a:cubicBezTo>
                  <a:cubicBezTo>
                    <a:pt x="15" y="0"/>
                    <a:pt x="7" y="47"/>
                    <a:pt x="3" y="55"/>
                  </a:cubicBezTo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0" name="Freeform 58">
              <a:extLst>
                <a:ext uri="{FF2B5EF4-FFF2-40B4-BE49-F238E27FC236}">
                  <a16:creationId xmlns:a16="http://schemas.microsoft.com/office/drawing/2014/main" id="{F39AF1B7-86A9-4524-A7A4-D87A02FD3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926"/>
              <a:ext cx="89" cy="126"/>
            </a:xfrm>
            <a:custGeom>
              <a:avLst/>
              <a:gdLst>
                <a:gd name="T0" fmla="*/ 169 w 60"/>
                <a:gd name="T1" fmla="*/ 207 h 84"/>
                <a:gd name="T2" fmla="*/ 88 w 60"/>
                <a:gd name="T3" fmla="*/ 135 h 84"/>
                <a:gd name="T4" fmla="*/ 42 w 60"/>
                <a:gd name="T5" fmla="*/ 81 h 84"/>
                <a:gd name="T6" fmla="*/ 67 w 60"/>
                <a:gd name="T7" fmla="*/ 194 h 84"/>
                <a:gd name="T8" fmla="*/ 123 w 60"/>
                <a:gd name="T9" fmla="*/ 284 h 84"/>
                <a:gd name="T10" fmla="*/ 28 w 60"/>
                <a:gd name="T11" fmla="*/ 170 h 84"/>
                <a:gd name="T12" fmla="*/ 13 w 60"/>
                <a:gd name="T13" fmla="*/ 0 h 84"/>
                <a:gd name="T14" fmla="*/ 114 w 60"/>
                <a:gd name="T15" fmla="*/ 122 h 84"/>
                <a:gd name="T16" fmla="*/ 163 w 60"/>
                <a:gd name="T17" fmla="*/ 188 h 84"/>
                <a:gd name="T18" fmla="*/ 196 w 60"/>
                <a:gd name="T19" fmla="*/ 215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84">
                  <a:moveTo>
                    <a:pt x="52" y="61"/>
                  </a:moveTo>
                  <a:cubicBezTo>
                    <a:pt x="42" y="60"/>
                    <a:pt x="33" y="46"/>
                    <a:pt x="27" y="40"/>
                  </a:cubicBezTo>
                  <a:cubicBezTo>
                    <a:pt x="22" y="35"/>
                    <a:pt x="19" y="28"/>
                    <a:pt x="13" y="24"/>
                  </a:cubicBezTo>
                  <a:cubicBezTo>
                    <a:pt x="6" y="31"/>
                    <a:pt x="16" y="51"/>
                    <a:pt x="20" y="57"/>
                  </a:cubicBezTo>
                  <a:cubicBezTo>
                    <a:pt x="25" y="67"/>
                    <a:pt x="32" y="75"/>
                    <a:pt x="38" y="84"/>
                  </a:cubicBezTo>
                  <a:cubicBezTo>
                    <a:pt x="25" y="73"/>
                    <a:pt x="16" y="66"/>
                    <a:pt x="9" y="50"/>
                  </a:cubicBezTo>
                  <a:cubicBezTo>
                    <a:pt x="2" y="34"/>
                    <a:pt x="0" y="17"/>
                    <a:pt x="4" y="0"/>
                  </a:cubicBezTo>
                  <a:cubicBezTo>
                    <a:pt x="18" y="5"/>
                    <a:pt x="26" y="25"/>
                    <a:pt x="35" y="36"/>
                  </a:cubicBezTo>
                  <a:cubicBezTo>
                    <a:pt x="40" y="43"/>
                    <a:pt x="44" y="49"/>
                    <a:pt x="50" y="55"/>
                  </a:cubicBezTo>
                  <a:cubicBezTo>
                    <a:pt x="53" y="58"/>
                    <a:pt x="57" y="60"/>
                    <a:pt x="60" y="63"/>
                  </a:cubicBezTo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1" name="Freeform 59">
              <a:extLst>
                <a:ext uri="{FF2B5EF4-FFF2-40B4-BE49-F238E27FC236}">
                  <a16:creationId xmlns:a16="http://schemas.microsoft.com/office/drawing/2014/main" id="{DFB002E8-551F-41C3-928D-AC4065042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132"/>
              <a:ext cx="117" cy="93"/>
            </a:xfrm>
            <a:custGeom>
              <a:avLst/>
              <a:gdLst>
                <a:gd name="T0" fmla="*/ 149 w 78"/>
                <a:gd name="T1" fmla="*/ 207 h 62"/>
                <a:gd name="T2" fmla="*/ 72 w 78"/>
                <a:gd name="T3" fmla="*/ 66 h 62"/>
                <a:gd name="T4" fmla="*/ 162 w 78"/>
                <a:gd name="T5" fmla="*/ 134 h 62"/>
                <a:gd name="T6" fmla="*/ 264 w 78"/>
                <a:gd name="T7" fmla="*/ 41 h 62"/>
                <a:gd name="T8" fmla="*/ 216 w 78"/>
                <a:gd name="T9" fmla="*/ 75 h 62"/>
                <a:gd name="T10" fmla="*/ 140 w 78"/>
                <a:gd name="T11" fmla="*/ 68 h 62"/>
                <a:gd name="T12" fmla="*/ 0 w 78"/>
                <a:gd name="T13" fmla="*/ 0 h 62"/>
                <a:gd name="T14" fmla="*/ 53 w 78"/>
                <a:gd name="T15" fmla="*/ 122 h 62"/>
                <a:gd name="T16" fmla="*/ 134 w 78"/>
                <a:gd name="T17" fmla="*/ 21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62">
                  <a:moveTo>
                    <a:pt x="44" y="61"/>
                  </a:moveTo>
                  <a:cubicBezTo>
                    <a:pt x="33" y="48"/>
                    <a:pt x="29" y="32"/>
                    <a:pt x="21" y="19"/>
                  </a:cubicBezTo>
                  <a:cubicBezTo>
                    <a:pt x="32" y="22"/>
                    <a:pt x="38" y="35"/>
                    <a:pt x="48" y="39"/>
                  </a:cubicBezTo>
                  <a:cubicBezTo>
                    <a:pt x="60" y="45"/>
                    <a:pt x="73" y="21"/>
                    <a:pt x="78" y="12"/>
                  </a:cubicBezTo>
                  <a:cubicBezTo>
                    <a:pt x="76" y="16"/>
                    <a:pt x="68" y="20"/>
                    <a:pt x="64" y="22"/>
                  </a:cubicBezTo>
                  <a:cubicBezTo>
                    <a:pt x="57" y="26"/>
                    <a:pt x="48" y="24"/>
                    <a:pt x="41" y="20"/>
                  </a:cubicBezTo>
                  <a:cubicBezTo>
                    <a:pt x="27" y="12"/>
                    <a:pt x="17" y="0"/>
                    <a:pt x="0" y="0"/>
                  </a:cubicBezTo>
                  <a:cubicBezTo>
                    <a:pt x="8" y="9"/>
                    <a:pt x="9" y="25"/>
                    <a:pt x="15" y="36"/>
                  </a:cubicBezTo>
                  <a:cubicBezTo>
                    <a:pt x="20" y="45"/>
                    <a:pt x="29" y="60"/>
                    <a:pt x="39" y="62"/>
                  </a:cubicBezTo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2" name="Freeform 60">
              <a:extLst>
                <a:ext uri="{FF2B5EF4-FFF2-40B4-BE49-F238E27FC236}">
                  <a16:creationId xmlns:a16="http://schemas.microsoft.com/office/drawing/2014/main" id="{B4931027-CB62-45EE-8DE3-E1F7CFC7C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694"/>
              <a:ext cx="123" cy="139"/>
            </a:xfrm>
            <a:custGeom>
              <a:avLst/>
              <a:gdLst>
                <a:gd name="T0" fmla="*/ 66 w 82"/>
                <a:gd name="T1" fmla="*/ 9 h 93"/>
                <a:gd name="T2" fmla="*/ 21 w 82"/>
                <a:gd name="T3" fmla="*/ 209 h 93"/>
                <a:gd name="T4" fmla="*/ 278 w 82"/>
                <a:gd name="T5" fmla="*/ 248 h 93"/>
                <a:gd name="T6" fmla="*/ 176 w 82"/>
                <a:gd name="T7" fmla="*/ 235 h 93"/>
                <a:gd name="T8" fmla="*/ 75 w 82"/>
                <a:gd name="T9" fmla="*/ 194 h 93"/>
                <a:gd name="T10" fmla="*/ 72 w 82"/>
                <a:gd name="T11" fmla="*/ 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93">
                  <a:moveTo>
                    <a:pt x="19" y="3"/>
                  </a:moveTo>
                  <a:cubicBezTo>
                    <a:pt x="10" y="22"/>
                    <a:pt x="0" y="42"/>
                    <a:pt x="6" y="63"/>
                  </a:cubicBezTo>
                  <a:cubicBezTo>
                    <a:pt x="16" y="93"/>
                    <a:pt x="61" y="85"/>
                    <a:pt x="82" y="74"/>
                  </a:cubicBezTo>
                  <a:cubicBezTo>
                    <a:pt x="72" y="74"/>
                    <a:pt x="62" y="71"/>
                    <a:pt x="52" y="70"/>
                  </a:cubicBezTo>
                  <a:cubicBezTo>
                    <a:pt x="41" y="69"/>
                    <a:pt x="29" y="68"/>
                    <a:pt x="22" y="58"/>
                  </a:cubicBezTo>
                  <a:cubicBezTo>
                    <a:pt x="12" y="43"/>
                    <a:pt x="12" y="14"/>
                    <a:pt x="21" y="0"/>
                  </a:cubicBezTo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3" name="Freeform 61">
              <a:extLst>
                <a:ext uri="{FF2B5EF4-FFF2-40B4-BE49-F238E27FC236}">
                  <a16:creationId xmlns:a16="http://schemas.microsoft.com/office/drawing/2014/main" id="{94032C59-41B5-4109-BD7E-968D22D6C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660"/>
              <a:ext cx="32" cy="87"/>
            </a:xfrm>
            <a:custGeom>
              <a:avLst/>
              <a:gdLst>
                <a:gd name="T0" fmla="*/ 9 w 22"/>
                <a:gd name="T1" fmla="*/ 197 h 58"/>
                <a:gd name="T2" fmla="*/ 22 w 22"/>
                <a:gd name="T3" fmla="*/ 81 h 58"/>
                <a:gd name="T4" fmla="*/ 65 w 22"/>
                <a:gd name="T5" fmla="*/ 174 h 58"/>
                <a:gd name="T6" fmla="*/ 25 w 22"/>
                <a:gd name="T7" fmla="*/ 0 h 58"/>
                <a:gd name="T8" fmla="*/ 6 w 22"/>
                <a:gd name="T9" fmla="*/ 72 h 58"/>
                <a:gd name="T10" fmla="*/ 0 w 22"/>
                <a:gd name="T11" fmla="*/ 194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8">
                  <a:moveTo>
                    <a:pt x="3" y="58"/>
                  </a:moveTo>
                  <a:cubicBezTo>
                    <a:pt x="3" y="47"/>
                    <a:pt x="3" y="34"/>
                    <a:pt x="7" y="24"/>
                  </a:cubicBezTo>
                  <a:cubicBezTo>
                    <a:pt x="15" y="29"/>
                    <a:pt x="16" y="44"/>
                    <a:pt x="21" y="51"/>
                  </a:cubicBezTo>
                  <a:cubicBezTo>
                    <a:pt x="22" y="40"/>
                    <a:pt x="20" y="6"/>
                    <a:pt x="8" y="0"/>
                  </a:cubicBezTo>
                  <a:cubicBezTo>
                    <a:pt x="5" y="7"/>
                    <a:pt x="3" y="13"/>
                    <a:pt x="2" y="21"/>
                  </a:cubicBezTo>
                  <a:cubicBezTo>
                    <a:pt x="1" y="32"/>
                    <a:pt x="5" y="47"/>
                    <a:pt x="0" y="57"/>
                  </a:cubicBezTo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4" name="Freeform 62">
              <a:extLst>
                <a:ext uri="{FF2B5EF4-FFF2-40B4-BE49-F238E27FC236}">
                  <a16:creationId xmlns:a16="http://schemas.microsoft.com/office/drawing/2014/main" id="{E172DDFC-D191-42CB-9159-263AECD5F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182"/>
              <a:ext cx="119" cy="86"/>
            </a:xfrm>
            <a:custGeom>
              <a:avLst/>
              <a:gdLst>
                <a:gd name="T0" fmla="*/ 0 w 80"/>
                <a:gd name="T1" fmla="*/ 22 h 58"/>
                <a:gd name="T2" fmla="*/ 101 w 80"/>
                <a:gd name="T3" fmla="*/ 187 h 58"/>
                <a:gd name="T4" fmla="*/ 187 w 80"/>
                <a:gd name="T5" fmla="*/ 141 h 58"/>
                <a:gd name="T6" fmla="*/ 263 w 80"/>
                <a:gd name="T7" fmla="*/ 74 h 58"/>
                <a:gd name="T8" fmla="*/ 100 w 80"/>
                <a:gd name="T9" fmla="*/ 128 h 58"/>
                <a:gd name="T10" fmla="*/ 9 w 80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58">
                  <a:moveTo>
                    <a:pt x="0" y="7"/>
                  </a:moveTo>
                  <a:cubicBezTo>
                    <a:pt x="19" y="15"/>
                    <a:pt x="13" y="58"/>
                    <a:pt x="31" y="57"/>
                  </a:cubicBezTo>
                  <a:cubicBezTo>
                    <a:pt x="40" y="57"/>
                    <a:pt x="50" y="48"/>
                    <a:pt x="57" y="43"/>
                  </a:cubicBezTo>
                  <a:cubicBezTo>
                    <a:pt x="65" y="38"/>
                    <a:pt x="75" y="31"/>
                    <a:pt x="80" y="23"/>
                  </a:cubicBezTo>
                  <a:cubicBezTo>
                    <a:pt x="66" y="30"/>
                    <a:pt x="48" y="47"/>
                    <a:pt x="30" y="39"/>
                  </a:cubicBezTo>
                  <a:cubicBezTo>
                    <a:pt x="16" y="32"/>
                    <a:pt x="16" y="8"/>
                    <a:pt x="3" y="0"/>
                  </a:cubicBezTo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5" name="Freeform 63">
              <a:extLst>
                <a:ext uri="{FF2B5EF4-FFF2-40B4-BE49-F238E27FC236}">
                  <a16:creationId xmlns:a16="http://schemas.microsoft.com/office/drawing/2014/main" id="{E76C09F5-C9D7-4D8F-82E3-B66E21C95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356"/>
              <a:ext cx="107" cy="172"/>
            </a:xfrm>
            <a:custGeom>
              <a:avLst/>
              <a:gdLst>
                <a:gd name="T0" fmla="*/ 236 w 72"/>
                <a:gd name="T1" fmla="*/ 27 h 115"/>
                <a:gd name="T2" fmla="*/ 181 w 72"/>
                <a:gd name="T3" fmla="*/ 90 h 115"/>
                <a:gd name="T4" fmla="*/ 62 w 72"/>
                <a:gd name="T5" fmla="*/ 42 h 115"/>
                <a:gd name="T6" fmla="*/ 114 w 72"/>
                <a:gd name="T7" fmla="*/ 127 h 115"/>
                <a:gd name="T8" fmla="*/ 187 w 72"/>
                <a:gd name="T9" fmla="*/ 188 h 115"/>
                <a:gd name="T10" fmla="*/ 155 w 72"/>
                <a:gd name="T11" fmla="*/ 275 h 115"/>
                <a:gd name="T12" fmla="*/ 95 w 72"/>
                <a:gd name="T13" fmla="*/ 384 h 115"/>
                <a:gd name="T14" fmla="*/ 114 w 72"/>
                <a:gd name="T15" fmla="*/ 322 h 115"/>
                <a:gd name="T16" fmla="*/ 131 w 72"/>
                <a:gd name="T17" fmla="*/ 211 h 115"/>
                <a:gd name="T18" fmla="*/ 95 w 72"/>
                <a:gd name="T19" fmla="*/ 176 h 115"/>
                <a:gd name="T20" fmla="*/ 55 w 72"/>
                <a:gd name="T21" fmla="*/ 109 h 115"/>
                <a:gd name="T22" fmla="*/ 0 w 72"/>
                <a:gd name="T23" fmla="*/ 0 h 115"/>
                <a:gd name="T24" fmla="*/ 86 w 72"/>
                <a:gd name="T25" fmla="*/ 27 h 115"/>
                <a:gd name="T26" fmla="*/ 163 w 72"/>
                <a:gd name="T27" fmla="*/ 49 h 115"/>
                <a:gd name="T28" fmla="*/ 208 w 72"/>
                <a:gd name="T29" fmla="*/ 67 h 115"/>
                <a:gd name="T30" fmla="*/ 235 w 72"/>
                <a:gd name="T31" fmla="*/ 46 h 115"/>
                <a:gd name="T32" fmla="*/ 236 w 72"/>
                <a:gd name="T33" fmla="*/ 36 h 1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115">
                  <a:moveTo>
                    <a:pt x="72" y="8"/>
                  </a:moveTo>
                  <a:cubicBezTo>
                    <a:pt x="69" y="17"/>
                    <a:pt x="65" y="28"/>
                    <a:pt x="55" y="27"/>
                  </a:cubicBezTo>
                  <a:cubicBezTo>
                    <a:pt x="42" y="26"/>
                    <a:pt x="32" y="13"/>
                    <a:pt x="19" y="13"/>
                  </a:cubicBezTo>
                  <a:cubicBezTo>
                    <a:pt x="21" y="21"/>
                    <a:pt x="28" y="33"/>
                    <a:pt x="35" y="38"/>
                  </a:cubicBezTo>
                  <a:cubicBezTo>
                    <a:pt x="40" y="43"/>
                    <a:pt x="55" y="49"/>
                    <a:pt x="57" y="56"/>
                  </a:cubicBezTo>
                  <a:cubicBezTo>
                    <a:pt x="59" y="62"/>
                    <a:pt x="50" y="77"/>
                    <a:pt x="47" y="82"/>
                  </a:cubicBezTo>
                  <a:cubicBezTo>
                    <a:pt x="42" y="94"/>
                    <a:pt x="34" y="104"/>
                    <a:pt x="29" y="115"/>
                  </a:cubicBezTo>
                  <a:cubicBezTo>
                    <a:pt x="33" y="111"/>
                    <a:pt x="34" y="102"/>
                    <a:pt x="35" y="96"/>
                  </a:cubicBezTo>
                  <a:cubicBezTo>
                    <a:pt x="37" y="87"/>
                    <a:pt x="44" y="72"/>
                    <a:pt x="40" y="63"/>
                  </a:cubicBezTo>
                  <a:cubicBezTo>
                    <a:pt x="38" y="60"/>
                    <a:pt x="32" y="56"/>
                    <a:pt x="29" y="53"/>
                  </a:cubicBezTo>
                  <a:cubicBezTo>
                    <a:pt x="23" y="47"/>
                    <a:pt x="21" y="40"/>
                    <a:pt x="17" y="33"/>
                  </a:cubicBezTo>
                  <a:cubicBezTo>
                    <a:pt x="12" y="23"/>
                    <a:pt x="4" y="11"/>
                    <a:pt x="0" y="0"/>
                  </a:cubicBezTo>
                  <a:cubicBezTo>
                    <a:pt x="9" y="0"/>
                    <a:pt x="18" y="5"/>
                    <a:pt x="26" y="8"/>
                  </a:cubicBezTo>
                  <a:cubicBezTo>
                    <a:pt x="34" y="11"/>
                    <a:pt x="42" y="13"/>
                    <a:pt x="50" y="15"/>
                  </a:cubicBezTo>
                  <a:cubicBezTo>
                    <a:pt x="53" y="17"/>
                    <a:pt x="59" y="21"/>
                    <a:pt x="63" y="20"/>
                  </a:cubicBezTo>
                  <a:cubicBezTo>
                    <a:pt x="67" y="19"/>
                    <a:pt x="67" y="15"/>
                    <a:pt x="71" y="14"/>
                  </a:cubicBezTo>
                  <a:cubicBezTo>
                    <a:pt x="71" y="12"/>
                    <a:pt x="72" y="12"/>
                    <a:pt x="72" y="11"/>
                  </a:cubicBezTo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6" name="Freeform 64">
              <a:extLst>
                <a:ext uri="{FF2B5EF4-FFF2-40B4-BE49-F238E27FC236}">
                  <a16:creationId xmlns:a16="http://schemas.microsoft.com/office/drawing/2014/main" id="{C170B326-5A4F-4DBC-98A0-F6B2E9106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391"/>
              <a:ext cx="194" cy="182"/>
            </a:xfrm>
            <a:custGeom>
              <a:avLst/>
              <a:gdLst>
                <a:gd name="T0" fmla="*/ 195 w 130"/>
                <a:gd name="T1" fmla="*/ 406 h 122"/>
                <a:gd name="T2" fmla="*/ 176 w 130"/>
                <a:gd name="T3" fmla="*/ 322 h 122"/>
                <a:gd name="T4" fmla="*/ 397 w 130"/>
                <a:gd name="T5" fmla="*/ 272 h 122"/>
                <a:gd name="T6" fmla="*/ 231 w 130"/>
                <a:gd name="T7" fmla="*/ 167 h 122"/>
                <a:gd name="T8" fmla="*/ 107 w 130"/>
                <a:gd name="T9" fmla="*/ 107 h 122"/>
                <a:gd name="T10" fmla="*/ 0 w 130"/>
                <a:gd name="T11" fmla="*/ 0 h 122"/>
                <a:gd name="T12" fmla="*/ 146 w 130"/>
                <a:gd name="T13" fmla="*/ 167 h 122"/>
                <a:gd name="T14" fmla="*/ 213 w 130"/>
                <a:gd name="T15" fmla="*/ 257 h 122"/>
                <a:gd name="T16" fmla="*/ 134 w 130"/>
                <a:gd name="T17" fmla="*/ 285 h 122"/>
                <a:gd name="T18" fmla="*/ 173 w 130"/>
                <a:gd name="T19" fmla="*/ 385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122">
                  <a:moveTo>
                    <a:pt x="59" y="122"/>
                  </a:moveTo>
                  <a:cubicBezTo>
                    <a:pt x="54" y="114"/>
                    <a:pt x="54" y="106"/>
                    <a:pt x="53" y="97"/>
                  </a:cubicBezTo>
                  <a:cubicBezTo>
                    <a:pt x="70" y="112"/>
                    <a:pt x="130" y="119"/>
                    <a:pt x="119" y="82"/>
                  </a:cubicBezTo>
                  <a:cubicBezTo>
                    <a:pt x="113" y="62"/>
                    <a:pt x="87" y="56"/>
                    <a:pt x="70" y="50"/>
                  </a:cubicBezTo>
                  <a:cubicBezTo>
                    <a:pt x="57" y="45"/>
                    <a:pt x="44" y="40"/>
                    <a:pt x="32" y="32"/>
                  </a:cubicBezTo>
                  <a:cubicBezTo>
                    <a:pt x="18" y="24"/>
                    <a:pt x="9" y="11"/>
                    <a:pt x="0" y="0"/>
                  </a:cubicBezTo>
                  <a:cubicBezTo>
                    <a:pt x="13" y="20"/>
                    <a:pt x="24" y="36"/>
                    <a:pt x="44" y="50"/>
                  </a:cubicBezTo>
                  <a:cubicBezTo>
                    <a:pt x="49" y="54"/>
                    <a:pt x="74" y="68"/>
                    <a:pt x="64" y="77"/>
                  </a:cubicBezTo>
                  <a:cubicBezTo>
                    <a:pt x="56" y="83"/>
                    <a:pt x="44" y="71"/>
                    <a:pt x="40" y="86"/>
                  </a:cubicBezTo>
                  <a:cubicBezTo>
                    <a:pt x="37" y="97"/>
                    <a:pt x="45" y="110"/>
                    <a:pt x="52" y="116"/>
                  </a:cubicBezTo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7" name="Freeform 65">
              <a:extLst>
                <a:ext uri="{FF2B5EF4-FFF2-40B4-BE49-F238E27FC236}">
                  <a16:creationId xmlns:a16="http://schemas.microsoft.com/office/drawing/2014/main" id="{FD4B6488-90B5-4DB7-84B5-91D8DD37C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434"/>
              <a:ext cx="143" cy="136"/>
            </a:xfrm>
            <a:custGeom>
              <a:avLst/>
              <a:gdLst>
                <a:gd name="T0" fmla="*/ 0 w 96"/>
                <a:gd name="T1" fmla="*/ 127 h 91"/>
                <a:gd name="T2" fmla="*/ 289 w 96"/>
                <a:gd name="T3" fmla="*/ 81 h 91"/>
                <a:gd name="T4" fmla="*/ 308 w 96"/>
                <a:gd name="T5" fmla="*/ 188 h 91"/>
                <a:gd name="T6" fmla="*/ 237 w 96"/>
                <a:gd name="T7" fmla="*/ 303 h 91"/>
                <a:gd name="T8" fmla="*/ 277 w 96"/>
                <a:gd name="T9" fmla="*/ 161 h 91"/>
                <a:gd name="T10" fmla="*/ 198 w 96"/>
                <a:gd name="T11" fmla="*/ 103 h 91"/>
                <a:gd name="T12" fmla="*/ 95 w 96"/>
                <a:gd name="T13" fmla="*/ 123 h 91"/>
                <a:gd name="T14" fmla="*/ 6 w 96"/>
                <a:gd name="T15" fmla="*/ 13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91">
                  <a:moveTo>
                    <a:pt x="0" y="38"/>
                  </a:moveTo>
                  <a:cubicBezTo>
                    <a:pt x="23" y="39"/>
                    <a:pt x="67" y="0"/>
                    <a:pt x="87" y="24"/>
                  </a:cubicBezTo>
                  <a:cubicBezTo>
                    <a:pt x="93" y="32"/>
                    <a:pt x="96" y="47"/>
                    <a:pt x="93" y="56"/>
                  </a:cubicBezTo>
                  <a:cubicBezTo>
                    <a:pt x="91" y="65"/>
                    <a:pt x="80" y="88"/>
                    <a:pt x="72" y="91"/>
                  </a:cubicBezTo>
                  <a:cubicBezTo>
                    <a:pt x="74" y="78"/>
                    <a:pt x="87" y="62"/>
                    <a:pt x="84" y="48"/>
                  </a:cubicBezTo>
                  <a:cubicBezTo>
                    <a:pt x="82" y="38"/>
                    <a:pt x="68" y="33"/>
                    <a:pt x="60" y="31"/>
                  </a:cubicBezTo>
                  <a:cubicBezTo>
                    <a:pt x="48" y="30"/>
                    <a:pt x="40" y="35"/>
                    <a:pt x="29" y="37"/>
                  </a:cubicBezTo>
                  <a:cubicBezTo>
                    <a:pt x="20" y="38"/>
                    <a:pt x="12" y="39"/>
                    <a:pt x="2" y="39"/>
                  </a:cubicBezTo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8" name="Freeform 66">
              <a:extLst>
                <a:ext uri="{FF2B5EF4-FFF2-40B4-BE49-F238E27FC236}">
                  <a16:creationId xmlns:a16="http://schemas.microsoft.com/office/drawing/2014/main" id="{07973162-9483-4D0E-92A8-A4AA6C333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2576"/>
              <a:ext cx="57" cy="41"/>
            </a:xfrm>
            <a:custGeom>
              <a:avLst/>
              <a:gdLst>
                <a:gd name="T0" fmla="*/ 129 w 38"/>
                <a:gd name="T1" fmla="*/ 94 h 27"/>
                <a:gd name="T2" fmla="*/ 54 w 38"/>
                <a:gd name="T3" fmla="*/ 32 h 27"/>
                <a:gd name="T4" fmla="*/ 93 w 38"/>
                <a:gd name="T5" fmla="*/ 27 h 27"/>
                <a:gd name="T6" fmla="*/ 21 w 38"/>
                <a:gd name="T7" fmla="*/ 21 h 27"/>
                <a:gd name="T8" fmla="*/ 102 w 38"/>
                <a:gd name="T9" fmla="*/ 9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7">
                  <a:moveTo>
                    <a:pt x="38" y="27"/>
                  </a:moveTo>
                  <a:cubicBezTo>
                    <a:pt x="31" y="26"/>
                    <a:pt x="15" y="18"/>
                    <a:pt x="16" y="9"/>
                  </a:cubicBezTo>
                  <a:cubicBezTo>
                    <a:pt x="20" y="9"/>
                    <a:pt x="24" y="9"/>
                    <a:pt x="27" y="8"/>
                  </a:cubicBezTo>
                  <a:cubicBezTo>
                    <a:pt x="21" y="9"/>
                    <a:pt x="10" y="0"/>
                    <a:pt x="6" y="6"/>
                  </a:cubicBezTo>
                  <a:cubicBezTo>
                    <a:pt x="0" y="16"/>
                    <a:pt x="24" y="26"/>
                    <a:pt x="30" y="27"/>
                  </a:cubicBezTo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9" name="Freeform 67">
              <a:extLst>
                <a:ext uri="{FF2B5EF4-FFF2-40B4-BE49-F238E27FC236}">
                  <a16:creationId xmlns:a16="http://schemas.microsoft.com/office/drawing/2014/main" id="{B7F44CD3-4359-4570-BF88-6DDB130A3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645"/>
              <a:ext cx="71" cy="70"/>
            </a:xfrm>
            <a:custGeom>
              <a:avLst/>
              <a:gdLst>
                <a:gd name="T0" fmla="*/ 129 w 48"/>
                <a:gd name="T1" fmla="*/ 0 h 47"/>
                <a:gd name="T2" fmla="*/ 81 w 48"/>
                <a:gd name="T3" fmla="*/ 86 h 47"/>
                <a:gd name="T4" fmla="*/ 155 w 48"/>
                <a:gd name="T5" fmla="*/ 63 h 47"/>
                <a:gd name="T6" fmla="*/ 49 w 48"/>
                <a:gd name="T7" fmla="*/ 119 h 47"/>
                <a:gd name="T8" fmla="*/ 114 w 48"/>
                <a:gd name="T9" fmla="*/ 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40" y="0"/>
                  </a:moveTo>
                  <a:cubicBezTo>
                    <a:pt x="38" y="9"/>
                    <a:pt x="24" y="17"/>
                    <a:pt x="25" y="26"/>
                  </a:cubicBezTo>
                  <a:cubicBezTo>
                    <a:pt x="26" y="42"/>
                    <a:pt x="42" y="21"/>
                    <a:pt x="48" y="19"/>
                  </a:cubicBezTo>
                  <a:cubicBezTo>
                    <a:pt x="42" y="28"/>
                    <a:pt x="27" y="47"/>
                    <a:pt x="15" y="36"/>
                  </a:cubicBezTo>
                  <a:cubicBezTo>
                    <a:pt x="0" y="24"/>
                    <a:pt x="26" y="10"/>
                    <a:pt x="35" y="3"/>
                  </a:cubicBezTo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0" name="Freeform 68">
              <a:extLst>
                <a:ext uri="{FF2B5EF4-FFF2-40B4-BE49-F238E27FC236}">
                  <a16:creationId xmlns:a16="http://schemas.microsoft.com/office/drawing/2014/main" id="{000DFF7A-28BF-45B0-8588-013CA1F62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162"/>
              <a:ext cx="215" cy="236"/>
            </a:xfrm>
            <a:custGeom>
              <a:avLst/>
              <a:gdLst>
                <a:gd name="T0" fmla="*/ 36 w 144"/>
                <a:gd name="T1" fmla="*/ 9 h 158"/>
                <a:gd name="T2" fmla="*/ 240 w 144"/>
                <a:gd name="T3" fmla="*/ 96 h 158"/>
                <a:gd name="T4" fmla="*/ 393 w 144"/>
                <a:gd name="T5" fmla="*/ 214 h 158"/>
                <a:gd name="T6" fmla="*/ 478 w 144"/>
                <a:gd name="T7" fmla="*/ 403 h 158"/>
                <a:gd name="T8" fmla="*/ 460 w 144"/>
                <a:gd name="T9" fmla="*/ 484 h 158"/>
                <a:gd name="T10" fmla="*/ 406 w 144"/>
                <a:gd name="T11" fmla="*/ 491 h 158"/>
                <a:gd name="T12" fmla="*/ 420 w 144"/>
                <a:gd name="T13" fmla="*/ 399 h 158"/>
                <a:gd name="T14" fmla="*/ 406 w 144"/>
                <a:gd name="T15" fmla="*/ 306 h 158"/>
                <a:gd name="T16" fmla="*/ 266 w 144"/>
                <a:gd name="T17" fmla="*/ 163 h 158"/>
                <a:gd name="T18" fmla="*/ 0 w 144"/>
                <a:gd name="T19" fmla="*/ 9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" h="158">
                  <a:moveTo>
                    <a:pt x="11" y="3"/>
                  </a:moveTo>
                  <a:cubicBezTo>
                    <a:pt x="31" y="0"/>
                    <a:pt x="54" y="19"/>
                    <a:pt x="72" y="29"/>
                  </a:cubicBezTo>
                  <a:cubicBezTo>
                    <a:pt x="88" y="39"/>
                    <a:pt x="103" y="52"/>
                    <a:pt x="118" y="64"/>
                  </a:cubicBezTo>
                  <a:cubicBezTo>
                    <a:pt x="134" y="77"/>
                    <a:pt x="143" y="100"/>
                    <a:pt x="143" y="121"/>
                  </a:cubicBezTo>
                  <a:cubicBezTo>
                    <a:pt x="144" y="130"/>
                    <a:pt x="143" y="138"/>
                    <a:pt x="138" y="145"/>
                  </a:cubicBezTo>
                  <a:cubicBezTo>
                    <a:pt x="133" y="151"/>
                    <a:pt x="124" y="158"/>
                    <a:pt x="122" y="147"/>
                  </a:cubicBezTo>
                  <a:cubicBezTo>
                    <a:pt x="120" y="140"/>
                    <a:pt x="125" y="128"/>
                    <a:pt x="126" y="120"/>
                  </a:cubicBezTo>
                  <a:cubicBezTo>
                    <a:pt x="126" y="110"/>
                    <a:pt x="125" y="101"/>
                    <a:pt x="122" y="92"/>
                  </a:cubicBezTo>
                  <a:cubicBezTo>
                    <a:pt x="114" y="71"/>
                    <a:pt x="98" y="61"/>
                    <a:pt x="80" y="49"/>
                  </a:cubicBezTo>
                  <a:cubicBezTo>
                    <a:pt x="55" y="33"/>
                    <a:pt x="31" y="8"/>
                    <a:pt x="0" y="3"/>
                  </a:cubicBezTo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1" name="Freeform 69">
              <a:extLst>
                <a:ext uri="{FF2B5EF4-FFF2-40B4-BE49-F238E27FC236}">
                  <a16:creationId xmlns:a16="http://schemas.microsoft.com/office/drawing/2014/main" id="{F595DEA3-F6F9-42A2-BC5E-D2EBE19EF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125"/>
              <a:ext cx="36" cy="34"/>
            </a:xfrm>
            <a:custGeom>
              <a:avLst/>
              <a:gdLst>
                <a:gd name="T0" fmla="*/ 81 w 24"/>
                <a:gd name="T1" fmla="*/ 1 h 23"/>
                <a:gd name="T2" fmla="*/ 75 w 24"/>
                <a:gd name="T3" fmla="*/ 74 h 23"/>
                <a:gd name="T4" fmla="*/ 12 w 24"/>
                <a:gd name="T5" fmla="*/ 35 h 23"/>
                <a:gd name="T6" fmla="*/ 59 w 24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3">
                  <a:moveTo>
                    <a:pt x="24" y="1"/>
                  </a:moveTo>
                  <a:cubicBezTo>
                    <a:pt x="10" y="1"/>
                    <a:pt x="10" y="20"/>
                    <a:pt x="22" y="23"/>
                  </a:cubicBezTo>
                  <a:cubicBezTo>
                    <a:pt x="18" y="22"/>
                    <a:pt x="5" y="17"/>
                    <a:pt x="3" y="11"/>
                  </a:cubicBezTo>
                  <a:cubicBezTo>
                    <a:pt x="0" y="2"/>
                    <a:pt x="10" y="0"/>
                    <a:pt x="17" y="0"/>
                  </a:cubicBezTo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2" name="Freeform 70">
              <a:extLst>
                <a:ext uri="{FF2B5EF4-FFF2-40B4-BE49-F238E27FC236}">
                  <a16:creationId xmlns:a16="http://schemas.microsoft.com/office/drawing/2014/main" id="{47860060-F52C-4FA4-9766-E3DDE3D7D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351"/>
              <a:ext cx="215" cy="183"/>
            </a:xfrm>
            <a:custGeom>
              <a:avLst/>
              <a:gdLst>
                <a:gd name="T0" fmla="*/ 479 w 144"/>
                <a:gd name="T1" fmla="*/ 0 h 123"/>
                <a:gd name="T2" fmla="*/ 0 w 144"/>
                <a:gd name="T3" fmla="*/ 405 h 123"/>
                <a:gd name="T4" fmla="*/ 479 w 144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23">
                  <a:moveTo>
                    <a:pt x="144" y="0"/>
                  </a:moveTo>
                  <a:cubicBezTo>
                    <a:pt x="144" y="0"/>
                    <a:pt x="40" y="1"/>
                    <a:pt x="0" y="123"/>
                  </a:cubicBezTo>
                  <a:cubicBezTo>
                    <a:pt x="0" y="123"/>
                    <a:pt x="40" y="19"/>
                    <a:pt x="144" y="0"/>
                  </a:cubicBezTo>
                  <a:close/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3" name="Freeform 71">
              <a:extLst>
                <a:ext uri="{FF2B5EF4-FFF2-40B4-BE49-F238E27FC236}">
                  <a16:creationId xmlns:a16="http://schemas.microsoft.com/office/drawing/2014/main" id="{D1A22C85-3EA6-4273-800E-0977EA2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989"/>
              <a:ext cx="224" cy="481"/>
            </a:xfrm>
            <a:custGeom>
              <a:avLst/>
              <a:gdLst>
                <a:gd name="T0" fmla="*/ 293 w 150"/>
                <a:gd name="T1" fmla="*/ 0 h 322"/>
                <a:gd name="T2" fmla="*/ 299 w 150"/>
                <a:gd name="T3" fmla="*/ 917 h 322"/>
                <a:gd name="T4" fmla="*/ 293 w 150"/>
                <a:gd name="T5" fmla="*/ 0 h 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322">
                  <a:moveTo>
                    <a:pt x="88" y="0"/>
                  </a:moveTo>
                  <a:cubicBezTo>
                    <a:pt x="88" y="0"/>
                    <a:pt x="0" y="206"/>
                    <a:pt x="90" y="275"/>
                  </a:cubicBezTo>
                  <a:cubicBezTo>
                    <a:pt x="150" y="322"/>
                    <a:pt x="5" y="243"/>
                    <a:pt x="88" y="0"/>
                  </a:cubicBezTo>
                  <a:close/>
                </a:path>
              </a:pathLst>
            </a:custGeom>
            <a:solidFill>
              <a:srgbClr val="DE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4" name="Freeform 72">
              <a:extLst>
                <a:ext uri="{FF2B5EF4-FFF2-40B4-BE49-F238E27FC236}">
                  <a16:creationId xmlns:a16="http://schemas.microsoft.com/office/drawing/2014/main" id="{CE834D79-4CBA-4486-8001-FA8DBDC23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812"/>
              <a:ext cx="253" cy="271"/>
            </a:xfrm>
            <a:custGeom>
              <a:avLst/>
              <a:gdLst>
                <a:gd name="T0" fmla="*/ 425 w 169"/>
                <a:gd name="T1" fmla="*/ 9 h 181"/>
                <a:gd name="T2" fmla="*/ 54 w 169"/>
                <a:gd name="T3" fmla="*/ 256 h 181"/>
                <a:gd name="T4" fmla="*/ 81 w 169"/>
                <a:gd name="T5" fmla="*/ 437 h 181"/>
                <a:gd name="T6" fmla="*/ 184 w 169"/>
                <a:gd name="T7" fmla="*/ 541 h 181"/>
                <a:gd name="T8" fmla="*/ 410 w 169"/>
                <a:gd name="T9" fmla="*/ 545 h 181"/>
                <a:gd name="T10" fmla="*/ 478 w 169"/>
                <a:gd name="T11" fmla="*/ 406 h 181"/>
                <a:gd name="T12" fmla="*/ 533 w 169"/>
                <a:gd name="T13" fmla="*/ 311 h 181"/>
                <a:gd name="T14" fmla="*/ 433 w 169"/>
                <a:gd name="T15" fmla="*/ 22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181">
                  <a:moveTo>
                    <a:pt x="127" y="3"/>
                  </a:moveTo>
                  <a:cubicBezTo>
                    <a:pt x="83" y="0"/>
                    <a:pt x="0" y="16"/>
                    <a:pt x="16" y="76"/>
                  </a:cubicBezTo>
                  <a:cubicBezTo>
                    <a:pt x="22" y="98"/>
                    <a:pt x="28" y="108"/>
                    <a:pt x="24" y="130"/>
                  </a:cubicBezTo>
                  <a:cubicBezTo>
                    <a:pt x="17" y="163"/>
                    <a:pt x="24" y="154"/>
                    <a:pt x="55" y="161"/>
                  </a:cubicBezTo>
                  <a:cubicBezTo>
                    <a:pt x="80" y="167"/>
                    <a:pt x="101" y="181"/>
                    <a:pt x="122" y="162"/>
                  </a:cubicBezTo>
                  <a:cubicBezTo>
                    <a:pt x="135" y="151"/>
                    <a:pt x="136" y="136"/>
                    <a:pt x="142" y="121"/>
                  </a:cubicBezTo>
                  <a:cubicBezTo>
                    <a:pt x="146" y="111"/>
                    <a:pt x="155" y="103"/>
                    <a:pt x="159" y="93"/>
                  </a:cubicBezTo>
                  <a:cubicBezTo>
                    <a:pt x="169" y="66"/>
                    <a:pt x="152" y="20"/>
                    <a:pt x="129" y="7"/>
                  </a:cubicBezTo>
                </a:path>
              </a:pathLst>
            </a:custGeom>
            <a:solidFill>
              <a:srgbClr val="E04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5" name="Freeform 73">
              <a:extLst>
                <a:ext uri="{FF2B5EF4-FFF2-40B4-BE49-F238E27FC236}">
                  <a16:creationId xmlns:a16="http://schemas.microsoft.com/office/drawing/2014/main" id="{E8F65CC6-04E4-4F2A-AE9B-7E17561B1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874"/>
              <a:ext cx="294" cy="680"/>
            </a:xfrm>
            <a:custGeom>
              <a:avLst/>
              <a:gdLst>
                <a:gd name="T0" fmla="*/ 81 w 197"/>
                <a:gd name="T1" fmla="*/ 188 h 455"/>
                <a:gd name="T2" fmla="*/ 239 w 197"/>
                <a:gd name="T3" fmla="*/ 94 h 455"/>
                <a:gd name="T4" fmla="*/ 270 w 197"/>
                <a:gd name="T5" fmla="*/ 221 h 455"/>
                <a:gd name="T6" fmla="*/ 316 w 197"/>
                <a:gd name="T7" fmla="*/ 347 h 455"/>
                <a:gd name="T8" fmla="*/ 343 w 197"/>
                <a:gd name="T9" fmla="*/ 656 h 455"/>
                <a:gd name="T10" fmla="*/ 521 w 197"/>
                <a:gd name="T11" fmla="*/ 939 h 455"/>
                <a:gd name="T12" fmla="*/ 628 w 197"/>
                <a:gd name="T13" fmla="*/ 1148 h 455"/>
                <a:gd name="T14" fmla="*/ 512 w 197"/>
                <a:gd name="T15" fmla="*/ 1202 h 455"/>
                <a:gd name="T16" fmla="*/ 370 w 197"/>
                <a:gd name="T17" fmla="*/ 1278 h 455"/>
                <a:gd name="T18" fmla="*/ 149 w 197"/>
                <a:gd name="T19" fmla="*/ 1450 h 455"/>
                <a:gd name="T20" fmla="*/ 109 w 197"/>
                <a:gd name="T21" fmla="*/ 1230 h 455"/>
                <a:gd name="T22" fmla="*/ 94 w 197"/>
                <a:gd name="T23" fmla="*/ 925 h 455"/>
                <a:gd name="T24" fmla="*/ 6 w 197"/>
                <a:gd name="T25" fmla="*/ 695 h 455"/>
                <a:gd name="T26" fmla="*/ 9 w 197"/>
                <a:gd name="T27" fmla="*/ 478 h 455"/>
                <a:gd name="T28" fmla="*/ 67 w 197"/>
                <a:gd name="T29" fmla="*/ 214 h 4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455">
                  <a:moveTo>
                    <a:pt x="24" y="56"/>
                  </a:moveTo>
                  <a:cubicBezTo>
                    <a:pt x="27" y="30"/>
                    <a:pt x="55" y="0"/>
                    <a:pt x="72" y="28"/>
                  </a:cubicBezTo>
                  <a:cubicBezTo>
                    <a:pt x="78" y="37"/>
                    <a:pt x="79" y="56"/>
                    <a:pt x="81" y="66"/>
                  </a:cubicBezTo>
                  <a:cubicBezTo>
                    <a:pt x="84" y="83"/>
                    <a:pt x="88" y="89"/>
                    <a:pt x="95" y="104"/>
                  </a:cubicBezTo>
                  <a:cubicBezTo>
                    <a:pt x="109" y="134"/>
                    <a:pt x="95" y="166"/>
                    <a:pt x="103" y="197"/>
                  </a:cubicBezTo>
                  <a:cubicBezTo>
                    <a:pt x="112" y="232"/>
                    <a:pt x="136" y="254"/>
                    <a:pt x="157" y="281"/>
                  </a:cubicBezTo>
                  <a:cubicBezTo>
                    <a:pt x="168" y="294"/>
                    <a:pt x="197" y="325"/>
                    <a:pt x="189" y="344"/>
                  </a:cubicBezTo>
                  <a:cubicBezTo>
                    <a:pt x="185" y="355"/>
                    <a:pt x="163" y="357"/>
                    <a:pt x="154" y="360"/>
                  </a:cubicBezTo>
                  <a:cubicBezTo>
                    <a:pt x="139" y="365"/>
                    <a:pt x="123" y="372"/>
                    <a:pt x="111" y="383"/>
                  </a:cubicBezTo>
                  <a:cubicBezTo>
                    <a:pt x="96" y="397"/>
                    <a:pt x="72" y="455"/>
                    <a:pt x="45" y="434"/>
                  </a:cubicBezTo>
                  <a:cubicBezTo>
                    <a:pt x="31" y="423"/>
                    <a:pt x="33" y="384"/>
                    <a:pt x="33" y="369"/>
                  </a:cubicBezTo>
                  <a:cubicBezTo>
                    <a:pt x="32" y="340"/>
                    <a:pt x="37" y="305"/>
                    <a:pt x="28" y="277"/>
                  </a:cubicBezTo>
                  <a:cubicBezTo>
                    <a:pt x="20" y="252"/>
                    <a:pt x="4" y="236"/>
                    <a:pt x="2" y="208"/>
                  </a:cubicBezTo>
                  <a:cubicBezTo>
                    <a:pt x="0" y="186"/>
                    <a:pt x="0" y="165"/>
                    <a:pt x="3" y="143"/>
                  </a:cubicBezTo>
                  <a:cubicBezTo>
                    <a:pt x="8" y="116"/>
                    <a:pt x="12" y="87"/>
                    <a:pt x="20" y="64"/>
                  </a:cubicBezTo>
                </a:path>
              </a:pathLst>
            </a:custGeom>
            <a:solidFill>
              <a:srgbClr val="E04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6" name="Freeform 74">
              <a:extLst>
                <a:ext uri="{FF2B5EF4-FFF2-40B4-BE49-F238E27FC236}">
                  <a16:creationId xmlns:a16="http://schemas.microsoft.com/office/drawing/2014/main" id="{812BA4AE-64E7-4576-A725-D9FE86599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573"/>
              <a:ext cx="339" cy="429"/>
            </a:xfrm>
            <a:custGeom>
              <a:avLst/>
              <a:gdLst>
                <a:gd name="T0" fmla="*/ 363 w 227"/>
                <a:gd name="T1" fmla="*/ 768 h 287"/>
                <a:gd name="T2" fmla="*/ 508 w 227"/>
                <a:gd name="T3" fmla="*/ 852 h 287"/>
                <a:gd name="T4" fmla="*/ 642 w 227"/>
                <a:gd name="T5" fmla="*/ 949 h 287"/>
                <a:gd name="T6" fmla="*/ 727 w 227"/>
                <a:gd name="T7" fmla="*/ 816 h 287"/>
                <a:gd name="T8" fmla="*/ 747 w 227"/>
                <a:gd name="T9" fmla="*/ 635 h 287"/>
                <a:gd name="T10" fmla="*/ 515 w 227"/>
                <a:gd name="T11" fmla="*/ 514 h 287"/>
                <a:gd name="T12" fmla="*/ 587 w 227"/>
                <a:gd name="T13" fmla="*/ 230 h 287"/>
                <a:gd name="T14" fmla="*/ 406 w 227"/>
                <a:gd name="T15" fmla="*/ 42 h 287"/>
                <a:gd name="T16" fmla="*/ 182 w 227"/>
                <a:gd name="T17" fmla="*/ 81 h 287"/>
                <a:gd name="T18" fmla="*/ 15 w 227"/>
                <a:gd name="T19" fmla="*/ 302 h 287"/>
                <a:gd name="T20" fmla="*/ 208 w 227"/>
                <a:gd name="T21" fmla="*/ 444 h 287"/>
                <a:gd name="T22" fmla="*/ 366 w 227"/>
                <a:gd name="T23" fmla="*/ 764 h 287"/>
                <a:gd name="T24" fmla="*/ 379 w 227"/>
                <a:gd name="T25" fmla="*/ 776 h 2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7" h="287">
                  <a:moveTo>
                    <a:pt x="109" y="230"/>
                  </a:moveTo>
                  <a:cubicBezTo>
                    <a:pt x="125" y="237"/>
                    <a:pt x="140" y="243"/>
                    <a:pt x="153" y="255"/>
                  </a:cubicBezTo>
                  <a:cubicBezTo>
                    <a:pt x="166" y="267"/>
                    <a:pt x="173" y="287"/>
                    <a:pt x="193" y="284"/>
                  </a:cubicBezTo>
                  <a:cubicBezTo>
                    <a:pt x="214" y="281"/>
                    <a:pt x="217" y="261"/>
                    <a:pt x="218" y="244"/>
                  </a:cubicBezTo>
                  <a:cubicBezTo>
                    <a:pt x="219" y="235"/>
                    <a:pt x="227" y="196"/>
                    <a:pt x="224" y="190"/>
                  </a:cubicBezTo>
                  <a:cubicBezTo>
                    <a:pt x="209" y="165"/>
                    <a:pt x="155" y="209"/>
                    <a:pt x="155" y="154"/>
                  </a:cubicBezTo>
                  <a:cubicBezTo>
                    <a:pt x="155" y="127"/>
                    <a:pt x="186" y="96"/>
                    <a:pt x="176" y="69"/>
                  </a:cubicBezTo>
                  <a:cubicBezTo>
                    <a:pt x="171" y="52"/>
                    <a:pt x="137" y="21"/>
                    <a:pt x="122" y="13"/>
                  </a:cubicBezTo>
                  <a:cubicBezTo>
                    <a:pt x="101" y="0"/>
                    <a:pt x="75" y="14"/>
                    <a:pt x="55" y="24"/>
                  </a:cubicBezTo>
                  <a:cubicBezTo>
                    <a:pt x="27" y="38"/>
                    <a:pt x="0" y="53"/>
                    <a:pt x="5" y="90"/>
                  </a:cubicBezTo>
                  <a:cubicBezTo>
                    <a:pt x="9" y="121"/>
                    <a:pt x="40" y="119"/>
                    <a:pt x="62" y="133"/>
                  </a:cubicBezTo>
                  <a:cubicBezTo>
                    <a:pt x="97" y="155"/>
                    <a:pt x="98" y="195"/>
                    <a:pt x="110" y="229"/>
                  </a:cubicBezTo>
                  <a:cubicBezTo>
                    <a:pt x="113" y="229"/>
                    <a:pt x="112" y="230"/>
                    <a:pt x="114" y="232"/>
                  </a:cubicBezTo>
                </a:path>
              </a:pathLst>
            </a:custGeom>
            <a:solidFill>
              <a:srgbClr val="E04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7" name="Freeform 75">
              <a:extLst>
                <a:ext uri="{FF2B5EF4-FFF2-40B4-BE49-F238E27FC236}">
                  <a16:creationId xmlns:a16="http://schemas.microsoft.com/office/drawing/2014/main" id="{97AFDD9F-503C-4D7D-A4D8-A3D3B66A4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364"/>
              <a:ext cx="343" cy="416"/>
            </a:xfrm>
            <a:custGeom>
              <a:avLst/>
              <a:gdLst>
                <a:gd name="T0" fmla="*/ 339 w 229"/>
                <a:gd name="T1" fmla="*/ 33 h 278"/>
                <a:gd name="T2" fmla="*/ 28 w 229"/>
                <a:gd name="T3" fmla="*/ 335 h 278"/>
                <a:gd name="T4" fmla="*/ 204 w 229"/>
                <a:gd name="T5" fmla="*/ 515 h 278"/>
                <a:gd name="T6" fmla="*/ 427 w 229"/>
                <a:gd name="T7" fmla="*/ 690 h 278"/>
                <a:gd name="T8" fmla="*/ 635 w 229"/>
                <a:gd name="T9" fmla="*/ 829 h 278"/>
                <a:gd name="T10" fmla="*/ 586 w 229"/>
                <a:gd name="T11" fmla="*/ 509 h 278"/>
                <a:gd name="T12" fmla="*/ 587 w 229"/>
                <a:gd name="T13" fmla="*/ 198 h 278"/>
                <a:gd name="T14" fmla="*/ 404 w 229"/>
                <a:gd name="T15" fmla="*/ 0 h 2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278">
                  <a:moveTo>
                    <a:pt x="101" y="10"/>
                  </a:moveTo>
                  <a:cubicBezTo>
                    <a:pt x="66" y="14"/>
                    <a:pt x="0" y="60"/>
                    <a:pt x="9" y="100"/>
                  </a:cubicBezTo>
                  <a:cubicBezTo>
                    <a:pt x="15" y="126"/>
                    <a:pt x="43" y="138"/>
                    <a:pt x="61" y="154"/>
                  </a:cubicBezTo>
                  <a:cubicBezTo>
                    <a:pt x="83" y="172"/>
                    <a:pt x="112" y="181"/>
                    <a:pt x="127" y="206"/>
                  </a:cubicBezTo>
                  <a:cubicBezTo>
                    <a:pt x="140" y="231"/>
                    <a:pt x="153" y="278"/>
                    <a:pt x="189" y="247"/>
                  </a:cubicBezTo>
                  <a:cubicBezTo>
                    <a:pt x="229" y="212"/>
                    <a:pt x="191" y="182"/>
                    <a:pt x="174" y="152"/>
                  </a:cubicBezTo>
                  <a:cubicBezTo>
                    <a:pt x="158" y="123"/>
                    <a:pt x="176" y="91"/>
                    <a:pt x="175" y="59"/>
                  </a:cubicBezTo>
                  <a:cubicBezTo>
                    <a:pt x="172" y="22"/>
                    <a:pt x="151" y="15"/>
                    <a:pt x="120" y="0"/>
                  </a:cubicBezTo>
                </a:path>
              </a:pathLst>
            </a:custGeom>
            <a:solidFill>
              <a:srgbClr val="E04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8" name="Freeform 76">
              <a:extLst>
                <a:ext uri="{FF2B5EF4-FFF2-40B4-BE49-F238E27FC236}">
                  <a16:creationId xmlns:a16="http://schemas.microsoft.com/office/drawing/2014/main" id="{E99C6DFA-92B0-41C9-B2EE-E799E9AC8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179"/>
              <a:ext cx="393" cy="246"/>
            </a:xfrm>
            <a:custGeom>
              <a:avLst/>
              <a:gdLst>
                <a:gd name="T0" fmla="*/ 351 w 263"/>
                <a:gd name="T1" fmla="*/ 103 h 165"/>
                <a:gd name="T2" fmla="*/ 439 w 263"/>
                <a:gd name="T3" fmla="*/ 22 h 165"/>
                <a:gd name="T4" fmla="*/ 674 w 263"/>
                <a:gd name="T5" fmla="*/ 116 h 165"/>
                <a:gd name="T6" fmla="*/ 822 w 263"/>
                <a:gd name="T7" fmla="*/ 453 h 165"/>
                <a:gd name="T8" fmla="*/ 527 w 263"/>
                <a:gd name="T9" fmla="*/ 547 h 165"/>
                <a:gd name="T10" fmla="*/ 154 w 263"/>
                <a:gd name="T11" fmla="*/ 465 h 165"/>
                <a:gd name="T12" fmla="*/ 117 w 263"/>
                <a:gd name="T13" fmla="*/ 338 h 165"/>
                <a:gd name="T14" fmla="*/ 384 w 263"/>
                <a:gd name="T15" fmla="*/ 371 h 165"/>
                <a:gd name="T16" fmla="*/ 360 w 263"/>
                <a:gd name="T17" fmla="*/ 116 h 1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3" h="165">
                  <a:moveTo>
                    <a:pt x="105" y="31"/>
                  </a:moveTo>
                  <a:cubicBezTo>
                    <a:pt x="84" y="5"/>
                    <a:pt x="111" y="0"/>
                    <a:pt x="132" y="7"/>
                  </a:cubicBezTo>
                  <a:cubicBezTo>
                    <a:pt x="155" y="15"/>
                    <a:pt x="180" y="24"/>
                    <a:pt x="202" y="35"/>
                  </a:cubicBezTo>
                  <a:cubicBezTo>
                    <a:pt x="233" y="52"/>
                    <a:pt x="263" y="100"/>
                    <a:pt x="246" y="137"/>
                  </a:cubicBezTo>
                  <a:cubicBezTo>
                    <a:pt x="233" y="163"/>
                    <a:pt x="183" y="165"/>
                    <a:pt x="158" y="165"/>
                  </a:cubicBezTo>
                  <a:cubicBezTo>
                    <a:pt x="119" y="165"/>
                    <a:pt x="81" y="160"/>
                    <a:pt x="46" y="140"/>
                  </a:cubicBezTo>
                  <a:cubicBezTo>
                    <a:pt x="30" y="131"/>
                    <a:pt x="0" y="107"/>
                    <a:pt x="35" y="102"/>
                  </a:cubicBezTo>
                  <a:cubicBezTo>
                    <a:pt x="62" y="98"/>
                    <a:pt x="90" y="113"/>
                    <a:pt x="115" y="112"/>
                  </a:cubicBezTo>
                  <a:cubicBezTo>
                    <a:pt x="159" y="109"/>
                    <a:pt x="127" y="43"/>
                    <a:pt x="108" y="35"/>
                  </a:cubicBezTo>
                </a:path>
              </a:pathLst>
            </a:custGeom>
            <a:solidFill>
              <a:srgbClr val="E04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9" name="Freeform 77">
              <a:extLst>
                <a:ext uri="{FF2B5EF4-FFF2-40B4-BE49-F238E27FC236}">
                  <a16:creationId xmlns:a16="http://schemas.microsoft.com/office/drawing/2014/main" id="{085070CB-C288-4CDB-88D1-CBC2AFE19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503"/>
              <a:ext cx="298" cy="248"/>
            </a:xfrm>
            <a:custGeom>
              <a:avLst/>
              <a:gdLst>
                <a:gd name="T0" fmla="*/ 592 w 199"/>
                <a:gd name="T1" fmla="*/ 227 h 166"/>
                <a:gd name="T2" fmla="*/ 514 w 199"/>
                <a:gd name="T3" fmla="*/ 22 h 166"/>
                <a:gd name="T4" fmla="*/ 323 w 199"/>
                <a:gd name="T5" fmla="*/ 123 h 166"/>
                <a:gd name="T6" fmla="*/ 400 w 199"/>
                <a:gd name="T7" fmla="*/ 249 h 166"/>
                <a:gd name="T8" fmla="*/ 298 w 199"/>
                <a:gd name="T9" fmla="*/ 317 h 166"/>
                <a:gd name="T10" fmla="*/ 195 w 199"/>
                <a:gd name="T11" fmla="*/ 326 h 166"/>
                <a:gd name="T12" fmla="*/ 141 w 199"/>
                <a:gd name="T13" fmla="*/ 417 h 166"/>
                <a:gd name="T14" fmla="*/ 73 w 199"/>
                <a:gd name="T15" fmla="*/ 466 h 166"/>
                <a:gd name="T16" fmla="*/ 216 w 199"/>
                <a:gd name="T17" fmla="*/ 492 h 166"/>
                <a:gd name="T18" fmla="*/ 437 w 199"/>
                <a:gd name="T19" fmla="*/ 471 h 166"/>
                <a:gd name="T20" fmla="*/ 559 w 199"/>
                <a:gd name="T21" fmla="*/ 384 h 166"/>
                <a:gd name="T22" fmla="*/ 592 w 199"/>
                <a:gd name="T23" fmla="*/ 249 h 1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9" h="166">
                  <a:moveTo>
                    <a:pt x="176" y="68"/>
                  </a:moveTo>
                  <a:cubicBezTo>
                    <a:pt x="180" y="42"/>
                    <a:pt x="199" y="0"/>
                    <a:pt x="153" y="7"/>
                  </a:cubicBezTo>
                  <a:cubicBezTo>
                    <a:pt x="128" y="11"/>
                    <a:pt x="121" y="37"/>
                    <a:pt x="96" y="37"/>
                  </a:cubicBezTo>
                  <a:cubicBezTo>
                    <a:pt x="99" y="50"/>
                    <a:pt x="118" y="60"/>
                    <a:pt x="119" y="75"/>
                  </a:cubicBezTo>
                  <a:cubicBezTo>
                    <a:pt x="121" y="90"/>
                    <a:pt x="103" y="100"/>
                    <a:pt x="89" y="95"/>
                  </a:cubicBezTo>
                  <a:cubicBezTo>
                    <a:pt x="71" y="89"/>
                    <a:pt x="68" y="71"/>
                    <a:pt x="58" y="98"/>
                  </a:cubicBezTo>
                  <a:cubicBezTo>
                    <a:pt x="54" y="108"/>
                    <a:pt x="50" y="117"/>
                    <a:pt x="42" y="125"/>
                  </a:cubicBezTo>
                  <a:cubicBezTo>
                    <a:pt x="36" y="131"/>
                    <a:pt x="27" y="134"/>
                    <a:pt x="22" y="140"/>
                  </a:cubicBezTo>
                  <a:cubicBezTo>
                    <a:pt x="0" y="166"/>
                    <a:pt x="53" y="148"/>
                    <a:pt x="64" y="147"/>
                  </a:cubicBezTo>
                  <a:cubicBezTo>
                    <a:pt x="86" y="145"/>
                    <a:pt x="109" y="142"/>
                    <a:pt x="130" y="141"/>
                  </a:cubicBezTo>
                  <a:cubicBezTo>
                    <a:pt x="154" y="140"/>
                    <a:pt x="159" y="137"/>
                    <a:pt x="166" y="115"/>
                  </a:cubicBezTo>
                  <a:cubicBezTo>
                    <a:pt x="169" y="102"/>
                    <a:pt x="172" y="88"/>
                    <a:pt x="176" y="75"/>
                  </a:cubicBezTo>
                </a:path>
              </a:pathLst>
            </a:custGeom>
            <a:solidFill>
              <a:srgbClr val="E04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0" name="Freeform 78">
              <a:extLst>
                <a:ext uri="{FF2B5EF4-FFF2-40B4-BE49-F238E27FC236}">
                  <a16:creationId xmlns:a16="http://schemas.microsoft.com/office/drawing/2014/main" id="{2A21803E-30D3-4E07-BDA0-3CE1AE2FA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528"/>
              <a:ext cx="263" cy="183"/>
            </a:xfrm>
            <a:custGeom>
              <a:avLst/>
              <a:gdLst>
                <a:gd name="T0" fmla="*/ 0 w 176"/>
                <a:gd name="T1" fmla="*/ 270 h 122"/>
                <a:gd name="T2" fmla="*/ 60 w 176"/>
                <a:gd name="T3" fmla="*/ 255 h 122"/>
                <a:gd name="T4" fmla="*/ 157 w 176"/>
                <a:gd name="T5" fmla="*/ 149 h 122"/>
                <a:gd name="T6" fmla="*/ 235 w 176"/>
                <a:gd name="T7" fmla="*/ 27 h 122"/>
                <a:gd name="T8" fmla="*/ 480 w 176"/>
                <a:gd name="T9" fmla="*/ 66 h 122"/>
                <a:gd name="T10" fmla="*/ 324 w 176"/>
                <a:gd name="T11" fmla="*/ 188 h 122"/>
                <a:gd name="T12" fmla="*/ 487 w 176"/>
                <a:gd name="T13" fmla="*/ 345 h 122"/>
                <a:gd name="T14" fmla="*/ 230 w 176"/>
                <a:gd name="T15" fmla="*/ 383 h 122"/>
                <a:gd name="T16" fmla="*/ 6 w 176"/>
                <a:gd name="T17" fmla="*/ 282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6" h="122">
                  <a:moveTo>
                    <a:pt x="0" y="80"/>
                  </a:moveTo>
                  <a:cubicBezTo>
                    <a:pt x="2" y="79"/>
                    <a:pt x="12" y="77"/>
                    <a:pt x="18" y="75"/>
                  </a:cubicBezTo>
                  <a:cubicBezTo>
                    <a:pt x="34" y="70"/>
                    <a:pt x="39" y="59"/>
                    <a:pt x="47" y="44"/>
                  </a:cubicBezTo>
                  <a:cubicBezTo>
                    <a:pt x="53" y="34"/>
                    <a:pt x="60" y="15"/>
                    <a:pt x="70" y="8"/>
                  </a:cubicBezTo>
                  <a:cubicBezTo>
                    <a:pt x="81" y="0"/>
                    <a:pt x="145" y="3"/>
                    <a:pt x="144" y="19"/>
                  </a:cubicBezTo>
                  <a:cubicBezTo>
                    <a:pt x="132" y="24"/>
                    <a:pt x="70" y="24"/>
                    <a:pt x="97" y="55"/>
                  </a:cubicBezTo>
                  <a:cubicBezTo>
                    <a:pt x="112" y="72"/>
                    <a:pt x="176" y="71"/>
                    <a:pt x="146" y="102"/>
                  </a:cubicBezTo>
                  <a:cubicBezTo>
                    <a:pt x="126" y="122"/>
                    <a:pt x="97" y="116"/>
                    <a:pt x="69" y="113"/>
                  </a:cubicBezTo>
                  <a:cubicBezTo>
                    <a:pt x="41" y="110"/>
                    <a:pt x="21" y="104"/>
                    <a:pt x="2" y="83"/>
                  </a:cubicBezTo>
                </a:path>
              </a:pathLst>
            </a:custGeom>
            <a:solidFill>
              <a:srgbClr val="E04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1" name="Freeform 79">
              <a:extLst>
                <a:ext uri="{FF2B5EF4-FFF2-40B4-BE49-F238E27FC236}">
                  <a16:creationId xmlns:a16="http://schemas.microsoft.com/office/drawing/2014/main" id="{756E7C08-1536-4DA3-9D86-3C7A7A7FB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932"/>
              <a:ext cx="25" cy="57"/>
            </a:xfrm>
            <a:custGeom>
              <a:avLst/>
              <a:gdLst>
                <a:gd name="T0" fmla="*/ 22 w 17"/>
                <a:gd name="T1" fmla="*/ 129 h 38"/>
                <a:gd name="T2" fmla="*/ 15 w 17"/>
                <a:gd name="T3" fmla="*/ 62 h 38"/>
                <a:gd name="T4" fmla="*/ 54 w 17"/>
                <a:gd name="T5" fmla="*/ 80 h 38"/>
                <a:gd name="T6" fmla="*/ 15 w 17"/>
                <a:gd name="T7" fmla="*/ 12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8">
                  <a:moveTo>
                    <a:pt x="7" y="38"/>
                  </a:moveTo>
                  <a:cubicBezTo>
                    <a:pt x="6" y="31"/>
                    <a:pt x="5" y="25"/>
                    <a:pt x="5" y="18"/>
                  </a:cubicBezTo>
                  <a:cubicBezTo>
                    <a:pt x="10" y="18"/>
                    <a:pt x="14" y="20"/>
                    <a:pt x="17" y="23"/>
                  </a:cubicBezTo>
                  <a:cubicBezTo>
                    <a:pt x="5" y="0"/>
                    <a:pt x="0" y="23"/>
                    <a:pt x="5" y="38"/>
                  </a:cubicBezTo>
                </a:path>
              </a:pathLst>
            </a:custGeom>
            <a:solidFill>
              <a:srgbClr val="E48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2" name="Freeform 80">
              <a:extLst>
                <a:ext uri="{FF2B5EF4-FFF2-40B4-BE49-F238E27FC236}">
                  <a16:creationId xmlns:a16="http://schemas.microsoft.com/office/drawing/2014/main" id="{EFCC4F62-E6A7-451A-93ED-25D01B20A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929"/>
              <a:ext cx="16" cy="24"/>
            </a:xfrm>
            <a:custGeom>
              <a:avLst/>
              <a:gdLst>
                <a:gd name="T0" fmla="*/ 0 w 11"/>
                <a:gd name="T1" fmla="*/ 54 h 16"/>
                <a:gd name="T2" fmla="*/ 25 w 11"/>
                <a:gd name="T3" fmla="*/ 21 h 16"/>
                <a:gd name="T4" fmla="*/ 32 w 11"/>
                <a:gd name="T5" fmla="*/ 48 h 16"/>
                <a:gd name="T6" fmla="*/ 19 w 11"/>
                <a:gd name="T7" fmla="*/ 5 h 16"/>
                <a:gd name="T8" fmla="*/ 0 w 11"/>
                <a:gd name="T9" fmla="*/ 4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1" y="12"/>
                    <a:pt x="4" y="6"/>
                    <a:pt x="8" y="6"/>
                  </a:cubicBezTo>
                  <a:cubicBezTo>
                    <a:pt x="9" y="9"/>
                    <a:pt x="10" y="12"/>
                    <a:pt x="10" y="14"/>
                  </a:cubicBezTo>
                  <a:cubicBezTo>
                    <a:pt x="11" y="11"/>
                    <a:pt x="11" y="0"/>
                    <a:pt x="6" y="1"/>
                  </a:cubicBezTo>
                  <a:cubicBezTo>
                    <a:pt x="2" y="2"/>
                    <a:pt x="1" y="10"/>
                    <a:pt x="0" y="12"/>
                  </a:cubicBezTo>
                </a:path>
              </a:pathLst>
            </a:custGeom>
            <a:solidFill>
              <a:srgbClr val="E48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3" name="Freeform 81">
              <a:extLst>
                <a:ext uri="{FF2B5EF4-FFF2-40B4-BE49-F238E27FC236}">
                  <a16:creationId xmlns:a16="http://schemas.microsoft.com/office/drawing/2014/main" id="{EAB7A1D3-56F7-48AA-A993-72453814F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129"/>
              <a:ext cx="12" cy="18"/>
            </a:xfrm>
            <a:custGeom>
              <a:avLst/>
              <a:gdLst>
                <a:gd name="T0" fmla="*/ 27 w 8"/>
                <a:gd name="T1" fmla="*/ 0 h 12"/>
                <a:gd name="T2" fmla="*/ 14 w 8"/>
                <a:gd name="T3" fmla="*/ 41 h 12"/>
                <a:gd name="T4" fmla="*/ 21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4" y="2"/>
                    <a:pt x="1" y="8"/>
                    <a:pt x="4" y="12"/>
                  </a:cubicBezTo>
                  <a:cubicBezTo>
                    <a:pt x="1" y="7"/>
                    <a:pt x="0" y="1"/>
                    <a:pt x="6" y="0"/>
                  </a:cubicBezTo>
                </a:path>
              </a:pathLst>
            </a:custGeom>
            <a:solidFill>
              <a:srgbClr val="E48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4" name="Freeform 82">
              <a:extLst>
                <a:ext uri="{FF2B5EF4-FFF2-40B4-BE49-F238E27FC236}">
                  <a16:creationId xmlns:a16="http://schemas.microsoft.com/office/drawing/2014/main" id="{5E1F2D5E-40E5-48B9-8B47-D034B8185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146"/>
              <a:ext cx="27" cy="31"/>
            </a:xfrm>
            <a:custGeom>
              <a:avLst/>
              <a:gdLst>
                <a:gd name="T0" fmla="*/ 35 w 18"/>
                <a:gd name="T1" fmla="*/ 68 h 21"/>
                <a:gd name="T2" fmla="*/ 27 w 18"/>
                <a:gd name="T3" fmla="*/ 19 h 21"/>
                <a:gd name="T4" fmla="*/ 62 w 18"/>
                <a:gd name="T5" fmla="*/ 28 h 21"/>
                <a:gd name="T6" fmla="*/ 14 w 18"/>
                <a:gd name="T7" fmla="*/ 9 h 21"/>
                <a:gd name="T8" fmla="*/ 26 w 18"/>
                <a:gd name="T9" fmla="*/ 6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10" y="21"/>
                  </a:moveTo>
                  <a:cubicBezTo>
                    <a:pt x="9" y="16"/>
                    <a:pt x="6" y="11"/>
                    <a:pt x="8" y="6"/>
                  </a:cubicBezTo>
                  <a:cubicBezTo>
                    <a:pt x="13" y="5"/>
                    <a:pt x="14" y="7"/>
                    <a:pt x="18" y="9"/>
                  </a:cubicBezTo>
                  <a:cubicBezTo>
                    <a:pt x="15" y="7"/>
                    <a:pt x="8" y="0"/>
                    <a:pt x="4" y="3"/>
                  </a:cubicBezTo>
                  <a:cubicBezTo>
                    <a:pt x="0" y="5"/>
                    <a:pt x="4" y="16"/>
                    <a:pt x="7" y="19"/>
                  </a:cubicBezTo>
                </a:path>
              </a:pathLst>
            </a:custGeom>
            <a:solidFill>
              <a:srgbClr val="E48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5" name="Freeform 83">
              <a:extLst>
                <a:ext uri="{FF2B5EF4-FFF2-40B4-BE49-F238E27FC236}">
                  <a16:creationId xmlns:a16="http://schemas.microsoft.com/office/drawing/2014/main" id="{3C67C032-A290-4D32-B620-25DC67AAC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262"/>
              <a:ext cx="22" cy="27"/>
            </a:xfrm>
            <a:custGeom>
              <a:avLst/>
              <a:gdLst>
                <a:gd name="T0" fmla="*/ 26 w 15"/>
                <a:gd name="T1" fmla="*/ 0 h 18"/>
                <a:gd name="T2" fmla="*/ 19 w 15"/>
                <a:gd name="T3" fmla="*/ 32 h 18"/>
                <a:gd name="T4" fmla="*/ 47 w 15"/>
                <a:gd name="T5" fmla="*/ 39 h 18"/>
                <a:gd name="T6" fmla="*/ 6 w 15"/>
                <a:gd name="T7" fmla="*/ 45 h 18"/>
                <a:gd name="T8" fmla="*/ 19 w 15"/>
                <a:gd name="T9" fmla="*/ 5 h 18"/>
                <a:gd name="T10" fmla="*/ 22 w 15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8">
                  <a:moveTo>
                    <a:pt x="8" y="0"/>
                  </a:moveTo>
                  <a:cubicBezTo>
                    <a:pt x="7" y="1"/>
                    <a:pt x="5" y="7"/>
                    <a:pt x="6" y="9"/>
                  </a:cubicBezTo>
                  <a:cubicBezTo>
                    <a:pt x="7" y="14"/>
                    <a:pt x="11" y="11"/>
                    <a:pt x="15" y="11"/>
                  </a:cubicBezTo>
                  <a:cubicBezTo>
                    <a:pt x="12" y="12"/>
                    <a:pt x="6" y="18"/>
                    <a:pt x="2" y="13"/>
                  </a:cubicBezTo>
                  <a:cubicBezTo>
                    <a:pt x="0" y="10"/>
                    <a:pt x="5" y="4"/>
                    <a:pt x="6" y="1"/>
                  </a:cubicBezTo>
                  <a:cubicBezTo>
                    <a:pt x="7" y="1"/>
                    <a:pt x="7" y="0"/>
                    <a:pt x="7" y="0"/>
                  </a:cubicBezTo>
                </a:path>
              </a:pathLst>
            </a:custGeom>
            <a:solidFill>
              <a:srgbClr val="E48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6" name="Freeform 84">
              <a:extLst>
                <a:ext uri="{FF2B5EF4-FFF2-40B4-BE49-F238E27FC236}">
                  <a16:creationId xmlns:a16="http://schemas.microsoft.com/office/drawing/2014/main" id="{2E1E50D3-FAD3-4980-A040-5D84FCDF6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679"/>
              <a:ext cx="19" cy="24"/>
            </a:xfrm>
            <a:custGeom>
              <a:avLst/>
              <a:gdLst>
                <a:gd name="T0" fmla="*/ 0 w 13"/>
                <a:gd name="T1" fmla="*/ 48 h 16"/>
                <a:gd name="T2" fmla="*/ 19 w 13"/>
                <a:gd name="T3" fmla="*/ 26 h 16"/>
                <a:gd name="T4" fmla="*/ 41 w 13"/>
                <a:gd name="T5" fmla="*/ 54 h 16"/>
                <a:gd name="T6" fmla="*/ 19 w 13"/>
                <a:gd name="T7" fmla="*/ 5 h 16"/>
                <a:gd name="T8" fmla="*/ 0 w 13"/>
                <a:gd name="T9" fmla="*/ 3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14"/>
                  </a:moveTo>
                  <a:cubicBezTo>
                    <a:pt x="2" y="11"/>
                    <a:pt x="2" y="5"/>
                    <a:pt x="6" y="7"/>
                  </a:cubicBezTo>
                  <a:cubicBezTo>
                    <a:pt x="9" y="7"/>
                    <a:pt x="12" y="14"/>
                    <a:pt x="13" y="16"/>
                  </a:cubicBezTo>
                  <a:cubicBezTo>
                    <a:pt x="13" y="14"/>
                    <a:pt x="9" y="1"/>
                    <a:pt x="6" y="1"/>
                  </a:cubicBezTo>
                  <a:cubicBezTo>
                    <a:pt x="2" y="0"/>
                    <a:pt x="1" y="8"/>
                    <a:pt x="0" y="11"/>
                  </a:cubicBezTo>
                </a:path>
              </a:pathLst>
            </a:custGeom>
            <a:solidFill>
              <a:srgbClr val="E48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7" name="Freeform 85">
              <a:extLst>
                <a:ext uri="{FF2B5EF4-FFF2-40B4-BE49-F238E27FC236}">
                  <a16:creationId xmlns:a16="http://schemas.microsoft.com/office/drawing/2014/main" id="{067F9A02-1F06-4FB3-866C-452873FC3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781"/>
              <a:ext cx="37" cy="31"/>
            </a:xfrm>
            <a:custGeom>
              <a:avLst/>
              <a:gdLst>
                <a:gd name="T0" fmla="*/ 1 w 25"/>
                <a:gd name="T1" fmla="*/ 0 h 21"/>
                <a:gd name="T2" fmla="*/ 33 w 25"/>
                <a:gd name="T3" fmla="*/ 52 h 21"/>
                <a:gd name="T4" fmla="*/ 55 w 25"/>
                <a:gd name="T5" fmla="*/ 65 h 21"/>
                <a:gd name="T6" fmla="*/ 81 w 25"/>
                <a:gd name="T7" fmla="*/ 68 h 21"/>
                <a:gd name="T8" fmla="*/ 6 w 25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1" y="0"/>
                  </a:moveTo>
                  <a:cubicBezTo>
                    <a:pt x="0" y="4"/>
                    <a:pt x="6" y="13"/>
                    <a:pt x="10" y="16"/>
                  </a:cubicBezTo>
                  <a:cubicBezTo>
                    <a:pt x="12" y="17"/>
                    <a:pt x="15" y="19"/>
                    <a:pt x="17" y="20"/>
                  </a:cubicBezTo>
                  <a:cubicBezTo>
                    <a:pt x="20" y="21"/>
                    <a:pt x="23" y="21"/>
                    <a:pt x="25" y="21"/>
                  </a:cubicBezTo>
                  <a:cubicBezTo>
                    <a:pt x="17" y="21"/>
                    <a:pt x="4" y="9"/>
                    <a:pt x="2" y="1"/>
                  </a:cubicBezTo>
                </a:path>
              </a:pathLst>
            </a:custGeom>
            <a:solidFill>
              <a:srgbClr val="E48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8" name="Freeform 86">
              <a:extLst>
                <a:ext uri="{FF2B5EF4-FFF2-40B4-BE49-F238E27FC236}">
                  <a16:creationId xmlns:a16="http://schemas.microsoft.com/office/drawing/2014/main" id="{9864FA5C-FD22-4250-AB6A-4247708D6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585"/>
              <a:ext cx="18" cy="17"/>
            </a:xfrm>
            <a:custGeom>
              <a:avLst/>
              <a:gdLst>
                <a:gd name="T0" fmla="*/ 41 w 12"/>
                <a:gd name="T1" fmla="*/ 8 h 11"/>
                <a:gd name="T2" fmla="*/ 21 w 12"/>
                <a:gd name="T3" fmla="*/ 14 h 11"/>
                <a:gd name="T4" fmla="*/ 39 w 12"/>
                <a:gd name="T5" fmla="*/ 40 h 11"/>
                <a:gd name="T6" fmla="*/ 5 w 12"/>
                <a:gd name="T7" fmla="*/ 12 h 11"/>
                <a:gd name="T8" fmla="*/ 39 w 12"/>
                <a:gd name="T9" fmla="*/ 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2" y="2"/>
                  </a:moveTo>
                  <a:cubicBezTo>
                    <a:pt x="10" y="1"/>
                    <a:pt x="7" y="0"/>
                    <a:pt x="6" y="4"/>
                  </a:cubicBezTo>
                  <a:cubicBezTo>
                    <a:pt x="5" y="7"/>
                    <a:pt x="9" y="9"/>
                    <a:pt x="11" y="11"/>
                  </a:cubicBezTo>
                  <a:cubicBezTo>
                    <a:pt x="8" y="10"/>
                    <a:pt x="0" y="7"/>
                    <a:pt x="1" y="3"/>
                  </a:cubicBezTo>
                  <a:cubicBezTo>
                    <a:pt x="2" y="0"/>
                    <a:pt x="9" y="1"/>
                    <a:pt x="11" y="2"/>
                  </a:cubicBezTo>
                </a:path>
              </a:pathLst>
            </a:custGeom>
            <a:solidFill>
              <a:srgbClr val="E48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9" name="Freeform 87">
              <a:extLst>
                <a:ext uri="{FF2B5EF4-FFF2-40B4-BE49-F238E27FC236}">
                  <a16:creationId xmlns:a16="http://schemas.microsoft.com/office/drawing/2014/main" id="{E0037BE4-E960-4C80-984D-649F5D0AC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663"/>
              <a:ext cx="15" cy="28"/>
            </a:xfrm>
            <a:custGeom>
              <a:avLst/>
              <a:gdLst>
                <a:gd name="T0" fmla="*/ 35 w 10"/>
                <a:gd name="T1" fmla="*/ 1 h 19"/>
                <a:gd name="T2" fmla="*/ 26 w 10"/>
                <a:gd name="T3" fmla="*/ 60 h 19"/>
                <a:gd name="T4" fmla="*/ 35 w 1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10" y="1"/>
                  </a:moveTo>
                  <a:cubicBezTo>
                    <a:pt x="5" y="4"/>
                    <a:pt x="4" y="13"/>
                    <a:pt x="7" y="19"/>
                  </a:cubicBezTo>
                  <a:cubicBezTo>
                    <a:pt x="0" y="12"/>
                    <a:pt x="3" y="5"/>
                    <a:pt x="10" y="0"/>
                  </a:cubicBezTo>
                </a:path>
              </a:pathLst>
            </a:custGeom>
            <a:solidFill>
              <a:srgbClr val="E48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0" name="Freeform 88">
              <a:extLst>
                <a:ext uri="{FF2B5EF4-FFF2-40B4-BE49-F238E27FC236}">
                  <a16:creationId xmlns:a16="http://schemas.microsoft.com/office/drawing/2014/main" id="{2731FCB9-1FE9-4C8F-AA59-B4C3CE2FA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522"/>
              <a:ext cx="21" cy="24"/>
            </a:xfrm>
            <a:custGeom>
              <a:avLst/>
              <a:gdLst>
                <a:gd name="T0" fmla="*/ 18 w 14"/>
                <a:gd name="T1" fmla="*/ 54 h 16"/>
                <a:gd name="T2" fmla="*/ 8 w 14"/>
                <a:gd name="T3" fmla="*/ 26 h 16"/>
                <a:gd name="T4" fmla="*/ 48 w 14"/>
                <a:gd name="T5" fmla="*/ 39 h 16"/>
                <a:gd name="T6" fmla="*/ 8 w 14"/>
                <a:gd name="T7" fmla="*/ 14 h 16"/>
                <a:gd name="T8" fmla="*/ 8 w 14"/>
                <a:gd name="T9" fmla="*/ 4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5" y="16"/>
                  </a:moveTo>
                  <a:cubicBezTo>
                    <a:pt x="2" y="13"/>
                    <a:pt x="2" y="10"/>
                    <a:pt x="2" y="7"/>
                  </a:cubicBezTo>
                  <a:cubicBezTo>
                    <a:pt x="7" y="5"/>
                    <a:pt x="11" y="8"/>
                    <a:pt x="14" y="11"/>
                  </a:cubicBezTo>
                  <a:cubicBezTo>
                    <a:pt x="10" y="8"/>
                    <a:pt x="8" y="0"/>
                    <a:pt x="2" y="4"/>
                  </a:cubicBezTo>
                  <a:cubicBezTo>
                    <a:pt x="0" y="7"/>
                    <a:pt x="1" y="11"/>
                    <a:pt x="2" y="14"/>
                  </a:cubicBezTo>
                </a:path>
              </a:pathLst>
            </a:custGeom>
            <a:solidFill>
              <a:srgbClr val="E48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1" name="Freeform 89">
              <a:extLst>
                <a:ext uri="{FF2B5EF4-FFF2-40B4-BE49-F238E27FC236}">
                  <a16:creationId xmlns:a16="http://schemas.microsoft.com/office/drawing/2014/main" id="{07F92B7F-2F07-4BB9-B1C8-B0D98E53C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361"/>
              <a:ext cx="45" cy="40"/>
            </a:xfrm>
            <a:custGeom>
              <a:avLst/>
              <a:gdLst>
                <a:gd name="T0" fmla="*/ 66 w 30"/>
                <a:gd name="T1" fmla="*/ 87 h 27"/>
                <a:gd name="T2" fmla="*/ 53 w 30"/>
                <a:gd name="T3" fmla="*/ 33 h 27"/>
                <a:gd name="T4" fmla="*/ 102 w 30"/>
                <a:gd name="T5" fmla="*/ 46 h 27"/>
                <a:gd name="T6" fmla="*/ 26 w 30"/>
                <a:gd name="T7" fmla="*/ 15 h 27"/>
                <a:gd name="T8" fmla="*/ 62 w 30"/>
                <a:gd name="T9" fmla="*/ 8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7">
                  <a:moveTo>
                    <a:pt x="19" y="27"/>
                  </a:moveTo>
                  <a:cubicBezTo>
                    <a:pt x="15" y="23"/>
                    <a:pt x="9" y="14"/>
                    <a:pt x="15" y="10"/>
                  </a:cubicBezTo>
                  <a:cubicBezTo>
                    <a:pt x="20" y="8"/>
                    <a:pt x="26" y="12"/>
                    <a:pt x="30" y="14"/>
                  </a:cubicBezTo>
                  <a:cubicBezTo>
                    <a:pt x="25" y="12"/>
                    <a:pt x="13" y="0"/>
                    <a:pt x="7" y="5"/>
                  </a:cubicBezTo>
                  <a:cubicBezTo>
                    <a:pt x="0" y="11"/>
                    <a:pt x="16" y="23"/>
                    <a:pt x="18" y="27"/>
                  </a:cubicBezTo>
                </a:path>
              </a:pathLst>
            </a:custGeom>
            <a:solidFill>
              <a:srgbClr val="E48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2" name="Freeform 90">
              <a:extLst>
                <a:ext uri="{FF2B5EF4-FFF2-40B4-BE49-F238E27FC236}">
                  <a16:creationId xmlns:a16="http://schemas.microsoft.com/office/drawing/2014/main" id="{B16B6CFE-77A5-4B6F-AF8A-9207FAC6B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1229"/>
              <a:ext cx="31" cy="41"/>
            </a:xfrm>
            <a:custGeom>
              <a:avLst/>
              <a:gdLst>
                <a:gd name="T0" fmla="*/ 0 w 21"/>
                <a:gd name="T1" fmla="*/ 0 h 27"/>
                <a:gd name="T2" fmla="*/ 68 w 21"/>
                <a:gd name="T3" fmla="*/ 62 h 27"/>
                <a:gd name="T4" fmla="*/ 1 w 21"/>
                <a:gd name="T5" fmla="*/ 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0" y="0"/>
                  </a:moveTo>
                  <a:cubicBezTo>
                    <a:pt x="4" y="9"/>
                    <a:pt x="7" y="27"/>
                    <a:pt x="21" y="18"/>
                  </a:cubicBezTo>
                  <a:cubicBezTo>
                    <a:pt x="9" y="16"/>
                    <a:pt x="8" y="10"/>
                    <a:pt x="1" y="2"/>
                  </a:cubicBezTo>
                </a:path>
              </a:pathLst>
            </a:custGeom>
            <a:solidFill>
              <a:srgbClr val="E48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3" name="Freeform 91">
              <a:extLst>
                <a:ext uri="{FF2B5EF4-FFF2-40B4-BE49-F238E27FC236}">
                  <a16:creationId xmlns:a16="http://schemas.microsoft.com/office/drawing/2014/main" id="{3409A630-594B-4CA6-95EC-2928365F7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131"/>
              <a:ext cx="57" cy="64"/>
            </a:xfrm>
            <a:custGeom>
              <a:avLst/>
              <a:gdLst>
                <a:gd name="T0" fmla="*/ 0 w 38"/>
                <a:gd name="T1" fmla="*/ 109 h 43"/>
                <a:gd name="T2" fmla="*/ 72 w 38"/>
                <a:gd name="T3" fmla="*/ 46 h 43"/>
                <a:gd name="T4" fmla="*/ 99 w 38"/>
                <a:gd name="T5" fmla="*/ 141 h 43"/>
                <a:gd name="T6" fmla="*/ 93 w 38"/>
                <a:gd name="T7" fmla="*/ 15 h 43"/>
                <a:gd name="T8" fmla="*/ 0 w 38"/>
                <a:gd name="T9" fmla="*/ 9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3">
                  <a:moveTo>
                    <a:pt x="0" y="33"/>
                  </a:moveTo>
                  <a:cubicBezTo>
                    <a:pt x="6" y="31"/>
                    <a:pt x="13" y="13"/>
                    <a:pt x="21" y="14"/>
                  </a:cubicBezTo>
                  <a:cubicBezTo>
                    <a:pt x="30" y="15"/>
                    <a:pt x="28" y="37"/>
                    <a:pt x="29" y="43"/>
                  </a:cubicBezTo>
                  <a:cubicBezTo>
                    <a:pt x="32" y="35"/>
                    <a:pt x="38" y="10"/>
                    <a:pt x="27" y="5"/>
                  </a:cubicBezTo>
                  <a:cubicBezTo>
                    <a:pt x="16" y="0"/>
                    <a:pt x="6" y="23"/>
                    <a:pt x="0" y="28"/>
                  </a:cubicBezTo>
                </a:path>
              </a:pathLst>
            </a:custGeom>
            <a:solidFill>
              <a:srgbClr val="44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4" name="Freeform 92">
              <a:extLst>
                <a:ext uri="{FF2B5EF4-FFF2-40B4-BE49-F238E27FC236}">
                  <a16:creationId xmlns:a16="http://schemas.microsoft.com/office/drawing/2014/main" id="{56FE8D3F-8BC6-419F-91B7-26D911655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310"/>
              <a:ext cx="51" cy="88"/>
            </a:xfrm>
            <a:custGeom>
              <a:avLst/>
              <a:gdLst>
                <a:gd name="T0" fmla="*/ 32 w 34"/>
                <a:gd name="T1" fmla="*/ 0 h 59"/>
                <a:gd name="T2" fmla="*/ 59 w 34"/>
                <a:gd name="T3" fmla="*/ 140 h 59"/>
                <a:gd name="T4" fmla="*/ 93 w 34"/>
                <a:gd name="T5" fmla="*/ 69 h 59"/>
                <a:gd name="T6" fmla="*/ 116 w 34"/>
                <a:gd name="T7" fmla="*/ 9 h 59"/>
                <a:gd name="T8" fmla="*/ 27 w 34"/>
                <a:gd name="T9" fmla="*/ 195 h 59"/>
                <a:gd name="T10" fmla="*/ 45 w 34"/>
                <a:gd name="T11" fmla="*/ 13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9">
                  <a:moveTo>
                    <a:pt x="9" y="0"/>
                  </a:moveTo>
                  <a:cubicBezTo>
                    <a:pt x="10" y="5"/>
                    <a:pt x="4" y="51"/>
                    <a:pt x="17" y="42"/>
                  </a:cubicBezTo>
                  <a:cubicBezTo>
                    <a:pt x="20" y="40"/>
                    <a:pt x="25" y="25"/>
                    <a:pt x="27" y="21"/>
                  </a:cubicBezTo>
                  <a:cubicBezTo>
                    <a:pt x="29" y="15"/>
                    <a:pt x="29" y="7"/>
                    <a:pt x="34" y="3"/>
                  </a:cubicBezTo>
                  <a:cubicBezTo>
                    <a:pt x="29" y="18"/>
                    <a:pt x="31" y="59"/>
                    <a:pt x="8" y="59"/>
                  </a:cubicBezTo>
                  <a:cubicBezTo>
                    <a:pt x="0" y="41"/>
                    <a:pt x="12" y="22"/>
                    <a:pt x="13" y="4"/>
                  </a:cubicBezTo>
                </a:path>
              </a:pathLst>
            </a:custGeom>
            <a:solidFill>
              <a:srgbClr val="44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5" name="Freeform 93">
              <a:extLst>
                <a:ext uri="{FF2B5EF4-FFF2-40B4-BE49-F238E27FC236}">
                  <a16:creationId xmlns:a16="http://schemas.microsoft.com/office/drawing/2014/main" id="{8955D065-1514-4D12-B5F4-789493442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099"/>
              <a:ext cx="66" cy="65"/>
            </a:xfrm>
            <a:custGeom>
              <a:avLst/>
              <a:gdLst>
                <a:gd name="T0" fmla="*/ 0 w 44"/>
                <a:gd name="T1" fmla="*/ 86 h 43"/>
                <a:gd name="T2" fmla="*/ 81 w 44"/>
                <a:gd name="T3" fmla="*/ 62 h 43"/>
                <a:gd name="T4" fmla="*/ 35 w 44"/>
                <a:gd name="T5" fmla="*/ 148 h 43"/>
                <a:gd name="T6" fmla="*/ 120 w 44"/>
                <a:gd name="T7" fmla="*/ 35 h 43"/>
                <a:gd name="T8" fmla="*/ 12 w 44"/>
                <a:gd name="T9" fmla="*/ 8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3">
                  <a:moveTo>
                    <a:pt x="0" y="25"/>
                  </a:moveTo>
                  <a:cubicBezTo>
                    <a:pt x="6" y="19"/>
                    <a:pt x="16" y="17"/>
                    <a:pt x="24" y="18"/>
                  </a:cubicBezTo>
                  <a:cubicBezTo>
                    <a:pt x="23" y="28"/>
                    <a:pt x="16" y="36"/>
                    <a:pt x="10" y="43"/>
                  </a:cubicBezTo>
                  <a:cubicBezTo>
                    <a:pt x="14" y="36"/>
                    <a:pt x="44" y="23"/>
                    <a:pt x="35" y="10"/>
                  </a:cubicBezTo>
                  <a:cubicBezTo>
                    <a:pt x="27" y="0"/>
                    <a:pt x="8" y="18"/>
                    <a:pt x="3" y="23"/>
                  </a:cubicBezTo>
                </a:path>
              </a:pathLst>
            </a:custGeom>
            <a:solidFill>
              <a:srgbClr val="44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6" name="Freeform 94">
              <a:extLst>
                <a:ext uri="{FF2B5EF4-FFF2-40B4-BE49-F238E27FC236}">
                  <a16:creationId xmlns:a16="http://schemas.microsoft.com/office/drawing/2014/main" id="{4D6ECFDB-E196-4085-A8C2-36C0E1B56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93"/>
              <a:ext cx="69" cy="64"/>
            </a:xfrm>
            <a:custGeom>
              <a:avLst/>
              <a:gdLst>
                <a:gd name="T0" fmla="*/ 0 w 46"/>
                <a:gd name="T1" fmla="*/ 73 h 43"/>
                <a:gd name="T2" fmla="*/ 95 w 46"/>
                <a:gd name="T3" fmla="*/ 63 h 43"/>
                <a:gd name="T4" fmla="*/ 14 w 46"/>
                <a:gd name="T5" fmla="*/ 141 h 43"/>
                <a:gd name="T6" fmla="*/ 129 w 46"/>
                <a:gd name="T7" fmla="*/ 42 h 43"/>
                <a:gd name="T8" fmla="*/ 8 w 46"/>
                <a:gd name="T9" fmla="*/ 6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3">
                  <a:moveTo>
                    <a:pt x="0" y="22"/>
                  </a:moveTo>
                  <a:cubicBezTo>
                    <a:pt x="4" y="26"/>
                    <a:pt x="21" y="18"/>
                    <a:pt x="28" y="19"/>
                  </a:cubicBezTo>
                  <a:cubicBezTo>
                    <a:pt x="29" y="31"/>
                    <a:pt x="11" y="36"/>
                    <a:pt x="4" y="43"/>
                  </a:cubicBezTo>
                  <a:cubicBezTo>
                    <a:pt x="13" y="40"/>
                    <a:pt x="46" y="26"/>
                    <a:pt x="38" y="13"/>
                  </a:cubicBezTo>
                  <a:cubicBezTo>
                    <a:pt x="29" y="0"/>
                    <a:pt x="11" y="15"/>
                    <a:pt x="2" y="19"/>
                  </a:cubicBezTo>
                </a:path>
              </a:pathLst>
            </a:custGeom>
            <a:solidFill>
              <a:srgbClr val="44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7" name="Freeform 95">
              <a:extLst>
                <a:ext uri="{FF2B5EF4-FFF2-40B4-BE49-F238E27FC236}">
                  <a16:creationId xmlns:a16="http://schemas.microsoft.com/office/drawing/2014/main" id="{45C4B273-8FA2-4C01-A2F2-8CDE12F63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448"/>
              <a:ext cx="83" cy="86"/>
            </a:xfrm>
            <a:custGeom>
              <a:avLst/>
              <a:gdLst>
                <a:gd name="T0" fmla="*/ 9 w 56"/>
                <a:gd name="T1" fmla="*/ 59 h 58"/>
                <a:gd name="T2" fmla="*/ 1 w 56"/>
                <a:gd name="T3" fmla="*/ 65 h 58"/>
                <a:gd name="T4" fmla="*/ 96 w 56"/>
                <a:gd name="T5" fmla="*/ 114 h 58"/>
                <a:gd name="T6" fmla="*/ 40 w 56"/>
                <a:gd name="T7" fmla="*/ 0 h 58"/>
                <a:gd name="T8" fmla="*/ 122 w 56"/>
                <a:gd name="T9" fmla="*/ 150 h 58"/>
                <a:gd name="T10" fmla="*/ 9 w 56"/>
                <a:gd name="T11" fmla="*/ 74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8">
                  <a:moveTo>
                    <a:pt x="3" y="18"/>
                  </a:moveTo>
                  <a:cubicBezTo>
                    <a:pt x="2" y="19"/>
                    <a:pt x="0" y="18"/>
                    <a:pt x="1" y="20"/>
                  </a:cubicBezTo>
                  <a:cubicBezTo>
                    <a:pt x="15" y="15"/>
                    <a:pt x="19" y="31"/>
                    <a:pt x="30" y="35"/>
                  </a:cubicBezTo>
                  <a:cubicBezTo>
                    <a:pt x="35" y="23"/>
                    <a:pt x="19" y="8"/>
                    <a:pt x="12" y="0"/>
                  </a:cubicBezTo>
                  <a:cubicBezTo>
                    <a:pt x="25" y="4"/>
                    <a:pt x="56" y="33"/>
                    <a:pt x="37" y="46"/>
                  </a:cubicBezTo>
                  <a:cubicBezTo>
                    <a:pt x="19" y="58"/>
                    <a:pt x="15" y="26"/>
                    <a:pt x="3" y="23"/>
                  </a:cubicBezTo>
                </a:path>
              </a:pathLst>
            </a:custGeom>
            <a:solidFill>
              <a:srgbClr val="44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8" name="Freeform 96">
              <a:extLst>
                <a:ext uri="{FF2B5EF4-FFF2-40B4-BE49-F238E27FC236}">
                  <a16:creationId xmlns:a16="http://schemas.microsoft.com/office/drawing/2014/main" id="{D263D80C-56F7-408B-AE16-D45452DA5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101"/>
              <a:ext cx="538" cy="534"/>
            </a:xfrm>
            <a:custGeom>
              <a:avLst/>
              <a:gdLst>
                <a:gd name="T0" fmla="*/ 1148 w 360"/>
                <a:gd name="T1" fmla="*/ 157 h 357"/>
                <a:gd name="T2" fmla="*/ 1106 w 360"/>
                <a:gd name="T3" fmla="*/ 1 h 357"/>
                <a:gd name="T4" fmla="*/ 855 w 360"/>
                <a:gd name="T5" fmla="*/ 60 h 357"/>
                <a:gd name="T6" fmla="*/ 641 w 360"/>
                <a:gd name="T7" fmla="*/ 130 h 357"/>
                <a:gd name="T8" fmla="*/ 595 w 360"/>
                <a:gd name="T9" fmla="*/ 298 h 357"/>
                <a:gd name="T10" fmla="*/ 478 w 360"/>
                <a:gd name="T11" fmla="*/ 432 h 357"/>
                <a:gd name="T12" fmla="*/ 235 w 360"/>
                <a:gd name="T13" fmla="*/ 579 h 357"/>
                <a:gd name="T14" fmla="*/ 167 w 360"/>
                <a:gd name="T15" fmla="*/ 640 h 357"/>
                <a:gd name="T16" fmla="*/ 214 w 360"/>
                <a:gd name="T17" fmla="*/ 740 h 357"/>
                <a:gd name="T18" fmla="*/ 290 w 360"/>
                <a:gd name="T19" fmla="*/ 960 h 357"/>
                <a:gd name="T20" fmla="*/ 127 w 360"/>
                <a:gd name="T21" fmla="*/ 971 h 357"/>
                <a:gd name="T22" fmla="*/ 28 w 360"/>
                <a:gd name="T23" fmla="*/ 1011 h 357"/>
                <a:gd name="T24" fmla="*/ 135 w 360"/>
                <a:gd name="T25" fmla="*/ 1152 h 357"/>
                <a:gd name="T26" fmla="*/ 393 w 360"/>
                <a:gd name="T27" fmla="*/ 1188 h 357"/>
                <a:gd name="T28" fmla="*/ 592 w 360"/>
                <a:gd name="T29" fmla="*/ 1105 h 357"/>
                <a:gd name="T30" fmla="*/ 741 w 360"/>
                <a:gd name="T31" fmla="*/ 938 h 357"/>
                <a:gd name="T32" fmla="*/ 728 w 360"/>
                <a:gd name="T33" fmla="*/ 722 h 357"/>
                <a:gd name="T34" fmla="*/ 749 w 360"/>
                <a:gd name="T35" fmla="*/ 547 h 357"/>
                <a:gd name="T36" fmla="*/ 889 w 360"/>
                <a:gd name="T37" fmla="*/ 420 h 357"/>
                <a:gd name="T38" fmla="*/ 998 w 360"/>
                <a:gd name="T39" fmla="*/ 329 h 357"/>
                <a:gd name="T40" fmla="*/ 1048 w 360"/>
                <a:gd name="T41" fmla="*/ 257 h 357"/>
                <a:gd name="T42" fmla="*/ 1088 w 360"/>
                <a:gd name="T43" fmla="*/ 194 h 357"/>
                <a:gd name="T44" fmla="*/ 1125 w 360"/>
                <a:gd name="T45" fmla="*/ 171 h 357"/>
                <a:gd name="T46" fmla="*/ 1152 w 360"/>
                <a:gd name="T47" fmla="*/ 144 h 35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0" h="357">
                  <a:moveTo>
                    <a:pt x="344" y="47"/>
                  </a:moveTo>
                  <a:cubicBezTo>
                    <a:pt x="360" y="28"/>
                    <a:pt x="358" y="2"/>
                    <a:pt x="331" y="1"/>
                  </a:cubicBezTo>
                  <a:cubicBezTo>
                    <a:pt x="304" y="0"/>
                    <a:pt x="281" y="12"/>
                    <a:pt x="256" y="18"/>
                  </a:cubicBezTo>
                  <a:cubicBezTo>
                    <a:pt x="236" y="23"/>
                    <a:pt x="203" y="16"/>
                    <a:pt x="192" y="39"/>
                  </a:cubicBezTo>
                  <a:cubicBezTo>
                    <a:pt x="185" y="55"/>
                    <a:pt x="185" y="73"/>
                    <a:pt x="178" y="89"/>
                  </a:cubicBezTo>
                  <a:cubicBezTo>
                    <a:pt x="171" y="106"/>
                    <a:pt x="159" y="120"/>
                    <a:pt x="143" y="129"/>
                  </a:cubicBezTo>
                  <a:cubicBezTo>
                    <a:pt x="119" y="144"/>
                    <a:pt x="94" y="158"/>
                    <a:pt x="70" y="173"/>
                  </a:cubicBezTo>
                  <a:cubicBezTo>
                    <a:pt x="64" y="177"/>
                    <a:pt x="52" y="183"/>
                    <a:pt x="50" y="191"/>
                  </a:cubicBezTo>
                  <a:cubicBezTo>
                    <a:pt x="49" y="199"/>
                    <a:pt x="60" y="214"/>
                    <a:pt x="64" y="221"/>
                  </a:cubicBezTo>
                  <a:cubicBezTo>
                    <a:pt x="79" y="241"/>
                    <a:pt x="102" y="260"/>
                    <a:pt x="87" y="287"/>
                  </a:cubicBezTo>
                  <a:cubicBezTo>
                    <a:pt x="75" y="308"/>
                    <a:pt x="56" y="291"/>
                    <a:pt x="38" y="290"/>
                  </a:cubicBezTo>
                  <a:cubicBezTo>
                    <a:pt x="25" y="289"/>
                    <a:pt x="16" y="288"/>
                    <a:pt x="9" y="302"/>
                  </a:cubicBezTo>
                  <a:cubicBezTo>
                    <a:pt x="0" y="322"/>
                    <a:pt x="21" y="341"/>
                    <a:pt x="40" y="344"/>
                  </a:cubicBezTo>
                  <a:cubicBezTo>
                    <a:pt x="65" y="347"/>
                    <a:pt x="92" y="357"/>
                    <a:pt x="118" y="355"/>
                  </a:cubicBezTo>
                  <a:cubicBezTo>
                    <a:pt x="140" y="353"/>
                    <a:pt x="159" y="342"/>
                    <a:pt x="177" y="330"/>
                  </a:cubicBezTo>
                  <a:cubicBezTo>
                    <a:pt x="194" y="319"/>
                    <a:pt x="216" y="301"/>
                    <a:pt x="222" y="280"/>
                  </a:cubicBezTo>
                  <a:cubicBezTo>
                    <a:pt x="227" y="261"/>
                    <a:pt x="224" y="234"/>
                    <a:pt x="218" y="216"/>
                  </a:cubicBezTo>
                  <a:cubicBezTo>
                    <a:pt x="212" y="197"/>
                    <a:pt x="214" y="181"/>
                    <a:pt x="224" y="164"/>
                  </a:cubicBezTo>
                  <a:cubicBezTo>
                    <a:pt x="235" y="144"/>
                    <a:pt x="247" y="136"/>
                    <a:pt x="266" y="126"/>
                  </a:cubicBezTo>
                  <a:cubicBezTo>
                    <a:pt x="278" y="120"/>
                    <a:pt x="289" y="107"/>
                    <a:pt x="299" y="98"/>
                  </a:cubicBezTo>
                  <a:cubicBezTo>
                    <a:pt x="306" y="91"/>
                    <a:pt x="310" y="86"/>
                    <a:pt x="314" y="77"/>
                  </a:cubicBezTo>
                  <a:cubicBezTo>
                    <a:pt x="317" y="69"/>
                    <a:pt x="320" y="63"/>
                    <a:pt x="326" y="58"/>
                  </a:cubicBezTo>
                  <a:cubicBezTo>
                    <a:pt x="330" y="55"/>
                    <a:pt x="335" y="55"/>
                    <a:pt x="337" y="51"/>
                  </a:cubicBezTo>
                  <a:cubicBezTo>
                    <a:pt x="341" y="50"/>
                    <a:pt x="345" y="45"/>
                    <a:pt x="345" y="43"/>
                  </a:cubicBezTo>
                </a:path>
              </a:pathLst>
            </a:custGeom>
            <a:solidFill>
              <a:srgbClr val="3A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9" name="Freeform 97">
              <a:extLst>
                <a:ext uri="{FF2B5EF4-FFF2-40B4-BE49-F238E27FC236}">
                  <a16:creationId xmlns:a16="http://schemas.microsoft.com/office/drawing/2014/main" id="{364BD747-474F-4C5B-A732-34346BF4E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077"/>
              <a:ext cx="178" cy="127"/>
            </a:xfrm>
            <a:custGeom>
              <a:avLst/>
              <a:gdLst>
                <a:gd name="T0" fmla="*/ 384 w 119"/>
                <a:gd name="T1" fmla="*/ 100 h 85"/>
                <a:gd name="T2" fmla="*/ 343 w 119"/>
                <a:gd name="T3" fmla="*/ 28 h 85"/>
                <a:gd name="T4" fmla="*/ 256 w 119"/>
                <a:gd name="T5" fmla="*/ 9 h 85"/>
                <a:gd name="T6" fmla="*/ 163 w 119"/>
                <a:gd name="T7" fmla="*/ 9 h 85"/>
                <a:gd name="T8" fmla="*/ 67 w 119"/>
                <a:gd name="T9" fmla="*/ 9 h 85"/>
                <a:gd name="T10" fmla="*/ 184 w 119"/>
                <a:gd name="T11" fmla="*/ 109 h 85"/>
                <a:gd name="T12" fmla="*/ 322 w 119"/>
                <a:gd name="T13" fmla="*/ 236 h 85"/>
                <a:gd name="T14" fmla="*/ 384 w 119"/>
                <a:gd name="T15" fmla="*/ 10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85">
                  <a:moveTo>
                    <a:pt x="115" y="30"/>
                  </a:moveTo>
                  <a:cubicBezTo>
                    <a:pt x="111" y="19"/>
                    <a:pt x="113" y="14"/>
                    <a:pt x="102" y="9"/>
                  </a:cubicBezTo>
                  <a:cubicBezTo>
                    <a:pt x="94" y="5"/>
                    <a:pt x="85" y="3"/>
                    <a:pt x="76" y="3"/>
                  </a:cubicBezTo>
                  <a:cubicBezTo>
                    <a:pt x="67" y="2"/>
                    <a:pt x="58" y="3"/>
                    <a:pt x="49" y="3"/>
                  </a:cubicBezTo>
                  <a:cubicBezTo>
                    <a:pt x="43" y="3"/>
                    <a:pt x="25" y="0"/>
                    <a:pt x="20" y="3"/>
                  </a:cubicBezTo>
                  <a:cubicBezTo>
                    <a:pt x="0" y="15"/>
                    <a:pt x="49" y="29"/>
                    <a:pt x="55" y="33"/>
                  </a:cubicBezTo>
                  <a:cubicBezTo>
                    <a:pt x="70" y="44"/>
                    <a:pt x="80" y="62"/>
                    <a:pt x="96" y="71"/>
                  </a:cubicBezTo>
                  <a:cubicBezTo>
                    <a:pt x="119" y="85"/>
                    <a:pt x="115" y="44"/>
                    <a:pt x="115" y="30"/>
                  </a:cubicBezTo>
                </a:path>
              </a:pathLst>
            </a:custGeom>
            <a:solidFill>
              <a:srgbClr val="3A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0" name="Freeform 98">
              <a:extLst>
                <a:ext uri="{FF2B5EF4-FFF2-40B4-BE49-F238E27FC236}">
                  <a16:creationId xmlns:a16="http://schemas.microsoft.com/office/drawing/2014/main" id="{9264F380-ED5A-400A-87E7-A5AD52B24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122"/>
              <a:ext cx="275" cy="371"/>
            </a:xfrm>
            <a:custGeom>
              <a:avLst/>
              <a:gdLst>
                <a:gd name="T0" fmla="*/ 466 w 184"/>
                <a:gd name="T1" fmla="*/ 141 h 248"/>
                <a:gd name="T2" fmla="*/ 560 w 184"/>
                <a:gd name="T3" fmla="*/ 73 h 248"/>
                <a:gd name="T4" fmla="*/ 528 w 184"/>
                <a:gd name="T5" fmla="*/ 217 h 248"/>
                <a:gd name="T6" fmla="*/ 380 w 184"/>
                <a:gd name="T7" fmla="*/ 492 h 248"/>
                <a:gd name="T8" fmla="*/ 276 w 184"/>
                <a:gd name="T9" fmla="*/ 717 h 248"/>
                <a:gd name="T10" fmla="*/ 94 w 184"/>
                <a:gd name="T11" fmla="*/ 811 h 248"/>
                <a:gd name="T12" fmla="*/ 22 w 184"/>
                <a:gd name="T13" fmla="*/ 600 h 248"/>
                <a:gd name="T14" fmla="*/ 227 w 184"/>
                <a:gd name="T15" fmla="*/ 392 h 248"/>
                <a:gd name="T16" fmla="*/ 392 w 184"/>
                <a:gd name="T17" fmla="*/ 244 h 248"/>
                <a:gd name="T18" fmla="*/ 471 w 184"/>
                <a:gd name="T19" fmla="*/ 144 h 2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4" h="248">
                  <a:moveTo>
                    <a:pt x="140" y="42"/>
                  </a:moveTo>
                  <a:cubicBezTo>
                    <a:pt x="151" y="40"/>
                    <a:pt x="149" y="0"/>
                    <a:pt x="168" y="22"/>
                  </a:cubicBezTo>
                  <a:cubicBezTo>
                    <a:pt x="184" y="40"/>
                    <a:pt x="174" y="54"/>
                    <a:pt x="158" y="65"/>
                  </a:cubicBezTo>
                  <a:cubicBezTo>
                    <a:pt x="133" y="83"/>
                    <a:pt x="119" y="118"/>
                    <a:pt x="114" y="147"/>
                  </a:cubicBezTo>
                  <a:cubicBezTo>
                    <a:pt x="108" y="177"/>
                    <a:pt x="108" y="195"/>
                    <a:pt x="83" y="214"/>
                  </a:cubicBezTo>
                  <a:cubicBezTo>
                    <a:pt x="68" y="225"/>
                    <a:pt x="48" y="248"/>
                    <a:pt x="28" y="242"/>
                  </a:cubicBezTo>
                  <a:cubicBezTo>
                    <a:pt x="3" y="235"/>
                    <a:pt x="0" y="198"/>
                    <a:pt x="7" y="179"/>
                  </a:cubicBezTo>
                  <a:cubicBezTo>
                    <a:pt x="17" y="150"/>
                    <a:pt x="44" y="133"/>
                    <a:pt x="68" y="117"/>
                  </a:cubicBezTo>
                  <a:cubicBezTo>
                    <a:pt x="87" y="104"/>
                    <a:pt x="103" y="91"/>
                    <a:pt x="117" y="73"/>
                  </a:cubicBezTo>
                  <a:cubicBezTo>
                    <a:pt x="124" y="64"/>
                    <a:pt x="138" y="55"/>
                    <a:pt x="141" y="43"/>
                  </a:cubicBezTo>
                </a:path>
              </a:pathLst>
            </a:custGeom>
            <a:solidFill>
              <a:srgbClr val="3A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1" name="Freeform 99">
              <a:extLst>
                <a:ext uri="{FF2B5EF4-FFF2-40B4-BE49-F238E27FC236}">
                  <a16:creationId xmlns:a16="http://schemas.microsoft.com/office/drawing/2014/main" id="{2538C8B5-7493-4FCE-9C1B-DDC9602EC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282"/>
              <a:ext cx="330" cy="339"/>
            </a:xfrm>
            <a:custGeom>
              <a:avLst/>
              <a:gdLst>
                <a:gd name="T0" fmla="*/ 733 w 221"/>
                <a:gd name="T1" fmla="*/ 276 h 227"/>
                <a:gd name="T2" fmla="*/ 706 w 221"/>
                <a:gd name="T3" fmla="*/ 169 h 227"/>
                <a:gd name="T4" fmla="*/ 650 w 221"/>
                <a:gd name="T5" fmla="*/ 130 h 227"/>
                <a:gd name="T6" fmla="*/ 606 w 221"/>
                <a:gd name="T7" fmla="*/ 60 h 227"/>
                <a:gd name="T8" fmla="*/ 529 w 221"/>
                <a:gd name="T9" fmla="*/ 87 h 227"/>
                <a:gd name="T10" fmla="*/ 484 w 221"/>
                <a:gd name="T11" fmla="*/ 276 h 227"/>
                <a:gd name="T12" fmla="*/ 331 w 221"/>
                <a:gd name="T13" fmla="*/ 284 h 227"/>
                <a:gd name="T14" fmla="*/ 297 w 221"/>
                <a:gd name="T15" fmla="*/ 173 h 227"/>
                <a:gd name="T16" fmla="*/ 190 w 221"/>
                <a:gd name="T17" fmla="*/ 217 h 227"/>
                <a:gd name="T18" fmla="*/ 108 w 221"/>
                <a:gd name="T19" fmla="*/ 312 h 227"/>
                <a:gd name="T20" fmla="*/ 54 w 221"/>
                <a:gd name="T21" fmla="*/ 372 h 227"/>
                <a:gd name="T22" fmla="*/ 87 w 221"/>
                <a:gd name="T23" fmla="*/ 433 h 227"/>
                <a:gd name="T24" fmla="*/ 214 w 221"/>
                <a:gd name="T25" fmla="*/ 460 h 227"/>
                <a:gd name="T26" fmla="*/ 230 w 221"/>
                <a:gd name="T27" fmla="*/ 573 h 227"/>
                <a:gd name="T28" fmla="*/ 108 w 221"/>
                <a:gd name="T29" fmla="*/ 627 h 227"/>
                <a:gd name="T30" fmla="*/ 1 w 221"/>
                <a:gd name="T31" fmla="*/ 679 h 227"/>
                <a:gd name="T32" fmla="*/ 136 w 221"/>
                <a:gd name="T33" fmla="*/ 706 h 227"/>
                <a:gd name="T34" fmla="*/ 227 w 221"/>
                <a:gd name="T35" fmla="*/ 750 h 227"/>
                <a:gd name="T36" fmla="*/ 326 w 221"/>
                <a:gd name="T37" fmla="*/ 663 h 227"/>
                <a:gd name="T38" fmla="*/ 539 w 221"/>
                <a:gd name="T39" fmla="*/ 452 h 227"/>
                <a:gd name="T40" fmla="*/ 688 w 221"/>
                <a:gd name="T41" fmla="*/ 393 h 227"/>
                <a:gd name="T42" fmla="*/ 736 w 221"/>
                <a:gd name="T43" fmla="*/ 276 h 2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21" h="227">
                  <a:moveTo>
                    <a:pt x="220" y="83"/>
                  </a:moveTo>
                  <a:cubicBezTo>
                    <a:pt x="220" y="72"/>
                    <a:pt x="220" y="60"/>
                    <a:pt x="212" y="51"/>
                  </a:cubicBezTo>
                  <a:cubicBezTo>
                    <a:pt x="207" y="46"/>
                    <a:pt x="200" y="44"/>
                    <a:pt x="195" y="39"/>
                  </a:cubicBezTo>
                  <a:cubicBezTo>
                    <a:pt x="188" y="33"/>
                    <a:pt x="186" y="26"/>
                    <a:pt x="182" y="18"/>
                  </a:cubicBezTo>
                  <a:cubicBezTo>
                    <a:pt x="174" y="0"/>
                    <a:pt x="162" y="12"/>
                    <a:pt x="159" y="26"/>
                  </a:cubicBezTo>
                  <a:cubicBezTo>
                    <a:pt x="154" y="45"/>
                    <a:pt x="152" y="65"/>
                    <a:pt x="145" y="83"/>
                  </a:cubicBezTo>
                  <a:cubicBezTo>
                    <a:pt x="139" y="102"/>
                    <a:pt x="111" y="101"/>
                    <a:pt x="100" y="85"/>
                  </a:cubicBezTo>
                  <a:cubicBezTo>
                    <a:pt x="93" y="75"/>
                    <a:pt x="95" y="62"/>
                    <a:pt x="89" y="52"/>
                  </a:cubicBezTo>
                  <a:cubicBezTo>
                    <a:pt x="79" y="33"/>
                    <a:pt x="65" y="54"/>
                    <a:pt x="57" y="65"/>
                  </a:cubicBezTo>
                  <a:cubicBezTo>
                    <a:pt x="49" y="75"/>
                    <a:pt x="41" y="86"/>
                    <a:pt x="32" y="94"/>
                  </a:cubicBezTo>
                  <a:cubicBezTo>
                    <a:pt x="27" y="99"/>
                    <a:pt x="19" y="104"/>
                    <a:pt x="16" y="112"/>
                  </a:cubicBezTo>
                  <a:cubicBezTo>
                    <a:pt x="11" y="122"/>
                    <a:pt x="16" y="127"/>
                    <a:pt x="26" y="130"/>
                  </a:cubicBezTo>
                  <a:cubicBezTo>
                    <a:pt x="39" y="134"/>
                    <a:pt x="51" y="130"/>
                    <a:pt x="64" y="138"/>
                  </a:cubicBezTo>
                  <a:cubicBezTo>
                    <a:pt x="75" y="146"/>
                    <a:pt x="78" y="161"/>
                    <a:pt x="69" y="172"/>
                  </a:cubicBezTo>
                  <a:cubicBezTo>
                    <a:pt x="61" y="183"/>
                    <a:pt x="44" y="185"/>
                    <a:pt x="32" y="188"/>
                  </a:cubicBezTo>
                  <a:cubicBezTo>
                    <a:pt x="25" y="190"/>
                    <a:pt x="2" y="194"/>
                    <a:pt x="1" y="204"/>
                  </a:cubicBezTo>
                  <a:cubicBezTo>
                    <a:pt x="0" y="213"/>
                    <a:pt x="33" y="210"/>
                    <a:pt x="41" y="212"/>
                  </a:cubicBezTo>
                  <a:cubicBezTo>
                    <a:pt x="50" y="215"/>
                    <a:pt x="59" y="223"/>
                    <a:pt x="68" y="225"/>
                  </a:cubicBezTo>
                  <a:cubicBezTo>
                    <a:pt x="83" y="227"/>
                    <a:pt x="91" y="209"/>
                    <a:pt x="98" y="199"/>
                  </a:cubicBezTo>
                  <a:cubicBezTo>
                    <a:pt x="115" y="174"/>
                    <a:pt x="134" y="150"/>
                    <a:pt x="162" y="136"/>
                  </a:cubicBezTo>
                  <a:cubicBezTo>
                    <a:pt x="176" y="130"/>
                    <a:pt x="196" y="130"/>
                    <a:pt x="207" y="118"/>
                  </a:cubicBezTo>
                  <a:cubicBezTo>
                    <a:pt x="215" y="109"/>
                    <a:pt x="218" y="95"/>
                    <a:pt x="221" y="83"/>
                  </a:cubicBezTo>
                </a:path>
              </a:pathLst>
            </a:custGeom>
            <a:solidFill>
              <a:srgbClr val="3A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2" name="Freeform 100">
              <a:extLst>
                <a:ext uri="{FF2B5EF4-FFF2-40B4-BE49-F238E27FC236}">
                  <a16:creationId xmlns:a16="http://schemas.microsoft.com/office/drawing/2014/main" id="{2A3F816C-628B-4A03-B8A5-2359090BE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180"/>
              <a:ext cx="160" cy="114"/>
            </a:xfrm>
            <a:custGeom>
              <a:avLst/>
              <a:gdLst>
                <a:gd name="T0" fmla="*/ 338 w 107"/>
                <a:gd name="T1" fmla="*/ 5 h 76"/>
                <a:gd name="T2" fmla="*/ 302 w 107"/>
                <a:gd name="T3" fmla="*/ 12 h 76"/>
                <a:gd name="T4" fmla="*/ 235 w 107"/>
                <a:gd name="T5" fmla="*/ 18 h 76"/>
                <a:gd name="T6" fmla="*/ 123 w 107"/>
                <a:gd name="T7" fmla="*/ 68 h 76"/>
                <a:gd name="T8" fmla="*/ 22 w 107"/>
                <a:gd name="T9" fmla="*/ 116 h 76"/>
                <a:gd name="T10" fmla="*/ 28 w 107"/>
                <a:gd name="T11" fmla="*/ 210 h 76"/>
                <a:gd name="T12" fmla="*/ 96 w 107"/>
                <a:gd name="T13" fmla="*/ 228 h 76"/>
                <a:gd name="T14" fmla="*/ 141 w 107"/>
                <a:gd name="T15" fmla="*/ 161 h 76"/>
                <a:gd name="T16" fmla="*/ 211 w 107"/>
                <a:gd name="T17" fmla="*/ 102 h 76"/>
                <a:gd name="T18" fmla="*/ 330 w 107"/>
                <a:gd name="T19" fmla="*/ 45 h 76"/>
                <a:gd name="T20" fmla="*/ 351 w 107"/>
                <a:gd name="T21" fmla="*/ 8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76">
                  <a:moveTo>
                    <a:pt x="101" y="1"/>
                  </a:moveTo>
                  <a:cubicBezTo>
                    <a:pt x="97" y="0"/>
                    <a:pt x="95" y="2"/>
                    <a:pt x="90" y="3"/>
                  </a:cubicBezTo>
                  <a:cubicBezTo>
                    <a:pt x="84" y="4"/>
                    <a:pt x="76" y="4"/>
                    <a:pt x="70" y="5"/>
                  </a:cubicBezTo>
                  <a:cubicBezTo>
                    <a:pt x="58" y="8"/>
                    <a:pt x="48" y="14"/>
                    <a:pt x="37" y="20"/>
                  </a:cubicBezTo>
                  <a:cubicBezTo>
                    <a:pt x="27" y="24"/>
                    <a:pt x="14" y="26"/>
                    <a:pt x="7" y="34"/>
                  </a:cubicBezTo>
                  <a:cubicBezTo>
                    <a:pt x="0" y="42"/>
                    <a:pt x="4" y="54"/>
                    <a:pt x="9" y="62"/>
                  </a:cubicBezTo>
                  <a:cubicBezTo>
                    <a:pt x="14" y="69"/>
                    <a:pt x="21" y="76"/>
                    <a:pt x="29" y="67"/>
                  </a:cubicBezTo>
                  <a:cubicBezTo>
                    <a:pt x="34" y="61"/>
                    <a:pt x="36" y="53"/>
                    <a:pt x="42" y="47"/>
                  </a:cubicBezTo>
                  <a:cubicBezTo>
                    <a:pt x="48" y="39"/>
                    <a:pt x="55" y="35"/>
                    <a:pt x="63" y="30"/>
                  </a:cubicBezTo>
                  <a:cubicBezTo>
                    <a:pt x="74" y="24"/>
                    <a:pt x="90" y="21"/>
                    <a:pt x="99" y="13"/>
                  </a:cubicBezTo>
                  <a:cubicBezTo>
                    <a:pt x="102" y="10"/>
                    <a:pt x="107" y="6"/>
                    <a:pt x="105" y="2"/>
                  </a:cubicBezTo>
                </a:path>
              </a:pathLst>
            </a:custGeom>
            <a:solidFill>
              <a:srgbClr val="3A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3" name="Freeform 101">
              <a:extLst>
                <a:ext uri="{FF2B5EF4-FFF2-40B4-BE49-F238E27FC236}">
                  <a16:creationId xmlns:a16="http://schemas.microsoft.com/office/drawing/2014/main" id="{26969186-DF1B-4B00-B6D2-78ECB27C9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1080"/>
              <a:ext cx="148" cy="48"/>
            </a:xfrm>
            <a:custGeom>
              <a:avLst/>
              <a:gdLst>
                <a:gd name="T0" fmla="*/ 19 w 99"/>
                <a:gd name="T1" fmla="*/ 48 h 32"/>
                <a:gd name="T2" fmla="*/ 36 w 99"/>
                <a:gd name="T3" fmla="*/ 107 h 32"/>
                <a:gd name="T4" fmla="*/ 90 w 99"/>
                <a:gd name="T5" fmla="*/ 75 h 32"/>
                <a:gd name="T6" fmla="*/ 157 w 99"/>
                <a:gd name="T7" fmla="*/ 45 h 32"/>
                <a:gd name="T8" fmla="*/ 268 w 99"/>
                <a:gd name="T9" fmla="*/ 41 h 32"/>
                <a:gd name="T10" fmla="*/ 302 w 99"/>
                <a:gd name="T11" fmla="*/ 8 h 32"/>
                <a:gd name="T12" fmla="*/ 244 w 99"/>
                <a:gd name="T13" fmla="*/ 5 h 32"/>
                <a:gd name="T14" fmla="*/ 194 w 99"/>
                <a:gd name="T15" fmla="*/ 5 h 32"/>
                <a:gd name="T16" fmla="*/ 109 w 99"/>
                <a:gd name="T17" fmla="*/ 21 h 32"/>
                <a:gd name="T18" fmla="*/ 27 w 99"/>
                <a:gd name="T19" fmla="*/ 53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9" h="32">
                  <a:moveTo>
                    <a:pt x="6" y="14"/>
                  </a:moveTo>
                  <a:cubicBezTo>
                    <a:pt x="0" y="20"/>
                    <a:pt x="0" y="32"/>
                    <a:pt x="11" y="31"/>
                  </a:cubicBezTo>
                  <a:cubicBezTo>
                    <a:pt x="16" y="30"/>
                    <a:pt x="22" y="24"/>
                    <a:pt x="27" y="22"/>
                  </a:cubicBezTo>
                  <a:cubicBezTo>
                    <a:pt x="34" y="19"/>
                    <a:pt x="40" y="15"/>
                    <a:pt x="47" y="13"/>
                  </a:cubicBezTo>
                  <a:cubicBezTo>
                    <a:pt x="58" y="10"/>
                    <a:pt x="69" y="15"/>
                    <a:pt x="80" y="12"/>
                  </a:cubicBezTo>
                  <a:cubicBezTo>
                    <a:pt x="85" y="11"/>
                    <a:pt x="99" y="6"/>
                    <a:pt x="90" y="2"/>
                  </a:cubicBezTo>
                  <a:cubicBezTo>
                    <a:pt x="86" y="0"/>
                    <a:pt x="78" y="1"/>
                    <a:pt x="73" y="1"/>
                  </a:cubicBezTo>
                  <a:cubicBezTo>
                    <a:pt x="68" y="0"/>
                    <a:pt x="63" y="0"/>
                    <a:pt x="58" y="1"/>
                  </a:cubicBezTo>
                  <a:cubicBezTo>
                    <a:pt x="50" y="2"/>
                    <a:pt x="41" y="3"/>
                    <a:pt x="33" y="6"/>
                  </a:cubicBezTo>
                  <a:cubicBezTo>
                    <a:pt x="24" y="9"/>
                    <a:pt x="16" y="11"/>
                    <a:pt x="8" y="15"/>
                  </a:cubicBezTo>
                </a:path>
              </a:pathLst>
            </a:custGeom>
            <a:solidFill>
              <a:srgbClr val="3A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4" name="Freeform 102">
              <a:extLst>
                <a:ext uri="{FF2B5EF4-FFF2-40B4-BE49-F238E27FC236}">
                  <a16:creationId xmlns:a16="http://schemas.microsoft.com/office/drawing/2014/main" id="{45FA9E8D-70FA-41E5-B2D8-E58DAA76F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077"/>
              <a:ext cx="132" cy="106"/>
            </a:xfrm>
            <a:custGeom>
              <a:avLst/>
              <a:gdLst>
                <a:gd name="T0" fmla="*/ 21 w 88"/>
                <a:gd name="T1" fmla="*/ 36 h 71"/>
                <a:gd name="T2" fmla="*/ 81 w 88"/>
                <a:gd name="T3" fmla="*/ 103 h 71"/>
                <a:gd name="T4" fmla="*/ 41 w 88"/>
                <a:gd name="T5" fmla="*/ 203 h 71"/>
                <a:gd name="T6" fmla="*/ 197 w 88"/>
                <a:gd name="T7" fmla="*/ 154 h 71"/>
                <a:gd name="T8" fmla="*/ 269 w 88"/>
                <a:gd name="T9" fmla="*/ 90 h 71"/>
                <a:gd name="T10" fmla="*/ 162 w 88"/>
                <a:gd name="T11" fmla="*/ 1 h 71"/>
                <a:gd name="T12" fmla="*/ 66 w 88"/>
                <a:gd name="T13" fmla="*/ 9 h 71"/>
                <a:gd name="T14" fmla="*/ 0 w 88"/>
                <a:gd name="T15" fmla="*/ 19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71">
                  <a:moveTo>
                    <a:pt x="6" y="11"/>
                  </a:moveTo>
                  <a:cubicBezTo>
                    <a:pt x="16" y="11"/>
                    <a:pt x="26" y="22"/>
                    <a:pt x="24" y="31"/>
                  </a:cubicBezTo>
                  <a:cubicBezTo>
                    <a:pt x="21" y="38"/>
                    <a:pt x="6" y="55"/>
                    <a:pt x="12" y="61"/>
                  </a:cubicBezTo>
                  <a:cubicBezTo>
                    <a:pt x="23" y="71"/>
                    <a:pt x="49" y="50"/>
                    <a:pt x="58" y="46"/>
                  </a:cubicBezTo>
                  <a:cubicBezTo>
                    <a:pt x="67" y="41"/>
                    <a:pt x="76" y="37"/>
                    <a:pt x="79" y="27"/>
                  </a:cubicBezTo>
                  <a:cubicBezTo>
                    <a:pt x="88" y="6"/>
                    <a:pt x="64" y="2"/>
                    <a:pt x="48" y="1"/>
                  </a:cubicBezTo>
                  <a:cubicBezTo>
                    <a:pt x="38" y="0"/>
                    <a:pt x="29" y="2"/>
                    <a:pt x="19" y="3"/>
                  </a:cubicBezTo>
                  <a:cubicBezTo>
                    <a:pt x="13" y="4"/>
                    <a:pt x="6" y="3"/>
                    <a:pt x="0" y="6"/>
                  </a:cubicBezTo>
                </a:path>
              </a:pathLst>
            </a:custGeom>
            <a:solidFill>
              <a:srgbClr val="3A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5" name="Freeform 103">
              <a:extLst>
                <a:ext uri="{FF2B5EF4-FFF2-40B4-BE49-F238E27FC236}">
                  <a16:creationId xmlns:a16="http://schemas.microsoft.com/office/drawing/2014/main" id="{6C8CB377-0E3A-4A0D-ADDA-C15B6E290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140"/>
              <a:ext cx="34" cy="27"/>
            </a:xfrm>
            <a:custGeom>
              <a:avLst/>
              <a:gdLst>
                <a:gd name="T0" fmla="*/ 0 w 23"/>
                <a:gd name="T1" fmla="*/ 48 h 18"/>
                <a:gd name="T2" fmla="*/ 46 w 23"/>
                <a:gd name="T3" fmla="*/ 14 h 18"/>
                <a:gd name="T4" fmla="*/ 65 w 23"/>
                <a:gd name="T5" fmla="*/ 62 h 18"/>
                <a:gd name="T6" fmla="*/ 49 w 23"/>
                <a:gd name="T7" fmla="*/ 5 h 18"/>
                <a:gd name="T8" fmla="*/ 0 w 23"/>
                <a:gd name="T9" fmla="*/ 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0" y="14"/>
                  </a:moveTo>
                  <a:cubicBezTo>
                    <a:pt x="1" y="10"/>
                    <a:pt x="10" y="3"/>
                    <a:pt x="14" y="4"/>
                  </a:cubicBezTo>
                  <a:cubicBezTo>
                    <a:pt x="18" y="6"/>
                    <a:pt x="20" y="14"/>
                    <a:pt x="20" y="18"/>
                  </a:cubicBezTo>
                  <a:cubicBezTo>
                    <a:pt x="21" y="12"/>
                    <a:pt x="23" y="3"/>
                    <a:pt x="15" y="1"/>
                  </a:cubicBezTo>
                  <a:cubicBezTo>
                    <a:pt x="7" y="0"/>
                    <a:pt x="4" y="8"/>
                    <a:pt x="0" y="12"/>
                  </a:cubicBezTo>
                </a:path>
              </a:pathLst>
            </a:custGeom>
            <a:solidFill>
              <a:srgbClr val="71B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6" name="Freeform 104">
              <a:extLst>
                <a:ext uri="{FF2B5EF4-FFF2-40B4-BE49-F238E27FC236}">
                  <a16:creationId xmlns:a16="http://schemas.microsoft.com/office/drawing/2014/main" id="{503E2B65-0D10-490A-B87F-44097A9AC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117"/>
              <a:ext cx="28" cy="33"/>
            </a:xfrm>
            <a:custGeom>
              <a:avLst/>
              <a:gdLst>
                <a:gd name="T0" fmla="*/ 0 w 19"/>
                <a:gd name="T1" fmla="*/ 14 h 22"/>
                <a:gd name="T2" fmla="*/ 35 w 19"/>
                <a:gd name="T3" fmla="*/ 26 h 22"/>
                <a:gd name="T4" fmla="*/ 13 w 19"/>
                <a:gd name="T5" fmla="*/ 75 h 22"/>
                <a:gd name="T6" fmla="*/ 41 w 19"/>
                <a:gd name="T7" fmla="*/ 0 h 22"/>
                <a:gd name="T8" fmla="*/ 13 w 19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0" y="4"/>
                  </a:moveTo>
                  <a:cubicBezTo>
                    <a:pt x="4" y="1"/>
                    <a:pt x="10" y="2"/>
                    <a:pt x="11" y="7"/>
                  </a:cubicBezTo>
                  <a:cubicBezTo>
                    <a:pt x="13" y="12"/>
                    <a:pt x="7" y="18"/>
                    <a:pt x="4" y="22"/>
                  </a:cubicBezTo>
                  <a:cubicBezTo>
                    <a:pt x="10" y="18"/>
                    <a:pt x="19" y="7"/>
                    <a:pt x="13" y="0"/>
                  </a:cubicBezTo>
                  <a:cubicBezTo>
                    <a:pt x="10" y="0"/>
                    <a:pt x="6" y="0"/>
                    <a:pt x="4" y="1"/>
                  </a:cubicBezTo>
                </a:path>
              </a:pathLst>
            </a:custGeom>
            <a:solidFill>
              <a:srgbClr val="71B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7" name="Freeform 105">
              <a:extLst>
                <a:ext uri="{FF2B5EF4-FFF2-40B4-BE49-F238E27FC236}">
                  <a16:creationId xmlns:a16="http://schemas.microsoft.com/office/drawing/2014/main" id="{6EBD4913-3DD3-4559-8808-F7AB70CB0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349"/>
              <a:ext cx="30" cy="34"/>
            </a:xfrm>
            <a:custGeom>
              <a:avLst/>
              <a:gdLst>
                <a:gd name="T0" fmla="*/ 12 w 20"/>
                <a:gd name="T1" fmla="*/ 0 h 23"/>
                <a:gd name="T2" fmla="*/ 26 w 20"/>
                <a:gd name="T3" fmla="*/ 49 h 23"/>
                <a:gd name="T4" fmla="*/ 68 w 20"/>
                <a:gd name="T5" fmla="*/ 15 h 23"/>
                <a:gd name="T6" fmla="*/ 26 w 20"/>
                <a:gd name="T7" fmla="*/ 74 h 23"/>
                <a:gd name="T8" fmla="*/ 5 w 20"/>
                <a:gd name="T9" fmla="*/ 1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3" y="0"/>
                  </a:moveTo>
                  <a:cubicBezTo>
                    <a:pt x="2" y="3"/>
                    <a:pt x="2" y="12"/>
                    <a:pt x="7" y="15"/>
                  </a:cubicBezTo>
                  <a:cubicBezTo>
                    <a:pt x="13" y="17"/>
                    <a:pt x="18" y="10"/>
                    <a:pt x="20" y="5"/>
                  </a:cubicBezTo>
                  <a:cubicBezTo>
                    <a:pt x="19" y="10"/>
                    <a:pt x="15" y="23"/>
                    <a:pt x="7" y="23"/>
                  </a:cubicBezTo>
                  <a:cubicBezTo>
                    <a:pt x="0" y="22"/>
                    <a:pt x="1" y="11"/>
                    <a:pt x="1" y="5"/>
                  </a:cubicBezTo>
                </a:path>
              </a:pathLst>
            </a:custGeom>
            <a:solidFill>
              <a:srgbClr val="71B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8" name="Freeform 106">
              <a:extLst>
                <a:ext uri="{FF2B5EF4-FFF2-40B4-BE49-F238E27FC236}">
                  <a16:creationId xmlns:a16="http://schemas.microsoft.com/office/drawing/2014/main" id="{42924B16-B4DB-4CC1-9EF9-A55C92F96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507"/>
              <a:ext cx="33" cy="35"/>
            </a:xfrm>
            <a:custGeom>
              <a:avLst/>
              <a:gdLst>
                <a:gd name="T0" fmla="*/ 0 w 22"/>
                <a:gd name="T1" fmla="*/ 21 h 23"/>
                <a:gd name="T2" fmla="*/ 5 w 22"/>
                <a:gd name="T3" fmla="*/ 26 h 23"/>
                <a:gd name="T4" fmla="*/ 48 w 22"/>
                <a:gd name="T5" fmla="*/ 35 h 23"/>
                <a:gd name="T6" fmla="*/ 18 w 22"/>
                <a:gd name="T7" fmla="*/ 81 h 23"/>
                <a:gd name="T8" fmla="*/ 62 w 22"/>
                <a:gd name="T9" fmla="*/ 21 h 23"/>
                <a:gd name="T10" fmla="*/ 0 w 22"/>
                <a:gd name="T11" fmla="*/ 2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0" y="6"/>
                  </a:moveTo>
                  <a:cubicBezTo>
                    <a:pt x="0" y="6"/>
                    <a:pt x="0" y="7"/>
                    <a:pt x="1" y="7"/>
                  </a:cubicBezTo>
                  <a:cubicBezTo>
                    <a:pt x="6" y="6"/>
                    <a:pt x="12" y="3"/>
                    <a:pt x="14" y="10"/>
                  </a:cubicBezTo>
                  <a:cubicBezTo>
                    <a:pt x="15" y="16"/>
                    <a:pt x="9" y="20"/>
                    <a:pt x="5" y="23"/>
                  </a:cubicBezTo>
                  <a:cubicBezTo>
                    <a:pt x="10" y="21"/>
                    <a:pt x="22" y="12"/>
                    <a:pt x="18" y="6"/>
                  </a:cubicBezTo>
                  <a:cubicBezTo>
                    <a:pt x="14" y="0"/>
                    <a:pt x="5" y="5"/>
                    <a:pt x="0" y="7"/>
                  </a:cubicBezTo>
                </a:path>
              </a:pathLst>
            </a:custGeom>
            <a:solidFill>
              <a:srgbClr val="71B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9" name="Freeform 107">
              <a:extLst>
                <a:ext uri="{FF2B5EF4-FFF2-40B4-BE49-F238E27FC236}">
                  <a16:creationId xmlns:a16="http://schemas.microsoft.com/office/drawing/2014/main" id="{17A895D3-8528-48DD-851B-00B6C18F7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476"/>
              <a:ext cx="42" cy="36"/>
            </a:xfrm>
            <a:custGeom>
              <a:avLst/>
              <a:gdLst>
                <a:gd name="T0" fmla="*/ 0 w 28"/>
                <a:gd name="T1" fmla="*/ 18 h 24"/>
                <a:gd name="T2" fmla="*/ 53 w 28"/>
                <a:gd name="T3" fmla="*/ 59 h 24"/>
                <a:gd name="T4" fmla="*/ 59 w 28"/>
                <a:gd name="T5" fmla="*/ 0 h 24"/>
                <a:gd name="T6" fmla="*/ 59 w 28"/>
                <a:gd name="T7" fmla="*/ 81 h 24"/>
                <a:gd name="T8" fmla="*/ 8 w 28"/>
                <a:gd name="T9" fmla="*/ 1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0" y="5"/>
                  </a:moveTo>
                  <a:cubicBezTo>
                    <a:pt x="1" y="7"/>
                    <a:pt x="10" y="19"/>
                    <a:pt x="15" y="17"/>
                  </a:cubicBezTo>
                  <a:cubicBezTo>
                    <a:pt x="21" y="16"/>
                    <a:pt x="19" y="4"/>
                    <a:pt x="17" y="0"/>
                  </a:cubicBezTo>
                  <a:cubicBezTo>
                    <a:pt x="20" y="3"/>
                    <a:pt x="28" y="23"/>
                    <a:pt x="17" y="24"/>
                  </a:cubicBezTo>
                  <a:cubicBezTo>
                    <a:pt x="11" y="24"/>
                    <a:pt x="6" y="8"/>
                    <a:pt x="2" y="5"/>
                  </a:cubicBezTo>
                </a:path>
              </a:pathLst>
            </a:custGeom>
            <a:solidFill>
              <a:srgbClr val="71B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0" name="Freeform 108">
              <a:extLst>
                <a:ext uri="{FF2B5EF4-FFF2-40B4-BE49-F238E27FC236}">
                  <a16:creationId xmlns:a16="http://schemas.microsoft.com/office/drawing/2014/main" id="{72A088E4-1D88-4FF3-8D7D-003008D71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750"/>
              <a:ext cx="138" cy="89"/>
            </a:xfrm>
            <a:custGeom>
              <a:avLst/>
              <a:gdLst>
                <a:gd name="T0" fmla="*/ 255 w 92"/>
                <a:gd name="T1" fmla="*/ 177 h 60"/>
                <a:gd name="T2" fmla="*/ 189 w 92"/>
                <a:gd name="T3" fmla="*/ 131 h 60"/>
                <a:gd name="T4" fmla="*/ 116 w 92"/>
                <a:gd name="T5" fmla="*/ 92 h 60"/>
                <a:gd name="T6" fmla="*/ 170 w 92"/>
                <a:gd name="T7" fmla="*/ 68 h 60"/>
                <a:gd name="T8" fmla="*/ 269 w 92"/>
                <a:gd name="T9" fmla="*/ 68 h 60"/>
                <a:gd name="T10" fmla="*/ 113 w 92"/>
                <a:gd name="T11" fmla="*/ 1 h 60"/>
                <a:gd name="T12" fmla="*/ 5 w 92"/>
                <a:gd name="T13" fmla="*/ 68 h 60"/>
                <a:gd name="T14" fmla="*/ 140 w 92"/>
                <a:gd name="T15" fmla="*/ 168 h 60"/>
                <a:gd name="T16" fmla="*/ 248 w 92"/>
                <a:gd name="T17" fmla="*/ 196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60">
                  <a:moveTo>
                    <a:pt x="75" y="54"/>
                  </a:moveTo>
                  <a:cubicBezTo>
                    <a:pt x="70" y="46"/>
                    <a:pt x="65" y="43"/>
                    <a:pt x="56" y="40"/>
                  </a:cubicBezTo>
                  <a:cubicBezTo>
                    <a:pt x="48" y="37"/>
                    <a:pt x="36" y="37"/>
                    <a:pt x="34" y="28"/>
                  </a:cubicBezTo>
                  <a:cubicBezTo>
                    <a:pt x="32" y="18"/>
                    <a:pt x="43" y="18"/>
                    <a:pt x="50" y="21"/>
                  </a:cubicBezTo>
                  <a:cubicBezTo>
                    <a:pt x="56" y="22"/>
                    <a:pt x="92" y="40"/>
                    <a:pt x="79" y="21"/>
                  </a:cubicBezTo>
                  <a:cubicBezTo>
                    <a:pt x="70" y="6"/>
                    <a:pt x="50" y="0"/>
                    <a:pt x="33" y="1"/>
                  </a:cubicBezTo>
                  <a:cubicBezTo>
                    <a:pt x="21" y="1"/>
                    <a:pt x="2" y="6"/>
                    <a:pt x="1" y="21"/>
                  </a:cubicBezTo>
                  <a:cubicBezTo>
                    <a:pt x="0" y="40"/>
                    <a:pt x="27" y="48"/>
                    <a:pt x="41" y="51"/>
                  </a:cubicBezTo>
                  <a:cubicBezTo>
                    <a:pt x="53" y="53"/>
                    <a:pt x="62" y="55"/>
                    <a:pt x="73" y="60"/>
                  </a:cubicBezTo>
                </a:path>
              </a:pathLst>
            </a:custGeom>
            <a:solidFill>
              <a:srgbClr val="5E5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1" name="Freeform 109">
              <a:extLst>
                <a:ext uri="{FF2B5EF4-FFF2-40B4-BE49-F238E27FC236}">
                  <a16:creationId xmlns:a16="http://schemas.microsoft.com/office/drawing/2014/main" id="{606F4058-132A-4CFA-97AA-515D0964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128"/>
              <a:ext cx="87" cy="127"/>
            </a:xfrm>
            <a:custGeom>
              <a:avLst/>
              <a:gdLst>
                <a:gd name="T0" fmla="*/ 86 w 58"/>
                <a:gd name="T1" fmla="*/ 0 h 85"/>
                <a:gd name="T2" fmla="*/ 81 w 58"/>
                <a:gd name="T3" fmla="*/ 196 h 85"/>
                <a:gd name="T4" fmla="*/ 197 w 58"/>
                <a:gd name="T5" fmla="*/ 108 h 85"/>
                <a:gd name="T6" fmla="*/ 153 w 58"/>
                <a:gd name="T7" fmla="*/ 244 h 85"/>
                <a:gd name="T8" fmla="*/ 53 w 58"/>
                <a:gd name="T9" fmla="*/ 254 h 85"/>
                <a:gd name="T10" fmla="*/ 81 w 58"/>
                <a:gd name="T11" fmla="*/ 15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5" y="0"/>
                  </a:moveTo>
                  <a:cubicBezTo>
                    <a:pt x="20" y="19"/>
                    <a:pt x="10" y="41"/>
                    <a:pt x="24" y="59"/>
                  </a:cubicBezTo>
                  <a:cubicBezTo>
                    <a:pt x="41" y="83"/>
                    <a:pt x="53" y="45"/>
                    <a:pt x="58" y="32"/>
                  </a:cubicBezTo>
                  <a:cubicBezTo>
                    <a:pt x="57" y="45"/>
                    <a:pt x="55" y="61"/>
                    <a:pt x="45" y="73"/>
                  </a:cubicBezTo>
                  <a:cubicBezTo>
                    <a:pt x="38" y="80"/>
                    <a:pt x="23" y="85"/>
                    <a:pt x="15" y="76"/>
                  </a:cubicBezTo>
                  <a:cubicBezTo>
                    <a:pt x="0" y="58"/>
                    <a:pt x="14" y="22"/>
                    <a:pt x="24" y="5"/>
                  </a:cubicBezTo>
                </a:path>
              </a:pathLst>
            </a:custGeom>
            <a:solidFill>
              <a:srgbClr val="5E5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2" name="Freeform 110">
              <a:extLst>
                <a:ext uri="{FF2B5EF4-FFF2-40B4-BE49-F238E27FC236}">
                  <a16:creationId xmlns:a16="http://schemas.microsoft.com/office/drawing/2014/main" id="{CEFA8A3C-2BE2-4578-825A-E63E76117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794"/>
              <a:ext cx="58" cy="116"/>
            </a:xfrm>
            <a:custGeom>
              <a:avLst/>
              <a:gdLst>
                <a:gd name="T0" fmla="*/ 46 w 39"/>
                <a:gd name="T1" fmla="*/ 0 h 77"/>
                <a:gd name="T2" fmla="*/ 55 w 39"/>
                <a:gd name="T3" fmla="*/ 89 h 77"/>
                <a:gd name="T4" fmla="*/ 80 w 39"/>
                <a:gd name="T5" fmla="*/ 163 h 77"/>
                <a:gd name="T6" fmla="*/ 0 w 39"/>
                <a:gd name="T7" fmla="*/ 264 h 77"/>
                <a:gd name="T8" fmla="*/ 82 w 39"/>
                <a:gd name="T9" fmla="*/ 243 h 77"/>
                <a:gd name="T10" fmla="*/ 126 w 39"/>
                <a:gd name="T11" fmla="*/ 167 h 77"/>
                <a:gd name="T12" fmla="*/ 76 w 39"/>
                <a:gd name="T13" fmla="*/ 81 h 77"/>
                <a:gd name="T14" fmla="*/ 49 w 39"/>
                <a:gd name="T15" fmla="*/ 5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77">
                  <a:moveTo>
                    <a:pt x="14" y="0"/>
                  </a:moveTo>
                  <a:cubicBezTo>
                    <a:pt x="13" y="10"/>
                    <a:pt x="13" y="17"/>
                    <a:pt x="17" y="26"/>
                  </a:cubicBezTo>
                  <a:cubicBezTo>
                    <a:pt x="20" y="33"/>
                    <a:pt x="24" y="39"/>
                    <a:pt x="24" y="48"/>
                  </a:cubicBezTo>
                  <a:cubicBezTo>
                    <a:pt x="23" y="65"/>
                    <a:pt x="7" y="65"/>
                    <a:pt x="0" y="77"/>
                  </a:cubicBezTo>
                  <a:cubicBezTo>
                    <a:pt x="6" y="70"/>
                    <a:pt x="18" y="74"/>
                    <a:pt x="25" y="71"/>
                  </a:cubicBezTo>
                  <a:cubicBezTo>
                    <a:pt x="34" y="68"/>
                    <a:pt x="39" y="59"/>
                    <a:pt x="38" y="49"/>
                  </a:cubicBezTo>
                  <a:cubicBezTo>
                    <a:pt x="36" y="40"/>
                    <a:pt x="27" y="32"/>
                    <a:pt x="23" y="24"/>
                  </a:cubicBezTo>
                  <a:cubicBezTo>
                    <a:pt x="20" y="16"/>
                    <a:pt x="19" y="8"/>
                    <a:pt x="15" y="1"/>
                  </a:cubicBezTo>
                </a:path>
              </a:pathLst>
            </a:custGeom>
            <a:solidFill>
              <a:srgbClr val="5E5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3" name="Freeform 111">
              <a:extLst>
                <a:ext uri="{FF2B5EF4-FFF2-40B4-BE49-F238E27FC236}">
                  <a16:creationId xmlns:a16="http://schemas.microsoft.com/office/drawing/2014/main" id="{924CAC39-72DD-4E8F-BD8E-6BB01684B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660"/>
              <a:ext cx="212" cy="623"/>
            </a:xfrm>
            <a:custGeom>
              <a:avLst/>
              <a:gdLst>
                <a:gd name="T0" fmla="*/ 457 w 142"/>
                <a:gd name="T1" fmla="*/ 121 h 417"/>
                <a:gd name="T2" fmla="*/ 245 w 142"/>
                <a:gd name="T3" fmla="*/ 9 h 417"/>
                <a:gd name="T4" fmla="*/ 107 w 142"/>
                <a:gd name="T5" fmla="*/ 108 h 417"/>
                <a:gd name="T6" fmla="*/ 116 w 142"/>
                <a:gd name="T7" fmla="*/ 284 h 417"/>
                <a:gd name="T8" fmla="*/ 149 w 142"/>
                <a:gd name="T9" fmla="*/ 493 h 417"/>
                <a:gd name="T10" fmla="*/ 82 w 142"/>
                <a:gd name="T11" fmla="*/ 601 h 417"/>
                <a:gd name="T12" fmla="*/ 40 w 142"/>
                <a:gd name="T13" fmla="*/ 714 h 417"/>
                <a:gd name="T14" fmla="*/ 54 w 142"/>
                <a:gd name="T15" fmla="*/ 880 h 417"/>
                <a:gd name="T16" fmla="*/ 67 w 142"/>
                <a:gd name="T17" fmla="*/ 1180 h 417"/>
                <a:gd name="T18" fmla="*/ 36 w 142"/>
                <a:gd name="T19" fmla="*/ 1282 h 417"/>
                <a:gd name="T20" fmla="*/ 49 w 142"/>
                <a:gd name="T21" fmla="*/ 1369 h 417"/>
                <a:gd name="T22" fmla="*/ 234 w 142"/>
                <a:gd name="T23" fmla="*/ 1337 h 417"/>
                <a:gd name="T24" fmla="*/ 322 w 142"/>
                <a:gd name="T25" fmla="*/ 1134 h 417"/>
                <a:gd name="T26" fmla="*/ 306 w 142"/>
                <a:gd name="T27" fmla="*/ 1007 h 417"/>
                <a:gd name="T28" fmla="*/ 330 w 142"/>
                <a:gd name="T29" fmla="*/ 871 h 417"/>
                <a:gd name="T30" fmla="*/ 439 w 142"/>
                <a:gd name="T31" fmla="*/ 642 h 417"/>
                <a:gd name="T32" fmla="*/ 451 w 142"/>
                <a:gd name="T33" fmla="*/ 492 h 417"/>
                <a:gd name="T34" fmla="*/ 466 w 142"/>
                <a:gd name="T35" fmla="*/ 338 h 417"/>
                <a:gd name="T36" fmla="*/ 451 w 142"/>
                <a:gd name="T37" fmla="*/ 170 h 4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2" h="417">
                  <a:moveTo>
                    <a:pt x="137" y="36"/>
                  </a:moveTo>
                  <a:cubicBezTo>
                    <a:pt x="129" y="6"/>
                    <a:pt x="104" y="0"/>
                    <a:pt x="74" y="3"/>
                  </a:cubicBezTo>
                  <a:cubicBezTo>
                    <a:pt x="51" y="5"/>
                    <a:pt x="39" y="8"/>
                    <a:pt x="32" y="32"/>
                  </a:cubicBezTo>
                  <a:cubicBezTo>
                    <a:pt x="26" y="52"/>
                    <a:pt x="27" y="66"/>
                    <a:pt x="35" y="85"/>
                  </a:cubicBezTo>
                  <a:cubicBezTo>
                    <a:pt x="42" y="106"/>
                    <a:pt x="45" y="125"/>
                    <a:pt x="45" y="148"/>
                  </a:cubicBezTo>
                  <a:cubicBezTo>
                    <a:pt x="44" y="166"/>
                    <a:pt x="37" y="169"/>
                    <a:pt x="25" y="180"/>
                  </a:cubicBezTo>
                  <a:cubicBezTo>
                    <a:pt x="13" y="191"/>
                    <a:pt x="10" y="200"/>
                    <a:pt x="12" y="214"/>
                  </a:cubicBezTo>
                  <a:cubicBezTo>
                    <a:pt x="15" y="231"/>
                    <a:pt x="16" y="247"/>
                    <a:pt x="16" y="264"/>
                  </a:cubicBezTo>
                  <a:cubicBezTo>
                    <a:pt x="18" y="293"/>
                    <a:pt x="22" y="325"/>
                    <a:pt x="20" y="354"/>
                  </a:cubicBezTo>
                  <a:cubicBezTo>
                    <a:pt x="19" y="364"/>
                    <a:pt x="15" y="375"/>
                    <a:pt x="11" y="384"/>
                  </a:cubicBezTo>
                  <a:cubicBezTo>
                    <a:pt x="6" y="396"/>
                    <a:pt x="0" y="404"/>
                    <a:pt x="15" y="410"/>
                  </a:cubicBezTo>
                  <a:cubicBezTo>
                    <a:pt x="32" y="417"/>
                    <a:pt x="55" y="409"/>
                    <a:pt x="70" y="401"/>
                  </a:cubicBezTo>
                  <a:cubicBezTo>
                    <a:pt x="91" y="389"/>
                    <a:pt x="97" y="363"/>
                    <a:pt x="97" y="340"/>
                  </a:cubicBezTo>
                  <a:cubicBezTo>
                    <a:pt x="97" y="326"/>
                    <a:pt x="93" y="315"/>
                    <a:pt x="92" y="302"/>
                  </a:cubicBezTo>
                  <a:cubicBezTo>
                    <a:pt x="92" y="287"/>
                    <a:pt x="96" y="274"/>
                    <a:pt x="99" y="261"/>
                  </a:cubicBezTo>
                  <a:cubicBezTo>
                    <a:pt x="106" y="235"/>
                    <a:pt x="125" y="217"/>
                    <a:pt x="132" y="193"/>
                  </a:cubicBezTo>
                  <a:cubicBezTo>
                    <a:pt x="136" y="179"/>
                    <a:pt x="135" y="162"/>
                    <a:pt x="135" y="147"/>
                  </a:cubicBezTo>
                  <a:cubicBezTo>
                    <a:pt x="136" y="132"/>
                    <a:pt x="140" y="117"/>
                    <a:pt x="140" y="101"/>
                  </a:cubicBezTo>
                  <a:cubicBezTo>
                    <a:pt x="141" y="84"/>
                    <a:pt x="142" y="66"/>
                    <a:pt x="135" y="51"/>
                  </a:cubicBezTo>
                </a:path>
              </a:pathLst>
            </a:custGeom>
            <a:solidFill>
              <a:srgbClr val="5A5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4" name="Freeform 112">
              <a:extLst>
                <a:ext uri="{FF2B5EF4-FFF2-40B4-BE49-F238E27FC236}">
                  <a16:creationId xmlns:a16="http://schemas.microsoft.com/office/drawing/2014/main" id="{090EDD86-B9C1-481C-A48E-DC527D0B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661"/>
              <a:ext cx="269" cy="165"/>
            </a:xfrm>
            <a:custGeom>
              <a:avLst/>
              <a:gdLst>
                <a:gd name="T0" fmla="*/ 317 w 180"/>
                <a:gd name="T1" fmla="*/ 174 h 110"/>
                <a:gd name="T2" fmla="*/ 466 w 180"/>
                <a:gd name="T3" fmla="*/ 282 h 110"/>
                <a:gd name="T4" fmla="*/ 587 w 180"/>
                <a:gd name="T5" fmla="*/ 372 h 110"/>
                <a:gd name="T6" fmla="*/ 578 w 180"/>
                <a:gd name="T7" fmla="*/ 288 h 110"/>
                <a:gd name="T8" fmla="*/ 559 w 180"/>
                <a:gd name="T9" fmla="*/ 147 h 110"/>
                <a:gd name="T10" fmla="*/ 444 w 180"/>
                <a:gd name="T11" fmla="*/ 59 h 110"/>
                <a:gd name="T12" fmla="*/ 268 w 180"/>
                <a:gd name="T13" fmla="*/ 39 h 110"/>
                <a:gd name="T14" fmla="*/ 143 w 180"/>
                <a:gd name="T15" fmla="*/ 5 h 110"/>
                <a:gd name="T16" fmla="*/ 73 w 180"/>
                <a:gd name="T17" fmla="*/ 197 h 110"/>
                <a:gd name="T18" fmla="*/ 288 w 180"/>
                <a:gd name="T19" fmla="*/ 170 h 110"/>
                <a:gd name="T20" fmla="*/ 324 w 180"/>
                <a:gd name="T21" fmla="*/ 189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0" h="110">
                  <a:moveTo>
                    <a:pt x="95" y="51"/>
                  </a:moveTo>
                  <a:cubicBezTo>
                    <a:pt x="110" y="61"/>
                    <a:pt x="124" y="72"/>
                    <a:pt x="140" y="83"/>
                  </a:cubicBezTo>
                  <a:cubicBezTo>
                    <a:pt x="151" y="91"/>
                    <a:pt x="162" y="105"/>
                    <a:pt x="176" y="110"/>
                  </a:cubicBezTo>
                  <a:cubicBezTo>
                    <a:pt x="180" y="102"/>
                    <a:pt x="175" y="93"/>
                    <a:pt x="173" y="85"/>
                  </a:cubicBezTo>
                  <a:cubicBezTo>
                    <a:pt x="169" y="71"/>
                    <a:pt x="169" y="58"/>
                    <a:pt x="167" y="43"/>
                  </a:cubicBezTo>
                  <a:cubicBezTo>
                    <a:pt x="164" y="20"/>
                    <a:pt x="155" y="17"/>
                    <a:pt x="133" y="17"/>
                  </a:cubicBezTo>
                  <a:cubicBezTo>
                    <a:pt x="114" y="17"/>
                    <a:pt x="98" y="15"/>
                    <a:pt x="80" y="11"/>
                  </a:cubicBezTo>
                  <a:cubicBezTo>
                    <a:pt x="69" y="9"/>
                    <a:pt x="54" y="2"/>
                    <a:pt x="43" y="1"/>
                  </a:cubicBezTo>
                  <a:cubicBezTo>
                    <a:pt x="23" y="0"/>
                    <a:pt x="0" y="49"/>
                    <a:pt x="22" y="58"/>
                  </a:cubicBezTo>
                  <a:cubicBezTo>
                    <a:pt x="41" y="67"/>
                    <a:pt x="66" y="45"/>
                    <a:pt x="86" y="50"/>
                  </a:cubicBezTo>
                  <a:cubicBezTo>
                    <a:pt x="90" y="51"/>
                    <a:pt x="95" y="54"/>
                    <a:pt x="97" y="56"/>
                  </a:cubicBezTo>
                </a:path>
              </a:pathLst>
            </a:custGeom>
            <a:solidFill>
              <a:srgbClr val="5A5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5" name="Freeform 113">
              <a:extLst>
                <a:ext uri="{FF2B5EF4-FFF2-40B4-BE49-F238E27FC236}">
                  <a16:creationId xmlns:a16="http://schemas.microsoft.com/office/drawing/2014/main" id="{7EEFC59E-17ED-4D43-8BAA-153B2B5C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854"/>
              <a:ext cx="164" cy="286"/>
            </a:xfrm>
            <a:custGeom>
              <a:avLst/>
              <a:gdLst>
                <a:gd name="T0" fmla="*/ 82 w 110"/>
                <a:gd name="T1" fmla="*/ 0 h 191"/>
                <a:gd name="T2" fmla="*/ 335 w 110"/>
                <a:gd name="T3" fmla="*/ 150 h 191"/>
                <a:gd name="T4" fmla="*/ 173 w 110"/>
                <a:gd name="T5" fmla="*/ 452 h 191"/>
                <a:gd name="T6" fmla="*/ 76 w 110"/>
                <a:gd name="T7" fmla="*/ 591 h 191"/>
                <a:gd name="T8" fmla="*/ 82 w 110"/>
                <a:gd name="T9" fmla="*/ 451 h 191"/>
                <a:gd name="T10" fmla="*/ 121 w 110"/>
                <a:gd name="T11" fmla="*/ 90 h 191"/>
                <a:gd name="T12" fmla="*/ 76 w 110"/>
                <a:gd name="T13" fmla="*/ 22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191">
                  <a:moveTo>
                    <a:pt x="25" y="0"/>
                  </a:moveTo>
                  <a:cubicBezTo>
                    <a:pt x="50" y="17"/>
                    <a:pt x="91" y="10"/>
                    <a:pt x="101" y="45"/>
                  </a:cubicBezTo>
                  <a:cubicBezTo>
                    <a:pt x="110" y="78"/>
                    <a:pt x="70" y="110"/>
                    <a:pt x="52" y="135"/>
                  </a:cubicBezTo>
                  <a:cubicBezTo>
                    <a:pt x="43" y="146"/>
                    <a:pt x="35" y="168"/>
                    <a:pt x="23" y="176"/>
                  </a:cubicBezTo>
                  <a:cubicBezTo>
                    <a:pt x="0" y="191"/>
                    <a:pt x="22" y="142"/>
                    <a:pt x="25" y="134"/>
                  </a:cubicBezTo>
                  <a:cubicBezTo>
                    <a:pt x="40" y="100"/>
                    <a:pt x="57" y="62"/>
                    <a:pt x="36" y="27"/>
                  </a:cubicBezTo>
                  <a:cubicBezTo>
                    <a:pt x="32" y="21"/>
                    <a:pt x="27" y="13"/>
                    <a:pt x="23" y="7"/>
                  </a:cubicBezTo>
                </a:path>
              </a:pathLst>
            </a:custGeom>
            <a:solidFill>
              <a:srgbClr val="5A5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6" name="Freeform 114">
              <a:extLst>
                <a:ext uri="{FF2B5EF4-FFF2-40B4-BE49-F238E27FC236}">
                  <a16:creationId xmlns:a16="http://schemas.microsoft.com/office/drawing/2014/main" id="{E46F6BA4-4504-47E2-B20D-887D64A0C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074"/>
              <a:ext cx="263" cy="227"/>
            </a:xfrm>
            <a:custGeom>
              <a:avLst/>
              <a:gdLst>
                <a:gd name="T0" fmla="*/ 235 w 176"/>
                <a:gd name="T1" fmla="*/ 28 h 152"/>
                <a:gd name="T2" fmla="*/ 143 w 176"/>
                <a:gd name="T3" fmla="*/ 230 h 152"/>
                <a:gd name="T4" fmla="*/ 148 w 176"/>
                <a:gd name="T5" fmla="*/ 393 h 152"/>
                <a:gd name="T6" fmla="*/ 330 w 176"/>
                <a:gd name="T7" fmla="*/ 424 h 152"/>
                <a:gd name="T8" fmla="*/ 444 w 176"/>
                <a:gd name="T9" fmla="*/ 276 h 152"/>
                <a:gd name="T10" fmla="*/ 547 w 176"/>
                <a:gd name="T11" fmla="*/ 258 h 152"/>
                <a:gd name="T12" fmla="*/ 578 w 176"/>
                <a:gd name="T13" fmla="*/ 357 h 152"/>
                <a:gd name="T14" fmla="*/ 403 w 176"/>
                <a:gd name="T15" fmla="*/ 444 h 152"/>
                <a:gd name="T16" fmla="*/ 184 w 176"/>
                <a:gd name="T17" fmla="*/ 493 h 152"/>
                <a:gd name="T18" fmla="*/ 82 w 176"/>
                <a:gd name="T19" fmla="*/ 424 h 152"/>
                <a:gd name="T20" fmla="*/ 27 w 176"/>
                <a:gd name="T21" fmla="*/ 293 h 152"/>
                <a:gd name="T22" fmla="*/ 200 w 176"/>
                <a:gd name="T23" fmla="*/ 28 h 152"/>
                <a:gd name="T24" fmla="*/ 235 w 176"/>
                <a:gd name="T25" fmla="*/ 0 h 152"/>
                <a:gd name="T26" fmla="*/ 236 w 176"/>
                <a:gd name="T27" fmla="*/ 19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6" h="152">
                  <a:moveTo>
                    <a:pt x="70" y="9"/>
                  </a:moveTo>
                  <a:cubicBezTo>
                    <a:pt x="56" y="12"/>
                    <a:pt x="47" y="56"/>
                    <a:pt x="43" y="69"/>
                  </a:cubicBezTo>
                  <a:cubicBezTo>
                    <a:pt x="39" y="84"/>
                    <a:pt x="35" y="105"/>
                    <a:pt x="44" y="118"/>
                  </a:cubicBezTo>
                  <a:cubicBezTo>
                    <a:pt x="56" y="139"/>
                    <a:pt x="81" y="135"/>
                    <a:pt x="99" y="127"/>
                  </a:cubicBezTo>
                  <a:cubicBezTo>
                    <a:pt x="120" y="118"/>
                    <a:pt x="124" y="103"/>
                    <a:pt x="133" y="83"/>
                  </a:cubicBezTo>
                  <a:cubicBezTo>
                    <a:pt x="141" y="68"/>
                    <a:pt x="153" y="58"/>
                    <a:pt x="164" y="78"/>
                  </a:cubicBezTo>
                  <a:cubicBezTo>
                    <a:pt x="169" y="86"/>
                    <a:pt x="176" y="101"/>
                    <a:pt x="173" y="107"/>
                  </a:cubicBezTo>
                  <a:cubicBezTo>
                    <a:pt x="164" y="126"/>
                    <a:pt x="138" y="129"/>
                    <a:pt x="121" y="133"/>
                  </a:cubicBezTo>
                  <a:cubicBezTo>
                    <a:pt x="100" y="139"/>
                    <a:pt x="78" y="152"/>
                    <a:pt x="55" y="148"/>
                  </a:cubicBezTo>
                  <a:cubicBezTo>
                    <a:pt x="42" y="146"/>
                    <a:pt x="31" y="139"/>
                    <a:pt x="25" y="127"/>
                  </a:cubicBezTo>
                  <a:cubicBezTo>
                    <a:pt x="19" y="116"/>
                    <a:pt x="12" y="100"/>
                    <a:pt x="8" y="88"/>
                  </a:cubicBezTo>
                  <a:cubicBezTo>
                    <a:pt x="0" y="57"/>
                    <a:pt x="40" y="28"/>
                    <a:pt x="60" y="9"/>
                  </a:cubicBezTo>
                  <a:cubicBezTo>
                    <a:pt x="63" y="6"/>
                    <a:pt x="65" y="2"/>
                    <a:pt x="70" y="0"/>
                  </a:cubicBezTo>
                  <a:cubicBezTo>
                    <a:pt x="71" y="2"/>
                    <a:pt x="71" y="3"/>
                    <a:pt x="71" y="6"/>
                  </a:cubicBezTo>
                </a:path>
              </a:pathLst>
            </a:custGeom>
            <a:solidFill>
              <a:srgbClr val="5A5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7" name="Freeform 115">
              <a:extLst>
                <a:ext uri="{FF2B5EF4-FFF2-40B4-BE49-F238E27FC236}">
                  <a16:creationId xmlns:a16="http://schemas.microsoft.com/office/drawing/2014/main" id="{B498227B-57B4-4231-8551-CE416CCBA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86"/>
              <a:ext cx="50" cy="43"/>
            </a:xfrm>
            <a:custGeom>
              <a:avLst/>
              <a:gdLst>
                <a:gd name="T0" fmla="*/ 6 w 34"/>
                <a:gd name="T1" fmla="*/ 0 h 29"/>
                <a:gd name="T2" fmla="*/ 51 w 34"/>
                <a:gd name="T3" fmla="*/ 79 h 29"/>
                <a:gd name="T4" fmla="*/ 109 w 34"/>
                <a:gd name="T5" fmla="*/ 27 h 29"/>
                <a:gd name="T6" fmla="*/ 75 w 34"/>
                <a:gd name="T7" fmla="*/ 86 h 29"/>
                <a:gd name="T8" fmla="*/ 26 w 34"/>
                <a:gd name="T9" fmla="*/ 86 h 29"/>
                <a:gd name="T10" fmla="*/ 1 w 34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9">
                  <a:moveTo>
                    <a:pt x="2" y="0"/>
                  </a:moveTo>
                  <a:cubicBezTo>
                    <a:pt x="2" y="10"/>
                    <a:pt x="3" y="24"/>
                    <a:pt x="16" y="24"/>
                  </a:cubicBezTo>
                  <a:cubicBezTo>
                    <a:pt x="25" y="24"/>
                    <a:pt x="31" y="15"/>
                    <a:pt x="34" y="8"/>
                  </a:cubicBezTo>
                  <a:cubicBezTo>
                    <a:pt x="33" y="14"/>
                    <a:pt x="29" y="22"/>
                    <a:pt x="24" y="26"/>
                  </a:cubicBezTo>
                  <a:cubicBezTo>
                    <a:pt x="20" y="28"/>
                    <a:pt x="12" y="29"/>
                    <a:pt x="8" y="26"/>
                  </a:cubicBezTo>
                  <a:cubicBezTo>
                    <a:pt x="1" y="20"/>
                    <a:pt x="0" y="9"/>
                    <a:pt x="1" y="0"/>
                  </a:cubicBezTo>
                </a:path>
              </a:pathLst>
            </a:custGeom>
            <a:solidFill>
              <a:srgbClr val="A29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8" name="Freeform 116">
              <a:extLst>
                <a:ext uri="{FF2B5EF4-FFF2-40B4-BE49-F238E27FC236}">
                  <a16:creationId xmlns:a16="http://schemas.microsoft.com/office/drawing/2014/main" id="{51CD7DD3-2D3E-4619-9D58-9E6866ED1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762"/>
              <a:ext cx="43" cy="47"/>
            </a:xfrm>
            <a:custGeom>
              <a:avLst/>
              <a:gdLst>
                <a:gd name="T0" fmla="*/ 95 w 29"/>
                <a:gd name="T1" fmla="*/ 100 h 32"/>
                <a:gd name="T2" fmla="*/ 28 w 29"/>
                <a:gd name="T3" fmla="*/ 54 h 32"/>
                <a:gd name="T4" fmla="*/ 92 w 29"/>
                <a:gd name="T5" fmla="*/ 35 h 32"/>
                <a:gd name="T6" fmla="*/ 6 w 29"/>
                <a:gd name="T7" fmla="*/ 41 h 32"/>
                <a:gd name="T8" fmla="*/ 87 w 29"/>
                <a:gd name="T9" fmla="*/ 10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2">
                  <a:moveTo>
                    <a:pt x="29" y="31"/>
                  </a:moveTo>
                  <a:cubicBezTo>
                    <a:pt x="24" y="30"/>
                    <a:pt x="11" y="24"/>
                    <a:pt x="9" y="17"/>
                  </a:cubicBezTo>
                  <a:cubicBezTo>
                    <a:pt x="7" y="7"/>
                    <a:pt x="22" y="9"/>
                    <a:pt x="28" y="11"/>
                  </a:cubicBezTo>
                  <a:cubicBezTo>
                    <a:pt x="21" y="4"/>
                    <a:pt x="4" y="0"/>
                    <a:pt x="2" y="13"/>
                  </a:cubicBezTo>
                  <a:cubicBezTo>
                    <a:pt x="0" y="25"/>
                    <a:pt x="19" y="29"/>
                    <a:pt x="27" y="32"/>
                  </a:cubicBezTo>
                </a:path>
              </a:pathLst>
            </a:custGeom>
            <a:solidFill>
              <a:srgbClr val="A29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9" name="Freeform 117">
              <a:extLst>
                <a:ext uri="{FF2B5EF4-FFF2-40B4-BE49-F238E27FC236}">
                  <a16:creationId xmlns:a16="http://schemas.microsoft.com/office/drawing/2014/main" id="{46F6712B-11A1-498D-92B5-3AE7584F1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844"/>
              <a:ext cx="30" cy="52"/>
            </a:xfrm>
            <a:custGeom>
              <a:avLst/>
              <a:gdLst>
                <a:gd name="T0" fmla="*/ 0 w 20"/>
                <a:gd name="T1" fmla="*/ 114 h 35"/>
                <a:gd name="T2" fmla="*/ 35 w 20"/>
                <a:gd name="T3" fmla="*/ 0 h 35"/>
                <a:gd name="T4" fmla="*/ 68 w 20"/>
                <a:gd name="T5" fmla="*/ 79 h 35"/>
                <a:gd name="T6" fmla="*/ 12 w 20"/>
                <a:gd name="T7" fmla="*/ 11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0" y="35"/>
                  </a:moveTo>
                  <a:cubicBezTo>
                    <a:pt x="17" y="26"/>
                    <a:pt x="14" y="17"/>
                    <a:pt x="10" y="0"/>
                  </a:cubicBezTo>
                  <a:cubicBezTo>
                    <a:pt x="13" y="6"/>
                    <a:pt x="20" y="17"/>
                    <a:pt x="20" y="24"/>
                  </a:cubicBezTo>
                  <a:cubicBezTo>
                    <a:pt x="19" y="32"/>
                    <a:pt x="9" y="32"/>
                    <a:pt x="3" y="35"/>
                  </a:cubicBezTo>
                </a:path>
              </a:pathLst>
            </a:custGeom>
            <a:solidFill>
              <a:srgbClr val="A29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0" name="Freeform 118">
              <a:extLst>
                <a:ext uri="{FF2B5EF4-FFF2-40B4-BE49-F238E27FC236}">
                  <a16:creationId xmlns:a16="http://schemas.microsoft.com/office/drawing/2014/main" id="{1A1DC374-5F78-424B-AF0F-8A2BC243E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531"/>
              <a:ext cx="60" cy="118"/>
            </a:xfrm>
            <a:custGeom>
              <a:avLst/>
              <a:gdLst>
                <a:gd name="T0" fmla="*/ 0 w 40"/>
                <a:gd name="T1" fmla="*/ 27 h 79"/>
                <a:gd name="T2" fmla="*/ 86 w 40"/>
                <a:gd name="T3" fmla="*/ 157 h 79"/>
                <a:gd name="T4" fmla="*/ 81 w 40"/>
                <a:gd name="T5" fmla="*/ 0 h 79"/>
                <a:gd name="T6" fmla="*/ 129 w 40"/>
                <a:gd name="T7" fmla="*/ 149 h 79"/>
                <a:gd name="T8" fmla="*/ 81 w 40"/>
                <a:gd name="T9" fmla="*/ 261 h 79"/>
                <a:gd name="T10" fmla="*/ 45 w 40"/>
                <a:gd name="T11" fmla="*/ 140 h 79"/>
                <a:gd name="T12" fmla="*/ 0 w 40"/>
                <a:gd name="T13" fmla="*/ 28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79">
                  <a:moveTo>
                    <a:pt x="0" y="8"/>
                  </a:moveTo>
                  <a:cubicBezTo>
                    <a:pt x="13" y="13"/>
                    <a:pt x="22" y="34"/>
                    <a:pt x="25" y="47"/>
                  </a:cubicBezTo>
                  <a:cubicBezTo>
                    <a:pt x="40" y="38"/>
                    <a:pt x="27" y="11"/>
                    <a:pt x="24" y="0"/>
                  </a:cubicBezTo>
                  <a:cubicBezTo>
                    <a:pt x="35" y="10"/>
                    <a:pt x="39" y="30"/>
                    <a:pt x="38" y="45"/>
                  </a:cubicBezTo>
                  <a:cubicBezTo>
                    <a:pt x="38" y="52"/>
                    <a:pt x="35" y="79"/>
                    <a:pt x="24" y="78"/>
                  </a:cubicBezTo>
                  <a:cubicBezTo>
                    <a:pt x="13" y="77"/>
                    <a:pt x="14" y="49"/>
                    <a:pt x="13" y="42"/>
                  </a:cubicBezTo>
                  <a:cubicBezTo>
                    <a:pt x="12" y="30"/>
                    <a:pt x="6" y="15"/>
                    <a:pt x="0" y="9"/>
                  </a:cubicBezTo>
                </a:path>
              </a:pathLst>
            </a:custGeom>
            <a:solidFill>
              <a:srgbClr val="E6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1" name="Freeform 119">
              <a:extLst>
                <a:ext uri="{FF2B5EF4-FFF2-40B4-BE49-F238E27FC236}">
                  <a16:creationId xmlns:a16="http://schemas.microsoft.com/office/drawing/2014/main" id="{A8BAE893-A2F1-4DD8-AD7E-65ABAEC1E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1593"/>
              <a:ext cx="57" cy="76"/>
            </a:xfrm>
            <a:custGeom>
              <a:avLst/>
              <a:gdLst>
                <a:gd name="T0" fmla="*/ 86 w 38"/>
                <a:gd name="T1" fmla="*/ 168 h 51"/>
                <a:gd name="T2" fmla="*/ 45 w 38"/>
                <a:gd name="T3" fmla="*/ 55 h 51"/>
                <a:gd name="T4" fmla="*/ 129 w 38"/>
                <a:gd name="T5" fmla="*/ 109 h 51"/>
                <a:gd name="T6" fmla="*/ 0 w 38"/>
                <a:gd name="T7" fmla="*/ 0 h 51"/>
                <a:gd name="T8" fmla="*/ 72 w 38"/>
                <a:gd name="T9" fmla="*/ 1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1">
                  <a:moveTo>
                    <a:pt x="25" y="51"/>
                  </a:moveTo>
                  <a:cubicBezTo>
                    <a:pt x="21" y="46"/>
                    <a:pt x="14" y="26"/>
                    <a:pt x="13" y="17"/>
                  </a:cubicBezTo>
                  <a:cubicBezTo>
                    <a:pt x="24" y="18"/>
                    <a:pt x="30" y="26"/>
                    <a:pt x="38" y="33"/>
                  </a:cubicBezTo>
                  <a:cubicBezTo>
                    <a:pt x="25" y="19"/>
                    <a:pt x="19" y="6"/>
                    <a:pt x="0" y="0"/>
                  </a:cubicBezTo>
                  <a:cubicBezTo>
                    <a:pt x="1" y="15"/>
                    <a:pt x="14" y="38"/>
                    <a:pt x="21" y="51"/>
                  </a:cubicBezTo>
                </a:path>
              </a:pathLst>
            </a:custGeom>
            <a:solidFill>
              <a:srgbClr val="E6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2" name="Freeform 120">
              <a:extLst>
                <a:ext uri="{FF2B5EF4-FFF2-40B4-BE49-F238E27FC236}">
                  <a16:creationId xmlns:a16="http://schemas.microsoft.com/office/drawing/2014/main" id="{4CF08ED2-0ED2-4421-9701-AB7F11420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922"/>
              <a:ext cx="79" cy="115"/>
            </a:xfrm>
            <a:custGeom>
              <a:avLst/>
              <a:gdLst>
                <a:gd name="T0" fmla="*/ 94 w 53"/>
                <a:gd name="T1" fmla="*/ 240 h 77"/>
                <a:gd name="T2" fmla="*/ 107 w 53"/>
                <a:gd name="T3" fmla="*/ 243 h 77"/>
                <a:gd name="T4" fmla="*/ 73 w 53"/>
                <a:gd name="T5" fmla="*/ 108 h 77"/>
                <a:gd name="T6" fmla="*/ 176 w 53"/>
                <a:gd name="T7" fmla="*/ 187 h 77"/>
                <a:gd name="T8" fmla="*/ 89 w 53"/>
                <a:gd name="T9" fmla="*/ 55 h 77"/>
                <a:gd name="T10" fmla="*/ 6 w 53"/>
                <a:gd name="T11" fmla="*/ 49 h 77"/>
                <a:gd name="T12" fmla="*/ 69 w 53"/>
                <a:gd name="T13" fmla="*/ 154 h 77"/>
                <a:gd name="T14" fmla="*/ 94 w 53"/>
                <a:gd name="T15" fmla="*/ 257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77">
                  <a:moveTo>
                    <a:pt x="28" y="72"/>
                  </a:moveTo>
                  <a:cubicBezTo>
                    <a:pt x="29" y="72"/>
                    <a:pt x="29" y="74"/>
                    <a:pt x="32" y="73"/>
                  </a:cubicBezTo>
                  <a:cubicBezTo>
                    <a:pt x="40" y="59"/>
                    <a:pt x="29" y="44"/>
                    <a:pt x="22" y="32"/>
                  </a:cubicBezTo>
                  <a:cubicBezTo>
                    <a:pt x="34" y="35"/>
                    <a:pt x="44" y="47"/>
                    <a:pt x="53" y="56"/>
                  </a:cubicBezTo>
                  <a:cubicBezTo>
                    <a:pt x="42" y="44"/>
                    <a:pt x="39" y="29"/>
                    <a:pt x="27" y="17"/>
                  </a:cubicBezTo>
                  <a:cubicBezTo>
                    <a:pt x="20" y="12"/>
                    <a:pt x="3" y="0"/>
                    <a:pt x="2" y="15"/>
                  </a:cubicBezTo>
                  <a:cubicBezTo>
                    <a:pt x="0" y="24"/>
                    <a:pt x="18" y="38"/>
                    <a:pt x="21" y="46"/>
                  </a:cubicBezTo>
                  <a:cubicBezTo>
                    <a:pt x="25" y="56"/>
                    <a:pt x="29" y="67"/>
                    <a:pt x="28" y="77"/>
                  </a:cubicBezTo>
                </a:path>
              </a:pathLst>
            </a:custGeom>
            <a:solidFill>
              <a:srgbClr val="E6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3" name="Freeform 121">
              <a:extLst>
                <a:ext uri="{FF2B5EF4-FFF2-40B4-BE49-F238E27FC236}">
                  <a16:creationId xmlns:a16="http://schemas.microsoft.com/office/drawing/2014/main" id="{5DE4E290-C6B5-40E6-87C4-69A623DAE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105"/>
              <a:ext cx="104" cy="115"/>
            </a:xfrm>
            <a:custGeom>
              <a:avLst/>
              <a:gdLst>
                <a:gd name="T0" fmla="*/ 0 w 70"/>
                <a:gd name="T1" fmla="*/ 0 h 77"/>
                <a:gd name="T2" fmla="*/ 95 w 70"/>
                <a:gd name="T3" fmla="*/ 76 h 77"/>
                <a:gd name="T4" fmla="*/ 183 w 70"/>
                <a:gd name="T5" fmla="*/ 143 h 77"/>
                <a:gd name="T6" fmla="*/ 230 w 70"/>
                <a:gd name="T7" fmla="*/ 257 h 77"/>
                <a:gd name="T8" fmla="*/ 149 w 70"/>
                <a:gd name="T9" fmla="*/ 90 h 77"/>
                <a:gd name="T10" fmla="*/ 0 w 70"/>
                <a:gd name="T11" fmla="*/ 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77">
                  <a:moveTo>
                    <a:pt x="0" y="0"/>
                  </a:moveTo>
                  <a:cubicBezTo>
                    <a:pt x="4" y="16"/>
                    <a:pt x="17" y="17"/>
                    <a:pt x="29" y="23"/>
                  </a:cubicBezTo>
                  <a:cubicBezTo>
                    <a:pt x="40" y="29"/>
                    <a:pt x="48" y="36"/>
                    <a:pt x="56" y="43"/>
                  </a:cubicBezTo>
                  <a:cubicBezTo>
                    <a:pt x="60" y="54"/>
                    <a:pt x="66" y="65"/>
                    <a:pt x="70" y="77"/>
                  </a:cubicBezTo>
                  <a:cubicBezTo>
                    <a:pt x="68" y="53"/>
                    <a:pt x="64" y="41"/>
                    <a:pt x="45" y="27"/>
                  </a:cubicBezTo>
                  <a:cubicBezTo>
                    <a:pt x="32" y="17"/>
                    <a:pt x="9" y="13"/>
                    <a:pt x="0" y="0"/>
                  </a:cubicBezTo>
                </a:path>
              </a:pathLst>
            </a:custGeom>
            <a:solidFill>
              <a:srgbClr val="E6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4" name="Freeform 122">
              <a:extLst>
                <a:ext uri="{FF2B5EF4-FFF2-40B4-BE49-F238E27FC236}">
                  <a16:creationId xmlns:a16="http://schemas.microsoft.com/office/drawing/2014/main" id="{E7C44CF5-D90D-4E52-87DA-28F177314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643"/>
              <a:ext cx="35" cy="122"/>
            </a:xfrm>
            <a:custGeom>
              <a:avLst/>
              <a:gdLst>
                <a:gd name="T0" fmla="*/ 0 w 23"/>
                <a:gd name="T1" fmla="*/ 215 h 81"/>
                <a:gd name="T2" fmla="*/ 35 w 23"/>
                <a:gd name="T3" fmla="*/ 0 h 81"/>
                <a:gd name="T4" fmla="*/ 21 w 23"/>
                <a:gd name="T5" fmla="*/ 211 h 81"/>
                <a:gd name="T6" fmla="*/ 5 w 23"/>
                <a:gd name="T7" fmla="*/ 211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81">
                  <a:moveTo>
                    <a:pt x="0" y="63"/>
                  </a:moveTo>
                  <a:cubicBezTo>
                    <a:pt x="23" y="81"/>
                    <a:pt x="14" y="9"/>
                    <a:pt x="10" y="0"/>
                  </a:cubicBezTo>
                  <a:cubicBezTo>
                    <a:pt x="11" y="18"/>
                    <a:pt x="16" y="47"/>
                    <a:pt x="6" y="62"/>
                  </a:cubicBezTo>
                  <a:cubicBezTo>
                    <a:pt x="5" y="62"/>
                    <a:pt x="3" y="62"/>
                    <a:pt x="1" y="62"/>
                  </a:cubicBezTo>
                </a:path>
              </a:pathLst>
            </a:custGeom>
            <a:solidFill>
              <a:srgbClr val="E6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5" name="Freeform 123">
              <a:extLst>
                <a:ext uri="{FF2B5EF4-FFF2-40B4-BE49-F238E27FC236}">
                  <a16:creationId xmlns:a16="http://schemas.microsoft.com/office/drawing/2014/main" id="{E886F534-4EB4-480B-AE95-B7EF538FF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061"/>
              <a:ext cx="88" cy="134"/>
            </a:xfrm>
            <a:custGeom>
              <a:avLst/>
              <a:gdLst>
                <a:gd name="T0" fmla="*/ 42 w 59"/>
                <a:gd name="T1" fmla="*/ 0 h 90"/>
                <a:gd name="T2" fmla="*/ 27 w 59"/>
                <a:gd name="T3" fmla="*/ 162 h 90"/>
                <a:gd name="T4" fmla="*/ 195 w 59"/>
                <a:gd name="T5" fmla="*/ 241 h 90"/>
                <a:gd name="T6" fmla="*/ 63 w 59"/>
                <a:gd name="T7" fmla="*/ 149 h 90"/>
                <a:gd name="T8" fmla="*/ 40 w 59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0">
                  <a:moveTo>
                    <a:pt x="13" y="0"/>
                  </a:moveTo>
                  <a:cubicBezTo>
                    <a:pt x="3" y="11"/>
                    <a:pt x="0" y="36"/>
                    <a:pt x="8" y="49"/>
                  </a:cubicBezTo>
                  <a:cubicBezTo>
                    <a:pt x="14" y="61"/>
                    <a:pt x="47" y="90"/>
                    <a:pt x="59" y="73"/>
                  </a:cubicBezTo>
                  <a:cubicBezTo>
                    <a:pt x="43" y="70"/>
                    <a:pt x="28" y="59"/>
                    <a:pt x="19" y="45"/>
                  </a:cubicBezTo>
                  <a:cubicBezTo>
                    <a:pt x="9" y="29"/>
                    <a:pt x="12" y="19"/>
                    <a:pt x="12" y="0"/>
                  </a:cubicBezTo>
                </a:path>
              </a:pathLst>
            </a:custGeom>
            <a:solidFill>
              <a:srgbClr val="E6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6" name="Freeform 124">
              <a:extLst>
                <a:ext uri="{FF2B5EF4-FFF2-40B4-BE49-F238E27FC236}">
                  <a16:creationId xmlns:a16="http://schemas.microsoft.com/office/drawing/2014/main" id="{0846B674-1E0E-4F87-B61E-EF6191447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629"/>
              <a:ext cx="461" cy="505"/>
            </a:xfrm>
            <a:custGeom>
              <a:avLst/>
              <a:gdLst>
                <a:gd name="T0" fmla="*/ 696 w 308"/>
                <a:gd name="T1" fmla="*/ 750 h 338"/>
                <a:gd name="T2" fmla="*/ 817 w 308"/>
                <a:gd name="T3" fmla="*/ 893 h 338"/>
                <a:gd name="T4" fmla="*/ 932 w 308"/>
                <a:gd name="T5" fmla="*/ 926 h 338"/>
                <a:gd name="T6" fmla="*/ 1019 w 308"/>
                <a:gd name="T7" fmla="*/ 904 h 338"/>
                <a:gd name="T8" fmla="*/ 991 w 308"/>
                <a:gd name="T9" fmla="*/ 701 h 338"/>
                <a:gd name="T10" fmla="*/ 741 w 308"/>
                <a:gd name="T11" fmla="*/ 374 h 338"/>
                <a:gd name="T12" fmla="*/ 443 w 308"/>
                <a:gd name="T13" fmla="*/ 241 h 338"/>
                <a:gd name="T14" fmla="*/ 225 w 308"/>
                <a:gd name="T15" fmla="*/ 1 h 338"/>
                <a:gd name="T16" fmla="*/ 87 w 308"/>
                <a:gd name="T17" fmla="*/ 149 h 338"/>
                <a:gd name="T18" fmla="*/ 54 w 308"/>
                <a:gd name="T19" fmla="*/ 438 h 338"/>
                <a:gd name="T20" fmla="*/ 55 w 308"/>
                <a:gd name="T21" fmla="*/ 859 h 338"/>
                <a:gd name="T22" fmla="*/ 22 w 308"/>
                <a:gd name="T23" fmla="*/ 1044 h 338"/>
                <a:gd name="T24" fmla="*/ 231 w 308"/>
                <a:gd name="T25" fmla="*/ 1094 h 338"/>
                <a:gd name="T26" fmla="*/ 452 w 308"/>
                <a:gd name="T27" fmla="*/ 864 h 338"/>
                <a:gd name="T28" fmla="*/ 497 w 308"/>
                <a:gd name="T29" fmla="*/ 589 h 338"/>
                <a:gd name="T30" fmla="*/ 714 w 308"/>
                <a:gd name="T31" fmla="*/ 768 h 3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8" h="338">
                  <a:moveTo>
                    <a:pt x="208" y="225"/>
                  </a:moveTo>
                  <a:cubicBezTo>
                    <a:pt x="219" y="239"/>
                    <a:pt x="229" y="257"/>
                    <a:pt x="244" y="268"/>
                  </a:cubicBezTo>
                  <a:cubicBezTo>
                    <a:pt x="255" y="276"/>
                    <a:pt x="266" y="275"/>
                    <a:pt x="278" y="278"/>
                  </a:cubicBezTo>
                  <a:cubicBezTo>
                    <a:pt x="291" y="281"/>
                    <a:pt x="300" y="291"/>
                    <a:pt x="304" y="271"/>
                  </a:cubicBezTo>
                  <a:cubicBezTo>
                    <a:pt x="308" y="252"/>
                    <a:pt x="303" y="227"/>
                    <a:pt x="295" y="210"/>
                  </a:cubicBezTo>
                  <a:cubicBezTo>
                    <a:pt x="279" y="174"/>
                    <a:pt x="255" y="134"/>
                    <a:pt x="221" y="112"/>
                  </a:cubicBezTo>
                  <a:cubicBezTo>
                    <a:pt x="193" y="94"/>
                    <a:pt x="153" y="99"/>
                    <a:pt x="132" y="72"/>
                  </a:cubicBezTo>
                  <a:cubicBezTo>
                    <a:pt x="117" y="51"/>
                    <a:pt x="98" y="1"/>
                    <a:pt x="67" y="1"/>
                  </a:cubicBezTo>
                  <a:cubicBezTo>
                    <a:pt x="47" y="0"/>
                    <a:pt x="33" y="29"/>
                    <a:pt x="26" y="45"/>
                  </a:cubicBezTo>
                  <a:cubicBezTo>
                    <a:pt x="16" y="71"/>
                    <a:pt x="15" y="104"/>
                    <a:pt x="16" y="131"/>
                  </a:cubicBezTo>
                  <a:cubicBezTo>
                    <a:pt x="18" y="175"/>
                    <a:pt x="31" y="215"/>
                    <a:pt x="17" y="258"/>
                  </a:cubicBezTo>
                  <a:cubicBezTo>
                    <a:pt x="11" y="275"/>
                    <a:pt x="0" y="296"/>
                    <a:pt x="7" y="313"/>
                  </a:cubicBezTo>
                  <a:cubicBezTo>
                    <a:pt x="16" y="336"/>
                    <a:pt x="51" y="338"/>
                    <a:pt x="69" y="328"/>
                  </a:cubicBezTo>
                  <a:cubicBezTo>
                    <a:pt x="99" y="312"/>
                    <a:pt x="132" y="295"/>
                    <a:pt x="135" y="259"/>
                  </a:cubicBezTo>
                  <a:cubicBezTo>
                    <a:pt x="137" y="232"/>
                    <a:pt x="113" y="194"/>
                    <a:pt x="148" y="177"/>
                  </a:cubicBezTo>
                  <a:cubicBezTo>
                    <a:pt x="178" y="162"/>
                    <a:pt x="210" y="203"/>
                    <a:pt x="213" y="230"/>
                  </a:cubicBezTo>
                </a:path>
              </a:pathLst>
            </a:custGeom>
            <a:solidFill>
              <a:srgbClr val="E53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7" name="Freeform 125">
              <a:extLst>
                <a:ext uri="{FF2B5EF4-FFF2-40B4-BE49-F238E27FC236}">
                  <a16:creationId xmlns:a16="http://schemas.microsoft.com/office/drawing/2014/main" id="{7D850EF0-154F-4BF5-9FB7-6AD0B9B13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093"/>
              <a:ext cx="197" cy="116"/>
            </a:xfrm>
            <a:custGeom>
              <a:avLst/>
              <a:gdLst>
                <a:gd name="T0" fmla="*/ 13 w 132"/>
                <a:gd name="T1" fmla="*/ 0 h 77"/>
                <a:gd name="T2" fmla="*/ 130 w 132"/>
                <a:gd name="T3" fmla="*/ 93 h 77"/>
                <a:gd name="T4" fmla="*/ 221 w 132"/>
                <a:gd name="T5" fmla="*/ 157 h 77"/>
                <a:gd name="T6" fmla="*/ 263 w 132"/>
                <a:gd name="T7" fmla="*/ 252 h 77"/>
                <a:gd name="T8" fmla="*/ 316 w 132"/>
                <a:gd name="T9" fmla="*/ 238 h 77"/>
                <a:gd name="T10" fmla="*/ 390 w 132"/>
                <a:gd name="T11" fmla="*/ 237 h 77"/>
                <a:gd name="T12" fmla="*/ 419 w 132"/>
                <a:gd name="T13" fmla="*/ 102 h 77"/>
                <a:gd name="T14" fmla="*/ 303 w 132"/>
                <a:gd name="T15" fmla="*/ 39 h 77"/>
                <a:gd name="T16" fmla="*/ 69 w 132"/>
                <a:gd name="T17" fmla="*/ 12 h 77"/>
                <a:gd name="T18" fmla="*/ 13 w 132"/>
                <a:gd name="T19" fmla="*/ 0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77">
                  <a:moveTo>
                    <a:pt x="4" y="0"/>
                  </a:moveTo>
                  <a:cubicBezTo>
                    <a:pt x="0" y="14"/>
                    <a:pt x="29" y="23"/>
                    <a:pt x="39" y="27"/>
                  </a:cubicBezTo>
                  <a:cubicBezTo>
                    <a:pt x="52" y="31"/>
                    <a:pt x="60" y="33"/>
                    <a:pt x="66" y="46"/>
                  </a:cubicBezTo>
                  <a:cubicBezTo>
                    <a:pt x="71" y="55"/>
                    <a:pt x="68" y="71"/>
                    <a:pt x="79" y="74"/>
                  </a:cubicBezTo>
                  <a:cubicBezTo>
                    <a:pt x="87" y="77"/>
                    <a:pt x="88" y="72"/>
                    <a:pt x="95" y="70"/>
                  </a:cubicBezTo>
                  <a:cubicBezTo>
                    <a:pt x="102" y="68"/>
                    <a:pt x="112" y="72"/>
                    <a:pt x="117" y="69"/>
                  </a:cubicBezTo>
                  <a:cubicBezTo>
                    <a:pt x="129" y="63"/>
                    <a:pt x="132" y="40"/>
                    <a:pt x="126" y="30"/>
                  </a:cubicBezTo>
                  <a:cubicBezTo>
                    <a:pt x="120" y="19"/>
                    <a:pt x="103" y="13"/>
                    <a:pt x="91" y="11"/>
                  </a:cubicBezTo>
                  <a:cubicBezTo>
                    <a:pt x="68" y="6"/>
                    <a:pt x="44" y="7"/>
                    <a:pt x="21" y="3"/>
                  </a:cubicBezTo>
                  <a:cubicBezTo>
                    <a:pt x="15" y="2"/>
                    <a:pt x="10" y="1"/>
                    <a:pt x="4" y="0"/>
                  </a:cubicBezTo>
                </a:path>
              </a:pathLst>
            </a:custGeom>
            <a:solidFill>
              <a:srgbClr val="E53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8" name="Freeform 126">
              <a:extLst>
                <a:ext uri="{FF2B5EF4-FFF2-40B4-BE49-F238E27FC236}">
                  <a16:creationId xmlns:a16="http://schemas.microsoft.com/office/drawing/2014/main" id="{3F064945-1367-495F-A8EA-CF12F01FE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087"/>
              <a:ext cx="452" cy="613"/>
            </a:xfrm>
            <a:custGeom>
              <a:avLst/>
              <a:gdLst>
                <a:gd name="T0" fmla="*/ 573 w 302"/>
                <a:gd name="T1" fmla="*/ 40 h 410"/>
                <a:gd name="T2" fmla="*/ 744 w 302"/>
                <a:gd name="T3" fmla="*/ 22 h 410"/>
                <a:gd name="T4" fmla="*/ 844 w 302"/>
                <a:gd name="T5" fmla="*/ 157 h 410"/>
                <a:gd name="T6" fmla="*/ 979 w 302"/>
                <a:gd name="T7" fmla="*/ 263 h 410"/>
                <a:gd name="T8" fmla="*/ 956 w 302"/>
                <a:gd name="T9" fmla="*/ 378 h 410"/>
                <a:gd name="T10" fmla="*/ 798 w 302"/>
                <a:gd name="T11" fmla="*/ 411 h 410"/>
                <a:gd name="T12" fmla="*/ 560 w 302"/>
                <a:gd name="T13" fmla="*/ 478 h 410"/>
                <a:gd name="T14" fmla="*/ 269 w 302"/>
                <a:gd name="T15" fmla="*/ 804 h 410"/>
                <a:gd name="T16" fmla="*/ 230 w 302"/>
                <a:gd name="T17" fmla="*/ 997 h 410"/>
                <a:gd name="T18" fmla="*/ 230 w 302"/>
                <a:gd name="T19" fmla="*/ 1147 h 410"/>
                <a:gd name="T20" fmla="*/ 141 w 302"/>
                <a:gd name="T21" fmla="*/ 1364 h 410"/>
                <a:gd name="T22" fmla="*/ 15 w 302"/>
                <a:gd name="T23" fmla="*/ 1331 h 410"/>
                <a:gd name="T24" fmla="*/ 40 w 302"/>
                <a:gd name="T25" fmla="*/ 1269 h 410"/>
                <a:gd name="T26" fmla="*/ 81 w 302"/>
                <a:gd name="T27" fmla="*/ 1160 h 410"/>
                <a:gd name="T28" fmla="*/ 40 w 302"/>
                <a:gd name="T29" fmla="*/ 949 h 410"/>
                <a:gd name="T30" fmla="*/ 6 w 302"/>
                <a:gd name="T31" fmla="*/ 764 h 410"/>
                <a:gd name="T32" fmla="*/ 162 w 302"/>
                <a:gd name="T33" fmla="*/ 432 h 410"/>
                <a:gd name="T34" fmla="*/ 278 w 302"/>
                <a:gd name="T35" fmla="*/ 329 h 410"/>
                <a:gd name="T36" fmla="*/ 412 w 302"/>
                <a:gd name="T37" fmla="*/ 302 h 410"/>
                <a:gd name="T38" fmla="*/ 608 w 302"/>
                <a:gd name="T39" fmla="*/ 170 h 410"/>
                <a:gd name="T40" fmla="*/ 569 w 302"/>
                <a:gd name="T41" fmla="*/ 28 h 4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02" h="410">
                  <a:moveTo>
                    <a:pt x="171" y="12"/>
                  </a:moveTo>
                  <a:cubicBezTo>
                    <a:pt x="181" y="3"/>
                    <a:pt x="213" y="0"/>
                    <a:pt x="222" y="7"/>
                  </a:cubicBezTo>
                  <a:cubicBezTo>
                    <a:pt x="234" y="16"/>
                    <a:pt x="241" y="36"/>
                    <a:pt x="252" y="47"/>
                  </a:cubicBezTo>
                  <a:cubicBezTo>
                    <a:pt x="264" y="58"/>
                    <a:pt x="283" y="66"/>
                    <a:pt x="292" y="79"/>
                  </a:cubicBezTo>
                  <a:cubicBezTo>
                    <a:pt x="302" y="92"/>
                    <a:pt x="293" y="102"/>
                    <a:pt x="285" y="113"/>
                  </a:cubicBezTo>
                  <a:cubicBezTo>
                    <a:pt x="273" y="131"/>
                    <a:pt x="258" y="124"/>
                    <a:pt x="238" y="123"/>
                  </a:cubicBezTo>
                  <a:cubicBezTo>
                    <a:pt x="212" y="122"/>
                    <a:pt x="189" y="131"/>
                    <a:pt x="167" y="143"/>
                  </a:cubicBezTo>
                  <a:cubicBezTo>
                    <a:pt x="128" y="166"/>
                    <a:pt x="96" y="198"/>
                    <a:pt x="80" y="241"/>
                  </a:cubicBezTo>
                  <a:cubicBezTo>
                    <a:pt x="73" y="259"/>
                    <a:pt x="72" y="280"/>
                    <a:pt x="69" y="298"/>
                  </a:cubicBezTo>
                  <a:cubicBezTo>
                    <a:pt x="67" y="313"/>
                    <a:pt x="67" y="328"/>
                    <a:pt x="69" y="343"/>
                  </a:cubicBezTo>
                  <a:cubicBezTo>
                    <a:pt x="71" y="370"/>
                    <a:pt x="74" y="404"/>
                    <a:pt x="42" y="408"/>
                  </a:cubicBezTo>
                  <a:cubicBezTo>
                    <a:pt x="33" y="409"/>
                    <a:pt x="9" y="410"/>
                    <a:pt x="5" y="398"/>
                  </a:cubicBezTo>
                  <a:cubicBezTo>
                    <a:pt x="1" y="390"/>
                    <a:pt x="9" y="385"/>
                    <a:pt x="12" y="380"/>
                  </a:cubicBezTo>
                  <a:cubicBezTo>
                    <a:pt x="18" y="370"/>
                    <a:pt x="21" y="358"/>
                    <a:pt x="24" y="347"/>
                  </a:cubicBezTo>
                  <a:cubicBezTo>
                    <a:pt x="32" y="324"/>
                    <a:pt x="19" y="307"/>
                    <a:pt x="12" y="284"/>
                  </a:cubicBezTo>
                  <a:cubicBezTo>
                    <a:pt x="6" y="267"/>
                    <a:pt x="0" y="248"/>
                    <a:pt x="2" y="229"/>
                  </a:cubicBezTo>
                  <a:cubicBezTo>
                    <a:pt x="5" y="195"/>
                    <a:pt x="29" y="157"/>
                    <a:pt x="48" y="129"/>
                  </a:cubicBezTo>
                  <a:cubicBezTo>
                    <a:pt x="58" y="116"/>
                    <a:pt x="68" y="105"/>
                    <a:pt x="83" y="98"/>
                  </a:cubicBezTo>
                  <a:cubicBezTo>
                    <a:pt x="95" y="91"/>
                    <a:pt x="109" y="93"/>
                    <a:pt x="123" y="90"/>
                  </a:cubicBezTo>
                  <a:cubicBezTo>
                    <a:pt x="146" y="86"/>
                    <a:pt x="171" y="74"/>
                    <a:pt x="181" y="51"/>
                  </a:cubicBezTo>
                  <a:cubicBezTo>
                    <a:pt x="186" y="39"/>
                    <a:pt x="182" y="16"/>
                    <a:pt x="170" y="9"/>
                  </a:cubicBezTo>
                </a:path>
              </a:pathLst>
            </a:custGeom>
            <a:solidFill>
              <a:srgbClr val="E53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9" name="Freeform 127">
              <a:extLst>
                <a:ext uri="{FF2B5EF4-FFF2-40B4-BE49-F238E27FC236}">
                  <a16:creationId xmlns:a16="http://schemas.microsoft.com/office/drawing/2014/main" id="{E40624F2-9978-4409-A20F-537FBDCB5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539"/>
              <a:ext cx="263" cy="393"/>
            </a:xfrm>
            <a:custGeom>
              <a:avLst/>
              <a:gdLst>
                <a:gd name="T0" fmla="*/ 366 w 176"/>
                <a:gd name="T1" fmla="*/ 339 h 263"/>
                <a:gd name="T2" fmla="*/ 339 w 176"/>
                <a:gd name="T3" fmla="*/ 103 h 263"/>
                <a:gd name="T4" fmla="*/ 560 w 176"/>
                <a:gd name="T5" fmla="*/ 157 h 263"/>
                <a:gd name="T6" fmla="*/ 525 w 176"/>
                <a:gd name="T7" fmla="*/ 49 h 263"/>
                <a:gd name="T8" fmla="*/ 424 w 176"/>
                <a:gd name="T9" fmla="*/ 1 h 263"/>
                <a:gd name="T10" fmla="*/ 197 w 176"/>
                <a:gd name="T11" fmla="*/ 103 h 263"/>
                <a:gd name="T12" fmla="*/ 82 w 176"/>
                <a:gd name="T13" fmla="*/ 586 h 263"/>
                <a:gd name="T14" fmla="*/ 181 w 176"/>
                <a:gd name="T15" fmla="*/ 762 h 263"/>
                <a:gd name="T16" fmla="*/ 281 w 176"/>
                <a:gd name="T17" fmla="*/ 586 h 2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6" h="263">
                  <a:moveTo>
                    <a:pt x="110" y="102"/>
                  </a:moveTo>
                  <a:cubicBezTo>
                    <a:pt x="112" y="76"/>
                    <a:pt x="83" y="55"/>
                    <a:pt x="102" y="31"/>
                  </a:cubicBezTo>
                  <a:cubicBezTo>
                    <a:pt x="124" y="4"/>
                    <a:pt x="149" y="34"/>
                    <a:pt x="168" y="47"/>
                  </a:cubicBezTo>
                  <a:cubicBezTo>
                    <a:pt x="176" y="38"/>
                    <a:pt x="164" y="22"/>
                    <a:pt x="157" y="15"/>
                  </a:cubicBezTo>
                  <a:cubicBezTo>
                    <a:pt x="148" y="4"/>
                    <a:pt x="141" y="1"/>
                    <a:pt x="127" y="1"/>
                  </a:cubicBezTo>
                  <a:cubicBezTo>
                    <a:pt x="99" y="0"/>
                    <a:pt x="79" y="12"/>
                    <a:pt x="59" y="31"/>
                  </a:cubicBezTo>
                  <a:cubicBezTo>
                    <a:pt x="27" y="64"/>
                    <a:pt x="0" y="132"/>
                    <a:pt x="25" y="175"/>
                  </a:cubicBezTo>
                  <a:cubicBezTo>
                    <a:pt x="34" y="191"/>
                    <a:pt x="41" y="214"/>
                    <a:pt x="54" y="228"/>
                  </a:cubicBezTo>
                  <a:cubicBezTo>
                    <a:pt x="87" y="263"/>
                    <a:pt x="79" y="186"/>
                    <a:pt x="84" y="175"/>
                  </a:cubicBezTo>
                </a:path>
              </a:pathLst>
            </a:custGeom>
            <a:solidFill>
              <a:srgbClr val="E53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0" name="Freeform 128">
              <a:extLst>
                <a:ext uri="{FF2B5EF4-FFF2-40B4-BE49-F238E27FC236}">
                  <a16:creationId xmlns:a16="http://schemas.microsoft.com/office/drawing/2014/main" id="{53575AA3-99CD-4D00-BE64-B42007C1F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579"/>
              <a:ext cx="25" cy="32"/>
            </a:xfrm>
            <a:custGeom>
              <a:avLst/>
              <a:gdLst>
                <a:gd name="T0" fmla="*/ 0 w 17"/>
                <a:gd name="T1" fmla="*/ 0 h 21"/>
                <a:gd name="T2" fmla="*/ 28 w 17"/>
                <a:gd name="T3" fmla="*/ 46 h 21"/>
                <a:gd name="T4" fmla="*/ 54 w 17"/>
                <a:gd name="T5" fmla="*/ 8 h 21"/>
                <a:gd name="T6" fmla="*/ 28 w 17"/>
                <a:gd name="T7" fmla="*/ 70 h 21"/>
                <a:gd name="T8" fmla="*/ 6 w 17"/>
                <a:gd name="T9" fmla="*/ 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1">
                  <a:moveTo>
                    <a:pt x="0" y="0"/>
                  </a:moveTo>
                  <a:cubicBezTo>
                    <a:pt x="4" y="3"/>
                    <a:pt x="4" y="11"/>
                    <a:pt x="9" y="13"/>
                  </a:cubicBezTo>
                  <a:cubicBezTo>
                    <a:pt x="14" y="15"/>
                    <a:pt x="17" y="7"/>
                    <a:pt x="17" y="2"/>
                  </a:cubicBezTo>
                  <a:cubicBezTo>
                    <a:pt x="17" y="6"/>
                    <a:pt x="16" y="21"/>
                    <a:pt x="9" y="20"/>
                  </a:cubicBezTo>
                  <a:cubicBezTo>
                    <a:pt x="5" y="19"/>
                    <a:pt x="4" y="6"/>
                    <a:pt x="2" y="2"/>
                  </a:cubicBezTo>
                </a:path>
              </a:pathLst>
            </a:custGeom>
            <a:solidFill>
              <a:srgbClr val="F4A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1" name="Freeform 129">
              <a:extLst>
                <a:ext uri="{FF2B5EF4-FFF2-40B4-BE49-F238E27FC236}">
                  <a16:creationId xmlns:a16="http://schemas.microsoft.com/office/drawing/2014/main" id="{451EC626-4256-4D93-815C-9A7B23F56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615"/>
              <a:ext cx="24" cy="28"/>
            </a:xfrm>
            <a:custGeom>
              <a:avLst/>
              <a:gdLst>
                <a:gd name="T0" fmla="*/ 21 w 16"/>
                <a:gd name="T1" fmla="*/ 59 h 19"/>
                <a:gd name="T2" fmla="*/ 21 w 16"/>
                <a:gd name="T3" fmla="*/ 22 h 19"/>
                <a:gd name="T4" fmla="*/ 54 w 16"/>
                <a:gd name="T5" fmla="*/ 22 h 19"/>
                <a:gd name="T6" fmla="*/ 8 w 16"/>
                <a:gd name="T7" fmla="*/ 0 h 19"/>
                <a:gd name="T8" fmla="*/ 18 w 16"/>
                <a:gd name="T9" fmla="*/ 6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6" y="18"/>
                  </a:moveTo>
                  <a:cubicBezTo>
                    <a:pt x="4" y="15"/>
                    <a:pt x="3" y="10"/>
                    <a:pt x="6" y="7"/>
                  </a:cubicBezTo>
                  <a:cubicBezTo>
                    <a:pt x="8" y="4"/>
                    <a:pt x="14" y="5"/>
                    <a:pt x="16" y="7"/>
                  </a:cubicBezTo>
                  <a:cubicBezTo>
                    <a:pt x="12" y="3"/>
                    <a:pt x="7" y="0"/>
                    <a:pt x="2" y="0"/>
                  </a:cubicBezTo>
                  <a:cubicBezTo>
                    <a:pt x="0" y="6"/>
                    <a:pt x="3" y="13"/>
                    <a:pt x="5" y="19"/>
                  </a:cubicBezTo>
                </a:path>
              </a:pathLst>
            </a:custGeom>
            <a:solidFill>
              <a:srgbClr val="F4A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2" name="Freeform 130">
              <a:extLst>
                <a:ext uri="{FF2B5EF4-FFF2-40B4-BE49-F238E27FC236}">
                  <a16:creationId xmlns:a16="http://schemas.microsoft.com/office/drawing/2014/main" id="{767B9BD4-A92D-40D9-935C-3E74BB831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969"/>
              <a:ext cx="39" cy="39"/>
            </a:xfrm>
            <a:custGeom>
              <a:avLst/>
              <a:gdLst>
                <a:gd name="T0" fmla="*/ 48 w 26"/>
                <a:gd name="T1" fmla="*/ 86 h 26"/>
                <a:gd name="T2" fmla="*/ 41 w 26"/>
                <a:gd name="T3" fmla="*/ 27 h 26"/>
                <a:gd name="T4" fmla="*/ 89 w 26"/>
                <a:gd name="T5" fmla="*/ 54 h 26"/>
                <a:gd name="T6" fmla="*/ 59 w 26"/>
                <a:gd name="T7" fmla="*/ 21 h 26"/>
                <a:gd name="T8" fmla="*/ 18 w 26"/>
                <a:gd name="T9" fmla="*/ 5 h 26"/>
                <a:gd name="T10" fmla="*/ 26 w 26"/>
                <a:gd name="T11" fmla="*/ 41 h 26"/>
                <a:gd name="T12" fmla="*/ 41 w 26"/>
                <a:gd name="T13" fmla="*/ 8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6">
                  <a:moveTo>
                    <a:pt x="14" y="25"/>
                  </a:moveTo>
                  <a:cubicBezTo>
                    <a:pt x="12" y="21"/>
                    <a:pt x="7" y="11"/>
                    <a:pt x="12" y="8"/>
                  </a:cubicBezTo>
                  <a:cubicBezTo>
                    <a:pt x="15" y="5"/>
                    <a:pt x="23" y="14"/>
                    <a:pt x="26" y="16"/>
                  </a:cubicBezTo>
                  <a:cubicBezTo>
                    <a:pt x="23" y="12"/>
                    <a:pt x="21" y="9"/>
                    <a:pt x="17" y="6"/>
                  </a:cubicBezTo>
                  <a:cubicBezTo>
                    <a:pt x="15" y="4"/>
                    <a:pt x="9" y="0"/>
                    <a:pt x="5" y="1"/>
                  </a:cubicBezTo>
                  <a:cubicBezTo>
                    <a:pt x="0" y="2"/>
                    <a:pt x="6" y="9"/>
                    <a:pt x="7" y="12"/>
                  </a:cubicBezTo>
                  <a:cubicBezTo>
                    <a:pt x="9" y="17"/>
                    <a:pt x="10" y="21"/>
                    <a:pt x="12" y="26"/>
                  </a:cubicBezTo>
                </a:path>
              </a:pathLst>
            </a:custGeom>
            <a:solidFill>
              <a:srgbClr val="F4A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3" name="Freeform 131">
              <a:extLst>
                <a:ext uri="{FF2B5EF4-FFF2-40B4-BE49-F238E27FC236}">
                  <a16:creationId xmlns:a16="http://schemas.microsoft.com/office/drawing/2014/main" id="{BD3E2C86-17DD-483A-9876-5003451B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132"/>
              <a:ext cx="67" cy="65"/>
            </a:xfrm>
            <a:custGeom>
              <a:avLst/>
              <a:gdLst>
                <a:gd name="T0" fmla="*/ 0 w 45"/>
                <a:gd name="T1" fmla="*/ 0 h 43"/>
                <a:gd name="T2" fmla="*/ 149 w 45"/>
                <a:gd name="T3" fmla="*/ 148 h 43"/>
                <a:gd name="T4" fmla="*/ 0 w 45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3">
                  <a:moveTo>
                    <a:pt x="0" y="0"/>
                  </a:moveTo>
                  <a:cubicBezTo>
                    <a:pt x="0" y="0"/>
                    <a:pt x="34" y="12"/>
                    <a:pt x="45" y="43"/>
                  </a:cubicBezTo>
                  <a:cubicBezTo>
                    <a:pt x="45" y="43"/>
                    <a:pt x="43" y="16"/>
                    <a:pt x="0" y="0"/>
                  </a:cubicBezTo>
                  <a:close/>
                </a:path>
              </a:pathLst>
            </a:custGeom>
            <a:solidFill>
              <a:srgbClr val="F4A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4" name="Freeform 132">
              <a:extLst>
                <a:ext uri="{FF2B5EF4-FFF2-40B4-BE49-F238E27FC236}">
                  <a16:creationId xmlns:a16="http://schemas.microsoft.com/office/drawing/2014/main" id="{41BCB71F-C951-494D-97D9-09B37907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679"/>
              <a:ext cx="37" cy="63"/>
            </a:xfrm>
            <a:custGeom>
              <a:avLst/>
              <a:gdLst>
                <a:gd name="T0" fmla="*/ 0 w 25"/>
                <a:gd name="T1" fmla="*/ 143 h 42"/>
                <a:gd name="T2" fmla="*/ 46 w 25"/>
                <a:gd name="T3" fmla="*/ 0 h 42"/>
                <a:gd name="T4" fmla="*/ 0 w 25"/>
                <a:gd name="T5" fmla="*/ 14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2">
                  <a:moveTo>
                    <a:pt x="0" y="42"/>
                  </a:moveTo>
                  <a:cubicBezTo>
                    <a:pt x="0" y="42"/>
                    <a:pt x="18" y="41"/>
                    <a:pt x="14" y="0"/>
                  </a:cubicBezTo>
                  <a:cubicBezTo>
                    <a:pt x="14" y="0"/>
                    <a:pt x="25" y="39"/>
                    <a:pt x="0" y="42"/>
                  </a:cubicBezTo>
                  <a:close/>
                </a:path>
              </a:pathLst>
            </a:custGeom>
            <a:solidFill>
              <a:srgbClr val="F4A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5" name="Freeform 133">
              <a:extLst>
                <a:ext uri="{FF2B5EF4-FFF2-40B4-BE49-F238E27FC236}">
                  <a16:creationId xmlns:a16="http://schemas.microsoft.com/office/drawing/2014/main" id="{8F68C629-8062-41FD-A897-06E3E54F8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087"/>
              <a:ext cx="79" cy="89"/>
            </a:xfrm>
            <a:custGeom>
              <a:avLst/>
              <a:gdLst>
                <a:gd name="T0" fmla="*/ 40 w 53"/>
                <a:gd name="T1" fmla="*/ 0 h 59"/>
                <a:gd name="T2" fmla="*/ 176 w 53"/>
                <a:gd name="T3" fmla="*/ 202 h 59"/>
                <a:gd name="T4" fmla="*/ 40 w 53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9">
                  <a:moveTo>
                    <a:pt x="12" y="0"/>
                  </a:moveTo>
                  <a:cubicBezTo>
                    <a:pt x="12" y="0"/>
                    <a:pt x="0" y="39"/>
                    <a:pt x="53" y="59"/>
                  </a:cubicBezTo>
                  <a:cubicBezTo>
                    <a:pt x="53" y="59"/>
                    <a:pt x="6" y="34"/>
                    <a:pt x="12" y="0"/>
                  </a:cubicBezTo>
                  <a:close/>
                </a:path>
              </a:pathLst>
            </a:custGeom>
            <a:solidFill>
              <a:srgbClr val="F4A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6" name="Freeform 134">
              <a:extLst>
                <a:ext uri="{FF2B5EF4-FFF2-40B4-BE49-F238E27FC236}">
                  <a16:creationId xmlns:a16="http://schemas.microsoft.com/office/drawing/2014/main" id="{6B5FF0D3-55E1-4FD5-8EBD-AED749678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297"/>
              <a:ext cx="107" cy="42"/>
            </a:xfrm>
            <a:custGeom>
              <a:avLst/>
              <a:gdLst>
                <a:gd name="T0" fmla="*/ 227 w 72"/>
                <a:gd name="T1" fmla="*/ 39 h 28"/>
                <a:gd name="T2" fmla="*/ 108 w 72"/>
                <a:gd name="T3" fmla="*/ 54 h 28"/>
                <a:gd name="T4" fmla="*/ 227 w 72"/>
                <a:gd name="T5" fmla="*/ 93 h 28"/>
                <a:gd name="T6" fmla="*/ 88 w 72"/>
                <a:gd name="T7" fmla="*/ 81 h 28"/>
                <a:gd name="T8" fmla="*/ 49 w 72"/>
                <a:gd name="T9" fmla="*/ 18 h 28"/>
                <a:gd name="T10" fmla="*/ 168 w 72"/>
                <a:gd name="T11" fmla="*/ 14 h 28"/>
                <a:gd name="T12" fmla="*/ 236 w 72"/>
                <a:gd name="T13" fmla="*/ 39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8">
                  <a:moveTo>
                    <a:pt x="69" y="11"/>
                  </a:moveTo>
                  <a:cubicBezTo>
                    <a:pt x="56" y="11"/>
                    <a:pt x="45" y="12"/>
                    <a:pt x="33" y="16"/>
                  </a:cubicBezTo>
                  <a:cubicBezTo>
                    <a:pt x="37" y="23"/>
                    <a:pt x="62" y="25"/>
                    <a:pt x="69" y="27"/>
                  </a:cubicBezTo>
                  <a:cubicBezTo>
                    <a:pt x="55" y="26"/>
                    <a:pt x="41" y="28"/>
                    <a:pt x="27" y="24"/>
                  </a:cubicBezTo>
                  <a:cubicBezTo>
                    <a:pt x="19" y="22"/>
                    <a:pt x="0" y="13"/>
                    <a:pt x="15" y="5"/>
                  </a:cubicBezTo>
                  <a:cubicBezTo>
                    <a:pt x="24" y="0"/>
                    <a:pt x="40" y="3"/>
                    <a:pt x="51" y="4"/>
                  </a:cubicBezTo>
                  <a:cubicBezTo>
                    <a:pt x="59" y="5"/>
                    <a:pt x="65" y="7"/>
                    <a:pt x="72" y="11"/>
                  </a:cubicBezTo>
                </a:path>
              </a:pathLst>
            </a:custGeom>
            <a:solidFill>
              <a:srgbClr val="AED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7" name="Freeform 135">
              <a:extLst>
                <a:ext uri="{FF2B5EF4-FFF2-40B4-BE49-F238E27FC236}">
                  <a16:creationId xmlns:a16="http://schemas.microsoft.com/office/drawing/2014/main" id="{722759D8-FF57-4F01-87F9-FF860D806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617"/>
              <a:ext cx="66" cy="121"/>
            </a:xfrm>
            <a:custGeom>
              <a:avLst/>
              <a:gdLst>
                <a:gd name="T0" fmla="*/ 113 w 44"/>
                <a:gd name="T1" fmla="*/ 241 h 81"/>
                <a:gd name="T2" fmla="*/ 80 w 44"/>
                <a:gd name="T3" fmla="*/ 103 h 81"/>
                <a:gd name="T4" fmla="*/ 149 w 44"/>
                <a:gd name="T5" fmla="*/ 148 h 81"/>
                <a:gd name="T6" fmla="*/ 68 w 44"/>
                <a:gd name="T7" fmla="*/ 54 h 81"/>
                <a:gd name="T8" fmla="*/ 26 w 44"/>
                <a:gd name="T9" fmla="*/ 6 h 81"/>
                <a:gd name="T10" fmla="*/ 26 w 44"/>
                <a:gd name="T11" fmla="*/ 76 h 81"/>
                <a:gd name="T12" fmla="*/ 75 w 44"/>
                <a:gd name="T13" fmla="*/ 194 h 81"/>
                <a:gd name="T14" fmla="*/ 116 w 44"/>
                <a:gd name="T15" fmla="*/ 270 h 81"/>
                <a:gd name="T16" fmla="*/ 108 w 44"/>
                <a:gd name="T17" fmla="*/ 236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81">
                  <a:moveTo>
                    <a:pt x="33" y="72"/>
                  </a:moveTo>
                  <a:cubicBezTo>
                    <a:pt x="34" y="59"/>
                    <a:pt x="28" y="43"/>
                    <a:pt x="23" y="31"/>
                  </a:cubicBezTo>
                  <a:cubicBezTo>
                    <a:pt x="30" y="36"/>
                    <a:pt x="36" y="42"/>
                    <a:pt x="44" y="44"/>
                  </a:cubicBezTo>
                  <a:cubicBezTo>
                    <a:pt x="38" y="34"/>
                    <a:pt x="26" y="26"/>
                    <a:pt x="20" y="16"/>
                  </a:cubicBezTo>
                  <a:cubicBezTo>
                    <a:pt x="18" y="13"/>
                    <a:pt x="11" y="0"/>
                    <a:pt x="7" y="2"/>
                  </a:cubicBezTo>
                  <a:cubicBezTo>
                    <a:pt x="0" y="3"/>
                    <a:pt x="6" y="20"/>
                    <a:pt x="7" y="23"/>
                  </a:cubicBezTo>
                  <a:cubicBezTo>
                    <a:pt x="11" y="35"/>
                    <a:pt x="16" y="48"/>
                    <a:pt x="22" y="58"/>
                  </a:cubicBezTo>
                  <a:cubicBezTo>
                    <a:pt x="27" y="67"/>
                    <a:pt x="32" y="72"/>
                    <a:pt x="34" y="81"/>
                  </a:cubicBezTo>
                  <a:cubicBezTo>
                    <a:pt x="34" y="78"/>
                    <a:pt x="33" y="74"/>
                    <a:pt x="32" y="71"/>
                  </a:cubicBezTo>
                </a:path>
              </a:pathLst>
            </a:custGeom>
            <a:solidFill>
              <a:srgbClr val="AED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8" name="Freeform 136">
              <a:extLst>
                <a:ext uri="{FF2B5EF4-FFF2-40B4-BE49-F238E27FC236}">
                  <a16:creationId xmlns:a16="http://schemas.microsoft.com/office/drawing/2014/main" id="{85A9E0C5-6600-4AA9-B57B-9FDD79B72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811"/>
              <a:ext cx="53" cy="72"/>
            </a:xfrm>
            <a:custGeom>
              <a:avLst/>
              <a:gdLst>
                <a:gd name="T0" fmla="*/ 5 w 35"/>
                <a:gd name="T1" fmla="*/ 162 h 48"/>
                <a:gd name="T2" fmla="*/ 67 w 35"/>
                <a:gd name="T3" fmla="*/ 62 h 48"/>
                <a:gd name="T4" fmla="*/ 59 w 35"/>
                <a:gd name="T5" fmla="*/ 162 h 48"/>
                <a:gd name="T6" fmla="*/ 80 w 35"/>
                <a:gd name="T7" fmla="*/ 0 h 48"/>
                <a:gd name="T8" fmla="*/ 18 w 35"/>
                <a:gd name="T9" fmla="*/ 75 h 48"/>
                <a:gd name="T10" fmla="*/ 0 w 35"/>
                <a:gd name="T11" fmla="*/ 16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8">
                  <a:moveTo>
                    <a:pt x="1" y="48"/>
                  </a:moveTo>
                  <a:cubicBezTo>
                    <a:pt x="4" y="36"/>
                    <a:pt x="10" y="27"/>
                    <a:pt x="19" y="18"/>
                  </a:cubicBezTo>
                  <a:cubicBezTo>
                    <a:pt x="15" y="25"/>
                    <a:pt x="14" y="41"/>
                    <a:pt x="17" y="48"/>
                  </a:cubicBezTo>
                  <a:cubicBezTo>
                    <a:pt x="17" y="42"/>
                    <a:pt x="35" y="0"/>
                    <a:pt x="23" y="0"/>
                  </a:cubicBezTo>
                  <a:cubicBezTo>
                    <a:pt x="16" y="1"/>
                    <a:pt x="8" y="16"/>
                    <a:pt x="5" y="22"/>
                  </a:cubicBezTo>
                  <a:cubicBezTo>
                    <a:pt x="1" y="30"/>
                    <a:pt x="0" y="39"/>
                    <a:pt x="0" y="48"/>
                  </a:cubicBezTo>
                </a:path>
              </a:pathLst>
            </a:custGeom>
            <a:solidFill>
              <a:srgbClr val="AED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9" name="Freeform 137">
              <a:extLst>
                <a:ext uri="{FF2B5EF4-FFF2-40B4-BE49-F238E27FC236}">
                  <a16:creationId xmlns:a16="http://schemas.microsoft.com/office/drawing/2014/main" id="{2B108297-2FDE-43F0-92BE-7899DF6A8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697"/>
              <a:ext cx="124" cy="84"/>
            </a:xfrm>
            <a:custGeom>
              <a:avLst/>
              <a:gdLst>
                <a:gd name="T0" fmla="*/ 82 w 83"/>
                <a:gd name="T1" fmla="*/ 39 h 56"/>
                <a:gd name="T2" fmla="*/ 221 w 83"/>
                <a:gd name="T3" fmla="*/ 45 h 56"/>
                <a:gd name="T4" fmla="*/ 73 w 83"/>
                <a:gd name="T5" fmla="*/ 126 h 56"/>
                <a:gd name="T6" fmla="*/ 0 w 83"/>
                <a:gd name="T7" fmla="*/ 189 h 56"/>
                <a:gd name="T8" fmla="*/ 154 w 83"/>
                <a:gd name="T9" fmla="*/ 116 h 56"/>
                <a:gd name="T10" fmla="*/ 276 w 83"/>
                <a:gd name="T11" fmla="*/ 21 h 56"/>
                <a:gd name="T12" fmla="*/ 175 w 83"/>
                <a:gd name="T13" fmla="*/ 27 h 56"/>
                <a:gd name="T14" fmla="*/ 87 w 83"/>
                <a:gd name="T15" fmla="*/ 35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56">
                  <a:moveTo>
                    <a:pt x="25" y="11"/>
                  </a:moveTo>
                  <a:cubicBezTo>
                    <a:pt x="38" y="14"/>
                    <a:pt x="53" y="9"/>
                    <a:pt x="66" y="13"/>
                  </a:cubicBezTo>
                  <a:cubicBezTo>
                    <a:pt x="58" y="29"/>
                    <a:pt x="37" y="31"/>
                    <a:pt x="22" y="37"/>
                  </a:cubicBezTo>
                  <a:cubicBezTo>
                    <a:pt x="12" y="41"/>
                    <a:pt x="5" y="46"/>
                    <a:pt x="0" y="56"/>
                  </a:cubicBezTo>
                  <a:cubicBezTo>
                    <a:pt x="9" y="42"/>
                    <a:pt x="31" y="36"/>
                    <a:pt x="46" y="34"/>
                  </a:cubicBezTo>
                  <a:cubicBezTo>
                    <a:pt x="63" y="31"/>
                    <a:pt x="78" y="23"/>
                    <a:pt x="83" y="6"/>
                  </a:cubicBezTo>
                  <a:cubicBezTo>
                    <a:pt x="77" y="0"/>
                    <a:pt x="59" y="7"/>
                    <a:pt x="52" y="8"/>
                  </a:cubicBezTo>
                  <a:cubicBezTo>
                    <a:pt x="44" y="9"/>
                    <a:pt x="33" y="7"/>
                    <a:pt x="26" y="10"/>
                  </a:cubicBezTo>
                </a:path>
              </a:pathLst>
            </a:custGeom>
            <a:solidFill>
              <a:srgbClr val="AED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0" name="Freeform 138">
              <a:extLst>
                <a:ext uri="{FF2B5EF4-FFF2-40B4-BE49-F238E27FC236}">
                  <a16:creationId xmlns:a16="http://schemas.microsoft.com/office/drawing/2014/main" id="{BEDE05CC-9407-4B54-8E89-2BEDE49B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285"/>
              <a:ext cx="194" cy="125"/>
            </a:xfrm>
            <a:custGeom>
              <a:avLst/>
              <a:gdLst>
                <a:gd name="T0" fmla="*/ 1 w 130"/>
                <a:gd name="T1" fmla="*/ 128 h 84"/>
                <a:gd name="T2" fmla="*/ 225 w 130"/>
                <a:gd name="T3" fmla="*/ 135 h 84"/>
                <a:gd name="T4" fmla="*/ 312 w 130"/>
                <a:gd name="T5" fmla="*/ 27 h 84"/>
                <a:gd name="T6" fmla="*/ 433 w 130"/>
                <a:gd name="T7" fmla="*/ 0 h 84"/>
                <a:gd name="T8" fmla="*/ 316 w 130"/>
                <a:gd name="T9" fmla="*/ 63 h 84"/>
                <a:gd name="T10" fmla="*/ 225 w 130"/>
                <a:gd name="T11" fmla="*/ 177 h 84"/>
                <a:gd name="T12" fmla="*/ 0 w 130"/>
                <a:gd name="T13" fmla="*/ 126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84">
                  <a:moveTo>
                    <a:pt x="1" y="39"/>
                  </a:moveTo>
                  <a:cubicBezTo>
                    <a:pt x="16" y="22"/>
                    <a:pt x="48" y="60"/>
                    <a:pt x="68" y="41"/>
                  </a:cubicBezTo>
                  <a:cubicBezTo>
                    <a:pt x="78" y="31"/>
                    <a:pt x="81" y="13"/>
                    <a:pt x="94" y="8"/>
                  </a:cubicBezTo>
                  <a:cubicBezTo>
                    <a:pt x="107" y="3"/>
                    <a:pt x="118" y="9"/>
                    <a:pt x="130" y="0"/>
                  </a:cubicBezTo>
                  <a:cubicBezTo>
                    <a:pt x="120" y="12"/>
                    <a:pt x="107" y="11"/>
                    <a:pt x="95" y="19"/>
                  </a:cubicBezTo>
                  <a:cubicBezTo>
                    <a:pt x="83" y="27"/>
                    <a:pt x="78" y="44"/>
                    <a:pt x="68" y="54"/>
                  </a:cubicBezTo>
                  <a:cubicBezTo>
                    <a:pt x="39" y="84"/>
                    <a:pt x="28" y="36"/>
                    <a:pt x="0" y="38"/>
                  </a:cubicBezTo>
                </a:path>
              </a:pathLst>
            </a:custGeom>
            <a:solidFill>
              <a:srgbClr val="AED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1" name="Freeform 139">
              <a:extLst>
                <a:ext uri="{FF2B5EF4-FFF2-40B4-BE49-F238E27FC236}">
                  <a16:creationId xmlns:a16="http://schemas.microsoft.com/office/drawing/2014/main" id="{069F299E-AC2A-4CDD-A102-DF0ED0CAF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140"/>
              <a:ext cx="418" cy="221"/>
            </a:xfrm>
            <a:custGeom>
              <a:avLst/>
              <a:gdLst>
                <a:gd name="T0" fmla="*/ 452 w 280"/>
                <a:gd name="T1" fmla="*/ 22 h 148"/>
                <a:gd name="T2" fmla="*/ 318 w 280"/>
                <a:gd name="T3" fmla="*/ 15 h 148"/>
                <a:gd name="T4" fmla="*/ 196 w 280"/>
                <a:gd name="T5" fmla="*/ 19 h 148"/>
                <a:gd name="T6" fmla="*/ 149 w 280"/>
                <a:gd name="T7" fmla="*/ 116 h 148"/>
                <a:gd name="T8" fmla="*/ 63 w 280"/>
                <a:gd name="T9" fmla="*/ 222 h 148"/>
                <a:gd name="T10" fmla="*/ 82 w 280"/>
                <a:gd name="T11" fmla="*/ 293 h 148"/>
                <a:gd name="T12" fmla="*/ 276 w 280"/>
                <a:gd name="T13" fmla="*/ 270 h 148"/>
                <a:gd name="T14" fmla="*/ 466 w 280"/>
                <a:gd name="T15" fmla="*/ 320 h 148"/>
                <a:gd name="T16" fmla="*/ 609 w 280"/>
                <a:gd name="T17" fmla="*/ 357 h 148"/>
                <a:gd name="T18" fmla="*/ 829 w 280"/>
                <a:gd name="T19" fmla="*/ 439 h 148"/>
                <a:gd name="T20" fmla="*/ 918 w 280"/>
                <a:gd name="T21" fmla="*/ 352 h 148"/>
                <a:gd name="T22" fmla="*/ 882 w 280"/>
                <a:gd name="T23" fmla="*/ 272 h 148"/>
                <a:gd name="T24" fmla="*/ 452 w 280"/>
                <a:gd name="T25" fmla="*/ 22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0" h="148">
                  <a:moveTo>
                    <a:pt x="136" y="7"/>
                  </a:moveTo>
                  <a:cubicBezTo>
                    <a:pt x="122" y="7"/>
                    <a:pt x="109" y="6"/>
                    <a:pt x="96" y="5"/>
                  </a:cubicBezTo>
                  <a:cubicBezTo>
                    <a:pt x="86" y="5"/>
                    <a:pt x="67" y="0"/>
                    <a:pt x="59" y="6"/>
                  </a:cubicBezTo>
                  <a:cubicBezTo>
                    <a:pt x="50" y="12"/>
                    <a:pt x="49" y="27"/>
                    <a:pt x="45" y="35"/>
                  </a:cubicBezTo>
                  <a:cubicBezTo>
                    <a:pt x="38" y="48"/>
                    <a:pt x="28" y="57"/>
                    <a:pt x="19" y="67"/>
                  </a:cubicBezTo>
                  <a:cubicBezTo>
                    <a:pt x="7" y="80"/>
                    <a:pt x="0" y="90"/>
                    <a:pt x="25" y="88"/>
                  </a:cubicBezTo>
                  <a:cubicBezTo>
                    <a:pt x="45" y="86"/>
                    <a:pt x="63" y="80"/>
                    <a:pt x="83" y="81"/>
                  </a:cubicBezTo>
                  <a:cubicBezTo>
                    <a:pt x="104" y="82"/>
                    <a:pt x="121" y="91"/>
                    <a:pt x="140" y="96"/>
                  </a:cubicBezTo>
                  <a:cubicBezTo>
                    <a:pt x="154" y="100"/>
                    <a:pt x="170" y="101"/>
                    <a:pt x="183" y="107"/>
                  </a:cubicBezTo>
                  <a:cubicBezTo>
                    <a:pt x="209" y="119"/>
                    <a:pt x="217" y="148"/>
                    <a:pt x="249" y="132"/>
                  </a:cubicBezTo>
                  <a:cubicBezTo>
                    <a:pt x="261" y="126"/>
                    <a:pt x="273" y="120"/>
                    <a:pt x="276" y="106"/>
                  </a:cubicBezTo>
                  <a:cubicBezTo>
                    <a:pt x="280" y="93"/>
                    <a:pt x="274" y="91"/>
                    <a:pt x="265" y="82"/>
                  </a:cubicBezTo>
                  <a:cubicBezTo>
                    <a:pt x="228" y="47"/>
                    <a:pt x="182" y="26"/>
                    <a:pt x="136" y="7"/>
                  </a:cubicBezTo>
                </a:path>
              </a:pathLst>
            </a:custGeom>
            <a:solidFill>
              <a:srgbClr val="9AD6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2" name="Freeform 140">
              <a:extLst>
                <a:ext uri="{FF2B5EF4-FFF2-40B4-BE49-F238E27FC236}">
                  <a16:creationId xmlns:a16="http://schemas.microsoft.com/office/drawing/2014/main" id="{3732AD0B-BBF7-488E-B3DA-3869CD223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191"/>
              <a:ext cx="406" cy="448"/>
            </a:xfrm>
            <a:custGeom>
              <a:avLst/>
              <a:gdLst>
                <a:gd name="T0" fmla="*/ 836 w 272"/>
                <a:gd name="T1" fmla="*/ 182 h 300"/>
                <a:gd name="T2" fmla="*/ 546 w 272"/>
                <a:gd name="T3" fmla="*/ 208 h 300"/>
                <a:gd name="T4" fmla="*/ 458 w 272"/>
                <a:gd name="T5" fmla="*/ 324 h 300"/>
                <a:gd name="T6" fmla="*/ 608 w 272"/>
                <a:gd name="T7" fmla="*/ 412 h 300"/>
                <a:gd name="T8" fmla="*/ 903 w 272"/>
                <a:gd name="T9" fmla="*/ 438 h 300"/>
                <a:gd name="T10" fmla="*/ 863 w 272"/>
                <a:gd name="T11" fmla="*/ 602 h 300"/>
                <a:gd name="T12" fmla="*/ 758 w 272"/>
                <a:gd name="T13" fmla="*/ 777 h 300"/>
                <a:gd name="T14" fmla="*/ 560 w 272"/>
                <a:gd name="T15" fmla="*/ 851 h 300"/>
                <a:gd name="T16" fmla="*/ 424 w 272"/>
                <a:gd name="T17" fmla="*/ 923 h 300"/>
                <a:gd name="T18" fmla="*/ 279 w 272"/>
                <a:gd name="T19" fmla="*/ 980 h 300"/>
                <a:gd name="T20" fmla="*/ 127 w 272"/>
                <a:gd name="T21" fmla="*/ 826 h 300"/>
                <a:gd name="T22" fmla="*/ 6 w 272"/>
                <a:gd name="T23" fmla="*/ 647 h 300"/>
                <a:gd name="T24" fmla="*/ 82 w 272"/>
                <a:gd name="T25" fmla="*/ 438 h 300"/>
                <a:gd name="T26" fmla="*/ 257 w 272"/>
                <a:gd name="T27" fmla="*/ 333 h 300"/>
                <a:gd name="T28" fmla="*/ 318 w 272"/>
                <a:gd name="T29" fmla="*/ 227 h 300"/>
                <a:gd name="T30" fmla="*/ 791 w 272"/>
                <a:gd name="T31" fmla="*/ 63 h 3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2" h="300">
                  <a:moveTo>
                    <a:pt x="251" y="55"/>
                  </a:moveTo>
                  <a:cubicBezTo>
                    <a:pt x="221" y="52"/>
                    <a:pt x="192" y="52"/>
                    <a:pt x="164" y="62"/>
                  </a:cubicBezTo>
                  <a:cubicBezTo>
                    <a:pt x="149" y="68"/>
                    <a:pt x="136" y="80"/>
                    <a:pt x="138" y="97"/>
                  </a:cubicBezTo>
                  <a:cubicBezTo>
                    <a:pt x="140" y="119"/>
                    <a:pt x="163" y="124"/>
                    <a:pt x="183" y="124"/>
                  </a:cubicBezTo>
                  <a:cubicBezTo>
                    <a:pt x="206" y="124"/>
                    <a:pt x="270" y="95"/>
                    <a:pt x="271" y="131"/>
                  </a:cubicBezTo>
                  <a:cubicBezTo>
                    <a:pt x="272" y="146"/>
                    <a:pt x="264" y="167"/>
                    <a:pt x="259" y="181"/>
                  </a:cubicBezTo>
                  <a:cubicBezTo>
                    <a:pt x="253" y="201"/>
                    <a:pt x="245" y="220"/>
                    <a:pt x="228" y="233"/>
                  </a:cubicBezTo>
                  <a:cubicBezTo>
                    <a:pt x="210" y="247"/>
                    <a:pt x="190" y="250"/>
                    <a:pt x="168" y="256"/>
                  </a:cubicBezTo>
                  <a:cubicBezTo>
                    <a:pt x="153" y="260"/>
                    <a:pt x="140" y="268"/>
                    <a:pt x="127" y="277"/>
                  </a:cubicBezTo>
                  <a:cubicBezTo>
                    <a:pt x="114" y="286"/>
                    <a:pt x="100" y="300"/>
                    <a:pt x="84" y="294"/>
                  </a:cubicBezTo>
                  <a:cubicBezTo>
                    <a:pt x="65" y="286"/>
                    <a:pt x="53" y="261"/>
                    <a:pt x="38" y="248"/>
                  </a:cubicBezTo>
                  <a:cubicBezTo>
                    <a:pt x="19" y="233"/>
                    <a:pt x="6" y="220"/>
                    <a:pt x="2" y="194"/>
                  </a:cubicBezTo>
                  <a:cubicBezTo>
                    <a:pt x="0" y="172"/>
                    <a:pt x="8" y="146"/>
                    <a:pt x="25" y="131"/>
                  </a:cubicBezTo>
                  <a:cubicBezTo>
                    <a:pt x="41" y="118"/>
                    <a:pt x="62" y="114"/>
                    <a:pt x="77" y="100"/>
                  </a:cubicBezTo>
                  <a:cubicBezTo>
                    <a:pt x="87" y="90"/>
                    <a:pt x="89" y="79"/>
                    <a:pt x="96" y="68"/>
                  </a:cubicBezTo>
                  <a:cubicBezTo>
                    <a:pt x="124" y="21"/>
                    <a:pt x="189" y="0"/>
                    <a:pt x="238" y="19"/>
                  </a:cubicBezTo>
                </a:path>
              </a:pathLst>
            </a:custGeom>
            <a:solidFill>
              <a:srgbClr val="9AD6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3" name="Freeform 141">
              <a:extLst>
                <a:ext uri="{FF2B5EF4-FFF2-40B4-BE49-F238E27FC236}">
                  <a16:creationId xmlns:a16="http://schemas.microsoft.com/office/drawing/2014/main" id="{9F958D4D-4275-4159-BCD3-44F169C78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356"/>
              <a:ext cx="237" cy="326"/>
            </a:xfrm>
            <a:custGeom>
              <a:avLst/>
              <a:gdLst>
                <a:gd name="T0" fmla="*/ 28 w 159"/>
                <a:gd name="T1" fmla="*/ 308 h 218"/>
                <a:gd name="T2" fmla="*/ 140 w 159"/>
                <a:gd name="T3" fmla="*/ 87 h 218"/>
                <a:gd name="T4" fmla="*/ 352 w 159"/>
                <a:gd name="T5" fmla="*/ 27 h 218"/>
                <a:gd name="T6" fmla="*/ 426 w 159"/>
                <a:gd name="T7" fmla="*/ 215 h 218"/>
                <a:gd name="T8" fmla="*/ 486 w 159"/>
                <a:gd name="T9" fmla="*/ 432 h 218"/>
                <a:gd name="T10" fmla="*/ 331 w 159"/>
                <a:gd name="T11" fmla="*/ 689 h 218"/>
                <a:gd name="T12" fmla="*/ 155 w 159"/>
                <a:gd name="T13" fmla="*/ 721 h 218"/>
                <a:gd name="T14" fmla="*/ 46 w 159"/>
                <a:gd name="T15" fmla="*/ 653 h 218"/>
                <a:gd name="T16" fmla="*/ 19 w 159"/>
                <a:gd name="T17" fmla="*/ 455 h 218"/>
                <a:gd name="T18" fmla="*/ 27 w 159"/>
                <a:gd name="T19" fmla="*/ 250 h 2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9" h="218">
                  <a:moveTo>
                    <a:pt x="9" y="92"/>
                  </a:moveTo>
                  <a:cubicBezTo>
                    <a:pt x="2" y="73"/>
                    <a:pt x="28" y="36"/>
                    <a:pt x="42" y="26"/>
                  </a:cubicBezTo>
                  <a:cubicBezTo>
                    <a:pt x="56" y="15"/>
                    <a:pt x="88" y="0"/>
                    <a:pt x="106" y="8"/>
                  </a:cubicBezTo>
                  <a:cubicBezTo>
                    <a:pt x="125" y="16"/>
                    <a:pt x="128" y="47"/>
                    <a:pt x="129" y="64"/>
                  </a:cubicBezTo>
                  <a:cubicBezTo>
                    <a:pt x="130" y="88"/>
                    <a:pt x="139" y="106"/>
                    <a:pt x="147" y="129"/>
                  </a:cubicBezTo>
                  <a:cubicBezTo>
                    <a:pt x="159" y="163"/>
                    <a:pt x="134" y="199"/>
                    <a:pt x="100" y="206"/>
                  </a:cubicBezTo>
                  <a:cubicBezTo>
                    <a:pt x="83" y="210"/>
                    <a:pt x="64" y="213"/>
                    <a:pt x="47" y="215"/>
                  </a:cubicBezTo>
                  <a:cubicBezTo>
                    <a:pt x="28" y="218"/>
                    <a:pt x="20" y="213"/>
                    <a:pt x="14" y="195"/>
                  </a:cubicBezTo>
                  <a:cubicBezTo>
                    <a:pt x="8" y="176"/>
                    <a:pt x="7" y="155"/>
                    <a:pt x="6" y="136"/>
                  </a:cubicBezTo>
                  <a:cubicBezTo>
                    <a:pt x="5" y="118"/>
                    <a:pt x="0" y="92"/>
                    <a:pt x="8" y="75"/>
                  </a:cubicBezTo>
                </a:path>
              </a:pathLst>
            </a:custGeom>
            <a:solidFill>
              <a:srgbClr val="9AD6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4" name="Freeform 142">
              <a:extLst>
                <a:ext uri="{FF2B5EF4-FFF2-40B4-BE49-F238E27FC236}">
                  <a16:creationId xmlns:a16="http://schemas.microsoft.com/office/drawing/2014/main" id="{76AFF3EA-C6FD-4C74-9F51-230EBB5E3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649"/>
              <a:ext cx="276" cy="337"/>
            </a:xfrm>
            <a:custGeom>
              <a:avLst/>
              <a:gdLst>
                <a:gd name="T0" fmla="*/ 266 w 185"/>
                <a:gd name="T1" fmla="*/ 524 h 225"/>
                <a:gd name="T2" fmla="*/ 222 w 185"/>
                <a:gd name="T3" fmla="*/ 720 h 225"/>
                <a:gd name="T4" fmla="*/ 100 w 185"/>
                <a:gd name="T5" fmla="*/ 680 h 225"/>
                <a:gd name="T6" fmla="*/ 76 w 185"/>
                <a:gd name="T7" fmla="*/ 325 h 225"/>
                <a:gd name="T8" fmla="*/ 231 w 185"/>
                <a:gd name="T9" fmla="*/ 229 h 225"/>
                <a:gd name="T10" fmla="*/ 303 w 185"/>
                <a:gd name="T11" fmla="*/ 190 h 225"/>
                <a:gd name="T12" fmla="*/ 339 w 185"/>
                <a:gd name="T13" fmla="*/ 127 h 225"/>
                <a:gd name="T14" fmla="*/ 488 w 185"/>
                <a:gd name="T15" fmla="*/ 9 h 225"/>
                <a:gd name="T16" fmla="*/ 571 w 185"/>
                <a:gd name="T17" fmla="*/ 121 h 225"/>
                <a:gd name="T18" fmla="*/ 588 w 185"/>
                <a:gd name="T19" fmla="*/ 346 h 225"/>
                <a:gd name="T20" fmla="*/ 471 w 185"/>
                <a:gd name="T21" fmla="*/ 511 h 225"/>
                <a:gd name="T22" fmla="*/ 385 w 185"/>
                <a:gd name="T23" fmla="*/ 265 h 225"/>
                <a:gd name="T24" fmla="*/ 243 w 185"/>
                <a:gd name="T25" fmla="*/ 551 h 2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5" h="225">
                  <a:moveTo>
                    <a:pt x="80" y="156"/>
                  </a:moveTo>
                  <a:cubicBezTo>
                    <a:pt x="86" y="179"/>
                    <a:pt x="90" y="200"/>
                    <a:pt x="67" y="214"/>
                  </a:cubicBezTo>
                  <a:cubicBezTo>
                    <a:pt x="49" y="225"/>
                    <a:pt x="39" y="222"/>
                    <a:pt x="30" y="202"/>
                  </a:cubicBezTo>
                  <a:cubicBezTo>
                    <a:pt x="16" y="171"/>
                    <a:pt x="0" y="126"/>
                    <a:pt x="23" y="97"/>
                  </a:cubicBezTo>
                  <a:cubicBezTo>
                    <a:pt x="35" y="81"/>
                    <a:pt x="53" y="76"/>
                    <a:pt x="70" y="68"/>
                  </a:cubicBezTo>
                  <a:cubicBezTo>
                    <a:pt x="78" y="64"/>
                    <a:pt x="85" y="63"/>
                    <a:pt x="91" y="57"/>
                  </a:cubicBezTo>
                  <a:cubicBezTo>
                    <a:pt x="97" y="50"/>
                    <a:pt x="97" y="45"/>
                    <a:pt x="102" y="38"/>
                  </a:cubicBezTo>
                  <a:cubicBezTo>
                    <a:pt x="109" y="27"/>
                    <a:pt x="135" y="6"/>
                    <a:pt x="147" y="3"/>
                  </a:cubicBezTo>
                  <a:cubicBezTo>
                    <a:pt x="165" y="0"/>
                    <a:pt x="167" y="22"/>
                    <a:pt x="172" y="36"/>
                  </a:cubicBezTo>
                  <a:cubicBezTo>
                    <a:pt x="181" y="61"/>
                    <a:pt x="185" y="77"/>
                    <a:pt x="177" y="103"/>
                  </a:cubicBezTo>
                  <a:cubicBezTo>
                    <a:pt x="173" y="118"/>
                    <a:pt x="164" y="155"/>
                    <a:pt x="142" y="152"/>
                  </a:cubicBezTo>
                  <a:cubicBezTo>
                    <a:pt x="137" y="136"/>
                    <a:pt x="146" y="67"/>
                    <a:pt x="116" y="79"/>
                  </a:cubicBezTo>
                  <a:cubicBezTo>
                    <a:pt x="91" y="88"/>
                    <a:pt x="56" y="138"/>
                    <a:pt x="73" y="164"/>
                  </a:cubicBezTo>
                </a:path>
              </a:pathLst>
            </a:custGeom>
            <a:solidFill>
              <a:srgbClr val="9AD6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5" name="Freeform 143">
              <a:extLst>
                <a:ext uri="{FF2B5EF4-FFF2-40B4-BE49-F238E27FC236}">
                  <a16:creationId xmlns:a16="http://schemas.microsoft.com/office/drawing/2014/main" id="{48F9C86E-BC13-47F4-A123-428C6B821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654"/>
              <a:ext cx="21" cy="31"/>
            </a:xfrm>
            <a:custGeom>
              <a:avLst/>
              <a:gdLst>
                <a:gd name="T0" fmla="*/ 21 w 14"/>
                <a:gd name="T1" fmla="*/ 68 h 21"/>
                <a:gd name="T2" fmla="*/ 14 w 14"/>
                <a:gd name="T3" fmla="*/ 15 h 21"/>
                <a:gd name="T4" fmla="*/ 48 w 14"/>
                <a:gd name="T5" fmla="*/ 32 h 21"/>
                <a:gd name="T6" fmla="*/ 5 w 14"/>
                <a:gd name="T7" fmla="*/ 0 h 21"/>
                <a:gd name="T8" fmla="*/ 18 w 14"/>
                <a:gd name="T9" fmla="*/ 5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6" y="21"/>
                  </a:moveTo>
                  <a:cubicBezTo>
                    <a:pt x="8" y="16"/>
                    <a:pt x="3" y="10"/>
                    <a:pt x="4" y="5"/>
                  </a:cubicBezTo>
                  <a:cubicBezTo>
                    <a:pt x="7" y="6"/>
                    <a:pt x="11" y="9"/>
                    <a:pt x="14" y="10"/>
                  </a:cubicBezTo>
                  <a:cubicBezTo>
                    <a:pt x="11" y="7"/>
                    <a:pt x="7" y="0"/>
                    <a:pt x="1" y="0"/>
                  </a:cubicBezTo>
                  <a:cubicBezTo>
                    <a:pt x="0" y="7"/>
                    <a:pt x="4" y="12"/>
                    <a:pt x="5" y="18"/>
                  </a:cubicBezTo>
                </a:path>
              </a:pathLst>
            </a:custGeom>
            <a:solidFill>
              <a:srgbClr val="DF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6" name="Freeform 144">
              <a:extLst>
                <a:ext uri="{FF2B5EF4-FFF2-40B4-BE49-F238E27FC236}">
                  <a16:creationId xmlns:a16="http://schemas.microsoft.com/office/drawing/2014/main" id="{7104B56D-0248-4857-B949-5B01026E2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830"/>
              <a:ext cx="27" cy="39"/>
            </a:xfrm>
            <a:custGeom>
              <a:avLst/>
              <a:gdLst>
                <a:gd name="T0" fmla="*/ 0 w 18"/>
                <a:gd name="T1" fmla="*/ 72 h 26"/>
                <a:gd name="T2" fmla="*/ 39 w 18"/>
                <a:gd name="T3" fmla="*/ 39 h 26"/>
                <a:gd name="T4" fmla="*/ 45 w 18"/>
                <a:gd name="T5" fmla="*/ 89 h 26"/>
                <a:gd name="T6" fmla="*/ 59 w 18"/>
                <a:gd name="T7" fmla="*/ 0 h 26"/>
                <a:gd name="T8" fmla="*/ 8 w 18"/>
                <a:gd name="T9" fmla="*/ 5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6">
                  <a:moveTo>
                    <a:pt x="0" y="21"/>
                  </a:moveTo>
                  <a:cubicBezTo>
                    <a:pt x="1" y="18"/>
                    <a:pt x="7" y="9"/>
                    <a:pt x="11" y="11"/>
                  </a:cubicBezTo>
                  <a:cubicBezTo>
                    <a:pt x="15" y="13"/>
                    <a:pt x="13" y="22"/>
                    <a:pt x="13" y="26"/>
                  </a:cubicBezTo>
                  <a:cubicBezTo>
                    <a:pt x="13" y="17"/>
                    <a:pt x="18" y="8"/>
                    <a:pt x="17" y="0"/>
                  </a:cubicBezTo>
                  <a:cubicBezTo>
                    <a:pt x="9" y="0"/>
                    <a:pt x="5" y="11"/>
                    <a:pt x="2" y="17"/>
                  </a:cubicBezTo>
                </a:path>
              </a:pathLst>
            </a:custGeom>
            <a:solidFill>
              <a:srgbClr val="DF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7" name="Freeform 145">
              <a:extLst>
                <a:ext uri="{FF2B5EF4-FFF2-40B4-BE49-F238E27FC236}">
                  <a16:creationId xmlns:a16="http://schemas.microsoft.com/office/drawing/2014/main" id="{0FACA113-FE98-4926-8B96-60518A582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708"/>
              <a:ext cx="32" cy="31"/>
            </a:xfrm>
            <a:custGeom>
              <a:avLst/>
              <a:gdLst>
                <a:gd name="T0" fmla="*/ 0 w 21"/>
                <a:gd name="T1" fmla="*/ 9 h 21"/>
                <a:gd name="T2" fmla="*/ 53 w 21"/>
                <a:gd name="T3" fmla="*/ 28 h 21"/>
                <a:gd name="T4" fmla="*/ 0 w 21"/>
                <a:gd name="T5" fmla="*/ 68 h 21"/>
                <a:gd name="T6" fmla="*/ 70 w 21"/>
                <a:gd name="T7" fmla="*/ 19 h 21"/>
                <a:gd name="T8" fmla="*/ 12 w 21"/>
                <a:gd name="T9" fmla="*/ 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0" y="3"/>
                  </a:moveTo>
                  <a:cubicBezTo>
                    <a:pt x="3" y="5"/>
                    <a:pt x="14" y="3"/>
                    <a:pt x="15" y="9"/>
                  </a:cubicBezTo>
                  <a:cubicBezTo>
                    <a:pt x="16" y="14"/>
                    <a:pt x="4" y="20"/>
                    <a:pt x="0" y="21"/>
                  </a:cubicBezTo>
                  <a:cubicBezTo>
                    <a:pt x="6" y="19"/>
                    <a:pt x="21" y="14"/>
                    <a:pt x="20" y="6"/>
                  </a:cubicBezTo>
                  <a:cubicBezTo>
                    <a:pt x="20" y="0"/>
                    <a:pt x="8" y="2"/>
                    <a:pt x="3" y="2"/>
                  </a:cubicBezTo>
                </a:path>
              </a:pathLst>
            </a:custGeom>
            <a:solidFill>
              <a:srgbClr val="DF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8" name="Freeform 146">
              <a:extLst>
                <a:ext uri="{FF2B5EF4-FFF2-40B4-BE49-F238E27FC236}">
                  <a16:creationId xmlns:a16="http://schemas.microsoft.com/office/drawing/2014/main" id="{691E899B-AFC2-45FA-9002-85002E4EF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309"/>
              <a:ext cx="52" cy="25"/>
            </a:xfrm>
            <a:custGeom>
              <a:avLst/>
              <a:gdLst>
                <a:gd name="T0" fmla="*/ 100 w 35"/>
                <a:gd name="T1" fmla="*/ 51 h 17"/>
                <a:gd name="T2" fmla="*/ 55 w 35"/>
                <a:gd name="T3" fmla="*/ 22 h 17"/>
                <a:gd name="T4" fmla="*/ 114 w 35"/>
                <a:gd name="T5" fmla="*/ 6 h 17"/>
                <a:gd name="T6" fmla="*/ 22 w 35"/>
                <a:gd name="T7" fmla="*/ 9 h 17"/>
                <a:gd name="T8" fmla="*/ 92 w 35"/>
                <a:gd name="T9" fmla="*/ 5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">
                  <a:moveTo>
                    <a:pt x="30" y="16"/>
                  </a:moveTo>
                  <a:cubicBezTo>
                    <a:pt x="26" y="15"/>
                    <a:pt x="15" y="12"/>
                    <a:pt x="17" y="7"/>
                  </a:cubicBezTo>
                  <a:cubicBezTo>
                    <a:pt x="19" y="2"/>
                    <a:pt x="30" y="1"/>
                    <a:pt x="35" y="2"/>
                  </a:cubicBezTo>
                  <a:cubicBezTo>
                    <a:pt x="25" y="0"/>
                    <a:pt x="16" y="1"/>
                    <a:pt x="7" y="3"/>
                  </a:cubicBezTo>
                  <a:cubicBezTo>
                    <a:pt x="0" y="12"/>
                    <a:pt x="23" y="16"/>
                    <a:pt x="28" y="17"/>
                  </a:cubicBezTo>
                </a:path>
              </a:pathLst>
            </a:custGeom>
            <a:solidFill>
              <a:srgbClr val="DF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9" name="Freeform 147">
              <a:extLst>
                <a:ext uri="{FF2B5EF4-FFF2-40B4-BE49-F238E27FC236}">
                  <a16:creationId xmlns:a16="http://schemas.microsoft.com/office/drawing/2014/main" id="{1525C461-1101-424B-9ECC-361624C86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306"/>
              <a:ext cx="112" cy="76"/>
            </a:xfrm>
            <a:custGeom>
              <a:avLst/>
              <a:gdLst>
                <a:gd name="T0" fmla="*/ 0 w 75"/>
                <a:gd name="T1" fmla="*/ 82 h 51"/>
                <a:gd name="T2" fmla="*/ 73 w 75"/>
                <a:gd name="T3" fmla="*/ 115 h 51"/>
                <a:gd name="T4" fmla="*/ 143 w 75"/>
                <a:gd name="T5" fmla="*/ 109 h 51"/>
                <a:gd name="T6" fmla="*/ 194 w 75"/>
                <a:gd name="T7" fmla="*/ 49 h 51"/>
                <a:gd name="T8" fmla="*/ 249 w 75"/>
                <a:gd name="T9" fmla="*/ 1 h 51"/>
                <a:gd name="T10" fmla="*/ 136 w 75"/>
                <a:gd name="T11" fmla="*/ 122 h 51"/>
                <a:gd name="T12" fmla="*/ 0 w 75"/>
                <a:gd name="T13" fmla="*/ 86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51">
                  <a:moveTo>
                    <a:pt x="0" y="25"/>
                  </a:moveTo>
                  <a:cubicBezTo>
                    <a:pt x="4" y="31"/>
                    <a:pt x="16" y="34"/>
                    <a:pt x="22" y="35"/>
                  </a:cubicBezTo>
                  <a:cubicBezTo>
                    <a:pt x="30" y="37"/>
                    <a:pt x="37" y="38"/>
                    <a:pt x="43" y="33"/>
                  </a:cubicBezTo>
                  <a:cubicBezTo>
                    <a:pt x="48" y="28"/>
                    <a:pt x="54" y="21"/>
                    <a:pt x="58" y="15"/>
                  </a:cubicBezTo>
                  <a:cubicBezTo>
                    <a:pt x="62" y="8"/>
                    <a:pt x="66" y="0"/>
                    <a:pt x="75" y="1"/>
                  </a:cubicBezTo>
                  <a:cubicBezTo>
                    <a:pt x="58" y="3"/>
                    <a:pt x="52" y="28"/>
                    <a:pt x="41" y="37"/>
                  </a:cubicBezTo>
                  <a:cubicBezTo>
                    <a:pt x="25" y="51"/>
                    <a:pt x="12" y="34"/>
                    <a:pt x="0" y="26"/>
                  </a:cubicBezTo>
                </a:path>
              </a:pathLst>
            </a:custGeom>
            <a:solidFill>
              <a:srgbClr val="DF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0" name="Freeform 148">
              <a:extLst>
                <a:ext uri="{FF2B5EF4-FFF2-40B4-BE49-F238E27FC236}">
                  <a16:creationId xmlns:a16="http://schemas.microsoft.com/office/drawing/2014/main" id="{2F2A7DCE-3AA9-4737-8507-23CA9F75A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013"/>
              <a:ext cx="61" cy="124"/>
            </a:xfrm>
            <a:custGeom>
              <a:avLst/>
              <a:gdLst>
                <a:gd name="T0" fmla="*/ 86 w 41"/>
                <a:gd name="T1" fmla="*/ 261 h 83"/>
                <a:gd name="T2" fmla="*/ 76 w 41"/>
                <a:gd name="T3" fmla="*/ 114 h 83"/>
                <a:gd name="T4" fmla="*/ 135 w 41"/>
                <a:gd name="T5" fmla="*/ 241 h 83"/>
                <a:gd name="T6" fmla="*/ 101 w 41"/>
                <a:gd name="T7" fmla="*/ 100 h 83"/>
                <a:gd name="T8" fmla="*/ 49 w 41"/>
                <a:gd name="T9" fmla="*/ 49 h 83"/>
                <a:gd name="T10" fmla="*/ 82 w 41"/>
                <a:gd name="T11" fmla="*/ 276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83">
                  <a:moveTo>
                    <a:pt x="26" y="78"/>
                  </a:moveTo>
                  <a:cubicBezTo>
                    <a:pt x="20" y="62"/>
                    <a:pt x="18" y="50"/>
                    <a:pt x="23" y="34"/>
                  </a:cubicBezTo>
                  <a:cubicBezTo>
                    <a:pt x="27" y="47"/>
                    <a:pt x="29" y="63"/>
                    <a:pt x="41" y="72"/>
                  </a:cubicBezTo>
                  <a:cubicBezTo>
                    <a:pt x="39" y="58"/>
                    <a:pt x="33" y="44"/>
                    <a:pt x="31" y="30"/>
                  </a:cubicBezTo>
                  <a:cubicBezTo>
                    <a:pt x="30" y="19"/>
                    <a:pt x="29" y="0"/>
                    <a:pt x="15" y="15"/>
                  </a:cubicBezTo>
                  <a:cubicBezTo>
                    <a:pt x="0" y="33"/>
                    <a:pt x="3" y="73"/>
                    <a:pt x="25" y="83"/>
                  </a:cubicBezTo>
                </a:path>
              </a:pathLst>
            </a:custGeom>
            <a:solidFill>
              <a:srgbClr val="8A5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1" name="Freeform 149">
              <a:extLst>
                <a:ext uri="{FF2B5EF4-FFF2-40B4-BE49-F238E27FC236}">
                  <a16:creationId xmlns:a16="http://schemas.microsoft.com/office/drawing/2014/main" id="{FAAF6646-F46B-43DC-A56A-03F7EAF8C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696"/>
              <a:ext cx="161" cy="211"/>
            </a:xfrm>
            <a:custGeom>
              <a:avLst/>
              <a:gdLst>
                <a:gd name="T0" fmla="*/ 0 w 108"/>
                <a:gd name="T1" fmla="*/ 450 h 141"/>
                <a:gd name="T2" fmla="*/ 49 w 108"/>
                <a:gd name="T3" fmla="*/ 398 h 141"/>
                <a:gd name="T4" fmla="*/ 100 w 108"/>
                <a:gd name="T5" fmla="*/ 389 h 141"/>
                <a:gd name="T6" fmla="*/ 121 w 108"/>
                <a:gd name="T7" fmla="*/ 325 h 141"/>
                <a:gd name="T8" fmla="*/ 167 w 108"/>
                <a:gd name="T9" fmla="*/ 275 h 141"/>
                <a:gd name="T10" fmla="*/ 225 w 108"/>
                <a:gd name="T11" fmla="*/ 244 h 141"/>
                <a:gd name="T12" fmla="*/ 231 w 108"/>
                <a:gd name="T13" fmla="*/ 171 h 141"/>
                <a:gd name="T14" fmla="*/ 358 w 108"/>
                <a:gd name="T15" fmla="*/ 0 h 141"/>
                <a:gd name="T16" fmla="*/ 262 w 108"/>
                <a:gd name="T17" fmla="*/ 163 h 141"/>
                <a:gd name="T18" fmla="*/ 255 w 108"/>
                <a:gd name="T19" fmla="*/ 238 h 141"/>
                <a:gd name="T20" fmla="*/ 203 w 108"/>
                <a:gd name="T21" fmla="*/ 278 h 141"/>
                <a:gd name="T22" fmla="*/ 133 w 108"/>
                <a:gd name="T23" fmla="*/ 412 h 141"/>
                <a:gd name="T24" fmla="*/ 0 w 108"/>
                <a:gd name="T25" fmla="*/ 437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8" h="141">
                  <a:moveTo>
                    <a:pt x="0" y="134"/>
                  </a:moveTo>
                  <a:cubicBezTo>
                    <a:pt x="4" y="128"/>
                    <a:pt x="7" y="122"/>
                    <a:pt x="15" y="119"/>
                  </a:cubicBezTo>
                  <a:cubicBezTo>
                    <a:pt x="20" y="117"/>
                    <a:pt x="26" y="119"/>
                    <a:pt x="30" y="116"/>
                  </a:cubicBezTo>
                  <a:cubicBezTo>
                    <a:pt x="34" y="112"/>
                    <a:pt x="33" y="102"/>
                    <a:pt x="36" y="97"/>
                  </a:cubicBezTo>
                  <a:cubicBezTo>
                    <a:pt x="39" y="91"/>
                    <a:pt x="44" y="86"/>
                    <a:pt x="50" y="82"/>
                  </a:cubicBezTo>
                  <a:cubicBezTo>
                    <a:pt x="56" y="79"/>
                    <a:pt x="63" y="78"/>
                    <a:pt x="68" y="73"/>
                  </a:cubicBezTo>
                  <a:cubicBezTo>
                    <a:pt x="72" y="66"/>
                    <a:pt x="68" y="59"/>
                    <a:pt x="70" y="51"/>
                  </a:cubicBezTo>
                  <a:cubicBezTo>
                    <a:pt x="73" y="30"/>
                    <a:pt x="87" y="7"/>
                    <a:pt x="108" y="0"/>
                  </a:cubicBezTo>
                  <a:cubicBezTo>
                    <a:pt x="93" y="6"/>
                    <a:pt x="80" y="34"/>
                    <a:pt x="79" y="49"/>
                  </a:cubicBezTo>
                  <a:cubicBezTo>
                    <a:pt x="78" y="56"/>
                    <a:pt x="80" y="64"/>
                    <a:pt x="77" y="71"/>
                  </a:cubicBezTo>
                  <a:cubicBezTo>
                    <a:pt x="74" y="78"/>
                    <a:pt x="67" y="79"/>
                    <a:pt x="61" y="83"/>
                  </a:cubicBezTo>
                  <a:cubicBezTo>
                    <a:pt x="47" y="94"/>
                    <a:pt x="48" y="110"/>
                    <a:pt x="40" y="123"/>
                  </a:cubicBezTo>
                  <a:cubicBezTo>
                    <a:pt x="27" y="141"/>
                    <a:pt x="15" y="124"/>
                    <a:pt x="0" y="130"/>
                  </a:cubicBezTo>
                </a:path>
              </a:pathLst>
            </a:custGeom>
            <a:solidFill>
              <a:srgbClr val="8A5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2" name="Freeform 150">
              <a:extLst>
                <a:ext uri="{FF2B5EF4-FFF2-40B4-BE49-F238E27FC236}">
                  <a16:creationId xmlns:a16="http://schemas.microsoft.com/office/drawing/2014/main" id="{7F2A8713-ABA4-44CE-A915-636D5E786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071"/>
              <a:ext cx="153" cy="64"/>
            </a:xfrm>
            <a:custGeom>
              <a:avLst/>
              <a:gdLst>
                <a:gd name="T0" fmla="*/ 0 w 102"/>
                <a:gd name="T1" fmla="*/ 141 h 43"/>
                <a:gd name="T2" fmla="*/ 188 w 102"/>
                <a:gd name="T3" fmla="*/ 28 h 43"/>
                <a:gd name="T4" fmla="*/ 345 w 102"/>
                <a:gd name="T5" fmla="*/ 46 h 43"/>
                <a:gd name="T6" fmla="*/ 134 w 102"/>
                <a:gd name="T7" fmla="*/ 68 h 43"/>
                <a:gd name="T8" fmla="*/ 12 w 102"/>
                <a:gd name="T9" fmla="*/ 13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3">
                  <a:moveTo>
                    <a:pt x="0" y="43"/>
                  </a:moveTo>
                  <a:cubicBezTo>
                    <a:pt x="17" y="27"/>
                    <a:pt x="34" y="17"/>
                    <a:pt x="55" y="9"/>
                  </a:cubicBezTo>
                  <a:cubicBezTo>
                    <a:pt x="64" y="6"/>
                    <a:pt x="100" y="0"/>
                    <a:pt x="102" y="14"/>
                  </a:cubicBezTo>
                  <a:cubicBezTo>
                    <a:pt x="82" y="19"/>
                    <a:pt x="60" y="14"/>
                    <a:pt x="39" y="21"/>
                  </a:cubicBezTo>
                  <a:cubicBezTo>
                    <a:pt x="27" y="24"/>
                    <a:pt x="11" y="31"/>
                    <a:pt x="3" y="41"/>
                  </a:cubicBezTo>
                </a:path>
              </a:pathLst>
            </a:custGeom>
            <a:solidFill>
              <a:srgbClr val="8A5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3" name="Freeform 151">
              <a:extLst>
                <a:ext uri="{FF2B5EF4-FFF2-40B4-BE49-F238E27FC236}">
                  <a16:creationId xmlns:a16="http://schemas.microsoft.com/office/drawing/2014/main" id="{0FB12D78-78FC-47FA-A5D2-80C257F2F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606"/>
              <a:ext cx="468" cy="585"/>
            </a:xfrm>
            <a:custGeom>
              <a:avLst/>
              <a:gdLst>
                <a:gd name="T0" fmla="*/ 979 w 313"/>
                <a:gd name="T1" fmla="*/ 168 h 391"/>
                <a:gd name="T2" fmla="*/ 943 w 313"/>
                <a:gd name="T3" fmla="*/ 22 h 391"/>
                <a:gd name="T4" fmla="*/ 798 w 313"/>
                <a:gd name="T5" fmla="*/ 81 h 391"/>
                <a:gd name="T6" fmla="*/ 686 w 313"/>
                <a:gd name="T7" fmla="*/ 144 h 391"/>
                <a:gd name="T8" fmla="*/ 514 w 313"/>
                <a:gd name="T9" fmla="*/ 295 h 391"/>
                <a:gd name="T10" fmla="*/ 446 w 313"/>
                <a:gd name="T11" fmla="*/ 461 h 391"/>
                <a:gd name="T12" fmla="*/ 374 w 313"/>
                <a:gd name="T13" fmla="*/ 527 h 391"/>
                <a:gd name="T14" fmla="*/ 344 w 313"/>
                <a:gd name="T15" fmla="*/ 609 h 391"/>
                <a:gd name="T16" fmla="*/ 217 w 313"/>
                <a:gd name="T17" fmla="*/ 694 h 391"/>
                <a:gd name="T18" fmla="*/ 109 w 313"/>
                <a:gd name="T19" fmla="*/ 848 h 391"/>
                <a:gd name="T20" fmla="*/ 27 w 313"/>
                <a:gd name="T21" fmla="*/ 898 h 391"/>
                <a:gd name="T22" fmla="*/ 13 w 313"/>
                <a:gd name="T23" fmla="*/ 1014 h 391"/>
                <a:gd name="T24" fmla="*/ 54 w 313"/>
                <a:gd name="T25" fmla="*/ 1173 h 391"/>
                <a:gd name="T26" fmla="*/ 229 w 313"/>
                <a:gd name="T27" fmla="*/ 1228 h 391"/>
                <a:gd name="T28" fmla="*/ 561 w 313"/>
                <a:gd name="T29" fmla="*/ 1267 h 391"/>
                <a:gd name="T30" fmla="*/ 879 w 313"/>
                <a:gd name="T31" fmla="*/ 1011 h 391"/>
                <a:gd name="T32" fmla="*/ 1020 w 313"/>
                <a:gd name="T33" fmla="*/ 640 h 391"/>
                <a:gd name="T34" fmla="*/ 976 w 313"/>
                <a:gd name="T35" fmla="*/ 316 h 391"/>
                <a:gd name="T36" fmla="*/ 979 w 313"/>
                <a:gd name="T37" fmla="*/ 162 h 3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13" h="391">
                  <a:moveTo>
                    <a:pt x="293" y="50"/>
                  </a:moveTo>
                  <a:cubicBezTo>
                    <a:pt x="292" y="34"/>
                    <a:pt x="313" y="0"/>
                    <a:pt x="282" y="7"/>
                  </a:cubicBezTo>
                  <a:cubicBezTo>
                    <a:pt x="267" y="10"/>
                    <a:pt x="254" y="19"/>
                    <a:pt x="239" y="24"/>
                  </a:cubicBezTo>
                  <a:cubicBezTo>
                    <a:pt x="226" y="28"/>
                    <a:pt x="215" y="33"/>
                    <a:pt x="205" y="43"/>
                  </a:cubicBezTo>
                  <a:cubicBezTo>
                    <a:pt x="189" y="58"/>
                    <a:pt x="168" y="71"/>
                    <a:pt x="154" y="88"/>
                  </a:cubicBezTo>
                  <a:cubicBezTo>
                    <a:pt x="142" y="102"/>
                    <a:pt x="147" y="124"/>
                    <a:pt x="133" y="138"/>
                  </a:cubicBezTo>
                  <a:cubicBezTo>
                    <a:pt x="127" y="145"/>
                    <a:pt x="118" y="150"/>
                    <a:pt x="112" y="157"/>
                  </a:cubicBezTo>
                  <a:cubicBezTo>
                    <a:pt x="106" y="164"/>
                    <a:pt x="106" y="174"/>
                    <a:pt x="103" y="182"/>
                  </a:cubicBezTo>
                  <a:cubicBezTo>
                    <a:pt x="96" y="203"/>
                    <a:pt x="82" y="199"/>
                    <a:pt x="65" y="207"/>
                  </a:cubicBezTo>
                  <a:cubicBezTo>
                    <a:pt x="48" y="214"/>
                    <a:pt x="44" y="240"/>
                    <a:pt x="33" y="253"/>
                  </a:cubicBezTo>
                  <a:cubicBezTo>
                    <a:pt x="26" y="260"/>
                    <a:pt x="15" y="262"/>
                    <a:pt x="8" y="268"/>
                  </a:cubicBezTo>
                  <a:cubicBezTo>
                    <a:pt x="0" y="277"/>
                    <a:pt x="4" y="293"/>
                    <a:pt x="4" y="303"/>
                  </a:cubicBezTo>
                  <a:cubicBezTo>
                    <a:pt x="6" y="320"/>
                    <a:pt x="5" y="336"/>
                    <a:pt x="16" y="350"/>
                  </a:cubicBezTo>
                  <a:cubicBezTo>
                    <a:pt x="29" y="365"/>
                    <a:pt x="50" y="364"/>
                    <a:pt x="68" y="367"/>
                  </a:cubicBezTo>
                  <a:cubicBezTo>
                    <a:pt x="100" y="370"/>
                    <a:pt x="135" y="391"/>
                    <a:pt x="168" y="378"/>
                  </a:cubicBezTo>
                  <a:cubicBezTo>
                    <a:pt x="206" y="362"/>
                    <a:pt x="238" y="334"/>
                    <a:pt x="263" y="302"/>
                  </a:cubicBezTo>
                  <a:cubicBezTo>
                    <a:pt x="285" y="273"/>
                    <a:pt x="305" y="227"/>
                    <a:pt x="305" y="191"/>
                  </a:cubicBezTo>
                  <a:cubicBezTo>
                    <a:pt x="305" y="159"/>
                    <a:pt x="297" y="125"/>
                    <a:pt x="292" y="94"/>
                  </a:cubicBezTo>
                  <a:cubicBezTo>
                    <a:pt x="290" y="79"/>
                    <a:pt x="293" y="61"/>
                    <a:pt x="293" y="48"/>
                  </a:cubicBezTo>
                </a:path>
              </a:pathLst>
            </a:custGeom>
            <a:solidFill>
              <a:srgbClr val="7C4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4" name="Freeform 152">
              <a:extLst>
                <a:ext uri="{FF2B5EF4-FFF2-40B4-BE49-F238E27FC236}">
                  <a16:creationId xmlns:a16="http://schemas.microsoft.com/office/drawing/2014/main" id="{1DC9EACE-79AD-4D71-B826-B6D8190FE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067"/>
              <a:ext cx="448" cy="222"/>
            </a:xfrm>
            <a:custGeom>
              <a:avLst/>
              <a:gdLst>
                <a:gd name="T0" fmla="*/ 54 w 300"/>
                <a:gd name="T1" fmla="*/ 298 h 149"/>
                <a:gd name="T2" fmla="*/ 1 w 300"/>
                <a:gd name="T3" fmla="*/ 222 h 149"/>
                <a:gd name="T4" fmla="*/ 103 w 300"/>
                <a:gd name="T5" fmla="*/ 122 h 149"/>
                <a:gd name="T6" fmla="*/ 399 w 300"/>
                <a:gd name="T7" fmla="*/ 95 h 149"/>
                <a:gd name="T8" fmla="*/ 650 w 300"/>
                <a:gd name="T9" fmla="*/ 113 h 149"/>
                <a:gd name="T10" fmla="*/ 796 w 300"/>
                <a:gd name="T11" fmla="*/ 0 h 149"/>
                <a:gd name="T12" fmla="*/ 791 w 300"/>
                <a:gd name="T13" fmla="*/ 82 h 149"/>
                <a:gd name="T14" fmla="*/ 851 w 300"/>
                <a:gd name="T15" fmla="*/ 168 h 149"/>
                <a:gd name="T16" fmla="*/ 926 w 300"/>
                <a:gd name="T17" fmla="*/ 295 h 149"/>
                <a:gd name="T18" fmla="*/ 803 w 300"/>
                <a:gd name="T19" fmla="*/ 337 h 149"/>
                <a:gd name="T20" fmla="*/ 668 w 300"/>
                <a:gd name="T21" fmla="*/ 434 h 149"/>
                <a:gd name="T22" fmla="*/ 376 w 300"/>
                <a:gd name="T23" fmla="*/ 413 h 149"/>
                <a:gd name="T24" fmla="*/ 203 w 300"/>
                <a:gd name="T25" fmla="*/ 340 h 149"/>
                <a:gd name="T26" fmla="*/ 121 w 300"/>
                <a:gd name="T27" fmla="*/ 316 h 149"/>
                <a:gd name="T28" fmla="*/ 54 w 300"/>
                <a:gd name="T29" fmla="*/ 304 h 1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0" h="149">
                  <a:moveTo>
                    <a:pt x="16" y="90"/>
                  </a:moveTo>
                  <a:cubicBezTo>
                    <a:pt x="5" y="90"/>
                    <a:pt x="0" y="75"/>
                    <a:pt x="1" y="67"/>
                  </a:cubicBezTo>
                  <a:cubicBezTo>
                    <a:pt x="4" y="52"/>
                    <a:pt x="18" y="42"/>
                    <a:pt x="31" y="37"/>
                  </a:cubicBezTo>
                  <a:cubicBezTo>
                    <a:pt x="58" y="27"/>
                    <a:pt x="92" y="25"/>
                    <a:pt x="120" y="29"/>
                  </a:cubicBezTo>
                  <a:cubicBezTo>
                    <a:pt x="146" y="34"/>
                    <a:pt x="169" y="49"/>
                    <a:pt x="195" y="34"/>
                  </a:cubicBezTo>
                  <a:cubicBezTo>
                    <a:pt x="211" y="25"/>
                    <a:pt x="220" y="2"/>
                    <a:pt x="239" y="0"/>
                  </a:cubicBezTo>
                  <a:cubicBezTo>
                    <a:pt x="240" y="9"/>
                    <a:pt x="236" y="16"/>
                    <a:pt x="238" y="25"/>
                  </a:cubicBezTo>
                  <a:cubicBezTo>
                    <a:pt x="241" y="36"/>
                    <a:pt x="247" y="44"/>
                    <a:pt x="256" y="51"/>
                  </a:cubicBezTo>
                  <a:cubicBezTo>
                    <a:pt x="265" y="59"/>
                    <a:pt x="300" y="77"/>
                    <a:pt x="278" y="89"/>
                  </a:cubicBezTo>
                  <a:cubicBezTo>
                    <a:pt x="267" y="94"/>
                    <a:pt x="252" y="96"/>
                    <a:pt x="241" y="102"/>
                  </a:cubicBezTo>
                  <a:cubicBezTo>
                    <a:pt x="226" y="110"/>
                    <a:pt x="215" y="123"/>
                    <a:pt x="200" y="131"/>
                  </a:cubicBezTo>
                  <a:cubicBezTo>
                    <a:pt x="170" y="149"/>
                    <a:pt x="142" y="139"/>
                    <a:pt x="113" y="125"/>
                  </a:cubicBezTo>
                  <a:cubicBezTo>
                    <a:pt x="96" y="117"/>
                    <a:pt x="79" y="109"/>
                    <a:pt x="61" y="103"/>
                  </a:cubicBezTo>
                  <a:cubicBezTo>
                    <a:pt x="52" y="101"/>
                    <a:pt x="45" y="97"/>
                    <a:pt x="36" y="95"/>
                  </a:cubicBezTo>
                  <a:cubicBezTo>
                    <a:pt x="30" y="94"/>
                    <a:pt x="21" y="96"/>
                    <a:pt x="16" y="92"/>
                  </a:cubicBezTo>
                </a:path>
              </a:pathLst>
            </a:custGeom>
            <a:solidFill>
              <a:srgbClr val="7C4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5" name="Freeform 153">
              <a:extLst>
                <a:ext uri="{FF2B5EF4-FFF2-40B4-BE49-F238E27FC236}">
                  <a16:creationId xmlns:a16="http://schemas.microsoft.com/office/drawing/2014/main" id="{C2732114-92BA-43DF-82FA-B5EAFEEA4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062"/>
              <a:ext cx="21" cy="42"/>
            </a:xfrm>
            <a:custGeom>
              <a:avLst/>
              <a:gdLst>
                <a:gd name="T0" fmla="*/ 8 w 14"/>
                <a:gd name="T1" fmla="*/ 95 h 28"/>
                <a:gd name="T2" fmla="*/ 14 w 14"/>
                <a:gd name="T3" fmla="*/ 35 h 28"/>
                <a:gd name="T4" fmla="*/ 48 w 14"/>
                <a:gd name="T5" fmla="*/ 72 h 28"/>
                <a:gd name="T6" fmla="*/ 14 w 14"/>
                <a:gd name="T7" fmla="*/ 0 h 28"/>
                <a:gd name="T8" fmla="*/ 0 w 14"/>
                <a:gd name="T9" fmla="*/ 8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8">
                  <a:moveTo>
                    <a:pt x="2" y="28"/>
                  </a:moveTo>
                  <a:cubicBezTo>
                    <a:pt x="0" y="24"/>
                    <a:pt x="0" y="12"/>
                    <a:pt x="4" y="10"/>
                  </a:cubicBezTo>
                  <a:cubicBezTo>
                    <a:pt x="9" y="7"/>
                    <a:pt x="13" y="17"/>
                    <a:pt x="14" y="21"/>
                  </a:cubicBezTo>
                  <a:cubicBezTo>
                    <a:pt x="13" y="16"/>
                    <a:pt x="10" y="0"/>
                    <a:pt x="4" y="0"/>
                  </a:cubicBezTo>
                  <a:cubicBezTo>
                    <a:pt x="0" y="8"/>
                    <a:pt x="0" y="17"/>
                    <a:pt x="0" y="26"/>
                  </a:cubicBezTo>
                </a:path>
              </a:pathLst>
            </a:custGeom>
            <a:solidFill>
              <a:srgbClr val="B99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6" name="Freeform 154">
              <a:extLst>
                <a:ext uri="{FF2B5EF4-FFF2-40B4-BE49-F238E27FC236}">
                  <a16:creationId xmlns:a16="http://schemas.microsoft.com/office/drawing/2014/main" id="{2798F023-2EC7-4E4C-87D3-F4E947B49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09"/>
              <a:ext cx="74" cy="87"/>
            </a:xfrm>
            <a:custGeom>
              <a:avLst/>
              <a:gdLst>
                <a:gd name="T0" fmla="*/ 0 w 49"/>
                <a:gd name="T1" fmla="*/ 156 h 58"/>
                <a:gd name="T2" fmla="*/ 89 w 49"/>
                <a:gd name="T3" fmla="*/ 81 h 58"/>
                <a:gd name="T4" fmla="*/ 124 w 49"/>
                <a:gd name="T5" fmla="*/ 27 h 58"/>
                <a:gd name="T6" fmla="*/ 169 w 49"/>
                <a:gd name="T7" fmla="*/ 0 h 58"/>
                <a:gd name="T8" fmla="*/ 124 w 49"/>
                <a:gd name="T9" fmla="*/ 41 h 58"/>
                <a:gd name="T10" fmla="*/ 94 w 49"/>
                <a:gd name="T11" fmla="*/ 107 h 58"/>
                <a:gd name="T12" fmla="*/ 5 w 49"/>
                <a:gd name="T13" fmla="*/ 15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8">
                  <a:moveTo>
                    <a:pt x="0" y="46"/>
                  </a:moveTo>
                  <a:cubicBezTo>
                    <a:pt x="15" y="54"/>
                    <a:pt x="21" y="33"/>
                    <a:pt x="26" y="24"/>
                  </a:cubicBezTo>
                  <a:cubicBezTo>
                    <a:pt x="28" y="18"/>
                    <a:pt x="31" y="12"/>
                    <a:pt x="36" y="8"/>
                  </a:cubicBezTo>
                  <a:cubicBezTo>
                    <a:pt x="40" y="5"/>
                    <a:pt x="46" y="4"/>
                    <a:pt x="49" y="0"/>
                  </a:cubicBezTo>
                  <a:cubicBezTo>
                    <a:pt x="46" y="5"/>
                    <a:pt x="40" y="8"/>
                    <a:pt x="36" y="12"/>
                  </a:cubicBezTo>
                  <a:cubicBezTo>
                    <a:pt x="32" y="18"/>
                    <a:pt x="30" y="25"/>
                    <a:pt x="27" y="31"/>
                  </a:cubicBezTo>
                  <a:cubicBezTo>
                    <a:pt x="23" y="42"/>
                    <a:pt x="13" y="58"/>
                    <a:pt x="1" y="46"/>
                  </a:cubicBezTo>
                </a:path>
              </a:pathLst>
            </a:custGeom>
            <a:solidFill>
              <a:srgbClr val="B99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7" name="Freeform 155">
              <a:extLst>
                <a:ext uri="{FF2B5EF4-FFF2-40B4-BE49-F238E27FC236}">
                  <a16:creationId xmlns:a16="http://schemas.microsoft.com/office/drawing/2014/main" id="{E6FE0112-30FF-4CD7-89D0-F65C49C1C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074"/>
              <a:ext cx="54" cy="13"/>
            </a:xfrm>
            <a:custGeom>
              <a:avLst/>
              <a:gdLst>
                <a:gd name="T0" fmla="*/ 0 w 36"/>
                <a:gd name="T1" fmla="*/ 27 h 9"/>
                <a:gd name="T2" fmla="*/ 122 w 36"/>
                <a:gd name="T3" fmla="*/ 25 h 9"/>
                <a:gd name="T4" fmla="*/ 14 w 36"/>
                <a:gd name="T5" fmla="*/ 2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">
                  <a:moveTo>
                    <a:pt x="0" y="9"/>
                  </a:moveTo>
                  <a:cubicBezTo>
                    <a:pt x="8" y="4"/>
                    <a:pt x="29" y="0"/>
                    <a:pt x="36" y="8"/>
                  </a:cubicBezTo>
                  <a:cubicBezTo>
                    <a:pt x="29" y="5"/>
                    <a:pt x="11" y="5"/>
                    <a:pt x="4" y="8"/>
                  </a:cubicBezTo>
                </a:path>
              </a:pathLst>
            </a:custGeom>
            <a:solidFill>
              <a:srgbClr val="B99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8" name="Freeform 156">
              <a:extLst>
                <a:ext uri="{FF2B5EF4-FFF2-40B4-BE49-F238E27FC236}">
                  <a16:creationId xmlns:a16="http://schemas.microsoft.com/office/drawing/2014/main" id="{2CA39D6D-5190-4252-AEFE-4775F0C53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428"/>
              <a:ext cx="99" cy="114"/>
            </a:xfrm>
            <a:custGeom>
              <a:avLst/>
              <a:gdLst>
                <a:gd name="T0" fmla="*/ 0 w 66"/>
                <a:gd name="T1" fmla="*/ 0 h 76"/>
                <a:gd name="T2" fmla="*/ 113 w 66"/>
                <a:gd name="T3" fmla="*/ 126 h 76"/>
                <a:gd name="T4" fmla="*/ 194 w 66"/>
                <a:gd name="T5" fmla="*/ 203 h 76"/>
                <a:gd name="T6" fmla="*/ 153 w 66"/>
                <a:gd name="T7" fmla="*/ 95 h 76"/>
                <a:gd name="T8" fmla="*/ 210 w 66"/>
                <a:gd name="T9" fmla="*/ 201 h 76"/>
                <a:gd name="T10" fmla="*/ 147 w 66"/>
                <a:gd name="T11" fmla="*/ 215 h 76"/>
                <a:gd name="T12" fmla="*/ 75 w 66"/>
                <a:gd name="T13" fmla="*/ 95 h 76"/>
                <a:gd name="T14" fmla="*/ 0 w 66"/>
                <a:gd name="T15" fmla="*/ 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76">
                  <a:moveTo>
                    <a:pt x="0" y="0"/>
                  </a:moveTo>
                  <a:cubicBezTo>
                    <a:pt x="12" y="9"/>
                    <a:pt x="23" y="24"/>
                    <a:pt x="33" y="37"/>
                  </a:cubicBezTo>
                  <a:cubicBezTo>
                    <a:pt x="40" y="46"/>
                    <a:pt x="50" y="52"/>
                    <a:pt x="57" y="60"/>
                  </a:cubicBezTo>
                  <a:cubicBezTo>
                    <a:pt x="57" y="49"/>
                    <a:pt x="53" y="35"/>
                    <a:pt x="45" y="28"/>
                  </a:cubicBezTo>
                  <a:cubicBezTo>
                    <a:pt x="52" y="36"/>
                    <a:pt x="59" y="48"/>
                    <a:pt x="62" y="59"/>
                  </a:cubicBezTo>
                  <a:cubicBezTo>
                    <a:pt x="66" y="76"/>
                    <a:pt x="50" y="72"/>
                    <a:pt x="43" y="63"/>
                  </a:cubicBezTo>
                  <a:cubicBezTo>
                    <a:pt x="34" y="52"/>
                    <a:pt x="30" y="39"/>
                    <a:pt x="22" y="28"/>
                  </a:cubicBezTo>
                  <a:cubicBezTo>
                    <a:pt x="16" y="20"/>
                    <a:pt x="9" y="6"/>
                    <a:pt x="0" y="0"/>
                  </a:cubicBezTo>
                </a:path>
              </a:pathLst>
            </a:custGeom>
            <a:solidFill>
              <a:srgbClr val="EE7F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9" name="Freeform 157">
              <a:extLst>
                <a:ext uri="{FF2B5EF4-FFF2-40B4-BE49-F238E27FC236}">
                  <a16:creationId xmlns:a16="http://schemas.microsoft.com/office/drawing/2014/main" id="{F671F89B-0C4F-4E9B-AAD3-3D9A53956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325"/>
              <a:ext cx="80" cy="69"/>
            </a:xfrm>
            <a:custGeom>
              <a:avLst/>
              <a:gdLst>
                <a:gd name="T0" fmla="*/ 0 w 54"/>
                <a:gd name="T1" fmla="*/ 53 h 46"/>
                <a:gd name="T2" fmla="*/ 108 w 54"/>
                <a:gd name="T3" fmla="*/ 99 h 46"/>
                <a:gd name="T4" fmla="*/ 53 w 54"/>
                <a:gd name="T5" fmla="*/ 0 h 46"/>
                <a:gd name="T6" fmla="*/ 96 w 54"/>
                <a:gd name="T7" fmla="*/ 53 h 46"/>
                <a:gd name="T8" fmla="*/ 133 w 54"/>
                <a:gd name="T9" fmla="*/ 89 h 46"/>
                <a:gd name="T10" fmla="*/ 133 w 54"/>
                <a:gd name="T11" fmla="*/ 153 h 46"/>
                <a:gd name="T12" fmla="*/ 59 w 54"/>
                <a:gd name="T13" fmla="*/ 93 h 46"/>
                <a:gd name="T14" fmla="*/ 6 w 54"/>
                <a:gd name="T15" fmla="*/ 4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46">
                  <a:moveTo>
                    <a:pt x="0" y="15"/>
                  </a:moveTo>
                  <a:cubicBezTo>
                    <a:pt x="12" y="14"/>
                    <a:pt x="24" y="22"/>
                    <a:pt x="33" y="29"/>
                  </a:cubicBezTo>
                  <a:cubicBezTo>
                    <a:pt x="28" y="19"/>
                    <a:pt x="20" y="10"/>
                    <a:pt x="16" y="0"/>
                  </a:cubicBezTo>
                  <a:cubicBezTo>
                    <a:pt x="21" y="4"/>
                    <a:pt x="25" y="11"/>
                    <a:pt x="30" y="15"/>
                  </a:cubicBezTo>
                  <a:cubicBezTo>
                    <a:pt x="34" y="19"/>
                    <a:pt x="38" y="22"/>
                    <a:pt x="41" y="26"/>
                  </a:cubicBezTo>
                  <a:cubicBezTo>
                    <a:pt x="45" y="31"/>
                    <a:pt x="54" y="46"/>
                    <a:pt x="41" y="45"/>
                  </a:cubicBezTo>
                  <a:cubicBezTo>
                    <a:pt x="31" y="45"/>
                    <a:pt x="24" y="34"/>
                    <a:pt x="18" y="27"/>
                  </a:cubicBezTo>
                  <a:cubicBezTo>
                    <a:pt x="13" y="22"/>
                    <a:pt x="7" y="18"/>
                    <a:pt x="2" y="14"/>
                  </a:cubicBezTo>
                </a:path>
              </a:pathLst>
            </a:custGeom>
            <a:solidFill>
              <a:srgbClr val="EE7F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0" name="Freeform 158">
              <a:extLst>
                <a:ext uri="{FF2B5EF4-FFF2-40B4-BE49-F238E27FC236}">
                  <a16:creationId xmlns:a16="http://schemas.microsoft.com/office/drawing/2014/main" id="{0E4F352A-FC13-4D20-8389-461996133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406"/>
              <a:ext cx="50" cy="121"/>
            </a:xfrm>
            <a:custGeom>
              <a:avLst/>
              <a:gdLst>
                <a:gd name="T0" fmla="*/ 88 w 34"/>
                <a:gd name="T1" fmla="*/ 0 h 81"/>
                <a:gd name="T2" fmla="*/ 75 w 34"/>
                <a:gd name="T3" fmla="*/ 108 h 81"/>
                <a:gd name="T4" fmla="*/ 35 w 34"/>
                <a:gd name="T5" fmla="*/ 157 h 81"/>
                <a:gd name="T6" fmla="*/ 0 w 34"/>
                <a:gd name="T7" fmla="*/ 270 h 81"/>
                <a:gd name="T8" fmla="*/ 51 w 34"/>
                <a:gd name="T9" fmla="*/ 167 h 81"/>
                <a:gd name="T10" fmla="*/ 100 w 34"/>
                <a:gd name="T11" fmla="*/ 127 h 81"/>
                <a:gd name="T12" fmla="*/ 96 w 34"/>
                <a:gd name="T13" fmla="*/ 63 h 81"/>
                <a:gd name="T14" fmla="*/ 93 w 34"/>
                <a:gd name="T15" fmla="*/ 0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81">
                  <a:moveTo>
                    <a:pt x="28" y="0"/>
                  </a:moveTo>
                  <a:cubicBezTo>
                    <a:pt x="22" y="8"/>
                    <a:pt x="21" y="23"/>
                    <a:pt x="24" y="32"/>
                  </a:cubicBezTo>
                  <a:cubicBezTo>
                    <a:pt x="15" y="33"/>
                    <a:pt x="14" y="40"/>
                    <a:pt x="11" y="47"/>
                  </a:cubicBezTo>
                  <a:cubicBezTo>
                    <a:pt x="6" y="58"/>
                    <a:pt x="3" y="69"/>
                    <a:pt x="0" y="81"/>
                  </a:cubicBezTo>
                  <a:cubicBezTo>
                    <a:pt x="6" y="71"/>
                    <a:pt x="9" y="59"/>
                    <a:pt x="16" y="50"/>
                  </a:cubicBezTo>
                  <a:cubicBezTo>
                    <a:pt x="20" y="44"/>
                    <a:pt x="28" y="43"/>
                    <a:pt x="31" y="38"/>
                  </a:cubicBezTo>
                  <a:cubicBezTo>
                    <a:pt x="34" y="33"/>
                    <a:pt x="31" y="25"/>
                    <a:pt x="30" y="19"/>
                  </a:cubicBezTo>
                  <a:cubicBezTo>
                    <a:pt x="30" y="14"/>
                    <a:pt x="27" y="4"/>
                    <a:pt x="29" y="0"/>
                  </a:cubicBezTo>
                </a:path>
              </a:pathLst>
            </a:custGeom>
            <a:solidFill>
              <a:srgbClr val="EE7F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1" name="Freeform 159">
              <a:extLst>
                <a:ext uri="{FF2B5EF4-FFF2-40B4-BE49-F238E27FC236}">
                  <a16:creationId xmlns:a16="http://schemas.microsoft.com/office/drawing/2014/main" id="{44141E58-A351-46A8-A1C1-0DD69313C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297"/>
              <a:ext cx="319" cy="335"/>
            </a:xfrm>
            <a:custGeom>
              <a:avLst/>
              <a:gdLst>
                <a:gd name="T0" fmla="*/ 189 w 213"/>
                <a:gd name="T1" fmla="*/ 73 h 224"/>
                <a:gd name="T2" fmla="*/ 171 w 213"/>
                <a:gd name="T3" fmla="*/ 13 h 224"/>
                <a:gd name="T4" fmla="*/ 270 w 213"/>
                <a:gd name="T5" fmla="*/ 54 h 224"/>
                <a:gd name="T6" fmla="*/ 454 w 213"/>
                <a:gd name="T7" fmla="*/ 176 h 224"/>
                <a:gd name="T8" fmla="*/ 560 w 213"/>
                <a:gd name="T9" fmla="*/ 275 h 224"/>
                <a:gd name="T10" fmla="*/ 695 w 213"/>
                <a:gd name="T11" fmla="*/ 425 h 224"/>
                <a:gd name="T12" fmla="*/ 695 w 213"/>
                <a:gd name="T13" fmla="*/ 474 h 224"/>
                <a:gd name="T14" fmla="*/ 662 w 213"/>
                <a:gd name="T15" fmla="*/ 438 h 224"/>
                <a:gd name="T16" fmla="*/ 626 w 213"/>
                <a:gd name="T17" fmla="*/ 405 h 224"/>
                <a:gd name="T18" fmla="*/ 514 w 213"/>
                <a:gd name="T19" fmla="*/ 365 h 224"/>
                <a:gd name="T20" fmla="*/ 419 w 213"/>
                <a:gd name="T21" fmla="*/ 407 h 224"/>
                <a:gd name="T22" fmla="*/ 373 w 213"/>
                <a:gd name="T23" fmla="*/ 479 h 224"/>
                <a:gd name="T24" fmla="*/ 370 w 213"/>
                <a:gd name="T25" fmla="*/ 579 h 224"/>
                <a:gd name="T26" fmla="*/ 316 w 213"/>
                <a:gd name="T27" fmla="*/ 700 h 224"/>
                <a:gd name="T28" fmla="*/ 244 w 213"/>
                <a:gd name="T29" fmla="*/ 748 h 224"/>
                <a:gd name="T30" fmla="*/ 198 w 213"/>
                <a:gd name="T31" fmla="*/ 716 h 224"/>
                <a:gd name="T32" fmla="*/ 195 w 213"/>
                <a:gd name="T33" fmla="*/ 559 h 224"/>
                <a:gd name="T34" fmla="*/ 168 w 213"/>
                <a:gd name="T35" fmla="*/ 441 h 224"/>
                <a:gd name="T36" fmla="*/ 94 w 213"/>
                <a:gd name="T37" fmla="*/ 342 h 224"/>
                <a:gd name="T38" fmla="*/ 27 w 213"/>
                <a:gd name="T39" fmla="*/ 262 h 224"/>
                <a:gd name="T40" fmla="*/ 55 w 213"/>
                <a:gd name="T41" fmla="*/ 162 h 224"/>
                <a:gd name="T42" fmla="*/ 162 w 213"/>
                <a:gd name="T43" fmla="*/ 238 h 224"/>
                <a:gd name="T44" fmla="*/ 310 w 213"/>
                <a:gd name="T45" fmla="*/ 271 h 224"/>
                <a:gd name="T46" fmla="*/ 319 w 213"/>
                <a:gd name="T47" fmla="*/ 163 h 224"/>
                <a:gd name="T48" fmla="*/ 243 w 213"/>
                <a:gd name="T49" fmla="*/ 103 h 224"/>
                <a:gd name="T50" fmla="*/ 190 w 213"/>
                <a:gd name="T51" fmla="*/ 76 h 22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13" h="224">
                  <a:moveTo>
                    <a:pt x="56" y="22"/>
                  </a:moveTo>
                  <a:cubicBezTo>
                    <a:pt x="51" y="18"/>
                    <a:pt x="45" y="7"/>
                    <a:pt x="51" y="4"/>
                  </a:cubicBezTo>
                  <a:cubicBezTo>
                    <a:pt x="58" y="0"/>
                    <a:pt x="74" y="13"/>
                    <a:pt x="80" y="16"/>
                  </a:cubicBezTo>
                  <a:cubicBezTo>
                    <a:pt x="100" y="25"/>
                    <a:pt x="118" y="39"/>
                    <a:pt x="135" y="53"/>
                  </a:cubicBezTo>
                  <a:cubicBezTo>
                    <a:pt x="146" y="63"/>
                    <a:pt x="157" y="72"/>
                    <a:pt x="167" y="82"/>
                  </a:cubicBezTo>
                  <a:cubicBezTo>
                    <a:pt x="180" y="97"/>
                    <a:pt x="198" y="108"/>
                    <a:pt x="207" y="127"/>
                  </a:cubicBezTo>
                  <a:cubicBezTo>
                    <a:pt x="208" y="131"/>
                    <a:pt x="213" y="144"/>
                    <a:pt x="207" y="142"/>
                  </a:cubicBezTo>
                  <a:cubicBezTo>
                    <a:pt x="204" y="141"/>
                    <a:pt x="199" y="133"/>
                    <a:pt x="197" y="131"/>
                  </a:cubicBezTo>
                  <a:cubicBezTo>
                    <a:pt x="194" y="128"/>
                    <a:pt x="190" y="124"/>
                    <a:pt x="186" y="121"/>
                  </a:cubicBezTo>
                  <a:cubicBezTo>
                    <a:pt x="178" y="115"/>
                    <a:pt x="163" y="108"/>
                    <a:pt x="153" y="109"/>
                  </a:cubicBezTo>
                  <a:cubicBezTo>
                    <a:pt x="143" y="110"/>
                    <a:pt x="133" y="117"/>
                    <a:pt x="125" y="122"/>
                  </a:cubicBezTo>
                  <a:cubicBezTo>
                    <a:pt x="116" y="128"/>
                    <a:pt x="112" y="132"/>
                    <a:pt x="111" y="143"/>
                  </a:cubicBezTo>
                  <a:cubicBezTo>
                    <a:pt x="110" y="153"/>
                    <a:pt x="111" y="163"/>
                    <a:pt x="110" y="173"/>
                  </a:cubicBezTo>
                  <a:cubicBezTo>
                    <a:pt x="108" y="186"/>
                    <a:pt x="103" y="199"/>
                    <a:pt x="94" y="209"/>
                  </a:cubicBezTo>
                  <a:cubicBezTo>
                    <a:pt x="89" y="215"/>
                    <a:pt x="81" y="221"/>
                    <a:pt x="73" y="223"/>
                  </a:cubicBezTo>
                  <a:cubicBezTo>
                    <a:pt x="65" y="224"/>
                    <a:pt x="62" y="221"/>
                    <a:pt x="59" y="214"/>
                  </a:cubicBezTo>
                  <a:cubicBezTo>
                    <a:pt x="51" y="200"/>
                    <a:pt x="58" y="183"/>
                    <a:pt x="58" y="167"/>
                  </a:cubicBezTo>
                  <a:cubicBezTo>
                    <a:pt x="58" y="153"/>
                    <a:pt x="58" y="144"/>
                    <a:pt x="50" y="132"/>
                  </a:cubicBezTo>
                  <a:cubicBezTo>
                    <a:pt x="43" y="122"/>
                    <a:pt x="36" y="112"/>
                    <a:pt x="28" y="102"/>
                  </a:cubicBezTo>
                  <a:cubicBezTo>
                    <a:pt x="21" y="94"/>
                    <a:pt x="13" y="88"/>
                    <a:pt x="8" y="78"/>
                  </a:cubicBezTo>
                  <a:cubicBezTo>
                    <a:pt x="2" y="68"/>
                    <a:pt x="0" y="47"/>
                    <a:pt x="17" y="48"/>
                  </a:cubicBezTo>
                  <a:cubicBezTo>
                    <a:pt x="29" y="49"/>
                    <a:pt x="38" y="64"/>
                    <a:pt x="48" y="71"/>
                  </a:cubicBezTo>
                  <a:cubicBezTo>
                    <a:pt x="59" y="81"/>
                    <a:pt x="79" y="95"/>
                    <a:pt x="92" y="81"/>
                  </a:cubicBezTo>
                  <a:cubicBezTo>
                    <a:pt x="101" y="72"/>
                    <a:pt x="100" y="60"/>
                    <a:pt x="95" y="49"/>
                  </a:cubicBezTo>
                  <a:cubicBezTo>
                    <a:pt x="89" y="39"/>
                    <a:pt x="81" y="36"/>
                    <a:pt x="72" y="31"/>
                  </a:cubicBezTo>
                  <a:cubicBezTo>
                    <a:pt x="66" y="27"/>
                    <a:pt x="62" y="26"/>
                    <a:pt x="57" y="23"/>
                  </a:cubicBezTo>
                </a:path>
              </a:pathLst>
            </a:custGeom>
            <a:solidFill>
              <a:srgbClr val="ED7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2" name="Freeform 160">
              <a:extLst>
                <a:ext uri="{FF2B5EF4-FFF2-40B4-BE49-F238E27FC236}">
                  <a16:creationId xmlns:a16="http://schemas.microsoft.com/office/drawing/2014/main" id="{D7CBE57E-A1C5-455A-AA28-F86C699A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382"/>
              <a:ext cx="261" cy="332"/>
            </a:xfrm>
            <a:custGeom>
              <a:avLst/>
              <a:gdLst>
                <a:gd name="T0" fmla="*/ 276 w 175"/>
                <a:gd name="T1" fmla="*/ 81 h 222"/>
                <a:gd name="T2" fmla="*/ 160 w 175"/>
                <a:gd name="T3" fmla="*/ 87 h 222"/>
                <a:gd name="T4" fmla="*/ 167 w 175"/>
                <a:gd name="T5" fmla="*/ 211 h 222"/>
                <a:gd name="T6" fmla="*/ 82 w 175"/>
                <a:gd name="T7" fmla="*/ 290 h 222"/>
                <a:gd name="T8" fmla="*/ 194 w 175"/>
                <a:gd name="T9" fmla="*/ 538 h 222"/>
                <a:gd name="T10" fmla="*/ 362 w 175"/>
                <a:gd name="T11" fmla="*/ 713 h 222"/>
                <a:gd name="T12" fmla="*/ 421 w 175"/>
                <a:gd name="T13" fmla="*/ 736 h 222"/>
                <a:gd name="T14" fmla="*/ 506 w 175"/>
                <a:gd name="T15" fmla="*/ 680 h 222"/>
                <a:gd name="T16" fmla="*/ 561 w 175"/>
                <a:gd name="T17" fmla="*/ 642 h 222"/>
                <a:gd name="T18" fmla="*/ 558 w 175"/>
                <a:gd name="T19" fmla="*/ 546 h 222"/>
                <a:gd name="T20" fmla="*/ 553 w 175"/>
                <a:gd name="T21" fmla="*/ 432 h 222"/>
                <a:gd name="T22" fmla="*/ 485 w 175"/>
                <a:gd name="T23" fmla="*/ 378 h 222"/>
                <a:gd name="T24" fmla="*/ 356 w 175"/>
                <a:gd name="T25" fmla="*/ 197 h 222"/>
                <a:gd name="T26" fmla="*/ 285 w 175"/>
                <a:gd name="T27" fmla="*/ 69 h 2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222">
                  <a:moveTo>
                    <a:pt x="83" y="24"/>
                  </a:moveTo>
                  <a:cubicBezTo>
                    <a:pt x="76" y="10"/>
                    <a:pt x="45" y="0"/>
                    <a:pt x="48" y="26"/>
                  </a:cubicBezTo>
                  <a:cubicBezTo>
                    <a:pt x="49" y="39"/>
                    <a:pt x="57" y="51"/>
                    <a:pt x="50" y="63"/>
                  </a:cubicBezTo>
                  <a:cubicBezTo>
                    <a:pt x="44" y="74"/>
                    <a:pt x="32" y="78"/>
                    <a:pt x="25" y="87"/>
                  </a:cubicBezTo>
                  <a:cubicBezTo>
                    <a:pt x="0" y="118"/>
                    <a:pt x="37" y="142"/>
                    <a:pt x="58" y="161"/>
                  </a:cubicBezTo>
                  <a:cubicBezTo>
                    <a:pt x="76" y="177"/>
                    <a:pt x="89" y="199"/>
                    <a:pt x="109" y="213"/>
                  </a:cubicBezTo>
                  <a:cubicBezTo>
                    <a:pt x="114" y="216"/>
                    <a:pt x="120" y="222"/>
                    <a:pt x="127" y="220"/>
                  </a:cubicBezTo>
                  <a:cubicBezTo>
                    <a:pt x="136" y="218"/>
                    <a:pt x="144" y="207"/>
                    <a:pt x="152" y="203"/>
                  </a:cubicBezTo>
                  <a:cubicBezTo>
                    <a:pt x="158" y="199"/>
                    <a:pt x="166" y="199"/>
                    <a:pt x="169" y="192"/>
                  </a:cubicBezTo>
                  <a:cubicBezTo>
                    <a:pt x="175" y="183"/>
                    <a:pt x="169" y="173"/>
                    <a:pt x="168" y="163"/>
                  </a:cubicBezTo>
                  <a:cubicBezTo>
                    <a:pt x="167" y="153"/>
                    <a:pt x="170" y="139"/>
                    <a:pt x="167" y="129"/>
                  </a:cubicBezTo>
                  <a:cubicBezTo>
                    <a:pt x="165" y="119"/>
                    <a:pt x="154" y="116"/>
                    <a:pt x="146" y="113"/>
                  </a:cubicBezTo>
                  <a:cubicBezTo>
                    <a:pt x="125" y="107"/>
                    <a:pt x="116" y="77"/>
                    <a:pt x="107" y="59"/>
                  </a:cubicBezTo>
                  <a:cubicBezTo>
                    <a:pt x="101" y="47"/>
                    <a:pt x="90" y="34"/>
                    <a:pt x="86" y="21"/>
                  </a:cubicBezTo>
                </a:path>
              </a:pathLst>
            </a:custGeom>
            <a:solidFill>
              <a:srgbClr val="ED7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3" name="Freeform 161">
              <a:extLst>
                <a:ext uri="{FF2B5EF4-FFF2-40B4-BE49-F238E27FC236}">
                  <a16:creationId xmlns:a16="http://schemas.microsoft.com/office/drawing/2014/main" id="{00354A84-062B-4A1F-B0DB-3803EC359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497"/>
              <a:ext cx="32" cy="25"/>
            </a:xfrm>
            <a:custGeom>
              <a:avLst/>
              <a:gdLst>
                <a:gd name="T0" fmla="*/ 0 w 21"/>
                <a:gd name="T1" fmla="*/ 9 h 17"/>
                <a:gd name="T2" fmla="*/ 40 w 21"/>
                <a:gd name="T3" fmla="*/ 35 h 17"/>
                <a:gd name="T4" fmla="*/ 49 w 21"/>
                <a:gd name="T5" fmla="*/ 0 h 17"/>
                <a:gd name="T6" fmla="*/ 49 w 21"/>
                <a:gd name="T7" fmla="*/ 47 h 17"/>
                <a:gd name="T8" fmla="*/ 8 w 21"/>
                <a:gd name="T9" fmla="*/ 1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7">
                  <a:moveTo>
                    <a:pt x="0" y="3"/>
                  </a:moveTo>
                  <a:cubicBezTo>
                    <a:pt x="2" y="5"/>
                    <a:pt x="7" y="12"/>
                    <a:pt x="11" y="11"/>
                  </a:cubicBezTo>
                  <a:cubicBezTo>
                    <a:pt x="16" y="9"/>
                    <a:pt x="15" y="3"/>
                    <a:pt x="14" y="0"/>
                  </a:cubicBezTo>
                  <a:cubicBezTo>
                    <a:pt x="16" y="3"/>
                    <a:pt x="21" y="13"/>
                    <a:pt x="14" y="15"/>
                  </a:cubicBezTo>
                  <a:cubicBezTo>
                    <a:pt x="10" y="17"/>
                    <a:pt x="5" y="8"/>
                    <a:pt x="2" y="6"/>
                  </a:cubicBezTo>
                </a:path>
              </a:pathLst>
            </a:custGeom>
            <a:solidFill>
              <a:srgbClr val="F7B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4" name="Freeform 162">
              <a:extLst>
                <a:ext uri="{FF2B5EF4-FFF2-40B4-BE49-F238E27FC236}">
                  <a16:creationId xmlns:a16="http://schemas.microsoft.com/office/drawing/2014/main" id="{5F31E789-6BAD-40C3-B604-7698648F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354"/>
              <a:ext cx="25" cy="28"/>
            </a:xfrm>
            <a:custGeom>
              <a:avLst/>
              <a:gdLst>
                <a:gd name="T0" fmla="*/ 0 w 17"/>
                <a:gd name="T1" fmla="*/ 9 h 19"/>
                <a:gd name="T2" fmla="*/ 38 w 17"/>
                <a:gd name="T3" fmla="*/ 28 h 19"/>
                <a:gd name="T4" fmla="*/ 28 w 17"/>
                <a:gd name="T5" fmla="*/ 0 h 19"/>
                <a:gd name="T6" fmla="*/ 54 w 17"/>
                <a:gd name="T7" fmla="*/ 46 h 19"/>
                <a:gd name="T8" fmla="*/ 6 w 17"/>
                <a:gd name="T9" fmla="*/ 1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0" y="3"/>
                  </a:moveTo>
                  <a:cubicBezTo>
                    <a:pt x="1" y="3"/>
                    <a:pt x="9" y="12"/>
                    <a:pt x="12" y="9"/>
                  </a:cubicBezTo>
                  <a:cubicBezTo>
                    <a:pt x="15" y="6"/>
                    <a:pt x="11" y="2"/>
                    <a:pt x="9" y="0"/>
                  </a:cubicBezTo>
                  <a:cubicBezTo>
                    <a:pt x="13" y="2"/>
                    <a:pt x="17" y="8"/>
                    <a:pt x="17" y="14"/>
                  </a:cubicBezTo>
                  <a:cubicBezTo>
                    <a:pt x="11" y="19"/>
                    <a:pt x="5" y="8"/>
                    <a:pt x="2" y="5"/>
                  </a:cubicBezTo>
                </a:path>
              </a:pathLst>
            </a:custGeom>
            <a:solidFill>
              <a:srgbClr val="F7B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5" name="Freeform 163">
              <a:extLst>
                <a:ext uri="{FF2B5EF4-FFF2-40B4-BE49-F238E27FC236}">
                  <a16:creationId xmlns:a16="http://schemas.microsoft.com/office/drawing/2014/main" id="{BD7F98EA-51BD-4787-8283-26AD6F1A4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428"/>
              <a:ext cx="27" cy="53"/>
            </a:xfrm>
            <a:custGeom>
              <a:avLst/>
              <a:gdLst>
                <a:gd name="T0" fmla="*/ 48 w 18"/>
                <a:gd name="T1" fmla="*/ 0 h 35"/>
                <a:gd name="T2" fmla="*/ 41 w 18"/>
                <a:gd name="T3" fmla="*/ 59 h 35"/>
                <a:gd name="T4" fmla="*/ 18 w 18"/>
                <a:gd name="T5" fmla="*/ 80 h 35"/>
                <a:gd name="T6" fmla="*/ 0 w 18"/>
                <a:gd name="T7" fmla="*/ 121 h 35"/>
                <a:gd name="T8" fmla="*/ 54 w 18"/>
                <a:gd name="T9" fmla="*/ 73 h 35"/>
                <a:gd name="T10" fmla="*/ 53 w 18"/>
                <a:gd name="T11" fmla="*/ 1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5">
                  <a:moveTo>
                    <a:pt x="14" y="0"/>
                  </a:moveTo>
                  <a:cubicBezTo>
                    <a:pt x="11" y="4"/>
                    <a:pt x="15" y="12"/>
                    <a:pt x="12" y="17"/>
                  </a:cubicBezTo>
                  <a:cubicBezTo>
                    <a:pt x="11" y="19"/>
                    <a:pt x="7" y="21"/>
                    <a:pt x="5" y="23"/>
                  </a:cubicBezTo>
                  <a:cubicBezTo>
                    <a:pt x="3" y="26"/>
                    <a:pt x="1" y="31"/>
                    <a:pt x="0" y="35"/>
                  </a:cubicBezTo>
                  <a:cubicBezTo>
                    <a:pt x="2" y="28"/>
                    <a:pt x="9" y="22"/>
                    <a:pt x="16" y="21"/>
                  </a:cubicBezTo>
                  <a:cubicBezTo>
                    <a:pt x="18" y="15"/>
                    <a:pt x="12" y="8"/>
                    <a:pt x="15" y="3"/>
                  </a:cubicBezTo>
                </a:path>
              </a:pathLst>
            </a:custGeom>
            <a:solidFill>
              <a:srgbClr val="F7B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6" name="Freeform 164">
              <a:extLst>
                <a:ext uri="{FF2B5EF4-FFF2-40B4-BE49-F238E27FC236}">
                  <a16:creationId xmlns:a16="http://schemas.microsoft.com/office/drawing/2014/main" id="{D5ABE4E9-8BF5-4DBA-987D-C74655CDB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914"/>
              <a:ext cx="100" cy="181"/>
            </a:xfrm>
            <a:custGeom>
              <a:avLst/>
              <a:gdLst>
                <a:gd name="T0" fmla="*/ 1 w 67"/>
                <a:gd name="T1" fmla="*/ 230 h 121"/>
                <a:gd name="T2" fmla="*/ 73 w 67"/>
                <a:gd name="T3" fmla="*/ 295 h 121"/>
                <a:gd name="T4" fmla="*/ 116 w 67"/>
                <a:gd name="T5" fmla="*/ 329 h 121"/>
                <a:gd name="T6" fmla="*/ 94 w 67"/>
                <a:gd name="T7" fmla="*/ 242 h 121"/>
                <a:gd name="T8" fmla="*/ 87 w 67"/>
                <a:gd name="T9" fmla="*/ 154 h 121"/>
                <a:gd name="T10" fmla="*/ 194 w 67"/>
                <a:gd name="T11" fmla="*/ 94 h 121"/>
                <a:gd name="T12" fmla="*/ 136 w 67"/>
                <a:gd name="T13" fmla="*/ 0 h 121"/>
                <a:gd name="T14" fmla="*/ 216 w 67"/>
                <a:gd name="T15" fmla="*/ 103 h 121"/>
                <a:gd name="T16" fmla="*/ 169 w 67"/>
                <a:gd name="T17" fmla="*/ 148 h 121"/>
                <a:gd name="T18" fmla="*/ 127 w 67"/>
                <a:gd name="T19" fmla="*/ 208 h 121"/>
                <a:gd name="T20" fmla="*/ 143 w 67"/>
                <a:gd name="T21" fmla="*/ 317 h 121"/>
                <a:gd name="T22" fmla="*/ 100 w 67"/>
                <a:gd name="T23" fmla="*/ 392 h 121"/>
                <a:gd name="T24" fmla="*/ 0 w 67"/>
                <a:gd name="T25" fmla="*/ 248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" h="121">
                  <a:moveTo>
                    <a:pt x="1" y="69"/>
                  </a:moveTo>
                  <a:cubicBezTo>
                    <a:pt x="9" y="75"/>
                    <a:pt x="16" y="81"/>
                    <a:pt x="22" y="88"/>
                  </a:cubicBezTo>
                  <a:cubicBezTo>
                    <a:pt x="26" y="92"/>
                    <a:pt x="29" y="99"/>
                    <a:pt x="35" y="98"/>
                  </a:cubicBezTo>
                  <a:cubicBezTo>
                    <a:pt x="37" y="90"/>
                    <a:pt x="30" y="79"/>
                    <a:pt x="28" y="72"/>
                  </a:cubicBezTo>
                  <a:cubicBezTo>
                    <a:pt x="25" y="63"/>
                    <a:pt x="24" y="55"/>
                    <a:pt x="26" y="46"/>
                  </a:cubicBezTo>
                  <a:cubicBezTo>
                    <a:pt x="30" y="29"/>
                    <a:pt x="42" y="17"/>
                    <a:pt x="58" y="28"/>
                  </a:cubicBezTo>
                  <a:cubicBezTo>
                    <a:pt x="48" y="20"/>
                    <a:pt x="43" y="12"/>
                    <a:pt x="41" y="0"/>
                  </a:cubicBezTo>
                  <a:cubicBezTo>
                    <a:pt x="49" y="8"/>
                    <a:pt x="63" y="18"/>
                    <a:pt x="65" y="31"/>
                  </a:cubicBezTo>
                  <a:cubicBezTo>
                    <a:pt x="67" y="44"/>
                    <a:pt x="61" y="41"/>
                    <a:pt x="51" y="44"/>
                  </a:cubicBezTo>
                  <a:cubicBezTo>
                    <a:pt x="41" y="46"/>
                    <a:pt x="38" y="52"/>
                    <a:pt x="38" y="62"/>
                  </a:cubicBezTo>
                  <a:cubicBezTo>
                    <a:pt x="38" y="73"/>
                    <a:pt x="44" y="84"/>
                    <a:pt x="43" y="95"/>
                  </a:cubicBezTo>
                  <a:cubicBezTo>
                    <a:pt x="43" y="102"/>
                    <a:pt x="37" y="115"/>
                    <a:pt x="30" y="117"/>
                  </a:cubicBezTo>
                  <a:cubicBezTo>
                    <a:pt x="19" y="121"/>
                    <a:pt x="5" y="83"/>
                    <a:pt x="0" y="74"/>
                  </a:cubicBezTo>
                </a:path>
              </a:pathLst>
            </a:custGeom>
            <a:solidFill>
              <a:srgbClr val="84BA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7" name="Freeform 165">
              <a:extLst>
                <a:ext uri="{FF2B5EF4-FFF2-40B4-BE49-F238E27FC236}">
                  <a16:creationId xmlns:a16="http://schemas.microsoft.com/office/drawing/2014/main" id="{82701C5E-0946-4DC6-8367-D10464BF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111"/>
              <a:ext cx="74" cy="74"/>
            </a:xfrm>
            <a:custGeom>
              <a:avLst/>
              <a:gdLst>
                <a:gd name="T0" fmla="*/ 120 w 50"/>
                <a:gd name="T1" fmla="*/ 151 h 49"/>
                <a:gd name="T2" fmla="*/ 96 w 50"/>
                <a:gd name="T3" fmla="*/ 80 h 49"/>
                <a:gd name="T4" fmla="*/ 163 w 50"/>
                <a:gd name="T5" fmla="*/ 116 h 49"/>
                <a:gd name="T6" fmla="*/ 59 w 50"/>
                <a:gd name="T7" fmla="*/ 21 h 49"/>
                <a:gd name="T8" fmla="*/ 114 w 50"/>
                <a:gd name="T9" fmla="*/ 169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9">
                  <a:moveTo>
                    <a:pt x="37" y="44"/>
                  </a:moveTo>
                  <a:cubicBezTo>
                    <a:pt x="35" y="37"/>
                    <a:pt x="33" y="30"/>
                    <a:pt x="30" y="23"/>
                  </a:cubicBezTo>
                  <a:cubicBezTo>
                    <a:pt x="37" y="21"/>
                    <a:pt x="45" y="30"/>
                    <a:pt x="50" y="34"/>
                  </a:cubicBezTo>
                  <a:cubicBezTo>
                    <a:pt x="44" y="23"/>
                    <a:pt x="37" y="0"/>
                    <a:pt x="18" y="6"/>
                  </a:cubicBezTo>
                  <a:cubicBezTo>
                    <a:pt x="0" y="12"/>
                    <a:pt x="34" y="39"/>
                    <a:pt x="35" y="49"/>
                  </a:cubicBezTo>
                </a:path>
              </a:pathLst>
            </a:custGeom>
            <a:solidFill>
              <a:srgbClr val="84BA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8" name="Freeform 166">
              <a:extLst>
                <a:ext uri="{FF2B5EF4-FFF2-40B4-BE49-F238E27FC236}">
                  <a16:creationId xmlns:a16="http://schemas.microsoft.com/office/drawing/2014/main" id="{04748843-9695-4A99-AAB0-F38426F22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244"/>
              <a:ext cx="56" cy="65"/>
            </a:xfrm>
            <a:custGeom>
              <a:avLst/>
              <a:gdLst>
                <a:gd name="T0" fmla="*/ 28 w 38"/>
                <a:gd name="T1" fmla="*/ 130 h 43"/>
                <a:gd name="T2" fmla="*/ 74 w 38"/>
                <a:gd name="T3" fmla="*/ 68 h 43"/>
                <a:gd name="T4" fmla="*/ 122 w 38"/>
                <a:gd name="T5" fmla="*/ 103 h 43"/>
                <a:gd name="T6" fmla="*/ 60 w 38"/>
                <a:gd name="T7" fmla="*/ 21 h 43"/>
                <a:gd name="T8" fmla="*/ 40 w 38"/>
                <a:gd name="T9" fmla="*/ 95 h 43"/>
                <a:gd name="T10" fmla="*/ 0 w 38"/>
                <a:gd name="T11" fmla="*/ 148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3">
                  <a:moveTo>
                    <a:pt x="9" y="38"/>
                  </a:moveTo>
                  <a:cubicBezTo>
                    <a:pt x="17" y="36"/>
                    <a:pt x="22" y="26"/>
                    <a:pt x="23" y="20"/>
                  </a:cubicBezTo>
                  <a:cubicBezTo>
                    <a:pt x="28" y="23"/>
                    <a:pt x="32" y="28"/>
                    <a:pt x="38" y="30"/>
                  </a:cubicBezTo>
                  <a:cubicBezTo>
                    <a:pt x="34" y="24"/>
                    <a:pt x="27" y="0"/>
                    <a:pt x="19" y="6"/>
                  </a:cubicBezTo>
                  <a:cubicBezTo>
                    <a:pt x="14" y="10"/>
                    <a:pt x="14" y="23"/>
                    <a:pt x="12" y="28"/>
                  </a:cubicBezTo>
                  <a:cubicBezTo>
                    <a:pt x="9" y="34"/>
                    <a:pt x="5" y="39"/>
                    <a:pt x="0" y="43"/>
                  </a:cubicBezTo>
                </a:path>
              </a:pathLst>
            </a:custGeom>
            <a:solidFill>
              <a:srgbClr val="84BA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9" name="Freeform 167">
              <a:extLst>
                <a:ext uri="{FF2B5EF4-FFF2-40B4-BE49-F238E27FC236}">
                  <a16:creationId xmlns:a16="http://schemas.microsoft.com/office/drawing/2014/main" id="{A58CBEA5-7A88-4882-B9CF-4AA22895E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333"/>
              <a:ext cx="53" cy="95"/>
            </a:xfrm>
            <a:custGeom>
              <a:avLst/>
              <a:gdLst>
                <a:gd name="T0" fmla="*/ 8 w 35"/>
                <a:gd name="T1" fmla="*/ 0 h 64"/>
                <a:gd name="T2" fmla="*/ 62 w 35"/>
                <a:gd name="T3" fmla="*/ 150 h 64"/>
                <a:gd name="T4" fmla="*/ 101 w 35"/>
                <a:gd name="T5" fmla="*/ 1 h 64"/>
                <a:gd name="T6" fmla="*/ 53 w 35"/>
                <a:gd name="T7" fmla="*/ 208 h 64"/>
                <a:gd name="T8" fmla="*/ 14 w 35"/>
                <a:gd name="T9" fmla="*/ 1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4">
                  <a:moveTo>
                    <a:pt x="2" y="0"/>
                  </a:moveTo>
                  <a:cubicBezTo>
                    <a:pt x="6" y="16"/>
                    <a:pt x="18" y="29"/>
                    <a:pt x="18" y="46"/>
                  </a:cubicBezTo>
                  <a:cubicBezTo>
                    <a:pt x="25" y="33"/>
                    <a:pt x="24" y="16"/>
                    <a:pt x="29" y="1"/>
                  </a:cubicBezTo>
                  <a:cubicBezTo>
                    <a:pt x="32" y="13"/>
                    <a:pt x="35" y="61"/>
                    <a:pt x="15" y="63"/>
                  </a:cubicBezTo>
                  <a:cubicBezTo>
                    <a:pt x="0" y="64"/>
                    <a:pt x="13" y="15"/>
                    <a:pt x="4" y="6"/>
                  </a:cubicBezTo>
                </a:path>
              </a:pathLst>
            </a:custGeom>
            <a:solidFill>
              <a:srgbClr val="84BA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0" name="Freeform 168">
              <a:extLst>
                <a:ext uri="{FF2B5EF4-FFF2-40B4-BE49-F238E27FC236}">
                  <a16:creationId xmlns:a16="http://schemas.microsoft.com/office/drawing/2014/main" id="{CD7F46DB-111F-4A5F-AF30-138BFFFE6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646"/>
              <a:ext cx="132" cy="329"/>
            </a:xfrm>
            <a:custGeom>
              <a:avLst/>
              <a:gdLst>
                <a:gd name="T0" fmla="*/ 270 w 88"/>
                <a:gd name="T1" fmla="*/ 144 h 220"/>
                <a:gd name="T2" fmla="*/ 113 w 88"/>
                <a:gd name="T3" fmla="*/ 13 h 220"/>
                <a:gd name="T4" fmla="*/ 53 w 88"/>
                <a:gd name="T5" fmla="*/ 49 h 220"/>
                <a:gd name="T6" fmla="*/ 53 w 88"/>
                <a:gd name="T7" fmla="*/ 175 h 220"/>
                <a:gd name="T8" fmla="*/ 12 w 88"/>
                <a:gd name="T9" fmla="*/ 369 h 220"/>
                <a:gd name="T10" fmla="*/ 26 w 88"/>
                <a:gd name="T11" fmla="*/ 546 h 220"/>
                <a:gd name="T12" fmla="*/ 39 w 88"/>
                <a:gd name="T13" fmla="*/ 695 h 220"/>
                <a:gd name="T14" fmla="*/ 140 w 88"/>
                <a:gd name="T15" fmla="*/ 538 h 220"/>
                <a:gd name="T16" fmla="*/ 197 w 88"/>
                <a:gd name="T17" fmla="*/ 392 h 220"/>
                <a:gd name="T18" fmla="*/ 269 w 88"/>
                <a:gd name="T19" fmla="*/ 298 h 220"/>
                <a:gd name="T20" fmla="*/ 297 w 88"/>
                <a:gd name="T21" fmla="*/ 215 h 220"/>
                <a:gd name="T22" fmla="*/ 278 w 88"/>
                <a:gd name="T23" fmla="*/ 141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220">
                  <a:moveTo>
                    <a:pt x="80" y="43"/>
                  </a:moveTo>
                  <a:cubicBezTo>
                    <a:pt x="73" y="27"/>
                    <a:pt x="50" y="10"/>
                    <a:pt x="33" y="4"/>
                  </a:cubicBezTo>
                  <a:cubicBezTo>
                    <a:pt x="21" y="0"/>
                    <a:pt x="16" y="2"/>
                    <a:pt x="15" y="15"/>
                  </a:cubicBezTo>
                  <a:cubicBezTo>
                    <a:pt x="14" y="27"/>
                    <a:pt x="16" y="40"/>
                    <a:pt x="15" y="52"/>
                  </a:cubicBezTo>
                  <a:cubicBezTo>
                    <a:pt x="14" y="73"/>
                    <a:pt x="7" y="90"/>
                    <a:pt x="3" y="110"/>
                  </a:cubicBezTo>
                  <a:cubicBezTo>
                    <a:pt x="0" y="128"/>
                    <a:pt x="7" y="145"/>
                    <a:pt x="7" y="163"/>
                  </a:cubicBezTo>
                  <a:cubicBezTo>
                    <a:pt x="7" y="172"/>
                    <a:pt x="2" y="202"/>
                    <a:pt x="11" y="208"/>
                  </a:cubicBezTo>
                  <a:cubicBezTo>
                    <a:pt x="30" y="220"/>
                    <a:pt x="38" y="170"/>
                    <a:pt x="41" y="161"/>
                  </a:cubicBezTo>
                  <a:cubicBezTo>
                    <a:pt x="46" y="145"/>
                    <a:pt x="50" y="131"/>
                    <a:pt x="58" y="117"/>
                  </a:cubicBezTo>
                  <a:cubicBezTo>
                    <a:pt x="63" y="107"/>
                    <a:pt x="72" y="99"/>
                    <a:pt x="79" y="89"/>
                  </a:cubicBezTo>
                  <a:cubicBezTo>
                    <a:pt x="83" y="82"/>
                    <a:pt x="87" y="71"/>
                    <a:pt x="88" y="64"/>
                  </a:cubicBezTo>
                  <a:cubicBezTo>
                    <a:pt x="88" y="54"/>
                    <a:pt x="84" y="51"/>
                    <a:pt x="82" y="42"/>
                  </a:cubicBezTo>
                </a:path>
              </a:pathLst>
            </a:custGeom>
            <a:solidFill>
              <a:srgbClr val="76B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1" name="Freeform 169">
              <a:extLst>
                <a:ext uri="{FF2B5EF4-FFF2-40B4-BE49-F238E27FC236}">
                  <a16:creationId xmlns:a16="http://schemas.microsoft.com/office/drawing/2014/main" id="{8C4DE3E2-FED0-499E-9EF5-BDF379107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784"/>
              <a:ext cx="209" cy="383"/>
            </a:xfrm>
            <a:custGeom>
              <a:avLst/>
              <a:gdLst>
                <a:gd name="T0" fmla="*/ 200 w 140"/>
                <a:gd name="T1" fmla="*/ 60 h 256"/>
                <a:gd name="T2" fmla="*/ 127 w 140"/>
                <a:gd name="T3" fmla="*/ 28 h 256"/>
                <a:gd name="T4" fmla="*/ 49 w 140"/>
                <a:gd name="T5" fmla="*/ 154 h 256"/>
                <a:gd name="T6" fmla="*/ 6 w 140"/>
                <a:gd name="T7" fmla="*/ 257 h 256"/>
                <a:gd name="T8" fmla="*/ 73 w 140"/>
                <a:gd name="T9" fmla="*/ 325 h 256"/>
                <a:gd name="T10" fmla="*/ 116 w 140"/>
                <a:gd name="T11" fmla="*/ 411 h 256"/>
                <a:gd name="T12" fmla="*/ 69 w 140"/>
                <a:gd name="T13" fmla="*/ 482 h 256"/>
                <a:gd name="T14" fmla="*/ 40 w 140"/>
                <a:gd name="T15" fmla="*/ 549 h 256"/>
                <a:gd name="T16" fmla="*/ 28 w 140"/>
                <a:gd name="T17" fmla="*/ 628 h 256"/>
                <a:gd name="T18" fmla="*/ 160 w 140"/>
                <a:gd name="T19" fmla="*/ 714 h 256"/>
                <a:gd name="T20" fmla="*/ 257 w 140"/>
                <a:gd name="T21" fmla="*/ 842 h 256"/>
                <a:gd name="T22" fmla="*/ 397 w 140"/>
                <a:gd name="T23" fmla="*/ 615 h 256"/>
                <a:gd name="T24" fmla="*/ 451 w 140"/>
                <a:gd name="T25" fmla="*/ 384 h 256"/>
                <a:gd name="T26" fmla="*/ 316 w 140"/>
                <a:gd name="T27" fmla="*/ 211 h 256"/>
                <a:gd name="T28" fmla="*/ 249 w 140"/>
                <a:gd name="T29" fmla="*/ 123 h 256"/>
                <a:gd name="T30" fmla="*/ 196 w 140"/>
                <a:gd name="T31" fmla="*/ 60 h 2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256">
                  <a:moveTo>
                    <a:pt x="60" y="18"/>
                  </a:moveTo>
                  <a:cubicBezTo>
                    <a:pt x="50" y="11"/>
                    <a:pt x="51" y="0"/>
                    <a:pt x="38" y="9"/>
                  </a:cubicBezTo>
                  <a:cubicBezTo>
                    <a:pt x="27" y="17"/>
                    <a:pt x="21" y="35"/>
                    <a:pt x="15" y="46"/>
                  </a:cubicBezTo>
                  <a:cubicBezTo>
                    <a:pt x="11" y="54"/>
                    <a:pt x="1" y="67"/>
                    <a:pt x="2" y="77"/>
                  </a:cubicBezTo>
                  <a:cubicBezTo>
                    <a:pt x="4" y="85"/>
                    <a:pt x="17" y="91"/>
                    <a:pt x="22" y="97"/>
                  </a:cubicBezTo>
                  <a:cubicBezTo>
                    <a:pt x="29" y="104"/>
                    <a:pt x="34" y="113"/>
                    <a:pt x="35" y="123"/>
                  </a:cubicBezTo>
                  <a:cubicBezTo>
                    <a:pt x="36" y="137"/>
                    <a:pt x="31" y="138"/>
                    <a:pt x="21" y="144"/>
                  </a:cubicBezTo>
                  <a:cubicBezTo>
                    <a:pt x="11" y="149"/>
                    <a:pt x="11" y="154"/>
                    <a:pt x="12" y="164"/>
                  </a:cubicBezTo>
                  <a:cubicBezTo>
                    <a:pt x="14" y="175"/>
                    <a:pt x="12" y="177"/>
                    <a:pt x="9" y="188"/>
                  </a:cubicBezTo>
                  <a:cubicBezTo>
                    <a:pt x="0" y="218"/>
                    <a:pt x="32" y="203"/>
                    <a:pt x="48" y="213"/>
                  </a:cubicBezTo>
                  <a:cubicBezTo>
                    <a:pt x="62" y="222"/>
                    <a:pt x="61" y="248"/>
                    <a:pt x="77" y="251"/>
                  </a:cubicBezTo>
                  <a:cubicBezTo>
                    <a:pt x="103" y="256"/>
                    <a:pt x="113" y="200"/>
                    <a:pt x="119" y="184"/>
                  </a:cubicBezTo>
                  <a:cubicBezTo>
                    <a:pt x="127" y="162"/>
                    <a:pt x="140" y="139"/>
                    <a:pt x="135" y="115"/>
                  </a:cubicBezTo>
                  <a:cubicBezTo>
                    <a:pt x="130" y="88"/>
                    <a:pt x="111" y="84"/>
                    <a:pt x="95" y="63"/>
                  </a:cubicBezTo>
                  <a:cubicBezTo>
                    <a:pt x="89" y="55"/>
                    <a:pt x="83" y="45"/>
                    <a:pt x="75" y="37"/>
                  </a:cubicBezTo>
                  <a:cubicBezTo>
                    <a:pt x="70" y="31"/>
                    <a:pt x="63" y="25"/>
                    <a:pt x="59" y="18"/>
                  </a:cubicBezTo>
                </a:path>
              </a:pathLst>
            </a:custGeom>
            <a:solidFill>
              <a:srgbClr val="76B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2" name="Freeform 170">
              <a:extLst>
                <a:ext uri="{FF2B5EF4-FFF2-40B4-BE49-F238E27FC236}">
                  <a16:creationId xmlns:a16="http://schemas.microsoft.com/office/drawing/2014/main" id="{DCB24D5B-7688-4625-99C6-47C7AA0C7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307"/>
              <a:ext cx="217" cy="223"/>
            </a:xfrm>
            <a:custGeom>
              <a:avLst/>
              <a:gdLst>
                <a:gd name="T0" fmla="*/ 55 w 145"/>
                <a:gd name="T1" fmla="*/ 406 h 149"/>
                <a:gd name="T2" fmla="*/ 46 w 145"/>
                <a:gd name="T3" fmla="*/ 144 h 149"/>
                <a:gd name="T4" fmla="*/ 87 w 145"/>
                <a:gd name="T5" fmla="*/ 60 h 149"/>
                <a:gd name="T6" fmla="*/ 150 w 145"/>
                <a:gd name="T7" fmla="*/ 100 h 149"/>
                <a:gd name="T8" fmla="*/ 271 w 145"/>
                <a:gd name="T9" fmla="*/ 298 h 149"/>
                <a:gd name="T10" fmla="*/ 370 w 145"/>
                <a:gd name="T11" fmla="*/ 55 h 149"/>
                <a:gd name="T12" fmla="*/ 483 w 145"/>
                <a:gd name="T13" fmla="*/ 289 h 149"/>
                <a:gd name="T14" fmla="*/ 376 w 145"/>
                <a:gd name="T15" fmla="*/ 450 h 149"/>
                <a:gd name="T16" fmla="*/ 189 w 145"/>
                <a:gd name="T17" fmla="*/ 473 h 149"/>
                <a:gd name="T18" fmla="*/ 60 w 145"/>
                <a:gd name="T19" fmla="*/ 412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5" h="149">
                  <a:moveTo>
                    <a:pt x="17" y="121"/>
                  </a:moveTo>
                  <a:cubicBezTo>
                    <a:pt x="0" y="104"/>
                    <a:pt x="6" y="63"/>
                    <a:pt x="14" y="43"/>
                  </a:cubicBezTo>
                  <a:cubicBezTo>
                    <a:pt x="17" y="35"/>
                    <a:pt x="21" y="24"/>
                    <a:pt x="26" y="18"/>
                  </a:cubicBezTo>
                  <a:cubicBezTo>
                    <a:pt x="37" y="7"/>
                    <a:pt x="43" y="19"/>
                    <a:pt x="45" y="30"/>
                  </a:cubicBezTo>
                  <a:cubicBezTo>
                    <a:pt x="47" y="51"/>
                    <a:pt x="42" y="104"/>
                    <a:pt x="81" y="89"/>
                  </a:cubicBezTo>
                  <a:cubicBezTo>
                    <a:pt x="112" y="76"/>
                    <a:pt x="86" y="30"/>
                    <a:pt x="110" y="17"/>
                  </a:cubicBezTo>
                  <a:cubicBezTo>
                    <a:pt x="140" y="0"/>
                    <a:pt x="145" y="68"/>
                    <a:pt x="144" y="86"/>
                  </a:cubicBezTo>
                  <a:cubicBezTo>
                    <a:pt x="142" y="104"/>
                    <a:pt x="126" y="123"/>
                    <a:pt x="112" y="134"/>
                  </a:cubicBezTo>
                  <a:cubicBezTo>
                    <a:pt x="95" y="148"/>
                    <a:pt x="76" y="149"/>
                    <a:pt x="56" y="141"/>
                  </a:cubicBezTo>
                  <a:cubicBezTo>
                    <a:pt x="45" y="138"/>
                    <a:pt x="25" y="132"/>
                    <a:pt x="18" y="123"/>
                  </a:cubicBezTo>
                </a:path>
              </a:pathLst>
            </a:custGeom>
            <a:solidFill>
              <a:srgbClr val="76B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3" name="Freeform 171">
              <a:extLst>
                <a:ext uri="{FF2B5EF4-FFF2-40B4-BE49-F238E27FC236}">
                  <a16:creationId xmlns:a16="http://schemas.microsoft.com/office/drawing/2014/main" id="{A4E4EC49-4DD6-498C-8514-90471CA86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041"/>
              <a:ext cx="790" cy="484"/>
            </a:xfrm>
            <a:custGeom>
              <a:avLst/>
              <a:gdLst>
                <a:gd name="T0" fmla="*/ 63 w 529"/>
                <a:gd name="T1" fmla="*/ 733 h 324"/>
                <a:gd name="T2" fmla="*/ 73 w 529"/>
                <a:gd name="T3" fmla="*/ 647 h 324"/>
                <a:gd name="T4" fmla="*/ 167 w 529"/>
                <a:gd name="T5" fmla="*/ 589 h 324"/>
                <a:gd name="T6" fmla="*/ 343 w 529"/>
                <a:gd name="T7" fmla="*/ 548 h 324"/>
                <a:gd name="T8" fmla="*/ 515 w 529"/>
                <a:gd name="T9" fmla="*/ 457 h 324"/>
                <a:gd name="T10" fmla="*/ 926 w 529"/>
                <a:gd name="T11" fmla="*/ 444 h 324"/>
                <a:gd name="T12" fmla="*/ 1269 w 529"/>
                <a:gd name="T13" fmla="*/ 303 h 324"/>
                <a:gd name="T14" fmla="*/ 1438 w 529"/>
                <a:gd name="T15" fmla="*/ 108 h 324"/>
                <a:gd name="T16" fmla="*/ 1519 w 529"/>
                <a:gd name="T17" fmla="*/ 9 h 324"/>
                <a:gd name="T18" fmla="*/ 1581 w 529"/>
                <a:gd name="T19" fmla="*/ 108 h 324"/>
                <a:gd name="T20" fmla="*/ 1701 w 529"/>
                <a:gd name="T21" fmla="*/ 214 h 324"/>
                <a:gd name="T22" fmla="*/ 1755 w 529"/>
                <a:gd name="T23" fmla="*/ 299 h 324"/>
                <a:gd name="T24" fmla="*/ 1701 w 529"/>
                <a:gd name="T25" fmla="*/ 384 h 324"/>
                <a:gd name="T26" fmla="*/ 1635 w 529"/>
                <a:gd name="T27" fmla="*/ 471 h 324"/>
                <a:gd name="T28" fmla="*/ 1547 w 529"/>
                <a:gd name="T29" fmla="*/ 451 h 324"/>
                <a:gd name="T30" fmla="*/ 1438 w 529"/>
                <a:gd name="T31" fmla="*/ 518 h 324"/>
                <a:gd name="T32" fmla="*/ 1193 w 529"/>
                <a:gd name="T33" fmla="*/ 636 h 324"/>
                <a:gd name="T34" fmla="*/ 883 w 529"/>
                <a:gd name="T35" fmla="*/ 677 h 324"/>
                <a:gd name="T36" fmla="*/ 614 w 529"/>
                <a:gd name="T37" fmla="*/ 687 h 324"/>
                <a:gd name="T38" fmla="*/ 203 w 529"/>
                <a:gd name="T39" fmla="*/ 953 h 324"/>
                <a:gd name="T40" fmla="*/ 67 w 529"/>
                <a:gd name="T41" fmla="*/ 1061 h 324"/>
                <a:gd name="T42" fmla="*/ 1 w 529"/>
                <a:gd name="T43" fmla="*/ 1044 h 324"/>
                <a:gd name="T44" fmla="*/ 33 w 529"/>
                <a:gd name="T45" fmla="*/ 984 h 324"/>
                <a:gd name="T46" fmla="*/ 87 w 529"/>
                <a:gd name="T47" fmla="*/ 863 h 324"/>
                <a:gd name="T48" fmla="*/ 94 w 529"/>
                <a:gd name="T49" fmla="*/ 846 h 3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9" h="324">
                  <a:moveTo>
                    <a:pt x="19" y="220"/>
                  </a:moveTo>
                  <a:cubicBezTo>
                    <a:pt x="19" y="212"/>
                    <a:pt x="18" y="202"/>
                    <a:pt x="22" y="194"/>
                  </a:cubicBezTo>
                  <a:cubicBezTo>
                    <a:pt x="28" y="184"/>
                    <a:pt x="40" y="180"/>
                    <a:pt x="50" y="177"/>
                  </a:cubicBezTo>
                  <a:cubicBezTo>
                    <a:pt x="67" y="172"/>
                    <a:pt x="87" y="174"/>
                    <a:pt x="103" y="165"/>
                  </a:cubicBezTo>
                  <a:cubicBezTo>
                    <a:pt x="121" y="155"/>
                    <a:pt x="135" y="144"/>
                    <a:pt x="155" y="137"/>
                  </a:cubicBezTo>
                  <a:cubicBezTo>
                    <a:pt x="195" y="123"/>
                    <a:pt x="236" y="139"/>
                    <a:pt x="278" y="133"/>
                  </a:cubicBezTo>
                  <a:cubicBezTo>
                    <a:pt x="315" y="127"/>
                    <a:pt x="350" y="111"/>
                    <a:pt x="381" y="91"/>
                  </a:cubicBezTo>
                  <a:cubicBezTo>
                    <a:pt x="403" y="77"/>
                    <a:pt x="418" y="53"/>
                    <a:pt x="432" y="32"/>
                  </a:cubicBezTo>
                  <a:cubicBezTo>
                    <a:pt x="437" y="23"/>
                    <a:pt x="444" y="4"/>
                    <a:pt x="456" y="3"/>
                  </a:cubicBezTo>
                  <a:cubicBezTo>
                    <a:pt x="473" y="0"/>
                    <a:pt x="470" y="22"/>
                    <a:pt x="475" y="32"/>
                  </a:cubicBezTo>
                  <a:cubicBezTo>
                    <a:pt x="482" y="45"/>
                    <a:pt x="497" y="58"/>
                    <a:pt x="511" y="64"/>
                  </a:cubicBezTo>
                  <a:cubicBezTo>
                    <a:pt x="523" y="70"/>
                    <a:pt x="529" y="74"/>
                    <a:pt x="527" y="90"/>
                  </a:cubicBezTo>
                  <a:cubicBezTo>
                    <a:pt x="525" y="102"/>
                    <a:pt x="520" y="107"/>
                    <a:pt x="511" y="115"/>
                  </a:cubicBezTo>
                  <a:cubicBezTo>
                    <a:pt x="504" y="122"/>
                    <a:pt x="499" y="136"/>
                    <a:pt x="491" y="141"/>
                  </a:cubicBezTo>
                  <a:cubicBezTo>
                    <a:pt x="481" y="147"/>
                    <a:pt x="475" y="136"/>
                    <a:pt x="465" y="135"/>
                  </a:cubicBezTo>
                  <a:cubicBezTo>
                    <a:pt x="447" y="132"/>
                    <a:pt x="440" y="144"/>
                    <a:pt x="432" y="155"/>
                  </a:cubicBezTo>
                  <a:cubicBezTo>
                    <a:pt x="414" y="178"/>
                    <a:pt x="385" y="184"/>
                    <a:pt x="358" y="191"/>
                  </a:cubicBezTo>
                  <a:cubicBezTo>
                    <a:pt x="328" y="200"/>
                    <a:pt x="297" y="204"/>
                    <a:pt x="265" y="203"/>
                  </a:cubicBezTo>
                  <a:cubicBezTo>
                    <a:pt x="237" y="202"/>
                    <a:pt x="211" y="198"/>
                    <a:pt x="184" y="206"/>
                  </a:cubicBezTo>
                  <a:cubicBezTo>
                    <a:pt x="139" y="218"/>
                    <a:pt x="87" y="248"/>
                    <a:pt x="61" y="286"/>
                  </a:cubicBezTo>
                  <a:cubicBezTo>
                    <a:pt x="50" y="301"/>
                    <a:pt x="38" y="313"/>
                    <a:pt x="20" y="318"/>
                  </a:cubicBezTo>
                  <a:cubicBezTo>
                    <a:pt x="13" y="319"/>
                    <a:pt x="0" y="324"/>
                    <a:pt x="1" y="313"/>
                  </a:cubicBezTo>
                  <a:cubicBezTo>
                    <a:pt x="1" y="308"/>
                    <a:pt x="8" y="300"/>
                    <a:pt x="10" y="295"/>
                  </a:cubicBezTo>
                  <a:cubicBezTo>
                    <a:pt x="18" y="283"/>
                    <a:pt x="22" y="274"/>
                    <a:pt x="26" y="259"/>
                  </a:cubicBezTo>
                  <a:cubicBezTo>
                    <a:pt x="27" y="257"/>
                    <a:pt x="28" y="256"/>
                    <a:pt x="28" y="254"/>
                  </a:cubicBezTo>
                </a:path>
              </a:pathLst>
            </a:custGeom>
            <a:solidFill>
              <a:srgbClr val="76B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4" name="Freeform 172">
              <a:extLst>
                <a:ext uri="{FF2B5EF4-FFF2-40B4-BE49-F238E27FC236}">
                  <a16:creationId xmlns:a16="http://schemas.microsoft.com/office/drawing/2014/main" id="{B605554D-9788-4EE3-BBD2-AFC54ABFA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017"/>
              <a:ext cx="43" cy="67"/>
            </a:xfrm>
            <a:custGeom>
              <a:avLst/>
              <a:gdLst>
                <a:gd name="T0" fmla="*/ 0 w 29"/>
                <a:gd name="T1" fmla="*/ 49 h 45"/>
                <a:gd name="T2" fmla="*/ 65 w 29"/>
                <a:gd name="T3" fmla="*/ 86 h 45"/>
                <a:gd name="T4" fmla="*/ 53 w 29"/>
                <a:gd name="T5" fmla="*/ 42 h 45"/>
                <a:gd name="T6" fmla="*/ 40 w 29"/>
                <a:gd name="T7" fmla="*/ 0 h 45"/>
                <a:gd name="T8" fmla="*/ 65 w 29"/>
                <a:gd name="T9" fmla="*/ 127 h 45"/>
                <a:gd name="T10" fmla="*/ 0 w 29"/>
                <a:gd name="T11" fmla="*/ 54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5">
                  <a:moveTo>
                    <a:pt x="0" y="15"/>
                  </a:moveTo>
                  <a:cubicBezTo>
                    <a:pt x="2" y="16"/>
                    <a:pt x="18" y="36"/>
                    <a:pt x="20" y="26"/>
                  </a:cubicBezTo>
                  <a:cubicBezTo>
                    <a:pt x="20" y="22"/>
                    <a:pt x="18" y="16"/>
                    <a:pt x="16" y="13"/>
                  </a:cubicBezTo>
                  <a:cubicBezTo>
                    <a:pt x="15" y="9"/>
                    <a:pt x="14" y="4"/>
                    <a:pt x="12" y="0"/>
                  </a:cubicBezTo>
                  <a:cubicBezTo>
                    <a:pt x="18" y="8"/>
                    <a:pt x="29" y="29"/>
                    <a:pt x="20" y="38"/>
                  </a:cubicBezTo>
                  <a:cubicBezTo>
                    <a:pt x="12" y="45"/>
                    <a:pt x="3" y="21"/>
                    <a:pt x="0" y="16"/>
                  </a:cubicBezTo>
                </a:path>
              </a:pathLst>
            </a:custGeom>
            <a:solidFill>
              <a:srgbClr val="BED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5" name="Freeform 173">
              <a:extLst>
                <a:ext uri="{FF2B5EF4-FFF2-40B4-BE49-F238E27FC236}">
                  <a16:creationId xmlns:a16="http://schemas.microsoft.com/office/drawing/2014/main" id="{D2E89AA3-1950-4733-B717-3C1779A6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927"/>
              <a:ext cx="32" cy="48"/>
            </a:xfrm>
            <a:custGeom>
              <a:avLst/>
              <a:gdLst>
                <a:gd name="T0" fmla="*/ 1 w 22"/>
                <a:gd name="T1" fmla="*/ 54 h 32"/>
                <a:gd name="T2" fmla="*/ 32 w 22"/>
                <a:gd name="T3" fmla="*/ 39 h 32"/>
                <a:gd name="T4" fmla="*/ 15 w 22"/>
                <a:gd name="T5" fmla="*/ 0 h 32"/>
                <a:gd name="T6" fmla="*/ 55 w 22"/>
                <a:gd name="T7" fmla="*/ 54 h 32"/>
                <a:gd name="T8" fmla="*/ 65 w 22"/>
                <a:gd name="T9" fmla="*/ 93 h 32"/>
                <a:gd name="T10" fmla="*/ 36 w 22"/>
                <a:gd name="T11" fmla="*/ 80 h 32"/>
                <a:gd name="T12" fmla="*/ 0 w 22"/>
                <a:gd name="T13" fmla="*/ 5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2">
                  <a:moveTo>
                    <a:pt x="1" y="16"/>
                  </a:moveTo>
                  <a:cubicBezTo>
                    <a:pt x="5" y="16"/>
                    <a:pt x="11" y="17"/>
                    <a:pt x="10" y="11"/>
                  </a:cubicBezTo>
                  <a:cubicBezTo>
                    <a:pt x="10" y="7"/>
                    <a:pt x="7" y="3"/>
                    <a:pt x="5" y="0"/>
                  </a:cubicBezTo>
                  <a:cubicBezTo>
                    <a:pt x="10" y="5"/>
                    <a:pt x="15" y="10"/>
                    <a:pt x="18" y="16"/>
                  </a:cubicBezTo>
                  <a:cubicBezTo>
                    <a:pt x="20" y="18"/>
                    <a:pt x="22" y="24"/>
                    <a:pt x="21" y="27"/>
                  </a:cubicBezTo>
                  <a:cubicBezTo>
                    <a:pt x="19" y="32"/>
                    <a:pt x="14" y="25"/>
                    <a:pt x="12" y="23"/>
                  </a:cubicBezTo>
                  <a:cubicBezTo>
                    <a:pt x="8" y="20"/>
                    <a:pt x="3" y="20"/>
                    <a:pt x="0" y="17"/>
                  </a:cubicBezTo>
                </a:path>
              </a:pathLst>
            </a:custGeom>
            <a:solidFill>
              <a:srgbClr val="BED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6" name="Freeform 174">
              <a:extLst>
                <a:ext uri="{FF2B5EF4-FFF2-40B4-BE49-F238E27FC236}">
                  <a16:creationId xmlns:a16="http://schemas.microsoft.com/office/drawing/2014/main" id="{260F8326-B429-464D-8609-A63F41F2B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134"/>
              <a:ext cx="41" cy="37"/>
            </a:xfrm>
            <a:custGeom>
              <a:avLst/>
              <a:gdLst>
                <a:gd name="T0" fmla="*/ 53 w 27"/>
                <a:gd name="T1" fmla="*/ 81 h 25"/>
                <a:gd name="T2" fmla="*/ 49 w 27"/>
                <a:gd name="T3" fmla="*/ 36 h 25"/>
                <a:gd name="T4" fmla="*/ 94 w 27"/>
                <a:gd name="T5" fmla="*/ 55 h 25"/>
                <a:gd name="T6" fmla="*/ 59 w 27"/>
                <a:gd name="T7" fmla="*/ 22 h 25"/>
                <a:gd name="T8" fmla="*/ 14 w 27"/>
                <a:gd name="T9" fmla="*/ 6 h 25"/>
                <a:gd name="T10" fmla="*/ 53 w 27"/>
                <a:gd name="T11" fmla="*/ 81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5">
                  <a:moveTo>
                    <a:pt x="15" y="25"/>
                  </a:moveTo>
                  <a:cubicBezTo>
                    <a:pt x="14" y="22"/>
                    <a:pt x="11" y="13"/>
                    <a:pt x="14" y="11"/>
                  </a:cubicBezTo>
                  <a:cubicBezTo>
                    <a:pt x="18" y="9"/>
                    <a:pt x="25" y="15"/>
                    <a:pt x="27" y="17"/>
                  </a:cubicBezTo>
                  <a:cubicBezTo>
                    <a:pt x="24" y="14"/>
                    <a:pt x="21" y="10"/>
                    <a:pt x="17" y="7"/>
                  </a:cubicBezTo>
                  <a:cubicBezTo>
                    <a:pt x="14" y="6"/>
                    <a:pt x="7" y="0"/>
                    <a:pt x="4" y="2"/>
                  </a:cubicBezTo>
                  <a:cubicBezTo>
                    <a:pt x="0" y="5"/>
                    <a:pt x="14" y="21"/>
                    <a:pt x="15" y="25"/>
                  </a:cubicBezTo>
                </a:path>
              </a:pathLst>
            </a:custGeom>
            <a:solidFill>
              <a:srgbClr val="BED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7" name="Freeform 175">
              <a:extLst>
                <a:ext uri="{FF2B5EF4-FFF2-40B4-BE49-F238E27FC236}">
                  <a16:creationId xmlns:a16="http://schemas.microsoft.com/office/drawing/2014/main" id="{787133DB-11A5-4C08-82A4-1428C0868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256"/>
              <a:ext cx="25" cy="36"/>
            </a:xfrm>
            <a:custGeom>
              <a:avLst/>
              <a:gdLst>
                <a:gd name="T0" fmla="*/ 0 w 17"/>
                <a:gd name="T1" fmla="*/ 81 h 24"/>
                <a:gd name="T2" fmla="*/ 28 w 17"/>
                <a:gd name="T3" fmla="*/ 48 h 24"/>
                <a:gd name="T4" fmla="*/ 54 w 17"/>
                <a:gd name="T5" fmla="*/ 62 h 24"/>
                <a:gd name="T6" fmla="*/ 15 w 17"/>
                <a:gd name="T7" fmla="*/ 0 h 24"/>
                <a:gd name="T8" fmla="*/ 9 w 17"/>
                <a:gd name="T9" fmla="*/ 32 h 24"/>
                <a:gd name="T10" fmla="*/ 1 w 17"/>
                <a:gd name="T11" fmla="*/ 7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4">
                  <a:moveTo>
                    <a:pt x="0" y="24"/>
                  </a:moveTo>
                  <a:cubicBezTo>
                    <a:pt x="3" y="21"/>
                    <a:pt x="3" y="15"/>
                    <a:pt x="9" y="14"/>
                  </a:cubicBezTo>
                  <a:cubicBezTo>
                    <a:pt x="12" y="14"/>
                    <a:pt x="14" y="17"/>
                    <a:pt x="17" y="18"/>
                  </a:cubicBezTo>
                  <a:cubicBezTo>
                    <a:pt x="12" y="15"/>
                    <a:pt x="12" y="1"/>
                    <a:pt x="5" y="0"/>
                  </a:cubicBezTo>
                  <a:cubicBezTo>
                    <a:pt x="3" y="3"/>
                    <a:pt x="3" y="6"/>
                    <a:pt x="3" y="9"/>
                  </a:cubicBezTo>
                  <a:cubicBezTo>
                    <a:pt x="2" y="13"/>
                    <a:pt x="2" y="17"/>
                    <a:pt x="1" y="21"/>
                  </a:cubicBezTo>
                </a:path>
              </a:pathLst>
            </a:custGeom>
            <a:solidFill>
              <a:srgbClr val="BED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8" name="Freeform 176">
              <a:extLst>
                <a:ext uri="{FF2B5EF4-FFF2-40B4-BE49-F238E27FC236}">
                  <a16:creationId xmlns:a16="http://schemas.microsoft.com/office/drawing/2014/main" id="{FBD1F1EA-572A-4CDE-A829-F6F993604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55"/>
              <a:ext cx="24" cy="69"/>
            </a:xfrm>
            <a:custGeom>
              <a:avLst/>
              <a:gdLst>
                <a:gd name="T0" fmla="*/ 0 w 16"/>
                <a:gd name="T1" fmla="*/ 14 h 46"/>
                <a:gd name="T2" fmla="*/ 18 w 16"/>
                <a:gd name="T3" fmla="*/ 72 h 46"/>
                <a:gd name="T4" fmla="*/ 32 w 16"/>
                <a:gd name="T5" fmla="*/ 102 h 46"/>
                <a:gd name="T6" fmla="*/ 45 w 16"/>
                <a:gd name="T7" fmla="*/ 59 h 46"/>
                <a:gd name="T8" fmla="*/ 54 w 16"/>
                <a:gd name="T9" fmla="*/ 0 h 46"/>
                <a:gd name="T10" fmla="*/ 48 w 16"/>
                <a:gd name="T11" fmla="*/ 86 h 46"/>
                <a:gd name="T12" fmla="*/ 32 w 16"/>
                <a:gd name="T13" fmla="*/ 134 h 46"/>
                <a:gd name="T14" fmla="*/ 12 w 16"/>
                <a:gd name="T15" fmla="*/ 95 h 46"/>
                <a:gd name="T16" fmla="*/ 12 w 16"/>
                <a:gd name="T17" fmla="*/ 53 h 46"/>
                <a:gd name="T18" fmla="*/ 8 w 16"/>
                <a:gd name="T19" fmla="*/ 14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46">
                  <a:moveTo>
                    <a:pt x="0" y="4"/>
                  </a:moveTo>
                  <a:cubicBezTo>
                    <a:pt x="3" y="10"/>
                    <a:pt x="4" y="15"/>
                    <a:pt x="5" y="21"/>
                  </a:cubicBezTo>
                  <a:cubicBezTo>
                    <a:pt x="5" y="24"/>
                    <a:pt x="5" y="32"/>
                    <a:pt x="9" y="30"/>
                  </a:cubicBezTo>
                  <a:cubicBezTo>
                    <a:pt x="12" y="29"/>
                    <a:pt x="13" y="19"/>
                    <a:pt x="13" y="17"/>
                  </a:cubicBezTo>
                  <a:cubicBezTo>
                    <a:pt x="15" y="11"/>
                    <a:pt x="16" y="5"/>
                    <a:pt x="16" y="0"/>
                  </a:cubicBezTo>
                  <a:cubicBezTo>
                    <a:pt x="16" y="8"/>
                    <a:pt x="15" y="17"/>
                    <a:pt x="14" y="25"/>
                  </a:cubicBezTo>
                  <a:cubicBezTo>
                    <a:pt x="13" y="29"/>
                    <a:pt x="12" y="36"/>
                    <a:pt x="9" y="39"/>
                  </a:cubicBezTo>
                  <a:cubicBezTo>
                    <a:pt x="2" y="46"/>
                    <a:pt x="3" y="32"/>
                    <a:pt x="3" y="28"/>
                  </a:cubicBezTo>
                  <a:cubicBezTo>
                    <a:pt x="2" y="24"/>
                    <a:pt x="3" y="19"/>
                    <a:pt x="3" y="15"/>
                  </a:cubicBezTo>
                  <a:cubicBezTo>
                    <a:pt x="2" y="11"/>
                    <a:pt x="2" y="7"/>
                    <a:pt x="2" y="4"/>
                  </a:cubicBezTo>
                </a:path>
              </a:pathLst>
            </a:custGeom>
            <a:solidFill>
              <a:srgbClr val="BED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9" name="Freeform 177">
              <a:extLst>
                <a:ext uri="{FF2B5EF4-FFF2-40B4-BE49-F238E27FC236}">
                  <a16:creationId xmlns:a16="http://schemas.microsoft.com/office/drawing/2014/main" id="{B407628A-A536-496C-A808-1AFEDF612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593"/>
              <a:ext cx="146" cy="276"/>
            </a:xfrm>
            <a:custGeom>
              <a:avLst/>
              <a:gdLst>
                <a:gd name="T0" fmla="*/ 295 w 98"/>
                <a:gd name="T1" fmla="*/ 343 h 185"/>
                <a:gd name="T2" fmla="*/ 285 w 98"/>
                <a:gd name="T3" fmla="*/ 236 h 185"/>
                <a:gd name="T4" fmla="*/ 198 w 98"/>
                <a:gd name="T5" fmla="*/ 134 h 185"/>
                <a:gd name="T6" fmla="*/ 94 w 98"/>
                <a:gd name="T7" fmla="*/ 54 h 185"/>
                <a:gd name="T8" fmla="*/ 9 w 98"/>
                <a:gd name="T9" fmla="*/ 0 h 185"/>
                <a:gd name="T10" fmla="*/ 15 w 98"/>
                <a:gd name="T11" fmla="*/ 69 h 185"/>
                <a:gd name="T12" fmla="*/ 19 w 98"/>
                <a:gd name="T13" fmla="*/ 181 h 185"/>
                <a:gd name="T14" fmla="*/ 22 w 98"/>
                <a:gd name="T15" fmla="*/ 363 h 185"/>
                <a:gd name="T16" fmla="*/ 42 w 98"/>
                <a:gd name="T17" fmla="*/ 528 h 185"/>
                <a:gd name="T18" fmla="*/ 103 w 98"/>
                <a:gd name="T19" fmla="*/ 588 h 185"/>
                <a:gd name="T20" fmla="*/ 177 w 98"/>
                <a:gd name="T21" fmla="*/ 494 h 185"/>
                <a:gd name="T22" fmla="*/ 223 w 98"/>
                <a:gd name="T23" fmla="*/ 439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8" h="185">
                  <a:moveTo>
                    <a:pt x="89" y="103"/>
                  </a:moveTo>
                  <a:cubicBezTo>
                    <a:pt x="98" y="97"/>
                    <a:pt x="90" y="78"/>
                    <a:pt x="86" y="71"/>
                  </a:cubicBezTo>
                  <a:cubicBezTo>
                    <a:pt x="79" y="58"/>
                    <a:pt x="71" y="48"/>
                    <a:pt x="60" y="40"/>
                  </a:cubicBezTo>
                  <a:cubicBezTo>
                    <a:pt x="50" y="31"/>
                    <a:pt x="39" y="23"/>
                    <a:pt x="28" y="16"/>
                  </a:cubicBezTo>
                  <a:cubicBezTo>
                    <a:pt x="21" y="12"/>
                    <a:pt x="12" y="1"/>
                    <a:pt x="3" y="0"/>
                  </a:cubicBezTo>
                  <a:cubicBezTo>
                    <a:pt x="0" y="7"/>
                    <a:pt x="4" y="14"/>
                    <a:pt x="5" y="21"/>
                  </a:cubicBezTo>
                  <a:cubicBezTo>
                    <a:pt x="7" y="32"/>
                    <a:pt x="6" y="43"/>
                    <a:pt x="6" y="54"/>
                  </a:cubicBezTo>
                  <a:cubicBezTo>
                    <a:pt x="6" y="73"/>
                    <a:pt x="5" y="91"/>
                    <a:pt x="7" y="109"/>
                  </a:cubicBezTo>
                  <a:cubicBezTo>
                    <a:pt x="9" y="126"/>
                    <a:pt x="9" y="142"/>
                    <a:pt x="13" y="159"/>
                  </a:cubicBezTo>
                  <a:cubicBezTo>
                    <a:pt x="15" y="169"/>
                    <a:pt x="18" y="185"/>
                    <a:pt x="31" y="177"/>
                  </a:cubicBezTo>
                  <a:cubicBezTo>
                    <a:pt x="39" y="171"/>
                    <a:pt x="48" y="157"/>
                    <a:pt x="54" y="149"/>
                  </a:cubicBezTo>
                  <a:cubicBezTo>
                    <a:pt x="59" y="143"/>
                    <a:pt x="63" y="137"/>
                    <a:pt x="68" y="132"/>
                  </a:cubicBezTo>
                </a:path>
              </a:pathLst>
            </a:custGeom>
            <a:solidFill>
              <a:srgbClr val="76B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0" name="Freeform 178">
              <a:extLst>
                <a:ext uri="{FF2B5EF4-FFF2-40B4-BE49-F238E27FC236}">
                  <a16:creationId xmlns:a16="http://schemas.microsoft.com/office/drawing/2014/main" id="{6D723682-B1C1-4EC8-97D0-26F7BF62F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948"/>
              <a:ext cx="28" cy="32"/>
            </a:xfrm>
            <a:custGeom>
              <a:avLst/>
              <a:gdLst>
                <a:gd name="T0" fmla="*/ 1 w 19"/>
                <a:gd name="T1" fmla="*/ 0 h 21"/>
                <a:gd name="T2" fmla="*/ 60 w 19"/>
                <a:gd name="T3" fmla="*/ 8 h 21"/>
                <a:gd name="T4" fmla="*/ 32 w 19"/>
                <a:gd name="T5" fmla="*/ 67 h 21"/>
                <a:gd name="T6" fmla="*/ 0 w 19"/>
                <a:gd name="T7" fmla="*/ 1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1" y="0"/>
                  </a:moveTo>
                  <a:cubicBezTo>
                    <a:pt x="4" y="9"/>
                    <a:pt x="15" y="11"/>
                    <a:pt x="19" y="2"/>
                  </a:cubicBezTo>
                  <a:cubicBezTo>
                    <a:pt x="19" y="8"/>
                    <a:pt x="19" y="21"/>
                    <a:pt x="10" y="19"/>
                  </a:cubicBezTo>
                  <a:cubicBezTo>
                    <a:pt x="5" y="19"/>
                    <a:pt x="0" y="9"/>
                    <a:pt x="0" y="5"/>
                  </a:cubicBezTo>
                </a:path>
              </a:pathLst>
            </a:custGeom>
            <a:solidFill>
              <a:srgbClr val="84BA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1" name="Freeform 179">
              <a:extLst>
                <a:ext uri="{FF2B5EF4-FFF2-40B4-BE49-F238E27FC236}">
                  <a16:creationId xmlns:a16="http://schemas.microsoft.com/office/drawing/2014/main" id="{2A36B5F7-F2FE-40F4-B124-B21BD4FD1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957"/>
              <a:ext cx="17" cy="14"/>
            </a:xfrm>
            <a:custGeom>
              <a:avLst/>
              <a:gdLst>
                <a:gd name="T0" fmla="*/ 0 w 11"/>
                <a:gd name="T1" fmla="*/ 0 h 9"/>
                <a:gd name="T2" fmla="*/ 36 w 11"/>
                <a:gd name="T3" fmla="*/ 8 h 9"/>
                <a:gd name="T4" fmla="*/ 40 w 11"/>
                <a:gd name="T5" fmla="*/ 26 h 9"/>
                <a:gd name="T6" fmla="*/ 0 w 11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2" y="4"/>
                    <a:pt x="7" y="4"/>
                    <a:pt x="10" y="2"/>
                  </a:cubicBezTo>
                  <a:cubicBezTo>
                    <a:pt x="11" y="4"/>
                    <a:pt x="11" y="6"/>
                    <a:pt x="11" y="7"/>
                  </a:cubicBezTo>
                  <a:cubicBezTo>
                    <a:pt x="6" y="9"/>
                    <a:pt x="2" y="8"/>
                    <a:pt x="0" y="2"/>
                  </a:cubicBezTo>
                </a:path>
              </a:pathLst>
            </a:custGeom>
            <a:solidFill>
              <a:srgbClr val="BED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2" name="Freeform 180">
              <a:extLst>
                <a:ext uri="{FF2B5EF4-FFF2-40B4-BE49-F238E27FC236}">
                  <a16:creationId xmlns:a16="http://schemas.microsoft.com/office/drawing/2014/main" id="{2B7E3299-FE46-4530-844A-940A20880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608"/>
              <a:ext cx="57" cy="70"/>
            </a:xfrm>
            <a:custGeom>
              <a:avLst/>
              <a:gdLst>
                <a:gd name="T0" fmla="*/ 45 w 38"/>
                <a:gd name="T1" fmla="*/ 140 h 47"/>
                <a:gd name="T2" fmla="*/ 68 w 38"/>
                <a:gd name="T3" fmla="*/ 67 h 47"/>
                <a:gd name="T4" fmla="*/ 129 w 38"/>
                <a:gd name="T5" fmla="*/ 155 h 47"/>
                <a:gd name="T6" fmla="*/ 66 w 38"/>
                <a:gd name="T7" fmla="*/ 22 h 47"/>
                <a:gd name="T8" fmla="*/ 14 w 38"/>
                <a:gd name="T9" fmla="*/ 27 h 47"/>
                <a:gd name="T10" fmla="*/ 39 w 38"/>
                <a:gd name="T11" fmla="*/ 13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7">
                  <a:moveTo>
                    <a:pt x="13" y="42"/>
                  </a:moveTo>
                  <a:cubicBezTo>
                    <a:pt x="10" y="35"/>
                    <a:pt x="6" y="11"/>
                    <a:pt x="20" y="20"/>
                  </a:cubicBezTo>
                  <a:cubicBezTo>
                    <a:pt x="29" y="27"/>
                    <a:pt x="31" y="39"/>
                    <a:pt x="38" y="47"/>
                  </a:cubicBezTo>
                  <a:cubicBezTo>
                    <a:pt x="32" y="34"/>
                    <a:pt x="31" y="17"/>
                    <a:pt x="19" y="7"/>
                  </a:cubicBezTo>
                  <a:cubicBezTo>
                    <a:pt x="14" y="2"/>
                    <a:pt x="6" y="0"/>
                    <a:pt x="4" y="8"/>
                  </a:cubicBezTo>
                  <a:cubicBezTo>
                    <a:pt x="0" y="19"/>
                    <a:pt x="9" y="31"/>
                    <a:pt x="11" y="41"/>
                  </a:cubicBezTo>
                </a:path>
              </a:pathLst>
            </a:custGeom>
            <a:solidFill>
              <a:srgbClr val="E3B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3" name="Freeform 181">
              <a:extLst>
                <a:ext uri="{FF2B5EF4-FFF2-40B4-BE49-F238E27FC236}">
                  <a16:creationId xmlns:a16="http://schemas.microsoft.com/office/drawing/2014/main" id="{B78C4159-4AC4-4212-B2E6-F50AD26B2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636"/>
              <a:ext cx="37" cy="51"/>
            </a:xfrm>
            <a:custGeom>
              <a:avLst/>
              <a:gdLst>
                <a:gd name="T0" fmla="*/ 6 w 25"/>
                <a:gd name="T1" fmla="*/ 99 h 34"/>
                <a:gd name="T2" fmla="*/ 40 w 25"/>
                <a:gd name="T3" fmla="*/ 41 h 34"/>
                <a:gd name="T4" fmla="*/ 78 w 25"/>
                <a:gd name="T5" fmla="*/ 116 h 34"/>
                <a:gd name="T6" fmla="*/ 46 w 25"/>
                <a:gd name="T7" fmla="*/ 12 h 34"/>
                <a:gd name="T8" fmla="*/ 6 w 25"/>
                <a:gd name="T9" fmla="*/ 8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2" y="29"/>
                  </a:moveTo>
                  <a:cubicBezTo>
                    <a:pt x="0" y="24"/>
                    <a:pt x="5" y="11"/>
                    <a:pt x="12" y="12"/>
                  </a:cubicBezTo>
                  <a:cubicBezTo>
                    <a:pt x="19" y="13"/>
                    <a:pt x="23" y="28"/>
                    <a:pt x="24" y="34"/>
                  </a:cubicBezTo>
                  <a:cubicBezTo>
                    <a:pt x="21" y="26"/>
                    <a:pt x="25" y="6"/>
                    <a:pt x="14" y="3"/>
                  </a:cubicBezTo>
                  <a:cubicBezTo>
                    <a:pt x="4" y="0"/>
                    <a:pt x="2" y="18"/>
                    <a:pt x="2" y="25"/>
                  </a:cubicBezTo>
                </a:path>
              </a:pathLst>
            </a:custGeom>
            <a:solidFill>
              <a:srgbClr val="E3B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4" name="Freeform 182">
              <a:extLst>
                <a:ext uri="{FF2B5EF4-FFF2-40B4-BE49-F238E27FC236}">
                  <a16:creationId xmlns:a16="http://schemas.microsoft.com/office/drawing/2014/main" id="{4DBA5161-6AF5-4011-BCD4-FB170B88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969"/>
              <a:ext cx="45" cy="41"/>
            </a:xfrm>
            <a:custGeom>
              <a:avLst/>
              <a:gdLst>
                <a:gd name="T0" fmla="*/ 80 w 30"/>
                <a:gd name="T1" fmla="*/ 0 h 27"/>
                <a:gd name="T2" fmla="*/ 39 w 30"/>
                <a:gd name="T3" fmla="*/ 67 h 27"/>
                <a:gd name="T4" fmla="*/ 102 w 30"/>
                <a:gd name="T5" fmla="*/ 53 h 27"/>
                <a:gd name="T6" fmla="*/ 21 w 30"/>
                <a:gd name="T7" fmla="*/ 84 h 27"/>
                <a:gd name="T8" fmla="*/ 12 w 30"/>
                <a:gd name="T9" fmla="*/ 53 h 27"/>
                <a:gd name="T10" fmla="*/ 39 w 30"/>
                <a:gd name="T11" fmla="*/ 35 h 27"/>
                <a:gd name="T12" fmla="*/ 62 w 30"/>
                <a:gd name="T13" fmla="*/ 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">
                  <a:moveTo>
                    <a:pt x="23" y="0"/>
                  </a:moveTo>
                  <a:cubicBezTo>
                    <a:pt x="20" y="3"/>
                    <a:pt x="10" y="14"/>
                    <a:pt x="11" y="19"/>
                  </a:cubicBezTo>
                  <a:cubicBezTo>
                    <a:pt x="16" y="21"/>
                    <a:pt x="26" y="18"/>
                    <a:pt x="30" y="15"/>
                  </a:cubicBezTo>
                  <a:cubicBezTo>
                    <a:pt x="25" y="22"/>
                    <a:pt x="14" y="27"/>
                    <a:pt x="6" y="24"/>
                  </a:cubicBezTo>
                  <a:cubicBezTo>
                    <a:pt x="2" y="23"/>
                    <a:pt x="0" y="20"/>
                    <a:pt x="3" y="15"/>
                  </a:cubicBezTo>
                  <a:cubicBezTo>
                    <a:pt x="5" y="12"/>
                    <a:pt x="9" y="12"/>
                    <a:pt x="11" y="10"/>
                  </a:cubicBezTo>
                  <a:cubicBezTo>
                    <a:pt x="14" y="8"/>
                    <a:pt x="15" y="5"/>
                    <a:pt x="18" y="3"/>
                  </a:cubicBezTo>
                </a:path>
              </a:pathLst>
            </a:custGeom>
            <a:solidFill>
              <a:srgbClr val="E3B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5" name="Freeform 183">
              <a:extLst>
                <a:ext uri="{FF2B5EF4-FFF2-40B4-BE49-F238E27FC236}">
                  <a16:creationId xmlns:a16="http://schemas.microsoft.com/office/drawing/2014/main" id="{5432DBCD-EEFF-415D-A7D5-934CEE4D0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823"/>
              <a:ext cx="49" cy="54"/>
            </a:xfrm>
            <a:custGeom>
              <a:avLst/>
              <a:gdLst>
                <a:gd name="T0" fmla="*/ 6 w 33"/>
                <a:gd name="T1" fmla="*/ 122 h 36"/>
                <a:gd name="T2" fmla="*/ 46 w 33"/>
                <a:gd name="T3" fmla="*/ 54 h 36"/>
                <a:gd name="T4" fmla="*/ 49 w 33"/>
                <a:gd name="T5" fmla="*/ 122 h 36"/>
                <a:gd name="T6" fmla="*/ 67 w 33"/>
                <a:gd name="T7" fmla="*/ 14 h 36"/>
                <a:gd name="T8" fmla="*/ 0 w 33"/>
                <a:gd name="T9" fmla="*/ 1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6">
                  <a:moveTo>
                    <a:pt x="2" y="36"/>
                  </a:moveTo>
                  <a:cubicBezTo>
                    <a:pt x="1" y="33"/>
                    <a:pt x="10" y="16"/>
                    <a:pt x="14" y="16"/>
                  </a:cubicBezTo>
                  <a:cubicBezTo>
                    <a:pt x="20" y="16"/>
                    <a:pt x="17" y="33"/>
                    <a:pt x="15" y="36"/>
                  </a:cubicBezTo>
                  <a:cubicBezTo>
                    <a:pt x="18" y="30"/>
                    <a:pt x="33" y="9"/>
                    <a:pt x="20" y="4"/>
                  </a:cubicBezTo>
                  <a:cubicBezTo>
                    <a:pt x="10" y="0"/>
                    <a:pt x="2" y="29"/>
                    <a:pt x="0" y="35"/>
                  </a:cubicBezTo>
                </a:path>
              </a:pathLst>
            </a:custGeom>
            <a:solidFill>
              <a:srgbClr val="E3B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6" name="Freeform 184">
              <a:extLst>
                <a:ext uri="{FF2B5EF4-FFF2-40B4-BE49-F238E27FC236}">
                  <a16:creationId xmlns:a16="http://schemas.microsoft.com/office/drawing/2014/main" id="{0E2F14FA-FBEB-464F-9D64-E8516F049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046"/>
              <a:ext cx="79" cy="53"/>
            </a:xfrm>
            <a:custGeom>
              <a:avLst/>
              <a:gdLst>
                <a:gd name="T0" fmla="*/ 167 w 53"/>
                <a:gd name="T1" fmla="*/ 115 h 36"/>
                <a:gd name="T2" fmla="*/ 116 w 53"/>
                <a:gd name="T3" fmla="*/ 63 h 36"/>
                <a:gd name="T4" fmla="*/ 176 w 53"/>
                <a:gd name="T5" fmla="*/ 60 h 36"/>
                <a:gd name="T6" fmla="*/ 133 w 53"/>
                <a:gd name="T7" fmla="*/ 27 h 36"/>
                <a:gd name="T8" fmla="*/ 63 w 53"/>
                <a:gd name="T9" fmla="*/ 9 h 36"/>
                <a:gd name="T10" fmla="*/ 149 w 53"/>
                <a:gd name="T11" fmla="*/ 11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6">
                  <a:moveTo>
                    <a:pt x="50" y="36"/>
                  </a:moveTo>
                  <a:cubicBezTo>
                    <a:pt x="46" y="32"/>
                    <a:pt x="36" y="26"/>
                    <a:pt x="35" y="20"/>
                  </a:cubicBezTo>
                  <a:cubicBezTo>
                    <a:pt x="35" y="13"/>
                    <a:pt x="48" y="17"/>
                    <a:pt x="53" y="19"/>
                  </a:cubicBezTo>
                  <a:cubicBezTo>
                    <a:pt x="52" y="16"/>
                    <a:pt x="44" y="11"/>
                    <a:pt x="40" y="8"/>
                  </a:cubicBezTo>
                  <a:cubicBezTo>
                    <a:pt x="36" y="5"/>
                    <a:pt x="24" y="0"/>
                    <a:pt x="19" y="3"/>
                  </a:cubicBezTo>
                  <a:cubicBezTo>
                    <a:pt x="0" y="11"/>
                    <a:pt x="42" y="32"/>
                    <a:pt x="45" y="36"/>
                  </a:cubicBezTo>
                </a:path>
              </a:pathLst>
            </a:custGeom>
            <a:solidFill>
              <a:srgbClr val="E3B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7" name="Freeform 185">
              <a:extLst>
                <a:ext uri="{FF2B5EF4-FFF2-40B4-BE49-F238E27FC236}">
                  <a16:creationId xmlns:a16="http://schemas.microsoft.com/office/drawing/2014/main" id="{85ACC4C6-39B0-45DB-92DB-8DF4ED29B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185"/>
              <a:ext cx="53" cy="56"/>
            </a:xfrm>
            <a:custGeom>
              <a:avLst/>
              <a:gdLst>
                <a:gd name="T0" fmla="*/ 0 w 35"/>
                <a:gd name="T1" fmla="*/ 22 h 38"/>
                <a:gd name="T2" fmla="*/ 73 w 35"/>
                <a:gd name="T3" fmla="*/ 69 h 38"/>
                <a:gd name="T4" fmla="*/ 53 w 35"/>
                <a:gd name="T5" fmla="*/ 0 h 38"/>
                <a:gd name="T6" fmla="*/ 94 w 35"/>
                <a:gd name="T7" fmla="*/ 106 h 38"/>
                <a:gd name="T8" fmla="*/ 8 w 35"/>
                <a:gd name="T9" fmla="*/ 4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8">
                  <a:moveTo>
                    <a:pt x="0" y="7"/>
                  </a:moveTo>
                  <a:cubicBezTo>
                    <a:pt x="3" y="10"/>
                    <a:pt x="17" y="22"/>
                    <a:pt x="21" y="22"/>
                  </a:cubicBezTo>
                  <a:cubicBezTo>
                    <a:pt x="30" y="21"/>
                    <a:pt x="16" y="4"/>
                    <a:pt x="15" y="0"/>
                  </a:cubicBezTo>
                  <a:cubicBezTo>
                    <a:pt x="21" y="4"/>
                    <a:pt x="35" y="26"/>
                    <a:pt x="27" y="33"/>
                  </a:cubicBezTo>
                  <a:cubicBezTo>
                    <a:pt x="21" y="38"/>
                    <a:pt x="4" y="17"/>
                    <a:pt x="2" y="13"/>
                  </a:cubicBezTo>
                </a:path>
              </a:pathLst>
            </a:custGeom>
            <a:solidFill>
              <a:srgbClr val="E3B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8" name="Freeform 186">
              <a:extLst>
                <a:ext uri="{FF2B5EF4-FFF2-40B4-BE49-F238E27FC236}">
                  <a16:creationId xmlns:a16="http://schemas.microsoft.com/office/drawing/2014/main" id="{92B2A592-2D14-4C94-BD09-3824F3307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951"/>
              <a:ext cx="35" cy="71"/>
            </a:xfrm>
            <a:custGeom>
              <a:avLst/>
              <a:gdLst>
                <a:gd name="T0" fmla="*/ 32 w 24"/>
                <a:gd name="T1" fmla="*/ 162 h 47"/>
                <a:gd name="T2" fmla="*/ 34 w 24"/>
                <a:gd name="T3" fmla="*/ 59 h 47"/>
                <a:gd name="T4" fmla="*/ 74 w 24"/>
                <a:gd name="T5" fmla="*/ 144 h 47"/>
                <a:gd name="T6" fmla="*/ 34 w 24"/>
                <a:gd name="T7" fmla="*/ 5 h 47"/>
                <a:gd name="T8" fmla="*/ 15 w 24"/>
                <a:gd name="T9" fmla="*/ 15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7">
                  <a:moveTo>
                    <a:pt x="10" y="47"/>
                  </a:moveTo>
                  <a:cubicBezTo>
                    <a:pt x="8" y="40"/>
                    <a:pt x="8" y="25"/>
                    <a:pt x="11" y="17"/>
                  </a:cubicBezTo>
                  <a:cubicBezTo>
                    <a:pt x="16" y="25"/>
                    <a:pt x="21" y="33"/>
                    <a:pt x="24" y="42"/>
                  </a:cubicBezTo>
                  <a:cubicBezTo>
                    <a:pt x="21" y="35"/>
                    <a:pt x="23" y="0"/>
                    <a:pt x="11" y="1"/>
                  </a:cubicBezTo>
                  <a:cubicBezTo>
                    <a:pt x="0" y="1"/>
                    <a:pt x="7" y="38"/>
                    <a:pt x="5" y="44"/>
                  </a:cubicBezTo>
                </a:path>
              </a:pathLst>
            </a:custGeom>
            <a:solidFill>
              <a:srgbClr val="E3B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9" name="Freeform 187">
              <a:extLst>
                <a:ext uri="{FF2B5EF4-FFF2-40B4-BE49-F238E27FC236}">
                  <a16:creationId xmlns:a16="http://schemas.microsoft.com/office/drawing/2014/main" id="{DA2DAABE-849D-4322-ADBD-AD340DA06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992"/>
              <a:ext cx="41" cy="63"/>
            </a:xfrm>
            <a:custGeom>
              <a:avLst/>
              <a:gdLst>
                <a:gd name="T0" fmla="*/ 41 w 28"/>
                <a:gd name="T1" fmla="*/ 134 h 42"/>
                <a:gd name="T2" fmla="*/ 47 w 28"/>
                <a:gd name="T3" fmla="*/ 66 h 42"/>
                <a:gd name="T4" fmla="*/ 88 w 28"/>
                <a:gd name="T5" fmla="*/ 108 h 42"/>
                <a:gd name="T6" fmla="*/ 32 w 28"/>
                <a:gd name="T7" fmla="*/ 18 h 42"/>
                <a:gd name="T8" fmla="*/ 41 w 28"/>
                <a:gd name="T9" fmla="*/ 14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2">
                  <a:moveTo>
                    <a:pt x="13" y="39"/>
                  </a:moveTo>
                  <a:cubicBezTo>
                    <a:pt x="13" y="32"/>
                    <a:pt x="14" y="25"/>
                    <a:pt x="15" y="19"/>
                  </a:cubicBezTo>
                  <a:cubicBezTo>
                    <a:pt x="20" y="22"/>
                    <a:pt x="24" y="28"/>
                    <a:pt x="28" y="32"/>
                  </a:cubicBezTo>
                  <a:cubicBezTo>
                    <a:pt x="25" y="27"/>
                    <a:pt x="20" y="0"/>
                    <a:pt x="10" y="5"/>
                  </a:cubicBezTo>
                  <a:cubicBezTo>
                    <a:pt x="0" y="9"/>
                    <a:pt x="13" y="35"/>
                    <a:pt x="13" y="42"/>
                  </a:cubicBezTo>
                </a:path>
              </a:pathLst>
            </a:custGeom>
            <a:solidFill>
              <a:srgbClr val="E3B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0" name="Freeform 188">
              <a:extLst>
                <a:ext uri="{FF2B5EF4-FFF2-40B4-BE49-F238E27FC236}">
                  <a16:creationId xmlns:a16="http://schemas.microsoft.com/office/drawing/2014/main" id="{86BB0E70-B7D4-4A5A-B944-E9FC4156A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241"/>
              <a:ext cx="62" cy="38"/>
            </a:xfrm>
            <a:custGeom>
              <a:avLst/>
              <a:gdLst>
                <a:gd name="T0" fmla="*/ 127 w 42"/>
                <a:gd name="T1" fmla="*/ 88 h 25"/>
                <a:gd name="T2" fmla="*/ 81 w 42"/>
                <a:gd name="T3" fmla="*/ 40 h 25"/>
                <a:gd name="T4" fmla="*/ 136 w 42"/>
                <a:gd name="T5" fmla="*/ 41 h 25"/>
                <a:gd name="T6" fmla="*/ 87 w 42"/>
                <a:gd name="T7" fmla="*/ 21 h 25"/>
                <a:gd name="T8" fmla="*/ 35 w 42"/>
                <a:gd name="T9" fmla="*/ 5 h 25"/>
                <a:gd name="T10" fmla="*/ 35 w 42"/>
                <a:gd name="T11" fmla="*/ 49 h 25"/>
                <a:gd name="T12" fmla="*/ 77 w 42"/>
                <a:gd name="T13" fmla="*/ 76 h 25"/>
                <a:gd name="T14" fmla="*/ 109 w 42"/>
                <a:gd name="T15" fmla="*/ 88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5">
                  <a:moveTo>
                    <a:pt x="39" y="25"/>
                  </a:moveTo>
                  <a:cubicBezTo>
                    <a:pt x="34" y="23"/>
                    <a:pt x="26" y="17"/>
                    <a:pt x="25" y="11"/>
                  </a:cubicBezTo>
                  <a:cubicBezTo>
                    <a:pt x="31" y="11"/>
                    <a:pt x="37" y="10"/>
                    <a:pt x="42" y="12"/>
                  </a:cubicBezTo>
                  <a:cubicBezTo>
                    <a:pt x="38" y="7"/>
                    <a:pt x="33" y="7"/>
                    <a:pt x="27" y="6"/>
                  </a:cubicBezTo>
                  <a:cubicBezTo>
                    <a:pt x="22" y="5"/>
                    <a:pt x="17" y="1"/>
                    <a:pt x="11" y="1"/>
                  </a:cubicBezTo>
                  <a:cubicBezTo>
                    <a:pt x="0" y="0"/>
                    <a:pt x="5" y="10"/>
                    <a:pt x="11" y="14"/>
                  </a:cubicBezTo>
                  <a:cubicBezTo>
                    <a:pt x="15" y="16"/>
                    <a:pt x="20" y="20"/>
                    <a:pt x="24" y="22"/>
                  </a:cubicBezTo>
                  <a:cubicBezTo>
                    <a:pt x="27" y="23"/>
                    <a:pt x="31" y="23"/>
                    <a:pt x="34" y="25"/>
                  </a:cubicBezTo>
                </a:path>
              </a:pathLst>
            </a:custGeom>
            <a:solidFill>
              <a:srgbClr val="E3B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1" name="Freeform 189">
              <a:extLst>
                <a:ext uri="{FF2B5EF4-FFF2-40B4-BE49-F238E27FC236}">
                  <a16:creationId xmlns:a16="http://schemas.microsoft.com/office/drawing/2014/main" id="{55D33E21-6D3E-4A64-BCFC-54B8AE8E9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191"/>
              <a:ext cx="93" cy="56"/>
            </a:xfrm>
            <a:custGeom>
              <a:avLst/>
              <a:gdLst>
                <a:gd name="T0" fmla="*/ 203 w 62"/>
                <a:gd name="T1" fmla="*/ 87 h 38"/>
                <a:gd name="T2" fmla="*/ 153 w 62"/>
                <a:gd name="T3" fmla="*/ 69 h 38"/>
                <a:gd name="T4" fmla="*/ 95 w 62"/>
                <a:gd name="T5" fmla="*/ 68 h 38"/>
                <a:gd name="T6" fmla="*/ 162 w 62"/>
                <a:gd name="T7" fmla="*/ 15 h 38"/>
                <a:gd name="T8" fmla="*/ 122 w 62"/>
                <a:gd name="T9" fmla="*/ 1 h 38"/>
                <a:gd name="T10" fmla="*/ 62 w 62"/>
                <a:gd name="T11" fmla="*/ 9 h 38"/>
                <a:gd name="T12" fmla="*/ 14 w 62"/>
                <a:gd name="T13" fmla="*/ 52 h 38"/>
                <a:gd name="T14" fmla="*/ 210 w 62"/>
                <a:gd name="T15" fmla="*/ 88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38">
                  <a:moveTo>
                    <a:pt x="60" y="27"/>
                  </a:moveTo>
                  <a:cubicBezTo>
                    <a:pt x="56" y="25"/>
                    <a:pt x="50" y="23"/>
                    <a:pt x="45" y="22"/>
                  </a:cubicBezTo>
                  <a:cubicBezTo>
                    <a:pt x="40" y="22"/>
                    <a:pt x="33" y="23"/>
                    <a:pt x="28" y="21"/>
                  </a:cubicBezTo>
                  <a:cubicBezTo>
                    <a:pt x="14" y="16"/>
                    <a:pt x="44" y="8"/>
                    <a:pt x="48" y="5"/>
                  </a:cubicBezTo>
                  <a:cubicBezTo>
                    <a:pt x="43" y="5"/>
                    <a:pt x="40" y="2"/>
                    <a:pt x="36" y="1"/>
                  </a:cubicBezTo>
                  <a:cubicBezTo>
                    <a:pt x="30" y="0"/>
                    <a:pt x="24" y="2"/>
                    <a:pt x="18" y="3"/>
                  </a:cubicBezTo>
                  <a:cubicBezTo>
                    <a:pt x="11" y="4"/>
                    <a:pt x="0" y="7"/>
                    <a:pt x="4" y="16"/>
                  </a:cubicBezTo>
                  <a:cubicBezTo>
                    <a:pt x="13" y="38"/>
                    <a:pt x="47" y="16"/>
                    <a:pt x="62" y="28"/>
                  </a:cubicBezTo>
                </a:path>
              </a:pathLst>
            </a:custGeom>
            <a:solidFill>
              <a:srgbClr val="E3B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2" name="Freeform 190">
              <a:extLst>
                <a:ext uri="{FF2B5EF4-FFF2-40B4-BE49-F238E27FC236}">
                  <a16:creationId xmlns:a16="http://schemas.microsoft.com/office/drawing/2014/main" id="{F30B692A-EC9A-4CAD-98EB-C6C2EFD04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303"/>
              <a:ext cx="64" cy="100"/>
            </a:xfrm>
            <a:custGeom>
              <a:avLst/>
              <a:gdLst>
                <a:gd name="T0" fmla="*/ 115 w 43"/>
                <a:gd name="T1" fmla="*/ 0 h 67"/>
                <a:gd name="T2" fmla="*/ 80 w 43"/>
                <a:gd name="T3" fmla="*/ 155 h 67"/>
                <a:gd name="T4" fmla="*/ 141 w 43"/>
                <a:gd name="T5" fmla="*/ 113 h 67"/>
                <a:gd name="T6" fmla="*/ 95 w 43"/>
                <a:gd name="T7" fmla="*/ 190 h 67"/>
                <a:gd name="T8" fmla="*/ 15 w 43"/>
                <a:gd name="T9" fmla="*/ 200 h 67"/>
                <a:gd name="T10" fmla="*/ 49 w 43"/>
                <a:gd name="T11" fmla="*/ 109 h 67"/>
                <a:gd name="T12" fmla="*/ 94 w 43"/>
                <a:gd name="T13" fmla="*/ 15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67">
                  <a:moveTo>
                    <a:pt x="35" y="0"/>
                  </a:moveTo>
                  <a:cubicBezTo>
                    <a:pt x="40" y="14"/>
                    <a:pt x="26" y="33"/>
                    <a:pt x="24" y="47"/>
                  </a:cubicBezTo>
                  <a:cubicBezTo>
                    <a:pt x="31" y="44"/>
                    <a:pt x="35" y="36"/>
                    <a:pt x="43" y="34"/>
                  </a:cubicBezTo>
                  <a:cubicBezTo>
                    <a:pt x="41" y="43"/>
                    <a:pt x="36" y="51"/>
                    <a:pt x="29" y="57"/>
                  </a:cubicBezTo>
                  <a:cubicBezTo>
                    <a:pt x="24" y="61"/>
                    <a:pt x="10" y="67"/>
                    <a:pt x="5" y="60"/>
                  </a:cubicBezTo>
                  <a:cubicBezTo>
                    <a:pt x="0" y="52"/>
                    <a:pt x="12" y="39"/>
                    <a:pt x="15" y="33"/>
                  </a:cubicBezTo>
                  <a:cubicBezTo>
                    <a:pt x="20" y="24"/>
                    <a:pt x="26" y="15"/>
                    <a:pt x="28" y="5"/>
                  </a:cubicBezTo>
                </a:path>
              </a:pathLst>
            </a:custGeom>
            <a:solidFill>
              <a:srgbClr val="E3B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3" name="Freeform 191">
              <a:extLst>
                <a:ext uri="{FF2B5EF4-FFF2-40B4-BE49-F238E27FC236}">
                  <a16:creationId xmlns:a16="http://schemas.microsoft.com/office/drawing/2014/main" id="{B64EDA0F-1F94-466F-9764-E65767A65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476"/>
              <a:ext cx="104" cy="153"/>
            </a:xfrm>
            <a:custGeom>
              <a:avLst/>
              <a:gdLst>
                <a:gd name="T0" fmla="*/ 55 w 70"/>
                <a:gd name="T1" fmla="*/ 0 h 102"/>
                <a:gd name="T2" fmla="*/ 59 w 70"/>
                <a:gd name="T3" fmla="*/ 62 h 102"/>
                <a:gd name="T4" fmla="*/ 46 w 70"/>
                <a:gd name="T5" fmla="*/ 134 h 102"/>
                <a:gd name="T6" fmla="*/ 46 w 70"/>
                <a:gd name="T7" fmla="*/ 129 h 102"/>
                <a:gd name="T8" fmla="*/ 108 w 70"/>
                <a:gd name="T9" fmla="*/ 35 h 102"/>
                <a:gd name="T10" fmla="*/ 168 w 70"/>
                <a:gd name="T11" fmla="*/ 149 h 102"/>
                <a:gd name="T12" fmla="*/ 163 w 70"/>
                <a:gd name="T13" fmla="*/ 288 h 102"/>
                <a:gd name="T14" fmla="*/ 230 w 70"/>
                <a:gd name="T15" fmla="*/ 147 h 102"/>
                <a:gd name="T16" fmla="*/ 144 w 70"/>
                <a:gd name="T17" fmla="*/ 336 h 102"/>
                <a:gd name="T18" fmla="*/ 128 w 70"/>
                <a:gd name="T19" fmla="*/ 323 h 102"/>
                <a:gd name="T20" fmla="*/ 135 w 70"/>
                <a:gd name="T21" fmla="*/ 230 h 102"/>
                <a:gd name="T22" fmla="*/ 108 w 70"/>
                <a:gd name="T23" fmla="*/ 99 h 102"/>
                <a:gd name="T24" fmla="*/ 0 w 70"/>
                <a:gd name="T25" fmla="*/ 183 h 102"/>
                <a:gd name="T26" fmla="*/ 36 w 70"/>
                <a:gd name="T27" fmla="*/ 108 h 102"/>
                <a:gd name="T28" fmla="*/ 49 w 70"/>
                <a:gd name="T29" fmla="*/ 21 h 1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0" h="102">
                  <a:moveTo>
                    <a:pt x="17" y="0"/>
                  </a:moveTo>
                  <a:cubicBezTo>
                    <a:pt x="16" y="5"/>
                    <a:pt x="18" y="13"/>
                    <a:pt x="18" y="18"/>
                  </a:cubicBezTo>
                  <a:cubicBezTo>
                    <a:pt x="18" y="26"/>
                    <a:pt x="15" y="32"/>
                    <a:pt x="14" y="39"/>
                  </a:cubicBezTo>
                  <a:cubicBezTo>
                    <a:pt x="14" y="39"/>
                    <a:pt x="14" y="38"/>
                    <a:pt x="14" y="38"/>
                  </a:cubicBezTo>
                  <a:cubicBezTo>
                    <a:pt x="23" y="38"/>
                    <a:pt x="32" y="19"/>
                    <a:pt x="33" y="10"/>
                  </a:cubicBezTo>
                  <a:cubicBezTo>
                    <a:pt x="40" y="20"/>
                    <a:pt x="47" y="32"/>
                    <a:pt x="51" y="44"/>
                  </a:cubicBezTo>
                  <a:cubicBezTo>
                    <a:pt x="54" y="55"/>
                    <a:pt x="55" y="74"/>
                    <a:pt x="50" y="85"/>
                  </a:cubicBezTo>
                  <a:cubicBezTo>
                    <a:pt x="61" y="72"/>
                    <a:pt x="64" y="57"/>
                    <a:pt x="70" y="43"/>
                  </a:cubicBezTo>
                  <a:cubicBezTo>
                    <a:pt x="69" y="63"/>
                    <a:pt x="65" y="90"/>
                    <a:pt x="44" y="99"/>
                  </a:cubicBezTo>
                  <a:cubicBezTo>
                    <a:pt x="39" y="102"/>
                    <a:pt x="38" y="101"/>
                    <a:pt x="39" y="95"/>
                  </a:cubicBezTo>
                  <a:cubicBezTo>
                    <a:pt x="40" y="86"/>
                    <a:pt x="42" y="77"/>
                    <a:pt x="41" y="68"/>
                  </a:cubicBezTo>
                  <a:cubicBezTo>
                    <a:pt x="41" y="54"/>
                    <a:pt x="38" y="43"/>
                    <a:pt x="33" y="29"/>
                  </a:cubicBezTo>
                  <a:cubicBezTo>
                    <a:pt x="29" y="43"/>
                    <a:pt x="15" y="55"/>
                    <a:pt x="0" y="54"/>
                  </a:cubicBezTo>
                  <a:cubicBezTo>
                    <a:pt x="1" y="46"/>
                    <a:pt x="8" y="39"/>
                    <a:pt x="11" y="32"/>
                  </a:cubicBezTo>
                  <a:cubicBezTo>
                    <a:pt x="14" y="24"/>
                    <a:pt x="15" y="14"/>
                    <a:pt x="15" y="6"/>
                  </a:cubicBezTo>
                </a:path>
              </a:pathLst>
            </a:custGeom>
            <a:solidFill>
              <a:srgbClr val="E3B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4" name="Freeform 192">
              <a:extLst>
                <a:ext uri="{FF2B5EF4-FFF2-40B4-BE49-F238E27FC236}">
                  <a16:creationId xmlns:a16="http://schemas.microsoft.com/office/drawing/2014/main" id="{20230E4D-0B64-45A5-819D-DB54BDE4B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591"/>
              <a:ext cx="37" cy="78"/>
            </a:xfrm>
            <a:custGeom>
              <a:avLst/>
              <a:gdLst>
                <a:gd name="T0" fmla="*/ 15 w 25"/>
                <a:gd name="T1" fmla="*/ 176 h 52"/>
                <a:gd name="T2" fmla="*/ 27 w 25"/>
                <a:gd name="T3" fmla="*/ 68 h 52"/>
                <a:gd name="T4" fmla="*/ 74 w 25"/>
                <a:gd name="T5" fmla="*/ 156 h 52"/>
                <a:gd name="T6" fmla="*/ 15 w 25"/>
                <a:gd name="T7" fmla="*/ 0 h 52"/>
                <a:gd name="T8" fmla="*/ 0 w 25"/>
                <a:gd name="T9" fmla="*/ 68 h 52"/>
                <a:gd name="T10" fmla="*/ 1 w 25"/>
                <a:gd name="T11" fmla="*/ 17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2">
                  <a:moveTo>
                    <a:pt x="5" y="52"/>
                  </a:moveTo>
                  <a:cubicBezTo>
                    <a:pt x="5" y="46"/>
                    <a:pt x="2" y="23"/>
                    <a:pt x="8" y="20"/>
                  </a:cubicBezTo>
                  <a:cubicBezTo>
                    <a:pt x="17" y="16"/>
                    <a:pt x="23" y="41"/>
                    <a:pt x="23" y="46"/>
                  </a:cubicBezTo>
                  <a:cubicBezTo>
                    <a:pt x="25" y="33"/>
                    <a:pt x="22" y="4"/>
                    <a:pt x="5" y="0"/>
                  </a:cubicBezTo>
                  <a:cubicBezTo>
                    <a:pt x="0" y="5"/>
                    <a:pt x="0" y="14"/>
                    <a:pt x="0" y="20"/>
                  </a:cubicBezTo>
                  <a:cubicBezTo>
                    <a:pt x="1" y="30"/>
                    <a:pt x="1" y="40"/>
                    <a:pt x="1" y="50"/>
                  </a:cubicBezTo>
                </a:path>
              </a:pathLst>
            </a:custGeom>
            <a:solidFill>
              <a:srgbClr val="E3B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5" name="Freeform 193">
              <a:extLst>
                <a:ext uri="{FF2B5EF4-FFF2-40B4-BE49-F238E27FC236}">
                  <a16:creationId xmlns:a16="http://schemas.microsoft.com/office/drawing/2014/main" id="{E1041994-4480-4FE3-BDBD-D03ED2B56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515"/>
              <a:ext cx="273" cy="444"/>
            </a:xfrm>
            <a:custGeom>
              <a:avLst/>
              <a:gdLst>
                <a:gd name="T0" fmla="*/ 598 w 183"/>
                <a:gd name="T1" fmla="*/ 76 h 297"/>
                <a:gd name="T2" fmla="*/ 467 w 183"/>
                <a:gd name="T3" fmla="*/ 1 h 297"/>
                <a:gd name="T4" fmla="*/ 412 w 183"/>
                <a:gd name="T5" fmla="*/ 109 h 297"/>
                <a:gd name="T6" fmla="*/ 318 w 183"/>
                <a:gd name="T7" fmla="*/ 360 h 297"/>
                <a:gd name="T8" fmla="*/ 87 w 183"/>
                <a:gd name="T9" fmla="*/ 493 h 297"/>
                <a:gd name="T10" fmla="*/ 136 w 183"/>
                <a:gd name="T11" fmla="*/ 688 h 297"/>
                <a:gd name="T12" fmla="*/ 225 w 183"/>
                <a:gd name="T13" fmla="*/ 768 h 297"/>
                <a:gd name="T14" fmla="*/ 330 w 183"/>
                <a:gd name="T15" fmla="*/ 668 h 297"/>
                <a:gd name="T16" fmla="*/ 461 w 183"/>
                <a:gd name="T17" fmla="*/ 768 h 297"/>
                <a:gd name="T18" fmla="*/ 467 w 183"/>
                <a:gd name="T19" fmla="*/ 979 h 297"/>
                <a:gd name="T20" fmla="*/ 534 w 183"/>
                <a:gd name="T21" fmla="*/ 704 h 297"/>
                <a:gd name="T22" fmla="*/ 534 w 183"/>
                <a:gd name="T23" fmla="*/ 532 h 297"/>
                <a:gd name="T24" fmla="*/ 588 w 183"/>
                <a:gd name="T25" fmla="*/ 392 h 297"/>
                <a:gd name="T26" fmla="*/ 588 w 183"/>
                <a:gd name="T27" fmla="*/ 208 h 297"/>
                <a:gd name="T28" fmla="*/ 588 w 183"/>
                <a:gd name="T29" fmla="*/ 81 h 29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3" h="297">
                  <a:moveTo>
                    <a:pt x="180" y="23"/>
                  </a:moveTo>
                  <a:cubicBezTo>
                    <a:pt x="172" y="14"/>
                    <a:pt x="153" y="0"/>
                    <a:pt x="141" y="1"/>
                  </a:cubicBezTo>
                  <a:cubicBezTo>
                    <a:pt x="122" y="3"/>
                    <a:pt x="125" y="18"/>
                    <a:pt x="124" y="33"/>
                  </a:cubicBezTo>
                  <a:cubicBezTo>
                    <a:pt x="121" y="65"/>
                    <a:pt x="122" y="87"/>
                    <a:pt x="96" y="108"/>
                  </a:cubicBezTo>
                  <a:cubicBezTo>
                    <a:pt x="75" y="125"/>
                    <a:pt x="47" y="132"/>
                    <a:pt x="26" y="148"/>
                  </a:cubicBezTo>
                  <a:cubicBezTo>
                    <a:pt x="0" y="167"/>
                    <a:pt x="26" y="187"/>
                    <a:pt x="41" y="206"/>
                  </a:cubicBezTo>
                  <a:cubicBezTo>
                    <a:pt x="48" y="215"/>
                    <a:pt x="54" y="229"/>
                    <a:pt x="68" y="230"/>
                  </a:cubicBezTo>
                  <a:cubicBezTo>
                    <a:pt x="87" y="231"/>
                    <a:pt x="89" y="211"/>
                    <a:pt x="99" y="200"/>
                  </a:cubicBezTo>
                  <a:cubicBezTo>
                    <a:pt x="122" y="176"/>
                    <a:pt x="141" y="205"/>
                    <a:pt x="139" y="230"/>
                  </a:cubicBezTo>
                  <a:cubicBezTo>
                    <a:pt x="138" y="244"/>
                    <a:pt x="99" y="297"/>
                    <a:pt x="141" y="293"/>
                  </a:cubicBezTo>
                  <a:cubicBezTo>
                    <a:pt x="174" y="290"/>
                    <a:pt x="164" y="233"/>
                    <a:pt x="161" y="211"/>
                  </a:cubicBezTo>
                  <a:cubicBezTo>
                    <a:pt x="157" y="194"/>
                    <a:pt x="155" y="176"/>
                    <a:pt x="161" y="159"/>
                  </a:cubicBezTo>
                  <a:cubicBezTo>
                    <a:pt x="166" y="144"/>
                    <a:pt x="175" y="133"/>
                    <a:pt x="177" y="117"/>
                  </a:cubicBezTo>
                  <a:cubicBezTo>
                    <a:pt x="179" y="99"/>
                    <a:pt x="175" y="80"/>
                    <a:pt x="177" y="62"/>
                  </a:cubicBezTo>
                  <a:cubicBezTo>
                    <a:pt x="178" y="49"/>
                    <a:pt x="183" y="36"/>
                    <a:pt x="177" y="24"/>
                  </a:cubicBezTo>
                </a:path>
              </a:pathLst>
            </a:custGeom>
            <a:solidFill>
              <a:srgbClr val="D99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6" name="Freeform 194">
              <a:extLst>
                <a:ext uri="{FF2B5EF4-FFF2-40B4-BE49-F238E27FC236}">
                  <a16:creationId xmlns:a16="http://schemas.microsoft.com/office/drawing/2014/main" id="{9F1628C2-EB81-4BFB-8862-1165EDE76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540"/>
              <a:ext cx="169" cy="77"/>
            </a:xfrm>
            <a:custGeom>
              <a:avLst/>
              <a:gdLst>
                <a:gd name="T0" fmla="*/ 281 w 113"/>
                <a:gd name="T1" fmla="*/ 41 h 51"/>
                <a:gd name="T2" fmla="*/ 69 w 113"/>
                <a:gd name="T3" fmla="*/ 14 h 51"/>
                <a:gd name="T4" fmla="*/ 1 w 113"/>
                <a:gd name="T5" fmla="*/ 59 h 51"/>
                <a:gd name="T6" fmla="*/ 28 w 113"/>
                <a:gd name="T7" fmla="*/ 169 h 51"/>
                <a:gd name="T8" fmla="*/ 197 w 113"/>
                <a:gd name="T9" fmla="*/ 66 h 51"/>
                <a:gd name="T10" fmla="*/ 229 w 113"/>
                <a:gd name="T11" fmla="*/ 109 h 51"/>
                <a:gd name="T12" fmla="*/ 275 w 113"/>
                <a:gd name="T13" fmla="*/ 116 h 51"/>
                <a:gd name="T14" fmla="*/ 317 w 113"/>
                <a:gd name="T15" fmla="*/ 116 h 51"/>
                <a:gd name="T16" fmla="*/ 369 w 113"/>
                <a:gd name="T17" fmla="*/ 137 h 51"/>
                <a:gd name="T18" fmla="*/ 275 w 113"/>
                <a:gd name="T19" fmla="*/ 32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51">
                  <a:moveTo>
                    <a:pt x="84" y="12"/>
                  </a:moveTo>
                  <a:cubicBezTo>
                    <a:pt x="75" y="0"/>
                    <a:pt x="36" y="6"/>
                    <a:pt x="21" y="4"/>
                  </a:cubicBezTo>
                  <a:cubicBezTo>
                    <a:pt x="7" y="1"/>
                    <a:pt x="2" y="0"/>
                    <a:pt x="1" y="17"/>
                  </a:cubicBezTo>
                  <a:cubicBezTo>
                    <a:pt x="0" y="26"/>
                    <a:pt x="0" y="48"/>
                    <a:pt x="9" y="49"/>
                  </a:cubicBezTo>
                  <a:cubicBezTo>
                    <a:pt x="30" y="51"/>
                    <a:pt x="29" y="2"/>
                    <a:pt x="59" y="19"/>
                  </a:cubicBezTo>
                  <a:cubicBezTo>
                    <a:pt x="63" y="22"/>
                    <a:pt x="64" y="30"/>
                    <a:pt x="68" y="32"/>
                  </a:cubicBezTo>
                  <a:cubicBezTo>
                    <a:pt x="75" y="36"/>
                    <a:pt x="74" y="33"/>
                    <a:pt x="82" y="34"/>
                  </a:cubicBezTo>
                  <a:cubicBezTo>
                    <a:pt x="86" y="34"/>
                    <a:pt x="90" y="33"/>
                    <a:pt x="95" y="34"/>
                  </a:cubicBezTo>
                  <a:cubicBezTo>
                    <a:pt x="100" y="35"/>
                    <a:pt x="106" y="39"/>
                    <a:pt x="110" y="40"/>
                  </a:cubicBezTo>
                  <a:cubicBezTo>
                    <a:pt x="113" y="28"/>
                    <a:pt x="92" y="14"/>
                    <a:pt x="82" y="9"/>
                  </a:cubicBezTo>
                </a:path>
              </a:pathLst>
            </a:custGeom>
            <a:solidFill>
              <a:srgbClr val="D99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7" name="Freeform 195">
              <a:extLst>
                <a:ext uri="{FF2B5EF4-FFF2-40B4-BE49-F238E27FC236}">
                  <a16:creationId xmlns:a16="http://schemas.microsoft.com/office/drawing/2014/main" id="{566FD02B-3B7E-4A27-A44C-EA4B84F7C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691"/>
              <a:ext cx="301" cy="411"/>
            </a:xfrm>
            <a:custGeom>
              <a:avLst/>
              <a:gdLst>
                <a:gd name="T0" fmla="*/ 82 w 202"/>
                <a:gd name="T1" fmla="*/ 148 h 275"/>
                <a:gd name="T2" fmla="*/ 162 w 202"/>
                <a:gd name="T3" fmla="*/ 6 h 275"/>
                <a:gd name="T4" fmla="*/ 249 w 202"/>
                <a:gd name="T5" fmla="*/ 121 h 275"/>
                <a:gd name="T6" fmla="*/ 335 w 202"/>
                <a:gd name="T7" fmla="*/ 263 h 275"/>
                <a:gd name="T8" fmla="*/ 440 w 202"/>
                <a:gd name="T9" fmla="*/ 365 h 275"/>
                <a:gd name="T10" fmla="*/ 438 w 202"/>
                <a:gd name="T11" fmla="*/ 271 h 275"/>
                <a:gd name="T12" fmla="*/ 364 w 202"/>
                <a:gd name="T13" fmla="*/ 108 h 275"/>
                <a:gd name="T14" fmla="*/ 447 w 202"/>
                <a:gd name="T15" fmla="*/ 13 h 275"/>
                <a:gd name="T16" fmla="*/ 556 w 202"/>
                <a:gd name="T17" fmla="*/ 96 h 275"/>
                <a:gd name="T18" fmla="*/ 608 w 202"/>
                <a:gd name="T19" fmla="*/ 677 h 275"/>
                <a:gd name="T20" fmla="*/ 484 w 202"/>
                <a:gd name="T21" fmla="*/ 898 h 275"/>
                <a:gd name="T22" fmla="*/ 337 w 202"/>
                <a:gd name="T23" fmla="*/ 844 h 275"/>
                <a:gd name="T24" fmla="*/ 189 w 202"/>
                <a:gd name="T25" fmla="*/ 785 h 275"/>
                <a:gd name="T26" fmla="*/ 49 w 202"/>
                <a:gd name="T27" fmla="*/ 728 h 275"/>
                <a:gd name="T28" fmla="*/ 6 w 202"/>
                <a:gd name="T29" fmla="*/ 541 h 275"/>
                <a:gd name="T30" fmla="*/ 49 w 202"/>
                <a:gd name="T31" fmla="*/ 320 h 275"/>
                <a:gd name="T32" fmla="*/ 80 w 202"/>
                <a:gd name="T33" fmla="*/ 123 h 2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2" h="275">
                  <a:moveTo>
                    <a:pt x="25" y="44"/>
                  </a:moveTo>
                  <a:cubicBezTo>
                    <a:pt x="32" y="32"/>
                    <a:pt x="32" y="0"/>
                    <a:pt x="49" y="2"/>
                  </a:cubicBezTo>
                  <a:cubicBezTo>
                    <a:pt x="61" y="4"/>
                    <a:pt x="70" y="26"/>
                    <a:pt x="75" y="36"/>
                  </a:cubicBezTo>
                  <a:cubicBezTo>
                    <a:pt x="82" y="52"/>
                    <a:pt x="89" y="65"/>
                    <a:pt x="101" y="79"/>
                  </a:cubicBezTo>
                  <a:cubicBezTo>
                    <a:pt x="108" y="87"/>
                    <a:pt x="122" y="106"/>
                    <a:pt x="133" y="109"/>
                  </a:cubicBezTo>
                  <a:cubicBezTo>
                    <a:pt x="156" y="115"/>
                    <a:pt x="138" y="90"/>
                    <a:pt x="132" y="81"/>
                  </a:cubicBezTo>
                  <a:cubicBezTo>
                    <a:pt x="123" y="67"/>
                    <a:pt x="112" y="48"/>
                    <a:pt x="110" y="32"/>
                  </a:cubicBezTo>
                  <a:cubicBezTo>
                    <a:pt x="109" y="17"/>
                    <a:pt x="118" y="4"/>
                    <a:pt x="135" y="4"/>
                  </a:cubicBezTo>
                  <a:cubicBezTo>
                    <a:pt x="150" y="4"/>
                    <a:pt x="160" y="17"/>
                    <a:pt x="168" y="29"/>
                  </a:cubicBezTo>
                  <a:cubicBezTo>
                    <a:pt x="202" y="80"/>
                    <a:pt x="183" y="145"/>
                    <a:pt x="184" y="203"/>
                  </a:cubicBezTo>
                  <a:cubicBezTo>
                    <a:pt x="185" y="228"/>
                    <a:pt x="174" y="261"/>
                    <a:pt x="146" y="269"/>
                  </a:cubicBezTo>
                  <a:cubicBezTo>
                    <a:pt x="129" y="275"/>
                    <a:pt x="117" y="260"/>
                    <a:pt x="102" y="253"/>
                  </a:cubicBezTo>
                  <a:cubicBezTo>
                    <a:pt x="87" y="246"/>
                    <a:pt x="72" y="243"/>
                    <a:pt x="57" y="235"/>
                  </a:cubicBezTo>
                  <a:cubicBezTo>
                    <a:pt x="44" y="228"/>
                    <a:pt x="27" y="227"/>
                    <a:pt x="15" y="218"/>
                  </a:cubicBezTo>
                  <a:cubicBezTo>
                    <a:pt x="0" y="205"/>
                    <a:pt x="1" y="182"/>
                    <a:pt x="2" y="162"/>
                  </a:cubicBezTo>
                  <a:cubicBezTo>
                    <a:pt x="4" y="140"/>
                    <a:pt x="11" y="118"/>
                    <a:pt x="15" y="96"/>
                  </a:cubicBezTo>
                  <a:cubicBezTo>
                    <a:pt x="19" y="77"/>
                    <a:pt x="17" y="55"/>
                    <a:pt x="24" y="37"/>
                  </a:cubicBezTo>
                </a:path>
              </a:pathLst>
            </a:custGeom>
            <a:solidFill>
              <a:srgbClr val="D99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8" name="Freeform 196">
              <a:extLst>
                <a:ext uri="{FF2B5EF4-FFF2-40B4-BE49-F238E27FC236}">
                  <a16:creationId xmlns:a16="http://schemas.microsoft.com/office/drawing/2014/main" id="{246BB360-CB25-42E5-93A4-24D39F29F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1917"/>
              <a:ext cx="168" cy="321"/>
            </a:xfrm>
            <a:custGeom>
              <a:avLst/>
              <a:gdLst>
                <a:gd name="T0" fmla="*/ 39 w 112"/>
                <a:gd name="T1" fmla="*/ 526 h 215"/>
                <a:gd name="T2" fmla="*/ 122 w 112"/>
                <a:gd name="T3" fmla="*/ 443 h 215"/>
                <a:gd name="T4" fmla="*/ 230 w 112"/>
                <a:gd name="T5" fmla="*/ 330 h 215"/>
                <a:gd name="T6" fmla="*/ 234 w 112"/>
                <a:gd name="T7" fmla="*/ 63 h 215"/>
                <a:gd name="T8" fmla="*/ 296 w 112"/>
                <a:gd name="T9" fmla="*/ 55 h 215"/>
                <a:gd name="T10" fmla="*/ 318 w 112"/>
                <a:gd name="T11" fmla="*/ 194 h 215"/>
                <a:gd name="T12" fmla="*/ 345 w 112"/>
                <a:gd name="T13" fmla="*/ 345 h 215"/>
                <a:gd name="T14" fmla="*/ 363 w 112"/>
                <a:gd name="T15" fmla="*/ 478 h 215"/>
                <a:gd name="T16" fmla="*/ 297 w 112"/>
                <a:gd name="T17" fmla="*/ 573 h 215"/>
                <a:gd name="T18" fmla="*/ 243 w 112"/>
                <a:gd name="T19" fmla="*/ 696 h 215"/>
                <a:gd name="T20" fmla="*/ 143 w 112"/>
                <a:gd name="T21" fmla="*/ 596 h 215"/>
                <a:gd name="T22" fmla="*/ 45 w 112"/>
                <a:gd name="T23" fmla="*/ 521 h 2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2" h="215">
                  <a:moveTo>
                    <a:pt x="11" y="158"/>
                  </a:moveTo>
                  <a:cubicBezTo>
                    <a:pt x="0" y="145"/>
                    <a:pt x="28" y="138"/>
                    <a:pt x="36" y="133"/>
                  </a:cubicBezTo>
                  <a:cubicBezTo>
                    <a:pt x="51" y="124"/>
                    <a:pt x="61" y="115"/>
                    <a:pt x="68" y="99"/>
                  </a:cubicBezTo>
                  <a:cubicBezTo>
                    <a:pt x="79" y="74"/>
                    <a:pt x="68" y="45"/>
                    <a:pt x="69" y="19"/>
                  </a:cubicBezTo>
                  <a:cubicBezTo>
                    <a:pt x="70" y="0"/>
                    <a:pt x="81" y="3"/>
                    <a:pt x="87" y="17"/>
                  </a:cubicBezTo>
                  <a:cubicBezTo>
                    <a:pt x="92" y="28"/>
                    <a:pt x="93" y="45"/>
                    <a:pt x="94" y="58"/>
                  </a:cubicBezTo>
                  <a:cubicBezTo>
                    <a:pt x="96" y="74"/>
                    <a:pt x="97" y="89"/>
                    <a:pt x="102" y="104"/>
                  </a:cubicBezTo>
                  <a:cubicBezTo>
                    <a:pt x="106" y="116"/>
                    <a:pt x="112" y="129"/>
                    <a:pt x="107" y="143"/>
                  </a:cubicBezTo>
                  <a:cubicBezTo>
                    <a:pt x="104" y="154"/>
                    <a:pt x="93" y="162"/>
                    <a:pt x="88" y="172"/>
                  </a:cubicBezTo>
                  <a:cubicBezTo>
                    <a:pt x="83" y="180"/>
                    <a:pt x="82" y="206"/>
                    <a:pt x="72" y="209"/>
                  </a:cubicBezTo>
                  <a:cubicBezTo>
                    <a:pt x="56" y="215"/>
                    <a:pt x="49" y="186"/>
                    <a:pt x="42" y="179"/>
                  </a:cubicBezTo>
                  <a:cubicBezTo>
                    <a:pt x="34" y="169"/>
                    <a:pt x="20" y="167"/>
                    <a:pt x="13" y="157"/>
                  </a:cubicBezTo>
                </a:path>
              </a:pathLst>
            </a:custGeom>
            <a:solidFill>
              <a:srgbClr val="D99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9" name="Freeform 197">
              <a:extLst>
                <a:ext uri="{FF2B5EF4-FFF2-40B4-BE49-F238E27FC236}">
                  <a16:creationId xmlns:a16="http://schemas.microsoft.com/office/drawing/2014/main" id="{755D8134-2FC8-4FF6-B441-373026FA9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049"/>
              <a:ext cx="260" cy="446"/>
            </a:xfrm>
            <a:custGeom>
              <a:avLst/>
              <a:gdLst>
                <a:gd name="T0" fmla="*/ 13 w 174"/>
                <a:gd name="T1" fmla="*/ 547 h 299"/>
                <a:gd name="T2" fmla="*/ 241 w 174"/>
                <a:gd name="T3" fmla="*/ 534 h 299"/>
                <a:gd name="T4" fmla="*/ 320 w 174"/>
                <a:gd name="T5" fmla="*/ 357 h 299"/>
                <a:gd name="T6" fmla="*/ 397 w 174"/>
                <a:gd name="T7" fmla="*/ 180 h 299"/>
                <a:gd name="T8" fmla="*/ 397 w 174"/>
                <a:gd name="T9" fmla="*/ 0 h 299"/>
                <a:gd name="T10" fmla="*/ 547 w 174"/>
                <a:gd name="T11" fmla="*/ 271 h 299"/>
                <a:gd name="T12" fmla="*/ 565 w 174"/>
                <a:gd name="T13" fmla="*/ 629 h 299"/>
                <a:gd name="T14" fmla="*/ 460 w 174"/>
                <a:gd name="T15" fmla="*/ 917 h 299"/>
                <a:gd name="T16" fmla="*/ 235 w 174"/>
                <a:gd name="T17" fmla="*/ 791 h 299"/>
                <a:gd name="T18" fmla="*/ 114 w 174"/>
                <a:gd name="T19" fmla="*/ 664 h 299"/>
                <a:gd name="T20" fmla="*/ 0 w 174"/>
                <a:gd name="T21" fmla="*/ 585 h 2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4" h="299">
                  <a:moveTo>
                    <a:pt x="4" y="165"/>
                  </a:moveTo>
                  <a:cubicBezTo>
                    <a:pt x="25" y="170"/>
                    <a:pt x="54" y="178"/>
                    <a:pt x="72" y="161"/>
                  </a:cubicBezTo>
                  <a:cubicBezTo>
                    <a:pt x="88" y="146"/>
                    <a:pt x="80" y="123"/>
                    <a:pt x="96" y="107"/>
                  </a:cubicBezTo>
                  <a:cubicBezTo>
                    <a:pt x="113" y="89"/>
                    <a:pt x="118" y="79"/>
                    <a:pt x="119" y="54"/>
                  </a:cubicBezTo>
                  <a:cubicBezTo>
                    <a:pt x="120" y="36"/>
                    <a:pt x="119" y="18"/>
                    <a:pt x="119" y="0"/>
                  </a:cubicBezTo>
                  <a:cubicBezTo>
                    <a:pt x="129" y="32"/>
                    <a:pt x="154" y="52"/>
                    <a:pt x="164" y="82"/>
                  </a:cubicBezTo>
                  <a:cubicBezTo>
                    <a:pt x="174" y="115"/>
                    <a:pt x="170" y="155"/>
                    <a:pt x="169" y="190"/>
                  </a:cubicBezTo>
                  <a:cubicBezTo>
                    <a:pt x="167" y="215"/>
                    <a:pt x="158" y="259"/>
                    <a:pt x="138" y="276"/>
                  </a:cubicBezTo>
                  <a:cubicBezTo>
                    <a:pt x="109" y="299"/>
                    <a:pt x="82" y="260"/>
                    <a:pt x="70" y="238"/>
                  </a:cubicBezTo>
                  <a:cubicBezTo>
                    <a:pt x="60" y="221"/>
                    <a:pt x="51" y="209"/>
                    <a:pt x="34" y="200"/>
                  </a:cubicBezTo>
                  <a:cubicBezTo>
                    <a:pt x="23" y="193"/>
                    <a:pt x="1" y="193"/>
                    <a:pt x="0" y="176"/>
                  </a:cubicBezTo>
                </a:path>
              </a:pathLst>
            </a:custGeom>
            <a:solidFill>
              <a:srgbClr val="D99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0" name="Freeform 198">
              <a:extLst>
                <a:ext uri="{FF2B5EF4-FFF2-40B4-BE49-F238E27FC236}">
                  <a16:creationId xmlns:a16="http://schemas.microsoft.com/office/drawing/2014/main" id="{5B5CB282-9835-4629-B3D3-8EA807C49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081"/>
              <a:ext cx="256" cy="174"/>
            </a:xfrm>
            <a:custGeom>
              <a:avLst/>
              <a:gdLst>
                <a:gd name="T0" fmla="*/ 63 w 171"/>
                <a:gd name="T1" fmla="*/ 188 h 116"/>
                <a:gd name="T2" fmla="*/ 100 w 171"/>
                <a:gd name="T3" fmla="*/ 0 h 116"/>
                <a:gd name="T4" fmla="*/ 316 w 171"/>
                <a:gd name="T5" fmla="*/ 120 h 116"/>
                <a:gd name="T6" fmla="*/ 491 w 171"/>
                <a:gd name="T7" fmla="*/ 215 h 116"/>
                <a:gd name="T8" fmla="*/ 573 w 171"/>
                <a:gd name="T9" fmla="*/ 392 h 116"/>
                <a:gd name="T10" fmla="*/ 377 w 171"/>
                <a:gd name="T11" fmla="*/ 242 h 116"/>
                <a:gd name="T12" fmla="*/ 81 w 171"/>
                <a:gd name="T13" fmla="*/ 203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116">
                  <a:moveTo>
                    <a:pt x="19" y="55"/>
                  </a:moveTo>
                  <a:cubicBezTo>
                    <a:pt x="19" y="37"/>
                    <a:pt x="0" y="0"/>
                    <a:pt x="30" y="0"/>
                  </a:cubicBezTo>
                  <a:cubicBezTo>
                    <a:pt x="52" y="0"/>
                    <a:pt x="75" y="24"/>
                    <a:pt x="94" y="35"/>
                  </a:cubicBezTo>
                  <a:cubicBezTo>
                    <a:pt x="111" y="45"/>
                    <a:pt x="133" y="48"/>
                    <a:pt x="146" y="63"/>
                  </a:cubicBezTo>
                  <a:cubicBezTo>
                    <a:pt x="158" y="77"/>
                    <a:pt x="169" y="99"/>
                    <a:pt x="171" y="116"/>
                  </a:cubicBezTo>
                  <a:cubicBezTo>
                    <a:pt x="151" y="115"/>
                    <a:pt x="129" y="82"/>
                    <a:pt x="112" y="71"/>
                  </a:cubicBezTo>
                  <a:cubicBezTo>
                    <a:pt x="83" y="54"/>
                    <a:pt x="55" y="55"/>
                    <a:pt x="24" y="60"/>
                  </a:cubicBezTo>
                </a:path>
              </a:pathLst>
            </a:custGeom>
            <a:solidFill>
              <a:srgbClr val="D99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1" name="Freeform 199">
              <a:extLst>
                <a:ext uri="{FF2B5EF4-FFF2-40B4-BE49-F238E27FC236}">
                  <a16:creationId xmlns:a16="http://schemas.microsoft.com/office/drawing/2014/main" id="{3B450571-8719-4CC9-9C94-EC4121829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231"/>
              <a:ext cx="706" cy="474"/>
            </a:xfrm>
            <a:custGeom>
              <a:avLst/>
              <a:gdLst>
                <a:gd name="T0" fmla="*/ 49 w 473"/>
                <a:gd name="T1" fmla="*/ 1020 h 317"/>
                <a:gd name="T2" fmla="*/ 6 w 473"/>
                <a:gd name="T3" fmla="*/ 1006 h 317"/>
                <a:gd name="T4" fmla="*/ 42 w 473"/>
                <a:gd name="T5" fmla="*/ 924 h 317"/>
                <a:gd name="T6" fmla="*/ 194 w 473"/>
                <a:gd name="T7" fmla="*/ 751 h 317"/>
                <a:gd name="T8" fmla="*/ 458 w 473"/>
                <a:gd name="T9" fmla="*/ 582 h 317"/>
                <a:gd name="T10" fmla="*/ 528 w 473"/>
                <a:gd name="T11" fmla="*/ 420 h 317"/>
                <a:gd name="T12" fmla="*/ 661 w 473"/>
                <a:gd name="T13" fmla="*/ 263 h 317"/>
                <a:gd name="T14" fmla="*/ 761 w 473"/>
                <a:gd name="T15" fmla="*/ 27 h 317"/>
                <a:gd name="T16" fmla="*/ 899 w 473"/>
                <a:gd name="T17" fmla="*/ 60 h 317"/>
                <a:gd name="T18" fmla="*/ 1027 w 473"/>
                <a:gd name="T19" fmla="*/ 67 h 317"/>
                <a:gd name="T20" fmla="*/ 1008 w 473"/>
                <a:gd name="T21" fmla="*/ 405 h 317"/>
                <a:gd name="T22" fmla="*/ 1154 w 473"/>
                <a:gd name="T23" fmla="*/ 366 h 317"/>
                <a:gd name="T24" fmla="*/ 1190 w 473"/>
                <a:gd name="T25" fmla="*/ 321 h 317"/>
                <a:gd name="T26" fmla="*/ 1213 w 473"/>
                <a:gd name="T27" fmla="*/ 262 h 317"/>
                <a:gd name="T28" fmla="*/ 1443 w 473"/>
                <a:gd name="T29" fmla="*/ 387 h 317"/>
                <a:gd name="T30" fmla="*/ 1439 w 473"/>
                <a:gd name="T31" fmla="*/ 653 h 317"/>
                <a:gd name="T32" fmla="*/ 1473 w 473"/>
                <a:gd name="T33" fmla="*/ 764 h 317"/>
                <a:gd name="T34" fmla="*/ 1560 w 473"/>
                <a:gd name="T35" fmla="*/ 785 h 317"/>
                <a:gd name="T36" fmla="*/ 1546 w 473"/>
                <a:gd name="T37" fmla="*/ 930 h 317"/>
                <a:gd name="T38" fmla="*/ 1424 w 473"/>
                <a:gd name="T39" fmla="*/ 952 h 317"/>
                <a:gd name="T40" fmla="*/ 1122 w 473"/>
                <a:gd name="T41" fmla="*/ 831 h 317"/>
                <a:gd name="T42" fmla="*/ 855 w 473"/>
                <a:gd name="T43" fmla="*/ 731 h 317"/>
                <a:gd name="T44" fmla="*/ 600 w 473"/>
                <a:gd name="T45" fmla="*/ 830 h 317"/>
                <a:gd name="T46" fmla="*/ 461 w 473"/>
                <a:gd name="T47" fmla="*/ 845 h 317"/>
                <a:gd name="T48" fmla="*/ 343 w 473"/>
                <a:gd name="T49" fmla="*/ 949 h 317"/>
                <a:gd name="T50" fmla="*/ 190 w 473"/>
                <a:gd name="T51" fmla="*/ 1020 h 317"/>
                <a:gd name="T52" fmla="*/ 67 w 473"/>
                <a:gd name="T53" fmla="*/ 1030 h 3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73" h="317">
                  <a:moveTo>
                    <a:pt x="15" y="305"/>
                  </a:moveTo>
                  <a:cubicBezTo>
                    <a:pt x="14" y="317"/>
                    <a:pt x="3" y="310"/>
                    <a:pt x="2" y="301"/>
                  </a:cubicBezTo>
                  <a:cubicBezTo>
                    <a:pt x="0" y="296"/>
                    <a:pt x="10" y="281"/>
                    <a:pt x="13" y="276"/>
                  </a:cubicBezTo>
                  <a:cubicBezTo>
                    <a:pt x="25" y="258"/>
                    <a:pt x="40" y="237"/>
                    <a:pt x="58" y="225"/>
                  </a:cubicBezTo>
                  <a:cubicBezTo>
                    <a:pt x="89" y="204"/>
                    <a:pt x="120" y="215"/>
                    <a:pt x="138" y="174"/>
                  </a:cubicBezTo>
                  <a:cubicBezTo>
                    <a:pt x="145" y="158"/>
                    <a:pt x="148" y="140"/>
                    <a:pt x="159" y="126"/>
                  </a:cubicBezTo>
                  <a:cubicBezTo>
                    <a:pt x="171" y="109"/>
                    <a:pt x="193" y="100"/>
                    <a:pt x="199" y="79"/>
                  </a:cubicBezTo>
                  <a:cubicBezTo>
                    <a:pt x="207" y="53"/>
                    <a:pt x="183" y="0"/>
                    <a:pt x="229" y="8"/>
                  </a:cubicBezTo>
                  <a:cubicBezTo>
                    <a:pt x="243" y="11"/>
                    <a:pt x="255" y="19"/>
                    <a:pt x="270" y="18"/>
                  </a:cubicBezTo>
                  <a:cubicBezTo>
                    <a:pt x="283" y="17"/>
                    <a:pt x="297" y="7"/>
                    <a:pt x="309" y="20"/>
                  </a:cubicBezTo>
                  <a:cubicBezTo>
                    <a:pt x="339" y="51"/>
                    <a:pt x="269" y="106"/>
                    <a:pt x="303" y="121"/>
                  </a:cubicBezTo>
                  <a:cubicBezTo>
                    <a:pt x="317" y="127"/>
                    <a:pt x="335" y="119"/>
                    <a:pt x="347" y="110"/>
                  </a:cubicBezTo>
                  <a:cubicBezTo>
                    <a:pt x="353" y="104"/>
                    <a:pt x="355" y="104"/>
                    <a:pt x="358" y="96"/>
                  </a:cubicBezTo>
                  <a:cubicBezTo>
                    <a:pt x="361" y="91"/>
                    <a:pt x="359" y="80"/>
                    <a:pt x="365" y="78"/>
                  </a:cubicBezTo>
                  <a:cubicBezTo>
                    <a:pt x="378" y="71"/>
                    <a:pt x="424" y="108"/>
                    <a:pt x="434" y="116"/>
                  </a:cubicBezTo>
                  <a:cubicBezTo>
                    <a:pt x="462" y="137"/>
                    <a:pt x="443" y="170"/>
                    <a:pt x="433" y="195"/>
                  </a:cubicBezTo>
                  <a:cubicBezTo>
                    <a:pt x="427" y="208"/>
                    <a:pt x="424" y="226"/>
                    <a:pt x="443" y="229"/>
                  </a:cubicBezTo>
                  <a:cubicBezTo>
                    <a:pt x="458" y="232"/>
                    <a:pt x="462" y="215"/>
                    <a:pt x="469" y="235"/>
                  </a:cubicBezTo>
                  <a:cubicBezTo>
                    <a:pt x="473" y="246"/>
                    <a:pt x="473" y="270"/>
                    <a:pt x="465" y="278"/>
                  </a:cubicBezTo>
                  <a:cubicBezTo>
                    <a:pt x="456" y="288"/>
                    <a:pt x="440" y="285"/>
                    <a:pt x="428" y="285"/>
                  </a:cubicBezTo>
                  <a:cubicBezTo>
                    <a:pt x="392" y="283"/>
                    <a:pt x="369" y="263"/>
                    <a:pt x="338" y="249"/>
                  </a:cubicBezTo>
                  <a:cubicBezTo>
                    <a:pt x="312" y="237"/>
                    <a:pt x="286" y="223"/>
                    <a:pt x="257" y="219"/>
                  </a:cubicBezTo>
                  <a:cubicBezTo>
                    <a:pt x="226" y="214"/>
                    <a:pt x="211" y="248"/>
                    <a:pt x="180" y="248"/>
                  </a:cubicBezTo>
                  <a:cubicBezTo>
                    <a:pt x="165" y="249"/>
                    <a:pt x="153" y="245"/>
                    <a:pt x="139" y="253"/>
                  </a:cubicBezTo>
                  <a:cubicBezTo>
                    <a:pt x="126" y="261"/>
                    <a:pt x="116" y="275"/>
                    <a:pt x="103" y="284"/>
                  </a:cubicBezTo>
                  <a:cubicBezTo>
                    <a:pt x="88" y="294"/>
                    <a:pt x="76" y="303"/>
                    <a:pt x="57" y="305"/>
                  </a:cubicBezTo>
                  <a:cubicBezTo>
                    <a:pt x="45" y="306"/>
                    <a:pt x="30" y="301"/>
                    <a:pt x="20" y="308"/>
                  </a:cubicBezTo>
                </a:path>
              </a:pathLst>
            </a:custGeom>
            <a:solidFill>
              <a:srgbClr val="D99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2" name="Freeform 200">
              <a:extLst>
                <a:ext uri="{FF2B5EF4-FFF2-40B4-BE49-F238E27FC236}">
                  <a16:creationId xmlns:a16="http://schemas.microsoft.com/office/drawing/2014/main" id="{DBA6A79F-671A-455C-8DFA-3732FB383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551"/>
              <a:ext cx="212" cy="121"/>
            </a:xfrm>
            <a:custGeom>
              <a:avLst/>
              <a:gdLst>
                <a:gd name="T0" fmla="*/ 227 w 142"/>
                <a:gd name="T1" fmla="*/ 76 h 81"/>
                <a:gd name="T2" fmla="*/ 272 w 142"/>
                <a:gd name="T3" fmla="*/ 194 h 81"/>
                <a:gd name="T4" fmla="*/ 384 w 142"/>
                <a:gd name="T5" fmla="*/ 143 h 81"/>
                <a:gd name="T6" fmla="*/ 433 w 142"/>
                <a:gd name="T7" fmla="*/ 49 h 81"/>
                <a:gd name="T8" fmla="*/ 464 w 142"/>
                <a:gd name="T9" fmla="*/ 94 h 81"/>
                <a:gd name="T10" fmla="*/ 325 w 142"/>
                <a:gd name="T11" fmla="*/ 249 h 81"/>
                <a:gd name="T12" fmla="*/ 100 w 142"/>
                <a:gd name="T13" fmla="*/ 241 h 81"/>
                <a:gd name="T14" fmla="*/ 6 w 142"/>
                <a:gd name="T15" fmla="*/ 176 h 81"/>
                <a:gd name="T16" fmla="*/ 160 w 142"/>
                <a:gd name="T17" fmla="*/ 96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81">
                  <a:moveTo>
                    <a:pt x="68" y="23"/>
                  </a:moveTo>
                  <a:cubicBezTo>
                    <a:pt x="79" y="31"/>
                    <a:pt x="70" y="50"/>
                    <a:pt x="82" y="58"/>
                  </a:cubicBezTo>
                  <a:cubicBezTo>
                    <a:pt x="92" y="65"/>
                    <a:pt x="113" y="55"/>
                    <a:pt x="115" y="43"/>
                  </a:cubicBezTo>
                  <a:cubicBezTo>
                    <a:pt x="125" y="37"/>
                    <a:pt x="123" y="24"/>
                    <a:pt x="130" y="15"/>
                  </a:cubicBezTo>
                  <a:cubicBezTo>
                    <a:pt x="140" y="0"/>
                    <a:pt x="142" y="15"/>
                    <a:pt x="139" y="28"/>
                  </a:cubicBezTo>
                  <a:cubicBezTo>
                    <a:pt x="135" y="50"/>
                    <a:pt x="119" y="68"/>
                    <a:pt x="98" y="75"/>
                  </a:cubicBezTo>
                  <a:cubicBezTo>
                    <a:pt x="77" y="81"/>
                    <a:pt x="51" y="78"/>
                    <a:pt x="30" y="72"/>
                  </a:cubicBezTo>
                  <a:cubicBezTo>
                    <a:pt x="21" y="70"/>
                    <a:pt x="0" y="66"/>
                    <a:pt x="2" y="53"/>
                  </a:cubicBezTo>
                  <a:cubicBezTo>
                    <a:pt x="4" y="39"/>
                    <a:pt x="38" y="34"/>
                    <a:pt x="48" y="29"/>
                  </a:cubicBezTo>
                </a:path>
              </a:pathLst>
            </a:custGeom>
            <a:solidFill>
              <a:srgbClr val="D99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3" name="Freeform 201">
              <a:extLst>
                <a:ext uri="{FF2B5EF4-FFF2-40B4-BE49-F238E27FC236}">
                  <a16:creationId xmlns:a16="http://schemas.microsoft.com/office/drawing/2014/main" id="{DF55B5C9-4D87-4509-84F8-217BEEDB0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052"/>
              <a:ext cx="37" cy="37"/>
            </a:xfrm>
            <a:custGeom>
              <a:avLst/>
              <a:gdLst>
                <a:gd name="T0" fmla="*/ 68 w 25"/>
                <a:gd name="T1" fmla="*/ 81 h 25"/>
                <a:gd name="T2" fmla="*/ 81 w 25"/>
                <a:gd name="T3" fmla="*/ 36 h 25"/>
                <a:gd name="T4" fmla="*/ 15 w 25"/>
                <a:gd name="T5" fmla="*/ 13 h 25"/>
                <a:gd name="T6" fmla="*/ 55 w 25"/>
                <a:gd name="T7" fmla="*/ 7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21" y="25"/>
                  </a:moveTo>
                  <a:cubicBezTo>
                    <a:pt x="9" y="24"/>
                    <a:pt x="9" y="2"/>
                    <a:pt x="25" y="11"/>
                  </a:cubicBezTo>
                  <a:cubicBezTo>
                    <a:pt x="22" y="9"/>
                    <a:pt x="9" y="0"/>
                    <a:pt x="5" y="4"/>
                  </a:cubicBezTo>
                  <a:cubicBezTo>
                    <a:pt x="0" y="9"/>
                    <a:pt x="15" y="19"/>
                    <a:pt x="17" y="22"/>
                  </a:cubicBezTo>
                </a:path>
              </a:pathLst>
            </a:custGeom>
            <a:solidFill>
              <a:srgbClr val="F1D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4" name="Freeform 202">
              <a:extLst>
                <a:ext uri="{FF2B5EF4-FFF2-40B4-BE49-F238E27FC236}">
                  <a16:creationId xmlns:a16="http://schemas.microsoft.com/office/drawing/2014/main" id="{EAF2E489-7ECF-4361-BEE8-BEBF10C3E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203"/>
              <a:ext cx="29" cy="25"/>
            </a:xfrm>
            <a:custGeom>
              <a:avLst/>
              <a:gdLst>
                <a:gd name="T0" fmla="*/ 61 w 20"/>
                <a:gd name="T1" fmla="*/ 41 h 17"/>
                <a:gd name="T2" fmla="*/ 19 w 20"/>
                <a:gd name="T3" fmla="*/ 32 h 17"/>
                <a:gd name="T4" fmla="*/ 48 w 20"/>
                <a:gd name="T5" fmla="*/ 1 h 17"/>
                <a:gd name="T6" fmla="*/ 1 w 20"/>
                <a:gd name="T7" fmla="*/ 26 h 17"/>
                <a:gd name="T8" fmla="*/ 61 w 20"/>
                <a:gd name="T9" fmla="*/ 4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20" y="13"/>
                  </a:moveTo>
                  <a:cubicBezTo>
                    <a:pt x="17" y="14"/>
                    <a:pt x="8" y="15"/>
                    <a:pt x="6" y="10"/>
                  </a:cubicBezTo>
                  <a:cubicBezTo>
                    <a:pt x="4" y="4"/>
                    <a:pt x="13" y="4"/>
                    <a:pt x="16" y="1"/>
                  </a:cubicBezTo>
                  <a:cubicBezTo>
                    <a:pt x="11" y="0"/>
                    <a:pt x="1" y="1"/>
                    <a:pt x="1" y="8"/>
                  </a:cubicBezTo>
                  <a:cubicBezTo>
                    <a:pt x="0" y="17"/>
                    <a:pt x="14" y="14"/>
                    <a:pt x="20" y="14"/>
                  </a:cubicBezTo>
                </a:path>
              </a:pathLst>
            </a:custGeom>
            <a:solidFill>
              <a:srgbClr val="F1D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5" name="Freeform 203">
              <a:extLst>
                <a:ext uri="{FF2B5EF4-FFF2-40B4-BE49-F238E27FC236}">
                  <a16:creationId xmlns:a16="http://schemas.microsoft.com/office/drawing/2014/main" id="{D0008DA7-9832-44FA-B881-4B371B4CB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345"/>
              <a:ext cx="36" cy="46"/>
            </a:xfrm>
            <a:custGeom>
              <a:avLst/>
              <a:gdLst>
                <a:gd name="T0" fmla="*/ 59 w 24"/>
                <a:gd name="T1" fmla="*/ 0 h 31"/>
                <a:gd name="T2" fmla="*/ 39 w 24"/>
                <a:gd name="T3" fmla="*/ 67 h 31"/>
                <a:gd name="T4" fmla="*/ 81 w 24"/>
                <a:gd name="T5" fmla="*/ 53 h 31"/>
                <a:gd name="T6" fmla="*/ 18 w 24"/>
                <a:gd name="T7" fmla="*/ 82 h 31"/>
                <a:gd name="T8" fmla="*/ 45 w 24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17" y="0"/>
                  </a:moveTo>
                  <a:cubicBezTo>
                    <a:pt x="13" y="5"/>
                    <a:pt x="12" y="13"/>
                    <a:pt x="11" y="20"/>
                  </a:cubicBezTo>
                  <a:cubicBezTo>
                    <a:pt x="16" y="22"/>
                    <a:pt x="20" y="17"/>
                    <a:pt x="24" y="16"/>
                  </a:cubicBezTo>
                  <a:cubicBezTo>
                    <a:pt x="22" y="22"/>
                    <a:pt x="11" y="31"/>
                    <a:pt x="5" y="25"/>
                  </a:cubicBezTo>
                  <a:cubicBezTo>
                    <a:pt x="0" y="18"/>
                    <a:pt x="10" y="5"/>
                    <a:pt x="13" y="0"/>
                  </a:cubicBezTo>
                </a:path>
              </a:pathLst>
            </a:custGeom>
            <a:solidFill>
              <a:srgbClr val="F1D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6" name="Freeform 204">
              <a:extLst>
                <a:ext uri="{FF2B5EF4-FFF2-40B4-BE49-F238E27FC236}">
                  <a16:creationId xmlns:a16="http://schemas.microsoft.com/office/drawing/2014/main" id="{52CC50C2-1310-4C59-966B-0A2A635C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247"/>
              <a:ext cx="27" cy="24"/>
            </a:xfrm>
            <a:custGeom>
              <a:avLst/>
              <a:gdLst>
                <a:gd name="T0" fmla="*/ 62 w 18"/>
                <a:gd name="T1" fmla="*/ 54 h 16"/>
                <a:gd name="T2" fmla="*/ 54 w 18"/>
                <a:gd name="T3" fmla="*/ 18 h 16"/>
                <a:gd name="T4" fmla="*/ 14 w 18"/>
                <a:gd name="T5" fmla="*/ 14 h 16"/>
                <a:gd name="T6" fmla="*/ 62 w 18"/>
                <a:gd name="T7" fmla="*/ 5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18" y="16"/>
                  </a:moveTo>
                  <a:cubicBezTo>
                    <a:pt x="10" y="14"/>
                    <a:pt x="6" y="0"/>
                    <a:pt x="16" y="5"/>
                  </a:cubicBezTo>
                  <a:cubicBezTo>
                    <a:pt x="15" y="4"/>
                    <a:pt x="5" y="1"/>
                    <a:pt x="4" y="4"/>
                  </a:cubicBezTo>
                  <a:cubicBezTo>
                    <a:pt x="0" y="12"/>
                    <a:pt x="18" y="14"/>
                    <a:pt x="18" y="16"/>
                  </a:cubicBezTo>
                </a:path>
              </a:pathLst>
            </a:custGeom>
            <a:solidFill>
              <a:srgbClr val="F1D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7" name="Freeform 205">
              <a:extLst>
                <a:ext uri="{FF2B5EF4-FFF2-40B4-BE49-F238E27FC236}">
                  <a16:creationId xmlns:a16="http://schemas.microsoft.com/office/drawing/2014/main" id="{3138754C-D877-4E5B-8E96-40A426F65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204"/>
              <a:ext cx="31" cy="28"/>
            </a:xfrm>
            <a:custGeom>
              <a:avLst/>
              <a:gdLst>
                <a:gd name="T0" fmla="*/ 0 w 21"/>
                <a:gd name="T1" fmla="*/ 1 h 19"/>
                <a:gd name="T2" fmla="*/ 41 w 21"/>
                <a:gd name="T3" fmla="*/ 0 h 19"/>
                <a:gd name="T4" fmla="*/ 52 w 21"/>
                <a:gd name="T5" fmla="*/ 47 h 19"/>
                <a:gd name="T6" fmla="*/ 15 w 21"/>
                <a:gd name="T7" fmla="*/ 2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0" y="1"/>
                  </a:moveTo>
                  <a:cubicBezTo>
                    <a:pt x="5" y="10"/>
                    <a:pt x="21" y="12"/>
                    <a:pt x="13" y="0"/>
                  </a:cubicBezTo>
                  <a:cubicBezTo>
                    <a:pt x="14" y="3"/>
                    <a:pt x="19" y="12"/>
                    <a:pt x="16" y="15"/>
                  </a:cubicBezTo>
                  <a:cubicBezTo>
                    <a:pt x="11" y="19"/>
                    <a:pt x="7" y="11"/>
                    <a:pt x="5" y="7"/>
                  </a:cubicBezTo>
                </a:path>
              </a:pathLst>
            </a:custGeom>
            <a:solidFill>
              <a:srgbClr val="F1D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8" name="Freeform 206">
              <a:extLst>
                <a:ext uri="{FF2B5EF4-FFF2-40B4-BE49-F238E27FC236}">
                  <a16:creationId xmlns:a16="http://schemas.microsoft.com/office/drawing/2014/main" id="{30507074-D4D8-4F57-8D2A-08A716C03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969"/>
              <a:ext cx="25" cy="39"/>
            </a:xfrm>
            <a:custGeom>
              <a:avLst/>
              <a:gdLst>
                <a:gd name="T0" fmla="*/ 19 w 17"/>
                <a:gd name="T1" fmla="*/ 89 h 26"/>
                <a:gd name="T2" fmla="*/ 22 w 17"/>
                <a:gd name="T3" fmla="*/ 41 h 26"/>
                <a:gd name="T4" fmla="*/ 54 w 17"/>
                <a:gd name="T5" fmla="*/ 80 h 26"/>
                <a:gd name="T6" fmla="*/ 28 w 17"/>
                <a:gd name="T7" fmla="*/ 8 h 26"/>
                <a:gd name="T8" fmla="*/ 15 w 17"/>
                <a:gd name="T9" fmla="*/ 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6" y="26"/>
                  </a:moveTo>
                  <a:cubicBezTo>
                    <a:pt x="6" y="23"/>
                    <a:pt x="5" y="14"/>
                    <a:pt x="7" y="12"/>
                  </a:cubicBezTo>
                  <a:cubicBezTo>
                    <a:pt x="13" y="8"/>
                    <a:pt x="15" y="20"/>
                    <a:pt x="17" y="23"/>
                  </a:cubicBezTo>
                  <a:cubicBezTo>
                    <a:pt x="15" y="18"/>
                    <a:pt x="15" y="3"/>
                    <a:pt x="9" y="2"/>
                  </a:cubicBezTo>
                  <a:cubicBezTo>
                    <a:pt x="0" y="0"/>
                    <a:pt x="6" y="21"/>
                    <a:pt x="5" y="25"/>
                  </a:cubicBezTo>
                </a:path>
              </a:pathLst>
            </a:custGeom>
            <a:solidFill>
              <a:srgbClr val="F1D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9" name="Freeform 207">
              <a:extLst>
                <a:ext uri="{FF2B5EF4-FFF2-40B4-BE49-F238E27FC236}">
                  <a16:creationId xmlns:a16="http://schemas.microsoft.com/office/drawing/2014/main" id="{5B1F4C24-8F77-423F-9517-1BB549225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010"/>
              <a:ext cx="23" cy="31"/>
            </a:xfrm>
            <a:custGeom>
              <a:avLst/>
              <a:gdLst>
                <a:gd name="T0" fmla="*/ 18 w 15"/>
                <a:gd name="T1" fmla="*/ 68 h 21"/>
                <a:gd name="T2" fmla="*/ 54 w 15"/>
                <a:gd name="T3" fmla="*/ 41 h 21"/>
                <a:gd name="T4" fmla="*/ 8 w 15"/>
                <a:gd name="T5" fmla="*/ 0 h 21"/>
                <a:gd name="T6" fmla="*/ 12 w 15"/>
                <a:gd name="T7" fmla="*/ 6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5" y="21"/>
                  </a:moveTo>
                  <a:cubicBezTo>
                    <a:pt x="3" y="10"/>
                    <a:pt x="4" y="5"/>
                    <a:pt x="15" y="13"/>
                  </a:cubicBezTo>
                  <a:cubicBezTo>
                    <a:pt x="10" y="9"/>
                    <a:pt x="8" y="1"/>
                    <a:pt x="2" y="0"/>
                  </a:cubicBezTo>
                  <a:cubicBezTo>
                    <a:pt x="1" y="5"/>
                    <a:pt x="0" y="15"/>
                    <a:pt x="3" y="20"/>
                  </a:cubicBezTo>
                </a:path>
              </a:pathLst>
            </a:custGeom>
            <a:solidFill>
              <a:srgbClr val="F1D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0" name="Freeform 208">
              <a:extLst>
                <a:ext uri="{FF2B5EF4-FFF2-40B4-BE49-F238E27FC236}">
                  <a16:creationId xmlns:a16="http://schemas.microsoft.com/office/drawing/2014/main" id="{97F4C647-B579-4A28-8847-F29BFF307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830"/>
              <a:ext cx="36" cy="38"/>
            </a:xfrm>
            <a:custGeom>
              <a:avLst/>
              <a:gdLst>
                <a:gd name="T0" fmla="*/ 0 w 24"/>
                <a:gd name="T1" fmla="*/ 81 h 25"/>
                <a:gd name="T2" fmla="*/ 53 w 24"/>
                <a:gd name="T3" fmla="*/ 88 h 25"/>
                <a:gd name="T4" fmla="*/ 54 w 24"/>
                <a:gd name="T5" fmla="*/ 8 h 25"/>
                <a:gd name="T6" fmla="*/ 5 w 24"/>
                <a:gd name="T7" fmla="*/ 7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0" y="23"/>
                  </a:moveTo>
                  <a:cubicBezTo>
                    <a:pt x="6" y="7"/>
                    <a:pt x="22" y="6"/>
                    <a:pt x="15" y="25"/>
                  </a:cubicBezTo>
                  <a:cubicBezTo>
                    <a:pt x="16" y="20"/>
                    <a:pt x="24" y="4"/>
                    <a:pt x="16" y="2"/>
                  </a:cubicBezTo>
                  <a:cubicBezTo>
                    <a:pt x="8" y="0"/>
                    <a:pt x="3" y="16"/>
                    <a:pt x="1" y="20"/>
                  </a:cubicBezTo>
                </a:path>
              </a:pathLst>
            </a:custGeom>
            <a:solidFill>
              <a:srgbClr val="F1D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1" name="Freeform 209">
              <a:extLst>
                <a:ext uri="{FF2B5EF4-FFF2-40B4-BE49-F238E27FC236}">
                  <a16:creationId xmlns:a16="http://schemas.microsoft.com/office/drawing/2014/main" id="{F393A4D3-8764-4931-8509-B6A52CFED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975"/>
              <a:ext cx="36" cy="32"/>
            </a:xfrm>
            <a:custGeom>
              <a:avLst/>
              <a:gdLst>
                <a:gd name="T0" fmla="*/ 62 w 24"/>
                <a:gd name="T1" fmla="*/ 0 h 21"/>
                <a:gd name="T2" fmla="*/ 35 w 24"/>
                <a:gd name="T3" fmla="*/ 41 h 21"/>
                <a:gd name="T4" fmla="*/ 81 w 24"/>
                <a:gd name="T5" fmla="*/ 41 h 21"/>
                <a:gd name="T6" fmla="*/ 26 w 24"/>
                <a:gd name="T7" fmla="*/ 61 h 21"/>
                <a:gd name="T8" fmla="*/ 53 w 24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1">
                  <a:moveTo>
                    <a:pt x="18" y="0"/>
                  </a:moveTo>
                  <a:cubicBezTo>
                    <a:pt x="14" y="2"/>
                    <a:pt x="11" y="7"/>
                    <a:pt x="10" y="12"/>
                  </a:cubicBezTo>
                  <a:cubicBezTo>
                    <a:pt x="15" y="17"/>
                    <a:pt x="19" y="13"/>
                    <a:pt x="24" y="12"/>
                  </a:cubicBezTo>
                  <a:cubicBezTo>
                    <a:pt x="21" y="16"/>
                    <a:pt x="12" y="21"/>
                    <a:pt x="7" y="17"/>
                  </a:cubicBezTo>
                  <a:cubicBezTo>
                    <a:pt x="0" y="11"/>
                    <a:pt x="11" y="4"/>
                    <a:pt x="15" y="0"/>
                  </a:cubicBezTo>
                </a:path>
              </a:pathLst>
            </a:custGeom>
            <a:solidFill>
              <a:srgbClr val="F1D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2" name="Freeform 210">
              <a:extLst>
                <a:ext uri="{FF2B5EF4-FFF2-40B4-BE49-F238E27FC236}">
                  <a16:creationId xmlns:a16="http://schemas.microsoft.com/office/drawing/2014/main" id="{8F20FB97-002C-41BA-AAF6-654929C38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621"/>
              <a:ext cx="40" cy="40"/>
            </a:xfrm>
            <a:custGeom>
              <a:avLst/>
              <a:gdLst>
                <a:gd name="T0" fmla="*/ 19 w 27"/>
                <a:gd name="T1" fmla="*/ 86 h 27"/>
                <a:gd name="T2" fmla="*/ 36 w 27"/>
                <a:gd name="T3" fmla="*/ 28 h 27"/>
                <a:gd name="T4" fmla="*/ 87 w 27"/>
                <a:gd name="T5" fmla="*/ 61 h 27"/>
                <a:gd name="T6" fmla="*/ 28 w 27"/>
                <a:gd name="T7" fmla="*/ 1 h 27"/>
                <a:gd name="T8" fmla="*/ 19 w 27"/>
                <a:gd name="T9" fmla="*/ 8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6" y="26"/>
                  </a:moveTo>
                  <a:cubicBezTo>
                    <a:pt x="7" y="21"/>
                    <a:pt x="5" y="12"/>
                    <a:pt x="11" y="9"/>
                  </a:cubicBezTo>
                  <a:cubicBezTo>
                    <a:pt x="17" y="6"/>
                    <a:pt x="24" y="15"/>
                    <a:pt x="27" y="19"/>
                  </a:cubicBezTo>
                  <a:cubicBezTo>
                    <a:pt x="23" y="15"/>
                    <a:pt x="16" y="0"/>
                    <a:pt x="9" y="1"/>
                  </a:cubicBezTo>
                  <a:cubicBezTo>
                    <a:pt x="0" y="3"/>
                    <a:pt x="2" y="21"/>
                    <a:pt x="6" y="27"/>
                  </a:cubicBezTo>
                </a:path>
              </a:pathLst>
            </a:custGeom>
            <a:solidFill>
              <a:srgbClr val="F1D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3" name="Freeform 211">
              <a:extLst>
                <a:ext uri="{FF2B5EF4-FFF2-40B4-BE49-F238E27FC236}">
                  <a16:creationId xmlns:a16="http://schemas.microsoft.com/office/drawing/2014/main" id="{69E11CE2-9083-4912-B68B-4BA72F28E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639"/>
              <a:ext cx="30" cy="36"/>
            </a:xfrm>
            <a:custGeom>
              <a:avLst/>
              <a:gdLst>
                <a:gd name="T0" fmla="*/ 8 w 20"/>
                <a:gd name="T1" fmla="*/ 81 h 24"/>
                <a:gd name="T2" fmla="*/ 27 w 20"/>
                <a:gd name="T3" fmla="*/ 32 h 24"/>
                <a:gd name="T4" fmla="*/ 48 w 20"/>
                <a:gd name="T5" fmla="*/ 81 h 24"/>
                <a:gd name="T6" fmla="*/ 39 w 20"/>
                <a:gd name="T7" fmla="*/ 8 h 24"/>
                <a:gd name="T8" fmla="*/ 5 w 20"/>
                <a:gd name="T9" fmla="*/ 7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2" y="24"/>
                  </a:moveTo>
                  <a:cubicBezTo>
                    <a:pt x="0" y="19"/>
                    <a:pt x="3" y="12"/>
                    <a:pt x="8" y="9"/>
                  </a:cubicBezTo>
                  <a:cubicBezTo>
                    <a:pt x="13" y="11"/>
                    <a:pt x="14" y="19"/>
                    <a:pt x="14" y="24"/>
                  </a:cubicBezTo>
                  <a:cubicBezTo>
                    <a:pt x="15" y="20"/>
                    <a:pt x="20" y="4"/>
                    <a:pt x="11" y="2"/>
                  </a:cubicBezTo>
                  <a:cubicBezTo>
                    <a:pt x="4" y="0"/>
                    <a:pt x="3" y="17"/>
                    <a:pt x="1" y="22"/>
                  </a:cubicBezTo>
                </a:path>
              </a:pathLst>
            </a:custGeom>
            <a:solidFill>
              <a:srgbClr val="F1D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4" name="Freeform 212">
              <a:extLst>
                <a:ext uri="{FF2B5EF4-FFF2-40B4-BE49-F238E27FC236}">
                  <a16:creationId xmlns:a16="http://schemas.microsoft.com/office/drawing/2014/main" id="{1FD85857-BD6A-4455-B172-F16C75123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605"/>
              <a:ext cx="24" cy="44"/>
            </a:xfrm>
            <a:custGeom>
              <a:avLst/>
              <a:gdLst>
                <a:gd name="T0" fmla="*/ 12 w 16"/>
                <a:gd name="T1" fmla="*/ 95 h 30"/>
                <a:gd name="T2" fmla="*/ 21 w 16"/>
                <a:gd name="T3" fmla="*/ 34 h 30"/>
                <a:gd name="T4" fmla="*/ 54 w 16"/>
                <a:gd name="T5" fmla="*/ 73 h 30"/>
                <a:gd name="T6" fmla="*/ 27 w 16"/>
                <a:gd name="T7" fmla="*/ 13 h 30"/>
                <a:gd name="T8" fmla="*/ 12 w 16"/>
                <a:gd name="T9" fmla="*/ 7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0">
                  <a:moveTo>
                    <a:pt x="3" y="30"/>
                  </a:moveTo>
                  <a:cubicBezTo>
                    <a:pt x="3" y="26"/>
                    <a:pt x="0" y="13"/>
                    <a:pt x="6" y="11"/>
                  </a:cubicBezTo>
                  <a:cubicBezTo>
                    <a:pt x="11" y="9"/>
                    <a:pt x="13" y="20"/>
                    <a:pt x="16" y="23"/>
                  </a:cubicBezTo>
                  <a:cubicBezTo>
                    <a:pt x="15" y="18"/>
                    <a:pt x="13" y="7"/>
                    <a:pt x="8" y="4"/>
                  </a:cubicBezTo>
                  <a:cubicBezTo>
                    <a:pt x="0" y="0"/>
                    <a:pt x="3" y="17"/>
                    <a:pt x="3" y="23"/>
                  </a:cubicBezTo>
                </a:path>
              </a:pathLst>
            </a:custGeom>
            <a:solidFill>
              <a:srgbClr val="F1D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5" name="Freeform 213">
              <a:extLst>
                <a:ext uri="{FF2B5EF4-FFF2-40B4-BE49-F238E27FC236}">
                  <a16:creationId xmlns:a16="http://schemas.microsoft.com/office/drawing/2014/main" id="{B6AE254F-5E6F-44F5-AB29-58F9E439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503"/>
              <a:ext cx="33" cy="49"/>
            </a:xfrm>
            <a:custGeom>
              <a:avLst/>
              <a:gdLst>
                <a:gd name="T0" fmla="*/ 35 w 22"/>
                <a:gd name="T1" fmla="*/ 0 h 33"/>
                <a:gd name="T2" fmla="*/ 39 w 22"/>
                <a:gd name="T3" fmla="*/ 33 h 33"/>
                <a:gd name="T4" fmla="*/ 35 w 22"/>
                <a:gd name="T5" fmla="*/ 62 h 33"/>
                <a:gd name="T6" fmla="*/ 75 w 22"/>
                <a:gd name="T7" fmla="*/ 40 h 33"/>
                <a:gd name="T8" fmla="*/ 14 w 22"/>
                <a:gd name="T9" fmla="*/ 99 h 33"/>
                <a:gd name="T10" fmla="*/ 21 w 22"/>
                <a:gd name="T11" fmla="*/ 62 h 33"/>
                <a:gd name="T12" fmla="*/ 35 w 22"/>
                <a:gd name="T13" fmla="*/ 9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3">
                  <a:moveTo>
                    <a:pt x="10" y="0"/>
                  </a:moveTo>
                  <a:cubicBezTo>
                    <a:pt x="11" y="3"/>
                    <a:pt x="11" y="7"/>
                    <a:pt x="11" y="10"/>
                  </a:cubicBezTo>
                  <a:cubicBezTo>
                    <a:pt x="11" y="12"/>
                    <a:pt x="9" y="18"/>
                    <a:pt x="10" y="19"/>
                  </a:cubicBezTo>
                  <a:cubicBezTo>
                    <a:pt x="13" y="23"/>
                    <a:pt x="20" y="14"/>
                    <a:pt x="22" y="12"/>
                  </a:cubicBezTo>
                  <a:cubicBezTo>
                    <a:pt x="19" y="15"/>
                    <a:pt x="10" y="33"/>
                    <a:pt x="4" y="30"/>
                  </a:cubicBezTo>
                  <a:cubicBezTo>
                    <a:pt x="0" y="28"/>
                    <a:pt x="5" y="21"/>
                    <a:pt x="6" y="19"/>
                  </a:cubicBezTo>
                  <a:cubicBezTo>
                    <a:pt x="8" y="14"/>
                    <a:pt x="10" y="9"/>
                    <a:pt x="10" y="3"/>
                  </a:cubicBezTo>
                </a:path>
              </a:pathLst>
            </a:custGeom>
            <a:solidFill>
              <a:srgbClr val="F1D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6" name="Freeform 214">
              <a:extLst>
                <a:ext uri="{FF2B5EF4-FFF2-40B4-BE49-F238E27FC236}">
                  <a16:creationId xmlns:a16="http://schemas.microsoft.com/office/drawing/2014/main" id="{2A86CAE9-0531-4E7F-81B6-9950E56D9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2573"/>
              <a:ext cx="29" cy="42"/>
            </a:xfrm>
            <a:custGeom>
              <a:avLst/>
              <a:gdLst>
                <a:gd name="T0" fmla="*/ 40 w 19"/>
                <a:gd name="T1" fmla="*/ 0 h 28"/>
                <a:gd name="T2" fmla="*/ 32 w 19"/>
                <a:gd name="T3" fmla="*/ 72 h 28"/>
                <a:gd name="T4" fmla="*/ 35 w 19"/>
                <a:gd name="T5" fmla="*/ 75 h 28"/>
                <a:gd name="T6" fmla="*/ 67 w 19"/>
                <a:gd name="T7" fmla="*/ 48 h 28"/>
                <a:gd name="T8" fmla="*/ 26 w 19"/>
                <a:gd name="T9" fmla="*/ 95 h 28"/>
                <a:gd name="T10" fmla="*/ 41 w 19"/>
                <a:gd name="T11" fmla="*/ 1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8">
                  <a:moveTo>
                    <a:pt x="11" y="0"/>
                  </a:moveTo>
                  <a:cubicBezTo>
                    <a:pt x="11" y="7"/>
                    <a:pt x="9" y="14"/>
                    <a:pt x="9" y="21"/>
                  </a:cubicBezTo>
                  <a:cubicBezTo>
                    <a:pt x="10" y="21"/>
                    <a:pt x="10" y="22"/>
                    <a:pt x="10" y="22"/>
                  </a:cubicBezTo>
                  <a:cubicBezTo>
                    <a:pt x="13" y="20"/>
                    <a:pt x="16" y="16"/>
                    <a:pt x="19" y="14"/>
                  </a:cubicBezTo>
                  <a:cubicBezTo>
                    <a:pt x="17" y="17"/>
                    <a:pt x="13" y="28"/>
                    <a:pt x="7" y="28"/>
                  </a:cubicBezTo>
                  <a:cubicBezTo>
                    <a:pt x="0" y="27"/>
                    <a:pt x="11" y="8"/>
                    <a:pt x="12" y="4"/>
                  </a:cubicBezTo>
                </a:path>
              </a:pathLst>
            </a:custGeom>
            <a:solidFill>
              <a:srgbClr val="F1D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7" name="Freeform 215">
              <a:extLst>
                <a:ext uri="{FF2B5EF4-FFF2-40B4-BE49-F238E27FC236}">
                  <a16:creationId xmlns:a16="http://schemas.microsoft.com/office/drawing/2014/main" id="{35EFF4F4-A21D-431D-89DA-41CA50E5D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721"/>
              <a:ext cx="91" cy="87"/>
            </a:xfrm>
            <a:custGeom>
              <a:avLst/>
              <a:gdLst>
                <a:gd name="T0" fmla="*/ 130 w 61"/>
                <a:gd name="T1" fmla="*/ 197 h 58"/>
                <a:gd name="T2" fmla="*/ 81 w 61"/>
                <a:gd name="T3" fmla="*/ 81 h 58"/>
                <a:gd name="T4" fmla="*/ 203 w 61"/>
                <a:gd name="T5" fmla="*/ 149 h 58"/>
                <a:gd name="T6" fmla="*/ 116 w 61"/>
                <a:gd name="T7" fmla="*/ 68 h 58"/>
                <a:gd name="T8" fmla="*/ 54 w 61"/>
                <a:gd name="T9" fmla="*/ 5 h 58"/>
                <a:gd name="T10" fmla="*/ 95 w 61"/>
                <a:gd name="T11" fmla="*/ 18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58">
                  <a:moveTo>
                    <a:pt x="39" y="58"/>
                  </a:moveTo>
                  <a:cubicBezTo>
                    <a:pt x="36" y="52"/>
                    <a:pt x="15" y="32"/>
                    <a:pt x="24" y="24"/>
                  </a:cubicBezTo>
                  <a:cubicBezTo>
                    <a:pt x="31" y="18"/>
                    <a:pt x="56" y="40"/>
                    <a:pt x="61" y="44"/>
                  </a:cubicBezTo>
                  <a:cubicBezTo>
                    <a:pt x="52" y="38"/>
                    <a:pt x="43" y="29"/>
                    <a:pt x="35" y="20"/>
                  </a:cubicBezTo>
                  <a:cubicBezTo>
                    <a:pt x="30" y="15"/>
                    <a:pt x="23" y="1"/>
                    <a:pt x="16" y="1"/>
                  </a:cubicBezTo>
                  <a:cubicBezTo>
                    <a:pt x="0" y="0"/>
                    <a:pt x="25" y="49"/>
                    <a:pt x="29" y="55"/>
                  </a:cubicBezTo>
                </a:path>
              </a:pathLst>
            </a:custGeom>
            <a:solidFill>
              <a:srgbClr val="FFE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8" name="Freeform 216">
              <a:extLst>
                <a:ext uri="{FF2B5EF4-FFF2-40B4-BE49-F238E27FC236}">
                  <a16:creationId xmlns:a16="http://schemas.microsoft.com/office/drawing/2014/main" id="{34DF6E08-D18C-435F-AD85-F107B0201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564"/>
              <a:ext cx="91" cy="115"/>
            </a:xfrm>
            <a:custGeom>
              <a:avLst/>
              <a:gdLst>
                <a:gd name="T0" fmla="*/ 95 w 61"/>
                <a:gd name="T1" fmla="*/ 0 h 77"/>
                <a:gd name="T2" fmla="*/ 69 w 61"/>
                <a:gd name="T3" fmla="*/ 140 h 77"/>
                <a:gd name="T4" fmla="*/ 107 w 61"/>
                <a:gd name="T5" fmla="*/ 108 h 77"/>
                <a:gd name="T6" fmla="*/ 140 w 61"/>
                <a:gd name="T7" fmla="*/ 55 h 77"/>
                <a:gd name="T8" fmla="*/ 203 w 61"/>
                <a:gd name="T9" fmla="*/ 36 h 77"/>
                <a:gd name="T10" fmla="*/ 130 w 61"/>
                <a:gd name="T11" fmla="*/ 121 h 77"/>
                <a:gd name="T12" fmla="*/ 54 w 61"/>
                <a:gd name="T13" fmla="*/ 230 h 77"/>
                <a:gd name="T14" fmla="*/ 1 w 61"/>
                <a:gd name="T15" fmla="*/ 170 h 77"/>
                <a:gd name="T16" fmla="*/ 69 w 61"/>
                <a:gd name="T17" fmla="*/ 22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77">
                  <a:moveTo>
                    <a:pt x="29" y="0"/>
                  </a:moveTo>
                  <a:cubicBezTo>
                    <a:pt x="21" y="4"/>
                    <a:pt x="8" y="46"/>
                    <a:pt x="21" y="42"/>
                  </a:cubicBezTo>
                  <a:cubicBezTo>
                    <a:pt x="23" y="42"/>
                    <a:pt x="30" y="34"/>
                    <a:pt x="32" y="32"/>
                  </a:cubicBezTo>
                  <a:cubicBezTo>
                    <a:pt x="36" y="28"/>
                    <a:pt x="38" y="22"/>
                    <a:pt x="42" y="17"/>
                  </a:cubicBezTo>
                  <a:cubicBezTo>
                    <a:pt x="47" y="13"/>
                    <a:pt x="55" y="10"/>
                    <a:pt x="61" y="11"/>
                  </a:cubicBezTo>
                  <a:cubicBezTo>
                    <a:pt x="51" y="17"/>
                    <a:pt x="44" y="26"/>
                    <a:pt x="39" y="36"/>
                  </a:cubicBezTo>
                  <a:cubicBezTo>
                    <a:pt x="33" y="45"/>
                    <a:pt x="25" y="64"/>
                    <a:pt x="16" y="69"/>
                  </a:cubicBezTo>
                  <a:cubicBezTo>
                    <a:pt x="1" y="77"/>
                    <a:pt x="0" y="61"/>
                    <a:pt x="1" y="51"/>
                  </a:cubicBezTo>
                  <a:cubicBezTo>
                    <a:pt x="1" y="33"/>
                    <a:pt x="12" y="22"/>
                    <a:pt x="21" y="7"/>
                  </a:cubicBezTo>
                </a:path>
              </a:pathLst>
            </a:custGeom>
            <a:solidFill>
              <a:srgbClr val="FFE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9" name="Freeform 217">
              <a:extLst>
                <a:ext uri="{FF2B5EF4-FFF2-40B4-BE49-F238E27FC236}">
                  <a16:creationId xmlns:a16="http://schemas.microsoft.com/office/drawing/2014/main" id="{D5A3FA4D-55DD-4F23-97F5-AC8821455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908"/>
              <a:ext cx="61" cy="46"/>
            </a:xfrm>
            <a:custGeom>
              <a:avLst/>
              <a:gdLst>
                <a:gd name="T0" fmla="*/ 135 w 41"/>
                <a:gd name="T1" fmla="*/ 99 h 31"/>
                <a:gd name="T2" fmla="*/ 68 w 41"/>
                <a:gd name="T3" fmla="*/ 40 h 31"/>
                <a:gd name="T4" fmla="*/ 115 w 41"/>
                <a:gd name="T5" fmla="*/ 46 h 31"/>
                <a:gd name="T6" fmla="*/ 27 w 41"/>
                <a:gd name="T7" fmla="*/ 28 h 31"/>
                <a:gd name="T8" fmla="*/ 119 w 41"/>
                <a:gd name="T9" fmla="*/ 10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1">
                  <a:moveTo>
                    <a:pt x="41" y="30"/>
                  </a:moveTo>
                  <a:cubicBezTo>
                    <a:pt x="35" y="26"/>
                    <a:pt x="18" y="24"/>
                    <a:pt x="21" y="12"/>
                  </a:cubicBezTo>
                  <a:cubicBezTo>
                    <a:pt x="26" y="12"/>
                    <a:pt x="30" y="15"/>
                    <a:pt x="35" y="14"/>
                  </a:cubicBezTo>
                  <a:cubicBezTo>
                    <a:pt x="29" y="10"/>
                    <a:pt x="14" y="0"/>
                    <a:pt x="8" y="9"/>
                  </a:cubicBezTo>
                  <a:cubicBezTo>
                    <a:pt x="0" y="20"/>
                    <a:pt x="29" y="28"/>
                    <a:pt x="36" y="31"/>
                  </a:cubicBezTo>
                </a:path>
              </a:pathLst>
            </a:custGeom>
            <a:solidFill>
              <a:srgbClr val="FFE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0" name="Freeform 218">
              <a:extLst>
                <a:ext uri="{FF2B5EF4-FFF2-40B4-BE49-F238E27FC236}">
                  <a16:creationId xmlns:a16="http://schemas.microsoft.com/office/drawing/2014/main" id="{F29E48F6-7752-429A-83FA-C1C69FE5B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892"/>
              <a:ext cx="66" cy="55"/>
            </a:xfrm>
            <a:custGeom>
              <a:avLst/>
              <a:gdLst>
                <a:gd name="T0" fmla="*/ 0 w 44"/>
                <a:gd name="T1" fmla="*/ 9 h 37"/>
                <a:gd name="T2" fmla="*/ 93 w 44"/>
                <a:gd name="T3" fmla="*/ 68 h 37"/>
                <a:gd name="T4" fmla="*/ 5 w 44"/>
                <a:gd name="T5" fmla="*/ 76 h 37"/>
                <a:gd name="T6" fmla="*/ 149 w 44"/>
                <a:gd name="T7" fmla="*/ 67 h 37"/>
                <a:gd name="T8" fmla="*/ 26 w 4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7">
                  <a:moveTo>
                    <a:pt x="0" y="3"/>
                  </a:moveTo>
                  <a:cubicBezTo>
                    <a:pt x="11" y="8"/>
                    <a:pt x="21" y="10"/>
                    <a:pt x="27" y="21"/>
                  </a:cubicBezTo>
                  <a:cubicBezTo>
                    <a:pt x="22" y="26"/>
                    <a:pt x="7" y="25"/>
                    <a:pt x="1" y="23"/>
                  </a:cubicBezTo>
                  <a:cubicBezTo>
                    <a:pt x="9" y="30"/>
                    <a:pt x="43" y="37"/>
                    <a:pt x="44" y="20"/>
                  </a:cubicBezTo>
                  <a:cubicBezTo>
                    <a:pt x="44" y="8"/>
                    <a:pt x="16" y="1"/>
                    <a:pt x="7" y="0"/>
                  </a:cubicBezTo>
                </a:path>
              </a:pathLst>
            </a:custGeom>
            <a:solidFill>
              <a:srgbClr val="FFE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1" name="Freeform 219">
              <a:extLst>
                <a:ext uri="{FF2B5EF4-FFF2-40B4-BE49-F238E27FC236}">
                  <a16:creationId xmlns:a16="http://schemas.microsoft.com/office/drawing/2014/main" id="{FD2A2614-F373-4A0E-BAB9-B1B4AD374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962"/>
              <a:ext cx="30" cy="61"/>
            </a:xfrm>
            <a:custGeom>
              <a:avLst/>
              <a:gdLst>
                <a:gd name="T0" fmla="*/ 8 w 20"/>
                <a:gd name="T1" fmla="*/ 1 h 41"/>
                <a:gd name="T2" fmla="*/ 0 w 20"/>
                <a:gd name="T3" fmla="*/ 0 h 41"/>
                <a:gd name="T4" fmla="*/ 8 w 20"/>
                <a:gd name="T5" fmla="*/ 135 h 41"/>
                <a:gd name="T6" fmla="*/ 62 w 20"/>
                <a:gd name="T7" fmla="*/ 46 h 41"/>
                <a:gd name="T8" fmla="*/ 12 w 20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1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20" y="15"/>
                    <a:pt x="4" y="22"/>
                    <a:pt x="2" y="41"/>
                  </a:cubicBezTo>
                  <a:cubicBezTo>
                    <a:pt x="4" y="30"/>
                    <a:pt x="19" y="24"/>
                    <a:pt x="18" y="14"/>
                  </a:cubicBezTo>
                  <a:cubicBezTo>
                    <a:pt x="18" y="3"/>
                    <a:pt x="6" y="5"/>
                    <a:pt x="3" y="0"/>
                  </a:cubicBezTo>
                </a:path>
              </a:pathLst>
            </a:custGeom>
            <a:solidFill>
              <a:srgbClr val="FFE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2" name="Freeform 220">
              <a:extLst>
                <a:ext uri="{FF2B5EF4-FFF2-40B4-BE49-F238E27FC236}">
                  <a16:creationId xmlns:a16="http://schemas.microsoft.com/office/drawing/2014/main" id="{BA2272E6-154F-4D39-9DEB-478BD7198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806"/>
              <a:ext cx="69" cy="57"/>
            </a:xfrm>
            <a:custGeom>
              <a:avLst/>
              <a:gdLst>
                <a:gd name="T0" fmla="*/ 0 w 46"/>
                <a:gd name="T1" fmla="*/ 32 h 38"/>
                <a:gd name="T2" fmla="*/ 99 w 46"/>
                <a:gd name="T3" fmla="*/ 48 h 38"/>
                <a:gd name="T4" fmla="*/ 72 w 46"/>
                <a:gd name="T5" fmla="*/ 129 h 38"/>
                <a:gd name="T6" fmla="*/ 129 w 46"/>
                <a:gd name="T7" fmla="*/ 62 h 38"/>
                <a:gd name="T8" fmla="*/ 147 w 46"/>
                <a:gd name="T9" fmla="*/ 21 h 38"/>
                <a:gd name="T10" fmla="*/ 89 w 46"/>
                <a:gd name="T11" fmla="*/ 26 h 38"/>
                <a:gd name="T12" fmla="*/ 14 w 46"/>
                <a:gd name="T13" fmla="*/ 4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0" y="9"/>
                  </a:moveTo>
                  <a:cubicBezTo>
                    <a:pt x="5" y="18"/>
                    <a:pt x="21" y="13"/>
                    <a:pt x="29" y="14"/>
                  </a:cubicBezTo>
                  <a:cubicBezTo>
                    <a:pt x="27" y="22"/>
                    <a:pt x="22" y="30"/>
                    <a:pt x="21" y="38"/>
                  </a:cubicBezTo>
                  <a:cubicBezTo>
                    <a:pt x="26" y="31"/>
                    <a:pt x="31" y="25"/>
                    <a:pt x="38" y="18"/>
                  </a:cubicBezTo>
                  <a:cubicBezTo>
                    <a:pt x="42" y="15"/>
                    <a:pt x="46" y="10"/>
                    <a:pt x="43" y="6"/>
                  </a:cubicBezTo>
                  <a:cubicBezTo>
                    <a:pt x="38" y="0"/>
                    <a:pt x="31" y="5"/>
                    <a:pt x="26" y="7"/>
                  </a:cubicBezTo>
                  <a:cubicBezTo>
                    <a:pt x="19" y="10"/>
                    <a:pt x="11" y="10"/>
                    <a:pt x="4" y="12"/>
                  </a:cubicBezTo>
                </a:path>
              </a:pathLst>
            </a:custGeom>
            <a:solidFill>
              <a:srgbClr val="FFE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3" name="Freeform 221">
              <a:extLst>
                <a:ext uri="{FF2B5EF4-FFF2-40B4-BE49-F238E27FC236}">
                  <a16:creationId xmlns:a16="http://schemas.microsoft.com/office/drawing/2014/main" id="{A0721940-7096-4990-AF02-ABAC3A2A4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711"/>
              <a:ext cx="120" cy="101"/>
            </a:xfrm>
            <a:custGeom>
              <a:avLst/>
              <a:gdLst>
                <a:gd name="T0" fmla="*/ 81 w 80"/>
                <a:gd name="T1" fmla="*/ 0 h 68"/>
                <a:gd name="T2" fmla="*/ 72 w 80"/>
                <a:gd name="T3" fmla="*/ 49 h 68"/>
                <a:gd name="T4" fmla="*/ 81 w 80"/>
                <a:gd name="T5" fmla="*/ 108 h 68"/>
                <a:gd name="T6" fmla="*/ 102 w 80"/>
                <a:gd name="T7" fmla="*/ 49 h 68"/>
                <a:gd name="T8" fmla="*/ 140 w 80"/>
                <a:gd name="T9" fmla="*/ 49 h 68"/>
                <a:gd name="T10" fmla="*/ 203 w 80"/>
                <a:gd name="T11" fmla="*/ 122 h 68"/>
                <a:gd name="T12" fmla="*/ 224 w 80"/>
                <a:gd name="T13" fmla="*/ 73 h 68"/>
                <a:gd name="T14" fmla="*/ 194 w 80"/>
                <a:gd name="T15" fmla="*/ 0 h 68"/>
                <a:gd name="T16" fmla="*/ 257 w 80"/>
                <a:gd name="T17" fmla="*/ 131 h 68"/>
                <a:gd name="T18" fmla="*/ 248 w 80"/>
                <a:gd name="T19" fmla="*/ 203 h 68"/>
                <a:gd name="T20" fmla="*/ 176 w 80"/>
                <a:gd name="T21" fmla="*/ 150 h 68"/>
                <a:gd name="T22" fmla="*/ 126 w 80"/>
                <a:gd name="T23" fmla="*/ 82 h 68"/>
                <a:gd name="T24" fmla="*/ 108 w 80"/>
                <a:gd name="T25" fmla="*/ 122 h 68"/>
                <a:gd name="T26" fmla="*/ 41 w 80"/>
                <a:gd name="T27" fmla="*/ 174 h 68"/>
                <a:gd name="T28" fmla="*/ 48 w 80"/>
                <a:gd name="T29" fmla="*/ 6 h 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68">
                  <a:moveTo>
                    <a:pt x="24" y="0"/>
                  </a:moveTo>
                  <a:cubicBezTo>
                    <a:pt x="21" y="4"/>
                    <a:pt x="20" y="10"/>
                    <a:pt x="21" y="15"/>
                  </a:cubicBezTo>
                  <a:cubicBezTo>
                    <a:pt x="21" y="20"/>
                    <a:pt x="20" y="29"/>
                    <a:pt x="24" y="33"/>
                  </a:cubicBezTo>
                  <a:cubicBezTo>
                    <a:pt x="21" y="27"/>
                    <a:pt x="26" y="18"/>
                    <a:pt x="30" y="15"/>
                  </a:cubicBezTo>
                  <a:cubicBezTo>
                    <a:pt x="34" y="12"/>
                    <a:pt x="37" y="13"/>
                    <a:pt x="41" y="15"/>
                  </a:cubicBezTo>
                  <a:cubicBezTo>
                    <a:pt x="49" y="19"/>
                    <a:pt x="58" y="27"/>
                    <a:pt x="60" y="37"/>
                  </a:cubicBezTo>
                  <a:cubicBezTo>
                    <a:pt x="63" y="32"/>
                    <a:pt x="66" y="29"/>
                    <a:pt x="66" y="22"/>
                  </a:cubicBezTo>
                  <a:cubicBezTo>
                    <a:pt x="66" y="13"/>
                    <a:pt x="62" y="7"/>
                    <a:pt x="57" y="0"/>
                  </a:cubicBezTo>
                  <a:cubicBezTo>
                    <a:pt x="72" y="6"/>
                    <a:pt x="73" y="27"/>
                    <a:pt x="76" y="40"/>
                  </a:cubicBezTo>
                  <a:cubicBezTo>
                    <a:pt x="78" y="47"/>
                    <a:pt x="80" y="58"/>
                    <a:pt x="73" y="62"/>
                  </a:cubicBezTo>
                  <a:cubicBezTo>
                    <a:pt x="63" y="68"/>
                    <a:pt x="56" y="54"/>
                    <a:pt x="52" y="46"/>
                  </a:cubicBezTo>
                  <a:cubicBezTo>
                    <a:pt x="50" y="42"/>
                    <a:pt x="44" y="25"/>
                    <a:pt x="37" y="25"/>
                  </a:cubicBezTo>
                  <a:cubicBezTo>
                    <a:pt x="31" y="24"/>
                    <a:pt x="33" y="33"/>
                    <a:pt x="32" y="37"/>
                  </a:cubicBezTo>
                  <a:cubicBezTo>
                    <a:pt x="31" y="45"/>
                    <a:pt x="21" y="63"/>
                    <a:pt x="12" y="53"/>
                  </a:cubicBezTo>
                  <a:cubicBezTo>
                    <a:pt x="0" y="41"/>
                    <a:pt x="4" y="14"/>
                    <a:pt x="14" y="2"/>
                  </a:cubicBezTo>
                </a:path>
              </a:pathLst>
            </a:custGeom>
            <a:solidFill>
              <a:srgbClr val="FFE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4" name="Freeform 222">
              <a:extLst>
                <a:ext uri="{FF2B5EF4-FFF2-40B4-BE49-F238E27FC236}">
                  <a16:creationId xmlns:a16="http://schemas.microsoft.com/office/drawing/2014/main" id="{59723AA9-7979-4B6F-BE59-319F17036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316"/>
              <a:ext cx="56" cy="105"/>
            </a:xfrm>
            <a:custGeom>
              <a:avLst/>
              <a:gdLst>
                <a:gd name="T0" fmla="*/ 0 w 37"/>
                <a:gd name="T1" fmla="*/ 45 h 70"/>
                <a:gd name="T2" fmla="*/ 76 w 37"/>
                <a:gd name="T3" fmla="*/ 135 h 70"/>
                <a:gd name="T4" fmla="*/ 107 w 37"/>
                <a:gd name="T5" fmla="*/ 0 h 70"/>
                <a:gd name="T6" fmla="*/ 45 w 37"/>
                <a:gd name="T7" fmla="*/ 237 h 70"/>
                <a:gd name="T8" fmla="*/ 48 w 37"/>
                <a:gd name="T9" fmla="*/ 120 h 70"/>
                <a:gd name="T10" fmla="*/ 14 w 37"/>
                <a:gd name="T11" fmla="*/ 54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70">
                  <a:moveTo>
                    <a:pt x="0" y="13"/>
                  </a:moveTo>
                  <a:cubicBezTo>
                    <a:pt x="15" y="13"/>
                    <a:pt x="23" y="25"/>
                    <a:pt x="22" y="40"/>
                  </a:cubicBezTo>
                  <a:cubicBezTo>
                    <a:pt x="29" y="31"/>
                    <a:pt x="31" y="12"/>
                    <a:pt x="31" y="0"/>
                  </a:cubicBezTo>
                  <a:cubicBezTo>
                    <a:pt x="37" y="19"/>
                    <a:pt x="33" y="59"/>
                    <a:pt x="13" y="70"/>
                  </a:cubicBezTo>
                  <a:cubicBezTo>
                    <a:pt x="12" y="58"/>
                    <a:pt x="17" y="47"/>
                    <a:pt x="14" y="35"/>
                  </a:cubicBezTo>
                  <a:cubicBezTo>
                    <a:pt x="13" y="28"/>
                    <a:pt x="11" y="18"/>
                    <a:pt x="4" y="16"/>
                  </a:cubicBezTo>
                </a:path>
              </a:pathLst>
            </a:custGeom>
            <a:solidFill>
              <a:srgbClr val="FFE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5" name="Freeform 223">
              <a:extLst>
                <a:ext uri="{FF2B5EF4-FFF2-40B4-BE49-F238E27FC236}">
                  <a16:creationId xmlns:a16="http://schemas.microsoft.com/office/drawing/2014/main" id="{98C3C775-0F53-44C1-A229-18D518AB8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515"/>
              <a:ext cx="111" cy="118"/>
            </a:xfrm>
            <a:custGeom>
              <a:avLst/>
              <a:gdLst>
                <a:gd name="T0" fmla="*/ 221 w 74"/>
                <a:gd name="T1" fmla="*/ 36 h 79"/>
                <a:gd name="T2" fmla="*/ 251 w 74"/>
                <a:gd name="T3" fmla="*/ 196 h 79"/>
                <a:gd name="T4" fmla="*/ 147 w 74"/>
                <a:gd name="T5" fmla="*/ 190 h 79"/>
                <a:gd name="T6" fmla="*/ 68 w 74"/>
                <a:gd name="T7" fmla="*/ 223 h 79"/>
                <a:gd name="T8" fmla="*/ 0 w 74"/>
                <a:gd name="T9" fmla="*/ 263 h 79"/>
                <a:gd name="T10" fmla="*/ 68 w 74"/>
                <a:gd name="T11" fmla="*/ 182 h 79"/>
                <a:gd name="T12" fmla="*/ 156 w 74"/>
                <a:gd name="T13" fmla="*/ 154 h 79"/>
                <a:gd name="T14" fmla="*/ 221 w 74"/>
                <a:gd name="T15" fmla="*/ 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79">
                  <a:moveTo>
                    <a:pt x="65" y="11"/>
                  </a:moveTo>
                  <a:cubicBezTo>
                    <a:pt x="58" y="28"/>
                    <a:pt x="64" y="46"/>
                    <a:pt x="74" y="59"/>
                  </a:cubicBezTo>
                  <a:cubicBezTo>
                    <a:pt x="64" y="55"/>
                    <a:pt x="54" y="54"/>
                    <a:pt x="43" y="57"/>
                  </a:cubicBezTo>
                  <a:cubicBezTo>
                    <a:pt x="35" y="59"/>
                    <a:pt x="28" y="64"/>
                    <a:pt x="20" y="67"/>
                  </a:cubicBezTo>
                  <a:cubicBezTo>
                    <a:pt x="13" y="70"/>
                    <a:pt x="6" y="73"/>
                    <a:pt x="0" y="79"/>
                  </a:cubicBezTo>
                  <a:cubicBezTo>
                    <a:pt x="5" y="71"/>
                    <a:pt x="11" y="61"/>
                    <a:pt x="20" y="55"/>
                  </a:cubicBezTo>
                  <a:cubicBezTo>
                    <a:pt x="27" y="50"/>
                    <a:pt x="37" y="48"/>
                    <a:pt x="46" y="46"/>
                  </a:cubicBezTo>
                  <a:cubicBezTo>
                    <a:pt x="41" y="32"/>
                    <a:pt x="53" y="9"/>
                    <a:pt x="65" y="0"/>
                  </a:cubicBezTo>
                </a:path>
              </a:pathLst>
            </a:custGeom>
            <a:solidFill>
              <a:srgbClr val="FFE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6" name="Freeform 224">
              <a:extLst>
                <a:ext uri="{FF2B5EF4-FFF2-40B4-BE49-F238E27FC236}">
                  <a16:creationId xmlns:a16="http://schemas.microsoft.com/office/drawing/2014/main" id="{78528264-5465-4742-AE68-CD0D01DBF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563"/>
              <a:ext cx="132" cy="118"/>
            </a:xfrm>
            <a:custGeom>
              <a:avLst/>
              <a:gdLst>
                <a:gd name="T0" fmla="*/ 18 w 88"/>
                <a:gd name="T1" fmla="*/ 0 h 79"/>
                <a:gd name="T2" fmla="*/ 62 w 88"/>
                <a:gd name="T3" fmla="*/ 87 h 79"/>
                <a:gd name="T4" fmla="*/ 174 w 88"/>
                <a:gd name="T5" fmla="*/ 170 h 79"/>
                <a:gd name="T6" fmla="*/ 255 w 88"/>
                <a:gd name="T7" fmla="*/ 203 h 79"/>
                <a:gd name="T8" fmla="*/ 297 w 88"/>
                <a:gd name="T9" fmla="*/ 263 h 79"/>
                <a:gd name="T10" fmla="*/ 251 w 88"/>
                <a:gd name="T11" fmla="*/ 182 h 79"/>
                <a:gd name="T12" fmla="*/ 167 w 88"/>
                <a:gd name="T13" fmla="*/ 121 h 79"/>
                <a:gd name="T14" fmla="*/ 14 w 88"/>
                <a:gd name="T15" fmla="*/ 1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79">
                  <a:moveTo>
                    <a:pt x="5" y="0"/>
                  </a:moveTo>
                  <a:cubicBezTo>
                    <a:pt x="0" y="4"/>
                    <a:pt x="15" y="23"/>
                    <a:pt x="18" y="26"/>
                  </a:cubicBezTo>
                  <a:cubicBezTo>
                    <a:pt x="27" y="37"/>
                    <a:pt x="37" y="46"/>
                    <a:pt x="51" y="51"/>
                  </a:cubicBezTo>
                  <a:cubicBezTo>
                    <a:pt x="60" y="54"/>
                    <a:pt x="68" y="55"/>
                    <a:pt x="75" y="61"/>
                  </a:cubicBezTo>
                  <a:cubicBezTo>
                    <a:pt x="81" y="67"/>
                    <a:pt x="83" y="73"/>
                    <a:pt x="88" y="79"/>
                  </a:cubicBezTo>
                  <a:cubicBezTo>
                    <a:pt x="82" y="73"/>
                    <a:pt x="79" y="63"/>
                    <a:pt x="74" y="55"/>
                  </a:cubicBezTo>
                  <a:cubicBezTo>
                    <a:pt x="68" y="46"/>
                    <a:pt x="59" y="41"/>
                    <a:pt x="49" y="36"/>
                  </a:cubicBezTo>
                  <a:cubicBezTo>
                    <a:pt x="32" y="27"/>
                    <a:pt x="11" y="23"/>
                    <a:pt x="4" y="1"/>
                  </a:cubicBezTo>
                </a:path>
              </a:pathLst>
            </a:custGeom>
            <a:solidFill>
              <a:srgbClr val="FFE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7" name="Freeform 225">
              <a:extLst>
                <a:ext uri="{FF2B5EF4-FFF2-40B4-BE49-F238E27FC236}">
                  <a16:creationId xmlns:a16="http://schemas.microsoft.com/office/drawing/2014/main" id="{19E13AAF-E150-4CC4-821A-74FC5D029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310"/>
              <a:ext cx="97" cy="58"/>
            </a:xfrm>
            <a:custGeom>
              <a:avLst/>
              <a:gdLst>
                <a:gd name="T0" fmla="*/ 6 w 65"/>
                <a:gd name="T1" fmla="*/ 42 h 39"/>
                <a:gd name="T2" fmla="*/ 0 w 65"/>
                <a:gd name="T3" fmla="*/ 42 h 39"/>
                <a:gd name="T4" fmla="*/ 146 w 65"/>
                <a:gd name="T5" fmla="*/ 73 h 39"/>
                <a:gd name="T6" fmla="*/ 82 w 65"/>
                <a:gd name="T7" fmla="*/ 0 h 39"/>
                <a:gd name="T8" fmla="*/ 167 w 65"/>
                <a:gd name="T9" fmla="*/ 55 h 39"/>
                <a:gd name="T10" fmla="*/ 190 w 65"/>
                <a:gd name="T11" fmla="*/ 115 h 39"/>
                <a:gd name="T12" fmla="*/ 96 w 65"/>
                <a:gd name="T13" fmla="*/ 86 h 39"/>
                <a:gd name="T14" fmla="*/ 9 w 65"/>
                <a:gd name="T15" fmla="*/ 55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39">
                  <a:moveTo>
                    <a:pt x="2" y="13"/>
                  </a:moveTo>
                  <a:cubicBezTo>
                    <a:pt x="1" y="13"/>
                    <a:pt x="1" y="13"/>
                    <a:pt x="0" y="13"/>
                  </a:cubicBezTo>
                  <a:cubicBezTo>
                    <a:pt x="16" y="6"/>
                    <a:pt x="29" y="23"/>
                    <a:pt x="44" y="22"/>
                  </a:cubicBezTo>
                  <a:cubicBezTo>
                    <a:pt x="38" y="14"/>
                    <a:pt x="29" y="9"/>
                    <a:pt x="25" y="0"/>
                  </a:cubicBezTo>
                  <a:cubicBezTo>
                    <a:pt x="33" y="7"/>
                    <a:pt x="42" y="10"/>
                    <a:pt x="50" y="17"/>
                  </a:cubicBezTo>
                  <a:cubicBezTo>
                    <a:pt x="54" y="20"/>
                    <a:pt x="65" y="31"/>
                    <a:pt x="57" y="35"/>
                  </a:cubicBezTo>
                  <a:cubicBezTo>
                    <a:pt x="48" y="39"/>
                    <a:pt x="36" y="29"/>
                    <a:pt x="29" y="26"/>
                  </a:cubicBezTo>
                  <a:cubicBezTo>
                    <a:pt x="21" y="23"/>
                    <a:pt x="11" y="18"/>
                    <a:pt x="3" y="17"/>
                  </a:cubicBezTo>
                </a:path>
              </a:pathLst>
            </a:custGeom>
            <a:solidFill>
              <a:srgbClr val="FFE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8" name="Freeform 226">
              <a:extLst>
                <a:ext uri="{FF2B5EF4-FFF2-40B4-BE49-F238E27FC236}">
                  <a16:creationId xmlns:a16="http://schemas.microsoft.com/office/drawing/2014/main" id="{4D31322C-C402-415F-BB96-CE3316806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368"/>
              <a:ext cx="108" cy="189"/>
            </a:xfrm>
            <a:custGeom>
              <a:avLst/>
              <a:gdLst>
                <a:gd name="T0" fmla="*/ 80 w 72"/>
                <a:gd name="T1" fmla="*/ 12 h 126"/>
                <a:gd name="T2" fmla="*/ 68 w 72"/>
                <a:gd name="T3" fmla="*/ 129 h 126"/>
                <a:gd name="T4" fmla="*/ 99 w 72"/>
                <a:gd name="T5" fmla="*/ 257 h 126"/>
                <a:gd name="T6" fmla="*/ 243 w 72"/>
                <a:gd name="T7" fmla="*/ 410 h 126"/>
                <a:gd name="T8" fmla="*/ 32 w 72"/>
                <a:gd name="T9" fmla="*/ 234 h 126"/>
                <a:gd name="T10" fmla="*/ 66 w 72"/>
                <a:gd name="T11" fmla="*/ 0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26">
                  <a:moveTo>
                    <a:pt x="23" y="3"/>
                  </a:moveTo>
                  <a:cubicBezTo>
                    <a:pt x="24" y="14"/>
                    <a:pt x="20" y="26"/>
                    <a:pt x="20" y="38"/>
                  </a:cubicBezTo>
                  <a:cubicBezTo>
                    <a:pt x="20" y="52"/>
                    <a:pt x="24" y="63"/>
                    <a:pt x="29" y="76"/>
                  </a:cubicBezTo>
                  <a:cubicBezTo>
                    <a:pt x="37" y="98"/>
                    <a:pt x="50" y="111"/>
                    <a:pt x="72" y="121"/>
                  </a:cubicBezTo>
                  <a:cubicBezTo>
                    <a:pt x="43" y="126"/>
                    <a:pt x="17" y="93"/>
                    <a:pt x="9" y="69"/>
                  </a:cubicBezTo>
                  <a:cubicBezTo>
                    <a:pt x="0" y="43"/>
                    <a:pt x="4" y="23"/>
                    <a:pt x="19" y="0"/>
                  </a:cubicBezTo>
                </a:path>
              </a:pathLst>
            </a:custGeom>
            <a:solidFill>
              <a:srgbClr val="FFE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9" name="Freeform 227">
              <a:extLst>
                <a:ext uri="{FF2B5EF4-FFF2-40B4-BE49-F238E27FC236}">
                  <a16:creationId xmlns:a16="http://schemas.microsoft.com/office/drawing/2014/main" id="{4A6CB92F-89E6-4F94-B8A9-ED7FE2D83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869"/>
              <a:ext cx="617" cy="242"/>
            </a:xfrm>
            <a:custGeom>
              <a:avLst/>
              <a:gdLst>
                <a:gd name="T0" fmla="*/ 33 w 413"/>
                <a:gd name="T1" fmla="*/ 235 h 162"/>
                <a:gd name="T2" fmla="*/ 140 w 413"/>
                <a:gd name="T3" fmla="*/ 217 h 162"/>
                <a:gd name="T4" fmla="*/ 360 w 413"/>
                <a:gd name="T5" fmla="*/ 254 h 162"/>
                <a:gd name="T6" fmla="*/ 593 w 413"/>
                <a:gd name="T7" fmla="*/ 257 h 162"/>
                <a:gd name="T8" fmla="*/ 822 w 413"/>
                <a:gd name="T9" fmla="*/ 209 h 162"/>
                <a:gd name="T10" fmla="*/ 1153 w 413"/>
                <a:gd name="T11" fmla="*/ 121 h 162"/>
                <a:gd name="T12" fmla="*/ 1342 w 413"/>
                <a:gd name="T13" fmla="*/ 81 h 162"/>
                <a:gd name="T14" fmla="*/ 1282 w 413"/>
                <a:gd name="T15" fmla="*/ 221 h 162"/>
                <a:gd name="T16" fmla="*/ 1126 w 413"/>
                <a:gd name="T17" fmla="*/ 317 h 162"/>
                <a:gd name="T18" fmla="*/ 913 w 413"/>
                <a:gd name="T19" fmla="*/ 430 h 162"/>
                <a:gd name="T20" fmla="*/ 614 w 413"/>
                <a:gd name="T21" fmla="*/ 497 h 162"/>
                <a:gd name="T22" fmla="*/ 217 w 413"/>
                <a:gd name="T23" fmla="*/ 506 h 162"/>
                <a:gd name="T24" fmla="*/ 40 w 413"/>
                <a:gd name="T25" fmla="*/ 393 h 162"/>
                <a:gd name="T26" fmla="*/ 40 w 413"/>
                <a:gd name="T27" fmla="*/ 230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3" h="162">
                  <a:moveTo>
                    <a:pt x="10" y="70"/>
                  </a:moveTo>
                  <a:cubicBezTo>
                    <a:pt x="6" y="48"/>
                    <a:pt x="33" y="63"/>
                    <a:pt x="42" y="65"/>
                  </a:cubicBezTo>
                  <a:cubicBezTo>
                    <a:pt x="64" y="71"/>
                    <a:pt x="86" y="71"/>
                    <a:pt x="108" y="76"/>
                  </a:cubicBezTo>
                  <a:cubicBezTo>
                    <a:pt x="131" y="80"/>
                    <a:pt x="154" y="80"/>
                    <a:pt x="178" y="77"/>
                  </a:cubicBezTo>
                  <a:cubicBezTo>
                    <a:pt x="201" y="74"/>
                    <a:pt x="223" y="65"/>
                    <a:pt x="246" y="63"/>
                  </a:cubicBezTo>
                  <a:cubicBezTo>
                    <a:pt x="281" y="60"/>
                    <a:pt x="321" y="65"/>
                    <a:pt x="346" y="36"/>
                  </a:cubicBezTo>
                  <a:cubicBezTo>
                    <a:pt x="356" y="25"/>
                    <a:pt x="386" y="0"/>
                    <a:pt x="402" y="24"/>
                  </a:cubicBezTo>
                  <a:cubicBezTo>
                    <a:pt x="413" y="40"/>
                    <a:pt x="394" y="55"/>
                    <a:pt x="384" y="66"/>
                  </a:cubicBezTo>
                  <a:cubicBezTo>
                    <a:pt x="371" y="82"/>
                    <a:pt x="356" y="87"/>
                    <a:pt x="338" y="95"/>
                  </a:cubicBezTo>
                  <a:cubicBezTo>
                    <a:pt x="315" y="105"/>
                    <a:pt x="296" y="118"/>
                    <a:pt x="274" y="129"/>
                  </a:cubicBezTo>
                  <a:cubicBezTo>
                    <a:pt x="245" y="142"/>
                    <a:pt x="215" y="143"/>
                    <a:pt x="184" y="149"/>
                  </a:cubicBezTo>
                  <a:cubicBezTo>
                    <a:pt x="147" y="156"/>
                    <a:pt x="103" y="162"/>
                    <a:pt x="65" y="152"/>
                  </a:cubicBezTo>
                  <a:cubicBezTo>
                    <a:pt x="45" y="146"/>
                    <a:pt x="26" y="135"/>
                    <a:pt x="12" y="118"/>
                  </a:cubicBezTo>
                  <a:cubicBezTo>
                    <a:pt x="0" y="103"/>
                    <a:pt x="3" y="86"/>
                    <a:pt x="12" y="69"/>
                  </a:cubicBezTo>
                </a:path>
              </a:pathLst>
            </a:custGeom>
            <a:solidFill>
              <a:srgbClr val="F9D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0" name="Freeform 228">
              <a:extLst>
                <a:ext uri="{FF2B5EF4-FFF2-40B4-BE49-F238E27FC236}">
                  <a16:creationId xmlns:a16="http://schemas.microsoft.com/office/drawing/2014/main" id="{F52C5423-79A6-4D81-B013-0DE5DF8DC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618"/>
              <a:ext cx="838" cy="398"/>
            </a:xfrm>
            <a:custGeom>
              <a:avLst/>
              <a:gdLst>
                <a:gd name="T0" fmla="*/ 1427 w 561"/>
                <a:gd name="T1" fmla="*/ 736 h 266"/>
                <a:gd name="T2" fmla="*/ 1452 w 561"/>
                <a:gd name="T3" fmla="*/ 667 h 266"/>
                <a:gd name="T4" fmla="*/ 1424 w 561"/>
                <a:gd name="T5" fmla="*/ 587 h 266"/>
                <a:gd name="T6" fmla="*/ 1276 w 561"/>
                <a:gd name="T7" fmla="*/ 515 h 266"/>
                <a:gd name="T8" fmla="*/ 1026 w 561"/>
                <a:gd name="T9" fmla="*/ 522 h 266"/>
                <a:gd name="T10" fmla="*/ 795 w 561"/>
                <a:gd name="T11" fmla="*/ 576 h 266"/>
                <a:gd name="T12" fmla="*/ 379 w 561"/>
                <a:gd name="T13" fmla="*/ 573 h 266"/>
                <a:gd name="T14" fmla="*/ 276 w 561"/>
                <a:gd name="T15" fmla="*/ 673 h 266"/>
                <a:gd name="T16" fmla="*/ 196 w 561"/>
                <a:gd name="T17" fmla="*/ 582 h 266"/>
                <a:gd name="T18" fmla="*/ 196 w 561"/>
                <a:gd name="T19" fmla="*/ 370 h 266"/>
                <a:gd name="T20" fmla="*/ 9 w 561"/>
                <a:gd name="T21" fmla="*/ 343 h 266"/>
                <a:gd name="T22" fmla="*/ 60 w 561"/>
                <a:gd name="T23" fmla="*/ 251 h 266"/>
                <a:gd name="T24" fmla="*/ 136 w 561"/>
                <a:gd name="T25" fmla="*/ 150 h 266"/>
                <a:gd name="T26" fmla="*/ 276 w 561"/>
                <a:gd name="T27" fmla="*/ 6 h 266"/>
                <a:gd name="T28" fmla="*/ 438 w 561"/>
                <a:gd name="T29" fmla="*/ 136 h 266"/>
                <a:gd name="T30" fmla="*/ 606 w 561"/>
                <a:gd name="T31" fmla="*/ 244 h 266"/>
                <a:gd name="T32" fmla="*/ 801 w 561"/>
                <a:gd name="T33" fmla="*/ 256 h 266"/>
                <a:gd name="T34" fmla="*/ 1540 w 561"/>
                <a:gd name="T35" fmla="*/ 402 h 266"/>
                <a:gd name="T36" fmla="*/ 1707 w 561"/>
                <a:gd name="T37" fmla="*/ 757 h 266"/>
                <a:gd name="T38" fmla="*/ 1338 w 561"/>
                <a:gd name="T39" fmla="*/ 878 h 26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1" h="266">
                  <a:moveTo>
                    <a:pt x="428" y="220"/>
                  </a:moveTo>
                  <a:cubicBezTo>
                    <a:pt x="430" y="214"/>
                    <a:pt x="435" y="207"/>
                    <a:pt x="436" y="199"/>
                  </a:cubicBezTo>
                  <a:cubicBezTo>
                    <a:pt x="437" y="189"/>
                    <a:pt x="433" y="183"/>
                    <a:pt x="427" y="175"/>
                  </a:cubicBezTo>
                  <a:cubicBezTo>
                    <a:pt x="417" y="159"/>
                    <a:pt x="401" y="156"/>
                    <a:pt x="383" y="154"/>
                  </a:cubicBezTo>
                  <a:cubicBezTo>
                    <a:pt x="359" y="152"/>
                    <a:pt x="331" y="150"/>
                    <a:pt x="308" y="156"/>
                  </a:cubicBezTo>
                  <a:cubicBezTo>
                    <a:pt x="284" y="162"/>
                    <a:pt x="263" y="171"/>
                    <a:pt x="238" y="172"/>
                  </a:cubicBezTo>
                  <a:cubicBezTo>
                    <a:pt x="199" y="174"/>
                    <a:pt x="149" y="145"/>
                    <a:pt x="114" y="171"/>
                  </a:cubicBezTo>
                  <a:cubicBezTo>
                    <a:pt x="103" y="179"/>
                    <a:pt x="97" y="197"/>
                    <a:pt x="83" y="201"/>
                  </a:cubicBezTo>
                  <a:cubicBezTo>
                    <a:pt x="67" y="206"/>
                    <a:pt x="57" y="189"/>
                    <a:pt x="59" y="174"/>
                  </a:cubicBezTo>
                  <a:cubicBezTo>
                    <a:pt x="63" y="155"/>
                    <a:pt x="96" y="118"/>
                    <a:pt x="59" y="110"/>
                  </a:cubicBezTo>
                  <a:cubicBezTo>
                    <a:pt x="46" y="108"/>
                    <a:pt x="8" y="122"/>
                    <a:pt x="3" y="102"/>
                  </a:cubicBezTo>
                  <a:cubicBezTo>
                    <a:pt x="0" y="91"/>
                    <a:pt x="12" y="83"/>
                    <a:pt x="18" y="75"/>
                  </a:cubicBezTo>
                  <a:cubicBezTo>
                    <a:pt x="26" y="66"/>
                    <a:pt x="34" y="55"/>
                    <a:pt x="41" y="45"/>
                  </a:cubicBezTo>
                  <a:cubicBezTo>
                    <a:pt x="51" y="29"/>
                    <a:pt x="62" y="0"/>
                    <a:pt x="83" y="2"/>
                  </a:cubicBezTo>
                  <a:cubicBezTo>
                    <a:pt x="104" y="4"/>
                    <a:pt x="116" y="30"/>
                    <a:pt x="131" y="41"/>
                  </a:cubicBezTo>
                  <a:cubicBezTo>
                    <a:pt x="148" y="54"/>
                    <a:pt x="162" y="67"/>
                    <a:pt x="182" y="73"/>
                  </a:cubicBezTo>
                  <a:cubicBezTo>
                    <a:pt x="200" y="78"/>
                    <a:pt x="222" y="77"/>
                    <a:pt x="240" y="76"/>
                  </a:cubicBezTo>
                  <a:cubicBezTo>
                    <a:pt x="316" y="74"/>
                    <a:pt x="393" y="92"/>
                    <a:pt x="462" y="120"/>
                  </a:cubicBezTo>
                  <a:cubicBezTo>
                    <a:pt x="507" y="138"/>
                    <a:pt x="561" y="180"/>
                    <a:pt x="512" y="226"/>
                  </a:cubicBezTo>
                  <a:cubicBezTo>
                    <a:pt x="484" y="253"/>
                    <a:pt x="442" y="266"/>
                    <a:pt x="402" y="262"/>
                  </a:cubicBezTo>
                </a:path>
              </a:pathLst>
            </a:custGeom>
            <a:solidFill>
              <a:srgbClr val="F9D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1" name="Freeform 229">
              <a:extLst>
                <a:ext uri="{FF2B5EF4-FFF2-40B4-BE49-F238E27FC236}">
                  <a16:creationId xmlns:a16="http://schemas.microsoft.com/office/drawing/2014/main" id="{BD9CFFAB-3740-4BE7-9CFB-55D61F978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702"/>
              <a:ext cx="248" cy="303"/>
            </a:xfrm>
            <a:custGeom>
              <a:avLst/>
              <a:gdLst>
                <a:gd name="T0" fmla="*/ 81 w 166"/>
                <a:gd name="T1" fmla="*/ 15 h 203"/>
                <a:gd name="T2" fmla="*/ 208 w 166"/>
                <a:gd name="T3" fmla="*/ 279 h 203"/>
                <a:gd name="T4" fmla="*/ 393 w 166"/>
                <a:gd name="T5" fmla="*/ 343 h 203"/>
                <a:gd name="T6" fmla="*/ 460 w 166"/>
                <a:gd name="T7" fmla="*/ 512 h 203"/>
                <a:gd name="T8" fmla="*/ 551 w 166"/>
                <a:gd name="T9" fmla="*/ 675 h 203"/>
                <a:gd name="T10" fmla="*/ 457 w 166"/>
                <a:gd name="T11" fmla="*/ 582 h 203"/>
                <a:gd name="T12" fmla="*/ 351 w 166"/>
                <a:gd name="T13" fmla="*/ 485 h 203"/>
                <a:gd name="T14" fmla="*/ 176 w 166"/>
                <a:gd name="T15" fmla="*/ 352 h 203"/>
                <a:gd name="T16" fmla="*/ 60 w 166"/>
                <a:gd name="T17" fmla="*/ 194 h 203"/>
                <a:gd name="T18" fmla="*/ 36 w 166"/>
                <a:gd name="T19" fmla="*/ 0 h 2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6" h="203">
                  <a:moveTo>
                    <a:pt x="24" y="5"/>
                  </a:moveTo>
                  <a:cubicBezTo>
                    <a:pt x="17" y="29"/>
                    <a:pt x="43" y="70"/>
                    <a:pt x="62" y="84"/>
                  </a:cubicBezTo>
                  <a:cubicBezTo>
                    <a:pt x="79" y="98"/>
                    <a:pt x="100" y="94"/>
                    <a:pt x="118" y="103"/>
                  </a:cubicBezTo>
                  <a:cubicBezTo>
                    <a:pt x="134" y="111"/>
                    <a:pt x="132" y="139"/>
                    <a:pt x="138" y="154"/>
                  </a:cubicBezTo>
                  <a:cubicBezTo>
                    <a:pt x="144" y="170"/>
                    <a:pt x="166" y="185"/>
                    <a:pt x="165" y="203"/>
                  </a:cubicBezTo>
                  <a:cubicBezTo>
                    <a:pt x="153" y="202"/>
                    <a:pt x="144" y="183"/>
                    <a:pt x="137" y="175"/>
                  </a:cubicBezTo>
                  <a:cubicBezTo>
                    <a:pt x="128" y="164"/>
                    <a:pt x="116" y="154"/>
                    <a:pt x="105" y="146"/>
                  </a:cubicBezTo>
                  <a:cubicBezTo>
                    <a:pt x="87" y="134"/>
                    <a:pt x="67" y="122"/>
                    <a:pt x="53" y="106"/>
                  </a:cubicBezTo>
                  <a:cubicBezTo>
                    <a:pt x="41" y="91"/>
                    <a:pt x="30" y="74"/>
                    <a:pt x="18" y="58"/>
                  </a:cubicBezTo>
                  <a:cubicBezTo>
                    <a:pt x="4" y="41"/>
                    <a:pt x="0" y="20"/>
                    <a:pt x="11" y="0"/>
                  </a:cubicBezTo>
                </a:path>
              </a:pathLst>
            </a:custGeom>
            <a:solidFill>
              <a:srgbClr val="F9D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2" name="Freeform 230">
              <a:extLst>
                <a:ext uri="{FF2B5EF4-FFF2-40B4-BE49-F238E27FC236}">
                  <a16:creationId xmlns:a16="http://schemas.microsoft.com/office/drawing/2014/main" id="{3BD9CC66-D8C3-4C01-91FF-5EF90A383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652"/>
              <a:ext cx="140" cy="135"/>
            </a:xfrm>
            <a:custGeom>
              <a:avLst/>
              <a:gdLst>
                <a:gd name="T0" fmla="*/ 308 w 94"/>
                <a:gd name="T1" fmla="*/ 0 h 90"/>
                <a:gd name="T2" fmla="*/ 140 w 94"/>
                <a:gd name="T3" fmla="*/ 108 h 90"/>
                <a:gd name="T4" fmla="*/ 49 w 94"/>
                <a:gd name="T5" fmla="*/ 102 h 90"/>
                <a:gd name="T6" fmla="*/ 13 w 94"/>
                <a:gd name="T7" fmla="*/ 140 h 90"/>
                <a:gd name="T8" fmla="*/ 115 w 94"/>
                <a:gd name="T9" fmla="*/ 270 h 90"/>
                <a:gd name="T10" fmla="*/ 311 w 94"/>
                <a:gd name="T11" fmla="*/ 167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90">
                  <a:moveTo>
                    <a:pt x="93" y="0"/>
                  </a:moveTo>
                  <a:cubicBezTo>
                    <a:pt x="77" y="14"/>
                    <a:pt x="65" y="28"/>
                    <a:pt x="42" y="32"/>
                  </a:cubicBezTo>
                  <a:cubicBezTo>
                    <a:pt x="33" y="33"/>
                    <a:pt x="24" y="32"/>
                    <a:pt x="15" y="30"/>
                  </a:cubicBezTo>
                  <a:cubicBezTo>
                    <a:pt x="4" y="28"/>
                    <a:pt x="0" y="28"/>
                    <a:pt x="4" y="41"/>
                  </a:cubicBezTo>
                  <a:cubicBezTo>
                    <a:pt x="9" y="59"/>
                    <a:pt x="17" y="74"/>
                    <a:pt x="35" y="80"/>
                  </a:cubicBezTo>
                  <a:cubicBezTo>
                    <a:pt x="63" y="90"/>
                    <a:pt x="84" y="80"/>
                    <a:pt x="94" y="49"/>
                  </a:cubicBezTo>
                </a:path>
              </a:pathLst>
            </a:custGeom>
            <a:solidFill>
              <a:srgbClr val="F9D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3" name="Freeform 231">
              <a:extLst>
                <a:ext uri="{FF2B5EF4-FFF2-40B4-BE49-F238E27FC236}">
                  <a16:creationId xmlns:a16="http://schemas.microsoft.com/office/drawing/2014/main" id="{23B9D17E-7B81-4655-BE8B-F8620A50D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340"/>
              <a:ext cx="360" cy="442"/>
            </a:xfrm>
            <a:custGeom>
              <a:avLst/>
              <a:gdLst>
                <a:gd name="T0" fmla="*/ 353 w 241"/>
                <a:gd name="T1" fmla="*/ 163 h 296"/>
                <a:gd name="T2" fmla="*/ 656 w 241"/>
                <a:gd name="T3" fmla="*/ 6 h 296"/>
                <a:gd name="T4" fmla="*/ 756 w 241"/>
                <a:gd name="T5" fmla="*/ 176 h 296"/>
                <a:gd name="T6" fmla="*/ 615 w 241"/>
                <a:gd name="T7" fmla="*/ 270 h 296"/>
                <a:gd name="T8" fmla="*/ 474 w 241"/>
                <a:gd name="T9" fmla="*/ 397 h 296"/>
                <a:gd name="T10" fmla="*/ 344 w 241"/>
                <a:gd name="T11" fmla="*/ 636 h 296"/>
                <a:gd name="T12" fmla="*/ 344 w 241"/>
                <a:gd name="T13" fmla="*/ 693 h 296"/>
                <a:gd name="T14" fmla="*/ 248 w 241"/>
                <a:gd name="T15" fmla="*/ 742 h 296"/>
                <a:gd name="T16" fmla="*/ 181 w 241"/>
                <a:gd name="T17" fmla="*/ 776 h 296"/>
                <a:gd name="T18" fmla="*/ 90 w 241"/>
                <a:gd name="T19" fmla="*/ 926 h 296"/>
                <a:gd name="T20" fmla="*/ 22 w 241"/>
                <a:gd name="T21" fmla="*/ 926 h 296"/>
                <a:gd name="T22" fmla="*/ 1 w 241"/>
                <a:gd name="T23" fmla="*/ 790 h 296"/>
                <a:gd name="T24" fmla="*/ 163 w 241"/>
                <a:gd name="T25" fmla="*/ 499 h 296"/>
                <a:gd name="T26" fmla="*/ 261 w 241"/>
                <a:gd name="T27" fmla="*/ 270 h 296"/>
                <a:gd name="T28" fmla="*/ 357 w 241"/>
                <a:gd name="T29" fmla="*/ 136 h 2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1" h="296">
                  <a:moveTo>
                    <a:pt x="106" y="49"/>
                  </a:moveTo>
                  <a:cubicBezTo>
                    <a:pt x="122" y="19"/>
                    <a:pt x="165" y="4"/>
                    <a:pt x="197" y="2"/>
                  </a:cubicBezTo>
                  <a:cubicBezTo>
                    <a:pt x="223" y="0"/>
                    <a:pt x="241" y="32"/>
                    <a:pt x="227" y="53"/>
                  </a:cubicBezTo>
                  <a:cubicBezTo>
                    <a:pt x="217" y="67"/>
                    <a:pt x="199" y="73"/>
                    <a:pt x="185" y="81"/>
                  </a:cubicBezTo>
                  <a:cubicBezTo>
                    <a:pt x="168" y="92"/>
                    <a:pt x="154" y="103"/>
                    <a:pt x="142" y="119"/>
                  </a:cubicBezTo>
                  <a:cubicBezTo>
                    <a:pt x="126" y="139"/>
                    <a:pt x="101" y="164"/>
                    <a:pt x="103" y="191"/>
                  </a:cubicBezTo>
                  <a:cubicBezTo>
                    <a:pt x="103" y="197"/>
                    <a:pt x="104" y="202"/>
                    <a:pt x="103" y="208"/>
                  </a:cubicBezTo>
                  <a:cubicBezTo>
                    <a:pt x="93" y="211"/>
                    <a:pt x="82" y="214"/>
                    <a:pt x="74" y="223"/>
                  </a:cubicBezTo>
                  <a:cubicBezTo>
                    <a:pt x="66" y="234"/>
                    <a:pt x="67" y="232"/>
                    <a:pt x="54" y="233"/>
                  </a:cubicBezTo>
                  <a:cubicBezTo>
                    <a:pt x="26" y="234"/>
                    <a:pt x="29" y="257"/>
                    <a:pt x="27" y="278"/>
                  </a:cubicBezTo>
                  <a:cubicBezTo>
                    <a:pt x="26" y="296"/>
                    <a:pt x="15" y="292"/>
                    <a:pt x="7" y="278"/>
                  </a:cubicBezTo>
                  <a:cubicBezTo>
                    <a:pt x="0" y="267"/>
                    <a:pt x="0" y="251"/>
                    <a:pt x="1" y="237"/>
                  </a:cubicBezTo>
                  <a:cubicBezTo>
                    <a:pt x="6" y="203"/>
                    <a:pt x="32" y="178"/>
                    <a:pt x="49" y="150"/>
                  </a:cubicBezTo>
                  <a:cubicBezTo>
                    <a:pt x="62" y="129"/>
                    <a:pt x="67" y="103"/>
                    <a:pt x="78" y="81"/>
                  </a:cubicBezTo>
                  <a:cubicBezTo>
                    <a:pt x="84" y="70"/>
                    <a:pt x="94" y="44"/>
                    <a:pt x="107" y="41"/>
                  </a:cubicBezTo>
                </a:path>
              </a:pathLst>
            </a:custGeom>
            <a:solidFill>
              <a:srgbClr val="F9D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4" name="Freeform 232">
              <a:extLst>
                <a:ext uri="{FF2B5EF4-FFF2-40B4-BE49-F238E27FC236}">
                  <a16:creationId xmlns:a16="http://schemas.microsoft.com/office/drawing/2014/main" id="{25611DCA-29B0-4844-8D58-1375CE553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174"/>
              <a:ext cx="726" cy="641"/>
            </a:xfrm>
            <a:custGeom>
              <a:avLst/>
              <a:gdLst>
                <a:gd name="T0" fmla="*/ 1 w 486"/>
                <a:gd name="T1" fmla="*/ 781 h 429"/>
                <a:gd name="T2" fmla="*/ 217 w 486"/>
                <a:gd name="T3" fmla="*/ 629 h 429"/>
                <a:gd name="T4" fmla="*/ 333 w 486"/>
                <a:gd name="T5" fmla="*/ 439 h 429"/>
                <a:gd name="T6" fmla="*/ 347 w 486"/>
                <a:gd name="T7" fmla="*/ 250 h 429"/>
                <a:gd name="T8" fmla="*/ 514 w 486"/>
                <a:gd name="T9" fmla="*/ 103 h 429"/>
                <a:gd name="T10" fmla="*/ 615 w 486"/>
                <a:gd name="T11" fmla="*/ 108 h 429"/>
                <a:gd name="T12" fmla="*/ 668 w 486"/>
                <a:gd name="T13" fmla="*/ 60 h 429"/>
                <a:gd name="T14" fmla="*/ 742 w 486"/>
                <a:gd name="T15" fmla="*/ 22 h 429"/>
                <a:gd name="T16" fmla="*/ 783 w 486"/>
                <a:gd name="T17" fmla="*/ 1 h 429"/>
                <a:gd name="T18" fmla="*/ 840 w 486"/>
                <a:gd name="T19" fmla="*/ 36 h 429"/>
                <a:gd name="T20" fmla="*/ 940 w 486"/>
                <a:gd name="T21" fmla="*/ 96 h 429"/>
                <a:gd name="T22" fmla="*/ 990 w 486"/>
                <a:gd name="T23" fmla="*/ 140 h 429"/>
                <a:gd name="T24" fmla="*/ 1207 w 486"/>
                <a:gd name="T25" fmla="*/ 276 h 429"/>
                <a:gd name="T26" fmla="*/ 1149 w 486"/>
                <a:gd name="T27" fmla="*/ 324 h 429"/>
                <a:gd name="T28" fmla="*/ 1086 w 486"/>
                <a:gd name="T29" fmla="*/ 403 h 429"/>
                <a:gd name="T30" fmla="*/ 1065 w 486"/>
                <a:gd name="T31" fmla="*/ 614 h 429"/>
                <a:gd name="T32" fmla="*/ 1255 w 486"/>
                <a:gd name="T33" fmla="*/ 867 h 429"/>
                <a:gd name="T34" fmla="*/ 1386 w 486"/>
                <a:gd name="T35" fmla="*/ 894 h 429"/>
                <a:gd name="T36" fmla="*/ 1513 w 486"/>
                <a:gd name="T37" fmla="*/ 894 h 429"/>
                <a:gd name="T38" fmla="*/ 1577 w 486"/>
                <a:gd name="T39" fmla="*/ 991 h 429"/>
                <a:gd name="T40" fmla="*/ 1600 w 486"/>
                <a:gd name="T41" fmla="*/ 1112 h 429"/>
                <a:gd name="T42" fmla="*/ 1573 w 486"/>
                <a:gd name="T43" fmla="*/ 1243 h 429"/>
                <a:gd name="T44" fmla="*/ 1586 w 486"/>
                <a:gd name="T45" fmla="*/ 1378 h 429"/>
                <a:gd name="T46" fmla="*/ 1370 w 486"/>
                <a:gd name="T47" fmla="*/ 1309 h 429"/>
                <a:gd name="T48" fmla="*/ 1315 w 486"/>
                <a:gd name="T49" fmla="*/ 1207 h 429"/>
                <a:gd name="T50" fmla="*/ 1237 w 486"/>
                <a:gd name="T51" fmla="*/ 1215 h 429"/>
                <a:gd name="T52" fmla="*/ 1147 w 486"/>
                <a:gd name="T53" fmla="*/ 1201 h 429"/>
                <a:gd name="T54" fmla="*/ 919 w 486"/>
                <a:gd name="T55" fmla="*/ 1121 h 429"/>
                <a:gd name="T56" fmla="*/ 636 w 486"/>
                <a:gd name="T57" fmla="*/ 1115 h 429"/>
                <a:gd name="T58" fmla="*/ 397 w 486"/>
                <a:gd name="T59" fmla="*/ 1079 h 429"/>
                <a:gd name="T60" fmla="*/ 366 w 486"/>
                <a:gd name="T61" fmla="*/ 944 h 429"/>
                <a:gd name="T62" fmla="*/ 306 w 486"/>
                <a:gd name="T63" fmla="*/ 855 h 429"/>
                <a:gd name="T64" fmla="*/ 121 w 486"/>
                <a:gd name="T65" fmla="*/ 835 h 429"/>
                <a:gd name="T66" fmla="*/ 0 w 486"/>
                <a:gd name="T67" fmla="*/ 814 h 4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86" h="429">
                  <a:moveTo>
                    <a:pt x="1" y="234"/>
                  </a:moveTo>
                  <a:cubicBezTo>
                    <a:pt x="12" y="211"/>
                    <a:pt x="47" y="204"/>
                    <a:pt x="65" y="189"/>
                  </a:cubicBezTo>
                  <a:cubicBezTo>
                    <a:pt x="82" y="175"/>
                    <a:pt x="94" y="153"/>
                    <a:pt x="100" y="132"/>
                  </a:cubicBezTo>
                  <a:cubicBezTo>
                    <a:pt x="104" y="113"/>
                    <a:pt x="99" y="93"/>
                    <a:pt x="104" y="75"/>
                  </a:cubicBezTo>
                  <a:cubicBezTo>
                    <a:pt x="111" y="49"/>
                    <a:pt x="126" y="30"/>
                    <a:pt x="154" y="31"/>
                  </a:cubicBezTo>
                  <a:cubicBezTo>
                    <a:pt x="165" y="32"/>
                    <a:pt x="176" y="36"/>
                    <a:pt x="185" y="32"/>
                  </a:cubicBezTo>
                  <a:cubicBezTo>
                    <a:pt x="191" y="30"/>
                    <a:pt x="195" y="22"/>
                    <a:pt x="200" y="18"/>
                  </a:cubicBezTo>
                  <a:cubicBezTo>
                    <a:pt x="207" y="13"/>
                    <a:pt x="216" y="11"/>
                    <a:pt x="223" y="7"/>
                  </a:cubicBezTo>
                  <a:cubicBezTo>
                    <a:pt x="227" y="5"/>
                    <a:pt x="231" y="1"/>
                    <a:pt x="235" y="1"/>
                  </a:cubicBezTo>
                  <a:cubicBezTo>
                    <a:pt x="244" y="0"/>
                    <a:pt x="243" y="5"/>
                    <a:pt x="252" y="11"/>
                  </a:cubicBezTo>
                  <a:cubicBezTo>
                    <a:pt x="261" y="18"/>
                    <a:pt x="272" y="21"/>
                    <a:pt x="282" y="29"/>
                  </a:cubicBezTo>
                  <a:cubicBezTo>
                    <a:pt x="287" y="33"/>
                    <a:pt x="290" y="38"/>
                    <a:pt x="297" y="42"/>
                  </a:cubicBezTo>
                  <a:cubicBezTo>
                    <a:pt x="307" y="49"/>
                    <a:pt x="366" y="65"/>
                    <a:pt x="362" y="83"/>
                  </a:cubicBezTo>
                  <a:cubicBezTo>
                    <a:pt x="360" y="90"/>
                    <a:pt x="350" y="94"/>
                    <a:pt x="345" y="97"/>
                  </a:cubicBezTo>
                  <a:cubicBezTo>
                    <a:pt x="337" y="104"/>
                    <a:pt x="331" y="112"/>
                    <a:pt x="326" y="121"/>
                  </a:cubicBezTo>
                  <a:cubicBezTo>
                    <a:pt x="316" y="140"/>
                    <a:pt x="314" y="163"/>
                    <a:pt x="319" y="184"/>
                  </a:cubicBezTo>
                  <a:cubicBezTo>
                    <a:pt x="325" y="213"/>
                    <a:pt x="345" y="252"/>
                    <a:pt x="376" y="260"/>
                  </a:cubicBezTo>
                  <a:cubicBezTo>
                    <a:pt x="389" y="263"/>
                    <a:pt x="403" y="266"/>
                    <a:pt x="416" y="268"/>
                  </a:cubicBezTo>
                  <a:cubicBezTo>
                    <a:pt x="428" y="269"/>
                    <a:pt x="443" y="264"/>
                    <a:pt x="454" y="268"/>
                  </a:cubicBezTo>
                  <a:cubicBezTo>
                    <a:pt x="466" y="272"/>
                    <a:pt x="468" y="287"/>
                    <a:pt x="473" y="297"/>
                  </a:cubicBezTo>
                  <a:cubicBezTo>
                    <a:pt x="481" y="312"/>
                    <a:pt x="486" y="316"/>
                    <a:pt x="480" y="333"/>
                  </a:cubicBezTo>
                  <a:cubicBezTo>
                    <a:pt x="475" y="347"/>
                    <a:pt x="471" y="359"/>
                    <a:pt x="472" y="373"/>
                  </a:cubicBezTo>
                  <a:cubicBezTo>
                    <a:pt x="472" y="383"/>
                    <a:pt x="482" y="404"/>
                    <a:pt x="476" y="413"/>
                  </a:cubicBezTo>
                  <a:cubicBezTo>
                    <a:pt x="468" y="429"/>
                    <a:pt x="422" y="400"/>
                    <a:pt x="411" y="392"/>
                  </a:cubicBezTo>
                  <a:cubicBezTo>
                    <a:pt x="402" y="385"/>
                    <a:pt x="401" y="366"/>
                    <a:pt x="394" y="362"/>
                  </a:cubicBezTo>
                  <a:cubicBezTo>
                    <a:pt x="389" y="359"/>
                    <a:pt x="377" y="364"/>
                    <a:pt x="371" y="364"/>
                  </a:cubicBezTo>
                  <a:cubicBezTo>
                    <a:pt x="362" y="364"/>
                    <a:pt x="353" y="363"/>
                    <a:pt x="344" y="360"/>
                  </a:cubicBezTo>
                  <a:cubicBezTo>
                    <a:pt x="321" y="353"/>
                    <a:pt x="300" y="339"/>
                    <a:pt x="276" y="336"/>
                  </a:cubicBezTo>
                  <a:cubicBezTo>
                    <a:pt x="249" y="332"/>
                    <a:pt x="217" y="330"/>
                    <a:pt x="191" y="334"/>
                  </a:cubicBezTo>
                  <a:cubicBezTo>
                    <a:pt x="166" y="337"/>
                    <a:pt x="137" y="346"/>
                    <a:pt x="119" y="323"/>
                  </a:cubicBezTo>
                  <a:cubicBezTo>
                    <a:pt x="109" y="311"/>
                    <a:pt x="110" y="297"/>
                    <a:pt x="110" y="283"/>
                  </a:cubicBezTo>
                  <a:cubicBezTo>
                    <a:pt x="110" y="263"/>
                    <a:pt x="113" y="260"/>
                    <a:pt x="92" y="256"/>
                  </a:cubicBezTo>
                  <a:cubicBezTo>
                    <a:pt x="73" y="252"/>
                    <a:pt x="55" y="251"/>
                    <a:pt x="36" y="250"/>
                  </a:cubicBezTo>
                  <a:cubicBezTo>
                    <a:pt x="25" y="249"/>
                    <a:pt x="8" y="251"/>
                    <a:pt x="0" y="244"/>
                  </a:cubicBezTo>
                </a:path>
              </a:pathLst>
            </a:custGeom>
            <a:solidFill>
              <a:srgbClr val="F9D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5" name="Freeform 233">
              <a:extLst>
                <a:ext uri="{FF2B5EF4-FFF2-40B4-BE49-F238E27FC236}">
                  <a16:creationId xmlns:a16="http://schemas.microsoft.com/office/drawing/2014/main" id="{C2F1B304-084C-45AB-BAE2-0F6CFA082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407"/>
              <a:ext cx="205" cy="278"/>
            </a:xfrm>
            <a:custGeom>
              <a:avLst/>
              <a:gdLst>
                <a:gd name="T0" fmla="*/ 121 w 137"/>
                <a:gd name="T1" fmla="*/ 493 h 186"/>
                <a:gd name="T2" fmla="*/ 148 w 137"/>
                <a:gd name="T3" fmla="*/ 417 h 186"/>
                <a:gd name="T4" fmla="*/ 229 w 137"/>
                <a:gd name="T5" fmla="*/ 339 h 186"/>
                <a:gd name="T6" fmla="*/ 271 w 137"/>
                <a:gd name="T7" fmla="*/ 303 h 186"/>
                <a:gd name="T8" fmla="*/ 316 w 137"/>
                <a:gd name="T9" fmla="*/ 203 h 186"/>
                <a:gd name="T10" fmla="*/ 438 w 137"/>
                <a:gd name="T11" fmla="*/ 54 h 186"/>
                <a:gd name="T12" fmla="*/ 432 w 137"/>
                <a:gd name="T13" fmla="*/ 6 h 186"/>
                <a:gd name="T14" fmla="*/ 335 w 137"/>
                <a:gd name="T15" fmla="*/ 36 h 186"/>
                <a:gd name="T16" fmla="*/ 27 w 137"/>
                <a:gd name="T17" fmla="*/ 308 h 186"/>
                <a:gd name="T18" fmla="*/ 1 w 137"/>
                <a:gd name="T19" fmla="*/ 465 h 186"/>
                <a:gd name="T20" fmla="*/ 67 w 137"/>
                <a:gd name="T21" fmla="*/ 605 h 186"/>
                <a:gd name="T22" fmla="*/ 123 w 137"/>
                <a:gd name="T23" fmla="*/ 528 h 1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7" h="186">
                  <a:moveTo>
                    <a:pt x="36" y="148"/>
                  </a:moveTo>
                  <a:cubicBezTo>
                    <a:pt x="31" y="149"/>
                    <a:pt x="40" y="129"/>
                    <a:pt x="44" y="125"/>
                  </a:cubicBezTo>
                  <a:cubicBezTo>
                    <a:pt x="50" y="116"/>
                    <a:pt x="58" y="107"/>
                    <a:pt x="68" y="102"/>
                  </a:cubicBezTo>
                  <a:cubicBezTo>
                    <a:pt x="78" y="98"/>
                    <a:pt x="78" y="101"/>
                    <a:pt x="81" y="91"/>
                  </a:cubicBezTo>
                  <a:cubicBezTo>
                    <a:pt x="85" y="81"/>
                    <a:pt x="87" y="71"/>
                    <a:pt x="94" y="61"/>
                  </a:cubicBezTo>
                  <a:cubicBezTo>
                    <a:pt x="107" y="44"/>
                    <a:pt x="124" y="37"/>
                    <a:pt x="131" y="16"/>
                  </a:cubicBezTo>
                  <a:cubicBezTo>
                    <a:pt x="134" y="8"/>
                    <a:pt x="137" y="4"/>
                    <a:pt x="129" y="2"/>
                  </a:cubicBezTo>
                  <a:cubicBezTo>
                    <a:pt x="123" y="0"/>
                    <a:pt x="106" y="9"/>
                    <a:pt x="100" y="11"/>
                  </a:cubicBezTo>
                  <a:cubicBezTo>
                    <a:pt x="62" y="25"/>
                    <a:pt x="22" y="54"/>
                    <a:pt x="8" y="92"/>
                  </a:cubicBezTo>
                  <a:cubicBezTo>
                    <a:pt x="2" y="107"/>
                    <a:pt x="0" y="124"/>
                    <a:pt x="1" y="139"/>
                  </a:cubicBezTo>
                  <a:cubicBezTo>
                    <a:pt x="2" y="150"/>
                    <a:pt x="6" y="177"/>
                    <a:pt x="20" y="181"/>
                  </a:cubicBezTo>
                  <a:cubicBezTo>
                    <a:pt x="33" y="186"/>
                    <a:pt x="33" y="166"/>
                    <a:pt x="37" y="158"/>
                  </a:cubicBezTo>
                </a:path>
              </a:pathLst>
            </a:custGeom>
            <a:solidFill>
              <a:srgbClr val="F9D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6" name="Freeform 234">
              <a:extLst>
                <a:ext uri="{FF2B5EF4-FFF2-40B4-BE49-F238E27FC236}">
                  <a16:creationId xmlns:a16="http://schemas.microsoft.com/office/drawing/2014/main" id="{944F939D-135D-494C-85FE-7DB42D919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630"/>
              <a:ext cx="301" cy="217"/>
            </a:xfrm>
            <a:custGeom>
              <a:avLst/>
              <a:gdLst>
                <a:gd name="T0" fmla="*/ 114 w 201"/>
                <a:gd name="T1" fmla="*/ 365 h 145"/>
                <a:gd name="T2" fmla="*/ 216 w 201"/>
                <a:gd name="T3" fmla="*/ 410 h 145"/>
                <a:gd name="T4" fmla="*/ 279 w 201"/>
                <a:gd name="T5" fmla="*/ 323 h 145"/>
                <a:gd name="T6" fmla="*/ 285 w 201"/>
                <a:gd name="T7" fmla="*/ 82 h 145"/>
                <a:gd name="T8" fmla="*/ 621 w 201"/>
                <a:gd name="T9" fmla="*/ 81 h 145"/>
                <a:gd name="T10" fmla="*/ 653 w 201"/>
                <a:gd name="T11" fmla="*/ 216 h 145"/>
                <a:gd name="T12" fmla="*/ 520 w 201"/>
                <a:gd name="T13" fmla="*/ 344 h 145"/>
                <a:gd name="T14" fmla="*/ 256 w 201"/>
                <a:gd name="T15" fmla="*/ 459 h 145"/>
                <a:gd name="T16" fmla="*/ 108 w 201"/>
                <a:gd name="T17" fmla="*/ 477 h 145"/>
                <a:gd name="T18" fmla="*/ 0 w 201"/>
                <a:gd name="T19" fmla="*/ 430 h 145"/>
                <a:gd name="T20" fmla="*/ 108 w 201"/>
                <a:gd name="T21" fmla="*/ 370 h 145"/>
                <a:gd name="T22" fmla="*/ 108 w 201"/>
                <a:gd name="T23" fmla="*/ 371 h 1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145">
                  <a:moveTo>
                    <a:pt x="34" y="109"/>
                  </a:moveTo>
                  <a:cubicBezTo>
                    <a:pt x="45" y="111"/>
                    <a:pt x="48" y="125"/>
                    <a:pt x="64" y="122"/>
                  </a:cubicBezTo>
                  <a:cubicBezTo>
                    <a:pt x="77" y="120"/>
                    <a:pt x="82" y="109"/>
                    <a:pt x="83" y="96"/>
                  </a:cubicBezTo>
                  <a:cubicBezTo>
                    <a:pt x="85" y="71"/>
                    <a:pt x="63" y="46"/>
                    <a:pt x="85" y="25"/>
                  </a:cubicBezTo>
                  <a:cubicBezTo>
                    <a:pt x="109" y="3"/>
                    <a:pt x="162" y="0"/>
                    <a:pt x="185" y="24"/>
                  </a:cubicBezTo>
                  <a:cubicBezTo>
                    <a:pt x="200" y="39"/>
                    <a:pt x="201" y="46"/>
                    <a:pt x="194" y="64"/>
                  </a:cubicBezTo>
                  <a:cubicBezTo>
                    <a:pt x="186" y="82"/>
                    <a:pt x="171" y="93"/>
                    <a:pt x="155" y="103"/>
                  </a:cubicBezTo>
                  <a:cubicBezTo>
                    <a:pt x="132" y="118"/>
                    <a:pt x="102" y="131"/>
                    <a:pt x="76" y="137"/>
                  </a:cubicBezTo>
                  <a:cubicBezTo>
                    <a:pt x="60" y="141"/>
                    <a:pt x="47" y="145"/>
                    <a:pt x="32" y="142"/>
                  </a:cubicBezTo>
                  <a:cubicBezTo>
                    <a:pt x="21" y="141"/>
                    <a:pt x="4" y="139"/>
                    <a:pt x="0" y="128"/>
                  </a:cubicBezTo>
                  <a:cubicBezTo>
                    <a:pt x="11" y="125"/>
                    <a:pt x="28" y="123"/>
                    <a:pt x="32" y="110"/>
                  </a:cubicBezTo>
                  <a:cubicBezTo>
                    <a:pt x="34" y="109"/>
                    <a:pt x="32" y="111"/>
                    <a:pt x="32" y="111"/>
                  </a:cubicBezTo>
                </a:path>
              </a:pathLst>
            </a:custGeom>
            <a:solidFill>
              <a:srgbClr val="F9D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7" name="Freeform 235">
              <a:extLst>
                <a:ext uri="{FF2B5EF4-FFF2-40B4-BE49-F238E27FC236}">
                  <a16:creationId xmlns:a16="http://schemas.microsoft.com/office/drawing/2014/main" id="{B932AE3B-50F2-4E89-9D8B-2D278C7E2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034"/>
              <a:ext cx="752" cy="726"/>
            </a:xfrm>
            <a:custGeom>
              <a:avLst/>
              <a:gdLst>
                <a:gd name="T0" fmla="*/ 257 w 503"/>
                <a:gd name="T1" fmla="*/ 819 h 486"/>
                <a:gd name="T2" fmla="*/ 87 w 503"/>
                <a:gd name="T3" fmla="*/ 872 h 486"/>
                <a:gd name="T4" fmla="*/ 9 w 503"/>
                <a:gd name="T5" fmla="*/ 1065 h 486"/>
                <a:gd name="T6" fmla="*/ 315 w 503"/>
                <a:gd name="T7" fmla="*/ 1343 h 486"/>
                <a:gd name="T8" fmla="*/ 438 w 503"/>
                <a:gd name="T9" fmla="*/ 1492 h 486"/>
                <a:gd name="T10" fmla="*/ 586 w 503"/>
                <a:gd name="T11" fmla="*/ 1598 h 486"/>
                <a:gd name="T12" fmla="*/ 936 w 503"/>
                <a:gd name="T13" fmla="*/ 1310 h 486"/>
                <a:gd name="T14" fmla="*/ 1241 w 503"/>
                <a:gd name="T15" fmla="*/ 1017 h 486"/>
                <a:gd name="T16" fmla="*/ 1352 w 503"/>
                <a:gd name="T17" fmla="*/ 926 h 486"/>
                <a:gd name="T18" fmla="*/ 1450 w 503"/>
                <a:gd name="T19" fmla="*/ 736 h 486"/>
                <a:gd name="T20" fmla="*/ 1507 w 503"/>
                <a:gd name="T21" fmla="*/ 674 h 486"/>
                <a:gd name="T22" fmla="*/ 1552 w 503"/>
                <a:gd name="T23" fmla="*/ 569 h 486"/>
                <a:gd name="T24" fmla="*/ 1627 w 503"/>
                <a:gd name="T25" fmla="*/ 397 h 486"/>
                <a:gd name="T26" fmla="*/ 1679 w 503"/>
                <a:gd name="T27" fmla="*/ 248 h 486"/>
                <a:gd name="T28" fmla="*/ 1652 w 503"/>
                <a:gd name="T29" fmla="*/ 108 h 486"/>
                <a:gd name="T30" fmla="*/ 1464 w 503"/>
                <a:gd name="T31" fmla="*/ 249 h 486"/>
                <a:gd name="T32" fmla="*/ 1260 w 503"/>
                <a:gd name="T33" fmla="*/ 393 h 486"/>
                <a:gd name="T34" fmla="*/ 1047 w 503"/>
                <a:gd name="T35" fmla="*/ 532 h 486"/>
                <a:gd name="T36" fmla="*/ 1042 w 503"/>
                <a:gd name="T37" fmla="*/ 763 h 486"/>
                <a:gd name="T38" fmla="*/ 831 w 503"/>
                <a:gd name="T39" fmla="*/ 736 h 486"/>
                <a:gd name="T40" fmla="*/ 600 w 503"/>
                <a:gd name="T41" fmla="*/ 777 h 486"/>
                <a:gd name="T42" fmla="*/ 250 w 503"/>
                <a:gd name="T43" fmla="*/ 832 h 48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3" h="486">
                  <a:moveTo>
                    <a:pt x="77" y="246"/>
                  </a:moveTo>
                  <a:cubicBezTo>
                    <a:pt x="57" y="250"/>
                    <a:pt x="43" y="248"/>
                    <a:pt x="26" y="262"/>
                  </a:cubicBezTo>
                  <a:cubicBezTo>
                    <a:pt x="11" y="274"/>
                    <a:pt x="0" y="300"/>
                    <a:pt x="3" y="319"/>
                  </a:cubicBezTo>
                  <a:cubicBezTo>
                    <a:pt x="10" y="363"/>
                    <a:pt x="69" y="372"/>
                    <a:pt x="94" y="403"/>
                  </a:cubicBezTo>
                  <a:cubicBezTo>
                    <a:pt x="107" y="418"/>
                    <a:pt x="120" y="432"/>
                    <a:pt x="131" y="448"/>
                  </a:cubicBezTo>
                  <a:cubicBezTo>
                    <a:pt x="142" y="464"/>
                    <a:pt x="154" y="477"/>
                    <a:pt x="175" y="479"/>
                  </a:cubicBezTo>
                  <a:cubicBezTo>
                    <a:pt x="235" y="486"/>
                    <a:pt x="254" y="436"/>
                    <a:pt x="280" y="393"/>
                  </a:cubicBezTo>
                  <a:cubicBezTo>
                    <a:pt x="302" y="357"/>
                    <a:pt x="335" y="326"/>
                    <a:pt x="371" y="305"/>
                  </a:cubicBezTo>
                  <a:cubicBezTo>
                    <a:pt x="383" y="298"/>
                    <a:pt x="398" y="291"/>
                    <a:pt x="405" y="278"/>
                  </a:cubicBezTo>
                  <a:cubicBezTo>
                    <a:pt x="416" y="260"/>
                    <a:pt x="420" y="237"/>
                    <a:pt x="434" y="221"/>
                  </a:cubicBezTo>
                  <a:cubicBezTo>
                    <a:pt x="439" y="214"/>
                    <a:pt x="447" y="210"/>
                    <a:pt x="451" y="202"/>
                  </a:cubicBezTo>
                  <a:cubicBezTo>
                    <a:pt x="457" y="193"/>
                    <a:pt x="460" y="181"/>
                    <a:pt x="464" y="171"/>
                  </a:cubicBezTo>
                  <a:cubicBezTo>
                    <a:pt x="471" y="154"/>
                    <a:pt x="480" y="137"/>
                    <a:pt x="487" y="119"/>
                  </a:cubicBezTo>
                  <a:cubicBezTo>
                    <a:pt x="493" y="104"/>
                    <a:pt x="503" y="91"/>
                    <a:pt x="502" y="74"/>
                  </a:cubicBezTo>
                  <a:cubicBezTo>
                    <a:pt x="501" y="60"/>
                    <a:pt x="493" y="45"/>
                    <a:pt x="494" y="32"/>
                  </a:cubicBezTo>
                  <a:cubicBezTo>
                    <a:pt x="463" y="0"/>
                    <a:pt x="449" y="53"/>
                    <a:pt x="438" y="75"/>
                  </a:cubicBezTo>
                  <a:cubicBezTo>
                    <a:pt x="427" y="99"/>
                    <a:pt x="401" y="111"/>
                    <a:pt x="377" y="118"/>
                  </a:cubicBezTo>
                  <a:cubicBezTo>
                    <a:pt x="354" y="126"/>
                    <a:pt x="325" y="135"/>
                    <a:pt x="313" y="159"/>
                  </a:cubicBezTo>
                  <a:cubicBezTo>
                    <a:pt x="302" y="180"/>
                    <a:pt x="347" y="216"/>
                    <a:pt x="312" y="229"/>
                  </a:cubicBezTo>
                  <a:cubicBezTo>
                    <a:pt x="293" y="236"/>
                    <a:pt x="270" y="218"/>
                    <a:pt x="249" y="221"/>
                  </a:cubicBezTo>
                  <a:cubicBezTo>
                    <a:pt x="226" y="224"/>
                    <a:pt x="202" y="229"/>
                    <a:pt x="179" y="233"/>
                  </a:cubicBezTo>
                  <a:cubicBezTo>
                    <a:pt x="144" y="239"/>
                    <a:pt x="110" y="250"/>
                    <a:pt x="75" y="250"/>
                  </a:cubicBezTo>
                </a:path>
              </a:pathLst>
            </a:custGeom>
            <a:solidFill>
              <a:srgbClr val="F9D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8" name="Freeform 236">
              <a:extLst>
                <a:ext uri="{FF2B5EF4-FFF2-40B4-BE49-F238E27FC236}">
                  <a16:creationId xmlns:a16="http://schemas.microsoft.com/office/drawing/2014/main" id="{60A3795F-1F78-4CD4-B00F-3C9BEBB5A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324"/>
              <a:ext cx="35" cy="24"/>
            </a:xfrm>
            <a:custGeom>
              <a:avLst/>
              <a:gdLst>
                <a:gd name="T0" fmla="*/ 0 w 23"/>
                <a:gd name="T1" fmla="*/ 26 h 16"/>
                <a:gd name="T2" fmla="*/ 56 w 23"/>
                <a:gd name="T3" fmla="*/ 35 h 16"/>
                <a:gd name="T4" fmla="*/ 27 w 23"/>
                <a:gd name="T5" fmla="*/ 0 h 16"/>
                <a:gd name="T6" fmla="*/ 62 w 23"/>
                <a:gd name="T7" fmla="*/ 27 h 16"/>
                <a:gd name="T8" fmla="*/ 81 w 23"/>
                <a:gd name="T9" fmla="*/ 53 h 16"/>
                <a:gd name="T10" fmla="*/ 41 w 23"/>
                <a:gd name="T11" fmla="*/ 45 h 16"/>
                <a:gd name="T12" fmla="*/ 5 w 23"/>
                <a:gd name="T13" fmla="*/ 2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6">
                  <a:moveTo>
                    <a:pt x="0" y="7"/>
                  </a:moveTo>
                  <a:cubicBezTo>
                    <a:pt x="3" y="7"/>
                    <a:pt x="16" y="16"/>
                    <a:pt x="16" y="10"/>
                  </a:cubicBezTo>
                  <a:cubicBezTo>
                    <a:pt x="17" y="6"/>
                    <a:pt x="9" y="3"/>
                    <a:pt x="8" y="0"/>
                  </a:cubicBezTo>
                  <a:cubicBezTo>
                    <a:pt x="11" y="3"/>
                    <a:pt x="15" y="5"/>
                    <a:pt x="18" y="8"/>
                  </a:cubicBezTo>
                  <a:cubicBezTo>
                    <a:pt x="20" y="10"/>
                    <a:pt x="23" y="13"/>
                    <a:pt x="23" y="15"/>
                  </a:cubicBezTo>
                  <a:cubicBezTo>
                    <a:pt x="19" y="16"/>
                    <a:pt x="16" y="14"/>
                    <a:pt x="12" y="13"/>
                  </a:cubicBezTo>
                  <a:cubicBezTo>
                    <a:pt x="9" y="12"/>
                    <a:pt x="1" y="10"/>
                    <a:pt x="1" y="7"/>
                  </a:cubicBezTo>
                </a:path>
              </a:pathLst>
            </a:custGeom>
            <a:solidFill>
              <a:srgbClr val="FC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9" name="Freeform 237">
              <a:extLst>
                <a:ext uri="{FF2B5EF4-FFF2-40B4-BE49-F238E27FC236}">
                  <a16:creationId xmlns:a16="http://schemas.microsoft.com/office/drawing/2014/main" id="{DB08D01C-B804-4129-8C7B-BD0CCA36B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551"/>
              <a:ext cx="61" cy="55"/>
            </a:xfrm>
            <a:custGeom>
              <a:avLst/>
              <a:gdLst>
                <a:gd name="T0" fmla="*/ 0 w 41"/>
                <a:gd name="T1" fmla="*/ 122 h 37"/>
                <a:gd name="T2" fmla="*/ 36 w 41"/>
                <a:gd name="T3" fmla="*/ 113 h 37"/>
                <a:gd name="T4" fmla="*/ 76 w 41"/>
                <a:gd name="T5" fmla="*/ 109 h 37"/>
                <a:gd name="T6" fmla="*/ 106 w 41"/>
                <a:gd name="T7" fmla="*/ 113 h 37"/>
                <a:gd name="T8" fmla="*/ 126 w 41"/>
                <a:gd name="T9" fmla="*/ 114 h 37"/>
                <a:gd name="T10" fmla="*/ 106 w 41"/>
                <a:gd name="T11" fmla="*/ 80 h 37"/>
                <a:gd name="T12" fmla="*/ 80 w 41"/>
                <a:gd name="T13" fmla="*/ 0 h 37"/>
                <a:gd name="T14" fmla="*/ 95 w 41"/>
                <a:gd name="T15" fmla="*/ 92 h 37"/>
                <a:gd name="T16" fmla="*/ 42 w 41"/>
                <a:gd name="T17" fmla="*/ 100 h 37"/>
                <a:gd name="T18" fmla="*/ 19 w 41"/>
                <a:gd name="T19" fmla="*/ 109 h 37"/>
                <a:gd name="T20" fmla="*/ 0 w 41"/>
                <a:gd name="T21" fmla="*/ 122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37">
                  <a:moveTo>
                    <a:pt x="0" y="37"/>
                  </a:moveTo>
                  <a:cubicBezTo>
                    <a:pt x="4" y="36"/>
                    <a:pt x="6" y="34"/>
                    <a:pt x="11" y="34"/>
                  </a:cubicBezTo>
                  <a:cubicBezTo>
                    <a:pt x="15" y="34"/>
                    <a:pt x="19" y="33"/>
                    <a:pt x="23" y="33"/>
                  </a:cubicBezTo>
                  <a:cubicBezTo>
                    <a:pt x="26" y="33"/>
                    <a:pt x="29" y="34"/>
                    <a:pt x="32" y="34"/>
                  </a:cubicBezTo>
                  <a:cubicBezTo>
                    <a:pt x="33" y="35"/>
                    <a:pt x="37" y="36"/>
                    <a:pt x="38" y="35"/>
                  </a:cubicBezTo>
                  <a:cubicBezTo>
                    <a:pt x="41" y="34"/>
                    <a:pt x="33" y="26"/>
                    <a:pt x="32" y="24"/>
                  </a:cubicBezTo>
                  <a:cubicBezTo>
                    <a:pt x="27" y="16"/>
                    <a:pt x="27" y="8"/>
                    <a:pt x="24" y="0"/>
                  </a:cubicBezTo>
                  <a:cubicBezTo>
                    <a:pt x="23" y="10"/>
                    <a:pt x="26" y="19"/>
                    <a:pt x="29" y="28"/>
                  </a:cubicBezTo>
                  <a:cubicBezTo>
                    <a:pt x="24" y="30"/>
                    <a:pt x="18" y="29"/>
                    <a:pt x="13" y="30"/>
                  </a:cubicBezTo>
                  <a:cubicBezTo>
                    <a:pt x="11" y="31"/>
                    <a:pt x="8" y="32"/>
                    <a:pt x="6" y="33"/>
                  </a:cubicBezTo>
                  <a:cubicBezTo>
                    <a:pt x="4" y="35"/>
                    <a:pt x="2" y="36"/>
                    <a:pt x="0" y="37"/>
                  </a:cubicBezTo>
                </a:path>
              </a:pathLst>
            </a:custGeom>
            <a:solidFill>
              <a:srgbClr val="FC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0" name="Freeform 238">
              <a:extLst>
                <a:ext uri="{FF2B5EF4-FFF2-40B4-BE49-F238E27FC236}">
                  <a16:creationId xmlns:a16="http://schemas.microsoft.com/office/drawing/2014/main" id="{73A21508-193F-46AA-A9A9-2B7FF8B39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600"/>
              <a:ext cx="66" cy="40"/>
            </a:xfrm>
            <a:custGeom>
              <a:avLst/>
              <a:gdLst>
                <a:gd name="T0" fmla="*/ 0 w 44"/>
                <a:gd name="T1" fmla="*/ 0 h 27"/>
                <a:gd name="T2" fmla="*/ 41 w 44"/>
                <a:gd name="T3" fmla="*/ 36 h 27"/>
                <a:gd name="T4" fmla="*/ 80 w 44"/>
                <a:gd name="T5" fmla="*/ 68 h 27"/>
                <a:gd name="T6" fmla="*/ 149 w 44"/>
                <a:gd name="T7" fmla="*/ 87 h 27"/>
                <a:gd name="T8" fmla="*/ 68 w 44"/>
                <a:gd name="T9" fmla="*/ 41 h 27"/>
                <a:gd name="T10" fmla="*/ 12 w 44"/>
                <a:gd name="T11" fmla="*/ 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7">
                  <a:moveTo>
                    <a:pt x="0" y="0"/>
                  </a:moveTo>
                  <a:cubicBezTo>
                    <a:pt x="4" y="0"/>
                    <a:pt x="9" y="8"/>
                    <a:pt x="12" y="11"/>
                  </a:cubicBezTo>
                  <a:cubicBezTo>
                    <a:pt x="15" y="15"/>
                    <a:pt x="19" y="19"/>
                    <a:pt x="23" y="21"/>
                  </a:cubicBezTo>
                  <a:cubicBezTo>
                    <a:pt x="29" y="25"/>
                    <a:pt x="37" y="24"/>
                    <a:pt x="44" y="27"/>
                  </a:cubicBezTo>
                  <a:cubicBezTo>
                    <a:pt x="35" y="24"/>
                    <a:pt x="28" y="18"/>
                    <a:pt x="20" y="13"/>
                  </a:cubicBezTo>
                  <a:cubicBezTo>
                    <a:pt x="15" y="11"/>
                    <a:pt x="5" y="6"/>
                    <a:pt x="3" y="1"/>
                  </a:cubicBezTo>
                </a:path>
              </a:pathLst>
            </a:custGeom>
            <a:solidFill>
              <a:srgbClr val="FC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1" name="Freeform 239">
              <a:extLst>
                <a:ext uri="{FF2B5EF4-FFF2-40B4-BE49-F238E27FC236}">
                  <a16:creationId xmlns:a16="http://schemas.microsoft.com/office/drawing/2014/main" id="{1454315F-1A64-4C0F-A4A7-B622B1C93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730"/>
              <a:ext cx="15" cy="41"/>
            </a:xfrm>
            <a:custGeom>
              <a:avLst/>
              <a:gdLst>
                <a:gd name="T0" fmla="*/ 5 w 10"/>
                <a:gd name="T1" fmla="*/ 0 h 27"/>
                <a:gd name="T2" fmla="*/ 14 w 10"/>
                <a:gd name="T3" fmla="*/ 46 h 27"/>
                <a:gd name="T4" fmla="*/ 35 w 10"/>
                <a:gd name="T5" fmla="*/ 26 h 27"/>
                <a:gd name="T6" fmla="*/ 26 w 10"/>
                <a:gd name="T7" fmla="*/ 76 h 27"/>
                <a:gd name="T8" fmla="*/ 14 w 10"/>
                <a:gd name="T9" fmla="*/ 90 h 27"/>
                <a:gd name="T10" fmla="*/ 5 w 10"/>
                <a:gd name="T11" fmla="*/ 84 h 27"/>
                <a:gd name="T12" fmla="*/ 0 w 10"/>
                <a:gd name="T13" fmla="*/ 32 h 27"/>
                <a:gd name="T14" fmla="*/ 0 w 10"/>
                <a:gd name="T15" fmla="*/ 5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27">
                  <a:moveTo>
                    <a:pt x="1" y="0"/>
                  </a:moveTo>
                  <a:cubicBezTo>
                    <a:pt x="0" y="3"/>
                    <a:pt x="2" y="12"/>
                    <a:pt x="4" y="13"/>
                  </a:cubicBezTo>
                  <a:cubicBezTo>
                    <a:pt x="8" y="14"/>
                    <a:pt x="9" y="9"/>
                    <a:pt x="10" y="7"/>
                  </a:cubicBezTo>
                  <a:cubicBezTo>
                    <a:pt x="10" y="12"/>
                    <a:pt x="9" y="18"/>
                    <a:pt x="7" y="22"/>
                  </a:cubicBezTo>
                  <a:cubicBezTo>
                    <a:pt x="6" y="24"/>
                    <a:pt x="6" y="26"/>
                    <a:pt x="4" y="26"/>
                  </a:cubicBezTo>
                  <a:cubicBezTo>
                    <a:pt x="2" y="27"/>
                    <a:pt x="2" y="26"/>
                    <a:pt x="1" y="24"/>
                  </a:cubicBezTo>
                  <a:cubicBezTo>
                    <a:pt x="0" y="19"/>
                    <a:pt x="0" y="14"/>
                    <a:pt x="0" y="9"/>
                  </a:cubicBezTo>
                  <a:cubicBezTo>
                    <a:pt x="0" y="7"/>
                    <a:pt x="0" y="4"/>
                    <a:pt x="0" y="1"/>
                  </a:cubicBezTo>
                </a:path>
              </a:pathLst>
            </a:custGeom>
            <a:solidFill>
              <a:srgbClr val="FC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2" name="Freeform 240">
              <a:extLst>
                <a:ext uri="{FF2B5EF4-FFF2-40B4-BE49-F238E27FC236}">
                  <a16:creationId xmlns:a16="http://schemas.microsoft.com/office/drawing/2014/main" id="{942E9257-02D6-486D-A59B-41021A2A6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745"/>
              <a:ext cx="25" cy="46"/>
            </a:xfrm>
            <a:custGeom>
              <a:avLst/>
              <a:gdLst>
                <a:gd name="T0" fmla="*/ 0 w 17"/>
                <a:gd name="T1" fmla="*/ 1 h 31"/>
                <a:gd name="T2" fmla="*/ 15 w 17"/>
                <a:gd name="T3" fmla="*/ 22 h 31"/>
                <a:gd name="T4" fmla="*/ 32 w 17"/>
                <a:gd name="T5" fmla="*/ 36 h 31"/>
                <a:gd name="T6" fmla="*/ 41 w 17"/>
                <a:gd name="T7" fmla="*/ 0 h 31"/>
                <a:gd name="T8" fmla="*/ 51 w 17"/>
                <a:gd name="T9" fmla="*/ 55 h 31"/>
                <a:gd name="T10" fmla="*/ 41 w 17"/>
                <a:gd name="T11" fmla="*/ 82 h 31"/>
                <a:gd name="T12" fmla="*/ 0 w 17"/>
                <a:gd name="T13" fmla="*/ 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1">
                  <a:moveTo>
                    <a:pt x="0" y="1"/>
                  </a:moveTo>
                  <a:cubicBezTo>
                    <a:pt x="1" y="2"/>
                    <a:pt x="4" y="5"/>
                    <a:pt x="5" y="7"/>
                  </a:cubicBezTo>
                  <a:cubicBezTo>
                    <a:pt x="6" y="8"/>
                    <a:pt x="8" y="12"/>
                    <a:pt x="10" y="11"/>
                  </a:cubicBezTo>
                  <a:cubicBezTo>
                    <a:pt x="14" y="10"/>
                    <a:pt x="13" y="2"/>
                    <a:pt x="13" y="0"/>
                  </a:cubicBezTo>
                  <a:cubicBezTo>
                    <a:pt x="14" y="6"/>
                    <a:pt x="14" y="11"/>
                    <a:pt x="16" y="17"/>
                  </a:cubicBezTo>
                  <a:cubicBezTo>
                    <a:pt x="16" y="19"/>
                    <a:pt x="17" y="31"/>
                    <a:pt x="13" y="25"/>
                  </a:cubicBezTo>
                  <a:cubicBezTo>
                    <a:pt x="8" y="17"/>
                    <a:pt x="6" y="8"/>
                    <a:pt x="0" y="2"/>
                  </a:cubicBezTo>
                </a:path>
              </a:pathLst>
            </a:custGeom>
            <a:solidFill>
              <a:srgbClr val="FC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3" name="Freeform 241">
              <a:extLst>
                <a:ext uri="{FF2B5EF4-FFF2-40B4-BE49-F238E27FC236}">
                  <a16:creationId xmlns:a16="http://schemas.microsoft.com/office/drawing/2014/main" id="{2880792E-7182-4D2D-9EE5-5ED350F6E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2902"/>
              <a:ext cx="43" cy="37"/>
            </a:xfrm>
            <a:custGeom>
              <a:avLst/>
              <a:gdLst>
                <a:gd name="T0" fmla="*/ 0 w 29"/>
                <a:gd name="T1" fmla="*/ 49 h 25"/>
                <a:gd name="T2" fmla="*/ 53 w 29"/>
                <a:gd name="T3" fmla="*/ 36 h 25"/>
                <a:gd name="T4" fmla="*/ 9 w 29"/>
                <a:gd name="T5" fmla="*/ 0 h 25"/>
                <a:gd name="T6" fmla="*/ 86 w 29"/>
                <a:gd name="T7" fmla="*/ 59 h 25"/>
                <a:gd name="T8" fmla="*/ 15 w 29"/>
                <a:gd name="T9" fmla="*/ 5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5">
                  <a:moveTo>
                    <a:pt x="0" y="15"/>
                  </a:moveTo>
                  <a:cubicBezTo>
                    <a:pt x="5" y="17"/>
                    <a:pt x="16" y="19"/>
                    <a:pt x="16" y="11"/>
                  </a:cubicBezTo>
                  <a:cubicBezTo>
                    <a:pt x="16" y="5"/>
                    <a:pt x="7" y="2"/>
                    <a:pt x="3" y="0"/>
                  </a:cubicBezTo>
                  <a:cubicBezTo>
                    <a:pt x="8" y="1"/>
                    <a:pt x="29" y="9"/>
                    <a:pt x="26" y="18"/>
                  </a:cubicBezTo>
                  <a:cubicBezTo>
                    <a:pt x="23" y="25"/>
                    <a:pt x="9" y="18"/>
                    <a:pt x="5" y="17"/>
                  </a:cubicBezTo>
                </a:path>
              </a:pathLst>
            </a:custGeom>
            <a:solidFill>
              <a:srgbClr val="FC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4" name="Freeform 242">
              <a:extLst>
                <a:ext uri="{FF2B5EF4-FFF2-40B4-BE49-F238E27FC236}">
                  <a16:creationId xmlns:a16="http://schemas.microsoft.com/office/drawing/2014/main" id="{8ADDECAB-C847-4C92-BF59-3DA087D87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911"/>
              <a:ext cx="41" cy="36"/>
            </a:xfrm>
            <a:custGeom>
              <a:avLst/>
              <a:gdLst>
                <a:gd name="T0" fmla="*/ 76 w 27"/>
                <a:gd name="T1" fmla="*/ 80 h 24"/>
                <a:gd name="T2" fmla="*/ 32 w 27"/>
                <a:gd name="T3" fmla="*/ 39 h 24"/>
                <a:gd name="T4" fmla="*/ 94 w 27"/>
                <a:gd name="T5" fmla="*/ 35 h 24"/>
                <a:gd name="T6" fmla="*/ 21 w 27"/>
                <a:gd name="T7" fmla="*/ 26 h 24"/>
                <a:gd name="T8" fmla="*/ 70 w 27"/>
                <a:gd name="T9" fmla="*/ 8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22" y="23"/>
                  </a:moveTo>
                  <a:cubicBezTo>
                    <a:pt x="17" y="19"/>
                    <a:pt x="12" y="17"/>
                    <a:pt x="9" y="11"/>
                  </a:cubicBezTo>
                  <a:cubicBezTo>
                    <a:pt x="13" y="8"/>
                    <a:pt x="23" y="8"/>
                    <a:pt x="27" y="10"/>
                  </a:cubicBezTo>
                  <a:cubicBezTo>
                    <a:pt x="21" y="11"/>
                    <a:pt x="11" y="0"/>
                    <a:pt x="6" y="7"/>
                  </a:cubicBezTo>
                  <a:cubicBezTo>
                    <a:pt x="0" y="15"/>
                    <a:pt x="16" y="20"/>
                    <a:pt x="20" y="24"/>
                  </a:cubicBezTo>
                </a:path>
              </a:pathLst>
            </a:custGeom>
            <a:solidFill>
              <a:srgbClr val="FC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5" name="Freeform 243">
              <a:extLst>
                <a:ext uri="{FF2B5EF4-FFF2-40B4-BE49-F238E27FC236}">
                  <a16:creationId xmlns:a16="http://schemas.microsoft.com/office/drawing/2014/main" id="{BCD66761-D11B-418B-ADD0-D8B49AABF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709"/>
              <a:ext cx="34" cy="24"/>
            </a:xfrm>
            <a:custGeom>
              <a:avLst/>
              <a:gdLst>
                <a:gd name="T0" fmla="*/ 0 w 23"/>
                <a:gd name="T1" fmla="*/ 26 h 16"/>
                <a:gd name="T2" fmla="*/ 46 w 23"/>
                <a:gd name="T3" fmla="*/ 18 h 16"/>
                <a:gd name="T4" fmla="*/ 74 w 23"/>
                <a:gd name="T5" fmla="*/ 54 h 16"/>
                <a:gd name="T6" fmla="*/ 49 w 23"/>
                <a:gd name="T7" fmla="*/ 5 h 16"/>
                <a:gd name="T8" fmla="*/ 0 w 23"/>
                <a:gd name="T9" fmla="*/ 1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0" y="7"/>
                  </a:moveTo>
                  <a:cubicBezTo>
                    <a:pt x="5" y="8"/>
                    <a:pt x="9" y="4"/>
                    <a:pt x="14" y="5"/>
                  </a:cubicBezTo>
                  <a:cubicBezTo>
                    <a:pt x="19" y="6"/>
                    <a:pt x="22" y="13"/>
                    <a:pt x="23" y="16"/>
                  </a:cubicBezTo>
                  <a:cubicBezTo>
                    <a:pt x="21" y="11"/>
                    <a:pt x="19" y="3"/>
                    <a:pt x="15" y="1"/>
                  </a:cubicBezTo>
                  <a:cubicBezTo>
                    <a:pt x="10" y="0"/>
                    <a:pt x="5" y="4"/>
                    <a:pt x="0" y="5"/>
                  </a:cubicBezTo>
                </a:path>
              </a:pathLst>
            </a:custGeom>
            <a:solidFill>
              <a:srgbClr val="FC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6" name="Freeform 244">
              <a:extLst>
                <a:ext uri="{FF2B5EF4-FFF2-40B4-BE49-F238E27FC236}">
                  <a16:creationId xmlns:a16="http://schemas.microsoft.com/office/drawing/2014/main" id="{34171C05-5EA7-48C9-B551-142638B8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567"/>
              <a:ext cx="33" cy="53"/>
            </a:xfrm>
            <a:custGeom>
              <a:avLst/>
              <a:gdLst>
                <a:gd name="T0" fmla="*/ 0 w 22"/>
                <a:gd name="T1" fmla="*/ 18 h 35"/>
                <a:gd name="T2" fmla="*/ 53 w 22"/>
                <a:gd name="T3" fmla="*/ 45 h 35"/>
                <a:gd name="T4" fmla="*/ 62 w 22"/>
                <a:gd name="T5" fmla="*/ 121 h 35"/>
                <a:gd name="T6" fmla="*/ 66 w 22"/>
                <a:gd name="T7" fmla="*/ 27 h 35"/>
                <a:gd name="T8" fmla="*/ 12 w 22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5">
                  <a:moveTo>
                    <a:pt x="0" y="5"/>
                  </a:moveTo>
                  <a:cubicBezTo>
                    <a:pt x="8" y="6"/>
                    <a:pt x="13" y="5"/>
                    <a:pt x="15" y="13"/>
                  </a:cubicBezTo>
                  <a:cubicBezTo>
                    <a:pt x="17" y="20"/>
                    <a:pt x="18" y="29"/>
                    <a:pt x="18" y="35"/>
                  </a:cubicBezTo>
                  <a:cubicBezTo>
                    <a:pt x="20" y="28"/>
                    <a:pt x="22" y="15"/>
                    <a:pt x="19" y="8"/>
                  </a:cubicBezTo>
                  <a:cubicBezTo>
                    <a:pt x="16" y="0"/>
                    <a:pt x="9" y="5"/>
                    <a:pt x="3" y="2"/>
                  </a:cubicBezTo>
                </a:path>
              </a:pathLst>
            </a:custGeom>
            <a:solidFill>
              <a:srgbClr val="FC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7" name="Freeform 245">
              <a:extLst>
                <a:ext uri="{FF2B5EF4-FFF2-40B4-BE49-F238E27FC236}">
                  <a16:creationId xmlns:a16="http://schemas.microsoft.com/office/drawing/2014/main" id="{58E1AABC-C587-4048-B0C1-328A801CC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593"/>
              <a:ext cx="39" cy="70"/>
            </a:xfrm>
            <a:custGeom>
              <a:avLst/>
              <a:gdLst>
                <a:gd name="T0" fmla="*/ 35 w 26"/>
                <a:gd name="T1" fmla="*/ 0 h 47"/>
                <a:gd name="T2" fmla="*/ 35 w 26"/>
                <a:gd name="T3" fmla="*/ 76 h 47"/>
                <a:gd name="T4" fmla="*/ 89 w 26"/>
                <a:gd name="T5" fmla="*/ 42 h 47"/>
                <a:gd name="T6" fmla="*/ 12 w 26"/>
                <a:gd name="T7" fmla="*/ 115 h 47"/>
                <a:gd name="T8" fmla="*/ 27 w 26"/>
                <a:gd name="T9" fmla="*/ 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7">
                  <a:moveTo>
                    <a:pt x="10" y="0"/>
                  </a:moveTo>
                  <a:cubicBezTo>
                    <a:pt x="7" y="5"/>
                    <a:pt x="3" y="19"/>
                    <a:pt x="10" y="23"/>
                  </a:cubicBezTo>
                  <a:cubicBezTo>
                    <a:pt x="17" y="27"/>
                    <a:pt x="23" y="16"/>
                    <a:pt x="26" y="13"/>
                  </a:cubicBezTo>
                  <a:cubicBezTo>
                    <a:pt x="24" y="21"/>
                    <a:pt x="8" y="47"/>
                    <a:pt x="3" y="35"/>
                  </a:cubicBezTo>
                  <a:cubicBezTo>
                    <a:pt x="0" y="27"/>
                    <a:pt x="3" y="8"/>
                    <a:pt x="8" y="2"/>
                  </a:cubicBezTo>
                </a:path>
              </a:pathLst>
            </a:custGeom>
            <a:solidFill>
              <a:srgbClr val="FC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8" name="Freeform 246">
              <a:extLst>
                <a:ext uri="{FF2B5EF4-FFF2-40B4-BE49-F238E27FC236}">
                  <a16:creationId xmlns:a16="http://schemas.microsoft.com/office/drawing/2014/main" id="{9CF08CC3-4BB4-487D-A1B9-2BC3A145D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732"/>
              <a:ext cx="50" cy="61"/>
            </a:xfrm>
            <a:custGeom>
              <a:avLst/>
              <a:gdLst>
                <a:gd name="T0" fmla="*/ 59 w 33"/>
                <a:gd name="T1" fmla="*/ 135 h 41"/>
                <a:gd name="T2" fmla="*/ 41 w 33"/>
                <a:gd name="T3" fmla="*/ 54 h 41"/>
                <a:gd name="T4" fmla="*/ 115 w 33"/>
                <a:gd name="T5" fmla="*/ 76 h 41"/>
                <a:gd name="T6" fmla="*/ 21 w 33"/>
                <a:gd name="T7" fmla="*/ 19 h 41"/>
                <a:gd name="T8" fmla="*/ 48 w 33"/>
                <a:gd name="T9" fmla="*/ 12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1">
                  <a:moveTo>
                    <a:pt x="17" y="41"/>
                  </a:moveTo>
                  <a:cubicBezTo>
                    <a:pt x="16" y="35"/>
                    <a:pt x="7" y="24"/>
                    <a:pt x="12" y="16"/>
                  </a:cubicBezTo>
                  <a:cubicBezTo>
                    <a:pt x="17" y="9"/>
                    <a:pt x="28" y="21"/>
                    <a:pt x="33" y="23"/>
                  </a:cubicBezTo>
                  <a:cubicBezTo>
                    <a:pt x="27" y="22"/>
                    <a:pt x="12" y="0"/>
                    <a:pt x="6" y="6"/>
                  </a:cubicBezTo>
                  <a:cubicBezTo>
                    <a:pt x="0" y="11"/>
                    <a:pt x="10" y="36"/>
                    <a:pt x="14" y="39"/>
                  </a:cubicBezTo>
                </a:path>
              </a:pathLst>
            </a:custGeom>
            <a:solidFill>
              <a:srgbClr val="FC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9" name="Freeform 247">
              <a:extLst>
                <a:ext uri="{FF2B5EF4-FFF2-40B4-BE49-F238E27FC236}">
                  <a16:creationId xmlns:a16="http://schemas.microsoft.com/office/drawing/2014/main" id="{E6B5E7DE-6433-42B7-AC4E-C48025311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812"/>
              <a:ext cx="42" cy="35"/>
            </a:xfrm>
            <a:custGeom>
              <a:avLst/>
              <a:gdLst>
                <a:gd name="T0" fmla="*/ 0 w 28"/>
                <a:gd name="T1" fmla="*/ 27 h 23"/>
                <a:gd name="T2" fmla="*/ 66 w 28"/>
                <a:gd name="T3" fmla="*/ 26 h 23"/>
                <a:gd name="T4" fmla="*/ 66 w 28"/>
                <a:gd name="T5" fmla="*/ 81 h 23"/>
                <a:gd name="T6" fmla="*/ 75 w 28"/>
                <a:gd name="T7" fmla="*/ 18 h 23"/>
                <a:gd name="T8" fmla="*/ 14 w 28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0" y="8"/>
                  </a:moveTo>
                  <a:cubicBezTo>
                    <a:pt x="4" y="8"/>
                    <a:pt x="17" y="5"/>
                    <a:pt x="19" y="7"/>
                  </a:cubicBezTo>
                  <a:cubicBezTo>
                    <a:pt x="22" y="9"/>
                    <a:pt x="19" y="19"/>
                    <a:pt x="19" y="23"/>
                  </a:cubicBezTo>
                  <a:cubicBezTo>
                    <a:pt x="20" y="18"/>
                    <a:pt x="28" y="11"/>
                    <a:pt x="22" y="5"/>
                  </a:cubicBezTo>
                  <a:cubicBezTo>
                    <a:pt x="17" y="0"/>
                    <a:pt x="9" y="7"/>
                    <a:pt x="4" y="6"/>
                  </a:cubicBezTo>
                </a:path>
              </a:pathLst>
            </a:custGeom>
            <a:solidFill>
              <a:srgbClr val="FC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0" name="Freeform 248">
              <a:extLst>
                <a:ext uri="{FF2B5EF4-FFF2-40B4-BE49-F238E27FC236}">
                  <a16:creationId xmlns:a16="http://schemas.microsoft.com/office/drawing/2014/main" id="{2CC7DF49-D6F9-4737-B4FA-8F9D7585B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353"/>
              <a:ext cx="23" cy="41"/>
            </a:xfrm>
            <a:custGeom>
              <a:avLst/>
              <a:gdLst>
                <a:gd name="T0" fmla="*/ 18 w 15"/>
                <a:gd name="T1" fmla="*/ 0 h 27"/>
                <a:gd name="T2" fmla="*/ 26 w 15"/>
                <a:gd name="T3" fmla="*/ 46 h 27"/>
                <a:gd name="T4" fmla="*/ 49 w 15"/>
                <a:gd name="T5" fmla="*/ 5 h 27"/>
                <a:gd name="T6" fmla="*/ 21 w 15"/>
                <a:gd name="T7" fmla="*/ 88 h 27"/>
                <a:gd name="T8" fmla="*/ 8 w 15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7">
                  <a:moveTo>
                    <a:pt x="5" y="0"/>
                  </a:moveTo>
                  <a:cubicBezTo>
                    <a:pt x="6" y="4"/>
                    <a:pt x="6" y="9"/>
                    <a:pt x="7" y="13"/>
                  </a:cubicBezTo>
                  <a:cubicBezTo>
                    <a:pt x="13" y="13"/>
                    <a:pt x="13" y="6"/>
                    <a:pt x="14" y="1"/>
                  </a:cubicBezTo>
                  <a:cubicBezTo>
                    <a:pt x="14" y="5"/>
                    <a:pt x="15" y="27"/>
                    <a:pt x="6" y="25"/>
                  </a:cubicBezTo>
                  <a:cubicBezTo>
                    <a:pt x="0" y="24"/>
                    <a:pt x="2" y="4"/>
                    <a:pt x="2" y="0"/>
                  </a:cubicBezTo>
                </a:path>
              </a:pathLst>
            </a:custGeom>
            <a:solidFill>
              <a:srgbClr val="FC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1" name="Freeform 249">
              <a:extLst>
                <a:ext uri="{FF2B5EF4-FFF2-40B4-BE49-F238E27FC236}">
                  <a16:creationId xmlns:a16="http://schemas.microsoft.com/office/drawing/2014/main" id="{A9AFB772-747A-41A5-AA0E-F45332B76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395"/>
              <a:ext cx="46" cy="123"/>
            </a:xfrm>
            <a:custGeom>
              <a:avLst/>
              <a:gdLst>
                <a:gd name="T0" fmla="*/ 15 w 31"/>
                <a:gd name="T1" fmla="*/ 0 h 82"/>
                <a:gd name="T2" fmla="*/ 40 w 31"/>
                <a:gd name="T3" fmla="*/ 156 h 82"/>
                <a:gd name="T4" fmla="*/ 68 w 31"/>
                <a:gd name="T5" fmla="*/ 230 h 82"/>
                <a:gd name="T6" fmla="*/ 101 w 31"/>
                <a:gd name="T7" fmla="*/ 278 h 82"/>
                <a:gd name="T8" fmla="*/ 15 w 31"/>
                <a:gd name="T9" fmla="*/ 129 h 82"/>
                <a:gd name="T10" fmla="*/ 9 w 31"/>
                <a:gd name="T11" fmla="*/ 18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82">
                  <a:moveTo>
                    <a:pt x="5" y="0"/>
                  </a:moveTo>
                  <a:cubicBezTo>
                    <a:pt x="0" y="13"/>
                    <a:pt x="8" y="34"/>
                    <a:pt x="12" y="46"/>
                  </a:cubicBezTo>
                  <a:cubicBezTo>
                    <a:pt x="15" y="53"/>
                    <a:pt x="17" y="62"/>
                    <a:pt x="21" y="68"/>
                  </a:cubicBezTo>
                  <a:cubicBezTo>
                    <a:pt x="24" y="73"/>
                    <a:pt x="29" y="77"/>
                    <a:pt x="31" y="82"/>
                  </a:cubicBezTo>
                  <a:cubicBezTo>
                    <a:pt x="18" y="69"/>
                    <a:pt x="8" y="56"/>
                    <a:pt x="5" y="38"/>
                  </a:cubicBezTo>
                  <a:cubicBezTo>
                    <a:pt x="4" y="30"/>
                    <a:pt x="0" y="12"/>
                    <a:pt x="3" y="5"/>
                  </a:cubicBezTo>
                </a:path>
              </a:pathLst>
            </a:custGeom>
            <a:solidFill>
              <a:srgbClr val="FCE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340" name="Text Box 250">
            <a:extLst>
              <a:ext uri="{FF2B5EF4-FFF2-40B4-BE49-F238E27FC236}">
                <a16:creationId xmlns:a16="http://schemas.microsoft.com/office/drawing/2014/main" id="{45758238-59D8-4837-AD7C-B9D03DD6FC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5850" y="3128963"/>
            <a:ext cx="901700" cy="7381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FF6699"/>
                </a:solidFill>
              </a:rPr>
              <a:t>Higher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FF6699"/>
                </a:solidFill>
              </a:rPr>
              <a:t>mental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FF6699"/>
                </a:solidFill>
              </a:rPr>
              <a:t>functions</a:t>
            </a:r>
          </a:p>
        </p:txBody>
      </p:sp>
      <p:sp>
        <p:nvSpPr>
          <p:cNvPr id="14341" name="Text Box 251">
            <a:extLst>
              <a:ext uri="{FF2B5EF4-FFF2-40B4-BE49-F238E27FC236}">
                <a16:creationId xmlns:a16="http://schemas.microsoft.com/office/drawing/2014/main" id="{9808114E-9B32-421D-A47B-C597B9EAEF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5000" y="2051050"/>
            <a:ext cx="11795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E7EAF1"/>
                </a:solidFill>
              </a:rPr>
              <a:t>Broca’s area</a:t>
            </a:r>
          </a:p>
        </p:txBody>
      </p:sp>
      <p:sp>
        <p:nvSpPr>
          <p:cNvPr id="14342" name="Line 252">
            <a:extLst>
              <a:ext uri="{FF2B5EF4-FFF2-40B4-BE49-F238E27FC236}">
                <a16:creationId xmlns:a16="http://schemas.microsoft.com/office/drawing/2014/main" id="{D6BCC625-0B43-4470-8046-388DC7069BD8}"/>
              </a:ext>
            </a:extLst>
          </p:cNvPr>
          <p:cNvSpPr>
            <a:spLocks noChangeShapeType="1"/>
          </p:cNvSpPr>
          <p:nvPr/>
        </p:nvSpPr>
        <p:spPr bwMode="auto">
          <a:xfrm>
            <a:off x="4114800" y="2508250"/>
            <a:ext cx="457200" cy="914400"/>
          </a:xfrm>
          <a:prstGeom prst="line">
            <a:avLst/>
          </a:prstGeom>
          <a:noFill/>
          <a:ln w="19050">
            <a:solidFill>
              <a:srgbClr val="E7EAF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4343" name="Text Box 253">
            <a:extLst>
              <a:ext uri="{FF2B5EF4-FFF2-40B4-BE49-F238E27FC236}">
                <a16:creationId xmlns:a16="http://schemas.microsoft.com/office/drawing/2014/main" id="{5B2766CF-D938-41AD-9334-9BE1BD3D3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1263" y="1441450"/>
            <a:ext cx="811212" cy="738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3EBA3E"/>
                </a:solidFill>
              </a:rPr>
              <a:t>Motor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3EBA3E"/>
                </a:solidFill>
              </a:rPr>
              <a:t>function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3EBA3E"/>
                </a:solidFill>
              </a:rPr>
              <a:t>area</a:t>
            </a:r>
          </a:p>
        </p:txBody>
      </p:sp>
      <p:sp>
        <p:nvSpPr>
          <p:cNvPr id="14344" name="Text Box 254">
            <a:extLst>
              <a:ext uri="{FF2B5EF4-FFF2-40B4-BE49-F238E27FC236}">
                <a16:creationId xmlns:a16="http://schemas.microsoft.com/office/drawing/2014/main" id="{F7ED023B-A131-44B3-BF6D-CE49C65932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3125" y="1593850"/>
            <a:ext cx="811213" cy="738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FF3300"/>
                </a:solidFill>
              </a:rPr>
              <a:t>Motor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FF3300"/>
                </a:solidFill>
              </a:rPr>
              <a:t>function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FF3300"/>
                </a:solidFill>
              </a:rPr>
              <a:t>area</a:t>
            </a:r>
          </a:p>
        </p:txBody>
      </p:sp>
      <p:sp>
        <p:nvSpPr>
          <p:cNvPr id="14345" name="Text Box 255">
            <a:extLst>
              <a:ext uri="{FF2B5EF4-FFF2-40B4-BE49-F238E27FC236}">
                <a16:creationId xmlns:a16="http://schemas.microsoft.com/office/drawing/2014/main" id="{5691228C-7B12-4D63-BFE3-7FD46DEEB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2279650"/>
            <a:ext cx="1428750" cy="738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F9933"/>
                </a:solidFill>
              </a:rPr>
              <a:t>Somatosensory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FF9933"/>
                </a:solidFill>
              </a:rPr>
              <a:t>Association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FF9933"/>
                </a:solidFill>
              </a:rPr>
              <a:t>area</a:t>
            </a:r>
          </a:p>
        </p:txBody>
      </p:sp>
      <p:sp>
        <p:nvSpPr>
          <p:cNvPr id="14346" name="Text Box 256">
            <a:extLst>
              <a:ext uri="{FF2B5EF4-FFF2-40B4-BE49-F238E27FC236}">
                <a16:creationId xmlns:a16="http://schemas.microsoft.com/office/drawing/2014/main" id="{C098C98E-D2DD-4414-9A83-B1C2A3674D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9263" y="1974850"/>
            <a:ext cx="84137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CCECFF"/>
                </a:solidFill>
              </a:rPr>
              <a:t>Sensory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CCECFF"/>
                </a:solidFill>
              </a:rPr>
              <a:t>area</a:t>
            </a:r>
          </a:p>
        </p:txBody>
      </p:sp>
      <p:sp>
        <p:nvSpPr>
          <p:cNvPr id="14347" name="Text Box 257">
            <a:extLst>
              <a:ext uri="{FF2B5EF4-FFF2-40B4-BE49-F238E27FC236}">
                <a16:creationId xmlns:a16="http://schemas.microsoft.com/office/drawing/2014/main" id="{231B62E8-C98C-4F20-8581-E4F206FA5B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4700" y="5403850"/>
            <a:ext cx="1495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FFC000"/>
                </a:solidFill>
              </a:rPr>
              <a:t>Association area</a:t>
            </a:r>
          </a:p>
        </p:txBody>
      </p:sp>
      <p:sp>
        <p:nvSpPr>
          <p:cNvPr id="14348" name="Text Box 258">
            <a:extLst>
              <a:ext uri="{FF2B5EF4-FFF2-40B4-BE49-F238E27FC236}">
                <a16:creationId xmlns:a16="http://schemas.microsoft.com/office/drawing/2014/main" id="{B00BFEB0-236B-4B38-AFDA-EE267CB777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0450" y="4108450"/>
            <a:ext cx="10715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F8A0DB"/>
                </a:solidFill>
              </a:rPr>
              <a:t>Visual area</a:t>
            </a:r>
          </a:p>
        </p:txBody>
      </p:sp>
      <p:sp>
        <p:nvSpPr>
          <p:cNvPr id="14349" name="Text Box 259">
            <a:extLst>
              <a:ext uri="{FF2B5EF4-FFF2-40B4-BE49-F238E27FC236}">
                <a16:creationId xmlns:a16="http://schemas.microsoft.com/office/drawing/2014/main" id="{F293BFBC-6D12-49EE-BB0A-2D4CD1E985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400" y="5403850"/>
            <a:ext cx="14557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3EBA3E"/>
                </a:solidFill>
              </a:rPr>
              <a:t>Wernicke’s area</a:t>
            </a:r>
          </a:p>
        </p:txBody>
      </p:sp>
      <p:sp>
        <p:nvSpPr>
          <p:cNvPr id="14350" name="Line 260">
            <a:extLst>
              <a:ext uri="{FF2B5EF4-FFF2-40B4-BE49-F238E27FC236}">
                <a16:creationId xmlns:a16="http://schemas.microsoft.com/office/drawing/2014/main" id="{30ADA0B9-B662-4C4C-82BD-E9661553388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934200" y="4184650"/>
            <a:ext cx="914400" cy="1295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4351" name="Text Box 261">
            <a:extLst>
              <a:ext uri="{FF2B5EF4-FFF2-40B4-BE49-F238E27FC236}">
                <a16:creationId xmlns:a16="http://schemas.microsoft.com/office/drawing/2014/main" id="{F4AAC43A-9CF5-444F-A3A7-E9E7104631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5800" y="3117850"/>
            <a:ext cx="12382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9960D8"/>
                </a:solidFill>
              </a:rPr>
              <a:t>Auditory area</a:t>
            </a:r>
          </a:p>
        </p:txBody>
      </p:sp>
      <p:sp>
        <p:nvSpPr>
          <p:cNvPr id="14352" name="Line 262">
            <a:extLst>
              <a:ext uri="{FF2B5EF4-FFF2-40B4-BE49-F238E27FC236}">
                <a16:creationId xmlns:a16="http://schemas.microsoft.com/office/drawing/2014/main" id="{BC609B33-474B-46DA-AFDD-36CECF62815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81800" y="3346450"/>
            <a:ext cx="1524000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33E83995-7109-42C2-9A91-A6618F919ED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Suprachiasmatic nucleus</a:t>
            </a:r>
          </a:p>
        </p:txBody>
      </p:sp>
      <p:grpSp>
        <p:nvGrpSpPr>
          <p:cNvPr id="57346" name="Suprachiasmatic-nucleus-anatomical-diagram">
            <a:extLst>
              <a:ext uri="{FF2B5EF4-FFF2-40B4-BE49-F238E27FC236}">
                <a16:creationId xmlns:a16="http://schemas.microsoft.com/office/drawing/2014/main" id="{B60B3A6B-F116-481D-A67D-3F407E1ABDCA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1371600"/>
            <a:ext cx="2281238" cy="1908175"/>
            <a:chOff x="723" y="941"/>
            <a:chExt cx="1235" cy="1033"/>
          </a:xfrm>
        </p:grpSpPr>
        <p:sp>
          <p:nvSpPr>
            <p:cNvPr id="57764" name="Freeform 4">
              <a:extLst>
                <a:ext uri="{FF2B5EF4-FFF2-40B4-BE49-F238E27FC236}">
                  <a16:creationId xmlns:a16="http://schemas.microsoft.com/office/drawing/2014/main" id="{4B707B34-C928-410A-83B7-55E003E2F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941"/>
              <a:ext cx="1235" cy="1033"/>
            </a:xfrm>
            <a:custGeom>
              <a:avLst/>
              <a:gdLst>
                <a:gd name="T0" fmla="*/ 7313 w 494"/>
                <a:gd name="T1" fmla="*/ 1994 h 387"/>
                <a:gd name="T2" fmla="*/ 6800 w 494"/>
                <a:gd name="T3" fmla="*/ 1425 h 387"/>
                <a:gd name="T4" fmla="*/ 6270 w 494"/>
                <a:gd name="T5" fmla="*/ 1174 h 387"/>
                <a:gd name="T6" fmla="*/ 5875 w 494"/>
                <a:gd name="T7" fmla="*/ 1276 h 387"/>
                <a:gd name="T8" fmla="*/ 5833 w 494"/>
                <a:gd name="T9" fmla="*/ 1297 h 387"/>
                <a:gd name="T10" fmla="*/ 5895 w 494"/>
                <a:gd name="T11" fmla="*/ 1311 h 387"/>
                <a:gd name="T12" fmla="*/ 5720 w 494"/>
                <a:gd name="T13" fmla="*/ 1255 h 387"/>
                <a:gd name="T14" fmla="*/ 5738 w 494"/>
                <a:gd name="T15" fmla="*/ 1255 h 387"/>
                <a:gd name="T16" fmla="*/ 5750 w 494"/>
                <a:gd name="T17" fmla="*/ 1105 h 387"/>
                <a:gd name="T18" fmla="*/ 4425 w 494"/>
                <a:gd name="T19" fmla="*/ 763 h 387"/>
                <a:gd name="T20" fmla="*/ 3688 w 494"/>
                <a:gd name="T21" fmla="*/ 606 h 387"/>
                <a:gd name="T22" fmla="*/ 3375 w 494"/>
                <a:gd name="T23" fmla="*/ 892 h 387"/>
                <a:gd name="T24" fmla="*/ 3270 w 494"/>
                <a:gd name="T25" fmla="*/ 819 h 387"/>
                <a:gd name="T26" fmla="*/ 2188 w 494"/>
                <a:gd name="T27" fmla="*/ 286 h 387"/>
                <a:gd name="T28" fmla="*/ 2395 w 494"/>
                <a:gd name="T29" fmla="*/ 1239 h 387"/>
                <a:gd name="T30" fmla="*/ 2000 w 494"/>
                <a:gd name="T31" fmla="*/ 1425 h 387"/>
                <a:gd name="T32" fmla="*/ 1800 w 494"/>
                <a:gd name="T33" fmla="*/ 1903 h 387"/>
                <a:gd name="T34" fmla="*/ 1438 w 494"/>
                <a:gd name="T35" fmla="*/ 1652 h 387"/>
                <a:gd name="T36" fmla="*/ 488 w 494"/>
                <a:gd name="T37" fmla="*/ 1938 h 387"/>
                <a:gd name="T38" fmla="*/ 83 w 494"/>
                <a:gd name="T39" fmla="*/ 3363 h 387"/>
                <a:gd name="T40" fmla="*/ 63 w 494"/>
                <a:gd name="T41" fmla="*/ 5344 h 387"/>
                <a:gd name="T42" fmla="*/ 658 w 494"/>
                <a:gd name="T43" fmla="*/ 5686 h 387"/>
                <a:gd name="T44" fmla="*/ 645 w 494"/>
                <a:gd name="T45" fmla="*/ 5608 h 387"/>
                <a:gd name="T46" fmla="*/ 925 w 494"/>
                <a:gd name="T47" fmla="*/ 5992 h 387"/>
                <a:gd name="T48" fmla="*/ 925 w 494"/>
                <a:gd name="T49" fmla="*/ 5992 h 387"/>
                <a:gd name="T50" fmla="*/ 738 w 494"/>
                <a:gd name="T51" fmla="*/ 6540 h 387"/>
                <a:gd name="T52" fmla="*/ 1238 w 494"/>
                <a:gd name="T53" fmla="*/ 6961 h 387"/>
                <a:gd name="T54" fmla="*/ 1908 w 494"/>
                <a:gd name="T55" fmla="*/ 6561 h 387"/>
                <a:gd name="T56" fmla="*/ 2500 w 494"/>
                <a:gd name="T57" fmla="*/ 6334 h 387"/>
                <a:gd name="T58" fmla="*/ 2783 w 494"/>
                <a:gd name="T59" fmla="*/ 7017 h 387"/>
                <a:gd name="T60" fmla="*/ 3438 w 494"/>
                <a:gd name="T61" fmla="*/ 6927 h 387"/>
                <a:gd name="T62" fmla="*/ 3395 w 494"/>
                <a:gd name="T63" fmla="*/ 7039 h 387"/>
                <a:gd name="T64" fmla="*/ 4613 w 494"/>
                <a:gd name="T65" fmla="*/ 6825 h 387"/>
                <a:gd name="T66" fmla="*/ 6020 w 494"/>
                <a:gd name="T67" fmla="*/ 5720 h 387"/>
                <a:gd name="T68" fmla="*/ 6033 w 494"/>
                <a:gd name="T69" fmla="*/ 5686 h 387"/>
                <a:gd name="T70" fmla="*/ 5970 w 494"/>
                <a:gd name="T71" fmla="*/ 5629 h 387"/>
                <a:gd name="T72" fmla="*/ 6658 w 494"/>
                <a:gd name="T73" fmla="*/ 5493 h 387"/>
                <a:gd name="T74" fmla="*/ 7375 w 494"/>
                <a:gd name="T75" fmla="*/ 4738 h 387"/>
                <a:gd name="T76" fmla="*/ 7563 w 494"/>
                <a:gd name="T77" fmla="*/ 3590 h 387"/>
                <a:gd name="T78" fmla="*/ 7313 w 494"/>
                <a:gd name="T79" fmla="*/ 1994 h 3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94" h="387">
                  <a:moveTo>
                    <a:pt x="468" y="105"/>
                  </a:moveTo>
                  <a:cubicBezTo>
                    <a:pt x="457" y="95"/>
                    <a:pt x="447" y="84"/>
                    <a:pt x="435" y="75"/>
                  </a:cubicBezTo>
                  <a:cubicBezTo>
                    <a:pt x="426" y="68"/>
                    <a:pt x="413" y="63"/>
                    <a:pt x="401" y="62"/>
                  </a:cubicBezTo>
                  <a:cubicBezTo>
                    <a:pt x="392" y="62"/>
                    <a:pt x="384" y="66"/>
                    <a:pt x="376" y="67"/>
                  </a:cubicBezTo>
                  <a:cubicBezTo>
                    <a:pt x="373" y="68"/>
                    <a:pt x="373" y="68"/>
                    <a:pt x="373" y="68"/>
                  </a:cubicBezTo>
                  <a:cubicBezTo>
                    <a:pt x="375" y="68"/>
                    <a:pt x="376" y="69"/>
                    <a:pt x="377" y="69"/>
                  </a:cubicBezTo>
                  <a:cubicBezTo>
                    <a:pt x="374" y="68"/>
                    <a:pt x="370" y="67"/>
                    <a:pt x="366" y="66"/>
                  </a:cubicBezTo>
                  <a:cubicBezTo>
                    <a:pt x="366" y="66"/>
                    <a:pt x="367" y="66"/>
                    <a:pt x="367" y="66"/>
                  </a:cubicBezTo>
                  <a:cubicBezTo>
                    <a:pt x="368" y="64"/>
                    <a:pt x="369" y="61"/>
                    <a:pt x="368" y="58"/>
                  </a:cubicBezTo>
                  <a:cubicBezTo>
                    <a:pt x="365" y="47"/>
                    <a:pt x="301" y="45"/>
                    <a:pt x="283" y="40"/>
                  </a:cubicBezTo>
                  <a:cubicBezTo>
                    <a:pt x="267" y="35"/>
                    <a:pt x="253" y="26"/>
                    <a:pt x="236" y="32"/>
                  </a:cubicBezTo>
                  <a:cubicBezTo>
                    <a:pt x="230" y="33"/>
                    <a:pt x="222" y="39"/>
                    <a:pt x="216" y="47"/>
                  </a:cubicBezTo>
                  <a:cubicBezTo>
                    <a:pt x="213" y="46"/>
                    <a:pt x="211" y="45"/>
                    <a:pt x="209" y="43"/>
                  </a:cubicBezTo>
                  <a:cubicBezTo>
                    <a:pt x="191" y="32"/>
                    <a:pt x="158" y="0"/>
                    <a:pt x="140" y="15"/>
                  </a:cubicBezTo>
                  <a:cubicBezTo>
                    <a:pt x="128" y="24"/>
                    <a:pt x="140" y="44"/>
                    <a:pt x="153" y="65"/>
                  </a:cubicBezTo>
                  <a:cubicBezTo>
                    <a:pt x="143" y="67"/>
                    <a:pt x="133" y="70"/>
                    <a:pt x="128" y="75"/>
                  </a:cubicBezTo>
                  <a:cubicBezTo>
                    <a:pt x="123" y="80"/>
                    <a:pt x="118" y="90"/>
                    <a:pt x="115" y="100"/>
                  </a:cubicBezTo>
                  <a:cubicBezTo>
                    <a:pt x="111" y="91"/>
                    <a:pt x="102" y="87"/>
                    <a:pt x="92" y="87"/>
                  </a:cubicBezTo>
                  <a:cubicBezTo>
                    <a:pt x="80" y="87"/>
                    <a:pt x="51" y="90"/>
                    <a:pt x="31" y="102"/>
                  </a:cubicBezTo>
                  <a:cubicBezTo>
                    <a:pt x="12" y="111"/>
                    <a:pt x="6" y="158"/>
                    <a:pt x="5" y="177"/>
                  </a:cubicBezTo>
                  <a:cubicBezTo>
                    <a:pt x="4" y="213"/>
                    <a:pt x="0" y="245"/>
                    <a:pt x="4" y="281"/>
                  </a:cubicBezTo>
                  <a:cubicBezTo>
                    <a:pt x="6" y="303"/>
                    <a:pt x="25" y="304"/>
                    <a:pt x="42" y="299"/>
                  </a:cubicBezTo>
                  <a:cubicBezTo>
                    <a:pt x="42" y="298"/>
                    <a:pt x="41" y="296"/>
                    <a:pt x="41" y="295"/>
                  </a:cubicBezTo>
                  <a:cubicBezTo>
                    <a:pt x="43" y="308"/>
                    <a:pt x="50" y="313"/>
                    <a:pt x="59" y="315"/>
                  </a:cubicBezTo>
                  <a:cubicBezTo>
                    <a:pt x="59" y="315"/>
                    <a:pt x="59" y="315"/>
                    <a:pt x="59" y="315"/>
                  </a:cubicBezTo>
                  <a:cubicBezTo>
                    <a:pt x="50" y="324"/>
                    <a:pt x="45" y="334"/>
                    <a:pt x="47" y="344"/>
                  </a:cubicBezTo>
                  <a:cubicBezTo>
                    <a:pt x="51" y="362"/>
                    <a:pt x="62" y="367"/>
                    <a:pt x="79" y="366"/>
                  </a:cubicBezTo>
                  <a:cubicBezTo>
                    <a:pt x="98" y="364"/>
                    <a:pt x="107" y="355"/>
                    <a:pt x="122" y="345"/>
                  </a:cubicBezTo>
                  <a:cubicBezTo>
                    <a:pt x="133" y="337"/>
                    <a:pt x="146" y="325"/>
                    <a:pt x="160" y="333"/>
                  </a:cubicBezTo>
                  <a:cubicBezTo>
                    <a:pt x="173" y="340"/>
                    <a:pt x="171" y="358"/>
                    <a:pt x="178" y="369"/>
                  </a:cubicBezTo>
                  <a:cubicBezTo>
                    <a:pt x="188" y="387"/>
                    <a:pt x="214" y="383"/>
                    <a:pt x="220" y="364"/>
                  </a:cubicBezTo>
                  <a:cubicBezTo>
                    <a:pt x="219" y="366"/>
                    <a:pt x="218" y="368"/>
                    <a:pt x="217" y="370"/>
                  </a:cubicBezTo>
                  <a:cubicBezTo>
                    <a:pt x="228" y="374"/>
                    <a:pt x="267" y="371"/>
                    <a:pt x="295" y="359"/>
                  </a:cubicBezTo>
                  <a:cubicBezTo>
                    <a:pt x="325" y="346"/>
                    <a:pt x="376" y="317"/>
                    <a:pt x="385" y="301"/>
                  </a:cubicBezTo>
                  <a:cubicBezTo>
                    <a:pt x="385" y="301"/>
                    <a:pt x="386" y="300"/>
                    <a:pt x="386" y="299"/>
                  </a:cubicBezTo>
                  <a:cubicBezTo>
                    <a:pt x="384" y="299"/>
                    <a:pt x="383" y="298"/>
                    <a:pt x="382" y="296"/>
                  </a:cubicBezTo>
                  <a:cubicBezTo>
                    <a:pt x="394" y="309"/>
                    <a:pt x="415" y="296"/>
                    <a:pt x="426" y="289"/>
                  </a:cubicBezTo>
                  <a:cubicBezTo>
                    <a:pt x="443" y="279"/>
                    <a:pt x="462" y="267"/>
                    <a:pt x="472" y="249"/>
                  </a:cubicBezTo>
                  <a:cubicBezTo>
                    <a:pt x="483" y="229"/>
                    <a:pt x="479" y="211"/>
                    <a:pt x="484" y="189"/>
                  </a:cubicBezTo>
                  <a:cubicBezTo>
                    <a:pt x="489" y="172"/>
                    <a:pt x="494" y="124"/>
                    <a:pt x="468" y="105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5" name="Freeform 5">
              <a:extLst>
                <a:ext uri="{FF2B5EF4-FFF2-40B4-BE49-F238E27FC236}">
                  <a16:creationId xmlns:a16="http://schemas.microsoft.com/office/drawing/2014/main" id="{69BEF7CE-8BF1-4BC8-986C-9CD003FEF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051"/>
              <a:ext cx="460" cy="165"/>
            </a:xfrm>
            <a:custGeom>
              <a:avLst/>
              <a:gdLst>
                <a:gd name="T0" fmla="*/ 438 w 184"/>
                <a:gd name="T1" fmla="*/ 1078 h 62"/>
                <a:gd name="T2" fmla="*/ 1158 w 184"/>
                <a:gd name="T3" fmla="*/ 1112 h 62"/>
                <a:gd name="T4" fmla="*/ 2770 w 184"/>
                <a:gd name="T5" fmla="*/ 601 h 62"/>
                <a:gd name="T6" fmla="*/ 1425 w 184"/>
                <a:gd name="T7" fmla="*/ 261 h 62"/>
                <a:gd name="T8" fmla="*/ 708 w 184"/>
                <a:gd name="T9" fmla="*/ 114 h 62"/>
                <a:gd name="T10" fmla="*/ 438 w 184"/>
                <a:gd name="T11" fmla="*/ 107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62">
                  <a:moveTo>
                    <a:pt x="28" y="57"/>
                  </a:moveTo>
                  <a:cubicBezTo>
                    <a:pt x="44" y="60"/>
                    <a:pt x="57" y="60"/>
                    <a:pt x="74" y="59"/>
                  </a:cubicBezTo>
                  <a:cubicBezTo>
                    <a:pt x="93" y="58"/>
                    <a:pt x="184" y="62"/>
                    <a:pt x="177" y="32"/>
                  </a:cubicBezTo>
                  <a:cubicBezTo>
                    <a:pt x="174" y="22"/>
                    <a:pt x="110" y="19"/>
                    <a:pt x="91" y="14"/>
                  </a:cubicBezTo>
                  <a:cubicBezTo>
                    <a:pt x="75" y="9"/>
                    <a:pt x="62" y="0"/>
                    <a:pt x="45" y="6"/>
                  </a:cubicBezTo>
                  <a:cubicBezTo>
                    <a:pt x="28" y="9"/>
                    <a:pt x="0" y="48"/>
                    <a:pt x="28" y="57"/>
                  </a:cubicBezTo>
                  <a:close/>
                </a:path>
              </a:pathLst>
            </a:custGeom>
            <a:solidFill>
              <a:srgbClr val="FFD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6" name="Freeform 6">
              <a:extLst>
                <a:ext uri="{FF2B5EF4-FFF2-40B4-BE49-F238E27FC236}">
                  <a16:creationId xmlns:a16="http://schemas.microsoft.com/office/drawing/2014/main" id="{6D2B4237-338E-4F25-9B93-CBFE45736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104"/>
              <a:ext cx="383" cy="677"/>
            </a:xfrm>
            <a:custGeom>
              <a:avLst/>
              <a:gdLst>
                <a:gd name="T0" fmla="*/ 2225 w 153"/>
                <a:gd name="T1" fmla="*/ 717 h 254"/>
                <a:gd name="T2" fmla="*/ 2068 w 153"/>
                <a:gd name="T3" fmla="*/ 704 h 254"/>
                <a:gd name="T4" fmla="*/ 1910 w 153"/>
                <a:gd name="T5" fmla="*/ 227 h 254"/>
                <a:gd name="T6" fmla="*/ 1522 w 153"/>
                <a:gd name="T7" fmla="*/ 21 h 254"/>
                <a:gd name="T8" fmla="*/ 426 w 153"/>
                <a:gd name="T9" fmla="*/ 264 h 254"/>
                <a:gd name="T10" fmla="*/ 125 w 153"/>
                <a:gd name="T11" fmla="*/ 1173 h 254"/>
                <a:gd name="T12" fmla="*/ 188 w 153"/>
                <a:gd name="T13" fmla="*/ 4206 h 254"/>
                <a:gd name="T14" fmla="*/ 1116 w 153"/>
                <a:gd name="T15" fmla="*/ 4718 h 254"/>
                <a:gd name="T16" fmla="*/ 1975 w 153"/>
                <a:gd name="T17" fmla="*/ 4299 h 254"/>
                <a:gd name="T18" fmla="*/ 2318 w 153"/>
                <a:gd name="T19" fmla="*/ 1101 h 254"/>
                <a:gd name="T20" fmla="*/ 2225 w 153"/>
                <a:gd name="T21" fmla="*/ 717 h 2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3" h="254">
                  <a:moveTo>
                    <a:pt x="142" y="38"/>
                  </a:moveTo>
                  <a:cubicBezTo>
                    <a:pt x="139" y="38"/>
                    <a:pt x="135" y="38"/>
                    <a:pt x="132" y="37"/>
                  </a:cubicBezTo>
                  <a:cubicBezTo>
                    <a:pt x="119" y="33"/>
                    <a:pt x="118" y="22"/>
                    <a:pt x="122" y="12"/>
                  </a:cubicBezTo>
                  <a:cubicBezTo>
                    <a:pt x="119" y="6"/>
                    <a:pt x="111" y="0"/>
                    <a:pt x="97" y="1"/>
                  </a:cubicBezTo>
                  <a:cubicBezTo>
                    <a:pt x="78" y="2"/>
                    <a:pt x="41" y="0"/>
                    <a:pt x="27" y="14"/>
                  </a:cubicBezTo>
                  <a:cubicBezTo>
                    <a:pt x="18" y="23"/>
                    <a:pt x="11" y="45"/>
                    <a:pt x="8" y="62"/>
                  </a:cubicBezTo>
                  <a:cubicBezTo>
                    <a:pt x="0" y="126"/>
                    <a:pt x="3" y="184"/>
                    <a:pt x="12" y="222"/>
                  </a:cubicBezTo>
                  <a:cubicBezTo>
                    <a:pt x="17" y="245"/>
                    <a:pt x="46" y="250"/>
                    <a:pt x="71" y="249"/>
                  </a:cubicBezTo>
                  <a:cubicBezTo>
                    <a:pt x="96" y="248"/>
                    <a:pt x="118" y="254"/>
                    <a:pt x="126" y="227"/>
                  </a:cubicBezTo>
                  <a:cubicBezTo>
                    <a:pt x="136" y="191"/>
                    <a:pt x="153" y="82"/>
                    <a:pt x="148" y="58"/>
                  </a:cubicBezTo>
                  <a:cubicBezTo>
                    <a:pt x="146" y="51"/>
                    <a:pt x="145" y="44"/>
                    <a:pt x="142" y="38"/>
                  </a:cubicBezTo>
                  <a:close/>
                </a:path>
              </a:pathLst>
            </a:custGeom>
            <a:solidFill>
              <a:srgbClr val="98A2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7" name="Freeform 7">
              <a:extLst>
                <a:ext uri="{FF2B5EF4-FFF2-40B4-BE49-F238E27FC236}">
                  <a16:creationId xmlns:a16="http://schemas.microsoft.com/office/drawing/2014/main" id="{6925C38C-45D7-4E10-91C3-0AD9E318A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011"/>
              <a:ext cx="402" cy="125"/>
            </a:xfrm>
            <a:custGeom>
              <a:avLst/>
              <a:gdLst>
                <a:gd name="T0" fmla="*/ 2494 w 161"/>
                <a:gd name="T1" fmla="*/ 601 h 47"/>
                <a:gd name="T2" fmla="*/ 1166 w 161"/>
                <a:gd name="T3" fmla="*/ 261 h 47"/>
                <a:gd name="T4" fmla="*/ 437 w 161"/>
                <a:gd name="T5" fmla="*/ 114 h 47"/>
                <a:gd name="T6" fmla="*/ 0 w 161"/>
                <a:gd name="T7" fmla="*/ 694 h 47"/>
                <a:gd name="T8" fmla="*/ 230 w 161"/>
                <a:gd name="T9" fmla="*/ 883 h 47"/>
                <a:gd name="T10" fmla="*/ 230 w 161"/>
                <a:gd name="T11" fmla="*/ 883 h 47"/>
                <a:gd name="T12" fmla="*/ 654 w 161"/>
                <a:gd name="T13" fmla="*/ 396 h 47"/>
                <a:gd name="T14" fmla="*/ 1371 w 161"/>
                <a:gd name="T15" fmla="*/ 545 h 47"/>
                <a:gd name="T16" fmla="*/ 2474 w 161"/>
                <a:gd name="T17" fmla="*/ 750 h 47"/>
                <a:gd name="T18" fmla="*/ 2494 w 161"/>
                <a:gd name="T19" fmla="*/ 60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1" h="47">
                  <a:moveTo>
                    <a:pt x="160" y="32"/>
                  </a:moveTo>
                  <a:cubicBezTo>
                    <a:pt x="157" y="21"/>
                    <a:pt x="93" y="19"/>
                    <a:pt x="75" y="14"/>
                  </a:cubicBezTo>
                  <a:cubicBezTo>
                    <a:pt x="59" y="9"/>
                    <a:pt x="45" y="0"/>
                    <a:pt x="28" y="6"/>
                  </a:cubicBezTo>
                  <a:cubicBezTo>
                    <a:pt x="18" y="7"/>
                    <a:pt x="3" y="23"/>
                    <a:pt x="0" y="37"/>
                  </a:cubicBezTo>
                  <a:cubicBezTo>
                    <a:pt x="8" y="39"/>
                    <a:pt x="13" y="43"/>
                    <a:pt x="15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20" y="34"/>
                    <a:pt x="33" y="22"/>
                    <a:pt x="42" y="21"/>
                  </a:cubicBezTo>
                  <a:cubicBezTo>
                    <a:pt x="59" y="15"/>
                    <a:pt x="72" y="24"/>
                    <a:pt x="88" y="29"/>
                  </a:cubicBezTo>
                  <a:cubicBezTo>
                    <a:pt x="102" y="33"/>
                    <a:pt x="139" y="35"/>
                    <a:pt x="159" y="40"/>
                  </a:cubicBezTo>
                  <a:cubicBezTo>
                    <a:pt x="160" y="38"/>
                    <a:pt x="161" y="35"/>
                    <a:pt x="160" y="32"/>
                  </a:cubicBezTo>
                  <a:close/>
                </a:path>
              </a:pathLst>
            </a:custGeom>
            <a:solidFill>
              <a:srgbClr val="FFD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8" name="Freeform 8">
              <a:extLst>
                <a:ext uri="{FF2B5EF4-FFF2-40B4-BE49-F238E27FC236}">
                  <a16:creationId xmlns:a16="http://schemas.microsoft.com/office/drawing/2014/main" id="{52AD1064-04E4-4991-B278-2EA98EFDD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195"/>
              <a:ext cx="357" cy="370"/>
            </a:xfrm>
            <a:custGeom>
              <a:avLst/>
              <a:gdLst>
                <a:gd name="T0" fmla="*/ 2132 w 143"/>
                <a:gd name="T1" fmla="*/ 136 h 139"/>
                <a:gd name="T2" fmla="*/ 1778 w 143"/>
                <a:gd name="T3" fmla="*/ 0 h 139"/>
                <a:gd name="T4" fmla="*/ 1745 w 143"/>
                <a:gd name="T5" fmla="*/ 0 h 139"/>
                <a:gd name="T6" fmla="*/ 574 w 143"/>
                <a:gd name="T7" fmla="*/ 93 h 139"/>
                <a:gd name="T8" fmla="*/ 230 w 143"/>
                <a:gd name="T9" fmla="*/ 93 h 139"/>
                <a:gd name="T10" fmla="*/ 105 w 143"/>
                <a:gd name="T11" fmla="*/ 453 h 139"/>
                <a:gd name="T12" fmla="*/ 0 w 143"/>
                <a:gd name="T13" fmla="*/ 2225 h 139"/>
                <a:gd name="T14" fmla="*/ 592 w 143"/>
                <a:gd name="T15" fmla="*/ 2507 h 139"/>
                <a:gd name="T16" fmla="*/ 1445 w 143"/>
                <a:gd name="T17" fmla="*/ 2566 h 139"/>
                <a:gd name="T18" fmla="*/ 1912 w 143"/>
                <a:gd name="T19" fmla="*/ 2529 h 139"/>
                <a:gd name="T20" fmla="*/ 2025 w 143"/>
                <a:gd name="T21" fmla="*/ 2337 h 139"/>
                <a:gd name="T22" fmla="*/ 2194 w 143"/>
                <a:gd name="T23" fmla="*/ 751 h 139"/>
                <a:gd name="T24" fmla="*/ 2132 w 143"/>
                <a:gd name="T25" fmla="*/ 136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3" h="139">
                  <a:moveTo>
                    <a:pt x="137" y="7"/>
                  </a:moveTo>
                  <a:cubicBezTo>
                    <a:pt x="129" y="1"/>
                    <a:pt x="114" y="0"/>
                    <a:pt x="114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86" y="5"/>
                    <a:pt x="49" y="4"/>
                    <a:pt x="37" y="5"/>
                  </a:cubicBezTo>
                  <a:cubicBezTo>
                    <a:pt x="29" y="5"/>
                    <a:pt x="22" y="5"/>
                    <a:pt x="15" y="5"/>
                  </a:cubicBezTo>
                  <a:cubicBezTo>
                    <a:pt x="11" y="10"/>
                    <a:pt x="8" y="16"/>
                    <a:pt x="7" y="24"/>
                  </a:cubicBezTo>
                  <a:cubicBezTo>
                    <a:pt x="10" y="38"/>
                    <a:pt x="6" y="79"/>
                    <a:pt x="0" y="118"/>
                  </a:cubicBezTo>
                  <a:cubicBezTo>
                    <a:pt x="7" y="129"/>
                    <a:pt x="28" y="132"/>
                    <a:pt x="38" y="133"/>
                  </a:cubicBezTo>
                  <a:cubicBezTo>
                    <a:pt x="57" y="135"/>
                    <a:pt x="75" y="133"/>
                    <a:pt x="93" y="136"/>
                  </a:cubicBezTo>
                  <a:cubicBezTo>
                    <a:pt x="102" y="137"/>
                    <a:pt x="114" y="139"/>
                    <a:pt x="123" y="134"/>
                  </a:cubicBezTo>
                  <a:cubicBezTo>
                    <a:pt x="126" y="132"/>
                    <a:pt x="129" y="128"/>
                    <a:pt x="130" y="124"/>
                  </a:cubicBezTo>
                  <a:cubicBezTo>
                    <a:pt x="133" y="116"/>
                    <a:pt x="137" y="69"/>
                    <a:pt x="141" y="40"/>
                  </a:cubicBezTo>
                  <a:cubicBezTo>
                    <a:pt x="142" y="32"/>
                    <a:pt x="143" y="12"/>
                    <a:pt x="137" y="7"/>
                  </a:cubicBezTo>
                  <a:close/>
                </a:path>
              </a:pathLst>
            </a:custGeom>
            <a:solidFill>
              <a:srgbClr val="68C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9" name="Freeform 9">
              <a:extLst>
                <a:ext uri="{FF2B5EF4-FFF2-40B4-BE49-F238E27FC236}">
                  <a16:creationId xmlns:a16="http://schemas.microsoft.com/office/drawing/2014/main" id="{DC96FF9E-48F5-4268-80C4-F229DADC9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725"/>
              <a:ext cx="453" cy="249"/>
            </a:xfrm>
            <a:custGeom>
              <a:avLst/>
              <a:gdLst>
                <a:gd name="T0" fmla="*/ 2443 w 181"/>
                <a:gd name="T1" fmla="*/ 286 h 93"/>
                <a:gd name="T2" fmla="*/ 1992 w 181"/>
                <a:gd name="T3" fmla="*/ 308 h 93"/>
                <a:gd name="T4" fmla="*/ 1114 w 181"/>
                <a:gd name="T5" fmla="*/ 0 h 93"/>
                <a:gd name="T6" fmla="*/ 846 w 181"/>
                <a:gd name="T7" fmla="*/ 209 h 93"/>
                <a:gd name="T8" fmla="*/ 220 w 181"/>
                <a:gd name="T9" fmla="*/ 402 h 93"/>
                <a:gd name="T10" fmla="*/ 33 w 181"/>
                <a:gd name="T11" fmla="*/ 961 h 93"/>
                <a:gd name="T12" fmla="*/ 533 w 181"/>
                <a:gd name="T13" fmla="*/ 1384 h 93"/>
                <a:gd name="T14" fmla="*/ 1209 w 181"/>
                <a:gd name="T15" fmla="*/ 983 h 93"/>
                <a:gd name="T16" fmla="*/ 1804 w 181"/>
                <a:gd name="T17" fmla="*/ 744 h 93"/>
                <a:gd name="T18" fmla="*/ 2085 w 181"/>
                <a:gd name="T19" fmla="*/ 1440 h 93"/>
                <a:gd name="T20" fmla="*/ 2743 w 181"/>
                <a:gd name="T21" fmla="*/ 1341 h 93"/>
                <a:gd name="T22" fmla="*/ 2443 w 181"/>
                <a:gd name="T23" fmla="*/ 286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1" h="93">
                  <a:moveTo>
                    <a:pt x="156" y="15"/>
                  </a:moveTo>
                  <a:cubicBezTo>
                    <a:pt x="147" y="16"/>
                    <a:pt x="138" y="16"/>
                    <a:pt x="127" y="16"/>
                  </a:cubicBezTo>
                  <a:cubicBezTo>
                    <a:pt x="107" y="17"/>
                    <a:pt x="80" y="14"/>
                    <a:pt x="71" y="0"/>
                  </a:cubicBezTo>
                  <a:cubicBezTo>
                    <a:pt x="67" y="4"/>
                    <a:pt x="62" y="7"/>
                    <a:pt x="54" y="11"/>
                  </a:cubicBezTo>
                  <a:cubicBezTo>
                    <a:pt x="43" y="16"/>
                    <a:pt x="27" y="22"/>
                    <a:pt x="14" y="21"/>
                  </a:cubicBezTo>
                  <a:cubicBezTo>
                    <a:pt x="5" y="30"/>
                    <a:pt x="0" y="40"/>
                    <a:pt x="2" y="50"/>
                  </a:cubicBezTo>
                  <a:cubicBezTo>
                    <a:pt x="6" y="68"/>
                    <a:pt x="17" y="73"/>
                    <a:pt x="34" y="72"/>
                  </a:cubicBezTo>
                  <a:cubicBezTo>
                    <a:pt x="53" y="70"/>
                    <a:pt x="62" y="61"/>
                    <a:pt x="77" y="51"/>
                  </a:cubicBezTo>
                  <a:cubicBezTo>
                    <a:pt x="88" y="43"/>
                    <a:pt x="101" y="31"/>
                    <a:pt x="115" y="39"/>
                  </a:cubicBezTo>
                  <a:cubicBezTo>
                    <a:pt x="128" y="46"/>
                    <a:pt x="126" y="64"/>
                    <a:pt x="133" y="75"/>
                  </a:cubicBezTo>
                  <a:cubicBezTo>
                    <a:pt x="143" y="93"/>
                    <a:pt x="169" y="89"/>
                    <a:pt x="175" y="70"/>
                  </a:cubicBezTo>
                  <a:cubicBezTo>
                    <a:pt x="181" y="51"/>
                    <a:pt x="171" y="29"/>
                    <a:pt x="156" y="15"/>
                  </a:cubicBezTo>
                  <a:close/>
                </a:path>
              </a:pathLst>
            </a:custGeom>
            <a:solidFill>
              <a:srgbClr val="E0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0" name="Freeform 10">
              <a:extLst>
                <a:ext uri="{FF2B5EF4-FFF2-40B4-BE49-F238E27FC236}">
                  <a16:creationId xmlns:a16="http://schemas.microsoft.com/office/drawing/2014/main" id="{9493C3E2-9672-43BC-BBD9-601634DBA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173"/>
              <a:ext cx="287" cy="579"/>
            </a:xfrm>
            <a:custGeom>
              <a:avLst/>
              <a:gdLst>
                <a:gd name="T0" fmla="*/ 636 w 115"/>
                <a:gd name="T1" fmla="*/ 3952 h 217"/>
                <a:gd name="T2" fmla="*/ 666 w 115"/>
                <a:gd name="T3" fmla="*/ 1972 h 217"/>
                <a:gd name="T4" fmla="*/ 1058 w 115"/>
                <a:gd name="T5" fmla="*/ 547 h 217"/>
                <a:gd name="T6" fmla="*/ 1787 w 115"/>
                <a:gd name="T7" fmla="*/ 285 h 217"/>
                <a:gd name="T8" fmla="*/ 1433 w 115"/>
                <a:gd name="T9" fmla="*/ 0 h 217"/>
                <a:gd name="T10" fmla="*/ 479 w 115"/>
                <a:gd name="T11" fmla="*/ 285 h 217"/>
                <a:gd name="T12" fmla="*/ 75 w 115"/>
                <a:gd name="T13" fmla="*/ 1708 h 217"/>
                <a:gd name="T14" fmla="*/ 62 w 115"/>
                <a:gd name="T15" fmla="*/ 3687 h 217"/>
                <a:gd name="T16" fmla="*/ 654 w 115"/>
                <a:gd name="T17" fmla="*/ 4029 h 217"/>
                <a:gd name="T18" fmla="*/ 636 w 115"/>
                <a:gd name="T19" fmla="*/ 3952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5" h="217">
                  <a:moveTo>
                    <a:pt x="41" y="208"/>
                  </a:moveTo>
                  <a:cubicBezTo>
                    <a:pt x="38" y="172"/>
                    <a:pt x="42" y="140"/>
                    <a:pt x="43" y="104"/>
                  </a:cubicBezTo>
                  <a:cubicBezTo>
                    <a:pt x="43" y="85"/>
                    <a:pt x="49" y="37"/>
                    <a:pt x="68" y="29"/>
                  </a:cubicBezTo>
                  <a:cubicBezTo>
                    <a:pt x="83" y="20"/>
                    <a:pt x="101" y="16"/>
                    <a:pt x="115" y="15"/>
                  </a:cubicBezTo>
                  <a:cubicBezTo>
                    <a:pt x="113" y="4"/>
                    <a:pt x="102" y="0"/>
                    <a:pt x="92" y="0"/>
                  </a:cubicBezTo>
                  <a:cubicBezTo>
                    <a:pt x="80" y="0"/>
                    <a:pt x="51" y="3"/>
                    <a:pt x="31" y="15"/>
                  </a:cubicBezTo>
                  <a:cubicBezTo>
                    <a:pt x="12" y="24"/>
                    <a:pt x="6" y="71"/>
                    <a:pt x="5" y="90"/>
                  </a:cubicBezTo>
                  <a:cubicBezTo>
                    <a:pt x="4" y="126"/>
                    <a:pt x="0" y="158"/>
                    <a:pt x="4" y="194"/>
                  </a:cubicBezTo>
                  <a:cubicBezTo>
                    <a:pt x="6" y="216"/>
                    <a:pt x="25" y="217"/>
                    <a:pt x="42" y="212"/>
                  </a:cubicBezTo>
                  <a:cubicBezTo>
                    <a:pt x="42" y="211"/>
                    <a:pt x="41" y="209"/>
                    <a:pt x="41" y="208"/>
                  </a:cubicBezTo>
                  <a:close/>
                </a:path>
              </a:pathLst>
            </a:custGeom>
            <a:solidFill>
              <a:srgbClr val="69A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1" name="Freeform 11">
              <a:extLst>
                <a:ext uri="{FF2B5EF4-FFF2-40B4-BE49-F238E27FC236}">
                  <a16:creationId xmlns:a16="http://schemas.microsoft.com/office/drawing/2014/main" id="{9EB148E8-37F9-4781-B665-FB8D01692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107"/>
              <a:ext cx="350" cy="658"/>
            </a:xfrm>
            <a:custGeom>
              <a:avLst/>
              <a:gdLst>
                <a:gd name="T0" fmla="*/ 1783 w 140"/>
                <a:gd name="T1" fmla="*/ 815 h 247"/>
                <a:gd name="T2" fmla="*/ 1270 w 140"/>
                <a:gd name="T3" fmla="*/ 248 h 247"/>
                <a:gd name="T4" fmla="*/ 738 w 140"/>
                <a:gd name="T5" fmla="*/ 0 h 247"/>
                <a:gd name="T6" fmla="*/ 345 w 140"/>
                <a:gd name="T7" fmla="*/ 93 h 247"/>
                <a:gd name="T8" fmla="*/ 300 w 140"/>
                <a:gd name="T9" fmla="*/ 115 h 247"/>
                <a:gd name="T10" fmla="*/ 438 w 140"/>
                <a:gd name="T11" fmla="*/ 205 h 247"/>
                <a:gd name="T12" fmla="*/ 0 w 140"/>
                <a:gd name="T13" fmla="*/ 623 h 247"/>
                <a:gd name="T14" fmla="*/ 33 w 140"/>
                <a:gd name="T15" fmla="*/ 623 h 247"/>
                <a:gd name="T16" fmla="*/ 395 w 140"/>
                <a:gd name="T17" fmla="*/ 759 h 247"/>
                <a:gd name="T18" fmla="*/ 458 w 140"/>
                <a:gd name="T19" fmla="*/ 1377 h 247"/>
                <a:gd name="T20" fmla="*/ 283 w 140"/>
                <a:gd name="T21" fmla="*/ 2968 h 247"/>
                <a:gd name="T22" fmla="*/ 208 w 140"/>
                <a:gd name="T23" fmla="*/ 3122 h 247"/>
                <a:gd name="T24" fmla="*/ 438 w 140"/>
                <a:gd name="T25" fmla="*/ 4422 h 247"/>
                <a:gd name="T26" fmla="*/ 1125 w 140"/>
                <a:gd name="T27" fmla="*/ 4294 h 247"/>
                <a:gd name="T28" fmla="*/ 1845 w 140"/>
                <a:gd name="T29" fmla="*/ 3535 h 247"/>
                <a:gd name="T30" fmla="*/ 2033 w 140"/>
                <a:gd name="T31" fmla="*/ 2398 h 247"/>
                <a:gd name="T32" fmla="*/ 1783 w 140"/>
                <a:gd name="T33" fmla="*/ 815 h 2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0" h="247">
                  <a:moveTo>
                    <a:pt x="114" y="43"/>
                  </a:moveTo>
                  <a:cubicBezTo>
                    <a:pt x="103" y="33"/>
                    <a:pt x="93" y="22"/>
                    <a:pt x="81" y="13"/>
                  </a:cubicBezTo>
                  <a:cubicBezTo>
                    <a:pt x="72" y="6"/>
                    <a:pt x="59" y="1"/>
                    <a:pt x="47" y="0"/>
                  </a:cubicBezTo>
                  <a:cubicBezTo>
                    <a:pt x="38" y="0"/>
                    <a:pt x="30" y="4"/>
                    <a:pt x="22" y="5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4" y="7"/>
                    <a:pt x="27" y="9"/>
                    <a:pt x="28" y="11"/>
                  </a:cubicBezTo>
                  <a:cubicBezTo>
                    <a:pt x="30" y="23"/>
                    <a:pt x="18" y="30"/>
                    <a:pt x="0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17" y="34"/>
                    <a:pt x="25" y="40"/>
                  </a:cubicBezTo>
                  <a:cubicBezTo>
                    <a:pt x="31" y="45"/>
                    <a:pt x="30" y="65"/>
                    <a:pt x="29" y="73"/>
                  </a:cubicBezTo>
                  <a:cubicBezTo>
                    <a:pt x="25" y="102"/>
                    <a:pt x="21" y="149"/>
                    <a:pt x="18" y="157"/>
                  </a:cubicBezTo>
                  <a:cubicBezTo>
                    <a:pt x="17" y="160"/>
                    <a:pt x="16" y="163"/>
                    <a:pt x="13" y="165"/>
                  </a:cubicBezTo>
                  <a:cubicBezTo>
                    <a:pt x="12" y="188"/>
                    <a:pt x="11" y="218"/>
                    <a:pt x="28" y="234"/>
                  </a:cubicBezTo>
                  <a:cubicBezTo>
                    <a:pt x="40" y="247"/>
                    <a:pt x="61" y="234"/>
                    <a:pt x="72" y="227"/>
                  </a:cubicBezTo>
                  <a:cubicBezTo>
                    <a:pt x="89" y="217"/>
                    <a:pt x="108" y="205"/>
                    <a:pt x="118" y="187"/>
                  </a:cubicBezTo>
                  <a:cubicBezTo>
                    <a:pt x="129" y="167"/>
                    <a:pt x="125" y="149"/>
                    <a:pt x="130" y="127"/>
                  </a:cubicBezTo>
                  <a:cubicBezTo>
                    <a:pt x="135" y="110"/>
                    <a:pt x="140" y="62"/>
                    <a:pt x="114" y="43"/>
                  </a:cubicBezTo>
                  <a:close/>
                </a:path>
              </a:pathLst>
            </a:custGeom>
            <a:solidFill>
              <a:srgbClr val="E3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2" name="Freeform 12">
              <a:extLst>
                <a:ext uri="{FF2B5EF4-FFF2-40B4-BE49-F238E27FC236}">
                  <a16:creationId xmlns:a16="http://schemas.microsoft.com/office/drawing/2014/main" id="{939F951E-2AAB-4DC5-B4C1-3425A265F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09"/>
              <a:ext cx="435" cy="430"/>
            </a:xfrm>
            <a:custGeom>
              <a:avLst/>
              <a:gdLst>
                <a:gd name="T0" fmla="*/ 2658 w 174"/>
                <a:gd name="T1" fmla="*/ 1584 h 161"/>
                <a:gd name="T2" fmla="*/ 2425 w 174"/>
                <a:gd name="T3" fmla="*/ 264 h 161"/>
                <a:gd name="T4" fmla="*/ 2395 w 174"/>
                <a:gd name="T5" fmla="*/ 307 h 161"/>
                <a:gd name="T6" fmla="*/ 1925 w 174"/>
                <a:gd name="T7" fmla="*/ 342 h 161"/>
                <a:gd name="T8" fmla="*/ 1063 w 174"/>
                <a:gd name="T9" fmla="*/ 286 h 161"/>
                <a:gd name="T10" fmla="*/ 470 w 174"/>
                <a:gd name="T11" fmla="*/ 0 h 161"/>
                <a:gd name="T12" fmla="*/ 470 w 174"/>
                <a:gd name="T13" fmla="*/ 0 h 161"/>
                <a:gd name="T14" fmla="*/ 238 w 174"/>
                <a:gd name="T15" fmla="*/ 1426 h 161"/>
                <a:gd name="T16" fmla="*/ 158 w 174"/>
                <a:gd name="T17" fmla="*/ 1597 h 161"/>
                <a:gd name="T18" fmla="*/ 0 w 174"/>
                <a:gd name="T19" fmla="*/ 2075 h 161"/>
                <a:gd name="T20" fmla="*/ 125 w 174"/>
                <a:gd name="T21" fmla="*/ 2874 h 161"/>
                <a:gd name="T22" fmla="*/ 83 w 174"/>
                <a:gd name="T23" fmla="*/ 2989 h 161"/>
                <a:gd name="T24" fmla="*/ 1300 w 174"/>
                <a:gd name="T25" fmla="*/ 2783 h 161"/>
                <a:gd name="T26" fmla="*/ 2708 w 174"/>
                <a:gd name="T27" fmla="*/ 1677 h 161"/>
                <a:gd name="T28" fmla="*/ 2720 w 174"/>
                <a:gd name="T29" fmla="*/ 1640 h 161"/>
                <a:gd name="T30" fmla="*/ 2658 w 174"/>
                <a:gd name="T31" fmla="*/ 1584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4" h="161">
                  <a:moveTo>
                    <a:pt x="170" y="83"/>
                  </a:moveTo>
                  <a:cubicBezTo>
                    <a:pt x="153" y="67"/>
                    <a:pt x="154" y="37"/>
                    <a:pt x="155" y="14"/>
                  </a:cubicBezTo>
                  <a:cubicBezTo>
                    <a:pt x="154" y="15"/>
                    <a:pt x="154" y="16"/>
                    <a:pt x="153" y="16"/>
                  </a:cubicBezTo>
                  <a:cubicBezTo>
                    <a:pt x="144" y="21"/>
                    <a:pt x="132" y="19"/>
                    <a:pt x="123" y="18"/>
                  </a:cubicBezTo>
                  <a:cubicBezTo>
                    <a:pt x="105" y="15"/>
                    <a:pt x="87" y="17"/>
                    <a:pt x="68" y="15"/>
                  </a:cubicBezTo>
                  <a:cubicBezTo>
                    <a:pt x="58" y="14"/>
                    <a:pt x="37" y="11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5" y="30"/>
                    <a:pt x="19" y="59"/>
                    <a:pt x="15" y="75"/>
                  </a:cubicBezTo>
                  <a:cubicBezTo>
                    <a:pt x="14" y="79"/>
                    <a:pt x="12" y="82"/>
                    <a:pt x="10" y="84"/>
                  </a:cubicBezTo>
                  <a:cubicBezTo>
                    <a:pt x="4" y="97"/>
                    <a:pt x="1" y="105"/>
                    <a:pt x="0" y="109"/>
                  </a:cubicBezTo>
                  <a:cubicBezTo>
                    <a:pt x="8" y="122"/>
                    <a:pt x="12" y="137"/>
                    <a:pt x="8" y="151"/>
                  </a:cubicBezTo>
                  <a:cubicBezTo>
                    <a:pt x="7" y="153"/>
                    <a:pt x="6" y="155"/>
                    <a:pt x="5" y="157"/>
                  </a:cubicBezTo>
                  <a:cubicBezTo>
                    <a:pt x="16" y="161"/>
                    <a:pt x="55" y="158"/>
                    <a:pt x="83" y="146"/>
                  </a:cubicBezTo>
                  <a:cubicBezTo>
                    <a:pt x="113" y="133"/>
                    <a:pt x="164" y="104"/>
                    <a:pt x="173" y="88"/>
                  </a:cubicBezTo>
                  <a:cubicBezTo>
                    <a:pt x="173" y="88"/>
                    <a:pt x="174" y="87"/>
                    <a:pt x="174" y="86"/>
                  </a:cubicBezTo>
                  <a:cubicBezTo>
                    <a:pt x="172" y="86"/>
                    <a:pt x="171" y="85"/>
                    <a:pt x="170" y="83"/>
                  </a:cubicBezTo>
                  <a:close/>
                </a:path>
              </a:pathLst>
            </a:custGeom>
            <a:solidFill>
              <a:srgbClr val="DB8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3" name="Freeform 13">
              <a:extLst>
                <a:ext uri="{FF2B5EF4-FFF2-40B4-BE49-F238E27FC236}">
                  <a16:creationId xmlns:a16="http://schemas.microsoft.com/office/drawing/2014/main" id="{7302164D-98D0-46C6-AF39-1C7CC233D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219"/>
              <a:ext cx="253" cy="192"/>
            </a:xfrm>
            <a:custGeom>
              <a:avLst/>
              <a:gdLst>
                <a:gd name="T0" fmla="*/ 0 w 101"/>
                <a:gd name="T1" fmla="*/ 1229 h 72"/>
                <a:gd name="T2" fmla="*/ 83 w 101"/>
                <a:gd name="T3" fmla="*/ 456 h 72"/>
                <a:gd name="T4" fmla="*/ 426 w 101"/>
                <a:gd name="T5" fmla="*/ 21 h 72"/>
                <a:gd name="T6" fmla="*/ 959 w 101"/>
                <a:gd name="T7" fmla="*/ 35 h 72"/>
                <a:gd name="T8" fmla="*/ 1588 w 101"/>
                <a:gd name="T9" fmla="*/ 149 h 72"/>
                <a:gd name="T10" fmla="*/ 1035 w 101"/>
                <a:gd name="T11" fmla="*/ 149 h 72"/>
                <a:gd name="T12" fmla="*/ 408 w 101"/>
                <a:gd name="T13" fmla="*/ 205 h 72"/>
                <a:gd name="T14" fmla="*/ 145 w 101"/>
                <a:gd name="T15" fmla="*/ 776 h 72"/>
                <a:gd name="T16" fmla="*/ 83 w 101"/>
                <a:gd name="T17" fmla="*/ 1080 h 72"/>
                <a:gd name="T18" fmla="*/ 20 w 101"/>
                <a:gd name="T19" fmla="*/ 1365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72">
                  <a:moveTo>
                    <a:pt x="0" y="65"/>
                  </a:moveTo>
                  <a:cubicBezTo>
                    <a:pt x="4" y="52"/>
                    <a:pt x="3" y="38"/>
                    <a:pt x="5" y="24"/>
                  </a:cubicBezTo>
                  <a:cubicBezTo>
                    <a:pt x="7" y="9"/>
                    <a:pt x="12" y="3"/>
                    <a:pt x="27" y="1"/>
                  </a:cubicBezTo>
                  <a:cubicBezTo>
                    <a:pt x="39" y="0"/>
                    <a:pt x="49" y="2"/>
                    <a:pt x="61" y="2"/>
                  </a:cubicBezTo>
                  <a:cubicBezTo>
                    <a:pt x="75" y="3"/>
                    <a:pt x="88" y="0"/>
                    <a:pt x="101" y="8"/>
                  </a:cubicBezTo>
                  <a:cubicBezTo>
                    <a:pt x="93" y="1"/>
                    <a:pt x="75" y="6"/>
                    <a:pt x="66" y="8"/>
                  </a:cubicBezTo>
                  <a:cubicBezTo>
                    <a:pt x="53" y="10"/>
                    <a:pt x="38" y="6"/>
                    <a:pt x="26" y="11"/>
                  </a:cubicBezTo>
                  <a:cubicBezTo>
                    <a:pt x="16" y="15"/>
                    <a:pt x="10" y="31"/>
                    <a:pt x="9" y="41"/>
                  </a:cubicBezTo>
                  <a:cubicBezTo>
                    <a:pt x="8" y="47"/>
                    <a:pt x="8" y="52"/>
                    <a:pt x="5" y="57"/>
                  </a:cubicBezTo>
                  <a:cubicBezTo>
                    <a:pt x="4" y="61"/>
                    <a:pt x="0" y="67"/>
                    <a:pt x="1" y="72"/>
                  </a:cubicBezTo>
                </a:path>
              </a:pathLst>
            </a:custGeom>
            <a:solidFill>
              <a:srgbClr val="D7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4" name="Freeform 14">
              <a:extLst>
                <a:ext uri="{FF2B5EF4-FFF2-40B4-BE49-F238E27FC236}">
                  <a16:creationId xmlns:a16="http://schemas.microsoft.com/office/drawing/2014/main" id="{E3DBBEDE-1366-48EC-9CAB-D126B1150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331"/>
              <a:ext cx="315" cy="213"/>
            </a:xfrm>
            <a:custGeom>
              <a:avLst/>
              <a:gdLst>
                <a:gd name="T0" fmla="*/ 175 w 126"/>
                <a:gd name="T1" fmla="*/ 1318 h 80"/>
                <a:gd name="T2" fmla="*/ 563 w 126"/>
                <a:gd name="T3" fmla="*/ 1419 h 80"/>
                <a:gd name="T4" fmla="*/ 958 w 126"/>
                <a:gd name="T5" fmla="*/ 1419 h 80"/>
                <a:gd name="T6" fmla="*/ 1625 w 126"/>
                <a:gd name="T7" fmla="*/ 1454 h 80"/>
                <a:gd name="T8" fmla="*/ 1833 w 126"/>
                <a:gd name="T9" fmla="*/ 887 h 80"/>
                <a:gd name="T10" fmla="*/ 1895 w 126"/>
                <a:gd name="T11" fmla="*/ 474 h 80"/>
                <a:gd name="T12" fmla="*/ 1970 w 126"/>
                <a:gd name="T13" fmla="*/ 0 h 80"/>
                <a:gd name="T14" fmla="*/ 1863 w 126"/>
                <a:gd name="T15" fmla="*/ 341 h 80"/>
                <a:gd name="T16" fmla="*/ 1658 w 126"/>
                <a:gd name="T17" fmla="*/ 644 h 80"/>
                <a:gd name="T18" fmla="*/ 1220 w 126"/>
                <a:gd name="T19" fmla="*/ 1249 h 80"/>
                <a:gd name="T20" fmla="*/ 533 w 126"/>
                <a:gd name="T21" fmla="*/ 1283 h 80"/>
                <a:gd name="T22" fmla="*/ 220 w 126"/>
                <a:gd name="T23" fmla="*/ 1249 h 80"/>
                <a:gd name="T24" fmla="*/ 0 w 126"/>
                <a:gd name="T25" fmla="*/ 1134 h 80"/>
                <a:gd name="T26" fmla="*/ 238 w 126"/>
                <a:gd name="T27" fmla="*/ 1318 h 8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6" h="80">
                  <a:moveTo>
                    <a:pt x="11" y="70"/>
                  </a:moveTo>
                  <a:cubicBezTo>
                    <a:pt x="20" y="71"/>
                    <a:pt x="26" y="75"/>
                    <a:pt x="36" y="75"/>
                  </a:cubicBezTo>
                  <a:cubicBezTo>
                    <a:pt x="44" y="75"/>
                    <a:pt x="53" y="74"/>
                    <a:pt x="61" y="75"/>
                  </a:cubicBezTo>
                  <a:cubicBezTo>
                    <a:pt x="75" y="75"/>
                    <a:pt x="90" y="80"/>
                    <a:pt x="104" y="77"/>
                  </a:cubicBezTo>
                  <a:cubicBezTo>
                    <a:pt x="118" y="73"/>
                    <a:pt x="116" y="58"/>
                    <a:pt x="117" y="47"/>
                  </a:cubicBezTo>
                  <a:cubicBezTo>
                    <a:pt x="118" y="40"/>
                    <a:pt x="120" y="32"/>
                    <a:pt x="121" y="25"/>
                  </a:cubicBezTo>
                  <a:cubicBezTo>
                    <a:pt x="122" y="17"/>
                    <a:pt x="126" y="7"/>
                    <a:pt x="126" y="0"/>
                  </a:cubicBezTo>
                  <a:cubicBezTo>
                    <a:pt x="122" y="5"/>
                    <a:pt x="122" y="12"/>
                    <a:pt x="119" y="18"/>
                  </a:cubicBezTo>
                  <a:cubicBezTo>
                    <a:pt x="115" y="24"/>
                    <a:pt x="109" y="28"/>
                    <a:pt x="106" y="34"/>
                  </a:cubicBezTo>
                  <a:cubicBezTo>
                    <a:pt x="99" y="47"/>
                    <a:pt x="96" y="64"/>
                    <a:pt x="78" y="66"/>
                  </a:cubicBezTo>
                  <a:cubicBezTo>
                    <a:pt x="65" y="68"/>
                    <a:pt x="48" y="68"/>
                    <a:pt x="34" y="68"/>
                  </a:cubicBezTo>
                  <a:cubicBezTo>
                    <a:pt x="26" y="68"/>
                    <a:pt x="21" y="68"/>
                    <a:pt x="14" y="66"/>
                  </a:cubicBezTo>
                  <a:cubicBezTo>
                    <a:pt x="10" y="64"/>
                    <a:pt x="3" y="64"/>
                    <a:pt x="0" y="60"/>
                  </a:cubicBezTo>
                  <a:cubicBezTo>
                    <a:pt x="3" y="64"/>
                    <a:pt x="8" y="73"/>
                    <a:pt x="15" y="70"/>
                  </a:cubicBezTo>
                </a:path>
              </a:pathLst>
            </a:custGeom>
            <a:solidFill>
              <a:srgbClr val="009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5" name="Freeform 15">
              <a:extLst>
                <a:ext uri="{FF2B5EF4-FFF2-40B4-BE49-F238E27FC236}">
                  <a16:creationId xmlns:a16="http://schemas.microsoft.com/office/drawing/2014/main" id="{88CB0A71-74A2-4205-B341-32293763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179"/>
              <a:ext cx="75" cy="330"/>
            </a:xfrm>
            <a:custGeom>
              <a:avLst/>
              <a:gdLst>
                <a:gd name="T0" fmla="*/ 50 w 30"/>
                <a:gd name="T1" fmla="*/ 205 h 124"/>
                <a:gd name="T2" fmla="*/ 113 w 30"/>
                <a:gd name="T3" fmla="*/ 1261 h 124"/>
                <a:gd name="T4" fmla="*/ 20 w 30"/>
                <a:gd name="T5" fmla="*/ 2337 h 124"/>
                <a:gd name="T6" fmla="*/ 270 w 30"/>
                <a:gd name="T7" fmla="*/ 1147 h 124"/>
                <a:gd name="T8" fmla="*/ 33 w 30"/>
                <a:gd name="T9" fmla="*/ 205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24">
                  <a:moveTo>
                    <a:pt x="3" y="11"/>
                  </a:moveTo>
                  <a:cubicBezTo>
                    <a:pt x="20" y="25"/>
                    <a:pt x="9" y="48"/>
                    <a:pt x="7" y="67"/>
                  </a:cubicBezTo>
                  <a:cubicBezTo>
                    <a:pt x="6" y="86"/>
                    <a:pt x="0" y="115"/>
                    <a:pt x="1" y="124"/>
                  </a:cubicBezTo>
                  <a:cubicBezTo>
                    <a:pt x="3" y="104"/>
                    <a:pt x="9" y="93"/>
                    <a:pt x="17" y="61"/>
                  </a:cubicBezTo>
                  <a:cubicBezTo>
                    <a:pt x="20" y="50"/>
                    <a:pt x="30" y="0"/>
                    <a:pt x="2" y="11"/>
                  </a:cubicBezTo>
                </a:path>
              </a:pathLst>
            </a:custGeom>
            <a:solidFill>
              <a:srgbClr val="F8F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6" name="Freeform 16">
              <a:extLst>
                <a:ext uri="{FF2B5EF4-FFF2-40B4-BE49-F238E27FC236}">
                  <a16:creationId xmlns:a16="http://schemas.microsoft.com/office/drawing/2014/main" id="{A4B15973-8969-4A88-9E73-7F49DB191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285"/>
              <a:ext cx="247" cy="440"/>
            </a:xfrm>
            <a:custGeom>
              <a:avLst/>
              <a:gdLst>
                <a:gd name="T0" fmla="*/ 12 w 99"/>
                <a:gd name="T1" fmla="*/ 2709 h 165"/>
                <a:gd name="T2" fmla="*/ 746 w 99"/>
                <a:gd name="T3" fmla="*/ 2709 h 165"/>
                <a:gd name="T4" fmla="*/ 1275 w 99"/>
                <a:gd name="T5" fmla="*/ 2027 h 165"/>
                <a:gd name="T6" fmla="*/ 1320 w 99"/>
                <a:gd name="T7" fmla="*/ 1557 h 165"/>
                <a:gd name="T8" fmla="*/ 1475 w 99"/>
                <a:gd name="T9" fmla="*/ 989 h 165"/>
                <a:gd name="T10" fmla="*/ 1400 w 99"/>
                <a:gd name="T11" fmla="*/ 0 h 165"/>
                <a:gd name="T12" fmla="*/ 1337 w 99"/>
                <a:gd name="T13" fmla="*/ 968 h 165"/>
                <a:gd name="T14" fmla="*/ 1103 w 99"/>
                <a:gd name="T15" fmla="*/ 1821 h 165"/>
                <a:gd name="T16" fmla="*/ 853 w 99"/>
                <a:gd name="T17" fmla="*/ 2240 h 165"/>
                <a:gd name="T18" fmla="*/ 684 w 99"/>
                <a:gd name="T19" fmla="*/ 2333 h 165"/>
                <a:gd name="T20" fmla="*/ 574 w 99"/>
                <a:gd name="T21" fmla="*/ 2581 h 165"/>
                <a:gd name="T22" fmla="*/ 0 w 99"/>
                <a:gd name="T23" fmla="*/ 2653 h 1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9" h="165">
                  <a:moveTo>
                    <a:pt x="1" y="143"/>
                  </a:moveTo>
                  <a:cubicBezTo>
                    <a:pt x="14" y="165"/>
                    <a:pt x="31" y="157"/>
                    <a:pt x="48" y="143"/>
                  </a:cubicBezTo>
                  <a:cubicBezTo>
                    <a:pt x="61" y="132"/>
                    <a:pt x="77" y="124"/>
                    <a:pt x="82" y="107"/>
                  </a:cubicBezTo>
                  <a:cubicBezTo>
                    <a:pt x="84" y="99"/>
                    <a:pt x="84" y="90"/>
                    <a:pt x="85" y="82"/>
                  </a:cubicBezTo>
                  <a:cubicBezTo>
                    <a:pt x="87" y="71"/>
                    <a:pt x="92" y="62"/>
                    <a:pt x="95" y="52"/>
                  </a:cubicBezTo>
                  <a:cubicBezTo>
                    <a:pt x="99" y="33"/>
                    <a:pt x="95" y="18"/>
                    <a:pt x="90" y="0"/>
                  </a:cubicBezTo>
                  <a:cubicBezTo>
                    <a:pt x="97" y="16"/>
                    <a:pt x="94" y="35"/>
                    <a:pt x="86" y="51"/>
                  </a:cubicBezTo>
                  <a:cubicBezTo>
                    <a:pt x="79" y="66"/>
                    <a:pt x="77" y="81"/>
                    <a:pt x="71" y="96"/>
                  </a:cubicBezTo>
                  <a:cubicBezTo>
                    <a:pt x="68" y="104"/>
                    <a:pt x="61" y="113"/>
                    <a:pt x="55" y="118"/>
                  </a:cubicBezTo>
                  <a:cubicBezTo>
                    <a:pt x="52" y="120"/>
                    <a:pt x="47" y="120"/>
                    <a:pt x="44" y="123"/>
                  </a:cubicBezTo>
                  <a:cubicBezTo>
                    <a:pt x="41" y="126"/>
                    <a:pt x="40" y="132"/>
                    <a:pt x="37" y="136"/>
                  </a:cubicBezTo>
                  <a:cubicBezTo>
                    <a:pt x="30" y="145"/>
                    <a:pt x="5" y="159"/>
                    <a:pt x="0" y="140"/>
                  </a:cubicBezTo>
                </a:path>
              </a:pathLst>
            </a:custGeom>
            <a:solidFill>
              <a:srgbClr val="CDA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7" name="Freeform 17">
              <a:extLst>
                <a:ext uri="{FF2B5EF4-FFF2-40B4-BE49-F238E27FC236}">
                  <a16:creationId xmlns:a16="http://schemas.microsoft.com/office/drawing/2014/main" id="{67EA6235-CB7E-4129-BB43-62F7103F3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1592"/>
              <a:ext cx="365" cy="318"/>
            </a:xfrm>
            <a:custGeom>
              <a:avLst/>
              <a:gdLst>
                <a:gd name="T0" fmla="*/ 113 w 146"/>
                <a:gd name="T1" fmla="*/ 1678 h 119"/>
                <a:gd name="T2" fmla="*/ 220 w 146"/>
                <a:gd name="T3" fmla="*/ 2122 h 119"/>
                <a:gd name="T4" fmla="*/ 675 w 146"/>
                <a:gd name="T5" fmla="*/ 2157 h 119"/>
                <a:gd name="T6" fmla="*/ 1658 w 146"/>
                <a:gd name="T7" fmla="*/ 1734 h 119"/>
                <a:gd name="T8" fmla="*/ 2270 w 146"/>
                <a:gd name="T9" fmla="*/ 970 h 119"/>
                <a:gd name="T10" fmla="*/ 2125 w 146"/>
                <a:gd name="T11" fmla="*/ 534 h 119"/>
                <a:gd name="T12" fmla="*/ 2063 w 146"/>
                <a:gd name="T13" fmla="*/ 0 h 119"/>
                <a:gd name="T14" fmla="*/ 1908 w 146"/>
                <a:gd name="T15" fmla="*/ 671 h 119"/>
                <a:gd name="T16" fmla="*/ 1408 w 146"/>
                <a:gd name="T17" fmla="*/ 1256 h 119"/>
                <a:gd name="T18" fmla="*/ 0 w 146"/>
                <a:gd name="T19" fmla="*/ 1470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6" h="119">
                  <a:moveTo>
                    <a:pt x="7" y="88"/>
                  </a:moveTo>
                  <a:cubicBezTo>
                    <a:pt x="11" y="95"/>
                    <a:pt x="9" y="105"/>
                    <a:pt x="14" y="111"/>
                  </a:cubicBezTo>
                  <a:cubicBezTo>
                    <a:pt x="22" y="119"/>
                    <a:pt x="32" y="115"/>
                    <a:pt x="43" y="113"/>
                  </a:cubicBezTo>
                  <a:cubicBezTo>
                    <a:pt x="64" y="108"/>
                    <a:pt x="87" y="103"/>
                    <a:pt x="106" y="91"/>
                  </a:cubicBezTo>
                  <a:cubicBezTo>
                    <a:pt x="118" y="83"/>
                    <a:pt x="146" y="67"/>
                    <a:pt x="145" y="51"/>
                  </a:cubicBezTo>
                  <a:cubicBezTo>
                    <a:pt x="145" y="45"/>
                    <a:pt x="138" y="34"/>
                    <a:pt x="136" y="28"/>
                  </a:cubicBezTo>
                  <a:cubicBezTo>
                    <a:pt x="133" y="18"/>
                    <a:pt x="133" y="10"/>
                    <a:pt x="132" y="0"/>
                  </a:cubicBezTo>
                  <a:cubicBezTo>
                    <a:pt x="124" y="14"/>
                    <a:pt x="124" y="19"/>
                    <a:pt x="122" y="35"/>
                  </a:cubicBezTo>
                  <a:cubicBezTo>
                    <a:pt x="119" y="54"/>
                    <a:pt x="107" y="59"/>
                    <a:pt x="90" y="66"/>
                  </a:cubicBezTo>
                  <a:cubicBezTo>
                    <a:pt x="59" y="79"/>
                    <a:pt x="28" y="116"/>
                    <a:pt x="0" y="77"/>
                  </a:cubicBezTo>
                </a:path>
              </a:pathLst>
            </a:custGeom>
            <a:solidFill>
              <a:srgbClr val="CE5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8" name="Freeform 18">
              <a:extLst>
                <a:ext uri="{FF2B5EF4-FFF2-40B4-BE49-F238E27FC236}">
                  <a16:creationId xmlns:a16="http://schemas.microsoft.com/office/drawing/2014/main" id="{036CB627-78A6-411C-BF4E-AD78F1E97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587"/>
              <a:ext cx="230" cy="93"/>
            </a:xfrm>
            <a:custGeom>
              <a:avLst/>
              <a:gdLst>
                <a:gd name="T0" fmla="*/ 0 w 92"/>
                <a:gd name="T1" fmla="*/ 656 h 35"/>
                <a:gd name="T2" fmla="*/ 113 w 92"/>
                <a:gd name="T3" fmla="*/ 226 h 35"/>
                <a:gd name="T4" fmla="*/ 500 w 92"/>
                <a:gd name="T5" fmla="*/ 0 h 35"/>
                <a:gd name="T6" fmla="*/ 875 w 92"/>
                <a:gd name="T7" fmla="*/ 35 h 35"/>
                <a:gd name="T8" fmla="*/ 1438 w 92"/>
                <a:gd name="T9" fmla="*/ 77 h 35"/>
                <a:gd name="T10" fmla="*/ 925 w 92"/>
                <a:gd name="T11" fmla="*/ 93 h 35"/>
                <a:gd name="T12" fmla="*/ 488 w 92"/>
                <a:gd name="T13" fmla="*/ 149 h 35"/>
                <a:gd name="T14" fmla="*/ 63 w 92"/>
                <a:gd name="T15" fmla="*/ 50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35">
                  <a:moveTo>
                    <a:pt x="0" y="35"/>
                  </a:moveTo>
                  <a:cubicBezTo>
                    <a:pt x="4" y="28"/>
                    <a:pt x="2" y="19"/>
                    <a:pt x="7" y="12"/>
                  </a:cubicBezTo>
                  <a:cubicBezTo>
                    <a:pt x="13" y="3"/>
                    <a:pt x="22" y="0"/>
                    <a:pt x="32" y="0"/>
                  </a:cubicBezTo>
                  <a:cubicBezTo>
                    <a:pt x="40" y="0"/>
                    <a:pt x="48" y="1"/>
                    <a:pt x="56" y="2"/>
                  </a:cubicBezTo>
                  <a:cubicBezTo>
                    <a:pt x="66" y="3"/>
                    <a:pt x="82" y="1"/>
                    <a:pt x="92" y="4"/>
                  </a:cubicBezTo>
                  <a:cubicBezTo>
                    <a:pt x="85" y="5"/>
                    <a:pt x="66" y="6"/>
                    <a:pt x="59" y="5"/>
                  </a:cubicBezTo>
                  <a:cubicBezTo>
                    <a:pt x="50" y="5"/>
                    <a:pt x="39" y="6"/>
                    <a:pt x="31" y="8"/>
                  </a:cubicBezTo>
                  <a:cubicBezTo>
                    <a:pt x="21" y="10"/>
                    <a:pt x="9" y="15"/>
                    <a:pt x="4" y="27"/>
                  </a:cubicBezTo>
                </a:path>
              </a:pathLst>
            </a:custGeom>
            <a:solidFill>
              <a:srgbClr val="F1D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9" name="Freeform 19">
              <a:extLst>
                <a:ext uri="{FF2B5EF4-FFF2-40B4-BE49-F238E27FC236}">
                  <a16:creationId xmlns:a16="http://schemas.microsoft.com/office/drawing/2014/main" id="{A75F656C-158F-4CD0-A37D-8CEC18F03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528"/>
              <a:ext cx="97" cy="101"/>
            </a:xfrm>
            <a:custGeom>
              <a:avLst/>
              <a:gdLst>
                <a:gd name="T0" fmla="*/ 12 w 39"/>
                <a:gd name="T1" fmla="*/ 712 h 38"/>
                <a:gd name="T2" fmla="*/ 187 w 39"/>
                <a:gd name="T3" fmla="*/ 319 h 38"/>
                <a:gd name="T4" fmla="*/ 599 w 39"/>
                <a:gd name="T5" fmla="*/ 191 h 38"/>
                <a:gd name="T6" fmla="*/ 92 w 39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8">
                  <a:moveTo>
                    <a:pt x="1" y="38"/>
                  </a:moveTo>
                  <a:cubicBezTo>
                    <a:pt x="0" y="31"/>
                    <a:pt x="7" y="21"/>
                    <a:pt x="12" y="17"/>
                  </a:cubicBezTo>
                  <a:cubicBezTo>
                    <a:pt x="21" y="12"/>
                    <a:pt x="31" y="14"/>
                    <a:pt x="39" y="10"/>
                  </a:cubicBezTo>
                  <a:cubicBezTo>
                    <a:pt x="27" y="9"/>
                    <a:pt x="17" y="4"/>
                    <a:pt x="6" y="0"/>
                  </a:cubicBezTo>
                </a:path>
              </a:pathLst>
            </a:custGeom>
            <a:solidFill>
              <a:srgbClr val="CE5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0" name="Freeform 20">
              <a:extLst>
                <a:ext uri="{FF2B5EF4-FFF2-40B4-BE49-F238E27FC236}">
                  <a16:creationId xmlns:a16="http://schemas.microsoft.com/office/drawing/2014/main" id="{81D9FCB7-9AB3-467F-AF0B-DDC04247F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141"/>
              <a:ext cx="50" cy="99"/>
            </a:xfrm>
            <a:custGeom>
              <a:avLst/>
              <a:gdLst>
                <a:gd name="T0" fmla="*/ 0 w 20"/>
                <a:gd name="T1" fmla="*/ 385 h 37"/>
                <a:gd name="T2" fmla="*/ 188 w 20"/>
                <a:gd name="T3" fmla="*/ 538 h 37"/>
                <a:gd name="T4" fmla="*/ 283 w 20"/>
                <a:gd name="T5" fmla="*/ 709 h 37"/>
                <a:gd name="T6" fmla="*/ 270 w 20"/>
                <a:gd name="T7" fmla="*/ 342 h 37"/>
                <a:gd name="T8" fmla="*/ 238 w 20"/>
                <a:gd name="T9" fmla="*/ 0 h 37"/>
                <a:gd name="T10" fmla="*/ 158 w 20"/>
                <a:gd name="T11" fmla="*/ 209 h 37"/>
                <a:gd name="T12" fmla="*/ 0 w 20"/>
                <a:gd name="T13" fmla="*/ 36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7">
                  <a:moveTo>
                    <a:pt x="0" y="20"/>
                  </a:moveTo>
                  <a:cubicBezTo>
                    <a:pt x="4" y="23"/>
                    <a:pt x="9" y="23"/>
                    <a:pt x="12" y="28"/>
                  </a:cubicBezTo>
                  <a:cubicBezTo>
                    <a:pt x="14" y="31"/>
                    <a:pt x="13" y="36"/>
                    <a:pt x="18" y="37"/>
                  </a:cubicBezTo>
                  <a:cubicBezTo>
                    <a:pt x="20" y="31"/>
                    <a:pt x="16" y="24"/>
                    <a:pt x="17" y="18"/>
                  </a:cubicBezTo>
                  <a:cubicBezTo>
                    <a:pt x="18" y="12"/>
                    <a:pt x="20" y="5"/>
                    <a:pt x="15" y="0"/>
                  </a:cubicBezTo>
                  <a:cubicBezTo>
                    <a:pt x="14" y="4"/>
                    <a:pt x="13" y="8"/>
                    <a:pt x="10" y="11"/>
                  </a:cubicBezTo>
                  <a:cubicBezTo>
                    <a:pt x="7" y="14"/>
                    <a:pt x="2" y="15"/>
                    <a:pt x="0" y="19"/>
                  </a:cubicBezTo>
                </a:path>
              </a:pathLst>
            </a:custGeom>
            <a:solidFill>
              <a:srgbClr val="CDA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1" name="Freeform 21">
              <a:extLst>
                <a:ext uri="{FF2B5EF4-FFF2-40B4-BE49-F238E27FC236}">
                  <a16:creationId xmlns:a16="http://schemas.microsoft.com/office/drawing/2014/main" id="{76A38F7F-B4BB-478D-BAD6-76787D3DD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088"/>
              <a:ext cx="220" cy="43"/>
            </a:xfrm>
            <a:custGeom>
              <a:avLst/>
              <a:gdLst>
                <a:gd name="T0" fmla="*/ 0 w 88"/>
                <a:gd name="T1" fmla="*/ 35 h 16"/>
                <a:gd name="T2" fmla="*/ 520 w 88"/>
                <a:gd name="T3" fmla="*/ 81 h 16"/>
                <a:gd name="T4" fmla="*/ 1375 w 88"/>
                <a:gd name="T5" fmla="*/ 290 h 16"/>
                <a:gd name="T6" fmla="*/ 1020 w 88"/>
                <a:gd name="T7" fmla="*/ 274 h 16"/>
                <a:gd name="T8" fmla="*/ 738 w 88"/>
                <a:gd name="T9" fmla="*/ 312 h 16"/>
                <a:gd name="T10" fmla="*/ 458 w 88"/>
                <a:gd name="T11" fmla="*/ 196 h 16"/>
                <a:gd name="T12" fmla="*/ 33 w 88"/>
                <a:gd name="T13" fmla="*/ 8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6">
                  <a:moveTo>
                    <a:pt x="0" y="2"/>
                  </a:moveTo>
                  <a:cubicBezTo>
                    <a:pt x="12" y="0"/>
                    <a:pt x="21" y="0"/>
                    <a:pt x="33" y="4"/>
                  </a:cubicBezTo>
                  <a:cubicBezTo>
                    <a:pt x="50" y="10"/>
                    <a:pt x="69" y="12"/>
                    <a:pt x="88" y="15"/>
                  </a:cubicBezTo>
                  <a:cubicBezTo>
                    <a:pt x="80" y="15"/>
                    <a:pt x="72" y="14"/>
                    <a:pt x="65" y="14"/>
                  </a:cubicBezTo>
                  <a:cubicBezTo>
                    <a:pt x="59" y="14"/>
                    <a:pt x="52" y="16"/>
                    <a:pt x="47" y="16"/>
                  </a:cubicBezTo>
                  <a:cubicBezTo>
                    <a:pt x="42" y="16"/>
                    <a:pt x="35" y="12"/>
                    <a:pt x="29" y="10"/>
                  </a:cubicBezTo>
                  <a:cubicBezTo>
                    <a:pt x="21" y="8"/>
                    <a:pt x="11" y="2"/>
                    <a:pt x="2" y="4"/>
                  </a:cubicBezTo>
                </a:path>
              </a:pathLst>
            </a:custGeom>
            <a:solidFill>
              <a:srgbClr val="FFF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2" name="Freeform 22">
              <a:extLst>
                <a:ext uri="{FF2B5EF4-FFF2-40B4-BE49-F238E27FC236}">
                  <a16:creationId xmlns:a16="http://schemas.microsoft.com/office/drawing/2014/main" id="{E190A35E-616D-4AED-9E9D-D68A136EB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040"/>
              <a:ext cx="52" cy="24"/>
            </a:xfrm>
            <a:custGeom>
              <a:avLst/>
              <a:gdLst>
                <a:gd name="T0" fmla="*/ 0 w 21"/>
                <a:gd name="T1" fmla="*/ 171 h 9"/>
                <a:gd name="T2" fmla="*/ 319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1"/>
                    <a:pt x="15" y="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3" name="Freeform 23">
              <a:extLst>
                <a:ext uri="{FF2B5EF4-FFF2-40B4-BE49-F238E27FC236}">
                  <a16:creationId xmlns:a16="http://schemas.microsoft.com/office/drawing/2014/main" id="{299E0C70-6EE6-426E-9DB6-191650C0E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195"/>
              <a:ext cx="185" cy="378"/>
            </a:xfrm>
            <a:custGeom>
              <a:avLst/>
              <a:gdLst>
                <a:gd name="T0" fmla="*/ 1158 w 74"/>
                <a:gd name="T1" fmla="*/ 0 h 142"/>
                <a:gd name="T2" fmla="*/ 125 w 74"/>
                <a:gd name="T3" fmla="*/ 849 h 142"/>
                <a:gd name="T4" fmla="*/ 33 w 74"/>
                <a:gd name="T5" fmla="*/ 2678 h 142"/>
                <a:gd name="T6" fmla="*/ 395 w 74"/>
                <a:gd name="T7" fmla="*/ 511 h 142"/>
                <a:gd name="T8" fmla="*/ 1158 w 74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42">
                  <a:moveTo>
                    <a:pt x="74" y="0"/>
                  </a:moveTo>
                  <a:cubicBezTo>
                    <a:pt x="48" y="2"/>
                    <a:pt x="17" y="4"/>
                    <a:pt x="8" y="45"/>
                  </a:cubicBezTo>
                  <a:cubicBezTo>
                    <a:pt x="0" y="85"/>
                    <a:pt x="2" y="142"/>
                    <a:pt x="2" y="142"/>
                  </a:cubicBezTo>
                  <a:cubicBezTo>
                    <a:pt x="3" y="118"/>
                    <a:pt x="11" y="42"/>
                    <a:pt x="25" y="27"/>
                  </a:cubicBezTo>
                  <a:cubicBezTo>
                    <a:pt x="39" y="12"/>
                    <a:pt x="41" y="5"/>
                    <a:pt x="74" y="0"/>
                  </a:cubicBezTo>
                  <a:close/>
                </a:path>
              </a:pathLst>
            </a:custGeom>
            <a:solidFill>
              <a:srgbClr val="C2D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4" name="Freeform 24">
              <a:extLst>
                <a:ext uri="{FF2B5EF4-FFF2-40B4-BE49-F238E27FC236}">
                  <a16:creationId xmlns:a16="http://schemas.microsoft.com/office/drawing/2014/main" id="{A94AC60E-3C00-40FB-86FF-8C3548A37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141"/>
              <a:ext cx="57" cy="43"/>
            </a:xfrm>
            <a:custGeom>
              <a:avLst/>
              <a:gdLst>
                <a:gd name="T0" fmla="*/ 349 w 23"/>
                <a:gd name="T1" fmla="*/ 0 h 16"/>
                <a:gd name="T2" fmla="*/ 0 w 23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6">
                  <a:moveTo>
                    <a:pt x="23" y="0"/>
                  </a:moveTo>
                  <a:cubicBezTo>
                    <a:pt x="14" y="0"/>
                    <a:pt x="4" y="4"/>
                    <a:pt x="0" y="16"/>
                  </a:cubicBezTo>
                </a:path>
              </a:pathLst>
            </a:custGeom>
            <a:solidFill>
              <a:srgbClr val="D9D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5" name="Freeform 25">
              <a:extLst>
                <a:ext uri="{FF2B5EF4-FFF2-40B4-BE49-F238E27FC236}">
                  <a16:creationId xmlns:a16="http://schemas.microsoft.com/office/drawing/2014/main" id="{458B89F0-232C-4114-A2C9-BC64F47BC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768"/>
              <a:ext cx="105" cy="48"/>
            </a:xfrm>
            <a:custGeom>
              <a:avLst/>
              <a:gdLst>
                <a:gd name="T0" fmla="*/ 0 w 42"/>
                <a:gd name="T1" fmla="*/ 307 h 18"/>
                <a:gd name="T2" fmla="*/ 658 w 4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8">
                  <a:moveTo>
                    <a:pt x="0" y="16"/>
                  </a:moveTo>
                  <a:cubicBezTo>
                    <a:pt x="10" y="18"/>
                    <a:pt x="36" y="5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6" name="Freeform 26">
              <a:extLst>
                <a:ext uri="{FF2B5EF4-FFF2-40B4-BE49-F238E27FC236}">
                  <a16:creationId xmlns:a16="http://schemas.microsoft.com/office/drawing/2014/main" id="{FDF745E6-9CE1-4293-B270-861E57CF3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776"/>
              <a:ext cx="140" cy="16"/>
            </a:xfrm>
            <a:custGeom>
              <a:avLst/>
              <a:gdLst>
                <a:gd name="T0" fmla="*/ 0 w 56"/>
                <a:gd name="T1" fmla="*/ 0 h 6"/>
                <a:gd name="T2" fmla="*/ 875 w 56"/>
                <a:gd name="T3" fmla="*/ 9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6">
                  <a:moveTo>
                    <a:pt x="0" y="0"/>
                  </a:moveTo>
                  <a:cubicBezTo>
                    <a:pt x="16" y="6"/>
                    <a:pt x="49" y="6"/>
                    <a:pt x="5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7" name="Freeform 27">
              <a:extLst>
                <a:ext uri="{FF2B5EF4-FFF2-40B4-BE49-F238E27FC236}">
                  <a16:creationId xmlns:a16="http://schemas.microsoft.com/office/drawing/2014/main" id="{D994812C-4FA7-4E6C-B83C-17D460D9F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283"/>
              <a:ext cx="65" cy="400"/>
            </a:xfrm>
            <a:custGeom>
              <a:avLst/>
              <a:gdLst>
                <a:gd name="T0" fmla="*/ 313 w 26"/>
                <a:gd name="T1" fmla="*/ 0 h 150"/>
                <a:gd name="T2" fmla="*/ 238 w 26"/>
                <a:gd name="T3" fmla="*/ 568 h 150"/>
                <a:gd name="T4" fmla="*/ 83 w 26"/>
                <a:gd name="T5" fmla="*/ 1229 h 150"/>
                <a:gd name="T6" fmla="*/ 83 w 26"/>
                <a:gd name="T7" fmla="*/ 2845 h 150"/>
                <a:gd name="T8" fmla="*/ 208 w 26"/>
                <a:gd name="T9" fmla="*/ 1387 h 150"/>
                <a:gd name="T10" fmla="*/ 313 w 26"/>
                <a:gd name="T11" fmla="*/ 93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50">
                  <a:moveTo>
                    <a:pt x="20" y="0"/>
                  </a:moveTo>
                  <a:cubicBezTo>
                    <a:pt x="24" y="9"/>
                    <a:pt x="17" y="22"/>
                    <a:pt x="15" y="30"/>
                  </a:cubicBezTo>
                  <a:cubicBezTo>
                    <a:pt x="11" y="42"/>
                    <a:pt x="8" y="53"/>
                    <a:pt x="5" y="65"/>
                  </a:cubicBezTo>
                  <a:cubicBezTo>
                    <a:pt x="0" y="93"/>
                    <a:pt x="1" y="122"/>
                    <a:pt x="5" y="150"/>
                  </a:cubicBezTo>
                  <a:cubicBezTo>
                    <a:pt x="3" y="124"/>
                    <a:pt x="9" y="98"/>
                    <a:pt x="13" y="73"/>
                  </a:cubicBezTo>
                  <a:cubicBezTo>
                    <a:pt x="16" y="50"/>
                    <a:pt x="26" y="28"/>
                    <a:pt x="20" y="5"/>
                  </a:cubicBezTo>
                </a:path>
              </a:pathLst>
            </a:custGeom>
            <a:solidFill>
              <a:srgbClr val="D9D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8" name="Freeform 28">
              <a:extLst>
                <a:ext uri="{FF2B5EF4-FFF2-40B4-BE49-F238E27FC236}">
                  <a16:creationId xmlns:a16="http://schemas.microsoft.com/office/drawing/2014/main" id="{593F0001-5A09-489C-8DFA-B3AE90ABF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168"/>
              <a:ext cx="280" cy="611"/>
            </a:xfrm>
            <a:custGeom>
              <a:avLst/>
              <a:gdLst>
                <a:gd name="T0" fmla="*/ 1720 w 112"/>
                <a:gd name="T1" fmla="*/ 854 h 229"/>
                <a:gd name="T2" fmla="*/ 1658 w 112"/>
                <a:gd name="T3" fmla="*/ 1502 h 229"/>
                <a:gd name="T4" fmla="*/ 1550 w 112"/>
                <a:gd name="T5" fmla="*/ 2279 h 229"/>
                <a:gd name="T6" fmla="*/ 1333 w 112"/>
                <a:gd name="T7" fmla="*/ 3517 h 229"/>
                <a:gd name="T8" fmla="*/ 0 w 112"/>
                <a:gd name="T9" fmla="*/ 3951 h 229"/>
                <a:gd name="T10" fmla="*/ 238 w 112"/>
                <a:gd name="T11" fmla="*/ 3837 h 229"/>
                <a:gd name="T12" fmla="*/ 438 w 112"/>
                <a:gd name="T13" fmla="*/ 3871 h 229"/>
                <a:gd name="T14" fmla="*/ 938 w 112"/>
                <a:gd name="T15" fmla="*/ 3631 h 229"/>
                <a:gd name="T16" fmla="*/ 1313 w 112"/>
                <a:gd name="T17" fmla="*/ 2185 h 229"/>
                <a:gd name="T18" fmla="*/ 813 w 112"/>
                <a:gd name="T19" fmla="*/ 1425 h 229"/>
                <a:gd name="T20" fmla="*/ 658 w 112"/>
                <a:gd name="T21" fmla="*/ 648 h 229"/>
                <a:gd name="T22" fmla="*/ 458 w 112"/>
                <a:gd name="T23" fmla="*/ 0 h 229"/>
                <a:gd name="T24" fmla="*/ 783 w 112"/>
                <a:gd name="T25" fmla="*/ 478 h 229"/>
                <a:gd name="T26" fmla="*/ 970 w 112"/>
                <a:gd name="T27" fmla="*/ 1105 h 229"/>
                <a:gd name="T28" fmla="*/ 1375 w 112"/>
                <a:gd name="T29" fmla="*/ 1083 h 229"/>
                <a:gd name="T30" fmla="*/ 1500 w 112"/>
                <a:gd name="T31" fmla="*/ 760 h 229"/>
                <a:gd name="T32" fmla="*/ 1645 w 112"/>
                <a:gd name="T33" fmla="*/ 512 h 2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2" h="229">
                  <a:moveTo>
                    <a:pt x="110" y="45"/>
                  </a:moveTo>
                  <a:cubicBezTo>
                    <a:pt x="112" y="54"/>
                    <a:pt x="107" y="69"/>
                    <a:pt x="106" y="79"/>
                  </a:cubicBezTo>
                  <a:cubicBezTo>
                    <a:pt x="104" y="93"/>
                    <a:pt x="101" y="106"/>
                    <a:pt x="99" y="120"/>
                  </a:cubicBezTo>
                  <a:cubicBezTo>
                    <a:pt x="95" y="142"/>
                    <a:pt x="90" y="163"/>
                    <a:pt x="85" y="185"/>
                  </a:cubicBezTo>
                  <a:cubicBezTo>
                    <a:pt x="77" y="229"/>
                    <a:pt x="33" y="209"/>
                    <a:pt x="0" y="208"/>
                  </a:cubicBezTo>
                  <a:cubicBezTo>
                    <a:pt x="5" y="206"/>
                    <a:pt x="10" y="203"/>
                    <a:pt x="15" y="202"/>
                  </a:cubicBezTo>
                  <a:cubicBezTo>
                    <a:pt x="19" y="202"/>
                    <a:pt x="24" y="204"/>
                    <a:pt x="28" y="204"/>
                  </a:cubicBezTo>
                  <a:cubicBezTo>
                    <a:pt x="40" y="204"/>
                    <a:pt x="51" y="198"/>
                    <a:pt x="60" y="191"/>
                  </a:cubicBezTo>
                  <a:cubicBezTo>
                    <a:pt x="80" y="174"/>
                    <a:pt x="82" y="140"/>
                    <a:pt x="84" y="115"/>
                  </a:cubicBezTo>
                  <a:cubicBezTo>
                    <a:pt x="87" y="87"/>
                    <a:pt x="62" y="95"/>
                    <a:pt x="52" y="75"/>
                  </a:cubicBezTo>
                  <a:cubicBezTo>
                    <a:pt x="45" y="61"/>
                    <a:pt x="44" y="49"/>
                    <a:pt x="42" y="34"/>
                  </a:cubicBezTo>
                  <a:cubicBezTo>
                    <a:pt x="41" y="25"/>
                    <a:pt x="36" y="6"/>
                    <a:pt x="29" y="0"/>
                  </a:cubicBezTo>
                  <a:cubicBezTo>
                    <a:pt x="41" y="6"/>
                    <a:pt x="47" y="12"/>
                    <a:pt x="50" y="25"/>
                  </a:cubicBezTo>
                  <a:cubicBezTo>
                    <a:pt x="52" y="38"/>
                    <a:pt x="53" y="49"/>
                    <a:pt x="62" y="58"/>
                  </a:cubicBezTo>
                  <a:cubicBezTo>
                    <a:pt x="71" y="68"/>
                    <a:pt x="77" y="67"/>
                    <a:pt x="88" y="57"/>
                  </a:cubicBezTo>
                  <a:cubicBezTo>
                    <a:pt x="95" y="52"/>
                    <a:pt x="93" y="46"/>
                    <a:pt x="96" y="40"/>
                  </a:cubicBezTo>
                  <a:cubicBezTo>
                    <a:pt x="98" y="35"/>
                    <a:pt x="103" y="32"/>
                    <a:pt x="105" y="27"/>
                  </a:cubicBezTo>
                </a:path>
              </a:pathLst>
            </a:custGeom>
            <a:solidFill>
              <a:srgbClr val="6B7F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9" name="Freeform 29">
              <a:extLst>
                <a:ext uri="{FF2B5EF4-FFF2-40B4-BE49-F238E27FC236}">
                  <a16:creationId xmlns:a16="http://schemas.microsoft.com/office/drawing/2014/main" id="{04E3C9F3-18BB-45D6-BFF2-84700B45D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051"/>
              <a:ext cx="460" cy="165"/>
            </a:xfrm>
            <a:custGeom>
              <a:avLst/>
              <a:gdLst>
                <a:gd name="T0" fmla="*/ 438 w 184"/>
                <a:gd name="T1" fmla="*/ 1078 h 62"/>
                <a:gd name="T2" fmla="*/ 1158 w 184"/>
                <a:gd name="T3" fmla="*/ 1112 h 62"/>
                <a:gd name="T4" fmla="*/ 2770 w 184"/>
                <a:gd name="T5" fmla="*/ 601 h 62"/>
                <a:gd name="T6" fmla="*/ 1425 w 184"/>
                <a:gd name="T7" fmla="*/ 261 h 62"/>
                <a:gd name="T8" fmla="*/ 708 w 184"/>
                <a:gd name="T9" fmla="*/ 114 h 62"/>
                <a:gd name="T10" fmla="*/ 438 w 184"/>
                <a:gd name="T11" fmla="*/ 107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62">
                  <a:moveTo>
                    <a:pt x="28" y="57"/>
                  </a:moveTo>
                  <a:cubicBezTo>
                    <a:pt x="44" y="60"/>
                    <a:pt x="57" y="60"/>
                    <a:pt x="74" y="59"/>
                  </a:cubicBezTo>
                  <a:cubicBezTo>
                    <a:pt x="93" y="58"/>
                    <a:pt x="184" y="62"/>
                    <a:pt x="177" y="32"/>
                  </a:cubicBezTo>
                  <a:cubicBezTo>
                    <a:pt x="174" y="22"/>
                    <a:pt x="110" y="19"/>
                    <a:pt x="91" y="14"/>
                  </a:cubicBezTo>
                  <a:cubicBezTo>
                    <a:pt x="75" y="9"/>
                    <a:pt x="62" y="0"/>
                    <a:pt x="45" y="6"/>
                  </a:cubicBezTo>
                  <a:cubicBezTo>
                    <a:pt x="28" y="9"/>
                    <a:pt x="0" y="48"/>
                    <a:pt x="28" y="5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0" name="Freeform 30">
              <a:extLst>
                <a:ext uri="{FF2B5EF4-FFF2-40B4-BE49-F238E27FC236}">
                  <a16:creationId xmlns:a16="http://schemas.microsoft.com/office/drawing/2014/main" id="{C3175A5F-6970-47B3-B527-2DDF0AE8E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104"/>
              <a:ext cx="383" cy="677"/>
            </a:xfrm>
            <a:custGeom>
              <a:avLst/>
              <a:gdLst>
                <a:gd name="T0" fmla="*/ 2225 w 153"/>
                <a:gd name="T1" fmla="*/ 717 h 254"/>
                <a:gd name="T2" fmla="*/ 2068 w 153"/>
                <a:gd name="T3" fmla="*/ 704 h 254"/>
                <a:gd name="T4" fmla="*/ 1910 w 153"/>
                <a:gd name="T5" fmla="*/ 227 h 254"/>
                <a:gd name="T6" fmla="*/ 1522 w 153"/>
                <a:gd name="T7" fmla="*/ 21 h 254"/>
                <a:gd name="T8" fmla="*/ 426 w 153"/>
                <a:gd name="T9" fmla="*/ 264 h 254"/>
                <a:gd name="T10" fmla="*/ 125 w 153"/>
                <a:gd name="T11" fmla="*/ 1173 h 254"/>
                <a:gd name="T12" fmla="*/ 188 w 153"/>
                <a:gd name="T13" fmla="*/ 4206 h 254"/>
                <a:gd name="T14" fmla="*/ 1116 w 153"/>
                <a:gd name="T15" fmla="*/ 4718 h 254"/>
                <a:gd name="T16" fmla="*/ 1975 w 153"/>
                <a:gd name="T17" fmla="*/ 4299 h 254"/>
                <a:gd name="T18" fmla="*/ 2318 w 153"/>
                <a:gd name="T19" fmla="*/ 1101 h 254"/>
                <a:gd name="T20" fmla="*/ 2225 w 153"/>
                <a:gd name="T21" fmla="*/ 717 h 2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3" h="254">
                  <a:moveTo>
                    <a:pt x="142" y="38"/>
                  </a:moveTo>
                  <a:cubicBezTo>
                    <a:pt x="139" y="38"/>
                    <a:pt x="135" y="38"/>
                    <a:pt x="132" y="37"/>
                  </a:cubicBezTo>
                  <a:cubicBezTo>
                    <a:pt x="119" y="33"/>
                    <a:pt x="118" y="22"/>
                    <a:pt x="122" y="12"/>
                  </a:cubicBezTo>
                  <a:cubicBezTo>
                    <a:pt x="119" y="6"/>
                    <a:pt x="111" y="0"/>
                    <a:pt x="97" y="1"/>
                  </a:cubicBezTo>
                  <a:cubicBezTo>
                    <a:pt x="78" y="2"/>
                    <a:pt x="41" y="0"/>
                    <a:pt x="27" y="14"/>
                  </a:cubicBezTo>
                  <a:cubicBezTo>
                    <a:pt x="18" y="23"/>
                    <a:pt x="11" y="45"/>
                    <a:pt x="8" y="62"/>
                  </a:cubicBezTo>
                  <a:cubicBezTo>
                    <a:pt x="0" y="126"/>
                    <a:pt x="3" y="184"/>
                    <a:pt x="12" y="222"/>
                  </a:cubicBezTo>
                  <a:cubicBezTo>
                    <a:pt x="17" y="245"/>
                    <a:pt x="46" y="250"/>
                    <a:pt x="71" y="249"/>
                  </a:cubicBezTo>
                  <a:cubicBezTo>
                    <a:pt x="96" y="248"/>
                    <a:pt x="118" y="254"/>
                    <a:pt x="126" y="227"/>
                  </a:cubicBezTo>
                  <a:cubicBezTo>
                    <a:pt x="136" y="191"/>
                    <a:pt x="153" y="82"/>
                    <a:pt x="148" y="58"/>
                  </a:cubicBezTo>
                  <a:cubicBezTo>
                    <a:pt x="146" y="51"/>
                    <a:pt x="145" y="44"/>
                    <a:pt x="142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1" name="Freeform 31">
              <a:extLst>
                <a:ext uri="{FF2B5EF4-FFF2-40B4-BE49-F238E27FC236}">
                  <a16:creationId xmlns:a16="http://schemas.microsoft.com/office/drawing/2014/main" id="{D39EDE37-3EBC-4F89-A2CE-870CE82A8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011"/>
              <a:ext cx="402" cy="125"/>
            </a:xfrm>
            <a:custGeom>
              <a:avLst/>
              <a:gdLst>
                <a:gd name="T0" fmla="*/ 2494 w 161"/>
                <a:gd name="T1" fmla="*/ 601 h 47"/>
                <a:gd name="T2" fmla="*/ 1166 w 161"/>
                <a:gd name="T3" fmla="*/ 261 h 47"/>
                <a:gd name="T4" fmla="*/ 437 w 161"/>
                <a:gd name="T5" fmla="*/ 114 h 47"/>
                <a:gd name="T6" fmla="*/ 0 w 161"/>
                <a:gd name="T7" fmla="*/ 694 h 47"/>
                <a:gd name="T8" fmla="*/ 230 w 161"/>
                <a:gd name="T9" fmla="*/ 883 h 47"/>
                <a:gd name="T10" fmla="*/ 230 w 161"/>
                <a:gd name="T11" fmla="*/ 883 h 47"/>
                <a:gd name="T12" fmla="*/ 654 w 161"/>
                <a:gd name="T13" fmla="*/ 396 h 47"/>
                <a:gd name="T14" fmla="*/ 1371 w 161"/>
                <a:gd name="T15" fmla="*/ 545 h 47"/>
                <a:gd name="T16" fmla="*/ 2474 w 161"/>
                <a:gd name="T17" fmla="*/ 750 h 47"/>
                <a:gd name="T18" fmla="*/ 2494 w 161"/>
                <a:gd name="T19" fmla="*/ 60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1" h="47">
                  <a:moveTo>
                    <a:pt x="160" y="32"/>
                  </a:moveTo>
                  <a:cubicBezTo>
                    <a:pt x="157" y="21"/>
                    <a:pt x="93" y="19"/>
                    <a:pt x="75" y="14"/>
                  </a:cubicBezTo>
                  <a:cubicBezTo>
                    <a:pt x="59" y="9"/>
                    <a:pt x="45" y="0"/>
                    <a:pt x="28" y="6"/>
                  </a:cubicBezTo>
                  <a:cubicBezTo>
                    <a:pt x="18" y="7"/>
                    <a:pt x="3" y="23"/>
                    <a:pt x="0" y="37"/>
                  </a:cubicBezTo>
                  <a:cubicBezTo>
                    <a:pt x="8" y="39"/>
                    <a:pt x="13" y="43"/>
                    <a:pt x="15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20" y="34"/>
                    <a:pt x="33" y="22"/>
                    <a:pt x="42" y="21"/>
                  </a:cubicBezTo>
                  <a:cubicBezTo>
                    <a:pt x="59" y="15"/>
                    <a:pt x="72" y="24"/>
                    <a:pt x="88" y="29"/>
                  </a:cubicBezTo>
                  <a:cubicBezTo>
                    <a:pt x="102" y="33"/>
                    <a:pt x="139" y="35"/>
                    <a:pt x="159" y="40"/>
                  </a:cubicBezTo>
                  <a:cubicBezTo>
                    <a:pt x="160" y="38"/>
                    <a:pt x="161" y="35"/>
                    <a:pt x="160" y="3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2" name="Freeform 32">
              <a:extLst>
                <a:ext uri="{FF2B5EF4-FFF2-40B4-BE49-F238E27FC236}">
                  <a16:creationId xmlns:a16="http://schemas.microsoft.com/office/drawing/2014/main" id="{29AE60F4-AFF4-4555-94AF-906346A1D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195"/>
              <a:ext cx="357" cy="370"/>
            </a:xfrm>
            <a:custGeom>
              <a:avLst/>
              <a:gdLst>
                <a:gd name="T0" fmla="*/ 2132 w 143"/>
                <a:gd name="T1" fmla="*/ 136 h 139"/>
                <a:gd name="T2" fmla="*/ 1778 w 143"/>
                <a:gd name="T3" fmla="*/ 0 h 139"/>
                <a:gd name="T4" fmla="*/ 1745 w 143"/>
                <a:gd name="T5" fmla="*/ 0 h 139"/>
                <a:gd name="T6" fmla="*/ 574 w 143"/>
                <a:gd name="T7" fmla="*/ 93 h 139"/>
                <a:gd name="T8" fmla="*/ 230 w 143"/>
                <a:gd name="T9" fmla="*/ 93 h 139"/>
                <a:gd name="T10" fmla="*/ 105 w 143"/>
                <a:gd name="T11" fmla="*/ 453 h 139"/>
                <a:gd name="T12" fmla="*/ 0 w 143"/>
                <a:gd name="T13" fmla="*/ 2225 h 139"/>
                <a:gd name="T14" fmla="*/ 592 w 143"/>
                <a:gd name="T15" fmla="*/ 2507 h 139"/>
                <a:gd name="T16" fmla="*/ 1445 w 143"/>
                <a:gd name="T17" fmla="*/ 2566 h 139"/>
                <a:gd name="T18" fmla="*/ 1912 w 143"/>
                <a:gd name="T19" fmla="*/ 2529 h 139"/>
                <a:gd name="T20" fmla="*/ 2025 w 143"/>
                <a:gd name="T21" fmla="*/ 2337 h 139"/>
                <a:gd name="T22" fmla="*/ 2194 w 143"/>
                <a:gd name="T23" fmla="*/ 751 h 139"/>
                <a:gd name="T24" fmla="*/ 2132 w 143"/>
                <a:gd name="T25" fmla="*/ 136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3" h="139">
                  <a:moveTo>
                    <a:pt x="137" y="7"/>
                  </a:moveTo>
                  <a:cubicBezTo>
                    <a:pt x="129" y="1"/>
                    <a:pt x="114" y="0"/>
                    <a:pt x="114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86" y="5"/>
                    <a:pt x="49" y="4"/>
                    <a:pt x="37" y="5"/>
                  </a:cubicBezTo>
                  <a:cubicBezTo>
                    <a:pt x="29" y="5"/>
                    <a:pt x="22" y="5"/>
                    <a:pt x="15" y="5"/>
                  </a:cubicBezTo>
                  <a:cubicBezTo>
                    <a:pt x="11" y="10"/>
                    <a:pt x="8" y="16"/>
                    <a:pt x="7" y="24"/>
                  </a:cubicBezTo>
                  <a:cubicBezTo>
                    <a:pt x="10" y="38"/>
                    <a:pt x="6" y="79"/>
                    <a:pt x="0" y="118"/>
                  </a:cubicBezTo>
                  <a:cubicBezTo>
                    <a:pt x="7" y="129"/>
                    <a:pt x="28" y="132"/>
                    <a:pt x="38" y="133"/>
                  </a:cubicBezTo>
                  <a:cubicBezTo>
                    <a:pt x="57" y="135"/>
                    <a:pt x="75" y="133"/>
                    <a:pt x="93" y="136"/>
                  </a:cubicBezTo>
                  <a:cubicBezTo>
                    <a:pt x="102" y="137"/>
                    <a:pt x="114" y="139"/>
                    <a:pt x="123" y="134"/>
                  </a:cubicBezTo>
                  <a:cubicBezTo>
                    <a:pt x="126" y="132"/>
                    <a:pt x="129" y="128"/>
                    <a:pt x="130" y="124"/>
                  </a:cubicBezTo>
                  <a:cubicBezTo>
                    <a:pt x="133" y="116"/>
                    <a:pt x="137" y="69"/>
                    <a:pt x="141" y="40"/>
                  </a:cubicBezTo>
                  <a:cubicBezTo>
                    <a:pt x="142" y="32"/>
                    <a:pt x="143" y="12"/>
                    <a:pt x="137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3" name="Freeform 33">
              <a:extLst>
                <a:ext uri="{FF2B5EF4-FFF2-40B4-BE49-F238E27FC236}">
                  <a16:creationId xmlns:a16="http://schemas.microsoft.com/office/drawing/2014/main" id="{E737983D-E0EA-4935-860B-41FF05CA9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211"/>
              <a:ext cx="267" cy="600"/>
            </a:xfrm>
            <a:custGeom>
              <a:avLst/>
              <a:gdLst>
                <a:gd name="T0" fmla="*/ 1662 w 107"/>
                <a:gd name="T1" fmla="*/ 435 h 225"/>
                <a:gd name="T2" fmla="*/ 1370 w 107"/>
                <a:gd name="T3" fmla="*/ 2048 h 225"/>
                <a:gd name="T4" fmla="*/ 1337 w 107"/>
                <a:gd name="T5" fmla="*/ 3435 h 225"/>
                <a:gd name="T6" fmla="*/ 946 w 107"/>
                <a:gd name="T7" fmla="*/ 3869 h 225"/>
                <a:gd name="T8" fmla="*/ 42 w 107"/>
                <a:gd name="T9" fmla="*/ 3677 h 225"/>
                <a:gd name="T10" fmla="*/ 75 w 107"/>
                <a:gd name="T11" fmla="*/ 1707 h 225"/>
                <a:gd name="T12" fmla="*/ 467 w 107"/>
                <a:gd name="T13" fmla="*/ 285 h 225"/>
                <a:gd name="T14" fmla="*/ 1432 w 107"/>
                <a:gd name="T15" fmla="*/ 0 h 225"/>
                <a:gd name="T16" fmla="*/ 1662 w 107"/>
                <a:gd name="T17" fmla="*/ 435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225">
                  <a:moveTo>
                    <a:pt x="107" y="23"/>
                  </a:moveTo>
                  <a:cubicBezTo>
                    <a:pt x="107" y="46"/>
                    <a:pt x="92" y="74"/>
                    <a:pt x="88" y="108"/>
                  </a:cubicBezTo>
                  <a:cubicBezTo>
                    <a:pt x="86" y="129"/>
                    <a:pt x="88" y="175"/>
                    <a:pt x="86" y="181"/>
                  </a:cubicBezTo>
                  <a:cubicBezTo>
                    <a:pt x="82" y="191"/>
                    <a:pt x="76" y="196"/>
                    <a:pt x="61" y="204"/>
                  </a:cubicBezTo>
                  <a:cubicBezTo>
                    <a:pt x="42" y="214"/>
                    <a:pt x="6" y="225"/>
                    <a:pt x="3" y="194"/>
                  </a:cubicBezTo>
                  <a:cubicBezTo>
                    <a:pt x="0" y="158"/>
                    <a:pt x="4" y="126"/>
                    <a:pt x="5" y="90"/>
                  </a:cubicBezTo>
                  <a:cubicBezTo>
                    <a:pt x="5" y="71"/>
                    <a:pt x="11" y="23"/>
                    <a:pt x="30" y="15"/>
                  </a:cubicBezTo>
                  <a:cubicBezTo>
                    <a:pt x="51" y="3"/>
                    <a:pt x="80" y="0"/>
                    <a:pt x="92" y="0"/>
                  </a:cubicBezTo>
                  <a:cubicBezTo>
                    <a:pt x="104" y="0"/>
                    <a:pt x="107" y="8"/>
                    <a:pt x="107" y="23"/>
                  </a:cubicBezTo>
                  <a:close/>
                </a:path>
              </a:pathLst>
            </a:custGeom>
            <a:solidFill>
              <a:srgbClr val="9DC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4" name="Freeform 34">
              <a:extLst>
                <a:ext uri="{FF2B5EF4-FFF2-40B4-BE49-F238E27FC236}">
                  <a16:creationId xmlns:a16="http://schemas.microsoft.com/office/drawing/2014/main" id="{C851E0FB-C160-433C-A56A-2F006D1F7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211"/>
              <a:ext cx="267" cy="600"/>
            </a:xfrm>
            <a:custGeom>
              <a:avLst/>
              <a:gdLst>
                <a:gd name="T0" fmla="*/ 1662 w 107"/>
                <a:gd name="T1" fmla="*/ 435 h 225"/>
                <a:gd name="T2" fmla="*/ 1370 w 107"/>
                <a:gd name="T3" fmla="*/ 2048 h 225"/>
                <a:gd name="T4" fmla="*/ 1337 w 107"/>
                <a:gd name="T5" fmla="*/ 3435 h 225"/>
                <a:gd name="T6" fmla="*/ 946 w 107"/>
                <a:gd name="T7" fmla="*/ 3869 h 225"/>
                <a:gd name="T8" fmla="*/ 42 w 107"/>
                <a:gd name="T9" fmla="*/ 3677 h 225"/>
                <a:gd name="T10" fmla="*/ 75 w 107"/>
                <a:gd name="T11" fmla="*/ 1707 h 225"/>
                <a:gd name="T12" fmla="*/ 467 w 107"/>
                <a:gd name="T13" fmla="*/ 285 h 225"/>
                <a:gd name="T14" fmla="*/ 1432 w 107"/>
                <a:gd name="T15" fmla="*/ 0 h 225"/>
                <a:gd name="T16" fmla="*/ 1662 w 107"/>
                <a:gd name="T17" fmla="*/ 435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225">
                  <a:moveTo>
                    <a:pt x="107" y="23"/>
                  </a:moveTo>
                  <a:cubicBezTo>
                    <a:pt x="107" y="46"/>
                    <a:pt x="92" y="74"/>
                    <a:pt x="88" y="108"/>
                  </a:cubicBezTo>
                  <a:cubicBezTo>
                    <a:pt x="86" y="129"/>
                    <a:pt x="88" y="175"/>
                    <a:pt x="86" y="181"/>
                  </a:cubicBezTo>
                  <a:cubicBezTo>
                    <a:pt x="82" y="191"/>
                    <a:pt x="76" y="196"/>
                    <a:pt x="61" y="204"/>
                  </a:cubicBezTo>
                  <a:cubicBezTo>
                    <a:pt x="42" y="214"/>
                    <a:pt x="6" y="225"/>
                    <a:pt x="3" y="194"/>
                  </a:cubicBezTo>
                  <a:cubicBezTo>
                    <a:pt x="0" y="158"/>
                    <a:pt x="4" y="126"/>
                    <a:pt x="5" y="90"/>
                  </a:cubicBezTo>
                  <a:cubicBezTo>
                    <a:pt x="5" y="71"/>
                    <a:pt x="11" y="23"/>
                    <a:pt x="30" y="15"/>
                  </a:cubicBezTo>
                  <a:cubicBezTo>
                    <a:pt x="51" y="3"/>
                    <a:pt x="80" y="0"/>
                    <a:pt x="92" y="0"/>
                  </a:cubicBezTo>
                  <a:cubicBezTo>
                    <a:pt x="104" y="0"/>
                    <a:pt x="107" y="8"/>
                    <a:pt x="107" y="2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5" name="Freeform 35">
              <a:extLst>
                <a:ext uri="{FF2B5EF4-FFF2-40B4-BE49-F238E27FC236}">
                  <a16:creationId xmlns:a16="http://schemas.microsoft.com/office/drawing/2014/main" id="{45A32CBC-0840-4938-B256-A7937C03D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725"/>
              <a:ext cx="453" cy="249"/>
            </a:xfrm>
            <a:custGeom>
              <a:avLst/>
              <a:gdLst>
                <a:gd name="T0" fmla="*/ 2443 w 181"/>
                <a:gd name="T1" fmla="*/ 286 h 93"/>
                <a:gd name="T2" fmla="*/ 1992 w 181"/>
                <a:gd name="T3" fmla="*/ 308 h 93"/>
                <a:gd name="T4" fmla="*/ 1114 w 181"/>
                <a:gd name="T5" fmla="*/ 0 h 93"/>
                <a:gd name="T6" fmla="*/ 846 w 181"/>
                <a:gd name="T7" fmla="*/ 209 h 93"/>
                <a:gd name="T8" fmla="*/ 220 w 181"/>
                <a:gd name="T9" fmla="*/ 402 h 93"/>
                <a:gd name="T10" fmla="*/ 33 w 181"/>
                <a:gd name="T11" fmla="*/ 961 h 93"/>
                <a:gd name="T12" fmla="*/ 533 w 181"/>
                <a:gd name="T13" fmla="*/ 1384 h 93"/>
                <a:gd name="T14" fmla="*/ 1209 w 181"/>
                <a:gd name="T15" fmla="*/ 983 h 93"/>
                <a:gd name="T16" fmla="*/ 1804 w 181"/>
                <a:gd name="T17" fmla="*/ 744 h 93"/>
                <a:gd name="T18" fmla="*/ 2085 w 181"/>
                <a:gd name="T19" fmla="*/ 1440 h 93"/>
                <a:gd name="T20" fmla="*/ 2743 w 181"/>
                <a:gd name="T21" fmla="*/ 1341 h 93"/>
                <a:gd name="T22" fmla="*/ 2443 w 181"/>
                <a:gd name="T23" fmla="*/ 286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1" h="93">
                  <a:moveTo>
                    <a:pt x="156" y="15"/>
                  </a:moveTo>
                  <a:cubicBezTo>
                    <a:pt x="147" y="16"/>
                    <a:pt x="138" y="16"/>
                    <a:pt x="127" y="16"/>
                  </a:cubicBezTo>
                  <a:cubicBezTo>
                    <a:pt x="107" y="17"/>
                    <a:pt x="80" y="14"/>
                    <a:pt x="71" y="0"/>
                  </a:cubicBezTo>
                  <a:cubicBezTo>
                    <a:pt x="67" y="4"/>
                    <a:pt x="62" y="7"/>
                    <a:pt x="54" y="11"/>
                  </a:cubicBezTo>
                  <a:cubicBezTo>
                    <a:pt x="43" y="16"/>
                    <a:pt x="27" y="22"/>
                    <a:pt x="14" y="21"/>
                  </a:cubicBezTo>
                  <a:cubicBezTo>
                    <a:pt x="5" y="30"/>
                    <a:pt x="0" y="40"/>
                    <a:pt x="2" y="50"/>
                  </a:cubicBezTo>
                  <a:cubicBezTo>
                    <a:pt x="6" y="68"/>
                    <a:pt x="17" y="73"/>
                    <a:pt x="34" y="72"/>
                  </a:cubicBezTo>
                  <a:cubicBezTo>
                    <a:pt x="53" y="70"/>
                    <a:pt x="62" y="61"/>
                    <a:pt x="77" y="51"/>
                  </a:cubicBezTo>
                  <a:cubicBezTo>
                    <a:pt x="88" y="43"/>
                    <a:pt x="101" y="31"/>
                    <a:pt x="115" y="39"/>
                  </a:cubicBezTo>
                  <a:cubicBezTo>
                    <a:pt x="128" y="46"/>
                    <a:pt x="126" y="64"/>
                    <a:pt x="133" y="75"/>
                  </a:cubicBezTo>
                  <a:cubicBezTo>
                    <a:pt x="143" y="93"/>
                    <a:pt x="169" y="89"/>
                    <a:pt x="175" y="70"/>
                  </a:cubicBezTo>
                  <a:cubicBezTo>
                    <a:pt x="181" y="51"/>
                    <a:pt x="171" y="29"/>
                    <a:pt x="156" y="1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6" name="Freeform 36">
              <a:extLst>
                <a:ext uri="{FF2B5EF4-FFF2-40B4-BE49-F238E27FC236}">
                  <a16:creationId xmlns:a16="http://schemas.microsoft.com/office/drawing/2014/main" id="{9E5EE2DF-A033-4AFF-A38A-A6022759D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173"/>
              <a:ext cx="287" cy="579"/>
            </a:xfrm>
            <a:custGeom>
              <a:avLst/>
              <a:gdLst>
                <a:gd name="T0" fmla="*/ 636 w 115"/>
                <a:gd name="T1" fmla="*/ 3952 h 217"/>
                <a:gd name="T2" fmla="*/ 666 w 115"/>
                <a:gd name="T3" fmla="*/ 1972 h 217"/>
                <a:gd name="T4" fmla="*/ 1058 w 115"/>
                <a:gd name="T5" fmla="*/ 547 h 217"/>
                <a:gd name="T6" fmla="*/ 1787 w 115"/>
                <a:gd name="T7" fmla="*/ 285 h 217"/>
                <a:gd name="T8" fmla="*/ 1433 w 115"/>
                <a:gd name="T9" fmla="*/ 0 h 217"/>
                <a:gd name="T10" fmla="*/ 479 w 115"/>
                <a:gd name="T11" fmla="*/ 285 h 217"/>
                <a:gd name="T12" fmla="*/ 75 w 115"/>
                <a:gd name="T13" fmla="*/ 1708 h 217"/>
                <a:gd name="T14" fmla="*/ 62 w 115"/>
                <a:gd name="T15" fmla="*/ 3687 h 217"/>
                <a:gd name="T16" fmla="*/ 654 w 115"/>
                <a:gd name="T17" fmla="*/ 4029 h 217"/>
                <a:gd name="T18" fmla="*/ 636 w 115"/>
                <a:gd name="T19" fmla="*/ 3952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5" h="217">
                  <a:moveTo>
                    <a:pt x="41" y="208"/>
                  </a:moveTo>
                  <a:cubicBezTo>
                    <a:pt x="38" y="172"/>
                    <a:pt x="42" y="140"/>
                    <a:pt x="43" y="104"/>
                  </a:cubicBezTo>
                  <a:cubicBezTo>
                    <a:pt x="43" y="85"/>
                    <a:pt x="49" y="37"/>
                    <a:pt x="68" y="29"/>
                  </a:cubicBezTo>
                  <a:cubicBezTo>
                    <a:pt x="83" y="20"/>
                    <a:pt x="101" y="16"/>
                    <a:pt x="115" y="15"/>
                  </a:cubicBezTo>
                  <a:cubicBezTo>
                    <a:pt x="113" y="4"/>
                    <a:pt x="102" y="0"/>
                    <a:pt x="92" y="0"/>
                  </a:cubicBezTo>
                  <a:cubicBezTo>
                    <a:pt x="80" y="0"/>
                    <a:pt x="51" y="3"/>
                    <a:pt x="31" y="15"/>
                  </a:cubicBezTo>
                  <a:cubicBezTo>
                    <a:pt x="12" y="24"/>
                    <a:pt x="6" y="71"/>
                    <a:pt x="5" y="90"/>
                  </a:cubicBezTo>
                  <a:cubicBezTo>
                    <a:pt x="4" y="126"/>
                    <a:pt x="0" y="158"/>
                    <a:pt x="4" y="194"/>
                  </a:cubicBezTo>
                  <a:cubicBezTo>
                    <a:pt x="6" y="216"/>
                    <a:pt x="25" y="217"/>
                    <a:pt x="42" y="212"/>
                  </a:cubicBezTo>
                  <a:cubicBezTo>
                    <a:pt x="42" y="211"/>
                    <a:pt x="41" y="209"/>
                    <a:pt x="41" y="20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7" name="Freeform 37">
              <a:extLst>
                <a:ext uri="{FF2B5EF4-FFF2-40B4-BE49-F238E27FC236}">
                  <a16:creationId xmlns:a16="http://schemas.microsoft.com/office/drawing/2014/main" id="{BF283EE0-F05C-42A3-9836-A7AE8BEFC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107"/>
              <a:ext cx="350" cy="658"/>
            </a:xfrm>
            <a:custGeom>
              <a:avLst/>
              <a:gdLst>
                <a:gd name="T0" fmla="*/ 1783 w 140"/>
                <a:gd name="T1" fmla="*/ 815 h 247"/>
                <a:gd name="T2" fmla="*/ 1270 w 140"/>
                <a:gd name="T3" fmla="*/ 248 h 247"/>
                <a:gd name="T4" fmla="*/ 738 w 140"/>
                <a:gd name="T5" fmla="*/ 0 h 247"/>
                <a:gd name="T6" fmla="*/ 345 w 140"/>
                <a:gd name="T7" fmla="*/ 93 h 247"/>
                <a:gd name="T8" fmla="*/ 300 w 140"/>
                <a:gd name="T9" fmla="*/ 115 h 247"/>
                <a:gd name="T10" fmla="*/ 438 w 140"/>
                <a:gd name="T11" fmla="*/ 205 h 247"/>
                <a:gd name="T12" fmla="*/ 0 w 140"/>
                <a:gd name="T13" fmla="*/ 623 h 247"/>
                <a:gd name="T14" fmla="*/ 33 w 140"/>
                <a:gd name="T15" fmla="*/ 623 h 247"/>
                <a:gd name="T16" fmla="*/ 395 w 140"/>
                <a:gd name="T17" fmla="*/ 759 h 247"/>
                <a:gd name="T18" fmla="*/ 458 w 140"/>
                <a:gd name="T19" fmla="*/ 1377 h 247"/>
                <a:gd name="T20" fmla="*/ 283 w 140"/>
                <a:gd name="T21" fmla="*/ 2968 h 247"/>
                <a:gd name="T22" fmla="*/ 208 w 140"/>
                <a:gd name="T23" fmla="*/ 3122 h 247"/>
                <a:gd name="T24" fmla="*/ 438 w 140"/>
                <a:gd name="T25" fmla="*/ 4422 h 247"/>
                <a:gd name="T26" fmla="*/ 1125 w 140"/>
                <a:gd name="T27" fmla="*/ 4294 h 247"/>
                <a:gd name="T28" fmla="*/ 1845 w 140"/>
                <a:gd name="T29" fmla="*/ 3535 h 247"/>
                <a:gd name="T30" fmla="*/ 2033 w 140"/>
                <a:gd name="T31" fmla="*/ 2398 h 247"/>
                <a:gd name="T32" fmla="*/ 1783 w 140"/>
                <a:gd name="T33" fmla="*/ 815 h 2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0" h="247">
                  <a:moveTo>
                    <a:pt x="114" y="43"/>
                  </a:moveTo>
                  <a:cubicBezTo>
                    <a:pt x="103" y="33"/>
                    <a:pt x="93" y="22"/>
                    <a:pt x="81" y="13"/>
                  </a:cubicBezTo>
                  <a:cubicBezTo>
                    <a:pt x="72" y="6"/>
                    <a:pt x="59" y="1"/>
                    <a:pt x="47" y="0"/>
                  </a:cubicBezTo>
                  <a:cubicBezTo>
                    <a:pt x="38" y="0"/>
                    <a:pt x="30" y="4"/>
                    <a:pt x="22" y="5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4" y="7"/>
                    <a:pt x="27" y="9"/>
                    <a:pt x="28" y="11"/>
                  </a:cubicBezTo>
                  <a:cubicBezTo>
                    <a:pt x="30" y="23"/>
                    <a:pt x="18" y="30"/>
                    <a:pt x="0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17" y="34"/>
                    <a:pt x="25" y="40"/>
                  </a:cubicBezTo>
                  <a:cubicBezTo>
                    <a:pt x="31" y="45"/>
                    <a:pt x="30" y="65"/>
                    <a:pt x="29" y="73"/>
                  </a:cubicBezTo>
                  <a:cubicBezTo>
                    <a:pt x="25" y="102"/>
                    <a:pt x="21" y="149"/>
                    <a:pt x="18" y="157"/>
                  </a:cubicBezTo>
                  <a:cubicBezTo>
                    <a:pt x="17" y="160"/>
                    <a:pt x="16" y="163"/>
                    <a:pt x="13" y="165"/>
                  </a:cubicBezTo>
                  <a:cubicBezTo>
                    <a:pt x="12" y="188"/>
                    <a:pt x="11" y="218"/>
                    <a:pt x="28" y="234"/>
                  </a:cubicBezTo>
                  <a:cubicBezTo>
                    <a:pt x="40" y="247"/>
                    <a:pt x="61" y="234"/>
                    <a:pt x="72" y="227"/>
                  </a:cubicBezTo>
                  <a:cubicBezTo>
                    <a:pt x="89" y="217"/>
                    <a:pt x="108" y="205"/>
                    <a:pt x="118" y="187"/>
                  </a:cubicBezTo>
                  <a:cubicBezTo>
                    <a:pt x="129" y="167"/>
                    <a:pt x="125" y="149"/>
                    <a:pt x="130" y="127"/>
                  </a:cubicBezTo>
                  <a:cubicBezTo>
                    <a:pt x="135" y="110"/>
                    <a:pt x="140" y="62"/>
                    <a:pt x="114" y="4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8" name="Freeform 38">
              <a:extLst>
                <a:ext uri="{FF2B5EF4-FFF2-40B4-BE49-F238E27FC236}">
                  <a16:creationId xmlns:a16="http://schemas.microsoft.com/office/drawing/2014/main" id="{73CB4764-E103-4C43-B3CB-B6B8229AA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09"/>
              <a:ext cx="435" cy="430"/>
            </a:xfrm>
            <a:custGeom>
              <a:avLst/>
              <a:gdLst>
                <a:gd name="T0" fmla="*/ 2658 w 174"/>
                <a:gd name="T1" fmla="*/ 1584 h 161"/>
                <a:gd name="T2" fmla="*/ 2425 w 174"/>
                <a:gd name="T3" fmla="*/ 264 h 161"/>
                <a:gd name="T4" fmla="*/ 2395 w 174"/>
                <a:gd name="T5" fmla="*/ 307 h 161"/>
                <a:gd name="T6" fmla="*/ 1925 w 174"/>
                <a:gd name="T7" fmla="*/ 342 h 161"/>
                <a:gd name="T8" fmla="*/ 1063 w 174"/>
                <a:gd name="T9" fmla="*/ 286 h 161"/>
                <a:gd name="T10" fmla="*/ 470 w 174"/>
                <a:gd name="T11" fmla="*/ 0 h 161"/>
                <a:gd name="T12" fmla="*/ 470 w 174"/>
                <a:gd name="T13" fmla="*/ 0 h 161"/>
                <a:gd name="T14" fmla="*/ 238 w 174"/>
                <a:gd name="T15" fmla="*/ 1426 h 161"/>
                <a:gd name="T16" fmla="*/ 158 w 174"/>
                <a:gd name="T17" fmla="*/ 1597 h 161"/>
                <a:gd name="T18" fmla="*/ 0 w 174"/>
                <a:gd name="T19" fmla="*/ 2075 h 161"/>
                <a:gd name="T20" fmla="*/ 125 w 174"/>
                <a:gd name="T21" fmla="*/ 2874 h 161"/>
                <a:gd name="T22" fmla="*/ 83 w 174"/>
                <a:gd name="T23" fmla="*/ 2989 h 161"/>
                <a:gd name="T24" fmla="*/ 1300 w 174"/>
                <a:gd name="T25" fmla="*/ 2783 h 161"/>
                <a:gd name="T26" fmla="*/ 2708 w 174"/>
                <a:gd name="T27" fmla="*/ 1677 h 161"/>
                <a:gd name="T28" fmla="*/ 2720 w 174"/>
                <a:gd name="T29" fmla="*/ 1640 h 161"/>
                <a:gd name="T30" fmla="*/ 2658 w 174"/>
                <a:gd name="T31" fmla="*/ 1584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4" h="161">
                  <a:moveTo>
                    <a:pt x="170" y="83"/>
                  </a:moveTo>
                  <a:cubicBezTo>
                    <a:pt x="153" y="67"/>
                    <a:pt x="154" y="37"/>
                    <a:pt x="155" y="14"/>
                  </a:cubicBezTo>
                  <a:cubicBezTo>
                    <a:pt x="154" y="15"/>
                    <a:pt x="154" y="16"/>
                    <a:pt x="153" y="16"/>
                  </a:cubicBezTo>
                  <a:cubicBezTo>
                    <a:pt x="144" y="21"/>
                    <a:pt x="132" y="19"/>
                    <a:pt x="123" y="18"/>
                  </a:cubicBezTo>
                  <a:cubicBezTo>
                    <a:pt x="105" y="15"/>
                    <a:pt x="87" y="17"/>
                    <a:pt x="68" y="15"/>
                  </a:cubicBezTo>
                  <a:cubicBezTo>
                    <a:pt x="58" y="14"/>
                    <a:pt x="37" y="11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5" y="30"/>
                    <a:pt x="19" y="59"/>
                    <a:pt x="15" y="75"/>
                  </a:cubicBezTo>
                  <a:cubicBezTo>
                    <a:pt x="14" y="79"/>
                    <a:pt x="12" y="82"/>
                    <a:pt x="10" y="84"/>
                  </a:cubicBezTo>
                  <a:cubicBezTo>
                    <a:pt x="4" y="97"/>
                    <a:pt x="1" y="105"/>
                    <a:pt x="0" y="109"/>
                  </a:cubicBezTo>
                  <a:cubicBezTo>
                    <a:pt x="8" y="122"/>
                    <a:pt x="12" y="137"/>
                    <a:pt x="8" y="151"/>
                  </a:cubicBezTo>
                  <a:cubicBezTo>
                    <a:pt x="7" y="153"/>
                    <a:pt x="6" y="155"/>
                    <a:pt x="5" y="157"/>
                  </a:cubicBezTo>
                  <a:cubicBezTo>
                    <a:pt x="16" y="161"/>
                    <a:pt x="55" y="158"/>
                    <a:pt x="83" y="146"/>
                  </a:cubicBezTo>
                  <a:cubicBezTo>
                    <a:pt x="113" y="133"/>
                    <a:pt x="164" y="104"/>
                    <a:pt x="173" y="88"/>
                  </a:cubicBezTo>
                  <a:cubicBezTo>
                    <a:pt x="173" y="88"/>
                    <a:pt x="174" y="87"/>
                    <a:pt x="174" y="86"/>
                  </a:cubicBezTo>
                  <a:cubicBezTo>
                    <a:pt x="172" y="86"/>
                    <a:pt x="171" y="85"/>
                    <a:pt x="170" y="8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9" name="Freeform 39">
              <a:extLst>
                <a:ext uri="{FF2B5EF4-FFF2-40B4-BE49-F238E27FC236}">
                  <a16:creationId xmlns:a16="http://schemas.microsoft.com/office/drawing/2014/main" id="{B26F8FB9-F32F-4712-98F2-CFFD3B1E0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941"/>
              <a:ext cx="360" cy="427"/>
            </a:xfrm>
            <a:custGeom>
              <a:avLst/>
              <a:gdLst>
                <a:gd name="T0" fmla="*/ 300 w 144"/>
                <a:gd name="T1" fmla="*/ 286 h 160"/>
                <a:gd name="T2" fmla="*/ 863 w 144"/>
                <a:gd name="T3" fmla="*/ 1924 h 160"/>
                <a:gd name="T4" fmla="*/ 1208 w 144"/>
                <a:gd name="T5" fmla="*/ 2813 h 160"/>
                <a:gd name="T6" fmla="*/ 1675 w 144"/>
                <a:gd name="T7" fmla="*/ 2394 h 160"/>
                <a:gd name="T8" fmla="*/ 2083 w 144"/>
                <a:gd name="T9" fmla="*/ 1617 h 160"/>
                <a:gd name="T10" fmla="*/ 1375 w 144"/>
                <a:gd name="T11" fmla="*/ 819 h 160"/>
                <a:gd name="T12" fmla="*/ 300 w 144"/>
                <a:gd name="T13" fmla="*/ 286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160">
                  <a:moveTo>
                    <a:pt x="19" y="15"/>
                  </a:moveTo>
                  <a:cubicBezTo>
                    <a:pt x="0" y="30"/>
                    <a:pt x="41" y="72"/>
                    <a:pt x="55" y="101"/>
                  </a:cubicBezTo>
                  <a:cubicBezTo>
                    <a:pt x="61" y="113"/>
                    <a:pt x="65" y="140"/>
                    <a:pt x="77" y="148"/>
                  </a:cubicBezTo>
                  <a:cubicBezTo>
                    <a:pt x="95" y="160"/>
                    <a:pt x="101" y="138"/>
                    <a:pt x="107" y="126"/>
                  </a:cubicBezTo>
                  <a:cubicBezTo>
                    <a:pt x="114" y="109"/>
                    <a:pt x="122" y="98"/>
                    <a:pt x="133" y="85"/>
                  </a:cubicBezTo>
                  <a:cubicBezTo>
                    <a:pt x="144" y="72"/>
                    <a:pt x="121" y="63"/>
                    <a:pt x="88" y="43"/>
                  </a:cubicBezTo>
                  <a:cubicBezTo>
                    <a:pt x="70" y="32"/>
                    <a:pt x="37" y="0"/>
                    <a:pt x="19" y="15"/>
                  </a:cubicBezTo>
                  <a:close/>
                </a:path>
              </a:pathLst>
            </a:custGeom>
            <a:solidFill>
              <a:srgbClr val="ED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0" name="Freeform 40">
              <a:extLst>
                <a:ext uri="{FF2B5EF4-FFF2-40B4-BE49-F238E27FC236}">
                  <a16:creationId xmlns:a16="http://schemas.microsoft.com/office/drawing/2014/main" id="{ABB63FE5-7464-47ED-B501-F52C2EBDD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941"/>
              <a:ext cx="360" cy="427"/>
            </a:xfrm>
            <a:custGeom>
              <a:avLst/>
              <a:gdLst>
                <a:gd name="T0" fmla="*/ 300 w 144"/>
                <a:gd name="T1" fmla="*/ 286 h 160"/>
                <a:gd name="T2" fmla="*/ 863 w 144"/>
                <a:gd name="T3" fmla="*/ 1924 h 160"/>
                <a:gd name="T4" fmla="*/ 1208 w 144"/>
                <a:gd name="T5" fmla="*/ 2813 h 160"/>
                <a:gd name="T6" fmla="*/ 1675 w 144"/>
                <a:gd name="T7" fmla="*/ 2394 h 160"/>
                <a:gd name="T8" fmla="*/ 2083 w 144"/>
                <a:gd name="T9" fmla="*/ 1617 h 160"/>
                <a:gd name="T10" fmla="*/ 1375 w 144"/>
                <a:gd name="T11" fmla="*/ 819 h 160"/>
                <a:gd name="T12" fmla="*/ 300 w 144"/>
                <a:gd name="T13" fmla="*/ 286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160">
                  <a:moveTo>
                    <a:pt x="19" y="15"/>
                  </a:moveTo>
                  <a:cubicBezTo>
                    <a:pt x="0" y="30"/>
                    <a:pt x="41" y="72"/>
                    <a:pt x="55" y="101"/>
                  </a:cubicBezTo>
                  <a:cubicBezTo>
                    <a:pt x="61" y="113"/>
                    <a:pt x="65" y="140"/>
                    <a:pt x="77" y="148"/>
                  </a:cubicBezTo>
                  <a:cubicBezTo>
                    <a:pt x="95" y="160"/>
                    <a:pt x="101" y="138"/>
                    <a:pt x="107" y="126"/>
                  </a:cubicBezTo>
                  <a:cubicBezTo>
                    <a:pt x="114" y="109"/>
                    <a:pt x="122" y="98"/>
                    <a:pt x="133" y="85"/>
                  </a:cubicBezTo>
                  <a:cubicBezTo>
                    <a:pt x="144" y="72"/>
                    <a:pt x="121" y="63"/>
                    <a:pt x="88" y="43"/>
                  </a:cubicBezTo>
                  <a:cubicBezTo>
                    <a:pt x="70" y="32"/>
                    <a:pt x="37" y="0"/>
                    <a:pt x="19" y="1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1" name="Freeform 41">
              <a:extLst>
                <a:ext uri="{FF2B5EF4-FFF2-40B4-BE49-F238E27FC236}">
                  <a16:creationId xmlns:a16="http://schemas.microsoft.com/office/drawing/2014/main" id="{760BFCF6-208A-40B3-8BFD-271E3720B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229"/>
              <a:ext cx="175" cy="384"/>
            </a:xfrm>
            <a:custGeom>
              <a:avLst/>
              <a:gdLst>
                <a:gd name="T0" fmla="*/ 1095 w 70"/>
                <a:gd name="T1" fmla="*/ 0 h 144"/>
                <a:gd name="T2" fmla="*/ 550 w 70"/>
                <a:gd name="T3" fmla="*/ 227 h 144"/>
                <a:gd name="T4" fmla="*/ 220 w 70"/>
                <a:gd name="T5" fmla="*/ 739 h 144"/>
                <a:gd name="T6" fmla="*/ 83 w 70"/>
                <a:gd name="T7" fmla="*/ 1592 h 144"/>
                <a:gd name="T8" fmla="*/ 63 w 70"/>
                <a:gd name="T9" fmla="*/ 2731 h 144"/>
                <a:gd name="T10" fmla="*/ 208 w 70"/>
                <a:gd name="T11" fmla="*/ 1728 h 144"/>
                <a:gd name="T12" fmla="*/ 458 w 70"/>
                <a:gd name="T13" fmla="*/ 661 h 144"/>
                <a:gd name="T14" fmla="*/ 688 w 70"/>
                <a:gd name="T15" fmla="*/ 320 h 144"/>
                <a:gd name="T16" fmla="*/ 908 w 70"/>
                <a:gd name="T17" fmla="*/ 136 h 144"/>
                <a:gd name="T18" fmla="*/ 1095 w 70"/>
                <a:gd name="T19" fmla="*/ 21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144">
                  <a:moveTo>
                    <a:pt x="70" y="0"/>
                  </a:moveTo>
                  <a:cubicBezTo>
                    <a:pt x="58" y="5"/>
                    <a:pt x="46" y="5"/>
                    <a:pt x="35" y="12"/>
                  </a:cubicBezTo>
                  <a:cubicBezTo>
                    <a:pt x="25" y="18"/>
                    <a:pt x="17" y="29"/>
                    <a:pt x="14" y="39"/>
                  </a:cubicBezTo>
                  <a:cubicBezTo>
                    <a:pt x="9" y="53"/>
                    <a:pt x="8" y="69"/>
                    <a:pt x="5" y="84"/>
                  </a:cubicBezTo>
                  <a:cubicBezTo>
                    <a:pt x="3" y="103"/>
                    <a:pt x="0" y="125"/>
                    <a:pt x="4" y="144"/>
                  </a:cubicBezTo>
                  <a:cubicBezTo>
                    <a:pt x="3" y="125"/>
                    <a:pt x="12" y="109"/>
                    <a:pt x="13" y="91"/>
                  </a:cubicBezTo>
                  <a:cubicBezTo>
                    <a:pt x="14" y="74"/>
                    <a:pt x="18" y="49"/>
                    <a:pt x="29" y="35"/>
                  </a:cubicBezTo>
                  <a:cubicBezTo>
                    <a:pt x="34" y="27"/>
                    <a:pt x="36" y="22"/>
                    <a:pt x="44" y="17"/>
                  </a:cubicBezTo>
                  <a:cubicBezTo>
                    <a:pt x="49" y="13"/>
                    <a:pt x="53" y="11"/>
                    <a:pt x="58" y="7"/>
                  </a:cubicBezTo>
                  <a:cubicBezTo>
                    <a:pt x="61" y="4"/>
                    <a:pt x="65" y="1"/>
                    <a:pt x="70" y="1"/>
                  </a:cubicBezTo>
                </a:path>
              </a:pathLst>
            </a:custGeom>
            <a:solidFill>
              <a:srgbClr val="DFE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2" name="Freeform 42">
              <a:extLst>
                <a:ext uri="{FF2B5EF4-FFF2-40B4-BE49-F238E27FC236}">
                  <a16:creationId xmlns:a16="http://schemas.microsoft.com/office/drawing/2014/main" id="{948432C8-59F0-4899-B573-8D95B2D12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056"/>
              <a:ext cx="222" cy="269"/>
            </a:xfrm>
            <a:custGeom>
              <a:avLst/>
              <a:gdLst>
                <a:gd name="T0" fmla="*/ 449 w 89"/>
                <a:gd name="T1" fmla="*/ 772 h 101"/>
                <a:gd name="T2" fmla="*/ 915 w 89"/>
                <a:gd name="T3" fmla="*/ 1907 h 101"/>
                <a:gd name="T4" fmla="*/ 1120 w 89"/>
                <a:gd name="T5" fmla="*/ 1476 h 101"/>
                <a:gd name="T6" fmla="*/ 1382 w 89"/>
                <a:gd name="T7" fmla="*/ 943 h 101"/>
                <a:gd name="T8" fmla="*/ 1008 w 89"/>
                <a:gd name="T9" fmla="*/ 1340 h 101"/>
                <a:gd name="T10" fmla="*/ 841 w 89"/>
                <a:gd name="T11" fmla="*/ 1476 h 101"/>
                <a:gd name="T12" fmla="*/ 696 w 89"/>
                <a:gd name="T13" fmla="*/ 1135 h 101"/>
                <a:gd name="T14" fmla="*/ 437 w 89"/>
                <a:gd name="T15" fmla="*/ 511 h 101"/>
                <a:gd name="T16" fmla="*/ 0 w 89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101">
                  <a:moveTo>
                    <a:pt x="29" y="41"/>
                  </a:moveTo>
                  <a:cubicBezTo>
                    <a:pt x="42" y="59"/>
                    <a:pt x="40" y="87"/>
                    <a:pt x="59" y="101"/>
                  </a:cubicBezTo>
                  <a:cubicBezTo>
                    <a:pt x="65" y="96"/>
                    <a:pt x="69" y="86"/>
                    <a:pt x="72" y="78"/>
                  </a:cubicBezTo>
                  <a:cubicBezTo>
                    <a:pt x="77" y="68"/>
                    <a:pt x="82" y="59"/>
                    <a:pt x="89" y="50"/>
                  </a:cubicBezTo>
                  <a:cubicBezTo>
                    <a:pt x="80" y="57"/>
                    <a:pt x="72" y="62"/>
                    <a:pt x="65" y="71"/>
                  </a:cubicBezTo>
                  <a:cubicBezTo>
                    <a:pt x="61" y="75"/>
                    <a:pt x="60" y="82"/>
                    <a:pt x="54" y="78"/>
                  </a:cubicBezTo>
                  <a:cubicBezTo>
                    <a:pt x="51" y="76"/>
                    <a:pt x="47" y="63"/>
                    <a:pt x="45" y="60"/>
                  </a:cubicBezTo>
                  <a:cubicBezTo>
                    <a:pt x="40" y="48"/>
                    <a:pt x="38" y="36"/>
                    <a:pt x="28" y="27"/>
                  </a:cubicBezTo>
                  <a:cubicBezTo>
                    <a:pt x="18" y="18"/>
                    <a:pt x="9" y="11"/>
                    <a:pt x="0" y="0"/>
                  </a:cubicBezTo>
                </a:path>
              </a:pathLst>
            </a:custGeom>
            <a:solidFill>
              <a:srgbClr val="DD6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3" name="Freeform 43">
              <a:extLst>
                <a:ext uri="{FF2B5EF4-FFF2-40B4-BE49-F238E27FC236}">
                  <a16:creationId xmlns:a16="http://schemas.microsoft.com/office/drawing/2014/main" id="{F03CE531-4F48-4575-B7B3-D4CEE7C78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941"/>
              <a:ext cx="1235" cy="1033"/>
            </a:xfrm>
            <a:custGeom>
              <a:avLst/>
              <a:gdLst>
                <a:gd name="T0" fmla="*/ 7313 w 494"/>
                <a:gd name="T1" fmla="*/ 1994 h 387"/>
                <a:gd name="T2" fmla="*/ 6800 w 494"/>
                <a:gd name="T3" fmla="*/ 1425 h 387"/>
                <a:gd name="T4" fmla="*/ 6270 w 494"/>
                <a:gd name="T5" fmla="*/ 1174 h 387"/>
                <a:gd name="T6" fmla="*/ 5875 w 494"/>
                <a:gd name="T7" fmla="*/ 1276 h 387"/>
                <a:gd name="T8" fmla="*/ 5833 w 494"/>
                <a:gd name="T9" fmla="*/ 1297 h 387"/>
                <a:gd name="T10" fmla="*/ 5895 w 494"/>
                <a:gd name="T11" fmla="*/ 1311 h 387"/>
                <a:gd name="T12" fmla="*/ 5720 w 494"/>
                <a:gd name="T13" fmla="*/ 1255 h 387"/>
                <a:gd name="T14" fmla="*/ 5738 w 494"/>
                <a:gd name="T15" fmla="*/ 1255 h 387"/>
                <a:gd name="T16" fmla="*/ 5750 w 494"/>
                <a:gd name="T17" fmla="*/ 1105 h 387"/>
                <a:gd name="T18" fmla="*/ 4425 w 494"/>
                <a:gd name="T19" fmla="*/ 763 h 387"/>
                <a:gd name="T20" fmla="*/ 3688 w 494"/>
                <a:gd name="T21" fmla="*/ 606 h 387"/>
                <a:gd name="T22" fmla="*/ 3375 w 494"/>
                <a:gd name="T23" fmla="*/ 892 h 387"/>
                <a:gd name="T24" fmla="*/ 3270 w 494"/>
                <a:gd name="T25" fmla="*/ 819 h 387"/>
                <a:gd name="T26" fmla="*/ 2188 w 494"/>
                <a:gd name="T27" fmla="*/ 286 h 387"/>
                <a:gd name="T28" fmla="*/ 2395 w 494"/>
                <a:gd name="T29" fmla="*/ 1239 h 387"/>
                <a:gd name="T30" fmla="*/ 2000 w 494"/>
                <a:gd name="T31" fmla="*/ 1425 h 387"/>
                <a:gd name="T32" fmla="*/ 1800 w 494"/>
                <a:gd name="T33" fmla="*/ 1903 h 387"/>
                <a:gd name="T34" fmla="*/ 1438 w 494"/>
                <a:gd name="T35" fmla="*/ 1652 h 387"/>
                <a:gd name="T36" fmla="*/ 488 w 494"/>
                <a:gd name="T37" fmla="*/ 1938 h 387"/>
                <a:gd name="T38" fmla="*/ 83 w 494"/>
                <a:gd name="T39" fmla="*/ 3363 h 387"/>
                <a:gd name="T40" fmla="*/ 63 w 494"/>
                <a:gd name="T41" fmla="*/ 5344 h 387"/>
                <a:gd name="T42" fmla="*/ 658 w 494"/>
                <a:gd name="T43" fmla="*/ 5686 h 387"/>
                <a:gd name="T44" fmla="*/ 645 w 494"/>
                <a:gd name="T45" fmla="*/ 5608 h 387"/>
                <a:gd name="T46" fmla="*/ 925 w 494"/>
                <a:gd name="T47" fmla="*/ 5992 h 387"/>
                <a:gd name="T48" fmla="*/ 925 w 494"/>
                <a:gd name="T49" fmla="*/ 5992 h 387"/>
                <a:gd name="T50" fmla="*/ 738 w 494"/>
                <a:gd name="T51" fmla="*/ 6540 h 387"/>
                <a:gd name="T52" fmla="*/ 1238 w 494"/>
                <a:gd name="T53" fmla="*/ 6961 h 387"/>
                <a:gd name="T54" fmla="*/ 1908 w 494"/>
                <a:gd name="T55" fmla="*/ 6561 h 387"/>
                <a:gd name="T56" fmla="*/ 2500 w 494"/>
                <a:gd name="T57" fmla="*/ 6334 h 387"/>
                <a:gd name="T58" fmla="*/ 2783 w 494"/>
                <a:gd name="T59" fmla="*/ 7017 h 387"/>
                <a:gd name="T60" fmla="*/ 3438 w 494"/>
                <a:gd name="T61" fmla="*/ 6927 h 387"/>
                <a:gd name="T62" fmla="*/ 3395 w 494"/>
                <a:gd name="T63" fmla="*/ 7039 h 387"/>
                <a:gd name="T64" fmla="*/ 4613 w 494"/>
                <a:gd name="T65" fmla="*/ 6825 h 387"/>
                <a:gd name="T66" fmla="*/ 6020 w 494"/>
                <a:gd name="T67" fmla="*/ 5720 h 387"/>
                <a:gd name="T68" fmla="*/ 6033 w 494"/>
                <a:gd name="T69" fmla="*/ 5686 h 387"/>
                <a:gd name="T70" fmla="*/ 5970 w 494"/>
                <a:gd name="T71" fmla="*/ 5629 h 387"/>
                <a:gd name="T72" fmla="*/ 6658 w 494"/>
                <a:gd name="T73" fmla="*/ 5493 h 387"/>
                <a:gd name="T74" fmla="*/ 7375 w 494"/>
                <a:gd name="T75" fmla="*/ 4738 h 387"/>
                <a:gd name="T76" fmla="*/ 7563 w 494"/>
                <a:gd name="T77" fmla="*/ 3590 h 387"/>
                <a:gd name="T78" fmla="*/ 7313 w 494"/>
                <a:gd name="T79" fmla="*/ 1994 h 3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94" h="387">
                  <a:moveTo>
                    <a:pt x="468" y="105"/>
                  </a:moveTo>
                  <a:cubicBezTo>
                    <a:pt x="457" y="95"/>
                    <a:pt x="447" y="84"/>
                    <a:pt x="435" y="75"/>
                  </a:cubicBezTo>
                  <a:cubicBezTo>
                    <a:pt x="426" y="68"/>
                    <a:pt x="413" y="63"/>
                    <a:pt x="401" y="62"/>
                  </a:cubicBezTo>
                  <a:cubicBezTo>
                    <a:pt x="392" y="62"/>
                    <a:pt x="384" y="66"/>
                    <a:pt x="376" y="67"/>
                  </a:cubicBezTo>
                  <a:cubicBezTo>
                    <a:pt x="373" y="68"/>
                    <a:pt x="373" y="68"/>
                    <a:pt x="373" y="68"/>
                  </a:cubicBezTo>
                  <a:cubicBezTo>
                    <a:pt x="375" y="68"/>
                    <a:pt x="376" y="69"/>
                    <a:pt x="377" y="69"/>
                  </a:cubicBezTo>
                  <a:cubicBezTo>
                    <a:pt x="374" y="68"/>
                    <a:pt x="370" y="67"/>
                    <a:pt x="366" y="66"/>
                  </a:cubicBezTo>
                  <a:cubicBezTo>
                    <a:pt x="366" y="66"/>
                    <a:pt x="367" y="66"/>
                    <a:pt x="367" y="66"/>
                  </a:cubicBezTo>
                  <a:cubicBezTo>
                    <a:pt x="368" y="64"/>
                    <a:pt x="369" y="61"/>
                    <a:pt x="368" y="58"/>
                  </a:cubicBezTo>
                  <a:cubicBezTo>
                    <a:pt x="365" y="47"/>
                    <a:pt x="301" y="45"/>
                    <a:pt x="283" y="40"/>
                  </a:cubicBezTo>
                  <a:cubicBezTo>
                    <a:pt x="267" y="35"/>
                    <a:pt x="253" y="26"/>
                    <a:pt x="236" y="32"/>
                  </a:cubicBezTo>
                  <a:cubicBezTo>
                    <a:pt x="230" y="33"/>
                    <a:pt x="222" y="39"/>
                    <a:pt x="216" y="47"/>
                  </a:cubicBezTo>
                  <a:cubicBezTo>
                    <a:pt x="213" y="46"/>
                    <a:pt x="211" y="45"/>
                    <a:pt x="209" y="43"/>
                  </a:cubicBezTo>
                  <a:cubicBezTo>
                    <a:pt x="191" y="32"/>
                    <a:pt x="158" y="0"/>
                    <a:pt x="140" y="15"/>
                  </a:cubicBezTo>
                  <a:cubicBezTo>
                    <a:pt x="128" y="24"/>
                    <a:pt x="140" y="44"/>
                    <a:pt x="153" y="65"/>
                  </a:cubicBezTo>
                  <a:cubicBezTo>
                    <a:pt x="143" y="67"/>
                    <a:pt x="133" y="70"/>
                    <a:pt x="128" y="75"/>
                  </a:cubicBezTo>
                  <a:cubicBezTo>
                    <a:pt x="123" y="80"/>
                    <a:pt x="118" y="90"/>
                    <a:pt x="115" y="100"/>
                  </a:cubicBezTo>
                  <a:cubicBezTo>
                    <a:pt x="111" y="91"/>
                    <a:pt x="102" y="87"/>
                    <a:pt x="92" y="87"/>
                  </a:cubicBezTo>
                  <a:cubicBezTo>
                    <a:pt x="80" y="87"/>
                    <a:pt x="51" y="90"/>
                    <a:pt x="31" y="102"/>
                  </a:cubicBezTo>
                  <a:cubicBezTo>
                    <a:pt x="12" y="111"/>
                    <a:pt x="6" y="158"/>
                    <a:pt x="5" y="177"/>
                  </a:cubicBezTo>
                  <a:cubicBezTo>
                    <a:pt x="4" y="213"/>
                    <a:pt x="0" y="245"/>
                    <a:pt x="4" y="281"/>
                  </a:cubicBezTo>
                  <a:cubicBezTo>
                    <a:pt x="6" y="303"/>
                    <a:pt x="25" y="304"/>
                    <a:pt x="42" y="299"/>
                  </a:cubicBezTo>
                  <a:cubicBezTo>
                    <a:pt x="42" y="298"/>
                    <a:pt x="41" y="296"/>
                    <a:pt x="41" y="295"/>
                  </a:cubicBezTo>
                  <a:cubicBezTo>
                    <a:pt x="43" y="308"/>
                    <a:pt x="50" y="313"/>
                    <a:pt x="59" y="315"/>
                  </a:cubicBezTo>
                  <a:cubicBezTo>
                    <a:pt x="59" y="315"/>
                    <a:pt x="59" y="315"/>
                    <a:pt x="59" y="315"/>
                  </a:cubicBezTo>
                  <a:cubicBezTo>
                    <a:pt x="50" y="324"/>
                    <a:pt x="45" y="334"/>
                    <a:pt x="47" y="344"/>
                  </a:cubicBezTo>
                  <a:cubicBezTo>
                    <a:pt x="51" y="362"/>
                    <a:pt x="62" y="367"/>
                    <a:pt x="79" y="366"/>
                  </a:cubicBezTo>
                  <a:cubicBezTo>
                    <a:pt x="98" y="364"/>
                    <a:pt x="107" y="355"/>
                    <a:pt x="122" y="345"/>
                  </a:cubicBezTo>
                  <a:cubicBezTo>
                    <a:pt x="133" y="337"/>
                    <a:pt x="146" y="325"/>
                    <a:pt x="160" y="333"/>
                  </a:cubicBezTo>
                  <a:cubicBezTo>
                    <a:pt x="173" y="340"/>
                    <a:pt x="171" y="358"/>
                    <a:pt x="178" y="369"/>
                  </a:cubicBezTo>
                  <a:cubicBezTo>
                    <a:pt x="188" y="387"/>
                    <a:pt x="214" y="383"/>
                    <a:pt x="220" y="364"/>
                  </a:cubicBezTo>
                  <a:cubicBezTo>
                    <a:pt x="219" y="366"/>
                    <a:pt x="218" y="368"/>
                    <a:pt x="217" y="370"/>
                  </a:cubicBezTo>
                  <a:cubicBezTo>
                    <a:pt x="228" y="374"/>
                    <a:pt x="267" y="371"/>
                    <a:pt x="295" y="359"/>
                  </a:cubicBezTo>
                  <a:cubicBezTo>
                    <a:pt x="325" y="346"/>
                    <a:pt x="376" y="317"/>
                    <a:pt x="385" y="301"/>
                  </a:cubicBezTo>
                  <a:cubicBezTo>
                    <a:pt x="385" y="301"/>
                    <a:pt x="386" y="300"/>
                    <a:pt x="386" y="299"/>
                  </a:cubicBezTo>
                  <a:cubicBezTo>
                    <a:pt x="384" y="299"/>
                    <a:pt x="383" y="298"/>
                    <a:pt x="382" y="296"/>
                  </a:cubicBezTo>
                  <a:cubicBezTo>
                    <a:pt x="394" y="309"/>
                    <a:pt x="415" y="296"/>
                    <a:pt x="426" y="289"/>
                  </a:cubicBezTo>
                  <a:cubicBezTo>
                    <a:pt x="443" y="279"/>
                    <a:pt x="462" y="267"/>
                    <a:pt x="472" y="249"/>
                  </a:cubicBezTo>
                  <a:cubicBezTo>
                    <a:pt x="483" y="229"/>
                    <a:pt x="479" y="211"/>
                    <a:pt x="484" y="189"/>
                  </a:cubicBezTo>
                  <a:cubicBezTo>
                    <a:pt x="489" y="172"/>
                    <a:pt x="494" y="124"/>
                    <a:pt x="468" y="10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4" name="Freeform 44">
              <a:extLst>
                <a:ext uri="{FF2B5EF4-FFF2-40B4-BE49-F238E27FC236}">
                  <a16:creationId xmlns:a16="http://schemas.microsoft.com/office/drawing/2014/main" id="{265C22D9-DC8D-49D4-BB2E-877052A38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107"/>
              <a:ext cx="53" cy="98"/>
            </a:xfrm>
            <a:custGeom>
              <a:avLst/>
              <a:gdLst>
                <a:gd name="T0" fmla="*/ 242 w 21"/>
                <a:gd name="T1" fmla="*/ 0 h 37"/>
                <a:gd name="T2" fmla="*/ 288 w 21"/>
                <a:gd name="T3" fmla="*/ 667 h 37"/>
                <a:gd name="T4" fmla="*/ 338 w 21"/>
                <a:gd name="T5" fmla="*/ 68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7">
                  <a:moveTo>
                    <a:pt x="15" y="0"/>
                  </a:moveTo>
                  <a:cubicBezTo>
                    <a:pt x="5" y="13"/>
                    <a:pt x="0" y="30"/>
                    <a:pt x="18" y="36"/>
                  </a:cubicBezTo>
                  <a:cubicBezTo>
                    <a:pt x="19" y="36"/>
                    <a:pt x="20" y="36"/>
                    <a:pt x="21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5" name="Freeform 45">
              <a:extLst>
                <a:ext uri="{FF2B5EF4-FFF2-40B4-BE49-F238E27FC236}">
                  <a16:creationId xmlns:a16="http://schemas.microsoft.com/office/drawing/2014/main" id="{59406402-CF26-4FF6-A4D2-1FA965793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107"/>
              <a:ext cx="120" cy="5"/>
            </a:xfrm>
            <a:custGeom>
              <a:avLst/>
              <a:gdLst>
                <a:gd name="T0" fmla="*/ 750 w 48"/>
                <a:gd name="T1" fmla="*/ 20 h 2"/>
                <a:gd name="T2" fmla="*/ 613 w 48"/>
                <a:gd name="T3" fmla="*/ 0 h 2"/>
                <a:gd name="T4" fmla="*/ 0 w 48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">
                  <a:moveTo>
                    <a:pt x="48" y="1"/>
                  </a:moveTo>
                  <a:cubicBezTo>
                    <a:pt x="46" y="0"/>
                    <a:pt x="42" y="0"/>
                    <a:pt x="39" y="0"/>
                  </a:cubicBezTo>
                  <a:cubicBezTo>
                    <a:pt x="29" y="1"/>
                    <a:pt x="14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6" name="Freeform 46">
              <a:extLst>
                <a:ext uri="{FF2B5EF4-FFF2-40B4-BE49-F238E27FC236}">
                  <a16:creationId xmlns:a16="http://schemas.microsoft.com/office/drawing/2014/main" id="{115D4458-D6E8-4635-A773-AD3B7D08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077"/>
              <a:ext cx="52" cy="59"/>
            </a:xfrm>
            <a:custGeom>
              <a:avLst/>
              <a:gdLst>
                <a:gd name="T0" fmla="*/ 74 w 21"/>
                <a:gd name="T1" fmla="*/ 0 h 22"/>
                <a:gd name="T2" fmla="*/ 0 w 21"/>
                <a:gd name="T3" fmla="*/ 231 h 22"/>
                <a:gd name="T4" fmla="*/ 228 w 21"/>
                <a:gd name="T5" fmla="*/ 424 h 22"/>
                <a:gd name="T6" fmla="*/ 228 w 21"/>
                <a:gd name="T7" fmla="*/ 424 h 22"/>
                <a:gd name="T8" fmla="*/ 319 w 21"/>
                <a:gd name="T9" fmla="*/ 23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5" y="0"/>
                  </a:moveTo>
                  <a:cubicBezTo>
                    <a:pt x="3" y="4"/>
                    <a:pt x="1" y="8"/>
                    <a:pt x="0" y="12"/>
                  </a:cubicBezTo>
                  <a:cubicBezTo>
                    <a:pt x="8" y="14"/>
                    <a:pt x="13" y="18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7" y="18"/>
                    <a:pt x="19" y="15"/>
                    <a:pt x="21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7" name="Freeform 47">
              <a:extLst>
                <a:ext uri="{FF2B5EF4-FFF2-40B4-BE49-F238E27FC236}">
                  <a16:creationId xmlns:a16="http://schemas.microsoft.com/office/drawing/2014/main" id="{89C4D251-93F1-48A3-A875-9A0029DEB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269"/>
              <a:ext cx="28" cy="416"/>
            </a:xfrm>
            <a:custGeom>
              <a:avLst/>
              <a:gdLst>
                <a:gd name="T0" fmla="*/ 130 w 11"/>
                <a:gd name="T1" fmla="*/ 0 h 156"/>
                <a:gd name="T2" fmla="*/ 130 w 11"/>
                <a:gd name="T3" fmla="*/ 0 h 156"/>
                <a:gd name="T4" fmla="*/ 181 w 11"/>
                <a:gd name="T5" fmla="*/ 2957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6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62"/>
                    <a:pt x="3" y="119"/>
                    <a:pt x="11" y="15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8" name="Freeform 48">
              <a:extLst>
                <a:ext uri="{FF2B5EF4-FFF2-40B4-BE49-F238E27FC236}">
                  <a16:creationId xmlns:a16="http://schemas.microsoft.com/office/drawing/2014/main" id="{48488CD9-9E34-4D01-9A20-96998C76E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979"/>
              <a:ext cx="253" cy="168"/>
            </a:xfrm>
            <a:custGeom>
              <a:avLst/>
              <a:gdLst>
                <a:gd name="T0" fmla="*/ 1556 w 101"/>
                <a:gd name="T1" fmla="*/ 1195 h 63"/>
                <a:gd name="T2" fmla="*/ 741 w 101"/>
                <a:gd name="T3" fmla="*/ 512 h 63"/>
                <a:gd name="T4" fmla="*/ 0 w 101"/>
                <a:gd name="T5" fmla="*/ 227 h 63"/>
                <a:gd name="T6" fmla="*/ 584 w 101"/>
                <a:gd name="T7" fmla="*/ 547 h 63"/>
                <a:gd name="T8" fmla="*/ 1556 w 101"/>
                <a:gd name="T9" fmla="*/ 119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63">
                  <a:moveTo>
                    <a:pt x="99" y="63"/>
                  </a:moveTo>
                  <a:cubicBezTo>
                    <a:pt x="101" y="55"/>
                    <a:pt x="69" y="47"/>
                    <a:pt x="47" y="27"/>
                  </a:cubicBezTo>
                  <a:cubicBezTo>
                    <a:pt x="26" y="7"/>
                    <a:pt x="4" y="0"/>
                    <a:pt x="0" y="12"/>
                  </a:cubicBezTo>
                  <a:cubicBezTo>
                    <a:pt x="9" y="9"/>
                    <a:pt x="26" y="20"/>
                    <a:pt x="37" y="29"/>
                  </a:cubicBezTo>
                  <a:cubicBezTo>
                    <a:pt x="51" y="42"/>
                    <a:pt x="96" y="54"/>
                    <a:pt x="99" y="63"/>
                  </a:cubicBezTo>
                  <a:close/>
                </a:path>
              </a:pathLst>
            </a:custGeom>
            <a:solidFill>
              <a:srgbClr val="F8C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9" name="Freeform 49">
              <a:extLst>
                <a:ext uri="{FF2B5EF4-FFF2-40B4-BE49-F238E27FC236}">
                  <a16:creationId xmlns:a16="http://schemas.microsoft.com/office/drawing/2014/main" id="{D69B43F1-F471-45A5-9EC8-8D0CFD712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275"/>
              <a:ext cx="35" cy="77"/>
            </a:xfrm>
            <a:custGeom>
              <a:avLst/>
              <a:gdLst>
                <a:gd name="T0" fmla="*/ 208 w 14"/>
                <a:gd name="T1" fmla="*/ 35 h 29"/>
                <a:gd name="T2" fmla="*/ 63 w 14"/>
                <a:gd name="T3" fmla="*/ 133 h 29"/>
                <a:gd name="T4" fmla="*/ 95 w 14"/>
                <a:gd name="T5" fmla="*/ 316 h 29"/>
                <a:gd name="T6" fmla="*/ 0 w 14"/>
                <a:gd name="T7" fmla="*/ 430 h 29"/>
                <a:gd name="T8" fmla="*/ 220 w 14"/>
                <a:gd name="T9" fmla="*/ 48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9">
                  <a:moveTo>
                    <a:pt x="13" y="2"/>
                  </a:moveTo>
                  <a:cubicBezTo>
                    <a:pt x="9" y="0"/>
                    <a:pt x="5" y="3"/>
                    <a:pt x="4" y="7"/>
                  </a:cubicBezTo>
                  <a:cubicBezTo>
                    <a:pt x="14" y="9"/>
                    <a:pt x="14" y="12"/>
                    <a:pt x="6" y="17"/>
                  </a:cubicBezTo>
                  <a:cubicBezTo>
                    <a:pt x="3" y="19"/>
                    <a:pt x="0" y="19"/>
                    <a:pt x="0" y="23"/>
                  </a:cubicBezTo>
                  <a:cubicBezTo>
                    <a:pt x="1" y="29"/>
                    <a:pt x="10" y="27"/>
                    <a:pt x="14" y="26"/>
                  </a:cubicBezTo>
                </a:path>
              </a:pathLst>
            </a:custGeom>
            <a:noFill/>
            <a:ln w="15875" cap="flat">
              <a:solidFill>
                <a:srgbClr val="9DC6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0" name="Freeform 50">
              <a:extLst>
                <a:ext uri="{FF2B5EF4-FFF2-40B4-BE49-F238E27FC236}">
                  <a16:creationId xmlns:a16="http://schemas.microsoft.com/office/drawing/2014/main" id="{96B4E9A7-2BA8-4369-9176-41D4FE910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576"/>
              <a:ext cx="62" cy="128"/>
            </a:xfrm>
            <a:custGeom>
              <a:avLst/>
              <a:gdLst>
                <a:gd name="T0" fmla="*/ 337 w 25"/>
                <a:gd name="T1" fmla="*/ 739 h 48"/>
                <a:gd name="T2" fmla="*/ 350 w 25"/>
                <a:gd name="T3" fmla="*/ 435 h 48"/>
                <a:gd name="T4" fmla="*/ 124 w 25"/>
                <a:gd name="T5" fmla="*/ 376 h 48"/>
                <a:gd name="T6" fmla="*/ 337 w 25"/>
                <a:gd name="T7" fmla="*/ 56 h 48"/>
                <a:gd name="T8" fmla="*/ 104 w 25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8">
                  <a:moveTo>
                    <a:pt x="22" y="39"/>
                  </a:moveTo>
                  <a:cubicBezTo>
                    <a:pt x="0" y="48"/>
                    <a:pt x="25" y="27"/>
                    <a:pt x="23" y="23"/>
                  </a:cubicBezTo>
                  <a:cubicBezTo>
                    <a:pt x="20" y="16"/>
                    <a:pt x="10" y="27"/>
                    <a:pt x="8" y="20"/>
                  </a:cubicBezTo>
                  <a:cubicBezTo>
                    <a:pt x="7" y="15"/>
                    <a:pt x="20" y="7"/>
                    <a:pt x="22" y="3"/>
                  </a:cubicBezTo>
                  <a:cubicBezTo>
                    <a:pt x="17" y="0"/>
                    <a:pt x="12" y="0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9DC6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1" name="Freeform 51">
              <a:extLst>
                <a:ext uri="{FF2B5EF4-FFF2-40B4-BE49-F238E27FC236}">
                  <a16:creationId xmlns:a16="http://schemas.microsoft.com/office/drawing/2014/main" id="{BE548DDC-8385-4AA1-A855-B06715557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189"/>
              <a:ext cx="33" cy="24"/>
            </a:xfrm>
            <a:custGeom>
              <a:avLst/>
              <a:gdLst>
                <a:gd name="T0" fmla="*/ 160 w 13"/>
                <a:gd name="T1" fmla="*/ 171 h 9"/>
                <a:gd name="T2" fmla="*/ 129 w 13"/>
                <a:gd name="T3" fmla="*/ 0 h 9"/>
                <a:gd name="T4" fmla="*/ 0 w 13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0" y="9"/>
                  </a:moveTo>
                  <a:cubicBezTo>
                    <a:pt x="10" y="5"/>
                    <a:pt x="13" y="1"/>
                    <a:pt x="8" y="0"/>
                  </a:cubicBezTo>
                  <a:cubicBezTo>
                    <a:pt x="5" y="0"/>
                    <a:pt x="1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D7B7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2" name="Freeform 52">
              <a:extLst>
                <a:ext uri="{FF2B5EF4-FFF2-40B4-BE49-F238E27FC236}">
                  <a16:creationId xmlns:a16="http://schemas.microsoft.com/office/drawing/2014/main" id="{640BF8C4-F2E5-4C30-9849-44AE536EF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283"/>
              <a:ext cx="50" cy="88"/>
            </a:xfrm>
            <a:custGeom>
              <a:avLst/>
              <a:gdLst>
                <a:gd name="T0" fmla="*/ 158 w 20"/>
                <a:gd name="T1" fmla="*/ 149 h 33"/>
                <a:gd name="T2" fmla="*/ 50 w 20"/>
                <a:gd name="T3" fmla="*/ 627 h 33"/>
                <a:gd name="T4" fmla="*/ 188 w 20"/>
                <a:gd name="T5" fmla="*/ 248 h 33"/>
                <a:gd name="T6" fmla="*/ 300 w 20"/>
                <a:gd name="T7" fmla="*/ 0 h 33"/>
                <a:gd name="T8" fmla="*/ 238 w 20"/>
                <a:gd name="T9" fmla="*/ 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0" y="8"/>
                  </a:moveTo>
                  <a:cubicBezTo>
                    <a:pt x="4" y="14"/>
                    <a:pt x="0" y="24"/>
                    <a:pt x="3" y="33"/>
                  </a:cubicBezTo>
                  <a:cubicBezTo>
                    <a:pt x="6" y="26"/>
                    <a:pt x="7" y="19"/>
                    <a:pt x="12" y="13"/>
                  </a:cubicBezTo>
                  <a:cubicBezTo>
                    <a:pt x="15" y="9"/>
                    <a:pt x="20" y="6"/>
                    <a:pt x="19" y="0"/>
                  </a:cubicBezTo>
                  <a:cubicBezTo>
                    <a:pt x="18" y="0"/>
                    <a:pt x="17" y="1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3" name="Freeform 53">
              <a:extLst>
                <a:ext uri="{FF2B5EF4-FFF2-40B4-BE49-F238E27FC236}">
                  <a16:creationId xmlns:a16="http://schemas.microsoft.com/office/drawing/2014/main" id="{9B55B382-8AD1-42E3-B4C3-D6BB047A9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251"/>
              <a:ext cx="55" cy="26"/>
            </a:xfrm>
            <a:custGeom>
              <a:avLst/>
              <a:gdLst>
                <a:gd name="T0" fmla="*/ 188 w 22"/>
                <a:gd name="T1" fmla="*/ 0 h 10"/>
                <a:gd name="T2" fmla="*/ 270 w 22"/>
                <a:gd name="T3" fmla="*/ 2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12" y="0"/>
                  </a:moveTo>
                  <a:cubicBezTo>
                    <a:pt x="0" y="10"/>
                    <a:pt x="22" y="7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4" name="Freeform 54">
              <a:extLst>
                <a:ext uri="{FF2B5EF4-FFF2-40B4-BE49-F238E27FC236}">
                  <a16:creationId xmlns:a16="http://schemas.microsoft.com/office/drawing/2014/main" id="{1AD2AF66-32B6-40DE-BF08-484C90532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395"/>
              <a:ext cx="20" cy="29"/>
            </a:xfrm>
            <a:custGeom>
              <a:avLst/>
              <a:gdLst>
                <a:gd name="T0" fmla="*/ 33 w 8"/>
                <a:gd name="T1" fmla="*/ 0 h 11"/>
                <a:gd name="T2" fmla="*/ 33 w 8"/>
                <a:gd name="T3" fmla="*/ 200 h 11"/>
                <a:gd name="T4" fmla="*/ 63 w 8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0" y="4"/>
                    <a:pt x="0" y="8"/>
                    <a:pt x="2" y="11"/>
                  </a:cubicBezTo>
                  <a:cubicBezTo>
                    <a:pt x="7" y="10"/>
                    <a:pt x="8" y="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5" name="Freeform 55">
              <a:extLst>
                <a:ext uri="{FF2B5EF4-FFF2-40B4-BE49-F238E27FC236}">
                  <a16:creationId xmlns:a16="http://schemas.microsoft.com/office/drawing/2014/main" id="{C4D354D2-D1D4-4323-9223-AC819F65C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229"/>
              <a:ext cx="57" cy="107"/>
            </a:xfrm>
            <a:custGeom>
              <a:avLst/>
              <a:gdLst>
                <a:gd name="T0" fmla="*/ 258 w 23"/>
                <a:gd name="T1" fmla="*/ 35 h 40"/>
                <a:gd name="T2" fmla="*/ 42 w 23"/>
                <a:gd name="T3" fmla="*/ 765 h 40"/>
                <a:gd name="T4" fmla="*/ 196 w 23"/>
                <a:gd name="T5" fmla="*/ 209 h 40"/>
                <a:gd name="T6" fmla="*/ 320 w 23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0">
                  <a:moveTo>
                    <a:pt x="17" y="2"/>
                  </a:moveTo>
                  <a:cubicBezTo>
                    <a:pt x="6" y="8"/>
                    <a:pt x="0" y="28"/>
                    <a:pt x="3" y="40"/>
                  </a:cubicBezTo>
                  <a:cubicBezTo>
                    <a:pt x="5" y="31"/>
                    <a:pt x="8" y="19"/>
                    <a:pt x="13" y="11"/>
                  </a:cubicBezTo>
                  <a:cubicBezTo>
                    <a:pt x="15" y="7"/>
                    <a:pt x="23" y="4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6" name="Freeform 56">
              <a:extLst>
                <a:ext uri="{FF2B5EF4-FFF2-40B4-BE49-F238E27FC236}">
                  <a16:creationId xmlns:a16="http://schemas.microsoft.com/office/drawing/2014/main" id="{C2BC68BE-FADA-4E89-A94F-D0183A0B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219"/>
              <a:ext cx="20" cy="10"/>
            </a:xfrm>
            <a:custGeom>
              <a:avLst/>
              <a:gdLst>
                <a:gd name="T0" fmla="*/ 33 w 8"/>
                <a:gd name="T1" fmla="*/ 0 h 4"/>
                <a:gd name="T2" fmla="*/ 0 w 8"/>
                <a:gd name="T3" fmla="*/ 63 h 4"/>
                <a:gd name="T4" fmla="*/ 83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4"/>
                    <a:pt x="8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7" name="Freeform 57">
              <a:extLst>
                <a:ext uri="{FF2B5EF4-FFF2-40B4-BE49-F238E27FC236}">
                  <a16:creationId xmlns:a16="http://schemas.microsoft.com/office/drawing/2014/main" id="{869E564D-D1FE-48AC-B291-EF7278A72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352"/>
              <a:ext cx="12" cy="27"/>
            </a:xfrm>
            <a:custGeom>
              <a:avLst/>
              <a:gdLst>
                <a:gd name="T0" fmla="*/ 12 w 5"/>
                <a:gd name="T1" fmla="*/ 0 h 10"/>
                <a:gd name="T2" fmla="*/ 29 w 5"/>
                <a:gd name="T3" fmla="*/ 197 h 10"/>
                <a:gd name="T4" fmla="*/ 41 w 5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cubicBezTo>
                    <a:pt x="1" y="3"/>
                    <a:pt x="0" y="8"/>
                    <a:pt x="2" y="10"/>
                  </a:cubicBezTo>
                  <a:cubicBezTo>
                    <a:pt x="4" y="8"/>
                    <a:pt x="5" y="4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8" name="Freeform 58">
              <a:extLst>
                <a:ext uri="{FF2B5EF4-FFF2-40B4-BE49-F238E27FC236}">
                  <a16:creationId xmlns:a16="http://schemas.microsoft.com/office/drawing/2014/main" id="{636AEB8B-77D8-4FF7-9DAC-BB527CBD7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395"/>
              <a:ext cx="30" cy="170"/>
            </a:xfrm>
            <a:custGeom>
              <a:avLst/>
              <a:gdLst>
                <a:gd name="T0" fmla="*/ 188 w 12"/>
                <a:gd name="T1" fmla="*/ 0 h 64"/>
                <a:gd name="T2" fmla="*/ 33 w 12"/>
                <a:gd name="T3" fmla="*/ 1201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4">
                  <a:moveTo>
                    <a:pt x="12" y="0"/>
                  </a:moveTo>
                  <a:cubicBezTo>
                    <a:pt x="0" y="18"/>
                    <a:pt x="3" y="44"/>
                    <a:pt x="2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9" name="Freeform 59">
              <a:extLst>
                <a:ext uri="{FF2B5EF4-FFF2-40B4-BE49-F238E27FC236}">
                  <a16:creationId xmlns:a16="http://schemas.microsoft.com/office/drawing/2014/main" id="{1DDAD31B-191D-41B0-B907-905D21A5B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211"/>
              <a:ext cx="72" cy="88"/>
            </a:xfrm>
            <a:custGeom>
              <a:avLst/>
              <a:gdLst>
                <a:gd name="T0" fmla="*/ 42 w 29"/>
                <a:gd name="T1" fmla="*/ 627 h 33"/>
                <a:gd name="T2" fmla="*/ 444 w 29"/>
                <a:gd name="T3" fmla="*/ 136 h 33"/>
                <a:gd name="T4" fmla="*/ 216 w 29"/>
                <a:gd name="T5" fmla="*/ 171 h 33"/>
                <a:gd name="T6" fmla="*/ 124 w 29"/>
                <a:gd name="T7" fmla="*/ 36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3">
                  <a:moveTo>
                    <a:pt x="3" y="33"/>
                  </a:moveTo>
                  <a:cubicBezTo>
                    <a:pt x="0" y="17"/>
                    <a:pt x="12" y="0"/>
                    <a:pt x="29" y="7"/>
                  </a:cubicBezTo>
                  <a:cubicBezTo>
                    <a:pt x="25" y="5"/>
                    <a:pt x="17" y="6"/>
                    <a:pt x="14" y="9"/>
                  </a:cubicBezTo>
                  <a:cubicBezTo>
                    <a:pt x="11" y="13"/>
                    <a:pt x="13" y="16"/>
                    <a:pt x="8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0" name="Freeform 60">
              <a:extLst>
                <a:ext uri="{FF2B5EF4-FFF2-40B4-BE49-F238E27FC236}">
                  <a16:creationId xmlns:a16="http://schemas.microsoft.com/office/drawing/2014/main" id="{3124BCCF-2E5C-419D-96F4-36495FAC1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277"/>
              <a:ext cx="27" cy="112"/>
            </a:xfrm>
            <a:custGeom>
              <a:avLst/>
              <a:gdLst>
                <a:gd name="T0" fmla="*/ 120 w 11"/>
                <a:gd name="T1" fmla="*/ 0 h 42"/>
                <a:gd name="T2" fmla="*/ 0 w 11"/>
                <a:gd name="T3" fmla="*/ 797 h 42"/>
                <a:gd name="T4" fmla="*/ 103 w 11"/>
                <a:gd name="T5" fmla="*/ 3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8" y="0"/>
                  </a:moveTo>
                  <a:cubicBezTo>
                    <a:pt x="11" y="10"/>
                    <a:pt x="10" y="38"/>
                    <a:pt x="0" y="42"/>
                  </a:cubicBezTo>
                  <a:cubicBezTo>
                    <a:pt x="2" y="29"/>
                    <a:pt x="2" y="14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1" name="Freeform 61">
              <a:extLst>
                <a:ext uri="{FF2B5EF4-FFF2-40B4-BE49-F238E27FC236}">
                  <a16:creationId xmlns:a16="http://schemas.microsoft.com/office/drawing/2014/main" id="{B4AE2A0B-DC90-45DD-B897-12AE970E2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240"/>
              <a:ext cx="15" cy="24"/>
            </a:xfrm>
            <a:custGeom>
              <a:avLst/>
              <a:gdLst>
                <a:gd name="T0" fmla="*/ 20 w 6"/>
                <a:gd name="T1" fmla="*/ 21 h 9"/>
                <a:gd name="T2" fmla="*/ 33 w 6"/>
                <a:gd name="T3" fmla="*/ 171 h 9"/>
                <a:gd name="T4" fmla="*/ 50 w 6"/>
                <a:gd name="T5" fmla="*/ 0 h 9"/>
                <a:gd name="T6" fmla="*/ 33 w 6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1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6" y="8"/>
                    <a:pt x="6" y="3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2" name="Freeform 62">
              <a:extLst>
                <a:ext uri="{FF2B5EF4-FFF2-40B4-BE49-F238E27FC236}">
                  <a16:creationId xmlns:a16="http://schemas.microsoft.com/office/drawing/2014/main" id="{A2EFA463-8AFB-4DE0-85CF-D9C959246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091"/>
              <a:ext cx="60" cy="34"/>
            </a:xfrm>
            <a:custGeom>
              <a:avLst/>
              <a:gdLst>
                <a:gd name="T0" fmla="*/ 0 w 24"/>
                <a:gd name="T1" fmla="*/ 68 h 13"/>
                <a:gd name="T2" fmla="*/ 375 w 24"/>
                <a:gd name="T3" fmla="*/ 165 h 13"/>
                <a:gd name="T4" fmla="*/ 363 w 24"/>
                <a:gd name="T5" fmla="*/ 233 h 13"/>
                <a:gd name="T6" fmla="*/ 113 w 24"/>
                <a:gd name="T7" fmla="*/ 11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3">
                  <a:moveTo>
                    <a:pt x="0" y="4"/>
                  </a:moveTo>
                  <a:cubicBezTo>
                    <a:pt x="8" y="0"/>
                    <a:pt x="17" y="7"/>
                    <a:pt x="24" y="9"/>
                  </a:cubicBezTo>
                  <a:cubicBezTo>
                    <a:pt x="24" y="10"/>
                    <a:pt x="23" y="12"/>
                    <a:pt x="23" y="13"/>
                  </a:cubicBezTo>
                  <a:cubicBezTo>
                    <a:pt x="16" y="13"/>
                    <a:pt x="13" y="7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3" name="Freeform 63">
              <a:extLst>
                <a:ext uri="{FF2B5EF4-FFF2-40B4-BE49-F238E27FC236}">
                  <a16:creationId xmlns:a16="http://schemas.microsoft.com/office/drawing/2014/main" id="{30B7DE67-0208-4499-B29A-C70F0DDEA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091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4"/>
                    <a:pt x="3" y="5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4" name="Freeform 64">
              <a:extLst>
                <a:ext uri="{FF2B5EF4-FFF2-40B4-BE49-F238E27FC236}">
                  <a16:creationId xmlns:a16="http://schemas.microsoft.com/office/drawing/2014/main" id="{55DF5F63-221E-40B9-8372-BD446DDB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000"/>
              <a:ext cx="85" cy="61"/>
            </a:xfrm>
            <a:custGeom>
              <a:avLst/>
              <a:gdLst>
                <a:gd name="T0" fmla="*/ 208 w 34"/>
                <a:gd name="T1" fmla="*/ 77 h 23"/>
                <a:gd name="T2" fmla="*/ 0 w 34"/>
                <a:gd name="T3" fmla="*/ 0 h 23"/>
                <a:gd name="T4" fmla="*/ 283 w 34"/>
                <a:gd name="T5" fmla="*/ 225 h 23"/>
                <a:gd name="T6" fmla="*/ 488 w 34"/>
                <a:gd name="T7" fmla="*/ 430 h 23"/>
                <a:gd name="T8" fmla="*/ 250 w 34"/>
                <a:gd name="T9" fmla="*/ 14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3">
                  <a:moveTo>
                    <a:pt x="13" y="4"/>
                  </a:moveTo>
                  <a:cubicBezTo>
                    <a:pt x="10" y="1"/>
                    <a:pt x="4" y="2"/>
                    <a:pt x="0" y="0"/>
                  </a:cubicBezTo>
                  <a:cubicBezTo>
                    <a:pt x="1" y="6"/>
                    <a:pt x="13" y="9"/>
                    <a:pt x="18" y="12"/>
                  </a:cubicBezTo>
                  <a:cubicBezTo>
                    <a:pt x="23" y="16"/>
                    <a:pt x="27" y="20"/>
                    <a:pt x="31" y="23"/>
                  </a:cubicBezTo>
                  <a:cubicBezTo>
                    <a:pt x="34" y="13"/>
                    <a:pt x="20" y="13"/>
                    <a:pt x="1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5" name="Freeform 65">
              <a:extLst>
                <a:ext uri="{FF2B5EF4-FFF2-40B4-BE49-F238E27FC236}">
                  <a16:creationId xmlns:a16="http://schemas.microsoft.com/office/drawing/2014/main" id="{2C51E288-A73D-482D-9DBE-26602DA2E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064"/>
              <a:ext cx="18" cy="13"/>
            </a:xfrm>
            <a:custGeom>
              <a:avLst/>
              <a:gdLst>
                <a:gd name="T0" fmla="*/ 33 w 7"/>
                <a:gd name="T1" fmla="*/ 34 h 5"/>
                <a:gd name="T2" fmla="*/ 0 w 7"/>
                <a:gd name="T3" fmla="*/ 34 h 5"/>
                <a:gd name="T4" fmla="*/ 118 w 7"/>
                <a:gd name="T5" fmla="*/ 68 h 5"/>
                <a:gd name="T6" fmla="*/ 67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2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1" y="4"/>
                    <a:pt x="4" y="5"/>
                    <a:pt x="7" y="4"/>
                  </a:cubicBezTo>
                  <a:cubicBezTo>
                    <a:pt x="7" y="2"/>
                    <a:pt x="6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6" name="Freeform 66">
              <a:extLst>
                <a:ext uri="{FF2B5EF4-FFF2-40B4-BE49-F238E27FC236}">
                  <a16:creationId xmlns:a16="http://schemas.microsoft.com/office/drawing/2014/main" id="{45D514B9-F997-4BDF-9BC8-5B797796B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152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20 w 6"/>
                <a:gd name="T3" fmla="*/ 115 h 6"/>
                <a:gd name="T4" fmla="*/ 95 w 6"/>
                <a:gd name="T5" fmla="*/ 35 h 6"/>
                <a:gd name="T6" fmla="*/ 83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3" y="5"/>
                    <a:pt x="4" y="4"/>
                    <a:pt x="6" y="2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7" name="Freeform 67">
              <a:extLst>
                <a:ext uri="{FF2B5EF4-FFF2-40B4-BE49-F238E27FC236}">
                  <a16:creationId xmlns:a16="http://schemas.microsoft.com/office/drawing/2014/main" id="{1D94D9DF-06C1-4845-95A0-E4CD02BAB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581"/>
              <a:ext cx="72" cy="54"/>
            </a:xfrm>
            <a:custGeom>
              <a:avLst/>
              <a:gdLst>
                <a:gd name="T0" fmla="*/ 0 w 29"/>
                <a:gd name="T1" fmla="*/ 394 h 20"/>
                <a:gd name="T2" fmla="*/ 166 w 29"/>
                <a:gd name="T3" fmla="*/ 103 h 20"/>
                <a:gd name="T4" fmla="*/ 444 w 29"/>
                <a:gd name="T5" fmla="*/ 103 h 20"/>
                <a:gd name="T6" fmla="*/ 62 w 29"/>
                <a:gd name="T7" fmla="*/ 23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0" y="20"/>
                  </a:moveTo>
                  <a:cubicBezTo>
                    <a:pt x="0" y="11"/>
                    <a:pt x="3" y="8"/>
                    <a:pt x="11" y="5"/>
                  </a:cubicBezTo>
                  <a:cubicBezTo>
                    <a:pt x="16" y="3"/>
                    <a:pt x="25" y="0"/>
                    <a:pt x="29" y="5"/>
                  </a:cubicBezTo>
                  <a:cubicBezTo>
                    <a:pt x="21" y="3"/>
                    <a:pt x="12" y="9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8" name="Freeform 68">
              <a:extLst>
                <a:ext uri="{FF2B5EF4-FFF2-40B4-BE49-F238E27FC236}">
                  <a16:creationId xmlns:a16="http://schemas.microsoft.com/office/drawing/2014/main" id="{49939FEC-A5C9-4E9C-AD5E-CB79E2453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587"/>
              <a:ext cx="28" cy="18"/>
            </a:xfrm>
            <a:custGeom>
              <a:avLst/>
              <a:gdLst>
                <a:gd name="T0" fmla="*/ 117 w 11"/>
                <a:gd name="T1" fmla="*/ 21 h 7"/>
                <a:gd name="T2" fmla="*/ 181 w 11"/>
                <a:gd name="T3" fmla="*/ 33 h 7"/>
                <a:gd name="T4" fmla="*/ 130 w 11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7" y="1"/>
                  </a:moveTo>
                  <a:cubicBezTo>
                    <a:pt x="0" y="4"/>
                    <a:pt x="9" y="7"/>
                    <a:pt x="11" y="2"/>
                  </a:cubicBezTo>
                  <a:cubicBezTo>
                    <a:pt x="10" y="0"/>
                    <a:pt x="9" y="1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47" name="Suprachiasmatic-nucleus-brain-diagram">
            <a:extLst>
              <a:ext uri="{FF2B5EF4-FFF2-40B4-BE49-F238E27FC236}">
                <a16:creationId xmlns:a16="http://schemas.microsoft.com/office/drawing/2014/main" id="{C628369F-3200-4384-AE21-ABFC0AD84884}"/>
              </a:ext>
            </a:extLst>
          </p:cNvPr>
          <p:cNvGrpSpPr>
            <a:grpSpLocks/>
          </p:cNvGrpSpPr>
          <p:nvPr/>
        </p:nvGrpSpPr>
        <p:grpSpPr bwMode="auto">
          <a:xfrm>
            <a:off x="2794000" y="3578225"/>
            <a:ext cx="2084388" cy="2289175"/>
            <a:chOff x="824" y="2248"/>
            <a:chExt cx="1313" cy="1442"/>
          </a:xfrm>
        </p:grpSpPr>
        <p:sp>
          <p:nvSpPr>
            <p:cNvPr id="57641" name="Freeform 70">
              <a:extLst>
                <a:ext uri="{FF2B5EF4-FFF2-40B4-BE49-F238E27FC236}">
                  <a16:creationId xmlns:a16="http://schemas.microsoft.com/office/drawing/2014/main" id="{558CF1F0-D2AA-4E4F-A08E-5F2A4B7BE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310"/>
              <a:ext cx="1294" cy="390"/>
            </a:xfrm>
            <a:custGeom>
              <a:avLst/>
              <a:gdLst>
                <a:gd name="T0" fmla="*/ 9098 w 488"/>
                <a:gd name="T1" fmla="*/ 0 h 138"/>
                <a:gd name="T2" fmla="*/ 0 w 488"/>
                <a:gd name="T3" fmla="*/ 0 h 138"/>
                <a:gd name="T4" fmla="*/ 0 w 488"/>
                <a:gd name="T5" fmla="*/ 1221 h 138"/>
                <a:gd name="T6" fmla="*/ 392 w 488"/>
                <a:gd name="T7" fmla="*/ 1670 h 138"/>
                <a:gd name="T8" fmla="*/ 1941 w 488"/>
                <a:gd name="T9" fmla="*/ 2275 h 138"/>
                <a:gd name="T10" fmla="*/ 3039 w 488"/>
                <a:gd name="T11" fmla="*/ 3114 h 138"/>
                <a:gd name="T12" fmla="*/ 9098 w 488"/>
                <a:gd name="T13" fmla="*/ 1942 h 138"/>
                <a:gd name="T14" fmla="*/ 9098 w 488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8" h="138">
                  <a:moveTo>
                    <a:pt x="4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5" y="62"/>
                    <a:pt x="12" y="68"/>
                    <a:pt x="21" y="74"/>
                  </a:cubicBezTo>
                  <a:cubicBezTo>
                    <a:pt x="50" y="94"/>
                    <a:pt x="76" y="101"/>
                    <a:pt x="104" y="101"/>
                  </a:cubicBezTo>
                  <a:cubicBezTo>
                    <a:pt x="132" y="105"/>
                    <a:pt x="149" y="118"/>
                    <a:pt x="163" y="138"/>
                  </a:cubicBezTo>
                  <a:cubicBezTo>
                    <a:pt x="488" y="86"/>
                    <a:pt x="488" y="86"/>
                    <a:pt x="488" y="86"/>
                  </a:cubicBezTo>
                  <a:lnTo>
                    <a:pt x="488" y="0"/>
                  </a:lnTo>
                  <a:close/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2" name="Freeform 71">
              <a:extLst>
                <a:ext uri="{FF2B5EF4-FFF2-40B4-BE49-F238E27FC236}">
                  <a16:creationId xmlns:a16="http://schemas.microsoft.com/office/drawing/2014/main" id="{28BAD0CA-3C3A-42BF-8904-2703EBD48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310"/>
              <a:ext cx="1294" cy="1015"/>
            </a:xfrm>
            <a:custGeom>
              <a:avLst/>
              <a:gdLst>
                <a:gd name="T0" fmla="*/ 0 w 488"/>
                <a:gd name="T1" fmla="*/ 8114 h 359"/>
                <a:gd name="T2" fmla="*/ 2835 w 488"/>
                <a:gd name="T3" fmla="*/ 7051 h 359"/>
                <a:gd name="T4" fmla="*/ 7981 w 488"/>
                <a:gd name="T5" fmla="*/ 4860 h 359"/>
                <a:gd name="T6" fmla="*/ 9098 w 488"/>
                <a:gd name="T7" fmla="*/ 4883 h 359"/>
                <a:gd name="T8" fmla="*/ 9098 w 488"/>
                <a:gd name="T9" fmla="*/ 0 h 359"/>
                <a:gd name="T10" fmla="*/ 0 w 488"/>
                <a:gd name="T11" fmla="*/ 0 h 359"/>
                <a:gd name="T12" fmla="*/ 0 w 488"/>
                <a:gd name="T13" fmla="*/ 8114 h 3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8" h="359">
                  <a:moveTo>
                    <a:pt x="0" y="359"/>
                  </a:moveTo>
                  <a:cubicBezTo>
                    <a:pt x="62" y="355"/>
                    <a:pt x="117" y="342"/>
                    <a:pt x="152" y="312"/>
                  </a:cubicBezTo>
                  <a:cubicBezTo>
                    <a:pt x="428" y="215"/>
                    <a:pt x="428" y="215"/>
                    <a:pt x="428" y="215"/>
                  </a:cubicBezTo>
                  <a:cubicBezTo>
                    <a:pt x="438" y="237"/>
                    <a:pt x="462" y="231"/>
                    <a:pt x="488" y="216"/>
                  </a:cubicBezTo>
                  <a:cubicBezTo>
                    <a:pt x="488" y="0"/>
                    <a:pt x="488" y="0"/>
                    <a:pt x="48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"/>
                  </a:lnTo>
                  <a:close/>
                </a:path>
              </a:pathLst>
            </a:custGeom>
            <a:solidFill>
              <a:srgbClr val="EDEC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3" name="Freeform 72">
              <a:extLst>
                <a:ext uri="{FF2B5EF4-FFF2-40B4-BE49-F238E27FC236}">
                  <a16:creationId xmlns:a16="http://schemas.microsoft.com/office/drawing/2014/main" id="{6531EF3C-807E-4527-9DBF-F440300CF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310"/>
              <a:ext cx="1294" cy="1380"/>
            </a:xfrm>
            <a:custGeom>
              <a:avLst/>
              <a:gdLst>
                <a:gd name="T0" fmla="*/ 0 w 488"/>
                <a:gd name="T1" fmla="*/ 0 h 488"/>
                <a:gd name="T2" fmla="*/ 0 w 488"/>
                <a:gd name="T3" fmla="*/ 2240 h 488"/>
                <a:gd name="T4" fmla="*/ 260 w 488"/>
                <a:gd name="T5" fmla="*/ 2398 h 488"/>
                <a:gd name="T6" fmla="*/ 2721 w 488"/>
                <a:gd name="T7" fmla="*/ 3006 h 488"/>
                <a:gd name="T8" fmla="*/ 3150 w 488"/>
                <a:gd name="T9" fmla="*/ 5294 h 488"/>
                <a:gd name="T10" fmla="*/ 3376 w 488"/>
                <a:gd name="T11" fmla="*/ 8076 h 488"/>
                <a:gd name="T12" fmla="*/ 4232 w 488"/>
                <a:gd name="T13" fmla="*/ 7149 h 488"/>
                <a:gd name="T14" fmla="*/ 5070 w 488"/>
                <a:gd name="T15" fmla="*/ 6629 h 488"/>
                <a:gd name="T16" fmla="*/ 5462 w 488"/>
                <a:gd name="T17" fmla="*/ 6645 h 488"/>
                <a:gd name="T18" fmla="*/ 7735 w 488"/>
                <a:gd name="T19" fmla="*/ 7686 h 488"/>
                <a:gd name="T20" fmla="*/ 8634 w 488"/>
                <a:gd name="T21" fmla="*/ 10291 h 488"/>
                <a:gd name="T22" fmla="*/ 8782 w 488"/>
                <a:gd name="T23" fmla="*/ 11034 h 488"/>
                <a:gd name="T24" fmla="*/ 9098 w 488"/>
                <a:gd name="T25" fmla="*/ 11034 h 488"/>
                <a:gd name="T26" fmla="*/ 9098 w 488"/>
                <a:gd name="T27" fmla="*/ 0 h 488"/>
                <a:gd name="T28" fmla="*/ 0 w 488"/>
                <a:gd name="T29" fmla="*/ 0 h 4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8" h="488">
                  <a:moveTo>
                    <a:pt x="0" y="0"/>
                  </a:moveTo>
                  <a:cubicBezTo>
                    <a:pt x="0" y="99"/>
                    <a:pt x="0" y="99"/>
                    <a:pt x="0" y="99"/>
                  </a:cubicBezTo>
                  <a:cubicBezTo>
                    <a:pt x="5" y="102"/>
                    <a:pt x="10" y="104"/>
                    <a:pt x="14" y="106"/>
                  </a:cubicBezTo>
                  <a:cubicBezTo>
                    <a:pt x="58" y="122"/>
                    <a:pt x="106" y="105"/>
                    <a:pt x="146" y="133"/>
                  </a:cubicBezTo>
                  <a:cubicBezTo>
                    <a:pt x="190" y="164"/>
                    <a:pt x="183" y="189"/>
                    <a:pt x="169" y="234"/>
                  </a:cubicBezTo>
                  <a:cubicBezTo>
                    <a:pt x="155" y="281"/>
                    <a:pt x="138" y="315"/>
                    <a:pt x="181" y="357"/>
                  </a:cubicBezTo>
                  <a:cubicBezTo>
                    <a:pt x="197" y="346"/>
                    <a:pt x="213" y="325"/>
                    <a:pt x="227" y="316"/>
                  </a:cubicBezTo>
                  <a:cubicBezTo>
                    <a:pt x="243" y="307"/>
                    <a:pt x="266" y="316"/>
                    <a:pt x="272" y="293"/>
                  </a:cubicBezTo>
                  <a:cubicBezTo>
                    <a:pt x="276" y="293"/>
                    <a:pt x="290" y="293"/>
                    <a:pt x="293" y="294"/>
                  </a:cubicBezTo>
                  <a:cubicBezTo>
                    <a:pt x="331" y="313"/>
                    <a:pt x="377" y="322"/>
                    <a:pt x="415" y="340"/>
                  </a:cubicBezTo>
                  <a:cubicBezTo>
                    <a:pt x="458" y="361"/>
                    <a:pt x="453" y="414"/>
                    <a:pt x="463" y="455"/>
                  </a:cubicBezTo>
                  <a:cubicBezTo>
                    <a:pt x="466" y="466"/>
                    <a:pt x="468" y="477"/>
                    <a:pt x="471" y="488"/>
                  </a:cubicBezTo>
                  <a:cubicBezTo>
                    <a:pt x="488" y="488"/>
                    <a:pt x="488" y="488"/>
                    <a:pt x="488" y="488"/>
                  </a:cubicBezTo>
                  <a:cubicBezTo>
                    <a:pt x="488" y="0"/>
                    <a:pt x="488" y="0"/>
                    <a:pt x="48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BC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4" name="Freeform 73">
              <a:extLst>
                <a:ext uri="{FF2B5EF4-FFF2-40B4-BE49-F238E27FC236}">
                  <a16:creationId xmlns:a16="http://schemas.microsoft.com/office/drawing/2014/main" id="{F301CD4F-EF8B-4038-B907-5A8FB6F70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944"/>
              <a:ext cx="419" cy="110"/>
            </a:xfrm>
            <a:custGeom>
              <a:avLst/>
              <a:gdLst>
                <a:gd name="T0" fmla="*/ 239 w 158"/>
                <a:gd name="T1" fmla="*/ 23 h 39"/>
                <a:gd name="T2" fmla="*/ 1209 w 158"/>
                <a:gd name="T3" fmla="*/ 23 h 39"/>
                <a:gd name="T4" fmla="*/ 2946 w 158"/>
                <a:gd name="T5" fmla="*/ 446 h 39"/>
                <a:gd name="T6" fmla="*/ 1512 w 158"/>
                <a:gd name="T7" fmla="*/ 333 h 39"/>
                <a:gd name="T8" fmla="*/ 374 w 158"/>
                <a:gd name="T9" fmla="*/ 691 h 39"/>
                <a:gd name="T10" fmla="*/ 0 w 158"/>
                <a:gd name="T11" fmla="*/ 874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39">
                  <a:moveTo>
                    <a:pt x="13" y="1"/>
                  </a:moveTo>
                  <a:cubicBezTo>
                    <a:pt x="29" y="10"/>
                    <a:pt x="47" y="2"/>
                    <a:pt x="65" y="1"/>
                  </a:cubicBezTo>
                  <a:cubicBezTo>
                    <a:pt x="98" y="0"/>
                    <a:pt x="130" y="2"/>
                    <a:pt x="158" y="20"/>
                  </a:cubicBezTo>
                  <a:cubicBezTo>
                    <a:pt x="137" y="6"/>
                    <a:pt x="105" y="11"/>
                    <a:pt x="81" y="15"/>
                  </a:cubicBezTo>
                  <a:cubicBezTo>
                    <a:pt x="60" y="18"/>
                    <a:pt x="40" y="24"/>
                    <a:pt x="20" y="31"/>
                  </a:cubicBezTo>
                  <a:cubicBezTo>
                    <a:pt x="13" y="33"/>
                    <a:pt x="5" y="35"/>
                    <a:pt x="0" y="39"/>
                  </a:cubicBezTo>
                </a:path>
              </a:pathLst>
            </a:custGeom>
            <a:solidFill>
              <a:srgbClr val="F6AF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5" name="Freeform 74">
              <a:extLst>
                <a:ext uri="{FF2B5EF4-FFF2-40B4-BE49-F238E27FC236}">
                  <a16:creationId xmlns:a16="http://schemas.microsoft.com/office/drawing/2014/main" id="{79C8B311-20FF-4178-BD33-CEBED55D1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621"/>
              <a:ext cx="145" cy="116"/>
            </a:xfrm>
            <a:custGeom>
              <a:avLst/>
              <a:gdLst>
                <a:gd name="T0" fmla="*/ 625 w 55"/>
                <a:gd name="T1" fmla="*/ 0 h 41"/>
                <a:gd name="T2" fmla="*/ 786 w 55"/>
                <a:gd name="T3" fmla="*/ 337 h 41"/>
                <a:gd name="T4" fmla="*/ 200 w 55"/>
                <a:gd name="T5" fmla="*/ 818 h 41"/>
                <a:gd name="T6" fmla="*/ 0 w 55"/>
                <a:gd name="T7" fmla="*/ 792 h 41"/>
                <a:gd name="T8" fmla="*/ 424 w 55"/>
                <a:gd name="T9" fmla="*/ 928 h 41"/>
                <a:gd name="T10" fmla="*/ 1007 w 55"/>
                <a:gd name="T11" fmla="*/ 456 h 41"/>
                <a:gd name="T12" fmla="*/ 625 w 55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41">
                  <a:moveTo>
                    <a:pt x="34" y="0"/>
                  </a:moveTo>
                  <a:cubicBezTo>
                    <a:pt x="40" y="4"/>
                    <a:pt x="43" y="10"/>
                    <a:pt x="43" y="15"/>
                  </a:cubicBezTo>
                  <a:cubicBezTo>
                    <a:pt x="43" y="27"/>
                    <a:pt x="29" y="36"/>
                    <a:pt x="11" y="36"/>
                  </a:cubicBezTo>
                  <a:cubicBezTo>
                    <a:pt x="8" y="36"/>
                    <a:pt x="4" y="36"/>
                    <a:pt x="0" y="35"/>
                  </a:cubicBezTo>
                  <a:cubicBezTo>
                    <a:pt x="6" y="38"/>
                    <a:pt x="14" y="41"/>
                    <a:pt x="23" y="41"/>
                  </a:cubicBezTo>
                  <a:cubicBezTo>
                    <a:pt x="40" y="41"/>
                    <a:pt x="55" y="31"/>
                    <a:pt x="55" y="20"/>
                  </a:cubicBezTo>
                  <a:cubicBezTo>
                    <a:pt x="55" y="11"/>
                    <a:pt x="46" y="3"/>
                    <a:pt x="34" y="0"/>
                  </a:cubicBezTo>
                  <a:close/>
                </a:path>
              </a:pathLst>
            </a:custGeom>
            <a:solidFill>
              <a:srgbClr val="F6AF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6" name="Freeform 75">
              <a:extLst>
                <a:ext uri="{FF2B5EF4-FFF2-40B4-BE49-F238E27FC236}">
                  <a16:creationId xmlns:a16="http://schemas.microsoft.com/office/drawing/2014/main" id="{D3F21BEF-AA1A-4CAB-A4EF-CF620A9A0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310"/>
              <a:ext cx="368" cy="226"/>
            </a:xfrm>
            <a:custGeom>
              <a:avLst/>
              <a:gdLst>
                <a:gd name="T0" fmla="*/ 148 w 139"/>
                <a:gd name="T1" fmla="*/ 0 h 80"/>
                <a:gd name="T2" fmla="*/ 1025 w 139"/>
                <a:gd name="T3" fmla="*/ 1421 h 80"/>
                <a:gd name="T4" fmla="*/ 2446 w 139"/>
                <a:gd name="T5" fmla="*/ 1802 h 80"/>
                <a:gd name="T6" fmla="*/ 2579 w 139"/>
                <a:gd name="T7" fmla="*/ 0 h 80"/>
                <a:gd name="T8" fmla="*/ 148 w 139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80">
                  <a:moveTo>
                    <a:pt x="8" y="0"/>
                  </a:moveTo>
                  <a:cubicBezTo>
                    <a:pt x="0" y="26"/>
                    <a:pt x="27" y="50"/>
                    <a:pt x="55" y="63"/>
                  </a:cubicBezTo>
                  <a:cubicBezTo>
                    <a:pt x="75" y="72"/>
                    <a:pt x="115" y="65"/>
                    <a:pt x="132" y="80"/>
                  </a:cubicBezTo>
                  <a:cubicBezTo>
                    <a:pt x="122" y="56"/>
                    <a:pt x="129" y="24"/>
                    <a:pt x="139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DD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7" name="Freeform 76">
              <a:extLst>
                <a:ext uri="{FF2B5EF4-FFF2-40B4-BE49-F238E27FC236}">
                  <a16:creationId xmlns:a16="http://schemas.microsoft.com/office/drawing/2014/main" id="{0E2A77C2-B4E7-4E25-AD98-290C4B55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463"/>
              <a:ext cx="1294" cy="1227"/>
            </a:xfrm>
            <a:custGeom>
              <a:avLst/>
              <a:gdLst>
                <a:gd name="T0" fmla="*/ 5802 w 488"/>
                <a:gd name="T1" fmla="*/ 9808 h 434"/>
                <a:gd name="T2" fmla="*/ 9098 w 488"/>
                <a:gd name="T3" fmla="*/ 9808 h 434"/>
                <a:gd name="T4" fmla="*/ 9098 w 488"/>
                <a:gd name="T5" fmla="*/ 4515 h 434"/>
                <a:gd name="T6" fmla="*/ 6207 w 488"/>
                <a:gd name="T7" fmla="*/ 4292 h 434"/>
                <a:gd name="T8" fmla="*/ 4269 w 488"/>
                <a:gd name="T9" fmla="*/ 5787 h 434"/>
                <a:gd name="T10" fmla="*/ 3521 w 488"/>
                <a:gd name="T11" fmla="*/ 7481 h 434"/>
                <a:gd name="T12" fmla="*/ 3840 w 488"/>
                <a:gd name="T13" fmla="*/ 5963 h 434"/>
                <a:gd name="T14" fmla="*/ 3824 w 488"/>
                <a:gd name="T15" fmla="*/ 5131 h 434"/>
                <a:gd name="T16" fmla="*/ 2980 w 488"/>
                <a:gd name="T17" fmla="*/ 5555 h 434"/>
                <a:gd name="T18" fmla="*/ 3376 w 488"/>
                <a:gd name="T19" fmla="*/ 4340 h 434"/>
                <a:gd name="T20" fmla="*/ 3580 w 488"/>
                <a:gd name="T21" fmla="*/ 3460 h 434"/>
                <a:gd name="T22" fmla="*/ 3768 w 488"/>
                <a:gd name="T23" fmla="*/ 2621 h 434"/>
                <a:gd name="T24" fmla="*/ 3039 w 488"/>
                <a:gd name="T25" fmla="*/ 1894 h 434"/>
                <a:gd name="T26" fmla="*/ 1941 w 488"/>
                <a:gd name="T27" fmla="*/ 1063 h 434"/>
                <a:gd name="T28" fmla="*/ 392 w 488"/>
                <a:gd name="T29" fmla="*/ 455 h 434"/>
                <a:gd name="T30" fmla="*/ 0 w 488"/>
                <a:gd name="T31" fmla="*/ 0 h 434"/>
                <a:gd name="T32" fmla="*/ 0 w 488"/>
                <a:gd name="T33" fmla="*/ 2151 h 434"/>
                <a:gd name="T34" fmla="*/ 2440 w 488"/>
                <a:gd name="T35" fmla="*/ 1742 h 434"/>
                <a:gd name="T36" fmla="*/ 3185 w 488"/>
                <a:gd name="T37" fmla="*/ 3933 h 434"/>
                <a:gd name="T38" fmla="*/ 2371 w 488"/>
                <a:gd name="T39" fmla="*/ 6259 h 434"/>
                <a:gd name="T40" fmla="*/ 2755 w 488"/>
                <a:gd name="T41" fmla="*/ 7026 h 434"/>
                <a:gd name="T42" fmla="*/ 3543 w 488"/>
                <a:gd name="T43" fmla="*/ 6347 h 434"/>
                <a:gd name="T44" fmla="*/ 3466 w 488"/>
                <a:gd name="T45" fmla="*/ 6579 h 434"/>
                <a:gd name="T46" fmla="*/ 3206 w 488"/>
                <a:gd name="T47" fmla="*/ 7594 h 434"/>
                <a:gd name="T48" fmla="*/ 2946 w 488"/>
                <a:gd name="T49" fmla="*/ 7817 h 434"/>
                <a:gd name="T50" fmla="*/ 2482 w 488"/>
                <a:gd name="T51" fmla="*/ 8272 h 434"/>
                <a:gd name="T52" fmla="*/ 2869 w 488"/>
                <a:gd name="T53" fmla="*/ 9041 h 434"/>
                <a:gd name="T54" fmla="*/ 3768 w 488"/>
                <a:gd name="T55" fmla="*/ 9089 h 434"/>
                <a:gd name="T56" fmla="*/ 3805 w 488"/>
                <a:gd name="T57" fmla="*/ 8137 h 434"/>
                <a:gd name="T58" fmla="*/ 3712 w 488"/>
                <a:gd name="T59" fmla="*/ 7481 h 434"/>
                <a:gd name="T60" fmla="*/ 4211 w 488"/>
                <a:gd name="T61" fmla="*/ 6146 h 434"/>
                <a:gd name="T62" fmla="*/ 5913 w 488"/>
                <a:gd name="T63" fmla="*/ 5380 h 434"/>
                <a:gd name="T64" fmla="*/ 6751 w 488"/>
                <a:gd name="T65" fmla="*/ 6036 h 434"/>
                <a:gd name="T66" fmla="*/ 6953 w 488"/>
                <a:gd name="T67" fmla="*/ 7345 h 434"/>
                <a:gd name="T68" fmla="*/ 5802 w 488"/>
                <a:gd name="T69" fmla="*/ 9808 h 4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88" h="434">
                  <a:moveTo>
                    <a:pt x="311" y="434"/>
                  </a:moveTo>
                  <a:cubicBezTo>
                    <a:pt x="488" y="434"/>
                    <a:pt x="488" y="434"/>
                    <a:pt x="488" y="434"/>
                  </a:cubicBezTo>
                  <a:cubicBezTo>
                    <a:pt x="488" y="200"/>
                    <a:pt x="488" y="200"/>
                    <a:pt x="488" y="200"/>
                  </a:cubicBezTo>
                  <a:cubicBezTo>
                    <a:pt x="435" y="166"/>
                    <a:pt x="362" y="180"/>
                    <a:pt x="333" y="190"/>
                  </a:cubicBezTo>
                  <a:cubicBezTo>
                    <a:pt x="263" y="214"/>
                    <a:pt x="249" y="245"/>
                    <a:pt x="229" y="256"/>
                  </a:cubicBezTo>
                  <a:cubicBezTo>
                    <a:pt x="209" y="267"/>
                    <a:pt x="194" y="315"/>
                    <a:pt x="189" y="331"/>
                  </a:cubicBezTo>
                  <a:cubicBezTo>
                    <a:pt x="192" y="313"/>
                    <a:pt x="202" y="283"/>
                    <a:pt x="206" y="264"/>
                  </a:cubicBezTo>
                  <a:cubicBezTo>
                    <a:pt x="210" y="244"/>
                    <a:pt x="214" y="232"/>
                    <a:pt x="205" y="227"/>
                  </a:cubicBezTo>
                  <a:cubicBezTo>
                    <a:pt x="196" y="221"/>
                    <a:pt x="176" y="234"/>
                    <a:pt x="160" y="246"/>
                  </a:cubicBezTo>
                  <a:cubicBezTo>
                    <a:pt x="160" y="246"/>
                    <a:pt x="178" y="210"/>
                    <a:pt x="181" y="192"/>
                  </a:cubicBezTo>
                  <a:cubicBezTo>
                    <a:pt x="183" y="174"/>
                    <a:pt x="179" y="164"/>
                    <a:pt x="192" y="153"/>
                  </a:cubicBezTo>
                  <a:cubicBezTo>
                    <a:pt x="201" y="145"/>
                    <a:pt x="206" y="128"/>
                    <a:pt x="202" y="116"/>
                  </a:cubicBezTo>
                  <a:cubicBezTo>
                    <a:pt x="195" y="98"/>
                    <a:pt x="174" y="103"/>
                    <a:pt x="163" y="84"/>
                  </a:cubicBezTo>
                  <a:cubicBezTo>
                    <a:pt x="149" y="64"/>
                    <a:pt x="132" y="51"/>
                    <a:pt x="104" y="47"/>
                  </a:cubicBezTo>
                  <a:cubicBezTo>
                    <a:pt x="76" y="47"/>
                    <a:pt x="50" y="40"/>
                    <a:pt x="21" y="20"/>
                  </a:cubicBezTo>
                  <a:cubicBezTo>
                    <a:pt x="12" y="14"/>
                    <a:pt x="5" y="8"/>
                    <a:pt x="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74" y="108"/>
                    <a:pt x="96" y="47"/>
                    <a:pt x="131" y="77"/>
                  </a:cubicBezTo>
                  <a:cubicBezTo>
                    <a:pt x="148" y="96"/>
                    <a:pt x="178" y="119"/>
                    <a:pt x="171" y="174"/>
                  </a:cubicBezTo>
                  <a:cubicBezTo>
                    <a:pt x="164" y="229"/>
                    <a:pt x="137" y="268"/>
                    <a:pt x="127" y="277"/>
                  </a:cubicBezTo>
                  <a:cubicBezTo>
                    <a:pt x="117" y="287"/>
                    <a:pt x="123" y="312"/>
                    <a:pt x="148" y="311"/>
                  </a:cubicBezTo>
                  <a:cubicBezTo>
                    <a:pt x="169" y="310"/>
                    <a:pt x="182" y="294"/>
                    <a:pt x="190" y="281"/>
                  </a:cubicBezTo>
                  <a:cubicBezTo>
                    <a:pt x="189" y="285"/>
                    <a:pt x="188" y="288"/>
                    <a:pt x="186" y="291"/>
                  </a:cubicBezTo>
                  <a:cubicBezTo>
                    <a:pt x="181" y="306"/>
                    <a:pt x="175" y="325"/>
                    <a:pt x="172" y="336"/>
                  </a:cubicBezTo>
                  <a:cubicBezTo>
                    <a:pt x="171" y="343"/>
                    <a:pt x="163" y="345"/>
                    <a:pt x="158" y="346"/>
                  </a:cubicBezTo>
                  <a:cubicBezTo>
                    <a:pt x="148" y="347"/>
                    <a:pt x="137" y="354"/>
                    <a:pt x="133" y="366"/>
                  </a:cubicBezTo>
                  <a:cubicBezTo>
                    <a:pt x="125" y="384"/>
                    <a:pt x="145" y="400"/>
                    <a:pt x="154" y="400"/>
                  </a:cubicBezTo>
                  <a:cubicBezTo>
                    <a:pt x="156" y="407"/>
                    <a:pt x="173" y="423"/>
                    <a:pt x="202" y="402"/>
                  </a:cubicBezTo>
                  <a:cubicBezTo>
                    <a:pt x="212" y="393"/>
                    <a:pt x="210" y="375"/>
                    <a:pt x="204" y="360"/>
                  </a:cubicBezTo>
                  <a:cubicBezTo>
                    <a:pt x="202" y="356"/>
                    <a:pt x="197" y="339"/>
                    <a:pt x="199" y="331"/>
                  </a:cubicBezTo>
                  <a:cubicBezTo>
                    <a:pt x="203" y="312"/>
                    <a:pt x="214" y="281"/>
                    <a:pt x="226" y="272"/>
                  </a:cubicBezTo>
                  <a:cubicBezTo>
                    <a:pt x="241" y="264"/>
                    <a:pt x="283" y="247"/>
                    <a:pt x="317" y="238"/>
                  </a:cubicBezTo>
                  <a:cubicBezTo>
                    <a:pt x="350" y="229"/>
                    <a:pt x="352" y="251"/>
                    <a:pt x="362" y="267"/>
                  </a:cubicBezTo>
                  <a:cubicBezTo>
                    <a:pt x="370" y="281"/>
                    <a:pt x="373" y="303"/>
                    <a:pt x="373" y="325"/>
                  </a:cubicBezTo>
                  <a:cubicBezTo>
                    <a:pt x="376" y="348"/>
                    <a:pt x="318" y="357"/>
                    <a:pt x="311" y="434"/>
                  </a:cubicBezTo>
                  <a:close/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8" name="Freeform 77">
              <a:extLst>
                <a:ext uri="{FF2B5EF4-FFF2-40B4-BE49-F238E27FC236}">
                  <a16:creationId xmlns:a16="http://schemas.microsoft.com/office/drawing/2014/main" id="{DBE8D830-9B36-4372-B525-31BE1AA32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417"/>
              <a:ext cx="422" cy="272"/>
            </a:xfrm>
            <a:custGeom>
              <a:avLst/>
              <a:gdLst>
                <a:gd name="T0" fmla="*/ 1964 w 159"/>
                <a:gd name="T1" fmla="*/ 1230 h 96"/>
                <a:gd name="T2" fmla="*/ 1945 w 159"/>
                <a:gd name="T3" fmla="*/ 1230 h 96"/>
                <a:gd name="T4" fmla="*/ 1945 w 159"/>
                <a:gd name="T5" fmla="*/ 1230 h 96"/>
                <a:gd name="T6" fmla="*/ 486 w 159"/>
                <a:gd name="T7" fmla="*/ 657 h 96"/>
                <a:gd name="T8" fmla="*/ 0 w 159"/>
                <a:gd name="T9" fmla="*/ 0 h 96"/>
                <a:gd name="T10" fmla="*/ 0 w 159"/>
                <a:gd name="T11" fmla="*/ 363 h 96"/>
                <a:gd name="T12" fmla="*/ 395 w 159"/>
                <a:gd name="T13" fmla="*/ 819 h 96"/>
                <a:gd name="T14" fmla="*/ 1945 w 159"/>
                <a:gd name="T15" fmla="*/ 1437 h 96"/>
                <a:gd name="T16" fmla="*/ 2973 w 159"/>
                <a:gd name="T17" fmla="*/ 2185 h 96"/>
                <a:gd name="T18" fmla="*/ 1964 w 159"/>
                <a:gd name="T19" fmla="*/ 1230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9" h="96">
                  <a:moveTo>
                    <a:pt x="105" y="54"/>
                  </a:moveTo>
                  <a:cubicBezTo>
                    <a:pt x="104" y="54"/>
                    <a:pt x="104" y="54"/>
                    <a:pt x="104" y="54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75" y="54"/>
                    <a:pt x="51" y="46"/>
                    <a:pt x="26" y="29"/>
                  </a:cubicBezTo>
                  <a:cubicBezTo>
                    <a:pt x="14" y="20"/>
                    <a:pt x="5" y="10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5" y="24"/>
                    <a:pt x="12" y="30"/>
                    <a:pt x="21" y="36"/>
                  </a:cubicBezTo>
                  <a:cubicBezTo>
                    <a:pt x="50" y="56"/>
                    <a:pt x="76" y="63"/>
                    <a:pt x="104" y="63"/>
                  </a:cubicBezTo>
                  <a:cubicBezTo>
                    <a:pt x="129" y="67"/>
                    <a:pt x="146" y="78"/>
                    <a:pt x="159" y="96"/>
                  </a:cubicBezTo>
                  <a:cubicBezTo>
                    <a:pt x="144" y="73"/>
                    <a:pt x="132" y="58"/>
                    <a:pt x="105" y="54"/>
                  </a:cubicBezTo>
                  <a:close/>
                </a:path>
              </a:pathLst>
            </a:custGeom>
            <a:solidFill>
              <a:srgbClr val="F6AF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9" name="Oval 78">
              <a:extLst>
                <a:ext uri="{FF2B5EF4-FFF2-40B4-BE49-F238E27FC236}">
                  <a16:creationId xmlns:a16="http://schemas.microsoft.com/office/drawing/2014/main" id="{03EA2BE1-EFE9-4019-A0B5-B721DD820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9" y="2610"/>
              <a:ext cx="169" cy="118"/>
            </a:xfrm>
            <a:prstGeom prst="ellipse">
              <a:avLst/>
            </a:pr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650" name="Freeform 79">
              <a:extLst>
                <a:ext uri="{FF2B5EF4-FFF2-40B4-BE49-F238E27FC236}">
                  <a16:creationId xmlns:a16="http://schemas.microsoft.com/office/drawing/2014/main" id="{9186D3E4-A166-477C-B121-8B4133CCD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610"/>
              <a:ext cx="145" cy="110"/>
            </a:xfrm>
            <a:custGeom>
              <a:avLst/>
              <a:gdLst>
                <a:gd name="T0" fmla="*/ 145 w 55"/>
                <a:gd name="T1" fmla="*/ 564 h 39"/>
                <a:gd name="T2" fmla="*/ 730 w 55"/>
                <a:gd name="T3" fmla="*/ 87 h 39"/>
                <a:gd name="T4" fmla="*/ 1007 w 55"/>
                <a:gd name="T5" fmla="*/ 158 h 39"/>
                <a:gd name="T6" fmla="*/ 583 w 55"/>
                <a:gd name="T7" fmla="*/ 0 h 39"/>
                <a:gd name="T8" fmla="*/ 0 w 55"/>
                <a:gd name="T9" fmla="*/ 468 h 39"/>
                <a:gd name="T10" fmla="*/ 293 w 55"/>
                <a:gd name="T11" fmla="*/ 874 h 39"/>
                <a:gd name="T12" fmla="*/ 145 w 55"/>
                <a:gd name="T13" fmla="*/ 564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9">
                  <a:moveTo>
                    <a:pt x="8" y="25"/>
                  </a:moveTo>
                  <a:cubicBezTo>
                    <a:pt x="8" y="13"/>
                    <a:pt x="22" y="4"/>
                    <a:pt x="40" y="4"/>
                  </a:cubicBezTo>
                  <a:cubicBezTo>
                    <a:pt x="45" y="4"/>
                    <a:pt x="51" y="5"/>
                    <a:pt x="55" y="7"/>
                  </a:cubicBezTo>
                  <a:cubicBezTo>
                    <a:pt x="49" y="3"/>
                    <a:pt x="41" y="0"/>
                    <a:pt x="32" y="0"/>
                  </a:cubicBezTo>
                  <a:cubicBezTo>
                    <a:pt x="14" y="0"/>
                    <a:pt x="0" y="9"/>
                    <a:pt x="0" y="21"/>
                  </a:cubicBezTo>
                  <a:cubicBezTo>
                    <a:pt x="0" y="29"/>
                    <a:pt x="7" y="35"/>
                    <a:pt x="16" y="39"/>
                  </a:cubicBezTo>
                  <a:cubicBezTo>
                    <a:pt x="11" y="35"/>
                    <a:pt x="8" y="30"/>
                    <a:pt x="8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1" name="Freeform 80">
              <a:extLst>
                <a:ext uri="{FF2B5EF4-FFF2-40B4-BE49-F238E27FC236}">
                  <a16:creationId xmlns:a16="http://schemas.microsoft.com/office/drawing/2014/main" id="{57D11D57-ABA0-47AB-A884-33515B261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310"/>
              <a:ext cx="197" cy="280"/>
            </a:xfrm>
            <a:custGeom>
              <a:avLst/>
              <a:gdLst>
                <a:gd name="T0" fmla="*/ 418 w 74"/>
                <a:gd name="T1" fmla="*/ 0 h 99"/>
                <a:gd name="T2" fmla="*/ 0 w 74"/>
                <a:gd name="T3" fmla="*/ 1536 h 99"/>
                <a:gd name="T4" fmla="*/ 588 w 74"/>
                <a:gd name="T5" fmla="*/ 1584 h 99"/>
                <a:gd name="T6" fmla="*/ 1395 w 74"/>
                <a:gd name="T7" fmla="*/ 0 h 99"/>
                <a:gd name="T8" fmla="*/ 418 w 74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9">
                  <a:moveTo>
                    <a:pt x="22" y="0"/>
                  </a:moveTo>
                  <a:cubicBezTo>
                    <a:pt x="9" y="20"/>
                    <a:pt x="1" y="43"/>
                    <a:pt x="0" y="68"/>
                  </a:cubicBezTo>
                  <a:cubicBezTo>
                    <a:pt x="0" y="97"/>
                    <a:pt x="18" y="99"/>
                    <a:pt x="31" y="70"/>
                  </a:cubicBezTo>
                  <a:cubicBezTo>
                    <a:pt x="40" y="47"/>
                    <a:pt x="55" y="22"/>
                    <a:pt x="74" y="0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FCD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2" name="Freeform 81">
              <a:extLst>
                <a:ext uri="{FF2B5EF4-FFF2-40B4-BE49-F238E27FC236}">
                  <a16:creationId xmlns:a16="http://schemas.microsoft.com/office/drawing/2014/main" id="{84470860-4551-4635-BD19-C8C43F8D6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110"/>
              <a:ext cx="997" cy="580"/>
            </a:xfrm>
            <a:custGeom>
              <a:avLst/>
              <a:gdLst>
                <a:gd name="T0" fmla="*/ 6751 w 376"/>
                <a:gd name="T1" fmla="*/ 866 h 205"/>
                <a:gd name="T2" fmla="*/ 5913 w 376"/>
                <a:gd name="T3" fmla="*/ 201 h 205"/>
                <a:gd name="T4" fmla="*/ 4211 w 376"/>
                <a:gd name="T5" fmla="*/ 976 h 205"/>
                <a:gd name="T6" fmla="*/ 3712 w 376"/>
                <a:gd name="T7" fmla="*/ 2314 h 205"/>
                <a:gd name="T8" fmla="*/ 3805 w 376"/>
                <a:gd name="T9" fmla="*/ 2971 h 205"/>
                <a:gd name="T10" fmla="*/ 3768 w 376"/>
                <a:gd name="T11" fmla="*/ 3916 h 205"/>
                <a:gd name="T12" fmla="*/ 2869 w 376"/>
                <a:gd name="T13" fmla="*/ 3873 h 205"/>
                <a:gd name="T14" fmla="*/ 2482 w 376"/>
                <a:gd name="T15" fmla="*/ 3107 h 205"/>
                <a:gd name="T16" fmla="*/ 2946 w 376"/>
                <a:gd name="T17" fmla="*/ 2648 h 205"/>
                <a:gd name="T18" fmla="*/ 3206 w 376"/>
                <a:gd name="T19" fmla="*/ 2425 h 205"/>
                <a:gd name="T20" fmla="*/ 3466 w 376"/>
                <a:gd name="T21" fmla="*/ 1400 h 205"/>
                <a:gd name="T22" fmla="*/ 3543 w 376"/>
                <a:gd name="T23" fmla="*/ 1177 h 205"/>
                <a:gd name="T24" fmla="*/ 2755 w 376"/>
                <a:gd name="T25" fmla="*/ 1856 h 205"/>
                <a:gd name="T26" fmla="*/ 2371 w 376"/>
                <a:gd name="T27" fmla="*/ 1089 h 205"/>
                <a:gd name="T28" fmla="*/ 2439 w 376"/>
                <a:gd name="T29" fmla="*/ 993 h 205"/>
                <a:gd name="T30" fmla="*/ 0 w 376"/>
                <a:gd name="T31" fmla="*/ 1720 h 205"/>
                <a:gd name="T32" fmla="*/ 0 w 376"/>
                <a:gd name="T33" fmla="*/ 4643 h 205"/>
                <a:gd name="T34" fmla="*/ 5802 w 376"/>
                <a:gd name="T35" fmla="*/ 4643 h 205"/>
                <a:gd name="T36" fmla="*/ 6952 w 376"/>
                <a:gd name="T37" fmla="*/ 2179 h 205"/>
                <a:gd name="T38" fmla="*/ 6751 w 376"/>
                <a:gd name="T39" fmla="*/ 866 h 20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6" h="205">
                  <a:moveTo>
                    <a:pt x="362" y="38"/>
                  </a:moveTo>
                  <a:cubicBezTo>
                    <a:pt x="352" y="22"/>
                    <a:pt x="350" y="0"/>
                    <a:pt x="317" y="9"/>
                  </a:cubicBezTo>
                  <a:cubicBezTo>
                    <a:pt x="283" y="18"/>
                    <a:pt x="241" y="35"/>
                    <a:pt x="226" y="43"/>
                  </a:cubicBezTo>
                  <a:cubicBezTo>
                    <a:pt x="214" y="52"/>
                    <a:pt x="203" y="83"/>
                    <a:pt x="199" y="102"/>
                  </a:cubicBezTo>
                  <a:cubicBezTo>
                    <a:pt x="197" y="110"/>
                    <a:pt x="202" y="127"/>
                    <a:pt x="204" y="131"/>
                  </a:cubicBezTo>
                  <a:cubicBezTo>
                    <a:pt x="210" y="146"/>
                    <a:pt x="212" y="164"/>
                    <a:pt x="202" y="173"/>
                  </a:cubicBezTo>
                  <a:cubicBezTo>
                    <a:pt x="173" y="194"/>
                    <a:pt x="156" y="178"/>
                    <a:pt x="154" y="171"/>
                  </a:cubicBezTo>
                  <a:cubicBezTo>
                    <a:pt x="145" y="171"/>
                    <a:pt x="125" y="155"/>
                    <a:pt x="133" y="137"/>
                  </a:cubicBezTo>
                  <a:cubicBezTo>
                    <a:pt x="137" y="125"/>
                    <a:pt x="148" y="118"/>
                    <a:pt x="158" y="117"/>
                  </a:cubicBezTo>
                  <a:cubicBezTo>
                    <a:pt x="163" y="116"/>
                    <a:pt x="171" y="114"/>
                    <a:pt x="172" y="107"/>
                  </a:cubicBezTo>
                  <a:cubicBezTo>
                    <a:pt x="175" y="96"/>
                    <a:pt x="181" y="77"/>
                    <a:pt x="186" y="62"/>
                  </a:cubicBezTo>
                  <a:cubicBezTo>
                    <a:pt x="188" y="59"/>
                    <a:pt x="189" y="56"/>
                    <a:pt x="190" y="52"/>
                  </a:cubicBezTo>
                  <a:cubicBezTo>
                    <a:pt x="182" y="65"/>
                    <a:pt x="169" y="81"/>
                    <a:pt x="148" y="82"/>
                  </a:cubicBezTo>
                  <a:cubicBezTo>
                    <a:pt x="123" y="83"/>
                    <a:pt x="117" y="58"/>
                    <a:pt x="127" y="48"/>
                  </a:cubicBezTo>
                  <a:cubicBezTo>
                    <a:pt x="128" y="47"/>
                    <a:pt x="129" y="46"/>
                    <a:pt x="131" y="44"/>
                  </a:cubicBezTo>
                  <a:cubicBezTo>
                    <a:pt x="96" y="64"/>
                    <a:pt x="50" y="73"/>
                    <a:pt x="0" y="7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311" y="205"/>
                    <a:pt x="311" y="205"/>
                    <a:pt x="311" y="205"/>
                  </a:cubicBezTo>
                  <a:cubicBezTo>
                    <a:pt x="318" y="128"/>
                    <a:pt x="376" y="119"/>
                    <a:pt x="373" y="96"/>
                  </a:cubicBezTo>
                  <a:cubicBezTo>
                    <a:pt x="373" y="74"/>
                    <a:pt x="370" y="52"/>
                    <a:pt x="362" y="38"/>
                  </a:cubicBezTo>
                  <a:close/>
                </a:path>
              </a:pathLst>
            </a:custGeom>
            <a:solidFill>
              <a:srgbClr val="C7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3" name="Freeform 82">
              <a:extLst>
                <a:ext uri="{FF2B5EF4-FFF2-40B4-BE49-F238E27FC236}">
                  <a16:creationId xmlns:a16="http://schemas.microsoft.com/office/drawing/2014/main" id="{7AAB3232-24FE-4E48-9AC0-69761D9E2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110"/>
              <a:ext cx="997" cy="580"/>
            </a:xfrm>
            <a:custGeom>
              <a:avLst/>
              <a:gdLst>
                <a:gd name="T0" fmla="*/ 6751 w 376"/>
                <a:gd name="T1" fmla="*/ 866 h 205"/>
                <a:gd name="T2" fmla="*/ 5913 w 376"/>
                <a:gd name="T3" fmla="*/ 201 h 205"/>
                <a:gd name="T4" fmla="*/ 4752 w 376"/>
                <a:gd name="T5" fmla="*/ 679 h 205"/>
                <a:gd name="T6" fmla="*/ 4662 w 376"/>
                <a:gd name="T7" fmla="*/ 1064 h 205"/>
                <a:gd name="T8" fmla="*/ 4121 w 376"/>
                <a:gd name="T9" fmla="*/ 1089 h 205"/>
                <a:gd name="T10" fmla="*/ 3712 w 376"/>
                <a:gd name="T11" fmla="*/ 2314 h 205"/>
                <a:gd name="T12" fmla="*/ 3805 w 376"/>
                <a:gd name="T13" fmla="*/ 2971 h 205"/>
                <a:gd name="T14" fmla="*/ 3768 w 376"/>
                <a:gd name="T15" fmla="*/ 3916 h 205"/>
                <a:gd name="T16" fmla="*/ 2869 w 376"/>
                <a:gd name="T17" fmla="*/ 3873 h 205"/>
                <a:gd name="T18" fmla="*/ 2482 w 376"/>
                <a:gd name="T19" fmla="*/ 3107 h 205"/>
                <a:gd name="T20" fmla="*/ 2946 w 376"/>
                <a:gd name="T21" fmla="*/ 2648 h 205"/>
                <a:gd name="T22" fmla="*/ 3206 w 376"/>
                <a:gd name="T23" fmla="*/ 2425 h 205"/>
                <a:gd name="T24" fmla="*/ 3354 w 376"/>
                <a:gd name="T25" fmla="*/ 1833 h 205"/>
                <a:gd name="T26" fmla="*/ 3299 w 376"/>
                <a:gd name="T27" fmla="*/ 1658 h 205"/>
                <a:gd name="T28" fmla="*/ 3240 w 376"/>
                <a:gd name="T29" fmla="*/ 1610 h 205"/>
                <a:gd name="T30" fmla="*/ 2755 w 376"/>
                <a:gd name="T31" fmla="*/ 1856 h 205"/>
                <a:gd name="T32" fmla="*/ 2291 w 376"/>
                <a:gd name="T33" fmla="*/ 1248 h 205"/>
                <a:gd name="T34" fmla="*/ 2052 w 376"/>
                <a:gd name="T35" fmla="*/ 1361 h 205"/>
                <a:gd name="T36" fmla="*/ 1252 w 376"/>
                <a:gd name="T37" fmla="*/ 1536 h 205"/>
                <a:gd name="T38" fmla="*/ 668 w 376"/>
                <a:gd name="T39" fmla="*/ 1632 h 205"/>
                <a:gd name="T40" fmla="*/ 0 w 376"/>
                <a:gd name="T41" fmla="*/ 1720 h 205"/>
                <a:gd name="T42" fmla="*/ 0 w 376"/>
                <a:gd name="T43" fmla="*/ 2787 h 205"/>
                <a:gd name="T44" fmla="*/ 1792 w 376"/>
                <a:gd name="T45" fmla="*/ 2560 h 205"/>
                <a:gd name="T46" fmla="*/ 2222 w 376"/>
                <a:gd name="T47" fmla="*/ 2875 h 205"/>
                <a:gd name="T48" fmla="*/ 2349 w 376"/>
                <a:gd name="T49" fmla="*/ 3777 h 205"/>
                <a:gd name="T50" fmla="*/ 3521 w 376"/>
                <a:gd name="T51" fmla="*/ 4442 h 205"/>
                <a:gd name="T52" fmla="*/ 3916 w 376"/>
                <a:gd name="T53" fmla="*/ 2017 h 205"/>
                <a:gd name="T54" fmla="*/ 4696 w 376"/>
                <a:gd name="T55" fmla="*/ 1856 h 205"/>
                <a:gd name="T56" fmla="*/ 5237 w 376"/>
                <a:gd name="T57" fmla="*/ 1177 h 205"/>
                <a:gd name="T58" fmla="*/ 5484 w 376"/>
                <a:gd name="T59" fmla="*/ 727 h 205"/>
                <a:gd name="T60" fmla="*/ 6412 w 376"/>
                <a:gd name="T61" fmla="*/ 1522 h 205"/>
                <a:gd name="T62" fmla="*/ 6096 w 376"/>
                <a:gd name="T63" fmla="*/ 2835 h 205"/>
                <a:gd name="T64" fmla="*/ 5780 w 376"/>
                <a:gd name="T65" fmla="*/ 4643 h 205"/>
                <a:gd name="T66" fmla="*/ 5802 w 376"/>
                <a:gd name="T67" fmla="*/ 4643 h 205"/>
                <a:gd name="T68" fmla="*/ 6952 w 376"/>
                <a:gd name="T69" fmla="*/ 2179 h 205"/>
                <a:gd name="T70" fmla="*/ 6751 w 376"/>
                <a:gd name="T71" fmla="*/ 866 h 20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76" h="205">
                  <a:moveTo>
                    <a:pt x="362" y="38"/>
                  </a:moveTo>
                  <a:cubicBezTo>
                    <a:pt x="352" y="22"/>
                    <a:pt x="350" y="0"/>
                    <a:pt x="317" y="9"/>
                  </a:cubicBezTo>
                  <a:cubicBezTo>
                    <a:pt x="297" y="15"/>
                    <a:pt x="274" y="23"/>
                    <a:pt x="255" y="30"/>
                  </a:cubicBezTo>
                  <a:cubicBezTo>
                    <a:pt x="254" y="36"/>
                    <a:pt x="253" y="42"/>
                    <a:pt x="250" y="47"/>
                  </a:cubicBezTo>
                  <a:cubicBezTo>
                    <a:pt x="242" y="60"/>
                    <a:pt x="231" y="54"/>
                    <a:pt x="221" y="48"/>
                  </a:cubicBezTo>
                  <a:cubicBezTo>
                    <a:pt x="211" y="61"/>
                    <a:pt x="203" y="85"/>
                    <a:pt x="199" y="102"/>
                  </a:cubicBezTo>
                  <a:cubicBezTo>
                    <a:pt x="197" y="110"/>
                    <a:pt x="202" y="127"/>
                    <a:pt x="204" y="131"/>
                  </a:cubicBezTo>
                  <a:cubicBezTo>
                    <a:pt x="210" y="146"/>
                    <a:pt x="212" y="164"/>
                    <a:pt x="202" y="173"/>
                  </a:cubicBezTo>
                  <a:cubicBezTo>
                    <a:pt x="173" y="194"/>
                    <a:pt x="156" y="178"/>
                    <a:pt x="154" y="171"/>
                  </a:cubicBezTo>
                  <a:cubicBezTo>
                    <a:pt x="145" y="171"/>
                    <a:pt x="125" y="155"/>
                    <a:pt x="133" y="137"/>
                  </a:cubicBezTo>
                  <a:cubicBezTo>
                    <a:pt x="137" y="125"/>
                    <a:pt x="148" y="118"/>
                    <a:pt x="158" y="117"/>
                  </a:cubicBezTo>
                  <a:cubicBezTo>
                    <a:pt x="163" y="116"/>
                    <a:pt x="171" y="114"/>
                    <a:pt x="172" y="107"/>
                  </a:cubicBezTo>
                  <a:cubicBezTo>
                    <a:pt x="174" y="100"/>
                    <a:pt x="177" y="91"/>
                    <a:pt x="180" y="81"/>
                  </a:cubicBezTo>
                  <a:cubicBezTo>
                    <a:pt x="180" y="78"/>
                    <a:pt x="179" y="75"/>
                    <a:pt x="177" y="73"/>
                  </a:cubicBezTo>
                  <a:cubicBezTo>
                    <a:pt x="176" y="73"/>
                    <a:pt x="175" y="72"/>
                    <a:pt x="174" y="71"/>
                  </a:cubicBezTo>
                  <a:cubicBezTo>
                    <a:pt x="167" y="77"/>
                    <a:pt x="158" y="82"/>
                    <a:pt x="148" y="82"/>
                  </a:cubicBezTo>
                  <a:cubicBezTo>
                    <a:pt x="127" y="83"/>
                    <a:pt x="119" y="66"/>
                    <a:pt x="123" y="55"/>
                  </a:cubicBezTo>
                  <a:cubicBezTo>
                    <a:pt x="119" y="57"/>
                    <a:pt x="115" y="59"/>
                    <a:pt x="110" y="60"/>
                  </a:cubicBezTo>
                  <a:cubicBezTo>
                    <a:pt x="97" y="64"/>
                    <a:pt x="81" y="65"/>
                    <a:pt x="67" y="68"/>
                  </a:cubicBezTo>
                  <a:cubicBezTo>
                    <a:pt x="57" y="71"/>
                    <a:pt x="46" y="72"/>
                    <a:pt x="36" y="72"/>
                  </a:cubicBezTo>
                  <a:cubicBezTo>
                    <a:pt x="24" y="74"/>
                    <a:pt x="12" y="75"/>
                    <a:pt x="0" y="76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32" y="122"/>
                    <a:pt x="65" y="119"/>
                    <a:pt x="96" y="113"/>
                  </a:cubicBezTo>
                  <a:cubicBezTo>
                    <a:pt x="113" y="109"/>
                    <a:pt x="124" y="104"/>
                    <a:pt x="119" y="127"/>
                  </a:cubicBezTo>
                  <a:cubicBezTo>
                    <a:pt x="116" y="142"/>
                    <a:pt x="118" y="153"/>
                    <a:pt x="126" y="167"/>
                  </a:cubicBezTo>
                  <a:cubicBezTo>
                    <a:pt x="138" y="190"/>
                    <a:pt x="165" y="201"/>
                    <a:pt x="189" y="196"/>
                  </a:cubicBezTo>
                  <a:cubicBezTo>
                    <a:pt x="249" y="185"/>
                    <a:pt x="207" y="119"/>
                    <a:pt x="210" y="89"/>
                  </a:cubicBezTo>
                  <a:cubicBezTo>
                    <a:pt x="211" y="67"/>
                    <a:pt x="235" y="85"/>
                    <a:pt x="252" y="82"/>
                  </a:cubicBezTo>
                  <a:cubicBezTo>
                    <a:pt x="264" y="80"/>
                    <a:pt x="275" y="64"/>
                    <a:pt x="281" y="52"/>
                  </a:cubicBezTo>
                  <a:cubicBezTo>
                    <a:pt x="284" y="45"/>
                    <a:pt x="286" y="37"/>
                    <a:pt x="294" y="32"/>
                  </a:cubicBezTo>
                  <a:cubicBezTo>
                    <a:pt x="316" y="19"/>
                    <a:pt x="339" y="47"/>
                    <a:pt x="344" y="67"/>
                  </a:cubicBezTo>
                  <a:cubicBezTo>
                    <a:pt x="349" y="88"/>
                    <a:pt x="335" y="107"/>
                    <a:pt x="327" y="125"/>
                  </a:cubicBezTo>
                  <a:cubicBezTo>
                    <a:pt x="316" y="149"/>
                    <a:pt x="311" y="177"/>
                    <a:pt x="310" y="205"/>
                  </a:cubicBezTo>
                  <a:cubicBezTo>
                    <a:pt x="311" y="205"/>
                    <a:pt x="311" y="205"/>
                    <a:pt x="311" y="205"/>
                  </a:cubicBezTo>
                  <a:cubicBezTo>
                    <a:pt x="318" y="128"/>
                    <a:pt x="376" y="119"/>
                    <a:pt x="373" y="96"/>
                  </a:cubicBezTo>
                  <a:cubicBezTo>
                    <a:pt x="373" y="74"/>
                    <a:pt x="370" y="52"/>
                    <a:pt x="362" y="38"/>
                  </a:cubicBezTo>
                  <a:close/>
                </a:path>
              </a:pathLst>
            </a:custGeom>
            <a:solidFill>
              <a:srgbClr val="B6B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4" name="Freeform 83">
              <a:extLst>
                <a:ext uri="{FF2B5EF4-FFF2-40B4-BE49-F238E27FC236}">
                  <a16:creationId xmlns:a16="http://schemas.microsoft.com/office/drawing/2014/main" id="{7A4B011D-61A5-4D08-8A8A-C16EDDDF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275"/>
              <a:ext cx="43" cy="124"/>
            </a:xfrm>
            <a:custGeom>
              <a:avLst/>
              <a:gdLst>
                <a:gd name="T0" fmla="*/ 312 w 16"/>
                <a:gd name="T1" fmla="*/ 0 h 44"/>
                <a:gd name="T2" fmla="*/ 0 w 16"/>
                <a:gd name="T3" fmla="*/ 984 h 44"/>
                <a:gd name="T4" fmla="*/ 218 w 16"/>
                <a:gd name="T5" fmla="*/ 0 h 44"/>
                <a:gd name="T6" fmla="*/ 312 w 1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4">
                  <a:moveTo>
                    <a:pt x="16" y="0"/>
                  </a:moveTo>
                  <a:cubicBezTo>
                    <a:pt x="8" y="17"/>
                    <a:pt x="3" y="35"/>
                    <a:pt x="0" y="44"/>
                  </a:cubicBezTo>
                  <a:cubicBezTo>
                    <a:pt x="2" y="33"/>
                    <a:pt x="7" y="16"/>
                    <a:pt x="11" y="0"/>
                  </a:cubicBezTo>
                  <a:cubicBezTo>
                    <a:pt x="13" y="0"/>
                    <a:pt x="15" y="0"/>
                    <a:pt x="16" y="0"/>
                  </a:cubicBezTo>
                  <a:close/>
                </a:path>
              </a:pathLst>
            </a:custGeom>
            <a:solidFill>
              <a:srgbClr val="867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5" name="Freeform 84">
              <a:extLst>
                <a:ext uri="{FF2B5EF4-FFF2-40B4-BE49-F238E27FC236}">
                  <a16:creationId xmlns:a16="http://schemas.microsoft.com/office/drawing/2014/main" id="{4D68DAF9-1D92-4C41-83E9-B3F404E06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277"/>
              <a:ext cx="270" cy="382"/>
            </a:xfrm>
            <a:custGeom>
              <a:avLst/>
              <a:gdLst>
                <a:gd name="T0" fmla="*/ 0 w 102"/>
                <a:gd name="T1" fmla="*/ 905 h 135"/>
                <a:gd name="T2" fmla="*/ 498 w 102"/>
                <a:gd name="T3" fmla="*/ 521 h 135"/>
                <a:gd name="T4" fmla="*/ 540 w 102"/>
                <a:gd name="T5" fmla="*/ 521 h 135"/>
                <a:gd name="T6" fmla="*/ 1204 w 102"/>
                <a:gd name="T7" fmla="*/ 48 h 135"/>
                <a:gd name="T8" fmla="*/ 1260 w 102"/>
                <a:gd name="T9" fmla="*/ 48 h 135"/>
                <a:gd name="T10" fmla="*/ 1241 w 102"/>
                <a:gd name="T11" fmla="*/ 65 h 135"/>
                <a:gd name="T12" fmla="*/ 982 w 102"/>
                <a:gd name="T13" fmla="*/ 1089 h 135"/>
                <a:gd name="T14" fmla="*/ 723 w 102"/>
                <a:gd name="T15" fmla="*/ 1313 h 135"/>
                <a:gd name="T16" fmla="*/ 259 w 102"/>
                <a:gd name="T17" fmla="*/ 1769 h 135"/>
                <a:gd name="T18" fmla="*/ 651 w 102"/>
                <a:gd name="T19" fmla="*/ 2538 h 135"/>
                <a:gd name="T20" fmla="*/ 1541 w 102"/>
                <a:gd name="T21" fmla="*/ 2586 h 135"/>
                <a:gd name="T22" fmla="*/ 1578 w 102"/>
                <a:gd name="T23" fmla="*/ 1633 h 135"/>
                <a:gd name="T24" fmla="*/ 1485 w 102"/>
                <a:gd name="T25" fmla="*/ 976 h 135"/>
                <a:gd name="T26" fmla="*/ 1758 w 102"/>
                <a:gd name="T27" fmla="*/ 0 h 135"/>
                <a:gd name="T28" fmla="*/ 1856 w 102"/>
                <a:gd name="T29" fmla="*/ 320 h 135"/>
                <a:gd name="T30" fmla="*/ 1723 w 102"/>
                <a:gd name="T31" fmla="*/ 1522 h 135"/>
                <a:gd name="T32" fmla="*/ 1758 w 102"/>
                <a:gd name="T33" fmla="*/ 2450 h 135"/>
                <a:gd name="T34" fmla="*/ 651 w 102"/>
                <a:gd name="T35" fmla="*/ 2810 h 135"/>
                <a:gd name="T36" fmla="*/ 77 w 102"/>
                <a:gd name="T37" fmla="*/ 1794 h 135"/>
                <a:gd name="T38" fmla="*/ 484 w 102"/>
                <a:gd name="T39" fmla="*/ 1089 h 135"/>
                <a:gd name="T40" fmla="*/ 0 w 102"/>
                <a:gd name="T41" fmla="*/ 905 h 1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2" h="135">
                  <a:moveTo>
                    <a:pt x="0" y="40"/>
                  </a:moveTo>
                  <a:cubicBezTo>
                    <a:pt x="27" y="23"/>
                    <a:pt x="27" y="23"/>
                    <a:pt x="27" y="23"/>
                  </a:cubicBezTo>
                  <a:cubicBezTo>
                    <a:pt x="27" y="23"/>
                    <a:pt x="28" y="23"/>
                    <a:pt x="29" y="23"/>
                  </a:cubicBezTo>
                  <a:cubicBezTo>
                    <a:pt x="45" y="23"/>
                    <a:pt x="57" y="12"/>
                    <a:pt x="65" y="2"/>
                  </a:cubicBezTo>
                  <a:cubicBezTo>
                    <a:pt x="66" y="2"/>
                    <a:pt x="67" y="2"/>
                    <a:pt x="68" y="2"/>
                  </a:cubicBezTo>
                  <a:cubicBezTo>
                    <a:pt x="68" y="2"/>
                    <a:pt x="68" y="2"/>
                    <a:pt x="67" y="3"/>
                  </a:cubicBezTo>
                  <a:cubicBezTo>
                    <a:pt x="62" y="18"/>
                    <a:pt x="56" y="37"/>
                    <a:pt x="53" y="48"/>
                  </a:cubicBezTo>
                  <a:cubicBezTo>
                    <a:pt x="52" y="55"/>
                    <a:pt x="44" y="57"/>
                    <a:pt x="39" y="58"/>
                  </a:cubicBezTo>
                  <a:cubicBezTo>
                    <a:pt x="29" y="59"/>
                    <a:pt x="18" y="66"/>
                    <a:pt x="14" y="78"/>
                  </a:cubicBezTo>
                  <a:cubicBezTo>
                    <a:pt x="6" y="96"/>
                    <a:pt x="26" y="112"/>
                    <a:pt x="35" y="112"/>
                  </a:cubicBezTo>
                  <a:cubicBezTo>
                    <a:pt x="37" y="119"/>
                    <a:pt x="54" y="135"/>
                    <a:pt x="83" y="114"/>
                  </a:cubicBezTo>
                  <a:cubicBezTo>
                    <a:pt x="93" y="105"/>
                    <a:pt x="91" y="87"/>
                    <a:pt x="85" y="72"/>
                  </a:cubicBezTo>
                  <a:cubicBezTo>
                    <a:pt x="83" y="68"/>
                    <a:pt x="78" y="51"/>
                    <a:pt x="80" y="43"/>
                  </a:cubicBezTo>
                  <a:cubicBezTo>
                    <a:pt x="83" y="31"/>
                    <a:pt x="88" y="13"/>
                    <a:pt x="95" y="0"/>
                  </a:cubicBezTo>
                  <a:cubicBezTo>
                    <a:pt x="102" y="3"/>
                    <a:pt x="102" y="6"/>
                    <a:pt x="100" y="14"/>
                  </a:cubicBezTo>
                  <a:cubicBezTo>
                    <a:pt x="94" y="33"/>
                    <a:pt x="89" y="47"/>
                    <a:pt x="93" y="67"/>
                  </a:cubicBezTo>
                  <a:cubicBezTo>
                    <a:pt x="95" y="80"/>
                    <a:pt x="100" y="95"/>
                    <a:pt x="95" y="108"/>
                  </a:cubicBezTo>
                  <a:cubicBezTo>
                    <a:pt x="87" y="130"/>
                    <a:pt x="52" y="133"/>
                    <a:pt x="35" y="124"/>
                  </a:cubicBezTo>
                  <a:cubicBezTo>
                    <a:pt x="17" y="113"/>
                    <a:pt x="0" y="102"/>
                    <a:pt x="4" y="79"/>
                  </a:cubicBezTo>
                  <a:cubicBezTo>
                    <a:pt x="6" y="65"/>
                    <a:pt x="17" y="58"/>
                    <a:pt x="26" y="48"/>
                  </a:cubicBezTo>
                  <a:cubicBezTo>
                    <a:pt x="39" y="34"/>
                    <a:pt x="9" y="40"/>
                    <a:pt x="0" y="40"/>
                  </a:cubicBezTo>
                  <a:close/>
                </a:path>
              </a:pathLst>
            </a:custGeom>
            <a:solidFill>
              <a:srgbClr val="867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6" name="Freeform 85">
              <a:extLst>
                <a:ext uri="{FF2B5EF4-FFF2-40B4-BE49-F238E27FC236}">
                  <a16:creationId xmlns:a16="http://schemas.microsoft.com/office/drawing/2014/main" id="{9C675C15-40DE-4E26-B11A-E145E0E3B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110"/>
              <a:ext cx="464" cy="340"/>
            </a:xfrm>
            <a:custGeom>
              <a:avLst/>
              <a:gdLst>
                <a:gd name="T0" fmla="*/ 970 w 175"/>
                <a:gd name="T1" fmla="*/ 1686 h 120"/>
                <a:gd name="T2" fmla="*/ 294 w 175"/>
                <a:gd name="T3" fmla="*/ 1638 h 120"/>
                <a:gd name="T4" fmla="*/ 0 w 175"/>
                <a:gd name="T5" fmla="*/ 2544 h 120"/>
                <a:gd name="T6" fmla="*/ 0 w 175"/>
                <a:gd name="T7" fmla="*/ 2321 h 120"/>
                <a:gd name="T8" fmla="*/ 506 w 175"/>
                <a:gd name="T9" fmla="*/ 980 h 120"/>
                <a:gd name="T10" fmla="*/ 2201 w 175"/>
                <a:gd name="T11" fmla="*/ 210 h 120"/>
                <a:gd name="T12" fmla="*/ 3036 w 175"/>
                <a:gd name="T13" fmla="*/ 867 h 120"/>
                <a:gd name="T14" fmla="*/ 3240 w 175"/>
                <a:gd name="T15" fmla="*/ 2185 h 120"/>
                <a:gd name="T16" fmla="*/ 2946 w 175"/>
                <a:gd name="T17" fmla="*/ 2729 h 120"/>
                <a:gd name="T18" fmla="*/ 2980 w 175"/>
                <a:gd name="T19" fmla="*/ 2049 h 120"/>
                <a:gd name="T20" fmla="*/ 2482 w 175"/>
                <a:gd name="T21" fmla="*/ 482 h 120"/>
                <a:gd name="T22" fmla="*/ 1490 w 175"/>
                <a:gd name="T23" fmla="*/ 731 h 120"/>
                <a:gd name="T24" fmla="*/ 970 w 175"/>
                <a:gd name="T25" fmla="*/ 1686 h 1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5" h="120">
                  <a:moveTo>
                    <a:pt x="52" y="74"/>
                  </a:moveTo>
                  <a:cubicBezTo>
                    <a:pt x="28" y="81"/>
                    <a:pt x="23" y="62"/>
                    <a:pt x="16" y="72"/>
                  </a:cubicBezTo>
                  <a:cubicBezTo>
                    <a:pt x="9" y="81"/>
                    <a:pt x="1" y="90"/>
                    <a:pt x="0" y="112"/>
                  </a:cubicBezTo>
                  <a:cubicBezTo>
                    <a:pt x="0" y="108"/>
                    <a:pt x="0" y="105"/>
                    <a:pt x="0" y="102"/>
                  </a:cubicBezTo>
                  <a:cubicBezTo>
                    <a:pt x="4" y="83"/>
                    <a:pt x="15" y="52"/>
                    <a:pt x="27" y="43"/>
                  </a:cubicBezTo>
                  <a:cubicBezTo>
                    <a:pt x="42" y="35"/>
                    <a:pt x="84" y="18"/>
                    <a:pt x="118" y="9"/>
                  </a:cubicBezTo>
                  <a:cubicBezTo>
                    <a:pt x="151" y="0"/>
                    <a:pt x="153" y="22"/>
                    <a:pt x="163" y="38"/>
                  </a:cubicBezTo>
                  <a:cubicBezTo>
                    <a:pt x="171" y="52"/>
                    <a:pt x="174" y="74"/>
                    <a:pt x="174" y="96"/>
                  </a:cubicBezTo>
                  <a:cubicBezTo>
                    <a:pt x="175" y="105"/>
                    <a:pt x="168" y="111"/>
                    <a:pt x="158" y="120"/>
                  </a:cubicBezTo>
                  <a:cubicBezTo>
                    <a:pt x="160" y="114"/>
                    <a:pt x="161" y="105"/>
                    <a:pt x="160" y="90"/>
                  </a:cubicBezTo>
                  <a:cubicBezTo>
                    <a:pt x="155" y="47"/>
                    <a:pt x="154" y="29"/>
                    <a:pt x="133" y="21"/>
                  </a:cubicBezTo>
                  <a:cubicBezTo>
                    <a:pt x="112" y="14"/>
                    <a:pt x="86" y="29"/>
                    <a:pt x="80" y="32"/>
                  </a:cubicBezTo>
                  <a:cubicBezTo>
                    <a:pt x="79" y="32"/>
                    <a:pt x="81" y="65"/>
                    <a:pt x="52" y="74"/>
                  </a:cubicBezTo>
                  <a:close/>
                </a:path>
              </a:pathLst>
            </a:custGeom>
            <a:solidFill>
              <a:srgbClr val="867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7" name="Freeform 86">
              <a:extLst>
                <a:ext uri="{FF2B5EF4-FFF2-40B4-BE49-F238E27FC236}">
                  <a16:creationId xmlns:a16="http://schemas.microsoft.com/office/drawing/2014/main" id="{17F39E57-910C-4BDD-B719-A74E1373C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187"/>
              <a:ext cx="167" cy="138"/>
            </a:xfrm>
            <a:custGeom>
              <a:avLst/>
              <a:gdLst>
                <a:gd name="T0" fmla="*/ 915 w 63"/>
                <a:gd name="T1" fmla="*/ 0 h 49"/>
                <a:gd name="T2" fmla="*/ 204 w 63"/>
                <a:gd name="T3" fmla="*/ 358 h 49"/>
                <a:gd name="T4" fmla="*/ 0 w 63"/>
                <a:gd name="T5" fmla="*/ 651 h 49"/>
                <a:gd name="T6" fmla="*/ 779 w 63"/>
                <a:gd name="T7" fmla="*/ 786 h 49"/>
                <a:gd name="T8" fmla="*/ 915 w 63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9">
                  <a:moveTo>
                    <a:pt x="49" y="0"/>
                  </a:moveTo>
                  <a:cubicBezTo>
                    <a:pt x="33" y="6"/>
                    <a:pt x="18" y="12"/>
                    <a:pt x="11" y="16"/>
                  </a:cubicBezTo>
                  <a:cubicBezTo>
                    <a:pt x="7" y="19"/>
                    <a:pt x="4" y="24"/>
                    <a:pt x="0" y="29"/>
                  </a:cubicBezTo>
                  <a:cubicBezTo>
                    <a:pt x="9" y="29"/>
                    <a:pt x="21" y="49"/>
                    <a:pt x="42" y="35"/>
                  </a:cubicBezTo>
                  <a:cubicBezTo>
                    <a:pt x="63" y="19"/>
                    <a:pt x="47" y="6"/>
                    <a:pt x="49" y="0"/>
                  </a:cubicBezTo>
                  <a:close/>
                </a:path>
              </a:pathLst>
            </a:custGeom>
            <a:solidFill>
              <a:srgbClr val="FBC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8" name="Freeform 87">
              <a:extLst>
                <a:ext uri="{FF2B5EF4-FFF2-40B4-BE49-F238E27FC236}">
                  <a16:creationId xmlns:a16="http://schemas.microsoft.com/office/drawing/2014/main" id="{E808A801-1950-491C-B4AE-436D29F33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2695"/>
              <a:ext cx="165" cy="469"/>
            </a:xfrm>
            <a:custGeom>
              <a:avLst/>
              <a:gdLst>
                <a:gd name="T0" fmla="*/ 261 w 62"/>
                <a:gd name="T1" fmla="*/ 3744 h 166"/>
                <a:gd name="T2" fmla="*/ 0 w 62"/>
                <a:gd name="T3" fmla="*/ 0 h 166"/>
                <a:gd name="T4" fmla="*/ 261 w 62"/>
                <a:gd name="T5" fmla="*/ 3744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66">
                  <a:moveTo>
                    <a:pt x="14" y="166"/>
                  </a:moveTo>
                  <a:cubicBezTo>
                    <a:pt x="62" y="90"/>
                    <a:pt x="38" y="22"/>
                    <a:pt x="0" y="0"/>
                  </a:cubicBezTo>
                  <a:cubicBezTo>
                    <a:pt x="18" y="18"/>
                    <a:pt x="46" y="102"/>
                    <a:pt x="14" y="166"/>
                  </a:cubicBezTo>
                  <a:close/>
                </a:path>
              </a:pathLst>
            </a:custGeom>
            <a:solidFill>
              <a:srgbClr val="D7D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9" name="Freeform 88">
              <a:extLst>
                <a:ext uri="{FF2B5EF4-FFF2-40B4-BE49-F238E27FC236}">
                  <a16:creationId xmlns:a16="http://schemas.microsoft.com/office/drawing/2014/main" id="{4F9BB211-B7D6-4B25-952E-DE30DE4E5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310"/>
              <a:ext cx="763" cy="198"/>
            </a:xfrm>
            <a:custGeom>
              <a:avLst/>
              <a:gdLst>
                <a:gd name="T0" fmla="*/ 0 w 288"/>
                <a:gd name="T1" fmla="*/ 1584 h 70"/>
                <a:gd name="T2" fmla="*/ 5354 w 288"/>
                <a:gd name="T3" fmla="*/ 727 h 70"/>
                <a:gd name="T4" fmla="*/ 5354 w 288"/>
                <a:gd name="T5" fmla="*/ 0 h 70"/>
                <a:gd name="T6" fmla="*/ 800 w 288"/>
                <a:gd name="T7" fmla="*/ 0 h 70"/>
                <a:gd name="T8" fmla="*/ 0 w 288"/>
                <a:gd name="T9" fmla="*/ 158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70">
                  <a:moveTo>
                    <a:pt x="0" y="70"/>
                  </a:moveTo>
                  <a:cubicBezTo>
                    <a:pt x="79" y="8"/>
                    <a:pt x="201" y="9"/>
                    <a:pt x="288" y="32"/>
                  </a:cubicBezTo>
                  <a:cubicBezTo>
                    <a:pt x="288" y="0"/>
                    <a:pt x="288" y="0"/>
                    <a:pt x="288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24" y="22"/>
                    <a:pt x="9" y="46"/>
                    <a:pt x="0" y="70"/>
                  </a:cubicBezTo>
                  <a:close/>
                </a:path>
              </a:pathLst>
            </a:custGeom>
            <a:solidFill>
              <a:srgbClr val="F399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0" name="Freeform 89">
              <a:extLst>
                <a:ext uri="{FF2B5EF4-FFF2-40B4-BE49-F238E27FC236}">
                  <a16:creationId xmlns:a16="http://schemas.microsoft.com/office/drawing/2014/main" id="{254B055E-4C28-4D97-AF18-2AA77E344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762"/>
              <a:ext cx="66" cy="77"/>
            </a:xfrm>
            <a:custGeom>
              <a:avLst/>
              <a:gdLst>
                <a:gd name="T0" fmla="*/ 459 w 25"/>
                <a:gd name="T1" fmla="*/ 0 h 27"/>
                <a:gd name="T2" fmla="*/ 0 w 25"/>
                <a:gd name="T3" fmla="*/ 513 h 27"/>
                <a:gd name="T4" fmla="*/ 459 w 25"/>
                <a:gd name="T5" fmla="*/ 627 h 27"/>
                <a:gd name="T6" fmla="*/ 459 w 25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7">
                  <a:moveTo>
                    <a:pt x="25" y="0"/>
                  </a:moveTo>
                  <a:cubicBezTo>
                    <a:pt x="17" y="6"/>
                    <a:pt x="8" y="16"/>
                    <a:pt x="0" y="22"/>
                  </a:cubicBezTo>
                  <a:cubicBezTo>
                    <a:pt x="9" y="18"/>
                    <a:pt x="18" y="22"/>
                    <a:pt x="25" y="27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FDD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1" name="Freeform 90">
              <a:extLst>
                <a:ext uri="{FF2B5EF4-FFF2-40B4-BE49-F238E27FC236}">
                  <a16:creationId xmlns:a16="http://schemas.microsoft.com/office/drawing/2014/main" id="{0F792B2B-70F1-426A-AE92-D715388D7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796"/>
              <a:ext cx="729" cy="272"/>
            </a:xfrm>
            <a:custGeom>
              <a:avLst/>
              <a:gdLst>
                <a:gd name="T0" fmla="*/ 5124 w 275"/>
                <a:gd name="T1" fmla="*/ 26 h 96"/>
                <a:gd name="T2" fmla="*/ 5010 w 275"/>
                <a:gd name="T3" fmla="*/ 0 h 96"/>
                <a:gd name="T4" fmla="*/ 2495 w 275"/>
                <a:gd name="T5" fmla="*/ 754 h 96"/>
                <a:gd name="T6" fmla="*/ 1230 w 275"/>
                <a:gd name="T7" fmla="*/ 731 h 96"/>
                <a:gd name="T8" fmla="*/ 0 w 275"/>
                <a:gd name="T9" fmla="*/ 184 h 96"/>
                <a:gd name="T10" fmla="*/ 170 w 275"/>
                <a:gd name="T11" fmla="*/ 1278 h 96"/>
                <a:gd name="T12" fmla="*/ 668 w 275"/>
                <a:gd name="T13" fmla="*/ 2185 h 96"/>
                <a:gd name="T14" fmla="*/ 3112 w 275"/>
                <a:gd name="T15" fmla="*/ 1003 h 96"/>
                <a:gd name="T16" fmla="*/ 4862 w 275"/>
                <a:gd name="T17" fmla="*/ 1165 h 96"/>
                <a:gd name="T18" fmla="*/ 5124 w 275"/>
                <a:gd name="T19" fmla="*/ 1301 h 96"/>
                <a:gd name="T20" fmla="*/ 5124 w 275"/>
                <a:gd name="T21" fmla="*/ 26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5" h="96">
                  <a:moveTo>
                    <a:pt x="275" y="1"/>
                  </a:moveTo>
                  <a:cubicBezTo>
                    <a:pt x="269" y="0"/>
                    <a:pt x="269" y="0"/>
                    <a:pt x="269" y="0"/>
                  </a:cubicBezTo>
                  <a:cubicBezTo>
                    <a:pt x="225" y="16"/>
                    <a:pt x="180" y="31"/>
                    <a:pt x="134" y="33"/>
                  </a:cubicBezTo>
                  <a:cubicBezTo>
                    <a:pt x="111" y="34"/>
                    <a:pt x="88" y="36"/>
                    <a:pt x="66" y="32"/>
                  </a:cubicBezTo>
                  <a:cubicBezTo>
                    <a:pt x="42" y="27"/>
                    <a:pt x="23" y="15"/>
                    <a:pt x="0" y="8"/>
                  </a:cubicBezTo>
                  <a:cubicBezTo>
                    <a:pt x="13" y="14"/>
                    <a:pt x="12" y="43"/>
                    <a:pt x="9" y="56"/>
                  </a:cubicBezTo>
                  <a:cubicBezTo>
                    <a:pt x="28" y="53"/>
                    <a:pt x="30" y="84"/>
                    <a:pt x="36" y="96"/>
                  </a:cubicBezTo>
                  <a:cubicBezTo>
                    <a:pt x="71" y="55"/>
                    <a:pt x="117" y="50"/>
                    <a:pt x="167" y="44"/>
                  </a:cubicBezTo>
                  <a:cubicBezTo>
                    <a:pt x="201" y="39"/>
                    <a:pt x="228" y="38"/>
                    <a:pt x="261" y="51"/>
                  </a:cubicBezTo>
                  <a:cubicBezTo>
                    <a:pt x="266" y="53"/>
                    <a:pt x="270" y="55"/>
                    <a:pt x="275" y="57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FDD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2" name="Freeform 91">
              <a:extLst>
                <a:ext uri="{FF2B5EF4-FFF2-40B4-BE49-F238E27FC236}">
                  <a16:creationId xmlns:a16="http://schemas.microsoft.com/office/drawing/2014/main" id="{D850D608-2E9B-4DA6-AC78-065F653C5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383"/>
              <a:ext cx="621" cy="102"/>
            </a:xfrm>
            <a:custGeom>
              <a:avLst/>
              <a:gdLst>
                <a:gd name="T0" fmla="*/ 4374 w 234"/>
                <a:gd name="T1" fmla="*/ 771 h 36"/>
                <a:gd name="T2" fmla="*/ 0 w 234"/>
                <a:gd name="T3" fmla="*/ 819 h 36"/>
                <a:gd name="T4" fmla="*/ 4374 w 234"/>
                <a:gd name="T5" fmla="*/ 77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4" h="36">
                  <a:moveTo>
                    <a:pt x="234" y="34"/>
                  </a:moveTo>
                  <a:cubicBezTo>
                    <a:pt x="164" y="0"/>
                    <a:pt x="78" y="10"/>
                    <a:pt x="0" y="36"/>
                  </a:cubicBezTo>
                  <a:cubicBezTo>
                    <a:pt x="34" y="26"/>
                    <a:pt x="182" y="16"/>
                    <a:pt x="234" y="34"/>
                  </a:cubicBezTo>
                  <a:close/>
                </a:path>
              </a:pathLst>
            </a:custGeom>
            <a:solidFill>
              <a:srgbClr val="FDD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3" name="Freeform 92">
              <a:extLst>
                <a:ext uri="{FF2B5EF4-FFF2-40B4-BE49-F238E27FC236}">
                  <a16:creationId xmlns:a16="http://schemas.microsoft.com/office/drawing/2014/main" id="{25562CB3-F720-46EE-BB99-7A3221C01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522"/>
              <a:ext cx="167" cy="88"/>
            </a:xfrm>
            <a:custGeom>
              <a:avLst/>
              <a:gdLst>
                <a:gd name="T0" fmla="*/ 0 w 63"/>
                <a:gd name="T1" fmla="*/ 250 h 31"/>
                <a:gd name="T2" fmla="*/ 1174 w 63"/>
                <a:gd name="T3" fmla="*/ 710 h 31"/>
                <a:gd name="T4" fmla="*/ 0 w 63"/>
                <a:gd name="T5" fmla="*/ 0 h 31"/>
                <a:gd name="T6" fmla="*/ 0 w 63"/>
                <a:gd name="T7" fmla="*/ 25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1">
                  <a:moveTo>
                    <a:pt x="0" y="11"/>
                  </a:moveTo>
                  <a:cubicBezTo>
                    <a:pt x="18" y="23"/>
                    <a:pt x="42" y="30"/>
                    <a:pt x="63" y="31"/>
                  </a:cubicBezTo>
                  <a:cubicBezTo>
                    <a:pt x="34" y="26"/>
                    <a:pt x="14" y="14"/>
                    <a:pt x="0" y="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FBC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4" name="Freeform 93">
              <a:extLst>
                <a:ext uri="{FF2B5EF4-FFF2-40B4-BE49-F238E27FC236}">
                  <a16:creationId xmlns:a16="http://schemas.microsoft.com/office/drawing/2014/main" id="{CF3143FD-5B07-4BC7-B83E-5B9207E66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989"/>
              <a:ext cx="109" cy="11"/>
            </a:xfrm>
            <a:custGeom>
              <a:avLst/>
              <a:gdLst>
                <a:gd name="T0" fmla="*/ 0 w 41"/>
                <a:gd name="T1" fmla="*/ 47 h 4"/>
                <a:gd name="T2" fmla="*/ 771 w 41"/>
                <a:gd name="T3" fmla="*/ 83 h 4"/>
                <a:gd name="T4" fmla="*/ 0 w 41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">
                  <a:moveTo>
                    <a:pt x="0" y="2"/>
                  </a:moveTo>
                  <a:cubicBezTo>
                    <a:pt x="11" y="1"/>
                    <a:pt x="25" y="1"/>
                    <a:pt x="41" y="4"/>
                  </a:cubicBezTo>
                  <a:cubicBezTo>
                    <a:pt x="28" y="1"/>
                    <a:pt x="14" y="0"/>
                    <a:pt x="0" y="2"/>
                  </a:cubicBezTo>
                  <a:close/>
                </a:path>
              </a:pathLst>
            </a:custGeom>
            <a:solidFill>
              <a:srgbClr val="FCD6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5" name="Freeform 94">
              <a:extLst>
                <a:ext uri="{FF2B5EF4-FFF2-40B4-BE49-F238E27FC236}">
                  <a16:creationId xmlns:a16="http://schemas.microsoft.com/office/drawing/2014/main" id="{D8F2CCD3-846B-4C50-82EC-19212692C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3461"/>
              <a:ext cx="61" cy="133"/>
            </a:xfrm>
            <a:custGeom>
              <a:avLst/>
              <a:gdLst>
                <a:gd name="T0" fmla="*/ 34 w 23"/>
                <a:gd name="T1" fmla="*/ 0 h 47"/>
                <a:gd name="T2" fmla="*/ 0 w 23"/>
                <a:gd name="T3" fmla="*/ 1064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7">
                  <a:moveTo>
                    <a:pt x="2" y="0"/>
                  </a:moveTo>
                  <a:cubicBezTo>
                    <a:pt x="8" y="17"/>
                    <a:pt x="23" y="34"/>
                    <a:pt x="0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6" name="Freeform 95">
              <a:extLst>
                <a:ext uri="{FF2B5EF4-FFF2-40B4-BE49-F238E27FC236}">
                  <a16:creationId xmlns:a16="http://schemas.microsoft.com/office/drawing/2014/main" id="{1315896C-C1DB-46EA-8F67-03C06508F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2412"/>
              <a:ext cx="334" cy="36"/>
            </a:xfrm>
            <a:custGeom>
              <a:avLst/>
              <a:gdLst>
                <a:gd name="T0" fmla="*/ 2346 w 126"/>
                <a:gd name="T1" fmla="*/ 147 h 13"/>
                <a:gd name="T2" fmla="*/ 0 w 126"/>
                <a:gd name="T3" fmla="*/ 27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13">
                  <a:moveTo>
                    <a:pt x="126" y="7"/>
                  </a:moveTo>
                  <a:cubicBezTo>
                    <a:pt x="98" y="0"/>
                    <a:pt x="37" y="3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7" name="Freeform 96">
              <a:extLst>
                <a:ext uri="{FF2B5EF4-FFF2-40B4-BE49-F238E27FC236}">
                  <a16:creationId xmlns:a16="http://schemas.microsoft.com/office/drawing/2014/main" id="{F7188786-3A0A-4D62-AB5D-CCBB04ED0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310"/>
              <a:ext cx="64" cy="192"/>
            </a:xfrm>
            <a:custGeom>
              <a:avLst/>
              <a:gdLst>
                <a:gd name="T0" fmla="*/ 307 w 24"/>
                <a:gd name="T1" fmla="*/ 0 h 68"/>
                <a:gd name="T2" fmla="*/ 35 w 24"/>
                <a:gd name="T3" fmla="*/ 1530 h 68"/>
                <a:gd name="T4" fmla="*/ 456 w 24"/>
                <a:gd name="T5" fmla="*/ 0 h 68"/>
                <a:gd name="T6" fmla="*/ 307 w 24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8">
                  <a:moveTo>
                    <a:pt x="16" y="0"/>
                  </a:moveTo>
                  <a:cubicBezTo>
                    <a:pt x="6" y="20"/>
                    <a:pt x="0" y="43"/>
                    <a:pt x="2" y="68"/>
                  </a:cubicBezTo>
                  <a:cubicBezTo>
                    <a:pt x="3" y="43"/>
                    <a:pt x="11" y="20"/>
                    <a:pt x="24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F6AF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8" name="Freeform 97">
              <a:extLst>
                <a:ext uri="{FF2B5EF4-FFF2-40B4-BE49-F238E27FC236}">
                  <a16:creationId xmlns:a16="http://schemas.microsoft.com/office/drawing/2014/main" id="{27F9D3B0-5A2D-48C0-A8D4-E33AFA36E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3512"/>
              <a:ext cx="30" cy="102"/>
            </a:xfrm>
            <a:custGeom>
              <a:avLst/>
              <a:gdLst>
                <a:gd name="T0" fmla="*/ 104 w 11"/>
                <a:gd name="T1" fmla="*/ 0 h 36"/>
                <a:gd name="T2" fmla="*/ 224 w 11"/>
                <a:gd name="T3" fmla="*/ 81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5" y="0"/>
                  </a:moveTo>
                  <a:cubicBezTo>
                    <a:pt x="1" y="12"/>
                    <a:pt x="0" y="28"/>
                    <a:pt x="11" y="36"/>
                  </a:cubicBezTo>
                </a:path>
              </a:pathLst>
            </a:custGeom>
            <a:solidFill>
              <a:srgbClr val="FBC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9" name="Freeform 98">
              <a:extLst>
                <a:ext uri="{FF2B5EF4-FFF2-40B4-BE49-F238E27FC236}">
                  <a16:creationId xmlns:a16="http://schemas.microsoft.com/office/drawing/2014/main" id="{72DD985F-D493-4BF5-B41B-D18EB6F4D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3447"/>
              <a:ext cx="85" cy="113"/>
            </a:xfrm>
            <a:custGeom>
              <a:avLst/>
              <a:gdLst>
                <a:gd name="T0" fmla="*/ 303 w 32"/>
                <a:gd name="T1" fmla="*/ 201 h 40"/>
                <a:gd name="T2" fmla="*/ 260 w 32"/>
                <a:gd name="T3" fmla="*/ 901 h 40"/>
                <a:gd name="T4" fmla="*/ 340 w 32"/>
                <a:gd name="T5" fmla="*/ 297 h 40"/>
                <a:gd name="T6" fmla="*/ 600 w 32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0">
                  <a:moveTo>
                    <a:pt x="16" y="9"/>
                  </a:moveTo>
                  <a:cubicBezTo>
                    <a:pt x="4" y="14"/>
                    <a:pt x="0" y="34"/>
                    <a:pt x="14" y="40"/>
                  </a:cubicBezTo>
                  <a:cubicBezTo>
                    <a:pt x="12" y="28"/>
                    <a:pt x="10" y="21"/>
                    <a:pt x="18" y="13"/>
                  </a:cubicBezTo>
                  <a:cubicBezTo>
                    <a:pt x="22" y="9"/>
                    <a:pt x="28" y="5"/>
                    <a:pt x="32" y="0"/>
                  </a:cubicBezTo>
                </a:path>
              </a:pathLst>
            </a:custGeom>
            <a:solidFill>
              <a:srgbClr val="FBC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0" name="Freeform 99">
              <a:extLst>
                <a:ext uri="{FF2B5EF4-FFF2-40B4-BE49-F238E27FC236}">
                  <a16:creationId xmlns:a16="http://schemas.microsoft.com/office/drawing/2014/main" id="{90FB4C02-1925-484C-BF38-DD8251180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204"/>
              <a:ext cx="167" cy="136"/>
            </a:xfrm>
            <a:custGeom>
              <a:avLst/>
              <a:gdLst>
                <a:gd name="T0" fmla="*/ 1174 w 63"/>
                <a:gd name="T1" fmla="*/ 459 h 48"/>
                <a:gd name="T2" fmla="*/ 371 w 63"/>
                <a:gd name="T3" fmla="*/ 867 h 48"/>
                <a:gd name="T4" fmla="*/ 575 w 63"/>
                <a:gd name="T5" fmla="*/ 0 h 48"/>
                <a:gd name="T6" fmla="*/ 596 w 63"/>
                <a:gd name="T7" fmla="*/ 570 h 48"/>
                <a:gd name="T8" fmla="*/ 1097 w 63"/>
                <a:gd name="T9" fmla="*/ 41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8">
                  <a:moveTo>
                    <a:pt x="63" y="20"/>
                  </a:moveTo>
                  <a:cubicBezTo>
                    <a:pt x="53" y="31"/>
                    <a:pt x="36" y="48"/>
                    <a:pt x="20" y="38"/>
                  </a:cubicBezTo>
                  <a:cubicBezTo>
                    <a:pt x="0" y="27"/>
                    <a:pt x="24" y="10"/>
                    <a:pt x="31" y="0"/>
                  </a:cubicBezTo>
                  <a:cubicBezTo>
                    <a:pt x="29" y="9"/>
                    <a:pt x="19" y="19"/>
                    <a:pt x="32" y="25"/>
                  </a:cubicBezTo>
                  <a:cubicBezTo>
                    <a:pt x="38" y="28"/>
                    <a:pt x="54" y="24"/>
                    <a:pt x="59" y="18"/>
                  </a:cubicBezTo>
                </a:path>
              </a:pathLst>
            </a:custGeom>
            <a:solidFill>
              <a:srgbClr val="FBC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1" name="Freeform 100">
              <a:extLst>
                <a:ext uri="{FF2B5EF4-FFF2-40B4-BE49-F238E27FC236}">
                  <a16:creationId xmlns:a16="http://schemas.microsoft.com/office/drawing/2014/main" id="{7231A2BA-A1EF-4C4B-A224-1A1A4B9D1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229"/>
              <a:ext cx="207" cy="46"/>
            </a:xfrm>
            <a:custGeom>
              <a:avLst/>
              <a:gdLst>
                <a:gd name="T0" fmla="*/ 35 w 78"/>
                <a:gd name="T1" fmla="*/ 0 h 16"/>
                <a:gd name="T2" fmla="*/ 0 w 78"/>
                <a:gd name="T3" fmla="*/ 141 h 16"/>
                <a:gd name="T4" fmla="*/ 0 w 78"/>
                <a:gd name="T5" fmla="*/ 380 h 16"/>
                <a:gd name="T6" fmla="*/ 1457 w 78"/>
                <a:gd name="T7" fmla="*/ 49 h 16"/>
                <a:gd name="T8" fmla="*/ 950 w 78"/>
                <a:gd name="T9" fmla="*/ 115 h 16"/>
                <a:gd name="T10" fmla="*/ 35 w 7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6">
                  <a:moveTo>
                    <a:pt x="2" y="0"/>
                  </a:moveTo>
                  <a:cubicBezTo>
                    <a:pt x="1" y="3"/>
                    <a:pt x="1" y="5"/>
                    <a:pt x="0" y="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6" y="11"/>
                    <a:pt x="52" y="6"/>
                    <a:pt x="78" y="2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42" y="10"/>
                    <a:pt x="12" y="5"/>
                    <a:pt x="2" y="0"/>
                  </a:cubicBezTo>
                  <a:close/>
                </a:path>
              </a:pathLst>
            </a:custGeom>
            <a:solidFill>
              <a:srgbClr val="D7D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2" name="Freeform 101">
              <a:extLst>
                <a:ext uri="{FF2B5EF4-FFF2-40B4-BE49-F238E27FC236}">
                  <a16:creationId xmlns:a16="http://schemas.microsoft.com/office/drawing/2014/main" id="{0F893867-C52E-4105-B4CE-E63E19CA43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4" y="3187"/>
              <a:ext cx="899" cy="503"/>
            </a:xfrm>
            <a:custGeom>
              <a:avLst/>
              <a:gdLst>
                <a:gd name="T0" fmla="*/ 6062 w 339"/>
                <a:gd name="T1" fmla="*/ 543 h 178"/>
                <a:gd name="T2" fmla="*/ 5781 w 339"/>
                <a:gd name="T3" fmla="*/ 359 h 178"/>
                <a:gd name="T4" fmla="*/ 5092 w 339"/>
                <a:gd name="T5" fmla="*/ 1102 h 178"/>
                <a:gd name="T6" fmla="*/ 4572 w 339"/>
                <a:gd name="T7" fmla="*/ 1373 h 178"/>
                <a:gd name="T8" fmla="*/ 4312 w 339"/>
                <a:gd name="T9" fmla="*/ 1399 h 178"/>
                <a:gd name="T10" fmla="*/ 4254 w 339"/>
                <a:gd name="T11" fmla="*/ 2139 h 178"/>
                <a:gd name="T12" fmla="*/ 4437 w 339"/>
                <a:gd name="T13" fmla="*/ 3250 h 178"/>
                <a:gd name="T14" fmla="*/ 3410 w 339"/>
                <a:gd name="T15" fmla="*/ 4016 h 178"/>
                <a:gd name="T16" fmla="*/ 5126 w 339"/>
                <a:gd name="T17" fmla="*/ 4016 h 178"/>
                <a:gd name="T18" fmla="*/ 5407 w 339"/>
                <a:gd name="T19" fmla="*/ 2436 h 178"/>
                <a:gd name="T20" fmla="*/ 5802 w 339"/>
                <a:gd name="T21" fmla="*/ 1828 h 178"/>
                <a:gd name="T22" fmla="*/ 6152 w 339"/>
                <a:gd name="T23" fmla="*/ 1444 h 178"/>
                <a:gd name="T24" fmla="*/ 6062 w 339"/>
                <a:gd name="T25" fmla="*/ 543 h 178"/>
                <a:gd name="T26" fmla="*/ 2180 w 339"/>
                <a:gd name="T27" fmla="*/ 3202 h 178"/>
                <a:gd name="T28" fmla="*/ 1997 w 339"/>
                <a:gd name="T29" fmla="*/ 2682 h 178"/>
                <a:gd name="T30" fmla="*/ 1941 w 339"/>
                <a:gd name="T31" fmla="*/ 2261 h 178"/>
                <a:gd name="T32" fmla="*/ 1098 w 339"/>
                <a:gd name="T33" fmla="*/ 2546 h 178"/>
                <a:gd name="T34" fmla="*/ 204 w 339"/>
                <a:gd name="T35" fmla="*/ 2523 h 178"/>
                <a:gd name="T36" fmla="*/ 0 w 339"/>
                <a:gd name="T37" fmla="*/ 2546 h 178"/>
                <a:gd name="T38" fmla="*/ 0 w 339"/>
                <a:gd name="T39" fmla="*/ 2820 h 178"/>
                <a:gd name="T40" fmla="*/ 316 w 339"/>
                <a:gd name="T41" fmla="*/ 3043 h 178"/>
                <a:gd name="T42" fmla="*/ 822 w 339"/>
                <a:gd name="T43" fmla="*/ 3043 h 178"/>
                <a:gd name="T44" fmla="*/ 1456 w 339"/>
                <a:gd name="T45" fmla="*/ 4016 h 178"/>
                <a:gd name="T46" fmla="*/ 3341 w 339"/>
                <a:gd name="T47" fmla="*/ 4016 h 178"/>
                <a:gd name="T48" fmla="*/ 3116 w 339"/>
                <a:gd name="T49" fmla="*/ 3993 h 178"/>
                <a:gd name="T50" fmla="*/ 2180 w 339"/>
                <a:gd name="T51" fmla="*/ 3202 h 17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39" h="178">
                  <a:moveTo>
                    <a:pt x="325" y="24"/>
                  </a:moveTo>
                  <a:cubicBezTo>
                    <a:pt x="310" y="16"/>
                    <a:pt x="310" y="16"/>
                    <a:pt x="310" y="16"/>
                  </a:cubicBezTo>
                  <a:cubicBezTo>
                    <a:pt x="293" y="0"/>
                    <a:pt x="279" y="41"/>
                    <a:pt x="273" y="49"/>
                  </a:cubicBezTo>
                  <a:cubicBezTo>
                    <a:pt x="267" y="59"/>
                    <a:pt x="257" y="61"/>
                    <a:pt x="245" y="61"/>
                  </a:cubicBezTo>
                  <a:cubicBezTo>
                    <a:pt x="240" y="61"/>
                    <a:pt x="236" y="59"/>
                    <a:pt x="231" y="62"/>
                  </a:cubicBezTo>
                  <a:cubicBezTo>
                    <a:pt x="233" y="73"/>
                    <a:pt x="227" y="84"/>
                    <a:pt x="228" y="95"/>
                  </a:cubicBezTo>
                  <a:cubicBezTo>
                    <a:pt x="228" y="112"/>
                    <a:pt x="236" y="128"/>
                    <a:pt x="238" y="144"/>
                  </a:cubicBezTo>
                  <a:cubicBezTo>
                    <a:pt x="240" y="169"/>
                    <a:pt x="208" y="178"/>
                    <a:pt x="183" y="178"/>
                  </a:cubicBezTo>
                  <a:cubicBezTo>
                    <a:pt x="275" y="178"/>
                    <a:pt x="275" y="178"/>
                    <a:pt x="275" y="178"/>
                  </a:cubicBezTo>
                  <a:cubicBezTo>
                    <a:pt x="274" y="154"/>
                    <a:pt x="278" y="129"/>
                    <a:pt x="290" y="108"/>
                  </a:cubicBezTo>
                  <a:cubicBezTo>
                    <a:pt x="295" y="99"/>
                    <a:pt x="303" y="90"/>
                    <a:pt x="311" y="81"/>
                  </a:cubicBezTo>
                  <a:cubicBezTo>
                    <a:pt x="316" y="75"/>
                    <a:pt x="325" y="70"/>
                    <a:pt x="330" y="64"/>
                  </a:cubicBezTo>
                  <a:cubicBezTo>
                    <a:pt x="339" y="52"/>
                    <a:pt x="328" y="37"/>
                    <a:pt x="325" y="24"/>
                  </a:cubicBezTo>
                  <a:close/>
                  <a:moveTo>
                    <a:pt x="117" y="142"/>
                  </a:moveTo>
                  <a:cubicBezTo>
                    <a:pt x="112" y="135"/>
                    <a:pt x="108" y="128"/>
                    <a:pt x="107" y="119"/>
                  </a:cubicBezTo>
                  <a:cubicBezTo>
                    <a:pt x="106" y="112"/>
                    <a:pt x="107" y="106"/>
                    <a:pt x="104" y="100"/>
                  </a:cubicBezTo>
                  <a:cubicBezTo>
                    <a:pt x="89" y="104"/>
                    <a:pt x="75" y="112"/>
                    <a:pt x="59" y="113"/>
                  </a:cubicBezTo>
                  <a:cubicBezTo>
                    <a:pt x="43" y="115"/>
                    <a:pt x="27" y="113"/>
                    <a:pt x="11" y="112"/>
                  </a:cubicBezTo>
                  <a:cubicBezTo>
                    <a:pt x="7" y="112"/>
                    <a:pt x="3" y="112"/>
                    <a:pt x="0" y="113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4" y="130"/>
                    <a:pt x="13" y="134"/>
                    <a:pt x="17" y="135"/>
                  </a:cubicBezTo>
                  <a:cubicBezTo>
                    <a:pt x="26" y="137"/>
                    <a:pt x="35" y="136"/>
                    <a:pt x="44" y="135"/>
                  </a:cubicBezTo>
                  <a:cubicBezTo>
                    <a:pt x="71" y="134"/>
                    <a:pt x="89" y="152"/>
                    <a:pt x="78" y="178"/>
                  </a:cubicBezTo>
                  <a:cubicBezTo>
                    <a:pt x="179" y="178"/>
                    <a:pt x="179" y="178"/>
                    <a:pt x="179" y="178"/>
                  </a:cubicBezTo>
                  <a:cubicBezTo>
                    <a:pt x="174" y="178"/>
                    <a:pt x="171" y="178"/>
                    <a:pt x="167" y="177"/>
                  </a:cubicBezTo>
                  <a:cubicBezTo>
                    <a:pt x="149" y="174"/>
                    <a:pt x="128" y="157"/>
                    <a:pt x="117" y="142"/>
                  </a:cubicBezTo>
                  <a:close/>
                </a:path>
              </a:pathLst>
            </a:custGeom>
            <a:solidFill>
              <a:srgbClr val="D9D7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3" name="Freeform 102">
              <a:extLst>
                <a:ext uri="{FF2B5EF4-FFF2-40B4-BE49-F238E27FC236}">
                  <a16:creationId xmlns:a16="http://schemas.microsoft.com/office/drawing/2014/main" id="{0CF1A513-10F4-4402-BE1F-27F951E19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235"/>
              <a:ext cx="355" cy="178"/>
            </a:xfrm>
            <a:custGeom>
              <a:avLst/>
              <a:gdLst>
                <a:gd name="T0" fmla="*/ 2358 w 134"/>
                <a:gd name="T1" fmla="*/ 88 h 63"/>
                <a:gd name="T2" fmla="*/ 2435 w 134"/>
                <a:gd name="T3" fmla="*/ 0 h 63"/>
                <a:gd name="T4" fmla="*/ 0 w 134"/>
                <a:gd name="T5" fmla="*/ 718 h 63"/>
                <a:gd name="T6" fmla="*/ 0 w 134"/>
                <a:gd name="T7" fmla="*/ 1421 h 63"/>
                <a:gd name="T8" fmla="*/ 204 w 134"/>
                <a:gd name="T9" fmla="*/ 1396 h 63"/>
                <a:gd name="T10" fmla="*/ 1783 w 134"/>
                <a:gd name="T11" fmla="*/ 966 h 63"/>
                <a:gd name="T12" fmla="*/ 2196 w 134"/>
                <a:gd name="T13" fmla="*/ 814 h 63"/>
                <a:gd name="T14" fmla="*/ 2490 w 134"/>
                <a:gd name="T15" fmla="*/ 814 h 63"/>
                <a:gd name="T16" fmla="*/ 2358 w 134"/>
                <a:gd name="T17" fmla="*/ 88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63">
                  <a:moveTo>
                    <a:pt x="127" y="4"/>
                  </a:moveTo>
                  <a:cubicBezTo>
                    <a:pt x="128" y="3"/>
                    <a:pt x="129" y="2"/>
                    <a:pt x="131" y="0"/>
                  </a:cubicBezTo>
                  <a:cubicBezTo>
                    <a:pt x="96" y="20"/>
                    <a:pt x="50" y="29"/>
                    <a:pt x="0" y="32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3" y="62"/>
                    <a:pt x="7" y="62"/>
                    <a:pt x="11" y="62"/>
                  </a:cubicBezTo>
                  <a:cubicBezTo>
                    <a:pt x="39" y="58"/>
                    <a:pt x="68" y="52"/>
                    <a:pt x="96" y="43"/>
                  </a:cubicBezTo>
                  <a:cubicBezTo>
                    <a:pt x="104" y="40"/>
                    <a:pt x="110" y="37"/>
                    <a:pt x="118" y="36"/>
                  </a:cubicBezTo>
                  <a:cubicBezTo>
                    <a:pt x="122" y="36"/>
                    <a:pt x="130" y="38"/>
                    <a:pt x="134" y="36"/>
                  </a:cubicBezTo>
                  <a:cubicBezTo>
                    <a:pt x="121" y="29"/>
                    <a:pt x="119" y="12"/>
                    <a:pt x="127" y="4"/>
                  </a:cubicBezTo>
                  <a:close/>
                </a:path>
              </a:pathLst>
            </a:custGeom>
            <a:solidFill>
              <a:srgbClr val="867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4" name="Freeform 103">
              <a:extLst>
                <a:ext uri="{FF2B5EF4-FFF2-40B4-BE49-F238E27FC236}">
                  <a16:creationId xmlns:a16="http://schemas.microsoft.com/office/drawing/2014/main" id="{7AAF3547-79CA-4902-842D-13C3FBF0A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248"/>
              <a:ext cx="697" cy="183"/>
            </a:xfrm>
            <a:custGeom>
              <a:avLst/>
              <a:gdLst>
                <a:gd name="T0" fmla="*/ 4895 w 263"/>
                <a:gd name="T1" fmla="*/ 493 h 65"/>
                <a:gd name="T2" fmla="*/ 689 w 263"/>
                <a:gd name="T3" fmla="*/ 493 h 65"/>
                <a:gd name="T4" fmla="*/ 0 w 263"/>
                <a:gd name="T5" fmla="*/ 1450 h 65"/>
                <a:gd name="T6" fmla="*/ 4895 w 263"/>
                <a:gd name="T7" fmla="*/ 800 h 65"/>
                <a:gd name="T8" fmla="*/ 4895 w 263"/>
                <a:gd name="T9" fmla="*/ 49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65">
                  <a:moveTo>
                    <a:pt x="263" y="22"/>
                  </a:moveTo>
                  <a:cubicBezTo>
                    <a:pt x="37" y="22"/>
                    <a:pt x="37" y="22"/>
                    <a:pt x="37" y="22"/>
                  </a:cubicBezTo>
                  <a:cubicBezTo>
                    <a:pt x="24" y="34"/>
                    <a:pt x="11" y="48"/>
                    <a:pt x="0" y="65"/>
                  </a:cubicBezTo>
                  <a:cubicBezTo>
                    <a:pt x="27" y="48"/>
                    <a:pt x="144" y="0"/>
                    <a:pt x="263" y="36"/>
                  </a:cubicBezTo>
                  <a:lnTo>
                    <a:pt x="263" y="22"/>
                  </a:lnTo>
                  <a:close/>
                </a:path>
              </a:pathLst>
            </a:custGeom>
            <a:solidFill>
              <a:srgbClr val="F6AF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5" name="Freeform 104">
              <a:extLst>
                <a:ext uri="{FF2B5EF4-FFF2-40B4-BE49-F238E27FC236}">
                  <a16:creationId xmlns:a16="http://schemas.microsoft.com/office/drawing/2014/main" id="{8DE6A32C-56E2-4F79-B40A-9F9C0A51C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327"/>
              <a:ext cx="221" cy="76"/>
            </a:xfrm>
            <a:custGeom>
              <a:avLst/>
              <a:gdLst>
                <a:gd name="T0" fmla="*/ 1566 w 83"/>
                <a:gd name="T1" fmla="*/ 0 h 27"/>
                <a:gd name="T2" fmla="*/ 0 w 83"/>
                <a:gd name="T3" fmla="*/ 602 h 27"/>
                <a:gd name="T4" fmla="*/ 1566 w 83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27">
                  <a:moveTo>
                    <a:pt x="83" y="0"/>
                  </a:moveTo>
                  <a:cubicBezTo>
                    <a:pt x="65" y="3"/>
                    <a:pt x="16" y="17"/>
                    <a:pt x="0" y="27"/>
                  </a:cubicBezTo>
                  <a:cubicBezTo>
                    <a:pt x="11" y="17"/>
                    <a:pt x="58" y="0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6" name="Freeform 105">
              <a:extLst>
                <a:ext uri="{FF2B5EF4-FFF2-40B4-BE49-F238E27FC236}">
                  <a16:creationId xmlns:a16="http://schemas.microsoft.com/office/drawing/2014/main" id="{8E08E5BB-9119-4F4B-898A-6D977C47A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344"/>
              <a:ext cx="35" cy="152"/>
            </a:xfrm>
            <a:custGeom>
              <a:avLst/>
              <a:gdLst>
                <a:gd name="T0" fmla="*/ 175 w 13"/>
                <a:gd name="T1" fmla="*/ 1205 h 54"/>
                <a:gd name="T2" fmla="*/ 253 w 13"/>
                <a:gd name="T3" fmla="*/ 0 h 54"/>
                <a:gd name="T4" fmla="*/ 175 w 13"/>
                <a:gd name="T5" fmla="*/ 120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4">
                  <a:moveTo>
                    <a:pt x="9" y="54"/>
                  </a:moveTo>
                  <a:cubicBezTo>
                    <a:pt x="6" y="37"/>
                    <a:pt x="7" y="10"/>
                    <a:pt x="13" y="0"/>
                  </a:cubicBezTo>
                  <a:cubicBezTo>
                    <a:pt x="5" y="8"/>
                    <a:pt x="0" y="29"/>
                    <a:pt x="9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7" name="Freeform 106">
              <a:extLst>
                <a:ext uri="{FF2B5EF4-FFF2-40B4-BE49-F238E27FC236}">
                  <a16:creationId xmlns:a16="http://schemas.microsoft.com/office/drawing/2014/main" id="{F83CA43C-83CD-42E4-A146-9787E0F02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3464"/>
              <a:ext cx="136" cy="207"/>
            </a:xfrm>
            <a:custGeom>
              <a:avLst/>
              <a:gdLst>
                <a:gd name="T0" fmla="*/ 0 w 51"/>
                <a:gd name="T1" fmla="*/ 1665 h 73"/>
                <a:gd name="T2" fmla="*/ 968 w 51"/>
                <a:gd name="T3" fmla="*/ 0 h 73"/>
                <a:gd name="T4" fmla="*/ 0 w 51"/>
                <a:gd name="T5" fmla="*/ 166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73">
                  <a:moveTo>
                    <a:pt x="0" y="73"/>
                  </a:moveTo>
                  <a:cubicBezTo>
                    <a:pt x="5" y="27"/>
                    <a:pt x="39" y="4"/>
                    <a:pt x="51" y="0"/>
                  </a:cubicBezTo>
                  <a:cubicBezTo>
                    <a:pt x="39" y="7"/>
                    <a:pt x="5" y="45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8" name="Freeform 107">
              <a:extLst>
                <a:ext uri="{FF2B5EF4-FFF2-40B4-BE49-F238E27FC236}">
                  <a16:creationId xmlns:a16="http://schemas.microsoft.com/office/drawing/2014/main" id="{382A61A7-0B43-4E68-8896-B78874D59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986"/>
              <a:ext cx="347" cy="127"/>
            </a:xfrm>
            <a:custGeom>
              <a:avLst/>
              <a:gdLst>
                <a:gd name="T0" fmla="*/ 0 w 131"/>
                <a:gd name="T1" fmla="*/ 1010 h 45"/>
                <a:gd name="T2" fmla="*/ 2434 w 131"/>
                <a:gd name="T3" fmla="*/ 0 h 45"/>
                <a:gd name="T4" fmla="*/ 0 w 131"/>
                <a:gd name="T5" fmla="*/ 10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45">
                  <a:moveTo>
                    <a:pt x="0" y="45"/>
                  </a:moveTo>
                  <a:cubicBezTo>
                    <a:pt x="19" y="31"/>
                    <a:pt x="70" y="0"/>
                    <a:pt x="131" y="0"/>
                  </a:cubicBezTo>
                  <a:cubicBezTo>
                    <a:pt x="115" y="0"/>
                    <a:pt x="41" y="21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9" name="Freeform 108">
              <a:extLst>
                <a:ext uri="{FF2B5EF4-FFF2-40B4-BE49-F238E27FC236}">
                  <a16:creationId xmlns:a16="http://schemas.microsoft.com/office/drawing/2014/main" id="{0BD11F1C-DDB6-4398-8EC4-68136C0F3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997"/>
              <a:ext cx="348" cy="340"/>
            </a:xfrm>
            <a:custGeom>
              <a:avLst/>
              <a:gdLst>
                <a:gd name="T0" fmla="*/ 375 w 131"/>
                <a:gd name="T1" fmla="*/ 272 h 120"/>
                <a:gd name="T2" fmla="*/ 0 w 131"/>
                <a:gd name="T3" fmla="*/ 1204 h 120"/>
                <a:gd name="T4" fmla="*/ 656 w 131"/>
                <a:gd name="T5" fmla="*/ 819 h 120"/>
                <a:gd name="T6" fmla="*/ 916 w 131"/>
                <a:gd name="T7" fmla="*/ 1252 h 120"/>
                <a:gd name="T8" fmla="*/ 792 w 131"/>
                <a:gd name="T9" fmla="*/ 1935 h 120"/>
                <a:gd name="T10" fmla="*/ 635 w 131"/>
                <a:gd name="T11" fmla="*/ 2729 h 120"/>
                <a:gd name="T12" fmla="*/ 975 w 131"/>
                <a:gd name="T13" fmla="*/ 1887 h 120"/>
                <a:gd name="T14" fmla="*/ 1389 w 131"/>
                <a:gd name="T15" fmla="*/ 1366 h 120"/>
                <a:gd name="T16" fmla="*/ 1610 w 131"/>
                <a:gd name="T17" fmla="*/ 1139 h 120"/>
                <a:gd name="T18" fmla="*/ 1857 w 131"/>
                <a:gd name="T19" fmla="*/ 893 h 120"/>
                <a:gd name="T20" fmla="*/ 2104 w 131"/>
                <a:gd name="T21" fmla="*/ 635 h 120"/>
                <a:gd name="T22" fmla="*/ 2343 w 131"/>
                <a:gd name="T23" fmla="*/ 0 h 1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120">
                  <a:moveTo>
                    <a:pt x="20" y="12"/>
                  </a:moveTo>
                  <a:cubicBezTo>
                    <a:pt x="21" y="26"/>
                    <a:pt x="5" y="41"/>
                    <a:pt x="0" y="53"/>
                  </a:cubicBezTo>
                  <a:cubicBezTo>
                    <a:pt x="10" y="46"/>
                    <a:pt x="23" y="39"/>
                    <a:pt x="35" y="36"/>
                  </a:cubicBezTo>
                  <a:cubicBezTo>
                    <a:pt x="46" y="33"/>
                    <a:pt x="50" y="45"/>
                    <a:pt x="49" y="55"/>
                  </a:cubicBezTo>
                  <a:cubicBezTo>
                    <a:pt x="48" y="65"/>
                    <a:pt x="45" y="75"/>
                    <a:pt x="42" y="85"/>
                  </a:cubicBezTo>
                  <a:cubicBezTo>
                    <a:pt x="40" y="92"/>
                    <a:pt x="31" y="115"/>
                    <a:pt x="34" y="120"/>
                  </a:cubicBezTo>
                  <a:cubicBezTo>
                    <a:pt x="41" y="108"/>
                    <a:pt x="44" y="95"/>
                    <a:pt x="52" y="83"/>
                  </a:cubicBezTo>
                  <a:cubicBezTo>
                    <a:pt x="58" y="73"/>
                    <a:pt x="66" y="67"/>
                    <a:pt x="74" y="60"/>
                  </a:cubicBezTo>
                  <a:cubicBezTo>
                    <a:pt x="78" y="56"/>
                    <a:pt x="82" y="53"/>
                    <a:pt x="86" y="50"/>
                  </a:cubicBezTo>
                  <a:cubicBezTo>
                    <a:pt x="91" y="47"/>
                    <a:pt x="95" y="43"/>
                    <a:pt x="99" y="39"/>
                  </a:cubicBezTo>
                  <a:cubicBezTo>
                    <a:pt x="104" y="35"/>
                    <a:pt x="109" y="33"/>
                    <a:pt x="112" y="28"/>
                  </a:cubicBezTo>
                  <a:cubicBezTo>
                    <a:pt x="116" y="23"/>
                    <a:pt x="131" y="4"/>
                    <a:pt x="125" y="0"/>
                  </a:cubicBezTo>
                </a:path>
              </a:pathLst>
            </a:custGeom>
            <a:solidFill>
              <a:srgbClr val="F6AF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0" name="Freeform 109">
              <a:extLst>
                <a:ext uri="{FF2B5EF4-FFF2-40B4-BE49-F238E27FC236}">
                  <a16:creationId xmlns:a16="http://schemas.microsoft.com/office/drawing/2014/main" id="{4F574613-149B-4F02-A62D-F2B378540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794"/>
              <a:ext cx="188" cy="192"/>
            </a:xfrm>
            <a:custGeom>
              <a:avLst/>
              <a:gdLst>
                <a:gd name="T0" fmla="*/ 77 w 71"/>
                <a:gd name="T1" fmla="*/ 926 h 68"/>
                <a:gd name="T2" fmla="*/ 294 w 71"/>
                <a:gd name="T3" fmla="*/ 472 h 68"/>
                <a:gd name="T4" fmla="*/ 294 w 71"/>
                <a:gd name="T5" fmla="*/ 0 h 68"/>
                <a:gd name="T6" fmla="*/ 553 w 71"/>
                <a:gd name="T7" fmla="*/ 200 h 68"/>
                <a:gd name="T8" fmla="*/ 869 w 71"/>
                <a:gd name="T9" fmla="*/ 336 h 68"/>
                <a:gd name="T10" fmla="*/ 1263 w 71"/>
                <a:gd name="T11" fmla="*/ 542 h 68"/>
                <a:gd name="T12" fmla="*/ 800 w 71"/>
                <a:gd name="T13" fmla="*/ 1036 h 68"/>
                <a:gd name="T14" fmla="*/ 0 w 71"/>
                <a:gd name="T15" fmla="*/ 1530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68">
                  <a:moveTo>
                    <a:pt x="4" y="41"/>
                  </a:moveTo>
                  <a:cubicBezTo>
                    <a:pt x="4" y="35"/>
                    <a:pt x="13" y="28"/>
                    <a:pt x="16" y="21"/>
                  </a:cubicBezTo>
                  <a:cubicBezTo>
                    <a:pt x="19" y="14"/>
                    <a:pt x="17" y="7"/>
                    <a:pt x="16" y="0"/>
                  </a:cubicBezTo>
                  <a:cubicBezTo>
                    <a:pt x="21" y="3"/>
                    <a:pt x="25" y="7"/>
                    <a:pt x="30" y="9"/>
                  </a:cubicBezTo>
                  <a:cubicBezTo>
                    <a:pt x="35" y="12"/>
                    <a:pt x="41" y="13"/>
                    <a:pt x="47" y="15"/>
                  </a:cubicBezTo>
                  <a:cubicBezTo>
                    <a:pt x="53" y="16"/>
                    <a:pt x="67" y="17"/>
                    <a:pt x="68" y="24"/>
                  </a:cubicBezTo>
                  <a:cubicBezTo>
                    <a:pt x="71" y="34"/>
                    <a:pt x="48" y="43"/>
                    <a:pt x="43" y="46"/>
                  </a:cubicBezTo>
                  <a:cubicBezTo>
                    <a:pt x="28" y="53"/>
                    <a:pt x="15" y="62"/>
                    <a:pt x="0" y="68"/>
                  </a:cubicBezTo>
                </a:path>
              </a:pathLst>
            </a:custGeom>
            <a:solidFill>
              <a:srgbClr val="F6AF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1" name="Freeform 110">
              <a:extLst>
                <a:ext uri="{FF2B5EF4-FFF2-40B4-BE49-F238E27FC236}">
                  <a16:creationId xmlns:a16="http://schemas.microsoft.com/office/drawing/2014/main" id="{474A9370-B914-4780-817E-00C4BA6C9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861"/>
              <a:ext cx="210" cy="199"/>
            </a:xfrm>
            <a:custGeom>
              <a:avLst/>
              <a:gdLst>
                <a:gd name="T0" fmla="*/ 0 w 79"/>
                <a:gd name="T1" fmla="*/ 0 h 70"/>
                <a:gd name="T2" fmla="*/ 508 w 79"/>
                <a:gd name="T3" fmla="*/ 26 h 70"/>
                <a:gd name="T4" fmla="*/ 750 w 79"/>
                <a:gd name="T5" fmla="*/ 227 h 70"/>
                <a:gd name="T6" fmla="*/ 848 w 79"/>
                <a:gd name="T7" fmla="*/ 509 h 70"/>
                <a:gd name="T8" fmla="*/ 1018 w 79"/>
                <a:gd name="T9" fmla="*/ 947 h 70"/>
                <a:gd name="T10" fmla="*/ 1483 w 79"/>
                <a:gd name="T11" fmla="*/ 1035 h 70"/>
                <a:gd name="T12" fmla="*/ 1053 w 79"/>
                <a:gd name="T13" fmla="*/ 1123 h 70"/>
                <a:gd name="T14" fmla="*/ 93 w 79"/>
                <a:gd name="T15" fmla="*/ 1609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70">
                  <a:moveTo>
                    <a:pt x="0" y="0"/>
                  </a:moveTo>
                  <a:cubicBezTo>
                    <a:pt x="11" y="0"/>
                    <a:pt x="17" y="0"/>
                    <a:pt x="27" y="1"/>
                  </a:cubicBezTo>
                  <a:cubicBezTo>
                    <a:pt x="34" y="2"/>
                    <a:pt x="40" y="4"/>
                    <a:pt x="40" y="10"/>
                  </a:cubicBezTo>
                  <a:cubicBezTo>
                    <a:pt x="41" y="15"/>
                    <a:pt x="43" y="17"/>
                    <a:pt x="45" y="22"/>
                  </a:cubicBezTo>
                  <a:cubicBezTo>
                    <a:pt x="50" y="29"/>
                    <a:pt x="44" y="38"/>
                    <a:pt x="54" y="41"/>
                  </a:cubicBezTo>
                  <a:cubicBezTo>
                    <a:pt x="62" y="44"/>
                    <a:pt x="71" y="43"/>
                    <a:pt x="79" y="45"/>
                  </a:cubicBezTo>
                  <a:cubicBezTo>
                    <a:pt x="72" y="47"/>
                    <a:pt x="63" y="47"/>
                    <a:pt x="56" y="49"/>
                  </a:cubicBezTo>
                  <a:cubicBezTo>
                    <a:pt x="38" y="55"/>
                    <a:pt x="23" y="66"/>
                    <a:pt x="5" y="70"/>
                  </a:cubicBezTo>
                </a:path>
              </a:pathLst>
            </a:custGeom>
            <a:solidFill>
              <a:srgbClr val="F6AF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2" name="Freeform 111">
              <a:extLst>
                <a:ext uri="{FF2B5EF4-FFF2-40B4-BE49-F238E27FC236}">
                  <a16:creationId xmlns:a16="http://schemas.microsoft.com/office/drawing/2014/main" id="{0005850D-6621-45BC-B9B8-E565F0E1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816"/>
              <a:ext cx="279" cy="99"/>
            </a:xfrm>
            <a:custGeom>
              <a:avLst/>
              <a:gdLst>
                <a:gd name="T0" fmla="*/ 0 w 105"/>
                <a:gd name="T1" fmla="*/ 48 h 35"/>
                <a:gd name="T2" fmla="*/ 260 w 105"/>
                <a:gd name="T3" fmla="*/ 48 h 35"/>
                <a:gd name="T4" fmla="*/ 486 w 105"/>
                <a:gd name="T5" fmla="*/ 136 h 35"/>
                <a:gd name="T6" fmla="*/ 771 w 105"/>
                <a:gd name="T7" fmla="*/ 113 h 35"/>
                <a:gd name="T8" fmla="*/ 1052 w 105"/>
                <a:gd name="T9" fmla="*/ 201 h 35"/>
                <a:gd name="T10" fmla="*/ 1560 w 105"/>
                <a:gd name="T11" fmla="*/ 385 h 35"/>
                <a:gd name="T12" fmla="*/ 1969 w 105"/>
                <a:gd name="T13" fmla="*/ 792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35">
                  <a:moveTo>
                    <a:pt x="0" y="2"/>
                  </a:moveTo>
                  <a:cubicBezTo>
                    <a:pt x="4" y="3"/>
                    <a:pt x="9" y="0"/>
                    <a:pt x="14" y="2"/>
                  </a:cubicBezTo>
                  <a:cubicBezTo>
                    <a:pt x="18" y="3"/>
                    <a:pt x="22" y="5"/>
                    <a:pt x="26" y="6"/>
                  </a:cubicBezTo>
                  <a:cubicBezTo>
                    <a:pt x="31" y="6"/>
                    <a:pt x="36" y="4"/>
                    <a:pt x="41" y="5"/>
                  </a:cubicBezTo>
                  <a:cubicBezTo>
                    <a:pt x="46" y="6"/>
                    <a:pt x="51" y="8"/>
                    <a:pt x="56" y="9"/>
                  </a:cubicBezTo>
                  <a:cubicBezTo>
                    <a:pt x="66" y="11"/>
                    <a:pt x="74" y="13"/>
                    <a:pt x="83" y="17"/>
                  </a:cubicBezTo>
                  <a:cubicBezTo>
                    <a:pt x="90" y="20"/>
                    <a:pt x="105" y="24"/>
                    <a:pt x="105" y="35"/>
                  </a:cubicBezTo>
                </a:path>
              </a:pathLst>
            </a:custGeom>
            <a:solidFill>
              <a:srgbClr val="F6AF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3" name="Freeform 112">
              <a:extLst>
                <a:ext uri="{FF2B5EF4-FFF2-40B4-BE49-F238E27FC236}">
                  <a16:creationId xmlns:a16="http://schemas.microsoft.com/office/drawing/2014/main" id="{C9E1117D-EABF-41FA-8BFB-54A2CB451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878"/>
              <a:ext cx="368" cy="252"/>
            </a:xfrm>
            <a:custGeom>
              <a:avLst/>
              <a:gdLst>
                <a:gd name="T0" fmla="*/ 2579 w 139"/>
                <a:gd name="T1" fmla="*/ 569 h 89"/>
                <a:gd name="T2" fmla="*/ 2467 w 139"/>
                <a:gd name="T3" fmla="*/ 224 h 89"/>
                <a:gd name="T4" fmla="*/ 2319 w 139"/>
                <a:gd name="T5" fmla="*/ 65 h 89"/>
                <a:gd name="T6" fmla="*/ 2187 w 139"/>
                <a:gd name="T7" fmla="*/ 23 h 89"/>
                <a:gd name="T8" fmla="*/ 2097 w 139"/>
                <a:gd name="T9" fmla="*/ 65 h 89"/>
                <a:gd name="T10" fmla="*/ 1599 w 139"/>
                <a:gd name="T11" fmla="*/ 408 h 89"/>
                <a:gd name="T12" fmla="*/ 744 w 139"/>
                <a:gd name="T13" fmla="*/ 793 h 89"/>
                <a:gd name="T14" fmla="*/ 148 w 139"/>
                <a:gd name="T15" fmla="*/ 1067 h 89"/>
                <a:gd name="T16" fmla="*/ 21 w 139"/>
                <a:gd name="T17" fmla="*/ 1314 h 89"/>
                <a:gd name="T18" fmla="*/ 132 w 139"/>
                <a:gd name="T19" fmla="*/ 1546 h 89"/>
                <a:gd name="T20" fmla="*/ 183 w 139"/>
                <a:gd name="T21" fmla="*/ 1724 h 89"/>
                <a:gd name="T22" fmla="*/ 498 w 139"/>
                <a:gd name="T23" fmla="*/ 1659 h 89"/>
                <a:gd name="T24" fmla="*/ 447 w 139"/>
                <a:gd name="T25" fmla="*/ 1772 h 89"/>
                <a:gd name="T26" fmla="*/ 707 w 139"/>
                <a:gd name="T27" fmla="*/ 1699 h 89"/>
                <a:gd name="T28" fmla="*/ 765 w 139"/>
                <a:gd name="T29" fmla="*/ 1860 h 89"/>
                <a:gd name="T30" fmla="*/ 890 w 139"/>
                <a:gd name="T31" fmla="*/ 1974 h 89"/>
                <a:gd name="T32" fmla="*/ 1408 w 139"/>
                <a:gd name="T33" fmla="*/ 1908 h 89"/>
                <a:gd name="T34" fmla="*/ 2446 w 139"/>
                <a:gd name="T35" fmla="*/ 1138 h 89"/>
                <a:gd name="T36" fmla="*/ 2502 w 139"/>
                <a:gd name="T37" fmla="*/ 1042 h 89"/>
                <a:gd name="T38" fmla="*/ 2557 w 139"/>
                <a:gd name="T39" fmla="*/ 841 h 89"/>
                <a:gd name="T40" fmla="*/ 2579 w 139"/>
                <a:gd name="T41" fmla="*/ 569 h 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9" h="89">
                  <a:moveTo>
                    <a:pt x="139" y="25"/>
                  </a:moveTo>
                  <a:cubicBezTo>
                    <a:pt x="139" y="20"/>
                    <a:pt x="137" y="13"/>
                    <a:pt x="133" y="10"/>
                  </a:cubicBezTo>
                  <a:cubicBezTo>
                    <a:pt x="130" y="8"/>
                    <a:pt x="127" y="5"/>
                    <a:pt x="125" y="3"/>
                  </a:cubicBezTo>
                  <a:cubicBezTo>
                    <a:pt x="123" y="2"/>
                    <a:pt x="120" y="2"/>
                    <a:pt x="118" y="1"/>
                  </a:cubicBezTo>
                  <a:cubicBezTo>
                    <a:pt x="115" y="1"/>
                    <a:pt x="116" y="0"/>
                    <a:pt x="113" y="3"/>
                  </a:cubicBezTo>
                  <a:cubicBezTo>
                    <a:pt x="106" y="10"/>
                    <a:pt x="95" y="14"/>
                    <a:pt x="86" y="18"/>
                  </a:cubicBezTo>
                  <a:cubicBezTo>
                    <a:pt x="71" y="24"/>
                    <a:pt x="56" y="31"/>
                    <a:pt x="40" y="35"/>
                  </a:cubicBezTo>
                  <a:cubicBezTo>
                    <a:pt x="28" y="39"/>
                    <a:pt x="18" y="40"/>
                    <a:pt x="8" y="47"/>
                  </a:cubicBezTo>
                  <a:cubicBezTo>
                    <a:pt x="3" y="49"/>
                    <a:pt x="0" y="53"/>
                    <a:pt x="1" y="58"/>
                  </a:cubicBezTo>
                  <a:cubicBezTo>
                    <a:pt x="2" y="62"/>
                    <a:pt x="6" y="63"/>
                    <a:pt x="7" y="68"/>
                  </a:cubicBezTo>
                  <a:cubicBezTo>
                    <a:pt x="7" y="72"/>
                    <a:pt x="7" y="74"/>
                    <a:pt x="10" y="76"/>
                  </a:cubicBezTo>
                  <a:cubicBezTo>
                    <a:pt x="15" y="80"/>
                    <a:pt x="24" y="78"/>
                    <a:pt x="27" y="73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8" y="76"/>
                    <a:pt x="34" y="72"/>
                    <a:pt x="38" y="75"/>
                  </a:cubicBezTo>
                  <a:cubicBezTo>
                    <a:pt x="40" y="77"/>
                    <a:pt x="40" y="80"/>
                    <a:pt x="41" y="82"/>
                  </a:cubicBezTo>
                  <a:cubicBezTo>
                    <a:pt x="43" y="85"/>
                    <a:pt x="44" y="87"/>
                    <a:pt x="48" y="87"/>
                  </a:cubicBezTo>
                  <a:cubicBezTo>
                    <a:pt x="57" y="89"/>
                    <a:pt x="67" y="87"/>
                    <a:pt x="76" y="84"/>
                  </a:cubicBezTo>
                  <a:cubicBezTo>
                    <a:pt x="89" y="73"/>
                    <a:pt x="106" y="61"/>
                    <a:pt x="132" y="50"/>
                  </a:cubicBezTo>
                  <a:cubicBezTo>
                    <a:pt x="133" y="49"/>
                    <a:pt x="134" y="47"/>
                    <a:pt x="135" y="46"/>
                  </a:cubicBezTo>
                  <a:cubicBezTo>
                    <a:pt x="136" y="43"/>
                    <a:pt x="138" y="40"/>
                    <a:pt x="138" y="37"/>
                  </a:cubicBezTo>
                  <a:cubicBezTo>
                    <a:pt x="139" y="33"/>
                    <a:pt x="139" y="29"/>
                    <a:pt x="139" y="25"/>
                  </a:cubicBezTo>
                  <a:close/>
                </a:path>
              </a:pathLst>
            </a:custGeom>
            <a:solidFill>
              <a:srgbClr val="E28C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4" name="Freeform 113">
              <a:extLst>
                <a:ext uri="{FF2B5EF4-FFF2-40B4-BE49-F238E27FC236}">
                  <a16:creationId xmlns:a16="http://schemas.microsoft.com/office/drawing/2014/main" id="{177C316E-7B62-46A9-AC04-48AEB7D68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573"/>
              <a:ext cx="43" cy="172"/>
            </a:xfrm>
            <a:custGeom>
              <a:avLst/>
              <a:gdLst>
                <a:gd name="T0" fmla="*/ 218 w 16"/>
                <a:gd name="T1" fmla="*/ 0 h 61"/>
                <a:gd name="T2" fmla="*/ 312 w 16"/>
                <a:gd name="T3" fmla="*/ 1368 h 61"/>
                <a:gd name="T4" fmla="*/ 218 w 1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1">
                  <a:moveTo>
                    <a:pt x="11" y="0"/>
                  </a:moveTo>
                  <a:cubicBezTo>
                    <a:pt x="0" y="16"/>
                    <a:pt x="4" y="46"/>
                    <a:pt x="16" y="61"/>
                  </a:cubicBezTo>
                  <a:cubicBezTo>
                    <a:pt x="11" y="51"/>
                    <a:pt x="3" y="15"/>
                    <a:pt x="11" y="0"/>
                  </a:cubicBez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5" name="Freeform 114">
              <a:extLst>
                <a:ext uri="{FF2B5EF4-FFF2-40B4-BE49-F238E27FC236}">
                  <a16:creationId xmlns:a16="http://schemas.microsoft.com/office/drawing/2014/main" id="{FD071B26-6C38-46F7-9A44-8294CF4F7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310"/>
              <a:ext cx="1294" cy="1168"/>
            </a:xfrm>
            <a:custGeom>
              <a:avLst/>
              <a:gdLst>
                <a:gd name="T0" fmla="*/ 9098 w 488"/>
                <a:gd name="T1" fmla="*/ 9341 h 413"/>
                <a:gd name="T2" fmla="*/ 9098 w 488"/>
                <a:gd name="T3" fmla="*/ 0 h 413"/>
                <a:gd name="T4" fmla="*/ 0 w 488"/>
                <a:gd name="T5" fmla="*/ 0 h 413"/>
                <a:gd name="T6" fmla="*/ 0 w 488"/>
                <a:gd name="T7" fmla="*/ 8119 h 413"/>
                <a:gd name="T8" fmla="*/ 2384 w 488"/>
                <a:gd name="T9" fmla="*/ 7438 h 4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8" h="413">
                  <a:moveTo>
                    <a:pt x="488" y="413"/>
                  </a:moveTo>
                  <a:cubicBezTo>
                    <a:pt x="488" y="0"/>
                    <a:pt x="488" y="0"/>
                    <a:pt x="48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49" y="356"/>
                    <a:pt x="94" y="347"/>
                    <a:pt x="128" y="329"/>
                  </a:cubicBezTo>
                </a:path>
              </a:pathLst>
            </a:custGeom>
            <a:noFill/>
            <a:ln w="12700" cap="rnd">
              <a:solidFill>
                <a:srgbClr val="8B88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6" name="Freeform 115">
              <a:extLst>
                <a:ext uri="{FF2B5EF4-FFF2-40B4-BE49-F238E27FC236}">
                  <a16:creationId xmlns:a16="http://schemas.microsoft.com/office/drawing/2014/main" id="{7E6E9634-2341-49AA-8727-CB9A9C1D8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463"/>
              <a:ext cx="1294" cy="1227"/>
            </a:xfrm>
            <a:custGeom>
              <a:avLst/>
              <a:gdLst>
                <a:gd name="T0" fmla="*/ 5802 w 488"/>
                <a:gd name="T1" fmla="*/ 9808 h 434"/>
                <a:gd name="T2" fmla="*/ 9098 w 488"/>
                <a:gd name="T3" fmla="*/ 9808 h 434"/>
                <a:gd name="T4" fmla="*/ 9098 w 488"/>
                <a:gd name="T5" fmla="*/ 4515 h 434"/>
                <a:gd name="T6" fmla="*/ 6207 w 488"/>
                <a:gd name="T7" fmla="*/ 4292 h 434"/>
                <a:gd name="T8" fmla="*/ 4269 w 488"/>
                <a:gd name="T9" fmla="*/ 5787 h 434"/>
                <a:gd name="T10" fmla="*/ 3521 w 488"/>
                <a:gd name="T11" fmla="*/ 7481 h 434"/>
                <a:gd name="T12" fmla="*/ 3840 w 488"/>
                <a:gd name="T13" fmla="*/ 5963 h 434"/>
                <a:gd name="T14" fmla="*/ 3824 w 488"/>
                <a:gd name="T15" fmla="*/ 5131 h 434"/>
                <a:gd name="T16" fmla="*/ 2980 w 488"/>
                <a:gd name="T17" fmla="*/ 5555 h 434"/>
                <a:gd name="T18" fmla="*/ 3376 w 488"/>
                <a:gd name="T19" fmla="*/ 4340 h 434"/>
                <a:gd name="T20" fmla="*/ 3580 w 488"/>
                <a:gd name="T21" fmla="*/ 3460 h 434"/>
                <a:gd name="T22" fmla="*/ 3768 w 488"/>
                <a:gd name="T23" fmla="*/ 2621 h 434"/>
                <a:gd name="T24" fmla="*/ 3039 w 488"/>
                <a:gd name="T25" fmla="*/ 1894 h 434"/>
                <a:gd name="T26" fmla="*/ 1941 w 488"/>
                <a:gd name="T27" fmla="*/ 1063 h 434"/>
                <a:gd name="T28" fmla="*/ 392 w 488"/>
                <a:gd name="T29" fmla="*/ 455 h 434"/>
                <a:gd name="T30" fmla="*/ 0 w 488"/>
                <a:gd name="T31" fmla="*/ 0 h 434"/>
                <a:gd name="T32" fmla="*/ 0 w 488"/>
                <a:gd name="T33" fmla="*/ 2151 h 434"/>
                <a:gd name="T34" fmla="*/ 2440 w 488"/>
                <a:gd name="T35" fmla="*/ 1742 h 434"/>
                <a:gd name="T36" fmla="*/ 3185 w 488"/>
                <a:gd name="T37" fmla="*/ 3933 h 434"/>
                <a:gd name="T38" fmla="*/ 2371 w 488"/>
                <a:gd name="T39" fmla="*/ 6259 h 434"/>
                <a:gd name="T40" fmla="*/ 2755 w 488"/>
                <a:gd name="T41" fmla="*/ 7026 h 434"/>
                <a:gd name="T42" fmla="*/ 3543 w 488"/>
                <a:gd name="T43" fmla="*/ 6347 h 434"/>
                <a:gd name="T44" fmla="*/ 3466 w 488"/>
                <a:gd name="T45" fmla="*/ 6579 h 434"/>
                <a:gd name="T46" fmla="*/ 3206 w 488"/>
                <a:gd name="T47" fmla="*/ 7594 h 434"/>
                <a:gd name="T48" fmla="*/ 2946 w 488"/>
                <a:gd name="T49" fmla="*/ 7817 h 434"/>
                <a:gd name="T50" fmla="*/ 2482 w 488"/>
                <a:gd name="T51" fmla="*/ 8272 h 434"/>
                <a:gd name="T52" fmla="*/ 2869 w 488"/>
                <a:gd name="T53" fmla="*/ 9041 h 434"/>
                <a:gd name="T54" fmla="*/ 3768 w 488"/>
                <a:gd name="T55" fmla="*/ 9089 h 434"/>
                <a:gd name="T56" fmla="*/ 3805 w 488"/>
                <a:gd name="T57" fmla="*/ 8137 h 434"/>
                <a:gd name="T58" fmla="*/ 3712 w 488"/>
                <a:gd name="T59" fmla="*/ 7481 h 434"/>
                <a:gd name="T60" fmla="*/ 4211 w 488"/>
                <a:gd name="T61" fmla="*/ 6146 h 434"/>
                <a:gd name="T62" fmla="*/ 5913 w 488"/>
                <a:gd name="T63" fmla="*/ 5380 h 434"/>
                <a:gd name="T64" fmla="*/ 6751 w 488"/>
                <a:gd name="T65" fmla="*/ 6036 h 434"/>
                <a:gd name="T66" fmla="*/ 6953 w 488"/>
                <a:gd name="T67" fmla="*/ 7345 h 434"/>
                <a:gd name="T68" fmla="*/ 5802 w 488"/>
                <a:gd name="T69" fmla="*/ 9808 h 4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88" h="434">
                  <a:moveTo>
                    <a:pt x="311" y="434"/>
                  </a:moveTo>
                  <a:cubicBezTo>
                    <a:pt x="488" y="434"/>
                    <a:pt x="488" y="434"/>
                    <a:pt x="488" y="434"/>
                  </a:cubicBezTo>
                  <a:cubicBezTo>
                    <a:pt x="488" y="200"/>
                    <a:pt x="488" y="200"/>
                    <a:pt x="488" y="200"/>
                  </a:cubicBezTo>
                  <a:cubicBezTo>
                    <a:pt x="435" y="166"/>
                    <a:pt x="362" y="180"/>
                    <a:pt x="333" y="190"/>
                  </a:cubicBezTo>
                  <a:cubicBezTo>
                    <a:pt x="263" y="214"/>
                    <a:pt x="249" y="245"/>
                    <a:pt x="229" y="256"/>
                  </a:cubicBezTo>
                  <a:cubicBezTo>
                    <a:pt x="209" y="267"/>
                    <a:pt x="194" y="315"/>
                    <a:pt x="189" y="331"/>
                  </a:cubicBezTo>
                  <a:cubicBezTo>
                    <a:pt x="192" y="313"/>
                    <a:pt x="202" y="283"/>
                    <a:pt x="206" y="264"/>
                  </a:cubicBezTo>
                  <a:cubicBezTo>
                    <a:pt x="210" y="244"/>
                    <a:pt x="214" y="232"/>
                    <a:pt x="205" y="227"/>
                  </a:cubicBezTo>
                  <a:cubicBezTo>
                    <a:pt x="196" y="221"/>
                    <a:pt x="176" y="234"/>
                    <a:pt x="160" y="246"/>
                  </a:cubicBezTo>
                  <a:cubicBezTo>
                    <a:pt x="160" y="246"/>
                    <a:pt x="178" y="210"/>
                    <a:pt x="181" y="192"/>
                  </a:cubicBezTo>
                  <a:cubicBezTo>
                    <a:pt x="183" y="174"/>
                    <a:pt x="179" y="164"/>
                    <a:pt x="192" y="153"/>
                  </a:cubicBezTo>
                  <a:cubicBezTo>
                    <a:pt x="201" y="145"/>
                    <a:pt x="206" y="128"/>
                    <a:pt x="202" y="116"/>
                  </a:cubicBezTo>
                  <a:cubicBezTo>
                    <a:pt x="195" y="98"/>
                    <a:pt x="174" y="103"/>
                    <a:pt x="163" y="84"/>
                  </a:cubicBezTo>
                  <a:cubicBezTo>
                    <a:pt x="149" y="64"/>
                    <a:pt x="132" y="51"/>
                    <a:pt x="104" y="47"/>
                  </a:cubicBezTo>
                  <a:cubicBezTo>
                    <a:pt x="76" y="47"/>
                    <a:pt x="50" y="40"/>
                    <a:pt x="21" y="20"/>
                  </a:cubicBezTo>
                  <a:cubicBezTo>
                    <a:pt x="12" y="14"/>
                    <a:pt x="5" y="8"/>
                    <a:pt x="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74" y="108"/>
                    <a:pt x="96" y="47"/>
                    <a:pt x="131" y="77"/>
                  </a:cubicBezTo>
                  <a:cubicBezTo>
                    <a:pt x="148" y="96"/>
                    <a:pt x="178" y="119"/>
                    <a:pt x="171" y="174"/>
                  </a:cubicBezTo>
                  <a:cubicBezTo>
                    <a:pt x="164" y="229"/>
                    <a:pt x="137" y="268"/>
                    <a:pt x="127" y="277"/>
                  </a:cubicBezTo>
                  <a:cubicBezTo>
                    <a:pt x="117" y="287"/>
                    <a:pt x="123" y="312"/>
                    <a:pt x="148" y="311"/>
                  </a:cubicBezTo>
                  <a:cubicBezTo>
                    <a:pt x="169" y="310"/>
                    <a:pt x="182" y="294"/>
                    <a:pt x="190" y="281"/>
                  </a:cubicBezTo>
                  <a:cubicBezTo>
                    <a:pt x="189" y="285"/>
                    <a:pt x="188" y="288"/>
                    <a:pt x="186" y="291"/>
                  </a:cubicBezTo>
                  <a:cubicBezTo>
                    <a:pt x="181" y="306"/>
                    <a:pt x="175" y="325"/>
                    <a:pt x="172" y="336"/>
                  </a:cubicBezTo>
                  <a:cubicBezTo>
                    <a:pt x="171" y="343"/>
                    <a:pt x="163" y="345"/>
                    <a:pt x="158" y="346"/>
                  </a:cubicBezTo>
                  <a:cubicBezTo>
                    <a:pt x="148" y="347"/>
                    <a:pt x="137" y="354"/>
                    <a:pt x="133" y="366"/>
                  </a:cubicBezTo>
                  <a:cubicBezTo>
                    <a:pt x="125" y="384"/>
                    <a:pt x="145" y="400"/>
                    <a:pt x="154" y="400"/>
                  </a:cubicBezTo>
                  <a:cubicBezTo>
                    <a:pt x="156" y="407"/>
                    <a:pt x="173" y="423"/>
                    <a:pt x="202" y="402"/>
                  </a:cubicBezTo>
                  <a:cubicBezTo>
                    <a:pt x="212" y="393"/>
                    <a:pt x="210" y="375"/>
                    <a:pt x="204" y="360"/>
                  </a:cubicBezTo>
                  <a:cubicBezTo>
                    <a:pt x="202" y="356"/>
                    <a:pt x="197" y="339"/>
                    <a:pt x="199" y="331"/>
                  </a:cubicBezTo>
                  <a:cubicBezTo>
                    <a:pt x="203" y="312"/>
                    <a:pt x="214" y="281"/>
                    <a:pt x="226" y="272"/>
                  </a:cubicBezTo>
                  <a:cubicBezTo>
                    <a:pt x="241" y="264"/>
                    <a:pt x="283" y="247"/>
                    <a:pt x="317" y="238"/>
                  </a:cubicBezTo>
                  <a:cubicBezTo>
                    <a:pt x="350" y="229"/>
                    <a:pt x="352" y="251"/>
                    <a:pt x="362" y="267"/>
                  </a:cubicBezTo>
                  <a:cubicBezTo>
                    <a:pt x="370" y="281"/>
                    <a:pt x="373" y="303"/>
                    <a:pt x="373" y="325"/>
                  </a:cubicBezTo>
                  <a:cubicBezTo>
                    <a:pt x="376" y="348"/>
                    <a:pt x="318" y="357"/>
                    <a:pt x="311" y="4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7" name="Freeform 116">
              <a:extLst>
                <a:ext uri="{FF2B5EF4-FFF2-40B4-BE49-F238E27FC236}">
                  <a16:creationId xmlns:a16="http://schemas.microsoft.com/office/drawing/2014/main" id="{E39EFB93-E22F-4E6A-8C9F-DFEFE14E8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310"/>
              <a:ext cx="197" cy="280"/>
            </a:xfrm>
            <a:custGeom>
              <a:avLst/>
              <a:gdLst>
                <a:gd name="T0" fmla="*/ 418 w 74"/>
                <a:gd name="T1" fmla="*/ 0 h 99"/>
                <a:gd name="T2" fmla="*/ 0 w 74"/>
                <a:gd name="T3" fmla="*/ 1536 h 99"/>
                <a:gd name="T4" fmla="*/ 588 w 74"/>
                <a:gd name="T5" fmla="*/ 1584 h 99"/>
                <a:gd name="T6" fmla="*/ 1395 w 74"/>
                <a:gd name="T7" fmla="*/ 0 h 99"/>
                <a:gd name="T8" fmla="*/ 418 w 74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9">
                  <a:moveTo>
                    <a:pt x="22" y="0"/>
                  </a:moveTo>
                  <a:cubicBezTo>
                    <a:pt x="9" y="20"/>
                    <a:pt x="1" y="43"/>
                    <a:pt x="0" y="68"/>
                  </a:cubicBezTo>
                  <a:cubicBezTo>
                    <a:pt x="0" y="97"/>
                    <a:pt x="18" y="99"/>
                    <a:pt x="31" y="70"/>
                  </a:cubicBezTo>
                  <a:cubicBezTo>
                    <a:pt x="40" y="47"/>
                    <a:pt x="55" y="22"/>
                    <a:pt x="74" y="0"/>
                  </a:cubicBezTo>
                  <a:lnTo>
                    <a:pt x="22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8" name="Freeform 117">
              <a:extLst>
                <a:ext uri="{FF2B5EF4-FFF2-40B4-BE49-F238E27FC236}">
                  <a16:creationId xmlns:a16="http://schemas.microsoft.com/office/drawing/2014/main" id="{51240C32-ADEA-49A1-BC7E-CEDAC5A93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3524"/>
              <a:ext cx="13" cy="70"/>
            </a:xfrm>
            <a:custGeom>
              <a:avLst/>
              <a:gdLst>
                <a:gd name="T0" fmla="*/ 55 w 5"/>
                <a:gd name="T1" fmla="*/ 0 h 25"/>
                <a:gd name="T2" fmla="*/ 88 w 5"/>
                <a:gd name="T3" fmla="*/ 54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3" y="0"/>
                  </a:moveTo>
                  <a:cubicBezTo>
                    <a:pt x="1" y="6"/>
                    <a:pt x="0" y="21"/>
                    <a:pt x="5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9" name="Freeform 118">
              <a:extLst>
                <a:ext uri="{FF2B5EF4-FFF2-40B4-BE49-F238E27FC236}">
                  <a16:creationId xmlns:a16="http://schemas.microsoft.com/office/drawing/2014/main" id="{8D2DBD30-9D09-4887-A764-B76E21776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532"/>
              <a:ext cx="26" cy="8"/>
            </a:xfrm>
            <a:custGeom>
              <a:avLst/>
              <a:gdLst>
                <a:gd name="T0" fmla="*/ 177 w 10"/>
                <a:gd name="T1" fmla="*/ 56 h 3"/>
                <a:gd name="T2" fmla="*/ 0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cubicBezTo>
                    <a:pt x="6" y="3"/>
                    <a:pt x="3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0" name="Freeform 119">
              <a:extLst>
                <a:ext uri="{FF2B5EF4-FFF2-40B4-BE49-F238E27FC236}">
                  <a16:creationId xmlns:a16="http://schemas.microsoft.com/office/drawing/2014/main" id="{8E30E2C0-1C38-4DF1-A010-210F8BCA7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564"/>
              <a:ext cx="74" cy="207"/>
            </a:xfrm>
            <a:custGeom>
              <a:avLst/>
              <a:gdLst>
                <a:gd name="T0" fmla="*/ 293 w 28"/>
                <a:gd name="T1" fmla="*/ 0 h 73"/>
                <a:gd name="T2" fmla="*/ 518 w 28"/>
                <a:gd name="T3" fmla="*/ 1665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3">
                  <a:moveTo>
                    <a:pt x="16" y="0"/>
                  </a:moveTo>
                  <a:cubicBezTo>
                    <a:pt x="9" y="6"/>
                    <a:pt x="0" y="53"/>
                    <a:pt x="28" y="7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1" name="Freeform 120">
              <a:extLst>
                <a:ext uri="{FF2B5EF4-FFF2-40B4-BE49-F238E27FC236}">
                  <a16:creationId xmlns:a16="http://schemas.microsoft.com/office/drawing/2014/main" id="{B05BD5AC-EE05-4A97-95AF-E18B1ED09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284"/>
              <a:ext cx="761" cy="229"/>
            </a:xfrm>
            <a:custGeom>
              <a:avLst/>
              <a:gdLst>
                <a:gd name="T0" fmla="*/ 0 w 287"/>
                <a:gd name="T1" fmla="*/ 1829 h 81"/>
                <a:gd name="T2" fmla="*/ 5351 w 287"/>
                <a:gd name="T3" fmla="*/ 85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7" h="81">
                  <a:moveTo>
                    <a:pt x="0" y="81"/>
                  </a:moveTo>
                  <a:cubicBezTo>
                    <a:pt x="20" y="53"/>
                    <a:pt x="151" y="0"/>
                    <a:pt x="287" y="3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2" name="Freeform 121">
              <a:extLst>
                <a:ext uri="{FF2B5EF4-FFF2-40B4-BE49-F238E27FC236}">
                  <a16:creationId xmlns:a16="http://schemas.microsoft.com/office/drawing/2014/main" id="{80DFAAD0-DD68-4767-A220-2CBDF50BD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3192"/>
              <a:ext cx="19" cy="66"/>
            </a:xfrm>
            <a:custGeom>
              <a:avLst/>
              <a:gdLst>
                <a:gd name="T0" fmla="*/ 141 w 7"/>
                <a:gd name="T1" fmla="*/ 0 h 23"/>
                <a:gd name="T2" fmla="*/ 0 w 7"/>
                <a:gd name="T3" fmla="*/ 5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7" y="0"/>
                  </a:moveTo>
                  <a:cubicBezTo>
                    <a:pt x="7" y="5"/>
                    <a:pt x="4" y="19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3" name="Freeform 122">
              <a:extLst>
                <a:ext uri="{FF2B5EF4-FFF2-40B4-BE49-F238E27FC236}">
                  <a16:creationId xmlns:a16="http://schemas.microsoft.com/office/drawing/2014/main" id="{F2899B86-4CF4-4F7C-A024-FFA8D283C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187"/>
              <a:ext cx="167" cy="138"/>
            </a:xfrm>
            <a:custGeom>
              <a:avLst/>
              <a:gdLst>
                <a:gd name="T0" fmla="*/ 915 w 63"/>
                <a:gd name="T1" fmla="*/ 0 h 49"/>
                <a:gd name="T2" fmla="*/ 204 w 63"/>
                <a:gd name="T3" fmla="*/ 358 h 49"/>
                <a:gd name="T4" fmla="*/ 0 w 63"/>
                <a:gd name="T5" fmla="*/ 651 h 49"/>
                <a:gd name="T6" fmla="*/ 779 w 63"/>
                <a:gd name="T7" fmla="*/ 786 h 49"/>
                <a:gd name="T8" fmla="*/ 915 w 63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9">
                  <a:moveTo>
                    <a:pt x="49" y="0"/>
                  </a:moveTo>
                  <a:cubicBezTo>
                    <a:pt x="33" y="6"/>
                    <a:pt x="18" y="12"/>
                    <a:pt x="11" y="16"/>
                  </a:cubicBezTo>
                  <a:cubicBezTo>
                    <a:pt x="7" y="19"/>
                    <a:pt x="4" y="24"/>
                    <a:pt x="0" y="29"/>
                  </a:cubicBezTo>
                  <a:cubicBezTo>
                    <a:pt x="9" y="29"/>
                    <a:pt x="21" y="49"/>
                    <a:pt x="42" y="35"/>
                  </a:cubicBezTo>
                  <a:cubicBezTo>
                    <a:pt x="63" y="19"/>
                    <a:pt x="47" y="6"/>
                    <a:pt x="4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4" name="Freeform 123">
              <a:extLst>
                <a:ext uri="{FF2B5EF4-FFF2-40B4-BE49-F238E27FC236}">
                  <a16:creationId xmlns:a16="http://schemas.microsoft.com/office/drawing/2014/main" id="{7317912F-40DA-40DE-8D06-FB00CC44F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286"/>
              <a:ext cx="485" cy="133"/>
            </a:xfrm>
            <a:custGeom>
              <a:avLst/>
              <a:gdLst>
                <a:gd name="T0" fmla="*/ 2754 w 183"/>
                <a:gd name="T1" fmla="*/ 456 h 47"/>
                <a:gd name="T2" fmla="*/ 2401 w 183"/>
                <a:gd name="T3" fmla="*/ 320 h 47"/>
                <a:gd name="T4" fmla="*/ 21 w 183"/>
                <a:gd name="T5" fmla="*/ 543 h 47"/>
                <a:gd name="T6" fmla="*/ 0 w 183"/>
                <a:gd name="T7" fmla="*/ 543 h 47"/>
                <a:gd name="T8" fmla="*/ 0 w 183"/>
                <a:gd name="T9" fmla="*/ 1064 h 47"/>
                <a:gd name="T10" fmla="*/ 21 w 183"/>
                <a:gd name="T11" fmla="*/ 1064 h 47"/>
                <a:gd name="T12" fmla="*/ 3329 w 183"/>
                <a:gd name="T13" fmla="*/ 495 h 47"/>
                <a:gd name="T14" fmla="*/ 3371 w 183"/>
                <a:gd name="T15" fmla="*/ 337 h 47"/>
                <a:gd name="T16" fmla="*/ 3406 w 183"/>
                <a:gd name="T17" fmla="*/ 0 h 47"/>
                <a:gd name="T18" fmla="*/ 2754 w 183"/>
                <a:gd name="T19" fmla="*/ 456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3" h="47">
                  <a:moveTo>
                    <a:pt x="148" y="20"/>
                  </a:moveTo>
                  <a:cubicBezTo>
                    <a:pt x="139" y="21"/>
                    <a:pt x="133" y="18"/>
                    <a:pt x="129" y="14"/>
                  </a:cubicBezTo>
                  <a:cubicBezTo>
                    <a:pt x="84" y="22"/>
                    <a:pt x="31" y="24"/>
                    <a:pt x="1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43" y="46"/>
                    <a:pt x="140" y="41"/>
                    <a:pt x="179" y="22"/>
                  </a:cubicBezTo>
                  <a:cubicBezTo>
                    <a:pt x="180" y="19"/>
                    <a:pt x="181" y="17"/>
                    <a:pt x="181" y="15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64" y="20"/>
                    <a:pt x="148" y="20"/>
                  </a:cubicBezTo>
                  <a:close/>
                </a:path>
              </a:pathLst>
            </a:custGeom>
            <a:solidFill>
              <a:srgbClr val="FFE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5" name="Freeform 124">
              <a:extLst>
                <a:ext uri="{FF2B5EF4-FFF2-40B4-BE49-F238E27FC236}">
                  <a16:creationId xmlns:a16="http://schemas.microsoft.com/office/drawing/2014/main" id="{E86DCD87-86B7-4368-9578-5F6E0020A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286"/>
              <a:ext cx="485" cy="133"/>
            </a:xfrm>
            <a:custGeom>
              <a:avLst/>
              <a:gdLst>
                <a:gd name="T0" fmla="*/ 2754 w 183"/>
                <a:gd name="T1" fmla="*/ 456 h 47"/>
                <a:gd name="T2" fmla="*/ 2401 w 183"/>
                <a:gd name="T3" fmla="*/ 320 h 47"/>
                <a:gd name="T4" fmla="*/ 21 w 183"/>
                <a:gd name="T5" fmla="*/ 543 h 47"/>
                <a:gd name="T6" fmla="*/ 0 w 183"/>
                <a:gd name="T7" fmla="*/ 543 h 47"/>
                <a:gd name="T8" fmla="*/ 0 w 183"/>
                <a:gd name="T9" fmla="*/ 1064 h 47"/>
                <a:gd name="T10" fmla="*/ 21 w 183"/>
                <a:gd name="T11" fmla="*/ 1064 h 47"/>
                <a:gd name="T12" fmla="*/ 3329 w 183"/>
                <a:gd name="T13" fmla="*/ 495 h 47"/>
                <a:gd name="T14" fmla="*/ 3371 w 183"/>
                <a:gd name="T15" fmla="*/ 337 h 47"/>
                <a:gd name="T16" fmla="*/ 3406 w 183"/>
                <a:gd name="T17" fmla="*/ 0 h 47"/>
                <a:gd name="T18" fmla="*/ 2754 w 183"/>
                <a:gd name="T19" fmla="*/ 456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3" h="47">
                  <a:moveTo>
                    <a:pt x="148" y="20"/>
                  </a:moveTo>
                  <a:cubicBezTo>
                    <a:pt x="139" y="21"/>
                    <a:pt x="133" y="18"/>
                    <a:pt x="129" y="14"/>
                  </a:cubicBezTo>
                  <a:cubicBezTo>
                    <a:pt x="84" y="22"/>
                    <a:pt x="31" y="24"/>
                    <a:pt x="1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43" y="46"/>
                    <a:pt x="140" y="41"/>
                    <a:pt x="179" y="22"/>
                  </a:cubicBezTo>
                  <a:cubicBezTo>
                    <a:pt x="180" y="19"/>
                    <a:pt x="181" y="17"/>
                    <a:pt x="181" y="15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64" y="20"/>
                    <a:pt x="148" y="2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6" name="Freeform 125">
              <a:extLst>
                <a:ext uri="{FF2B5EF4-FFF2-40B4-BE49-F238E27FC236}">
                  <a16:creationId xmlns:a16="http://schemas.microsoft.com/office/drawing/2014/main" id="{66AE8537-CCCB-448E-9CC6-7F52A5D09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802"/>
              <a:ext cx="18" cy="59"/>
            </a:xfrm>
            <a:custGeom>
              <a:avLst/>
              <a:gdLst>
                <a:gd name="T0" fmla="*/ 118 w 7"/>
                <a:gd name="T1" fmla="*/ 466 h 21"/>
                <a:gd name="T2" fmla="*/ 0 w 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21"/>
                  </a:moveTo>
                  <a:cubicBezTo>
                    <a:pt x="4" y="14"/>
                    <a:pt x="4" y="7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BCD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7" name="Rectangle 126">
              <a:extLst>
                <a:ext uri="{FF2B5EF4-FFF2-40B4-BE49-F238E27FC236}">
                  <a16:creationId xmlns:a16="http://schemas.microsoft.com/office/drawing/2014/main" id="{94102C1F-8A78-4002-8434-832FFEF20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" y="2310"/>
              <a:ext cx="1294" cy="1380"/>
            </a:xfrm>
            <a:prstGeom prst="rect">
              <a:avLst/>
            </a:prstGeom>
            <a:noFill/>
            <a:ln w="158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698" name="Freeform 127">
              <a:extLst>
                <a:ext uri="{FF2B5EF4-FFF2-40B4-BE49-F238E27FC236}">
                  <a16:creationId xmlns:a16="http://schemas.microsoft.com/office/drawing/2014/main" id="{5E5887AB-2168-4615-BB54-DE6103D7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825"/>
              <a:ext cx="24" cy="31"/>
            </a:xfrm>
            <a:custGeom>
              <a:avLst/>
              <a:gdLst>
                <a:gd name="T0" fmla="*/ 149 w 9"/>
                <a:gd name="T1" fmla="*/ 197 h 11"/>
                <a:gd name="T2" fmla="*/ 115 w 9"/>
                <a:gd name="T3" fmla="*/ 0 h 11"/>
                <a:gd name="T4" fmla="*/ 21 w 9"/>
                <a:gd name="T5" fmla="*/ 24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8" y="9"/>
                  </a:moveTo>
                  <a:cubicBezTo>
                    <a:pt x="9" y="6"/>
                    <a:pt x="8" y="2"/>
                    <a:pt x="6" y="0"/>
                  </a:cubicBezTo>
                  <a:cubicBezTo>
                    <a:pt x="2" y="0"/>
                    <a:pt x="0" y="7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FBCD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9" name="Freeform 128">
              <a:extLst>
                <a:ext uri="{FF2B5EF4-FFF2-40B4-BE49-F238E27FC236}">
                  <a16:creationId xmlns:a16="http://schemas.microsoft.com/office/drawing/2014/main" id="{21F07A53-C524-4056-AAAF-6B1EB2475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825"/>
              <a:ext cx="348" cy="291"/>
            </a:xfrm>
            <a:custGeom>
              <a:avLst/>
              <a:gdLst>
                <a:gd name="T0" fmla="*/ 2343 w 131"/>
                <a:gd name="T1" fmla="*/ 607 h 103"/>
                <a:gd name="T2" fmla="*/ 2173 w 131"/>
                <a:gd name="T3" fmla="*/ 455 h 103"/>
                <a:gd name="T4" fmla="*/ 2003 w 131"/>
                <a:gd name="T5" fmla="*/ 359 h 103"/>
                <a:gd name="T6" fmla="*/ 1878 w 131"/>
                <a:gd name="T7" fmla="*/ 384 h 103"/>
                <a:gd name="T8" fmla="*/ 1857 w 131"/>
                <a:gd name="T9" fmla="*/ 407 h 103"/>
                <a:gd name="T10" fmla="*/ 1878 w 131"/>
                <a:gd name="T11" fmla="*/ 407 h 103"/>
                <a:gd name="T12" fmla="*/ 1820 w 131"/>
                <a:gd name="T13" fmla="*/ 384 h 103"/>
                <a:gd name="T14" fmla="*/ 1836 w 131"/>
                <a:gd name="T15" fmla="*/ 384 h 103"/>
                <a:gd name="T16" fmla="*/ 1836 w 131"/>
                <a:gd name="T17" fmla="*/ 336 h 103"/>
                <a:gd name="T18" fmla="*/ 1405 w 131"/>
                <a:gd name="T19" fmla="*/ 223 h 103"/>
                <a:gd name="T20" fmla="*/ 1179 w 131"/>
                <a:gd name="T21" fmla="*/ 184 h 103"/>
                <a:gd name="T22" fmla="*/ 1065 w 131"/>
                <a:gd name="T23" fmla="*/ 271 h 103"/>
                <a:gd name="T24" fmla="*/ 1052 w 131"/>
                <a:gd name="T25" fmla="*/ 249 h 103"/>
                <a:gd name="T26" fmla="*/ 691 w 131"/>
                <a:gd name="T27" fmla="*/ 88 h 103"/>
                <a:gd name="T28" fmla="*/ 770 w 131"/>
                <a:gd name="T29" fmla="*/ 384 h 103"/>
                <a:gd name="T30" fmla="*/ 635 w 131"/>
                <a:gd name="T31" fmla="*/ 455 h 103"/>
                <a:gd name="T32" fmla="*/ 566 w 131"/>
                <a:gd name="T33" fmla="*/ 582 h 103"/>
                <a:gd name="T34" fmla="*/ 452 w 131"/>
                <a:gd name="T35" fmla="*/ 520 h 103"/>
                <a:gd name="T36" fmla="*/ 149 w 131"/>
                <a:gd name="T37" fmla="*/ 607 h 103"/>
                <a:gd name="T38" fmla="*/ 21 w 131"/>
                <a:gd name="T39" fmla="*/ 1062 h 103"/>
                <a:gd name="T40" fmla="*/ 21 w 131"/>
                <a:gd name="T41" fmla="*/ 1667 h 103"/>
                <a:gd name="T42" fmla="*/ 205 w 131"/>
                <a:gd name="T43" fmla="*/ 1780 h 103"/>
                <a:gd name="T44" fmla="*/ 205 w 131"/>
                <a:gd name="T45" fmla="*/ 1757 h 103"/>
                <a:gd name="T46" fmla="*/ 303 w 131"/>
                <a:gd name="T47" fmla="*/ 1867 h 103"/>
                <a:gd name="T48" fmla="*/ 303 w 131"/>
                <a:gd name="T49" fmla="*/ 1867 h 103"/>
                <a:gd name="T50" fmla="*/ 226 w 131"/>
                <a:gd name="T51" fmla="*/ 2051 h 103"/>
                <a:gd name="T52" fmla="*/ 396 w 131"/>
                <a:gd name="T53" fmla="*/ 2187 h 103"/>
                <a:gd name="T54" fmla="*/ 600 w 131"/>
                <a:gd name="T55" fmla="*/ 2051 h 103"/>
                <a:gd name="T56" fmla="*/ 792 w 131"/>
                <a:gd name="T57" fmla="*/ 1986 h 103"/>
                <a:gd name="T58" fmla="*/ 882 w 131"/>
                <a:gd name="T59" fmla="*/ 2212 h 103"/>
                <a:gd name="T60" fmla="*/ 1087 w 131"/>
                <a:gd name="T61" fmla="*/ 2187 h 103"/>
                <a:gd name="T62" fmla="*/ 1087 w 131"/>
                <a:gd name="T63" fmla="*/ 2212 h 103"/>
                <a:gd name="T64" fmla="*/ 1461 w 131"/>
                <a:gd name="T65" fmla="*/ 2139 h 103"/>
                <a:gd name="T66" fmla="*/ 1913 w 131"/>
                <a:gd name="T67" fmla="*/ 1805 h 103"/>
                <a:gd name="T68" fmla="*/ 1934 w 131"/>
                <a:gd name="T69" fmla="*/ 1780 h 103"/>
                <a:gd name="T70" fmla="*/ 1913 w 131"/>
                <a:gd name="T71" fmla="*/ 1757 h 103"/>
                <a:gd name="T72" fmla="*/ 2117 w 131"/>
                <a:gd name="T73" fmla="*/ 1740 h 103"/>
                <a:gd name="T74" fmla="*/ 2364 w 131"/>
                <a:gd name="T75" fmla="*/ 1483 h 103"/>
                <a:gd name="T76" fmla="*/ 2420 w 131"/>
                <a:gd name="T77" fmla="*/ 1124 h 103"/>
                <a:gd name="T78" fmla="*/ 2343 w 131"/>
                <a:gd name="T79" fmla="*/ 607 h 10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31" h="103">
                  <a:moveTo>
                    <a:pt x="125" y="27"/>
                  </a:moveTo>
                  <a:cubicBezTo>
                    <a:pt x="122" y="25"/>
                    <a:pt x="119" y="22"/>
                    <a:pt x="116" y="20"/>
                  </a:cubicBezTo>
                  <a:cubicBezTo>
                    <a:pt x="113" y="18"/>
                    <a:pt x="110" y="16"/>
                    <a:pt x="107" y="16"/>
                  </a:cubicBezTo>
                  <a:cubicBezTo>
                    <a:pt x="104" y="16"/>
                    <a:pt x="102" y="17"/>
                    <a:pt x="100" y="1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100" y="18"/>
                    <a:pt x="99" y="17"/>
                    <a:pt x="97" y="17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8" y="16"/>
                    <a:pt x="98" y="16"/>
                    <a:pt x="98" y="15"/>
                  </a:cubicBezTo>
                  <a:cubicBezTo>
                    <a:pt x="97" y="12"/>
                    <a:pt x="80" y="11"/>
                    <a:pt x="75" y="10"/>
                  </a:cubicBezTo>
                  <a:cubicBezTo>
                    <a:pt x="71" y="9"/>
                    <a:pt x="67" y="6"/>
                    <a:pt x="63" y="8"/>
                  </a:cubicBezTo>
                  <a:cubicBezTo>
                    <a:pt x="61" y="8"/>
                    <a:pt x="59" y="10"/>
                    <a:pt x="57" y="12"/>
                  </a:cubicBezTo>
                  <a:cubicBezTo>
                    <a:pt x="57" y="12"/>
                    <a:pt x="56" y="11"/>
                    <a:pt x="56" y="11"/>
                  </a:cubicBezTo>
                  <a:cubicBezTo>
                    <a:pt x="51" y="8"/>
                    <a:pt x="42" y="0"/>
                    <a:pt x="37" y="4"/>
                  </a:cubicBezTo>
                  <a:cubicBezTo>
                    <a:pt x="34" y="6"/>
                    <a:pt x="37" y="11"/>
                    <a:pt x="41" y="17"/>
                  </a:cubicBezTo>
                  <a:cubicBezTo>
                    <a:pt x="38" y="17"/>
                    <a:pt x="35" y="18"/>
                    <a:pt x="34" y="20"/>
                  </a:cubicBezTo>
                  <a:cubicBezTo>
                    <a:pt x="33" y="21"/>
                    <a:pt x="31" y="23"/>
                    <a:pt x="30" y="26"/>
                  </a:cubicBezTo>
                  <a:cubicBezTo>
                    <a:pt x="30" y="24"/>
                    <a:pt x="27" y="23"/>
                    <a:pt x="24" y="23"/>
                  </a:cubicBezTo>
                  <a:cubicBezTo>
                    <a:pt x="21" y="23"/>
                    <a:pt x="14" y="24"/>
                    <a:pt x="8" y="27"/>
                  </a:cubicBezTo>
                  <a:cubicBezTo>
                    <a:pt x="3" y="29"/>
                    <a:pt x="2" y="42"/>
                    <a:pt x="1" y="47"/>
                  </a:cubicBezTo>
                  <a:cubicBezTo>
                    <a:pt x="1" y="56"/>
                    <a:pt x="0" y="65"/>
                    <a:pt x="1" y="74"/>
                  </a:cubicBezTo>
                  <a:cubicBezTo>
                    <a:pt x="2" y="80"/>
                    <a:pt x="6" y="80"/>
                    <a:pt x="11" y="79"/>
                  </a:cubicBezTo>
                  <a:cubicBezTo>
                    <a:pt x="11" y="79"/>
                    <a:pt x="11" y="78"/>
                    <a:pt x="11" y="78"/>
                  </a:cubicBezTo>
                  <a:cubicBezTo>
                    <a:pt x="11" y="82"/>
                    <a:pt x="13" y="83"/>
                    <a:pt x="16" y="83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3" y="86"/>
                    <a:pt x="12" y="89"/>
                    <a:pt x="12" y="91"/>
                  </a:cubicBezTo>
                  <a:cubicBezTo>
                    <a:pt x="14" y="96"/>
                    <a:pt x="16" y="97"/>
                    <a:pt x="21" y="97"/>
                  </a:cubicBezTo>
                  <a:cubicBezTo>
                    <a:pt x="26" y="97"/>
                    <a:pt x="28" y="94"/>
                    <a:pt x="32" y="91"/>
                  </a:cubicBezTo>
                  <a:cubicBezTo>
                    <a:pt x="35" y="89"/>
                    <a:pt x="39" y="86"/>
                    <a:pt x="42" y="88"/>
                  </a:cubicBezTo>
                  <a:cubicBezTo>
                    <a:pt x="46" y="90"/>
                    <a:pt x="45" y="95"/>
                    <a:pt x="47" y="98"/>
                  </a:cubicBezTo>
                  <a:cubicBezTo>
                    <a:pt x="50" y="103"/>
                    <a:pt x="57" y="102"/>
                    <a:pt x="58" y="97"/>
                  </a:cubicBezTo>
                  <a:cubicBezTo>
                    <a:pt x="58" y="97"/>
                    <a:pt x="58" y="98"/>
                    <a:pt x="58" y="98"/>
                  </a:cubicBezTo>
                  <a:cubicBezTo>
                    <a:pt x="61" y="99"/>
                    <a:pt x="71" y="98"/>
                    <a:pt x="78" y="95"/>
                  </a:cubicBezTo>
                  <a:cubicBezTo>
                    <a:pt x="87" y="92"/>
                    <a:pt x="100" y="84"/>
                    <a:pt x="102" y="80"/>
                  </a:cubicBezTo>
                  <a:cubicBezTo>
                    <a:pt x="103" y="80"/>
                    <a:pt x="103" y="79"/>
                    <a:pt x="103" y="79"/>
                  </a:cubicBezTo>
                  <a:cubicBezTo>
                    <a:pt x="102" y="79"/>
                    <a:pt x="102" y="79"/>
                    <a:pt x="102" y="78"/>
                  </a:cubicBezTo>
                  <a:cubicBezTo>
                    <a:pt x="105" y="82"/>
                    <a:pt x="110" y="78"/>
                    <a:pt x="113" y="77"/>
                  </a:cubicBezTo>
                  <a:cubicBezTo>
                    <a:pt x="118" y="74"/>
                    <a:pt x="123" y="71"/>
                    <a:pt x="126" y="66"/>
                  </a:cubicBezTo>
                  <a:cubicBezTo>
                    <a:pt x="128" y="60"/>
                    <a:pt x="128" y="56"/>
                    <a:pt x="129" y="50"/>
                  </a:cubicBezTo>
                  <a:cubicBezTo>
                    <a:pt x="130" y="45"/>
                    <a:pt x="131" y="33"/>
                    <a:pt x="125" y="27"/>
                  </a:cubicBezTo>
                  <a:close/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0" name="Freeform 129">
              <a:extLst>
                <a:ext uri="{FF2B5EF4-FFF2-40B4-BE49-F238E27FC236}">
                  <a16:creationId xmlns:a16="http://schemas.microsoft.com/office/drawing/2014/main" id="{4F1A385F-B574-40E8-A838-23F0D8B4A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856"/>
              <a:ext cx="130" cy="45"/>
            </a:xfrm>
            <a:custGeom>
              <a:avLst/>
              <a:gdLst>
                <a:gd name="T0" fmla="*/ 149 w 49"/>
                <a:gd name="T1" fmla="*/ 332 h 16"/>
                <a:gd name="T2" fmla="*/ 374 w 49"/>
                <a:gd name="T3" fmla="*/ 332 h 16"/>
                <a:gd name="T4" fmla="*/ 894 w 49"/>
                <a:gd name="T5" fmla="*/ 183 h 16"/>
                <a:gd name="T6" fmla="*/ 464 w 49"/>
                <a:gd name="T7" fmla="*/ 65 h 16"/>
                <a:gd name="T8" fmla="*/ 226 w 49"/>
                <a:gd name="T9" fmla="*/ 23 h 16"/>
                <a:gd name="T10" fmla="*/ 149 w 49"/>
                <a:gd name="T11" fmla="*/ 332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6">
                  <a:moveTo>
                    <a:pt x="8" y="15"/>
                  </a:moveTo>
                  <a:cubicBezTo>
                    <a:pt x="12" y="15"/>
                    <a:pt x="16" y="15"/>
                    <a:pt x="20" y="15"/>
                  </a:cubicBezTo>
                  <a:cubicBezTo>
                    <a:pt x="25" y="15"/>
                    <a:pt x="49" y="16"/>
                    <a:pt x="48" y="8"/>
                  </a:cubicBezTo>
                  <a:cubicBezTo>
                    <a:pt x="47" y="5"/>
                    <a:pt x="30" y="5"/>
                    <a:pt x="25" y="3"/>
                  </a:cubicBezTo>
                  <a:cubicBezTo>
                    <a:pt x="21" y="2"/>
                    <a:pt x="17" y="0"/>
                    <a:pt x="12" y="1"/>
                  </a:cubicBezTo>
                  <a:cubicBezTo>
                    <a:pt x="8" y="2"/>
                    <a:pt x="0" y="12"/>
                    <a:pt x="8" y="15"/>
                  </a:cubicBezTo>
                  <a:close/>
                </a:path>
              </a:pathLst>
            </a:custGeom>
            <a:solidFill>
              <a:srgbClr val="FFD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1" name="Freeform 130">
              <a:extLst>
                <a:ext uri="{FF2B5EF4-FFF2-40B4-BE49-F238E27FC236}">
                  <a16:creationId xmlns:a16="http://schemas.microsoft.com/office/drawing/2014/main" id="{86A6B644-6F30-4C14-AF9D-C1B6C2CF5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870"/>
              <a:ext cx="109" cy="190"/>
            </a:xfrm>
            <a:custGeom>
              <a:avLst/>
              <a:gdLst>
                <a:gd name="T0" fmla="*/ 715 w 41"/>
                <a:gd name="T1" fmla="*/ 224 h 67"/>
                <a:gd name="T2" fmla="*/ 657 w 41"/>
                <a:gd name="T3" fmla="*/ 224 h 67"/>
                <a:gd name="T4" fmla="*/ 601 w 41"/>
                <a:gd name="T5" fmla="*/ 74 h 67"/>
                <a:gd name="T6" fmla="*/ 487 w 41"/>
                <a:gd name="T7" fmla="*/ 0 h 67"/>
                <a:gd name="T8" fmla="*/ 136 w 41"/>
                <a:gd name="T9" fmla="*/ 88 h 67"/>
                <a:gd name="T10" fmla="*/ 35 w 41"/>
                <a:gd name="T11" fmla="*/ 363 h 67"/>
                <a:gd name="T12" fmla="*/ 56 w 41"/>
                <a:gd name="T13" fmla="*/ 1344 h 67"/>
                <a:gd name="T14" fmla="*/ 362 w 41"/>
                <a:gd name="T15" fmla="*/ 1503 h 67"/>
                <a:gd name="T16" fmla="*/ 622 w 41"/>
                <a:gd name="T17" fmla="*/ 1367 h 67"/>
                <a:gd name="T18" fmla="*/ 734 w 41"/>
                <a:gd name="T19" fmla="*/ 346 h 67"/>
                <a:gd name="T20" fmla="*/ 715 w 41"/>
                <a:gd name="T21" fmla="*/ 224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67">
                  <a:moveTo>
                    <a:pt x="38" y="10"/>
                  </a:moveTo>
                  <a:cubicBezTo>
                    <a:pt x="37" y="10"/>
                    <a:pt x="36" y="10"/>
                    <a:pt x="35" y="10"/>
                  </a:cubicBezTo>
                  <a:cubicBezTo>
                    <a:pt x="31" y="9"/>
                    <a:pt x="31" y="6"/>
                    <a:pt x="32" y="3"/>
                  </a:cubicBezTo>
                  <a:cubicBezTo>
                    <a:pt x="32" y="1"/>
                    <a:pt x="29" y="0"/>
                    <a:pt x="26" y="0"/>
                  </a:cubicBezTo>
                  <a:cubicBezTo>
                    <a:pt x="21" y="0"/>
                    <a:pt x="11" y="0"/>
                    <a:pt x="7" y="4"/>
                  </a:cubicBezTo>
                  <a:cubicBezTo>
                    <a:pt x="5" y="6"/>
                    <a:pt x="3" y="12"/>
                    <a:pt x="2" y="16"/>
                  </a:cubicBezTo>
                  <a:cubicBezTo>
                    <a:pt x="0" y="33"/>
                    <a:pt x="1" y="49"/>
                    <a:pt x="3" y="59"/>
                  </a:cubicBezTo>
                  <a:cubicBezTo>
                    <a:pt x="4" y="65"/>
                    <a:pt x="12" y="66"/>
                    <a:pt x="19" y="66"/>
                  </a:cubicBezTo>
                  <a:cubicBezTo>
                    <a:pt x="25" y="66"/>
                    <a:pt x="31" y="67"/>
                    <a:pt x="33" y="60"/>
                  </a:cubicBezTo>
                  <a:cubicBezTo>
                    <a:pt x="36" y="51"/>
                    <a:pt x="41" y="22"/>
                    <a:pt x="39" y="15"/>
                  </a:cubicBezTo>
                  <a:cubicBezTo>
                    <a:pt x="39" y="13"/>
                    <a:pt x="38" y="12"/>
                    <a:pt x="38" y="10"/>
                  </a:cubicBezTo>
                  <a:close/>
                </a:path>
              </a:pathLst>
            </a:custGeom>
            <a:solidFill>
              <a:srgbClr val="98A2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2" name="Freeform 131">
              <a:extLst>
                <a:ext uri="{FF2B5EF4-FFF2-40B4-BE49-F238E27FC236}">
                  <a16:creationId xmlns:a16="http://schemas.microsoft.com/office/drawing/2014/main" id="{6569CD50-3FFE-48AD-B424-F2290EC36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842"/>
              <a:ext cx="114" cy="36"/>
            </a:xfrm>
            <a:custGeom>
              <a:avLst/>
              <a:gdLst>
                <a:gd name="T0" fmla="*/ 801 w 43"/>
                <a:gd name="T1" fmla="*/ 191 h 13"/>
                <a:gd name="T2" fmla="*/ 374 w 43"/>
                <a:gd name="T3" fmla="*/ 83 h 13"/>
                <a:gd name="T4" fmla="*/ 148 w 43"/>
                <a:gd name="T5" fmla="*/ 47 h 13"/>
                <a:gd name="T6" fmla="*/ 0 w 43"/>
                <a:gd name="T7" fmla="*/ 216 h 13"/>
                <a:gd name="T8" fmla="*/ 77 w 43"/>
                <a:gd name="T9" fmla="*/ 277 h 13"/>
                <a:gd name="T10" fmla="*/ 77 w 43"/>
                <a:gd name="T11" fmla="*/ 277 h 13"/>
                <a:gd name="T12" fmla="*/ 204 w 43"/>
                <a:gd name="T13" fmla="*/ 130 h 13"/>
                <a:gd name="T14" fmla="*/ 451 w 43"/>
                <a:gd name="T15" fmla="*/ 169 h 13"/>
                <a:gd name="T16" fmla="*/ 801 w 43"/>
                <a:gd name="T17" fmla="*/ 230 h 13"/>
                <a:gd name="T18" fmla="*/ 801 w 43"/>
                <a:gd name="T19" fmla="*/ 19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3">
                  <a:moveTo>
                    <a:pt x="43" y="9"/>
                  </a:moveTo>
                  <a:cubicBezTo>
                    <a:pt x="42" y="6"/>
                    <a:pt x="25" y="5"/>
                    <a:pt x="20" y="4"/>
                  </a:cubicBezTo>
                  <a:cubicBezTo>
                    <a:pt x="16" y="3"/>
                    <a:pt x="12" y="0"/>
                    <a:pt x="8" y="2"/>
                  </a:cubicBezTo>
                  <a:cubicBezTo>
                    <a:pt x="5" y="2"/>
                    <a:pt x="1" y="7"/>
                    <a:pt x="0" y="10"/>
                  </a:cubicBezTo>
                  <a:cubicBezTo>
                    <a:pt x="2" y="11"/>
                    <a:pt x="4" y="12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0"/>
                    <a:pt x="9" y="6"/>
                    <a:pt x="11" y="6"/>
                  </a:cubicBezTo>
                  <a:cubicBezTo>
                    <a:pt x="16" y="5"/>
                    <a:pt x="20" y="7"/>
                    <a:pt x="24" y="8"/>
                  </a:cubicBezTo>
                  <a:cubicBezTo>
                    <a:pt x="27" y="9"/>
                    <a:pt x="37" y="10"/>
                    <a:pt x="43" y="11"/>
                  </a:cubicBezTo>
                  <a:cubicBezTo>
                    <a:pt x="43" y="10"/>
                    <a:pt x="43" y="10"/>
                    <a:pt x="43" y="9"/>
                  </a:cubicBezTo>
                  <a:close/>
                </a:path>
              </a:pathLst>
            </a:custGeom>
            <a:solidFill>
              <a:srgbClr val="FFD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3" name="Freeform 132">
              <a:extLst>
                <a:ext uri="{FF2B5EF4-FFF2-40B4-BE49-F238E27FC236}">
                  <a16:creationId xmlns:a16="http://schemas.microsoft.com/office/drawing/2014/main" id="{C5F04F6C-3525-4F42-A8EB-61179316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895"/>
              <a:ext cx="104" cy="105"/>
            </a:xfrm>
            <a:custGeom>
              <a:avLst/>
              <a:gdLst>
                <a:gd name="T0" fmla="*/ 704 w 39"/>
                <a:gd name="T1" fmla="*/ 48 h 37"/>
                <a:gd name="T2" fmla="*/ 589 w 39"/>
                <a:gd name="T3" fmla="*/ 0 h 37"/>
                <a:gd name="T4" fmla="*/ 568 w 39"/>
                <a:gd name="T5" fmla="*/ 0 h 37"/>
                <a:gd name="T6" fmla="*/ 192 w 39"/>
                <a:gd name="T7" fmla="*/ 26 h 37"/>
                <a:gd name="T8" fmla="*/ 77 w 39"/>
                <a:gd name="T9" fmla="*/ 26 h 37"/>
                <a:gd name="T10" fmla="*/ 35 w 39"/>
                <a:gd name="T11" fmla="*/ 136 h 37"/>
                <a:gd name="T12" fmla="*/ 0 w 39"/>
                <a:gd name="T13" fmla="*/ 709 h 37"/>
                <a:gd name="T14" fmla="*/ 205 w 39"/>
                <a:gd name="T15" fmla="*/ 797 h 37"/>
                <a:gd name="T16" fmla="*/ 477 w 39"/>
                <a:gd name="T17" fmla="*/ 820 h 37"/>
                <a:gd name="T18" fmla="*/ 627 w 39"/>
                <a:gd name="T19" fmla="*/ 820 h 37"/>
                <a:gd name="T20" fmla="*/ 661 w 39"/>
                <a:gd name="T21" fmla="*/ 758 h 37"/>
                <a:gd name="T22" fmla="*/ 717 w 39"/>
                <a:gd name="T23" fmla="*/ 250 h 37"/>
                <a:gd name="T24" fmla="*/ 704 w 39"/>
                <a:gd name="T25" fmla="*/ 48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37">
                  <a:moveTo>
                    <a:pt x="37" y="2"/>
                  </a:moveTo>
                  <a:cubicBezTo>
                    <a:pt x="35" y="0"/>
                    <a:pt x="31" y="0"/>
                    <a:pt x="3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3" y="1"/>
                    <a:pt x="13" y="1"/>
                    <a:pt x="10" y="1"/>
                  </a:cubicBezTo>
                  <a:cubicBezTo>
                    <a:pt x="8" y="1"/>
                    <a:pt x="6" y="1"/>
                    <a:pt x="4" y="1"/>
                  </a:cubicBezTo>
                  <a:cubicBezTo>
                    <a:pt x="3" y="3"/>
                    <a:pt x="2" y="4"/>
                    <a:pt x="2" y="6"/>
                  </a:cubicBezTo>
                  <a:cubicBezTo>
                    <a:pt x="3" y="10"/>
                    <a:pt x="2" y="21"/>
                    <a:pt x="0" y="31"/>
                  </a:cubicBezTo>
                  <a:cubicBezTo>
                    <a:pt x="2" y="34"/>
                    <a:pt x="8" y="35"/>
                    <a:pt x="11" y="35"/>
                  </a:cubicBezTo>
                  <a:cubicBezTo>
                    <a:pt x="16" y="36"/>
                    <a:pt x="20" y="35"/>
                    <a:pt x="25" y="36"/>
                  </a:cubicBezTo>
                  <a:cubicBezTo>
                    <a:pt x="28" y="36"/>
                    <a:pt x="31" y="37"/>
                    <a:pt x="33" y="36"/>
                  </a:cubicBezTo>
                  <a:cubicBezTo>
                    <a:pt x="34" y="35"/>
                    <a:pt x="35" y="34"/>
                    <a:pt x="35" y="33"/>
                  </a:cubicBezTo>
                  <a:cubicBezTo>
                    <a:pt x="36" y="31"/>
                    <a:pt x="37" y="18"/>
                    <a:pt x="38" y="11"/>
                  </a:cubicBezTo>
                  <a:cubicBezTo>
                    <a:pt x="38" y="8"/>
                    <a:pt x="39" y="3"/>
                    <a:pt x="37" y="2"/>
                  </a:cubicBezTo>
                  <a:close/>
                </a:path>
              </a:pathLst>
            </a:custGeom>
            <a:solidFill>
              <a:srgbClr val="68C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4" name="Freeform 133">
              <a:extLst>
                <a:ext uri="{FF2B5EF4-FFF2-40B4-BE49-F238E27FC236}">
                  <a16:creationId xmlns:a16="http://schemas.microsoft.com/office/drawing/2014/main" id="{DE9D06E2-1AB5-45CB-AEFE-C9EC6253C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045"/>
              <a:ext cx="128" cy="71"/>
            </a:xfrm>
            <a:custGeom>
              <a:avLst/>
              <a:gdLst>
                <a:gd name="T0" fmla="*/ 776 w 48"/>
                <a:gd name="T1" fmla="*/ 88 h 25"/>
                <a:gd name="T2" fmla="*/ 648 w 48"/>
                <a:gd name="T3" fmla="*/ 88 h 25"/>
                <a:gd name="T4" fmla="*/ 363 w 48"/>
                <a:gd name="T5" fmla="*/ 0 h 25"/>
                <a:gd name="T6" fmla="*/ 264 w 48"/>
                <a:gd name="T7" fmla="*/ 74 h 25"/>
                <a:gd name="T8" fmla="*/ 77 w 48"/>
                <a:gd name="T9" fmla="*/ 114 h 25"/>
                <a:gd name="T10" fmla="*/ 0 w 48"/>
                <a:gd name="T11" fmla="*/ 298 h 25"/>
                <a:gd name="T12" fmla="*/ 171 w 48"/>
                <a:gd name="T13" fmla="*/ 435 h 25"/>
                <a:gd name="T14" fmla="*/ 376 w 48"/>
                <a:gd name="T15" fmla="*/ 298 h 25"/>
                <a:gd name="T16" fmla="*/ 568 w 48"/>
                <a:gd name="T17" fmla="*/ 227 h 25"/>
                <a:gd name="T18" fmla="*/ 661 w 48"/>
                <a:gd name="T19" fmla="*/ 460 h 25"/>
                <a:gd name="T20" fmla="*/ 875 w 48"/>
                <a:gd name="T21" fmla="*/ 435 h 25"/>
                <a:gd name="T22" fmla="*/ 776 w 48"/>
                <a:gd name="T23" fmla="*/ 88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25">
                  <a:moveTo>
                    <a:pt x="41" y="4"/>
                  </a:moveTo>
                  <a:cubicBezTo>
                    <a:pt x="39" y="4"/>
                    <a:pt x="37" y="4"/>
                    <a:pt x="34" y="4"/>
                  </a:cubicBezTo>
                  <a:cubicBezTo>
                    <a:pt x="28" y="4"/>
                    <a:pt x="21" y="4"/>
                    <a:pt x="19" y="0"/>
                  </a:cubicBezTo>
                  <a:cubicBezTo>
                    <a:pt x="18" y="1"/>
                    <a:pt x="16" y="2"/>
                    <a:pt x="14" y="3"/>
                  </a:cubicBezTo>
                  <a:cubicBezTo>
                    <a:pt x="11" y="4"/>
                    <a:pt x="7" y="6"/>
                    <a:pt x="4" y="5"/>
                  </a:cubicBezTo>
                  <a:cubicBezTo>
                    <a:pt x="1" y="8"/>
                    <a:pt x="0" y="11"/>
                    <a:pt x="0" y="13"/>
                  </a:cubicBezTo>
                  <a:cubicBezTo>
                    <a:pt x="2" y="18"/>
                    <a:pt x="4" y="19"/>
                    <a:pt x="9" y="19"/>
                  </a:cubicBezTo>
                  <a:cubicBezTo>
                    <a:pt x="14" y="19"/>
                    <a:pt x="16" y="16"/>
                    <a:pt x="20" y="13"/>
                  </a:cubicBezTo>
                  <a:cubicBezTo>
                    <a:pt x="23" y="11"/>
                    <a:pt x="27" y="8"/>
                    <a:pt x="30" y="10"/>
                  </a:cubicBezTo>
                  <a:cubicBezTo>
                    <a:pt x="34" y="12"/>
                    <a:pt x="33" y="17"/>
                    <a:pt x="35" y="20"/>
                  </a:cubicBezTo>
                  <a:cubicBezTo>
                    <a:pt x="38" y="25"/>
                    <a:pt x="45" y="24"/>
                    <a:pt x="46" y="19"/>
                  </a:cubicBezTo>
                  <a:cubicBezTo>
                    <a:pt x="48" y="13"/>
                    <a:pt x="45" y="8"/>
                    <a:pt x="41" y="4"/>
                  </a:cubicBezTo>
                  <a:close/>
                </a:path>
              </a:pathLst>
            </a:custGeom>
            <a:solidFill>
              <a:srgbClr val="E0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5" name="Freeform 134">
              <a:extLst>
                <a:ext uri="{FF2B5EF4-FFF2-40B4-BE49-F238E27FC236}">
                  <a16:creationId xmlns:a16="http://schemas.microsoft.com/office/drawing/2014/main" id="{950DC1AF-79DE-4F40-BD7F-7D69FF1B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890"/>
              <a:ext cx="83" cy="161"/>
            </a:xfrm>
            <a:custGeom>
              <a:avLst/>
              <a:gdLst>
                <a:gd name="T0" fmla="*/ 209 w 31"/>
                <a:gd name="T1" fmla="*/ 1237 h 57"/>
                <a:gd name="T2" fmla="*/ 209 w 31"/>
                <a:gd name="T3" fmla="*/ 607 h 57"/>
                <a:gd name="T4" fmla="*/ 345 w 31"/>
                <a:gd name="T5" fmla="*/ 158 h 57"/>
                <a:gd name="T6" fmla="*/ 594 w 31"/>
                <a:gd name="T7" fmla="*/ 88 h 57"/>
                <a:gd name="T8" fmla="*/ 458 w 31"/>
                <a:gd name="T9" fmla="*/ 0 h 57"/>
                <a:gd name="T10" fmla="*/ 150 w 31"/>
                <a:gd name="T11" fmla="*/ 88 h 57"/>
                <a:gd name="T12" fmla="*/ 21 w 31"/>
                <a:gd name="T13" fmla="*/ 542 h 57"/>
                <a:gd name="T14" fmla="*/ 21 w 31"/>
                <a:gd name="T15" fmla="*/ 1150 h 57"/>
                <a:gd name="T16" fmla="*/ 209 w 31"/>
                <a:gd name="T17" fmla="*/ 1260 h 57"/>
                <a:gd name="T18" fmla="*/ 209 w 31"/>
                <a:gd name="T19" fmla="*/ 1237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57">
                  <a:moveTo>
                    <a:pt x="11" y="55"/>
                  </a:moveTo>
                  <a:cubicBezTo>
                    <a:pt x="10" y="45"/>
                    <a:pt x="11" y="37"/>
                    <a:pt x="11" y="27"/>
                  </a:cubicBezTo>
                  <a:cubicBezTo>
                    <a:pt x="11" y="22"/>
                    <a:pt x="13" y="10"/>
                    <a:pt x="18" y="7"/>
                  </a:cubicBezTo>
                  <a:cubicBezTo>
                    <a:pt x="22" y="5"/>
                    <a:pt x="27" y="4"/>
                    <a:pt x="31" y="4"/>
                  </a:cubicBezTo>
                  <a:cubicBezTo>
                    <a:pt x="30" y="1"/>
                    <a:pt x="27" y="0"/>
                    <a:pt x="24" y="0"/>
                  </a:cubicBezTo>
                  <a:cubicBezTo>
                    <a:pt x="21" y="0"/>
                    <a:pt x="14" y="1"/>
                    <a:pt x="8" y="4"/>
                  </a:cubicBezTo>
                  <a:cubicBezTo>
                    <a:pt x="3" y="6"/>
                    <a:pt x="2" y="19"/>
                    <a:pt x="1" y="24"/>
                  </a:cubicBezTo>
                  <a:cubicBezTo>
                    <a:pt x="1" y="33"/>
                    <a:pt x="0" y="42"/>
                    <a:pt x="1" y="51"/>
                  </a:cubicBezTo>
                  <a:cubicBezTo>
                    <a:pt x="2" y="57"/>
                    <a:pt x="6" y="57"/>
                    <a:pt x="11" y="56"/>
                  </a:cubicBezTo>
                  <a:cubicBezTo>
                    <a:pt x="11" y="56"/>
                    <a:pt x="11" y="55"/>
                    <a:pt x="11" y="55"/>
                  </a:cubicBezTo>
                  <a:close/>
                </a:path>
              </a:pathLst>
            </a:custGeom>
            <a:solidFill>
              <a:srgbClr val="69A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6" name="Freeform 135">
              <a:extLst>
                <a:ext uri="{FF2B5EF4-FFF2-40B4-BE49-F238E27FC236}">
                  <a16:creationId xmlns:a16="http://schemas.microsoft.com/office/drawing/2014/main" id="{5CFEE7A9-1332-42EF-BCBA-D47741EF6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870"/>
              <a:ext cx="98" cy="187"/>
            </a:xfrm>
            <a:custGeom>
              <a:avLst/>
              <a:gdLst>
                <a:gd name="T0" fmla="*/ 575 w 37"/>
                <a:gd name="T1" fmla="*/ 249 h 66"/>
                <a:gd name="T2" fmla="*/ 408 w 37"/>
                <a:gd name="T3" fmla="*/ 88 h 66"/>
                <a:gd name="T4" fmla="*/ 238 w 37"/>
                <a:gd name="T5" fmla="*/ 0 h 66"/>
                <a:gd name="T6" fmla="*/ 111 w 37"/>
                <a:gd name="T7" fmla="*/ 26 h 66"/>
                <a:gd name="T8" fmla="*/ 90 w 37"/>
                <a:gd name="T9" fmla="*/ 48 h 66"/>
                <a:gd name="T10" fmla="*/ 148 w 37"/>
                <a:gd name="T11" fmla="*/ 74 h 66"/>
                <a:gd name="T12" fmla="*/ 0 w 37"/>
                <a:gd name="T13" fmla="*/ 210 h 66"/>
                <a:gd name="T14" fmla="*/ 21 w 37"/>
                <a:gd name="T15" fmla="*/ 210 h 66"/>
                <a:gd name="T16" fmla="*/ 132 w 37"/>
                <a:gd name="T17" fmla="*/ 249 h 66"/>
                <a:gd name="T18" fmla="*/ 148 w 37"/>
                <a:gd name="T19" fmla="*/ 459 h 66"/>
                <a:gd name="T20" fmla="*/ 90 w 37"/>
                <a:gd name="T21" fmla="*/ 955 h 66"/>
                <a:gd name="T22" fmla="*/ 77 w 37"/>
                <a:gd name="T23" fmla="*/ 1003 h 66"/>
                <a:gd name="T24" fmla="*/ 148 w 37"/>
                <a:gd name="T25" fmla="*/ 1414 h 66"/>
                <a:gd name="T26" fmla="*/ 350 w 37"/>
                <a:gd name="T27" fmla="*/ 1388 h 66"/>
                <a:gd name="T28" fmla="*/ 596 w 37"/>
                <a:gd name="T29" fmla="*/ 1139 h 66"/>
                <a:gd name="T30" fmla="*/ 652 w 37"/>
                <a:gd name="T31" fmla="*/ 771 h 66"/>
                <a:gd name="T32" fmla="*/ 575 w 37"/>
                <a:gd name="T33" fmla="*/ 249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66">
                  <a:moveTo>
                    <a:pt x="31" y="11"/>
                  </a:moveTo>
                  <a:cubicBezTo>
                    <a:pt x="28" y="9"/>
                    <a:pt x="25" y="6"/>
                    <a:pt x="22" y="4"/>
                  </a:cubicBezTo>
                  <a:cubicBezTo>
                    <a:pt x="19" y="2"/>
                    <a:pt x="16" y="0"/>
                    <a:pt x="13" y="0"/>
                  </a:cubicBezTo>
                  <a:cubicBezTo>
                    <a:pt x="10" y="0"/>
                    <a:pt x="8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8" y="6"/>
                    <a:pt x="5" y="8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5" y="9"/>
                    <a:pt x="7" y="11"/>
                  </a:cubicBezTo>
                  <a:cubicBezTo>
                    <a:pt x="9" y="12"/>
                    <a:pt x="8" y="17"/>
                    <a:pt x="8" y="20"/>
                  </a:cubicBezTo>
                  <a:cubicBezTo>
                    <a:pt x="7" y="27"/>
                    <a:pt x="6" y="40"/>
                    <a:pt x="5" y="42"/>
                  </a:cubicBezTo>
                  <a:cubicBezTo>
                    <a:pt x="5" y="43"/>
                    <a:pt x="4" y="43"/>
                    <a:pt x="4" y="44"/>
                  </a:cubicBezTo>
                  <a:cubicBezTo>
                    <a:pt x="3" y="50"/>
                    <a:pt x="3" y="58"/>
                    <a:pt x="8" y="62"/>
                  </a:cubicBezTo>
                  <a:cubicBezTo>
                    <a:pt x="11" y="66"/>
                    <a:pt x="16" y="62"/>
                    <a:pt x="19" y="61"/>
                  </a:cubicBezTo>
                  <a:cubicBezTo>
                    <a:pt x="24" y="58"/>
                    <a:pt x="29" y="55"/>
                    <a:pt x="32" y="50"/>
                  </a:cubicBezTo>
                  <a:cubicBezTo>
                    <a:pt x="34" y="44"/>
                    <a:pt x="34" y="40"/>
                    <a:pt x="35" y="34"/>
                  </a:cubicBezTo>
                  <a:cubicBezTo>
                    <a:pt x="36" y="29"/>
                    <a:pt x="37" y="17"/>
                    <a:pt x="31" y="11"/>
                  </a:cubicBezTo>
                  <a:close/>
                </a:path>
              </a:pathLst>
            </a:custGeom>
            <a:solidFill>
              <a:srgbClr val="E3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7" name="Freeform 136">
              <a:extLst>
                <a:ext uri="{FF2B5EF4-FFF2-40B4-BE49-F238E27FC236}">
                  <a16:creationId xmlns:a16="http://schemas.microsoft.com/office/drawing/2014/main" id="{B690E0D9-BBE9-4BD1-91B3-BF7637C09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983"/>
              <a:ext cx="125" cy="122"/>
            </a:xfrm>
            <a:custGeom>
              <a:avLst/>
              <a:gdLst>
                <a:gd name="T0" fmla="*/ 862 w 47"/>
                <a:gd name="T1" fmla="*/ 499 h 43"/>
                <a:gd name="T2" fmla="*/ 793 w 47"/>
                <a:gd name="T3" fmla="*/ 88 h 43"/>
                <a:gd name="T4" fmla="*/ 771 w 47"/>
                <a:gd name="T5" fmla="*/ 113 h 43"/>
                <a:gd name="T6" fmla="*/ 622 w 47"/>
                <a:gd name="T7" fmla="*/ 113 h 43"/>
                <a:gd name="T8" fmla="*/ 362 w 47"/>
                <a:gd name="T9" fmla="*/ 88 h 43"/>
                <a:gd name="T10" fmla="*/ 149 w 47"/>
                <a:gd name="T11" fmla="*/ 0 h 43"/>
                <a:gd name="T12" fmla="*/ 149 w 47"/>
                <a:gd name="T13" fmla="*/ 0 h 43"/>
                <a:gd name="T14" fmla="*/ 77 w 47"/>
                <a:gd name="T15" fmla="*/ 460 h 43"/>
                <a:gd name="T16" fmla="*/ 56 w 47"/>
                <a:gd name="T17" fmla="*/ 522 h 43"/>
                <a:gd name="T18" fmla="*/ 0 w 47"/>
                <a:gd name="T19" fmla="*/ 661 h 43"/>
                <a:gd name="T20" fmla="*/ 35 w 47"/>
                <a:gd name="T21" fmla="*/ 933 h 43"/>
                <a:gd name="T22" fmla="*/ 35 w 47"/>
                <a:gd name="T23" fmla="*/ 959 h 43"/>
                <a:gd name="T24" fmla="*/ 418 w 47"/>
                <a:gd name="T25" fmla="*/ 894 h 43"/>
                <a:gd name="T26" fmla="*/ 862 w 47"/>
                <a:gd name="T27" fmla="*/ 548 h 43"/>
                <a:gd name="T28" fmla="*/ 883 w 47"/>
                <a:gd name="T29" fmla="*/ 522 h 43"/>
                <a:gd name="T30" fmla="*/ 862 w 47"/>
                <a:gd name="T31" fmla="*/ 499 h 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" h="43">
                  <a:moveTo>
                    <a:pt x="46" y="22"/>
                  </a:moveTo>
                  <a:cubicBezTo>
                    <a:pt x="41" y="18"/>
                    <a:pt x="41" y="10"/>
                    <a:pt x="42" y="4"/>
                  </a:cubicBezTo>
                  <a:cubicBezTo>
                    <a:pt x="42" y="4"/>
                    <a:pt x="41" y="4"/>
                    <a:pt x="41" y="5"/>
                  </a:cubicBezTo>
                  <a:cubicBezTo>
                    <a:pt x="39" y="6"/>
                    <a:pt x="36" y="5"/>
                    <a:pt x="33" y="5"/>
                  </a:cubicBezTo>
                  <a:cubicBezTo>
                    <a:pt x="28" y="4"/>
                    <a:pt x="24" y="5"/>
                    <a:pt x="19" y="4"/>
                  </a:cubicBezTo>
                  <a:cubicBezTo>
                    <a:pt x="16" y="4"/>
                    <a:pt x="10" y="3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8"/>
                    <a:pt x="6" y="16"/>
                    <a:pt x="4" y="20"/>
                  </a:cubicBezTo>
                  <a:cubicBezTo>
                    <a:pt x="4" y="21"/>
                    <a:pt x="4" y="22"/>
                    <a:pt x="3" y="23"/>
                  </a:cubicBezTo>
                  <a:cubicBezTo>
                    <a:pt x="1" y="26"/>
                    <a:pt x="1" y="28"/>
                    <a:pt x="0" y="29"/>
                  </a:cubicBezTo>
                  <a:cubicBezTo>
                    <a:pt x="3" y="33"/>
                    <a:pt x="4" y="37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3"/>
                    <a:pt x="15" y="42"/>
                    <a:pt x="22" y="39"/>
                  </a:cubicBezTo>
                  <a:cubicBezTo>
                    <a:pt x="31" y="36"/>
                    <a:pt x="44" y="28"/>
                    <a:pt x="46" y="24"/>
                  </a:cubicBezTo>
                  <a:cubicBezTo>
                    <a:pt x="47" y="24"/>
                    <a:pt x="47" y="23"/>
                    <a:pt x="47" y="23"/>
                  </a:cubicBezTo>
                  <a:cubicBezTo>
                    <a:pt x="46" y="23"/>
                    <a:pt x="46" y="23"/>
                    <a:pt x="46" y="22"/>
                  </a:cubicBezTo>
                  <a:close/>
                </a:path>
              </a:pathLst>
            </a:custGeom>
            <a:solidFill>
              <a:srgbClr val="DB8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8" name="Freeform 137">
              <a:extLst>
                <a:ext uri="{FF2B5EF4-FFF2-40B4-BE49-F238E27FC236}">
                  <a16:creationId xmlns:a16="http://schemas.microsoft.com/office/drawing/2014/main" id="{C79416AA-A114-4534-8410-98226B103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901"/>
              <a:ext cx="72" cy="54"/>
            </a:xfrm>
            <a:custGeom>
              <a:avLst/>
              <a:gdLst>
                <a:gd name="T0" fmla="*/ 0 w 27"/>
                <a:gd name="T1" fmla="*/ 412 h 19"/>
                <a:gd name="T2" fmla="*/ 35 w 27"/>
                <a:gd name="T3" fmla="*/ 162 h 19"/>
                <a:gd name="T4" fmla="*/ 149 w 27"/>
                <a:gd name="T5" fmla="*/ 26 h 19"/>
                <a:gd name="T6" fmla="*/ 307 w 27"/>
                <a:gd name="T7" fmla="*/ 26 h 19"/>
                <a:gd name="T8" fmla="*/ 512 w 27"/>
                <a:gd name="T9" fmla="*/ 48 h 19"/>
                <a:gd name="T10" fmla="*/ 341 w 27"/>
                <a:gd name="T11" fmla="*/ 48 h 19"/>
                <a:gd name="T12" fmla="*/ 136 w 27"/>
                <a:gd name="T13" fmla="*/ 74 h 19"/>
                <a:gd name="T14" fmla="*/ 56 w 27"/>
                <a:gd name="T15" fmla="*/ 250 h 19"/>
                <a:gd name="T16" fmla="*/ 35 w 27"/>
                <a:gd name="T17" fmla="*/ 364 h 19"/>
                <a:gd name="T18" fmla="*/ 21 w 27"/>
                <a:gd name="T19" fmla="*/ 43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19">
                  <a:moveTo>
                    <a:pt x="0" y="18"/>
                  </a:moveTo>
                  <a:cubicBezTo>
                    <a:pt x="2" y="14"/>
                    <a:pt x="1" y="10"/>
                    <a:pt x="2" y="7"/>
                  </a:cubicBezTo>
                  <a:cubicBezTo>
                    <a:pt x="2" y="3"/>
                    <a:pt x="3" y="1"/>
                    <a:pt x="8" y="1"/>
                  </a:cubicBezTo>
                  <a:cubicBezTo>
                    <a:pt x="11" y="0"/>
                    <a:pt x="14" y="1"/>
                    <a:pt x="16" y="1"/>
                  </a:cubicBezTo>
                  <a:cubicBezTo>
                    <a:pt x="20" y="1"/>
                    <a:pt x="24" y="0"/>
                    <a:pt x="27" y="2"/>
                  </a:cubicBezTo>
                  <a:cubicBezTo>
                    <a:pt x="25" y="0"/>
                    <a:pt x="20" y="2"/>
                    <a:pt x="18" y="2"/>
                  </a:cubicBezTo>
                  <a:cubicBezTo>
                    <a:pt x="15" y="3"/>
                    <a:pt x="10" y="2"/>
                    <a:pt x="7" y="3"/>
                  </a:cubicBezTo>
                  <a:cubicBezTo>
                    <a:pt x="4" y="4"/>
                    <a:pt x="3" y="8"/>
                    <a:pt x="3" y="11"/>
                  </a:cubicBezTo>
                  <a:cubicBezTo>
                    <a:pt x="3" y="13"/>
                    <a:pt x="2" y="14"/>
                    <a:pt x="2" y="16"/>
                  </a:cubicBezTo>
                  <a:cubicBezTo>
                    <a:pt x="1" y="17"/>
                    <a:pt x="0" y="18"/>
                    <a:pt x="1" y="19"/>
                  </a:cubicBezTo>
                </a:path>
              </a:pathLst>
            </a:custGeom>
            <a:solidFill>
              <a:srgbClr val="D7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9" name="Freeform 138">
              <a:extLst>
                <a:ext uri="{FF2B5EF4-FFF2-40B4-BE49-F238E27FC236}">
                  <a16:creationId xmlns:a16="http://schemas.microsoft.com/office/drawing/2014/main" id="{CBDF736A-D354-4305-A2B7-E901D7878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932"/>
              <a:ext cx="91" cy="62"/>
            </a:xfrm>
            <a:custGeom>
              <a:avLst/>
              <a:gdLst>
                <a:gd name="T0" fmla="*/ 56 w 34"/>
                <a:gd name="T1" fmla="*/ 428 h 22"/>
                <a:gd name="T2" fmla="*/ 193 w 34"/>
                <a:gd name="T3" fmla="*/ 445 h 22"/>
                <a:gd name="T4" fmla="*/ 308 w 34"/>
                <a:gd name="T5" fmla="*/ 445 h 22"/>
                <a:gd name="T6" fmla="*/ 538 w 34"/>
                <a:gd name="T7" fmla="*/ 468 h 22"/>
                <a:gd name="T8" fmla="*/ 594 w 34"/>
                <a:gd name="T9" fmla="*/ 293 h 22"/>
                <a:gd name="T10" fmla="*/ 616 w 34"/>
                <a:gd name="T11" fmla="*/ 158 h 22"/>
                <a:gd name="T12" fmla="*/ 653 w 34"/>
                <a:gd name="T13" fmla="*/ 0 h 22"/>
                <a:gd name="T14" fmla="*/ 616 w 34"/>
                <a:gd name="T15" fmla="*/ 110 h 22"/>
                <a:gd name="T16" fmla="*/ 538 w 34"/>
                <a:gd name="T17" fmla="*/ 197 h 22"/>
                <a:gd name="T18" fmla="*/ 401 w 34"/>
                <a:gd name="T19" fmla="*/ 406 h 22"/>
                <a:gd name="T20" fmla="*/ 171 w 34"/>
                <a:gd name="T21" fmla="*/ 406 h 22"/>
                <a:gd name="T22" fmla="*/ 78 w 34"/>
                <a:gd name="T23" fmla="*/ 406 h 22"/>
                <a:gd name="T24" fmla="*/ 0 w 34"/>
                <a:gd name="T25" fmla="*/ 380 h 22"/>
                <a:gd name="T26" fmla="*/ 78 w 34"/>
                <a:gd name="T27" fmla="*/ 428 h 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" h="22">
                  <a:moveTo>
                    <a:pt x="3" y="19"/>
                  </a:moveTo>
                  <a:cubicBezTo>
                    <a:pt x="5" y="19"/>
                    <a:pt x="7" y="20"/>
                    <a:pt x="10" y="20"/>
                  </a:cubicBezTo>
                  <a:cubicBezTo>
                    <a:pt x="12" y="20"/>
                    <a:pt x="14" y="20"/>
                    <a:pt x="16" y="20"/>
                  </a:cubicBezTo>
                  <a:cubicBezTo>
                    <a:pt x="20" y="20"/>
                    <a:pt x="24" y="22"/>
                    <a:pt x="28" y="21"/>
                  </a:cubicBezTo>
                  <a:cubicBezTo>
                    <a:pt x="32" y="20"/>
                    <a:pt x="31" y="16"/>
                    <a:pt x="31" y="13"/>
                  </a:cubicBezTo>
                  <a:cubicBezTo>
                    <a:pt x="32" y="11"/>
                    <a:pt x="32" y="9"/>
                    <a:pt x="32" y="7"/>
                  </a:cubicBezTo>
                  <a:cubicBezTo>
                    <a:pt x="33" y="5"/>
                    <a:pt x="34" y="2"/>
                    <a:pt x="34" y="0"/>
                  </a:cubicBezTo>
                  <a:cubicBezTo>
                    <a:pt x="33" y="2"/>
                    <a:pt x="33" y="4"/>
                    <a:pt x="32" y="5"/>
                  </a:cubicBezTo>
                  <a:cubicBezTo>
                    <a:pt x="31" y="7"/>
                    <a:pt x="29" y="8"/>
                    <a:pt x="28" y="9"/>
                  </a:cubicBezTo>
                  <a:cubicBezTo>
                    <a:pt x="27" y="13"/>
                    <a:pt x="26" y="17"/>
                    <a:pt x="21" y="18"/>
                  </a:cubicBezTo>
                  <a:cubicBezTo>
                    <a:pt x="17" y="19"/>
                    <a:pt x="13" y="18"/>
                    <a:pt x="9" y="18"/>
                  </a:cubicBezTo>
                  <a:cubicBezTo>
                    <a:pt x="7" y="18"/>
                    <a:pt x="6" y="19"/>
                    <a:pt x="4" y="18"/>
                  </a:cubicBezTo>
                  <a:cubicBezTo>
                    <a:pt x="3" y="18"/>
                    <a:pt x="1" y="17"/>
                    <a:pt x="0" y="17"/>
                  </a:cubicBezTo>
                  <a:cubicBezTo>
                    <a:pt x="1" y="18"/>
                    <a:pt x="3" y="20"/>
                    <a:pt x="4" y="19"/>
                  </a:cubicBezTo>
                </a:path>
              </a:pathLst>
            </a:custGeom>
            <a:solidFill>
              <a:srgbClr val="009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0" name="Freeform 139">
              <a:extLst>
                <a:ext uri="{FF2B5EF4-FFF2-40B4-BE49-F238E27FC236}">
                  <a16:creationId xmlns:a16="http://schemas.microsoft.com/office/drawing/2014/main" id="{FEDD026B-7958-4AA3-B9DD-9C6207ADF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890"/>
              <a:ext cx="21" cy="93"/>
            </a:xfrm>
            <a:custGeom>
              <a:avLst/>
              <a:gdLst>
                <a:gd name="T0" fmla="*/ 21 w 8"/>
                <a:gd name="T1" fmla="*/ 65 h 33"/>
                <a:gd name="T2" fmla="*/ 34 w 8"/>
                <a:gd name="T3" fmla="*/ 406 h 33"/>
                <a:gd name="T4" fmla="*/ 0 w 8"/>
                <a:gd name="T5" fmla="*/ 738 h 33"/>
                <a:gd name="T6" fmla="*/ 76 w 8"/>
                <a:gd name="T7" fmla="*/ 358 h 33"/>
                <a:gd name="T8" fmla="*/ 0 w 8"/>
                <a:gd name="T9" fmla="*/ 6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3">
                  <a:moveTo>
                    <a:pt x="1" y="3"/>
                  </a:moveTo>
                  <a:cubicBezTo>
                    <a:pt x="5" y="7"/>
                    <a:pt x="2" y="13"/>
                    <a:pt x="2" y="18"/>
                  </a:cubicBezTo>
                  <a:cubicBezTo>
                    <a:pt x="1" y="23"/>
                    <a:pt x="0" y="31"/>
                    <a:pt x="0" y="33"/>
                  </a:cubicBezTo>
                  <a:cubicBezTo>
                    <a:pt x="0" y="28"/>
                    <a:pt x="2" y="25"/>
                    <a:pt x="4" y="16"/>
                  </a:cubicBezTo>
                  <a:cubicBezTo>
                    <a:pt x="5" y="14"/>
                    <a:pt x="8" y="0"/>
                    <a:pt x="0" y="3"/>
                  </a:cubicBezTo>
                </a:path>
              </a:pathLst>
            </a:custGeom>
            <a:solidFill>
              <a:srgbClr val="F8F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1" name="Freeform 140">
              <a:extLst>
                <a:ext uri="{FF2B5EF4-FFF2-40B4-BE49-F238E27FC236}">
                  <a16:creationId xmlns:a16="http://schemas.microsoft.com/office/drawing/2014/main" id="{35E1FC34-CB05-426E-A5AB-5994D595C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921"/>
              <a:ext cx="72" cy="124"/>
            </a:xfrm>
            <a:custGeom>
              <a:avLst/>
              <a:gdLst>
                <a:gd name="T0" fmla="*/ 21 w 27"/>
                <a:gd name="T1" fmla="*/ 851 h 44"/>
                <a:gd name="T2" fmla="*/ 248 w 27"/>
                <a:gd name="T3" fmla="*/ 851 h 44"/>
                <a:gd name="T4" fmla="*/ 419 w 27"/>
                <a:gd name="T5" fmla="*/ 628 h 44"/>
                <a:gd name="T6" fmla="*/ 435 w 27"/>
                <a:gd name="T7" fmla="*/ 493 h 44"/>
                <a:gd name="T8" fmla="*/ 477 w 27"/>
                <a:gd name="T9" fmla="*/ 310 h 44"/>
                <a:gd name="T10" fmla="*/ 456 w 27"/>
                <a:gd name="T11" fmla="*/ 0 h 44"/>
                <a:gd name="T12" fmla="*/ 435 w 27"/>
                <a:gd name="T13" fmla="*/ 293 h 44"/>
                <a:gd name="T14" fmla="*/ 363 w 27"/>
                <a:gd name="T15" fmla="*/ 555 h 44"/>
                <a:gd name="T16" fmla="*/ 285 w 27"/>
                <a:gd name="T17" fmla="*/ 690 h 44"/>
                <a:gd name="T18" fmla="*/ 227 w 27"/>
                <a:gd name="T19" fmla="*/ 738 h 44"/>
                <a:gd name="T20" fmla="*/ 192 w 27"/>
                <a:gd name="T21" fmla="*/ 803 h 44"/>
                <a:gd name="T22" fmla="*/ 0 w 27"/>
                <a:gd name="T23" fmla="*/ 826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4">
                  <a:moveTo>
                    <a:pt x="1" y="38"/>
                  </a:moveTo>
                  <a:cubicBezTo>
                    <a:pt x="4" y="44"/>
                    <a:pt x="9" y="42"/>
                    <a:pt x="13" y="38"/>
                  </a:cubicBezTo>
                  <a:cubicBezTo>
                    <a:pt x="16" y="35"/>
                    <a:pt x="21" y="33"/>
                    <a:pt x="22" y="28"/>
                  </a:cubicBezTo>
                  <a:cubicBezTo>
                    <a:pt x="22" y="26"/>
                    <a:pt x="22" y="24"/>
                    <a:pt x="23" y="22"/>
                  </a:cubicBezTo>
                  <a:cubicBezTo>
                    <a:pt x="23" y="19"/>
                    <a:pt x="25" y="16"/>
                    <a:pt x="25" y="14"/>
                  </a:cubicBezTo>
                  <a:cubicBezTo>
                    <a:pt x="27" y="9"/>
                    <a:pt x="25" y="5"/>
                    <a:pt x="24" y="0"/>
                  </a:cubicBezTo>
                  <a:cubicBezTo>
                    <a:pt x="26" y="4"/>
                    <a:pt x="25" y="9"/>
                    <a:pt x="23" y="13"/>
                  </a:cubicBezTo>
                  <a:cubicBezTo>
                    <a:pt x="21" y="17"/>
                    <a:pt x="21" y="21"/>
                    <a:pt x="19" y="25"/>
                  </a:cubicBezTo>
                  <a:cubicBezTo>
                    <a:pt x="18" y="27"/>
                    <a:pt x="16" y="30"/>
                    <a:pt x="15" y="31"/>
                  </a:cubicBezTo>
                  <a:cubicBezTo>
                    <a:pt x="14" y="32"/>
                    <a:pt x="13" y="32"/>
                    <a:pt x="12" y="33"/>
                  </a:cubicBezTo>
                  <a:cubicBezTo>
                    <a:pt x="11" y="33"/>
                    <a:pt x="11" y="35"/>
                    <a:pt x="10" y="36"/>
                  </a:cubicBezTo>
                  <a:cubicBezTo>
                    <a:pt x="8" y="38"/>
                    <a:pt x="1" y="42"/>
                    <a:pt x="0" y="37"/>
                  </a:cubicBezTo>
                </a:path>
              </a:pathLst>
            </a:custGeom>
            <a:solidFill>
              <a:srgbClr val="CDA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2" name="Freeform 141">
              <a:extLst>
                <a:ext uri="{FF2B5EF4-FFF2-40B4-BE49-F238E27FC236}">
                  <a16:creationId xmlns:a16="http://schemas.microsoft.com/office/drawing/2014/main" id="{97EE8382-5E34-4B23-8AF3-D0502B729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009"/>
              <a:ext cx="103" cy="87"/>
            </a:xfrm>
            <a:custGeom>
              <a:avLst/>
              <a:gdLst>
                <a:gd name="T0" fmla="*/ 34 w 39"/>
                <a:gd name="T1" fmla="*/ 511 h 31"/>
                <a:gd name="T2" fmla="*/ 77 w 39"/>
                <a:gd name="T3" fmla="*/ 637 h 31"/>
                <a:gd name="T4" fmla="*/ 203 w 39"/>
                <a:gd name="T5" fmla="*/ 662 h 31"/>
                <a:gd name="T6" fmla="*/ 515 w 39"/>
                <a:gd name="T7" fmla="*/ 528 h 31"/>
                <a:gd name="T8" fmla="*/ 697 w 39"/>
                <a:gd name="T9" fmla="*/ 283 h 31"/>
                <a:gd name="T10" fmla="*/ 663 w 39"/>
                <a:gd name="T11" fmla="*/ 157 h 31"/>
                <a:gd name="T12" fmla="*/ 642 w 39"/>
                <a:gd name="T13" fmla="*/ 0 h 31"/>
                <a:gd name="T14" fmla="*/ 592 w 39"/>
                <a:gd name="T15" fmla="*/ 196 h 31"/>
                <a:gd name="T16" fmla="*/ 438 w 39"/>
                <a:gd name="T17" fmla="*/ 379 h 31"/>
                <a:gd name="T18" fmla="*/ 0 w 39"/>
                <a:gd name="T19" fmla="*/ 441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1">
                  <a:moveTo>
                    <a:pt x="2" y="23"/>
                  </a:moveTo>
                  <a:cubicBezTo>
                    <a:pt x="3" y="25"/>
                    <a:pt x="2" y="27"/>
                    <a:pt x="4" y="29"/>
                  </a:cubicBezTo>
                  <a:cubicBezTo>
                    <a:pt x="6" y="31"/>
                    <a:pt x="8" y="30"/>
                    <a:pt x="11" y="30"/>
                  </a:cubicBezTo>
                  <a:cubicBezTo>
                    <a:pt x="17" y="28"/>
                    <a:pt x="23" y="27"/>
                    <a:pt x="28" y="24"/>
                  </a:cubicBezTo>
                  <a:cubicBezTo>
                    <a:pt x="31" y="22"/>
                    <a:pt x="39" y="17"/>
                    <a:pt x="38" y="13"/>
                  </a:cubicBezTo>
                  <a:cubicBezTo>
                    <a:pt x="38" y="12"/>
                    <a:pt x="37" y="9"/>
                    <a:pt x="36" y="7"/>
                  </a:cubicBezTo>
                  <a:cubicBezTo>
                    <a:pt x="35" y="4"/>
                    <a:pt x="35" y="2"/>
                    <a:pt x="35" y="0"/>
                  </a:cubicBezTo>
                  <a:cubicBezTo>
                    <a:pt x="33" y="3"/>
                    <a:pt x="33" y="5"/>
                    <a:pt x="32" y="9"/>
                  </a:cubicBezTo>
                  <a:cubicBezTo>
                    <a:pt x="32" y="14"/>
                    <a:pt x="28" y="15"/>
                    <a:pt x="24" y="17"/>
                  </a:cubicBezTo>
                  <a:cubicBezTo>
                    <a:pt x="16" y="21"/>
                    <a:pt x="7" y="31"/>
                    <a:pt x="0" y="20"/>
                  </a:cubicBezTo>
                </a:path>
              </a:pathLst>
            </a:custGeom>
            <a:solidFill>
              <a:srgbClr val="CE5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3" name="Freeform 142">
              <a:extLst>
                <a:ext uri="{FF2B5EF4-FFF2-40B4-BE49-F238E27FC236}">
                  <a16:creationId xmlns:a16="http://schemas.microsoft.com/office/drawing/2014/main" id="{9E4242BC-155A-4EEF-8554-C73DDE3E5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006"/>
              <a:ext cx="66" cy="25"/>
            </a:xfrm>
            <a:custGeom>
              <a:avLst/>
              <a:gdLst>
                <a:gd name="T0" fmla="*/ 0 w 25"/>
                <a:gd name="T1" fmla="*/ 192 h 9"/>
                <a:gd name="T2" fmla="*/ 34 w 25"/>
                <a:gd name="T3" fmla="*/ 61 h 9"/>
                <a:gd name="T4" fmla="*/ 166 w 25"/>
                <a:gd name="T5" fmla="*/ 0 h 9"/>
                <a:gd name="T6" fmla="*/ 280 w 25"/>
                <a:gd name="T7" fmla="*/ 0 h 9"/>
                <a:gd name="T8" fmla="*/ 459 w 25"/>
                <a:gd name="T9" fmla="*/ 22 h 9"/>
                <a:gd name="T10" fmla="*/ 293 w 25"/>
                <a:gd name="T11" fmla="*/ 22 h 9"/>
                <a:gd name="T12" fmla="*/ 145 w 25"/>
                <a:gd name="T13" fmla="*/ 47 h 9"/>
                <a:gd name="T14" fmla="*/ 21 w 25"/>
                <a:gd name="T15" fmla="*/ 147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9">
                  <a:moveTo>
                    <a:pt x="0" y="9"/>
                  </a:moveTo>
                  <a:cubicBezTo>
                    <a:pt x="1" y="7"/>
                    <a:pt x="1" y="5"/>
                    <a:pt x="2" y="3"/>
                  </a:cubicBezTo>
                  <a:cubicBezTo>
                    <a:pt x="4" y="1"/>
                    <a:pt x="6" y="0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8" y="1"/>
                    <a:pt x="22" y="0"/>
                    <a:pt x="25" y="1"/>
                  </a:cubicBezTo>
                  <a:cubicBezTo>
                    <a:pt x="23" y="1"/>
                    <a:pt x="18" y="2"/>
                    <a:pt x="16" y="1"/>
                  </a:cubicBezTo>
                  <a:cubicBezTo>
                    <a:pt x="13" y="1"/>
                    <a:pt x="11" y="2"/>
                    <a:pt x="8" y="2"/>
                  </a:cubicBezTo>
                  <a:cubicBezTo>
                    <a:pt x="6" y="3"/>
                    <a:pt x="3" y="4"/>
                    <a:pt x="1" y="7"/>
                  </a:cubicBezTo>
                </a:path>
              </a:pathLst>
            </a:custGeom>
            <a:solidFill>
              <a:srgbClr val="F1D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4" name="Freeform 143">
              <a:extLst>
                <a:ext uri="{FF2B5EF4-FFF2-40B4-BE49-F238E27FC236}">
                  <a16:creationId xmlns:a16="http://schemas.microsoft.com/office/drawing/2014/main" id="{CCC56C43-4C68-449A-A5B2-858FB1190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989"/>
              <a:ext cx="26" cy="28"/>
            </a:xfrm>
            <a:custGeom>
              <a:avLst/>
              <a:gdLst>
                <a:gd name="T0" fmla="*/ 0 w 10"/>
                <a:gd name="T1" fmla="*/ 218 h 10"/>
                <a:gd name="T2" fmla="*/ 55 w 10"/>
                <a:gd name="T3" fmla="*/ 109 h 10"/>
                <a:gd name="T4" fmla="*/ 177 w 10"/>
                <a:gd name="T5" fmla="*/ 62 h 10"/>
                <a:gd name="T6" fmla="*/ 21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0" y="8"/>
                    <a:pt x="2" y="6"/>
                    <a:pt x="3" y="5"/>
                  </a:cubicBezTo>
                  <a:cubicBezTo>
                    <a:pt x="5" y="3"/>
                    <a:pt x="8" y="4"/>
                    <a:pt x="10" y="3"/>
                  </a:cubicBezTo>
                  <a:cubicBezTo>
                    <a:pt x="7" y="3"/>
                    <a:pt x="4" y="1"/>
                    <a:pt x="1" y="0"/>
                  </a:cubicBezTo>
                </a:path>
              </a:pathLst>
            </a:custGeom>
            <a:solidFill>
              <a:srgbClr val="CE5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5" name="Freeform 144">
              <a:extLst>
                <a:ext uri="{FF2B5EF4-FFF2-40B4-BE49-F238E27FC236}">
                  <a16:creationId xmlns:a16="http://schemas.microsoft.com/office/drawing/2014/main" id="{73FC2B9F-5908-4E24-9585-92D8346A8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881"/>
              <a:ext cx="14" cy="26"/>
            </a:xfrm>
            <a:custGeom>
              <a:avLst/>
              <a:gdLst>
                <a:gd name="T0" fmla="*/ 0 w 5"/>
                <a:gd name="T1" fmla="*/ 116 h 9"/>
                <a:gd name="T2" fmla="*/ 62 w 5"/>
                <a:gd name="T3" fmla="*/ 168 h 9"/>
                <a:gd name="T4" fmla="*/ 87 w 5"/>
                <a:gd name="T5" fmla="*/ 217 h 9"/>
                <a:gd name="T6" fmla="*/ 87 w 5"/>
                <a:gd name="T7" fmla="*/ 101 h 9"/>
                <a:gd name="T8" fmla="*/ 87 w 5"/>
                <a:gd name="T9" fmla="*/ 0 h 9"/>
                <a:gd name="T10" fmla="*/ 48 w 5"/>
                <a:gd name="T11" fmla="*/ 75 h 9"/>
                <a:gd name="T12" fmla="*/ 0 w 5"/>
                <a:gd name="T13" fmla="*/ 10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0" y="5"/>
                  </a:moveTo>
                  <a:cubicBezTo>
                    <a:pt x="1" y="6"/>
                    <a:pt x="2" y="6"/>
                    <a:pt x="3" y="7"/>
                  </a:cubicBezTo>
                  <a:cubicBezTo>
                    <a:pt x="4" y="8"/>
                    <a:pt x="3" y="9"/>
                    <a:pt x="4" y="9"/>
                  </a:cubicBezTo>
                  <a:cubicBezTo>
                    <a:pt x="5" y="8"/>
                    <a:pt x="4" y="6"/>
                    <a:pt x="4" y="4"/>
                  </a:cubicBezTo>
                  <a:cubicBezTo>
                    <a:pt x="4" y="3"/>
                    <a:pt x="5" y="1"/>
                    <a:pt x="4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0" y="4"/>
                    <a:pt x="0" y="4"/>
                  </a:cubicBezTo>
                </a:path>
              </a:pathLst>
            </a:custGeom>
            <a:solidFill>
              <a:srgbClr val="CDA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6" name="Freeform 145">
              <a:extLst>
                <a:ext uri="{FF2B5EF4-FFF2-40B4-BE49-F238E27FC236}">
                  <a16:creationId xmlns:a16="http://schemas.microsoft.com/office/drawing/2014/main" id="{21D48CBE-71F2-45C0-AB44-BC052CB6B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864"/>
              <a:ext cx="61" cy="14"/>
            </a:xfrm>
            <a:custGeom>
              <a:avLst/>
              <a:gdLst>
                <a:gd name="T0" fmla="*/ 0 w 23"/>
                <a:gd name="T1" fmla="*/ 22 h 5"/>
                <a:gd name="T2" fmla="*/ 149 w 23"/>
                <a:gd name="T3" fmla="*/ 22 h 5"/>
                <a:gd name="T4" fmla="*/ 430 w 23"/>
                <a:gd name="T5" fmla="*/ 87 h 5"/>
                <a:gd name="T6" fmla="*/ 316 w 23"/>
                <a:gd name="T7" fmla="*/ 87 h 5"/>
                <a:gd name="T8" fmla="*/ 225 w 23"/>
                <a:gd name="T9" fmla="*/ 87 h 5"/>
                <a:gd name="T10" fmla="*/ 133 w 23"/>
                <a:gd name="T11" fmla="*/ 62 h 5"/>
                <a:gd name="T12" fmla="*/ 0 w 23"/>
                <a:gd name="T13" fmla="*/ 22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">
                  <a:moveTo>
                    <a:pt x="0" y="1"/>
                  </a:moveTo>
                  <a:cubicBezTo>
                    <a:pt x="3" y="0"/>
                    <a:pt x="5" y="0"/>
                    <a:pt x="8" y="1"/>
                  </a:cubicBezTo>
                  <a:cubicBezTo>
                    <a:pt x="13" y="3"/>
                    <a:pt x="18" y="3"/>
                    <a:pt x="23" y="4"/>
                  </a:cubicBezTo>
                  <a:cubicBezTo>
                    <a:pt x="21" y="4"/>
                    <a:pt x="19" y="4"/>
                    <a:pt x="17" y="4"/>
                  </a:cubicBezTo>
                  <a:cubicBezTo>
                    <a:pt x="15" y="4"/>
                    <a:pt x="13" y="5"/>
                    <a:pt x="12" y="4"/>
                  </a:cubicBezTo>
                  <a:cubicBezTo>
                    <a:pt x="11" y="4"/>
                    <a:pt x="9" y="3"/>
                    <a:pt x="7" y="3"/>
                  </a:cubicBezTo>
                  <a:cubicBezTo>
                    <a:pt x="5" y="2"/>
                    <a:pt x="2" y="1"/>
                    <a:pt x="0" y="1"/>
                  </a:cubicBezTo>
                </a:path>
              </a:pathLst>
            </a:custGeom>
            <a:solidFill>
              <a:srgbClr val="FFF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7" name="Freeform 146">
              <a:extLst>
                <a:ext uri="{FF2B5EF4-FFF2-40B4-BE49-F238E27FC236}">
                  <a16:creationId xmlns:a16="http://schemas.microsoft.com/office/drawing/2014/main" id="{95214B86-85C8-4E88-A182-B8AFDA661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850"/>
              <a:ext cx="13" cy="9"/>
            </a:xfrm>
            <a:custGeom>
              <a:avLst/>
              <a:gdLst>
                <a:gd name="T0" fmla="*/ 0 w 5"/>
                <a:gd name="T1" fmla="*/ 81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0" y="1"/>
                    <a:pt x="4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8" name="Freeform 147">
              <a:extLst>
                <a:ext uri="{FF2B5EF4-FFF2-40B4-BE49-F238E27FC236}">
                  <a16:creationId xmlns:a16="http://schemas.microsoft.com/office/drawing/2014/main" id="{13BB2C24-8D73-4F14-B2CE-26D6DCDC3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895"/>
              <a:ext cx="53" cy="108"/>
            </a:xfrm>
            <a:custGeom>
              <a:avLst/>
              <a:gdLst>
                <a:gd name="T0" fmla="*/ 371 w 20"/>
                <a:gd name="T1" fmla="*/ 0 h 38"/>
                <a:gd name="T2" fmla="*/ 56 w 20"/>
                <a:gd name="T3" fmla="*/ 276 h 38"/>
                <a:gd name="T4" fmla="*/ 21 w 20"/>
                <a:gd name="T5" fmla="*/ 873 h 38"/>
                <a:gd name="T6" fmla="*/ 133 w 20"/>
                <a:gd name="T7" fmla="*/ 162 h 38"/>
                <a:gd name="T8" fmla="*/ 371 w 20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8">
                  <a:moveTo>
                    <a:pt x="20" y="0"/>
                  </a:moveTo>
                  <a:cubicBezTo>
                    <a:pt x="13" y="0"/>
                    <a:pt x="5" y="1"/>
                    <a:pt x="3" y="12"/>
                  </a:cubicBezTo>
                  <a:cubicBezTo>
                    <a:pt x="0" y="22"/>
                    <a:pt x="1" y="38"/>
                    <a:pt x="1" y="38"/>
                  </a:cubicBezTo>
                  <a:cubicBezTo>
                    <a:pt x="1" y="31"/>
                    <a:pt x="4" y="11"/>
                    <a:pt x="7" y="7"/>
                  </a:cubicBezTo>
                  <a:cubicBezTo>
                    <a:pt x="11" y="3"/>
                    <a:pt x="12" y="1"/>
                    <a:pt x="20" y="0"/>
                  </a:cubicBezTo>
                  <a:close/>
                </a:path>
              </a:pathLst>
            </a:custGeom>
            <a:solidFill>
              <a:srgbClr val="C2D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9" name="Freeform 148">
              <a:extLst>
                <a:ext uri="{FF2B5EF4-FFF2-40B4-BE49-F238E27FC236}">
                  <a16:creationId xmlns:a16="http://schemas.microsoft.com/office/drawing/2014/main" id="{D8A9D60D-6883-4640-87A2-5C7A96506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878"/>
              <a:ext cx="16" cy="15"/>
            </a:xfrm>
            <a:custGeom>
              <a:avLst/>
              <a:gdLst>
                <a:gd name="T0" fmla="*/ 115 w 6"/>
                <a:gd name="T1" fmla="*/ 0 h 5"/>
                <a:gd name="T2" fmla="*/ 0 w 6"/>
                <a:gd name="T3" fmla="*/ 13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0"/>
                    <a:pt x="1" y="2"/>
                    <a:pt x="0" y="5"/>
                  </a:cubicBezTo>
                </a:path>
              </a:pathLst>
            </a:custGeom>
            <a:solidFill>
              <a:srgbClr val="D9D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0" name="Freeform 149">
              <a:extLst>
                <a:ext uri="{FF2B5EF4-FFF2-40B4-BE49-F238E27FC236}">
                  <a16:creationId xmlns:a16="http://schemas.microsoft.com/office/drawing/2014/main" id="{8701BFC7-458F-4F23-82B1-32A665513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3057"/>
              <a:ext cx="31" cy="14"/>
            </a:xfrm>
            <a:custGeom>
              <a:avLst/>
              <a:gdLst>
                <a:gd name="T0" fmla="*/ 0 w 12"/>
                <a:gd name="T1" fmla="*/ 109 h 5"/>
                <a:gd name="T2" fmla="*/ 207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3" y="5"/>
                    <a:pt x="10" y="1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1" name="Freeform 150">
              <a:extLst>
                <a:ext uri="{FF2B5EF4-FFF2-40B4-BE49-F238E27FC236}">
                  <a16:creationId xmlns:a16="http://schemas.microsoft.com/office/drawing/2014/main" id="{1C7D26A3-ECD1-453C-B8C2-147A98B1C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3060"/>
              <a:ext cx="39" cy="2"/>
            </a:xfrm>
            <a:custGeom>
              <a:avLst/>
              <a:gdLst>
                <a:gd name="T0" fmla="*/ 0 w 15"/>
                <a:gd name="T1" fmla="*/ 0 h 1"/>
                <a:gd name="T2" fmla="*/ 263 w 1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4" y="1"/>
                    <a:pt x="13" y="1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2" name="Freeform 151">
              <a:extLst>
                <a:ext uri="{FF2B5EF4-FFF2-40B4-BE49-F238E27FC236}">
                  <a16:creationId xmlns:a16="http://schemas.microsoft.com/office/drawing/2014/main" id="{2CCA8EF6-8C52-4324-9AE4-5BC2E6CF4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921"/>
              <a:ext cx="19" cy="113"/>
            </a:xfrm>
            <a:custGeom>
              <a:avLst/>
              <a:gdLst>
                <a:gd name="T0" fmla="*/ 117 w 7"/>
                <a:gd name="T1" fmla="*/ 0 h 40"/>
                <a:gd name="T2" fmla="*/ 81 w 7"/>
                <a:gd name="T3" fmla="*/ 184 h 40"/>
                <a:gd name="T4" fmla="*/ 38 w 7"/>
                <a:gd name="T5" fmla="*/ 384 h 40"/>
                <a:gd name="T6" fmla="*/ 22 w 7"/>
                <a:gd name="T7" fmla="*/ 901 h 40"/>
                <a:gd name="T8" fmla="*/ 81 w 7"/>
                <a:gd name="T9" fmla="*/ 432 h 40"/>
                <a:gd name="T10" fmla="*/ 117 w 7"/>
                <a:gd name="T11" fmla="*/ 2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40">
                  <a:moveTo>
                    <a:pt x="6" y="0"/>
                  </a:moveTo>
                  <a:cubicBezTo>
                    <a:pt x="6" y="2"/>
                    <a:pt x="5" y="5"/>
                    <a:pt x="4" y="8"/>
                  </a:cubicBezTo>
                  <a:cubicBezTo>
                    <a:pt x="3" y="11"/>
                    <a:pt x="2" y="14"/>
                    <a:pt x="2" y="17"/>
                  </a:cubicBezTo>
                  <a:cubicBezTo>
                    <a:pt x="0" y="24"/>
                    <a:pt x="0" y="32"/>
                    <a:pt x="1" y="40"/>
                  </a:cubicBezTo>
                  <a:cubicBezTo>
                    <a:pt x="1" y="33"/>
                    <a:pt x="2" y="26"/>
                    <a:pt x="4" y="19"/>
                  </a:cubicBezTo>
                  <a:cubicBezTo>
                    <a:pt x="4" y="13"/>
                    <a:pt x="7" y="7"/>
                    <a:pt x="6" y="1"/>
                  </a:cubicBezTo>
                </a:path>
              </a:pathLst>
            </a:custGeom>
            <a:solidFill>
              <a:srgbClr val="D9D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3" name="Freeform 152">
              <a:extLst>
                <a:ext uri="{FF2B5EF4-FFF2-40B4-BE49-F238E27FC236}">
                  <a16:creationId xmlns:a16="http://schemas.microsoft.com/office/drawing/2014/main" id="{4B04A5C4-3387-4B95-BE54-A5926BA48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887"/>
              <a:ext cx="77" cy="173"/>
            </a:xfrm>
            <a:custGeom>
              <a:avLst/>
              <a:gdLst>
                <a:gd name="T0" fmla="*/ 542 w 29"/>
                <a:gd name="T1" fmla="*/ 272 h 61"/>
                <a:gd name="T2" fmla="*/ 520 w 29"/>
                <a:gd name="T3" fmla="*/ 482 h 61"/>
                <a:gd name="T4" fmla="*/ 486 w 29"/>
                <a:gd name="T5" fmla="*/ 732 h 61"/>
                <a:gd name="T6" fmla="*/ 409 w 29"/>
                <a:gd name="T7" fmla="*/ 1117 h 61"/>
                <a:gd name="T8" fmla="*/ 0 w 29"/>
                <a:gd name="T9" fmla="*/ 1279 h 61"/>
                <a:gd name="T10" fmla="*/ 77 w 29"/>
                <a:gd name="T11" fmla="*/ 1231 h 61"/>
                <a:gd name="T12" fmla="*/ 133 w 29"/>
                <a:gd name="T13" fmla="*/ 1254 h 61"/>
                <a:gd name="T14" fmla="*/ 281 w 29"/>
                <a:gd name="T15" fmla="*/ 1166 h 61"/>
                <a:gd name="T16" fmla="*/ 409 w 29"/>
                <a:gd name="T17" fmla="*/ 709 h 61"/>
                <a:gd name="T18" fmla="*/ 260 w 29"/>
                <a:gd name="T19" fmla="*/ 459 h 61"/>
                <a:gd name="T20" fmla="*/ 204 w 29"/>
                <a:gd name="T21" fmla="*/ 210 h 61"/>
                <a:gd name="T22" fmla="*/ 133 w 29"/>
                <a:gd name="T23" fmla="*/ 0 h 61"/>
                <a:gd name="T24" fmla="*/ 247 w 29"/>
                <a:gd name="T25" fmla="*/ 162 h 61"/>
                <a:gd name="T26" fmla="*/ 297 w 29"/>
                <a:gd name="T27" fmla="*/ 363 h 61"/>
                <a:gd name="T28" fmla="*/ 430 w 29"/>
                <a:gd name="T29" fmla="*/ 346 h 61"/>
                <a:gd name="T30" fmla="*/ 465 w 29"/>
                <a:gd name="T31" fmla="*/ 250 h 61"/>
                <a:gd name="T32" fmla="*/ 520 w 29"/>
                <a:gd name="T33" fmla="*/ 162 h 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61">
                  <a:moveTo>
                    <a:pt x="29" y="12"/>
                  </a:moveTo>
                  <a:cubicBezTo>
                    <a:pt x="29" y="15"/>
                    <a:pt x="28" y="19"/>
                    <a:pt x="28" y="21"/>
                  </a:cubicBezTo>
                  <a:cubicBezTo>
                    <a:pt x="27" y="25"/>
                    <a:pt x="26" y="29"/>
                    <a:pt x="26" y="32"/>
                  </a:cubicBezTo>
                  <a:cubicBezTo>
                    <a:pt x="25" y="38"/>
                    <a:pt x="23" y="44"/>
                    <a:pt x="22" y="49"/>
                  </a:cubicBezTo>
                  <a:cubicBezTo>
                    <a:pt x="20" y="61"/>
                    <a:pt x="8" y="56"/>
                    <a:pt x="0" y="56"/>
                  </a:cubicBezTo>
                  <a:cubicBezTo>
                    <a:pt x="1" y="55"/>
                    <a:pt x="2" y="54"/>
                    <a:pt x="4" y="54"/>
                  </a:cubicBezTo>
                  <a:cubicBezTo>
                    <a:pt x="5" y="54"/>
                    <a:pt x="6" y="54"/>
                    <a:pt x="7" y="55"/>
                  </a:cubicBezTo>
                  <a:cubicBezTo>
                    <a:pt x="10" y="55"/>
                    <a:pt x="13" y="53"/>
                    <a:pt x="15" y="51"/>
                  </a:cubicBezTo>
                  <a:cubicBezTo>
                    <a:pt x="21" y="46"/>
                    <a:pt x="21" y="37"/>
                    <a:pt x="22" y="31"/>
                  </a:cubicBezTo>
                  <a:cubicBezTo>
                    <a:pt x="23" y="23"/>
                    <a:pt x="16" y="26"/>
                    <a:pt x="14" y="20"/>
                  </a:cubicBezTo>
                  <a:cubicBezTo>
                    <a:pt x="12" y="16"/>
                    <a:pt x="11" y="13"/>
                    <a:pt x="11" y="9"/>
                  </a:cubicBezTo>
                  <a:cubicBezTo>
                    <a:pt x="11" y="7"/>
                    <a:pt x="9" y="2"/>
                    <a:pt x="7" y="0"/>
                  </a:cubicBezTo>
                  <a:cubicBezTo>
                    <a:pt x="10" y="2"/>
                    <a:pt x="12" y="3"/>
                    <a:pt x="13" y="7"/>
                  </a:cubicBezTo>
                  <a:cubicBezTo>
                    <a:pt x="13" y="10"/>
                    <a:pt x="14" y="13"/>
                    <a:pt x="16" y="16"/>
                  </a:cubicBezTo>
                  <a:cubicBezTo>
                    <a:pt x="19" y="18"/>
                    <a:pt x="20" y="18"/>
                    <a:pt x="23" y="15"/>
                  </a:cubicBezTo>
                  <a:cubicBezTo>
                    <a:pt x="25" y="14"/>
                    <a:pt x="24" y="12"/>
                    <a:pt x="25" y="11"/>
                  </a:cubicBezTo>
                  <a:cubicBezTo>
                    <a:pt x="26" y="9"/>
                    <a:pt x="27" y="9"/>
                    <a:pt x="28" y="7"/>
                  </a:cubicBezTo>
                </a:path>
              </a:pathLst>
            </a:custGeom>
            <a:solidFill>
              <a:srgbClr val="6B7F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4" name="Freeform 153">
              <a:extLst>
                <a:ext uri="{FF2B5EF4-FFF2-40B4-BE49-F238E27FC236}">
                  <a16:creationId xmlns:a16="http://schemas.microsoft.com/office/drawing/2014/main" id="{1954B151-45F4-4A7C-BB7D-0094779FB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856"/>
              <a:ext cx="130" cy="45"/>
            </a:xfrm>
            <a:custGeom>
              <a:avLst/>
              <a:gdLst>
                <a:gd name="T0" fmla="*/ 149 w 49"/>
                <a:gd name="T1" fmla="*/ 332 h 16"/>
                <a:gd name="T2" fmla="*/ 374 w 49"/>
                <a:gd name="T3" fmla="*/ 332 h 16"/>
                <a:gd name="T4" fmla="*/ 894 w 49"/>
                <a:gd name="T5" fmla="*/ 183 h 16"/>
                <a:gd name="T6" fmla="*/ 464 w 49"/>
                <a:gd name="T7" fmla="*/ 65 h 16"/>
                <a:gd name="T8" fmla="*/ 226 w 49"/>
                <a:gd name="T9" fmla="*/ 23 h 16"/>
                <a:gd name="T10" fmla="*/ 149 w 49"/>
                <a:gd name="T11" fmla="*/ 332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6">
                  <a:moveTo>
                    <a:pt x="8" y="15"/>
                  </a:moveTo>
                  <a:cubicBezTo>
                    <a:pt x="12" y="15"/>
                    <a:pt x="16" y="15"/>
                    <a:pt x="20" y="15"/>
                  </a:cubicBezTo>
                  <a:cubicBezTo>
                    <a:pt x="25" y="15"/>
                    <a:pt x="49" y="16"/>
                    <a:pt x="48" y="8"/>
                  </a:cubicBezTo>
                  <a:cubicBezTo>
                    <a:pt x="47" y="5"/>
                    <a:pt x="30" y="5"/>
                    <a:pt x="25" y="3"/>
                  </a:cubicBezTo>
                  <a:cubicBezTo>
                    <a:pt x="21" y="2"/>
                    <a:pt x="17" y="0"/>
                    <a:pt x="12" y="1"/>
                  </a:cubicBezTo>
                  <a:cubicBezTo>
                    <a:pt x="8" y="2"/>
                    <a:pt x="0" y="12"/>
                    <a:pt x="8" y="1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5" name="Freeform 154">
              <a:extLst>
                <a:ext uri="{FF2B5EF4-FFF2-40B4-BE49-F238E27FC236}">
                  <a16:creationId xmlns:a16="http://schemas.microsoft.com/office/drawing/2014/main" id="{4EA58F13-3A0B-476D-8903-777E178E8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870"/>
              <a:ext cx="109" cy="190"/>
            </a:xfrm>
            <a:custGeom>
              <a:avLst/>
              <a:gdLst>
                <a:gd name="T0" fmla="*/ 715 w 41"/>
                <a:gd name="T1" fmla="*/ 224 h 67"/>
                <a:gd name="T2" fmla="*/ 657 w 41"/>
                <a:gd name="T3" fmla="*/ 224 h 67"/>
                <a:gd name="T4" fmla="*/ 601 w 41"/>
                <a:gd name="T5" fmla="*/ 74 h 67"/>
                <a:gd name="T6" fmla="*/ 487 w 41"/>
                <a:gd name="T7" fmla="*/ 0 h 67"/>
                <a:gd name="T8" fmla="*/ 136 w 41"/>
                <a:gd name="T9" fmla="*/ 88 h 67"/>
                <a:gd name="T10" fmla="*/ 35 w 41"/>
                <a:gd name="T11" fmla="*/ 363 h 67"/>
                <a:gd name="T12" fmla="*/ 56 w 41"/>
                <a:gd name="T13" fmla="*/ 1344 h 67"/>
                <a:gd name="T14" fmla="*/ 362 w 41"/>
                <a:gd name="T15" fmla="*/ 1503 h 67"/>
                <a:gd name="T16" fmla="*/ 622 w 41"/>
                <a:gd name="T17" fmla="*/ 1367 h 67"/>
                <a:gd name="T18" fmla="*/ 734 w 41"/>
                <a:gd name="T19" fmla="*/ 346 h 67"/>
                <a:gd name="T20" fmla="*/ 715 w 41"/>
                <a:gd name="T21" fmla="*/ 224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67">
                  <a:moveTo>
                    <a:pt x="38" y="10"/>
                  </a:moveTo>
                  <a:cubicBezTo>
                    <a:pt x="37" y="10"/>
                    <a:pt x="36" y="10"/>
                    <a:pt x="35" y="10"/>
                  </a:cubicBezTo>
                  <a:cubicBezTo>
                    <a:pt x="31" y="9"/>
                    <a:pt x="31" y="6"/>
                    <a:pt x="32" y="3"/>
                  </a:cubicBezTo>
                  <a:cubicBezTo>
                    <a:pt x="32" y="1"/>
                    <a:pt x="29" y="0"/>
                    <a:pt x="26" y="0"/>
                  </a:cubicBezTo>
                  <a:cubicBezTo>
                    <a:pt x="21" y="0"/>
                    <a:pt x="11" y="0"/>
                    <a:pt x="7" y="4"/>
                  </a:cubicBezTo>
                  <a:cubicBezTo>
                    <a:pt x="5" y="6"/>
                    <a:pt x="3" y="12"/>
                    <a:pt x="2" y="16"/>
                  </a:cubicBezTo>
                  <a:cubicBezTo>
                    <a:pt x="0" y="33"/>
                    <a:pt x="1" y="49"/>
                    <a:pt x="3" y="59"/>
                  </a:cubicBezTo>
                  <a:cubicBezTo>
                    <a:pt x="4" y="65"/>
                    <a:pt x="12" y="66"/>
                    <a:pt x="19" y="66"/>
                  </a:cubicBezTo>
                  <a:cubicBezTo>
                    <a:pt x="25" y="66"/>
                    <a:pt x="31" y="67"/>
                    <a:pt x="33" y="60"/>
                  </a:cubicBezTo>
                  <a:cubicBezTo>
                    <a:pt x="36" y="51"/>
                    <a:pt x="41" y="22"/>
                    <a:pt x="39" y="15"/>
                  </a:cubicBezTo>
                  <a:cubicBezTo>
                    <a:pt x="39" y="13"/>
                    <a:pt x="38" y="12"/>
                    <a:pt x="38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6" name="Freeform 155">
              <a:extLst>
                <a:ext uri="{FF2B5EF4-FFF2-40B4-BE49-F238E27FC236}">
                  <a16:creationId xmlns:a16="http://schemas.microsoft.com/office/drawing/2014/main" id="{23D29BE3-7A7A-4A8A-99F2-5892D7E92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842"/>
              <a:ext cx="114" cy="36"/>
            </a:xfrm>
            <a:custGeom>
              <a:avLst/>
              <a:gdLst>
                <a:gd name="T0" fmla="*/ 801 w 43"/>
                <a:gd name="T1" fmla="*/ 191 h 13"/>
                <a:gd name="T2" fmla="*/ 374 w 43"/>
                <a:gd name="T3" fmla="*/ 83 h 13"/>
                <a:gd name="T4" fmla="*/ 148 w 43"/>
                <a:gd name="T5" fmla="*/ 47 h 13"/>
                <a:gd name="T6" fmla="*/ 0 w 43"/>
                <a:gd name="T7" fmla="*/ 216 h 13"/>
                <a:gd name="T8" fmla="*/ 77 w 43"/>
                <a:gd name="T9" fmla="*/ 277 h 13"/>
                <a:gd name="T10" fmla="*/ 77 w 43"/>
                <a:gd name="T11" fmla="*/ 277 h 13"/>
                <a:gd name="T12" fmla="*/ 204 w 43"/>
                <a:gd name="T13" fmla="*/ 130 h 13"/>
                <a:gd name="T14" fmla="*/ 451 w 43"/>
                <a:gd name="T15" fmla="*/ 169 h 13"/>
                <a:gd name="T16" fmla="*/ 801 w 43"/>
                <a:gd name="T17" fmla="*/ 230 h 13"/>
                <a:gd name="T18" fmla="*/ 801 w 43"/>
                <a:gd name="T19" fmla="*/ 19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3">
                  <a:moveTo>
                    <a:pt x="43" y="9"/>
                  </a:moveTo>
                  <a:cubicBezTo>
                    <a:pt x="42" y="6"/>
                    <a:pt x="25" y="5"/>
                    <a:pt x="20" y="4"/>
                  </a:cubicBezTo>
                  <a:cubicBezTo>
                    <a:pt x="16" y="3"/>
                    <a:pt x="12" y="0"/>
                    <a:pt x="8" y="2"/>
                  </a:cubicBezTo>
                  <a:cubicBezTo>
                    <a:pt x="5" y="2"/>
                    <a:pt x="1" y="7"/>
                    <a:pt x="0" y="10"/>
                  </a:cubicBezTo>
                  <a:cubicBezTo>
                    <a:pt x="2" y="11"/>
                    <a:pt x="4" y="12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0"/>
                    <a:pt x="9" y="6"/>
                    <a:pt x="11" y="6"/>
                  </a:cubicBezTo>
                  <a:cubicBezTo>
                    <a:pt x="16" y="5"/>
                    <a:pt x="20" y="7"/>
                    <a:pt x="24" y="8"/>
                  </a:cubicBezTo>
                  <a:cubicBezTo>
                    <a:pt x="27" y="9"/>
                    <a:pt x="37" y="10"/>
                    <a:pt x="43" y="11"/>
                  </a:cubicBezTo>
                  <a:cubicBezTo>
                    <a:pt x="43" y="10"/>
                    <a:pt x="43" y="10"/>
                    <a:pt x="43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7" name="Freeform 156">
              <a:extLst>
                <a:ext uri="{FF2B5EF4-FFF2-40B4-BE49-F238E27FC236}">
                  <a16:creationId xmlns:a16="http://schemas.microsoft.com/office/drawing/2014/main" id="{FF897D9F-0A2D-4F39-9098-3BF0DA0A3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895"/>
              <a:ext cx="104" cy="105"/>
            </a:xfrm>
            <a:custGeom>
              <a:avLst/>
              <a:gdLst>
                <a:gd name="T0" fmla="*/ 704 w 39"/>
                <a:gd name="T1" fmla="*/ 48 h 37"/>
                <a:gd name="T2" fmla="*/ 589 w 39"/>
                <a:gd name="T3" fmla="*/ 0 h 37"/>
                <a:gd name="T4" fmla="*/ 568 w 39"/>
                <a:gd name="T5" fmla="*/ 0 h 37"/>
                <a:gd name="T6" fmla="*/ 192 w 39"/>
                <a:gd name="T7" fmla="*/ 26 h 37"/>
                <a:gd name="T8" fmla="*/ 77 w 39"/>
                <a:gd name="T9" fmla="*/ 26 h 37"/>
                <a:gd name="T10" fmla="*/ 35 w 39"/>
                <a:gd name="T11" fmla="*/ 136 h 37"/>
                <a:gd name="T12" fmla="*/ 0 w 39"/>
                <a:gd name="T13" fmla="*/ 709 h 37"/>
                <a:gd name="T14" fmla="*/ 205 w 39"/>
                <a:gd name="T15" fmla="*/ 797 h 37"/>
                <a:gd name="T16" fmla="*/ 477 w 39"/>
                <a:gd name="T17" fmla="*/ 820 h 37"/>
                <a:gd name="T18" fmla="*/ 627 w 39"/>
                <a:gd name="T19" fmla="*/ 820 h 37"/>
                <a:gd name="T20" fmla="*/ 661 w 39"/>
                <a:gd name="T21" fmla="*/ 758 h 37"/>
                <a:gd name="T22" fmla="*/ 717 w 39"/>
                <a:gd name="T23" fmla="*/ 250 h 37"/>
                <a:gd name="T24" fmla="*/ 704 w 39"/>
                <a:gd name="T25" fmla="*/ 48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37">
                  <a:moveTo>
                    <a:pt x="37" y="2"/>
                  </a:moveTo>
                  <a:cubicBezTo>
                    <a:pt x="35" y="0"/>
                    <a:pt x="31" y="0"/>
                    <a:pt x="3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3" y="1"/>
                    <a:pt x="13" y="1"/>
                    <a:pt x="10" y="1"/>
                  </a:cubicBezTo>
                  <a:cubicBezTo>
                    <a:pt x="8" y="1"/>
                    <a:pt x="6" y="1"/>
                    <a:pt x="4" y="1"/>
                  </a:cubicBezTo>
                  <a:cubicBezTo>
                    <a:pt x="3" y="3"/>
                    <a:pt x="2" y="4"/>
                    <a:pt x="2" y="6"/>
                  </a:cubicBezTo>
                  <a:cubicBezTo>
                    <a:pt x="3" y="10"/>
                    <a:pt x="2" y="21"/>
                    <a:pt x="0" y="31"/>
                  </a:cubicBezTo>
                  <a:cubicBezTo>
                    <a:pt x="2" y="34"/>
                    <a:pt x="8" y="35"/>
                    <a:pt x="11" y="35"/>
                  </a:cubicBezTo>
                  <a:cubicBezTo>
                    <a:pt x="16" y="36"/>
                    <a:pt x="20" y="35"/>
                    <a:pt x="25" y="36"/>
                  </a:cubicBezTo>
                  <a:cubicBezTo>
                    <a:pt x="28" y="36"/>
                    <a:pt x="31" y="37"/>
                    <a:pt x="33" y="36"/>
                  </a:cubicBezTo>
                  <a:cubicBezTo>
                    <a:pt x="34" y="35"/>
                    <a:pt x="35" y="34"/>
                    <a:pt x="35" y="33"/>
                  </a:cubicBezTo>
                  <a:cubicBezTo>
                    <a:pt x="36" y="31"/>
                    <a:pt x="37" y="18"/>
                    <a:pt x="38" y="11"/>
                  </a:cubicBezTo>
                  <a:cubicBezTo>
                    <a:pt x="38" y="8"/>
                    <a:pt x="39" y="3"/>
                    <a:pt x="37" y="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8" name="Freeform 157">
              <a:extLst>
                <a:ext uri="{FF2B5EF4-FFF2-40B4-BE49-F238E27FC236}">
                  <a16:creationId xmlns:a16="http://schemas.microsoft.com/office/drawing/2014/main" id="{4372B23C-BB56-4015-8BD8-574510CF9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2898"/>
              <a:ext cx="77" cy="170"/>
            </a:xfrm>
            <a:custGeom>
              <a:avLst/>
              <a:gdLst>
                <a:gd name="T0" fmla="*/ 542 w 29"/>
                <a:gd name="T1" fmla="*/ 162 h 60"/>
                <a:gd name="T2" fmla="*/ 451 w 29"/>
                <a:gd name="T3" fmla="*/ 657 h 60"/>
                <a:gd name="T4" fmla="*/ 430 w 29"/>
                <a:gd name="T5" fmla="*/ 1116 h 60"/>
                <a:gd name="T6" fmla="*/ 297 w 29"/>
                <a:gd name="T7" fmla="*/ 1252 h 60"/>
                <a:gd name="T8" fmla="*/ 21 w 29"/>
                <a:gd name="T9" fmla="*/ 1182 h 60"/>
                <a:gd name="T10" fmla="*/ 21 w 29"/>
                <a:gd name="T11" fmla="*/ 547 h 60"/>
                <a:gd name="T12" fmla="*/ 149 w 29"/>
                <a:gd name="T13" fmla="*/ 88 h 60"/>
                <a:gd name="T14" fmla="*/ 451 w 29"/>
                <a:gd name="T15" fmla="*/ 0 h 60"/>
                <a:gd name="T16" fmla="*/ 542 w 29"/>
                <a:gd name="T17" fmla="*/ 162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60">
                  <a:moveTo>
                    <a:pt x="29" y="7"/>
                  </a:moveTo>
                  <a:cubicBezTo>
                    <a:pt x="29" y="13"/>
                    <a:pt x="24" y="20"/>
                    <a:pt x="24" y="29"/>
                  </a:cubicBezTo>
                  <a:cubicBezTo>
                    <a:pt x="23" y="35"/>
                    <a:pt x="23" y="47"/>
                    <a:pt x="23" y="49"/>
                  </a:cubicBezTo>
                  <a:cubicBezTo>
                    <a:pt x="22" y="51"/>
                    <a:pt x="20" y="53"/>
                    <a:pt x="16" y="55"/>
                  </a:cubicBezTo>
                  <a:cubicBezTo>
                    <a:pt x="11" y="57"/>
                    <a:pt x="2" y="60"/>
                    <a:pt x="1" y="52"/>
                  </a:cubicBezTo>
                  <a:cubicBezTo>
                    <a:pt x="0" y="42"/>
                    <a:pt x="1" y="34"/>
                    <a:pt x="1" y="24"/>
                  </a:cubicBezTo>
                  <a:cubicBezTo>
                    <a:pt x="1" y="19"/>
                    <a:pt x="3" y="7"/>
                    <a:pt x="8" y="4"/>
                  </a:cubicBezTo>
                  <a:cubicBezTo>
                    <a:pt x="14" y="1"/>
                    <a:pt x="21" y="0"/>
                    <a:pt x="24" y="0"/>
                  </a:cubicBezTo>
                  <a:cubicBezTo>
                    <a:pt x="28" y="0"/>
                    <a:pt x="29" y="3"/>
                    <a:pt x="29" y="7"/>
                  </a:cubicBezTo>
                  <a:close/>
                </a:path>
              </a:pathLst>
            </a:custGeom>
            <a:solidFill>
              <a:srgbClr val="9DC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9" name="Freeform 158">
              <a:extLst>
                <a:ext uri="{FF2B5EF4-FFF2-40B4-BE49-F238E27FC236}">
                  <a16:creationId xmlns:a16="http://schemas.microsoft.com/office/drawing/2014/main" id="{2024003D-7F69-466F-8C04-02FBA2F6F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2898"/>
              <a:ext cx="77" cy="170"/>
            </a:xfrm>
            <a:custGeom>
              <a:avLst/>
              <a:gdLst>
                <a:gd name="T0" fmla="*/ 542 w 29"/>
                <a:gd name="T1" fmla="*/ 162 h 60"/>
                <a:gd name="T2" fmla="*/ 451 w 29"/>
                <a:gd name="T3" fmla="*/ 657 h 60"/>
                <a:gd name="T4" fmla="*/ 430 w 29"/>
                <a:gd name="T5" fmla="*/ 1116 h 60"/>
                <a:gd name="T6" fmla="*/ 297 w 29"/>
                <a:gd name="T7" fmla="*/ 1252 h 60"/>
                <a:gd name="T8" fmla="*/ 21 w 29"/>
                <a:gd name="T9" fmla="*/ 1182 h 60"/>
                <a:gd name="T10" fmla="*/ 21 w 29"/>
                <a:gd name="T11" fmla="*/ 547 h 60"/>
                <a:gd name="T12" fmla="*/ 149 w 29"/>
                <a:gd name="T13" fmla="*/ 88 h 60"/>
                <a:gd name="T14" fmla="*/ 451 w 29"/>
                <a:gd name="T15" fmla="*/ 0 h 60"/>
                <a:gd name="T16" fmla="*/ 542 w 29"/>
                <a:gd name="T17" fmla="*/ 162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60">
                  <a:moveTo>
                    <a:pt x="29" y="7"/>
                  </a:moveTo>
                  <a:cubicBezTo>
                    <a:pt x="29" y="13"/>
                    <a:pt x="24" y="20"/>
                    <a:pt x="24" y="29"/>
                  </a:cubicBezTo>
                  <a:cubicBezTo>
                    <a:pt x="23" y="35"/>
                    <a:pt x="23" y="47"/>
                    <a:pt x="23" y="49"/>
                  </a:cubicBezTo>
                  <a:cubicBezTo>
                    <a:pt x="22" y="51"/>
                    <a:pt x="20" y="53"/>
                    <a:pt x="16" y="55"/>
                  </a:cubicBezTo>
                  <a:cubicBezTo>
                    <a:pt x="11" y="57"/>
                    <a:pt x="2" y="60"/>
                    <a:pt x="1" y="52"/>
                  </a:cubicBezTo>
                  <a:cubicBezTo>
                    <a:pt x="0" y="42"/>
                    <a:pt x="1" y="34"/>
                    <a:pt x="1" y="24"/>
                  </a:cubicBezTo>
                  <a:cubicBezTo>
                    <a:pt x="1" y="19"/>
                    <a:pt x="3" y="7"/>
                    <a:pt x="8" y="4"/>
                  </a:cubicBezTo>
                  <a:cubicBezTo>
                    <a:pt x="14" y="1"/>
                    <a:pt x="21" y="0"/>
                    <a:pt x="24" y="0"/>
                  </a:cubicBezTo>
                  <a:cubicBezTo>
                    <a:pt x="28" y="0"/>
                    <a:pt x="29" y="3"/>
                    <a:pt x="29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0" name="Freeform 159">
              <a:extLst>
                <a:ext uri="{FF2B5EF4-FFF2-40B4-BE49-F238E27FC236}">
                  <a16:creationId xmlns:a16="http://schemas.microsoft.com/office/drawing/2014/main" id="{27334749-A952-48BF-9A52-AFE8F92FE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045"/>
              <a:ext cx="128" cy="71"/>
            </a:xfrm>
            <a:custGeom>
              <a:avLst/>
              <a:gdLst>
                <a:gd name="T0" fmla="*/ 776 w 48"/>
                <a:gd name="T1" fmla="*/ 88 h 25"/>
                <a:gd name="T2" fmla="*/ 648 w 48"/>
                <a:gd name="T3" fmla="*/ 88 h 25"/>
                <a:gd name="T4" fmla="*/ 363 w 48"/>
                <a:gd name="T5" fmla="*/ 0 h 25"/>
                <a:gd name="T6" fmla="*/ 264 w 48"/>
                <a:gd name="T7" fmla="*/ 74 h 25"/>
                <a:gd name="T8" fmla="*/ 77 w 48"/>
                <a:gd name="T9" fmla="*/ 114 h 25"/>
                <a:gd name="T10" fmla="*/ 0 w 48"/>
                <a:gd name="T11" fmla="*/ 298 h 25"/>
                <a:gd name="T12" fmla="*/ 171 w 48"/>
                <a:gd name="T13" fmla="*/ 435 h 25"/>
                <a:gd name="T14" fmla="*/ 376 w 48"/>
                <a:gd name="T15" fmla="*/ 298 h 25"/>
                <a:gd name="T16" fmla="*/ 568 w 48"/>
                <a:gd name="T17" fmla="*/ 227 h 25"/>
                <a:gd name="T18" fmla="*/ 661 w 48"/>
                <a:gd name="T19" fmla="*/ 460 h 25"/>
                <a:gd name="T20" fmla="*/ 875 w 48"/>
                <a:gd name="T21" fmla="*/ 435 h 25"/>
                <a:gd name="T22" fmla="*/ 776 w 48"/>
                <a:gd name="T23" fmla="*/ 88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25">
                  <a:moveTo>
                    <a:pt x="41" y="4"/>
                  </a:moveTo>
                  <a:cubicBezTo>
                    <a:pt x="39" y="4"/>
                    <a:pt x="37" y="4"/>
                    <a:pt x="34" y="4"/>
                  </a:cubicBezTo>
                  <a:cubicBezTo>
                    <a:pt x="28" y="4"/>
                    <a:pt x="21" y="4"/>
                    <a:pt x="19" y="0"/>
                  </a:cubicBezTo>
                  <a:cubicBezTo>
                    <a:pt x="18" y="1"/>
                    <a:pt x="16" y="2"/>
                    <a:pt x="14" y="3"/>
                  </a:cubicBezTo>
                  <a:cubicBezTo>
                    <a:pt x="11" y="4"/>
                    <a:pt x="7" y="6"/>
                    <a:pt x="4" y="5"/>
                  </a:cubicBezTo>
                  <a:cubicBezTo>
                    <a:pt x="1" y="8"/>
                    <a:pt x="0" y="11"/>
                    <a:pt x="0" y="13"/>
                  </a:cubicBezTo>
                  <a:cubicBezTo>
                    <a:pt x="2" y="18"/>
                    <a:pt x="4" y="19"/>
                    <a:pt x="9" y="19"/>
                  </a:cubicBezTo>
                  <a:cubicBezTo>
                    <a:pt x="14" y="19"/>
                    <a:pt x="16" y="16"/>
                    <a:pt x="20" y="13"/>
                  </a:cubicBezTo>
                  <a:cubicBezTo>
                    <a:pt x="23" y="11"/>
                    <a:pt x="27" y="8"/>
                    <a:pt x="30" y="10"/>
                  </a:cubicBezTo>
                  <a:cubicBezTo>
                    <a:pt x="34" y="12"/>
                    <a:pt x="33" y="17"/>
                    <a:pt x="35" y="20"/>
                  </a:cubicBezTo>
                  <a:cubicBezTo>
                    <a:pt x="38" y="25"/>
                    <a:pt x="45" y="24"/>
                    <a:pt x="46" y="19"/>
                  </a:cubicBezTo>
                  <a:cubicBezTo>
                    <a:pt x="48" y="13"/>
                    <a:pt x="45" y="8"/>
                    <a:pt x="41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1" name="Freeform 160">
              <a:extLst>
                <a:ext uri="{FF2B5EF4-FFF2-40B4-BE49-F238E27FC236}">
                  <a16:creationId xmlns:a16="http://schemas.microsoft.com/office/drawing/2014/main" id="{E3DEC737-2CA3-4E2D-97DA-858FD29E9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890"/>
              <a:ext cx="83" cy="161"/>
            </a:xfrm>
            <a:custGeom>
              <a:avLst/>
              <a:gdLst>
                <a:gd name="T0" fmla="*/ 209 w 31"/>
                <a:gd name="T1" fmla="*/ 1237 h 57"/>
                <a:gd name="T2" fmla="*/ 209 w 31"/>
                <a:gd name="T3" fmla="*/ 607 h 57"/>
                <a:gd name="T4" fmla="*/ 345 w 31"/>
                <a:gd name="T5" fmla="*/ 158 h 57"/>
                <a:gd name="T6" fmla="*/ 594 w 31"/>
                <a:gd name="T7" fmla="*/ 88 h 57"/>
                <a:gd name="T8" fmla="*/ 458 w 31"/>
                <a:gd name="T9" fmla="*/ 0 h 57"/>
                <a:gd name="T10" fmla="*/ 150 w 31"/>
                <a:gd name="T11" fmla="*/ 88 h 57"/>
                <a:gd name="T12" fmla="*/ 21 w 31"/>
                <a:gd name="T13" fmla="*/ 542 h 57"/>
                <a:gd name="T14" fmla="*/ 21 w 31"/>
                <a:gd name="T15" fmla="*/ 1150 h 57"/>
                <a:gd name="T16" fmla="*/ 209 w 31"/>
                <a:gd name="T17" fmla="*/ 1260 h 57"/>
                <a:gd name="T18" fmla="*/ 209 w 31"/>
                <a:gd name="T19" fmla="*/ 1237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57">
                  <a:moveTo>
                    <a:pt x="11" y="55"/>
                  </a:moveTo>
                  <a:cubicBezTo>
                    <a:pt x="10" y="45"/>
                    <a:pt x="11" y="37"/>
                    <a:pt x="11" y="27"/>
                  </a:cubicBezTo>
                  <a:cubicBezTo>
                    <a:pt x="11" y="22"/>
                    <a:pt x="13" y="10"/>
                    <a:pt x="18" y="7"/>
                  </a:cubicBezTo>
                  <a:cubicBezTo>
                    <a:pt x="22" y="5"/>
                    <a:pt x="27" y="4"/>
                    <a:pt x="31" y="4"/>
                  </a:cubicBezTo>
                  <a:cubicBezTo>
                    <a:pt x="30" y="1"/>
                    <a:pt x="27" y="0"/>
                    <a:pt x="24" y="0"/>
                  </a:cubicBezTo>
                  <a:cubicBezTo>
                    <a:pt x="21" y="0"/>
                    <a:pt x="14" y="1"/>
                    <a:pt x="8" y="4"/>
                  </a:cubicBezTo>
                  <a:cubicBezTo>
                    <a:pt x="3" y="6"/>
                    <a:pt x="2" y="19"/>
                    <a:pt x="1" y="24"/>
                  </a:cubicBezTo>
                  <a:cubicBezTo>
                    <a:pt x="1" y="33"/>
                    <a:pt x="0" y="42"/>
                    <a:pt x="1" y="51"/>
                  </a:cubicBezTo>
                  <a:cubicBezTo>
                    <a:pt x="2" y="57"/>
                    <a:pt x="6" y="57"/>
                    <a:pt x="11" y="56"/>
                  </a:cubicBezTo>
                  <a:cubicBezTo>
                    <a:pt x="11" y="56"/>
                    <a:pt x="11" y="55"/>
                    <a:pt x="11" y="5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2" name="Freeform 161">
              <a:extLst>
                <a:ext uri="{FF2B5EF4-FFF2-40B4-BE49-F238E27FC236}">
                  <a16:creationId xmlns:a16="http://schemas.microsoft.com/office/drawing/2014/main" id="{ABC5DFEE-20F1-4379-9EFC-1A07347D5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983"/>
              <a:ext cx="125" cy="122"/>
            </a:xfrm>
            <a:custGeom>
              <a:avLst/>
              <a:gdLst>
                <a:gd name="T0" fmla="*/ 862 w 47"/>
                <a:gd name="T1" fmla="*/ 499 h 43"/>
                <a:gd name="T2" fmla="*/ 793 w 47"/>
                <a:gd name="T3" fmla="*/ 88 h 43"/>
                <a:gd name="T4" fmla="*/ 771 w 47"/>
                <a:gd name="T5" fmla="*/ 113 h 43"/>
                <a:gd name="T6" fmla="*/ 622 w 47"/>
                <a:gd name="T7" fmla="*/ 113 h 43"/>
                <a:gd name="T8" fmla="*/ 362 w 47"/>
                <a:gd name="T9" fmla="*/ 88 h 43"/>
                <a:gd name="T10" fmla="*/ 149 w 47"/>
                <a:gd name="T11" fmla="*/ 0 h 43"/>
                <a:gd name="T12" fmla="*/ 149 w 47"/>
                <a:gd name="T13" fmla="*/ 0 h 43"/>
                <a:gd name="T14" fmla="*/ 77 w 47"/>
                <a:gd name="T15" fmla="*/ 460 h 43"/>
                <a:gd name="T16" fmla="*/ 56 w 47"/>
                <a:gd name="T17" fmla="*/ 522 h 43"/>
                <a:gd name="T18" fmla="*/ 0 w 47"/>
                <a:gd name="T19" fmla="*/ 661 h 43"/>
                <a:gd name="T20" fmla="*/ 35 w 47"/>
                <a:gd name="T21" fmla="*/ 933 h 43"/>
                <a:gd name="T22" fmla="*/ 35 w 47"/>
                <a:gd name="T23" fmla="*/ 959 h 43"/>
                <a:gd name="T24" fmla="*/ 418 w 47"/>
                <a:gd name="T25" fmla="*/ 894 h 43"/>
                <a:gd name="T26" fmla="*/ 862 w 47"/>
                <a:gd name="T27" fmla="*/ 548 h 43"/>
                <a:gd name="T28" fmla="*/ 883 w 47"/>
                <a:gd name="T29" fmla="*/ 522 h 43"/>
                <a:gd name="T30" fmla="*/ 862 w 47"/>
                <a:gd name="T31" fmla="*/ 499 h 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" h="43">
                  <a:moveTo>
                    <a:pt x="46" y="22"/>
                  </a:moveTo>
                  <a:cubicBezTo>
                    <a:pt x="41" y="18"/>
                    <a:pt x="41" y="10"/>
                    <a:pt x="42" y="4"/>
                  </a:cubicBezTo>
                  <a:cubicBezTo>
                    <a:pt x="42" y="4"/>
                    <a:pt x="41" y="4"/>
                    <a:pt x="41" y="5"/>
                  </a:cubicBezTo>
                  <a:cubicBezTo>
                    <a:pt x="39" y="6"/>
                    <a:pt x="36" y="5"/>
                    <a:pt x="33" y="5"/>
                  </a:cubicBezTo>
                  <a:cubicBezTo>
                    <a:pt x="28" y="4"/>
                    <a:pt x="24" y="5"/>
                    <a:pt x="19" y="4"/>
                  </a:cubicBezTo>
                  <a:cubicBezTo>
                    <a:pt x="16" y="4"/>
                    <a:pt x="10" y="3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8"/>
                    <a:pt x="6" y="16"/>
                    <a:pt x="4" y="20"/>
                  </a:cubicBezTo>
                  <a:cubicBezTo>
                    <a:pt x="4" y="21"/>
                    <a:pt x="4" y="22"/>
                    <a:pt x="3" y="23"/>
                  </a:cubicBezTo>
                  <a:cubicBezTo>
                    <a:pt x="1" y="26"/>
                    <a:pt x="1" y="28"/>
                    <a:pt x="0" y="29"/>
                  </a:cubicBezTo>
                  <a:cubicBezTo>
                    <a:pt x="3" y="33"/>
                    <a:pt x="4" y="37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3"/>
                    <a:pt x="15" y="42"/>
                    <a:pt x="22" y="39"/>
                  </a:cubicBezTo>
                  <a:cubicBezTo>
                    <a:pt x="31" y="36"/>
                    <a:pt x="44" y="28"/>
                    <a:pt x="46" y="24"/>
                  </a:cubicBezTo>
                  <a:cubicBezTo>
                    <a:pt x="47" y="24"/>
                    <a:pt x="47" y="23"/>
                    <a:pt x="47" y="23"/>
                  </a:cubicBezTo>
                  <a:cubicBezTo>
                    <a:pt x="46" y="23"/>
                    <a:pt x="46" y="23"/>
                    <a:pt x="46" y="2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3" name="Freeform 162">
              <a:extLst>
                <a:ext uri="{FF2B5EF4-FFF2-40B4-BE49-F238E27FC236}">
                  <a16:creationId xmlns:a16="http://schemas.microsoft.com/office/drawing/2014/main" id="{0E747DE8-923F-4DC7-827A-8B869218A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825"/>
              <a:ext cx="104" cy="119"/>
            </a:xfrm>
            <a:custGeom>
              <a:avLst/>
              <a:gdLst>
                <a:gd name="T0" fmla="*/ 93 w 39"/>
                <a:gd name="T1" fmla="*/ 88 h 42"/>
                <a:gd name="T2" fmla="*/ 285 w 39"/>
                <a:gd name="T3" fmla="*/ 595 h 42"/>
                <a:gd name="T4" fmla="*/ 397 w 39"/>
                <a:gd name="T5" fmla="*/ 893 h 42"/>
                <a:gd name="T6" fmla="*/ 547 w 39"/>
                <a:gd name="T7" fmla="*/ 754 h 42"/>
                <a:gd name="T8" fmla="*/ 683 w 39"/>
                <a:gd name="T9" fmla="*/ 499 h 42"/>
                <a:gd name="T10" fmla="*/ 456 w 39"/>
                <a:gd name="T11" fmla="*/ 249 h 42"/>
                <a:gd name="T12" fmla="*/ 93 w 39"/>
                <a:gd name="T13" fmla="*/ 88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2">
                  <a:moveTo>
                    <a:pt x="5" y="4"/>
                  </a:moveTo>
                  <a:cubicBezTo>
                    <a:pt x="0" y="8"/>
                    <a:pt x="11" y="19"/>
                    <a:pt x="15" y="26"/>
                  </a:cubicBezTo>
                  <a:cubicBezTo>
                    <a:pt x="16" y="30"/>
                    <a:pt x="17" y="37"/>
                    <a:pt x="21" y="39"/>
                  </a:cubicBezTo>
                  <a:cubicBezTo>
                    <a:pt x="25" y="42"/>
                    <a:pt x="27" y="36"/>
                    <a:pt x="29" y="33"/>
                  </a:cubicBezTo>
                  <a:cubicBezTo>
                    <a:pt x="31" y="29"/>
                    <a:pt x="33" y="26"/>
                    <a:pt x="36" y="22"/>
                  </a:cubicBezTo>
                  <a:cubicBezTo>
                    <a:pt x="39" y="19"/>
                    <a:pt x="32" y="16"/>
                    <a:pt x="24" y="11"/>
                  </a:cubicBezTo>
                  <a:cubicBezTo>
                    <a:pt x="19" y="8"/>
                    <a:pt x="10" y="0"/>
                    <a:pt x="5" y="4"/>
                  </a:cubicBezTo>
                  <a:close/>
                </a:path>
              </a:pathLst>
            </a:custGeom>
            <a:solidFill>
              <a:srgbClr val="ED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4" name="Freeform 163">
              <a:extLst>
                <a:ext uri="{FF2B5EF4-FFF2-40B4-BE49-F238E27FC236}">
                  <a16:creationId xmlns:a16="http://schemas.microsoft.com/office/drawing/2014/main" id="{7B4CF0AB-2A69-4393-99D1-A8B93A78B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825"/>
              <a:ext cx="104" cy="119"/>
            </a:xfrm>
            <a:custGeom>
              <a:avLst/>
              <a:gdLst>
                <a:gd name="T0" fmla="*/ 93 w 39"/>
                <a:gd name="T1" fmla="*/ 88 h 42"/>
                <a:gd name="T2" fmla="*/ 285 w 39"/>
                <a:gd name="T3" fmla="*/ 595 h 42"/>
                <a:gd name="T4" fmla="*/ 397 w 39"/>
                <a:gd name="T5" fmla="*/ 893 h 42"/>
                <a:gd name="T6" fmla="*/ 547 w 39"/>
                <a:gd name="T7" fmla="*/ 754 h 42"/>
                <a:gd name="T8" fmla="*/ 683 w 39"/>
                <a:gd name="T9" fmla="*/ 499 h 42"/>
                <a:gd name="T10" fmla="*/ 456 w 39"/>
                <a:gd name="T11" fmla="*/ 249 h 42"/>
                <a:gd name="T12" fmla="*/ 93 w 39"/>
                <a:gd name="T13" fmla="*/ 88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2">
                  <a:moveTo>
                    <a:pt x="5" y="4"/>
                  </a:moveTo>
                  <a:cubicBezTo>
                    <a:pt x="0" y="8"/>
                    <a:pt x="11" y="19"/>
                    <a:pt x="15" y="26"/>
                  </a:cubicBezTo>
                  <a:cubicBezTo>
                    <a:pt x="16" y="30"/>
                    <a:pt x="17" y="37"/>
                    <a:pt x="21" y="39"/>
                  </a:cubicBezTo>
                  <a:cubicBezTo>
                    <a:pt x="25" y="42"/>
                    <a:pt x="27" y="36"/>
                    <a:pt x="29" y="33"/>
                  </a:cubicBezTo>
                  <a:cubicBezTo>
                    <a:pt x="31" y="29"/>
                    <a:pt x="33" y="26"/>
                    <a:pt x="36" y="22"/>
                  </a:cubicBezTo>
                  <a:cubicBezTo>
                    <a:pt x="39" y="19"/>
                    <a:pt x="32" y="16"/>
                    <a:pt x="24" y="11"/>
                  </a:cubicBezTo>
                  <a:cubicBezTo>
                    <a:pt x="19" y="8"/>
                    <a:pt x="10" y="0"/>
                    <a:pt x="5" y="4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5" name="Freeform 164">
              <a:extLst>
                <a:ext uri="{FF2B5EF4-FFF2-40B4-BE49-F238E27FC236}">
                  <a16:creationId xmlns:a16="http://schemas.microsoft.com/office/drawing/2014/main" id="{2C2C8A11-9A0B-45E3-AB49-0B2A7807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904"/>
              <a:ext cx="51" cy="110"/>
            </a:xfrm>
            <a:custGeom>
              <a:avLst/>
              <a:gdLst>
                <a:gd name="T0" fmla="*/ 368 w 19"/>
                <a:gd name="T1" fmla="*/ 0 h 39"/>
                <a:gd name="T2" fmla="*/ 172 w 19"/>
                <a:gd name="T3" fmla="*/ 87 h 39"/>
                <a:gd name="T4" fmla="*/ 81 w 19"/>
                <a:gd name="T5" fmla="*/ 245 h 39"/>
                <a:gd name="T6" fmla="*/ 21 w 19"/>
                <a:gd name="T7" fmla="*/ 516 h 39"/>
                <a:gd name="T8" fmla="*/ 21 w 19"/>
                <a:gd name="T9" fmla="*/ 874 h 39"/>
                <a:gd name="T10" fmla="*/ 56 w 19"/>
                <a:gd name="T11" fmla="*/ 564 h 39"/>
                <a:gd name="T12" fmla="*/ 150 w 19"/>
                <a:gd name="T13" fmla="*/ 223 h 39"/>
                <a:gd name="T14" fmla="*/ 231 w 19"/>
                <a:gd name="T15" fmla="*/ 110 h 39"/>
                <a:gd name="T16" fmla="*/ 287 w 19"/>
                <a:gd name="T17" fmla="*/ 48 h 39"/>
                <a:gd name="T18" fmla="*/ 368 w 19"/>
                <a:gd name="T19" fmla="*/ 23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9">
                  <a:moveTo>
                    <a:pt x="19" y="0"/>
                  </a:moveTo>
                  <a:cubicBezTo>
                    <a:pt x="15" y="2"/>
                    <a:pt x="12" y="2"/>
                    <a:pt x="9" y="4"/>
                  </a:cubicBezTo>
                  <a:cubicBezTo>
                    <a:pt x="7" y="5"/>
                    <a:pt x="5" y="8"/>
                    <a:pt x="4" y="11"/>
                  </a:cubicBezTo>
                  <a:cubicBezTo>
                    <a:pt x="2" y="15"/>
                    <a:pt x="2" y="19"/>
                    <a:pt x="1" y="23"/>
                  </a:cubicBezTo>
                  <a:cubicBezTo>
                    <a:pt x="1" y="28"/>
                    <a:pt x="0" y="34"/>
                    <a:pt x="1" y="39"/>
                  </a:cubicBezTo>
                  <a:cubicBezTo>
                    <a:pt x="1" y="34"/>
                    <a:pt x="3" y="29"/>
                    <a:pt x="3" y="25"/>
                  </a:cubicBezTo>
                  <a:cubicBezTo>
                    <a:pt x="4" y="20"/>
                    <a:pt x="5" y="13"/>
                    <a:pt x="8" y="10"/>
                  </a:cubicBezTo>
                  <a:cubicBezTo>
                    <a:pt x="9" y="8"/>
                    <a:pt x="10" y="6"/>
                    <a:pt x="12" y="5"/>
                  </a:cubicBezTo>
                  <a:cubicBezTo>
                    <a:pt x="13" y="4"/>
                    <a:pt x="14" y="3"/>
                    <a:pt x="15" y="2"/>
                  </a:cubicBezTo>
                  <a:cubicBezTo>
                    <a:pt x="16" y="1"/>
                    <a:pt x="17" y="0"/>
                    <a:pt x="19" y="1"/>
                  </a:cubicBezTo>
                </a:path>
              </a:pathLst>
            </a:custGeom>
            <a:solidFill>
              <a:srgbClr val="DFE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6" name="Freeform 165">
              <a:extLst>
                <a:ext uri="{FF2B5EF4-FFF2-40B4-BE49-F238E27FC236}">
                  <a16:creationId xmlns:a16="http://schemas.microsoft.com/office/drawing/2014/main" id="{180A1759-16BB-4458-AD71-DC5271612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856"/>
              <a:ext cx="64" cy="76"/>
            </a:xfrm>
            <a:custGeom>
              <a:avLst/>
              <a:gdLst>
                <a:gd name="T0" fmla="*/ 149 w 24"/>
                <a:gd name="T1" fmla="*/ 245 h 27"/>
                <a:gd name="T2" fmla="*/ 285 w 24"/>
                <a:gd name="T3" fmla="*/ 602 h 27"/>
                <a:gd name="T4" fmla="*/ 363 w 24"/>
                <a:gd name="T5" fmla="*/ 467 h 27"/>
                <a:gd name="T6" fmla="*/ 456 w 24"/>
                <a:gd name="T7" fmla="*/ 293 h 27"/>
                <a:gd name="T8" fmla="*/ 320 w 24"/>
                <a:gd name="T9" fmla="*/ 419 h 27"/>
                <a:gd name="T10" fmla="*/ 264 w 24"/>
                <a:gd name="T11" fmla="*/ 467 h 27"/>
                <a:gd name="T12" fmla="*/ 227 w 24"/>
                <a:gd name="T13" fmla="*/ 357 h 27"/>
                <a:gd name="T14" fmla="*/ 136 w 24"/>
                <a:gd name="T15" fmla="*/ 158 h 27"/>
                <a:gd name="T16" fmla="*/ 0 w 24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7">
                  <a:moveTo>
                    <a:pt x="8" y="11"/>
                  </a:moveTo>
                  <a:cubicBezTo>
                    <a:pt x="11" y="16"/>
                    <a:pt x="11" y="23"/>
                    <a:pt x="15" y="27"/>
                  </a:cubicBezTo>
                  <a:cubicBezTo>
                    <a:pt x="17" y="26"/>
                    <a:pt x="18" y="23"/>
                    <a:pt x="19" y="21"/>
                  </a:cubicBezTo>
                  <a:cubicBezTo>
                    <a:pt x="20" y="18"/>
                    <a:pt x="22" y="16"/>
                    <a:pt x="24" y="13"/>
                  </a:cubicBezTo>
                  <a:cubicBezTo>
                    <a:pt x="21" y="15"/>
                    <a:pt x="19" y="17"/>
                    <a:pt x="17" y="19"/>
                  </a:cubicBezTo>
                  <a:cubicBezTo>
                    <a:pt x="16" y="20"/>
                    <a:pt x="16" y="22"/>
                    <a:pt x="14" y="21"/>
                  </a:cubicBezTo>
                  <a:cubicBezTo>
                    <a:pt x="13" y="20"/>
                    <a:pt x="12" y="17"/>
                    <a:pt x="12" y="16"/>
                  </a:cubicBezTo>
                  <a:cubicBezTo>
                    <a:pt x="10" y="13"/>
                    <a:pt x="10" y="10"/>
                    <a:pt x="7" y="7"/>
                  </a:cubicBezTo>
                  <a:cubicBezTo>
                    <a:pt x="5" y="5"/>
                    <a:pt x="2" y="3"/>
                    <a:pt x="0" y="0"/>
                  </a:cubicBezTo>
                </a:path>
              </a:pathLst>
            </a:custGeom>
            <a:solidFill>
              <a:srgbClr val="DD6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7" name="Freeform 166">
              <a:extLst>
                <a:ext uri="{FF2B5EF4-FFF2-40B4-BE49-F238E27FC236}">
                  <a16:creationId xmlns:a16="http://schemas.microsoft.com/office/drawing/2014/main" id="{7B6C117D-1A39-4B60-AE5E-3919216A9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870"/>
              <a:ext cx="16" cy="28"/>
            </a:xfrm>
            <a:custGeom>
              <a:avLst/>
              <a:gdLst>
                <a:gd name="T0" fmla="*/ 77 w 6"/>
                <a:gd name="T1" fmla="*/ 0 h 10"/>
                <a:gd name="T2" fmla="*/ 93 w 6"/>
                <a:gd name="T3" fmla="*/ 218 h 10"/>
                <a:gd name="T4" fmla="*/ 115 w 6"/>
                <a:gd name="T5" fmla="*/ 21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4" y="0"/>
                  </a:moveTo>
                  <a:cubicBezTo>
                    <a:pt x="1" y="3"/>
                    <a:pt x="0" y="8"/>
                    <a:pt x="5" y="10"/>
                  </a:cubicBezTo>
                  <a:cubicBezTo>
                    <a:pt x="5" y="10"/>
                    <a:pt x="6" y="10"/>
                    <a:pt x="6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8" name="Freeform 167">
              <a:extLst>
                <a:ext uri="{FF2B5EF4-FFF2-40B4-BE49-F238E27FC236}">
                  <a16:creationId xmlns:a16="http://schemas.microsoft.com/office/drawing/2014/main" id="{F49C78F4-A112-4D74-B262-56A124B29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870"/>
              <a:ext cx="34" cy="3"/>
            </a:xfrm>
            <a:custGeom>
              <a:avLst/>
              <a:gdLst>
                <a:gd name="T0" fmla="*/ 233 w 13"/>
                <a:gd name="T1" fmla="*/ 0 h 1"/>
                <a:gd name="T2" fmla="*/ 199 w 13"/>
                <a:gd name="T3" fmla="*/ 0 h 1"/>
                <a:gd name="T4" fmla="*/ 0 w 13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">
                  <a:moveTo>
                    <a:pt x="13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8" y="0"/>
                    <a:pt x="4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9" name="Freeform 168">
              <a:extLst>
                <a:ext uri="{FF2B5EF4-FFF2-40B4-BE49-F238E27FC236}">
                  <a16:creationId xmlns:a16="http://schemas.microsoft.com/office/drawing/2014/main" id="{3E385C71-A3C1-46CF-889C-73A3AA15B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861"/>
              <a:ext cx="16" cy="17"/>
            </a:xfrm>
            <a:custGeom>
              <a:avLst/>
              <a:gdLst>
                <a:gd name="T0" fmla="*/ 35 w 6"/>
                <a:gd name="T1" fmla="*/ 0 h 6"/>
                <a:gd name="T2" fmla="*/ 0 w 6"/>
                <a:gd name="T3" fmla="*/ 74 h 6"/>
                <a:gd name="T4" fmla="*/ 77 w 6"/>
                <a:gd name="T5" fmla="*/ 136 h 6"/>
                <a:gd name="T6" fmla="*/ 77 w 6"/>
                <a:gd name="T7" fmla="*/ 136 h 6"/>
                <a:gd name="T8" fmla="*/ 115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2" y="4"/>
                    <a:pt x="4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5"/>
                    <a:pt x="5" y="4"/>
                    <a:pt x="6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0" name="Freeform 169">
              <a:extLst>
                <a:ext uri="{FF2B5EF4-FFF2-40B4-BE49-F238E27FC236}">
                  <a16:creationId xmlns:a16="http://schemas.microsoft.com/office/drawing/2014/main" id="{525B8D1F-0533-450E-9910-5A040F508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915"/>
              <a:ext cx="8" cy="119"/>
            </a:xfrm>
            <a:custGeom>
              <a:avLst/>
              <a:gdLst>
                <a:gd name="T0" fmla="*/ 35 w 3"/>
                <a:gd name="T1" fmla="*/ 0 h 42"/>
                <a:gd name="T2" fmla="*/ 35 w 3"/>
                <a:gd name="T3" fmla="*/ 0 h 42"/>
                <a:gd name="T4" fmla="*/ 56 w 3"/>
                <a:gd name="T5" fmla="*/ 95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2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7"/>
                    <a:pt x="1" y="32"/>
                    <a:pt x="3" y="4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1" name="Freeform 170">
              <a:extLst>
                <a:ext uri="{FF2B5EF4-FFF2-40B4-BE49-F238E27FC236}">
                  <a16:creationId xmlns:a16="http://schemas.microsoft.com/office/drawing/2014/main" id="{A6943CCD-FA87-487C-8B9A-B6CDD6873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833"/>
              <a:ext cx="71" cy="48"/>
            </a:xfrm>
            <a:custGeom>
              <a:avLst/>
              <a:gdLst>
                <a:gd name="T0" fmla="*/ 471 w 27"/>
                <a:gd name="T1" fmla="*/ 384 h 17"/>
                <a:gd name="T2" fmla="*/ 234 w 27"/>
                <a:gd name="T3" fmla="*/ 158 h 17"/>
                <a:gd name="T4" fmla="*/ 0 w 27"/>
                <a:gd name="T5" fmla="*/ 65 h 17"/>
                <a:gd name="T6" fmla="*/ 179 w 27"/>
                <a:gd name="T7" fmla="*/ 184 h 17"/>
                <a:gd name="T8" fmla="*/ 471 w 27"/>
                <a:gd name="T9" fmla="*/ 38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7">
                  <a:moveTo>
                    <a:pt x="26" y="17"/>
                  </a:moveTo>
                  <a:cubicBezTo>
                    <a:pt x="27" y="15"/>
                    <a:pt x="18" y="13"/>
                    <a:pt x="13" y="7"/>
                  </a:cubicBezTo>
                  <a:cubicBezTo>
                    <a:pt x="7" y="2"/>
                    <a:pt x="1" y="0"/>
                    <a:pt x="0" y="3"/>
                  </a:cubicBezTo>
                  <a:cubicBezTo>
                    <a:pt x="2" y="3"/>
                    <a:pt x="7" y="6"/>
                    <a:pt x="10" y="8"/>
                  </a:cubicBezTo>
                  <a:cubicBezTo>
                    <a:pt x="14" y="11"/>
                    <a:pt x="26" y="15"/>
                    <a:pt x="26" y="17"/>
                  </a:cubicBezTo>
                  <a:close/>
                </a:path>
              </a:pathLst>
            </a:custGeom>
            <a:solidFill>
              <a:srgbClr val="F8C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2" name="Freeform 171">
              <a:extLst>
                <a:ext uri="{FF2B5EF4-FFF2-40B4-BE49-F238E27FC236}">
                  <a16:creationId xmlns:a16="http://schemas.microsoft.com/office/drawing/2014/main" id="{1D41BBC3-10FC-4E1A-8D25-D1CA84C01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918"/>
              <a:ext cx="11" cy="23"/>
            </a:xfrm>
            <a:custGeom>
              <a:avLst/>
              <a:gdLst>
                <a:gd name="T0" fmla="*/ 83 w 4"/>
                <a:gd name="T1" fmla="*/ 0 h 8"/>
                <a:gd name="T2" fmla="*/ 47 w 4"/>
                <a:gd name="T3" fmla="*/ 49 h 8"/>
                <a:gd name="T4" fmla="*/ 47 w 4"/>
                <a:gd name="T5" fmla="*/ 101 h 8"/>
                <a:gd name="T6" fmla="*/ 22 w 4"/>
                <a:gd name="T7" fmla="*/ 141 h 8"/>
                <a:gd name="T8" fmla="*/ 83 w 4"/>
                <a:gd name="T9" fmla="*/ 16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0"/>
                    <a:pt x="2" y="1"/>
                    <a:pt x="2" y="2"/>
                  </a:cubicBezTo>
                  <a:cubicBezTo>
                    <a:pt x="4" y="2"/>
                    <a:pt x="4" y="3"/>
                    <a:pt x="2" y="4"/>
                  </a:cubicBezTo>
                  <a:cubicBezTo>
                    <a:pt x="1" y="5"/>
                    <a:pt x="0" y="5"/>
                    <a:pt x="1" y="6"/>
                  </a:cubicBezTo>
                  <a:cubicBezTo>
                    <a:pt x="1" y="8"/>
                    <a:pt x="3" y="7"/>
                    <a:pt x="4" y="7"/>
                  </a:cubicBezTo>
                </a:path>
              </a:pathLst>
            </a:custGeom>
            <a:noFill/>
            <a:ln w="7938" cap="flat">
              <a:solidFill>
                <a:srgbClr val="9DC6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3" name="Freeform 172">
              <a:extLst>
                <a:ext uri="{FF2B5EF4-FFF2-40B4-BE49-F238E27FC236}">
                  <a16:creationId xmlns:a16="http://schemas.microsoft.com/office/drawing/2014/main" id="{4075B361-43F0-4ED8-9F59-6A520BAB6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3003"/>
              <a:ext cx="19" cy="37"/>
            </a:xfrm>
            <a:custGeom>
              <a:avLst/>
              <a:gdLst>
                <a:gd name="T0" fmla="*/ 117 w 7"/>
                <a:gd name="T1" fmla="*/ 228 h 13"/>
                <a:gd name="T2" fmla="*/ 141 w 7"/>
                <a:gd name="T3" fmla="*/ 137 h 13"/>
                <a:gd name="T4" fmla="*/ 60 w 7"/>
                <a:gd name="T5" fmla="*/ 114 h 13"/>
                <a:gd name="T6" fmla="*/ 117 w 7"/>
                <a:gd name="T7" fmla="*/ 26 h 13"/>
                <a:gd name="T8" fmla="*/ 38 w 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6" y="10"/>
                  </a:moveTo>
                  <a:cubicBezTo>
                    <a:pt x="0" y="13"/>
                    <a:pt x="7" y="7"/>
                    <a:pt x="7" y="6"/>
                  </a:cubicBezTo>
                  <a:cubicBezTo>
                    <a:pt x="6" y="4"/>
                    <a:pt x="3" y="7"/>
                    <a:pt x="3" y="5"/>
                  </a:cubicBezTo>
                  <a:cubicBezTo>
                    <a:pt x="2" y="4"/>
                    <a:pt x="6" y="2"/>
                    <a:pt x="6" y="1"/>
                  </a:cubicBezTo>
                  <a:cubicBezTo>
                    <a:pt x="5" y="0"/>
                    <a:pt x="4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9DC6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4" name="Freeform 173">
              <a:extLst>
                <a:ext uri="{FF2B5EF4-FFF2-40B4-BE49-F238E27FC236}">
                  <a16:creationId xmlns:a16="http://schemas.microsoft.com/office/drawing/2014/main" id="{E1F56F48-FDE8-43B3-B534-E8BEA9577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893"/>
              <a:ext cx="11" cy="8"/>
            </a:xfrm>
            <a:custGeom>
              <a:avLst/>
              <a:gdLst>
                <a:gd name="T0" fmla="*/ 61 w 4"/>
                <a:gd name="T1" fmla="*/ 56 h 3"/>
                <a:gd name="T2" fmla="*/ 47 w 4"/>
                <a:gd name="T3" fmla="*/ 0 h 3"/>
                <a:gd name="T4" fmla="*/ 0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3" y="2"/>
                    <a:pt x="4" y="1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ED7B7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5" name="Freeform 174">
              <a:extLst>
                <a:ext uri="{FF2B5EF4-FFF2-40B4-BE49-F238E27FC236}">
                  <a16:creationId xmlns:a16="http://schemas.microsoft.com/office/drawing/2014/main" id="{8F600D80-A86C-4B81-8728-DFC23D3BA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921"/>
              <a:ext cx="13" cy="23"/>
            </a:xfrm>
            <a:custGeom>
              <a:avLst/>
              <a:gdLst>
                <a:gd name="T0" fmla="*/ 55 w 5"/>
                <a:gd name="T1" fmla="*/ 49 h 8"/>
                <a:gd name="T2" fmla="*/ 21 w 5"/>
                <a:gd name="T3" fmla="*/ 190 h 8"/>
                <a:gd name="T4" fmla="*/ 55 w 5"/>
                <a:gd name="T5" fmla="*/ 75 h 8"/>
                <a:gd name="T6" fmla="*/ 88 w 5"/>
                <a:gd name="T7" fmla="*/ 0 h 8"/>
                <a:gd name="T8" fmla="*/ 68 w 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3" y="2"/>
                  </a:moveTo>
                  <a:cubicBezTo>
                    <a:pt x="1" y="3"/>
                    <a:pt x="0" y="6"/>
                    <a:pt x="1" y="8"/>
                  </a:cubicBezTo>
                  <a:cubicBezTo>
                    <a:pt x="2" y="7"/>
                    <a:pt x="2" y="5"/>
                    <a:pt x="3" y="3"/>
                  </a:cubicBezTo>
                  <a:cubicBezTo>
                    <a:pt x="4" y="2"/>
                    <a:pt x="5" y="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6" name="Freeform 175">
              <a:extLst>
                <a:ext uri="{FF2B5EF4-FFF2-40B4-BE49-F238E27FC236}">
                  <a16:creationId xmlns:a16="http://schemas.microsoft.com/office/drawing/2014/main" id="{AF43DA45-C378-4576-AD50-C6CD682D3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2912"/>
              <a:ext cx="14" cy="6"/>
            </a:xfrm>
            <a:custGeom>
              <a:avLst/>
              <a:gdLst>
                <a:gd name="T0" fmla="*/ 62 w 5"/>
                <a:gd name="T1" fmla="*/ 0 h 2"/>
                <a:gd name="T2" fmla="*/ 87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3" y="0"/>
                  </a:moveTo>
                  <a:cubicBezTo>
                    <a:pt x="0" y="2"/>
                    <a:pt x="5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7" name="Freeform 176">
              <a:extLst>
                <a:ext uri="{FF2B5EF4-FFF2-40B4-BE49-F238E27FC236}">
                  <a16:creationId xmlns:a16="http://schemas.microsoft.com/office/drawing/2014/main" id="{D4803EAB-EBE9-41A1-81B4-F4D0AEE92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2952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8" name="Freeform 177">
              <a:extLst>
                <a:ext uri="{FF2B5EF4-FFF2-40B4-BE49-F238E27FC236}">
                  <a16:creationId xmlns:a16="http://schemas.microsoft.com/office/drawing/2014/main" id="{211D5D72-EF0B-4C04-B1D0-7477231CA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904"/>
              <a:ext cx="16" cy="31"/>
            </a:xfrm>
            <a:custGeom>
              <a:avLst/>
              <a:gdLst>
                <a:gd name="T0" fmla="*/ 77 w 6"/>
                <a:gd name="T1" fmla="*/ 23 h 11"/>
                <a:gd name="T2" fmla="*/ 0 w 6"/>
                <a:gd name="T3" fmla="*/ 245 h 11"/>
                <a:gd name="T4" fmla="*/ 56 w 6"/>
                <a:gd name="T5" fmla="*/ 65 h 11"/>
                <a:gd name="T6" fmla="*/ 93 w 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4" y="1"/>
                  </a:moveTo>
                  <a:cubicBezTo>
                    <a:pt x="1" y="3"/>
                    <a:pt x="0" y="8"/>
                    <a:pt x="0" y="11"/>
                  </a:cubicBezTo>
                  <a:cubicBezTo>
                    <a:pt x="1" y="8"/>
                    <a:pt x="2" y="5"/>
                    <a:pt x="3" y="3"/>
                  </a:cubicBezTo>
                  <a:cubicBezTo>
                    <a:pt x="4" y="2"/>
                    <a:pt x="6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9" name="Freeform 178">
              <a:extLst>
                <a:ext uri="{FF2B5EF4-FFF2-40B4-BE49-F238E27FC236}">
                  <a16:creationId xmlns:a16="http://schemas.microsoft.com/office/drawing/2014/main" id="{8CB2126C-09B4-411D-880A-5AE688B58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901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27 h 1"/>
                <a:gd name="T4" fmla="*/ 3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0" name="Freeform 179">
              <a:extLst>
                <a:ext uri="{FF2B5EF4-FFF2-40B4-BE49-F238E27FC236}">
                  <a16:creationId xmlns:a16="http://schemas.microsoft.com/office/drawing/2014/main" id="{EF286C86-2A1C-44CA-865B-31F7BF25A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938"/>
              <a:ext cx="3" cy="8"/>
            </a:xfrm>
            <a:custGeom>
              <a:avLst/>
              <a:gdLst>
                <a:gd name="T0" fmla="*/ 27 w 1"/>
                <a:gd name="T1" fmla="*/ 0 h 3"/>
                <a:gd name="T2" fmla="*/ 27 w 1"/>
                <a:gd name="T3" fmla="*/ 56 h 3"/>
                <a:gd name="T4" fmla="*/ 27 w 1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1" name="Freeform 180">
              <a:extLst>
                <a:ext uri="{FF2B5EF4-FFF2-40B4-BE49-F238E27FC236}">
                  <a16:creationId xmlns:a16="http://schemas.microsoft.com/office/drawing/2014/main" id="{B56D8CAD-58E6-431E-8BE4-305ED1BDD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952"/>
              <a:ext cx="11" cy="48"/>
            </a:xfrm>
            <a:custGeom>
              <a:avLst/>
              <a:gdLst>
                <a:gd name="T0" fmla="*/ 83 w 4"/>
                <a:gd name="T1" fmla="*/ 0 h 17"/>
                <a:gd name="T2" fmla="*/ 22 w 4"/>
                <a:gd name="T3" fmla="*/ 3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0"/>
                  </a:moveTo>
                  <a:cubicBezTo>
                    <a:pt x="0" y="5"/>
                    <a:pt x="1" y="12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2" name="Freeform 181">
              <a:extLst>
                <a:ext uri="{FF2B5EF4-FFF2-40B4-BE49-F238E27FC236}">
                  <a16:creationId xmlns:a16="http://schemas.microsoft.com/office/drawing/2014/main" id="{DDFD14E5-9B10-4246-A23C-8FF8068F6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898"/>
              <a:ext cx="21" cy="26"/>
            </a:xfrm>
            <a:custGeom>
              <a:avLst/>
              <a:gdLst>
                <a:gd name="T0" fmla="*/ 21 w 8"/>
                <a:gd name="T1" fmla="*/ 217 h 9"/>
                <a:gd name="T2" fmla="*/ 144 w 8"/>
                <a:gd name="T3" fmla="*/ 49 h 9"/>
                <a:gd name="T4" fmla="*/ 76 w 8"/>
                <a:gd name="T5" fmla="*/ 75 h 9"/>
                <a:gd name="T6" fmla="*/ 34 w 8"/>
                <a:gd name="T7" fmla="*/ 1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1" y="9"/>
                  </a:moveTo>
                  <a:cubicBezTo>
                    <a:pt x="0" y="5"/>
                    <a:pt x="3" y="0"/>
                    <a:pt x="8" y="2"/>
                  </a:cubicBezTo>
                  <a:cubicBezTo>
                    <a:pt x="7" y="2"/>
                    <a:pt x="5" y="2"/>
                    <a:pt x="4" y="3"/>
                  </a:cubicBezTo>
                  <a:cubicBezTo>
                    <a:pt x="3" y="4"/>
                    <a:pt x="4" y="5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3" name="Freeform 182">
              <a:extLst>
                <a:ext uri="{FF2B5EF4-FFF2-40B4-BE49-F238E27FC236}">
                  <a16:creationId xmlns:a16="http://schemas.microsoft.com/office/drawing/2014/main" id="{FB64EFE1-6B2A-4B75-956A-32E5BA29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918"/>
              <a:ext cx="8" cy="31"/>
            </a:xfrm>
            <a:custGeom>
              <a:avLst/>
              <a:gdLst>
                <a:gd name="T0" fmla="*/ 35 w 3"/>
                <a:gd name="T1" fmla="*/ 0 h 11"/>
                <a:gd name="T2" fmla="*/ 0 w 3"/>
                <a:gd name="T3" fmla="*/ 245 h 11"/>
                <a:gd name="T4" fmla="*/ 35 w 3"/>
                <a:gd name="T5" fmla="*/ 2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">
                  <a:moveTo>
                    <a:pt x="2" y="0"/>
                  </a:moveTo>
                  <a:cubicBezTo>
                    <a:pt x="3" y="3"/>
                    <a:pt x="2" y="10"/>
                    <a:pt x="0" y="11"/>
                  </a:cubicBezTo>
                  <a:cubicBezTo>
                    <a:pt x="0" y="8"/>
                    <a:pt x="0" y="4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4" name="Freeform 183">
              <a:extLst>
                <a:ext uri="{FF2B5EF4-FFF2-40B4-BE49-F238E27FC236}">
                  <a16:creationId xmlns:a16="http://schemas.microsoft.com/office/drawing/2014/main" id="{D3D9942A-9787-4ECF-81CD-04D3CCA27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907"/>
              <a:ext cx="2" cy="8"/>
            </a:xfrm>
            <a:custGeom>
              <a:avLst/>
              <a:gdLst>
                <a:gd name="T0" fmla="*/ 0 w 1"/>
                <a:gd name="T1" fmla="*/ 21 h 3"/>
                <a:gd name="T2" fmla="*/ 0 w 1"/>
                <a:gd name="T3" fmla="*/ 56 h 3"/>
                <a:gd name="T4" fmla="*/ 0 w 1"/>
                <a:gd name="T5" fmla="*/ 0 h 3"/>
                <a:gd name="T6" fmla="*/ 0 w 1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5" name="Freeform 184">
              <a:extLst>
                <a:ext uri="{FF2B5EF4-FFF2-40B4-BE49-F238E27FC236}">
                  <a16:creationId xmlns:a16="http://schemas.microsoft.com/office/drawing/2014/main" id="{91202260-6B4F-4655-BF7C-F5A4C83C8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864"/>
              <a:ext cx="19" cy="12"/>
            </a:xfrm>
            <a:custGeom>
              <a:avLst/>
              <a:gdLst>
                <a:gd name="T0" fmla="*/ 0 w 7"/>
                <a:gd name="T1" fmla="*/ 27 h 4"/>
                <a:gd name="T2" fmla="*/ 141 w 7"/>
                <a:gd name="T3" fmla="*/ 81 h 4"/>
                <a:gd name="T4" fmla="*/ 141 w 7"/>
                <a:gd name="T5" fmla="*/ 108 h 4"/>
                <a:gd name="T6" fmla="*/ 38 w 7"/>
                <a:gd name="T7" fmla="*/ 5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0" y="1"/>
                  </a:moveTo>
                  <a:cubicBezTo>
                    <a:pt x="2" y="0"/>
                    <a:pt x="5" y="2"/>
                    <a:pt x="7" y="3"/>
                  </a:cubicBezTo>
                  <a:cubicBezTo>
                    <a:pt x="7" y="3"/>
                    <a:pt x="7" y="4"/>
                    <a:pt x="7" y="4"/>
                  </a:cubicBezTo>
                  <a:cubicBezTo>
                    <a:pt x="5" y="4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6" name="Freeform 185">
              <a:extLst>
                <a:ext uri="{FF2B5EF4-FFF2-40B4-BE49-F238E27FC236}">
                  <a16:creationId xmlns:a16="http://schemas.microsoft.com/office/drawing/2014/main" id="{7A7F74B6-E64A-4C50-BE6B-82FAA7A45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867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7" name="Freeform 186">
              <a:extLst>
                <a:ext uri="{FF2B5EF4-FFF2-40B4-BE49-F238E27FC236}">
                  <a16:creationId xmlns:a16="http://schemas.microsoft.com/office/drawing/2014/main" id="{D0906D34-6CA8-436B-8949-AE3763C75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839"/>
              <a:ext cx="24" cy="17"/>
            </a:xfrm>
            <a:custGeom>
              <a:avLst/>
              <a:gdLst>
                <a:gd name="T0" fmla="*/ 77 w 9"/>
                <a:gd name="T1" fmla="*/ 48 h 6"/>
                <a:gd name="T2" fmla="*/ 0 w 9"/>
                <a:gd name="T3" fmla="*/ 0 h 6"/>
                <a:gd name="T4" fmla="*/ 93 w 9"/>
                <a:gd name="T5" fmla="*/ 88 h 6"/>
                <a:gd name="T6" fmla="*/ 171 w 9"/>
                <a:gd name="T7" fmla="*/ 136 h 6"/>
                <a:gd name="T8" fmla="*/ 77 w 9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4" y="2"/>
                  </a:moveTo>
                  <a:cubicBezTo>
                    <a:pt x="3" y="1"/>
                    <a:pt x="1" y="1"/>
                    <a:pt x="0" y="0"/>
                  </a:cubicBezTo>
                  <a:cubicBezTo>
                    <a:pt x="1" y="2"/>
                    <a:pt x="4" y="3"/>
                    <a:pt x="5" y="4"/>
                  </a:cubicBezTo>
                  <a:cubicBezTo>
                    <a:pt x="6" y="5"/>
                    <a:pt x="7" y="6"/>
                    <a:pt x="9" y="6"/>
                  </a:cubicBezTo>
                  <a:cubicBezTo>
                    <a:pt x="9" y="4"/>
                    <a:pt x="5" y="4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8" name="Freeform 187">
              <a:extLst>
                <a:ext uri="{FF2B5EF4-FFF2-40B4-BE49-F238E27FC236}">
                  <a16:creationId xmlns:a16="http://schemas.microsoft.com/office/drawing/2014/main" id="{D43DCA77-205B-4BBF-8DDD-2AB5532BC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859"/>
              <a:ext cx="5" cy="2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0 h 1"/>
                <a:gd name="T4" fmla="*/ 33 w 2"/>
                <a:gd name="T5" fmla="*/ 8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9" name="Freeform 188">
              <a:extLst>
                <a:ext uri="{FF2B5EF4-FFF2-40B4-BE49-F238E27FC236}">
                  <a16:creationId xmlns:a16="http://schemas.microsoft.com/office/drawing/2014/main" id="{A993627B-5772-4F70-990E-1FE78824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884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0" name="Freeform 189">
              <a:extLst>
                <a:ext uri="{FF2B5EF4-FFF2-40B4-BE49-F238E27FC236}">
                  <a16:creationId xmlns:a16="http://schemas.microsoft.com/office/drawing/2014/main" id="{E9907E18-9439-4EA2-941F-EEE4B9EC3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003"/>
              <a:ext cx="21" cy="17"/>
            </a:xfrm>
            <a:custGeom>
              <a:avLst/>
              <a:gdLst>
                <a:gd name="T0" fmla="*/ 0 w 8"/>
                <a:gd name="T1" fmla="*/ 136 h 6"/>
                <a:gd name="T2" fmla="*/ 55 w 8"/>
                <a:gd name="T3" fmla="*/ 48 h 6"/>
                <a:gd name="T4" fmla="*/ 144 w 8"/>
                <a:gd name="T5" fmla="*/ 48 h 6"/>
                <a:gd name="T6" fmla="*/ 21 w 8"/>
                <a:gd name="T7" fmla="*/ 8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0" y="3"/>
                    <a:pt x="1" y="3"/>
                    <a:pt x="3" y="2"/>
                  </a:cubicBezTo>
                  <a:cubicBezTo>
                    <a:pt x="4" y="1"/>
                    <a:pt x="7" y="0"/>
                    <a:pt x="8" y="2"/>
                  </a:cubicBezTo>
                  <a:cubicBezTo>
                    <a:pt x="6" y="1"/>
                    <a:pt x="3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1" name="Freeform 190">
              <a:extLst>
                <a:ext uri="{FF2B5EF4-FFF2-40B4-BE49-F238E27FC236}">
                  <a16:creationId xmlns:a16="http://schemas.microsoft.com/office/drawing/2014/main" id="{8605BD0E-67A8-41DC-B7D1-235435280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3006"/>
              <a:ext cx="8" cy="5"/>
            </a:xfrm>
            <a:custGeom>
              <a:avLst/>
              <a:gdLst>
                <a:gd name="T0" fmla="*/ 35 w 3"/>
                <a:gd name="T1" fmla="*/ 0 h 2"/>
                <a:gd name="T2" fmla="*/ 56 w 3"/>
                <a:gd name="T3" fmla="*/ 0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0" y="1"/>
                    <a:pt x="3" y="2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2" name="Freeform 191">
              <a:extLst>
                <a:ext uri="{FF2B5EF4-FFF2-40B4-BE49-F238E27FC236}">
                  <a16:creationId xmlns:a16="http://schemas.microsoft.com/office/drawing/2014/main" id="{23AADEDE-2F70-4CF2-B391-CE6B7C85A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816"/>
              <a:ext cx="157" cy="43"/>
            </a:xfrm>
            <a:custGeom>
              <a:avLst/>
              <a:gdLst>
                <a:gd name="T0" fmla="*/ 0 w 59"/>
                <a:gd name="T1" fmla="*/ 26 h 15"/>
                <a:gd name="T2" fmla="*/ 1112 w 59"/>
                <a:gd name="T3" fmla="*/ 353 h 15"/>
                <a:gd name="T4" fmla="*/ 623 w 59"/>
                <a:gd name="T5" fmla="*/ 115 h 15"/>
                <a:gd name="T6" fmla="*/ 56 w 59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5">
                  <a:moveTo>
                    <a:pt x="0" y="1"/>
                  </a:moveTo>
                  <a:cubicBezTo>
                    <a:pt x="18" y="5"/>
                    <a:pt x="42" y="9"/>
                    <a:pt x="59" y="15"/>
                  </a:cubicBezTo>
                  <a:cubicBezTo>
                    <a:pt x="50" y="9"/>
                    <a:pt x="44" y="7"/>
                    <a:pt x="33" y="5"/>
                  </a:cubicBezTo>
                  <a:cubicBezTo>
                    <a:pt x="25" y="4"/>
                    <a:pt x="10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3" name="Freeform 192">
              <a:extLst>
                <a:ext uri="{FF2B5EF4-FFF2-40B4-BE49-F238E27FC236}">
                  <a16:creationId xmlns:a16="http://schemas.microsoft.com/office/drawing/2014/main" id="{E77EFE51-360A-45BC-B1DB-44D85CE46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3099"/>
              <a:ext cx="66" cy="60"/>
            </a:xfrm>
            <a:custGeom>
              <a:avLst/>
              <a:gdLst>
                <a:gd name="T0" fmla="*/ 0 w 25"/>
                <a:gd name="T1" fmla="*/ 140 h 21"/>
                <a:gd name="T2" fmla="*/ 166 w 25"/>
                <a:gd name="T3" fmla="*/ 254 h 21"/>
                <a:gd name="T4" fmla="*/ 459 w 25"/>
                <a:gd name="T5" fmla="*/ 254 h 21"/>
                <a:gd name="T6" fmla="*/ 90 w 25"/>
                <a:gd name="T7" fmla="*/ 21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1">
                  <a:moveTo>
                    <a:pt x="0" y="6"/>
                  </a:moveTo>
                  <a:cubicBezTo>
                    <a:pt x="7" y="0"/>
                    <a:pt x="5" y="9"/>
                    <a:pt x="9" y="11"/>
                  </a:cubicBezTo>
                  <a:cubicBezTo>
                    <a:pt x="14" y="13"/>
                    <a:pt x="19" y="12"/>
                    <a:pt x="25" y="11"/>
                  </a:cubicBezTo>
                  <a:cubicBezTo>
                    <a:pt x="17" y="14"/>
                    <a:pt x="9" y="21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48" name="human-brain-sagittal-cross-section">
            <a:extLst>
              <a:ext uri="{FF2B5EF4-FFF2-40B4-BE49-F238E27FC236}">
                <a16:creationId xmlns:a16="http://schemas.microsoft.com/office/drawing/2014/main" id="{73458DA2-253F-4B41-A263-E377C0A75EF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019800" y="1828800"/>
            <a:ext cx="3962400" cy="3830638"/>
            <a:chOff x="3167" y="904"/>
            <a:chExt cx="2588" cy="2501"/>
          </a:xfrm>
        </p:grpSpPr>
        <p:grpSp>
          <p:nvGrpSpPr>
            <p:cNvPr id="57351" name="Group 194">
              <a:extLst>
                <a:ext uri="{FF2B5EF4-FFF2-40B4-BE49-F238E27FC236}">
                  <a16:creationId xmlns:a16="http://schemas.microsoft.com/office/drawing/2014/main" id="{5C929F6F-6358-4D8E-B83A-16C9172A9D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67" y="904"/>
              <a:ext cx="2588" cy="2501"/>
              <a:chOff x="3167" y="904"/>
              <a:chExt cx="2588" cy="2501"/>
            </a:xfrm>
          </p:grpSpPr>
          <p:sp>
            <p:nvSpPr>
              <p:cNvPr id="57441" name="Freeform 195">
                <a:extLst>
                  <a:ext uri="{FF2B5EF4-FFF2-40B4-BE49-F238E27FC236}">
                    <a16:creationId xmlns:a16="http://schemas.microsoft.com/office/drawing/2014/main" id="{87392CDD-1F2E-4FD7-8992-2FE832251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675"/>
                <a:ext cx="865" cy="405"/>
              </a:xfrm>
              <a:custGeom>
                <a:avLst/>
                <a:gdLst>
                  <a:gd name="T0" fmla="*/ 3708 w 346"/>
                  <a:gd name="T1" fmla="*/ 2875 h 152"/>
                  <a:gd name="T2" fmla="*/ 4208 w 346"/>
                  <a:gd name="T3" fmla="*/ 2499 h 152"/>
                  <a:gd name="T4" fmla="*/ 4908 w 346"/>
                  <a:gd name="T5" fmla="*/ 2230 h 152"/>
                  <a:gd name="T6" fmla="*/ 3938 w 346"/>
                  <a:gd name="T7" fmla="*/ 477 h 152"/>
                  <a:gd name="T8" fmla="*/ 0 w 346"/>
                  <a:gd name="T9" fmla="*/ 2158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152">
                    <a:moveTo>
                      <a:pt x="237" y="152"/>
                    </a:moveTo>
                    <a:cubicBezTo>
                      <a:pt x="244" y="141"/>
                      <a:pt x="254" y="134"/>
                      <a:pt x="269" y="132"/>
                    </a:cubicBezTo>
                    <a:cubicBezTo>
                      <a:pt x="284" y="132"/>
                      <a:pt x="298" y="128"/>
                      <a:pt x="314" y="118"/>
                    </a:cubicBezTo>
                    <a:cubicBezTo>
                      <a:pt x="346" y="94"/>
                      <a:pt x="345" y="50"/>
                      <a:pt x="252" y="25"/>
                    </a:cubicBezTo>
                    <a:cubicBezTo>
                      <a:pt x="158" y="0"/>
                      <a:pt x="33" y="70"/>
                      <a:pt x="0" y="114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2" name="Freeform 196">
                <a:extLst>
                  <a:ext uri="{FF2B5EF4-FFF2-40B4-BE49-F238E27FC236}">
                    <a16:creationId xmlns:a16="http://schemas.microsoft.com/office/drawing/2014/main" id="{E8B72AB8-4312-46AC-B694-9546BDF01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904"/>
                <a:ext cx="2588" cy="1741"/>
              </a:xfrm>
              <a:custGeom>
                <a:avLst/>
                <a:gdLst>
                  <a:gd name="T0" fmla="*/ 10334 w 1035"/>
                  <a:gd name="T1" fmla="*/ 10307 h 653"/>
                  <a:gd name="T2" fmla="*/ 11742 w 1035"/>
                  <a:gd name="T3" fmla="*/ 10635 h 653"/>
                  <a:gd name="T4" fmla="*/ 13243 w 1035"/>
                  <a:gd name="T5" fmla="*/ 10593 h 653"/>
                  <a:gd name="T6" fmla="*/ 14350 w 1035"/>
                  <a:gd name="T7" fmla="*/ 10350 h 653"/>
                  <a:gd name="T8" fmla="*/ 15943 w 1035"/>
                  <a:gd name="T9" fmla="*/ 8793 h 653"/>
                  <a:gd name="T10" fmla="*/ 16181 w 1035"/>
                  <a:gd name="T11" fmla="*/ 7564 h 653"/>
                  <a:gd name="T12" fmla="*/ 16056 w 1035"/>
                  <a:gd name="T13" fmla="*/ 7164 h 653"/>
                  <a:gd name="T14" fmla="*/ 16101 w 1035"/>
                  <a:gd name="T15" fmla="*/ 6255 h 653"/>
                  <a:gd name="T16" fmla="*/ 15756 w 1035"/>
                  <a:gd name="T17" fmla="*/ 4911 h 653"/>
                  <a:gd name="T18" fmla="*/ 15288 w 1035"/>
                  <a:gd name="T19" fmla="*/ 3866 h 653"/>
                  <a:gd name="T20" fmla="*/ 14555 w 1035"/>
                  <a:gd name="T21" fmla="*/ 2901 h 653"/>
                  <a:gd name="T22" fmla="*/ 13725 w 1035"/>
                  <a:gd name="T23" fmla="*/ 1898 h 653"/>
                  <a:gd name="T24" fmla="*/ 12847 w 1035"/>
                  <a:gd name="T25" fmla="*/ 1672 h 653"/>
                  <a:gd name="T26" fmla="*/ 12097 w 1035"/>
                  <a:gd name="T27" fmla="*/ 1002 h 653"/>
                  <a:gd name="T28" fmla="*/ 10660 w 1035"/>
                  <a:gd name="T29" fmla="*/ 568 h 653"/>
                  <a:gd name="T30" fmla="*/ 9867 w 1035"/>
                  <a:gd name="T31" fmla="*/ 227 h 653"/>
                  <a:gd name="T32" fmla="*/ 9129 w 1035"/>
                  <a:gd name="T33" fmla="*/ 320 h 653"/>
                  <a:gd name="T34" fmla="*/ 9129 w 1035"/>
                  <a:gd name="T35" fmla="*/ 320 h 653"/>
                  <a:gd name="T36" fmla="*/ 8222 w 1035"/>
                  <a:gd name="T37" fmla="*/ 93 h 653"/>
                  <a:gd name="T38" fmla="*/ 7254 w 1035"/>
                  <a:gd name="T39" fmla="*/ 264 h 653"/>
                  <a:gd name="T40" fmla="*/ 6491 w 1035"/>
                  <a:gd name="T41" fmla="*/ 320 h 653"/>
                  <a:gd name="T42" fmla="*/ 5896 w 1035"/>
                  <a:gd name="T43" fmla="*/ 661 h 653"/>
                  <a:gd name="T44" fmla="*/ 5189 w 1035"/>
                  <a:gd name="T45" fmla="*/ 717 h 653"/>
                  <a:gd name="T46" fmla="*/ 4863 w 1035"/>
                  <a:gd name="T47" fmla="*/ 1173 h 653"/>
                  <a:gd name="T48" fmla="*/ 3783 w 1035"/>
                  <a:gd name="T49" fmla="*/ 1365 h 653"/>
                  <a:gd name="T50" fmla="*/ 2676 w 1035"/>
                  <a:gd name="T51" fmla="*/ 2424 h 653"/>
                  <a:gd name="T52" fmla="*/ 2033 w 1035"/>
                  <a:gd name="T53" fmla="*/ 3050 h 653"/>
                  <a:gd name="T54" fmla="*/ 1175 w 1035"/>
                  <a:gd name="T55" fmla="*/ 4471 h 653"/>
                  <a:gd name="T56" fmla="*/ 813 w 1035"/>
                  <a:gd name="T57" fmla="*/ 4911 h 653"/>
                  <a:gd name="T58" fmla="*/ 345 w 1035"/>
                  <a:gd name="T59" fmla="*/ 6050 h 653"/>
                  <a:gd name="T60" fmla="*/ 425 w 1035"/>
                  <a:gd name="T61" fmla="*/ 6292 h 653"/>
                  <a:gd name="T62" fmla="*/ 283 w 1035"/>
                  <a:gd name="T63" fmla="*/ 6463 h 653"/>
                  <a:gd name="T64" fmla="*/ 175 w 1035"/>
                  <a:gd name="T65" fmla="*/ 7121 h 653"/>
                  <a:gd name="T66" fmla="*/ 188 w 1035"/>
                  <a:gd name="T67" fmla="*/ 7543 h 653"/>
                  <a:gd name="T68" fmla="*/ 20 w 1035"/>
                  <a:gd name="T69" fmla="*/ 8302 h 653"/>
                  <a:gd name="T70" fmla="*/ 83 w 1035"/>
                  <a:gd name="T71" fmla="*/ 9382 h 653"/>
                  <a:gd name="T72" fmla="*/ 533 w 1035"/>
                  <a:gd name="T73" fmla="*/ 10614 h 653"/>
                  <a:gd name="T74" fmla="*/ 708 w 1035"/>
                  <a:gd name="T75" fmla="*/ 11558 h 653"/>
                  <a:gd name="T76" fmla="*/ 2033 w 1035"/>
                  <a:gd name="T77" fmla="*/ 12283 h 653"/>
                  <a:gd name="T78" fmla="*/ 3313 w 1035"/>
                  <a:gd name="T79" fmla="*/ 12283 h 653"/>
                  <a:gd name="T80" fmla="*/ 3501 w 1035"/>
                  <a:gd name="T81" fmla="*/ 12184 h 653"/>
                  <a:gd name="T82" fmla="*/ 3783 w 1035"/>
                  <a:gd name="T83" fmla="*/ 12296 h 653"/>
                  <a:gd name="T84" fmla="*/ 6521 w 1035"/>
                  <a:gd name="T85" fmla="*/ 12339 h 65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035" h="653">
                    <a:moveTo>
                      <a:pt x="661" y="544"/>
                    </a:moveTo>
                    <a:cubicBezTo>
                      <a:pt x="684" y="557"/>
                      <a:pt x="717" y="561"/>
                      <a:pt x="751" y="561"/>
                    </a:cubicBezTo>
                    <a:cubicBezTo>
                      <a:pt x="781" y="561"/>
                      <a:pt x="814" y="561"/>
                      <a:pt x="847" y="559"/>
                    </a:cubicBezTo>
                    <a:cubicBezTo>
                      <a:pt x="874" y="558"/>
                      <a:pt x="894" y="553"/>
                      <a:pt x="918" y="546"/>
                    </a:cubicBezTo>
                    <a:cubicBezTo>
                      <a:pt x="953" y="536"/>
                      <a:pt x="1011" y="502"/>
                      <a:pt x="1020" y="464"/>
                    </a:cubicBezTo>
                    <a:cubicBezTo>
                      <a:pt x="1029" y="428"/>
                      <a:pt x="1034" y="436"/>
                      <a:pt x="1035" y="399"/>
                    </a:cubicBezTo>
                    <a:cubicBezTo>
                      <a:pt x="1035" y="388"/>
                      <a:pt x="1034" y="380"/>
                      <a:pt x="1027" y="378"/>
                    </a:cubicBezTo>
                    <a:cubicBezTo>
                      <a:pt x="1034" y="374"/>
                      <a:pt x="1033" y="360"/>
                      <a:pt x="1030" y="330"/>
                    </a:cubicBezTo>
                    <a:cubicBezTo>
                      <a:pt x="1027" y="300"/>
                      <a:pt x="1020" y="259"/>
                      <a:pt x="1008" y="259"/>
                    </a:cubicBezTo>
                    <a:cubicBezTo>
                      <a:pt x="1012" y="249"/>
                      <a:pt x="998" y="225"/>
                      <a:pt x="978" y="204"/>
                    </a:cubicBezTo>
                    <a:cubicBezTo>
                      <a:pt x="964" y="188"/>
                      <a:pt x="948" y="144"/>
                      <a:pt x="931" y="153"/>
                    </a:cubicBezTo>
                    <a:cubicBezTo>
                      <a:pt x="943" y="135"/>
                      <a:pt x="895" y="109"/>
                      <a:pt x="878" y="100"/>
                    </a:cubicBezTo>
                    <a:cubicBezTo>
                      <a:pt x="862" y="91"/>
                      <a:pt x="836" y="73"/>
                      <a:pt x="822" y="88"/>
                    </a:cubicBezTo>
                    <a:cubicBezTo>
                      <a:pt x="845" y="68"/>
                      <a:pt x="787" y="58"/>
                      <a:pt x="774" y="53"/>
                    </a:cubicBezTo>
                    <a:cubicBezTo>
                      <a:pt x="752" y="45"/>
                      <a:pt x="700" y="5"/>
                      <a:pt x="682" y="30"/>
                    </a:cubicBezTo>
                    <a:cubicBezTo>
                      <a:pt x="687" y="16"/>
                      <a:pt x="657" y="15"/>
                      <a:pt x="631" y="12"/>
                    </a:cubicBezTo>
                    <a:cubicBezTo>
                      <a:pt x="605" y="9"/>
                      <a:pt x="584" y="4"/>
                      <a:pt x="584" y="17"/>
                    </a:cubicBezTo>
                    <a:cubicBezTo>
                      <a:pt x="584" y="17"/>
                      <a:pt x="584" y="17"/>
                      <a:pt x="584" y="17"/>
                    </a:cubicBezTo>
                    <a:cubicBezTo>
                      <a:pt x="583" y="5"/>
                      <a:pt x="554" y="1"/>
                      <a:pt x="526" y="5"/>
                    </a:cubicBezTo>
                    <a:cubicBezTo>
                      <a:pt x="500" y="9"/>
                      <a:pt x="464" y="0"/>
                      <a:pt x="464" y="14"/>
                    </a:cubicBezTo>
                    <a:cubicBezTo>
                      <a:pt x="462" y="2"/>
                      <a:pt x="438" y="10"/>
                      <a:pt x="415" y="17"/>
                    </a:cubicBezTo>
                    <a:cubicBezTo>
                      <a:pt x="395" y="23"/>
                      <a:pt x="378" y="24"/>
                      <a:pt x="377" y="35"/>
                    </a:cubicBezTo>
                    <a:cubicBezTo>
                      <a:pt x="374" y="24"/>
                      <a:pt x="349" y="33"/>
                      <a:pt x="332" y="38"/>
                    </a:cubicBezTo>
                    <a:cubicBezTo>
                      <a:pt x="319" y="42"/>
                      <a:pt x="310" y="52"/>
                      <a:pt x="311" y="62"/>
                    </a:cubicBezTo>
                    <a:cubicBezTo>
                      <a:pt x="300" y="47"/>
                      <a:pt x="265" y="63"/>
                      <a:pt x="242" y="72"/>
                    </a:cubicBezTo>
                    <a:cubicBezTo>
                      <a:pt x="218" y="82"/>
                      <a:pt x="172" y="107"/>
                      <a:pt x="171" y="128"/>
                    </a:cubicBezTo>
                    <a:cubicBezTo>
                      <a:pt x="159" y="117"/>
                      <a:pt x="121" y="146"/>
                      <a:pt x="130" y="161"/>
                    </a:cubicBezTo>
                    <a:cubicBezTo>
                      <a:pt x="115" y="150"/>
                      <a:pt x="57" y="216"/>
                      <a:pt x="75" y="236"/>
                    </a:cubicBezTo>
                    <a:cubicBezTo>
                      <a:pt x="68" y="236"/>
                      <a:pt x="65" y="235"/>
                      <a:pt x="52" y="259"/>
                    </a:cubicBezTo>
                    <a:cubicBezTo>
                      <a:pt x="39" y="282"/>
                      <a:pt x="23" y="312"/>
                      <a:pt x="22" y="319"/>
                    </a:cubicBezTo>
                    <a:cubicBezTo>
                      <a:pt x="20" y="326"/>
                      <a:pt x="27" y="332"/>
                      <a:pt x="27" y="332"/>
                    </a:cubicBezTo>
                    <a:cubicBezTo>
                      <a:pt x="27" y="332"/>
                      <a:pt x="22" y="331"/>
                      <a:pt x="18" y="341"/>
                    </a:cubicBezTo>
                    <a:cubicBezTo>
                      <a:pt x="13" y="353"/>
                      <a:pt x="12" y="364"/>
                      <a:pt x="11" y="376"/>
                    </a:cubicBezTo>
                    <a:cubicBezTo>
                      <a:pt x="10" y="383"/>
                      <a:pt x="12" y="392"/>
                      <a:pt x="12" y="398"/>
                    </a:cubicBezTo>
                    <a:cubicBezTo>
                      <a:pt x="10" y="411"/>
                      <a:pt x="2" y="424"/>
                      <a:pt x="1" y="438"/>
                    </a:cubicBezTo>
                    <a:cubicBezTo>
                      <a:pt x="0" y="457"/>
                      <a:pt x="3" y="476"/>
                      <a:pt x="5" y="495"/>
                    </a:cubicBezTo>
                    <a:cubicBezTo>
                      <a:pt x="7" y="515"/>
                      <a:pt x="11" y="554"/>
                      <a:pt x="34" y="560"/>
                    </a:cubicBezTo>
                    <a:cubicBezTo>
                      <a:pt x="27" y="582"/>
                      <a:pt x="30" y="592"/>
                      <a:pt x="45" y="610"/>
                    </a:cubicBezTo>
                    <a:cubicBezTo>
                      <a:pt x="65" y="627"/>
                      <a:pt x="90" y="653"/>
                      <a:pt x="130" y="648"/>
                    </a:cubicBezTo>
                    <a:cubicBezTo>
                      <a:pt x="135" y="648"/>
                      <a:pt x="169" y="648"/>
                      <a:pt x="212" y="648"/>
                    </a:cubicBezTo>
                    <a:cubicBezTo>
                      <a:pt x="216" y="648"/>
                      <a:pt x="220" y="643"/>
                      <a:pt x="224" y="643"/>
                    </a:cubicBezTo>
                    <a:cubicBezTo>
                      <a:pt x="230" y="643"/>
                      <a:pt x="236" y="648"/>
                      <a:pt x="242" y="649"/>
                    </a:cubicBezTo>
                    <a:cubicBezTo>
                      <a:pt x="322" y="650"/>
                      <a:pt x="417" y="651"/>
                      <a:pt x="417" y="651"/>
                    </a:cubicBezTo>
                  </a:path>
                </a:pathLst>
              </a:custGeom>
              <a:solidFill>
                <a:srgbClr val="E8E4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3" name="Freeform 197">
                <a:extLst>
                  <a:ext uri="{FF2B5EF4-FFF2-40B4-BE49-F238E27FC236}">
                    <a16:creationId xmlns:a16="http://schemas.microsoft.com/office/drawing/2014/main" id="{79DA661D-1B64-4DC1-AAAD-03E0EBE35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944"/>
                <a:ext cx="220" cy="267"/>
              </a:xfrm>
              <a:custGeom>
                <a:avLst/>
                <a:gdLst>
                  <a:gd name="T0" fmla="*/ 438 w 88"/>
                  <a:gd name="T1" fmla="*/ 0 h 100"/>
                  <a:gd name="T2" fmla="*/ 395 w 88"/>
                  <a:gd name="T3" fmla="*/ 892 h 100"/>
                  <a:gd name="T4" fmla="*/ 0 w 88"/>
                  <a:gd name="T5" fmla="*/ 1618 h 100"/>
                  <a:gd name="T6" fmla="*/ 595 w 88"/>
                  <a:gd name="T7" fmla="*/ 1810 h 100"/>
                  <a:gd name="T8" fmla="*/ 1083 w 88"/>
                  <a:gd name="T9" fmla="*/ 1674 h 100"/>
                  <a:gd name="T10" fmla="*/ 1375 w 88"/>
                  <a:gd name="T11" fmla="*/ 1583 h 100"/>
                  <a:gd name="T12" fmla="*/ 1188 w 88"/>
                  <a:gd name="T13" fmla="*/ 1426 h 100"/>
                  <a:gd name="T14" fmla="*/ 708 w 88"/>
                  <a:gd name="T15" fmla="*/ 1105 h 100"/>
                  <a:gd name="T16" fmla="*/ 438 w 88"/>
                  <a:gd name="T17" fmla="*/ 777 h 100"/>
                  <a:gd name="T18" fmla="*/ 438 w 88"/>
                  <a:gd name="T19" fmla="*/ 307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100">
                    <a:moveTo>
                      <a:pt x="28" y="0"/>
                    </a:moveTo>
                    <a:cubicBezTo>
                      <a:pt x="20" y="16"/>
                      <a:pt x="25" y="30"/>
                      <a:pt x="25" y="47"/>
                    </a:cubicBezTo>
                    <a:cubicBezTo>
                      <a:pt x="24" y="63"/>
                      <a:pt x="10" y="73"/>
                      <a:pt x="0" y="85"/>
                    </a:cubicBezTo>
                    <a:cubicBezTo>
                      <a:pt x="14" y="82"/>
                      <a:pt x="31" y="82"/>
                      <a:pt x="38" y="95"/>
                    </a:cubicBezTo>
                    <a:cubicBezTo>
                      <a:pt x="43" y="88"/>
                      <a:pt x="61" y="86"/>
                      <a:pt x="69" y="88"/>
                    </a:cubicBezTo>
                    <a:cubicBezTo>
                      <a:pt x="78" y="91"/>
                      <a:pt x="86" y="100"/>
                      <a:pt x="88" y="83"/>
                    </a:cubicBezTo>
                    <a:cubicBezTo>
                      <a:pt x="83" y="82"/>
                      <a:pt x="80" y="78"/>
                      <a:pt x="76" y="75"/>
                    </a:cubicBezTo>
                    <a:cubicBezTo>
                      <a:pt x="66" y="69"/>
                      <a:pt x="55" y="64"/>
                      <a:pt x="45" y="58"/>
                    </a:cubicBezTo>
                    <a:cubicBezTo>
                      <a:pt x="38" y="54"/>
                      <a:pt x="30" y="49"/>
                      <a:pt x="28" y="41"/>
                    </a:cubicBezTo>
                    <a:cubicBezTo>
                      <a:pt x="26" y="32"/>
                      <a:pt x="31" y="24"/>
                      <a:pt x="28" y="16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4" name="Freeform 198">
                <a:extLst>
                  <a:ext uri="{FF2B5EF4-FFF2-40B4-BE49-F238E27FC236}">
                    <a16:creationId xmlns:a16="http://schemas.microsoft.com/office/drawing/2014/main" id="{376A5916-DD7C-4E75-BEFF-883EB54F5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632"/>
                <a:ext cx="1032" cy="1568"/>
              </a:xfrm>
              <a:custGeom>
                <a:avLst/>
                <a:gdLst>
                  <a:gd name="T0" fmla="*/ 6070 w 413"/>
                  <a:gd name="T1" fmla="*/ 1387 h 588"/>
                  <a:gd name="T2" fmla="*/ 2684 w 413"/>
                  <a:gd name="T3" fmla="*/ 397 h 588"/>
                  <a:gd name="T4" fmla="*/ 887 w 413"/>
                  <a:gd name="T5" fmla="*/ 1571 h 588"/>
                  <a:gd name="T6" fmla="*/ 0 w 413"/>
                  <a:gd name="T7" fmla="*/ 2275 h 588"/>
                  <a:gd name="T8" fmla="*/ 280 w 413"/>
                  <a:gd name="T9" fmla="*/ 2581 h 588"/>
                  <a:gd name="T10" fmla="*/ 530 w 413"/>
                  <a:gd name="T11" fmla="*/ 2936 h 588"/>
                  <a:gd name="T12" fmla="*/ 592 w 413"/>
                  <a:gd name="T13" fmla="*/ 3128 h 588"/>
                  <a:gd name="T14" fmla="*/ 562 w 413"/>
                  <a:gd name="T15" fmla="*/ 3448 h 588"/>
                  <a:gd name="T16" fmla="*/ 812 w 413"/>
                  <a:gd name="T17" fmla="*/ 3507 h 588"/>
                  <a:gd name="T18" fmla="*/ 717 w 413"/>
                  <a:gd name="T19" fmla="*/ 4288 h 588"/>
                  <a:gd name="T20" fmla="*/ 592 w 413"/>
                  <a:gd name="T21" fmla="*/ 5312 h 588"/>
                  <a:gd name="T22" fmla="*/ 605 w 413"/>
                  <a:gd name="T23" fmla="*/ 6029 h 588"/>
                  <a:gd name="T24" fmla="*/ 480 w 413"/>
                  <a:gd name="T25" fmla="*/ 6976 h 588"/>
                  <a:gd name="T26" fmla="*/ 200 w 413"/>
                  <a:gd name="T27" fmla="*/ 7373 h 588"/>
                  <a:gd name="T28" fmla="*/ 637 w 413"/>
                  <a:gd name="T29" fmla="*/ 8477 h 588"/>
                  <a:gd name="T30" fmla="*/ 855 w 413"/>
                  <a:gd name="T31" fmla="*/ 9992 h 588"/>
                  <a:gd name="T32" fmla="*/ 1574 w 413"/>
                  <a:gd name="T33" fmla="*/ 10717 h 588"/>
                  <a:gd name="T34" fmla="*/ 1699 w 413"/>
                  <a:gd name="T35" fmla="*/ 8760 h 588"/>
                  <a:gd name="T36" fmla="*/ 1937 w 413"/>
                  <a:gd name="T37" fmla="*/ 6429 h 588"/>
                  <a:gd name="T38" fmla="*/ 2324 w 413"/>
                  <a:gd name="T39" fmla="*/ 5256 h 588"/>
                  <a:gd name="T40" fmla="*/ 3371 w 413"/>
                  <a:gd name="T41" fmla="*/ 4779 h 588"/>
                  <a:gd name="T42" fmla="*/ 3541 w 413"/>
                  <a:gd name="T43" fmla="*/ 4757 h 588"/>
                  <a:gd name="T44" fmla="*/ 3916 w 413"/>
                  <a:gd name="T45" fmla="*/ 5005 h 588"/>
                  <a:gd name="T46" fmla="*/ 4308 w 413"/>
                  <a:gd name="T47" fmla="*/ 5427 h 588"/>
                  <a:gd name="T48" fmla="*/ 4403 w 413"/>
                  <a:gd name="T49" fmla="*/ 4173 h 588"/>
                  <a:gd name="T50" fmla="*/ 4603 w 413"/>
                  <a:gd name="T51" fmla="*/ 3128 h 588"/>
                  <a:gd name="T52" fmla="*/ 5712 w 413"/>
                  <a:gd name="T53" fmla="*/ 2867 h 588"/>
                  <a:gd name="T54" fmla="*/ 6432 w 413"/>
                  <a:gd name="T55" fmla="*/ 2069 h 588"/>
                  <a:gd name="T56" fmla="*/ 6070 w 413"/>
                  <a:gd name="T57" fmla="*/ 1387 h 5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13" h="588">
                    <a:moveTo>
                      <a:pt x="389" y="73"/>
                    </a:moveTo>
                    <a:cubicBezTo>
                      <a:pt x="342" y="3"/>
                      <a:pt x="248" y="0"/>
                      <a:pt x="172" y="21"/>
                    </a:cubicBezTo>
                    <a:cubicBezTo>
                      <a:pt x="125" y="33"/>
                      <a:pt x="90" y="50"/>
                      <a:pt x="57" y="83"/>
                    </a:cubicBezTo>
                    <a:cubicBezTo>
                      <a:pt x="37" y="92"/>
                      <a:pt x="17" y="105"/>
                      <a:pt x="0" y="120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34" y="155"/>
                      <a:pt x="34" y="155"/>
                      <a:pt x="34" y="155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6" y="182"/>
                      <a:pt x="36" y="182"/>
                      <a:pt x="36" y="182"/>
                    </a:cubicBezTo>
                    <a:cubicBezTo>
                      <a:pt x="52" y="185"/>
                      <a:pt x="52" y="185"/>
                      <a:pt x="52" y="185"/>
                    </a:cubicBezTo>
                    <a:cubicBezTo>
                      <a:pt x="48" y="193"/>
                      <a:pt x="61" y="216"/>
                      <a:pt x="46" y="226"/>
                    </a:cubicBezTo>
                    <a:cubicBezTo>
                      <a:pt x="37" y="234"/>
                      <a:pt x="16" y="255"/>
                      <a:pt x="38" y="280"/>
                    </a:cubicBezTo>
                    <a:cubicBezTo>
                      <a:pt x="46" y="289"/>
                      <a:pt x="36" y="308"/>
                      <a:pt x="39" y="318"/>
                    </a:cubicBezTo>
                    <a:cubicBezTo>
                      <a:pt x="41" y="327"/>
                      <a:pt x="40" y="351"/>
                      <a:pt x="31" y="368"/>
                    </a:cubicBezTo>
                    <a:cubicBezTo>
                      <a:pt x="26" y="380"/>
                      <a:pt x="11" y="386"/>
                      <a:pt x="13" y="389"/>
                    </a:cubicBezTo>
                    <a:cubicBezTo>
                      <a:pt x="24" y="408"/>
                      <a:pt x="34" y="427"/>
                      <a:pt x="41" y="447"/>
                    </a:cubicBezTo>
                    <a:cubicBezTo>
                      <a:pt x="54" y="483"/>
                      <a:pt x="52" y="525"/>
                      <a:pt x="55" y="527"/>
                    </a:cubicBezTo>
                    <a:cubicBezTo>
                      <a:pt x="70" y="540"/>
                      <a:pt x="75" y="588"/>
                      <a:pt x="101" y="565"/>
                    </a:cubicBezTo>
                    <a:cubicBezTo>
                      <a:pt x="122" y="546"/>
                      <a:pt x="110" y="486"/>
                      <a:pt x="109" y="462"/>
                    </a:cubicBezTo>
                    <a:cubicBezTo>
                      <a:pt x="106" y="417"/>
                      <a:pt x="113" y="382"/>
                      <a:pt x="124" y="339"/>
                    </a:cubicBezTo>
                    <a:cubicBezTo>
                      <a:pt x="129" y="317"/>
                      <a:pt x="126" y="288"/>
                      <a:pt x="149" y="277"/>
                    </a:cubicBezTo>
                    <a:cubicBezTo>
                      <a:pt x="170" y="267"/>
                      <a:pt x="195" y="263"/>
                      <a:pt x="216" y="252"/>
                    </a:cubicBezTo>
                    <a:cubicBezTo>
                      <a:pt x="217" y="252"/>
                      <a:pt x="224" y="252"/>
                      <a:pt x="227" y="251"/>
                    </a:cubicBezTo>
                    <a:cubicBezTo>
                      <a:pt x="230" y="264"/>
                      <a:pt x="242" y="259"/>
                      <a:pt x="251" y="264"/>
                    </a:cubicBezTo>
                    <a:cubicBezTo>
                      <a:pt x="259" y="269"/>
                      <a:pt x="267" y="280"/>
                      <a:pt x="276" y="286"/>
                    </a:cubicBezTo>
                    <a:cubicBezTo>
                      <a:pt x="299" y="263"/>
                      <a:pt x="290" y="245"/>
                      <a:pt x="282" y="220"/>
                    </a:cubicBezTo>
                    <a:cubicBezTo>
                      <a:pt x="275" y="196"/>
                      <a:pt x="271" y="182"/>
                      <a:pt x="295" y="165"/>
                    </a:cubicBezTo>
                    <a:cubicBezTo>
                      <a:pt x="317" y="150"/>
                      <a:pt x="342" y="159"/>
                      <a:pt x="366" y="151"/>
                    </a:cubicBezTo>
                    <a:cubicBezTo>
                      <a:pt x="381" y="145"/>
                      <a:pt x="410" y="127"/>
                      <a:pt x="412" y="109"/>
                    </a:cubicBezTo>
                    <a:cubicBezTo>
                      <a:pt x="413" y="95"/>
                      <a:pt x="396" y="83"/>
                      <a:pt x="389" y="73"/>
                    </a:cubicBezTo>
                    <a:close/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5" name="Freeform 199">
                <a:extLst>
                  <a:ext uri="{FF2B5EF4-FFF2-40B4-BE49-F238E27FC236}">
                    <a16:creationId xmlns:a16="http://schemas.microsoft.com/office/drawing/2014/main" id="{EB3BE7D9-4EDE-450D-AE00-490E9F205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2379"/>
                <a:ext cx="173" cy="778"/>
              </a:xfrm>
              <a:custGeom>
                <a:avLst/>
                <a:gdLst>
                  <a:gd name="T0" fmla="*/ 1005 w 69"/>
                  <a:gd name="T1" fmla="*/ 3877 h 292"/>
                  <a:gd name="T2" fmla="*/ 805 w 69"/>
                  <a:gd name="T3" fmla="*/ 3877 h 292"/>
                  <a:gd name="T4" fmla="*/ 597 w 69"/>
                  <a:gd name="T5" fmla="*/ 3139 h 292"/>
                  <a:gd name="T6" fmla="*/ 271 w 69"/>
                  <a:gd name="T7" fmla="*/ 2102 h 292"/>
                  <a:gd name="T8" fmla="*/ 692 w 69"/>
                  <a:gd name="T9" fmla="*/ 1420 h 292"/>
                  <a:gd name="T10" fmla="*/ 847 w 69"/>
                  <a:gd name="T11" fmla="*/ 0 h 292"/>
                  <a:gd name="T12" fmla="*/ 629 w 69"/>
                  <a:gd name="T13" fmla="*/ 1135 h 292"/>
                  <a:gd name="T14" fmla="*/ 113 w 69"/>
                  <a:gd name="T15" fmla="*/ 1988 h 292"/>
                  <a:gd name="T16" fmla="*/ 333 w 69"/>
                  <a:gd name="T17" fmla="*/ 2648 h 292"/>
                  <a:gd name="T18" fmla="*/ 629 w 69"/>
                  <a:gd name="T19" fmla="*/ 4180 h 292"/>
                  <a:gd name="T20" fmla="*/ 617 w 69"/>
                  <a:gd name="T21" fmla="*/ 4308 h 292"/>
                  <a:gd name="T22" fmla="*/ 597 w 69"/>
                  <a:gd name="T23" fmla="*/ 4649 h 292"/>
                  <a:gd name="T24" fmla="*/ 629 w 69"/>
                  <a:gd name="T25" fmla="*/ 4671 h 292"/>
                  <a:gd name="T26" fmla="*/ 1088 w 69"/>
                  <a:gd name="T27" fmla="*/ 5523 h 292"/>
                  <a:gd name="T28" fmla="*/ 1005 w 69"/>
                  <a:gd name="T29" fmla="*/ 3877 h 29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9" h="292">
                    <a:moveTo>
                      <a:pt x="64" y="205"/>
                    </a:moveTo>
                    <a:cubicBezTo>
                      <a:pt x="64" y="205"/>
                      <a:pt x="56" y="205"/>
                      <a:pt x="51" y="205"/>
                    </a:cubicBezTo>
                    <a:cubicBezTo>
                      <a:pt x="46" y="206"/>
                      <a:pt x="44" y="201"/>
                      <a:pt x="38" y="166"/>
                    </a:cubicBezTo>
                    <a:cubicBezTo>
                      <a:pt x="31" y="132"/>
                      <a:pt x="9" y="114"/>
                      <a:pt x="17" y="111"/>
                    </a:cubicBezTo>
                    <a:cubicBezTo>
                      <a:pt x="24" y="109"/>
                      <a:pt x="40" y="87"/>
                      <a:pt x="44" y="75"/>
                    </a:cubicBezTo>
                    <a:cubicBezTo>
                      <a:pt x="48" y="59"/>
                      <a:pt x="54" y="16"/>
                      <a:pt x="54" y="0"/>
                    </a:cubicBezTo>
                    <a:cubicBezTo>
                      <a:pt x="50" y="19"/>
                      <a:pt x="45" y="43"/>
                      <a:pt x="40" y="60"/>
                    </a:cubicBezTo>
                    <a:cubicBezTo>
                      <a:pt x="31" y="91"/>
                      <a:pt x="15" y="102"/>
                      <a:pt x="7" y="105"/>
                    </a:cubicBezTo>
                    <a:cubicBezTo>
                      <a:pt x="0" y="108"/>
                      <a:pt x="11" y="118"/>
                      <a:pt x="21" y="140"/>
                    </a:cubicBezTo>
                    <a:cubicBezTo>
                      <a:pt x="30" y="158"/>
                      <a:pt x="36" y="191"/>
                      <a:pt x="40" y="221"/>
                    </a:cubicBezTo>
                    <a:cubicBezTo>
                      <a:pt x="40" y="223"/>
                      <a:pt x="39" y="225"/>
                      <a:pt x="39" y="228"/>
                    </a:cubicBezTo>
                    <a:cubicBezTo>
                      <a:pt x="38" y="232"/>
                      <a:pt x="38" y="238"/>
                      <a:pt x="38" y="246"/>
                    </a:cubicBezTo>
                    <a:cubicBezTo>
                      <a:pt x="39" y="246"/>
                      <a:pt x="39" y="247"/>
                      <a:pt x="40" y="247"/>
                    </a:cubicBezTo>
                    <a:cubicBezTo>
                      <a:pt x="51" y="257"/>
                      <a:pt x="55" y="291"/>
                      <a:pt x="69" y="292"/>
                    </a:cubicBezTo>
                    <a:lnTo>
                      <a:pt x="64" y="205"/>
                    </a:lnTo>
                    <a:close/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6" name="Freeform 200">
                <a:extLst>
                  <a:ext uri="{FF2B5EF4-FFF2-40B4-BE49-F238E27FC236}">
                    <a16:creationId xmlns:a16="http://schemas.microsoft.com/office/drawing/2014/main" id="{F94A4988-0373-4021-B354-44E49F1B0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547"/>
                <a:ext cx="58" cy="397"/>
              </a:xfrm>
              <a:custGeom>
                <a:avLst/>
                <a:gdLst>
                  <a:gd name="T0" fmla="*/ 159 w 23"/>
                  <a:gd name="T1" fmla="*/ 0 h 149"/>
                  <a:gd name="T2" fmla="*/ 20 w 23"/>
                  <a:gd name="T3" fmla="*/ 1455 h 149"/>
                  <a:gd name="T4" fmla="*/ 126 w 23"/>
                  <a:gd name="T5" fmla="*/ 2819 h 149"/>
                  <a:gd name="T6" fmla="*/ 368 w 23"/>
                  <a:gd name="T7" fmla="*/ 2819 h 1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49">
                    <a:moveTo>
                      <a:pt x="10" y="0"/>
                    </a:moveTo>
                    <a:cubicBezTo>
                      <a:pt x="8" y="8"/>
                      <a:pt x="0" y="44"/>
                      <a:pt x="1" y="77"/>
                    </a:cubicBezTo>
                    <a:cubicBezTo>
                      <a:pt x="3" y="109"/>
                      <a:pt x="8" y="149"/>
                      <a:pt x="8" y="149"/>
                    </a:cubicBezTo>
                    <a:cubicBezTo>
                      <a:pt x="23" y="149"/>
                      <a:pt x="23" y="149"/>
                      <a:pt x="23" y="149"/>
                    </a:cubicBezTo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7" name="Freeform 201">
                <a:extLst>
                  <a:ext uri="{FF2B5EF4-FFF2-40B4-BE49-F238E27FC236}">
                    <a16:creationId xmlns:a16="http://schemas.microsoft.com/office/drawing/2014/main" id="{B8E3F020-6493-4017-A486-6EAD520A6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040"/>
                <a:ext cx="75" cy="59"/>
              </a:xfrm>
              <a:custGeom>
                <a:avLst/>
                <a:gdLst>
                  <a:gd name="T0" fmla="*/ 188 w 30"/>
                  <a:gd name="T1" fmla="*/ 0 h 22"/>
                  <a:gd name="T2" fmla="*/ 95 w 30"/>
                  <a:gd name="T3" fmla="*/ 150 h 22"/>
                  <a:gd name="T4" fmla="*/ 375 w 30"/>
                  <a:gd name="T5" fmla="*/ 367 h 22"/>
                  <a:gd name="T6" fmla="*/ 470 w 30"/>
                  <a:gd name="T7" fmla="*/ 367 h 22"/>
                  <a:gd name="T8" fmla="*/ 283 w 30"/>
                  <a:gd name="T9" fmla="*/ 424 h 22"/>
                  <a:gd name="T10" fmla="*/ 0 w 30"/>
                  <a:gd name="T11" fmla="*/ 215 h 22"/>
                  <a:gd name="T12" fmla="*/ 188 w 30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2">
                    <a:moveTo>
                      <a:pt x="12" y="0"/>
                    </a:moveTo>
                    <a:cubicBezTo>
                      <a:pt x="8" y="2"/>
                      <a:pt x="6" y="5"/>
                      <a:pt x="6" y="8"/>
                    </a:cubicBezTo>
                    <a:cubicBezTo>
                      <a:pt x="6" y="14"/>
                      <a:pt x="14" y="19"/>
                      <a:pt x="24" y="19"/>
                    </a:cubicBezTo>
                    <a:cubicBezTo>
                      <a:pt x="26" y="19"/>
                      <a:pt x="28" y="19"/>
                      <a:pt x="30" y="19"/>
                    </a:cubicBezTo>
                    <a:cubicBezTo>
                      <a:pt x="26" y="21"/>
                      <a:pt x="22" y="22"/>
                      <a:pt x="18" y="22"/>
                    </a:cubicBezTo>
                    <a:cubicBezTo>
                      <a:pt x="8" y="22"/>
                      <a:pt x="0" y="17"/>
                      <a:pt x="0" y="11"/>
                    </a:cubicBezTo>
                    <a:cubicBezTo>
                      <a:pt x="0" y="6"/>
                      <a:pt x="5" y="2"/>
                      <a:pt x="12" y="0"/>
                    </a:cubicBezTo>
                    <a:close/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8" name="Freeform 202">
                <a:extLst>
                  <a:ext uri="{FF2B5EF4-FFF2-40B4-BE49-F238E27FC236}">
                    <a16:creationId xmlns:a16="http://schemas.microsoft.com/office/drawing/2014/main" id="{58E42A71-46DD-4204-8344-B00392201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760"/>
                <a:ext cx="312" cy="235"/>
              </a:xfrm>
              <a:custGeom>
                <a:avLst/>
                <a:gdLst>
                  <a:gd name="T0" fmla="*/ 92 w 125"/>
                  <a:gd name="T1" fmla="*/ 35 h 88"/>
                  <a:gd name="T2" fmla="*/ 654 w 125"/>
                  <a:gd name="T3" fmla="*/ 742 h 88"/>
                  <a:gd name="T4" fmla="*/ 761 w 125"/>
                  <a:gd name="T5" fmla="*/ 1677 h 88"/>
                  <a:gd name="T6" fmla="*/ 1415 w 125"/>
                  <a:gd name="T7" fmla="*/ 1503 h 88"/>
                  <a:gd name="T8" fmla="*/ 1745 w 125"/>
                  <a:gd name="T9" fmla="*/ 705 h 88"/>
                  <a:gd name="T10" fmla="*/ 0 w 125"/>
                  <a:gd name="T11" fmla="*/ 56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88">
                    <a:moveTo>
                      <a:pt x="6" y="2"/>
                    </a:moveTo>
                    <a:cubicBezTo>
                      <a:pt x="23" y="12"/>
                      <a:pt x="32" y="21"/>
                      <a:pt x="42" y="39"/>
                    </a:cubicBezTo>
                    <a:cubicBezTo>
                      <a:pt x="49" y="52"/>
                      <a:pt x="55" y="73"/>
                      <a:pt x="49" y="88"/>
                    </a:cubicBezTo>
                    <a:cubicBezTo>
                      <a:pt x="58" y="80"/>
                      <a:pt x="80" y="84"/>
                      <a:pt x="91" y="79"/>
                    </a:cubicBezTo>
                    <a:cubicBezTo>
                      <a:pt x="109" y="71"/>
                      <a:pt x="125" y="54"/>
                      <a:pt x="112" y="37"/>
                    </a:cubicBezTo>
                    <a:cubicBezTo>
                      <a:pt x="89" y="8"/>
                      <a:pt x="23" y="0"/>
                      <a:pt x="0" y="3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9" name="Freeform 203">
                <a:extLst>
                  <a:ext uri="{FF2B5EF4-FFF2-40B4-BE49-F238E27FC236}">
                    <a16:creationId xmlns:a16="http://schemas.microsoft.com/office/drawing/2014/main" id="{3DD7AB50-8867-49CF-8C7B-0DEBCBCA5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571"/>
                <a:ext cx="1315" cy="1834"/>
              </a:xfrm>
              <a:custGeom>
                <a:avLst/>
                <a:gdLst>
                  <a:gd name="T0" fmla="*/ 1925 w 526"/>
                  <a:gd name="T1" fmla="*/ 13033 h 688"/>
                  <a:gd name="T2" fmla="*/ 2020 w 526"/>
                  <a:gd name="T3" fmla="*/ 10055 h 688"/>
                  <a:gd name="T4" fmla="*/ 2175 w 526"/>
                  <a:gd name="T5" fmla="*/ 9983 h 688"/>
                  <a:gd name="T6" fmla="*/ 2220 w 526"/>
                  <a:gd name="T7" fmla="*/ 10852 h 688"/>
                  <a:gd name="T8" fmla="*/ 2270 w 526"/>
                  <a:gd name="T9" fmla="*/ 10852 h 688"/>
                  <a:gd name="T10" fmla="*/ 2208 w 526"/>
                  <a:gd name="T11" fmla="*/ 8733 h 688"/>
                  <a:gd name="T12" fmla="*/ 2488 w 526"/>
                  <a:gd name="T13" fmla="*/ 5457 h 688"/>
                  <a:gd name="T14" fmla="*/ 4208 w 526"/>
                  <a:gd name="T15" fmla="*/ 4697 h 688"/>
                  <a:gd name="T16" fmla="*/ 5083 w 526"/>
                  <a:gd name="T17" fmla="*/ 5379 h 688"/>
                  <a:gd name="T18" fmla="*/ 5425 w 526"/>
                  <a:gd name="T19" fmla="*/ 6152 h 688"/>
                  <a:gd name="T20" fmla="*/ 5270 w 526"/>
                  <a:gd name="T21" fmla="*/ 5457 h 688"/>
                  <a:gd name="T22" fmla="*/ 5283 w 526"/>
                  <a:gd name="T23" fmla="*/ 5073 h 688"/>
                  <a:gd name="T24" fmla="*/ 5675 w 526"/>
                  <a:gd name="T25" fmla="*/ 5286 h 688"/>
                  <a:gd name="T26" fmla="*/ 5488 w 526"/>
                  <a:gd name="T27" fmla="*/ 4718 h 688"/>
                  <a:gd name="T28" fmla="*/ 5395 w 526"/>
                  <a:gd name="T29" fmla="*/ 4321 h 688"/>
                  <a:gd name="T30" fmla="*/ 5313 w 526"/>
                  <a:gd name="T31" fmla="*/ 3937 h 688"/>
                  <a:gd name="T32" fmla="*/ 5645 w 526"/>
                  <a:gd name="T33" fmla="*/ 3617 h 688"/>
                  <a:gd name="T34" fmla="*/ 6145 w 526"/>
                  <a:gd name="T35" fmla="*/ 3241 h 688"/>
                  <a:gd name="T36" fmla="*/ 6845 w 526"/>
                  <a:gd name="T37" fmla="*/ 2978 h 688"/>
                  <a:gd name="T38" fmla="*/ 5875 w 526"/>
                  <a:gd name="T39" fmla="*/ 1216 h 688"/>
                  <a:gd name="T40" fmla="*/ 1938 w 526"/>
                  <a:gd name="T41" fmla="*/ 2900 h 688"/>
                  <a:gd name="T42" fmla="*/ 500 w 526"/>
                  <a:gd name="T43" fmla="*/ 3959 h 688"/>
                  <a:gd name="T44" fmla="*/ 300 w 526"/>
                  <a:gd name="T45" fmla="*/ 2671 h 688"/>
                  <a:gd name="T46" fmla="*/ 5083 w 526"/>
                  <a:gd name="T47" fmla="*/ 77 h 688"/>
                  <a:gd name="T48" fmla="*/ 8158 w 526"/>
                  <a:gd name="T49" fmla="*/ 2218 h 688"/>
                  <a:gd name="T50" fmla="*/ 7095 w 526"/>
                  <a:gd name="T51" fmla="*/ 3708 h 688"/>
                  <a:gd name="T52" fmla="*/ 5908 w 526"/>
                  <a:gd name="T53" fmla="*/ 3540 h 688"/>
                  <a:gd name="T54" fmla="*/ 5583 w 526"/>
                  <a:gd name="T55" fmla="*/ 4548 h 688"/>
                  <a:gd name="T56" fmla="*/ 5938 w 526"/>
                  <a:gd name="T57" fmla="*/ 5585 h 688"/>
                  <a:gd name="T58" fmla="*/ 5770 w 526"/>
                  <a:gd name="T59" fmla="*/ 5947 h 688"/>
                  <a:gd name="T60" fmla="*/ 5408 w 526"/>
                  <a:gd name="T61" fmla="*/ 5643 h 688"/>
                  <a:gd name="T62" fmla="*/ 5438 w 526"/>
                  <a:gd name="T63" fmla="*/ 5742 h 688"/>
                  <a:gd name="T64" fmla="*/ 5563 w 526"/>
                  <a:gd name="T65" fmla="*/ 6195 h 688"/>
                  <a:gd name="T66" fmla="*/ 5675 w 526"/>
                  <a:gd name="T67" fmla="*/ 6310 h 688"/>
                  <a:gd name="T68" fmla="*/ 5895 w 526"/>
                  <a:gd name="T69" fmla="*/ 6494 h 688"/>
                  <a:gd name="T70" fmla="*/ 5720 w 526"/>
                  <a:gd name="T71" fmla="*/ 6856 h 688"/>
                  <a:gd name="T72" fmla="*/ 5313 w 526"/>
                  <a:gd name="T73" fmla="*/ 6878 h 688"/>
                  <a:gd name="T74" fmla="*/ 5283 w 526"/>
                  <a:gd name="T75" fmla="*/ 6438 h 688"/>
                  <a:gd name="T76" fmla="*/ 5333 w 526"/>
                  <a:gd name="T77" fmla="*/ 6139 h 688"/>
                  <a:gd name="T78" fmla="*/ 5113 w 526"/>
                  <a:gd name="T79" fmla="*/ 5550 h 688"/>
                  <a:gd name="T80" fmla="*/ 4345 w 526"/>
                  <a:gd name="T81" fmla="*/ 5187 h 688"/>
                  <a:gd name="T82" fmla="*/ 3958 w 526"/>
                  <a:gd name="T83" fmla="*/ 5494 h 688"/>
                  <a:gd name="T84" fmla="*/ 3863 w 526"/>
                  <a:gd name="T85" fmla="*/ 6083 h 688"/>
                  <a:gd name="T86" fmla="*/ 4395 w 526"/>
                  <a:gd name="T87" fmla="*/ 7368 h 688"/>
                  <a:gd name="T88" fmla="*/ 3563 w 526"/>
                  <a:gd name="T89" fmla="*/ 9394 h 688"/>
                  <a:gd name="T90" fmla="*/ 3488 w 526"/>
                  <a:gd name="T91" fmla="*/ 10873 h 688"/>
                  <a:gd name="T92" fmla="*/ 3145 w 526"/>
                  <a:gd name="T93" fmla="*/ 13033 h 6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688">
                    <a:moveTo>
                      <a:pt x="123" y="688"/>
                    </a:moveTo>
                    <a:cubicBezTo>
                      <a:pt x="131" y="665"/>
                      <a:pt x="125" y="551"/>
                      <a:pt x="129" y="531"/>
                    </a:cubicBezTo>
                    <a:cubicBezTo>
                      <a:pt x="132" y="512"/>
                      <a:pt x="137" y="516"/>
                      <a:pt x="139" y="527"/>
                    </a:cubicBezTo>
                    <a:cubicBezTo>
                      <a:pt x="140" y="534"/>
                      <a:pt x="141" y="558"/>
                      <a:pt x="142" y="573"/>
                    </a:cubicBezTo>
                    <a:cubicBezTo>
                      <a:pt x="143" y="577"/>
                      <a:pt x="145" y="577"/>
                      <a:pt x="145" y="573"/>
                    </a:cubicBezTo>
                    <a:cubicBezTo>
                      <a:pt x="147" y="544"/>
                      <a:pt x="144" y="492"/>
                      <a:pt x="141" y="461"/>
                    </a:cubicBezTo>
                    <a:cubicBezTo>
                      <a:pt x="137" y="426"/>
                      <a:pt x="142" y="335"/>
                      <a:pt x="159" y="288"/>
                    </a:cubicBezTo>
                    <a:cubicBezTo>
                      <a:pt x="180" y="229"/>
                      <a:pt x="247" y="241"/>
                      <a:pt x="269" y="248"/>
                    </a:cubicBezTo>
                    <a:cubicBezTo>
                      <a:pt x="307" y="261"/>
                      <a:pt x="314" y="278"/>
                      <a:pt x="325" y="284"/>
                    </a:cubicBezTo>
                    <a:cubicBezTo>
                      <a:pt x="336" y="290"/>
                      <a:pt x="344" y="316"/>
                      <a:pt x="347" y="325"/>
                    </a:cubicBezTo>
                    <a:cubicBezTo>
                      <a:pt x="345" y="315"/>
                      <a:pt x="340" y="298"/>
                      <a:pt x="337" y="288"/>
                    </a:cubicBezTo>
                    <a:cubicBezTo>
                      <a:pt x="335" y="278"/>
                      <a:pt x="333" y="271"/>
                      <a:pt x="338" y="268"/>
                    </a:cubicBezTo>
                    <a:cubicBezTo>
                      <a:pt x="343" y="265"/>
                      <a:pt x="354" y="272"/>
                      <a:pt x="363" y="279"/>
                    </a:cubicBezTo>
                    <a:cubicBezTo>
                      <a:pt x="363" y="279"/>
                      <a:pt x="352" y="259"/>
                      <a:pt x="351" y="249"/>
                    </a:cubicBezTo>
                    <a:cubicBezTo>
                      <a:pt x="350" y="239"/>
                      <a:pt x="352" y="234"/>
                      <a:pt x="345" y="228"/>
                    </a:cubicBezTo>
                    <a:cubicBezTo>
                      <a:pt x="340" y="224"/>
                      <a:pt x="337" y="215"/>
                      <a:pt x="340" y="208"/>
                    </a:cubicBezTo>
                    <a:cubicBezTo>
                      <a:pt x="344" y="199"/>
                      <a:pt x="355" y="201"/>
                      <a:pt x="361" y="191"/>
                    </a:cubicBezTo>
                    <a:cubicBezTo>
                      <a:pt x="368" y="180"/>
                      <a:pt x="378" y="173"/>
                      <a:pt x="393" y="171"/>
                    </a:cubicBezTo>
                    <a:cubicBezTo>
                      <a:pt x="408" y="171"/>
                      <a:pt x="422" y="167"/>
                      <a:pt x="438" y="157"/>
                    </a:cubicBezTo>
                    <a:cubicBezTo>
                      <a:pt x="470" y="133"/>
                      <a:pt x="469" y="89"/>
                      <a:pt x="376" y="64"/>
                    </a:cubicBezTo>
                    <a:cubicBezTo>
                      <a:pt x="282" y="39"/>
                      <a:pt x="157" y="109"/>
                      <a:pt x="124" y="153"/>
                    </a:cubicBezTo>
                    <a:cubicBezTo>
                      <a:pt x="95" y="191"/>
                      <a:pt x="63" y="230"/>
                      <a:pt x="32" y="209"/>
                    </a:cubicBezTo>
                    <a:cubicBezTo>
                      <a:pt x="0" y="187"/>
                      <a:pt x="14" y="157"/>
                      <a:pt x="19" y="141"/>
                    </a:cubicBezTo>
                    <a:cubicBezTo>
                      <a:pt x="49" y="51"/>
                      <a:pt x="213" y="7"/>
                      <a:pt x="325" y="4"/>
                    </a:cubicBezTo>
                    <a:cubicBezTo>
                      <a:pt x="461" y="0"/>
                      <a:pt x="518" y="75"/>
                      <a:pt x="522" y="117"/>
                    </a:cubicBezTo>
                    <a:cubicBezTo>
                      <a:pt x="526" y="154"/>
                      <a:pt x="496" y="186"/>
                      <a:pt x="454" y="196"/>
                    </a:cubicBezTo>
                    <a:cubicBezTo>
                      <a:pt x="409" y="207"/>
                      <a:pt x="398" y="171"/>
                      <a:pt x="378" y="187"/>
                    </a:cubicBezTo>
                    <a:cubicBezTo>
                      <a:pt x="368" y="197"/>
                      <a:pt x="353" y="210"/>
                      <a:pt x="357" y="240"/>
                    </a:cubicBezTo>
                    <a:cubicBezTo>
                      <a:pt x="360" y="269"/>
                      <a:pt x="374" y="290"/>
                      <a:pt x="380" y="295"/>
                    </a:cubicBezTo>
                    <a:cubicBezTo>
                      <a:pt x="386" y="301"/>
                      <a:pt x="382" y="314"/>
                      <a:pt x="369" y="314"/>
                    </a:cubicBezTo>
                    <a:cubicBezTo>
                      <a:pt x="358" y="313"/>
                      <a:pt x="350" y="304"/>
                      <a:pt x="346" y="298"/>
                    </a:cubicBezTo>
                    <a:cubicBezTo>
                      <a:pt x="347" y="299"/>
                      <a:pt x="347" y="301"/>
                      <a:pt x="348" y="303"/>
                    </a:cubicBezTo>
                    <a:cubicBezTo>
                      <a:pt x="351" y="311"/>
                      <a:pt x="354" y="321"/>
                      <a:pt x="356" y="327"/>
                    </a:cubicBezTo>
                    <a:cubicBezTo>
                      <a:pt x="356" y="331"/>
                      <a:pt x="360" y="332"/>
                      <a:pt x="363" y="333"/>
                    </a:cubicBezTo>
                    <a:cubicBezTo>
                      <a:pt x="369" y="333"/>
                      <a:pt x="374" y="337"/>
                      <a:pt x="377" y="343"/>
                    </a:cubicBezTo>
                    <a:cubicBezTo>
                      <a:pt x="381" y="353"/>
                      <a:pt x="370" y="361"/>
                      <a:pt x="366" y="362"/>
                    </a:cubicBezTo>
                    <a:cubicBezTo>
                      <a:pt x="364" y="365"/>
                      <a:pt x="355" y="374"/>
                      <a:pt x="340" y="363"/>
                    </a:cubicBezTo>
                    <a:cubicBezTo>
                      <a:pt x="334" y="358"/>
                      <a:pt x="335" y="348"/>
                      <a:pt x="338" y="340"/>
                    </a:cubicBezTo>
                    <a:cubicBezTo>
                      <a:pt x="339" y="338"/>
                      <a:pt x="342" y="329"/>
                      <a:pt x="341" y="324"/>
                    </a:cubicBezTo>
                    <a:cubicBezTo>
                      <a:pt x="339" y="314"/>
                      <a:pt x="333" y="297"/>
                      <a:pt x="327" y="293"/>
                    </a:cubicBezTo>
                    <a:cubicBezTo>
                      <a:pt x="318" y="288"/>
                      <a:pt x="296" y="279"/>
                      <a:pt x="278" y="274"/>
                    </a:cubicBezTo>
                    <a:cubicBezTo>
                      <a:pt x="260" y="269"/>
                      <a:pt x="259" y="281"/>
                      <a:pt x="253" y="290"/>
                    </a:cubicBezTo>
                    <a:cubicBezTo>
                      <a:pt x="249" y="297"/>
                      <a:pt x="248" y="309"/>
                      <a:pt x="247" y="321"/>
                    </a:cubicBezTo>
                    <a:cubicBezTo>
                      <a:pt x="245" y="334"/>
                      <a:pt x="282" y="339"/>
                      <a:pt x="281" y="389"/>
                    </a:cubicBezTo>
                    <a:cubicBezTo>
                      <a:pt x="281" y="439"/>
                      <a:pt x="259" y="491"/>
                      <a:pt x="228" y="496"/>
                    </a:cubicBezTo>
                    <a:cubicBezTo>
                      <a:pt x="234" y="503"/>
                      <a:pt x="241" y="526"/>
                      <a:pt x="223" y="574"/>
                    </a:cubicBezTo>
                    <a:cubicBezTo>
                      <a:pt x="206" y="621"/>
                      <a:pt x="201" y="688"/>
                      <a:pt x="201" y="688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0" name="Freeform 204">
                <a:extLst>
                  <a:ext uri="{FF2B5EF4-FFF2-40B4-BE49-F238E27FC236}">
                    <a16:creationId xmlns:a16="http://schemas.microsoft.com/office/drawing/2014/main" id="{49CF657E-1D31-43BE-9C84-0853552D0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675"/>
                <a:ext cx="865" cy="400"/>
              </a:xfrm>
              <a:custGeom>
                <a:avLst/>
                <a:gdLst>
                  <a:gd name="T0" fmla="*/ 3925 w 346"/>
                  <a:gd name="T1" fmla="*/ 568 h 150"/>
                  <a:gd name="T2" fmla="*/ 5125 w 346"/>
                  <a:gd name="T3" fmla="*/ 1515 h 150"/>
                  <a:gd name="T4" fmla="*/ 4863 w 346"/>
                  <a:gd name="T5" fmla="*/ 2163 h 150"/>
                  <a:gd name="T6" fmla="*/ 4208 w 346"/>
                  <a:gd name="T7" fmla="*/ 2411 h 150"/>
                  <a:gd name="T8" fmla="*/ 4188 w 346"/>
                  <a:gd name="T9" fmla="*/ 2411 h 150"/>
                  <a:gd name="T10" fmla="*/ 4188 w 346"/>
                  <a:gd name="T11" fmla="*/ 2411 h 150"/>
                  <a:gd name="T12" fmla="*/ 3738 w 346"/>
                  <a:gd name="T13" fmla="*/ 2845 h 150"/>
                  <a:gd name="T14" fmla="*/ 4208 w 346"/>
                  <a:gd name="T15" fmla="*/ 2504 h 150"/>
                  <a:gd name="T16" fmla="*/ 4908 w 346"/>
                  <a:gd name="T17" fmla="*/ 2240 h 150"/>
                  <a:gd name="T18" fmla="*/ 3938 w 346"/>
                  <a:gd name="T19" fmla="*/ 477 h 150"/>
                  <a:gd name="T20" fmla="*/ 0 w 346"/>
                  <a:gd name="T21" fmla="*/ 2163 h 150"/>
                  <a:gd name="T22" fmla="*/ 63 w 346"/>
                  <a:gd name="T23" fmla="*/ 2219 h 150"/>
                  <a:gd name="T24" fmla="*/ 3925 w 346"/>
                  <a:gd name="T25" fmla="*/ 568 h 1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6" h="150">
                    <a:moveTo>
                      <a:pt x="251" y="30"/>
                    </a:moveTo>
                    <a:cubicBezTo>
                      <a:pt x="312" y="46"/>
                      <a:pt x="325" y="68"/>
                      <a:pt x="328" y="80"/>
                    </a:cubicBezTo>
                    <a:cubicBezTo>
                      <a:pt x="330" y="92"/>
                      <a:pt x="324" y="104"/>
                      <a:pt x="311" y="114"/>
                    </a:cubicBezTo>
                    <a:cubicBezTo>
                      <a:pt x="297" y="123"/>
                      <a:pt x="284" y="127"/>
                      <a:pt x="269" y="127"/>
                    </a:cubicBezTo>
                    <a:cubicBezTo>
                      <a:pt x="268" y="127"/>
                      <a:pt x="268" y="127"/>
                      <a:pt x="268" y="127"/>
                    </a:cubicBezTo>
                    <a:cubicBezTo>
                      <a:pt x="268" y="127"/>
                      <a:pt x="268" y="127"/>
                      <a:pt x="268" y="127"/>
                    </a:cubicBezTo>
                    <a:cubicBezTo>
                      <a:pt x="253" y="129"/>
                      <a:pt x="247" y="138"/>
                      <a:pt x="239" y="150"/>
                    </a:cubicBezTo>
                    <a:cubicBezTo>
                      <a:pt x="246" y="140"/>
                      <a:pt x="255" y="134"/>
                      <a:pt x="269" y="132"/>
                    </a:cubicBezTo>
                    <a:cubicBezTo>
                      <a:pt x="284" y="132"/>
                      <a:pt x="298" y="128"/>
                      <a:pt x="314" y="118"/>
                    </a:cubicBezTo>
                    <a:cubicBezTo>
                      <a:pt x="346" y="94"/>
                      <a:pt x="345" y="50"/>
                      <a:pt x="252" y="25"/>
                    </a:cubicBezTo>
                    <a:cubicBezTo>
                      <a:pt x="158" y="0"/>
                      <a:pt x="33" y="70"/>
                      <a:pt x="0" y="114"/>
                    </a:cubicBezTo>
                    <a:cubicBezTo>
                      <a:pt x="4" y="117"/>
                      <a:pt x="4" y="117"/>
                      <a:pt x="4" y="117"/>
                    </a:cubicBezTo>
                    <a:cubicBezTo>
                      <a:pt x="38" y="72"/>
                      <a:pt x="162" y="6"/>
                      <a:pt x="251" y="30"/>
                    </a:cubicBezTo>
                    <a:close/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1" name="Oval 205">
                <a:extLst>
                  <a:ext uri="{FF2B5EF4-FFF2-40B4-BE49-F238E27FC236}">
                    <a16:creationId xmlns:a16="http://schemas.microsoft.com/office/drawing/2014/main" id="{4DCECB8E-AE1D-4208-B0BF-3866D69C4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0" y="2035"/>
                <a:ext cx="88" cy="58"/>
              </a:xfrm>
              <a:prstGeom prst="ellipse">
                <a:avLst/>
              </a:pr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52" name="Freeform 206">
                <a:extLst>
                  <a:ext uri="{FF2B5EF4-FFF2-40B4-BE49-F238E27FC236}">
                    <a16:creationId xmlns:a16="http://schemas.microsoft.com/office/drawing/2014/main" id="{6709AD97-EE87-46DB-9E4C-005BA924C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035"/>
                <a:ext cx="75" cy="56"/>
              </a:xfrm>
              <a:custGeom>
                <a:avLst/>
                <a:gdLst>
                  <a:gd name="T0" fmla="*/ 408 w 30"/>
                  <a:gd name="T1" fmla="*/ 248 h 21"/>
                  <a:gd name="T2" fmla="*/ 145 w 30"/>
                  <a:gd name="T3" fmla="*/ 35 h 21"/>
                  <a:gd name="T4" fmla="*/ 0 w 30"/>
                  <a:gd name="T5" fmla="*/ 56 h 21"/>
                  <a:gd name="T6" fmla="*/ 208 w 30"/>
                  <a:gd name="T7" fmla="*/ 0 h 21"/>
                  <a:gd name="T8" fmla="*/ 470 w 30"/>
                  <a:gd name="T9" fmla="*/ 205 h 21"/>
                  <a:gd name="T10" fmla="*/ 333 w 30"/>
                  <a:gd name="T11" fmla="*/ 397 h 21"/>
                  <a:gd name="T12" fmla="*/ 408 w 30"/>
                  <a:gd name="T13" fmla="*/ 24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1">
                    <a:moveTo>
                      <a:pt x="26" y="13"/>
                    </a:moveTo>
                    <a:cubicBezTo>
                      <a:pt x="26" y="7"/>
                      <a:pt x="18" y="2"/>
                      <a:pt x="9" y="2"/>
                    </a:cubicBezTo>
                    <a:cubicBezTo>
                      <a:pt x="5" y="2"/>
                      <a:pt x="3" y="2"/>
                      <a:pt x="0" y="3"/>
                    </a:cubicBezTo>
                    <a:cubicBezTo>
                      <a:pt x="3" y="1"/>
                      <a:pt x="8" y="0"/>
                      <a:pt x="13" y="0"/>
                    </a:cubicBezTo>
                    <a:cubicBezTo>
                      <a:pt x="22" y="0"/>
                      <a:pt x="30" y="5"/>
                      <a:pt x="30" y="11"/>
                    </a:cubicBezTo>
                    <a:cubicBezTo>
                      <a:pt x="30" y="15"/>
                      <a:pt x="26" y="19"/>
                      <a:pt x="21" y="21"/>
                    </a:cubicBezTo>
                    <a:cubicBezTo>
                      <a:pt x="24" y="19"/>
                      <a:pt x="26" y="16"/>
                      <a:pt x="2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3" name="Freeform 207">
                <a:extLst>
                  <a:ext uri="{FF2B5EF4-FFF2-40B4-BE49-F238E27FC236}">
                    <a16:creationId xmlns:a16="http://schemas.microsoft.com/office/drawing/2014/main" id="{F1576271-BF8C-41CB-8B44-128CE5967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749"/>
                <a:ext cx="337" cy="275"/>
              </a:xfrm>
              <a:custGeom>
                <a:avLst/>
                <a:gdLst>
                  <a:gd name="T0" fmla="*/ 791 w 135"/>
                  <a:gd name="T1" fmla="*/ 0 h 103"/>
                  <a:gd name="T2" fmla="*/ 2087 w 135"/>
                  <a:gd name="T3" fmla="*/ 1639 h 103"/>
                  <a:gd name="T4" fmla="*/ 1837 w 135"/>
                  <a:gd name="T5" fmla="*/ 1653 h 103"/>
                  <a:gd name="T6" fmla="*/ 0 w 135"/>
                  <a:gd name="T7" fmla="*/ 342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03">
                    <a:moveTo>
                      <a:pt x="51" y="0"/>
                    </a:moveTo>
                    <a:cubicBezTo>
                      <a:pt x="76" y="2"/>
                      <a:pt x="132" y="35"/>
                      <a:pt x="134" y="86"/>
                    </a:cubicBezTo>
                    <a:cubicBezTo>
                      <a:pt x="135" y="102"/>
                      <a:pt x="125" y="103"/>
                      <a:pt x="118" y="87"/>
                    </a:cubicBezTo>
                    <a:cubicBezTo>
                      <a:pt x="103" y="50"/>
                      <a:pt x="62" y="4"/>
                      <a:pt x="0" y="18"/>
                    </a:cubicBezTo>
                  </a:path>
                </a:pathLst>
              </a:custGeom>
              <a:solidFill>
                <a:srgbClr val="FDC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4" name="Freeform 208">
                <a:extLst>
                  <a:ext uri="{FF2B5EF4-FFF2-40B4-BE49-F238E27FC236}">
                    <a16:creationId xmlns:a16="http://schemas.microsoft.com/office/drawing/2014/main" id="{3B0F5009-44BB-4384-8980-675522783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128"/>
                <a:ext cx="117" cy="488"/>
              </a:xfrm>
              <a:custGeom>
                <a:avLst/>
                <a:gdLst>
                  <a:gd name="T0" fmla="*/ 154 w 47"/>
                  <a:gd name="T1" fmla="*/ 2787 h 183"/>
                  <a:gd name="T2" fmla="*/ 217 w 47"/>
                  <a:gd name="T3" fmla="*/ 2616 h 183"/>
                  <a:gd name="T4" fmla="*/ 154 w 47"/>
                  <a:gd name="T5" fmla="*/ 2504 h 183"/>
                  <a:gd name="T6" fmla="*/ 105 w 47"/>
                  <a:gd name="T7" fmla="*/ 2411 h 183"/>
                  <a:gd name="T8" fmla="*/ 92 w 47"/>
                  <a:gd name="T9" fmla="*/ 2296 h 183"/>
                  <a:gd name="T10" fmla="*/ 75 w 47"/>
                  <a:gd name="T11" fmla="*/ 2296 h 183"/>
                  <a:gd name="T12" fmla="*/ 105 w 47"/>
                  <a:gd name="T13" fmla="*/ 2253 h 183"/>
                  <a:gd name="T14" fmla="*/ 154 w 47"/>
                  <a:gd name="T15" fmla="*/ 2197 h 183"/>
                  <a:gd name="T16" fmla="*/ 137 w 47"/>
                  <a:gd name="T17" fmla="*/ 2104 h 183"/>
                  <a:gd name="T18" fmla="*/ 42 w 47"/>
                  <a:gd name="T19" fmla="*/ 1501 h 183"/>
                  <a:gd name="T20" fmla="*/ 124 w 47"/>
                  <a:gd name="T21" fmla="*/ 1080 h 183"/>
                  <a:gd name="T22" fmla="*/ 403 w 47"/>
                  <a:gd name="T23" fmla="*/ 683 h 183"/>
                  <a:gd name="T24" fmla="*/ 321 w 47"/>
                  <a:gd name="T25" fmla="*/ 435 h 183"/>
                  <a:gd name="T26" fmla="*/ 137 w 47"/>
                  <a:gd name="T27" fmla="*/ 477 h 183"/>
                  <a:gd name="T28" fmla="*/ 217 w 47"/>
                  <a:gd name="T29" fmla="*/ 376 h 183"/>
                  <a:gd name="T30" fmla="*/ 371 w 47"/>
                  <a:gd name="T31" fmla="*/ 264 h 183"/>
                  <a:gd name="T32" fmla="*/ 724 w 47"/>
                  <a:gd name="T33" fmla="*/ 115 h 183"/>
                  <a:gd name="T34" fmla="*/ 724 w 47"/>
                  <a:gd name="T35" fmla="*/ 547 h 183"/>
                  <a:gd name="T36" fmla="*/ 446 w 47"/>
                  <a:gd name="T37" fmla="*/ 931 h 183"/>
                  <a:gd name="T38" fmla="*/ 371 w 47"/>
                  <a:gd name="T39" fmla="*/ 1344 h 183"/>
                  <a:gd name="T40" fmla="*/ 446 w 47"/>
                  <a:gd name="T41" fmla="*/ 1971 h 183"/>
                  <a:gd name="T42" fmla="*/ 466 w 47"/>
                  <a:gd name="T43" fmla="*/ 2069 h 183"/>
                  <a:gd name="T44" fmla="*/ 371 w 47"/>
                  <a:gd name="T45" fmla="*/ 2253 h 183"/>
                  <a:gd name="T46" fmla="*/ 403 w 47"/>
                  <a:gd name="T47" fmla="*/ 2389 h 183"/>
                  <a:gd name="T48" fmla="*/ 341 w 47"/>
                  <a:gd name="T49" fmla="*/ 2581 h 183"/>
                  <a:gd name="T50" fmla="*/ 353 w 47"/>
                  <a:gd name="T51" fmla="*/ 2752 h 183"/>
                  <a:gd name="T52" fmla="*/ 309 w 47"/>
                  <a:gd name="T53" fmla="*/ 2824 h 183"/>
                  <a:gd name="T54" fmla="*/ 261 w 47"/>
                  <a:gd name="T55" fmla="*/ 3016 h 183"/>
                  <a:gd name="T56" fmla="*/ 167 w 47"/>
                  <a:gd name="T57" fmla="*/ 3107 h 183"/>
                  <a:gd name="T58" fmla="*/ 75 w 47"/>
                  <a:gd name="T59" fmla="*/ 3336 h 183"/>
                  <a:gd name="T60" fmla="*/ 12 w 47"/>
                  <a:gd name="T61" fmla="*/ 3469 h 183"/>
                  <a:gd name="T62" fmla="*/ 167 w 47"/>
                  <a:gd name="T63" fmla="*/ 2880 h 183"/>
                  <a:gd name="T64" fmla="*/ 154 w 47"/>
                  <a:gd name="T65" fmla="*/ 2787 h 1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183">
                    <a:moveTo>
                      <a:pt x="10" y="147"/>
                    </a:moveTo>
                    <a:cubicBezTo>
                      <a:pt x="11" y="143"/>
                      <a:pt x="15" y="143"/>
                      <a:pt x="14" y="138"/>
                    </a:cubicBezTo>
                    <a:cubicBezTo>
                      <a:pt x="14" y="135"/>
                      <a:pt x="12" y="134"/>
                      <a:pt x="10" y="132"/>
                    </a:cubicBezTo>
                    <a:cubicBezTo>
                      <a:pt x="9" y="130"/>
                      <a:pt x="8" y="130"/>
                      <a:pt x="7" y="127"/>
                    </a:cubicBezTo>
                    <a:cubicBezTo>
                      <a:pt x="7" y="125"/>
                      <a:pt x="7" y="124"/>
                      <a:pt x="6" y="121"/>
                    </a:cubicBezTo>
                    <a:cubicBezTo>
                      <a:pt x="6" y="121"/>
                      <a:pt x="6" y="121"/>
                      <a:pt x="5" y="121"/>
                    </a:cubicBezTo>
                    <a:cubicBezTo>
                      <a:pt x="7" y="119"/>
                      <a:pt x="7" y="119"/>
                      <a:pt x="7" y="119"/>
                    </a:cubicBezTo>
                    <a:cubicBezTo>
                      <a:pt x="8" y="118"/>
                      <a:pt x="9" y="117"/>
                      <a:pt x="10" y="116"/>
                    </a:cubicBezTo>
                    <a:cubicBezTo>
                      <a:pt x="9" y="111"/>
                      <a:pt x="9" y="111"/>
                      <a:pt x="9" y="111"/>
                    </a:cubicBezTo>
                    <a:cubicBezTo>
                      <a:pt x="5" y="100"/>
                      <a:pt x="0" y="87"/>
                      <a:pt x="3" y="79"/>
                    </a:cubicBezTo>
                    <a:cubicBezTo>
                      <a:pt x="6" y="70"/>
                      <a:pt x="6" y="68"/>
                      <a:pt x="8" y="57"/>
                    </a:cubicBezTo>
                    <a:cubicBezTo>
                      <a:pt x="10" y="45"/>
                      <a:pt x="21" y="42"/>
                      <a:pt x="26" y="36"/>
                    </a:cubicBezTo>
                    <a:cubicBezTo>
                      <a:pt x="22" y="32"/>
                      <a:pt x="20" y="28"/>
                      <a:pt x="21" y="23"/>
                    </a:cubicBezTo>
                    <a:cubicBezTo>
                      <a:pt x="17" y="25"/>
                      <a:pt x="13" y="25"/>
                      <a:pt x="9" y="25"/>
                    </a:cubicBezTo>
                    <a:cubicBezTo>
                      <a:pt x="11" y="23"/>
                      <a:pt x="13" y="22"/>
                      <a:pt x="14" y="20"/>
                    </a:cubicBezTo>
                    <a:cubicBezTo>
                      <a:pt x="18" y="19"/>
                      <a:pt x="21" y="18"/>
                      <a:pt x="24" y="14"/>
                    </a:cubicBezTo>
                    <a:cubicBezTo>
                      <a:pt x="30" y="6"/>
                      <a:pt x="41" y="0"/>
                      <a:pt x="47" y="6"/>
                    </a:cubicBezTo>
                    <a:cubicBezTo>
                      <a:pt x="40" y="9"/>
                      <a:pt x="40" y="23"/>
                      <a:pt x="47" y="29"/>
                    </a:cubicBezTo>
                    <a:cubicBezTo>
                      <a:pt x="41" y="34"/>
                      <a:pt x="31" y="37"/>
                      <a:pt x="29" y="49"/>
                    </a:cubicBezTo>
                    <a:cubicBezTo>
                      <a:pt x="26" y="61"/>
                      <a:pt x="27" y="63"/>
                      <a:pt x="24" y="71"/>
                    </a:cubicBezTo>
                    <a:cubicBezTo>
                      <a:pt x="21" y="80"/>
                      <a:pt x="25" y="93"/>
                      <a:pt x="29" y="104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28" y="111"/>
                      <a:pt x="24" y="116"/>
                      <a:pt x="24" y="119"/>
                    </a:cubicBezTo>
                    <a:cubicBezTo>
                      <a:pt x="24" y="122"/>
                      <a:pt x="27" y="123"/>
                      <a:pt x="26" y="126"/>
                    </a:cubicBezTo>
                    <a:cubicBezTo>
                      <a:pt x="26" y="130"/>
                      <a:pt x="22" y="132"/>
                      <a:pt x="22" y="136"/>
                    </a:cubicBezTo>
                    <a:cubicBezTo>
                      <a:pt x="21" y="139"/>
                      <a:pt x="23" y="143"/>
                      <a:pt x="23" y="145"/>
                    </a:cubicBezTo>
                    <a:cubicBezTo>
                      <a:pt x="23" y="147"/>
                      <a:pt x="21" y="147"/>
                      <a:pt x="20" y="149"/>
                    </a:cubicBezTo>
                    <a:cubicBezTo>
                      <a:pt x="17" y="153"/>
                      <a:pt x="18" y="156"/>
                      <a:pt x="17" y="159"/>
                    </a:cubicBezTo>
                    <a:cubicBezTo>
                      <a:pt x="15" y="162"/>
                      <a:pt x="14" y="162"/>
                      <a:pt x="11" y="164"/>
                    </a:cubicBezTo>
                    <a:cubicBezTo>
                      <a:pt x="7" y="168"/>
                      <a:pt x="6" y="171"/>
                      <a:pt x="5" y="176"/>
                    </a:cubicBezTo>
                    <a:cubicBezTo>
                      <a:pt x="5" y="178"/>
                      <a:pt x="4" y="181"/>
                      <a:pt x="1" y="183"/>
                    </a:cubicBezTo>
                    <a:cubicBezTo>
                      <a:pt x="6" y="174"/>
                      <a:pt x="10" y="157"/>
                      <a:pt x="11" y="152"/>
                    </a:cubicBezTo>
                    <a:cubicBezTo>
                      <a:pt x="11" y="150"/>
                      <a:pt x="10" y="148"/>
                      <a:pt x="10" y="147"/>
                    </a:cubicBezTo>
                    <a:close/>
                  </a:path>
                </a:pathLst>
              </a:custGeom>
              <a:solidFill>
                <a:srgbClr val="FEF1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5" name="Freeform 209">
                <a:extLst>
                  <a:ext uri="{FF2B5EF4-FFF2-40B4-BE49-F238E27FC236}">
                    <a16:creationId xmlns:a16="http://schemas.microsoft.com/office/drawing/2014/main" id="{E15E3695-CC63-4DB2-94CC-6CE4C54B6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27"/>
                <a:ext cx="227" cy="1008"/>
              </a:xfrm>
              <a:custGeom>
                <a:avLst/>
                <a:gdLst>
                  <a:gd name="T0" fmla="*/ 42 w 91"/>
                  <a:gd name="T1" fmla="*/ 4587 h 378"/>
                  <a:gd name="T2" fmla="*/ 200 w 91"/>
                  <a:gd name="T3" fmla="*/ 4928 h 378"/>
                  <a:gd name="T4" fmla="*/ 511 w 91"/>
                  <a:gd name="T5" fmla="*/ 5837 h 378"/>
                  <a:gd name="T6" fmla="*/ 728 w 91"/>
                  <a:gd name="T7" fmla="*/ 7168 h 378"/>
                  <a:gd name="T8" fmla="*/ 746 w 91"/>
                  <a:gd name="T9" fmla="*/ 6827 h 378"/>
                  <a:gd name="T10" fmla="*/ 758 w 91"/>
                  <a:gd name="T11" fmla="*/ 6691 h 378"/>
                  <a:gd name="T12" fmla="*/ 466 w 91"/>
                  <a:gd name="T13" fmla="*/ 5155 h 378"/>
                  <a:gd name="T14" fmla="*/ 249 w 91"/>
                  <a:gd name="T15" fmla="*/ 4493 h 378"/>
                  <a:gd name="T16" fmla="*/ 758 w 91"/>
                  <a:gd name="T17" fmla="*/ 3640 h 378"/>
                  <a:gd name="T18" fmla="*/ 1028 w 91"/>
                  <a:gd name="T19" fmla="*/ 2197 h 378"/>
                  <a:gd name="T20" fmla="*/ 1257 w 91"/>
                  <a:gd name="T21" fmla="*/ 1288 h 378"/>
                  <a:gd name="T22" fmla="*/ 1307 w 91"/>
                  <a:gd name="T23" fmla="*/ 648 h 378"/>
                  <a:gd name="T24" fmla="*/ 758 w 91"/>
                  <a:gd name="T25" fmla="*/ 648 h 378"/>
                  <a:gd name="T26" fmla="*/ 499 w 91"/>
                  <a:gd name="T27" fmla="*/ 547 h 378"/>
                  <a:gd name="T28" fmla="*/ 683 w 91"/>
                  <a:gd name="T29" fmla="*/ 171 h 378"/>
                  <a:gd name="T30" fmla="*/ 449 w 91"/>
                  <a:gd name="T31" fmla="*/ 77 h 378"/>
                  <a:gd name="T32" fmla="*/ 374 w 91"/>
                  <a:gd name="T33" fmla="*/ 248 h 378"/>
                  <a:gd name="T34" fmla="*/ 279 w 91"/>
                  <a:gd name="T35" fmla="*/ 568 h 378"/>
                  <a:gd name="T36" fmla="*/ 217 w 91"/>
                  <a:gd name="T37" fmla="*/ 1045 h 378"/>
                  <a:gd name="T38" fmla="*/ 621 w 91"/>
                  <a:gd name="T39" fmla="*/ 989 h 378"/>
                  <a:gd name="T40" fmla="*/ 978 w 91"/>
                  <a:gd name="T41" fmla="*/ 832 h 378"/>
                  <a:gd name="T42" fmla="*/ 978 w 91"/>
                  <a:gd name="T43" fmla="*/ 1272 h 378"/>
                  <a:gd name="T44" fmla="*/ 696 w 91"/>
                  <a:gd name="T45" fmla="*/ 1651 h 378"/>
                  <a:gd name="T46" fmla="*/ 621 w 91"/>
                  <a:gd name="T47" fmla="*/ 2069 h 378"/>
                  <a:gd name="T48" fmla="*/ 696 w 91"/>
                  <a:gd name="T49" fmla="*/ 2696 h 378"/>
                  <a:gd name="T50" fmla="*/ 716 w 91"/>
                  <a:gd name="T51" fmla="*/ 2787 h 378"/>
                  <a:gd name="T52" fmla="*/ 621 w 91"/>
                  <a:gd name="T53" fmla="*/ 2979 h 378"/>
                  <a:gd name="T54" fmla="*/ 654 w 91"/>
                  <a:gd name="T55" fmla="*/ 3107 h 378"/>
                  <a:gd name="T56" fmla="*/ 591 w 91"/>
                  <a:gd name="T57" fmla="*/ 3299 h 378"/>
                  <a:gd name="T58" fmla="*/ 604 w 91"/>
                  <a:gd name="T59" fmla="*/ 3469 h 378"/>
                  <a:gd name="T60" fmla="*/ 561 w 91"/>
                  <a:gd name="T61" fmla="*/ 3549 h 378"/>
                  <a:gd name="T62" fmla="*/ 511 w 91"/>
                  <a:gd name="T63" fmla="*/ 3733 h 378"/>
                  <a:gd name="T64" fmla="*/ 417 w 91"/>
                  <a:gd name="T65" fmla="*/ 3832 h 378"/>
                  <a:gd name="T66" fmla="*/ 324 w 91"/>
                  <a:gd name="T67" fmla="*/ 4061 h 378"/>
                  <a:gd name="T68" fmla="*/ 187 w 91"/>
                  <a:gd name="T69" fmla="*/ 4245 h 378"/>
                  <a:gd name="T70" fmla="*/ 42 w 91"/>
                  <a:gd name="T71" fmla="*/ 4587 h 37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1" h="378">
                    <a:moveTo>
                      <a:pt x="3" y="242"/>
                    </a:moveTo>
                    <a:cubicBezTo>
                      <a:pt x="5" y="249"/>
                      <a:pt x="12" y="257"/>
                      <a:pt x="13" y="260"/>
                    </a:cubicBezTo>
                    <a:cubicBezTo>
                      <a:pt x="21" y="272"/>
                      <a:pt x="28" y="290"/>
                      <a:pt x="33" y="308"/>
                    </a:cubicBezTo>
                    <a:cubicBezTo>
                      <a:pt x="38" y="324"/>
                      <a:pt x="44" y="357"/>
                      <a:pt x="47" y="378"/>
                    </a:cubicBezTo>
                    <a:cubicBezTo>
                      <a:pt x="47" y="370"/>
                      <a:pt x="47" y="364"/>
                      <a:pt x="48" y="360"/>
                    </a:cubicBezTo>
                    <a:cubicBezTo>
                      <a:pt x="48" y="357"/>
                      <a:pt x="49" y="355"/>
                      <a:pt x="49" y="353"/>
                    </a:cubicBezTo>
                    <a:cubicBezTo>
                      <a:pt x="45" y="323"/>
                      <a:pt x="39" y="290"/>
                      <a:pt x="30" y="272"/>
                    </a:cubicBezTo>
                    <a:cubicBezTo>
                      <a:pt x="20" y="250"/>
                      <a:pt x="9" y="240"/>
                      <a:pt x="16" y="237"/>
                    </a:cubicBezTo>
                    <a:cubicBezTo>
                      <a:pt x="24" y="234"/>
                      <a:pt x="40" y="223"/>
                      <a:pt x="49" y="192"/>
                    </a:cubicBezTo>
                    <a:cubicBezTo>
                      <a:pt x="56" y="170"/>
                      <a:pt x="63" y="137"/>
                      <a:pt x="66" y="116"/>
                    </a:cubicBezTo>
                    <a:cubicBezTo>
                      <a:pt x="69" y="94"/>
                      <a:pt x="75" y="85"/>
                      <a:pt x="81" y="68"/>
                    </a:cubicBezTo>
                    <a:cubicBezTo>
                      <a:pt x="86" y="52"/>
                      <a:pt x="91" y="47"/>
                      <a:pt x="84" y="34"/>
                    </a:cubicBezTo>
                    <a:cubicBezTo>
                      <a:pt x="77" y="21"/>
                      <a:pt x="59" y="32"/>
                      <a:pt x="49" y="34"/>
                    </a:cubicBezTo>
                    <a:cubicBezTo>
                      <a:pt x="40" y="35"/>
                      <a:pt x="35" y="28"/>
                      <a:pt x="32" y="29"/>
                    </a:cubicBezTo>
                    <a:cubicBezTo>
                      <a:pt x="40" y="21"/>
                      <a:pt x="46" y="16"/>
                      <a:pt x="44" y="9"/>
                    </a:cubicBezTo>
                    <a:cubicBezTo>
                      <a:pt x="42" y="0"/>
                      <a:pt x="33" y="0"/>
                      <a:pt x="29" y="4"/>
                    </a:cubicBezTo>
                    <a:cubicBezTo>
                      <a:pt x="26" y="6"/>
                      <a:pt x="24" y="9"/>
                      <a:pt x="24" y="13"/>
                    </a:cubicBezTo>
                    <a:cubicBezTo>
                      <a:pt x="23" y="22"/>
                      <a:pt x="26" y="17"/>
                      <a:pt x="18" y="30"/>
                    </a:cubicBezTo>
                    <a:cubicBezTo>
                      <a:pt x="11" y="34"/>
                      <a:pt x="6" y="49"/>
                      <a:pt x="14" y="55"/>
                    </a:cubicBezTo>
                    <a:cubicBezTo>
                      <a:pt x="23" y="60"/>
                      <a:pt x="33" y="60"/>
                      <a:pt x="40" y="52"/>
                    </a:cubicBezTo>
                    <a:cubicBezTo>
                      <a:pt x="46" y="44"/>
                      <a:pt x="57" y="38"/>
                      <a:pt x="63" y="44"/>
                    </a:cubicBezTo>
                    <a:cubicBezTo>
                      <a:pt x="56" y="47"/>
                      <a:pt x="56" y="61"/>
                      <a:pt x="63" y="67"/>
                    </a:cubicBezTo>
                    <a:cubicBezTo>
                      <a:pt x="57" y="72"/>
                      <a:pt x="47" y="75"/>
                      <a:pt x="45" y="87"/>
                    </a:cubicBezTo>
                    <a:cubicBezTo>
                      <a:pt x="42" y="99"/>
                      <a:pt x="43" y="101"/>
                      <a:pt x="40" y="109"/>
                    </a:cubicBezTo>
                    <a:cubicBezTo>
                      <a:pt x="37" y="118"/>
                      <a:pt x="41" y="131"/>
                      <a:pt x="45" y="142"/>
                    </a:cubicBezTo>
                    <a:cubicBezTo>
                      <a:pt x="46" y="147"/>
                      <a:pt x="46" y="147"/>
                      <a:pt x="46" y="147"/>
                    </a:cubicBezTo>
                    <a:cubicBezTo>
                      <a:pt x="44" y="149"/>
                      <a:pt x="40" y="154"/>
                      <a:pt x="40" y="157"/>
                    </a:cubicBezTo>
                    <a:cubicBezTo>
                      <a:pt x="40" y="160"/>
                      <a:pt x="43" y="161"/>
                      <a:pt x="42" y="164"/>
                    </a:cubicBezTo>
                    <a:cubicBezTo>
                      <a:pt x="42" y="168"/>
                      <a:pt x="38" y="170"/>
                      <a:pt x="38" y="174"/>
                    </a:cubicBezTo>
                    <a:cubicBezTo>
                      <a:pt x="37" y="177"/>
                      <a:pt x="39" y="181"/>
                      <a:pt x="39" y="183"/>
                    </a:cubicBezTo>
                    <a:cubicBezTo>
                      <a:pt x="39" y="185"/>
                      <a:pt x="37" y="185"/>
                      <a:pt x="36" y="187"/>
                    </a:cubicBezTo>
                    <a:cubicBezTo>
                      <a:pt x="33" y="191"/>
                      <a:pt x="34" y="194"/>
                      <a:pt x="33" y="197"/>
                    </a:cubicBezTo>
                    <a:cubicBezTo>
                      <a:pt x="31" y="200"/>
                      <a:pt x="30" y="200"/>
                      <a:pt x="27" y="202"/>
                    </a:cubicBezTo>
                    <a:cubicBezTo>
                      <a:pt x="23" y="206"/>
                      <a:pt x="22" y="209"/>
                      <a:pt x="21" y="214"/>
                    </a:cubicBezTo>
                    <a:cubicBezTo>
                      <a:pt x="21" y="218"/>
                      <a:pt x="18" y="221"/>
                      <a:pt x="12" y="224"/>
                    </a:cubicBezTo>
                    <a:cubicBezTo>
                      <a:pt x="2" y="225"/>
                      <a:pt x="0" y="234"/>
                      <a:pt x="3" y="242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6" name="Freeform 210">
                <a:extLst>
                  <a:ext uri="{FF2B5EF4-FFF2-40B4-BE49-F238E27FC236}">
                    <a16:creationId xmlns:a16="http://schemas.microsoft.com/office/drawing/2014/main" id="{7D56831A-4981-4183-86CB-6CBB9EF02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288"/>
                <a:ext cx="755" cy="488"/>
              </a:xfrm>
              <a:custGeom>
                <a:avLst/>
                <a:gdLst>
                  <a:gd name="T0" fmla="*/ 563 w 302"/>
                  <a:gd name="T1" fmla="*/ 2275 h 183"/>
                  <a:gd name="T2" fmla="*/ 33 w 302"/>
                  <a:gd name="T3" fmla="*/ 989 h 183"/>
                  <a:gd name="T4" fmla="*/ 125 w 302"/>
                  <a:gd name="T5" fmla="*/ 397 h 183"/>
                  <a:gd name="T6" fmla="*/ 520 w 302"/>
                  <a:gd name="T7" fmla="*/ 93 h 183"/>
                  <a:gd name="T8" fmla="*/ 1283 w 302"/>
                  <a:gd name="T9" fmla="*/ 456 h 183"/>
                  <a:gd name="T10" fmla="*/ 1500 w 302"/>
                  <a:gd name="T11" fmla="*/ 1045 h 183"/>
                  <a:gd name="T12" fmla="*/ 1458 w 302"/>
                  <a:gd name="T13" fmla="*/ 1344 h 183"/>
                  <a:gd name="T14" fmla="*/ 1488 w 302"/>
                  <a:gd name="T15" fmla="*/ 1784 h 183"/>
                  <a:gd name="T16" fmla="*/ 1895 w 302"/>
                  <a:gd name="T17" fmla="*/ 1763 h 183"/>
                  <a:gd name="T18" fmla="*/ 2063 w 302"/>
                  <a:gd name="T19" fmla="*/ 1400 h 183"/>
                  <a:gd name="T20" fmla="*/ 1845 w 302"/>
                  <a:gd name="T21" fmla="*/ 1216 h 183"/>
                  <a:gd name="T22" fmla="*/ 1738 w 302"/>
                  <a:gd name="T23" fmla="*/ 1101 h 183"/>
                  <a:gd name="T24" fmla="*/ 1613 w 302"/>
                  <a:gd name="T25" fmla="*/ 648 h 183"/>
                  <a:gd name="T26" fmla="*/ 1583 w 302"/>
                  <a:gd name="T27" fmla="*/ 547 h 183"/>
                  <a:gd name="T28" fmla="*/ 1938 w 302"/>
                  <a:gd name="T29" fmla="*/ 853 h 183"/>
                  <a:gd name="T30" fmla="*/ 2113 w 302"/>
                  <a:gd name="T31" fmla="*/ 491 h 183"/>
                  <a:gd name="T32" fmla="*/ 2083 w 302"/>
                  <a:gd name="T33" fmla="*/ 456 h 183"/>
                  <a:gd name="T34" fmla="*/ 3520 w 302"/>
                  <a:gd name="T35" fmla="*/ 797 h 183"/>
                  <a:gd name="T36" fmla="*/ 4720 w 302"/>
                  <a:gd name="T37" fmla="*/ 776 h 183"/>
                  <a:gd name="T38" fmla="*/ 3488 w 302"/>
                  <a:gd name="T39" fmla="*/ 2253 h 183"/>
                  <a:gd name="T40" fmla="*/ 2175 w 302"/>
                  <a:gd name="T41" fmla="*/ 3187 h 183"/>
                  <a:gd name="T42" fmla="*/ 500 w 302"/>
                  <a:gd name="T43" fmla="*/ 2995 h 183"/>
                  <a:gd name="T44" fmla="*/ 563 w 302"/>
                  <a:gd name="T45" fmla="*/ 2275 h 1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02" h="183">
                    <a:moveTo>
                      <a:pt x="36" y="120"/>
                    </a:moveTo>
                    <a:cubicBezTo>
                      <a:pt x="37" y="70"/>
                      <a:pt x="0" y="65"/>
                      <a:pt x="2" y="52"/>
                    </a:cubicBezTo>
                    <a:cubicBezTo>
                      <a:pt x="3" y="40"/>
                      <a:pt x="4" y="28"/>
                      <a:pt x="8" y="21"/>
                    </a:cubicBezTo>
                    <a:cubicBezTo>
                      <a:pt x="14" y="12"/>
                      <a:pt x="15" y="0"/>
                      <a:pt x="33" y="5"/>
                    </a:cubicBezTo>
                    <a:cubicBezTo>
                      <a:pt x="51" y="10"/>
                      <a:pt x="73" y="19"/>
                      <a:pt x="82" y="24"/>
                    </a:cubicBezTo>
                    <a:cubicBezTo>
                      <a:pt x="88" y="28"/>
                      <a:pt x="94" y="45"/>
                      <a:pt x="96" y="55"/>
                    </a:cubicBezTo>
                    <a:cubicBezTo>
                      <a:pt x="97" y="60"/>
                      <a:pt x="94" y="69"/>
                      <a:pt x="93" y="71"/>
                    </a:cubicBezTo>
                    <a:cubicBezTo>
                      <a:pt x="90" y="79"/>
                      <a:pt x="89" y="89"/>
                      <a:pt x="95" y="94"/>
                    </a:cubicBezTo>
                    <a:cubicBezTo>
                      <a:pt x="110" y="105"/>
                      <a:pt x="119" y="96"/>
                      <a:pt x="121" y="93"/>
                    </a:cubicBezTo>
                    <a:cubicBezTo>
                      <a:pt x="125" y="92"/>
                      <a:pt x="136" y="84"/>
                      <a:pt x="132" y="74"/>
                    </a:cubicBezTo>
                    <a:cubicBezTo>
                      <a:pt x="129" y="68"/>
                      <a:pt x="124" y="64"/>
                      <a:pt x="118" y="64"/>
                    </a:cubicBezTo>
                    <a:cubicBezTo>
                      <a:pt x="115" y="63"/>
                      <a:pt x="111" y="62"/>
                      <a:pt x="111" y="58"/>
                    </a:cubicBezTo>
                    <a:cubicBezTo>
                      <a:pt x="109" y="52"/>
                      <a:pt x="106" y="42"/>
                      <a:pt x="103" y="34"/>
                    </a:cubicBezTo>
                    <a:cubicBezTo>
                      <a:pt x="102" y="32"/>
                      <a:pt x="102" y="30"/>
                      <a:pt x="101" y="29"/>
                    </a:cubicBezTo>
                    <a:cubicBezTo>
                      <a:pt x="105" y="35"/>
                      <a:pt x="113" y="44"/>
                      <a:pt x="124" y="45"/>
                    </a:cubicBezTo>
                    <a:cubicBezTo>
                      <a:pt x="137" y="45"/>
                      <a:pt x="141" y="32"/>
                      <a:pt x="135" y="26"/>
                    </a:cubicBezTo>
                    <a:cubicBezTo>
                      <a:pt x="135" y="26"/>
                      <a:pt x="134" y="25"/>
                      <a:pt x="133" y="24"/>
                    </a:cubicBezTo>
                    <a:cubicBezTo>
                      <a:pt x="157" y="37"/>
                      <a:pt x="190" y="42"/>
                      <a:pt x="225" y="42"/>
                    </a:cubicBezTo>
                    <a:cubicBezTo>
                      <a:pt x="249" y="42"/>
                      <a:pt x="276" y="42"/>
                      <a:pt x="302" y="41"/>
                    </a:cubicBezTo>
                    <a:cubicBezTo>
                      <a:pt x="296" y="91"/>
                      <a:pt x="250" y="125"/>
                      <a:pt x="223" y="119"/>
                    </a:cubicBezTo>
                    <a:cubicBezTo>
                      <a:pt x="223" y="136"/>
                      <a:pt x="169" y="173"/>
                      <a:pt x="139" y="168"/>
                    </a:cubicBezTo>
                    <a:cubicBezTo>
                      <a:pt x="137" y="183"/>
                      <a:pt x="61" y="168"/>
                      <a:pt x="32" y="158"/>
                    </a:cubicBezTo>
                    <a:cubicBezTo>
                      <a:pt x="34" y="145"/>
                      <a:pt x="36" y="133"/>
                      <a:pt x="36" y="120"/>
                    </a:cubicBezTo>
                    <a:close/>
                  </a:path>
                </a:pathLst>
              </a:custGeom>
              <a:solidFill>
                <a:srgbClr val="E8E4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7" name="Freeform 211">
                <a:extLst>
                  <a:ext uri="{FF2B5EF4-FFF2-40B4-BE49-F238E27FC236}">
                    <a16:creationId xmlns:a16="http://schemas.microsoft.com/office/drawing/2014/main" id="{07D865AB-A78E-4FF2-A001-4DC3F09DE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288"/>
                <a:ext cx="750" cy="315"/>
              </a:xfrm>
              <a:custGeom>
                <a:avLst/>
                <a:gdLst>
                  <a:gd name="T0" fmla="*/ 4658 w 300"/>
                  <a:gd name="T1" fmla="*/ 798 h 118"/>
                  <a:gd name="T2" fmla="*/ 4175 w 300"/>
                  <a:gd name="T3" fmla="*/ 820 h 118"/>
                  <a:gd name="T4" fmla="*/ 3363 w 300"/>
                  <a:gd name="T5" fmla="*/ 798 h 118"/>
                  <a:gd name="T6" fmla="*/ 2875 w 300"/>
                  <a:gd name="T7" fmla="*/ 742 h 118"/>
                  <a:gd name="T8" fmla="*/ 2613 w 300"/>
                  <a:gd name="T9" fmla="*/ 705 h 118"/>
                  <a:gd name="T10" fmla="*/ 2250 w 300"/>
                  <a:gd name="T11" fmla="*/ 627 h 118"/>
                  <a:gd name="T12" fmla="*/ 2145 w 300"/>
                  <a:gd name="T13" fmla="*/ 571 h 118"/>
                  <a:gd name="T14" fmla="*/ 1938 w 300"/>
                  <a:gd name="T15" fmla="*/ 854 h 118"/>
                  <a:gd name="T16" fmla="*/ 1720 w 300"/>
                  <a:gd name="T17" fmla="*/ 742 h 118"/>
                  <a:gd name="T18" fmla="*/ 1688 w 300"/>
                  <a:gd name="T19" fmla="*/ 763 h 118"/>
                  <a:gd name="T20" fmla="*/ 1658 w 300"/>
                  <a:gd name="T21" fmla="*/ 833 h 118"/>
                  <a:gd name="T22" fmla="*/ 1738 w 300"/>
                  <a:gd name="T23" fmla="*/ 1105 h 118"/>
                  <a:gd name="T24" fmla="*/ 1845 w 300"/>
                  <a:gd name="T25" fmla="*/ 1217 h 118"/>
                  <a:gd name="T26" fmla="*/ 2063 w 300"/>
                  <a:gd name="T27" fmla="*/ 1412 h 118"/>
                  <a:gd name="T28" fmla="*/ 1895 w 300"/>
                  <a:gd name="T29" fmla="*/ 1767 h 118"/>
                  <a:gd name="T30" fmla="*/ 1488 w 300"/>
                  <a:gd name="T31" fmla="*/ 1789 h 118"/>
                  <a:gd name="T32" fmla="*/ 1458 w 300"/>
                  <a:gd name="T33" fmla="*/ 1353 h 118"/>
                  <a:gd name="T34" fmla="*/ 1500 w 300"/>
                  <a:gd name="T35" fmla="*/ 1046 h 118"/>
                  <a:gd name="T36" fmla="*/ 1333 w 300"/>
                  <a:gd name="T37" fmla="*/ 491 h 118"/>
                  <a:gd name="T38" fmla="*/ 1083 w 300"/>
                  <a:gd name="T39" fmla="*/ 491 h 118"/>
                  <a:gd name="T40" fmla="*/ 1033 w 300"/>
                  <a:gd name="T41" fmla="*/ 320 h 118"/>
                  <a:gd name="T42" fmla="*/ 520 w 300"/>
                  <a:gd name="T43" fmla="*/ 93 h 118"/>
                  <a:gd name="T44" fmla="*/ 125 w 300"/>
                  <a:gd name="T45" fmla="*/ 398 h 118"/>
                  <a:gd name="T46" fmla="*/ 33 w 300"/>
                  <a:gd name="T47" fmla="*/ 990 h 118"/>
                  <a:gd name="T48" fmla="*/ 563 w 300"/>
                  <a:gd name="T49" fmla="*/ 2245 h 118"/>
                  <a:gd name="T50" fmla="*/ 425 w 300"/>
                  <a:gd name="T51" fmla="*/ 1297 h 118"/>
                  <a:gd name="T52" fmla="*/ 283 w 300"/>
                  <a:gd name="T53" fmla="*/ 705 h 118"/>
                  <a:gd name="T54" fmla="*/ 708 w 300"/>
                  <a:gd name="T55" fmla="*/ 342 h 118"/>
                  <a:gd name="T56" fmla="*/ 813 w 300"/>
                  <a:gd name="T57" fmla="*/ 534 h 118"/>
                  <a:gd name="T58" fmla="*/ 1063 w 300"/>
                  <a:gd name="T59" fmla="*/ 854 h 118"/>
                  <a:gd name="T60" fmla="*/ 1408 w 300"/>
                  <a:gd name="T61" fmla="*/ 913 h 118"/>
                  <a:gd name="T62" fmla="*/ 1583 w 300"/>
                  <a:gd name="T63" fmla="*/ 2015 h 118"/>
                  <a:gd name="T64" fmla="*/ 2125 w 300"/>
                  <a:gd name="T65" fmla="*/ 1733 h 118"/>
                  <a:gd name="T66" fmla="*/ 2175 w 300"/>
                  <a:gd name="T67" fmla="*/ 1311 h 118"/>
                  <a:gd name="T68" fmla="*/ 2375 w 300"/>
                  <a:gd name="T69" fmla="*/ 1161 h 118"/>
                  <a:gd name="T70" fmla="*/ 3720 w 300"/>
                  <a:gd name="T71" fmla="*/ 1276 h 118"/>
                  <a:gd name="T72" fmla="*/ 4083 w 300"/>
                  <a:gd name="T73" fmla="*/ 1810 h 118"/>
                  <a:gd name="T74" fmla="*/ 3613 w 300"/>
                  <a:gd name="T75" fmla="*/ 2096 h 118"/>
                  <a:gd name="T76" fmla="*/ 4375 w 300"/>
                  <a:gd name="T77" fmla="*/ 1468 h 118"/>
                  <a:gd name="T78" fmla="*/ 4658 w 300"/>
                  <a:gd name="T79" fmla="*/ 798 h 11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00" h="118">
                    <a:moveTo>
                      <a:pt x="298" y="42"/>
                    </a:moveTo>
                    <a:cubicBezTo>
                      <a:pt x="294" y="42"/>
                      <a:pt x="273" y="43"/>
                      <a:pt x="267" y="43"/>
                    </a:cubicBezTo>
                    <a:cubicBezTo>
                      <a:pt x="250" y="43"/>
                      <a:pt x="231" y="44"/>
                      <a:pt x="215" y="42"/>
                    </a:cubicBezTo>
                    <a:cubicBezTo>
                      <a:pt x="205" y="41"/>
                      <a:pt x="194" y="41"/>
                      <a:pt x="184" y="39"/>
                    </a:cubicBezTo>
                    <a:cubicBezTo>
                      <a:pt x="179" y="39"/>
                      <a:pt x="173" y="38"/>
                      <a:pt x="167" y="37"/>
                    </a:cubicBezTo>
                    <a:cubicBezTo>
                      <a:pt x="160" y="35"/>
                      <a:pt x="152" y="35"/>
                      <a:pt x="144" y="33"/>
                    </a:cubicBezTo>
                    <a:cubicBezTo>
                      <a:pt x="142" y="32"/>
                      <a:pt x="140" y="31"/>
                      <a:pt x="137" y="30"/>
                    </a:cubicBezTo>
                    <a:cubicBezTo>
                      <a:pt x="139" y="36"/>
                      <a:pt x="135" y="45"/>
                      <a:pt x="124" y="45"/>
                    </a:cubicBezTo>
                    <a:cubicBezTo>
                      <a:pt x="118" y="44"/>
                      <a:pt x="113" y="42"/>
                      <a:pt x="110" y="39"/>
                    </a:cubicBezTo>
                    <a:cubicBezTo>
                      <a:pt x="109" y="39"/>
                      <a:pt x="109" y="39"/>
                      <a:pt x="108" y="40"/>
                    </a:cubicBezTo>
                    <a:cubicBezTo>
                      <a:pt x="107" y="41"/>
                      <a:pt x="107" y="42"/>
                      <a:pt x="106" y="44"/>
                    </a:cubicBezTo>
                    <a:cubicBezTo>
                      <a:pt x="108" y="49"/>
                      <a:pt x="110" y="55"/>
                      <a:pt x="111" y="58"/>
                    </a:cubicBezTo>
                    <a:cubicBezTo>
                      <a:pt x="111" y="62"/>
                      <a:pt x="115" y="63"/>
                      <a:pt x="118" y="64"/>
                    </a:cubicBezTo>
                    <a:cubicBezTo>
                      <a:pt x="124" y="64"/>
                      <a:pt x="129" y="68"/>
                      <a:pt x="132" y="74"/>
                    </a:cubicBezTo>
                    <a:cubicBezTo>
                      <a:pt x="136" y="84"/>
                      <a:pt x="125" y="92"/>
                      <a:pt x="121" y="93"/>
                    </a:cubicBezTo>
                    <a:cubicBezTo>
                      <a:pt x="119" y="96"/>
                      <a:pt x="110" y="105"/>
                      <a:pt x="95" y="94"/>
                    </a:cubicBezTo>
                    <a:cubicBezTo>
                      <a:pt x="89" y="89"/>
                      <a:pt x="90" y="79"/>
                      <a:pt x="93" y="71"/>
                    </a:cubicBezTo>
                    <a:cubicBezTo>
                      <a:pt x="94" y="69"/>
                      <a:pt x="97" y="60"/>
                      <a:pt x="96" y="55"/>
                    </a:cubicBezTo>
                    <a:cubicBezTo>
                      <a:pt x="94" y="46"/>
                      <a:pt x="90" y="33"/>
                      <a:pt x="85" y="26"/>
                    </a:cubicBezTo>
                    <a:cubicBezTo>
                      <a:pt x="79" y="30"/>
                      <a:pt x="73" y="33"/>
                      <a:pt x="69" y="26"/>
                    </a:cubicBezTo>
                    <a:cubicBezTo>
                      <a:pt x="67" y="23"/>
                      <a:pt x="67" y="20"/>
                      <a:pt x="66" y="17"/>
                    </a:cubicBezTo>
                    <a:cubicBezTo>
                      <a:pt x="56" y="13"/>
                      <a:pt x="43" y="8"/>
                      <a:pt x="33" y="5"/>
                    </a:cubicBezTo>
                    <a:cubicBezTo>
                      <a:pt x="15" y="0"/>
                      <a:pt x="14" y="12"/>
                      <a:pt x="8" y="21"/>
                    </a:cubicBezTo>
                    <a:cubicBezTo>
                      <a:pt x="4" y="28"/>
                      <a:pt x="3" y="40"/>
                      <a:pt x="2" y="52"/>
                    </a:cubicBezTo>
                    <a:cubicBezTo>
                      <a:pt x="0" y="65"/>
                      <a:pt x="35" y="70"/>
                      <a:pt x="36" y="118"/>
                    </a:cubicBezTo>
                    <a:cubicBezTo>
                      <a:pt x="36" y="100"/>
                      <a:pt x="34" y="83"/>
                      <a:pt x="27" y="68"/>
                    </a:cubicBezTo>
                    <a:cubicBezTo>
                      <a:pt x="23" y="58"/>
                      <a:pt x="15" y="48"/>
                      <a:pt x="18" y="37"/>
                    </a:cubicBezTo>
                    <a:cubicBezTo>
                      <a:pt x="21" y="26"/>
                      <a:pt x="33" y="11"/>
                      <a:pt x="45" y="18"/>
                    </a:cubicBezTo>
                    <a:cubicBezTo>
                      <a:pt x="49" y="20"/>
                      <a:pt x="50" y="24"/>
                      <a:pt x="52" y="28"/>
                    </a:cubicBezTo>
                    <a:cubicBezTo>
                      <a:pt x="55" y="35"/>
                      <a:pt x="61" y="43"/>
                      <a:pt x="68" y="45"/>
                    </a:cubicBezTo>
                    <a:cubicBezTo>
                      <a:pt x="77" y="46"/>
                      <a:pt x="89" y="36"/>
                      <a:pt x="90" y="48"/>
                    </a:cubicBezTo>
                    <a:cubicBezTo>
                      <a:pt x="92" y="65"/>
                      <a:pt x="69" y="100"/>
                      <a:pt x="101" y="106"/>
                    </a:cubicBezTo>
                    <a:cubicBezTo>
                      <a:pt x="114" y="109"/>
                      <a:pt x="129" y="103"/>
                      <a:pt x="136" y="91"/>
                    </a:cubicBezTo>
                    <a:cubicBezTo>
                      <a:pt x="140" y="83"/>
                      <a:pt x="141" y="77"/>
                      <a:pt x="139" y="69"/>
                    </a:cubicBezTo>
                    <a:cubicBezTo>
                      <a:pt x="136" y="56"/>
                      <a:pt x="143" y="59"/>
                      <a:pt x="152" y="61"/>
                    </a:cubicBezTo>
                    <a:cubicBezTo>
                      <a:pt x="180" y="67"/>
                      <a:pt x="210" y="67"/>
                      <a:pt x="238" y="67"/>
                    </a:cubicBezTo>
                    <a:cubicBezTo>
                      <a:pt x="268" y="66"/>
                      <a:pt x="276" y="80"/>
                      <a:pt x="261" y="95"/>
                    </a:cubicBezTo>
                    <a:cubicBezTo>
                      <a:pt x="240" y="116"/>
                      <a:pt x="231" y="110"/>
                      <a:pt x="231" y="110"/>
                    </a:cubicBezTo>
                    <a:cubicBezTo>
                      <a:pt x="250" y="117"/>
                      <a:pt x="272" y="91"/>
                      <a:pt x="280" y="77"/>
                    </a:cubicBezTo>
                    <a:cubicBezTo>
                      <a:pt x="286" y="68"/>
                      <a:pt x="300" y="53"/>
                      <a:pt x="298" y="42"/>
                    </a:cubicBezTo>
                    <a:close/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8" name="Freeform 212">
                <a:extLst>
                  <a:ext uri="{FF2B5EF4-FFF2-40B4-BE49-F238E27FC236}">
                    <a16:creationId xmlns:a16="http://schemas.microsoft.com/office/drawing/2014/main" id="{879CF922-37EF-4098-AB74-A8B0E75E9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2371"/>
                <a:ext cx="23" cy="66"/>
              </a:xfrm>
              <a:custGeom>
                <a:avLst/>
                <a:gdLst>
                  <a:gd name="T0" fmla="*/ 0 w 9"/>
                  <a:gd name="T1" fmla="*/ 21 h 25"/>
                  <a:gd name="T2" fmla="*/ 151 w 9"/>
                  <a:gd name="T3" fmla="*/ 459 h 25"/>
                  <a:gd name="T4" fmla="*/ 51 w 9"/>
                  <a:gd name="T5" fmla="*/ 21 h 25"/>
                  <a:gd name="T6" fmla="*/ 0 w 9"/>
                  <a:gd name="T7" fmla="*/ 2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5">
                    <a:moveTo>
                      <a:pt x="0" y="1"/>
                    </a:moveTo>
                    <a:cubicBezTo>
                      <a:pt x="4" y="10"/>
                      <a:pt x="7" y="20"/>
                      <a:pt x="9" y="25"/>
                    </a:cubicBezTo>
                    <a:cubicBezTo>
                      <a:pt x="8" y="18"/>
                      <a:pt x="5" y="9"/>
                      <a:pt x="3" y="1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6E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9" name="Freeform 213">
                <a:extLst>
                  <a:ext uri="{FF2B5EF4-FFF2-40B4-BE49-F238E27FC236}">
                    <a16:creationId xmlns:a16="http://schemas.microsoft.com/office/drawing/2014/main" id="{CC80E448-096C-4AED-A958-CE13BF06B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73"/>
                <a:ext cx="140" cy="195"/>
              </a:xfrm>
              <a:custGeom>
                <a:avLst/>
                <a:gdLst>
                  <a:gd name="T0" fmla="*/ 875 w 56"/>
                  <a:gd name="T1" fmla="*/ 422 h 73"/>
                  <a:gd name="T2" fmla="*/ 645 w 56"/>
                  <a:gd name="T3" fmla="*/ 248 h 73"/>
                  <a:gd name="T4" fmla="*/ 625 w 56"/>
                  <a:gd name="T5" fmla="*/ 248 h 73"/>
                  <a:gd name="T6" fmla="*/ 313 w 56"/>
                  <a:gd name="T7" fmla="*/ 21 h 73"/>
                  <a:gd name="T8" fmla="*/ 300 w 56"/>
                  <a:gd name="T9" fmla="*/ 21 h 73"/>
                  <a:gd name="T10" fmla="*/ 300 w 56"/>
                  <a:gd name="T11" fmla="*/ 35 h 73"/>
                  <a:gd name="T12" fmla="*/ 425 w 56"/>
                  <a:gd name="T13" fmla="*/ 492 h 73"/>
                  <a:gd name="T14" fmla="*/ 533 w 56"/>
                  <a:gd name="T15" fmla="*/ 606 h 73"/>
                  <a:gd name="T16" fmla="*/ 750 w 56"/>
                  <a:gd name="T17" fmla="*/ 799 h 73"/>
                  <a:gd name="T18" fmla="*/ 583 w 56"/>
                  <a:gd name="T19" fmla="*/ 1162 h 73"/>
                  <a:gd name="T20" fmla="*/ 175 w 56"/>
                  <a:gd name="T21" fmla="*/ 1183 h 73"/>
                  <a:gd name="T22" fmla="*/ 145 w 56"/>
                  <a:gd name="T23" fmla="*/ 743 h 73"/>
                  <a:gd name="T24" fmla="*/ 188 w 56"/>
                  <a:gd name="T25" fmla="*/ 435 h 73"/>
                  <a:gd name="T26" fmla="*/ 63 w 56"/>
                  <a:gd name="T27" fmla="*/ 0 h 73"/>
                  <a:gd name="T28" fmla="*/ 20 w 56"/>
                  <a:gd name="T29" fmla="*/ 150 h 73"/>
                  <a:gd name="T30" fmla="*/ 83 w 56"/>
                  <a:gd name="T31" fmla="*/ 684 h 73"/>
                  <a:gd name="T32" fmla="*/ 63 w 56"/>
                  <a:gd name="T33" fmla="*/ 1127 h 73"/>
                  <a:gd name="T34" fmla="*/ 563 w 56"/>
                  <a:gd name="T35" fmla="*/ 1277 h 73"/>
                  <a:gd name="T36" fmla="*/ 833 w 56"/>
                  <a:gd name="T37" fmla="*/ 820 h 73"/>
                  <a:gd name="T38" fmla="*/ 645 w 56"/>
                  <a:gd name="T39" fmla="*/ 492 h 73"/>
                  <a:gd name="T40" fmla="*/ 875 w 56"/>
                  <a:gd name="T41" fmla="*/ 422 h 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6" h="73">
                    <a:moveTo>
                      <a:pt x="56" y="22"/>
                    </a:move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3"/>
                      <a:pt x="40" y="13"/>
                      <a:pt x="40" y="13"/>
                    </a:cubicBezTo>
                    <a:cubicBezTo>
                      <a:pt x="31" y="12"/>
                      <a:pt x="25" y="7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2"/>
                    </a:cubicBezTo>
                    <a:cubicBezTo>
                      <a:pt x="22" y="10"/>
                      <a:pt x="25" y="20"/>
                      <a:pt x="27" y="26"/>
                    </a:cubicBezTo>
                    <a:cubicBezTo>
                      <a:pt x="27" y="30"/>
                      <a:pt x="31" y="31"/>
                      <a:pt x="34" y="32"/>
                    </a:cubicBezTo>
                    <a:cubicBezTo>
                      <a:pt x="40" y="32"/>
                      <a:pt x="45" y="36"/>
                      <a:pt x="48" y="42"/>
                    </a:cubicBezTo>
                    <a:cubicBezTo>
                      <a:pt x="52" y="52"/>
                      <a:pt x="41" y="60"/>
                      <a:pt x="37" y="61"/>
                    </a:cubicBezTo>
                    <a:cubicBezTo>
                      <a:pt x="35" y="64"/>
                      <a:pt x="26" y="73"/>
                      <a:pt x="11" y="62"/>
                    </a:cubicBezTo>
                    <a:cubicBezTo>
                      <a:pt x="5" y="57"/>
                      <a:pt x="6" y="47"/>
                      <a:pt x="9" y="39"/>
                    </a:cubicBezTo>
                    <a:cubicBezTo>
                      <a:pt x="10" y="37"/>
                      <a:pt x="13" y="28"/>
                      <a:pt x="12" y="23"/>
                    </a:cubicBezTo>
                    <a:cubicBezTo>
                      <a:pt x="11" y="17"/>
                      <a:pt x="8" y="7"/>
                      <a:pt x="4" y="0"/>
                    </a:cubicBezTo>
                    <a:cubicBezTo>
                      <a:pt x="0" y="2"/>
                      <a:pt x="0" y="3"/>
                      <a:pt x="1" y="8"/>
                    </a:cubicBezTo>
                    <a:cubicBezTo>
                      <a:pt x="4" y="18"/>
                      <a:pt x="7" y="25"/>
                      <a:pt x="5" y="36"/>
                    </a:cubicBezTo>
                    <a:cubicBezTo>
                      <a:pt x="4" y="43"/>
                      <a:pt x="1" y="51"/>
                      <a:pt x="4" y="59"/>
                    </a:cubicBezTo>
                    <a:cubicBezTo>
                      <a:pt x="8" y="70"/>
                      <a:pt x="27" y="72"/>
                      <a:pt x="36" y="67"/>
                    </a:cubicBezTo>
                    <a:cubicBezTo>
                      <a:pt x="46" y="61"/>
                      <a:pt x="55" y="55"/>
                      <a:pt x="53" y="43"/>
                    </a:cubicBezTo>
                    <a:cubicBezTo>
                      <a:pt x="52" y="35"/>
                      <a:pt x="46" y="32"/>
                      <a:pt x="41" y="26"/>
                    </a:cubicBezTo>
                    <a:cubicBezTo>
                      <a:pt x="35" y="18"/>
                      <a:pt x="50" y="22"/>
                      <a:pt x="56" y="22"/>
                    </a:cubicBezTo>
                    <a:close/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0" name="Freeform 214">
                <a:extLst>
                  <a:ext uri="{FF2B5EF4-FFF2-40B4-BE49-F238E27FC236}">
                    <a16:creationId xmlns:a16="http://schemas.microsoft.com/office/drawing/2014/main" id="{9D6FC59F-446C-4DFA-A2C9-D65A6F3DD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288"/>
                <a:ext cx="238" cy="173"/>
              </a:xfrm>
              <a:custGeom>
                <a:avLst/>
                <a:gdLst>
                  <a:gd name="T0" fmla="*/ 1055 w 95"/>
                  <a:gd name="T1" fmla="*/ 751 h 65"/>
                  <a:gd name="T2" fmla="*/ 1368 w 95"/>
                  <a:gd name="T3" fmla="*/ 737 h 65"/>
                  <a:gd name="T4" fmla="*/ 1493 w 95"/>
                  <a:gd name="T5" fmla="*/ 1147 h 65"/>
                  <a:gd name="T6" fmla="*/ 1493 w 95"/>
                  <a:gd name="T7" fmla="*/ 1035 h 65"/>
                  <a:gd name="T8" fmla="*/ 1275 w 95"/>
                  <a:gd name="T9" fmla="*/ 452 h 65"/>
                  <a:gd name="T10" fmla="*/ 501 w 95"/>
                  <a:gd name="T11" fmla="*/ 93 h 65"/>
                  <a:gd name="T12" fmla="*/ 113 w 95"/>
                  <a:gd name="T13" fmla="*/ 397 h 65"/>
                  <a:gd name="T14" fmla="*/ 20 w 95"/>
                  <a:gd name="T15" fmla="*/ 977 h 65"/>
                  <a:gd name="T16" fmla="*/ 158 w 95"/>
                  <a:gd name="T17" fmla="*/ 1224 h 65"/>
                  <a:gd name="T18" fmla="*/ 145 w 95"/>
                  <a:gd name="T19" fmla="*/ 921 h 65"/>
                  <a:gd name="T20" fmla="*/ 376 w 95"/>
                  <a:gd name="T21" fmla="*/ 226 h 65"/>
                  <a:gd name="T22" fmla="*/ 817 w 95"/>
                  <a:gd name="T23" fmla="*/ 319 h 65"/>
                  <a:gd name="T24" fmla="*/ 1055 w 95"/>
                  <a:gd name="T25" fmla="*/ 751 h 6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5" h="65">
                    <a:moveTo>
                      <a:pt x="67" y="40"/>
                    </a:moveTo>
                    <a:cubicBezTo>
                      <a:pt x="80" y="44"/>
                      <a:pt x="83" y="34"/>
                      <a:pt x="87" y="39"/>
                    </a:cubicBezTo>
                    <a:cubicBezTo>
                      <a:pt x="90" y="44"/>
                      <a:pt x="95" y="49"/>
                      <a:pt x="95" y="61"/>
                    </a:cubicBezTo>
                    <a:cubicBezTo>
                      <a:pt x="95" y="59"/>
                      <a:pt x="95" y="57"/>
                      <a:pt x="95" y="55"/>
                    </a:cubicBezTo>
                    <a:cubicBezTo>
                      <a:pt x="93" y="45"/>
                      <a:pt x="87" y="28"/>
                      <a:pt x="81" y="24"/>
                    </a:cubicBezTo>
                    <a:cubicBezTo>
                      <a:pt x="72" y="19"/>
                      <a:pt x="50" y="10"/>
                      <a:pt x="32" y="5"/>
                    </a:cubicBezTo>
                    <a:cubicBezTo>
                      <a:pt x="14" y="0"/>
                      <a:pt x="13" y="12"/>
                      <a:pt x="7" y="21"/>
                    </a:cubicBezTo>
                    <a:cubicBezTo>
                      <a:pt x="3" y="28"/>
                      <a:pt x="2" y="40"/>
                      <a:pt x="1" y="52"/>
                    </a:cubicBezTo>
                    <a:cubicBezTo>
                      <a:pt x="0" y="57"/>
                      <a:pt x="5" y="60"/>
                      <a:pt x="10" y="65"/>
                    </a:cubicBezTo>
                    <a:cubicBezTo>
                      <a:pt x="9" y="62"/>
                      <a:pt x="8" y="57"/>
                      <a:pt x="9" y="49"/>
                    </a:cubicBezTo>
                    <a:cubicBezTo>
                      <a:pt x="11" y="26"/>
                      <a:pt x="12" y="16"/>
                      <a:pt x="24" y="12"/>
                    </a:cubicBezTo>
                    <a:cubicBezTo>
                      <a:pt x="35" y="8"/>
                      <a:pt x="49" y="16"/>
                      <a:pt x="52" y="17"/>
                    </a:cubicBezTo>
                    <a:cubicBezTo>
                      <a:pt x="53" y="18"/>
                      <a:pt x="51" y="35"/>
                      <a:pt x="67" y="40"/>
                    </a:cubicBezTo>
                    <a:close/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1" name="Freeform 215">
                <a:extLst>
                  <a:ext uri="{FF2B5EF4-FFF2-40B4-BE49-F238E27FC236}">
                    <a16:creationId xmlns:a16="http://schemas.microsoft.com/office/drawing/2014/main" id="{E0226D94-C0C8-4F20-A4E5-EAC4FDD5F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28"/>
                <a:ext cx="82" cy="69"/>
              </a:xfrm>
              <a:custGeom>
                <a:avLst/>
                <a:gdLst>
                  <a:gd name="T0" fmla="*/ 104 w 33"/>
                  <a:gd name="T1" fmla="*/ 0 h 26"/>
                  <a:gd name="T2" fmla="*/ 432 w 33"/>
                  <a:gd name="T3" fmla="*/ 170 h 26"/>
                  <a:gd name="T4" fmla="*/ 507 w 33"/>
                  <a:gd name="T5" fmla="*/ 295 h 26"/>
                  <a:gd name="T6" fmla="*/ 166 w 33"/>
                  <a:gd name="T7" fmla="*/ 353 h 26"/>
                  <a:gd name="T8" fmla="*/ 104 w 3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6">
                    <a:moveTo>
                      <a:pt x="7" y="0"/>
                    </a:moveTo>
                    <a:cubicBezTo>
                      <a:pt x="16" y="3"/>
                      <a:pt x="24" y="6"/>
                      <a:pt x="28" y="9"/>
                    </a:cubicBezTo>
                    <a:cubicBezTo>
                      <a:pt x="30" y="10"/>
                      <a:pt x="32" y="13"/>
                      <a:pt x="33" y="16"/>
                    </a:cubicBezTo>
                    <a:cubicBezTo>
                      <a:pt x="29" y="15"/>
                      <a:pt x="22" y="26"/>
                      <a:pt x="11" y="19"/>
                    </a:cubicBezTo>
                    <a:cubicBezTo>
                      <a:pt x="0" y="10"/>
                      <a:pt x="8" y="3"/>
                      <a:pt x="7" y="0"/>
                    </a:cubicBezTo>
                    <a:close/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2" name="Freeform 216">
                <a:extLst>
                  <a:ext uri="{FF2B5EF4-FFF2-40B4-BE49-F238E27FC236}">
                    <a16:creationId xmlns:a16="http://schemas.microsoft.com/office/drawing/2014/main" id="{D948D22A-F67B-49B8-9B35-F0A19989E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936"/>
                <a:ext cx="185" cy="323"/>
              </a:xfrm>
              <a:custGeom>
                <a:avLst/>
                <a:gdLst>
                  <a:gd name="T0" fmla="*/ 1158 w 74"/>
                  <a:gd name="T1" fmla="*/ 77 h 121"/>
                  <a:gd name="T2" fmla="*/ 533 w 74"/>
                  <a:gd name="T3" fmla="*/ 56 h 121"/>
                  <a:gd name="T4" fmla="*/ 283 w 74"/>
                  <a:gd name="T5" fmla="*/ 513 h 121"/>
                  <a:gd name="T6" fmla="*/ 283 w 74"/>
                  <a:gd name="T7" fmla="*/ 2301 h 121"/>
                  <a:gd name="T8" fmla="*/ 220 w 74"/>
                  <a:gd name="T9" fmla="*/ 1845 h 121"/>
                  <a:gd name="T10" fmla="*/ 313 w 74"/>
                  <a:gd name="T11" fmla="*/ 1447 h 121"/>
                  <a:gd name="T12" fmla="*/ 583 w 74"/>
                  <a:gd name="T13" fmla="*/ 820 h 121"/>
                  <a:gd name="T14" fmla="*/ 425 w 74"/>
                  <a:gd name="T15" fmla="*/ 534 h 121"/>
                  <a:gd name="T16" fmla="*/ 488 w 74"/>
                  <a:gd name="T17" fmla="*/ 248 h 121"/>
                  <a:gd name="T18" fmla="*/ 1000 w 74"/>
                  <a:gd name="T19" fmla="*/ 77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121">
                    <a:moveTo>
                      <a:pt x="74" y="4"/>
                    </a:moveTo>
                    <a:cubicBezTo>
                      <a:pt x="61" y="5"/>
                      <a:pt x="47" y="0"/>
                      <a:pt x="34" y="3"/>
                    </a:cubicBezTo>
                    <a:cubicBezTo>
                      <a:pt x="21" y="6"/>
                      <a:pt x="21" y="17"/>
                      <a:pt x="18" y="27"/>
                    </a:cubicBezTo>
                    <a:cubicBezTo>
                      <a:pt x="12" y="55"/>
                      <a:pt x="0" y="96"/>
                      <a:pt x="18" y="121"/>
                    </a:cubicBezTo>
                    <a:cubicBezTo>
                      <a:pt x="16" y="113"/>
                      <a:pt x="12" y="106"/>
                      <a:pt x="14" y="97"/>
                    </a:cubicBezTo>
                    <a:cubicBezTo>
                      <a:pt x="15" y="90"/>
                      <a:pt x="19" y="83"/>
                      <a:pt x="20" y="76"/>
                    </a:cubicBezTo>
                    <a:cubicBezTo>
                      <a:pt x="22" y="63"/>
                      <a:pt x="15" y="37"/>
                      <a:pt x="37" y="43"/>
                    </a:cubicBezTo>
                    <a:cubicBezTo>
                      <a:pt x="30" y="38"/>
                      <a:pt x="26" y="37"/>
                      <a:pt x="27" y="28"/>
                    </a:cubicBezTo>
                    <a:cubicBezTo>
                      <a:pt x="28" y="25"/>
                      <a:pt x="30" y="15"/>
                      <a:pt x="31" y="13"/>
                    </a:cubicBezTo>
                    <a:cubicBezTo>
                      <a:pt x="37" y="6"/>
                      <a:pt x="56" y="6"/>
                      <a:pt x="64" y="4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3" name="Freeform 217">
                <a:extLst>
                  <a:ext uri="{FF2B5EF4-FFF2-40B4-BE49-F238E27FC236}">
                    <a16:creationId xmlns:a16="http://schemas.microsoft.com/office/drawing/2014/main" id="{5F43C7AC-D905-49EF-AB5F-DB357B750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248"/>
                <a:ext cx="120" cy="208"/>
              </a:xfrm>
              <a:custGeom>
                <a:avLst/>
                <a:gdLst>
                  <a:gd name="T0" fmla="*/ 458 w 48"/>
                  <a:gd name="T1" fmla="*/ 0 h 78"/>
                  <a:gd name="T2" fmla="*/ 63 w 48"/>
                  <a:gd name="T3" fmla="*/ 320 h 78"/>
                  <a:gd name="T4" fmla="*/ 145 w 48"/>
                  <a:gd name="T5" fmla="*/ 661 h 78"/>
                  <a:gd name="T6" fmla="*/ 425 w 48"/>
                  <a:gd name="T7" fmla="*/ 1101 h 78"/>
                  <a:gd name="T8" fmla="*/ 750 w 48"/>
                  <a:gd name="T9" fmla="*/ 1480 h 78"/>
                  <a:gd name="T10" fmla="*/ 533 w 48"/>
                  <a:gd name="T11" fmla="*/ 1080 h 78"/>
                  <a:gd name="T12" fmla="*/ 520 w 48"/>
                  <a:gd name="T13" fmla="*/ 739 h 78"/>
                  <a:gd name="T14" fmla="*/ 208 w 48"/>
                  <a:gd name="T15" fmla="*/ 456 h 78"/>
                  <a:gd name="T16" fmla="*/ 363 w 48"/>
                  <a:gd name="T17" fmla="*/ 93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78">
                    <a:moveTo>
                      <a:pt x="29" y="0"/>
                    </a:moveTo>
                    <a:cubicBezTo>
                      <a:pt x="22" y="3"/>
                      <a:pt x="9" y="10"/>
                      <a:pt x="4" y="17"/>
                    </a:cubicBezTo>
                    <a:cubicBezTo>
                      <a:pt x="0" y="24"/>
                      <a:pt x="5" y="29"/>
                      <a:pt x="9" y="35"/>
                    </a:cubicBezTo>
                    <a:cubicBezTo>
                      <a:pt x="13" y="43"/>
                      <a:pt x="20" y="53"/>
                      <a:pt x="27" y="58"/>
                    </a:cubicBezTo>
                    <a:cubicBezTo>
                      <a:pt x="36" y="65"/>
                      <a:pt x="44" y="66"/>
                      <a:pt x="48" y="78"/>
                    </a:cubicBezTo>
                    <a:cubicBezTo>
                      <a:pt x="46" y="66"/>
                      <a:pt x="42" y="63"/>
                      <a:pt x="34" y="57"/>
                    </a:cubicBezTo>
                    <a:cubicBezTo>
                      <a:pt x="27" y="51"/>
                      <a:pt x="24" y="46"/>
                      <a:pt x="33" y="39"/>
                    </a:cubicBezTo>
                    <a:cubicBezTo>
                      <a:pt x="22" y="39"/>
                      <a:pt x="16" y="34"/>
                      <a:pt x="13" y="24"/>
                    </a:cubicBezTo>
                    <a:cubicBezTo>
                      <a:pt x="9" y="13"/>
                      <a:pt x="16" y="12"/>
                      <a:pt x="2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4" name="Freeform 218">
                <a:extLst>
                  <a:ext uri="{FF2B5EF4-FFF2-40B4-BE49-F238E27FC236}">
                    <a16:creationId xmlns:a16="http://schemas.microsoft.com/office/drawing/2014/main" id="{8D9E5323-1528-432F-AF62-8159F2E45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283"/>
                <a:ext cx="178" cy="29"/>
              </a:xfrm>
              <a:custGeom>
                <a:avLst/>
                <a:gdLst>
                  <a:gd name="T0" fmla="*/ 0 w 71"/>
                  <a:gd name="T1" fmla="*/ 200 h 11"/>
                  <a:gd name="T2" fmla="*/ 1118 w 71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1">
                    <a:moveTo>
                      <a:pt x="0" y="11"/>
                    </a:moveTo>
                    <a:cubicBezTo>
                      <a:pt x="22" y="0"/>
                      <a:pt x="48" y="1"/>
                      <a:pt x="7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5" name="Freeform 219">
                <a:extLst>
                  <a:ext uri="{FF2B5EF4-FFF2-40B4-BE49-F238E27FC236}">
                    <a16:creationId xmlns:a16="http://schemas.microsoft.com/office/drawing/2014/main" id="{702F1B55-5065-4A49-8AE9-34C29A9AE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395"/>
                <a:ext cx="320" cy="138"/>
              </a:xfrm>
              <a:custGeom>
                <a:avLst/>
                <a:gdLst>
                  <a:gd name="T0" fmla="*/ 0 w 128"/>
                  <a:gd name="T1" fmla="*/ 204 h 52"/>
                  <a:gd name="T2" fmla="*/ 720 w 128"/>
                  <a:gd name="T3" fmla="*/ 226 h 52"/>
                  <a:gd name="T4" fmla="*/ 1408 w 128"/>
                  <a:gd name="T5" fmla="*/ 133 h 52"/>
                  <a:gd name="T6" fmla="*/ 1845 w 128"/>
                  <a:gd name="T7" fmla="*/ 133 h 52"/>
                  <a:gd name="T8" fmla="*/ 1833 w 128"/>
                  <a:gd name="T9" fmla="*/ 971 h 52"/>
                  <a:gd name="T10" fmla="*/ 1408 w 128"/>
                  <a:gd name="T11" fmla="*/ 226 h 52"/>
                  <a:gd name="T12" fmla="*/ 625 w 128"/>
                  <a:gd name="T13" fmla="*/ 507 h 52"/>
                  <a:gd name="T14" fmla="*/ 345 w 128"/>
                  <a:gd name="T15" fmla="*/ 295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" h="52">
                    <a:moveTo>
                      <a:pt x="0" y="11"/>
                    </a:moveTo>
                    <a:cubicBezTo>
                      <a:pt x="15" y="15"/>
                      <a:pt x="32" y="12"/>
                      <a:pt x="46" y="12"/>
                    </a:cubicBezTo>
                    <a:cubicBezTo>
                      <a:pt x="59" y="12"/>
                      <a:pt x="77" y="8"/>
                      <a:pt x="90" y="7"/>
                    </a:cubicBezTo>
                    <a:cubicBezTo>
                      <a:pt x="98" y="5"/>
                      <a:pt x="111" y="0"/>
                      <a:pt x="118" y="7"/>
                    </a:cubicBezTo>
                    <a:cubicBezTo>
                      <a:pt x="127" y="15"/>
                      <a:pt x="119" y="42"/>
                      <a:pt x="117" y="52"/>
                    </a:cubicBezTo>
                    <a:cubicBezTo>
                      <a:pt x="128" y="11"/>
                      <a:pt x="115" y="8"/>
                      <a:pt x="90" y="12"/>
                    </a:cubicBezTo>
                    <a:cubicBezTo>
                      <a:pt x="62" y="15"/>
                      <a:pt x="42" y="23"/>
                      <a:pt x="40" y="27"/>
                    </a:cubicBezTo>
                    <a:cubicBezTo>
                      <a:pt x="38" y="18"/>
                      <a:pt x="29" y="18"/>
                      <a:pt x="22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6" name="Freeform 220">
                <a:extLst>
                  <a:ext uri="{FF2B5EF4-FFF2-40B4-BE49-F238E27FC236}">
                    <a16:creationId xmlns:a16="http://schemas.microsoft.com/office/drawing/2014/main" id="{24CA94B3-CC06-495E-93A5-1BE9C8E99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587"/>
                <a:ext cx="255" cy="40"/>
              </a:xfrm>
              <a:custGeom>
                <a:avLst/>
                <a:gdLst>
                  <a:gd name="T0" fmla="*/ 0 w 102"/>
                  <a:gd name="T1" fmla="*/ 264 h 15"/>
                  <a:gd name="T2" fmla="*/ 875 w 102"/>
                  <a:gd name="T3" fmla="*/ 136 h 15"/>
                  <a:gd name="T4" fmla="*/ 1595 w 102"/>
                  <a:gd name="T5" fmla="*/ 21 h 15"/>
                  <a:gd name="T6" fmla="*/ 1250 w 102"/>
                  <a:gd name="T7" fmla="*/ 248 h 15"/>
                  <a:gd name="T8" fmla="*/ 833 w 102"/>
                  <a:gd name="T9" fmla="*/ 248 h 15"/>
                  <a:gd name="T10" fmla="*/ 113 w 102"/>
                  <a:gd name="T11" fmla="*/ 19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15">
                    <a:moveTo>
                      <a:pt x="0" y="14"/>
                    </a:moveTo>
                    <a:cubicBezTo>
                      <a:pt x="15" y="0"/>
                      <a:pt x="37" y="5"/>
                      <a:pt x="56" y="7"/>
                    </a:cubicBezTo>
                    <a:cubicBezTo>
                      <a:pt x="72" y="8"/>
                      <a:pt x="86" y="5"/>
                      <a:pt x="102" y="1"/>
                    </a:cubicBezTo>
                    <a:cubicBezTo>
                      <a:pt x="94" y="4"/>
                      <a:pt x="87" y="11"/>
                      <a:pt x="80" y="13"/>
                    </a:cubicBezTo>
                    <a:cubicBezTo>
                      <a:pt x="73" y="15"/>
                      <a:pt x="61" y="14"/>
                      <a:pt x="53" y="13"/>
                    </a:cubicBezTo>
                    <a:cubicBezTo>
                      <a:pt x="39" y="12"/>
                      <a:pt x="22" y="5"/>
                      <a:pt x="7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7" name="Freeform 221">
                <a:extLst>
                  <a:ext uri="{FF2B5EF4-FFF2-40B4-BE49-F238E27FC236}">
                    <a16:creationId xmlns:a16="http://schemas.microsoft.com/office/drawing/2014/main" id="{254D8232-CAFE-4A57-BEC5-D10B7949E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616"/>
                <a:ext cx="203" cy="203"/>
              </a:xfrm>
              <a:custGeom>
                <a:avLst/>
                <a:gdLst>
                  <a:gd name="T0" fmla="*/ 0 w 81"/>
                  <a:gd name="T1" fmla="*/ 1448 h 76"/>
                  <a:gd name="T2" fmla="*/ 489 w 81"/>
                  <a:gd name="T3" fmla="*/ 534 h 76"/>
                  <a:gd name="T4" fmla="*/ 897 w 81"/>
                  <a:gd name="T5" fmla="*/ 264 h 76"/>
                  <a:gd name="T6" fmla="*/ 1276 w 81"/>
                  <a:gd name="T7" fmla="*/ 0 h 76"/>
                  <a:gd name="T8" fmla="*/ 942 w 81"/>
                  <a:gd name="T9" fmla="*/ 534 h 76"/>
                  <a:gd name="T10" fmla="*/ 617 w 81"/>
                  <a:gd name="T11" fmla="*/ 841 h 76"/>
                  <a:gd name="T12" fmla="*/ 346 w 81"/>
                  <a:gd name="T13" fmla="*/ 1012 h 76"/>
                  <a:gd name="T14" fmla="*/ 83 w 81"/>
                  <a:gd name="T15" fmla="*/ 1183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76">
                    <a:moveTo>
                      <a:pt x="0" y="76"/>
                    </a:moveTo>
                    <a:cubicBezTo>
                      <a:pt x="0" y="61"/>
                      <a:pt x="19" y="37"/>
                      <a:pt x="31" y="28"/>
                    </a:cubicBezTo>
                    <a:cubicBezTo>
                      <a:pt x="39" y="23"/>
                      <a:pt x="49" y="19"/>
                      <a:pt x="57" y="14"/>
                    </a:cubicBezTo>
                    <a:cubicBezTo>
                      <a:pt x="64" y="10"/>
                      <a:pt x="76" y="6"/>
                      <a:pt x="81" y="0"/>
                    </a:cubicBezTo>
                    <a:cubicBezTo>
                      <a:pt x="78" y="10"/>
                      <a:pt x="55" y="16"/>
                      <a:pt x="60" y="28"/>
                    </a:cubicBezTo>
                    <a:cubicBezTo>
                      <a:pt x="45" y="22"/>
                      <a:pt x="44" y="33"/>
                      <a:pt x="39" y="44"/>
                    </a:cubicBezTo>
                    <a:cubicBezTo>
                      <a:pt x="33" y="37"/>
                      <a:pt x="24" y="47"/>
                      <a:pt x="22" y="53"/>
                    </a:cubicBezTo>
                    <a:cubicBezTo>
                      <a:pt x="15" y="51"/>
                      <a:pt x="9" y="56"/>
                      <a:pt x="5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8" name="Freeform 222">
                <a:extLst>
                  <a:ext uri="{FF2B5EF4-FFF2-40B4-BE49-F238E27FC236}">
                    <a16:creationId xmlns:a16="http://schemas.microsoft.com/office/drawing/2014/main" id="{1EB031AA-D23D-413F-BE2C-67FCBE5D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560"/>
                <a:ext cx="98" cy="240"/>
              </a:xfrm>
              <a:custGeom>
                <a:avLst/>
                <a:gdLst>
                  <a:gd name="T0" fmla="*/ 618 w 39"/>
                  <a:gd name="T1" fmla="*/ 0 h 90"/>
                  <a:gd name="T2" fmla="*/ 95 w 39"/>
                  <a:gd name="T3" fmla="*/ 1003 h 90"/>
                  <a:gd name="T4" fmla="*/ 33 w 39"/>
                  <a:gd name="T5" fmla="*/ 1400 h 90"/>
                  <a:gd name="T6" fmla="*/ 442 w 39"/>
                  <a:gd name="T7" fmla="*/ 1707 h 90"/>
                  <a:gd name="T8" fmla="*/ 126 w 39"/>
                  <a:gd name="T9" fmla="*/ 1387 h 90"/>
                  <a:gd name="T10" fmla="*/ 254 w 39"/>
                  <a:gd name="T11" fmla="*/ 1160 h 90"/>
                  <a:gd name="T12" fmla="*/ 221 w 39"/>
                  <a:gd name="T13" fmla="*/ 931 h 90"/>
                  <a:gd name="T14" fmla="*/ 317 w 39"/>
                  <a:gd name="T15" fmla="*/ 853 h 90"/>
                  <a:gd name="T16" fmla="*/ 317 w 39"/>
                  <a:gd name="T17" fmla="*/ 717 h 90"/>
                  <a:gd name="T18" fmla="*/ 588 w 39"/>
                  <a:gd name="T19" fmla="*/ 149 h 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90">
                    <a:moveTo>
                      <a:pt x="39" y="0"/>
                    </a:moveTo>
                    <a:cubicBezTo>
                      <a:pt x="28" y="16"/>
                      <a:pt x="14" y="34"/>
                      <a:pt x="6" y="53"/>
                    </a:cubicBezTo>
                    <a:cubicBezTo>
                      <a:pt x="4" y="58"/>
                      <a:pt x="0" y="69"/>
                      <a:pt x="2" y="74"/>
                    </a:cubicBezTo>
                    <a:cubicBezTo>
                      <a:pt x="5" y="82"/>
                      <a:pt x="20" y="89"/>
                      <a:pt x="28" y="90"/>
                    </a:cubicBezTo>
                    <a:cubicBezTo>
                      <a:pt x="21" y="87"/>
                      <a:pt x="9" y="82"/>
                      <a:pt x="8" y="73"/>
                    </a:cubicBezTo>
                    <a:cubicBezTo>
                      <a:pt x="7" y="68"/>
                      <a:pt x="10" y="61"/>
                      <a:pt x="16" y="61"/>
                    </a:cubicBezTo>
                    <a:cubicBezTo>
                      <a:pt x="14" y="57"/>
                      <a:pt x="11" y="54"/>
                      <a:pt x="14" y="49"/>
                    </a:cubicBezTo>
                    <a:cubicBezTo>
                      <a:pt x="15" y="47"/>
                      <a:pt x="19" y="46"/>
                      <a:pt x="20" y="45"/>
                    </a:cubicBezTo>
                    <a:cubicBezTo>
                      <a:pt x="21" y="42"/>
                      <a:pt x="19" y="40"/>
                      <a:pt x="20" y="38"/>
                    </a:cubicBezTo>
                    <a:cubicBezTo>
                      <a:pt x="22" y="28"/>
                      <a:pt x="31" y="16"/>
                      <a:pt x="37" y="8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9" name="Freeform 223">
                <a:extLst>
                  <a:ext uri="{FF2B5EF4-FFF2-40B4-BE49-F238E27FC236}">
                    <a16:creationId xmlns:a16="http://schemas.microsoft.com/office/drawing/2014/main" id="{ED8D53FF-61BC-4B10-BD8D-639DF5AB7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819"/>
                <a:ext cx="65" cy="365"/>
              </a:xfrm>
              <a:custGeom>
                <a:avLst/>
                <a:gdLst>
                  <a:gd name="T0" fmla="*/ 313 w 26"/>
                  <a:gd name="T1" fmla="*/ 56 h 137"/>
                  <a:gd name="T2" fmla="*/ 188 w 26"/>
                  <a:gd name="T3" fmla="*/ 533 h 137"/>
                  <a:gd name="T4" fmla="*/ 175 w 26"/>
                  <a:gd name="T5" fmla="*/ 1135 h 137"/>
                  <a:gd name="T6" fmla="*/ 50 w 26"/>
                  <a:gd name="T7" fmla="*/ 1646 h 137"/>
                  <a:gd name="T8" fmla="*/ 145 w 26"/>
                  <a:gd name="T9" fmla="*/ 2590 h 137"/>
                  <a:gd name="T10" fmla="*/ 395 w 26"/>
                  <a:gd name="T11" fmla="*/ 1364 h 137"/>
                  <a:gd name="T12" fmla="*/ 283 w 26"/>
                  <a:gd name="T13" fmla="*/ 1044 h 137"/>
                  <a:gd name="T14" fmla="*/ 375 w 26"/>
                  <a:gd name="T15" fmla="*/ 874 h 137"/>
                  <a:gd name="T16" fmla="*/ 333 w 26"/>
                  <a:gd name="T17" fmla="*/ 602 h 137"/>
                  <a:gd name="T18" fmla="*/ 375 w 26"/>
                  <a:gd name="T19" fmla="*/ 56 h 137"/>
                  <a:gd name="T20" fmla="*/ 333 w 26"/>
                  <a:gd name="T21" fmla="*/ 21 h 1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37">
                    <a:moveTo>
                      <a:pt x="20" y="3"/>
                    </a:moveTo>
                    <a:cubicBezTo>
                      <a:pt x="14" y="13"/>
                      <a:pt x="10" y="16"/>
                      <a:pt x="12" y="28"/>
                    </a:cubicBezTo>
                    <a:cubicBezTo>
                      <a:pt x="13" y="39"/>
                      <a:pt x="13" y="49"/>
                      <a:pt x="11" y="60"/>
                    </a:cubicBezTo>
                    <a:cubicBezTo>
                      <a:pt x="9" y="70"/>
                      <a:pt x="4" y="78"/>
                      <a:pt x="3" y="87"/>
                    </a:cubicBezTo>
                    <a:cubicBezTo>
                      <a:pt x="0" y="102"/>
                      <a:pt x="4" y="124"/>
                      <a:pt x="9" y="137"/>
                    </a:cubicBezTo>
                    <a:cubicBezTo>
                      <a:pt x="8" y="128"/>
                      <a:pt x="1" y="58"/>
                      <a:pt x="25" y="72"/>
                    </a:cubicBezTo>
                    <a:cubicBezTo>
                      <a:pt x="19" y="70"/>
                      <a:pt x="17" y="60"/>
                      <a:pt x="18" y="55"/>
                    </a:cubicBezTo>
                    <a:cubicBezTo>
                      <a:pt x="19" y="52"/>
                      <a:pt x="23" y="49"/>
                      <a:pt x="24" y="46"/>
                    </a:cubicBezTo>
                    <a:cubicBezTo>
                      <a:pt x="25" y="42"/>
                      <a:pt x="21" y="36"/>
                      <a:pt x="21" y="32"/>
                    </a:cubicBezTo>
                    <a:cubicBezTo>
                      <a:pt x="20" y="20"/>
                      <a:pt x="10" y="2"/>
                      <a:pt x="24" y="3"/>
                    </a:cubicBezTo>
                    <a:cubicBezTo>
                      <a:pt x="21" y="1"/>
                      <a:pt x="26" y="0"/>
                      <a:pt x="21" y="1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0" name="Freeform 224">
                <a:extLst>
                  <a:ext uri="{FF2B5EF4-FFF2-40B4-BE49-F238E27FC236}">
                    <a16:creationId xmlns:a16="http://schemas.microsoft.com/office/drawing/2014/main" id="{691DAC2F-12C3-4CAB-BAE5-59E7298DF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829"/>
                <a:ext cx="190" cy="163"/>
              </a:xfrm>
              <a:custGeom>
                <a:avLst/>
                <a:gdLst>
                  <a:gd name="T0" fmla="*/ 0 w 76"/>
                  <a:gd name="T1" fmla="*/ 21 h 61"/>
                  <a:gd name="T2" fmla="*/ 720 w 76"/>
                  <a:gd name="T3" fmla="*/ 342 h 61"/>
                  <a:gd name="T4" fmla="*/ 1050 w 76"/>
                  <a:gd name="T5" fmla="*/ 764 h 61"/>
                  <a:gd name="T6" fmla="*/ 1033 w 76"/>
                  <a:gd name="T7" fmla="*/ 1165 h 61"/>
                  <a:gd name="T8" fmla="*/ 770 w 76"/>
                  <a:gd name="T9" fmla="*/ 764 h 61"/>
                  <a:gd name="T10" fmla="*/ 438 w 76"/>
                  <a:gd name="T11" fmla="*/ 342 h 61"/>
                  <a:gd name="T12" fmla="*/ 175 w 76"/>
                  <a:gd name="T13" fmla="*/ 136 h 61"/>
                  <a:gd name="T14" fmla="*/ 158 w 76"/>
                  <a:gd name="T15" fmla="*/ 94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61">
                    <a:moveTo>
                      <a:pt x="0" y="1"/>
                    </a:moveTo>
                    <a:cubicBezTo>
                      <a:pt x="15" y="0"/>
                      <a:pt x="33" y="10"/>
                      <a:pt x="46" y="18"/>
                    </a:cubicBezTo>
                    <a:cubicBezTo>
                      <a:pt x="54" y="24"/>
                      <a:pt x="61" y="32"/>
                      <a:pt x="67" y="40"/>
                    </a:cubicBezTo>
                    <a:cubicBezTo>
                      <a:pt x="76" y="52"/>
                      <a:pt x="69" y="49"/>
                      <a:pt x="66" y="61"/>
                    </a:cubicBezTo>
                    <a:cubicBezTo>
                      <a:pt x="67" y="49"/>
                      <a:pt x="63" y="34"/>
                      <a:pt x="49" y="40"/>
                    </a:cubicBezTo>
                    <a:cubicBezTo>
                      <a:pt x="46" y="25"/>
                      <a:pt x="37" y="26"/>
                      <a:pt x="28" y="18"/>
                    </a:cubicBezTo>
                    <a:cubicBezTo>
                      <a:pt x="22" y="14"/>
                      <a:pt x="19" y="7"/>
                      <a:pt x="11" y="7"/>
                    </a:cubicBezTo>
                    <a:cubicBezTo>
                      <a:pt x="11" y="6"/>
                      <a:pt x="11" y="6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1" name="Freeform 225">
                <a:extLst>
                  <a:ext uri="{FF2B5EF4-FFF2-40B4-BE49-F238E27FC236}">
                    <a16:creationId xmlns:a16="http://schemas.microsoft.com/office/drawing/2014/main" id="{C9417B33-CBE3-456A-B62E-95E87DA0C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381"/>
                <a:ext cx="88" cy="136"/>
              </a:xfrm>
              <a:custGeom>
                <a:avLst/>
                <a:gdLst>
                  <a:gd name="T0" fmla="*/ 20 w 35"/>
                  <a:gd name="T1" fmla="*/ 968 h 51"/>
                  <a:gd name="T2" fmla="*/ 146 w 35"/>
                  <a:gd name="T3" fmla="*/ 341 h 51"/>
                  <a:gd name="T4" fmla="*/ 556 w 35"/>
                  <a:gd name="T5" fmla="*/ 0 h 51"/>
                  <a:gd name="T6" fmla="*/ 347 w 35"/>
                  <a:gd name="T7" fmla="*/ 227 h 51"/>
                  <a:gd name="T8" fmla="*/ 304 w 35"/>
                  <a:gd name="T9" fmla="*/ 547 h 51"/>
                  <a:gd name="T10" fmla="*/ 113 w 35"/>
                  <a:gd name="T11" fmla="*/ 717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1">
                    <a:moveTo>
                      <a:pt x="1" y="51"/>
                    </a:moveTo>
                    <a:cubicBezTo>
                      <a:pt x="0" y="43"/>
                      <a:pt x="5" y="25"/>
                      <a:pt x="9" y="18"/>
                    </a:cubicBezTo>
                    <a:cubicBezTo>
                      <a:pt x="13" y="11"/>
                      <a:pt x="27" y="3"/>
                      <a:pt x="35" y="0"/>
                    </a:cubicBezTo>
                    <a:cubicBezTo>
                      <a:pt x="31" y="4"/>
                      <a:pt x="26" y="8"/>
                      <a:pt x="22" y="12"/>
                    </a:cubicBezTo>
                    <a:cubicBezTo>
                      <a:pt x="16" y="19"/>
                      <a:pt x="16" y="20"/>
                      <a:pt x="19" y="29"/>
                    </a:cubicBezTo>
                    <a:cubicBezTo>
                      <a:pt x="12" y="23"/>
                      <a:pt x="9" y="34"/>
                      <a:pt x="7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2" name="Freeform 226">
                <a:extLst>
                  <a:ext uri="{FF2B5EF4-FFF2-40B4-BE49-F238E27FC236}">
                    <a16:creationId xmlns:a16="http://schemas.microsoft.com/office/drawing/2014/main" id="{DB7F25A8-B6AC-4B53-89E3-FBF11EA04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424"/>
                <a:ext cx="810" cy="109"/>
              </a:xfrm>
              <a:custGeom>
                <a:avLst/>
                <a:gdLst>
                  <a:gd name="T0" fmla="*/ 0 w 324"/>
                  <a:gd name="T1" fmla="*/ 282 h 41"/>
                  <a:gd name="T2" fmla="*/ 613 w 324"/>
                  <a:gd name="T3" fmla="*/ 282 h 41"/>
                  <a:gd name="T4" fmla="*/ 1145 w 324"/>
                  <a:gd name="T5" fmla="*/ 247 h 41"/>
                  <a:gd name="T6" fmla="*/ 2470 w 324"/>
                  <a:gd name="T7" fmla="*/ 77 h 41"/>
                  <a:gd name="T8" fmla="*/ 3145 w 324"/>
                  <a:gd name="T9" fmla="*/ 114 h 41"/>
                  <a:gd name="T10" fmla="*/ 3645 w 324"/>
                  <a:gd name="T11" fmla="*/ 303 h 41"/>
                  <a:gd name="T12" fmla="*/ 4520 w 324"/>
                  <a:gd name="T13" fmla="*/ 303 h 41"/>
                  <a:gd name="T14" fmla="*/ 5063 w 324"/>
                  <a:gd name="T15" fmla="*/ 771 h 41"/>
                  <a:gd name="T16" fmla="*/ 4470 w 324"/>
                  <a:gd name="T17" fmla="*/ 431 h 41"/>
                  <a:gd name="T18" fmla="*/ 4208 w 324"/>
                  <a:gd name="T19" fmla="*/ 566 h 41"/>
                  <a:gd name="T20" fmla="*/ 4033 w 324"/>
                  <a:gd name="T21" fmla="*/ 580 h 41"/>
                  <a:gd name="T22" fmla="*/ 3625 w 324"/>
                  <a:gd name="T23" fmla="*/ 465 h 41"/>
                  <a:gd name="T24" fmla="*/ 3395 w 324"/>
                  <a:gd name="T25" fmla="*/ 431 h 41"/>
                  <a:gd name="T26" fmla="*/ 3238 w 324"/>
                  <a:gd name="T27" fmla="*/ 319 h 41"/>
                  <a:gd name="T28" fmla="*/ 2425 w 324"/>
                  <a:gd name="T29" fmla="*/ 282 h 41"/>
                  <a:gd name="T30" fmla="*/ 1625 w 324"/>
                  <a:gd name="T31" fmla="*/ 362 h 41"/>
                  <a:gd name="T32" fmla="*/ 1220 w 324"/>
                  <a:gd name="T33" fmla="*/ 375 h 41"/>
                  <a:gd name="T34" fmla="*/ 783 w 324"/>
                  <a:gd name="T35" fmla="*/ 396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4" h="41">
                    <a:moveTo>
                      <a:pt x="0" y="15"/>
                    </a:moveTo>
                    <a:cubicBezTo>
                      <a:pt x="12" y="19"/>
                      <a:pt x="26" y="12"/>
                      <a:pt x="39" y="15"/>
                    </a:cubicBezTo>
                    <a:cubicBezTo>
                      <a:pt x="53" y="18"/>
                      <a:pt x="61" y="18"/>
                      <a:pt x="73" y="13"/>
                    </a:cubicBezTo>
                    <a:cubicBezTo>
                      <a:pt x="103" y="1"/>
                      <a:pt x="127" y="3"/>
                      <a:pt x="158" y="4"/>
                    </a:cubicBezTo>
                    <a:cubicBezTo>
                      <a:pt x="172" y="5"/>
                      <a:pt x="187" y="5"/>
                      <a:pt x="201" y="6"/>
                    </a:cubicBezTo>
                    <a:cubicBezTo>
                      <a:pt x="213" y="6"/>
                      <a:pt x="221" y="12"/>
                      <a:pt x="233" y="16"/>
                    </a:cubicBezTo>
                    <a:cubicBezTo>
                      <a:pt x="252" y="23"/>
                      <a:pt x="270" y="15"/>
                      <a:pt x="289" y="16"/>
                    </a:cubicBezTo>
                    <a:cubicBezTo>
                      <a:pt x="309" y="17"/>
                      <a:pt x="310" y="30"/>
                      <a:pt x="324" y="41"/>
                    </a:cubicBezTo>
                    <a:cubicBezTo>
                      <a:pt x="318" y="33"/>
                      <a:pt x="295" y="23"/>
                      <a:pt x="286" y="23"/>
                    </a:cubicBezTo>
                    <a:cubicBezTo>
                      <a:pt x="278" y="22"/>
                      <a:pt x="275" y="26"/>
                      <a:pt x="269" y="30"/>
                    </a:cubicBezTo>
                    <a:cubicBezTo>
                      <a:pt x="259" y="36"/>
                      <a:pt x="266" y="33"/>
                      <a:pt x="258" y="31"/>
                    </a:cubicBezTo>
                    <a:cubicBezTo>
                      <a:pt x="249" y="29"/>
                      <a:pt x="240" y="27"/>
                      <a:pt x="232" y="25"/>
                    </a:cubicBezTo>
                    <a:cubicBezTo>
                      <a:pt x="227" y="24"/>
                      <a:pt x="221" y="24"/>
                      <a:pt x="217" y="23"/>
                    </a:cubicBezTo>
                    <a:cubicBezTo>
                      <a:pt x="213" y="22"/>
                      <a:pt x="212" y="19"/>
                      <a:pt x="207" y="17"/>
                    </a:cubicBezTo>
                    <a:cubicBezTo>
                      <a:pt x="192" y="9"/>
                      <a:pt x="172" y="18"/>
                      <a:pt x="155" y="15"/>
                    </a:cubicBezTo>
                    <a:cubicBezTo>
                      <a:pt x="133" y="10"/>
                      <a:pt x="124" y="8"/>
                      <a:pt x="104" y="19"/>
                    </a:cubicBezTo>
                    <a:cubicBezTo>
                      <a:pt x="103" y="0"/>
                      <a:pt x="84" y="17"/>
                      <a:pt x="78" y="20"/>
                    </a:cubicBezTo>
                    <a:cubicBezTo>
                      <a:pt x="69" y="25"/>
                      <a:pt x="59" y="24"/>
                      <a:pt x="5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3" name="Freeform 227">
                <a:extLst>
                  <a:ext uri="{FF2B5EF4-FFF2-40B4-BE49-F238E27FC236}">
                    <a16:creationId xmlns:a16="http://schemas.microsoft.com/office/drawing/2014/main" id="{28AC8818-15E2-4B97-AF6D-33BFF1177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3" y="1627"/>
                <a:ext cx="175" cy="104"/>
              </a:xfrm>
              <a:custGeom>
                <a:avLst/>
                <a:gdLst>
                  <a:gd name="T0" fmla="*/ 0 w 70"/>
                  <a:gd name="T1" fmla="*/ 533 h 39"/>
                  <a:gd name="T2" fmla="*/ 720 w 70"/>
                  <a:gd name="T3" fmla="*/ 171 h 39"/>
                  <a:gd name="T4" fmla="*/ 988 w 70"/>
                  <a:gd name="T5" fmla="*/ 149 h 39"/>
                  <a:gd name="T6" fmla="*/ 1095 w 70"/>
                  <a:gd name="T7" fmla="*/ 739 h 39"/>
                  <a:gd name="T8" fmla="*/ 783 w 70"/>
                  <a:gd name="T9" fmla="*/ 264 h 39"/>
                  <a:gd name="T10" fmla="*/ 438 w 70"/>
                  <a:gd name="T11" fmla="*/ 376 h 39"/>
                  <a:gd name="T12" fmla="*/ 145 w 70"/>
                  <a:gd name="T13" fmla="*/ 47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9">
                    <a:moveTo>
                      <a:pt x="0" y="28"/>
                    </a:moveTo>
                    <a:cubicBezTo>
                      <a:pt x="5" y="11"/>
                      <a:pt x="32" y="17"/>
                      <a:pt x="46" y="9"/>
                    </a:cubicBezTo>
                    <a:cubicBezTo>
                      <a:pt x="55" y="5"/>
                      <a:pt x="57" y="0"/>
                      <a:pt x="63" y="8"/>
                    </a:cubicBezTo>
                    <a:cubicBezTo>
                      <a:pt x="70" y="17"/>
                      <a:pt x="66" y="30"/>
                      <a:pt x="70" y="39"/>
                    </a:cubicBezTo>
                    <a:cubicBezTo>
                      <a:pt x="70" y="26"/>
                      <a:pt x="66" y="8"/>
                      <a:pt x="50" y="14"/>
                    </a:cubicBezTo>
                    <a:cubicBezTo>
                      <a:pt x="42" y="16"/>
                      <a:pt x="38" y="23"/>
                      <a:pt x="28" y="20"/>
                    </a:cubicBezTo>
                    <a:cubicBezTo>
                      <a:pt x="25" y="29"/>
                      <a:pt x="16" y="23"/>
                      <a:pt x="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4" name="Freeform 228">
                <a:extLst>
                  <a:ext uri="{FF2B5EF4-FFF2-40B4-BE49-F238E27FC236}">
                    <a16:creationId xmlns:a16="http://schemas.microsoft.com/office/drawing/2014/main" id="{48C51AB4-DF7B-4B9B-B454-B616D709C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1360"/>
                <a:ext cx="227" cy="168"/>
              </a:xfrm>
              <a:custGeom>
                <a:avLst/>
                <a:gdLst>
                  <a:gd name="T0" fmla="*/ 0 w 91"/>
                  <a:gd name="T1" fmla="*/ 1195 h 63"/>
                  <a:gd name="T2" fmla="*/ 262 w 91"/>
                  <a:gd name="T3" fmla="*/ 776 h 63"/>
                  <a:gd name="T4" fmla="*/ 728 w 91"/>
                  <a:gd name="T5" fmla="*/ 376 h 63"/>
                  <a:gd name="T6" fmla="*/ 1008 w 91"/>
                  <a:gd name="T7" fmla="*/ 21 h 63"/>
                  <a:gd name="T8" fmla="*/ 1412 w 91"/>
                  <a:gd name="T9" fmla="*/ 456 h 63"/>
                  <a:gd name="T10" fmla="*/ 978 w 91"/>
                  <a:gd name="T11" fmla="*/ 589 h 63"/>
                  <a:gd name="T12" fmla="*/ 746 w 91"/>
                  <a:gd name="T13" fmla="*/ 661 h 63"/>
                  <a:gd name="T14" fmla="*/ 511 w 91"/>
                  <a:gd name="T15" fmla="*/ 760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63">
                    <a:moveTo>
                      <a:pt x="0" y="63"/>
                    </a:moveTo>
                    <a:cubicBezTo>
                      <a:pt x="9" y="57"/>
                      <a:pt x="10" y="47"/>
                      <a:pt x="17" y="41"/>
                    </a:cubicBezTo>
                    <a:cubicBezTo>
                      <a:pt x="26" y="33"/>
                      <a:pt x="38" y="30"/>
                      <a:pt x="47" y="20"/>
                    </a:cubicBezTo>
                    <a:cubicBezTo>
                      <a:pt x="51" y="13"/>
                      <a:pt x="56" y="1"/>
                      <a:pt x="65" y="1"/>
                    </a:cubicBezTo>
                    <a:cubicBezTo>
                      <a:pt x="74" y="0"/>
                      <a:pt x="86" y="17"/>
                      <a:pt x="91" y="24"/>
                    </a:cubicBezTo>
                    <a:cubicBezTo>
                      <a:pt x="81" y="8"/>
                      <a:pt x="48" y="8"/>
                      <a:pt x="63" y="31"/>
                    </a:cubicBezTo>
                    <a:cubicBezTo>
                      <a:pt x="57" y="22"/>
                      <a:pt x="48" y="26"/>
                      <a:pt x="48" y="35"/>
                    </a:cubicBezTo>
                    <a:cubicBezTo>
                      <a:pt x="42" y="31"/>
                      <a:pt x="36" y="35"/>
                      <a:pt x="33" y="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5" name="Freeform 229">
                <a:extLst>
                  <a:ext uri="{FF2B5EF4-FFF2-40B4-BE49-F238E27FC236}">
                    <a16:creationId xmlns:a16="http://schemas.microsoft.com/office/drawing/2014/main" id="{B2ED5B5F-4AC5-4625-9DE5-DDF23F3ED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1139"/>
                <a:ext cx="148" cy="189"/>
              </a:xfrm>
              <a:custGeom>
                <a:avLst/>
                <a:gdLst>
                  <a:gd name="T0" fmla="*/ 931 w 59"/>
                  <a:gd name="T1" fmla="*/ 261 h 71"/>
                  <a:gd name="T2" fmla="*/ 208 w 59"/>
                  <a:gd name="T3" fmla="*/ 341 h 71"/>
                  <a:gd name="T4" fmla="*/ 188 w 59"/>
                  <a:gd name="T5" fmla="*/ 751 h 71"/>
                  <a:gd name="T6" fmla="*/ 0 w 59"/>
                  <a:gd name="T7" fmla="*/ 1339 h 71"/>
                  <a:gd name="T8" fmla="*/ 346 w 59"/>
                  <a:gd name="T9" fmla="*/ 998 h 71"/>
                  <a:gd name="T10" fmla="*/ 379 w 59"/>
                  <a:gd name="T11" fmla="*/ 602 h 71"/>
                  <a:gd name="T12" fmla="*/ 597 w 59"/>
                  <a:gd name="T13" fmla="*/ 319 h 71"/>
                  <a:gd name="T14" fmla="*/ 710 w 59"/>
                  <a:gd name="T15" fmla="*/ 192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71">
                    <a:moveTo>
                      <a:pt x="59" y="14"/>
                    </a:moveTo>
                    <a:cubicBezTo>
                      <a:pt x="47" y="4"/>
                      <a:pt x="20" y="0"/>
                      <a:pt x="13" y="18"/>
                    </a:cubicBezTo>
                    <a:cubicBezTo>
                      <a:pt x="11" y="25"/>
                      <a:pt x="13" y="33"/>
                      <a:pt x="12" y="40"/>
                    </a:cubicBezTo>
                    <a:cubicBezTo>
                      <a:pt x="10" y="53"/>
                      <a:pt x="6" y="60"/>
                      <a:pt x="0" y="71"/>
                    </a:cubicBezTo>
                    <a:cubicBezTo>
                      <a:pt x="5" y="65"/>
                      <a:pt x="13" y="48"/>
                      <a:pt x="22" y="53"/>
                    </a:cubicBezTo>
                    <a:cubicBezTo>
                      <a:pt x="17" y="48"/>
                      <a:pt x="14" y="33"/>
                      <a:pt x="24" y="32"/>
                    </a:cubicBezTo>
                    <a:cubicBezTo>
                      <a:pt x="10" y="21"/>
                      <a:pt x="28" y="8"/>
                      <a:pt x="38" y="17"/>
                    </a:cubicBezTo>
                    <a:cubicBezTo>
                      <a:pt x="36" y="11"/>
                      <a:pt x="42" y="9"/>
                      <a:pt x="4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6" name="Freeform 230">
                <a:extLst>
                  <a:ext uri="{FF2B5EF4-FFF2-40B4-BE49-F238E27FC236}">
                    <a16:creationId xmlns:a16="http://schemas.microsoft.com/office/drawing/2014/main" id="{DCE84196-5431-4F76-A243-184B078E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1861"/>
                <a:ext cx="235" cy="246"/>
              </a:xfrm>
              <a:custGeom>
                <a:avLst/>
                <a:gdLst>
                  <a:gd name="T0" fmla="*/ 1145 w 94"/>
                  <a:gd name="T1" fmla="*/ 0 h 92"/>
                  <a:gd name="T2" fmla="*/ 0 w 94"/>
                  <a:gd name="T3" fmla="*/ 1738 h 92"/>
                  <a:gd name="T4" fmla="*/ 1145 w 94"/>
                  <a:gd name="T5" fmla="*/ 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73" y="0"/>
                    </a:moveTo>
                    <a:cubicBezTo>
                      <a:pt x="80" y="23"/>
                      <a:pt x="66" y="84"/>
                      <a:pt x="0" y="91"/>
                    </a:cubicBezTo>
                    <a:cubicBezTo>
                      <a:pt x="33" y="92"/>
                      <a:pt x="94" y="71"/>
                      <a:pt x="73" y="0"/>
                    </a:cubicBezTo>
                    <a:close/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7" name="Freeform 231">
                <a:extLst>
                  <a:ext uri="{FF2B5EF4-FFF2-40B4-BE49-F238E27FC236}">
                    <a16:creationId xmlns:a16="http://schemas.microsoft.com/office/drawing/2014/main" id="{8CE838BC-63BC-43D2-8985-83A10CF25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837"/>
                <a:ext cx="317" cy="387"/>
              </a:xfrm>
              <a:custGeom>
                <a:avLst/>
                <a:gdLst>
                  <a:gd name="T0" fmla="*/ 0 w 127"/>
                  <a:gd name="T1" fmla="*/ 2722 h 145"/>
                  <a:gd name="T2" fmla="*/ 1071 w 127"/>
                  <a:gd name="T3" fmla="*/ 2245 h 145"/>
                  <a:gd name="T4" fmla="*/ 1725 w 127"/>
                  <a:gd name="T5" fmla="*/ 1409 h 145"/>
                  <a:gd name="T6" fmla="*/ 1695 w 127"/>
                  <a:gd name="T7" fmla="*/ 0 h 145"/>
                  <a:gd name="T8" fmla="*/ 1787 w 127"/>
                  <a:gd name="T9" fmla="*/ 1673 h 145"/>
                  <a:gd name="T10" fmla="*/ 904 w 127"/>
                  <a:gd name="T11" fmla="*/ 2506 h 145"/>
                  <a:gd name="T12" fmla="*/ 0 w 127"/>
                  <a:gd name="T13" fmla="*/ 2722 h 1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145">
                    <a:moveTo>
                      <a:pt x="0" y="143"/>
                    </a:moveTo>
                    <a:cubicBezTo>
                      <a:pt x="18" y="140"/>
                      <a:pt x="56" y="128"/>
                      <a:pt x="69" y="118"/>
                    </a:cubicBezTo>
                    <a:cubicBezTo>
                      <a:pt x="82" y="108"/>
                      <a:pt x="105" y="104"/>
                      <a:pt x="111" y="74"/>
                    </a:cubicBezTo>
                    <a:cubicBezTo>
                      <a:pt x="116" y="44"/>
                      <a:pt x="109" y="11"/>
                      <a:pt x="109" y="0"/>
                    </a:cubicBezTo>
                    <a:cubicBezTo>
                      <a:pt x="117" y="19"/>
                      <a:pt x="127" y="54"/>
                      <a:pt x="115" y="88"/>
                    </a:cubicBezTo>
                    <a:cubicBezTo>
                      <a:pt x="103" y="121"/>
                      <a:pt x="72" y="124"/>
                      <a:pt x="58" y="132"/>
                    </a:cubicBezTo>
                    <a:cubicBezTo>
                      <a:pt x="44" y="141"/>
                      <a:pt x="9" y="145"/>
                      <a:pt x="0" y="143"/>
                    </a:cubicBezTo>
                    <a:close/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8" name="Freeform 232">
                <a:extLst>
                  <a:ext uri="{FF2B5EF4-FFF2-40B4-BE49-F238E27FC236}">
                    <a16:creationId xmlns:a16="http://schemas.microsoft.com/office/drawing/2014/main" id="{97E0D445-30FC-484D-A0BE-8AD1A5685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0" y="2077"/>
                <a:ext cx="335" cy="230"/>
              </a:xfrm>
              <a:custGeom>
                <a:avLst/>
                <a:gdLst>
                  <a:gd name="T0" fmla="*/ 0 w 134"/>
                  <a:gd name="T1" fmla="*/ 1623 h 86"/>
                  <a:gd name="T2" fmla="*/ 1345 w 134"/>
                  <a:gd name="T3" fmla="*/ 1072 h 86"/>
                  <a:gd name="T4" fmla="*/ 1970 w 134"/>
                  <a:gd name="T5" fmla="*/ 209 h 86"/>
                  <a:gd name="T6" fmla="*/ 1988 w 134"/>
                  <a:gd name="T7" fmla="*/ 193 h 86"/>
                  <a:gd name="T8" fmla="*/ 1470 w 134"/>
                  <a:gd name="T9" fmla="*/ 1166 h 86"/>
                  <a:gd name="T10" fmla="*/ 0 w 134"/>
                  <a:gd name="T11" fmla="*/ 1623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86">
                    <a:moveTo>
                      <a:pt x="0" y="85"/>
                    </a:moveTo>
                    <a:cubicBezTo>
                      <a:pt x="18" y="80"/>
                      <a:pt x="64" y="72"/>
                      <a:pt x="86" y="56"/>
                    </a:cubicBezTo>
                    <a:cubicBezTo>
                      <a:pt x="109" y="40"/>
                      <a:pt x="119" y="14"/>
                      <a:pt x="126" y="11"/>
                    </a:cubicBezTo>
                    <a:cubicBezTo>
                      <a:pt x="134" y="8"/>
                      <a:pt x="133" y="0"/>
                      <a:pt x="127" y="10"/>
                    </a:cubicBezTo>
                    <a:cubicBezTo>
                      <a:pt x="122" y="19"/>
                      <a:pt x="106" y="50"/>
                      <a:pt x="94" y="61"/>
                    </a:cubicBezTo>
                    <a:cubicBezTo>
                      <a:pt x="82" y="71"/>
                      <a:pt x="12" y="86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9" name="Freeform 233">
                <a:extLst>
                  <a:ext uri="{FF2B5EF4-FFF2-40B4-BE49-F238E27FC236}">
                    <a16:creationId xmlns:a16="http://schemas.microsoft.com/office/drawing/2014/main" id="{49288EAA-F08F-464C-B705-560E8FFFF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5" y="1941"/>
                <a:ext cx="135" cy="35"/>
              </a:xfrm>
              <a:custGeom>
                <a:avLst/>
                <a:gdLst>
                  <a:gd name="T0" fmla="*/ 0 w 54"/>
                  <a:gd name="T1" fmla="*/ 253 h 13"/>
                  <a:gd name="T2" fmla="*/ 845 w 5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3">
                    <a:moveTo>
                      <a:pt x="0" y="13"/>
                    </a:moveTo>
                    <a:cubicBezTo>
                      <a:pt x="14" y="5"/>
                      <a:pt x="41" y="0"/>
                      <a:pt x="5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0" name="Freeform 234">
                <a:extLst>
                  <a:ext uri="{FF2B5EF4-FFF2-40B4-BE49-F238E27FC236}">
                    <a16:creationId xmlns:a16="http://schemas.microsoft.com/office/drawing/2014/main" id="{83569A51-BF39-404F-877C-EDFB69B0D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077"/>
                <a:ext cx="85" cy="240"/>
              </a:xfrm>
              <a:custGeom>
                <a:avLst/>
                <a:gdLst>
                  <a:gd name="T0" fmla="*/ 408 w 34"/>
                  <a:gd name="T1" fmla="*/ 1707 h 90"/>
                  <a:gd name="T2" fmla="*/ 533 w 34"/>
                  <a:gd name="T3" fmla="*/ 0 h 90"/>
                  <a:gd name="T4" fmla="*/ 408 w 34"/>
                  <a:gd name="T5" fmla="*/ 1707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90">
                    <a:moveTo>
                      <a:pt x="26" y="90"/>
                    </a:moveTo>
                    <a:cubicBezTo>
                      <a:pt x="0" y="49"/>
                      <a:pt x="13" y="12"/>
                      <a:pt x="34" y="0"/>
                    </a:cubicBezTo>
                    <a:cubicBezTo>
                      <a:pt x="24" y="10"/>
                      <a:pt x="9" y="55"/>
                      <a:pt x="26" y="90"/>
                    </a:cubicBezTo>
                    <a:close/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1" name="Freeform 235">
                <a:extLst>
                  <a:ext uri="{FF2B5EF4-FFF2-40B4-BE49-F238E27FC236}">
                    <a16:creationId xmlns:a16="http://schemas.microsoft.com/office/drawing/2014/main" id="{A3D6C703-0E53-4723-98FC-A620A883C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187"/>
                <a:ext cx="90" cy="29"/>
              </a:xfrm>
              <a:custGeom>
                <a:avLst/>
                <a:gdLst>
                  <a:gd name="T0" fmla="*/ 0 w 36"/>
                  <a:gd name="T1" fmla="*/ 200 h 11"/>
                  <a:gd name="T2" fmla="*/ 563 w 36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1">
                    <a:moveTo>
                      <a:pt x="0" y="11"/>
                    </a:moveTo>
                    <a:cubicBezTo>
                      <a:pt x="9" y="0"/>
                      <a:pt x="21" y="0"/>
                      <a:pt x="3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2" name="Freeform 236">
                <a:extLst>
                  <a:ext uri="{FF2B5EF4-FFF2-40B4-BE49-F238E27FC236}">
                    <a16:creationId xmlns:a16="http://schemas.microsoft.com/office/drawing/2014/main" id="{3FE9B3B7-4B80-412B-A69A-A5B8784DF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576"/>
                <a:ext cx="197" cy="59"/>
              </a:xfrm>
              <a:custGeom>
                <a:avLst/>
                <a:gdLst>
                  <a:gd name="T0" fmla="*/ 778 w 79"/>
                  <a:gd name="T1" fmla="*/ 252 h 22"/>
                  <a:gd name="T2" fmla="*/ 1224 w 79"/>
                  <a:gd name="T3" fmla="*/ 21 h 22"/>
                  <a:gd name="T4" fmla="*/ 653 w 79"/>
                  <a:gd name="T5" fmla="*/ 215 h 22"/>
                  <a:gd name="T6" fmla="*/ 0 w 79"/>
                  <a:gd name="T7" fmla="*/ 308 h 22"/>
                  <a:gd name="T8" fmla="*/ 778 w 79"/>
                  <a:gd name="T9" fmla="*/ 25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2">
                    <a:moveTo>
                      <a:pt x="50" y="13"/>
                    </a:moveTo>
                    <a:cubicBezTo>
                      <a:pt x="62" y="6"/>
                      <a:pt x="69" y="1"/>
                      <a:pt x="79" y="1"/>
                    </a:cubicBezTo>
                    <a:cubicBezTo>
                      <a:pt x="69" y="0"/>
                      <a:pt x="55" y="1"/>
                      <a:pt x="42" y="11"/>
                    </a:cubicBezTo>
                    <a:cubicBezTo>
                      <a:pt x="29" y="21"/>
                      <a:pt x="19" y="17"/>
                      <a:pt x="0" y="16"/>
                    </a:cubicBezTo>
                    <a:cubicBezTo>
                      <a:pt x="12" y="17"/>
                      <a:pt x="37" y="22"/>
                      <a:pt x="5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3" name="Freeform 237">
                <a:extLst>
                  <a:ext uri="{FF2B5EF4-FFF2-40B4-BE49-F238E27FC236}">
                    <a16:creationId xmlns:a16="http://schemas.microsoft.com/office/drawing/2014/main" id="{6A90D718-34E8-406C-A7B3-475ADC109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755"/>
                <a:ext cx="107" cy="42"/>
              </a:xfrm>
              <a:custGeom>
                <a:avLst/>
                <a:gdLst>
                  <a:gd name="T0" fmla="*/ 662 w 43"/>
                  <a:gd name="T1" fmla="*/ 21 h 16"/>
                  <a:gd name="T2" fmla="*/ 649 w 43"/>
                  <a:gd name="T3" fmla="*/ 0 h 16"/>
                  <a:gd name="T4" fmla="*/ 0 w 43"/>
                  <a:gd name="T5" fmla="*/ 289 h 16"/>
                  <a:gd name="T6" fmla="*/ 662 w 43"/>
                  <a:gd name="T7" fmla="*/ 2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6">
                    <a:moveTo>
                      <a:pt x="43" y="1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28" y="5"/>
                      <a:pt x="14" y="10"/>
                      <a:pt x="0" y="16"/>
                    </a:cubicBez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D796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4" name="Freeform 238">
                <a:extLst>
                  <a:ext uri="{FF2B5EF4-FFF2-40B4-BE49-F238E27FC236}">
                    <a16:creationId xmlns:a16="http://schemas.microsoft.com/office/drawing/2014/main" id="{4D77F605-230C-4732-9C8B-E519C965B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760"/>
                <a:ext cx="583" cy="272"/>
              </a:xfrm>
              <a:custGeom>
                <a:avLst/>
                <a:gdLst>
                  <a:gd name="T0" fmla="*/ 1804 w 233"/>
                  <a:gd name="T1" fmla="*/ 264 h 102"/>
                  <a:gd name="T2" fmla="*/ 250 w 233"/>
                  <a:gd name="T3" fmla="*/ 1557 h 102"/>
                  <a:gd name="T4" fmla="*/ 0 w 233"/>
                  <a:gd name="T5" fmla="*/ 1933 h 102"/>
                  <a:gd name="T6" fmla="*/ 813 w 233"/>
                  <a:gd name="T7" fmla="*/ 1344 h 102"/>
                  <a:gd name="T8" fmla="*/ 3651 w 233"/>
                  <a:gd name="T9" fmla="*/ 1571 h 102"/>
                  <a:gd name="T10" fmla="*/ 1804 w 233"/>
                  <a:gd name="T11" fmla="*/ 264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3" h="102">
                    <a:moveTo>
                      <a:pt x="115" y="14"/>
                    </a:moveTo>
                    <a:cubicBezTo>
                      <a:pt x="70" y="33"/>
                      <a:pt x="32" y="61"/>
                      <a:pt x="16" y="82"/>
                    </a:cubicBezTo>
                    <a:cubicBezTo>
                      <a:pt x="11" y="89"/>
                      <a:pt x="6" y="95"/>
                      <a:pt x="0" y="102"/>
                    </a:cubicBezTo>
                    <a:cubicBezTo>
                      <a:pt x="13" y="93"/>
                      <a:pt x="30" y="81"/>
                      <a:pt x="52" y="71"/>
                    </a:cubicBezTo>
                    <a:cubicBezTo>
                      <a:pt x="98" y="51"/>
                      <a:pt x="182" y="44"/>
                      <a:pt x="233" y="83"/>
                    </a:cubicBezTo>
                    <a:cubicBezTo>
                      <a:pt x="218" y="45"/>
                      <a:pt x="177" y="0"/>
                      <a:pt x="115" y="14"/>
                    </a:cubicBezTo>
                    <a:close/>
                  </a:path>
                </a:pathLst>
              </a:custGeom>
              <a:solidFill>
                <a:srgbClr val="FE83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5" name="Freeform 239">
                <a:extLst>
                  <a:ext uri="{FF2B5EF4-FFF2-40B4-BE49-F238E27FC236}">
                    <a16:creationId xmlns:a16="http://schemas.microsoft.com/office/drawing/2014/main" id="{6C97A3E9-6E88-4912-A3D3-F8D85E365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981"/>
                <a:ext cx="75" cy="94"/>
              </a:xfrm>
              <a:custGeom>
                <a:avLst/>
                <a:gdLst>
                  <a:gd name="T0" fmla="*/ 345 w 30"/>
                  <a:gd name="T1" fmla="*/ 56 h 35"/>
                  <a:gd name="T2" fmla="*/ 0 w 30"/>
                  <a:gd name="T3" fmla="*/ 368 h 35"/>
                  <a:gd name="T4" fmla="*/ 158 w 30"/>
                  <a:gd name="T5" fmla="*/ 677 h 35"/>
                  <a:gd name="T6" fmla="*/ 333 w 30"/>
                  <a:gd name="T7" fmla="*/ 389 h 35"/>
                  <a:gd name="T8" fmla="*/ 470 w 3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5">
                    <a:moveTo>
                      <a:pt x="22" y="3"/>
                    </a:moveTo>
                    <a:cubicBezTo>
                      <a:pt x="16" y="9"/>
                      <a:pt x="7" y="13"/>
                      <a:pt x="0" y="19"/>
                    </a:cubicBezTo>
                    <a:cubicBezTo>
                      <a:pt x="10" y="18"/>
                      <a:pt x="11" y="30"/>
                      <a:pt x="10" y="35"/>
                    </a:cubicBezTo>
                    <a:cubicBezTo>
                      <a:pt x="12" y="28"/>
                      <a:pt x="18" y="26"/>
                      <a:pt x="21" y="20"/>
                    </a:cubicBezTo>
                    <a:cubicBezTo>
                      <a:pt x="25" y="13"/>
                      <a:pt x="24" y="6"/>
                      <a:pt x="30" y="0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6" name="Freeform 240">
                <a:extLst>
                  <a:ext uri="{FF2B5EF4-FFF2-40B4-BE49-F238E27FC236}">
                    <a16:creationId xmlns:a16="http://schemas.microsoft.com/office/drawing/2014/main" id="{D68CC4EC-BA8B-4592-8F3E-03DE115E7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099"/>
                <a:ext cx="98" cy="144"/>
              </a:xfrm>
              <a:custGeom>
                <a:avLst/>
                <a:gdLst>
                  <a:gd name="T0" fmla="*/ 0 w 39"/>
                  <a:gd name="T1" fmla="*/ 0 h 54"/>
                  <a:gd name="T2" fmla="*/ 379 w 39"/>
                  <a:gd name="T3" fmla="*/ 77 h 54"/>
                  <a:gd name="T4" fmla="*/ 618 w 39"/>
                  <a:gd name="T5" fmla="*/ 320 h 54"/>
                  <a:gd name="T6" fmla="*/ 284 w 39"/>
                  <a:gd name="T7" fmla="*/ 512 h 54"/>
                  <a:gd name="T8" fmla="*/ 0 w 39"/>
                  <a:gd name="T9" fmla="*/ 1024 h 54"/>
                  <a:gd name="T10" fmla="*/ 83 w 39"/>
                  <a:gd name="T11" fmla="*/ 7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54">
                    <a:moveTo>
                      <a:pt x="0" y="0"/>
                    </a:moveTo>
                    <a:cubicBezTo>
                      <a:pt x="8" y="2"/>
                      <a:pt x="16" y="0"/>
                      <a:pt x="24" y="4"/>
                    </a:cubicBezTo>
                    <a:cubicBezTo>
                      <a:pt x="29" y="7"/>
                      <a:pt x="34" y="13"/>
                      <a:pt x="39" y="17"/>
                    </a:cubicBezTo>
                    <a:cubicBezTo>
                      <a:pt x="31" y="13"/>
                      <a:pt x="22" y="21"/>
                      <a:pt x="18" y="27"/>
                    </a:cubicBezTo>
                    <a:cubicBezTo>
                      <a:pt x="12" y="37"/>
                      <a:pt x="10" y="45"/>
                      <a:pt x="0" y="54"/>
                    </a:cubicBezTo>
                    <a:cubicBezTo>
                      <a:pt x="13" y="36"/>
                      <a:pt x="13" y="22"/>
                      <a:pt x="5" y="4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7" name="Freeform 241">
                <a:extLst>
                  <a:ext uri="{FF2B5EF4-FFF2-40B4-BE49-F238E27FC236}">
                    <a16:creationId xmlns:a16="http://schemas.microsoft.com/office/drawing/2014/main" id="{6BE15711-146C-4A67-8559-43C8F5C79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128"/>
                <a:ext cx="445" cy="155"/>
              </a:xfrm>
              <a:custGeom>
                <a:avLst/>
                <a:gdLst>
                  <a:gd name="T0" fmla="*/ 520 w 178"/>
                  <a:gd name="T1" fmla="*/ 0 h 58"/>
                  <a:gd name="T2" fmla="*/ 1645 w 178"/>
                  <a:gd name="T3" fmla="*/ 342 h 58"/>
                  <a:gd name="T4" fmla="*/ 2220 w 178"/>
                  <a:gd name="T5" fmla="*/ 342 h 58"/>
                  <a:gd name="T6" fmla="*/ 2783 w 178"/>
                  <a:gd name="T7" fmla="*/ 94 h 58"/>
                  <a:gd name="T8" fmla="*/ 2708 w 178"/>
                  <a:gd name="T9" fmla="*/ 572 h 58"/>
                  <a:gd name="T10" fmla="*/ 2470 w 178"/>
                  <a:gd name="T11" fmla="*/ 991 h 58"/>
                  <a:gd name="T12" fmla="*/ 1375 w 178"/>
                  <a:gd name="T13" fmla="*/ 457 h 58"/>
                  <a:gd name="T14" fmla="*/ 583 w 178"/>
                  <a:gd name="T15" fmla="*/ 534 h 58"/>
                  <a:gd name="T16" fmla="*/ 0 w 178"/>
                  <a:gd name="T17" fmla="*/ 1106 h 58"/>
                  <a:gd name="T18" fmla="*/ 250 w 178"/>
                  <a:gd name="T19" fmla="*/ 56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8" h="58">
                    <a:moveTo>
                      <a:pt x="33" y="0"/>
                    </a:moveTo>
                    <a:cubicBezTo>
                      <a:pt x="56" y="9"/>
                      <a:pt x="80" y="17"/>
                      <a:pt x="105" y="18"/>
                    </a:cubicBezTo>
                    <a:cubicBezTo>
                      <a:pt x="118" y="19"/>
                      <a:pt x="130" y="20"/>
                      <a:pt x="142" y="18"/>
                    </a:cubicBezTo>
                    <a:cubicBezTo>
                      <a:pt x="155" y="15"/>
                      <a:pt x="165" y="8"/>
                      <a:pt x="178" y="5"/>
                    </a:cubicBezTo>
                    <a:cubicBezTo>
                      <a:pt x="171" y="8"/>
                      <a:pt x="171" y="24"/>
                      <a:pt x="173" y="30"/>
                    </a:cubicBezTo>
                    <a:cubicBezTo>
                      <a:pt x="163" y="29"/>
                      <a:pt x="161" y="45"/>
                      <a:pt x="158" y="52"/>
                    </a:cubicBezTo>
                    <a:cubicBezTo>
                      <a:pt x="139" y="30"/>
                      <a:pt x="115" y="28"/>
                      <a:pt x="88" y="24"/>
                    </a:cubicBezTo>
                    <a:cubicBezTo>
                      <a:pt x="69" y="21"/>
                      <a:pt x="54" y="21"/>
                      <a:pt x="37" y="28"/>
                    </a:cubicBezTo>
                    <a:cubicBezTo>
                      <a:pt x="23" y="33"/>
                      <a:pt x="6" y="44"/>
                      <a:pt x="0" y="58"/>
                    </a:cubicBezTo>
                    <a:cubicBezTo>
                      <a:pt x="3" y="40"/>
                      <a:pt x="16" y="21"/>
                      <a:pt x="16" y="3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8" name="Freeform 242">
                <a:extLst>
                  <a:ext uri="{FF2B5EF4-FFF2-40B4-BE49-F238E27FC236}">
                    <a16:creationId xmlns:a16="http://schemas.microsoft.com/office/drawing/2014/main" id="{5DD733BD-1ADD-4DD2-AD94-DBBDA9FF5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920"/>
                <a:ext cx="315" cy="51"/>
              </a:xfrm>
              <a:custGeom>
                <a:avLst/>
                <a:gdLst>
                  <a:gd name="T0" fmla="*/ 0 w 126"/>
                  <a:gd name="T1" fmla="*/ 346 h 19"/>
                  <a:gd name="T2" fmla="*/ 1970 w 126"/>
                  <a:gd name="T3" fmla="*/ 368 h 19"/>
                  <a:gd name="T4" fmla="*/ 0 w 126"/>
                  <a:gd name="T5" fmla="*/ 34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9">
                    <a:moveTo>
                      <a:pt x="0" y="18"/>
                    </a:moveTo>
                    <a:cubicBezTo>
                      <a:pt x="37" y="0"/>
                      <a:pt x="84" y="5"/>
                      <a:pt x="126" y="19"/>
                    </a:cubicBezTo>
                    <a:cubicBezTo>
                      <a:pt x="108" y="14"/>
                      <a:pt x="28" y="8"/>
                      <a:pt x="0" y="18"/>
                    </a:cubicBezTo>
                    <a:close/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9" name="Freeform 243">
                <a:extLst>
                  <a:ext uri="{FF2B5EF4-FFF2-40B4-BE49-F238E27FC236}">
                    <a16:creationId xmlns:a16="http://schemas.microsoft.com/office/drawing/2014/main" id="{90166E33-C85D-47BC-B27F-B892D47A3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1568"/>
                <a:ext cx="1085" cy="437"/>
              </a:xfrm>
              <a:custGeom>
                <a:avLst/>
                <a:gdLst>
                  <a:gd name="T0" fmla="*/ 0 w 434"/>
                  <a:gd name="T1" fmla="*/ 3102 h 164"/>
                  <a:gd name="T2" fmla="*/ 3175 w 434"/>
                  <a:gd name="T3" fmla="*/ 490 h 164"/>
                  <a:gd name="T4" fmla="*/ 6783 w 434"/>
                  <a:gd name="T5" fmla="*/ 794 h 164"/>
                  <a:gd name="T6" fmla="*/ 2470 w 434"/>
                  <a:gd name="T7" fmla="*/ 943 h 164"/>
                  <a:gd name="T8" fmla="*/ 0 w 434"/>
                  <a:gd name="T9" fmla="*/ 3102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4" h="164">
                    <a:moveTo>
                      <a:pt x="0" y="164"/>
                    </a:moveTo>
                    <a:cubicBezTo>
                      <a:pt x="4" y="141"/>
                      <a:pt x="49" y="57"/>
                      <a:pt x="203" y="26"/>
                    </a:cubicBezTo>
                    <a:cubicBezTo>
                      <a:pt x="280" y="10"/>
                      <a:pt x="369" y="0"/>
                      <a:pt x="434" y="42"/>
                    </a:cubicBezTo>
                    <a:cubicBezTo>
                      <a:pt x="389" y="14"/>
                      <a:pt x="259" y="7"/>
                      <a:pt x="158" y="50"/>
                    </a:cubicBezTo>
                    <a:cubicBezTo>
                      <a:pt x="58" y="93"/>
                      <a:pt x="21" y="121"/>
                      <a:pt x="0" y="1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0" name="Freeform 244">
                <a:extLst>
                  <a:ext uri="{FF2B5EF4-FFF2-40B4-BE49-F238E27FC236}">
                    <a16:creationId xmlns:a16="http://schemas.microsoft.com/office/drawing/2014/main" id="{EC246FD8-A62B-4EF2-88D0-66E9BAFDD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1859"/>
                <a:ext cx="175" cy="176"/>
              </a:xfrm>
              <a:custGeom>
                <a:avLst/>
                <a:gdLst>
                  <a:gd name="T0" fmla="*/ 708 w 70"/>
                  <a:gd name="T1" fmla="*/ 0 h 66"/>
                  <a:gd name="T2" fmla="*/ 0 w 70"/>
                  <a:gd name="T3" fmla="*/ 1251 h 66"/>
                  <a:gd name="T4" fmla="*/ 708 w 70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6">
                    <a:moveTo>
                      <a:pt x="45" y="0"/>
                    </a:moveTo>
                    <a:cubicBezTo>
                      <a:pt x="54" y="11"/>
                      <a:pt x="50" y="57"/>
                      <a:pt x="0" y="66"/>
                    </a:cubicBezTo>
                    <a:cubicBezTo>
                      <a:pt x="30" y="64"/>
                      <a:pt x="70" y="40"/>
                      <a:pt x="45" y="0"/>
                    </a:cubicBezTo>
                    <a:close/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1" name="Freeform 245">
                <a:extLst>
                  <a:ext uri="{FF2B5EF4-FFF2-40B4-BE49-F238E27FC236}">
                    <a16:creationId xmlns:a16="http://schemas.microsoft.com/office/drawing/2014/main" id="{A576E17D-01E7-47A5-B685-3CDAA00D2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224"/>
                <a:ext cx="248" cy="643"/>
              </a:xfrm>
              <a:custGeom>
                <a:avLst/>
                <a:gdLst>
                  <a:gd name="T0" fmla="*/ 1556 w 99"/>
                  <a:gd name="T1" fmla="*/ 35 h 241"/>
                  <a:gd name="T2" fmla="*/ 283 w 99"/>
                  <a:gd name="T3" fmla="*/ 1161 h 241"/>
                  <a:gd name="T4" fmla="*/ 113 w 99"/>
                  <a:gd name="T5" fmla="*/ 4578 h 241"/>
                  <a:gd name="T6" fmla="*/ 363 w 99"/>
                  <a:gd name="T7" fmla="*/ 1161 h 241"/>
                  <a:gd name="T8" fmla="*/ 1556 w 99"/>
                  <a:gd name="T9" fmla="*/ 35 h 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241">
                    <a:moveTo>
                      <a:pt x="99" y="2"/>
                    </a:moveTo>
                    <a:cubicBezTo>
                      <a:pt x="79" y="1"/>
                      <a:pt x="32" y="4"/>
                      <a:pt x="18" y="61"/>
                    </a:cubicBezTo>
                    <a:cubicBezTo>
                      <a:pt x="3" y="117"/>
                      <a:pt x="0" y="177"/>
                      <a:pt x="7" y="241"/>
                    </a:cubicBezTo>
                    <a:cubicBezTo>
                      <a:pt x="9" y="203"/>
                      <a:pt x="9" y="110"/>
                      <a:pt x="23" y="61"/>
                    </a:cubicBezTo>
                    <a:cubicBezTo>
                      <a:pt x="38" y="10"/>
                      <a:pt x="70" y="0"/>
                      <a:pt x="99" y="2"/>
                    </a:cubicBezTo>
                    <a:close/>
                  </a:path>
                </a:pathLst>
              </a:custGeom>
              <a:solidFill>
                <a:srgbClr val="FDC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2" name="Freeform 246">
                <a:extLst>
                  <a:ext uri="{FF2B5EF4-FFF2-40B4-BE49-F238E27FC236}">
                    <a16:creationId xmlns:a16="http://schemas.microsoft.com/office/drawing/2014/main" id="{E59F4BAD-0269-447E-B958-03942A0B8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3133"/>
                <a:ext cx="7" cy="230"/>
              </a:xfrm>
              <a:custGeom>
                <a:avLst/>
                <a:gdLst>
                  <a:gd name="T0" fmla="*/ 0 w 3"/>
                  <a:gd name="T1" fmla="*/ 0 h 86"/>
                  <a:gd name="T2" fmla="*/ 0 w 3"/>
                  <a:gd name="T3" fmla="*/ 1645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6">
                    <a:moveTo>
                      <a:pt x="0" y="0"/>
                    </a:moveTo>
                    <a:cubicBezTo>
                      <a:pt x="3" y="20"/>
                      <a:pt x="3" y="63"/>
                      <a:pt x="0" y="8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3" name="Freeform 247">
                <a:extLst>
                  <a:ext uri="{FF2B5EF4-FFF2-40B4-BE49-F238E27FC236}">
                    <a16:creationId xmlns:a16="http://schemas.microsoft.com/office/drawing/2014/main" id="{EFEA6C17-6431-4BD2-BFE6-BE5EACBBF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467"/>
                <a:ext cx="30" cy="69"/>
              </a:xfrm>
              <a:custGeom>
                <a:avLst/>
                <a:gdLst>
                  <a:gd name="T0" fmla="*/ 175 w 12"/>
                  <a:gd name="T1" fmla="*/ 0 h 26"/>
                  <a:gd name="T2" fmla="*/ 188 w 12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6">
                    <a:moveTo>
                      <a:pt x="11" y="0"/>
                    </a:moveTo>
                    <a:cubicBezTo>
                      <a:pt x="8" y="9"/>
                      <a:pt x="0" y="19"/>
                      <a:pt x="12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4" name="Freeform 248">
                <a:extLst>
                  <a:ext uri="{FF2B5EF4-FFF2-40B4-BE49-F238E27FC236}">
                    <a16:creationId xmlns:a16="http://schemas.microsoft.com/office/drawing/2014/main" id="{1B1CDDDC-448C-4D1E-A443-594F0E6D7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933"/>
                <a:ext cx="170" cy="19"/>
              </a:xfrm>
              <a:custGeom>
                <a:avLst/>
                <a:gdLst>
                  <a:gd name="T0" fmla="*/ 0 w 68"/>
                  <a:gd name="T1" fmla="*/ 81 h 7"/>
                  <a:gd name="T2" fmla="*/ 1063 w 68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7">
                    <a:moveTo>
                      <a:pt x="0" y="4"/>
                    </a:moveTo>
                    <a:cubicBezTo>
                      <a:pt x="15" y="0"/>
                      <a:pt x="48" y="1"/>
                      <a:pt x="6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5" name="Freeform 249">
                <a:extLst>
                  <a:ext uri="{FF2B5EF4-FFF2-40B4-BE49-F238E27FC236}">
                    <a16:creationId xmlns:a16="http://schemas.microsoft.com/office/drawing/2014/main" id="{30A4BEE5-C033-43AF-8C61-7BA304E39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075"/>
                <a:ext cx="295" cy="136"/>
              </a:xfrm>
              <a:custGeom>
                <a:avLst/>
                <a:gdLst>
                  <a:gd name="T0" fmla="*/ 1845 w 118"/>
                  <a:gd name="T1" fmla="*/ 0 h 51"/>
                  <a:gd name="T2" fmla="*/ 0 w 118"/>
                  <a:gd name="T3" fmla="*/ 627 h 51"/>
                  <a:gd name="T4" fmla="*/ 1845 w 118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51">
                    <a:moveTo>
                      <a:pt x="118" y="0"/>
                    </a:moveTo>
                    <a:cubicBezTo>
                      <a:pt x="100" y="51"/>
                      <a:pt x="21" y="37"/>
                      <a:pt x="0" y="33"/>
                    </a:cubicBezTo>
                    <a:cubicBezTo>
                      <a:pt x="22" y="33"/>
                      <a:pt x="81" y="38"/>
                      <a:pt x="118" y="0"/>
                    </a:cubicBezTo>
                    <a:close/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6" name="Freeform 250">
                <a:extLst>
                  <a:ext uri="{FF2B5EF4-FFF2-40B4-BE49-F238E27FC236}">
                    <a16:creationId xmlns:a16="http://schemas.microsoft.com/office/drawing/2014/main" id="{F0E49F9A-06AF-455C-9A54-91F10B84C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744"/>
                <a:ext cx="197" cy="235"/>
              </a:xfrm>
              <a:custGeom>
                <a:avLst/>
                <a:gdLst>
                  <a:gd name="T0" fmla="*/ 137 w 79"/>
                  <a:gd name="T1" fmla="*/ 0 h 88"/>
                  <a:gd name="T2" fmla="*/ 0 w 79"/>
                  <a:gd name="T3" fmla="*/ 77 h 88"/>
                  <a:gd name="T4" fmla="*/ 1150 w 79"/>
                  <a:gd name="T5" fmla="*/ 1677 h 88"/>
                  <a:gd name="T6" fmla="*/ 137 w 79"/>
                  <a:gd name="T7" fmla="*/ 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88">
                    <a:moveTo>
                      <a:pt x="9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8" y="12"/>
                      <a:pt x="73" y="43"/>
                      <a:pt x="74" y="88"/>
                    </a:cubicBezTo>
                    <a:cubicBezTo>
                      <a:pt x="79" y="36"/>
                      <a:pt x="23" y="4"/>
                      <a:pt x="9" y="0"/>
                    </a:cubicBezTo>
                    <a:close/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7" name="Freeform 251">
                <a:extLst>
                  <a:ext uri="{FF2B5EF4-FFF2-40B4-BE49-F238E27FC236}">
                    <a16:creationId xmlns:a16="http://schemas.microsoft.com/office/drawing/2014/main" id="{E904074D-EC1F-48FE-A0AF-C0BB37FD4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2493"/>
                <a:ext cx="15" cy="54"/>
              </a:xfrm>
              <a:custGeom>
                <a:avLst/>
                <a:gdLst>
                  <a:gd name="T0" fmla="*/ 50 w 6"/>
                  <a:gd name="T1" fmla="*/ 0 h 20"/>
                  <a:gd name="T2" fmla="*/ 0 w 6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3" y="0"/>
                    </a:moveTo>
                    <a:cubicBezTo>
                      <a:pt x="5" y="6"/>
                      <a:pt x="6" y="15"/>
                      <a:pt x="0" y="20"/>
                    </a:cubicBezTo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8" name="Freeform 252">
                <a:extLst>
                  <a:ext uri="{FF2B5EF4-FFF2-40B4-BE49-F238E27FC236}">
                    <a16:creationId xmlns:a16="http://schemas.microsoft.com/office/drawing/2014/main" id="{97758760-4C36-4336-908C-3E4313B12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461"/>
                <a:ext cx="43" cy="56"/>
              </a:xfrm>
              <a:custGeom>
                <a:avLst/>
                <a:gdLst>
                  <a:gd name="T0" fmla="*/ 129 w 17"/>
                  <a:gd name="T1" fmla="*/ 93 h 21"/>
                  <a:gd name="T2" fmla="*/ 147 w 17"/>
                  <a:gd name="T3" fmla="*/ 397 h 21"/>
                  <a:gd name="T4" fmla="*/ 116 w 17"/>
                  <a:gd name="T5" fmla="*/ 136 h 21"/>
                  <a:gd name="T6" fmla="*/ 0 w 17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8" y="5"/>
                    </a:moveTo>
                    <a:cubicBezTo>
                      <a:pt x="15" y="7"/>
                      <a:pt x="17" y="18"/>
                      <a:pt x="9" y="21"/>
                    </a:cubicBezTo>
                    <a:cubicBezTo>
                      <a:pt x="10" y="15"/>
                      <a:pt x="11" y="11"/>
                      <a:pt x="7" y="7"/>
                    </a:cubicBez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9" name="Freeform 253">
                <a:extLst>
                  <a:ext uri="{FF2B5EF4-FFF2-40B4-BE49-F238E27FC236}">
                    <a16:creationId xmlns:a16="http://schemas.microsoft.com/office/drawing/2014/main" id="{2FA582D7-F51C-4A07-A952-9A24C7042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336"/>
                <a:ext cx="82" cy="69"/>
              </a:xfrm>
              <a:custGeom>
                <a:avLst/>
                <a:gdLst>
                  <a:gd name="T0" fmla="*/ 0 w 33"/>
                  <a:gd name="T1" fmla="*/ 204 h 26"/>
                  <a:gd name="T2" fmla="*/ 353 w 33"/>
                  <a:gd name="T3" fmla="*/ 395 h 26"/>
                  <a:gd name="T4" fmla="*/ 258 w 33"/>
                  <a:gd name="T5" fmla="*/ 0 h 26"/>
                  <a:gd name="T6" fmla="*/ 246 w 33"/>
                  <a:gd name="T7" fmla="*/ 260 h 26"/>
                  <a:gd name="T8" fmla="*/ 30 w 33"/>
                  <a:gd name="T9" fmla="*/ 19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6">
                    <a:moveTo>
                      <a:pt x="0" y="11"/>
                    </a:moveTo>
                    <a:cubicBezTo>
                      <a:pt x="5" y="17"/>
                      <a:pt x="14" y="26"/>
                      <a:pt x="23" y="21"/>
                    </a:cubicBezTo>
                    <a:cubicBezTo>
                      <a:pt x="33" y="15"/>
                      <a:pt x="20" y="6"/>
                      <a:pt x="17" y="0"/>
                    </a:cubicBezTo>
                    <a:cubicBezTo>
                      <a:pt x="18" y="5"/>
                      <a:pt x="23" y="11"/>
                      <a:pt x="16" y="14"/>
                    </a:cubicBezTo>
                    <a:cubicBezTo>
                      <a:pt x="13" y="15"/>
                      <a:pt x="4" y="13"/>
                      <a:pt x="2" y="10"/>
                    </a:cubicBezTo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0" name="Freeform 254">
                <a:extLst>
                  <a:ext uri="{FF2B5EF4-FFF2-40B4-BE49-F238E27FC236}">
                    <a16:creationId xmlns:a16="http://schemas.microsoft.com/office/drawing/2014/main" id="{4D613382-DB60-4754-8966-77C6F705B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1821"/>
                <a:ext cx="187" cy="264"/>
              </a:xfrm>
              <a:custGeom>
                <a:avLst/>
                <a:gdLst>
                  <a:gd name="T0" fmla="*/ 0 w 75"/>
                  <a:gd name="T1" fmla="*/ 1877 h 99"/>
                  <a:gd name="T2" fmla="*/ 1120 w 75"/>
                  <a:gd name="T3" fmla="*/ 627 h 99"/>
                  <a:gd name="T4" fmla="*/ 1025 w 75"/>
                  <a:gd name="T5" fmla="*/ 0 h 99"/>
                  <a:gd name="T6" fmla="*/ 0 w 75"/>
                  <a:gd name="T7" fmla="*/ 1877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99">
                    <a:moveTo>
                      <a:pt x="0" y="99"/>
                    </a:moveTo>
                    <a:cubicBezTo>
                      <a:pt x="51" y="87"/>
                      <a:pt x="69" y="58"/>
                      <a:pt x="72" y="33"/>
                    </a:cubicBezTo>
                    <a:cubicBezTo>
                      <a:pt x="74" y="19"/>
                      <a:pt x="69" y="5"/>
                      <a:pt x="66" y="0"/>
                    </a:cubicBezTo>
                    <a:cubicBezTo>
                      <a:pt x="70" y="16"/>
                      <a:pt x="75" y="71"/>
                      <a:pt x="0" y="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1" name="Freeform 255">
                <a:extLst>
                  <a:ext uri="{FF2B5EF4-FFF2-40B4-BE49-F238E27FC236}">
                    <a16:creationId xmlns:a16="http://schemas.microsoft.com/office/drawing/2014/main" id="{DFF9E82C-BD20-4BE2-B7DC-3BA64A89F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765"/>
                <a:ext cx="495" cy="368"/>
              </a:xfrm>
              <a:custGeom>
                <a:avLst/>
                <a:gdLst>
                  <a:gd name="T0" fmla="*/ 0 w 198"/>
                  <a:gd name="T1" fmla="*/ 2525 h 138"/>
                  <a:gd name="T2" fmla="*/ 1095 w 198"/>
                  <a:gd name="T3" fmla="*/ 1651 h 138"/>
                  <a:gd name="T4" fmla="*/ 3095 w 198"/>
                  <a:gd name="T5" fmla="*/ 0 h 138"/>
                  <a:gd name="T6" fmla="*/ 1208 w 198"/>
                  <a:gd name="T7" fmla="*/ 1288 h 138"/>
                  <a:gd name="T8" fmla="*/ 0 w 198"/>
                  <a:gd name="T9" fmla="*/ 2525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138">
                    <a:moveTo>
                      <a:pt x="0" y="133"/>
                    </a:moveTo>
                    <a:cubicBezTo>
                      <a:pt x="11" y="138"/>
                      <a:pt x="37" y="129"/>
                      <a:pt x="70" y="87"/>
                    </a:cubicBezTo>
                    <a:cubicBezTo>
                      <a:pt x="103" y="45"/>
                      <a:pt x="153" y="18"/>
                      <a:pt x="198" y="0"/>
                    </a:cubicBezTo>
                    <a:cubicBezTo>
                      <a:pt x="182" y="5"/>
                      <a:pt x="127" y="20"/>
                      <a:pt x="77" y="68"/>
                    </a:cubicBezTo>
                    <a:cubicBezTo>
                      <a:pt x="28" y="116"/>
                      <a:pt x="17" y="137"/>
                      <a:pt x="0" y="133"/>
                    </a:cubicBezTo>
                    <a:close/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2" name="Freeform 256">
                <a:extLst>
                  <a:ext uri="{FF2B5EF4-FFF2-40B4-BE49-F238E27FC236}">
                    <a16:creationId xmlns:a16="http://schemas.microsoft.com/office/drawing/2014/main" id="{C062C3CD-B907-4E44-B7C0-D3045BA67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483"/>
                <a:ext cx="155" cy="394"/>
              </a:xfrm>
              <a:custGeom>
                <a:avLst/>
                <a:gdLst>
                  <a:gd name="T0" fmla="*/ 520 w 62"/>
                  <a:gd name="T1" fmla="*/ 0 h 148"/>
                  <a:gd name="T2" fmla="*/ 675 w 62"/>
                  <a:gd name="T3" fmla="*/ 1906 h 148"/>
                  <a:gd name="T4" fmla="*/ 0 w 62"/>
                  <a:gd name="T5" fmla="*/ 2793 h 148"/>
                  <a:gd name="T6" fmla="*/ 613 w 62"/>
                  <a:gd name="T7" fmla="*/ 1680 h 148"/>
                  <a:gd name="T8" fmla="*/ 520 w 62"/>
                  <a:gd name="T9" fmla="*/ 0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48">
                    <a:moveTo>
                      <a:pt x="33" y="0"/>
                    </a:moveTo>
                    <a:cubicBezTo>
                      <a:pt x="47" y="12"/>
                      <a:pt x="62" y="38"/>
                      <a:pt x="43" y="101"/>
                    </a:cubicBezTo>
                    <a:cubicBezTo>
                      <a:pt x="36" y="126"/>
                      <a:pt x="18" y="148"/>
                      <a:pt x="0" y="148"/>
                    </a:cubicBezTo>
                    <a:cubicBezTo>
                      <a:pt x="14" y="142"/>
                      <a:pt x="30" y="118"/>
                      <a:pt x="39" y="89"/>
                    </a:cubicBezTo>
                    <a:cubicBezTo>
                      <a:pt x="48" y="60"/>
                      <a:pt x="46" y="9"/>
                      <a:pt x="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3" name="Freeform 257">
                <a:extLst>
                  <a:ext uri="{FF2B5EF4-FFF2-40B4-BE49-F238E27FC236}">
                    <a16:creationId xmlns:a16="http://schemas.microsoft.com/office/drawing/2014/main" id="{95527E84-C3C6-48E8-8B9D-6284B2F8E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915"/>
                <a:ext cx="90" cy="474"/>
              </a:xfrm>
              <a:custGeom>
                <a:avLst/>
                <a:gdLst>
                  <a:gd name="T0" fmla="*/ 283 w 36"/>
                  <a:gd name="T1" fmla="*/ 1305 h 178"/>
                  <a:gd name="T2" fmla="*/ 0 w 36"/>
                  <a:gd name="T3" fmla="*/ 3361 h 178"/>
                  <a:gd name="T4" fmla="*/ 395 w 36"/>
                  <a:gd name="T5" fmla="*/ 1113 h 178"/>
                  <a:gd name="T6" fmla="*/ 488 w 36"/>
                  <a:gd name="T7" fmla="*/ 0 h 178"/>
                  <a:gd name="T8" fmla="*/ 283 w 36"/>
                  <a:gd name="T9" fmla="*/ 1305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78">
                    <a:moveTo>
                      <a:pt x="18" y="69"/>
                    </a:moveTo>
                    <a:cubicBezTo>
                      <a:pt x="7" y="104"/>
                      <a:pt x="0" y="178"/>
                      <a:pt x="0" y="178"/>
                    </a:cubicBezTo>
                    <a:cubicBezTo>
                      <a:pt x="2" y="138"/>
                      <a:pt x="15" y="94"/>
                      <a:pt x="25" y="59"/>
                    </a:cubicBezTo>
                    <a:cubicBezTo>
                      <a:pt x="36" y="25"/>
                      <a:pt x="34" y="13"/>
                      <a:pt x="31" y="0"/>
                    </a:cubicBezTo>
                    <a:cubicBezTo>
                      <a:pt x="31" y="8"/>
                      <a:pt x="27" y="40"/>
                      <a:pt x="18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4" name="Freeform 258">
                <a:extLst>
                  <a:ext uri="{FF2B5EF4-FFF2-40B4-BE49-F238E27FC236}">
                    <a16:creationId xmlns:a16="http://schemas.microsoft.com/office/drawing/2014/main" id="{4F190659-67DC-4008-9DC0-06A9BBD27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944"/>
                <a:ext cx="97" cy="248"/>
              </a:xfrm>
              <a:custGeom>
                <a:avLst/>
                <a:gdLst>
                  <a:gd name="T0" fmla="*/ 187 w 39"/>
                  <a:gd name="T1" fmla="*/ 93 h 93"/>
                  <a:gd name="T2" fmla="*/ 403 w 39"/>
                  <a:gd name="T3" fmla="*/ 909 h 93"/>
                  <a:gd name="T4" fmla="*/ 341 w 39"/>
                  <a:gd name="T5" fmla="*/ 1459 h 93"/>
                  <a:gd name="T6" fmla="*/ 0 w 39"/>
                  <a:gd name="T7" fmla="*/ 1763 h 93"/>
                  <a:gd name="T8" fmla="*/ 124 w 39"/>
                  <a:gd name="T9" fmla="*/ 1080 h 93"/>
                  <a:gd name="T10" fmla="*/ 279 w 39"/>
                  <a:gd name="T11" fmla="*/ 17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93">
                    <a:moveTo>
                      <a:pt x="12" y="5"/>
                    </a:moveTo>
                    <a:cubicBezTo>
                      <a:pt x="39" y="0"/>
                      <a:pt x="27" y="33"/>
                      <a:pt x="26" y="48"/>
                    </a:cubicBezTo>
                    <a:cubicBezTo>
                      <a:pt x="25" y="58"/>
                      <a:pt x="25" y="68"/>
                      <a:pt x="22" y="77"/>
                    </a:cubicBezTo>
                    <a:cubicBezTo>
                      <a:pt x="19" y="92"/>
                      <a:pt x="12" y="87"/>
                      <a:pt x="0" y="93"/>
                    </a:cubicBezTo>
                    <a:cubicBezTo>
                      <a:pt x="5" y="88"/>
                      <a:pt x="31" y="58"/>
                      <a:pt x="8" y="57"/>
                    </a:cubicBezTo>
                    <a:cubicBezTo>
                      <a:pt x="21" y="46"/>
                      <a:pt x="29" y="24"/>
                      <a:pt x="1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5" name="Freeform 259">
                <a:extLst>
                  <a:ext uri="{FF2B5EF4-FFF2-40B4-BE49-F238E27FC236}">
                    <a16:creationId xmlns:a16="http://schemas.microsoft.com/office/drawing/2014/main" id="{703EA705-7DA6-4CDA-AB21-33D72A8D0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1429"/>
                <a:ext cx="202" cy="224"/>
              </a:xfrm>
              <a:custGeom>
                <a:avLst/>
                <a:gdLst>
                  <a:gd name="T0" fmla="*/ 0 w 81"/>
                  <a:gd name="T1" fmla="*/ 307 h 84"/>
                  <a:gd name="T2" fmla="*/ 404 w 81"/>
                  <a:gd name="T3" fmla="*/ 931 h 84"/>
                  <a:gd name="T4" fmla="*/ 883 w 81"/>
                  <a:gd name="T5" fmla="*/ 1592 h 84"/>
                  <a:gd name="T6" fmla="*/ 965 w 81"/>
                  <a:gd name="T7" fmla="*/ 819 h 84"/>
                  <a:gd name="T8" fmla="*/ 1257 w 81"/>
                  <a:gd name="T9" fmla="*/ 264 h 84"/>
                  <a:gd name="T10" fmla="*/ 1212 w 81"/>
                  <a:gd name="T11" fmla="*/ 264 h 84"/>
                  <a:gd name="T12" fmla="*/ 820 w 81"/>
                  <a:gd name="T13" fmla="*/ 0 h 84"/>
                  <a:gd name="T14" fmla="*/ 853 w 81"/>
                  <a:gd name="T15" fmla="*/ 491 h 84"/>
                  <a:gd name="T16" fmla="*/ 541 w 81"/>
                  <a:gd name="T17" fmla="*/ 627 h 84"/>
                  <a:gd name="T18" fmla="*/ 354 w 81"/>
                  <a:gd name="T19" fmla="*/ 397 h 84"/>
                  <a:gd name="T20" fmla="*/ 30 w 81"/>
                  <a:gd name="T21" fmla="*/ 307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84">
                    <a:moveTo>
                      <a:pt x="0" y="16"/>
                    </a:moveTo>
                    <a:cubicBezTo>
                      <a:pt x="14" y="28"/>
                      <a:pt x="19" y="32"/>
                      <a:pt x="26" y="49"/>
                    </a:cubicBezTo>
                    <a:cubicBezTo>
                      <a:pt x="32" y="62"/>
                      <a:pt x="40" y="84"/>
                      <a:pt x="57" y="84"/>
                    </a:cubicBezTo>
                    <a:cubicBezTo>
                      <a:pt x="56" y="70"/>
                      <a:pt x="54" y="57"/>
                      <a:pt x="62" y="43"/>
                    </a:cubicBezTo>
                    <a:cubicBezTo>
                      <a:pt x="67" y="33"/>
                      <a:pt x="81" y="28"/>
                      <a:pt x="81" y="14"/>
                    </a:cubicBezTo>
                    <a:cubicBezTo>
                      <a:pt x="80" y="14"/>
                      <a:pt x="79" y="14"/>
                      <a:pt x="78" y="14"/>
                    </a:cubicBezTo>
                    <a:cubicBezTo>
                      <a:pt x="75" y="3"/>
                      <a:pt x="60" y="8"/>
                      <a:pt x="53" y="0"/>
                    </a:cubicBezTo>
                    <a:cubicBezTo>
                      <a:pt x="63" y="8"/>
                      <a:pt x="59" y="16"/>
                      <a:pt x="55" y="26"/>
                    </a:cubicBezTo>
                    <a:cubicBezTo>
                      <a:pt x="49" y="39"/>
                      <a:pt x="46" y="43"/>
                      <a:pt x="35" y="33"/>
                    </a:cubicBezTo>
                    <a:cubicBezTo>
                      <a:pt x="31" y="29"/>
                      <a:pt x="27" y="23"/>
                      <a:pt x="23" y="21"/>
                    </a:cubicBezTo>
                    <a:cubicBezTo>
                      <a:pt x="17" y="17"/>
                      <a:pt x="8" y="18"/>
                      <a:pt x="2" y="16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6" name="Freeform 260">
                <a:extLst>
                  <a:ext uri="{FF2B5EF4-FFF2-40B4-BE49-F238E27FC236}">
                    <a16:creationId xmlns:a16="http://schemas.microsoft.com/office/drawing/2014/main" id="{CEBD3478-E61B-42FD-8167-B7AD58403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1053"/>
                <a:ext cx="233" cy="374"/>
              </a:xfrm>
              <a:custGeom>
                <a:avLst/>
                <a:gdLst>
                  <a:gd name="T0" fmla="*/ 1318 w 93"/>
                  <a:gd name="T1" fmla="*/ 0 h 140"/>
                  <a:gd name="T2" fmla="*/ 1193 w 93"/>
                  <a:gd name="T3" fmla="*/ 1314 h 140"/>
                  <a:gd name="T4" fmla="*/ 1401 w 93"/>
                  <a:gd name="T5" fmla="*/ 2156 h 140"/>
                  <a:gd name="T6" fmla="*/ 867 w 93"/>
                  <a:gd name="T7" fmla="*/ 2463 h 140"/>
                  <a:gd name="T8" fmla="*/ 564 w 93"/>
                  <a:gd name="T9" fmla="*/ 2634 h 140"/>
                  <a:gd name="T10" fmla="*/ 0 w 93"/>
                  <a:gd name="T11" fmla="*/ 2669 h 140"/>
                  <a:gd name="T12" fmla="*/ 960 w 93"/>
                  <a:gd name="T13" fmla="*/ 1985 h 140"/>
                  <a:gd name="T14" fmla="*/ 1243 w 93"/>
                  <a:gd name="T15" fmla="*/ 1942 h 140"/>
                  <a:gd name="T16" fmla="*/ 1035 w 93"/>
                  <a:gd name="T17" fmla="*/ 1357 h 140"/>
                  <a:gd name="T18" fmla="*/ 1005 w 93"/>
                  <a:gd name="T19" fmla="*/ 785 h 140"/>
                  <a:gd name="T20" fmla="*/ 1243 w 93"/>
                  <a:gd name="T21" fmla="*/ 286 h 1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3" h="140">
                    <a:moveTo>
                      <a:pt x="84" y="0"/>
                    </a:moveTo>
                    <a:cubicBezTo>
                      <a:pt x="79" y="21"/>
                      <a:pt x="74" y="47"/>
                      <a:pt x="76" y="69"/>
                    </a:cubicBezTo>
                    <a:cubicBezTo>
                      <a:pt x="78" y="82"/>
                      <a:pt x="93" y="101"/>
                      <a:pt x="89" y="113"/>
                    </a:cubicBezTo>
                    <a:cubicBezTo>
                      <a:pt x="86" y="124"/>
                      <a:pt x="65" y="125"/>
                      <a:pt x="55" y="129"/>
                    </a:cubicBezTo>
                    <a:cubicBezTo>
                      <a:pt x="49" y="132"/>
                      <a:pt x="43" y="137"/>
                      <a:pt x="36" y="138"/>
                    </a:cubicBezTo>
                    <a:cubicBezTo>
                      <a:pt x="24" y="139"/>
                      <a:pt x="12" y="132"/>
                      <a:pt x="0" y="140"/>
                    </a:cubicBezTo>
                    <a:cubicBezTo>
                      <a:pt x="14" y="130"/>
                      <a:pt x="87" y="129"/>
                      <a:pt x="61" y="104"/>
                    </a:cubicBezTo>
                    <a:cubicBezTo>
                      <a:pt x="66" y="113"/>
                      <a:pt x="78" y="110"/>
                      <a:pt x="79" y="102"/>
                    </a:cubicBezTo>
                    <a:cubicBezTo>
                      <a:pt x="79" y="96"/>
                      <a:pt x="68" y="77"/>
                      <a:pt x="66" y="71"/>
                    </a:cubicBezTo>
                    <a:cubicBezTo>
                      <a:pt x="82" y="65"/>
                      <a:pt x="75" y="50"/>
                      <a:pt x="64" y="41"/>
                    </a:cubicBezTo>
                    <a:cubicBezTo>
                      <a:pt x="80" y="36"/>
                      <a:pt x="73" y="27"/>
                      <a:pt x="79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7" name="Freeform 261">
                <a:extLst>
                  <a:ext uri="{FF2B5EF4-FFF2-40B4-BE49-F238E27FC236}">
                    <a16:creationId xmlns:a16="http://schemas.microsoft.com/office/drawing/2014/main" id="{35903A47-E6F8-4400-B204-C9AE2B3B8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5" y="1499"/>
                <a:ext cx="170" cy="157"/>
              </a:xfrm>
              <a:custGeom>
                <a:avLst/>
                <a:gdLst>
                  <a:gd name="T0" fmla="*/ 813 w 68"/>
                  <a:gd name="T1" fmla="*/ 0 h 59"/>
                  <a:gd name="T2" fmla="*/ 1050 w 68"/>
                  <a:gd name="T3" fmla="*/ 532 h 59"/>
                  <a:gd name="T4" fmla="*/ 863 w 68"/>
                  <a:gd name="T5" fmla="*/ 772 h 59"/>
                  <a:gd name="T6" fmla="*/ 583 w 68"/>
                  <a:gd name="T7" fmla="*/ 942 h 59"/>
                  <a:gd name="T8" fmla="*/ 0 w 68"/>
                  <a:gd name="T9" fmla="*/ 1112 h 59"/>
                  <a:gd name="T10" fmla="*/ 800 w 68"/>
                  <a:gd name="T11" fmla="*/ 695 h 59"/>
                  <a:gd name="T12" fmla="*/ 938 w 68"/>
                  <a:gd name="T13" fmla="*/ 431 h 59"/>
                  <a:gd name="T14" fmla="*/ 845 w 68"/>
                  <a:gd name="T15" fmla="*/ 114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59">
                    <a:moveTo>
                      <a:pt x="52" y="0"/>
                    </a:moveTo>
                    <a:cubicBezTo>
                      <a:pt x="58" y="10"/>
                      <a:pt x="68" y="15"/>
                      <a:pt x="67" y="28"/>
                    </a:cubicBezTo>
                    <a:cubicBezTo>
                      <a:pt x="66" y="36"/>
                      <a:pt x="60" y="36"/>
                      <a:pt x="55" y="41"/>
                    </a:cubicBezTo>
                    <a:cubicBezTo>
                      <a:pt x="49" y="47"/>
                      <a:pt x="45" y="48"/>
                      <a:pt x="37" y="50"/>
                    </a:cubicBezTo>
                    <a:cubicBezTo>
                      <a:pt x="24" y="52"/>
                      <a:pt x="11" y="52"/>
                      <a:pt x="0" y="59"/>
                    </a:cubicBezTo>
                    <a:cubicBezTo>
                      <a:pt x="13" y="43"/>
                      <a:pt x="35" y="47"/>
                      <a:pt x="51" y="37"/>
                    </a:cubicBezTo>
                    <a:cubicBezTo>
                      <a:pt x="55" y="34"/>
                      <a:pt x="60" y="29"/>
                      <a:pt x="60" y="23"/>
                    </a:cubicBezTo>
                    <a:cubicBezTo>
                      <a:pt x="60" y="20"/>
                      <a:pt x="56" y="8"/>
                      <a:pt x="54" y="6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8" name="Freeform 262">
                <a:extLst>
                  <a:ext uri="{FF2B5EF4-FFF2-40B4-BE49-F238E27FC236}">
                    <a16:creationId xmlns:a16="http://schemas.microsoft.com/office/drawing/2014/main" id="{FE71AA8D-5E25-481F-8964-AEA6C1126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8" y="1816"/>
                <a:ext cx="177" cy="109"/>
              </a:xfrm>
              <a:custGeom>
                <a:avLst/>
                <a:gdLst>
                  <a:gd name="T0" fmla="*/ 0 w 71"/>
                  <a:gd name="T1" fmla="*/ 580 h 41"/>
                  <a:gd name="T2" fmla="*/ 187 w 71"/>
                  <a:gd name="T3" fmla="*/ 715 h 41"/>
                  <a:gd name="T4" fmla="*/ 466 w 71"/>
                  <a:gd name="T5" fmla="*/ 734 h 41"/>
                  <a:gd name="T6" fmla="*/ 820 w 71"/>
                  <a:gd name="T7" fmla="*/ 734 h 41"/>
                  <a:gd name="T8" fmla="*/ 1057 w 71"/>
                  <a:gd name="T9" fmla="*/ 0 h 41"/>
                  <a:gd name="T10" fmla="*/ 1007 w 71"/>
                  <a:gd name="T11" fmla="*/ 452 h 41"/>
                  <a:gd name="T12" fmla="*/ 715 w 71"/>
                  <a:gd name="T13" fmla="*/ 601 h 41"/>
                  <a:gd name="T14" fmla="*/ 446 w 71"/>
                  <a:gd name="T15" fmla="*/ 635 h 41"/>
                  <a:gd name="T16" fmla="*/ 105 w 71"/>
                  <a:gd name="T17" fmla="*/ 601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41">
                    <a:moveTo>
                      <a:pt x="0" y="31"/>
                    </a:moveTo>
                    <a:cubicBezTo>
                      <a:pt x="4" y="32"/>
                      <a:pt x="8" y="37"/>
                      <a:pt x="12" y="38"/>
                    </a:cubicBezTo>
                    <a:cubicBezTo>
                      <a:pt x="18" y="39"/>
                      <a:pt x="25" y="38"/>
                      <a:pt x="30" y="39"/>
                    </a:cubicBezTo>
                    <a:cubicBezTo>
                      <a:pt x="38" y="39"/>
                      <a:pt x="46" y="41"/>
                      <a:pt x="53" y="39"/>
                    </a:cubicBezTo>
                    <a:cubicBezTo>
                      <a:pt x="71" y="34"/>
                      <a:pt x="70" y="16"/>
                      <a:pt x="68" y="0"/>
                    </a:cubicBezTo>
                    <a:cubicBezTo>
                      <a:pt x="69" y="7"/>
                      <a:pt x="69" y="18"/>
                      <a:pt x="65" y="24"/>
                    </a:cubicBezTo>
                    <a:cubicBezTo>
                      <a:pt x="61" y="30"/>
                      <a:pt x="53" y="31"/>
                      <a:pt x="46" y="32"/>
                    </a:cubicBezTo>
                    <a:cubicBezTo>
                      <a:pt x="40" y="33"/>
                      <a:pt x="35" y="32"/>
                      <a:pt x="29" y="34"/>
                    </a:cubicBezTo>
                    <a:cubicBezTo>
                      <a:pt x="21" y="35"/>
                      <a:pt x="15" y="34"/>
                      <a:pt x="7" y="32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9" name="Freeform 263">
                <a:extLst>
                  <a:ext uri="{FF2B5EF4-FFF2-40B4-BE49-F238E27FC236}">
                    <a16:creationId xmlns:a16="http://schemas.microsoft.com/office/drawing/2014/main" id="{A67B895A-214B-4C66-B326-A47B3C358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" y="1741"/>
                <a:ext cx="120" cy="86"/>
              </a:xfrm>
              <a:custGeom>
                <a:avLst/>
                <a:gdLst>
                  <a:gd name="T0" fmla="*/ 0 w 48"/>
                  <a:gd name="T1" fmla="*/ 0 h 32"/>
                  <a:gd name="T2" fmla="*/ 50 w 48"/>
                  <a:gd name="T3" fmla="*/ 159 h 32"/>
                  <a:gd name="T4" fmla="*/ 83 w 48"/>
                  <a:gd name="T5" fmla="*/ 290 h 32"/>
                  <a:gd name="T6" fmla="*/ 270 w 48"/>
                  <a:gd name="T7" fmla="*/ 484 h 32"/>
                  <a:gd name="T8" fmla="*/ 750 w 48"/>
                  <a:gd name="T9" fmla="*/ 484 h 32"/>
                  <a:gd name="T10" fmla="*/ 375 w 48"/>
                  <a:gd name="T11" fmla="*/ 449 h 32"/>
                  <a:gd name="T12" fmla="*/ 208 w 48"/>
                  <a:gd name="T13" fmla="*/ 218 h 32"/>
                  <a:gd name="T14" fmla="*/ 0 w 48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2">
                    <a:moveTo>
                      <a:pt x="0" y="0"/>
                    </a:moveTo>
                    <a:cubicBezTo>
                      <a:pt x="0" y="3"/>
                      <a:pt x="2" y="6"/>
                      <a:pt x="3" y="8"/>
                    </a:cubicBezTo>
                    <a:cubicBezTo>
                      <a:pt x="4" y="10"/>
                      <a:pt x="4" y="13"/>
                      <a:pt x="5" y="15"/>
                    </a:cubicBezTo>
                    <a:cubicBezTo>
                      <a:pt x="7" y="20"/>
                      <a:pt x="12" y="23"/>
                      <a:pt x="17" y="25"/>
                    </a:cubicBezTo>
                    <a:cubicBezTo>
                      <a:pt x="29" y="32"/>
                      <a:pt x="35" y="32"/>
                      <a:pt x="48" y="25"/>
                    </a:cubicBezTo>
                    <a:cubicBezTo>
                      <a:pt x="40" y="27"/>
                      <a:pt x="32" y="25"/>
                      <a:pt x="24" y="23"/>
                    </a:cubicBezTo>
                    <a:cubicBezTo>
                      <a:pt x="19" y="21"/>
                      <a:pt x="8" y="17"/>
                      <a:pt x="13" y="11"/>
                    </a:cubicBezTo>
                    <a:cubicBezTo>
                      <a:pt x="8" y="14"/>
                      <a:pt x="1" y="4"/>
                      <a:pt x="0" y="0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0" name="Freeform 264">
                <a:extLst>
                  <a:ext uri="{FF2B5EF4-FFF2-40B4-BE49-F238E27FC236}">
                    <a16:creationId xmlns:a16="http://schemas.microsoft.com/office/drawing/2014/main" id="{CD7D9B8D-0A39-41B9-9D96-0D3416CDE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552"/>
                <a:ext cx="85" cy="29"/>
              </a:xfrm>
              <a:custGeom>
                <a:avLst/>
                <a:gdLst>
                  <a:gd name="T0" fmla="*/ 0 w 34"/>
                  <a:gd name="T1" fmla="*/ 200 h 11"/>
                  <a:gd name="T2" fmla="*/ 333 w 34"/>
                  <a:gd name="T3" fmla="*/ 34 h 11"/>
                  <a:gd name="T4" fmla="*/ 533 w 34"/>
                  <a:gd name="T5" fmla="*/ 166 h 11"/>
                  <a:gd name="T6" fmla="*/ 50 w 34"/>
                  <a:gd name="T7" fmla="*/ 16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1">
                    <a:moveTo>
                      <a:pt x="0" y="11"/>
                    </a:moveTo>
                    <a:cubicBezTo>
                      <a:pt x="5" y="5"/>
                      <a:pt x="14" y="0"/>
                      <a:pt x="21" y="2"/>
                    </a:cubicBezTo>
                    <a:cubicBezTo>
                      <a:pt x="25" y="3"/>
                      <a:pt x="32" y="5"/>
                      <a:pt x="34" y="9"/>
                    </a:cubicBezTo>
                    <a:cubicBezTo>
                      <a:pt x="24" y="9"/>
                      <a:pt x="12" y="5"/>
                      <a:pt x="3" y="9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1" name="Freeform 265">
                <a:extLst>
                  <a:ext uri="{FF2B5EF4-FFF2-40B4-BE49-F238E27FC236}">
                    <a16:creationId xmlns:a16="http://schemas.microsoft.com/office/drawing/2014/main" id="{2859BF1C-61A4-4726-ABF4-F01627C30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624"/>
                <a:ext cx="73" cy="45"/>
              </a:xfrm>
              <a:custGeom>
                <a:avLst/>
                <a:gdLst>
                  <a:gd name="T0" fmla="*/ 0 w 29"/>
                  <a:gd name="T1" fmla="*/ 56 h 17"/>
                  <a:gd name="T2" fmla="*/ 463 w 29"/>
                  <a:gd name="T3" fmla="*/ 315 h 17"/>
                  <a:gd name="T4" fmla="*/ 335 w 2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7">
                    <a:moveTo>
                      <a:pt x="0" y="3"/>
                    </a:moveTo>
                    <a:cubicBezTo>
                      <a:pt x="9" y="7"/>
                      <a:pt x="19" y="14"/>
                      <a:pt x="29" y="17"/>
                    </a:cubicBezTo>
                    <a:cubicBezTo>
                      <a:pt x="28" y="11"/>
                      <a:pt x="22" y="6"/>
                      <a:pt x="21" y="0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2" name="Freeform 266">
                <a:extLst>
                  <a:ext uri="{FF2B5EF4-FFF2-40B4-BE49-F238E27FC236}">
                    <a16:creationId xmlns:a16="http://schemas.microsoft.com/office/drawing/2014/main" id="{F5A6DE92-B326-4FF6-9BFC-2191E1B7F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1728"/>
                <a:ext cx="75" cy="83"/>
              </a:xfrm>
              <a:custGeom>
                <a:avLst/>
                <a:gdLst>
                  <a:gd name="T0" fmla="*/ 20 w 30"/>
                  <a:gd name="T1" fmla="*/ 0 h 31"/>
                  <a:gd name="T2" fmla="*/ 345 w 30"/>
                  <a:gd name="T3" fmla="*/ 594 h 31"/>
                  <a:gd name="T4" fmla="*/ 333 w 30"/>
                  <a:gd name="T5" fmla="*/ 329 h 31"/>
                  <a:gd name="T6" fmla="*/ 470 w 30"/>
                  <a:gd name="T7" fmla="*/ 20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1" y="0"/>
                    </a:moveTo>
                    <a:cubicBezTo>
                      <a:pt x="0" y="7"/>
                      <a:pt x="17" y="29"/>
                      <a:pt x="22" y="31"/>
                    </a:cubicBezTo>
                    <a:cubicBezTo>
                      <a:pt x="22" y="26"/>
                      <a:pt x="16" y="22"/>
                      <a:pt x="21" y="17"/>
                    </a:cubicBezTo>
                    <a:cubicBezTo>
                      <a:pt x="23" y="14"/>
                      <a:pt x="28" y="14"/>
                      <a:pt x="30" y="11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3" name="Freeform 267">
                <a:extLst>
                  <a:ext uri="{FF2B5EF4-FFF2-40B4-BE49-F238E27FC236}">
                    <a16:creationId xmlns:a16="http://schemas.microsoft.com/office/drawing/2014/main" id="{E00E2747-C91C-4566-B046-212215A20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189"/>
                <a:ext cx="82" cy="75"/>
              </a:xfrm>
              <a:custGeom>
                <a:avLst/>
                <a:gdLst>
                  <a:gd name="T0" fmla="*/ 92 w 33"/>
                  <a:gd name="T1" fmla="*/ 78 h 28"/>
                  <a:gd name="T2" fmla="*/ 199 w 33"/>
                  <a:gd name="T3" fmla="*/ 0 h 28"/>
                  <a:gd name="T4" fmla="*/ 308 w 33"/>
                  <a:gd name="T5" fmla="*/ 230 h 28"/>
                  <a:gd name="T6" fmla="*/ 507 w 33"/>
                  <a:gd name="T7" fmla="*/ 538 h 28"/>
                  <a:gd name="T8" fmla="*/ 258 w 33"/>
                  <a:gd name="T9" fmla="*/ 252 h 28"/>
                  <a:gd name="T10" fmla="*/ 0 w 33"/>
                  <a:gd name="T11" fmla="*/ 209 h 28"/>
                  <a:gd name="T12" fmla="*/ 42 w 33"/>
                  <a:gd name="T13" fmla="*/ 11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8">
                    <a:moveTo>
                      <a:pt x="6" y="4"/>
                    </a:moveTo>
                    <a:cubicBezTo>
                      <a:pt x="9" y="4"/>
                      <a:pt x="11" y="2"/>
                      <a:pt x="13" y="0"/>
                    </a:cubicBezTo>
                    <a:cubicBezTo>
                      <a:pt x="12" y="4"/>
                      <a:pt x="17" y="9"/>
                      <a:pt x="20" y="12"/>
                    </a:cubicBezTo>
                    <a:cubicBezTo>
                      <a:pt x="24" y="17"/>
                      <a:pt x="28" y="24"/>
                      <a:pt x="33" y="28"/>
                    </a:cubicBezTo>
                    <a:cubicBezTo>
                      <a:pt x="27" y="24"/>
                      <a:pt x="23" y="19"/>
                      <a:pt x="17" y="13"/>
                    </a:cubicBezTo>
                    <a:cubicBezTo>
                      <a:pt x="12" y="7"/>
                      <a:pt x="7" y="9"/>
                      <a:pt x="0" y="11"/>
                    </a:cubicBezTo>
                    <a:cubicBezTo>
                      <a:pt x="1" y="9"/>
                      <a:pt x="2" y="8"/>
                      <a:pt x="3" y="6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4" name="Freeform 268">
                <a:extLst>
                  <a:ext uri="{FF2B5EF4-FFF2-40B4-BE49-F238E27FC236}">
                    <a16:creationId xmlns:a16="http://schemas.microsoft.com/office/drawing/2014/main" id="{C195EE5C-59F7-406C-BD98-8D145AA9A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072"/>
                <a:ext cx="47" cy="227"/>
              </a:xfrm>
              <a:custGeom>
                <a:avLst/>
                <a:gdLst>
                  <a:gd name="T0" fmla="*/ 121 w 19"/>
                  <a:gd name="T1" fmla="*/ 0 h 85"/>
                  <a:gd name="T2" fmla="*/ 215 w 19"/>
                  <a:gd name="T3" fmla="*/ 379 h 85"/>
                  <a:gd name="T4" fmla="*/ 228 w 19"/>
                  <a:gd name="T5" fmla="*/ 876 h 85"/>
                  <a:gd name="T6" fmla="*/ 287 w 19"/>
                  <a:gd name="T7" fmla="*/ 1618 h 85"/>
                  <a:gd name="T8" fmla="*/ 0 w 19"/>
                  <a:gd name="T9" fmla="*/ 1277 h 85"/>
                  <a:gd name="T10" fmla="*/ 166 w 19"/>
                  <a:gd name="T11" fmla="*/ 969 h 85"/>
                  <a:gd name="T12" fmla="*/ 92 w 19"/>
                  <a:gd name="T13" fmla="*/ 855 h 85"/>
                  <a:gd name="T14" fmla="*/ 134 w 19"/>
                  <a:gd name="T15" fmla="*/ 721 h 85"/>
                  <a:gd name="T16" fmla="*/ 92 w 19"/>
                  <a:gd name="T17" fmla="*/ 379 h 85"/>
                  <a:gd name="T18" fmla="*/ 166 w 19"/>
                  <a:gd name="T19" fmla="*/ 150 h 85"/>
                  <a:gd name="T20" fmla="*/ 134 w 19"/>
                  <a:gd name="T21" fmla="*/ 0 h 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85">
                    <a:moveTo>
                      <a:pt x="8" y="0"/>
                    </a:moveTo>
                    <a:cubicBezTo>
                      <a:pt x="16" y="4"/>
                      <a:pt x="14" y="12"/>
                      <a:pt x="14" y="20"/>
                    </a:cubicBezTo>
                    <a:cubicBezTo>
                      <a:pt x="14" y="28"/>
                      <a:pt x="15" y="37"/>
                      <a:pt x="15" y="46"/>
                    </a:cubicBezTo>
                    <a:cubicBezTo>
                      <a:pt x="16" y="59"/>
                      <a:pt x="15" y="73"/>
                      <a:pt x="19" y="85"/>
                    </a:cubicBezTo>
                    <a:cubicBezTo>
                      <a:pt x="17" y="76"/>
                      <a:pt x="12" y="61"/>
                      <a:pt x="0" y="67"/>
                    </a:cubicBezTo>
                    <a:cubicBezTo>
                      <a:pt x="6" y="66"/>
                      <a:pt x="12" y="57"/>
                      <a:pt x="11" y="51"/>
                    </a:cubicBezTo>
                    <a:cubicBezTo>
                      <a:pt x="10" y="47"/>
                      <a:pt x="7" y="47"/>
                      <a:pt x="6" y="45"/>
                    </a:cubicBezTo>
                    <a:cubicBezTo>
                      <a:pt x="6" y="43"/>
                      <a:pt x="8" y="40"/>
                      <a:pt x="9" y="38"/>
                    </a:cubicBezTo>
                    <a:cubicBezTo>
                      <a:pt x="12" y="30"/>
                      <a:pt x="5" y="26"/>
                      <a:pt x="6" y="20"/>
                    </a:cubicBezTo>
                    <a:cubicBezTo>
                      <a:pt x="7" y="15"/>
                      <a:pt x="11" y="13"/>
                      <a:pt x="11" y="8"/>
                    </a:cubicBezTo>
                    <a:cubicBezTo>
                      <a:pt x="11" y="5"/>
                      <a:pt x="10" y="3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5" name="Freeform 269">
                <a:extLst>
                  <a:ext uri="{FF2B5EF4-FFF2-40B4-BE49-F238E27FC236}">
                    <a16:creationId xmlns:a16="http://schemas.microsoft.com/office/drawing/2014/main" id="{270C1A3A-3EA5-4DED-946F-DBB603BE5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419"/>
                <a:ext cx="60" cy="162"/>
              </a:xfrm>
              <a:custGeom>
                <a:avLst/>
                <a:gdLst>
                  <a:gd name="T0" fmla="*/ 20 w 24"/>
                  <a:gd name="T1" fmla="*/ 0 h 61"/>
                  <a:gd name="T2" fmla="*/ 33 w 24"/>
                  <a:gd name="T3" fmla="*/ 733 h 61"/>
                  <a:gd name="T4" fmla="*/ 33 w 24"/>
                  <a:gd name="T5" fmla="*/ 972 h 61"/>
                  <a:gd name="T6" fmla="*/ 375 w 24"/>
                  <a:gd name="T7" fmla="*/ 1142 h 61"/>
                  <a:gd name="T8" fmla="*/ 145 w 24"/>
                  <a:gd name="T9" fmla="*/ 972 h 61"/>
                  <a:gd name="T10" fmla="*/ 283 w 24"/>
                  <a:gd name="T11" fmla="*/ 733 h 61"/>
                  <a:gd name="T12" fmla="*/ 158 w 24"/>
                  <a:gd name="T13" fmla="*/ 465 h 61"/>
                  <a:gd name="T14" fmla="*/ 113 w 24"/>
                  <a:gd name="T15" fmla="*/ 77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1">
                    <a:moveTo>
                      <a:pt x="1" y="0"/>
                    </a:moveTo>
                    <a:cubicBezTo>
                      <a:pt x="9" y="10"/>
                      <a:pt x="4" y="27"/>
                      <a:pt x="2" y="39"/>
                    </a:cubicBezTo>
                    <a:cubicBezTo>
                      <a:pt x="2" y="43"/>
                      <a:pt x="0" y="48"/>
                      <a:pt x="2" y="52"/>
                    </a:cubicBezTo>
                    <a:cubicBezTo>
                      <a:pt x="6" y="60"/>
                      <a:pt x="18" y="56"/>
                      <a:pt x="24" y="61"/>
                    </a:cubicBezTo>
                    <a:cubicBezTo>
                      <a:pt x="19" y="60"/>
                      <a:pt x="11" y="57"/>
                      <a:pt x="9" y="52"/>
                    </a:cubicBezTo>
                    <a:cubicBezTo>
                      <a:pt x="6" y="45"/>
                      <a:pt x="12" y="40"/>
                      <a:pt x="18" y="39"/>
                    </a:cubicBezTo>
                    <a:cubicBezTo>
                      <a:pt x="7" y="44"/>
                      <a:pt x="10" y="29"/>
                      <a:pt x="10" y="25"/>
                    </a:cubicBezTo>
                    <a:cubicBezTo>
                      <a:pt x="11" y="18"/>
                      <a:pt x="7" y="11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6" name="Freeform 270">
                <a:extLst>
                  <a:ext uri="{FF2B5EF4-FFF2-40B4-BE49-F238E27FC236}">
                    <a16:creationId xmlns:a16="http://schemas.microsoft.com/office/drawing/2014/main" id="{00219BBF-B569-4116-87EB-2AD8C985A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509"/>
                <a:ext cx="138" cy="94"/>
              </a:xfrm>
              <a:custGeom>
                <a:avLst/>
                <a:gdLst>
                  <a:gd name="T0" fmla="*/ 0 w 55"/>
                  <a:gd name="T1" fmla="*/ 599 h 35"/>
                  <a:gd name="T2" fmla="*/ 492 w 55"/>
                  <a:gd name="T3" fmla="*/ 346 h 35"/>
                  <a:gd name="T4" fmla="*/ 693 w 55"/>
                  <a:gd name="T5" fmla="*/ 274 h 35"/>
                  <a:gd name="T6" fmla="*/ 868 w 55"/>
                  <a:gd name="T7" fmla="*/ 0 h 35"/>
                  <a:gd name="T8" fmla="*/ 660 w 55"/>
                  <a:gd name="T9" fmla="*/ 218 h 35"/>
                  <a:gd name="T10" fmla="*/ 472 w 55"/>
                  <a:gd name="T11" fmla="*/ 137 h 35"/>
                  <a:gd name="T12" fmla="*/ 459 w 55"/>
                  <a:gd name="T13" fmla="*/ 309 h 35"/>
                  <a:gd name="T14" fmla="*/ 251 w 55"/>
                  <a:gd name="T15" fmla="*/ 346 h 35"/>
                  <a:gd name="T16" fmla="*/ 146 w 55"/>
                  <a:gd name="T17" fmla="*/ 50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35">
                    <a:moveTo>
                      <a:pt x="0" y="31"/>
                    </a:moveTo>
                    <a:cubicBezTo>
                      <a:pt x="12" y="35"/>
                      <a:pt x="22" y="22"/>
                      <a:pt x="31" y="18"/>
                    </a:cubicBezTo>
                    <a:cubicBezTo>
                      <a:pt x="36" y="17"/>
                      <a:pt x="40" y="17"/>
                      <a:pt x="44" y="14"/>
                    </a:cubicBezTo>
                    <a:cubicBezTo>
                      <a:pt x="50" y="11"/>
                      <a:pt x="52" y="6"/>
                      <a:pt x="55" y="0"/>
                    </a:cubicBezTo>
                    <a:cubicBezTo>
                      <a:pt x="50" y="4"/>
                      <a:pt x="48" y="9"/>
                      <a:pt x="42" y="11"/>
                    </a:cubicBezTo>
                    <a:cubicBezTo>
                      <a:pt x="38" y="12"/>
                      <a:pt x="31" y="13"/>
                      <a:pt x="30" y="7"/>
                    </a:cubicBezTo>
                    <a:cubicBezTo>
                      <a:pt x="30" y="11"/>
                      <a:pt x="32" y="12"/>
                      <a:pt x="29" y="16"/>
                    </a:cubicBezTo>
                    <a:cubicBezTo>
                      <a:pt x="26" y="19"/>
                      <a:pt x="19" y="20"/>
                      <a:pt x="16" y="18"/>
                    </a:cubicBezTo>
                    <a:cubicBezTo>
                      <a:pt x="16" y="22"/>
                      <a:pt x="14" y="26"/>
                      <a:pt x="9" y="26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7" name="Freeform 271">
                <a:extLst>
                  <a:ext uri="{FF2B5EF4-FFF2-40B4-BE49-F238E27FC236}">
                    <a16:creationId xmlns:a16="http://schemas.microsoft.com/office/drawing/2014/main" id="{EC7A8041-67C2-4450-933D-282104523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579"/>
                <a:ext cx="356" cy="258"/>
              </a:xfrm>
              <a:custGeom>
                <a:avLst/>
                <a:gdLst>
                  <a:gd name="T0" fmla="*/ 0 w 142"/>
                  <a:gd name="T1" fmla="*/ 0 h 97"/>
                  <a:gd name="T2" fmla="*/ 238 w 142"/>
                  <a:gd name="T3" fmla="*/ 136 h 97"/>
                  <a:gd name="T4" fmla="*/ 521 w 142"/>
                  <a:gd name="T5" fmla="*/ 282 h 97"/>
                  <a:gd name="T6" fmla="*/ 1005 w 142"/>
                  <a:gd name="T7" fmla="*/ 657 h 97"/>
                  <a:gd name="T8" fmla="*/ 1672 w 142"/>
                  <a:gd name="T9" fmla="*/ 1032 h 97"/>
                  <a:gd name="T10" fmla="*/ 1830 w 142"/>
                  <a:gd name="T11" fmla="*/ 1394 h 97"/>
                  <a:gd name="T12" fmla="*/ 2239 w 142"/>
                  <a:gd name="T13" fmla="*/ 1825 h 97"/>
                  <a:gd name="T14" fmla="*/ 1810 w 142"/>
                  <a:gd name="T15" fmla="*/ 1769 h 97"/>
                  <a:gd name="T16" fmla="*/ 1685 w 142"/>
                  <a:gd name="T17" fmla="*/ 1407 h 97"/>
                  <a:gd name="T18" fmla="*/ 1464 w 142"/>
                  <a:gd name="T19" fmla="*/ 1317 h 97"/>
                  <a:gd name="T20" fmla="*/ 1389 w 142"/>
                  <a:gd name="T21" fmla="*/ 1146 h 97"/>
                  <a:gd name="T22" fmla="*/ 1168 w 142"/>
                  <a:gd name="T23" fmla="*/ 1091 h 97"/>
                  <a:gd name="T24" fmla="*/ 1005 w 142"/>
                  <a:gd name="T25" fmla="*/ 862 h 97"/>
                  <a:gd name="T26" fmla="*/ 900 w 142"/>
                  <a:gd name="T27" fmla="*/ 636 h 97"/>
                  <a:gd name="T28" fmla="*/ 805 w 142"/>
                  <a:gd name="T29" fmla="*/ 580 h 97"/>
                  <a:gd name="T30" fmla="*/ 785 w 142"/>
                  <a:gd name="T31" fmla="*/ 524 h 97"/>
                  <a:gd name="T32" fmla="*/ 617 w 142"/>
                  <a:gd name="T33" fmla="*/ 362 h 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2" h="97">
                    <a:moveTo>
                      <a:pt x="0" y="0"/>
                    </a:moveTo>
                    <a:cubicBezTo>
                      <a:pt x="4" y="3"/>
                      <a:pt x="10" y="5"/>
                      <a:pt x="15" y="7"/>
                    </a:cubicBezTo>
                    <a:cubicBezTo>
                      <a:pt x="21" y="9"/>
                      <a:pt x="27" y="12"/>
                      <a:pt x="33" y="15"/>
                    </a:cubicBezTo>
                    <a:cubicBezTo>
                      <a:pt x="44" y="21"/>
                      <a:pt x="54" y="28"/>
                      <a:pt x="64" y="35"/>
                    </a:cubicBezTo>
                    <a:cubicBezTo>
                      <a:pt x="72" y="41"/>
                      <a:pt x="95" y="63"/>
                      <a:pt x="106" y="55"/>
                    </a:cubicBezTo>
                    <a:cubicBezTo>
                      <a:pt x="103" y="64"/>
                      <a:pt x="110" y="69"/>
                      <a:pt x="116" y="74"/>
                    </a:cubicBezTo>
                    <a:cubicBezTo>
                      <a:pt x="125" y="81"/>
                      <a:pt x="136" y="88"/>
                      <a:pt x="142" y="97"/>
                    </a:cubicBezTo>
                    <a:cubicBezTo>
                      <a:pt x="137" y="89"/>
                      <a:pt x="119" y="83"/>
                      <a:pt x="115" y="94"/>
                    </a:cubicBezTo>
                    <a:cubicBezTo>
                      <a:pt x="116" y="86"/>
                      <a:pt x="114" y="79"/>
                      <a:pt x="107" y="75"/>
                    </a:cubicBezTo>
                    <a:cubicBezTo>
                      <a:pt x="104" y="73"/>
                      <a:pt x="95" y="73"/>
                      <a:pt x="93" y="70"/>
                    </a:cubicBezTo>
                    <a:cubicBezTo>
                      <a:pt x="91" y="67"/>
                      <a:pt x="93" y="64"/>
                      <a:pt x="88" y="61"/>
                    </a:cubicBezTo>
                    <a:cubicBezTo>
                      <a:pt x="84" y="58"/>
                      <a:pt x="79" y="58"/>
                      <a:pt x="74" y="58"/>
                    </a:cubicBezTo>
                    <a:cubicBezTo>
                      <a:pt x="77" y="47"/>
                      <a:pt x="70" y="50"/>
                      <a:pt x="64" y="46"/>
                    </a:cubicBezTo>
                    <a:cubicBezTo>
                      <a:pt x="60" y="43"/>
                      <a:pt x="60" y="38"/>
                      <a:pt x="57" y="34"/>
                    </a:cubicBezTo>
                    <a:cubicBezTo>
                      <a:pt x="55" y="33"/>
                      <a:pt x="52" y="32"/>
                      <a:pt x="51" y="31"/>
                    </a:cubicBezTo>
                    <a:cubicBezTo>
                      <a:pt x="50" y="30"/>
                      <a:pt x="50" y="28"/>
                      <a:pt x="50" y="28"/>
                    </a:cubicBezTo>
                    <a:cubicBezTo>
                      <a:pt x="47" y="24"/>
                      <a:pt x="43" y="22"/>
                      <a:pt x="39" y="19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8" name="Freeform 272">
                <a:extLst>
                  <a:ext uri="{FF2B5EF4-FFF2-40B4-BE49-F238E27FC236}">
                    <a16:creationId xmlns:a16="http://schemas.microsoft.com/office/drawing/2014/main" id="{2D6C56D8-EF46-4ABB-8218-D59CAEB73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784"/>
                <a:ext cx="105" cy="152"/>
              </a:xfrm>
              <a:custGeom>
                <a:avLst/>
                <a:gdLst>
                  <a:gd name="T0" fmla="*/ 33 w 42"/>
                  <a:gd name="T1" fmla="*/ 248 h 57"/>
                  <a:gd name="T2" fmla="*/ 375 w 42"/>
                  <a:gd name="T3" fmla="*/ 363 h 57"/>
                  <a:gd name="T4" fmla="*/ 658 w 42"/>
                  <a:gd name="T5" fmla="*/ 1080 h 57"/>
                  <a:gd name="T6" fmla="*/ 375 w 42"/>
                  <a:gd name="T7" fmla="*/ 683 h 57"/>
                  <a:gd name="T8" fmla="*/ 208 w 42"/>
                  <a:gd name="T9" fmla="*/ 397 h 57"/>
                  <a:gd name="T10" fmla="*/ 50 w 42"/>
                  <a:gd name="T11" fmla="*/ 205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7">
                    <a:moveTo>
                      <a:pt x="2" y="13"/>
                    </a:moveTo>
                    <a:cubicBezTo>
                      <a:pt x="0" y="0"/>
                      <a:pt x="22" y="18"/>
                      <a:pt x="24" y="19"/>
                    </a:cubicBezTo>
                    <a:cubicBezTo>
                      <a:pt x="36" y="29"/>
                      <a:pt x="38" y="42"/>
                      <a:pt x="42" y="57"/>
                    </a:cubicBezTo>
                    <a:cubicBezTo>
                      <a:pt x="42" y="52"/>
                      <a:pt x="31" y="23"/>
                      <a:pt x="24" y="36"/>
                    </a:cubicBezTo>
                    <a:cubicBezTo>
                      <a:pt x="30" y="28"/>
                      <a:pt x="22" y="19"/>
                      <a:pt x="13" y="21"/>
                    </a:cubicBezTo>
                    <a:cubicBezTo>
                      <a:pt x="12" y="13"/>
                      <a:pt x="9" y="15"/>
                      <a:pt x="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9" name="Freeform 273">
                <a:extLst>
                  <a:ext uri="{FF2B5EF4-FFF2-40B4-BE49-F238E27FC236}">
                    <a16:creationId xmlns:a16="http://schemas.microsoft.com/office/drawing/2014/main" id="{D1FA6A3B-180F-4ECA-8142-64FFA1F3F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728"/>
                <a:ext cx="118" cy="123"/>
              </a:xfrm>
              <a:custGeom>
                <a:avLst/>
                <a:gdLst>
                  <a:gd name="T0" fmla="*/ 0 w 47"/>
                  <a:gd name="T1" fmla="*/ 0 h 46"/>
                  <a:gd name="T2" fmla="*/ 239 w 47"/>
                  <a:gd name="T3" fmla="*/ 78 h 46"/>
                  <a:gd name="T4" fmla="*/ 459 w 47"/>
                  <a:gd name="T5" fmla="*/ 251 h 46"/>
                  <a:gd name="T6" fmla="*/ 743 w 47"/>
                  <a:gd name="T7" fmla="*/ 880 h 46"/>
                  <a:gd name="T8" fmla="*/ 397 w 47"/>
                  <a:gd name="T9" fmla="*/ 594 h 46"/>
                  <a:gd name="T10" fmla="*/ 429 w 47"/>
                  <a:gd name="T11" fmla="*/ 401 h 46"/>
                  <a:gd name="T12" fmla="*/ 379 w 47"/>
                  <a:gd name="T13" fmla="*/ 308 h 46"/>
                  <a:gd name="T14" fmla="*/ 284 w 47"/>
                  <a:gd name="T15" fmla="*/ 265 h 46"/>
                  <a:gd name="T16" fmla="*/ 208 w 47"/>
                  <a:gd name="T17" fmla="*/ 171 h 46"/>
                  <a:gd name="T18" fmla="*/ 63 w 47"/>
                  <a:gd name="T19" fmla="*/ 21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46">
                    <a:moveTo>
                      <a:pt x="0" y="0"/>
                    </a:moveTo>
                    <a:cubicBezTo>
                      <a:pt x="4" y="3"/>
                      <a:pt x="10" y="2"/>
                      <a:pt x="15" y="4"/>
                    </a:cubicBezTo>
                    <a:cubicBezTo>
                      <a:pt x="20" y="6"/>
                      <a:pt x="25" y="9"/>
                      <a:pt x="29" y="13"/>
                    </a:cubicBezTo>
                    <a:cubicBezTo>
                      <a:pt x="38" y="22"/>
                      <a:pt x="44" y="34"/>
                      <a:pt x="47" y="46"/>
                    </a:cubicBezTo>
                    <a:cubicBezTo>
                      <a:pt x="45" y="39"/>
                      <a:pt x="33" y="20"/>
                      <a:pt x="25" y="31"/>
                    </a:cubicBezTo>
                    <a:cubicBezTo>
                      <a:pt x="27" y="29"/>
                      <a:pt x="28" y="24"/>
                      <a:pt x="27" y="21"/>
                    </a:cubicBezTo>
                    <a:cubicBezTo>
                      <a:pt x="26" y="19"/>
                      <a:pt x="25" y="17"/>
                      <a:pt x="24" y="16"/>
                    </a:cubicBezTo>
                    <a:cubicBezTo>
                      <a:pt x="22" y="14"/>
                      <a:pt x="19" y="15"/>
                      <a:pt x="18" y="14"/>
                    </a:cubicBezTo>
                    <a:cubicBezTo>
                      <a:pt x="16" y="13"/>
                      <a:pt x="15" y="11"/>
                      <a:pt x="13" y="9"/>
                    </a:cubicBezTo>
                    <a:cubicBezTo>
                      <a:pt x="10" y="5"/>
                      <a:pt x="8" y="4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0" name="Freeform 274">
                <a:extLst>
                  <a:ext uri="{FF2B5EF4-FFF2-40B4-BE49-F238E27FC236}">
                    <a16:creationId xmlns:a16="http://schemas.microsoft.com/office/drawing/2014/main" id="{839BED7A-ED37-403E-B42A-57C92EF70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528"/>
                <a:ext cx="228" cy="229"/>
              </a:xfrm>
              <a:custGeom>
                <a:avLst/>
                <a:gdLst>
                  <a:gd name="T0" fmla="*/ 0 w 91"/>
                  <a:gd name="T1" fmla="*/ 1624 h 86"/>
                  <a:gd name="T2" fmla="*/ 438 w 91"/>
                  <a:gd name="T3" fmla="*/ 1057 h 86"/>
                  <a:gd name="T4" fmla="*/ 897 w 91"/>
                  <a:gd name="T5" fmla="*/ 759 h 86"/>
                  <a:gd name="T6" fmla="*/ 1288 w 91"/>
                  <a:gd name="T7" fmla="*/ 0 h 86"/>
                  <a:gd name="T8" fmla="*/ 1085 w 91"/>
                  <a:gd name="T9" fmla="*/ 533 h 86"/>
                  <a:gd name="T10" fmla="*/ 646 w 91"/>
                  <a:gd name="T11" fmla="*/ 511 h 86"/>
                  <a:gd name="T12" fmla="*/ 564 w 91"/>
                  <a:gd name="T13" fmla="*/ 772 h 86"/>
                  <a:gd name="T14" fmla="*/ 238 w 91"/>
                  <a:gd name="T15" fmla="*/ 815 h 86"/>
                  <a:gd name="T16" fmla="*/ 283 w 91"/>
                  <a:gd name="T17" fmla="*/ 1036 h 86"/>
                  <a:gd name="T18" fmla="*/ 63 w 91"/>
                  <a:gd name="T19" fmla="*/ 1206 h 86"/>
                  <a:gd name="T20" fmla="*/ 20 w 91"/>
                  <a:gd name="T21" fmla="*/ 1489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86">
                    <a:moveTo>
                      <a:pt x="0" y="86"/>
                    </a:moveTo>
                    <a:cubicBezTo>
                      <a:pt x="12" y="81"/>
                      <a:pt x="19" y="65"/>
                      <a:pt x="28" y="56"/>
                    </a:cubicBezTo>
                    <a:cubicBezTo>
                      <a:pt x="36" y="48"/>
                      <a:pt x="47" y="44"/>
                      <a:pt x="57" y="40"/>
                    </a:cubicBezTo>
                    <a:cubicBezTo>
                      <a:pt x="71" y="33"/>
                      <a:pt x="91" y="19"/>
                      <a:pt x="82" y="0"/>
                    </a:cubicBezTo>
                    <a:cubicBezTo>
                      <a:pt x="79" y="12"/>
                      <a:pt x="80" y="21"/>
                      <a:pt x="69" y="28"/>
                    </a:cubicBezTo>
                    <a:cubicBezTo>
                      <a:pt x="63" y="32"/>
                      <a:pt x="43" y="37"/>
                      <a:pt x="41" y="27"/>
                    </a:cubicBezTo>
                    <a:cubicBezTo>
                      <a:pt x="42" y="34"/>
                      <a:pt x="44" y="37"/>
                      <a:pt x="36" y="41"/>
                    </a:cubicBezTo>
                    <a:cubicBezTo>
                      <a:pt x="30" y="44"/>
                      <a:pt x="22" y="48"/>
                      <a:pt x="15" y="43"/>
                    </a:cubicBezTo>
                    <a:cubicBezTo>
                      <a:pt x="20" y="45"/>
                      <a:pt x="20" y="51"/>
                      <a:pt x="18" y="55"/>
                    </a:cubicBezTo>
                    <a:cubicBezTo>
                      <a:pt x="15" y="62"/>
                      <a:pt x="10" y="63"/>
                      <a:pt x="4" y="64"/>
                    </a:cubicBezTo>
                    <a:cubicBezTo>
                      <a:pt x="8" y="69"/>
                      <a:pt x="2" y="76"/>
                      <a:pt x="1" y="79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1" name="Freeform 275">
                <a:extLst>
                  <a:ext uri="{FF2B5EF4-FFF2-40B4-BE49-F238E27FC236}">
                    <a16:creationId xmlns:a16="http://schemas.microsoft.com/office/drawing/2014/main" id="{FAC7183E-9599-47C7-AF10-07E1FB97F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229"/>
                <a:ext cx="92" cy="46"/>
              </a:xfrm>
              <a:custGeom>
                <a:avLst/>
                <a:gdLst>
                  <a:gd name="T0" fmla="*/ 92 w 37"/>
                  <a:gd name="T1" fmla="*/ 0 h 17"/>
                  <a:gd name="T2" fmla="*/ 0 w 37"/>
                  <a:gd name="T3" fmla="*/ 336 h 17"/>
                  <a:gd name="T4" fmla="*/ 569 w 37"/>
                  <a:gd name="T5" fmla="*/ 257 h 17"/>
                  <a:gd name="T6" fmla="*/ 495 w 37"/>
                  <a:gd name="T7" fmla="*/ 235 h 17"/>
                  <a:gd name="T8" fmla="*/ 278 w 37"/>
                  <a:gd name="T9" fmla="*/ 235 h 17"/>
                  <a:gd name="T10" fmla="*/ 137 w 37"/>
                  <a:gd name="T11" fmla="*/ 22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7">
                    <a:moveTo>
                      <a:pt x="6" y="0"/>
                    </a:moveTo>
                    <a:cubicBezTo>
                      <a:pt x="3" y="3"/>
                      <a:pt x="2" y="13"/>
                      <a:pt x="0" y="17"/>
                    </a:cubicBezTo>
                    <a:cubicBezTo>
                      <a:pt x="10" y="13"/>
                      <a:pt x="26" y="11"/>
                      <a:pt x="37" y="13"/>
                    </a:cubicBezTo>
                    <a:cubicBezTo>
                      <a:pt x="35" y="13"/>
                      <a:pt x="34" y="13"/>
                      <a:pt x="32" y="12"/>
                    </a:cubicBezTo>
                    <a:cubicBezTo>
                      <a:pt x="27" y="12"/>
                      <a:pt x="22" y="12"/>
                      <a:pt x="18" y="12"/>
                    </a:cubicBezTo>
                    <a:cubicBezTo>
                      <a:pt x="12" y="11"/>
                      <a:pt x="7" y="6"/>
                      <a:pt x="9" y="1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2" name="Freeform 276">
                <a:extLst>
                  <a:ext uri="{FF2B5EF4-FFF2-40B4-BE49-F238E27FC236}">
                    <a16:creationId xmlns:a16="http://schemas.microsoft.com/office/drawing/2014/main" id="{3BAAFBB1-84FC-4FE1-B892-6EAC37291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1515"/>
                <a:ext cx="370" cy="109"/>
              </a:xfrm>
              <a:custGeom>
                <a:avLst/>
                <a:gdLst>
                  <a:gd name="T0" fmla="*/ 0 w 148"/>
                  <a:gd name="T1" fmla="*/ 465 h 41"/>
                  <a:gd name="T2" fmla="*/ 583 w 148"/>
                  <a:gd name="T3" fmla="*/ 431 h 41"/>
                  <a:gd name="T4" fmla="*/ 1175 w 148"/>
                  <a:gd name="T5" fmla="*/ 396 h 41"/>
                  <a:gd name="T6" fmla="*/ 2313 w 148"/>
                  <a:gd name="T7" fmla="*/ 93 h 41"/>
                  <a:gd name="T8" fmla="*/ 2020 w 148"/>
                  <a:gd name="T9" fmla="*/ 340 h 41"/>
                  <a:gd name="T10" fmla="*/ 1688 w 148"/>
                  <a:gd name="T11" fmla="*/ 56 h 41"/>
                  <a:gd name="T12" fmla="*/ 1095 w 148"/>
                  <a:gd name="T13" fmla="*/ 0 h 41"/>
                  <a:gd name="T14" fmla="*/ 970 w 148"/>
                  <a:gd name="T15" fmla="*/ 191 h 41"/>
                  <a:gd name="T16" fmla="*/ 688 w 148"/>
                  <a:gd name="T17" fmla="*/ 35 h 41"/>
                  <a:gd name="T18" fmla="*/ 438 w 148"/>
                  <a:gd name="T19" fmla="*/ 282 h 41"/>
                  <a:gd name="T20" fmla="*/ 33 w 148"/>
                  <a:gd name="T21" fmla="*/ 508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8" h="41">
                    <a:moveTo>
                      <a:pt x="0" y="25"/>
                    </a:moveTo>
                    <a:cubicBezTo>
                      <a:pt x="8" y="41"/>
                      <a:pt x="28" y="25"/>
                      <a:pt x="37" y="23"/>
                    </a:cubicBezTo>
                    <a:cubicBezTo>
                      <a:pt x="50" y="19"/>
                      <a:pt x="62" y="19"/>
                      <a:pt x="75" y="21"/>
                    </a:cubicBezTo>
                    <a:cubicBezTo>
                      <a:pt x="100" y="24"/>
                      <a:pt x="136" y="31"/>
                      <a:pt x="148" y="5"/>
                    </a:cubicBezTo>
                    <a:cubicBezTo>
                      <a:pt x="142" y="10"/>
                      <a:pt x="138" y="16"/>
                      <a:pt x="129" y="18"/>
                    </a:cubicBezTo>
                    <a:cubicBezTo>
                      <a:pt x="118" y="19"/>
                      <a:pt x="108" y="15"/>
                      <a:pt x="108" y="3"/>
                    </a:cubicBezTo>
                    <a:cubicBezTo>
                      <a:pt x="109" y="23"/>
                      <a:pt x="76" y="11"/>
                      <a:pt x="70" y="0"/>
                    </a:cubicBezTo>
                    <a:cubicBezTo>
                      <a:pt x="70" y="7"/>
                      <a:pt x="69" y="11"/>
                      <a:pt x="62" y="10"/>
                    </a:cubicBezTo>
                    <a:cubicBezTo>
                      <a:pt x="57" y="10"/>
                      <a:pt x="45" y="7"/>
                      <a:pt x="44" y="2"/>
                    </a:cubicBezTo>
                    <a:cubicBezTo>
                      <a:pt x="46" y="12"/>
                      <a:pt x="37" y="17"/>
                      <a:pt x="28" y="15"/>
                    </a:cubicBezTo>
                    <a:cubicBezTo>
                      <a:pt x="30" y="21"/>
                      <a:pt x="16" y="33"/>
                      <a:pt x="2" y="27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3" name="Freeform 277">
                <a:extLst>
                  <a:ext uri="{FF2B5EF4-FFF2-40B4-BE49-F238E27FC236}">
                    <a16:creationId xmlns:a16="http://schemas.microsoft.com/office/drawing/2014/main" id="{E9DF9E4D-C34F-4122-95B2-B6281F248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1208"/>
                <a:ext cx="155" cy="245"/>
              </a:xfrm>
              <a:custGeom>
                <a:avLst/>
                <a:gdLst>
                  <a:gd name="T0" fmla="*/ 408 w 62"/>
                  <a:gd name="T1" fmla="*/ 0 h 92"/>
                  <a:gd name="T2" fmla="*/ 595 w 62"/>
                  <a:gd name="T3" fmla="*/ 170 h 92"/>
                  <a:gd name="T4" fmla="*/ 833 w 62"/>
                  <a:gd name="T5" fmla="*/ 431 h 92"/>
                  <a:gd name="T6" fmla="*/ 863 w 62"/>
                  <a:gd name="T7" fmla="*/ 999 h 92"/>
                  <a:gd name="T8" fmla="*/ 0 w 62"/>
                  <a:gd name="T9" fmla="*/ 1510 h 92"/>
                  <a:gd name="T10" fmla="*/ 688 w 62"/>
                  <a:gd name="T11" fmla="*/ 1057 h 92"/>
                  <a:gd name="T12" fmla="*/ 750 w 62"/>
                  <a:gd name="T13" fmla="*/ 511 h 92"/>
                  <a:gd name="T14" fmla="*/ 675 w 62"/>
                  <a:gd name="T15" fmla="*/ 285 h 92"/>
                  <a:gd name="T16" fmla="*/ 533 w 62"/>
                  <a:gd name="T17" fmla="*/ 93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92">
                    <a:moveTo>
                      <a:pt x="26" y="0"/>
                    </a:moveTo>
                    <a:cubicBezTo>
                      <a:pt x="29" y="4"/>
                      <a:pt x="34" y="6"/>
                      <a:pt x="38" y="9"/>
                    </a:cubicBezTo>
                    <a:cubicBezTo>
                      <a:pt x="43" y="13"/>
                      <a:pt x="49" y="18"/>
                      <a:pt x="53" y="23"/>
                    </a:cubicBezTo>
                    <a:cubicBezTo>
                      <a:pt x="62" y="32"/>
                      <a:pt x="59" y="43"/>
                      <a:pt x="55" y="53"/>
                    </a:cubicBezTo>
                    <a:cubicBezTo>
                      <a:pt x="45" y="73"/>
                      <a:pt x="21" y="92"/>
                      <a:pt x="0" y="80"/>
                    </a:cubicBezTo>
                    <a:cubicBezTo>
                      <a:pt x="17" y="83"/>
                      <a:pt x="36" y="71"/>
                      <a:pt x="44" y="56"/>
                    </a:cubicBezTo>
                    <a:cubicBezTo>
                      <a:pt x="49" y="48"/>
                      <a:pt x="49" y="37"/>
                      <a:pt x="48" y="27"/>
                    </a:cubicBezTo>
                    <a:cubicBezTo>
                      <a:pt x="47" y="23"/>
                      <a:pt x="45" y="18"/>
                      <a:pt x="43" y="15"/>
                    </a:cubicBezTo>
                    <a:cubicBezTo>
                      <a:pt x="41" y="12"/>
                      <a:pt x="37" y="6"/>
                      <a:pt x="34" y="5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4" name="Freeform 278">
                <a:extLst>
                  <a:ext uri="{FF2B5EF4-FFF2-40B4-BE49-F238E27FC236}">
                    <a16:creationId xmlns:a16="http://schemas.microsoft.com/office/drawing/2014/main" id="{DB38CEB9-E6DA-4369-A4F0-962B506F9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1224"/>
                <a:ext cx="60" cy="96"/>
              </a:xfrm>
              <a:custGeom>
                <a:avLst/>
                <a:gdLst>
                  <a:gd name="T0" fmla="*/ 0 w 24"/>
                  <a:gd name="T1" fmla="*/ 341 h 36"/>
                  <a:gd name="T2" fmla="*/ 375 w 24"/>
                  <a:gd name="T3" fmla="*/ 0 h 36"/>
                  <a:gd name="T4" fmla="*/ 283 w 24"/>
                  <a:gd name="T5" fmla="*/ 320 h 36"/>
                  <a:gd name="T6" fmla="*/ 158 w 24"/>
                  <a:gd name="T7" fmla="*/ 683 h 36"/>
                  <a:gd name="T8" fmla="*/ 95 w 24"/>
                  <a:gd name="T9" fmla="*/ 37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6">
                    <a:moveTo>
                      <a:pt x="0" y="18"/>
                    </a:moveTo>
                    <a:cubicBezTo>
                      <a:pt x="11" y="15"/>
                      <a:pt x="18" y="11"/>
                      <a:pt x="24" y="0"/>
                    </a:cubicBezTo>
                    <a:cubicBezTo>
                      <a:pt x="21" y="6"/>
                      <a:pt x="21" y="11"/>
                      <a:pt x="18" y="17"/>
                    </a:cubicBezTo>
                    <a:cubicBezTo>
                      <a:pt x="16" y="24"/>
                      <a:pt x="12" y="30"/>
                      <a:pt x="10" y="36"/>
                    </a:cubicBezTo>
                    <a:cubicBezTo>
                      <a:pt x="12" y="33"/>
                      <a:pt x="12" y="20"/>
                      <a:pt x="6" y="20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5" name="Freeform 279">
                <a:extLst>
                  <a:ext uri="{FF2B5EF4-FFF2-40B4-BE49-F238E27FC236}">
                    <a16:creationId xmlns:a16="http://schemas.microsoft.com/office/drawing/2014/main" id="{90EB4FBF-22DA-4D62-8EC0-FA8D30334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1352"/>
                <a:ext cx="220" cy="96"/>
              </a:xfrm>
              <a:custGeom>
                <a:avLst/>
                <a:gdLst>
                  <a:gd name="T0" fmla="*/ 0 w 88"/>
                  <a:gd name="T1" fmla="*/ 0 h 36"/>
                  <a:gd name="T2" fmla="*/ 720 w 88"/>
                  <a:gd name="T3" fmla="*/ 491 h 36"/>
                  <a:gd name="T4" fmla="*/ 1083 w 88"/>
                  <a:gd name="T5" fmla="*/ 661 h 36"/>
                  <a:gd name="T6" fmla="*/ 1375 w 88"/>
                  <a:gd name="T7" fmla="*/ 435 h 36"/>
                  <a:gd name="T8" fmla="*/ 1095 w 88"/>
                  <a:gd name="T9" fmla="*/ 568 h 36"/>
                  <a:gd name="T10" fmla="*/ 1000 w 88"/>
                  <a:gd name="T11" fmla="*/ 307 h 36"/>
                  <a:gd name="T12" fmla="*/ 595 w 88"/>
                  <a:gd name="T13" fmla="*/ 149 h 36"/>
                  <a:gd name="T14" fmla="*/ 63 w 88"/>
                  <a:gd name="T15" fmla="*/ 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36">
                    <a:moveTo>
                      <a:pt x="0" y="0"/>
                    </a:moveTo>
                    <a:cubicBezTo>
                      <a:pt x="4" y="24"/>
                      <a:pt x="27" y="21"/>
                      <a:pt x="46" y="26"/>
                    </a:cubicBezTo>
                    <a:cubicBezTo>
                      <a:pt x="53" y="29"/>
                      <a:pt x="61" y="33"/>
                      <a:pt x="69" y="35"/>
                    </a:cubicBezTo>
                    <a:cubicBezTo>
                      <a:pt x="79" y="36"/>
                      <a:pt x="83" y="32"/>
                      <a:pt x="88" y="23"/>
                    </a:cubicBezTo>
                    <a:cubicBezTo>
                      <a:pt x="84" y="27"/>
                      <a:pt x="76" y="32"/>
                      <a:pt x="70" y="30"/>
                    </a:cubicBezTo>
                    <a:cubicBezTo>
                      <a:pt x="65" y="27"/>
                      <a:pt x="62" y="21"/>
                      <a:pt x="64" y="16"/>
                    </a:cubicBezTo>
                    <a:cubicBezTo>
                      <a:pt x="57" y="25"/>
                      <a:pt x="36" y="21"/>
                      <a:pt x="38" y="8"/>
                    </a:cubicBezTo>
                    <a:cubicBezTo>
                      <a:pt x="25" y="21"/>
                      <a:pt x="16" y="7"/>
                      <a:pt x="4" y="0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6" name="Freeform 280">
                <a:extLst>
                  <a:ext uri="{FF2B5EF4-FFF2-40B4-BE49-F238E27FC236}">
                    <a16:creationId xmlns:a16="http://schemas.microsoft.com/office/drawing/2014/main" id="{63D40BA6-F5FC-444C-9DED-6F963E4E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336"/>
                <a:ext cx="280" cy="99"/>
              </a:xfrm>
              <a:custGeom>
                <a:avLst/>
                <a:gdLst>
                  <a:gd name="T0" fmla="*/ 0 w 112"/>
                  <a:gd name="T1" fmla="*/ 385 h 37"/>
                  <a:gd name="T2" fmla="*/ 500 w 112"/>
                  <a:gd name="T3" fmla="*/ 458 h 37"/>
                  <a:gd name="T4" fmla="*/ 1020 w 112"/>
                  <a:gd name="T5" fmla="*/ 516 h 37"/>
                  <a:gd name="T6" fmla="*/ 1363 w 112"/>
                  <a:gd name="T7" fmla="*/ 650 h 37"/>
                  <a:gd name="T8" fmla="*/ 1750 w 112"/>
                  <a:gd name="T9" fmla="*/ 629 h 37"/>
                  <a:gd name="T10" fmla="*/ 1488 w 112"/>
                  <a:gd name="T11" fmla="*/ 0 h 37"/>
                  <a:gd name="T12" fmla="*/ 1363 w 112"/>
                  <a:gd name="T13" fmla="*/ 444 h 37"/>
                  <a:gd name="T14" fmla="*/ 1113 w 112"/>
                  <a:gd name="T15" fmla="*/ 209 h 37"/>
                  <a:gd name="T16" fmla="*/ 958 w 112"/>
                  <a:gd name="T17" fmla="*/ 385 h 37"/>
                  <a:gd name="T18" fmla="*/ 688 w 112"/>
                  <a:gd name="T19" fmla="*/ 171 h 37"/>
                  <a:gd name="T20" fmla="*/ 438 w 112"/>
                  <a:gd name="T21" fmla="*/ 321 h 37"/>
                  <a:gd name="T22" fmla="*/ 220 w 112"/>
                  <a:gd name="T23" fmla="*/ 286 h 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2" h="37">
                    <a:moveTo>
                      <a:pt x="0" y="20"/>
                    </a:moveTo>
                    <a:cubicBezTo>
                      <a:pt x="9" y="24"/>
                      <a:pt x="23" y="23"/>
                      <a:pt x="32" y="24"/>
                    </a:cubicBezTo>
                    <a:cubicBezTo>
                      <a:pt x="43" y="24"/>
                      <a:pt x="54" y="25"/>
                      <a:pt x="65" y="27"/>
                    </a:cubicBezTo>
                    <a:cubicBezTo>
                      <a:pt x="73" y="28"/>
                      <a:pt x="79" y="31"/>
                      <a:pt x="87" y="34"/>
                    </a:cubicBezTo>
                    <a:cubicBezTo>
                      <a:pt x="93" y="37"/>
                      <a:pt x="106" y="37"/>
                      <a:pt x="112" y="33"/>
                    </a:cubicBezTo>
                    <a:cubicBezTo>
                      <a:pt x="98" y="26"/>
                      <a:pt x="96" y="13"/>
                      <a:pt x="95" y="0"/>
                    </a:cubicBezTo>
                    <a:cubicBezTo>
                      <a:pt x="93" y="6"/>
                      <a:pt x="95" y="20"/>
                      <a:pt x="87" y="23"/>
                    </a:cubicBezTo>
                    <a:cubicBezTo>
                      <a:pt x="80" y="25"/>
                      <a:pt x="70" y="18"/>
                      <a:pt x="71" y="11"/>
                    </a:cubicBezTo>
                    <a:cubicBezTo>
                      <a:pt x="68" y="15"/>
                      <a:pt x="66" y="20"/>
                      <a:pt x="61" y="20"/>
                    </a:cubicBezTo>
                    <a:cubicBezTo>
                      <a:pt x="54" y="20"/>
                      <a:pt x="47" y="15"/>
                      <a:pt x="44" y="9"/>
                    </a:cubicBezTo>
                    <a:cubicBezTo>
                      <a:pt x="38" y="14"/>
                      <a:pt x="36" y="18"/>
                      <a:pt x="28" y="17"/>
                    </a:cubicBezTo>
                    <a:cubicBezTo>
                      <a:pt x="23" y="17"/>
                      <a:pt x="18" y="15"/>
                      <a:pt x="14" y="15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7" name="Freeform 281">
                <a:extLst>
                  <a:ext uri="{FF2B5EF4-FFF2-40B4-BE49-F238E27FC236}">
                    <a16:creationId xmlns:a16="http://schemas.microsoft.com/office/drawing/2014/main" id="{267B7BE7-9AA0-45F9-9AC4-9E996FD7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840"/>
                <a:ext cx="343" cy="360"/>
              </a:xfrm>
              <a:custGeom>
                <a:avLst/>
                <a:gdLst>
                  <a:gd name="T0" fmla="*/ 1943 w 137"/>
                  <a:gd name="T1" fmla="*/ 0 h 135"/>
                  <a:gd name="T2" fmla="*/ 1993 w 137"/>
                  <a:gd name="T3" fmla="*/ 1344 h 135"/>
                  <a:gd name="T4" fmla="*/ 1585 w 137"/>
                  <a:gd name="T5" fmla="*/ 1856 h 135"/>
                  <a:gd name="T6" fmla="*/ 814 w 137"/>
                  <a:gd name="T7" fmla="*/ 2389 h 135"/>
                  <a:gd name="T8" fmla="*/ 0 w 137"/>
                  <a:gd name="T9" fmla="*/ 2424 h 135"/>
                  <a:gd name="T10" fmla="*/ 1004 w 137"/>
                  <a:gd name="T11" fmla="*/ 2013 h 135"/>
                  <a:gd name="T12" fmla="*/ 1680 w 137"/>
                  <a:gd name="T13" fmla="*/ 1501 h 135"/>
                  <a:gd name="T14" fmla="*/ 1943 w 137"/>
                  <a:gd name="T15" fmla="*/ 0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7" h="135">
                    <a:moveTo>
                      <a:pt x="124" y="0"/>
                    </a:moveTo>
                    <a:cubicBezTo>
                      <a:pt x="125" y="22"/>
                      <a:pt x="137" y="53"/>
                      <a:pt x="127" y="71"/>
                    </a:cubicBezTo>
                    <a:cubicBezTo>
                      <a:pt x="116" y="90"/>
                      <a:pt x="108" y="88"/>
                      <a:pt x="101" y="98"/>
                    </a:cubicBezTo>
                    <a:cubicBezTo>
                      <a:pt x="94" y="108"/>
                      <a:pt x="69" y="121"/>
                      <a:pt x="52" y="126"/>
                    </a:cubicBezTo>
                    <a:cubicBezTo>
                      <a:pt x="35" y="132"/>
                      <a:pt x="7" y="135"/>
                      <a:pt x="0" y="128"/>
                    </a:cubicBezTo>
                    <a:cubicBezTo>
                      <a:pt x="17" y="129"/>
                      <a:pt x="51" y="117"/>
                      <a:pt x="64" y="106"/>
                    </a:cubicBezTo>
                    <a:cubicBezTo>
                      <a:pt x="76" y="95"/>
                      <a:pt x="91" y="91"/>
                      <a:pt x="107" y="79"/>
                    </a:cubicBezTo>
                    <a:cubicBezTo>
                      <a:pt x="122" y="66"/>
                      <a:pt x="133" y="26"/>
                      <a:pt x="1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8" name="Freeform 282">
                <a:extLst>
                  <a:ext uri="{FF2B5EF4-FFF2-40B4-BE49-F238E27FC236}">
                    <a16:creationId xmlns:a16="http://schemas.microsoft.com/office/drawing/2014/main" id="{DD873C22-CB32-44A8-8F37-5B8CC94A5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1960"/>
                <a:ext cx="517" cy="429"/>
              </a:xfrm>
              <a:custGeom>
                <a:avLst/>
                <a:gdLst>
                  <a:gd name="T0" fmla="*/ 0 w 207"/>
                  <a:gd name="T1" fmla="*/ 2990 h 161"/>
                  <a:gd name="T2" fmla="*/ 2165 w 207"/>
                  <a:gd name="T3" fmla="*/ 2286 h 161"/>
                  <a:gd name="T4" fmla="*/ 2882 w 207"/>
                  <a:gd name="T5" fmla="*/ 1420 h 161"/>
                  <a:gd name="T6" fmla="*/ 3162 w 207"/>
                  <a:gd name="T7" fmla="*/ 434 h 161"/>
                  <a:gd name="T8" fmla="*/ 3182 w 207"/>
                  <a:gd name="T9" fmla="*/ 0 h 161"/>
                  <a:gd name="T10" fmla="*/ 3025 w 207"/>
                  <a:gd name="T11" fmla="*/ 624 h 161"/>
                  <a:gd name="T12" fmla="*/ 2662 w 207"/>
                  <a:gd name="T13" fmla="*/ 1513 h 161"/>
                  <a:gd name="T14" fmla="*/ 2195 w 207"/>
                  <a:gd name="T15" fmla="*/ 1932 h 161"/>
                  <a:gd name="T16" fmla="*/ 1841 w 207"/>
                  <a:gd name="T17" fmla="*/ 2363 h 161"/>
                  <a:gd name="T18" fmla="*/ 0 w 207"/>
                  <a:gd name="T19" fmla="*/ 2990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7" h="161">
                    <a:moveTo>
                      <a:pt x="0" y="158"/>
                    </a:moveTo>
                    <a:cubicBezTo>
                      <a:pt x="25" y="158"/>
                      <a:pt x="104" y="147"/>
                      <a:pt x="139" y="121"/>
                    </a:cubicBezTo>
                    <a:cubicBezTo>
                      <a:pt x="173" y="95"/>
                      <a:pt x="181" y="86"/>
                      <a:pt x="185" y="75"/>
                    </a:cubicBezTo>
                    <a:cubicBezTo>
                      <a:pt x="190" y="63"/>
                      <a:pt x="200" y="35"/>
                      <a:pt x="203" y="23"/>
                    </a:cubicBezTo>
                    <a:cubicBezTo>
                      <a:pt x="207" y="11"/>
                      <a:pt x="204" y="0"/>
                      <a:pt x="204" y="0"/>
                    </a:cubicBezTo>
                    <a:cubicBezTo>
                      <a:pt x="202" y="15"/>
                      <a:pt x="198" y="19"/>
                      <a:pt x="194" y="33"/>
                    </a:cubicBezTo>
                    <a:cubicBezTo>
                      <a:pt x="190" y="46"/>
                      <a:pt x="182" y="68"/>
                      <a:pt x="171" y="80"/>
                    </a:cubicBezTo>
                    <a:cubicBezTo>
                      <a:pt x="160" y="91"/>
                      <a:pt x="144" y="103"/>
                      <a:pt x="141" y="102"/>
                    </a:cubicBezTo>
                    <a:cubicBezTo>
                      <a:pt x="143" y="108"/>
                      <a:pt x="132" y="123"/>
                      <a:pt x="118" y="125"/>
                    </a:cubicBezTo>
                    <a:cubicBezTo>
                      <a:pt x="115" y="132"/>
                      <a:pt x="27" y="161"/>
                      <a:pt x="0" y="158"/>
                    </a:cubicBezTo>
                    <a:close/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9" name="Freeform 283">
                <a:extLst>
                  <a:ext uri="{FF2B5EF4-FFF2-40B4-BE49-F238E27FC236}">
                    <a16:creationId xmlns:a16="http://schemas.microsoft.com/office/drawing/2014/main" id="{E00A6B49-1500-4A9D-82A4-D17CD3838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347"/>
                <a:ext cx="305" cy="40"/>
              </a:xfrm>
              <a:custGeom>
                <a:avLst/>
                <a:gdLst>
                  <a:gd name="T0" fmla="*/ 0 w 122"/>
                  <a:gd name="T1" fmla="*/ 35 h 15"/>
                  <a:gd name="T2" fmla="*/ 845 w 122"/>
                  <a:gd name="T3" fmla="*/ 227 h 15"/>
                  <a:gd name="T4" fmla="*/ 1333 w 122"/>
                  <a:gd name="T5" fmla="*/ 227 h 15"/>
                  <a:gd name="T6" fmla="*/ 1908 w 122"/>
                  <a:gd name="T7" fmla="*/ 227 h 15"/>
                  <a:gd name="T8" fmla="*/ 1520 w 122"/>
                  <a:gd name="T9" fmla="*/ 0 h 15"/>
                  <a:gd name="T10" fmla="*/ 1333 w 122"/>
                  <a:gd name="T11" fmla="*/ 171 h 15"/>
                  <a:gd name="T12" fmla="*/ 1083 w 122"/>
                  <a:gd name="T13" fmla="*/ 56 h 15"/>
                  <a:gd name="T14" fmla="*/ 658 w 122"/>
                  <a:gd name="T15" fmla="*/ 21 h 15"/>
                  <a:gd name="T16" fmla="*/ 238 w 122"/>
                  <a:gd name="T17" fmla="*/ 7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2" h="15">
                    <a:moveTo>
                      <a:pt x="0" y="2"/>
                    </a:moveTo>
                    <a:cubicBezTo>
                      <a:pt x="19" y="5"/>
                      <a:pt x="36" y="8"/>
                      <a:pt x="54" y="12"/>
                    </a:cubicBezTo>
                    <a:cubicBezTo>
                      <a:pt x="64" y="13"/>
                      <a:pt x="75" y="13"/>
                      <a:pt x="85" y="12"/>
                    </a:cubicBezTo>
                    <a:cubicBezTo>
                      <a:pt x="97" y="12"/>
                      <a:pt x="110" y="15"/>
                      <a:pt x="122" y="12"/>
                    </a:cubicBezTo>
                    <a:cubicBezTo>
                      <a:pt x="112" y="11"/>
                      <a:pt x="95" y="15"/>
                      <a:pt x="97" y="0"/>
                    </a:cubicBezTo>
                    <a:cubicBezTo>
                      <a:pt x="92" y="2"/>
                      <a:pt x="90" y="8"/>
                      <a:pt x="85" y="9"/>
                    </a:cubicBezTo>
                    <a:cubicBezTo>
                      <a:pt x="80" y="10"/>
                      <a:pt x="72" y="7"/>
                      <a:pt x="69" y="3"/>
                    </a:cubicBezTo>
                    <a:cubicBezTo>
                      <a:pt x="64" y="4"/>
                      <a:pt x="43" y="14"/>
                      <a:pt x="42" y="1"/>
                    </a:cubicBezTo>
                    <a:cubicBezTo>
                      <a:pt x="36" y="4"/>
                      <a:pt x="20" y="6"/>
                      <a:pt x="15" y="4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0" name="Freeform 284">
                <a:extLst>
                  <a:ext uri="{FF2B5EF4-FFF2-40B4-BE49-F238E27FC236}">
                    <a16:creationId xmlns:a16="http://schemas.microsoft.com/office/drawing/2014/main" id="{6D8B64BE-9CEF-4F0F-AF66-CE4577540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571"/>
                <a:ext cx="687" cy="466"/>
              </a:xfrm>
              <a:custGeom>
                <a:avLst/>
                <a:gdLst>
                  <a:gd name="T0" fmla="*/ 250 w 275"/>
                  <a:gd name="T1" fmla="*/ 2660 h 175"/>
                  <a:gd name="T2" fmla="*/ 4287 w 275"/>
                  <a:gd name="T3" fmla="*/ 136 h 175"/>
                  <a:gd name="T4" fmla="*/ 3995 w 275"/>
                  <a:gd name="T5" fmla="*/ 21 h 175"/>
                  <a:gd name="T6" fmla="*/ 1167 w 275"/>
                  <a:gd name="T7" fmla="*/ 1092 h 175"/>
                  <a:gd name="T8" fmla="*/ 137 w 275"/>
                  <a:gd name="T9" fmla="*/ 3305 h 175"/>
                  <a:gd name="T10" fmla="*/ 250 w 275"/>
                  <a:gd name="T11" fmla="*/ 266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175">
                    <a:moveTo>
                      <a:pt x="16" y="141"/>
                    </a:moveTo>
                    <a:cubicBezTo>
                      <a:pt x="42" y="63"/>
                      <a:pt x="169" y="20"/>
                      <a:pt x="275" y="7"/>
                    </a:cubicBezTo>
                    <a:cubicBezTo>
                      <a:pt x="274" y="6"/>
                      <a:pt x="269" y="2"/>
                      <a:pt x="256" y="1"/>
                    </a:cubicBezTo>
                    <a:cubicBezTo>
                      <a:pt x="238" y="0"/>
                      <a:pt x="172" y="1"/>
                      <a:pt x="75" y="58"/>
                    </a:cubicBezTo>
                    <a:cubicBezTo>
                      <a:pt x="11" y="95"/>
                      <a:pt x="0" y="143"/>
                      <a:pt x="9" y="175"/>
                    </a:cubicBezTo>
                    <a:cubicBezTo>
                      <a:pt x="8" y="162"/>
                      <a:pt x="14" y="149"/>
                      <a:pt x="16" y="141"/>
                    </a:cubicBezTo>
                    <a:close/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1" name="Freeform 285">
                <a:extLst>
                  <a:ext uri="{FF2B5EF4-FFF2-40B4-BE49-F238E27FC236}">
                    <a16:creationId xmlns:a16="http://schemas.microsoft.com/office/drawing/2014/main" id="{0A4AA4CD-876B-4EA7-8412-456C124BE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1667"/>
                <a:ext cx="253" cy="210"/>
              </a:xfrm>
              <a:custGeom>
                <a:avLst/>
                <a:gdLst>
                  <a:gd name="T0" fmla="*/ 0 w 101"/>
                  <a:gd name="T1" fmla="*/ 1483 h 79"/>
                  <a:gd name="T2" fmla="*/ 50 w 101"/>
                  <a:gd name="T3" fmla="*/ 997 h 79"/>
                  <a:gd name="T4" fmla="*/ 458 w 101"/>
                  <a:gd name="T5" fmla="*/ 622 h 79"/>
                  <a:gd name="T6" fmla="*/ 879 w 101"/>
                  <a:gd name="T7" fmla="*/ 261 h 79"/>
                  <a:gd name="T8" fmla="*/ 1130 w 101"/>
                  <a:gd name="T9" fmla="*/ 282 h 79"/>
                  <a:gd name="T10" fmla="*/ 1350 w 101"/>
                  <a:gd name="T11" fmla="*/ 0 h 79"/>
                  <a:gd name="T12" fmla="*/ 1588 w 101"/>
                  <a:gd name="T13" fmla="*/ 35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79">
                    <a:moveTo>
                      <a:pt x="0" y="79"/>
                    </a:moveTo>
                    <a:cubicBezTo>
                      <a:pt x="4" y="71"/>
                      <a:pt x="5" y="61"/>
                      <a:pt x="3" y="53"/>
                    </a:cubicBezTo>
                    <a:cubicBezTo>
                      <a:pt x="11" y="72"/>
                      <a:pt x="26" y="39"/>
                      <a:pt x="29" y="33"/>
                    </a:cubicBezTo>
                    <a:cubicBezTo>
                      <a:pt x="42" y="46"/>
                      <a:pt x="52" y="23"/>
                      <a:pt x="56" y="14"/>
                    </a:cubicBezTo>
                    <a:cubicBezTo>
                      <a:pt x="60" y="20"/>
                      <a:pt x="66" y="18"/>
                      <a:pt x="72" y="15"/>
                    </a:cubicBezTo>
                    <a:cubicBezTo>
                      <a:pt x="80" y="11"/>
                      <a:pt x="80" y="2"/>
                      <a:pt x="86" y="0"/>
                    </a:cubicBezTo>
                    <a:cubicBezTo>
                      <a:pt x="89" y="5"/>
                      <a:pt x="96" y="4"/>
                      <a:pt x="101" y="2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2" name="Freeform 286">
                <a:extLst>
                  <a:ext uri="{FF2B5EF4-FFF2-40B4-BE49-F238E27FC236}">
                    <a16:creationId xmlns:a16="http://schemas.microsoft.com/office/drawing/2014/main" id="{58397FF2-4AF9-40C0-AA8D-E10E0C984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1533"/>
                <a:ext cx="218" cy="86"/>
              </a:xfrm>
              <a:custGeom>
                <a:avLst/>
                <a:gdLst>
                  <a:gd name="T0" fmla="*/ 0 w 87"/>
                  <a:gd name="T1" fmla="*/ 621 h 32"/>
                  <a:gd name="T2" fmla="*/ 566 w 87"/>
                  <a:gd name="T3" fmla="*/ 175 h 32"/>
                  <a:gd name="T4" fmla="*/ 834 w 87"/>
                  <a:gd name="T5" fmla="*/ 290 h 32"/>
                  <a:gd name="T6" fmla="*/ 942 w 87"/>
                  <a:gd name="T7" fmla="*/ 94 h 32"/>
                  <a:gd name="T8" fmla="*/ 1035 w 87"/>
                  <a:gd name="T9" fmla="*/ 0 h 32"/>
                  <a:gd name="T10" fmla="*/ 1368 w 87"/>
                  <a:gd name="T11" fmla="*/ 347 h 32"/>
                  <a:gd name="T12" fmla="*/ 271 w 87"/>
                  <a:gd name="T13" fmla="*/ 527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32">
                    <a:moveTo>
                      <a:pt x="0" y="32"/>
                    </a:moveTo>
                    <a:cubicBezTo>
                      <a:pt x="12" y="29"/>
                      <a:pt x="31" y="21"/>
                      <a:pt x="36" y="9"/>
                    </a:cubicBezTo>
                    <a:cubicBezTo>
                      <a:pt x="38" y="15"/>
                      <a:pt x="47" y="19"/>
                      <a:pt x="53" y="15"/>
                    </a:cubicBezTo>
                    <a:cubicBezTo>
                      <a:pt x="56" y="13"/>
                      <a:pt x="58" y="8"/>
                      <a:pt x="60" y="5"/>
                    </a:cubicBezTo>
                    <a:cubicBezTo>
                      <a:pt x="63" y="8"/>
                      <a:pt x="66" y="4"/>
                      <a:pt x="66" y="0"/>
                    </a:cubicBezTo>
                    <a:cubicBezTo>
                      <a:pt x="67" y="8"/>
                      <a:pt x="80" y="15"/>
                      <a:pt x="87" y="18"/>
                    </a:cubicBezTo>
                    <a:cubicBezTo>
                      <a:pt x="64" y="25"/>
                      <a:pt x="40" y="18"/>
                      <a:pt x="17" y="27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3" name="Freeform 287">
                <a:extLst>
                  <a:ext uri="{FF2B5EF4-FFF2-40B4-BE49-F238E27FC236}">
                    <a16:creationId xmlns:a16="http://schemas.microsoft.com/office/drawing/2014/main" id="{5CF16C83-D2C9-4214-89FD-1BF674221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253"/>
                <a:ext cx="48" cy="80"/>
              </a:xfrm>
              <a:custGeom>
                <a:avLst/>
                <a:gdLst>
                  <a:gd name="T0" fmla="*/ 255 w 19"/>
                  <a:gd name="T1" fmla="*/ 192 h 30"/>
                  <a:gd name="T2" fmla="*/ 33 w 19"/>
                  <a:gd name="T3" fmla="*/ 568 h 30"/>
                  <a:gd name="T4" fmla="*/ 20 w 19"/>
                  <a:gd name="T5" fmla="*/ 376 h 30"/>
                  <a:gd name="T6" fmla="*/ 306 w 19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0">
                    <a:moveTo>
                      <a:pt x="16" y="10"/>
                    </a:moveTo>
                    <a:cubicBezTo>
                      <a:pt x="16" y="22"/>
                      <a:pt x="11" y="26"/>
                      <a:pt x="2" y="30"/>
                    </a:cubicBezTo>
                    <a:cubicBezTo>
                      <a:pt x="1" y="27"/>
                      <a:pt x="0" y="24"/>
                      <a:pt x="1" y="20"/>
                    </a:cubicBezTo>
                    <a:cubicBezTo>
                      <a:pt x="13" y="18"/>
                      <a:pt x="10" y="4"/>
                      <a:pt x="19" y="0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4" name="Freeform 288">
                <a:extLst>
                  <a:ext uri="{FF2B5EF4-FFF2-40B4-BE49-F238E27FC236}">
                    <a16:creationId xmlns:a16="http://schemas.microsoft.com/office/drawing/2014/main" id="{CE0F5C46-2406-4E9C-BFD5-DA94627AC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173"/>
                <a:ext cx="52" cy="59"/>
              </a:xfrm>
              <a:custGeom>
                <a:avLst/>
                <a:gdLst>
                  <a:gd name="T0" fmla="*/ 30 w 21"/>
                  <a:gd name="T1" fmla="*/ 172 h 22"/>
                  <a:gd name="T2" fmla="*/ 319 w 21"/>
                  <a:gd name="T3" fmla="*/ 252 h 22"/>
                  <a:gd name="T4" fmla="*/ 228 w 21"/>
                  <a:gd name="T5" fmla="*/ 0 h 22"/>
                  <a:gd name="T6" fmla="*/ 62 w 21"/>
                  <a:gd name="T7" fmla="*/ 17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2" y="9"/>
                    </a:moveTo>
                    <a:cubicBezTo>
                      <a:pt x="0" y="22"/>
                      <a:pt x="18" y="18"/>
                      <a:pt x="21" y="13"/>
                    </a:cubicBezTo>
                    <a:cubicBezTo>
                      <a:pt x="16" y="10"/>
                      <a:pt x="16" y="5"/>
                      <a:pt x="15" y="0"/>
                    </a:cubicBezTo>
                    <a:cubicBezTo>
                      <a:pt x="15" y="7"/>
                      <a:pt x="11" y="10"/>
                      <a:pt x="4" y="9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5" name="Freeform 289">
                <a:extLst>
                  <a:ext uri="{FF2B5EF4-FFF2-40B4-BE49-F238E27FC236}">
                    <a16:creationId xmlns:a16="http://schemas.microsoft.com/office/drawing/2014/main" id="{491DEA6F-A67E-4C67-8330-81E0214DE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144"/>
                <a:ext cx="47" cy="21"/>
              </a:xfrm>
              <a:custGeom>
                <a:avLst/>
                <a:gdLst>
                  <a:gd name="T0" fmla="*/ 0 w 19"/>
                  <a:gd name="T1" fmla="*/ 123 h 8"/>
                  <a:gd name="T2" fmla="*/ 166 w 19"/>
                  <a:gd name="T3" fmla="*/ 144 h 8"/>
                  <a:gd name="T4" fmla="*/ 287 w 1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0" y="7"/>
                    </a:moveTo>
                    <a:cubicBezTo>
                      <a:pt x="4" y="6"/>
                      <a:pt x="11" y="2"/>
                      <a:pt x="11" y="8"/>
                    </a:cubicBezTo>
                    <a:cubicBezTo>
                      <a:pt x="12" y="5"/>
                      <a:pt x="14" y="1"/>
                      <a:pt x="19" y="0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6" name="Freeform 290">
                <a:extLst>
                  <a:ext uri="{FF2B5EF4-FFF2-40B4-BE49-F238E27FC236}">
                    <a16:creationId xmlns:a16="http://schemas.microsoft.com/office/drawing/2014/main" id="{41F85B62-0F73-4FC4-B0A0-3ACCDFAA4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371"/>
                <a:ext cx="47" cy="202"/>
              </a:xfrm>
              <a:custGeom>
                <a:avLst/>
                <a:gdLst>
                  <a:gd name="T0" fmla="*/ 215 w 19"/>
                  <a:gd name="T1" fmla="*/ 0 h 76"/>
                  <a:gd name="T2" fmla="*/ 275 w 19"/>
                  <a:gd name="T3" fmla="*/ 361 h 76"/>
                  <a:gd name="T4" fmla="*/ 215 w 19"/>
                  <a:gd name="T5" fmla="*/ 486 h 76"/>
                  <a:gd name="T6" fmla="*/ 215 w 19"/>
                  <a:gd name="T7" fmla="*/ 635 h 76"/>
                  <a:gd name="T8" fmla="*/ 0 w 19"/>
                  <a:gd name="T9" fmla="*/ 1427 h 76"/>
                  <a:gd name="T10" fmla="*/ 134 w 19"/>
                  <a:gd name="T11" fmla="*/ 960 h 76"/>
                  <a:gd name="T12" fmla="*/ 42 w 19"/>
                  <a:gd name="T13" fmla="*/ 712 h 76"/>
                  <a:gd name="T14" fmla="*/ 42 w 19"/>
                  <a:gd name="T15" fmla="*/ 247 h 76"/>
                  <a:gd name="T16" fmla="*/ 195 w 19"/>
                  <a:gd name="T17" fmla="*/ 56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76">
                    <a:moveTo>
                      <a:pt x="14" y="0"/>
                    </a:moveTo>
                    <a:cubicBezTo>
                      <a:pt x="16" y="6"/>
                      <a:pt x="19" y="13"/>
                      <a:pt x="18" y="19"/>
                    </a:cubicBezTo>
                    <a:cubicBezTo>
                      <a:pt x="17" y="21"/>
                      <a:pt x="14" y="23"/>
                      <a:pt x="14" y="26"/>
                    </a:cubicBezTo>
                    <a:cubicBezTo>
                      <a:pt x="13" y="29"/>
                      <a:pt x="14" y="32"/>
                      <a:pt x="14" y="34"/>
                    </a:cubicBezTo>
                    <a:cubicBezTo>
                      <a:pt x="13" y="48"/>
                      <a:pt x="17" y="69"/>
                      <a:pt x="0" y="76"/>
                    </a:cubicBezTo>
                    <a:cubicBezTo>
                      <a:pt x="3" y="69"/>
                      <a:pt x="9" y="59"/>
                      <a:pt x="9" y="51"/>
                    </a:cubicBezTo>
                    <a:cubicBezTo>
                      <a:pt x="8" y="44"/>
                      <a:pt x="5" y="44"/>
                      <a:pt x="3" y="38"/>
                    </a:cubicBezTo>
                    <a:cubicBezTo>
                      <a:pt x="1" y="32"/>
                      <a:pt x="18" y="15"/>
                      <a:pt x="3" y="13"/>
                    </a:cubicBezTo>
                    <a:cubicBezTo>
                      <a:pt x="6" y="10"/>
                      <a:pt x="12" y="9"/>
                      <a:pt x="13" y="3"/>
                    </a:cubicBezTo>
                  </a:path>
                </a:pathLst>
              </a:custGeom>
              <a:solidFill>
                <a:srgbClr val="FED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7" name="Freeform 291">
                <a:extLst>
                  <a:ext uri="{FF2B5EF4-FFF2-40B4-BE49-F238E27FC236}">
                    <a16:creationId xmlns:a16="http://schemas.microsoft.com/office/drawing/2014/main" id="{BE435BAC-D231-4818-A9B0-4E6AABA15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2232"/>
                <a:ext cx="35" cy="48"/>
              </a:xfrm>
              <a:custGeom>
                <a:avLst/>
                <a:gdLst>
                  <a:gd name="T0" fmla="*/ 220 w 14"/>
                  <a:gd name="T1" fmla="*/ 0 h 18"/>
                  <a:gd name="T2" fmla="*/ 50 w 1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4" y="0"/>
                    </a:moveTo>
                    <a:cubicBezTo>
                      <a:pt x="8" y="3"/>
                      <a:pt x="0" y="11"/>
                      <a:pt x="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8" name="Freeform 292">
                <a:extLst>
                  <a:ext uri="{FF2B5EF4-FFF2-40B4-BE49-F238E27FC236}">
                    <a16:creationId xmlns:a16="http://schemas.microsoft.com/office/drawing/2014/main" id="{8B7FBF0E-5993-4B3E-8C75-7AF7D5AB6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315"/>
                <a:ext cx="12" cy="61"/>
              </a:xfrm>
              <a:custGeom>
                <a:avLst/>
                <a:gdLst>
                  <a:gd name="T0" fmla="*/ 70 w 5"/>
                  <a:gd name="T1" fmla="*/ 0 h 23"/>
                  <a:gd name="T2" fmla="*/ 58 w 5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0" y="6"/>
                      <a:pt x="2" y="16"/>
                      <a:pt x="4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9" name="Freeform 293">
                <a:extLst>
                  <a:ext uri="{FF2B5EF4-FFF2-40B4-BE49-F238E27FC236}">
                    <a16:creationId xmlns:a16="http://schemas.microsoft.com/office/drawing/2014/main" id="{B3F66D34-DB93-4E2A-8592-59618EEBF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152"/>
                <a:ext cx="17" cy="45"/>
              </a:xfrm>
              <a:custGeom>
                <a:avLst/>
                <a:gdLst>
                  <a:gd name="T0" fmla="*/ 70 w 7"/>
                  <a:gd name="T1" fmla="*/ 0 h 17"/>
                  <a:gd name="T2" fmla="*/ 100 w 7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5" y="0"/>
                    </a:moveTo>
                    <a:cubicBezTo>
                      <a:pt x="0" y="5"/>
                      <a:pt x="0" y="13"/>
                      <a:pt x="7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0" name="Freeform 294">
                <a:extLst>
                  <a:ext uri="{FF2B5EF4-FFF2-40B4-BE49-F238E27FC236}">
                    <a16:creationId xmlns:a16="http://schemas.microsoft.com/office/drawing/2014/main" id="{4848238C-1235-419C-82D8-8A02F7070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045"/>
                <a:ext cx="23" cy="16"/>
              </a:xfrm>
              <a:custGeom>
                <a:avLst/>
                <a:gdLst>
                  <a:gd name="T0" fmla="*/ 151 w 9"/>
                  <a:gd name="T1" fmla="*/ 0 h 6"/>
                  <a:gd name="T2" fmla="*/ 20 w 9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5" y="0"/>
                      <a:pt x="0" y="1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1" name="Freeform 295">
                <a:extLst>
                  <a:ext uri="{FF2B5EF4-FFF2-40B4-BE49-F238E27FC236}">
                    <a16:creationId xmlns:a16="http://schemas.microsoft.com/office/drawing/2014/main" id="{528E44D8-AEA4-479D-B82B-A422C801C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549"/>
                <a:ext cx="63" cy="115"/>
              </a:xfrm>
              <a:custGeom>
                <a:avLst/>
                <a:gdLst>
                  <a:gd name="T0" fmla="*/ 0 w 25"/>
                  <a:gd name="T1" fmla="*/ 824 h 43"/>
                  <a:gd name="T2" fmla="*/ 401 w 25"/>
                  <a:gd name="T3" fmla="*/ 0 h 43"/>
                  <a:gd name="T4" fmla="*/ 0 w 25"/>
                  <a:gd name="T5" fmla="*/ 82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0" y="43"/>
                    </a:moveTo>
                    <a:cubicBezTo>
                      <a:pt x="9" y="36"/>
                      <a:pt x="21" y="19"/>
                      <a:pt x="25" y="0"/>
                    </a:cubicBezTo>
                    <a:cubicBezTo>
                      <a:pt x="25" y="10"/>
                      <a:pt x="22" y="31"/>
                      <a:pt x="0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2" name="Freeform 296">
                <a:extLst>
                  <a:ext uri="{FF2B5EF4-FFF2-40B4-BE49-F238E27FC236}">
                    <a16:creationId xmlns:a16="http://schemas.microsoft.com/office/drawing/2014/main" id="{A93583CF-E9BC-4D67-B709-FC89E2BAB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867"/>
                <a:ext cx="22" cy="82"/>
              </a:xfrm>
              <a:custGeom>
                <a:avLst/>
                <a:gdLst>
                  <a:gd name="T0" fmla="*/ 0 w 9"/>
                  <a:gd name="T1" fmla="*/ 0 h 31"/>
                  <a:gd name="T2" fmla="*/ 103 w 9"/>
                  <a:gd name="T3" fmla="*/ 21 h 31"/>
                  <a:gd name="T4" fmla="*/ 120 w 9"/>
                  <a:gd name="T5" fmla="*/ 391 h 31"/>
                  <a:gd name="T6" fmla="*/ 0 w 9"/>
                  <a:gd name="T7" fmla="*/ 28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1">
                    <a:moveTo>
                      <a:pt x="0" y="0"/>
                    </a:moveTo>
                    <a:cubicBezTo>
                      <a:pt x="2" y="9"/>
                      <a:pt x="6" y="3"/>
                      <a:pt x="7" y="1"/>
                    </a:cubicBezTo>
                    <a:cubicBezTo>
                      <a:pt x="6" y="7"/>
                      <a:pt x="9" y="14"/>
                      <a:pt x="8" y="21"/>
                    </a:cubicBezTo>
                    <a:cubicBezTo>
                      <a:pt x="7" y="31"/>
                      <a:pt x="1" y="21"/>
                      <a:pt x="0" y="15"/>
                    </a:cubicBezTo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3" name="Freeform 297">
                <a:extLst>
                  <a:ext uri="{FF2B5EF4-FFF2-40B4-BE49-F238E27FC236}">
                    <a16:creationId xmlns:a16="http://schemas.microsoft.com/office/drawing/2014/main" id="{9655F9E8-FDAB-48D7-9B7F-2B46E841D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92"/>
                <a:ext cx="182" cy="128"/>
              </a:xfrm>
              <a:custGeom>
                <a:avLst/>
                <a:gdLst>
                  <a:gd name="T0" fmla="*/ 903 w 73"/>
                  <a:gd name="T1" fmla="*/ 0 h 48"/>
                  <a:gd name="T2" fmla="*/ 1007 w 73"/>
                  <a:gd name="T3" fmla="*/ 285 h 48"/>
                  <a:gd name="T4" fmla="*/ 633 w 73"/>
                  <a:gd name="T5" fmla="*/ 648 h 48"/>
                  <a:gd name="T6" fmla="*/ 229 w 73"/>
                  <a:gd name="T7" fmla="*/ 853 h 48"/>
                  <a:gd name="T8" fmla="*/ 92 w 73"/>
                  <a:gd name="T9" fmla="*/ 888 h 48"/>
                  <a:gd name="T10" fmla="*/ 0 w 73"/>
                  <a:gd name="T11" fmla="*/ 661 h 48"/>
                  <a:gd name="T12" fmla="*/ 496 w 73"/>
                  <a:gd name="T13" fmla="*/ 547 h 48"/>
                  <a:gd name="T14" fmla="*/ 790 w 73"/>
                  <a:gd name="T15" fmla="*/ 341 h 48"/>
                  <a:gd name="T16" fmla="*/ 870 w 73"/>
                  <a:gd name="T17" fmla="*/ 264 h 48"/>
                  <a:gd name="T18" fmla="*/ 945 w 73"/>
                  <a:gd name="T19" fmla="*/ 77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48">
                    <a:moveTo>
                      <a:pt x="58" y="0"/>
                    </a:moveTo>
                    <a:cubicBezTo>
                      <a:pt x="63" y="6"/>
                      <a:pt x="73" y="4"/>
                      <a:pt x="65" y="15"/>
                    </a:cubicBezTo>
                    <a:cubicBezTo>
                      <a:pt x="58" y="23"/>
                      <a:pt x="51" y="29"/>
                      <a:pt x="41" y="34"/>
                    </a:cubicBezTo>
                    <a:cubicBezTo>
                      <a:pt x="33" y="38"/>
                      <a:pt x="25" y="43"/>
                      <a:pt x="15" y="45"/>
                    </a:cubicBezTo>
                    <a:cubicBezTo>
                      <a:pt x="14" y="46"/>
                      <a:pt x="8" y="48"/>
                      <a:pt x="6" y="47"/>
                    </a:cubicBezTo>
                    <a:cubicBezTo>
                      <a:pt x="4" y="46"/>
                      <a:pt x="0" y="37"/>
                      <a:pt x="0" y="35"/>
                    </a:cubicBezTo>
                    <a:cubicBezTo>
                      <a:pt x="4" y="46"/>
                      <a:pt x="26" y="32"/>
                      <a:pt x="32" y="29"/>
                    </a:cubicBezTo>
                    <a:cubicBezTo>
                      <a:pt x="39" y="27"/>
                      <a:pt x="45" y="23"/>
                      <a:pt x="51" y="18"/>
                    </a:cubicBezTo>
                    <a:cubicBezTo>
                      <a:pt x="53" y="17"/>
                      <a:pt x="54" y="16"/>
                      <a:pt x="56" y="14"/>
                    </a:cubicBezTo>
                    <a:cubicBezTo>
                      <a:pt x="58" y="11"/>
                      <a:pt x="58" y="6"/>
                      <a:pt x="61" y="4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4" name="Freeform 298">
                <a:extLst>
                  <a:ext uri="{FF2B5EF4-FFF2-40B4-BE49-F238E27FC236}">
                    <a16:creationId xmlns:a16="http://schemas.microsoft.com/office/drawing/2014/main" id="{EF8F2662-A858-4688-AFFD-C5DEE520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352"/>
                <a:ext cx="428" cy="93"/>
              </a:xfrm>
              <a:custGeom>
                <a:avLst/>
                <a:gdLst>
                  <a:gd name="T0" fmla="*/ 1472 w 171"/>
                  <a:gd name="T1" fmla="*/ 340 h 35"/>
                  <a:gd name="T2" fmla="*/ 33 w 171"/>
                  <a:gd name="T3" fmla="*/ 0 h 35"/>
                  <a:gd name="T4" fmla="*/ 63 w 171"/>
                  <a:gd name="T5" fmla="*/ 35 h 35"/>
                  <a:gd name="T6" fmla="*/ 0 w 171"/>
                  <a:gd name="T7" fmla="*/ 353 h 35"/>
                  <a:gd name="T8" fmla="*/ 145 w 171"/>
                  <a:gd name="T9" fmla="*/ 375 h 35"/>
                  <a:gd name="T10" fmla="*/ 333 w 171"/>
                  <a:gd name="T11" fmla="*/ 430 h 35"/>
                  <a:gd name="T12" fmla="*/ 1051 w 171"/>
                  <a:gd name="T13" fmla="*/ 622 h 35"/>
                  <a:gd name="T14" fmla="*/ 1617 w 171"/>
                  <a:gd name="T15" fmla="*/ 601 h 35"/>
                  <a:gd name="T16" fmla="*/ 2255 w 171"/>
                  <a:gd name="T17" fmla="*/ 486 h 35"/>
                  <a:gd name="T18" fmla="*/ 2631 w 171"/>
                  <a:gd name="T19" fmla="*/ 430 h 35"/>
                  <a:gd name="T20" fmla="*/ 2681 w 171"/>
                  <a:gd name="T21" fmla="*/ 353 h 35"/>
                  <a:gd name="T22" fmla="*/ 2681 w 171"/>
                  <a:gd name="T23" fmla="*/ 319 h 35"/>
                  <a:gd name="T24" fmla="*/ 1472 w 171"/>
                  <a:gd name="T25" fmla="*/ 340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1" h="35">
                    <a:moveTo>
                      <a:pt x="94" y="18"/>
                    </a:moveTo>
                    <a:cubicBezTo>
                      <a:pt x="59" y="18"/>
                      <a:pt x="26" y="13"/>
                      <a:pt x="2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9" y="7"/>
                      <a:pt x="7" y="16"/>
                      <a:pt x="0" y="19"/>
                    </a:cubicBezTo>
                    <a:cubicBezTo>
                      <a:pt x="3" y="20"/>
                      <a:pt x="7" y="19"/>
                      <a:pt x="9" y="20"/>
                    </a:cubicBezTo>
                    <a:cubicBezTo>
                      <a:pt x="13" y="20"/>
                      <a:pt x="17" y="22"/>
                      <a:pt x="21" y="23"/>
                    </a:cubicBezTo>
                    <a:cubicBezTo>
                      <a:pt x="36" y="28"/>
                      <a:pt x="51" y="31"/>
                      <a:pt x="67" y="33"/>
                    </a:cubicBezTo>
                    <a:cubicBezTo>
                      <a:pt x="79" y="35"/>
                      <a:pt x="92" y="33"/>
                      <a:pt x="103" y="32"/>
                    </a:cubicBezTo>
                    <a:cubicBezTo>
                      <a:pt x="116" y="30"/>
                      <a:pt x="131" y="26"/>
                      <a:pt x="144" y="26"/>
                    </a:cubicBezTo>
                    <a:cubicBezTo>
                      <a:pt x="151" y="26"/>
                      <a:pt x="162" y="28"/>
                      <a:pt x="168" y="23"/>
                    </a:cubicBezTo>
                    <a:cubicBezTo>
                      <a:pt x="169" y="22"/>
                      <a:pt x="170" y="21"/>
                      <a:pt x="171" y="19"/>
                    </a:cubicBezTo>
                    <a:cubicBezTo>
                      <a:pt x="171" y="19"/>
                      <a:pt x="171" y="18"/>
                      <a:pt x="171" y="17"/>
                    </a:cubicBezTo>
                    <a:cubicBezTo>
                      <a:pt x="145" y="18"/>
                      <a:pt x="118" y="18"/>
                      <a:pt x="94" y="18"/>
                    </a:cubicBezTo>
                    <a:close/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5" name="Freeform 299">
                <a:extLst>
                  <a:ext uri="{FF2B5EF4-FFF2-40B4-BE49-F238E27FC236}">
                    <a16:creationId xmlns:a16="http://schemas.microsoft.com/office/drawing/2014/main" id="{7A44E788-CEB9-4A5C-A512-807B5F983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355"/>
                <a:ext cx="40" cy="32"/>
              </a:xfrm>
              <a:custGeom>
                <a:avLst/>
                <a:gdLst>
                  <a:gd name="T0" fmla="*/ 250 w 16"/>
                  <a:gd name="T1" fmla="*/ 149 h 12"/>
                  <a:gd name="T2" fmla="*/ 50 w 16"/>
                  <a:gd name="T3" fmla="*/ 227 h 12"/>
                  <a:gd name="T4" fmla="*/ 20 w 1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6" y="8"/>
                    </a:moveTo>
                    <a:cubicBezTo>
                      <a:pt x="10" y="8"/>
                      <a:pt x="7" y="8"/>
                      <a:pt x="3" y="12"/>
                    </a:cubicBezTo>
                    <a:cubicBezTo>
                      <a:pt x="2" y="10"/>
                      <a:pt x="0" y="1"/>
                      <a:pt x="1" y="0"/>
                    </a:cubicBezTo>
                  </a:path>
                </a:pathLst>
              </a:custGeom>
              <a:solidFill>
                <a:srgbClr val="6F6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6" name="Freeform 300">
                <a:extLst>
                  <a:ext uri="{FF2B5EF4-FFF2-40B4-BE49-F238E27FC236}">
                    <a16:creationId xmlns:a16="http://schemas.microsoft.com/office/drawing/2014/main" id="{C86600AB-805C-4C36-8C32-6B82C601A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800"/>
                <a:ext cx="463" cy="157"/>
              </a:xfrm>
              <a:custGeom>
                <a:avLst/>
                <a:gdLst>
                  <a:gd name="T0" fmla="*/ 0 w 185"/>
                  <a:gd name="T1" fmla="*/ 1112 h 59"/>
                  <a:gd name="T2" fmla="*/ 1397 w 185"/>
                  <a:gd name="T3" fmla="*/ 77 h 59"/>
                  <a:gd name="T4" fmla="*/ 2901 w 185"/>
                  <a:gd name="T5" fmla="*/ 1019 h 59"/>
                  <a:gd name="T6" fmla="*/ 0 w 185"/>
                  <a:gd name="T7" fmla="*/ 1112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5" h="59">
                    <a:moveTo>
                      <a:pt x="0" y="59"/>
                    </a:moveTo>
                    <a:cubicBezTo>
                      <a:pt x="24" y="37"/>
                      <a:pt x="60" y="8"/>
                      <a:pt x="89" y="4"/>
                    </a:cubicBezTo>
                    <a:cubicBezTo>
                      <a:pt x="118" y="0"/>
                      <a:pt x="157" y="11"/>
                      <a:pt x="185" y="54"/>
                    </a:cubicBezTo>
                    <a:cubicBezTo>
                      <a:pt x="167" y="42"/>
                      <a:pt x="76" y="6"/>
                      <a:pt x="0" y="59"/>
                    </a:cubicBezTo>
                    <a:close/>
                  </a:path>
                </a:pathLst>
              </a:custGeom>
              <a:solidFill>
                <a:srgbClr val="FD9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7" name="Freeform 301">
                <a:extLst>
                  <a:ext uri="{FF2B5EF4-FFF2-40B4-BE49-F238E27FC236}">
                    <a16:creationId xmlns:a16="http://schemas.microsoft.com/office/drawing/2014/main" id="{2A654FD8-782A-419B-A137-4F297D484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1816"/>
                <a:ext cx="67" cy="149"/>
              </a:xfrm>
              <a:custGeom>
                <a:avLst/>
                <a:gdLst>
                  <a:gd name="T0" fmla="*/ 0 w 27"/>
                  <a:gd name="T1" fmla="*/ 0 h 56"/>
                  <a:gd name="T2" fmla="*/ 337 w 27"/>
                  <a:gd name="T3" fmla="*/ 1054 h 56"/>
                  <a:gd name="T4" fmla="*/ 0 w 27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56">
                    <a:moveTo>
                      <a:pt x="0" y="0"/>
                    </a:moveTo>
                    <a:cubicBezTo>
                      <a:pt x="12" y="9"/>
                      <a:pt x="25" y="30"/>
                      <a:pt x="22" y="56"/>
                    </a:cubicBezTo>
                    <a:cubicBezTo>
                      <a:pt x="27" y="32"/>
                      <a:pt x="25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8" name="Freeform 302">
                <a:extLst>
                  <a:ext uri="{FF2B5EF4-FFF2-40B4-BE49-F238E27FC236}">
                    <a16:creationId xmlns:a16="http://schemas.microsoft.com/office/drawing/2014/main" id="{F85E3E59-D459-45CA-8D6D-B6476D2C6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864"/>
                <a:ext cx="203" cy="45"/>
              </a:xfrm>
              <a:custGeom>
                <a:avLst/>
                <a:gdLst>
                  <a:gd name="T0" fmla="*/ 1276 w 81"/>
                  <a:gd name="T1" fmla="*/ 315 h 17"/>
                  <a:gd name="T2" fmla="*/ 0 w 81"/>
                  <a:gd name="T3" fmla="*/ 111 h 17"/>
                  <a:gd name="T4" fmla="*/ 1276 w 81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7">
                    <a:moveTo>
                      <a:pt x="81" y="17"/>
                    </a:moveTo>
                    <a:cubicBezTo>
                      <a:pt x="57" y="6"/>
                      <a:pt x="21" y="2"/>
                      <a:pt x="0" y="6"/>
                    </a:cubicBezTo>
                    <a:cubicBezTo>
                      <a:pt x="17" y="0"/>
                      <a:pt x="62" y="1"/>
                      <a:pt x="8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9" name="Freeform 303">
                <a:extLst>
                  <a:ext uri="{FF2B5EF4-FFF2-40B4-BE49-F238E27FC236}">
                    <a16:creationId xmlns:a16="http://schemas.microsoft.com/office/drawing/2014/main" id="{B4776594-28EE-4AC0-B594-32906B925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029"/>
                <a:ext cx="188" cy="160"/>
              </a:xfrm>
              <a:custGeom>
                <a:avLst/>
                <a:gdLst>
                  <a:gd name="T0" fmla="*/ 0 w 75"/>
                  <a:gd name="T1" fmla="*/ 0 h 60"/>
                  <a:gd name="T2" fmla="*/ 847 w 75"/>
                  <a:gd name="T3" fmla="*/ 435 h 60"/>
                  <a:gd name="T4" fmla="*/ 1131 w 75"/>
                  <a:gd name="T5" fmla="*/ 605 h 60"/>
                  <a:gd name="T6" fmla="*/ 835 w 75"/>
                  <a:gd name="T7" fmla="*/ 1139 h 60"/>
                  <a:gd name="T8" fmla="*/ 742 w 75"/>
                  <a:gd name="T9" fmla="*/ 547 h 60"/>
                  <a:gd name="T10" fmla="*/ 175 w 75"/>
                  <a:gd name="T11" fmla="*/ 192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60">
                    <a:moveTo>
                      <a:pt x="0" y="0"/>
                    </a:moveTo>
                    <a:cubicBezTo>
                      <a:pt x="19" y="7"/>
                      <a:pt x="35" y="17"/>
                      <a:pt x="54" y="23"/>
                    </a:cubicBezTo>
                    <a:cubicBezTo>
                      <a:pt x="60" y="25"/>
                      <a:pt x="70" y="26"/>
                      <a:pt x="72" y="32"/>
                    </a:cubicBezTo>
                    <a:cubicBezTo>
                      <a:pt x="75" y="42"/>
                      <a:pt x="61" y="57"/>
                      <a:pt x="53" y="60"/>
                    </a:cubicBezTo>
                    <a:cubicBezTo>
                      <a:pt x="68" y="45"/>
                      <a:pt x="63" y="37"/>
                      <a:pt x="47" y="29"/>
                    </a:cubicBezTo>
                    <a:cubicBezTo>
                      <a:pt x="37" y="24"/>
                      <a:pt x="21" y="17"/>
                      <a:pt x="1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0" name="Freeform 304">
                <a:extLst>
                  <a:ext uri="{FF2B5EF4-FFF2-40B4-BE49-F238E27FC236}">
                    <a16:creationId xmlns:a16="http://schemas.microsoft.com/office/drawing/2014/main" id="{6191D29A-7936-43AD-BFC7-888FDA0AB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267"/>
                <a:ext cx="398" cy="133"/>
              </a:xfrm>
              <a:custGeom>
                <a:avLst/>
                <a:gdLst>
                  <a:gd name="T0" fmla="*/ 2493 w 159"/>
                  <a:gd name="T1" fmla="*/ 942 h 50"/>
                  <a:gd name="T2" fmla="*/ 1772 w 159"/>
                  <a:gd name="T3" fmla="*/ 678 h 50"/>
                  <a:gd name="T4" fmla="*/ 1179 w 159"/>
                  <a:gd name="T5" fmla="*/ 452 h 50"/>
                  <a:gd name="T6" fmla="*/ 613 w 159"/>
                  <a:gd name="T7" fmla="*/ 192 h 50"/>
                  <a:gd name="T8" fmla="*/ 0 w 159"/>
                  <a:gd name="T9" fmla="*/ 35 h 50"/>
                  <a:gd name="T10" fmla="*/ 408 w 159"/>
                  <a:gd name="T11" fmla="*/ 396 h 50"/>
                  <a:gd name="T12" fmla="*/ 801 w 159"/>
                  <a:gd name="T13" fmla="*/ 567 h 50"/>
                  <a:gd name="T14" fmla="*/ 1179 w 159"/>
                  <a:gd name="T15" fmla="*/ 678 h 50"/>
                  <a:gd name="T16" fmla="*/ 1334 w 159"/>
                  <a:gd name="T17" fmla="*/ 716 h 50"/>
                  <a:gd name="T18" fmla="*/ 1584 w 159"/>
                  <a:gd name="T19" fmla="*/ 636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9" h="50">
                    <a:moveTo>
                      <a:pt x="159" y="50"/>
                    </a:moveTo>
                    <a:cubicBezTo>
                      <a:pt x="143" y="47"/>
                      <a:pt x="128" y="41"/>
                      <a:pt x="113" y="36"/>
                    </a:cubicBezTo>
                    <a:cubicBezTo>
                      <a:pt x="101" y="32"/>
                      <a:pt x="88" y="29"/>
                      <a:pt x="75" y="24"/>
                    </a:cubicBezTo>
                    <a:cubicBezTo>
                      <a:pt x="63" y="20"/>
                      <a:pt x="51" y="15"/>
                      <a:pt x="39" y="10"/>
                    </a:cubicBezTo>
                    <a:cubicBezTo>
                      <a:pt x="26" y="5"/>
                      <a:pt x="13" y="5"/>
                      <a:pt x="0" y="2"/>
                    </a:cubicBezTo>
                    <a:cubicBezTo>
                      <a:pt x="12" y="0"/>
                      <a:pt x="24" y="9"/>
                      <a:pt x="26" y="21"/>
                    </a:cubicBezTo>
                    <a:cubicBezTo>
                      <a:pt x="31" y="9"/>
                      <a:pt x="48" y="23"/>
                      <a:pt x="51" y="30"/>
                    </a:cubicBezTo>
                    <a:cubicBezTo>
                      <a:pt x="59" y="22"/>
                      <a:pt x="73" y="24"/>
                      <a:pt x="75" y="36"/>
                    </a:cubicBezTo>
                    <a:cubicBezTo>
                      <a:pt x="78" y="29"/>
                      <a:pt x="83" y="32"/>
                      <a:pt x="85" y="38"/>
                    </a:cubicBezTo>
                    <a:cubicBezTo>
                      <a:pt x="89" y="31"/>
                      <a:pt x="95" y="35"/>
                      <a:pt x="101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1" name="Freeform 305">
                <a:extLst>
                  <a:ext uri="{FF2B5EF4-FFF2-40B4-BE49-F238E27FC236}">
                    <a16:creationId xmlns:a16="http://schemas.microsoft.com/office/drawing/2014/main" id="{C2F342FF-D5E9-4A41-A41D-F2661335A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259"/>
                <a:ext cx="193" cy="112"/>
              </a:xfrm>
              <a:custGeom>
                <a:avLst/>
                <a:gdLst>
                  <a:gd name="T0" fmla="*/ 1213 w 77"/>
                  <a:gd name="T1" fmla="*/ 0 h 42"/>
                  <a:gd name="T2" fmla="*/ 0 w 77"/>
                  <a:gd name="T3" fmla="*/ 797 h 42"/>
                  <a:gd name="T4" fmla="*/ 346 w 77"/>
                  <a:gd name="T5" fmla="*/ 717 h 42"/>
                  <a:gd name="T6" fmla="*/ 554 w 77"/>
                  <a:gd name="T7" fmla="*/ 477 h 42"/>
                  <a:gd name="T8" fmla="*/ 742 w 77"/>
                  <a:gd name="T9" fmla="*/ 205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42">
                    <a:moveTo>
                      <a:pt x="77" y="0"/>
                    </a:moveTo>
                    <a:cubicBezTo>
                      <a:pt x="46" y="8"/>
                      <a:pt x="21" y="16"/>
                      <a:pt x="0" y="42"/>
                    </a:cubicBezTo>
                    <a:cubicBezTo>
                      <a:pt x="3" y="36"/>
                      <a:pt x="19" y="29"/>
                      <a:pt x="22" y="38"/>
                    </a:cubicBezTo>
                    <a:cubicBezTo>
                      <a:pt x="14" y="28"/>
                      <a:pt x="26" y="23"/>
                      <a:pt x="35" y="25"/>
                    </a:cubicBezTo>
                    <a:cubicBezTo>
                      <a:pt x="36" y="17"/>
                      <a:pt x="40" y="13"/>
                      <a:pt x="4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2" name="Freeform 306">
                <a:extLst>
                  <a:ext uri="{FF2B5EF4-FFF2-40B4-BE49-F238E27FC236}">
                    <a16:creationId xmlns:a16="http://schemas.microsoft.com/office/drawing/2014/main" id="{1430A745-0858-4F8B-8F35-76E694670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515"/>
                <a:ext cx="380" cy="114"/>
              </a:xfrm>
              <a:custGeom>
                <a:avLst/>
                <a:gdLst>
                  <a:gd name="T0" fmla="*/ 2283 w 152"/>
                  <a:gd name="T1" fmla="*/ 0 h 43"/>
                  <a:gd name="T2" fmla="*/ 2095 w 152"/>
                  <a:gd name="T3" fmla="*/ 612 h 43"/>
                  <a:gd name="T4" fmla="*/ 1470 w 152"/>
                  <a:gd name="T5" fmla="*/ 724 h 43"/>
                  <a:gd name="T6" fmla="*/ 783 w 152"/>
                  <a:gd name="T7" fmla="*/ 711 h 43"/>
                  <a:gd name="T8" fmla="*/ 0 w 152"/>
                  <a:gd name="T9" fmla="*/ 724 h 43"/>
                  <a:gd name="T10" fmla="*/ 375 w 152"/>
                  <a:gd name="T11" fmla="*/ 315 h 43"/>
                  <a:gd name="T12" fmla="*/ 750 w 152"/>
                  <a:gd name="T13" fmla="*/ 506 h 43"/>
                  <a:gd name="T14" fmla="*/ 1020 w 152"/>
                  <a:gd name="T15" fmla="*/ 464 h 43"/>
                  <a:gd name="T16" fmla="*/ 1158 w 152"/>
                  <a:gd name="T17" fmla="*/ 294 h 43"/>
                  <a:gd name="T18" fmla="*/ 1458 w 152"/>
                  <a:gd name="T19" fmla="*/ 541 h 43"/>
                  <a:gd name="T20" fmla="*/ 1895 w 152"/>
                  <a:gd name="T21" fmla="*/ 408 h 43"/>
                  <a:gd name="T22" fmla="*/ 2188 w 152"/>
                  <a:gd name="T23" fmla="*/ 225 h 43"/>
                  <a:gd name="T24" fmla="*/ 2283 w 152"/>
                  <a:gd name="T25" fmla="*/ 21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2" h="43">
                    <a:moveTo>
                      <a:pt x="146" y="0"/>
                    </a:moveTo>
                    <a:cubicBezTo>
                      <a:pt x="152" y="10"/>
                      <a:pt x="143" y="28"/>
                      <a:pt x="134" y="33"/>
                    </a:cubicBezTo>
                    <a:cubicBezTo>
                      <a:pt x="123" y="41"/>
                      <a:pt x="108" y="41"/>
                      <a:pt x="94" y="39"/>
                    </a:cubicBezTo>
                    <a:cubicBezTo>
                      <a:pt x="79" y="38"/>
                      <a:pt x="65" y="38"/>
                      <a:pt x="50" y="38"/>
                    </a:cubicBezTo>
                    <a:cubicBezTo>
                      <a:pt x="34" y="38"/>
                      <a:pt x="15" y="43"/>
                      <a:pt x="0" y="39"/>
                    </a:cubicBezTo>
                    <a:cubicBezTo>
                      <a:pt x="14" y="35"/>
                      <a:pt x="24" y="34"/>
                      <a:pt x="24" y="17"/>
                    </a:cubicBezTo>
                    <a:cubicBezTo>
                      <a:pt x="32" y="23"/>
                      <a:pt x="37" y="25"/>
                      <a:pt x="48" y="27"/>
                    </a:cubicBezTo>
                    <a:cubicBezTo>
                      <a:pt x="54" y="27"/>
                      <a:pt x="60" y="29"/>
                      <a:pt x="65" y="25"/>
                    </a:cubicBezTo>
                    <a:cubicBezTo>
                      <a:pt x="69" y="22"/>
                      <a:pt x="71" y="18"/>
                      <a:pt x="74" y="16"/>
                    </a:cubicBezTo>
                    <a:cubicBezTo>
                      <a:pt x="80" y="21"/>
                      <a:pt x="85" y="27"/>
                      <a:pt x="93" y="29"/>
                    </a:cubicBezTo>
                    <a:cubicBezTo>
                      <a:pt x="103" y="32"/>
                      <a:pt x="112" y="26"/>
                      <a:pt x="121" y="22"/>
                    </a:cubicBezTo>
                    <a:cubicBezTo>
                      <a:pt x="128" y="19"/>
                      <a:pt x="135" y="18"/>
                      <a:pt x="140" y="12"/>
                    </a:cubicBezTo>
                    <a:cubicBezTo>
                      <a:pt x="143" y="8"/>
                      <a:pt x="143" y="4"/>
                      <a:pt x="146" y="1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3" name="Freeform 307">
                <a:extLst>
                  <a:ext uri="{FF2B5EF4-FFF2-40B4-BE49-F238E27FC236}">
                    <a16:creationId xmlns:a16="http://schemas.microsoft.com/office/drawing/2014/main" id="{E9EF833D-2A4C-4805-9D07-702F129C0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95"/>
                <a:ext cx="523" cy="229"/>
              </a:xfrm>
              <a:custGeom>
                <a:avLst/>
                <a:gdLst>
                  <a:gd name="T0" fmla="*/ 3276 w 209"/>
                  <a:gd name="T1" fmla="*/ 1587 h 86"/>
                  <a:gd name="T2" fmla="*/ 2117 w 209"/>
                  <a:gd name="T3" fmla="*/ 1531 h 86"/>
                  <a:gd name="T4" fmla="*/ 1584 w 209"/>
                  <a:gd name="T5" fmla="*/ 1544 h 86"/>
                  <a:gd name="T6" fmla="*/ 1096 w 209"/>
                  <a:gd name="T7" fmla="*/ 1531 h 86"/>
                  <a:gd name="T8" fmla="*/ 345 w 209"/>
                  <a:gd name="T9" fmla="*/ 964 h 86"/>
                  <a:gd name="T10" fmla="*/ 208 w 209"/>
                  <a:gd name="T11" fmla="*/ 0 h 86"/>
                  <a:gd name="T12" fmla="*/ 488 w 209"/>
                  <a:gd name="T13" fmla="*/ 588 h 86"/>
                  <a:gd name="T14" fmla="*/ 626 w 209"/>
                  <a:gd name="T15" fmla="*/ 431 h 86"/>
                  <a:gd name="T16" fmla="*/ 813 w 209"/>
                  <a:gd name="T17" fmla="*/ 397 h 86"/>
                  <a:gd name="T18" fmla="*/ 676 w 209"/>
                  <a:gd name="T19" fmla="*/ 815 h 86"/>
                  <a:gd name="T20" fmla="*/ 1051 w 209"/>
                  <a:gd name="T21" fmla="*/ 794 h 86"/>
                  <a:gd name="T22" fmla="*/ 1209 w 209"/>
                  <a:gd name="T23" fmla="*/ 1262 h 86"/>
                  <a:gd name="T24" fmla="*/ 1754 w 209"/>
                  <a:gd name="T25" fmla="*/ 1148 h 86"/>
                  <a:gd name="T26" fmla="*/ 1834 w 209"/>
                  <a:gd name="T27" fmla="*/ 1398 h 86"/>
                  <a:gd name="T28" fmla="*/ 2117 w 209"/>
                  <a:gd name="T29" fmla="*/ 1318 h 86"/>
                  <a:gd name="T30" fmla="*/ 2242 w 209"/>
                  <a:gd name="T31" fmla="*/ 1361 h 86"/>
                  <a:gd name="T32" fmla="*/ 2442 w 209"/>
                  <a:gd name="T33" fmla="*/ 1398 h 86"/>
                  <a:gd name="T34" fmla="*/ 2743 w 209"/>
                  <a:gd name="T35" fmla="*/ 1454 h 86"/>
                  <a:gd name="T36" fmla="*/ 3100 w 209"/>
                  <a:gd name="T37" fmla="*/ 1566 h 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09" h="86">
                    <a:moveTo>
                      <a:pt x="209" y="84"/>
                    </a:moveTo>
                    <a:cubicBezTo>
                      <a:pt x="185" y="80"/>
                      <a:pt x="159" y="81"/>
                      <a:pt x="135" y="81"/>
                    </a:cubicBezTo>
                    <a:cubicBezTo>
                      <a:pt x="124" y="81"/>
                      <a:pt x="112" y="81"/>
                      <a:pt x="101" y="82"/>
                    </a:cubicBezTo>
                    <a:cubicBezTo>
                      <a:pt x="90" y="84"/>
                      <a:pt x="81" y="86"/>
                      <a:pt x="70" y="81"/>
                    </a:cubicBezTo>
                    <a:cubicBezTo>
                      <a:pt x="51" y="73"/>
                      <a:pt x="36" y="66"/>
                      <a:pt x="22" y="51"/>
                    </a:cubicBezTo>
                    <a:cubicBezTo>
                      <a:pt x="8" y="36"/>
                      <a:pt x="0" y="18"/>
                      <a:pt x="13" y="0"/>
                    </a:cubicBezTo>
                    <a:cubicBezTo>
                      <a:pt x="8" y="11"/>
                      <a:pt x="14" y="39"/>
                      <a:pt x="31" y="31"/>
                    </a:cubicBezTo>
                    <a:cubicBezTo>
                      <a:pt x="35" y="29"/>
                      <a:pt x="36" y="25"/>
                      <a:pt x="40" y="23"/>
                    </a:cubicBezTo>
                    <a:cubicBezTo>
                      <a:pt x="43" y="21"/>
                      <a:pt x="49" y="20"/>
                      <a:pt x="52" y="21"/>
                    </a:cubicBezTo>
                    <a:cubicBezTo>
                      <a:pt x="49" y="30"/>
                      <a:pt x="32" y="32"/>
                      <a:pt x="43" y="43"/>
                    </a:cubicBezTo>
                    <a:cubicBezTo>
                      <a:pt x="53" y="53"/>
                      <a:pt x="58" y="44"/>
                      <a:pt x="67" y="42"/>
                    </a:cubicBezTo>
                    <a:cubicBezTo>
                      <a:pt x="63" y="52"/>
                      <a:pt x="67" y="63"/>
                      <a:pt x="77" y="67"/>
                    </a:cubicBezTo>
                    <a:cubicBezTo>
                      <a:pt x="88" y="71"/>
                      <a:pt x="102" y="66"/>
                      <a:pt x="112" y="61"/>
                    </a:cubicBezTo>
                    <a:cubicBezTo>
                      <a:pt x="114" y="64"/>
                      <a:pt x="113" y="71"/>
                      <a:pt x="117" y="74"/>
                    </a:cubicBezTo>
                    <a:cubicBezTo>
                      <a:pt x="122" y="78"/>
                      <a:pt x="130" y="72"/>
                      <a:pt x="135" y="70"/>
                    </a:cubicBezTo>
                    <a:cubicBezTo>
                      <a:pt x="141" y="69"/>
                      <a:pt x="137" y="68"/>
                      <a:pt x="143" y="72"/>
                    </a:cubicBezTo>
                    <a:cubicBezTo>
                      <a:pt x="149" y="76"/>
                      <a:pt x="149" y="76"/>
                      <a:pt x="156" y="74"/>
                    </a:cubicBezTo>
                    <a:cubicBezTo>
                      <a:pt x="165" y="72"/>
                      <a:pt x="167" y="74"/>
                      <a:pt x="175" y="77"/>
                    </a:cubicBezTo>
                    <a:cubicBezTo>
                      <a:pt x="181" y="79"/>
                      <a:pt x="192" y="83"/>
                      <a:pt x="198" y="83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4" name="Freeform 308">
                <a:extLst>
                  <a:ext uri="{FF2B5EF4-FFF2-40B4-BE49-F238E27FC236}">
                    <a16:creationId xmlns:a16="http://schemas.microsoft.com/office/drawing/2014/main" id="{DC03961A-E57B-4A57-9F80-175CA61A5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045"/>
                <a:ext cx="215" cy="259"/>
              </a:xfrm>
              <a:custGeom>
                <a:avLst/>
                <a:gdLst>
                  <a:gd name="T0" fmla="*/ 158 w 86"/>
                  <a:gd name="T1" fmla="*/ 764 h 97"/>
                  <a:gd name="T2" fmla="*/ 613 w 86"/>
                  <a:gd name="T3" fmla="*/ 401 h 97"/>
                  <a:gd name="T4" fmla="*/ 938 w 86"/>
                  <a:gd name="T5" fmla="*/ 77 h 97"/>
                  <a:gd name="T6" fmla="*/ 783 w 86"/>
                  <a:gd name="T7" fmla="*/ 606 h 97"/>
                  <a:gd name="T8" fmla="*/ 1050 w 86"/>
                  <a:gd name="T9" fmla="*/ 991 h 97"/>
                  <a:gd name="T10" fmla="*/ 1188 w 86"/>
                  <a:gd name="T11" fmla="*/ 1311 h 97"/>
                  <a:gd name="T12" fmla="*/ 1000 w 86"/>
                  <a:gd name="T13" fmla="*/ 1469 h 97"/>
                  <a:gd name="T14" fmla="*/ 925 w 86"/>
                  <a:gd name="T15" fmla="*/ 1848 h 97"/>
                  <a:gd name="T16" fmla="*/ 845 w 86"/>
                  <a:gd name="T17" fmla="*/ 1391 h 97"/>
                  <a:gd name="T18" fmla="*/ 583 w 86"/>
                  <a:gd name="T19" fmla="*/ 1311 h 97"/>
                  <a:gd name="T20" fmla="*/ 333 w 86"/>
                  <a:gd name="T21" fmla="*/ 1140 h 97"/>
                  <a:gd name="T22" fmla="*/ 0 w 86"/>
                  <a:gd name="T23" fmla="*/ 892 h 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97">
                    <a:moveTo>
                      <a:pt x="10" y="40"/>
                    </a:moveTo>
                    <a:cubicBezTo>
                      <a:pt x="20" y="35"/>
                      <a:pt x="31" y="28"/>
                      <a:pt x="39" y="21"/>
                    </a:cubicBezTo>
                    <a:cubicBezTo>
                      <a:pt x="43" y="17"/>
                      <a:pt x="54" y="0"/>
                      <a:pt x="60" y="4"/>
                    </a:cubicBezTo>
                    <a:cubicBezTo>
                      <a:pt x="69" y="9"/>
                      <a:pt x="53" y="28"/>
                      <a:pt x="50" y="32"/>
                    </a:cubicBezTo>
                    <a:cubicBezTo>
                      <a:pt x="43" y="45"/>
                      <a:pt x="56" y="51"/>
                      <a:pt x="67" y="52"/>
                    </a:cubicBezTo>
                    <a:cubicBezTo>
                      <a:pt x="58" y="62"/>
                      <a:pt x="86" y="56"/>
                      <a:pt x="76" y="69"/>
                    </a:cubicBezTo>
                    <a:cubicBezTo>
                      <a:pt x="74" y="72"/>
                      <a:pt x="66" y="74"/>
                      <a:pt x="64" y="77"/>
                    </a:cubicBezTo>
                    <a:cubicBezTo>
                      <a:pt x="60" y="83"/>
                      <a:pt x="60" y="91"/>
                      <a:pt x="59" y="97"/>
                    </a:cubicBezTo>
                    <a:cubicBezTo>
                      <a:pt x="57" y="89"/>
                      <a:pt x="59" y="81"/>
                      <a:pt x="54" y="73"/>
                    </a:cubicBezTo>
                    <a:cubicBezTo>
                      <a:pt x="49" y="63"/>
                      <a:pt x="46" y="69"/>
                      <a:pt x="37" y="69"/>
                    </a:cubicBezTo>
                    <a:cubicBezTo>
                      <a:pt x="30" y="69"/>
                      <a:pt x="26" y="64"/>
                      <a:pt x="21" y="60"/>
                    </a:cubicBezTo>
                    <a:cubicBezTo>
                      <a:pt x="14" y="54"/>
                      <a:pt x="6" y="52"/>
                      <a:pt x="0" y="47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5" name="Freeform 309">
                <a:extLst>
                  <a:ext uri="{FF2B5EF4-FFF2-40B4-BE49-F238E27FC236}">
                    <a16:creationId xmlns:a16="http://schemas.microsoft.com/office/drawing/2014/main" id="{3C813A05-E5E0-4221-AC40-8CAFD139B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208"/>
                <a:ext cx="507" cy="179"/>
              </a:xfrm>
              <a:custGeom>
                <a:avLst/>
                <a:gdLst>
                  <a:gd name="T0" fmla="*/ 2995 w 203"/>
                  <a:gd name="T1" fmla="*/ 21 h 67"/>
                  <a:gd name="T2" fmla="*/ 2962 w 203"/>
                  <a:gd name="T3" fmla="*/ 879 h 67"/>
                  <a:gd name="T4" fmla="*/ 2133 w 203"/>
                  <a:gd name="T5" fmla="*/ 764 h 67"/>
                  <a:gd name="T6" fmla="*/ 1309 w 203"/>
                  <a:gd name="T7" fmla="*/ 379 h 67"/>
                  <a:gd name="T8" fmla="*/ 687 w 203"/>
                  <a:gd name="T9" fmla="*/ 21 h 67"/>
                  <a:gd name="T10" fmla="*/ 437 w 203"/>
                  <a:gd name="T11" fmla="*/ 35 h 67"/>
                  <a:gd name="T12" fmla="*/ 280 w 203"/>
                  <a:gd name="T13" fmla="*/ 77 h 67"/>
                  <a:gd name="T14" fmla="*/ 125 w 203"/>
                  <a:gd name="T15" fmla="*/ 0 h 67"/>
                  <a:gd name="T16" fmla="*/ 717 w 203"/>
                  <a:gd name="T17" fmla="*/ 379 h 67"/>
                  <a:gd name="T18" fmla="*/ 1633 w 203"/>
                  <a:gd name="T19" fmla="*/ 764 h 67"/>
                  <a:gd name="T20" fmla="*/ 2445 w 203"/>
                  <a:gd name="T21" fmla="*/ 1085 h 67"/>
                  <a:gd name="T22" fmla="*/ 3149 w 203"/>
                  <a:gd name="T23" fmla="*/ 1256 h 67"/>
                  <a:gd name="T24" fmla="*/ 3099 w 203"/>
                  <a:gd name="T25" fmla="*/ 1029 h 67"/>
                  <a:gd name="T26" fmla="*/ 3132 w 203"/>
                  <a:gd name="T27" fmla="*/ 729 h 67"/>
                  <a:gd name="T28" fmla="*/ 3162 w 203"/>
                  <a:gd name="T29" fmla="*/ 136 h 6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3" h="67">
                    <a:moveTo>
                      <a:pt x="192" y="1"/>
                    </a:moveTo>
                    <a:cubicBezTo>
                      <a:pt x="200" y="9"/>
                      <a:pt x="200" y="38"/>
                      <a:pt x="190" y="46"/>
                    </a:cubicBezTo>
                    <a:cubicBezTo>
                      <a:pt x="178" y="55"/>
                      <a:pt x="149" y="44"/>
                      <a:pt x="137" y="40"/>
                    </a:cubicBezTo>
                    <a:cubicBezTo>
                      <a:pt x="119" y="33"/>
                      <a:pt x="102" y="26"/>
                      <a:pt x="84" y="20"/>
                    </a:cubicBezTo>
                    <a:cubicBezTo>
                      <a:pt x="71" y="17"/>
                      <a:pt x="50" y="14"/>
                      <a:pt x="44" y="1"/>
                    </a:cubicBezTo>
                    <a:cubicBezTo>
                      <a:pt x="42" y="12"/>
                      <a:pt x="32" y="2"/>
                      <a:pt x="28" y="2"/>
                    </a:cubicBezTo>
                    <a:cubicBezTo>
                      <a:pt x="25" y="1"/>
                      <a:pt x="21" y="5"/>
                      <a:pt x="18" y="4"/>
                    </a:cubicBezTo>
                    <a:cubicBezTo>
                      <a:pt x="14" y="4"/>
                      <a:pt x="11" y="0"/>
                      <a:pt x="8" y="0"/>
                    </a:cubicBezTo>
                    <a:cubicBezTo>
                      <a:pt x="0" y="16"/>
                      <a:pt x="38" y="20"/>
                      <a:pt x="46" y="20"/>
                    </a:cubicBezTo>
                    <a:cubicBezTo>
                      <a:pt x="65" y="23"/>
                      <a:pt x="88" y="31"/>
                      <a:pt x="105" y="40"/>
                    </a:cubicBezTo>
                    <a:cubicBezTo>
                      <a:pt x="123" y="50"/>
                      <a:pt x="138" y="51"/>
                      <a:pt x="157" y="57"/>
                    </a:cubicBezTo>
                    <a:cubicBezTo>
                      <a:pt x="172" y="62"/>
                      <a:pt x="186" y="67"/>
                      <a:pt x="202" y="66"/>
                    </a:cubicBezTo>
                    <a:cubicBezTo>
                      <a:pt x="202" y="62"/>
                      <a:pt x="199" y="58"/>
                      <a:pt x="199" y="54"/>
                    </a:cubicBezTo>
                    <a:cubicBezTo>
                      <a:pt x="199" y="49"/>
                      <a:pt x="200" y="43"/>
                      <a:pt x="201" y="38"/>
                    </a:cubicBezTo>
                    <a:cubicBezTo>
                      <a:pt x="202" y="28"/>
                      <a:pt x="203" y="18"/>
                      <a:pt x="203" y="7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6" name="Freeform 310">
                <a:extLst>
                  <a:ext uri="{FF2B5EF4-FFF2-40B4-BE49-F238E27FC236}">
                    <a16:creationId xmlns:a16="http://schemas.microsoft.com/office/drawing/2014/main" id="{D73ACD53-4E86-4F23-AD16-4D5B1D21C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229"/>
                <a:ext cx="57" cy="155"/>
              </a:xfrm>
              <a:custGeom>
                <a:avLst/>
                <a:gdLst>
                  <a:gd name="T0" fmla="*/ 154 w 23"/>
                  <a:gd name="T1" fmla="*/ 0 h 58"/>
                  <a:gd name="T2" fmla="*/ 136 w 23"/>
                  <a:gd name="T3" fmla="*/ 1106 h 58"/>
                  <a:gd name="T4" fmla="*/ 0 w 23"/>
                  <a:gd name="T5" fmla="*/ 97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8">
                    <a:moveTo>
                      <a:pt x="10" y="0"/>
                    </a:moveTo>
                    <a:cubicBezTo>
                      <a:pt x="23" y="16"/>
                      <a:pt x="11" y="40"/>
                      <a:pt x="9" y="58"/>
                    </a:cubicBezTo>
                    <a:cubicBezTo>
                      <a:pt x="5" y="57"/>
                      <a:pt x="3" y="53"/>
                      <a:pt x="0" y="51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7" name="Freeform 311">
                <a:extLst>
                  <a:ext uri="{FF2B5EF4-FFF2-40B4-BE49-F238E27FC236}">
                    <a16:creationId xmlns:a16="http://schemas.microsoft.com/office/drawing/2014/main" id="{3EA957E0-8C44-45C6-A56C-9E63A4089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072"/>
                <a:ext cx="107" cy="163"/>
              </a:xfrm>
              <a:custGeom>
                <a:avLst/>
                <a:gdLst>
                  <a:gd name="T0" fmla="*/ 662 w 43"/>
                  <a:gd name="T1" fmla="*/ 1165 h 61"/>
                  <a:gd name="T2" fmla="*/ 249 w 43"/>
                  <a:gd name="T3" fmla="*/ 708 h 61"/>
                  <a:gd name="T4" fmla="*/ 124 w 43"/>
                  <a:gd name="T5" fmla="*/ 363 h 61"/>
                  <a:gd name="T6" fmla="*/ 0 w 43"/>
                  <a:gd name="T7" fmla="*/ 0 h 61"/>
                  <a:gd name="T8" fmla="*/ 261 w 43"/>
                  <a:gd name="T9" fmla="*/ 307 h 61"/>
                  <a:gd name="T10" fmla="*/ 495 w 43"/>
                  <a:gd name="T11" fmla="*/ 593 h 61"/>
                  <a:gd name="T12" fmla="*/ 649 w 43"/>
                  <a:gd name="T13" fmla="*/ 935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61">
                    <a:moveTo>
                      <a:pt x="43" y="61"/>
                    </a:moveTo>
                    <a:cubicBezTo>
                      <a:pt x="31" y="54"/>
                      <a:pt x="23" y="50"/>
                      <a:pt x="16" y="37"/>
                    </a:cubicBezTo>
                    <a:cubicBezTo>
                      <a:pt x="12" y="31"/>
                      <a:pt x="10" y="25"/>
                      <a:pt x="8" y="19"/>
                    </a:cubicBezTo>
                    <a:cubicBezTo>
                      <a:pt x="5" y="13"/>
                      <a:pt x="0" y="6"/>
                      <a:pt x="0" y="0"/>
                    </a:cubicBezTo>
                    <a:cubicBezTo>
                      <a:pt x="4" y="8"/>
                      <a:pt x="7" y="16"/>
                      <a:pt x="17" y="16"/>
                    </a:cubicBezTo>
                    <a:cubicBezTo>
                      <a:pt x="9" y="26"/>
                      <a:pt x="21" y="38"/>
                      <a:pt x="32" y="31"/>
                    </a:cubicBezTo>
                    <a:cubicBezTo>
                      <a:pt x="29" y="39"/>
                      <a:pt x="36" y="47"/>
                      <a:pt x="42" y="49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8" name="Freeform 312">
                <a:extLst>
                  <a:ext uri="{FF2B5EF4-FFF2-40B4-BE49-F238E27FC236}">
                    <a16:creationId xmlns:a16="http://schemas.microsoft.com/office/drawing/2014/main" id="{A39F4C69-514B-4AB0-BDF9-6D7201BBE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931"/>
                <a:ext cx="125" cy="234"/>
              </a:xfrm>
              <a:custGeom>
                <a:avLst/>
                <a:gdLst>
                  <a:gd name="T0" fmla="*/ 783 w 50"/>
                  <a:gd name="T1" fmla="*/ 0 h 88"/>
                  <a:gd name="T2" fmla="*/ 313 w 50"/>
                  <a:gd name="T3" fmla="*/ 35 h 88"/>
                  <a:gd name="T4" fmla="*/ 0 w 50"/>
                  <a:gd name="T5" fmla="*/ 303 h 88"/>
                  <a:gd name="T6" fmla="*/ 83 w 50"/>
                  <a:gd name="T7" fmla="*/ 904 h 88"/>
                  <a:gd name="T8" fmla="*/ 175 w 50"/>
                  <a:gd name="T9" fmla="*/ 1654 h 88"/>
                  <a:gd name="T10" fmla="*/ 158 w 50"/>
                  <a:gd name="T11" fmla="*/ 1109 h 88"/>
                  <a:gd name="T12" fmla="*/ 283 w 50"/>
                  <a:gd name="T13" fmla="*/ 941 h 88"/>
                  <a:gd name="T14" fmla="*/ 238 w 50"/>
                  <a:gd name="T15" fmla="*/ 468 h 88"/>
                  <a:gd name="T16" fmla="*/ 345 w 50"/>
                  <a:gd name="T17" fmla="*/ 93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88">
                    <a:moveTo>
                      <a:pt x="50" y="0"/>
                    </a:moveTo>
                    <a:cubicBezTo>
                      <a:pt x="40" y="1"/>
                      <a:pt x="30" y="2"/>
                      <a:pt x="20" y="2"/>
                    </a:cubicBezTo>
                    <a:cubicBezTo>
                      <a:pt x="8" y="3"/>
                      <a:pt x="1" y="2"/>
                      <a:pt x="0" y="16"/>
                    </a:cubicBezTo>
                    <a:cubicBezTo>
                      <a:pt x="0" y="27"/>
                      <a:pt x="4" y="38"/>
                      <a:pt x="5" y="48"/>
                    </a:cubicBezTo>
                    <a:cubicBezTo>
                      <a:pt x="7" y="61"/>
                      <a:pt x="7" y="75"/>
                      <a:pt x="11" y="88"/>
                    </a:cubicBezTo>
                    <a:cubicBezTo>
                      <a:pt x="11" y="78"/>
                      <a:pt x="11" y="69"/>
                      <a:pt x="10" y="59"/>
                    </a:cubicBezTo>
                    <a:cubicBezTo>
                      <a:pt x="10" y="53"/>
                      <a:pt x="8" y="46"/>
                      <a:pt x="18" y="50"/>
                    </a:cubicBezTo>
                    <a:cubicBezTo>
                      <a:pt x="10" y="44"/>
                      <a:pt x="3" y="31"/>
                      <a:pt x="15" y="25"/>
                    </a:cubicBezTo>
                    <a:cubicBezTo>
                      <a:pt x="2" y="16"/>
                      <a:pt x="17" y="10"/>
                      <a:pt x="22" y="5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9" name="Freeform 313">
                <a:extLst>
                  <a:ext uri="{FF2B5EF4-FFF2-40B4-BE49-F238E27FC236}">
                    <a16:creationId xmlns:a16="http://schemas.microsoft.com/office/drawing/2014/main" id="{2438C9B2-9CFE-4E25-A166-C8EEAC3CE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925"/>
                <a:ext cx="75" cy="86"/>
              </a:xfrm>
              <a:custGeom>
                <a:avLst/>
                <a:gdLst>
                  <a:gd name="T0" fmla="*/ 50 w 30"/>
                  <a:gd name="T1" fmla="*/ 35 h 32"/>
                  <a:gd name="T2" fmla="*/ 395 w 30"/>
                  <a:gd name="T3" fmla="*/ 94 h 32"/>
                  <a:gd name="T4" fmla="*/ 395 w 30"/>
                  <a:gd name="T5" fmla="*/ 621 h 32"/>
                  <a:gd name="T6" fmla="*/ 220 w 30"/>
                  <a:gd name="T7" fmla="*/ 312 h 32"/>
                  <a:gd name="T8" fmla="*/ 0 w 30"/>
                  <a:gd name="T9" fmla="*/ 9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2">
                    <a:moveTo>
                      <a:pt x="3" y="2"/>
                    </a:moveTo>
                    <a:cubicBezTo>
                      <a:pt x="9" y="1"/>
                      <a:pt x="21" y="0"/>
                      <a:pt x="25" y="5"/>
                    </a:cubicBezTo>
                    <a:cubicBezTo>
                      <a:pt x="30" y="9"/>
                      <a:pt x="29" y="27"/>
                      <a:pt x="25" y="32"/>
                    </a:cubicBezTo>
                    <a:cubicBezTo>
                      <a:pt x="26" y="25"/>
                      <a:pt x="25" y="9"/>
                      <a:pt x="14" y="16"/>
                    </a:cubicBezTo>
                    <a:cubicBezTo>
                      <a:pt x="16" y="8"/>
                      <a:pt x="7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0" name="Freeform 314">
                <a:extLst>
                  <a:ext uri="{FF2B5EF4-FFF2-40B4-BE49-F238E27FC236}">
                    <a16:creationId xmlns:a16="http://schemas.microsoft.com/office/drawing/2014/main" id="{5B7F09EC-1CB7-49AD-92E4-70449FEE8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936"/>
                <a:ext cx="115" cy="227"/>
              </a:xfrm>
              <a:custGeom>
                <a:avLst/>
                <a:gdLst>
                  <a:gd name="T0" fmla="*/ 0 w 46"/>
                  <a:gd name="T1" fmla="*/ 136 h 85"/>
                  <a:gd name="T2" fmla="*/ 425 w 46"/>
                  <a:gd name="T3" fmla="*/ 77 h 85"/>
                  <a:gd name="T4" fmla="*/ 583 w 46"/>
                  <a:gd name="T5" fmla="*/ 606 h 85"/>
                  <a:gd name="T6" fmla="*/ 520 w 46"/>
                  <a:gd name="T7" fmla="*/ 1618 h 85"/>
                  <a:gd name="T8" fmla="*/ 408 w 46"/>
                  <a:gd name="T9" fmla="*/ 1242 h 85"/>
                  <a:gd name="T10" fmla="*/ 395 w 46"/>
                  <a:gd name="T11" fmla="*/ 876 h 85"/>
                  <a:gd name="T12" fmla="*/ 333 w 46"/>
                  <a:gd name="T13" fmla="*/ 550 h 85"/>
                  <a:gd name="T14" fmla="*/ 283 w 46"/>
                  <a:gd name="T15" fmla="*/ 115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85">
                    <a:moveTo>
                      <a:pt x="0" y="7"/>
                    </a:moveTo>
                    <a:cubicBezTo>
                      <a:pt x="7" y="4"/>
                      <a:pt x="21" y="0"/>
                      <a:pt x="27" y="4"/>
                    </a:cubicBezTo>
                    <a:cubicBezTo>
                      <a:pt x="35" y="9"/>
                      <a:pt x="35" y="24"/>
                      <a:pt x="37" y="32"/>
                    </a:cubicBezTo>
                    <a:cubicBezTo>
                      <a:pt x="42" y="50"/>
                      <a:pt x="46" y="70"/>
                      <a:pt x="33" y="85"/>
                    </a:cubicBezTo>
                    <a:cubicBezTo>
                      <a:pt x="38" y="79"/>
                      <a:pt x="38" y="61"/>
                      <a:pt x="26" y="65"/>
                    </a:cubicBezTo>
                    <a:cubicBezTo>
                      <a:pt x="39" y="62"/>
                      <a:pt x="32" y="42"/>
                      <a:pt x="25" y="46"/>
                    </a:cubicBezTo>
                    <a:cubicBezTo>
                      <a:pt x="24" y="40"/>
                      <a:pt x="32" y="31"/>
                      <a:pt x="21" y="29"/>
                    </a:cubicBezTo>
                    <a:cubicBezTo>
                      <a:pt x="36" y="23"/>
                      <a:pt x="30" y="10"/>
                      <a:pt x="1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1" name="Freeform 315">
                <a:extLst>
                  <a:ext uri="{FF2B5EF4-FFF2-40B4-BE49-F238E27FC236}">
                    <a16:creationId xmlns:a16="http://schemas.microsoft.com/office/drawing/2014/main" id="{21BBF706-AE4C-40A8-B5F4-2BDC062C3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995"/>
                <a:ext cx="145" cy="400"/>
              </a:xfrm>
              <a:custGeom>
                <a:avLst/>
                <a:gdLst>
                  <a:gd name="T0" fmla="*/ 145 w 58"/>
                  <a:gd name="T1" fmla="*/ 0 h 150"/>
                  <a:gd name="T2" fmla="*/ 20 w 58"/>
                  <a:gd name="T3" fmla="*/ 264 h 150"/>
                  <a:gd name="T4" fmla="*/ 83 w 58"/>
                  <a:gd name="T5" fmla="*/ 683 h 150"/>
                  <a:gd name="T6" fmla="*/ 113 w 58"/>
                  <a:gd name="T7" fmla="*/ 1515 h 150"/>
                  <a:gd name="T8" fmla="*/ 270 w 58"/>
                  <a:gd name="T9" fmla="*/ 2445 h 150"/>
                  <a:gd name="T10" fmla="*/ 500 w 58"/>
                  <a:gd name="T11" fmla="*/ 2765 h 150"/>
                  <a:gd name="T12" fmla="*/ 908 w 58"/>
                  <a:gd name="T13" fmla="*/ 2824 h 150"/>
                  <a:gd name="T14" fmla="*/ 595 w 58"/>
                  <a:gd name="T15" fmla="*/ 2184 h 150"/>
                  <a:gd name="T16" fmla="*/ 470 w 58"/>
                  <a:gd name="T17" fmla="*/ 1843 h 150"/>
                  <a:gd name="T18" fmla="*/ 458 w 58"/>
                  <a:gd name="T19" fmla="*/ 1365 h 150"/>
                  <a:gd name="T20" fmla="*/ 313 w 58"/>
                  <a:gd name="T21" fmla="*/ 909 h 150"/>
                  <a:gd name="T22" fmla="*/ 113 w 58"/>
                  <a:gd name="T23" fmla="*/ 77 h 1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150">
                    <a:moveTo>
                      <a:pt x="9" y="0"/>
                    </a:moveTo>
                    <a:cubicBezTo>
                      <a:pt x="0" y="5"/>
                      <a:pt x="1" y="5"/>
                      <a:pt x="1" y="14"/>
                    </a:cubicBezTo>
                    <a:cubicBezTo>
                      <a:pt x="2" y="22"/>
                      <a:pt x="4" y="29"/>
                      <a:pt x="5" y="36"/>
                    </a:cubicBezTo>
                    <a:cubicBezTo>
                      <a:pt x="7" y="52"/>
                      <a:pt x="5" y="64"/>
                      <a:pt x="7" y="80"/>
                    </a:cubicBezTo>
                    <a:cubicBezTo>
                      <a:pt x="10" y="98"/>
                      <a:pt x="9" y="114"/>
                      <a:pt x="17" y="129"/>
                    </a:cubicBezTo>
                    <a:cubicBezTo>
                      <a:pt x="20" y="134"/>
                      <a:pt x="28" y="144"/>
                      <a:pt x="32" y="146"/>
                    </a:cubicBezTo>
                    <a:cubicBezTo>
                      <a:pt x="39" y="150"/>
                      <a:pt x="50" y="145"/>
                      <a:pt x="58" y="149"/>
                    </a:cubicBezTo>
                    <a:cubicBezTo>
                      <a:pt x="49" y="141"/>
                      <a:pt x="22" y="133"/>
                      <a:pt x="38" y="115"/>
                    </a:cubicBezTo>
                    <a:cubicBezTo>
                      <a:pt x="26" y="125"/>
                      <a:pt x="21" y="102"/>
                      <a:pt x="30" y="97"/>
                    </a:cubicBezTo>
                    <a:cubicBezTo>
                      <a:pt x="21" y="106"/>
                      <a:pt x="18" y="79"/>
                      <a:pt x="29" y="72"/>
                    </a:cubicBezTo>
                    <a:cubicBezTo>
                      <a:pt x="19" y="71"/>
                      <a:pt x="6" y="53"/>
                      <a:pt x="20" y="48"/>
                    </a:cubicBezTo>
                    <a:cubicBezTo>
                      <a:pt x="9" y="39"/>
                      <a:pt x="2" y="17"/>
                      <a:pt x="7" y="4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2" name="Freeform 316">
                <a:extLst>
                  <a:ext uri="{FF2B5EF4-FFF2-40B4-BE49-F238E27FC236}">
                    <a16:creationId xmlns:a16="http://schemas.microsoft.com/office/drawing/2014/main" id="{9B4D4F1D-C962-4C8B-B073-AE82652D1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013"/>
                <a:ext cx="50" cy="179"/>
              </a:xfrm>
              <a:custGeom>
                <a:avLst/>
                <a:gdLst>
                  <a:gd name="T0" fmla="*/ 313 w 20"/>
                  <a:gd name="T1" fmla="*/ 0 h 67"/>
                  <a:gd name="T2" fmla="*/ 0 w 20"/>
                  <a:gd name="T3" fmla="*/ 478 h 67"/>
                  <a:gd name="T4" fmla="*/ 208 w 20"/>
                  <a:gd name="T5" fmla="*/ 1277 h 67"/>
                  <a:gd name="T6" fmla="*/ 208 w 20"/>
                  <a:gd name="T7" fmla="*/ 785 h 67"/>
                  <a:gd name="T8" fmla="*/ 113 w 20"/>
                  <a:gd name="T9" fmla="*/ 435 h 67"/>
                  <a:gd name="T10" fmla="*/ 188 w 20"/>
                  <a:gd name="T11" fmla="*/ 115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7">
                    <a:moveTo>
                      <a:pt x="20" y="0"/>
                    </a:moveTo>
                    <a:cubicBezTo>
                      <a:pt x="11" y="9"/>
                      <a:pt x="0" y="10"/>
                      <a:pt x="0" y="25"/>
                    </a:cubicBezTo>
                    <a:cubicBezTo>
                      <a:pt x="1" y="39"/>
                      <a:pt x="7" y="54"/>
                      <a:pt x="13" y="67"/>
                    </a:cubicBezTo>
                    <a:cubicBezTo>
                      <a:pt x="7" y="60"/>
                      <a:pt x="6" y="48"/>
                      <a:pt x="13" y="41"/>
                    </a:cubicBezTo>
                    <a:cubicBezTo>
                      <a:pt x="3" y="37"/>
                      <a:pt x="5" y="31"/>
                      <a:pt x="7" y="23"/>
                    </a:cubicBezTo>
                    <a:cubicBezTo>
                      <a:pt x="7" y="19"/>
                      <a:pt x="9" y="10"/>
                      <a:pt x="12" y="6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3" name="Freeform 317">
                <a:extLst>
                  <a:ext uri="{FF2B5EF4-FFF2-40B4-BE49-F238E27FC236}">
                    <a16:creationId xmlns:a16="http://schemas.microsoft.com/office/drawing/2014/main" id="{C964AE58-6BDB-473E-9408-C732D6336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397"/>
                <a:ext cx="163" cy="195"/>
              </a:xfrm>
              <a:custGeom>
                <a:avLst/>
                <a:gdLst>
                  <a:gd name="T0" fmla="*/ 1026 w 65"/>
                  <a:gd name="T1" fmla="*/ 1392 h 73"/>
                  <a:gd name="T2" fmla="*/ 208 w 65"/>
                  <a:gd name="T3" fmla="*/ 879 h 73"/>
                  <a:gd name="T4" fmla="*/ 459 w 65"/>
                  <a:gd name="T5" fmla="*/ 0 h 73"/>
                  <a:gd name="T6" fmla="*/ 334 w 65"/>
                  <a:gd name="T7" fmla="*/ 572 h 73"/>
                  <a:gd name="T8" fmla="*/ 567 w 65"/>
                  <a:gd name="T9" fmla="*/ 606 h 73"/>
                  <a:gd name="T10" fmla="*/ 710 w 65"/>
                  <a:gd name="T11" fmla="*/ 857 h 73"/>
                  <a:gd name="T12" fmla="*/ 880 w 65"/>
                  <a:gd name="T13" fmla="*/ 1277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73">
                    <a:moveTo>
                      <a:pt x="65" y="73"/>
                    </a:moveTo>
                    <a:cubicBezTo>
                      <a:pt x="49" y="66"/>
                      <a:pt x="26" y="61"/>
                      <a:pt x="13" y="46"/>
                    </a:cubicBezTo>
                    <a:cubicBezTo>
                      <a:pt x="0" y="32"/>
                      <a:pt x="16" y="12"/>
                      <a:pt x="29" y="0"/>
                    </a:cubicBezTo>
                    <a:cubicBezTo>
                      <a:pt x="25" y="8"/>
                      <a:pt x="17" y="21"/>
                      <a:pt x="21" y="30"/>
                    </a:cubicBezTo>
                    <a:cubicBezTo>
                      <a:pt x="24" y="39"/>
                      <a:pt x="33" y="42"/>
                      <a:pt x="36" y="32"/>
                    </a:cubicBezTo>
                    <a:cubicBezTo>
                      <a:pt x="27" y="44"/>
                      <a:pt x="31" y="61"/>
                      <a:pt x="45" y="45"/>
                    </a:cubicBezTo>
                    <a:cubicBezTo>
                      <a:pt x="42" y="55"/>
                      <a:pt x="44" y="69"/>
                      <a:pt x="56" y="67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4" name="Freeform 318">
                <a:extLst>
                  <a:ext uri="{FF2B5EF4-FFF2-40B4-BE49-F238E27FC236}">
                    <a16:creationId xmlns:a16="http://schemas.microsoft.com/office/drawing/2014/main" id="{E56C97C1-E400-438C-AD64-D2E5FDEBB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216"/>
                <a:ext cx="298" cy="165"/>
              </a:xfrm>
              <a:custGeom>
                <a:avLst/>
                <a:gdLst>
                  <a:gd name="T0" fmla="*/ 1868 w 119"/>
                  <a:gd name="T1" fmla="*/ 56 h 62"/>
                  <a:gd name="T2" fmla="*/ 992 w 119"/>
                  <a:gd name="T3" fmla="*/ 452 h 62"/>
                  <a:gd name="T4" fmla="*/ 283 w 119"/>
                  <a:gd name="T5" fmla="*/ 1168 h 62"/>
                  <a:gd name="T6" fmla="*/ 0 w 119"/>
                  <a:gd name="T7" fmla="*/ 136 h 62"/>
                  <a:gd name="T8" fmla="*/ 283 w 119"/>
                  <a:gd name="T9" fmla="*/ 828 h 62"/>
                  <a:gd name="T10" fmla="*/ 488 w 119"/>
                  <a:gd name="T11" fmla="*/ 474 h 62"/>
                  <a:gd name="T12" fmla="*/ 721 w 119"/>
                  <a:gd name="T13" fmla="*/ 192 h 62"/>
                  <a:gd name="T14" fmla="*/ 1159 w 119"/>
                  <a:gd name="T15" fmla="*/ 0 h 62"/>
                  <a:gd name="T16" fmla="*/ 1305 w 119"/>
                  <a:gd name="T17" fmla="*/ 149 h 62"/>
                  <a:gd name="T18" fmla="*/ 1493 w 119"/>
                  <a:gd name="T19" fmla="*/ 93 h 62"/>
                  <a:gd name="T20" fmla="*/ 1755 w 119"/>
                  <a:gd name="T21" fmla="*/ 77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62">
                    <a:moveTo>
                      <a:pt x="119" y="3"/>
                    </a:moveTo>
                    <a:cubicBezTo>
                      <a:pt x="102" y="3"/>
                      <a:pt x="79" y="17"/>
                      <a:pt x="63" y="24"/>
                    </a:cubicBezTo>
                    <a:cubicBezTo>
                      <a:pt x="44" y="34"/>
                      <a:pt x="35" y="49"/>
                      <a:pt x="18" y="62"/>
                    </a:cubicBezTo>
                    <a:cubicBezTo>
                      <a:pt x="3" y="55"/>
                      <a:pt x="2" y="21"/>
                      <a:pt x="0" y="7"/>
                    </a:cubicBezTo>
                    <a:cubicBezTo>
                      <a:pt x="2" y="17"/>
                      <a:pt x="7" y="41"/>
                      <a:pt x="18" y="44"/>
                    </a:cubicBezTo>
                    <a:cubicBezTo>
                      <a:pt x="33" y="49"/>
                      <a:pt x="30" y="33"/>
                      <a:pt x="31" y="25"/>
                    </a:cubicBezTo>
                    <a:cubicBezTo>
                      <a:pt x="40" y="39"/>
                      <a:pt x="51" y="20"/>
                      <a:pt x="46" y="10"/>
                    </a:cubicBezTo>
                    <a:cubicBezTo>
                      <a:pt x="56" y="15"/>
                      <a:pt x="74" y="14"/>
                      <a:pt x="74" y="0"/>
                    </a:cubicBezTo>
                    <a:cubicBezTo>
                      <a:pt x="78" y="2"/>
                      <a:pt x="80" y="7"/>
                      <a:pt x="83" y="8"/>
                    </a:cubicBezTo>
                    <a:cubicBezTo>
                      <a:pt x="88" y="9"/>
                      <a:pt x="91" y="6"/>
                      <a:pt x="95" y="5"/>
                    </a:cubicBezTo>
                    <a:cubicBezTo>
                      <a:pt x="100" y="5"/>
                      <a:pt x="112" y="10"/>
                      <a:pt x="112" y="4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5" name="Freeform 319">
                <a:extLst>
                  <a:ext uri="{FF2B5EF4-FFF2-40B4-BE49-F238E27FC236}">
                    <a16:creationId xmlns:a16="http://schemas.microsoft.com/office/drawing/2014/main" id="{969AAA4D-D204-4FA2-9BDB-84F3B07A3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059"/>
                <a:ext cx="157" cy="202"/>
              </a:xfrm>
              <a:custGeom>
                <a:avLst/>
                <a:gdLst>
                  <a:gd name="T0" fmla="*/ 695 w 63"/>
                  <a:gd name="T1" fmla="*/ 0 h 76"/>
                  <a:gd name="T2" fmla="*/ 508 w 63"/>
                  <a:gd name="T3" fmla="*/ 524 h 76"/>
                  <a:gd name="T4" fmla="*/ 558 w 63"/>
                  <a:gd name="T5" fmla="*/ 805 h 76"/>
                  <a:gd name="T6" fmla="*/ 745 w 63"/>
                  <a:gd name="T7" fmla="*/ 960 h 76"/>
                  <a:gd name="T8" fmla="*/ 962 w 63"/>
                  <a:gd name="T9" fmla="*/ 1108 h 76"/>
                  <a:gd name="T10" fmla="*/ 870 w 63"/>
                  <a:gd name="T11" fmla="*/ 1257 h 76"/>
                  <a:gd name="T12" fmla="*/ 758 w 63"/>
                  <a:gd name="T13" fmla="*/ 1427 h 76"/>
                  <a:gd name="T14" fmla="*/ 695 w 63"/>
                  <a:gd name="T15" fmla="*/ 1108 h 76"/>
                  <a:gd name="T16" fmla="*/ 591 w 63"/>
                  <a:gd name="T17" fmla="*/ 1031 h 76"/>
                  <a:gd name="T18" fmla="*/ 558 w 63"/>
                  <a:gd name="T19" fmla="*/ 941 h 76"/>
                  <a:gd name="T20" fmla="*/ 478 w 63"/>
                  <a:gd name="T21" fmla="*/ 904 h 76"/>
                  <a:gd name="T22" fmla="*/ 374 w 63"/>
                  <a:gd name="T23" fmla="*/ 805 h 76"/>
                  <a:gd name="T24" fmla="*/ 292 w 63"/>
                  <a:gd name="T25" fmla="*/ 678 h 76"/>
                  <a:gd name="T26" fmla="*/ 0 w 63"/>
                  <a:gd name="T27" fmla="*/ 622 h 76"/>
                  <a:gd name="T28" fmla="*/ 167 w 63"/>
                  <a:gd name="T29" fmla="*/ 486 h 76"/>
                  <a:gd name="T30" fmla="*/ 324 w 63"/>
                  <a:gd name="T31" fmla="*/ 375 h 76"/>
                  <a:gd name="T32" fmla="*/ 633 w 63"/>
                  <a:gd name="T33" fmla="*/ 0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3" h="76">
                    <a:moveTo>
                      <a:pt x="45" y="0"/>
                    </a:moveTo>
                    <a:cubicBezTo>
                      <a:pt x="47" y="12"/>
                      <a:pt x="37" y="18"/>
                      <a:pt x="33" y="28"/>
                    </a:cubicBezTo>
                    <a:cubicBezTo>
                      <a:pt x="31" y="33"/>
                      <a:pt x="32" y="38"/>
                      <a:pt x="36" y="43"/>
                    </a:cubicBezTo>
                    <a:cubicBezTo>
                      <a:pt x="39" y="46"/>
                      <a:pt x="48" y="46"/>
                      <a:pt x="48" y="51"/>
                    </a:cubicBezTo>
                    <a:cubicBezTo>
                      <a:pt x="56" y="53"/>
                      <a:pt x="60" y="48"/>
                      <a:pt x="62" y="59"/>
                    </a:cubicBezTo>
                    <a:cubicBezTo>
                      <a:pt x="63" y="64"/>
                      <a:pt x="61" y="64"/>
                      <a:pt x="56" y="67"/>
                    </a:cubicBezTo>
                    <a:cubicBezTo>
                      <a:pt x="53" y="69"/>
                      <a:pt x="51" y="72"/>
                      <a:pt x="49" y="76"/>
                    </a:cubicBezTo>
                    <a:cubicBezTo>
                      <a:pt x="52" y="67"/>
                      <a:pt x="55" y="62"/>
                      <a:pt x="45" y="59"/>
                    </a:cubicBezTo>
                    <a:cubicBezTo>
                      <a:pt x="41" y="58"/>
                      <a:pt x="40" y="58"/>
                      <a:pt x="38" y="55"/>
                    </a:cubicBezTo>
                    <a:cubicBezTo>
                      <a:pt x="37" y="53"/>
                      <a:pt x="38" y="52"/>
                      <a:pt x="36" y="50"/>
                    </a:cubicBezTo>
                    <a:cubicBezTo>
                      <a:pt x="35" y="50"/>
                      <a:pt x="32" y="49"/>
                      <a:pt x="31" y="48"/>
                    </a:cubicBezTo>
                    <a:cubicBezTo>
                      <a:pt x="28" y="47"/>
                      <a:pt x="25" y="46"/>
                      <a:pt x="24" y="43"/>
                    </a:cubicBezTo>
                    <a:cubicBezTo>
                      <a:pt x="22" y="37"/>
                      <a:pt x="25" y="37"/>
                      <a:pt x="19" y="36"/>
                    </a:cubicBezTo>
                    <a:cubicBezTo>
                      <a:pt x="13" y="35"/>
                      <a:pt x="4" y="38"/>
                      <a:pt x="0" y="33"/>
                    </a:cubicBezTo>
                    <a:cubicBezTo>
                      <a:pt x="4" y="32"/>
                      <a:pt x="7" y="28"/>
                      <a:pt x="11" y="26"/>
                    </a:cubicBezTo>
                    <a:cubicBezTo>
                      <a:pt x="15" y="25"/>
                      <a:pt x="18" y="23"/>
                      <a:pt x="21" y="20"/>
                    </a:cubicBezTo>
                    <a:cubicBezTo>
                      <a:pt x="29" y="14"/>
                      <a:pt x="34" y="6"/>
                      <a:pt x="41" y="0"/>
                    </a:cubicBezTo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6" name="Freeform 320">
                <a:extLst>
                  <a:ext uri="{FF2B5EF4-FFF2-40B4-BE49-F238E27FC236}">
                    <a16:creationId xmlns:a16="http://schemas.microsoft.com/office/drawing/2014/main" id="{5D2B2B4F-5A84-4EFF-A71A-3BE150AB3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216"/>
                <a:ext cx="42" cy="91"/>
              </a:xfrm>
              <a:custGeom>
                <a:avLst/>
                <a:gdLst>
                  <a:gd name="T0" fmla="*/ 153 w 17"/>
                  <a:gd name="T1" fmla="*/ 0 h 34"/>
                  <a:gd name="T2" fmla="*/ 30 w 17"/>
                  <a:gd name="T3" fmla="*/ 343 h 34"/>
                  <a:gd name="T4" fmla="*/ 30 w 17"/>
                  <a:gd name="T5" fmla="*/ 653 h 34"/>
                  <a:gd name="T6" fmla="*/ 257 w 17"/>
                  <a:gd name="T7" fmla="*/ 9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4">
                    <a:moveTo>
                      <a:pt x="10" y="0"/>
                    </a:moveTo>
                    <a:cubicBezTo>
                      <a:pt x="13" y="5"/>
                      <a:pt x="4" y="13"/>
                      <a:pt x="2" y="18"/>
                    </a:cubicBezTo>
                    <a:cubicBezTo>
                      <a:pt x="1" y="22"/>
                      <a:pt x="0" y="29"/>
                      <a:pt x="2" y="34"/>
                    </a:cubicBezTo>
                    <a:cubicBezTo>
                      <a:pt x="3" y="23"/>
                      <a:pt x="7" y="10"/>
                      <a:pt x="17" y="5"/>
                    </a:cubicBezTo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7" name="Freeform 321">
                <a:extLst>
                  <a:ext uri="{FF2B5EF4-FFF2-40B4-BE49-F238E27FC236}">
                    <a16:creationId xmlns:a16="http://schemas.microsoft.com/office/drawing/2014/main" id="{B7C9DF74-103F-4F81-9F16-DD4EF3478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635"/>
                <a:ext cx="257" cy="98"/>
              </a:xfrm>
              <a:custGeom>
                <a:avLst/>
                <a:gdLst>
                  <a:gd name="T0" fmla="*/ 1412 w 103"/>
                  <a:gd name="T1" fmla="*/ 281 h 37"/>
                  <a:gd name="T2" fmla="*/ 1412 w 103"/>
                  <a:gd name="T3" fmla="*/ 652 h 37"/>
                  <a:gd name="T4" fmla="*/ 933 w 103"/>
                  <a:gd name="T5" fmla="*/ 575 h 37"/>
                  <a:gd name="T6" fmla="*/ 262 w 103"/>
                  <a:gd name="T7" fmla="*/ 0 h 37"/>
                  <a:gd name="T8" fmla="*/ 374 w 103"/>
                  <a:gd name="T9" fmla="*/ 350 h 37"/>
                  <a:gd name="T10" fmla="*/ 529 w 103"/>
                  <a:gd name="T11" fmla="*/ 170 h 37"/>
                  <a:gd name="T12" fmla="*/ 696 w 103"/>
                  <a:gd name="T13" fmla="*/ 408 h 37"/>
                  <a:gd name="T14" fmla="*/ 853 w 103"/>
                  <a:gd name="T15" fmla="*/ 260 h 37"/>
                  <a:gd name="T16" fmla="*/ 1195 w 103"/>
                  <a:gd name="T17" fmla="*/ 429 h 37"/>
                  <a:gd name="T18" fmla="*/ 1370 w 103"/>
                  <a:gd name="T19" fmla="*/ 315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3" h="37">
                    <a:moveTo>
                      <a:pt x="91" y="15"/>
                    </a:moveTo>
                    <a:cubicBezTo>
                      <a:pt x="98" y="22"/>
                      <a:pt x="103" y="33"/>
                      <a:pt x="91" y="35"/>
                    </a:cubicBezTo>
                    <a:cubicBezTo>
                      <a:pt x="81" y="37"/>
                      <a:pt x="69" y="33"/>
                      <a:pt x="60" y="31"/>
                    </a:cubicBezTo>
                    <a:cubicBezTo>
                      <a:pt x="44" y="28"/>
                      <a:pt x="0" y="30"/>
                      <a:pt x="17" y="0"/>
                    </a:cubicBezTo>
                    <a:cubicBezTo>
                      <a:pt x="18" y="6"/>
                      <a:pt x="15" y="19"/>
                      <a:pt x="24" y="19"/>
                    </a:cubicBezTo>
                    <a:cubicBezTo>
                      <a:pt x="30" y="20"/>
                      <a:pt x="31" y="12"/>
                      <a:pt x="34" y="9"/>
                    </a:cubicBezTo>
                    <a:cubicBezTo>
                      <a:pt x="39" y="11"/>
                      <a:pt x="41" y="20"/>
                      <a:pt x="45" y="22"/>
                    </a:cubicBezTo>
                    <a:cubicBezTo>
                      <a:pt x="51" y="23"/>
                      <a:pt x="51" y="17"/>
                      <a:pt x="55" y="14"/>
                    </a:cubicBezTo>
                    <a:cubicBezTo>
                      <a:pt x="64" y="22"/>
                      <a:pt x="64" y="30"/>
                      <a:pt x="77" y="23"/>
                    </a:cubicBezTo>
                    <a:cubicBezTo>
                      <a:pt x="81" y="21"/>
                      <a:pt x="85" y="19"/>
                      <a:pt x="88" y="17"/>
                    </a:cubicBezTo>
                  </a:path>
                </a:pathLst>
              </a:custGeom>
              <a:solidFill>
                <a:srgbClr val="CD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8" name="Freeform 322">
                <a:extLst>
                  <a:ext uri="{FF2B5EF4-FFF2-40B4-BE49-F238E27FC236}">
                    <a16:creationId xmlns:a16="http://schemas.microsoft.com/office/drawing/2014/main" id="{73D557C6-2CD1-4319-88C4-87E15E297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381"/>
                <a:ext cx="125" cy="211"/>
              </a:xfrm>
              <a:custGeom>
                <a:avLst/>
                <a:gdLst>
                  <a:gd name="T0" fmla="*/ 50 w 50"/>
                  <a:gd name="T1" fmla="*/ 0 h 79"/>
                  <a:gd name="T2" fmla="*/ 408 w 50"/>
                  <a:gd name="T3" fmla="*/ 248 h 79"/>
                  <a:gd name="T4" fmla="*/ 520 w 50"/>
                  <a:gd name="T5" fmla="*/ 662 h 79"/>
                  <a:gd name="T6" fmla="*/ 783 w 50"/>
                  <a:gd name="T7" fmla="*/ 1469 h 79"/>
                  <a:gd name="T8" fmla="*/ 333 w 50"/>
                  <a:gd name="T9" fmla="*/ 1506 h 79"/>
                  <a:gd name="T10" fmla="*/ 270 w 50"/>
                  <a:gd name="T11" fmla="*/ 991 h 79"/>
                  <a:gd name="T12" fmla="*/ 220 w 50"/>
                  <a:gd name="T13" fmla="*/ 593 h 79"/>
                  <a:gd name="T14" fmla="*/ 158 w 50"/>
                  <a:gd name="T15" fmla="*/ 321 h 79"/>
                  <a:gd name="T16" fmla="*/ 0 w 50"/>
                  <a:gd name="T17" fmla="*/ 93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79">
                    <a:moveTo>
                      <a:pt x="3" y="0"/>
                    </a:moveTo>
                    <a:cubicBezTo>
                      <a:pt x="7" y="10"/>
                      <a:pt x="18" y="9"/>
                      <a:pt x="26" y="13"/>
                    </a:cubicBezTo>
                    <a:cubicBezTo>
                      <a:pt x="36" y="18"/>
                      <a:pt x="34" y="24"/>
                      <a:pt x="33" y="35"/>
                    </a:cubicBezTo>
                    <a:cubicBezTo>
                      <a:pt x="32" y="54"/>
                      <a:pt x="29" y="70"/>
                      <a:pt x="50" y="77"/>
                    </a:cubicBezTo>
                    <a:cubicBezTo>
                      <a:pt x="41" y="77"/>
                      <a:pt x="26" y="71"/>
                      <a:pt x="21" y="79"/>
                    </a:cubicBezTo>
                    <a:cubicBezTo>
                      <a:pt x="25" y="74"/>
                      <a:pt x="32" y="45"/>
                      <a:pt x="17" y="52"/>
                    </a:cubicBezTo>
                    <a:cubicBezTo>
                      <a:pt x="24" y="46"/>
                      <a:pt x="31" y="19"/>
                      <a:pt x="14" y="31"/>
                    </a:cubicBezTo>
                    <a:cubicBezTo>
                      <a:pt x="22" y="25"/>
                      <a:pt x="15" y="21"/>
                      <a:pt x="10" y="17"/>
                    </a:cubicBezTo>
                    <a:cubicBezTo>
                      <a:pt x="5" y="12"/>
                      <a:pt x="3" y="12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9" name="Freeform 323">
                <a:extLst>
                  <a:ext uri="{FF2B5EF4-FFF2-40B4-BE49-F238E27FC236}">
                    <a16:creationId xmlns:a16="http://schemas.microsoft.com/office/drawing/2014/main" id="{870B0FB8-3A06-4614-B161-EA99D2FD0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389"/>
                <a:ext cx="25" cy="54"/>
              </a:xfrm>
              <a:custGeom>
                <a:avLst/>
                <a:gdLst>
                  <a:gd name="T0" fmla="*/ 158 w 10"/>
                  <a:gd name="T1" fmla="*/ 103 h 20"/>
                  <a:gd name="T2" fmla="*/ 95 w 10"/>
                  <a:gd name="T3" fmla="*/ 394 h 20"/>
                  <a:gd name="T4" fmla="*/ 0 w 1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10" y="5"/>
                    </a:moveTo>
                    <a:cubicBezTo>
                      <a:pt x="4" y="8"/>
                      <a:pt x="7" y="14"/>
                      <a:pt x="6" y="20"/>
                    </a:cubicBezTo>
                    <a:cubicBezTo>
                      <a:pt x="2" y="14"/>
                      <a:pt x="4" y="6"/>
                      <a:pt x="0" y="0"/>
                    </a:cubicBezTo>
                  </a:path>
                </a:pathLst>
              </a:custGeom>
              <a:solidFill>
                <a:srgbClr val="6F6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0" name="Freeform 324">
                <a:extLst>
                  <a:ext uri="{FF2B5EF4-FFF2-40B4-BE49-F238E27FC236}">
                    <a16:creationId xmlns:a16="http://schemas.microsoft.com/office/drawing/2014/main" id="{19C7E658-0668-4711-9417-CD5B6A90C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392"/>
                <a:ext cx="127" cy="40"/>
              </a:xfrm>
              <a:custGeom>
                <a:avLst/>
                <a:gdLst>
                  <a:gd name="T0" fmla="*/ 787 w 51"/>
                  <a:gd name="T1" fmla="*/ 205 h 15"/>
                  <a:gd name="T2" fmla="*/ 540 w 51"/>
                  <a:gd name="T3" fmla="*/ 248 h 15"/>
                  <a:gd name="T4" fmla="*/ 371 w 51"/>
                  <a:gd name="T5" fmla="*/ 285 h 15"/>
                  <a:gd name="T6" fmla="*/ 75 w 51"/>
                  <a:gd name="T7" fmla="*/ 115 h 15"/>
                  <a:gd name="T8" fmla="*/ 199 w 51"/>
                  <a:gd name="T9" fmla="*/ 115 h 15"/>
                  <a:gd name="T10" fmla="*/ 354 w 51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5">
                    <a:moveTo>
                      <a:pt x="51" y="11"/>
                    </a:moveTo>
                    <a:cubicBezTo>
                      <a:pt x="45" y="11"/>
                      <a:pt x="41" y="11"/>
                      <a:pt x="35" y="13"/>
                    </a:cubicBezTo>
                    <a:cubicBezTo>
                      <a:pt x="32" y="15"/>
                      <a:pt x="29" y="15"/>
                      <a:pt x="24" y="15"/>
                    </a:cubicBezTo>
                    <a:cubicBezTo>
                      <a:pt x="21" y="15"/>
                      <a:pt x="0" y="13"/>
                      <a:pt x="5" y="6"/>
                    </a:cubicBezTo>
                    <a:cubicBezTo>
                      <a:pt x="9" y="8"/>
                      <a:pt x="10" y="8"/>
                      <a:pt x="13" y="6"/>
                    </a:cubicBezTo>
                    <a:cubicBezTo>
                      <a:pt x="17" y="5"/>
                      <a:pt x="20" y="1"/>
                      <a:pt x="23" y="0"/>
                    </a:cubicBezTo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1" name="Freeform 325">
                <a:extLst>
                  <a:ext uri="{FF2B5EF4-FFF2-40B4-BE49-F238E27FC236}">
                    <a16:creationId xmlns:a16="http://schemas.microsoft.com/office/drawing/2014/main" id="{EFEFC1C9-387B-4352-A2DD-A43928CA7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424"/>
                <a:ext cx="55" cy="77"/>
              </a:xfrm>
              <a:custGeom>
                <a:avLst/>
                <a:gdLst>
                  <a:gd name="T0" fmla="*/ 63 w 22"/>
                  <a:gd name="T1" fmla="*/ 0 h 29"/>
                  <a:gd name="T2" fmla="*/ 220 w 22"/>
                  <a:gd name="T3" fmla="*/ 247 h 29"/>
                  <a:gd name="T4" fmla="*/ 345 w 22"/>
                  <a:gd name="T5" fmla="*/ 542 h 29"/>
                  <a:gd name="T6" fmla="*/ 175 w 22"/>
                  <a:gd name="T7" fmla="*/ 337 h 29"/>
                  <a:gd name="T8" fmla="*/ 0 w 22"/>
                  <a:gd name="T9" fmla="*/ 9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4" y="0"/>
                    </a:moveTo>
                    <a:cubicBezTo>
                      <a:pt x="8" y="3"/>
                      <a:pt x="11" y="9"/>
                      <a:pt x="14" y="13"/>
                    </a:cubicBezTo>
                    <a:cubicBezTo>
                      <a:pt x="17" y="17"/>
                      <a:pt x="22" y="23"/>
                      <a:pt x="22" y="29"/>
                    </a:cubicBezTo>
                    <a:cubicBezTo>
                      <a:pt x="18" y="26"/>
                      <a:pt x="15" y="21"/>
                      <a:pt x="11" y="18"/>
                    </a:cubicBezTo>
                    <a:cubicBezTo>
                      <a:pt x="7" y="14"/>
                      <a:pt x="2" y="10"/>
                      <a:pt x="0" y="5"/>
                    </a:cubicBezTo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2" name="Freeform 326">
                <a:extLst>
                  <a:ext uri="{FF2B5EF4-FFF2-40B4-BE49-F238E27FC236}">
                    <a16:creationId xmlns:a16="http://schemas.microsoft.com/office/drawing/2014/main" id="{B42E7EF1-1804-4B9C-9D8F-E9ADB8238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341"/>
                <a:ext cx="73" cy="46"/>
              </a:xfrm>
              <a:custGeom>
                <a:avLst/>
                <a:gdLst>
                  <a:gd name="T0" fmla="*/ 413 w 29"/>
                  <a:gd name="T1" fmla="*/ 0 h 17"/>
                  <a:gd name="T2" fmla="*/ 284 w 29"/>
                  <a:gd name="T3" fmla="*/ 219 h 17"/>
                  <a:gd name="T4" fmla="*/ 0 w 29"/>
                  <a:gd name="T5" fmla="*/ 300 h 17"/>
                  <a:gd name="T6" fmla="*/ 463 w 29"/>
                  <a:gd name="T7" fmla="*/ 314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7">
                    <a:moveTo>
                      <a:pt x="26" y="0"/>
                    </a:moveTo>
                    <a:cubicBezTo>
                      <a:pt x="23" y="5"/>
                      <a:pt x="23" y="9"/>
                      <a:pt x="18" y="11"/>
                    </a:cubicBezTo>
                    <a:cubicBezTo>
                      <a:pt x="12" y="14"/>
                      <a:pt x="6" y="14"/>
                      <a:pt x="0" y="15"/>
                    </a:cubicBezTo>
                    <a:cubicBezTo>
                      <a:pt x="10" y="15"/>
                      <a:pt x="20" y="17"/>
                      <a:pt x="29" y="16"/>
                    </a:cubicBezTo>
                  </a:path>
                </a:pathLst>
              </a:custGeom>
              <a:solidFill>
                <a:srgbClr val="A79A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3" name="Freeform 327">
                <a:extLst>
                  <a:ext uri="{FF2B5EF4-FFF2-40B4-BE49-F238E27FC236}">
                    <a16:creationId xmlns:a16="http://schemas.microsoft.com/office/drawing/2014/main" id="{114B548A-45A8-4B0E-8556-03CC4215F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1619"/>
                <a:ext cx="160" cy="136"/>
              </a:xfrm>
              <a:custGeom>
                <a:avLst/>
                <a:gdLst>
                  <a:gd name="T0" fmla="*/ 0 w 64"/>
                  <a:gd name="T1" fmla="*/ 0 h 51"/>
                  <a:gd name="T2" fmla="*/ 283 w 64"/>
                  <a:gd name="T3" fmla="*/ 533 h 51"/>
                  <a:gd name="T4" fmla="*/ 1000 w 64"/>
                  <a:gd name="T5" fmla="*/ 931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51">
                    <a:moveTo>
                      <a:pt x="0" y="0"/>
                    </a:moveTo>
                    <a:cubicBezTo>
                      <a:pt x="6" y="13"/>
                      <a:pt x="7" y="19"/>
                      <a:pt x="18" y="28"/>
                    </a:cubicBezTo>
                    <a:cubicBezTo>
                      <a:pt x="30" y="39"/>
                      <a:pt x="46" y="51"/>
                      <a:pt x="64" y="49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4" name="Freeform 328">
                <a:extLst>
                  <a:ext uri="{FF2B5EF4-FFF2-40B4-BE49-F238E27FC236}">
                    <a16:creationId xmlns:a16="http://schemas.microsoft.com/office/drawing/2014/main" id="{46CBB67B-0882-449D-95B0-90365C3FF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1547"/>
                <a:ext cx="325" cy="104"/>
              </a:xfrm>
              <a:custGeom>
                <a:avLst/>
                <a:gdLst>
                  <a:gd name="T0" fmla="*/ 2033 w 130"/>
                  <a:gd name="T1" fmla="*/ 397 h 39"/>
                  <a:gd name="T2" fmla="*/ 1095 w 130"/>
                  <a:gd name="T3" fmla="*/ 397 h 39"/>
                  <a:gd name="T4" fmla="*/ 425 w 130"/>
                  <a:gd name="T5" fmla="*/ 248 h 39"/>
                  <a:gd name="T6" fmla="*/ 158 w 130"/>
                  <a:gd name="T7" fmla="*/ 192 h 39"/>
                  <a:gd name="T8" fmla="*/ 0 w 130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39">
                    <a:moveTo>
                      <a:pt x="130" y="21"/>
                    </a:moveTo>
                    <a:cubicBezTo>
                      <a:pt x="113" y="39"/>
                      <a:pt x="90" y="27"/>
                      <a:pt x="70" y="21"/>
                    </a:cubicBezTo>
                    <a:cubicBezTo>
                      <a:pt x="58" y="18"/>
                      <a:pt x="40" y="15"/>
                      <a:pt x="27" y="13"/>
                    </a:cubicBezTo>
                    <a:cubicBezTo>
                      <a:pt x="21" y="12"/>
                      <a:pt x="15" y="14"/>
                      <a:pt x="10" y="10"/>
                    </a:cubicBezTo>
                    <a:cubicBezTo>
                      <a:pt x="5" y="7"/>
                      <a:pt x="4" y="3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5" name="Freeform 329">
                <a:extLst>
                  <a:ext uri="{FF2B5EF4-FFF2-40B4-BE49-F238E27FC236}">
                    <a16:creationId xmlns:a16="http://schemas.microsoft.com/office/drawing/2014/main" id="{21CD3FA2-D339-4291-A547-E798C608C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536"/>
                <a:ext cx="230" cy="59"/>
              </a:xfrm>
              <a:custGeom>
                <a:avLst/>
                <a:gdLst>
                  <a:gd name="T0" fmla="*/ 1438 w 92"/>
                  <a:gd name="T1" fmla="*/ 0 h 22"/>
                  <a:gd name="T2" fmla="*/ 845 w 92"/>
                  <a:gd name="T3" fmla="*/ 330 h 22"/>
                  <a:gd name="T4" fmla="*/ 0 w 92"/>
                  <a:gd name="T5" fmla="*/ 25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2">
                    <a:moveTo>
                      <a:pt x="92" y="0"/>
                    </a:moveTo>
                    <a:cubicBezTo>
                      <a:pt x="78" y="4"/>
                      <a:pt x="68" y="14"/>
                      <a:pt x="54" y="17"/>
                    </a:cubicBezTo>
                    <a:cubicBezTo>
                      <a:pt x="36" y="21"/>
                      <a:pt x="14" y="22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6" name="Freeform 330">
                <a:extLst>
                  <a:ext uri="{FF2B5EF4-FFF2-40B4-BE49-F238E27FC236}">
                    <a16:creationId xmlns:a16="http://schemas.microsoft.com/office/drawing/2014/main" id="{8D3FB66F-87F8-41EF-A709-693002934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128"/>
                <a:ext cx="117" cy="488"/>
              </a:xfrm>
              <a:custGeom>
                <a:avLst/>
                <a:gdLst>
                  <a:gd name="T0" fmla="*/ 154 w 47"/>
                  <a:gd name="T1" fmla="*/ 2787 h 183"/>
                  <a:gd name="T2" fmla="*/ 217 w 47"/>
                  <a:gd name="T3" fmla="*/ 2616 h 183"/>
                  <a:gd name="T4" fmla="*/ 154 w 47"/>
                  <a:gd name="T5" fmla="*/ 2504 h 183"/>
                  <a:gd name="T6" fmla="*/ 105 w 47"/>
                  <a:gd name="T7" fmla="*/ 2411 h 183"/>
                  <a:gd name="T8" fmla="*/ 92 w 47"/>
                  <a:gd name="T9" fmla="*/ 2296 h 183"/>
                  <a:gd name="T10" fmla="*/ 75 w 47"/>
                  <a:gd name="T11" fmla="*/ 2296 h 183"/>
                  <a:gd name="T12" fmla="*/ 105 w 47"/>
                  <a:gd name="T13" fmla="*/ 2253 h 183"/>
                  <a:gd name="T14" fmla="*/ 154 w 47"/>
                  <a:gd name="T15" fmla="*/ 2197 h 183"/>
                  <a:gd name="T16" fmla="*/ 137 w 47"/>
                  <a:gd name="T17" fmla="*/ 2104 h 183"/>
                  <a:gd name="T18" fmla="*/ 42 w 47"/>
                  <a:gd name="T19" fmla="*/ 1501 h 183"/>
                  <a:gd name="T20" fmla="*/ 124 w 47"/>
                  <a:gd name="T21" fmla="*/ 1080 h 183"/>
                  <a:gd name="T22" fmla="*/ 403 w 47"/>
                  <a:gd name="T23" fmla="*/ 683 h 183"/>
                  <a:gd name="T24" fmla="*/ 321 w 47"/>
                  <a:gd name="T25" fmla="*/ 435 h 183"/>
                  <a:gd name="T26" fmla="*/ 137 w 47"/>
                  <a:gd name="T27" fmla="*/ 477 h 183"/>
                  <a:gd name="T28" fmla="*/ 217 w 47"/>
                  <a:gd name="T29" fmla="*/ 376 h 183"/>
                  <a:gd name="T30" fmla="*/ 371 w 47"/>
                  <a:gd name="T31" fmla="*/ 264 h 183"/>
                  <a:gd name="T32" fmla="*/ 724 w 47"/>
                  <a:gd name="T33" fmla="*/ 115 h 183"/>
                  <a:gd name="T34" fmla="*/ 724 w 47"/>
                  <a:gd name="T35" fmla="*/ 547 h 183"/>
                  <a:gd name="T36" fmla="*/ 446 w 47"/>
                  <a:gd name="T37" fmla="*/ 931 h 183"/>
                  <a:gd name="T38" fmla="*/ 371 w 47"/>
                  <a:gd name="T39" fmla="*/ 1344 h 183"/>
                  <a:gd name="T40" fmla="*/ 446 w 47"/>
                  <a:gd name="T41" fmla="*/ 1971 h 183"/>
                  <a:gd name="T42" fmla="*/ 466 w 47"/>
                  <a:gd name="T43" fmla="*/ 2069 h 183"/>
                  <a:gd name="T44" fmla="*/ 371 w 47"/>
                  <a:gd name="T45" fmla="*/ 2253 h 183"/>
                  <a:gd name="T46" fmla="*/ 403 w 47"/>
                  <a:gd name="T47" fmla="*/ 2389 h 183"/>
                  <a:gd name="T48" fmla="*/ 341 w 47"/>
                  <a:gd name="T49" fmla="*/ 2581 h 183"/>
                  <a:gd name="T50" fmla="*/ 353 w 47"/>
                  <a:gd name="T51" fmla="*/ 2752 h 183"/>
                  <a:gd name="T52" fmla="*/ 309 w 47"/>
                  <a:gd name="T53" fmla="*/ 2824 h 183"/>
                  <a:gd name="T54" fmla="*/ 261 w 47"/>
                  <a:gd name="T55" fmla="*/ 3016 h 183"/>
                  <a:gd name="T56" fmla="*/ 167 w 47"/>
                  <a:gd name="T57" fmla="*/ 3107 h 183"/>
                  <a:gd name="T58" fmla="*/ 75 w 47"/>
                  <a:gd name="T59" fmla="*/ 3336 h 183"/>
                  <a:gd name="T60" fmla="*/ 12 w 47"/>
                  <a:gd name="T61" fmla="*/ 3469 h 183"/>
                  <a:gd name="T62" fmla="*/ 167 w 47"/>
                  <a:gd name="T63" fmla="*/ 2880 h 183"/>
                  <a:gd name="T64" fmla="*/ 154 w 47"/>
                  <a:gd name="T65" fmla="*/ 2787 h 1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183">
                    <a:moveTo>
                      <a:pt x="10" y="147"/>
                    </a:moveTo>
                    <a:cubicBezTo>
                      <a:pt x="11" y="143"/>
                      <a:pt x="15" y="143"/>
                      <a:pt x="14" y="138"/>
                    </a:cubicBezTo>
                    <a:cubicBezTo>
                      <a:pt x="14" y="135"/>
                      <a:pt x="12" y="134"/>
                      <a:pt x="10" y="132"/>
                    </a:cubicBezTo>
                    <a:cubicBezTo>
                      <a:pt x="9" y="130"/>
                      <a:pt x="8" y="130"/>
                      <a:pt x="7" y="127"/>
                    </a:cubicBezTo>
                    <a:cubicBezTo>
                      <a:pt x="7" y="125"/>
                      <a:pt x="7" y="124"/>
                      <a:pt x="6" y="121"/>
                    </a:cubicBezTo>
                    <a:cubicBezTo>
                      <a:pt x="6" y="121"/>
                      <a:pt x="6" y="121"/>
                      <a:pt x="5" y="121"/>
                    </a:cubicBezTo>
                    <a:cubicBezTo>
                      <a:pt x="7" y="119"/>
                      <a:pt x="7" y="119"/>
                      <a:pt x="7" y="119"/>
                    </a:cubicBezTo>
                    <a:cubicBezTo>
                      <a:pt x="8" y="118"/>
                      <a:pt x="9" y="117"/>
                      <a:pt x="10" y="116"/>
                    </a:cubicBezTo>
                    <a:cubicBezTo>
                      <a:pt x="9" y="111"/>
                      <a:pt x="9" y="111"/>
                      <a:pt x="9" y="111"/>
                    </a:cubicBezTo>
                    <a:cubicBezTo>
                      <a:pt x="5" y="100"/>
                      <a:pt x="0" y="87"/>
                      <a:pt x="3" y="79"/>
                    </a:cubicBezTo>
                    <a:cubicBezTo>
                      <a:pt x="6" y="70"/>
                      <a:pt x="6" y="68"/>
                      <a:pt x="8" y="57"/>
                    </a:cubicBezTo>
                    <a:cubicBezTo>
                      <a:pt x="10" y="45"/>
                      <a:pt x="21" y="42"/>
                      <a:pt x="26" y="36"/>
                    </a:cubicBezTo>
                    <a:cubicBezTo>
                      <a:pt x="22" y="32"/>
                      <a:pt x="20" y="28"/>
                      <a:pt x="21" y="23"/>
                    </a:cubicBezTo>
                    <a:cubicBezTo>
                      <a:pt x="17" y="25"/>
                      <a:pt x="13" y="25"/>
                      <a:pt x="9" y="25"/>
                    </a:cubicBezTo>
                    <a:cubicBezTo>
                      <a:pt x="11" y="23"/>
                      <a:pt x="13" y="22"/>
                      <a:pt x="14" y="20"/>
                    </a:cubicBezTo>
                    <a:cubicBezTo>
                      <a:pt x="18" y="19"/>
                      <a:pt x="21" y="18"/>
                      <a:pt x="24" y="14"/>
                    </a:cubicBezTo>
                    <a:cubicBezTo>
                      <a:pt x="30" y="6"/>
                      <a:pt x="41" y="0"/>
                      <a:pt x="47" y="6"/>
                    </a:cubicBezTo>
                    <a:cubicBezTo>
                      <a:pt x="40" y="9"/>
                      <a:pt x="40" y="23"/>
                      <a:pt x="47" y="29"/>
                    </a:cubicBezTo>
                    <a:cubicBezTo>
                      <a:pt x="41" y="34"/>
                      <a:pt x="31" y="37"/>
                      <a:pt x="29" y="49"/>
                    </a:cubicBezTo>
                    <a:cubicBezTo>
                      <a:pt x="26" y="61"/>
                      <a:pt x="27" y="63"/>
                      <a:pt x="24" y="71"/>
                    </a:cubicBezTo>
                    <a:cubicBezTo>
                      <a:pt x="21" y="80"/>
                      <a:pt x="25" y="93"/>
                      <a:pt x="29" y="104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28" y="111"/>
                      <a:pt x="24" y="116"/>
                      <a:pt x="24" y="119"/>
                    </a:cubicBezTo>
                    <a:cubicBezTo>
                      <a:pt x="24" y="122"/>
                      <a:pt x="27" y="123"/>
                      <a:pt x="26" y="126"/>
                    </a:cubicBezTo>
                    <a:cubicBezTo>
                      <a:pt x="26" y="130"/>
                      <a:pt x="22" y="132"/>
                      <a:pt x="22" y="136"/>
                    </a:cubicBezTo>
                    <a:cubicBezTo>
                      <a:pt x="21" y="139"/>
                      <a:pt x="23" y="143"/>
                      <a:pt x="23" y="145"/>
                    </a:cubicBezTo>
                    <a:cubicBezTo>
                      <a:pt x="23" y="147"/>
                      <a:pt x="21" y="147"/>
                      <a:pt x="20" y="149"/>
                    </a:cubicBezTo>
                    <a:cubicBezTo>
                      <a:pt x="17" y="153"/>
                      <a:pt x="18" y="156"/>
                      <a:pt x="17" y="159"/>
                    </a:cubicBezTo>
                    <a:cubicBezTo>
                      <a:pt x="15" y="162"/>
                      <a:pt x="14" y="162"/>
                      <a:pt x="11" y="164"/>
                    </a:cubicBezTo>
                    <a:cubicBezTo>
                      <a:pt x="7" y="168"/>
                      <a:pt x="6" y="171"/>
                      <a:pt x="5" y="176"/>
                    </a:cubicBezTo>
                    <a:cubicBezTo>
                      <a:pt x="5" y="178"/>
                      <a:pt x="4" y="181"/>
                      <a:pt x="1" y="183"/>
                    </a:cubicBezTo>
                    <a:cubicBezTo>
                      <a:pt x="6" y="174"/>
                      <a:pt x="10" y="157"/>
                      <a:pt x="11" y="152"/>
                    </a:cubicBezTo>
                    <a:cubicBezTo>
                      <a:pt x="11" y="150"/>
                      <a:pt x="10" y="148"/>
                      <a:pt x="10" y="14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7" name="Freeform 331">
                <a:extLst>
                  <a:ext uri="{FF2B5EF4-FFF2-40B4-BE49-F238E27FC236}">
                    <a16:creationId xmlns:a16="http://schemas.microsoft.com/office/drawing/2014/main" id="{7AA6D678-4F03-4966-95D9-FB2950B22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288"/>
                <a:ext cx="755" cy="488"/>
              </a:xfrm>
              <a:custGeom>
                <a:avLst/>
                <a:gdLst>
                  <a:gd name="T0" fmla="*/ 563 w 302"/>
                  <a:gd name="T1" fmla="*/ 2275 h 183"/>
                  <a:gd name="T2" fmla="*/ 33 w 302"/>
                  <a:gd name="T3" fmla="*/ 989 h 183"/>
                  <a:gd name="T4" fmla="*/ 125 w 302"/>
                  <a:gd name="T5" fmla="*/ 397 h 183"/>
                  <a:gd name="T6" fmla="*/ 520 w 302"/>
                  <a:gd name="T7" fmla="*/ 93 h 183"/>
                  <a:gd name="T8" fmla="*/ 1283 w 302"/>
                  <a:gd name="T9" fmla="*/ 456 h 183"/>
                  <a:gd name="T10" fmla="*/ 1500 w 302"/>
                  <a:gd name="T11" fmla="*/ 1045 h 183"/>
                  <a:gd name="T12" fmla="*/ 1458 w 302"/>
                  <a:gd name="T13" fmla="*/ 1344 h 183"/>
                  <a:gd name="T14" fmla="*/ 1488 w 302"/>
                  <a:gd name="T15" fmla="*/ 1784 h 183"/>
                  <a:gd name="T16" fmla="*/ 1895 w 302"/>
                  <a:gd name="T17" fmla="*/ 1763 h 183"/>
                  <a:gd name="T18" fmla="*/ 2063 w 302"/>
                  <a:gd name="T19" fmla="*/ 1400 h 183"/>
                  <a:gd name="T20" fmla="*/ 1845 w 302"/>
                  <a:gd name="T21" fmla="*/ 1216 h 183"/>
                  <a:gd name="T22" fmla="*/ 1738 w 302"/>
                  <a:gd name="T23" fmla="*/ 1101 h 183"/>
                  <a:gd name="T24" fmla="*/ 1613 w 302"/>
                  <a:gd name="T25" fmla="*/ 648 h 183"/>
                  <a:gd name="T26" fmla="*/ 1583 w 302"/>
                  <a:gd name="T27" fmla="*/ 547 h 183"/>
                  <a:gd name="T28" fmla="*/ 1938 w 302"/>
                  <a:gd name="T29" fmla="*/ 853 h 183"/>
                  <a:gd name="T30" fmla="*/ 2113 w 302"/>
                  <a:gd name="T31" fmla="*/ 491 h 183"/>
                  <a:gd name="T32" fmla="*/ 2083 w 302"/>
                  <a:gd name="T33" fmla="*/ 456 h 183"/>
                  <a:gd name="T34" fmla="*/ 3520 w 302"/>
                  <a:gd name="T35" fmla="*/ 797 h 183"/>
                  <a:gd name="T36" fmla="*/ 4720 w 302"/>
                  <a:gd name="T37" fmla="*/ 776 h 183"/>
                  <a:gd name="T38" fmla="*/ 3488 w 302"/>
                  <a:gd name="T39" fmla="*/ 2253 h 183"/>
                  <a:gd name="T40" fmla="*/ 2175 w 302"/>
                  <a:gd name="T41" fmla="*/ 3187 h 183"/>
                  <a:gd name="T42" fmla="*/ 500 w 302"/>
                  <a:gd name="T43" fmla="*/ 2995 h 183"/>
                  <a:gd name="T44" fmla="*/ 563 w 302"/>
                  <a:gd name="T45" fmla="*/ 2275 h 1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02" h="183">
                    <a:moveTo>
                      <a:pt x="36" y="120"/>
                    </a:moveTo>
                    <a:cubicBezTo>
                      <a:pt x="37" y="70"/>
                      <a:pt x="0" y="65"/>
                      <a:pt x="2" y="52"/>
                    </a:cubicBezTo>
                    <a:cubicBezTo>
                      <a:pt x="3" y="40"/>
                      <a:pt x="4" y="28"/>
                      <a:pt x="8" y="21"/>
                    </a:cubicBezTo>
                    <a:cubicBezTo>
                      <a:pt x="14" y="12"/>
                      <a:pt x="15" y="0"/>
                      <a:pt x="33" y="5"/>
                    </a:cubicBezTo>
                    <a:cubicBezTo>
                      <a:pt x="51" y="10"/>
                      <a:pt x="73" y="19"/>
                      <a:pt x="82" y="24"/>
                    </a:cubicBezTo>
                    <a:cubicBezTo>
                      <a:pt x="88" y="28"/>
                      <a:pt x="94" y="45"/>
                      <a:pt x="96" y="55"/>
                    </a:cubicBezTo>
                    <a:cubicBezTo>
                      <a:pt x="97" y="60"/>
                      <a:pt x="94" y="69"/>
                      <a:pt x="93" y="71"/>
                    </a:cubicBezTo>
                    <a:cubicBezTo>
                      <a:pt x="90" y="79"/>
                      <a:pt x="89" y="89"/>
                      <a:pt x="95" y="94"/>
                    </a:cubicBezTo>
                    <a:cubicBezTo>
                      <a:pt x="110" y="105"/>
                      <a:pt x="119" y="96"/>
                      <a:pt x="121" y="93"/>
                    </a:cubicBezTo>
                    <a:cubicBezTo>
                      <a:pt x="125" y="92"/>
                      <a:pt x="136" y="84"/>
                      <a:pt x="132" y="74"/>
                    </a:cubicBezTo>
                    <a:cubicBezTo>
                      <a:pt x="129" y="68"/>
                      <a:pt x="124" y="64"/>
                      <a:pt x="118" y="64"/>
                    </a:cubicBezTo>
                    <a:cubicBezTo>
                      <a:pt x="115" y="63"/>
                      <a:pt x="111" y="62"/>
                      <a:pt x="111" y="58"/>
                    </a:cubicBezTo>
                    <a:cubicBezTo>
                      <a:pt x="109" y="52"/>
                      <a:pt x="106" y="42"/>
                      <a:pt x="103" y="34"/>
                    </a:cubicBezTo>
                    <a:cubicBezTo>
                      <a:pt x="102" y="32"/>
                      <a:pt x="102" y="30"/>
                      <a:pt x="101" y="29"/>
                    </a:cubicBezTo>
                    <a:cubicBezTo>
                      <a:pt x="105" y="35"/>
                      <a:pt x="113" y="44"/>
                      <a:pt x="124" y="45"/>
                    </a:cubicBezTo>
                    <a:cubicBezTo>
                      <a:pt x="137" y="45"/>
                      <a:pt x="141" y="32"/>
                      <a:pt x="135" y="26"/>
                    </a:cubicBezTo>
                    <a:cubicBezTo>
                      <a:pt x="135" y="26"/>
                      <a:pt x="134" y="25"/>
                      <a:pt x="133" y="24"/>
                    </a:cubicBezTo>
                    <a:cubicBezTo>
                      <a:pt x="157" y="37"/>
                      <a:pt x="190" y="42"/>
                      <a:pt x="225" y="42"/>
                    </a:cubicBezTo>
                    <a:cubicBezTo>
                      <a:pt x="249" y="42"/>
                      <a:pt x="276" y="42"/>
                      <a:pt x="302" y="41"/>
                    </a:cubicBezTo>
                    <a:cubicBezTo>
                      <a:pt x="296" y="91"/>
                      <a:pt x="250" y="125"/>
                      <a:pt x="223" y="119"/>
                    </a:cubicBezTo>
                    <a:cubicBezTo>
                      <a:pt x="223" y="136"/>
                      <a:pt x="169" y="173"/>
                      <a:pt x="139" y="168"/>
                    </a:cubicBezTo>
                    <a:cubicBezTo>
                      <a:pt x="137" y="183"/>
                      <a:pt x="61" y="168"/>
                      <a:pt x="32" y="158"/>
                    </a:cubicBezTo>
                    <a:cubicBezTo>
                      <a:pt x="34" y="145"/>
                      <a:pt x="36" y="133"/>
                      <a:pt x="36" y="12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8" name="Freeform 332">
                <a:extLst>
                  <a:ext uri="{FF2B5EF4-FFF2-40B4-BE49-F238E27FC236}">
                    <a16:creationId xmlns:a16="http://schemas.microsoft.com/office/drawing/2014/main" id="{2BC1519B-E55C-40D9-8B12-9463860F0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904"/>
                <a:ext cx="2588" cy="1747"/>
              </a:xfrm>
              <a:custGeom>
                <a:avLst/>
                <a:gdLst>
                  <a:gd name="T0" fmla="*/ 10334 w 1035"/>
                  <a:gd name="T1" fmla="*/ 10322 h 655"/>
                  <a:gd name="T2" fmla="*/ 11742 w 1035"/>
                  <a:gd name="T3" fmla="*/ 10642 h 655"/>
                  <a:gd name="T4" fmla="*/ 13243 w 1035"/>
                  <a:gd name="T5" fmla="*/ 10607 h 655"/>
                  <a:gd name="T6" fmla="*/ 14350 w 1035"/>
                  <a:gd name="T7" fmla="*/ 10357 h 655"/>
                  <a:gd name="T8" fmla="*/ 15943 w 1035"/>
                  <a:gd name="T9" fmla="*/ 8807 h 655"/>
                  <a:gd name="T10" fmla="*/ 16181 w 1035"/>
                  <a:gd name="T11" fmla="*/ 7569 h 655"/>
                  <a:gd name="T12" fmla="*/ 16056 w 1035"/>
                  <a:gd name="T13" fmla="*/ 7172 h 655"/>
                  <a:gd name="T14" fmla="*/ 16101 w 1035"/>
                  <a:gd name="T15" fmla="*/ 6260 h 655"/>
                  <a:gd name="T16" fmla="*/ 15756 w 1035"/>
                  <a:gd name="T17" fmla="*/ 4916 h 655"/>
                  <a:gd name="T18" fmla="*/ 15288 w 1035"/>
                  <a:gd name="T19" fmla="*/ 3870 h 655"/>
                  <a:gd name="T20" fmla="*/ 14555 w 1035"/>
                  <a:gd name="T21" fmla="*/ 2902 h 655"/>
                  <a:gd name="T22" fmla="*/ 13725 w 1035"/>
                  <a:gd name="T23" fmla="*/ 1899 h 655"/>
                  <a:gd name="T24" fmla="*/ 12847 w 1035"/>
                  <a:gd name="T25" fmla="*/ 1672 h 655"/>
                  <a:gd name="T26" fmla="*/ 12097 w 1035"/>
                  <a:gd name="T27" fmla="*/ 1003 h 655"/>
                  <a:gd name="T28" fmla="*/ 10660 w 1035"/>
                  <a:gd name="T29" fmla="*/ 568 h 655"/>
                  <a:gd name="T30" fmla="*/ 9867 w 1035"/>
                  <a:gd name="T31" fmla="*/ 227 h 655"/>
                  <a:gd name="T32" fmla="*/ 9129 w 1035"/>
                  <a:gd name="T33" fmla="*/ 320 h 655"/>
                  <a:gd name="T34" fmla="*/ 9129 w 1035"/>
                  <a:gd name="T35" fmla="*/ 320 h 655"/>
                  <a:gd name="T36" fmla="*/ 8222 w 1035"/>
                  <a:gd name="T37" fmla="*/ 93 h 655"/>
                  <a:gd name="T38" fmla="*/ 7254 w 1035"/>
                  <a:gd name="T39" fmla="*/ 264 h 655"/>
                  <a:gd name="T40" fmla="*/ 6491 w 1035"/>
                  <a:gd name="T41" fmla="*/ 320 h 655"/>
                  <a:gd name="T42" fmla="*/ 5896 w 1035"/>
                  <a:gd name="T43" fmla="*/ 661 h 655"/>
                  <a:gd name="T44" fmla="*/ 5189 w 1035"/>
                  <a:gd name="T45" fmla="*/ 717 h 655"/>
                  <a:gd name="T46" fmla="*/ 4863 w 1035"/>
                  <a:gd name="T47" fmla="*/ 1174 h 655"/>
                  <a:gd name="T48" fmla="*/ 3783 w 1035"/>
                  <a:gd name="T49" fmla="*/ 1366 h 655"/>
                  <a:gd name="T50" fmla="*/ 2676 w 1035"/>
                  <a:gd name="T51" fmla="*/ 2427 h 655"/>
                  <a:gd name="T52" fmla="*/ 2033 w 1035"/>
                  <a:gd name="T53" fmla="*/ 3051 h 655"/>
                  <a:gd name="T54" fmla="*/ 1175 w 1035"/>
                  <a:gd name="T55" fmla="*/ 4476 h 655"/>
                  <a:gd name="T56" fmla="*/ 813 w 1035"/>
                  <a:gd name="T57" fmla="*/ 4916 h 655"/>
                  <a:gd name="T58" fmla="*/ 345 w 1035"/>
                  <a:gd name="T59" fmla="*/ 6054 h 655"/>
                  <a:gd name="T60" fmla="*/ 425 w 1035"/>
                  <a:gd name="T61" fmla="*/ 6303 h 655"/>
                  <a:gd name="T62" fmla="*/ 283 w 1035"/>
                  <a:gd name="T63" fmla="*/ 6473 h 655"/>
                  <a:gd name="T64" fmla="*/ 175 w 1035"/>
                  <a:gd name="T65" fmla="*/ 7135 h 655"/>
                  <a:gd name="T66" fmla="*/ 188 w 1035"/>
                  <a:gd name="T67" fmla="*/ 7556 h 655"/>
                  <a:gd name="T68" fmla="*/ 20 w 1035"/>
                  <a:gd name="T69" fmla="*/ 8308 h 655"/>
                  <a:gd name="T70" fmla="*/ 83 w 1035"/>
                  <a:gd name="T71" fmla="*/ 9391 h 655"/>
                  <a:gd name="T72" fmla="*/ 533 w 1035"/>
                  <a:gd name="T73" fmla="*/ 10629 h 655"/>
                  <a:gd name="T74" fmla="*/ 708 w 1035"/>
                  <a:gd name="T75" fmla="*/ 11573 h 655"/>
                  <a:gd name="T76" fmla="*/ 2033 w 1035"/>
                  <a:gd name="T77" fmla="*/ 12293 h 655"/>
                  <a:gd name="T78" fmla="*/ 3301 w 1035"/>
                  <a:gd name="T79" fmla="*/ 12280 h 655"/>
                  <a:gd name="T80" fmla="*/ 3521 w 1035"/>
                  <a:gd name="T81" fmla="*/ 12200 h 655"/>
                  <a:gd name="T82" fmla="*/ 3751 w 1035"/>
                  <a:gd name="T83" fmla="*/ 12280 h 655"/>
                  <a:gd name="T84" fmla="*/ 5676 w 1035"/>
                  <a:gd name="T85" fmla="*/ 12336 h 65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035" h="655">
                    <a:moveTo>
                      <a:pt x="661" y="544"/>
                    </a:moveTo>
                    <a:cubicBezTo>
                      <a:pt x="684" y="557"/>
                      <a:pt x="717" y="561"/>
                      <a:pt x="751" y="561"/>
                    </a:cubicBezTo>
                    <a:cubicBezTo>
                      <a:pt x="781" y="561"/>
                      <a:pt x="814" y="561"/>
                      <a:pt x="847" y="559"/>
                    </a:cubicBezTo>
                    <a:cubicBezTo>
                      <a:pt x="874" y="558"/>
                      <a:pt x="894" y="553"/>
                      <a:pt x="918" y="546"/>
                    </a:cubicBezTo>
                    <a:cubicBezTo>
                      <a:pt x="953" y="536"/>
                      <a:pt x="1011" y="502"/>
                      <a:pt x="1020" y="464"/>
                    </a:cubicBezTo>
                    <a:cubicBezTo>
                      <a:pt x="1029" y="428"/>
                      <a:pt x="1034" y="436"/>
                      <a:pt x="1035" y="399"/>
                    </a:cubicBezTo>
                    <a:cubicBezTo>
                      <a:pt x="1035" y="388"/>
                      <a:pt x="1034" y="380"/>
                      <a:pt x="1027" y="378"/>
                    </a:cubicBezTo>
                    <a:cubicBezTo>
                      <a:pt x="1034" y="374"/>
                      <a:pt x="1033" y="360"/>
                      <a:pt x="1030" y="330"/>
                    </a:cubicBezTo>
                    <a:cubicBezTo>
                      <a:pt x="1027" y="300"/>
                      <a:pt x="1020" y="259"/>
                      <a:pt x="1008" y="259"/>
                    </a:cubicBezTo>
                    <a:cubicBezTo>
                      <a:pt x="1012" y="249"/>
                      <a:pt x="998" y="225"/>
                      <a:pt x="978" y="204"/>
                    </a:cubicBezTo>
                    <a:cubicBezTo>
                      <a:pt x="964" y="188"/>
                      <a:pt x="948" y="144"/>
                      <a:pt x="931" y="153"/>
                    </a:cubicBezTo>
                    <a:cubicBezTo>
                      <a:pt x="943" y="135"/>
                      <a:pt x="895" y="109"/>
                      <a:pt x="878" y="100"/>
                    </a:cubicBezTo>
                    <a:cubicBezTo>
                      <a:pt x="862" y="91"/>
                      <a:pt x="836" y="73"/>
                      <a:pt x="822" y="88"/>
                    </a:cubicBezTo>
                    <a:cubicBezTo>
                      <a:pt x="845" y="68"/>
                      <a:pt x="787" y="58"/>
                      <a:pt x="774" y="53"/>
                    </a:cubicBezTo>
                    <a:cubicBezTo>
                      <a:pt x="752" y="45"/>
                      <a:pt x="700" y="5"/>
                      <a:pt x="682" y="30"/>
                    </a:cubicBezTo>
                    <a:cubicBezTo>
                      <a:pt x="687" y="16"/>
                      <a:pt x="657" y="15"/>
                      <a:pt x="631" y="12"/>
                    </a:cubicBezTo>
                    <a:cubicBezTo>
                      <a:pt x="605" y="9"/>
                      <a:pt x="584" y="4"/>
                      <a:pt x="584" y="17"/>
                    </a:cubicBezTo>
                    <a:cubicBezTo>
                      <a:pt x="584" y="17"/>
                      <a:pt x="584" y="17"/>
                      <a:pt x="584" y="17"/>
                    </a:cubicBezTo>
                    <a:cubicBezTo>
                      <a:pt x="583" y="5"/>
                      <a:pt x="554" y="1"/>
                      <a:pt x="526" y="5"/>
                    </a:cubicBezTo>
                    <a:cubicBezTo>
                      <a:pt x="500" y="9"/>
                      <a:pt x="464" y="0"/>
                      <a:pt x="464" y="14"/>
                    </a:cubicBezTo>
                    <a:cubicBezTo>
                      <a:pt x="462" y="2"/>
                      <a:pt x="438" y="10"/>
                      <a:pt x="415" y="17"/>
                    </a:cubicBezTo>
                    <a:cubicBezTo>
                      <a:pt x="395" y="23"/>
                      <a:pt x="378" y="24"/>
                      <a:pt x="377" y="35"/>
                    </a:cubicBezTo>
                    <a:cubicBezTo>
                      <a:pt x="374" y="24"/>
                      <a:pt x="349" y="33"/>
                      <a:pt x="332" y="38"/>
                    </a:cubicBezTo>
                    <a:cubicBezTo>
                      <a:pt x="319" y="42"/>
                      <a:pt x="310" y="52"/>
                      <a:pt x="311" y="62"/>
                    </a:cubicBezTo>
                    <a:cubicBezTo>
                      <a:pt x="300" y="47"/>
                      <a:pt x="265" y="63"/>
                      <a:pt x="242" y="72"/>
                    </a:cubicBezTo>
                    <a:cubicBezTo>
                      <a:pt x="218" y="82"/>
                      <a:pt x="172" y="107"/>
                      <a:pt x="171" y="128"/>
                    </a:cubicBezTo>
                    <a:cubicBezTo>
                      <a:pt x="159" y="117"/>
                      <a:pt x="121" y="146"/>
                      <a:pt x="130" y="161"/>
                    </a:cubicBezTo>
                    <a:cubicBezTo>
                      <a:pt x="115" y="150"/>
                      <a:pt x="57" y="216"/>
                      <a:pt x="75" y="236"/>
                    </a:cubicBezTo>
                    <a:cubicBezTo>
                      <a:pt x="68" y="236"/>
                      <a:pt x="65" y="235"/>
                      <a:pt x="52" y="259"/>
                    </a:cubicBezTo>
                    <a:cubicBezTo>
                      <a:pt x="39" y="282"/>
                      <a:pt x="23" y="312"/>
                      <a:pt x="22" y="319"/>
                    </a:cubicBezTo>
                    <a:cubicBezTo>
                      <a:pt x="20" y="326"/>
                      <a:pt x="27" y="332"/>
                      <a:pt x="27" y="332"/>
                    </a:cubicBezTo>
                    <a:cubicBezTo>
                      <a:pt x="27" y="332"/>
                      <a:pt x="22" y="331"/>
                      <a:pt x="18" y="341"/>
                    </a:cubicBezTo>
                    <a:cubicBezTo>
                      <a:pt x="13" y="353"/>
                      <a:pt x="12" y="364"/>
                      <a:pt x="11" y="376"/>
                    </a:cubicBezTo>
                    <a:cubicBezTo>
                      <a:pt x="10" y="383"/>
                      <a:pt x="12" y="392"/>
                      <a:pt x="12" y="398"/>
                    </a:cubicBezTo>
                    <a:cubicBezTo>
                      <a:pt x="10" y="411"/>
                      <a:pt x="2" y="424"/>
                      <a:pt x="1" y="438"/>
                    </a:cubicBezTo>
                    <a:cubicBezTo>
                      <a:pt x="0" y="457"/>
                      <a:pt x="3" y="476"/>
                      <a:pt x="5" y="495"/>
                    </a:cubicBezTo>
                    <a:cubicBezTo>
                      <a:pt x="7" y="515"/>
                      <a:pt x="11" y="554"/>
                      <a:pt x="34" y="560"/>
                    </a:cubicBezTo>
                    <a:cubicBezTo>
                      <a:pt x="27" y="582"/>
                      <a:pt x="30" y="592"/>
                      <a:pt x="45" y="610"/>
                    </a:cubicBezTo>
                    <a:cubicBezTo>
                      <a:pt x="65" y="627"/>
                      <a:pt x="90" y="655"/>
                      <a:pt x="130" y="648"/>
                    </a:cubicBezTo>
                    <a:cubicBezTo>
                      <a:pt x="136" y="647"/>
                      <a:pt x="170" y="647"/>
                      <a:pt x="211" y="647"/>
                    </a:cubicBezTo>
                    <a:cubicBezTo>
                      <a:pt x="215" y="647"/>
                      <a:pt x="220" y="643"/>
                      <a:pt x="225" y="643"/>
                    </a:cubicBezTo>
                    <a:cubicBezTo>
                      <a:pt x="230" y="643"/>
                      <a:pt x="235" y="647"/>
                      <a:pt x="240" y="647"/>
                    </a:cubicBezTo>
                    <a:cubicBezTo>
                      <a:pt x="293" y="648"/>
                      <a:pt x="348" y="649"/>
                      <a:pt x="363" y="65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9" name="Freeform 333">
                <a:extLst>
                  <a:ext uri="{FF2B5EF4-FFF2-40B4-BE49-F238E27FC236}">
                    <a16:creationId xmlns:a16="http://schemas.microsoft.com/office/drawing/2014/main" id="{19747BA7-D6C5-4992-AFB2-E0AAC1BF8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571"/>
                <a:ext cx="1315" cy="1834"/>
              </a:xfrm>
              <a:custGeom>
                <a:avLst/>
                <a:gdLst>
                  <a:gd name="T0" fmla="*/ 1925 w 526"/>
                  <a:gd name="T1" fmla="*/ 13033 h 688"/>
                  <a:gd name="T2" fmla="*/ 2020 w 526"/>
                  <a:gd name="T3" fmla="*/ 10055 h 688"/>
                  <a:gd name="T4" fmla="*/ 2175 w 526"/>
                  <a:gd name="T5" fmla="*/ 9983 h 688"/>
                  <a:gd name="T6" fmla="*/ 2220 w 526"/>
                  <a:gd name="T7" fmla="*/ 10852 h 688"/>
                  <a:gd name="T8" fmla="*/ 2270 w 526"/>
                  <a:gd name="T9" fmla="*/ 10852 h 688"/>
                  <a:gd name="T10" fmla="*/ 2208 w 526"/>
                  <a:gd name="T11" fmla="*/ 8733 h 688"/>
                  <a:gd name="T12" fmla="*/ 2488 w 526"/>
                  <a:gd name="T13" fmla="*/ 5457 h 688"/>
                  <a:gd name="T14" fmla="*/ 4208 w 526"/>
                  <a:gd name="T15" fmla="*/ 4697 h 688"/>
                  <a:gd name="T16" fmla="*/ 5083 w 526"/>
                  <a:gd name="T17" fmla="*/ 5379 h 688"/>
                  <a:gd name="T18" fmla="*/ 5425 w 526"/>
                  <a:gd name="T19" fmla="*/ 6152 h 688"/>
                  <a:gd name="T20" fmla="*/ 5270 w 526"/>
                  <a:gd name="T21" fmla="*/ 5457 h 688"/>
                  <a:gd name="T22" fmla="*/ 5283 w 526"/>
                  <a:gd name="T23" fmla="*/ 5073 h 688"/>
                  <a:gd name="T24" fmla="*/ 5675 w 526"/>
                  <a:gd name="T25" fmla="*/ 5286 h 688"/>
                  <a:gd name="T26" fmla="*/ 5488 w 526"/>
                  <a:gd name="T27" fmla="*/ 4718 h 688"/>
                  <a:gd name="T28" fmla="*/ 5395 w 526"/>
                  <a:gd name="T29" fmla="*/ 4321 h 688"/>
                  <a:gd name="T30" fmla="*/ 5313 w 526"/>
                  <a:gd name="T31" fmla="*/ 3937 h 688"/>
                  <a:gd name="T32" fmla="*/ 5645 w 526"/>
                  <a:gd name="T33" fmla="*/ 3617 h 688"/>
                  <a:gd name="T34" fmla="*/ 6145 w 526"/>
                  <a:gd name="T35" fmla="*/ 3241 h 688"/>
                  <a:gd name="T36" fmla="*/ 6845 w 526"/>
                  <a:gd name="T37" fmla="*/ 2978 h 688"/>
                  <a:gd name="T38" fmla="*/ 5875 w 526"/>
                  <a:gd name="T39" fmla="*/ 1216 h 688"/>
                  <a:gd name="T40" fmla="*/ 1938 w 526"/>
                  <a:gd name="T41" fmla="*/ 2900 h 688"/>
                  <a:gd name="T42" fmla="*/ 500 w 526"/>
                  <a:gd name="T43" fmla="*/ 3959 h 688"/>
                  <a:gd name="T44" fmla="*/ 300 w 526"/>
                  <a:gd name="T45" fmla="*/ 2671 h 688"/>
                  <a:gd name="T46" fmla="*/ 5083 w 526"/>
                  <a:gd name="T47" fmla="*/ 77 h 688"/>
                  <a:gd name="T48" fmla="*/ 8158 w 526"/>
                  <a:gd name="T49" fmla="*/ 2218 h 688"/>
                  <a:gd name="T50" fmla="*/ 7095 w 526"/>
                  <a:gd name="T51" fmla="*/ 3708 h 688"/>
                  <a:gd name="T52" fmla="*/ 5908 w 526"/>
                  <a:gd name="T53" fmla="*/ 3540 h 688"/>
                  <a:gd name="T54" fmla="*/ 5583 w 526"/>
                  <a:gd name="T55" fmla="*/ 4548 h 688"/>
                  <a:gd name="T56" fmla="*/ 5938 w 526"/>
                  <a:gd name="T57" fmla="*/ 5585 h 688"/>
                  <a:gd name="T58" fmla="*/ 5770 w 526"/>
                  <a:gd name="T59" fmla="*/ 5947 h 688"/>
                  <a:gd name="T60" fmla="*/ 5408 w 526"/>
                  <a:gd name="T61" fmla="*/ 5643 h 688"/>
                  <a:gd name="T62" fmla="*/ 5438 w 526"/>
                  <a:gd name="T63" fmla="*/ 5742 h 688"/>
                  <a:gd name="T64" fmla="*/ 5563 w 526"/>
                  <a:gd name="T65" fmla="*/ 6195 h 688"/>
                  <a:gd name="T66" fmla="*/ 5675 w 526"/>
                  <a:gd name="T67" fmla="*/ 6310 h 688"/>
                  <a:gd name="T68" fmla="*/ 5895 w 526"/>
                  <a:gd name="T69" fmla="*/ 6494 h 688"/>
                  <a:gd name="T70" fmla="*/ 5720 w 526"/>
                  <a:gd name="T71" fmla="*/ 6856 h 688"/>
                  <a:gd name="T72" fmla="*/ 5313 w 526"/>
                  <a:gd name="T73" fmla="*/ 6878 h 688"/>
                  <a:gd name="T74" fmla="*/ 5283 w 526"/>
                  <a:gd name="T75" fmla="*/ 6438 h 688"/>
                  <a:gd name="T76" fmla="*/ 5333 w 526"/>
                  <a:gd name="T77" fmla="*/ 6139 h 688"/>
                  <a:gd name="T78" fmla="*/ 5113 w 526"/>
                  <a:gd name="T79" fmla="*/ 5550 h 688"/>
                  <a:gd name="T80" fmla="*/ 4345 w 526"/>
                  <a:gd name="T81" fmla="*/ 5187 h 688"/>
                  <a:gd name="T82" fmla="*/ 3958 w 526"/>
                  <a:gd name="T83" fmla="*/ 5494 h 688"/>
                  <a:gd name="T84" fmla="*/ 3863 w 526"/>
                  <a:gd name="T85" fmla="*/ 6083 h 688"/>
                  <a:gd name="T86" fmla="*/ 4395 w 526"/>
                  <a:gd name="T87" fmla="*/ 7368 h 688"/>
                  <a:gd name="T88" fmla="*/ 3563 w 526"/>
                  <a:gd name="T89" fmla="*/ 9394 h 688"/>
                  <a:gd name="T90" fmla="*/ 3488 w 526"/>
                  <a:gd name="T91" fmla="*/ 10873 h 688"/>
                  <a:gd name="T92" fmla="*/ 3145 w 526"/>
                  <a:gd name="T93" fmla="*/ 13033 h 6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688">
                    <a:moveTo>
                      <a:pt x="123" y="688"/>
                    </a:moveTo>
                    <a:cubicBezTo>
                      <a:pt x="131" y="665"/>
                      <a:pt x="125" y="551"/>
                      <a:pt x="129" y="531"/>
                    </a:cubicBezTo>
                    <a:cubicBezTo>
                      <a:pt x="132" y="512"/>
                      <a:pt x="137" y="516"/>
                      <a:pt x="139" y="527"/>
                    </a:cubicBezTo>
                    <a:cubicBezTo>
                      <a:pt x="140" y="534"/>
                      <a:pt x="141" y="558"/>
                      <a:pt x="142" y="573"/>
                    </a:cubicBezTo>
                    <a:cubicBezTo>
                      <a:pt x="143" y="577"/>
                      <a:pt x="145" y="577"/>
                      <a:pt x="145" y="573"/>
                    </a:cubicBezTo>
                    <a:cubicBezTo>
                      <a:pt x="147" y="544"/>
                      <a:pt x="144" y="492"/>
                      <a:pt x="141" y="461"/>
                    </a:cubicBezTo>
                    <a:cubicBezTo>
                      <a:pt x="137" y="426"/>
                      <a:pt x="142" y="335"/>
                      <a:pt x="159" y="288"/>
                    </a:cubicBezTo>
                    <a:cubicBezTo>
                      <a:pt x="180" y="229"/>
                      <a:pt x="247" y="241"/>
                      <a:pt x="269" y="248"/>
                    </a:cubicBezTo>
                    <a:cubicBezTo>
                      <a:pt x="307" y="261"/>
                      <a:pt x="314" y="278"/>
                      <a:pt x="325" y="284"/>
                    </a:cubicBezTo>
                    <a:cubicBezTo>
                      <a:pt x="336" y="290"/>
                      <a:pt x="344" y="316"/>
                      <a:pt x="347" y="325"/>
                    </a:cubicBezTo>
                    <a:cubicBezTo>
                      <a:pt x="345" y="315"/>
                      <a:pt x="340" y="298"/>
                      <a:pt x="337" y="288"/>
                    </a:cubicBezTo>
                    <a:cubicBezTo>
                      <a:pt x="335" y="278"/>
                      <a:pt x="333" y="271"/>
                      <a:pt x="338" y="268"/>
                    </a:cubicBezTo>
                    <a:cubicBezTo>
                      <a:pt x="343" y="265"/>
                      <a:pt x="354" y="272"/>
                      <a:pt x="363" y="279"/>
                    </a:cubicBezTo>
                    <a:cubicBezTo>
                      <a:pt x="363" y="279"/>
                      <a:pt x="352" y="259"/>
                      <a:pt x="351" y="249"/>
                    </a:cubicBezTo>
                    <a:cubicBezTo>
                      <a:pt x="350" y="239"/>
                      <a:pt x="352" y="234"/>
                      <a:pt x="345" y="228"/>
                    </a:cubicBezTo>
                    <a:cubicBezTo>
                      <a:pt x="340" y="224"/>
                      <a:pt x="337" y="215"/>
                      <a:pt x="340" y="208"/>
                    </a:cubicBezTo>
                    <a:cubicBezTo>
                      <a:pt x="344" y="199"/>
                      <a:pt x="355" y="201"/>
                      <a:pt x="361" y="191"/>
                    </a:cubicBezTo>
                    <a:cubicBezTo>
                      <a:pt x="368" y="180"/>
                      <a:pt x="378" y="173"/>
                      <a:pt x="393" y="171"/>
                    </a:cubicBezTo>
                    <a:cubicBezTo>
                      <a:pt x="408" y="171"/>
                      <a:pt x="422" y="167"/>
                      <a:pt x="438" y="157"/>
                    </a:cubicBezTo>
                    <a:cubicBezTo>
                      <a:pt x="470" y="133"/>
                      <a:pt x="469" y="89"/>
                      <a:pt x="376" y="64"/>
                    </a:cubicBezTo>
                    <a:cubicBezTo>
                      <a:pt x="282" y="39"/>
                      <a:pt x="157" y="109"/>
                      <a:pt x="124" y="153"/>
                    </a:cubicBezTo>
                    <a:cubicBezTo>
                      <a:pt x="95" y="191"/>
                      <a:pt x="63" y="230"/>
                      <a:pt x="32" y="209"/>
                    </a:cubicBezTo>
                    <a:cubicBezTo>
                      <a:pt x="0" y="187"/>
                      <a:pt x="14" y="157"/>
                      <a:pt x="19" y="141"/>
                    </a:cubicBezTo>
                    <a:cubicBezTo>
                      <a:pt x="49" y="51"/>
                      <a:pt x="213" y="7"/>
                      <a:pt x="325" y="4"/>
                    </a:cubicBezTo>
                    <a:cubicBezTo>
                      <a:pt x="461" y="0"/>
                      <a:pt x="518" y="75"/>
                      <a:pt x="522" y="117"/>
                    </a:cubicBezTo>
                    <a:cubicBezTo>
                      <a:pt x="526" y="154"/>
                      <a:pt x="496" y="186"/>
                      <a:pt x="454" y="196"/>
                    </a:cubicBezTo>
                    <a:cubicBezTo>
                      <a:pt x="409" y="207"/>
                      <a:pt x="398" y="171"/>
                      <a:pt x="378" y="187"/>
                    </a:cubicBezTo>
                    <a:cubicBezTo>
                      <a:pt x="368" y="197"/>
                      <a:pt x="353" y="210"/>
                      <a:pt x="357" y="240"/>
                    </a:cubicBezTo>
                    <a:cubicBezTo>
                      <a:pt x="360" y="269"/>
                      <a:pt x="374" y="290"/>
                      <a:pt x="380" y="295"/>
                    </a:cubicBezTo>
                    <a:cubicBezTo>
                      <a:pt x="386" y="301"/>
                      <a:pt x="382" y="314"/>
                      <a:pt x="369" y="314"/>
                    </a:cubicBezTo>
                    <a:cubicBezTo>
                      <a:pt x="358" y="313"/>
                      <a:pt x="350" y="304"/>
                      <a:pt x="346" y="298"/>
                    </a:cubicBezTo>
                    <a:cubicBezTo>
                      <a:pt x="347" y="299"/>
                      <a:pt x="347" y="301"/>
                      <a:pt x="348" y="303"/>
                    </a:cubicBezTo>
                    <a:cubicBezTo>
                      <a:pt x="351" y="311"/>
                      <a:pt x="354" y="321"/>
                      <a:pt x="356" y="327"/>
                    </a:cubicBezTo>
                    <a:cubicBezTo>
                      <a:pt x="356" y="331"/>
                      <a:pt x="360" y="332"/>
                      <a:pt x="363" y="333"/>
                    </a:cubicBezTo>
                    <a:cubicBezTo>
                      <a:pt x="369" y="333"/>
                      <a:pt x="374" y="337"/>
                      <a:pt x="377" y="343"/>
                    </a:cubicBezTo>
                    <a:cubicBezTo>
                      <a:pt x="381" y="353"/>
                      <a:pt x="370" y="361"/>
                      <a:pt x="366" y="362"/>
                    </a:cubicBezTo>
                    <a:cubicBezTo>
                      <a:pt x="364" y="365"/>
                      <a:pt x="355" y="374"/>
                      <a:pt x="340" y="363"/>
                    </a:cubicBezTo>
                    <a:cubicBezTo>
                      <a:pt x="334" y="358"/>
                      <a:pt x="335" y="348"/>
                      <a:pt x="338" y="340"/>
                    </a:cubicBezTo>
                    <a:cubicBezTo>
                      <a:pt x="339" y="338"/>
                      <a:pt x="342" y="329"/>
                      <a:pt x="341" y="324"/>
                    </a:cubicBezTo>
                    <a:cubicBezTo>
                      <a:pt x="339" y="314"/>
                      <a:pt x="333" y="297"/>
                      <a:pt x="327" y="293"/>
                    </a:cubicBezTo>
                    <a:cubicBezTo>
                      <a:pt x="318" y="288"/>
                      <a:pt x="296" y="279"/>
                      <a:pt x="278" y="274"/>
                    </a:cubicBezTo>
                    <a:cubicBezTo>
                      <a:pt x="260" y="269"/>
                      <a:pt x="259" y="281"/>
                      <a:pt x="253" y="290"/>
                    </a:cubicBezTo>
                    <a:cubicBezTo>
                      <a:pt x="249" y="297"/>
                      <a:pt x="248" y="309"/>
                      <a:pt x="247" y="321"/>
                    </a:cubicBezTo>
                    <a:cubicBezTo>
                      <a:pt x="245" y="334"/>
                      <a:pt x="282" y="339"/>
                      <a:pt x="281" y="389"/>
                    </a:cubicBezTo>
                    <a:cubicBezTo>
                      <a:pt x="281" y="439"/>
                      <a:pt x="259" y="491"/>
                      <a:pt x="228" y="496"/>
                    </a:cubicBezTo>
                    <a:cubicBezTo>
                      <a:pt x="234" y="503"/>
                      <a:pt x="241" y="526"/>
                      <a:pt x="223" y="574"/>
                    </a:cubicBezTo>
                    <a:cubicBezTo>
                      <a:pt x="206" y="621"/>
                      <a:pt x="201" y="688"/>
                      <a:pt x="201" y="688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0" name="Freeform 334">
                <a:extLst>
                  <a:ext uri="{FF2B5EF4-FFF2-40B4-BE49-F238E27FC236}">
                    <a16:creationId xmlns:a16="http://schemas.microsoft.com/office/drawing/2014/main" id="{35F9C76D-5CC4-44FB-9C32-F5AC36768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749"/>
                <a:ext cx="337" cy="275"/>
              </a:xfrm>
              <a:custGeom>
                <a:avLst/>
                <a:gdLst>
                  <a:gd name="T0" fmla="*/ 791 w 135"/>
                  <a:gd name="T1" fmla="*/ 0 h 103"/>
                  <a:gd name="T2" fmla="*/ 2087 w 135"/>
                  <a:gd name="T3" fmla="*/ 1639 h 103"/>
                  <a:gd name="T4" fmla="*/ 1837 w 135"/>
                  <a:gd name="T5" fmla="*/ 1653 h 103"/>
                  <a:gd name="T6" fmla="*/ 0 w 135"/>
                  <a:gd name="T7" fmla="*/ 342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03">
                    <a:moveTo>
                      <a:pt x="51" y="0"/>
                    </a:moveTo>
                    <a:cubicBezTo>
                      <a:pt x="76" y="2"/>
                      <a:pt x="132" y="35"/>
                      <a:pt x="134" y="86"/>
                    </a:cubicBezTo>
                    <a:cubicBezTo>
                      <a:pt x="135" y="102"/>
                      <a:pt x="125" y="103"/>
                      <a:pt x="118" y="87"/>
                    </a:cubicBezTo>
                    <a:cubicBezTo>
                      <a:pt x="103" y="50"/>
                      <a:pt x="62" y="4"/>
                      <a:pt x="0" y="18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1" name="Freeform 335">
                <a:extLst>
                  <a:ext uri="{FF2B5EF4-FFF2-40B4-BE49-F238E27FC236}">
                    <a16:creationId xmlns:a16="http://schemas.microsoft.com/office/drawing/2014/main" id="{4E20305E-AAFC-40A0-940A-CDFDF6A86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499"/>
                <a:ext cx="5" cy="37"/>
              </a:xfrm>
              <a:custGeom>
                <a:avLst/>
                <a:gdLst>
                  <a:gd name="T0" fmla="*/ 20 w 2"/>
                  <a:gd name="T1" fmla="*/ 0 h 14"/>
                  <a:gd name="T2" fmla="*/ 0 w 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1" y="0"/>
                    </a:moveTo>
                    <a:cubicBezTo>
                      <a:pt x="2" y="3"/>
                      <a:pt x="2" y="11"/>
                      <a:pt x="0" y="14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2" name="Freeform 336">
                <a:extLst>
                  <a:ext uri="{FF2B5EF4-FFF2-40B4-BE49-F238E27FC236}">
                    <a16:creationId xmlns:a16="http://schemas.microsoft.com/office/drawing/2014/main" id="{D685F952-F207-4CD8-BAB7-DDCA29E28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2504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FEE5B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3" name="Freeform 337">
                <a:extLst>
                  <a:ext uri="{FF2B5EF4-FFF2-40B4-BE49-F238E27FC236}">
                    <a16:creationId xmlns:a16="http://schemas.microsoft.com/office/drawing/2014/main" id="{81C9F025-B0D2-4387-A3BB-52D20584D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005"/>
                <a:ext cx="27" cy="115"/>
              </a:xfrm>
              <a:custGeom>
                <a:avLst/>
                <a:gdLst>
                  <a:gd name="T0" fmla="*/ 91 w 11"/>
                  <a:gd name="T1" fmla="*/ 0 h 43"/>
                  <a:gd name="T2" fmla="*/ 0 w 11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6" y="0"/>
                    </a:moveTo>
                    <a:cubicBezTo>
                      <a:pt x="10" y="3"/>
                      <a:pt x="11" y="25"/>
                      <a:pt x="0" y="43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4" name="Freeform 338">
                <a:extLst>
                  <a:ext uri="{FF2B5EF4-FFF2-40B4-BE49-F238E27FC236}">
                    <a16:creationId xmlns:a16="http://schemas.microsoft.com/office/drawing/2014/main" id="{E6F9AA0D-C39B-4569-AEC7-47C2462B4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107"/>
                <a:ext cx="297" cy="101"/>
              </a:xfrm>
              <a:custGeom>
                <a:avLst/>
                <a:gdLst>
                  <a:gd name="T0" fmla="*/ 1849 w 119"/>
                  <a:gd name="T1" fmla="*/ 0 h 38"/>
                  <a:gd name="T2" fmla="*/ 0 w 119"/>
                  <a:gd name="T3" fmla="*/ 37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9" h="38">
                    <a:moveTo>
                      <a:pt x="119" y="0"/>
                    </a:moveTo>
                    <a:cubicBezTo>
                      <a:pt x="115" y="10"/>
                      <a:pt x="85" y="38"/>
                      <a:pt x="0" y="20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5" name="Freeform 339">
                <a:extLst>
                  <a:ext uri="{FF2B5EF4-FFF2-40B4-BE49-F238E27FC236}">
                    <a16:creationId xmlns:a16="http://schemas.microsoft.com/office/drawing/2014/main" id="{C3C044D5-8D92-41D6-A603-72243A218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1824"/>
                <a:ext cx="580" cy="213"/>
              </a:xfrm>
              <a:custGeom>
                <a:avLst/>
                <a:gdLst>
                  <a:gd name="T0" fmla="*/ 3625 w 232"/>
                  <a:gd name="T1" fmla="*/ 1148 h 80"/>
                  <a:gd name="T2" fmla="*/ 270 w 232"/>
                  <a:gd name="T3" fmla="*/ 1262 h 80"/>
                  <a:gd name="T4" fmla="*/ 0 w 232"/>
                  <a:gd name="T5" fmla="*/ 151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2" h="80">
                    <a:moveTo>
                      <a:pt x="232" y="61"/>
                    </a:moveTo>
                    <a:cubicBezTo>
                      <a:pt x="218" y="42"/>
                      <a:pt x="106" y="0"/>
                      <a:pt x="17" y="67"/>
                    </a:cubicBezTo>
                    <a:cubicBezTo>
                      <a:pt x="12" y="72"/>
                      <a:pt x="5" y="75"/>
                      <a:pt x="0" y="80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6" name="Freeform 340">
                <a:extLst>
                  <a:ext uri="{FF2B5EF4-FFF2-40B4-BE49-F238E27FC236}">
                    <a16:creationId xmlns:a16="http://schemas.microsoft.com/office/drawing/2014/main" id="{38621BB0-169C-4B09-A277-27985561B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027"/>
                <a:ext cx="212" cy="1008"/>
              </a:xfrm>
              <a:custGeom>
                <a:avLst/>
                <a:gdLst>
                  <a:gd name="T0" fmla="*/ 200 w 85"/>
                  <a:gd name="T1" fmla="*/ 4152 h 378"/>
                  <a:gd name="T2" fmla="*/ 229 w 85"/>
                  <a:gd name="T3" fmla="*/ 4061 h 378"/>
                  <a:gd name="T4" fmla="*/ 324 w 85"/>
                  <a:gd name="T5" fmla="*/ 3832 h 378"/>
                  <a:gd name="T6" fmla="*/ 417 w 85"/>
                  <a:gd name="T7" fmla="*/ 3733 h 378"/>
                  <a:gd name="T8" fmla="*/ 466 w 85"/>
                  <a:gd name="T9" fmla="*/ 3549 h 378"/>
                  <a:gd name="T10" fmla="*/ 511 w 85"/>
                  <a:gd name="T11" fmla="*/ 3469 h 378"/>
                  <a:gd name="T12" fmla="*/ 499 w 85"/>
                  <a:gd name="T13" fmla="*/ 3299 h 378"/>
                  <a:gd name="T14" fmla="*/ 559 w 85"/>
                  <a:gd name="T15" fmla="*/ 3107 h 378"/>
                  <a:gd name="T16" fmla="*/ 529 w 85"/>
                  <a:gd name="T17" fmla="*/ 2979 h 378"/>
                  <a:gd name="T18" fmla="*/ 621 w 85"/>
                  <a:gd name="T19" fmla="*/ 2787 h 378"/>
                  <a:gd name="T20" fmla="*/ 604 w 85"/>
                  <a:gd name="T21" fmla="*/ 2696 h 378"/>
                  <a:gd name="T22" fmla="*/ 529 w 85"/>
                  <a:gd name="T23" fmla="*/ 2069 h 378"/>
                  <a:gd name="T24" fmla="*/ 604 w 85"/>
                  <a:gd name="T25" fmla="*/ 1651 h 378"/>
                  <a:gd name="T26" fmla="*/ 883 w 85"/>
                  <a:gd name="T27" fmla="*/ 1272 h 378"/>
                  <a:gd name="T28" fmla="*/ 883 w 85"/>
                  <a:gd name="T29" fmla="*/ 832 h 378"/>
                  <a:gd name="T30" fmla="*/ 529 w 85"/>
                  <a:gd name="T31" fmla="*/ 989 h 378"/>
                  <a:gd name="T32" fmla="*/ 125 w 85"/>
                  <a:gd name="T33" fmla="*/ 1045 h 378"/>
                  <a:gd name="T34" fmla="*/ 187 w 85"/>
                  <a:gd name="T35" fmla="*/ 568 h 378"/>
                  <a:gd name="T36" fmla="*/ 279 w 85"/>
                  <a:gd name="T37" fmla="*/ 248 h 378"/>
                  <a:gd name="T38" fmla="*/ 354 w 85"/>
                  <a:gd name="T39" fmla="*/ 77 h 378"/>
                  <a:gd name="T40" fmla="*/ 591 w 85"/>
                  <a:gd name="T41" fmla="*/ 171 h 378"/>
                  <a:gd name="T42" fmla="*/ 404 w 85"/>
                  <a:gd name="T43" fmla="*/ 547 h 378"/>
                  <a:gd name="T44" fmla="*/ 666 w 85"/>
                  <a:gd name="T45" fmla="*/ 648 h 378"/>
                  <a:gd name="T46" fmla="*/ 1212 w 85"/>
                  <a:gd name="T47" fmla="*/ 648 h 378"/>
                  <a:gd name="T48" fmla="*/ 1162 w 85"/>
                  <a:gd name="T49" fmla="*/ 1288 h 378"/>
                  <a:gd name="T50" fmla="*/ 933 w 85"/>
                  <a:gd name="T51" fmla="*/ 2197 h 378"/>
                  <a:gd name="T52" fmla="*/ 666 w 85"/>
                  <a:gd name="T53" fmla="*/ 3640 h 378"/>
                  <a:gd name="T54" fmla="*/ 155 w 85"/>
                  <a:gd name="T55" fmla="*/ 4493 h 378"/>
                  <a:gd name="T56" fmla="*/ 374 w 85"/>
                  <a:gd name="T57" fmla="*/ 5155 h 378"/>
                  <a:gd name="T58" fmla="*/ 666 w 85"/>
                  <a:gd name="T59" fmla="*/ 6691 h 378"/>
                  <a:gd name="T60" fmla="*/ 653 w 85"/>
                  <a:gd name="T61" fmla="*/ 6827 h 378"/>
                  <a:gd name="T62" fmla="*/ 634 w 85"/>
                  <a:gd name="T63" fmla="*/ 7168 h 378"/>
                  <a:gd name="T64" fmla="*/ 417 w 85"/>
                  <a:gd name="T65" fmla="*/ 5837 h 378"/>
                  <a:gd name="T66" fmla="*/ 105 w 85"/>
                  <a:gd name="T67" fmla="*/ 4928 h 3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5" h="378">
                    <a:moveTo>
                      <a:pt x="13" y="219"/>
                    </a:moveTo>
                    <a:cubicBezTo>
                      <a:pt x="14" y="218"/>
                      <a:pt x="15" y="216"/>
                      <a:pt x="15" y="214"/>
                    </a:cubicBezTo>
                    <a:cubicBezTo>
                      <a:pt x="16" y="209"/>
                      <a:pt x="17" y="206"/>
                      <a:pt x="21" y="202"/>
                    </a:cubicBezTo>
                    <a:cubicBezTo>
                      <a:pt x="24" y="200"/>
                      <a:pt x="25" y="200"/>
                      <a:pt x="27" y="197"/>
                    </a:cubicBezTo>
                    <a:cubicBezTo>
                      <a:pt x="28" y="194"/>
                      <a:pt x="27" y="191"/>
                      <a:pt x="30" y="187"/>
                    </a:cubicBezTo>
                    <a:cubicBezTo>
                      <a:pt x="31" y="185"/>
                      <a:pt x="33" y="185"/>
                      <a:pt x="33" y="183"/>
                    </a:cubicBezTo>
                    <a:cubicBezTo>
                      <a:pt x="33" y="181"/>
                      <a:pt x="31" y="177"/>
                      <a:pt x="32" y="174"/>
                    </a:cubicBezTo>
                    <a:cubicBezTo>
                      <a:pt x="32" y="170"/>
                      <a:pt x="36" y="168"/>
                      <a:pt x="36" y="164"/>
                    </a:cubicBezTo>
                    <a:cubicBezTo>
                      <a:pt x="37" y="161"/>
                      <a:pt x="34" y="160"/>
                      <a:pt x="34" y="157"/>
                    </a:cubicBezTo>
                    <a:cubicBezTo>
                      <a:pt x="34" y="154"/>
                      <a:pt x="38" y="149"/>
                      <a:pt x="40" y="147"/>
                    </a:cubicBezTo>
                    <a:cubicBezTo>
                      <a:pt x="39" y="142"/>
                      <a:pt x="39" y="142"/>
                      <a:pt x="39" y="142"/>
                    </a:cubicBezTo>
                    <a:cubicBezTo>
                      <a:pt x="35" y="131"/>
                      <a:pt x="31" y="118"/>
                      <a:pt x="34" y="109"/>
                    </a:cubicBezTo>
                    <a:cubicBezTo>
                      <a:pt x="37" y="101"/>
                      <a:pt x="36" y="99"/>
                      <a:pt x="39" y="87"/>
                    </a:cubicBezTo>
                    <a:cubicBezTo>
                      <a:pt x="41" y="75"/>
                      <a:pt x="51" y="72"/>
                      <a:pt x="57" y="67"/>
                    </a:cubicBezTo>
                    <a:cubicBezTo>
                      <a:pt x="50" y="61"/>
                      <a:pt x="50" y="47"/>
                      <a:pt x="57" y="44"/>
                    </a:cubicBezTo>
                    <a:cubicBezTo>
                      <a:pt x="51" y="38"/>
                      <a:pt x="40" y="44"/>
                      <a:pt x="34" y="52"/>
                    </a:cubicBezTo>
                    <a:cubicBezTo>
                      <a:pt x="27" y="60"/>
                      <a:pt x="17" y="60"/>
                      <a:pt x="8" y="55"/>
                    </a:cubicBezTo>
                    <a:cubicBezTo>
                      <a:pt x="0" y="49"/>
                      <a:pt x="5" y="34"/>
                      <a:pt x="12" y="30"/>
                    </a:cubicBezTo>
                    <a:cubicBezTo>
                      <a:pt x="20" y="17"/>
                      <a:pt x="17" y="22"/>
                      <a:pt x="18" y="13"/>
                    </a:cubicBezTo>
                    <a:cubicBezTo>
                      <a:pt x="18" y="9"/>
                      <a:pt x="20" y="6"/>
                      <a:pt x="23" y="4"/>
                    </a:cubicBezTo>
                    <a:cubicBezTo>
                      <a:pt x="27" y="0"/>
                      <a:pt x="36" y="0"/>
                      <a:pt x="38" y="9"/>
                    </a:cubicBezTo>
                    <a:cubicBezTo>
                      <a:pt x="40" y="16"/>
                      <a:pt x="34" y="21"/>
                      <a:pt x="26" y="29"/>
                    </a:cubicBezTo>
                    <a:cubicBezTo>
                      <a:pt x="29" y="28"/>
                      <a:pt x="34" y="35"/>
                      <a:pt x="43" y="34"/>
                    </a:cubicBezTo>
                    <a:cubicBezTo>
                      <a:pt x="53" y="32"/>
                      <a:pt x="71" y="21"/>
                      <a:pt x="78" y="34"/>
                    </a:cubicBezTo>
                    <a:cubicBezTo>
                      <a:pt x="85" y="47"/>
                      <a:pt x="80" y="52"/>
                      <a:pt x="75" y="68"/>
                    </a:cubicBezTo>
                    <a:cubicBezTo>
                      <a:pt x="69" y="85"/>
                      <a:pt x="63" y="94"/>
                      <a:pt x="60" y="116"/>
                    </a:cubicBezTo>
                    <a:cubicBezTo>
                      <a:pt x="57" y="137"/>
                      <a:pt x="50" y="170"/>
                      <a:pt x="43" y="192"/>
                    </a:cubicBezTo>
                    <a:cubicBezTo>
                      <a:pt x="34" y="223"/>
                      <a:pt x="18" y="234"/>
                      <a:pt x="10" y="237"/>
                    </a:cubicBezTo>
                    <a:cubicBezTo>
                      <a:pt x="3" y="240"/>
                      <a:pt x="14" y="250"/>
                      <a:pt x="24" y="272"/>
                    </a:cubicBezTo>
                    <a:cubicBezTo>
                      <a:pt x="33" y="290"/>
                      <a:pt x="39" y="323"/>
                      <a:pt x="43" y="353"/>
                    </a:cubicBezTo>
                    <a:cubicBezTo>
                      <a:pt x="43" y="355"/>
                      <a:pt x="42" y="357"/>
                      <a:pt x="42" y="360"/>
                    </a:cubicBezTo>
                    <a:cubicBezTo>
                      <a:pt x="41" y="364"/>
                      <a:pt x="41" y="370"/>
                      <a:pt x="41" y="378"/>
                    </a:cubicBezTo>
                    <a:cubicBezTo>
                      <a:pt x="38" y="357"/>
                      <a:pt x="32" y="324"/>
                      <a:pt x="27" y="308"/>
                    </a:cubicBezTo>
                    <a:cubicBezTo>
                      <a:pt x="22" y="290"/>
                      <a:pt x="15" y="272"/>
                      <a:pt x="7" y="260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7" name="Freeform 341">
                <a:extLst>
                  <a:ext uri="{FF2B5EF4-FFF2-40B4-BE49-F238E27FC236}">
                    <a16:creationId xmlns:a16="http://schemas.microsoft.com/office/drawing/2014/main" id="{0728CA68-9612-49F3-B0B3-D65A35A68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597"/>
                <a:ext cx="52" cy="123"/>
              </a:xfrm>
              <a:custGeom>
                <a:avLst/>
                <a:gdLst>
                  <a:gd name="T0" fmla="*/ 319 w 21"/>
                  <a:gd name="T1" fmla="*/ 0 h 46"/>
                  <a:gd name="T2" fmla="*/ 183 w 21"/>
                  <a:gd name="T3" fmla="*/ 193 h 46"/>
                  <a:gd name="T4" fmla="*/ 42 w 21"/>
                  <a:gd name="T5" fmla="*/ 537 h 46"/>
                  <a:gd name="T6" fmla="*/ 196 w 21"/>
                  <a:gd name="T7" fmla="*/ 88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6">
                    <a:moveTo>
                      <a:pt x="21" y="0"/>
                    </a:moveTo>
                    <a:cubicBezTo>
                      <a:pt x="21" y="4"/>
                      <a:pt x="18" y="7"/>
                      <a:pt x="12" y="10"/>
                    </a:cubicBezTo>
                    <a:cubicBezTo>
                      <a:pt x="2" y="11"/>
                      <a:pt x="0" y="20"/>
                      <a:pt x="3" y="28"/>
                    </a:cubicBezTo>
                    <a:cubicBezTo>
                      <a:pt x="5" y="35"/>
                      <a:pt x="12" y="43"/>
                      <a:pt x="13" y="46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8" name="Freeform 342">
                <a:extLst>
                  <a:ext uri="{FF2B5EF4-FFF2-40B4-BE49-F238E27FC236}">
                    <a16:creationId xmlns:a16="http://schemas.microsoft.com/office/drawing/2014/main" id="{6FC341BB-EA8A-42F1-B974-BDC11B6B8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995"/>
                <a:ext cx="1150" cy="648"/>
              </a:xfrm>
              <a:custGeom>
                <a:avLst/>
                <a:gdLst>
                  <a:gd name="T0" fmla="*/ 7188 w 460"/>
                  <a:gd name="T1" fmla="*/ 4608 h 243"/>
                  <a:gd name="T2" fmla="*/ 6145 w 460"/>
                  <a:gd name="T3" fmla="*/ 3243 h 243"/>
                  <a:gd name="T4" fmla="*/ 5438 w 460"/>
                  <a:gd name="T5" fmla="*/ 3128 h 243"/>
                  <a:gd name="T6" fmla="*/ 5158 w 460"/>
                  <a:gd name="T7" fmla="*/ 3221 h 243"/>
                  <a:gd name="T8" fmla="*/ 4845 w 460"/>
                  <a:gd name="T9" fmla="*/ 3037 h 243"/>
                  <a:gd name="T10" fmla="*/ 4395 w 460"/>
                  <a:gd name="T11" fmla="*/ 2979 h 243"/>
                  <a:gd name="T12" fmla="*/ 2520 w 460"/>
                  <a:gd name="T13" fmla="*/ 3072 h 243"/>
                  <a:gd name="T14" fmla="*/ 2270 w 460"/>
                  <a:gd name="T15" fmla="*/ 3208 h 243"/>
                  <a:gd name="T16" fmla="*/ 2050 w 460"/>
                  <a:gd name="T17" fmla="*/ 3128 h 243"/>
                  <a:gd name="T18" fmla="*/ 1675 w 460"/>
                  <a:gd name="T19" fmla="*/ 3187 h 243"/>
                  <a:gd name="T20" fmla="*/ 938 w 460"/>
                  <a:gd name="T21" fmla="*/ 3093 h 243"/>
                  <a:gd name="T22" fmla="*/ 595 w 460"/>
                  <a:gd name="T23" fmla="*/ 2957 h 243"/>
                  <a:gd name="T24" fmla="*/ 333 w 460"/>
                  <a:gd name="T25" fmla="*/ 2616 h 243"/>
                  <a:gd name="T26" fmla="*/ 125 w 460"/>
                  <a:gd name="T27" fmla="*/ 1613 h 243"/>
                  <a:gd name="T28" fmla="*/ 0 w 460"/>
                  <a:gd name="T29" fmla="*/ 0 h 2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60" h="243">
                    <a:moveTo>
                      <a:pt x="460" y="243"/>
                    </a:moveTo>
                    <a:cubicBezTo>
                      <a:pt x="436" y="216"/>
                      <a:pt x="430" y="187"/>
                      <a:pt x="393" y="171"/>
                    </a:cubicBezTo>
                    <a:cubicBezTo>
                      <a:pt x="378" y="165"/>
                      <a:pt x="364" y="161"/>
                      <a:pt x="348" y="165"/>
                    </a:cubicBezTo>
                    <a:cubicBezTo>
                      <a:pt x="342" y="167"/>
                      <a:pt x="336" y="170"/>
                      <a:pt x="330" y="170"/>
                    </a:cubicBezTo>
                    <a:cubicBezTo>
                      <a:pt x="322" y="169"/>
                      <a:pt x="317" y="163"/>
                      <a:pt x="310" y="160"/>
                    </a:cubicBezTo>
                    <a:cubicBezTo>
                      <a:pt x="300" y="157"/>
                      <a:pt x="292" y="158"/>
                      <a:pt x="281" y="157"/>
                    </a:cubicBezTo>
                    <a:cubicBezTo>
                      <a:pt x="245" y="156"/>
                      <a:pt x="195" y="146"/>
                      <a:pt x="161" y="162"/>
                    </a:cubicBezTo>
                    <a:cubicBezTo>
                      <a:pt x="153" y="166"/>
                      <a:pt x="153" y="169"/>
                      <a:pt x="145" y="169"/>
                    </a:cubicBezTo>
                    <a:cubicBezTo>
                      <a:pt x="142" y="169"/>
                      <a:pt x="135" y="166"/>
                      <a:pt x="131" y="165"/>
                    </a:cubicBezTo>
                    <a:cubicBezTo>
                      <a:pt x="123" y="165"/>
                      <a:pt x="115" y="166"/>
                      <a:pt x="107" y="168"/>
                    </a:cubicBezTo>
                    <a:cubicBezTo>
                      <a:pt x="92" y="172"/>
                      <a:pt x="67" y="172"/>
                      <a:pt x="60" y="163"/>
                    </a:cubicBezTo>
                    <a:cubicBezTo>
                      <a:pt x="54" y="156"/>
                      <a:pt x="46" y="159"/>
                      <a:pt x="38" y="156"/>
                    </a:cubicBezTo>
                    <a:cubicBezTo>
                      <a:pt x="29" y="152"/>
                      <a:pt x="26" y="147"/>
                      <a:pt x="21" y="138"/>
                    </a:cubicBezTo>
                    <a:cubicBezTo>
                      <a:pt x="12" y="121"/>
                      <a:pt x="10" y="103"/>
                      <a:pt x="8" y="85"/>
                    </a:cubicBezTo>
                    <a:cubicBezTo>
                      <a:pt x="6" y="70"/>
                      <a:pt x="5" y="14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9" name="Freeform 343">
                <a:extLst>
                  <a:ext uri="{FF2B5EF4-FFF2-40B4-BE49-F238E27FC236}">
                    <a16:creationId xmlns:a16="http://schemas.microsoft.com/office/drawing/2014/main" id="{94DCC0EB-7BCD-40C4-A41B-A6CFFBFBD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947"/>
                <a:ext cx="108" cy="456"/>
              </a:xfrm>
              <a:custGeom>
                <a:avLst/>
                <a:gdLst>
                  <a:gd name="T0" fmla="*/ 367 w 43"/>
                  <a:gd name="T1" fmla="*/ 0 h 171"/>
                  <a:gd name="T2" fmla="*/ 304 w 43"/>
                  <a:gd name="T3" fmla="*/ 2504 h 171"/>
                  <a:gd name="T4" fmla="*/ 429 w 43"/>
                  <a:gd name="T5" fmla="*/ 2901 h 171"/>
                  <a:gd name="T6" fmla="*/ 681 w 43"/>
                  <a:gd name="T7" fmla="*/ 3243 h 1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71">
                    <a:moveTo>
                      <a:pt x="23" y="0"/>
                    </a:moveTo>
                    <a:cubicBezTo>
                      <a:pt x="25" y="35"/>
                      <a:pt x="0" y="99"/>
                      <a:pt x="19" y="132"/>
                    </a:cubicBezTo>
                    <a:cubicBezTo>
                      <a:pt x="24" y="141"/>
                      <a:pt x="25" y="143"/>
                      <a:pt x="27" y="153"/>
                    </a:cubicBezTo>
                    <a:cubicBezTo>
                      <a:pt x="28" y="164"/>
                      <a:pt x="31" y="169"/>
                      <a:pt x="43" y="171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0" name="Freeform 344">
                <a:extLst>
                  <a:ext uri="{FF2B5EF4-FFF2-40B4-BE49-F238E27FC236}">
                    <a16:creationId xmlns:a16="http://schemas.microsoft.com/office/drawing/2014/main" id="{89CDC9EA-A67B-46DD-B2EB-B40270D5A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360"/>
                <a:ext cx="35" cy="43"/>
              </a:xfrm>
              <a:custGeom>
                <a:avLst/>
                <a:gdLst>
                  <a:gd name="T0" fmla="*/ 220 w 14"/>
                  <a:gd name="T1" fmla="*/ 0 h 16"/>
                  <a:gd name="T2" fmla="*/ 0 w 14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3" y="9"/>
                      <a:pt x="9" y="16"/>
                      <a:pt x="0" y="16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1" name="Freeform 345">
                <a:extLst>
                  <a:ext uri="{FF2B5EF4-FFF2-40B4-BE49-F238E27FC236}">
                    <a16:creationId xmlns:a16="http://schemas.microsoft.com/office/drawing/2014/main" id="{600E34B0-1EE7-40F9-A3BC-352C6006A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645"/>
                <a:ext cx="360" cy="552"/>
              </a:xfrm>
              <a:custGeom>
                <a:avLst/>
                <a:gdLst>
                  <a:gd name="T0" fmla="*/ 1550 w 144"/>
                  <a:gd name="T1" fmla="*/ 0 h 207"/>
                  <a:gd name="T2" fmla="*/ 1895 w 144"/>
                  <a:gd name="T3" fmla="*/ 205 h 207"/>
                  <a:gd name="T4" fmla="*/ 2095 w 144"/>
                  <a:gd name="T5" fmla="*/ 776 h 207"/>
                  <a:gd name="T6" fmla="*/ 2175 w 144"/>
                  <a:gd name="T7" fmla="*/ 1843 h 207"/>
                  <a:gd name="T8" fmla="*/ 2145 w 144"/>
                  <a:gd name="T9" fmla="*/ 2824 h 207"/>
                  <a:gd name="T10" fmla="*/ 1750 w 144"/>
                  <a:gd name="T11" fmla="*/ 3320 h 207"/>
                  <a:gd name="T12" fmla="*/ 1063 w 144"/>
                  <a:gd name="T13" fmla="*/ 3811 h 207"/>
                  <a:gd name="T14" fmla="*/ 395 w 144"/>
                  <a:gd name="T15" fmla="*/ 3925 h 207"/>
                  <a:gd name="T16" fmla="*/ 0 w 144"/>
                  <a:gd name="T17" fmla="*/ 3789 h 2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207">
                    <a:moveTo>
                      <a:pt x="99" y="0"/>
                    </a:moveTo>
                    <a:cubicBezTo>
                      <a:pt x="107" y="3"/>
                      <a:pt x="114" y="3"/>
                      <a:pt x="121" y="11"/>
                    </a:cubicBezTo>
                    <a:cubicBezTo>
                      <a:pt x="129" y="20"/>
                      <a:pt x="133" y="29"/>
                      <a:pt x="134" y="41"/>
                    </a:cubicBezTo>
                    <a:cubicBezTo>
                      <a:pt x="136" y="60"/>
                      <a:pt x="136" y="78"/>
                      <a:pt x="139" y="97"/>
                    </a:cubicBezTo>
                    <a:cubicBezTo>
                      <a:pt x="141" y="114"/>
                      <a:pt x="144" y="132"/>
                      <a:pt x="137" y="149"/>
                    </a:cubicBezTo>
                    <a:cubicBezTo>
                      <a:pt x="132" y="162"/>
                      <a:pt x="120" y="165"/>
                      <a:pt x="112" y="175"/>
                    </a:cubicBezTo>
                    <a:cubicBezTo>
                      <a:pt x="108" y="180"/>
                      <a:pt x="76" y="198"/>
                      <a:pt x="68" y="201"/>
                    </a:cubicBezTo>
                    <a:cubicBezTo>
                      <a:pt x="51" y="207"/>
                      <a:pt x="43" y="207"/>
                      <a:pt x="25" y="207"/>
                    </a:cubicBezTo>
                    <a:cubicBezTo>
                      <a:pt x="18" y="207"/>
                      <a:pt x="4" y="207"/>
                      <a:pt x="0" y="20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2" name="Freeform 346">
                <a:extLst>
                  <a:ext uri="{FF2B5EF4-FFF2-40B4-BE49-F238E27FC236}">
                    <a16:creationId xmlns:a16="http://schemas.microsoft.com/office/drawing/2014/main" id="{EBE22BF0-FF9E-4DA8-A8BE-0694E763D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0" y="1309"/>
                <a:ext cx="185" cy="224"/>
              </a:xfrm>
              <a:custGeom>
                <a:avLst/>
                <a:gdLst>
                  <a:gd name="T0" fmla="*/ 1158 w 74"/>
                  <a:gd name="T1" fmla="*/ 0 h 84"/>
                  <a:gd name="T2" fmla="*/ 720 w 74"/>
                  <a:gd name="T3" fmla="*/ 717 h 84"/>
                  <a:gd name="T4" fmla="*/ 250 w 74"/>
                  <a:gd name="T5" fmla="*/ 1045 h 84"/>
                  <a:gd name="T6" fmla="*/ 0 w 74"/>
                  <a:gd name="T7" fmla="*/ 1592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84">
                    <a:moveTo>
                      <a:pt x="74" y="0"/>
                    </a:moveTo>
                    <a:cubicBezTo>
                      <a:pt x="65" y="11"/>
                      <a:pt x="57" y="29"/>
                      <a:pt x="46" y="38"/>
                    </a:cubicBezTo>
                    <a:cubicBezTo>
                      <a:pt x="37" y="45"/>
                      <a:pt x="28" y="54"/>
                      <a:pt x="16" y="55"/>
                    </a:cubicBezTo>
                    <a:cubicBezTo>
                      <a:pt x="20" y="65"/>
                      <a:pt x="5" y="84"/>
                      <a:pt x="0" y="84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3" name="Freeform 347">
                <a:extLst>
                  <a:ext uri="{FF2B5EF4-FFF2-40B4-BE49-F238E27FC236}">
                    <a16:creationId xmlns:a16="http://schemas.microsoft.com/office/drawing/2014/main" id="{B2CDCA82-E91F-45DF-98EA-C7AC4DA58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568"/>
                <a:ext cx="212" cy="283"/>
              </a:xfrm>
              <a:custGeom>
                <a:avLst/>
                <a:gdLst>
                  <a:gd name="T0" fmla="*/ 167 w 85"/>
                  <a:gd name="T1" fmla="*/ 0 h 106"/>
                  <a:gd name="T2" fmla="*/ 374 w 85"/>
                  <a:gd name="T3" fmla="*/ 876 h 106"/>
                  <a:gd name="T4" fmla="*/ 571 w 85"/>
                  <a:gd name="T5" fmla="*/ 1524 h 106"/>
                  <a:gd name="T6" fmla="*/ 1319 w 85"/>
                  <a:gd name="T7" fmla="*/ 1845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106">
                    <a:moveTo>
                      <a:pt x="11" y="0"/>
                    </a:moveTo>
                    <a:cubicBezTo>
                      <a:pt x="0" y="13"/>
                      <a:pt x="16" y="35"/>
                      <a:pt x="24" y="46"/>
                    </a:cubicBezTo>
                    <a:cubicBezTo>
                      <a:pt x="33" y="57"/>
                      <a:pt x="32" y="67"/>
                      <a:pt x="37" y="80"/>
                    </a:cubicBezTo>
                    <a:cubicBezTo>
                      <a:pt x="42" y="94"/>
                      <a:pt x="72" y="106"/>
                      <a:pt x="85" y="97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4" name="Freeform 348">
                <a:extLst>
                  <a:ext uri="{FF2B5EF4-FFF2-40B4-BE49-F238E27FC236}">
                    <a16:creationId xmlns:a16="http://schemas.microsoft.com/office/drawing/2014/main" id="{37D5A9D6-654B-4E27-94F2-51C09ADA8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3" y="1595"/>
                <a:ext cx="177" cy="82"/>
              </a:xfrm>
              <a:custGeom>
                <a:avLst/>
                <a:gdLst>
                  <a:gd name="T0" fmla="*/ 1099 w 71"/>
                  <a:gd name="T1" fmla="*/ 0 h 31"/>
                  <a:gd name="T2" fmla="*/ 683 w 71"/>
                  <a:gd name="T3" fmla="*/ 315 h 31"/>
                  <a:gd name="T4" fmla="*/ 0 w 71"/>
                  <a:gd name="T5" fmla="*/ 57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31">
                    <a:moveTo>
                      <a:pt x="71" y="0"/>
                    </a:moveTo>
                    <a:cubicBezTo>
                      <a:pt x="61" y="3"/>
                      <a:pt x="54" y="13"/>
                      <a:pt x="44" y="17"/>
                    </a:cubicBezTo>
                    <a:cubicBezTo>
                      <a:pt x="30" y="24"/>
                      <a:pt x="9" y="18"/>
                      <a:pt x="0" y="31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5" name="Freeform 349">
                <a:extLst>
                  <a:ext uri="{FF2B5EF4-FFF2-40B4-BE49-F238E27FC236}">
                    <a16:creationId xmlns:a16="http://schemas.microsoft.com/office/drawing/2014/main" id="{1B6B5A9D-8FE0-4ECD-B835-775B31003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0" y="1915"/>
                <a:ext cx="168" cy="53"/>
              </a:xfrm>
              <a:custGeom>
                <a:avLst/>
                <a:gdLst>
                  <a:gd name="T0" fmla="*/ 1056 w 67"/>
                  <a:gd name="T1" fmla="*/ 0 h 20"/>
                  <a:gd name="T2" fmla="*/ 629 w 67"/>
                  <a:gd name="T3" fmla="*/ 133 h 20"/>
                  <a:gd name="T4" fmla="*/ 0 w 67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0">
                    <a:moveTo>
                      <a:pt x="67" y="0"/>
                    </a:moveTo>
                    <a:cubicBezTo>
                      <a:pt x="60" y="6"/>
                      <a:pt x="47" y="6"/>
                      <a:pt x="40" y="7"/>
                    </a:cubicBezTo>
                    <a:cubicBezTo>
                      <a:pt x="27" y="9"/>
                      <a:pt x="10" y="12"/>
                      <a:pt x="0" y="2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6" name="Freeform 350">
                <a:extLst>
                  <a:ext uri="{FF2B5EF4-FFF2-40B4-BE49-F238E27FC236}">
                    <a16:creationId xmlns:a16="http://schemas.microsoft.com/office/drawing/2014/main" id="{AB3563E4-CE34-4973-B538-FE13D7875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5" y="1648"/>
                <a:ext cx="43" cy="67"/>
              </a:xfrm>
              <a:custGeom>
                <a:avLst/>
                <a:gdLst>
                  <a:gd name="T0" fmla="*/ 225 w 17"/>
                  <a:gd name="T1" fmla="*/ 482 h 25"/>
                  <a:gd name="T2" fmla="*/ 276 w 17"/>
                  <a:gd name="T3" fmla="*/ 193 h 25"/>
                  <a:gd name="T4" fmla="*/ 0 w 1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14" y="25"/>
                    </a:moveTo>
                    <a:cubicBezTo>
                      <a:pt x="14" y="19"/>
                      <a:pt x="13" y="14"/>
                      <a:pt x="17" y="10"/>
                    </a:cubicBezTo>
                    <a:cubicBezTo>
                      <a:pt x="10" y="11"/>
                      <a:pt x="3" y="6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7" name="Freeform 351">
                <a:extLst>
                  <a:ext uri="{FF2B5EF4-FFF2-40B4-BE49-F238E27FC236}">
                    <a16:creationId xmlns:a16="http://schemas.microsoft.com/office/drawing/2014/main" id="{5A5BB371-5545-467D-ABA0-F255CF860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1133"/>
                <a:ext cx="70" cy="192"/>
              </a:xfrm>
              <a:custGeom>
                <a:avLst/>
                <a:gdLst>
                  <a:gd name="T0" fmla="*/ 438 w 28"/>
                  <a:gd name="T1" fmla="*/ 0 h 72"/>
                  <a:gd name="T2" fmla="*/ 283 w 28"/>
                  <a:gd name="T3" fmla="*/ 205 h 72"/>
                  <a:gd name="T4" fmla="*/ 208 w 28"/>
                  <a:gd name="T5" fmla="*/ 589 h 72"/>
                  <a:gd name="T6" fmla="*/ 0 w 28"/>
                  <a:gd name="T7" fmla="*/ 1365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72">
                    <a:moveTo>
                      <a:pt x="28" y="0"/>
                    </a:moveTo>
                    <a:cubicBezTo>
                      <a:pt x="24" y="5"/>
                      <a:pt x="21" y="7"/>
                      <a:pt x="18" y="11"/>
                    </a:cubicBezTo>
                    <a:cubicBezTo>
                      <a:pt x="14" y="17"/>
                      <a:pt x="14" y="23"/>
                      <a:pt x="13" y="31"/>
                    </a:cubicBezTo>
                    <a:cubicBezTo>
                      <a:pt x="12" y="46"/>
                      <a:pt x="6" y="58"/>
                      <a:pt x="0" y="72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8" name="Freeform 352">
                <a:extLst>
                  <a:ext uri="{FF2B5EF4-FFF2-40B4-BE49-F238E27FC236}">
                    <a16:creationId xmlns:a16="http://schemas.microsoft.com/office/drawing/2014/main" id="{3FE1C1F0-4342-4848-993C-330D82375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293"/>
                <a:ext cx="280" cy="214"/>
              </a:xfrm>
              <a:custGeom>
                <a:avLst/>
                <a:gdLst>
                  <a:gd name="T0" fmla="*/ 1750 w 112"/>
                  <a:gd name="T1" fmla="*/ 974 h 80"/>
                  <a:gd name="T2" fmla="*/ 675 w 112"/>
                  <a:gd name="T3" fmla="*/ 974 h 80"/>
                  <a:gd name="T4" fmla="*/ 188 w 112"/>
                  <a:gd name="T5" fmla="*/ 786 h 80"/>
                  <a:gd name="T6" fmla="*/ 33 w 112"/>
                  <a:gd name="T7" fmla="*/ 364 h 80"/>
                  <a:gd name="T8" fmla="*/ 0 w 11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0">
                    <a:moveTo>
                      <a:pt x="112" y="51"/>
                    </a:moveTo>
                    <a:cubicBezTo>
                      <a:pt x="93" y="80"/>
                      <a:pt x="66" y="57"/>
                      <a:pt x="43" y="51"/>
                    </a:cubicBezTo>
                    <a:cubicBezTo>
                      <a:pt x="29" y="47"/>
                      <a:pt x="23" y="51"/>
                      <a:pt x="12" y="41"/>
                    </a:cubicBezTo>
                    <a:cubicBezTo>
                      <a:pt x="5" y="34"/>
                      <a:pt x="2" y="29"/>
                      <a:pt x="2" y="19"/>
                    </a:cubicBezTo>
                    <a:cubicBezTo>
                      <a:pt x="1" y="12"/>
                      <a:pt x="3" y="5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9" name="Freeform 353">
                <a:extLst>
                  <a:ext uri="{FF2B5EF4-FFF2-40B4-BE49-F238E27FC236}">
                    <a16:creationId xmlns:a16="http://schemas.microsoft.com/office/drawing/2014/main" id="{4B185D00-2969-4184-BD5D-70F1AC6FA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979"/>
                <a:ext cx="58" cy="317"/>
              </a:xfrm>
              <a:custGeom>
                <a:avLst/>
                <a:gdLst>
                  <a:gd name="T0" fmla="*/ 368 w 23"/>
                  <a:gd name="T1" fmla="*/ 0 h 119"/>
                  <a:gd name="T2" fmla="*/ 222 w 23"/>
                  <a:gd name="T3" fmla="*/ 1058 h 119"/>
                  <a:gd name="T4" fmla="*/ 0 w 23"/>
                  <a:gd name="T5" fmla="*/ 2248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9">
                    <a:moveTo>
                      <a:pt x="23" y="0"/>
                    </a:moveTo>
                    <a:cubicBezTo>
                      <a:pt x="18" y="14"/>
                      <a:pt x="15" y="41"/>
                      <a:pt x="14" y="56"/>
                    </a:cubicBezTo>
                    <a:cubicBezTo>
                      <a:pt x="14" y="65"/>
                      <a:pt x="8" y="114"/>
                      <a:pt x="0" y="119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0" name="Freeform 354">
                <a:extLst>
                  <a:ext uri="{FF2B5EF4-FFF2-40B4-BE49-F238E27FC236}">
                    <a16:creationId xmlns:a16="http://schemas.microsoft.com/office/drawing/2014/main" id="{12BDD20B-20E4-4D4A-8C3D-72F50971B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939"/>
                <a:ext cx="58" cy="250"/>
              </a:xfrm>
              <a:custGeom>
                <a:avLst/>
                <a:gdLst>
                  <a:gd name="T0" fmla="*/ 33 w 23"/>
                  <a:gd name="T1" fmla="*/ 0 h 94"/>
                  <a:gd name="T2" fmla="*/ 0 w 23"/>
                  <a:gd name="T3" fmla="*/ 1769 h 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4">
                    <a:moveTo>
                      <a:pt x="2" y="0"/>
                    </a:moveTo>
                    <a:cubicBezTo>
                      <a:pt x="4" y="20"/>
                      <a:pt x="23" y="84"/>
                      <a:pt x="0" y="94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1" name="Freeform 355">
                <a:extLst>
                  <a:ext uri="{FF2B5EF4-FFF2-40B4-BE49-F238E27FC236}">
                    <a16:creationId xmlns:a16="http://schemas.microsoft.com/office/drawing/2014/main" id="{43550011-ADDA-49B1-A81A-F486C473F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112"/>
                <a:ext cx="415" cy="189"/>
              </a:xfrm>
              <a:custGeom>
                <a:avLst/>
                <a:gdLst>
                  <a:gd name="T0" fmla="*/ 2595 w 166"/>
                  <a:gd name="T1" fmla="*/ 0 h 71"/>
                  <a:gd name="T2" fmla="*/ 2208 w 166"/>
                  <a:gd name="T3" fmla="*/ 623 h 71"/>
                  <a:gd name="T4" fmla="*/ 1313 w 166"/>
                  <a:gd name="T5" fmla="*/ 1091 h 71"/>
                  <a:gd name="T6" fmla="*/ 458 w 166"/>
                  <a:gd name="T7" fmla="*/ 1318 h 71"/>
                  <a:gd name="T8" fmla="*/ 0 w 166"/>
                  <a:gd name="T9" fmla="*/ 1113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6" h="71">
                    <a:moveTo>
                      <a:pt x="166" y="0"/>
                    </a:moveTo>
                    <a:cubicBezTo>
                      <a:pt x="163" y="11"/>
                      <a:pt x="149" y="26"/>
                      <a:pt x="141" y="33"/>
                    </a:cubicBezTo>
                    <a:cubicBezTo>
                      <a:pt x="126" y="48"/>
                      <a:pt x="104" y="53"/>
                      <a:pt x="84" y="58"/>
                    </a:cubicBezTo>
                    <a:cubicBezTo>
                      <a:pt x="66" y="62"/>
                      <a:pt x="48" y="69"/>
                      <a:pt x="29" y="70"/>
                    </a:cubicBezTo>
                    <a:cubicBezTo>
                      <a:pt x="12" y="71"/>
                      <a:pt x="1" y="64"/>
                      <a:pt x="0" y="59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2" name="Freeform 356">
                <a:extLst>
                  <a:ext uri="{FF2B5EF4-FFF2-40B4-BE49-F238E27FC236}">
                    <a16:creationId xmlns:a16="http://schemas.microsoft.com/office/drawing/2014/main" id="{160424D1-499C-4F28-9B03-D0B585F75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0" y="2083"/>
                <a:ext cx="60" cy="29"/>
              </a:xfrm>
              <a:custGeom>
                <a:avLst/>
                <a:gdLst>
                  <a:gd name="T0" fmla="*/ 375 w 24"/>
                  <a:gd name="T1" fmla="*/ 76 h 11"/>
                  <a:gd name="T2" fmla="*/ 175 w 24"/>
                  <a:gd name="T3" fmla="*/ 200 h 11"/>
                  <a:gd name="T4" fmla="*/ 0 w 2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24" y="4"/>
                    </a:moveTo>
                    <a:cubicBezTo>
                      <a:pt x="19" y="5"/>
                      <a:pt x="15" y="8"/>
                      <a:pt x="11" y="11"/>
                    </a:cubicBezTo>
                    <a:cubicBezTo>
                      <a:pt x="10" y="5"/>
                      <a:pt x="6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3" name="Freeform 357">
                <a:extLst>
                  <a:ext uri="{FF2B5EF4-FFF2-40B4-BE49-F238E27FC236}">
                    <a16:creationId xmlns:a16="http://schemas.microsoft.com/office/drawing/2014/main" id="{ABFDEDDF-E412-4245-A17B-FE070123E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531"/>
                <a:ext cx="453" cy="309"/>
              </a:xfrm>
              <a:custGeom>
                <a:avLst/>
                <a:gdLst>
                  <a:gd name="T0" fmla="*/ 2838 w 181"/>
                  <a:gd name="T1" fmla="*/ 2171 h 116"/>
                  <a:gd name="T2" fmla="*/ 2222 w 181"/>
                  <a:gd name="T3" fmla="*/ 1830 h 116"/>
                  <a:gd name="T4" fmla="*/ 1942 w 181"/>
                  <a:gd name="T5" fmla="*/ 1263 h 116"/>
                  <a:gd name="T6" fmla="*/ 1034 w 181"/>
                  <a:gd name="T7" fmla="*/ 703 h 116"/>
                  <a:gd name="T8" fmla="*/ 0 w 181"/>
                  <a:gd name="T9" fmla="*/ 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1" h="116">
                    <a:moveTo>
                      <a:pt x="181" y="115"/>
                    </a:moveTo>
                    <a:cubicBezTo>
                      <a:pt x="165" y="116"/>
                      <a:pt x="155" y="107"/>
                      <a:pt x="142" y="97"/>
                    </a:cubicBezTo>
                    <a:cubicBezTo>
                      <a:pt x="134" y="90"/>
                      <a:pt x="116" y="80"/>
                      <a:pt x="124" y="67"/>
                    </a:cubicBezTo>
                    <a:cubicBezTo>
                      <a:pt x="122" y="88"/>
                      <a:pt x="71" y="40"/>
                      <a:pt x="66" y="37"/>
                    </a:cubicBezTo>
                    <a:cubicBezTo>
                      <a:pt x="58" y="31"/>
                      <a:pt x="4" y="1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4" name="Freeform 358">
                <a:extLst>
                  <a:ext uri="{FF2B5EF4-FFF2-40B4-BE49-F238E27FC236}">
                    <a16:creationId xmlns:a16="http://schemas.microsoft.com/office/drawing/2014/main" id="{34AB42E3-5453-44FB-916B-9316ECDC7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789"/>
                <a:ext cx="326" cy="142"/>
              </a:xfrm>
              <a:custGeom>
                <a:avLst/>
                <a:gdLst>
                  <a:gd name="T0" fmla="*/ 0 w 130"/>
                  <a:gd name="T1" fmla="*/ 0 h 53"/>
                  <a:gd name="T2" fmla="*/ 1056 w 130"/>
                  <a:gd name="T3" fmla="*/ 675 h 53"/>
                  <a:gd name="T4" fmla="*/ 1327 w 130"/>
                  <a:gd name="T5" fmla="*/ 906 h 53"/>
                  <a:gd name="T6" fmla="*/ 2051 w 130"/>
                  <a:gd name="T7" fmla="*/ 825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53">
                    <a:moveTo>
                      <a:pt x="0" y="0"/>
                    </a:moveTo>
                    <a:cubicBezTo>
                      <a:pt x="22" y="14"/>
                      <a:pt x="47" y="19"/>
                      <a:pt x="67" y="35"/>
                    </a:cubicBezTo>
                    <a:cubicBezTo>
                      <a:pt x="73" y="39"/>
                      <a:pt x="77" y="44"/>
                      <a:pt x="84" y="47"/>
                    </a:cubicBezTo>
                    <a:cubicBezTo>
                      <a:pt x="97" y="53"/>
                      <a:pt x="114" y="44"/>
                      <a:pt x="130" y="43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5" name="Freeform 359">
                <a:extLst>
                  <a:ext uri="{FF2B5EF4-FFF2-40B4-BE49-F238E27FC236}">
                    <a16:creationId xmlns:a16="http://schemas.microsoft.com/office/drawing/2014/main" id="{612F1872-9BF3-4F67-A3E7-5F8CDAE0C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651"/>
                <a:ext cx="25" cy="96"/>
              </a:xfrm>
              <a:custGeom>
                <a:avLst/>
                <a:gdLst>
                  <a:gd name="T0" fmla="*/ 0 w 10"/>
                  <a:gd name="T1" fmla="*/ 0 h 36"/>
                  <a:gd name="T2" fmla="*/ 50 w 10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6">
                    <a:moveTo>
                      <a:pt x="0" y="0"/>
                    </a:moveTo>
                    <a:cubicBezTo>
                      <a:pt x="9" y="9"/>
                      <a:pt x="10" y="25"/>
                      <a:pt x="3" y="36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6" name="Freeform 360">
                <a:extLst>
                  <a:ext uri="{FF2B5EF4-FFF2-40B4-BE49-F238E27FC236}">
                    <a16:creationId xmlns:a16="http://schemas.microsoft.com/office/drawing/2014/main" id="{9D992453-7929-4763-911E-22B56253A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701"/>
                <a:ext cx="285" cy="230"/>
              </a:xfrm>
              <a:custGeom>
                <a:avLst/>
                <a:gdLst>
                  <a:gd name="T0" fmla="*/ 0 w 114"/>
                  <a:gd name="T1" fmla="*/ 0 h 86"/>
                  <a:gd name="T2" fmla="*/ 563 w 114"/>
                  <a:gd name="T3" fmla="*/ 286 h 86"/>
                  <a:gd name="T4" fmla="*/ 938 w 114"/>
                  <a:gd name="T5" fmla="*/ 650 h 86"/>
                  <a:gd name="T6" fmla="*/ 1333 w 114"/>
                  <a:gd name="T7" fmla="*/ 824 h 86"/>
                  <a:gd name="T8" fmla="*/ 1583 w 114"/>
                  <a:gd name="T9" fmla="*/ 1131 h 86"/>
                  <a:gd name="T10" fmla="*/ 1783 w 114"/>
                  <a:gd name="T11" fmla="*/ 1645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86">
                    <a:moveTo>
                      <a:pt x="0" y="0"/>
                    </a:moveTo>
                    <a:cubicBezTo>
                      <a:pt x="10" y="9"/>
                      <a:pt x="25" y="6"/>
                      <a:pt x="36" y="15"/>
                    </a:cubicBezTo>
                    <a:cubicBezTo>
                      <a:pt x="44" y="22"/>
                      <a:pt x="48" y="30"/>
                      <a:pt x="60" y="34"/>
                    </a:cubicBezTo>
                    <a:cubicBezTo>
                      <a:pt x="70" y="37"/>
                      <a:pt x="76" y="36"/>
                      <a:pt x="85" y="43"/>
                    </a:cubicBezTo>
                    <a:cubicBezTo>
                      <a:pt x="90" y="47"/>
                      <a:pt x="97" y="53"/>
                      <a:pt x="101" y="59"/>
                    </a:cubicBezTo>
                    <a:cubicBezTo>
                      <a:pt x="107" y="67"/>
                      <a:pt x="108" y="78"/>
                      <a:pt x="114" y="86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7" name="Freeform 361">
                <a:extLst>
                  <a:ext uri="{FF2B5EF4-FFF2-40B4-BE49-F238E27FC236}">
                    <a16:creationId xmlns:a16="http://schemas.microsoft.com/office/drawing/2014/main" id="{85DF71AA-70D1-4478-8F5D-2646D6D5B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781"/>
                <a:ext cx="27" cy="64"/>
              </a:xfrm>
              <a:custGeom>
                <a:avLst/>
                <a:gdLst>
                  <a:gd name="T0" fmla="*/ 0 w 11"/>
                  <a:gd name="T1" fmla="*/ 0 h 24"/>
                  <a:gd name="T2" fmla="*/ 162 w 11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4">
                    <a:moveTo>
                      <a:pt x="0" y="0"/>
                    </a:moveTo>
                    <a:cubicBezTo>
                      <a:pt x="7" y="5"/>
                      <a:pt x="11" y="14"/>
                      <a:pt x="11" y="24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8" name="Freeform 362">
                <a:extLst>
                  <a:ext uri="{FF2B5EF4-FFF2-40B4-BE49-F238E27FC236}">
                    <a16:creationId xmlns:a16="http://schemas.microsoft.com/office/drawing/2014/main" id="{47062270-BDA7-4337-A37E-79872CEAF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1997"/>
                <a:ext cx="83" cy="176"/>
              </a:xfrm>
              <a:custGeom>
                <a:avLst/>
                <a:gdLst>
                  <a:gd name="T0" fmla="*/ 304 w 33"/>
                  <a:gd name="T1" fmla="*/ 0 h 66"/>
                  <a:gd name="T2" fmla="*/ 96 w 33"/>
                  <a:gd name="T3" fmla="*/ 589 h 66"/>
                  <a:gd name="T4" fmla="*/ 526 w 33"/>
                  <a:gd name="T5" fmla="*/ 125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6">
                    <a:moveTo>
                      <a:pt x="19" y="0"/>
                    </a:moveTo>
                    <a:cubicBezTo>
                      <a:pt x="18" y="11"/>
                      <a:pt x="0" y="18"/>
                      <a:pt x="6" y="31"/>
                    </a:cubicBezTo>
                    <a:cubicBezTo>
                      <a:pt x="11" y="45"/>
                      <a:pt x="29" y="48"/>
                      <a:pt x="33" y="66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9" name="Freeform 363">
                <a:extLst>
                  <a:ext uri="{FF2B5EF4-FFF2-40B4-BE49-F238E27FC236}">
                    <a16:creationId xmlns:a16="http://schemas.microsoft.com/office/drawing/2014/main" id="{FC70B4B2-4EAD-4886-AF2E-067AB6E1C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051"/>
                <a:ext cx="60" cy="24"/>
              </a:xfrm>
              <a:custGeom>
                <a:avLst/>
                <a:gdLst>
                  <a:gd name="T0" fmla="*/ 375 w 24"/>
                  <a:gd name="T1" fmla="*/ 171 h 9"/>
                  <a:gd name="T2" fmla="*/ 0 w 2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24" y="9"/>
                    </a:moveTo>
                    <a:cubicBezTo>
                      <a:pt x="18" y="3"/>
                      <a:pt x="9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0" name="Freeform 364">
                <a:extLst>
                  <a:ext uri="{FF2B5EF4-FFF2-40B4-BE49-F238E27FC236}">
                    <a16:creationId xmlns:a16="http://schemas.microsoft.com/office/drawing/2014/main" id="{56D29D77-635A-41EF-A51B-A7EB1225A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563"/>
                <a:ext cx="485" cy="293"/>
              </a:xfrm>
              <a:custGeom>
                <a:avLst/>
                <a:gdLst>
                  <a:gd name="T0" fmla="*/ 3033 w 194"/>
                  <a:gd name="T1" fmla="*/ 35 h 110"/>
                  <a:gd name="T2" fmla="*/ 2500 w 194"/>
                  <a:gd name="T3" fmla="*/ 93 h 110"/>
                  <a:gd name="T4" fmla="*/ 2033 w 194"/>
                  <a:gd name="T5" fmla="*/ 320 h 110"/>
                  <a:gd name="T6" fmla="*/ 1363 w 194"/>
                  <a:gd name="T7" fmla="*/ 149 h 110"/>
                  <a:gd name="T8" fmla="*/ 550 w 194"/>
                  <a:gd name="T9" fmla="*/ 815 h 110"/>
                  <a:gd name="T10" fmla="*/ 208 w 194"/>
                  <a:gd name="T11" fmla="*/ 1305 h 110"/>
                  <a:gd name="T12" fmla="*/ 33 w 194"/>
                  <a:gd name="T13" fmla="*/ 2078 h 1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110">
                    <a:moveTo>
                      <a:pt x="194" y="2"/>
                    </a:moveTo>
                    <a:cubicBezTo>
                      <a:pt x="183" y="1"/>
                      <a:pt x="171" y="0"/>
                      <a:pt x="160" y="5"/>
                    </a:cubicBezTo>
                    <a:cubicBezTo>
                      <a:pt x="148" y="11"/>
                      <a:pt x="145" y="18"/>
                      <a:pt x="130" y="17"/>
                    </a:cubicBezTo>
                    <a:cubicBezTo>
                      <a:pt x="117" y="16"/>
                      <a:pt x="100" y="12"/>
                      <a:pt x="87" y="8"/>
                    </a:cubicBezTo>
                    <a:cubicBezTo>
                      <a:pt x="77" y="27"/>
                      <a:pt x="50" y="30"/>
                      <a:pt x="35" y="43"/>
                    </a:cubicBezTo>
                    <a:cubicBezTo>
                      <a:pt x="26" y="50"/>
                      <a:pt x="21" y="61"/>
                      <a:pt x="13" y="69"/>
                    </a:cubicBezTo>
                    <a:cubicBezTo>
                      <a:pt x="0" y="83"/>
                      <a:pt x="2" y="91"/>
                      <a:pt x="2" y="11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1" name="Freeform 365">
                <a:extLst>
                  <a:ext uri="{FF2B5EF4-FFF2-40B4-BE49-F238E27FC236}">
                    <a16:creationId xmlns:a16="http://schemas.microsoft.com/office/drawing/2014/main" id="{FB50087F-43E2-4B5B-80CF-5F1BBF9FA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381"/>
                <a:ext cx="367" cy="200"/>
              </a:xfrm>
              <a:custGeom>
                <a:avLst/>
                <a:gdLst>
                  <a:gd name="T0" fmla="*/ 2212 w 147"/>
                  <a:gd name="T1" fmla="*/ 1421 h 75"/>
                  <a:gd name="T2" fmla="*/ 2224 w 147"/>
                  <a:gd name="T3" fmla="*/ 888 h 75"/>
                  <a:gd name="T4" fmla="*/ 2212 w 147"/>
                  <a:gd name="T5" fmla="*/ 320 h 75"/>
                  <a:gd name="T6" fmla="*/ 1633 w 147"/>
                  <a:gd name="T7" fmla="*/ 56 h 75"/>
                  <a:gd name="T8" fmla="*/ 946 w 147"/>
                  <a:gd name="T9" fmla="*/ 227 h 75"/>
                  <a:gd name="T10" fmla="*/ 0 w 147"/>
                  <a:gd name="T11" fmla="*/ 192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7" h="75">
                    <a:moveTo>
                      <a:pt x="142" y="75"/>
                    </a:moveTo>
                    <a:cubicBezTo>
                      <a:pt x="144" y="66"/>
                      <a:pt x="142" y="56"/>
                      <a:pt x="143" y="47"/>
                    </a:cubicBezTo>
                    <a:cubicBezTo>
                      <a:pt x="143" y="36"/>
                      <a:pt x="147" y="28"/>
                      <a:pt x="142" y="17"/>
                    </a:cubicBezTo>
                    <a:cubicBezTo>
                      <a:pt x="134" y="0"/>
                      <a:pt x="121" y="1"/>
                      <a:pt x="105" y="3"/>
                    </a:cubicBezTo>
                    <a:cubicBezTo>
                      <a:pt x="90" y="5"/>
                      <a:pt x="76" y="10"/>
                      <a:pt x="61" y="12"/>
                    </a:cubicBezTo>
                    <a:cubicBezTo>
                      <a:pt x="40" y="14"/>
                      <a:pt x="20" y="6"/>
                      <a:pt x="0" y="1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2" name="Freeform 366">
                <a:extLst>
                  <a:ext uri="{FF2B5EF4-FFF2-40B4-BE49-F238E27FC236}">
                    <a16:creationId xmlns:a16="http://schemas.microsoft.com/office/drawing/2014/main" id="{12C2F3E0-36AA-4BE7-9A2B-B80372C13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523"/>
                <a:ext cx="35" cy="77"/>
              </a:xfrm>
              <a:custGeom>
                <a:avLst/>
                <a:gdLst>
                  <a:gd name="T0" fmla="*/ 220 w 14"/>
                  <a:gd name="T1" fmla="*/ 0 h 29"/>
                  <a:gd name="T2" fmla="*/ 0 w 14"/>
                  <a:gd name="T3" fmla="*/ 247 h 29"/>
                  <a:gd name="T4" fmla="*/ 158 w 14"/>
                  <a:gd name="T5" fmla="*/ 54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9">
                    <a:moveTo>
                      <a:pt x="14" y="0"/>
                    </a:moveTo>
                    <a:cubicBezTo>
                      <a:pt x="10" y="5"/>
                      <a:pt x="4" y="8"/>
                      <a:pt x="0" y="13"/>
                    </a:cubicBezTo>
                    <a:cubicBezTo>
                      <a:pt x="5" y="17"/>
                      <a:pt x="10" y="22"/>
                      <a:pt x="10" y="29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3" name="Freeform 367">
                <a:extLst>
                  <a:ext uri="{FF2B5EF4-FFF2-40B4-BE49-F238E27FC236}">
                    <a16:creationId xmlns:a16="http://schemas.microsoft.com/office/drawing/2014/main" id="{74B7830F-556B-444A-A2DE-72B58980C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552"/>
                <a:ext cx="345" cy="72"/>
              </a:xfrm>
              <a:custGeom>
                <a:avLst/>
                <a:gdLst>
                  <a:gd name="T0" fmla="*/ 2158 w 138"/>
                  <a:gd name="T1" fmla="*/ 0 h 27"/>
                  <a:gd name="T2" fmla="*/ 458 w 138"/>
                  <a:gd name="T3" fmla="*/ 205 h 27"/>
                  <a:gd name="T4" fmla="*/ 0 w 138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7">
                    <a:moveTo>
                      <a:pt x="138" y="0"/>
                    </a:moveTo>
                    <a:cubicBezTo>
                      <a:pt x="112" y="25"/>
                      <a:pt x="60" y="4"/>
                      <a:pt x="29" y="11"/>
                    </a:cubicBezTo>
                    <a:cubicBezTo>
                      <a:pt x="16" y="15"/>
                      <a:pt x="11" y="26"/>
                      <a:pt x="0" y="27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4" name="Freeform 368">
                <a:extLst>
                  <a:ext uri="{FF2B5EF4-FFF2-40B4-BE49-F238E27FC236}">
                    <a16:creationId xmlns:a16="http://schemas.microsoft.com/office/drawing/2014/main" id="{01B269D7-0315-4A8D-B157-05A81278B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104"/>
                <a:ext cx="85" cy="107"/>
              </a:xfrm>
              <a:custGeom>
                <a:avLst/>
                <a:gdLst>
                  <a:gd name="T0" fmla="*/ 0 w 34"/>
                  <a:gd name="T1" fmla="*/ 0 h 40"/>
                  <a:gd name="T2" fmla="*/ 113 w 34"/>
                  <a:gd name="T3" fmla="*/ 516 h 40"/>
                  <a:gd name="T4" fmla="*/ 533 w 34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2" y="8"/>
                      <a:pt x="1" y="20"/>
                      <a:pt x="7" y="27"/>
                    </a:cubicBezTo>
                    <a:cubicBezTo>
                      <a:pt x="13" y="34"/>
                      <a:pt x="26" y="35"/>
                      <a:pt x="34" y="4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5" name="Freeform 369">
                <a:extLst>
                  <a:ext uri="{FF2B5EF4-FFF2-40B4-BE49-F238E27FC236}">
                    <a16:creationId xmlns:a16="http://schemas.microsoft.com/office/drawing/2014/main" id="{3788308B-A7E3-42A0-9357-98E562DAA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160"/>
                <a:ext cx="58" cy="80"/>
              </a:xfrm>
              <a:custGeom>
                <a:avLst/>
                <a:gdLst>
                  <a:gd name="T0" fmla="*/ 368 w 23"/>
                  <a:gd name="T1" fmla="*/ 0 h 30"/>
                  <a:gd name="T2" fmla="*/ 255 w 23"/>
                  <a:gd name="T3" fmla="*/ 419 h 30"/>
                  <a:gd name="T4" fmla="*/ 0 w 23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0">
                    <a:moveTo>
                      <a:pt x="23" y="0"/>
                    </a:moveTo>
                    <a:cubicBezTo>
                      <a:pt x="19" y="7"/>
                      <a:pt x="23" y="15"/>
                      <a:pt x="16" y="22"/>
                    </a:cubicBezTo>
                    <a:cubicBezTo>
                      <a:pt x="11" y="27"/>
                      <a:pt x="6" y="26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6" name="Freeform 370">
                <a:extLst>
                  <a:ext uri="{FF2B5EF4-FFF2-40B4-BE49-F238E27FC236}">
                    <a16:creationId xmlns:a16="http://schemas.microsoft.com/office/drawing/2014/main" id="{D8A284E5-1CB9-4ADC-A32F-19CE4F3C8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" y="1181"/>
                <a:ext cx="82" cy="83"/>
              </a:xfrm>
              <a:custGeom>
                <a:avLst/>
                <a:gdLst>
                  <a:gd name="T0" fmla="*/ 507 w 33"/>
                  <a:gd name="T1" fmla="*/ 0 h 31"/>
                  <a:gd name="T2" fmla="*/ 308 w 33"/>
                  <a:gd name="T3" fmla="*/ 479 h 31"/>
                  <a:gd name="T4" fmla="*/ 0 w 33"/>
                  <a:gd name="T5" fmla="*/ 57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1">
                    <a:moveTo>
                      <a:pt x="33" y="0"/>
                    </a:moveTo>
                    <a:cubicBezTo>
                      <a:pt x="31" y="8"/>
                      <a:pt x="26" y="20"/>
                      <a:pt x="20" y="25"/>
                    </a:cubicBezTo>
                    <a:cubicBezTo>
                      <a:pt x="13" y="31"/>
                      <a:pt x="8" y="28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7" name="Freeform 371">
                <a:extLst>
                  <a:ext uri="{FF2B5EF4-FFF2-40B4-BE49-F238E27FC236}">
                    <a16:creationId xmlns:a16="http://schemas.microsoft.com/office/drawing/2014/main" id="{B8EE76A3-30D5-4A45-B9AD-9289EEA5D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1427"/>
                <a:ext cx="70" cy="29"/>
              </a:xfrm>
              <a:custGeom>
                <a:avLst/>
                <a:gdLst>
                  <a:gd name="T0" fmla="*/ 438 w 28"/>
                  <a:gd name="T1" fmla="*/ 200 h 11"/>
                  <a:gd name="T2" fmla="*/ 0 w 2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1">
                    <a:moveTo>
                      <a:pt x="28" y="11"/>
                    </a:moveTo>
                    <a:cubicBezTo>
                      <a:pt x="18" y="9"/>
                      <a:pt x="7" y="8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8" name="Freeform 372">
                <a:extLst>
                  <a:ext uri="{FF2B5EF4-FFF2-40B4-BE49-F238E27FC236}">
                    <a16:creationId xmlns:a16="http://schemas.microsoft.com/office/drawing/2014/main" id="{FE2D92C6-CE5C-43C2-BDDE-B4B5A29D2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3" y="1888"/>
                <a:ext cx="100" cy="48"/>
              </a:xfrm>
              <a:custGeom>
                <a:avLst/>
                <a:gdLst>
                  <a:gd name="T0" fmla="*/ 625 w 40"/>
                  <a:gd name="T1" fmla="*/ 341 h 18"/>
                  <a:gd name="T2" fmla="*/ 238 w 40"/>
                  <a:gd name="T3" fmla="*/ 285 h 18"/>
                  <a:gd name="T4" fmla="*/ 0 w 4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8">
                    <a:moveTo>
                      <a:pt x="40" y="18"/>
                    </a:moveTo>
                    <a:cubicBezTo>
                      <a:pt x="33" y="15"/>
                      <a:pt x="22" y="18"/>
                      <a:pt x="15" y="15"/>
                    </a:cubicBezTo>
                    <a:cubicBezTo>
                      <a:pt x="8" y="12"/>
                      <a:pt x="7" y="4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9" name="Freeform 373">
                <a:extLst>
                  <a:ext uri="{FF2B5EF4-FFF2-40B4-BE49-F238E27FC236}">
                    <a16:creationId xmlns:a16="http://schemas.microsoft.com/office/drawing/2014/main" id="{70FEF526-BA4D-43E3-A099-AF2FEBEEE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131"/>
                <a:ext cx="72" cy="125"/>
              </a:xfrm>
              <a:custGeom>
                <a:avLst/>
                <a:gdLst>
                  <a:gd name="T0" fmla="*/ 74 w 29"/>
                  <a:gd name="T1" fmla="*/ 0 h 47"/>
                  <a:gd name="T2" fmla="*/ 444 w 29"/>
                  <a:gd name="T3" fmla="*/ 88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7">
                    <a:moveTo>
                      <a:pt x="5" y="0"/>
                    </a:moveTo>
                    <a:cubicBezTo>
                      <a:pt x="0" y="16"/>
                      <a:pt x="16" y="39"/>
                      <a:pt x="29" y="47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0" name="Freeform 374">
                <a:extLst>
                  <a:ext uri="{FF2B5EF4-FFF2-40B4-BE49-F238E27FC236}">
                    <a16:creationId xmlns:a16="http://schemas.microsoft.com/office/drawing/2014/main" id="{28E7484D-DAF1-4843-B349-037EBD001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331"/>
                <a:ext cx="123" cy="130"/>
              </a:xfrm>
              <a:custGeom>
                <a:avLst/>
                <a:gdLst>
                  <a:gd name="T0" fmla="*/ 0 w 49"/>
                  <a:gd name="T1" fmla="*/ 0 h 49"/>
                  <a:gd name="T2" fmla="*/ 301 w 49"/>
                  <a:gd name="T3" fmla="*/ 507 h 49"/>
                  <a:gd name="T4" fmla="*/ 776 w 49"/>
                  <a:gd name="T5" fmla="*/ 91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49">
                    <a:moveTo>
                      <a:pt x="0" y="0"/>
                    </a:moveTo>
                    <a:cubicBezTo>
                      <a:pt x="9" y="8"/>
                      <a:pt x="12" y="19"/>
                      <a:pt x="19" y="27"/>
                    </a:cubicBezTo>
                    <a:cubicBezTo>
                      <a:pt x="28" y="37"/>
                      <a:pt x="43" y="38"/>
                      <a:pt x="49" y="49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1" name="Freeform 375">
                <a:extLst>
                  <a:ext uri="{FF2B5EF4-FFF2-40B4-BE49-F238E27FC236}">
                    <a16:creationId xmlns:a16="http://schemas.microsoft.com/office/drawing/2014/main" id="{641E5512-FCC7-4DC3-981C-66B14A9F1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395"/>
                <a:ext cx="38" cy="72"/>
              </a:xfrm>
              <a:custGeom>
                <a:avLst/>
                <a:gdLst>
                  <a:gd name="T0" fmla="*/ 0 w 15"/>
                  <a:gd name="T1" fmla="*/ 0 h 27"/>
                  <a:gd name="T2" fmla="*/ 84 w 15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5" y="8"/>
                      <a:pt x="15" y="19"/>
                      <a:pt x="5" y="27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2" name="Freeform 376">
                <a:extLst>
                  <a:ext uri="{FF2B5EF4-FFF2-40B4-BE49-F238E27FC236}">
                    <a16:creationId xmlns:a16="http://schemas.microsoft.com/office/drawing/2014/main" id="{E928CD43-9725-4E39-A386-096B81641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1909"/>
                <a:ext cx="63" cy="94"/>
              </a:xfrm>
              <a:custGeom>
                <a:avLst/>
                <a:gdLst>
                  <a:gd name="T0" fmla="*/ 0 w 25"/>
                  <a:gd name="T1" fmla="*/ 0 h 35"/>
                  <a:gd name="T2" fmla="*/ 401 w 25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5">
                    <a:moveTo>
                      <a:pt x="0" y="0"/>
                    </a:moveTo>
                    <a:cubicBezTo>
                      <a:pt x="14" y="10"/>
                      <a:pt x="20" y="20"/>
                      <a:pt x="25" y="35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3" name="Freeform 377">
                <a:extLst>
                  <a:ext uri="{FF2B5EF4-FFF2-40B4-BE49-F238E27FC236}">
                    <a16:creationId xmlns:a16="http://schemas.microsoft.com/office/drawing/2014/main" id="{835514D7-F971-4732-8C06-E86BFB7C0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331"/>
                <a:ext cx="10" cy="34"/>
              </a:xfrm>
              <a:custGeom>
                <a:avLst/>
                <a:gdLst>
                  <a:gd name="T0" fmla="*/ 20 w 4"/>
                  <a:gd name="T1" fmla="*/ 0 h 13"/>
                  <a:gd name="T2" fmla="*/ 63 w 4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cubicBezTo>
                      <a:pt x="0" y="3"/>
                      <a:pt x="2" y="10"/>
                      <a:pt x="4" y="13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4" name="Freeform 378">
                <a:extLst>
                  <a:ext uri="{FF2B5EF4-FFF2-40B4-BE49-F238E27FC236}">
                    <a16:creationId xmlns:a16="http://schemas.microsoft.com/office/drawing/2014/main" id="{646ACCC5-0606-45C4-BC01-76EF52656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016"/>
                <a:ext cx="70" cy="75"/>
              </a:xfrm>
              <a:custGeom>
                <a:avLst/>
                <a:gdLst>
                  <a:gd name="T0" fmla="*/ 408 w 28"/>
                  <a:gd name="T1" fmla="*/ 0 h 28"/>
                  <a:gd name="T2" fmla="*/ 0 w 28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8">
                    <a:moveTo>
                      <a:pt x="26" y="0"/>
                    </a:moveTo>
                    <a:cubicBezTo>
                      <a:pt x="28" y="13"/>
                      <a:pt x="10" y="25"/>
                      <a:pt x="0" y="28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5" name="Freeform 379">
                <a:extLst>
                  <a:ext uri="{FF2B5EF4-FFF2-40B4-BE49-F238E27FC236}">
                    <a16:creationId xmlns:a16="http://schemas.microsoft.com/office/drawing/2014/main" id="{8E8BEBEE-22F8-4445-B560-E06BBE75F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083"/>
                <a:ext cx="60" cy="18"/>
              </a:xfrm>
              <a:custGeom>
                <a:avLst/>
                <a:gdLst>
                  <a:gd name="T0" fmla="*/ 375 w 24"/>
                  <a:gd name="T1" fmla="*/ 118 h 7"/>
                  <a:gd name="T2" fmla="*/ 0 w 24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">
                    <a:moveTo>
                      <a:pt x="24" y="7"/>
                    </a:moveTo>
                    <a:cubicBezTo>
                      <a:pt x="13" y="0"/>
                      <a:pt x="0" y="7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6" name="Freeform 380">
                <a:extLst>
                  <a:ext uri="{FF2B5EF4-FFF2-40B4-BE49-F238E27FC236}">
                    <a16:creationId xmlns:a16="http://schemas.microsoft.com/office/drawing/2014/main" id="{69B58EA0-82CE-418C-BCD4-69F60CB90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547"/>
                <a:ext cx="125" cy="58"/>
              </a:xfrm>
              <a:custGeom>
                <a:avLst/>
                <a:gdLst>
                  <a:gd name="T0" fmla="*/ 783 w 50"/>
                  <a:gd name="T1" fmla="*/ 403 h 22"/>
                  <a:gd name="T2" fmla="*/ 0 w 50"/>
                  <a:gd name="T3" fmla="*/ 7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22">
                    <a:moveTo>
                      <a:pt x="50" y="22"/>
                    </a:moveTo>
                    <a:cubicBezTo>
                      <a:pt x="31" y="15"/>
                      <a:pt x="22" y="0"/>
                      <a:pt x="0" y="4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7" name="Freeform 381">
                <a:extLst>
                  <a:ext uri="{FF2B5EF4-FFF2-40B4-BE49-F238E27FC236}">
                    <a16:creationId xmlns:a16="http://schemas.microsoft.com/office/drawing/2014/main" id="{3FF2F258-D643-4847-A802-02140435F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2661"/>
                <a:ext cx="35" cy="83"/>
              </a:xfrm>
              <a:custGeom>
                <a:avLst/>
                <a:gdLst>
                  <a:gd name="T0" fmla="*/ 0 w 14"/>
                  <a:gd name="T1" fmla="*/ 0 h 31"/>
                  <a:gd name="T2" fmla="*/ 208 w 14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0" y="0"/>
                    </a:moveTo>
                    <a:cubicBezTo>
                      <a:pt x="10" y="6"/>
                      <a:pt x="14" y="19"/>
                      <a:pt x="13" y="31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8" name="Freeform 382">
                <a:extLst>
                  <a:ext uri="{FF2B5EF4-FFF2-40B4-BE49-F238E27FC236}">
                    <a16:creationId xmlns:a16="http://schemas.microsoft.com/office/drawing/2014/main" id="{53312397-BCBB-4FA3-A284-153D02E3A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28"/>
                <a:ext cx="82" cy="69"/>
              </a:xfrm>
              <a:custGeom>
                <a:avLst/>
                <a:gdLst>
                  <a:gd name="T0" fmla="*/ 104 w 33"/>
                  <a:gd name="T1" fmla="*/ 0 h 26"/>
                  <a:gd name="T2" fmla="*/ 432 w 33"/>
                  <a:gd name="T3" fmla="*/ 170 h 26"/>
                  <a:gd name="T4" fmla="*/ 507 w 33"/>
                  <a:gd name="T5" fmla="*/ 295 h 26"/>
                  <a:gd name="T6" fmla="*/ 166 w 33"/>
                  <a:gd name="T7" fmla="*/ 353 h 26"/>
                  <a:gd name="T8" fmla="*/ 104 w 3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6">
                    <a:moveTo>
                      <a:pt x="7" y="0"/>
                    </a:moveTo>
                    <a:cubicBezTo>
                      <a:pt x="16" y="3"/>
                      <a:pt x="24" y="6"/>
                      <a:pt x="28" y="9"/>
                    </a:cubicBezTo>
                    <a:cubicBezTo>
                      <a:pt x="30" y="10"/>
                      <a:pt x="32" y="13"/>
                      <a:pt x="33" y="16"/>
                    </a:cubicBezTo>
                    <a:cubicBezTo>
                      <a:pt x="29" y="15"/>
                      <a:pt x="22" y="26"/>
                      <a:pt x="11" y="19"/>
                    </a:cubicBezTo>
                    <a:cubicBezTo>
                      <a:pt x="0" y="10"/>
                      <a:pt x="8" y="3"/>
                      <a:pt x="7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C84F4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9" name="Freeform 383">
                <a:extLst>
                  <a:ext uri="{FF2B5EF4-FFF2-40B4-BE49-F238E27FC236}">
                    <a16:creationId xmlns:a16="http://schemas.microsoft.com/office/drawing/2014/main" id="{66376CE1-155F-46F7-BA46-320727E20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067"/>
                <a:ext cx="62" cy="173"/>
              </a:xfrm>
              <a:custGeom>
                <a:avLst/>
                <a:gdLst>
                  <a:gd name="T0" fmla="*/ 0 w 25"/>
                  <a:gd name="T1" fmla="*/ 0 h 65"/>
                  <a:gd name="T2" fmla="*/ 382 w 25"/>
                  <a:gd name="T3" fmla="*/ 1224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5">
                    <a:moveTo>
                      <a:pt x="0" y="0"/>
                    </a:moveTo>
                    <a:cubicBezTo>
                      <a:pt x="5" y="17"/>
                      <a:pt x="1" y="60"/>
                      <a:pt x="25" y="65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0" name="Freeform 384">
                <a:extLst>
                  <a:ext uri="{FF2B5EF4-FFF2-40B4-BE49-F238E27FC236}">
                    <a16:creationId xmlns:a16="http://schemas.microsoft.com/office/drawing/2014/main" id="{3047FCCB-4FCC-4C90-80FD-681D05683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1264"/>
                <a:ext cx="150" cy="32"/>
              </a:xfrm>
              <a:custGeom>
                <a:avLst/>
                <a:gdLst>
                  <a:gd name="T0" fmla="*/ 938 w 60"/>
                  <a:gd name="T1" fmla="*/ 35 h 12"/>
                  <a:gd name="T2" fmla="*/ 0 w 60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2">
                    <a:moveTo>
                      <a:pt x="60" y="2"/>
                    </a:moveTo>
                    <a:cubicBezTo>
                      <a:pt x="36" y="0"/>
                      <a:pt x="22" y="5"/>
                      <a:pt x="0" y="12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1" name="Freeform 385">
                <a:extLst>
                  <a:ext uri="{FF2B5EF4-FFF2-40B4-BE49-F238E27FC236}">
                    <a16:creationId xmlns:a16="http://schemas.microsoft.com/office/drawing/2014/main" id="{B397CAA3-0525-4E16-9BB9-3A18BDB29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216"/>
                <a:ext cx="20" cy="64"/>
              </a:xfrm>
              <a:custGeom>
                <a:avLst/>
                <a:gdLst>
                  <a:gd name="T0" fmla="*/ 113 w 8"/>
                  <a:gd name="T1" fmla="*/ 0 h 24"/>
                  <a:gd name="T2" fmla="*/ 0 w 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7" y="0"/>
                    </a:moveTo>
                    <a:cubicBezTo>
                      <a:pt x="8" y="9"/>
                      <a:pt x="1" y="21"/>
                      <a:pt x="0" y="24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2" name="Freeform 386">
                <a:extLst>
                  <a:ext uri="{FF2B5EF4-FFF2-40B4-BE49-F238E27FC236}">
                    <a16:creationId xmlns:a16="http://schemas.microsoft.com/office/drawing/2014/main" id="{B587AFE2-EA8C-4920-94E5-0EE55DCBF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373"/>
                <a:ext cx="78" cy="128"/>
              </a:xfrm>
              <a:custGeom>
                <a:avLst/>
                <a:gdLst>
                  <a:gd name="T0" fmla="*/ 493 w 31"/>
                  <a:gd name="T1" fmla="*/ 0 h 48"/>
                  <a:gd name="T2" fmla="*/ 113 w 31"/>
                  <a:gd name="T3" fmla="*/ 419 h 48"/>
                  <a:gd name="T4" fmla="*/ 0 w 31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8">
                    <a:moveTo>
                      <a:pt x="31" y="0"/>
                    </a:moveTo>
                    <a:cubicBezTo>
                      <a:pt x="24" y="10"/>
                      <a:pt x="13" y="12"/>
                      <a:pt x="7" y="22"/>
                    </a:cubicBezTo>
                    <a:cubicBezTo>
                      <a:pt x="1" y="30"/>
                      <a:pt x="3" y="39"/>
                      <a:pt x="0" y="48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3" name="Freeform 387">
                <a:extLst>
                  <a:ext uri="{FF2B5EF4-FFF2-40B4-BE49-F238E27FC236}">
                    <a16:creationId xmlns:a16="http://schemas.microsoft.com/office/drawing/2014/main" id="{5FDAD5F7-20E5-4FD4-8A7D-418560B85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429"/>
                <a:ext cx="52" cy="14"/>
              </a:xfrm>
              <a:custGeom>
                <a:avLst/>
                <a:gdLst>
                  <a:gd name="T0" fmla="*/ 319 w 21"/>
                  <a:gd name="T1" fmla="*/ 109 h 5"/>
                  <a:gd name="T2" fmla="*/ 0 w 21"/>
                  <a:gd name="T3" fmla="*/ 2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">
                    <a:moveTo>
                      <a:pt x="21" y="5"/>
                    </a:moveTo>
                    <a:cubicBezTo>
                      <a:pt x="15" y="0"/>
                      <a:pt x="8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4" name="Freeform 388">
                <a:extLst>
                  <a:ext uri="{FF2B5EF4-FFF2-40B4-BE49-F238E27FC236}">
                    <a16:creationId xmlns:a16="http://schemas.microsoft.com/office/drawing/2014/main" id="{B324B933-CE0E-4430-A49A-2FF7ACB9F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139"/>
                <a:ext cx="40" cy="69"/>
              </a:xfrm>
              <a:custGeom>
                <a:avLst/>
                <a:gdLst>
                  <a:gd name="T0" fmla="*/ 250 w 16"/>
                  <a:gd name="T1" fmla="*/ 0 h 26"/>
                  <a:gd name="T2" fmla="*/ 0 w 16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6">
                    <a:moveTo>
                      <a:pt x="16" y="0"/>
                    </a:moveTo>
                    <a:cubicBezTo>
                      <a:pt x="15" y="10"/>
                      <a:pt x="9" y="20"/>
                      <a:pt x="0" y="26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5" name="Freeform 389">
                <a:extLst>
                  <a:ext uri="{FF2B5EF4-FFF2-40B4-BE49-F238E27FC236}">
                    <a16:creationId xmlns:a16="http://schemas.microsoft.com/office/drawing/2014/main" id="{CFD91B02-9044-4E96-8059-408F6F320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168"/>
                <a:ext cx="88" cy="27"/>
              </a:xfrm>
              <a:custGeom>
                <a:avLst/>
                <a:gdLst>
                  <a:gd name="T0" fmla="*/ 556 w 35"/>
                  <a:gd name="T1" fmla="*/ 197 h 10"/>
                  <a:gd name="T2" fmla="*/ 0 w 35"/>
                  <a:gd name="T3" fmla="*/ 11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0">
                    <a:moveTo>
                      <a:pt x="35" y="10"/>
                    </a:moveTo>
                    <a:cubicBezTo>
                      <a:pt x="24" y="0"/>
                      <a:pt x="14" y="3"/>
                      <a:pt x="0" y="6"/>
                    </a:cubicBezTo>
                  </a:path>
                </a:pathLst>
              </a:custGeom>
              <a:noFill/>
              <a:ln w="12700" cap="rnd">
                <a:solidFill>
                  <a:srgbClr val="6F687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6" name="Freeform 390">
                <a:extLst>
                  <a:ext uri="{FF2B5EF4-FFF2-40B4-BE49-F238E27FC236}">
                    <a16:creationId xmlns:a16="http://schemas.microsoft.com/office/drawing/2014/main" id="{C0382DD7-43E7-473B-AD49-66EDE3353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016"/>
                <a:ext cx="25" cy="37"/>
              </a:xfrm>
              <a:custGeom>
                <a:avLst/>
                <a:gdLst>
                  <a:gd name="T0" fmla="*/ 158 w 10"/>
                  <a:gd name="T1" fmla="*/ 34 h 14"/>
                  <a:gd name="T2" fmla="*/ 20 w 10"/>
                  <a:gd name="T3" fmla="*/ 56 h 14"/>
                  <a:gd name="T4" fmla="*/ 145 w 10"/>
                  <a:gd name="T5" fmla="*/ 225 h 14"/>
                  <a:gd name="T6" fmla="*/ 0 w 10"/>
                  <a:gd name="T7" fmla="*/ 16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2"/>
                    </a:moveTo>
                    <a:cubicBezTo>
                      <a:pt x="7" y="1"/>
                      <a:pt x="3" y="0"/>
                      <a:pt x="1" y="3"/>
                    </a:cubicBezTo>
                    <a:cubicBezTo>
                      <a:pt x="3" y="7"/>
                      <a:pt x="9" y="6"/>
                      <a:pt x="9" y="12"/>
                    </a:cubicBezTo>
                    <a:cubicBezTo>
                      <a:pt x="6" y="14"/>
                      <a:pt x="4" y="9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FDC2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7" name="Freeform 391">
                <a:extLst>
                  <a:ext uri="{FF2B5EF4-FFF2-40B4-BE49-F238E27FC236}">
                    <a16:creationId xmlns:a16="http://schemas.microsoft.com/office/drawing/2014/main" id="{471BA8A3-B4C8-4F31-9118-87F417AD5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085"/>
                <a:ext cx="5" cy="16"/>
              </a:xfrm>
              <a:custGeom>
                <a:avLst/>
                <a:gdLst>
                  <a:gd name="T0" fmla="*/ 0 w 2"/>
                  <a:gd name="T1" fmla="*/ 115 h 6"/>
                  <a:gd name="T2" fmla="*/ 33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DC2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8" name="Freeform 392">
                <a:extLst>
                  <a:ext uri="{FF2B5EF4-FFF2-40B4-BE49-F238E27FC236}">
                    <a16:creationId xmlns:a16="http://schemas.microsoft.com/office/drawing/2014/main" id="{0D7F4268-19DC-4A21-AC8A-EE5E21529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136"/>
                <a:ext cx="10" cy="32"/>
              </a:xfrm>
              <a:custGeom>
                <a:avLst/>
                <a:gdLst>
                  <a:gd name="T0" fmla="*/ 0 w 4"/>
                  <a:gd name="T1" fmla="*/ 227 h 12"/>
                  <a:gd name="T2" fmla="*/ 63 w 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0" y="12"/>
                    </a:moveTo>
                    <a:cubicBezTo>
                      <a:pt x="1" y="7"/>
                      <a:pt x="2" y="4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DC27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9" name="Freeform 393">
                <a:extLst>
                  <a:ext uri="{FF2B5EF4-FFF2-40B4-BE49-F238E27FC236}">
                    <a16:creationId xmlns:a16="http://schemas.microsoft.com/office/drawing/2014/main" id="{08F977A6-6F9D-49F1-B28C-7D56B61B7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368"/>
                <a:ext cx="43" cy="35"/>
              </a:xfrm>
              <a:custGeom>
                <a:avLst/>
                <a:gdLst>
                  <a:gd name="T0" fmla="*/ 116 w 17"/>
                  <a:gd name="T1" fmla="*/ 0 h 13"/>
                  <a:gd name="T2" fmla="*/ 0 w 17"/>
                  <a:gd name="T3" fmla="*/ 232 h 13"/>
                  <a:gd name="T4" fmla="*/ 276 w 17"/>
                  <a:gd name="T5" fmla="*/ 232 h 13"/>
                  <a:gd name="T6" fmla="*/ 159 w 17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3">
                    <a:moveTo>
                      <a:pt x="7" y="0"/>
                    </a:moveTo>
                    <a:cubicBezTo>
                      <a:pt x="6" y="5"/>
                      <a:pt x="3" y="8"/>
                      <a:pt x="0" y="12"/>
                    </a:cubicBezTo>
                    <a:cubicBezTo>
                      <a:pt x="5" y="12"/>
                      <a:pt x="12" y="13"/>
                      <a:pt x="17" y="12"/>
                    </a:cubicBezTo>
                    <a:cubicBezTo>
                      <a:pt x="13" y="10"/>
                      <a:pt x="8" y="4"/>
                      <a:pt x="10" y="0"/>
                    </a:cubicBezTo>
                  </a:path>
                </a:pathLst>
              </a:custGeom>
              <a:solidFill>
                <a:srgbClr val="6F6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0" name="Freeform 394">
                <a:extLst>
                  <a:ext uri="{FF2B5EF4-FFF2-40B4-BE49-F238E27FC236}">
                    <a16:creationId xmlns:a16="http://schemas.microsoft.com/office/drawing/2014/main" id="{FBDD9714-3686-4B96-AE07-4A674C192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1413"/>
                <a:ext cx="58" cy="27"/>
              </a:xfrm>
              <a:custGeom>
                <a:avLst/>
                <a:gdLst>
                  <a:gd name="T0" fmla="*/ 0 w 23"/>
                  <a:gd name="T1" fmla="*/ 0 h 10"/>
                  <a:gd name="T2" fmla="*/ 33 w 23"/>
                  <a:gd name="T3" fmla="*/ 197 h 10"/>
                  <a:gd name="T4" fmla="*/ 368 w 23"/>
                  <a:gd name="T5" fmla="*/ 116 h 10"/>
                  <a:gd name="T6" fmla="*/ 63 w 23"/>
                  <a:gd name="T7" fmla="*/ 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0">
                    <a:moveTo>
                      <a:pt x="0" y="0"/>
                    </a:moveTo>
                    <a:cubicBezTo>
                      <a:pt x="4" y="2"/>
                      <a:pt x="4" y="6"/>
                      <a:pt x="2" y="10"/>
                    </a:cubicBezTo>
                    <a:cubicBezTo>
                      <a:pt x="6" y="5"/>
                      <a:pt x="17" y="6"/>
                      <a:pt x="23" y="6"/>
                    </a:cubicBezTo>
                    <a:cubicBezTo>
                      <a:pt x="16" y="4"/>
                      <a:pt x="10" y="4"/>
                      <a:pt x="4" y="2"/>
                    </a:cubicBezTo>
                  </a:path>
                </a:pathLst>
              </a:custGeom>
              <a:solidFill>
                <a:srgbClr val="6F6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352" name="Freeform 395">
              <a:extLst>
                <a:ext uri="{FF2B5EF4-FFF2-40B4-BE49-F238E27FC236}">
                  <a16:creationId xmlns:a16="http://schemas.microsoft.com/office/drawing/2014/main" id="{DB79CD29-1B53-4DF7-A7B7-B1A41E226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211"/>
              <a:ext cx="22" cy="40"/>
            </a:xfrm>
            <a:custGeom>
              <a:avLst/>
              <a:gdLst>
                <a:gd name="T0" fmla="*/ 0 w 9"/>
                <a:gd name="T1" fmla="*/ 115 h 15"/>
                <a:gd name="T2" fmla="*/ 71 w 9"/>
                <a:gd name="T3" fmla="*/ 285 h 15"/>
                <a:gd name="T4" fmla="*/ 120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6"/>
                  </a:moveTo>
                  <a:cubicBezTo>
                    <a:pt x="5" y="7"/>
                    <a:pt x="7" y="10"/>
                    <a:pt x="5" y="15"/>
                  </a:cubicBezTo>
                  <a:cubicBezTo>
                    <a:pt x="8" y="11"/>
                    <a:pt x="9" y="4"/>
                    <a:pt x="8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3" name="Freeform 396">
              <a:extLst>
                <a:ext uri="{FF2B5EF4-FFF2-40B4-BE49-F238E27FC236}">
                  <a16:creationId xmlns:a16="http://schemas.microsoft.com/office/drawing/2014/main" id="{967C1039-997B-4871-BF11-F35AC27EE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157"/>
              <a:ext cx="22" cy="32"/>
            </a:xfrm>
            <a:custGeom>
              <a:avLst/>
              <a:gdLst>
                <a:gd name="T0" fmla="*/ 0 w 9"/>
                <a:gd name="T1" fmla="*/ 149 h 12"/>
                <a:gd name="T2" fmla="*/ 132 w 9"/>
                <a:gd name="T3" fmla="*/ 227 h 12"/>
                <a:gd name="T4" fmla="*/ 103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8"/>
                  </a:moveTo>
                  <a:cubicBezTo>
                    <a:pt x="5" y="5"/>
                    <a:pt x="6" y="8"/>
                    <a:pt x="9" y="12"/>
                  </a:cubicBezTo>
                  <a:cubicBezTo>
                    <a:pt x="8" y="8"/>
                    <a:pt x="6" y="3"/>
                    <a:pt x="7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4" name="Freeform 397">
              <a:extLst>
                <a:ext uri="{FF2B5EF4-FFF2-40B4-BE49-F238E27FC236}">
                  <a16:creationId xmlns:a16="http://schemas.microsoft.com/office/drawing/2014/main" id="{FB1B5359-E2DD-4B7E-B2E4-CE816D5EB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587"/>
              <a:ext cx="40" cy="24"/>
            </a:xfrm>
            <a:custGeom>
              <a:avLst/>
              <a:gdLst>
                <a:gd name="T0" fmla="*/ 0 w 16"/>
                <a:gd name="T1" fmla="*/ 171 h 9"/>
                <a:gd name="T2" fmla="*/ 250 w 16"/>
                <a:gd name="T3" fmla="*/ 56 h 9"/>
                <a:gd name="T4" fmla="*/ 113 w 1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cubicBezTo>
                    <a:pt x="4" y="3"/>
                    <a:pt x="10" y="4"/>
                    <a:pt x="16" y="3"/>
                  </a:cubicBezTo>
                  <a:cubicBezTo>
                    <a:pt x="14" y="3"/>
                    <a:pt x="8" y="1"/>
                    <a:pt x="7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5" name="Freeform 398">
              <a:extLst>
                <a:ext uri="{FF2B5EF4-FFF2-40B4-BE49-F238E27FC236}">
                  <a16:creationId xmlns:a16="http://schemas.microsoft.com/office/drawing/2014/main" id="{03648747-A816-4122-888B-BC2F4A042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539"/>
              <a:ext cx="22" cy="34"/>
            </a:xfrm>
            <a:custGeom>
              <a:avLst/>
              <a:gdLst>
                <a:gd name="T0" fmla="*/ 132 w 9"/>
                <a:gd name="T1" fmla="*/ 0 h 13"/>
                <a:gd name="T2" fmla="*/ 90 w 9"/>
                <a:gd name="T3" fmla="*/ 233 h 13"/>
                <a:gd name="T4" fmla="*/ 0 w 9"/>
                <a:gd name="T5" fmla="*/ 14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6" y="4"/>
                    <a:pt x="5" y="8"/>
                    <a:pt x="6" y="13"/>
                  </a:cubicBezTo>
                  <a:cubicBezTo>
                    <a:pt x="4" y="11"/>
                    <a:pt x="2" y="8"/>
                    <a:pt x="0" y="8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6" name="Freeform 399">
              <a:extLst>
                <a:ext uri="{FF2B5EF4-FFF2-40B4-BE49-F238E27FC236}">
                  <a16:creationId xmlns:a16="http://schemas.microsoft.com/office/drawing/2014/main" id="{46B211A8-AC97-4B49-9826-51D5FB811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616"/>
              <a:ext cx="25" cy="29"/>
            </a:xfrm>
            <a:custGeom>
              <a:avLst/>
              <a:gdLst>
                <a:gd name="T0" fmla="*/ 158 w 10"/>
                <a:gd name="T1" fmla="*/ 0 h 11"/>
                <a:gd name="T2" fmla="*/ 145 w 10"/>
                <a:gd name="T3" fmla="*/ 200 h 11"/>
                <a:gd name="T4" fmla="*/ 0 w 10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7" y="2"/>
                    <a:pt x="6" y="7"/>
                    <a:pt x="9" y="11"/>
                  </a:cubicBezTo>
                  <a:cubicBezTo>
                    <a:pt x="7" y="8"/>
                    <a:pt x="2" y="5"/>
                    <a:pt x="0" y="5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7" name="Freeform 400">
              <a:extLst>
                <a:ext uri="{FF2B5EF4-FFF2-40B4-BE49-F238E27FC236}">
                  <a16:creationId xmlns:a16="http://schemas.microsoft.com/office/drawing/2014/main" id="{C9FD0276-FCCA-4BCB-9D90-A83C1FC53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416"/>
              <a:ext cx="28" cy="32"/>
            </a:xfrm>
            <a:custGeom>
              <a:avLst/>
              <a:gdLst>
                <a:gd name="T0" fmla="*/ 84 w 11"/>
                <a:gd name="T1" fmla="*/ 227 h 12"/>
                <a:gd name="T2" fmla="*/ 181 w 11"/>
                <a:gd name="T3" fmla="*/ 93 h 12"/>
                <a:gd name="T4" fmla="*/ 0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2"/>
                  </a:moveTo>
                  <a:cubicBezTo>
                    <a:pt x="4" y="8"/>
                    <a:pt x="7" y="5"/>
                    <a:pt x="11" y="5"/>
                  </a:cubicBezTo>
                  <a:cubicBezTo>
                    <a:pt x="8" y="5"/>
                    <a:pt x="2" y="3"/>
                    <a:pt x="0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8" name="Freeform 401">
              <a:extLst>
                <a:ext uri="{FF2B5EF4-FFF2-40B4-BE49-F238E27FC236}">
                  <a16:creationId xmlns:a16="http://schemas.microsoft.com/office/drawing/2014/main" id="{2590E729-CFC0-419A-8FA0-7B14EBBC9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701"/>
              <a:ext cx="28" cy="38"/>
            </a:xfrm>
            <a:custGeom>
              <a:avLst/>
              <a:gdLst>
                <a:gd name="T0" fmla="*/ 0 w 11"/>
                <a:gd name="T1" fmla="*/ 280 h 14"/>
                <a:gd name="T2" fmla="*/ 181 w 11"/>
                <a:gd name="T3" fmla="*/ 103 h 14"/>
                <a:gd name="T4" fmla="*/ 51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14"/>
                  </a:moveTo>
                  <a:cubicBezTo>
                    <a:pt x="4" y="11"/>
                    <a:pt x="5" y="4"/>
                    <a:pt x="11" y="5"/>
                  </a:cubicBezTo>
                  <a:cubicBezTo>
                    <a:pt x="8" y="4"/>
                    <a:pt x="4" y="2"/>
                    <a:pt x="3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9" name="Freeform 402">
              <a:extLst>
                <a:ext uri="{FF2B5EF4-FFF2-40B4-BE49-F238E27FC236}">
                  <a16:creationId xmlns:a16="http://schemas.microsoft.com/office/drawing/2014/main" id="{0222E848-C92D-4FDD-9C9B-E3BF944C2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789"/>
              <a:ext cx="32" cy="32"/>
            </a:xfrm>
            <a:custGeom>
              <a:avLst/>
              <a:gdLst>
                <a:gd name="T0" fmla="*/ 91 w 13"/>
                <a:gd name="T1" fmla="*/ 227 h 12"/>
                <a:gd name="T2" fmla="*/ 194 w 13"/>
                <a:gd name="T3" fmla="*/ 56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6" y="12"/>
                  </a:moveTo>
                  <a:cubicBezTo>
                    <a:pt x="6" y="6"/>
                    <a:pt x="8" y="5"/>
                    <a:pt x="13" y="3"/>
                  </a:cubicBezTo>
                  <a:cubicBezTo>
                    <a:pt x="9" y="3"/>
                    <a:pt x="3" y="3"/>
                    <a:pt x="0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0" name="Freeform 403">
              <a:extLst>
                <a:ext uri="{FF2B5EF4-FFF2-40B4-BE49-F238E27FC236}">
                  <a16:creationId xmlns:a16="http://schemas.microsoft.com/office/drawing/2014/main" id="{4364D22D-8C48-49EF-8DBB-FF2BCD2C5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920"/>
              <a:ext cx="33" cy="24"/>
            </a:xfrm>
            <a:custGeom>
              <a:avLst/>
              <a:gdLst>
                <a:gd name="T0" fmla="*/ 193 w 13"/>
                <a:gd name="T1" fmla="*/ 21 h 9"/>
                <a:gd name="T2" fmla="*/ 213 w 13"/>
                <a:gd name="T3" fmla="*/ 0 h 9"/>
                <a:gd name="T4" fmla="*/ 129 w 13"/>
                <a:gd name="T5" fmla="*/ 171 h 9"/>
                <a:gd name="T6" fmla="*/ 84 w 13"/>
                <a:gd name="T7" fmla="*/ 77 h 9"/>
                <a:gd name="T8" fmla="*/ 0 w 13"/>
                <a:gd name="T9" fmla="*/ 3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1"/>
                  </a:moveTo>
                  <a:cubicBezTo>
                    <a:pt x="12" y="1"/>
                    <a:pt x="13" y="0"/>
                    <a:pt x="13" y="0"/>
                  </a:cubicBezTo>
                  <a:cubicBezTo>
                    <a:pt x="9" y="0"/>
                    <a:pt x="6" y="5"/>
                    <a:pt x="8" y="9"/>
                  </a:cubicBezTo>
                  <a:cubicBezTo>
                    <a:pt x="7" y="8"/>
                    <a:pt x="6" y="6"/>
                    <a:pt x="5" y="4"/>
                  </a:cubicBezTo>
                  <a:cubicBezTo>
                    <a:pt x="3" y="3"/>
                    <a:pt x="1" y="3"/>
                    <a:pt x="0" y="2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1" name="Freeform 404">
              <a:extLst>
                <a:ext uri="{FF2B5EF4-FFF2-40B4-BE49-F238E27FC236}">
                  <a16:creationId xmlns:a16="http://schemas.microsoft.com/office/drawing/2014/main" id="{4CC17768-9720-4BBA-988C-B8A5E2380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040"/>
              <a:ext cx="32" cy="37"/>
            </a:xfrm>
            <a:custGeom>
              <a:avLst/>
              <a:gdLst>
                <a:gd name="T0" fmla="*/ 0 w 13"/>
                <a:gd name="T1" fmla="*/ 111 h 14"/>
                <a:gd name="T2" fmla="*/ 194 w 13"/>
                <a:gd name="T3" fmla="*/ 21 h 14"/>
                <a:gd name="T4" fmla="*/ 133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4" y="10"/>
                    <a:pt x="8" y="0"/>
                    <a:pt x="13" y="1"/>
                  </a:cubicBezTo>
                  <a:cubicBezTo>
                    <a:pt x="9" y="4"/>
                    <a:pt x="10" y="9"/>
                    <a:pt x="9" y="14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2" name="Freeform 405">
              <a:extLst>
                <a:ext uri="{FF2B5EF4-FFF2-40B4-BE49-F238E27FC236}">
                  <a16:creationId xmlns:a16="http://schemas.microsoft.com/office/drawing/2014/main" id="{C3679BA5-D6F9-405B-950F-371F37F3E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163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158 w 10"/>
                <a:gd name="T3" fmla="*/ 136 h 9"/>
                <a:gd name="T4" fmla="*/ 0 w 1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2" y="3"/>
                    <a:pt x="7" y="7"/>
                    <a:pt x="10" y="7"/>
                  </a:cubicBezTo>
                  <a:cubicBezTo>
                    <a:pt x="8" y="6"/>
                    <a:pt x="2" y="7"/>
                    <a:pt x="0" y="9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3" name="Freeform 406">
              <a:extLst>
                <a:ext uri="{FF2B5EF4-FFF2-40B4-BE49-F238E27FC236}">
                  <a16:creationId xmlns:a16="http://schemas.microsoft.com/office/drawing/2014/main" id="{6327CE22-9823-42A8-95C3-32B5254A1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421"/>
              <a:ext cx="30" cy="27"/>
            </a:xfrm>
            <a:custGeom>
              <a:avLst/>
              <a:gdLst>
                <a:gd name="T0" fmla="*/ 0 w 12"/>
                <a:gd name="T1" fmla="*/ 81 h 10"/>
                <a:gd name="T2" fmla="*/ 188 w 12"/>
                <a:gd name="T3" fmla="*/ 0 h 10"/>
                <a:gd name="T4" fmla="*/ 95 w 12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4"/>
                  </a:moveTo>
                  <a:cubicBezTo>
                    <a:pt x="3" y="6"/>
                    <a:pt x="8" y="2"/>
                    <a:pt x="12" y="0"/>
                  </a:cubicBezTo>
                  <a:cubicBezTo>
                    <a:pt x="9" y="3"/>
                    <a:pt x="7" y="6"/>
                    <a:pt x="6" y="1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4" name="Freeform 407">
              <a:extLst>
                <a:ext uri="{FF2B5EF4-FFF2-40B4-BE49-F238E27FC236}">
                  <a16:creationId xmlns:a16="http://schemas.microsoft.com/office/drawing/2014/main" id="{6FB2E849-A31C-4044-88F0-97E01D2AE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1544"/>
              <a:ext cx="48" cy="21"/>
            </a:xfrm>
            <a:custGeom>
              <a:avLst/>
              <a:gdLst>
                <a:gd name="T0" fmla="*/ 0 w 19"/>
                <a:gd name="T1" fmla="*/ 144 h 8"/>
                <a:gd name="T2" fmla="*/ 306 w 19"/>
                <a:gd name="T3" fmla="*/ 123 h 8"/>
                <a:gd name="T4" fmla="*/ 192 w 1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">
                  <a:moveTo>
                    <a:pt x="0" y="8"/>
                  </a:moveTo>
                  <a:cubicBezTo>
                    <a:pt x="7" y="6"/>
                    <a:pt x="12" y="3"/>
                    <a:pt x="19" y="7"/>
                  </a:cubicBezTo>
                  <a:cubicBezTo>
                    <a:pt x="16" y="5"/>
                    <a:pt x="14" y="2"/>
                    <a:pt x="12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5" name="Freeform 408">
              <a:extLst>
                <a:ext uri="{FF2B5EF4-FFF2-40B4-BE49-F238E27FC236}">
                  <a16:creationId xmlns:a16="http://schemas.microsoft.com/office/drawing/2014/main" id="{7A8C42EE-96A0-4D6C-A286-2DD9E5F25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621"/>
              <a:ext cx="37" cy="38"/>
            </a:xfrm>
            <a:custGeom>
              <a:avLst/>
              <a:gdLst>
                <a:gd name="T0" fmla="*/ 0 w 15"/>
                <a:gd name="T1" fmla="*/ 60 h 14"/>
                <a:gd name="T2" fmla="*/ 224 w 15"/>
                <a:gd name="T3" fmla="*/ 280 h 14"/>
                <a:gd name="T4" fmla="*/ 153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3"/>
                  </a:moveTo>
                  <a:cubicBezTo>
                    <a:pt x="5" y="0"/>
                    <a:pt x="12" y="10"/>
                    <a:pt x="15" y="14"/>
                  </a:cubicBezTo>
                  <a:cubicBezTo>
                    <a:pt x="13" y="11"/>
                    <a:pt x="10" y="3"/>
                    <a:pt x="10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6" name="Freeform 409">
              <a:extLst>
                <a:ext uri="{FF2B5EF4-FFF2-40B4-BE49-F238E27FC236}">
                  <a16:creationId xmlns:a16="http://schemas.microsoft.com/office/drawing/2014/main" id="{71F06AE2-377C-46BB-913F-6D7CF62B1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1464"/>
              <a:ext cx="53" cy="37"/>
            </a:xfrm>
            <a:custGeom>
              <a:avLst/>
              <a:gdLst>
                <a:gd name="T0" fmla="*/ 338 w 21"/>
                <a:gd name="T1" fmla="*/ 21 h 14"/>
                <a:gd name="T2" fmla="*/ 255 w 21"/>
                <a:gd name="T3" fmla="*/ 259 h 14"/>
                <a:gd name="T4" fmla="*/ 96 w 21"/>
                <a:gd name="T5" fmla="*/ 90 h 14"/>
                <a:gd name="T6" fmla="*/ 0 w 2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21" y="1"/>
                  </a:moveTo>
                  <a:cubicBezTo>
                    <a:pt x="17" y="3"/>
                    <a:pt x="13" y="9"/>
                    <a:pt x="16" y="14"/>
                  </a:cubicBezTo>
                  <a:cubicBezTo>
                    <a:pt x="14" y="9"/>
                    <a:pt x="10" y="8"/>
                    <a:pt x="6" y="5"/>
                  </a:cubicBezTo>
                  <a:cubicBezTo>
                    <a:pt x="4" y="4"/>
                    <a:pt x="3" y="2"/>
                    <a:pt x="0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7" name="Freeform 410">
              <a:extLst>
                <a:ext uri="{FF2B5EF4-FFF2-40B4-BE49-F238E27FC236}">
                  <a16:creationId xmlns:a16="http://schemas.microsoft.com/office/drawing/2014/main" id="{DBE7EF48-1F6D-447F-A9E7-8CCD91F05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" y="1453"/>
              <a:ext cx="22" cy="38"/>
            </a:xfrm>
            <a:custGeom>
              <a:avLst/>
              <a:gdLst>
                <a:gd name="T0" fmla="*/ 0 w 9"/>
                <a:gd name="T1" fmla="*/ 0 h 14"/>
                <a:gd name="T2" fmla="*/ 90 w 9"/>
                <a:gd name="T3" fmla="*/ 280 h 14"/>
                <a:gd name="T4" fmla="*/ 132 w 9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4" y="4"/>
                    <a:pt x="8" y="7"/>
                    <a:pt x="6" y="14"/>
                  </a:cubicBezTo>
                  <a:cubicBezTo>
                    <a:pt x="9" y="12"/>
                    <a:pt x="9" y="5"/>
                    <a:pt x="9" y="1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8" name="Freeform 411">
              <a:extLst>
                <a:ext uri="{FF2B5EF4-FFF2-40B4-BE49-F238E27FC236}">
                  <a16:creationId xmlns:a16="http://schemas.microsoft.com/office/drawing/2014/main" id="{3691D87D-3DB6-4590-A87B-72C2F3AE6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8" y="1619"/>
              <a:ext cx="55" cy="50"/>
            </a:xfrm>
            <a:custGeom>
              <a:avLst/>
              <a:gdLst>
                <a:gd name="T0" fmla="*/ 0 w 22"/>
                <a:gd name="T1" fmla="*/ 145 h 19"/>
                <a:gd name="T2" fmla="*/ 220 w 22"/>
                <a:gd name="T3" fmla="*/ 0 h 19"/>
                <a:gd name="T4" fmla="*/ 345 w 22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0" y="8"/>
                  </a:moveTo>
                  <a:cubicBezTo>
                    <a:pt x="4" y="14"/>
                    <a:pt x="15" y="6"/>
                    <a:pt x="14" y="0"/>
                  </a:cubicBezTo>
                  <a:cubicBezTo>
                    <a:pt x="15" y="7"/>
                    <a:pt x="21" y="13"/>
                    <a:pt x="22" y="19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9" name="Freeform 412">
              <a:extLst>
                <a:ext uri="{FF2B5EF4-FFF2-40B4-BE49-F238E27FC236}">
                  <a16:creationId xmlns:a16="http://schemas.microsoft.com/office/drawing/2014/main" id="{7E8535E4-E713-4E78-BFB9-18506A996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" y="1744"/>
              <a:ext cx="17" cy="75"/>
            </a:xfrm>
            <a:custGeom>
              <a:avLst/>
              <a:gdLst>
                <a:gd name="T0" fmla="*/ 0 w 7"/>
                <a:gd name="T1" fmla="*/ 0 h 28"/>
                <a:gd name="T2" fmla="*/ 12 w 7"/>
                <a:gd name="T3" fmla="*/ 538 h 28"/>
                <a:gd name="T4" fmla="*/ 100 w 7"/>
                <a:gd name="T5" fmla="*/ 367 h 28"/>
                <a:gd name="T6" fmla="*/ 58 w 7"/>
                <a:gd name="T7" fmla="*/ 273 h 28"/>
                <a:gd name="T8" fmla="*/ 12 w 7"/>
                <a:gd name="T9" fmla="*/ 5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0" y="9"/>
                    <a:pt x="2" y="19"/>
                    <a:pt x="1" y="28"/>
                  </a:cubicBezTo>
                  <a:cubicBezTo>
                    <a:pt x="4" y="26"/>
                    <a:pt x="1" y="19"/>
                    <a:pt x="7" y="19"/>
                  </a:cubicBezTo>
                  <a:cubicBezTo>
                    <a:pt x="6" y="17"/>
                    <a:pt x="5" y="15"/>
                    <a:pt x="4" y="14"/>
                  </a:cubicBezTo>
                  <a:cubicBezTo>
                    <a:pt x="3" y="10"/>
                    <a:pt x="3" y="6"/>
                    <a:pt x="1" y="3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0" name="Freeform 413">
              <a:extLst>
                <a:ext uri="{FF2B5EF4-FFF2-40B4-BE49-F238E27FC236}">
                  <a16:creationId xmlns:a16="http://schemas.microsoft.com/office/drawing/2014/main" id="{5D2C979C-F33E-4FFB-933F-39E0DD759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3" y="1669"/>
              <a:ext cx="20" cy="32"/>
            </a:xfrm>
            <a:custGeom>
              <a:avLst/>
              <a:gdLst>
                <a:gd name="T0" fmla="*/ 0 w 8"/>
                <a:gd name="T1" fmla="*/ 0 h 12"/>
                <a:gd name="T2" fmla="*/ 95 w 8"/>
                <a:gd name="T3" fmla="*/ 227 h 12"/>
                <a:gd name="T4" fmla="*/ 125 w 8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3" y="3"/>
                    <a:pt x="5" y="8"/>
                    <a:pt x="6" y="12"/>
                  </a:cubicBezTo>
                  <a:cubicBezTo>
                    <a:pt x="7" y="8"/>
                    <a:pt x="6" y="5"/>
                    <a:pt x="8" y="2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1" name="Freeform 414">
              <a:extLst>
                <a:ext uri="{FF2B5EF4-FFF2-40B4-BE49-F238E27FC236}">
                  <a16:creationId xmlns:a16="http://schemas.microsoft.com/office/drawing/2014/main" id="{84EEBE19-99A3-400C-989A-2317F072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5" y="1931"/>
              <a:ext cx="45" cy="18"/>
            </a:xfrm>
            <a:custGeom>
              <a:avLst/>
              <a:gdLst>
                <a:gd name="T0" fmla="*/ 33 w 18"/>
                <a:gd name="T1" fmla="*/ 21 h 7"/>
                <a:gd name="T2" fmla="*/ 0 w 18"/>
                <a:gd name="T3" fmla="*/ 118 h 7"/>
                <a:gd name="T4" fmla="*/ 283 w 18"/>
                <a:gd name="T5" fmla="*/ 21 h 7"/>
                <a:gd name="T6" fmla="*/ 158 w 1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">
                  <a:moveTo>
                    <a:pt x="2" y="1"/>
                  </a:moveTo>
                  <a:cubicBezTo>
                    <a:pt x="3" y="4"/>
                    <a:pt x="2" y="6"/>
                    <a:pt x="0" y="7"/>
                  </a:cubicBezTo>
                  <a:cubicBezTo>
                    <a:pt x="4" y="2"/>
                    <a:pt x="13" y="4"/>
                    <a:pt x="18" y="1"/>
                  </a:cubicBezTo>
                  <a:cubicBezTo>
                    <a:pt x="15" y="2"/>
                    <a:pt x="13" y="0"/>
                    <a:pt x="10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2" name="Freeform 415">
              <a:extLst>
                <a:ext uri="{FF2B5EF4-FFF2-40B4-BE49-F238E27FC236}">
                  <a16:creationId xmlns:a16="http://schemas.microsoft.com/office/drawing/2014/main" id="{044F7AC3-4DE6-454E-BF8D-A55005D18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8" y="2088"/>
              <a:ext cx="37" cy="27"/>
            </a:xfrm>
            <a:custGeom>
              <a:avLst/>
              <a:gdLst>
                <a:gd name="T0" fmla="*/ 0 w 15"/>
                <a:gd name="T1" fmla="*/ 0 h 10"/>
                <a:gd name="T2" fmla="*/ 133 w 15"/>
                <a:gd name="T3" fmla="*/ 59 h 10"/>
                <a:gd name="T4" fmla="*/ 224 w 15"/>
                <a:gd name="T5" fmla="*/ 59 h 10"/>
                <a:gd name="T6" fmla="*/ 30 w 15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3" y="2"/>
                    <a:pt x="5" y="3"/>
                    <a:pt x="9" y="3"/>
                  </a:cubicBezTo>
                  <a:cubicBezTo>
                    <a:pt x="11" y="3"/>
                    <a:pt x="13" y="1"/>
                    <a:pt x="15" y="3"/>
                  </a:cubicBezTo>
                  <a:cubicBezTo>
                    <a:pt x="12" y="4"/>
                    <a:pt x="4" y="7"/>
                    <a:pt x="2" y="1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3" name="Freeform 416">
              <a:extLst>
                <a:ext uri="{FF2B5EF4-FFF2-40B4-BE49-F238E27FC236}">
                  <a16:creationId xmlns:a16="http://schemas.microsoft.com/office/drawing/2014/main" id="{F7D84079-BD8C-4311-8F99-7BD65146A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256"/>
              <a:ext cx="20" cy="21"/>
            </a:xfrm>
            <a:custGeom>
              <a:avLst/>
              <a:gdLst>
                <a:gd name="T0" fmla="*/ 63 w 8"/>
                <a:gd name="T1" fmla="*/ 0 h 8"/>
                <a:gd name="T2" fmla="*/ 125 w 8"/>
                <a:gd name="T3" fmla="*/ 123 h 8"/>
                <a:gd name="T4" fmla="*/ 0 w 8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2" y="4"/>
                    <a:pt x="5" y="6"/>
                    <a:pt x="8" y="7"/>
                  </a:cubicBezTo>
                  <a:cubicBezTo>
                    <a:pt x="5" y="8"/>
                    <a:pt x="2" y="8"/>
                    <a:pt x="0" y="8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4" name="Freeform 417">
              <a:extLst>
                <a:ext uri="{FF2B5EF4-FFF2-40B4-BE49-F238E27FC236}">
                  <a16:creationId xmlns:a16="http://schemas.microsoft.com/office/drawing/2014/main" id="{986D1331-E845-4C77-84D4-80CAC1253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381"/>
              <a:ext cx="22" cy="46"/>
            </a:xfrm>
            <a:custGeom>
              <a:avLst/>
              <a:gdLst>
                <a:gd name="T0" fmla="*/ 132 w 9"/>
                <a:gd name="T1" fmla="*/ 0 h 17"/>
                <a:gd name="T2" fmla="*/ 12 w 9"/>
                <a:gd name="T3" fmla="*/ 235 h 17"/>
                <a:gd name="T4" fmla="*/ 0 w 9"/>
                <a:gd name="T5" fmla="*/ 3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9" y="0"/>
                  </a:moveTo>
                  <a:cubicBezTo>
                    <a:pt x="4" y="3"/>
                    <a:pt x="2" y="6"/>
                    <a:pt x="1" y="12"/>
                  </a:cubicBezTo>
                  <a:cubicBezTo>
                    <a:pt x="1" y="13"/>
                    <a:pt x="0" y="16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F687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5" name="Freeform 418">
              <a:extLst>
                <a:ext uri="{FF2B5EF4-FFF2-40B4-BE49-F238E27FC236}">
                  <a16:creationId xmlns:a16="http://schemas.microsoft.com/office/drawing/2014/main" id="{CDE47EF2-107A-4453-90B2-8775007D9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536"/>
              <a:ext cx="30" cy="29"/>
            </a:xfrm>
            <a:custGeom>
              <a:avLst/>
              <a:gdLst>
                <a:gd name="T0" fmla="*/ 0 w 12"/>
                <a:gd name="T1" fmla="*/ 200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6" y="9"/>
                    <a:pt x="10" y="6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6F687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6" name="Freeform 419">
              <a:extLst>
                <a:ext uri="{FF2B5EF4-FFF2-40B4-BE49-F238E27FC236}">
                  <a16:creationId xmlns:a16="http://schemas.microsoft.com/office/drawing/2014/main" id="{ACDDB71C-C353-4329-B71F-CB547AD61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397"/>
              <a:ext cx="22" cy="24"/>
            </a:xfrm>
            <a:custGeom>
              <a:avLst/>
              <a:gdLst>
                <a:gd name="T0" fmla="*/ 0 w 9"/>
                <a:gd name="T1" fmla="*/ 21 h 9"/>
                <a:gd name="T2" fmla="*/ 132 w 9"/>
                <a:gd name="T3" fmla="*/ 0 h 9"/>
                <a:gd name="T4" fmla="*/ 90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2" y="3"/>
                    <a:pt x="6" y="1"/>
                    <a:pt x="9" y="0"/>
                  </a:cubicBezTo>
                  <a:cubicBezTo>
                    <a:pt x="7" y="3"/>
                    <a:pt x="7" y="6"/>
                    <a:pt x="6" y="9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7" name="Freeform 420">
              <a:extLst>
                <a:ext uri="{FF2B5EF4-FFF2-40B4-BE49-F238E27FC236}">
                  <a16:creationId xmlns:a16="http://schemas.microsoft.com/office/drawing/2014/main" id="{AA21134E-A9EB-4A37-97FB-103923EDA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552"/>
              <a:ext cx="30" cy="16"/>
            </a:xfrm>
            <a:custGeom>
              <a:avLst/>
              <a:gdLst>
                <a:gd name="T0" fmla="*/ 0 w 12"/>
                <a:gd name="T1" fmla="*/ 77 h 6"/>
                <a:gd name="T2" fmla="*/ 145 w 12"/>
                <a:gd name="T3" fmla="*/ 0 h 6"/>
                <a:gd name="T4" fmla="*/ 188 w 12"/>
                <a:gd name="T5" fmla="*/ 115 h 6"/>
                <a:gd name="T6" fmla="*/ 125 w 12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0" y="4"/>
                  </a:moveTo>
                  <a:cubicBezTo>
                    <a:pt x="3" y="5"/>
                    <a:pt x="6" y="1"/>
                    <a:pt x="9" y="0"/>
                  </a:cubicBezTo>
                  <a:cubicBezTo>
                    <a:pt x="8" y="2"/>
                    <a:pt x="10" y="5"/>
                    <a:pt x="12" y="6"/>
                  </a:cubicBezTo>
                  <a:cubicBezTo>
                    <a:pt x="11" y="6"/>
                    <a:pt x="10" y="5"/>
                    <a:pt x="8" y="5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8" name="Freeform 421">
              <a:extLst>
                <a:ext uri="{FF2B5EF4-FFF2-40B4-BE49-F238E27FC236}">
                  <a16:creationId xmlns:a16="http://schemas.microsoft.com/office/drawing/2014/main" id="{1DE11DAE-1CE8-47D2-8AE0-6CDC0B2B8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288"/>
              <a:ext cx="120" cy="13"/>
            </a:xfrm>
            <a:custGeom>
              <a:avLst/>
              <a:gdLst>
                <a:gd name="T0" fmla="*/ 0 w 48"/>
                <a:gd name="T1" fmla="*/ 21 h 5"/>
                <a:gd name="T2" fmla="*/ 250 w 48"/>
                <a:gd name="T3" fmla="*/ 88 h 5"/>
                <a:gd name="T4" fmla="*/ 583 w 48"/>
                <a:gd name="T5" fmla="*/ 21 h 5"/>
                <a:gd name="T6" fmla="*/ 750 w 4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">
                  <a:moveTo>
                    <a:pt x="0" y="1"/>
                  </a:moveTo>
                  <a:cubicBezTo>
                    <a:pt x="3" y="4"/>
                    <a:pt x="12" y="4"/>
                    <a:pt x="16" y="5"/>
                  </a:cubicBezTo>
                  <a:cubicBezTo>
                    <a:pt x="24" y="5"/>
                    <a:pt x="30" y="2"/>
                    <a:pt x="37" y="1"/>
                  </a:cubicBezTo>
                  <a:cubicBezTo>
                    <a:pt x="41" y="0"/>
                    <a:pt x="45" y="0"/>
                    <a:pt x="48" y="0"/>
                  </a:cubicBezTo>
                </a:path>
              </a:pathLst>
            </a:custGeom>
            <a:noFill/>
            <a:ln w="12700" cap="rnd">
              <a:solidFill>
                <a:srgbClr val="6F687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9" name="Freeform 422">
              <a:extLst>
                <a:ext uri="{FF2B5EF4-FFF2-40B4-BE49-F238E27FC236}">
                  <a16:creationId xmlns:a16="http://schemas.microsoft.com/office/drawing/2014/main" id="{B1BC86E2-1718-42D6-90CA-2C02CC42C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2275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97 w 9"/>
                <a:gd name="T3" fmla="*/ 0 h 5"/>
                <a:gd name="T4" fmla="*/ 151 w 9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5"/>
                    <a:pt x="5" y="3"/>
                    <a:pt x="6" y="0"/>
                  </a:cubicBezTo>
                  <a:cubicBezTo>
                    <a:pt x="7" y="2"/>
                    <a:pt x="8" y="3"/>
                    <a:pt x="9" y="4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0" name="Freeform 423">
              <a:extLst>
                <a:ext uri="{FF2B5EF4-FFF2-40B4-BE49-F238E27FC236}">
                  <a16:creationId xmlns:a16="http://schemas.microsoft.com/office/drawing/2014/main" id="{6A8B517F-CC5A-4619-A343-544F4DAF5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171"/>
              <a:ext cx="62" cy="50"/>
            </a:xfrm>
            <a:custGeom>
              <a:avLst/>
              <a:gdLst>
                <a:gd name="T0" fmla="*/ 308 w 25"/>
                <a:gd name="T1" fmla="*/ 311 h 19"/>
                <a:gd name="T2" fmla="*/ 350 w 25"/>
                <a:gd name="T3" fmla="*/ 34 h 19"/>
                <a:gd name="T4" fmla="*/ 184 w 25"/>
                <a:gd name="T5" fmla="*/ 347 h 19"/>
                <a:gd name="T6" fmla="*/ 184 w 25"/>
                <a:gd name="T7" fmla="*/ 0 h 19"/>
                <a:gd name="T8" fmla="*/ 0 w 25"/>
                <a:gd name="T9" fmla="*/ 31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20" y="17"/>
                  </a:moveTo>
                  <a:cubicBezTo>
                    <a:pt x="24" y="13"/>
                    <a:pt x="25" y="7"/>
                    <a:pt x="23" y="2"/>
                  </a:cubicBezTo>
                  <a:cubicBezTo>
                    <a:pt x="18" y="5"/>
                    <a:pt x="12" y="12"/>
                    <a:pt x="12" y="19"/>
                  </a:cubicBezTo>
                  <a:cubicBezTo>
                    <a:pt x="15" y="15"/>
                    <a:pt x="14" y="4"/>
                    <a:pt x="12" y="0"/>
                  </a:cubicBezTo>
                  <a:cubicBezTo>
                    <a:pt x="7" y="4"/>
                    <a:pt x="3" y="11"/>
                    <a:pt x="0" y="1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1" name="Freeform 424">
              <a:extLst>
                <a:ext uri="{FF2B5EF4-FFF2-40B4-BE49-F238E27FC236}">
                  <a16:creationId xmlns:a16="http://schemas.microsoft.com/office/drawing/2014/main" id="{4CA3F0D1-3BAE-4C97-8DF6-890B44CDF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227"/>
              <a:ext cx="30" cy="37"/>
            </a:xfrm>
            <a:custGeom>
              <a:avLst/>
              <a:gdLst>
                <a:gd name="T0" fmla="*/ 175 w 12"/>
                <a:gd name="T1" fmla="*/ 259 h 14"/>
                <a:gd name="T2" fmla="*/ 175 w 12"/>
                <a:gd name="T3" fmla="*/ 111 h 14"/>
                <a:gd name="T4" fmla="*/ 20 w 12"/>
                <a:gd name="T5" fmla="*/ 225 h 14"/>
                <a:gd name="T6" fmla="*/ 83 w 12"/>
                <a:gd name="T7" fmla="*/ 21 h 14"/>
                <a:gd name="T8" fmla="*/ 0 w 12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1" y="14"/>
                  </a:moveTo>
                  <a:cubicBezTo>
                    <a:pt x="11" y="12"/>
                    <a:pt x="12" y="9"/>
                    <a:pt x="11" y="6"/>
                  </a:cubicBezTo>
                  <a:cubicBezTo>
                    <a:pt x="7" y="7"/>
                    <a:pt x="4" y="9"/>
                    <a:pt x="1" y="12"/>
                  </a:cubicBezTo>
                  <a:cubicBezTo>
                    <a:pt x="4" y="9"/>
                    <a:pt x="7" y="5"/>
                    <a:pt x="5" y="1"/>
                  </a:cubicBezTo>
                  <a:cubicBezTo>
                    <a:pt x="3" y="0"/>
                    <a:pt x="2" y="1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2" name="Freeform 425">
              <a:extLst>
                <a:ext uri="{FF2B5EF4-FFF2-40B4-BE49-F238E27FC236}">
                  <a16:creationId xmlns:a16="http://schemas.microsoft.com/office/drawing/2014/main" id="{255947C3-EBD4-47E8-BDB7-9B847587E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1275"/>
              <a:ext cx="27" cy="26"/>
            </a:xfrm>
            <a:custGeom>
              <a:avLst/>
              <a:gdLst>
                <a:gd name="T0" fmla="*/ 0 w 11"/>
                <a:gd name="T1" fmla="*/ 109 h 10"/>
                <a:gd name="T2" fmla="*/ 162 w 11"/>
                <a:gd name="T3" fmla="*/ 156 h 10"/>
                <a:gd name="T4" fmla="*/ 0 w 11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6"/>
                  </a:moveTo>
                  <a:cubicBezTo>
                    <a:pt x="3" y="8"/>
                    <a:pt x="7" y="10"/>
                    <a:pt x="11" y="9"/>
                  </a:cubicBezTo>
                  <a:cubicBezTo>
                    <a:pt x="11" y="4"/>
                    <a:pt x="5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3" name="Freeform 426">
              <a:extLst>
                <a:ext uri="{FF2B5EF4-FFF2-40B4-BE49-F238E27FC236}">
                  <a16:creationId xmlns:a16="http://schemas.microsoft.com/office/drawing/2014/main" id="{234103C0-7631-47A2-B19D-8EA537549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293"/>
              <a:ext cx="53" cy="38"/>
            </a:xfrm>
            <a:custGeom>
              <a:avLst/>
              <a:gdLst>
                <a:gd name="T0" fmla="*/ 33 w 21"/>
                <a:gd name="T1" fmla="*/ 81 h 14"/>
                <a:gd name="T2" fmla="*/ 338 w 21"/>
                <a:gd name="T3" fmla="*/ 60 h 14"/>
                <a:gd name="T4" fmla="*/ 0 w 21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2" y="4"/>
                  </a:moveTo>
                  <a:cubicBezTo>
                    <a:pt x="8" y="4"/>
                    <a:pt x="15" y="0"/>
                    <a:pt x="21" y="3"/>
                  </a:cubicBezTo>
                  <a:cubicBezTo>
                    <a:pt x="19" y="11"/>
                    <a:pt x="7" y="14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4" name="Freeform 427">
              <a:extLst>
                <a:ext uri="{FF2B5EF4-FFF2-40B4-BE49-F238E27FC236}">
                  <a16:creationId xmlns:a16="http://schemas.microsoft.com/office/drawing/2014/main" id="{043DEA6B-63D6-4AAE-BDB1-E61737143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243"/>
              <a:ext cx="7" cy="37"/>
            </a:xfrm>
            <a:custGeom>
              <a:avLst/>
              <a:gdLst>
                <a:gd name="T0" fmla="*/ 37 w 3"/>
                <a:gd name="T1" fmla="*/ 0 h 14"/>
                <a:gd name="T2" fmla="*/ 28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3" y="5"/>
                    <a:pt x="0" y="10"/>
                    <a:pt x="2" y="1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5" name="Freeform 428">
              <a:extLst>
                <a:ext uri="{FF2B5EF4-FFF2-40B4-BE49-F238E27FC236}">
                  <a16:creationId xmlns:a16="http://schemas.microsoft.com/office/drawing/2014/main" id="{00342FE6-3FF8-434E-8D8C-525C8EA0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1315"/>
              <a:ext cx="35" cy="8"/>
            </a:xfrm>
            <a:custGeom>
              <a:avLst/>
              <a:gdLst>
                <a:gd name="T0" fmla="*/ 0 w 14"/>
                <a:gd name="T1" fmla="*/ 21 h 3"/>
                <a:gd name="T2" fmla="*/ 220 w 1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1"/>
                  </a:moveTo>
                  <a:cubicBezTo>
                    <a:pt x="5" y="2"/>
                    <a:pt x="10" y="0"/>
                    <a:pt x="14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6" name="Freeform 429">
              <a:extLst>
                <a:ext uri="{FF2B5EF4-FFF2-40B4-BE49-F238E27FC236}">
                  <a16:creationId xmlns:a16="http://schemas.microsoft.com/office/drawing/2014/main" id="{DED13F9B-2181-43CE-99F3-8912215A5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" y="1421"/>
              <a:ext cx="27" cy="30"/>
            </a:xfrm>
            <a:custGeom>
              <a:avLst/>
              <a:gdLst>
                <a:gd name="T0" fmla="*/ 12 w 11"/>
                <a:gd name="T1" fmla="*/ 224 h 11"/>
                <a:gd name="T2" fmla="*/ 162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" y="11"/>
                  </a:moveTo>
                  <a:cubicBezTo>
                    <a:pt x="0" y="6"/>
                    <a:pt x="7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7" name="Freeform 430">
              <a:extLst>
                <a:ext uri="{FF2B5EF4-FFF2-40B4-BE49-F238E27FC236}">
                  <a16:creationId xmlns:a16="http://schemas.microsoft.com/office/drawing/2014/main" id="{81C4B411-FFBC-459E-99F1-95E4A1467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1427"/>
              <a:ext cx="27" cy="24"/>
            </a:xfrm>
            <a:custGeom>
              <a:avLst/>
              <a:gdLst>
                <a:gd name="T0" fmla="*/ 0 w 11"/>
                <a:gd name="T1" fmla="*/ 0 h 9"/>
                <a:gd name="T2" fmla="*/ 162 w 1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2" y="5"/>
                    <a:pt x="6" y="8"/>
                    <a:pt x="11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8" name="Freeform 431">
              <a:extLst>
                <a:ext uri="{FF2B5EF4-FFF2-40B4-BE49-F238E27FC236}">
                  <a16:creationId xmlns:a16="http://schemas.microsoft.com/office/drawing/2014/main" id="{FFC57F2E-C052-4AAB-B202-AACD12960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173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2" y="2"/>
                    <a:pt x="3" y="6"/>
                    <a:pt x="4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9" name="Freeform 432">
              <a:extLst>
                <a:ext uri="{FF2B5EF4-FFF2-40B4-BE49-F238E27FC236}">
                  <a16:creationId xmlns:a16="http://schemas.microsoft.com/office/drawing/2014/main" id="{23B0FF93-BB4E-482A-87B4-61038327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216"/>
              <a:ext cx="23" cy="32"/>
            </a:xfrm>
            <a:custGeom>
              <a:avLst/>
              <a:gdLst>
                <a:gd name="T0" fmla="*/ 97 w 9"/>
                <a:gd name="T1" fmla="*/ 227 h 12"/>
                <a:gd name="T2" fmla="*/ 130 w 9"/>
                <a:gd name="T3" fmla="*/ 21 h 12"/>
                <a:gd name="T4" fmla="*/ 0 w 9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6" y="12"/>
                  </a:moveTo>
                  <a:cubicBezTo>
                    <a:pt x="7" y="8"/>
                    <a:pt x="9" y="5"/>
                    <a:pt x="8" y="1"/>
                  </a:cubicBezTo>
                  <a:cubicBezTo>
                    <a:pt x="4" y="0"/>
                    <a:pt x="0" y="3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0" name="Freeform 433">
              <a:extLst>
                <a:ext uri="{FF2B5EF4-FFF2-40B4-BE49-F238E27FC236}">
                  <a16:creationId xmlns:a16="http://schemas.microsoft.com/office/drawing/2014/main" id="{C7A9EC50-FC2F-43C8-BDD9-30711C7C6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376"/>
              <a:ext cx="15" cy="21"/>
            </a:xfrm>
            <a:custGeom>
              <a:avLst/>
              <a:gdLst>
                <a:gd name="T0" fmla="*/ 0 w 6"/>
                <a:gd name="T1" fmla="*/ 0 h 8"/>
                <a:gd name="T2" fmla="*/ 95 w 6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0" y="3"/>
                    <a:pt x="2" y="6"/>
                    <a:pt x="6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1" name="Freeform 434">
              <a:extLst>
                <a:ext uri="{FF2B5EF4-FFF2-40B4-BE49-F238E27FC236}">
                  <a16:creationId xmlns:a16="http://schemas.microsoft.com/office/drawing/2014/main" id="{40EF6DA5-F7EE-4CE9-83E8-44210303D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259"/>
              <a:ext cx="1" cy="1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2" name="Freeform 435">
              <a:extLst>
                <a:ext uri="{FF2B5EF4-FFF2-40B4-BE49-F238E27FC236}">
                  <a16:creationId xmlns:a16="http://schemas.microsoft.com/office/drawing/2014/main" id="{CBE32AAE-7A12-4DCB-82F3-9FCF884D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285"/>
              <a:ext cx="3" cy="16"/>
            </a:xfrm>
            <a:custGeom>
              <a:avLst/>
              <a:gdLst>
                <a:gd name="T0" fmla="*/ 27 w 1"/>
                <a:gd name="T1" fmla="*/ 11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3" name="Freeform 436">
              <a:extLst>
                <a:ext uri="{FF2B5EF4-FFF2-40B4-BE49-F238E27FC236}">
                  <a16:creationId xmlns:a16="http://schemas.microsoft.com/office/drawing/2014/main" id="{AFBBCE1C-5E43-40D5-9CD4-08A7CFEE6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381"/>
              <a:ext cx="62" cy="43"/>
            </a:xfrm>
            <a:custGeom>
              <a:avLst/>
              <a:gdLst>
                <a:gd name="T0" fmla="*/ 0 w 25"/>
                <a:gd name="T1" fmla="*/ 312 h 16"/>
                <a:gd name="T2" fmla="*/ 92 w 25"/>
                <a:gd name="T3" fmla="*/ 35 h 16"/>
                <a:gd name="T4" fmla="*/ 184 w 25"/>
                <a:gd name="T5" fmla="*/ 290 h 16"/>
                <a:gd name="T6" fmla="*/ 350 w 25"/>
                <a:gd name="T7" fmla="*/ 0 h 16"/>
                <a:gd name="T8" fmla="*/ 382 w 2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0" y="16"/>
                  </a:moveTo>
                  <a:cubicBezTo>
                    <a:pt x="2" y="12"/>
                    <a:pt x="1" y="5"/>
                    <a:pt x="6" y="2"/>
                  </a:cubicBezTo>
                  <a:cubicBezTo>
                    <a:pt x="9" y="5"/>
                    <a:pt x="9" y="11"/>
                    <a:pt x="12" y="15"/>
                  </a:cubicBezTo>
                  <a:cubicBezTo>
                    <a:pt x="20" y="14"/>
                    <a:pt x="21" y="6"/>
                    <a:pt x="23" y="0"/>
                  </a:cubicBezTo>
                  <a:cubicBezTo>
                    <a:pt x="24" y="0"/>
                    <a:pt x="24" y="0"/>
                    <a:pt x="25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4" name="Freeform 437">
              <a:extLst>
                <a:ext uri="{FF2B5EF4-FFF2-40B4-BE49-F238E27FC236}">
                  <a16:creationId xmlns:a16="http://schemas.microsoft.com/office/drawing/2014/main" id="{A20371DD-77CD-4491-9FC8-88DBB5AB5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1459"/>
              <a:ext cx="20" cy="2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5" name="Freeform 438">
              <a:extLst>
                <a:ext uri="{FF2B5EF4-FFF2-40B4-BE49-F238E27FC236}">
                  <a16:creationId xmlns:a16="http://schemas.microsoft.com/office/drawing/2014/main" id="{4186389E-6F64-404F-8547-17BBABA9F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448"/>
              <a:ext cx="23" cy="13"/>
            </a:xfrm>
            <a:custGeom>
              <a:avLst/>
              <a:gdLst>
                <a:gd name="T0" fmla="*/ 151 w 9"/>
                <a:gd name="T1" fmla="*/ 0 h 5"/>
                <a:gd name="T2" fmla="*/ 0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2"/>
                    <a:pt x="2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6" name="Freeform 439">
              <a:extLst>
                <a:ext uri="{FF2B5EF4-FFF2-40B4-BE49-F238E27FC236}">
                  <a16:creationId xmlns:a16="http://schemas.microsoft.com/office/drawing/2014/main" id="{D288CAB2-932E-46DF-8456-D99DBA985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525"/>
              <a:ext cx="12" cy="14"/>
            </a:xfrm>
            <a:custGeom>
              <a:avLst/>
              <a:gdLst>
                <a:gd name="T0" fmla="*/ 70 w 5"/>
                <a:gd name="T1" fmla="*/ 109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7" name="Freeform 440">
              <a:extLst>
                <a:ext uri="{FF2B5EF4-FFF2-40B4-BE49-F238E27FC236}">
                  <a16:creationId xmlns:a16="http://schemas.microsoft.com/office/drawing/2014/main" id="{506EC7FD-8C16-4AF0-9DF1-611C0838E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581"/>
              <a:ext cx="30" cy="14"/>
            </a:xfrm>
            <a:custGeom>
              <a:avLst/>
              <a:gdLst>
                <a:gd name="T0" fmla="*/ 0 w 12"/>
                <a:gd name="T1" fmla="*/ 109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3"/>
                    <a:pt x="8" y="1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8" name="Freeform 441">
              <a:extLst>
                <a:ext uri="{FF2B5EF4-FFF2-40B4-BE49-F238E27FC236}">
                  <a16:creationId xmlns:a16="http://schemas.microsoft.com/office/drawing/2014/main" id="{C924D354-8B70-4E87-B464-C0F8F224D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805"/>
              <a:ext cx="38" cy="51"/>
            </a:xfrm>
            <a:custGeom>
              <a:avLst/>
              <a:gdLst>
                <a:gd name="T0" fmla="*/ 20 w 15"/>
                <a:gd name="T1" fmla="*/ 368 h 19"/>
                <a:gd name="T2" fmla="*/ 180 w 15"/>
                <a:gd name="T3" fmla="*/ 287 h 19"/>
                <a:gd name="T4" fmla="*/ 0 w 15"/>
                <a:gd name="T5" fmla="*/ 172 h 19"/>
                <a:gd name="T6" fmla="*/ 20 w 15"/>
                <a:gd name="T7" fmla="*/ 0 h 19"/>
                <a:gd name="T8" fmla="*/ 213 w 15"/>
                <a:gd name="T9" fmla="*/ 8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">
                  <a:moveTo>
                    <a:pt x="1" y="19"/>
                  </a:moveTo>
                  <a:cubicBezTo>
                    <a:pt x="3" y="15"/>
                    <a:pt x="9" y="18"/>
                    <a:pt x="11" y="15"/>
                  </a:cubicBezTo>
                  <a:cubicBezTo>
                    <a:pt x="15" y="9"/>
                    <a:pt x="3" y="10"/>
                    <a:pt x="0" y="9"/>
                  </a:cubicBezTo>
                  <a:cubicBezTo>
                    <a:pt x="0" y="6"/>
                    <a:pt x="1" y="3"/>
                    <a:pt x="1" y="0"/>
                  </a:cubicBezTo>
                  <a:cubicBezTo>
                    <a:pt x="5" y="1"/>
                    <a:pt x="8" y="5"/>
                    <a:pt x="13" y="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9" name="Freeform 442">
              <a:extLst>
                <a:ext uri="{FF2B5EF4-FFF2-40B4-BE49-F238E27FC236}">
                  <a16:creationId xmlns:a16="http://schemas.microsoft.com/office/drawing/2014/main" id="{0631C390-8F72-4A22-9D44-D6160FC20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811"/>
              <a:ext cx="30" cy="53"/>
            </a:xfrm>
            <a:custGeom>
              <a:avLst/>
              <a:gdLst>
                <a:gd name="T0" fmla="*/ 175 w 12"/>
                <a:gd name="T1" fmla="*/ 90 h 20"/>
                <a:gd name="T2" fmla="*/ 125 w 12"/>
                <a:gd name="T3" fmla="*/ 337 h 20"/>
                <a:gd name="T4" fmla="*/ 63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11" y="5"/>
                  </a:moveTo>
                  <a:cubicBezTo>
                    <a:pt x="10" y="8"/>
                    <a:pt x="12" y="17"/>
                    <a:pt x="8" y="18"/>
                  </a:cubicBezTo>
                  <a:cubicBezTo>
                    <a:pt x="0" y="20"/>
                    <a:pt x="2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0" name="Freeform 443">
              <a:extLst>
                <a:ext uri="{FF2B5EF4-FFF2-40B4-BE49-F238E27FC236}">
                  <a16:creationId xmlns:a16="http://schemas.microsoft.com/office/drawing/2014/main" id="{31210596-F155-48A0-B27E-52E6C7353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899"/>
              <a:ext cx="33" cy="26"/>
            </a:xfrm>
            <a:custGeom>
              <a:avLst/>
              <a:gdLst>
                <a:gd name="T0" fmla="*/ 20 w 13"/>
                <a:gd name="T1" fmla="*/ 177 h 10"/>
                <a:gd name="T2" fmla="*/ 147 w 13"/>
                <a:gd name="T3" fmla="*/ 0 h 10"/>
                <a:gd name="T4" fmla="*/ 0 w 13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" y="10"/>
                  </a:moveTo>
                  <a:cubicBezTo>
                    <a:pt x="6" y="10"/>
                    <a:pt x="13" y="5"/>
                    <a:pt x="9" y="0"/>
                  </a:cubicBezTo>
                  <a:cubicBezTo>
                    <a:pt x="5" y="0"/>
                    <a:pt x="3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1" name="Freeform 444">
              <a:extLst>
                <a:ext uri="{FF2B5EF4-FFF2-40B4-BE49-F238E27FC236}">
                  <a16:creationId xmlns:a16="http://schemas.microsoft.com/office/drawing/2014/main" id="{9D7D128F-9115-42D0-AD9C-B0F770954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733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0"/>
                    <a:pt x="5" y="1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2" name="Freeform 445">
              <a:extLst>
                <a:ext uri="{FF2B5EF4-FFF2-40B4-BE49-F238E27FC236}">
                  <a16:creationId xmlns:a16="http://schemas.microsoft.com/office/drawing/2014/main" id="{0AE7F3DC-40E6-43CE-B75C-5E85F157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645"/>
              <a:ext cx="42" cy="24"/>
            </a:xfrm>
            <a:custGeom>
              <a:avLst/>
              <a:gdLst>
                <a:gd name="T0" fmla="*/ 0 w 17"/>
                <a:gd name="T1" fmla="*/ 171 h 9"/>
                <a:gd name="T2" fmla="*/ 257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9"/>
                  </a:moveTo>
                  <a:cubicBezTo>
                    <a:pt x="7" y="7"/>
                    <a:pt x="12" y="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3" name="Freeform 446">
              <a:extLst>
                <a:ext uri="{FF2B5EF4-FFF2-40B4-BE49-F238E27FC236}">
                  <a16:creationId xmlns:a16="http://schemas.microsoft.com/office/drawing/2014/main" id="{4A38C7DB-27B6-4EA3-9DC6-79891EABE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955"/>
              <a:ext cx="38" cy="40"/>
            </a:xfrm>
            <a:custGeom>
              <a:avLst/>
              <a:gdLst>
                <a:gd name="T0" fmla="*/ 96 w 15"/>
                <a:gd name="T1" fmla="*/ 285 h 15"/>
                <a:gd name="T2" fmla="*/ 0 w 15"/>
                <a:gd name="T3" fmla="*/ 24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6" y="15"/>
                  </a:moveTo>
                  <a:cubicBezTo>
                    <a:pt x="15" y="15"/>
                    <a:pt x="12" y="0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4" name="Freeform 447">
              <a:extLst>
                <a:ext uri="{FF2B5EF4-FFF2-40B4-BE49-F238E27FC236}">
                  <a16:creationId xmlns:a16="http://schemas.microsoft.com/office/drawing/2014/main" id="{11CE2EC0-8851-4987-BD51-618DBAE04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888"/>
              <a:ext cx="50" cy="37"/>
            </a:xfrm>
            <a:custGeom>
              <a:avLst/>
              <a:gdLst>
                <a:gd name="T0" fmla="*/ 283 w 20"/>
                <a:gd name="T1" fmla="*/ 167 h 14"/>
                <a:gd name="T2" fmla="*/ 283 w 20"/>
                <a:gd name="T3" fmla="*/ 204 h 14"/>
                <a:gd name="T4" fmla="*/ 238 w 20"/>
                <a:gd name="T5" fmla="*/ 0 h 14"/>
                <a:gd name="T6" fmla="*/ 145 w 20"/>
                <a:gd name="T7" fmla="*/ 238 h 14"/>
                <a:gd name="T8" fmla="*/ 50 w 20"/>
                <a:gd name="T9" fmla="*/ 34 h 14"/>
                <a:gd name="T10" fmla="*/ 0 w 20"/>
                <a:gd name="T11" fmla="*/ 25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4">
                  <a:moveTo>
                    <a:pt x="18" y="9"/>
                  </a:moveTo>
                  <a:cubicBezTo>
                    <a:pt x="17" y="10"/>
                    <a:pt x="17" y="11"/>
                    <a:pt x="18" y="11"/>
                  </a:cubicBezTo>
                  <a:cubicBezTo>
                    <a:pt x="20" y="8"/>
                    <a:pt x="19" y="3"/>
                    <a:pt x="15" y="0"/>
                  </a:cubicBezTo>
                  <a:cubicBezTo>
                    <a:pt x="11" y="2"/>
                    <a:pt x="8" y="8"/>
                    <a:pt x="9" y="13"/>
                  </a:cubicBezTo>
                  <a:cubicBezTo>
                    <a:pt x="8" y="9"/>
                    <a:pt x="6" y="5"/>
                    <a:pt x="3" y="2"/>
                  </a:cubicBezTo>
                  <a:cubicBezTo>
                    <a:pt x="0" y="5"/>
                    <a:pt x="0" y="9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5" name="Freeform 448">
              <a:extLst>
                <a:ext uri="{FF2B5EF4-FFF2-40B4-BE49-F238E27FC236}">
                  <a16:creationId xmlns:a16="http://schemas.microsoft.com/office/drawing/2014/main" id="{5BB3CF33-435E-4AA9-ADC4-6775F067D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835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6" name="Freeform 449">
              <a:extLst>
                <a:ext uri="{FF2B5EF4-FFF2-40B4-BE49-F238E27FC236}">
                  <a16:creationId xmlns:a16="http://schemas.microsoft.com/office/drawing/2014/main" id="{32747DBB-E3FA-4432-A458-7600313CE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040"/>
              <a:ext cx="23" cy="45"/>
            </a:xfrm>
            <a:custGeom>
              <a:avLst/>
              <a:gdLst>
                <a:gd name="T0" fmla="*/ 0 w 9"/>
                <a:gd name="T1" fmla="*/ 183 h 17"/>
                <a:gd name="T2" fmla="*/ 118 w 9"/>
                <a:gd name="T3" fmla="*/ 0 h 17"/>
                <a:gd name="T4" fmla="*/ 84 w 9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0" y="10"/>
                  </a:moveTo>
                  <a:cubicBezTo>
                    <a:pt x="1" y="6"/>
                    <a:pt x="3" y="1"/>
                    <a:pt x="7" y="0"/>
                  </a:cubicBezTo>
                  <a:cubicBezTo>
                    <a:pt x="9" y="5"/>
                    <a:pt x="7" y="12"/>
                    <a:pt x="5" y="1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7" name="Freeform 450">
              <a:extLst>
                <a:ext uri="{FF2B5EF4-FFF2-40B4-BE49-F238E27FC236}">
                  <a16:creationId xmlns:a16="http://schemas.microsoft.com/office/drawing/2014/main" id="{3BFC31A4-4FCC-49AD-B455-9E89FBAE5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003"/>
              <a:ext cx="37" cy="45"/>
            </a:xfrm>
            <a:custGeom>
              <a:avLst/>
              <a:gdLst>
                <a:gd name="T0" fmla="*/ 62 w 15"/>
                <a:gd name="T1" fmla="*/ 0 h 17"/>
                <a:gd name="T2" fmla="*/ 212 w 15"/>
                <a:gd name="T3" fmla="*/ 169 h 17"/>
                <a:gd name="T4" fmla="*/ 0 w 15"/>
                <a:gd name="T5" fmla="*/ 1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4" y="0"/>
                  </a:moveTo>
                  <a:cubicBezTo>
                    <a:pt x="6" y="2"/>
                    <a:pt x="15" y="4"/>
                    <a:pt x="14" y="9"/>
                  </a:cubicBezTo>
                  <a:cubicBezTo>
                    <a:pt x="12" y="17"/>
                    <a:pt x="2" y="9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8" name="Freeform 451">
              <a:extLst>
                <a:ext uri="{FF2B5EF4-FFF2-40B4-BE49-F238E27FC236}">
                  <a16:creationId xmlns:a16="http://schemas.microsoft.com/office/drawing/2014/main" id="{899A3812-24F8-4E5B-BA57-7D513F775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107"/>
              <a:ext cx="53" cy="56"/>
            </a:xfrm>
            <a:custGeom>
              <a:avLst/>
              <a:gdLst>
                <a:gd name="T0" fmla="*/ 83 w 21"/>
                <a:gd name="T1" fmla="*/ 397 h 21"/>
                <a:gd name="T2" fmla="*/ 0 w 21"/>
                <a:gd name="T3" fmla="*/ 30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1">
                  <a:moveTo>
                    <a:pt x="5" y="21"/>
                  </a:moveTo>
                  <a:cubicBezTo>
                    <a:pt x="21" y="9"/>
                    <a:pt x="7" y="0"/>
                    <a:pt x="0" y="1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9" name="Freeform 452">
              <a:extLst>
                <a:ext uri="{FF2B5EF4-FFF2-40B4-BE49-F238E27FC236}">
                  <a16:creationId xmlns:a16="http://schemas.microsoft.com/office/drawing/2014/main" id="{AF0E3BFD-AAF6-4222-B153-7C97C8C8A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147"/>
              <a:ext cx="25" cy="2"/>
            </a:xfrm>
            <a:custGeom>
              <a:avLst/>
              <a:gdLst>
                <a:gd name="T0" fmla="*/ 0 w 10"/>
                <a:gd name="T1" fmla="*/ 0 h 1"/>
                <a:gd name="T2" fmla="*/ 158 w 10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1"/>
                    <a:pt x="7" y="1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0" name="Freeform 453">
              <a:extLst>
                <a:ext uri="{FF2B5EF4-FFF2-40B4-BE49-F238E27FC236}">
                  <a16:creationId xmlns:a16="http://schemas.microsoft.com/office/drawing/2014/main" id="{31256D5F-6961-4000-8E8B-4F9F5BB0C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192"/>
              <a:ext cx="13" cy="19"/>
            </a:xfrm>
            <a:custGeom>
              <a:avLst/>
              <a:gdLst>
                <a:gd name="T0" fmla="*/ 0 w 5"/>
                <a:gd name="T1" fmla="*/ 0 h 7"/>
                <a:gd name="T2" fmla="*/ 88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3" y="5"/>
                    <a:pt x="5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1" name="Freeform 454">
              <a:extLst>
                <a:ext uri="{FF2B5EF4-FFF2-40B4-BE49-F238E27FC236}">
                  <a16:creationId xmlns:a16="http://schemas.microsoft.com/office/drawing/2014/main" id="{579315D5-B2D8-484E-8E1F-32E74DA68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413"/>
              <a:ext cx="25" cy="35"/>
            </a:xfrm>
            <a:custGeom>
              <a:avLst/>
              <a:gdLst>
                <a:gd name="T0" fmla="*/ 0 w 10"/>
                <a:gd name="T1" fmla="*/ 253 h 13"/>
                <a:gd name="T2" fmla="*/ 125 w 10"/>
                <a:gd name="T3" fmla="*/ 0 h 13"/>
                <a:gd name="T4" fmla="*/ 145 w 10"/>
                <a:gd name="T5" fmla="*/ 23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2" y="9"/>
                    <a:pt x="3" y="2"/>
                    <a:pt x="8" y="0"/>
                  </a:cubicBezTo>
                  <a:cubicBezTo>
                    <a:pt x="10" y="3"/>
                    <a:pt x="9" y="8"/>
                    <a:pt x="9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2" name="Freeform 455">
              <a:extLst>
                <a:ext uri="{FF2B5EF4-FFF2-40B4-BE49-F238E27FC236}">
                  <a16:creationId xmlns:a16="http://schemas.microsoft.com/office/drawing/2014/main" id="{8BBDFE3B-F2EF-4CE9-ACAF-2F49BBC2C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371"/>
              <a:ext cx="13" cy="18"/>
            </a:xfrm>
            <a:custGeom>
              <a:avLst/>
              <a:gdLst>
                <a:gd name="T0" fmla="*/ 88 w 5"/>
                <a:gd name="T1" fmla="*/ 118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3" name="Freeform 456">
              <a:extLst>
                <a:ext uri="{FF2B5EF4-FFF2-40B4-BE49-F238E27FC236}">
                  <a16:creationId xmlns:a16="http://schemas.microsoft.com/office/drawing/2014/main" id="{4A1E7B97-8EDC-4318-95CC-29973EEFF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488"/>
              <a:ext cx="18" cy="5"/>
            </a:xfrm>
            <a:custGeom>
              <a:avLst/>
              <a:gdLst>
                <a:gd name="T0" fmla="*/ 118 w 7"/>
                <a:gd name="T1" fmla="*/ 33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4" name="Freeform 457">
              <a:extLst>
                <a:ext uri="{FF2B5EF4-FFF2-40B4-BE49-F238E27FC236}">
                  <a16:creationId xmlns:a16="http://schemas.microsoft.com/office/drawing/2014/main" id="{A6116078-DE34-4DEB-8A16-8BB1B3E9A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2269"/>
              <a:ext cx="42" cy="43"/>
            </a:xfrm>
            <a:custGeom>
              <a:avLst/>
              <a:gdLst>
                <a:gd name="T0" fmla="*/ 0 w 17"/>
                <a:gd name="T1" fmla="*/ 253 h 16"/>
                <a:gd name="T2" fmla="*/ 74 w 17"/>
                <a:gd name="T3" fmla="*/ 81 h 16"/>
                <a:gd name="T4" fmla="*/ 153 w 17"/>
                <a:gd name="T5" fmla="*/ 312 h 16"/>
                <a:gd name="T6" fmla="*/ 245 w 1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13"/>
                  </a:moveTo>
                  <a:cubicBezTo>
                    <a:pt x="0" y="9"/>
                    <a:pt x="2" y="6"/>
                    <a:pt x="5" y="4"/>
                  </a:cubicBezTo>
                  <a:cubicBezTo>
                    <a:pt x="6" y="8"/>
                    <a:pt x="5" y="15"/>
                    <a:pt x="10" y="16"/>
                  </a:cubicBezTo>
                  <a:cubicBezTo>
                    <a:pt x="17" y="16"/>
                    <a:pt x="15" y="4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5" name="Freeform 458">
              <a:extLst>
                <a:ext uri="{FF2B5EF4-FFF2-40B4-BE49-F238E27FC236}">
                  <a16:creationId xmlns:a16="http://schemas.microsoft.com/office/drawing/2014/main" id="{044A308D-CD49-4139-9342-6B493B7AC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173"/>
              <a:ext cx="28" cy="32"/>
            </a:xfrm>
            <a:custGeom>
              <a:avLst/>
              <a:gdLst>
                <a:gd name="T0" fmla="*/ 84 w 11"/>
                <a:gd name="T1" fmla="*/ 21 h 12"/>
                <a:gd name="T2" fmla="*/ 0 w 11"/>
                <a:gd name="T3" fmla="*/ 205 h 12"/>
                <a:gd name="T4" fmla="*/ 181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"/>
                  </a:moveTo>
                  <a:cubicBezTo>
                    <a:pt x="2" y="4"/>
                    <a:pt x="0" y="7"/>
                    <a:pt x="0" y="11"/>
                  </a:cubicBezTo>
                  <a:cubicBezTo>
                    <a:pt x="6" y="12"/>
                    <a:pt x="11" y="6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6" name="Freeform 459">
              <a:extLst>
                <a:ext uri="{FF2B5EF4-FFF2-40B4-BE49-F238E27FC236}">
                  <a16:creationId xmlns:a16="http://schemas.microsoft.com/office/drawing/2014/main" id="{BED40510-6251-43BE-B87A-77AE1CE1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3" y="2077"/>
              <a:ext cx="12" cy="22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3"/>
                    <a:pt x="2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7" name="Freeform 460">
              <a:extLst>
                <a:ext uri="{FF2B5EF4-FFF2-40B4-BE49-F238E27FC236}">
                  <a16:creationId xmlns:a16="http://schemas.microsoft.com/office/drawing/2014/main" id="{5D086FB5-3961-43A4-AE03-C0ADB72AE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" y="1891"/>
              <a:ext cx="25" cy="29"/>
            </a:xfrm>
            <a:custGeom>
              <a:avLst/>
              <a:gdLst>
                <a:gd name="T0" fmla="*/ 145 w 10"/>
                <a:gd name="T1" fmla="*/ 0 h 11"/>
                <a:gd name="T2" fmla="*/ 20 w 10"/>
                <a:gd name="T3" fmla="*/ 166 h 11"/>
                <a:gd name="T4" fmla="*/ 158 w 10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9" y="0"/>
                  </a:moveTo>
                  <a:cubicBezTo>
                    <a:pt x="3" y="0"/>
                    <a:pt x="0" y="4"/>
                    <a:pt x="1" y="9"/>
                  </a:cubicBezTo>
                  <a:cubicBezTo>
                    <a:pt x="4" y="11"/>
                    <a:pt x="8" y="10"/>
                    <a:pt x="10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8" name="Freeform 461">
              <a:extLst>
                <a:ext uri="{FF2B5EF4-FFF2-40B4-BE49-F238E27FC236}">
                  <a16:creationId xmlns:a16="http://schemas.microsoft.com/office/drawing/2014/main" id="{B21062E3-39CC-4D80-B881-81CF0F4CE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8" y="1955"/>
              <a:ext cx="20" cy="18"/>
            </a:xfrm>
            <a:custGeom>
              <a:avLst/>
              <a:gdLst>
                <a:gd name="T0" fmla="*/ 0 w 8"/>
                <a:gd name="T1" fmla="*/ 0 h 7"/>
                <a:gd name="T2" fmla="*/ 125 w 8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4" y="0"/>
                    <a:pt x="6" y="4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9" name="Freeform 462">
              <a:extLst>
                <a:ext uri="{FF2B5EF4-FFF2-40B4-BE49-F238E27FC236}">
                  <a16:creationId xmlns:a16="http://schemas.microsoft.com/office/drawing/2014/main" id="{6AD5E752-DD9B-4A6B-9F98-A64C0A9FF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5" y="1821"/>
              <a:ext cx="25" cy="30"/>
            </a:xfrm>
            <a:custGeom>
              <a:avLst/>
              <a:gdLst>
                <a:gd name="T0" fmla="*/ 158 w 10"/>
                <a:gd name="T1" fmla="*/ 0 h 11"/>
                <a:gd name="T2" fmla="*/ 145 w 10"/>
                <a:gd name="T3" fmla="*/ 202 h 11"/>
                <a:gd name="T4" fmla="*/ 50 w 10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10" y="4"/>
                    <a:pt x="10" y="7"/>
                    <a:pt x="9" y="10"/>
                  </a:cubicBezTo>
                  <a:cubicBezTo>
                    <a:pt x="5" y="11"/>
                    <a:pt x="0" y="6"/>
                    <a:pt x="3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0" name="Freeform 463">
              <a:extLst>
                <a:ext uri="{FF2B5EF4-FFF2-40B4-BE49-F238E27FC236}">
                  <a16:creationId xmlns:a16="http://schemas.microsoft.com/office/drawing/2014/main" id="{EAD8E76D-A1AF-4F43-BC35-BA3BE325C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5" y="1640"/>
              <a:ext cx="15" cy="27"/>
            </a:xfrm>
            <a:custGeom>
              <a:avLst/>
              <a:gdLst>
                <a:gd name="T0" fmla="*/ 95 w 6"/>
                <a:gd name="T1" fmla="*/ 0 h 10"/>
                <a:gd name="T2" fmla="*/ 0 w 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3" y="3"/>
                    <a:pt x="1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1" name="Freeform 464">
              <a:extLst>
                <a:ext uri="{FF2B5EF4-FFF2-40B4-BE49-F238E27FC236}">
                  <a16:creationId xmlns:a16="http://schemas.microsoft.com/office/drawing/2014/main" id="{9DCE219D-4435-4E1D-B8F8-C9F2E5C8F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0" y="1571"/>
              <a:ext cx="23" cy="13"/>
            </a:xfrm>
            <a:custGeom>
              <a:avLst/>
              <a:gdLst>
                <a:gd name="T0" fmla="*/ 0 w 9"/>
                <a:gd name="T1" fmla="*/ 0 h 5"/>
                <a:gd name="T2" fmla="*/ 151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2" y="4"/>
                    <a:pt x="5" y="5"/>
                    <a:pt x="9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2" name="Freeform 465">
              <a:extLst>
                <a:ext uri="{FF2B5EF4-FFF2-40B4-BE49-F238E27FC236}">
                  <a16:creationId xmlns:a16="http://schemas.microsoft.com/office/drawing/2014/main" id="{DB0B4BDA-5211-48FC-B7F8-6A977AB02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3" y="1525"/>
              <a:ext cx="22" cy="14"/>
            </a:xfrm>
            <a:custGeom>
              <a:avLst/>
              <a:gdLst>
                <a:gd name="T0" fmla="*/ 0 w 9"/>
                <a:gd name="T1" fmla="*/ 0 h 5"/>
                <a:gd name="T2" fmla="*/ 132 w 9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3" y="3"/>
                    <a:pt x="6" y="4"/>
                    <a:pt x="9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3" name="Freeform 466">
              <a:extLst>
                <a:ext uri="{FF2B5EF4-FFF2-40B4-BE49-F238E27FC236}">
                  <a16:creationId xmlns:a16="http://schemas.microsoft.com/office/drawing/2014/main" id="{E20075A8-D43A-4565-A6CF-A1F0D61D1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1600"/>
              <a:ext cx="28" cy="19"/>
            </a:xfrm>
            <a:custGeom>
              <a:avLst/>
              <a:gdLst>
                <a:gd name="T0" fmla="*/ 0 w 11"/>
                <a:gd name="T1" fmla="*/ 0 h 7"/>
                <a:gd name="T2" fmla="*/ 181 w 1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0" y="5"/>
                    <a:pt x="6" y="7"/>
                    <a:pt x="11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4" name="Freeform 467">
              <a:extLst>
                <a:ext uri="{FF2B5EF4-FFF2-40B4-BE49-F238E27FC236}">
                  <a16:creationId xmlns:a16="http://schemas.microsoft.com/office/drawing/2014/main" id="{6758BD45-BFC1-4BCB-BAB3-8A50DBA34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536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2" y="4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5" name="Freeform 468">
              <a:extLst>
                <a:ext uri="{FF2B5EF4-FFF2-40B4-BE49-F238E27FC236}">
                  <a16:creationId xmlns:a16="http://schemas.microsoft.com/office/drawing/2014/main" id="{92B133F0-B96A-402C-8B89-F84C43628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1216"/>
              <a:ext cx="30" cy="37"/>
            </a:xfrm>
            <a:custGeom>
              <a:avLst/>
              <a:gdLst>
                <a:gd name="T0" fmla="*/ 95 w 12"/>
                <a:gd name="T1" fmla="*/ 259 h 14"/>
                <a:gd name="T2" fmla="*/ 63 w 12"/>
                <a:gd name="T3" fmla="*/ 34 h 14"/>
                <a:gd name="T4" fmla="*/ 188 w 12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6" y="14"/>
                  </a:moveTo>
                  <a:cubicBezTo>
                    <a:pt x="4" y="12"/>
                    <a:pt x="0" y="5"/>
                    <a:pt x="4" y="2"/>
                  </a:cubicBezTo>
                  <a:cubicBezTo>
                    <a:pt x="8" y="0"/>
                    <a:pt x="11" y="8"/>
                    <a:pt x="12" y="1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6" name="Freeform 469">
              <a:extLst>
                <a:ext uri="{FF2B5EF4-FFF2-40B4-BE49-F238E27FC236}">
                  <a16:creationId xmlns:a16="http://schemas.microsoft.com/office/drawing/2014/main" id="{8F7D17A8-C3B1-4F34-A9D2-88B03FC79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563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29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2"/>
                    <a:pt x="0" y="5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7" name="Freeform 470">
              <a:extLst>
                <a:ext uri="{FF2B5EF4-FFF2-40B4-BE49-F238E27FC236}">
                  <a16:creationId xmlns:a16="http://schemas.microsoft.com/office/drawing/2014/main" id="{E93E5EA5-1A6A-4AC8-BD70-56171AC7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219"/>
              <a:ext cx="35" cy="24"/>
            </a:xfrm>
            <a:custGeom>
              <a:avLst/>
              <a:gdLst>
                <a:gd name="T0" fmla="*/ 158 w 14"/>
                <a:gd name="T1" fmla="*/ 35 h 9"/>
                <a:gd name="T2" fmla="*/ 0 w 14"/>
                <a:gd name="T3" fmla="*/ 93 h 9"/>
                <a:gd name="T4" fmla="*/ 220 w 14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0" y="2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4" y="9"/>
                    <a:pt x="9" y="7"/>
                    <a:pt x="14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8" name="Freeform 471">
              <a:extLst>
                <a:ext uri="{FF2B5EF4-FFF2-40B4-BE49-F238E27FC236}">
                  <a16:creationId xmlns:a16="http://schemas.microsoft.com/office/drawing/2014/main" id="{794E86AF-8CAC-4ED9-885B-AF5D56EFC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952"/>
              <a:ext cx="643" cy="445"/>
            </a:xfrm>
            <a:custGeom>
              <a:avLst/>
              <a:gdLst>
                <a:gd name="T0" fmla="*/ 4026 w 257"/>
                <a:gd name="T1" fmla="*/ 3067 h 167"/>
                <a:gd name="T2" fmla="*/ 1314 w 257"/>
                <a:gd name="T3" fmla="*/ 2137 h 167"/>
                <a:gd name="T4" fmla="*/ 0 w 257"/>
                <a:gd name="T5" fmla="*/ 0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7" h="167">
                  <a:moveTo>
                    <a:pt x="257" y="162"/>
                  </a:moveTo>
                  <a:cubicBezTo>
                    <a:pt x="210" y="167"/>
                    <a:pt x="133" y="117"/>
                    <a:pt x="84" y="113"/>
                  </a:cubicBezTo>
                  <a:cubicBezTo>
                    <a:pt x="35" y="109"/>
                    <a:pt x="22" y="3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F687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9" name="Freeform 472">
              <a:extLst>
                <a:ext uri="{FF2B5EF4-FFF2-40B4-BE49-F238E27FC236}">
                  <a16:creationId xmlns:a16="http://schemas.microsoft.com/office/drawing/2014/main" id="{D0522EBF-702A-4D90-ABB6-A097CB331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219"/>
              <a:ext cx="376" cy="178"/>
            </a:xfrm>
            <a:custGeom>
              <a:avLst/>
              <a:gdLst>
                <a:gd name="T0" fmla="*/ 2364 w 150"/>
                <a:gd name="T1" fmla="*/ 93 h 67"/>
                <a:gd name="T2" fmla="*/ 0 w 150"/>
                <a:gd name="T3" fmla="*/ 1257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" h="67">
                  <a:moveTo>
                    <a:pt x="150" y="5"/>
                  </a:moveTo>
                  <a:cubicBezTo>
                    <a:pt x="120" y="0"/>
                    <a:pt x="41" y="10"/>
                    <a:pt x="0" y="67"/>
                  </a:cubicBezTo>
                </a:path>
              </a:pathLst>
            </a:custGeom>
            <a:noFill/>
            <a:ln w="12700" cap="rnd">
              <a:solidFill>
                <a:srgbClr val="6F687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0" name="Freeform 473">
              <a:extLst>
                <a:ext uri="{FF2B5EF4-FFF2-40B4-BE49-F238E27FC236}">
                  <a16:creationId xmlns:a16="http://schemas.microsoft.com/office/drawing/2014/main" id="{F2AD1FEC-1FA5-420F-821B-193A4BEFB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445"/>
              <a:ext cx="262" cy="67"/>
            </a:xfrm>
            <a:custGeom>
              <a:avLst/>
              <a:gdLst>
                <a:gd name="T0" fmla="*/ 1632 w 105"/>
                <a:gd name="T1" fmla="*/ 423 h 25"/>
                <a:gd name="T2" fmla="*/ 1228 w 105"/>
                <a:gd name="T3" fmla="*/ 445 h 25"/>
                <a:gd name="T4" fmla="*/ 479 w 105"/>
                <a:gd name="T5" fmla="*/ 423 h 25"/>
                <a:gd name="T6" fmla="*/ 0 w 105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25">
                  <a:moveTo>
                    <a:pt x="105" y="22"/>
                  </a:moveTo>
                  <a:cubicBezTo>
                    <a:pt x="97" y="25"/>
                    <a:pt x="87" y="22"/>
                    <a:pt x="79" y="23"/>
                  </a:cubicBezTo>
                  <a:cubicBezTo>
                    <a:pt x="62" y="23"/>
                    <a:pt x="48" y="24"/>
                    <a:pt x="31" y="22"/>
                  </a:cubicBezTo>
                  <a:cubicBezTo>
                    <a:pt x="13" y="19"/>
                    <a:pt x="5" y="19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F687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1" name="Freeform 474">
              <a:extLst>
                <a:ext uri="{FF2B5EF4-FFF2-40B4-BE49-F238E27FC236}">
                  <a16:creationId xmlns:a16="http://schemas.microsoft.com/office/drawing/2014/main" id="{E27714AD-284F-4F69-8836-139C7B88D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496"/>
              <a:ext cx="92" cy="59"/>
            </a:xfrm>
            <a:custGeom>
              <a:avLst/>
              <a:gdLst>
                <a:gd name="T0" fmla="*/ 569 w 37"/>
                <a:gd name="T1" fmla="*/ 0 h 22"/>
                <a:gd name="T2" fmla="*/ 308 w 37"/>
                <a:gd name="T3" fmla="*/ 94 h 22"/>
                <a:gd name="T4" fmla="*/ 0 w 37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2">
                  <a:moveTo>
                    <a:pt x="37" y="0"/>
                  </a:moveTo>
                  <a:cubicBezTo>
                    <a:pt x="32" y="3"/>
                    <a:pt x="26" y="2"/>
                    <a:pt x="20" y="5"/>
                  </a:cubicBezTo>
                  <a:cubicBezTo>
                    <a:pt x="13" y="9"/>
                    <a:pt x="6" y="17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6F687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2" name="Freeform 475">
              <a:extLst>
                <a:ext uri="{FF2B5EF4-FFF2-40B4-BE49-F238E27FC236}">
                  <a16:creationId xmlns:a16="http://schemas.microsoft.com/office/drawing/2014/main" id="{202E79F6-F41A-42E1-966C-A221F4437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480"/>
              <a:ext cx="72" cy="69"/>
            </a:xfrm>
            <a:custGeom>
              <a:avLst/>
              <a:gdLst>
                <a:gd name="T0" fmla="*/ 444 w 29"/>
                <a:gd name="T1" fmla="*/ 295 h 26"/>
                <a:gd name="T2" fmla="*/ 353 w 29"/>
                <a:gd name="T3" fmla="*/ 77 h 26"/>
                <a:gd name="T4" fmla="*/ 184 w 29"/>
                <a:gd name="T5" fmla="*/ 430 h 26"/>
                <a:gd name="T6" fmla="*/ 0 w 29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6">
                  <a:moveTo>
                    <a:pt x="29" y="16"/>
                  </a:moveTo>
                  <a:cubicBezTo>
                    <a:pt x="28" y="12"/>
                    <a:pt x="27" y="7"/>
                    <a:pt x="23" y="4"/>
                  </a:cubicBezTo>
                  <a:cubicBezTo>
                    <a:pt x="19" y="9"/>
                    <a:pt x="20" y="26"/>
                    <a:pt x="12" y="23"/>
                  </a:cubicBezTo>
                  <a:cubicBezTo>
                    <a:pt x="3" y="21"/>
                    <a:pt x="1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3" name="Freeform 476">
              <a:extLst>
                <a:ext uri="{FF2B5EF4-FFF2-40B4-BE49-F238E27FC236}">
                  <a16:creationId xmlns:a16="http://schemas.microsoft.com/office/drawing/2014/main" id="{98CED7BF-5351-4D02-8F87-197C951BF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448"/>
              <a:ext cx="27" cy="13"/>
            </a:xfrm>
            <a:custGeom>
              <a:avLst/>
              <a:gdLst>
                <a:gd name="T0" fmla="*/ 162 w 11"/>
                <a:gd name="T1" fmla="*/ 0 h 5"/>
                <a:gd name="T2" fmla="*/ 0 w 1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11" y="0"/>
                  </a:moveTo>
                  <a:cubicBezTo>
                    <a:pt x="7" y="0"/>
                    <a:pt x="3" y="2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4" name="Freeform 477">
              <a:extLst>
                <a:ext uri="{FF2B5EF4-FFF2-40B4-BE49-F238E27FC236}">
                  <a16:creationId xmlns:a16="http://schemas.microsoft.com/office/drawing/2014/main" id="{504A698C-EF13-4676-B889-190497F90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520"/>
              <a:ext cx="55" cy="40"/>
            </a:xfrm>
            <a:custGeom>
              <a:avLst/>
              <a:gdLst>
                <a:gd name="T0" fmla="*/ 113 w 22"/>
                <a:gd name="T1" fmla="*/ 248 h 15"/>
                <a:gd name="T2" fmla="*/ 20 w 22"/>
                <a:gd name="T3" fmla="*/ 0 h 15"/>
                <a:gd name="T4" fmla="*/ 345 w 22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7" y="13"/>
                  </a:moveTo>
                  <a:cubicBezTo>
                    <a:pt x="3" y="10"/>
                    <a:pt x="0" y="6"/>
                    <a:pt x="1" y="0"/>
                  </a:cubicBezTo>
                  <a:cubicBezTo>
                    <a:pt x="9" y="1"/>
                    <a:pt x="17" y="10"/>
                    <a:pt x="22" y="1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5" name="Freeform 478">
              <a:extLst>
                <a:ext uri="{FF2B5EF4-FFF2-40B4-BE49-F238E27FC236}">
                  <a16:creationId xmlns:a16="http://schemas.microsoft.com/office/drawing/2014/main" id="{D4817B12-F5D4-461E-9A37-30CD712C8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480"/>
              <a:ext cx="25" cy="24"/>
            </a:xfrm>
            <a:custGeom>
              <a:avLst/>
              <a:gdLst>
                <a:gd name="T0" fmla="*/ 50 w 10"/>
                <a:gd name="T1" fmla="*/ 0 h 9"/>
                <a:gd name="T2" fmla="*/ 0 w 10"/>
                <a:gd name="T3" fmla="*/ 171 h 9"/>
                <a:gd name="T4" fmla="*/ 158 w 10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cubicBezTo>
                    <a:pt x="4" y="4"/>
                    <a:pt x="3" y="7"/>
                    <a:pt x="0" y="9"/>
                  </a:cubicBezTo>
                  <a:cubicBezTo>
                    <a:pt x="4" y="8"/>
                    <a:pt x="7" y="7"/>
                    <a:pt x="10" y="7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6" name="Freeform 479">
              <a:extLst>
                <a:ext uri="{FF2B5EF4-FFF2-40B4-BE49-F238E27FC236}">
                  <a16:creationId xmlns:a16="http://schemas.microsoft.com/office/drawing/2014/main" id="{179F116E-9FFD-419A-82B1-CA20D11F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197"/>
              <a:ext cx="32" cy="35"/>
            </a:xfrm>
            <a:custGeom>
              <a:avLst/>
              <a:gdLst>
                <a:gd name="T0" fmla="*/ 0 w 13"/>
                <a:gd name="T1" fmla="*/ 0 h 13"/>
                <a:gd name="T2" fmla="*/ 0 w 13"/>
                <a:gd name="T3" fmla="*/ 232 h 13"/>
                <a:gd name="T4" fmla="*/ 194 w 13"/>
                <a:gd name="T5" fmla="*/ 23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2" y="4"/>
                    <a:pt x="5" y="9"/>
                    <a:pt x="0" y="12"/>
                  </a:cubicBezTo>
                  <a:cubicBezTo>
                    <a:pt x="4" y="10"/>
                    <a:pt x="9" y="13"/>
                    <a:pt x="13" y="12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7" name="Freeform 480">
              <a:extLst>
                <a:ext uri="{FF2B5EF4-FFF2-40B4-BE49-F238E27FC236}">
                  <a16:creationId xmlns:a16="http://schemas.microsoft.com/office/drawing/2014/main" id="{FE4AB52F-1333-44EF-9E7B-29A61C1E9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" y="1725"/>
              <a:ext cx="35" cy="38"/>
            </a:xfrm>
            <a:custGeom>
              <a:avLst/>
              <a:gdLst>
                <a:gd name="T0" fmla="*/ 208 w 14"/>
                <a:gd name="T1" fmla="*/ 141 h 14"/>
                <a:gd name="T2" fmla="*/ 220 w 14"/>
                <a:gd name="T3" fmla="*/ 280 h 14"/>
                <a:gd name="T4" fmla="*/ 95 w 14"/>
                <a:gd name="T5" fmla="*/ 141 h 14"/>
                <a:gd name="T6" fmla="*/ 0 w 14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3" y="7"/>
                  </a:moveTo>
                  <a:cubicBezTo>
                    <a:pt x="12" y="9"/>
                    <a:pt x="12" y="12"/>
                    <a:pt x="14" y="14"/>
                  </a:cubicBezTo>
                  <a:cubicBezTo>
                    <a:pt x="10" y="14"/>
                    <a:pt x="8" y="10"/>
                    <a:pt x="6" y="7"/>
                  </a:cubicBezTo>
                  <a:cubicBezTo>
                    <a:pt x="4" y="5"/>
                    <a:pt x="1" y="3"/>
                    <a:pt x="0" y="0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8" name="Freeform 481">
              <a:extLst>
                <a:ext uri="{FF2B5EF4-FFF2-40B4-BE49-F238E27FC236}">
                  <a16:creationId xmlns:a16="http://schemas.microsoft.com/office/drawing/2014/main" id="{793A2CCD-45CF-44AD-87B0-51DC503E2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541"/>
              <a:ext cx="87" cy="70"/>
            </a:xfrm>
            <a:custGeom>
              <a:avLst/>
              <a:gdLst>
                <a:gd name="T0" fmla="*/ 12 w 35"/>
                <a:gd name="T1" fmla="*/ 175 h 26"/>
                <a:gd name="T2" fmla="*/ 42 w 35"/>
                <a:gd name="T3" fmla="*/ 22 h 26"/>
                <a:gd name="T4" fmla="*/ 186 w 35"/>
                <a:gd name="T5" fmla="*/ 232 h 26"/>
                <a:gd name="T6" fmla="*/ 259 w 35"/>
                <a:gd name="T7" fmla="*/ 0 h 26"/>
                <a:gd name="T8" fmla="*/ 341 w 35"/>
                <a:gd name="T9" fmla="*/ 175 h 26"/>
                <a:gd name="T10" fmla="*/ 507 w 35"/>
                <a:gd name="T11" fmla="*/ 0 h 26"/>
                <a:gd name="T12" fmla="*/ 415 w 35"/>
                <a:gd name="T13" fmla="*/ 50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6">
                  <a:moveTo>
                    <a:pt x="1" y="9"/>
                  </a:moveTo>
                  <a:cubicBezTo>
                    <a:pt x="0" y="6"/>
                    <a:pt x="1" y="3"/>
                    <a:pt x="3" y="1"/>
                  </a:cubicBezTo>
                  <a:cubicBezTo>
                    <a:pt x="8" y="1"/>
                    <a:pt x="11" y="7"/>
                    <a:pt x="12" y="12"/>
                  </a:cubicBezTo>
                  <a:cubicBezTo>
                    <a:pt x="12" y="7"/>
                    <a:pt x="13" y="3"/>
                    <a:pt x="17" y="0"/>
                  </a:cubicBezTo>
                  <a:cubicBezTo>
                    <a:pt x="20" y="2"/>
                    <a:pt x="22" y="5"/>
                    <a:pt x="22" y="9"/>
                  </a:cubicBezTo>
                  <a:cubicBezTo>
                    <a:pt x="25" y="5"/>
                    <a:pt x="28" y="1"/>
                    <a:pt x="33" y="0"/>
                  </a:cubicBezTo>
                  <a:cubicBezTo>
                    <a:pt x="35" y="9"/>
                    <a:pt x="31" y="19"/>
                    <a:pt x="27" y="2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9" name="Freeform 482">
              <a:extLst>
                <a:ext uri="{FF2B5EF4-FFF2-40B4-BE49-F238E27FC236}">
                  <a16:creationId xmlns:a16="http://schemas.microsoft.com/office/drawing/2014/main" id="{B725A3B8-0916-4EF6-BA63-84EE78541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643"/>
              <a:ext cx="40" cy="50"/>
            </a:xfrm>
            <a:custGeom>
              <a:avLst/>
              <a:gdLst>
                <a:gd name="T0" fmla="*/ 0 w 16"/>
                <a:gd name="T1" fmla="*/ 200 h 19"/>
                <a:gd name="T2" fmla="*/ 63 w 16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1"/>
                  </a:moveTo>
                  <a:cubicBezTo>
                    <a:pt x="11" y="0"/>
                    <a:pt x="16" y="13"/>
                    <a:pt x="4" y="1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0" name="Freeform 483">
              <a:extLst>
                <a:ext uri="{FF2B5EF4-FFF2-40B4-BE49-F238E27FC236}">
                  <a16:creationId xmlns:a16="http://schemas.microsoft.com/office/drawing/2014/main" id="{C2689B83-8312-4144-B4A2-593692A4E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2397"/>
              <a:ext cx="22" cy="32"/>
            </a:xfrm>
            <a:custGeom>
              <a:avLst/>
              <a:gdLst>
                <a:gd name="T0" fmla="*/ 120 w 9"/>
                <a:gd name="T1" fmla="*/ 227 h 12"/>
                <a:gd name="T2" fmla="*/ 0 w 9"/>
                <a:gd name="T3" fmla="*/ 21 h 12"/>
                <a:gd name="T4" fmla="*/ 132 w 9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12"/>
                  </a:moveTo>
                  <a:cubicBezTo>
                    <a:pt x="7" y="7"/>
                    <a:pt x="5" y="3"/>
                    <a:pt x="0" y="1"/>
                  </a:cubicBezTo>
                  <a:cubicBezTo>
                    <a:pt x="3" y="0"/>
                    <a:pt x="6" y="0"/>
                    <a:pt x="9" y="1"/>
                  </a:cubicBezTo>
                </a:path>
              </a:pathLst>
            </a:custGeom>
            <a:solidFill>
              <a:srgbClr val="6F6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366" name="Rectangle 484">
            <a:extLst>
              <a:ext uri="{FF2B5EF4-FFF2-40B4-BE49-F238E27FC236}">
                <a16:creationId xmlns:a16="http://schemas.microsoft.com/office/drawing/2014/main" id="{6E016DCE-5536-41B3-B94F-EB0EF2EB0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2800" y="3429000"/>
            <a:ext cx="990600" cy="990600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57350" name="suprachiasmatic-nucleus-medical-illustration">
            <a:extLst>
              <a:ext uri="{FF2B5EF4-FFF2-40B4-BE49-F238E27FC236}">
                <a16:creationId xmlns:a16="http://schemas.microsoft.com/office/drawing/2014/main" id="{A8035178-045F-4078-B923-4429B1597B52}"/>
              </a:ext>
            </a:extLst>
          </p:cNvPr>
          <p:cNvSpPr>
            <a:spLocks/>
          </p:cNvSpPr>
          <p:nvPr/>
        </p:nvSpPr>
        <p:spPr bwMode="auto">
          <a:xfrm>
            <a:off x="4857750" y="3429000"/>
            <a:ext cx="2286000" cy="2438400"/>
          </a:xfrm>
          <a:custGeom>
            <a:avLst/>
            <a:gdLst>
              <a:gd name="T0" fmla="*/ 2147483646 w 1440"/>
              <a:gd name="T1" fmla="*/ 0 h 1536"/>
              <a:gd name="T2" fmla="*/ 0 w 1440"/>
              <a:gd name="T3" fmla="*/ 2147483646 h 1536"/>
              <a:gd name="T4" fmla="*/ 0 w 1440"/>
              <a:gd name="T5" fmla="*/ 2147483646 h 1536"/>
              <a:gd name="T6" fmla="*/ 2147483646 w 1440"/>
              <a:gd name="T7" fmla="*/ 2147483646 h 1536"/>
              <a:gd name="T8" fmla="*/ 2147483646 w 1440"/>
              <a:gd name="T9" fmla="*/ 0 h 15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440" h="1536">
                <a:moveTo>
                  <a:pt x="1440" y="0"/>
                </a:moveTo>
                <a:lnTo>
                  <a:pt x="0" y="144"/>
                </a:lnTo>
                <a:lnTo>
                  <a:pt x="0" y="1536"/>
                </a:lnTo>
                <a:lnTo>
                  <a:pt x="1440" y="624"/>
                </a:lnTo>
                <a:lnTo>
                  <a:pt x="1440" y="0"/>
                </a:lnTo>
                <a:close/>
              </a:path>
            </a:pathLst>
          </a:custGeom>
          <a:solidFill>
            <a:schemeClr val="bg1">
              <a:alpha val="50195"/>
            </a:schemeClr>
          </a:solidFill>
          <a:ln w="9525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38F0CBCB-229C-48BB-9A85-3D47A7E8CFA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Cerebrospinal fluid</a:t>
            </a:r>
          </a:p>
        </p:txBody>
      </p:sp>
      <p:grpSp>
        <p:nvGrpSpPr>
          <p:cNvPr id="58370" name="cerebrospinal-fluid-circulation-diagram">
            <a:extLst>
              <a:ext uri="{FF2B5EF4-FFF2-40B4-BE49-F238E27FC236}">
                <a16:creationId xmlns:a16="http://schemas.microsoft.com/office/drawing/2014/main" id="{20B780CE-78D0-40FC-9189-5EC7445C2149}"/>
              </a:ext>
            </a:extLst>
          </p:cNvPr>
          <p:cNvGrpSpPr>
            <a:grpSpLocks/>
          </p:cNvGrpSpPr>
          <p:nvPr/>
        </p:nvGrpSpPr>
        <p:grpSpPr bwMode="auto">
          <a:xfrm>
            <a:off x="3765550" y="1411288"/>
            <a:ext cx="4776788" cy="4897437"/>
            <a:chOff x="1412" y="762"/>
            <a:chExt cx="3009" cy="3085"/>
          </a:xfrm>
        </p:grpSpPr>
        <p:sp>
          <p:nvSpPr>
            <p:cNvPr id="58371" name="Freeform 4">
              <a:extLst>
                <a:ext uri="{FF2B5EF4-FFF2-40B4-BE49-F238E27FC236}">
                  <a16:creationId xmlns:a16="http://schemas.microsoft.com/office/drawing/2014/main" id="{7629CEFF-3524-4FC5-AC85-3608F9A98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762"/>
              <a:ext cx="3009" cy="3017"/>
            </a:xfrm>
            <a:custGeom>
              <a:avLst/>
              <a:gdLst>
                <a:gd name="T0" fmla="*/ 2385 w 1929"/>
                <a:gd name="T1" fmla="*/ 4128 h 1931"/>
                <a:gd name="T2" fmla="*/ 0 w 1929"/>
                <a:gd name="T3" fmla="*/ 2312 h 1931"/>
                <a:gd name="T4" fmla="*/ 3343 w 1929"/>
                <a:gd name="T5" fmla="*/ 22 h 1931"/>
                <a:gd name="T6" fmla="*/ 7136 w 1929"/>
                <a:gd name="T7" fmla="*/ 3447 h 1931"/>
                <a:gd name="T8" fmla="*/ 6472 w 1929"/>
                <a:gd name="T9" fmla="*/ 4515 h 1931"/>
                <a:gd name="T10" fmla="*/ 6232 w 1929"/>
                <a:gd name="T11" fmla="*/ 5061 h 1931"/>
                <a:gd name="T12" fmla="*/ 5489 w 1929"/>
                <a:gd name="T13" fmla="*/ 5843 h 1931"/>
                <a:gd name="T14" fmla="*/ 5063 w 1929"/>
                <a:gd name="T15" fmla="*/ 6015 h 1931"/>
                <a:gd name="T16" fmla="*/ 4642 w 1929"/>
                <a:gd name="T17" fmla="*/ 6551 h 1931"/>
                <a:gd name="T18" fmla="*/ 4642 w 1929"/>
                <a:gd name="T19" fmla="*/ 7365 h 1931"/>
                <a:gd name="T20" fmla="*/ 3689 w 1929"/>
                <a:gd name="T21" fmla="*/ 7365 h 1931"/>
                <a:gd name="T22" fmla="*/ 3472 w 1929"/>
                <a:gd name="T23" fmla="*/ 6111 h 1931"/>
                <a:gd name="T24" fmla="*/ 2954 w 1929"/>
                <a:gd name="T25" fmla="*/ 4843 h 1931"/>
                <a:gd name="T26" fmla="*/ 2968 w 1929"/>
                <a:gd name="T27" fmla="*/ 4383 h 1931"/>
                <a:gd name="T28" fmla="*/ 2589 w 1929"/>
                <a:gd name="T29" fmla="*/ 4443 h 1931"/>
                <a:gd name="T30" fmla="*/ 2385 w 1929"/>
                <a:gd name="T31" fmla="*/ 4128 h 19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29" h="1931">
                  <a:moveTo>
                    <a:pt x="628" y="1082"/>
                  </a:moveTo>
                  <a:cubicBezTo>
                    <a:pt x="628" y="1082"/>
                    <a:pt x="0" y="1138"/>
                    <a:pt x="0" y="606"/>
                  </a:cubicBezTo>
                  <a:cubicBezTo>
                    <a:pt x="0" y="74"/>
                    <a:pt x="729" y="9"/>
                    <a:pt x="881" y="6"/>
                  </a:cubicBezTo>
                  <a:cubicBezTo>
                    <a:pt x="1101" y="0"/>
                    <a:pt x="1929" y="155"/>
                    <a:pt x="1880" y="904"/>
                  </a:cubicBezTo>
                  <a:cubicBezTo>
                    <a:pt x="1870" y="1051"/>
                    <a:pt x="1712" y="1116"/>
                    <a:pt x="1705" y="1184"/>
                  </a:cubicBezTo>
                  <a:cubicBezTo>
                    <a:pt x="1697" y="1253"/>
                    <a:pt x="1642" y="1327"/>
                    <a:pt x="1642" y="1327"/>
                  </a:cubicBezTo>
                  <a:cubicBezTo>
                    <a:pt x="1642" y="1327"/>
                    <a:pt x="1576" y="1488"/>
                    <a:pt x="1446" y="1532"/>
                  </a:cubicBezTo>
                  <a:cubicBezTo>
                    <a:pt x="1407" y="1545"/>
                    <a:pt x="1357" y="1527"/>
                    <a:pt x="1334" y="1577"/>
                  </a:cubicBezTo>
                  <a:cubicBezTo>
                    <a:pt x="1311" y="1626"/>
                    <a:pt x="1227" y="1642"/>
                    <a:pt x="1223" y="1718"/>
                  </a:cubicBezTo>
                  <a:cubicBezTo>
                    <a:pt x="1219" y="1794"/>
                    <a:pt x="1223" y="1931"/>
                    <a:pt x="1223" y="1931"/>
                  </a:cubicBezTo>
                  <a:cubicBezTo>
                    <a:pt x="972" y="1931"/>
                    <a:pt x="972" y="1931"/>
                    <a:pt x="972" y="1931"/>
                  </a:cubicBezTo>
                  <a:cubicBezTo>
                    <a:pt x="972" y="1931"/>
                    <a:pt x="959" y="1691"/>
                    <a:pt x="915" y="1602"/>
                  </a:cubicBezTo>
                  <a:cubicBezTo>
                    <a:pt x="871" y="1513"/>
                    <a:pt x="769" y="1352"/>
                    <a:pt x="778" y="1270"/>
                  </a:cubicBezTo>
                  <a:cubicBezTo>
                    <a:pt x="787" y="1189"/>
                    <a:pt x="793" y="1173"/>
                    <a:pt x="782" y="1149"/>
                  </a:cubicBezTo>
                  <a:cubicBezTo>
                    <a:pt x="782" y="1149"/>
                    <a:pt x="723" y="1187"/>
                    <a:pt x="682" y="1165"/>
                  </a:cubicBezTo>
                  <a:cubicBezTo>
                    <a:pt x="641" y="1143"/>
                    <a:pt x="628" y="1082"/>
                    <a:pt x="628" y="1082"/>
                  </a:cubicBezTo>
                  <a:close/>
                </a:path>
              </a:pathLst>
            </a:custGeom>
            <a:solidFill>
              <a:srgbClr val="86AB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2" name="Freeform 5">
              <a:extLst>
                <a:ext uri="{FF2B5EF4-FFF2-40B4-BE49-F238E27FC236}">
                  <a16:creationId xmlns:a16="http://schemas.microsoft.com/office/drawing/2014/main" id="{5823FEF8-6D25-40C5-900A-8340AF2E1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762"/>
              <a:ext cx="3009" cy="3017"/>
            </a:xfrm>
            <a:custGeom>
              <a:avLst/>
              <a:gdLst>
                <a:gd name="T0" fmla="*/ 3689 w 1929"/>
                <a:gd name="T1" fmla="*/ 7365 h 1931"/>
                <a:gd name="T2" fmla="*/ 3472 w 1929"/>
                <a:gd name="T3" fmla="*/ 6111 h 1931"/>
                <a:gd name="T4" fmla="*/ 2954 w 1929"/>
                <a:gd name="T5" fmla="*/ 4843 h 1931"/>
                <a:gd name="T6" fmla="*/ 2968 w 1929"/>
                <a:gd name="T7" fmla="*/ 4383 h 1931"/>
                <a:gd name="T8" fmla="*/ 2589 w 1929"/>
                <a:gd name="T9" fmla="*/ 4443 h 1931"/>
                <a:gd name="T10" fmla="*/ 2385 w 1929"/>
                <a:gd name="T11" fmla="*/ 4128 h 1931"/>
                <a:gd name="T12" fmla="*/ 0 w 1929"/>
                <a:gd name="T13" fmla="*/ 2312 h 1931"/>
                <a:gd name="T14" fmla="*/ 3343 w 1929"/>
                <a:gd name="T15" fmla="*/ 22 h 1931"/>
                <a:gd name="T16" fmla="*/ 7136 w 1929"/>
                <a:gd name="T17" fmla="*/ 3447 h 1931"/>
                <a:gd name="T18" fmla="*/ 6472 w 1929"/>
                <a:gd name="T19" fmla="*/ 4515 h 1931"/>
                <a:gd name="T20" fmla="*/ 6232 w 1929"/>
                <a:gd name="T21" fmla="*/ 5061 h 1931"/>
                <a:gd name="T22" fmla="*/ 5489 w 1929"/>
                <a:gd name="T23" fmla="*/ 5843 h 1931"/>
                <a:gd name="T24" fmla="*/ 5063 w 1929"/>
                <a:gd name="T25" fmla="*/ 6015 h 1931"/>
                <a:gd name="T26" fmla="*/ 4642 w 1929"/>
                <a:gd name="T27" fmla="*/ 6551 h 1931"/>
                <a:gd name="T28" fmla="*/ 4642 w 1929"/>
                <a:gd name="T29" fmla="*/ 7365 h 19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29" h="1931">
                  <a:moveTo>
                    <a:pt x="972" y="1931"/>
                  </a:moveTo>
                  <a:cubicBezTo>
                    <a:pt x="972" y="1931"/>
                    <a:pt x="959" y="1691"/>
                    <a:pt x="915" y="1602"/>
                  </a:cubicBezTo>
                  <a:cubicBezTo>
                    <a:pt x="871" y="1513"/>
                    <a:pt x="769" y="1352"/>
                    <a:pt x="778" y="1270"/>
                  </a:cubicBezTo>
                  <a:cubicBezTo>
                    <a:pt x="787" y="1189"/>
                    <a:pt x="793" y="1173"/>
                    <a:pt x="782" y="1149"/>
                  </a:cubicBezTo>
                  <a:cubicBezTo>
                    <a:pt x="782" y="1149"/>
                    <a:pt x="723" y="1187"/>
                    <a:pt x="682" y="1165"/>
                  </a:cubicBezTo>
                  <a:cubicBezTo>
                    <a:pt x="641" y="1143"/>
                    <a:pt x="628" y="1082"/>
                    <a:pt x="628" y="1082"/>
                  </a:cubicBezTo>
                  <a:cubicBezTo>
                    <a:pt x="628" y="1082"/>
                    <a:pt x="0" y="1138"/>
                    <a:pt x="0" y="606"/>
                  </a:cubicBezTo>
                  <a:cubicBezTo>
                    <a:pt x="0" y="74"/>
                    <a:pt x="729" y="9"/>
                    <a:pt x="881" y="6"/>
                  </a:cubicBezTo>
                  <a:cubicBezTo>
                    <a:pt x="1101" y="0"/>
                    <a:pt x="1929" y="155"/>
                    <a:pt x="1880" y="904"/>
                  </a:cubicBezTo>
                  <a:cubicBezTo>
                    <a:pt x="1870" y="1051"/>
                    <a:pt x="1712" y="1116"/>
                    <a:pt x="1705" y="1184"/>
                  </a:cubicBezTo>
                  <a:cubicBezTo>
                    <a:pt x="1697" y="1253"/>
                    <a:pt x="1642" y="1327"/>
                    <a:pt x="1642" y="1327"/>
                  </a:cubicBezTo>
                  <a:cubicBezTo>
                    <a:pt x="1642" y="1327"/>
                    <a:pt x="1576" y="1488"/>
                    <a:pt x="1446" y="1532"/>
                  </a:cubicBezTo>
                  <a:cubicBezTo>
                    <a:pt x="1407" y="1545"/>
                    <a:pt x="1357" y="1527"/>
                    <a:pt x="1334" y="1577"/>
                  </a:cubicBezTo>
                  <a:cubicBezTo>
                    <a:pt x="1311" y="1626"/>
                    <a:pt x="1227" y="1642"/>
                    <a:pt x="1223" y="1718"/>
                  </a:cubicBezTo>
                  <a:cubicBezTo>
                    <a:pt x="1219" y="1794"/>
                    <a:pt x="1223" y="1931"/>
                    <a:pt x="1223" y="193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3" name="Freeform 6">
              <a:extLst>
                <a:ext uri="{FF2B5EF4-FFF2-40B4-BE49-F238E27FC236}">
                  <a16:creationId xmlns:a16="http://schemas.microsoft.com/office/drawing/2014/main" id="{15402EEE-2B6F-4271-BF76-94700D80F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948"/>
              <a:ext cx="2658" cy="1471"/>
            </a:xfrm>
            <a:custGeom>
              <a:avLst/>
              <a:gdLst>
                <a:gd name="T0" fmla="*/ 2547 w 1704"/>
                <a:gd name="T1" fmla="*/ 3309 h 942"/>
                <a:gd name="T2" fmla="*/ 2374 w 1704"/>
                <a:gd name="T3" fmla="*/ 3370 h 942"/>
                <a:gd name="T4" fmla="*/ 2178 w 1704"/>
                <a:gd name="T5" fmla="*/ 3439 h 942"/>
                <a:gd name="T6" fmla="*/ 1925 w 1704"/>
                <a:gd name="T7" fmla="*/ 3521 h 942"/>
                <a:gd name="T8" fmla="*/ 1750 w 1704"/>
                <a:gd name="T9" fmla="*/ 3560 h 942"/>
                <a:gd name="T10" fmla="*/ 1547 w 1704"/>
                <a:gd name="T11" fmla="*/ 3518 h 942"/>
                <a:gd name="T12" fmla="*/ 1390 w 1704"/>
                <a:gd name="T13" fmla="*/ 3504 h 942"/>
                <a:gd name="T14" fmla="*/ 1192 w 1704"/>
                <a:gd name="T15" fmla="*/ 3504 h 942"/>
                <a:gd name="T16" fmla="*/ 976 w 1704"/>
                <a:gd name="T17" fmla="*/ 3423 h 942"/>
                <a:gd name="T18" fmla="*/ 855 w 1704"/>
                <a:gd name="T19" fmla="*/ 3304 h 942"/>
                <a:gd name="T20" fmla="*/ 657 w 1704"/>
                <a:gd name="T21" fmla="*/ 3256 h 942"/>
                <a:gd name="T22" fmla="*/ 551 w 1704"/>
                <a:gd name="T23" fmla="*/ 3112 h 942"/>
                <a:gd name="T24" fmla="*/ 368 w 1704"/>
                <a:gd name="T25" fmla="*/ 2962 h 942"/>
                <a:gd name="T26" fmla="*/ 279 w 1704"/>
                <a:gd name="T27" fmla="*/ 2753 h 942"/>
                <a:gd name="T28" fmla="*/ 87 w 1704"/>
                <a:gd name="T29" fmla="*/ 2522 h 942"/>
                <a:gd name="T30" fmla="*/ 39 w 1704"/>
                <a:gd name="T31" fmla="*/ 2258 h 942"/>
                <a:gd name="T32" fmla="*/ 69 w 1704"/>
                <a:gd name="T33" fmla="*/ 1702 h 942"/>
                <a:gd name="T34" fmla="*/ 90 w 1704"/>
                <a:gd name="T35" fmla="*/ 1480 h 942"/>
                <a:gd name="T36" fmla="*/ 231 w 1704"/>
                <a:gd name="T37" fmla="*/ 1329 h 942"/>
                <a:gd name="T38" fmla="*/ 323 w 1704"/>
                <a:gd name="T39" fmla="*/ 1085 h 942"/>
                <a:gd name="T40" fmla="*/ 660 w 1704"/>
                <a:gd name="T41" fmla="*/ 812 h 942"/>
                <a:gd name="T42" fmla="*/ 713 w 1704"/>
                <a:gd name="T43" fmla="*/ 651 h 942"/>
                <a:gd name="T44" fmla="*/ 909 w 1704"/>
                <a:gd name="T45" fmla="*/ 490 h 942"/>
                <a:gd name="T46" fmla="*/ 1178 w 1704"/>
                <a:gd name="T47" fmla="*/ 339 h 942"/>
                <a:gd name="T48" fmla="*/ 1625 w 1704"/>
                <a:gd name="T49" fmla="*/ 164 h 942"/>
                <a:gd name="T50" fmla="*/ 2020 w 1704"/>
                <a:gd name="T51" fmla="*/ 83 h 942"/>
                <a:gd name="T52" fmla="*/ 2156 w 1704"/>
                <a:gd name="T53" fmla="*/ 109 h 942"/>
                <a:gd name="T54" fmla="*/ 2263 w 1704"/>
                <a:gd name="T55" fmla="*/ 34 h 942"/>
                <a:gd name="T56" fmla="*/ 2569 w 1704"/>
                <a:gd name="T57" fmla="*/ 27 h 942"/>
                <a:gd name="T58" fmla="*/ 2873 w 1704"/>
                <a:gd name="T59" fmla="*/ 34 h 942"/>
                <a:gd name="T60" fmla="*/ 3160 w 1704"/>
                <a:gd name="T61" fmla="*/ 108 h 942"/>
                <a:gd name="T62" fmla="*/ 3404 w 1704"/>
                <a:gd name="T63" fmla="*/ 83 h 942"/>
                <a:gd name="T64" fmla="*/ 3663 w 1704"/>
                <a:gd name="T65" fmla="*/ 169 h 942"/>
                <a:gd name="T66" fmla="*/ 3803 w 1704"/>
                <a:gd name="T67" fmla="*/ 122 h 942"/>
                <a:gd name="T68" fmla="*/ 3981 w 1704"/>
                <a:gd name="T69" fmla="*/ 265 h 942"/>
                <a:gd name="T70" fmla="*/ 4171 w 1704"/>
                <a:gd name="T71" fmla="*/ 225 h 942"/>
                <a:gd name="T72" fmla="*/ 4567 w 1704"/>
                <a:gd name="T73" fmla="*/ 426 h 942"/>
                <a:gd name="T74" fmla="*/ 5066 w 1704"/>
                <a:gd name="T75" fmla="*/ 631 h 942"/>
                <a:gd name="T76" fmla="*/ 5511 w 1704"/>
                <a:gd name="T77" fmla="*/ 976 h 942"/>
                <a:gd name="T78" fmla="*/ 5973 w 1704"/>
                <a:gd name="T79" fmla="*/ 1566 h 942"/>
                <a:gd name="T80" fmla="*/ 6197 w 1704"/>
                <a:gd name="T81" fmla="*/ 1702 h 942"/>
                <a:gd name="T82" fmla="*/ 6360 w 1704"/>
                <a:gd name="T83" fmla="*/ 2197 h 942"/>
                <a:gd name="T84" fmla="*/ 6453 w 1704"/>
                <a:gd name="T85" fmla="*/ 2684 h 942"/>
                <a:gd name="T86" fmla="*/ 6263 w 1704"/>
                <a:gd name="T87" fmla="*/ 3234 h 942"/>
                <a:gd name="T88" fmla="*/ 5681 w 1704"/>
                <a:gd name="T89" fmla="*/ 3370 h 942"/>
                <a:gd name="T90" fmla="*/ 5328 w 1704"/>
                <a:gd name="T91" fmla="*/ 3226 h 942"/>
                <a:gd name="T92" fmla="*/ 5045 w 1704"/>
                <a:gd name="T93" fmla="*/ 3200 h 942"/>
                <a:gd name="T94" fmla="*/ 4772 w 1704"/>
                <a:gd name="T95" fmla="*/ 3058 h 942"/>
                <a:gd name="T96" fmla="*/ 4536 w 1704"/>
                <a:gd name="T97" fmla="*/ 2956 h 942"/>
                <a:gd name="T98" fmla="*/ 4441 w 1704"/>
                <a:gd name="T99" fmla="*/ 2822 h 942"/>
                <a:gd name="T100" fmla="*/ 4616 w 1704"/>
                <a:gd name="T101" fmla="*/ 2419 h 942"/>
                <a:gd name="T102" fmla="*/ 2738 w 1704"/>
                <a:gd name="T103" fmla="*/ 1527 h 942"/>
                <a:gd name="T104" fmla="*/ 1722 w 1704"/>
                <a:gd name="T105" fmla="*/ 2297 h 942"/>
                <a:gd name="T106" fmla="*/ 2557 w 1704"/>
                <a:gd name="T107" fmla="*/ 2822 h 942"/>
                <a:gd name="T108" fmla="*/ 2547 w 1704"/>
                <a:gd name="T109" fmla="*/ 3309 h 94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04" h="942">
                  <a:moveTo>
                    <a:pt x="671" y="869"/>
                  </a:moveTo>
                  <a:cubicBezTo>
                    <a:pt x="671" y="869"/>
                    <a:pt x="637" y="893"/>
                    <a:pt x="626" y="885"/>
                  </a:cubicBezTo>
                  <a:cubicBezTo>
                    <a:pt x="615" y="878"/>
                    <a:pt x="592" y="911"/>
                    <a:pt x="574" y="903"/>
                  </a:cubicBezTo>
                  <a:cubicBezTo>
                    <a:pt x="555" y="894"/>
                    <a:pt x="525" y="914"/>
                    <a:pt x="507" y="925"/>
                  </a:cubicBezTo>
                  <a:cubicBezTo>
                    <a:pt x="488" y="936"/>
                    <a:pt x="479" y="942"/>
                    <a:pt x="461" y="935"/>
                  </a:cubicBezTo>
                  <a:cubicBezTo>
                    <a:pt x="442" y="927"/>
                    <a:pt x="423" y="919"/>
                    <a:pt x="408" y="924"/>
                  </a:cubicBezTo>
                  <a:cubicBezTo>
                    <a:pt x="393" y="929"/>
                    <a:pt x="371" y="927"/>
                    <a:pt x="366" y="920"/>
                  </a:cubicBezTo>
                  <a:cubicBezTo>
                    <a:pt x="361" y="913"/>
                    <a:pt x="342" y="922"/>
                    <a:pt x="314" y="920"/>
                  </a:cubicBezTo>
                  <a:cubicBezTo>
                    <a:pt x="285" y="917"/>
                    <a:pt x="278" y="908"/>
                    <a:pt x="257" y="899"/>
                  </a:cubicBezTo>
                  <a:cubicBezTo>
                    <a:pt x="235" y="890"/>
                    <a:pt x="220" y="883"/>
                    <a:pt x="225" y="868"/>
                  </a:cubicBezTo>
                  <a:cubicBezTo>
                    <a:pt x="225" y="868"/>
                    <a:pt x="193" y="869"/>
                    <a:pt x="173" y="855"/>
                  </a:cubicBezTo>
                  <a:cubicBezTo>
                    <a:pt x="153" y="842"/>
                    <a:pt x="163" y="827"/>
                    <a:pt x="145" y="817"/>
                  </a:cubicBezTo>
                  <a:cubicBezTo>
                    <a:pt x="126" y="807"/>
                    <a:pt x="100" y="809"/>
                    <a:pt x="97" y="778"/>
                  </a:cubicBezTo>
                  <a:cubicBezTo>
                    <a:pt x="95" y="747"/>
                    <a:pt x="110" y="735"/>
                    <a:pt x="74" y="723"/>
                  </a:cubicBezTo>
                  <a:cubicBezTo>
                    <a:pt x="38" y="712"/>
                    <a:pt x="23" y="691"/>
                    <a:pt x="23" y="662"/>
                  </a:cubicBezTo>
                  <a:cubicBezTo>
                    <a:pt x="23" y="634"/>
                    <a:pt x="20" y="618"/>
                    <a:pt x="10" y="593"/>
                  </a:cubicBezTo>
                  <a:cubicBezTo>
                    <a:pt x="0" y="568"/>
                    <a:pt x="8" y="478"/>
                    <a:pt x="18" y="447"/>
                  </a:cubicBezTo>
                  <a:cubicBezTo>
                    <a:pt x="28" y="416"/>
                    <a:pt x="11" y="404"/>
                    <a:pt x="24" y="389"/>
                  </a:cubicBezTo>
                  <a:cubicBezTo>
                    <a:pt x="36" y="374"/>
                    <a:pt x="59" y="366"/>
                    <a:pt x="61" y="349"/>
                  </a:cubicBezTo>
                  <a:cubicBezTo>
                    <a:pt x="64" y="331"/>
                    <a:pt x="71" y="305"/>
                    <a:pt x="85" y="285"/>
                  </a:cubicBezTo>
                  <a:cubicBezTo>
                    <a:pt x="99" y="265"/>
                    <a:pt x="140" y="181"/>
                    <a:pt x="174" y="213"/>
                  </a:cubicBezTo>
                  <a:cubicBezTo>
                    <a:pt x="174" y="213"/>
                    <a:pt x="164" y="177"/>
                    <a:pt x="188" y="171"/>
                  </a:cubicBezTo>
                  <a:cubicBezTo>
                    <a:pt x="212" y="165"/>
                    <a:pt x="218" y="131"/>
                    <a:pt x="240" y="129"/>
                  </a:cubicBezTo>
                  <a:cubicBezTo>
                    <a:pt x="263" y="126"/>
                    <a:pt x="284" y="95"/>
                    <a:pt x="310" y="89"/>
                  </a:cubicBezTo>
                  <a:cubicBezTo>
                    <a:pt x="336" y="83"/>
                    <a:pt x="387" y="43"/>
                    <a:pt x="428" y="43"/>
                  </a:cubicBezTo>
                  <a:cubicBezTo>
                    <a:pt x="469" y="43"/>
                    <a:pt x="509" y="27"/>
                    <a:pt x="532" y="22"/>
                  </a:cubicBezTo>
                  <a:cubicBezTo>
                    <a:pt x="554" y="17"/>
                    <a:pt x="568" y="29"/>
                    <a:pt x="568" y="29"/>
                  </a:cubicBezTo>
                  <a:cubicBezTo>
                    <a:pt x="568" y="29"/>
                    <a:pt x="576" y="9"/>
                    <a:pt x="596" y="9"/>
                  </a:cubicBezTo>
                  <a:cubicBezTo>
                    <a:pt x="616" y="9"/>
                    <a:pt x="645" y="13"/>
                    <a:pt x="677" y="7"/>
                  </a:cubicBezTo>
                  <a:cubicBezTo>
                    <a:pt x="709" y="0"/>
                    <a:pt x="734" y="2"/>
                    <a:pt x="757" y="9"/>
                  </a:cubicBezTo>
                  <a:cubicBezTo>
                    <a:pt x="779" y="17"/>
                    <a:pt x="808" y="28"/>
                    <a:pt x="833" y="28"/>
                  </a:cubicBezTo>
                  <a:cubicBezTo>
                    <a:pt x="858" y="28"/>
                    <a:pt x="875" y="25"/>
                    <a:pt x="897" y="22"/>
                  </a:cubicBezTo>
                  <a:cubicBezTo>
                    <a:pt x="920" y="18"/>
                    <a:pt x="967" y="17"/>
                    <a:pt x="965" y="44"/>
                  </a:cubicBezTo>
                  <a:cubicBezTo>
                    <a:pt x="965" y="44"/>
                    <a:pt x="978" y="22"/>
                    <a:pt x="1002" y="32"/>
                  </a:cubicBezTo>
                  <a:cubicBezTo>
                    <a:pt x="1025" y="42"/>
                    <a:pt x="1057" y="34"/>
                    <a:pt x="1049" y="70"/>
                  </a:cubicBezTo>
                  <a:cubicBezTo>
                    <a:pt x="1049" y="70"/>
                    <a:pt x="1048" y="42"/>
                    <a:pt x="1099" y="59"/>
                  </a:cubicBezTo>
                  <a:cubicBezTo>
                    <a:pt x="1150" y="76"/>
                    <a:pt x="1169" y="103"/>
                    <a:pt x="1203" y="112"/>
                  </a:cubicBezTo>
                  <a:cubicBezTo>
                    <a:pt x="1238" y="122"/>
                    <a:pt x="1288" y="134"/>
                    <a:pt x="1335" y="166"/>
                  </a:cubicBezTo>
                  <a:cubicBezTo>
                    <a:pt x="1383" y="198"/>
                    <a:pt x="1411" y="233"/>
                    <a:pt x="1452" y="256"/>
                  </a:cubicBezTo>
                  <a:cubicBezTo>
                    <a:pt x="1493" y="278"/>
                    <a:pt x="1613" y="385"/>
                    <a:pt x="1574" y="411"/>
                  </a:cubicBezTo>
                  <a:cubicBezTo>
                    <a:pt x="1574" y="411"/>
                    <a:pt x="1614" y="397"/>
                    <a:pt x="1633" y="447"/>
                  </a:cubicBezTo>
                  <a:cubicBezTo>
                    <a:pt x="1651" y="497"/>
                    <a:pt x="1661" y="533"/>
                    <a:pt x="1676" y="577"/>
                  </a:cubicBezTo>
                  <a:cubicBezTo>
                    <a:pt x="1691" y="620"/>
                    <a:pt x="1704" y="652"/>
                    <a:pt x="1700" y="705"/>
                  </a:cubicBezTo>
                  <a:cubicBezTo>
                    <a:pt x="1696" y="757"/>
                    <a:pt x="1700" y="798"/>
                    <a:pt x="1650" y="849"/>
                  </a:cubicBezTo>
                  <a:cubicBezTo>
                    <a:pt x="1600" y="900"/>
                    <a:pt x="1537" y="899"/>
                    <a:pt x="1497" y="885"/>
                  </a:cubicBezTo>
                  <a:cubicBezTo>
                    <a:pt x="1457" y="871"/>
                    <a:pt x="1396" y="881"/>
                    <a:pt x="1404" y="847"/>
                  </a:cubicBezTo>
                  <a:cubicBezTo>
                    <a:pt x="1404" y="847"/>
                    <a:pt x="1358" y="863"/>
                    <a:pt x="1329" y="840"/>
                  </a:cubicBezTo>
                  <a:cubicBezTo>
                    <a:pt x="1300" y="818"/>
                    <a:pt x="1293" y="809"/>
                    <a:pt x="1257" y="803"/>
                  </a:cubicBezTo>
                  <a:cubicBezTo>
                    <a:pt x="1221" y="797"/>
                    <a:pt x="1210" y="792"/>
                    <a:pt x="1195" y="776"/>
                  </a:cubicBezTo>
                  <a:cubicBezTo>
                    <a:pt x="1180" y="759"/>
                    <a:pt x="1170" y="741"/>
                    <a:pt x="1170" y="741"/>
                  </a:cubicBezTo>
                  <a:cubicBezTo>
                    <a:pt x="1170" y="741"/>
                    <a:pt x="1232" y="689"/>
                    <a:pt x="1216" y="635"/>
                  </a:cubicBezTo>
                  <a:cubicBezTo>
                    <a:pt x="1200" y="582"/>
                    <a:pt x="1126" y="425"/>
                    <a:pt x="721" y="401"/>
                  </a:cubicBezTo>
                  <a:cubicBezTo>
                    <a:pt x="721" y="401"/>
                    <a:pt x="439" y="431"/>
                    <a:pt x="454" y="603"/>
                  </a:cubicBezTo>
                  <a:cubicBezTo>
                    <a:pt x="466" y="728"/>
                    <a:pt x="587" y="652"/>
                    <a:pt x="674" y="741"/>
                  </a:cubicBezTo>
                  <a:cubicBezTo>
                    <a:pt x="674" y="741"/>
                    <a:pt x="724" y="773"/>
                    <a:pt x="671" y="869"/>
                  </a:cubicBezTo>
                  <a:close/>
                </a:path>
              </a:pathLst>
            </a:custGeom>
            <a:solidFill>
              <a:srgbClr val="C68BB3"/>
            </a:solidFill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74" name="Freeform 7">
              <a:extLst>
                <a:ext uri="{FF2B5EF4-FFF2-40B4-BE49-F238E27FC236}">
                  <a16:creationId xmlns:a16="http://schemas.microsoft.com/office/drawing/2014/main" id="{5C3C0533-4866-40C6-9108-9E1664556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771"/>
              <a:ext cx="3009" cy="2034"/>
            </a:xfrm>
            <a:custGeom>
              <a:avLst/>
              <a:gdLst>
                <a:gd name="T0" fmla="*/ 6283 w 1929"/>
                <a:gd name="T1" fmla="*/ 4965 h 1302"/>
                <a:gd name="T2" fmla="*/ 6472 w 1929"/>
                <a:gd name="T3" fmla="*/ 4490 h 1302"/>
                <a:gd name="T4" fmla="*/ 7136 w 1929"/>
                <a:gd name="T5" fmla="*/ 3424 h 1302"/>
                <a:gd name="T6" fmla="*/ 3343 w 1929"/>
                <a:gd name="T7" fmla="*/ 0 h 1302"/>
                <a:gd name="T8" fmla="*/ 0 w 1929"/>
                <a:gd name="T9" fmla="*/ 2287 h 1302"/>
                <a:gd name="T10" fmla="*/ 633 w 1929"/>
                <a:gd name="T11" fmla="*/ 3671 h 1302"/>
                <a:gd name="T12" fmla="*/ 170 w 1929"/>
                <a:gd name="T13" fmla="*/ 2356 h 1302"/>
                <a:gd name="T14" fmla="*/ 1721 w 1929"/>
                <a:gd name="T15" fmla="*/ 494 h 1302"/>
                <a:gd name="T16" fmla="*/ 1917 w 1929"/>
                <a:gd name="T17" fmla="*/ 378 h 1302"/>
                <a:gd name="T18" fmla="*/ 1933 w 1929"/>
                <a:gd name="T19" fmla="*/ 298 h 1302"/>
                <a:gd name="T20" fmla="*/ 1986 w 1929"/>
                <a:gd name="T21" fmla="*/ 325 h 1302"/>
                <a:gd name="T22" fmla="*/ 2042 w 1929"/>
                <a:gd name="T23" fmla="*/ 291 h 1302"/>
                <a:gd name="T24" fmla="*/ 2100 w 1929"/>
                <a:gd name="T25" fmla="*/ 252 h 1302"/>
                <a:gd name="T26" fmla="*/ 2142 w 1929"/>
                <a:gd name="T27" fmla="*/ 305 h 1302"/>
                <a:gd name="T28" fmla="*/ 2087 w 1929"/>
                <a:gd name="T29" fmla="*/ 366 h 1302"/>
                <a:gd name="T30" fmla="*/ 2129 w 1929"/>
                <a:gd name="T31" fmla="*/ 373 h 1302"/>
                <a:gd name="T32" fmla="*/ 3530 w 1929"/>
                <a:gd name="T33" fmla="*/ 292 h 1302"/>
                <a:gd name="T34" fmla="*/ 3681 w 1929"/>
                <a:gd name="T35" fmla="*/ 252 h 1302"/>
                <a:gd name="T36" fmla="*/ 3734 w 1929"/>
                <a:gd name="T37" fmla="*/ 175 h 1302"/>
                <a:gd name="T38" fmla="*/ 3842 w 1929"/>
                <a:gd name="T39" fmla="*/ 187 h 1302"/>
                <a:gd name="T40" fmla="*/ 3850 w 1929"/>
                <a:gd name="T41" fmla="*/ 273 h 1302"/>
                <a:gd name="T42" fmla="*/ 3903 w 1929"/>
                <a:gd name="T43" fmla="*/ 256 h 1302"/>
                <a:gd name="T44" fmla="*/ 3971 w 1929"/>
                <a:gd name="T45" fmla="*/ 266 h 1302"/>
                <a:gd name="T46" fmla="*/ 4000 w 1929"/>
                <a:gd name="T47" fmla="*/ 361 h 1302"/>
                <a:gd name="T48" fmla="*/ 5116 w 1929"/>
                <a:gd name="T49" fmla="*/ 739 h 1302"/>
                <a:gd name="T50" fmla="*/ 5173 w 1929"/>
                <a:gd name="T51" fmla="*/ 686 h 1302"/>
                <a:gd name="T52" fmla="*/ 5238 w 1929"/>
                <a:gd name="T53" fmla="*/ 656 h 1302"/>
                <a:gd name="T54" fmla="*/ 5343 w 1929"/>
                <a:gd name="T55" fmla="*/ 717 h 1302"/>
                <a:gd name="T56" fmla="*/ 5316 w 1929"/>
                <a:gd name="T57" fmla="*/ 808 h 1302"/>
                <a:gd name="T58" fmla="*/ 5884 w 1929"/>
                <a:gd name="T59" fmla="*/ 1145 h 1302"/>
                <a:gd name="T60" fmla="*/ 5998 w 1929"/>
                <a:gd name="T61" fmla="*/ 1167 h 1302"/>
                <a:gd name="T62" fmla="*/ 6073 w 1929"/>
                <a:gd name="T63" fmla="*/ 1140 h 1302"/>
                <a:gd name="T64" fmla="*/ 6110 w 1929"/>
                <a:gd name="T65" fmla="*/ 1220 h 1302"/>
                <a:gd name="T66" fmla="*/ 6171 w 1929"/>
                <a:gd name="T67" fmla="*/ 1240 h 1302"/>
                <a:gd name="T68" fmla="*/ 6197 w 1929"/>
                <a:gd name="T69" fmla="*/ 1308 h 1302"/>
                <a:gd name="T70" fmla="*/ 6123 w 1929"/>
                <a:gd name="T71" fmla="*/ 1368 h 1302"/>
                <a:gd name="T72" fmla="*/ 6949 w 1929"/>
                <a:gd name="T73" fmla="*/ 3070 h 1302"/>
                <a:gd name="T74" fmla="*/ 5798 w 1929"/>
                <a:gd name="T75" fmla="*/ 3873 h 1302"/>
                <a:gd name="T76" fmla="*/ 4494 w 1929"/>
                <a:gd name="T77" fmla="*/ 3542 h 1302"/>
                <a:gd name="T78" fmla="*/ 6102 w 1929"/>
                <a:gd name="T79" fmla="*/ 4259 h 1302"/>
                <a:gd name="T80" fmla="*/ 6283 w 1929"/>
                <a:gd name="T81" fmla="*/ 4965 h 130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929" h="1302">
                  <a:moveTo>
                    <a:pt x="1655" y="1302"/>
                  </a:moveTo>
                  <a:cubicBezTo>
                    <a:pt x="1671" y="1276"/>
                    <a:pt x="1699" y="1226"/>
                    <a:pt x="1705" y="1178"/>
                  </a:cubicBezTo>
                  <a:cubicBezTo>
                    <a:pt x="1712" y="1110"/>
                    <a:pt x="1870" y="1045"/>
                    <a:pt x="1880" y="898"/>
                  </a:cubicBezTo>
                  <a:cubicBezTo>
                    <a:pt x="1929" y="149"/>
                    <a:pt x="1104" y="0"/>
                    <a:pt x="881" y="0"/>
                  </a:cubicBezTo>
                  <a:cubicBezTo>
                    <a:pt x="729" y="0"/>
                    <a:pt x="0" y="68"/>
                    <a:pt x="0" y="600"/>
                  </a:cubicBezTo>
                  <a:cubicBezTo>
                    <a:pt x="0" y="780"/>
                    <a:pt x="72" y="893"/>
                    <a:pt x="167" y="963"/>
                  </a:cubicBezTo>
                  <a:cubicBezTo>
                    <a:pt x="106" y="898"/>
                    <a:pt x="36" y="785"/>
                    <a:pt x="45" y="618"/>
                  </a:cubicBezTo>
                  <a:cubicBezTo>
                    <a:pt x="61" y="327"/>
                    <a:pt x="297" y="186"/>
                    <a:pt x="453" y="129"/>
                  </a:cubicBezTo>
                  <a:cubicBezTo>
                    <a:pt x="532" y="100"/>
                    <a:pt x="509" y="109"/>
                    <a:pt x="505" y="99"/>
                  </a:cubicBezTo>
                  <a:cubicBezTo>
                    <a:pt x="501" y="88"/>
                    <a:pt x="502" y="81"/>
                    <a:pt x="509" y="78"/>
                  </a:cubicBezTo>
                  <a:cubicBezTo>
                    <a:pt x="516" y="74"/>
                    <a:pt x="516" y="83"/>
                    <a:pt x="523" y="85"/>
                  </a:cubicBezTo>
                  <a:cubicBezTo>
                    <a:pt x="530" y="86"/>
                    <a:pt x="533" y="83"/>
                    <a:pt x="538" y="76"/>
                  </a:cubicBezTo>
                  <a:cubicBezTo>
                    <a:pt x="543" y="70"/>
                    <a:pt x="542" y="60"/>
                    <a:pt x="553" y="66"/>
                  </a:cubicBezTo>
                  <a:cubicBezTo>
                    <a:pt x="563" y="73"/>
                    <a:pt x="572" y="73"/>
                    <a:pt x="564" y="80"/>
                  </a:cubicBezTo>
                  <a:cubicBezTo>
                    <a:pt x="555" y="87"/>
                    <a:pt x="551" y="89"/>
                    <a:pt x="550" y="96"/>
                  </a:cubicBezTo>
                  <a:cubicBezTo>
                    <a:pt x="548" y="103"/>
                    <a:pt x="548" y="102"/>
                    <a:pt x="561" y="98"/>
                  </a:cubicBezTo>
                  <a:cubicBezTo>
                    <a:pt x="574" y="94"/>
                    <a:pt x="815" y="58"/>
                    <a:pt x="930" y="77"/>
                  </a:cubicBezTo>
                  <a:cubicBezTo>
                    <a:pt x="966" y="83"/>
                    <a:pt x="975" y="80"/>
                    <a:pt x="970" y="66"/>
                  </a:cubicBezTo>
                  <a:cubicBezTo>
                    <a:pt x="965" y="52"/>
                    <a:pt x="971" y="48"/>
                    <a:pt x="984" y="46"/>
                  </a:cubicBezTo>
                  <a:cubicBezTo>
                    <a:pt x="997" y="44"/>
                    <a:pt x="1011" y="38"/>
                    <a:pt x="1012" y="49"/>
                  </a:cubicBezTo>
                  <a:cubicBezTo>
                    <a:pt x="1013" y="60"/>
                    <a:pt x="1007" y="72"/>
                    <a:pt x="1014" y="72"/>
                  </a:cubicBezTo>
                  <a:cubicBezTo>
                    <a:pt x="1021" y="72"/>
                    <a:pt x="1018" y="69"/>
                    <a:pt x="1028" y="67"/>
                  </a:cubicBezTo>
                  <a:cubicBezTo>
                    <a:pt x="1038" y="65"/>
                    <a:pt x="1045" y="60"/>
                    <a:pt x="1046" y="70"/>
                  </a:cubicBezTo>
                  <a:cubicBezTo>
                    <a:pt x="1047" y="80"/>
                    <a:pt x="1029" y="87"/>
                    <a:pt x="1054" y="95"/>
                  </a:cubicBezTo>
                  <a:cubicBezTo>
                    <a:pt x="1079" y="103"/>
                    <a:pt x="1192" y="112"/>
                    <a:pt x="1348" y="194"/>
                  </a:cubicBezTo>
                  <a:cubicBezTo>
                    <a:pt x="1365" y="203"/>
                    <a:pt x="1364" y="187"/>
                    <a:pt x="1363" y="180"/>
                  </a:cubicBezTo>
                  <a:cubicBezTo>
                    <a:pt x="1362" y="173"/>
                    <a:pt x="1366" y="167"/>
                    <a:pt x="1380" y="172"/>
                  </a:cubicBezTo>
                  <a:cubicBezTo>
                    <a:pt x="1394" y="177"/>
                    <a:pt x="1409" y="178"/>
                    <a:pt x="1408" y="188"/>
                  </a:cubicBezTo>
                  <a:cubicBezTo>
                    <a:pt x="1407" y="198"/>
                    <a:pt x="1396" y="209"/>
                    <a:pt x="1401" y="212"/>
                  </a:cubicBezTo>
                  <a:cubicBezTo>
                    <a:pt x="1406" y="215"/>
                    <a:pt x="1511" y="264"/>
                    <a:pt x="1550" y="300"/>
                  </a:cubicBezTo>
                  <a:cubicBezTo>
                    <a:pt x="1574" y="322"/>
                    <a:pt x="1578" y="318"/>
                    <a:pt x="1580" y="306"/>
                  </a:cubicBezTo>
                  <a:cubicBezTo>
                    <a:pt x="1582" y="294"/>
                    <a:pt x="1592" y="291"/>
                    <a:pt x="1600" y="299"/>
                  </a:cubicBezTo>
                  <a:cubicBezTo>
                    <a:pt x="1608" y="307"/>
                    <a:pt x="1612" y="314"/>
                    <a:pt x="1610" y="320"/>
                  </a:cubicBezTo>
                  <a:cubicBezTo>
                    <a:pt x="1608" y="326"/>
                    <a:pt x="1619" y="323"/>
                    <a:pt x="1626" y="325"/>
                  </a:cubicBezTo>
                  <a:cubicBezTo>
                    <a:pt x="1633" y="327"/>
                    <a:pt x="1641" y="338"/>
                    <a:pt x="1633" y="343"/>
                  </a:cubicBezTo>
                  <a:cubicBezTo>
                    <a:pt x="1625" y="348"/>
                    <a:pt x="1598" y="345"/>
                    <a:pt x="1613" y="359"/>
                  </a:cubicBezTo>
                  <a:cubicBezTo>
                    <a:pt x="1628" y="373"/>
                    <a:pt x="1816" y="582"/>
                    <a:pt x="1831" y="805"/>
                  </a:cubicBezTo>
                  <a:cubicBezTo>
                    <a:pt x="1846" y="1028"/>
                    <a:pt x="1697" y="1066"/>
                    <a:pt x="1528" y="1016"/>
                  </a:cubicBezTo>
                  <a:cubicBezTo>
                    <a:pt x="1359" y="966"/>
                    <a:pt x="1196" y="877"/>
                    <a:pt x="1184" y="929"/>
                  </a:cubicBezTo>
                  <a:cubicBezTo>
                    <a:pt x="1172" y="981"/>
                    <a:pt x="1544" y="1013"/>
                    <a:pt x="1608" y="1117"/>
                  </a:cubicBezTo>
                  <a:cubicBezTo>
                    <a:pt x="1657" y="1197"/>
                    <a:pt x="1664" y="1248"/>
                    <a:pt x="1655" y="1302"/>
                  </a:cubicBezTo>
                  <a:close/>
                </a:path>
              </a:pathLst>
            </a:custGeom>
            <a:solidFill>
              <a:srgbClr val="C9E0F2"/>
            </a:solidFill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75" name="Freeform 8">
              <a:extLst>
                <a:ext uri="{FF2B5EF4-FFF2-40B4-BE49-F238E27FC236}">
                  <a16:creationId xmlns:a16="http://schemas.microsoft.com/office/drawing/2014/main" id="{9337E4EE-5164-4FBC-85FC-3AB8D1688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751"/>
              <a:ext cx="1262" cy="1406"/>
            </a:xfrm>
            <a:custGeom>
              <a:avLst/>
              <a:gdLst>
                <a:gd name="T0" fmla="*/ 56 w 809"/>
                <a:gd name="T1" fmla="*/ 469 h 900"/>
                <a:gd name="T2" fmla="*/ 847 w 809"/>
                <a:gd name="T3" fmla="*/ 191 h 900"/>
                <a:gd name="T4" fmla="*/ 1540 w 809"/>
                <a:gd name="T5" fmla="*/ 794 h 900"/>
                <a:gd name="T6" fmla="*/ 1479 w 809"/>
                <a:gd name="T7" fmla="*/ 884 h 900"/>
                <a:gd name="T8" fmla="*/ 1317 w 809"/>
                <a:gd name="T9" fmla="*/ 894 h 900"/>
                <a:gd name="T10" fmla="*/ 1168 w 809"/>
                <a:gd name="T11" fmla="*/ 930 h 900"/>
                <a:gd name="T12" fmla="*/ 1153 w 809"/>
                <a:gd name="T13" fmla="*/ 998 h 900"/>
                <a:gd name="T14" fmla="*/ 1264 w 809"/>
                <a:gd name="T15" fmla="*/ 1259 h 900"/>
                <a:gd name="T16" fmla="*/ 969 w 809"/>
                <a:gd name="T17" fmla="*/ 1011 h 900"/>
                <a:gd name="T18" fmla="*/ 1153 w 809"/>
                <a:gd name="T19" fmla="*/ 1681 h 900"/>
                <a:gd name="T20" fmla="*/ 1229 w 809"/>
                <a:gd name="T21" fmla="*/ 2253 h 900"/>
                <a:gd name="T22" fmla="*/ 1226 w 809"/>
                <a:gd name="T23" fmla="*/ 2139 h 900"/>
                <a:gd name="T24" fmla="*/ 1268 w 809"/>
                <a:gd name="T25" fmla="*/ 2115 h 900"/>
                <a:gd name="T26" fmla="*/ 1207 w 809"/>
                <a:gd name="T27" fmla="*/ 1920 h 900"/>
                <a:gd name="T28" fmla="*/ 1264 w 809"/>
                <a:gd name="T29" fmla="*/ 1837 h 900"/>
                <a:gd name="T30" fmla="*/ 1351 w 809"/>
                <a:gd name="T31" fmla="*/ 1628 h 900"/>
                <a:gd name="T32" fmla="*/ 1546 w 809"/>
                <a:gd name="T33" fmla="*/ 1598 h 900"/>
                <a:gd name="T34" fmla="*/ 1708 w 809"/>
                <a:gd name="T35" fmla="*/ 1467 h 900"/>
                <a:gd name="T36" fmla="*/ 1981 w 809"/>
                <a:gd name="T37" fmla="*/ 1572 h 900"/>
                <a:gd name="T38" fmla="*/ 2324 w 809"/>
                <a:gd name="T39" fmla="*/ 1737 h 900"/>
                <a:gd name="T40" fmla="*/ 2460 w 809"/>
                <a:gd name="T41" fmla="*/ 1715 h 900"/>
                <a:gd name="T42" fmla="*/ 2530 w 809"/>
                <a:gd name="T43" fmla="*/ 1818 h 900"/>
                <a:gd name="T44" fmla="*/ 2717 w 809"/>
                <a:gd name="T45" fmla="*/ 1865 h 900"/>
                <a:gd name="T46" fmla="*/ 2791 w 809"/>
                <a:gd name="T47" fmla="*/ 1975 h 900"/>
                <a:gd name="T48" fmla="*/ 2995 w 809"/>
                <a:gd name="T49" fmla="*/ 2093 h 900"/>
                <a:gd name="T50" fmla="*/ 2995 w 809"/>
                <a:gd name="T51" fmla="*/ 2367 h 900"/>
                <a:gd name="T52" fmla="*/ 2989 w 809"/>
                <a:gd name="T53" fmla="*/ 2556 h 900"/>
                <a:gd name="T54" fmla="*/ 2886 w 809"/>
                <a:gd name="T55" fmla="*/ 2756 h 900"/>
                <a:gd name="T56" fmla="*/ 2657 w 809"/>
                <a:gd name="T57" fmla="*/ 2999 h 900"/>
                <a:gd name="T58" fmla="*/ 2473 w 809"/>
                <a:gd name="T59" fmla="*/ 3195 h 900"/>
                <a:gd name="T60" fmla="*/ 2168 w 809"/>
                <a:gd name="T61" fmla="*/ 3203 h 900"/>
                <a:gd name="T62" fmla="*/ 1998 w 809"/>
                <a:gd name="T63" fmla="*/ 3290 h 900"/>
                <a:gd name="T64" fmla="*/ 1844 w 809"/>
                <a:gd name="T65" fmla="*/ 3195 h 900"/>
                <a:gd name="T66" fmla="*/ 1700 w 809"/>
                <a:gd name="T67" fmla="*/ 3173 h 900"/>
                <a:gd name="T68" fmla="*/ 1655 w 809"/>
                <a:gd name="T69" fmla="*/ 3051 h 900"/>
                <a:gd name="T70" fmla="*/ 1540 w 809"/>
                <a:gd name="T71" fmla="*/ 2965 h 900"/>
                <a:gd name="T72" fmla="*/ 1572 w 809"/>
                <a:gd name="T73" fmla="*/ 2795 h 900"/>
                <a:gd name="T74" fmla="*/ 1540 w 809"/>
                <a:gd name="T75" fmla="*/ 2748 h 900"/>
                <a:gd name="T76" fmla="*/ 1424 w 809"/>
                <a:gd name="T77" fmla="*/ 3035 h 900"/>
                <a:gd name="T78" fmla="*/ 1430 w 809"/>
                <a:gd name="T79" fmla="*/ 3403 h 900"/>
                <a:gd name="T80" fmla="*/ 1377 w 809"/>
                <a:gd name="T81" fmla="*/ 3382 h 900"/>
                <a:gd name="T82" fmla="*/ 1601 w 809"/>
                <a:gd name="T83" fmla="*/ 2609 h 900"/>
                <a:gd name="T84" fmla="*/ 1601 w 809"/>
                <a:gd name="T85" fmla="*/ 2535 h 900"/>
                <a:gd name="T86" fmla="*/ 1003 w 809"/>
                <a:gd name="T87" fmla="*/ 1937 h 900"/>
                <a:gd name="T88" fmla="*/ 825 w 809"/>
                <a:gd name="T89" fmla="*/ 1311 h 900"/>
                <a:gd name="T90" fmla="*/ 794 w 809"/>
                <a:gd name="T91" fmla="*/ 978 h 900"/>
                <a:gd name="T92" fmla="*/ 1009 w 809"/>
                <a:gd name="T93" fmla="*/ 917 h 900"/>
                <a:gd name="T94" fmla="*/ 1031 w 809"/>
                <a:gd name="T95" fmla="*/ 828 h 900"/>
                <a:gd name="T96" fmla="*/ 1187 w 809"/>
                <a:gd name="T97" fmla="*/ 683 h 900"/>
                <a:gd name="T98" fmla="*/ 705 w 809"/>
                <a:gd name="T99" fmla="*/ 447 h 900"/>
                <a:gd name="T100" fmla="*/ 56 w 809"/>
                <a:gd name="T101" fmla="*/ 469 h 90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09" h="900">
                  <a:moveTo>
                    <a:pt x="15" y="123"/>
                  </a:moveTo>
                  <a:cubicBezTo>
                    <a:pt x="0" y="79"/>
                    <a:pt x="51" y="0"/>
                    <a:pt x="223" y="50"/>
                  </a:cubicBezTo>
                  <a:cubicBezTo>
                    <a:pt x="395" y="101"/>
                    <a:pt x="408" y="195"/>
                    <a:pt x="406" y="208"/>
                  </a:cubicBezTo>
                  <a:cubicBezTo>
                    <a:pt x="404" y="221"/>
                    <a:pt x="390" y="232"/>
                    <a:pt x="390" y="232"/>
                  </a:cubicBezTo>
                  <a:cubicBezTo>
                    <a:pt x="390" y="232"/>
                    <a:pt x="356" y="237"/>
                    <a:pt x="347" y="234"/>
                  </a:cubicBezTo>
                  <a:cubicBezTo>
                    <a:pt x="337" y="231"/>
                    <a:pt x="323" y="246"/>
                    <a:pt x="308" y="244"/>
                  </a:cubicBezTo>
                  <a:cubicBezTo>
                    <a:pt x="292" y="242"/>
                    <a:pt x="293" y="253"/>
                    <a:pt x="304" y="262"/>
                  </a:cubicBezTo>
                  <a:cubicBezTo>
                    <a:pt x="316" y="272"/>
                    <a:pt x="355" y="312"/>
                    <a:pt x="333" y="330"/>
                  </a:cubicBezTo>
                  <a:cubicBezTo>
                    <a:pt x="311" y="348"/>
                    <a:pt x="297" y="246"/>
                    <a:pt x="255" y="265"/>
                  </a:cubicBezTo>
                  <a:cubicBezTo>
                    <a:pt x="214" y="285"/>
                    <a:pt x="316" y="373"/>
                    <a:pt x="304" y="441"/>
                  </a:cubicBezTo>
                  <a:cubicBezTo>
                    <a:pt x="291" y="510"/>
                    <a:pt x="274" y="533"/>
                    <a:pt x="324" y="591"/>
                  </a:cubicBezTo>
                  <a:cubicBezTo>
                    <a:pt x="324" y="591"/>
                    <a:pt x="319" y="575"/>
                    <a:pt x="323" y="561"/>
                  </a:cubicBezTo>
                  <a:cubicBezTo>
                    <a:pt x="328" y="547"/>
                    <a:pt x="334" y="555"/>
                    <a:pt x="334" y="555"/>
                  </a:cubicBezTo>
                  <a:cubicBezTo>
                    <a:pt x="334" y="555"/>
                    <a:pt x="309" y="527"/>
                    <a:pt x="318" y="504"/>
                  </a:cubicBezTo>
                  <a:cubicBezTo>
                    <a:pt x="327" y="480"/>
                    <a:pt x="333" y="482"/>
                    <a:pt x="333" y="482"/>
                  </a:cubicBezTo>
                  <a:cubicBezTo>
                    <a:pt x="333" y="482"/>
                    <a:pt x="323" y="447"/>
                    <a:pt x="356" y="427"/>
                  </a:cubicBezTo>
                  <a:cubicBezTo>
                    <a:pt x="390" y="407"/>
                    <a:pt x="407" y="419"/>
                    <a:pt x="407" y="419"/>
                  </a:cubicBezTo>
                  <a:cubicBezTo>
                    <a:pt x="407" y="419"/>
                    <a:pt x="423" y="388"/>
                    <a:pt x="450" y="385"/>
                  </a:cubicBezTo>
                  <a:cubicBezTo>
                    <a:pt x="477" y="382"/>
                    <a:pt x="506" y="413"/>
                    <a:pt x="522" y="412"/>
                  </a:cubicBezTo>
                  <a:cubicBezTo>
                    <a:pt x="538" y="412"/>
                    <a:pt x="617" y="424"/>
                    <a:pt x="612" y="456"/>
                  </a:cubicBezTo>
                  <a:cubicBezTo>
                    <a:pt x="612" y="456"/>
                    <a:pt x="634" y="442"/>
                    <a:pt x="648" y="450"/>
                  </a:cubicBezTo>
                  <a:cubicBezTo>
                    <a:pt x="661" y="459"/>
                    <a:pt x="667" y="477"/>
                    <a:pt x="667" y="477"/>
                  </a:cubicBezTo>
                  <a:cubicBezTo>
                    <a:pt x="667" y="477"/>
                    <a:pt x="688" y="464"/>
                    <a:pt x="716" y="489"/>
                  </a:cubicBezTo>
                  <a:cubicBezTo>
                    <a:pt x="744" y="513"/>
                    <a:pt x="735" y="518"/>
                    <a:pt x="735" y="518"/>
                  </a:cubicBezTo>
                  <a:cubicBezTo>
                    <a:pt x="735" y="518"/>
                    <a:pt x="769" y="508"/>
                    <a:pt x="789" y="549"/>
                  </a:cubicBezTo>
                  <a:cubicBezTo>
                    <a:pt x="809" y="590"/>
                    <a:pt x="808" y="612"/>
                    <a:pt x="789" y="621"/>
                  </a:cubicBezTo>
                  <a:cubicBezTo>
                    <a:pt x="789" y="621"/>
                    <a:pt x="805" y="647"/>
                    <a:pt x="787" y="670"/>
                  </a:cubicBezTo>
                  <a:cubicBezTo>
                    <a:pt x="770" y="693"/>
                    <a:pt x="763" y="699"/>
                    <a:pt x="760" y="723"/>
                  </a:cubicBezTo>
                  <a:cubicBezTo>
                    <a:pt x="758" y="748"/>
                    <a:pt x="747" y="794"/>
                    <a:pt x="700" y="787"/>
                  </a:cubicBezTo>
                  <a:cubicBezTo>
                    <a:pt x="700" y="787"/>
                    <a:pt x="716" y="813"/>
                    <a:pt x="651" y="838"/>
                  </a:cubicBezTo>
                  <a:cubicBezTo>
                    <a:pt x="587" y="864"/>
                    <a:pt x="572" y="855"/>
                    <a:pt x="571" y="840"/>
                  </a:cubicBezTo>
                  <a:cubicBezTo>
                    <a:pt x="571" y="840"/>
                    <a:pt x="566" y="868"/>
                    <a:pt x="526" y="863"/>
                  </a:cubicBezTo>
                  <a:cubicBezTo>
                    <a:pt x="485" y="858"/>
                    <a:pt x="486" y="838"/>
                    <a:pt x="486" y="838"/>
                  </a:cubicBezTo>
                  <a:cubicBezTo>
                    <a:pt x="486" y="838"/>
                    <a:pt x="465" y="850"/>
                    <a:pt x="448" y="832"/>
                  </a:cubicBezTo>
                  <a:cubicBezTo>
                    <a:pt x="432" y="814"/>
                    <a:pt x="436" y="800"/>
                    <a:pt x="436" y="800"/>
                  </a:cubicBezTo>
                  <a:cubicBezTo>
                    <a:pt x="436" y="800"/>
                    <a:pt x="414" y="797"/>
                    <a:pt x="406" y="778"/>
                  </a:cubicBezTo>
                  <a:cubicBezTo>
                    <a:pt x="398" y="760"/>
                    <a:pt x="405" y="744"/>
                    <a:pt x="414" y="733"/>
                  </a:cubicBezTo>
                  <a:cubicBezTo>
                    <a:pt x="422" y="722"/>
                    <a:pt x="417" y="712"/>
                    <a:pt x="406" y="721"/>
                  </a:cubicBezTo>
                  <a:cubicBezTo>
                    <a:pt x="396" y="730"/>
                    <a:pt x="373" y="746"/>
                    <a:pt x="375" y="796"/>
                  </a:cubicBezTo>
                  <a:cubicBezTo>
                    <a:pt x="377" y="846"/>
                    <a:pt x="378" y="876"/>
                    <a:pt x="377" y="892"/>
                  </a:cubicBezTo>
                  <a:cubicBezTo>
                    <a:pt x="377" y="892"/>
                    <a:pt x="361" y="900"/>
                    <a:pt x="363" y="887"/>
                  </a:cubicBezTo>
                  <a:cubicBezTo>
                    <a:pt x="366" y="855"/>
                    <a:pt x="335" y="698"/>
                    <a:pt x="422" y="684"/>
                  </a:cubicBezTo>
                  <a:cubicBezTo>
                    <a:pt x="440" y="681"/>
                    <a:pt x="449" y="667"/>
                    <a:pt x="422" y="665"/>
                  </a:cubicBezTo>
                  <a:cubicBezTo>
                    <a:pt x="394" y="663"/>
                    <a:pt x="284" y="648"/>
                    <a:pt x="264" y="508"/>
                  </a:cubicBezTo>
                  <a:cubicBezTo>
                    <a:pt x="255" y="452"/>
                    <a:pt x="234" y="381"/>
                    <a:pt x="217" y="344"/>
                  </a:cubicBezTo>
                  <a:cubicBezTo>
                    <a:pt x="200" y="307"/>
                    <a:pt x="188" y="281"/>
                    <a:pt x="209" y="257"/>
                  </a:cubicBezTo>
                  <a:cubicBezTo>
                    <a:pt x="230" y="232"/>
                    <a:pt x="266" y="241"/>
                    <a:pt x="266" y="241"/>
                  </a:cubicBezTo>
                  <a:cubicBezTo>
                    <a:pt x="266" y="241"/>
                    <a:pt x="260" y="225"/>
                    <a:pt x="272" y="217"/>
                  </a:cubicBezTo>
                  <a:cubicBezTo>
                    <a:pt x="284" y="208"/>
                    <a:pt x="338" y="220"/>
                    <a:pt x="313" y="179"/>
                  </a:cubicBezTo>
                  <a:cubicBezTo>
                    <a:pt x="288" y="139"/>
                    <a:pt x="243" y="121"/>
                    <a:pt x="186" y="117"/>
                  </a:cubicBezTo>
                  <a:cubicBezTo>
                    <a:pt x="67" y="111"/>
                    <a:pt x="28" y="165"/>
                    <a:pt x="15" y="123"/>
                  </a:cubicBezTo>
                  <a:close/>
                </a:path>
              </a:pathLst>
            </a:custGeom>
            <a:solidFill>
              <a:srgbClr val="F5D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6" name="Freeform 9">
              <a:extLst>
                <a:ext uri="{FF2B5EF4-FFF2-40B4-BE49-F238E27FC236}">
                  <a16:creationId xmlns:a16="http://schemas.microsoft.com/office/drawing/2014/main" id="{49AD6D0E-E006-402E-8D46-EB9C81736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751"/>
              <a:ext cx="1262" cy="1406"/>
            </a:xfrm>
            <a:custGeom>
              <a:avLst/>
              <a:gdLst>
                <a:gd name="T0" fmla="*/ 56 w 809"/>
                <a:gd name="T1" fmla="*/ 469 h 900"/>
                <a:gd name="T2" fmla="*/ 847 w 809"/>
                <a:gd name="T3" fmla="*/ 191 h 900"/>
                <a:gd name="T4" fmla="*/ 1540 w 809"/>
                <a:gd name="T5" fmla="*/ 794 h 900"/>
                <a:gd name="T6" fmla="*/ 1479 w 809"/>
                <a:gd name="T7" fmla="*/ 884 h 900"/>
                <a:gd name="T8" fmla="*/ 1317 w 809"/>
                <a:gd name="T9" fmla="*/ 894 h 900"/>
                <a:gd name="T10" fmla="*/ 1168 w 809"/>
                <a:gd name="T11" fmla="*/ 930 h 900"/>
                <a:gd name="T12" fmla="*/ 1153 w 809"/>
                <a:gd name="T13" fmla="*/ 998 h 900"/>
                <a:gd name="T14" fmla="*/ 1264 w 809"/>
                <a:gd name="T15" fmla="*/ 1259 h 900"/>
                <a:gd name="T16" fmla="*/ 969 w 809"/>
                <a:gd name="T17" fmla="*/ 1011 h 900"/>
                <a:gd name="T18" fmla="*/ 1153 w 809"/>
                <a:gd name="T19" fmla="*/ 1681 h 900"/>
                <a:gd name="T20" fmla="*/ 1229 w 809"/>
                <a:gd name="T21" fmla="*/ 2253 h 900"/>
                <a:gd name="T22" fmla="*/ 1226 w 809"/>
                <a:gd name="T23" fmla="*/ 2139 h 900"/>
                <a:gd name="T24" fmla="*/ 1268 w 809"/>
                <a:gd name="T25" fmla="*/ 2115 h 900"/>
                <a:gd name="T26" fmla="*/ 1207 w 809"/>
                <a:gd name="T27" fmla="*/ 1920 h 900"/>
                <a:gd name="T28" fmla="*/ 1264 w 809"/>
                <a:gd name="T29" fmla="*/ 1837 h 900"/>
                <a:gd name="T30" fmla="*/ 1351 w 809"/>
                <a:gd name="T31" fmla="*/ 1628 h 900"/>
                <a:gd name="T32" fmla="*/ 1546 w 809"/>
                <a:gd name="T33" fmla="*/ 1598 h 900"/>
                <a:gd name="T34" fmla="*/ 1708 w 809"/>
                <a:gd name="T35" fmla="*/ 1467 h 900"/>
                <a:gd name="T36" fmla="*/ 1981 w 809"/>
                <a:gd name="T37" fmla="*/ 1572 h 900"/>
                <a:gd name="T38" fmla="*/ 2324 w 809"/>
                <a:gd name="T39" fmla="*/ 1737 h 900"/>
                <a:gd name="T40" fmla="*/ 2460 w 809"/>
                <a:gd name="T41" fmla="*/ 1715 h 900"/>
                <a:gd name="T42" fmla="*/ 2530 w 809"/>
                <a:gd name="T43" fmla="*/ 1818 h 900"/>
                <a:gd name="T44" fmla="*/ 2717 w 809"/>
                <a:gd name="T45" fmla="*/ 1865 h 900"/>
                <a:gd name="T46" fmla="*/ 2791 w 809"/>
                <a:gd name="T47" fmla="*/ 1975 h 900"/>
                <a:gd name="T48" fmla="*/ 2995 w 809"/>
                <a:gd name="T49" fmla="*/ 2093 h 900"/>
                <a:gd name="T50" fmla="*/ 2995 w 809"/>
                <a:gd name="T51" fmla="*/ 2367 h 900"/>
                <a:gd name="T52" fmla="*/ 2989 w 809"/>
                <a:gd name="T53" fmla="*/ 2556 h 900"/>
                <a:gd name="T54" fmla="*/ 2886 w 809"/>
                <a:gd name="T55" fmla="*/ 2756 h 900"/>
                <a:gd name="T56" fmla="*/ 2657 w 809"/>
                <a:gd name="T57" fmla="*/ 2999 h 900"/>
                <a:gd name="T58" fmla="*/ 2473 w 809"/>
                <a:gd name="T59" fmla="*/ 3195 h 900"/>
                <a:gd name="T60" fmla="*/ 2168 w 809"/>
                <a:gd name="T61" fmla="*/ 3203 h 900"/>
                <a:gd name="T62" fmla="*/ 1998 w 809"/>
                <a:gd name="T63" fmla="*/ 3290 h 900"/>
                <a:gd name="T64" fmla="*/ 1844 w 809"/>
                <a:gd name="T65" fmla="*/ 3195 h 900"/>
                <a:gd name="T66" fmla="*/ 1700 w 809"/>
                <a:gd name="T67" fmla="*/ 3173 h 900"/>
                <a:gd name="T68" fmla="*/ 1655 w 809"/>
                <a:gd name="T69" fmla="*/ 3051 h 900"/>
                <a:gd name="T70" fmla="*/ 1540 w 809"/>
                <a:gd name="T71" fmla="*/ 2965 h 900"/>
                <a:gd name="T72" fmla="*/ 1572 w 809"/>
                <a:gd name="T73" fmla="*/ 2795 h 900"/>
                <a:gd name="T74" fmla="*/ 1540 w 809"/>
                <a:gd name="T75" fmla="*/ 2748 h 900"/>
                <a:gd name="T76" fmla="*/ 1424 w 809"/>
                <a:gd name="T77" fmla="*/ 3035 h 900"/>
                <a:gd name="T78" fmla="*/ 1430 w 809"/>
                <a:gd name="T79" fmla="*/ 3403 h 900"/>
                <a:gd name="T80" fmla="*/ 1377 w 809"/>
                <a:gd name="T81" fmla="*/ 3382 h 900"/>
                <a:gd name="T82" fmla="*/ 1601 w 809"/>
                <a:gd name="T83" fmla="*/ 2609 h 900"/>
                <a:gd name="T84" fmla="*/ 1601 w 809"/>
                <a:gd name="T85" fmla="*/ 2535 h 900"/>
                <a:gd name="T86" fmla="*/ 1003 w 809"/>
                <a:gd name="T87" fmla="*/ 1937 h 900"/>
                <a:gd name="T88" fmla="*/ 825 w 809"/>
                <a:gd name="T89" fmla="*/ 1311 h 900"/>
                <a:gd name="T90" fmla="*/ 794 w 809"/>
                <a:gd name="T91" fmla="*/ 978 h 900"/>
                <a:gd name="T92" fmla="*/ 1009 w 809"/>
                <a:gd name="T93" fmla="*/ 917 h 900"/>
                <a:gd name="T94" fmla="*/ 1031 w 809"/>
                <a:gd name="T95" fmla="*/ 828 h 900"/>
                <a:gd name="T96" fmla="*/ 1187 w 809"/>
                <a:gd name="T97" fmla="*/ 683 h 900"/>
                <a:gd name="T98" fmla="*/ 705 w 809"/>
                <a:gd name="T99" fmla="*/ 447 h 900"/>
                <a:gd name="T100" fmla="*/ 56 w 809"/>
                <a:gd name="T101" fmla="*/ 469 h 90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09" h="900">
                  <a:moveTo>
                    <a:pt x="15" y="123"/>
                  </a:moveTo>
                  <a:cubicBezTo>
                    <a:pt x="0" y="79"/>
                    <a:pt x="51" y="0"/>
                    <a:pt x="223" y="50"/>
                  </a:cubicBezTo>
                  <a:cubicBezTo>
                    <a:pt x="395" y="101"/>
                    <a:pt x="408" y="195"/>
                    <a:pt x="406" y="208"/>
                  </a:cubicBezTo>
                  <a:cubicBezTo>
                    <a:pt x="404" y="221"/>
                    <a:pt x="390" y="232"/>
                    <a:pt x="390" y="232"/>
                  </a:cubicBezTo>
                  <a:cubicBezTo>
                    <a:pt x="390" y="232"/>
                    <a:pt x="356" y="237"/>
                    <a:pt x="347" y="234"/>
                  </a:cubicBezTo>
                  <a:cubicBezTo>
                    <a:pt x="337" y="231"/>
                    <a:pt x="323" y="246"/>
                    <a:pt x="308" y="244"/>
                  </a:cubicBezTo>
                  <a:cubicBezTo>
                    <a:pt x="292" y="242"/>
                    <a:pt x="293" y="253"/>
                    <a:pt x="304" y="262"/>
                  </a:cubicBezTo>
                  <a:cubicBezTo>
                    <a:pt x="316" y="272"/>
                    <a:pt x="355" y="312"/>
                    <a:pt x="333" y="330"/>
                  </a:cubicBezTo>
                  <a:cubicBezTo>
                    <a:pt x="311" y="348"/>
                    <a:pt x="297" y="246"/>
                    <a:pt x="255" y="265"/>
                  </a:cubicBezTo>
                  <a:cubicBezTo>
                    <a:pt x="214" y="285"/>
                    <a:pt x="316" y="373"/>
                    <a:pt x="304" y="441"/>
                  </a:cubicBezTo>
                  <a:cubicBezTo>
                    <a:pt x="291" y="510"/>
                    <a:pt x="274" y="533"/>
                    <a:pt x="324" y="591"/>
                  </a:cubicBezTo>
                  <a:cubicBezTo>
                    <a:pt x="324" y="591"/>
                    <a:pt x="319" y="575"/>
                    <a:pt x="323" y="561"/>
                  </a:cubicBezTo>
                  <a:cubicBezTo>
                    <a:pt x="328" y="547"/>
                    <a:pt x="334" y="555"/>
                    <a:pt x="334" y="555"/>
                  </a:cubicBezTo>
                  <a:cubicBezTo>
                    <a:pt x="334" y="555"/>
                    <a:pt x="309" y="527"/>
                    <a:pt x="318" y="504"/>
                  </a:cubicBezTo>
                  <a:cubicBezTo>
                    <a:pt x="327" y="480"/>
                    <a:pt x="333" y="482"/>
                    <a:pt x="333" y="482"/>
                  </a:cubicBezTo>
                  <a:cubicBezTo>
                    <a:pt x="333" y="482"/>
                    <a:pt x="323" y="447"/>
                    <a:pt x="356" y="427"/>
                  </a:cubicBezTo>
                  <a:cubicBezTo>
                    <a:pt x="390" y="407"/>
                    <a:pt x="407" y="419"/>
                    <a:pt x="407" y="419"/>
                  </a:cubicBezTo>
                  <a:cubicBezTo>
                    <a:pt x="407" y="419"/>
                    <a:pt x="423" y="388"/>
                    <a:pt x="450" y="385"/>
                  </a:cubicBezTo>
                  <a:cubicBezTo>
                    <a:pt x="477" y="382"/>
                    <a:pt x="506" y="413"/>
                    <a:pt x="522" y="412"/>
                  </a:cubicBezTo>
                  <a:cubicBezTo>
                    <a:pt x="538" y="412"/>
                    <a:pt x="617" y="424"/>
                    <a:pt x="612" y="456"/>
                  </a:cubicBezTo>
                  <a:cubicBezTo>
                    <a:pt x="612" y="456"/>
                    <a:pt x="634" y="442"/>
                    <a:pt x="648" y="450"/>
                  </a:cubicBezTo>
                  <a:cubicBezTo>
                    <a:pt x="661" y="459"/>
                    <a:pt x="667" y="477"/>
                    <a:pt x="667" y="477"/>
                  </a:cubicBezTo>
                  <a:cubicBezTo>
                    <a:pt x="667" y="477"/>
                    <a:pt x="688" y="464"/>
                    <a:pt x="716" y="489"/>
                  </a:cubicBezTo>
                  <a:cubicBezTo>
                    <a:pt x="744" y="513"/>
                    <a:pt x="735" y="518"/>
                    <a:pt x="735" y="518"/>
                  </a:cubicBezTo>
                  <a:cubicBezTo>
                    <a:pt x="735" y="518"/>
                    <a:pt x="769" y="508"/>
                    <a:pt x="789" y="549"/>
                  </a:cubicBezTo>
                  <a:cubicBezTo>
                    <a:pt x="809" y="590"/>
                    <a:pt x="808" y="612"/>
                    <a:pt x="789" y="621"/>
                  </a:cubicBezTo>
                  <a:cubicBezTo>
                    <a:pt x="789" y="621"/>
                    <a:pt x="805" y="647"/>
                    <a:pt x="787" y="670"/>
                  </a:cubicBezTo>
                  <a:cubicBezTo>
                    <a:pt x="770" y="693"/>
                    <a:pt x="763" y="699"/>
                    <a:pt x="760" y="723"/>
                  </a:cubicBezTo>
                  <a:cubicBezTo>
                    <a:pt x="758" y="748"/>
                    <a:pt x="747" y="794"/>
                    <a:pt x="700" y="787"/>
                  </a:cubicBezTo>
                  <a:cubicBezTo>
                    <a:pt x="700" y="787"/>
                    <a:pt x="716" y="813"/>
                    <a:pt x="651" y="838"/>
                  </a:cubicBezTo>
                  <a:cubicBezTo>
                    <a:pt x="587" y="864"/>
                    <a:pt x="572" y="855"/>
                    <a:pt x="571" y="840"/>
                  </a:cubicBezTo>
                  <a:cubicBezTo>
                    <a:pt x="571" y="840"/>
                    <a:pt x="566" y="868"/>
                    <a:pt x="526" y="863"/>
                  </a:cubicBezTo>
                  <a:cubicBezTo>
                    <a:pt x="485" y="858"/>
                    <a:pt x="486" y="838"/>
                    <a:pt x="486" y="838"/>
                  </a:cubicBezTo>
                  <a:cubicBezTo>
                    <a:pt x="486" y="838"/>
                    <a:pt x="465" y="850"/>
                    <a:pt x="448" y="832"/>
                  </a:cubicBezTo>
                  <a:cubicBezTo>
                    <a:pt x="432" y="814"/>
                    <a:pt x="436" y="800"/>
                    <a:pt x="436" y="800"/>
                  </a:cubicBezTo>
                  <a:cubicBezTo>
                    <a:pt x="436" y="800"/>
                    <a:pt x="414" y="797"/>
                    <a:pt x="406" y="778"/>
                  </a:cubicBezTo>
                  <a:cubicBezTo>
                    <a:pt x="398" y="760"/>
                    <a:pt x="405" y="744"/>
                    <a:pt x="414" y="733"/>
                  </a:cubicBezTo>
                  <a:cubicBezTo>
                    <a:pt x="422" y="722"/>
                    <a:pt x="417" y="712"/>
                    <a:pt x="406" y="721"/>
                  </a:cubicBezTo>
                  <a:cubicBezTo>
                    <a:pt x="396" y="730"/>
                    <a:pt x="373" y="746"/>
                    <a:pt x="375" y="796"/>
                  </a:cubicBezTo>
                  <a:cubicBezTo>
                    <a:pt x="377" y="846"/>
                    <a:pt x="378" y="876"/>
                    <a:pt x="377" y="892"/>
                  </a:cubicBezTo>
                  <a:cubicBezTo>
                    <a:pt x="377" y="892"/>
                    <a:pt x="361" y="900"/>
                    <a:pt x="363" y="887"/>
                  </a:cubicBezTo>
                  <a:cubicBezTo>
                    <a:pt x="366" y="855"/>
                    <a:pt x="335" y="698"/>
                    <a:pt x="422" y="684"/>
                  </a:cubicBezTo>
                  <a:cubicBezTo>
                    <a:pt x="440" y="681"/>
                    <a:pt x="449" y="667"/>
                    <a:pt x="422" y="665"/>
                  </a:cubicBezTo>
                  <a:cubicBezTo>
                    <a:pt x="394" y="663"/>
                    <a:pt x="284" y="648"/>
                    <a:pt x="264" y="508"/>
                  </a:cubicBezTo>
                  <a:cubicBezTo>
                    <a:pt x="255" y="452"/>
                    <a:pt x="234" y="381"/>
                    <a:pt x="217" y="344"/>
                  </a:cubicBezTo>
                  <a:cubicBezTo>
                    <a:pt x="200" y="307"/>
                    <a:pt x="188" y="281"/>
                    <a:pt x="209" y="257"/>
                  </a:cubicBezTo>
                  <a:cubicBezTo>
                    <a:pt x="230" y="232"/>
                    <a:pt x="266" y="241"/>
                    <a:pt x="266" y="241"/>
                  </a:cubicBezTo>
                  <a:cubicBezTo>
                    <a:pt x="266" y="241"/>
                    <a:pt x="260" y="225"/>
                    <a:pt x="272" y="217"/>
                  </a:cubicBezTo>
                  <a:cubicBezTo>
                    <a:pt x="284" y="208"/>
                    <a:pt x="338" y="220"/>
                    <a:pt x="313" y="179"/>
                  </a:cubicBezTo>
                  <a:cubicBezTo>
                    <a:pt x="288" y="139"/>
                    <a:pt x="243" y="121"/>
                    <a:pt x="186" y="117"/>
                  </a:cubicBezTo>
                  <a:cubicBezTo>
                    <a:pt x="67" y="111"/>
                    <a:pt x="28" y="165"/>
                    <a:pt x="15" y="123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7" name="Freeform 10">
              <a:extLst>
                <a:ext uri="{FF2B5EF4-FFF2-40B4-BE49-F238E27FC236}">
                  <a16:creationId xmlns:a16="http://schemas.microsoft.com/office/drawing/2014/main" id="{F7E1CAF7-A262-4257-A686-FD721D5AB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1774"/>
              <a:ext cx="403" cy="331"/>
            </a:xfrm>
            <a:custGeom>
              <a:avLst/>
              <a:gdLst>
                <a:gd name="T0" fmla="*/ 298 w 258"/>
                <a:gd name="T1" fmla="*/ 0 h 212"/>
                <a:gd name="T2" fmla="*/ 283 w 258"/>
                <a:gd name="T3" fmla="*/ 542 h 212"/>
                <a:gd name="T4" fmla="*/ 983 w 258"/>
                <a:gd name="T5" fmla="*/ 807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8" h="212">
                  <a:moveTo>
                    <a:pt x="78" y="0"/>
                  </a:moveTo>
                  <a:cubicBezTo>
                    <a:pt x="78" y="0"/>
                    <a:pt x="0" y="88"/>
                    <a:pt x="74" y="142"/>
                  </a:cubicBezTo>
                  <a:cubicBezTo>
                    <a:pt x="148" y="196"/>
                    <a:pt x="190" y="160"/>
                    <a:pt x="258" y="212"/>
                  </a:cubicBezTo>
                </a:path>
              </a:pathLst>
            </a:custGeom>
            <a:noFill/>
            <a:ln w="19050" cap="rnd">
              <a:solidFill>
                <a:srgbClr val="E859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8" name="Freeform 11">
              <a:extLst>
                <a:ext uri="{FF2B5EF4-FFF2-40B4-BE49-F238E27FC236}">
                  <a16:creationId xmlns:a16="http://schemas.microsoft.com/office/drawing/2014/main" id="{C00EA60A-EBD0-4BEF-9555-0DF535161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621"/>
              <a:ext cx="63" cy="314"/>
            </a:xfrm>
            <a:custGeom>
              <a:avLst/>
              <a:gdLst>
                <a:gd name="T0" fmla="*/ 0 w 40"/>
                <a:gd name="T1" fmla="*/ 0 h 201"/>
                <a:gd name="T2" fmla="*/ 156 w 40"/>
                <a:gd name="T3" fmla="*/ 767 h 2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01">
                  <a:moveTo>
                    <a:pt x="0" y="0"/>
                  </a:moveTo>
                  <a:cubicBezTo>
                    <a:pt x="0" y="0"/>
                    <a:pt x="25" y="82"/>
                    <a:pt x="40" y="201"/>
                  </a:cubicBezTo>
                </a:path>
              </a:pathLst>
            </a:custGeom>
            <a:noFill/>
            <a:ln w="19050" cap="rnd">
              <a:solidFill>
                <a:srgbClr val="E859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9" name="Freeform 12">
              <a:extLst>
                <a:ext uri="{FF2B5EF4-FFF2-40B4-BE49-F238E27FC236}">
                  <a16:creationId xmlns:a16="http://schemas.microsoft.com/office/drawing/2014/main" id="{9421DBE5-2E1A-4D1E-8B70-AB30CA5A7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3104"/>
              <a:ext cx="247" cy="140"/>
            </a:xfrm>
            <a:custGeom>
              <a:avLst/>
              <a:gdLst>
                <a:gd name="T0" fmla="*/ 0 w 158"/>
                <a:gd name="T1" fmla="*/ 0 h 90"/>
                <a:gd name="T2" fmla="*/ 603 w 158"/>
                <a:gd name="T3" fmla="*/ 170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8" h="90">
                  <a:moveTo>
                    <a:pt x="0" y="0"/>
                  </a:moveTo>
                  <a:cubicBezTo>
                    <a:pt x="0" y="0"/>
                    <a:pt x="28" y="90"/>
                    <a:pt x="158" y="45"/>
                  </a:cubicBezTo>
                </a:path>
              </a:pathLst>
            </a:custGeom>
            <a:noFill/>
            <a:ln w="19050" cap="rnd">
              <a:solidFill>
                <a:srgbClr val="E859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0" name="Freeform 13">
              <a:extLst>
                <a:ext uri="{FF2B5EF4-FFF2-40B4-BE49-F238E27FC236}">
                  <a16:creationId xmlns:a16="http://schemas.microsoft.com/office/drawing/2014/main" id="{4A31A647-0640-4891-AA40-C43566B60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3188"/>
              <a:ext cx="74" cy="342"/>
            </a:xfrm>
            <a:custGeom>
              <a:avLst/>
              <a:gdLst>
                <a:gd name="T0" fmla="*/ 13 w 47"/>
                <a:gd name="T1" fmla="*/ 0 h 219"/>
                <a:gd name="T2" fmla="*/ 96 w 47"/>
                <a:gd name="T3" fmla="*/ 278 h 219"/>
                <a:gd name="T4" fmla="*/ 0 w 47"/>
                <a:gd name="T5" fmla="*/ 834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19">
                  <a:moveTo>
                    <a:pt x="3" y="0"/>
                  </a:moveTo>
                  <a:cubicBezTo>
                    <a:pt x="3" y="0"/>
                    <a:pt x="47" y="11"/>
                    <a:pt x="25" y="73"/>
                  </a:cubicBezTo>
                  <a:cubicBezTo>
                    <a:pt x="3" y="135"/>
                    <a:pt x="0" y="136"/>
                    <a:pt x="0" y="219"/>
                  </a:cubicBezTo>
                </a:path>
              </a:pathLst>
            </a:custGeom>
            <a:noFill/>
            <a:ln w="19050" cap="rnd">
              <a:solidFill>
                <a:srgbClr val="E859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1" name="Freeform 14">
              <a:extLst>
                <a:ext uri="{FF2B5EF4-FFF2-40B4-BE49-F238E27FC236}">
                  <a16:creationId xmlns:a16="http://schemas.microsoft.com/office/drawing/2014/main" id="{F0DEB452-F67A-4DCD-AA97-609C4679F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138"/>
              <a:ext cx="156" cy="132"/>
            </a:xfrm>
            <a:custGeom>
              <a:avLst/>
              <a:gdLst>
                <a:gd name="T0" fmla="*/ 0 w 100"/>
                <a:gd name="T1" fmla="*/ 325 h 84"/>
                <a:gd name="T2" fmla="*/ 379 w 100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84">
                  <a:moveTo>
                    <a:pt x="0" y="84"/>
                  </a:moveTo>
                  <a:cubicBezTo>
                    <a:pt x="0" y="84"/>
                    <a:pt x="46" y="34"/>
                    <a:pt x="100" y="0"/>
                  </a:cubicBezTo>
                </a:path>
              </a:pathLst>
            </a:custGeom>
            <a:noFill/>
            <a:ln w="19050" cap="rnd">
              <a:solidFill>
                <a:srgbClr val="E859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2" name="Freeform 15">
              <a:extLst>
                <a:ext uri="{FF2B5EF4-FFF2-40B4-BE49-F238E27FC236}">
                  <a16:creationId xmlns:a16="http://schemas.microsoft.com/office/drawing/2014/main" id="{AE013E62-6205-4E09-BB69-BADD0A790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920"/>
              <a:ext cx="267" cy="92"/>
            </a:xfrm>
            <a:custGeom>
              <a:avLst/>
              <a:gdLst>
                <a:gd name="T0" fmla="*/ 0 w 171"/>
                <a:gd name="T1" fmla="*/ 19 h 59"/>
                <a:gd name="T2" fmla="*/ 651 w 171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1" h="59">
                  <a:moveTo>
                    <a:pt x="0" y="5"/>
                  </a:moveTo>
                  <a:cubicBezTo>
                    <a:pt x="0" y="5"/>
                    <a:pt x="157" y="59"/>
                    <a:pt x="171" y="0"/>
                  </a:cubicBezTo>
                </a:path>
              </a:pathLst>
            </a:custGeom>
            <a:noFill/>
            <a:ln w="19050" cap="rnd">
              <a:solidFill>
                <a:srgbClr val="E859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3" name="Freeform 16">
              <a:extLst>
                <a:ext uri="{FF2B5EF4-FFF2-40B4-BE49-F238E27FC236}">
                  <a16:creationId xmlns:a16="http://schemas.microsoft.com/office/drawing/2014/main" id="{86A9A940-F602-4335-9035-E5BA4C105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152"/>
              <a:ext cx="257" cy="188"/>
            </a:xfrm>
            <a:custGeom>
              <a:avLst/>
              <a:gdLst>
                <a:gd name="T0" fmla="*/ 0 w 165"/>
                <a:gd name="T1" fmla="*/ 0 h 120"/>
                <a:gd name="T2" fmla="*/ 623 w 165"/>
                <a:gd name="T3" fmla="*/ 462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120">
                  <a:moveTo>
                    <a:pt x="0" y="0"/>
                  </a:moveTo>
                  <a:cubicBezTo>
                    <a:pt x="0" y="0"/>
                    <a:pt x="108" y="62"/>
                    <a:pt x="165" y="120"/>
                  </a:cubicBezTo>
                </a:path>
              </a:pathLst>
            </a:custGeom>
            <a:noFill/>
            <a:ln w="19050" cap="rnd">
              <a:solidFill>
                <a:srgbClr val="E859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4" name="Freeform 17">
              <a:extLst>
                <a:ext uri="{FF2B5EF4-FFF2-40B4-BE49-F238E27FC236}">
                  <a16:creationId xmlns:a16="http://schemas.microsoft.com/office/drawing/2014/main" id="{34FE6A0E-2D8A-48D8-9043-1E09E3FDA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462"/>
              <a:ext cx="1329" cy="2385"/>
            </a:xfrm>
            <a:custGeom>
              <a:avLst/>
              <a:gdLst>
                <a:gd name="T0" fmla="*/ 2638 w 852"/>
                <a:gd name="T1" fmla="*/ 1551 h 1527"/>
                <a:gd name="T2" fmla="*/ 2798 w 852"/>
                <a:gd name="T3" fmla="*/ 1479 h 1527"/>
                <a:gd name="T4" fmla="*/ 2834 w 852"/>
                <a:gd name="T5" fmla="*/ 900 h 1527"/>
                <a:gd name="T6" fmla="*/ 652 w 852"/>
                <a:gd name="T7" fmla="*/ 447 h 1527"/>
                <a:gd name="T8" fmla="*/ 516 w 852"/>
                <a:gd name="T9" fmla="*/ 1317 h 1527"/>
                <a:gd name="T10" fmla="*/ 976 w 852"/>
                <a:gd name="T11" fmla="*/ 1567 h 1527"/>
                <a:gd name="T12" fmla="*/ 1117 w 852"/>
                <a:gd name="T13" fmla="*/ 1567 h 1527"/>
                <a:gd name="T14" fmla="*/ 1070 w 852"/>
                <a:gd name="T15" fmla="*/ 1779 h 1527"/>
                <a:gd name="T16" fmla="*/ 969 w 852"/>
                <a:gd name="T17" fmla="*/ 2074 h 1527"/>
                <a:gd name="T18" fmla="*/ 995 w 852"/>
                <a:gd name="T19" fmla="*/ 2091 h 1527"/>
                <a:gd name="T20" fmla="*/ 1030 w 852"/>
                <a:gd name="T21" fmla="*/ 2141 h 1527"/>
                <a:gd name="T22" fmla="*/ 1056 w 852"/>
                <a:gd name="T23" fmla="*/ 2210 h 1527"/>
                <a:gd name="T24" fmla="*/ 1357 w 852"/>
                <a:gd name="T25" fmla="*/ 2049 h 1527"/>
                <a:gd name="T26" fmla="*/ 1978 w 852"/>
                <a:gd name="T27" fmla="*/ 2196 h 1527"/>
                <a:gd name="T28" fmla="*/ 2259 w 852"/>
                <a:gd name="T29" fmla="*/ 5649 h 1527"/>
                <a:gd name="T30" fmla="*/ 2324 w 852"/>
                <a:gd name="T31" fmla="*/ 5649 h 1527"/>
                <a:gd name="T32" fmla="*/ 2338 w 852"/>
                <a:gd name="T33" fmla="*/ 4458 h 1527"/>
                <a:gd name="T34" fmla="*/ 2412 w 852"/>
                <a:gd name="T35" fmla="*/ 4359 h 1527"/>
                <a:gd name="T36" fmla="*/ 2535 w 852"/>
                <a:gd name="T37" fmla="*/ 4273 h 1527"/>
                <a:gd name="T38" fmla="*/ 2582 w 852"/>
                <a:gd name="T39" fmla="*/ 4312 h 1527"/>
                <a:gd name="T40" fmla="*/ 2455 w 852"/>
                <a:gd name="T41" fmla="*/ 5649 h 1527"/>
                <a:gd name="T42" fmla="*/ 2204 w 852"/>
                <a:gd name="T43" fmla="*/ 5818 h 1527"/>
                <a:gd name="T44" fmla="*/ 1986 w 852"/>
                <a:gd name="T45" fmla="*/ 5640 h 1527"/>
                <a:gd name="T46" fmla="*/ 1856 w 852"/>
                <a:gd name="T47" fmla="*/ 4579 h 1527"/>
                <a:gd name="T48" fmla="*/ 1686 w 852"/>
                <a:gd name="T49" fmla="*/ 3973 h 1527"/>
                <a:gd name="T50" fmla="*/ 1499 w 852"/>
                <a:gd name="T51" fmla="*/ 3744 h 1527"/>
                <a:gd name="T52" fmla="*/ 1229 w 852"/>
                <a:gd name="T53" fmla="*/ 3093 h 1527"/>
                <a:gd name="T54" fmla="*/ 1533 w 852"/>
                <a:gd name="T55" fmla="*/ 2630 h 1527"/>
                <a:gd name="T56" fmla="*/ 1560 w 852"/>
                <a:gd name="T57" fmla="*/ 2496 h 1527"/>
                <a:gd name="T58" fmla="*/ 1335 w 852"/>
                <a:gd name="T59" fmla="*/ 2149 h 1527"/>
                <a:gd name="T60" fmla="*/ 942 w 852"/>
                <a:gd name="T61" fmla="*/ 2501 h 1527"/>
                <a:gd name="T62" fmla="*/ 747 w 852"/>
                <a:gd name="T63" fmla="*/ 2652 h 1527"/>
                <a:gd name="T64" fmla="*/ 766 w 852"/>
                <a:gd name="T65" fmla="*/ 2441 h 1527"/>
                <a:gd name="T66" fmla="*/ 948 w 852"/>
                <a:gd name="T67" fmla="*/ 2274 h 1527"/>
                <a:gd name="T68" fmla="*/ 942 w 852"/>
                <a:gd name="T69" fmla="*/ 2149 h 1527"/>
                <a:gd name="T70" fmla="*/ 805 w 852"/>
                <a:gd name="T71" fmla="*/ 2179 h 1527"/>
                <a:gd name="T72" fmla="*/ 1022 w 852"/>
                <a:gd name="T73" fmla="*/ 1796 h 1527"/>
                <a:gd name="T74" fmla="*/ 970 w 852"/>
                <a:gd name="T75" fmla="*/ 1579 h 1527"/>
                <a:gd name="T76" fmla="*/ 583 w 852"/>
                <a:gd name="T77" fmla="*/ 1412 h 1527"/>
                <a:gd name="T78" fmla="*/ 53 w 852"/>
                <a:gd name="T79" fmla="*/ 1011 h 1527"/>
                <a:gd name="T80" fmla="*/ 1803 w 852"/>
                <a:gd name="T81" fmla="*/ 291 h 1527"/>
                <a:gd name="T82" fmla="*/ 2928 w 852"/>
                <a:gd name="T83" fmla="*/ 1585 h 1527"/>
                <a:gd name="T84" fmla="*/ 2638 w 852"/>
                <a:gd name="T85" fmla="*/ 1551 h 152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52" h="1527">
                  <a:moveTo>
                    <a:pt x="695" y="407"/>
                  </a:moveTo>
                  <a:cubicBezTo>
                    <a:pt x="703" y="376"/>
                    <a:pt x="713" y="395"/>
                    <a:pt x="737" y="388"/>
                  </a:cubicBezTo>
                  <a:cubicBezTo>
                    <a:pt x="761" y="381"/>
                    <a:pt x="829" y="328"/>
                    <a:pt x="747" y="236"/>
                  </a:cubicBezTo>
                  <a:cubicBezTo>
                    <a:pt x="659" y="138"/>
                    <a:pt x="425" y="28"/>
                    <a:pt x="172" y="117"/>
                  </a:cubicBezTo>
                  <a:cubicBezTo>
                    <a:pt x="42" y="163"/>
                    <a:pt x="0" y="306"/>
                    <a:pt x="136" y="346"/>
                  </a:cubicBezTo>
                  <a:cubicBezTo>
                    <a:pt x="227" y="373"/>
                    <a:pt x="257" y="411"/>
                    <a:pt x="257" y="411"/>
                  </a:cubicBezTo>
                  <a:cubicBezTo>
                    <a:pt x="257" y="411"/>
                    <a:pt x="276" y="394"/>
                    <a:pt x="294" y="411"/>
                  </a:cubicBezTo>
                  <a:cubicBezTo>
                    <a:pt x="313" y="429"/>
                    <a:pt x="311" y="463"/>
                    <a:pt x="282" y="467"/>
                  </a:cubicBezTo>
                  <a:cubicBezTo>
                    <a:pt x="282" y="467"/>
                    <a:pt x="297" y="513"/>
                    <a:pt x="255" y="544"/>
                  </a:cubicBezTo>
                  <a:cubicBezTo>
                    <a:pt x="241" y="555"/>
                    <a:pt x="255" y="550"/>
                    <a:pt x="262" y="549"/>
                  </a:cubicBezTo>
                  <a:cubicBezTo>
                    <a:pt x="270" y="548"/>
                    <a:pt x="280" y="550"/>
                    <a:pt x="271" y="562"/>
                  </a:cubicBezTo>
                  <a:cubicBezTo>
                    <a:pt x="261" y="573"/>
                    <a:pt x="264" y="590"/>
                    <a:pt x="278" y="580"/>
                  </a:cubicBezTo>
                  <a:cubicBezTo>
                    <a:pt x="293" y="569"/>
                    <a:pt x="345" y="552"/>
                    <a:pt x="358" y="538"/>
                  </a:cubicBezTo>
                  <a:cubicBezTo>
                    <a:pt x="372" y="524"/>
                    <a:pt x="483" y="434"/>
                    <a:pt x="521" y="576"/>
                  </a:cubicBezTo>
                  <a:cubicBezTo>
                    <a:pt x="560" y="719"/>
                    <a:pt x="621" y="979"/>
                    <a:pt x="595" y="1483"/>
                  </a:cubicBezTo>
                  <a:cubicBezTo>
                    <a:pt x="612" y="1483"/>
                    <a:pt x="612" y="1483"/>
                    <a:pt x="612" y="1483"/>
                  </a:cubicBezTo>
                  <a:cubicBezTo>
                    <a:pt x="616" y="1170"/>
                    <a:pt x="616" y="1170"/>
                    <a:pt x="616" y="1170"/>
                  </a:cubicBezTo>
                  <a:cubicBezTo>
                    <a:pt x="616" y="1170"/>
                    <a:pt x="620" y="1151"/>
                    <a:pt x="635" y="1144"/>
                  </a:cubicBezTo>
                  <a:cubicBezTo>
                    <a:pt x="649" y="1138"/>
                    <a:pt x="668" y="1122"/>
                    <a:pt x="668" y="1122"/>
                  </a:cubicBezTo>
                  <a:cubicBezTo>
                    <a:pt x="668" y="1122"/>
                    <a:pt x="684" y="1120"/>
                    <a:pt x="680" y="1132"/>
                  </a:cubicBezTo>
                  <a:cubicBezTo>
                    <a:pt x="676" y="1144"/>
                    <a:pt x="644" y="1354"/>
                    <a:pt x="647" y="1483"/>
                  </a:cubicBezTo>
                  <a:cubicBezTo>
                    <a:pt x="647" y="1483"/>
                    <a:pt x="640" y="1527"/>
                    <a:pt x="581" y="1527"/>
                  </a:cubicBezTo>
                  <a:cubicBezTo>
                    <a:pt x="523" y="1527"/>
                    <a:pt x="523" y="1480"/>
                    <a:pt x="523" y="1480"/>
                  </a:cubicBezTo>
                  <a:cubicBezTo>
                    <a:pt x="523" y="1480"/>
                    <a:pt x="512" y="1284"/>
                    <a:pt x="489" y="1202"/>
                  </a:cubicBezTo>
                  <a:cubicBezTo>
                    <a:pt x="467" y="1119"/>
                    <a:pt x="443" y="1072"/>
                    <a:pt x="444" y="1043"/>
                  </a:cubicBezTo>
                  <a:cubicBezTo>
                    <a:pt x="445" y="1014"/>
                    <a:pt x="449" y="1002"/>
                    <a:pt x="395" y="983"/>
                  </a:cubicBezTo>
                  <a:cubicBezTo>
                    <a:pt x="340" y="964"/>
                    <a:pt x="321" y="898"/>
                    <a:pt x="324" y="812"/>
                  </a:cubicBezTo>
                  <a:cubicBezTo>
                    <a:pt x="327" y="727"/>
                    <a:pt x="357" y="692"/>
                    <a:pt x="404" y="690"/>
                  </a:cubicBezTo>
                  <a:cubicBezTo>
                    <a:pt x="433" y="688"/>
                    <a:pt x="420" y="682"/>
                    <a:pt x="411" y="655"/>
                  </a:cubicBezTo>
                  <a:cubicBezTo>
                    <a:pt x="401" y="628"/>
                    <a:pt x="384" y="554"/>
                    <a:pt x="352" y="564"/>
                  </a:cubicBezTo>
                  <a:cubicBezTo>
                    <a:pt x="320" y="575"/>
                    <a:pt x="248" y="627"/>
                    <a:pt x="248" y="656"/>
                  </a:cubicBezTo>
                  <a:cubicBezTo>
                    <a:pt x="248" y="686"/>
                    <a:pt x="239" y="706"/>
                    <a:pt x="197" y="696"/>
                  </a:cubicBezTo>
                  <a:cubicBezTo>
                    <a:pt x="156" y="687"/>
                    <a:pt x="180" y="639"/>
                    <a:pt x="202" y="641"/>
                  </a:cubicBezTo>
                  <a:cubicBezTo>
                    <a:pt x="224" y="643"/>
                    <a:pt x="240" y="620"/>
                    <a:pt x="250" y="597"/>
                  </a:cubicBezTo>
                  <a:cubicBezTo>
                    <a:pt x="260" y="574"/>
                    <a:pt x="264" y="558"/>
                    <a:pt x="248" y="564"/>
                  </a:cubicBezTo>
                  <a:cubicBezTo>
                    <a:pt x="231" y="570"/>
                    <a:pt x="217" y="582"/>
                    <a:pt x="212" y="572"/>
                  </a:cubicBezTo>
                  <a:cubicBezTo>
                    <a:pt x="206" y="562"/>
                    <a:pt x="269" y="536"/>
                    <a:pt x="269" y="471"/>
                  </a:cubicBezTo>
                  <a:cubicBezTo>
                    <a:pt x="268" y="417"/>
                    <a:pt x="256" y="414"/>
                    <a:pt x="256" y="414"/>
                  </a:cubicBezTo>
                  <a:cubicBezTo>
                    <a:pt x="256" y="414"/>
                    <a:pt x="232" y="379"/>
                    <a:pt x="154" y="371"/>
                  </a:cubicBezTo>
                  <a:cubicBezTo>
                    <a:pt x="76" y="363"/>
                    <a:pt x="17" y="348"/>
                    <a:pt x="14" y="265"/>
                  </a:cubicBezTo>
                  <a:cubicBezTo>
                    <a:pt x="11" y="182"/>
                    <a:pt x="137" y="0"/>
                    <a:pt x="475" y="76"/>
                  </a:cubicBezTo>
                  <a:cubicBezTo>
                    <a:pt x="852" y="161"/>
                    <a:pt x="847" y="378"/>
                    <a:pt x="771" y="416"/>
                  </a:cubicBezTo>
                  <a:cubicBezTo>
                    <a:pt x="725" y="439"/>
                    <a:pt x="690" y="429"/>
                    <a:pt x="695" y="407"/>
                  </a:cubicBezTo>
                  <a:close/>
                </a:path>
              </a:pathLst>
            </a:custGeom>
            <a:solidFill>
              <a:srgbClr val="F5D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5" name="Freeform 18">
              <a:extLst>
                <a:ext uri="{FF2B5EF4-FFF2-40B4-BE49-F238E27FC236}">
                  <a16:creationId xmlns:a16="http://schemas.microsoft.com/office/drawing/2014/main" id="{7970BEE7-7CB5-442E-BE63-01FE89EBA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462"/>
              <a:ext cx="1329" cy="2385"/>
            </a:xfrm>
            <a:custGeom>
              <a:avLst/>
              <a:gdLst>
                <a:gd name="T0" fmla="*/ 2638 w 852"/>
                <a:gd name="T1" fmla="*/ 1551 h 1527"/>
                <a:gd name="T2" fmla="*/ 2798 w 852"/>
                <a:gd name="T3" fmla="*/ 1479 h 1527"/>
                <a:gd name="T4" fmla="*/ 2834 w 852"/>
                <a:gd name="T5" fmla="*/ 900 h 1527"/>
                <a:gd name="T6" fmla="*/ 652 w 852"/>
                <a:gd name="T7" fmla="*/ 447 h 1527"/>
                <a:gd name="T8" fmla="*/ 516 w 852"/>
                <a:gd name="T9" fmla="*/ 1317 h 1527"/>
                <a:gd name="T10" fmla="*/ 976 w 852"/>
                <a:gd name="T11" fmla="*/ 1567 h 1527"/>
                <a:gd name="T12" fmla="*/ 1117 w 852"/>
                <a:gd name="T13" fmla="*/ 1567 h 1527"/>
                <a:gd name="T14" fmla="*/ 1070 w 852"/>
                <a:gd name="T15" fmla="*/ 1779 h 1527"/>
                <a:gd name="T16" fmla="*/ 969 w 852"/>
                <a:gd name="T17" fmla="*/ 2074 h 1527"/>
                <a:gd name="T18" fmla="*/ 995 w 852"/>
                <a:gd name="T19" fmla="*/ 2091 h 1527"/>
                <a:gd name="T20" fmla="*/ 1030 w 852"/>
                <a:gd name="T21" fmla="*/ 2141 h 1527"/>
                <a:gd name="T22" fmla="*/ 1056 w 852"/>
                <a:gd name="T23" fmla="*/ 2210 h 1527"/>
                <a:gd name="T24" fmla="*/ 1357 w 852"/>
                <a:gd name="T25" fmla="*/ 2049 h 1527"/>
                <a:gd name="T26" fmla="*/ 1978 w 852"/>
                <a:gd name="T27" fmla="*/ 2196 h 1527"/>
                <a:gd name="T28" fmla="*/ 2259 w 852"/>
                <a:gd name="T29" fmla="*/ 5649 h 1527"/>
                <a:gd name="T30" fmla="*/ 2324 w 852"/>
                <a:gd name="T31" fmla="*/ 5649 h 1527"/>
                <a:gd name="T32" fmla="*/ 2338 w 852"/>
                <a:gd name="T33" fmla="*/ 4458 h 1527"/>
                <a:gd name="T34" fmla="*/ 2412 w 852"/>
                <a:gd name="T35" fmla="*/ 4359 h 1527"/>
                <a:gd name="T36" fmla="*/ 2535 w 852"/>
                <a:gd name="T37" fmla="*/ 4273 h 1527"/>
                <a:gd name="T38" fmla="*/ 2582 w 852"/>
                <a:gd name="T39" fmla="*/ 4312 h 1527"/>
                <a:gd name="T40" fmla="*/ 2455 w 852"/>
                <a:gd name="T41" fmla="*/ 5649 h 1527"/>
                <a:gd name="T42" fmla="*/ 2204 w 852"/>
                <a:gd name="T43" fmla="*/ 5818 h 1527"/>
                <a:gd name="T44" fmla="*/ 1986 w 852"/>
                <a:gd name="T45" fmla="*/ 5640 h 1527"/>
                <a:gd name="T46" fmla="*/ 1856 w 852"/>
                <a:gd name="T47" fmla="*/ 4579 h 1527"/>
                <a:gd name="T48" fmla="*/ 1686 w 852"/>
                <a:gd name="T49" fmla="*/ 3973 h 1527"/>
                <a:gd name="T50" fmla="*/ 1499 w 852"/>
                <a:gd name="T51" fmla="*/ 3744 h 1527"/>
                <a:gd name="T52" fmla="*/ 1229 w 852"/>
                <a:gd name="T53" fmla="*/ 3093 h 1527"/>
                <a:gd name="T54" fmla="*/ 1533 w 852"/>
                <a:gd name="T55" fmla="*/ 2630 h 1527"/>
                <a:gd name="T56" fmla="*/ 1560 w 852"/>
                <a:gd name="T57" fmla="*/ 2496 h 1527"/>
                <a:gd name="T58" fmla="*/ 1335 w 852"/>
                <a:gd name="T59" fmla="*/ 2149 h 1527"/>
                <a:gd name="T60" fmla="*/ 942 w 852"/>
                <a:gd name="T61" fmla="*/ 2501 h 1527"/>
                <a:gd name="T62" fmla="*/ 747 w 852"/>
                <a:gd name="T63" fmla="*/ 2652 h 1527"/>
                <a:gd name="T64" fmla="*/ 766 w 852"/>
                <a:gd name="T65" fmla="*/ 2441 h 1527"/>
                <a:gd name="T66" fmla="*/ 948 w 852"/>
                <a:gd name="T67" fmla="*/ 2274 h 1527"/>
                <a:gd name="T68" fmla="*/ 942 w 852"/>
                <a:gd name="T69" fmla="*/ 2149 h 1527"/>
                <a:gd name="T70" fmla="*/ 805 w 852"/>
                <a:gd name="T71" fmla="*/ 2179 h 1527"/>
                <a:gd name="T72" fmla="*/ 1022 w 852"/>
                <a:gd name="T73" fmla="*/ 1796 h 1527"/>
                <a:gd name="T74" fmla="*/ 970 w 852"/>
                <a:gd name="T75" fmla="*/ 1579 h 1527"/>
                <a:gd name="T76" fmla="*/ 583 w 852"/>
                <a:gd name="T77" fmla="*/ 1412 h 1527"/>
                <a:gd name="T78" fmla="*/ 53 w 852"/>
                <a:gd name="T79" fmla="*/ 1011 h 1527"/>
                <a:gd name="T80" fmla="*/ 1803 w 852"/>
                <a:gd name="T81" fmla="*/ 291 h 1527"/>
                <a:gd name="T82" fmla="*/ 2928 w 852"/>
                <a:gd name="T83" fmla="*/ 1585 h 1527"/>
                <a:gd name="T84" fmla="*/ 2638 w 852"/>
                <a:gd name="T85" fmla="*/ 1551 h 152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52" h="1527">
                  <a:moveTo>
                    <a:pt x="695" y="407"/>
                  </a:moveTo>
                  <a:cubicBezTo>
                    <a:pt x="703" y="376"/>
                    <a:pt x="713" y="395"/>
                    <a:pt x="737" y="388"/>
                  </a:cubicBezTo>
                  <a:cubicBezTo>
                    <a:pt x="761" y="381"/>
                    <a:pt x="829" y="328"/>
                    <a:pt x="747" y="236"/>
                  </a:cubicBezTo>
                  <a:cubicBezTo>
                    <a:pt x="659" y="138"/>
                    <a:pt x="425" y="28"/>
                    <a:pt x="172" y="117"/>
                  </a:cubicBezTo>
                  <a:cubicBezTo>
                    <a:pt x="42" y="163"/>
                    <a:pt x="0" y="306"/>
                    <a:pt x="136" y="346"/>
                  </a:cubicBezTo>
                  <a:cubicBezTo>
                    <a:pt x="227" y="373"/>
                    <a:pt x="257" y="411"/>
                    <a:pt x="257" y="411"/>
                  </a:cubicBezTo>
                  <a:cubicBezTo>
                    <a:pt x="257" y="411"/>
                    <a:pt x="276" y="394"/>
                    <a:pt x="294" y="411"/>
                  </a:cubicBezTo>
                  <a:cubicBezTo>
                    <a:pt x="313" y="429"/>
                    <a:pt x="311" y="463"/>
                    <a:pt x="282" y="467"/>
                  </a:cubicBezTo>
                  <a:cubicBezTo>
                    <a:pt x="282" y="467"/>
                    <a:pt x="297" y="513"/>
                    <a:pt x="255" y="544"/>
                  </a:cubicBezTo>
                  <a:cubicBezTo>
                    <a:pt x="241" y="555"/>
                    <a:pt x="255" y="550"/>
                    <a:pt x="262" y="549"/>
                  </a:cubicBezTo>
                  <a:cubicBezTo>
                    <a:pt x="270" y="548"/>
                    <a:pt x="280" y="550"/>
                    <a:pt x="271" y="562"/>
                  </a:cubicBezTo>
                  <a:cubicBezTo>
                    <a:pt x="261" y="573"/>
                    <a:pt x="264" y="590"/>
                    <a:pt x="278" y="580"/>
                  </a:cubicBezTo>
                  <a:cubicBezTo>
                    <a:pt x="293" y="569"/>
                    <a:pt x="345" y="552"/>
                    <a:pt x="358" y="538"/>
                  </a:cubicBezTo>
                  <a:cubicBezTo>
                    <a:pt x="372" y="524"/>
                    <a:pt x="483" y="434"/>
                    <a:pt x="521" y="576"/>
                  </a:cubicBezTo>
                  <a:cubicBezTo>
                    <a:pt x="560" y="719"/>
                    <a:pt x="621" y="979"/>
                    <a:pt x="595" y="1483"/>
                  </a:cubicBezTo>
                  <a:cubicBezTo>
                    <a:pt x="612" y="1483"/>
                    <a:pt x="612" y="1483"/>
                    <a:pt x="612" y="1483"/>
                  </a:cubicBezTo>
                  <a:cubicBezTo>
                    <a:pt x="616" y="1170"/>
                    <a:pt x="616" y="1170"/>
                    <a:pt x="616" y="1170"/>
                  </a:cubicBezTo>
                  <a:cubicBezTo>
                    <a:pt x="616" y="1170"/>
                    <a:pt x="620" y="1151"/>
                    <a:pt x="635" y="1144"/>
                  </a:cubicBezTo>
                  <a:cubicBezTo>
                    <a:pt x="649" y="1138"/>
                    <a:pt x="668" y="1122"/>
                    <a:pt x="668" y="1122"/>
                  </a:cubicBezTo>
                  <a:cubicBezTo>
                    <a:pt x="668" y="1122"/>
                    <a:pt x="684" y="1120"/>
                    <a:pt x="680" y="1132"/>
                  </a:cubicBezTo>
                  <a:cubicBezTo>
                    <a:pt x="676" y="1144"/>
                    <a:pt x="644" y="1354"/>
                    <a:pt x="647" y="1483"/>
                  </a:cubicBezTo>
                  <a:cubicBezTo>
                    <a:pt x="647" y="1483"/>
                    <a:pt x="640" y="1527"/>
                    <a:pt x="581" y="1527"/>
                  </a:cubicBezTo>
                  <a:cubicBezTo>
                    <a:pt x="523" y="1527"/>
                    <a:pt x="523" y="1480"/>
                    <a:pt x="523" y="1480"/>
                  </a:cubicBezTo>
                  <a:cubicBezTo>
                    <a:pt x="523" y="1480"/>
                    <a:pt x="512" y="1284"/>
                    <a:pt x="489" y="1202"/>
                  </a:cubicBezTo>
                  <a:cubicBezTo>
                    <a:pt x="467" y="1119"/>
                    <a:pt x="443" y="1072"/>
                    <a:pt x="444" y="1043"/>
                  </a:cubicBezTo>
                  <a:cubicBezTo>
                    <a:pt x="445" y="1014"/>
                    <a:pt x="449" y="1002"/>
                    <a:pt x="395" y="983"/>
                  </a:cubicBezTo>
                  <a:cubicBezTo>
                    <a:pt x="340" y="964"/>
                    <a:pt x="321" y="898"/>
                    <a:pt x="324" y="812"/>
                  </a:cubicBezTo>
                  <a:cubicBezTo>
                    <a:pt x="327" y="727"/>
                    <a:pt x="357" y="692"/>
                    <a:pt x="404" y="690"/>
                  </a:cubicBezTo>
                  <a:cubicBezTo>
                    <a:pt x="433" y="688"/>
                    <a:pt x="420" y="682"/>
                    <a:pt x="411" y="655"/>
                  </a:cubicBezTo>
                  <a:cubicBezTo>
                    <a:pt x="401" y="628"/>
                    <a:pt x="384" y="554"/>
                    <a:pt x="352" y="564"/>
                  </a:cubicBezTo>
                  <a:cubicBezTo>
                    <a:pt x="320" y="575"/>
                    <a:pt x="248" y="627"/>
                    <a:pt x="248" y="656"/>
                  </a:cubicBezTo>
                  <a:cubicBezTo>
                    <a:pt x="248" y="686"/>
                    <a:pt x="239" y="706"/>
                    <a:pt x="197" y="696"/>
                  </a:cubicBezTo>
                  <a:cubicBezTo>
                    <a:pt x="156" y="687"/>
                    <a:pt x="180" y="639"/>
                    <a:pt x="202" y="641"/>
                  </a:cubicBezTo>
                  <a:cubicBezTo>
                    <a:pt x="224" y="643"/>
                    <a:pt x="240" y="620"/>
                    <a:pt x="250" y="597"/>
                  </a:cubicBezTo>
                  <a:cubicBezTo>
                    <a:pt x="260" y="574"/>
                    <a:pt x="264" y="558"/>
                    <a:pt x="248" y="564"/>
                  </a:cubicBezTo>
                  <a:cubicBezTo>
                    <a:pt x="231" y="570"/>
                    <a:pt x="217" y="582"/>
                    <a:pt x="212" y="572"/>
                  </a:cubicBezTo>
                  <a:cubicBezTo>
                    <a:pt x="206" y="562"/>
                    <a:pt x="269" y="536"/>
                    <a:pt x="269" y="471"/>
                  </a:cubicBezTo>
                  <a:cubicBezTo>
                    <a:pt x="268" y="417"/>
                    <a:pt x="256" y="414"/>
                    <a:pt x="256" y="414"/>
                  </a:cubicBezTo>
                  <a:cubicBezTo>
                    <a:pt x="256" y="414"/>
                    <a:pt x="232" y="379"/>
                    <a:pt x="154" y="371"/>
                  </a:cubicBezTo>
                  <a:cubicBezTo>
                    <a:pt x="76" y="363"/>
                    <a:pt x="17" y="348"/>
                    <a:pt x="14" y="265"/>
                  </a:cubicBezTo>
                  <a:cubicBezTo>
                    <a:pt x="11" y="182"/>
                    <a:pt x="137" y="0"/>
                    <a:pt x="475" y="76"/>
                  </a:cubicBezTo>
                  <a:cubicBezTo>
                    <a:pt x="852" y="161"/>
                    <a:pt x="847" y="378"/>
                    <a:pt x="771" y="416"/>
                  </a:cubicBezTo>
                  <a:cubicBezTo>
                    <a:pt x="725" y="439"/>
                    <a:pt x="690" y="429"/>
                    <a:pt x="695" y="407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6" name="Freeform 19">
              <a:extLst>
                <a:ext uri="{FF2B5EF4-FFF2-40B4-BE49-F238E27FC236}">
                  <a16:creationId xmlns:a16="http://schemas.microsoft.com/office/drawing/2014/main" id="{F0512146-E914-4D93-BB76-576B08654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349"/>
              <a:ext cx="727" cy="717"/>
            </a:xfrm>
            <a:custGeom>
              <a:avLst/>
              <a:gdLst>
                <a:gd name="T0" fmla="*/ 657 w 466"/>
                <a:gd name="T1" fmla="*/ 117 h 459"/>
                <a:gd name="T2" fmla="*/ 413 w 466"/>
                <a:gd name="T3" fmla="*/ 83 h 459"/>
                <a:gd name="T4" fmla="*/ 318 w 466"/>
                <a:gd name="T5" fmla="*/ 152 h 459"/>
                <a:gd name="T6" fmla="*/ 170 w 466"/>
                <a:gd name="T7" fmla="*/ 161 h 459"/>
                <a:gd name="T8" fmla="*/ 80 w 466"/>
                <a:gd name="T9" fmla="*/ 273 h 459"/>
                <a:gd name="T10" fmla="*/ 53 w 466"/>
                <a:gd name="T11" fmla="*/ 395 h 459"/>
                <a:gd name="T12" fmla="*/ 0 w 466"/>
                <a:gd name="T13" fmla="*/ 508 h 459"/>
                <a:gd name="T14" fmla="*/ 56 w 466"/>
                <a:gd name="T15" fmla="*/ 656 h 459"/>
                <a:gd name="T16" fmla="*/ 42 w 466"/>
                <a:gd name="T17" fmla="*/ 761 h 459"/>
                <a:gd name="T18" fmla="*/ 151 w 466"/>
                <a:gd name="T19" fmla="*/ 873 h 459"/>
                <a:gd name="T20" fmla="*/ 290 w 466"/>
                <a:gd name="T21" fmla="*/ 989 h 459"/>
                <a:gd name="T22" fmla="*/ 487 w 466"/>
                <a:gd name="T23" fmla="*/ 1059 h 459"/>
                <a:gd name="T24" fmla="*/ 482 w 466"/>
                <a:gd name="T25" fmla="*/ 1201 h 459"/>
                <a:gd name="T26" fmla="*/ 434 w 466"/>
                <a:gd name="T27" fmla="*/ 1256 h 459"/>
                <a:gd name="T28" fmla="*/ 426 w 466"/>
                <a:gd name="T29" fmla="*/ 1318 h 459"/>
                <a:gd name="T30" fmla="*/ 368 w 466"/>
                <a:gd name="T31" fmla="*/ 1379 h 459"/>
                <a:gd name="T32" fmla="*/ 357 w 466"/>
                <a:gd name="T33" fmla="*/ 1484 h 459"/>
                <a:gd name="T34" fmla="*/ 452 w 466"/>
                <a:gd name="T35" fmla="*/ 1559 h 459"/>
                <a:gd name="T36" fmla="*/ 516 w 466"/>
                <a:gd name="T37" fmla="*/ 1667 h 459"/>
                <a:gd name="T38" fmla="*/ 651 w 466"/>
                <a:gd name="T39" fmla="*/ 1676 h 459"/>
                <a:gd name="T40" fmla="*/ 683 w 466"/>
                <a:gd name="T41" fmla="*/ 1728 h 459"/>
                <a:gd name="T42" fmla="*/ 755 w 466"/>
                <a:gd name="T43" fmla="*/ 1737 h 459"/>
                <a:gd name="T44" fmla="*/ 910 w 466"/>
                <a:gd name="T45" fmla="*/ 1720 h 459"/>
                <a:gd name="T46" fmla="*/ 1005 w 466"/>
                <a:gd name="T47" fmla="*/ 1684 h 459"/>
                <a:gd name="T48" fmla="*/ 1105 w 466"/>
                <a:gd name="T49" fmla="*/ 1703 h 459"/>
                <a:gd name="T50" fmla="*/ 1295 w 466"/>
                <a:gd name="T51" fmla="*/ 1623 h 459"/>
                <a:gd name="T52" fmla="*/ 1396 w 466"/>
                <a:gd name="T53" fmla="*/ 1479 h 459"/>
                <a:gd name="T54" fmla="*/ 1530 w 466"/>
                <a:gd name="T55" fmla="*/ 1389 h 459"/>
                <a:gd name="T56" fmla="*/ 1565 w 466"/>
                <a:gd name="T57" fmla="*/ 1323 h 459"/>
                <a:gd name="T58" fmla="*/ 1573 w 466"/>
                <a:gd name="T59" fmla="*/ 1240 h 459"/>
                <a:gd name="T60" fmla="*/ 1652 w 466"/>
                <a:gd name="T61" fmla="*/ 1106 h 459"/>
                <a:gd name="T62" fmla="*/ 1652 w 466"/>
                <a:gd name="T63" fmla="*/ 1025 h 459"/>
                <a:gd name="T64" fmla="*/ 1694 w 466"/>
                <a:gd name="T65" fmla="*/ 954 h 459"/>
                <a:gd name="T66" fmla="*/ 1704 w 466"/>
                <a:gd name="T67" fmla="*/ 781 h 459"/>
                <a:gd name="T68" fmla="*/ 1534 w 466"/>
                <a:gd name="T69" fmla="*/ 548 h 459"/>
                <a:gd name="T70" fmla="*/ 1463 w 466"/>
                <a:gd name="T71" fmla="*/ 517 h 459"/>
                <a:gd name="T72" fmla="*/ 1409 w 466"/>
                <a:gd name="T73" fmla="*/ 461 h 459"/>
                <a:gd name="T74" fmla="*/ 1261 w 466"/>
                <a:gd name="T75" fmla="*/ 434 h 459"/>
                <a:gd name="T76" fmla="*/ 1109 w 466"/>
                <a:gd name="T77" fmla="*/ 320 h 459"/>
                <a:gd name="T78" fmla="*/ 1039 w 466"/>
                <a:gd name="T79" fmla="*/ 300 h 459"/>
                <a:gd name="T80" fmla="*/ 969 w 466"/>
                <a:gd name="T81" fmla="*/ 209 h 459"/>
                <a:gd name="T82" fmla="*/ 652 w 466"/>
                <a:gd name="T83" fmla="*/ 127 h 4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66" h="459">
                  <a:moveTo>
                    <a:pt x="173" y="31"/>
                  </a:moveTo>
                  <a:cubicBezTo>
                    <a:pt x="148" y="32"/>
                    <a:pt x="132" y="0"/>
                    <a:pt x="109" y="22"/>
                  </a:cubicBezTo>
                  <a:cubicBezTo>
                    <a:pt x="101" y="31"/>
                    <a:pt x="96" y="37"/>
                    <a:pt x="84" y="40"/>
                  </a:cubicBezTo>
                  <a:cubicBezTo>
                    <a:pt x="71" y="44"/>
                    <a:pt x="57" y="38"/>
                    <a:pt x="45" y="42"/>
                  </a:cubicBezTo>
                  <a:cubicBezTo>
                    <a:pt x="33" y="47"/>
                    <a:pt x="24" y="61"/>
                    <a:pt x="21" y="72"/>
                  </a:cubicBezTo>
                  <a:cubicBezTo>
                    <a:pt x="18" y="81"/>
                    <a:pt x="18" y="96"/>
                    <a:pt x="14" y="104"/>
                  </a:cubicBezTo>
                  <a:cubicBezTo>
                    <a:pt x="9" y="114"/>
                    <a:pt x="0" y="117"/>
                    <a:pt x="0" y="133"/>
                  </a:cubicBezTo>
                  <a:cubicBezTo>
                    <a:pt x="0" y="147"/>
                    <a:pt x="12" y="158"/>
                    <a:pt x="15" y="172"/>
                  </a:cubicBezTo>
                  <a:cubicBezTo>
                    <a:pt x="17" y="183"/>
                    <a:pt x="8" y="190"/>
                    <a:pt x="11" y="200"/>
                  </a:cubicBezTo>
                  <a:cubicBezTo>
                    <a:pt x="14" y="212"/>
                    <a:pt x="33" y="218"/>
                    <a:pt x="40" y="229"/>
                  </a:cubicBezTo>
                  <a:cubicBezTo>
                    <a:pt x="50" y="246"/>
                    <a:pt x="55" y="253"/>
                    <a:pt x="76" y="259"/>
                  </a:cubicBezTo>
                  <a:cubicBezTo>
                    <a:pt x="93" y="264"/>
                    <a:pt x="114" y="264"/>
                    <a:pt x="128" y="278"/>
                  </a:cubicBezTo>
                  <a:cubicBezTo>
                    <a:pt x="140" y="290"/>
                    <a:pt x="139" y="303"/>
                    <a:pt x="127" y="315"/>
                  </a:cubicBezTo>
                  <a:cubicBezTo>
                    <a:pt x="122" y="320"/>
                    <a:pt x="117" y="323"/>
                    <a:pt x="114" y="330"/>
                  </a:cubicBezTo>
                  <a:cubicBezTo>
                    <a:pt x="113" y="335"/>
                    <a:pt x="115" y="341"/>
                    <a:pt x="112" y="346"/>
                  </a:cubicBezTo>
                  <a:cubicBezTo>
                    <a:pt x="108" y="352"/>
                    <a:pt x="100" y="354"/>
                    <a:pt x="97" y="362"/>
                  </a:cubicBezTo>
                  <a:cubicBezTo>
                    <a:pt x="95" y="370"/>
                    <a:pt x="94" y="381"/>
                    <a:pt x="94" y="389"/>
                  </a:cubicBezTo>
                  <a:cubicBezTo>
                    <a:pt x="96" y="403"/>
                    <a:pt x="105" y="416"/>
                    <a:pt x="119" y="409"/>
                  </a:cubicBezTo>
                  <a:cubicBezTo>
                    <a:pt x="127" y="418"/>
                    <a:pt x="128" y="430"/>
                    <a:pt x="136" y="437"/>
                  </a:cubicBezTo>
                  <a:cubicBezTo>
                    <a:pt x="149" y="450"/>
                    <a:pt x="158" y="436"/>
                    <a:pt x="171" y="440"/>
                  </a:cubicBezTo>
                  <a:cubicBezTo>
                    <a:pt x="176" y="442"/>
                    <a:pt x="175" y="449"/>
                    <a:pt x="180" y="453"/>
                  </a:cubicBezTo>
                  <a:cubicBezTo>
                    <a:pt x="185" y="458"/>
                    <a:pt x="193" y="456"/>
                    <a:pt x="199" y="456"/>
                  </a:cubicBezTo>
                  <a:cubicBezTo>
                    <a:pt x="214" y="457"/>
                    <a:pt x="227" y="459"/>
                    <a:pt x="240" y="451"/>
                  </a:cubicBezTo>
                  <a:cubicBezTo>
                    <a:pt x="249" y="446"/>
                    <a:pt x="254" y="442"/>
                    <a:pt x="265" y="442"/>
                  </a:cubicBezTo>
                  <a:cubicBezTo>
                    <a:pt x="274" y="443"/>
                    <a:pt x="282" y="447"/>
                    <a:pt x="291" y="447"/>
                  </a:cubicBezTo>
                  <a:cubicBezTo>
                    <a:pt x="306" y="446"/>
                    <a:pt x="330" y="435"/>
                    <a:pt x="341" y="426"/>
                  </a:cubicBezTo>
                  <a:cubicBezTo>
                    <a:pt x="354" y="415"/>
                    <a:pt x="352" y="395"/>
                    <a:pt x="368" y="388"/>
                  </a:cubicBezTo>
                  <a:cubicBezTo>
                    <a:pt x="385" y="381"/>
                    <a:pt x="393" y="382"/>
                    <a:pt x="403" y="364"/>
                  </a:cubicBezTo>
                  <a:cubicBezTo>
                    <a:pt x="406" y="359"/>
                    <a:pt x="410" y="354"/>
                    <a:pt x="412" y="347"/>
                  </a:cubicBezTo>
                  <a:cubicBezTo>
                    <a:pt x="414" y="340"/>
                    <a:pt x="411" y="332"/>
                    <a:pt x="414" y="325"/>
                  </a:cubicBezTo>
                  <a:cubicBezTo>
                    <a:pt x="418" y="311"/>
                    <a:pt x="433" y="305"/>
                    <a:pt x="435" y="290"/>
                  </a:cubicBezTo>
                  <a:cubicBezTo>
                    <a:pt x="437" y="283"/>
                    <a:pt x="433" y="276"/>
                    <a:pt x="435" y="269"/>
                  </a:cubicBezTo>
                  <a:cubicBezTo>
                    <a:pt x="437" y="261"/>
                    <a:pt x="443" y="257"/>
                    <a:pt x="446" y="250"/>
                  </a:cubicBezTo>
                  <a:cubicBezTo>
                    <a:pt x="452" y="233"/>
                    <a:pt x="440" y="222"/>
                    <a:pt x="449" y="205"/>
                  </a:cubicBezTo>
                  <a:cubicBezTo>
                    <a:pt x="466" y="172"/>
                    <a:pt x="434" y="147"/>
                    <a:pt x="404" y="144"/>
                  </a:cubicBezTo>
                  <a:cubicBezTo>
                    <a:pt x="394" y="143"/>
                    <a:pt x="392" y="144"/>
                    <a:pt x="385" y="136"/>
                  </a:cubicBezTo>
                  <a:cubicBezTo>
                    <a:pt x="380" y="130"/>
                    <a:pt x="377" y="125"/>
                    <a:pt x="371" y="121"/>
                  </a:cubicBezTo>
                  <a:cubicBezTo>
                    <a:pt x="357" y="113"/>
                    <a:pt x="347" y="115"/>
                    <a:pt x="332" y="114"/>
                  </a:cubicBezTo>
                  <a:cubicBezTo>
                    <a:pt x="310" y="113"/>
                    <a:pt x="312" y="88"/>
                    <a:pt x="292" y="84"/>
                  </a:cubicBezTo>
                  <a:cubicBezTo>
                    <a:pt x="283" y="82"/>
                    <a:pt x="281" y="85"/>
                    <a:pt x="274" y="79"/>
                  </a:cubicBezTo>
                  <a:cubicBezTo>
                    <a:pt x="267" y="72"/>
                    <a:pt x="263" y="62"/>
                    <a:pt x="255" y="55"/>
                  </a:cubicBezTo>
                  <a:cubicBezTo>
                    <a:pt x="230" y="35"/>
                    <a:pt x="197" y="48"/>
                    <a:pt x="172" y="33"/>
                  </a:cubicBezTo>
                </a:path>
              </a:pathLst>
            </a:custGeom>
            <a:solidFill>
              <a:srgbClr val="ECBC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7" name="Freeform 20">
              <a:extLst>
                <a:ext uri="{FF2B5EF4-FFF2-40B4-BE49-F238E27FC236}">
                  <a16:creationId xmlns:a16="http://schemas.microsoft.com/office/drawing/2014/main" id="{D3A8F251-DDE6-4456-AA18-9B15DD265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391"/>
              <a:ext cx="680" cy="646"/>
            </a:xfrm>
            <a:custGeom>
              <a:avLst/>
              <a:gdLst>
                <a:gd name="T0" fmla="*/ 338 w 436"/>
                <a:gd name="T1" fmla="*/ 854 h 413"/>
                <a:gd name="T2" fmla="*/ 170 w 436"/>
                <a:gd name="T3" fmla="*/ 785 h 413"/>
                <a:gd name="T4" fmla="*/ 61 w 436"/>
                <a:gd name="T5" fmla="*/ 690 h 413"/>
                <a:gd name="T6" fmla="*/ 0 w 436"/>
                <a:gd name="T7" fmla="*/ 408 h 413"/>
                <a:gd name="T8" fmla="*/ 66 w 436"/>
                <a:gd name="T9" fmla="*/ 230 h 413"/>
                <a:gd name="T10" fmla="*/ 134 w 436"/>
                <a:gd name="T11" fmla="*/ 164 h 413"/>
                <a:gd name="T12" fmla="*/ 161 w 436"/>
                <a:gd name="T13" fmla="*/ 69 h 413"/>
                <a:gd name="T14" fmla="*/ 331 w 436"/>
                <a:gd name="T15" fmla="*/ 47 h 413"/>
                <a:gd name="T16" fmla="*/ 516 w 436"/>
                <a:gd name="T17" fmla="*/ 31 h 413"/>
                <a:gd name="T18" fmla="*/ 875 w 436"/>
                <a:gd name="T19" fmla="*/ 177 h 413"/>
                <a:gd name="T20" fmla="*/ 1064 w 436"/>
                <a:gd name="T21" fmla="*/ 286 h 413"/>
                <a:gd name="T22" fmla="*/ 1229 w 436"/>
                <a:gd name="T23" fmla="*/ 399 h 413"/>
                <a:gd name="T24" fmla="*/ 1438 w 436"/>
                <a:gd name="T25" fmla="*/ 425 h 413"/>
                <a:gd name="T26" fmla="*/ 1581 w 436"/>
                <a:gd name="T27" fmla="*/ 529 h 413"/>
                <a:gd name="T28" fmla="*/ 1600 w 436"/>
                <a:gd name="T29" fmla="*/ 690 h 413"/>
                <a:gd name="T30" fmla="*/ 1578 w 436"/>
                <a:gd name="T31" fmla="*/ 867 h 413"/>
                <a:gd name="T32" fmla="*/ 1444 w 436"/>
                <a:gd name="T33" fmla="*/ 1250 h 413"/>
                <a:gd name="T34" fmla="*/ 1301 w 436"/>
                <a:gd name="T35" fmla="*/ 1350 h 413"/>
                <a:gd name="T36" fmla="*/ 1179 w 436"/>
                <a:gd name="T37" fmla="*/ 1488 h 413"/>
                <a:gd name="T38" fmla="*/ 827 w 436"/>
                <a:gd name="T39" fmla="*/ 1561 h 413"/>
                <a:gd name="T40" fmla="*/ 652 w 436"/>
                <a:gd name="T41" fmla="*/ 1569 h 413"/>
                <a:gd name="T42" fmla="*/ 508 w 436"/>
                <a:gd name="T43" fmla="*/ 1466 h 413"/>
                <a:gd name="T44" fmla="*/ 387 w 436"/>
                <a:gd name="T45" fmla="*/ 1348 h 413"/>
                <a:gd name="T46" fmla="*/ 482 w 436"/>
                <a:gd name="T47" fmla="*/ 1084 h 413"/>
                <a:gd name="T48" fmla="*/ 501 w 436"/>
                <a:gd name="T49" fmla="*/ 907 h 413"/>
                <a:gd name="T50" fmla="*/ 348 w 436"/>
                <a:gd name="T51" fmla="*/ 854 h 4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36" h="413">
                  <a:moveTo>
                    <a:pt x="89" y="223"/>
                  </a:moveTo>
                  <a:cubicBezTo>
                    <a:pt x="68" y="223"/>
                    <a:pt x="58" y="219"/>
                    <a:pt x="45" y="205"/>
                  </a:cubicBezTo>
                  <a:cubicBezTo>
                    <a:pt x="35" y="193"/>
                    <a:pt x="27" y="188"/>
                    <a:pt x="16" y="180"/>
                  </a:cubicBezTo>
                  <a:cubicBezTo>
                    <a:pt x="0" y="167"/>
                    <a:pt x="0" y="128"/>
                    <a:pt x="0" y="107"/>
                  </a:cubicBezTo>
                  <a:cubicBezTo>
                    <a:pt x="1" y="94"/>
                    <a:pt x="9" y="71"/>
                    <a:pt x="17" y="60"/>
                  </a:cubicBezTo>
                  <a:cubicBezTo>
                    <a:pt x="23" y="53"/>
                    <a:pt x="31" y="51"/>
                    <a:pt x="35" y="43"/>
                  </a:cubicBezTo>
                  <a:cubicBezTo>
                    <a:pt x="39" y="35"/>
                    <a:pt x="35" y="24"/>
                    <a:pt x="42" y="18"/>
                  </a:cubicBezTo>
                  <a:cubicBezTo>
                    <a:pt x="52" y="8"/>
                    <a:pt x="75" y="16"/>
                    <a:pt x="87" y="12"/>
                  </a:cubicBezTo>
                  <a:cubicBezTo>
                    <a:pt x="107" y="7"/>
                    <a:pt x="115" y="0"/>
                    <a:pt x="136" y="8"/>
                  </a:cubicBezTo>
                  <a:cubicBezTo>
                    <a:pt x="167" y="20"/>
                    <a:pt x="201" y="32"/>
                    <a:pt x="231" y="46"/>
                  </a:cubicBezTo>
                  <a:cubicBezTo>
                    <a:pt x="249" y="54"/>
                    <a:pt x="261" y="68"/>
                    <a:pt x="280" y="75"/>
                  </a:cubicBezTo>
                  <a:cubicBezTo>
                    <a:pt x="297" y="81"/>
                    <a:pt x="308" y="97"/>
                    <a:pt x="324" y="104"/>
                  </a:cubicBezTo>
                  <a:cubicBezTo>
                    <a:pt x="342" y="111"/>
                    <a:pt x="362" y="104"/>
                    <a:pt x="379" y="111"/>
                  </a:cubicBezTo>
                  <a:cubicBezTo>
                    <a:pt x="392" y="117"/>
                    <a:pt x="406" y="129"/>
                    <a:pt x="417" y="138"/>
                  </a:cubicBezTo>
                  <a:cubicBezTo>
                    <a:pt x="436" y="152"/>
                    <a:pt x="434" y="157"/>
                    <a:pt x="422" y="180"/>
                  </a:cubicBezTo>
                  <a:cubicBezTo>
                    <a:pt x="412" y="199"/>
                    <a:pt x="413" y="205"/>
                    <a:pt x="416" y="226"/>
                  </a:cubicBezTo>
                  <a:cubicBezTo>
                    <a:pt x="421" y="261"/>
                    <a:pt x="396" y="299"/>
                    <a:pt x="381" y="327"/>
                  </a:cubicBezTo>
                  <a:cubicBezTo>
                    <a:pt x="370" y="348"/>
                    <a:pt x="363" y="344"/>
                    <a:pt x="343" y="353"/>
                  </a:cubicBezTo>
                  <a:cubicBezTo>
                    <a:pt x="325" y="360"/>
                    <a:pt x="325" y="377"/>
                    <a:pt x="311" y="389"/>
                  </a:cubicBezTo>
                  <a:cubicBezTo>
                    <a:pt x="293" y="405"/>
                    <a:pt x="243" y="410"/>
                    <a:pt x="218" y="408"/>
                  </a:cubicBezTo>
                  <a:cubicBezTo>
                    <a:pt x="203" y="408"/>
                    <a:pt x="187" y="413"/>
                    <a:pt x="172" y="410"/>
                  </a:cubicBezTo>
                  <a:cubicBezTo>
                    <a:pt x="154" y="407"/>
                    <a:pt x="146" y="391"/>
                    <a:pt x="134" y="383"/>
                  </a:cubicBezTo>
                  <a:cubicBezTo>
                    <a:pt x="118" y="374"/>
                    <a:pt x="107" y="374"/>
                    <a:pt x="102" y="352"/>
                  </a:cubicBezTo>
                  <a:cubicBezTo>
                    <a:pt x="98" y="334"/>
                    <a:pt x="114" y="299"/>
                    <a:pt x="127" y="283"/>
                  </a:cubicBezTo>
                  <a:cubicBezTo>
                    <a:pt x="140" y="265"/>
                    <a:pt x="151" y="257"/>
                    <a:pt x="132" y="237"/>
                  </a:cubicBezTo>
                  <a:cubicBezTo>
                    <a:pt x="122" y="225"/>
                    <a:pt x="106" y="220"/>
                    <a:pt x="92" y="223"/>
                  </a:cubicBezTo>
                </a:path>
              </a:pathLst>
            </a:custGeom>
            <a:solidFill>
              <a:srgbClr val="F3A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8" name="Freeform 21">
              <a:extLst>
                <a:ext uri="{FF2B5EF4-FFF2-40B4-BE49-F238E27FC236}">
                  <a16:creationId xmlns:a16="http://schemas.microsoft.com/office/drawing/2014/main" id="{71068F1D-880F-43E2-B688-BF79E9C8B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421"/>
              <a:ext cx="571" cy="545"/>
            </a:xfrm>
            <a:custGeom>
              <a:avLst/>
              <a:gdLst>
                <a:gd name="T0" fmla="*/ 523 w 366"/>
                <a:gd name="T1" fmla="*/ 83 h 349"/>
                <a:gd name="T2" fmla="*/ 290 w 366"/>
                <a:gd name="T3" fmla="*/ 95 h 349"/>
                <a:gd name="T4" fmla="*/ 178 w 366"/>
                <a:gd name="T5" fmla="*/ 164 h 349"/>
                <a:gd name="T6" fmla="*/ 90 w 366"/>
                <a:gd name="T7" fmla="*/ 178 h 349"/>
                <a:gd name="T8" fmla="*/ 8 w 366"/>
                <a:gd name="T9" fmla="*/ 381 h 349"/>
                <a:gd name="T10" fmla="*/ 30 w 366"/>
                <a:gd name="T11" fmla="*/ 487 h 349"/>
                <a:gd name="T12" fmla="*/ 75 w 366"/>
                <a:gd name="T13" fmla="*/ 582 h 349"/>
                <a:gd name="T14" fmla="*/ 312 w 366"/>
                <a:gd name="T15" fmla="*/ 678 h 349"/>
                <a:gd name="T16" fmla="*/ 413 w 366"/>
                <a:gd name="T17" fmla="*/ 761 h 349"/>
                <a:gd name="T18" fmla="*/ 509 w 366"/>
                <a:gd name="T19" fmla="*/ 826 h 349"/>
                <a:gd name="T20" fmla="*/ 490 w 366"/>
                <a:gd name="T21" fmla="*/ 1071 h 349"/>
                <a:gd name="T22" fmla="*/ 535 w 366"/>
                <a:gd name="T23" fmla="*/ 1249 h 349"/>
                <a:gd name="T24" fmla="*/ 630 w 366"/>
                <a:gd name="T25" fmla="*/ 1324 h 349"/>
                <a:gd name="T26" fmla="*/ 816 w 366"/>
                <a:gd name="T27" fmla="*/ 1302 h 349"/>
                <a:gd name="T28" fmla="*/ 977 w 366"/>
                <a:gd name="T29" fmla="*/ 1299 h 349"/>
                <a:gd name="T30" fmla="*/ 1131 w 366"/>
                <a:gd name="T31" fmla="*/ 1168 h 349"/>
                <a:gd name="T32" fmla="*/ 1370 w 366"/>
                <a:gd name="T33" fmla="*/ 924 h 349"/>
                <a:gd name="T34" fmla="*/ 1370 w 366"/>
                <a:gd name="T35" fmla="*/ 778 h 349"/>
                <a:gd name="T36" fmla="*/ 1385 w 366"/>
                <a:gd name="T37" fmla="*/ 609 h 349"/>
                <a:gd name="T38" fmla="*/ 1208 w 366"/>
                <a:gd name="T39" fmla="*/ 473 h 349"/>
                <a:gd name="T40" fmla="*/ 938 w 366"/>
                <a:gd name="T41" fmla="*/ 298 h 349"/>
                <a:gd name="T42" fmla="*/ 813 w 366"/>
                <a:gd name="T43" fmla="*/ 264 h 349"/>
                <a:gd name="T44" fmla="*/ 705 w 366"/>
                <a:gd name="T45" fmla="*/ 170 h 349"/>
                <a:gd name="T46" fmla="*/ 577 w 366"/>
                <a:gd name="T47" fmla="*/ 103 h 349"/>
                <a:gd name="T48" fmla="*/ 535 w 366"/>
                <a:gd name="T49" fmla="*/ 83 h 3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6" h="349">
                  <a:moveTo>
                    <a:pt x="138" y="22"/>
                  </a:moveTo>
                  <a:cubicBezTo>
                    <a:pt x="119" y="0"/>
                    <a:pt x="93" y="8"/>
                    <a:pt x="76" y="25"/>
                  </a:cubicBezTo>
                  <a:cubicBezTo>
                    <a:pt x="66" y="35"/>
                    <a:pt x="62" y="41"/>
                    <a:pt x="47" y="43"/>
                  </a:cubicBezTo>
                  <a:cubicBezTo>
                    <a:pt x="39" y="45"/>
                    <a:pt x="31" y="41"/>
                    <a:pt x="24" y="47"/>
                  </a:cubicBezTo>
                  <a:cubicBezTo>
                    <a:pt x="16" y="54"/>
                    <a:pt x="4" y="89"/>
                    <a:pt x="2" y="100"/>
                  </a:cubicBezTo>
                  <a:cubicBezTo>
                    <a:pt x="0" y="112"/>
                    <a:pt x="2" y="117"/>
                    <a:pt x="8" y="128"/>
                  </a:cubicBezTo>
                  <a:cubicBezTo>
                    <a:pt x="11" y="133"/>
                    <a:pt x="17" y="149"/>
                    <a:pt x="20" y="153"/>
                  </a:cubicBezTo>
                  <a:cubicBezTo>
                    <a:pt x="34" y="169"/>
                    <a:pt x="63" y="170"/>
                    <a:pt x="82" y="178"/>
                  </a:cubicBezTo>
                  <a:cubicBezTo>
                    <a:pt x="95" y="184"/>
                    <a:pt x="99" y="191"/>
                    <a:pt x="109" y="200"/>
                  </a:cubicBezTo>
                  <a:cubicBezTo>
                    <a:pt x="116" y="207"/>
                    <a:pt x="128" y="210"/>
                    <a:pt x="134" y="217"/>
                  </a:cubicBezTo>
                  <a:cubicBezTo>
                    <a:pt x="146" y="232"/>
                    <a:pt x="137" y="266"/>
                    <a:pt x="129" y="281"/>
                  </a:cubicBezTo>
                  <a:cubicBezTo>
                    <a:pt x="112" y="310"/>
                    <a:pt x="122" y="308"/>
                    <a:pt x="141" y="328"/>
                  </a:cubicBezTo>
                  <a:cubicBezTo>
                    <a:pt x="151" y="340"/>
                    <a:pt x="149" y="347"/>
                    <a:pt x="166" y="348"/>
                  </a:cubicBezTo>
                  <a:cubicBezTo>
                    <a:pt x="183" y="349"/>
                    <a:pt x="197" y="340"/>
                    <a:pt x="215" y="342"/>
                  </a:cubicBezTo>
                  <a:cubicBezTo>
                    <a:pt x="231" y="344"/>
                    <a:pt x="240" y="349"/>
                    <a:pt x="257" y="341"/>
                  </a:cubicBezTo>
                  <a:cubicBezTo>
                    <a:pt x="273" y="332"/>
                    <a:pt x="282" y="316"/>
                    <a:pt x="298" y="307"/>
                  </a:cubicBezTo>
                  <a:cubicBezTo>
                    <a:pt x="330" y="289"/>
                    <a:pt x="349" y="281"/>
                    <a:pt x="361" y="243"/>
                  </a:cubicBezTo>
                  <a:cubicBezTo>
                    <a:pt x="365" y="229"/>
                    <a:pt x="361" y="217"/>
                    <a:pt x="361" y="204"/>
                  </a:cubicBezTo>
                  <a:cubicBezTo>
                    <a:pt x="361" y="189"/>
                    <a:pt x="366" y="174"/>
                    <a:pt x="365" y="160"/>
                  </a:cubicBezTo>
                  <a:cubicBezTo>
                    <a:pt x="361" y="129"/>
                    <a:pt x="342" y="129"/>
                    <a:pt x="318" y="124"/>
                  </a:cubicBezTo>
                  <a:cubicBezTo>
                    <a:pt x="292" y="120"/>
                    <a:pt x="273" y="90"/>
                    <a:pt x="247" y="78"/>
                  </a:cubicBezTo>
                  <a:cubicBezTo>
                    <a:pt x="237" y="73"/>
                    <a:pt x="224" y="73"/>
                    <a:pt x="214" y="69"/>
                  </a:cubicBezTo>
                  <a:cubicBezTo>
                    <a:pt x="202" y="64"/>
                    <a:pt x="195" y="53"/>
                    <a:pt x="186" y="45"/>
                  </a:cubicBezTo>
                  <a:cubicBezTo>
                    <a:pt x="175" y="34"/>
                    <a:pt x="167" y="33"/>
                    <a:pt x="152" y="27"/>
                  </a:cubicBezTo>
                  <a:cubicBezTo>
                    <a:pt x="149" y="26"/>
                    <a:pt x="144" y="23"/>
                    <a:pt x="141" y="22"/>
                  </a:cubicBezTo>
                </a:path>
              </a:pathLst>
            </a:custGeom>
            <a:solidFill>
              <a:srgbClr val="F09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9" name="Freeform 22">
              <a:extLst>
                <a:ext uri="{FF2B5EF4-FFF2-40B4-BE49-F238E27FC236}">
                  <a16:creationId xmlns:a16="http://schemas.microsoft.com/office/drawing/2014/main" id="{4EF891E4-8067-48AE-B803-EA115B97D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398"/>
              <a:ext cx="117" cy="235"/>
            </a:xfrm>
            <a:custGeom>
              <a:avLst/>
              <a:gdLst>
                <a:gd name="T0" fmla="*/ 0 w 75"/>
                <a:gd name="T1" fmla="*/ 14 h 151"/>
                <a:gd name="T2" fmla="*/ 27 w 75"/>
                <a:gd name="T3" fmla="*/ 95 h 151"/>
                <a:gd name="T4" fmla="*/ 27 w 75"/>
                <a:gd name="T5" fmla="*/ 170 h 151"/>
                <a:gd name="T6" fmla="*/ 87 w 75"/>
                <a:gd name="T7" fmla="*/ 271 h 151"/>
                <a:gd name="T8" fmla="*/ 186 w 75"/>
                <a:gd name="T9" fmla="*/ 448 h 151"/>
                <a:gd name="T10" fmla="*/ 236 w 75"/>
                <a:gd name="T11" fmla="*/ 523 h 151"/>
                <a:gd name="T12" fmla="*/ 285 w 75"/>
                <a:gd name="T13" fmla="*/ 570 h 151"/>
                <a:gd name="T14" fmla="*/ 212 w 75"/>
                <a:gd name="T15" fmla="*/ 472 h 151"/>
                <a:gd name="T16" fmla="*/ 168 w 75"/>
                <a:gd name="T17" fmla="*/ 380 h 151"/>
                <a:gd name="T18" fmla="*/ 117 w 75"/>
                <a:gd name="T19" fmla="*/ 279 h 151"/>
                <a:gd name="T20" fmla="*/ 53 w 75"/>
                <a:gd name="T21" fmla="*/ 210 h 151"/>
                <a:gd name="T22" fmla="*/ 47 w 75"/>
                <a:gd name="T23" fmla="*/ 96 h 151"/>
                <a:gd name="T24" fmla="*/ 39 w 75"/>
                <a:gd name="T25" fmla="*/ 0 h 151"/>
                <a:gd name="T26" fmla="*/ 0 w 75"/>
                <a:gd name="T27" fmla="*/ 14 h 1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5" h="151">
                  <a:moveTo>
                    <a:pt x="0" y="4"/>
                  </a:moveTo>
                  <a:cubicBezTo>
                    <a:pt x="7" y="4"/>
                    <a:pt x="7" y="19"/>
                    <a:pt x="7" y="25"/>
                  </a:cubicBezTo>
                  <a:cubicBezTo>
                    <a:pt x="7" y="32"/>
                    <a:pt x="6" y="38"/>
                    <a:pt x="7" y="45"/>
                  </a:cubicBezTo>
                  <a:cubicBezTo>
                    <a:pt x="9" y="56"/>
                    <a:pt x="16" y="64"/>
                    <a:pt x="23" y="72"/>
                  </a:cubicBezTo>
                  <a:cubicBezTo>
                    <a:pt x="36" y="86"/>
                    <a:pt x="42" y="102"/>
                    <a:pt x="49" y="119"/>
                  </a:cubicBezTo>
                  <a:cubicBezTo>
                    <a:pt x="53" y="126"/>
                    <a:pt x="57" y="132"/>
                    <a:pt x="62" y="139"/>
                  </a:cubicBezTo>
                  <a:cubicBezTo>
                    <a:pt x="66" y="144"/>
                    <a:pt x="71" y="147"/>
                    <a:pt x="75" y="151"/>
                  </a:cubicBezTo>
                  <a:cubicBezTo>
                    <a:pt x="67" y="146"/>
                    <a:pt x="62" y="133"/>
                    <a:pt x="56" y="125"/>
                  </a:cubicBezTo>
                  <a:cubicBezTo>
                    <a:pt x="51" y="117"/>
                    <a:pt x="47" y="110"/>
                    <a:pt x="44" y="101"/>
                  </a:cubicBezTo>
                  <a:cubicBezTo>
                    <a:pt x="41" y="91"/>
                    <a:pt x="38" y="82"/>
                    <a:pt x="31" y="74"/>
                  </a:cubicBezTo>
                  <a:cubicBezTo>
                    <a:pt x="26" y="68"/>
                    <a:pt x="19" y="63"/>
                    <a:pt x="14" y="56"/>
                  </a:cubicBezTo>
                  <a:cubicBezTo>
                    <a:pt x="9" y="47"/>
                    <a:pt x="11" y="36"/>
                    <a:pt x="12" y="26"/>
                  </a:cubicBezTo>
                  <a:cubicBezTo>
                    <a:pt x="12" y="17"/>
                    <a:pt x="10" y="9"/>
                    <a:pt x="10" y="0"/>
                  </a:cubicBezTo>
                  <a:cubicBezTo>
                    <a:pt x="8" y="5"/>
                    <a:pt x="6" y="5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0" name="Freeform 23">
              <a:extLst>
                <a:ext uri="{FF2B5EF4-FFF2-40B4-BE49-F238E27FC236}">
                  <a16:creationId xmlns:a16="http://schemas.microsoft.com/office/drawing/2014/main" id="{3BD5F267-D579-4E43-98DC-D6F715EF3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487"/>
              <a:ext cx="105" cy="106"/>
            </a:xfrm>
            <a:custGeom>
              <a:avLst/>
              <a:gdLst>
                <a:gd name="T0" fmla="*/ 8 w 67"/>
                <a:gd name="T1" fmla="*/ 0 h 68"/>
                <a:gd name="T2" fmla="*/ 47 w 67"/>
                <a:gd name="T3" fmla="*/ 48 h 68"/>
                <a:gd name="T4" fmla="*/ 122 w 67"/>
                <a:gd name="T5" fmla="*/ 90 h 68"/>
                <a:gd name="T6" fmla="*/ 190 w 67"/>
                <a:gd name="T7" fmla="*/ 195 h 68"/>
                <a:gd name="T8" fmla="*/ 259 w 67"/>
                <a:gd name="T9" fmla="*/ 257 h 68"/>
                <a:gd name="T10" fmla="*/ 165 w 67"/>
                <a:gd name="T11" fmla="*/ 178 h 68"/>
                <a:gd name="T12" fmla="*/ 121 w 67"/>
                <a:gd name="T13" fmla="*/ 108 h 68"/>
                <a:gd name="T14" fmla="*/ 53 w 67"/>
                <a:gd name="T15" fmla="*/ 61 h 68"/>
                <a:gd name="T16" fmla="*/ 22 w 67"/>
                <a:gd name="T17" fmla="*/ 61 h 68"/>
                <a:gd name="T18" fmla="*/ 0 w 67"/>
                <a:gd name="T19" fmla="*/ 48 h 68"/>
                <a:gd name="T20" fmla="*/ 8 w 67"/>
                <a:gd name="T21" fmla="*/ 8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68">
                  <a:moveTo>
                    <a:pt x="2" y="0"/>
                  </a:moveTo>
                  <a:cubicBezTo>
                    <a:pt x="4" y="6"/>
                    <a:pt x="6" y="10"/>
                    <a:pt x="12" y="13"/>
                  </a:cubicBezTo>
                  <a:cubicBezTo>
                    <a:pt x="19" y="17"/>
                    <a:pt x="26" y="18"/>
                    <a:pt x="32" y="24"/>
                  </a:cubicBezTo>
                  <a:cubicBezTo>
                    <a:pt x="39" y="32"/>
                    <a:pt x="44" y="42"/>
                    <a:pt x="49" y="51"/>
                  </a:cubicBezTo>
                  <a:cubicBezTo>
                    <a:pt x="54" y="59"/>
                    <a:pt x="59" y="63"/>
                    <a:pt x="67" y="68"/>
                  </a:cubicBezTo>
                  <a:cubicBezTo>
                    <a:pt x="57" y="67"/>
                    <a:pt x="49" y="54"/>
                    <a:pt x="43" y="47"/>
                  </a:cubicBezTo>
                  <a:cubicBezTo>
                    <a:pt x="38" y="41"/>
                    <a:pt x="36" y="34"/>
                    <a:pt x="31" y="28"/>
                  </a:cubicBezTo>
                  <a:cubicBezTo>
                    <a:pt x="27" y="22"/>
                    <a:pt x="21" y="17"/>
                    <a:pt x="14" y="16"/>
                  </a:cubicBezTo>
                  <a:cubicBezTo>
                    <a:pt x="12" y="16"/>
                    <a:pt x="9" y="16"/>
                    <a:pt x="6" y="16"/>
                  </a:cubicBezTo>
                  <a:cubicBezTo>
                    <a:pt x="4" y="15"/>
                    <a:pt x="2" y="14"/>
                    <a:pt x="0" y="13"/>
                  </a:cubicBezTo>
                  <a:cubicBezTo>
                    <a:pt x="1" y="9"/>
                    <a:pt x="3" y="6"/>
                    <a:pt x="2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1" name="Freeform 24">
              <a:extLst>
                <a:ext uri="{FF2B5EF4-FFF2-40B4-BE49-F238E27FC236}">
                  <a16:creationId xmlns:a16="http://schemas.microsoft.com/office/drawing/2014/main" id="{A41320A1-E4FB-4CBA-B889-ECBB78533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602"/>
              <a:ext cx="75" cy="58"/>
            </a:xfrm>
            <a:custGeom>
              <a:avLst/>
              <a:gdLst>
                <a:gd name="T0" fmla="*/ 0 w 48"/>
                <a:gd name="T1" fmla="*/ 0 h 37"/>
                <a:gd name="T2" fmla="*/ 69 w 48"/>
                <a:gd name="T3" fmla="*/ 61 h 37"/>
                <a:gd name="T4" fmla="*/ 122 w 48"/>
                <a:gd name="T5" fmla="*/ 103 h 37"/>
                <a:gd name="T6" fmla="*/ 183 w 48"/>
                <a:gd name="T7" fmla="*/ 135 h 37"/>
                <a:gd name="T8" fmla="*/ 56 w 48"/>
                <a:gd name="T9" fmla="*/ 61 h 37"/>
                <a:gd name="T10" fmla="*/ 0 w 48"/>
                <a:gd name="T11" fmla="*/ 31 h 37"/>
                <a:gd name="T12" fmla="*/ 0 w 48"/>
                <a:gd name="T13" fmla="*/ 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7">
                  <a:moveTo>
                    <a:pt x="0" y="0"/>
                  </a:moveTo>
                  <a:cubicBezTo>
                    <a:pt x="1" y="7"/>
                    <a:pt x="13" y="11"/>
                    <a:pt x="18" y="16"/>
                  </a:cubicBezTo>
                  <a:cubicBezTo>
                    <a:pt x="23" y="20"/>
                    <a:pt x="27" y="24"/>
                    <a:pt x="32" y="27"/>
                  </a:cubicBezTo>
                  <a:cubicBezTo>
                    <a:pt x="37" y="31"/>
                    <a:pt x="42" y="32"/>
                    <a:pt x="48" y="35"/>
                  </a:cubicBezTo>
                  <a:cubicBezTo>
                    <a:pt x="35" y="37"/>
                    <a:pt x="24" y="24"/>
                    <a:pt x="15" y="16"/>
                  </a:cubicBezTo>
                  <a:cubicBezTo>
                    <a:pt x="11" y="13"/>
                    <a:pt x="6" y="8"/>
                    <a:pt x="0" y="8"/>
                  </a:cubicBezTo>
                  <a:cubicBezTo>
                    <a:pt x="2" y="6"/>
                    <a:pt x="2" y="3"/>
                    <a:pt x="0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2" name="Freeform 25">
              <a:extLst>
                <a:ext uri="{FF2B5EF4-FFF2-40B4-BE49-F238E27FC236}">
                  <a16:creationId xmlns:a16="http://schemas.microsoft.com/office/drawing/2014/main" id="{2ED889A1-CAD3-45C0-ABDC-362991892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662"/>
              <a:ext cx="61" cy="57"/>
            </a:xfrm>
            <a:custGeom>
              <a:avLst/>
              <a:gdLst>
                <a:gd name="T0" fmla="*/ 13 w 39"/>
                <a:gd name="T1" fmla="*/ 0 h 37"/>
                <a:gd name="T2" fmla="*/ 56 w 39"/>
                <a:gd name="T3" fmla="*/ 60 h 37"/>
                <a:gd name="T4" fmla="*/ 149 w 39"/>
                <a:gd name="T5" fmla="*/ 136 h 37"/>
                <a:gd name="T6" fmla="*/ 69 w 39"/>
                <a:gd name="T7" fmla="*/ 66 h 37"/>
                <a:gd name="T8" fmla="*/ 0 w 39"/>
                <a:gd name="T9" fmla="*/ 18 h 37"/>
                <a:gd name="T10" fmla="*/ 14 w 39"/>
                <a:gd name="T11" fmla="*/ 8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7">
                  <a:moveTo>
                    <a:pt x="3" y="0"/>
                  </a:moveTo>
                  <a:cubicBezTo>
                    <a:pt x="4" y="7"/>
                    <a:pt x="10" y="12"/>
                    <a:pt x="15" y="16"/>
                  </a:cubicBezTo>
                  <a:cubicBezTo>
                    <a:pt x="24" y="22"/>
                    <a:pt x="32" y="29"/>
                    <a:pt x="39" y="37"/>
                  </a:cubicBezTo>
                  <a:cubicBezTo>
                    <a:pt x="31" y="31"/>
                    <a:pt x="25" y="24"/>
                    <a:pt x="18" y="18"/>
                  </a:cubicBezTo>
                  <a:cubicBezTo>
                    <a:pt x="13" y="14"/>
                    <a:pt x="3" y="11"/>
                    <a:pt x="0" y="5"/>
                  </a:cubicBezTo>
                  <a:cubicBezTo>
                    <a:pt x="2" y="5"/>
                    <a:pt x="3" y="4"/>
                    <a:pt x="4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3" name="Freeform 26">
              <a:extLst>
                <a:ext uri="{FF2B5EF4-FFF2-40B4-BE49-F238E27FC236}">
                  <a16:creationId xmlns:a16="http://schemas.microsoft.com/office/drawing/2014/main" id="{4B07BB1C-FEF4-4CDB-A117-3FB0D4B70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48"/>
              <a:ext cx="64" cy="189"/>
            </a:xfrm>
            <a:custGeom>
              <a:avLst/>
              <a:gdLst>
                <a:gd name="T0" fmla="*/ 126 w 41"/>
                <a:gd name="T1" fmla="*/ 0 h 121"/>
                <a:gd name="T2" fmla="*/ 126 w 41"/>
                <a:gd name="T3" fmla="*/ 34 h 121"/>
                <a:gd name="T4" fmla="*/ 108 w 41"/>
                <a:gd name="T5" fmla="*/ 75 h 121"/>
                <a:gd name="T6" fmla="*/ 30 w 41"/>
                <a:gd name="T7" fmla="*/ 187 h 121"/>
                <a:gd name="T8" fmla="*/ 39 w 41"/>
                <a:gd name="T9" fmla="*/ 251 h 121"/>
                <a:gd name="T10" fmla="*/ 53 w 41"/>
                <a:gd name="T11" fmla="*/ 325 h 121"/>
                <a:gd name="T12" fmla="*/ 0 w 41"/>
                <a:gd name="T13" fmla="*/ 461 h 121"/>
                <a:gd name="T14" fmla="*/ 42 w 41"/>
                <a:gd name="T15" fmla="*/ 392 h 121"/>
                <a:gd name="T16" fmla="*/ 56 w 41"/>
                <a:gd name="T17" fmla="*/ 339 h 121"/>
                <a:gd name="T18" fmla="*/ 56 w 41"/>
                <a:gd name="T19" fmla="*/ 251 h 121"/>
                <a:gd name="T20" fmla="*/ 61 w 41"/>
                <a:gd name="T21" fmla="*/ 169 h 121"/>
                <a:gd name="T22" fmla="*/ 117 w 41"/>
                <a:gd name="T23" fmla="*/ 95 h 121"/>
                <a:gd name="T24" fmla="*/ 156 w 41"/>
                <a:gd name="T25" fmla="*/ 30 h 121"/>
                <a:gd name="T26" fmla="*/ 136 w 41"/>
                <a:gd name="T27" fmla="*/ 39 h 121"/>
                <a:gd name="T28" fmla="*/ 134 w 41"/>
                <a:gd name="T29" fmla="*/ 5 h 1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21">
                  <a:moveTo>
                    <a:pt x="33" y="0"/>
                  </a:moveTo>
                  <a:cubicBezTo>
                    <a:pt x="32" y="2"/>
                    <a:pt x="33" y="6"/>
                    <a:pt x="33" y="9"/>
                  </a:cubicBezTo>
                  <a:cubicBezTo>
                    <a:pt x="33" y="13"/>
                    <a:pt x="30" y="17"/>
                    <a:pt x="28" y="20"/>
                  </a:cubicBezTo>
                  <a:cubicBezTo>
                    <a:pt x="23" y="31"/>
                    <a:pt x="12" y="37"/>
                    <a:pt x="8" y="49"/>
                  </a:cubicBezTo>
                  <a:cubicBezTo>
                    <a:pt x="7" y="55"/>
                    <a:pt x="7" y="61"/>
                    <a:pt x="10" y="66"/>
                  </a:cubicBezTo>
                  <a:cubicBezTo>
                    <a:pt x="13" y="73"/>
                    <a:pt x="14" y="78"/>
                    <a:pt x="14" y="85"/>
                  </a:cubicBezTo>
                  <a:cubicBezTo>
                    <a:pt x="14" y="99"/>
                    <a:pt x="7" y="110"/>
                    <a:pt x="0" y="121"/>
                  </a:cubicBezTo>
                  <a:cubicBezTo>
                    <a:pt x="4" y="115"/>
                    <a:pt x="9" y="110"/>
                    <a:pt x="11" y="103"/>
                  </a:cubicBezTo>
                  <a:cubicBezTo>
                    <a:pt x="13" y="99"/>
                    <a:pt x="14" y="94"/>
                    <a:pt x="15" y="89"/>
                  </a:cubicBezTo>
                  <a:cubicBezTo>
                    <a:pt x="17" y="82"/>
                    <a:pt x="18" y="73"/>
                    <a:pt x="15" y="66"/>
                  </a:cubicBezTo>
                  <a:cubicBezTo>
                    <a:pt x="12" y="58"/>
                    <a:pt x="11" y="52"/>
                    <a:pt x="16" y="44"/>
                  </a:cubicBezTo>
                  <a:cubicBezTo>
                    <a:pt x="20" y="37"/>
                    <a:pt x="26" y="31"/>
                    <a:pt x="31" y="25"/>
                  </a:cubicBezTo>
                  <a:cubicBezTo>
                    <a:pt x="35" y="20"/>
                    <a:pt x="37" y="12"/>
                    <a:pt x="41" y="8"/>
                  </a:cubicBezTo>
                  <a:cubicBezTo>
                    <a:pt x="39" y="8"/>
                    <a:pt x="37" y="9"/>
                    <a:pt x="36" y="10"/>
                  </a:cubicBezTo>
                  <a:cubicBezTo>
                    <a:pt x="36" y="7"/>
                    <a:pt x="36" y="3"/>
                    <a:pt x="35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4" name="Freeform 27">
              <a:extLst>
                <a:ext uri="{FF2B5EF4-FFF2-40B4-BE49-F238E27FC236}">
                  <a16:creationId xmlns:a16="http://schemas.microsoft.com/office/drawing/2014/main" id="{98044F92-E9FE-43F8-95FA-4944FCB81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704"/>
              <a:ext cx="127" cy="36"/>
            </a:xfrm>
            <a:custGeom>
              <a:avLst/>
              <a:gdLst>
                <a:gd name="T0" fmla="*/ 307 w 81"/>
                <a:gd name="T1" fmla="*/ 22 h 23"/>
                <a:gd name="T2" fmla="*/ 191 w 81"/>
                <a:gd name="T3" fmla="*/ 27 h 23"/>
                <a:gd name="T4" fmla="*/ 88 w 81"/>
                <a:gd name="T5" fmla="*/ 34 h 23"/>
                <a:gd name="T6" fmla="*/ 0 w 81"/>
                <a:gd name="T7" fmla="*/ 0 h 23"/>
                <a:gd name="T8" fmla="*/ 103 w 81"/>
                <a:gd name="T9" fmla="*/ 42 h 23"/>
                <a:gd name="T10" fmla="*/ 204 w 81"/>
                <a:gd name="T11" fmla="*/ 39 h 23"/>
                <a:gd name="T12" fmla="*/ 312 w 81"/>
                <a:gd name="T13" fmla="*/ 88 h 23"/>
                <a:gd name="T14" fmla="*/ 298 w 81"/>
                <a:gd name="T15" fmla="*/ 3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3">
                  <a:moveTo>
                    <a:pt x="80" y="6"/>
                  </a:moveTo>
                  <a:cubicBezTo>
                    <a:pt x="72" y="13"/>
                    <a:pt x="60" y="7"/>
                    <a:pt x="50" y="7"/>
                  </a:cubicBezTo>
                  <a:cubicBezTo>
                    <a:pt x="41" y="8"/>
                    <a:pt x="33" y="10"/>
                    <a:pt x="23" y="9"/>
                  </a:cubicBezTo>
                  <a:cubicBezTo>
                    <a:pt x="14" y="9"/>
                    <a:pt x="7" y="5"/>
                    <a:pt x="0" y="0"/>
                  </a:cubicBezTo>
                  <a:cubicBezTo>
                    <a:pt x="8" y="7"/>
                    <a:pt x="17" y="11"/>
                    <a:pt x="27" y="11"/>
                  </a:cubicBezTo>
                  <a:cubicBezTo>
                    <a:pt x="36" y="11"/>
                    <a:pt x="44" y="9"/>
                    <a:pt x="53" y="10"/>
                  </a:cubicBezTo>
                  <a:cubicBezTo>
                    <a:pt x="64" y="10"/>
                    <a:pt x="76" y="13"/>
                    <a:pt x="81" y="23"/>
                  </a:cubicBezTo>
                  <a:cubicBezTo>
                    <a:pt x="79" y="21"/>
                    <a:pt x="74" y="10"/>
                    <a:pt x="77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5" name="Freeform 28">
              <a:extLst>
                <a:ext uri="{FF2B5EF4-FFF2-40B4-BE49-F238E27FC236}">
                  <a16:creationId xmlns:a16="http://schemas.microsoft.com/office/drawing/2014/main" id="{08DD83ED-0DE4-408B-900A-7C322F141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746"/>
              <a:ext cx="228" cy="83"/>
            </a:xfrm>
            <a:custGeom>
              <a:avLst/>
              <a:gdLst>
                <a:gd name="T0" fmla="*/ 556 w 146"/>
                <a:gd name="T1" fmla="*/ 204 h 53"/>
                <a:gd name="T2" fmla="*/ 522 w 146"/>
                <a:gd name="T3" fmla="*/ 183 h 53"/>
                <a:gd name="T4" fmla="*/ 448 w 146"/>
                <a:gd name="T5" fmla="*/ 164 h 53"/>
                <a:gd name="T6" fmla="*/ 359 w 146"/>
                <a:gd name="T7" fmla="*/ 169 h 53"/>
                <a:gd name="T8" fmla="*/ 278 w 146"/>
                <a:gd name="T9" fmla="*/ 138 h 53"/>
                <a:gd name="T10" fmla="*/ 134 w 146"/>
                <a:gd name="T11" fmla="*/ 14 h 53"/>
                <a:gd name="T12" fmla="*/ 56 w 146"/>
                <a:gd name="T13" fmla="*/ 5 h 53"/>
                <a:gd name="T14" fmla="*/ 0 w 146"/>
                <a:gd name="T15" fmla="*/ 0 h 53"/>
                <a:gd name="T16" fmla="*/ 122 w 146"/>
                <a:gd name="T17" fmla="*/ 31 h 53"/>
                <a:gd name="T18" fmla="*/ 239 w 146"/>
                <a:gd name="T19" fmla="*/ 110 h 53"/>
                <a:gd name="T20" fmla="*/ 298 w 146"/>
                <a:gd name="T21" fmla="*/ 164 h 53"/>
                <a:gd name="T22" fmla="*/ 386 w 146"/>
                <a:gd name="T23" fmla="*/ 182 h 53"/>
                <a:gd name="T24" fmla="*/ 483 w 146"/>
                <a:gd name="T25" fmla="*/ 177 h 53"/>
                <a:gd name="T26" fmla="*/ 537 w 146"/>
                <a:gd name="T27" fmla="*/ 204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53">
                  <a:moveTo>
                    <a:pt x="146" y="53"/>
                  </a:moveTo>
                  <a:cubicBezTo>
                    <a:pt x="145" y="50"/>
                    <a:pt x="139" y="49"/>
                    <a:pt x="137" y="48"/>
                  </a:cubicBezTo>
                  <a:cubicBezTo>
                    <a:pt x="130" y="45"/>
                    <a:pt x="125" y="43"/>
                    <a:pt x="118" y="43"/>
                  </a:cubicBezTo>
                  <a:cubicBezTo>
                    <a:pt x="110" y="44"/>
                    <a:pt x="102" y="46"/>
                    <a:pt x="94" y="44"/>
                  </a:cubicBezTo>
                  <a:cubicBezTo>
                    <a:pt x="86" y="42"/>
                    <a:pt x="79" y="40"/>
                    <a:pt x="73" y="36"/>
                  </a:cubicBezTo>
                  <a:cubicBezTo>
                    <a:pt x="59" y="26"/>
                    <a:pt x="51" y="9"/>
                    <a:pt x="35" y="4"/>
                  </a:cubicBezTo>
                  <a:cubicBezTo>
                    <a:pt x="29" y="2"/>
                    <a:pt x="22" y="2"/>
                    <a:pt x="15" y="1"/>
                  </a:cubicBezTo>
                  <a:cubicBezTo>
                    <a:pt x="10" y="1"/>
                    <a:pt x="5" y="0"/>
                    <a:pt x="0" y="0"/>
                  </a:cubicBezTo>
                  <a:cubicBezTo>
                    <a:pt x="7" y="7"/>
                    <a:pt x="23" y="4"/>
                    <a:pt x="32" y="8"/>
                  </a:cubicBezTo>
                  <a:cubicBezTo>
                    <a:pt x="44" y="14"/>
                    <a:pt x="54" y="20"/>
                    <a:pt x="63" y="29"/>
                  </a:cubicBezTo>
                  <a:cubicBezTo>
                    <a:pt x="68" y="34"/>
                    <a:pt x="72" y="40"/>
                    <a:pt x="78" y="43"/>
                  </a:cubicBezTo>
                  <a:cubicBezTo>
                    <a:pt x="85" y="47"/>
                    <a:pt x="93" y="47"/>
                    <a:pt x="101" y="47"/>
                  </a:cubicBezTo>
                  <a:cubicBezTo>
                    <a:pt x="110" y="47"/>
                    <a:pt x="118" y="45"/>
                    <a:pt x="127" y="46"/>
                  </a:cubicBezTo>
                  <a:cubicBezTo>
                    <a:pt x="131" y="47"/>
                    <a:pt x="140" y="49"/>
                    <a:pt x="141" y="5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6" name="Freeform 29">
              <a:extLst>
                <a:ext uri="{FF2B5EF4-FFF2-40B4-BE49-F238E27FC236}">
                  <a16:creationId xmlns:a16="http://schemas.microsoft.com/office/drawing/2014/main" id="{98E0FFAE-6278-4CD8-94DF-9FB979BFF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854"/>
              <a:ext cx="146" cy="142"/>
            </a:xfrm>
            <a:custGeom>
              <a:avLst/>
              <a:gdLst>
                <a:gd name="T0" fmla="*/ 353 w 94"/>
                <a:gd name="T1" fmla="*/ 307 h 91"/>
                <a:gd name="T2" fmla="*/ 278 w 94"/>
                <a:gd name="T3" fmla="*/ 290 h 91"/>
                <a:gd name="T4" fmla="*/ 239 w 94"/>
                <a:gd name="T5" fmla="*/ 239 h 91"/>
                <a:gd name="T6" fmla="*/ 191 w 94"/>
                <a:gd name="T7" fmla="*/ 197 h 91"/>
                <a:gd name="T8" fmla="*/ 61 w 94"/>
                <a:gd name="T9" fmla="*/ 100 h 91"/>
                <a:gd name="T10" fmla="*/ 0 w 94"/>
                <a:gd name="T11" fmla="*/ 0 h 91"/>
                <a:gd name="T12" fmla="*/ 47 w 94"/>
                <a:gd name="T13" fmla="*/ 108 h 91"/>
                <a:gd name="T14" fmla="*/ 127 w 94"/>
                <a:gd name="T15" fmla="*/ 169 h 91"/>
                <a:gd name="T16" fmla="*/ 210 w 94"/>
                <a:gd name="T17" fmla="*/ 225 h 91"/>
                <a:gd name="T18" fmla="*/ 258 w 94"/>
                <a:gd name="T19" fmla="*/ 290 h 91"/>
                <a:gd name="T20" fmla="*/ 314 w 94"/>
                <a:gd name="T21" fmla="*/ 346 h 91"/>
                <a:gd name="T22" fmla="*/ 311 w 94"/>
                <a:gd name="T23" fmla="*/ 312 h 91"/>
                <a:gd name="T24" fmla="*/ 337 w 94"/>
                <a:gd name="T25" fmla="*/ 304 h 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4" h="91">
                  <a:moveTo>
                    <a:pt x="94" y="81"/>
                  </a:moveTo>
                  <a:cubicBezTo>
                    <a:pt x="87" y="79"/>
                    <a:pt x="81" y="79"/>
                    <a:pt x="74" y="76"/>
                  </a:cubicBezTo>
                  <a:cubicBezTo>
                    <a:pt x="70" y="73"/>
                    <a:pt x="67" y="68"/>
                    <a:pt x="64" y="63"/>
                  </a:cubicBezTo>
                  <a:cubicBezTo>
                    <a:pt x="60" y="58"/>
                    <a:pt x="56" y="55"/>
                    <a:pt x="51" y="52"/>
                  </a:cubicBezTo>
                  <a:cubicBezTo>
                    <a:pt x="40" y="44"/>
                    <a:pt x="26" y="36"/>
                    <a:pt x="16" y="26"/>
                  </a:cubicBezTo>
                  <a:cubicBezTo>
                    <a:pt x="10" y="20"/>
                    <a:pt x="1" y="9"/>
                    <a:pt x="0" y="0"/>
                  </a:cubicBezTo>
                  <a:cubicBezTo>
                    <a:pt x="3" y="10"/>
                    <a:pt x="6" y="20"/>
                    <a:pt x="12" y="28"/>
                  </a:cubicBezTo>
                  <a:cubicBezTo>
                    <a:pt x="17" y="34"/>
                    <a:pt x="27" y="39"/>
                    <a:pt x="34" y="44"/>
                  </a:cubicBezTo>
                  <a:cubicBezTo>
                    <a:pt x="41" y="48"/>
                    <a:pt x="49" y="53"/>
                    <a:pt x="56" y="59"/>
                  </a:cubicBezTo>
                  <a:cubicBezTo>
                    <a:pt x="61" y="64"/>
                    <a:pt x="64" y="70"/>
                    <a:pt x="69" y="76"/>
                  </a:cubicBezTo>
                  <a:cubicBezTo>
                    <a:pt x="74" y="80"/>
                    <a:pt x="84" y="83"/>
                    <a:pt x="84" y="91"/>
                  </a:cubicBezTo>
                  <a:cubicBezTo>
                    <a:pt x="84" y="89"/>
                    <a:pt x="82" y="84"/>
                    <a:pt x="83" y="82"/>
                  </a:cubicBezTo>
                  <a:cubicBezTo>
                    <a:pt x="84" y="80"/>
                    <a:pt x="87" y="81"/>
                    <a:pt x="90" y="8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7" name="Freeform 30">
              <a:extLst>
                <a:ext uri="{FF2B5EF4-FFF2-40B4-BE49-F238E27FC236}">
                  <a16:creationId xmlns:a16="http://schemas.microsoft.com/office/drawing/2014/main" id="{1C5BC7CB-8C9C-4BFB-BBBF-87F75C2D5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919"/>
              <a:ext cx="47" cy="158"/>
            </a:xfrm>
            <a:custGeom>
              <a:avLst/>
              <a:gdLst>
                <a:gd name="T0" fmla="*/ 0 w 30"/>
                <a:gd name="T1" fmla="*/ 352 h 101"/>
                <a:gd name="T2" fmla="*/ 39 w 30"/>
                <a:gd name="T3" fmla="*/ 311 h 101"/>
                <a:gd name="T4" fmla="*/ 34 w 30"/>
                <a:gd name="T5" fmla="*/ 277 h 101"/>
                <a:gd name="T6" fmla="*/ 47 w 30"/>
                <a:gd name="T7" fmla="*/ 222 h 101"/>
                <a:gd name="T8" fmla="*/ 74 w 30"/>
                <a:gd name="T9" fmla="*/ 169 h 101"/>
                <a:gd name="T10" fmla="*/ 100 w 30"/>
                <a:gd name="T11" fmla="*/ 110 h 101"/>
                <a:gd name="T12" fmla="*/ 100 w 30"/>
                <a:gd name="T13" fmla="*/ 0 h 101"/>
                <a:gd name="T14" fmla="*/ 111 w 30"/>
                <a:gd name="T15" fmla="*/ 116 h 101"/>
                <a:gd name="T16" fmla="*/ 74 w 30"/>
                <a:gd name="T17" fmla="*/ 216 h 101"/>
                <a:gd name="T18" fmla="*/ 53 w 30"/>
                <a:gd name="T19" fmla="*/ 374 h 101"/>
                <a:gd name="T20" fmla="*/ 60 w 30"/>
                <a:gd name="T21" fmla="*/ 386 h 101"/>
                <a:gd name="T22" fmla="*/ 34 w 30"/>
                <a:gd name="T23" fmla="*/ 338 h 101"/>
                <a:gd name="T24" fmla="*/ 13 w 30"/>
                <a:gd name="T25" fmla="*/ 347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101">
                  <a:moveTo>
                    <a:pt x="0" y="92"/>
                  </a:moveTo>
                  <a:cubicBezTo>
                    <a:pt x="6" y="93"/>
                    <a:pt x="9" y="85"/>
                    <a:pt x="10" y="81"/>
                  </a:cubicBezTo>
                  <a:cubicBezTo>
                    <a:pt x="10" y="78"/>
                    <a:pt x="10" y="75"/>
                    <a:pt x="9" y="72"/>
                  </a:cubicBezTo>
                  <a:cubicBezTo>
                    <a:pt x="9" y="67"/>
                    <a:pt x="11" y="63"/>
                    <a:pt x="12" y="58"/>
                  </a:cubicBezTo>
                  <a:cubicBezTo>
                    <a:pt x="14" y="53"/>
                    <a:pt x="16" y="48"/>
                    <a:pt x="19" y="44"/>
                  </a:cubicBezTo>
                  <a:cubicBezTo>
                    <a:pt x="23" y="39"/>
                    <a:pt x="25" y="35"/>
                    <a:pt x="26" y="29"/>
                  </a:cubicBezTo>
                  <a:cubicBezTo>
                    <a:pt x="27" y="20"/>
                    <a:pt x="28" y="8"/>
                    <a:pt x="26" y="0"/>
                  </a:cubicBezTo>
                  <a:cubicBezTo>
                    <a:pt x="30" y="8"/>
                    <a:pt x="30" y="22"/>
                    <a:pt x="29" y="30"/>
                  </a:cubicBezTo>
                  <a:cubicBezTo>
                    <a:pt x="29" y="39"/>
                    <a:pt x="23" y="49"/>
                    <a:pt x="19" y="56"/>
                  </a:cubicBezTo>
                  <a:cubicBezTo>
                    <a:pt x="11" y="69"/>
                    <a:pt x="14" y="83"/>
                    <a:pt x="14" y="98"/>
                  </a:cubicBezTo>
                  <a:cubicBezTo>
                    <a:pt x="14" y="99"/>
                    <a:pt x="15" y="100"/>
                    <a:pt x="15" y="101"/>
                  </a:cubicBezTo>
                  <a:cubicBezTo>
                    <a:pt x="12" y="98"/>
                    <a:pt x="10" y="92"/>
                    <a:pt x="9" y="88"/>
                  </a:cubicBezTo>
                  <a:cubicBezTo>
                    <a:pt x="8" y="89"/>
                    <a:pt x="5" y="91"/>
                    <a:pt x="3" y="9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8" name="Freeform 31">
              <a:extLst>
                <a:ext uri="{FF2B5EF4-FFF2-40B4-BE49-F238E27FC236}">
                  <a16:creationId xmlns:a16="http://schemas.microsoft.com/office/drawing/2014/main" id="{24D0BB8C-F774-426C-A7A5-FAE3B9538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844"/>
              <a:ext cx="114" cy="161"/>
            </a:xfrm>
            <a:custGeom>
              <a:avLst/>
              <a:gdLst>
                <a:gd name="T0" fmla="*/ 47 w 73"/>
                <a:gd name="T1" fmla="*/ 394 h 103"/>
                <a:gd name="T2" fmla="*/ 61 w 73"/>
                <a:gd name="T3" fmla="*/ 361 h 103"/>
                <a:gd name="T4" fmla="*/ 81 w 73"/>
                <a:gd name="T5" fmla="*/ 317 h 103"/>
                <a:gd name="T6" fmla="*/ 148 w 73"/>
                <a:gd name="T7" fmla="*/ 238 h 103"/>
                <a:gd name="T8" fmla="*/ 270 w 73"/>
                <a:gd name="T9" fmla="*/ 0 h 103"/>
                <a:gd name="T10" fmla="*/ 231 w 73"/>
                <a:gd name="T11" fmla="*/ 109 h 103"/>
                <a:gd name="T12" fmla="*/ 148 w 73"/>
                <a:gd name="T13" fmla="*/ 225 h 103"/>
                <a:gd name="T14" fmla="*/ 83 w 73"/>
                <a:gd name="T15" fmla="*/ 291 h 103"/>
                <a:gd name="T16" fmla="*/ 47 w 73"/>
                <a:gd name="T17" fmla="*/ 361 h 103"/>
                <a:gd name="T18" fmla="*/ 0 w 73"/>
                <a:gd name="T19" fmla="*/ 360 h 103"/>
                <a:gd name="T20" fmla="*/ 47 w 73"/>
                <a:gd name="T21" fmla="*/ 394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03">
                  <a:moveTo>
                    <a:pt x="12" y="103"/>
                  </a:moveTo>
                  <a:cubicBezTo>
                    <a:pt x="14" y="102"/>
                    <a:pt x="15" y="97"/>
                    <a:pt x="16" y="95"/>
                  </a:cubicBezTo>
                  <a:cubicBezTo>
                    <a:pt x="18" y="91"/>
                    <a:pt x="20" y="88"/>
                    <a:pt x="21" y="83"/>
                  </a:cubicBezTo>
                  <a:cubicBezTo>
                    <a:pt x="24" y="73"/>
                    <a:pt x="30" y="69"/>
                    <a:pt x="39" y="62"/>
                  </a:cubicBezTo>
                  <a:cubicBezTo>
                    <a:pt x="56" y="49"/>
                    <a:pt x="73" y="23"/>
                    <a:pt x="71" y="0"/>
                  </a:cubicBezTo>
                  <a:cubicBezTo>
                    <a:pt x="72" y="9"/>
                    <a:pt x="65" y="21"/>
                    <a:pt x="61" y="29"/>
                  </a:cubicBezTo>
                  <a:cubicBezTo>
                    <a:pt x="56" y="40"/>
                    <a:pt x="49" y="51"/>
                    <a:pt x="39" y="59"/>
                  </a:cubicBezTo>
                  <a:cubicBezTo>
                    <a:pt x="33" y="64"/>
                    <a:pt x="25" y="68"/>
                    <a:pt x="22" y="76"/>
                  </a:cubicBezTo>
                  <a:cubicBezTo>
                    <a:pt x="20" y="81"/>
                    <a:pt x="18" y="92"/>
                    <a:pt x="12" y="95"/>
                  </a:cubicBezTo>
                  <a:cubicBezTo>
                    <a:pt x="8" y="96"/>
                    <a:pt x="3" y="95"/>
                    <a:pt x="0" y="94"/>
                  </a:cubicBezTo>
                  <a:cubicBezTo>
                    <a:pt x="4" y="96"/>
                    <a:pt x="10" y="98"/>
                    <a:pt x="12" y="10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9" name="Freeform 32">
              <a:extLst>
                <a:ext uri="{FF2B5EF4-FFF2-40B4-BE49-F238E27FC236}">
                  <a16:creationId xmlns:a16="http://schemas.microsoft.com/office/drawing/2014/main" id="{9330D801-9A9C-42CC-8A1A-1DB6F72C2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027"/>
              <a:ext cx="193" cy="289"/>
            </a:xfrm>
            <a:custGeom>
              <a:avLst/>
              <a:gdLst>
                <a:gd name="T0" fmla="*/ 0 w 124"/>
                <a:gd name="T1" fmla="*/ 672 h 185"/>
                <a:gd name="T2" fmla="*/ 53 w 124"/>
                <a:gd name="T3" fmla="*/ 548 h 185"/>
                <a:gd name="T4" fmla="*/ 114 w 124"/>
                <a:gd name="T5" fmla="*/ 483 h 185"/>
                <a:gd name="T6" fmla="*/ 170 w 124"/>
                <a:gd name="T7" fmla="*/ 400 h 185"/>
                <a:gd name="T8" fmla="*/ 223 w 124"/>
                <a:gd name="T9" fmla="*/ 326 h 185"/>
                <a:gd name="T10" fmla="*/ 218 w 124"/>
                <a:gd name="T11" fmla="*/ 237 h 185"/>
                <a:gd name="T12" fmla="*/ 297 w 124"/>
                <a:gd name="T13" fmla="*/ 34 h 185"/>
                <a:gd name="T14" fmla="*/ 297 w 124"/>
                <a:gd name="T15" fmla="*/ 0 h 185"/>
                <a:gd name="T16" fmla="*/ 283 w 124"/>
                <a:gd name="T17" fmla="*/ 108 h 185"/>
                <a:gd name="T18" fmla="*/ 244 w 124"/>
                <a:gd name="T19" fmla="*/ 222 h 185"/>
                <a:gd name="T20" fmla="*/ 291 w 124"/>
                <a:gd name="T21" fmla="*/ 312 h 185"/>
                <a:gd name="T22" fmla="*/ 467 w 124"/>
                <a:gd name="T23" fmla="*/ 334 h 185"/>
                <a:gd name="T24" fmla="*/ 332 w 124"/>
                <a:gd name="T25" fmla="*/ 312 h 185"/>
                <a:gd name="T26" fmla="*/ 218 w 124"/>
                <a:gd name="T27" fmla="*/ 387 h 185"/>
                <a:gd name="T28" fmla="*/ 121 w 124"/>
                <a:gd name="T29" fmla="*/ 487 h 185"/>
                <a:gd name="T30" fmla="*/ 68 w 124"/>
                <a:gd name="T31" fmla="*/ 625 h 185"/>
                <a:gd name="T32" fmla="*/ 40 w 124"/>
                <a:gd name="T33" fmla="*/ 705 h 185"/>
                <a:gd name="T34" fmla="*/ 34 w 124"/>
                <a:gd name="T35" fmla="*/ 665 h 185"/>
                <a:gd name="T36" fmla="*/ 14 w 124"/>
                <a:gd name="T37" fmla="*/ 676 h 1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4" h="185">
                  <a:moveTo>
                    <a:pt x="0" y="176"/>
                  </a:moveTo>
                  <a:cubicBezTo>
                    <a:pt x="14" y="184"/>
                    <a:pt x="13" y="151"/>
                    <a:pt x="14" y="144"/>
                  </a:cubicBezTo>
                  <a:cubicBezTo>
                    <a:pt x="16" y="135"/>
                    <a:pt x="23" y="132"/>
                    <a:pt x="30" y="127"/>
                  </a:cubicBezTo>
                  <a:cubicBezTo>
                    <a:pt x="38" y="121"/>
                    <a:pt x="41" y="114"/>
                    <a:pt x="45" y="105"/>
                  </a:cubicBezTo>
                  <a:cubicBezTo>
                    <a:pt x="48" y="99"/>
                    <a:pt x="56" y="93"/>
                    <a:pt x="59" y="86"/>
                  </a:cubicBezTo>
                  <a:cubicBezTo>
                    <a:pt x="62" y="78"/>
                    <a:pt x="59" y="70"/>
                    <a:pt x="58" y="62"/>
                  </a:cubicBezTo>
                  <a:cubicBezTo>
                    <a:pt x="56" y="40"/>
                    <a:pt x="76" y="29"/>
                    <a:pt x="79" y="9"/>
                  </a:cubicBezTo>
                  <a:cubicBezTo>
                    <a:pt x="80" y="7"/>
                    <a:pt x="79" y="3"/>
                    <a:pt x="79" y="0"/>
                  </a:cubicBezTo>
                  <a:cubicBezTo>
                    <a:pt x="80" y="13"/>
                    <a:pt x="82" y="17"/>
                    <a:pt x="75" y="28"/>
                  </a:cubicBezTo>
                  <a:cubicBezTo>
                    <a:pt x="68" y="39"/>
                    <a:pt x="65" y="46"/>
                    <a:pt x="65" y="58"/>
                  </a:cubicBezTo>
                  <a:cubicBezTo>
                    <a:pt x="65" y="69"/>
                    <a:pt x="61" y="85"/>
                    <a:pt x="77" y="82"/>
                  </a:cubicBezTo>
                  <a:cubicBezTo>
                    <a:pt x="93" y="78"/>
                    <a:pt x="108" y="78"/>
                    <a:pt x="124" y="88"/>
                  </a:cubicBezTo>
                  <a:cubicBezTo>
                    <a:pt x="111" y="90"/>
                    <a:pt x="102" y="80"/>
                    <a:pt x="88" y="82"/>
                  </a:cubicBezTo>
                  <a:cubicBezTo>
                    <a:pt x="75" y="84"/>
                    <a:pt x="65" y="93"/>
                    <a:pt x="58" y="102"/>
                  </a:cubicBezTo>
                  <a:cubicBezTo>
                    <a:pt x="50" y="112"/>
                    <a:pt x="41" y="120"/>
                    <a:pt x="32" y="128"/>
                  </a:cubicBezTo>
                  <a:cubicBezTo>
                    <a:pt x="19" y="139"/>
                    <a:pt x="22" y="150"/>
                    <a:pt x="18" y="164"/>
                  </a:cubicBezTo>
                  <a:cubicBezTo>
                    <a:pt x="16" y="171"/>
                    <a:pt x="13" y="178"/>
                    <a:pt x="11" y="185"/>
                  </a:cubicBezTo>
                  <a:cubicBezTo>
                    <a:pt x="11" y="182"/>
                    <a:pt x="11" y="178"/>
                    <a:pt x="9" y="175"/>
                  </a:cubicBezTo>
                  <a:cubicBezTo>
                    <a:pt x="7" y="175"/>
                    <a:pt x="5" y="175"/>
                    <a:pt x="4" y="17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0" name="Freeform 33">
              <a:extLst>
                <a:ext uri="{FF2B5EF4-FFF2-40B4-BE49-F238E27FC236}">
                  <a16:creationId xmlns:a16="http://schemas.microsoft.com/office/drawing/2014/main" id="{A62DD328-06B6-4ED1-A49A-F3124B02F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257"/>
              <a:ext cx="220" cy="430"/>
            </a:xfrm>
            <a:custGeom>
              <a:avLst/>
              <a:gdLst>
                <a:gd name="T0" fmla="*/ 0 w 141"/>
                <a:gd name="T1" fmla="*/ 34 h 275"/>
                <a:gd name="T2" fmla="*/ 42 w 141"/>
                <a:gd name="T3" fmla="*/ 69 h 275"/>
                <a:gd name="T4" fmla="*/ 69 w 141"/>
                <a:gd name="T5" fmla="*/ 144 h 275"/>
                <a:gd name="T6" fmla="*/ 80 w 141"/>
                <a:gd name="T7" fmla="*/ 188 h 275"/>
                <a:gd name="T8" fmla="*/ 114 w 141"/>
                <a:gd name="T9" fmla="*/ 217 h 275"/>
                <a:gd name="T10" fmla="*/ 108 w 141"/>
                <a:gd name="T11" fmla="*/ 394 h 275"/>
                <a:gd name="T12" fmla="*/ 114 w 141"/>
                <a:gd name="T13" fmla="*/ 550 h 275"/>
                <a:gd name="T14" fmla="*/ 161 w 141"/>
                <a:gd name="T15" fmla="*/ 665 h 275"/>
                <a:gd name="T16" fmla="*/ 130 w 141"/>
                <a:gd name="T17" fmla="*/ 985 h 275"/>
                <a:gd name="T18" fmla="*/ 136 w 141"/>
                <a:gd name="T19" fmla="*/ 1051 h 275"/>
                <a:gd name="T20" fmla="*/ 140 w 141"/>
                <a:gd name="T21" fmla="*/ 951 h 275"/>
                <a:gd name="T22" fmla="*/ 148 w 141"/>
                <a:gd name="T23" fmla="*/ 880 h 275"/>
                <a:gd name="T24" fmla="*/ 178 w 141"/>
                <a:gd name="T25" fmla="*/ 780 h 275"/>
                <a:gd name="T26" fmla="*/ 183 w 141"/>
                <a:gd name="T27" fmla="*/ 732 h 275"/>
                <a:gd name="T28" fmla="*/ 195 w 141"/>
                <a:gd name="T29" fmla="*/ 693 h 275"/>
                <a:gd name="T30" fmla="*/ 212 w 141"/>
                <a:gd name="T31" fmla="*/ 719 h 275"/>
                <a:gd name="T32" fmla="*/ 247 w 141"/>
                <a:gd name="T33" fmla="*/ 746 h 275"/>
                <a:gd name="T34" fmla="*/ 351 w 141"/>
                <a:gd name="T35" fmla="*/ 746 h 275"/>
                <a:gd name="T36" fmla="*/ 470 w 141"/>
                <a:gd name="T37" fmla="*/ 772 h 275"/>
                <a:gd name="T38" fmla="*/ 535 w 141"/>
                <a:gd name="T39" fmla="*/ 837 h 275"/>
                <a:gd name="T40" fmla="*/ 468 w 141"/>
                <a:gd name="T41" fmla="*/ 760 h 275"/>
                <a:gd name="T42" fmla="*/ 379 w 141"/>
                <a:gd name="T43" fmla="*/ 738 h 275"/>
                <a:gd name="T44" fmla="*/ 290 w 141"/>
                <a:gd name="T45" fmla="*/ 741 h 275"/>
                <a:gd name="T46" fmla="*/ 212 w 141"/>
                <a:gd name="T47" fmla="*/ 704 h 275"/>
                <a:gd name="T48" fmla="*/ 114 w 141"/>
                <a:gd name="T49" fmla="*/ 455 h 275"/>
                <a:gd name="T50" fmla="*/ 117 w 141"/>
                <a:gd name="T51" fmla="*/ 382 h 275"/>
                <a:gd name="T52" fmla="*/ 134 w 141"/>
                <a:gd name="T53" fmla="*/ 291 h 275"/>
                <a:gd name="T54" fmla="*/ 130 w 141"/>
                <a:gd name="T55" fmla="*/ 225 h 275"/>
                <a:gd name="T56" fmla="*/ 100 w 141"/>
                <a:gd name="T57" fmla="*/ 188 h 275"/>
                <a:gd name="T58" fmla="*/ 69 w 141"/>
                <a:gd name="T59" fmla="*/ 75 h 275"/>
                <a:gd name="T60" fmla="*/ 48 w 141"/>
                <a:gd name="T61" fmla="*/ 34 h 275"/>
                <a:gd name="T62" fmla="*/ 27 w 141"/>
                <a:gd name="T63" fmla="*/ 0 h 275"/>
                <a:gd name="T64" fmla="*/ 34 w 141"/>
                <a:gd name="T65" fmla="*/ 53 h 275"/>
                <a:gd name="T66" fmla="*/ 8 w 141"/>
                <a:gd name="T67" fmla="*/ 47 h 2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41" h="275">
                  <a:moveTo>
                    <a:pt x="0" y="9"/>
                  </a:moveTo>
                  <a:cubicBezTo>
                    <a:pt x="3" y="13"/>
                    <a:pt x="8" y="14"/>
                    <a:pt x="11" y="18"/>
                  </a:cubicBezTo>
                  <a:cubicBezTo>
                    <a:pt x="15" y="23"/>
                    <a:pt x="17" y="31"/>
                    <a:pt x="18" y="38"/>
                  </a:cubicBezTo>
                  <a:cubicBezTo>
                    <a:pt x="19" y="42"/>
                    <a:pt x="19" y="45"/>
                    <a:pt x="21" y="49"/>
                  </a:cubicBezTo>
                  <a:cubicBezTo>
                    <a:pt x="23" y="53"/>
                    <a:pt x="27" y="54"/>
                    <a:pt x="30" y="57"/>
                  </a:cubicBezTo>
                  <a:cubicBezTo>
                    <a:pt x="38" y="68"/>
                    <a:pt x="29" y="92"/>
                    <a:pt x="28" y="103"/>
                  </a:cubicBezTo>
                  <a:cubicBezTo>
                    <a:pt x="27" y="117"/>
                    <a:pt x="26" y="131"/>
                    <a:pt x="30" y="144"/>
                  </a:cubicBezTo>
                  <a:cubicBezTo>
                    <a:pt x="34" y="154"/>
                    <a:pt x="40" y="163"/>
                    <a:pt x="42" y="174"/>
                  </a:cubicBezTo>
                  <a:cubicBezTo>
                    <a:pt x="49" y="203"/>
                    <a:pt x="33" y="229"/>
                    <a:pt x="34" y="258"/>
                  </a:cubicBezTo>
                  <a:cubicBezTo>
                    <a:pt x="34" y="263"/>
                    <a:pt x="34" y="270"/>
                    <a:pt x="36" y="275"/>
                  </a:cubicBezTo>
                  <a:cubicBezTo>
                    <a:pt x="33" y="267"/>
                    <a:pt x="36" y="257"/>
                    <a:pt x="37" y="249"/>
                  </a:cubicBezTo>
                  <a:cubicBezTo>
                    <a:pt x="37" y="242"/>
                    <a:pt x="38" y="236"/>
                    <a:pt x="39" y="230"/>
                  </a:cubicBezTo>
                  <a:cubicBezTo>
                    <a:pt x="40" y="221"/>
                    <a:pt x="45" y="213"/>
                    <a:pt x="47" y="204"/>
                  </a:cubicBezTo>
                  <a:cubicBezTo>
                    <a:pt x="48" y="200"/>
                    <a:pt x="49" y="196"/>
                    <a:pt x="48" y="191"/>
                  </a:cubicBezTo>
                  <a:cubicBezTo>
                    <a:pt x="48" y="188"/>
                    <a:pt x="46" y="180"/>
                    <a:pt x="51" y="181"/>
                  </a:cubicBezTo>
                  <a:cubicBezTo>
                    <a:pt x="53" y="182"/>
                    <a:pt x="55" y="186"/>
                    <a:pt x="56" y="188"/>
                  </a:cubicBezTo>
                  <a:cubicBezTo>
                    <a:pt x="59" y="190"/>
                    <a:pt x="62" y="194"/>
                    <a:pt x="65" y="195"/>
                  </a:cubicBezTo>
                  <a:cubicBezTo>
                    <a:pt x="74" y="200"/>
                    <a:pt x="83" y="196"/>
                    <a:pt x="92" y="195"/>
                  </a:cubicBezTo>
                  <a:cubicBezTo>
                    <a:pt x="104" y="195"/>
                    <a:pt x="114" y="196"/>
                    <a:pt x="124" y="202"/>
                  </a:cubicBezTo>
                  <a:cubicBezTo>
                    <a:pt x="132" y="207"/>
                    <a:pt x="135" y="214"/>
                    <a:pt x="141" y="219"/>
                  </a:cubicBezTo>
                  <a:cubicBezTo>
                    <a:pt x="135" y="212"/>
                    <a:pt x="131" y="204"/>
                    <a:pt x="123" y="199"/>
                  </a:cubicBezTo>
                  <a:cubicBezTo>
                    <a:pt x="116" y="196"/>
                    <a:pt x="108" y="194"/>
                    <a:pt x="100" y="193"/>
                  </a:cubicBezTo>
                  <a:cubicBezTo>
                    <a:pt x="92" y="192"/>
                    <a:pt x="84" y="193"/>
                    <a:pt x="76" y="194"/>
                  </a:cubicBezTo>
                  <a:cubicBezTo>
                    <a:pt x="68" y="195"/>
                    <a:pt x="62" y="189"/>
                    <a:pt x="56" y="184"/>
                  </a:cubicBezTo>
                  <a:cubicBezTo>
                    <a:pt x="41" y="166"/>
                    <a:pt x="29" y="143"/>
                    <a:pt x="30" y="119"/>
                  </a:cubicBezTo>
                  <a:cubicBezTo>
                    <a:pt x="31" y="112"/>
                    <a:pt x="30" y="107"/>
                    <a:pt x="31" y="100"/>
                  </a:cubicBezTo>
                  <a:cubicBezTo>
                    <a:pt x="33" y="92"/>
                    <a:pt x="35" y="84"/>
                    <a:pt x="35" y="76"/>
                  </a:cubicBezTo>
                  <a:cubicBezTo>
                    <a:pt x="35" y="70"/>
                    <a:pt x="36" y="64"/>
                    <a:pt x="34" y="59"/>
                  </a:cubicBezTo>
                  <a:cubicBezTo>
                    <a:pt x="32" y="55"/>
                    <a:pt x="29" y="52"/>
                    <a:pt x="26" y="49"/>
                  </a:cubicBezTo>
                  <a:cubicBezTo>
                    <a:pt x="19" y="41"/>
                    <a:pt x="22" y="30"/>
                    <a:pt x="18" y="20"/>
                  </a:cubicBezTo>
                  <a:cubicBezTo>
                    <a:pt x="17" y="17"/>
                    <a:pt x="15" y="12"/>
                    <a:pt x="13" y="9"/>
                  </a:cubicBezTo>
                  <a:cubicBezTo>
                    <a:pt x="11" y="6"/>
                    <a:pt x="8" y="3"/>
                    <a:pt x="7" y="0"/>
                  </a:cubicBezTo>
                  <a:cubicBezTo>
                    <a:pt x="7" y="5"/>
                    <a:pt x="8" y="9"/>
                    <a:pt x="9" y="14"/>
                  </a:cubicBezTo>
                  <a:cubicBezTo>
                    <a:pt x="7" y="14"/>
                    <a:pt x="4" y="13"/>
                    <a:pt x="2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1" name="Freeform 34">
              <a:extLst>
                <a:ext uri="{FF2B5EF4-FFF2-40B4-BE49-F238E27FC236}">
                  <a16:creationId xmlns:a16="http://schemas.microsoft.com/office/drawing/2014/main" id="{0CAED4CD-8558-42E0-B398-DE56C55E0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907"/>
              <a:ext cx="55" cy="76"/>
            </a:xfrm>
            <a:custGeom>
              <a:avLst/>
              <a:gdLst>
                <a:gd name="T0" fmla="*/ 0 w 55"/>
                <a:gd name="T1" fmla="*/ 8 h 76"/>
                <a:gd name="T2" fmla="*/ 55 w 55"/>
                <a:gd name="T3" fmla="*/ 0 h 76"/>
                <a:gd name="T4" fmla="*/ 41 w 55"/>
                <a:gd name="T5" fmla="*/ 76 h 76"/>
                <a:gd name="T6" fmla="*/ 0 w 55"/>
                <a:gd name="T7" fmla="*/ 8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76">
                  <a:moveTo>
                    <a:pt x="0" y="8"/>
                  </a:moveTo>
                  <a:lnTo>
                    <a:pt x="55" y="0"/>
                  </a:lnTo>
                  <a:lnTo>
                    <a:pt x="41" y="7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E85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2" name="Freeform 35">
              <a:extLst>
                <a:ext uri="{FF2B5EF4-FFF2-40B4-BE49-F238E27FC236}">
                  <a16:creationId xmlns:a16="http://schemas.microsoft.com/office/drawing/2014/main" id="{446379F3-7A93-436F-9B1D-051F9FEF0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952"/>
              <a:ext cx="66" cy="77"/>
            </a:xfrm>
            <a:custGeom>
              <a:avLst/>
              <a:gdLst>
                <a:gd name="T0" fmla="*/ 66 w 66"/>
                <a:gd name="T1" fmla="*/ 45 h 77"/>
                <a:gd name="T2" fmla="*/ 20 w 66"/>
                <a:gd name="T3" fmla="*/ 77 h 77"/>
                <a:gd name="T4" fmla="*/ 0 w 66"/>
                <a:gd name="T5" fmla="*/ 0 h 77"/>
                <a:gd name="T6" fmla="*/ 66 w 66"/>
                <a:gd name="T7" fmla="*/ 45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77">
                  <a:moveTo>
                    <a:pt x="66" y="45"/>
                  </a:moveTo>
                  <a:lnTo>
                    <a:pt x="20" y="77"/>
                  </a:lnTo>
                  <a:lnTo>
                    <a:pt x="0" y="0"/>
                  </a:lnTo>
                  <a:lnTo>
                    <a:pt x="66" y="45"/>
                  </a:lnTo>
                  <a:close/>
                </a:path>
              </a:pathLst>
            </a:custGeom>
            <a:solidFill>
              <a:srgbClr val="E85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3" name="Freeform 36">
              <a:extLst>
                <a:ext uri="{FF2B5EF4-FFF2-40B4-BE49-F238E27FC236}">
                  <a16:creationId xmlns:a16="http://schemas.microsoft.com/office/drawing/2014/main" id="{F21CCBED-9F3F-430D-95F8-B34739E56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077"/>
              <a:ext cx="76" cy="66"/>
            </a:xfrm>
            <a:custGeom>
              <a:avLst/>
              <a:gdLst>
                <a:gd name="T0" fmla="*/ 0 w 76"/>
                <a:gd name="T1" fmla="*/ 46 h 66"/>
                <a:gd name="T2" fmla="*/ 32 w 76"/>
                <a:gd name="T3" fmla="*/ 0 h 66"/>
                <a:gd name="T4" fmla="*/ 76 w 76"/>
                <a:gd name="T5" fmla="*/ 66 h 66"/>
                <a:gd name="T6" fmla="*/ 0 w 76"/>
                <a:gd name="T7" fmla="*/ 46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66">
                  <a:moveTo>
                    <a:pt x="0" y="46"/>
                  </a:moveTo>
                  <a:lnTo>
                    <a:pt x="32" y="0"/>
                  </a:lnTo>
                  <a:lnTo>
                    <a:pt x="76" y="66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E85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4" name="Freeform 37">
              <a:extLst>
                <a:ext uri="{FF2B5EF4-FFF2-40B4-BE49-F238E27FC236}">
                  <a16:creationId xmlns:a16="http://schemas.microsoft.com/office/drawing/2014/main" id="{11779315-101D-47EA-9AEA-E54DE8D3E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104"/>
              <a:ext cx="77" cy="64"/>
            </a:xfrm>
            <a:custGeom>
              <a:avLst/>
              <a:gdLst>
                <a:gd name="T0" fmla="*/ 30 w 77"/>
                <a:gd name="T1" fmla="*/ 64 h 64"/>
                <a:gd name="T2" fmla="*/ 0 w 77"/>
                <a:gd name="T3" fmla="*/ 17 h 64"/>
                <a:gd name="T4" fmla="*/ 77 w 77"/>
                <a:gd name="T5" fmla="*/ 0 h 64"/>
                <a:gd name="T6" fmla="*/ 30 w 77"/>
                <a:gd name="T7" fmla="*/ 64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64">
                  <a:moveTo>
                    <a:pt x="30" y="64"/>
                  </a:moveTo>
                  <a:lnTo>
                    <a:pt x="0" y="17"/>
                  </a:lnTo>
                  <a:lnTo>
                    <a:pt x="77" y="0"/>
                  </a:lnTo>
                  <a:lnTo>
                    <a:pt x="30" y="64"/>
                  </a:lnTo>
                  <a:close/>
                </a:path>
              </a:pathLst>
            </a:custGeom>
            <a:solidFill>
              <a:srgbClr val="E85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5" name="Freeform 38">
              <a:extLst>
                <a:ext uri="{FF2B5EF4-FFF2-40B4-BE49-F238E27FC236}">
                  <a16:creationId xmlns:a16="http://schemas.microsoft.com/office/drawing/2014/main" id="{09568A7A-7A29-47E2-BE3A-6C1635827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851"/>
              <a:ext cx="55" cy="76"/>
            </a:xfrm>
            <a:custGeom>
              <a:avLst/>
              <a:gdLst>
                <a:gd name="T0" fmla="*/ 55 w 55"/>
                <a:gd name="T1" fmla="*/ 76 h 76"/>
                <a:gd name="T2" fmla="*/ 0 w 55"/>
                <a:gd name="T3" fmla="*/ 70 h 76"/>
                <a:gd name="T4" fmla="*/ 33 w 55"/>
                <a:gd name="T5" fmla="*/ 0 h 76"/>
                <a:gd name="T6" fmla="*/ 55 w 55"/>
                <a:gd name="T7" fmla="*/ 76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76">
                  <a:moveTo>
                    <a:pt x="55" y="76"/>
                  </a:moveTo>
                  <a:lnTo>
                    <a:pt x="0" y="70"/>
                  </a:lnTo>
                  <a:lnTo>
                    <a:pt x="33" y="0"/>
                  </a:lnTo>
                  <a:lnTo>
                    <a:pt x="55" y="76"/>
                  </a:lnTo>
                  <a:close/>
                </a:path>
              </a:pathLst>
            </a:custGeom>
            <a:solidFill>
              <a:srgbClr val="E85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6" name="Freeform 39">
              <a:extLst>
                <a:ext uri="{FF2B5EF4-FFF2-40B4-BE49-F238E27FC236}">
                  <a16:creationId xmlns:a16="http://schemas.microsoft.com/office/drawing/2014/main" id="{D328FDFA-6EA8-4CD5-A512-0DABF0443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290"/>
              <a:ext cx="72" cy="72"/>
            </a:xfrm>
            <a:custGeom>
              <a:avLst/>
              <a:gdLst>
                <a:gd name="T0" fmla="*/ 0 w 72"/>
                <a:gd name="T1" fmla="*/ 39 h 72"/>
                <a:gd name="T2" fmla="*/ 40 w 72"/>
                <a:gd name="T3" fmla="*/ 0 h 72"/>
                <a:gd name="T4" fmla="*/ 72 w 72"/>
                <a:gd name="T5" fmla="*/ 72 h 72"/>
                <a:gd name="T6" fmla="*/ 0 w 72"/>
                <a:gd name="T7" fmla="*/ 39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72">
                  <a:moveTo>
                    <a:pt x="0" y="39"/>
                  </a:moveTo>
                  <a:lnTo>
                    <a:pt x="40" y="0"/>
                  </a:lnTo>
                  <a:lnTo>
                    <a:pt x="72" y="72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E85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7" name="Freeform 40">
              <a:extLst>
                <a:ext uri="{FF2B5EF4-FFF2-40B4-BE49-F238E27FC236}">
                  <a16:creationId xmlns:a16="http://schemas.microsoft.com/office/drawing/2014/main" id="{63D98A20-6E58-4334-9114-6BD57AE8A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149"/>
              <a:ext cx="78" cy="55"/>
            </a:xfrm>
            <a:custGeom>
              <a:avLst/>
              <a:gdLst>
                <a:gd name="T0" fmla="*/ 21 w 78"/>
                <a:gd name="T1" fmla="*/ 55 h 55"/>
                <a:gd name="T2" fmla="*/ 0 w 78"/>
                <a:gd name="T3" fmla="*/ 3 h 55"/>
                <a:gd name="T4" fmla="*/ 78 w 78"/>
                <a:gd name="T5" fmla="*/ 0 h 55"/>
                <a:gd name="T6" fmla="*/ 21 w 78"/>
                <a:gd name="T7" fmla="*/ 55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5">
                  <a:moveTo>
                    <a:pt x="21" y="55"/>
                  </a:moveTo>
                  <a:lnTo>
                    <a:pt x="0" y="3"/>
                  </a:lnTo>
                  <a:lnTo>
                    <a:pt x="78" y="0"/>
                  </a:lnTo>
                  <a:lnTo>
                    <a:pt x="21" y="55"/>
                  </a:lnTo>
                  <a:close/>
                </a:path>
              </a:pathLst>
            </a:custGeom>
            <a:solidFill>
              <a:srgbClr val="E85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8" name="Freeform 41">
              <a:extLst>
                <a:ext uri="{FF2B5EF4-FFF2-40B4-BE49-F238E27FC236}">
                  <a16:creationId xmlns:a16="http://schemas.microsoft.com/office/drawing/2014/main" id="{E24FF1FD-006B-4EEE-B526-AB00DB782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3519"/>
              <a:ext cx="56" cy="74"/>
            </a:xfrm>
            <a:custGeom>
              <a:avLst/>
              <a:gdLst>
                <a:gd name="T0" fmla="*/ 0 w 56"/>
                <a:gd name="T1" fmla="*/ 0 h 74"/>
                <a:gd name="T2" fmla="*/ 56 w 56"/>
                <a:gd name="T3" fmla="*/ 0 h 74"/>
                <a:gd name="T4" fmla="*/ 28 w 56"/>
                <a:gd name="T5" fmla="*/ 74 h 74"/>
                <a:gd name="T6" fmla="*/ 0 w 56"/>
                <a:gd name="T7" fmla="*/ 0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74">
                  <a:moveTo>
                    <a:pt x="0" y="0"/>
                  </a:moveTo>
                  <a:lnTo>
                    <a:pt x="56" y="0"/>
                  </a:lnTo>
                  <a:lnTo>
                    <a:pt x="28" y="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5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9" name="Freeform 42">
              <a:extLst>
                <a:ext uri="{FF2B5EF4-FFF2-40B4-BE49-F238E27FC236}">
                  <a16:creationId xmlns:a16="http://schemas.microsoft.com/office/drawing/2014/main" id="{C42CD42A-BC31-42C6-B143-0AF6A9FFE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977"/>
              <a:ext cx="276" cy="310"/>
            </a:xfrm>
            <a:custGeom>
              <a:avLst/>
              <a:gdLst>
                <a:gd name="T0" fmla="*/ 87 w 177"/>
                <a:gd name="T1" fmla="*/ 22 h 198"/>
                <a:gd name="T2" fmla="*/ 122 w 177"/>
                <a:gd name="T3" fmla="*/ 164 h 198"/>
                <a:gd name="T4" fmla="*/ 122 w 177"/>
                <a:gd name="T5" fmla="*/ 296 h 198"/>
                <a:gd name="T6" fmla="*/ 134 w 177"/>
                <a:gd name="T7" fmla="*/ 415 h 198"/>
                <a:gd name="T8" fmla="*/ 83 w 177"/>
                <a:gd name="T9" fmla="*/ 488 h 198"/>
                <a:gd name="T10" fmla="*/ 34 w 177"/>
                <a:gd name="T11" fmla="*/ 598 h 198"/>
                <a:gd name="T12" fmla="*/ 22 w 177"/>
                <a:gd name="T13" fmla="*/ 694 h 198"/>
                <a:gd name="T14" fmla="*/ 0 w 177"/>
                <a:gd name="T15" fmla="*/ 759 h 198"/>
                <a:gd name="T16" fmla="*/ 69 w 177"/>
                <a:gd name="T17" fmla="*/ 529 h 198"/>
                <a:gd name="T18" fmla="*/ 109 w 177"/>
                <a:gd name="T19" fmla="*/ 482 h 198"/>
                <a:gd name="T20" fmla="*/ 151 w 177"/>
                <a:gd name="T21" fmla="*/ 446 h 198"/>
                <a:gd name="T22" fmla="*/ 235 w 177"/>
                <a:gd name="T23" fmla="*/ 456 h 198"/>
                <a:gd name="T24" fmla="*/ 399 w 177"/>
                <a:gd name="T25" fmla="*/ 415 h 198"/>
                <a:gd name="T26" fmla="*/ 477 w 177"/>
                <a:gd name="T27" fmla="*/ 407 h 198"/>
                <a:gd name="T28" fmla="*/ 555 w 177"/>
                <a:gd name="T29" fmla="*/ 429 h 198"/>
                <a:gd name="T30" fmla="*/ 671 w 177"/>
                <a:gd name="T31" fmla="*/ 499 h 198"/>
                <a:gd name="T32" fmla="*/ 622 w 177"/>
                <a:gd name="T33" fmla="*/ 460 h 198"/>
                <a:gd name="T34" fmla="*/ 561 w 177"/>
                <a:gd name="T35" fmla="*/ 429 h 198"/>
                <a:gd name="T36" fmla="*/ 455 w 177"/>
                <a:gd name="T37" fmla="*/ 412 h 198"/>
                <a:gd name="T38" fmla="*/ 345 w 177"/>
                <a:gd name="T39" fmla="*/ 420 h 198"/>
                <a:gd name="T40" fmla="*/ 223 w 177"/>
                <a:gd name="T41" fmla="*/ 446 h 198"/>
                <a:gd name="T42" fmla="*/ 156 w 177"/>
                <a:gd name="T43" fmla="*/ 373 h 198"/>
                <a:gd name="T44" fmla="*/ 136 w 177"/>
                <a:gd name="T45" fmla="*/ 225 h 198"/>
                <a:gd name="T46" fmla="*/ 140 w 177"/>
                <a:gd name="T47" fmla="*/ 100 h 198"/>
                <a:gd name="T48" fmla="*/ 143 w 177"/>
                <a:gd name="T49" fmla="*/ 47 h 198"/>
                <a:gd name="T50" fmla="*/ 151 w 177"/>
                <a:gd name="T51" fmla="*/ 5 h 198"/>
                <a:gd name="T52" fmla="*/ 151 w 177"/>
                <a:gd name="T53" fmla="*/ 0 h 198"/>
                <a:gd name="T54" fmla="*/ 129 w 177"/>
                <a:gd name="T55" fmla="*/ 22 h 198"/>
                <a:gd name="T56" fmla="*/ 101 w 177"/>
                <a:gd name="T57" fmla="*/ 27 h 198"/>
                <a:gd name="T58" fmla="*/ 100 w 177"/>
                <a:gd name="T59" fmla="*/ 22 h 19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77" h="198">
                  <a:moveTo>
                    <a:pt x="23" y="6"/>
                  </a:moveTo>
                  <a:cubicBezTo>
                    <a:pt x="35" y="16"/>
                    <a:pt x="34" y="29"/>
                    <a:pt x="32" y="43"/>
                  </a:cubicBezTo>
                  <a:cubicBezTo>
                    <a:pt x="31" y="55"/>
                    <a:pt x="32" y="66"/>
                    <a:pt x="32" y="77"/>
                  </a:cubicBezTo>
                  <a:cubicBezTo>
                    <a:pt x="33" y="87"/>
                    <a:pt x="35" y="98"/>
                    <a:pt x="35" y="108"/>
                  </a:cubicBezTo>
                  <a:cubicBezTo>
                    <a:pt x="34" y="116"/>
                    <a:pt x="28" y="121"/>
                    <a:pt x="22" y="127"/>
                  </a:cubicBezTo>
                  <a:cubicBezTo>
                    <a:pt x="15" y="136"/>
                    <a:pt x="11" y="145"/>
                    <a:pt x="9" y="156"/>
                  </a:cubicBezTo>
                  <a:cubicBezTo>
                    <a:pt x="7" y="164"/>
                    <a:pt x="7" y="172"/>
                    <a:pt x="6" y="181"/>
                  </a:cubicBezTo>
                  <a:cubicBezTo>
                    <a:pt x="5" y="187"/>
                    <a:pt x="2" y="192"/>
                    <a:pt x="0" y="198"/>
                  </a:cubicBezTo>
                  <a:cubicBezTo>
                    <a:pt x="12" y="180"/>
                    <a:pt x="6" y="155"/>
                    <a:pt x="18" y="138"/>
                  </a:cubicBezTo>
                  <a:cubicBezTo>
                    <a:pt x="21" y="134"/>
                    <a:pt x="25" y="130"/>
                    <a:pt x="29" y="126"/>
                  </a:cubicBezTo>
                  <a:cubicBezTo>
                    <a:pt x="32" y="123"/>
                    <a:pt x="35" y="118"/>
                    <a:pt x="40" y="116"/>
                  </a:cubicBezTo>
                  <a:cubicBezTo>
                    <a:pt x="47" y="114"/>
                    <a:pt x="55" y="119"/>
                    <a:pt x="62" y="119"/>
                  </a:cubicBezTo>
                  <a:cubicBezTo>
                    <a:pt x="77" y="119"/>
                    <a:pt x="91" y="112"/>
                    <a:pt x="105" y="108"/>
                  </a:cubicBezTo>
                  <a:cubicBezTo>
                    <a:pt x="112" y="107"/>
                    <a:pt x="119" y="105"/>
                    <a:pt x="126" y="106"/>
                  </a:cubicBezTo>
                  <a:cubicBezTo>
                    <a:pt x="133" y="106"/>
                    <a:pt x="140" y="109"/>
                    <a:pt x="146" y="112"/>
                  </a:cubicBezTo>
                  <a:cubicBezTo>
                    <a:pt x="157" y="117"/>
                    <a:pt x="167" y="123"/>
                    <a:pt x="177" y="130"/>
                  </a:cubicBezTo>
                  <a:cubicBezTo>
                    <a:pt x="173" y="128"/>
                    <a:pt x="168" y="123"/>
                    <a:pt x="164" y="120"/>
                  </a:cubicBezTo>
                  <a:cubicBezTo>
                    <a:pt x="160" y="116"/>
                    <a:pt x="154" y="113"/>
                    <a:pt x="148" y="112"/>
                  </a:cubicBezTo>
                  <a:cubicBezTo>
                    <a:pt x="139" y="109"/>
                    <a:pt x="129" y="107"/>
                    <a:pt x="120" y="107"/>
                  </a:cubicBezTo>
                  <a:cubicBezTo>
                    <a:pt x="110" y="106"/>
                    <a:pt x="100" y="106"/>
                    <a:pt x="91" y="109"/>
                  </a:cubicBezTo>
                  <a:cubicBezTo>
                    <a:pt x="81" y="111"/>
                    <a:pt x="69" y="116"/>
                    <a:pt x="59" y="116"/>
                  </a:cubicBezTo>
                  <a:cubicBezTo>
                    <a:pt x="48" y="116"/>
                    <a:pt x="43" y="106"/>
                    <a:pt x="41" y="97"/>
                  </a:cubicBezTo>
                  <a:cubicBezTo>
                    <a:pt x="38" y="85"/>
                    <a:pt x="37" y="72"/>
                    <a:pt x="36" y="59"/>
                  </a:cubicBezTo>
                  <a:cubicBezTo>
                    <a:pt x="35" y="48"/>
                    <a:pt x="36" y="37"/>
                    <a:pt x="37" y="26"/>
                  </a:cubicBezTo>
                  <a:cubicBezTo>
                    <a:pt x="38" y="21"/>
                    <a:pt x="38" y="17"/>
                    <a:pt x="38" y="12"/>
                  </a:cubicBezTo>
                  <a:cubicBezTo>
                    <a:pt x="38" y="9"/>
                    <a:pt x="40" y="3"/>
                    <a:pt x="40" y="1"/>
                  </a:cubicBezTo>
                  <a:cubicBezTo>
                    <a:pt x="40" y="1"/>
                    <a:pt x="40" y="0"/>
                    <a:pt x="40" y="0"/>
                  </a:cubicBezTo>
                  <a:cubicBezTo>
                    <a:pt x="37" y="2"/>
                    <a:pt x="37" y="4"/>
                    <a:pt x="34" y="6"/>
                  </a:cubicBezTo>
                  <a:cubicBezTo>
                    <a:pt x="31" y="9"/>
                    <a:pt x="31" y="8"/>
                    <a:pt x="27" y="7"/>
                  </a:cubicBezTo>
                  <a:cubicBezTo>
                    <a:pt x="27" y="6"/>
                    <a:pt x="27" y="6"/>
                    <a:pt x="26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0" name="Freeform 43">
              <a:extLst>
                <a:ext uri="{FF2B5EF4-FFF2-40B4-BE49-F238E27FC236}">
                  <a16:creationId xmlns:a16="http://schemas.microsoft.com/office/drawing/2014/main" id="{B1675128-1536-48C3-949C-9D60F2B15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029"/>
              <a:ext cx="297" cy="401"/>
            </a:xfrm>
            <a:custGeom>
              <a:avLst/>
              <a:gdLst>
                <a:gd name="T0" fmla="*/ 555 w 190"/>
                <a:gd name="T1" fmla="*/ 0 h 257"/>
                <a:gd name="T2" fmla="*/ 524 w 190"/>
                <a:gd name="T3" fmla="*/ 164 h 257"/>
                <a:gd name="T4" fmla="*/ 503 w 190"/>
                <a:gd name="T5" fmla="*/ 300 h 257"/>
                <a:gd name="T6" fmla="*/ 500 w 190"/>
                <a:gd name="T7" fmla="*/ 413 h 257"/>
                <a:gd name="T8" fmla="*/ 325 w 190"/>
                <a:gd name="T9" fmla="*/ 643 h 257"/>
                <a:gd name="T10" fmla="*/ 178 w 190"/>
                <a:gd name="T11" fmla="*/ 861 h 257"/>
                <a:gd name="T12" fmla="*/ 0 w 190"/>
                <a:gd name="T13" fmla="*/ 977 h 257"/>
                <a:gd name="T14" fmla="*/ 117 w 190"/>
                <a:gd name="T15" fmla="*/ 900 h 257"/>
                <a:gd name="T16" fmla="*/ 199 w 190"/>
                <a:gd name="T17" fmla="*/ 861 h 257"/>
                <a:gd name="T18" fmla="*/ 299 w 190"/>
                <a:gd name="T19" fmla="*/ 738 h 257"/>
                <a:gd name="T20" fmla="*/ 500 w 190"/>
                <a:gd name="T21" fmla="*/ 501 h 257"/>
                <a:gd name="T22" fmla="*/ 563 w 190"/>
                <a:gd name="T23" fmla="*/ 705 h 257"/>
                <a:gd name="T24" fmla="*/ 672 w 190"/>
                <a:gd name="T25" fmla="*/ 800 h 257"/>
                <a:gd name="T26" fmla="*/ 721 w 190"/>
                <a:gd name="T27" fmla="*/ 955 h 257"/>
                <a:gd name="T28" fmla="*/ 672 w 190"/>
                <a:gd name="T29" fmla="*/ 779 h 257"/>
                <a:gd name="T30" fmla="*/ 550 w 190"/>
                <a:gd name="T31" fmla="*/ 683 h 257"/>
                <a:gd name="T32" fmla="*/ 521 w 190"/>
                <a:gd name="T33" fmla="*/ 401 h 257"/>
                <a:gd name="T34" fmla="*/ 542 w 190"/>
                <a:gd name="T35" fmla="*/ 195 h 257"/>
                <a:gd name="T36" fmla="*/ 564 w 190"/>
                <a:gd name="T37" fmla="*/ 95 h 257"/>
                <a:gd name="T38" fmla="*/ 591 w 190"/>
                <a:gd name="T39" fmla="*/ 19 h 257"/>
                <a:gd name="T40" fmla="*/ 564 w 190"/>
                <a:gd name="T41" fmla="*/ 42 h 257"/>
                <a:gd name="T42" fmla="*/ 564 w 190"/>
                <a:gd name="T43" fmla="*/ 42 h 257"/>
                <a:gd name="T44" fmla="*/ 555 w 190"/>
                <a:gd name="T45" fmla="*/ 5 h 25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0" h="257">
                  <a:moveTo>
                    <a:pt x="145" y="0"/>
                  </a:moveTo>
                  <a:cubicBezTo>
                    <a:pt x="145" y="15"/>
                    <a:pt x="140" y="28"/>
                    <a:pt x="137" y="43"/>
                  </a:cubicBezTo>
                  <a:cubicBezTo>
                    <a:pt x="135" y="55"/>
                    <a:pt x="133" y="67"/>
                    <a:pt x="132" y="79"/>
                  </a:cubicBezTo>
                  <a:cubicBezTo>
                    <a:pt x="131" y="89"/>
                    <a:pt x="133" y="100"/>
                    <a:pt x="131" y="109"/>
                  </a:cubicBezTo>
                  <a:cubicBezTo>
                    <a:pt x="125" y="134"/>
                    <a:pt x="100" y="150"/>
                    <a:pt x="85" y="169"/>
                  </a:cubicBezTo>
                  <a:cubicBezTo>
                    <a:pt x="71" y="187"/>
                    <a:pt x="66" y="213"/>
                    <a:pt x="47" y="227"/>
                  </a:cubicBezTo>
                  <a:cubicBezTo>
                    <a:pt x="31" y="238"/>
                    <a:pt x="11" y="238"/>
                    <a:pt x="0" y="257"/>
                  </a:cubicBezTo>
                  <a:cubicBezTo>
                    <a:pt x="11" y="250"/>
                    <a:pt x="19" y="243"/>
                    <a:pt x="31" y="237"/>
                  </a:cubicBezTo>
                  <a:cubicBezTo>
                    <a:pt x="38" y="234"/>
                    <a:pt x="46" y="231"/>
                    <a:pt x="52" y="227"/>
                  </a:cubicBezTo>
                  <a:cubicBezTo>
                    <a:pt x="66" y="218"/>
                    <a:pt x="71" y="208"/>
                    <a:pt x="78" y="194"/>
                  </a:cubicBezTo>
                  <a:cubicBezTo>
                    <a:pt x="89" y="170"/>
                    <a:pt x="108" y="145"/>
                    <a:pt x="131" y="132"/>
                  </a:cubicBezTo>
                  <a:cubicBezTo>
                    <a:pt x="128" y="154"/>
                    <a:pt x="128" y="172"/>
                    <a:pt x="147" y="186"/>
                  </a:cubicBezTo>
                  <a:cubicBezTo>
                    <a:pt x="158" y="194"/>
                    <a:pt x="169" y="199"/>
                    <a:pt x="176" y="211"/>
                  </a:cubicBezTo>
                  <a:cubicBezTo>
                    <a:pt x="183" y="222"/>
                    <a:pt x="190" y="238"/>
                    <a:pt x="189" y="251"/>
                  </a:cubicBezTo>
                  <a:cubicBezTo>
                    <a:pt x="190" y="236"/>
                    <a:pt x="186" y="216"/>
                    <a:pt x="176" y="205"/>
                  </a:cubicBezTo>
                  <a:cubicBezTo>
                    <a:pt x="167" y="194"/>
                    <a:pt x="153" y="189"/>
                    <a:pt x="144" y="180"/>
                  </a:cubicBezTo>
                  <a:cubicBezTo>
                    <a:pt x="128" y="164"/>
                    <a:pt x="133" y="127"/>
                    <a:pt x="136" y="106"/>
                  </a:cubicBezTo>
                  <a:cubicBezTo>
                    <a:pt x="139" y="88"/>
                    <a:pt x="139" y="69"/>
                    <a:pt x="142" y="51"/>
                  </a:cubicBezTo>
                  <a:cubicBezTo>
                    <a:pt x="144" y="42"/>
                    <a:pt x="147" y="34"/>
                    <a:pt x="148" y="25"/>
                  </a:cubicBezTo>
                  <a:cubicBezTo>
                    <a:pt x="150" y="19"/>
                    <a:pt x="149" y="9"/>
                    <a:pt x="155" y="5"/>
                  </a:cubicBezTo>
                  <a:cubicBezTo>
                    <a:pt x="152" y="6"/>
                    <a:pt x="149" y="9"/>
                    <a:pt x="148" y="11"/>
                  </a:cubicBezTo>
                  <a:cubicBezTo>
                    <a:pt x="148" y="11"/>
                    <a:pt x="148" y="11"/>
                    <a:pt x="148" y="11"/>
                  </a:cubicBezTo>
                  <a:cubicBezTo>
                    <a:pt x="147" y="8"/>
                    <a:pt x="147" y="4"/>
                    <a:pt x="145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1" name="Freeform 44">
              <a:extLst>
                <a:ext uri="{FF2B5EF4-FFF2-40B4-BE49-F238E27FC236}">
                  <a16:creationId xmlns:a16="http://schemas.microsoft.com/office/drawing/2014/main" id="{2A5C10DE-F602-4722-A808-72E11D365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573"/>
              <a:ext cx="281" cy="432"/>
            </a:xfrm>
            <a:custGeom>
              <a:avLst/>
              <a:gdLst>
                <a:gd name="T0" fmla="*/ 685 w 180"/>
                <a:gd name="T1" fmla="*/ 39 h 277"/>
                <a:gd name="T2" fmla="*/ 534 w 180"/>
                <a:gd name="T3" fmla="*/ 156 h 277"/>
                <a:gd name="T4" fmla="*/ 507 w 180"/>
                <a:gd name="T5" fmla="*/ 278 h 277"/>
                <a:gd name="T6" fmla="*/ 578 w 180"/>
                <a:gd name="T7" fmla="*/ 405 h 277"/>
                <a:gd name="T8" fmla="*/ 564 w 180"/>
                <a:gd name="T9" fmla="*/ 691 h 277"/>
                <a:gd name="T10" fmla="*/ 353 w 180"/>
                <a:gd name="T11" fmla="*/ 917 h 277"/>
                <a:gd name="T12" fmla="*/ 300 w 180"/>
                <a:gd name="T13" fmla="*/ 1003 h 277"/>
                <a:gd name="T14" fmla="*/ 212 w 180"/>
                <a:gd name="T15" fmla="*/ 1051 h 277"/>
                <a:gd name="T16" fmla="*/ 331 w 180"/>
                <a:gd name="T17" fmla="*/ 922 h 277"/>
                <a:gd name="T18" fmla="*/ 500 w 180"/>
                <a:gd name="T19" fmla="*/ 731 h 277"/>
                <a:gd name="T20" fmla="*/ 596 w 180"/>
                <a:gd name="T21" fmla="*/ 547 h 277"/>
                <a:gd name="T22" fmla="*/ 551 w 180"/>
                <a:gd name="T23" fmla="*/ 384 h 277"/>
                <a:gd name="T24" fmla="*/ 482 w 180"/>
                <a:gd name="T25" fmla="*/ 246 h 277"/>
                <a:gd name="T26" fmla="*/ 529 w 180"/>
                <a:gd name="T27" fmla="*/ 117 h 277"/>
                <a:gd name="T28" fmla="*/ 461 w 180"/>
                <a:gd name="T29" fmla="*/ 125 h 277"/>
                <a:gd name="T30" fmla="*/ 361 w 180"/>
                <a:gd name="T31" fmla="*/ 161 h 277"/>
                <a:gd name="T32" fmla="*/ 161 w 180"/>
                <a:gd name="T33" fmla="*/ 195 h 277"/>
                <a:gd name="T34" fmla="*/ 0 w 180"/>
                <a:gd name="T35" fmla="*/ 304 h 277"/>
                <a:gd name="T36" fmla="*/ 169 w 180"/>
                <a:gd name="T37" fmla="*/ 186 h 277"/>
                <a:gd name="T38" fmla="*/ 317 w 180"/>
                <a:gd name="T39" fmla="*/ 143 h 277"/>
                <a:gd name="T40" fmla="*/ 468 w 180"/>
                <a:gd name="T41" fmla="*/ 109 h 277"/>
                <a:gd name="T42" fmla="*/ 603 w 180"/>
                <a:gd name="T43" fmla="*/ 48 h 277"/>
                <a:gd name="T44" fmla="*/ 681 w 180"/>
                <a:gd name="T45" fmla="*/ 0 h 277"/>
                <a:gd name="T46" fmla="*/ 656 w 180"/>
                <a:gd name="T47" fmla="*/ 39 h 277"/>
                <a:gd name="T48" fmla="*/ 685 w 180"/>
                <a:gd name="T49" fmla="*/ 39 h 27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0" h="277">
                  <a:moveTo>
                    <a:pt x="180" y="10"/>
                  </a:moveTo>
                  <a:cubicBezTo>
                    <a:pt x="164" y="10"/>
                    <a:pt x="147" y="28"/>
                    <a:pt x="140" y="41"/>
                  </a:cubicBezTo>
                  <a:cubicBezTo>
                    <a:pt x="134" y="49"/>
                    <a:pt x="129" y="63"/>
                    <a:pt x="133" y="73"/>
                  </a:cubicBezTo>
                  <a:cubicBezTo>
                    <a:pt x="137" y="85"/>
                    <a:pt x="146" y="96"/>
                    <a:pt x="152" y="107"/>
                  </a:cubicBezTo>
                  <a:cubicBezTo>
                    <a:pt x="165" y="131"/>
                    <a:pt x="164" y="160"/>
                    <a:pt x="148" y="182"/>
                  </a:cubicBezTo>
                  <a:cubicBezTo>
                    <a:pt x="132" y="205"/>
                    <a:pt x="108" y="218"/>
                    <a:pt x="93" y="242"/>
                  </a:cubicBezTo>
                  <a:cubicBezTo>
                    <a:pt x="89" y="250"/>
                    <a:pt x="85" y="258"/>
                    <a:pt x="79" y="264"/>
                  </a:cubicBezTo>
                  <a:cubicBezTo>
                    <a:pt x="72" y="270"/>
                    <a:pt x="64" y="273"/>
                    <a:pt x="56" y="277"/>
                  </a:cubicBezTo>
                  <a:cubicBezTo>
                    <a:pt x="71" y="273"/>
                    <a:pt x="79" y="254"/>
                    <a:pt x="87" y="243"/>
                  </a:cubicBezTo>
                  <a:cubicBezTo>
                    <a:pt x="102" y="226"/>
                    <a:pt x="117" y="210"/>
                    <a:pt x="131" y="193"/>
                  </a:cubicBezTo>
                  <a:cubicBezTo>
                    <a:pt x="142" y="177"/>
                    <a:pt x="157" y="164"/>
                    <a:pt x="157" y="144"/>
                  </a:cubicBezTo>
                  <a:cubicBezTo>
                    <a:pt x="157" y="129"/>
                    <a:pt x="153" y="114"/>
                    <a:pt x="145" y="101"/>
                  </a:cubicBezTo>
                  <a:cubicBezTo>
                    <a:pt x="138" y="89"/>
                    <a:pt x="129" y="80"/>
                    <a:pt x="127" y="65"/>
                  </a:cubicBezTo>
                  <a:cubicBezTo>
                    <a:pt x="125" y="51"/>
                    <a:pt x="134" y="43"/>
                    <a:pt x="139" y="31"/>
                  </a:cubicBezTo>
                  <a:cubicBezTo>
                    <a:pt x="135" y="26"/>
                    <a:pt x="127" y="30"/>
                    <a:pt x="121" y="33"/>
                  </a:cubicBezTo>
                  <a:cubicBezTo>
                    <a:pt x="112" y="38"/>
                    <a:pt x="106" y="40"/>
                    <a:pt x="95" y="42"/>
                  </a:cubicBezTo>
                  <a:cubicBezTo>
                    <a:pt x="78" y="43"/>
                    <a:pt x="57" y="41"/>
                    <a:pt x="42" y="51"/>
                  </a:cubicBezTo>
                  <a:cubicBezTo>
                    <a:pt x="28" y="60"/>
                    <a:pt x="17" y="76"/>
                    <a:pt x="0" y="80"/>
                  </a:cubicBezTo>
                  <a:cubicBezTo>
                    <a:pt x="15" y="76"/>
                    <a:pt x="31" y="59"/>
                    <a:pt x="44" y="49"/>
                  </a:cubicBezTo>
                  <a:cubicBezTo>
                    <a:pt x="57" y="39"/>
                    <a:pt x="68" y="37"/>
                    <a:pt x="83" y="38"/>
                  </a:cubicBezTo>
                  <a:cubicBezTo>
                    <a:pt x="96" y="39"/>
                    <a:pt x="111" y="35"/>
                    <a:pt x="123" y="29"/>
                  </a:cubicBezTo>
                  <a:cubicBezTo>
                    <a:pt x="134" y="22"/>
                    <a:pt x="147" y="19"/>
                    <a:pt x="158" y="13"/>
                  </a:cubicBezTo>
                  <a:cubicBezTo>
                    <a:pt x="166" y="9"/>
                    <a:pt x="172" y="5"/>
                    <a:pt x="179" y="0"/>
                  </a:cubicBezTo>
                  <a:cubicBezTo>
                    <a:pt x="175" y="2"/>
                    <a:pt x="174" y="7"/>
                    <a:pt x="172" y="10"/>
                  </a:cubicBezTo>
                  <a:cubicBezTo>
                    <a:pt x="175" y="9"/>
                    <a:pt x="178" y="8"/>
                    <a:pt x="180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2" name="Freeform 45">
              <a:extLst>
                <a:ext uri="{FF2B5EF4-FFF2-40B4-BE49-F238E27FC236}">
                  <a16:creationId xmlns:a16="http://schemas.microsoft.com/office/drawing/2014/main" id="{8BC58391-B79A-4EF9-999E-4996F9B4C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310"/>
              <a:ext cx="119" cy="325"/>
            </a:xfrm>
            <a:custGeom>
              <a:avLst/>
              <a:gdLst>
                <a:gd name="T0" fmla="*/ 287 w 76"/>
                <a:gd name="T1" fmla="*/ 14 h 208"/>
                <a:gd name="T2" fmla="*/ 238 w 76"/>
                <a:gd name="T3" fmla="*/ 216 h 208"/>
                <a:gd name="T4" fmla="*/ 287 w 76"/>
                <a:gd name="T5" fmla="*/ 413 h 208"/>
                <a:gd name="T6" fmla="*/ 252 w 76"/>
                <a:gd name="T7" fmla="*/ 611 h 208"/>
                <a:gd name="T8" fmla="*/ 218 w 76"/>
                <a:gd name="T9" fmla="*/ 717 h 208"/>
                <a:gd name="T10" fmla="*/ 204 w 76"/>
                <a:gd name="T11" fmla="*/ 794 h 208"/>
                <a:gd name="T12" fmla="*/ 243 w 76"/>
                <a:gd name="T13" fmla="*/ 633 h 208"/>
                <a:gd name="T14" fmla="*/ 272 w 76"/>
                <a:gd name="T15" fmla="*/ 489 h 208"/>
                <a:gd name="T16" fmla="*/ 277 w 76"/>
                <a:gd name="T17" fmla="*/ 422 h 208"/>
                <a:gd name="T18" fmla="*/ 183 w 76"/>
                <a:gd name="T19" fmla="*/ 427 h 208"/>
                <a:gd name="T20" fmla="*/ 0 w 76"/>
                <a:gd name="T21" fmla="*/ 520 h 208"/>
                <a:gd name="T22" fmla="*/ 127 w 76"/>
                <a:gd name="T23" fmla="*/ 434 h 208"/>
                <a:gd name="T24" fmla="*/ 199 w 76"/>
                <a:gd name="T25" fmla="*/ 413 h 208"/>
                <a:gd name="T26" fmla="*/ 265 w 76"/>
                <a:gd name="T27" fmla="*/ 394 h 208"/>
                <a:gd name="T28" fmla="*/ 235 w 76"/>
                <a:gd name="T29" fmla="*/ 259 h 208"/>
                <a:gd name="T30" fmla="*/ 246 w 76"/>
                <a:gd name="T31" fmla="*/ 114 h 208"/>
                <a:gd name="T32" fmla="*/ 291 w 76"/>
                <a:gd name="T33" fmla="*/ 13 h 2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208">
                  <a:moveTo>
                    <a:pt x="75" y="4"/>
                  </a:moveTo>
                  <a:cubicBezTo>
                    <a:pt x="69" y="0"/>
                    <a:pt x="62" y="48"/>
                    <a:pt x="62" y="56"/>
                  </a:cubicBezTo>
                  <a:cubicBezTo>
                    <a:pt x="64" y="74"/>
                    <a:pt x="73" y="90"/>
                    <a:pt x="75" y="108"/>
                  </a:cubicBezTo>
                  <a:cubicBezTo>
                    <a:pt x="76" y="126"/>
                    <a:pt x="71" y="143"/>
                    <a:pt x="66" y="160"/>
                  </a:cubicBezTo>
                  <a:cubicBezTo>
                    <a:pt x="64" y="169"/>
                    <a:pt x="60" y="178"/>
                    <a:pt x="57" y="188"/>
                  </a:cubicBezTo>
                  <a:cubicBezTo>
                    <a:pt x="55" y="194"/>
                    <a:pt x="55" y="203"/>
                    <a:pt x="53" y="208"/>
                  </a:cubicBezTo>
                  <a:cubicBezTo>
                    <a:pt x="51" y="194"/>
                    <a:pt x="60" y="179"/>
                    <a:pt x="63" y="166"/>
                  </a:cubicBezTo>
                  <a:cubicBezTo>
                    <a:pt x="66" y="153"/>
                    <a:pt x="68" y="141"/>
                    <a:pt x="71" y="128"/>
                  </a:cubicBezTo>
                  <a:cubicBezTo>
                    <a:pt x="71" y="125"/>
                    <a:pt x="75" y="114"/>
                    <a:pt x="72" y="111"/>
                  </a:cubicBezTo>
                  <a:cubicBezTo>
                    <a:pt x="69" y="106"/>
                    <a:pt x="53" y="111"/>
                    <a:pt x="48" y="112"/>
                  </a:cubicBezTo>
                  <a:cubicBezTo>
                    <a:pt x="31" y="116"/>
                    <a:pt x="13" y="124"/>
                    <a:pt x="0" y="136"/>
                  </a:cubicBezTo>
                  <a:cubicBezTo>
                    <a:pt x="10" y="125"/>
                    <a:pt x="20" y="120"/>
                    <a:pt x="33" y="114"/>
                  </a:cubicBezTo>
                  <a:cubicBezTo>
                    <a:pt x="40" y="112"/>
                    <a:pt x="46" y="110"/>
                    <a:pt x="52" y="108"/>
                  </a:cubicBezTo>
                  <a:cubicBezTo>
                    <a:pt x="56" y="107"/>
                    <a:pt x="67" y="106"/>
                    <a:pt x="69" y="103"/>
                  </a:cubicBezTo>
                  <a:cubicBezTo>
                    <a:pt x="75" y="97"/>
                    <a:pt x="62" y="76"/>
                    <a:pt x="61" y="68"/>
                  </a:cubicBezTo>
                  <a:cubicBezTo>
                    <a:pt x="59" y="55"/>
                    <a:pt x="61" y="42"/>
                    <a:pt x="64" y="30"/>
                  </a:cubicBezTo>
                  <a:cubicBezTo>
                    <a:pt x="65" y="20"/>
                    <a:pt x="69" y="9"/>
                    <a:pt x="76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3" name="Freeform 46">
              <a:extLst>
                <a:ext uri="{FF2B5EF4-FFF2-40B4-BE49-F238E27FC236}">
                  <a16:creationId xmlns:a16="http://schemas.microsoft.com/office/drawing/2014/main" id="{D65CFCBC-C380-480F-B58B-EB6BCAB86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2029"/>
              <a:ext cx="167" cy="258"/>
            </a:xfrm>
            <a:custGeom>
              <a:avLst/>
              <a:gdLst>
                <a:gd name="T0" fmla="*/ 342 w 107"/>
                <a:gd name="T1" fmla="*/ 597 h 165"/>
                <a:gd name="T2" fmla="*/ 387 w 107"/>
                <a:gd name="T3" fmla="*/ 482 h 165"/>
                <a:gd name="T4" fmla="*/ 265 w 107"/>
                <a:gd name="T5" fmla="*/ 352 h 165"/>
                <a:gd name="T6" fmla="*/ 183 w 107"/>
                <a:gd name="T7" fmla="*/ 286 h 165"/>
                <a:gd name="T8" fmla="*/ 87 w 107"/>
                <a:gd name="T9" fmla="*/ 217 h 165"/>
                <a:gd name="T10" fmla="*/ 48 w 107"/>
                <a:gd name="T11" fmla="*/ 75 h 165"/>
                <a:gd name="T12" fmla="*/ 0 w 107"/>
                <a:gd name="T13" fmla="*/ 0 h 165"/>
                <a:gd name="T14" fmla="*/ 73 w 107"/>
                <a:gd name="T15" fmla="*/ 109 h 165"/>
                <a:gd name="T16" fmla="*/ 117 w 107"/>
                <a:gd name="T17" fmla="*/ 233 h 165"/>
                <a:gd name="T18" fmla="*/ 247 w 107"/>
                <a:gd name="T19" fmla="*/ 313 h 165"/>
                <a:gd name="T20" fmla="*/ 361 w 107"/>
                <a:gd name="T21" fmla="*/ 407 h 165"/>
                <a:gd name="T22" fmla="*/ 407 w 107"/>
                <a:gd name="T23" fmla="*/ 516 h 165"/>
                <a:gd name="T24" fmla="*/ 379 w 107"/>
                <a:gd name="T25" fmla="*/ 630 h 165"/>
                <a:gd name="T26" fmla="*/ 373 w 107"/>
                <a:gd name="T27" fmla="*/ 591 h 165"/>
                <a:gd name="T28" fmla="*/ 361 w 107"/>
                <a:gd name="T29" fmla="*/ 591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7" h="165">
                  <a:moveTo>
                    <a:pt x="90" y="156"/>
                  </a:moveTo>
                  <a:cubicBezTo>
                    <a:pt x="104" y="158"/>
                    <a:pt x="105" y="135"/>
                    <a:pt x="102" y="126"/>
                  </a:cubicBezTo>
                  <a:cubicBezTo>
                    <a:pt x="97" y="109"/>
                    <a:pt x="83" y="102"/>
                    <a:pt x="70" y="92"/>
                  </a:cubicBezTo>
                  <a:cubicBezTo>
                    <a:pt x="62" y="86"/>
                    <a:pt x="56" y="79"/>
                    <a:pt x="48" y="75"/>
                  </a:cubicBezTo>
                  <a:cubicBezTo>
                    <a:pt x="37" y="70"/>
                    <a:pt x="30" y="68"/>
                    <a:pt x="23" y="57"/>
                  </a:cubicBezTo>
                  <a:cubicBezTo>
                    <a:pt x="16" y="46"/>
                    <a:pt x="18" y="32"/>
                    <a:pt x="13" y="20"/>
                  </a:cubicBezTo>
                  <a:cubicBezTo>
                    <a:pt x="10" y="13"/>
                    <a:pt x="5" y="6"/>
                    <a:pt x="0" y="0"/>
                  </a:cubicBezTo>
                  <a:cubicBezTo>
                    <a:pt x="10" y="7"/>
                    <a:pt x="16" y="18"/>
                    <a:pt x="19" y="29"/>
                  </a:cubicBezTo>
                  <a:cubicBezTo>
                    <a:pt x="22" y="42"/>
                    <a:pt x="21" y="52"/>
                    <a:pt x="31" y="61"/>
                  </a:cubicBezTo>
                  <a:cubicBezTo>
                    <a:pt x="41" y="71"/>
                    <a:pt x="53" y="74"/>
                    <a:pt x="65" y="82"/>
                  </a:cubicBezTo>
                  <a:cubicBezTo>
                    <a:pt x="75" y="89"/>
                    <a:pt x="87" y="98"/>
                    <a:pt x="95" y="106"/>
                  </a:cubicBezTo>
                  <a:cubicBezTo>
                    <a:pt x="103" y="114"/>
                    <a:pt x="107" y="124"/>
                    <a:pt x="107" y="135"/>
                  </a:cubicBezTo>
                  <a:cubicBezTo>
                    <a:pt x="106" y="146"/>
                    <a:pt x="100" y="155"/>
                    <a:pt x="100" y="165"/>
                  </a:cubicBezTo>
                  <a:cubicBezTo>
                    <a:pt x="98" y="163"/>
                    <a:pt x="98" y="159"/>
                    <a:pt x="98" y="155"/>
                  </a:cubicBezTo>
                  <a:cubicBezTo>
                    <a:pt x="97" y="155"/>
                    <a:pt x="96" y="155"/>
                    <a:pt x="95" y="15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4" name="Freeform 47">
              <a:extLst>
                <a:ext uri="{FF2B5EF4-FFF2-40B4-BE49-F238E27FC236}">
                  <a16:creationId xmlns:a16="http://schemas.microsoft.com/office/drawing/2014/main" id="{88DA218C-4BD5-47ED-BD81-EE96760B3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582"/>
              <a:ext cx="443" cy="384"/>
            </a:xfrm>
            <a:custGeom>
              <a:avLst/>
              <a:gdLst>
                <a:gd name="T0" fmla="*/ 170 w 284"/>
                <a:gd name="T1" fmla="*/ 434 h 246"/>
                <a:gd name="T2" fmla="*/ 75 w 284"/>
                <a:gd name="T3" fmla="*/ 312 h 246"/>
                <a:gd name="T4" fmla="*/ 109 w 284"/>
                <a:gd name="T5" fmla="*/ 318 h 246"/>
                <a:gd name="T6" fmla="*/ 246 w 284"/>
                <a:gd name="T7" fmla="*/ 400 h 246"/>
                <a:gd name="T8" fmla="*/ 278 w 284"/>
                <a:gd name="T9" fmla="*/ 326 h 246"/>
                <a:gd name="T10" fmla="*/ 125 w 284"/>
                <a:gd name="T11" fmla="*/ 136 h 246"/>
                <a:gd name="T12" fmla="*/ 87 w 284"/>
                <a:gd name="T13" fmla="*/ 66 h 246"/>
                <a:gd name="T14" fmla="*/ 229 w 284"/>
                <a:gd name="T15" fmla="*/ 204 h 246"/>
                <a:gd name="T16" fmla="*/ 331 w 284"/>
                <a:gd name="T17" fmla="*/ 331 h 246"/>
                <a:gd name="T18" fmla="*/ 392 w 284"/>
                <a:gd name="T19" fmla="*/ 297 h 246"/>
                <a:gd name="T20" fmla="*/ 351 w 284"/>
                <a:gd name="T21" fmla="*/ 91 h 246"/>
                <a:gd name="T22" fmla="*/ 296 w 284"/>
                <a:gd name="T23" fmla="*/ 0 h 246"/>
                <a:gd name="T24" fmla="*/ 401 w 284"/>
                <a:gd name="T25" fmla="*/ 144 h 246"/>
                <a:gd name="T26" fmla="*/ 421 w 284"/>
                <a:gd name="T27" fmla="*/ 331 h 246"/>
                <a:gd name="T28" fmla="*/ 657 w 284"/>
                <a:gd name="T29" fmla="*/ 142 h 246"/>
                <a:gd name="T30" fmla="*/ 616 w 284"/>
                <a:gd name="T31" fmla="*/ 186 h 246"/>
                <a:gd name="T32" fmla="*/ 616 w 284"/>
                <a:gd name="T33" fmla="*/ 326 h 246"/>
                <a:gd name="T34" fmla="*/ 1078 w 284"/>
                <a:gd name="T35" fmla="*/ 347 h 246"/>
                <a:gd name="T36" fmla="*/ 900 w 284"/>
                <a:gd name="T37" fmla="*/ 317 h 246"/>
                <a:gd name="T38" fmla="*/ 679 w 284"/>
                <a:gd name="T39" fmla="*/ 353 h 246"/>
                <a:gd name="T40" fmla="*/ 577 w 284"/>
                <a:gd name="T41" fmla="*/ 378 h 246"/>
                <a:gd name="T42" fmla="*/ 805 w 284"/>
                <a:gd name="T43" fmla="*/ 453 h 246"/>
                <a:gd name="T44" fmla="*/ 805 w 284"/>
                <a:gd name="T45" fmla="*/ 482 h 246"/>
                <a:gd name="T46" fmla="*/ 626 w 284"/>
                <a:gd name="T47" fmla="*/ 439 h 246"/>
                <a:gd name="T48" fmla="*/ 778 w 284"/>
                <a:gd name="T49" fmla="*/ 718 h 246"/>
                <a:gd name="T50" fmla="*/ 927 w 284"/>
                <a:gd name="T51" fmla="*/ 890 h 246"/>
                <a:gd name="T52" fmla="*/ 727 w 284"/>
                <a:gd name="T53" fmla="*/ 631 h 246"/>
                <a:gd name="T54" fmla="*/ 565 w 284"/>
                <a:gd name="T55" fmla="*/ 473 h 246"/>
                <a:gd name="T56" fmla="*/ 530 w 284"/>
                <a:gd name="T57" fmla="*/ 673 h 246"/>
                <a:gd name="T58" fmla="*/ 496 w 284"/>
                <a:gd name="T59" fmla="*/ 826 h 246"/>
                <a:gd name="T60" fmla="*/ 482 w 284"/>
                <a:gd name="T61" fmla="*/ 509 h 246"/>
                <a:gd name="T62" fmla="*/ 374 w 284"/>
                <a:gd name="T63" fmla="*/ 663 h 246"/>
                <a:gd name="T64" fmla="*/ 218 w 284"/>
                <a:gd name="T65" fmla="*/ 846 h 246"/>
                <a:gd name="T66" fmla="*/ 374 w 284"/>
                <a:gd name="T67" fmla="*/ 556 h 246"/>
                <a:gd name="T68" fmla="*/ 373 w 284"/>
                <a:gd name="T69" fmla="*/ 503 h 246"/>
                <a:gd name="T70" fmla="*/ 270 w 284"/>
                <a:gd name="T71" fmla="*/ 657 h 246"/>
                <a:gd name="T72" fmla="*/ 218 w 284"/>
                <a:gd name="T73" fmla="*/ 704 h 246"/>
                <a:gd name="T74" fmla="*/ 246 w 284"/>
                <a:gd name="T75" fmla="*/ 596 h 246"/>
                <a:gd name="T76" fmla="*/ 140 w 284"/>
                <a:gd name="T77" fmla="*/ 456 h 24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4" h="246">
                  <a:moveTo>
                    <a:pt x="23" y="114"/>
                  </a:moveTo>
                  <a:cubicBezTo>
                    <a:pt x="28" y="115"/>
                    <a:pt x="39" y="115"/>
                    <a:pt x="45" y="114"/>
                  </a:cubicBezTo>
                  <a:cubicBezTo>
                    <a:pt x="56" y="112"/>
                    <a:pt x="50" y="104"/>
                    <a:pt x="44" y="99"/>
                  </a:cubicBezTo>
                  <a:cubicBezTo>
                    <a:pt x="36" y="93"/>
                    <a:pt x="27" y="88"/>
                    <a:pt x="20" y="82"/>
                  </a:cubicBezTo>
                  <a:cubicBezTo>
                    <a:pt x="11" y="74"/>
                    <a:pt x="6" y="66"/>
                    <a:pt x="0" y="56"/>
                  </a:cubicBezTo>
                  <a:cubicBezTo>
                    <a:pt x="9" y="65"/>
                    <a:pt x="18" y="77"/>
                    <a:pt x="29" y="84"/>
                  </a:cubicBezTo>
                  <a:cubicBezTo>
                    <a:pt x="35" y="88"/>
                    <a:pt x="43" y="90"/>
                    <a:pt x="49" y="93"/>
                  </a:cubicBezTo>
                  <a:cubicBezTo>
                    <a:pt x="55" y="97"/>
                    <a:pt x="59" y="102"/>
                    <a:pt x="65" y="105"/>
                  </a:cubicBezTo>
                  <a:cubicBezTo>
                    <a:pt x="68" y="107"/>
                    <a:pt x="75" y="112"/>
                    <a:pt x="80" y="110"/>
                  </a:cubicBezTo>
                  <a:cubicBezTo>
                    <a:pt x="90" y="105"/>
                    <a:pt x="77" y="91"/>
                    <a:pt x="73" y="86"/>
                  </a:cubicBezTo>
                  <a:cubicBezTo>
                    <a:pt x="62" y="74"/>
                    <a:pt x="58" y="57"/>
                    <a:pt x="46" y="47"/>
                  </a:cubicBezTo>
                  <a:cubicBezTo>
                    <a:pt x="41" y="44"/>
                    <a:pt x="36" y="41"/>
                    <a:pt x="33" y="36"/>
                  </a:cubicBezTo>
                  <a:cubicBezTo>
                    <a:pt x="29" y="32"/>
                    <a:pt x="30" y="27"/>
                    <a:pt x="27" y="22"/>
                  </a:cubicBezTo>
                  <a:cubicBezTo>
                    <a:pt x="26" y="20"/>
                    <a:pt x="24" y="19"/>
                    <a:pt x="23" y="17"/>
                  </a:cubicBezTo>
                  <a:cubicBezTo>
                    <a:pt x="30" y="24"/>
                    <a:pt x="38" y="32"/>
                    <a:pt x="43" y="40"/>
                  </a:cubicBezTo>
                  <a:cubicBezTo>
                    <a:pt x="48" y="47"/>
                    <a:pt x="53" y="48"/>
                    <a:pt x="60" y="54"/>
                  </a:cubicBezTo>
                  <a:cubicBezTo>
                    <a:pt x="68" y="60"/>
                    <a:pt x="71" y="69"/>
                    <a:pt x="78" y="77"/>
                  </a:cubicBezTo>
                  <a:cubicBezTo>
                    <a:pt x="81" y="81"/>
                    <a:pt x="84" y="83"/>
                    <a:pt x="87" y="87"/>
                  </a:cubicBezTo>
                  <a:cubicBezTo>
                    <a:pt x="89" y="90"/>
                    <a:pt x="92" y="97"/>
                    <a:pt x="95" y="99"/>
                  </a:cubicBezTo>
                  <a:cubicBezTo>
                    <a:pt x="106" y="102"/>
                    <a:pt x="103" y="83"/>
                    <a:pt x="103" y="78"/>
                  </a:cubicBezTo>
                  <a:cubicBezTo>
                    <a:pt x="102" y="68"/>
                    <a:pt x="104" y="57"/>
                    <a:pt x="102" y="47"/>
                  </a:cubicBezTo>
                  <a:cubicBezTo>
                    <a:pt x="101" y="40"/>
                    <a:pt x="96" y="30"/>
                    <a:pt x="92" y="24"/>
                  </a:cubicBezTo>
                  <a:cubicBezTo>
                    <a:pt x="88" y="18"/>
                    <a:pt x="80" y="13"/>
                    <a:pt x="78" y="4"/>
                  </a:cubicBezTo>
                  <a:cubicBezTo>
                    <a:pt x="78" y="3"/>
                    <a:pt x="78" y="1"/>
                    <a:pt x="78" y="0"/>
                  </a:cubicBezTo>
                  <a:cubicBezTo>
                    <a:pt x="80" y="6"/>
                    <a:pt x="85" y="11"/>
                    <a:pt x="90" y="16"/>
                  </a:cubicBezTo>
                  <a:cubicBezTo>
                    <a:pt x="97" y="22"/>
                    <a:pt x="102" y="29"/>
                    <a:pt x="106" y="38"/>
                  </a:cubicBezTo>
                  <a:cubicBezTo>
                    <a:pt x="109" y="48"/>
                    <a:pt x="107" y="59"/>
                    <a:pt x="109" y="69"/>
                  </a:cubicBezTo>
                  <a:cubicBezTo>
                    <a:pt x="109" y="73"/>
                    <a:pt x="109" y="84"/>
                    <a:pt x="111" y="87"/>
                  </a:cubicBezTo>
                  <a:cubicBezTo>
                    <a:pt x="117" y="99"/>
                    <a:pt x="139" y="64"/>
                    <a:pt x="143" y="59"/>
                  </a:cubicBezTo>
                  <a:cubicBezTo>
                    <a:pt x="151" y="48"/>
                    <a:pt x="163" y="45"/>
                    <a:pt x="173" y="37"/>
                  </a:cubicBezTo>
                  <a:cubicBezTo>
                    <a:pt x="181" y="30"/>
                    <a:pt x="187" y="23"/>
                    <a:pt x="189" y="13"/>
                  </a:cubicBezTo>
                  <a:cubicBezTo>
                    <a:pt x="191" y="32"/>
                    <a:pt x="173" y="38"/>
                    <a:pt x="162" y="49"/>
                  </a:cubicBezTo>
                  <a:cubicBezTo>
                    <a:pt x="150" y="60"/>
                    <a:pt x="146" y="79"/>
                    <a:pt x="133" y="89"/>
                  </a:cubicBezTo>
                  <a:cubicBezTo>
                    <a:pt x="143" y="89"/>
                    <a:pt x="153" y="86"/>
                    <a:pt x="162" y="86"/>
                  </a:cubicBezTo>
                  <a:cubicBezTo>
                    <a:pt x="179" y="84"/>
                    <a:pt x="194" y="76"/>
                    <a:pt x="210" y="74"/>
                  </a:cubicBezTo>
                  <a:cubicBezTo>
                    <a:pt x="236" y="70"/>
                    <a:pt x="258" y="90"/>
                    <a:pt x="284" y="91"/>
                  </a:cubicBezTo>
                  <a:cubicBezTo>
                    <a:pt x="278" y="94"/>
                    <a:pt x="268" y="90"/>
                    <a:pt x="262" y="89"/>
                  </a:cubicBezTo>
                  <a:cubicBezTo>
                    <a:pt x="254" y="87"/>
                    <a:pt x="246" y="84"/>
                    <a:pt x="237" y="83"/>
                  </a:cubicBezTo>
                  <a:cubicBezTo>
                    <a:pt x="228" y="81"/>
                    <a:pt x="222" y="80"/>
                    <a:pt x="213" y="83"/>
                  </a:cubicBezTo>
                  <a:cubicBezTo>
                    <a:pt x="201" y="86"/>
                    <a:pt x="190" y="91"/>
                    <a:pt x="179" y="93"/>
                  </a:cubicBezTo>
                  <a:cubicBezTo>
                    <a:pt x="171" y="94"/>
                    <a:pt x="164" y="94"/>
                    <a:pt x="156" y="93"/>
                  </a:cubicBezTo>
                  <a:cubicBezTo>
                    <a:pt x="151" y="93"/>
                    <a:pt x="145" y="95"/>
                    <a:pt x="152" y="99"/>
                  </a:cubicBezTo>
                  <a:cubicBezTo>
                    <a:pt x="159" y="102"/>
                    <a:pt x="172" y="100"/>
                    <a:pt x="180" y="101"/>
                  </a:cubicBezTo>
                  <a:cubicBezTo>
                    <a:pt x="192" y="103"/>
                    <a:pt x="202" y="113"/>
                    <a:pt x="212" y="119"/>
                  </a:cubicBezTo>
                  <a:cubicBezTo>
                    <a:pt x="226" y="128"/>
                    <a:pt x="243" y="131"/>
                    <a:pt x="257" y="139"/>
                  </a:cubicBezTo>
                  <a:cubicBezTo>
                    <a:pt x="241" y="142"/>
                    <a:pt x="225" y="137"/>
                    <a:pt x="212" y="127"/>
                  </a:cubicBezTo>
                  <a:cubicBezTo>
                    <a:pt x="206" y="123"/>
                    <a:pt x="200" y="117"/>
                    <a:pt x="193" y="114"/>
                  </a:cubicBezTo>
                  <a:cubicBezTo>
                    <a:pt x="188" y="112"/>
                    <a:pt x="168" y="109"/>
                    <a:pt x="165" y="115"/>
                  </a:cubicBezTo>
                  <a:cubicBezTo>
                    <a:pt x="177" y="119"/>
                    <a:pt x="189" y="134"/>
                    <a:pt x="193" y="146"/>
                  </a:cubicBezTo>
                  <a:cubicBezTo>
                    <a:pt x="198" y="160"/>
                    <a:pt x="198" y="175"/>
                    <a:pt x="205" y="189"/>
                  </a:cubicBezTo>
                  <a:cubicBezTo>
                    <a:pt x="211" y="201"/>
                    <a:pt x="218" y="209"/>
                    <a:pt x="228" y="217"/>
                  </a:cubicBezTo>
                  <a:cubicBezTo>
                    <a:pt x="235" y="221"/>
                    <a:pt x="240" y="227"/>
                    <a:pt x="244" y="234"/>
                  </a:cubicBezTo>
                  <a:cubicBezTo>
                    <a:pt x="235" y="224"/>
                    <a:pt x="224" y="219"/>
                    <a:pt x="214" y="211"/>
                  </a:cubicBezTo>
                  <a:cubicBezTo>
                    <a:pt x="200" y="199"/>
                    <a:pt x="194" y="183"/>
                    <a:pt x="192" y="166"/>
                  </a:cubicBezTo>
                  <a:cubicBezTo>
                    <a:pt x="189" y="151"/>
                    <a:pt x="180" y="137"/>
                    <a:pt x="166" y="129"/>
                  </a:cubicBezTo>
                  <a:cubicBezTo>
                    <a:pt x="161" y="126"/>
                    <a:pt x="156" y="124"/>
                    <a:pt x="149" y="124"/>
                  </a:cubicBezTo>
                  <a:cubicBezTo>
                    <a:pt x="145" y="124"/>
                    <a:pt x="141" y="124"/>
                    <a:pt x="138" y="122"/>
                  </a:cubicBezTo>
                  <a:cubicBezTo>
                    <a:pt x="148" y="138"/>
                    <a:pt x="143" y="160"/>
                    <a:pt x="140" y="177"/>
                  </a:cubicBezTo>
                  <a:cubicBezTo>
                    <a:pt x="135" y="199"/>
                    <a:pt x="132" y="226"/>
                    <a:pt x="143" y="246"/>
                  </a:cubicBezTo>
                  <a:cubicBezTo>
                    <a:pt x="135" y="241"/>
                    <a:pt x="133" y="226"/>
                    <a:pt x="131" y="217"/>
                  </a:cubicBezTo>
                  <a:cubicBezTo>
                    <a:pt x="130" y="206"/>
                    <a:pt x="131" y="197"/>
                    <a:pt x="134" y="186"/>
                  </a:cubicBezTo>
                  <a:cubicBezTo>
                    <a:pt x="137" y="170"/>
                    <a:pt x="138" y="147"/>
                    <a:pt x="127" y="134"/>
                  </a:cubicBezTo>
                  <a:cubicBezTo>
                    <a:pt x="119" y="125"/>
                    <a:pt x="118" y="138"/>
                    <a:pt x="112" y="143"/>
                  </a:cubicBezTo>
                  <a:cubicBezTo>
                    <a:pt x="104" y="152"/>
                    <a:pt x="101" y="162"/>
                    <a:pt x="99" y="174"/>
                  </a:cubicBezTo>
                  <a:cubicBezTo>
                    <a:pt x="97" y="184"/>
                    <a:pt x="93" y="198"/>
                    <a:pt x="84" y="204"/>
                  </a:cubicBezTo>
                  <a:cubicBezTo>
                    <a:pt x="74" y="211"/>
                    <a:pt x="64" y="212"/>
                    <a:pt x="58" y="222"/>
                  </a:cubicBezTo>
                  <a:cubicBezTo>
                    <a:pt x="66" y="207"/>
                    <a:pt x="82" y="197"/>
                    <a:pt x="89" y="181"/>
                  </a:cubicBezTo>
                  <a:cubicBezTo>
                    <a:pt x="94" y="170"/>
                    <a:pt x="91" y="155"/>
                    <a:pt x="99" y="146"/>
                  </a:cubicBezTo>
                  <a:cubicBezTo>
                    <a:pt x="102" y="142"/>
                    <a:pt x="115" y="131"/>
                    <a:pt x="108" y="126"/>
                  </a:cubicBezTo>
                  <a:cubicBezTo>
                    <a:pt x="103" y="122"/>
                    <a:pt x="101" y="130"/>
                    <a:pt x="98" y="132"/>
                  </a:cubicBezTo>
                  <a:cubicBezTo>
                    <a:pt x="94" y="135"/>
                    <a:pt x="90" y="135"/>
                    <a:pt x="86" y="137"/>
                  </a:cubicBezTo>
                  <a:cubicBezTo>
                    <a:pt x="72" y="143"/>
                    <a:pt x="75" y="161"/>
                    <a:pt x="71" y="173"/>
                  </a:cubicBezTo>
                  <a:cubicBezTo>
                    <a:pt x="67" y="185"/>
                    <a:pt x="59" y="194"/>
                    <a:pt x="59" y="207"/>
                  </a:cubicBezTo>
                  <a:cubicBezTo>
                    <a:pt x="58" y="201"/>
                    <a:pt x="61" y="191"/>
                    <a:pt x="58" y="185"/>
                  </a:cubicBezTo>
                  <a:cubicBezTo>
                    <a:pt x="57" y="182"/>
                    <a:pt x="54" y="183"/>
                    <a:pt x="55" y="176"/>
                  </a:cubicBezTo>
                  <a:cubicBezTo>
                    <a:pt x="57" y="169"/>
                    <a:pt x="62" y="163"/>
                    <a:pt x="65" y="157"/>
                  </a:cubicBezTo>
                  <a:cubicBezTo>
                    <a:pt x="70" y="148"/>
                    <a:pt x="72" y="138"/>
                    <a:pt x="62" y="132"/>
                  </a:cubicBezTo>
                  <a:cubicBezTo>
                    <a:pt x="55" y="128"/>
                    <a:pt x="44" y="121"/>
                    <a:pt x="37" y="120"/>
                  </a:cubicBezTo>
                </a:path>
              </a:pathLst>
            </a:custGeom>
            <a:solidFill>
              <a:srgbClr val="F5D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5" name="Freeform 48">
              <a:extLst>
                <a:ext uri="{FF2B5EF4-FFF2-40B4-BE49-F238E27FC236}">
                  <a16:creationId xmlns:a16="http://schemas.microsoft.com/office/drawing/2014/main" id="{413F80DD-50EF-49B6-BC87-CA03B510D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997"/>
              <a:ext cx="137" cy="264"/>
            </a:xfrm>
            <a:custGeom>
              <a:avLst/>
              <a:gdLst>
                <a:gd name="T0" fmla="*/ 332 w 88"/>
                <a:gd name="T1" fmla="*/ 644 h 169"/>
                <a:gd name="T2" fmla="*/ 0 w 88"/>
                <a:gd name="T3" fmla="*/ 0 h 1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169">
                  <a:moveTo>
                    <a:pt x="88" y="169"/>
                  </a:moveTo>
                  <a:cubicBezTo>
                    <a:pt x="88" y="169"/>
                    <a:pt x="49" y="73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E859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6" name="Line 49">
              <a:extLst>
                <a:ext uri="{FF2B5EF4-FFF2-40B4-BE49-F238E27FC236}">
                  <a16:creationId xmlns:a16="http://schemas.microsoft.com/office/drawing/2014/main" id="{60C3BD6F-F616-4719-B7C3-AFC37B2272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5" y="3779"/>
              <a:ext cx="194" cy="1"/>
            </a:xfrm>
            <a:prstGeom prst="lin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7" name="Freeform 50">
              <a:extLst>
                <a:ext uri="{FF2B5EF4-FFF2-40B4-BE49-F238E27FC236}">
                  <a16:creationId xmlns:a16="http://schemas.microsoft.com/office/drawing/2014/main" id="{327923B7-0C65-4379-9248-4F02A8852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096"/>
              <a:ext cx="767" cy="683"/>
            </a:xfrm>
            <a:custGeom>
              <a:avLst/>
              <a:gdLst>
                <a:gd name="T0" fmla="*/ 122 w 492"/>
                <a:gd name="T1" fmla="*/ 528 h 437"/>
                <a:gd name="T2" fmla="*/ 0 w 492"/>
                <a:gd name="T3" fmla="*/ 344 h 437"/>
                <a:gd name="T4" fmla="*/ 53 w 492"/>
                <a:gd name="T5" fmla="*/ 22 h 437"/>
                <a:gd name="T6" fmla="*/ 413 w 492"/>
                <a:gd name="T7" fmla="*/ 144 h 437"/>
                <a:gd name="T8" fmla="*/ 856 w 492"/>
                <a:gd name="T9" fmla="*/ 264 h 437"/>
                <a:gd name="T10" fmla="*/ 1130 w 492"/>
                <a:gd name="T11" fmla="*/ 508 h 437"/>
                <a:gd name="T12" fmla="*/ 1448 w 492"/>
                <a:gd name="T13" fmla="*/ 741 h 437"/>
                <a:gd name="T14" fmla="*/ 1561 w 492"/>
                <a:gd name="T15" fmla="*/ 1153 h 437"/>
                <a:gd name="T16" fmla="*/ 1091 w 492"/>
                <a:gd name="T17" fmla="*/ 1588 h 437"/>
                <a:gd name="T18" fmla="*/ 829 w 492"/>
                <a:gd name="T19" fmla="*/ 1588 h 437"/>
                <a:gd name="T20" fmla="*/ 839 w 492"/>
                <a:gd name="T21" fmla="*/ 1199 h 437"/>
                <a:gd name="T22" fmla="*/ 873 w 492"/>
                <a:gd name="T23" fmla="*/ 630 h 437"/>
                <a:gd name="T24" fmla="*/ 588 w 492"/>
                <a:gd name="T25" fmla="*/ 460 h 437"/>
                <a:gd name="T26" fmla="*/ 204 w 492"/>
                <a:gd name="T27" fmla="*/ 508 h 4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92" h="437">
                  <a:moveTo>
                    <a:pt x="32" y="138"/>
                  </a:moveTo>
                  <a:cubicBezTo>
                    <a:pt x="16" y="116"/>
                    <a:pt x="0" y="124"/>
                    <a:pt x="0" y="90"/>
                  </a:cubicBezTo>
                  <a:cubicBezTo>
                    <a:pt x="0" y="64"/>
                    <a:pt x="4" y="30"/>
                    <a:pt x="14" y="6"/>
                  </a:cubicBezTo>
                  <a:cubicBezTo>
                    <a:pt x="48" y="0"/>
                    <a:pt x="77" y="29"/>
                    <a:pt x="109" y="38"/>
                  </a:cubicBezTo>
                  <a:cubicBezTo>
                    <a:pt x="146" y="48"/>
                    <a:pt x="191" y="51"/>
                    <a:pt x="226" y="69"/>
                  </a:cubicBezTo>
                  <a:cubicBezTo>
                    <a:pt x="254" y="83"/>
                    <a:pt x="276" y="112"/>
                    <a:pt x="298" y="133"/>
                  </a:cubicBezTo>
                  <a:cubicBezTo>
                    <a:pt x="324" y="157"/>
                    <a:pt x="353" y="174"/>
                    <a:pt x="382" y="194"/>
                  </a:cubicBezTo>
                  <a:cubicBezTo>
                    <a:pt x="417" y="219"/>
                    <a:pt x="492" y="289"/>
                    <a:pt x="412" y="302"/>
                  </a:cubicBezTo>
                  <a:cubicBezTo>
                    <a:pt x="343" y="313"/>
                    <a:pt x="340" y="380"/>
                    <a:pt x="288" y="416"/>
                  </a:cubicBezTo>
                  <a:cubicBezTo>
                    <a:pt x="267" y="430"/>
                    <a:pt x="237" y="437"/>
                    <a:pt x="219" y="416"/>
                  </a:cubicBezTo>
                  <a:cubicBezTo>
                    <a:pt x="195" y="388"/>
                    <a:pt x="217" y="345"/>
                    <a:pt x="221" y="314"/>
                  </a:cubicBezTo>
                  <a:cubicBezTo>
                    <a:pt x="228" y="269"/>
                    <a:pt x="231" y="210"/>
                    <a:pt x="230" y="165"/>
                  </a:cubicBezTo>
                  <a:cubicBezTo>
                    <a:pt x="229" y="122"/>
                    <a:pt x="189" y="101"/>
                    <a:pt x="155" y="120"/>
                  </a:cubicBezTo>
                  <a:cubicBezTo>
                    <a:pt x="120" y="140"/>
                    <a:pt x="92" y="150"/>
                    <a:pt x="54" y="133"/>
                  </a:cubicBezTo>
                </a:path>
              </a:pathLst>
            </a:custGeom>
            <a:solidFill>
              <a:srgbClr val="D29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8" name="Freeform 51">
              <a:extLst>
                <a:ext uri="{FF2B5EF4-FFF2-40B4-BE49-F238E27FC236}">
                  <a16:creationId xmlns:a16="http://schemas.microsoft.com/office/drawing/2014/main" id="{2686A316-3E96-47C4-B9F8-661547150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640"/>
              <a:ext cx="501" cy="665"/>
            </a:xfrm>
            <a:custGeom>
              <a:avLst/>
              <a:gdLst>
                <a:gd name="T0" fmla="*/ 304 w 321"/>
                <a:gd name="T1" fmla="*/ 1477 h 426"/>
                <a:gd name="T2" fmla="*/ 122 w 321"/>
                <a:gd name="T3" fmla="*/ 1172 h 426"/>
                <a:gd name="T4" fmla="*/ 251 w 321"/>
                <a:gd name="T5" fmla="*/ 1038 h 426"/>
                <a:gd name="T6" fmla="*/ 596 w 321"/>
                <a:gd name="T7" fmla="*/ 835 h 426"/>
                <a:gd name="T8" fmla="*/ 855 w 321"/>
                <a:gd name="T9" fmla="*/ 529 h 426"/>
                <a:gd name="T10" fmla="*/ 863 w 321"/>
                <a:gd name="T11" fmla="*/ 225 h 426"/>
                <a:gd name="T12" fmla="*/ 1052 w 321"/>
                <a:gd name="T13" fmla="*/ 318 h 426"/>
                <a:gd name="T14" fmla="*/ 1094 w 321"/>
                <a:gd name="T15" fmla="*/ 1282 h 426"/>
                <a:gd name="T16" fmla="*/ 943 w 321"/>
                <a:gd name="T17" fmla="*/ 1499 h 426"/>
                <a:gd name="T18" fmla="*/ 638 w 321"/>
                <a:gd name="T19" fmla="*/ 1574 h 426"/>
                <a:gd name="T20" fmla="*/ 326 w 321"/>
                <a:gd name="T21" fmla="*/ 1485 h 4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1" h="426">
                  <a:moveTo>
                    <a:pt x="80" y="388"/>
                  </a:moveTo>
                  <a:cubicBezTo>
                    <a:pt x="82" y="350"/>
                    <a:pt x="54" y="333"/>
                    <a:pt x="32" y="308"/>
                  </a:cubicBezTo>
                  <a:cubicBezTo>
                    <a:pt x="0" y="270"/>
                    <a:pt x="33" y="274"/>
                    <a:pt x="66" y="273"/>
                  </a:cubicBezTo>
                  <a:cubicBezTo>
                    <a:pt x="109" y="272"/>
                    <a:pt x="132" y="254"/>
                    <a:pt x="157" y="220"/>
                  </a:cubicBezTo>
                  <a:cubicBezTo>
                    <a:pt x="177" y="192"/>
                    <a:pt x="208" y="168"/>
                    <a:pt x="225" y="139"/>
                  </a:cubicBezTo>
                  <a:cubicBezTo>
                    <a:pt x="242" y="111"/>
                    <a:pt x="227" y="88"/>
                    <a:pt x="227" y="59"/>
                  </a:cubicBezTo>
                  <a:cubicBezTo>
                    <a:pt x="226" y="0"/>
                    <a:pt x="268" y="61"/>
                    <a:pt x="277" y="84"/>
                  </a:cubicBezTo>
                  <a:cubicBezTo>
                    <a:pt x="312" y="169"/>
                    <a:pt x="321" y="252"/>
                    <a:pt x="288" y="337"/>
                  </a:cubicBezTo>
                  <a:cubicBezTo>
                    <a:pt x="277" y="364"/>
                    <a:pt x="276" y="380"/>
                    <a:pt x="248" y="394"/>
                  </a:cubicBezTo>
                  <a:cubicBezTo>
                    <a:pt x="223" y="407"/>
                    <a:pt x="195" y="409"/>
                    <a:pt x="168" y="414"/>
                  </a:cubicBezTo>
                  <a:cubicBezTo>
                    <a:pt x="140" y="420"/>
                    <a:pt x="96" y="426"/>
                    <a:pt x="86" y="390"/>
                  </a:cubicBezTo>
                </a:path>
              </a:pathLst>
            </a:custGeom>
            <a:solidFill>
              <a:srgbClr val="D29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9" name="Freeform 52">
              <a:extLst>
                <a:ext uri="{FF2B5EF4-FFF2-40B4-BE49-F238E27FC236}">
                  <a16:creationId xmlns:a16="http://schemas.microsoft.com/office/drawing/2014/main" id="{8D338D70-9731-4130-8C2A-06284F99E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705"/>
              <a:ext cx="471" cy="530"/>
            </a:xfrm>
            <a:custGeom>
              <a:avLst/>
              <a:gdLst>
                <a:gd name="T0" fmla="*/ 0 w 302"/>
                <a:gd name="T1" fmla="*/ 222 h 339"/>
                <a:gd name="T2" fmla="*/ 538 w 302"/>
                <a:gd name="T3" fmla="*/ 260 h 339"/>
                <a:gd name="T4" fmla="*/ 839 w 302"/>
                <a:gd name="T5" fmla="*/ 81 h 339"/>
                <a:gd name="T6" fmla="*/ 1079 w 302"/>
                <a:gd name="T7" fmla="*/ 130 h 339"/>
                <a:gd name="T8" fmla="*/ 839 w 302"/>
                <a:gd name="T9" fmla="*/ 435 h 339"/>
                <a:gd name="T10" fmla="*/ 201 w 302"/>
                <a:gd name="T11" fmla="*/ 780 h 339"/>
                <a:gd name="T12" fmla="*/ 296 w 302"/>
                <a:gd name="T13" fmla="*/ 1046 h 339"/>
                <a:gd name="T14" fmla="*/ 504 w 302"/>
                <a:gd name="T15" fmla="*/ 1249 h 339"/>
                <a:gd name="T16" fmla="*/ 151 w 302"/>
                <a:gd name="T17" fmla="*/ 1105 h 339"/>
                <a:gd name="T18" fmla="*/ 48 w 302"/>
                <a:gd name="T19" fmla="*/ 880 h 339"/>
                <a:gd name="T20" fmla="*/ 140 w 302"/>
                <a:gd name="T21" fmla="*/ 516 h 339"/>
                <a:gd name="T22" fmla="*/ 19 w 302"/>
                <a:gd name="T23" fmla="*/ 283 h 3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2" h="339">
                  <a:moveTo>
                    <a:pt x="0" y="58"/>
                  </a:moveTo>
                  <a:cubicBezTo>
                    <a:pt x="53" y="69"/>
                    <a:pt x="87" y="86"/>
                    <a:pt x="142" y="68"/>
                  </a:cubicBezTo>
                  <a:cubicBezTo>
                    <a:pt x="176" y="57"/>
                    <a:pt x="193" y="40"/>
                    <a:pt x="221" y="21"/>
                  </a:cubicBezTo>
                  <a:cubicBezTo>
                    <a:pt x="246" y="5"/>
                    <a:pt x="273" y="0"/>
                    <a:pt x="285" y="34"/>
                  </a:cubicBezTo>
                  <a:cubicBezTo>
                    <a:pt x="302" y="78"/>
                    <a:pt x="257" y="104"/>
                    <a:pt x="221" y="114"/>
                  </a:cubicBezTo>
                  <a:cubicBezTo>
                    <a:pt x="174" y="127"/>
                    <a:pt x="62" y="145"/>
                    <a:pt x="53" y="204"/>
                  </a:cubicBezTo>
                  <a:cubicBezTo>
                    <a:pt x="49" y="229"/>
                    <a:pt x="61" y="256"/>
                    <a:pt x="78" y="274"/>
                  </a:cubicBezTo>
                  <a:cubicBezTo>
                    <a:pt x="93" y="290"/>
                    <a:pt x="141" y="297"/>
                    <a:pt x="133" y="327"/>
                  </a:cubicBezTo>
                  <a:cubicBezTo>
                    <a:pt x="101" y="339"/>
                    <a:pt x="69" y="301"/>
                    <a:pt x="40" y="289"/>
                  </a:cubicBezTo>
                  <a:cubicBezTo>
                    <a:pt x="5" y="275"/>
                    <a:pt x="0" y="270"/>
                    <a:pt x="13" y="230"/>
                  </a:cubicBezTo>
                  <a:cubicBezTo>
                    <a:pt x="24" y="201"/>
                    <a:pt x="40" y="168"/>
                    <a:pt x="37" y="135"/>
                  </a:cubicBezTo>
                  <a:cubicBezTo>
                    <a:pt x="35" y="109"/>
                    <a:pt x="15" y="94"/>
                    <a:pt x="5" y="74"/>
                  </a:cubicBezTo>
                </a:path>
              </a:pathLst>
            </a:custGeom>
            <a:solidFill>
              <a:srgbClr val="D29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0" name="Freeform 53">
              <a:extLst>
                <a:ext uri="{FF2B5EF4-FFF2-40B4-BE49-F238E27FC236}">
                  <a16:creationId xmlns:a16="http://schemas.microsoft.com/office/drawing/2014/main" id="{34321EAD-CB54-4678-8205-F7EA65294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207"/>
              <a:ext cx="583" cy="542"/>
            </a:xfrm>
            <a:custGeom>
              <a:avLst/>
              <a:gdLst>
                <a:gd name="T0" fmla="*/ 1417 w 374"/>
                <a:gd name="T1" fmla="*/ 108 h 347"/>
                <a:gd name="T2" fmla="*/ 1166 w 374"/>
                <a:gd name="T3" fmla="*/ 578 h 347"/>
                <a:gd name="T4" fmla="*/ 1030 w 374"/>
                <a:gd name="T5" fmla="*/ 834 h 347"/>
                <a:gd name="T6" fmla="*/ 1275 w 374"/>
                <a:gd name="T7" fmla="*/ 839 h 347"/>
                <a:gd name="T8" fmla="*/ 1249 w 374"/>
                <a:gd name="T9" fmla="*/ 1086 h 347"/>
                <a:gd name="T10" fmla="*/ 1330 w 374"/>
                <a:gd name="T11" fmla="*/ 1268 h 347"/>
                <a:gd name="T12" fmla="*/ 879 w 374"/>
                <a:gd name="T13" fmla="*/ 1093 h 347"/>
                <a:gd name="T14" fmla="*/ 357 w 374"/>
                <a:gd name="T15" fmla="*/ 961 h 347"/>
                <a:gd name="T16" fmla="*/ 125 w 374"/>
                <a:gd name="T17" fmla="*/ 828 h 347"/>
                <a:gd name="T18" fmla="*/ 277 w 374"/>
                <a:gd name="T19" fmla="*/ 587 h 347"/>
                <a:gd name="T20" fmla="*/ 508 w 374"/>
                <a:gd name="T21" fmla="*/ 381 h 347"/>
                <a:gd name="T22" fmla="*/ 769 w 374"/>
                <a:gd name="T23" fmla="*/ 648 h 347"/>
                <a:gd name="T24" fmla="*/ 931 w 374"/>
                <a:gd name="T25" fmla="*/ 487 h 347"/>
                <a:gd name="T26" fmla="*/ 787 w 374"/>
                <a:gd name="T27" fmla="*/ 256 h 347"/>
                <a:gd name="T28" fmla="*/ 826 w 374"/>
                <a:gd name="T29" fmla="*/ 27 h 347"/>
                <a:gd name="T30" fmla="*/ 1044 w 374"/>
                <a:gd name="T31" fmla="*/ 19 h 347"/>
                <a:gd name="T32" fmla="*/ 1295 w 374"/>
                <a:gd name="T33" fmla="*/ 0 h 3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4" h="347">
                  <a:moveTo>
                    <a:pt x="374" y="28"/>
                  </a:moveTo>
                  <a:cubicBezTo>
                    <a:pt x="292" y="19"/>
                    <a:pt x="340" y="122"/>
                    <a:pt x="308" y="152"/>
                  </a:cubicBezTo>
                  <a:cubicBezTo>
                    <a:pt x="289" y="169"/>
                    <a:pt x="256" y="185"/>
                    <a:pt x="272" y="219"/>
                  </a:cubicBezTo>
                  <a:cubicBezTo>
                    <a:pt x="289" y="259"/>
                    <a:pt x="314" y="220"/>
                    <a:pt x="337" y="220"/>
                  </a:cubicBezTo>
                  <a:cubicBezTo>
                    <a:pt x="335" y="244"/>
                    <a:pt x="320" y="259"/>
                    <a:pt x="330" y="285"/>
                  </a:cubicBezTo>
                  <a:cubicBezTo>
                    <a:pt x="335" y="299"/>
                    <a:pt x="358" y="317"/>
                    <a:pt x="351" y="333"/>
                  </a:cubicBezTo>
                  <a:cubicBezTo>
                    <a:pt x="309" y="347"/>
                    <a:pt x="267" y="305"/>
                    <a:pt x="232" y="287"/>
                  </a:cubicBezTo>
                  <a:cubicBezTo>
                    <a:pt x="189" y="265"/>
                    <a:pt x="138" y="271"/>
                    <a:pt x="94" y="252"/>
                  </a:cubicBezTo>
                  <a:cubicBezTo>
                    <a:pt x="75" y="243"/>
                    <a:pt x="47" y="229"/>
                    <a:pt x="33" y="217"/>
                  </a:cubicBezTo>
                  <a:cubicBezTo>
                    <a:pt x="0" y="186"/>
                    <a:pt x="54" y="169"/>
                    <a:pt x="73" y="154"/>
                  </a:cubicBezTo>
                  <a:cubicBezTo>
                    <a:pt x="93" y="138"/>
                    <a:pt x="101" y="88"/>
                    <a:pt x="134" y="100"/>
                  </a:cubicBezTo>
                  <a:cubicBezTo>
                    <a:pt x="162" y="110"/>
                    <a:pt x="170" y="160"/>
                    <a:pt x="203" y="170"/>
                  </a:cubicBezTo>
                  <a:cubicBezTo>
                    <a:pt x="227" y="177"/>
                    <a:pt x="247" y="152"/>
                    <a:pt x="246" y="128"/>
                  </a:cubicBezTo>
                  <a:cubicBezTo>
                    <a:pt x="245" y="103"/>
                    <a:pt x="219" y="88"/>
                    <a:pt x="208" y="67"/>
                  </a:cubicBezTo>
                  <a:cubicBezTo>
                    <a:pt x="197" y="47"/>
                    <a:pt x="191" y="15"/>
                    <a:pt x="218" y="7"/>
                  </a:cubicBezTo>
                  <a:cubicBezTo>
                    <a:pt x="235" y="2"/>
                    <a:pt x="259" y="7"/>
                    <a:pt x="276" y="5"/>
                  </a:cubicBezTo>
                  <a:cubicBezTo>
                    <a:pt x="299" y="2"/>
                    <a:pt x="319" y="0"/>
                    <a:pt x="342" y="0"/>
                  </a:cubicBezTo>
                </a:path>
              </a:pathLst>
            </a:custGeom>
            <a:solidFill>
              <a:srgbClr val="D29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1" name="Freeform 54">
              <a:extLst>
                <a:ext uri="{FF2B5EF4-FFF2-40B4-BE49-F238E27FC236}">
                  <a16:creationId xmlns:a16="http://schemas.microsoft.com/office/drawing/2014/main" id="{B1AB8A6E-C6E6-4C89-90A8-7BDDE489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976"/>
              <a:ext cx="690" cy="537"/>
            </a:xfrm>
            <a:custGeom>
              <a:avLst/>
              <a:gdLst>
                <a:gd name="T0" fmla="*/ 1450 w 442"/>
                <a:gd name="T1" fmla="*/ 217 h 344"/>
                <a:gd name="T2" fmla="*/ 1625 w 442"/>
                <a:gd name="T3" fmla="*/ 151 h 344"/>
                <a:gd name="T4" fmla="*/ 1655 w 442"/>
                <a:gd name="T5" fmla="*/ 392 h 344"/>
                <a:gd name="T6" fmla="*/ 1243 w 442"/>
                <a:gd name="T7" fmla="*/ 874 h 344"/>
                <a:gd name="T8" fmla="*/ 1077 w 442"/>
                <a:gd name="T9" fmla="*/ 1069 h 344"/>
                <a:gd name="T10" fmla="*/ 963 w 442"/>
                <a:gd name="T11" fmla="*/ 1247 h 344"/>
                <a:gd name="T12" fmla="*/ 638 w 442"/>
                <a:gd name="T13" fmla="*/ 1269 h 344"/>
                <a:gd name="T14" fmla="*/ 373 w 442"/>
                <a:gd name="T15" fmla="*/ 1289 h 344"/>
                <a:gd name="T16" fmla="*/ 468 w 442"/>
                <a:gd name="T17" fmla="*/ 720 h 344"/>
                <a:gd name="T18" fmla="*/ 507 w 442"/>
                <a:gd name="T19" fmla="*/ 464 h 344"/>
                <a:gd name="T20" fmla="*/ 312 w 442"/>
                <a:gd name="T21" fmla="*/ 278 h 344"/>
                <a:gd name="T22" fmla="*/ 73 w 442"/>
                <a:gd name="T23" fmla="*/ 244 h 344"/>
                <a:gd name="T24" fmla="*/ 239 w 442"/>
                <a:gd name="T25" fmla="*/ 12 h 344"/>
                <a:gd name="T26" fmla="*/ 578 w 442"/>
                <a:gd name="T27" fmla="*/ 83 h 344"/>
                <a:gd name="T28" fmla="*/ 1004 w 442"/>
                <a:gd name="T29" fmla="*/ 142 h 344"/>
                <a:gd name="T30" fmla="*/ 1313 w 442"/>
                <a:gd name="T31" fmla="*/ 156 h 344"/>
                <a:gd name="T32" fmla="*/ 1469 w 442"/>
                <a:gd name="T33" fmla="*/ 204 h 3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2" h="344">
                  <a:moveTo>
                    <a:pt x="381" y="57"/>
                  </a:moveTo>
                  <a:cubicBezTo>
                    <a:pt x="394" y="47"/>
                    <a:pt x="405" y="20"/>
                    <a:pt x="427" y="40"/>
                  </a:cubicBezTo>
                  <a:cubicBezTo>
                    <a:pt x="442" y="53"/>
                    <a:pt x="439" y="87"/>
                    <a:pt x="435" y="103"/>
                  </a:cubicBezTo>
                  <a:cubicBezTo>
                    <a:pt x="422" y="162"/>
                    <a:pt x="373" y="199"/>
                    <a:pt x="327" y="230"/>
                  </a:cubicBezTo>
                  <a:cubicBezTo>
                    <a:pt x="308" y="243"/>
                    <a:pt x="289" y="258"/>
                    <a:pt x="283" y="281"/>
                  </a:cubicBezTo>
                  <a:cubicBezTo>
                    <a:pt x="276" y="308"/>
                    <a:pt x="283" y="317"/>
                    <a:pt x="253" y="328"/>
                  </a:cubicBezTo>
                  <a:cubicBezTo>
                    <a:pt x="225" y="337"/>
                    <a:pt x="197" y="333"/>
                    <a:pt x="168" y="334"/>
                  </a:cubicBezTo>
                  <a:cubicBezTo>
                    <a:pt x="149" y="335"/>
                    <a:pt x="117" y="344"/>
                    <a:pt x="98" y="339"/>
                  </a:cubicBezTo>
                  <a:cubicBezTo>
                    <a:pt x="51" y="328"/>
                    <a:pt x="114" y="219"/>
                    <a:pt x="123" y="189"/>
                  </a:cubicBezTo>
                  <a:cubicBezTo>
                    <a:pt x="132" y="165"/>
                    <a:pt x="144" y="146"/>
                    <a:pt x="133" y="122"/>
                  </a:cubicBezTo>
                  <a:cubicBezTo>
                    <a:pt x="125" y="102"/>
                    <a:pt x="102" y="80"/>
                    <a:pt x="82" y="73"/>
                  </a:cubicBezTo>
                  <a:cubicBezTo>
                    <a:pt x="66" y="67"/>
                    <a:pt x="31" y="79"/>
                    <a:pt x="19" y="64"/>
                  </a:cubicBezTo>
                  <a:cubicBezTo>
                    <a:pt x="0" y="38"/>
                    <a:pt x="40" y="6"/>
                    <a:pt x="63" y="3"/>
                  </a:cubicBezTo>
                  <a:cubicBezTo>
                    <a:pt x="93" y="0"/>
                    <a:pt x="122" y="18"/>
                    <a:pt x="152" y="22"/>
                  </a:cubicBezTo>
                  <a:cubicBezTo>
                    <a:pt x="189" y="28"/>
                    <a:pt x="227" y="31"/>
                    <a:pt x="264" y="37"/>
                  </a:cubicBezTo>
                  <a:cubicBezTo>
                    <a:pt x="291" y="42"/>
                    <a:pt x="322" y="35"/>
                    <a:pt x="345" y="41"/>
                  </a:cubicBezTo>
                  <a:cubicBezTo>
                    <a:pt x="360" y="44"/>
                    <a:pt x="370" y="61"/>
                    <a:pt x="386" y="54"/>
                  </a:cubicBezTo>
                </a:path>
              </a:pathLst>
            </a:custGeom>
            <a:solidFill>
              <a:srgbClr val="D29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2" name="Freeform 55">
              <a:extLst>
                <a:ext uri="{FF2B5EF4-FFF2-40B4-BE49-F238E27FC236}">
                  <a16:creationId xmlns:a16="http://schemas.microsoft.com/office/drawing/2014/main" id="{2FF5AF47-B6F4-4505-B7E0-C4205C91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182"/>
              <a:ext cx="889" cy="1173"/>
            </a:xfrm>
            <a:custGeom>
              <a:avLst/>
              <a:gdLst>
                <a:gd name="T0" fmla="*/ 2135 w 570"/>
                <a:gd name="T1" fmla="*/ 754 h 751"/>
                <a:gd name="T2" fmla="*/ 1904 w 570"/>
                <a:gd name="T3" fmla="*/ 800 h 751"/>
                <a:gd name="T4" fmla="*/ 1681 w 570"/>
                <a:gd name="T5" fmla="*/ 808 h 751"/>
                <a:gd name="T6" fmla="*/ 1229 w 570"/>
                <a:gd name="T7" fmla="*/ 961 h 751"/>
                <a:gd name="T8" fmla="*/ 761 w 570"/>
                <a:gd name="T9" fmla="*/ 1742 h 751"/>
                <a:gd name="T10" fmla="*/ 1070 w 570"/>
                <a:gd name="T11" fmla="*/ 2205 h 751"/>
                <a:gd name="T12" fmla="*/ 1605 w 570"/>
                <a:gd name="T13" fmla="*/ 2335 h 751"/>
                <a:gd name="T14" fmla="*/ 1479 w 570"/>
                <a:gd name="T15" fmla="*/ 2666 h 751"/>
                <a:gd name="T16" fmla="*/ 1335 w 570"/>
                <a:gd name="T17" fmla="*/ 2686 h 751"/>
                <a:gd name="T18" fmla="*/ 1173 w 570"/>
                <a:gd name="T19" fmla="*/ 2782 h 751"/>
                <a:gd name="T20" fmla="*/ 760 w 570"/>
                <a:gd name="T21" fmla="*/ 2774 h 751"/>
                <a:gd name="T22" fmla="*/ 501 w 570"/>
                <a:gd name="T23" fmla="*/ 2782 h 751"/>
                <a:gd name="T24" fmla="*/ 284 w 570"/>
                <a:gd name="T25" fmla="*/ 2766 h 751"/>
                <a:gd name="T26" fmla="*/ 318 w 570"/>
                <a:gd name="T27" fmla="*/ 2518 h 751"/>
                <a:gd name="T28" fmla="*/ 530 w 570"/>
                <a:gd name="T29" fmla="*/ 2501 h 751"/>
                <a:gd name="T30" fmla="*/ 487 w 570"/>
                <a:gd name="T31" fmla="*/ 2319 h 751"/>
                <a:gd name="T32" fmla="*/ 373 w 570"/>
                <a:gd name="T33" fmla="*/ 2213 h 751"/>
                <a:gd name="T34" fmla="*/ 452 w 570"/>
                <a:gd name="T35" fmla="*/ 1993 h 751"/>
                <a:gd name="T36" fmla="*/ 373 w 570"/>
                <a:gd name="T37" fmla="*/ 1840 h 751"/>
                <a:gd name="T38" fmla="*/ 117 w 570"/>
                <a:gd name="T39" fmla="*/ 1506 h 751"/>
                <a:gd name="T40" fmla="*/ 61 w 570"/>
                <a:gd name="T41" fmla="*/ 1021 h 751"/>
                <a:gd name="T42" fmla="*/ 504 w 570"/>
                <a:gd name="T43" fmla="*/ 1029 h 751"/>
                <a:gd name="T44" fmla="*/ 842 w 570"/>
                <a:gd name="T45" fmla="*/ 761 h 751"/>
                <a:gd name="T46" fmla="*/ 1070 w 570"/>
                <a:gd name="T47" fmla="*/ 656 h 751"/>
                <a:gd name="T48" fmla="*/ 1187 w 570"/>
                <a:gd name="T49" fmla="*/ 603 h 751"/>
                <a:gd name="T50" fmla="*/ 1330 w 570"/>
                <a:gd name="T51" fmla="*/ 175 h 751"/>
                <a:gd name="T52" fmla="*/ 1727 w 570"/>
                <a:gd name="T53" fmla="*/ 22 h 751"/>
                <a:gd name="T54" fmla="*/ 2020 w 570"/>
                <a:gd name="T55" fmla="*/ 103 h 751"/>
                <a:gd name="T56" fmla="*/ 2163 w 570"/>
                <a:gd name="T57" fmla="*/ 461 h 75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70" h="751">
                  <a:moveTo>
                    <a:pt x="563" y="198"/>
                  </a:moveTo>
                  <a:cubicBezTo>
                    <a:pt x="544" y="189"/>
                    <a:pt x="521" y="207"/>
                    <a:pt x="502" y="210"/>
                  </a:cubicBezTo>
                  <a:cubicBezTo>
                    <a:pt x="482" y="212"/>
                    <a:pt x="463" y="210"/>
                    <a:pt x="443" y="212"/>
                  </a:cubicBezTo>
                  <a:cubicBezTo>
                    <a:pt x="400" y="216"/>
                    <a:pt x="363" y="234"/>
                    <a:pt x="324" y="252"/>
                  </a:cubicBezTo>
                  <a:cubicBezTo>
                    <a:pt x="247" y="289"/>
                    <a:pt x="187" y="364"/>
                    <a:pt x="201" y="457"/>
                  </a:cubicBezTo>
                  <a:cubicBezTo>
                    <a:pt x="209" y="510"/>
                    <a:pt x="228" y="558"/>
                    <a:pt x="282" y="579"/>
                  </a:cubicBezTo>
                  <a:cubicBezTo>
                    <a:pt x="326" y="595"/>
                    <a:pt x="384" y="585"/>
                    <a:pt x="423" y="613"/>
                  </a:cubicBezTo>
                  <a:cubicBezTo>
                    <a:pt x="468" y="647"/>
                    <a:pt x="435" y="691"/>
                    <a:pt x="390" y="700"/>
                  </a:cubicBezTo>
                  <a:cubicBezTo>
                    <a:pt x="378" y="703"/>
                    <a:pt x="363" y="701"/>
                    <a:pt x="352" y="705"/>
                  </a:cubicBezTo>
                  <a:cubicBezTo>
                    <a:pt x="336" y="710"/>
                    <a:pt x="324" y="722"/>
                    <a:pt x="309" y="730"/>
                  </a:cubicBezTo>
                  <a:cubicBezTo>
                    <a:pt x="270" y="751"/>
                    <a:pt x="239" y="732"/>
                    <a:pt x="200" y="728"/>
                  </a:cubicBezTo>
                  <a:cubicBezTo>
                    <a:pt x="179" y="726"/>
                    <a:pt x="153" y="727"/>
                    <a:pt x="132" y="730"/>
                  </a:cubicBezTo>
                  <a:cubicBezTo>
                    <a:pt x="115" y="733"/>
                    <a:pt x="90" y="739"/>
                    <a:pt x="75" y="726"/>
                  </a:cubicBezTo>
                  <a:cubicBezTo>
                    <a:pt x="55" y="708"/>
                    <a:pt x="64" y="673"/>
                    <a:pt x="84" y="661"/>
                  </a:cubicBezTo>
                  <a:cubicBezTo>
                    <a:pt x="103" y="649"/>
                    <a:pt x="119" y="659"/>
                    <a:pt x="140" y="656"/>
                  </a:cubicBezTo>
                  <a:cubicBezTo>
                    <a:pt x="138" y="634"/>
                    <a:pt x="145" y="626"/>
                    <a:pt x="128" y="609"/>
                  </a:cubicBezTo>
                  <a:cubicBezTo>
                    <a:pt x="117" y="597"/>
                    <a:pt x="101" y="596"/>
                    <a:pt x="98" y="581"/>
                  </a:cubicBezTo>
                  <a:cubicBezTo>
                    <a:pt x="93" y="560"/>
                    <a:pt x="121" y="545"/>
                    <a:pt x="119" y="523"/>
                  </a:cubicBezTo>
                  <a:cubicBezTo>
                    <a:pt x="118" y="509"/>
                    <a:pt x="106" y="494"/>
                    <a:pt x="98" y="483"/>
                  </a:cubicBezTo>
                  <a:cubicBezTo>
                    <a:pt x="75" y="449"/>
                    <a:pt x="47" y="435"/>
                    <a:pt x="31" y="395"/>
                  </a:cubicBezTo>
                  <a:cubicBezTo>
                    <a:pt x="18" y="362"/>
                    <a:pt x="0" y="303"/>
                    <a:pt x="16" y="268"/>
                  </a:cubicBezTo>
                  <a:cubicBezTo>
                    <a:pt x="60" y="264"/>
                    <a:pt x="93" y="301"/>
                    <a:pt x="133" y="270"/>
                  </a:cubicBezTo>
                  <a:cubicBezTo>
                    <a:pt x="164" y="246"/>
                    <a:pt x="189" y="221"/>
                    <a:pt x="222" y="200"/>
                  </a:cubicBezTo>
                  <a:cubicBezTo>
                    <a:pt x="242" y="188"/>
                    <a:pt x="261" y="179"/>
                    <a:pt x="282" y="172"/>
                  </a:cubicBezTo>
                  <a:cubicBezTo>
                    <a:pt x="294" y="168"/>
                    <a:pt x="305" y="168"/>
                    <a:pt x="313" y="158"/>
                  </a:cubicBezTo>
                  <a:cubicBezTo>
                    <a:pt x="338" y="130"/>
                    <a:pt x="341" y="80"/>
                    <a:pt x="351" y="46"/>
                  </a:cubicBezTo>
                  <a:cubicBezTo>
                    <a:pt x="363" y="0"/>
                    <a:pt x="414" y="0"/>
                    <a:pt x="455" y="6"/>
                  </a:cubicBezTo>
                  <a:cubicBezTo>
                    <a:pt x="479" y="10"/>
                    <a:pt x="510" y="16"/>
                    <a:pt x="532" y="27"/>
                  </a:cubicBezTo>
                  <a:cubicBezTo>
                    <a:pt x="570" y="46"/>
                    <a:pt x="556" y="87"/>
                    <a:pt x="570" y="121"/>
                  </a:cubicBezTo>
                </a:path>
              </a:pathLst>
            </a:custGeom>
            <a:solidFill>
              <a:srgbClr val="D29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3" name="Freeform 56">
              <a:extLst>
                <a:ext uri="{FF2B5EF4-FFF2-40B4-BE49-F238E27FC236}">
                  <a16:creationId xmlns:a16="http://schemas.microsoft.com/office/drawing/2014/main" id="{6094D593-540A-4CB8-8C12-013C90602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007"/>
              <a:ext cx="599" cy="613"/>
            </a:xfrm>
            <a:custGeom>
              <a:avLst/>
              <a:gdLst>
                <a:gd name="T0" fmla="*/ 1396 w 384"/>
                <a:gd name="T1" fmla="*/ 704 h 392"/>
                <a:gd name="T2" fmla="*/ 1168 w 384"/>
                <a:gd name="T3" fmla="*/ 785 h 392"/>
                <a:gd name="T4" fmla="*/ 1186 w 384"/>
                <a:gd name="T5" fmla="*/ 460 h 392"/>
                <a:gd name="T6" fmla="*/ 1253 w 384"/>
                <a:gd name="T7" fmla="*/ 88 h 392"/>
                <a:gd name="T8" fmla="*/ 1009 w 384"/>
                <a:gd name="T9" fmla="*/ 95 h 392"/>
                <a:gd name="T10" fmla="*/ 774 w 384"/>
                <a:gd name="T11" fmla="*/ 183 h 392"/>
                <a:gd name="T12" fmla="*/ 543 w 384"/>
                <a:gd name="T13" fmla="*/ 225 h 392"/>
                <a:gd name="T14" fmla="*/ 251 w 384"/>
                <a:gd name="T15" fmla="*/ 425 h 392"/>
                <a:gd name="T16" fmla="*/ 5 w 384"/>
                <a:gd name="T17" fmla="*/ 585 h 392"/>
                <a:gd name="T18" fmla="*/ 90 w 384"/>
                <a:gd name="T19" fmla="*/ 849 h 392"/>
                <a:gd name="T20" fmla="*/ 170 w 384"/>
                <a:gd name="T21" fmla="*/ 1228 h 392"/>
                <a:gd name="T22" fmla="*/ 523 w 384"/>
                <a:gd name="T23" fmla="*/ 1354 h 392"/>
                <a:gd name="T24" fmla="*/ 660 w 384"/>
                <a:gd name="T25" fmla="*/ 1484 h 392"/>
                <a:gd name="T26" fmla="*/ 1005 w 384"/>
                <a:gd name="T27" fmla="*/ 1357 h 392"/>
                <a:gd name="T28" fmla="*/ 1451 w 384"/>
                <a:gd name="T29" fmla="*/ 819 h 3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4" h="392">
                  <a:moveTo>
                    <a:pt x="368" y="184"/>
                  </a:moveTo>
                  <a:cubicBezTo>
                    <a:pt x="356" y="201"/>
                    <a:pt x="328" y="219"/>
                    <a:pt x="308" y="205"/>
                  </a:cubicBezTo>
                  <a:cubicBezTo>
                    <a:pt x="281" y="188"/>
                    <a:pt x="305" y="144"/>
                    <a:pt x="312" y="120"/>
                  </a:cubicBezTo>
                  <a:cubicBezTo>
                    <a:pt x="318" y="98"/>
                    <a:pt x="341" y="45"/>
                    <a:pt x="330" y="23"/>
                  </a:cubicBezTo>
                  <a:cubicBezTo>
                    <a:pt x="320" y="0"/>
                    <a:pt x="286" y="17"/>
                    <a:pt x="266" y="25"/>
                  </a:cubicBezTo>
                  <a:cubicBezTo>
                    <a:pt x="244" y="34"/>
                    <a:pt x="228" y="45"/>
                    <a:pt x="204" y="48"/>
                  </a:cubicBezTo>
                  <a:cubicBezTo>
                    <a:pt x="184" y="51"/>
                    <a:pt x="163" y="54"/>
                    <a:pt x="143" y="59"/>
                  </a:cubicBezTo>
                  <a:cubicBezTo>
                    <a:pt x="106" y="69"/>
                    <a:pt x="96" y="91"/>
                    <a:pt x="66" y="111"/>
                  </a:cubicBezTo>
                  <a:cubicBezTo>
                    <a:pt x="46" y="126"/>
                    <a:pt x="2" y="118"/>
                    <a:pt x="1" y="153"/>
                  </a:cubicBezTo>
                  <a:cubicBezTo>
                    <a:pt x="0" y="175"/>
                    <a:pt x="21" y="199"/>
                    <a:pt x="24" y="222"/>
                  </a:cubicBezTo>
                  <a:cubicBezTo>
                    <a:pt x="30" y="257"/>
                    <a:pt x="7" y="301"/>
                    <a:pt x="45" y="321"/>
                  </a:cubicBezTo>
                  <a:cubicBezTo>
                    <a:pt x="75" y="337"/>
                    <a:pt x="114" y="326"/>
                    <a:pt x="138" y="354"/>
                  </a:cubicBezTo>
                  <a:cubicBezTo>
                    <a:pt x="151" y="369"/>
                    <a:pt x="151" y="384"/>
                    <a:pt x="174" y="388"/>
                  </a:cubicBezTo>
                  <a:cubicBezTo>
                    <a:pt x="203" y="392"/>
                    <a:pt x="239" y="366"/>
                    <a:pt x="265" y="355"/>
                  </a:cubicBezTo>
                  <a:cubicBezTo>
                    <a:pt x="317" y="333"/>
                    <a:pt x="384" y="275"/>
                    <a:pt x="382" y="214"/>
                  </a:cubicBezTo>
                </a:path>
              </a:pathLst>
            </a:custGeom>
            <a:solidFill>
              <a:srgbClr val="D29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4" name="Freeform 57">
              <a:extLst>
                <a:ext uri="{FF2B5EF4-FFF2-40B4-BE49-F238E27FC236}">
                  <a16:creationId xmlns:a16="http://schemas.microsoft.com/office/drawing/2014/main" id="{F7152FE8-9146-4B0B-B2E0-3D8B6E0EE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362"/>
              <a:ext cx="486" cy="892"/>
            </a:xfrm>
            <a:custGeom>
              <a:avLst/>
              <a:gdLst>
                <a:gd name="T0" fmla="*/ 772 w 311"/>
                <a:gd name="T1" fmla="*/ 856 h 571"/>
                <a:gd name="T2" fmla="*/ 450 w 311"/>
                <a:gd name="T3" fmla="*/ 439 h 571"/>
                <a:gd name="T4" fmla="*/ 413 w 311"/>
                <a:gd name="T5" fmla="*/ 75 h 571"/>
                <a:gd name="T6" fmla="*/ 198 w 311"/>
                <a:gd name="T7" fmla="*/ 361 h 571"/>
                <a:gd name="T8" fmla="*/ 22 w 311"/>
                <a:gd name="T9" fmla="*/ 672 h 571"/>
                <a:gd name="T10" fmla="*/ 22 w 311"/>
                <a:gd name="T11" fmla="*/ 1090 h 571"/>
                <a:gd name="T12" fmla="*/ 75 w 311"/>
                <a:gd name="T13" fmla="*/ 1459 h 571"/>
                <a:gd name="T14" fmla="*/ 300 w 311"/>
                <a:gd name="T15" fmla="*/ 1654 h 571"/>
                <a:gd name="T16" fmla="*/ 378 w 311"/>
                <a:gd name="T17" fmla="*/ 1850 h 571"/>
                <a:gd name="T18" fmla="*/ 538 w 311"/>
                <a:gd name="T19" fmla="*/ 2020 h 571"/>
                <a:gd name="T20" fmla="*/ 699 w 311"/>
                <a:gd name="T21" fmla="*/ 2076 h 571"/>
                <a:gd name="T22" fmla="*/ 764 w 311"/>
                <a:gd name="T23" fmla="*/ 1803 h 571"/>
                <a:gd name="T24" fmla="*/ 924 w 311"/>
                <a:gd name="T25" fmla="*/ 1579 h 571"/>
                <a:gd name="T26" fmla="*/ 1131 w 311"/>
                <a:gd name="T27" fmla="*/ 1429 h 571"/>
                <a:gd name="T28" fmla="*/ 1003 w 311"/>
                <a:gd name="T29" fmla="*/ 1098 h 571"/>
                <a:gd name="T30" fmla="*/ 897 w 311"/>
                <a:gd name="T31" fmla="*/ 869 h 57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1" h="571">
                  <a:moveTo>
                    <a:pt x="202" y="225"/>
                  </a:moveTo>
                  <a:cubicBezTo>
                    <a:pt x="117" y="293"/>
                    <a:pt x="116" y="167"/>
                    <a:pt x="118" y="115"/>
                  </a:cubicBezTo>
                  <a:cubicBezTo>
                    <a:pt x="118" y="96"/>
                    <a:pt x="126" y="34"/>
                    <a:pt x="108" y="20"/>
                  </a:cubicBezTo>
                  <a:cubicBezTo>
                    <a:pt x="82" y="0"/>
                    <a:pt x="58" y="79"/>
                    <a:pt x="52" y="95"/>
                  </a:cubicBezTo>
                  <a:cubicBezTo>
                    <a:pt x="41" y="125"/>
                    <a:pt x="11" y="146"/>
                    <a:pt x="6" y="176"/>
                  </a:cubicBezTo>
                  <a:cubicBezTo>
                    <a:pt x="0" y="209"/>
                    <a:pt x="4" y="253"/>
                    <a:pt x="6" y="286"/>
                  </a:cubicBezTo>
                  <a:cubicBezTo>
                    <a:pt x="7" y="318"/>
                    <a:pt x="11" y="352"/>
                    <a:pt x="20" y="383"/>
                  </a:cubicBezTo>
                  <a:cubicBezTo>
                    <a:pt x="32" y="420"/>
                    <a:pt x="48" y="419"/>
                    <a:pt x="79" y="434"/>
                  </a:cubicBezTo>
                  <a:cubicBezTo>
                    <a:pt x="108" y="449"/>
                    <a:pt x="96" y="459"/>
                    <a:pt x="99" y="485"/>
                  </a:cubicBezTo>
                  <a:cubicBezTo>
                    <a:pt x="103" y="513"/>
                    <a:pt x="123" y="512"/>
                    <a:pt x="141" y="530"/>
                  </a:cubicBezTo>
                  <a:cubicBezTo>
                    <a:pt x="156" y="545"/>
                    <a:pt x="164" y="571"/>
                    <a:pt x="183" y="545"/>
                  </a:cubicBezTo>
                  <a:cubicBezTo>
                    <a:pt x="197" y="526"/>
                    <a:pt x="189" y="494"/>
                    <a:pt x="200" y="473"/>
                  </a:cubicBezTo>
                  <a:cubicBezTo>
                    <a:pt x="210" y="454"/>
                    <a:pt x="226" y="428"/>
                    <a:pt x="242" y="414"/>
                  </a:cubicBezTo>
                  <a:cubicBezTo>
                    <a:pt x="258" y="400"/>
                    <a:pt x="287" y="395"/>
                    <a:pt x="296" y="375"/>
                  </a:cubicBezTo>
                  <a:cubicBezTo>
                    <a:pt x="311" y="342"/>
                    <a:pt x="275" y="315"/>
                    <a:pt x="263" y="288"/>
                  </a:cubicBezTo>
                  <a:cubicBezTo>
                    <a:pt x="254" y="270"/>
                    <a:pt x="254" y="237"/>
                    <a:pt x="235" y="228"/>
                  </a:cubicBezTo>
                </a:path>
              </a:pathLst>
            </a:custGeom>
            <a:solidFill>
              <a:srgbClr val="D29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5" name="Freeform 58">
              <a:extLst>
                <a:ext uri="{FF2B5EF4-FFF2-40B4-BE49-F238E27FC236}">
                  <a16:creationId xmlns:a16="http://schemas.microsoft.com/office/drawing/2014/main" id="{0871D74E-C289-41A5-9CF1-EE9DC71B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563"/>
              <a:ext cx="315" cy="452"/>
            </a:xfrm>
            <a:custGeom>
              <a:avLst/>
              <a:gdLst>
                <a:gd name="T0" fmla="*/ 700 w 202"/>
                <a:gd name="T1" fmla="*/ 286 h 289"/>
                <a:gd name="T2" fmla="*/ 527 w 202"/>
                <a:gd name="T3" fmla="*/ 74 h 289"/>
                <a:gd name="T4" fmla="*/ 265 w 202"/>
                <a:gd name="T5" fmla="*/ 14 h 289"/>
                <a:gd name="T6" fmla="*/ 14 w 202"/>
                <a:gd name="T7" fmla="*/ 604 h 289"/>
                <a:gd name="T8" fmla="*/ 90 w 202"/>
                <a:gd name="T9" fmla="*/ 873 h 289"/>
                <a:gd name="T10" fmla="*/ 313 w 202"/>
                <a:gd name="T11" fmla="*/ 1003 h 289"/>
                <a:gd name="T12" fmla="*/ 599 w 202"/>
                <a:gd name="T13" fmla="*/ 1040 h 289"/>
                <a:gd name="T14" fmla="*/ 705 w 202"/>
                <a:gd name="T15" fmla="*/ 766 h 289"/>
                <a:gd name="T16" fmla="*/ 700 w 202"/>
                <a:gd name="T17" fmla="*/ 286 h 2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2" h="289">
                  <a:moveTo>
                    <a:pt x="185" y="75"/>
                  </a:moveTo>
                  <a:cubicBezTo>
                    <a:pt x="169" y="56"/>
                    <a:pt x="162" y="33"/>
                    <a:pt x="139" y="19"/>
                  </a:cubicBezTo>
                  <a:cubicBezTo>
                    <a:pt x="119" y="6"/>
                    <a:pt x="93" y="0"/>
                    <a:pt x="70" y="4"/>
                  </a:cubicBezTo>
                  <a:cubicBezTo>
                    <a:pt x="0" y="15"/>
                    <a:pt x="1" y="105"/>
                    <a:pt x="4" y="158"/>
                  </a:cubicBezTo>
                  <a:cubicBezTo>
                    <a:pt x="5" y="180"/>
                    <a:pt x="10" y="210"/>
                    <a:pt x="24" y="228"/>
                  </a:cubicBezTo>
                  <a:cubicBezTo>
                    <a:pt x="38" y="245"/>
                    <a:pt x="64" y="253"/>
                    <a:pt x="83" y="262"/>
                  </a:cubicBezTo>
                  <a:cubicBezTo>
                    <a:pt x="104" y="271"/>
                    <a:pt x="137" y="289"/>
                    <a:pt x="158" y="272"/>
                  </a:cubicBezTo>
                  <a:cubicBezTo>
                    <a:pt x="177" y="256"/>
                    <a:pt x="183" y="223"/>
                    <a:pt x="186" y="200"/>
                  </a:cubicBezTo>
                  <a:cubicBezTo>
                    <a:pt x="191" y="157"/>
                    <a:pt x="202" y="115"/>
                    <a:pt x="185" y="75"/>
                  </a:cubicBezTo>
                </a:path>
              </a:pathLst>
            </a:custGeom>
            <a:solidFill>
              <a:srgbClr val="F5C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6" name="Freeform 59">
              <a:extLst>
                <a:ext uri="{FF2B5EF4-FFF2-40B4-BE49-F238E27FC236}">
                  <a16:creationId xmlns:a16="http://schemas.microsoft.com/office/drawing/2014/main" id="{89076C07-BD6B-4AC3-B882-42D7DA76F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262"/>
              <a:ext cx="223" cy="353"/>
            </a:xfrm>
            <a:custGeom>
              <a:avLst/>
              <a:gdLst>
                <a:gd name="T0" fmla="*/ 14 w 143"/>
                <a:gd name="T1" fmla="*/ 114 h 226"/>
                <a:gd name="T2" fmla="*/ 231 w 143"/>
                <a:gd name="T3" fmla="*/ 5 h 226"/>
                <a:gd name="T4" fmla="*/ 399 w 143"/>
                <a:gd name="T5" fmla="*/ 230 h 226"/>
                <a:gd name="T6" fmla="*/ 487 w 143"/>
                <a:gd name="T7" fmla="*/ 590 h 226"/>
                <a:gd name="T8" fmla="*/ 535 w 143"/>
                <a:gd name="T9" fmla="*/ 861 h 226"/>
                <a:gd name="T10" fmla="*/ 345 w 143"/>
                <a:gd name="T11" fmla="*/ 672 h 226"/>
                <a:gd name="T12" fmla="*/ 168 w 143"/>
                <a:gd name="T13" fmla="*/ 517 h 226"/>
                <a:gd name="T14" fmla="*/ 73 w 143"/>
                <a:gd name="T15" fmla="*/ 256 h 226"/>
                <a:gd name="T16" fmla="*/ 0 w 143"/>
                <a:gd name="T17" fmla="*/ 117 h 2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226">
                  <a:moveTo>
                    <a:pt x="4" y="30"/>
                  </a:moveTo>
                  <a:cubicBezTo>
                    <a:pt x="11" y="12"/>
                    <a:pt x="43" y="0"/>
                    <a:pt x="61" y="1"/>
                  </a:cubicBezTo>
                  <a:cubicBezTo>
                    <a:pt x="92" y="3"/>
                    <a:pt x="102" y="35"/>
                    <a:pt x="105" y="60"/>
                  </a:cubicBezTo>
                  <a:cubicBezTo>
                    <a:pt x="108" y="93"/>
                    <a:pt x="119" y="124"/>
                    <a:pt x="128" y="155"/>
                  </a:cubicBezTo>
                  <a:cubicBezTo>
                    <a:pt x="133" y="176"/>
                    <a:pt x="143" y="204"/>
                    <a:pt x="141" y="226"/>
                  </a:cubicBezTo>
                  <a:cubicBezTo>
                    <a:pt x="120" y="216"/>
                    <a:pt x="114" y="187"/>
                    <a:pt x="91" y="176"/>
                  </a:cubicBezTo>
                  <a:cubicBezTo>
                    <a:pt x="69" y="166"/>
                    <a:pt x="57" y="160"/>
                    <a:pt x="44" y="136"/>
                  </a:cubicBezTo>
                  <a:cubicBezTo>
                    <a:pt x="33" y="114"/>
                    <a:pt x="26" y="90"/>
                    <a:pt x="19" y="67"/>
                  </a:cubicBezTo>
                  <a:cubicBezTo>
                    <a:pt x="15" y="53"/>
                    <a:pt x="6" y="44"/>
                    <a:pt x="0" y="31"/>
                  </a:cubicBezTo>
                </a:path>
              </a:pathLst>
            </a:custGeom>
            <a:solidFill>
              <a:srgbClr val="F5C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7" name="Freeform 60">
              <a:extLst>
                <a:ext uri="{FF2B5EF4-FFF2-40B4-BE49-F238E27FC236}">
                  <a16:creationId xmlns:a16="http://schemas.microsoft.com/office/drawing/2014/main" id="{C6D95F6B-FF96-42F4-AAC7-B5FDE44C4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955"/>
              <a:ext cx="170" cy="695"/>
            </a:xfrm>
            <a:custGeom>
              <a:avLst/>
              <a:gdLst>
                <a:gd name="T0" fmla="*/ 345 w 109"/>
                <a:gd name="T1" fmla="*/ 0 h 445"/>
                <a:gd name="T2" fmla="*/ 87 w 109"/>
                <a:gd name="T3" fmla="*/ 212 h 445"/>
                <a:gd name="T4" fmla="*/ 66 w 109"/>
                <a:gd name="T5" fmla="*/ 517 h 445"/>
                <a:gd name="T6" fmla="*/ 218 w 109"/>
                <a:gd name="T7" fmla="*/ 881 h 445"/>
                <a:gd name="T8" fmla="*/ 253 w 109"/>
                <a:gd name="T9" fmla="*/ 1234 h 445"/>
                <a:gd name="T10" fmla="*/ 292 w 109"/>
                <a:gd name="T11" fmla="*/ 1538 h 445"/>
                <a:gd name="T12" fmla="*/ 401 w 109"/>
                <a:gd name="T13" fmla="*/ 1417 h 445"/>
                <a:gd name="T14" fmla="*/ 387 w 109"/>
                <a:gd name="T15" fmla="*/ 971 h 445"/>
                <a:gd name="T16" fmla="*/ 384 w 109"/>
                <a:gd name="T17" fmla="*/ 598 h 445"/>
                <a:gd name="T18" fmla="*/ 384 w 109"/>
                <a:gd name="T19" fmla="*/ 239 h 445"/>
                <a:gd name="T20" fmla="*/ 365 w 109"/>
                <a:gd name="T21" fmla="*/ 30 h 4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445">
                  <a:moveTo>
                    <a:pt x="91" y="0"/>
                  </a:moveTo>
                  <a:cubicBezTo>
                    <a:pt x="84" y="38"/>
                    <a:pt x="49" y="39"/>
                    <a:pt x="23" y="56"/>
                  </a:cubicBezTo>
                  <a:cubicBezTo>
                    <a:pt x="0" y="71"/>
                    <a:pt x="10" y="113"/>
                    <a:pt x="17" y="136"/>
                  </a:cubicBezTo>
                  <a:cubicBezTo>
                    <a:pt x="26" y="170"/>
                    <a:pt x="51" y="197"/>
                    <a:pt x="58" y="231"/>
                  </a:cubicBezTo>
                  <a:cubicBezTo>
                    <a:pt x="65" y="262"/>
                    <a:pt x="64" y="294"/>
                    <a:pt x="67" y="324"/>
                  </a:cubicBezTo>
                  <a:cubicBezTo>
                    <a:pt x="70" y="350"/>
                    <a:pt x="66" y="380"/>
                    <a:pt x="77" y="404"/>
                  </a:cubicBezTo>
                  <a:cubicBezTo>
                    <a:pt x="95" y="445"/>
                    <a:pt x="105" y="391"/>
                    <a:pt x="106" y="372"/>
                  </a:cubicBezTo>
                  <a:cubicBezTo>
                    <a:pt x="109" y="334"/>
                    <a:pt x="106" y="293"/>
                    <a:pt x="102" y="255"/>
                  </a:cubicBezTo>
                  <a:cubicBezTo>
                    <a:pt x="100" y="223"/>
                    <a:pt x="101" y="189"/>
                    <a:pt x="101" y="157"/>
                  </a:cubicBezTo>
                  <a:cubicBezTo>
                    <a:pt x="102" y="125"/>
                    <a:pt x="101" y="94"/>
                    <a:pt x="101" y="63"/>
                  </a:cubicBezTo>
                  <a:cubicBezTo>
                    <a:pt x="101" y="44"/>
                    <a:pt x="95" y="26"/>
                    <a:pt x="96" y="8"/>
                  </a:cubicBezTo>
                </a:path>
              </a:pathLst>
            </a:custGeom>
            <a:solidFill>
              <a:srgbClr val="F5C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8" name="Freeform 61">
              <a:extLst>
                <a:ext uri="{FF2B5EF4-FFF2-40B4-BE49-F238E27FC236}">
                  <a16:creationId xmlns:a16="http://schemas.microsoft.com/office/drawing/2014/main" id="{BA3B26C4-08F0-477B-BDB8-7637EBB2B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3783"/>
              <a:ext cx="153" cy="50"/>
            </a:xfrm>
            <a:custGeom>
              <a:avLst/>
              <a:gdLst>
                <a:gd name="T0" fmla="*/ 0 w 98"/>
                <a:gd name="T1" fmla="*/ 14 h 32"/>
                <a:gd name="T2" fmla="*/ 108 w 98"/>
                <a:gd name="T3" fmla="*/ 108 h 32"/>
                <a:gd name="T4" fmla="*/ 209 w 98"/>
                <a:gd name="T5" fmla="*/ 122 h 32"/>
                <a:gd name="T6" fmla="*/ 373 w 98"/>
                <a:gd name="T7" fmla="*/ 31 h 32"/>
                <a:gd name="T8" fmla="*/ 265 w 98"/>
                <a:gd name="T9" fmla="*/ 27 h 32"/>
                <a:gd name="T10" fmla="*/ 142 w 98"/>
                <a:gd name="T11" fmla="*/ 22 h 32"/>
                <a:gd name="T12" fmla="*/ 47 w 98"/>
                <a:gd name="T13" fmla="*/ 14 h 32"/>
                <a:gd name="T14" fmla="*/ 5 w 98"/>
                <a:gd name="T15" fmla="*/ 8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32">
                  <a:moveTo>
                    <a:pt x="0" y="4"/>
                  </a:moveTo>
                  <a:cubicBezTo>
                    <a:pt x="7" y="15"/>
                    <a:pt x="14" y="24"/>
                    <a:pt x="28" y="28"/>
                  </a:cubicBezTo>
                  <a:cubicBezTo>
                    <a:pt x="36" y="30"/>
                    <a:pt x="47" y="32"/>
                    <a:pt x="55" y="32"/>
                  </a:cubicBezTo>
                  <a:cubicBezTo>
                    <a:pt x="72" y="30"/>
                    <a:pt x="87" y="21"/>
                    <a:pt x="98" y="8"/>
                  </a:cubicBezTo>
                  <a:cubicBezTo>
                    <a:pt x="93" y="2"/>
                    <a:pt x="77" y="7"/>
                    <a:pt x="70" y="7"/>
                  </a:cubicBezTo>
                  <a:cubicBezTo>
                    <a:pt x="59" y="7"/>
                    <a:pt x="48" y="7"/>
                    <a:pt x="37" y="6"/>
                  </a:cubicBezTo>
                  <a:cubicBezTo>
                    <a:pt x="29" y="5"/>
                    <a:pt x="21" y="5"/>
                    <a:pt x="12" y="4"/>
                  </a:cubicBezTo>
                  <a:cubicBezTo>
                    <a:pt x="9" y="3"/>
                    <a:pt x="4" y="0"/>
                    <a:pt x="1" y="2"/>
                  </a:cubicBezTo>
                </a:path>
              </a:pathLst>
            </a:custGeom>
            <a:solidFill>
              <a:srgbClr val="F5C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9" name="Freeform 62">
              <a:extLst>
                <a:ext uri="{FF2B5EF4-FFF2-40B4-BE49-F238E27FC236}">
                  <a16:creationId xmlns:a16="http://schemas.microsoft.com/office/drawing/2014/main" id="{8198FF95-7BE1-404C-AD10-4D4E8BD99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768"/>
              <a:ext cx="27" cy="20"/>
            </a:xfrm>
            <a:custGeom>
              <a:avLst/>
              <a:gdLst>
                <a:gd name="T0" fmla="*/ 0 w 17"/>
                <a:gd name="T1" fmla="*/ 0 h 13"/>
                <a:gd name="T2" fmla="*/ 16 w 17"/>
                <a:gd name="T3" fmla="*/ 35 h 13"/>
                <a:gd name="T4" fmla="*/ 56 w 17"/>
                <a:gd name="T5" fmla="*/ 43 h 13"/>
                <a:gd name="T6" fmla="*/ 56 w 17"/>
                <a:gd name="T7" fmla="*/ 12 h 13"/>
                <a:gd name="T8" fmla="*/ 13 w 1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0" y="4"/>
                    <a:pt x="1" y="8"/>
                    <a:pt x="4" y="10"/>
                  </a:cubicBezTo>
                  <a:cubicBezTo>
                    <a:pt x="5" y="11"/>
                    <a:pt x="12" y="13"/>
                    <a:pt x="14" y="12"/>
                  </a:cubicBezTo>
                  <a:cubicBezTo>
                    <a:pt x="17" y="11"/>
                    <a:pt x="16" y="5"/>
                    <a:pt x="14" y="3"/>
                  </a:cubicBezTo>
                  <a:cubicBezTo>
                    <a:pt x="12" y="0"/>
                    <a:pt x="7" y="0"/>
                    <a:pt x="3" y="0"/>
                  </a:cubicBezTo>
                </a:path>
              </a:pathLst>
            </a:custGeom>
            <a:solidFill>
              <a:srgbClr val="F5D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0" name="Freeform 63">
              <a:extLst>
                <a:ext uri="{FF2B5EF4-FFF2-40B4-BE49-F238E27FC236}">
                  <a16:creationId xmlns:a16="http://schemas.microsoft.com/office/drawing/2014/main" id="{AB27916D-7496-45EC-8E4E-C75A7B915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768"/>
              <a:ext cx="14" cy="20"/>
            </a:xfrm>
            <a:custGeom>
              <a:avLst/>
              <a:gdLst>
                <a:gd name="T0" fmla="*/ 5 w 9"/>
                <a:gd name="T1" fmla="*/ 12 h 13"/>
                <a:gd name="T2" fmla="*/ 8 w 9"/>
                <a:gd name="T3" fmla="*/ 40 h 13"/>
                <a:gd name="T4" fmla="*/ 30 w 9"/>
                <a:gd name="T5" fmla="*/ 40 h 13"/>
                <a:gd name="T6" fmla="*/ 30 w 9"/>
                <a:gd name="T7" fmla="*/ 12 h 13"/>
                <a:gd name="T8" fmla="*/ 0 w 9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1" y="3"/>
                  </a:moveTo>
                  <a:cubicBezTo>
                    <a:pt x="1" y="5"/>
                    <a:pt x="0" y="10"/>
                    <a:pt x="2" y="11"/>
                  </a:cubicBezTo>
                  <a:cubicBezTo>
                    <a:pt x="4" y="13"/>
                    <a:pt x="7" y="13"/>
                    <a:pt x="8" y="11"/>
                  </a:cubicBezTo>
                  <a:cubicBezTo>
                    <a:pt x="9" y="9"/>
                    <a:pt x="9" y="4"/>
                    <a:pt x="8" y="3"/>
                  </a:cubicBezTo>
                  <a:cubicBezTo>
                    <a:pt x="6" y="0"/>
                    <a:pt x="3" y="1"/>
                    <a:pt x="0" y="1"/>
                  </a:cubicBezTo>
                </a:path>
              </a:pathLst>
            </a:custGeom>
            <a:solidFill>
              <a:srgbClr val="F5D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1" name="Freeform 64">
              <a:extLst>
                <a:ext uri="{FF2B5EF4-FFF2-40B4-BE49-F238E27FC236}">
                  <a16:creationId xmlns:a16="http://schemas.microsoft.com/office/drawing/2014/main" id="{1F668C89-7FC2-4D72-B4A0-7B8F58190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769"/>
              <a:ext cx="11" cy="22"/>
            </a:xfrm>
            <a:custGeom>
              <a:avLst/>
              <a:gdLst>
                <a:gd name="T0" fmla="*/ 5 w 7"/>
                <a:gd name="T1" fmla="*/ 8 h 14"/>
                <a:gd name="T2" fmla="*/ 14 w 7"/>
                <a:gd name="T3" fmla="*/ 35 h 14"/>
                <a:gd name="T4" fmla="*/ 0 w 7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1" y="2"/>
                  </a:moveTo>
                  <a:cubicBezTo>
                    <a:pt x="0" y="5"/>
                    <a:pt x="0" y="14"/>
                    <a:pt x="4" y="9"/>
                  </a:cubicBezTo>
                  <a:cubicBezTo>
                    <a:pt x="7" y="6"/>
                    <a:pt x="4" y="0"/>
                    <a:pt x="0" y="2"/>
                  </a:cubicBezTo>
                </a:path>
              </a:pathLst>
            </a:custGeom>
            <a:solidFill>
              <a:srgbClr val="F5D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2" name="Freeform 65">
              <a:extLst>
                <a:ext uri="{FF2B5EF4-FFF2-40B4-BE49-F238E27FC236}">
                  <a16:creationId xmlns:a16="http://schemas.microsoft.com/office/drawing/2014/main" id="{E246A655-0F21-403B-BB00-A6BD796BF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769"/>
              <a:ext cx="21" cy="17"/>
            </a:xfrm>
            <a:custGeom>
              <a:avLst/>
              <a:gdLst>
                <a:gd name="T0" fmla="*/ 21 w 13"/>
                <a:gd name="T1" fmla="*/ 0 h 11"/>
                <a:gd name="T2" fmla="*/ 16 w 13"/>
                <a:gd name="T3" fmla="*/ 19 h 11"/>
                <a:gd name="T4" fmla="*/ 0 w 13"/>
                <a:gd name="T5" fmla="*/ 29 h 11"/>
                <a:gd name="T6" fmla="*/ 55 w 13"/>
                <a:gd name="T7" fmla="*/ 34 h 11"/>
                <a:gd name="T8" fmla="*/ 34 w 1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5" y="0"/>
                  </a:moveTo>
                  <a:cubicBezTo>
                    <a:pt x="5" y="2"/>
                    <a:pt x="5" y="4"/>
                    <a:pt x="4" y="5"/>
                  </a:cubicBezTo>
                  <a:cubicBezTo>
                    <a:pt x="3" y="5"/>
                    <a:pt x="0" y="7"/>
                    <a:pt x="0" y="8"/>
                  </a:cubicBezTo>
                  <a:cubicBezTo>
                    <a:pt x="0" y="11"/>
                    <a:pt x="10" y="9"/>
                    <a:pt x="13" y="9"/>
                  </a:cubicBezTo>
                  <a:cubicBezTo>
                    <a:pt x="13" y="5"/>
                    <a:pt x="12" y="1"/>
                    <a:pt x="8" y="0"/>
                  </a:cubicBezTo>
                </a:path>
              </a:pathLst>
            </a:custGeom>
            <a:solidFill>
              <a:srgbClr val="F5D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3" name="Freeform 66">
              <a:extLst>
                <a:ext uri="{FF2B5EF4-FFF2-40B4-BE49-F238E27FC236}">
                  <a16:creationId xmlns:a16="http://schemas.microsoft.com/office/drawing/2014/main" id="{F9D9540C-F00D-45FE-8E24-40DD1F08D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771"/>
              <a:ext cx="9" cy="12"/>
            </a:xfrm>
            <a:custGeom>
              <a:avLst/>
              <a:gdLst>
                <a:gd name="T0" fmla="*/ 5 w 6"/>
                <a:gd name="T1" fmla="*/ 8 h 8"/>
                <a:gd name="T2" fmla="*/ 14 w 6"/>
                <a:gd name="T3" fmla="*/ 27 h 8"/>
                <a:gd name="T4" fmla="*/ 5 w 6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2"/>
                  </a:moveTo>
                  <a:cubicBezTo>
                    <a:pt x="2" y="4"/>
                    <a:pt x="0" y="8"/>
                    <a:pt x="4" y="8"/>
                  </a:cubicBezTo>
                  <a:cubicBezTo>
                    <a:pt x="5" y="5"/>
                    <a:pt x="6" y="0"/>
                    <a:pt x="1" y="1"/>
                  </a:cubicBezTo>
                </a:path>
              </a:pathLst>
            </a:custGeom>
            <a:solidFill>
              <a:srgbClr val="F5D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4" name="Freeform 67">
              <a:extLst>
                <a:ext uri="{FF2B5EF4-FFF2-40B4-BE49-F238E27FC236}">
                  <a16:creationId xmlns:a16="http://schemas.microsoft.com/office/drawing/2014/main" id="{3363C848-2787-409E-8732-15ACEEAF2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3769"/>
              <a:ext cx="31" cy="22"/>
            </a:xfrm>
            <a:custGeom>
              <a:avLst/>
              <a:gdLst>
                <a:gd name="T0" fmla="*/ 40 w 20"/>
                <a:gd name="T1" fmla="*/ 0 h 14"/>
                <a:gd name="T2" fmla="*/ 48 w 20"/>
                <a:gd name="T3" fmla="*/ 27 h 14"/>
                <a:gd name="T4" fmla="*/ 70 w 20"/>
                <a:gd name="T5" fmla="*/ 39 h 14"/>
                <a:gd name="T6" fmla="*/ 39 w 20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11" y="0"/>
                  </a:moveTo>
                  <a:cubicBezTo>
                    <a:pt x="11" y="3"/>
                    <a:pt x="11" y="5"/>
                    <a:pt x="13" y="7"/>
                  </a:cubicBezTo>
                  <a:cubicBezTo>
                    <a:pt x="14" y="8"/>
                    <a:pt x="19" y="8"/>
                    <a:pt x="19" y="10"/>
                  </a:cubicBezTo>
                  <a:cubicBezTo>
                    <a:pt x="20" y="14"/>
                    <a:pt x="0" y="11"/>
                    <a:pt x="10" y="1"/>
                  </a:cubicBezTo>
                </a:path>
              </a:pathLst>
            </a:custGeom>
            <a:solidFill>
              <a:srgbClr val="F5D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5" name="Freeform 68">
              <a:extLst>
                <a:ext uri="{FF2B5EF4-FFF2-40B4-BE49-F238E27FC236}">
                  <a16:creationId xmlns:a16="http://schemas.microsoft.com/office/drawing/2014/main" id="{19F3CCA9-0703-4CCB-953A-A634F585D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236"/>
              <a:ext cx="76" cy="516"/>
            </a:xfrm>
            <a:custGeom>
              <a:avLst/>
              <a:gdLst>
                <a:gd name="T0" fmla="*/ 183 w 49"/>
                <a:gd name="T1" fmla="*/ 47 h 330"/>
                <a:gd name="T2" fmla="*/ 127 w 49"/>
                <a:gd name="T3" fmla="*/ 39 h 330"/>
                <a:gd name="T4" fmla="*/ 39 w 49"/>
                <a:gd name="T5" fmla="*/ 138 h 330"/>
                <a:gd name="T6" fmla="*/ 22 w 49"/>
                <a:gd name="T7" fmla="*/ 277 h 330"/>
                <a:gd name="T8" fmla="*/ 0 w 49"/>
                <a:gd name="T9" fmla="*/ 543 h 330"/>
                <a:gd name="T10" fmla="*/ 34 w 49"/>
                <a:gd name="T11" fmla="*/ 924 h 330"/>
                <a:gd name="T12" fmla="*/ 40 w 49"/>
                <a:gd name="T13" fmla="*/ 1262 h 330"/>
                <a:gd name="T14" fmla="*/ 53 w 49"/>
                <a:gd name="T15" fmla="*/ 1101 h 330"/>
                <a:gd name="T16" fmla="*/ 56 w 49"/>
                <a:gd name="T17" fmla="*/ 898 h 330"/>
                <a:gd name="T18" fmla="*/ 60 w 49"/>
                <a:gd name="T19" fmla="*/ 715 h 330"/>
                <a:gd name="T20" fmla="*/ 82 w 49"/>
                <a:gd name="T21" fmla="*/ 524 h 330"/>
                <a:gd name="T22" fmla="*/ 113 w 49"/>
                <a:gd name="T23" fmla="*/ 347 h 330"/>
                <a:gd name="T24" fmla="*/ 154 w 49"/>
                <a:gd name="T25" fmla="*/ 177 h 330"/>
                <a:gd name="T26" fmla="*/ 183 w 49"/>
                <a:gd name="T27" fmla="*/ 34 h 3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9" h="330">
                  <a:moveTo>
                    <a:pt x="49" y="12"/>
                  </a:moveTo>
                  <a:cubicBezTo>
                    <a:pt x="45" y="0"/>
                    <a:pt x="41" y="3"/>
                    <a:pt x="34" y="10"/>
                  </a:cubicBezTo>
                  <a:cubicBezTo>
                    <a:pt x="26" y="18"/>
                    <a:pt x="14" y="25"/>
                    <a:pt x="10" y="36"/>
                  </a:cubicBezTo>
                  <a:cubicBezTo>
                    <a:pt x="6" y="47"/>
                    <a:pt x="7" y="61"/>
                    <a:pt x="6" y="72"/>
                  </a:cubicBezTo>
                  <a:cubicBezTo>
                    <a:pt x="2" y="95"/>
                    <a:pt x="1" y="119"/>
                    <a:pt x="0" y="142"/>
                  </a:cubicBezTo>
                  <a:cubicBezTo>
                    <a:pt x="0" y="176"/>
                    <a:pt x="7" y="209"/>
                    <a:pt x="9" y="242"/>
                  </a:cubicBezTo>
                  <a:cubicBezTo>
                    <a:pt x="11" y="271"/>
                    <a:pt x="7" y="302"/>
                    <a:pt x="11" y="330"/>
                  </a:cubicBezTo>
                  <a:cubicBezTo>
                    <a:pt x="18" y="324"/>
                    <a:pt x="14" y="298"/>
                    <a:pt x="14" y="288"/>
                  </a:cubicBezTo>
                  <a:cubicBezTo>
                    <a:pt x="14" y="270"/>
                    <a:pt x="15" y="253"/>
                    <a:pt x="15" y="235"/>
                  </a:cubicBezTo>
                  <a:cubicBezTo>
                    <a:pt x="15" y="219"/>
                    <a:pt x="14" y="203"/>
                    <a:pt x="16" y="187"/>
                  </a:cubicBezTo>
                  <a:cubicBezTo>
                    <a:pt x="17" y="171"/>
                    <a:pt x="21" y="154"/>
                    <a:pt x="22" y="137"/>
                  </a:cubicBezTo>
                  <a:cubicBezTo>
                    <a:pt x="23" y="121"/>
                    <a:pt x="26" y="107"/>
                    <a:pt x="30" y="91"/>
                  </a:cubicBezTo>
                  <a:cubicBezTo>
                    <a:pt x="34" y="77"/>
                    <a:pt x="40" y="61"/>
                    <a:pt x="41" y="46"/>
                  </a:cubicBezTo>
                  <a:cubicBezTo>
                    <a:pt x="42" y="39"/>
                    <a:pt x="41" y="12"/>
                    <a:pt x="49" y="9"/>
                  </a:cubicBezTo>
                </a:path>
              </a:pathLst>
            </a:custGeom>
            <a:solidFill>
              <a:srgbClr val="F5C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6" name="Freeform 69">
              <a:extLst>
                <a:ext uri="{FF2B5EF4-FFF2-40B4-BE49-F238E27FC236}">
                  <a16:creationId xmlns:a16="http://schemas.microsoft.com/office/drawing/2014/main" id="{D9F2218C-447B-499D-A8AC-C9B2CD1CE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821"/>
              <a:ext cx="526" cy="275"/>
            </a:xfrm>
            <a:custGeom>
              <a:avLst/>
              <a:gdLst>
                <a:gd name="T0" fmla="*/ 83 w 337"/>
                <a:gd name="T1" fmla="*/ 294 h 176"/>
                <a:gd name="T2" fmla="*/ 5 w 337"/>
                <a:gd name="T3" fmla="*/ 217 h 176"/>
                <a:gd name="T4" fmla="*/ 117 w 337"/>
                <a:gd name="T5" fmla="*/ 31 h 176"/>
                <a:gd name="T6" fmla="*/ 307 w 337"/>
                <a:gd name="T7" fmla="*/ 0 h 176"/>
                <a:gd name="T8" fmla="*/ 582 w 337"/>
                <a:gd name="T9" fmla="*/ 22 h 176"/>
                <a:gd name="T10" fmla="*/ 1072 w 337"/>
                <a:gd name="T11" fmla="*/ 248 h 176"/>
                <a:gd name="T12" fmla="*/ 1267 w 337"/>
                <a:gd name="T13" fmla="*/ 556 h 176"/>
                <a:gd name="T14" fmla="*/ 1191 w 337"/>
                <a:gd name="T15" fmla="*/ 625 h 176"/>
                <a:gd name="T16" fmla="*/ 1130 w 337"/>
                <a:gd name="T17" fmla="*/ 642 h 176"/>
                <a:gd name="T18" fmla="*/ 1085 w 337"/>
                <a:gd name="T19" fmla="*/ 672 h 176"/>
                <a:gd name="T20" fmla="*/ 1146 w 337"/>
                <a:gd name="T21" fmla="*/ 544 h 176"/>
                <a:gd name="T22" fmla="*/ 1057 w 337"/>
                <a:gd name="T23" fmla="*/ 413 h 176"/>
                <a:gd name="T24" fmla="*/ 690 w 337"/>
                <a:gd name="T25" fmla="*/ 225 h 176"/>
                <a:gd name="T26" fmla="*/ 203 w 337"/>
                <a:gd name="T27" fmla="*/ 252 h 176"/>
                <a:gd name="T28" fmla="*/ 87 w 337"/>
                <a:gd name="T29" fmla="*/ 291 h 1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7" h="176">
                  <a:moveTo>
                    <a:pt x="22" y="77"/>
                  </a:moveTo>
                  <a:cubicBezTo>
                    <a:pt x="7" y="82"/>
                    <a:pt x="0" y="70"/>
                    <a:pt x="1" y="57"/>
                  </a:cubicBezTo>
                  <a:cubicBezTo>
                    <a:pt x="2" y="38"/>
                    <a:pt x="14" y="17"/>
                    <a:pt x="31" y="8"/>
                  </a:cubicBezTo>
                  <a:cubicBezTo>
                    <a:pt x="45" y="0"/>
                    <a:pt x="65" y="1"/>
                    <a:pt x="81" y="0"/>
                  </a:cubicBezTo>
                  <a:cubicBezTo>
                    <a:pt x="105" y="0"/>
                    <a:pt x="129" y="0"/>
                    <a:pt x="153" y="6"/>
                  </a:cubicBezTo>
                  <a:cubicBezTo>
                    <a:pt x="200" y="17"/>
                    <a:pt x="242" y="38"/>
                    <a:pt x="282" y="65"/>
                  </a:cubicBezTo>
                  <a:cubicBezTo>
                    <a:pt x="308" y="83"/>
                    <a:pt x="337" y="112"/>
                    <a:pt x="333" y="146"/>
                  </a:cubicBezTo>
                  <a:cubicBezTo>
                    <a:pt x="332" y="159"/>
                    <a:pt x="324" y="163"/>
                    <a:pt x="313" y="164"/>
                  </a:cubicBezTo>
                  <a:cubicBezTo>
                    <a:pt x="305" y="165"/>
                    <a:pt x="305" y="163"/>
                    <a:pt x="297" y="168"/>
                  </a:cubicBezTo>
                  <a:cubicBezTo>
                    <a:pt x="293" y="171"/>
                    <a:pt x="290" y="175"/>
                    <a:pt x="285" y="176"/>
                  </a:cubicBezTo>
                  <a:cubicBezTo>
                    <a:pt x="280" y="166"/>
                    <a:pt x="300" y="154"/>
                    <a:pt x="301" y="143"/>
                  </a:cubicBezTo>
                  <a:cubicBezTo>
                    <a:pt x="302" y="130"/>
                    <a:pt x="286" y="116"/>
                    <a:pt x="278" y="108"/>
                  </a:cubicBezTo>
                  <a:cubicBezTo>
                    <a:pt x="252" y="81"/>
                    <a:pt x="218" y="67"/>
                    <a:pt x="181" y="59"/>
                  </a:cubicBezTo>
                  <a:cubicBezTo>
                    <a:pt x="138" y="49"/>
                    <a:pt x="95" y="58"/>
                    <a:pt x="53" y="66"/>
                  </a:cubicBezTo>
                  <a:cubicBezTo>
                    <a:pt x="43" y="68"/>
                    <a:pt x="31" y="70"/>
                    <a:pt x="23" y="76"/>
                  </a:cubicBezTo>
                </a:path>
              </a:pathLst>
            </a:custGeom>
            <a:solidFill>
              <a:srgbClr val="F5C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7" name="Freeform 70">
              <a:extLst>
                <a:ext uri="{FF2B5EF4-FFF2-40B4-BE49-F238E27FC236}">
                  <a16:creationId xmlns:a16="http://schemas.microsoft.com/office/drawing/2014/main" id="{38B93D66-7FAF-475E-A923-4BF3E726B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184"/>
              <a:ext cx="124" cy="345"/>
            </a:xfrm>
            <a:custGeom>
              <a:avLst/>
              <a:gdLst>
                <a:gd name="T0" fmla="*/ 70 w 80"/>
                <a:gd name="T1" fmla="*/ 61 h 221"/>
                <a:gd name="T2" fmla="*/ 197 w 80"/>
                <a:gd name="T3" fmla="*/ 317 h 221"/>
                <a:gd name="T4" fmla="*/ 279 w 80"/>
                <a:gd name="T5" fmla="*/ 507 h 221"/>
                <a:gd name="T6" fmla="*/ 271 w 80"/>
                <a:gd name="T7" fmla="*/ 696 h 221"/>
                <a:gd name="T8" fmla="*/ 245 w 80"/>
                <a:gd name="T9" fmla="*/ 841 h 221"/>
                <a:gd name="T10" fmla="*/ 183 w 80"/>
                <a:gd name="T11" fmla="*/ 595 h 221"/>
                <a:gd name="T12" fmla="*/ 96 w 80"/>
                <a:gd name="T13" fmla="*/ 292 h 221"/>
                <a:gd name="T14" fmla="*/ 12 w 80"/>
                <a:gd name="T15" fmla="*/ 73 h 221"/>
                <a:gd name="T16" fmla="*/ 39 w 80"/>
                <a:gd name="T17" fmla="*/ 12 h 221"/>
                <a:gd name="T18" fmla="*/ 67 w 80"/>
                <a:gd name="T19" fmla="*/ 56 h 2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221">
                  <a:moveTo>
                    <a:pt x="19" y="16"/>
                  </a:moveTo>
                  <a:cubicBezTo>
                    <a:pt x="22" y="40"/>
                    <a:pt x="41" y="63"/>
                    <a:pt x="53" y="83"/>
                  </a:cubicBezTo>
                  <a:cubicBezTo>
                    <a:pt x="62" y="98"/>
                    <a:pt x="70" y="116"/>
                    <a:pt x="75" y="133"/>
                  </a:cubicBezTo>
                  <a:cubicBezTo>
                    <a:pt x="80" y="149"/>
                    <a:pt x="77" y="167"/>
                    <a:pt x="73" y="183"/>
                  </a:cubicBezTo>
                  <a:cubicBezTo>
                    <a:pt x="71" y="194"/>
                    <a:pt x="71" y="211"/>
                    <a:pt x="66" y="221"/>
                  </a:cubicBezTo>
                  <a:cubicBezTo>
                    <a:pt x="50" y="220"/>
                    <a:pt x="51" y="167"/>
                    <a:pt x="49" y="156"/>
                  </a:cubicBezTo>
                  <a:cubicBezTo>
                    <a:pt x="43" y="129"/>
                    <a:pt x="39" y="101"/>
                    <a:pt x="26" y="77"/>
                  </a:cubicBezTo>
                  <a:cubicBezTo>
                    <a:pt x="16" y="59"/>
                    <a:pt x="6" y="39"/>
                    <a:pt x="3" y="19"/>
                  </a:cubicBezTo>
                  <a:cubicBezTo>
                    <a:pt x="3" y="14"/>
                    <a:pt x="0" y="0"/>
                    <a:pt x="10" y="3"/>
                  </a:cubicBezTo>
                  <a:cubicBezTo>
                    <a:pt x="14" y="4"/>
                    <a:pt x="17" y="12"/>
                    <a:pt x="18" y="15"/>
                  </a:cubicBezTo>
                </a:path>
              </a:pathLst>
            </a:custGeom>
            <a:solidFill>
              <a:srgbClr val="F5C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8" name="Freeform 71">
              <a:extLst>
                <a:ext uri="{FF2B5EF4-FFF2-40B4-BE49-F238E27FC236}">
                  <a16:creationId xmlns:a16="http://schemas.microsoft.com/office/drawing/2014/main" id="{DB3156F0-FE0B-4C76-AECE-726D81148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538"/>
              <a:ext cx="1034" cy="583"/>
            </a:xfrm>
            <a:custGeom>
              <a:avLst/>
              <a:gdLst>
                <a:gd name="T0" fmla="*/ 0 w 663"/>
                <a:gd name="T1" fmla="*/ 47 h 373"/>
                <a:gd name="T2" fmla="*/ 1391 w 663"/>
                <a:gd name="T3" fmla="*/ 474 h 373"/>
                <a:gd name="T4" fmla="*/ 2488 w 663"/>
                <a:gd name="T5" fmla="*/ 955 h 373"/>
                <a:gd name="T6" fmla="*/ 1726 w 663"/>
                <a:gd name="T7" fmla="*/ 1194 h 373"/>
                <a:gd name="T8" fmla="*/ 1399 w 663"/>
                <a:gd name="T9" fmla="*/ 1424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3" h="373">
                  <a:moveTo>
                    <a:pt x="0" y="12"/>
                  </a:moveTo>
                  <a:cubicBezTo>
                    <a:pt x="0" y="12"/>
                    <a:pt x="193" y="0"/>
                    <a:pt x="367" y="124"/>
                  </a:cubicBezTo>
                  <a:cubicBezTo>
                    <a:pt x="555" y="260"/>
                    <a:pt x="649" y="172"/>
                    <a:pt x="656" y="250"/>
                  </a:cubicBezTo>
                  <a:cubicBezTo>
                    <a:pt x="663" y="330"/>
                    <a:pt x="504" y="269"/>
                    <a:pt x="455" y="313"/>
                  </a:cubicBezTo>
                  <a:cubicBezTo>
                    <a:pt x="407" y="357"/>
                    <a:pt x="369" y="373"/>
                    <a:pt x="369" y="37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0BC475F3-E078-41B0-8006-FBF0A9CFF24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Brain arteries (1)</a:t>
            </a:r>
          </a:p>
        </p:txBody>
      </p:sp>
      <p:grpSp>
        <p:nvGrpSpPr>
          <p:cNvPr id="59394" name="brain-arteries-lateral-view">
            <a:extLst>
              <a:ext uri="{FF2B5EF4-FFF2-40B4-BE49-F238E27FC236}">
                <a16:creationId xmlns:a16="http://schemas.microsoft.com/office/drawing/2014/main" id="{7B743810-42B0-4E23-8762-47994627A1C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133600" y="1371600"/>
            <a:ext cx="4151313" cy="2968625"/>
            <a:chOff x="310" y="766"/>
            <a:chExt cx="2797" cy="2000"/>
          </a:xfrm>
        </p:grpSpPr>
        <p:grpSp>
          <p:nvGrpSpPr>
            <p:cNvPr id="59649" name="Group 4">
              <a:extLst>
                <a:ext uri="{FF2B5EF4-FFF2-40B4-BE49-F238E27FC236}">
                  <a16:creationId xmlns:a16="http://schemas.microsoft.com/office/drawing/2014/main" id="{2E01CFAC-9798-42F6-BC98-31020CB16C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" y="766"/>
              <a:ext cx="2797" cy="2000"/>
              <a:chOff x="310" y="766"/>
              <a:chExt cx="2797" cy="2000"/>
            </a:xfrm>
          </p:grpSpPr>
          <p:sp>
            <p:nvSpPr>
              <p:cNvPr id="59688" name="Freeform 5">
                <a:extLst>
                  <a:ext uri="{FF2B5EF4-FFF2-40B4-BE49-F238E27FC236}">
                    <a16:creationId xmlns:a16="http://schemas.microsoft.com/office/drawing/2014/main" id="{C9CA5257-FC6F-40F2-8627-D895C086C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" y="766"/>
                <a:ext cx="2797" cy="2000"/>
              </a:xfrm>
              <a:custGeom>
                <a:avLst/>
                <a:gdLst>
                  <a:gd name="T0" fmla="*/ 10949 w 1196"/>
                  <a:gd name="T1" fmla="*/ 9663 h 802"/>
                  <a:gd name="T2" fmla="*/ 12776 w 1196"/>
                  <a:gd name="T3" fmla="*/ 10529 h 802"/>
                  <a:gd name="T4" fmla="*/ 14401 w 1196"/>
                  <a:gd name="T5" fmla="*/ 9913 h 802"/>
                  <a:gd name="T6" fmla="*/ 14953 w 1196"/>
                  <a:gd name="T7" fmla="*/ 8805 h 802"/>
                  <a:gd name="T8" fmla="*/ 15210 w 1196"/>
                  <a:gd name="T9" fmla="*/ 7830 h 802"/>
                  <a:gd name="T10" fmla="*/ 15260 w 1196"/>
                  <a:gd name="T11" fmla="*/ 6965 h 802"/>
                  <a:gd name="T12" fmla="*/ 15285 w 1196"/>
                  <a:gd name="T13" fmla="*/ 6312 h 802"/>
                  <a:gd name="T14" fmla="*/ 14991 w 1196"/>
                  <a:gd name="T15" fmla="*/ 4888 h 802"/>
                  <a:gd name="T16" fmla="*/ 14659 w 1196"/>
                  <a:gd name="T17" fmla="*/ 4030 h 802"/>
                  <a:gd name="T18" fmla="*/ 14132 w 1196"/>
                  <a:gd name="T19" fmla="*/ 2885 h 802"/>
                  <a:gd name="T20" fmla="*/ 13471 w 1196"/>
                  <a:gd name="T21" fmla="*/ 2190 h 802"/>
                  <a:gd name="T22" fmla="*/ 11342 w 1196"/>
                  <a:gd name="T23" fmla="*/ 978 h 802"/>
                  <a:gd name="T24" fmla="*/ 9621 w 1196"/>
                  <a:gd name="T25" fmla="*/ 466 h 802"/>
                  <a:gd name="T26" fmla="*/ 8927 w 1196"/>
                  <a:gd name="T27" fmla="*/ 155 h 802"/>
                  <a:gd name="T28" fmla="*/ 8171 w 1196"/>
                  <a:gd name="T29" fmla="*/ 249 h 802"/>
                  <a:gd name="T30" fmla="*/ 7049 w 1196"/>
                  <a:gd name="T31" fmla="*/ 262 h 802"/>
                  <a:gd name="T32" fmla="*/ 5982 w 1196"/>
                  <a:gd name="T33" fmla="*/ 571 h 802"/>
                  <a:gd name="T34" fmla="*/ 4348 w 1196"/>
                  <a:gd name="T35" fmla="*/ 820 h 802"/>
                  <a:gd name="T36" fmla="*/ 2762 w 1196"/>
                  <a:gd name="T37" fmla="*/ 1910 h 802"/>
                  <a:gd name="T38" fmla="*/ 2007 w 1196"/>
                  <a:gd name="T39" fmla="*/ 3289 h 802"/>
                  <a:gd name="T40" fmla="*/ 1319 w 1196"/>
                  <a:gd name="T41" fmla="*/ 4155 h 802"/>
                  <a:gd name="T42" fmla="*/ 973 w 1196"/>
                  <a:gd name="T43" fmla="*/ 4796 h 802"/>
                  <a:gd name="T44" fmla="*/ 393 w 1196"/>
                  <a:gd name="T45" fmla="*/ 7007 h 802"/>
                  <a:gd name="T46" fmla="*/ 421 w 1196"/>
                  <a:gd name="T47" fmla="*/ 8888 h 802"/>
                  <a:gd name="T48" fmla="*/ 1864 w 1196"/>
                  <a:gd name="T49" fmla="*/ 10965 h 802"/>
                  <a:gd name="T50" fmla="*/ 4118 w 1196"/>
                  <a:gd name="T51" fmla="*/ 11212 h 802"/>
                  <a:gd name="T52" fmla="*/ 5945 w 1196"/>
                  <a:gd name="T53" fmla="*/ 11599 h 802"/>
                  <a:gd name="T54" fmla="*/ 8045 w 1196"/>
                  <a:gd name="T55" fmla="*/ 12115 h 802"/>
                  <a:gd name="T56" fmla="*/ 10692 w 1196"/>
                  <a:gd name="T57" fmla="*/ 11599 h 802"/>
                  <a:gd name="T58" fmla="*/ 10949 w 1196"/>
                  <a:gd name="T59" fmla="*/ 9663 h 80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96" h="802">
                    <a:moveTo>
                      <a:pt x="856" y="623"/>
                    </a:moveTo>
                    <a:cubicBezTo>
                      <a:pt x="892" y="654"/>
                      <a:pt x="960" y="681"/>
                      <a:pt x="999" y="679"/>
                    </a:cubicBezTo>
                    <a:cubicBezTo>
                      <a:pt x="1040" y="677"/>
                      <a:pt x="1095" y="668"/>
                      <a:pt x="1126" y="639"/>
                    </a:cubicBezTo>
                    <a:cubicBezTo>
                      <a:pt x="1145" y="621"/>
                      <a:pt x="1156" y="590"/>
                      <a:pt x="1169" y="568"/>
                    </a:cubicBezTo>
                    <a:cubicBezTo>
                      <a:pt x="1181" y="549"/>
                      <a:pt x="1186" y="529"/>
                      <a:pt x="1189" y="505"/>
                    </a:cubicBezTo>
                    <a:cubicBezTo>
                      <a:pt x="1192" y="486"/>
                      <a:pt x="1195" y="468"/>
                      <a:pt x="1193" y="449"/>
                    </a:cubicBezTo>
                    <a:cubicBezTo>
                      <a:pt x="1192" y="435"/>
                      <a:pt x="1196" y="421"/>
                      <a:pt x="1195" y="407"/>
                    </a:cubicBezTo>
                    <a:cubicBezTo>
                      <a:pt x="1192" y="378"/>
                      <a:pt x="1185" y="342"/>
                      <a:pt x="1172" y="315"/>
                    </a:cubicBezTo>
                    <a:cubicBezTo>
                      <a:pt x="1162" y="295"/>
                      <a:pt x="1152" y="282"/>
                      <a:pt x="1146" y="260"/>
                    </a:cubicBezTo>
                    <a:cubicBezTo>
                      <a:pt x="1140" y="230"/>
                      <a:pt x="1125" y="210"/>
                      <a:pt x="1105" y="186"/>
                    </a:cubicBezTo>
                    <a:cubicBezTo>
                      <a:pt x="1094" y="173"/>
                      <a:pt x="1064" y="145"/>
                      <a:pt x="1053" y="141"/>
                    </a:cubicBezTo>
                    <a:cubicBezTo>
                      <a:pt x="1027" y="111"/>
                      <a:pt x="930" y="45"/>
                      <a:pt x="887" y="63"/>
                    </a:cubicBezTo>
                    <a:cubicBezTo>
                      <a:pt x="875" y="30"/>
                      <a:pt x="779" y="12"/>
                      <a:pt x="752" y="30"/>
                    </a:cubicBezTo>
                    <a:cubicBezTo>
                      <a:pt x="748" y="20"/>
                      <a:pt x="730" y="13"/>
                      <a:pt x="698" y="10"/>
                    </a:cubicBezTo>
                    <a:cubicBezTo>
                      <a:pt x="676" y="8"/>
                      <a:pt x="650" y="8"/>
                      <a:pt x="639" y="16"/>
                    </a:cubicBezTo>
                    <a:cubicBezTo>
                      <a:pt x="622" y="12"/>
                      <a:pt x="571" y="0"/>
                      <a:pt x="551" y="17"/>
                    </a:cubicBezTo>
                    <a:cubicBezTo>
                      <a:pt x="528" y="0"/>
                      <a:pt x="478" y="18"/>
                      <a:pt x="468" y="37"/>
                    </a:cubicBezTo>
                    <a:cubicBezTo>
                      <a:pt x="449" y="14"/>
                      <a:pt x="390" y="26"/>
                      <a:pt x="340" y="53"/>
                    </a:cubicBezTo>
                    <a:cubicBezTo>
                      <a:pt x="300" y="75"/>
                      <a:pt x="257" y="92"/>
                      <a:pt x="216" y="123"/>
                    </a:cubicBezTo>
                    <a:cubicBezTo>
                      <a:pt x="174" y="154"/>
                      <a:pt x="134" y="196"/>
                      <a:pt x="157" y="212"/>
                    </a:cubicBezTo>
                    <a:cubicBezTo>
                      <a:pt x="124" y="222"/>
                      <a:pt x="122" y="235"/>
                      <a:pt x="103" y="268"/>
                    </a:cubicBezTo>
                    <a:cubicBezTo>
                      <a:pt x="84" y="301"/>
                      <a:pt x="76" y="309"/>
                      <a:pt x="76" y="309"/>
                    </a:cubicBezTo>
                    <a:cubicBezTo>
                      <a:pt x="54" y="328"/>
                      <a:pt x="23" y="426"/>
                      <a:pt x="31" y="452"/>
                    </a:cubicBezTo>
                    <a:cubicBezTo>
                      <a:pt x="17" y="470"/>
                      <a:pt x="0" y="560"/>
                      <a:pt x="33" y="573"/>
                    </a:cubicBezTo>
                    <a:cubicBezTo>
                      <a:pt x="31" y="610"/>
                      <a:pt x="74" y="695"/>
                      <a:pt x="146" y="707"/>
                    </a:cubicBezTo>
                    <a:cubicBezTo>
                      <a:pt x="225" y="721"/>
                      <a:pt x="274" y="714"/>
                      <a:pt x="322" y="723"/>
                    </a:cubicBezTo>
                    <a:cubicBezTo>
                      <a:pt x="371" y="731"/>
                      <a:pt x="453" y="760"/>
                      <a:pt x="465" y="748"/>
                    </a:cubicBezTo>
                    <a:cubicBezTo>
                      <a:pt x="486" y="767"/>
                      <a:pt x="608" y="795"/>
                      <a:pt x="629" y="781"/>
                    </a:cubicBezTo>
                    <a:cubicBezTo>
                      <a:pt x="672" y="793"/>
                      <a:pt x="793" y="802"/>
                      <a:pt x="836" y="748"/>
                    </a:cubicBezTo>
                    <a:cubicBezTo>
                      <a:pt x="863" y="714"/>
                      <a:pt x="884" y="655"/>
                      <a:pt x="856" y="623"/>
                    </a:cubicBezTo>
                    <a:close/>
                  </a:path>
                </a:pathLst>
              </a:custGeom>
              <a:solidFill>
                <a:srgbClr val="ED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9" name="Freeform 6">
                <a:extLst>
                  <a:ext uri="{FF2B5EF4-FFF2-40B4-BE49-F238E27FC236}">
                    <a16:creationId xmlns:a16="http://schemas.microsoft.com/office/drawing/2014/main" id="{8C3228FA-9111-4EB1-86DC-85FFBF482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801"/>
                <a:ext cx="101" cy="808"/>
              </a:xfrm>
              <a:custGeom>
                <a:avLst/>
                <a:gdLst>
                  <a:gd name="T0" fmla="*/ 348 w 43"/>
                  <a:gd name="T1" fmla="*/ 0 h 324"/>
                  <a:gd name="T2" fmla="*/ 28 w 43"/>
                  <a:gd name="T3" fmla="*/ 167 h 324"/>
                  <a:gd name="T4" fmla="*/ 183 w 43"/>
                  <a:gd name="T5" fmla="*/ 696 h 324"/>
                  <a:gd name="T6" fmla="*/ 310 w 43"/>
                  <a:gd name="T7" fmla="*/ 1910 h 324"/>
                  <a:gd name="T8" fmla="*/ 402 w 43"/>
                  <a:gd name="T9" fmla="*/ 3272 h 324"/>
                  <a:gd name="T10" fmla="*/ 453 w 43"/>
                  <a:gd name="T11" fmla="*/ 3955 h 324"/>
                  <a:gd name="T12" fmla="*/ 470 w 43"/>
                  <a:gd name="T13" fmla="*/ 5025 h 324"/>
                  <a:gd name="T14" fmla="*/ 528 w 43"/>
                  <a:gd name="T15" fmla="*/ 4142 h 324"/>
                  <a:gd name="T16" fmla="*/ 507 w 43"/>
                  <a:gd name="T17" fmla="*/ 3289 h 324"/>
                  <a:gd name="T18" fmla="*/ 413 w 43"/>
                  <a:gd name="T19" fmla="*/ 1860 h 324"/>
                  <a:gd name="T20" fmla="*/ 442 w 43"/>
                  <a:gd name="T21" fmla="*/ 1394 h 324"/>
                  <a:gd name="T22" fmla="*/ 336 w 43"/>
                  <a:gd name="T23" fmla="*/ 883 h 324"/>
                  <a:gd name="T24" fmla="*/ 336 w 43"/>
                  <a:gd name="T25" fmla="*/ 0 h 3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324">
                    <a:moveTo>
                      <a:pt x="27" y="0"/>
                    </a:moveTo>
                    <a:cubicBezTo>
                      <a:pt x="19" y="0"/>
                      <a:pt x="3" y="0"/>
                      <a:pt x="2" y="11"/>
                    </a:cubicBezTo>
                    <a:cubicBezTo>
                      <a:pt x="0" y="20"/>
                      <a:pt x="11" y="37"/>
                      <a:pt x="14" y="45"/>
                    </a:cubicBezTo>
                    <a:cubicBezTo>
                      <a:pt x="22" y="70"/>
                      <a:pt x="24" y="96"/>
                      <a:pt x="24" y="123"/>
                    </a:cubicBezTo>
                    <a:cubicBezTo>
                      <a:pt x="24" y="152"/>
                      <a:pt x="27" y="182"/>
                      <a:pt x="31" y="211"/>
                    </a:cubicBezTo>
                    <a:cubicBezTo>
                      <a:pt x="33" y="225"/>
                      <a:pt x="37" y="240"/>
                      <a:pt x="35" y="255"/>
                    </a:cubicBezTo>
                    <a:cubicBezTo>
                      <a:pt x="33" y="278"/>
                      <a:pt x="30" y="301"/>
                      <a:pt x="36" y="324"/>
                    </a:cubicBezTo>
                    <a:cubicBezTo>
                      <a:pt x="35" y="305"/>
                      <a:pt x="38" y="286"/>
                      <a:pt x="41" y="267"/>
                    </a:cubicBezTo>
                    <a:cubicBezTo>
                      <a:pt x="43" y="248"/>
                      <a:pt x="42" y="231"/>
                      <a:pt x="39" y="212"/>
                    </a:cubicBezTo>
                    <a:cubicBezTo>
                      <a:pt x="36" y="182"/>
                      <a:pt x="33" y="150"/>
                      <a:pt x="32" y="120"/>
                    </a:cubicBezTo>
                    <a:cubicBezTo>
                      <a:pt x="32" y="109"/>
                      <a:pt x="36" y="100"/>
                      <a:pt x="34" y="90"/>
                    </a:cubicBezTo>
                    <a:cubicBezTo>
                      <a:pt x="33" y="79"/>
                      <a:pt x="29" y="68"/>
                      <a:pt x="26" y="57"/>
                    </a:cubicBezTo>
                    <a:cubicBezTo>
                      <a:pt x="23" y="43"/>
                      <a:pt x="11" y="10"/>
                      <a:pt x="2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0" name="Freeform 7">
                <a:extLst>
                  <a:ext uri="{FF2B5EF4-FFF2-40B4-BE49-F238E27FC236}">
                    <a16:creationId xmlns:a16="http://schemas.microsoft.com/office/drawing/2014/main" id="{A4C40D3A-D0B4-4813-8AAC-D8FEB5D15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783"/>
                <a:ext cx="145" cy="551"/>
              </a:xfrm>
              <a:custGeom>
                <a:avLst/>
                <a:gdLst>
                  <a:gd name="T0" fmla="*/ 164 w 62"/>
                  <a:gd name="T1" fmla="*/ 312 h 221"/>
                  <a:gd name="T2" fmla="*/ 87 w 62"/>
                  <a:gd name="T3" fmla="*/ 1723 h 221"/>
                  <a:gd name="T4" fmla="*/ 269 w 62"/>
                  <a:gd name="T5" fmla="*/ 2356 h 221"/>
                  <a:gd name="T6" fmla="*/ 295 w 62"/>
                  <a:gd name="T7" fmla="*/ 2743 h 221"/>
                  <a:gd name="T8" fmla="*/ 344 w 62"/>
                  <a:gd name="T9" fmla="*/ 3426 h 221"/>
                  <a:gd name="T10" fmla="*/ 278 w 62"/>
                  <a:gd name="T11" fmla="*/ 2169 h 221"/>
                  <a:gd name="T12" fmla="*/ 203 w 62"/>
                  <a:gd name="T13" fmla="*/ 1690 h 221"/>
                  <a:gd name="T14" fmla="*/ 257 w 62"/>
                  <a:gd name="T15" fmla="*/ 1132 h 221"/>
                  <a:gd name="T16" fmla="*/ 306 w 62"/>
                  <a:gd name="T17" fmla="*/ 509 h 221"/>
                  <a:gd name="T18" fmla="*/ 318 w 62"/>
                  <a:gd name="T19" fmla="*/ 249 h 221"/>
                  <a:gd name="T20" fmla="*/ 793 w 62"/>
                  <a:gd name="T21" fmla="*/ 199 h 221"/>
                  <a:gd name="T22" fmla="*/ 164 w 62"/>
                  <a:gd name="T23" fmla="*/ 354 h 2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221">
                    <a:moveTo>
                      <a:pt x="13" y="20"/>
                    </a:moveTo>
                    <a:cubicBezTo>
                      <a:pt x="31" y="49"/>
                      <a:pt x="0" y="82"/>
                      <a:pt x="7" y="111"/>
                    </a:cubicBezTo>
                    <a:cubicBezTo>
                      <a:pt x="11" y="127"/>
                      <a:pt x="17" y="137"/>
                      <a:pt x="21" y="152"/>
                    </a:cubicBezTo>
                    <a:cubicBezTo>
                      <a:pt x="23" y="161"/>
                      <a:pt x="22" y="169"/>
                      <a:pt x="23" y="177"/>
                    </a:cubicBezTo>
                    <a:cubicBezTo>
                      <a:pt x="24" y="190"/>
                      <a:pt x="27" y="209"/>
                      <a:pt x="27" y="221"/>
                    </a:cubicBezTo>
                    <a:cubicBezTo>
                      <a:pt x="27" y="194"/>
                      <a:pt x="29" y="167"/>
                      <a:pt x="22" y="140"/>
                    </a:cubicBezTo>
                    <a:cubicBezTo>
                      <a:pt x="20" y="130"/>
                      <a:pt x="16" y="120"/>
                      <a:pt x="16" y="109"/>
                    </a:cubicBezTo>
                    <a:cubicBezTo>
                      <a:pt x="15" y="96"/>
                      <a:pt x="19" y="85"/>
                      <a:pt x="20" y="73"/>
                    </a:cubicBezTo>
                    <a:cubicBezTo>
                      <a:pt x="21" y="60"/>
                      <a:pt x="28" y="45"/>
                      <a:pt x="24" y="33"/>
                    </a:cubicBezTo>
                    <a:cubicBezTo>
                      <a:pt x="22" y="28"/>
                      <a:pt x="21" y="22"/>
                      <a:pt x="25" y="16"/>
                    </a:cubicBezTo>
                    <a:cubicBezTo>
                      <a:pt x="31" y="4"/>
                      <a:pt x="50" y="12"/>
                      <a:pt x="62" y="13"/>
                    </a:cubicBezTo>
                    <a:cubicBezTo>
                      <a:pt x="53" y="5"/>
                      <a:pt x="1" y="0"/>
                      <a:pt x="13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1" name="Freeform 8">
                <a:extLst>
                  <a:ext uri="{FF2B5EF4-FFF2-40B4-BE49-F238E27FC236}">
                    <a16:creationId xmlns:a16="http://schemas.microsoft.com/office/drawing/2014/main" id="{1921B359-9645-4983-989F-6E7253D22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930"/>
                <a:ext cx="332" cy="165"/>
              </a:xfrm>
              <a:custGeom>
                <a:avLst/>
                <a:gdLst>
                  <a:gd name="T0" fmla="*/ 0 w 142"/>
                  <a:gd name="T1" fmla="*/ 595 h 66"/>
                  <a:gd name="T2" fmla="*/ 203 w 142"/>
                  <a:gd name="T3" fmla="*/ 95 h 66"/>
                  <a:gd name="T4" fmla="*/ 727 w 142"/>
                  <a:gd name="T5" fmla="*/ 238 h 66"/>
                  <a:gd name="T6" fmla="*/ 1814 w 142"/>
                  <a:gd name="T7" fmla="*/ 1033 h 66"/>
                  <a:gd name="T8" fmla="*/ 650 w 142"/>
                  <a:gd name="T9" fmla="*/ 333 h 66"/>
                  <a:gd name="T10" fmla="*/ 180 w 142"/>
                  <a:gd name="T11" fmla="*/ 363 h 66"/>
                  <a:gd name="T12" fmla="*/ 103 w 142"/>
                  <a:gd name="T13" fmla="*/ 500 h 66"/>
                  <a:gd name="T14" fmla="*/ 12 w 142"/>
                  <a:gd name="T15" fmla="*/ 613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2" h="66">
                    <a:moveTo>
                      <a:pt x="0" y="38"/>
                    </a:moveTo>
                    <a:cubicBezTo>
                      <a:pt x="4" y="28"/>
                      <a:pt x="5" y="11"/>
                      <a:pt x="16" y="6"/>
                    </a:cubicBezTo>
                    <a:cubicBezTo>
                      <a:pt x="27" y="0"/>
                      <a:pt x="46" y="10"/>
                      <a:pt x="57" y="15"/>
                    </a:cubicBezTo>
                    <a:cubicBezTo>
                      <a:pt x="86" y="28"/>
                      <a:pt x="120" y="41"/>
                      <a:pt x="142" y="66"/>
                    </a:cubicBezTo>
                    <a:cubicBezTo>
                      <a:pt x="115" y="47"/>
                      <a:pt x="82" y="32"/>
                      <a:pt x="51" y="21"/>
                    </a:cubicBezTo>
                    <a:cubicBezTo>
                      <a:pt x="40" y="18"/>
                      <a:pt x="23" y="15"/>
                      <a:pt x="14" y="23"/>
                    </a:cubicBezTo>
                    <a:cubicBezTo>
                      <a:pt x="12" y="25"/>
                      <a:pt x="10" y="29"/>
                      <a:pt x="8" y="32"/>
                    </a:cubicBezTo>
                    <a:cubicBezTo>
                      <a:pt x="5" y="35"/>
                      <a:pt x="1" y="34"/>
                      <a:pt x="1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2" name="Freeform 9">
                <a:extLst>
                  <a:ext uri="{FF2B5EF4-FFF2-40B4-BE49-F238E27FC236}">
                    <a16:creationId xmlns:a16="http://schemas.microsoft.com/office/drawing/2014/main" id="{0898C65A-8056-411F-BF30-C38294E80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741"/>
                <a:ext cx="265" cy="244"/>
              </a:xfrm>
              <a:custGeom>
                <a:avLst/>
                <a:gdLst>
                  <a:gd name="T0" fmla="*/ 0 w 113"/>
                  <a:gd name="T1" fmla="*/ 1514 h 98"/>
                  <a:gd name="T2" fmla="*/ 568 w 113"/>
                  <a:gd name="T3" fmla="*/ 495 h 98"/>
                  <a:gd name="T4" fmla="*/ 1018 w 113"/>
                  <a:gd name="T5" fmla="*/ 309 h 98"/>
                  <a:gd name="T6" fmla="*/ 1456 w 113"/>
                  <a:gd name="T7" fmla="*/ 0 h 98"/>
                  <a:gd name="T8" fmla="*/ 1121 w 113"/>
                  <a:gd name="T9" fmla="*/ 371 h 98"/>
                  <a:gd name="T10" fmla="*/ 621 w 113"/>
                  <a:gd name="T11" fmla="*/ 620 h 98"/>
                  <a:gd name="T12" fmla="*/ 192 w 113"/>
                  <a:gd name="T13" fmla="*/ 1110 h 98"/>
                  <a:gd name="T14" fmla="*/ 12 w 113"/>
                  <a:gd name="T15" fmla="*/ 1514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3" h="98">
                    <a:moveTo>
                      <a:pt x="0" y="98"/>
                    </a:moveTo>
                    <a:cubicBezTo>
                      <a:pt x="14" y="72"/>
                      <a:pt x="17" y="47"/>
                      <a:pt x="44" y="32"/>
                    </a:cubicBezTo>
                    <a:cubicBezTo>
                      <a:pt x="55" y="26"/>
                      <a:pt x="68" y="25"/>
                      <a:pt x="79" y="20"/>
                    </a:cubicBezTo>
                    <a:cubicBezTo>
                      <a:pt x="92" y="15"/>
                      <a:pt x="102" y="6"/>
                      <a:pt x="113" y="0"/>
                    </a:cubicBezTo>
                    <a:cubicBezTo>
                      <a:pt x="104" y="8"/>
                      <a:pt x="97" y="16"/>
                      <a:pt x="87" y="24"/>
                    </a:cubicBezTo>
                    <a:cubicBezTo>
                      <a:pt x="74" y="33"/>
                      <a:pt x="62" y="33"/>
                      <a:pt x="48" y="40"/>
                    </a:cubicBezTo>
                    <a:cubicBezTo>
                      <a:pt x="37" y="45"/>
                      <a:pt x="23" y="62"/>
                      <a:pt x="15" y="72"/>
                    </a:cubicBezTo>
                    <a:cubicBezTo>
                      <a:pt x="10" y="79"/>
                      <a:pt x="5" y="92"/>
                      <a:pt x="1" y="9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3" name="Freeform 10">
                <a:extLst>
                  <a:ext uri="{FF2B5EF4-FFF2-40B4-BE49-F238E27FC236}">
                    <a16:creationId xmlns:a16="http://schemas.microsoft.com/office/drawing/2014/main" id="{2BEA0F59-D8E3-40EE-96A4-7DD38F49D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940"/>
                <a:ext cx="140" cy="337"/>
              </a:xfrm>
              <a:custGeom>
                <a:avLst/>
                <a:gdLst>
                  <a:gd name="T0" fmla="*/ 763 w 60"/>
                  <a:gd name="T1" fmla="*/ 0 h 135"/>
                  <a:gd name="T2" fmla="*/ 257 w 60"/>
                  <a:gd name="T3" fmla="*/ 966 h 135"/>
                  <a:gd name="T4" fmla="*/ 114 w 60"/>
                  <a:gd name="T5" fmla="*/ 2099 h 135"/>
                  <a:gd name="T6" fmla="*/ 201 w 60"/>
                  <a:gd name="T7" fmla="*/ 1528 h 135"/>
                  <a:gd name="T8" fmla="*/ 343 w 60"/>
                  <a:gd name="T9" fmla="*/ 884 h 135"/>
                  <a:gd name="T10" fmla="*/ 674 w 60"/>
                  <a:gd name="T11" fmla="*/ 155 h 1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35">
                    <a:moveTo>
                      <a:pt x="60" y="0"/>
                    </a:moveTo>
                    <a:cubicBezTo>
                      <a:pt x="40" y="20"/>
                      <a:pt x="28" y="36"/>
                      <a:pt x="20" y="62"/>
                    </a:cubicBezTo>
                    <a:cubicBezTo>
                      <a:pt x="14" y="82"/>
                      <a:pt x="0" y="115"/>
                      <a:pt x="9" y="135"/>
                    </a:cubicBezTo>
                    <a:cubicBezTo>
                      <a:pt x="6" y="123"/>
                      <a:pt x="12" y="110"/>
                      <a:pt x="16" y="98"/>
                    </a:cubicBezTo>
                    <a:cubicBezTo>
                      <a:pt x="20" y="85"/>
                      <a:pt x="23" y="71"/>
                      <a:pt x="27" y="57"/>
                    </a:cubicBezTo>
                    <a:cubicBezTo>
                      <a:pt x="31" y="44"/>
                      <a:pt x="42" y="19"/>
                      <a:pt x="53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4" name="Freeform 11">
                <a:extLst>
                  <a:ext uri="{FF2B5EF4-FFF2-40B4-BE49-F238E27FC236}">
                    <a16:creationId xmlns:a16="http://schemas.microsoft.com/office/drawing/2014/main" id="{AE5A2643-DFE0-4870-9DD6-D4B81343F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995"/>
                <a:ext cx="79" cy="554"/>
              </a:xfrm>
              <a:custGeom>
                <a:avLst/>
                <a:gdLst>
                  <a:gd name="T0" fmla="*/ 249 w 34"/>
                  <a:gd name="T1" fmla="*/ 0 h 222"/>
                  <a:gd name="T2" fmla="*/ 188 w 34"/>
                  <a:gd name="T3" fmla="*/ 933 h 222"/>
                  <a:gd name="T4" fmla="*/ 249 w 34"/>
                  <a:gd name="T5" fmla="*/ 1712 h 222"/>
                  <a:gd name="T6" fmla="*/ 86 w 34"/>
                  <a:gd name="T7" fmla="*/ 2515 h 222"/>
                  <a:gd name="T8" fmla="*/ 65 w 34"/>
                  <a:gd name="T9" fmla="*/ 3451 h 222"/>
                  <a:gd name="T10" fmla="*/ 237 w 34"/>
                  <a:gd name="T11" fmla="*/ 2453 h 222"/>
                  <a:gd name="T12" fmla="*/ 302 w 34"/>
                  <a:gd name="T13" fmla="*/ 1986 h 222"/>
                  <a:gd name="T14" fmla="*/ 323 w 34"/>
                  <a:gd name="T15" fmla="*/ 1757 h 222"/>
                  <a:gd name="T16" fmla="*/ 277 w 34"/>
                  <a:gd name="T17" fmla="*/ 0 h 2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222">
                    <a:moveTo>
                      <a:pt x="20" y="0"/>
                    </a:moveTo>
                    <a:cubicBezTo>
                      <a:pt x="23" y="21"/>
                      <a:pt x="12" y="38"/>
                      <a:pt x="15" y="60"/>
                    </a:cubicBezTo>
                    <a:cubicBezTo>
                      <a:pt x="17" y="80"/>
                      <a:pt x="21" y="90"/>
                      <a:pt x="20" y="110"/>
                    </a:cubicBezTo>
                    <a:cubicBezTo>
                      <a:pt x="20" y="128"/>
                      <a:pt x="12" y="145"/>
                      <a:pt x="7" y="162"/>
                    </a:cubicBezTo>
                    <a:cubicBezTo>
                      <a:pt x="0" y="182"/>
                      <a:pt x="1" y="201"/>
                      <a:pt x="5" y="222"/>
                    </a:cubicBezTo>
                    <a:cubicBezTo>
                      <a:pt x="5" y="198"/>
                      <a:pt x="10" y="180"/>
                      <a:pt x="19" y="158"/>
                    </a:cubicBezTo>
                    <a:cubicBezTo>
                      <a:pt x="24" y="148"/>
                      <a:pt x="24" y="139"/>
                      <a:pt x="24" y="128"/>
                    </a:cubicBezTo>
                    <a:cubicBezTo>
                      <a:pt x="24" y="119"/>
                      <a:pt x="24" y="121"/>
                      <a:pt x="26" y="113"/>
                    </a:cubicBezTo>
                    <a:cubicBezTo>
                      <a:pt x="34" y="77"/>
                      <a:pt x="11" y="36"/>
                      <a:pt x="2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5" name="Freeform 12">
                <a:extLst>
                  <a:ext uri="{FF2B5EF4-FFF2-40B4-BE49-F238E27FC236}">
                    <a16:creationId xmlns:a16="http://schemas.microsoft.com/office/drawing/2014/main" id="{0F958B55-98C1-4DCE-9F97-0D9E2732F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394"/>
                <a:ext cx="173" cy="302"/>
              </a:xfrm>
              <a:custGeom>
                <a:avLst/>
                <a:gdLst>
                  <a:gd name="T0" fmla="*/ 203 w 74"/>
                  <a:gd name="T1" fmla="*/ 0 h 121"/>
                  <a:gd name="T2" fmla="*/ 143 w 74"/>
                  <a:gd name="T3" fmla="*/ 1320 h 121"/>
                  <a:gd name="T4" fmla="*/ 449 w 74"/>
                  <a:gd name="T5" fmla="*/ 1775 h 121"/>
                  <a:gd name="T6" fmla="*/ 944 w 74"/>
                  <a:gd name="T7" fmla="*/ 1882 h 121"/>
                  <a:gd name="T8" fmla="*/ 203 w 74"/>
                  <a:gd name="T9" fmla="*/ 1121 h 121"/>
                  <a:gd name="T10" fmla="*/ 164 w 74"/>
                  <a:gd name="T11" fmla="*/ 467 h 121"/>
                  <a:gd name="T12" fmla="*/ 192 w 74"/>
                  <a:gd name="T13" fmla="*/ 75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21">
                    <a:moveTo>
                      <a:pt x="16" y="0"/>
                    </a:moveTo>
                    <a:cubicBezTo>
                      <a:pt x="0" y="21"/>
                      <a:pt x="1" y="62"/>
                      <a:pt x="11" y="85"/>
                    </a:cubicBezTo>
                    <a:cubicBezTo>
                      <a:pt x="16" y="96"/>
                      <a:pt x="25" y="110"/>
                      <a:pt x="35" y="114"/>
                    </a:cubicBezTo>
                    <a:cubicBezTo>
                      <a:pt x="47" y="118"/>
                      <a:pt x="65" y="115"/>
                      <a:pt x="74" y="121"/>
                    </a:cubicBezTo>
                    <a:cubicBezTo>
                      <a:pt x="52" y="116"/>
                      <a:pt x="22" y="94"/>
                      <a:pt x="16" y="72"/>
                    </a:cubicBezTo>
                    <a:cubicBezTo>
                      <a:pt x="13" y="58"/>
                      <a:pt x="14" y="43"/>
                      <a:pt x="13" y="30"/>
                    </a:cubicBezTo>
                    <a:cubicBezTo>
                      <a:pt x="12" y="21"/>
                      <a:pt x="16" y="13"/>
                      <a:pt x="1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6" name="Freeform 13">
                <a:extLst>
                  <a:ext uri="{FF2B5EF4-FFF2-40B4-BE49-F238E27FC236}">
                    <a16:creationId xmlns:a16="http://schemas.microsoft.com/office/drawing/2014/main" id="{9F34DC6D-7838-41CD-B079-5AE28DFB8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307"/>
                <a:ext cx="82" cy="297"/>
              </a:xfrm>
              <a:custGeom>
                <a:avLst/>
                <a:gdLst>
                  <a:gd name="T0" fmla="*/ 450 w 35"/>
                  <a:gd name="T1" fmla="*/ 0 h 119"/>
                  <a:gd name="T2" fmla="*/ 230 w 35"/>
                  <a:gd name="T3" fmla="*/ 499 h 119"/>
                  <a:gd name="T4" fmla="*/ 87 w 35"/>
                  <a:gd name="T5" fmla="*/ 903 h 119"/>
                  <a:gd name="T6" fmla="*/ 323 w 35"/>
                  <a:gd name="T7" fmla="*/ 1849 h 119"/>
                  <a:gd name="T8" fmla="*/ 192 w 35"/>
                  <a:gd name="T9" fmla="*/ 946 h 119"/>
                  <a:gd name="T10" fmla="*/ 373 w 35"/>
                  <a:gd name="T11" fmla="*/ 292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19">
                    <a:moveTo>
                      <a:pt x="35" y="0"/>
                    </a:moveTo>
                    <a:cubicBezTo>
                      <a:pt x="34" y="11"/>
                      <a:pt x="23" y="22"/>
                      <a:pt x="18" y="32"/>
                    </a:cubicBezTo>
                    <a:cubicBezTo>
                      <a:pt x="14" y="41"/>
                      <a:pt x="10" y="49"/>
                      <a:pt x="7" y="58"/>
                    </a:cubicBezTo>
                    <a:cubicBezTo>
                      <a:pt x="0" y="82"/>
                      <a:pt x="11" y="100"/>
                      <a:pt x="25" y="119"/>
                    </a:cubicBezTo>
                    <a:cubicBezTo>
                      <a:pt x="14" y="97"/>
                      <a:pt x="14" y="85"/>
                      <a:pt x="15" y="61"/>
                    </a:cubicBezTo>
                    <a:cubicBezTo>
                      <a:pt x="15" y="47"/>
                      <a:pt x="23" y="32"/>
                      <a:pt x="29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7" name="Freeform 14">
                <a:extLst>
                  <a:ext uri="{FF2B5EF4-FFF2-40B4-BE49-F238E27FC236}">
                    <a16:creationId xmlns:a16="http://schemas.microsoft.com/office/drawing/2014/main" id="{9D96EA01-8EF0-4F21-BBEF-9341E033E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205"/>
                <a:ext cx="538" cy="154"/>
              </a:xfrm>
              <a:custGeom>
                <a:avLst/>
                <a:gdLst>
                  <a:gd name="T0" fmla="*/ 2084 w 230"/>
                  <a:gd name="T1" fmla="*/ 691 h 62"/>
                  <a:gd name="T2" fmla="*/ 2943 w 230"/>
                  <a:gd name="T3" fmla="*/ 951 h 62"/>
                  <a:gd name="T4" fmla="*/ 2178 w 230"/>
                  <a:gd name="T5" fmla="*/ 549 h 62"/>
                  <a:gd name="T6" fmla="*/ 1214 w 230"/>
                  <a:gd name="T7" fmla="*/ 519 h 62"/>
                  <a:gd name="T8" fmla="*/ 0 w 230"/>
                  <a:gd name="T9" fmla="*/ 0 h 62"/>
                  <a:gd name="T10" fmla="*/ 2084 w 230"/>
                  <a:gd name="T11" fmla="*/ 691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0" h="62">
                    <a:moveTo>
                      <a:pt x="163" y="45"/>
                    </a:moveTo>
                    <a:cubicBezTo>
                      <a:pt x="182" y="44"/>
                      <a:pt x="212" y="51"/>
                      <a:pt x="230" y="62"/>
                    </a:cubicBezTo>
                    <a:cubicBezTo>
                      <a:pt x="203" y="39"/>
                      <a:pt x="189" y="36"/>
                      <a:pt x="170" y="36"/>
                    </a:cubicBezTo>
                    <a:cubicBezTo>
                      <a:pt x="152" y="36"/>
                      <a:pt x="130" y="39"/>
                      <a:pt x="95" y="34"/>
                    </a:cubicBezTo>
                    <a:cubicBezTo>
                      <a:pt x="60" y="28"/>
                      <a:pt x="19" y="16"/>
                      <a:pt x="0" y="0"/>
                    </a:cubicBezTo>
                    <a:cubicBezTo>
                      <a:pt x="15" y="25"/>
                      <a:pt x="92" y="51"/>
                      <a:pt x="163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8" name="Freeform 15">
                <a:extLst>
                  <a:ext uri="{FF2B5EF4-FFF2-40B4-BE49-F238E27FC236}">
                    <a16:creationId xmlns:a16="http://schemas.microsoft.com/office/drawing/2014/main" id="{E3888FCC-2CF6-451A-B1F4-FB5C1F36C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409"/>
                <a:ext cx="486" cy="137"/>
              </a:xfrm>
              <a:custGeom>
                <a:avLst/>
                <a:gdLst>
                  <a:gd name="T0" fmla="*/ 0 w 208"/>
                  <a:gd name="T1" fmla="*/ 92 h 55"/>
                  <a:gd name="T2" fmla="*/ 1238 w 208"/>
                  <a:gd name="T3" fmla="*/ 311 h 55"/>
                  <a:gd name="T4" fmla="*/ 2654 w 208"/>
                  <a:gd name="T5" fmla="*/ 849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8" h="55">
                    <a:moveTo>
                      <a:pt x="0" y="6"/>
                    </a:moveTo>
                    <a:cubicBezTo>
                      <a:pt x="18" y="0"/>
                      <a:pt x="56" y="3"/>
                      <a:pt x="97" y="20"/>
                    </a:cubicBezTo>
                    <a:cubicBezTo>
                      <a:pt x="138" y="37"/>
                      <a:pt x="188" y="39"/>
                      <a:pt x="208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9" name="Freeform 16">
                <a:extLst>
                  <a:ext uri="{FF2B5EF4-FFF2-40B4-BE49-F238E27FC236}">
                    <a16:creationId xmlns:a16="http://schemas.microsoft.com/office/drawing/2014/main" id="{A1BD33E4-C146-4E5E-98ED-548E2AB53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1688"/>
                <a:ext cx="64" cy="242"/>
              </a:xfrm>
              <a:custGeom>
                <a:avLst/>
                <a:gdLst>
                  <a:gd name="T0" fmla="*/ 0 w 27"/>
                  <a:gd name="T1" fmla="*/ 0 h 97"/>
                  <a:gd name="T2" fmla="*/ 40 w 27"/>
                  <a:gd name="T3" fmla="*/ 758 h 97"/>
                  <a:gd name="T4" fmla="*/ 360 w 27"/>
                  <a:gd name="T5" fmla="*/ 1507 h 97"/>
                  <a:gd name="T6" fmla="*/ 135 w 27"/>
                  <a:gd name="T7" fmla="*/ 696 h 97"/>
                  <a:gd name="T8" fmla="*/ 40 w 27"/>
                  <a:gd name="T9" fmla="*/ 42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97">
                    <a:moveTo>
                      <a:pt x="0" y="0"/>
                    </a:moveTo>
                    <a:cubicBezTo>
                      <a:pt x="7" y="14"/>
                      <a:pt x="2" y="33"/>
                      <a:pt x="3" y="49"/>
                    </a:cubicBezTo>
                    <a:cubicBezTo>
                      <a:pt x="4" y="67"/>
                      <a:pt x="14" y="85"/>
                      <a:pt x="27" y="97"/>
                    </a:cubicBezTo>
                    <a:cubicBezTo>
                      <a:pt x="18" y="80"/>
                      <a:pt x="11" y="64"/>
                      <a:pt x="10" y="45"/>
                    </a:cubicBezTo>
                    <a:cubicBezTo>
                      <a:pt x="9" y="31"/>
                      <a:pt x="11" y="15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0" name="Freeform 17">
                <a:extLst>
                  <a:ext uri="{FF2B5EF4-FFF2-40B4-BE49-F238E27FC236}">
                    <a16:creationId xmlns:a16="http://schemas.microsoft.com/office/drawing/2014/main" id="{C515589B-2780-4CE1-80FE-08A0CA236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840"/>
                <a:ext cx="585" cy="352"/>
              </a:xfrm>
              <a:custGeom>
                <a:avLst/>
                <a:gdLst>
                  <a:gd name="T0" fmla="*/ 0 w 250"/>
                  <a:gd name="T1" fmla="*/ 2194 h 141"/>
                  <a:gd name="T2" fmla="*/ 1156 w 250"/>
                  <a:gd name="T3" fmla="*/ 1103 h 141"/>
                  <a:gd name="T4" fmla="*/ 3203 w 250"/>
                  <a:gd name="T5" fmla="*/ 75 h 141"/>
                  <a:gd name="T6" fmla="*/ 1331 w 250"/>
                  <a:gd name="T7" fmla="*/ 1121 h 141"/>
                  <a:gd name="T8" fmla="*/ 0 w 250"/>
                  <a:gd name="T9" fmla="*/ 2194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0" h="141">
                    <a:moveTo>
                      <a:pt x="0" y="141"/>
                    </a:moveTo>
                    <a:cubicBezTo>
                      <a:pt x="31" y="108"/>
                      <a:pt x="62" y="85"/>
                      <a:pt x="90" y="71"/>
                    </a:cubicBezTo>
                    <a:cubicBezTo>
                      <a:pt x="117" y="57"/>
                      <a:pt x="221" y="0"/>
                      <a:pt x="250" y="5"/>
                    </a:cubicBezTo>
                    <a:cubicBezTo>
                      <a:pt x="225" y="10"/>
                      <a:pt x="130" y="57"/>
                      <a:pt x="104" y="72"/>
                    </a:cubicBezTo>
                    <a:cubicBezTo>
                      <a:pt x="78" y="88"/>
                      <a:pt x="10" y="124"/>
                      <a:pt x="0" y="1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1" name="Freeform 18">
                <a:extLst>
                  <a:ext uri="{FF2B5EF4-FFF2-40B4-BE49-F238E27FC236}">
                    <a16:creationId xmlns:a16="http://schemas.microsoft.com/office/drawing/2014/main" id="{2BC1EA89-9DD2-4CFC-9FEE-129B6EE0B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" y="1324"/>
                <a:ext cx="220" cy="384"/>
              </a:xfrm>
              <a:custGeom>
                <a:avLst/>
                <a:gdLst>
                  <a:gd name="T0" fmla="*/ 1205 w 94"/>
                  <a:gd name="T1" fmla="*/ 0 h 154"/>
                  <a:gd name="T2" fmla="*/ 882 w 94"/>
                  <a:gd name="T3" fmla="*/ 374 h 154"/>
                  <a:gd name="T4" fmla="*/ 335 w 94"/>
                  <a:gd name="T5" fmla="*/ 1441 h 154"/>
                  <a:gd name="T6" fmla="*/ 0 w 94"/>
                  <a:gd name="T7" fmla="*/ 2389 h 154"/>
                  <a:gd name="T8" fmla="*/ 421 w 94"/>
                  <a:gd name="T9" fmla="*/ 1611 h 154"/>
                  <a:gd name="T10" fmla="*/ 976 w 94"/>
                  <a:gd name="T11" fmla="*/ 621 h 154"/>
                  <a:gd name="T12" fmla="*/ 1205 w 94"/>
                  <a:gd name="T13" fmla="*/ 0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154">
                    <a:moveTo>
                      <a:pt x="94" y="0"/>
                    </a:moveTo>
                    <a:cubicBezTo>
                      <a:pt x="77" y="6"/>
                      <a:pt x="77" y="10"/>
                      <a:pt x="69" y="24"/>
                    </a:cubicBezTo>
                    <a:cubicBezTo>
                      <a:pt x="60" y="39"/>
                      <a:pt x="40" y="77"/>
                      <a:pt x="26" y="93"/>
                    </a:cubicBezTo>
                    <a:cubicBezTo>
                      <a:pt x="11" y="109"/>
                      <a:pt x="1" y="134"/>
                      <a:pt x="0" y="154"/>
                    </a:cubicBezTo>
                    <a:cubicBezTo>
                      <a:pt x="7" y="136"/>
                      <a:pt x="21" y="120"/>
                      <a:pt x="33" y="104"/>
                    </a:cubicBezTo>
                    <a:cubicBezTo>
                      <a:pt x="44" y="89"/>
                      <a:pt x="69" y="56"/>
                      <a:pt x="76" y="40"/>
                    </a:cubicBezTo>
                    <a:cubicBezTo>
                      <a:pt x="83" y="24"/>
                      <a:pt x="84" y="6"/>
                      <a:pt x="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2" name="Freeform 19">
                <a:extLst>
                  <a:ext uri="{FF2B5EF4-FFF2-40B4-BE49-F238E27FC236}">
                    <a16:creationId xmlns:a16="http://schemas.microsoft.com/office/drawing/2014/main" id="{F895CBCC-C0D9-4663-9C85-A088E667E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267"/>
                <a:ext cx="135" cy="257"/>
              </a:xfrm>
              <a:custGeom>
                <a:avLst/>
                <a:gdLst>
                  <a:gd name="T0" fmla="*/ 0 w 58"/>
                  <a:gd name="T1" fmla="*/ 137 h 103"/>
                  <a:gd name="T2" fmla="*/ 466 w 58"/>
                  <a:gd name="T3" fmla="*/ 808 h 103"/>
                  <a:gd name="T4" fmla="*/ 591 w 58"/>
                  <a:gd name="T5" fmla="*/ 1599 h 103"/>
                  <a:gd name="T6" fmla="*/ 656 w 58"/>
                  <a:gd name="T7" fmla="*/ 871 h 103"/>
                  <a:gd name="T8" fmla="*/ 417 w 58"/>
                  <a:gd name="T9" fmla="*/ 417 h 103"/>
                  <a:gd name="T10" fmla="*/ 49 w 58"/>
                  <a:gd name="T11" fmla="*/ 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03">
                    <a:moveTo>
                      <a:pt x="0" y="9"/>
                    </a:moveTo>
                    <a:cubicBezTo>
                      <a:pt x="4" y="24"/>
                      <a:pt x="28" y="38"/>
                      <a:pt x="37" y="52"/>
                    </a:cubicBezTo>
                    <a:cubicBezTo>
                      <a:pt x="49" y="69"/>
                      <a:pt x="49" y="82"/>
                      <a:pt x="47" y="103"/>
                    </a:cubicBezTo>
                    <a:cubicBezTo>
                      <a:pt x="58" y="88"/>
                      <a:pt x="57" y="72"/>
                      <a:pt x="52" y="56"/>
                    </a:cubicBezTo>
                    <a:cubicBezTo>
                      <a:pt x="48" y="44"/>
                      <a:pt x="43" y="36"/>
                      <a:pt x="33" y="27"/>
                    </a:cubicBezTo>
                    <a:cubicBezTo>
                      <a:pt x="26" y="20"/>
                      <a:pt x="6" y="1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3" name="Freeform 20">
                <a:extLst>
                  <a:ext uri="{FF2B5EF4-FFF2-40B4-BE49-F238E27FC236}">
                    <a16:creationId xmlns:a16="http://schemas.microsoft.com/office/drawing/2014/main" id="{1E65A7BD-BD9C-426F-A58E-9BA76278A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347"/>
                <a:ext cx="100" cy="591"/>
              </a:xfrm>
              <a:custGeom>
                <a:avLst/>
                <a:gdLst>
                  <a:gd name="T0" fmla="*/ 28 w 43"/>
                  <a:gd name="T1" fmla="*/ 62 h 237"/>
                  <a:gd name="T2" fmla="*/ 179 w 43"/>
                  <a:gd name="T3" fmla="*/ 1100 h 237"/>
                  <a:gd name="T4" fmla="*/ 123 w 43"/>
                  <a:gd name="T5" fmla="*/ 1411 h 237"/>
                  <a:gd name="T6" fmla="*/ 228 w 43"/>
                  <a:gd name="T7" fmla="*/ 1766 h 237"/>
                  <a:gd name="T8" fmla="*/ 416 w 43"/>
                  <a:gd name="T9" fmla="*/ 2698 h 237"/>
                  <a:gd name="T10" fmla="*/ 363 w 43"/>
                  <a:gd name="T11" fmla="*/ 3676 h 237"/>
                  <a:gd name="T12" fmla="*/ 530 w 43"/>
                  <a:gd name="T13" fmla="*/ 2586 h 237"/>
                  <a:gd name="T14" fmla="*/ 302 w 43"/>
                  <a:gd name="T15" fmla="*/ 1578 h 237"/>
                  <a:gd name="T16" fmla="*/ 200 w 43"/>
                  <a:gd name="T17" fmla="*/ 696 h 237"/>
                  <a:gd name="T18" fmla="*/ 12 w 43"/>
                  <a:gd name="T19" fmla="*/ 0 h 2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237">
                    <a:moveTo>
                      <a:pt x="2" y="4"/>
                    </a:moveTo>
                    <a:cubicBezTo>
                      <a:pt x="0" y="25"/>
                      <a:pt x="13" y="49"/>
                      <a:pt x="14" y="71"/>
                    </a:cubicBezTo>
                    <a:cubicBezTo>
                      <a:pt x="14" y="79"/>
                      <a:pt x="11" y="84"/>
                      <a:pt x="10" y="91"/>
                    </a:cubicBezTo>
                    <a:cubicBezTo>
                      <a:pt x="10" y="101"/>
                      <a:pt x="15" y="104"/>
                      <a:pt x="18" y="114"/>
                    </a:cubicBezTo>
                    <a:cubicBezTo>
                      <a:pt x="26" y="132"/>
                      <a:pt x="31" y="154"/>
                      <a:pt x="33" y="174"/>
                    </a:cubicBezTo>
                    <a:cubicBezTo>
                      <a:pt x="35" y="196"/>
                      <a:pt x="29" y="215"/>
                      <a:pt x="29" y="237"/>
                    </a:cubicBezTo>
                    <a:cubicBezTo>
                      <a:pt x="42" y="217"/>
                      <a:pt x="43" y="190"/>
                      <a:pt x="42" y="167"/>
                    </a:cubicBezTo>
                    <a:cubicBezTo>
                      <a:pt x="41" y="143"/>
                      <a:pt x="30" y="125"/>
                      <a:pt x="24" y="102"/>
                    </a:cubicBezTo>
                    <a:cubicBezTo>
                      <a:pt x="19" y="84"/>
                      <a:pt x="20" y="64"/>
                      <a:pt x="16" y="45"/>
                    </a:cubicBezTo>
                    <a:cubicBezTo>
                      <a:pt x="14" y="29"/>
                      <a:pt x="7" y="15"/>
                      <a:pt x="1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4" name="Freeform 21">
                <a:extLst>
                  <a:ext uri="{FF2B5EF4-FFF2-40B4-BE49-F238E27FC236}">
                    <a16:creationId xmlns:a16="http://schemas.microsoft.com/office/drawing/2014/main" id="{D6F9E4ED-8497-4D5E-8225-1F64BB44F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464"/>
                <a:ext cx="110" cy="551"/>
              </a:xfrm>
              <a:custGeom>
                <a:avLst/>
                <a:gdLst>
                  <a:gd name="T0" fmla="*/ 204 w 47"/>
                  <a:gd name="T1" fmla="*/ 466 h 221"/>
                  <a:gd name="T2" fmla="*/ 499 w 47"/>
                  <a:gd name="T3" fmla="*/ 1194 h 221"/>
                  <a:gd name="T4" fmla="*/ 592 w 47"/>
                  <a:gd name="T5" fmla="*/ 1877 h 221"/>
                  <a:gd name="T6" fmla="*/ 164 w 47"/>
                  <a:gd name="T7" fmla="*/ 3426 h 221"/>
                  <a:gd name="T8" fmla="*/ 421 w 47"/>
                  <a:gd name="T9" fmla="*/ 1703 h 221"/>
                  <a:gd name="T10" fmla="*/ 241 w 47"/>
                  <a:gd name="T11" fmla="*/ 745 h 221"/>
                  <a:gd name="T12" fmla="*/ 0 w 47"/>
                  <a:gd name="T13" fmla="*/ 0 h 2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21">
                    <a:moveTo>
                      <a:pt x="16" y="30"/>
                    </a:moveTo>
                    <a:cubicBezTo>
                      <a:pt x="24" y="47"/>
                      <a:pt x="34" y="58"/>
                      <a:pt x="39" y="77"/>
                    </a:cubicBezTo>
                    <a:cubicBezTo>
                      <a:pt x="42" y="92"/>
                      <a:pt x="45" y="106"/>
                      <a:pt x="46" y="121"/>
                    </a:cubicBezTo>
                    <a:cubicBezTo>
                      <a:pt x="47" y="157"/>
                      <a:pt x="33" y="192"/>
                      <a:pt x="13" y="221"/>
                    </a:cubicBezTo>
                    <a:cubicBezTo>
                      <a:pt x="29" y="192"/>
                      <a:pt x="38" y="144"/>
                      <a:pt x="33" y="110"/>
                    </a:cubicBezTo>
                    <a:cubicBezTo>
                      <a:pt x="30" y="89"/>
                      <a:pt x="27" y="67"/>
                      <a:pt x="19" y="48"/>
                    </a:cubicBezTo>
                    <a:cubicBezTo>
                      <a:pt x="11" y="31"/>
                      <a:pt x="4" y="19"/>
                      <a:pt x="0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5" name="Freeform 22">
                <a:extLst>
                  <a:ext uri="{FF2B5EF4-FFF2-40B4-BE49-F238E27FC236}">
                    <a16:creationId xmlns:a16="http://schemas.microsoft.com/office/drawing/2014/main" id="{14F8F87B-7446-4116-8595-8CE82464A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746"/>
                <a:ext cx="92" cy="80"/>
              </a:xfrm>
              <a:custGeom>
                <a:avLst/>
                <a:gdLst>
                  <a:gd name="T0" fmla="*/ 12 w 39"/>
                  <a:gd name="T1" fmla="*/ 0 h 32"/>
                  <a:gd name="T2" fmla="*/ 512 w 39"/>
                  <a:gd name="T3" fmla="*/ 113 h 32"/>
                  <a:gd name="T4" fmla="*/ 0 w 39"/>
                  <a:gd name="T5" fmla="*/ 500 h 32"/>
                  <a:gd name="T6" fmla="*/ 66 w 39"/>
                  <a:gd name="T7" fmla="*/ 17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2">
                    <a:moveTo>
                      <a:pt x="1" y="0"/>
                    </a:moveTo>
                    <a:cubicBezTo>
                      <a:pt x="4" y="17"/>
                      <a:pt x="28" y="7"/>
                      <a:pt x="39" y="7"/>
                    </a:cubicBezTo>
                    <a:cubicBezTo>
                      <a:pt x="27" y="12"/>
                      <a:pt x="5" y="19"/>
                      <a:pt x="0" y="32"/>
                    </a:cubicBezTo>
                    <a:cubicBezTo>
                      <a:pt x="2" y="25"/>
                      <a:pt x="4" y="18"/>
                      <a:pt x="5" y="11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6" name="Freeform 23">
                <a:extLst>
                  <a:ext uri="{FF2B5EF4-FFF2-40B4-BE49-F238E27FC236}">
                    <a16:creationId xmlns:a16="http://schemas.microsoft.com/office/drawing/2014/main" id="{87B3D11D-7A8F-4C36-A6AA-DB721A802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903"/>
                <a:ext cx="84" cy="127"/>
              </a:xfrm>
              <a:custGeom>
                <a:avLst/>
                <a:gdLst>
                  <a:gd name="T0" fmla="*/ 429 w 36"/>
                  <a:gd name="T1" fmla="*/ 0 h 51"/>
                  <a:gd name="T2" fmla="*/ 0 w 36"/>
                  <a:gd name="T3" fmla="*/ 662 h 51"/>
                  <a:gd name="T4" fmla="*/ 457 w 36"/>
                  <a:gd name="T5" fmla="*/ 787 h 51"/>
                  <a:gd name="T6" fmla="*/ 446 w 36"/>
                  <a:gd name="T7" fmla="*/ 62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51">
                    <a:moveTo>
                      <a:pt x="34" y="0"/>
                    </a:moveTo>
                    <a:cubicBezTo>
                      <a:pt x="23" y="15"/>
                      <a:pt x="7" y="26"/>
                      <a:pt x="0" y="43"/>
                    </a:cubicBezTo>
                    <a:cubicBezTo>
                      <a:pt x="12" y="40"/>
                      <a:pt x="25" y="46"/>
                      <a:pt x="36" y="51"/>
                    </a:cubicBezTo>
                    <a:cubicBezTo>
                      <a:pt x="5" y="43"/>
                      <a:pt x="33" y="19"/>
                      <a:pt x="35" y="4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7" name="Freeform 24">
                <a:extLst>
                  <a:ext uri="{FF2B5EF4-FFF2-40B4-BE49-F238E27FC236}">
                    <a16:creationId xmlns:a16="http://schemas.microsoft.com/office/drawing/2014/main" id="{62DD2B8D-14BD-4C0B-92BA-2FA4C76C4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948"/>
                <a:ext cx="283" cy="332"/>
              </a:xfrm>
              <a:custGeom>
                <a:avLst/>
                <a:gdLst>
                  <a:gd name="T0" fmla="*/ 1511 w 121"/>
                  <a:gd name="T1" fmla="*/ 92 h 133"/>
                  <a:gd name="T2" fmla="*/ 1345 w 121"/>
                  <a:gd name="T3" fmla="*/ 854 h 133"/>
                  <a:gd name="T4" fmla="*/ 1176 w 121"/>
                  <a:gd name="T5" fmla="*/ 1403 h 133"/>
                  <a:gd name="T6" fmla="*/ 0 w 121"/>
                  <a:gd name="T7" fmla="*/ 1962 h 133"/>
                  <a:gd name="T8" fmla="*/ 1034 w 121"/>
                  <a:gd name="T9" fmla="*/ 1278 h 133"/>
                  <a:gd name="T10" fmla="*/ 1270 w 121"/>
                  <a:gd name="T11" fmla="*/ 574 h 133"/>
                  <a:gd name="T12" fmla="*/ 1548 w 121"/>
                  <a:gd name="T13" fmla="*/ 0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133">
                    <a:moveTo>
                      <a:pt x="118" y="6"/>
                    </a:moveTo>
                    <a:cubicBezTo>
                      <a:pt x="119" y="23"/>
                      <a:pt x="112" y="40"/>
                      <a:pt x="105" y="55"/>
                    </a:cubicBezTo>
                    <a:cubicBezTo>
                      <a:pt x="99" y="67"/>
                      <a:pt x="98" y="78"/>
                      <a:pt x="92" y="90"/>
                    </a:cubicBezTo>
                    <a:cubicBezTo>
                      <a:pt x="78" y="118"/>
                      <a:pt x="27" y="133"/>
                      <a:pt x="0" y="126"/>
                    </a:cubicBezTo>
                    <a:cubicBezTo>
                      <a:pt x="28" y="124"/>
                      <a:pt x="69" y="112"/>
                      <a:pt x="81" y="82"/>
                    </a:cubicBezTo>
                    <a:cubicBezTo>
                      <a:pt x="87" y="65"/>
                      <a:pt x="87" y="53"/>
                      <a:pt x="99" y="37"/>
                    </a:cubicBezTo>
                    <a:cubicBezTo>
                      <a:pt x="108" y="26"/>
                      <a:pt x="121" y="17"/>
                      <a:pt x="121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8" name="Freeform 25">
                <a:extLst>
                  <a:ext uri="{FF2B5EF4-FFF2-40B4-BE49-F238E27FC236}">
                    <a16:creationId xmlns:a16="http://schemas.microsoft.com/office/drawing/2014/main" id="{E0300540-32E3-4981-8B91-870A098CE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920"/>
                <a:ext cx="522" cy="350"/>
              </a:xfrm>
              <a:custGeom>
                <a:avLst/>
                <a:gdLst>
                  <a:gd name="T0" fmla="*/ 833 w 223"/>
                  <a:gd name="T1" fmla="*/ 2125 h 140"/>
                  <a:gd name="T2" fmla="*/ 1896 w 223"/>
                  <a:gd name="T3" fmla="*/ 1563 h 140"/>
                  <a:gd name="T4" fmla="*/ 2324 w 223"/>
                  <a:gd name="T5" fmla="*/ 875 h 140"/>
                  <a:gd name="T6" fmla="*/ 2860 w 223"/>
                  <a:gd name="T7" fmla="*/ 0 h 140"/>
                  <a:gd name="T8" fmla="*/ 1835 w 223"/>
                  <a:gd name="T9" fmla="*/ 1238 h 140"/>
                  <a:gd name="T10" fmla="*/ 707 w 223"/>
                  <a:gd name="T11" fmla="*/ 1708 h 140"/>
                  <a:gd name="T12" fmla="*/ 279 w 223"/>
                  <a:gd name="T13" fmla="*/ 1333 h 140"/>
                  <a:gd name="T14" fmla="*/ 49 w 223"/>
                  <a:gd name="T15" fmla="*/ 1425 h 140"/>
                  <a:gd name="T16" fmla="*/ 449 w 223"/>
                  <a:gd name="T17" fmla="*/ 1720 h 140"/>
                  <a:gd name="T18" fmla="*/ 805 w 223"/>
                  <a:gd name="T19" fmla="*/ 2188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3" h="140">
                    <a:moveTo>
                      <a:pt x="65" y="136"/>
                    </a:moveTo>
                    <a:cubicBezTo>
                      <a:pt x="98" y="135"/>
                      <a:pt x="124" y="122"/>
                      <a:pt x="148" y="100"/>
                    </a:cubicBezTo>
                    <a:cubicBezTo>
                      <a:pt x="162" y="87"/>
                      <a:pt x="171" y="72"/>
                      <a:pt x="181" y="56"/>
                    </a:cubicBezTo>
                    <a:cubicBezTo>
                      <a:pt x="191" y="38"/>
                      <a:pt x="204" y="8"/>
                      <a:pt x="223" y="0"/>
                    </a:cubicBezTo>
                    <a:cubicBezTo>
                      <a:pt x="184" y="7"/>
                      <a:pt x="168" y="53"/>
                      <a:pt x="143" y="79"/>
                    </a:cubicBezTo>
                    <a:cubicBezTo>
                      <a:pt x="119" y="103"/>
                      <a:pt x="89" y="120"/>
                      <a:pt x="55" y="109"/>
                    </a:cubicBezTo>
                    <a:cubicBezTo>
                      <a:pt x="40" y="104"/>
                      <a:pt x="34" y="93"/>
                      <a:pt x="22" y="85"/>
                    </a:cubicBezTo>
                    <a:cubicBezTo>
                      <a:pt x="19" y="84"/>
                      <a:pt x="0" y="77"/>
                      <a:pt x="4" y="91"/>
                    </a:cubicBezTo>
                    <a:cubicBezTo>
                      <a:pt x="5" y="97"/>
                      <a:pt x="29" y="105"/>
                      <a:pt x="35" y="110"/>
                    </a:cubicBezTo>
                    <a:cubicBezTo>
                      <a:pt x="45" y="119"/>
                      <a:pt x="51" y="134"/>
                      <a:pt x="63" y="14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9" name="Freeform 26">
                <a:extLst>
                  <a:ext uri="{FF2B5EF4-FFF2-40B4-BE49-F238E27FC236}">
                    <a16:creationId xmlns:a16="http://schemas.microsoft.com/office/drawing/2014/main" id="{F80924A7-51DC-4247-B733-49D593517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703"/>
                <a:ext cx="828" cy="412"/>
              </a:xfrm>
              <a:custGeom>
                <a:avLst/>
                <a:gdLst>
                  <a:gd name="T0" fmla="*/ 4453 w 354"/>
                  <a:gd name="T1" fmla="*/ 62 h 165"/>
                  <a:gd name="T2" fmla="*/ 4044 w 354"/>
                  <a:gd name="T3" fmla="*/ 2040 h 165"/>
                  <a:gd name="T4" fmla="*/ 3824 w 354"/>
                  <a:gd name="T5" fmla="*/ 2557 h 165"/>
                  <a:gd name="T6" fmla="*/ 3134 w 354"/>
                  <a:gd name="T7" fmla="*/ 2087 h 165"/>
                  <a:gd name="T8" fmla="*/ 1986 w 354"/>
                  <a:gd name="T9" fmla="*/ 1621 h 165"/>
                  <a:gd name="T10" fmla="*/ 1099 w 354"/>
                  <a:gd name="T11" fmla="*/ 1166 h 165"/>
                  <a:gd name="T12" fmla="*/ 458 w 354"/>
                  <a:gd name="T13" fmla="*/ 529 h 165"/>
                  <a:gd name="T14" fmla="*/ 0 w 354"/>
                  <a:gd name="T15" fmla="*/ 342 h 165"/>
                  <a:gd name="T16" fmla="*/ 985 w 354"/>
                  <a:gd name="T17" fmla="*/ 637 h 165"/>
                  <a:gd name="T18" fmla="*/ 1740 w 354"/>
                  <a:gd name="T19" fmla="*/ 1154 h 165"/>
                  <a:gd name="T20" fmla="*/ 2893 w 354"/>
                  <a:gd name="T21" fmla="*/ 1665 h 165"/>
                  <a:gd name="T22" fmla="*/ 4053 w 354"/>
                  <a:gd name="T23" fmla="*/ 1528 h 165"/>
                  <a:gd name="T24" fmla="*/ 4110 w 354"/>
                  <a:gd name="T25" fmla="*/ 1216 h 165"/>
                  <a:gd name="T26" fmla="*/ 4273 w 354"/>
                  <a:gd name="T27" fmla="*/ 824 h 165"/>
                  <a:gd name="T28" fmla="*/ 4453 w 354"/>
                  <a:gd name="T29" fmla="*/ 0 h 1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54" h="165">
                    <a:moveTo>
                      <a:pt x="348" y="4"/>
                    </a:moveTo>
                    <a:cubicBezTo>
                      <a:pt x="354" y="45"/>
                      <a:pt x="337" y="96"/>
                      <a:pt x="316" y="131"/>
                    </a:cubicBezTo>
                    <a:cubicBezTo>
                      <a:pt x="308" y="145"/>
                      <a:pt x="315" y="165"/>
                      <a:pt x="299" y="164"/>
                    </a:cubicBezTo>
                    <a:cubicBezTo>
                      <a:pt x="283" y="163"/>
                      <a:pt x="259" y="141"/>
                      <a:pt x="245" y="134"/>
                    </a:cubicBezTo>
                    <a:cubicBezTo>
                      <a:pt x="214" y="120"/>
                      <a:pt x="186" y="115"/>
                      <a:pt x="155" y="104"/>
                    </a:cubicBezTo>
                    <a:cubicBezTo>
                      <a:pt x="133" y="96"/>
                      <a:pt x="104" y="90"/>
                      <a:pt x="86" y="75"/>
                    </a:cubicBezTo>
                    <a:cubicBezTo>
                      <a:pt x="69" y="62"/>
                      <a:pt x="56" y="43"/>
                      <a:pt x="36" y="34"/>
                    </a:cubicBezTo>
                    <a:cubicBezTo>
                      <a:pt x="24" y="29"/>
                      <a:pt x="11" y="27"/>
                      <a:pt x="0" y="22"/>
                    </a:cubicBezTo>
                    <a:cubicBezTo>
                      <a:pt x="26" y="26"/>
                      <a:pt x="56" y="27"/>
                      <a:pt x="77" y="41"/>
                    </a:cubicBezTo>
                    <a:cubicBezTo>
                      <a:pt x="97" y="54"/>
                      <a:pt x="115" y="65"/>
                      <a:pt x="136" y="74"/>
                    </a:cubicBezTo>
                    <a:cubicBezTo>
                      <a:pt x="166" y="86"/>
                      <a:pt x="197" y="94"/>
                      <a:pt x="226" y="107"/>
                    </a:cubicBezTo>
                    <a:cubicBezTo>
                      <a:pt x="251" y="118"/>
                      <a:pt x="300" y="129"/>
                      <a:pt x="317" y="98"/>
                    </a:cubicBezTo>
                    <a:cubicBezTo>
                      <a:pt x="320" y="92"/>
                      <a:pt x="319" y="85"/>
                      <a:pt x="321" y="78"/>
                    </a:cubicBezTo>
                    <a:cubicBezTo>
                      <a:pt x="323" y="68"/>
                      <a:pt x="329" y="62"/>
                      <a:pt x="334" y="53"/>
                    </a:cubicBezTo>
                    <a:cubicBezTo>
                      <a:pt x="341" y="39"/>
                      <a:pt x="354" y="16"/>
                      <a:pt x="348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0" name="Freeform 27">
                <a:extLst>
                  <a:ext uri="{FF2B5EF4-FFF2-40B4-BE49-F238E27FC236}">
                    <a16:creationId xmlns:a16="http://schemas.microsoft.com/office/drawing/2014/main" id="{5DC38C62-4F18-4B12-8571-C62D13BA6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469"/>
                <a:ext cx="71" cy="125"/>
              </a:xfrm>
              <a:custGeom>
                <a:avLst/>
                <a:gdLst>
                  <a:gd name="T0" fmla="*/ 0 w 30"/>
                  <a:gd name="T1" fmla="*/ 300 h 50"/>
                  <a:gd name="T2" fmla="*/ 263 w 30"/>
                  <a:gd name="T3" fmla="*/ 0 h 50"/>
                  <a:gd name="T4" fmla="*/ 398 w 30"/>
                  <a:gd name="T5" fmla="*/ 783 h 50"/>
                  <a:gd name="T6" fmla="*/ 50 w 30"/>
                  <a:gd name="T7" fmla="*/ 37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0">
                    <a:moveTo>
                      <a:pt x="0" y="19"/>
                    </a:moveTo>
                    <a:cubicBezTo>
                      <a:pt x="11" y="17"/>
                      <a:pt x="16" y="9"/>
                      <a:pt x="20" y="0"/>
                    </a:cubicBezTo>
                    <a:cubicBezTo>
                      <a:pt x="20" y="17"/>
                      <a:pt x="27" y="33"/>
                      <a:pt x="30" y="50"/>
                    </a:cubicBezTo>
                    <a:cubicBezTo>
                      <a:pt x="26" y="36"/>
                      <a:pt x="19" y="28"/>
                      <a:pt x="4" y="24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1" name="Freeform 28">
                <a:extLst>
                  <a:ext uri="{FF2B5EF4-FFF2-40B4-BE49-F238E27FC236}">
                    <a16:creationId xmlns:a16="http://schemas.microsoft.com/office/drawing/2014/main" id="{536F9513-57B1-43CF-8EDE-6B2727E12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808"/>
                <a:ext cx="119" cy="993"/>
              </a:xfrm>
              <a:custGeom>
                <a:avLst/>
                <a:gdLst>
                  <a:gd name="T0" fmla="*/ 126 w 51"/>
                  <a:gd name="T1" fmla="*/ 0 h 398"/>
                  <a:gd name="T2" fmla="*/ 371 w 51"/>
                  <a:gd name="T3" fmla="*/ 791 h 398"/>
                  <a:gd name="T4" fmla="*/ 469 w 51"/>
                  <a:gd name="T5" fmla="*/ 1644 h 398"/>
                  <a:gd name="T6" fmla="*/ 600 w 51"/>
                  <a:gd name="T7" fmla="*/ 3136 h 398"/>
                  <a:gd name="T8" fmla="*/ 560 w 51"/>
                  <a:gd name="T9" fmla="*/ 4239 h 398"/>
                  <a:gd name="T10" fmla="*/ 637 w 51"/>
                  <a:gd name="T11" fmla="*/ 5746 h 398"/>
                  <a:gd name="T12" fmla="*/ 621 w 51"/>
                  <a:gd name="T13" fmla="*/ 6183 h 398"/>
                  <a:gd name="T14" fmla="*/ 257 w 51"/>
                  <a:gd name="T15" fmla="*/ 4414 h 398"/>
                  <a:gd name="T16" fmla="*/ 163 w 51"/>
                  <a:gd name="T17" fmla="*/ 2877 h 398"/>
                  <a:gd name="T18" fmla="*/ 278 w 51"/>
                  <a:gd name="T19" fmla="*/ 1879 h 398"/>
                  <a:gd name="T20" fmla="*/ 37 w 51"/>
                  <a:gd name="T21" fmla="*/ 1090 h 398"/>
                  <a:gd name="T22" fmla="*/ 0 w 51"/>
                  <a:gd name="T23" fmla="*/ 62 h 3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398">
                    <a:moveTo>
                      <a:pt x="10" y="0"/>
                    </a:moveTo>
                    <a:cubicBezTo>
                      <a:pt x="18" y="14"/>
                      <a:pt x="24" y="35"/>
                      <a:pt x="29" y="51"/>
                    </a:cubicBezTo>
                    <a:cubicBezTo>
                      <a:pt x="35" y="69"/>
                      <a:pt x="35" y="87"/>
                      <a:pt x="37" y="106"/>
                    </a:cubicBezTo>
                    <a:cubicBezTo>
                      <a:pt x="40" y="138"/>
                      <a:pt x="42" y="170"/>
                      <a:pt x="47" y="202"/>
                    </a:cubicBezTo>
                    <a:cubicBezTo>
                      <a:pt x="51" y="227"/>
                      <a:pt x="48" y="248"/>
                      <a:pt x="44" y="273"/>
                    </a:cubicBezTo>
                    <a:cubicBezTo>
                      <a:pt x="40" y="306"/>
                      <a:pt x="51" y="337"/>
                      <a:pt x="50" y="370"/>
                    </a:cubicBezTo>
                    <a:cubicBezTo>
                      <a:pt x="50" y="378"/>
                      <a:pt x="49" y="391"/>
                      <a:pt x="49" y="398"/>
                    </a:cubicBezTo>
                    <a:cubicBezTo>
                      <a:pt x="49" y="357"/>
                      <a:pt x="22" y="324"/>
                      <a:pt x="20" y="284"/>
                    </a:cubicBezTo>
                    <a:cubicBezTo>
                      <a:pt x="19" y="259"/>
                      <a:pt x="46" y="198"/>
                      <a:pt x="13" y="185"/>
                    </a:cubicBezTo>
                    <a:cubicBezTo>
                      <a:pt x="29" y="168"/>
                      <a:pt x="23" y="143"/>
                      <a:pt x="22" y="121"/>
                    </a:cubicBezTo>
                    <a:cubicBezTo>
                      <a:pt x="20" y="106"/>
                      <a:pt x="23" y="74"/>
                      <a:pt x="3" y="70"/>
                    </a:cubicBezTo>
                    <a:cubicBezTo>
                      <a:pt x="9" y="60"/>
                      <a:pt x="16" y="5"/>
                      <a:pt x="0" y="4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2" name="Freeform 29">
                <a:extLst>
                  <a:ext uri="{FF2B5EF4-FFF2-40B4-BE49-F238E27FC236}">
                    <a16:creationId xmlns:a16="http://schemas.microsoft.com/office/drawing/2014/main" id="{E60D6581-700B-4457-92FB-5D49168FC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845"/>
                <a:ext cx="131" cy="674"/>
              </a:xfrm>
              <a:custGeom>
                <a:avLst/>
                <a:gdLst>
                  <a:gd name="T0" fmla="*/ 384 w 56"/>
                  <a:gd name="T1" fmla="*/ 0 h 270"/>
                  <a:gd name="T2" fmla="*/ 241 w 56"/>
                  <a:gd name="T3" fmla="*/ 1166 h 270"/>
                  <a:gd name="T4" fmla="*/ 477 w 56"/>
                  <a:gd name="T5" fmla="*/ 2112 h 270"/>
                  <a:gd name="T6" fmla="*/ 498 w 56"/>
                  <a:gd name="T7" fmla="*/ 2674 h 270"/>
                  <a:gd name="T8" fmla="*/ 592 w 56"/>
                  <a:gd name="T9" fmla="*/ 3160 h 270"/>
                  <a:gd name="T10" fmla="*/ 641 w 56"/>
                  <a:gd name="T11" fmla="*/ 4201 h 270"/>
                  <a:gd name="T12" fmla="*/ 552 w 56"/>
                  <a:gd name="T13" fmla="*/ 3390 h 270"/>
                  <a:gd name="T14" fmla="*/ 372 w 56"/>
                  <a:gd name="T15" fmla="*/ 2953 h 270"/>
                  <a:gd name="T16" fmla="*/ 421 w 56"/>
                  <a:gd name="T17" fmla="*/ 2566 h 270"/>
                  <a:gd name="T18" fmla="*/ 372 w 56"/>
                  <a:gd name="T19" fmla="*/ 2237 h 270"/>
                  <a:gd name="T20" fmla="*/ 164 w 56"/>
                  <a:gd name="T21" fmla="*/ 1870 h 270"/>
                  <a:gd name="T22" fmla="*/ 154 w 56"/>
                  <a:gd name="T23" fmla="*/ 1433 h 270"/>
                  <a:gd name="T24" fmla="*/ 77 w 56"/>
                  <a:gd name="T25" fmla="*/ 979 h 270"/>
                  <a:gd name="T26" fmla="*/ 384 w 56"/>
                  <a:gd name="T27" fmla="*/ 0 h 27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270">
                    <a:moveTo>
                      <a:pt x="30" y="0"/>
                    </a:moveTo>
                    <a:cubicBezTo>
                      <a:pt x="39" y="27"/>
                      <a:pt x="21" y="50"/>
                      <a:pt x="19" y="75"/>
                    </a:cubicBezTo>
                    <a:cubicBezTo>
                      <a:pt x="17" y="96"/>
                      <a:pt x="33" y="115"/>
                      <a:pt x="37" y="136"/>
                    </a:cubicBezTo>
                    <a:cubicBezTo>
                      <a:pt x="40" y="148"/>
                      <a:pt x="38" y="160"/>
                      <a:pt x="39" y="172"/>
                    </a:cubicBezTo>
                    <a:cubicBezTo>
                      <a:pt x="40" y="183"/>
                      <a:pt x="44" y="193"/>
                      <a:pt x="46" y="203"/>
                    </a:cubicBezTo>
                    <a:cubicBezTo>
                      <a:pt x="49" y="221"/>
                      <a:pt x="56" y="253"/>
                      <a:pt x="50" y="270"/>
                    </a:cubicBezTo>
                    <a:cubicBezTo>
                      <a:pt x="55" y="253"/>
                      <a:pt x="48" y="234"/>
                      <a:pt x="43" y="218"/>
                    </a:cubicBezTo>
                    <a:cubicBezTo>
                      <a:pt x="39" y="207"/>
                      <a:pt x="30" y="200"/>
                      <a:pt x="29" y="190"/>
                    </a:cubicBezTo>
                    <a:cubicBezTo>
                      <a:pt x="29" y="183"/>
                      <a:pt x="34" y="173"/>
                      <a:pt x="33" y="165"/>
                    </a:cubicBezTo>
                    <a:cubicBezTo>
                      <a:pt x="33" y="158"/>
                      <a:pt x="31" y="151"/>
                      <a:pt x="29" y="144"/>
                    </a:cubicBezTo>
                    <a:cubicBezTo>
                      <a:pt x="26" y="136"/>
                      <a:pt x="23" y="123"/>
                      <a:pt x="13" y="120"/>
                    </a:cubicBezTo>
                    <a:cubicBezTo>
                      <a:pt x="22" y="110"/>
                      <a:pt x="18" y="102"/>
                      <a:pt x="12" y="92"/>
                    </a:cubicBezTo>
                    <a:cubicBezTo>
                      <a:pt x="4" y="79"/>
                      <a:pt x="0" y="77"/>
                      <a:pt x="6" y="63"/>
                    </a:cubicBezTo>
                    <a:cubicBezTo>
                      <a:pt x="15" y="42"/>
                      <a:pt x="27" y="24"/>
                      <a:pt x="30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3" name="Freeform 30">
                <a:extLst>
                  <a:ext uri="{FF2B5EF4-FFF2-40B4-BE49-F238E27FC236}">
                    <a16:creationId xmlns:a16="http://schemas.microsoft.com/office/drawing/2014/main" id="{8EC9C5FC-98CE-4470-BED4-98A4594C5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821"/>
                <a:ext cx="78" cy="174"/>
              </a:xfrm>
              <a:custGeom>
                <a:avLst/>
                <a:gdLst>
                  <a:gd name="T0" fmla="*/ 0 w 33"/>
                  <a:gd name="T1" fmla="*/ 0 h 70"/>
                  <a:gd name="T2" fmla="*/ 251 w 33"/>
                  <a:gd name="T3" fmla="*/ 1076 h 70"/>
                  <a:gd name="T4" fmla="*/ 40 w 33"/>
                  <a:gd name="T5" fmla="*/ 92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0">
                    <a:moveTo>
                      <a:pt x="0" y="0"/>
                    </a:moveTo>
                    <a:cubicBezTo>
                      <a:pt x="33" y="2"/>
                      <a:pt x="16" y="51"/>
                      <a:pt x="19" y="70"/>
                    </a:cubicBezTo>
                    <a:cubicBezTo>
                      <a:pt x="25" y="51"/>
                      <a:pt x="18" y="18"/>
                      <a:pt x="3" y="6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4" name="Freeform 31">
                <a:extLst>
                  <a:ext uri="{FF2B5EF4-FFF2-40B4-BE49-F238E27FC236}">
                    <a16:creationId xmlns:a16="http://schemas.microsoft.com/office/drawing/2014/main" id="{F4EB2F5F-D4D4-41D3-BD55-4DA33EB1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1883"/>
                <a:ext cx="414" cy="152"/>
              </a:xfrm>
              <a:custGeom>
                <a:avLst/>
                <a:gdLst>
                  <a:gd name="T0" fmla="*/ 421 w 177"/>
                  <a:gd name="T1" fmla="*/ 249 h 61"/>
                  <a:gd name="T2" fmla="*/ 1394 w 177"/>
                  <a:gd name="T3" fmla="*/ 633 h 61"/>
                  <a:gd name="T4" fmla="*/ 2264 w 177"/>
                  <a:gd name="T5" fmla="*/ 870 h 61"/>
                  <a:gd name="T6" fmla="*/ 2140 w 177"/>
                  <a:gd name="T7" fmla="*/ 292 h 61"/>
                  <a:gd name="T8" fmla="*/ 0 w 177"/>
                  <a:gd name="T9" fmla="*/ 92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7" h="61">
                    <a:moveTo>
                      <a:pt x="33" y="16"/>
                    </a:moveTo>
                    <a:cubicBezTo>
                      <a:pt x="57" y="37"/>
                      <a:pt x="78" y="39"/>
                      <a:pt x="109" y="41"/>
                    </a:cubicBezTo>
                    <a:cubicBezTo>
                      <a:pt x="130" y="42"/>
                      <a:pt x="160" y="42"/>
                      <a:pt x="177" y="56"/>
                    </a:cubicBezTo>
                    <a:cubicBezTo>
                      <a:pt x="170" y="46"/>
                      <a:pt x="166" y="32"/>
                      <a:pt x="167" y="19"/>
                    </a:cubicBezTo>
                    <a:cubicBezTo>
                      <a:pt x="170" y="61"/>
                      <a:pt x="19" y="0"/>
                      <a:pt x="0" y="6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5" name="Freeform 32">
                <a:extLst>
                  <a:ext uri="{FF2B5EF4-FFF2-40B4-BE49-F238E27FC236}">
                    <a16:creationId xmlns:a16="http://schemas.microsoft.com/office/drawing/2014/main" id="{2FF228F7-E9CD-4793-B83B-D5FE42B9B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038"/>
                <a:ext cx="626" cy="296"/>
              </a:xfrm>
              <a:custGeom>
                <a:avLst/>
                <a:gdLst>
                  <a:gd name="T0" fmla="*/ 0 w 268"/>
                  <a:gd name="T1" fmla="*/ 0 h 119"/>
                  <a:gd name="T2" fmla="*/ 687 w 268"/>
                  <a:gd name="T3" fmla="*/ 525 h 119"/>
                  <a:gd name="T4" fmla="*/ 1250 w 268"/>
                  <a:gd name="T5" fmla="*/ 973 h 119"/>
                  <a:gd name="T6" fmla="*/ 2270 w 268"/>
                  <a:gd name="T7" fmla="*/ 1385 h 119"/>
                  <a:gd name="T8" fmla="*/ 3415 w 268"/>
                  <a:gd name="T9" fmla="*/ 1831 h 119"/>
                  <a:gd name="T10" fmla="*/ 2565 w 268"/>
                  <a:gd name="T11" fmla="*/ 1169 h 119"/>
                  <a:gd name="T12" fmla="*/ 1696 w 268"/>
                  <a:gd name="T13" fmla="*/ 983 h 119"/>
                  <a:gd name="T14" fmla="*/ 906 w 268"/>
                  <a:gd name="T15" fmla="*/ 465 h 119"/>
                  <a:gd name="T16" fmla="*/ 0 w 268"/>
                  <a:gd name="T17" fmla="*/ 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8" h="119">
                    <a:moveTo>
                      <a:pt x="0" y="0"/>
                    </a:moveTo>
                    <a:cubicBezTo>
                      <a:pt x="15" y="29"/>
                      <a:pt x="31" y="31"/>
                      <a:pt x="54" y="34"/>
                    </a:cubicBezTo>
                    <a:cubicBezTo>
                      <a:pt x="77" y="37"/>
                      <a:pt x="77" y="46"/>
                      <a:pt x="98" y="63"/>
                    </a:cubicBezTo>
                    <a:cubicBezTo>
                      <a:pt x="120" y="80"/>
                      <a:pt x="140" y="87"/>
                      <a:pt x="178" y="90"/>
                    </a:cubicBezTo>
                    <a:cubicBezTo>
                      <a:pt x="217" y="93"/>
                      <a:pt x="226" y="84"/>
                      <a:pt x="268" y="119"/>
                    </a:cubicBezTo>
                    <a:cubicBezTo>
                      <a:pt x="258" y="104"/>
                      <a:pt x="224" y="79"/>
                      <a:pt x="201" y="76"/>
                    </a:cubicBezTo>
                    <a:cubicBezTo>
                      <a:pt x="178" y="73"/>
                      <a:pt x="150" y="76"/>
                      <a:pt x="133" y="64"/>
                    </a:cubicBezTo>
                    <a:cubicBezTo>
                      <a:pt x="115" y="53"/>
                      <a:pt x="91" y="36"/>
                      <a:pt x="71" y="30"/>
                    </a:cubicBezTo>
                    <a:cubicBezTo>
                      <a:pt x="51" y="24"/>
                      <a:pt x="11" y="16"/>
                      <a:pt x="0" y="0"/>
                    </a:cubicBezTo>
                    <a:close/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6" name="Freeform 33">
                <a:extLst>
                  <a:ext uri="{FF2B5EF4-FFF2-40B4-BE49-F238E27FC236}">
                    <a16:creationId xmlns:a16="http://schemas.microsoft.com/office/drawing/2014/main" id="{BDD65EEE-1B8E-42A2-A5C6-E4060BF94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122"/>
                <a:ext cx="508" cy="165"/>
              </a:xfrm>
              <a:custGeom>
                <a:avLst/>
                <a:gdLst>
                  <a:gd name="T0" fmla="*/ 0 w 217"/>
                  <a:gd name="T1" fmla="*/ 0 h 66"/>
                  <a:gd name="T2" fmla="*/ 1463 w 217"/>
                  <a:gd name="T3" fmla="*/ 875 h 66"/>
                  <a:gd name="T4" fmla="*/ 2783 w 217"/>
                  <a:gd name="T5" fmla="*/ 970 h 66"/>
                  <a:gd name="T6" fmla="*/ 1332 w 217"/>
                  <a:gd name="T7" fmla="*/ 658 h 66"/>
                  <a:gd name="T8" fmla="*/ 0 w 217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7" h="66">
                    <a:moveTo>
                      <a:pt x="0" y="0"/>
                    </a:moveTo>
                    <a:cubicBezTo>
                      <a:pt x="21" y="20"/>
                      <a:pt x="50" y="46"/>
                      <a:pt x="114" y="56"/>
                    </a:cubicBezTo>
                    <a:cubicBezTo>
                      <a:pt x="178" y="66"/>
                      <a:pt x="200" y="58"/>
                      <a:pt x="217" y="62"/>
                    </a:cubicBezTo>
                    <a:cubicBezTo>
                      <a:pt x="180" y="55"/>
                      <a:pt x="131" y="52"/>
                      <a:pt x="104" y="42"/>
                    </a:cubicBezTo>
                    <a:cubicBezTo>
                      <a:pt x="77" y="32"/>
                      <a:pt x="11" y="9"/>
                      <a:pt x="0" y="0"/>
                    </a:cubicBezTo>
                    <a:close/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7" name="Freeform 34">
                <a:extLst>
                  <a:ext uri="{FF2B5EF4-FFF2-40B4-BE49-F238E27FC236}">
                    <a16:creationId xmlns:a16="http://schemas.microsoft.com/office/drawing/2014/main" id="{1A913580-C8DC-4599-BD06-CFAEBD97C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287"/>
                <a:ext cx="559" cy="242"/>
              </a:xfrm>
              <a:custGeom>
                <a:avLst/>
                <a:gdLst>
                  <a:gd name="T0" fmla="*/ 0 w 239"/>
                  <a:gd name="T1" fmla="*/ 0 h 97"/>
                  <a:gd name="T2" fmla="*/ 1827 w 239"/>
                  <a:gd name="T3" fmla="*/ 1133 h 97"/>
                  <a:gd name="T4" fmla="*/ 3057 w 239"/>
                  <a:gd name="T5" fmla="*/ 1245 h 97"/>
                  <a:gd name="T6" fmla="*/ 1368 w 239"/>
                  <a:gd name="T7" fmla="*/ 821 h 97"/>
                  <a:gd name="T8" fmla="*/ 0 w 239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9" h="97">
                    <a:moveTo>
                      <a:pt x="0" y="0"/>
                    </a:moveTo>
                    <a:cubicBezTo>
                      <a:pt x="18" y="10"/>
                      <a:pt x="60" y="49"/>
                      <a:pt x="143" y="73"/>
                    </a:cubicBezTo>
                    <a:cubicBezTo>
                      <a:pt x="226" y="97"/>
                      <a:pt x="220" y="74"/>
                      <a:pt x="239" y="80"/>
                    </a:cubicBezTo>
                    <a:cubicBezTo>
                      <a:pt x="217" y="76"/>
                      <a:pt x="156" y="74"/>
                      <a:pt x="107" y="53"/>
                    </a:cubicBezTo>
                    <a:cubicBezTo>
                      <a:pt x="58" y="32"/>
                      <a:pt x="13" y="4"/>
                      <a:pt x="0" y="0"/>
                    </a:cubicBezTo>
                    <a:close/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8" name="Freeform 35">
                <a:extLst>
                  <a:ext uri="{FF2B5EF4-FFF2-40B4-BE49-F238E27FC236}">
                    <a16:creationId xmlns:a16="http://schemas.microsoft.com/office/drawing/2014/main" id="{846E04C9-1632-479B-BAE0-ADE136921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319"/>
                <a:ext cx="94" cy="60"/>
              </a:xfrm>
              <a:custGeom>
                <a:avLst/>
                <a:gdLst>
                  <a:gd name="T0" fmla="*/ 519 w 40"/>
                  <a:gd name="T1" fmla="*/ 0 h 24"/>
                  <a:gd name="T2" fmla="*/ 0 w 40"/>
                  <a:gd name="T3" fmla="*/ 270 h 24"/>
                  <a:gd name="T4" fmla="*/ 491 w 40"/>
                  <a:gd name="T5" fmla="*/ 375 h 24"/>
                  <a:gd name="T6" fmla="*/ 519 w 40"/>
                  <a:gd name="T7" fmla="*/ 9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4">
                    <a:moveTo>
                      <a:pt x="40" y="0"/>
                    </a:moveTo>
                    <a:cubicBezTo>
                      <a:pt x="26" y="13"/>
                      <a:pt x="19" y="15"/>
                      <a:pt x="0" y="17"/>
                    </a:cubicBezTo>
                    <a:cubicBezTo>
                      <a:pt x="11" y="16"/>
                      <a:pt x="26" y="23"/>
                      <a:pt x="38" y="24"/>
                    </a:cubicBezTo>
                    <a:cubicBezTo>
                      <a:pt x="30" y="20"/>
                      <a:pt x="32" y="8"/>
                      <a:pt x="40" y="6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9" name="Freeform 36">
                <a:extLst>
                  <a:ext uri="{FF2B5EF4-FFF2-40B4-BE49-F238E27FC236}">
                    <a16:creationId xmlns:a16="http://schemas.microsoft.com/office/drawing/2014/main" id="{29477B12-00AF-40BB-BD9A-AC906E55B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494"/>
                <a:ext cx="120" cy="62"/>
              </a:xfrm>
              <a:custGeom>
                <a:avLst/>
                <a:gdLst>
                  <a:gd name="T0" fmla="*/ 664 w 51"/>
                  <a:gd name="T1" fmla="*/ 184 h 25"/>
                  <a:gd name="T2" fmla="*/ 0 w 51"/>
                  <a:gd name="T3" fmla="*/ 62 h 25"/>
                  <a:gd name="T4" fmla="*/ 393 w 51"/>
                  <a:gd name="T5" fmla="*/ 382 h 25"/>
                  <a:gd name="T6" fmla="*/ 327 w 51"/>
                  <a:gd name="T7" fmla="*/ 216 h 25"/>
                  <a:gd name="T8" fmla="*/ 492 w 51"/>
                  <a:gd name="T9" fmla="*/ 18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5">
                    <a:moveTo>
                      <a:pt x="51" y="12"/>
                    </a:moveTo>
                    <a:cubicBezTo>
                      <a:pt x="35" y="7"/>
                      <a:pt x="16" y="0"/>
                      <a:pt x="0" y="4"/>
                    </a:cubicBezTo>
                    <a:cubicBezTo>
                      <a:pt x="14" y="8"/>
                      <a:pt x="19" y="18"/>
                      <a:pt x="30" y="25"/>
                    </a:cubicBezTo>
                    <a:cubicBezTo>
                      <a:pt x="27" y="22"/>
                      <a:pt x="27" y="17"/>
                      <a:pt x="25" y="14"/>
                    </a:cubicBezTo>
                    <a:cubicBezTo>
                      <a:pt x="28" y="12"/>
                      <a:pt x="33" y="10"/>
                      <a:pt x="38" y="12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0" name="Freeform 37">
                <a:extLst>
                  <a:ext uri="{FF2B5EF4-FFF2-40B4-BE49-F238E27FC236}">
                    <a16:creationId xmlns:a16="http://schemas.microsoft.com/office/drawing/2014/main" id="{1181E997-2595-4292-97A0-9BAB9B33A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2098"/>
                <a:ext cx="70" cy="92"/>
              </a:xfrm>
              <a:custGeom>
                <a:avLst/>
                <a:gdLst>
                  <a:gd name="T0" fmla="*/ 28 w 30"/>
                  <a:gd name="T1" fmla="*/ 0 h 37"/>
                  <a:gd name="T2" fmla="*/ 380 w 30"/>
                  <a:gd name="T3" fmla="*/ 403 h 37"/>
                  <a:gd name="T4" fmla="*/ 0 w 30"/>
                  <a:gd name="T5" fmla="*/ 569 h 37"/>
                  <a:gd name="T6" fmla="*/ 37 w 30"/>
                  <a:gd name="T7" fmla="*/ 24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7">
                    <a:moveTo>
                      <a:pt x="2" y="0"/>
                    </a:moveTo>
                    <a:cubicBezTo>
                      <a:pt x="6" y="12"/>
                      <a:pt x="20" y="18"/>
                      <a:pt x="30" y="26"/>
                    </a:cubicBezTo>
                    <a:cubicBezTo>
                      <a:pt x="20" y="26"/>
                      <a:pt x="8" y="30"/>
                      <a:pt x="0" y="37"/>
                    </a:cubicBezTo>
                    <a:cubicBezTo>
                      <a:pt x="8" y="32"/>
                      <a:pt x="5" y="24"/>
                      <a:pt x="3" y="16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1" name="Freeform 38">
                <a:extLst>
                  <a:ext uri="{FF2B5EF4-FFF2-40B4-BE49-F238E27FC236}">
                    <a16:creationId xmlns:a16="http://schemas.microsoft.com/office/drawing/2014/main" id="{59A7ADD0-0856-49DC-9D16-CB3F52EF8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" y="1743"/>
                <a:ext cx="75" cy="118"/>
              </a:xfrm>
              <a:custGeom>
                <a:avLst/>
                <a:gdLst>
                  <a:gd name="T0" fmla="*/ 0 w 32"/>
                  <a:gd name="T1" fmla="*/ 618 h 47"/>
                  <a:gd name="T2" fmla="*/ 363 w 32"/>
                  <a:gd name="T3" fmla="*/ 743 h 47"/>
                  <a:gd name="T4" fmla="*/ 335 w 32"/>
                  <a:gd name="T5" fmla="*/ 0 h 47"/>
                  <a:gd name="T6" fmla="*/ 77 w 32"/>
                  <a:gd name="T7" fmla="*/ 555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7">
                    <a:moveTo>
                      <a:pt x="0" y="39"/>
                    </a:moveTo>
                    <a:cubicBezTo>
                      <a:pt x="10" y="36"/>
                      <a:pt x="20" y="42"/>
                      <a:pt x="28" y="47"/>
                    </a:cubicBezTo>
                    <a:cubicBezTo>
                      <a:pt x="24" y="32"/>
                      <a:pt x="32" y="14"/>
                      <a:pt x="26" y="0"/>
                    </a:cubicBezTo>
                    <a:cubicBezTo>
                      <a:pt x="27" y="15"/>
                      <a:pt x="20" y="33"/>
                      <a:pt x="6" y="35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2" name="Freeform 39">
                <a:extLst>
                  <a:ext uri="{FF2B5EF4-FFF2-40B4-BE49-F238E27FC236}">
                    <a16:creationId xmlns:a16="http://schemas.microsoft.com/office/drawing/2014/main" id="{50077D73-D9CB-42BF-9396-D5E7A466A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1267"/>
                <a:ext cx="148" cy="402"/>
              </a:xfrm>
              <a:custGeom>
                <a:avLst/>
                <a:gdLst>
                  <a:gd name="T0" fmla="*/ 712 w 63"/>
                  <a:gd name="T1" fmla="*/ 250 h 161"/>
                  <a:gd name="T2" fmla="*/ 249 w 63"/>
                  <a:gd name="T3" fmla="*/ 1383 h 161"/>
                  <a:gd name="T4" fmla="*/ 233 w 63"/>
                  <a:gd name="T5" fmla="*/ 2507 h 161"/>
                  <a:gd name="T6" fmla="*/ 155 w 63"/>
                  <a:gd name="T7" fmla="*/ 1820 h 161"/>
                  <a:gd name="T8" fmla="*/ 127 w 63"/>
                  <a:gd name="T9" fmla="*/ 936 h 161"/>
                  <a:gd name="T10" fmla="*/ 818 w 63"/>
                  <a:gd name="T11" fmla="*/ 0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161">
                    <a:moveTo>
                      <a:pt x="55" y="16"/>
                    </a:moveTo>
                    <a:cubicBezTo>
                      <a:pt x="44" y="39"/>
                      <a:pt x="24" y="63"/>
                      <a:pt x="19" y="89"/>
                    </a:cubicBezTo>
                    <a:cubicBezTo>
                      <a:pt x="15" y="113"/>
                      <a:pt x="45" y="139"/>
                      <a:pt x="18" y="161"/>
                    </a:cubicBezTo>
                    <a:cubicBezTo>
                      <a:pt x="24" y="144"/>
                      <a:pt x="20" y="133"/>
                      <a:pt x="12" y="117"/>
                    </a:cubicBezTo>
                    <a:cubicBezTo>
                      <a:pt x="1" y="95"/>
                      <a:pt x="0" y="83"/>
                      <a:pt x="10" y="60"/>
                    </a:cubicBezTo>
                    <a:cubicBezTo>
                      <a:pt x="21" y="35"/>
                      <a:pt x="53" y="25"/>
                      <a:pt x="63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3" name="Freeform 40">
                <a:extLst>
                  <a:ext uri="{FF2B5EF4-FFF2-40B4-BE49-F238E27FC236}">
                    <a16:creationId xmlns:a16="http://schemas.microsoft.com/office/drawing/2014/main" id="{0BBD3588-2D20-4B2D-972E-4B8ABD54C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090"/>
                <a:ext cx="110" cy="554"/>
              </a:xfrm>
              <a:custGeom>
                <a:avLst/>
                <a:gdLst>
                  <a:gd name="T0" fmla="*/ 372 w 47"/>
                  <a:gd name="T1" fmla="*/ 42 h 222"/>
                  <a:gd name="T2" fmla="*/ 536 w 47"/>
                  <a:gd name="T3" fmla="*/ 841 h 222"/>
                  <a:gd name="T4" fmla="*/ 295 w 47"/>
                  <a:gd name="T5" fmla="*/ 1787 h 222"/>
                  <a:gd name="T6" fmla="*/ 204 w 47"/>
                  <a:gd name="T7" fmla="*/ 3451 h 222"/>
                  <a:gd name="T8" fmla="*/ 28 w 47"/>
                  <a:gd name="T9" fmla="*/ 2298 h 222"/>
                  <a:gd name="T10" fmla="*/ 269 w 47"/>
                  <a:gd name="T11" fmla="*/ 1462 h 222"/>
                  <a:gd name="T12" fmla="*/ 307 w 47"/>
                  <a:gd name="T13" fmla="*/ 841 h 222"/>
                  <a:gd name="T14" fmla="*/ 344 w 47"/>
                  <a:gd name="T15" fmla="*/ 0 h 2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222">
                    <a:moveTo>
                      <a:pt x="29" y="3"/>
                    </a:moveTo>
                    <a:cubicBezTo>
                      <a:pt x="21" y="25"/>
                      <a:pt x="35" y="36"/>
                      <a:pt x="42" y="54"/>
                    </a:cubicBezTo>
                    <a:cubicBezTo>
                      <a:pt x="47" y="69"/>
                      <a:pt x="29" y="101"/>
                      <a:pt x="23" y="115"/>
                    </a:cubicBezTo>
                    <a:cubicBezTo>
                      <a:pt x="3" y="157"/>
                      <a:pt x="1" y="176"/>
                      <a:pt x="16" y="222"/>
                    </a:cubicBezTo>
                    <a:cubicBezTo>
                      <a:pt x="4" y="201"/>
                      <a:pt x="0" y="172"/>
                      <a:pt x="2" y="148"/>
                    </a:cubicBezTo>
                    <a:cubicBezTo>
                      <a:pt x="3" y="127"/>
                      <a:pt x="15" y="113"/>
                      <a:pt x="21" y="94"/>
                    </a:cubicBezTo>
                    <a:cubicBezTo>
                      <a:pt x="26" y="76"/>
                      <a:pt x="27" y="72"/>
                      <a:pt x="24" y="54"/>
                    </a:cubicBezTo>
                    <a:cubicBezTo>
                      <a:pt x="21" y="38"/>
                      <a:pt x="24" y="16"/>
                      <a:pt x="27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4" name="Freeform 41">
                <a:extLst>
                  <a:ext uri="{FF2B5EF4-FFF2-40B4-BE49-F238E27FC236}">
                    <a16:creationId xmlns:a16="http://schemas.microsoft.com/office/drawing/2014/main" id="{4FD2DD6B-7ED3-4A04-BC4E-1DCA3BF37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092"/>
                <a:ext cx="77" cy="118"/>
              </a:xfrm>
              <a:custGeom>
                <a:avLst/>
                <a:gdLst>
                  <a:gd name="T0" fmla="*/ 12 w 33"/>
                  <a:gd name="T1" fmla="*/ 0 h 47"/>
                  <a:gd name="T2" fmla="*/ 420 w 33"/>
                  <a:gd name="T3" fmla="*/ 618 h 47"/>
                  <a:gd name="T4" fmla="*/ 49 w 33"/>
                  <a:gd name="T5" fmla="*/ 2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7">
                    <a:moveTo>
                      <a:pt x="1" y="0"/>
                    </a:moveTo>
                    <a:cubicBezTo>
                      <a:pt x="0" y="20"/>
                      <a:pt x="10" y="47"/>
                      <a:pt x="33" y="39"/>
                    </a:cubicBezTo>
                    <a:cubicBezTo>
                      <a:pt x="19" y="38"/>
                      <a:pt x="0" y="15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5" name="Freeform 42">
                <a:extLst>
                  <a:ext uri="{FF2B5EF4-FFF2-40B4-BE49-F238E27FC236}">
                    <a16:creationId xmlns:a16="http://schemas.microsoft.com/office/drawing/2014/main" id="{B888F56A-5A8A-499C-B42C-13E606A0F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047"/>
                <a:ext cx="103" cy="429"/>
              </a:xfrm>
              <a:custGeom>
                <a:avLst/>
                <a:gdLst>
                  <a:gd name="T0" fmla="*/ 269 w 44"/>
                  <a:gd name="T1" fmla="*/ 12 h 172"/>
                  <a:gd name="T2" fmla="*/ 449 w 44"/>
                  <a:gd name="T3" fmla="*/ 634 h 172"/>
                  <a:gd name="T4" fmla="*/ 564 w 44"/>
                  <a:gd name="T5" fmla="*/ 1245 h 172"/>
                  <a:gd name="T6" fmla="*/ 0 w 44"/>
                  <a:gd name="T7" fmla="*/ 2669 h 172"/>
                  <a:gd name="T8" fmla="*/ 269 w 44"/>
                  <a:gd name="T9" fmla="*/ 1985 h 172"/>
                  <a:gd name="T10" fmla="*/ 438 w 44"/>
                  <a:gd name="T11" fmla="*/ 1212 h 172"/>
                  <a:gd name="T12" fmla="*/ 344 w 44"/>
                  <a:gd name="T13" fmla="*/ 541 h 172"/>
                  <a:gd name="T14" fmla="*/ 286 w 44"/>
                  <a:gd name="T15" fmla="*/ 0 h 1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72">
                    <a:moveTo>
                      <a:pt x="21" y="1"/>
                    </a:moveTo>
                    <a:cubicBezTo>
                      <a:pt x="28" y="12"/>
                      <a:pt x="32" y="28"/>
                      <a:pt x="35" y="41"/>
                    </a:cubicBezTo>
                    <a:cubicBezTo>
                      <a:pt x="38" y="54"/>
                      <a:pt x="44" y="66"/>
                      <a:pt x="44" y="80"/>
                    </a:cubicBezTo>
                    <a:cubicBezTo>
                      <a:pt x="42" y="115"/>
                      <a:pt x="20" y="145"/>
                      <a:pt x="0" y="172"/>
                    </a:cubicBezTo>
                    <a:cubicBezTo>
                      <a:pt x="1" y="158"/>
                      <a:pt x="16" y="141"/>
                      <a:pt x="21" y="128"/>
                    </a:cubicBezTo>
                    <a:cubicBezTo>
                      <a:pt x="26" y="113"/>
                      <a:pt x="33" y="94"/>
                      <a:pt x="34" y="78"/>
                    </a:cubicBezTo>
                    <a:cubicBezTo>
                      <a:pt x="36" y="63"/>
                      <a:pt x="29" y="50"/>
                      <a:pt x="27" y="35"/>
                    </a:cubicBezTo>
                    <a:cubicBezTo>
                      <a:pt x="26" y="24"/>
                      <a:pt x="21" y="11"/>
                      <a:pt x="22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6" name="Freeform 43">
                <a:extLst>
                  <a:ext uri="{FF2B5EF4-FFF2-40B4-BE49-F238E27FC236}">
                    <a16:creationId xmlns:a16="http://schemas.microsoft.com/office/drawing/2014/main" id="{F11AFE8B-1A57-4960-86CC-C4E989DF7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958"/>
                <a:ext cx="77" cy="112"/>
              </a:xfrm>
              <a:custGeom>
                <a:avLst/>
                <a:gdLst>
                  <a:gd name="T0" fmla="*/ 0 w 33"/>
                  <a:gd name="T1" fmla="*/ 105 h 45"/>
                  <a:gd name="T2" fmla="*/ 315 w 33"/>
                  <a:gd name="T3" fmla="*/ 694 h 45"/>
                  <a:gd name="T4" fmla="*/ 355 w 33"/>
                  <a:gd name="T5" fmla="*/ 353 h 45"/>
                  <a:gd name="T6" fmla="*/ 408 w 33"/>
                  <a:gd name="T7" fmla="*/ 0 h 45"/>
                  <a:gd name="T8" fmla="*/ 201 w 33"/>
                  <a:gd name="T9" fmla="*/ 217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5">
                    <a:moveTo>
                      <a:pt x="0" y="7"/>
                    </a:moveTo>
                    <a:cubicBezTo>
                      <a:pt x="15" y="12"/>
                      <a:pt x="22" y="32"/>
                      <a:pt x="25" y="45"/>
                    </a:cubicBezTo>
                    <a:cubicBezTo>
                      <a:pt x="28" y="39"/>
                      <a:pt x="27" y="30"/>
                      <a:pt x="28" y="23"/>
                    </a:cubicBezTo>
                    <a:cubicBezTo>
                      <a:pt x="29" y="15"/>
                      <a:pt x="33" y="7"/>
                      <a:pt x="32" y="0"/>
                    </a:cubicBezTo>
                    <a:cubicBezTo>
                      <a:pt x="29" y="9"/>
                      <a:pt x="29" y="19"/>
                      <a:pt x="16" y="14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7" name="Freeform 44">
                <a:extLst>
                  <a:ext uri="{FF2B5EF4-FFF2-40B4-BE49-F238E27FC236}">
                    <a16:creationId xmlns:a16="http://schemas.microsoft.com/office/drawing/2014/main" id="{D9EF7403-2BE7-4B7F-ACA9-A7040F7B8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1040"/>
                <a:ext cx="290" cy="269"/>
              </a:xfrm>
              <a:custGeom>
                <a:avLst/>
                <a:gdLst>
                  <a:gd name="T0" fmla="*/ 49 w 124"/>
                  <a:gd name="T1" fmla="*/ 466 h 108"/>
                  <a:gd name="T2" fmla="*/ 552 w 124"/>
                  <a:gd name="T3" fmla="*/ 262 h 108"/>
                  <a:gd name="T4" fmla="*/ 957 w 124"/>
                  <a:gd name="T5" fmla="*/ 620 h 108"/>
                  <a:gd name="T6" fmla="*/ 1270 w 124"/>
                  <a:gd name="T7" fmla="*/ 1235 h 108"/>
                  <a:gd name="T8" fmla="*/ 1586 w 124"/>
                  <a:gd name="T9" fmla="*/ 1669 h 108"/>
                  <a:gd name="T10" fmla="*/ 1230 w 124"/>
                  <a:gd name="T11" fmla="*/ 1111 h 108"/>
                  <a:gd name="T12" fmla="*/ 985 w 124"/>
                  <a:gd name="T13" fmla="*/ 404 h 108"/>
                  <a:gd name="T14" fmla="*/ 0 w 124"/>
                  <a:gd name="T15" fmla="*/ 508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08">
                    <a:moveTo>
                      <a:pt x="4" y="30"/>
                    </a:moveTo>
                    <a:cubicBezTo>
                      <a:pt x="12" y="20"/>
                      <a:pt x="31" y="16"/>
                      <a:pt x="43" y="17"/>
                    </a:cubicBezTo>
                    <a:cubicBezTo>
                      <a:pt x="59" y="18"/>
                      <a:pt x="68" y="27"/>
                      <a:pt x="75" y="40"/>
                    </a:cubicBezTo>
                    <a:cubicBezTo>
                      <a:pt x="83" y="53"/>
                      <a:pt x="89" y="68"/>
                      <a:pt x="99" y="80"/>
                    </a:cubicBezTo>
                    <a:cubicBezTo>
                      <a:pt x="107" y="90"/>
                      <a:pt x="116" y="99"/>
                      <a:pt x="124" y="108"/>
                    </a:cubicBezTo>
                    <a:cubicBezTo>
                      <a:pt x="114" y="104"/>
                      <a:pt x="102" y="82"/>
                      <a:pt x="96" y="72"/>
                    </a:cubicBezTo>
                    <a:cubicBezTo>
                      <a:pt x="88" y="57"/>
                      <a:pt x="89" y="38"/>
                      <a:pt x="77" y="26"/>
                    </a:cubicBezTo>
                    <a:cubicBezTo>
                      <a:pt x="52" y="0"/>
                      <a:pt x="19" y="5"/>
                      <a:pt x="0" y="33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8" name="Freeform 45">
                <a:extLst>
                  <a:ext uri="{FF2B5EF4-FFF2-40B4-BE49-F238E27FC236}">
                    <a16:creationId xmlns:a16="http://schemas.microsoft.com/office/drawing/2014/main" id="{A7A61FA1-6877-4298-B1C6-30BFBDEF2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072"/>
                <a:ext cx="173" cy="247"/>
              </a:xfrm>
              <a:custGeom>
                <a:avLst/>
                <a:gdLst>
                  <a:gd name="T0" fmla="*/ 0 w 74"/>
                  <a:gd name="T1" fmla="*/ 0 h 99"/>
                  <a:gd name="T2" fmla="*/ 192 w 74"/>
                  <a:gd name="T3" fmla="*/ 75 h 99"/>
                  <a:gd name="T4" fmla="*/ 278 w 74"/>
                  <a:gd name="T5" fmla="*/ 324 h 99"/>
                  <a:gd name="T6" fmla="*/ 514 w 74"/>
                  <a:gd name="T7" fmla="*/ 684 h 99"/>
                  <a:gd name="T8" fmla="*/ 858 w 74"/>
                  <a:gd name="T9" fmla="*/ 1040 h 99"/>
                  <a:gd name="T10" fmla="*/ 895 w 74"/>
                  <a:gd name="T11" fmla="*/ 1537 h 99"/>
                  <a:gd name="T12" fmla="*/ 764 w 74"/>
                  <a:gd name="T13" fmla="*/ 1245 h 99"/>
                  <a:gd name="T14" fmla="*/ 498 w 74"/>
                  <a:gd name="T15" fmla="*/ 853 h 99"/>
                  <a:gd name="T16" fmla="*/ 180 w 74"/>
                  <a:gd name="T17" fmla="*/ 417 h 99"/>
                  <a:gd name="T18" fmla="*/ 103 w 74"/>
                  <a:gd name="T19" fmla="*/ 92 h 9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99">
                    <a:moveTo>
                      <a:pt x="0" y="0"/>
                    </a:moveTo>
                    <a:cubicBezTo>
                      <a:pt x="5" y="2"/>
                      <a:pt x="12" y="2"/>
                      <a:pt x="15" y="5"/>
                    </a:cubicBezTo>
                    <a:cubicBezTo>
                      <a:pt x="18" y="8"/>
                      <a:pt x="20" y="17"/>
                      <a:pt x="22" y="21"/>
                    </a:cubicBezTo>
                    <a:cubicBezTo>
                      <a:pt x="26" y="32"/>
                      <a:pt x="31" y="38"/>
                      <a:pt x="40" y="44"/>
                    </a:cubicBezTo>
                    <a:cubicBezTo>
                      <a:pt x="49" y="51"/>
                      <a:pt x="61" y="58"/>
                      <a:pt x="67" y="67"/>
                    </a:cubicBezTo>
                    <a:cubicBezTo>
                      <a:pt x="74" y="78"/>
                      <a:pt x="69" y="87"/>
                      <a:pt x="70" y="99"/>
                    </a:cubicBezTo>
                    <a:cubicBezTo>
                      <a:pt x="70" y="92"/>
                      <a:pt x="65" y="85"/>
                      <a:pt x="60" y="80"/>
                    </a:cubicBezTo>
                    <a:cubicBezTo>
                      <a:pt x="53" y="71"/>
                      <a:pt x="46" y="64"/>
                      <a:pt x="39" y="55"/>
                    </a:cubicBezTo>
                    <a:cubicBezTo>
                      <a:pt x="32" y="44"/>
                      <a:pt x="21" y="38"/>
                      <a:pt x="14" y="27"/>
                    </a:cubicBezTo>
                    <a:cubicBezTo>
                      <a:pt x="9" y="20"/>
                      <a:pt x="12" y="12"/>
                      <a:pt x="8" y="6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9" name="Freeform 46">
                <a:extLst>
                  <a:ext uri="{FF2B5EF4-FFF2-40B4-BE49-F238E27FC236}">
                    <a16:creationId xmlns:a16="http://schemas.microsoft.com/office/drawing/2014/main" id="{4A9C59E0-7CFE-41D2-809B-72032F31A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379"/>
                <a:ext cx="66" cy="302"/>
              </a:xfrm>
              <a:custGeom>
                <a:avLst/>
                <a:gdLst>
                  <a:gd name="T0" fmla="*/ 0 w 28"/>
                  <a:gd name="T1" fmla="*/ 0 h 121"/>
                  <a:gd name="T2" fmla="*/ 184 w 28"/>
                  <a:gd name="T3" fmla="*/ 1091 h 121"/>
                  <a:gd name="T4" fmla="*/ 368 w 28"/>
                  <a:gd name="T5" fmla="*/ 1882 h 121"/>
                  <a:gd name="T6" fmla="*/ 278 w 28"/>
                  <a:gd name="T7" fmla="*/ 996 h 121"/>
                  <a:gd name="T8" fmla="*/ 184 w 28"/>
                  <a:gd name="T9" fmla="*/ 417 h 121"/>
                  <a:gd name="T10" fmla="*/ 50 w 28"/>
                  <a:gd name="T11" fmla="*/ 12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21">
                    <a:moveTo>
                      <a:pt x="0" y="0"/>
                    </a:moveTo>
                    <a:cubicBezTo>
                      <a:pt x="11" y="22"/>
                      <a:pt x="12" y="47"/>
                      <a:pt x="14" y="70"/>
                    </a:cubicBezTo>
                    <a:cubicBezTo>
                      <a:pt x="16" y="85"/>
                      <a:pt x="21" y="108"/>
                      <a:pt x="28" y="121"/>
                    </a:cubicBezTo>
                    <a:cubicBezTo>
                      <a:pt x="22" y="105"/>
                      <a:pt x="24" y="82"/>
                      <a:pt x="21" y="64"/>
                    </a:cubicBezTo>
                    <a:cubicBezTo>
                      <a:pt x="20" y="52"/>
                      <a:pt x="17" y="39"/>
                      <a:pt x="14" y="27"/>
                    </a:cubicBezTo>
                    <a:cubicBezTo>
                      <a:pt x="12" y="18"/>
                      <a:pt x="4" y="1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0" name="Freeform 47">
                <a:extLst>
                  <a:ext uri="{FF2B5EF4-FFF2-40B4-BE49-F238E27FC236}">
                    <a16:creationId xmlns:a16="http://schemas.microsoft.com/office/drawing/2014/main" id="{E43705BC-405A-4F71-8D7E-D6FF8FBBC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092"/>
                <a:ext cx="177" cy="130"/>
              </a:xfrm>
              <a:custGeom>
                <a:avLst/>
                <a:gdLst>
                  <a:gd name="T0" fmla="*/ 0 w 76"/>
                  <a:gd name="T1" fmla="*/ 250 h 52"/>
                  <a:gd name="T2" fmla="*/ 554 w 76"/>
                  <a:gd name="T3" fmla="*/ 95 h 52"/>
                  <a:gd name="T4" fmla="*/ 960 w 76"/>
                  <a:gd name="T5" fmla="*/ 813 h 52"/>
                  <a:gd name="T6" fmla="*/ 505 w 76"/>
                  <a:gd name="T7" fmla="*/ 188 h 52"/>
                  <a:gd name="T8" fmla="*/ 37 w 76"/>
                  <a:gd name="T9" fmla="*/ 25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52">
                    <a:moveTo>
                      <a:pt x="0" y="16"/>
                    </a:moveTo>
                    <a:cubicBezTo>
                      <a:pt x="13" y="8"/>
                      <a:pt x="30" y="0"/>
                      <a:pt x="44" y="6"/>
                    </a:cubicBezTo>
                    <a:cubicBezTo>
                      <a:pt x="60" y="13"/>
                      <a:pt x="71" y="37"/>
                      <a:pt x="76" y="52"/>
                    </a:cubicBezTo>
                    <a:cubicBezTo>
                      <a:pt x="64" y="40"/>
                      <a:pt x="60" y="16"/>
                      <a:pt x="40" y="12"/>
                    </a:cubicBezTo>
                    <a:cubicBezTo>
                      <a:pt x="28" y="10"/>
                      <a:pt x="15" y="14"/>
                      <a:pt x="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1" name="Freeform 48">
                <a:extLst>
                  <a:ext uri="{FF2B5EF4-FFF2-40B4-BE49-F238E27FC236}">
                    <a16:creationId xmlns:a16="http://schemas.microsoft.com/office/drawing/2014/main" id="{90230AB3-E90C-4233-B855-FF00CEFE7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659"/>
                <a:ext cx="40" cy="44"/>
              </a:xfrm>
              <a:custGeom>
                <a:avLst/>
                <a:gdLst>
                  <a:gd name="T0" fmla="*/ 132 w 17"/>
                  <a:gd name="T1" fmla="*/ 0 h 18"/>
                  <a:gd name="T2" fmla="*/ 0 w 17"/>
                  <a:gd name="T3" fmla="*/ 264 h 18"/>
                  <a:gd name="T4" fmla="*/ 221 w 17"/>
                  <a:gd name="T5" fmla="*/ 264 h 18"/>
                  <a:gd name="T6" fmla="*/ 144 w 17"/>
                  <a:gd name="T7" fmla="*/ 10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10" y="0"/>
                    </a:moveTo>
                    <a:cubicBezTo>
                      <a:pt x="9" y="7"/>
                      <a:pt x="4" y="13"/>
                      <a:pt x="0" y="18"/>
                    </a:cubicBezTo>
                    <a:cubicBezTo>
                      <a:pt x="6" y="16"/>
                      <a:pt x="11" y="16"/>
                      <a:pt x="17" y="18"/>
                    </a:cubicBezTo>
                    <a:cubicBezTo>
                      <a:pt x="13" y="15"/>
                      <a:pt x="11" y="11"/>
                      <a:pt x="11" y="7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2" name="Freeform 49">
                <a:extLst>
                  <a:ext uri="{FF2B5EF4-FFF2-40B4-BE49-F238E27FC236}">
                    <a16:creationId xmlns:a16="http://schemas.microsoft.com/office/drawing/2014/main" id="{9E395E02-2994-44A2-BDEF-6F517169F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140"/>
                <a:ext cx="769" cy="307"/>
              </a:xfrm>
              <a:custGeom>
                <a:avLst/>
                <a:gdLst>
                  <a:gd name="T0" fmla="*/ 0 w 329"/>
                  <a:gd name="T1" fmla="*/ 884 h 123"/>
                  <a:gd name="T2" fmla="*/ 1917 w 329"/>
                  <a:gd name="T3" fmla="*/ 1912 h 123"/>
                  <a:gd name="T4" fmla="*/ 3590 w 329"/>
                  <a:gd name="T5" fmla="*/ 1278 h 123"/>
                  <a:gd name="T6" fmla="*/ 4200 w 329"/>
                  <a:gd name="T7" fmla="*/ 0 h 123"/>
                  <a:gd name="T8" fmla="*/ 3649 w 329"/>
                  <a:gd name="T9" fmla="*/ 884 h 123"/>
                  <a:gd name="T10" fmla="*/ 2590 w 329"/>
                  <a:gd name="T11" fmla="*/ 1508 h 123"/>
                  <a:gd name="T12" fmla="*/ 1010 w 329"/>
                  <a:gd name="T13" fmla="*/ 1320 h 123"/>
                  <a:gd name="T14" fmla="*/ 690 w 329"/>
                  <a:gd name="T15" fmla="*/ 654 h 123"/>
                  <a:gd name="T16" fmla="*/ 0 w 329"/>
                  <a:gd name="T17" fmla="*/ 884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9" h="123">
                    <a:moveTo>
                      <a:pt x="0" y="57"/>
                    </a:moveTo>
                    <a:cubicBezTo>
                      <a:pt x="13" y="75"/>
                      <a:pt x="93" y="122"/>
                      <a:pt x="150" y="123"/>
                    </a:cubicBezTo>
                    <a:cubicBezTo>
                      <a:pt x="207" y="123"/>
                      <a:pt x="261" y="102"/>
                      <a:pt x="281" y="82"/>
                    </a:cubicBezTo>
                    <a:cubicBezTo>
                      <a:pt x="301" y="63"/>
                      <a:pt x="312" y="23"/>
                      <a:pt x="329" y="0"/>
                    </a:cubicBezTo>
                    <a:cubicBezTo>
                      <a:pt x="316" y="12"/>
                      <a:pt x="294" y="42"/>
                      <a:pt x="286" y="57"/>
                    </a:cubicBezTo>
                    <a:cubicBezTo>
                      <a:pt x="277" y="71"/>
                      <a:pt x="228" y="92"/>
                      <a:pt x="203" y="97"/>
                    </a:cubicBezTo>
                    <a:cubicBezTo>
                      <a:pt x="177" y="102"/>
                      <a:pt x="115" y="107"/>
                      <a:pt x="79" y="85"/>
                    </a:cubicBezTo>
                    <a:cubicBezTo>
                      <a:pt x="42" y="63"/>
                      <a:pt x="51" y="47"/>
                      <a:pt x="54" y="42"/>
                    </a:cubicBezTo>
                    <a:cubicBezTo>
                      <a:pt x="57" y="38"/>
                      <a:pt x="31" y="64"/>
                      <a:pt x="0" y="57"/>
                    </a:cubicBezTo>
                    <a:close/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3" name="Freeform 50">
                <a:extLst>
                  <a:ext uri="{FF2B5EF4-FFF2-40B4-BE49-F238E27FC236}">
                    <a16:creationId xmlns:a16="http://schemas.microsoft.com/office/drawing/2014/main" id="{B96B4F54-DC85-4939-9902-1C7C29A4C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80"/>
                <a:ext cx="91" cy="122"/>
              </a:xfrm>
              <a:custGeom>
                <a:avLst/>
                <a:gdLst>
                  <a:gd name="T0" fmla="*/ 0 w 39"/>
                  <a:gd name="T1" fmla="*/ 757 h 49"/>
                  <a:gd name="T2" fmla="*/ 495 w 39"/>
                  <a:gd name="T3" fmla="*/ 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49">
                    <a:moveTo>
                      <a:pt x="0" y="49"/>
                    </a:moveTo>
                    <a:cubicBezTo>
                      <a:pt x="22" y="31"/>
                      <a:pt x="32" y="22"/>
                      <a:pt x="3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4" name="Freeform 51">
                <a:extLst>
                  <a:ext uri="{FF2B5EF4-FFF2-40B4-BE49-F238E27FC236}">
                    <a16:creationId xmlns:a16="http://schemas.microsoft.com/office/drawing/2014/main" id="{BCBF6E2D-BD20-424E-80BF-932C9AB34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295"/>
                <a:ext cx="692" cy="439"/>
              </a:xfrm>
              <a:custGeom>
                <a:avLst/>
                <a:gdLst>
                  <a:gd name="T0" fmla="*/ 3350 w 296"/>
                  <a:gd name="T1" fmla="*/ 0 h 176"/>
                  <a:gd name="T2" fmla="*/ 3603 w 296"/>
                  <a:gd name="T3" fmla="*/ 1182 h 176"/>
                  <a:gd name="T4" fmla="*/ 2712 w 296"/>
                  <a:gd name="T5" fmla="*/ 2469 h 176"/>
                  <a:gd name="T6" fmla="*/ 830 w 296"/>
                  <a:gd name="T7" fmla="*/ 2532 h 176"/>
                  <a:gd name="T8" fmla="*/ 0 w 296"/>
                  <a:gd name="T9" fmla="*/ 2532 h 176"/>
                  <a:gd name="T10" fmla="*/ 944 w 296"/>
                  <a:gd name="T11" fmla="*/ 2295 h 176"/>
                  <a:gd name="T12" fmla="*/ 2656 w 296"/>
                  <a:gd name="T13" fmla="*/ 1766 h 176"/>
                  <a:gd name="T14" fmla="*/ 3350 w 296"/>
                  <a:gd name="T15" fmla="*/ 0 h 1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6" h="176">
                    <a:moveTo>
                      <a:pt x="262" y="0"/>
                    </a:moveTo>
                    <a:cubicBezTo>
                      <a:pt x="279" y="17"/>
                      <a:pt x="296" y="31"/>
                      <a:pt x="282" y="76"/>
                    </a:cubicBezTo>
                    <a:cubicBezTo>
                      <a:pt x="268" y="121"/>
                      <a:pt x="243" y="149"/>
                      <a:pt x="212" y="159"/>
                    </a:cubicBezTo>
                    <a:cubicBezTo>
                      <a:pt x="182" y="168"/>
                      <a:pt x="104" y="176"/>
                      <a:pt x="65" y="163"/>
                    </a:cubicBezTo>
                    <a:cubicBezTo>
                      <a:pt x="50" y="158"/>
                      <a:pt x="37" y="171"/>
                      <a:pt x="0" y="163"/>
                    </a:cubicBezTo>
                    <a:cubicBezTo>
                      <a:pt x="16" y="159"/>
                      <a:pt x="49" y="148"/>
                      <a:pt x="74" y="148"/>
                    </a:cubicBezTo>
                    <a:cubicBezTo>
                      <a:pt x="99" y="148"/>
                      <a:pt x="154" y="153"/>
                      <a:pt x="208" y="114"/>
                    </a:cubicBezTo>
                    <a:cubicBezTo>
                      <a:pt x="263" y="75"/>
                      <a:pt x="290" y="46"/>
                      <a:pt x="262" y="0"/>
                    </a:cubicBezTo>
                    <a:close/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5" name="Freeform 52">
                <a:extLst>
                  <a:ext uri="{FF2B5EF4-FFF2-40B4-BE49-F238E27FC236}">
                    <a16:creationId xmlns:a16="http://schemas.microsoft.com/office/drawing/2014/main" id="{EA1E01B3-61DA-463F-89A4-6FB7658CE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2497"/>
                <a:ext cx="704" cy="127"/>
              </a:xfrm>
              <a:custGeom>
                <a:avLst/>
                <a:gdLst>
                  <a:gd name="T0" fmla="*/ 0 w 301"/>
                  <a:gd name="T1" fmla="*/ 75 h 51"/>
                  <a:gd name="T2" fmla="*/ 1675 w 301"/>
                  <a:gd name="T3" fmla="*/ 249 h 51"/>
                  <a:gd name="T4" fmla="*/ 2839 w 301"/>
                  <a:gd name="T5" fmla="*/ 508 h 51"/>
                  <a:gd name="T6" fmla="*/ 3852 w 301"/>
                  <a:gd name="T7" fmla="*/ 774 h 51"/>
                  <a:gd name="T8" fmla="*/ 2505 w 301"/>
                  <a:gd name="T9" fmla="*/ 187 h 51"/>
                  <a:gd name="T10" fmla="*/ 1307 w 301"/>
                  <a:gd name="T11" fmla="*/ 12 h 51"/>
                  <a:gd name="T12" fmla="*/ 0 w 301"/>
                  <a:gd name="T13" fmla="*/ 75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1" h="51">
                    <a:moveTo>
                      <a:pt x="0" y="5"/>
                    </a:moveTo>
                    <a:cubicBezTo>
                      <a:pt x="33" y="14"/>
                      <a:pt x="94" y="16"/>
                      <a:pt x="131" y="16"/>
                    </a:cubicBezTo>
                    <a:cubicBezTo>
                      <a:pt x="168" y="16"/>
                      <a:pt x="197" y="24"/>
                      <a:pt x="222" y="33"/>
                    </a:cubicBezTo>
                    <a:cubicBezTo>
                      <a:pt x="246" y="41"/>
                      <a:pt x="285" y="51"/>
                      <a:pt x="301" y="50"/>
                    </a:cubicBezTo>
                    <a:cubicBezTo>
                      <a:pt x="280" y="44"/>
                      <a:pt x="216" y="21"/>
                      <a:pt x="196" y="12"/>
                    </a:cubicBezTo>
                    <a:cubicBezTo>
                      <a:pt x="176" y="3"/>
                      <a:pt x="127" y="0"/>
                      <a:pt x="102" y="1"/>
                    </a:cubicBezTo>
                    <a:cubicBezTo>
                      <a:pt x="78" y="1"/>
                      <a:pt x="22" y="10"/>
                      <a:pt x="0" y="5"/>
                    </a:cubicBezTo>
                    <a:close/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6" name="Freeform 53">
                <a:extLst>
                  <a:ext uri="{FF2B5EF4-FFF2-40B4-BE49-F238E27FC236}">
                    <a16:creationId xmlns:a16="http://schemas.microsoft.com/office/drawing/2014/main" id="{25593E98-85D4-49F5-840B-229471217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631"/>
                <a:ext cx="351" cy="78"/>
              </a:xfrm>
              <a:custGeom>
                <a:avLst/>
                <a:gdLst>
                  <a:gd name="T0" fmla="*/ 0 w 150"/>
                  <a:gd name="T1" fmla="*/ 0 h 31"/>
                  <a:gd name="T2" fmla="*/ 1577 w 150"/>
                  <a:gd name="T3" fmla="*/ 476 h 31"/>
                  <a:gd name="T4" fmla="*/ 1835 w 150"/>
                  <a:gd name="T5" fmla="*/ 254 h 31"/>
                  <a:gd name="T6" fmla="*/ 0 w 150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31">
                    <a:moveTo>
                      <a:pt x="0" y="0"/>
                    </a:moveTo>
                    <a:cubicBezTo>
                      <a:pt x="20" y="11"/>
                      <a:pt x="95" y="31"/>
                      <a:pt x="123" y="30"/>
                    </a:cubicBezTo>
                    <a:cubicBezTo>
                      <a:pt x="150" y="29"/>
                      <a:pt x="143" y="16"/>
                      <a:pt x="143" y="16"/>
                    </a:cubicBezTo>
                    <a:cubicBezTo>
                      <a:pt x="123" y="15"/>
                      <a:pt x="31" y="18"/>
                      <a:pt x="0" y="0"/>
                    </a:cubicBezTo>
                    <a:close/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7" name="Freeform 54">
                <a:extLst>
                  <a:ext uri="{FF2B5EF4-FFF2-40B4-BE49-F238E27FC236}">
                    <a16:creationId xmlns:a16="http://schemas.microsoft.com/office/drawing/2014/main" id="{56D297C8-9708-443C-8051-4EB922E94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302"/>
                <a:ext cx="105" cy="267"/>
              </a:xfrm>
              <a:custGeom>
                <a:avLst/>
                <a:gdLst>
                  <a:gd name="T0" fmla="*/ 37 w 45"/>
                  <a:gd name="T1" fmla="*/ 155 h 107"/>
                  <a:gd name="T2" fmla="*/ 457 w 45"/>
                  <a:gd name="T3" fmla="*/ 871 h 107"/>
                  <a:gd name="T4" fmla="*/ 371 w 45"/>
                  <a:gd name="T5" fmla="*/ 1662 h 107"/>
                  <a:gd name="T6" fmla="*/ 0 w 45"/>
                  <a:gd name="T7" fmla="*/ 0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07">
                    <a:moveTo>
                      <a:pt x="3" y="10"/>
                    </a:moveTo>
                    <a:cubicBezTo>
                      <a:pt x="17" y="19"/>
                      <a:pt x="30" y="41"/>
                      <a:pt x="36" y="56"/>
                    </a:cubicBezTo>
                    <a:cubicBezTo>
                      <a:pt x="45" y="77"/>
                      <a:pt x="39" y="88"/>
                      <a:pt x="29" y="107"/>
                    </a:cubicBezTo>
                    <a:cubicBezTo>
                      <a:pt x="43" y="76"/>
                      <a:pt x="24" y="23"/>
                      <a:pt x="0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8" name="Freeform 55">
                <a:extLst>
                  <a:ext uri="{FF2B5EF4-FFF2-40B4-BE49-F238E27FC236}">
                    <a16:creationId xmlns:a16="http://schemas.microsoft.com/office/drawing/2014/main" id="{38870B60-94C5-4586-AB80-05778FA7F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489"/>
                <a:ext cx="150" cy="297"/>
              </a:xfrm>
              <a:custGeom>
                <a:avLst/>
                <a:gdLst>
                  <a:gd name="T0" fmla="*/ 155 w 64"/>
                  <a:gd name="T1" fmla="*/ 467 h 119"/>
                  <a:gd name="T2" fmla="*/ 577 w 64"/>
                  <a:gd name="T3" fmla="*/ 1103 h 119"/>
                  <a:gd name="T4" fmla="*/ 708 w 64"/>
                  <a:gd name="T5" fmla="*/ 1849 h 119"/>
                  <a:gd name="T6" fmla="*/ 499 w 64"/>
                  <a:gd name="T7" fmla="*/ 592 h 119"/>
                  <a:gd name="T8" fmla="*/ 49 w 64"/>
                  <a:gd name="T9" fmla="*/ 0 h 119"/>
                  <a:gd name="T10" fmla="*/ 0 w 64"/>
                  <a:gd name="T11" fmla="*/ 417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119">
                    <a:moveTo>
                      <a:pt x="12" y="30"/>
                    </a:moveTo>
                    <a:cubicBezTo>
                      <a:pt x="31" y="37"/>
                      <a:pt x="37" y="54"/>
                      <a:pt x="45" y="71"/>
                    </a:cubicBezTo>
                    <a:cubicBezTo>
                      <a:pt x="52" y="87"/>
                      <a:pt x="59" y="101"/>
                      <a:pt x="55" y="119"/>
                    </a:cubicBezTo>
                    <a:cubicBezTo>
                      <a:pt x="64" y="99"/>
                      <a:pt x="52" y="56"/>
                      <a:pt x="39" y="38"/>
                    </a:cubicBezTo>
                    <a:cubicBezTo>
                      <a:pt x="26" y="21"/>
                      <a:pt x="9" y="24"/>
                      <a:pt x="4" y="0"/>
                    </a:cubicBezTo>
                    <a:cubicBezTo>
                      <a:pt x="3" y="8"/>
                      <a:pt x="2" y="21"/>
                      <a:pt x="0" y="27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9" name="Freeform 56">
                <a:extLst>
                  <a:ext uri="{FF2B5EF4-FFF2-40B4-BE49-F238E27FC236}">
                    <a16:creationId xmlns:a16="http://schemas.microsoft.com/office/drawing/2014/main" id="{A04EDC14-8011-4E04-BBFC-1DAC7A425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836"/>
                <a:ext cx="585" cy="291"/>
              </a:xfrm>
              <a:custGeom>
                <a:avLst/>
                <a:gdLst>
                  <a:gd name="T0" fmla="*/ 103 w 250"/>
                  <a:gd name="T1" fmla="*/ 104 h 117"/>
                  <a:gd name="T2" fmla="*/ 728 w 250"/>
                  <a:gd name="T3" fmla="*/ 662 h 117"/>
                  <a:gd name="T4" fmla="*/ 1561 w 250"/>
                  <a:gd name="T5" fmla="*/ 940 h 117"/>
                  <a:gd name="T6" fmla="*/ 3089 w 250"/>
                  <a:gd name="T7" fmla="*/ 1801 h 117"/>
                  <a:gd name="T8" fmla="*/ 3203 w 250"/>
                  <a:gd name="T9" fmla="*/ 1522 h 117"/>
                  <a:gd name="T10" fmla="*/ 2857 w 250"/>
                  <a:gd name="T11" fmla="*/ 1540 h 117"/>
                  <a:gd name="T12" fmla="*/ 2677 w 250"/>
                  <a:gd name="T13" fmla="*/ 1418 h 117"/>
                  <a:gd name="T14" fmla="*/ 2551 w 250"/>
                  <a:gd name="T15" fmla="*/ 1201 h 117"/>
                  <a:gd name="T16" fmla="*/ 2399 w 250"/>
                  <a:gd name="T17" fmla="*/ 1189 h 117"/>
                  <a:gd name="T18" fmla="*/ 2141 w 250"/>
                  <a:gd name="T19" fmla="*/ 1094 h 117"/>
                  <a:gd name="T20" fmla="*/ 1741 w 250"/>
                  <a:gd name="T21" fmla="*/ 816 h 117"/>
                  <a:gd name="T22" fmla="*/ 1243 w 250"/>
                  <a:gd name="T23" fmla="*/ 674 h 117"/>
                  <a:gd name="T24" fmla="*/ 793 w 250"/>
                  <a:gd name="T25" fmla="*/ 525 h 117"/>
                  <a:gd name="T26" fmla="*/ 0 w 250"/>
                  <a:gd name="T27" fmla="*/ 0 h 1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0" h="117">
                    <a:moveTo>
                      <a:pt x="8" y="7"/>
                    </a:moveTo>
                    <a:cubicBezTo>
                      <a:pt x="16" y="24"/>
                      <a:pt x="42" y="36"/>
                      <a:pt x="57" y="43"/>
                    </a:cubicBezTo>
                    <a:cubicBezTo>
                      <a:pt x="78" y="52"/>
                      <a:pt x="100" y="56"/>
                      <a:pt x="122" y="61"/>
                    </a:cubicBezTo>
                    <a:cubicBezTo>
                      <a:pt x="166" y="70"/>
                      <a:pt x="199" y="102"/>
                      <a:pt x="241" y="117"/>
                    </a:cubicBezTo>
                    <a:cubicBezTo>
                      <a:pt x="244" y="111"/>
                      <a:pt x="246" y="105"/>
                      <a:pt x="250" y="99"/>
                    </a:cubicBezTo>
                    <a:cubicBezTo>
                      <a:pt x="241" y="108"/>
                      <a:pt x="233" y="105"/>
                      <a:pt x="223" y="100"/>
                    </a:cubicBezTo>
                    <a:cubicBezTo>
                      <a:pt x="218" y="97"/>
                      <a:pt x="213" y="96"/>
                      <a:pt x="209" y="92"/>
                    </a:cubicBezTo>
                    <a:cubicBezTo>
                      <a:pt x="205" y="89"/>
                      <a:pt x="203" y="80"/>
                      <a:pt x="199" y="78"/>
                    </a:cubicBezTo>
                    <a:cubicBezTo>
                      <a:pt x="195" y="76"/>
                      <a:pt x="191" y="77"/>
                      <a:pt x="187" y="77"/>
                    </a:cubicBezTo>
                    <a:cubicBezTo>
                      <a:pt x="180" y="76"/>
                      <a:pt x="173" y="73"/>
                      <a:pt x="167" y="71"/>
                    </a:cubicBezTo>
                    <a:cubicBezTo>
                      <a:pt x="154" y="67"/>
                      <a:pt x="147" y="59"/>
                      <a:pt x="136" y="53"/>
                    </a:cubicBezTo>
                    <a:cubicBezTo>
                      <a:pt x="126" y="48"/>
                      <a:pt x="108" y="47"/>
                      <a:pt x="97" y="44"/>
                    </a:cubicBezTo>
                    <a:cubicBezTo>
                      <a:pt x="85" y="40"/>
                      <a:pt x="74" y="37"/>
                      <a:pt x="62" y="34"/>
                    </a:cubicBezTo>
                    <a:cubicBezTo>
                      <a:pt x="37" y="28"/>
                      <a:pt x="22" y="12"/>
                      <a:pt x="0" y="0"/>
                    </a:cubicBezTo>
                  </a:path>
                </a:pathLst>
              </a:custGeom>
              <a:solidFill>
                <a:srgbClr val="AE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0" name="Freeform 57">
                <a:extLst>
                  <a:ext uri="{FF2B5EF4-FFF2-40B4-BE49-F238E27FC236}">
                    <a16:creationId xmlns:a16="http://schemas.microsoft.com/office/drawing/2014/main" id="{4F1C743D-C406-4277-94A8-33EFAF2D2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522"/>
                <a:ext cx="325" cy="202"/>
              </a:xfrm>
              <a:custGeom>
                <a:avLst/>
                <a:gdLst>
                  <a:gd name="T0" fmla="*/ 0 w 139"/>
                  <a:gd name="T1" fmla="*/ 1257 h 81"/>
                  <a:gd name="T2" fmla="*/ 1777 w 139"/>
                  <a:gd name="T3" fmla="*/ 0 h 81"/>
                  <a:gd name="T4" fmla="*/ 0 w 139"/>
                  <a:gd name="T5" fmla="*/ 125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81">
                    <a:moveTo>
                      <a:pt x="0" y="81"/>
                    </a:moveTo>
                    <a:cubicBezTo>
                      <a:pt x="39" y="77"/>
                      <a:pt x="108" y="79"/>
                      <a:pt x="139" y="0"/>
                    </a:cubicBezTo>
                    <a:cubicBezTo>
                      <a:pt x="135" y="15"/>
                      <a:pt x="73" y="77"/>
                      <a:pt x="0" y="81"/>
                    </a:cubicBezTo>
                    <a:close/>
                  </a:path>
                </a:pathLst>
              </a:custGeom>
              <a:solidFill>
                <a:srgbClr val="AE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1" name="Freeform 58">
                <a:extLst>
                  <a:ext uri="{FF2B5EF4-FFF2-40B4-BE49-F238E27FC236}">
                    <a16:creationId xmlns:a16="http://schemas.microsoft.com/office/drawing/2014/main" id="{97C591C8-5AA5-4390-AC06-D398A4D2C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272"/>
                <a:ext cx="124" cy="107"/>
              </a:xfrm>
              <a:custGeom>
                <a:avLst/>
                <a:gdLst>
                  <a:gd name="T0" fmla="*/ 360 w 53"/>
                  <a:gd name="T1" fmla="*/ 0 h 43"/>
                  <a:gd name="T2" fmla="*/ 0 w 53"/>
                  <a:gd name="T3" fmla="*/ 92 h 43"/>
                  <a:gd name="T4" fmla="*/ 678 w 53"/>
                  <a:gd name="T5" fmla="*/ 662 h 43"/>
                  <a:gd name="T6" fmla="*/ 295 w 53"/>
                  <a:gd name="T7" fmla="*/ 371 h 43"/>
                  <a:gd name="T8" fmla="*/ 318 w 53"/>
                  <a:gd name="T9" fmla="*/ 6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28" y="0"/>
                    </a:moveTo>
                    <a:cubicBezTo>
                      <a:pt x="20" y="6"/>
                      <a:pt x="10" y="4"/>
                      <a:pt x="0" y="6"/>
                    </a:cubicBezTo>
                    <a:cubicBezTo>
                      <a:pt x="10" y="27"/>
                      <a:pt x="37" y="32"/>
                      <a:pt x="53" y="43"/>
                    </a:cubicBezTo>
                    <a:cubicBezTo>
                      <a:pt x="43" y="41"/>
                      <a:pt x="31" y="30"/>
                      <a:pt x="23" y="24"/>
                    </a:cubicBezTo>
                    <a:cubicBezTo>
                      <a:pt x="15" y="17"/>
                      <a:pt x="7" y="3"/>
                      <a:pt x="25" y="4"/>
                    </a:cubicBezTo>
                  </a:path>
                </a:pathLst>
              </a:custGeom>
              <a:solidFill>
                <a:srgbClr val="AE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2" name="Freeform 59">
                <a:extLst>
                  <a:ext uri="{FF2B5EF4-FFF2-40B4-BE49-F238E27FC236}">
                    <a16:creationId xmlns:a16="http://schemas.microsoft.com/office/drawing/2014/main" id="{CE821859-835E-4F24-8738-0154703C7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2140"/>
                <a:ext cx="248" cy="110"/>
              </a:xfrm>
              <a:custGeom>
                <a:avLst/>
                <a:gdLst>
                  <a:gd name="T0" fmla="*/ 12 w 106"/>
                  <a:gd name="T1" fmla="*/ 0 h 44"/>
                  <a:gd name="T2" fmla="*/ 641 w 106"/>
                  <a:gd name="T3" fmla="*/ 520 h 44"/>
                  <a:gd name="T4" fmla="*/ 1357 w 106"/>
                  <a:gd name="T5" fmla="*/ 408 h 44"/>
                  <a:gd name="T6" fmla="*/ 601 w 106"/>
                  <a:gd name="T7" fmla="*/ 395 h 44"/>
                  <a:gd name="T8" fmla="*/ 0 w 106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44">
                    <a:moveTo>
                      <a:pt x="1" y="0"/>
                    </a:moveTo>
                    <a:cubicBezTo>
                      <a:pt x="20" y="10"/>
                      <a:pt x="33" y="21"/>
                      <a:pt x="50" y="33"/>
                    </a:cubicBezTo>
                    <a:cubicBezTo>
                      <a:pt x="65" y="44"/>
                      <a:pt x="92" y="38"/>
                      <a:pt x="106" y="26"/>
                    </a:cubicBezTo>
                    <a:cubicBezTo>
                      <a:pt x="87" y="32"/>
                      <a:pt x="66" y="37"/>
                      <a:pt x="47" y="25"/>
                    </a:cubicBezTo>
                    <a:cubicBezTo>
                      <a:pt x="31" y="16"/>
                      <a:pt x="21" y="0"/>
                      <a:pt x="0" y="0"/>
                    </a:cubicBezTo>
                  </a:path>
                </a:pathLst>
              </a:custGeom>
              <a:solidFill>
                <a:srgbClr val="AE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3" name="Freeform 60">
                <a:extLst>
                  <a:ext uri="{FF2B5EF4-FFF2-40B4-BE49-F238E27FC236}">
                    <a16:creationId xmlns:a16="http://schemas.microsoft.com/office/drawing/2014/main" id="{F8B23996-75B7-4C17-8B48-6E01809FA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" y="766"/>
                <a:ext cx="2797" cy="2000"/>
              </a:xfrm>
              <a:custGeom>
                <a:avLst/>
                <a:gdLst>
                  <a:gd name="T0" fmla="*/ 10949 w 1196"/>
                  <a:gd name="T1" fmla="*/ 9663 h 802"/>
                  <a:gd name="T2" fmla="*/ 12776 w 1196"/>
                  <a:gd name="T3" fmla="*/ 10529 h 802"/>
                  <a:gd name="T4" fmla="*/ 14401 w 1196"/>
                  <a:gd name="T5" fmla="*/ 9913 h 802"/>
                  <a:gd name="T6" fmla="*/ 14953 w 1196"/>
                  <a:gd name="T7" fmla="*/ 8805 h 802"/>
                  <a:gd name="T8" fmla="*/ 15210 w 1196"/>
                  <a:gd name="T9" fmla="*/ 7830 h 802"/>
                  <a:gd name="T10" fmla="*/ 15260 w 1196"/>
                  <a:gd name="T11" fmla="*/ 6965 h 802"/>
                  <a:gd name="T12" fmla="*/ 15285 w 1196"/>
                  <a:gd name="T13" fmla="*/ 6312 h 802"/>
                  <a:gd name="T14" fmla="*/ 14991 w 1196"/>
                  <a:gd name="T15" fmla="*/ 4888 h 802"/>
                  <a:gd name="T16" fmla="*/ 14659 w 1196"/>
                  <a:gd name="T17" fmla="*/ 4030 h 802"/>
                  <a:gd name="T18" fmla="*/ 14132 w 1196"/>
                  <a:gd name="T19" fmla="*/ 2885 h 802"/>
                  <a:gd name="T20" fmla="*/ 13471 w 1196"/>
                  <a:gd name="T21" fmla="*/ 2190 h 802"/>
                  <a:gd name="T22" fmla="*/ 11342 w 1196"/>
                  <a:gd name="T23" fmla="*/ 978 h 802"/>
                  <a:gd name="T24" fmla="*/ 9621 w 1196"/>
                  <a:gd name="T25" fmla="*/ 466 h 802"/>
                  <a:gd name="T26" fmla="*/ 8927 w 1196"/>
                  <a:gd name="T27" fmla="*/ 155 h 802"/>
                  <a:gd name="T28" fmla="*/ 8171 w 1196"/>
                  <a:gd name="T29" fmla="*/ 249 h 802"/>
                  <a:gd name="T30" fmla="*/ 7049 w 1196"/>
                  <a:gd name="T31" fmla="*/ 262 h 802"/>
                  <a:gd name="T32" fmla="*/ 5982 w 1196"/>
                  <a:gd name="T33" fmla="*/ 571 h 802"/>
                  <a:gd name="T34" fmla="*/ 4348 w 1196"/>
                  <a:gd name="T35" fmla="*/ 820 h 802"/>
                  <a:gd name="T36" fmla="*/ 2762 w 1196"/>
                  <a:gd name="T37" fmla="*/ 1910 h 802"/>
                  <a:gd name="T38" fmla="*/ 2007 w 1196"/>
                  <a:gd name="T39" fmla="*/ 3289 h 802"/>
                  <a:gd name="T40" fmla="*/ 1319 w 1196"/>
                  <a:gd name="T41" fmla="*/ 4155 h 802"/>
                  <a:gd name="T42" fmla="*/ 973 w 1196"/>
                  <a:gd name="T43" fmla="*/ 4796 h 802"/>
                  <a:gd name="T44" fmla="*/ 393 w 1196"/>
                  <a:gd name="T45" fmla="*/ 7007 h 802"/>
                  <a:gd name="T46" fmla="*/ 421 w 1196"/>
                  <a:gd name="T47" fmla="*/ 8888 h 802"/>
                  <a:gd name="T48" fmla="*/ 1864 w 1196"/>
                  <a:gd name="T49" fmla="*/ 10965 h 802"/>
                  <a:gd name="T50" fmla="*/ 4118 w 1196"/>
                  <a:gd name="T51" fmla="*/ 11212 h 802"/>
                  <a:gd name="T52" fmla="*/ 5945 w 1196"/>
                  <a:gd name="T53" fmla="*/ 11599 h 802"/>
                  <a:gd name="T54" fmla="*/ 8045 w 1196"/>
                  <a:gd name="T55" fmla="*/ 12115 h 802"/>
                  <a:gd name="T56" fmla="*/ 10692 w 1196"/>
                  <a:gd name="T57" fmla="*/ 11599 h 802"/>
                  <a:gd name="T58" fmla="*/ 10949 w 1196"/>
                  <a:gd name="T59" fmla="*/ 9663 h 80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196" h="802">
                    <a:moveTo>
                      <a:pt x="856" y="623"/>
                    </a:moveTo>
                    <a:cubicBezTo>
                      <a:pt x="892" y="654"/>
                      <a:pt x="960" y="681"/>
                      <a:pt x="999" y="679"/>
                    </a:cubicBezTo>
                    <a:cubicBezTo>
                      <a:pt x="1040" y="677"/>
                      <a:pt x="1095" y="668"/>
                      <a:pt x="1126" y="639"/>
                    </a:cubicBezTo>
                    <a:cubicBezTo>
                      <a:pt x="1145" y="621"/>
                      <a:pt x="1156" y="590"/>
                      <a:pt x="1169" y="568"/>
                    </a:cubicBezTo>
                    <a:cubicBezTo>
                      <a:pt x="1181" y="549"/>
                      <a:pt x="1186" y="529"/>
                      <a:pt x="1189" y="505"/>
                    </a:cubicBezTo>
                    <a:cubicBezTo>
                      <a:pt x="1192" y="486"/>
                      <a:pt x="1195" y="468"/>
                      <a:pt x="1193" y="449"/>
                    </a:cubicBezTo>
                    <a:cubicBezTo>
                      <a:pt x="1192" y="435"/>
                      <a:pt x="1196" y="421"/>
                      <a:pt x="1195" y="407"/>
                    </a:cubicBezTo>
                    <a:cubicBezTo>
                      <a:pt x="1192" y="378"/>
                      <a:pt x="1185" y="342"/>
                      <a:pt x="1172" y="315"/>
                    </a:cubicBezTo>
                    <a:cubicBezTo>
                      <a:pt x="1162" y="295"/>
                      <a:pt x="1152" y="282"/>
                      <a:pt x="1146" y="260"/>
                    </a:cubicBezTo>
                    <a:cubicBezTo>
                      <a:pt x="1140" y="230"/>
                      <a:pt x="1125" y="210"/>
                      <a:pt x="1105" y="186"/>
                    </a:cubicBezTo>
                    <a:cubicBezTo>
                      <a:pt x="1094" y="173"/>
                      <a:pt x="1064" y="145"/>
                      <a:pt x="1053" y="141"/>
                    </a:cubicBezTo>
                    <a:cubicBezTo>
                      <a:pt x="1027" y="111"/>
                      <a:pt x="930" y="45"/>
                      <a:pt x="887" y="63"/>
                    </a:cubicBezTo>
                    <a:cubicBezTo>
                      <a:pt x="875" y="30"/>
                      <a:pt x="779" y="12"/>
                      <a:pt x="752" y="30"/>
                    </a:cubicBezTo>
                    <a:cubicBezTo>
                      <a:pt x="748" y="20"/>
                      <a:pt x="730" y="13"/>
                      <a:pt x="698" y="10"/>
                    </a:cubicBezTo>
                    <a:cubicBezTo>
                      <a:pt x="676" y="8"/>
                      <a:pt x="650" y="8"/>
                      <a:pt x="639" y="16"/>
                    </a:cubicBezTo>
                    <a:cubicBezTo>
                      <a:pt x="622" y="12"/>
                      <a:pt x="571" y="0"/>
                      <a:pt x="551" y="17"/>
                    </a:cubicBezTo>
                    <a:cubicBezTo>
                      <a:pt x="528" y="0"/>
                      <a:pt x="478" y="18"/>
                      <a:pt x="468" y="37"/>
                    </a:cubicBezTo>
                    <a:cubicBezTo>
                      <a:pt x="449" y="14"/>
                      <a:pt x="390" y="26"/>
                      <a:pt x="340" y="53"/>
                    </a:cubicBezTo>
                    <a:cubicBezTo>
                      <a:pt x="300" y="75"/>
                      <a:pt x="257" y="92"/>
                      <a:pt x="216" y="123"/>
                    </a:cubicBezTo>
                    <a:cubicBezTo>
                      <a:pt x="174" y="154"/>
                      <a:pt x="134" y="196"/>
                      <a:pt x="157" y="212"/>
                    </a:cubicBezTo>
                    <a:cubicBezTo>
                      <a:pt x="124" y="222"/>
                      <a:pt x="122" y="235"/>
                      <a:pt x="103" y="268"/>
                    </a:cubicBezTo>
                    <a:cubicBezTo>
                      <a:pt x="84" y="301"/>
                      <a:pt x="76" y="309"/>
                      <a:pt x="76" y="309"/>
                    </a:cubicBezTo>
                    <a:cubicBezTo>
                      <a:pt x="54" y="328"/>
                      <a:pt x="23" y="426"/>
                      <a:pt x="31" y="452"/>
                    </a:cubicBezTo>
                    <a:cubicBezTo>
                      <a:pt x="17" y="470"/>
                      <a:pt x="0" y="560"/>
                      <a:pt x="33" y="573"/>
                    </a:cubicBezTo>
                    <a:cubicBezTo>
                      <a:pt x="31" y="610"/>
                      <a:pt x="74" y="695"/>
                      <a:pt x="146" y="707"/>
                    </a:cubicBezTo>
                    <a:cubicBezTo>
                      <a:pt x="225" y="721"/>
                      <a:pt x="274" y="714"/>
                      <a:pt x="322" y="723"/>
                    </a:cubicBezTo>
                    <a:cubicBezTo>
                      <a:pt x="371" y="731"/>
                      <a:pt x="453" y="760"/>
                      <a:pt x="465" y="748"/>
                    </a:cubicBezTo>
                    <a:cubicBezTo>
                      <a:pt x="486" y="767"/>
                      <a:pt x="608" y="795"/>
                      <a:pt x="629" y="781"/>
                    </a:cubicBezTo>
                    <a:cubicBezTo>
                      <a:pt x="672" y="793"/>
                      <a:pt x="793" y="802"/>
                      <a:pt x="836" y="748"/>
                    </a:cubicBezTo>
                    <a:cubicBezTo>
                      <a:pt x="863" y="714"/>
                      <a:pt x="884" y="655"/>
                      <a:pt x="856" y="623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4" name="Freeform 61">
                <a:extLst>
                  <a:ext uri="{FF2B5EF4-FFF2-40B4-BE49-F238E27FC236}">
                    <a16:creationId xmlns:a16="http://schemas.microsoft.com/office/drawing/2014/main" id="{526036A5-E6C4-499C-B2A5-6CDF5EE1F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48"/>
                <a:ext cx="982" cy="576"/>
              </a:xfrm>
              <a:custGeom>
                <a:avLst/>
                <a:gdLst>
                  <a:gd name="T0" fmla="*/ 0 w 420"/>
                  <a:gd name="T1" fmla="*/ 0 h 231"/>
                  <a:gd name="T2" fmla="*/ 793 w 420"/>
                  <a:gd name="T3" fmla="*/ 354 h 231"/>
                  <a:gd name="T4" fmla="*/ 1508 w 420"/>
                  <a:gd name="T5" fmla="*/ 1025 h 231"/>
                  <a:gd name="T6" fmla="*/ 3374 w 420"/>
                  <a:gd name="T7" fmla="*/ 1890 h 231"/>
                  <a:gd name="T8" fmla="*/ 4816 w 420"/>
                  <a:gd name="T9" fmla="*/ 2947 h 231"/>
                  <a:gd name="T10" fmla="*/ 5368 w 420"/>
                  <a:gd name="T11" fmla="*/ 3581 h 2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0" h="231">
                    <a:moveTo>
                      <a:pt x="0" y="0"/>
                    </a:moveTo>
                    <a:cubicBezTo>
                      <a:pt x="21" y="8"/>
                      <a:pt x="43" y="10"/>
                      <a:pt x="62" y="23"/>
                    </a:cubicBezTo>
                    <a:cubicBezTo>
                      <a:pt x="82" y="37"/>
                      <a:pt x="96" y="54"/>
                      <a:pt x="118" y="66"/>
                    </a:cubicBezTo>
                    <a:cubicBezTo>
                      <a:pt x="164" y="91"/>
                      <a:pt x="220" y="94"/>
                      <a:pt x="264" y="122"/>
                    </a:cubicBezTo>
                    <a:cubicBezTo>
                      <a:pt x="301" y="145"/>
                      <a:pt x="344" y="162"/>
                      <a:pt x="377" y="190"/>
                    </a:cubicBezTo>
                    <a:cubicBezTo>
                      <a:pt x="388" y="200"/>
                      <a:pt x="405" y="219"/>
                      <a:pt x="420" y="231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5" name="Freeform 62">
                <a:extLst>
                  <a:ext uri="{FF2B5EF4-FFF2-40B4-BE49-F238E27FC236}">
                    <a16:creationId xmlns:a16="http://schemas.microsoft.com/office/drawing/2014/main" id="{CDF14137-C816-463A-AFBA-9F59CA6C9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808"/>
                <a:ext cx="124" cy="1008"/>
              </a:xfrm>
              <a:custGeom>
                <a:avLst/>
                <a:gdLst>
                  <a:gd name="T0" fmla="*/ 0 w 53"/>
                  <a:gd name="T1" fmla="*/ 0 h 404"/>
                  <a:gd name="T2" fmla="*/ 306 w 53"/>
                  <a:gd name="T3" fmla="*/ 1475 h 404"/>
                  <a:gd name="T4" fmla="*/ 384 w 53"/>
                  <a:gd name="T5" fmla="*/ 2857 h 404"/>
                  <a:gd name="T6" fmla="*/ 449 w 53"/>
                  <a:gd name="T7" fmla="*/ 3947 h 404"/>
                  <a:gd name="T8" fmla="*/ 678 w 53"/>
                  <a:gd name="T9" fmla="*/ 6275 h 4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04">
                    <a:moveTo>
                      <a:pt x="0" y="0"/>
                    </a:moveTo>
                    <a:cubicBezTo>
                      <a:pt x="8" y="23"/>
                      <a:pt x="24" y="54"/>
                      <a:pt x="24" y="95"/>
                    </a:cubicBezTo>
                    <a:cubicBezTo>
                      <a:pt x="24" y="136"/>
                      <a:pt x="28" y="157"/>
                      <a:pt x="30" y="184"/>
                    </a:cubicBezTo>
                    <a:cubicBezTo>
                      <a:pt x="33" y="210"/>
                      <a:pt x="41" y="231"/>
                      <a:pt x="35" y="254"/>
                    </a:cubicBezTo>
                    <a:cubicBezTo>
                      <a:pt x="28" y="276"/>
                      <a:pt x="33" y="359"/>
                      <a:pt x="53" y="40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6" name="Freeform 63">
                <a:extLst>
                  <a:ext uri="{FF2B5EF4-FFF2-40B4-BE49-F238E27FC236}">
                    <a16:creationId xmlns:a16="http://schemas.microsoft.com/office/drawing/2014/main" id="{4FFB7BDA-B75A-47DA-BCAF-6C4ACE54C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808"/>
                <a:ext cx="115" cy="741"/>
              </a:xfrm>
              <a:custGeom>
                <a:avLst/>
                <a:gdLst>
                  <a:gd name="T0" fmla="*/ 209 w 49"/>
                  <a:gd name="T1" fmla="*/ 0 h 297"/>
                  <a:gd name="T2" fmla="*/ 106 w 49"/>
                  <a:gd name="T3" fmla="*/ 1183 h 297"/>
                  <a:gd name="T4" fmla="*/ 258 w 49"/>
                  <a:gd name="T5" fmla="*/ 2078 h 297"/>
                  <a:gd name="T6" fmla="*/ 347 w 49"/>
                  <a:gd name="T7" fmla="*/ 2857 h 297"/>
                  <a:gd name="T8" fmla="*/ 519 w 49"/>
                  <a:gd name="T9" fmla="*/ 3740 h 297"/>
                  <a:gd name="T10" fmla="*/ 336 w 49"/>
                  <a:gd name="T11" fmla="*/ 4613 h 2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97">
                    <a:moveTo>
                      <a:pt x="16" y="0"/>
                    </a:moveTo>
                    <a:cubicBezTo>
                      <a:pt x="28" y="23"/>
                      <a:pt x="16" y="54"/>
                      <a:pt x="8" y="76"/>
                    </a:cubicBezTo>
                    <a:cubicBezTo>
                      <a:pt x="0" y="101"/>
                      <a:pt x="9" y="112"/>
                      <a:pt x="20" y="134"/>
                    </a:cubicBezTo>
                    <a:cubicBezTo>
                      <a:pt x="29" y="152"/>
                      <a:pt x="26" y="163"/>
                      <a:pt x="27" y="184"/>
                    </a:cubicBezTo>
                    <a:cubicBezTo>
                      <a:pt x="29" y="203"/>
                      <a:pt x="38" y="222"/>
                      <a:pt x="40" y="241"/>
                    </a:cubicBezTo>
                    <a:cubicBezTo>
                      <a:pt x="42" y="268"/>
                      <a:pt x="49" y="282"/>
                      <a:pt x="26" y="29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7" name="Freeform 64">
                <a:extLst>
                  <a:ext uri="{FF2B5EF4-FFF2-40B4-BE49-F238E27FC236}">
                    <a16:creationId xmlns:a16="http://schemas.microsoft.com/office/drawing/2014/main" id="{EEE7B2DC-6F54-4CAC-AF65-389C1402C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1499"/>
                <a:ext cx="32" cy="42"/>
              </a:xfrm>
              <a:custGeom>
                <a:avLst/>
                <a:gdLst>
                  <a:gd name="T0" fmla="*/ 0 w 14"/>
                  <a:gd name="T1" fmla="*/ 0 h 17"/>
                  <a:gd name="T2" fmla="*/ 167 w 14"/>
                  <a:gd name="T3" fmla="*/ 25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7">
                    <a:moveTo>
                      <a:pt x="0" y="0"/>
                    </a:moveTo>
                    <a:cubicBezTo>
                      <a:pt x="3" y="7"/>
                      <a:pt x="8" y="12"/>
                      <a:pt x="14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8" name="Freeform 65">
                <a:extLst>
                  <a:ext uri="{FF2B5EF4-FFF2-40B4-BE49-F238E27FC236}">
                    <a16:creationId xmlns:a16="http://schemas.microsoft.com/office/drawing/2014/main" id="{18A6EF34-AC25-4C7F-82F6-11398281C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055"/>
                <a:ext cx="318" cy="272"/>
              </a:xfrm>
              <a:custGeom>
                <a:avLst/>
                <a:gdLst>
                  <a:gd name="T0" fmla="*/ 0 w 136"/>
                  <a:gd name="T1" fmla="*/ 542 h 109"/>
                  <a:gd name="T2" fmla="*/ 896 w 136"/>
                  <a:gd name="T3" fmla="*/ 312 h 109"/>
                  <a:gd name="T4" fmla="*/ 1279 w 136"/>
                  <a:gd name="T5" fmla="*/ 996 h 109"/>
                  <a:gd name="T6" fmla="*/ 1740 w 136"/>
                  <a:gd name="T7" fmla="*/ 1694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09">
                    <a:moveTo>
                      <a:pt x="0" y="35"/>
                    </a:moveTo>
                    <a:cubicBezTo>
                      <a:pt x="19" y="15"/>
                      <a:pt x="46" y="0"/>
                      <a:pt x="70" y="20"/>
                    </a:cubicBezTo>
                    <a:cubicBezTo>
                      <a:pt x="83" y="31"/>
                      <a:pt x="91" y="51"/>
                      <a:pt x="100" y="64"/>
                    </a:cubicBezTo>
                    <a:cubicBezTo>
                      <a:pt x="110" y="82"/>
                      <a:pt x="125" y="93"/>
                      <a:pt x="136" y="10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9" name="Freeform 66">
                <a:extLst>
                  <a:ext uri="{FF2B5EF4-FFF2-40B4-BE49-F238E27FC236}">
                    <a16:creationId xmlns:a16="http://schemas.microsoft.com/office/drawing/2014/main" id="{B8040116-F4F9-478B-8646-6E5642BE1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060"/>
                <a:ext cx="77" cy="30"/>
              </a:xfrm>
              <a:custGeom>
                <a:avLst/>
                <a:gdLst>
                  <a:gd name="T0" fmla="*/ 0 w 33"/>
                  <a:gd name="T1" fmla="*/ 33 h 12"/>
                  <a:gd name="T2" fmla="*/ 420 w 3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2"/>
                    </a:moveTo>
                    <a:cubicBezTo>
                      <a:pt x="10" y="12"/>
                      <a:pt x="26" y="12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0" name="Freeform 67">
                <a:extLst>
                  <a:ext uri="{FF2B5EF4-FFF2-40B4-BE49-F238E27FC236}">
                    <a16:creationId xmlns:a16="http://schemas.microsoft.com/office/drawing/2014/main" id="{309CCABF-D3DF-449C-9951-2BAA0C02A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250"/>
                <a:ext cx="92" cy="82"/>
              </a:xfrm>
              <a:custGeom>
                <a:avLst/>
                <a:gdLst>
                  <a:gd name="T0" fmla="*/ 0 w 39"/>
                  <a:gd name="T1" fmla="*/ 507 h 33"/>
                  <a:gd name="T2" fmla="*/ 0 w 39"/>
                  <a:gd name="T3" fmla="*/ 0 h 33"/>
                  <a:gd name="T4" fmla="*/ 512 w 39"/>
                  <a:gd name="T5" fmla="*/ 92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3">
                    <a:moveTo>
                      <a:pt x="0" y="33"/>
                    </a:moveTo>
                    <a:cubicBezTo>
                      <a:pt x="3" y="22"/>
                      <a:pt x="3" y="10"/>
                      <a:pt x="0" y="0"/>
                    </a:cubicBezTo>
                    <a:cubicBezTo>
                      <a:pt x="13" y="4"/>
                      <a:pt x="28" y="12"/>
                      <a:pt x="39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1" name="Freeform 68">
                <a:extLst>
                  <a:ext uri="{FF2B5EF4-FFF2-40B4-BE49-F238E27FC236}">
                    <a16:creationId xmlns:a16="http://schemas.microsoft.com/office/drawing/2014/main" id="{E70EC936-410E-4AA8-B297-32E9EE329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085"/>
                <a:ext cx="131" cy="165"/>
              </a:xfrm>
              <a:custGeom>
                <a:avLst/>
                <a:gdLst>
                  <a:gd name="T0" fmla="*/ 0 w 56"/>
                  <a:gd name="T1" fmla="*/ 0 h 66"/>
                  <a:gd name="T2" fmla="*/ 716 w 56"/>
                  <a:gd name="T3" fmla="*/ 1033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6">
                    <a:moveTo>
                      <a:pt x="0" y="0"/>
                    </a:moveTo>
                    <a:cubicBezTo>
                      <a:pt x="9" y="32"/>
                      <a:pt x="36" y="45"/>
                      <a:pt x="56" y="6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2" name="Freeform 69">
                <a:extLst>
                  <a:ext uri="{FF2B5EF4-FFF2-40B4-BE49-F238E27FC236}">
                    <a16:creationId xmlns:a16="http://schemas.microsoft.com/office/drawing/2014/main" id="{5A37917B-8571-4AE9-8C83-0E0BE1356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626"/>
                <a:ext cx="140" cy="504"/>
              </a:xfrm>
              <a:custGeom>
                <a:avLst/>
                <a:gdLst>
                  <a:gd name="T0" fmla="*/ 446 w 60"/>
                  <a:gd name="T1" fmla="*/ 0 h 202"/>
                  <a:gd name="T2" fmla="*/ 420 w 60"/>
                  <a:gd name="T3" fmla="*/ 2111 h 202"/>
                  <a:gd name="T4" fmla="*/ 0 w 60"/>
                  <a:gd name="T5" fmla="*/ 3139 h 2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202">
                    <a:moveTo>
                      <a:pt x="35" y="0"/>
                    </a:moveTo>
                    <a:cubicBezTo>
                      <a:pt x="60" y="28"/>
                      <a:pt x="43" y="104"/>
                      <a:pt x="33" y="136"/>
                    </a:cubicBezTo>
                    <a:cubicBezTo>
                      <a:pt x="27" y="155"/>
                      <a:pt x="0" y="188"/>
                      <a:pt x="0" y="20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3" name="Freeform 70">
                <a:extLst>
                  <a:ext uri="{FF2B5EF4-FFF2-40B4-BE49-F238E27FC236}">
                    <a16:creationId xmlns:a16="http://schemas.microsoft.com/office/drawing/2014/main" id="{4292931A-22E2-4A19-A7FE-C13BE399B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878"/>
                <a:ext cx="460" cy="419"/>
              </a:xfrm>
              <a:custGeom>
                <a:avLst/>
                <a:gdLst>
                  <a:gd name="T0" fmla="*/ 0 w 197"/>
                  <a:gd name="T1" fmla="*/ 2357 h 168"/>
                  <a:gd name="T2" fmla="*/ 1515 w 197"/>
                  <a:gd name="T3" fmla="*/ 1444 h 168"/>
                  <a:gd name="T4" fmla="*/ 2508 w 197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7" h="168">
                    <a:moveTo>
                      <a:pt x="0" y="152"/>
                    </a:moveTo>
                    <a:cubicBezTo>
                      <a:pt x="43" y="168"/>
                      <a:pt x="97" y="123"/>
                      <a:pt x="119" y="93"/>
                    </a:cubicBezTo>
                    <a:cubicBezTo>
                      <a:pt x="136" y="69"/>
                      <a:pt x="162" y="2"/>
                      <a:pt x="19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4" name="Freeform 71">
                <a:extLst>
                  <a:ext uri="{FF2B5EF4-FFF2-40B4-BE49-F238E27FC236}">
                    <a16:creationId xmlns:a16="http://schemas.microsoft.com/office/drawing/2014/main" id="{D48FD2BC-928B-40F6-B127-D4C97676A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993"/>
                <a:ext cx="194" cy="117"/>
              </a:xfrm>
              <a:custGeom>
                <a:avLst/>
                <a:gdLst>
                  <a:gd name="T0" fmla="*/ 0 w 83"/>
                  <a:gd name="T1" fmla="*/ 249 h 47"/>
                  <a:gd name="T2" fmla="*/ 1059 w 83"/>
                  <a:gd name="T3" fmla="*/ 341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47">
                    <a:moveTo>
                      <a:pt x="0" y="16"/>
                    </a:moveTo>
                    <a:cubicBezTo>
                      <a:pt x="28" y="0"/>
                      <a:pt x="62" y="47"/>
                      <a:pt x="83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5" name="Freeform 72">
                <a:extLst>
                  <a:ext uri="{FF2B5EF4-FFF2-40B4-BE49-F238E27FC236}">
                    <a16:creationId xmlns:a16="http://schemas.microsoft.com/office/drawing/2014/main" id="{5B066364-906A-4839-B575-403281CFE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065"/>
                <a:ext cx="54" cy="72"/>
              </a:xfrm>
              <a:custGeom>
                <a:avLst/>
                <a:gdLst>
                  <a:gd name="T0" fmla="*/ 0 w 23"/>
                  <a:gd name="T1" fmla="*/ 0 h 29"/>
                  <a:gd name="T2" fmla="*/ 193 w 23"/>
                  <a:gd name="T3" fmla="*/ 444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9">
                    <a:moveTo>
                      <a:pt x="0" y="0"/>
                    </a:moveTo>
                    <a:cubicBezTo>
                      <a:pt x="13" y="5"/>
                      <a:pt x="23" y="16"/>
                      <a:pt x="15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6" name="Freeform 73">
                <a:extLst>
                  <a:ext uri="{FF2B5EF4-FFF2-40B4-BE49-F238E27FC236}">
                    <a16:creationId xmlns:a16="http://schemas.microsoft.com/office/drawing/2014/main" id="{F3D57F3B-F5CD-437C-8168-359E77E74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304"/>
                <a:ext cx="103" cy="310"/>
              </a:xfrm>
              <a:custGeom>
                <a:avLst/>
                <a:gdLst>
                  <a:gd name="T0" fmla="*/ 77 w 44"/>
                  <a:gd name="T1" fmla="*/ 0 h 124"/>
                  <a:gd name="T2" fmla="*/ 0 w 44"/>
                  <a:gd name="T3" fmla="*/ 1938 h 1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24">
                    <a:moveTo>
                      <a:pt x="6" y="0"/>
                    </a:moveTo>
                    <a:cubicBezTo>
                      <a:pt x="8" y="32"/>
                      <a:pt x="44" y="105"/>
                      <a:pt x="0" y="1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7" name="Freeform 74">
                <a:extLst>
                  <a:ext uri="{FF2B5EF4-FFF2-40B4-BE49-F238E27FC236}">
                    <a16:creationId xmlns:a16="http://schemas.microsoft.com/office/drawing/2014/main" id="{42B965DD-733C-4EE7-AB71-FDA194A86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574"/>
                <a:ext cx="112" cy="371"/>
              </a:xfrm>
              <a:custGeom>
                <a:avLst/>
                <a:gdLst>
                  <a:gd name="T0" fmla="*/ 0 w 48"/>
                  <a:gd name="T1" fmla="*/ 0 h 149"/>
                  <a:gd name="T2" fmla="*/ 103 w 48"/>
                  <a:gd name="T3" fmla="*/ 2301 h 1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49">
                    <a:moveTo>
                      <a:pt x="0" y="0"/>
                    </a:moveTo>
                    <a:cubicBezTo>
                      <a:pt x="13" y="37"/>
                      <a:pt x="48" y="115"/>
                      <a:pt x="8" y="14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8" name="Freeform 75">
                <a:extLst>
                  <a:ext uri="{FF2B5EF4-FFF2-40B4-BE49-F238E27FC236}">
                    <a16:creationId xmlns:a16="http://schemas.microsoft.com/office/drawing/2014/main" id="{C2EC03A8-F90D-42DB-AB6B-C0ACD4AC8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1888"/>
                <a:ext cx="23" cy="52"/>
              </a:xfrm>
              <a:custGeom>
                <a:avLst/>
                <a:gdLst>
                  <a:gd name="T0" fmla="*/ 0 w 10"/>
                  <a:gd name="T1" fmla="*/ 0 h 21"/>
                  <a:gd name="T2" fmla="*/ 122 w 10"/>
                  <a:gd name="T3" fmla="*/ 31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0" y="0"/>
                    </a:moveTo>
                    <a:cubicBezTo>
                      <a:pt x="0" y="9"/>
                      <a:pt x="3" y="16"/>
                      <a:pt x="10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9" name="Freeform 76">
                <a:extLst>
                  <a:ext uri="{FF2B5EF4-FFF2-40B4-BE49-F238E27FC236}">
                    <a16:creationId xmlns:a16="http://schemas.microsoft.com/office/drawing/2014/main" id="{18687FF8-6348-499F-9108-2ACEDD5B7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1414"/>
                <a:ext cx="129" cy="614"/>
              </a:xfrm>
              <a:custGeom>
                <a:avLst/>
                <a:gdLst>
                  <a:gd name="T0" fmla="*/ 0 w 55"/>
                  <a:gd name="T1" fmla="*/ 0 h 246"/>
                  <a:gd name="T2" fmla="*/ 622 w 55"/>
                  <a:gd name="T3" fmla="*/ 1987 h 246"/>
                  <a:gd name="T4" fmla="*/ 220 w 55"/>
                  <a:gd name="T5" fmla="*/ 3826 h 2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46">
                    <a:moveTo>
                      <a:pt x="0" y="0"/>
                    </a:moveTo>
                    <a:cubicBezTo>
                      <a:pt x="13" y="44"/>
                      <a:pt x="41" y="82"/>
                      <a:pt x="48" y="128"/>
                    </a:cubicBezTo>
                    <a:cubicBezTo>
                      <a:pt x="55" y="171"/>
                      <a:pt x="41" y="211"/>
                      <a:pt x="17" y="24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0" name="Freeform 77">
                <a:extLst>
                  <a:ext uri="{FF2B5EF4-FFF2-40B4-BE49-F238E27FC236}">
                    <a16:creationId xmlns:a16="http://schemas.microsoft.com/office/drawing/2014/main" id="{91EF68C2-B13E-414E-B13A-FFB7A2BB9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1651"/>
                <a:ext cx="304" cy="215"/>
              </a:xfrm>
              <a:custGeom>
                <a:avLst/>
                <a:gdLst>
                  <a:gd name="T0" fmla="*/ 0 w 130"/>
                  <a:gd name="T1" fmla="*/ 1345 h 86"/>
                  <a:gd name="T2" fmla="*/ 449 w 130"/>
                  <a:gd name="T3" fmla="*/ 875 h 86"/>
                  <a:gd name="T4" fmla="*/ 1111 w 130"/>
                  <a:gd name="T5" fmla="*/ 658 h 86"/>
                  <a:gd name="T6" fmla="*/ 1663 w 130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86">
                    <a:moveTo>
                      <a:pt x="0" y="86"/>
                    </a:moveTo>
                    <a:cubicBezTo>
                      <a:pt x="11" y="72"/>
                      <a:pt x="19" y="65"/>
                      <a:pt x="35" y="56"/>
                    </a:cubicBezTo>
                    <a:cubicBezTo>
                      <a:pt x="51" y="48"/>
                      <a:pt x="70" y="48"/>
                      <a:pt x="87" y="42"/>
                    </a:cubicBezTo>
                    <a:cubicBezTo>
                      <a:pt x="109" y="33"/>
                      <a:pt x="122" y="21"/>
                      <a:pt x="13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1" name="Freeform 78">
                <a:extLst>
                  <a:ext uri="{FF2B5EF4-FFF2-40B4-BE49-F238E27FC236}">
                    <a16:creationId xmlns:a16="http://schemas.microsoft.com/office/drawing/2014/main" id="{A5530F16-353C-4A2C-B1EF-9C663371E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706"/>
                <a:ext cx="68" cy="12"/>
              </a:xfrm>
              <a:custGeom>
                <a:avLst/>
                <a:gdLst>
                  <a:gd name="T0" fmla="*/ 0 w 29"/>
                  <a:gd name="T1" fmla="*/ 41 h 5"/>
                  <a:gd name="T2" fmla="*/ 373 w 29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">
                    <a:moveTo>
                      <a:pt x="0" y="3"/>
                    </a:moveTo>
                    <a:cubicBezTo>
                      <a:pt x="10" y="0"/>
                      <a:pt x="20" y="0"/>
                      <a:pt x="29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2" name="Freeform 79">
                <a:extLst>
                  <a:ext uri="{FF2B5EF4-FFF2-40B4-BE49-F238E27FC236}">
                    <a16:creationId xmlns:a16="http://schemas.microsoft.com/office/drawing/2014/main" id="{D0EC527C-8E62-4EA3-BFDB-2F60893F7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067"/>
                <a:ext cx="166" cy="185"/>
              </a:xfrm>
              <a:custGeom>
                <a:avLst/>
                <a:gdLst>
                  <a:gd name="T0" fmla="*/ 164 w 71"/>
                  <a:gd name="T1" fmla="*/ 0 h 74"/>
                  <a:gd name="T2" fmla="*/ 241 w 71"/>
                  <a:gd name="T3" fmla="*/ 988 h 74"/>
                  <a:gd name="T4" fmla="*/ 879 w 71"/>
                  <a:gd name="T5" fmla="*/ 1158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4">
                    <a:moveTo>
                      <a:pt x="13" y="0"/>
                    </a:moveTo>
                    <a:cubicBezTo>
                      <a:pt x="0" y="10"/>
                      <a:pt x="6" y="55"/>
                      <a:pt x="19" y="63"/>
                    </a:cubicBezTo>
                    <a:cubicBezTo>
                      <a:pt x="32" y="72"/>
                      <a:pt x="71" y="49"/>
                      <a:pt x="69" y="7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3" name="Freeform 80">
                <a:extLst>
                  <a:ext uri="{FF2B5EF4-FFF2-40B4-BE49-F238E27FC236}">
                    <a16:creationId xmlns:a16="http://schemas.microsoft.com/office/drawing/2014/main" id="{1D304C01-90F3-49DD-A6CF-391DCA0B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1230"/>
                <a:ext cx="302" cy="536"/>
              </a:xfrm>
              <a:custGeom>
                <a:avLst/>
                <a:gdLst>
                  <a:gd name="T0" fmla="*/ 515 w 129"/>
                  <a:gd name="T1" fmla="*/ 0 h 215"/>
                  <a:gd name="T2" fmla="*/ 115 w 129"/>
                  <a:gd name="T3" fmla="*/ 1174 h 215"/>
                  <a:gd name="T4" fmla="*/ 143 w 129"/>
                  <a:gd name="T5" fmla="*/ 2555 h 215"/>
                  <a:gd name="T6" fmla="*/ 1655 w 129"/>
                  <a:gd name="T7" fmla="*/ 3331 h 2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9" h="215">
                    <a:moveTo>
                      <a:pt x="40" y="0"/>
                    </a:moveTo>
                    <a:cubicBezTo>
                      <a:pt x="41" y="28"/>
                      <a:pt x="18" y="51"/>
                      <a:pt x="9" y="76"/>
                    </a:cubicBezTo>
                    <a:cubicBezTo>
                      <a:pt x="0" y="103"/>
                      <a:pt x="1" y="139"/>
                      <a:pt x="11" y="165"/>
                    </a:cubicBezTo>
                    <a:cubicBezTo>
                      <a:pt x="29" y="209"/>
                      <a:pt x="97" y="189"/>
                      <a:pt x="129" y="2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4" name="Freeform 81">
                <a:extLst>
                  <a:ext uri="{FF2B5EF4-FFF2-40B4-BE49-F238E27FC236}">
                    <a16:creationId xmlns:a16="http://schemas.microsoft.com/office/drawing/2014/main" id="{84508A49-C8DB-4973-9CCC-85D909C45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938"/>
                <a:ext cx="68" cy="678"/>
              </a:xfrm>
              <a:custGeom>
                <a:avLst/>
                <a:gdLst>
                  <a:gd name="T0" fmla="*/ 324 w 29"/>
                  <a:gd name="T1" fmla="*/ 0 h 272"/>
                  <a:gd name="T2" fmla="*/ 209 w 29"/>
                  <a:gd name="T3" fmla="*/ 945 h 272"/>
                  <a:gd name="T4" fmla="*/ 324 w 29"/>
                  <a:gd name="T5" fmla="*/ 2119 h 272"/>
                  <a:gd name="T6" fmla="*/ 28 w 29"/>
                  <a:gd name="T7" fmla="*/ 3039 h 272"/>
                  <a:gd name="T8" fmla="*/ 127 w 29"/>
                  <a:gd name="T9" fmla="*/ 4213 h 2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72">
                    <a:moveTo>
                      <a:pt x="25" y="0"/>
                    </a:moveTo>
                    <a:cubicBezTo>
                      <a:pt x="25" y="22"/>
                      <a:pt x="18" y="40"/>
                      <a:pt x="16" y="61"/>
                    </a:cubicBezTo>
                    <a:cubicBezTo>
                      <a:pt x="13" y="86"/>
                      <a:pt x="29" y="111"/>
                      <a:pt x="25" y="137"/>
                    </a:cubicBezTo>
                    <a:cubicBezTo>
                      <a:pt x="21" y="159"/>
                      <a:pt x="4" y="174"/>
                      <a:pt x="2" y="196"/>
                    </a:cubicBezTo>
                    <a:cubicBezTo>
                      <a:pt x="0" y="221"/>
                      <a:pt x="9" y="247"/>
                      <a:pt x="10" y="27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5" name="Freeform 82">
                <a:extLst>
                  <a:ext uri="{FF2B5EF4-FFF2-40B4-BE49-F238E27FC236}">
                    <a16:creationId xmlns:a16="http://schemas.microsoft.com/office/drawing/2014/main" id="{CC21F1D1-42DB-4F2C-BDB3-E099A8868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1384"/>
                <a:ext cx="96" cy="130"/>
              </a:xfrm>
              <a:custGeom>
                <a:avLst/>
                <a:gdLst>
                  <a:gd name="T0" fmla="*/ 0 w 41"/>
                  <a:gd name="T1" fmla="*/ 813 h 52"/>
                  <a:gd name="T2" fmla="*/ 527 w 41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52">
                    <a:moveTo>
                      <a:pt x="0" y="52"/>
                    </a:moveTo>
                    <a:cubicBezTo>
                      <a:pt x="14" y="46"/>
                      <a:pt x="39" y="16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6" name="Freeform 83">
                <a:extLst>
                  <a:ext uri="{FF2B5EF4-FFF2-40B4-BE49-F238E27FC236}">
                    <a16:creationId xmlns:a16="http://schemas.microsoft.com/office/drawing/2014/main" id="{950EAC43-D3E5-4468-ABE9-70C9355B5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993"/>
                <a:ext cx="93" cy="129"/>
              </a:xfrm>
              <a:custGeom>
                <a:avLst/>
                <a:gdLst>
                  <a:gd name="T0" fmla="*/ 0 w 40"/>
                  <a:gd name="T1" fmla="*/ 0 h 52"/>
                  <a:gd name="T2" fmla="*/ 502 w 40"/>
                  <a:gd name="T3" fmla="*/ 794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52">
                    <a:moveTo>
                      <a:pt x="0" y="0"/>
                    </a:moveTo>
                    <a:cubicBezTo>
                      <a:pt x="19" y="2"/>
                      <a:pt x="36" y="34"/>
                      <a:pt x="40" y="5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7" name="Freeform 84">
                <a:extLst>
                  <a:ext uri="{FF2B5EF4-FFF2-40B4-BE49-F238E27FC236}">
                    <a16:creationId xmlns:a16="http://schemas.microsoft.com/office/drawing/2014/main" id="{C4A9F074-78A1-4F82-A1EC-D6667A333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898"/>
                <a:ext cx="1293" cy="511"/>
              </a:xfrm>
              <a:custGeom>
                <a:avLst/>
                <a:gdLst>
                  <a:gd name="T0" fmla="*/ 0 w 553"/>
                  <a:gd name="T1" fmla="*/ 0 h 205"/>
                  <a:gd name="T2" fmla="*/ 1087 w 553"/>
                  <a:gd name="T3" fmla="*/ 571 h 205"/>
                  <a:gd name="T4" fmla="*/ 2340 w 553"/>
                  <a:gd name="T5" fmla="*/ 745 h 205"/>
                  <a:gd name="T6" fmla="*/ 2771 w 553"/>
                  <a:gd name="T7" fmla="*/ 1224 h 205"/>
                  <a:gd name="T8" fmla="*/ 3514 w 553"/>
                  <a:gd name="T9" fmla="*/ 1598 h 205"/>
                  <a:gd name="T10" fmla="*/ 4335 w 553"/>
                  <a:gd name="T11" fmla="*/ 2181 h 205"/>
                  <a:gd name="T12" fmla="*/ 5511 w 553"/>
                  <a:gd name="T13" fmla="*/ 2356 h 205"/>
                  <a:gd name="T14" fmla="*/ 6149 w 553"/>
                  <a:gd name="T15" fmla="*/ 2852 h 205"/>
                  <a:gd name="T16" fmla="*/ 7068 w 553"/>
                  <a:gd name="T17" fmla="*/ 3176 h 2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3" h="205">
                    <a:moveTo>
                      <a:pt x="0" y="0"/>
                    </a:moveTo>
                    <a:cubicBezTo>
                      <a:pt x="30" y="7"/>
                      <a:pt x="53" y="30"/>
                      <a:pt x="85" y="37"/>
                    </a:cubicBezTo>
                    <a:cubicBezTo>
                      <a:pt x="117" y="44"/>
                      <a:pt x="155" y="33"/>
                      <a:pt x="183" y="48"/>
                    </a:cubicBezTo>
                    <a:cubicBezTo>
                      <a:pt x="198" y="55"/>
                      <a:pt x="205" y="69"/>
                      <a:pt x="217" y="79"/>
                    </a:cubicBezTo>
                    <a:cubicBezTo>
                      <a:pt x="234" y="93"/>
                      <a:pt x="257" y="90"/>
                      <a:pt x="275" y="103"/>
                    </a:cubicBezTo>
                    <a:cubicBezTo>
                      <a:pt x="297" y="120"/>
                      <a:pt x="310" y="134"/>
                      <a:pt x="339" y="141"/>
                    </a:cubicBezTo>
                    <a:cubicBezTo>
                      <a:pt x="368" y="147"/>
                      <a:pt x="402" y="142"/>
                      <a:pt x="431" y="152"/>
                    </a:cubicBezTo>
                    <a:cubicBezTo>
                      <a:pt x="450" y="159"/>
                      <a:pt x="463" y="174"/>
                      <a:pt x="481" y="184"/>
                    </a:cubicBezTo>
                    <a:cubicBezTo>
                      <a:pt x="503" y="197"/>
                      <a:pt x="534" y="192"/>
                      <a:pt x="553" y="20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8" name="Freeform 85">
                <a:extLst>
                  <a:ext uri="{FF2B5EF4-FFF2-40B4-BE49-F238E27FC236}">
                    <a16:creationId xmlns:a16="http://schemas.microsoft.com/office/drawing/2014/main" id="{BCC0D741-8992-4336-8538-BCFF660F7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2095"/>
                <a:ext cx="1293" cy="427"/>
              </a:xfrm>
              <a:custGeom>
                <a:avLst/>
                <a:gdLst>
                  <a:gd name="T0" fmla="*/ 0 w 553"/>
                  <a:gd name="T1" fmla="*/ 0 h 171"/>
                  <a:gd name="T2" fmla="*/ 1087 w 553"/>
                  <a:gd name="T3" fmla="*/ 904 h 171"/>
                  <a:gd name="T4" fmla="*/ 1929 w 553"/>
                  <a:gd name="T5" fmla="*/ 1121 h 171"/>
                  <a:gd name="T6" fmla="*/ 2827 w 553"/>
                  <a:gd name="T7" fmla="*/ 1121 h 171"/>
                  <a:gd name="T8" fmla="*/ 3718 w 553"/>
                  <a:gd name="T9" fmla="*/ 1696 h 171"/>
                  <a:gd name="T10" fmla="*/ 5034 w 553"/>
                  <a:gd name="T11" fmla="*/ 2337 h 171"/>
                  <a:gd name="T12" fmla="*/ 5724 w 553"/>
                  <a:gd name="T13" fmla="*/ 2537 h 171"/>
                  <a:gd name="T14" fmla="*/ 6287 w 553"/>
                  <a:gd name="T15" fmla="*/ 2507 h 171"/>
                  <a:gd name="T16" fmla="*/ 7068 w 553"/>
                  <a:gd name="T17" fmla="*/ 2662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3" h="171">
                    <a:moveTo>
                      <a:pt x="0" y="0"/>
                    </a:moveTo>
                    <a:cubicBezTo>
                      <a:pt x="18" y="23"/>
                      <a:pt x="57" y="49"/>
                      <a:pt x="85" y="58"/>
                    </a:cubicBezTo>
                    <a:cubicBezTo>
                      <a:pt x="106" y="64"/>
                      <a:pt x="130" y="69"/>
                      <a:pt x="151" y="72"/>
                    </a:cubicBezTo>
                    <a:cubicBezTo>
                      <a:pt x="175" y="76"/>
                      <a:pt x="198" y="70"/>
                      <a:pt x="221" y="72"/>
                    </a:cubicBezTo>
                    <a:cubicBezTo>
                      <a:pt x="250" y="74"/>
                      <a:pt x="268" y="95"/>
                      <a:pt x="291" y="109"/>
                    </a:cubicBezTo>
                    <a:cubicBezTo>
                      <a:pt x="325" y="129"/>
                      <a:pt x="356" y="141"/>
                      <a:pt x="394" y="150"/>
                    </a:cubicBezTo>
                    <a:cubicBezTo>
                      <a:pt x="409" y="154"/>
                      <a:pt x="431" y="164"/>
                      <a:pt x="448" y="163"/>
                    </a:cubicBezTo>
                    <a:cubicBezTo>
                      <a:pt x="466" y="162"/>
                      <a:pt x="474" y="156"/>
                      <a:pt x="492" y="161"/>
                    </a:cubicBezTo>
                    <a:cubicBezTo>
                      <a:pt x="514" y="167"/>
                      <a:pt x="530" y="171"/>
                      <a:pt x="553" y="17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9" name="Freeform 86">
                <a:extLst>
                  <a:ext uri="{FF2B5EF4-FFF2-40B4-BE49-F238E27FC236}">
                    <a16:creationId xmlns:a16="http://schemas.microsoft.com/office/drawing/2014/main" id="{41AF076B-ABC2-480F-B733-4494152ED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300"/>
                <a:ext cx="159" cy="49"/>
              </a:xfrm>
              <a:custGeom>
                <a:avLst/>
                <a:gdLst>
                  <a:gd name="T0" fmla="*/ 0 w 68"/>
                  <a:gd name="T1" fmla="*/ 223 h 20"/>
                  <a:gd name="T2" fmla="*/ 592 w 68"/>
                  <a:gd name="T3" fmla="*/ 203 h 20"/>
                  <a:gd name="T4" fmla="*/ 870 w 6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0">
                    <a:moveTo>
                      <a:pt x="0" y="15"/>
                    </a:moveTo>
                    <a:cubicBezTo>
                      <a:pt x="12" y="18"/>
                      <a:pt x="34" y="20"/>
                      <a:pt x="46" y="14"/>
                    </a:cubicBezTo>
                    <a:cubicBezTo>
                      <a:pt x="56" y="10"/>
                      <a:pt x="58" y="0"/>
                      <a:pt x="6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0" name="Freeform 87">
                <a:extLst>
                  <a:ext uri="{FF2B5EF4-FFF2-40B4-BE49-F238E27FC236}">
                    <a16:creationId xmlns:a16="http://schemas.microsoft.com/office/drawing/2014/main" id="{614EACD8-88A2-4A13-952D-C8E4DE7C2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923"/>
                <a:ext cx="45" cy="117"/>
              </a:xfrm>
              <a:custGeom>
                <a:avLst/>
                <a:gdLst>
                  <a:gd name="T0" fmla="*/ 0 w 19"/>
                  <a:gd name="T1" fmla="*/ 0 h 47"/>
                  <a:gd name="T2" fmla="*/ 253 w 19"/>
                  <a:gd name="T3" fmla="*/ 72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7">
                    <a:moveTo>
                      <a:pt x="0" y="0"/>
                    </a:moveTo>
                    <a:cubicBezTo>
                      <a:pt x="5" y="16"/>
                      <a:pt x="7" y="35"/>
                      <a:pt x="19" y="4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1" name="Freeform 88">
                <a:extLst>
                  <a:ext uri="{FF2B5EF4-FFF2-40B4-BE49-F238E27FC236}">
                    <a16:creationId xmlns:a16="http://schemas.microsoft.com/office/drawing/2014/main" id="{CDBDF97F-0E29-43EB-A92E-45939CBFC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2162"/>
                <a:ext cx="93" cy="50"/>
              </a:xfrm>
              <a:custGeom>
                <a:avLst/>
                <a:gdLst>
                  <a:gd name="T0" fmla="*/ 0 w 40"/>
                  <a:gd name="T1" fmla="*/ 313 h 20"/>
                  <a:gd name="T2" fmla="*/ 502 w 40"/>
                  <a:gd name="T3" fmla="*/ 3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0">
                    <a:moveTo>
                      <a:pt x="0" y="20"/>
                    </a:moveTo>
                    <a:cubicBezTo>
                      <a:pt x="5" y="0"/>
                      <a:pt x="23" y="1"/>
                      <a:pt x="4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2" name="Freeform 89">
                <a:extLst>
                  <a:ext uri="{FF2B5EF4-FFF2-40B4-BE49-F238E27FC236}">
                    <a16:creationId xmlns:a16="http://schemas.microsoft.com/office/drawing/2014/main" id="{B93D6602-B56F-4D5D-B09A-0C2E2A4B0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" y="1718"/>
                <a:ext cx="63" cy="232"/>
              </a:xfrm>
              <a:custGeom>
                <a:avLst/>
                <a:gdLst>
                  <a:gd name="T0" fmla="*/ 28 w 27"/>
                  <a:gd name="T1" fmla="*/ 0 h 93"/>
                  <a:gd name="T2" fmla="*/ 65 w 27"/>
                  <a:gd name="T3" fmla="*/ 778 h 93"/>
                  <a:gd name="T4" fmla="*/ 343 w 27"/>
                  <a:gd name="T5" fmla="*/ 1444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93">
                    <a:moveTo>
                      <a:pt x="2" y="0"/>
                    </a:moveTo>
                    <a:cubicBezTo>
                      <a:pt x="8" y="16"/>
                      <a:pt x="0" y="33"/>
                      <a:pt x="5" y="50"/>
                    </a:cubicBezTo>
                    <a:cubicBezTo>
                      <a:pt x="9" y="66"/>
                      <a:pt x="19" y="79"/>
                      <a:pt x="27" y="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3" name="Freeform 90">
                <a:extLst>
                  <a:ext uri="{FF2B5EF4-FFF2-40B4-BE49-F238E27FC236}">
                    <a16:creationId xmlns:a16="http://schemas.microsoft.com/office/drawing/2014/main" id="{72533978-82D5-4A07-8E2D-FF73339E9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" y="1843"/>
                <a:ext cx="77" cy="45"/>
              </a:xfrm>
              <a:custGeom>
                <a:avLst/>
                <a:gdLst>
                  <a:gd name="T0" fmla="*/ 420 w 33"/>
                  <a:gd name="T1" fmla="*/ 283 h 18"/>
                  <a:gd name="T2" fmla="*/ 0 w 3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8">
                    <a:moveTo>
                      <a:pt x="33" y="18"/>
                    </a:moveTo>
                    <a:cubicBezTo>
                      <a:pt x="24" y="8"/>
                      <a:pt x="13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4" name="Freeform 91">
                <a:extLst>
                  <a:ext uri="{FF2B5EF4-FFF2-40B4-BE49-F238E27FC236}">
                    <a16:creationId xmlns:a16="http://schemas.microsoft.com/office/drawing/2014/main" id="{7074E311-FDB9-450E-BB81-18F09FD31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1277"/>
                <a:ext cx="100" cy="359"/>
              </a:xfrm>
              <a:custGeom>
                <a:avLst/>
                <a:gdLst>
                  <a:gd name="T0" fmla="*/ 542 w 43"/>
                  <a:gd name="T1" fmla="*/ 0 h 144"/>
                  <a:gd name="T2" fmla="*/ 37 w 43"/>
                  <a:gd name="T3" fmla="*/ 1299 h 144"/>
                  <a:gd name="T4" fmla="*/ 342 w 43"/>
                  <a:gd name="T5" fmla="*/ 2231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44">
                    <a:moveTo>
                      <a:pt x="43" y="0"/>
                    </a:moveTo>
                    <a:cubicBezTo>
                      <a:pt x="31" y="27"/>
                      <a:pt x="6" y="54"/>
                      <a:pt x="3" y="84"/>
                    </a:cubicBezTo>
                    <a:cubicBezTo>
                      <a:pt x="0" y="109"/>
                      <a:pt x="18" y="129"/>
                      <a:pt x="27" y="1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5" name="Freeform 92">
                <a:extLst>
                  <a:ext uri="{FF2B5EF4-FFF2-40B4-BE49-F238E27FC236}">
                    <a16:creationId xmlns:a16="http://schemas.microsoft.com/office/drawing/2014/main" id="{5B7F53E8-E130-4807-9B17-6540B65A3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569"/>
                <a:ext cx="42" cy="97"/>
              </a:xfrm>
              <a:custGeom>
                <a:avLst/>
                <a:gdLst>
                  <a:gd name="T0" fmla="*/ 163 w 18"/>
                  <a:gd name="T1" fmla="*/ 0 h 39"/>
                  <a:gd name="T2" fmla="*/ 0 w 18"/>
                  <a:gd name="T3" fmla="*/ 59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9">
                    <a:moveTo>
                      <a:pt x="13" y="0"/>
                    </a:moveTo>
                    <a:cubicBezTo>
                      <a:pt x="18" y="18"/>
                      <a:pt x="15" y="30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6" name="Freeform 93">
                <a:extLst>
                  <a:ext uri="{FF2B5EF4-FFF2-40B4-BE49-F238E27FC236}">
                    <a16:creationId xmlns:a16="http://schemas.microsoft.com/office/drawing/2014/main" id="{CAC3100B-55AD-43C1-9737-2F1EB11E9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230"/>
                <a:ext cx="318" cy="608"/>
              </a:xfrm>
              <a:custGeom>
                <a:avLst/>
                <a:gdLst>
                  <a:gd name="T0" fmla="*/ 0 w 136"/>
                  <a:gd name="T1" fmla="*/ 0 h 244"/>
                  <a:gd name="T2" fmla="*/ 879 w 136"/>
                  <a:gd name="T3" fmla="*/ 2106 h 244"/>
                  <a:gd name="T4" fmla="*/ 1574 w 136"/>
                  <a:gd name="T5" fmla="*/ 2694 h 244"/>
                  <a:gd name="T6" fmla="*/ 1740 w 136"/>
                  <a:gd name="T7" fmla="*/ 3267 h 244"/>
                  <a:gd name="T8" fmla="*/ 1548 w 136"/>
                  <a:gd name="T9" fmla="*/ 3775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244">
                    <a:moveTo>
                      <a:pt x="0" y="0"/>
                    </a:moveTo>
                    <a:cubicBezTo>
                      <a:pt x="30" y="19"/>
                      <a:pt x="112" y="99"/>
                      <a:pt x="69" y="136"/>
                    </a:cubicBezTo>
                    <a:cubicBezTo>
                      <a:pt x="92" y="117"/>
                      <a:pt x="115" y="155"/>
                      <a:pt x="123" y="174"/>
                    </a:cubicBezTo>
                    <a:cubicBezTo>
                      <a:pt x="127" y="184"/>
                      <a:pt x="136" y="200"/>
                      <a:pt x="136" y="211"/>
                    </a:cubicBezTo>
                    <a:cubicBezTo>
                      <a:pt x="136" y="222"/>
                      <a:pt x="122" y="241"/>
                      <a:pt x="121" y="2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7" name="Freeform 94">
                <a:extLst>
                  <a:ext uri="{FF2B5EF4-FFF2-40B4-BE49-F238E27FC236}">
                    <a16:creationId xmlns:a16="http://schemas.microsoft.com/office/drawing/2014/main" id="{B8111502-B771-4733-9F3D-DE2F3A138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776"/>
                <a:ext cx="28" cy="45"/>
              </a:xfrm>
              <a:custGeom>
                <a:avLst/>
                <a:gdLst>
                  <a:gd name="T0" fmla="*/ 0 w 12"/>
                  <a:gd name="T1" fmla="*/ 0 h 18"/>
                  <a:gd name="T2" fmla="*/ 152 w 12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1" y="7"/>
                      <a:pt x="6" y="14"/>
                      <a:pt x="12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8" name="Freeform 95">
                <a:extLst>
                  <a:ext uri="{FF2B5EF4-FFF2-40B4-BE49-F238E27FC236}">
                    <a16:creationId xmlns:a16="http://schemas.microsoft.com/office/drawing/2014/main" id="{7FDCF1CA-D64A-41FF-B210-06CDE198F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1294"/>
                <a:ext cx="61" cy="70"/>
              </a:xfrm>
              <a:custGeom>
                <a:avLst/>
                <a:gdLst>
                  <a:gd name="T0" fmla="*/ 0 w 26"/>
                  <a:gd name="T1" fmla="*/ 0 h 28"/>
                  <a:gd name="T2" fmla="*/ 336 w 26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8">
                    <a:moveTo>
                      <a:pt x="0" y="0"/>
                    </a:moveTo>
                    <a:cubicBezTo>
                      <a:pt x="20" y="10"/>
                      <a:pt x="20" y="11"/>
                      <a:pt x="26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9" name="Freeform 96">
                <a:extLst>
                  <a:ext uri="{FF2B5EF4-FFF2-40B4-BE49-F238E27FC236}">
                    <a16:creationId xmlns:a16="http://schemas.microsoft.com/office/drawing/2014/main" id="{693E7F24-F1AB-43BE-9824-91D05041F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848"/>
                <a:ext cx="16" cy="45"/>
              </a:xfrm>
              <a:custGeom>
                <a:avLst/>
                <a:gdLst>
                  <a:gd name="T0" fmla="*/ 85 w 7"/>
                  <a:gd name="T1" fmla="*/ 0 h 18"/>
                  <a:gd name="T2" fmla="*/ 25 w 7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0"/>
                    </a:moveTo>
                    <a:cubicBezTo>
                      <a:pt x="0" y="9"/>
                      <a:pt x="2" y="11"/>
                      <a:pt x="2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0" name="Freeform 97">
                <a:extLst>
                  <a:ext uri="{FF2B5EF4-FFF2-40B4-BE49-F238E27FC236}">
                    <a16:creationId xmlns:a16="http://schemas.microsoft.com/office/drawing/2014/main" id="{918024E5-A2B5-4F8F-A447-609189302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840"/>
                <a:ext cx="19" cy="168"/>
              </a:xfrm>
              <a:custGeom>
                <a:avLst/>
                <a:gdLst>
                  <a:gd name="T0" fmla="*/ 0 w 8"/>
                  <a:gd name="T1" fmla="*/ 0 h 67"/>
                  <a:gd name="T2" fmla="*/ 40 w 8"/>
                  <a:gd name="T3" fmla="*/ 1056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7">
                    <a:moveTo>
                      <a:pt x="0" y="0"/>
                    </a:moveTo>
                    <a:cubicBezTo>
                      <a:pt x="7" y="14"/>
                      <a:pt x="8" y="41"/>
                      <a:pt x="3" y="6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1" name="Freeform 98">
                <a:extLst>
                  <a:ext uri="{FF2B5EF4-FFF2-40B4-BE49-F238E27FC236}">
                    <a16:creationId xmlns:a16="http://schemas.microsoft.com/office/drawing/2014/main" id="{AFC6EE8F-C316-441D-8006-91BF38118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923"/>
                <a:ext cx="21" cy="102"/>
              </a:xfrm>
              <a:custGeom>
                <a:avLst/>
                <a:gdLst>
                  <a:gd name="T0" fmla="*/ 103 w 9"/>
                  <a:gd name="T1" fmla="*/ 0 h 41"/>
                  <a:gd name="T2" fmla="*/ 12 w 9"/>
                  <a:gd name="T3" fmla="*/ 632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1">
                    <a:moveTo>
                      <a:pt x="8" y="0"/>
                    </a:moveTo>
                    <a:cubicBezTo>
                      <a:pt x="9" y="17"/>
                      <a:pt x="0" y="20"/>
                      <a:pt x="1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2" name="Freeform 99">
                <a:extLst>
                  <a:ext uri="{FF2B5EF4-FFF2-40B4-BE49-F238E27FC236}">
                    <a16:creationId xmlns:a16="http://schemas.microsoft.com/office/drawing/2014/main" id="{B0D5F938-6566-468E-91C4-98262FF9B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112"/>
                <a:ext cx="30" cy="135"/>
              </a:xfrm>
              <a:custGeom>
                <a:avLst/>
                <a:gdLst>
                  <a:gd name="T0" fmla="*/ 85 w 13"/>
                  <a:gd name="T1" fmla="*/ 0 h 54"/>
                  <a:gd name="T2" fmla="*/ 85 w 13"/>
                  <a:gd name="T3" fmla="*/ 845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4">
                    <a:moveTo>
                      <a:pt x="7" y="0"/>
                    </a:moveTo>
                    <a:cubicBezTo>
                      <a:pt x="13" y="19"/>
                      <a:pt x="0" y="37"/>
                      <a:pt x="7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3" name="Freeform 100">
                <a:extLst>
                  <a:ext uri="{FF2B5EF4-FFF2-40B4-BE49-F238E27FC236}">
                    <a16:creationId xmlns:a16="http://schemas.microsoft.com/office/drawing/2014/main" id="{018BCA07-8822-4C03-A336-3FBFDEE4B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202"/>
                <a:ext cx="47" cy="95"/>
              </a:xfrm>
              <a:custGeom>
                <a:avLst/>
                <a:gdLst>
                  <a:gd name="T0" fmla="*/ 0 w 20"/>
                  <a:gd name="T1" fmla="*/ 0 h 38"/>
                  <a:gd name="T2" fmla="*/ 259 w 20"/>
                  <a:gd name="T3" fmla="*/ 59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8">
                    <a:moveTo>
                      <a:pt x="0" y="0"/>
                    </a:moveTo>
                    <a:cubicBezTo>
                      <a:pt x="1" y="13"/>
                      <a:pt x="11" y="30"/>
                      <a:pt x="20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4" name="Freeform 101">
                <a:extLst>
                  <a:ext uri="{FF2B5EF4-FFF2-40B4-BE49-F238E27FC236}">
                    <a16:creationId xmlns:a16="http://schemas.microsoft.com/office/drawing/2014/main" id="{06AC6DE4-C7E6-4D97-8BD2-57AED33E1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918"/>
                <a:ext cx="309" cy="392"/>
              </a:xfrm>
              <a:custGeom>
                <a:avLst/>
                <a:gdLst>
                  <a:gd name="T0" fmla="*/ 0 w 132"/>
                  <a:gd name="T1" fmla="*/ 2320 h 157"/>
                  <a:gd name="T2" fmla="*/ 707 w 132"/>
                  <a:gd name="T3" fmla="*/ 2195 h 157"/>
                  <a:gd name="T4" fmla="*/ 1386 w 132"/>
                  <a:gd name="T5" fmla="*/ 1416 h 157"/>
                  <a:gd name="T6" fmla="*/ 1618 w 132"/>
                  <a:gd name="T7" fmla="*/ 717 h 157"/>
                  <a:gd name="T8" fmla="*/ 1692 w 132"/>
                  <a:gd name="T9" fmla="*/ 0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57">
                    <a:moveTo>
                      <a:pt x="0" y="149"/>
                    </a:moveTo>
                    <a:cubicBezTo>
                      <a:pt x="13" y="157"/>
                      <a:pt x="42" y="146"/>
                      <a:pt x="55" y="141"/>
                    </a:cubicBezTo>
                    <a:cubicBezTo>
                      <a:pt x="80" y="131"/>
                      <a:pt x="101" y="119"/>
                      <a:pt x="108" y="91"/>
                    </a:cubicBezTo>
                    <a:cubicBezTo>
                      <a:pt x="112" y="75"/>
                      <a:pt x="119" y="61"/>
                      <a:pt x="126" y="46"/>
                    </a:cubicBezTo>
                    <a:cubicBezTo>
                      <a:pt x="131" y="32"/>
                      <a:pt x="132" y="15"/>
                      <a:pt x="13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5" name="Freeform 102">
                <a:extLst>
                  <a:ext uri="{FF2B5EF4-FFF2-40B4-BE49-F238E27FC236}">
                    <a16:creationId xmlns:a16="http://schemas.microsoft.com/office/drawing/2014/main" id="{358F714A-4FB6-4112-A68C-9D65DAB29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167"/>
                <a:ext cx="28" cy="130"/>
              </a:xfrm>
              <a:custGeom>
                <a:avLst/>
                <a:gdLst>
                  <a:gd name="T0" fmla="*/ 152 w 12"/>
                  <a:gd name="T1" fmla="*/ 0 h 52"/>
                  <a:gd name="T2" fmla="*/ 142 w 12"/>
                  <a:gd name="T3" fmla="*/ 813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2">
                    <a:moveTo>
                      <a:pt x="12" y="0"/>
                    </a:moveTo>
                    <a:cubicBezTo>
                      <a:pt x="7" y="15"/>
                      <a:pt x="0" y="39"/>
                      <a:pt x="11" y="5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6" name="Freeform 103">
                <a:extLst>
                  <a:ext uri="{FF2B5EF4-FFF2-40B4-BE49-F238E27FC236}">
                    <a16:creationId xmlns:a16="http://schemas.microsoft.com/office/drawing/2014/main" id="{265F7B7A-F9BE-4836-AEE8-83771081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933"/>
                <a:ext cx="75" cy="87"/>
              </a:xfrm>
              <a:custGeom>
                <a:avLst/>
                <a:gdLst>
                  <a:gd name="T0" fmla="*/ 0 w 32"/>
                  <a:gd name="T1" fmla="*/ 537 h 35"/>
                  <a:gd name="T2" fmla="*/ 127 w 32"/>
                  <a:gd name="T3" fmla="*/ 278 h 35"/>
                  <a:gd name="T4" fmla="*/ 413 w 32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0" y="35"/>
                    </a:moveTo>
                    <a:cubicBezTo>
                      <a:pt x="4" y="29"/>
                      <a:pt x="6" y="23"/>
                      <a:pt x="10" y="18"/>
                    </a:cubicBezTo>
                    <a:cubicBezTo>
                      <a:pt x="16" y="10"/>
                      <a:pt x="25" y="7"/>
                      <a:pt x="3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7" name="Freeform 104">
                <a:extLst>
                  <a:ext uri="{FF2B5EF4-FFF2-40B4-BE49-F238E27FC236}">
                    <a16:creationId xmlns:a16="http://schemas.microsoft.com/office/drawing/2014/main" id="{D8B13988-E961-46F2-81CD-BE40DD451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666"/>
                <a:ext cx="24" cy="147"/>
              </a:xfrm>
              <a:custGeom>
                <a:avLst/>
                <a:gdLst>
                  <a:gd name="T0" fmla="*/ 29 w 10"/>
                  <a:gd name="T1" fmla="*/ 0 h 59"/>
                  <a:gd name="T2" fmla="*/ 0 w 10"/>
                  <a:gd name="T3" fmla="*/ 9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9">
                    <a:moveTo>
                      <a:pt x="2" y="0"/>
                    </a:moveTo>
                    <a:cubicBezTo>
                      <a:pt x="2" y="20"/>
                      <a:pt x="10" y="40"/>
                      <a:pt x="0" y="5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8" name="Freeform 105">
                <a:extLst>
                  <a:ext uri="{FF2B5EF4-FFF2-40B4-BE49-F238E27FC236}">
                    <a16:creationId xmlns:a16="http://schemas.microsoft.com/office/drawing/2014/main" id="{4A9D6B55-9732-4FB2-A6E1-55A5B5823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387"/>
                <a:ext cx="194" cy="32"/>
              </a:xfrm>
              <a:custGeom>
                <a:avLst/>
                <a:gdLst>
                  <a:gd name="T0" fmla="*/ 0 w 83"/>
                  <a:gd name="T1" fmla="*/ 194 h 13"/>
                  <a:gd name="T2" fmla="*/ 727 w 83"/>
                  <a:gd name="T3" fmla="*/ 91 h 13"/>
                  <a:gd name="T4" fmla="*/ 1059 w 83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13">
                    <a:moveTo>
                      <a:pt x="0" y="13"/>
                    </a:moveTo>
                    <a:cubicBezTo>
                      <a:pt x="12" y="0"/>
                      <a:pt x="41" y="3"/>
                      <a:pt x="57" y="6"/>
                    </a:cubicBezTo>
                    <a:cubicBezTo>
                      <a:pt x="66" y="8"/>
                      <a:pt x="75" y="11"/>
                      <a:pt x="83" y="1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9" name="Freeform 106">
                <a:extLst>
                  <a:ext uri="{FF2B5EF4-FFF2-40B4-BE49-F238E27FC236}">
                    <a16:creationId xmlns:a16="http://schemas.microsoft.com/office/drawing/2014/main" id="{34EFA97B-85DD-4311-82B8-A8704265C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502"/>
                <a:ext cx="119" cy="52"/>
              </a:xfrm>
              <a:custGeom>
                <a:avLst/>
                <a:gdLst>
                  <a:gd name="T0" fmla="*/ 0 w 51"/>
                  <a:gd name="T1" fmla="*/ 0 h 21"/>
                  <a:gd name="T2" fmla="*/ 649 w 51"/>
                  <a:gd name="T3" fmla="*/ 31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1">
                    <a:moveTo>
                      <a:pt x="0" y="0"/>
                    </a:moveTo>
                    <a:cubicBezTo>
                      <a:pt x="19" y="4"/>
                      <a:pt x="35" y="10"/>
                      <a:pt x="51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0" name="Freeform 107">
                <a:extLst>
                  <a:ext uri="{FF2B5EF4-FFF2-40B4-BE49-F238E27FC236}">
                    <a16:creationId xmlns:a16="http://schemas.microsoft.com/office/drawing/2014/main" id="{4BE8C82C-BC3A-44D2-89E4-DBF9FACF4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908"/>
                <a:ext cx="38" cy="42"/>
              </a:xfrm>
              <a:custGeom>
                <a:avLst/>
                <a:gdLst>
                  <a:gd name="T0" fmla="*/ 69 w 16"/>
                  <a:gd name="T1" fmla="*/ 257 h 17"/>
                  <a:gd name="T2" fmla="*/ 0 w 16"/>
                  <a:gd name="T3" fmla="*/ 133 h 17"/>
                  <a:gd name="T4" fmla="*/ 147 w 16"/>
                  <a:gd name="T5" fmla="*/ 166 h 17"/>
                  <a:gd name="T6" fmla="*/ 69 w 1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5" y="17"/>
                    </a:moveTo>
                    <a:cubicBezTo>
                      <a:pt x="3" y="15"/>
                      <a:pt x="1" y="12"/>
                      <a:pt x="0" y="9"/>
                    </a:cubicBezTo>
                    <a:cubicBezTo>
                      <a:pt x="4" y="7"/>
                      <a:pt x="9" y="12"/>
                      <a:pt x="11" y="11"/>
                    </a:cubicBezTo>
                    <a:cubicBezTo>
                      <a:pt x="16" y="8"/>
                      <a:pt x="8" y="1"/>
                      <a:pt x="5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1" name="Freeform 108">
                <a:extLst>
                  <a:ext uri="{FF2B5EF4-FFF2-40B4-BE49-F238E27FC236}">
                    <a16:creationId xmlns:a16="http://schemas.microsoft.com/office/drawing/2014/main" id="{1DF82D58-D9B5-4D5E-91F4-342C67A97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763"/>
                <a:ext cx="42" cy="58"/>
              </a:xfrm>
              <a:custGeom>
                <a:avLst/>
                <a:gdLst>
                  <a:gd name="T0" fmla="*/ 114 w 18"/>
                  <a:gd name="T1" fmla="*/ 368 h 23"/>
                  <a:gd name="T2" fmla="*/ 201 w 18"/>
                  <a:gd name="T3" fmla="*/ 242 h 23"/>
                  <a:gd name="T4" fmla="*/ 77 w 18"/>
                  <a:gd name="T5" fmla="*/ 242 h 23"/>
                  <a:gd name="T6" fmla="*/ 126 w 18"/>
                  <a:gd name="T7" fmla="*/ 33 h 23"/>
                  <a:gd name="T8" fmla="*/ 0 w 18"/>
                  <a:gd name="T9" fmla="*/ 2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9" y="23"/>
                    </a:moveTo>
                    <a:cubicBezTo>
                      <a:pt x="11" y="20"/>
                      <a:pt x="14" y="18"/>
                      <a:pt x="16" y="15"/>
                    </a:cubicBezTo>
                    <a:cubicBezTo>
                      <a:pt x="13" y="14"/>
                      <a:pt x="9" y="15"/>
                      <a:pt x="6" y="15"/>
                    </a:cubicBezTo>
                    <a:cubicBezTo>
                      <a:pt x="10" y="11"/>
                      <a:pt x="18" y="6"/>
                      <a:pt x="10" y="2"/>
                    </a:cubicBezTo>
                    <a:cubicBezTo>
                      <a:pt x="7" y="0"/>
                      <a:pt x="3" y="3"/>
                      <a:pt x="0" y="1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2" name="Freeform 109">
                <a:extLst>
                  <a:ext uri="{FF2B5EF4-FFF2-40B4-BE49-F238E27FC236}">
                    <a16:creationId xmlns:a16="http://schemas.microsoft.com/office/drawing/2014/main" id="{3B89C35B-7F74-4F72-925E-3ECCEFB25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791"/>
                <a:ext cx="30" cy="27"/>
              </a:xfrm>
              <a:custGeom>
                <a:avLst/>
                <a:gdLst>
                  <a:gd name="T0" fmla="*/ 134 w 13"/>
                  <a:gd name="T1" fmla="*/ 162 h 11"/>
                  <a:gd name="T2" fmla="*/ 159 w 13"/>
                  <a:gd name="T3" fmla="*/ 2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11" y="11"/>
                    </a:moveTo>
                    <a:cubicBezTo>
                      <a:pt x="0" y="4"/>
                      <a:pt x="3" y="0"/>
                      <a:pt x="13" y="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3" name="Freeform 110">
                <a:extLst>
                  <a:ext uri="{FF2B5EF4-FFF2-40B4-BE49-F238E27FC236}">
                    <a16:creationId xmlns:a16="http://schemas.microsoft.com/office/drawing/2014/main" id="{7DB7A136-EA20-4FCC-8798-359AB545B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516"/>
                <a:ext cx="28" cy="48"/>
              </a:xfrm>
              <a:custGeom>
                <a:avLst/>
                <a:gdLst>
                  <a:gd name="T0" fmla="*/ 37 w 12"/>
                  <a:gd name="T1" fmla="*/ 306 h 19"/>
                  <a:gd name="T2" fmla="*/ 0 w 12"/>
                  <a:gd name="T3" fmla="*/ 96 h 19"/>
                  <a:gd name="T4" fmla="*/ 142 w 12"/>
                  <a:gd name="T5" fmla="*/ 192 h 19"/>
                  <a:gd name="T6" fmla="*/ 86 w 12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3" y="19"/>
                    </a:moveTo>
                    <a:cubicBezTo>
                      <a:pt x="3" y="14"/>
                      <a:pt x="0" y="10"/>
                      <a:pt x="0" y="6"/>
                    </a:cubicBezTo>
                    <a:cubicBezTo>
                      <a:pt x="4" y="7"/>
                      <a:pt x="7" y="12"/>
                      <a:pt x="11" y="12"/>
                    </a:cubicBezTo>
                    <a:cubicBezTo>
                      <a:pt x="12" y="8"/>
                      <a:pt x="8" y="4"/>
                      <a:pt x="7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4" name="Freeform 111">
                <a:extLst>
                  <a:ext uri="{FF2B5EF4-FFF2-40B4-BE49-F238E27FC236}">
                    <a16:creationId xmlns:a16="http://schemas.microsoft.com/office/drawing/2014/main" id="{83B67EFF-7D5B-488B-840A-93B39CE60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499"/>
                <a:ext cx="37" cy="42"/>
              </a:xfrm>
              <a:custGeom>
                <a:avLst/>
                <a:gdLst>
                  <a:gd name="T0" fmla="*/ 113 w 16"/>
                  <a:gd name="T1" fmla="*/ 225 h 17"/>
                  <a:gd name="T2" fmla="*/ 160 w 16"/>
                  <a:gd name="T3" fmla="*/ 42 h 17"/>
                  <a:gd name="T4" fmla="*/ 0 w 16"/>
                  <a:gd name="T5" fmla="*/ 25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9" y="15"/>
                    </a:moveTo>
                    <a:cubicBezTo>
                      <a:pt x="12" y="14"/>
                      <a:pt x="16" y="7"/>
                      <a:pt x="13" y="3"/>
                    </a:cubicBezTo>
                    <a:cubicBezTo>
                      <a:pt x="9" y="0"/>
                      <a:pt x="1" y="15"/>
                      <a:pt x="0" y="1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5" name="Freeform 112">
                <a:extLst>
                  <a:ext uri="{FF2B5EF4-FFF2-40B4-BE49-F238E27FC236}">
                    <a16:creationId xmlns:a16="http://schemas.microsoft.com/office/drawing/2014/main" id="{C227E46C-CCE5-40E8-9BB8-3F1E88072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476"/>
                <a:ext cx="32" cy="43"/>
              </a:xfrm>
              <a:custGeom>
                <a:avLst/>
                <a:gdLst>
                  <a:gd name="T0" fmla="*/ 37 w 14"/>
                  <a:gd name="T1" fmla="*/ 276 h 17"/>
                  <a:gd name="T2" fmla="*/ 11 w 14"/>
                  <a:gd name="T3" fmla="*/ 147 h 17"/>
                  <a:gd name="T4" fmla="*/ 121 w 14"/>
                  <a:gd name="T5" fmla="*/ 192 h 17"/>
                  <a:gd name="T6" fmla="*/ 110 w 14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7">
                    <a:moveTo>
                      <a:pt x="3" y="17"/>
                    </a:moveTo>
                    <a:cubicBezTo>
                      <a:pt x="1" y="15"/>
                      <a:pt x="0" y="12"/>
                      <a:pt x="1" y="9"/>
                    </a:cubicBezTo>
                    <a:cubicBezTo>
                      <a:pt x="4" y="9"/>
                      <a:pt x="7" y="13"/>
                      <a:pt x="10" y="12"/>
                    </a:cubicBezTo>
                    <a:cubicBezTo>
                      <a:pt x="14" y="11"/>
                      <a:pt x="11" y="2"/>
                      <a:pt x="9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6" name="Freeform 113">
                <a:extLst>
                  <a:ext uri="{FF2B5EF4-FFF2-40B4-BE49-F238E27FC236}">
                    <a16:creationId xmlns:a16="http://schemas.microsoft.com/office/drawing/2014/main" id="{370399A2-7FDE-495A-BC7E-ABABE985C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716"/>
                <a:ext cx="81" cy="57"/>
              </a:xfrm>
              <a:custGeom>
                <a:avLst/>
                <a:gdLst>
                  <a:gd name="T0" fmla="*/ 407 w 35"/>
                  <a:gd name="T1" fmla="*/ 307 h 23"/>
                  <a:gd name="T2" fmla="*/ 407 w 35"/>
                  <a:gd name="T3" fmla="*/ 154 h 23"/>
                  <a:gd name="T4" fmla="*/ 322 w 35"/>
                  <a:gd name="T5" fmla="*/ 245 h 23"/>
                  <a:gd name="T6" fmla="*/ 113 w 35"/>
                  <a:gd name="T7" fmla="*/ 196 h 23"/>
                  <a:gd name="T8" fmla="*/ 102 w 35"/>
                  <a:gd name="T9" fmla="*/ 0 h 23"/>
                  <a:gd name="T10" fmla="*/ 0 w 35"/>
                  <a:gd name="T11" fmla="*/ 34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3">
                    <a:moveTo>
                      <a:pt x="33" y="20"/>
                    </a:moveTo>
                    <a:cubicBezTo>
                      <a:pt x="34" y="16"/>
                      <a:pt x="35" y="12"/>
                      <a:pt x="33" y="10"/>
                    </a:cubicBezTo>
                    <a:cubicBezTo>
                      <a:pt x="30" y="11"/>
                      <a:pt x="28" y="14"/>
                      <a:pt x="26" y="16"/>
                    </a:cubicBezTo>
                    <a:cubicBezTo>
                      <a:pt x="29" y="0"/>
                      <a:pt x="16" y="1"/>
                      <a:pt x="9" y="13"/>
                    </a:cubicBezTo>
                    <a:cubicBezTo>
                      <a:pt x="10" y="8"/>
                      <a:pt x="9" y="4"/>
                      <a:pt x="8" y="0"/>
                    </a:cubicBezTo>
                    <a:cubicBezTo>
                      <a:pt x="2" y="4"/>
                      <a:pt x="1" y="16"/>
                      <a:pt x="0" y="2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7" name="Freeform 114">
                <a:extLst>
                  <a:ext uri="{FF2B5EF4-FFF2-40B4-BE49-F238E27FC236}">
                    <a16:creationId xmlns:a16="http://schemas.microsoft.com/office/drawing/2014/main" id="{4B07DADE-2927-42E4-BA26-AD977B3ED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743"/>
                <a:ext cx="38" cy="53"/>
              </a:xfrm>
              <a:custGeom>
                <a:avLst/>
                <a:gdLst>
                  <a:gd name="T0" fmla="*/ 40 w 16"/>
                  <a:gd name="T1" fmla="*/ 20 h 21"/>
                  <a:gd name="T2" fmla="*/ 40 w 16"/>
                  <a:gd name="T3" fmla="*/ 179 h 21"/>
                  <a:gd name="T4" fmla="*/ 176 w 16"/>
                  <a:gd name="T5" fmla="*/ 0 h 21"/>
                  <a:gd name="T6" fmla="*/ 176 w 16"/>
                  <a:gd name="T7" fmla="*/ 33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1">
                    <a:moveTo>
                      <a:pt x="3" y="1"/>
                    </a:moveTo>
                    <a:cubicBezTo>
                      <a:pt x="1" y="4"/>
                      <a:pt x="0" y="9"/>
                      <a:pt x="3" y="11"/>
                    </a:cubicBezTo>
                    <a:cubicBezTo>
                      <a:pt x="8" y="9"/>
                      <a:pt x="9" y="3"/>
                      <a:pt x="13" y="0"/>
                    </a:cubicBezTo>
                    <a:cubicBezTo>
                      <a:pt x="16" y="5"/>
                      <a:pt x="16" y="15"/>
                      <a:pt x="13" y="21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8" name="Freeform 115">
                <a:extLst>
                  <a:ext uri="{FF2B5EF4-FFF2-40B4-BE49-F238E27FC236}">
                    <a16:creationId xmlns:a16="http://schemas.microsoft.com/office/drawing/2014/main" id="{34D00ED0-69EF-4058-A2C3-34970615B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586"/>
                <a:ext cx="35" cy="35"/>
              </a:xfrm>
              <a:custGeom>
                <a:avLst/>
                <a:gdLst>
                  <a:gd name="T0" fmla="*/ 49 w 15"/>
                  <a:gd name="T1" fmla="*/ 220 h 14"/>
                  <a:gd name="T2" fmla="*/ 180 w 15"/>
                  <a:gd name="T3" fmla="*/ 95 h 14"/>
                  <a:gd name="T4" fmla="*/ 0 w 15"/>
                  <a:gd name="T5" fmla="*/ 5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4" y="14"/>
                    </a:moveTo>
                    <a:cubicBezTo>
                      <a:pt x="5" y="10"/>
                      <a:pt x="14" y="10"/>
                      <a:pt x="14" y="6"/>
                    </a:cubicBezTo>
                    <a:cubicBezTo>
                      <a:pt x="15" y="0"/>
                      <a:pt x="3" y="1"/>
                      <a:pt x="0" y="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9" name="Freeform 116">
                <a:extLst>
                  <a:ext uri="{FF2B5EF4-FFF2-40B4-BE49-F238E27FC236}">
                    <a16:creationId xmlns:a16="http://schemas.microsoft.com/office/drawing/2014/main" id="{E7C29669-5FFB-413F-B112-9559A89E8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210"/>
                <a:ext cx="40" cy="44"/>
              </a:xfrm>
              <a:custGeom>
                <a:avLst/>
                <a:gdLst>
                  <a:gd name="T0" fmla="*/ 115 w 17"/>
                  <a:gd name="T1" fmla="*/ 264 h 18"/>
                  <a:gd name="T2" fmla="*/ 221 w 17"/>
                  <a:gd name="T3" fmla="*/ 191 h 18"/>
                  <a:gd name="T4" fmla="*/ 12 w 17"/>
                  <a:gd name="T5" fmla="*/ 220 h 18"/>
                  <a:gd name="T6" fmla="*/ 38 w 17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9" y="18"/>
                    </a:moveTo>
                    <a:cubicBezTo>
                      <a:pt x="12" y="17"/>
                      <a:pt x="15" y="16"/>
                      <a:pt x="17" y="13"/>
                    </a:cubicBezTo>
                    <a:cubicBezTo>
                      <a:pt x="14" y="5"/>
                      <a:pt x="5" y="13"/>
                      <a:pt x="1" y="15"/>
                    </a:cubicBezTo>
                    <a:cubicBezTo>
                      <a:pt x="0" y="10"/>
                      <a:pt x="5" y="4"/>
                      <a:pt x="3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0" name="Freeform 117">
                <a:extLst>
                  <a:ext uri="{FF2B5EF4-FFF2-40B4-BE49-F238E27FC236}">
                    <a16:creationId xmlns:a16="http://schemas.microsoft.com/office/drawing/2014/main" id="{2760DF02-0C68-4F4B-8BED-67B07A222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060"/>
                <a:ext cx="25" cy="22"/>
              </a:xfrm>
              <a:custGeom>
                <a:avLst/>
                <a:gdLst>
                  <a:gd name="T0" fmla="*/ 118 w 11"/>
                  <a:gd name="T1" fmla="*/ 71 h 9"/>
                  <a:gd name="T2" fmla="*/ 0 w 11"/>
                  <a:gd name="T3" fmla="*/ 59 h 9"/>
                  <a:gd name="T4" fmla="*/ 130 w 11"/>
                  <a:gd name="T5" fmla="*/ 13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0" y="5"/>
                    </a:moveTo>
                    <a:cubicBezTo>
                      <a:pt x="8" y="0"/>
                      <a:pt x="3" y="1"/>
                      <a:pt x="0" y="4"/>
                    </a:cubicBezTo>
                    <a:cubicBezTo>
                      <a:pt x="2" y="8"/>
                      <a:pt x="7" y="9"/>
                      <a:pt x="11" y="9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1" name="Freeform 118">
                <a:extLst>
                  <a:ext uri="{FF2B5EF4-FFF2-40B4-BE49-F238E27FC236}">
                    <a16:creationId xmlns:a16="http://schemas.microsoft.com/office/drawing/2014/main" id="{E4BF4670-588B-4F8D-BBC6-32ABDB18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985"/>
                <a:ext cx="37" cy="35"/>
              </a:xfrm>
              <a:custGeom>
                <a:avLst/>
                <a:gdLst>
                  <a:gd name="T0" fmla="*/ 0 w 16"/>
                  <a:gd name="T1" fmla="*/ 125 h 14"/>
                  <a:gd name="T2" fmla="*/ 74 w 16"/>
                  <a:gd name="T3" fmla="*/ 0 h 14"/>
                  <a:gd name="T4" fmla="*/ 74 w 16"/>
                  <a:gd name="T5" fmla="*/ 220 h 14"/>
                  <a:gd name="T6" fmla="*/ 199 w 16"/>
                  <a:gd name="T7" fmla="*/ 3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0" y="8"/>
                    </a:moveTo>
                    <a:cubicBezTo>
                      <a:pt x="2" y="5"/>
                      <a:pt x="3" y="2"/>
                      <a:pt x="6" y="0"/>
                    </a:cubicBezTo>
                    <a:cubicBezTo>
                      <a:pt x="6" y="4"/>
                      <a:pt x="3" y="10"/>
                      <a:pt x="6" y="14"/>
                    </a:cubicBezTo>
                    <a:cubicBezTo>
                      <a:pt x="11" y="11"/>
                      <a:pt x="13" y="7"/>
                      <a:pt x="16" y="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2" name="Freeform 119">
                <a:extLst>
                  <a:ext uri="{FF2B5EF4-FFF2-40B4-BE49-F238E27FC236}">
                    <a16:creationId xmlns:a16="http://schemas.microsoft.com/office/drawing/2014/main" id="{62A688B1-0263-4807-9765-F59743CF0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850"/>
                <a:ext cx="51" cy="55"/>
              </a:xfrm>
              <a:custGeom>
                <a:avLst/>
                <a:gdLst>
                  <a:gd name="T0" fmla="*/ 37 w 22"/>
                  <a:gd name="T1" fmla="*/ 270 h 22"/>
                  <a:gd name="T2" fmla="*/ 0 w 22"/>
                  <a:gd name="T3" fmla="*/ 17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22" y="22"/>
                      <a:pt x="13" y="0"/>
                      <a:pt x="0" y="11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3" name="Freeform 120">
                <a:extLst>
                  <a:ext uri="{FF2B5EF4-FFF2-40B4-BE49-F238E27FC236}">
                    <a16:creationId xmlns:a16="http://schemas.microsoft.com/office/drawing/2014/main" id="{48072180-34E6-4983-A4A4-051FEAE63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928"/>
                <a:ext cx="35" cy="37"/>
              </a:xfrm>
              <a:custGeom>
                <a:avLst/>
                <a:gdLst>
                  <a:gd name="T0" fmla="*/ 37 w 15"/>
                  <a:gd name="T1" fmla="*/ 104 h 15"/>
                  <a:gd name="T2" fmla="*/ 0 w 15"/>
                  <a:gd name="T3" fmla="*/ 21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3" y="7"/>
                    </a:moveTo>
                    <a:cubicBezTo>
                      <a:pt x="15" y="0"/>
                      <a:pt x="14" y="15"/>
                      <a:pt x="0" y="1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4" name="Freeform 121">
                <a:extLst>
                  <a:ext uri="{FF2B5EF4-FFF2-40B4-BE49-F238E27FC236}">
                    <a16:creationId xmlns:a16="http://schemas.microsoft.com/office/drawing/2014/main" id="{E1C8224E-CA48-4055-A1D6-4D8C2DF68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269"/>
                <a:ext cx="47" cy="48"/>
              </a:xfrm>
              <a:custGeom>
                <a:avLst/>
                <a:gdLst>
                  <a:gd name="T0" fmla="*/ 209 w 20"/>
                  <a:gd name="T1" fmla="*/ 114 h 19"/>
                  <a:gd name="T2" fmla="*/ 78 w 20"/>
                  <a:gd name="T3" fmla="*/ 63 h 19"/>
                  <a:gd name="T4" fmla="*/ 155 w 20"/>
                  <a:gd name="T5" fmla="*/ 179 h 19"/>
                  <a:gd name="T6" fmla="*/ 0 w 20"/>
                  <a:gd name="T7" fmla="*/ 21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16" y="7"/>
                    </a:moveTo>
                    <a:cubicBezTo>
                      <a:pt x="15" y="4"/>
                      <a:pt x="9" y="0"/>
                      <a:pt x="6" y="4"/>
                    </a:cubicBezTo>
                    <a:cubicBezTo>
                      <a:pt x="3" y="9"/>
                      <a:pt x="9" y="8"/>
                      <a:pt x="12" y="11"/>
                    </a:cubicBezTo>
                    <a:cubicBezTo>
                      <a:pt x="20" y="19"/>
                      <a:pt x="4" y="18"/>
                      <a:pt x="0" y="1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5" name="Freeform 122">
                <a:extLst>
                  <a:ext uri="{FF2B5EF4-FFF2-40B4-BE49-F238E27FC236}">
                    <a16:creationId xmlns:a16="http://schemas.microsoft.com/office/drawing/2014/main" id="{218D4CD0-056E-4CD3-92EB-DECA524E6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299"/>
                <a:ext cx="51" cy="68"/>
              </a:xfrm>
              <a:custGeom>
                <a:avLst/>
                <a:gdLst>
                  <a:gd name="T0" fmla="*/ 162 w 22"/>
                  <a:gd name="T1" fmla="*/ 431 h 27"/>
                  <a:gd name="T2" fmla="*/ 102 w 22"/>
                  <a:gd name="T3" fmla="*/ 305 h 27"/>
                  <a:gd name="T4" fmla="*/ 0 w 22"/>
                  <a:gd name="T5" fmla="*/ 24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7">
                    <a:moveTo>
                      <a:pt x="13" y="27"/>
                    </a:moveTo>
                    <a:cubicBezTo>
                      <a:pt x="22" y="19"/>
                      <a:pt x="19" y="13"/>
                      <a:pt x="8" y="19"/>
                    </a:cubicBezTo>
                    <a:cubicBezTo>
                      <a:pt x="21" y="6"/>
                      <a:pt x="7" y="0"/>
                      <a:pt x="0" y="15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6" name="Freeform 123">
                <a:extLst>
                  <a:ext uri="{FF2B5EF4-FFF2-40B4-BE49-F238E27FC236}">
                    <a16:creationId xmlns:a16="http://schemas.microsoft.com/office/drawing/2014/main" id="{071F2905-7C40-4A79-9FD5-D973530E5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646"/>
                <a:ext cx="40" cy="40"/>
              </a:xfrm>
              <a:custGeom>
                <a:avLst/>
                <a:gdLst>
                  <a:gd name="T0" fmla="*/ 28 w 17"/>
                  <a:gd name="T1" fmla="*/ 50 h 16"/>
                  <a:gd name="T2" fmla="*/ 38 w 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2" y="3"/>
                    </a:moveTo>
                    <a:cubicBezTo>
                      <a:pt x="0" y="16"/>
                      <a:pt x="17" y="3"/>
                      <a:pt x="3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7" name="Freeform 124">
                <a:extLst>
                  <a:ext uri="{FF2B5EF4-FFF2-40B4-BE49-F238E27FC236}">
                    <a16:creationId xmlns:a16="http://schemas.microsoft.com/office/drawing/2014/main" id="{745223C2-8A50-4744-A875-CA7E5EEA5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1601"/>
                <a:ext cx="38" cy="38"/>
              </a:xfrm>
              <a:custGeom>
                <a:avLst/>
                <a:gdLst>
                  <a:gd name="T0" fmla="*/ 119 w 16"/>
                  <a:gd name="T1" fmla="*/ 213 h 15"/>
                  <a:gd name="T2" fmla="*/ 135 w 16"/>
                  <a:gd name="T3" fmla="*/ 243 h 15"/>
                  <a:gd name="T4" fmla="*/ 214 w 16"/>
                  <a:gd name="T5" fmla="*/ 117 h 15"/>
                  <a:gd name="T6" fmla="*/ 40 w 16"/>
                  <a:gd name="T7" fmla="*/ 180 h 15"/>
                  <a:gd name="T8" fmla="*/ 119 w 16"/>
                  <a:gd name="T9" fmla="*/ 20 h 15"/>
                  <a:gd name="T10" fmla="*/ 0 w 16"/>
                  <a:gd name="T11" fmla="*/ 9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9" y="13"/>
                    </a:moveTo>
                    <a:cubicBezTo>
                      <a:pt x="8" y="15"/>
                      <a:pt x="8" y="15"/>
                      <a:pt x="10" y="15"/>
                    </a:cubicBezTo>
                    <a:cubicBezTo>
                      <a:pt x="12" y="13"/>
                      <a:pt x="15" y="11"/>
                      <a:pt x="16" y="7"/>
                    </a:cubicBezTo>
                    <a:cubicBezTo>
                      <a:pt x="12" y="5"/>
                      <a:pt x="7" y="8"/>
                      <a:pt x="3" y="11"/>
                    </a:cubicBezTo>
                    <a:cubicBezTo>
                      <a:pt x="6" y="8"/>
                      <a:pt x="10" y="5"/>
                      <a:pt x="9" y="1"/>
                    </a:cubicBezTo>
                    <a:cubicBezTo>
                      <a:pt x="5" y="0"/>
                      <a:pt x="2" y="2"/>
                      <a:pt x="0" y="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8" name="Freeform 125">
                <a:extLst>
                  <a:ext uri="{FF2B5EF4-FFF2-40B4-BE49-F238E27FC236}">
                    <a16:creationId xmlns:a16="http://schemas.microsoft.com/office/drawing/2014/main" id="{AC8F1016-9411-4AAC-BC92-2E67EEE41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905"/>
                <a:ext cx="40" cy="50"/>
              </a:xfrm>
              <a:custGeom>
                <a:avLst/>
                <a:gdLst>
                  <a:gd name="T0" fmla="*/ 132 w 17"/>
                  <a:gd name="T1" fmla="*/ 313 h 20"/>
                  <a:gd name="T2" fmla="*/ 221 w 17"/>
                  <a:gd name="T3" fmla="*/ 220 h 20"/>
                  <a:gd name="T4" fmla="*/ 144 w 17"/>
                  <a:gd name="T5" fmla="*/ 220 h 20"/>
                  <a:gd name="T6" fmla="*/ 0 w 17"/>
                  <a:gd name="T7" fmla="*/ 14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0" y="20"/>
                    </a:moveTo>
                    <a:cubicBezTo>
                      <a:pt x="13" y="19"/>
                      <a:pt x="16" y="17"/>
                      <a:pt x="17" y="14"/>
                    </a:cubicBezTo>
                    <a:cubicBezTo>
                      <a:pt x="15" y="14"/>
                      <a:pt x="13" y="14"/>
                      <a:pt x="11" y="14"/>
                    </a:cubicBezTo>
                    <a:cubicBezTo>
                      <a:pt x="14" y="0"/>
                      <a:pt x="12" y="4"/>
                      <a:pt x="0" y="9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9" name="Freeform 126">
                <a:extLst>
                  <a:ext uri="{FF2B5EF4-FFF2-40B4-BE49-F238E27FC236}">
                    <a16:creationId xmlns:a16="http://schemas.microsoft.com/office/drawing/2014/main" id="{63F27C9E-3BDF-439C-919B-52E6D9831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1721"/>
                <a:ext cx="24" cy="37"/>
              </a:xfrm>
              <a:custGeom>
                <a:avLst/>
                <a:gdLst>
                  <a:gd name="T0" fmla="*/ 127 w 10"/>
                  <a:gd name="T1" fmla="*/ 0 h 15"/>
                  <a:gd name="T2" fmla="*/ 12 w 10"/>
                  <a:gd name="T3" fmla="*/ 62 h 15"/>
                  <a:gd name="T4" fmla="*/ 70 w 10"/>
                  <a:gd name="T5" fmla="*/ 121 h 15"/>
                  <a:gd name="T6" fmla="*/ 139 w 10"/>
                  <a:gd name="T7" fmla="*/ 153 h 15"/>
                  <a:gd name="T8" fmla="*/ 41 w 10"/>
                  <a:gd name="T9" fmla="*/ 22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9" y="0"/>
                    </a:moveTo>
                    <a:cubicBezTo>
                      <a:pt x="6" y="0"/>
                      <a:pt x="2" y="1"/>
                      <a:pt x="1" y="4"/>
                    </a:cubicBezTo>
                    <a:cubicBezTo>
                      <a:pt x="0" y="9"/>
                      <a:pt x="3" y="5"/>
                      <a:pt x="5" y="8"/>
                    </a:cubicBezTo>
                    <a:cubicBezTo>
                      <a:pt x="7" y="9"/>
                      <a:pt x="10" y="6"/>
                      <a:pt x="10" y="10"/>
                    </a:cubicBezTo>
                    <a:cubicBezTo>
                      <a:pt x="10" y="13"/>
                      <a:pt x="5" y="15"/>
                      <a:pt x="3" y="15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0" name="Freeform 127">
                <a:extLst>
                  <a:ext uri="{FF2B5EF4-FFF2-40B4-BE49-F238E27FC236}">
                    <a16:creationId xmlns:a16="http://schemas.microsoft.com/office/drawing/2014/main" id="{DC5FE2A7-9040-4E21-ADAC-5ED5E267C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838"/>
                <a:ext cx="14" cy="20"/>
              </a:xfrm>
              <a:custGeom>
                <a:avLst/>
                <a:gdLst>
                  <a:gd name="T0" fmla="*/ 77 w 6"/>
                  <a:gd name="T1" fmla="*/ 20 h 8"/>
                  <a:gd name="T2" fmla="*/ 65 w 6"/>
                  <a:gd name="T3" fmla="*/ 125 h 8"/>
                  <a:gd name="T4" fmla="*/ 12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1"/>
                    </a:moveTo>
                    <a:cubicBezTo>
                      <a:pt x="6" y="3"/>
                      <a:pt x="6" y="6"/>
                      <a:pt x="5" y="8"/>
                    </a:cubicBezTo>
                    <a:cubicBezTo>
                      <a:pt x="1" y="8"/>
                      <a:pt x="0" y="4"/>
                      <a:pt x="1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1" name="Freeform 128">
                <a:extLst>
                  <a:ext uri="{FF2B5EF4-FFF2-40B4-BE49-F238E27FC236}">
                    <a16:creationId xmlns:a16="http://schemas.microsoft.com/office/drawing/2014/main" id="{72E185A6-E1B1-47CC-B1DC-B82EE288A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881"/>
                <a:ext cx="42" cy="67"/>
              </a:xfrm>
              <a:custGeom>
                <a:avLst/>
                <a:gdLst>
                  <a:gd name="T0" fmla="*/ 37 w 18"/>
                  <a:gd name="T1" fmla="*/ 12 h 27"/>
                  <a:gd name="T2" fmla="*/ 37 w 18"/>
                  <a:gd name="T3" fmla="*/ 216 h 27"/>
                  <a:gd name="T4" fmla="*/ 142 w 18"/>
                  <a:gd name="T5" fmla="*/ 0 h 27"/>
                  <a:gd name="T6" fmla="*/ 126 w 18"/>
                  <a:gd name="T7" fmla="*/ 4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7">
                    <a:moveTo>
                      <a:pt x="3" y="1"/>
                    </a:moveTo>
                    <a:cubicBezTo>
                      <a:pt x="1" y="5"/>
                      <a:pt x="0" y="10"/>
                      <a:pt x="3" y="14"/>
                    </a:cubicBezTo>
                    <a:cubicBezTo>
                      <a:pt x="10" y="12"/>
                      <a:pt x="7" y="4"/>
                      <a:pt x="11" y="0"/>
                    </a:cubicBezTo>
                    <a:cubicBezTo>
                      <a:pt x="18" y="7"/>
                      <a:pt x="11" y="18"/>
                      <a:pt x="10" y="2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2" name="Freeform 129">
                <a:extLst>
                  <a:ext uri="{FF2B5EF4-FFF2-40B4-BE49-F238E27FC236}">
                    <a16:creationId xmlns:a16="http://schemas.microsoft.com/office/drawing/2014/main" id="{FF21A629-F3CB-458C-98F2-13146DA68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1923"/>
                <a:ext cx="35" cy="37"/>
              </a:xfrm>
              <a:custGeom>
                <a:avLst/>
                <a:gdLst>
                  <a:gd name="T0" fmla="*/ 126 w 15"/>
                  <a:gd name="T1" fmla="*/ 0 h 15"/>
                  <a:gd name="T2" fmla="*/ 28 w 15"/>
                  <a:gd name="T3" fmla="*/ 30 h 15"/>
                  <a:gd name="T4" fmla="*/ 103 w 15"/>
                  <a:gd name="T5" fmla="*/ 91 h 15"/>
                  <a:gd name="T6" fmla="*/ 180 w 15"/>
                  <a:gd name="T7" fmla="*/ 153 h 15"/>
                  <a:gd name="T8" fmla="*/ 49 w 15"/>
                  <a:gd name="T9" fmla="*/ 22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0" y="0"/>
                    </a:moveTo>
                    <a:cubicBezTo>
                      <a:pt x="8" y="0"/>
                      <a:pt x="3" y="0"/>
                      <a:pt x="2" y="2"/>
                    </a:cubicBezTo>
                    <a:cubicBezTo>
                      <a:pt x="0" y="6"/>
                      <a:pt x="6" y="5"/>
                      <a:pt x="8" y="6"/>
                    </a:cubicBezTo>
                    <a:cubicBezTo>
                      <a:pt x="10" y="7"/>
                      <a:pt x="15" y="5"/>
                      <a:pt x="14" y="10"/>
                    </a:cubicBezTo>
                    <a:cubicBezTo>
                      <a:pt x="14" y="12"/>
                      <a:pt x="7" y="14"/>
                      <a:pt x="4" y="15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3" name="Freeform 130">
                <a:extLst>
                  <a:ext uri="{FF2B5EF4-FFF2-40B4-BE49-F238E27FC236}">
                    <a16:creationId xmlns:a16="http://schemas.microsoft.com/office/drawing/2014/main" id="{6C351991-48F2-475A-A636-514DF50D7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2190"/>
                <a:ext cx="40" cy="37"/>
              </a:xfrm>
              <a:custGeom>
                <a:avLst/>
                <a:gdLst>
                  <a:gd name="T0" fmla="*/ 0 w 17"/>
                  <a:gd name="T1" fmla="*/ 42 h 15"/>
                  <a:gd name="T2" fmla="*/ 38 w 1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0" y="3"/>
                    </a:moveTo>
                    <a:cubicBezTo>
                      <a:pt x="4" y="15"/>
                      <a:pt x="17" y="6"/>
                      <a:pt x="3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4" name="Freeform 131">
                <a:extLst>
                  <a:ext uri="{FF2B5EF4-FFF2-40B4-BE49-F238E27FC236}">
                    <a16:creationId xmlns:a16="http://schemas.microsoft.com/office/drawing/2014/main" id="{2D67CA88-CDBE-49D5-A861-301DDE24B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2080"/>
                <a:ext cx="26" cy="35"/>
              </a:xfrm>
              <a:custGeom>
                <a:avLst/>
                <a:gdLst>
                  <a:gd name="T0" fmla="*/ 0 w 11"/>
                  <a:gd name="T1" fmla="*/ 145 h 14"/>
                  <a:gd name="T2" fmla="*/ 40 w 11"/>
                  <a:gd name="T3" fmla="*/ 2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9"/>
                    </a:moveTo>
                    <a:cubicBezTo>
                      <a:pt x="6" y="0"/>
                      <a:pt x="11" y="7"/>
                      <a:pt x="3" y="1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5" name="Freeform 132">
                <a:extLst>
                  <a:ext uri="{FF2B5EF4-FFF2-40B4-BE49-F238E27FC236}">
                    <a16:creationId xmlns:a16="http://schemas.microsoft.com/office/drawing/2014/main" id="{0402E5AE-FFC4-443E-A91D-37F77F2C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369"/>
                <a:ext cx="47" cy="60"/>
              </a:xfrm>
              <a:custGeom>
                <a:avLst/>
                <a:gdLst>
                  <a:gd name="T0" fmla="*/ 0 w 20"/>
                  <a:gd name="T1" fmla="*/ 238 h 24"/>
                  <a:gd name="T2" fmla="*/ 143 w 20"/>
                  <a:gd name="T3" fmla="*/ 313 h 24"/>
                  <a:gd name="T4" fmla="*/ 89 w 20"/>
                  <a:gd name="T5" fmla="*/ 145 h 24"/>
                  <a:gd name="T6" fmla="*/ 259 w 20"/>
                  <a:gd name="T7" fmla="*/ 23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4">
                    <a:moveTo>
                      <a:pt x="0" y="15"/>
                    </a:moveTo>
                    <a:cubicBezTo>
                      <a:pt x="1" y="18"/>
                      <a:pt x="8" y="24"/>
                      <a:pt x="11" y="20"/>
                    </a:cubicBezTo>
                    <a:cubicBezTo>
                      <a:pt x="13" y="18"/>
                      <a:pt x="8" y="11"/>
                      <a:pt x="7" y="9"/>
                    </a:cubicBezTo>
                    <a:cubicBezTo>
                      <a:pt x="16" y="0"/>
                      <a:pt x="15" y="15"/>
                      <a:pt x="20" y="15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6" name="Freeform 133">
                <a:extLst>
                  <a:ext uri="{FF2B5EF4-FFF2-40B4-BE49-F238E27FC236}">
                    <a16:creationId xmlns:a16="http://schemas.microsoft.com/office/drawing/2014/main" id="{FAB296B1-BA83-435B-9E78-9A90A070F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534"/>
                <a:ext cx="28" cy="27"/>
              </a:xfrm>
              <a:custGeom>
                <a:avLst/>
                <a:gdLst>
                  <a:gd name="T0" fmla="*/ 152 w 12"/>
                  <a:gd name="T1" fmla="*/ 42 h 11"/>
                  <a:gd name="T2" fmla="*/ 0 w 12"/>
                  <a:gd name="T3" fmla="*/ 133 h 11"/>
                  <a:gd name="T4" fmla="*/ 49 w 12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3"/>
                    </a:moveTo>
                    <a:cubicBezTo>
                      <a:pt x="9" y="7"/>
                      <a:pt x="5" y="11"/>
                      <a:pt x="0" y="9"/>
                    </a:cubicBezTo>
                    <a:cubicBezTo>
                      <a:pt x="0" y="6"/>
                      <a:pt x="1" y="2"/>
                      <a:pt x="4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7" name="Freeform 134">
                <a:extLst>
                  <a:ext uri="{FF2B5EF4-FFF2-40B4-BE49-F238E27FC236}">
                    <a16:creationId xmlns:a16="http://schemas.microsoft.com/office/drawing/2014/main" id="{14ECCAFA-8799-4753-9CBC-D536EB8A9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504"/>
                <a:ext cx="49" cy="32"/>
              </a:xfrm>
              <a:custGeom>
                <a:avLst/>
                <a:gdLst>
                  <a:gd name="T0" fmla="*/ 257 w 21"/>
                  <a:gd name="T1" fmla="*/ 133 h 13"/>
                  <a:gd name="T2" fmla="*/ 266 w 21"/>
                  <a:gd name="T3" fmla="*/ 121 h 13"/>
                  <a:gd name="T4" fmla="*/ 217 w 21"/>
                  <a:gd name="T5" fmla="*/ 12 h 13"/>
                  <a:gd name="T6" fmla="*/ 142 w 21"/>
                  <a:gd name="T7" fmla="*/ 182 h 13"/>
                  <a:gd name="T8" fmla="*/ 86 w 21"/>
                  <a:gd name="T9" fmla="*/ 0 h 13"/>
                  <a:gd name="T10" fmla="*/ 28 w 21"/>
                  <a:gd name="T11" fmla="*/ 19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3">
                    <a:moveTo>
                      <a:pt x="20" y="9"/>
                    </a:moveTo>
                    <a:cubicBezTo>
                      <a:pt x="20" y="9"/>
                      <a:pt x="21" y="12"/>
                      <a:pt x="21" y="8"/>
                    </a:cubicBezTo>
                    <a:cubicBezTo>
                      <a:pt x="20" y="6"/>
                      <a:pt x="18" y="3"/>
                      <a:pt x="17" y="1"/>
                    </a:cubicBezTo>
                    <a:cubicBezTo>
                      <a:pt x="12" y="1"/>
                      <a:pt x="11" y="8"/>
                      <a:pt x="11" y="12"/>
                    </a:cubicBezTo>
                    <a:cubicBezTo>
                      <a:pt x="7" y="10"/>
                      <a:pt x="7" y="4"/>
                      <a:pt x="7" y="0"/>
                    </a:cubicBezTo>
                    <a:cubicBezTo>
                      <a:pt x="4" y="3"/>
                      <a:pt x="0" y="9"/>
                      <a:pt x="2" y="1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8" name="Freeform 135">
                <a:extLst>
                  <a:ext uri="{FF2B5EF4-FFF2-40B4-BE49-F238E27FC236}">
                    <a16:creationId xmlns:a16="http://schemas.microsoft.com/office/drawing/2014/main" id="{9B0335E6-5C14-4895-B5D5-B86BD8267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387"/>
                <a:ext cx="31" cy="35"/>
              </a:xfrm>
              <a:custGeom>
                <a:avLst/>
                <a:gdLst>
                  <a:gd name="T0" fmla="*/ 107 w 13"/>
                  <a:gd name="T1" fmla="*/ 208 h 14"/>
                  <a:gd name="T2" fmla="*/ 119 w 13"/>
                  <a:gd name="T3" fmla="*/ 0 h 14"/>
                  <a:gd name="T4" fmla="*/ 0 w 13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8" y="13"/>
                    </a:moveTo>
                    <a:cubicBezTo>
                      <a:pt x="13" y="11"/>
                      <a:pt x="13" y="3"/>
                      <a:pt x="9" y="0"/>
                    </a:cubicBezTo>
                    <a:cubicBezTo>
                      <a:pt x="4" y="3"/>
                      <a:pt x="3" y="9"/>
                      <a:pt x="0" y="1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9" name="Freeform 136">
                <a:extLst>
                  <a:ext uri="{FF2B5EF4-FFF2-40B4-BE49-F238E27FC236}">
                    <a16:creationId xmlns:a16="http://schemas.microsoft.com/office/drawing/2014/main" id="{5C5A5ABE-9D46-4E41-9FBF-A98649789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270"/>
                <a:ext cx="35" cy="44"/>
              </a:xfrm>
              <a:custGeom>
                <a:avLst/>
                <a:gdLst>
                  <a:gd name="T0" fmla="*/ 191 w 15"/>
                  <a:gd name="T1" fmla="*/ 191 h 18"/>
                  <a:gd name="T2" fmla="*/ 152 w 15"/>
                  <a:gd name="T3" fmla="*/ 26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15" y="13"/>
                    </a:moveTo>
                    <a:cubicBezTo>
                      <a:pt x="11" y="0"/>
                      <a:pt x="0" y="11"/>
                      <a:pt x="12" y="1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0" name="Freeform 137">
                <a:extLst>
                  <a:ext uri="{FF2B5EF4-FFF2-40B4-BE49-F238E27FC236}">
                    <a16:creationId xmlns:a16="http://schemas.microsoft.com/office/drawing/2014/main" id="{560666AC-B078-40E2-9A3C-44B7E3631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624"/>
                <a:ext cx="49" cy="67"/>
              </a:xfrm>
              <a:custGeom>
                <a:avLst/>
                <a:gdLst>
                  <a:gd name="T0" fmla="*/ 28 w 21"/>
                  <a:gd name="T1" fmla="*/ 74 h 27"/>
                  <a:gd name="T2" fmla="*/ 0 w 21"/>
                  <a:gd name="T3" fmla="*/ 74 h 27"/>
                  <a:gd name="T4" fmla="*/ 103 w 21"/>
                  <a:gd name="T5" fmla="*/ 0 h 27"/>
                  <a:gd name="T6" fmla="*/ 37 w 21"/>
                  <a:gd name="T7" fmla="*/ 184 h 27"/>
                  <a:gd name="T8" fmla="*/ 180 w 21"/>
                  <a:gd name="T9" fmla="*/ 136 h 27"/>
                  <a:gd name="T10" fmla="*/ 37 w 21"/>
                  <a:gd name="T11" fmla="*/ 41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7">
                    <a:moveTo>
                      <a:pt x="2" y="5"/>
                    </a:moveTo>
                    <a:cubicBezTo>
                      <a:pt x="1" y="5"/>
                      <a:pt x="1" y="5"/>
                      <a:pt x="0" y="5"/>
                    </a:cubicBezTo>
                    <a:cubicBezTo>
                      <a:pt x="2" y="2"/>
                      <a:pt x="5" y="1"/>
                      <a:pt x="8" y="0"/>
                    </a:cubicBezTo>
                    <a:cubicBezTo>
                      <a:pt x="7" y="4"/>
                      <a:pt x="4" y="8"/>
                      <a:pt x="3" y="12"/>
                    </a:cubicBezTo>
                    <a:cubicBezTo>
                      <a:pt x="7" y="11"/>
                      <a:pt x="11" y="7"/>
                      <a:pt x="14" y="9"/>
                    </a:cubicBezTo>
                    <a:cubicBezTo>
                      <a:pt x="21" y="14"/>
                      <a:pt x="5" y="24"/>
                      <a:pt x="3" y="2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1" name="Freeform 138">
                <a:extLst>
                  <a:ext uri="{FF2B5EF4-FFF2-40B4-BE49-F238E27FC236}">
                    <a16:creationId xmlns:a16="http://schemas.microsoft.com/office/drawing/2014/main" id="{1A52BD6B-7DE7-42FC-B26E-066E599A0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569"/>
                <a:ext cx="35" cy="75"/>
              </a:xfrm>
              <a:custGeom>
                <a:avLst/>
                <a:gdLst>
                  <a:gd name="T0" fmla="*/ 103 w 15"/>
                  <a:gd name="T1" fmla="*/ 470 h 30"/>
                  <a:gd name="T2" fmla="*/ 0 w 15"/>
                  <a:gd name="T3" fmla="*/ 188 h 30"/>
                  <a:gd name="T4" fmla="*/ 152 w 15"/>
                  <a:gd name="T5" fmla="*/ 300 h 30"/>
                  <a:gd name="T6" fmla="*/ 103 w 15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0">
                    <a:moveTo>
                      <a:pt x="8" y="30"/>
                    </a:moveTo>
                    <a:cubicBezTo>
                      <a:pt x="8" y="24"/>
                      <a:pt x="2" y="18"/>
                      <a:pt x="0" y="12"/>
                    </a:cubicBezTo>
                    <a:cubicBezTo>
                      <a:pt x="4" y="13"/>
                      <a:pt x="8" y="18"/>
                      <a:pt x="12" y="19"/>
                    </a:cubicBezTo>
                    <a:cubicBezTo>
                      <a:pt x="15" y="14"/>
                      <a:pt x="11" y="5"/>
                      <a:pt x="8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2" name="Freeform 139">
                <a:extLst>
                  <a:ext uri="{FF2B5EF4-FFF2-40B4-BE49-F238E27FC236}">
                    <a16:creationId xmlns:a16="http://schemas.microsoft.com/office/drawing/2014/main" id="{B411DEA3-6D28-45D0-9E73-3EEEDC98A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302"/>
                <a:ext cx="33" cy="47"/>
              </a:xfrm>
              <a:custGeom>
                <a:avLst/>
                <a:gdLst>
                  <a:gd name="T0" fmla="*/ 118 w 14"/>
                  <a:gd name="T1" fmla="*/ 0 h 19"/>
                  <a:gd name="T2" fmla="*/ 12 w 14"/>
                  <a:gd name="T3" fmla="*/ 134 h 19"/>
                  <a:gd name="T4" fmla="*/ 172 w 14"/>
                  <a:gd name="T5" fmla="*/ 121 h 19"/>
                  <a:gd name="T6" fmla="*/ 0 w 14"/>
                  <a:gd name="T7" fmla="*/ 28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9" y="0"/>
                    </a:moveTo>
                    <a:cubicBezTo>
                      <a:pt x="5" y="2"/>
                      <a:pt x="1" y="5"/>
                      <a:pt x="1" y="9"/>
                    </a:cubicBezTo>
                    <a:cubicBezTo>
                      <a:pt x="6" y="10"/>
                      <a:pt x="9" y="7"/>
                      <a:pt x="13" y="8"/>
                    </a:cubicBezTo>
                    <a:cubicBezTo>
                      <a:pt x="14" y="15"/>
                      <a:pt x="5" y="17"/>
                      <a:pt x="0" y="19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3" name="Freeform 140">
                <a:extLst>
                  <a:ext uri="{FF2B5EF4-FFF2-40B4-BE49-F238E27FC236}">
                    <a16:creationId xmlns:a16="http://schemas.microsoft.com/office/drawing/2014/main" id="{9D832595-FD05-4D23-B76A-4550E9D75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267"/>
                <a:ext cx="68" cy="67"/>
              </a:xfrm>
              <a:custGeom>
                <a:avLst/>
                <a:gdLst>
                  <a:gd name="T0" fmla="*/ 220 w 29"/>
                  <a:gd name="T1" fmla="*/ 412 h 27"/>
                  <a:gd name="T2" fmla="*/ 155 w 29"/>
                  <a:gd name="T3" fmla="*/ 290 h 27"/>
                  <a:gd name="T4" fmla="*/ 249 w 29"/>
                  <a:gd name="T5" fmla="*/ 154 h 27"/>
                  <a:gd name="T6" fmla="*/ 0 w 29"/>
                  <a:gd name="T7" fmla="*/ 216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17" y="27"/>
                    </a:moveTo>
                    <a:cubicBezTo>
                      <a:pt x="29" y="26"/>
                      <a:pt x="23" y="8"/>
                      <a:pt x="12" y="19"/>
                    </a:cubicBezTo>
                    <a:cubicBezTo>
                      <a:pt x="15" y="18"/>
                      <a:pt x="20" y="14"/>
                      <a:pt x="19" y="10"/>
                    </a:cubicBezTo>
                    <a:cubicBezTo>
                      <a:pt x="18" y="0"/>
                      <a:pt x="3" y="11"/>
                      <a:pt x="0" y="1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4" name="Freeform 141">
                <a:extLst>
                  <a:ext uri="{FF2B5EF4-FFF2-40B4-BE49-F238E27FC236}">
                    <a16:creationId xmlns:a16="http://schemas.microsoft.com/office/drawing/2014/main" id="{CFC041DC-B452-4B67-B3C7-A10BC2DD7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304"/>
                <a:ext cx="26" cy="25"/>
              </a:xfrm>
              <a:custGeom>
                <a:avLst/>
                <a:gdLst>
                  <a:gd name="T0" fmla="*/ 40 w 11"/>
                  <a:gd name="T1" fmla="*/ 113 h 10"/>
                  <a:gd name="T2" fmla="*/ 144 w 11"/>
                  <a:gd name="T3" fmla="*/ 125 h 10"/>
                  <a:gd name="T4" fmla="*/ 0 w 11"/>
                  <a:gd name="T5" fmla="*/ 2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3" y="7"/>
                    </a:moveTo>
                    <a:cubicBezTo>
                      <a:pt x="5" y="10"/>
                      <a:pt x="9" y="10"/>
                      <a:pt x="11" y="8"/>
                    </a:cubicBezTo>
                    <a:cubicBezTo>
                      <a:pt x="11" y="3"/>
                      <a:pt x="5" y="0"/>
                      <a:pt x="0" y="1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5" name="Freeform 142">
                <a:extLst>
                  <a:ext uri="{FF2B5EF4-FFF2-40B4-BE49-F238E27FC236}">
                    <a16:creationId xmlns:a16="http://schemas.microsoft.com/office/drawing/2014/main" id="{7E24781C-B3B1-4B66-AEF2-6312CAB64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240"/>
                <a:ext cx="47" cy="52"/>
              </a:xfrm>
              <a:custGeom>
                <a:avLst/>
                <a:gdLst>
                  <a:gd name="T0" fmla="*/ 259 w 20"/>
                  <a:gd name="T1" fmla="*/ 245 h 21"/>
                  <a:gd name="T2" fmla="*/ 183 w 20"/>
                  <a:gd name="T3" fmla="*/ 62 h 21"/>
                  <a:gd name="T4" fmla="*/ 106 w 20"/>
                  <a:gd name="T5" fmla="*/ 319 h 21"/>
                  <a:gd name="T6" fmla="*/ 49 w 20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1">
                    <a:moveTo>
                      <a:pt x="20" y="16"/>
                    </a:moveTo>
                    <a:cubicBezTo>
                      <a:pt x="18" y="12"/>
                      <a:pt x="18" y="5"/>
                      <a:pt x="14" y="4"/>
                    </a:cubicBezTo>
                    <a:cubicBezTo>
                      <a:pt x="8" y="8"/>
                      <a:pt x="12" y="16"/>
                      <a:pt x="8" y="21"/>
                    </a:cubicBezTo>
                    <a:cubicBezTo>
                      <a:pt x="2" y="17"/>
                      <a:pt x="0" y="7"/>
                      <a:pt x="4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6" name="Freeform 143">
                <a:extLst>
                  <a:ext uri="{FF2B5EF4-FFF2-40B4-BE49-F238E27FC236}">
                    <a16:creationId xmlns:a16="http://schemas.microsoft.com/office/drawing/2014/main" id="{9B0CA9E1-57D7-4E90-A4D6-9D388970A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414"/>
                <a:ext cx="25" cy="55"/>
              </a:xfrm>
              <a:custGeom>
                <a:avLst/>
                <a:gdLst>
                  <a:gd name="T0" fmla="*/ 25 w 11"/>
                  <a:gd name="T1" fmla="*/ 83 h 22"/>
                  <a:gd name="T2" fmla="*/ 0 w 11"/>
                  <a:gd name="T3" fmla="*/ 63 h 22"/>
                  <a:gd name="T4" fmla="*/ 118 w 11"/>
                  <a:gd name="T5" fmla="*/ 33 h 22"/>
                  <a:gd name="T6" fmla="*/ 11 w 11"/>
                  <a:gd name="T7" fmla="*/ 188 h 22"/>
                  <a:gd name="T8" fmla="*/ 130 w 11"/>
                  <a:gd name="T9" fmla="*/ 220 h 22"/>
                  <a:gd name="T10" fmla="*/ 0 w 11"/>
                  <a:gd name="T11" fmla="*/ 34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2">
                    <a:moveTo>
                      <a:pt x="2" y="5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2" y="1"/>
                      <a:pt x="7" y="0"/>
                      <a:pt x="10" y="2"/>
                    </a:cubicBezTo>
                    <a:cubicBezTo>
                      <a:pt x="10" y="7"/>
                      <a:pt x="3" y="9"/>
                      <a:pt x="1" y="12"/>
                    </a:cubicBezTo>
                    <a:cubicBezTo>
                      <a:pt x="4" y="12"/>
                      <a:pt x="9" y="11"/>
                      <a:pt x="11" y="14"/>
                    </a:cubicBezTo>
                    <a:cubicBezTo>
                      <a:pt x="11" y="19"/>
                      <a:pt x="4" y="21"/>
                      <a:pt x="0" y="2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7" name="Freeform 144">
                <a:extLst>
                  <a:ext uri="{FF2B5EF4-FFF2-40B4-BE49-F238E27FC236}">
                    <a16:creationId xmlns:a16="http://schemas.microsoft.com/office/drawing/2014/main" id="{6CED6BE9-A912-4C5E-9326-3A98AD273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062"/>
                <a:ext cx="21" cy="33"/>
              </a:xfrm>
              <a:custGeom>
                <a:avLst/>
                <a:gdLst>
                  <a:gd name="T0" fmla="*/ 0 w 9"/>
                  <a:gd name="T1" fmla="*/ 147 h 13"/>
                  <a:gd name="T2" fmla="*/ 86 w 9"/>
                  <a:gd name="T3" fmla="*/ 0 h 13"/>
                  <a:gd name="T4" fmla="*/ 77 w 9"/>
                  <a:gd name="T5" fmla="*/ 2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9"/>
                    </a:moveTo>
                    <a:cubicBezTo>
                      <a:pt x="3" y="6"/>
                      <a:pt x="4" y="2"/>
                      <a:pt x="7" y="0"/>
                    </a:cubicBezTo>
                    <a:cubicBezTo>
                      <a:pt x="9" y="4"/>
                      <a:pt x="8" y="9"/>
                      <a:pt x="6" y="1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8" name="Freeform 145">
                <a:extLst>
                  <a:ext uri="{FF2B5EF4-FFF2-40B4-BE49-F238E27FC236}">
                    <a16:creationId xmlns:a16="http://schemas.microsoft.com/office/drawing/2014/main" id="{A1C39F51-577D-4975-88B0-DF82DC6EF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050"/>
                <a:ext cx="47" cy="40"/>
              </a:xfrm>
              <a:custGeom>
                <a:avLst/>
                <a:gdLst>
                  <a:gd name="T0" fmla="*/ 259 w 20"/>
                  <a:gd name="T1" fmla="*/ 145 h 16"/>
                  <a:gd name="T2" fmla="*/ 106 w 20"/>
                  <a:gd name="T3" fmla="*/ 50 h 16"/>
                  <a:gd name="T4" fmla="*/ 233 w 20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20" y="9"/>
                    </a:moveTo>
                    <a:cubicBezTo>
                      <a:pt x="18" y="6"/>
                      <a:pt x="13" y="0"/>
                      <a:pt x="8" y="3"/>
                    </a:cubicBezTo>
                    <a:cubicBezTo>
                      <a:pt x="0" y="8"/>
                      <a:pt x="15" y="14"/>
                      <a:pt x="18" y="1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9" name="Freeform 146">
                <a:extLst>
                  <a:ext uri="{FF2B5EF4-FFF2-40B4-BE49-F238E27FC236}">
                    <a16:creationId xmlns:a16="http://schemas.microsoft.com/office/drawing/2014/main" id="{776181FC-D8B8-42A5-927B-8DEADF916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923"/>
                <a:ext cx="40" cy="85"/>
              </a:xfrm>
              <a:custGeom>
                <a:avLst/>
                <a:gdLst>
                  <a:gd name="T0" fmla="*/ 49 w 17"/>
                  <a:gd name="T1" fmla="*/ 533 h 34"/>
                  <a:gd name="T2" fmla="*/ 28 w 17"/>
                  <a:gd name="T3" fmla="*/ 533 h 34"/>
                  <a:gd name="T4" fmla="*/ 155 w 17"/>
                  <a:gd name="T5" fmla="*/ 458 h 34"/>
                  <a:gd name="T6" fmla="*/ 28 w 17"/>
                  <a:gd name="T7" fmla="*/ 375 h 34"/>
                  <a:gd name="T8" fmla="*/ 0 w 17"/>
                  <a:gd name="T9" fmla="*/ 9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4">
                    <a:moveTo>
                      <a:pt x="4" y="34"/>
                    </a:moveTo>
                    <a:cubicBezTo>
                      <a:pt x="3" y="34"/>
                      <a:pt x="2" y="34"/>
                      <a:pt x="2" y="34"/>
                    </a:cubicBezTo>
                    <a:cubicBezTo>
                      <a:pt x="5" y="33"/>
                      <a:pt x="9" y="32"/>
                      <a:pt x="12" y="29"/>
                    </a:cubicBezTo>
                    <a:cubicBezTo>
                      <a:pt x="11" y="26"/>
                      <a:pt x="6" y="25"/>
                      <a:pt x="2" y="24"/>
                    </a:cubicBezTo>
                    <a:cubicBezTo>
                      <a:pt x="9" y="19"/>
                      <a:pt x="17" y="0"/>
                      <a:pt x="0" y="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0" name="Freeform 147">
                <a:extLst>
                  <a:ext uri="{FF2B5EF4-FFF2-40B4-BE49-F238E27FC236}">
                    <a16:creationId xmlns:a16="http://schemas.microsoft.com/office/drawing/2014/main" id="{4E96883D-8A87-4943-9484-C675468BB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102"/>
                <a:ext cx="24" cy="45"/>
              </a:xfrm>
              <a:custGeom>
                <a:avLst/>
                <a:gdLst>
                  <a:gd name="T0" fmla="*/ 12 w 10"/>
                  <a:gd name="T1" fmla="*/ 238 h 18"/>
                  <a:gd name="T2" fmla="*/ 41 w 10"/>
                  <a:gd name="T3" fmla="*/ 283 h 18"/>
                  <a:gd name="T4" fmla="*/ 12 w 10"/>
                  <a:gd name="T5" fmla="*/ 125 h 18"/>
                  <a:gd name="T6" fmla="*/ 139 w 10"/>
                  <a:gd name="T7" fmla="*/ 208 h 18"/>
                  <a:gd name="T8" fmla="*/ 110 w 10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8">
                    <a:moveTo>
                      <a:pt x="1" y="15"/>
                    </a:moveTo>
                    <a:cubicBezTo>
                      <a:pt x="2" y="16"/>
                      <a:pt x="2" y="17"/>
                      <a:pt x="3" y="18"/>
                    </a:cubicBezTo>
                    <a:cubicBezTo>
                      <a:pt x="2" y="15"/>
                      <a:pt x="0" y="11"/>
                      <a:pt x="1" y="8"/>
                    </a:cubicBezTo>
                    <a:cubicBezTo>
                      <a:pt x="4" y="10"/>
                      <a:pt x="7" y="12"/>
                      <a:pt x="10" y="13"/>
                    </a:cubicBezTo>
                    <a:cubicBezTo>
                      <a:pt x="10" y="9"/>
                      <a:pt x="9" y="5"/>
                      <a:pt x="8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1" name="Freeform 148">
                <a:extLst>
                  <a:ext uri="{FF2B5EF4-FFF2-40B4-BE49-F238E27FC236}">
                    <a16:creationId xmlns:a16="http://schemas.microsoft.com/office/drawing/2014/main" id="{63D90931-1C2E-4FFE-9A4A-E980DE481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965"/>
                <a:ext cx="38" cy="63"/>
              </a:xfrm>
              <a:custGeom>
                <a:avLst/>
                <a:gdLst>
                  <a:gd name="T0" fmla="*/ 107 w 16"/>
                  <a:gd name="T1" fmla="*/ 401 h 25"/>
                  <a:gd name="T2" fmla="*/ 147 w 16"/>
                  <a:gd name="T3" fmla="*/ 368 h 25"/>
                  <a:gd name="T4" fmla="*/ 40 w 16"/>
                  <a:gd name="T5" fmla="*/ 305 h 25"/>
                  <a:gd name="T6" fmla="*/ 185 w 16"/>
                  <a:gd name="T7" fmla="*/ 192 h 25"/>
                  <a:gd name="T8" fmla="*/ 0 w 16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5">
                    <a:moveTo>
                      <a:pt x="8" y="25"/>
                    </a:moveTo>
                    <a:cubicBezTo>
                      <a:pt x="9" y="25"/>
                      <a:pt x="10" y="25"/>
                      <a:pt x="11" y="23"/>
                    </a:cubicBezTo>
                    <a:cubicBezTo>
                      <a:pt x="10" y="21"/>
                      <a:pt x="6" y="19"/>
                      <a:pt x="3" y="19"/>
                    </a:cubicBezTo>
                    <a:cubicBezTo>
                      <a:pt x="6" y="17"/>
                      <a:pt x="13" y="14"/>
                      <a:pt x="14" y="12"/>
                    </a:cubicBezTo>
                    <a:cubicBezTo>
                      <a:pt x="16" y="5"/>
                      <a:pt x="5" y="0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2" name="Freeform 149">
                <a:extLst>
                  <a:ext uri="{FF2B5EF4-FFF2-40B4-BE49-F238E27FC236}">
                    <a16:creationId xmlns:a16="http://schemas.microsoft.com/office/drawing/2014/main" id="{39AFA2C9-CDFF-4DAD-9150-B25BC9CCC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182"/>
                <a:ext cx="33" cy="68"/>
              </a:xfrm>
              <a:custGeom>
                <a:avLst/>
                <a:gdLst>
                  <a:gd name="T0" fmla="*/ 28 w 14"/>
                  <a:gd name="T1" fmla="*/ 400 h 27"/>
                  <a:gd name="T2" fmla="*/ 184 w 14"/>
                  <a:gd name="T3" fmla="*/ 380 h 27"/>
                  <a:gd name="T4" fmla="*/ 40 w 14"/>
                  <a:gd name="T5" fmla="*/ 305 h 27"/>
                  <a:gd name="T6" fmla="*/ 66 w 14"/>
                  <a:gd name="T7" fmla="*/ 159 h 27"/>
                  <a:gd name="T8" fmla="*/ 184 w 14"/>
                  <a:gd name="T9" fmla="*/ 96 h 27"/>
                  <a:gd name="T10" fmla="*/ 0 w 14"/>
                  <a:gd name="T11" fmla="*/ 2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7">
                    <a:moveTo>
                      <a:pt x="2" y="25"/>
                    </a:moveTo>
                    <a:cubicBezTo>
                      <a:pt x="6" y="26"/>
                      <a:pt x="10" y="27"/>
                      <a:pt x="14" y="24"/>
                    </a:cubicBezTo>
                    <a:cubicBezTo>
                      <a:pt x="12" y="21"/>
                      <a:pt x="7" y="20"/>
                      <a:pt x="3" y="19"/>
                    </a:cubicBezTo>
                    <a:cubicBezTo>
                      <a:pt x="13" y="20"/>
                      <a:pt x="14" y="14"/>
                      <a:pt x="5" y="10"/>
                    </a:cubicBezTo>
                    <a:cubicBezTo>
                      <a:pt x="8" y="8"/>
                      <a:pt x="11" y="8"/>
                      <a:pt x="14" y="6"/>
                    </a:cubicBezTo>
                    <a:cubicBezTo>
                      <a:pt x="13" y="0"/>
                      <a:pt x="4" y="1"/>
                      <a:pt x="0" y="1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3" name="Freeform 150">
                <a:extLst>
                  <a:ext uri="{FF2B5EF4-FFF2-40B4-BE49-F238E27FC236}">
                    <a16:creationId xmlns:a16="http://schemas.microsoft.com/office/drawing/2014/main" id="{470B0243-F3C2-44CA-9D7B-3442E4FFC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205"/>
                <a:ext cx="28" cy="22"/>
              </a:xfrm>
              <a:custGeom>
                <a:avLst/>
                <a:gdLst>
                  <a:gd name="T0" fmla="*/ 0 w 12"/>
                  <a:gd name="T1" fmla="*/ 29 h 9"/>
                  <a:gd name="T2" fmla="*/ 152 w 12"/>
                  <a:gd name="T3" fmla="*/ 42 h 9"/>
                  <a:gd name="T4" fmla="*/ 49 w 12"/>
                  <a:gd name="T5" fmla="*/ 13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2"/>
                    </a:moveTo>
                    <a:cubicBezTo>
                      <a:pt x="4" y="0"/>
                      <a:pt x="9" y="0"/>
                      <a:pt x="12" y="3"/>
                    </a:cubicBezTo>
                    <a:cubicBezTo>
                      <a:pt x="10" y="7"/>
                      <a:pt x="6" y="8"/>
                      <a:pt x="4" y="9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4" name="Freeform 151">
                <a:extLst>
                  <a:ext uri="{FF2B5EF4-FFF2-40B4-BE49-F238E27FC236}">
                    <a16:creationId xmlns:a16="http://schemas.microsoft.com/office/drawing/2014/main" id="{CB85533C-DF18-462E-84C2-E9F371FE6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227"/>
                <a:ext cx="40" cy="30"/>
              </a:xfrm>
              <a:custGeom>
                <a:avLst/>
                <a:gdLst>
                  <a:gd name="T0" fmla="*/ 184 w 17"/>
                  <a:gd name="T1" fmla="*/ 0 h 12"/>
                  <a:gd name="T2" fmla="*/ 221 w 17"/>
                  <a:gd name="T3" fmla="*/ 5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14" y="0"/>
                    </a:moveTo>
                    <a:cubicBezTo>
                      <a:pt x="0" y="10"/>
                      <a:pt x="17" y="12"/>
                      <a:pt x="17" y="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5" name="Freeform 152">
                <a:extLst>
                  <a:ext uri="{FF2B5EF4-FFF2-40B4-BE49-F238E27FC236}">
                    <a16:creationId xmlns:a16="http://schemas.microsoft.com/office/drawing/2014/main" id="{0BE7560B-8022-4F1D-94F3-0A973EFEE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649"/>
                <a:ext cx="17" cy="25"/>
              </a:xfrm>
              <a:custGeom>
                <a:avLst/>
                <a:gdLst>
                  <a:gd name="T0" fmla="*/ 100 w 7"/>
                  <a:gd name="T1" fmla="*/ 63 h 10"/>
                  <a:gd name="T2" fmla="*/ 0 w 7"/>
                  <a:gd name="T3" fmla="*/ 20 h 10"/>
                  <a:gd name="T4" fmla="*/ 70 w 7"/>
                  <a:gd name="T5" fmla="*/ 1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7" y="4"/>
                    </a:moveTo>
                    <a:cubicBezTo>
                      <a:pt x="6" y="1"/>
                      <a:pt x="4" y="0"/>
                      <a:pt x="0" y="1"/>
                    </a:cubicBezTo>
                    <a:cubicBezTo>
                      <a:pt x="0" y="4"/>
                      <a:pt x="2" y="8"/>
                      <a:pt x="5" y="1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6" name="Freeform 153">
                <a:extLst>
                  <a:ext uri="{FF2B5EF4-FFF2-40B4-BE49-F238E27FC236}">
                    <a16:creationId xmlns:a16="http://schemas.microsoft.com/office/drawing/2014/main" id="{7FED47D5-18F8-4C9B-92F6-5B0FE4CF1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708"/>
                <a:ext cx="19" cy="25"/>
              </a:xfrm>
              <a:custGeom>
                <a:avLst/>
                <a:gdLst>
                  <a:gd name="T0" fmla="*/ 107 w 8"/>
                  <a:gd name="T1" fmla="*/ 33 h 10"/>
                  <a:gd name="T2" fmla="*/ 95 w 8"/>
                  <a:gd name="T3" fmla="*/ 158 h 10"/>
                  <a:gd name="T4" fmla="*/ 57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2"/>
                    </a:moveTo>
                    <a:cubicBezTo>
                      <a:pt x="8" y="5"/>
                      <a:pt x="8" y="7"/>
                      <a:pt x="7" y="10"/>
                    </a:cubicBezTo>
                    <a:cubicBezTo>
                      <a:pt x="2" y="9"/>
                      <a:pt x="0" y="4"/>
                      <a:pt x="4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7" name="Freeform 154">
                <a:extLst>
                  <a:ext uri="{FF2B5EF4-FFF2-40B4-BE49-F238E27FC236}">
                    <a16:creationId xmlns:a16="http://schemas.microsoft.com/office/drawing/2014/main" id="{36A869CA-B008-4402-AC71-6E50368F8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998"/>
                <a:ext cx="29" cy="37"/>
              </a:xfrm>
              <a:custGeom>
                <a:avLst/>
                <a:gdLst>
                  <a:gd name="T0" fmla="*/ 111 w 12"/>
                  <a:gd name="T1" fmla="*/ 224 h 15"/>
                  <a:gd name="T2" fmla="*/ 0 w 12"/>
                  <a:gd name="T3" fmla="*/ 104 h 15"/>
                  <a:gd name="T4" fmla="*/ 128 w 12"/>
                  <a:gd name="T5" fmla="*/ 121 h 15"/>
                  <a:gd name="T6" fmla="*/ 99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8" y="15"/>
                    </a:moveTo>
                    <a:cubicBezTo>
                      <a:pt x="4" y="14"/>
                      <a:pt x="1" y="11"/>
                      <a:pt x="0" y="7"/>
                    </a:cubicBezTo>
                    <a:cubicBezTo>
                      <a:pt x="3" y="8"/>
                      <a:pt x="7" y="10"/>
                      <a:pt x="9" y="8"/>
                    </a:cubicBezTo>
                    <a:cubicBezTo>
                      <a:pt x="12" y="6"/>
                      <a:pt x="9" y="1"/>
                      <a:pt x="7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8" name="Freeform 155">
                <a:extLst>
                  <a:ext uri="{FF2B5EF4-FFF2-40B4-BE49-F238E27FC236}">
                    <a16:creationId xmlns:a16="http://schemas.microsoft.com/office/drawing/2014/main" id="{739A0ECB-57DB-4DFA-A306-814EC38BF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866"/>
                <a:ext cx="31" cy="37"/>
              </a:xfrm>
              <a:custGeom>
                <a:avLst/>
                <a:gdLst>
                  <a:gd name="T0" fmla="*/ 176 w 13"/>
                  <a:gd name="T1" fmla="*/ 121 h 15"/>
                  <a:gd name="T2" fmla="*/ 119 w 13"/>
                  <a:gd name="T3" fmla="*/ 0 h 15"/>
                  <a:gd name="T4" fmla="*/ 119 w 13"/>
                  <a:gd name="T5" fmla="*/ 195 h 15"/>
                  <a:gd name="T6" fmla="*/ 12 w 13"/>
                  <a:gd name="T7" fmla="*/ 4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13" y="8"/>
                    </a:moveTo>
                    <a:cubicBezTo>
                      <a:pt x="13" y="5"/>
                      <a:pt x="12" y="2"/>
                      <a:pt x="9" y="0"/>
                    </a:cubicBezTo>
                    <a:cubicBezTo>
                      <a:pt x="5" y="4"/>
                      <a:pt x="8" y="9"/>
                      <a:pt x="9" y="13"/>
                    </a:cubicBezTo>
                    <a:cubicBezTo>
                      <a:pt x="4" y="15"/>
                      <a:pt x="0" y="7"/>
                      <a:pt x="1" y="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9" name="Freeform 156">
                <a:extLst>
                  <a:ext uri="{FF2B5EF4-FFF2-40B4-BE49-F238E27FC236}">
                    <a16:creationId xmlns:a16="http://schemas.microsoft.com/office/drawing/2014/main" id="{B7B0F22B-029E-41B3-B8B6-B3CA68EEE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811"/>
                <a:ext cx="24" cy="22"/>
              </a:xfrm>
              <a:custGeom>
                <a:avLst/>
                <a:gdLst>
                  <a:gd name="T0" fmla="*/ 0 w 10"/>
                  <a:gd name="T1" fmla="*/ 103 h 9"/>
                  <a:gd name="T2" fmla="*/ 139 w 10"/>
                  <a:gd name="T3" fmla="*/ 90 h 9"/>
                  <a:gd name="T4" fmla="*/ 12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7"/>
                    </a:moveTo>
                    <a:cubicBezTo>
                      <a:pt x="2" y="8"/>
                      <a:pt x="9" y="9"/>
                      <a:pt x="10" y="6"/>
                    </a:cubicBezTo>
                    <a:cubicBezTo>
                      <a:pt x="10" y="3"/>
                      <a:pt x="3" y="2"/>
                      <a:pt x="1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0" name="Freeform 157">
                <a:extLst>
                  <a:ext uri="{FF2B5EF4-FFF2-40B4-BE49-F238E27FC236}">
                    <a16:creationId xmlns:a16="http://schemas.microsoft.com/office/drawing/2014/main" id="{A1E129E9-D708-4F9F-BC39-736FE0141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796"/>
                <a:ext cx="35" cy="30"/>
              </a:xfrm>
              <a:custGeom>
                <a:avLst/>
                <a:gdLst>
                  <a:gd name="T0" fmla="*/ 114 w 15"/>
                  <a:gd name="T1" fmla="*/ 188 h 12"/>
                  <a:gd name="T2" fmla="*/ 180 w 15"/>
                  <a:gd name="T3" fmla="*/ 0 h 12"/>
                  <a:gd name="T4" fmla="*/ 0 w 15"/>
                  <a:gd name="T5" fmla="*/ 11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9" y="12"/>
                    </a:moveTo>
                    <a:cubicBezTo>
                      <a:pt x="13" y="9"/>
                      <a:pt x="15" y="4"/>
                      <a:pt x="14" y="0"/>
                    </a:cubicBezTo>
                    <a:cubicBezTo>
                      <a:pt x="9" y="0"/>
                      <a:pt x="4" y="4"/>
                      <a:pt x="0" y="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1" name="Freeform 158">
                <a:extLst>
                  <a:ext uri="{FF2B5EF4-FFF2-40B4-BE49-F238E27FC236}">
                    <a16:creationId xmlns:a16="http://schemas.microsoft.com/office/drawing/2014/main" id="{D39DA8E6-ED28-4B43-8150-CC4511AEB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923"/>
                <a:ext cx="30" cy="30"/>
              </a:xfrm>
              <a:custGeom>
                <a:avLst/>
                <a:gdLst>
                  <a:gd name="T0" fmla="*/ 122 w 13"/>
                  <a:gd name="T1" fmla="*/ 0 h 12"/>
                  <a:gd name="T2" fmla="*/ 48 w 13"/>
                  <a:gd name="T3" fmla="*/ 33 h 12"/>
                  <a:gd name="T4" fmla="*/ 159 w 13"/>
                  <a:gd name="T5" fmla="*/ 113 h 12"/>
                  <a:gd name="T6" fmla="*/ 0 w 13"/>
                  <a:gd name="T7" fmla="*/ 17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0" y="0"/>
                    </a:moveTo>
                    <a:cubicBezTo>
                      <a:pt x="8" y="0"/>
                      <a:pt x="6" y="1"/>
                      <a:pt x="4" y="2"/>
                    </a:cubicBezTo>
                    <a:cubicBezTo>
                      <a:pt x="7" y="4"/>
                      <a:pt x="11" y="4"/>
                      <a:pt x="13" y="7"/>
                    </a:cubicBezTo>
                    <a:cubicBezTo>
                      <a:pt x="12" y="12"/>
                      <a:pt x="5" y="11"/>
                      <a:pt x="0" y="11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2" name="Freeform 159">
                <a:extLst>
                  <a:ext uri="{FF2B5EF4-FFF2-40B4-BE49-F238E27FC236}">
                    <a16:creationId xmlns:a16="http://schemas.microsoft.com/office/drawing/2014/main" id="{1059C54F-6405-443E-B7D2-C2B252898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930"/>
                <a:ext cx="38" cy="30"/>
              </a:xfrm>
              <a:custGeom>
                <a:avLst/>
                <a:gdLst>
                  <a:gd name="T0" fmla="*/ 214 w 16"/>
                  <a:gd name="T1" fmla="*/ 158 h 12"/>
                  <a:gd name="T2" fmla="*/ 107 w 16"/>
                  <a:gd name="T3" fmla="*/ 20 h 12"/>
                  <a:gd name="T4" fmla="*/ 135 w 16"/>
                  <a:gd name="T5" fmla="*/ 18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6" y="10"/>
                    </a:moveTo>
                    <a:cubicBezTo>
                      <a:pt x="14" y="8"/>
                      <a:pt x="11" y="0"/>
                      <a:pt x="8" y="1"/>
                    </a:cubicBezTo>
                    <a:cubicBezTo>
                      <a:pt x="0" y="2"/>
                      <a:pt x="7" y="11"/>
                      <a:pt x="10" y="1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3" name="Freeform 160">
                <a:extLst>
                  <a:ext uri="{FF2B5EF4-FFF2-40B4-BE49-F238E27FC236}">
                    <a16:creationId xmlns:a16="http://schemas.microsoft.com/office/drawing/2014/main" id="{25221BC6-B30A-44AF-9A9D-ED5C4A4FE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040"/>
                <a:ext cx="24" cy="38"/>
              </a:xfrm>
              <a:custGeom>
                <a:avLst/>
                <a:gdLst>
                  <a:gd name="T0" fmla="*/ 139 w 10"/>
                  <a:gd name="T1" fmla="*/ 160 h 15"/>
                  <a:gd name="T2" fmla="*/ 70 w 10"/>
                  <a:gd name="T3" fmla="*/ 0 h 15"/>
                  <a:gd name="T4" fmla="*/ 98 w 10"/>
                  <a:gd name="T5" fmla="*/ 24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10"/>
                    </a:moveTo>
                    <a:cubicBezTo>
                      <a:pt x="10" y="6"/>
                      <a:pt x="8" y="1"/>
                      <a:pt x="5" y="0"/>
                    </a:cubicBezTo>
                    <a:cubicBezTo>
                      <a:pt x="0" y="5"/>
                      <a:pt x="3" y="11"/>
                      <a:pt x="7" y="15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4" name="Freeform 161">
                <a:extLst>
                  <a:ext uri="{FF2B5EF4-FFF2-40B4-BE49-F238E27FC236}">
                    <a16:creationId xmlns:a16="http://schemas.microsoft.com/office/drawing/2014/main" id="{3AD26CA6-8804-45DA-AF9B-5AE77BCE2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102"/>
                <a:ext cx="40" cy="35"/>
              </a:xfrm>
              <a:custGeom>
                <a:avLst/>
                <a:gdLst>
                  <a:gd name="T0" fmla="*/ 0 w 17"/>
                  <a:gd name="T1" fmla="*/ 208 h 14"/>
                  <a:gd name="T2" fmla="*/ 12 w 17"/>
                  <a:gd name="T3" fmla="*/ 11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4">
                    <a:moveTo>
                      <a:pt x="0" y="13"/>
                    </a:moveTo>
                    <a:cubicBezTo>
                      <a:pt x="17" y="14"/>
                      <a:pt x="11" y="0"/>
                      <a:pt x="1" y="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5" name="Freeform 162">
                <a:extLst>
                  <a:ext uri="{FF2B5EF4-FFF2-40B4-BE49-F238E27FC236}">
                    <a16:creationId xmlns:a16="http://schemas.microsoft.com/office/drawing/2014/main" id="{13AFCA1B-2FD0-4A55-ACFA-0449F658D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282"/>
                <a:ext cx="66" cy="35"/>
              </a:xfrm>
              <a:custGeom>
                <a:avLst/>
                <a:gdLst>
                  <a:gd name="T0" fmla="*/ 40 w 28"/>
                  <a:gd name="T1" fmla="*/ 20 h 14"/>
                  <a:gd name="T2" fmla="*/ 12 w 28"/>
                  <a:gd name="T3" fmla="*/ 145 h 14"/>
                  <a:gd name="T4" fmla="*/ 106 w 28"/>
                  <a:gd name="T5" fmla="*/ 33 h 14"/>
                  <a:gd name="T6" fmla="*/ 156 w 28"/>
                  <a:gd name="T7" fmla="*/ 208 h 14"/>
                  <a:gd name="T8" fmla="*/ 262 w 28"/>
                  <a:gd name="T9" fmla="*/ 33 h 14"/>
                  <a:gd name="T10" fmla="*/ 278 w 28"/>
                  <a:gd name="T11" fmla="*/ 125 h 14"/>
                  <a:gd name="T12" fmla="*/ 356 w 28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3" y="1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4" y="8"/>
                      <a:pt x="6" y="5"/>
                      <a:pt x="8" y="2"/>
                    </a:cubicBezTo>
                    <a:cubicBezTo>
                      <a:pt x="7" y="6"/>
                      <a:pt x="8" y="12"/>
                      <a:pt x="12" y="13"/>
                    </a:cubicBezTo>
                    <a:cubicBezTo>
                      <a:pt x="18" y="14"/>
                      <a:pt x="18" y="7"/>
                      <a:pt x="20" y="2"/>
                    </a:cubicBezTo>
                    <a:cubicBezTo>
                      <a:pt x="20" y="4"/>
                      <a:pt x="21" y="6"/>
                      <a:pt x="21" y="8"/>
                    </a:cubicBezTo>
                    <a:cubicBezTo>
                      <a:pt x="26" y="8"/>
                      <a:pt x="28" y="4"/>
                      <a:pt x="27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6" name="Freeform 163">
                <a:extLst>
                  <a:ext uri="{FF2B5EF4-FFF2-40B4-BE49-F238E27FC236}">
                    <a16:creationId xmlns:a16="http://schemas.microsoft.com/office/drawing/2014/main" id="{E5D08424-4BB9-4114-BBE9-2114A4683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277"/>
                <a:ext cx="44" cy="28"/>
              </a:xfrm>
              <a:custGeom>
                <a:avLst/>
                <a:gdLst>
                  <a:gd name="T0" fmla="*/ 86 w 19"/>
                  <a:gd name="T1" fmla="*/ 181 h 11"/>
                  <a:gd name="T2" fmla="*/ 0 w 19"/>
                  <a:gd name="T3" fmla="*/ 8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7" y="11"/>
                    </a:moveTo>
                    <a:cubicBezTo>
                      <a:pt x="19" y="2"/>
                      <a:pt x="9" y="0"/>
                      <a:pt x="0" y="5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7" name="Freeform 164">
                <a:extLst>
                  <a:ext uri="{FF2B5EF4-FFF2-40B4-BE49-F238E27FC236}">
                    <a16:creationId xmlns:a16="http://schemas.microsoft.com/office/drawing/2014/main" id="{3A82F11A-BF42-45B6-9B59-B15FB0C97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1524"/>
                <a:ext cx="106" cy="234"/>
              </a:xfrm>
              <a:custGeom>
                <a:avLst/>
                <a:gdLst>
                  <a:gd name="T0" fmla="*/ 172 w 45"/>
                  <a:gd name="T1" fmla="*/ 154 h 94"/>
                  <a:gd name="T2" fmla="*/ 589 w 45"/>
                  <a:gd name="T3" fmla="*/ 1190 h 94"/>
                  <a:gd name="T4" fmla="*/ 316 w 45"/>
                  <a:gd name="T5" fmla="*/ 986 h 94"/>
                  <a:gd name="T6" fmla="*/ 287 w 45"/>
                  <a:gd name="T7" fmla="*/ 724 h 94"/>
                  <a:gd name="T8" fmla="*/ 212 w 45"/>
                  <a:gd name="T9" fmla="*/ 570 h 94"/>
                  <a:gd name="T10" fmla="*/ 271 w 45"/>
                  <a:gd name="T11" fmla="*/ 167 h 94"/>
                  <a:gd name="T12" fmla="*/ 261 w 45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94">
                    <a:moveTo>
                      <a:pt x="13" y="10"/>
                    </a:moveTo>
                    <a:cubicBezTo>
                      <a:pt x="0" y="34"/>
                      <a:pt x="8" y="94"/>
                      <a:pt x="45" y="77"/>
                    </a:cubicBezTo>
                    <a:cubicBezTo>
                      <a:pt x="36" y="81"/>
                      <a:pt x="27" y="71"/>
                      <a:pt x="24" y="64"/>
                    </a:cubicBezTo>
                    <a:cubicBezTo>
                      <a:pt x="22" y="58"/>
                      <a:pt x="24" y="53"/>
                      <a:pt x="22" y="47"/>
                    </a:cubicBezTo>
                    <a:cubicBezTo>
                      <a:pt x="21" y="43"/>
                      <a:pt x="18" y="41"/>
                      <a:pt x="16" y="37"/>
                    </a:cubicBezTo>
                    <a:cubicBezTo>
                      <a:pt x="12" y="26"/>
                      <a:pt x="20" y="21"/>
                      <a:pt x="21" y="11"/>
                    </a:cubicBezTo>
                    <a:cubicBezTo>
                      <a:pt x="21" y="7"/>
                      <a:pt x="20" y="4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8" name="Freeform 165">
                <a:extLst>
                  <a:ext uri="{FF2B5EF4-FFF2-40B4-BE49-F238E27FC236}">
                    <a16:creationId xmlns:a16="http://schemas.microsoft.com/office/drawing/2014/main" id="{8518FBF8-7DA0-4997-8692-D7FF60734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788"/>
                <a:ext cx="110" cy="305"/>
              </a:xfrm>
              <a:custGeom>
                <a:avLst/>
                <a:gdLst>
                  <a:gd name="T0" fmla="*/ 515 w 47"/>
                  <a:gd name="T1" fmla="*/ 283 h 122"/>
                  <a:gd name="T2" fmla="*/ 335 w 47"/>
                  <a:gd name="T3" fmla="*/ 1145 h 122"/>
                  <a:gd name="T4" fmla="*/ 77 w 47"/>
                  <a:gd name="T5" fmla="*/ 1908 h 122"/>
                  <a:gd name="T6" fmla="*/ 295 w 47"/>
                  <a:gd name="T7" fmla="*/ 1458 h 122"/>
                  <a:gd name="T8" fmla="*/ 515 w 47"/>
                  <a:gd name="T9" fmla="*/ 925 h 122"/>
                  <a:gd name="T10" fmla="*/ 601 w 47"/>
                  <a:gd name="T11" fmla="*/ 0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122">
                    <a:moveTo>
                      <a:pt x="40" y="18"/>
                    </a:moveTo>
                    <a:cubicBezTo>
                      <a:pt x="31" y="35"/>
                      <a:pt x="32" y="55"/>
                      <a:pt x="26" y="73"/>
                    </a:cubicBezTo>
                    <a:cubicBezTo>
                      <a:pt x="21" y="86"/>
                      <a:pt x="0" y="109"/>
                      <a:pt x="6" y="122"/>
                    </a:cubicBezTo>
                    <a:cubicBezTo>
                      <a:pt x="12" y="113"/>
                      <a:pt x="16" y="103"/>
                      <a:pt x="23" y="93"/>
                    </a:cubicBezTo>
                    <a:cubicBezTo>
                      <a:pt x="31" y="82"/>
                      <a:pt x="37" y="72"/>
                      <a:pt x="40" y="59"/>
                    </a:cubicBezTo>
                    <a:cubicBezTo>
                      <a:pt x="45" y="39"/>
                      <a:pt x="41" y="18"/>
                      <a:pt x="4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9" name="Freeform 166">
                <a:extLst>
                  <a:ext uri="{FF2B5EF4-FFF2-40B4-BE49-F238E27FC236}">
                    <a16:creationId xmlns:a16="http://schemas.microsoft.com/office/drawing/2014/main" id="{1704B6D3-0E9D-4813-BEE2-297B9D367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831"/>
                <a:ext cx="150" cy="104"/>
              </a:xfrm>
              <a:custGeom>
                <a:avLst/>
                <a:gdLst>
                  <a:gd name="T0" fmla="*/ 0 w 64"/>
                  <a:gd name="T1" fmla="*/ 639 h 42"/>
                  <a:gd name="T2" fmla="*/ 539 w 64"/>
                  <a:gd name="T3" fmla="*/ 485 h 42"/>
                  <a:gd name="T4" fmla="*/ 797 w 64"/>
                  <a:gd name="T5" fmla="*/ 0 h 42"/>
                  <a:gd name="T6" fmla="*/ 605 w 64"/>
                  <a:gd name="T7" fmla="*/ 532 h 42"/>
                  <a:gd name="T8" fmla="*/ 155 w 64"/>
                  <a:gd name="T9" fmla="*/ 565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2">
                    <a:moveTo>
                      <a:pt x="0" y="42"/>
                    </a:moveTo>
                    <a:cubicBezTo>
                      <a:pt x="7" y="27"/>
                      <a:pt x="30" y="38"/>
                      <a:pt x="42" y="32"/>
                    </a:cubicBezTo>
                    <a:cubicBezTo>
                      <a:pt x="55" y="25"/>
                      <a:pt x="56" y="11"/>
                      <a:pt x="62" y="0"/>
                    </a:cubicBezTo>
                    <a:cubicBezTo>
                      <a:pt x="54" y="13"/>
                      <a:pt x="64" y="26"/>
                      <a:pt x="47" y="35"/>
                    </a:cubicBezTo>
                    <a:cubicBezTo>
                      <a:pt x="35" y="42"/>
                      <a:pt x="25" y="36"/>
                      <a:pt x="12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0" name="Freeform 167">
                <a:extLst>
                  <a:ext uri="{FF2B5EF4-FFF2-40B4-BE49-F238E27FC236}">
                    <a16:creationId xmlns:a16="http://schemas.microsoft.com/office/drawing/2014/main" id="{9E24EAA2-0E96-4457-8EB2-D23C21BBF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262"/>
                <a:ext cx="143" cy="80"/>
              </a:xfrm>
              <a:custGeom>
                <a:avLst/>
                <a:gdLst>
                  <a:gd name="T0" fmla="*/ 0 w 61"/>
                  <a:gd name="T1" fmla="*/ 395 h 32"/>
                  <a:gd name="T2" fmla="*/ 785 w 61"/>
                  <a:gd name="T3" fmla="*/ 0 h 32"/>
                  <a:gd name="T4" fmla="*/ 270 w 61"/>
                  <a:gd name="T5" fmla="*/ 458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2">
                    <a:moveTo>
                      <a:pt x="0" y="25"/>
                    </a:moveTo>
                    <a:cubicBezTo>
                      <a:pt x="19" y="32"/>
                      <a:pt x="51" y="16"/>
                      <a:pt x="61" y="0"/>
                    </a:cubicBezTo>
                    <a:cubicBezTo>
                      <a:pt x="49" y="21"/>
                      <a:pt x="42" y="23"/>
                      <a:pt x="21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1" name="Freeform 168">
                <a:extLst>
                  <a:ext uri="{FF2B5EF4-FFF2-40B4-BE49-F238E27FC236}">
                    <a16:creationId xmlns:a16="http://schemas.microsoft.com/office/drawing/2014/main" id="{2513B271-BF62-44E0-8B12-3E578C801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195"/>
                <a:ext cx="122" cy="124"/>
              </a:xfrm>
              <a:custGeom>
                <a:avLst/>
                <a:gdLst>
                  <a:gd name="T0" fmla="*/ 425 w 52"/>
                  <a:gd name="T1" fmla="*/ 30 h 50"/>
                  <a:gd name="T2" fmla="*/ 270 w 52"/>
                  <a:gd name="T3" fmla="*/ 382 h 50"/>
                  <a:gd name="T4" fmla="*/ 0 w 52"/>
                  <a:gd name="T5" fmla="*/ 764 h 50"/>
                  <a:gd name="T6" fmla="*/ 385 w 52"/>
                  <a:gd name="T7" fmla="*/ 337 h 50"/>
                  <a:gd name="T8" fmla="*/ 671 w 52"/>
                  <a:gd name="T9" fmla="*/ 258 h 50"/>
                  <a:gd name="T10" fmla="*/ 441 w 52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0">
                    <a:moveTo>
                      <a:pt x="33" y="2"/>
                    </a:moveTo>
                    <a:cubicBezTo>
                      <a:pt x="26" y="6"/>
                      <a:pt x="24" y="18"/>
                      <a:pt x="21" y="25"/>
                    </a:cubicBezTo>
                    <a:cubicBezTo>
                      <a:pt x="15" y="37"/>
                      <a:pt x="10" y="41"/>
                      <a:pt x="0" y="50"/>
                    </a:cubicBezTo>
                    <a:cubicBezTo>
                      <a:pt x="21" y="49"/>
                      <a:pt x="22" y="36"/>
                      <a:pt x="30" y="22"/>
                    </a:cubicBezTo>
                    <a:cubicBezTo>
                      <a:pt x="38" y="9"/>
                      <a:pt x="42" y="14"/>
                      <a:pt x="52" y="17"/>
                    </a:cubicBezTo>
                    <a:cubicBezTo>
                      <a:pt x="47" y="10"/>
                      <a:pt x="43" y="2"/>
                      <a:pt x="3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2" name="Freeform 169">
                <a:extLst>
                  <a:ext uri="{FF2B5EF4-FFF2-40B4-BE49-F238E27FC236}">
                    <a16:creationId xmlns:a16="http://schemas.microsoft.com/office/drawing/2014/main" id="{ABDAC161-3C42-446C-9714-B09AD25E8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020"/>
                <a:ext cx="402" cy="117"/>
              </a:xfrm>
              <a:custGeom>
                <a:avLst/>
                <a:gdLst>
                  <a:gd name="T0" fmla="*/ 869 w 172"/>
                  <a:gd name="T1" fmla="*/ 105 h 47"/>
                  <a:gd name="T2" fmla="*/ 1108 w 172"/>
                  <a:gd name="T3" fmla="*/ 199 h 47"/>
                  <a:gd name="T4" fmla="*/ 1606 w 172"/>
                  <a:gd name="T5" fmla="*/ 433 h 47"/>
                  <a:gd name="T6" fmla="*/ 2197 w 172"/>
                  <a:gd name="T7" fmla="*/ 724 h 47"/>
                  <a:gd name="T8" fmla="*/ 1098 w 172"/>
                  <a:gd name="T9" fmla="*/ 62 h 47"/>
                  <a:gd name="T10" fmla="*/ 0 w 172"/>
                  <a:gd name="T11" fmla="*/ 279 h 47"/>
                  <a:gd name="T12" fmla="*/ 869 w 172"/>
                  <a:gd name="T13" fmla="*/ 105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47">
                    <a:moveTo>
                      <a:pt x="68" y="7"/>
                    </a:moveTo>
                    <a:cubicBezTo>
                      <a:pt x="72" y="10"/>
                      <a:pt x="81" y="12"/>
                      <a:pt x="87" y="13"/>
                    </a:cubicBezTo>
                    <a:cubicBezTo>
                      <a:pt x="100" y="15"/>
                      <a:pt x="128" y="2"/>
                      <a:pt x="126" y="28"/>
                    </a:cubicBezTo>
                    <a:cubicBezTo>
                      <a:pt x="140" y="2"/>
                      <a:pt x="165" y="31"/>
                      <a:pt x="172" y="47"/>
                    </a:cubicBezTo>
                    <a:cubicBezTo>
                      <a:pt x="159" y="7"/>
                      <a:pt x="123" y="2"/>
                      <a:pt x="86" y="4"/>
                    </a:cubicBezTo>
                    <a:cubicBezTo>
                      <a:pt x="58" y="6"/>
                      <a:pt x="23" y="0"/>
                      <a:pt x="0" y="18"/>
                    </a:cubicBezTo>
                    <a:cubicBezTo>
                      <a:pt x="7" y="13"/>
                      <a:pt x="59" y="2"/>
                      <a:pt x="6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3" name="Freeform 170">
                <a:extLst>
                  <a:ext uri="{FF2B5EF4-FFF2-40B4-BE49-F238E27FC236}">
                    <a16:creationId xmlns:a16="http://schemas.microsoft.com/office/drawing/2014/main" id="{D56947BC-EA42-4BDF-ABBC-F0110579E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232"/>
                <a:ext cx="367" cy="150"/>
              </a:xfrm>
              <a:custGeom>
                <a:avLst/>
                <a:gdLst>
                  <a:gd name="T0" fmla="*/ 0 w 157"/>
                  <a:gd name="T1" fmla="*/ 0 h 60"/>
                  <a:gd name="T2" fmla="*/ 1071 w 157"/>
                  <a:gd name="T3" fmla="*/ 345 h 60"/>
                  <a:gd name="T4" fmla="*/ 1536 w 157"/>
                  <a:gd name="T5" fmla="*/ 438 h 60"/>
                  <a:gd name="T6" fmla="*/ 2006 w 157"/>
                  <a:gd name="T7" fmla="*/ 938 h 60"/>
                  <a:gd name="T8" fmla="*/ 1059 w 157"/>
                  <a:gd name="T9" fmla="*/ 613 h 60"/>
                  <a:gd name="T10" fmla="*/ 690 w 157"/>
                  <a:gd name="T11" fmla="*/ 470 h 60"/>
                  <a:gd name="T12" fmla="*/ 383 w 157"/>
                  <a:gd name="T13" fmla="*/ 458 h 60"/>
                  <a:gd name="T14" fmla="*/ 0 w 157"/>
                  <a:gd name="T15" fmla="*/ 5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7" h="60">
                    <a:moveTo>
                      <a:pt x="0" y="0"/>
                    </a:moveTo>
                    <a:cubicBezTo>
                      <a:pt x="17" y="23"/>
                      <a:pt x="59" y="21"/>
                      <a:pt x="84" y="22"/>
                    </a:cubicBezTo>
                    <a:cubicBezTo>
                      <a:pt x="95" y="23"/>
                      <a:pt x="110" y="24"/>
                      <a:pt x="120" y="28"/>
                    </a:cubicBezTo>
                    <a:cubicBezTo>
                      <a:pt x="131" y="32"/>
                      <a:pt x="153" y="49"/>
                      <a:pt x="157" y="60"/>
                    </a:cubicBezTo>
                    <a:cubicBezTo>
                      <a:pt x="138" y="37"/>
                      <a:pt x="109" y="28"/>
                      <a:pt x="83" y="39"/>
                    </a:cubicBezTo>
                    <a:cubicBezTo>
                      <a:pt x="80" y="27"/>
                      <a:pt x="65" y="27"/>
                      <a:pt x="54" y="30"/>
                    </a:cubicBezTo>
                    <a:cubicBezTo>
                      <a:pt x="50" y="20"/>
                      <a:pt x="38" y="24"/>
                      <a:pt x="30" y="29"/>
                    </a:cubicBezTo>
                    <a:cubicBezTo>
                      <a:pt x="26" y="14"/>
                      <a:pt x="7" y="19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4" name="Freeform 171">
                <a:extLst>
                  <a:ext uri="{FF2B5EF4-FFF2-40B4-BE49-F238E27FC236}">
                    <a16:creationId xmlns:a16="http://schemas.microsoft.com/office/drawing/2014/main" id="{41250284-3E88-41A1-A2CA-387C8BF38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823"/>
                <a:ext cx="147" cy="170"/>
              </a:xfrm>
              <a:custGeom>
                <a:avLst/>
                <a:gdLst>
                  <a:gd name="T0" fmla="*/ 800 w 63"/>
                  <a:gd name="T1" fmla="*/ 208 h 68"/>
                  <a:gd name="T2" fmla="*/ 86 w 63"/>
                  <a:gd name="T3" fmla="*/ 270 h 68"/>
                  <a:gd name="T4" fmla="*/ 12 w 63"/>
                  <a:gd name="T5" fmla="*/ 688 h 68"/>
                  <a:gd name="T6" fmla="*/ 294 w 63"/>
                  <a:gd name="T7" fmla="*/ 1063 h 68"/>
                  <a:gd name="T8" fmla="*/ 201 w 63"/>
                  <a:gd name="T9" fmla="*/ 520 h 68"/>
                  <a:gd name="T10" fmla="*/ 380 w 63"/>
                  <a:gd name="T11" fmla="*/ 345 h 68"/>
                  <a:gd name="T12" fmla="*/ 735 w 63"/>
                  <a:gd name="T13" fmla="*/ 175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8">
                    <a:moveTo>
                      <a:pt x="63" y="13"/>
                    </a:moveTo>
                    <a:cubicBezTo>
                      <a:pt x="48" y="10"/>
                      <a:pt x="16" y="0"/>
                      <a:pt x="7" y="17"/>
                    </a:cubicBezTo>
                    <a:cubicBezTo>
                      <a:pt x="3" y="23"/>
                      <a:pt x="0" y="38"/>
                      <a:pt x="1" y="44"/>
                    </a:cubicBezTo>
                    <a:cubicBezTo>
                      <a:pt x="3" y="55"/>
                      <a:pt x="18" y="60"/>
                      <a:pt x="23" y="68"/>
                    </a:cubicBezTo>
                    <a:cubicBezTo>
                      <a:pt x="15" y="62"/>
                      <a:pt x="1" y="40"/>
                      <a:pt x="16" y="33"/>
                    </a:cubicBezTo>
                    <a:cubicBezTo>
                      <a:pt x="5" y="26"/>
                      <a:pt x="24" y="9"/>
                      <a:pt x="30" y="22"/>
                    </a:cubicBezTo>
                    <a:cubicBezTo>
                      <a:pt x="36" y="15"/>
                      <a:pt x="48" y="13"/>
                      <a:pt x="58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5" name="Freeform 172">
                <a:extLst>
                  <a:ext uri="{FF2B5EF4-FFF2-40B4-BE49-F238E27FC236}">
                    <a16:creationId xmlns:a16="http://schemas.microsoft.com/office/drawing/2014/main" id="{EF0186D4-AE86-4520-AF49-E1E9BE439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444"/>
                <a:ext cx="45" cy="202"/>
              </a:xfrm>
              <a:custGeom>
                <a:avLst/>
                <a:gdLst>
                  <a:gd name="T0" fmla="*/ 242 w 19"/>
                  <a:gd name="T1" fmla="*/ 0 h 81"/>
                  <a:gd name="T2" fmla="*/ 0 w 19"/>
                  <a:gd name="T3" fmla="*/ 591 h 81"/>
                  <a:gd name="T4" fmla="*/ 156 w 19"/>
                  <a:gd name="T5" fmla="*/ 1257 h 81"/>
                  <a:gd name="T6" fmla="*/ 135 w 19"/>
                  <a:gd name="T7" fmla="*/ 499 h 81"/>
                  <a:gd name="T8" fmla="*/ 185 w 19"/>
                  <a:gd name="T9" fmla="*/ 262 h 81"/>
                  <a:gd name="T10" fmla="*/ 253 w 19"/>
                  <a:gd name="T11" fmla="*/ 62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81">
                    <a:moveTo>
                      <a:pt x="18" y="0"/>
                    </a:moveTo>
                    <a:cubicBezTo>
                      <a:pt x="12" y="13"/>
                      <a:pt x="1" y="23"/>
                      <a:pt x="0" y="38"/>
                    </a:cubicBezTo>
                    <a:cubicBezTo>
                      <a:pt x="0" y="51"/>
                      <a:pt x="7" y="70"/>
                      <a:pt x="12" y="81"/>
                    </a:cubicBezTo>
                    <a:cubicBezTo>
                      <a:pt x="5" y="62"/>
                      <a:pt x="6" y="49"/>
                      <a:pt x="10" y="32"/>
                    </a:cubicBezTo>
                    <a:cubicBezTo>
                      <a:pt x="12" y="26"/>
                      <a:pt x="11" y="23"/>
                      <a:pt x="14" y="17"/>
                    </a:cubicBezTo>
                    <a:cubicBezTo>
                      <a:pt x="16" y="12"/>
                      <a:pt x="19" y="10"/>
                      <a:pt x="1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6" name="Freeform 173">
                <a:extLst>
                  <a:ext uri="{FF2B5EF4-FFF2-40B4-BE49-F238E27FC236}">
                    <a16:creationId xmlns:a16="http://schemas.microsoft.com/office/drawing/2014/main" id="{0D70B433-3C58-418A-849B-39B80EE62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1581"/>
                <a:ext cx="131" cy="407"/>
              </a:xfrm>
              <a:custGeom>
                <a:avLst/>
                <a:gdLst>
                  <a:gd name="T0" fmla="*/ 180 w 56"/>
                  <a:gd name="T1" fmla="*/ 0 h 163"/>
                  <a:gd name="T2" fmla="*/ 437 w 56"/>
                  <a:gd name="T3" fmla="*/ 1371 h 163"/>
                  <a:gd name="T4" fmla="*/ 306 w 56"/>
                  <a:gd name="T5" fmla="*/ 1945 h 163"/>
                  <a:gd name="T6" fmla="*/ 204 w 56"/>
                  <a:gd name="T7" fmla="*/ 2195 h 163"/>
                  <a:gd name="T8" fmla="*/ 0 w 56"/>
                  <a:gd name="T9" fmla="*/ 2212 h 163"/>
                  <a:gd name="T10" fmla="*/ 564 w 56"/>
                  <a:gd name="T11" fmla="*/ 2412 h 163"/>
                  <a:gd name="T12" fmla="*/ 650 w 56"/>
                  <a:gd name="T13" fmla="*/ 1528 h 163"/>
                  <a:gd name="T14" fmla="*/ 487 w 56"/>
                  <a:gd name="T15" fmla="*/ 604 h 163"/>
                  <a:gd name="T16" fmla="*/ 306 w 56"/>
                  <a:gd name="T17" fmla="*/ 42 h 1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163">
                    <a:moveTo>
                      <a:pt x="14" y="0"/>
                    </a:moveTo>
                    <a:cubicBezTo>
                      <a:pt x="25" y="28"/>
                      <a:pt x="34" y="58"/>
                      <a:pt x="34" y="88"/>
                    </a:cubicBezTo>
                    <a:cubicBezTo>
                      <a:pt x="34" y="104"/>
                      <a:pt x="31" y="111"/>
                      <a:pt x="24" y="125"/>
                    </a:cubicBezTo>
                    <a:cubicBezTo>
                      <a:pt x="22" y="130"/>
                      <a:pt x="21" y="138"/>
                      <a:pt x="16" y="141"/>
                    </a:cubicBezTo>
                    <a:cubicBezTo>
                      <a:pt x="11" y="143"/>
                      <a:pt x="5" y="138"/>
                      <a:pt x="0" y="142"/>
                    </a:cubicBezTo>
                    <a:cubicBezTo>
                      <a:pt x="7" y="149"/>
                      <a:pt x="35" y="163"/>
                      <a:pt x="44" y="155"/>
                    </a:cubicBezTo>
                    <a:cubicBezTo>
                      <a:pt x="56" y="147"/>
                      <a:pt x="52" y="110"/>
                      <a:pt x="51" y="98"/>
                    </a:cubicBezTo>
                    <a:cubicBezTo>
                      <a:pt x="51" y="77"/>
                      <a:pt x="46" y="58"/>
                      <a:pt x="38" y="39"/>
                    </a:cubicBezTo>
                    <a:cubicBezTo>
                      <a:pt x="33" y="28"/>
                      <a:pt x="25" y="16"/>
                      <a:pt x="24" y="3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7" name="Freeform 174">
                <a:extLst>
                  <a:ext uri="{FF2B5EF4-FFF2-40B4-BE49-F238E27FC236}">
                    <a16:creationId xmlns:a16="http://schemas.microsoft.com/office/drawing/2014/main" id="{3A7F56E7-14E9-43C1-AB43-26A546C67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230"/>
                <a:ext cx="93" cy="444"/>
              </a:xfrm>
              <a:custGeom>
                <a:avLst/>
                <a:gdLst>
                  <a:gd name="T0" fmla="*/ 28 w 40"/>
                  <a:gd name="T1" fmla="*/ 0 h 178"/>
                  <a:gd name="T2" fmla="*/ 265 w 40"/>
                  <a:gd name="T3" fmla="*/ 746 h 178"/>
                  <a:gd name="T4" fmla="*/ 179 w 40"/>
                  <a:gd name="T5" fmla="*/ 1382 h 178"/>
                  <a:gd name="T6" fmla="*/ 77 w 40"/>
                  <a:gd name="T7" fmla="*/ 2252 h 178"/>
                  <a:gd name="T8" fmla="*/ 388 w 40"/>
                  <a:gd name="T9" fmla="*/ 2764 h 178"/>
                  <a:gd name="T10" fmla="*/ 302 w 40"/>
                  <a:gd name="T11" fmla="*/ 1549 h 178"/>
                  <a:gd name="T12" fmla="*/ 477 w 40"/>
                  <a:gd name="T13" fmla="*/ 945 h 178"/>
                  <a:gd name="T14" fmla="*/ 351 w 40"/>
                  <a:gd name="T15" fmla="*/ 324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78">
                    <a:moveTo>
                      <a:pt x="2" y="0"/>
                    </a:moveTo>
                    <a:cubicBezTo>
                      <a:pt x="1" y="14"/>
                      <a:pt x="17" y="34"/>
                      <a:pt x="21" y="48"/>
                    </a:cubicBezTo>
                    <a:cubicBezTo>
                      <a:pt x="26" y="64"/>
                      <a:pt x="21" y="75"/>
                      <a:pt x="14" y="89"/>
                    </a:cubicBezTo>
                    <a:cubicBezTo>
                      <a:pt x="7" y="104"/>
                      <a:pt x="0" y="129"/>
                      <a:pt x="6" y="145"/>
                    </a:cubicBezTo>
                    <a:cubicBezTo>
                      <a:pt x="12" y="158"/>
                      <a:pt x="23" y="168"/>
                      <a:pt x="31" y="178"/>
                    </a:cubicBezTo>
                    <a:cubicBezTo>
                      <a:pt x="7" y="160"/>
                      <a:pt x="13" y="123"/>
                      <a:pt x="24" y="100"/>
                    </a:cubicBezTo>
                    <a:cubicBezTo>
                      <a:pt x="31" y="88"/>
                      <a:pt x="37" y="75"/>
                      <a:pt x="38" y="61"/>
                    </a:cubicBezTo>
                    <a:cubicBezTo>
                      <a:pt x="40" y="45"/>
                      <a:pt x="29" y="36"/>
                      <a:pt x="28" y="21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8" name="Freeform 175">
                <a:extLst>
                  <a:ext uri="{FF2B5EF4-FFF2-40B4-BE49-F238E27FC236}">
                    <a16:creationId xmlns:a16="http://schemas.microsoft.com/office/drawing/2014/main" id="{60610634-9636-4151-A8B6-0940F62A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534"/>
                <a:ext cx="206" cy="678"/>
              </a:xfrm>
              <a:custGeom>
                <a:avLst/>
                <a:gdLst>
                  <a:gd name="T0" fmla="*/ 641 w 88"/>
                  <a:gd name="T1" fmla="*/ 0 h 272"/>
                  <a:gd name="T2" fmla="*/ 822 w 88"/>
                  <a:gd name="T3" fmla="*/ 1174 h 272"/>
                  <a:gd name="T4" fmla="*/ 670 w 88"/>
                  <a:gd name="T5" fmla="*/ 2356 h 272"/>
                  <a:gd name="T6" fmla="*/ 372 w 88"/>
                  <a:gd name="T7" fmla="*/ 3330 h 272"/>
                  <a:gd name="T8" fmla="*/ 295 w 88"/>
                  <a:gd name="T9" fmla="*/ 3859 h 272"/>
                  <a:gd name="T10" fmla="*/ 0 w 88"/>
                  <a:gd name="T11" fmla="*/ 4213 h 272"/>
                  <a:gd name="T12" fmla="*/ 438 w 88"/>
                  <a:gd name="T13" fmla="*/ 4138 h 272"/>
                  <a:gd name="T14" fmla="*/ 564 w 88"/>
                  <a:gd name="T15" fmla="*/ 3734 h 272"/>
                  <a:gd name="T16" fmla="*/ 822 w 88"/>
                  <a:gd name="T17" fmla="*/ 2647 h 272"/>
                  <a:gd name="T18" fmla="*/ 756 w 88"/>
                  <a:gd name="T19" fmla="*/ 354 h 2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272">
                    <a:moveTo>
                      <a:pt x="50" y="0"/>
                    </a:moveTo>
                    <a:cubicBezTo>
                      <a:pt x="48" y="25"/>
                      <a:pt x="60" y="52"/>
                      <a:pt x="64" y="76"/>
                    </a:cubicBezTo>
                    <a:cubicBezTo>
                      <a:pt x="67" y="103"/>
                      <a:pt x="60" y="127"/>
                      <a:pt x="52" y="152"/>
                    </a:cubicBezTo>
                    <a:cubicBezTo>
                      <a:pt x="46" y="174"/>
                      <a:pt x="32" y="191"/>
                      <a:pt x="29" y="215"/>
                    </a:cubicBezTo>
                    <a:cubicBezTo>
                      <a:pt x="28" y="226"/>
                      <a:pt x="27" y="238"/>
                      <a:pt x="23" y="249"/>
                    </a:cubicBezTo>
                    <a:cubicBezTo>
                      <a:pt x="18" y="263"/>
                      <a:pt x="11" y="264"/>
                      <a:pt x="0" y="272"/>
                    </a:cubicBezTo>
                    <a:cubicBezTo>
                      <a:pt x="11" y="271"/>
                      <a:pt x="23" y="272"/>
                      <a:pt x="34" y="267"/>
                    </a:cubicBezTo>
                    <a:cubicBezTo>
                      <a:pt x="47" y="261"/>
                      <a:pt x="43" y="254"/>
                      <a:pt x="44" y="241"/>
                    </a:cubicBezTo>
                    <a:cubicBezTo>
                      <a:pt x="47" y="216"/>
                      <a:pt x="53" y="194"/>
                      <a:pt x="64" y="171"/>
                    </a:cubicBezTo>
                    <a:cubicBezTo>
                      <a:pt x="88" y="126"/>
                      <a:pt x="84" y="68"/>
                      <a:pt x="59" y="23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9" name="Freeform 176">
                <a:extLst>
                  <a:ext uri="{FF2B5EF4-FFF2-40B4-BE49-F238E27FC236}">
                    <a16:creationId xmlns:a16="http://schemas.microsoft.com/office/drawing/2014/main" id="{63C3B88B-C6FC-40FD-B4E1-F56707ADF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414"/>
                <a:ext cx="108" cy="200"/>
              </a:xfrm>
              <a:custGeom>
                <a:avLst/>
                <a:gdLst>
                  <a:gd name="T0" fmla="*/ 453 w 46"/>
                  <a:gd name="T1" fmla="*/ 0 h 80"/>
                  <a:gd name="T2" fmla="*/ 209 w 46"/>
                  <a:gd name="T3" fmla="*/ 458 h 80"/>
                  <a:gd name="T4" fmla="*/ 49 w 46"/>
                  <a:gd name="T5" fmla="*/ 833 h 80"/>
                  <a:gd name="T6" fmla="*/ 0 w 46"/>
                  <a:gd name="T7" fmla="*/ 1250 h 80"/>
                  <a:gd name="T8" fmla="*/ 336 w 46"/>
                  <a:gd name="T9" fmla="*/ 708 h 80"/>
                  <a:gd name="T10" fmla="*/ 596 w 46"/>
                  <a:gd name="T11" fmla="*/ 188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80">
                    <a:moveTo>
                      <a:pt x="35" y="0"/>
                    </a:moveTo>
                    <a:cubicBezTo>
                      <a:pt x="33" y="13"/>
                      <a:pt x="23" y="20"/>
                      <a:pt x="16" y="29"/>
                    </a:cubicBezTo>
                    <a:cubicBezTo>
                      <a:pt x="9" y="37"/>
                      <a:pt x="6" y="43"/>
                      <a:pt x="4" y="53"/>
                    </a:cubicBezTo>
                    <a:cubicBezTo>
                      <a:pt x="3" y="61"/>
                      <a:pt x="4" y="74"/>
                      <a:pt x="0" y="80"/>
                    </a:cubicBezTo>
                    <a:cubicBezTo>
                      <a:pt x="4" y="66"/>
                      <a:pt x="17" y="56"/>
                      <a:pt x="26" y="45"/>
                    </a:cubicBezTo>
                    <a:cubicBezTo>
                      <a:pt x="35" y="35"/>
                      <a:pt x="37" y="22"/>
                      <a:pt x="46" y="12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0" name="Freeform 177">
                <a:extLst>
                  <a:ext uri="{FF2B5EF4-FFF2-40B4-BE49-F238E27FC236}">
                    <a16:creationId xmlns:a16="http://schemas.microsoft.com/office/drawing/2014/main" id="{A9251B9E-6DED-461E-AF21-E78960D42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878"/>
                <a:ext cx="136" cy="349"/>
              </a:xfrm>
              <a:custGeom>
                <a:avLst/>
                <a:gdLst>
                  <a:gd name="T0" fmla="*/ 748 w 58"/>
                  <a:gd name="T1" fmla="*/ 167 h 140"/>
                  <a:gd name="T2" fmla="*/ 385 w 58"/>
                  <a:gd name="T3" fmla="*/ 853 h 140"/>
                  <a:gd name="T4" fmla="*/ 307 w 58"/>
                  <a:gd name="T5" fmla="*/ 1503 h 140"/>
                  <a:gd name="T6" fmla="*/ 0 w 58"/>
                  <a:gd name="T7" fmla="*/ 1723 h 140"/>
                  <a:gd name="T8" fmla="*/ 335 w 58"/>
                  <a:gd name="T9" fmla="*/ 2169 h 140"/>
                  <a:gd name="T10" fmla="*/ 424 w 58"/>
                  <a:gd name="T11" fmla="*/ 1673 h 140"/>
                  <a:gd name="T12" fmla="*/ 528 w 58"/>
                  <a:gd name="T13" fmla="*/ 1069 h 140"/>
                  <a:gd name="T14" fmla="*/ 556 w 58"/>
                  <a:gd name="T15" fmla="*/ 633 h 140"/>
                  <a:gd name="T16" fmla="*/ 699 w 58"/>
                  <a:gd name="T17" fmla="*/ 32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140">
                    <a:moveTo>
                      <a:pt x="58" y="11"/>
                    </a:moveTo>
                    <a:cubicBezTo>
                      <a:pt x="45" y="0"/>
                      <a:pt x="31" y="47"/>
                      <a:pt x="30" y="55"/>
                    </a:cubicBezTo>
                    <a:cubicBezTo>
                      <a:pt x="30" y="70"/>
                      <a:pt x="29" y="84"/>
                      <a:pt x="24" y="97"/>
                    </a:cubicBezTo>
                    <a:cubicBezTo>
                      <a:pt x="18" y="113"/>
                      <a:pt x="15" y="110"/>
                      <a:pt x="0" y="111"/>
                    </a:cubicBezTo>
                    <a:cubicBezTo>
                      <a:pt x="12" y="117"/>
                      <a:pt x="13" y="134"/>
                      <a:pt x="26" y="140"/>
                    </a:cubicBezTo>
                    <a:cubicBezTo>
                      <a:pt x="31" y="134"/>
                      <a:pt x="31" y="117"/>
                      <a:pt x="33" y="108"/>
                    </a:cubicBezTo>
                    <a:cubicBezTo>
                      <a:pt x="38" y="95"/>
                      <a:pt x="40" y="84"/>
                      <a:pt x="41" y="69"/>
                    </a:cubicBezTo>
                    <a:cubicBezTo>
                      <a:pt x="42" y="60"/>
                      <a:pt x="42" y="50"/>
                      <a:pt x="43" y="41"/>
                    </a:cubicBezTo>
                    <a:cubicBezTo>
                      <a:pt x="45" y="33"/>
                      <a:pt x="51" y="28"/>
                      <a:pt x="54" y="21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1" name="Freeform 178">
                <a:extLst>
                  <a:ext uri="{FF2B5EF4-FFF2-40B4-BE49-F238E27FC236}">
                    <a16:creationId xmlns:a16="http://schemas.microsoft.com/office/drawing/2014/main" id="{5A11BB99-377F-4D1F-A539-C0E22E1AE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1250"/>
                <a:ext cx="133" cy="386"/>
              </a:xfrm>
              <a:custGeom>
                <a:avLst/>
                <a:gdLst>
                  <a:gd name="T0" fmla="*/ 0 w 57"/>
                  <a:gd name="T1" fmla="*/ 0 h 155"/>
                  <a:gd name="T2" fmla="*/ 420 w 57"/>
                  <a:gd name="T3" fmla="*/ 849 h 155"/>
                  <a:gd name="T4" fmla="*/ 469 w 57"/>
                  <a:gd name="T5" fmla="*/ 1419 h 155"/>
                  <a:gd name="T6" fmla="*/ 572 w 57"/>
                  <a:gd name="T7" fmla="*/ 1619 h 155"/>
                  <a:gd name="T8" fmla="*/ 686 w 57"/>
                  <a:gd name="T9" fmla="*/ 1698 h 155"/>
                  <a:gd name="T10" fmla="*/ 600 w 57"/>
                  <a:gd name="T11" fmla="*/ 2318 h 155"/>
                  <a:gd name="T12" fmla="*/ 371 w 57"/>
                  <a:gd name="T13" fmla="*/ 1855 h 155"/>
                  <a:gd name="T14" fmla="*/ 217 w 57"/>
                  <a:gd name="T15" fmla="*/ 1128 h 155"/>
                  <a:gd name="T16" fmla="*/ 114 w 57"/>
                  <a:gd name="T17" fmla="*/ 321 h 1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155">
                    <a:moveTo>
                      <a:pt x="0" y="0"/>
                    </a:moveTo>
                    <a:cubicBezTo>
                      <a:pt x="24" y="13"/>
                      <a:pt x="32" y="28"/>
                      <a:pt x="33" y="55"/>
                    </a:cubicBezTo>
                    <a:cubicBezTo>
                      <a:pt x="34" y="68"/>
                      <a:pt x="33" y="80"/>
                      <a:pt x="37" y="92"/>
                    </a:cubicBezTo>
                    <a:cubicBezTo>
                      <a:pt x="39" y="98"/>
                      <a:pt x="40" y="101"/>
                      <a:pt x="45" y="105"/>
                    </a:cubicBezTo>
                    <a:cubicBezTo>
                      <a:pt x="47" y="107"/>
                      <a:pt x="53" y="107"/>
                      <a:pt x="54" y="110"/>
                    </a:cubicBezTo>
                    <a:cubicBezTo>
                      <a:pt x="57" y="114"/>
                      <a:pt x="51" y="147"/>
                      <a:pt x="47" y="150"/>
                    </a:cubicBezTo>
                    <a:cubicBezTo>
                      <a:pt x="39" y="155"/>
                      <a:pt x="31" y="127"/>
                      <a:pt x="29" y="120"/>
                    </a:cubicBezTo>
                    <a:cubicBezTo>
                      <a:pt x="25" y="105"/>
                      <a:pt x="18" y="89"/>
                      <a:pt x="17" y="73"/>
                    </a:cubicBezTo>
                    <a:cubicBezTo>
                      <a:pt x="17" y="57"/>
                      <a:pt x="18" y="36"/>
                      <a:pt x="9" y="21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2" name="Freeform 179">
                <a:extLst>
                  <a:ext uri="{FF2B5EF4-FFF2-40B4-BE49-F238E27FC236}">
                    <a16:creationId xmlns:a16="http://schemas.microsoft.com/office/drawing/2014/main" id="{24DB469B-B68E-4B4B-A936-9DA2BEDD5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272"/>
                <a:ext cx="47" cy="175"/>
              </a:xfrm>
              <a:custGeom>
                <a:avLst/>
                <a:gdLst>
                  <a:gd name="T0" fmla="*/ 172 w 20"/>
                  <a:gd name="T1" fmla="*/ 0 h 70"/>
                  <a:gd name="T2" fmla="*/ 233 w 20"/>
                  <a:gd name="T3" fmla="*/ 658 h 70"/>
                  <a:gd name="T4" fmla="*/ 0 w 20"/>
                  <a:gd name="T5" fmla="*/ 1095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0">
                    <a:moveTo>
                      <a:pt x="13" y="0"/>
                    </a:moveTo>
                    <a:cubicBezTo>
                      <a:pt x="8" y="15"/>
                      <a:pt x="16" y="28"/>
                      <a:pt x="18" y="42"/>
                    </a:cubicBezTo>
                    <a:cubicBezTo>
                      <a:pt x="20" y="59"/>
                      <a:pt x="7" y="60"/>
                      <a:pt x="0" y="7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3" name="Freeform 180">
                <a:extLst>
                  <a:ext uri="{FF2B5EF4-FFF2-40B4-BE49-F238E27FC236}">
                    <a16:creationId xmlns:a16="http://schemas.microsoft.com/office/drawing/2014/main" id="{BD7BE728-F142-492D-A8C8-87759EF53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798"/>
                <a:ext cx="52" cy="172"/>
              </a:xfrm>
              <a:custGeom>
                <a:avLst/>
                <a:gdLst>
                  <a:gd name="T0" fmla="*/ 0 w 22"/>
                  <a:gd name="T1" fmla="*/ 12 h 69"/>
                  <a:gd name="T2" fmla="*/ 12 w 22"/>
                  <a:gd name="T3" fmla="*/ 1069 h 69"/>
                  <a:gd name="T4" fmla="*/ 156 w 22"/>
                  <a:gd name="T5" fmla="*/ 603 h 69"/>
                  <a:gd name="T6" fmla="*/ 184 w 22"/>
                  <a:gd name="T7" fmla="*/ 0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69">
                    <a:moveTo>
                      <a:pt x="0" y="1"/>
                    </a:moveTo>
                    <a:cubicBezTo>
                      <a:pt x="9" y="23"/>
                      <a:pt x="0" y="47"/>
                      <a:pt x="1" y="69"/>
                    </a:cubicBezTo>
                    <a:cubicBezTo>
                      <a:pt x="10" y="61"/>
                      <a:pt x="11" y="51"/>
                      <a:pt x="12" y="39"/>
                    </a:cubicBezTo>
                    <a:cubicBezTo>
                      <a:pt x="15" y="27"/>
                      <a:pt x="22" y="11"/>
                      <a:pt x="14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4" name="Freeform 181">
                <a:extLst>
                  <a:ext uri="{FF2B5EF4-FFF2-40B4-BE49-F238E27FC236}">
                    <a16:creationId xmlns:a16="http://schemas.microsoft.com/office/drawing/2014/main" id="{53E9857A-618A-4C11-A0F7-56129CA70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377"/>
                <a:ext cx="136" cy="189"/>
              </a:xfrm>
              <a:custGeom>
                <a:avLst/>
                <a:gdLst>
                  <a:gd name="T0" fmla="*/ 0 w 58"/>
                  <a:gd name="T1" fmla="*/ 75 h 76"/>
                  <a:gd name="T2" fmla="*/ 385 w 58"/>
                  <a:gd name="T3" fmla="*/ 569 h 76"/>
                  <a:gd name="T4" fmla="*/ 699 w 58"/>
                  <a:gd name="T5" fmla="*/ 1169 h 76"/>
                  <a:gd name="T6" fmla="*/ 659 w 58"/>
                  <a:gd name="T7" fmla="*/ 632 h 76"/>
                  <a:gd name="T8" fmla="*/ 258 w 58"/>
                  <a:gd name="T9" fmla="*/ 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76">
                    <a:moveTo>
                      <a:pt x="0" y="5"/>
                    </a:moveTo>
                    <a:cubicBezTo>
                      <a:pt x="10" y="16"/>
                      <a:pt x="20" y="26"/>
                      <a:pt x="30" y="37"/>
                    </a:cubicBezTo>
                    <a:cubicBezTo>
                      <a:pt x="38" y="48"/>
                      <a:pt x="51" y="63"/>
                      <a:pt x="54" y="76"/>
                    </a:cubicBezTo>
                    <a:cubicBezTo>
                      <a:pt x="56" y="62"/>
                      <a:pt x="58" y="54"/>
                      <a:pt x="51" y="41"/>
                    </a:cubicBezTo>
                    <a:cubicBezTo>
                      <a:pt x="41" y="26"/>
                      <a:pt x="31" y="14"/>
                      <a:pt x="20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5" name="Freeform 182">
                <a:extLst>
                  <a:ext uri="{FF2B5EF4-FFF2-40B4-BE49-F238E27FC236}">
                    <a16:creationId xmlns:a16="http://schemas.microsoft.com/office/drawing/2014/main" id="{58722284-046A-4A24-8AC5-7A04DDF09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1541"/>
                <a:ext cx="94" cy="237"/>
              </a:xfrm>
              <a:custGeom>
                <a:avLst/>
                <a:gdLst>
                  <a:gd name="T0" fmla="*/ 0 w 40"/>
                  <a:gd name="T1" fmla="*/ 0 h 95"/>
                  <a:gd name="T2" fmla="*/ 259 w 40"/>
                  <a:gd name="T3" fmla="*/ 758 h 95"/>
                  <a:gd name="T4" fmla="*/ 519 w 40"/>
                  <a:gd name="T5" fmla="*/ 1474 h 95"/>
                  <a:gd name="T6" fmla="*/ 392 w 40"/>
                  <a:gd name="T7" fmla="*/ 621 h 95"/>
                  <a:gd name="T8" fmla="*/ 155 w 40"/>
                  <a:gd name="T9" fmla="*/ 137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5">
                    <a:moveTo>
                      <a:pt x="0" y="0"/>
                    </a:moveTo>
                    <a:cubicBezTo>
                      <a:pt x="3" y="18"/>
                      <a:pt x="10" y="34"/>
                      <a:pt x="20" y="49"/>
                    </a:cubicBezTo>
                    <a:cubicBezTo>
                      <a:pt x="30" y="65"/>
                      <a:pt x="35" y="78"/>
                      <a:pt x="40" y="95"/>
                    </a:cubicBezTo>
                    <a:cubicBezTo>
                      <a:pt x="40" y="77"/>
                      <a:pt x="35" y="58"/>
                      <a:pt x="30" y="40"/>
                    </a:cubicBezTo>
                    <a:cubicBezTo>
                      <a:pt x="26" y="29"/>
                      <a:pt x="23" y="15"/>
                      <a:pt x="12" y="9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6" name="Freeform 183">
                <a:extLst>
                  <a:ext uri="{FF2B5EF4-FFF2-40B4-BE49-F238E27FC236}">
                    <a16:creationId xmlns:a16="http://schemas.microsoft.com/office/drawing/2014/main" id="{E060082F-9EE9-4B34-8BF3-CFB4BD021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1619"/>
                <a:ext cx="384" cy="134"/>
              </a:xfrm>
              <a:custGeom>
                <a:avLst/>
                <a:gdLst>
                  <a:gd name="T0" fmla="*/ 0 w 164"/>
                  <a:gd name="T1" fmla="*/ 136 h 54"/>
                  <a:gd name="T2" fmla="*/ 438 w 164"/>
                  <a:gd name="T3" fmla="*/ 504 h 54"/>
                  <a:gd name="T4" fmla="*/ 1063 w 164"/>
                  <a:gd name="T5" fmla="*/ 516 h 54"/>
                  <a:gd name="T6" fmla="*/ 1463 w 164"/>
                  <a:gd name="T7" fmla="*/ 720 h 54"/>
                  <a:gd name="T8" fmla="*/ 2105 w 164"/>
                  <a:gd name="T9" fmla="*/ 752 h 54"/>
                  <a:gd name="T10" fmla="*/ 1349 w 164"/>
                  <a:gd name="T11" fmla="*/ 337 h 54"/>
                  <a:gd name="T12" fmla="*/ 976 w 164"/>
                  <a:gd name="T13" fmla="*/ 258 h 54"/>
                  <a:gd name="T14" fmla="*/ 400 w 164"/>
                  <a:gd name="T15" fmla="*/ 184 h 54"/>
                  <a:gd name="T16" fmla="*/ 103 w 164"/>
                  <a:gd name="T17" fmla="*/ 74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4" h="54">
                    <a:moveTo>
                      <a:pt x="0" y="9"/>
                    </a:moveTo>
                    <a:cubicBezTo>
                      <a:pt x="14" y="11"/>
                      <a:pt x="21" y="28"/>
                      <a:pt x="34" y="33"/>
                    </a:cubicBezTo>
                    <a:cubicBezTo>
                      <a:pt x="51" y="40"/>
                      <a:pt x="67" y="32"/>
                      <a:pt x="83" y="34"/>
                    </a:cubicBezTo>
                    <a:cubicBezTo>
                      <a:pt x="95" y="35"/>
                      <a:pt x="104" y="43"/>
                      <a:pt x="114" y="47"/>
                    </a:cubicBezTo>
                    <a:cubicBezTo>
                      <a:pt x="130" y="54"/>
                      <a:pt x="148" y="45"/>
                      <a:pt x="164" y="49"/>
                    </a:cubicBezTo>
                    <a:cubicBezTo>
                      <a:pt x="142" y="51"/>
                      <a:pt x="123" y="33"/>
                      <a:pt x="105" y="22"/>
                    </a:cubicBezTo>
                    <a:cubicBezTo>
                      <a:pt x="96" y="15"/>
                      <a:pt x="88" y="18"/>
                      <a:pt x="76" y="17"/>
                    </a:cubicBezTo>
                    <a:cubicBezTo>
                      <a:pt x="61" y="16"/>
                      <a:pt x="45" y="15"/>
                      <a:pt x="31" y="12"/>
                    </a:cubicBezTo>
                    <a:cubicBezTo>
                      <a:pt x="24" y="10"/>
                      <a:pt x="14" y="0"/>
                      <a:pt x="8" y="5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7" name="Freeform 184">
                <a:extLst>
                  <a:ext uri="{FF2B5EF4-FFF2-40B4-BE49-F238E27FC236}">
                    <a16:creationId xmlns:a16="http://schemas.microsoft.com/office/drawing/2014/main" id="{4D9AED0F-6E1D-4490-B5FF-BDD1DAE19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489"/>
                <a:ext cx="152" cy="297"/>
              </a:xfrm>
              <a:custGeom>
                <a:avLst/>
                <a:gdLst>
                  <a:gd name="T0" fmla="*/ 421 w 65"/>
                  <a:gd name="T1" fmla="*/ 0 h 119"/>
                  <a:gd name="T2" fmla="*/ 295 w 65"/>
                  <a:gd name="T3" fmla="*/ 933 h 119"/>
                  <a:gd name="T4" fmla="*/ 0 w 65"/>
                  <a:gd name="T5" fmla="*/ 1537 h 119"/>
                  <a:gd name="T6" fmla="*/ 498 w 65"/>
                  <a:gd name="T7" fmla="*/ 1662 h 119"/>
                  <a:gd name="T8" fmla="*/ 830 w 65"/>
                  <a:gd name="T9" fmla="*/ 1787 h 119"/>
                  <a:gd name="T10" fmla="*/ 524 w 65"/>
                  <a:gd name="T11" fmla="*/ 1071 h 119"/>
                  <a:gd name="T12" fmla="*/ 475 w 65"/>
                  <a:gd name="T13" fmla="*/ 292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19">
                    <a:moveTo>
                      <a:pt x="33" y="0"/>
                    </a:moveTo>
                    <a:cubicBezTo>
                      <a:pt x="23" y="19"/>
                      <a:pt x="19" y="38"/>
                      <a:pt x="23" y="60"/>
                    </a:cubicBezTo>
                    <a:cubicBezTo>
                      <a:pt x="27" y="78"/>
                      <a:pt x="25" y="102"/>
                      <a:pt x="0" y="99"/>
                    </a:cubicBezTo>
                    <a:cubicBezTo>
                      <a:pt x="13" y="101"/>
                      <a:pt x="26" y="103"/>
                      <a:pt x="39" y="107"/>
                    </a:cubicBezTo>
                    <a:cubicBezTo>
                      <a:pt x="45" y="109"/>
                      <a:pt x="59" y="119"/>
                      <a:pt x="65" y="115"/>
                    </a:cubicBezTo>
                    <a:cubicBezTo>
                      <a:pt x="57" y="100"/>
                      <a:pt x="47" y="85"/>
                      <a:pt x="41" y="69"/>
                    </a:cubicBezTo>
                    <a:cubicBezTo>
                      <a:pt x="35" y="54"/>
                      <a:pt x="37" y="36"/>
                      <a:pt x="37" y="19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8" name="Freeform 185">
                <a:extLst>
                  <a:ext uri="{FF2B5EF4-FFF2-40B4-BE49-F238E27FC236}">
                    <a16:creationId xmlns:a16="http://schemas.microsoft.com/office/drawing/2014/main" id="{3386070A-EF50-4F3B-B0B2-5FDE2A032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1609"/>
                <a:ext cx="96" cy="319"/>
              </a:xfrm>
              <a:custGeom>
                <a:avLst/>
                <a:gdLst>
                  <a:gd name="T0" fmla="*/ 192 w 41"/>
                  <a:gd name="T1" fmla="*/ 0 h 128"/>
                  <a:gd name="T2" fmla="*/ 241 w 41"/>
                  <a:gd name="T3" fmla="*/ 558 h 128"/>
                  <a:gd name="T4" fmla="*/ 335 w 41"/>
                  <a:gd name="T5" fmla="*/ 1112 h 128"/>
                  <a:gd name="T6" fmla="*/ 0 w 41"/>
                  <a:gd name="T7" fmla="*/ 1702 h 128"/>
                  <a:gd name="T8" fmla="*/ 438 w 41"/>
                  <a:gd name="T9" fmla="*/ 1907 h 128"/>
                  <a:gd name="T10" fmla="*/ 499 w 41"/>
                  <a:gd name="T11" fmla="*/ 1535 h 128"/>
                  <a:gd name="T12" fmla="*/ 527 w 41"/>
                  <a:gd name="T13" fmla="*/ 496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128">
                    <a:moveTo>
                      <a:pt x="15" y="0"/>
                    </a:moveTo>
                    <a:cubicBezTo>
                      <a:pt x="18" y="12"/>
                      <a:pt x="17" y="24"/>
                      <a:pt x="19" y="36"/>
                    </a:cubicBezTo>
                    <a:cubicBezTo>
                      <a:pt x="22" y="48"/>
                      <a:pt x="25" y="60"/>
                      <a:pt x="26" y="72"/>
                    </a:cubicBezTo>
                    <a:cubicBezTo>
                      <a:pt x="27" y="91"/>
                      <a:pt x="18" y="105"/>
                      <a:pt x="0" y="110"/>
                    </a:cubicBezTo>
                    <a:cubicBezTo>
                      <a:pt x="11" y="104"/>
                      <a:pt x="23" y="128"/>
                      <a:pt x="34" y="123"/>
                    </a:cubicBezTo>
                    <a:cubicBezTo>
                      <a:pt x="41" y="121"/>
                      <a:pt x="39" y="105"/>
                      <a:pt x="39" y="99"/>
                    </a:cubicBezTo>
                    <a:cubicBezTo>
                      <a:pt x="40" y="77"/>
                      <a:pt x="36" y="55"/>
                      <a:pt x="41" y="32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9" name="Freeform 186">
                <a:extLst>
                  <a:ext uri="{FF2B5EF4-FFF2-40B4-BE49-F238E27FC236}">
                    <a16:creationId xmlns:a16="http://schemas.microsoft.com/office/drawing/2014/main" id="{B5C26EA7-B280-43D0-A274-6CE57C603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010"/>
                <a:ext cx="300" cy="125"/>
              </a:xfrm>
              <a:custGeom>
                <a:avLst/>
                <a:gdLst>
                  <a:gd name="T0" fmla="*/ 0 w 128"/>
                  <a:gd name="T1" fmla="*/ 0 h 50"/>
                  <a:gd name="T2" fmla="*/ 773 w 128"/>
                  <a:gd name="T3" fmla="*/ 425 h 50"/>
                  <a:gd name="T4" fmla="*/ 1109 w 128"/>
                  <a:gd name="T5" fmla="*/ 333 h 50"/>
                  <a:gd name="T6" fmla="*/ 1648 w 128"/>
                  <a:gd name="T7" fmla="*/ 220 h 50"/>
                  <a:gd name="T8" fmla="*/ 949 w 128"/>
                  <a:gd name="T9" fmla="*/ 720 h 50"/>
                  <a:gd name="T10" fmla="*/ 659 w 128"/>
                  <a:gd name="T11" fmla="*/ 720 h 50"/>
                  <a:gd name="T12" fmla="*/ 258 w 128"/>
                  <a:gd name="T13" fmla="*/ 30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50">
                    <a:moveTo>
                      <a:pt x="0" y="0"/>
                    </a:moveTo>
                    <a:cubicBezTo>
                      <a:pt x="26" y="0"/>
                      <a:pt x="36" y="25"/>
                      <a:pt x="60" y="27"/>
                    </a:cubicBezTo>
                    <a:cubicBezTo>
                      <a:pt x="71" y="28"/>
                      <a:pt x="77" y="25"/>
                      <a:pt x="86" y="21"/>
                    </a:cubicBezTo>
                    <a:cubicBezTo>
                      <a:pt x="97" y="18"/>
                      <a:pt x="121" y="20"/>
                      <a:pt x="128" y="14"/>
                    </a:cubicBezTo>
                    <a:cubicBezTo>
                      <a:pt x="110" y="24"/>
                      <a:pt x="94" y="41"/>
                      <a:pt x="74" y="46"/>
                    </a:cubicBezTo>
                    <a:cubicBezTo>
                      <a:pt x="65" y="48"/>
                      <a:pt x="60" y="50"/>
                      <a:pt x="51" y="46"/>
                    </a:cubicBezTo>
                    <a:cubicBezTo>
                      <a:pt x="36" y="40"/>
                      <a:pt x="29" y="31"/>
                      <a:pt x="20" y="19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0" name="Freeform 187">
                <a:extLst>
                  <a:ext uri="{FF2B5EF4-FFF2-40B4-BE49-F238E27FC236}">
                    <a16:creationId xmlns:a16="http://schemas.microsoft.com/office/drawing/2014/main" id="{5E8ADC79-F1E1-424C-BD42-F392158EA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993"/>
                <a:ext cx="169" cy="212"/>
              </a:xfrm>
              <a:custGeom>
                <a:avLst/>
                <a:gdLst>
                  <a:gd name="T0" fmla="*/ 932 w 72"/>
                  <a:gd name="T1" fmla="*/ 0 h 85"/>
                  <a:gd name="T2" fmla="*/ 671 w 72"/>
                  <a:gd name="T3" fmla="*/ 200 h 85"/>
                  <a:gd name="T4" fmla="*/ 441 w 72"/>
                  <a:gd name="T5" fmla="*/ 559 h 85"/>
                  <a:gd name="T6" fmla="*/ 286 w 72"/>
                  <a:gd name="T7" fmla="*/ 995 h 85"/>
                  <a:gd name="T8" fmla="*/ 324 w 72"/>
                  <a:gd name="T9" fmla="*/ 1319 h 85"/>
                  <a:gd name="T10" fmla="*/ 12 w 72"/>
                  <a:gd name="T11" fmla="*/ 995 h 85"/>
                  <a:gd name="T12" fmla="*/ 347 w 72"/>
                  <a:gd name="T13" fmla="*/ 449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85">
                    <a:moveTo>
                      <a:pt x="72" y="0"/>
                    </a:moveTo>
                    <a:cubicBezTo>
                      <a:pt x="66" y="6"/>
                      <a:pt x="58" y="8"/>
                      <a:pt x="52" y="13"/>
                    </a:cubicBezTo>
                    <a:cubicBezTo>
                      <a:pt x="45" y="20"/>
                      <a:pt x="40" y="28"/>
                      <a:pt x="34" y="36"/>
                    </a:cubicBezTo>
                    <a:cubicBezTo>
                      <a:pt x="29" y="45"/>
                      <a:pt x="22" y="54"/>
                      <a:pt x="22" y="64"/>
                    </a:cubicBezTo>
                    <a:cubicBezTo>
                      <a:pt x="21" y="71"/>
                      <a:pt x="25" y="78"/>
                      <a:pt x="25" y="85"/>
                    </a:cubicBezTo>
                    <a:cubicBezTo>
                      <a:pt x="18" y="81"/>
                      <a:pt x="2" y="72"/>
                      <a:pt x="1" y="64"/>
                    </a:cubicBezTo>
                    <a:cubicBezTo>
                      <a:pt x="0" y="50"/>
                      <a:pt x="21" y="40"/>
                      <a:pt x="27" y="29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1" name="Freeform 188">
                <a:extLst>
                  <a:ext uri="{FF2B5EF4-FFF2-40B4-BE49-F238E27FC236}">
                    <a16:creationId xmlns:a16="http://schemas.microsoft.com/office/drawing/2014/main" id="{A09C6434-9C03-418E-B7E1-A9AADE88B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382"/>
                <a:ext cx="49" cy="37"/>
              </a:xfrm>
              <a:custGeom>
                <a:avLst/>
                <a:gdLst>
                  <a:gd name="T0" fmla="*/ 0 w 21"/>
                  <a:gd name="T1" fmla="*/ 133 h 15"/>
                  <a:gd name="T2" fmla="*/ 126 w 21"/>
                  <a:gd name="T3" fmla="*/ 0 h 15"/>
                  <a:gd name="T4" fmla="*/ 266 w 21"/>
                  <a:gd name="T5" fmla="*/ 2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0" y="9"/>
                    </a:moveTo>
                    <a:cubicBezTo>
                      <a:pt x="3" y="7"/>
                      <a:pt x="5" y="2"/>
                      <a:pt x="10" y="0"/>
                    </a:cubicBezTo>
                    <a:cubicBezTo>
                      <a:pt x="13" y="6"/>
                      <a:pt x="17" y="10"/>
                      <a:pt x="21" y="15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2" name="Freeform 189">
                <a:extLst>
                  <a:ext uri="{FF2B5EF4-FFF2-40B4-BE49-F238E27FC236}">
                    <a16:creationId xmlns:a16="http://schemas.microsoft.com/office/drawing/2014/main" id="{EE820E7F-9D0B-46E9-93F7-24649B27D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462"/>
                <a:ext cx="166" cy="182"/>
              </a:xfrm>
              <a:custGeom>
                <a:avLst/>
                <a:gdLst>
                  <a:gd name="T0" fmla="*/ 0 w 71"/>
                  <a:gd name="T1" fmla="*/ 0 h 73"/>
                  <a:gd name="T2" fmla="*/ 592 w 71"/>
                  <a:gd name="T3" fmla="*/ 558 h 73"/>
                  <a:gd name="T4" fmla="*/ 907 w 71"/>
                  <a:gd name="T5" fmla="*/ 995 h 73"/>
                  <a:gd name="T6" fmla="*/ 793 w 71"/>
                  <a:gd name="T7" fmla="*/ 466 h 73"/>
                  <a:gd name="T8" fmla="*/ 601 w 71"/>
                  <a:gd name="T9" fmla="*/ 199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3">
                    <a:moveTo>
                      <a:pt x="0" y="0"/>
                    </a:moveTo>
                    <a:cubicBezTo>
                      <a:pt x="21" y="9"/>
                      <a:pt x="39" y="14"/>
                      <a:pt x="46" y="36"/>
                    </a:cubicBezTo>
                    <a:cubicBezTo>
                      <a:pt x="50" y="50"/>
                      <a:pt x="51" y="73"/>
                      <a:pt x="71" y="64"/>
                    </a:cubicBezTo>
                    <a:cubicBezTo>
                      <a:pt x="69" y="53"/>
                      <a:pt x="67" y="40"/>
                      <a:pt x="62" y="30"/>
                    </a:cubicBezTo>
                    <a:cubicBezTo>
                      <a:pt x="58" y="22"/>
                      <a:pt x="53" y="19"/>
                      <a:pt x="47" y="13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3" name="Freeform 190">
                <a:extLst>
                  <a:ext uri="{FF2B5EF4-FFF2-40B4-BE49-F238E27FC236}">
                    <a16:creationId xmlns:a16="http://schemas.microsoft.com/office/drawing/2014/main" id="{AB525078-5182-4C28-A7F7-CD535A726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2275"/>
                <a:ext cx="192" cy="54"/>
              </a:xfrm>
              <a:custGeom>
                <a:avLst/>
                <a:gdLst>
                  <a:gd name="T0" fmla="*/ 0 w 82"/>
                  <a:gd name="T1" fmla="*/ 0 h 22"/>
                  <a:gd name="T2" fmla="*/ 103 w 82"/>
                  <a:gd name="T3" fmla="*/ 282 h 22"/>
                  <a:gd name="T4" fmla="*/ 604 w 82"/>
                  <a:gd name="T5" fmla="*/ 314 h 22"/>
                  <a:gd name="T6" fmla="*/ 1054 w 82"/>
                  <a:gd name="T7" fmla="*/ 223 h 22"/>
                  <a:gd name="T8" fmla="*/ 384 w 82"/>
                  <a:gd name="T9" fmla="*/ 9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22">
                    <a:moveTo>
                      <a:pt x="0" y="0"/>
                    </a:moveTo>
                    <a:cubicBezTo>
                      <a:pt x="2" y="7"/>
                      <a:pt x="6" y="13"/>
                      <a:pt x="8" y="19"/>
                    </a:cubicBezTo>
                    <a:cubicBezTo>
                      <a:pt x="13" y="11"/>
                      <a:pt x="40" y="21"/>
                      <a:pt x="47" y="21"/>
                    </a:cubicBezTo>
                    <a:cubicBezTo>
                      <a:pt x="60" y="22"/>
                      <a:pt x="71" y="21"/>
                      <a:pt x="82" y="15"/>
                    </a:cubicBezTo>
                    <a:cubicBezTo>
                      <a:pt x="67" y="21"/>
                      <a:pt x="44" y="14"/>
                      <a:pt x="30" y="6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4" name="Freeform 191">
                <a:extLst>
                  <a:ext uri="{FF2B5EF4-FFF2-40B4-BE49-F238E27FC236}">
                    <a16:creationId xmlns:a16="http://schemas.microsoft.com/office/drawing/2014/main" id="{0AD2023D-903C-4736-9E2C-E3E36ACA5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988"/>
                <a:ext cx="377" cy="147"/>
              </a:xfrm>
              <a:custGeom>
                <a:avLst/>
                <a:gdLst>
                  <a:gd name="T0" fmla="*/ 0 w 161"/>
                  <a:gd name="T1" fmla="*/ 229 h 59"/>
                  <a:gd name="T2" fmla="*/ 948 w 161"/>
                  <a:gd name="T3" fmla="*/ 262 h 59"/>
                  <a:gd name="T4" fmla="*/ 2068 w 161"/>
                  <a:gd name="T5" fmla="*/ 912 h 59"/>
                  <a:gd name="T6" fmla="*/ 1667 w 161"/>
                  <a:gd name="T7" fmla="*/ 899 h 59"/>
                  <a:gd name="T8" fmla="*/ 1300 w 161"/>
                  <a:gd name="T9" fmla="*/ 683 h 59"/>
                  <a:gd name="T10" fmla="*/ 986 w 161"/>
                  <a:gd name="T11" fmla="*/ 354 h 59"/>
                  <a:gd name="T12" fmla="*/ 642 w 161"/>
                  <a:gd name="T13" fmla="*/ 311 h 59"/>
                  <a:gd name="T14" fmla="*/ 241 w 161"/>
                  <a:gd name="T15" fmla="*/ 125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1" h="59">
                    <a:moveTo>
                      <a:pt x="0" y="15"/>
                    </a:moveTo>
                    <a:cubicBezTo>
                      <a:pt x="22" y="0"/>
                      <a:pt x="51" y="6"/>
                      <a:pt x="74" y="17"/>
                    </a:cubicBezTo>
                    <a:cubicBezTo>
                      <a:pt x="101" y="29"/>
                      <a:pt x="142" y="36"/>
                      <a:pt x="161" y="59"/>
                    </a:cubicBezTo>
                    <a:cubicBezTo>
                      <a:pt x="152" y="56"/>
                      <a:pt x="139" y="51"/>
                      <a:pt x="130" y="58"/>
                    </a:cubicBezTo>
                    <a:cubicBezTo>
                      <a:pt x="127" y="49"/>
                      <a:pt x="110" y="33"/>
                      <a:pt x="101" y="44"/>
                    </a:cubicBezTo>
                    <a:cubicBezTo>
                      <a:pt x="98" y="33"/>
                      <a:pt x="85" y="30"/>
                      <a:pt x="77" y="23"/>
                    </a:cubicBezTo>
                    <a:cubicBezTo>
                      <a:pt x="71" y="18"/>
                      <a:pt x="53" y="4"/>
                      <a:pt x="50" y="20"/>
                    </a:cubicBezTo>
                    <a:cubicBezTo>
                      <a:pt x="45" y="10"/>
                      <a:pt x="28" y="11"/>
                      <a:pt x="1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5" name="Freeform 192">
                <a:extLst>
                  <a:ext uri="{FF2B5EF4-FFF2-40B4-BE49-F238E27FC236}">
                    <a16:creationId xmlns:a16="http://schemas.microsoft.com/office/drawing/2014/main" id="{77B3F503-87F7-4995-A410-622B4431D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771"/>
                <a:ext cx="407" cy="167"/>
              </a:xfrm>
              <a:custGeom>
                <a:avLst/>
                <a:gdLst>
                  <a:gd name="T0" fmla="*/ 0 w 174"/>
                  <a:gd name="T1" fmla="*/ 0 h 67"/>
                  <a:gd name="T2" fmla="*/ 690 w 174"/>
                  <a:gd name="T3" fmla="*/ 75 h 67"/>
                  <a:gd name="T4" fmla="*/ 1165 w 174"/>
                  <a:gd name="T5" fmla="*/ 292 h 67"/>
                  <a:gd name="T6" fmla="*/ 1712 w 174"/>
                  <a:gd name="T7" fmla="*/ 508 h 67"/>
                  <a:gd name="T8" fmla="*/ 2227 w 174"/>
                  <a:gd name="T9" fmla="*/ 1037 h 67"/>
                  <a:gd name="T10" fmla="*/ 1598 w 174"/>
                  <a:gd name="T11" fmla="*/ 571 h 67"/>
                  <a:gd name="T12" fmla="*/ 1071 w 174"/>
                  <a:gd name="T13" fmla="*/ 434 h 67"/>
                  <a:gd name="T14" fmla="*/ 833 w 174"/>
                  <a:gd name="T15" fmla="*/ 324 h 67"/>
                  <a:gd name="T16" fmla="*/ 613 w 174"/>
                  <a:gd name="T17" fmla="*/ 155 h 67"/>
                  <a:gd name="T18" fmla="*/ 334 w 174"/>
                  <a:gd name="T19" fmla="*/ 42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4" h="67">
                    <a:moveTo>
                      <a:pt x="0" y="0"/>
                    </a:moveTo>
                    <a:cubicBezTo>
                      <a:pt x="16" y="0"/>
                      <a:pt x="37" y="1"/>
                      <a:pt x="54" y="5"/>
                    </a:cubicBezTo>
                    <a:cubicBezTo>
                      <a:pt x="67" y="8"/>
                      <a:pt x="78" y="16"/>
                      <a:pt x="91" y="19"/>
                    </a:cubicBezTo>
                    <a:cubicBezTo>
                      <a:pt x="106" y="23"/>
                      <a:pt x="122" y="24"/>
                      <a:pt x="134" y="33"/>
                    </a:cubicBezTo>
                    <a:cubicBezTo>
                      <a:pt x="147" y="41"/>
                      <a:pt x="167" y="54"/>
                      <a:pt x="174" y="67"/>
                    </a:cubicBezTo>
                    <a:cubicBezTo>
                      <a:pt x="168" y="55"/>
                      <a:pt x="138" y="41"/>
                      <a:pt x="125" y="37"/>
                    </a:cubicBezTo>
                    <a:cubicBezTo>
                      <a:pt x="112" y="33"/>
                      <a:pt x="98" y="34"/>
                      <a:pt x="84" y="28"/>
                    </a:cubicBezTo>
                    <a:cubicBezTo>
                      <a:pt x="78" y="26"/>
                      <a:pt x="71" y="24"/>
                      <a:pt x="65" y="21"/>
                    </a:cubicBezTo>
                    <a:cubicBezTo>
                      <a:pt x="59" y="17"/>
                      <a:pt x="56" y="12"/>
                      <a:pt x="48" y="10"/>
                    </a:cubicBezTo>
                    <a:cubicBezTo>
                      <a:pt x="41" y="7"/>
                      <a:pt x="33" y="7"/>
                      <a:pt x="2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6" name="Freeform 193">
                <a:extLst>
                  <a:ext uri="{FF2B5EF4-FFF2-40B4-BE49-F238E27FC236}">
                    <a16:creationId xmlns:a16="http://schemas.microsoft.com/office/drawing/2014/main" id="{2DB7F9A0-3036-4D2E-A497-725CF8447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529"/>
                <a:ext cx="28" cy="32"/>
              </a:xfrm>
              <a:custGeom>
                <a:avLst/>
                <a:gdLst>
                  <a:gd name="T0" fmla="*/ 103 w 12"/>
                  <a:gd name="T1" fmla="*/ 0 h 13"/>
                  <a:gd name="T2" fmla="*/ 152 w 12"/>
                  <a:gd name="T3" fmla="*/ 162 h 13"/>
                  <a:gd name="T4" fmla="*/ 65 w 12"/>
                  <a:gd name="T5" fmla="*/ 162 h 13"/>
                  <a:gd name="T6" fmla="*/ 0 w 12"/>
                  <a:gd name="T7" fmla="*/ 1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8" y="0"/>
                    </a:moveTo>
                    <a:cubicBezTo>
                      <a:pt x="7" y="7"/>
                      <a:pt x="9" y="8"/>
                      <a:pt x="12" y="11"/>
                    </a:cubicBezTo>
                    <a:cubicBezTo>
                      <a:pt x="10" y="11"/>
                      <a:pt x="7" y="11"/>
                      <a:pt x="5" y="11"/>
                    </a:cubicBezTo>
                    <a:cubicBezTo>
                      <a:pt x="4" y="11"/>
                      <a:pt x="2" y="12"/>
                      <a:pt x="0" y="1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7" name="Freeform 194">
                <a:extLst>
                  <a:ext uri="{FF2B5EF4-FFF2-40B4-BE49-F238E27FC236}">
                    <a16:creationId xmlns:a16="http://schemas.microsoft.com/office/drawing/2014/main" id="{74DEF29B-3648-42D9-A9AA-17F61D91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693"/>
                <a:ext cx="19" cy="18"/>
              </a:xfrm>
              <a:custGeom>
                <a:avLst/>
                <a:gdLst>
                  <a:gd name="T0" fmla="*/ 78 w 8"/>
                  <a:gd name="T1" fmla="*/ 0 h 7"/>
                  <a:gd name="T2" fmla="*/ 107 w 8"/>
                  <a:gd name="T3" fmla="*/ 100 h 7"/>
                  <a:gd name="T4" fmla="*/ 0 w 8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4" y="2"/>
                      <a:pt x="6" y="5"/>
                      <a:pt x="8" y="6"/>
                    </a:cubicBezTo>
                    <a:cubicBezTo>
                      <a:pt x="5" y="6"/>
                      <a:pt x="2" y="7"/>
                      <a:pt x="0" y="7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8" name="Freeform 195">
                <a:extLst>
                  <a:ext uri="{FF2B5EF4-FFF2-40B4-BE49-F238E27FC236}">
                    <a16:creationId xmlns:a16="http://schemas.microsoft.com/office/drawing/2014/main" id="{5AE3F271-C96D-493D-8D05-B657B8477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065"/>
                <a:ext cx="19" cy="10"/>
              </a:xfrm>
              <a:custGeom>
                <a:avLst/>
                <a:gdLst>
                  <a:gd name="T0" fmla="*/ 107 w 8"/>
                  <a:gd name="T1" fmla="*/ 0 h 4"/>
                  <a:gd name="T2" fmla="*/ 69 w 8"/>
                  <a:gd name="T3" fmla="*/ 63 h 4"/>
                  <a:gd name="T4" fmla="*/ 0 w 8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6" y="1"/>
                      <a:pt x="5" y="2"/>
                      <a:pt x="5" y="4"/>
                    </a:cubicBezTo>
                    <a:cubicBezTo>
                      <a:pt x="4" y="2"/>
                      <a:pt x="2" y="2"/>
                      <a:pt x="0" y="1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9" name="Freeform 196">
                <a:extLst>
                  <a:ext uri="{FF2B5EF4-FFF2-40B4-BE49-F238E27FC236}">
                    <a16:creationId xmlns:a16="http://schemas.microsoft.com/office/drawing/2014/main" id="{DD030BEE-1FF1-44D2-A353-5F8624E92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980"/>
                <a:ext cx="12" cy="25"/>
              </a:xfrm>
              <a:custGeom>
                <a:avLst/>
                <a:gdLst>
                  <a:gd name="T0" fmla="*/ 0 w 5"/>
                  <a:gd name="T1" fmla="*/ 0 h 10"/>
                  <a:gd name="T2" fmla="*/ 12 w 5"/>
                  <a:gd name="T3" fmla="*/ 20 h 10"/>
                  <a:gd name="T4" fmla="*/ 70 w 5"/>
                  <a:gd name="T5" fmla="*/ 0 h 10"/>
                  <a:gd name="T6" fmla="*/ 0 w 5"/>
                  <a:gd name="T7" fmla="*/ 15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2"/>
                      <a:pt x="4" y="1"/>
                      <a:pt x="5" y="0"/>
                    </a:cubicBezTo>
                    <a:cubicBezTo>
                      <a:pt x="4" y="3"/>
                      <a:pt x="1" y="7"/>
                      <a:pt x="0" y="1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0" name="Freeform 197">
                <a:extLst>
                  <a:ext uri="{FF2B5EF4-FFF2-40B4-BE49-F238E27FC236}">
                    <a16:creationId xmlns:a16="http://schemas.microsoft.com/office/drawing/2014/main" id="{E9493D08-F034-45E3-AF9C-7C0129B9F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252"/>
                <a:ext cx="19" cy="25"/>
              </a:xfrm>
              <a:custGeom>
                <a:avLst/>
                <a:gdLst>
                  <a:gd name="T0" fmla="*/ 0 w 8"/>
                  <a:gd name="T1" fmla="*/ 63 h 10"/>
                  <a:gd name="T2" fmla="*/ 29 w 8"/>
                  <a:gd name="T3" fmla="*/ 0 h 10"/>
                  <a:gd name="T4" fmla="*/ 57 w 8"/>
                  <a:gd name="T5" fmla="*/ 50 h 10"/>
                  <a:gd name="T6" fmla="*/ 95 w 8"/>
                  <a:gd name="T7" fmla="*/ 113 h 10"/>
                  <a:gd name="T8" fmla="*/ 95 w 8"/>
                  <a:gd name="T9" fmla="*/ 145 h 10"/>
                  <a:gd name="T10" fmla="*/ 107 w 8"/>
                  <a:gd name="T11" fmla="*/ 145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0" y="4"/>
                    </a:moveTo>
                    <a:cubicBezTo>
                      <a:pt x="2" y="4"/>
                      <a:pt x="3" y="2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5" y="4"/>
                      <a:pt x="6" y="6"/>
                      <a:pt x="7" y="7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7" y="9"/>
                      <a:pt x="8" y="10"/>
                      <a:pt x="8" y="9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1" name="Freeform 198">
                <a:extLst>
                  <a:ext uri="{FF2B5EF4-FFF2-40B4-BE49-F238E27FC236}">
                    <a16:creationId xmlns:a16="http://schemas.microsoft.com/office/drawing/2014/main" id="{1A27F61C-BD20-4549-AA58-8B98342FC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" y="1836"/>
                <a:ext cx="23" cy="47"/>
              </a:xfrm>
              <a:custGeom>
                <a:avLst/>
                <a:gdLst>
                  <a:gd name="T0" fmla="*/ 0 w 10"/>
                  <a:gd name="T1" fmla="*/ 121 h 19"/>
                  <a:gd name="T2" fmla="*/ 64 w 10"/>
                  <a:gd name="T3" fmla="*/ 0 h 19"/>
                  <a:gd name="T4" fmla="*/ 122 w 10"/>
                  <a:gd name="T5" fmla="*/ 28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0" y="8"/>
                    </a:moveTo>
                    <a:cubicBezTo>
                      <a:pt x="5" y="8"/>
                      <a:pt x="3" y="3"/>
                      <a:pt x="5" y="0"/>
                    </a:cubicBezTo>
                    <a:cubicBezTo>
                      <a:pt x="5" y="6"/>
                      <a:pt x="8" y="13"/>
                      <a:pt x="10" y="19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2" name="Freeform 199">
                <a:extLst>
                  <a:ext uri="{FF2B5EF4-FFF2-40B4-BE49-F238E27FC236}">
                    <a16:creationId xmlns:a16="http://schemas.microsoft.com/office/drawing/2014/main" id="{78AEC3A5-CC22-46C4-9B3F-89BE29D4D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150"/>
                <a:ext cx="31" cy="20"/>
              </a:xfrm>
              <a:custGeom>
                <a:avLst/>
                <a:gdLst>
                  <a:gd name="T0" fmla="*/ 29 w 13"/>
                  <a:gd name="T1" fmla="*/ 0 h 8"/>
                  <a:gd name="T2" fmla="*/ 0 w 13"/>
                  <a:gd name="T3" fmla="*/ 125 h 8"/>
                  <a:gd name="T4" fmla="*/ 176 w 13"/>
                  <a:gd name="T5" fmla="*/ 9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3" y="3"/>
                      <a:pt x="2" y="6"/>
                      <a:pt x="0" y="8"/>
                    </a:cubicBezTo>
                    <a:cubicBezTo>
                      <a:pt x="5" y="6"/>
                      <a:pt x="8" y="7"/>
                      <a:pt x="13" y="6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3" name="Freeform 200">
                <a:extLst>
                  <a:ext uri="{FF2B5EF4-FFF2-40B4-BE49-F238E27FC236}">
                    <a16:creationId xmlns:a16="http://schemas.microsoft.com/office/drawing/2014/main" id="{426589C5-FB8B-4287-8C46-AFFEFC12A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497"/>
                <a:ext cx="30" cy="17"/>
              </a:xfrm>
              <a:custGeom>
                <a:avLst/>
                <a:gdLst>
                  <a:gd name="T0" fmla="*/ 159 w 13"/>
                  <a:gd name="T1" fmla="*/ 0 h 7"/>
                  <a:gd name="T2" fmla="*/ 150 w 13"/>
                  <a:gd name="T3" fmla="*/ 100 h 7"/>
                  <a:gd name="T4" fmla="*/ 0 w 13"/>
                  <a:gd name="T5" fmla="*/ 5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1" y="2"/>
                      <a:pt x="11" y="5"/>
                      <a:pt x="12" y="7"/>
                    </a:cubicBezTo>
                    <a:cubicBezTo>
                      <a:pt x="9" y="5"/>
                      <a:pt x="4" y="5"/>
                      <a:pt x="0" y="4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4" name="Freeform 201">
                <a:extLst>
                  <a:ext uri="{FF2B5EF4-FFF2-40B4-BE49-F238E27FC236}">
                    <a16:creationId xmlns:a16="http://schemas.microsoft.com/office/drawing/2014/main" id="{2E5676B6-C345-4F17-B5A8-8F872DF44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781"/>
                <a:ext cx="72" cy="154"/>
              </a:xfrm>
              <a:custGeom>
                <a:avLst/>
                <a:gdLst>
                  <a:gd name="T0" fmla="*/ 123 w 31"/>
                  <a:gd name="T1" fmla="*/ 951 h 62"/>
                  <a:gd name="T2" fmla="*/ 265 w 31"/>
                  <a:gd name="T3" fmla="*/ 815 h 62"/>
                  <a:gd name="T4" fmla="*/ 388 w 31"/>
                  <a:gd name="T5" fmla="*/ 487 h 62"/>
                  <a:gd name="T6" fmla="*/ 200 w 31"/>
                  <a:gd name="T7" fmla="*/ 62 h 62"/>
                  <a:gd name="T8" fmla="*/ 0 w 31"/>
                  <a:gd name="T9" fmla="*/ 104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2">
                    <a:moveTo>
                      <a:pt x="10" y="62"/>
                    </a:moveTo>
                    <a:cubicBezTo>
                      <a:pt x="12" y="59"/>
                      <a:pt x="18" y="55"/>
                      <a:pt x="21" y="53"/>
                    </a:cubicBezTo>
                    <a:cubicBezTo>
                      <a:pt x="26" y="48"/>
                      <a:pt x="31" y="42"/>
                      <a:pt x="31" y="32"/>
                    </a:cubicBezTo>
                    <a:cubicBezTo>
                      <a:pt x="31" y="19"/>
                      <a:pt x="27" y="9"/>
                      <a:pt x="16" y="4"/>
                    </a:cubicBezTo>
                    <a:cubicBezTo>
                      <a:pt x="7" y="0"/>
                      <a:pt x="1" y="4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5" name="Freeform 202">
                <a:extLst>
                  <a:ext uri="{FF2B5EF4-FFF2-40B4-BE49-F238E27FC236}">
                    <a16:creationId xmlns:a16="http://schemas.microsoft.com/office/drawing/2014/main" id="{F87C1846-5695-4AF6-8D84-F7451E252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808"/>
                <a:ext cx="32" cy="125"/>
              </a:xfrm>
              <a:custGeom>
                <a:avLst/>
                <a:gdLst>
                  <a:gd name="T0" fmla="*/ 25 w 14"/>
                  <a:gd name="T1" fmla="*/ 0 h 50"/>
                  <a:gd name="T2" fmla="*/ 167 w 14"/>
                  <a:gd name="T3" fmla="*/ 345 h 50"/>
                  <a:gd name="T4" fmla="*/ 94 w 14"/>
                  <a:gd name="T5" fmla="*/ 583 h 50"/>
                  <a:gd name="T6" fmla="*/ 0 w 14"/>
                  <a:gd name="T7" fmla="*/ 78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0">
                    <a:moveTo>
                      <a:pt x="2" y="0"/>
                    </a:moveTo>
                    <a:cubicBezTo>
                      <a:pt x="10" y="3"/>
                      <a:pt x="14" y="11"/>
                      <a:pt x="14" y="22"/>
                    </a:cubicBezTo>
                    <a:cubicBezTo>
                      <a:pt x="14" y="28"/>
                      <a:pt x="13" y="33"/>
                      <a:pt x="8" y="37"/>
                    </a:cubicBezTo>
                    <a:cubicBezTo>
                      <a:pt x="6" y="40"/>
                      <a:pt x="0" y="50"/>
                      <a:pt x="0" y="50"/>
                    </a:cubicBezTo>
                  </a:path>
                </a:pathLst>
              </a:custGeom>
              <a:noFill/>
              <a:ln w="142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6" name="Freeform 203">
                <a:extLst>
                  <a:ext uri="{FF2B5EF4-FFF2-40B4-BE49-F238E27FC236}">
                    <a16:creationId xmlns:a16="http://schemas.microsoft.com/office/drawing/2014/main" id="{234E7AC7-ED25-4BC8-8ED1-71A91E1C3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" y="1868"/>
                <a:ext cx="192" cy="252"/>
              </a:xfrm>
              <a:custGeom>
                <a:avLst/>
                <a:gdLst>
                  <a:gd name="T0" fmla="*/ 1054 w 82"/>
                  <a:gd name="T1" fmla="*/ 1569 h 101"/>
                  <a:gd name="T2" fmla="*/ 515 w 82"/>
                  <a:gd name="T3" fmla="*/ 808 h 101"/>
                  <a:gd name="T4" fmla="*/ 155 w 82"/>
                  <a:gd name="T5" fmla="*/ 250 h 101"/>
                  <a:gd name="T6" fmla="*/ 204 w 82"/>
                  <a:gd name="T7" fmla="*/ 167 h 101"/>
                  <a:gd name="T8" fmla="*/ 180 w 82"/>
                  <a:gd name="T9" fmla="*/ 0 h 101"/>
                  <a:gd name="T10" fmla="*/ 12 w 82"/>
                  <a:gd name="T11" fmla="*/ 200 h 101"/>
                  <a:gd name="T12" fmla="*/ 438 w 82"/>
                  <a:gd name="T13" fmla="*/ 883 h 101"/>
                  <a:gd name="T14" fmla="*/ 745 w 82"/>
                  <a:gd name="T15" fmla="*/ 1258 h 101"/>
                  <a:gd name="T16" fmla="*/ 812 w 82"/>
                  <a:gd name="T17" fmla="*/ 1412 h 101"/>
                  <a:gd name="T18" fmla="*/ 728 w 82"/>
                  <a:gd name="T19" fmla="*/ 1537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101">
                    <a:moveTo>
                      <a:pt x="82" y="101"/>
                    </a:moveTo>
                    <a:cubicBezTo>
                      <a:pt x="72" y="87"/>
                      <a:pt x="60" y="71"/>
                      <a:pt x="40" y="52"/>
                    </a:cubicBezTo>
                    <a:cubicBezTo>
                      <a:pt x="19" y="33"/>
                      <a:pt x="11" y="21"/>
                      <a:pt x="12" y="16"/>
                    </a:cubicBezTo>
                    <a:cubicBezTo>
                      <a:pt x="12" y="14"/>
                      <a:pt x="12" y="13"/>
                      <a:pt x="16" y="1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9" y="1"/>
                      <a:pt x="2" y="8"/>
                      <a:pt x="1" y="13"/>
                    </a:cubicBezTo>
                    <a:cubicBezTo>
                      <a:pt x="0" y="20"/>
                      <a:pt x="6" y="31"/>
                      <a:pt x="34" y="57"/>
                    </a:cubicBezTo>
                    <a:cubicBezTo>
                      <a:pt x="43" y="66"/>
                      <a:pt x="51" y="74"/>
                      <a:pt x="58" y="81"/>
                    </a:cubicBezTo>
                    <a:cubicBezTo>
                      <a:pt x="64" y="86"/>
                      <a:pt x="63" y="90"/>
                      <a:pt x="63" y="91"/>
                    </a:cubicBezTo>
                    <a:cubicBezTo>
                      <a:pt x="62" y="95"/>
                      <a:pt x="60" y="97"/>
                      <a:pt x="57" y="99"/>
                    </a:cubicBezTo>
                  </a:path>
                </a:pathLst>
              </a:custGeom>
              <a:noFill/>
              <a:ln w="142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7" name="Freeform 204">
                <a:extLst>
                  <a:ext uri="{FF2B5EF4-FFF2-40B4-BE49-F238E27FC236}">
                    <a16:creationId xmlns:a16="http://schemas.microsoft.com/office/drawing/2014/main" id="{E365E27B-53E7-4415-B589-6E7B2621C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" y="2182"/>
                <a:ext cx="351" cy="142"/>
              </a:xfrm>
              <a:custGeom>
                <a:avLst/>
                <a:gdLst>
                  <a:gd name="T0" fmla="*/ 1921 w 150"/>
                  <a:gd name="T1" fmla="*/ 882 h 57"/>
                  <a:gd name="T2" fmla="*/ 1205 w 150"/>
                  <a:gd name="T3" fmla="*/ 712 h 57"/>
                  <a:gd name="T4" fmla="*/ 220 w 150"/>
                  <a:gd name="T5" fmla="*/ 324 h 57"/>
                  <a:gd name="T6" fmla="*/ 180 w 150"/>
                  <a:gd name="T7" fmla="*/ 105 h 57"/>
                  <a:gd name="T8" fmla="*/ 77 w 150"/>
                  <a:gd name="T9" fmla="*/ 0 h 57"/>
                  <a:gd name="T10" fmla="*/ 143 w 150"/>
                  <a:gd name="T11" fmla="*/ 404 h 57"/>
                  <a:gd name="T12" fmla="*/ 1128 w 150"/>
                  <a:gd name="T13" fmla="*/ 787 h 57"/>
                  <a:gd name="T14" fmla="*/ 1205 w 150"/>
                  <a:gd name="T15" fmla="*/ 787 h 57"/>
                  <a:gd name="T16" fmla="*/ 1292 w 150"/>
                  <a:gd name="T17" fmla="*/ 882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0" h="57">
                    <a:moveTo>
                      <a:pt x="150" y="57"/>
                    </a:moveTo>
                    <a:cubicBezTo>
                      <a:pt x="138" y="45"/>
                      <a:pt x="137" y="45"/>
                      <a:pt x="94" y="46"/>
                    </a:cubicBezTo>
                    <a:cubicBezTo>
                      <a:pt x="59" y="47"/>
                      <a:pt x="29" y="35"/>
                      <a:pt x="17" y="21"/>
                    </a:cubicBezTo>
                    <a:cubicBezTo>
                      <a:pt x="12" y="16"/>
                      <a:pt x="13" y="12"/>
                      <a:pt x="14" y="7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5"/>
                      <a:pt x="5" y="19"/>
                      <a:pt x="11" y="26"/>
                    </a:cubicBezTo>
                    <a:cubicBezTo>
                      <a:pt x="24" y="41"/>
                      <a:pt x="53" y="51"/>
                      <a:pt x="88" y="51"/>
                    </a:cubicBezTo>
                    <a:cubicBezTo>
                      <a:pt x="90" y="52"/>
                      <a:pt x="93" y="51"/>
                      <a:pt x="94" y="51"/>
                    </a:cubicBezTo>
                    <a:cubicBezTo>
                      <a:pt x="97" y="53"/>
                      <a:pt x="100" y="54"/>
                      <a:pt x="101" y="57"/>
                    </a:cubicBezTo>
                  </a:path>
                </a:pathLst>
              </a:custGeom>
              <a:noFill/>
              <a:ln w="142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9650" name="Freeform 205">
              <a:extLst>
                <a:ext uri="{FF2B5EF4-FFF2-40B4-BE49-F238E27FC236}">
                  <a16:creationId xmlns:a16="http://schemas.microsoft.com/office/drawing/2014/main" id="{8DECABDF-7C46-48F1-A2E5-504B706E2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300"/>
              <a:ext cx="113" cy="22"/>
            </a:xfrm>
            <a:custGeom>
              <a:avLst/>
              <a:gdLst>
                <a:gd name="T0" fmla="*/ 0 w 48"/>
                <a:gd name="T1" fmla="*/ 59 h 9"/>
                <a:gd name="T2" fmla="*/ 626 w 48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">
                  <a:moveTo>
                    <a:pt x="0" y="4"/>
                  </a:moveTo>
                  <a:cubicBezTo>
                    <a:pt x="35" y="3"/>
                    <a:pt x="39" y="0"/>
                    <a:pt x="48" y="9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1" name="Freeform 206">
              <a:extLst>
                <a:ext uri="{FF2B5EF4-FFF2-40B4-BE49-F238E27FC236}">
                  <a16:creationId xmlns:a16="http://schemas.microsoft.com/office/drawing/2014/main" id="{FC3867F4-97CC-4C97-9330-3211B2FC6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2429"/>
              <a:ext cx="348" cy="225"/>
            </a:xfrm>
            <a:custGeom>
              <a:avLst/>
              <a:gdLst>
                <a:gd name="T0" fmla="*/ 77 w 149"/>
                <a:gd name="T1" fmla="*/ 50 h 90"/>
                <a:gd name="T2" fmla="*/ 726 w 149"/>
                <a:gd name="T3" fmla="*/ 238 h 90"/>
                <a:gd name="T4" fmla="*/ 1210 w 149"/>
                <a:gd name="T5" fmla="*/ 395 h 90"/>
                <a:gd name="T6" fmla="*/ 1555 w 149"/>
                <a:gd name="T7" fmla="*/ 1050 h 90"/>
                <a:gd name="T8" fmla="*/ 1794 w 149"/>
                <a:gd name="T9" fmla="*/ 1408 h 90"/>
                <a:gd name="T10" fmla="*/ 1899 w 149"/>
                <a:gd name="T11" fmla="*/ 1375 h 90"/>
                <a:gd name="T12" fmla="*/ 1810 w 149"/>
                <a:gd name="T13" fmla="*/ 1283 h 90"/>
                <a:gd name="T14" fmla="*/ 1707 w 149"/>
                <a:gd name="T15" fmla="*/ 1000 h 90"/>
                <a:gd name="T16" fmla="*/ 1238 w 149"/>
                <a:gd name="T17" fmla="*/ 270 h 90"/>
                <a:gd name="T18" fmla="*/ 736 w 149"/>
                <a:gd name="T19" fmla="*/ 158 h 90"/>
                <a:gd name="T20" fmla="*/ 306 w 149"/>
                <a:gd name="T21" fmla="*/ 63 h 90"/>
                <a:gd name="T22" fmla="*/ 0 w 149"/>
                <a:gd name="T23" fmla="*/ 0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9" h="90">
                  <a:moveTo>
                    <a:pt x="6" y="3"/>
                  </a:moveTo>
                  <a:cubicBezTo>
                    <a:pt x="21" y="8"/>
                    <a:pt x="42" y="13"/>
                    <a:pt x="57" y="15"/>
                  </a:cubicBezTo>
                  <a:cubicBezTo>
                    <a:pt x="71" y="17"/>
                    <a:pt x="84" y="21"/>
                    <a:pt x="95" y="25"/>
                  </a:cubicBezTo>
                  <a:cubicBezTo>
                    <a:pt x="113" y="32"/>
                    <a:pt x="117" y="52"/>
                    <a:pt x="122" y="67"/>
                  </a:cubicBezTo>
                  <a:cubicBezTo>
                    <a:pt x="127" y="79"/>
                    <a:pt x="129" y="88"/>
                    <a:pt x="141" y="90"/>
                  </a:cubicBezTo>
                  <a:cubicBezTo>
                    <a:pt x="146" y="90"/>
                    <a:pt x="149" y="88"/>
                    <a:pt x="149" y="88"/>
                  </a:cubicBezTo>
                  <a:cubicBezTo>
                    <a:pt x="144" y="85"/>
                    <a:pt x="142" y="82"/>
                    <a:pt x="142" y="82"/>
                  </a:cubicBezTo>
                  <a:cubicBezTo>
                    <a:pt x="140" y="82"/>
                    <a:pt x="136" y="70"/>
                    <a:pt x="134" y="64"/>
                  </a:cubicBezTo>
                  <a:cubicBezTo>
                    <a:pt x="128" y="48"/>
                    <a:pt x="119" y="25"/>
                    <a:pt x="97" y="17"/>
                  </a:cubicBezTo>
                  <a:cubicBezTo>
                    <a:pt x="86" y="13"/>
                    <a:pt x="72" y="11"/>
                    <a:pt x="58" y="10"/>
                  </a:cubicBezTo>
                  <a:cubicBezTo>
                    <a:pt x="47" y="8"/>
                    <a:pt x="35" y="7"/>
                    <a:pt x="24" y="4"/>
                  </a:cubicBezTo>
                  <a:cubicBezTo>
                    <a:pt x="21" y="3"/>
                    <a:pt x="3" y="1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2" name="Freeform 207">
              <a:extLst>
                <a:ext uri="{FF2B5EF4-FFF2-40B4-BE49-F238E27FC236}">
                  <a16:creationId xmlns:a16="http://schemas.microsoft.com/office/drawing/2014/main" id="{188D1F8C-E1DE-4FFD-A62E-908C156F9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686"/>
              <a:ext cx="26" cy="35"/>
            </a:xfrm>
            <a:custGeom>
              <a:avLst/>
              <a:gdLst>
                <a:gd name="T0" fmla="*/ 144 w 11"/>
                <a:gd name="T1" fmla="*/ 0 h 14"/>
                <a:gd name="T2" fmla="*/ 28 w 11"/>
                <a:gd name="T3" fmla="*/ 220 h 14"/>
                <a:gd name="T4" fmla="*/ 0 w 11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9" y="8"/>
                    <a:pt x="4" y="12"/>
                    <a:pt x="2" y="14"/>
                  </a:cubicBezTo>
                  <a:cubicBezTo>
                    <a:pt x="1" y="14"/>
                    <a:pt x="0" y="14"/>
                    <a:pt x="0" y="14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3" name="Freeform 208">
              <a:extLst>
                <a:ext uri="{FF2B5EF4-FFF2-40B4-BE49-F238E27FC236}">
                  <a16:creationId xmlns:a16="http://schemas.microsoft.com/office/drawing/2014/main" id="{7288EBFD-BCD4-4CFF-9555-35B146A58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684"/>
              <a:ext cx="50" cy="64"/>
            </a:xfrm>
            <a:custGeom>
              <a:avLst/>
              <a:gdLst>
                <a:gd name="T0" fmla="*/ 0 w 21"/>
                <a:gd name="T1" fmla="*/ 266 h 26"/>
                <a:gd name="T2" fmla="*/ 29 w 21"/>
                <a:gd name="T3" fmla="*/ 327 h 26"/>
                <a:gd name="T4" fmla="*/ 188 w 21"/>
                <a:gd name="T5" fmla="*/ 345 h 26"/>
                <a:gd name="T6" fmla="*/ 283 w 21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6">
                  <a:moveTo>
                    <a:pt x="0" y="18"/>
                  </a:moveTo>
                  <a:cubicBezTo>
                    <a:pt x="0" y="18"/>
                    <a:pt x="0" y="19"/>
                    <a:pt x="2" y="22"/>
                  </a:cubicBezTo>
                  <a:cubicBezTo>
                    <a:pt x="5" y="25"/>
                    <a:pt x="10" y="26"/>
                    <a:pt x="14" y="23"/>
                  </a:cubicBezTo>
                  <a:cubicBezTo>
                    <a:pt x="19" y="20"/>
                    <a:pt x="21" y="12"/>
                    <a:pt x="21" y="0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4" name="Freeform 209">
              <a:extLst>
                <a:ext uri="{FF2B5EF4-FFF2-40B4-BE49-F238E27FC236}">
                  <a16:creationId xmlns:a16="http://schemas.microsoft.com/office/drawing/2014/main" id="{6B908815-EBE2-4A5A-8A2D-B70B3A714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958"/>
              <a:ext cx="56" cy="147"/>
            </a:xfrm>
            <a:custGeom>
              <a:avLst/>
              <a:gdLst>
                <a:gd name="T0" fmla="*/ 37 w 24"/>
                <a:gd name="T1" fmla="*/ 912 h 59"/>
                <a:gd name="T2" fmla="*/ 28 w 24"/>
                <a:gd name="T3" fmla="*/ 528 h 59"/>
                <a:gd name="T4" fmla="*/ 306 w 24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9">
                  <a:moveTo>
                    <a:pt x="3" y="59"/>
                  </a:moveTo>
                  <a:cubicBezTo>
                    <a:pt x="0" y="52"/>
                    <a:pt x="1" y="42"/>
                    <a:pt x="2" y="34"/>
                  </a:cubicBezTo>
                  <a:cubicBezTo>
                    <a:pt x="4" y="12"/>
                    <a:pt x="11" y="1"/>
                    <a:pt x="24" y="0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5" name="Freeform 210">
              <a:extLst>
                <a:ext uri="{FF2B5EF4-FFF2-40B4-BE49-F238E27FC236}">
                  <a16:creationId xmlns:a16="http://schemas.microsoft.com/office/drawing/2014/main" id="{E78C4EC6-479A-4D09-BF71-F0917B21B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925"/>
              <a:ext cx="117" cy="197"/>
            </a:xfrm>
            <a:custGeom>
              <a:avLst/>
              <a:gdLst>
                <a:gd name="T0" fmla="*/ 641 w 50"/>
                <a:gd name="T1" fmla="*/ 75 h 79"/>
                <a:gd name="T2" fmla="*/ 449 w 50"/>
                <a:gd name="T3" fmla="*/ 30 h 79"/>
                <a:gd name="T4" fmla="*/ 66 w 50"/>
                <a:gd name="T5" fmla="*/ 716 h 79"/>
                <a:gd name="T6" fmla="*/ 66 w 50"/>
                <a:gd name="T7" fmla="*/ 820 h 79"/>
                <a:gd name="T8" fmla="*/ 49 w 50"/>
                <a:gd name="T9" fmla="*/ 1025 h 79"/>
                <a:gd name="T10" fmla="*/ 0 w 50"/>
                <a:gd name="T11" fmla="*/ 1224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79">
                  <a:moveTo>
                    <a:pt x="50" y="5"/>
                  </a:moveTo>
                  <a:cubicBezTo>
                    <a:pt x="50" y="5"/>
                    <a:pt x="47" y="0"/>
                    <a:pt x="35" y="2"/>
                  </a:cubicBezTo>
                  <a:cubicBezTo>
                    <a:pt x="9" y="5"/>
                    <a:pt x="6" y="36"/>
                    <a:pt x="5" y="46"/>
                  </a:cubicBezTo>
                  <a:cubicBezTo>
                    <a:pt x="5" y="48"/>
                    <a:pt x="5" y="51"/>
                    <a:pt x="5" y="53"/>
                  </a:cubicBezTo>
                  <a:cubicBezTo>
                    <a:pt x="5" y="55"/>
                    <a:pt x="5" y="63"/>
                    <a:pt x="4" y="66"/>
                  </a:cubicBezTo>
                  <a:cubicBezTo>
                    <a:pt x="4" y="67"/>
                    <a:pt x="0" y="77"/>
                    <a:pt x="0" y="79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6" name="Freeform 211">
              <a:extLst>
                <a:ext uri="{FF2B5EF4-FFF2-40B4-BE49-F238E27FC236}">
                  <a16:creationId xmlns:a16="http://schemas.microsoft.com/office/drawing/2014/main" id="{2B10A9FA-9F4B-4503-B9D9-7BB02B19F5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" y="771"/>
              <a:ext cx="2381" cy="1701"/>
            </a:xfrm>
            <a:custGeom>
              <a:avLst/>
              <a:gdLst>
                <a:gd name="T0" fmla="*/ 6766 w 1018"/>
                <a:gd name="T1" fmla="*/ 5804 h 682"/>
                <a:gd name="T2" fmla="*/ 5875 w 1018"/>
                <a:gd name="T3" fmla="*/ 6240 h 682"/>
                <a:gd name="T4" fmla="*/ 5655 w 1018"/>
                <a:gd name="T5" fmla="*/ 2220 h 682"/>
                <a:gd name="T6" fmla="*/ 5312 w 1018"/>
                <a:gd name="T7" fmla="*/ 634 h 682"/>
                <a:gd name="T8" fmla="*/ 5349 w 1018"/>
                <a:gd name="T9" fmla="*/ 4238 h 682"/>
                <a:gd name="T10" fmla="*/ 7882 w 1018"/>
                <a:gd name="T11" fmla="*/ 7353 h 682"/>
                <a:gd name="T12" fmla="*/ 7052 w 1018"/>
                <a:gd name="T13" fmla="*/ 6637 h 682"/>
                <a:gd name="T14" fmla="*/ 6757 w 1018"/>
                <a:gd name="T15" fmla="*/ 4360 h 682"/>
                <a:gd name="T16" fmla="*/ 6411 w 1018"/>
                <a:gd name="T17" fmla="*/ 2127 h 682"/>
                <a:gd name="T18" fmla="*/ 6317 w 1018"/>
                <a:gd name="T19" fmla="*/ 187 h 682"/>
                <a:gd name="T20" fmla="*/ 6500 w 1018"/>
                <a:gd name="T21" fmla="*/ 2711 h 682"/>
                <a:gd name="T22" fmla="*/ 6243 w 1018"/>
                <a:gd name="T23" fmla="*/ 4175 h 682"/>
                <a:gd name="T24" fmla="*/ 7730 w 1018"/>
                <a:gd name="T25" fmla="*/ 6824 h 682"/>
                <a:gd name="T26" fmla="*/ 7510 w 1018"/>
                <a:gd name="T27" fmla="*/ 4716 h 682"/>
                <a:gd name="T28" fmla="*/ 8315 w 1018"/>
                <a:gd name="T29" fmla="*/ 5263 h 682"/>
                <a:gd name="T30" fmla="*/ 7931 w 1018"/>
                <a:gd name="T31" fmla="*/ 7186 h 682"/>
                <a:gd name="T32" fmla="*/ 7461 w 1018"/>
                <a:gd name="T33" fmla="*/ 3696 h 682"/>
                <a:gd name="T34" fmla="*/ 8621 w 1018"/>
                <a:gd name="T35" fmla="*/ 6128 h 682"/>
                <a:gd name="T36" fmla="*/ 8408 w 1018"/>
                <a:gd name="T37" fmla="*/ 1940 h 682"/>
                <a:gd name="T38" fmla="*/ 9650 w 1018"/>
                <a:gd name="T39" fmla="*/ 5076 h 682"/>
                <a:gd name="T40" fmla="*/ 8715 w 1018"/>
                <a:gd name="T41" fmla="*/ 8797 h 682"/>
                <a:gd name="T42" fmla="*/ 8956 w 1018"/>
                <a:gd name="T43" fmla="*/ 5150 h 682"/>
                <a:gd name="T44" fmla="*/ 9826 w 1018"/>
                <a:gd name="T45" fmla="*/ 5200 h 682"/>
                <a:gd name="T46" fmla="*/ 9491 w 1018"/>
                <a:gd name="T47" fmla="*/ 945 h 682"/>
                <a:gd name="T48" fmla="*/ 8584 w 1018"/>
                <a:gd name="T49" fmla="*/ 2140 h 682"/>
                <a:gd name="T50" fmla="*/ 10455 w 1018"/>
                <a:gd name="T51" fmla="*/ 4031 h 682"/>
                <a:gd name="T52" fmla="*/ 10018 w 1018"/>
                <a:gd name="T53" fmla="*/ 6425 h 682"/>
                <a:gd name="T54" fmla="*/ 10520 w 1018"/>
                <a:gd name="T55" fmla="*/ 4125 h 682"/>
                <a:gd name="T56" fmla="*/ 10750 w 1018"/>
                <a:gd name="T57" fmla="*/ 7340 h 682"/>
                <a:gd name="T58" fmla="*/ 9529 w 1018"/>
                <a:gd name="T59" fmla="*/ 9014 h 682"/>
                <a:gd name="T60" fmla="*/ 10389 w 1018"/>
                <a:gd name="T61" fmla="*/ 6365 h 682"/>
                <a:gd name="T62" fmla="*/ 10619 w 1018"/>
                <a:gd name="T63" fmla="*/ 7777 h 682"/>
                <a:gd name="T64" fmla="*/ 12232 w 1018"/>
                <a:gd name="T65" fmla="*/ 8256 h 682"/>
                <a:gd name="T66" fmla="*/ 12490 w 1018"/>
                <a:gd name="T67" fmla="*/ 8640 h 682"/>
                <a:gd name="T68" fmla="*/ 6958 w 1018"/>
                <a:gd name="T69" fmla="*/ 9772 h 682"/>
                <a:gd name="T70" fmla="*/ 9393 w 1018"/>
                <a:gd name="T71" fmla="*/ 9276 h 682"/>
                <a:gd name="T72" fmla="*/ 12424 w 1018"/>
                <a:gd name="T73" fmla="*/ 8690 h 682"/>
                <a:gd name="T74" fmla="*/ 4654 w 1018"/>
                <a:gd name="T75" fmla="*/ 10146 h 682"/>
                <a:gd name="T76" fmla="*/ 5066 w 1018"/>
                <a:gd name="T77" fmla="*/ 7819 h 682"/>
                <a:gd name="T78" fmla="*/ 6317 w 1018"/>
                <a:gd name="T79" fmla="*/ 9306 h 682"/>
                <a:gd name="T80" fmla="*/ 3441 w 1018"/>
                <a:gd name="T81" fmla="*/ 8660 h 682"/>
                <a:gd name="T82" fmla="*/ 4290 w 1018"/>
                <a:gd name="T83" fmla="*/ 9276 h 682"/>
                <a:gd name="T84" fmla="*/ 898 w 1018"/>
                <a:gd name="T85" fmla="*/ 8019 h 682"/>
                <a:gd name="T86" fmla="*/ 409 w 1018"/>
                <a:gd name="T87" fmla="*/ 7340 h 682"/>
                <a:gd name="T88" fmla="*/ 164 w 1018"/>
                <a:gd name="T89" fmla="*/ 6594 h 682"/>
                <a:gd name="T90" fmla="*/ 882 w 1018"/>
                <a:gd name="T91" fmla="*/ 5475 h 682"/>
                <a:gd name="T92" fmla="*/ 3403 w 1018"/>
                <a:gd name="T93" fmla="*/ 6083 h 682"/>
                <a:gd name="T94" fmla="*/ 4711 w 1018"/>
                <a:gd name="T95" fmla="*/ 7944 h 682"/>
                <a:gd name="T96" fmla="*/ 919 w 1018"/>
                <a:gd name="T97" fmla="*/ 7103 h 682"/>
                <a:gd name="T98" fmla="*/ 37 w 1018"/>
                <a:gd name="T99" fmla="*/ 3302 h 682"/>
                <a:gd name="T100" fmla="*/ 907 w 1018"/>
                <a:gd name="T101" fmla="*/ 5350 h 682"/>
                <a:gd name="T102" fmla="*/ 1827 w 1018"/>
                <a:gd name="T103" fmla="*/ 5505 h 682"/>
                <a:gd name="T104" fmla="*/ 2264 w 1018"/>
                <a:gd name="T105" fmla="*/ 3272 h 682"/>
                <a:gd name="T106" fmla="*/ 5284 w 1018"/>
                <a:gd name="T107" fmla="*/ 4330 h 682"/>
                <a:gd name="T108" fmla="*/ 5744 w 1018"/>
                <a:gd name="T109" fmla="*/ 6240 h 682"/>
                <a:gd name="T110" fmla="*/ 4032 w 1018"/>
                <a:gd name="T111" fmla="*/ 3709 h 682"/>
                <a:gd name="T112" fmla="*/ 4208 w 1018"/>
                <a:gd name="T113" fmla="*/ 449 h 682"/>
                <a:gd name="T114" fmla="*/ 4070 w 1018"/>
                <a:gd name="T115" fmla="*/ 2931 h 682"/>
                <a:gd name="T116" fmla="*/ 2496 w 1018"/>
                <a:gd name="T117" fmla="*/ 5754 h 682"/>
                <a:gd name="T118" fmla="*/ 12670 w 1018"/>
                <a:gd name="T119" fmla="*/ 5337 h 682"/>
                <a:gd name="T120" fmla="*/ 12862 w 1018"/>
                <a:gd name="T121" fmla="*/ 3956 h 682"/>
                <a:gd name="T122" fmla="*/ 12204 w 1018"/>
                <a:gd name="T123" fmla="*/ 5200 h 682"/>
                <a:gd name="T124" fmla="*/ 11669 w 1018"/>
                <a:gd name="T125" fmla="*/ 2502 h 6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018" h="682">
                  <a:moveTo>
                    <a:pt x="488" y="268"/>
                  </a:moveTo>
                  <a:cubicBezTo>
                    <a:pt x="488" y="283"/>
                    <a:pt x="482" y="298"/>
                    <a:pt x="492" y="312"/>
                  </a:cubicBezTo>
                  <a:cubicBezTo>
                    <a:pt x="496" y="317"/>
                    <a:pt x="500" y="321"/>
                    <a:pt x="503" y="325"/>
                  </a:cubicBezTo>
                  <a:cubicBezTo>
                    <a:pt x="510" y="332"/>
                    <a:pt x="515" y="338"/>
                    <a:pt x="518" y="346"/>
                  </a:cubicBezTo>
                  <a:cubicBezTo>
                    <a:pt x="519" y="349"/>
                    <a:pt x="520" y="351"/>
                    <a:pt x="520" y="354"/>
                  </a:cubicBezTo>
                  <a:cubicBezTo>
                    <a:pt x="521" y="354"/>
                    <a:pt x="521" y="355"/>
                    <a:pt x="521" y="355"/>
                  </a:cubicBezTo>
                  <a:cubicBezTo>
                    <a:pt x="521" y="355"/>
                    <a:pt x="521" y="355"/>
                    <a:pt x="521" y="355"/>
                  </a:cubicBezTo>
                  <a:cubicBezTo>
                    <a:pt x="523" y="361"/>
                    <a:pt x="526" y="368"/>
                    <a:pt x="529" y="374"/>
                  </a:cubicBezTo>
                  <a:cubicBezTo>
                    <a:pt x="533" y="383"/>
                    <a:pt x="535" y="394"/>
                    <a:pt x="538" y="404"/>
                  </a:cubicBezTo>
                  <a:cubicBezTo>
                    <a:pt x="541" y="417"/>
                    <a:pt x="538" y="433"/>
                    <a:pt x="535" y="448"/>
                  </a:cubicBezTo>
                  <a:cubicBezTo>
                    <a:pt x="532" y="463"/>
                    <a:pt x="532" y="463"/>
                    <a:pt x="532" y="463"/>
                  </a:cubicBezTo>
                  <a:cubicBezTo>
                    <a:pt x="530" y="474"/>
                    <a:pt x="529" y="481"/>
                    <a:pt x="529" y="484"/>
                  </a:cubicBezTo>
                  <a:cubicBezTo>
                    <a:pt x="518" y="481"/>
                    <a:pt x="503" y="476"/>
                    <a:pt x="483" y="470"/>
                  </a:cubicBezTo>
                  <a:cubicBezTo>
                    <a:pt x="480" y="469"/>
                    <a:pt x="476" y="468"/>
                    <a:pt x="472" y="466"/>
                  </a:cubicBezTo>
                  <a:cubicBezTo>
                    <a:pt x="470" y="465"/>
                    <a:pt x="460" y="457"/>
                    <a:pt x="459" y="453"/>
                  </a:cubicBezTo>
                  <a:cubicBezTo>
                    <a:pt x="456" y="438"/>
                    <a:pt x="459" y="417"/>
                    <a:pt x="459" y="402"/>
                  </a:cubicBezTo>
                  <a:cubicBezTo>
                    <a:pt x="459" y="397"/>
                    <a:pt x="459" y="397"/>
                    <a:pt x="459" y="397"/>
                  </a:cubicBezTo>
                  <a:cubicBezTo>
                    <a:pt x="459" y="385"/>
                    <a:pt x="456" y="375"/>
                    <a:pt x="453" y="365"/>
                  </a:cubicBezTo>
                  <a:cubicBezTo>
                    <a:pt x="451" y="359"/>
                    <a:pt x="449" y="352"/>
                    <a:pt x="448" y="344"/>
                  </a:cubicBezTo>
                  <a:cubicBezTo>
                    <a:pt x="448" y="343"/>
                    <a:pt x="448" y="341"/>
                    <a:pt x="448" y="338"/>
                  </a:cubicBezTo>
                  <a:cubicBezTo>
                    <a:pt x="449" y="332"/>
                    <a:pt x="449" y="326"/>
                    <a:pt x="447" y="319"/>
                  </a:cubicBezTo>
                  <a:cubicBezTo>
                    <a:pt x="448" y="309"/>
                    <a:pt x="449" y="298"/>
                    <a:pt x="450" y="287"/>
                  </a:cubicBezTo>
                  <a:cubicBezTo>
                    <a:pt x="452" y="267"/>
                    <a:pt x="453" y="247"/>
                    <a:pt x="451" y="231"/>
                  </a:cubicBezTo>
                  <a:cubicBezTo>
                    <a:pt x="447" y="196"/>
                    <a:pt x="445" y="177"/>
                    <a:pt x="442" y="143"/>
                  </a:cubicBezTo>
                  <a:cubicBezTo>
                    <a:pt x="441" y="131"/>
                    <a:pt x="441" y="131"/>
                    <a:pt x="441" y="131"/>
                  </a:cubicBezTo>
                  <a:cubicBezTo>
                    <a:pt x="439" y="105"/>
                    <a:pt x="437" y="80"/>
                    <a:pt x="427" y="54"/>
                  </a:cubicBezTo>
                  <a:cubicBezTo>
                    <a:pt x="423" y="39"/>
                    <a:pt x="423" y="39"/>
                    <a:pt x="423" y="39"/>
                  </a:cubicBezTo>
                  <a:cubicBezTo>
                    <a:pt x="419" y="22"/>
                    <a:pt x="415" y="7"/>
                    <a:pt x="405" y="2"/>
                  </a:cubicBezTo>
                  <a:cubicBezTo>
                    <a:pt x="401" y="0"/>
                    <a:pt x="393" y="1"/>
                    <a:pt x="389" y="6"/>
                  </a:cubicBezTo>
                  <a:cubicBezTo>
                    <a:pt x="393" y="8"/>
                    <a:pt x="393" y="8"/>
                    <a:pt x="393" y="8"/>
                  </a:cubicBezTo>
                  <a:cubicBezTo>
                    <a:pt x="396" y="6"/>
                    <a:pt x="399" y="8"/>
                    <a:pt x="401" y="9"/>
                  </a:cubicBezTo>
                  <a:cubicBezTo>
                    <a:pt x="408" y="12"/>
                    <a:pt x="412" y="27"/>
                    <a:pt x="415" y="41"/>
                  </a:cubicBezTo>
                  <a:cubicBezTo>
                    <a:pt x="415" y="41"/>
                    <a:pt x="420" y="57"/>
                    <a:pt x="420" y="57"/>
                  </a:cubicBezTo>
                  <a:cubicBezTo>
                    <a:pt x="429" y="82"/>
                    <a:pt x="431" y="105"/>
                    <a:pt x="433" y="132"/>
                  </a:cubicBezTo>
                  <a:cubicBezTo>
                    <a:pt x="434" y="144"/>
                    <a:pt x="434" y="144"/>
                    <a:pt x="434" y="144"/>
                  </a:cubicBezTo>
                  <a:cubicBezTo>
                    <a:pt x="437" y="178"/>
                    <a:pt x="439" y="197"/>
                    <a:pt x="443" y="232"/>
                  </a:cubicBezTo>
                  <a:cubicBezTo>
                    <a:pt x="445" y="247"/>
                    <a:pt x="444" y="266"/>
                    <a:pt x="442" y="286"/>
                  </a:cubicBezTo>
                  <a:cubicBezTo>
                    <a:pt x="441" y="289"/>
                    <a:pt x="441" y="292"/>
                    <a:pt x="441" y="295"/>
                  </a:cubicBezTo>
                  <a:cubicBezTo>
                    <a:pt x="441" y="297"/>
                    <a:pt x="439" y="296"/>
                    <a:pt x="437" y="295"/>
                  </a:cubicBezTo>
                  <a:cubicBezTo>
                    <a:pt x="432" y="286"/>
                    <a:pt x="425" y="278"/>
                    <a:pt x="418" y="273"/>
                  </a:cubicBezTo>
                  <a:cubicBezTo>
                    <a:pt x="414" y="269"/>
                    <a:pt x="410" y="266"/>
                    <a:pt x="407" y="262"/>
                  </a:cubicBezTo>
                  <a:cubicBezTo>
                    <a:pt x="407" y="262"/>
                    <a:pt x="406" y="260"/>
                    <a:pt x="406" y="260"/>
                  </a:cubicBezTo>
                  <a:cubicBezTo>
                    <a:pt x="401" y="254"/>
                    <a:pt x="396" y="256"/>
                    <a:pt x="393" y="248"/>
                  </a:cubicBezTo>
                  <a:moveTo>
                    <a:pt x="588" y="437"/>
                  </a:moveTo>
                  <a:cubicBezTo>
                    <a:pt x="596" y="444"/>
                    <a:pt x="596" y="444"/>
                    <a:pt x="596" y="444"/>
                  </a:cubicBezTo>
                  <a:cubicBezTo>
                    <a:pt x="604" y="449"/>
                    <a:pt x="607" y="455"/>
                    <a:pt x="611" y="463"/>
                  </a:cubicBezTo>
                  <a:cubicBezTo>
                    <a:pt x="612" y="464"/>
                    <a:pt x="612" y="464"/>
                    <a:pt x="612" y="464"/>
                  </a:cubicBezTo>
                  <a:cubicBezTo>
                    <a:pt x="613" y="467"/>
                    <a:pt x="614" y="470"/>
                    <a:pt x="616" y="474"/>
                  </a:cubicBezTo>
                  <a:cubicBezTo>
                    <a:pt x="622" y="484"/>
                    <a:pt x="624" y="493"/>
                    <a:pt x="625" y="503"/>
                  </a:cubicBezTo>
                  <a:cubicBezTo>
                    <a:pt x="626" y="514"/>
                    <a:pt x="616" y="519"/>
                    <a:pt x="606" y="517"/>
                  </a:cubicBezTo>
                  <a:cubicBezTo>
                    <a:pt x="604" y="516"/>
                    <a:pt x="602" y="515"/>
                    <a:pt x="600" y="514"/>
                  </a:cubicBezTo>
                  <a:cubicBezTo>
                    <a:pt x="574" y="500"/>
                    <a:pt x="563" y="495"/>
                    <a:pt x="543" y="489"/>
                  </a:cubicBezTo>
                  <a:cubicBezTo>
                    <a:pt x="541" y="487"/>
                    <a:pt x="541" y="484"/>
                    <a:pt x="542" y="479"/>
                  </a:cubicBezTo>
                  <a:cubicBezTo>
                    <a:pt x="543" y="475"/>
                    <a:pt x="545" y="470"/>
                    <a:pt x="545" y="466"/>
                  </a:cubicBezTo>
                  <a:cubicBezTo>
                    <a:pt x="549" y="451"/>
                    <a:pt x="549" y="451"/>
                    <a:pt x="549" y="451"/>
                  </a:cubicBezTo>
                  <a:cubicBezTo>
                    <a:pt x="550" y="444"/>
                    <a:pt x="551" y="436"/>
                    <a:pt x="551" y="428"/>
                  </a:cubicBezTo>
                  <a:cubicBezTo>
                    <a:pt x="551" y="418"/>
                    <a:pt x="550" y="409"/>
                    <a:pt x="548" y="401"/>
                  </a:cubicBezTo>
                  <a:cubicBezTo>
                    <a:pt x="545" y="390"/>
                    <a:pt x="541" y="380"/>
                    <a:pt x="536" y="371"/>
                  </a:cubicBezTo>
                  <a:cubicBezTo>
                    <a:pt x="533" y="364"/>
                    <a:pt x="530" y="358"/>
                    <a:pt x="528" y="351"/>
                  </a:cubicBezTo>
                  <a:cubicBezTo>
                    <a:pt x="527" y="349"/>
                    <a:pt x="527" y="346"/>
                    <a:pt x="526" y="344"/>
                  </a:cubicBezTo>
                  <a:cubicBezTo>
                    <a:pt x="524" y="338"/>
                    <a:pt x="523" y="332"/>
                    <a:pt x="523" y="325"/>
                  </a:cubicBezTo>
                  <a:cubicBezTo>
                    <a:pt x="523" y="323"/>
                    <a:pt x="523" y="321"/>
                    <a:pt x="523" y="319"/>
                  </a:cubicBezTo>
                  <a:cubicBezTo>
                    <a:pt x="526" y="303"/>
                    <a:pt x="526" y="303"/>
                    <a:pt x="526" y="303"/>
                  </a:cubicBezTo>
                  <a:cubicBezTo>
                    <a:pt x="527" y="296"/>
                    <a:pt x="528" y="289"/>
                    <a:pt x="528" y="281"/>
                  </a:cubicBezTo>
                  <a:cubicBezTo>
                    <a:pt x="528" y="278"/>
                    <a:pt x="528" y="274"/>
                    <a:pt x="528" y="270"/>
                  </a:cubicBezTo>
                  <a:cubicBezTo>
                    <a:pt x="525" y="252"/>
                    <a:pt x="521" y="237"/>
                    <a:pt x="518" y="223"/>
                  </a:cubicBezTo>
                  <a:cubicBezTo>
                    <a:pt x="516" y="217"/>
                    <a:pt x="516" y="212"/>
                    <a:pt x="516" y="206"/>
                  </a:cubicBezTo>
                  <a:cubicBezTo>
                    <a:pt x="516" y="202"/>
                    <a:pt x="516" y="198"/>
                    <a:pt x="516" y="194"/>
                  </a:cubicBezTo>
                  <a:cubicBezTo>
                    <a:pt x="516" y="190"/>
                    <a:pt x="517" y="186"/>
                    <a:pt x="517" y="181"/>
                  </a:cubicBezTo>
                  <a:cubicBezTo>
                    <a:pt x="517" y="179"/>
                    <a:pt x="517" y="177"/>
                    <a:pt x="516" y="174"/>
                  </a:cubicBezTo>
                  <a:cubicBezTo>
                    <a:pt x="516" y="165"/>
                    <a:pt x="512" y="157"/>
                    <a:pt x="507" y="150"/>
                  </a:cubicBezTo>
                  <a:cubicBezTo>
                    <a:pt x="505" y="145"/>
                    <a:pt x="503" y="141"/>
                    <a:pt x="501" y="137"/>
                  </a:cubicBezTo>
                  <a:cubicBezTo>
                    <a:pt x="498" y="128"/>
                    <a:pt x="497" y="119"/>
                    <a:pt x="497" y="111"/>
                  </a:cubicBezTo>
                  <a:cubicBezTo>
                    <a:pt x="497" y="99"/>
                    <a:pt x="499" y="88"/>
                    <a:pt x="502" y="77"/>
                  </a:cubicBezTo>
                  <a:cubicBezTo>
                    <a:pt x="505" y="66"/>
                    <a:pt x="508" y="55"/>
                    <a:pt x="509" y="43"/>
                  </a:cubicBezTo>
                  <a:cubicBezTo>
                    <a:pt x="510" y="38"/>
                    <a:pt x="510" y="32"/>
                    <a:pt x="510" y="27"/>
                  </a:cubicBezTo>
                  <a:cubicBezTo>
                    <a:pt x="510" y="18"/>
                    <a:pt x="509" y="10"/>
                    <a:pt x="504" y="6"/>
                  </a:cubicBezTo>
                  <a:cubicBezTo>
                    <a:pt x="502" y="4"/>
                    <a:pt x="499" y="3"/>
                    <a:pt x="493" y="5"/>
                  </a:cubicBezTo>
                  <a:cubicBezTo>
                    <a:pt x="490" y="6"/>
                    <a:pt x="489" y="10"/>
                    <a:pt x="489" y="10"/>
                  </a:cubicBezTo>
                  <a:cubicBezTo>
                    <a:pt x="494" y="12"/>
                    <a:pt x="494" y="12"/>
                    <a:pt x="494" y="12"/>
                  </a:cubicBezTo>
                  <a:cubicBezTo>
                    <a:pt x="497" y="11"/>
                    <a:pt x="498" y="12"/>
                    <a:pt x="499" y="13"/>
                  </a:cubicBezTo>
                  <a:cubicBezTo>
                    <a:pt x="502" y="15"/>
                    <a:pt x="504" y="27"/>
                    <a:pt x="501" y="41"/>
                  </a:cubicBezTo>
                  <a:cubicBezTo>
                    <a:pt x="501" y="42"/>
                    <a:pt x="501" y="42"/>
                    <a:pt x="501" y="42"/>
                  </a:cubicBezTo>
                  <a:cubicBezTo>
                    <a:pt x="501" y="42"/>
                    <a:pt x="501" y="42"/>
                    <a:pt x="501" y="42"/>
                  </a:cubicBezTo>
                  <a:cubicBezTo>
                    <a:pt x="500" y="54"/>
                    <a:pt x="497" y="64"/>
                    <a:pt x="495" y="75"/>
                  </a:cubicBezTo>
                  <a:cubicBezTo>
                    <a:pt x="489" y="95"/>
                    <a:pt x="484" y="115"/>
                    <a:pt x="494" y="140"/>
                  </a:cubicBezTo>
                  <a:cubicBezTo>
                    <a:pt x="496" y="145"/>
                    <a:pt x="498" y="149"/>
                    <a:pt x="500" y="153"/>
                  </a:cubicBezTo>
                  <a:cubicBezTo>
                    <a:pt x="504" y="161"/>
                    <a:pt x="508" y="167"/>
                    <a:pt x="508" y="175"/>
                  </a:cubicBezTo>
                  <a:cubicBezTo>
                    <a:pt x="509" y="181"/>
                    <a:pt x="509" y="188"/>
                    <a:pt x="508" y="194"/>
                  </a:cubicBezTo>
                  <a:cubicBezTo>
                    <a:pt x="508" y="204"/>
                    <a:pt x="507" y="214"/>
                    <a:pt x="510" y="225"/>
                  </a:cubicBezTo>
                  <a:cubicBezTo>
                    <a:pt x="514" y="239"/>
                    <a:pt x="517" y="254"/>
                    <a:pt x="520" y="271"/>
                  </a:cubicBezTo>
                  <a:cubicBezTo>
                    <a:pt x="521" y="283"/>
                    <a:pt x="520" y="292"/>
                    <a:pt x="518" y="302"/>
                  </a:cubicBezTo>
                  <a:cubicBezTo>
                    <a:pt x="515" y="318"/>
                    <a:pt x="515" y="318"/>
                    <a:pt x="515" y="318"/>
                  </a:cubicBezTo>
                  <a:cubicBezTo>
                    <a:pt x="515" y="321"/>
                    <a:pt x="511" y="322"/>
                    <a:pt x="509" y="320"/>
                  </a:cubicBezTo>
                  <a:cubicBezTo>
                    <a:pt x="506" y="316"/>
                    <a:pt x="502" y="312"/>
                    <a:pt x="499" y="307"/>
                  </a:cubicBezTo>
                  <a:cubicBezTo>
                    <a:pt x="490" y="295"/>
                    <a:pt x="488" y="283"/>
                    <a:pt x="488" y="269"/>
                  </a:cubicBezTo>
                  <a:moveTo>
                    <a:pt x="571" y="292"/>
                  </a:moveTo>
                  <a:cubicBezTo>
                    <a:pt x="579" y="297"/>
                    <a:pt x="579" y="310"/>
                    <a:pt x="580" y="315"/>
                  </a:cubicBezTo>
                  <a:cubicBezTo>
                    <a:pt x="581" y="318"/>
                    <a:pt x="582" y="320"/>
                    <a:pt x="583" y="322"/>
                  </a:cubicBezTo>
                  <a:cubicBezTo>
                    <a:pt x="584" y="326"/>
                    <a:pt x="590" y="339"/>
                    <a:pt x="591" y="343"/>
                  </a:cubicBezTo>
                  <a:cubicBezTo>
                    <a:pt x="593" y="351"/>
                    <a:pt x="596" y="359"/>
                    <a:pt x="599" y="367"/>
                  </a:cubicBezTo>
                  <a:cubicBezTo>
                    <a:pt x="606" y="386"/>
                    <a:pt x="613" y="405"/>
                    <a:pt x="610" y="426"/>
                  </a:cubicBezTo>
                  <a:cubicBezTo>
                    <a:pt x="610" y="430"/>
                    <a:pt x="609" y="434"/>
                    <a:pt x="609" y="438"/>
                  </a:cubicBezTo>
                  <a:cubicBezTo>
                    <a:pt x="609" y="440"/>
                    <a:pt x="605" y="441"/>
                    <a:pt x="604" y="440"/>
                  </a:cubicBezTo>
                  <a:cubicBezTo>
                    <a:pt x="603" y="439"/>
                    <a:pt x="601" y="438"/>
                    <a:pt x="600" y="437"/>
                  </a:cubicBezTo>
                  <a:cubicBezTo>
                    <a:pt x="588" y="432"/>
                    <a:pt x="588" y="432"/>
                    <a:pt x="588" y="432"/>
                  </a:cubicBezTo>
                  <a:moveTo>
                    <a:pt x="568" y="200"/>
                  </a:moveTo>
                  <a:cubicBezTo>
                    <a:pt x="572" y="217"/>
                    <a:pt x="572" y="217"/>
                    <a:pt x="572" y="217"/>
                  </a:cubicBezTo>
                  <a:cubicBezTo>
                    <a:pt x="574" y="225"/>
                    <a:pt x="577" y="232"/>
                    <a:pt x="578" y="240"/>
                  </a:cubicBezTo>
                  <a:cubicBezTo>
                    <a:pt x="582" y="255"/>
                    <a:pt x="582" y="255"/>
                    <a:pt x="582" y="255"/>
                  </a:cubicBezTo>
                  <a:cubicBezTo>
                    <a:pt x="584" y="264"/>
                    <a:pt x="586" y="274"/>
                    <a:pt x="587" y="283"/>
                  </a:cubicBezTo>
                  <a:cubicBezTo>
                    <a:pt x="588" y="290"/>
                    <a:pt x="588" y="297"/>
                    <a:pt x="587" y="304"/>
                  </a:cubicBezTo>
                  <a:cubicBezTo>
                    <a:pt x="587" y="306"/>
                    <a:pt x="586" y="306"/>
                    <a:pt x="585" y="305"/>
                  </a:cubicBezTo>
                  <a:cubicBezTo>
                    <a:pt x="584" y="302"/>
                    <a:pt x="583" y="300"/>
                    <a:pt x="581" y="297"/>
                  </a:cubicBezTo>
                  <a:cubicBezTo>
                    <a:pt x="578" y="294"/>
                    <a:pt x="573" y="292"/>
                    <a:pt x="570" y="290"/>
                  </a:cubicBezTo>
                  <a:moveTo>
                    <a:pt x="594" y="130"/>
                  </a:moveTo>
                  <a:cubicBezTo>
                    <a:pt x="599" y="134"/>
                    <a:pt x="606" y="146"/>
                    <a:pt x="613" y="157"/>
                  </a:cubicBezTo>
                  <a:cubicBezTo>
                    <a:pt x="617" y="163"/>
                    <a:pt x="626" y="179"/>
                    <a:pt x="633" y="187"/>
                  </a:cubicBezTo>
                  <a:cubicBezTo>
                    <a:pt x="656" y="212"/>
                    <a:pt x="677" y="240"/>
                    <a:pt x="656" y="272"/>
                  </a:cubicBezTo>
                  <a:cubicBezTo>
                    <a:pt x="642" y="294"/>
                    <a:pt x="640" y="317"/>
                    <a:pt x="650" y="339"/>
                  </a:cubicBezTo>
                  <a:cubicBezTo>
                    <a:pt x="661" y="361"/>
                    <a:pt x="666" y="372"/>
                    <a:pt x="666" y="395"/>
                  </a:cubicBezTo>
                  <a:cubicBezTo>
                    <a:pt x="666" y="425"/>
                    <a:pt x="663" y="448"/>
                    <a:pt x="655" y="466"/>
                  </a:cubicBezTo>
                  <a:cubicBezTo>
                    <a:pt x="651" y="477"/>
                    <a:pt x="646" y="487"/>
                    <a:pt x="640" y="497"/>
                  </a:cubicBezTo>
                  <a:cubicBezTo>
                    <a:pt x="639" y="498"/>
                    <a:pt x="639" y="499"/>
                    <a:pt x="638" y="500"/>
                  </a:cubicBezTo>
                  <a:cubicBezTo>
                    <a:pt x="637" y="502"/>
                    <a:pt x="635" y="501"/>
                    <a:pt x="635" y="499"/>
                  </a:cubicBezTo>
                  <a:cubicBezTo>
                    <a:pt x="632" y="489"/>
                    <a:pt x="628" y="480"/>
                    <a:pt x="623" y="470"/>
                  </a:cubicBezTo>
                  <a:cubicBezTo>
                    <a:pt x="622" y="467"/>
                    <a:pt x="621" y="465"/>
                    <a:pt x="620" y="463"/>
                  </a:cubicBezTo>
                  <a:cubicBezTo>
                    <a:pt x="620" y="463"/>
                    <a:pt x="620" y="463"/>
                    <a:pt x="620" y="463"/>
                  </a:cubicBezTo>
                  <a:cubicBezTo>
                    <a:pt x="619" y="461"/>
                    <a:pt x="619" y="461"/>
                    <a:pt x="619" y="461"/>
                  </a:cubicBezTo>
                  <a:cubicBezTo>
                    <a:pt x="615" y="450"/>
                    <a:pt x="616" y="440"/>
                    <a:pt x="618" y="427"/>
                  </a:cubicBezTo>
                  <a:cubicBezTo>
                    <a:pt x="621" y="404"/>
                    <a:pt x="614" y="384"/>
                    <a:pt x="606" y="364"/>
                  </a:cubicBezTo>
                  <a:cubicBezTo>
                    <a:pt x="602" y="352"/>
                    <a:pt x="597" y="339"/>
                    <a:pt x="595" y="326"/>
                  </a:cubicBezTo>
                  <a:cubicBezTo>
                    <a:pt x="594" y="319"/>
                    <a:pt x="595" y="312"/>
                    <a:pt x="595" y="305"/>
                  </a:cubicBezTo>
                  <a:cubicBezTo>
                    <a:pt x="596" y="297"/>
                    <a:pt x="596" y="290"/>
                    <a:pt x="595" y="282"/>
                  </a:cubicBezTo>
                  <a:cubicBezTo>
                    <a:pt x="594" y="272"/>
                    <a:pt x="588" y="262"/>
                    <a:pt x="586" y="253"/>
                  </a:cubicBezTo>
                  <a:cubicBezTo>
                    <a:pt x="583" y="238"/>
                    <a:pt x="583" y="238"/>
                    <a:pt x="583" y="238"/>
                  </a:cubicBezTo>
                  <a:cubicBezTo>
                    <a:pt x="581" y="230"/>
                    <a:pt x="579" y="222"/>
                    <a:pt x="576" y="214"/>
                  </a:cubicBezTo>
                  <a:cubicBezTo>
                    <a:pt x="570" y="201"/>
                    <a:pt x="570" y="201"/>
                    <a:pt x="570" y="201"/>
                  </a:cubicBezTo>
                  <a:moveTo>
                    <a:pt x="714" y="284"/>
                  </a:moveTo>
                  <a:cubicBezTo>
                    <a:pt x="714" y="296"/>
                    <a:pt x="706" y="306"/>
                    <a:pt x="700" y="317"/>
                  </a:cubicBezTo>
                  <a:cubicBezTo>
                    <a:pt x="700" y="317"/>
                    <a:pt x="695" y="330"/>
                    <a:pt x="695" y="330"/>
                  </a:cubicBezTo>
                  <a:cubicBezTo>
                    <a:pt x="690" y="341"/>
                    <a:pt x="687" y="352"/>
                    <a:pt x="686" y="362"/>
                  </a:cubicBezTo>
                  <a:cubicBezTo>
                    <a:pt x="685" y="374"/>
                    <a:pt x="684" y="385"/>
                    <a:pt x="679" y="396"/>
                  </a:cubicBezTo>
                  <a:cubicBezTo>
                    <a:pt x="677" y="400"/>
                    <a:pt x="674" y="400"/>
                    <a:pt x="674" y="395"/>
                  </a:cubicBezTo>
                  <a:cubicBezTo>
                    <a:pt x="674" y="370"/>
                    <a:pt x="669" y="358"/>
                    <a:pt x="658" y="335"/>
                  </a:cubicBezTo>
                  <a:cubicBezTo>
                    <a:pt x="648" y="316"/>
                    <a:pt x="650" y="296"/>
                    <a:pt x="663" y="276"/>
                  </a:cubicBezTo>
                  <a:cubicBezTo>
                    <a:pt x="690" y="236"/>
                    <a:pt x="655" y="199"/>
                    <a:pt x="630" y="172"/>
                  </a:cubicBezTo>
                  <a:cubicBezTo>
                    <a:pt x="629" y="172"/>
                    <a:pt x="629" y="172"/>
                    <a:pt x="629" y="172"/>
                  </a:cubicBezTo>
                  <a:cubicBezTo>
                    <a:pt x="624" y="166"/>
                    <a:pt x="620" y="160"/>
                    <a:pt x="616" y="153"/>
                  </a:cubicBezTo>
                  <a:cubicBezTo>
                    <a:pt x="610" y="145"/>
                    <a:pt x="603" y="136"/>
                    <a:pt x="595" y="130"/>
                  </a:cubicBezTo>
                  <a:moveTo>
                    <a:pt x="641" y="99"/>
                  </a:moveTo>
                  <a:cubicBezTo>
                    <a:pt x="648" y="105"/>
                    <a:pt x="652" y="115"/>
                    <a:pt x="657" y="125"/>
                  </a:cubicBezTo>
                  <a:cubicBezTo>
                    <a:pt x="658" y="128"/>
                    <a:pt x="660" y="132"/>
                    <a:pt x="667" y="141"/>
                  </a:cubicBezTo>
                  <a:cubicBezTo>
                    <a:pt x="691" y="174"/>
                    <a:pt x="691" y="174"/>
                    <a:pt x="691" y="174"/>
                  </a:cubicBezTo>
                  <a:cubicBezTo>
                    <a:pt x="699" y="185"/>
                    <a:pt x="706" y="193"/>
                    <a:pt x="712" y="199"/>
                  </a:cubicBezTo>
                  <a:cubicBezTo>
                    <a:pt x="713" y="200"/>
                    <a:pt x="713" y="201"/>
                    <a:pt x="713" y="201"/>
                  </a:cubicBezTo>
                  <a:cubicBezTo>
                    <a:pt x="714" y="201"/>
                    <a:pt x="714" y="201"/>
                    <a:pt x="714" y="201"/>
                  </a:cubicBezTo>
                  <a:cubicBezTo>
                    <a:pt x="726" y="214"/>
                    <a:pt x="733" y="222"/>
                    <a:pt x="734" y="248"/>
                  </a:cubicBezTo>
                  <a:cubicBezTo>
                    <a:pt x="735" y="284"/>
                    <a:pt x="738" y="290"/>
                    <a:pt x="748" y="314"/>
                  </a:cubicBezTo>
                  <a:cubicBezTo>
                    <a:pt x="748" y="314"/>
                    <a:pt x="754" y="327"/>
                    <a:pt x="754" y="327"/>
                  </a:cubicBezTo>
                  <a:cubicBezTo>
                    <a:pt x="771" y="369"/>
                    <a:pt x="785" y="413"/>
                    <a:pt x="766" y="459"/>
                  </a:cubicBezTo>
                  <a:cubicBezTo>
                    <a:pt x="758" y="476"/>
                    <a:pt x="758" y="476"/>
                    <a:pt x="758" y="476"/>
                  </a:cubicBezTo>
                  <a:cubicBezTo>
                    <a:pt x="754" y="485"/>
                    <a:pt x="749" y="494"/>
                    <a:pt x="746" y="505"/>
                  </a:cubicBezTo>
                  <a:cubicBezTo>
                    <a:pt x="741" y="525"/>
                    <a:pt x="739" y="540"/>
                    <a:pt x="740" y="556"/>
                  </a:cubicBezTo>
                  <a:cubicBezTo>
                    <a:pt x="740" y="568"/>
                    <a:pt x="739" y="576"/>
                    <a:pt x="735" y="583"/>
                  </a:cubicBezTo>
                  <a:cubicBezTo>
                    <a:pt x="733" y="588"/>
                    <a:pt x="725" y="592"/>
                    <a:pt x="723" y="592"/>
                  </a:cubicBezTo>
                  <a:cubicBezTo>
                    <a:pt x="719" y="593"/>
                    <a:pt x="714" y="593"/>
                    <a:pt x="710" y="593"/>
                  </a:cubicBezTo>
                  <a:cubicBezTo>
                    <a:pt x="703" y="593"/>
                    <a:pt x="695" y="579"/>
                    <a:pt x="681" y="567"/>
                  </a:cubicBezTo>
                  <a:cubicBezTo>
                    <a:pt x="666" y="551"/>
                    <a:pt x="643" y="539"/>
                    <a:pt x="624" y="527"/>
                  </a:cubicBezTo>
                  <a:cubicBezTo>
                    <a:pt x="627" y="526"/>
                    <a:pt x="631" y="524"/>
                    <a:pt x="634" y="520"/>
                  </a:cubicBezTo>
                  <a:cubicBezTo>
                    <a:pt x="639" y="513"/>
                    <a:pt x="645" y="504"/>
                    <a:pt x="647" y="500"/>
                  </a:cubicBezTo>
                  <a:cubicBezTo>
                    <a:pt x="653" y="491"/>
                    <a:pt x="658" y="480"/>
                    <a:pt x="663" y="469"/>
                  </a:cubicBezTo>
                  <a:cubicBezTo>
                    <a:pt x="666" y="462"/>
                    <a:pt x="668" y="454"/>
                    <a:pt x="670" y="444"/>
                  </a:cubicBezTo>
                  <a:cubicBezTo>
                    <a:pt x="674" y="418"/>
                    <a:pt x="682" y="407"/>
                    <a:pt x="686" y="400"/>
                  </a:cubicBezTo>
                  <a:cubicBezTo>
                    <a:pt x="692" y="387"/>
                    <a:pt x="693" y="375"/>
                    <a:pt x="694" y="363"/>
                  </a:cubicBezTo>
                  <a:cubicBezTo>
                    <a:pt x="695" y="353"/>
                    <a:pt x="696" y="343"/>
                    <a:pt x="700" y="332"/>
                  </a:cubicBezTo>
                  <a:cubicBezTo>
                    <a:pt x="706" y="320"/>
                    <a:pt x="706" y="320"/>
                    <a:pt x="706" y="320"/>
                  </a:cubicBezTo>
                  <a:cubicBezTo>
                    <a:pt x="711" y="309"/>
                    <a:pt x="715" y="299"/>
                    <a:pt x="715" y="285"/>
                  </a:cubicBezTo>
                  <a:moveTo>
                    <a:pt x="808" y="231"/>
                  </a:moveTo>
                  <a:cubicBezTo>
                    <a:pt x="807" y="237"/>
                    <a:pt x="806" y="242"/>
                    <a:pt x="806" y="247"/>
                  </a:cubicBezTo>
                  <a:cubicBezTo>
                    <a:pt x="806" y="257"/>
                    <a:pt x="805" y="266"/>
                    <a:pt x="800" y="275"/>
                  </a:cubicBezTo>
                  <a:cubicBezTo>
                    <a:pt x="797" y="281"/>
                    <a:pt x="792" y="285"/>
                    <a:pt x="787" y="289"/>
                  </a:cubicBezTo>
                  <a:cubicBezTo>
                    <a:pt x="779" y="297"/>
                    <a:pt x="771" y="304"/>
                    <a:pt x="769" y="316"/>
                  </a:cubicBezTo>
                  <a:cubicBezTo>
                    <a:pt x="768" y="323"/>
                    <a:pt x="768" y="329"/>
                    <a:pt x="768" y="335"/>
                  </a:cubicBezTo>
                  <a:cubicBezTo>
                    <a:pt x="768" y="337"/>
                    <a:pt x="766" y="337"/>
                    <a:pt x="765" y="335"/>
                  </a:cubicBezTo>
                  <a:cubicBezTo>
                    <a:pt x="764" y="331"/>
                    <a:pt x="762" y="328"/>
                    <a:pt x="761" y="324"/>
                  </a:cubicBezTo>
                  <a:cubicBezTo>
                    <a:pt x="755" y="311"/>
                    <a:pt x="755" y="311"/>
                    <a:pt x="755" y="311"/>
                  </a:cubicBezTo>
                  <a:cubicBezTo>
                    <a:pt x="745" y="286"/>
                    <a:pt x="743" y="282"/>
                    <a:pt x="742" y="247"/>
                  </a:cubicBezTo>
                  <a:cubicBezTo>
                    <a:pt x="741" y="218"/>
                    <a:pt x="732" y="208"/>
                    <a:pt x="719" y="195"/>
                  </a:cubicBezTo>
                  <a:cubicBezTo>
                    <a:pt x="714" y="183"/>
                    <a:pt x="718" y="171"/>
                    <a:pt x="722" y="157"/>
                  </a:cubicBezTo>
                  <a:cubicBezTo>
                    <a:pt x="726" y="146"/>
                    <a:pt x="729" y="134"/>
                    <a:pt x="729" y="122"/>
                  </a:cubicBezTo>
                  <a:cubicBezTo>
                    <a:pt x="728" y="105"/>
                    <a:pt x="734" y="75"/>
                    <a:pt x="742" y="61"/>
                  </a:cubicBezTo>
                  <a:cubicBezTo>
                    <a:pt x="743" y="59"/>
                    <a:pt x="745" y="55"/>
                    <a:pt x="749" y="59"/>
                  </a:cubicBezTo>
                  <a:cubicBezTo>
                    <a:pt x="749" y="59"/>
                    <a:pt x="748" y="51"/>
                    <a:pt x="741" y="54"/>
                  </a:cubicBezTo>
                  <a:cubicBezTo>
                    <a:pt x="728" y="59"/>
                    <a:pt x="722" y="105"/>
                    <a:pt x="723" y="119"/>
                  </a:cubicBezTo>
                  <a:cubicBezTo>
                    <a:pt x="723" y="130"/>
                    <a:pt x="718" y="144"/>
                    <a:pt x="715" y="154"/>
                  </a:cubicBezTo>
                  <a:cubicBezTo>
                    <a:pt x="712" y="162"/>
                    <a:pt x="710" y="169"/>
                    <a:pt x="709" y="177"/>
                  </a:cubicBezTo>
                  <a:cubicBezTo>
                    <a:pt x="709" y="179"/>
                    <a:pt x="705" y="180"/>
                    <a:pt x="703" y="177"/>
                  </a:cubicBezTo>
                  <a:cubicBezTo>
                    <a:pt x="701" y="175"/>
                    <a:pt x="699" y="172"/>
                    <a:pt x="697" y="169"/>
                  </a:cubicBezTo>
                  <a:cubicBezTo>
                    <a:pt x="671" y="138"/>
                    <a:pt x="671" y="138"/>
                    <a:pt x="671" y="138"/>
                  </a:cubicBezTo>
                  <a:cubicBezTo>
                    <a:pt x="666" y="131"/>
                    <a:pt x="658" y="117"/>
                    <a:pt x="656" y="115"/>
                  </a:cubicBezTo>
                  <a:cubicBezTo>
                    <a:pt x="652" y="107"/>
                    <a:pt x="645" y="102"/>
                    <a:pt x="639" y="97"/>
                  </a:cubicBezTo>
                  <a:moveTo>
                    <a:pt x="869" y="235"/>
                  </a:moveTo>
                  <a:cubicBezTo>
                    <a:pt x="865" y="239"/>
                    <a:pt x="861" y="239"/>
                    <a:pt x="860" y="241"/>
                  </a:cubicBezTo>
                  <a:cubicBezTo>
                    <a:pt x="858" y="244"/>
                    <a:pt x="857" y="245"/>
                    <a:pt x="849" y="246"/>
                  </a:cubicBezTo>
                  <a:cubicBezTo>
                    <a:pt x="848" y="246"/>
                    <a:pt x="848" y="246"/>
                    <a:pt x="848" y="246"/>
                  </a:cubicBezTo>
                  <a:cubicBezTo>
                    <a:pt x="839" y="248"/>
                    <a:pt x="832" y="249"/>
                    <a:pt x="824" y="254"/>
                  </a:cubicBezTo>
                  <a:cubicBezTo>
                    <a:pt x="821" y="256"/>
                    <a:pt x="819" y="258"/>
                    <a:pt x="817" y="260"/>
                  </a:cubicBezTo>
                  <a:cubicBezTo>
                    <a:pt x="815" y="262"/>
                    <a:pt x="814" y="263"/>
                    <a:pt x="812" y="264"/>
                  </a:cubicBezTo>
                  <a:cubicBezTo>
                    <a:pt x="813" y="258"/>
                    <a:pt x="814" y="253"/>
                    <a:pt x="814" y="247"/>
                  </a:cubicBezTo>
                  <a:cubicBezTo>
                    <a:pt x="814" y="242"/>
                    <a:pt x="813" y="231"/>
                    <a:pt x="814" y="225"/>
                  </a:cubicBezTo>
                  <a:moveTo>
                    <a:pt x="843" y="399"/>
                  </a:moveTo>
                  <a:cubicBezTo>
                    <a:pt x="832" y="402"/>
                    <a:pt x="815" y="401"/>
                    <a:pt x="806" y="406"/>
                  </a:cubicBezTo>
                  <a:cubicBezTo>
                    <a:pt x="799" y="410"/>
                    <a:pt x="792" y="413"/>
                    <a:pt x="785" y="421"/>
                  </a:cubicBezTo>
                  <a:cubicBezTo>
                    <a:pt x="785" y="422"/>
                    <a:pt x="783" y="421"/>
                    <a:pt x="783" y="419"/>
                  </a:cubicBezTo>
                  <a:cubicBezTo>
                    <a:pt x="783" y="417"/>
                    <a:pt x="783" y="416"/>
                    <a:pt x="783" y="414"/>
                  </a:cubicBezTo>
                  <a:cubicBezTo>
                    <a:pt x="783" y="401"/>
                    <a:pt x="781" y="388"/>
                    <a:pt x="778" y="375"/>
                  </a:cubicBezTo>
                  <a:cubicBezTo>
                    <a:pt x="777" y="371"/>
                    <a:pt x="775" y="361"/>
                    <a:pt x="774" y="353"/>
                  </a:cubicBezTo>
                  <a:cubicBezTo>
                    <a:pt x="774" y="348"/>
                    <a:pt x="776" y="338"/>
                    <a:pt x="776" y="335"/>
                  </a:cubicBezTo>
                  <a:cubicBezTo>
                    <a:pt x="776" y="329"/>
                    <a:pt x="776" y="324"/>
                    <a:pt x="777" y="317"/>
                  </a:cubicBezTo>
                  <a:cubicBezTo>
                    <a:pt x="778" y="308"/>
                    <a:pt x="785" y="302"/>
                    <a:pt x="792" y="295"/>
                  </a:cubicBezTo>
                  <a:cubicBezTo>
                    <a:pt x="798" y="291"/>
                    <a:pt x="803" y="286"/>
                    <a:pt x="807" y="279"/>
                  </a:cubicBezTo>
                  <a:cubicBezTo>
                    <a:pt x="808" y="277"/>
                    <a:pt x="815" y="272"/>
                    <a:pt x="817" y="271"/>
                  </a:cubicBezTo>
                  <a:cubicBezTo>
                    <a:pt x="819" y="269"/>
                    <a:pt x="821" y="268"/>
                    <a:pt x="822" y="266"/>
                  </a:cubicBezTo>
                  <a:cubicBezTo>
                    <a:pt x="824" y="264"/>
                    <a:pt x="826" y="262"/>
                    <a:pt x="828" y="261"/>
                  </a:cubicBezTo>
                  <a:cubicBezTo>
                    <a:pt x="835" y="257"/>
                    <a:pt x="838" y="253"/>
                    <a:pt x="846" y="252"/>
                  </a:cubicBezTo>
                  <a:cubicBezTo>
                    <a:pt x="847" y="251"/>
                    <a:pt x="847" y="251"/>
                    <a:pt x="847" y="251"/>
                  </a:cubicBezTo>
                  <a:cubicBezTo>
                    <a:pt x="858" y="250"/>
                    <a:pt x="859" y="248"/>
                    <a:pt x="863" y="244"/>
                  </a:cubicBezTo>
                  <a:cubicBezTo>
                    <a:pt x="864" y="243"/>
                    <a:pt x="866" y="238"/>
                    <a:pt x="869" y="235"/>
                  </a:cubicBezTo>
                  <a:moveTo>
                    <a:pt x="854" y="448"/>
                  </a:moveTo>
                  <a:cubicBezTo>
                    <a:pt x="853" y="451"/>
                    <a:pt x="845" y="466"/>
                    <a:pt x="843" y="469"/>
                  </a:cubicBezTo>
                  <a:cubicBezTo>
                    <a:pt x="842" y="470"/>
                    <a:pt x="841" y="472"/>
                    <a:pt x="840" y="473"/>
                  </a:cubicBezTo>
                  <a:cubicBezTo>
                    <a:pt x="837" y="478"/>
                    <a:pt x="834" y="482"/>
                    <a:pt x="831" y="486"/>
                  </a:cubicBezTo>
                  <a:cubicBezTo>
                    <a:pt x="831" y="487"/>
                    <a:pt x="831" y="487"/>
                    <a:pt x="831" y="487"/>
                  </a:cubicBezTo>
                  <a:cubicBezTo>
                    <a:pt x="823" y="496"/>
                    <a:pt x="815" y="505"/>
                    <a:pt x="811" y="517"/>
                  </a:cubicBezTo>
                  <a:cubicBezTo>
                    <a:pt x="803" y="534"/>
                    <a:pt x="796" y="549"/>
                    <a:pt x="785" y="562"/>
                  </a:cubicBezTo>
                  <a:cubicBezTo>
                    <a:pt x="782" y="565"/>
                    <a:pt x="770" y="575"/>
                    <a:pt x="770" y="575"/>
                  </a:cubicBezTo>
                  <a:cubicBezTo>
                    <a:pt x="768" y="576"/>
                    <a:pt x="766" y="577"/>
                    <a:pt x="764" y="579"/>
                  </a:cubicBezTo>
                  <a:cubicBezTo>
                    <a:pt x="761" y="581"/>
                    <a:pt x="755" y="583"/>
                    <a:pt x="748" y="586"/>
                  </a:cubicBezTo>
                  <a:cubicBezTo>
                    <a:pt x="746" y="586"/>
                    <a:pt x="744" y="583"/>
                    <a:pt x="745" y="581"/>
                  </a:cubicBezTo>
                  <a:cubicBezTo>
                    <a:pt x="747" y="575"/>
                    <a:pt x="748" y="569"/>
                    <a:pt x="748" y="562"/>
                  </a:cubicBezTo>
                  <a:cubicBezTo>
                    <a:pt x="748" y="560"/>
                    <a:pt x="748" y="558"/>
                    <a:pt x="748" y="556"/>
                  </a:cubicBezTo>
                  <a:cubicBezTo>
                    <a:pt x="748" y="553"/>
                    <a:pt x="747" y="551"/>
                    <a:pt x="747" y="549"/>
                  </a:cubicBezTo>
                  <a:cubicBezTo>
                    <a:pt x="747" y="536"/>
                    <a:pt x="749" y="524"/>
                    <a:pt x="754" y="507"/>
                  </a:cubicBezTo>
                  <a:cubicBezTo>
                    <a:pt x="756" y="497"/>
                    <a:pt x="761" y="489"/>
                    <a:pt x="765" y="479"/>
                  </a:cubicBezTo>
                  <a:cubicBezTo>
                    <a:pt x="774" y="462"/>
                    <a:pt x="774" y="462"/>
                    <a:pt x="774" y="462"/>
                  </a:cubicBezTo>
                  <a:cubicBezTo>
                    <a:pt x="776" y="457"/>
                    <a:pt x="781" y="441"/>
                    <a:pt x="783" y="438"/>
                  </a:cubicBezTo>
                  <a:cubicBezTo>
                    <a:pt x="790" y="427"/>
                    <a:pt x="802" y="416"/>
                    <a:pt x="812" y="410"/>
                  </a:cubicBezTo>
                  <a:cubicBezTo>
                    <a:pt x="820" y="406"/>
                    <a:pt x="832" y="402"/>
                    <a:pt x="843" y="399"/>
                  </a:cubicBezTo>
                  <a:moveTo>
                    <a:pt x="926" y="441"/>
                  </a:moveTo>
                  <a:cubicBezTo>
                    <a:pt x="922" y="443"/>
                    <a:pt x="908" y="442"/>
                    <a:pt x="900" y="442"/>
                  </a:cubicBezTo>
                  <a:cubicBezTo>
                    <a:pt x="894" y="441"/>
                    <a:pt x="888" y="441"/>
                    <a:pt x="883" y="442"/>
                  </a:cubicBezTo>
                  <a:cubicBezTo>
                    <a:pt x="880" y="443"/>
                    <a:pt x="880" y="443"/>
                    <a:pt x="880" y="443"/>
                  </a:cubicBezTo>
                  <a:cubicBezTo>
                    <a:pt x="874" y="444"/>
                    <a:pt x="868" y="445"/>
                    <a:pt x="862" y="448"/>
                  </a:cubicBezTo>
                  <a:cubicBezTo>
                    <a:pt x="860" y="449"/>
                    <a:pt x="859" y="450"/>
                    <a:pt x="858" y="451"/>
                  </a:cubicBezTo>
                  <a:moveTo>
                    <a:pt x="830" y="501"/>
                  </a:moveTo>
                  <a:cubicBezTo>
                    <a:pt x="832" y="498"/>
                    <a:pt x="834" y="495"/>
                    <a:pt x="837" y="492"/>
                  </a:cubicBezTo>
                  <a:cubicBezTo>
                    <a:pt x="837" y="491"/>
                    <a:pt x="837" y="491"/>
                    <a:pt x="837" y="491"/>
                  </a:cubicBezTo>
                  <a:cubicBezTo>
                    <a:pt x="841" y="487"/>
                    <a:pt x="844" y="482"/>
                    <a:pt x="847" y="478"/>
                  </a:cubicBezTo>
                  <a:cubicBezTo>
                    <a:pt x="853" y="469"/>
                    <a:pt x="858" y="460"/>
                    <a:pt x="866" y="455"/>
                  </a:cubicBezTo>
                  <a:cubicBezTo>
                    <a:pt x="870" y="452"/>
                    <a:pt x="876" y="451"/>
                    <a:pt x="882" y="451"/>
                  </a:cubicBezTo>
                  <a:cubicBezTo>
                    <a:pt x="884" y="450"/>
                    <a:pt x="884" y="450"/>
                    <a:pt x="884" y="450"/>
                  </a:cubicBezTo>
                  <a:cubicBezTo>
                    <a:pt x="888" y="449"/>
                    <a:pt x="911" y="448"/>
                    <a:pt x="906" y="447"/>
                  </a:cubicBezTo>
                  <a:moveTo>
                    <a:pt x="956" y="532"/>
                  </a:moveTo>
                  <a:cubicBezTo>
                    <a:pt x="952" y="543"/>
                    <a:pt x="947" y="552"/>
                    <a:pt x="942" y="559"/>
                  </a:cubicBezTo>
                  <a:cubicBezTo>
                    <a:pt x="931" y="575"/>
                    <a:pt x="907" y="594"/>
                    <a:pt x="890" y="603"/>
                  </a:cubicBezTo>
                  <a:cubicBezTo>
                    <a:pt x="865" y="616"/>
                    <a:pt x="845" y="604"/>
                    <a:pt x="825" y="591"/>
                  </a:cubicBezTo>
                  <a:cubicBezTo>
                    <a:pt x="815" y="585"/>
                    <a:pt x="804" y="577"/>
                    <a:pt x="794" y="573"/>
                  </a:cubicBezTo>
                  <a:cubicBezTo>
                    <a:pt x="790" y="572"/>
                    <a:pt x="791" y="567"/>
                    <a:pt x="793" y="564"/>
                  </a:cubicBezTo>
                  <a:cubicBezTo>
                    <a:pt x="804" y="551"/>
                    <a:pt x="811" y="536"/>
                    <a:pt x="818" y="520"/>
                  </a:cubicBezTo>
                  <a:cubicBezTo>
                    <a:pt x="821" y="512"/>
                    <a:pt x="830" y="507"/>
                    <a:pt x="833" y="506"/>
                  </a:cubicBezTo>
                  <a:moveTo>
                    <a:pt x="976" y="557"/>
                  </a:moveTo>
                  <a:cubicBezTo>
                    <a:pt x="972" y="557"/>
                    <a:pt x="962" y="556"/>
                    <a:pt x="958" y="556"/>
                  </a:cubicBezTo>
                  <a:cubicBezTo>
                    <a:pt x="956" y="556"/>
                    <a:pt x="953" y="556"/>
                    <a:pt x="953" y="553"/>
                  </a:cubicBezTo>
                  <a:cubicBezTo>
                    <a:pt x="953" y="548"/>
                    <a:pt x="956" y="539"/>
                    <a:pt x="959" y="532"/>
                  </a:cubicBezTo>
                  <a:moveTo>
                    <a:pt x="593" y="671"/>
                  </a:moveTo>
                  <a:cubicBezTo>
                    <a:pt x="590" y="661"/>
                    <a:pt x="590" y="655"/>
                    <a:pt x="580" y="648"/>
                  </a:cubicBezTo>
                  <a:cubicBezTo>
                    <a:pt x="574" y="643"/>
                    <a:pt x="566" y="641"/>
                    <a:pt x="558" y="638"/>
                  </a:cubicBezTo>
                  <a:cubicBezTo>
                    <a:pt x="553" y="636"/>
                    <a:pt x="548" y="634"/>
                    <a:pt x="543" y="632"/>
                  </a:cubicBezTo>
                  <a:cubicBezTo>
                    <a:pt x="541" y="631"/>
                    <a:pt x="542" y="630"/>
                    <a:pt x="544" y="630"/>
                  </a:cubicBezTo>
                  <a:cubicBezTo>
                    <a:pt x="561" y="633"/>
                    <a:pt x="579" y="629"/>
                    <a:pt x="595" y="620"/>
                  </a:cubicBezTo>
                  <a:cubicBezTo>
                    <a:pt x="610" y="612"/>
                    <a:pt x="616" y="599"/>
                    <a:pt x="621" y="589"/>
                  </a:cubicBezTo>
                  <a:cubicBezTo>
                    <a:pt x="626" y="579"/>
                    <a:pt x="627" y="555"/>
                    <a:pt x="642" y="560"/>
                  </a:cubicBezTo>
                  <a:cubicBezTo>
                    <a:pt x="656" y="565"/>
                    <a:pt x="681" y="592"/>
                    <a:pt x="697" y="606"/>
                  </a:cubicBezTo>
                  <a:cubicBezTo>
                    <a:pt x="704" y="612"/>
                    <a:pt x="711" y="617"/>
                    <a:pt x="715" y="622"/>
                  </a:cubicBezTo>
                  <a:cubicBezTo>
                    <a:pt x="714" y="618"/>
                    <a:pt x="712" y="608"/>
                    <a:pt x="707" y="601"/>
                  </a:cubicBezTo>
                  <a:cubicBezTo>
                    <a:pt x="716" y="601"/>
                    <a:pt x="725" y="600"/>
                    <a:pt x="734" y="598"/>
                  </a:cubicBezTo>
                  <a:cubicBezTo>
                    <a:pt x="734" y="598"/>
                    <a:pt x="734" y="598"/>
                    <a:pt x="734" y="598"/>
                  </a:cubicBezTo>
                  <a:cubicBezTo>
                    <a:pt x="735" y="598"/>
                    <a:pt x="735" y="598"/>
                    <a:pt x="735" y="598"/>
                  </a:cubicBezTo>
                  <a:cubicBezTo>
                    <a:pt x="749" y="594"/>
                    <a:pt x="763" y="589"/>
                    <a:pt x="768" y="585"/>
                  </a:cubicBezTo>
                  <a:cubicBezTo>
                    <a:pt x="772" y="584"/>
                    <a:pt x="779" y="578"/>
                    <a:pt x="788" y="581"/>
                  </a:cubicBezTo>
                  <a:cubicBezTo>
                    <a:pt x="799" y="585"/>
                    <a:pt x="809" y="591"/>
                    <a:pt x="820" y="598"/>
                  </a:cubicBezTo>
                  <a:cubicBezTo>
                    <a:pt x="842" y="611"/>
                    <a:pt x="865" y="626"/>
                    <a:pt x="893" y="610"/>
                  </a:cubicBezTo>
                  <a:cubicBezTo>
                    <a:pt x="905" y="604"/>
                    <a:pt x="920" y="593"/>
                    <a:pt x="932" y="582"/>
                  </a:cubicBezTo>
                  <a:cubicBezTo>
                    <a:pt x="937" y="577"/>
                    <a:pt x="945" y="567"/>
                    <a:pt x="953" y="565"/>
                  </a:cubicBezTo>
                  <a:cubicBezTo>
                    <a:pt x="958" y="564"/>
                    <a:pt x="965" y="561"/>
                    <a:pt x="971" y="560"/>
                  </a:cubicBezTo>
                  <a:moveTo>
                    <a:pt x="491" y="602"/>
                  </a:moveTo>
                  <a:cubicBezTo>
                    <a:pt x="498" y="605"/>
                    <a:pt x="504" y="612"/>
                    <a:pt x="511" y="616"/>
                  </a:cubicBezTo>
                  <a:cubicBezTo>
                    <a:pt x="514" y="619"/>
                    <a:pt x="525" y="629"/>
                    <a:pt x="528" y="631"/>
                  </a:cubicBezTo>
                  <a:cubicBezTo>
                    <a:pt x="536" y="639"/>
                    <a:pt x="546" y="642"/>
                    <a:pt x="555" y="646"/>
                  </a:cubicBezTo>
                  <a:cubicBezTo>
                    <a:pt x="563" y="648"/>
                    <a:pt x="570" y="651"/>
                    <a:pt x="576" y="655"/>
                  </a:cubicBezTo>
                  <a:cubicBezTo>
                    <a:pt x="583" y="660"/>
                    <a:pt x="590" y="663"/>
                    <a:pt x="592" y="672"/>
                  </a:cubicBezTo>
                  <a:moveTo>
                    <a:pt x="405" y="680"/>
                  </a:moveTo>
                  <a:cubicBezTo>
                    <a:pt x="386" y="673"/>
                    <a:pt x="378" y="665"/>
                    <a:pt x="364" y="654"/>
                  </a:cubicBezTo>
                  <a:cubicBezTo>
                    <a:pt x="344" y="638"/>
                    <a:pt x="345" y="626"/>
                    <a:pt x="344" y="599"/>
                  </a:cubicBezTo>
                  <a:cubicBezTo>
                    <a:pt x="344" y="599"/>
                    <a:pt x="344" y="595"/>
                    <a:pt x="344" y="595"/>
                  </a:cubicBezTo>
                  <a:cubicBezTo>
                    <a:pt x="344" y="571"/>
                    <a:pt x="352" y="551"/>
                    <a:pt x="361" y="537"/>
                  </a:cubicBezTo>
                  <a:cubicBezTo>
                    <a:pt x="365" y="531"/>
                    <a:pt x="370" y="527"/>
                    <a:pt x="374" y="523"/>
                  </a:cubicBezTo>
                  <a:cubicBezTo>
                    <a:pt x="374" y="522"/>
                    <a:pt x="374" y="522"/>
                    <a:pt x="374" y="522"/>
                  </a:cubicBezTo>
                  <a:cubicBezTo>
                    <a:pt x="375" y="522"/>
                    <a:pt x="376" y="521"/>
                    <a:pt x="377" y="520"/>
                  </a:cubicBezTo>
                  <a:cubicBezTo>
                    <a:pt x="391" y="508"/>
                    <a:pt x="391" y="508"/>
                    <a:pt x="391" y="508"/>
                  </a:cubicBezTo>
                  <a:cubicBezTo>
                    <a:pt x="396" y="504"/>
                    <a:pt x="396" y="504"/>
                    <a:pt x="396" y="504"/>
                  </a:cubicBezTo>
                  <a:cubicBezTo>
                    <a:pt x="417" y="487"/>
                    <a:pt x="436" y="478"/>
                    <a:pt x="476" y="486"/>
                  </a:cubicBezTo>
                  <a:cubicBezTo>
                    <a:pt x="481" y="488"/>
                    <a:pt x="486" y="489"/>
                    <a:pt x="491" y="490"/>
                  </a:cubicBezTo>
                  <a:cubicBezTo>
                    <a:pt x="527" y="498"/>
                    <a:pt x="578" y="522"/>
                    <a:pt x="622" y="549"/>
                  </a:cubicBezTo>
                  <a:cubicBezTo>
                    <a:pt x="614" y="556"/>
                    <a:pt x="613" y="571"/>
                    <a:pt x="609" y="579"/>
                  </a:cubicBezTo>
                  <a:cubicBezTo>
                    <a:pt x="604" y="590"/>
                    <a:pt x="599" y="603"/>
                    <a:pt x="587" y="610"/>
                  </a:cubicBezTo>
                  <a:cubicBezTo>
                    <a:pt x="570" y="620"/>
                    <a:pt x="556" y="625"/>
                    <a:pt x="539" y="621"/>
                  </a:cubicBezTo>
                  <a:cubicBezTo>
                    <a:pt x="530" y="619"/>
                    <a:pt x="523" y="615"/>
                    <a:pt x="515" y="610"/>
                  </a:cubicBezTo>
                  <a:cubicBezTo>
                    <a:pt x="508" y="605"/>
                    <a:pt x="502" y="602"/>
                    <a:pt x="494" y="600"/>
                  </a:cubicBezTo>
                  <a:moveTo>
                    <a:pt x="278" y="628"/>
                  </a:moveTo>
                  <a:cubicBezTo>
                    <a:pt x="282" y="632"/>
                    <a:pt x="291" y="644"/>
                    <a:pt x="296" y="647"/>
                  </a:cubicBezTo>
                  <a:cubicBezTo>
                    <a:pt x="305" y="651"/>
                    <a:pt x="322" y="657"/>
                    <a:pt x="334" y="650"/>
                  </a:cubicBezTo>
                  <a:cubicBezTo>
                    <a:pt x="336" y="649"/>
                    <a:pt x="338" y="648"/>
                    <a:pt x="339" y="647"/>
                  </a:cubicBezTo>
                  <a:cubicBezTo>
                    <a:pt x="341" y="645"/>
                    <a:pt x="345" y="646"/>
                    <a:pt x="347" y="648"/>
                  </a:cubicBezTo>
                  <a:cubicBezTo>
                    <a:pt x="350" y="652"/>
                    <a:pt x="354" y="656"/>
                    <a:pt x="359" y="660"/>
                  </a:cubicBezTo>
                  <a:cubicBezTo>
                    <a:pt x="373" y="672"/>
                    <a:pt x="384" y="674"/>
                    <a:pt x="405" y="682"/>
                  </a:cubicBezTo>
                  <a:moveTo>
                    <a:pt x="269" y="558"/>
                  </a:moveTo>
                  <a:cubicBezTo>
                    <a:pt x="280" y="552"/>
                    <a:pt x="289" y="550"/>
                    <a:pt x="302" y="550"/>
                  </a:cubicBezTo>
                  <a:cubicBezTo>
                    <a:pt x="310" y="551"/>
                    <a:pt x="310" y="551"/>
                    <a:pt x="310" y="551"/>
                  </a:cubicBezTo>
                  <a:cubicBezTo>
                    <a:pt x="317" y="551"/>
                    <a:pt x="323" y="552"/>
                    <a:pt x="330" y="550"/>
                  </a:cubicBezTo>
                  <a:cubicBezTo>
                    <a:pt x="330" y="550"/>
                    <a:pt x="337" y="546"/>
                    <a:pt x="341" y="544"/>
                  </a:cubicBezTo>
                  <a:cubicBezTo>
                    <a:pt x="342" y="544"/>
                    <a:pt x="343" y="544"/>
                    <a:pt x="343" y="543"/>
                  </a:cubicBezTo>
                  <a:cubicBezTo>
                    <a:pt x="345" y="542"/>
                    <a:pt x="347" y="544"/>
                    <a:pt x="346" y="546"/>
                  </a:cubicBezTo>
                  <a:cubicBezTo>
                    <a:pt x="339" y="559"/>
                    <a:pt x="335" y="574"/>
                    <a:pt x="335" y="594"/>
                  </a:cubicBezTo>
                  <a:cubicBezTo>
                    <a:pt x="335" y="598"/>
                    <a:pt x="335" y="598"/>
                    <a:pt x="335" y="598"/>
                  </a:cubicBezTo>
                  <a:cubicBezTo>
                    <a:pt x="335" y="606"/>
                    <a:pt x="335" y="613"/>
                    <a:pt x="336" y="620"/>
                  </a:cubicBezTo>
                  <a:cubicBezTo>
                    <a:pt x="337" y="625"/>
                    <a:pt x="337" y="634"/>
                    <a:pt x="337" y="634"/>
                  </a:cubicBezTo>
                  <a:cubicBezTo>
                    <a:pt x="336" y="638"/>
                    <a:pt x="334" y="641"/>
                    <a:pt x="331" y="643"/>
                  </a:cubicBezTo>
                  <a:cubicBezTo>
                    <a:pt x="323" y="647"/>
                    <a:pt x="309" y="645"/>
                    <a:pt x="300" y="640"/>
                  </a:cubicBezTo>
                  <a:cubicBezTo>
                    <a:pt x="295" y="637"/>
                    <a:pt x="287" y="634"/>
                    <a:pt x="282" y="630"/>
                  </a:cubicBezTo>
                  <a:moveTo>
                    <a:pt x="45" y="560"/>
                  </a:moveTo>
                  <a:cubicBezTo>
                    <a:pt x="42" y="552"/>
                    <a:pt x="46" y="541"/>
                    <a:pt x="50" y="534"/>
                  </a:cubicBezTo>
                  <a:cubicBezTo>
                    <a:pt x="57" y="522"/>
                    <a:pt x="66" y="519"/>
                    <a:pt x="70" y="517"/>
                  </a:cubicBezTo>
                  <a:cubicBezTo>
                    <a:pt x="91" y="503"/>
                    <a:pt x="124" y="493"/>
                    <a:pt x="155" y="497"/>
                  </a:cubicBezTo>
                  <a:cubicBezTo>
                    <a:pt x="155" y="497"/>
                    <a:pt x="182" y="498"/>
                    <a:pt x="195" y="497"/>
                  </a:cubicBezTo>
                  <a:cubicBezTo>
                    <a:pt x="217" y="496"/>
                    <a:pt x="238" y="495"/>
                    <a:pt x="255" y="509"/>
                  </a:cubicBezTo>
                  <a:cubicBezTo>
                    <a:pt x="266" y="519"/>
                    <a:pt x="266" y="519"/>
                    <a:pt x="266" y="519"/>
                  </a:cubicBezTo>
                  <a:cubicBezTo>
                    <a:pt x="275" y="527"/>
                    <a:pt x="284" y="536"/>
                    <a:pt x="295" y="542"/>
                  </a:cubicBezTo>
                  <a:cubicBezTo>
                    <a:pt x="284" y="543"/>
                    <a:pt x="278" y="549"/>
                    <a:pt x="268" y="555"/>
                  </a:cubicBezTo>
                  <a:moveTo>
                    <a:pt x="0" y="470"/>
                  </a:moveTo>
                  <a:cubicBezTo>
                    <a:pt x="9" y="473"/>
                    <a:pt x="19" y="478"/>
                    <a:pt x="32" y="473"/>
                  </a:cubicBezTo>
                  <a:cubicBezTo>
                    <a:pt x="39" y="470"/>
                    <a:pt x="39" y="470"/>
                    <a:pt x="39" y="470"/>
                  </a:cubicBezTo>
                  <a:cubicBezTo>
                    <a:pt x="47" y="466"/>
                    <a:pt x="53" y="463"/>
                    <a:pt x="62" y="464"/>
                  </a:cubicBezTo>
                  <a:cubicBezTo>
                    <a:pt x="72" y="466"/>
                    <a:pt x="68" y="465"/>
                    <a:pt x="71" y="466"/>
                  </a:cubicBezTo>
                  <a:cubicBezTo>
                    <a:pt x="91" y="469"/>
                    <a:pt x="107" y="475"/>
                    <a:pt x="125" y="484"/>
                  </a:cubicBezTo>
                  <a:cubicBezTo>
                    <a:pt x="129" y="486"/>
                    <a:pt x="128" y="489"/>
                    <a:pt x="126" y="489"/>
                  </a:cubicBezTo>
                  <a:cubicBezTo>
                    <a:pt x="96" y="493"/>
                    <a:pt x="70" y="505"/>
                    <a:pt x="54" y="518"/>
                  </a:cubicBezTo>
                  <a:cubicBezTo>
                    <a:pt x="44" y="529"/>
                    <a:pt x="44" y="529"/>
                    <a:pt x="44" y="529"/>
                  </a:cubicBezTo>
                  <a:moveTo>
                    <a:pt x="13" y="425"/>
                  </a:moveTo>
                  <a:cubicBezTo>
                    <a:pt x="15" y="428"/>
                    <a:pt x="18" y="437"/>
                    <a:pt x="21" y="440"/>
                  </a:cubicBezTo>
                  <a:cubicBezTo>
                    <a:pt x="27" y="445"/>
                    <a:pt x="27" y="445"/>
                    <a:pt x="27" y="445"/>
                  </a:cubicBezTo>
                  <a:cubicBezTo>
                    <a:pt x="33" y="451"/>
                    <a:pt x="39" y="455"/>
                    <a:pt x="45" y="459"/>
                  </a:cubicBezTo>
                  <a:cubicBezTo>
                    <a:pt x="42" y="460"/>
                    <a:pt x="39" y="461"/>
                    <a:pt x="36" y="462"/>
                  </a:cubicBezTo>
                  <a:cubicBezTo>
                    <a:pt x="29" y="465"/>
                    <a:pt x="29" y="465"/>
                    <a:pt x="29" y="465"/>
                  </a:cubicBezTo>
                  <a:cubicBezTo>
                    <a:pt x="18" y="469"/>
                    <a:pt x="12" y="473"/>
                    <a:pt x="3" y="470"/>
                  </a:cubicBezTo>
                  <a:moveTo>
                    <a:pt x="30" y="354"/>
                  </a:moveTo>
                  <a:cubicBezTo>
                    <a:pt x="44" y="361"/>
                    <a:pt x="61" y="356"/>
                    <a:pt x="69" y="353"/>
                  </a:cubicBezTo>
                  <a:cubicBezTo>
                    <a:pt x="74" y="350"/>
                    <a:pt x="74" y="350"/>
                    <a:pt x="74" y="350"/>
                  </a:cubicBezTo>
                  <a:cubicBezTo>
                    <a:pt x="84" y="346"/>
                    <a:pt x="88" y="347"/>
                    <a:pt x="93" y="350"/>
                  </a:cubicBezTo>
                  <a:cubicBezTo>
                    <a:pt x="101" y="355"/>
                    <a:pt x="108" y="360"/>
                    <a:pt x="110" y="361"/>
                  </a:cubicBezTo>
                  <a:cubicBezTo>
                    <a:pt x="121" y="365"/>
                    <a:pt x="132" y="364"/>
                    <a:pt x="144" y="363"/>
                  </a:cubicBezTo>
                  <a:cubicBezTo>
                    <a:pt x="157" y="362"/>
                    <a:pt x="167" y="363"/>
                    <a:pt x="178" y="368"/>
                  </a:cubicBezTo>
                  <a:cubicBezTo>
                    <a:pt x="186" y="376"/>
                    <a:pt x="196" y="381"/>
                    <a:pt x="206" y="384"/>
                  </a:cubicBezTo>
                  <a:cubicBezTo>
                    <a:pt x="221" y="389"/>
                    <a:pt x="235" y="390"/>
                    <a:pt x="249" y="390"/>
                  </a:cubicBezTo>
                  <a:cubicBezTo>
                    <a:pt x="255" y="390"/>
                    <a:pt x="261" y="391"/>
                    <a:pt x="266" y="392"/>
                  </a:cubicBezTo>
                  <a:cubicBezTo>
                    <a:pt x="297" y="400"/>
                    <a:pt x="335" y="412"/>
                    <a:pt x="357" y="422"/>
                  </a:cubicBezTo>
                  <a:cubicBezTo>
                    <a:pt x="371" y="433"/>
                    <a:pt x="386" y="444"/>
                    <a:pt x="398" y="449"/>
                  </a:cubicBezTo>
                  <a:cubicBezTo>
                    <a:pt x="410" y="456"/>
                    <a:pt x="422" y="464"/>
                    <a:pt x="436" y="471"/>
                  </a:cubicBezTo>
                  <a:cubicBezTo>
                    <a:pt x="416" y="473"/>
                    <a:pt x="404" y="482"/>
                    <a:pt x="389" y="494"/>
                  </a:cubicBezTo>
                  <a:cubicBezTo>
                    <a:pt x="384" y="498"/>
                    <a:pt x="384" y="498"/>
                    <a:pt x="384" y="498"/>
                  </a:cubicBezTo>
                  <a:cubicBezTo>
                    <a:pt x="369" y="511"/>
                    <a:pt x="369" y="511"/>
                    <a:pt x="369" y="511"/>
                  </a:cubicBezTo>
                  <a:cubicBezTo>
                    <a:pt x="369" y="511"/>
                    <a:pt x="368" y="511"/>
                    <a:pt x="368" y="512"/>
                  </a:cubicBezTo>
                  <a:cubicBezTo>
                    <a:pt x="368" y="512"/>
                    <a:pt x="368" y="512"/>
                    <a:pt x="368" y="512"/>
                  </a:cubicBezTo>
                  <a:cubicBezTo>
                    <a:pt x="366" y="513"/>
                    <a:pt x="366" y="513"/>
                    <a:pt x="366" y="513"/>
                  </a:cubicBezTo>
                  <a:cubicBezTo>
                    <a:pt x="357" y="521"/>
                    <a:pt x="349" y="530"/>
                    <a:pt x="337" y="536"/>
                  </a:cubicBezTo>
                  <a:cubicBezTo>
                    <a:pt x="311" y="549"/>
                    <a:pt x="291" y="530"/>
                    <a:pt x="272" y="512"/>
                  </a:cubicBezTo>
                  <a:cubicBezTo>
                    <a:pt x="261" y="502"/>
                    <a:pt x="261" y="502"/>
                    <a:pt x="261" y="502"/>
                  </a:cubicBezTo>
                  <a:cubicBezTo>
                    <a:pt x="241" y="485"/>
                    <a:pt x="218" y="486"/>
                    <a:pt x="195" y="487"/>
                  </a:cubicBezTo>
                  <a:cubicBezTo>
                    <a:pt x="177" y="489"/>
                    <a:pt x="157" y="491"/>
                    <a:pt x="139" y="483"/>
                  </a:cubicBezTo>
                  <a:cubicBezTo>
                    <a:pt x="134" y="480"/>
                    <a:pt x="134" y="480"/>
                    <a:pt x="134" y="480"/>
                  </a:cubicBezTo>
                  <a:cubicBezTo>
                    <a:pt x="114" y="470"/>
                    <a:pt x="96" y="461"/>
                    <a:pt x="72" y="458"/>
                  </a:cubicBezTo>
                  <a:cubicBezTo>
                    <a:pt x="55" y="456"/>
                    <a:pt x="44" y="451"/>
                    <a:pt x="33" y="440"/>
                  </a:cubicBezTo>
                  <a:cubicBezTo>
                    <a:pt x="27" y="436"/>
                    <a:pt x="27" y="436"/>
                    <a:pt x="27" y="436"/>
                  </a:cubicBezTo>
                  <a:cubicBezTo>
                    <a:pt x="22" y="433"/>
                    <a:pt x="18" y="430"/>
                    <a:pt x="16" y="427"/>
                  </a:cubicBezTo>
                  <a:moveTo>
                    <a:pt x="70" y="265"/>
                  </a:moveTo>
                  <a:cubicBezTo>
                    <a:pt x="70" y="265"/>
                    <a:pt x="69" y="268"/>
                    <a:pt x="68" y="266"/>
                  </a:cubicBezTo>
                  <a:cubicBezTo>
                    <a:pt x="65" y="248"/>
                    <a:pt x="59" y="239"/>
                    <a:pt x="45" y="225"/>
                  </a:cubicBezTo>
                  <a:cubicBezTo>
                    <a:pt x="32" y="210"/>
                    <a:pt x="17" y="200"/>
                    <a:pt x="6" y="205"/>
                  </a:cubicBezTo>
                  <a:cubicBezTo>
                    <a:pt x="3" y="206"/>
                    <a:pt x="2" y="209"/>
                    <a:pt x="3" y="213"/>
                  </a:cubicBezTo>
                  <a:cubicBezTo>
                    <a:pt x="5" y="212"/>
                    <a:pt x="5" y="212"/>
                    <a:pt x="5" y="212"/>
                  </a:cubicBezTo>
                  <a:cubicBezTo>
                    <a:pt x="5" y="211"/>
                    <a:pt x="7" y="210"/>
                    <a:pt x="8" y="210"/>
                  </a:cubicBezTo>
                  <a:cubicBezTo>
                    <a:pt x="14" y="208"/>
                    <a:pt x="26" y="214"/>
                    <a:pt x="40" y="228"/>
                  </a:cubicBezTo>
                  <a:cubicBezTo>
                    <a:pt x="54" y="244"/>
                    <a:pt x="59" y="253"/>
                    <a:pt x="62" y="277"/>
                  </a:cubicBezTo>
                  <a:cubicBezTo>
                    <a:pt x="64" y="286"/>
                    <a:pt x="63" y="297"/>
                    <a:pt x="64" y="302"/>
                  </a:cubicBezTo>
                  <a:cubicBezTo>
                    <a:pt x="65" y="313"/>
                    <a:pt x="70" y="325"/>
                    <a:pt x="82" y="338"/>
                  </a:cubicBezTo>
                  <a:cubicBezTo>
                    <a:pt x="83" y="339"/>
                    <a:pt x="82" y="341"/>
                    <a:pt x="82" y="341"/>
                  </a:cubicBezTo>
                  <a:cubicBezTo>
                    <a:pt x="79" y="342"/>
                    <a:pt x="75" y="344"/>
                    <a:pt x="71" y="345"/>
                  </a:cubicBezTo>
                  <a:cubicBezTo>
                    <a:pt x="66" y="347"/>
                    <a:pt x="66" y="347"/>
                    <a:pt x="66" y="347"/>
                  </a:cubicBezTo>
                  <a:cubicBezTo>
                    <a:pt x="59" y="350"/>
                    <a:pt x="44" y="357"/>
                    <a:pt x="31" y="354"/>
                  </a:cubicBezTo>
                  <a:moveTo>
                    <a:pt x="153" y="241"/>
                  </a:moveTo>
                  <a:cubicBezTo>
                    <a:pt x="153" y="247"/>
                    <a:pt x="153" y="247"/>
                    <a:pt x="153" y="247"/>
                  </a:cubicBezTo>
                  <a:cubicBezTo>
                    <a:pt x="156" y="255"/>
                    <a:pt x="153" y="272"/>
                    <a:pt x="152" y="275"/>
                  </a:cubicBezTo>
                  <a:cubicBezTo>
                    <a:pt x="148" y="293"/>
                    <a:pt x="148" y="310"/>
                    <a:pt x="152" y="327"/>
                  </a:cubicBezTo>
                  <a:cubicBezTo>
                    <a:pt x="154" y="337"/>
                    <a:pt x="159" y="347"/>
                    <a:pt x="166" y="356"/>
                  </a:cubicBezTo>
                  <a:cubicBezTo>
                    <a:pt x="159" y="354"/>
                    <a:pt x="151" y="354"/>
                    <a:pt x="143" y="355"/>
                  </a:cubicBezTo>
                  <a:cubicBezTo>
                    <a:pt x="124" y="357"/>
                    <a:pt x="113" y="357"/>
                    <a:pt x="100" y="345"/>
                  </a:cubicBezTo>
                  <a:cubicBezTo>
                    <a:pt x="81" y="328"/>
                    <a:pt x="71" y="313"/>
                    <a:pt x="70" y="302"/>
                  </a:cubicBezTo>
                  <a:cubicBezTo>
                    <a:pt x="69" y="294"/>
                    <a:pt x="70" y="285"/>
                    <a:pt x="73" y="278"/>
                  </a:cubicBezTo>
                  <a:cubicBezTo>
                    <a:pt x="73" y="278"/>
                    <a:pt x="78" y="255"/>
                    <a:pt x="79" y="253"/>
                  </a:cubicBezTo>
                  <a:moveTo>
                    <a:pt x="181" y="173"/>
                  </a:moveTo>
                  <a:cubicBezTo>
                    <a:pt x="184" y="178"/>
                    <a:pt x="185" y="185"/>
                    <a:pt x="185" y="190"/>
                  </a:cubicBezTo>
                  <a:cubicBezTo>
                    <a:pt x="184" y="195"/>
                    <a:pt x="182" y="199"/>
                    <a:pt x="180" y="204"/>
                  </a:cubicBezTo>
                  <a:cubicBezTo>
                    <a:pt x="177" y="211"/>
                    <a:pt x="177" y="211"/>
                    <a:pt x="177" y="211"/>
                  </a:cubicBezTo>
                  <a:cubicBezTo>
                    <a:pt x="173" y="223"/>
                    <a:pt x="167" y="235"/>
                    <a:pt x="162" y="245"/>
                  </a:cubicBezTo>
                  <a:cubicBezTo>
                    <a:pt x="162" y="246"/>
                    <a:pt x="162" y="247"/>
                    <a:pt x="161" y="248"/>
                  </a:cubicBezTo>
                  <a:cubicBezTo>
                    <a:pt x="161" y="249"/>
                    <a:pt x="159" y="248"/>
                    <a:pt x="158" y="247"/>
                  </a:cubicBezTo>
                  <a:cubicBezTo>
                    <a:pt x="158" y="246"/>
                    <a:pt x="158" y="246"/>
                    <a:pt x="158" y="245"/>
                  </a:cubicBezTo>
                  <a:cubicBezTo>
                    <a:pt x="155" y="240"/>
                    <a:pt x="155" y="240"/>
                    <a:pt x="155" y="240"/>
                  </a:cubicBezTo>
                  <a:moveTo>
                    <a:pt x="380" y="250"/>
                  </a:moveTo>
                  <a:cubicBezTo>
                    <a:pt x="392" y="253"/>
                    <a:pt x="398" y="264"/>
                    <a:pt x="400" y="266"/>
                  </a:cubicBezTo>
                  <a:cubicBezTo>
                    <a:pt x="404" y="271"/>
                    <a:pt x="408" y="275"/>
                    <a:pt x="413" y="279"/>
                  </a:cubicBezTo>
                  <a:cubicBezTo>
                    <a:pt x="425" y="288"/>
                    <a:pt x="436" y="304"/>
                    <a:pt x="439" y="320"/>
                  </a:cubicBezTo>
                  <a:cubicBezTo>
                    <a:pt x="439" y="326"/>
                    <a:pt x="439" y="332"/>
                    <a:pt x="440" y="338"/>
                  </a:cubicBezTo>
                  <a:cubicBezTo>
                    <a:pt x="440" y="338"/>
                    <a:pt x="440" y="338"/>
                    <a:pt x="439" y="338"/>
                  </a:cubicBezTo>
                  <a:cubicBezTo>
                    <a:pt x="440" y="338"/>
                    <a:pt x="440" y="338"/>
                    <a:pt x="440" y="338"/>
                  </a:cubicBezTo>
                  <a:cubicBezTo>
                    <a:pt x="440" y="341"/>
                    <a:pt x="440" y="343"/>
                    <a:pt x="440" y="346"/>
                  </a:cubicBezTo>
                  <a:cubicBezTo>
                    <a:pt x="441" y="353"/>
                    <a:pt x="443" y="361"/>
                    <a:pt x="445" y="368"/>
                  </a:cubicBezTo>
                  <a:cubicBezTo>
                    <a:pt x="448" y="378"/>
                    <a:pt x="449" y="387"/>
                    <a:pt x="449" y="397"/>
                  </a:cubicBezTo>
                  <a:cubicBezTo>
                    <a:pt x="449" y="402"/>
                    <a:pt x="449" y="402"/>
                    <a:pt x="449" y="402"/>
                  </a:cubicBezTo>
                  <a:cubicBezTo>
                    <a:pt x="449" y="417"/>
                    <a:pt x="444" y="434"/>
                    <a:pt x="446" y="449"/>
                  </a:cubicBezTo>
                  <a:cubicBezTo>
                    <a:pt x="446" y="451"/>
                    <a:pt x="447" y="454"/>
                    <a:pt x="448" y="456"/>
                  </a:cubicBezTo>
                  <a:cubicBezTo>
                    <a:pt x="415" y="441"/>
                    <a:pt x="382" y="421"/>
                    <a:pt x="363" y="411"/>
                  </a:cubicBezTo>
                  <a:cubicBezTo>
                    <a:pt x="359" y="409"/>
                    <a:pt x="353" y="407"/>
                    <a:pt x="346" y="404"/>
                  </a:cubicBezTo>
                  <a:cubicBezTo>
                    <a:pt x="340" y="399"/>
                    <a:pt x="334" y="394"/>
                    <a:pt x="329" y="387"/>
                  </a:cubicBezTo>
                  <a:cubicBezTo>
                    <a:pt x="305" y="360"/>
                    <a:pt x="305" y="331"/>
                    <a:pt x="305" y="297"/>
                  </a:cubicBezTo>
                  <a:cubicBezTo>
                    <a:pt x="305" y="285"/>
                    <a:pt x="305" y="285"/>
                    <a:pt x="305" y="285"/>
                  </a:cubicBezTo>
                  <a:cubicBezTo>
                    <a:pt x="305" y="269"/>
                    <a:pt x="310" y="254"/>
                    <a:pt x="315" y="239"/>
                  </a:cubicBezTo>
                  <a:cubicBezTo>
                    <a:pt x="321" y="223"/>
                    <a:pt x="327" y="206"/>
                    <a:pt x="326" y="188"/>
                  </a:cubicBezTo>
                  <a:cubicBezTo>
                    <a:pt x="326" y="180"/>
                    <a:pt x="325" y="172"/>
                    <a:pt x="323" y="165"/>
                  </a:cubicBezTo>
                  <a:cubicBezTo>
                    <a:pt x="322" y="156"/>
                    <a:pt x="321" y="148"/>
                    <a:pt x="321" y="140"/>
                  </a:cubicBezTo>
                  <a:cubicBezTo>
                    <a:pt x="321" y="134"/>
                    <a:pt x="322" y="128"/>
                    <a:pt x="323" y="121"/>
                  </a:cubicBezTo>
                  <a:cubicBezTo>
                    <a:pt x="326" y="109"/>
                    <a:pt x="328" y="98"/>
                    <a:pt x="324" y="88"/>
                  </a:cubicBezTo>
                  <a:cubicBezTo>
                    <a:pt x="317" y="65"/>
                    <a:pt x="318" y="38"/>
                    <a:pt x="320" y="30"/>
                  </a:cubicBezTo>
                  <a:cubicBezTo>
                    <a:pt x="321" y="27"/>
                    <a:pt x="322" y="26"/>
                    <a:pt x="324" y="26"/>
                  </a:cubicBezTo>
                  <a:cubicBezTo>
                    <a:pt x="326" y="25"/>
                    <a:pt x="327" y="27"/>
                    <a:pt x="329" y="29"/>
                  </a:cubicBezTo>
                  <a:cubicBezTo>
                    <a:pt x="333" y="25"/>
                    <a:pt x="333" y="25"/>
                    <a:pt x="333" y="25"/>
                  </a:cubicBezTo>
                  <a:cubicBezTo>
                    <a:pt x="332" y="21"/>
                    <a:pt x="326" y="17"/>
                    <a:pt x="322" y="18"/>
                  </a:cubicBezTo>
                  <a:cubicBezTo>
                    <a:pt x="317" y="19"/>
                    <a:pt x="314" y="23"/>
                    <a:pt x="313" y="28"/>
                  </a:cubicBezTo>
                  <a:cubicBezTo>
                    <a:pt x="310" y="37"/>
                    <a:pt x="309" y="65"/>
                    <a:pt x="317" y="90"/>
                  </a:cubicBezTo>
                  <a:cubicBezTo>
                    <a:pt x="320" y="98"/>
                    <a:pt x="318" y="109"/>
                    <a:pt x="316" y="119"/>
                  </a:cubicBezTo>
                  <a:cubicBezTo>
                    <a:pt x="314" y="126"/>
                    <a:pt x="313" y="133"/>
                    <a:pt x="313" y="140"/>
                  </a:cubicBezTo>
                  <a:cubicBezTo>
                    <a:pt x="313" y="149"/>
                    <a:pt x="314" y="158"/>
                    <a:pt x="315" y="166"/>
                  </a:cubicBezTo>
                  <a:cubicBezTo>
                    <a:pt x="317" y="173"/>
                    <a:pt x="318" y="181"/>
                    <a:pt x="318" y="189"/>
                  </a:cubicBezTo>
                  <a:cubicBezTo>
                    <a:pt x="319" y="205"/>
                    <a:pt x="313" y="220"/>
                    <a:pt x="308" y="236"/>
                  </a:cubicBezTo>
                  <a:cubicBezTo>
                    <a:pt x="302" y="251"/>
                    <a:pt x="297" y="267"/>
                    <a:pt x="297" y="285"/>
                  </a:cubicBezTo>
                  <a:cubicBezTo>
                    <a:pt x="297" y="297"/>
                    <a:pt x="297" y="297"/>
                    <a:pt x="297" y="297"/>
                  </a:cubicBezTo>
                  <a:cubicBezTo>
                    <a:pt x="297" y="332"/>
                    <a:pt x="297" y="363"/>
                    <a:pt x="323" y="393"/>
                  </a:cubicBezTo>
                  <a:cubicBezTo>
                    <a:pt x="324" y="394"/>
                    <a:pt x="326" y="396"/>
                    <a:pt x="328" y="398"/>
                  </a:cubicBezTo>
                  <a:cubicBezTo>
                    <a:pt x="300" y="389"/>
                    <a:pt x="264" y="381"/>
                    <a:pt x="237" y="381"/>
                  </a:cubicBezTo>
                  <a:cubicBezTo>
                    <a:pt x="227" y="381"/>
                    <a:pt x="218" y="379"/>
                    <a:pt x="208" y="377"/>
                  </a:cubicBezTo>
                  <a:cubicBezTo>
                    <a:pt x="204" y="375"/>
                    <a:pt x="199" y="373"/>
                    <a:pt x="195" y="371"/>
                  </a:cubicBezTo>
                  <a:cubicBezTo>
                    <a:pt x="191" y="367"/>
                    <a:pt x="186" y="364"/>
                    <a:pt x="182" y="362"/>
                  </a:cubicBezTo>
                  <a:cubicBezTo>
                    <a:pt x="171" y="352"/>
                    <a:pt x="163" y="339"/>
                    <a:pt x="160" y="325"/>
                  </a:cubicBezTo>
                  <a:cubicBezTo>
                    <a:pt x="154" y="301"/>
                    <a:pt x="157" y="275"/>
                    <a:pt x="170" y="249"/>
                  </a:cubicBezTo>
                  <a:cubicBezTo>
                    <a:pt x="175" y="238"/>
                    <a:pt x="180" y="227"/>
                    <a:pt x="184" y="214"/>
                  </a:cubicBezTo>
                  <a:cubicBezTo>
                    <a:pt x="187" y="207"/>
                    <a:pt x="187" y="207"/>
                    <a:pt x="187" y="207"/>
                  </a:cubicBezTo>
                  <a:cubicBezTo>
                    <a:pt x="189" y="203"/>
                    <a:pt x="191" y="200"/>
                    <a:pt x="192" y="195"/>
                  </a:cubicBezTo>
                  <a:cubicBezTo>
                    <a:pt x="192" y="194"/>
                    <a:pt x="192" y="188"/>
                    <a:pt x="198" y="185"/>
                  </a:cubicBezTo>
                  <a:moveTo>
                    <a:pt x="990" y="344"/>
                  </a:moveTo>
                  <a:cubicBezTo>
                    <a:pt x="989" y="340"/>
                    <a:pt x="988" y="327"/>
                    <a:pt x="988" y="323"/>
                  </a:cubicBezTo>
                  <a:cubicBezTo>
                    <a:pt x="990" y="313"/>
                    <a:pt x="997" y="304"/>
                    <a:pt x="1004" y="295"/>
                  </a:cubicBezTo>
                  <a:cubicBezTo>
                    <a:pt x="1005" y="295"/>
                    <a:pt x="1005" y="295"/>
                    <a:pt x="1005" y="295"/>
                  </a:cubicBezTo>
                  <a:cubicBezTo>
                    <a:pt x="1008" y="291"/>
                    <a:pt x="1008" y="291"/>
                    <a:pt x="1008" y="291"/>
                  </a:cubicBezTo>
                  <a:cubicBezTo>
                    <a:pt x="1013" y="285"/>
                    <a:pt x="1018" y="280"/>
                    <a:pt x="1018" y="270"/>
                  </a:cubicBezTo>
                  <a:cubicBezTo>
                    <a:pt x="1018" y="260"/>
                    <a:pt x="1017" y="254"/>
                    <a:pt x="1012" y="247"/>
                  </a:cubicBezTo>
                  <a:cubicBezTo>
                    <a:pt x="1007" y="240"/>
                    <a:pt x="1002" y="241"/>
                    <a:pt x="1002" y="241"/>
                  </a:cubicBezTo>
                  <a:cubicBezTo>
                    <a:pt x="1005" y="255"/>
                    <a:pt x="1005" y="255"/>
                    <a:pt x="1005" y="255"/>
                  </a:cubicBezTo>
                  <a:cubicBezTo>
                    <a:pt x="1009" y="261"/>
                    <a:pt x="1011" y="265"/>
                    <a:pt x="1010" y="270"/>
                  </a:cubicBezTo>
                  <a:cubicBezTo>
                    <a:pt x="1010" y="275"/>
                    <a:pt x="1007" y="281"/>
                    <a:pt x="1002" y="286"/>
                  </a:cubicBezTo>
                  <a:cubicBezTo>
                    <a:pt x="999" y="290"/>
                    <a:pt x="999" y="290"/>
                    <a:pt x="999" y="290"/>
                  </a:cubicBezTo>
                  <a:cubicBezTo>
                    <a:pt x="998" y="290"/>
                    <a:pt x="998" y="290"/>
                    <a:pt x="998" y="290"/>
                  </a:cubicBezTo>
                  <a:cubicBezTo>
                    <a:pt x="993" y="296"/>
                    <a:pt x="988" y="303"/>
                    <a:pt x="985" y="310"/>
                  </a:cubicBezTo>
                  <a:cubicBezTo>
                    <a:pt x="984" y="314"/>
                    <a:pt x="979" y="325"/>
                    <a:pt x="978" y="327"/>
                  </a:cubicBezTo>
                  <a:cubicBezTo>
                    <a:pt x="975" y="334"/>
                    <a:pt x="972" y="338"/>
                    <a:pt x="968" y="339"/>
                  </a:cubicBezTo>
                  <a:cubicBezTo>
                    <a:pt x="965" y="340"/>
                    <a:pt x="960" y="340"/>
                    <a:pt x="954" y="335"/>
                  </a:cubicBezTo>
                  <a:moveTo>
                    <a:pt x="954" y="336"/>
                  </a:moveTo>
                  <a:cubicBezTo>
                    <a:pt x="959" y="340"/>
                    <a:pt x="961" y="347"/>
                    <a:pt x="969" y="345"/>
                  </a:cubicBezTo>
                  <a:cubicBezTo>
                    <a:pt x="974" y="344"/>
                    <a:pt x="978" y="341"/>
                    <a:pt x="982" y="334"/>
                  </a:cubicBezTo>
                  <a:moveTo>
                    <a:pt x="915" y="162"/>
                  </a:moveTo>
                  <a:cubicBezTo>
                    <a:pt x="919" y="138"/>
                    <a:pt x="923" y="126"/>
                    <a:pt x="905" y="123"/>
                  </a:cubicBezTo>
                  <a:cubicBezTo>
                    <a:pt x="901" y="122"/>
                    <a:pt x="898" y="124"/>
                    <a:pt x="898" y="124"/>
                  </a:cubicBezTo>
                  <a:cubicBezTo>
                    <a:pt x="904" y="130"/>
                    <a:pt x="904" y="130"/>
                    <a:pt x="904" y="130"/>
                  </a:cubicBezTo>
                  <a:cubicBezTo>
                    <a:pt x="913" y="132"/>
                    <a:pt x="917" y="134"/>
                    <a:pt x="912" y="161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7" name="Freeform 212">
              <a:extLst>
                <a:ext uri="{FF2B5EF4-FFF2-40B4-BE49-F238E27FC236}">
                  <a16:creationId xmlns:a16="http://schemas.microsoft.com/office/drawing/2014/main" id="{59795EF2-9101-43A9-8848-C41531042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2107"/>
              <a:ext cx="173" cy="153"/>
            </a:xfrm>
            <a:custGeom>
              <a:avLst/>
              <a:gdLst>
                <a:gd name="T0" fmla="*/ 944 w 74"/>
                <a:gd name="T1" fmla="*/ 963 h 61"/>
                <a:gd name="T2" fmla="*/ 0 w 74"/>
                <a:gd name="T3" fmla="*/ 0 h 61"/>
                <a:gd name="T4" fmla="*/ 944 w 74"/>
                <a:gd name="T5" fmla="*/ 96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61">
                  <a:moveTo>
                    <a:pt x="74" y="61"/>
                  </a:moveTo>
                  <a:cubicBezTo>
                    <a:pt x="63" y="40"/>
                    <a:pt x="29" y="13"/>
                    <a:pt x="0" y="0"/>
                  </a:cubicBezTo>
                  <a:cubicBezTo>
                    <a:pt x="12" y="5"/>
                    <a:pt x="68" y="52"/>
                    <a:pt x="74" y="61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8" name="Freeform 213">
              <a:extLst>
                <a:ext uri="{FF2B5EF4-FFF2-40B4-BE49-F238E27FC236}">
                  <a16:creationId xmlns:a16="http://schemas.microsoft.com/office/drawing/2014/main" id="{4A722585-CD92-4643-89A9-EF6CD1CDA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788"/>
              <a:ext cx="215" cy="120"/>
            </a:xfrm>
            <a:custGeom>
              <a:avLst/>
              <a:gdLst>
                <a:gd name="T0" fmla="*/ 1173 w 92"/>
                <a:gd name="T1" fmla="*/ 750 h 48"/>
                <a:gd name="T2" fmla="*/ 432 w 92"/>
                <a:gd name="T3" fmla="*/ 283 h 48"/>
                <a:gd name="T4" fmla="*/ 0 w 92"/>
                <a:gd name="T5" fmla="*/ 0 h 48"/>
                <a:gd name="T6" fmla="*/ 486 w 92"/>
                <a:gd name="T7" fmla="*/ 375 h 48"/>
                <a:gd name="T8" fmla="*/ 1173 w 92"/>
                <a:gd name="T9" fmla="*/ 75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48">
                  <a:moveTo>
                    <a:pt x="92" y="48"/>
                  </a:moveTo>
                  <a:cubicBezTo>
                    <a:pt x="75" y="43"/>
                    <a:pt x="46" y="26"/>
                    <a:pt x="34" y="18"/>
                  </a:cubicBezTo>
                  <a:cubicBezTo>
                    <a:pt x="22" y="10"/>
                    <a:pt x="4" y="1"/>
                    <a:pt x="0" y="0"/>
                  </a:cubicBezTo>
                  <a:cubicBezTo>
                    <a:pt x="10" y="3"/>
                    <a:pt x="21" y="14"/>
                    <a:pt x="38" y="24"/>
                  </a:cubicBezTo>
                  <a:cubicBezTo>
                    <a:pt x="54" y="35"/>
                    <a:pt x="92" y="48"/>
                    <a:pt x="92" y="48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9" name="Freeform 214">
              <a:extLst>
                <a:ext uri="{FF2B5EF4-FFF2-40B4-BE49-F238E27FC236}">
                  <a16:creationId xmlns:a16="http://schemas.microsoft.com/office/drawing/2014/main" id="{87B46883-8B36-43F9-A98C-7660958B0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728"/>
              <a:ext cx="161" cy="38"/>
            </a:xfrm>
            <a:custGeom>
              <a:avLst/>
              <a:gdLst>
                <a:gd name="T0" fmla="*/ 877 w 69"/>
                <a:gd name="T1" fmla="*/ 243 h 15"/>
                <a:gd name="T2" fmla="*/ 0 w 6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15">
                  <a:moveTo>
                    <a:pt x="69" y="15"/>
                  </a:moveTo>
                  <a:cubicBezTo>
                    <a:pt x="59" y="11"/>
                    <a:pt x="19" y="2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0" name="Freeform 215">
              <a:extLst>
                <a:ext uri="{FF2B5EF4-FFF2-40B4-BE49-F238E27FC236}">
                  <a16:creationId xmlns:a16="http://schemas.microsoft.com/office/drawing/2014/main" id="{89CA1EFA-B9F1-40F2-8700-E0806E2D0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55"/>
              <a:ext cx="169" cy="123"/>
            </a:xfrm>
            <a:custGeom>
              <a:avLst/>
              <a:gdLst>
                <a:gd name="T0" fmla="*/ 0 w 72"/>
                <a:gd name="T1" fmla="*/ 776 h 49"/>
                <a:gd name="T2" fmla="*/ 932 w 72"/>
                <a:gd name="T3" fmla="*/ 0 h 49"/>
                <a:gd name="T4" fmla="*/ 0 w 72"/>
                <a:gd name="T5" fmla="*/ 77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9">
                  <a:moveTo>
                    <a:pt x="0" y="49"/>
                  </a:moveTo>
                  <a:cubicBezTo>
                    <a:pt x="48" y="5"/>
                    <a:pt x="58" y="1"/>
                    <a:pt x="72" y="0"/>
                  </a:cubicBezTo>
                  <a:cubicBezTo>
                    <a:pt x="59" y="3"/>
                    <a:pt x="19" y="33"/>
                    <a:pt x="0" y="49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1" name="Freeform 216">
              <a:extLst>
                <a:ext uri="{FF2B5EF4-FFF2-40B4-BE49-F238E27FC236}">
                  <a16:creationId xmlns:a16="http://schemas.microsoft.com/office/drawing/2014/main" id="{C5B27F6E-01E5-4975-B896-4182B8727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703"/>
              <a:ext cx="30" cy="272"/>
            </a:xfrm>
            <a:custGeom>
              <a:avLst/>
              <a:gdLst>
                <a:gd name="T0" fmla="*/ 0 w 13"/>
                <a:gd name="T1" fmla="*/ 0 h 109"/>
                <a:gd name="T2" fmla="*/ 159 w 13"/>
                <a:gd name="T3" fmla="*/ 871 h 109"/>
                <a:gd name="T4" fmla="*/ 65 w 13"/>
                <a:gd name="T5" fmla="*/ 1694 h 109"/>
                <a:gd name="T6" fmla="*/ 134 w 13"/>
                <a:gd name="T7" fmla="*/ 871 h 109"/>
                <a:gd name="T8" fmla="*/ 0 w 13"/>
                <a:gd name="T9" fmla="*/ 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9">
                  <a:moveTo>
                    <a:pt x="0" y="0"/>
                  </a:moveTo>
                  <a:cubicBezTo>
                    <a:pt x="5" y="12"/>
                    <a:pt x="13" y="28"/>
                    <a:pt x="13" y="56"/>
                  </a:cubicBezTo>
                  <a:cubicBezTo>
                    <a:pt x="13" y="84"/>
                    <a:pt x="5" y="98"/>
                    <a:pt x="5" y="109"/>
                  </a:cubicBezTo>
                  <a:cubicBezTo>
                    <a:pt x="4" y="98"/>
                    <a:pt x="11" y="70"/>
                    <a:pt x="11" y="56"/>
                  </a:cubicBezTo>
                  <a:cubicBezTo>
                    <a:pt x="11" y="37"/>
                    <a:pt x="3" y="5"/>
                    <a:pt x="0" y="0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2" name="Freeform 217">
              <a:extLst>
                <a:ext uri="{FF2B5EF4-FFF2-40B4-BE49-F238E27FC236}">
                  <a16:creationId xmlns:a16="http://schemas.microsoft.com/office/drawing/2014/main" id="{A574489D-15E4-44AA-8115-D5A9C4FD6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626"/>
              <a:ext cx="56" cy="235"/>
            </a:xfrm>
            <a:custGeom>
              <a:avLst/>
              <a:gdLst>
                <a:gd name="T0" fmla="*/ 229 w 24"/>
                <a:gd name="T1" fmla="*/ 1470 h 94"/>
                <a:gd name="T2" fmla="*/ 77 w 24"/>
                <a:gd name="T3" fmla="*/ 250 h 94"/>
                <a:gd name="T4" fmla="*/ 0 w 24"/>
                <a:gd name="T5" fmla="*/ 0 h 94"/>
                <a:gd name="T6" fmla="*/ 152 w 24"/>
                <a:gd name="T7" fmla="*/ 675 h 94"/>
                <a:gd name="T8" fmla="*/ 229 w 24"/>
                <a:gd name="T9" fmla="*/ 147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94">
                  <a:moveTo>
                    <a:pt x="18" y="94"/>
                  </a:moveTo>
                  <a:cubicBezTo>
                    <a:pt x="24" y="68"/>
                    <a:pt x="14" y="37"/>
                    <a:pt x="6" y="16"/>
                  </a:cubicBezTo>
                  <a:cubicBezTo>
                    <a:pt x="4" y="10"/>
                    <a:pt x="2" y="4"/>
                    <a:pt x="0" y="0"/>
                  </a:cubicBezTo>
                  <a:cubicBezTo>
                    <a:pt x="4" y="12"/>
                    <a:pt x="8" y="25"/>
                    <a:pt x="12" y="43"/>
                  </a:cubicBezTo>
                  <a:cubicBezTo>
                    <a:pt x="16" y="60"/>
                    <a:pt x="20" y="71"/>
                    <a:pt x="18" y="94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3" name="Freeform 218">
              <a:extLst>
                <a:ext uri="{FF2B5EF4-FFF2-40B4-BE49-F238E27FC236}">
                  <a16:creationId xmlns:a16="http://schemas.microsoft.com/office/drawing/2014/main" id="{ACA8C1C7-8FEA-4081-A0A2-8E3369254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329"/>
              <a:ext cx="33" cy="165"/>
            </a:xfrm>
            <a:custGeom>
              <a:avLst/>
              <a:gdLst>
                <a:gd name="T0" fmla="*/ 144 w 14"/>
                <a:gd name="T1" fmla="*/ 1033 h 66"/>
                <a:gd name="T2" fmla="*/ 0 w 14"/>
                <a:gd name="T3" fmla="*/ 0 h 66"/>
                <a:gd name="T4" fmla="*/ 144 w 14"/>
                <a:gd name="T5" fmla="*/ 1033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6">
                  <a:moveTo>
                    <a:pt x="11" y="66"/>
                  </a:moveTo>
                  <a:cubicBezTo>
                    <a:pt x="14" y="41"/>
                    <a:pt x="3" y="10"/>
                    <a:pt x="0" y="0"/>
                  </a:cubicBezTo>
                  <a:cubicBezTo>
                    <a:pt x="2" y="7"/>
                    <a:pt x="11" y="54"/>
                    <a:pt x="11" y="66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4" name="Freeform 219">
              <a:extLst>
                <a:ext uri="{FF2B5EF4-FFF2-40B4-BE49-F238E27FC236}">
                  <a16:creationId xmlns:a16="http://schemas.microsoft.com/office/drawing/2014/main" id="{B062F97F-D43B-4718-9F70-5A57D7CEC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975"/>
              <a:ext cx="21" cy="23"/>
            </a:xfrm>
            <a:custGeom>
              <a:avLst/>
              <a:gdLst>
                <a:gd name="T0" fmla="*/ 114 w 9"/>
                <a:gd name="T1" fmla="*/ 51 h 9"/>
                <a:gd name="T2" fmla="*/ 12 w 9"/>
                <a:gd name="T3" fmla="*/ 33 h 9"/>
                <a:gd name="T4" fmla="*/ 0 w 9"/>
                <a:gd name="T5" fmla="*/ 130 h 9"/>
                <a:gd name="T6" fmla="*/ 114 w 9"/>
                <a:gd name="T7" fmla="*/ 8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6" y="2"/>
                    <a:pt x="3" y="0"/>
                    <a:pt x="1" y="2"/>
                  </a:cubicBezTo>
                  <a:cubicBezTo>
                    <a:pt x="3" y="4"/>
                    <a:pt x="2" y="6"/>
                    <a:pt x="0" y="8"/>
                  </a:cubicBezTo>
                  <a:cubicBezTo>
                    <a:pt x="4" y="9"/>
                    <a:pt x="6" y="6"/>
                    <a:pt x="9" y="5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5" name="Freeform 220">
              <a:extLst>
                <a:ext uri="{FF2B5EF4-FFF2-40B4-BE49-F238E27FC236}">
                  <a16:creationId xmlns:a16="http://schemas.microsoft.com/office/drawing/2014/main" id="{DD1DE9AF-6400-468D-AA61-ED4EA872F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434"/>
              <a:ext cx="19" cy="18"/>
            </a:xfrm>
            <a:custGeom>
              <a:avLst/>
              <a:gdLst>
                <a:gd name="T0" fmla="*/ 107 w 8"/>
                <a:gd name="T1" fmla="*/ 21 h 7"/>
                <a:gd name="T2" fmla="*/ 12 w 8"/>
                <a:gd name="T3" fmla="*/ 0 h 7"/>
                <a:gd name="T4" fmla="*/ 29 w 8"/>
                <a:gd name="T5" fmla="*/ 118 h 7"/>
                <a:gd name="T6" fmla="*/ 69 w 8"/>
                <a:gd name="T7" fmla="*/ 8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6" y="5"/>
                    <a:pt x="2" y="4"/>
                    <a:pt x="1" y="0"/>
                  </a:cubicBezTo>
                  <a:cubicBezTo>
                    <a:pt x="0" y="2"/>
                    <a:pt x="1" y="5"/>
                    <a:pt x="2" y="7"/>
                  </a:cubicBezTo>
                  <a:cubicBezTo>
                    <a:pt x="3" y="7"/>
                    <a:pt x="4" y="6"/>
                    <a:pt x="5" y="5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6" name="Freeform 221">
              <a:extLst>
                <a:ext uri="{FF2B5EF4-FFF2-40B4-BE49-F238E27FC236}">
                  <a16:creationId xmlns:a16="http://schemas.microsoft.com/office/drawing/2014/main" id="{EDE05EDF-7F71-4FB0-9D43-5052FA128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389"/>
              <a:ext cx="17" cy="25"/>
            </a:xfrm>
            <a:custGeom>
              <a:avLst/>
              <a:gdLst>
                <a:gd name="T0" fmla="*/ 100 w 7"/>
                <a:gd name="T1" fmla="*/ 0 h 10"/>
                <a:gd name="T2" fmla="*/ 0 w 7"/>
                <a:gd name="T3" fmla="*/ 33 h 10"/>
                <a:gd name="T4" fmla="*/ 29 w 7"/>
                <a:gd name="T5" fmla="*/ 125 h 10"/>
                <a:gd name="T6" fmla="*/ 87 w 7"/>
                <a:gd name="T7" fmla="*/ 3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5" y="3"/>
                    <a:pt x="3" y="5"/>
                    <a:pt x="0" y="2"/>
                  </a:cubicBezTo>
                  <a:cubicBezTo>
                    <a:pt x="1" y="3"/>
                    <a:pt x="1" y="8"/>
                    <a:pt x="2" y="8"/>
                  </a:cubicBezTo>
                  <a:cubicBezTo>
                    <a:pt x="5" y="10"/>
                    <a:pt x="6" y="4"/>
                    <a:pt x="6" y="2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7" name="Freeform 222">
              <a:extLst>
                <a:ext uri="{FF2B5EF4-FFF2-40B4-BE49-F238E27FC236}">
                  <a16:creationId xmlns:a16="http://schemas.microsoft.com/office/drawing/2014/main" id="{3452F208-EBC6-4E55-A341-BBF4684CA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175"/>
              <a:ext cx="96" cy="144"/>
            </a:xfrm>
            <a:custGeom>
              <a:avLst/>
              <a:gdLst>
                <a:gd name="T0" fmla="*/ 527 w 41"/>
                <a:gd name="T1" fmla="*/ 0 h 58"/>
                <a:gd name="T2" fmla="*/ 363 w 41"/>
                <a:gd name="T3" fmla="*/ 444 h 58"/>
                <a:gd name="T4" fmla="*/ 0 w 41"/>
                <a:gd name="T5" fmla="*/ 889 h 58"/>
                <a:gd name="T6" fmla="*/ 323 w 41"/>
                <a:gd name="T7" fmla="*/ 400 h 58"/>
                <a:gd name="T8" fmla="*/ 527 w 41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8">
                  <a:moveTo>
                    <a:pt x="41" y="0"/>
                  </a:moveTo>
                  <a:cubicBezTo>
                    <a:pt x="36" y="4"/>
                    <a:pt x="34" y="15"/>
                    <a:pt x="28" y="29"/>
                  </a:cubicBezTo>
                  <a:cubicBezTo>
                    <a:pt x="23" y="44"/>
                    <a:pt x="9" y="55"/>
                    <a:pt x="0" y="58"/>
                  </a:cubicBezTo>
                  <a:cubicBezTo>
                    <a:pt x="8" y="56"/>
                    <a:pt x="20" y="42"/>
                    <a:pt x="25" y="26"/>
                  </a:cubicBezTo>
                  <a:cubicBezTo>
                    <a:pt x="29" y="10"/>
                    <a:pt x="36" y="1"/>
                    <a:pt x="41" y="0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8" name="Freeform 223">
              <a:extLst>
                <a:ext uri="{FF2B5EF4-FFF2-40B4-BE49-F238E27FC236}">
                  <a16:creationId xmlns:a16="http://schemas.microsoft.com/office/drawing/2014/main" id="{9F684093-5CEC-4F20-A3F0-F1F7C526F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494"/>
              <a:ext cx="75" cy="142"/>
            </a:xfrm>
            <a:custGeom>
              <a:avLst/>
              <a:gdLst>
                <a:gd name="T0" fmla="*/ 0 w 32"/>
                <a:gd name="T1" fmla="*/ 0 h 57"/>
                <a:gd name="T2" fmla="*/ 298 w 32"/>
                <a:gd name="T3" fmla="*/ 570 h 57"/>
                <a:gd name="T4" fmla="*/ 413 w 32"/>
                <a:gd name="T5" fmla="*/ 882 h 57"/>
                <a:gd name="T6" fmla="*/ 230 w 32"/>
                <a:gd name="T7" fmla="*/ 528 h 57"/>
                <a:gd name="T8" fmla="*/ 0 w 32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7">
                  <a:moveTo>
                    <a:pt x="0" y="0"/>
                  </a:moveTo>
                  <a:cubicBezTo>
                    <a:pt x="9" y="6"/>
                    <a:pt x="17" y="20"/>
                    <a:pt x="23" y="37"/>
                  </a:cubicBezTo>
                  <a:cubicBezTo>
                    <a:pt x="29" y="53"/>
                    <a:pt x="31" y="56"/>
                    <a:pt x="32" y="57"/>
                  </a:cubicBezTo>
                  <a:cubicBezTo>
                    <a:pt x="26" y="55"/>
                    <a:pt x="21" y="42"/>
                    <a:pt x="18" y="34"/>
                  </a:cubicBezTo>
                  <a:cubicBezTo>
                    <a:pt x="15" y="26"/>
                    <a:pt x="9" y="7"/>
                    <a:pt x="0" y="0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9" name="Freeform 224">
              <a:extLst>
                <a:ext uri="{FF2B5EF4-FFF2-40B4-BE49-F238E27FC236}">
                  <a16:creationId xmlns:a16="http://schemas.microsoft.com/office/drawing/2014/main" id="{7225307F-C03F-4976-AF1A-1ECBC33D9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781"/>
              <a:ext cx="107" cy="217"/>
            </a:xfrm>
            <a:custGeom>
              <a:avLst/>
              <a:gdLst>
                <a:gd name="T0" fmla="*/ 326 w 46"/>
                <a:gd name="T1" fmla="*/ 167 h 87"/>
                <a:gd name="T2" fmla="*/ 477 w 46"/>
                <a:gd name="T3" fmla="*/ 511 h 87"/>
                <a:gd name="T4" fmla="*/ 400 w 46"/>
                <a:gd name="T5" fmla="*/ 746 h 87"/>
                <a:gd name="T6" fmla="*/ 302 w 46"/>
                <a:gd name="T7" fmla="*/ 883 h 87"/>
                <a:gd name="T8" fmla="*/ 0 w 46"/>
                <a:gd name="T9" fmla="*/ 1040 h 87"/>
                <a:gd name="T10" fmla="*/ 0 w 46"/>
                <a:gd name="T11" fmla="*/ 1058 h 87"/>
                <a:gd name="T12" fmla="*/ 126 w 46"/>
                <a:gd name="T13" fmla="*/ 1028 h 87"/>
                <a:gd name="T14" fmla="*/ 254 w 46"/>
                <a:gd name="T15" fmla="*/ 995 h 87"/>
                <a:gd name="T16" fmla="*/ 216 w 46"/>
                <a:gd name="T17" fmla="*/ 1349 h 87"/>
                <a:gd name="T18" fmla="*/ 216 w 46"/>
                <a:gd name="T19" fmla="*/ 1349 h 87"/>
                <a:gd name="T20" fmla="*/ 351 w 46"/>
                <a:gd name="T21" fmla="*/ 945 h 87"/>
                <a:gd name="T22" fmla="*/ 454 w 46"/>
                <a:gd name="T23" fmla="*/ 821 h 87"/>
                <a:gd name="T24" fmla="*/ 579 w 46"/>
                <a:gd name="T25" fmla="*/ 499 h 87"/>
                <a:gd name="T26" fmla="*/ 388 w 46"/>
                <a:gd name="T27" fmla="*/ 62 h 87"/>
                <a:gd name="T28" fmla="*/ 188 w 46"/>
                <a:gd name="T29" fmla="*/ 105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87">
                  <a:moveTo>
                    <a:pt x="26" y="11"/>
                  </a:moveTo>
                  <a:cubicBezTo>
                    <a:pt x="34" y="14"/>
                    <a:pt x="38" y="22"/>
                    <a:pt x="38" y="33"/>
                  </a:cubicBezTo>
                  <a:cubicBezTo>
                    <a:pt x="38" y="39"/>
                    <a:pt x="37" y="44"/>
                    <a:pt x="32" y="48"/>
                  </a:cubicBezTo>
                  <a:cubicBezTo>
                    <a:pt x="30" y="51"/>
                    <a:pt x="24" y="57"/>
                    <a:pt x="24" y="57"/>
                  </a:cubicBezTo>
                  <a:cubicBezTo>
                    <a:pt x="17" y="63"/>
                    <a:pt x="3" y="62"/>
                    <a:pt x="0" y="67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6"/>
                    <a:pt x="6" y="66"/>
                    <a:pt x="10" y="66"/>
                  </a:cubicBezTo>
                  <a:cubicBezTo>
                    <a:pt x="12" y="66"/>
                    <a:pt x="18" y="65"/>
                    <a:pt x="20" y="64"/>
                  </a:cubicBezTo>
                  <a:cubicBezTo>
                    <a:pt x="18" y="71"/>
                    <a:pt x="16" y="79"/>
                    <a:pt x="17" y="87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6" y="77"/>
                    <a:pt x="24" y="69"/>
                    <a:pt x="28" y="61"/>
                  </a:cubicBezTo>
                  <a:cubicBezTo>
                    <a:pt x="30" y="58"/>
                    <a:pt x="33" y="55"/>
                    <a:pt x="36" y="53"/>
                  </a:cubicBezTo>
                  <a:cubicBezTo>
                    <a:pt x="41" y="48"/>
                    <a:pt x="46" y="42"/>
                    <a:pt x="46" y="32"/>
                  </a:cubicBezTo>
                  <a:cubicBezTo>
                    <a:pt x="46" y="19"/>
                    <a:pt x="42" y="9"/>
                    <a:pt x="31" y="4"/>
                  </a:cubicBezTo>
                  <a:cubicBezTo>
                    <a:pt x="22" y="0"/>
                    <a:pt x="16" y="4"/>
                    <a:pt x="15" y="7"/>
                  </a:cubicBezTo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0" name="Freeform 225">
              <a:extLst>
                <a:ext uri="{FF2B5EF4-FFF2-40B4-BE49-F238E27FC236}">
                  <a16:creationId xmlns:a16="http://schemas.microsoft.com/office/drawing/2014/main" id="{5292C30C-E140-4226-ABAC-85C546C90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1868"/>
              <a:ext cx="229" cy="332"/>
            </a:xfrm>
            <a:custGeom>
              <a:avLst/>
              <a:gdLst>
                <a:gd name="T0" fmla="*/ 1250 w 98"/>
                <a:gd name="T1" fmla="*/ 2069 h 133"/>
                <a:gd name="T2" fmla="*/ 1250 w 98"/>
                <a:gd name="T3" fmla="*/ 2069 h 133"/>
                <a:gd name="T4" fmla="*/ 507 w 98"/>
                <a:gd name="T5" fmla="*/ 811 h 133"/>
                <a:gd name="T6" fmla="*/ 152 w 98"/>
                <a:gd name="T7" fmla="*/ 250 h 133"/>
                <a:gd name="T8" fmla="*/ 201 w 98"/>
                <a:gd name="T9" fmla="*/ 167 h 133"/>
                <a:gd name="T10" fmla="*/ 180 w 98"/>
                <a:gd name="T11" fmla="*/ 0 h 133"/>
                <a:gd name="T12" fmla="*/ 12 w 98"/>
                <a:gd name="T13" fmla="*/ 200 h 133"/>
                <a:gd name="T14" fmla="*/ 432 w 98"/>
                <a:gd name="T15" fmla="*/ 884 h 133"/>
                <a:gd name="T16" fmla="*/ 743 w 98"/>
                <a:gd name="T17" fmla="*/ 1258 h 133"/>
                <a:gd name="T18" fmla="*/ 804 w 98"/>
                <a:gd name="T19" fmla="*/ 1415 h 133"/>
                <a:gd name="T20" fmla="*/ 715 w 98"/>
                <a:gd name="T21" fmla="*/ 1528 h 133"/>
                <a:gd name="T22" fmla="*/ 584 w 98"/>
                <a:gd name="T23" fmla="*/ 1837 h 133"/>
                <a:gd name="T24" fmla="*/ 584 w 98"/>
                <a:gd name="T25" fmla="*/ 1837 h 133"/>
                <a:gd name="T26" fmla="*/ 743 w 98"/>
                <a:gd name="T27" fmla="*/ 1570 h 133"/>
                <a:gd name="T28" fmla="*/ 869 w 98"/>
                <a:gd name="T29" fmla="*/ 1495 h 133"/>
                <a:gd name="T30" fmla="*/ 944 w 98"/>
                <a:gd name="T31" fmla="*/ 1495 h 133"/>
                <a:gd name="T32" fmla="*/ 1250 w 98"/>
                <a:gd name="T33" fmla="*/ 2069 h 1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8" h="133">
                  <a:moveTo>
                    <a:pt x="98" y="133"/>
                  </a:moveTo>
                  <a:cubicBezTo>
                    <a:pt x="98" y="133"/>
                    <a:pt x="98" y="133"/>
                    <a:pt x="98" y="133"/>
                  </a:cubicBezTo>
                  <a:cubicBezTo>
                    <a:pt x="94" y="114"/>
                    <a:pt x="78" y="87"/>
                    <a:pt x="40" y="52"/>
                  </a:cubicBezTo>
                  <a:cubicBezTo>
                    <a:pt x="19" y="33"/>
                    <a:pt x="11" y="21"/>
                    <a:pt x="12" y="16"/>
                  </a:cubicBezTo>
                  <a:cubicBezTo>
                    <a:pt x="12" y="14"/>
                    <a:pt x="12" y="13"/>
                    <a:pt x="16" y="1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1"/>
                    <a:pt x="2" y="8"/>
                    <a:pt x="1" y="13"/>
                  </a:cubicBezTo>
                  <a:cubicBezTo>
                    <a:pt x="0" y="20"/>
                    <a:pt x="6" y="31"/>
                    <a:pt x="34" y="57"/>
                  </a:cubicBezTo>
                  <a:cubicBezTo>
                    <a:pt x="43" y="66"/>
                    <a:pt x="51" y="74"/>
                    <a:pt x="58" y="81"/>
                  </a:cubicBezTo>
                  <a:cubicBezTo>
                    <a:pt x="64" y="86"/>
                    <a:pt x="63" y="90"/>
                    <a:pt x="63" y="91"/>
                  </a:cubicBezTo>
                  <a:cubicBezTo>
                    <a:pt x="62" y="95"/>
                    <a:pt x="60" y="96"/>
                    <a:pt x="56" y="98"/>
                  </a:cubicBezTo>
                  <a:cubicBezTo>
                    <a:pt x="50" y="101"/>
                    <a:pt x="46" y="105"/>
                    <a:pt x="46" y="118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6" y="110"/>
                    <a:pt x="52" y="104"/>
                    <a:pt x="58" y="101"/>
                  </a:cubicBezTo>
                  <a:cubicBezTo>
                    <a:pt x="61" y="100"/>
                    <a:pt x="65" y="99"/>
                    <a:pt x="68" y="96"/>
                  </a:cubicBezTo>
                  <a:cubicBezTo>
                    <a:pt x="69" y="95"/>
                    <a:pt x="72" y="95"/>
                    <a:pt x="74" y="96"/>
                  </a:cubicBezTo>
                  <a:cubicBezTo>
                    <a:pt x="86" y="111"/>
                    <a:pt x="96" y="124"/>
                    <a:pt x="98" y="133"/>
                  </a:cubicBez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1" name="Freeform 226">
              <a:extLst>
                <a:ext uri="{FF2B5EF4-FFF2-40B4-BE49-F238E27FC236}">
                  <a16:creationId xmlns:a16="http://schemas.microsoft.com/office/drawing/2014/main" id="{6D625D36-6C0F-44BB-B118-9FDCDBB7E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2182"/>
              <a:ext cx="377" cy="197"/>
            </a:xfrm>
            <a:custGeom>
              <a:avLst/>
              <a:gdLst>
                <a:gd name="T0" fmla="*/ 77 w 161"/>
                <a:gd name="T1" fmla="*/ 0 h 79"/>
                <a:gd name="T2" fmla="*/ 143 w 161"/>
                <a:gd name="T3" fmla="*/ 404 h 79"/>
                <a:gd name="T4" fmla="*/ 1129 w 161"/>
                <a:gd name="T5" fmla="*/ 790 h 79"/>
                <a:gd name="T6" fmla="*/ 1206 w 161"/>
                <a:gd name="T7" fmla="*/ 790 h 79"/>
                <a:gd name="T8" fmla="*/ 1271 w 161"/>
                <a:gd name="T9" fmla="*/ 903 h 79"/>
                <a:gd name="T10" fmla="*/ 1454 w 161"/>
                <a:gd name="T11" fmla="*/ 1224 h 79"/>
                <a:gd name="T12" fmla="*/ 1454 w 161"/>
                <a:gd name="T13" fmla="*/ 1224 h 79"/>
                <a:gd name="T14" fmla="*/ 1321 w 161"/>
                <a:gd name="T15" fmla="*/ 853 h 79"/>
                <a:gd name="T16" fmla="*/ 1300 w 161"/>
                <a:gd name="T17" fmla="*/ 790 h 79"/>
                <a:gd name="T18" fmla="*/ 1925 w 161"/>
                <a:gd name="T19" fmla="*/ 915 h 79"/>
                <a:gd name="T20" fmla="*/ 2068 w 161"/>
                <a:gd name="T21" fmla="*/ 1070 h 79"/>
                <a:gd name="T22" fmla="*/ 2068 w 161"/>
                <a:gd name="T23" fmla="*/ 1070 h 79"/>
                <a:gd name="T24" fmla="*/ 1953 w 161"/>
                <a:gd name="T25" fmla="*/ 883 h 79"/>
                <a:gd name="T26" fmla="*/ 1206 w 161"/>
                <a:gd name="T27" fmla="*/ 716 h 79"/>
                <a:gd name="T28" fmla="*/ 220 w 161"/>
                <a:gd name="T29" fmla="*/ 324 h 79"/>
                <a:gd name="T30" fmla="*/ 180 w 161"/>
                <a:gd name="T31" fmla="*/ 105 h 79"/>
                <a:gd name="T32" fmla="*/ 77 w 161"/>
                <a:gd name="T33" fmla="*/ 0 h 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1" h="79">
                  <a:moveTo>
                    <a:pt x="6" y="0"/>
                  </a:moveTo>
                  <a:cubicBezTo>
                    <a:pt x="0" y="5"/>
                    <a:pt x="5" y="19"/>
                    <a:pt x="11" y="26"/>
                  </a:cubicBezTo>
                  <a:cubicBezTo>
                    <a:pt x="24" y="41"/>
                    <a:pt x="53" y="51"/>
                    <a:pt x="88" y="51"/>
                  </a:cubicBezTo>
                  <a:cubicBezTo>
                    <a:pt x="90" y="52"/>
                    <a:pt x="93" y="51"/>
                    <a:pt x="94" y="51"/>
                  </a:cubicBezTo>
                  <a:cubicBezTo>
                    <a:pt x="97" y="53"/>
                    <a:pt x="98" y="55"/>
                    <a:pt x="99" y="58"/>
                  </a:cubicBezTo>
                  <a:cubicBezTo>
                    <a:pt x="101" y="62"/>
                    <a:pt x="103" y="67"/>
                    <a:pt x="113" y="79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04" y="68"/>
                    <a:pt x="104" y="59"/>
                    <a:pt x="103" y="55"/>
                  </a:cubicBezTo>
                  <a:cubicBezTo>
                    <a:pt x="102" y="53"/>
                    <a:pt x="102" y="52"/>
                    <a:pt x="101" y="51"/>
                  </a:cubicBezTo>
                  <a:cubicBezTo>
                    <a:pt x="136" y="50"/>
                    <a:pt x="141" y="50"/>
                    <a:pt x="150" y="59"/>
                  </a:cubicBezTo>
                  <a:cubicBezTo>
                    <a:pt x="161" y="69"/>
                    <a:pt x="161" y="69"/>
                    <a:pt x="161" y="69"/>
                  </a:cubicBezTo>
                  <a:cubicBezTo>
                    <a:pt x="161" y="69"/>
                    <a:pt x="161" y="69"/>
                    <a:pt x="161" y="69"/>
                  </a:cubicBezTo>
                  <a:cubicBezTo>
                    <a:pt x="152" y="57"/>
                    <a:pt x="152" y="57"/>
                    <a:pt x="152" y="57"/>
                  </a:cubicBezTo>
                  <a:cubicBezTo>
                    <a:pt x="141" y="45"/>
                    <a:pt x="137" y="45"/>
                    <a:pt x="94" y="46"/>
                  </a:cubicBezTo>
                  <a:cubicBezTo>
                    <a:pt x="59" y="47"/>
                    <a:pt x="29" y="35"/>
                    <a:pt x="17" y="21"/>
                  </a:cubicBezTo>
                  <a:cubicBezTo>
                    <a:pt x="12" y="16"/>
                    <a:pt x="13" y="12"/>
                    <a:pt x="14" y="7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2" name="Freeform 227">
              <a:extLst>
                <a:ext uri="{FF2B5EF4-FFF2-40B4-BE49-F238E27FC236}">
                  <a16:creationId xmlns:a16="http://schemas.microsoft.com/office/drawing/2014/main" id="{0B45ACD7-C45B-4197-A021-4B2876B06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382"/>
              <a:ext cx="507" cy="272"/>
            </a:xfrm>
            <a:custGeom>
              <a:avLst/>
              <a:gdLst>
                <a:gd name="T0" fmla="*/ 2680 w 217"/>
                <a:gd name="T1" fmla="*/ 1570 h 109"/>
                <a:gd name="T2" fmla="*/ 2577 w 217"/>
                <a:gd name="T3" fmla="*/ 1290 h 109"/>
                <a:gd name="T4" fmla="*/ 2107 w 217"/>
                <a:gd name="T5" fmla="*/ 561 h 109"/>
                <a:gd name="T6" fmla="*/ 1605 w 217"/>
                <a:gd name="T7" fmla="*/ 449 h 109"/>
                <a:gd name="T8" fmla="*/ 1173 w 217"/>
                <a:gd name="T9" fmla="*/ 354 h 109"/>
                <a:gd name="T10" fmla="*/ 857 w 217"/>
                <a:gd name="T11" fmla="*/ 262 h 109"/>
                <a:gd name="T12" fmla="*/ 547 w 217"/>
                <a:gd name="T13" fmla="*/ 0 h 109"/>
                <a:gd name="T14" fmla="*/ 547 w 217"/>
                <a:gd name="T15" fmla="*/ 0 h 109"/>
                <a:gd name="T16" fmla="*/ 703 w 217"/>
                <a:gd name="T17" fmla="*/ 250 h 109"/>
                <a:gd name="T18" fmla="*/ 703 w 217"/>
                <a:gd name="T19" fmla="*/ 292 h 109"/>
                <a:gd name="T20" fmla="*/ 523 w 217"/>
                <a:gd name="T21" fmla="*/ 354 h 109"/>
                <a:gd name="T22" fmla="*/ 0 w 217"/>
                <a:gd name="T23" fmla="*/ 374 h 109"/>
                <a:gd name="T24" fmla="*/ 0 w 217"/>
                <a:gd name="T25" fmla="*/ 374 h 109"/>
                <a:gd name="T26" fmla="*/ 535 w 217"/>
                <a:gd name="T27" fmla="*/ 404 h 109"/>
                <a:gd name="T28" fmla="*/ 984 w 217"/>
                <a:gd name="T29" fmla="*/ 387 h 109"/>
                <a:gd name="T30" fmla="*/ 1593 w 217"/>
                <a:gd name="T31" fmla="*/ 529 h 109"/>
                <a:gd name="T32" fmla="*/ 2079 w 217"/>
                <a:gd name="T33" fmla="*/ 684 h 109"/>
                <a:gd name="T34" fmla="*/ 2423 w 217"/>
                <a:gd name="T35" fmla="*/ 1340 h 109"/>
                <a:gd name="T36" fmla="*/ 2664 w 217"/>
                <a:gd name="T37" fmla="*/ 1694 h 109"/>
                <a:gd name="T38" fmla="*/ 2769 w 217"/>
                <a:gd name="T39" fmla="*/ 1662 h 109"/>
                <a:gd name="T40" fmla="*/ 2680 w 217"/>
                <a:gd name="T41" fmla="*/ 1570 h 1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17" h="109">
                  <a:moveTo>
                    <a:pt x="210" y="101"/>
                  </a:moveTo>
                  <a:cubicBezTo>
                    <a:pt x="208" y="101"/>
                    <a:pt x="204" y="89"/>
                    <a:pt x="202" y="83"/>
                  </a:cubicBezTo>
                  <a:cubicBezTo>
                    <a:pt x="196" y="67"/>
                    <a:pt x="187" y="44"/>
                    <a:pt x="165" y="36"/>
                  </a:cubicBezTo>
                  <a:cubicBezTo>
                    <a:pt x="154" y="32"/>
                    <a:pt x="140" y="30"/>
                    <a:pt x="126" y="29"/>
                  </a:cubicBezTo>
                  <a:cubicBezTo>
                    <a:pt x="115" y="27"/>
                    <a:pt x="103" y="26"/>
                    <a:pt x="92" y="23"/>
                  </a:cubicBezTo>
                  <a:cubicBezTo>
                    <a:pt x="89" y="22"/>
                    <a:pt x="71" y="19"/>
                    <a:pt x="67" y="17"/>
                  </a:cubicBezTo>
                  <a:cubicBezTo>
                    <a:pt x="57" y="14"/>
                    <a:pt x="50" y="9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7" y="6"/>
                    <a:pt x="50" y="12"/>
                    <a:pt x="55" y="16"/>
                  </a:cubicBezTo>
                  <a:cubicBezTo>
                    <a:pt x="56" y="17"/>
                    <a:pt x="56" y="19"/>
                    <a:pt x="55" y="19"/>
                  </a:cubicBezTo>
                  <a:cubicBezTo>
                    <a:pt x="49" y="20"/>
                    <a:pt x="46" y="22"/>
                    <a:pt x="41" y="23"/>
                  </a:cubicBezTo>
                  <a:cubicBezTo>
                    <a:pt x="30" y="26"/>
                    <a:pt x="19" y="31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1" y="32"/>
                    <a:pt x="30" y="29"/>
                    <a:pt x="42" y="26"/>
                  </a:cubicBezTo>
                  <a:cubicBezTo>
                    <a:pt x="51" y="24"/>
                    <a:pt x="60" y="21"/>
                    <a:pt x="77" y="25"/>
                  </a:cubicBezTo>
                  <a:cubicBezTo>
                    <a:pt x="92" y="30"/>
                    <a:pt x="110" y="32"/>
                    <a:pt x="125" y="34"/>
                  </a:cubicBezTo>
                  <a:cubicBezTo>
                    <a:pt x="139" y="36"/>
                    <a:pt x="152" y="40"/>
                    <a:pt x="163" y="44"/>
                  </a:cubicBezTo>
                  <a:cubicBezTo>
                    <a:pt x="181" y="51"/>
                    <a:pt x="185" y="71"/>
                    <a:pt x="190" y="86"/>
                  </a:cubicBezTo>
                  <a:cubicBezTo>
                    <a:pt x="195" y="98"/>
                    <a:pt x="197" y="107"/>
                    <a:pt x="209" y="109"/>
                  </a:cubicBezTo>
                  <a:cubicBezTo>
                    <a:pt x="214" y="109"/>
                    <a:pt x="217" y="107"/>
                    <a:pt x="217" y="107"/>
                  </a:cubicBezTo>
                  <a:cubicBezTo>
                    <a:pt x="212" y="104"/>
                    <a:pt x="210" y="101"/>
                    <a:pt x="210" y="101"/>
                  </a:cubicBez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3" name="Freeform 228">
              <a:extLst>
                <a:ext uri="{FF2B5EF4-FFF2-40B4-BE49-F238E27FC236}">
                  <a16:creationId xmlns:a16="http://schemas.microsoft.com/office/drawing/2014/main" id="{6C3183EC-27B6-4FA0-ACE0-E4D16D703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614"/>
              <a:ext cx="61" cy="134"/>
            </a:xfrm>
            <a:custGeom>
              <a:avLst/>
              <a:gdLst>
                <a:gd name="T0" fmla="*/ 0 w 26"/>
                <a:gd name="T1" fmla="*/ 702 h 54"/>
                <a:gd name="T2" fmla="*/ 28 w 26"/>
                <a:gd name="T3" fmla="*/ 764 h 54"/>
                <a:gd name="T4" fmla="*/ 181 w 26"/>
                <a:gd name="T5" fmla="*/ 782 h 54"/>
                <a:gd name="T6" fmla="*/ 221 w 26"/>
                <a:gd name="T7" fmla="*/ 0 h 54"/>
                <a:gd name="T8" fmla="*/ 221 w 26"/>
                <a:gd name="T9" fmla="*/ 0 h 54"/>
                <a:gd name="T10" fmla="*/ 143 w 26"/>
                <a:gd name="T11" fmla="*/ 660 h 54"/>
                <a:gd name="T12" fmla="*/ 115 w 26"/>
                <a:gd name="T13" fmla="*/ 66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4">
                  <a:moveTo>
                    <a:pt x="0" y="46"/>
                  </a:moveTo>
                  <a:cubicBezTo>
                    <a:pt x="0" y="46"/>
                    <a:pt x="0" y="47"/>
                    <a:pt x="2" y="50"/>
                  </a:cubicBezTo>
                  <a:cubicBezTo>
                    <a:pt x="5" y="53"/>
                    <a:pt x="10" y="54"/>
                    <a:pt x="14" y="51"/>
                  </a:cubicBezTo>
                  <a:cubicBezTo>
                    <a:pt x="23" y="46"/>
                    <a:pt x="26" y="27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5" y="25"/>
                    <a:pt x="15" y="40"/>
                    <a:pt x="11" y="43"/>
                  </a:cubicBezTo>
                  <a:cubicBezTo>
                    <a:pt x="10" y="43"/>
                    <a:pt x="9" y="43"/>
                    <a:pt x="9" y="43"/>
                  </a:cubicBezTo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4" name="Freeform 229">
              <a:extLst>
                <a:ext uri="{FF2B5EF4-FFF2-40B4-BE49-F238E27FC236}">
                  <a16:creationId xmlns:a16="http://schemas.microsoft.com/office/drawing/2014/main" id="{FB54C7AD-AFA8-4230-867D-403F6CD43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925"/>
              <a:ext cx="159" cy="305"/>
            </a:xfrm>
            <a:custGeom>
              <a:avLst/>
              <a:gdLst>
                <a:gd name="T0" fmla="*/ 870 w 68"/>
                <a:gd name="T1" fmla="*/ 83 h 122"/>
                <a:gd name="T2" fmla="*/ 678 w 68"/>
                <a:gd name="T3" fmla="*/ 33 h 122"/>
                <a:gd name="T4" fmla="*/ 295 w 68"/>
                <a:gd name="T5" fmla="*/ 720 h 122"/>
                <a:gd name="T6" fmla="*/ 295 w 68"/>
                <a:gd name="T7" fmla="*/ 833 h 122"/>
                <a:gd name="T8" fmla="*/ 278 w 68"/>
                <a:gd name="T9" fmla="*/ 1033 h 122"/>
                <a:gd name="T10" fmla="*/ 269 w 68"/>
                <a:gd name="T11" fmla="*/ 1095 h 122"/>
                <a:gd name="T12" fmla="*/ 180 w 68"/>
                <a:gd name="T13" fmla="*/ 1270 h 122"/>
                <a:gd name="T14" fmla="*/ 115 w 68"/>
                <a:gd name="T15" fmla="*/ 1333 h 122"/>
                <a:gd name="T16" fmla="*/ 28 w 68"/>
                <a:gd name="T17" fmla="*/ 1458 h 122"/>
                <a:gd name="T18" fmla="*/ 0 w 68"/>
                <a:gd name="T19" fmla="*/ 1658 h 122"/>
                <a:gd name="T20" fmla="*/ 0 w 68"/>
                <a:gd name="T21" fmla="*/ 1658 h 122"/>
                <a:gd name="T22" fmla="*/ 126 w 68"/>
                <a:gd name="T23" fmla="*/ 1395 h 122"/>
                <a:gd name="T24" fmla="*/ 334 w 68"/>
                <a:gd name="T25" fmla="*/ 1145 h 122"/>
                <a:gd name="T26" fmla="*/ 344 w 68"/>
                <a:gd name="T27" fmla="*/ 1113 h 122"/>
                <a:gd name="T28" fmla="*/ 344 w 68"/>
                <a:gd name="T29" fmla="*/ 1113 h 122"/>
                <a:gd name="T30" fmla="*/ 372 w 68"/>
                <a:gd name="T31" fmla="*/ 1220 h 122"/>
                <a:gd name="T32" fmla="*/ 372 w 68"/>
                <a:gd name="T33" fmla="*/ 1908 h 122"/>
                <a:gd name="T34" fmla="*/ 372 w 68"/>
                <a:gd name="T35" fmla="*/ 1908 h 122"/>
                <a:gd name="T36" fmla="*/ 437 w 68"/>
                <a:gd name="T37" fmla="*/ 1188 h 122"/>
                <a:gd name="T38" fmla="*/ 409 w 68"/>
                <a:gd name="T39" fmla="*/ 1083 h 122"/>
                <a:gd name="T40" fmla="*/ 393 w 68"/>
                <a:gd name="T41" fmla="*/ 738 h 122"/>
                <a:gd name="T42" fmla="*/ 678 w 68"/>
                <a:gd name="T43" fmla="*/ 208 h 12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8" h="122">
                  <a:moveTo>
                    <a:pt x="68" y="5"/>
                  </a:moveTo>
                  <a:cubicBezTo>
                    <a:pt x="68" y="5"/>
                    <a:pt x="65" y="0"/>
                    <a:pt x="53" y="2"/>
                  </a:cubicBezTo>
                  <a:cubicBezTo>
                    <a:pt x="27" y="5"/>
                    <a:pt x="24" y="36"/>
                    <a:pt x="23" y="46"/>
                  </a:cubicBezTo>
                  <a:cubicBezTo>
                    <a:pt x="23" y="48"/>
                    <a:pt x="23" y="51"/>
                    <a:pt x="23" y="53"/>
                  </a:cubicBezTo>
                  <a:cubicBezTo>
                    <a:pt x="23" y="55"/>
                    <a:pt x="23" y="63"/>
                    <a:pt x="22" y="66"/>
                  </a:cubicBezTo>
                  <a:cubicBezTo>
                    <a:pt x="22" y="67"/>
                    <a:pt x="21" y="68"/>
                    <a:pt x="21" y="70"/>
                  </a:cubicBezTo>
                  <a:cubicBezTo>
                    <a:pt x="19" y="74"/>
                    <a:pt x="16" y="78"/>
                    <a:pt x="14" y="81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6" y="87"/>
                    <a:pt x="4" y="89"/>
                    <a:pt x="2" y="93"/>
                  </a:cubicBezTo>
                  <a:cubicBezTo>
                    <a:pt x="1" y="97"/>
                    <a:pt x="1" y="105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3" y="104"/>
                    <a:pt x="2" y="94"/>
                    <a:pt x="10" y="89"/>
                  </a:cubicBezTo>
                  <a:cubicBezTo>
                    <a:pt x="18" y="84"/>
                    <a:pt x="26" y="75"/>
                    <a:pt x="26" y="73"/>
                  </a:cubicBezTo>
                  <a:cubicBezTo>
                    <a:pt x="27" y="72"/>
                    <a:pt x="27" y="72"/>
                    <a:pt x="27" y="7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34" y="93"/>
                    <a:pt x="35" y="107"/>
                    <a:pt x="29" y="122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35" y="106"/>
                    <a:pt x="40" y="93"/>
                    <a:pt x="34" y="76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0" y="61"/>
                    <a:pt x="30" y="55"/>
                    <a:pt x="31" y="47"/>
                  </a:cubicBezTo>
                  <a:cubicBezTo>
                    <a:pt x="33" y="25"/>
                    <a:pt x="40" y="14"/>
                    <a:pt x="53" y="13"/>
                  </a:cubicBezTo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5" name="Freeform 230">
              <a:extLst>
                <a:ext uri="{FF2B5EF4-FFF2-40B4-BE49-F238E27FC236}">
                  <a16:creationId xmlns:a16="http://schemas.microsoft.com/office/drawing/2014/main" id="{6067662F-2C85-49B1-BB76-DBA2782A97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" y="771"/>
              <a:ext cx="2421" cy="1758"/>
            </a:xfrm>
            <a:custGeom>
              <a:avLst/>
              <a:gdLst>
                <a:gd name="T0" fmla="*/ 1116 w 1035"/>
                <a:gd name="T1" fmla="*/ 8014 h 705"/>
                <a:gd name="T2" fmla="*/ 3698 w 1035"/>
                <a:gd name="T3" fmla="*/ 8668 h 705"/>
                <a:gd name="T4" fmla="*/ 4531 w 1035"/>
                <a:gd name="T5" fmla="*/ 9830 h 705"/>
                <a:gd name="T6" fmla="*/ 4557 w 1035"/>
                <a:gd name="T7" fmla="*/ 10029 h 705"/>
                <a:gd name="T8" fmla="*/ 5006 w 1035"/>
                <a:gd name="T9" fmla="*/ 8109 h 705"/>
                <a:gd name="T10" fmla="*/ 7118 w 1035"/>
                <a:gd name="T11" fmla="*/ 9633 h 705"/>
                <a:gd name="T12" fmla="*/ 7588 w 1035"/>
                <a:gd name="T13" fmla="*/ 10154 h 705"/>
                <a:gd name="T14" fmla="*/ 7836 w 1035"/>
                <a:gd name="T15" fmla="*/ 9613 h 705"/>
                <a:gd name="T16" fmla="*/ 10304 w 1035"/>
                <a:gd name="T17" fmla="*/ 9009 h 705"/>
                <a:gd name="T18" fmla="*/ 12634 w 1035"/>
                <a:gd name="T19" fmla="*/ 8605 h 705"/>
                <a:gd name="T20" fmla="*/ 10369 w 1035"/>
                <a:gd name="T21" fmla="*/ 8743 h 705"/>
                <a:gd name="T22" fmla="*/ 11506 w 1035"/>
                <a:gd name="T23" fmla="*/ 6995 h 705"/>
                <a:gd name="T24" fmla="*/ 12159 w 1035"/>
                <a:gd name="T25" fmla="*/ 6466 h 705"/>
                <a:gd name="T26" fmla="*/ 11123 w 1035"/>
                <a:gd name="T27" fmla="*/ 6977 h 705"/>
                <a:gd name="T28" fmla="*/ 9749 w 1035"/>
                <a:gd name="T29" fmla="*/ 9009 h 705"/>
                <a:gd name="T30" fmla="*/ 11649 w 1035"/>
                <a:gd name="T31" fmla="*/ 5845 h 705"/>
                <a:gd name="T32" fmla="*/ 10353 w 1035"/>
                <a:gd name="T33" fmla="*/ 4576 h 705"/>
                <a:gd name="T34" fmla="*/ 11326 w 1035"/>
                <a:gd name="T35" fmla="*/ 3631 h 705"/>
                <a:gd name="T36" fmla="*/ 10545 w 1035"/>
                <a:gd name="T37" fmla="*/ 3581 h 705"/>
                <a:gd name="T38" fmla="*/ 9422 w 1035"/>
                <a:gd name="T39" fmla="*/ 3022 h 705"/>
                <a:gd name="T40" fmla="*/ 9137 w 1035"/>
                <a:gd name="T41" fmla="*/ 2618 h 705"/>
                <a:gd name="T42" fmla="*/ 8755 w 1035"/>
                <a:gd name="T43" fmla="*/ 2189 h 705"/>
                <a:gd name="T44" fmla="*/ 9766 w 1035"/>
                <a:gd name="T45" fmla="*/ 7827 h 705"/>
                <a:gd name="T46" fmla="*/ 8793 w 1035"/>
                <a:gd name="T47" fmla="*/ 6882 h 705"/>
                <a:gd name="T48" fmla="*/ 8996 w 1035"/>
                <a:gd name="T49" fmla="*/ 5616 h 705"/>
                <a:gd name="T50" fmla="*/ 7207 w 1035"/>
                <a:gd name="T51" fmla="*/ 2032 h 705"/>
                <a:gd name="T52" fmla="*/ 8383 w 1035"/>
                <a:gd name="T53" fmla="*/ 7755 h 705"/>
                <a:gd name="T54" fmla="*/ 7836 w 1035"/>
                <a:gd name="T55" fmla="*/ 4371 h 705"/>
                <a:gd name="T56" fmla="*/ 7731 w 1035"/>
                <a:gd name="T57" fmla="*/ 4389 h 705"/>
                <a:gd name="T58" fmla="*/ 7780 w 1035"/>
                <a:gd name="T59" fmla="*/ 5316 h 705"/>
                <a:gd name="T60" fmla="*/ 7845 w 1035"/>
                <a:gd name="T61" fmla="*/ 6882 h 705"/>
                <a:gd name="T62" fmla="*/ 7244 w 1035"/>
                <a:gd name="T63" fmla="*/ 6995 h 705"/>
                <a:gd name="T64" fmla="*/ 6975 w 1035"/>
                <a:gd name="T65" fmla="*/ 4184 h 705"/>
                <a:gd name="T66" fmla="*/ 6730 w 1035"/>
                <a:gd name="T67" fmla="*/ 666 h 705"/>
                <a:gd name="T68" fmla="*/ 6554 w 1035"/>
                <a:gd name="T69" fmla="*/ 1162 h 705"/>
                <a:gd name="T70" fmla="*/ 6603 w 1035"/>
                <a:gd name="T71" fmla="*/ 4763 h 705"/>
                <a:gd name="T72" fmla="*/ 6987 w 1035"/>
                <a:gd name="T73" fmla="*/ 5803 h 705"/>
                <a:gd name="T74" fmla="*/ 6014 w 1035"/>
                <a:gd name="T75" fmla="*/ 5658 h 705"/>
                <a:gd name="T76" fmla="*/ 5401 w 1035"/>
                <a:gd name="T77" fmla="*/ 30 h 705"/>
                <a:gd name="T78" fmla="*/ 5860 w 1035"/>
                <a:gd name="T79" fmla="*/ 4576 h 705"/>
                <a:gd name="T80" fmla="*/ 5029 w 1035"/>
                <a:gd name="T81" fmla="*/ 3893 h 705"/>
                <a:gd name="T82" fmla="*/ 5965 w 1035"/>
                <a:gd name="T83" fmla="*/ 6232 h 705"/>
                <a:gd name="T84" fmla="*/ 4351 w 1035"/>
                <a:gd name="T85" fmla="*/ 2556 h 705"/>
                <a:gd name="T86" fmla="*/ 4274 w 1035"/>
                <a:gd name="T87" fmla="*/ 1394 h 705"/>
                <a:gd name="T88" fmla="*/ 3249 w 1035"/>
                <a:gd name="T89" fmla="*/ 5907 h 705"/>
                <a:gd name="T90" fmla="*/ 3097 w 1035"/>
                <a:gd name="T91" fmla="*/ 2793 h 705"/>
                <a:gd name="T92" fmla="*/ 2292 w 1035"/>
                <a:gd name="T93" fmla="*/ 3800 h 705"/>
                <a:gd name="T94" fmla="*/ 2341 w 1035"/>
                <a:gd name="T95" fmla="*/ 5521 h 705"/>
                <a:gd name="T96" fmla="*/ 793 w 1035"/>
                <a:gd name="T97" fmla="*/ 3489 h 705"/>
                <a:gd name="T98" fmla="*/ 1127 w 1035"/>
                <a:gd name="T99" fmla="*/ 5349 h 705"/>
                <a:gd name="T100" fmla="*/ 1626 w 1035"/>
                <a:gd name="T101" fmla="*/ 5596 h 705"/>
                <a:gd name="T102" fmla="*/ 5132 w 1035"/>
                <a:gd name="T103" fmla="*/ 7723 h 705"/>
                <a:gd name="T104" fmla="*/ 1932 w 1035"/>
                <a:gd name="T105" fmla="*/ 7443 h 705"/>
                <a:gd name="T106" fmla="*/ 564 w 1035"/>
                <a:gd name="T107" fmla="*/ 6902 h 705"/>
                <a:gd name="T108" fmla="*/ 1127 w 1035"/>
                <a:gd name="T109" fmla="*/ 7227 h 705"/>
                <a:gd name="T110" fmla="*/ 13083 w 1035"/>
                <a:gd name="T111" fmla="*/ 3955 h 705"/>
                <a:gd name="T112" fmla="*/ 12147 w 1035"/>
                <a:gd name="T113" fmla="*/ 4900 h 705"/>
                <a:gd name="T114" fmla="*/ 12863 w 1035"/>
                <a:gd name="T115" fmla="*/ 5005 h 705"/>
                <a:gd name="T116" fmla="*/ 11710 w 1035"/>
                <a:gd name="T117" fmla="*/ 1923 h 70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035" h="705">
                  <a:moveTo>
                    <a:pt x="474" y="694"/>
                  </a:moveTo>
                  <a:cubicBezTo>
                    <a:pt x="467" y="694"/>
                    <a:pt x="480" y="693"/>
                    <a:pt x="474" y="694"/>
                  </a:cubicBezTo>
                  <a:cubicBezTo>
                    <a:pt x="480" y="693"/>
                    <a:pt x="466" y="694"/>
                    <a:pt x="474" y="694"/>
                  </a:cubicBezTo>
                  <a:close/>
                  <a:moveTo>
                    <a:pt x="13" y="526"/>
                  </a:moveTo>
                  <a:cubicBezTo>
                    <a:pt x="40" y="545"/>
                    <a:pt x="47" y="547"/>
                    <a:pt x="61" y="535"/>
                  </a:cubicBezTo>
                  <a:cubicBezTo>
                    <a:pt x="58" y="544"/>
                    <a:pt x="58" y="554"/>
                    <a:pt x="60" y="561"/>
                  </a:cubicBezTo>
                  <a:cubicBezTo>
                    <a:pt x="62" y="570"/>
                    <a:pt x="71" y="574"/>
                    <a:pt x="80" y="579"/>
                  </a:cubicBezTo>
                  <a:cubicBezTo>
                    <a:pt x="72" y="575"/>
                    <a:pt x="66" y="566"/>
                    <a:pt x="64" y="559"/>
                  </a:cubicBezTo>
                  <a:cubicBezTo>
                    <a:pt x="61" y="551"/>
                    <a:pt x="63" y="541"/>
                    <a:pt x="67" y="534"/>
                  </a:cubicBezTo>
                  <a:cubicBezTo>
                    <a:pt x="74" y="522"/>
                    <a:pt x="83" y="519"/>
                    <a:pt x="87" y="517"/>
                  </a:cubicBezTo>
                  <a:cubicBezTo>
                    <a:pt x="108" y="503"/>
                    <a:pt x="141" y="493"/>
                    <a:pt x="172" y="497"/>
                  </a:cubicBezTo>
                  <a:cubicBezTo>
                    <a:pt x="172" y="497"/>
                    <a:pt x="199" y="498"/>
                    <a:pt x="212" y="497"/>
                  </a:cubicBezTo>
                  <a:cubicBezTo>
                    <a:pt x="234" y="496"/>
                    <a:pt x="255" y="495"/>
                    <a:pt x="272" y="509"/>
                  </a:cubicBezTo>
                  <a:cubicBezTo>
                    <a:pt x="283" y="519"/>
                    <a:pt x="283" y="519"/>
                    <a:pt x="283" y="519"/>
                  </a:cubicBezTo>
                  <a:cubicBezTo>
                    <a:pt x="292" y="527"/>
                    <a:pt x="301" y="536"/>
                    <a:pt x="312" y="542"/>
                  </a:cubicBezTo>
                  <a:cubicBezTo>
                    <a:pt x="301" y="543"/>
                    <a:pt x="295" y="547"/>
                    <a:pt x="285" y="552"/>
                  </a:cubicBezTo>
                  <a:cubicBezTo>
                    <a:pt x="283" y="553"/>
                    <a:pt x="283" y="553"/>
                    <a:pt x="283" y="553"/>
                  </a:cubicBezTo>
                  <a:cubicBezTo>
                    <a:pt x="257" y="568"/>
                    <a:pt x="251" y="574"/>
                    <a:pt x="224" y="567"/>
                  </a:cubicBezTo>
                  <a:cubicBezTo>
                    <a:pt x="254" y="575"/>
                    <a:pt x="261" y="575"/>
                    <a:pt x="287" y="560"/>
                  </a:cubicBezTo>
                  <a:cubicBezTo>
                    <a:pt x="289" y="559"/>
                    <a:pt x="289" y="559"/>
                    <a:pt x="289" y="559"/>
                  </a:cubicBezTo>
                  <a:cubicBezTo>
                    <a:pt x="300" y="553"/>
                    <a:pt x="306" y="550"/>
                    <a:pt x="319" y="550"/>
                  </a:cubicBezTo>
                  <a:cubicBezTo>
                    <a:pt x="327" y="551"/>
                    <a:pt x="327" y="551"/>
                    <a:pt x="327" y="551"/>
                  </a:cubicBezTo>
                  <a:cubicBezTo>
                    <a:pt x="334" y="551"/>
                    <a:pt x="340" y="552"/>
                    <a:pt x="347" y="550"/>
                  </a:cubicBezTo>
                  <a:cubicBezTo>
                    <a:pt x="347" y="550"/>
                    <a:pt x="354" y="546"/>
                    <a:pt x="358" y="544"/>
                  </a:cubicBezTo>
                  <a:cubicBezTo>
                    <a:pt x="359" y="544"/>
                    <a:pt x="360" y="544"/>
                    <a:pt x="360" y="543"/>
                  </a:cubicBezTo>
                  <a:cubicBezTo>
                    <a:pt x="362" y="542"/>
                    <a:pt x="364" y="544"/>
                    <a:pt x="363" y="546"/>
                  </a:cubicBezTo>
                  <a:cubicBezTo>
                    <a:pt x="356" y="559"/>
                    <a:pt x="352" y="574"/>
                    <a:pt x="352" y="594"/>
                  </a:cubicBezTo>
                  <a:cubicBezTo>
                    <a:pt x="352" y="598"/>
                    <a:pt x="352" y="598"/>
                    <a:pt x="352" y="598"/>
                  </a:cubicBezTo>
                  <a:cubicBezTo>
                    <a:pt x="352" y="606"/>
                    <a:pt x="352" y="613"/>
                    <a:pt x="353" y="620"/>
                  </a:cubicBezTo>
                  <a:cubicBezTo>
                    <a:pt x="354" y="625"/>
                    <a:pt x="354" y="634"/>
                    <a:pt x="354" y="634"/>
                  </a:cubicBezTo>
                  <a:cubicBezTo>
                    <a:pt x="353" y="638"/>
                    <a:pt x="351" y="641"/>
                    <a:pt x="348" y="643"/>
                  </a:cubicBezTo>
                  <a:cubicBezTo>
                    <a:pt x="340" y="647"/>
                    <a:pt x="326" y="645"/>
                    <a:pt x="317" y="640"/>
                  </a:cubicBezTo>
                  <a:cubicBezTo>
                    <a:pt x="312" y="637"/>
                    <a:pt x="307" y="634"/>
                    <a:pt x="303" y="630"/>
                  </a:cubicBezTo>
                  <a:cubicBezTo>
                    <a:pt x="299" y="627"/>
                    <a:pt x="295" y="624"/>
                    <a:pt x="290" y="621"/>
                  </a:cubicBezTo>
                  <a:cubicBezTo>
                    <a:pt x="283" y="617"/>
                    <a:pt x="263" y="609"/>
                    <a:pt x="258" y="607"/>
                  </a:cubicBezTo>
                  <a:cubicBezTo>
                    <a:pt x="264" y="610"/>
                    <a:pt x="279" y="620"/>
                    <a:pt x="285" y="624"/>
                  </a:cubicBezTo>
                  <a:cubicBezTo>
                    <a:pt x="289" y="626"/>
                    <a:pt x="292" y="629"/>
                    <a:pt x="296" y="632"/>
                  </a:cubicBezTo>
                  <a:cubicBezTo>
                    <a:pt x="301" y="636"/>
                    <a:pt x="308" y="644"/>
                    <a:pt x="313" y="647"/>
                  </a:cubicBezTo>
                  <a:cubicBezTo>
                    <a:pt x="322" y="651"/>
                    <a:pt x="339" y="657"/>
                    <a:pt x="351" y="650"/>
                  </a:cubicBezTo>
                  <a:cubicBezTo>
                    <a:pt x="353" y="649"/>
                    <a:pt x="355" y="648"/>
                    <a:pt x="356" y="647"/>
                  </a:cubicBezTo>
                  <a:cubicBezTo>
                    <a:pt x="358" y="645"/>
                    <a:pt x="362" y="646"/>
                    <a:pt x="364" y="648"/>
                  </a:cubicBezTo>
                  <a:cubicBezTo>
                    <a:pt x="367" y="652"/>
                    <a:pt x="371" y="656"/>
                    <a:pt x="376" y="660"/>
                  </a:cubicBezTo>
                  <a:cubicBezTo>
                    <a:pt x="390" y="672"/>
                    <a:pt x="401" y="677"/>
                    <a:pt x="421" y="685"/>
                  </a:cubicBezTo>
                  <a:cubicBezTo>
                    <a:pt x="437" y="691"/>
                    <a:pt x="460" y="695"/>
                    <a:pt x="474" y="694"/>
                  </a:cubicBezTo>
                  <a:cubicBezTo>
                    <a:pt x="460" y="695"/>
                    <a:pt x="439" y="685"/>
                    <a:pt x="425" y="680"/>
                  </a:cubicBezTo>
                  <a:cubicBezTo>
                    <a:pt x="405" y="672"/>
                    <a:pt x="395" y="665"/>
                    <a:pt x="381" y="654"/>
                  </a:cubicBezTo>
                  <a:cubicBezTo>
                    <a:pt x="361" y="638"/>
                    <a:pt x="362" y="626"/>
                    <a:pt x="361" y="599"/>
                  </a:cubicBezTo>
                  <a:cubicBezTo>
                    <a:pt x="361" y="599"/>
                    <a:pt x="361" y="595"/>
                    <a:pt x="361" y="595"/>
                  </a:cubicBezTo>
                  <a:cubicBezTo>
                    <a:pt x="361" y="571"/>
                    <a:pt x="369" y="551"/>
                    <a:pt x="378" y="537"/>
                  </a:cubicBezTo>
                  <a:cubicBezTo>
                    <a:pt x="382" y="531"/>
                    <a:pt x="387" y="527"/>
                    <a:pt x="391" y="523"/>
                  </a:cubicBezTo>
                  <a:cubicBezTo>
                    <a:pt x="391" y="522"/>
                    <a:pt x="391" y="522"/>
                    <a:pt x="391" y="522"/>
                  </a:cubicBezTo>
                  <a:cubicBezTo>
                    <a:pt x="392" y="522"/>
                    <a:pt x="393" y="521"/>
                    <a:pt x="394" y="520"/>
                  </a:cubicBezTo>
                  <a:cubicBezTo>
                    <a:pt x="408" y="508"/>
                    <a:pt x="408" y="508"/>
                    <a:pt x="408" y="508"/>
                  </a:cubicBezTo>
                  <a:cubicBezTo>
                    <a:pt x="413" y="504"/>
                    <a:pt x="413" y="504"/>
                    <a:pt x="413" y="504"/>
                  </a:cubicBezTo>
                  <a:cubicBezTo>
                    <a:pt x="434" y="487"/>
                    <a:pt x="453" y="478"/>
                    <a:pt x="493" y="486"/>
                  </a:cubicBezTo>
                  <a:cubicBezTo>
                    <a:pt x="498" y="488"/>
                    <a:pt x="503" y="489"/>
                    <a:pt x="508" y="490"/>
                  </a:cubicBezTo>
                  <a:cubicBezTo>
                    <a:pt x="544" y="498"/>
                    <a:pt x="595" y="522"/>
                    <a:pt x="639" y="549"/>
                  </a:cubicBezTo>
                  <a:cubicBezTo>
                    <a:pt x="631" y="556"/>
                    <a:pt x="630" y="571"/>
                    <a:pt x="626" y="579"/>
                  </a:cubicBezTo>
                  <a:cubicBezTo>
                    <a:pt x="621" y="590"/>
                    <a:pt x="616" y="603"/>
                    <a:pt x="604" y="610"/>
                  </a:cubicBezTo>
                  <a:cubicBezTo>
                    <a:pt x="587" y="620"/>
                    <a:pt x="573" y="625"/>
                    <a:pt x="556" y="621"/>
                  </a:cubicBezTo>
                  <a:cubicBezTo>
                    <a:pt x="547" y="619"/>
                    <a:pt x="540" y="615"/>
                    <a:pt x="532" y="610"/>
                  </a:cubicBezTo>
                  <a:cubicBezTo>
                    <a:pt x="525" y="605"/>
                    <a:pt x="518" y="600"/>
                    <a:pt x="510" y="598"/>
                  </a:cubicBezTo>
                  <a:cubicBezTo>
                    <a:pt x="498" y="594"/>
                    <a:pt x="487" y="595"/>
                    <a:pt x="475" y="595"/>
                  </a:cubicBezTo>
                  <a:cubicBezTo>
                    <a:pt x="466" y="596"/>
                    <a:pt x="454" y="597"/>
                    <a:pt x="446" y="595"/>
                  </a:cubicBezTo>
                  <a:cubicBezTo>
                    <a:pt x="455" y="597"/>
                    <a:pt x="467" y="600"/>
                    <a:pt x="476" y="599"/>
                  </a:cubicBezTo>
                  <a:cubicBezTo>
                    <a:pt x="487" y="599"/>
                    <a:pt x="497" y="602"/>
                    <a:pt x="507" y="605"/>
                  </a:cubicBezTo>
                  <a:cubicBezTo>
                    <a:pt x="515" y="608"/>
                    <a:pt x="521" y="612"/>
                    <a:pt x="528" y="616"/>
                  </a:cubicBezTo>
                  <a:cubicBezTo>
                    <a:pt x="531" y="619"/>
                    <a:pt x="542" y="629"/>
                    <a:pt x="545" y="631"/>
                  </a:cubicBezTo>
                  <a:cubicBezTo>
                    <a:pt x="553" y="639"/>
                    <a:pt x="563" y="642"/>
                    <a:pt x="572" y="646"/>
                  </a:cubicBezTo>
                  <a:cubicBezTo>
                    <a:pt x="580" y="648"/>
                    <a:pt x="587" y="651"/>
                    <a:pt x="593" y="655"/>
                  </a:cubicBezTo>
                  <a:cubicBezTo>
                    <a:pt x="600" y="660"/>
                    <a:pt x="604" y="664"/>
                    <a:pt x="606" y="673"/>
                  </a:cubicBezTo>
                  <a:cubicBezTo>
                    <a:pt x="607" y="677"/>
                    <a:pt x="607" y="677"/>
                    <a:pt x="607" y="677"/>
                  </a:cubicBezTo>
                  <a:cubicBezTo>
                    <a:pt x="609" y="685"/>
                    <a:pt x="619" y="705"/>
                    <a:pt x="619" y="705"/>
                  </a:cubicBezTo>
                  <a:cubicBezTo>
                    <a:pt x="619" y="705"/>
                    <a:pt x="613" y="683"/>
                    <a:pt x="612" y="676"/>
                  </a:cubicBezTo>
                  <a:cubicBezTo>
                    <a:pt x="611" y="673"/>
                    <a:pt x="611" y="673"/>
                    <a:pt x="611" y="673"/>
                  </a:cubicBezTo>
                  <a:cubicBezTo>
                    <a:pt x="609" y="663"/>
                    <a:pt x="607" y="655"/>
                    <a:pt x="597" y="648"/>
                  </a:cubicBezTo>
                  <a:cubicBezTo>
                    <a:pt x="591" y="643"/>
                    <a:pt x="583" y="641"/>
                    <a:pt x="575" y="638"/>
                  </a:cubicBezTo>
                  <a:cubicBezTo>
                    <a:pt x="570" y="636"/>
                    <a:pt x="565" y="634"/>
                    <a:pt x="560" y="632"/>
                  </a:cubicBezTo>
                  <a:cubicBezTo>
                    <a:pt x="558" y="631"/>
                    <a:pt x="559" y="630"/>
                    <a:pt x="561" y="630"/>
                  </a:cubicBezTo>
                  <a:cubicBezTo>
                    <a:pt x="578" y="633"/>
                    <a:pt x="596" y="629"/>
                    <a:pt x="612" y="620"/>
                  </a:cubicBezTo>
                  <a:cubicBezTo>
                    <a:pt x="627" y="612"/>
                    <a:pt x="633" y="599"/>
                    <a:pt x="638" y="589"/>
                  </a:cubicBezTo>
                  <a:cubicBezTo>
                    <a:pt x="643" y="579"/>
                    <a:pt x="644" y="555"/>
                    <a:pt x="659" y="560"/>
                  </a:cubicBezTo>
                  <a:cubicBezTo>
                    <a:pt x="673" y="565"/>
                    <a:pt x="698" y="592"/>
                    <a:pt x="714" y="606"/>
                  </a:cubicBezTo>
                  <a:cubicBezTo>
                    <a:pt x="721" y="612"/>
                    <a:pt x="728" y="617"/>
                    <a:pt x="732" y="622"/>
                  </a:cubicBezTo>
                  <a:cubicBezTo>
                    <a:pt x="731" y="618"/>
                    <a:pt x="729" y="608"/>
                    <a:pt x="724" y="601"/>
                  </a:cubicBezTo>
                  <a:cubicBezTo>
                    <a:pt x="733" y="601"/>
                    <a:pt x="742" y="600"/>
                    <a:pt x="751" y="598"/>
                  </a:cubicBezTo>
                  <a:cubicBezTo>
                    <a:pt x="751" y="598"/>
                    <a:pt x="751" y="598"/>
                    <a:pt x="751" y="598"/>
                  </a:cubicBezTo>
                  <a:cubicBezTo>
                    <a:pt x="752" y="598"/>
                    <a:pt x="752" y="598"/>
                    <a:pt x="752" y="598"/>
                  </a:cubicBezTo>
                  <a:cubicBezTo>
                    <a:pt x="766" y="594"/>
                    <a:pt x="780" y="589"/>
                    <a:pt x="785" y="585"/>
                  </a:cubicBezTo>
                  <a:cubicBezTo>
                    <a:pt x="789" y="584"/>
                    <a:pt x="796" y="578"/>
                    <a:pt x="805" y="581"/>
                  </a:cubicBezTo>
                  <a:cubicBezTo>
                    <a:pt x="816" y="585"/>
                    <a:pt x="826" y="591"/>
                    <a:pt x="837" y="598"/>
                  </a:cubicBezTo>
                  <a:cubicBezTo>
                    <a:pt x="859" y="611"/>
                    <a:pt x="882" y="626"/>
                    <a:pt x="910" y="610"/>
                  </a:cubicBezTo>
                  <a:cubicBezTo>
                    <a:pt x="922" y="604"/>
                    <a:pt x="937" y="593"/>
                    <a:pt x="949" y="582"/>
                  </a:cubicBezTo>
                  <a:cubicBezTo>
                    <a:pt x="954" y="577"/>
                    <a:pt x="962" y="567"/>
                    <a:pt x="970" y="565"/>
                  </a:cubicBezTo>
                  <a:cubicBezTo>
                    <a:pt x="975" y="564"/>
                    <a:pt x="978" y="562"/>
                    <a:pt x="984" y="561"/>
                  </a:cubicBezTo>
                  <a:cubicBezTo>
                    <a:pt x="999" y="561"/>
                    <a:pt x="1005" y="562"/>
                    <a:pt x="1013" y="568"/>
                  </a:cubicBezTo>
                  <a:cubicBezTo>
                    <a:pt x="1024" y="578"/>
                    <a:pt x="1024" y="578"/>
                    <a:pt x="1024" y="578"/>
                  </a:cubicBezTo>
                  <a:cubicBezTo>
                    <a:pt x="1026" y="578"/>
                    <a:pt x="1026" y="578"/>
                    <a:pt x="1026" y="578"/>
                  </a:cubicBezTo>
                  <a:cubicBezTo>
                    <a:pt x="1019" y="571"/>
                    <a:pt x="1019" y="571"/>
                    <a:pt x="1019" y="571"/>
                  </a:cubicBezTo>
                  <a:cubicBezTo>
                    <a:pt x="1011" y="561"/>
                    <a:pt x="1005" y="555"/>
                    <a:pt x="987" y="555"/>
                  </a:cubicBezTo>
                  <a:cubicBezTo>
                    <a:pt x="983" y="555"/>
                    <a:pt x="979" y="556"/>
                    <a:pt x="975" y="556"/>
                  </a:cubicBezTo>
                  <a:cubicBezTo>
                    <a:pt x="973" y="556"/>
                    <a:pt x="970" y="556"/>
                    <a:pt x="970" y="553"/>
                  </a:cubicBezTo>
                  <a:cubicBezTo>
                    <a:pt x="970" y="548"/>
                    <a:pt x="974" y="539"/>
                    <a:pt x="976" y="532"/>
                  </a:cubicBezTo>
                  <a:cubicBezTo>
                    <a:pt x="980" y="520"/>
                    <a:pt x="988" y="500"/>
                    <a:pt x="998" y="494"/>
                  </a:cubicBezTo>
                  <a:cubicBezTo>
                    <a:pt x="986" y="502"/>
                    <a:pt x="977" y="516"/>
                    <a:pt x="971" y="532"/>
                  </a:cubicBezTo>
                  <a:cubicBezTo>
                    <a:pt x="967" y="542"/>
                    <a:pt x="964" y="552"/>
                    <a:pt x="959" y="559"/>
                  </a:cubicBezTo>
                  <a:cubicBezTo>
                    <a:pt x="948" y="575"/>
                    <a:pt x="924" y="594"/>
                    <a:pt x="907" y="603"/>
                  </a:cubicBezTo>
                  <a:cubicBezTo>
                    <a:pt x="882" y="616"/>
                    <a:pt x="862" y="604"/>
                    <a:pt x="842" y="591"/>
                  </a:cubicBezTo>
                  <a:cubicBezTo>
                    <a:pt x="832" y="585"/>
                    <a:pt x="821" y="577"/>
                    <a:pt x="811" y="573"/>
                  </a:cubicBezTo>
                  <a:cubicBezTo>
                    <a:pt x="807" y="572"/>
                    <a:pt x="808" y="567"/>
                    <a:pt x="810" y="564"/>
                  </a:cubicBezTo>
                  <a:cubicBezTo>
                    <a:pt x="821" y="551"/>
                    <a:pt x="828" y="536"/>
                    <a:pt x="835" y="520"/>
                  </a:cubicBezTo>
                  <a:cubicBezTo>
                    <a:pt x="838" y="512"/>
                    <a:pt x="844" y="510"/>
                    <a:pt x="847" y="509"/>
                  </a:cubicBezTo>
                  <a:cubicBezTo>
                    <a:pt x="861" y="504"/>
                    <a:pt x="874" y="506"/>
                    <a:pt x="893" y="516"/>
                  </a:cubicBezTo>
                  <a:cubicBezTo>
                    <a:pt x="893" y="516"/>
                    <a:pt x="893" y="516"/>
                    <a:pt x="893" y="516"/>
                  </a:cubicBezTo>
                  <a:cubicBezTo>
                    <a:pt x="876" y="507"/>
                    <a:pt x="865" y="495"/>
                    <a:pt x="847" y="501"/>
                  </a:cubicBezTo>
                  <a:cubicBezTo>
                    <a:pt x="849" y="498"/>
                    <a:pt x="851" y="495"/>
                    <a:pt x="854" y="492"/>
                  </a:cubicBezTo>
                  <a:cubicBezTo>
                    <a:pt x="854" y="491"/>
                    <a:pt x="854" y="491"/>
                    <a:pt x="854" y="491"/>
                  </a:cubicBezTo>
                  <a:cubicBezTo>
                    <a:pt x="858" y="487"/>
                    <a:pt x="861" y="482"/>
                    <a:pt x="864" y="478"/>
                  </a:cubicBezTo>
                  <a:cubicBezTo>
                    <a:pt x="870" y="469"/>
                    <a:pt x="875" y="460"/>
                    <a:pt x="883" y="455"/>
                  </a:cubicBezTo>
                  <a:cubicBezTo>
                    <a:pt x="887" y="452"/>
                    <a:pt x="893" y="451"/>
                    <a:pt x="899" y="451"/>
                  </a:cubicBezTo>
                  <a:cubicBezTo>
                    <a:pt x="901" y="450"/>
                    <a:pt x="901" y="450"/>
                    <a:pt x="901" y="450"/>
                  </a:cubicBezTo>
                  <a:cubicBezTo>
                    <a:pt x="905" y="449"/>
                    <a:pt x="911" y="449"/>
                    <a:pt x="917" y="450"/>
                  </a:cubicBezTo>
                  <a:cubicBezTo>
                    <a:pt x="926" y="450"/>
                    <a:pt x="936" y="450"/>
                    <a:pt x="942" y="447"/>
                  </a:cubicBezTo>
                  <a:cubicBezTo>
                    <a:pt x="951" y="443"/>
                    <a:pt x="949" y="436"/>
                    <a:pt x="951" y="429"/>
                  </a:cubicBezTo>
                  <a:cubicBezTo>
                    <a:pt x="952" y="426"/>
                    <a:pt x="953" y="423"/>
                    <a:pt x="954" y="420"/>
                  </a:cubicBezTo>
                  <a:cubicBezTo>
                    <a:pt x="956" y="416"/>
                    <a:pt x="956" y="411"/>
                    <a:pt x="959" y="407"/>
                  </a:cubicBezTo>
                  <a:cubicBezTo>
                    <a:pt x="962" y="403"/>
                    <a:pt x="963" y="398"/>
                    <a:pt x="965" y="394"/>
                  </a:cubicBezTo>
                  <a:cubicBezTo>
                    <a:pt x="965" y="394"/>
                    <a:pt x="965" y="394"/>
                    <a:pt x="965" y="394"/>
                  </a:cubicBezTo>
                  <a:cubicBezTo>
                    <a:pt x="963" y="397"/>
                    <a:pt x="961" y="400"/>
                    <a:pt x="958" y="404"/>
                  </a:cubicBezTo>
                  <a:cubicBezTo>
                    <a:pt x="955" y="408"/>
                    <a:pt x="953" y="412"/>
                    <a:pt x="950" y="417"/>
                  </a:cubicBezTo>
                  <a:cubicBezTo>
                    <a:pt x="949" y="420"/>
                    <a:pt x="948" y="424"/>
                    <a:pt x="947" y="427"/>
                  </a:cubicBezTo>
                  <a:cubicBezTo>
                    <a:pt x="945" y="434"/>
                    <a:pt x="944" y="438"/>
                    <a:pt x="939" y="440"/>
                  </a:cubicBezTo>
                  <a:cubicBezTo>
                    <a:pt x="934" y="442"/>
                    <a:pt x="925" y="442"/>
                    <a:pt x="917" y="442"/>
                  </a:cubicBezTo>
                  <a:cubicBezTo>
                    <a:pt x="911" y="441"/>
                    <a:pt x="905" y="441"/>
                    <a:pt x="900" y="442"/>
                  </a:cubicBezTo>
                  <a:cubicBezTo>
                    <a:pt x="897" y="443"/>
                    <a:pt x="897" y="443"/>
                    <a:pt x="897" y="443"/>
                  </a:cubicBezTo>
                  <a:cubicBezTo>
                    <a:pt x="891" y="444"/>
                    <a:pt x="885" y="445"/>
                    <a:pt x="879" y="448"/>
                  </a:cubicBezTo>
                  <a:cubicBezTo>
                    <a:pt x="877" y="449"/>
                    <a:pt x="876" y="450"/>
                    <a:pt x="875" y="451"/>
                  </a:cubicBezTo>
                  <a:cubicBezTo>
                    <a:pt x="876" y="440"/>
                    <a:pt x="876" y="429"/>
                    <a:pt x="868" y="418"/>
                  </a:cubicBezTo>
                  <a:cubicBezTo>
                    <a:pt x="867" y="418"/>
                    <a:pt x="867" y="418"/>
                    <a:pt x="867" y="418"/>
                  </a:cubicBezTo>
                  <a:cubicBezTo>
                    <a:pt x="874" y="427"/>
                    <a:pt x="870" y="440"/>
                    <a:pt x="869" y="450"/>
                  </a:cubicBezTo>
                  <a:cubicBezTo>
                    <a:pt x="868" y="454"/>
                    <a:pt x="862" y="466"/>
                    <a:pt x="860" y="469"/>
                  </a:cubicBezTo>
                  <a:cubicBezTo>
                    <a:pt x="859" y="470"/>
                    <a:pt x="858" y="472"/>
                    <a:pt x="857" y="473"/>
                  </a:cubicBezTo>
                  <a:cubicBezTo>
                    <a:pt x="854" y="478"/>
                    <a:pt x="851" y="482"/>
                    <a:pt x="848" y="486"/>
                  </a:cubicBezTo>
                  <a:cubicBezTo>
                    <a:pt x="848" y="487"/>
                    <a:pt x="848" y="487"/>
                    <a:pt x="848" y="487"/>
                  </a:cubicBezTo>
                  <a:cubicBezTo>
                    <a:pt x="840" y="496"/>
                    <a:pt x="832" y="505"/>
                    <a:pt x="828" y="517"/>
                  </a:cubicBezTo>
                  <a:cubicBezTo>
                    <a:pt x="820" y="534"/>
                    <a:pt x="813" y="549"/>
                    <a:pt x="802" y="562"/>
                  </a:cubicBezTo>
                  <a:cubicBezTo>
                    <a:pt x="799" y="565"/>
                    <a:pt x="787" y="575"/>
                    <a:pt x="787" y="575"/>
                  </a:cubicBezTo>
                  <a:cubicBezTo>
                    <a:pt x="785" y="576"/>
                    <a:pt x="783" y="577"/>
                    <a:pt x="781" y="579"/>
                  </a:cubicBezTo>
                  <a:cubicBezTo>
                    <a:pt x="778" y="581"/>
                    <a:pt x="772" y="583"/>
                    <a:pt x="765" y="586"/>
                  </a:cubicBezTo>
                  <a:cubicBezTo>
                    <a:pt x="763" y="586"/>
                    <a:pt x="761" y="583"/>
                    <a:pt x="762" y="581"/>
                  </a:cubicBezTo>
                  <a:cubicBezTo>
                    <a:pt x="764" y="575"/>
                    <a:pt x="765" y="569"/>
                    <a:pt x="765" y="562"/>
                  </a:cubicBezTo>
                  <a:cubicBezTo>
                    <a:pt x="765" y="560"/>
                    <a:pt x="765" y="558"/>
                    <a:pt x="765" y="556"/>
                  </a:cubicBezTo>
                  <a:cubicBezTo>
                    <a:pt x="765" y="553"/>
                    <a:pt x="764" y="551"/>
                    <a:pt x="764" y="549"/>
                  </a:cubicBezTo>
                  <a:cubicBezTo>
                    <a:pt x="764" y="536"/>
                    <a:pt x="766" y="524"/>
                    <a:pt x="771" y="507"/>
                  </a:cubicBezTo>
                  <a:cubicBezTo>
                    <a:pt x="773" y="497"/>
                    <a:pt x="778" y="489"/>
                    <a:pt x="782" y="479"/>
                  </a:cubicBezTo>
                  <a:cubicBezTo>
                    <a:pt x="791" y="462"/>
                    <a:pt x="791" y="462"/>
                    <a:pt x="791" y="462"/>
                  </a:cubicBezTo>
                  <a:cubicBezTo>
                    <a:pt x="793" y="457"/>
                    <a:pt x="798" y="441"/>
                    <a:pt x="800" y="438"/>
                  </a:cubicBezTo>
                  <a:cubicBezTo>
                    <a:pt x="807" y="427"/>
                    <a:pt x="819" y="416"/>
                    <a:pt x="829" y="410"/>
                  </a:cubicBezTo>
                  <a:cubicBezTo>
                    <a:pt x="837" y="406"/>
                    <a:pt x="848" y="404"/>
                    <a:pt x="858" y="401"/>
                  </a:cubicBezTo>
                  <a:cubicBezTo>
                    <a:pt x="878" y="396"/>
                    <a:pt x="899" y="394"/>
                    <a:pt x="910" y="377"/>
                  </a:cubicBezTo>
                  <a:cubicBezTo>
                    <a:pt x="901" y="391"/>
                    <a:pt x="874" y="392"/>
                    <a:pt x="856" y="397"/>
                  </a:cubicBezTo>
                  <a:cubicBezTo>
                    <a:pt x="845" y="399"/>
                    <a:pt x="832" y="401"/>
                    <a:pt x="823" y="406"/>
                  </a:cubicBezTo>
                  <a:cubicBezTo>
                    <a:pt x="816" y="410"/>
                    <a:pt x="809" y="413"/>
                    <a:pt x="802" y="421"/>
                  </a:cubicBezTo>
                  <a:cubicBezTo>
                    <a:pt x="802" y="422"/>
                    <a:pt x="800" y="421"/>
                    <a:pt x="800" y="419"/>
                  </a:cubicBezTo>
                  <a:cubicBezTo>
                    <a:pt x="800" y="417"/>
                    <a:pt x="800" y="416"/>
                    <a:pt x="800" y="414"/>
                  </a:cubicBezTo>
                  <a:cubicBezTo>
                    <a:pt x="800" y="401"/>
                    <a:pt x="798" y="388"/>
                    <a:pt x="795" y="375"/>
                  </a:cubicBezTo>
                  <a:cubicBezTo>
                    <a:pt x="794" y="371"/>
                    <a:pt x="792" y="361"/>
                    <a:pt x="791" y="353"/>
                  </a:cubicBezTo>
                  <a:cubicBezTo>
                    <a:pt x="791" y="348"/>
                    <a:pt x="793" y="338"/>
                    <a:pt x="793" y="335"/>
                  </a:cubicBezTo>
                  <a:cubicBezTo>
                    <a:pt x="793" y="329"/>
                    <a:pt x="793" y="324"/>
                    <a:pt x="794" y="317"/>
                  </a:cubicBezTo>
                  <a:cubicBezTo>
                    <a:pt x="795" y="308"/>
                    <a:pt x="802" y="302"/>
                    <a:pt x="809" y="295"/>
                  </a:cubicBezTo>
                  <a:cubicBezTo>
                    <a:pt x="815" y="291"/>
                    <a:pt x="820" y="286"/>
                    <a:pt x="824" y="279"/>
                  </a:cubicBezTo>
                  <a:cubicBezTo>
                    <a:pt x="825" y="277"/>
                    <a:pt x="832" y="272"/>
                    <a:pt x="834" y="271"/>
                  </a:cubicBezTo>
                  <a:cubicBezTo>
                    <a:pt x="836" y="269"/>
                    <a:pt x="838" y="268"/>
                    <a:pt x="839" y="266"/>
                  </a:cubicBezTo>
                  <a:cubicBezTo>
                    <a:pt x="841" y="264"/>
                    <a:pt x="843" y="262"/>
                    <a:pt x="845" y="261"/>
                  </a:cubicBezTo>
                  <a:cubicBezTo>
                    <a:pt x="852" y="257"/>
                    <a:pt x="855" y="253"/>
                    <a:pt x="863" y="252"/>
                  </a:cubicBezTo>
                  <a:cubicBezTo>
                    <a:pt x="864" y="251"/>
                    <a:pt x="864" y="251"/>
                    <a:pt x="864" y="251"/>
                  </a:cubicBezTo>
                  <a:cubicBezTo>
                    <a:pt x="875" y="250"/>
                    <a:pt x="876" y="248"/>
                    <a:pt x="880" y="244"/>
                  </a:cubicBezTo>
                  <a:cubicBezTo>
                    <a:pt x="881" y="243"/>
                    <a:pt x="883" y="241"/>
                    <a:pt x="886" y="238"/>
                  </a:cubicBezTo>
                  <a:cubicBezTo>
                    <a:pt x="893" y="233"/>
                    <a:pt x="902" y="233"/>
                    <a:pt x="912" y="237"/>
                  </a:cubicBezTo>
                  <a:cubicBezTo>
                    <a:pt x="901" y="233"/>
                    <a:pt x="895" y="226"/>
                    <a:pt x="885" y="234"/>
                  </a:cubicBezTo>
                  <a:cubicBezTo>
                    <a:pt x="880" y="237"/>
                    <a:pt x="878" y="239"/>
                    <a:pt x="877" y="241"/>
                  </a:cubicBezTo>
                  <a:cubicBezTo>
                    <a:pt x="875" y="244"/>
                    <a:pt x="874" y="245"/>
                    <a:pt x="866" y="246"/>
                  </a:cubicBezTo>
                  <a:cubicBezTo>
                    <a:pt x="865" y="246"/>
                    <a:pt x="865" y="246"/>
                    <a:pt x="865" y="246"/>
                  </a:cubicBezTo>
                  <a:cubicBezTo>
                    <a:pt x="856" y="248"/>
                    <a:pt x="849" y="249"/>
                    <a:pt x="841" y="254"/>
                  </a:cubicBezTo>
                  <a:cubicBezTo>
                    <a:pt x="838" y="256"/>
                    <a:pt x="836" y="258"/>
                    <a:pt x="834" y="260"/>
                  </a:cubicBezTo>
                  <a:cubicBezTo>
                    <a:pt x="832" y="262"/>
                    <a:pt x="831" y="263"/>
                    <a:pt x="829" y="264"/>
                  </a:cubicBezTo>
                  <a:cubicBezTo>
                    <a:pt x="830" y="258"/>
                    <a:pt x="831" y="253"/>
                    <a:pt x="831" y="247"/>
                  </a:cubicBezTo>
                  <a:cubicBezTo>
                    <a:pt x="831" y="242"/>
                    <a:pt x="831" y="237"/>
                    <a:pt x="832" y="232"/>
                  </a:cubicBezTo>
                  <a:cubicBezTo>
                    <a:pt x="835" y="210"/>
                    <a:pt x="838" y="190"/>
                    <a:pt x="846" y="178"/>
                  </a:cubicBezTo>
                  <a:cubicBezTo>
                    <a:pt x="837" y="191"/>
                    <a:pt x="828" y="208"/>
                    <a:pt x="824" y="231"/>
                  </a:cubicBezTo>
                  <a:cubicBezTo>
                    <a:pt x="823" y="236"/>
                    <a:pt x="823" y="242"/>
                    <a:pt x="823" y="247"/>
                  </a:cubicBezTo>
                  <a:cubicBezTo>
                    <a:pt x="823" y="257"/>
                    <a:pt x="822" y="266"/>
                    <a:pt x="817" y="275"/>
                  </a:cubicBezTo>
                  <a:cubicBezTo>
                    <a:pt x="814" y="281"/>
                    <a:pt x="809" y="285"/>
                    <a:pt x="804" y="289"/>
                  </a:cubicBezTo>
                  <a:cubicBezTo>
                    <a:pt x="796" y="297"/>
                    <a:pt x="788" y="304"/>
                    <a:pt x="786" y="316"/>
                  </a:cubicBezTo>
                  <a:cubicBezTo>
                    <a:pt x="785" y="323"/>
                    <a:pt x="785" y="329"/>
                    <a:pt x="785" y="335"/>
                  </a:cubicBezTo>
                  <a:cubicBezTo>
                    <a:pt x="785" y="337"/>
                    <a:pt x="783" y="337"/>
                    <a:pt x="782" y="335"/>
                  </a:cubicBezTo>
                  <a:cubicBezTo>
                    <a:pt x="781" y="331"/>
                    <a:pt x="779" y="328"/>
                    <a:pt x="778" y="324"/>
                  </a:cubicBezTo>
                  <a:cubicBezTo>
                    <a:pt x="772" y="311"/>
                    <a:pt x="772" y="311"/>
                    <a:pt x="772" y="311"/>
                  </a:cubicBezTo>
                  <a:cubicBezTo>
                    <a:pt x="762" y="286"/>
                    <a:pt x="760" y="282"/>
                    <a:pt x="759" y="247"/>
                  </a:cubicBezTo>
                  <a:cubicBezTo>
                    <a:pt x="758" y="218"/>
                    <a:pt x="749" y="208"/>
                    <a:pt x="736" y="195"/>
                  </a:cubicBezTo>
                  <a:cubicBezTo>
                    <a:pt x="731" y="183"/>
                    <a:pt x="735" y="171"/>
                    <a:pt x="739" y="157"/>
                  </a:cubicBezTo>
                  <a:cubicBezTo>
                    <a:pt x="743" y="146"/>
                    <a:pt x="746" y="134"/>
                    <a:pt x="746" y="122"/>
                  </a:cubicBezTo>
                  <a:cubicBezTo>
                    <a:pt x="745" y="105"/>
                    <a:pt x="751" y="75"/>
                    <a:pt x="759" y="61"/>
                  </a:cubicBezTo>
                  <a:cubicBezTo>
                    <a:pt x="760" y="59"/>
                    <a:pt x="762" y="55"/>
                    <a:pt x="766" y="59"/>
                  </a:cubicBezTo>
                  <a:cubicBezTo>
                    <a:pt x="766" y="59"/>
                    <a:pt x="765" y="51"/>
                    <a:pt x="758" y="54"/>
                  </a:cubicBezTo>
                  <a:cubicBezTo>
                    <a:pt x="745" y="59"/>
                    <a:pt x="739" y="105"/>
                    <a:pt x="740" y="119"/>
                  </a:cubicBezTo>
                  <a:cubicBezTo>
                    <a:pt x="740" y="130"/>
                    <a:pt x="735" y="144"/>
                    <a:pt x="732" y="154"/>
                  </a:cubicBezTo>
                  <a:cubicBezTo>
                    <a:pt x="729" y="162"/>
                    <a:pt x="727" y="169"/>
                    <a:pt x="726" y="177"/>
                  </a:cubicBezTo>
                  <a:cubicBezTo>
                    <a:pt x="726" y="179"/>
                    <a:pt x="722" y="180"/>
                    <a:pt x="720" y="177"/>
                  </a:cubicBezTo>
                  <a:cubicBezTo>
                    <a:pt x="718" y="175"/>
                    <a:pt x="716" y="172"/>
                    <a:pt x="714" y="169"/>
                  </a:cubicBezTo>
                  <a:cubicBezTo>
                    <a:pt x="688" y="138"/>
                    <a:pt x="688" y="138"/>
                    <a:pt x="688" y="138"/>
                  </a:cubicBezTo>
                  <a:cubicBezTo>
                    <a:pt x="683" y="131"/>
                    <a:pt x="675" y="117"/>
                    <a:pt x="673" y="115"/>
                  </a:cubicBezTo>
                  <a:cubicBezTo>
                    <a:pt x="669" y="107"/>
                    <a:pt x="664" y="102"/>
                    <a:pt x="659" y="97"/>
                  </a:cubicBezTo>
                  <a:cubicBezTo>
                    <a:pt x="649" y="89"/>
                    <a:pt x="634" y="83"/>
                    <a:pt x="634" y="67"/>
                  </a:cubicBezTo>
                  <a:cubicBezTo>
                    <a:pt x="634" y="66"/>
                    <a:pt x="634" y="66"/>
                    <a:pt x="634" y="65"/>
                  </a:cubicBezTo>
                  <a:cubicBezTo>
                    <a:pt x="634" y="65"/>
                    <a:pt x="634" y="65"/>
                    <a:pt x="634" y="65"/>
                  </a:cubicBezTo>
                  <a:cubicBezTo>
                    <a:pt x="634" y="65"/>
                    <a:pt x="634" y="66"/>
                    <a:pt x="634" y="67"/>
                  </a:cubicBezTo>
                  <a:cubicBezTo>
                    <a:pt x="634" y="86"/>
                    <a:pt x="646" y="93"/>
                    <a:pt x="657" y="101"/>
                  </a:cubicBezTo>
                  <a:cubicBezTo>
                    <a:pt x="664" y="107"/>
                    <a:pt x="669" y="115"/>
                    <a:pt x="674" y="125"/>
                  </a:cubicBezTo>
                  <a:cubicBezTo>
                    <a:pt x="675" y="128"/>
                    <a:pt x="677" y="132"/>
                    <a:pt x="684" y="141"/>
                  </a:cubicBezTo>
                  <a:cubicBezTo>
                    <a:pt x="708" y="174"/>
                    <a:pt x="708" y="174"/>
                    <a:pt x="708" y="174"/>
                  </a:cubicBezTo>
                  <a:cubicBezTo>
                    <a:pt x="716" y="185"/>
                    <a:pt x="723" y="193"/>
                    <a:pt x="729" y="199"/>
                  </a:cubicBezTo>
                  <a:cubicBezTo>
                    <a:pt x="730" y="200"/>
                    <a:pt x="730" y="201"/>
                    <a:pt x="730" y="201"/>
                  </a:cubicBezTo>
                  <a:cubicBezTo>
                    <a:pt x="731" y="201"/>
                    <a:pt x="731" y="201"/>
                    <a:pt x="731" y="201"/>
                  </a:cubicBezTo>
                  <a:cubicBezTo>
                    <a:pt x="743" y="214"/>
                    <a:pt x="750" y="222"/>
                    <a:pt x="751" y="248"/>
                  </a:cubicBezTo>
                  <a:cubicBezTo>
                    <a:pt x="752" y="284"/>
                    <a:pt x="755" y="290"/>
                    <a:pt x="765" y="314"/>
                  </a:cubicBezTo>
                  <a:cubicBezTo>
                    <a:pt x="765" y="314"/>
                    <a:pt x="771" y="327"/>
                    <a:pt x="771" y="327"/>
                  </a:cubicBezTo>
                  <a:cubicBezTo>
                    <a:pt x="788" y="369"/>
                    <a:pt x="802" y="413"/>
                    <a:pt x="783" y="459"/>
                  </a:cubicBezTo>
                  <a:cubicBezTo>
                    <a:pt x="775" y="476"/>
                    <a:pt x="775" y="476"/>
                    <a:pt x="775" y="476"/>
                  </a:cubicBezTo>
                  <a:cubicBezTo>
                    <a:pt x="771" y="485"/>
                    <a:pt x="766" y="494"/>
                    <a:pt x="763" y="505"/>
                  </a:cubicBezTo>
                  <a:cubicBezTo>
                    <a:pt x="758" y="525"/>
                    <a:pt x="756" y="540"/>
                    <a:pt x="757" y="556"/>
                  </a:cubicBezTo>
                  <a:cubicBezTo>
                    <a:pt x="757" y="568"/>
                    <a:pt x="756" y="576"/>
                    <a:pt x="752" y="583"/>
                  </a:cubicBezTo>
                  <a:cubicBezTo>
                    <a:pt x="750" y="588"/>
                    <a:pt x="742" y="592"/>
                    <a:pt x="740" y="592"/>
                  </a:cubicBezTo>
                  <a:cubicBezTo>
                    <a:pt x="736" y="593"/>
                    <a:pt x="731" y="593"/>
                    <a:pt x="727" y="593"/>
                  </a:cubicBezTo>
                  <a:cubicBezTo>
                    <a:pt x="720" y="593"/>
                    <a:pt x="712" y="579"/>
                    <a:pt x="698" y="567"/>
                  </a:cubicBezTo>
                  <a:cubicBezTo>
                    <a:pt x="683" y="551"/>
                    <a:pt x="660" y="539"/>
                    <a:pt x="641" y="527"/>
                  </a:cubicBezTo>
                  <a:cubicBezTo>
                    <a:pt x="644" y="526"/>
                    <a:pt x="648" y="524"/>
                    <a:pt x="651" y="520"/>
                  </a:cubicBezTo>
                  <a:cubicBezTo>
                    <a:pt x="656" y="513"/>
                    <a:pt x="662" y="504"/>
                    <a:pt x="664" y="500"/>
                  </a:cubicBezTo>
                  <a:cubicBezTo>
                    <a:pt x="670" y="491"/>
                    <a:pt x="675" y="480"/>
                    <a:pt x="680" y="469"/>
                  </a:cubicBezTo>
                  <a:cubicBezTo>
                    <a:pt x="683" y="462"/>
                    <a:pt x="685" y="454"/>
                    <a:pt x="687" y="444"/>
                  </a:cubicBezTo>
                  <a:cubicBezTo>
                    <a:pt x="691" y="418"/>
                    <a:pt x="699" y="407"/>
                    <a:pt x="703" y="400"/>
                  </a:cubicBezTo>
                  <a:cubicBezTo>
                    <a:pt x="709" y="387"/>
                    <a:pt x="710" y="375"/>
                    <a:pt x="711" y="363"/>
                  </a:cubicBezTo>
                  <a:cubicBezTo>
                    <a:pt x="712" y="353"/>
                    <a:pt x="713" y="343"/>
                    <a:pt x="717" y="332"/>
                  </a:cubicBezTo>
                  <a:cubicBezTo>
                    <a:pt x="723" y="320"/>
                    <a:pt x="723" y="320"/>
                    <a:pt x="723" y="320"/>
                  </a:cubicBezTo>
                  <a:cubicBezTo>
                    <a:pt x="728" y="309"/>
                    <a:pt x="734" y="297"/>
                    <a:pt x="734" y="284"/>
                  </a:cubicBezTo>
                  <a:cubicBezTo>
                    <a:pt x="734" y="279"/>
                    <a:pt x="727" y="260"/>
                    <a:pt x="727" y="255"/>
                  </a:cubicBezTo>
                  <a:cubicBezTo>
                    <a:pt x="726" y="261"/>
                    <a:pt x="729" y="279"/>
                    <a:pt x="729" y="283"/>
                  </a:cubicBezTo>
                  <a:cubicBezTo>
                    <a:pt x="729" y="295"/>
                    <a:pt x="723" y="306"/>
                    <a:pt x="717" y="317"/>
                  </a:cubicBezTo>
                  <a:cubicBezTo>
                    <a:pt x="717" y="317"/>
                    <a:pt x="712" y="330"/>
                    <a:pt x="712" y="330"/>
                  </a:cubicBezTo>
                  <a:cubicBezTo>
                    <a:pt x="707" y="341"/>
                    <a:pt x="704" y="352"/>
                    <a:pt x="703" y="362"/>
                  </a:cubicBezTo>
                  <a:cubicBezTo>
                    <a:pt x="702" y="374"/>
                    <a:pt x="701" y="385"/>
                    <a:pt x="696" y="396"/>
                  </a:cubicBezTo>
                  <a:cubicBezTo>
                    <a:pt x="694" y="400"/>
                    <a:pt x="691" y="400"/>
                    <a:pt x="691" y="395"/>
                  </a:cubicBezTo>
                  <a:cubicBezTo>
                    <a:pt x="691" y="370"/>
                    <a:pt x="686" y="358"/>
                    <a:pt x="675" y="335"/>
                  </a:cubicBezTo>
                  <a:cubicBezTo>
                    <a:pt x="665" y="316"/>
                    <a:pt x="667" y="296"/>
                    <a:pt x="680" y="276"/>
                  </a:cubicBezTo>
                  <a:cubicBezTo>
                    <a:pt x="707" y="236"/>
                    <a:pt x="672" y="199"/>
                    <a:pt x="647" y="172"/>
                  </a:cubicBezTo>
                  <a:cubicBezTo>
                    <a:pt x="646" y="172"/>
                    <a:pt x="646" y="172"/>
                    <a:pt x="646" y="172"/>
                  </a:cubicBezTo>
                  <a:cubicBezTo>
                    <a:pt x="641" y="166"/>
                    <a:pt x="637" y="160"/>
                    <a:pt x="633" y="153"/>
                  </a:cubicBezTo>
                  <a:cubicBezTo>
                    <a:pt x="627" y="145"/>
                    <a:pt x="622" y="136"/>
                    <a:pt x="614" y="130"/>
                  </a:cubicBezTo>
                  <a:cubicBezTo>
                    <a:pt x="600" y="119"/>
                    <a:pt x="585" y="121"/>
                    <a:pt x="574" y="125"/>
                  </a:cubicBezTo>
                  <a:cubicBezTo>
                    <a:pt x="563" y="131"/>
                    <a:pt x="563" y="131"/>
                    <a:pt x="563" y="131"/>
                  </a:cubicBezTo>
                  <a:cubicBezTo>
                    <a:pt x="577" y="126"/>
                    <a:pt x="577" y="126"/>
                    <a:pt x="577" y="126"/>
                  </a:cubicBezTo>
                  <a:cubicBezTo>
                    <a:pt x="589" y="124"/>
                    <a:pt x="599" y="123"/>
                    <a:pt x="610" y="132"/>
                  </a:cubicBezTo>
                  <a:cubicBezTo>
                    <a:pt x="617" y="138"/>
                    <a:pt x="624" y="148"/>
                    <a:pt x="630" y="157"/>
                  </a:cubicBezTo>
                  <a:cubicBezTo>
                    <a:pt x="634" y="163"/>
                    <a:pt x="643" y="179"/>
                    <a:pt x="650" y="187"/>
                  </a:cubicBezTo>
                  <a:cubicBezTo>
                    <a:pt x="673" y="212"/>
                    <a:pt x="694" y="240"/>
                    <a:pt x="673" y="272"/>
                  </a:cubicBezTo>
                  <a:cubicBezTo>
                    <a:pt x="659" y="294"/>
                    <a:pt x="657" y="317"/>
                    <a:pt x="667" y="339"/>
                  </a:cubicBezTo>
                  <a:cubicBezTo>
                    <a:pt x="678" y="361"/>
                    <a:pt x="683" y="372"/>
                    <a:pt x="683" y="395"/>
                  </a:cubicBezTo>
                  <a:cubicBezTo>
                    <a:pt x="683" y="425"/>
                    <a:pt x="680" y="448"/>
                    <a:pt x="672" y="466"/>
                  </a:cubicBezTo>
                  <a:cubicBezTo>
                    <a:pt x="668" y="477"/>
                    <a:pt x="663" y="487"/>
                    <a:pt x="657" y="497"/>
                  </a:cubicBezTo>
                  <a:cubicBezTo>
                    <a:pt x="656" y="498"/>
                    <a:pt x="656" y="499"/>
                    <a:pt x="655" y="500"/>
                  </a:cubicBezTo>
                  <a:cubicBezTo>
                    <a:pt x="654" y="502"/>
                    <a:pt x="652" y="501"/>
                    <a:pt x="652" y="499"/>
                  </a:cubicBezTo>
                  <a:cubicBezTo>
                    <a:pt x="649" y="489"/>
                    <a:pt x="645" y="480"/>
                    <a:pt x="640" y="470"/>
                  </a:cubicBezTo>
                  <a:cubicBezTo>
                    <a:pt x="639" y="467"/>
                    <a:pt x="638" y="465"/>
                    <a:pt x="637" y="463"/>
                  </a:cubicBezTo>
                  <a:cubicBezTo>
                    <a:pt x="637" y="463"/>
                    <a:pt x="637" y="463"/>
                    <a:pt x="637" y="463"/>
                  </a:cubicBezTo>
                  <a:cubicBezTo>
                    <a:pt x="636" y="461"/>
                    <a:pt x="636" y="461"/>
                    <a:pt x="636" y="461"/>
                  </a:cubicBezTo>
                  <a:cubicBezTo>
                    <a:pt x="632" y="450"/>
                    <a:pt x="633" y="440"/>
                    <a:pt x="635" y="427"/>
                  </a:cubicBezTo>
                  <a:cubicBezTo>
                    <a:pt x="638" y="404"/>
                    <a:pt x="631" y="384"/>
                    <a:pt x="623" y="364"/>
                  </a:cubicBezTo>
                  <a:cubicBezTo>
                    <a:pt x="619" y="352"/>
                    <a:pt x="614" y="339"/>
                    <a:pt x="612" y="326"/>
                  </a:cubicBezTo>
                  <a:cubicBezTo>
                    <a:pt x="611" y="319"/>
                    <a:pt x="612" y="312"/>
                    <a:pt x="612" y="305"/>
                  </a:cubicBezTo>
                  <a:cubicBezTo>
                    <a:pt x="613" y="297"/>
                    <a:pt x="613" y="290"/>
                    <a:pt x="612" y="282"/>
                  </a:cubicBezTo>
                  <a:cubicBezTo>
                    <a:pt x="611" y="272"/>
                    <a:pt x="605" y="262"/>
                    <a:pt x="603" y="253"/>
                  </a:cubicBezTo>
                  <a:cubicBezTo>
                    <a:pt x="600" y="238"/>
                    <a:pt x="600" y="238"/>
                    <a:pt x="600" y="238"/>
                  </a:cubicBezTo>
                  <a:cubicBezTo>
                    <a:pt x="598" y="230"/>
                    <a:pt x="596" y="222"/>
                    <a:pt x="593" y="214"/>
                  </a:cubicBezTo>
                  <a:cubicBezTo>
                    <a:pt x="588" y="199"/>
                    <a:pt x="588" y="199"/>
                    <a:pt x="588" y="199"/>
                  </a:cubicBezTo>
                  <a:cubicBezTo>
                    <a:pt x="585" y="188"/>
                    <a:pt x="588" y="154"/>
                    <a:pt x="588" y="154"/>
                  </a:cubicBezTo>
                  <a:cubicBezTo>
                    <a:pt x="588" y="154"/>
                    <a:pt x="580" y="189"/>
                    <a:pt x="583" y="202"/>
                  </a:cubicBezTo>
                  <a:cubicBezTo>
                    <a:pt x="589" y="217"/>
                    <a:pt x="589" y="217"/>
                    <a:pt x="589" y="217"/>
                  </a:cubicBezTo>
                  <a:cubicBezTo>
                    <a:pt x="591" y="225"/>
                    <a:pt x="594" y="232"/>
                    <a:pt x="595" y="240"/>
                  </a:cubicBezTo>
                  <a:cubicBezTo>
                    <a:pt x="599" y="255"/>
                    <a:pt x="599" y="255"/>
                    <a:pt x="599" y="255"/>
                  </a:cubicBezTo>
                  <a:cubicBezTo>
                    <a:pt x="601" y="264"/>
                    <a:pt x="603" y="274"/>
                    <a:pt x="604" y="283"/>
                  </a:cubicBezTo>
                  <a:cubicBezTo>
                    <a:pt x="605" y="290"/>
                    <a:pt x="605" y="297"/>
                    <a:pt x="604" y="304"/>
                  </a:cubicBezTo>
                  <a:cubicBezTo>
                    <a:pt x="604" y="306"/>
                    <a:pt x="603" y="306"/>
                    <a:pt x="602" y="305"/>
                  </a:cubicBezTo>
                  <a:cubicBezTo>
                    <a:pt x="601" y="302"/>
                    <a:pt x="600" y="300"/>
                    <a:pt x="598" y="297"/>
                  </a:cubicBezTo>
                  <a:cubicBezTo>
                    <a:pt x="595" y="294"/>
                    <a:pt x="592" y="292"/>
                    <a:pt x="588" y="289"/>
                  </a:cubicBezTo>
                  <a:cubicBezTo>
                    <a:pt x="582" y="285"/>
                    <a:pt x="579" y="283"/>
                    <a:pt x="579" y="278"/>
                  </a:cubicBezTo>
                  <a:cubicBezTo>
                    <a:pt x="579" y="278"/>
                    <a:pt x="579" y="278"/>
                    <a:pt x="579" y="278"/>
                  </a:cubicBezTo>
                  <a:cubicBezTo>
                    <a:pt x="578" y="287"/>
                    <a:pt x="581" y="289"/>
                    <a:pt x="587" y="293"/>
                  </a:cubicBezTo>
                  <a:cubicBezTo>
                    <a:pt x="595" y="298"/>
                    <a:pt x="596" y="310"/>
                    <a:pt x="597" y="315"/>
                  </a:cubicBezTo>
                  <a:cubicBezTo>
                    <a:pt x="598" y="318"/>
                    <a:pt x="599" y="320"/>
                    <a:pt x="600" y="322"/>
                  </a:cubicBezTo>
                  <a:cubicBezTo>
                    <a:pt x="601" y="326"/>
                    <a:pt x="607" y="339"/>
                    <a:pt x="608" y="343"/>
                  </a:cubicBezTo>
                  <a:cubicBezTo>
                    <a:pt x="610" y="351"/>
                    <a:pt x="613" y="359"/>
                    <a:pt x="616" y="367"/>
                  </a:cubicBezTo>
                  <a:cubicBezTo>
                    <a:pt x="623" y="386"/>
                    <a:pt x="630" y="405"/>
                    <a:pt x="627" y="426"/>
                  </a:cubicBezTo>
                  <a:cubicBezTo>
                    <a:pt x="627" y="430"/>
                    <a:pt x="626" y="434"/>
                    <a:pt x="626" y="438"/>
                  </a:cubicBezTo>
                  <a:cubicBezTo>
                    <a:pt x="626" y="440"/>
                    <a:pt x="622" y="441"/>
                    <a:pt x="621" y="440"/>
                  </a:cubicBezTo>
                  <a:cubicBezTo>
                    <a:pt x="620" y="439"/>
                    <a:pt x="618" y="438"/>
                    <a:pt x="617" y="437"/>
                  </a:cubicBezTo>
                  <a:cubicBezTo>
                    <a:pt x="611" y="434"/>
                    <a:pt x="611" y="434"/>
                    <a:pt x="611" y="434"/>
                  </a:cubicBezTo>
                  <a:cubicBezTo>
                    <a:pt x="600" y="427"/>
                    <a:pt x="593" y="424"/>
                    <a:pt x="590" y="408"/>
                  </a:cubicBezTo>
                  <a:cubicBezTo>
                    <a:pt x="589" y="408"/>
                    <a:pt x="589" y="408"/>
                    <a:pt x="589" y="408"/>
                  </a:cubicBezTo>
                  <a:cubicBezTo>
                    <a:pt x="593" y="427"/>
                    <a:pt x="595" y="434"/>
                    <a:pt x="607" y="441"/>
                  </a:cubicBezTo>
                  <a:cubicBezTo>
                    <a:pt x="613" y="444"/>
                    <a:pt x="613" y="444"/>
                    <a:pt x="613" y="444"/>
                  </a:cubicBezTo>
                  <a:cubicBezTo>
                    <a:pt x="621" y="449"/>
                    <a:pt x="624" y="455"/>
                    <a:pt x="628" y="463"/>
                  </a:cubicBezTo>
                  <a:cubicBezTo>
                    <a:pt x="629" y="464"/>
                    <a:pt x="629" y="464"/>
                    <a:pt x="629" y="464"/>
                  </a:cubicBezTo>
                  <a:cubicBezTo>
                    <a:pt x="630" y="467"/>
                    <a:pt x="631" y="470"/>
                    <a:pt x="633" y="474"/>
                  </a:cubicBezTo>
                  <a:cubicBezTo>
                    <a:pt x="639" y="484"/>
                    <a:pt x="641" y="493"/>
                    <a:pt x="642" y="503"/>
                  </a:cubicBezTo>
                  <a:cubicBezTo>
                    <a:pt x="643" y="514"/>
                    <a:pt x="633" y="519"/>
                    <a:pt x="623" y="517"/>
                  </a:cubicBezTo>
                  <a:cubicBezTo>
                    <a:pt x="621" y="516"/>
                    <a:pt x="619" y="515"/>
                    <a:pt x="617" y="514"/>
                  </a:cubicBezTo>
                  <a:cubicBezTo>
                    <a:pt x="591" y="500"/>
                    <a:pt x="580" y="495"/>
                    <a:pt x="560" y="489"/>
                  </a:cubicBezTo>
                  <a:cubicBezTo>
                    <a:pt x="558" y="487"/>
                    <a:pt x="558" y="484"/>
                    <a:pt x="559" y="479"/>
                  </a:cubicBezTo>
                  <a:cubicBezTo>
                    <a:pt x="560" y="475"/>
                    <a:pt x="562" y="470"/>
                    <a:pt x="562" y="466"/>
                  </a:cubicBezTo>
                  <a:cubicBezTo>
                    <a:pt x="566" y="451"/>
                    <a:pt x="566" y="451"/>
                    <a:pt x="566" y="451"/>
                  </a:cubicBezTo>
                  <a:cubicBezTo>
                    <a:pt x="567" y="444"/>
                    <a:pt x="568" y="436"/>
                    <a:pt x="568" y="428"/>
                  </a:cubicBezTo>
                  <a:cubicBezTo>
                    <a:pt x="568" y="418"/>
                    <a:pt x="567" y="409"/>
                    <a:pt x="565" y="401"/>
                  </a:cubicBezTo>
                  <a:cubicBezTo>
                    <a:pt x="562" y="390"/>
                    <a:pt x="558" y="380"/>
                    <a:pt x="553" y="371"/>
                  </a:cubicBezTo>
                  <a:cubicBezTo>
                    <a:pt x="550" y="364"/>
                    <a:pt x="547" y="358"/>
                    <a:pt x="545" y="351"/>
                  </a:cubicBezTo>
                  <a:cubicBezTo>
                    <a:pt x="544" y="349"/>
                    <a:pt x="544" y="346"/>
                    <a:pt x="543" y="344"/>
                  </a:cubicBezTo>
                  <a:cubicBezTo>
                    <a:pt x="541" y="338"/>
                    <a:pt x="540" y="332"/>
                    <a:pt x="540" y="325"/>
                  </a:cubicBezTo>
                  <a:cubicBezTo>
                    <a:pt x="540" y="323"/>
                    <a:pt x="540" y="321"/>
                    <a:pt x="540" y="319"/>
                  </a:cubicBezTo>
                  <a:cubicBezTo>
                    <a:pt x="543" y="303"/>
                    <a:pt x="543" y="303"/>
                    <a:pt x="543" y="303"/>
                  </a:cubicBezTo>
                  <a:cubicBezTo>
                    <a:pt x="544" y="296"/>
                    <a:pt x="545" y="289"/>
                    <a:pt x="545" y="281"/>
                  </a:cubicBezTo>
                  <a:cubicBezTo>
                    <a:pt x="545" y="278"/>
                    <a:pt x="545" y="274"/>
                    <a:pt x="545" y="270"/>
                  </a:cubicBezTo>
                  <a:cubicBezTo>
                    <a:pt x="542" y="252"/>
                    <a:pt x="538" y="237"/>
                    <a:pt x="535" y="223"/>
                  </a:cubicBezTo>
                  <a:cubicBezTo>
                    <a:pt x="533" y="217"/>
                    <a:pt x="533" y="212"/>
                    <a:pt x="533" y="206"/>
                  </a:cubicBezTo>
                  <a:cubicBezTo>
                    <a:pt x="533" y="202"/>
                    <a:pt x="533" y="198"/>
                    <a:pt x="533" y="194"/>
                  </a:cubicBezTo>
                  <a:cubicBezTo>
                    <a:pt x="533" y="190"/>
                    <a:pt x="534" y="186"/>
                    <a:pt x="534" y="181"/>
                  </a:cubicBezTo>
                  <a:cubicBezTo>
                    <a:pt x="534" y="179"/>
                    <a:pt x="534" y="177"/>
                    <a:pt x="533" y="174"/>
                  </a:cubicBezTo>
                  <a:cubicBezTo>
                    <a:pt x="533" y="165"/>
                    <a:pt x="529" y="157"/>
                    <a:pt x="524" y="150"/>
                  </a:cubicBezTo>
                  <a:cubicBezTo>
                    <a:pt x="522" y="145"/>
                    <a:pt x="520" y="141"/>
                    <a:pt x="518" y="137"/>
                  </a:cubicBezTo>
                  <a:cubicBezTo>
                    <a:pt x="515" y="128"/>
                    <a:pt x="514" y="119"/>
                    <a:pt x="514" y="111"/>
                  </a:cubicBezTo>
                  <a:cubicBezTo>
                    <a:pt x="514" y="99"/>
                    <a:pt x="516" y="88"/>
                    <a:pt x="519" y="77"/>
                  </a:cubicBezTo>
                  <a:cubicBezTo>
                    <a:pt x="522" y="66"/>
                    <a:pt x="525" y="55"/>
                    <a:pt x="526" y="43"/>
                  </a:cubicBezTo>
                  <a:cubicBezTo>
                    <a:pt x="527" y="38"/>
                    <a:pt x="527" y="32"/>
                    <a:pt x="527" y="27"/>
                  </a:cubicBezTo>
                  <a:cubicBezTo>
                    <a:pt x="527" y="18"/>
                    <a:pt x="526" y="10"/>
                    <a:pt x="521" y="6"/>
                  </a:cubicBezTo>
                  <a:cubicBezTo>
                    <a:pt x="519" y="4"/>
                    <a:pt x="516" y="3"/>
                    <a:pt x="510" y="5"/>
                  </a:cubicBezTo>
                  <a:cubicBezTo>
                    <a:pt x="507" y="6"/>
                    <a:pt x="506" y="10"/>
                    <a:pt x="506" y="10"/>
                  </a:cubicBezTo>
                  <a:cubicBezTo>
                    <a:pt x="511" y="12"/>
                    <a:pt x="511" y="12"/>
                    <a:pt x="511" y="12"/>
                  </a:cubicBezTo>
                  <a:cubicBezTo>
                    <a:pt x="514" y="11"/>
                    <a:pt x="515" y="12"/>
                    <a:pt x="516" y="13"/>
                  </a:cubicBezTo>
                  <a:cubicBezTo>
                    <a:pt x="519" y="15"/>
                    <a:pt x="521" y="27"/>
                    <a:pt x="518" y="41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7" y="54"/>
                    <a:pt x="514" y="64"/>
                    <a:pt x="512" y="75"/>
                  </a:cubicBezTo>
                  <a:cubicBezTo>
                    <a:pt x="506" y="95"/>
                    <a:pt x="501" y="115"/>
                    <a:pt x="511" y="140"/>
                  </a:cubicBezTo>
                  <a:cubicBezTo>
                    <a:pt x="513" y="145"/>
                    <a:pt x="515" y="149"/>
                    <a:pt x="517" y="153"/>
                  </a:cubicBezTo>
                  <a:cubicBezTo>
                    <a:pt x="521" y="161"/>
                    <a:pt x="525" y="167"/>
                    <a:pt x="525" y="175"/>
                  </a:cubicBezTo>
                  <a:cubicBezTo>
                    <a:pt x="526" y="181"/>
                    <a:pt x="526" y="188"/>
                    <a:pt x="525" y="194"/>
                  </a:cubicBezTo>
                  <a:cubicBezTo>
                    <a:pt x="525" y="204"/>
                    <a:pt x="524" y="214"/>
                    <a:pt x="527" y="225"/>
                  </a:cubicBezTo>
                  <a:cubicBezTo>
                    <a:pt x="531" y="239"/>
                    <a:pt x="534" y="254"/>
                    <a:pt x="537" y="271"/>
                  </a:cubicBezTo>
                  <a:cubicBezTo>
                    <a:pt x="538" y="283"/>
                    <a:pt x="537" y="292"/>
                    <a:pt x="535" y="302"/>
                  </a:cubicBezTo>
                  <a:cubicBezTo>
                    <a:pt x="532" y="318"/>
                    <a:pt x="532" y="318"/>
                    <a:pt x="532" y="318"/>
                  </a:cubicBezTo>
                  <a:cubicBezTo>
                    <a:pt x="532" y="321"/>
                    <a:pt x="528" y="322"/>
                    <a:pt x="526" y="320"/>
                  </a:cubicBezTo>
                  <a:cubicBezTo>
                    <a:pt x="523" y="316"/>
                    <a:pt x="519" y="312"/>
                    <a:pt x="516" y="307"/>
                  </a:cubicBezTo>
                  <a:cubicBezTo>
                    <a:pt x="507" y="295"/>
                    <a:pt x="506" y="282"/>
                    <a:pt x="506" y="268"/>
                  </a:cubicBezTo>
                  <a:cubicBezTo>
                    <a:pt x="506" y="254"/>
                    <a:pt x="502" y="242"/>
                    <a:pt x="494" y="227"/>
                  </a:cubicBezTo>
                  <a:cubicBezTo>
                    <a:pt x="501" y="240"/>
                    <a:pt x="501" y="253"/>
                    <a:pt x="502" y="267"/>
                  </a:cubicBezTo>
                  <a:cubicBezTo>
                    <a:pt x="502" y="282"/>
                    <a:pt x="499" y="298"/>
                    <a:pt x="509" y="312"/>
                  </a:cubicBezTo>
                  <a:cubicBezTo>
                    <a:pt x="513" y="317"/>
                    <a:pt x="517" y="321"/>
                    <a:pt x="520" y="325"/>
                  </a:cubicBezTo>
                  <a:cubicBezTo>
                    <a:pt x="527" y="332"/>
                    <a:pt x="532" y="338"/>
                    <a:pt x="535" y="346"/>
                  </a:cubicBezTo>
                  <a:cubicBezTo>
                    <a:pt x="536" y="349"/>
                    <a:pt x="537" y="351"/>
                    <a:pt x="537" y="354"/>
                  </a:cubicBezTo>
                  <a:cubicBezTo>
                    <a:pt x="538" y="354"/>
                    <a:pt x="538" y="355"/>
                    <a:pt x="538" y="355"/>
                  </a:cubicBezTo>
                  <a:cubicBezTo>
                    <a:pt x="538" y="355"/>
                    <a:pt x="538" y="355"/>
                    <a:pt x="538" y="355"/>
                  </a:cubicBezTo>
                  <a:cubicBezTo>
                    <a:pt x="540" y="361"/>
                    <a:pt x="543" y="368"/>
                    <a:pt x="546" y="374"/>
                  </a:cubicBezTo>
                  <a:cubicBezTo>
                    <a:pt x="550" y="383"/>
                    <a:pt x="552" y="394"/>
                    <a:pt x="555" y="404"/>
                  </a:cubicBezTo>
                  <a:cubicBezTo>
                    <a:pt x="558" y="417"/>
                    <a:pt x="555" y="433"/>
                    <a:pt x="552" y="448"/>
                  </a:cubicBezTo>
                  <a:cubicBezTo>
                    <a:pt x="549" y="463"/>
                    <a:pt x="549" y="463"/>
                    <a:pt x="549" y="463"/>
                  </a:cubicBezTo>
                  <a:cubicBezTo>
                    <a:pt x="547" y="474"/>
                    <a:pt x="546" y="481"/>
                    <a:pt x="546" y="484"/>
                  </a:cubicBezTo>
                  <a:cubicBezTo>
                    <a:pt x="535" y="481"/>
                    <a:pt x="520" y="476"/>
                    <a:pt x="500" y="470"/>
                  </a:cubicBezTo>
                  <a:cubicBezTo>
                    <a:pt x="497" y="469"/>
                    <a:pt x="493" y="468"/>
                    <a:pt x="489" y="466"/>
                  </a:cubicBezTo>
                  <a:cubicBezTo>
                    <a:pt x="487" y="465"/>
                    <a:pt x="477" y="457"/>
                    <a:pt x="476" y="453"/>
                  </a:cubicBezTo>
                  <a:cubicBezTo>
                    <a:pt x="473" y="438"/>
                    <a:pt x="476" y="417"/>
                    <a:pt x="476" y="402"/>
                  </a:cubicBezTo>
                  <a:cubicBezTo>
                    <a:pt x="476" y="397"/>
                    <a:pt x="476" y="397"/>
                    <a:pt x="476" y="397"/>
                  </a:cubicBezTo>
                  <a:cubicBezTo>
                    <a:pt x="476" y="385"/>
                    <a:pt x="473" y="375"/>
                    <a:pt x="470" y="365"/>
                  </a:cubicBezTo>
                  <a:cubicBezTo>
                    <a:pt x="468" y="359"/>
                    <a:pt x="466" y="352"/>
                    <a:pt x="465" y="344"/>
                  </a:cubicBezTo>
                  <a:cubicBezTo>
                    <a:pt x="465" y="343"/>
                    <a:pt x="465" y="341"/>
                    <a:pt x="465" y="338"/>
                  </a:cubicBezTo>
                  <a:cubicBezTo>
                    <a:pt x="466" y="332"/>
                    <a:pt x="466" y="326"/>
                    <a:pt x="464" y="319"/>
                  </a:cubicBezTo>
                  <a:cubicBezTo>
                    <a:pt x="465" y="309"/>
                    <a:pt x="466" y="298"/>
                    <a:pt x="467" y="287"/>
                  </a:cubicBezTo>
                  <a:cubicBezTo>
                    <a:pt x="469" y="267"/>
                    <a:pt x="470" y="247"/>
                    <a:pt x="468" y="231"/>
                  </a:cubicBezTo>
                  <a:cubicBezTo>
                    <a:pt x="464" y="196"/>
                    <a:pt x="462" y="177"/>
                    <a:pt x="459" y="143"/>
                  </a:cubicBezTo>
                  <a:cubicBezTo>
                    <a:pt x="458" y="131"/>
                    <a:pt x="458" y="131"/>
                    <a:pt x="458" y="131"/>
                  </a:cubicBezTo>
                  <a:cubicBezTo>
                    <a:pt x="456" y="105"/>
                    <a:pt x="454" y="80"/>
                    <a:pt x="444" y="54"/>
                  </a:cubicBezTo>
                  <a:cubicBezTo>
                    <a:pt x="440" y="39"/>
                    <a:pt x="440" y="39"/>
                    <a:pt x="440" y="39"/>
                  </a:cubicBezTo>
                  <a:cubicBezTo>
                    <a:pt x="436" y="22"/>
                    <a:pt x="432" y="7"/>
                    <a:pt x="422" y="2"/>
                  </a:cubicBezTo>
                  <a:cubicBezTo>
                    <a:pt x="418" y="0"/>
                    <a:pt x="410" y="1"/>
                    <a:pt x="406" y="6"/>
                  </a:cubicBezTo>
                  <a:cubicBezTo>
                    <a:pt x="410" y="8"/>
                    <a:pt x="410" y="8"/>
                    <a:pt x="410" y="8"/>
                  </a:cubicBezTo>
                  <a:cubicBezTo>
                    <a:pt x="413" y="6"/>
                    <a:pt x="416" y="8"/>
                    <a:pt x="418" y="9"/>
                  </a:cubicBezTo>
                  <a:cubicBezTo>
                    <a:pt x="425" y="12"/>
                    <a:pt x="429" y="27"/>
                    <a:pt x="432" y="41"/>
                  </a:cubicBezTo>
                  <a:cubicBezTo>
                    <a:pt x="432" y="41"/>
                    <a:pt x="437" y="57"/>
                    <a:pt x="437" y="57"/>
                  </a:cubicBezTo>
                  <a:cubicBezTo>
                    <a:pt x="446" y="82"/>
                    <a:pt x="448" y="105"/>
                    <a:pt x="450" y="132"/>
                  </a:cubicBezTo>
                  <a:cubicBezTo>
                    <a:pt x="451" y="144"/>
                    <a:pt x="451" y="144"/>
                    <a:pt x="451" y="144"/>
                  </a:cubicBezTo>
                  <a:cubicBezTo>
                    <a:pt x="454" y="178"/>
                    <a:pt x="456" y="197"/>
                    <a:pt x="460" y="232"/>
                  </a:cubicBezTo>
                  <a:cubicBezTo>
                    <a:pt x="462" y="247"/>
                    <a:pt x="461" y="266"/>
                    <a:pt x="459" y="286"/>
                  </a:cubicBezTo>
                  <a:cubicBezTo>
                    <a:pt x="458" y="289"/>
                    <a:pt x="458" y="292"/>
                    <a:pt x="458" y="295"/>
                  </a:cubicBezTo>
                  <a:cubicBezTo>
                    <a:pt x="458" y="297"/>
                    <a:pt x="456" y="296"/>
                    <a:pt x="454" y="295"/>
                  </a:cubicBezTo>
                  <a:cubicBezTo>
                    <a:pt x="449" y="286"/>
                    <a:pt x="442" y="278"/>
                    <a:pt x="435" y="273"/>
                  </a:cubicBezTo>
                  <a:cubicBezTo>
                    <a:pt x="431" y="269"/>
                    <a:pt x="427" y="266"/>
                    <a:pt x="424" y="262"/>
                  </a:cubicBezTo>
                  <a:cubicBezTo>
                    <a:pt x="424" y="262"/>
                    <a:pt x="423" y="260"/>
                    <a:pt x="423" y="260"/>
                  </a:cubicBezTo>
                  <a:cubicBezTo>
                    <a:pt x="418" y="254"/>
                    <a:pt x="413" y="248"/>
                    <a:pt x="409" y="241"/>
                  </a:cubicBezTo>
                  <a:cubicBezTo>
                    <a:pt x="403" y="228"/>
                    <a:pt x="402" y="211"/>
                    <a:pt x="406" y="197"/>
                  </a:cubicBezTo>
                  <a:cubicBezTo>
                    <a:pt x="402" y="213"/>
                    <a:pt x="399" y="228"/>
                    <a:pt x="405" y="243"/>
                  </a:cubicBezTo>
                  <a:cubicBezTo>
                    <a:pt x="405" y="245"/>
                    <a:pt x="404" y="248"/>
                    <a:pt x="402" y="247"/>
                  </a:cubicBezTo>
                  <a:cubicBezTo>
                    <a:pt x="400" y="247"/>
                    <a:pt x="378" y="242"/>
                    <a:pt x="362" y="255"/>
                  </a:cubicBezTo>
                  <a:cubicBezTo>
                    <a:pt x="376" y="247"/>
                    <a:pt x="386" y="249"/>
                    <a:pt x="393" y="251"/>
                  </a:cubicBezTo>
                  <a:cubicBezTo>
                    <a:pt x="405" y="254"/>
                    <a:pt x="415" y="264"/>
                    <a:pt x="417" y="266"/>
                  </a:cubicBezTo>
                  <a:cubicBezTo>
                    <a:pt x="421" y="271"/>
                    <a:pt x="425" y="275"/>
                    <a:pt x="430" y="279"/>
                  </a:cubicBezTo>
                  <a:cubicBezTo>
                    <a:pt x="442" y="288"/>
                    <a:pt x="453" y="304"/>
                    <a:pt x="456" y="320"/>
                  </a:cubicBezTo>
                  <a:cubicBezTo>
                    <a:pt x="456" y="326"/>
                    <a:pt x="456" y="332"/>
                    <a:pt x="457" y="338"/>
                  </a:cubicBezTo>
                  <a:cubicBezTo>
                    <a:pt x="457" y="338"/>
                    <a:pt x="457" y="338"/>
                    <a:pt x="456" y="338"/>
                  </a:cubicBezTo>
                  <a:cubicBezTo>
                    <a:pt x="457" y="338"/>
                    <a:pt x="457" y="338"/>
                    <a:pt x="457" y="338"/>
                  </a:cubicBezTo>
                  <a:cubicBezTo>
                    <a:pt x="457" y="341"/>
                    <a:pt x="457" y="343"/>
                    <a:pt x="457" y="346"/>
                  </a:cubicBezTo>
                  <a:cubicBezTo>
                    <a:pt x="458" y="353"/>
                    <a:pt x="460" y="361"/>
                    <a:pt x="462" y="368"/>
                  </a:cubicBezTo>
                  <a:cubicBezTo>
                    <a:pt x="465" y="378"/>
                    <a:pt x="466" y="387"/>
                    <a:pt x="466" y="397"/>
                  </a:cubicBezTo>
                  <a:cubicBezTo>
                    <a:pt x="466" y="402"/>
                    <a:pt x="466" y="402"/>
                    <a:pt x="466" y="402"/>
                  </a:cubicBezTo>
                  <a:cubicBezTo>
                    <a:pt x="466" y="417"/>
                    <a:pt x="461" y="434"/>
                    <a:pt x="463" y="449"/>
                  </a:cubicBezTo>
                  <a:cubicBezTo>
                    <a:pt x="463" y="451"/>
                    <a:pt x="464" y="454"/>
                    <a:pt x="465" y="456"/>
                  </a:cubicBezTo>
                  <a:cubicBezTo>
                    <a:pt x="432" y="441"/>
                    <a:pt x="399" y="421"/>
                    <a:pt x="380" y="411"/>
                  </a:cubicBezTo>
                  <a:cubicBezTo>
                    <a:pt x="376" y="409"/>
                    <a:pt x="370" y="407"/>
                    <a:pt x="363" y="404"/>
                  </a:cubicBezTo>
                  <a:cubicBezTo>
                    <a:pt x="357" y="399"/>
                    <a:pt x="351" y="394"/>
                    <a:pt x="346" y="387"/>
                  </a:cubicBezTo>
                  <a:cubicBezTo>
                    <a:pt x="322" y="360"/>
                    <a:pt x="322" y="331"/>
                    <a:pt x="322" y="297"/>
                  </a:cubicBezTo>
                  <a:cubicBezTo>
                    <a:pt x="322" y="285"/>
                    <a:pt x="322" y="285"/>
                    <a:pt x="322" y="285"/>
                  </a:cubicBezTo>
                  <a:cubicBezTo>
                    <a:pt x="322" y="269"/>
                    <a:pt x="327" y="254"/>
                    <a:pt x="332" y="239"/>
                  </a:cubicBezTo>
                  <a:cubicBezTo>
                    <a:pt x="338" y="223"/>
                    <a:pt x="344" y="206"/>
                    <a:pt x="343" y="188"/>
                  </a:cubicBezTo>
                  <a:cubicBezTo>
                    <a:pt x="343" y="180"/>
                    <a:pt x="342" y="172"/>
                    <a:pt x="340" y="165"/>
                  </a:cubicBezTo>
                  <a:cubicBezTo>
                    <a:pt x="339" y="156"/>
                    <a:pt x="338" y="148"/>
                    <a:pt x="338" y="140"/>
                  </a:cubicBezTo>
                  <a:cubicBezTo>
                    <a:pt x="338" y="134"/>
                    <a:pt x="339" y="128"/>
                    <a:pt x="340" y="121"/>
                  </a:cubicBezTo>
                  <a:cubicBezTo>
                    <a:pt x="343" y="109"/>
                    <a:pt x="345" y="98"/>
                    <a:pt x="341" y="88"/>
                  </a:cubicBezTo>
                  <a:cubicBezTo>
                    <a:pt x="334" y="65"/>
                    <a:pt x="335" y="38"/>
                    <a:pt x="337" y="30"/>
                  </a:cubicBezTo>
                  <a:cubicBezTo>
                    <a:pt x="338" y="27"/>
                    <a:pt x="339" y="26"/>
                    <a:pt x="341" y="26"/>
                  </a:cubicBezTo>
                  <a:cubicBezTo>
                    <a:pt x="343" y="25"/>
                    <a:pt x="344" y="27"/>
                    <a:pt x="346" y="29"/>
                  </a:cubicBezTo>
                  <a:cubicBezTo>
                    <a:pt x="350" y="25"/>
                    <a:pt x="350" y="25"/>
                    <a:pt x="350" y="25"/>
                  </a:cubicBezTo>
                  <a:cubicBezTo>
                    <a:pt x="349" y="21"/>
                    <a:pt x="343" y="17"/>
                    <a:pt x="339" y="18"/>
                  </a:cubicBezTo>
                  <a:cubicBezTo>
                    <a:pt x="334" y="19"/>
                    <a:pt x="331" y="23"/>
                    <a:pt x="330" y="28"/>
                  </a:cubicBezTo>
                  <a:cubicBezTo>
                    <a:pt x="327" y="37"/>
                    <a:pt x="326" y="65"/>
                    <a:pt x="334" y="90"/>
                  </a:cubicBezTo>
                  <a:cubicBezTo>
                    <a:pt x="337" y="98"/>
                    <a:pt x="335" y="109"/>
                    <a:pt x="333" y="119"/>
                  </a:cubicBezTo>
                  <a:cubicBezTo>
                    <a:pt x="331" y="126"/>
                    <a:pt x="330" y="133"/>
                    <a:pt x="330" y="140"/>
                  </a:cubicBezTo>
                  <a:cubicBezTo>
                    <a:pt x="330" y="149"/>
                    <a:pt x="331" y="158"/>
                    <a:pt x="332" y="166"/>
                  </a:cubicBezTo>
                  <a:cubicBezTo>
                    <a:pt x="334" y="173"/>
                    <a:pt x="335" y="181"/>
                    <a:pt x="335" y="189"/>
                  </a:cubicBezTo>
                  <a:cubicBezTo>
                    <a:pt x="336" y="205"/>
                    <a:pt x="330" y="220"/>
                    <a:pt x="325" y="236"/>
                  </a:cubicBezTo>
                  <a:cubicBezTo>
                    <a:pt x="319" y="251"/>
                    <a:pt x="314" y="267"/>
                    <a:pt x="314" y="285"/>
                  </a:cubicBezTo>
                  <a:cubicBezTo>
                    <a:pt x="314" y="297"/>
                    <a:pt x="314" y="297"/>
                    <a:pt x="314" y="297"/>
                  </a:cubicBezTo>
                  <a:cubicBezTo>
                    <a:pt x="314" y="332"/>
                    <a:pt x="314" y="363"/>
                    <a:pt x="340" y="393"/>
                  </a:cubicBezTo>
                  <a:cubicBezTo>
                    <a:pt x="341" y="394"/>
                    <a:pt x="343" y="396"/>
                    <a:pt x="345" y="398"/>
                  </a:cubicBezTo>
                  <a:cubicBezTo>
                    <a:pt x="317" y="389"/>
                    <a:pt x="281" y="381"/>
                    <a:pt x="254" y="381"/>
                  </a:cubicBezTo>
                  <a:cubicBezTo>
                    <a:pt x="244" y="381"/>
                    <a:pt x="235" y="379"/>
                    <a:pt x="225" y="377"/>
                  </a:cubicBezTo>
                  <a:cubicBezTo>
                    <a:pt x="221" y="375"/>
                    <a:pt x="216" y="373"/>
                    <a:pt x="212" y="371"/>
                  </a:cubicBezTo>
                  <a:cubicBezTo>
                    <a:pt x="208" y="367"/>
                    <a:pt x="203" y="364"/>
                    <a:pt x="199" y="362"/>
                  </a:cubicBezTo>
                  <a:cubicBezTo>
                    <a:pt x="188" y="352"/>
                    <a:pt x="180" y="339"/>
                    <a:pt x="177" y="325"/>
                  </a:cubicBezTo>
                  <a:cubicBezTo>
                    <a:pt x="171" y="301"/>
                    <a:pt x="174" y="275"/>
                    <a:pt x="187" y="249"/>
                  </a:cubicBezTo>
                  <a:cubicBezTo>
                    <a:pt x="192" y="238"/>
                    <a:pt x="197" y="227"/>
                    <a:pt x="201" y="214"/>
                  </a:cubicBezTo>
                  <a:cubicBezTo>
                    <a:pt x="204" y="207"/>
                    <a:pt x="204" y="207"/>
                    <a:pt x="204" y="207"/>
                  </a:cubicBezTo>
                  <a:cubicBezTo>
                    <a:pt x="206" y="203"/>
                    <a:pt x="208" y="200"/>
                    <a:pt x="209" y="195"/>
                  </a:cubicBezTo>
                  <a:cubicBezTo>
                    <a:pt x="209" y="194"/>
                    <a:pt x="210" y="190"/>
                    <a:pt x="216" y="187"/>
                  </a:cubicBezTo>
                  <a:cubicBezTo>
                    <a:pt x="224" y="182"/>
                    <a:pt x="236" y="179"/>
                    <a:pt x="242" y="180"/>
                  </a:cubicBezTo>
                  <a:cubicBezTo>
                    <a:pt x="243" y="180"/>
                    <a:pt x="243" y="180"/>
                    <a:pt x="243" y="180"/>
                  </a:cubicBezTo>
                  <a:cubicBezTo>
                    <a:pt x="228" y="178"/>
                    <a:pt x="217" y="181"/>
                    <a:pt x="211" y="185"/>
                  </a:cubicBezTo>
                  <a:cubicBezTo>
                    <a:pt x="208" y="186"/>
                    <a:pt x="205" y="182"/>
                    <a:pt x="204" y="179"/>
                  </a:cubicBezTo>
                  <a:cubicBezTo>
                    <a:pt x="203" y="176"/>
                    <a:pt x="201" y="174"/>
                    <a:pt x="200" y="173"/>
                  </a:cubicBezTo>
                  <a:cubicBezTo>
                    <a:pt x="196" y="166"/>
                    <a:pt x="191" y="158"/>
                    <a:pt x="194" y="153"/>
                  </a:cubicBezTo>
                  <a:cubicBezTo>
                    <a:pt x="189" y="162"/>
                    <a:pt x="192" y="168"/>
                    <a:pt x="197" y="175"/>
                  </a:cubicBezTo>
                  <a:cubicBezTo>
                    <a:pt x="200" y="179"/>
                    <a:pt x="202" y="185"/>
                    <a:pt x="202" y="190"/>
                  </a:cubicBezTo>
                  <a:cubicBezTo>
                    <a:pt x="201" y="195"/>
                    <a:pt x="199" y="199"/>
                    <a:pt x="197" y="204"/>
                  </a:cubicBezTo>
                  <a:cubicBezTo>
                    <a:pt x="194" y="211"/>
                    <a:pt x="194" y="211"/>
                    <a:pt x="194" y="211"/>
                  </a:cubicBezTo>
                  <a:cubicBezTo>
                    <a:pt x="190" y="223"/>
                    <a:pt x="184" y="235"/>
                    <a:pt x="179" y="245"/>
                  </a:cubicBezTo>
                  <a:cubicBezTo>
                    <a:pt x="179" y="246"/>
                    <a:pt x="179" y="247"/>
                    <a:pt x="178" y="248"/>
                  </a:cubicBezTo>
                  <a:cubicBezTo>
                    <a:pt x="178" y="249"/>
                    <a:pt x="176" y="248"/>
                    <a:pt x="175" y="247"/>
                  </a:cubicBezTo>
                  <a:cubicBezTo>
                    <a:pt x="175" y="246"/>
                    <a:pt x="175" y="246"/>
                    <a:pt x="175" y="245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168" y="228"/>
                    <a:pt x="165" y="222"/>
                    <a:pt x="170" y="207"/>
                  </a:cubicBezTo>
                  <a:cubicBezTo>
                    <a:pt x="164" y="224"/>
                    <a:pt x="163" y="228"/>
                    <a:pt x="169" y="243"/>
                  </a:cubicBezTo>
                  <a:cubicBezTo>
                    <a:pt x="170" y="247"/>
                    <a:pt x="170" y="247"/>
                    <a:pt x="170" y="247"/>
                  </a:cubicBezTo>
                  <a:cubicBezTo>
                    <a:pt x="173" y="255"/>
                    <a:pt x="170" y="272"/>
                    <a:pt x="169" y="275"/>
                  </a:cubicBezTo>
                  <a:cubicBezTo>
                    <a:pt x="165" y="293"/>
                    <a:pt x="165" y="310"/>
                    <a:pt x="169" y="327"/>
                  </a:cubicBezTo>
                  <a:cubicBezTo>
                    <a:pt x="171" y="337"/>
                    <a:pt x="176" y="347"/>
                    <a:pt x="183" y="356"/>
                  </a:cubicBezTo>
                  <a:cubicBezTo>
                    <a:pt x="176" y="354"/>
                    <a:pt x="168" y="354"/>
                    <a:pt x="160" y="355"/>
                  </a:cubicBezTo>
                  <a:cubicBezTo>
                    <a:pt x="141" y="357"/>
                    <a:pt x="130" y="357"/>
                    <a:pt x="117" y="345"/>
                  </a:cubicBezTo>
                  <a:cubicBezTo>
                    <a:pt x="98" y="328"/>
                    <a:pt x="88" y="313"/>
                    <a:pt x="87" y="302"/>
                  </a:cubicBezTo>
                  <a:cubicBezTo>
                    <a:pt x="86" y="294"/>
                    <a:pt x="87" y="285"/>
                    <a:pt x="90" y="278"/>
                  </a:cubicBezTo>
                  <a:cubicBezTo>
                    <a:pt x="90" y="278"/>
                    <a:pt x="97" y="254"/>
                    <a:pt x="98" y="252"/>
                  </a:cubicBezTo>
                  <a:cubicBezTo>
                    <a:pt x="100" y="246"/>
                    <a:pt x="105" y="240"/>
                    <a:pt x="112" y="232"/>
                  </a:cubicBezTo>
                  <a:cubicBezTo>
                    <a:pt x="101" y="244"/>
                    <a:pt x="97" y="247"/>
                    <a:pt x="92" y="257"/>
                  </a:cubicBezTo>
                  <a:cubicBezTo>
                    <a:pt x="87" y="265"/>
                    <a:pt x="87" y="265"/>
                    <a:pt x="87" y="265"/>
                  </a:cubicBezTo>
                  <a:cubicBezTo>
                    <a:pt x="87" y="265"/>
                    <a:pt x="86" y="268"/>
                    <a:pt x="85" y="266"/>
                  </a:cubicBezTo>
                  <a:cubicBezTo>
                    <a:pt x="82" y="248"/>
                    <a:pt x="76" y="239"/>
                    <a:pt x="62" y="225"/>
                  </a:cubicBezTo>
                  <a:cubicBezTo>
                    <a:pt x="49" y="210"/>
                    <a:pt x="34" y="200"/>
                    <a:pt x="23" y="205"/>
                  </a:cubicBezTo>
                  <a:cubicBezTo>
                    <a:pt x="20" y="206"/>
                    <a:pt x="19" y="209"/>
                    <a:pt x="20" y="213"/>
                  </a:cubicBezTo>
                  <a:cubicBezTo>
                    <a:pt x="22" y="212"/>
                    <a:pt x="22" y="212"/>
                    <a:pt x="22" y="212"/>
                  </a:cubicBezTo>
                  <a:cubicBezTo>
                    <a:pt x="22" y="211"/>
                    <a:pt x="24" y="210"/>
                    <a:pt x="25" y="210"/>
                  </a:cubicBezTo>
                  <a:cubicBezTo>
                    <a:pt x="31" y="208"/>
                    <a:pt x="43" y="214"/>
                    <a:pt x="57" y="228"/>
                  </a:cubicBezTo>
                  <a:cubicBezTo>
                    <a:pt x="71" y="244"/>
                    <a:pt x="76" y="253"/>
                    <a:pt x="79" y="277"/>
                  </a:cubicBezTo>
                  <a:cubicBezTo>
                    <a:pt x="81" y="286"/>
                    <a:pt x="80" y="297"/>
                    <a:pt x="81" y="302"/>
                  </a:cubicBezTo>
                  <a:cubicBezTo>
                    <a:pt x="82" y="313"/>
                    <a:pt x="87" y="325"/>
                    <a:pt x="99" y="338"/>
                  </a:cubicBezTo>
                  <a:cubicBezTo>
                    <a:pt x="100" y="339"/>
                    <a:pt x="99" y="341"/>
                    <a:pt x="99" y="341"/>
                  </a:cubicBezTo>
                  <a:cubicBezTo>
                    <a:pt x="96" y="342"/>
                    <a:pt x="92" y="344"/>
                    <a:pt x="88" y="345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76" y="350"/>
                    <a:pt x="62" y="355"/>
                    <a:pt x="49" y="352"/>
                  </a:cubicBezTo>
                  <a:cubicBezTo>
                    <a:pt x="46" y="351"/>
                    <a:pt x="43" y="349"/>
                    <a:pt x="40" y="347"/>
                  </a:cubicBezTo>
                  <a:cubicBezTo>
                    <a:pt x="34" y="343"/>
                    <a:pt x="28" y="341"/>
                    <a:pt x="20" y="346"/>
                  </a:cubicBezTo>
                  <a:cubicBezTo>
                    <a:pt x="24" y="344"/>
                    <a:pt x="31" y="344"/>
                    <a:pt x="37" y="348"/>
                  </a:cubicBezTo>
                  <a:cubicBezTo>
                    <a:pt x="40" y="351"/>
                    <a:pt x="42" y="353"/>
                    <a:pt x="47" y="356"/>
                  </a:cubicBezTo>
                  <a:cubicBezTo>
                    <a:pt x="61" y="363"/>
                    <a:pt x="78" y="356"/>
                    <a:pt x="86" y="353"/>
                  </a:cubicBezTo>
                  <a:cubicBezTo>
                    <a:pt x="91" y="350"/>
                    <a:pt x="91" y="350"/>
                    <a:pt x="91" y="350"/>
                  </a:cubicBezTo>
                  <a:cubicBezTo>
                    <a:pt x="101" y="346"/>
                    <a:pt x="105" y="347"/>
                    <a:pt x="110" y="350"/>
                  </a:cubicBezTo>
                  <a:cubicBezTo>
                    <a:pt x="118" y="355"/>
                    <a:pt x="125" y="360"/>
                    <a:pt x="127" y="361"/>
                  </a:cubicBezTo>
                  <a:cubicBezTo>
                    <a:pt x="138" y="365"/>
                    <a:pt x="149" y="364"/>
                    <a:pt x="161" y="363"/>
                  </a:cubicBezTo>
                  <a:cubicBezTo>
                    <a:pt x="174" y="362"/>
                    <a:pt x="184" y="363"/>
                    <a:pt x="195" y="368"/>
                  </a:cubicBezTo>
                  <a:cubicBezTo>
                    <a:pt x="203" y="376"/>
                    <a:pt x="213" y="381"/>
                    <a:pt x="223" y="384"/>
                  </a:cubicBezTo>
                  <a:cubicBezTo>
                    <a:pt x="238" y="389"/>
                    <a:pt x="252" y="390"/>
                    <a:pt x="266" y="390"/>
                  </a:cubicBezTo>
                  <a:cubicBezTo>
                    <a:pt x="272" y="390"/>
                    <a:pt x="278" y="391"/>
                    <a:pt x="283" y="392"/>
                  </a:cubicBezTo>
                  <a:cubicBezTo>
                    <a:pt x="314" y="400"/>
                    <a:pt x="352" y="412"/>
                    <a:pt x="374" y="422"/>
                  </a:cubicBezTo>
                  <a:cubicBezTo>
                    <a:pt x="388" y="433"/>
                    <a:pt x="403" y="444"/>
                    <a:pt x="415" y="449"/>
                  </a:cubicBezTo>
                  <a:cubicBezTo>
                    <a:pt x="427" y="456"/>
                    <a:pt x="439" y="464"/>
                    <a:pt x="453" y="471"/>
                  </a:cubicBezTo>
                  <a:cubicBezTo>
                    <a:pt x="433" y="473"/>
                    <a:pt x="421" y="482"/>
                    <a:pt x="406" y="494"/>
                  </a:cubicBezTo>
                  <a:cubicBezTo>
                    <a:pt x="401" y="498"/>
                    <a:pt x="401" y="498"/>
                    <a:pt x="401" y="498"/>
                  </a:cubicBezTo>
                  <a:cubicBezTo>
                    <a:pt x="386" y="511"/>
                    <a:pt x="386" y="511"/>
                    <a:pt x="386" y="511"/>
                  </a:cubicBezTo>
                  <a:cubicBezTo>
                    <a:pt x="386" y="511"/>
                    <a:pt x="385" y="511"/>
                    <a:pt x="385" y="512"/>
                  </a:cubicBezTo>
                  <a:cubicBezTo>
                    <a:pt x="385" y="512"/>
                    <a:pt x="385" y="512"/>
                    <a:pt x="385" y="512"/>
                  </a:cubicBezTo>
                  <a:cubicBezTo>
                    <a:pt x="383" y="513"/>
                    <a:pt x="383" y="513"/>
                    <a:pt x="383" y="513"/>
                  </a:cubicBezTo>
                  <a:cubicBezTo>
                    <a:pt x="374" y="521"/>
                    <a:pt x="366" y="530"/>
                    <a:pt x="354" y="536"/>
                  </a:cubicBezTo>
                  <a:cubicBezTo>
                    <a:pt x="328" y="549"/>
                    <a:pt x="308" y="530"/>
                    <a:pt x="289" y="512"/>
                  </a:cubicBezTo>
                  <a:cubicBezTo>
                    <a:pt x="278" y="502"/>
                    <a:pt x="278" y="502"/>
                    <a:pt x="278" y="502"/>
                  </a:cubicBezTo>
                  <a:cubicBezTo>
                    <a:pt x="258" y="485"/>
                    <a:pt x="235" y="486"/>
                    <a:pt x="212" y="487"/>
                  </a:cubicBezTo>
                  <a:cubicBezTo>
                    <a:pt x="194" y="489"/>
                    <a:pt x="174" y="491"/>
                    <a:pt x="156" y="483"/>
                  </a:cubicBezTo>
                  <a:cubicBezTo>
                    <a:pt x="151" y="480"/>
                    <a:pt x="151" y="480"/>
                    <a:pt x="151" y="480"/>
                  </a:cubicBezTo>
                  <a:cubicBezTo>
                    <a:pt x="131" y="470"/>
                    <a:pt x="113" y="461"/>
                    <a:pt x="89" y="458"/>
                  </a:cubicBezTo>
                  <a:cubicBezTo>
                    <a:pt x="72" y="456"/>
                    <a:pt x="61" y="451"/>
                    <a:pt x="50" y="440"/>
                  </a:cubicBezTo>
                  <a:cubicBezTo>
                    <a:pt x="44" y="434"/>
                    <a:pt x="44" y="434"/>
                    <a:pt x="44" y="434"/>
                  </a:cubicBezTo>
                  <a:cubicBezTo>
                    <a:pt x="41" y="431"/>
                    <a:pt x="38" y="429"/>
                    <a:pt x="36" y="426"/>
                  </a:cubicBezTo>
                  <a:cubicBezTo>
                    <a:pt x="34" y="424"/>
                    <a:pt x="32" y="421"/>
                    <a:pt x="31" y="418"/>
                  </a:cubicBezTo>
                  <a:cubicBezTo>
                    <a:pt x="28" y="413"/>
                    <a:pt x="24" y="411"/>
                    <a:pt x="18" y="407"/>
                  </a:cubicBezTo>
                  <a:cubicBezTo>
                    <a:pt x="21" y="409"/>
                    <a:pt x="22" y="414"/>
                    <a:pt x="25" y="418"/>
                  </a:cubicBezTo>
                  <a:cubicBezTo>
                    <a:pt x="26" y="422"/>
                    <a:pt x="28" y="427"/>
                    <a:pt x="30" y="430"/>
                  </a:cubicBezTo>
                  <a:cubicBezTo>
                    <a:pt x="33" y="433"/>
                    <a:pt x="35" y="437"/>
                    <a:pt x="38" y="440"/>
                  </a:cubicBezTo>
                  <a:cubicBezTo>
                    <a:pt x="44" y="445"/>
                    <a:pt x="44" y="445"/>
                    <a:pt x="44" y="445"/>
                  </a:cubicBezTo>
                  <a:cubicBezTo>
                    <a:pt x="50" y="451"/>
                    <a:pt x="56" y="455"/>
                    <a:pt x="62" y="459"/>
                  </a:cubicBezTo>
                  <a:cubicBezTo>
                    <a:pt x="59" y="460"/>
                    <a:pt x="56" y="461"/>
                    <a:pt x="53" y="462"/>
                  </a:cubicBezTo>
                  <a:cubicBezTo>
                    <a:pt x="46" y="465"/>
                    <a:pt x="46" y="465"/>
                    <a:pt x="46" y="465"/>
                  </a:cubicBezTo>
                  <a:cubicBezTo>
                    <a:pt x="35" y="469"/>
                    <a:pt x="29" y="471"/>
                    <a:pt x="20" y="469"/>
                  </a:cubicBezTo>
                  <a:cubicBezTo>
                    <a:pt x="14" y="467"/>
                    <a:pt x="8" y="465"/>
                    <a:pt x="0" y="465"/>
                  </a:cubicBezTo>
                  <a:cubicBezTo>
                    <a:pt x="7" y="465"/>
                    <a:pt x="12" y="471"/>
                    <a:pt x="17" y="472"/>
                  </a:cubicBezTo>
                  <a:cubicBezTo>
                    <a:pt x="27" y="475"/>
                    <a:pt x="36" y="478"/>
                    <a:pt x="49" y="473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64" y="466"/>
                    <a:pt x="70" y="463"/>
                    <a:pt x="79" y="464"/>
                  </a:cubicBezTo>
                  <a:cubicBezTo>
                    <a:pt x="89" y="466"/>
                    <a:pt x="85" y="465"/>
                    <a:pt x="88" y="466"/>
                  </a:cubicBezTo>
                  <a:cubicBezTo>
                    <a:pt x="108" y="469"/>
                    <a:pt x="124" y="475"/>
                    <a:pt x="142" y="484"/>
                  </a:cubicBezTo>
                  <a:cubicBezTo>
                    <a:pt x="146" y="486"/>
                    <a:pt x="145" y="489"/>
                    <a:pt x="143" y="489"/>
                  </a:cubicBezTo>
                  <a:cubicBezTo>
                    <a:pt x="113" y="493"/>
                    <a:pt x="87" y="505"/>
                    <a:pt x="71" y="518"/>
                  </a:cubicBezTo>
                  <a:cubicBezTo>
                    <a:pt x="61" y="527"/>
                    <a:pt x="61" y="527"/>
                    <a:pt x="61" y="527"/>
                  </a:cubicBezTo>
                  <a:cubicBezTo>
                    <a:pt x="47" y="539"/>
                    <a:pt x="40" y="545"/>
                    <a:pt x="13" y="526"/>
                  </a:cubicBezTo>
                  <a:close/>
                  <a:moveTo>
                    <a:pt x="1025" y="291"/>
                  </a:moveTo>
                  <a:cubicBezTo>
                    <a:pt x="1030" y="285"/>
                    <a:pt x="1035" y="280"/>
                    <a:pt x="1035" y="270"/>
                  </a:cubicBezTo>
                  <a:cubicBezTo>
                    <a:pt x="1035" y="260"/>
                    <a:pt x="1034" y="254"/>
                    <a:pt x="1029" y="247"/>
                  </a:cubicBezTo>
                  <a:cubicBezTo>
                    <a:pt x="1024" y="240"/>
                    <a:pt x="1019" y="241"/>
                    <a:pt x="1019" y="241"/>
                  </a:cubicBezTo>
                  <a:cubicBezTo>
                    <a:pt x="1022" y="255"/>
                    <a:pt x="1022" y="255"/>
                    <a:pt x="1022" y="255"/>
                  </a:cubicBezTo>
                  <a:cubicBezTo>
                    <a:pt x="1026" y="261"/>
                    <a:pt x="1028" y="265"/>
                    <a:pt x="1027" y="270"/>
                  </a:cubicBezTo>
                  <a:cubicBezTo>
                    <a:pt x="1027" y="275"/>
                    <a:pt x="1024" y="281"/>
                    <a:pt x="1019" y="286"/>
                  </a:cubicBezTo>
                  <a:cubicBezTo>
                    <a:pt x="1016" y="290"/>
                    <a:pt x="1016" y="290"/>
                    <a:pt x="1016" y="290"/>
                  </a:cubicBezTo>
                  <a:cubicBezTo>
                    <a:pt x="1015" y="290"/>
                    <a:pt x="1015" y="290"/>
                    <a:pt x="1015" y="290"/>
                  </a:cubicBezTo>
                  <a:cubicBezTo>
                    <a:pt x="1010" y="296"/>
                    <a:pt x="1005" y="303"/>
                    <a:pt x="1002" y="310"/>
                  </a:cubicBezTo>
                  <a:cubicBezTo>
                    <a:pt x="1001" y="314"/>
                    <a:pt x="996" y="325"/>
                    <a:pt x="995" y="327"/>
                  </a:cubicBezTo>
                  <a:cubicBezTo>
                    <a:pt x="992" y="334"/>
                    <a:pt x="989" y="338"/>
                    <a:pt x="985" y="339"/>
                  </a:cubicBezTo>
                  <a:cubicBezTo>
                    <a:pt x="982" y="340"/>
                    <a:pt x="978" y="338"/>
                    <a:pt x="972" y="334"/>
                  </a:cubicBezTo>
                  <a:cubicBezTo>
                    <a:pt x="967" y="330"/>
                    <a:pt x="965" y="327"/>
                    <a:pt x="963" y="324"/>
                  </a:cubicBezTo>
                  <a:cubicBezTo>
                    <a:pt x="960" y="320"/>
                    <a:pt x="958" y="317"/>
                    <a:pt x="949" y="316"/>
                  </a:cubicBezTo>
                  <a:cubicBezTo>
                    <a:pt x="949" y="315"/>
                    <a:pt x="949" y="315"/>
                    <a:pt x="949" y="315"/>
                  </a:cubicBezTo>
                  <a:cubicBezTo>
                    <a:pt x="955" y="317"/>
                    <a:pt x="957" y="324"/>
                    <a:pt x="959" y="327"/>
                  </a:cubicBezTo>
                  <a:cubicBezTo>
                    <a:pt x="961" y="329"/>
                    <a:pt x="963" y="334"/>
                    <a:pt x="969" y="338"/>
                  </a:cubicBezTo>
                  <a:cubicBezTo>
                    <a:pt x="975" y="343"/>
                    <a:pt x="978" y="347"/>
                    <a:pt x="986" y="345"/>
                  </a:cubicBezTo>
                  <a:cubicBezTo>
                    <a:pt x="991" y="344"/>
                    <a:pt x="995" y="341"/>
                    <a:pt x="999" y="334"/>
                  </a:cubicBezTo>
                  <a:cubicBezTo>
                    <a:pt x="1000" y="335"/>
                    <a:pt x="1000" y="337"/>
                    <a:pt x="1001" y="339"/>
                  </a:cubicBezTo>
                  <a:cubicBezTo>
                    <a:pt x="1004" y="351"/>
                    <a:pt x="1012" y="366"/>
                    <a:pt x="1005" y="370"/>
                  </a:cubicBezTo>
                  <a:cubicBezTo>
                    <a:pt x="1005" y="371"/>
                    <a:pt x="1005" y="371"/>
                    <a:pt x="1005" y="371"/>
                  </a:cubicBezTo>
                  <a:cubicBezTo>
                    <a:pt x="1017" y="362"/>
                    <a:pt x="1011" y="349"/>
                    <a:pt x="1007" y="338"/>
                  </a:cubicBezTo>
                  <a:cubicBezTo>
                    <a:pt x="1006" y="334"/>
                    <a:pt x="1005" y="327"/>
                    <a:pt x="1005" y="323"/>
                  </a:cubicBezTo>
                  <a:cubicBezTo>
                    <a:pt x="1007" y="313"/>
                    <a:pt x="1014" y="304"/>
                    <a:pt x="1021" y="295"/>
                  </a:cubicBezTo>
                  <a:cubicBezTo>
                    <a:pt x="1022" y="295"/>
                    <a:pt x="1022" y="295"/>
                    <a:pt x="1022" y="295"/>
                  </a:cubicBezTo>
                  <a:lnTo>
                    <a:pt x="1025" y="291"/>
                  </a:lnTo>
                  <a:close/>
                  <a:moveTo>
                    <a:pt x="921" y="130"/>
                  </a:moveTo>
                  <a:cubicBezTo>
                    <a:pt x="930" y="132"/>
                    <a:pt x="932" y="137"/>
                    <a:pt x="927" y="164"/>
                  </a:cubicBezTo>
                  <a:cubicBezTo>
                    <a:pt x="926" y="183"/>
                    <a:pt x="926" y="183"/>
                    <a:pt x="926" y="183"/>
                  </a:cubicBezTo>
                  <a:cubicBezTo>
                    <a:pt x="926" y="183"/>
                    <a:pt x="926" y="183"/>
                    <a:pt x="926" y="183"/>
                  </a:cubicBezTo>
                  <a:cubicBezTo>
                    <a:pt x="932" y="165"/>
                    <a:pt x="932" y="165"/>
                    <a:pt x="932" y="165"/>
                  </a:cubicBezTo>
                  <a:cubicBezTo>
                    <a:pt x="936" y="141"/>
                    <a:pt x="940" y="126"/>
                    <a:pt x="922" y="123"/>
                  </a:cubicBezTo>
                  <a:cubicBezTo>
                    <a:pt x="918" y="122"/>
                    <a:pt x="915" y="124"/>
                    <a:pt x="915" y="124"/>
                  </a:cubicBezTo>
                  <a:lnTo>
                    <a:pt x="921" y="130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6" name="Freeform 231">
              <a:extLst>
                <a:ext uri="{FF2B5EF4-FFF2-40B4-BE49-F238E27FC236}">
                  <a16:creationId xmlns:a16="http://schemas.microsoft.com/office/drawing/2014/main" id="{D7C77F00-03E8-48BE-A2EE-2F691490D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2107"/>
              <a:ext cx="173" cy="153"/>
            </a:xfrm>
            <a:custGeom>
              <a:avLst/>
              <a:gdLst>
                <a:gd name="T0" fmla="*/ 944 w 74"/>
                <a:gd name="T1" fmla="*/ 963 h 61"/>
                <a:gd name="T2" fmla="*/ 0 w 74"/>
                <a:gd name="T3" fmla="*/ 0 h 61"/>
                <a:gd name="T4" fmla="*/ 944 w 74"/>
                <a:gd name="T5" fmla="*/ 96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61">
                  <a:moveTo>
                    <a:pt x="74" y="61"/>
                  </a:moveTo>
                  <a:cubicBezTo>
                    <a:pt x="63" y="40"/>
                    <a:pt x="29" y="13"/>
                    <a:pt x="0" y="0"/>
                  </a:cubicBezTo>
                  <a:cubicBezTo>
                    <a:pt x="12" y="5"/>
                    <a:pt x="68" y="52"/>
                    <a:pt x="74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7" name="Freeform 232">
              <a:extLst>
                <a:ext uri="{FF2B5EF4-FFF2-40B4-BE49-F238E27FC236}">
                  <a16:creationId xmlns:a16="http://schemas.microsoft.com/office/drawing/2014/main" id="{845E3639-1AE3-4D2B-A2C3-5A895002D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788"/>
              <a:ext cx="215" cy="120"/>
            </a:xfrm>
            <a:custGeom>
              <a:avLst/>
              <a:gdLst>
                <a:gd name="T0" fmla="*/ 1173 w 92"/>
                <a:gd name="T1" fmla="*/ 750 h 48"/>
                <a:gd name="T2" fmla="*/ 432 w 92"/>
                <a:gd name="T3" fmla="*/ 283 h 48"/>
                <a:gd name="T4" fmla="*/ 0 w 92"/>
                <a:gd name="T5" fmla="*/ 0 h 48"/>
                <a:gd name="T6" fmla="*/ 486 w 92"/>
                <a:gd name="T7" fmla="*/ 375 h 48"/>
                <a:gd name="T8" fmla="*/ 1173 w 92"/>
                <a:gd name="T9" fmla="*/ 75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48">
                  <a:moveTo>
                    <a:pt x="92" y="48"/>
                  </a:moveTo>
                  <a:cubicBezTo>
                    <a:pt x="75" y="43"/>
                    <a:pt x="46" y="26"/>
                    <a:pt x="34" y="18"/>
                  </a:cubicBezTo>
                  <a:cubicBezTo>
                    <a:pt x="22" y="10"/>
                    <a:pt x="4" y="1"/>
                    <a:pt x="0" y="0"/>
                  </a:cubicBezTo>
                  <a:cubicBezTo>
                    <a:pt x="10" y="3"/>
                    <a:pt x="21" y="14"/>
                    <a:pt x="38" y="24"/>
                  </a:cubicBezTo>
                  <a:cubicBezTo>
                    <a:pt x="54" y="35"/>
                    <a:pt x="92" y="48"/>
                    <a:pt x="92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8" name="Freeform 233">
              <a:extLst>
                <a:ext uri="{FF2B5EF4-FFF2-40B4-BE49-F238E27FC236}">
                  <a16:creationId xmlns:a16="http://schemas.microsoft.com/office/drawing/2014/main" id="{6DF9CDE1-00F8-4B95-AA9E-17035E6E0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728"/>
              <a:ext cx="161" cy="38"/>
            </a:xfrm>
            <a:custGeom>
              <a:avLst/>
              <a:gdLst>
                <a:gd name="T0" fmla="*/ 877 w 69"/>
                <a:gd name="T1" fmla="*/ 243 h 15"/>
                <a:gd name="T2" fmla="*/ 0 w 6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15">
                  <a:moveTo>
                    <a:pt x="69" y="15"/>
                  </a:moveTo>
                  <a:cubicBezTo>
                    <a:pt x="59" y="11"/>
                    <a:pt x="19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9" name="Freeform 234">
              <a:extLst>
                <a:ext uri="{FF2B5EF4-FFF2-40B4-BE49-F238E27FC236}">
                  <a16:creationId xmlns:a16="http://schemas.microsoft.com/office/drawing/2014/main" id="{796C6411-7741-49E6-8F74-9F37E3BDB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55"/>
              <a:ext cx="169" cy="123"/>
            </a:xfrm>
            <a:custGeom>
              <a:avLst/>
              <a:gdLst>
                <a:gd name="T0" fmla="*/ 0 w 72"/>
                <a:gd name="T1" fmla="*/ 776 h 49"/>
                <a:gd name="T2" fmla="*/ 932 w 72"/>
                <a:gd name="T3" fmla="*/ 0 h 49"/>
                <a:gd name="T4" fmla="*/ 0 w 72"/>
                <a:gd name="T5" fmla="*/ 77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9">
                  <a:moveTo>
                    <a:pt x="0" y="49"/>
                  </a:moveTo>
                  <a:cubicBezTo>
                    <a:pt x="48" y="5"/>
                    <a:pt x="58" y="1"/>
                    <a:pt x="72" y="0"/>
                  </a:cubicBezTo>
                  <a:cubicBezTo>
                    <a:pt x="59" y="3"/>
                    <a:pt x="19" y="33"/>
                    <a:pt x="0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0" name="Freeform 235">
              <a:extLst>
                <a:ext uri="{FF2B5EF4-FFF2-40B4-BE49-F238E27FC236}">
                  <a16:creationId xmlns:a16="http://schemas.microsoft.com/office/drawing/2014/main" id="{0382A391-AE02-4A29-84D1-58028C4F7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703"/>
              <a:ext cx="30" cy="272"/>
            </a:xfrm>
            <a:custGeom>
              <a:avLst/>
              <a:gdLst>
                <a:gd name="T0" fmla="*/ 0 w 13"/>
                <a:gd name="T1" fmla="*/ 0 h 109"/>
                <a:gd name="T2" fmla="*/ 159 w 13"/>
                <a:gd name="T3" fmla="*/ 871 h 109"/>
                <a:gd name="T4" fmla="*/ 65 w 13"/>
                <a:gd name="T5" fmla="*/ 1694 h 109"/>
                <a:gd name="T6" fmla="*/ 134 w 13"/>
                <a:gd name="T7" fmla="*/ 871 h 109"/>
                <a:gd name="T8" fmla="*/ 0 w 13"/>
                <a:gd name="T9" fmla="*/ 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9">
                  <a:moveTo>
                    <a:pt x="0" y="0"/>
                  </a:moveTo>
                  <a:cubicBezTo>
                    <a:pt x="5" y="12"/>
                    <a:pt x="13" y="28"/>
                    <a:pt x="13" y="56"/>
                  </a:cubicBezTo>
                  <a:cubicBezTo>
                    <a:pt x="13" y="84"/>
                    <a:pt x="5" y="98"/>
                    <a:pt x="5" y="109"/>
                  </a:cubicBezTo>
                  <a:cubicBezTo>
                    <a:pt x="4" y="98"/>
                    <a:pt x="11" y="70"/>
                    <a:pt x="11" y="56"/>
                  </a:cubicBezTo>
                  <a:cubicBezTo>
                    <a:pt x="11" y="37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1" name="Freeform 236">
              <a:extLst>
                <a:ext uri="{FF2B5EF4-FFF2-40B4-BE49-F238E27FC236}">
                  <a16:creationId xmlns:a16="http://schemas.microsoft.com/office/drawing/2014/main" id="{3ED9426C-B7D1-4C67-8EA9-4A1AA2E95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626"/>
              <a:ext cx="56" cy="235"/>
            </a:xfrm>
            <a:custGeom>
              <a:avLst/>
              <a:gdLst>
                <a:gd name="T0" fmla="*/ 229 w 24"/>
                <a:gd name="T1" fmla="*/ 1470 h 94"/>
                <a:gd name="T2" fmla="*/ 77 w 24"/>
                <a:gd name="T3" fmla="*/ 250 h 94"/>
                <a:gd name="T4" fmla="*/ 0 w 24"/>
                <a:gd name="T5" fmla="*/ 0 h 94"/>
                <a:gd name="T6" fmla="*/ 152 w 24"/>
                <a:gd name="T7" fmla="*/ 675 h 94"/>
                <a:gd name="T8" fmla="*/ 229 w 24"/>
                <a:gd name="T9" fmla="*/ 147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94">
                  <a:moveTo>
                    <a:pt x="18" y="94"/>
                  </a:moveTo>
                  <a:cubicBezTo>
                    <a:pt x="24" y="68"/>
                    <a:pt x="14" y="37"/>
                    <a:pt x="6" y="16"/>
                  </a:cubicBezTo>
                  <a:cubicBezTo>
                    <a:pt x="4" y="10"/>
                    <a:pt x="2" y="4"/>
                    <a:pt x="0" y="0"/>
                  </a:cubicBezTo>
                  <a:cubicBezTo>
                    <a:pt x="4" y="12"/>
                    <a:pt x="8" y="25"/>
                    <a:pt x="12" y="43"/>
                  </a:cubicBezTo>
                  <a:cubicBezTo>
                    <a:pt x="16" y="60"/>
                    <a:pt x="20" y="71"/>
                    <a:pt x="18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2" name="Freeform 237">
              <a:extLst>
                <a:ext uri="{FF2B5EF4-FFF2-40B4-BE49-F238E27FC236}">
                  <a16:creationId xmlns:a16="http://schemas.microsoft.com/office/drawing/2014/main" id="{102F7026-A1A7-4C10-A9E2-2A7103728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329"/>
              <a:ext cx="33" cy="165"/>
            </a:xfrm>
            <a:custGeom>
              <a:avLst/>
              <a:gdLst>
                <a:gd name="T0" fmla="*/ 144 w 14"/>
                <a:gd name="T1" fmla="*/ 1033 h 66"/>
                <a:gd name="T2" fmla="*/ 0 w 14"/>
                <a:gd name="T3" fmla="*/ 0 h 66"/>
                <a:gd name="T4" fmla="*/ 144 w 14"/>
                <a:gd name="T5" fmla="*/ 1033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6">
                  <a:moveTo>
                    <a:pt x="11" y="66"/>
                  </a:moveTo>
                  <a:cubicBezTo>
                    <a:pt x="14" y="41"/>
                    <a:pt x="3" y="10"/>
                    <a:pt x="0" y="0"/>
                  </a:cubicBezTo>
                  <a:cubicBezTo>
                    <a:pt x="2" y="7"/>
                    <a:pt x="11" y="54"/>
                    <a:pt x="11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3" name="Freeform 238">
              <a:extLst>
                <a:ext uri="{FF2B5EF4-FFF2-40B4-BE49-F238E27FC236}">
                  <a16:creationId xmlns:a16="http://schemas.microsoft.com/office/drawing/2014/main" id="{6D1F49A4-6D19-4E0F-BD3A-572E861FF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975"/>
              <a:ext cx="21" cy="23"/>
            </a:xfrm>
            <a:custGeom>
              <a:avLst/>
              <a:gdLst>
                <a:gd name="T0" fmla="*/ 114 w 9"/>
                <a:gd name="T1" fmla="*/ 51 h 9"/>
                <a:gd name="T2" fmla="*/ 12 w 9"/>
                <a:gd name="T3" fmla="*/ 33 h 9"/>
                <a:gd name="T4" fmla="*/ 0 w 9"/>
                <a:gd name="T5" fmla="*/ 130 h 9"/>
                <a:gd name="T6" fmla="*/ 114 w 9"/>
                <a:gd name="T7" fmla="*/ 8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6" y="2"/>
                    <a:pt x="3" y="0"/>
                    <a:pt x="1" y="2"/>
                  </a:cubicBezTo>
                  <a:cubicBezTo>
                    <a:pt x="3" y="4"/>
                    <a:pt x="2" y="6"/>
                    <a:pt x="0" y="8"/>
                  </a:cubicBezTo>
                  <a:cubicBezTo>
                    <a:pt x="4" y="9"/>
                    <a:pt x="6" y="6"/>
                    <a:pt x="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4" name="Freeform 239">
              <a:extLst>
                <a:ext uri="{FF2B5EF4-FFF2-40B4-BE49-F238E27FC236}">
                  <a16:creationId xmlns:a16="http://schemas.microsoft.com/office/drawing/2014/main" id="{4A7D56CF-02DC-47FD-A95C-913E6469F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434"/>
              <a:ext cx="19" cy="18"/>
            </a:xfrm>
            <a:custGeom>
              <a:avLst/>
              <a:gdLst>
                <a:gd name="T0" fmla="*/ 107 w 8"/>
                <a:gd name="T1" fmla="*/ 21 h 7"/>
                <a:gd name="T2" fmla="*/ 12 w 8"/>
                <a:gd name="T3" fmla="*/ 0 h 7"/>
                <a:gd name="T4" fmla="*/ 29 w 8"/>
                <a:gd name="T5" fmla="*/ 118 h 7"/>
                <a:gd name="T6" fmla="*/ 69 w 8"/>
                <a:gd name="T7" fmla="*/ 8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6" y="5"/>
                    <a:pt x="2" y="4"/>
                    <a:pt x="1" y="0"/>
                  </a:cubicBezTo>
                  <a:cubicBezTo>
                    <a:pt x="0" y="2"/>
                    <a:pt x="1" y="5"/>
                    <a:pt x="2" y="7"/>
                  </a:cubicBezTo>
                  <a:cubicBezTo>
                    <a:pt x="3" y="7"/>
                    <a:pt x="4" y="6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5" name="Freeform 240">
              <a:extLst>
                <a:ext uri="{FF2B5EF4-FFF2-40B4-BE49-F238E27FC236}">
                  <a16:creationId xmlns:a16="http://schemas.microsoft.com/office/drawing/2014/main" id="{87E25E89-098D-47C4-B8AE-1DEAE76D2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389"/>
              <a:ext cx="17" cy="25"/>
            </a:xfrm>
            <a:custGeom>
              <a:avLst/>
              <a:gdLst>
                <a:gd name="T0" fmla="*/ 100 w 7"/>
                <a:gd name="T1" fmla="*/ 0 h 10"/>
                <a:gd name="T2" fmla="*/ 0 w 7"/>
                <a:gd name="T3" fmla="*/ 33 h 10"/>
                <a:gd name="T4" fmla="*/ 29 w 7"/>
                <a:gd name="T5" fmla="*/ 125 h 10"/>
                <a:gd name="T6" fmla="*/ 87 w 7"/>
                <a:gd name="T7" fmla="*/ 3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5" y="3"/>
                    <a:pt x="3" y="5"/>
                    <a:pt x="0" y="2"/>
                  </a:cubicBezTo>
                  <a:cubicBezTo>
                    <a:pt x="1" y="3"/>
                    <a:pt x="1" y="8"/>
                    <a:pt x="2" y="8"/>
                  </a:cubicBezTo>
                  <a:cubicBezTo>
                    <a:pt x="5" y="10"/>
                    <a:pt x="6" y="4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6" name="Freeform 241">
              <a:extLst>
                <a:ext uri="{FF2B5EF4-FFF2-40B4-BE49-F238E27FC236}">
                  <a16:creationId xmlns:a16="http://schemas.microsoft.com/office/drawing/2014/main" id="{1C743245-F3D5-4653-B1C4-F5739AA6F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147"/>
              <a:ext cx="96" cy="145"/>
            </a:xfrm>
            <a:custGeom>
              <a:avLst/>
              <a:gdLst>
                <a:gd name="T0" fmla="*/ 527 w 41"/>
                <a:gd name="T1" fmla="*/ 0 h 58"/>
                <a:gd name="T2" fmla="*/ 363 w 41"/>
                <a:gd name="T3" fmla="*/ 458 h 58"/>
                <a:gd name="T4" fmla="*/ 0 w 41"/>
                <a:gd name="T5" fmla="*/ 908 h 58"/>
                <a:gd name="T6" fmla="*/ 323 w 41"/>
                <a:gd name="T7" fmla="*/ 408 h 58"/>
                <a:gd name="T8" fmla="*/ 527 w 41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8">
                  <a:moveTo>
                    <a:pt x="41" y="0"/>
                  </a:moveTo>
                  <a:cubicBezTo>
                    <a:pt x="36" y="4"/>
                    <a:pt x="34" y="15"/>
                    <a:pt x="28" y="29"/>
                  </a:cubicBezTo>
                  <a:cubicBezTo>
                    <a:pt x="23" y="44"/>
                    <a:pt x="9" y="55"/>
                    <a:pt x="0" y="58"/>
                  </a:cubicBezTo>
                  <a:cubicBezTo>
                    <a:pt x="8" y="56"/>
                    <a:pt x="20" y="42"/>
                    <a:pt x="25" y="26"/>
                  </a:cubicBezTo>
                  <a:cubicBezTo>
                    <a:pt x="29" y="10"/>
                    <a:pt x="36" y="1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7" name="Freeform 242">
              <a:extLst>
                <a:ext uri="{FF2B5EF4-FFF2-40B4-BE49-F238E27FC236}">
                  <a16:creationId xmlns:a16="http://schemas.microsoft.com/office/drawing/2014/main" id="{ABCD73A5-72B8-4A09-B2D8-22E0EFBBF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494"/>
              <a:ext cx="75" cy="142"/>
            </a:xfrm>
            <a:custGeom>
              <a:avLst/>
              <a:gdLst>
                <a:gd name="T0" fmla="*/ 0 w 32"/>
                <a:gd name="T1" fmla="*/ 0 h 57"/>
                <a:gd name="T2" fmla="*/ 298 w 32"/>
                <a:gd name="T3" fmla="*/ 570 h 57"/>
                <a:gd name="T4" fmla="*/ 413 w 32"/>
                <a:gd name="T5" fmla="*/ 882 h 57"/>
                <a:gd name="T6" fmla="*/ 230 w 32"/>
                <a:gd name="T7" fmla="*/ 528 h 57"/>
                <a:gd name="T8" fmla="*/ 0 w 32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7">
                  <a:moveTo>
                    <a:pt x="0" y="0"/>
                  </a:moveTo>
                  <a:cubicBezTo>
                    <a:pt x="9" y="6"/>
                    <a:pt x="17" y="20"/>
                    <a:pt x="23" y="37"/>
                  </a:cubicBezTo>
                  <a:cubicBezTo>
                    <a:pt x="29" y="53"/>
                    <a:pt x="31" y="56"/>
                    <a:pt x="32" y="57"/>
                  </a:cubicBezTo>
                  <a:cubicBezTo>
                    <a:pt x="26" y="55"/>
                    <a:pt x="21" y="42"/>
                    <a:pt x="18" y="34"/>
                  </a:cubicBezTo>
                  <a:cubicBezTo>
                    <a:pt x="15" y="26"/>
                    <a:pt x="9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5" name="medial-view-brain-arteries-illustration">
            <a:extLst>
              <a:ext uri="{FF2B5EF4-FFF2-40B4-BE49-F238E27FC236}">
                <a16:creationId xmlns:a16="http://schemas.microsoft.com/office/drawing/2014/main" id="{A8715190-9E6A-4528-B5A9-35E2694F7C6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943600" y="3352800"/>
            <a:ext cx="4151313" cy="2978150"/>
            <a:chOff x="2614" y="2055"/>
            <a:chExt cx="2797" cy="2007"/>
          </a:xfrm>
        </p:grpSpPr>
        <p:grpSp>
          <p:nvGrpSpPr>
            <p:cNvPr id="59396" name="Group 244">
              <a:extLst>
                <a:ext uri="{FF2B5EF4-FFF2-40B4-BE49-F238E27FC236}">
                  <a16:creationId xmlns:a16="http://schemas.microsoft.com/office/drawing/2014/main" id="{B94CA338-DBAA-41C2-9F4D-CD9DD722DF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4" y="2055"/>
              <a:ext cx="2797" cy="2007"/>
              <a:chOff x="2614" y="2055"/>
              <a:chExt cx="2797" cy="2007"/>
            </a:xfrm>
          </p:grpSpPr>
          <p:sp>
            <p:nvSpPr>
              <p:cNvPr id="59449" name="Freeform 245">
                <a:extLst>
                  <a:ext uri="{FF2B5EF4-FFF2-40B4-BE49-F238E27FC236}">
                    <a16:creationId xmlns:a16="http://schemas.microsoft.com/office/drawing/2014/main" id="{06B6098C-06F8-4CBB-8FC5-000CD6C18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060"/>
                <a:ext cx="2797" cy="2002"/>
              </a:xfrm>
              <a:custGeom>
                <a:avLst/>
                <a:gdLst>
                  <a:gd name="T0" fmla="*/ 10681 w 1196"/>
                  <a:gd name="T1" fmla="*/ 10075 h 803"/>
                  <a:gd name="T2" fmla="*/ 12776 w 1196"/>
                  <a:gd name="T3" fmla="*/ 10461 h 803"/>
                  <a:gd name="T4" fmla="*/ 14390 w 1196"/>
                  <a:gd name="T5" fmla="*/ 9858 h 803"/>
                  <a:gd name="T6" fmla="*/ 14953 w 1196"/>
                  <a:gd name="T7" fmla="*/ 8758 h 803"/>
                  <a:gd name="T8" fmla="*/ 15210 w 1196"/>
                  <a:gd name="T9" fmla="*/ 7781 h 803"/>
                  <a:gd name="T10" fmla="*/ 15260 w 1196"/>
                  <a:gd name="T11" fmla="*/ 6894 h 803"/>
                  <a:gd name="T12" fmla="*/ 15285 w 1196"/>
                  <a:gd name="T13" fmla="*/ 6260 h 803"/>
                  <a:gd name="T14" fmla="*/ 14991 w 1196"/>
                  <a:gd name="T15" fmla="*/ 4837 h 803"/>
                  <a:gd name="T16" fmla="*/ 14659 w 1196"/>
                  <a:gd name="T17" fmla="*/ 3967 h 803"/>
                  <a:gd name="T18" fmla="*/ 14186 w 1196"/>
                  <a:gd name="T19" fmla="*/ 2740 h 803"/>
                  <a:gd name="T20" fmla="*/ 13471 w 1196"/>
                  <a:gd name="T21" fmla="*/ 2127 h 803"/>
                  <a:gd name="T22" fmla="*/ 11333 w 1196"/>
                  <a:gd name="T23" fmla="*/ 912 h 803"/>
                  <a:gd name="T24" fmla="*/ 9605 w 1196"/>
                  <a:gd name="T25" fmla="*/ 404 h 803"/>
                  <a:gd name="T26" fmla="*/ 8927 w 1196"/>
                  <a:gd name="T27" fmla="*/ 92 h 803"/>
                  <a:gd name="T28" fmla="*/ 8057 w 1196"/>
                  <a:gd name="T29" fmla="*/ 187 h 803"/>
                  <a:gd name="T30" fmla="*/ 5973 w 1196"/>
                  <a:gd name="T31" fmla="*/ 509 h 803"/>
                  <a:gd name="T32" fmla="*/ 4348 w 1196"/>
                  <a:gd name="T33" fmla="*/ 758 h 803"/>
                  <a:gd name="T34" fmla="*/ 2762 w 1196"/>
                  <a:gd name="T35" fmla="*/ 1857 h 803"/>
                  <a:gd name="T36" fmla="*/ 2007 w 1196"/>
                  <a:gd name="T37" fmla="*/ 3226 h 803"/>
                  <a:gd name="T38" fmla="*/ 1319 w 1196"/>
                  <a:gd name="T39" fmla="*/ 4089 h 803"/>
                  <a:gd name="T40" fmla="*/ 973 w 1196"/>
                  <a:gd name="T41" fmla="*/ 4725 h 803"/>
                  <a:gd name="T42" fmla="*/ 393 w 1196"/>
                  <a:gd name="T43" fmla="*/ 6956 h 803"/>
                  <a:gd name="T44" fmla="*/ 421 w 1196"/>
                  <a:gd name="T45" fmla="*/ 8833 h 803"/>
                  <a:gd name="T46" fmla="*/ 1864 w 1196"/>
                  <a:gd name="T47" fmla="*/ 10895 h 803"/>
                  <a:gd name="T48" fmla="*/ 4118 w 1196"/>
                  <a:gd name="T49" fmla="*/ 11144 h 803"/>
                  <a:gd name="T50" fmla="*/ 5945 w 1196"/>
                  <a:gd name="T51" fmla="*/ 11531 h 803"/>
                  <a:gd name="T52" fmla="*/ 8045 w 1196"/>
                  <a:gd name="T53" fmla="*/ 12059 h 803"/>
                  <a:gd name="T54" fmla="*/ 10692 w 1196"/>
                  <a:gd name="T55" fmla="*/ 11531 h 803"/>
                  <a:gd name="T56" fmla="*/ 10681 w 1196"/>
                  <a:gd name="T57" fmla="*/ 10075 h 80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6" h="803">
                    <a:moveTo>
                      <a:pt x="835" y="650"/>
                    </a:moveTo>
                    <a:cubicBezTo>
                      <a:pt x="870" y="667"/>
                      <a:pt x="960" y="677"/>
                      <a:pt x="999" y="675"/>
                    </a:cubicBezTo>
                    <a:cubicBezTo>
                      <a:pt x="1040" y="673"/>
                      <a:pt x="1095" y="665"/>
                      <a:pt x="1125" y="636"/>
                    </a:cubicBezTo>
                    <a:cubicBezTo>
                      <a:pt x="1144" y="618"/>
                      <a:pt x="1156" y="587"/>
                      <a:pt x="1169" y="565"/>
                    </a:cubicBezTo>
                    <a:cubicBezTo>
                      <a:pt x="1180" y="545"/>
                      <a:pt x="1185" y="525"/>
                      <a:pt x="1189" y="502"/>
                    </a:cubicBezTo>
                    <a:cubicBezTo>
                      <a:pt x="1192" y="483"/>
                      <a:pt x="1195" y="464"/>
                      <a:pt x="1193" y="445"/>
                    </a:cubicBezTo>
                    <a:cubicBezTo>
                      <a:pt x="1191" y="431"/>
                      <a:pt x="1196" y="418"/>
                      <a:pt x="1195" y="404"/>
                    </a:cubicBezTo>
                    <a:cubicBezTo>
                      <a:pt x="1192" y="375"/>
                      <a:pt x="1185" y="338"/>
                      <a:pt x="1172" y="312"/>
                    </a:cubicBezTo>
                    <a:cubicBezTo>
                      <a:pt x="1162" y="292"/>
                      <a:pt x="1151" y="279"/>
                      <a:pt x="1146" y="256"/>
                    </a:cubicBezTo>
                    <a:cubicBezTo>
                      <a:pt x="1139" y="227"/>
                      <a:pt x="1129" y="201"/>
                      <a:pt x="1109" y="177"/>
                    </a:cubicBezTo>
                    <a:cubicBezTo>
                      <a:pt x="1097" y="164"/>
                      <a:pt x="1072" y="132"/>
                      <a:pt x="1053" y="137"/>
                    </a:cubicBezTo>
                    <a:cubicBezTo>
                      <a:pt x="1027" y="108"/>
                      <a:pt x="930" y="42"/>
                      <a:pt x="886" y="59"/>
                    </a:cubicBezTo>
                    <a:cubicBezTo>
                      <a:pt x="874" y="26"/>
                      <a:pt x="779" y="9"/>
                      <a:pt x="751" y="26"/>
                    </a:cubicBezTo>
                    <a:cubicBezTo>
                      <a:pt x="748" y="17"/>
                      <a:pt x="730" y="9"/>
                      <a:pt x="698" y="6"/>
                    </a:cubicBezTo>
                    <a:cubicBezTo>
                      <a:pt x="676" y="4"/>
                      <a:pt x="638" y="1"/>
                      <a:pt x="630" y="12"/>
                    </a:cubicBezTo>
                    <a:cubicBezTo>
                      <a:pt x="592" y="2"/>
                      <a:pt x="486" y="0"/>
                      <a:pt x="467" y="33"/>
                    </a:cubicBezTo>
                    <a:cubicBezTo>
                      <a:pt x="448" y="11"/>
                      <a:pt x="390" y="22"/>
                      <a:pt x="340" y="49"/>
                    </a:cubicBezTo>
                    <a:cubicBezTo>
                      <a:pt x="300" y="71"/>
                      <a:pt x="257" y="88"/>
                      <a:pt x="216" y="120"/>
                    </a:cubicBezTo>
                    <a:cubicBezTo>
                      <a:pt x="174" y="151"/>
                      <a:pt x="134" y="193"/>
                      <a:pt x="157" y="208"/>
                    </a:cubicBezTo>
                    <a:cubicBezTo>
                      <a:pt x="124" y="219"/>
                      <a:pt x="122" y="231"/>
                      <a:pt x="103" y="264"/>
                    </a:cubicBezTo>
                    <a:cubicBezTo>
                      <a:pt x="83" y="297"/>
                      <a:pt x="76" y="305"/>
                      <a:pt x="76" y="305"/>
                    </a:cubicBezTo>
                    <a:cubicBezTo>
                      <a:pt x="54" y="324"/>
                      <a:pt x="22" y="423"/>
                      <a:pt x="31" y="449"/>
                    </a:cubicBezTo>
                    <a:cubicBezTo>
                      <a:pt x="17" y="466"/>
                      <a:pt x="0" y="556"/>
                      <a:pt x="33" y="570"/>
                    </a:cubicBezTo>
                    <a:cubicBezTo>
                      <a:pt x="31" y="606"/>
                      <a:pt x="74" y="691"/>
                      <a:pt x="146" y="703"/>
                    </a:cubicBezTo>
                    <a:cubicBezTo>
                      <a:pt x="225" y="717"/>
                      <a:pt x="274" y="711"/>
                      <a:pt x="322" y="719"/>
                    </a:cubicBezTo>
                    <a:cubicBezTo>
                      <a:pt x="371" y="728"/>
                      <a:pt x="453" y="756"/>
                      <a:pt x="465" y="744"/>
                    </a:cubicBezTo>
                    <a:cubicBezTo>
                      <a:pt x="485" y="763"/>
                      <a:pt x="608" y="792"/>
                      <a:pt x="629" y="778"/>
                    </a:cubicBezTo>
                    <a:cubicBezTo>
                      <a:pt x="672" y="790"/>
                      <a:pt x="798" y="803"/>
                      <a:pt x="836" y="744"/>
                    </a:cubicBezTo>
                    <a:cubicBezTo>
                      <a:pt x="856" y="712"/>
                      <a:pt x="867" y="667"/>
                      <a:pt x="835" y="650"/>
                    </a:cubicBezTo>
                    <a:close/>
                  </a:path>
                </a:pathLst>
              </a:custGeom>
              <a:solidFill>
                <a:srgbClr val="ED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0" name="Freeform 246">
                <a:extLst>
                  <a:ext uri="{FF2B5EF4-FFF2-40B4-BE49-F238E27FC236}">
                    <a16:creationId xmlns:a16="http://schemas.microsoft.com/office/drawing/2014/main" id="{C6CAFF3C-8755-4985-9DE0-8BFDEAD07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2860"/>
                <a:ext cx="185" cy="225"/>
              </a:xfrm>
              <a:custGeom>
                <a:avLst/>
                <a:gdLst>
                  <a:gd name="T0" fmla="*/ 0 w 79"/>
                  <a:gd name="T1" fmla="*/ 1375 h 90"/>
                  <a:gd name="T2" fmla="*/ 707 w 79"/>
                  <a:gd name="T3" fmla="*/ 613 h 90"/>
                  <a:gd name="T4" fmla="*/ 948 w 79"/>
                  <a:gd name="T5" fmla="*/ 645 h 90"/>
                  <a:gd name="T6" fmla="*/ 1014 w 79"/>
                  <a:gd name="T7" fmla="*/ 188 h 90"/>
                  <a:gd name="T8" fmla="*/ 536 w 79"/>
                  <a:gd name="T9" fmla="*/ 595 h 90"/>
                  <a:gd name="T10" fmla="*/ 347 w 79"/>
                  <a:gd name="T11" fmla="*/ 1050 h 90"/>
                  <a:gd name="T12" fmla="*/ 115 w 79"/>
                  <a:gd name="T13" fmla="*/ 1313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90">
                    <a:moveTo>
                      <a:pt x="0" y="88"/>
                    </a:moveTo>
                    <a:cubicBezTo>
                      <a:pt x="24" y="90"/>
                      <a:pt x="49" y="57"/>
                      <a:pt x="55" y="39"/>
                    </a:cubicBezTo>
                    <a:cubicBezTo>
                      <a:pt x="60" y="26"/>
                      <a:pt x="63" y="24"/>
                      <a:pt x="74" y="41"/>
                    </a:cubicBezTo>
                    <a:cubicBezTo>
                      <a:pt x="70" y="33"/>
                      <a:pt x="74" y="19"/>
                      <a:pt x="79" y="12"/>
                    </a:cubicBezTo>
                    <a:cubicBezTo>
                      <a:pt x="66" y="0"/>
                      <a:pt x="47" y="29"/>
                      <a:pt x="42" y="38"/>
                    </a:cubicBezTo>
                    <a:cubicBezTo>
                      <a:pt x="37" y="47"/>
                      <a:pt x="34" y="58"/>
                      <a:pt x="27" y="67"/>
                    </a:cubicBezTo>
                    <a:cubicBezTo>
                      <a:pt x="22" y="74"/>
                      <a:pt x="14" y="76"/>
                      <a:pt x="9" y="84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1" name="Freeform 247">
                <a:extLst>
                  <a:ext uri="{FF2B5EF4-FFF2-40B4-BE49-F238E27FC236}">
                    <a16:creationId xmlns:a16="http://schemas.microsoft.com/office/drawing/2014/main" id="{8E87796C-E741-4874-AF36-9E7CAE6EE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222"/>
                <a:ext cx="266" cy="349"/>
              </a:xfrm>
              <a:custGeom>
                <a:avLst/>
                <a:gdLst>
                  <a:gd name="T0" fmla="*/ 1449 w 114"/>
                  <a:gd name="T1" fmla="*/ 354 h 140"/>
                  <a:gd name="T2" fmla="*/ 915 w 114"/>
                  <a:gd name="T3" fmla="*/ 324 h 140"/>
                  <a:gd name="T4" fmla="*/ 469 w 114"/>
                  <a:gd name="T5" fmla="*/ 666 h 140"/>
                  <a:gd name="T6" fmla="*/ 583 w 114"/>
                  <a:gd name="T7" fmla="*/ 2169 h 140"/>
                  <a:gd name="T8" fmla="*/ 191 w 114"/>
                  <a:gd name="T9" fmla="*/ 558 h 140"/>
                  <a:gd name="T10" fmla="*/ 772 w 114"/>
                  <a:gd name="T11" fmla="*/ 42 h 140"/>
                  <a:gd name="T12" fmla="*/ 1181 w 114"/>
                  <a:gd name="T13" fmla="*/ 92 h 140"/>
                  <a:gd name="T14" fmla="*/ 1344 w 114"/>
                  <a:gd name="T15" fmla="*/ 199 h 1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4" h="140">
                    <a:moveTo>
                      <a:pt x="114" y="23"/>
                    </a:moveTo>
                    <a:cubicBezTo>
                      <a:pt x="98" y="33"/>
                      <a:pt x="88" y="20"/>
                      <a:pt x="72" y="21"/>
                    </a:cubicBezTo>
                    <a:cubicBezTo>
                      <a:pt x="59" y="21"/>
                      <a:pt x="43" y="32"/>
                      <a:pt x="37" y="43"/>
                    </a:cubicBezTo>
                    <a:cubicBezTo>
                      <a:pt x="20" y="74"/>
                      <a:pt x="33" y="111"/>
                      <a:pt x="46" y="140"/>
                    </a:cubicBezTo>
                    <a:cubicBezTo>
                      <a:pt x="11" y="135"/>
                      <a:pt x="0" y="62"/>
                      <a:pt x="15" y="36"/>
                    </a:cubicBezTo>
                    <a:cubicBezTo>
                      <a:pt x="26" y="18"/>
                      <a:pt x="40" y="6"/>
                      <a:pt x="61" y="3"/>
                    </a:cubicBezTo>
                    <a:cubicBezTo>
                      <a:pt x="73" y="1"/>
                      <a:pt x="83" y="0"/>
                      <a:pt x="93" y="6"/>
                    </a:cubicBezTo>
                    <a:cubicBezTo>
                      <a:pt x="98" y="9"/>
                      <a:pt x="99" y="17"/>
                      <a:pt x="106" y="13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2" name="Freeform 248">
                <a:extLst>
                  <a:ext uri="{FF2B5EF4-FFF2-40B4-BE49-F238E27FC236}">
                    <a16:creationId xmlns:a16="http://schemas.microsoft.com/office/drawing/2014/main" id="{46024429-F19B-4127-AF8E-DA6A1A04A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222"/>
                <a:ext cx="382" cy="306"/>
              </a:xfrm>
              <a:custGeom>
                <a:avLst/>
                <a:gdLst>
                  <a:gd name="T0" fmla="*/ 105 w 163"/>
                  <a:gd name="T1" fmla="*/ 30 h 123"/>
                  <a:gd name="T2" fmla="*/ 527 w 163"/>
                  <a:gd name="T3" fmla="*/ 1231 h 123"/>
                  <a:gd name="T4" fmla="*/ 1026 w 163"/>
                  <a:gd name="T5" fmla="*/ 1015 h 123"/>
                  <a:gd name="T6" fmla="*/ 1493 w 163"/>
                  <a:gd name="T7" fmla="*/ 1189 h 123"/>
                  <a:gd name="T8" fmla="*/ 1877 w 163"/>
                  <a:gd name="T9" fmla="*/ 1893 h 123"/>
                  <a:gd name="T10" fmla="*/ 2020 w 163"/>
                  <a:gd name="T11" fmla="*/ 1107 h 123"/>
                  <a:gd name="T12" fmla="*/ 2088 w 163"/>
                  <a:gd name="T13" fmla="*/ 537 h 123"/>
                  <a:gd name="T14" fmla="*/ 1427 w 163"/>
                  <a:gd name="T15" fmla="*/ 940 h 123"/>
                  <a:gd name="T16" fmla="*/ 1505 w 163"/>
                  <a:gd name="T17" fmla="*/ 0 h 123"/>
                  <a:gd name="T18" fmla="*/ 719 w 163"/>
                  <a:gd name="T19" fmla="*/ 707 h 123"/>
                  <a:gd name="T20" fmla="*/ 422 w 163"/>
                  <a:gd name="T21" fmla="*/ 644 h 123"/>
                  <a:gd name="T22" fmla="*/ 143 w 163"/>
                  <a:gd name="T23" fmla="*/ 92 h 1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3" h="123">
                    <a:moveTo>
                      <a:pt x="8" y="2"/>
                    </a:moveTo>
                    <a:cubicBezTo>
                      <a:pt x="0" y="22"/>
                      <a:pt x="15" y="87"/>
                      <a:pt x="41" y="80"/>
                    </a:cubicBezTo>
                    <a:cubicBezTo>
                      <a:pt x="56" y="75"/>
                      <a:pt x="65" y="56"/>
                      <a:pt x="80" y="66"/>
                    </a:cubicBezTo>
                    <a:cubicBezTo>
                      <a:pt x="93" y="75"/>
                      <a:pt x="100" y="86"/>
                      <a:pt x="116" y="77"/>
                    </a:cubicBezTo>
                    <a:cubicBezTo>
                      <a:pt x="123" y="88"/>
                      <a:pt x="113" y="110"/>
                      <a:pt x="146" y="123"/>
                    </a:cubicBezTo>
                    <a:cubicBezTo>
                      <a:pt x="145" y="107"/>
                      <a:pt x="150" y="84"/>
                      <a:pt x="157" y="72"/>
                    </a:cubicBezTo>
                    <a:cubicBezTo>
                      <a:pt x="163" y="62"/>
                      <a:pt x="154" y="43"/>
                      <a:pt x="162" y="35"/>
                    </a:cubicBezTo>
                    <a:cubicBezTo>
                      <a:pt x="145" y="42"/>
                      <a:pt x="127" y="61"/>
                      <a:pt x="111" y="61"/>
                    </a:cubicBezTo>
                    <a:cubicBezTo>
                      <a:pt x="81" y="61"/>
                      <a:pt x="118" y="17"/>
                      <a:pt x="117" y="0"/>
                    </a:cubicBezTo>
                    <a:cubicBezTo>
                      <a:pt x="109" y="20"/>
                      <a:pt x="76" y="44"/>
                      <a:pt x="56" y="46"/>
                    </a:cubicBezTo>
                    <a:cubicBezTo>
                      <a:pt x="48" y="47"/>
                      <a:pt x="40" y="46"/>
                      <a:pt x="33" y="42"/>
                    </a:cubicBezTo>
                    <a:cubicBezTo>
                      <a:pt x="24" y="36"/>
                      <a:pt x="20" y="10"/>
                      <a:pt x="11" y="6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3" name="Freeform 249">
                <a:extLst>
                  <a:ext uri="{FF2B5EF4-FFF2-40B4-BE49-F238E27FC236}">
                    <a16:creationId xmlns:a16="http://schemas.microsoft.com/office/drawing/2014/main" id="{A3BF171C-09E9-4556-AD34-3CEED7D2C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3429"/>
                <a:ext cx="589" cy="409"/>
              </a:xfrm>
              <a:custGeom>
                <a:avLst/>
                <a:gdLst>
                  <a:gd name="T0" fmla="*/ 715 w 252"/>
                  <a:gd name="T1" fmla="*/ 1120 h 164"/>
                  <a:gd name="T2" fmla="*/ 1300 w 252"/>
                  <a:gd name="T3" fmla="*/ 1519 h 164"/>
                  <a:gd name="T4" fmla="*/ 1176 w 252"/>
                  <a:gd name="T5" fmla="*/ 2544 h 164"/>
                  <a:gd name="T6" fmla="*/ 1328 w 252"/>
                  <a:gd name="T7" fmla="*/ 2190 h 164"/>
                  <a:gd name="T8" fmla="*/ 1480 w 252"/>
                  <a:gd name="T9" fmla="*/ 2157 h 164"/>
                  <a:gd name="T10" fmla="*/ 1900 w 252"/>
                  <a:gd name="T11" fmla="*/ 2232 h 164"/>
                  <a:gd name="T12" fmla="*/ 2246 w 252"/>
                  <a:gd name="T13" fmla="*/ 1953 h 164"/>
                  <a:gd name="T14" fmla="*/ 2300 w 252"/>
                  <a:gd name="T15" fmla="*/ 1566 h 164"/>
                  <a:gd name="T16" fmla="*/ 2578 w 252"/>
                  <a:gd name="T17" fmla="*/ 1579 h 164"/>
                  <a:gd name="T18" fmla="*/ 3218 w 252"/>
                  <a:gd name="T19" fmla="*/ 1816 h 164"/>
                  <a:gd name="T20" fmla="*/ 2414 w 252"/>
                  <a:gd name="T21" fmla="*/ 1225 h 164"/>
                  <a:gd name="T22" fmla="*/ 2031 w 252"/>
                  <a:gd name="T23" fmla="*/ 933 h 164"/>
                  <a:gd name="T24" fmla="*/ 1776 w 252"/>
                  <a:gd name="T25" fmla="*/ 633 h 164"/>
                  <a:gd name="T26" fmla="*/ 1405 w 252"/>
                  <a:gd name="T27" fmla="*/ 728 h 164"/>
                  <a:gd name="T28" fmla="*/ 1148 w 252"/>
                  <a:gd name="T29" fmla="*/ 187 h 164"/>
                  <a:gd name="T30" fmla="*/ 841 w 252"/>
                  <a:gd name="T31" fmla="*/ 279 h 164"/>
                  <a:gd name="T32" fmla="*/ 0 w 252"/>
                  <a:gd name="T33" fmla="*/ 808 h 1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2" h="164">
                    <a:moveTo>
                      <a:pt x="56" y="72"/>
                    </a:moveTo>
                    <a:cubicBezTo>
                      <a:pt x="74" y="70"/>
                      <a:pt x="95" y="81"/>
                      <a:pt x="102" y="98"/>
                    </a:cubicBezTo>
                    <a:cubicBezTo>
                      <a:pt x="110" y="122"/>
                      <a:pt x="100" y="142"/>
                      <a:pt x="92" y="164"/>
                    </a:cubicBezTo>
                    <a:cubicBezTo>
                      <a:pt x="96" y="157"/>
                      <a:pt x="99" y="147"/>
                      <a:pt x="104" y="141"/>
                    </a:cubicBezTo>
                    <a:cubicBezTo>
                      <a:pt x="112" y="130"/>
                      <a:pt x="106" y="134"/>
                      <a:pt x="116" y="139"/>
                    </a:cubicBezTo>
                    <a:cubicBezTo>
                      <a:pt x="129" y="145"/>
                      <a:pt x="133" y="149"/>
                      <a:pt x="149" y="144"/>
                    </a:cubicBezTo>
                    <a:cubicBezTo>
                      <a:pt x="159" y="141"/>
                      <a:pt x="170" y="134"/>
                      <a:pt x="176" y="126"/>
                    </a:cubicBezTo>
                    <a:cubicBezTo>
                      <a:pt x="182" y="117"/>
                      <a:pt x="176" y="107"/>
                      <a:pt x="180" y="101"/>
                    </a:cubicBezTo>
                    <a:cubicBezTo>
                      <a:pt x="186" y="94"/>
                      <a:pt x="196" y="100"/>
                      <a:pt x="202" y="102"/>
                    </a:cubicBezTo>
                    <a:cubicBezTo>
                      <a:pt x="217" y="107"/>
                      <a:pt x="237" y="119"/>
                      <a:pt x="252" y="117"/>
                    </a:cubicBezTo>
                    <a:cubicBezTo>
                      <a:pt x="247" y="99"/>
                      <a:pt x="205" y="88"/>
                      <a:pt x="189" y="79"/>
                    </a:cubicBezTo>
                    <a:cubicBezTo>
                      <a:pt x="179" y="74"/>
                      <a:pt x="167" y="68"/>
                      <a:pt x="159" y="60"/>
                    </a:cubicBezTo>
                    <a:cubicBezTo>
                      <a:pt x="154" y="54"/>
                      <a:pt x="149" y="41"/>
                      <a:pt x="139" y="41"/>
                    </a:cubicBezTo>
                    <a:cubicBezTo>
                      <a:pt x="123" y="42"/>
                      <a:pt x="129" y="66"/>
                      <a:pt x="110" y="47"/>
                    </a:cubicBezTo>
                    <a:cubicBezTo>
                      <a:pt x="101" y="37"/>
                      <a:pt x="98" y="22"/>
                      <a:pt x="90" y="12"/>
                    </a:cubicBezTo>
                    <a:cubicBezTo>
                      <a:pt x="81" y="0"/>
                      <a:pt x="77" y="9"/>
                      <a:pt x="66" y="18"/>
                    </a:cubicBezTo>
                    <a:cubicBezTo>
                      <a:pt x="46" y="34"/>
                      <a:pt x="24" y="43"/>
                      <a:pt x="0" y="52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4" name="Freeform 250">
                <a:extLst>
                  <a:ext uri="{FF2B5EF4-FFF2-40B4-BE49-F238E27FC236}">
                    <a16:creationId xmlns:a16="http://schemas.microsoft.com/office/drawing/2014/main" id="{44B36D90-8264-4E3F-BFE2-7CBF19002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3466"/>
                <a:ext cx="411" cy="342"/>
              </a:xfrm>
              <a:custGeom>
                <a:avLst/>
                <a:gdLst>
                  <a:gd name="T0" fmla="*/ 266 w 176"/>
                  <a:gd name="T1" fmla="*/ 262 h 137"/>
                  <a:gd name="T2" fmla="*/ 65 w 176"/>
                  <a:gd name="T3" fmla="*/ 904 h 137"/>
                  <a:gd name="T4" fmla="*/ 1107 w 176"/>
                  <a:gd name="T5" fmla="*/ 1932 h 137"/>
                  <a:gd name="T6" fmla="*/ 1527 w 176"/>
                  <a:gd name="T7" fmla="*/ 2099 h 137"/>
                  <a:gd name="T8" fmla="*/ 1899 w 176"/>
                  <a:gd name="T9" fmla="*/ 1820 h 137"/>
                  <a:gd name="T10" fmla="*/ 2001 w 176"/>
                  <a:gd name="T11" fmla="*/ 1540 h 137"/>
                  <a:gd name="T12" fmla="*/ 2013 w 176"/>
                  <a:gd name="T13" fmla="*/ 1341 h 137"/>
                  <a:gd name="T14" fmla="*/ 2193 w 176"/>
                  <a:gd name="T15" fmla="*/ 1028 h 137"/>
                  <a:gd name="T16" fmla="*/ 1810 w 176"/>
                  <a:gd name="T17" fmla="*/ 916 h 137"/>
                  <a:gd name="T18" fmla="*/ 1413 w 176"/>
                  <a:gd name="T19" fmla="*/ 437 h 137"/>
                  <a:gd name="T20" fmla="*/ 1352 w 176"/>
                  <a:gd name="T21" fmla="*/ 716 h 137"/>
                  <a:gd name="T22" fmla="*/ 764 w 176"/>
                  <a:gd name="T23" fmla="*/ 187 h 137"/>
                  <a:gd name="T24" fmla="*/ 0 w 176"/>
                  <a:gd name="T25" fmla="*/ 437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6" h="137">
                    <a:moveTo>
                      <a:pt x="21" y="17"/>
                    </a:moveTo>
                    <a:cubicBezTo>
                      <a:pt x="12" y="28"/>
                      <a:pt x="6" y="44"/>
                      <a:pt x="5" y="58"/>
                    </a:cubicBezTo>
                    <a:cubicBezTo>
                      <a:pt x="50" y="42"/>
                      <a:pt x="108" y="75"/>
                      <a:pt x="87" y="124"/>
                    </a:cubicBezTo>
                    <a:cubicBezTo>
                      <a:pt x="101" y="123"/>
                      <a:pt x="108" y="133"/>
                      <a:pt x="120" y="135"/>
                    </a:cubicBezTo>
                    <a:cubicBezTo>
                      <a:pt x="132" y="137"/>
                      <a:pt x="142" y="124"/>
                      <a:pt x="149" y="117"/>
                    </a:cubicBezTo>
                    <a:cubicBezTo>
                      <a:pt x="155" y="110"/>
                      <a:pt x="156" y="109"/>
                      <a:pt x="157" y="99"/>
                    </a:cubicBezTo>
                    <a:cubicBezTo>
                      <a:pt x="157" y="97"/>
                      <a:pt x="157" y="88"/>
                      <a:pt x="158" y="86"/>
                    </a:cubicBezTo>
                    <a:cubicBezTo>
                      <a:pt x="163" y="79"/>
                      <a:pt x="176" y="78"/>
                      <a:pt x="172" y="66"/>
                    </a:cubicBezTo>
                    <a:cubicBezTo>
                      <a:pt x="160" y="69"/>
                      <a:pt x="151" y="67"/>
                      <a:pt x="142" y="59"/>
                    </a:cubicBezTo>
                    <a:cubicBezTo>
                      <a:pt x="132" y="51"/>
                      <a:pt x="124" y="30"/>
                      <a:pt x="111" y="28"/>
                    </a:cubicBezTo>
                    <a:cubicBezTo>
                      <a:pt x="107" y="34"/>
                      <a:pt x="109" y="40"/>
                      <a:pt x="106" y="46"/>
                    </a:cubicBezTo>
                    <a:cubicBezTo>
                      <a:pt x="91" y="29"/>
                      <a:pt x="85" y="16"/>
                      <a:pt x="60" y="12"/>
                    </a:cubicBezTo>
                    <a:cubicBezTo>
                      <a:pt x="38" y="8"/>
                      <a:pt x="6" y="0"/>
                      <a:pt x="0" y="28"/>
                    </a:cubicBezTo>
                  </a:path>
                </a:pathLst>
              </a:custGeom>
              <a:solidFill>
                <a:srgbClr val="AE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5" name="Freeform 251">
                <a:extLst>
                  <a:ext uri="{FF2B5EF4-FFF2-40B4-BE49-F238E27FC236}">
                    <a16:creationId xmlns:a16="http://schemas.microsoft.com/office/drawing/2014/main" id="{EACB5F83-7CB6-4752-90F8-864B5D23C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3666"/>
                <a:ext cx="426" cy="349"/>
              </a:xfrm>
              <a:custGeom>
                <a:avLst/>
                <a:gdLst>
                  <a:gd name="T0" fmla="*/ 1540 w 182"/>
                  <a:gd name="T1" fmla="*/ 0 h 140"/>
                  <a:gd name="T2" fmla="*/ 1781 w 182"/>
                  <a:gd name="T3" fmla="*/ 446 h 140"/>
                  <a:gd name="T4" fmla="*/ 1781 w 182"/>
                  <a:gd name="T5" fmla="*/ 932 h 140"/>
                  <a:gd name="T6" fmla="*/ 1425 w 182"/>
                  <a:gd name="T7" fmla="*/ 1628 h 140"/>
                  <a:gd name="T8" fmla="*/ 0 w 182"/>
                  <a:gd name="T9" fmla="*/ 2044 h 140"/>
                  <a:gd name="T10" fmla="*/ 1692 w 182"/>
                  <a:gd name="T11" fmla="*/ 1660 h 140"/>
                  <a:gd name="T12" fmla="*/ 1933 w 182"/>
                  <a:gd name="T13" fmla="*/ 125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140">
                    <a:moveTo>
                      <a:pt x="120" y="0"/>
                    </a:moveTo>
                    <a:cubicBezTo>
                      <a:pt x="124" y="12"/>
                      <a:pt x="135" y="16"/>
                      <a:pt x="139" y="29"/>
                    </a:cubicBezTo>
                    <a:cubicBezTo>
                      <a:pt x="142" y="39"/>
                      <a:pt x="142" y="50"/>
                      <a:pt x="139" y="60"/>
                    </a:cubicBezTo>
                    <a:cubicBezTo>
                      <a:pt x="135" y="78"/>
                      <a:pt x="124" y="93"/>
                      <a:pt x="111" y="105"/>
                    </a:cubicBezTo>
                    <a:cubicBezTo>
                      <a:pt x="86" y="127"/>
                      <a:pt x="33" y="135"/>
                      <a:pt x="0" y="132"/>
                    </a:cubicBezTo>
                    <a:cubicBezTo>
                      <a:pt x="43" y="140"/>
                      <a:pt x="99" y="139"/>
                      <a:pt x="132" y="107"/>
                    </a:cubicBezTo>
                    <a:cubicBezTo>
                      <a:pt x="155" y="84"/>
                      <a:pt x="182" y="32"/>
                      <a:pt x="151" y="8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6" name="Freeform 252">
                <a:extLst>
                  <a:ext uri="{FF2B5EF4-FFF2-40B4-BE49-F238E27FC236}">
                    <a16:creationId xmlns:a16="http://schemas.microsoft.com/office/drawing/2014/main" id="{476A2C63-5B3B-4477-8B47-8B5473A69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3755"/>
                <a:ext cx="267" cy="162"/>
              </a:xfrm>
              <a:custGeom>
                <a:avLst/>
                <a:gdLst>
                  <a:gd name="T0" fmla="*/ 834 w 114"/>
                  <a:gd name="T1" fmla="*/ 30 h 65"/>
                  <a:gd name="T2" fmla="*/ 0 w 114"/>
                  <a:gd name="T3" fmla="*/ 1007 h 65"/>
                  <a:gd name="T4" fmla="*/ 630 w 114"/>
                  <a:gd name="T5" fmla="*/ 870 h 65"/>
                  <a:gd name="T6" fmla="*/ 1042 w 114"/>
                  <a:gd name="T7" fmla="*/ 466 h 65"/>
                  <a:gd name="T8" fmla="*/ 1454 w 114"/>
                  <a:gd name="T9" fmla="*/ 155 h 65"/>
                  <a:gd name="T10" fmla="*/ 1005 w 114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65">
                    <a:moveTo>
                      <a:pt x="65" y="2"/>
                    </a:moveTo>
                    <a:cubicBezTo>
                      <a:pt x="55" y="33"/>
                      <a:pt x="36" y="63"/>
                      <a:pt x="0" y="65"/>
                    </a:cubicBezTo>
                    <a:cubicBezTo>
                      <a:pt x="16" y="63"/>
                      <a:pt x="33" y="62"/>
                      <a:pt x="49" y="56"/>
                    </a:cubicBezTo>
                    <a:cubicBezTo>
                      <a:pt x="61" y="51"/>
                      <a:pt x="70" y="38"/>
                      <a:pt x="81" y="30"/>
                    </a:cubicBezTo>
                    <a:cubicBezTo>
                      <a:pt x="87" y="26"/>
                      <a:pt x="114" y="20"/>
                      <a:pt x="113" y="10"/>
                    </a:cubicBezTo>
                    <a:cubicBezTo>
                      <a:pt x="113" y="1"/>
                      <a:pt x="86" y="7"/>
                      <a:pt x="78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7" name="Freeform 253">
                <a:extLst>
                  <a:ext uri="{FF2B5EF4-FFF2-40B4-BE49-F238E27FC236}">
                    <a16:creationId xmlns:a16="http://schemas.microsoft.com/office/drawing/2014/main" id="{9C6C7947-670E-4835-A301-F90A1E764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3877"/>
                <a:ext cx="334" cy="118"/>
              </a:xfrm>
              <a:custGeom>
                <a:avLst/>
                <a:gdLst>
                  <a:gd name="T0" fmla="*/ 0 w 143"/>
                  <a:gd name="T1" fmla="*/ 0 h 47"/>
                  <a:gd name="T2" fmla="*/ 600 w 143"/>
                  <a:gd name="T3" fmla="*/ 442 h 47"/>
                  <a:gd name="T4" fmla="*/ 1556 w 143"/>
                  <a:gd name="T5" fmla="*/ 680 h 47"/>
                  <a:gd name="T6" fmla="*/ 1794 w 143"/>
                  <a:gd name="T7" fmla="*/ 567 h 47"/>
                  <a:gd name="T8" fmla="*/ 1707 w 143"/>
                  <a:gd name="T9" fmla="*/ 304 h 47"/>
                  <a:gd name="T10" fmla="*/ 1261 w 143"/>
                  <a:gd name="T11" fmla="*/ 188 h 47"/>
                  <a:gd name="T12" fmla="*/ 955 w 143"/>
                  <a:gd name="T13" fmla="*/ 20 h 47"/>
                  <a:gd name="T14" fmla="*/ 523 w 143"/>
                  <a:gd name="T15" fmla="*/ 239 h 47"/>
                  <a:gd name="T16" fmla="*/ 28 w 143"/>
                  <a:gd name="T17" fmla="*/ 2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3" h="47">
                    <a:moveTo>
                      <a:pt x="0" y="0"/>
                    </a:moveTo>
                    <a:cubicBezTo>
                      <a:pt x="8" y="17"/>
                      <a:pt x="29" y="23"/>
                      <a:pt x="47" y="28"/>
                    </a:cubicBezTo>
                    <a:cubicBezTo>
                      <a:pt x="71" y="34"/>
                      <a:pt x="98" y="41"/>
                      <a:pt x="122" y="43"/>
                    </a:cubicBezTo>
                    <a:cubicBezTo>
                      <a:pt x="132" y="44"/>
                      <a:pt x="138" y="47"/>
                      <a:pt x="141" y="36"/>
                    </a:cubicBezTo>
                    <a:cubicBezTo>
                      <a:pt x="143" y="25"/>
                      <a:pt x="141" y="22"/>
                      <a:pt x="134" y="19"/>
                    </a:cubicBezTo>
                    <a:cubicBezTo>
                      <a:pt x="123" y="16"/>
                      <a:pt x="110" y="15"/>
                      <a:pt x="99" y="12"/>
                    </a:cubicBezTo>
                    <a:cubicBezTo>
                      <a:pt x="90" y="9"/>
                      <a:pt x="83" y="4"/>
                      <a:pt x="75" y="1"/>
                    </a:cubicBezTo>
                    <a:cubicBezTo>
                      <a:pt x="94" y="20"/>
                      <a:pt x="49" y="16"/>
                      <a:pt x="41" y="15"/>
                    </a:cubicBezTo>
                    <a:cubicBezTo>
                      <a:pt x="27" y="12"/>
                      <a:pt x="14" y="9"/>
                      <a:pt x="2" y="1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8" name="Freeform 254">
                <a:extLst>
                  <a:ext uri="{FF2B5EF4-FFF2-40B4-BE49-F238E27FC236}">
                    <a16:creationId xmlns:a16="http://schemas.microsoft.com/office/drawing/2014/main" id="{3B8DB4E6-FE44-4613-85BD-DE4D0F15D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758"/>
                <a:ext cx="804" cy="159"/>
              </a:xfrm>
              <a:custGeom>
                <a:avLst/>
                <a:gdLst>
                  <a:gd name="T0" fmla="*/ 0 w 344"/>
                  <a:gd name="T1" fmla="*/ 0 h 64"/>
                  <a:gd name="T2" fmla="*/ 486 w 344"/>
                  <a:gd name="T3" fmla="*/ 308 h 64"/>
                  <a:gd name="T4" fmla="*/ 1508 w 344"/>
                  <a:gd name="T5" fmla="*/ 370 h 64"/>
                  <a:gd name="T6" fmla="*/ 2749 w 344"/>
                  <a:gd name="T7" fmla="*/ 519 h 64"/>
                  <a:gd name="T8" fmla="*/ 3754 w 344"/>
                  <a:gd name="T9" fmla="*/ 827 h 64"/>
                  <a:gd name="T10" fmla="*/ 4228 w 344"/>
                  <a:gd name="T11" fmla="*/ 507 h 64"/>
                  <a:gd name="T12" fmla="*/ 3922 w 344"/>
                  <a:gd name="T13" fmla="*/ 673 h 64"/>
                  <a:gd name="T14" fmla="*/ 3398 w 344"/>
                  <a:gd name="T15" fmla="*/ 370 h 64"/>
                  <a:gd name="T16" fmla="*/ 2386 w 344"/>
                  <a:gd name="T17" fmla="*/ 62 h 64"/>
                  <a:gd name="T18" fmla="*/ 1108 w 344"/>
                  <a:gd name="T19" fmla="*/ 104 h 64"/>
                  <a:gd name="T20" fmla="*/ 355 w 344"/>
                  <a:gd name="T21" fmla="*/ 62 h 64"/>
                  <a:gd name="T22" fmla="*/ 77 w 344"/>
                  <a:gd name="T23" fmla="*/ 0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64">
                    <a:moveTo>
                      <a:pt x="0" y="0"/>
                    </a:moveTo>
                    <a:cubicBezTo>
                      <a:pt x="10" y="10"/>
                      <a:pt x="24" y="16"/>
                      <a:pt x="38" y="20"/>
                    </a:cubicBezTo>
                    <a:cubicBezTo>
                      <a:pt x="59" y="24"/>
                      <a:pt x="98" y="23"/>
                      <a:pt x="118" y="24"/>
                    </a:cubicBezTo>
                    <a:cubicBezTo>
                      <a:pt x="153" y="26"/>
                      <a:pt x="182" y="24"/>
                      <a:pt x="215" y="34"/>
                    </a:cubicBezTo>
                    <a:cubicBezTo>
                      <a:pt x="241" y="41"/>
                      <a:pt x="267" y="47"/>
                      <a:pt x="294" y="54"/>
                    </a:cubicBezTo>
                    <a:cubicBezTo>
                      <a:pt x="312" y="58"/>
                      <a:pt x="344" y="64"/>
                      <a:pt x="331" y="33"/>
                    </a:cubicBezTo>
                    <a:cubicBezTo>
                      <a:pt x="334" y="46"/>
                      <a:pt x="316" y="44"/>
                      <a:pt x="307" y="44"/>
                    </a:cubicBezTo>
                    <a:cubicBezTo>
                      <a:pt x="289" y="42"/>
                      <a:pt x="281" y="33"/>
                      <a:pt x="266" y="24"/>
                    </a:cubicBezTo>
                    <a:cubicBezTo>
                      <a:pt x="241" y="9"/>
                      <a:pt x="216" y="6"/>
                      <a:pt x="187" y="4"/>
                    </a:cubicBezTo>
                    <a:cubicBezTo>
                      <a:pt x="154" y="3"/>
                      <a:pt x="121" y="8"/>
                      <a:pt x="87" y="7"/>
                    </a:cubicBezTo>
                    <a:cubicBezTo>
                      <a:pt x="68" y="7"/>
                      <a:pt x="47" y="7"/>
                      <a:pt x="28" y="4"/>
                    </a:cubicBezTo>
                    <a:cubicBezTo>
                      <a:pt x="22" y="3"/>
                      <a:pt x="10" y="4"/>
                      <a:pt x="6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9" name="Freeform 255">
                <a:extLst>
                  <a:ext uri="{FF2B5EF4-FFF2-40B4-BE49-F238E27FC236}">
                    <a16:creationId xmlns:a16="http://schemas.microsoft.com/office/drawing/2014/main" id="{C622D347-C50B-4A7C-BC81-F2CB5D3CC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3269"/>
                <a:ext cx="552" cy="242"/>
              </a:xfrm>
              <a:custGeom>
                <a:avLst/>
                <a:gdLst>
                  <a:gd name="T0" fmla="*/ 334 w 236"/>
                  <a:gd name="T1" fmla="*/ 1245 h 97"/>
                  <a:gd name="T2" fmla="*/ 592 w 236"/>
                  <a:gd name="T3" fmla="*/ 716 h 97"/>
                  <a:gd name="T4" fmla="*/ 613 w 236"/>
                  <a:gd name="T5" fmla="*/ 417 h 97"/>
                  <a:gd name="T6" fmla="*/ 1155 w 236"/>
                  <a:gd name="T7" fmla="*/ 387 h 97"/>
                  <a:gd name="T8" fmla="*/ 1651 w 236"/>
                  <a:gd name="T9" fmla="*/ 0 h 97"/>
                  <a:gd name="T10" fmla="*/ 2124 w 236"/>
                  <a:gd name="T11" fmla="*/ 262 h 97"/>
                  <a:gd name="T12" fmla="*/ 2620 w 236"/>
                  <a:gd name="T13" fmla="*/ 92 h 97"/>
                  <a:gd name="T14" fmla="*/ 2840 w 236"/>
                  <a:gd name="T15" fmla="*/ 604 h 97"/>
                  <a:gd name="T16" fmla="*/ 2992 w 236"/>
                  <a:gd name="T17" fmla="*/ 1474 h 97"/>
                  <a:gd name="T18" fmla="*/ 2856 w 236"/>
                  <a:gd name="T19" fmla="*/ 1225 h 97"/>
                  <a:gd name="T20" fmla="*/ 2636 w 236"/>
                  <a:gd name="T21" fmla="*/ 821 h 97"/>
                  <a:gd name="T22" fmla="*/ 2199 w 236"/>
                  <a:gd name="T23" fmla="*/ 716 h 97"/>
                  <a:gd name="T24" fmla="*/ 1279 w 236"/>
                  <a:gd name="T25" fmla="*/ 716 h 97"/>
                  <a:gd name="T26" fmla="*/ 458 w 236"/>
                  <a:gd name="T27" fmla="*/ 1400 h 97"/>
                  <a:gd name="T28" fmla="*/ 0 w 236"/>
                  <a:gd name="T29" fmla="*/ 1494 h 9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6" h="97">
                    <a:moveTo>
                      <a:pt x="26" y="80"/>
                    </a:moveTo>
                    <a:cubicBezTo>
                      <a:pt x="35" y="70"/>
                      <a:pt x="43" y="59"/>
                      <a:pt x="46" y="46"/>
                    </a:cubicBezTo>
                    <a:cubicBezTo>
                      <a:pt x="47" y="40"/>
                      <a:pt x="46" y="32"/>
                      <a:pt x="48" y="27"/>
                    </a:cubicBezTo>
                    <a:cubicBezTo>
                      <a:pt x="55" y="37"/>
                      <a:pt x="80" y="28"/>
                      <a:pt x="90" y="25"/>
                    </a:cubicBezTo>
                    <a:cubicBezTo>
                      <a:pt x="102" y="21"/>
                      <a:pt x="121" y="12"/>
                      <a:pt x="129" y="0"/>
                    </a:cubicBezTo>
                    <a:cubicBezTo>
                      <a:pt x="128" y="12"/>
                      <a:pt x="157" y="17"/>
                      <a:pt x="166" y="17"/>
                    </a:cubicBezTo>
                    <a:cubicBezTo>
                      <a:pt x="179" y="18"/>
                      <a:pt x="198" y="20"/>
                      <a:pt x="205" y="6"/>
                    </a:cubicBezTo>
                    <a:cubicBezTo>
                      <a:pt x="203" y="20"/>
                      <a:pt x="217" y="29"/>
                      <a:pt x="222" y="39"/>
                    </a:cubicBezTo>
                    <a:cubicBezTo>
                      <a:pt x="229" y="53"/>
                      <a:pt x="236" y="81"/>
                      <a:pt x="234" y="95"/>
                    </a:cubicBezTo>
                    <a:cubicBezTo>
                      <a:pt x="232" y="89"/>
                      <a:pt x="227" y="85"/>
                      <a:pt x="223" y="79"/>
                    </a:cubicBezTo>
                    <a:cubicBezTo>
                      <a:pt x="217" y="71"/>
                      <a:pt x="214" y="61"/>
                      <a:pt x="206" y="53"/>
                    </a:cubicBezTo>
                    <a:cubicBezTo>
                      <a:pt x="196" y="43"/>
                      <a:pt x="185" y="46"/>
                      <a:pt x="172" y="46"/>
                    </a:cubicBezTo>
                    <a:cubicBezTo>
                      <a:pt x="147" y="45"/>
                      <a:pt x="124" y="34"/>
                      <a:pt x="100" y="46"/>
                    </a:cubicBezTo>
                    <a:cubicBezTo>
                      <a:pt x="77" y="57"/>
                      <a:pt x="59" y="77"/>
                      <a:pt x="36" y="90"/>
                    </a:cubicBezTo>
                    <a:cubicBezTo>
                      <a:pt x="23" y="97"/>
                      <a:pt x="13" y="96"/>
                      <a:pt x="0" y="96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0" name="Freeform 256">
                <a:extLst>
                  <a:ext uri="{FF2B5EF4-FFF2-40B4-BE49-F238E27FC236}">
                    <a16:creationId xmlns:a16="http://schemas.microsoft.com/office/drawing/2014/main" id="{4E31B5D7-8560-499A-85DC-73CF49D61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3411"/>
                <a:ext cx="288" cy="369"/>
              </a:xfrm>
              <a:custGeom>
                <a:avLst/>
                <a:gdLst>
                  <a:gd name="T0" fmla="*/ 0 w 123"/>
                  <a:gd name="T1" fmla="*/ 0 h 148"/>
                  <a:gd name="T2" fmla="*/ 103 w 123"/>
                  <a:gd name="T3" fmla="*/ 479 h 148"/>
                  <a:gd name="T4" fmla="*/ 258 w 123"/>
                  <a:gd name="T5" fmla="*/ 903 h 148"/>
                  <a:gd name="T6" fmla="*/ 592 w 123"/>
                  <a:gd name="T7" fmla="*/ 1503 h 148"/>
                  <a:gd name="T8" fmla="*/ 1157 w 123"/>
                  <a:gd name="T9" fmla="*/ 2064 h 148"/>
                  <a:gd name="T10" fmla="*/ 1578 w 123"/>
                  <a:gd name="T11" fmla="*/ 2294 h 148"/>
                  <a:gd name="T12" fmla="*/ 1513 w 123"/>
                  <a:gd name="T13" fmla="*/ 1907 h 148"/>
                  <a:gd name="T14" fmla="*/ 1002 w 123"/>
                  <a:gd name="T15" fmla="*/ 1765 h 148"/>
                  <a:gd name="T16" fmla="*/ 756 w 123"/>
                  <a:gd name="T17" fmla="*/ 1207 h 148"/>
                  <a:gd name="T18" fmla="*/ 670 w 123"/>
                  <a:gd name="T19" fmla="*/ 1057 h 148"/>
                  <a:gd name="T20" fmla="*/ 478 w 123"/>
                  <a:gd name="T21" fmla="*/ 883 h 148"/>
                  <a:gd name="T22" fmla="*/ 204 w 123"/>
                  <a:gd name="T23" fmla="*/ 229 h 1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148">
                    <a:moveTo>
                      <a:pt x="0" y="0"/>
                    </a:moveTo>
                    <a:cubicBezTo>
                      <a:pt x="7" y="8"/>
                      <a:pt x="6" y="21"/>
                      <a:pt x="8" y="31"/>
                    </a:cubicBezTo>
                    <a:cubicBezTo>
                      <a:pt x="11" y="41"/>
                      <a:pt x="14" y="50"/>
                      <a:pt x="20" y="58"/>
                    </a:cubicBezTo>
                    <a:cubicBezTo>
                      <a:pt x="28" y="72"/>
                      <a:pt x="39" y="82"/>
                      <a:pt x="46" y="97"/>
                    </a:cubicBezTo>
                    <a:cubicBezTo>
                      <a:pt x="56" y="114"/>
                      <a:pt x="70" y="128"/>
                      <a:pt x="90" y="133"/>
                    </a:cubicBezTo>
                    <a:cubicBezTo>
                      <a:pt x="101" y="135"/>
                      <a:pt x="117" y="137"/>
                      <a:pt x="123" y="148"/>
                    </a:cubicBezTo>
                    <a:cubicBezTo>
                      <a:pt x="118" y="141"/>
                      <a:pt x="118" y="131"/>
                      <a:pt x="118" y="123"/>
                    </a:cubicBezTo>
                    <a:cubicBezTo>
                      <a:pt x="106" y="124"/>
                      <a:pt x="88" y="119"/>
                      <a:pt x="78" y="114"/>
                    </a:cubicBezTo>
                    <a:cubicBezTo>
                      <a:pt x="63" y="105"/>
                      <a:pt x="62" y="93"/>
                      <a:pt x="59" y="78"/>
                    </a:cubicBezTo>
                    <a:cubicBezTo>
                      <a:pt x="57" y="71"/>
                      <a:pt x="58" y="73"/>
                      <a:pt x="52" y="68"/>
                    </a:cubicBezTo>
                    <a:cubicBezTo>
                      <a:pt x="47" y="64"/>
                      <a:pt x="41" y="61"/>
                      <a:pt x="37" y="57"/>
                    </a:cubicBezTo>
                    <a:cubicBezTo>
                      <a:pt x="24" y="44"/>
                      <a:pt x="24" y="28"/>
                      <a:pt x="16" y="15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1" name="Freeform 257">
                <a:extLst>
                  <a:ext uri="{FF2B5EF4-FFF2-40B4-BE49-F238E27FC236}">
                    <a16:creationId xmlns:a16="http://schemas.microsoft.com/office/drawing/2014/main" id="{94B88486-D25F-4F53-9E02-F0663706D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720"/>
                <a:ext cx="283" cy="207"/>
              </a:xfrm>
              <a:custGeom>
                <a:avLst/>
                <a:gdLst>
                  <a:gd name="T0" fmla="*/ 0 w 121"/>
                  <a:gd name="T1" fmla="*/ 0 h 83"/>
                  <a:gd name="T2" fmla="*/ 744 w 121"/>
                  <a:gd name="T3" fmla="*/ 915 h 83"/>
                  <a:gd name="T4" fmla="*/ 1537 w 121"/>
                  <a:gd name="T5" fmla="*/ 1287 h 83"/>
                  <a:gd name="T6" fmla="*/ 1345 w 121"/>
                  <a:gd name="T7" fmla="*/ 903 h 83"/>
                  <a:gd name="T8" fmla="*/ 985 w 121"/>
                  <a:gd name="T9" fmla="*/ 840 h 83"/>
                  <a:gd name="T10" fmla="*/ 306 w 121"/>
                  <a:gd name="T11" fmla="*/ 92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83">
                    <a:moveTo>
                      <a:pt x="0" y="0"/>
                    </a:moveTo>
                    <a:cubicBezTo>
                      <a:pt x="13" y="26"/>
                      <a:pt x="32" y="47"/>
                      <a:pt x="58" y="59"/>
                    </a:cubicBezTo>
                    <a:cubicBezTo>
                      <a:pt x="78" y="68"/>
                      <a:pt x="107" y="64"/>
                      <a:pt x="120" y="83"/>
                    </a:cubicBezTo>
                    <a:cubicBezTo>
                      <a:pt x="121" y="71"/>
                      <a:pt x="115" y="63"/>
                      <a:pt x="105" y="58"/>
                    </a:cubicBezTo>
                    <a:cubicBezTo>
                      <a:pt x="97" y="54"/>
                      <a:pt x="88" y="55"/>
                      <a:pt x="77" y="54"/>
                    </a:cubicBezTo>
                    <a:cubicBezTo>
                      <a:pt x="47" y="51"/>
                      <a:pt x="30" y="35"/>
                      <a:pt x="24" y="6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2" name="Freeform 258">
                <a:extLst>
                  <a:ext uri="{FF2B5EF4-FFF2-40B4-BE49-F238E27FC236}">
                    <a16:creationId xmlns:a16="http://schemas.microsoft.com/office/drawing/2014/main" id="{AD851D0C-B948-44C0-A119-78D373A86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3733"/>
                <a:ext cx="217" cy="120"/>
              </a:xfrm>
              <a:custGeom>
                <a:avLst/>
                <a:gdLst>
                  <a:gd name="T0" fmla="*/ 0 w 93"/>
                  <a:gd name="T1" fmla="*/ 175 h 48"/>
                  <a:gd name="T2" fmla="*/ 1181 w 93"/>
                  <a:gd name="T3" fmla="*/ 533 h 48"/>
                  <a:gd name="T4" fmla="*/ 469 w 93"/>
                  <a:gd name="T5" fmla="*/ 438 h 48"/>
                  <a:gd name="T6" fmla="*/ 0 w 93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48">
                    <a:moveTo>
                      <a:pt x="0" y="11"/>
                    </a:moveTo>
                    <a:cubicBezTo>
                      <a:pt x="11" y="48"/>
                      <a:pt x="65" y="47"/>
                      <a:pt x="93" y="34"/>
                    </a:cubicBezTo>
                    <a:cubicBezTo>
                      <a:pt x="76" y="40"/>
                      <a:pt x="53" y="32"/>
                      <a:pt x="37" y="28"/>
                    </a:cubicBezTo>
                    <a:cubicBezTo>
                      <a:pt x="23" y="24"/>
                      <a:pt x="5" y="14"/>
                      <a:pt x="0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3" name="Freeform 259">
                <a:extLst>
                  <a:ext uri="{FF2B5EF4-FFF2-40B4-BE49-F238E27FC236}">
                    <a16:creationId xmlns:a16="http://schemas.microsoft.com/office/drawing/2014/main" id="{B6FFD0FF-AAD2-4903-8FA3-DDC493F3A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3648"/>
                <a:ext cx="302" cy="269"/>
              </a:xfrm>
              <a:custGeom>
                <a:avLst/>
                <a:gdLst>
                  <a:gd name="T0" fmla="*/ 37 w 129"/>
                  <a:gd name="T1" fmla="*/ 1390 h 108"/>
                  <a:gd name="T2" fmla="*/ 948 w 129"/>
                  <a:gd name="T3" fmla="*/ 1544 h 108"/>
                  <a:gd name="T4" fmla="*/ 1529 w 129"/>
                  <a:gd name="T5" fmla="*/ 787 h 108"/>
                  <a:gd name="T6" fmla="*/ 1292 w 129"/>
                  <a:gd name="T7" fmla="*/ 0 h 108"/>
                  <a:gd name="T8" fmla="*/ 1119 w 129"/>
                  <a:gd name="T9" fmla="*/ 217 h 108"/>
                  <a:gd name="T10" fmla="*/ 691 w 129"/>
                  <a:gd name="T11" fmla="*/ 496 h 108"/>
                  <a:gd name="T12" fmla="*/ 1079 w 129"/>
                  <a:gd name="T13" fmla="*/ 725 h 108"/>
                  <a:gd name="T14" fmla="*/ 862 w 129"/>
                  <a:gd name="T15" fmla="*/ 1328 h 108"/>
                  <a:gd name="T16" fmla="*/ 412 w 129"/>
                  <a:gd name="T17" fmla="*/ 1357 h 108"/>
                  <a:gd name="T18" fmla="*/ 0 w 129"/>
                  <a:gd name="T19" fmla="*/ 1377 h 1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9" h="108">
                    <a:moveTo>
                      <a:pt x="3" y="90"/>
                    </a:moveTo>
                    <a:cubicBezTo>
                      <a:pt x="25" y="98"/>
                      <a:pt x="51" y="108"/>
                      <a:pt x="74" y="100"/>
                    </a:cubicBezTo>
                    <a:cubicBezTo>
                      <a:pt x="99" y="92"/>
                      <a:pt x="111" y="75"/>
                      <a:pt x="119" y="51"/>
                    </a:cubicBezTo>
                    <a:cubicBezTo>
                      <a:pt x="124" y="33"/>
                      <a:pt x="129" y="0"/>
                      <a:pt x="101" y="0"/>
                    </a:cubicBezTo>
                    <a:cubicBezTo>
                      <a:pt x="91" y="1"/>
                      <a:pt x="93" y="6"/>
                      <a:pt x="87" y="14"/>
                    </a:cubicBezTo>
                    <a:cubicBezTo>
                      <a:pt x="81" y="23"/>
                      <a:pt x="65" y="35"/>
                      <a:pt x="54" y="32"/>
                    </a:cubicBezTo>
                    <a:cubicBezTo>
                      <a:pt x="65" y="35"/>
                      <a:pt x="79" y="35"/>
                      <a:pt x="84" y="47"/>
                    </a:cubicBezTo>
                    <a:cubicBezTo>
                      <a:pt x="88" y="61"/>
                      <a:pt x="81" y="81"/>
                      <a:pt x="67" y="86"/>
                    </a:cubicBezTo>
                    <a:cubicBezTo>
                      <a:pt x="56" y="90"/>
                      <a:pt x="44" y="84"/>
                      <a:pt x="32" y="88"/>
                    </a:cubicBezTo>
                    <a:cubicBezTo>
                      <a:pt x="19" y="91"/>
                      <a:pt x="13" y="93"/>
                      <a:pt x="0" y="89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4" name="Freeform 260">
                <a:extLst>
                  <a:ext uri="{FF2B5EF4-FFF2-40B4-BE49-F238E27FC236}">
                    <a16:creationId xmlns:a16="http://schemas.microsoft.com/office/drawing/2014/main" id="{A7D0CA96-9D66-4DED-9ECD-013FF97FC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611"/>
                <a:ext cx="108" cy="92"/>
              </a:xfrm>
              <a:custGeom>
                <a:avLst/>
                <a:gdLst>
                  <a:gd name="T0" fmla="*/ 0 w 46"/>
                  <a:gd name="T1" fmla="*/ 0 h 37"/>
                  <a:gd name="T2" fmla="*/ 545 w 46"/>
                  <a:gd name="T3" fmla="*/ 475 h 37"/>
                  <a:gd name="T4" fmla="*/ 596 w 46"/>
                  <a:gd name="T5" fmla="*/ 199 h 37"/>
                  <a:gd name="T6" fmla="*/ 143 w 46"/>
                  <a:gd name="T7" fmla="*/ 18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7">
                    <a:moveTo>
                      <a:pt x="0" y="0"/>
                    </a:moveTo>
                    <a:cubicBezTo>
                      <a:pt x="6" y="16"/>
                      <a:pt x="23" y="37"/>
                      <a:pt x="42" y="31"/>
                    </a:cubicBezTo>
                    <a:cubicBezTo>
                      <a:pt x="43" y="25"/>
                      <a:pt x="45" y="19"/>
                      <a:pt x="46" y="13"/>
                    </a:cubicBezTo>
                    <a:cubicBezTo>
                      <a:pt x="31" y="25"/>
                      <a:pt x="28" y="19"/>
                      <a:pt x="11" y="12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5" name="Freeform 261">
                <a:extLst>
                  <a:ext uri="{FF2B5EF4-FFF2-40B4-BE49-F238E27FC236}">
                    <a16:creationId xmlns:a16="http://schemas.microsoft.com/office/drawing/2014/main" id="{4EF1B049-8085-42DA-8244-589F708DC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3187"/>
                <a:ext cx="157" cy="119"/>
              </a:xfrm>
              <a:custGeom>
                <a:avLst/>
                <a:gdLst>
                  <a:gd name="T0" fmla="*/ 155 w 67"/>
                  <a:gd name="T1" fmla="*/ 0 h 48"/>
                  <a:gd name="T2" fmla="*/ 192 w 67"/>
                  <a:gd name="T3" fmla="*/ 503 h 48"/>
                  <a:gd name="T4" fmla="*/ 862 w 67"/>
                  <a:gd name="T5" fmla="*/ 350 h 48"/>
                  <a:gd name="T6" fmla="*/ 565 w 67"/>
                  <a:gd name="T7" fmla="*/ 486 h 48"/>
                  <a:gd name="T8" fmla="*/ 258 w 67"/>
                  <a:gd name="T9" fmla="*/ 62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48">
                    <a:moveTo>
                      <a:pt x="12" y="0"/>
                    </a:moveTo>
                    <a:cubicBezTo>
                      <a:pt x="13" y="14"/>
                      <a:pt x="0" y="22"/>
                      <a:pt x="15" y="33"/>
                    </a:cubicBezTo>
                    <a:cubicBezTo>
                      <a:pt x="35" y="47"/>
                      <a:pt x="57" y="48"/>
                      <a:pt x="67" y="23"/>
                    </a:cubicBezTo>
                    <a:cubicBezTo>
                      <a:pt x="62" y="30"/>
                      <a:pt x="52" y="33"/>
                      <a:pt x="44" y="32"/>
                    </a:cubicBezTo>
                    <a:cubicBezTo>
                      <a:pt x="28" y="30"/>
                      <a:pt x="21" y="19"/>
                      <a:pt x="20" y="4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6" name="Freeform 262">
                <a:extLst>
                  <a:ext uri="{FF2B5EF4-FFF2-40B4-BE49-F238E27FC236}">
                    <a16:creationId xmlns:a16="http://schemas.microsoft.com/office/drawing/2014/main" id="{330A248E-1755-4420-959D-1B48FD0D2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3177"/>
                <a:ext cx="222" cy="157"/>
              </a:xfrm>
              <a:custGeom>
                <a:avLst/>
                <a:gdLst>
                  <a:gd name="T0" fmla="*/ 0 w 95"/>
                  <a:gd name="T1" fmla="*/ 312 h 63"/>
                  <a:gd name="T2" fmla="*/ 152 w 95"/>
                  <a:gd name="T3" fmla="*/ 508 h 63"/>
                  <a:gd name="T4" fmla="*/ 201 w 95"/>
                  <a:gd name="T5" fmla="*/ 778 h 63"/>
                  <a:gd name="T6" fmla="*/ 650 w 95"/>
                  <a:gd name="T7" fmla="*/ 837 h 63"/>
                  <a:gd name="T8" fmla="*/ 993 w 95"/>
                  <a:gd name="T9" fmla="*/ 571 h 63"/>
                  <a:gd name="T10" fmla="*/ 1147 w 95"/>
                  <a:gd name="T11" fmla="*/ 0 h 63"/>
                  <a:gd name="T12" fmla="*/ 563 w 95"/>
                  <a:gd name="T13" fmla="*/ 715 h 63"/>
                  <a:gd name="T14" fmla="*/ 49 w 95"/>
                  <a:gd name="T15" fmla="*/ 324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63">
                    <a:moveTo>
                      <a:pt x="0" y="20"/>
                    </a:moveTo>
                    <a:cubicBezTo>
                      <a:pt x="5" y="25"/>
                      <a:pt x="9" y="27"/>
                      <a:pt x="12" y="33"/>
                    </a:cubicBezTo>
                    <a:cubicBezTo>
                      <a:pt x="14" y="38"/>
                      <a:pt x="14" y="46"/>
                      <a:pt x="16" y="50"/>
                    </a:cubicBezTo>
                    <a:cubicBezTo>
                      <a:pt x="24" y="63"/>
                      <a:pt x="40" y="58"/>
                      <a:pt x="51" y="54"/>
                    </a:cubicBezTo>
                    <a:cubicBezTo>
                      <a:pt x="62" y="50"/>
                      <a:pt x="70" y="46"/>
                      <a:pt x="78" y="37"/>
                    </a:cubicBezTo>
                    <a:cubicBezTo>
                      <a:pt x="86" y="29"/>
                      <a:pt x="95" y="12"/>
                      <a:pt x="90" y="0"/>
                    </a:cubicBezTo>
                    <a:cubicBezTo>
                      <a:pt x="84" y="20"/>
                      <a:pt x="70" y="50"/>
                      <a:pt x="44" y="46"/>
                    </a:cubicBezTo>
                    <a:cubicBezTo>
                      <a:pt x="29" y="43"/>
                      <a:pt x="18" y="19"/>
                      <a:pt x="4" y="21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7" name="Freeform 263">
                <a:extLst>
                  <a:ext uri="{FF2B5EF4-FFF2-40B4-BE49-F238E27FC236}">
                    <a16:creationId xmlns:a16="http://schemas.microsoft.com/office/drawing/2014/main" id="{A6218681-3B72-4E31-81FA-9B6B56709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3192"/>
                <a:ext cx="206" cy="299"/>
              </a:xfrm>
              <a:custGeom>
                <a:avLst/>
                <a:gdLst>
                  <a:gd name="T0" fmla="*/ 728 w 88"/>
                  <a:gd name="T1" fmla="*/ 217 h 120"/>
                  <a:gd name="T2" fmla="*/ 887 w 88"/>
                  <a:gd name="T3" fmla="*/ 1410 h 120"/>
                  <a:gd name="T4" fmla="*/ 515 w 88"/>
                  <a:gd name="T5" fmla="*/ 1752 h 120"/>
                  <a:gd name="T6" fmla="*/ 0 w 88"/>
                  <a:gd name="T7" fmla="*/ 1814 h 120"/>
                  <a:gd name="T8" fmla="*/ 794 w 88"/>
                  <a:gd name="T9" fmla="*/ 1161 h 120"/>
                  <a:gd name="T10" fmla="*/ 744 w 88"/>
                  <a:gd name="T11" fmla="*/ 787 h 120"/>
                  <a:gd name="T12" fmla="*/ 756 w 88"/>
                  <a:gd name="T13" fmla="*/ 508 h 120"/>
                  <a:gd name="T14" fmla="*/ 653 w 88"/>
                  <a:gd name="T15" fmla="*/ 0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120">
                    <a:moveTo>
                      <a:pt x="57" y="14"/>
                    </a:moveTo>
                    <a:cubicBezTo>
                      <a:pt x="69" y="36"/>
                      <a:pt x="88" y="68"/>
                      <a:pt x="69" y="91"/>
                    </a:cubicBezTo>
                    <a:cubicBezTo>
                      <a:pt x="62" y="100"/>
                      <a:pt x="50" y="108"/>
                      <a:pt x="40" y="113"/>
                    </a:cubicBezTo>
                    <a:cubicBezTo>
                      <a:pt x="27" y="120"/>
                      <a:pt x="14" y="113"/>
                      <a:pt x="0" y="117"/>
                    </a:cubicBezTo>
                    <a:cubicBezTo>
                      <a:pt x="16" y="102"/>
                      <a:pt x="60" y="105"/>
                      <a:pt x="62" y="75"/>
                    </a:cubicBezTo>
                    <a:cubicBezTo>
                      <a:pt x="63" y="67"/>
                      <a:pt x="58" y="59"/>
                      <a:pt x="58" y="51"/>
                    </a:cubicBezTo>
                    <a:cubicBezTo>
                      <a:pt x="58" y="45"/>
                      <a:pt x="60" y="39"/>
                      <a:pt x="59" y="33"/>
                    </a:cubicBezTo>
                    <a:cubicBezTo>
                      <a:pt x="58" y="21"/>
                      <a:pt x="50" y="13"/>
                      <a:pt x="51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8" name="Freeform 264">
                <a:extLst>
                  <a:ext uri="{FF2B5EF4-FFF2-40B4-BE49-F238E27FC236}">
                    <a16:creationId xmlns:a16="http://schemas.microsoft.com/office/drawing/2014/main" id="{6EFEED83-8CFC-4D37-B0DA-9C5CF0213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3521"/>
                <a:ext cx="52" cy="117"/>
              </a:xfrm>
              <a:custGeom>
                <a:avLst/>
                <a:gdLst>
                  <a:gd name="T0" fmla="*/ 28 w 22"/>
                  <a:gd name="T1" fmla="*/ 0 h 47"/>
                  <a:gd name="T2" fmla="*/ 156 w 22"/>
                  <a:gd name="T3" fmla="*/ 199 h 47"/>
                  <a:gd name="T4" fmla="*/ 291 w 22"/>
                  <a:gd name="T5" fmla="*/ 724 h 47"/>
                  <a:gd name="T6" fmla="*/ 50 w 22"/>
                  <a:gd name="T7" fmla="*/ 42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7">
                    <a:moveTo>
                      <a:pt x="2" y="0"/>
                    </a:moveTo>
                    <a:cubicBezTo>
                      <a:pt x="12" y="8"/>
                      <a:pt x="13" y="1"/>
                      <a:pt x="12" y="13"/>
                    </a:cubicBezTo>
                    <a:cubicBezTo>
                      <a:pt x="11" y="27"/>
                      <a:pt x="16" y="36"/>
                      <a:pt x="22" y="47"/>
                    </a:cubicBezTo>
                    <a:cubicBezTo>
                      <a:pt x="14" y="39"/>
                      <a:pt x="0" y="15"/>
                      <a:pt x="4" y="3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9" name="Freeform 265">
                <a:extLst>
                  <a:ext uri="{FF2B5EF4-FFF2-40B4-BE49-F238E27FC236}">
                    <a16:creationId xmlns:a16="http://schemas.microsoft.com/office/drawing/2014/main" id="{BAE7ED35-1DEC-487F-80C0-27B8E949C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892"/>
                <a:ext cx="67" cy="63"/>
              </a:xfrm>
              <a:custGeom>
                <a:avLst/>
                <a:gdLst>
                  <a:gd name="T0" fmla="*/ 0 w 29"/>
                  <a:gd name="T1" fmla="*/ 401 h 25"/>
                  <a:gd name="T2" fmla="*/ 65 w 29"/>
                  <a:gd name="T3" fmla="*/ 0 h 25"/>
                  <a:gd name="T4" fmla="*/ 358 w 29"/>
                  <a:gd name="T5" fmla="*/ 63 h 25"/>
                  <a:gd name="T6" fmla="*/ 113 w 29"/>
                  <a:gd name="T7" fmla="*/ 30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5">
                    <a:moveTo>
                      <a:pt x="0" y="25"/>
                    </a:moveTo>
                    <a:cubicBezTo>
                      <a:pt x="5" y="19"/>
                      <a:pt x="7" y="7"/>
                      <a:pt x="5" y="0"/>
                    </a:cubicBezTo>
                    <a:cubicBezTo>
                      <a:pt x="10" y="6"/>
                      <a:pt x="21" y="6"/>
                      <a:pt x="29" y="4"/>
                    </a:cubicBezTo>
                    <a:cubicBezTo>
                      <a:pt x="22" y="8"/>
                      <a:pt x="10" y="10"/>
                      <a:pt x="9" y="19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0" name="Freeform 266">
                <a:extLst>
                  <a:ext uri="{FF2B5EF4-FFF2-40B4-BE49-F238E27FC236}">
                    <a16:creationId xmlns:a16="http://schemas.microsoft.com/office/drawing/2014/main" id="{3293599F-9E2E-4FD8-9501-C83B6E3EA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888"/>
                <a:ext cx="189" cy="254"/>
              </a:xfrm>
              <a:custGeom>
                <a:avLst/>
                <a:gdLst>
                  <a:gd name="T0" fmla="*/ 0 w 81"/>
                  <a:gd name="T1" fmla="*/ 712 h 102"/>
                  <a:gd name="T2" fmla="*/ 37 w 81"/>
                  <a:gd name="T3" fmla="*/ 0 h 102"/>
                  <a:gd name="T4" fmla="*/ 485 w 81"/>
                  <a:gd name="T5" fmla="*/ 924 h 102"/>
                  <a:gd name="T6" fmla="*/ 714 w 81"/>
                  <a:gd name="T7" fmla="*/ 1265 h 102"/>
                  <a:gd name="T8" fmla="*/ 1029 w 81"/>
                  <a:gd name="T9" fmla="*/ 1576 h 102"/>
                  <a:gd name="T10" fmla="*/ 429 w 81"/>
                  <a:gd name="T11" fmla="*/ 1066 h 102"/>
                  <a:gd name="T12" fmla="*/ 49 w 81"/>
                  <a:gd name="T13" fmla="*/ 882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2">
                    <a:moveTo>
                      <a:pt x="0" y="46"/>
                    </a:moveTo>
                    <a:cubicBezTo>
                      <a:pt x="2" y="31"/>
                      <a:pt x="4" y="16"/>
                      <a:pt x="3" y="0"/>
                    </a:cubicBezTo>
                    <a:cubicBezTo>
                      <a:pt x="14" y="20"/>
                      <a:pt x="26" y="40"/>
                      <a:pt x="38" y="60"/>
                    </a:cubicBezTo>
                    <a:cubicBezTo>
                      <a:pt x="44" y="68"/>
                      <a:pt x="49" y="75"/>
                      <a:pt x="56" y="82"/>
                    </a:cubicBezTo>
                    <a:cubicBezTo>
                      <a:pt x="63" y="90"/>
                      <a:pt x="75" y="94"/>
                      <a:pt x="81" y="102"/>
                    </a:cubicBezTo>
                    <a:cubicBezTo>
                      <a:pt x="61" y="100"/>
                      <a:pt x="47" y="84"/>
                      <a:pt x="34" y="69"/>
                    </a:cubicBezTo>
                    <a:cubicBezTo>
                      <a:pt x="29" y="64"/>
                      <a:pt x="11" y="36"/>
                      <a:pt x="4" y="57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1" name="Freeform 267">
                <a:extLst>
                  <a:ext uri="{FF2B5EF4-FFF2-40B4-BE49-F238E27FC236}">
                    <a16:creationId xmlns:a16="http://schemas.microsoft.com/office/drawing/2014/main" id="{02E08FDD-3639-48D7-ADE5-A2EB6A8D2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538"/>
                <a:ext cx="189" cy="135"/>
              </a:xfrm>
              <a:custGeom>
                <a:avLst/>
                <a:gdLst>
                  <a:gd name="T0" fmla="*/ 49 w 81"/>
                  <a:gd name="T1" fmla="*/ 488 h 54"/>
                  <a:gd name="T2" fmla="*/ 126 w 81"/>
                  <a:gd name="T3" fmla="*/ 845 h 54"/>
                  <a:gd name="T4" fmla="*/ 544 w 81"/>
                  <a:gd name="T5" fmla="*/ 438 h 54"/>
                  <a:gd name="T6" fmla="*/ 1029 w 81"/>
                  <a:gd name="T7" fmla="*/ 0 h 54"/>
                  <a:gd name="T8" fmla="*/ 485 w 81"/>
                  <a:gd name="T9" fmla="*/ 333 h 54"/>
                  <a:gd name="T10" fmla="*/ 0 w 81"/>
                  <a:gd name="T11" fmla="*/ 313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54">
                    <a:moveTo>
                      <a:pt x="4" y="31"/>
                    </a:moveTo>
                    <a:cubicBezTo>
                      <a:pt x="12" y="34"/>
                      <a:pt x="12" y="47"/>
                      <a:pt x="10" y="54"/>
                    </a:cubicBezTo>
                    <a:cubicBezTo>
                      <a:pt x="21" y="45"/>
                      <a:pt x="33" y="38"/>
                      <a:pt x="43" y="28"/>
                    </a:cubicBezTo>
                    <a:cubicBezTo>
                      <a:pt x="54" y="16"/>
                      <a:pt x="65" y="7"/>
                      <a:pt x="81" y="0"/>
                    </a:cubicBezTo>
                    <a:cubicBezTo>
                      <a:pt x="67" y="8"/>
                      <a:pt x="52" y="12"/>
                      <a:pt x="38" y="21"/>
                    </a:cubicBezTo>
                    <a:cubicBezTo>
                      <a:pt x="23" y="30"/>
                      <a:pt x="16" y="26"/>
                      <a:pt x="0" y="2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2" name="Freeform 268">
                <a:extLst>
                  <a:ext uri="{FF2B5EF4-FFF2-40B4-BE49-F238E27FC236}">
                    <a16:creationId xmlns:a16="http://schemas.microsoft.com/office/drawing/2014/main" id="{30D38932-0478-4813-9012-B14F56F7B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601"/>
                <a:ext cx="307" cy="242"/>
              </a:xfrm>
              <a:custGeom>
                <a:avLst/>
                <a:gdLst>
                  <a:gd name="T0" fmla="*/ 49 w 131"/>
                  <a:gd name="T1" fmla="*/ 1507 h 97"/>
                  <a:gd name="T2" fmla="*/ 1071 w 131"/>
                  <a:gd name="T3" fmla="*/ 621 h 97"/>
                  <a:gd name="T4" fmla="*/ 1505 w 131"/>
                  <a:gd name="T5" fmla="*/ 479 h 97"/>
                  <a:gd name="T6" fmla="*/ 1418 w 131"/>
                  <a:gd name="T7" fmla="*/ 0 h 97"/>
                  <a:gd name="T8" fmla="*/ 900 w 131"/>
                  <a:gd name="T9" fmla="*/ 437 h 97"/>
                  <a:gd name="T10" fmla="*/ 0 w 131"/>
                  <a:gd name="T11" fmla="*/ 1507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97">
                    <a:moveTo>
                      <a:pt x="4" y="97"/>
                    </a:moveTo>
                    <a:cubicBezTo>
                      <a:pt x="20" y="70"/>
                      <a:pt x="55" y="50"/>
                      <a:pt x="83" y="40"/>
                    </a:cubicBezTo>
                    <a:cubicBezTo>
                      <a:pt x="92" y="37"/>
                      <a:pt x="111" y="38"/>
                      <a:pt x="117" y="31"/>
                    </a:cubicBezTo>
                    <a:cubicBezTo>
                      <a:pt x="127" y="23"/>
                      <a:pt x="117" y="6"/>
                      <a:pt x="110" y="0"/>
                    </a:cubicBezTo>
                    <a:cubicBezTo>
                      <a:pt x="131" y="28"/>
                      <a:pt x="83" y="24"/>
                      <a:pt x="70" y="28"/>
                    </a:cubicBezTo>
                    <a:cubicBezTo>
                      <a:pt x="35" y="39"/>
                      <a:pt x="23" y="73"/>
                      <a:pt x="0" y="97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3" name="Freeform 269">
                <a:extLst>
                  <a:ext uri="{FF2B5EF4-FFF2-40B4-BE49-F238E27FC236}">
                    <a16:creationId xmlns:a16="http://schemas.microsoft.com/office/drawing/2014/main" id="{4928ECB0-A540-438E-8161-C79176506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768"/>
                <a:ext cx="64" cy="22"/>
              </a:xfrm>
              <a:custGeom>
                <a:avLst/>
                <a:gdLst>
                  <a:gd name="T0" fmla="*/ 0 w 27"/>
                  <a:gd name="T1" fmla="*/ 132 h 9"/>
                  <a:gd name="T2" fmla="*/ 185 w 27"/>
                  <a:gd name="T3" fmla="*/ 12 h 9"/>
                  <a:gd name="T4" fmla="*/ 360 w 27"/>
                  <a:gd name="T5" fmla="*/ 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9">
                    <a:moveTo>
                      <a:pt x="0" y="9"/>
                    </a:moveTo>
                    <a:cubicBezTo>
                      <a:pt x="5" y="7"/>
                      <a:pt x="10" y="2"/>
                      <a:pt x="14" y="1"/>
                    </a:cubicBezTo>
                    <a:cubicBezTo>
                      <a:pt x="17" y="0"/>
                      <a:pt x="24" y="4"/>
                      <a:pt x="27" y="5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4" name="Freeform 270">
                <a:extLst>
                  <a:ext uri="{FF2B5EF4-FFF2-40B4-BE49-F238E27FC236}">
                    <a16:creationId xmlns:a16="http://schemas.microsoft.com/office/drawing/2014/main" id="{F680FF47-7065-4F22-9B47-5BB789459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710"/>
                <a:ext cx="77" cy="23"/>
              </a:xfrm>
              <a:custGeom>
                <a:avLst/>
                <a:gdLst>
                  <a:gd name="T0" fmla="*/ 0 w 33"/>
                  <a:gd name="T1" fmla="*/ 151 h 9"/>
                  <a:gd name="T2" fmla="*/ 278 w 33"/>
                  <a:gd name="T3" fmla="*/ 0 h 9"/>
                  <a:gd name="T4" fmla="*/ 420 w 33"/>
                  <a:gd name="T5" fmla="*/ 15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9">
                    <a:moveTo>
                      <a:pt x="0" y="9"/>
                    </a:moveTo>
                    <a:cubicBezTo>
                      <a:pt x="7" y="6"/>
                      <a:pt x="18" y="8"/>
                      <a:pt x="22" y="0"/>
                    </a:cubicBezTo>
                    <a:cubicBezTo>
                      <a:pt x="24" y="5"/>
                      <a:pt x="28" y="9"/>
                      <a:pt x="33" y="9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5" name="Freeform 271">
                <a:extLst>
                  <a:ext uri="{FF2B5EF4-FFF2-40B4-BE49-F238E27FC236}">
                    <a16:creationId xmlns:a16="http://schemas.microsoft.com/office/drawing/2014/main" id="{B4F96F93-FE97-4D5B-838A-2F7D15451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656"/>
                <a:ext cx="395" cy="102"/>
              </a:xfrm>
              <a:custGeom>
                <a:avLst/>
                <a:gdLst>
                  <a:gd name="T0" fmla="*/ 0 w 169"/>
                  <a:gd name="T1" fmla="*/ 537 h 41"/>
                  <a:gd name="T2" fmla="*/ 573 w 169"/>
                  <a:gd name="T3" fmla="*/ 570 h 41"/>
                  <a:gd name="T4" fmla="*/ 1356 w 169"/>
                  <a:gd name="T5" fmla="*/ 415 h 41"/>
                  <a:gd name="T6" fmla="*/ 1748 w 169"/>
                  <a:gd name="T7" fmla="*/ 308 h 41"/>
                  <a:gd name="T8" fmla="*/ 2157 w 169"/>
                  <a:gd name="T9" fmla="*/ 0 h 41"/>
                  <a:gd name="T10" fmla="*/ 1737 w 169"/>
                  <a:gd name="T11" fmla="*/ 187 h 41"/>
                  <a:gd name="T12" fmla="*/ 1059 w 169"/>
                  <a:gd name="T13" fmla="*/ 167 h 41"/>
                  <a:gd name="T14" fmla="*/ 486 w 169"/>
                  <a:gd name="T15" fmla="*/ 383 h 41"/>
                  <a:gd name="T16" fmla="*/ 49 w 169"/>
                  <a:gd name="T17" fmla="*/ 478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41">
                    <a:moveTo>
                      <a:pt x="0" y="35"/>
                    </a:moveTo>
                    <a:cubicBezTo>
                      <a:pt x="19" y="39"/>
                      <a:pt x="25" y="41"/>
                      <a:pt x="45" y="37"/>
                    </a:cubicBezTo>
                    <a:cubicBezTo>
                      <a:pt x="59" y="35"/>
                      <a:pt x="92" y="29"/>
                      <a:pt x="106" y="27"/>
                    </a:cubicBezTo>
                    <a:cubicBezTo>
                      <a:pt x="116" y="25"/>
                      <a:pt x="127" y="23"/>
                      <a:pt x="137" y="20"/>
                    </a:cubicBezTo>
                    <a:cubicBezTo>
                      <a:pt x="152" y="16"/>
                      <a:pt x="159" y="13"/>
                      <a:pt x="169" y="0"/>
                    </a:cubicBezTo>
                    <a:cubicBezTo>
                      <a:pt x="158" y="5"/>
                      <a:pt x="149" y="10"/>
                      <a:pt x="136" y="12"/>
                    </a:cubicBezTo>
                    <a:cubicBezTo>
                      <a:pt x="118" y="15"/>
                      <a:pt x="101" y="9"/>
                      <a:pt x="83" y="11"/>
                    </a:cubicBezTo>
                    <a:cubicBezTo>
                      <a:pt x="67" y="13"/>
                      <a:pt x="55" y="24"/>
                      <a:pt x="38" y="25"/>
                    </a:cubicBezTo>
                    <a:cubicBezTo>
                      <a:pt x="28" y="25"/>
                      <a:pt x="14" y="28"/>
                      <a:pt x="4" y="31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6" name="Freeform 272">
                <a:extLst>
                  <a:ext uri="{FF2B5EF4-FFF2-40B4-BE49-F238E27FC236}">
                    <a16:creationId xmlns:a16="http://schemas.microsoft.com/office/drawing/2014/main" id="{0A648ECB-49BF-437C-856C-FCFB43F06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720"/>
                <a:ext cx="234" cy="115"/>
              </a:xfrm>
              <a:custGeom>
                <a:avLst/>
                <a:gdLst>
                  <a:gd name="T0" fmla="*/ 0 w 100"/>
                  <a:gd name="T1" fmla="*/ 708 h 46"/>
                  <a:gd name="T2" fmla="*/ 744 w 100"/>
                  <a:gd name="T3" fmla="*/ 520 h 46"/>
                  <a:gd name="T4" fmla="*/ 1282 w 100"/>
                  <a:gd name="T5" fmla="*/ 300 h 46"/>
                  <a:gd name="T6" fmla="*/ 1177 w 100"/>
                  <a:gd name="T7" fmla="*/ 0 h 46"/>
                  <a:gd name="T8" fmla="*/ 412 w 100"/>
                  <a:gd name="T9" fmla="*/ 52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46">
                    <a:moveTo>
                      <a:pt x="0" y="45"/>
                    </a:moveTo>
                    <a:cubicBezTo>
                      <a:pt x="19" y="46"/>
                      <a:pt x="41" y="37"/>
                      <a:pt x="58" y="33"/>
                    </a:cubicBezTo>
                    <a:cubicBezTo>
                      <a:pt x="70" y="30"/>
                      <a:pt x="92" y="29"/>
                      <a:pt x="100" y="19"/>
                    </a:cubicBezTo>
                    <a:cubicBezTo>
                      <a:pt x="95" y="14"/>
                      <a:pt x="90" y="7"/>
                      <a:pt x="92" y="0"/>
                    </a:cubicBezTo>
                    <a:cubicBezTo>
                      <a:pt x="80" y="23"/>
                      <a:pt x="54" y="22"/>
                      <a:pt x="32" y="33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7" name="Freeform 273">
                <a:extLst>
                  <a:ext uri="{FF2B5EF4-FFF2-40B4-BE49-F238E27FC236}">
                    <a16:creationId xmlns:a16="http://schemas.microsoft.com/office/drawing/2014/main" id="{9A268B1C-6BFB-41F1-A728-66861A9F2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656"/>
                <a:ext cx="327" cy="152"/>
              </a:xfrm>
              <a:custGeom>
                <a:avLst/>
                <a:gdLst>
                  <a:gd name="T0" fmla="*/ 0 w 140"/>
                  <a:gd name="T1" fmla="*/ 374 h 61"/>
                  <a:gd name="T2" fmla="*/ 432 w 140"/>
                  <a:gd name="T3" fmla="*/ 434 h 61"/>
                  <a:gd name="T4" fmla="*/ 944 w 140"/>
                  <a:gd name="T5" fmla="*/ 528 h 61"/>
                  <a:gd name="T6" fmla="*/ 1784 w 140"/>
                  <a:gd name="T7" fmla="*/ 728 h 61"/>
                  <a:gd name="T8" fmla="*/ 955 w 140"/>
                  <a:gd name="T9" fmla="*/ 324 h 61"/>
                  <a:gd name="T10" fmla="*/ 294 w 140"/>
                  <a:gd name="T11" fmla="*/ 0 h 61"/>
                  <a:gd name="T12" fmla="*/ 37 w 140"/>
                  <a:gd name="T13" fmla="*/ 292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61">
                    <a:moveTo>
                      <a:pt x="0" y="24"/>
                    </a:moveTo>
                    <a:cubicBezTo>
                      <a:pt x="12" y="27"/>
                      <a:pt x="21" y="28"/>
                      <a:pt x="34" y="28"/>
                    </a:cubicBezTo>
                    <a:cubicBezTo>
                      <a:pt x="47" y="28"/>
                      <a:pt x="61" y="30"/>
                      <a:pt x="74" y="34"/>
                    </a:cubicBezTo>
                    <a:cubicBezTo>
                      <a:pt x="96" y="41"/>
                      <a:pt x="116" y="61"/>
                      <a:pt x="140" y="47"/>
                    </a:cubicBezTo>
                    <a:cubicBezTo>
                      <a:pt x="119" y="57"/>
                      <a:pt x="93" y="28"/>
                      <a:pt x="75" y="21"/>
                    </a:cubicBezTo>
                    <a:cubicBezTo>
                      <a:pt x="55" y="14"/>
                      <a:pt x="32" y="23"/>
                      <a:pt x="23" y="0"/>
                    </a:cubicBezTo>
                    <a:cubicBezTo>
                      <a:pt x="14" y="2"/>
                      <a:pt x="15" y="18"/>
                      <a:pt x="3" y="19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8" name="Freeform 274">
                <a:extLst>
                  <a:ext uri="{FF2B5EF4-FFF2-40B4-BE49-F238E27FC236}">
                    <a16:creationId xmlns:a16="http://schemas.microsoft.com/office/drawing/2014/main" id="{3BC01142-4FF8-4C70-B111-D1C9F139C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603"/>
                <a:ext cx="119" cy="240"/>
              </a:xfrm>
              <a:custGeom>
                <a:avLst/>
                <a:gdLst>
                  <a:gd name="T0" fmla="*/ 637 w 51"/>
                  <a:gd name="T1" fmla="*/ 0 h 96"/>
                  <a:gd name="T2" fmla="*/ 152 w 51"/>
                  <a:gd name="T3" fmla="*/ 658 h 96"/>
                  <a:gd name="T4" fmla="*/ 0 w 51"/>
                  <a:gd name="T5" fmla="*/ 1033 h 96"/>
                  <a:gd name="T6" fmla="*/ 306 w 51"/>
                  <a:gd name="T7" fmla="*/ 1500 h 96"/>
                  <a:gd name="T8" fmla="*/ 114 w 51"/>
                  <a:gd name="T9" fmla="*/ 970 h 96"/>
                  <a:gd name="T10" fmla="*/ 306 w 51"/>
                  <a:gd name="T11" fmla="*/ 658 h 96"/>
                  <a:gd name="T12" fmla="*/ 649 w 51"/>
                  <a:gd name="T13" fmla="*/ 5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96">
                    <a:moveTo>
                      <a:pt x="50" y="0"/>
                    </a:moveTo>
                    <a:cubicBezTo>
                      <a:pt x="31" y="2"/>
                      <a:pt x="21" y="29"/>
                      <a:pt x="12" y="42"/>
                    </a:cubicBezTo>
                    <a:cubicBezTo>
                      <a:pt x="7" y="50"/>
                      <a:pt x="0" y="56"/>
                      <a:pt x="0" y="66"/>
                    </a:cubicBezTo>
                    <a:cubicBezTo>
                      <a:pt x="0" y="81"/>
                      <a:pt x="12" y="90"/>
                      <a:pt x="24" y="96"/>
                    </a:cubicBezTo>
                    <a:cubicBezTo>
                      <a:pt x="15" y="90"/>
                      <a:pt x="5" y="74"/>
                      <a:pt x="9" y="62"/>
                    </a:cubicBezTo>
                    <a:cubicBezTo>
                      <a:pt x="11" y="54"/>
                      <a:pt x="20" y="49"/>
                      <a:pt x="24" y="42"/>
                    </a:cubicBezTo>
                    <a:cubicBezTo>
                      <a:pt x="30" y="32"/>
                      <a:pt x="37" y="5"/>
                      <a:pt x="5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9" name="Freeform 275">
                <a:extLst>
                  <a:ext uri="{FF2B5EF4-FFF2-40B4-BE49-F238E27FC236}">
                    <a16:creationId xmlns:a16="http://schemas.microsoft.com/office/drawing/2014/main" id="{E17337DF-51F6-44B8-B0BE-E5AB6CB9A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356"/>
                <a:ext cx="148" cy="210"/>
              </a:xfrm>
              <a:custGeom>
                <a:avLst/>
                <a:gdLst>
                  <a:gd name="T0" fmla="*/ 78 w 63"/>
                  <a:gd name="T1" fmla="*/ 0 h 84"/>
                  <a:gd name="T2" fmla="*/ 818 w 63"/>
                  <a:gd name="T3" fmla="*/ 1313 h 84"/>
                  <a:gd name="T4" fmla="*/ 402 w 63"/>
                  <a:gd name="T5" fmla="*/ 658 h 84"/>
                  <a:gd name="T6" fmla="*/ 89 w 63"/>
                  <a:gd name="T7" fmla="*/ 2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84">
                    <a:moveTo>
                      <a:pt x="6" y="0"/>
                    </a:moveTo>
                    <a:cubicBezTo>
                      <a:pt x="0" y="40"/>
                      <a:pt x="44" y="56"/>
                      <a:pt x="63" y="84"/>
                    </a:cubicBezTo>
                    <a:cubicBezTo>
                      <a:pt x="60" y="66"/>
                      <a:pt x="42" y="55"/>
                      <a:pt x="31" y="42"/>
                    </a:cubicBezTo>
                    <a:cubicBezTo>
                      <a:pt x="19" y="29"/>
                      <a:pt x="11" y="17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0" name="Freeform 276">
                <a:extLst>
                  <a:ext uri="{FF2B5EF4-FFF2-40B4-BE49-F238E27FC236}">
                    <a16:creationId xmlns:a16="http://schemas.microsoft.com/office/drawing/2014/main" id="{57F1896B-646D-4950-BBF8-C2CAE1D9D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090"/>
                <a:ext cx="196" cy="286"/>
              </a:xfrm>
              <a:custGeom>
                <a:avLst/>
                <a:gdLst>
                  <a:gd name="T0" fmla="*/ 1066 w 84"/>
                  <a:gd name="T1" fmla="*/ 30 h 115"/>
                  <a:gd name="T2" fmla="*/ 28 w 84"/>
                  <a:gd name="T3" fmla="*/ 403 h 115"/>
                  <a:gd name="T4" fmla="*/ 86 w 84"/>
                  <a:gd name="T5" fmla="*/ 953 h 115"/>
                  <a:gd name="T6" fmla="*/ 65 w 84"/>
                  <a:gd name="T7" fmla="*/ 1231 h 115"/>
                  <a:gd name="T8" fmla="*/ 37 w 84"/>
                  <a:gd name="T9" fmla="*/ 1768 h 115"/>
                  <a:gd name="T10" fmla="*/ 229 w 84"/>
                  <a:gd name="T11" fmla="*/ 1002 h 115"/>
                  <a:gd name="T12" fmla="*/ 240 w 84"/>
                  <a:gd name="T13" fmla="*/ 383 h 115"/>
                  <a:gd name="T14" fmla="*/ 952 w 84"/>
                  <a:gd name="T15" fmla="*/ 62 h 1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115">
                    <a:moveTo>
                      <a:pt x="84" y="2"/>
                    </a:moveTo>
                    <a:cubicBezTo>
                      <a:pt x="65" y="2"/>
                      <a:pt x="6" y="0"/>
                      <a:pt x="2" y="26"/>
                    </a:cubicBezTo>
                    <a:cubicBezTo>
                      <a:pt x="0" y="39"/>
                      <a:pt x="8" y="50"/>
                      <a:pt x="7" y="62"/>
                    </a:cubicBezTo>
                    <a:cubicBezTo>
                      <a:pt x="7" y="69"/>
                      <a:pt x="7" y="73"/>
                      <a:pt x="5" y="80"/>
                    </a:cubicBezTo>
                    <a:cubicBezTo>
                      <a:pt x="2" y="92"/>
                      <a:pt x="2" y="103"/>
                      <a:pt x="3" y="115"/>
                    </a:cubicBezTo>
                    <a:cubicBezTo>
                      <a:pt x="5" y="97"/>
                      <a:pt x="16" y="82"/>
                      <a:pt x="18" y="65"/>
                    </a:cubicBezTo>
                    <a:cubicBezTo>
                      <a:pt x="20" y="53"/>
                      <a:pt x="12" y="36"/>
                      <a:pt x="19" y="25"/>
                    </a:cubicBezTo>
                    <a:cubicBezTo>
                      <a:pt x="31" y="8"/>
                      <a:pt x="56" y="8"/>
                      <a:pt x="7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1" name="Freeform 277">
                <a:extLst>
                  <a:ext uri="{FF2B5EF4-FFF2-40B4-BE49-F238E27FC236}">
                    <a16:creationId xmlns:a16="http://schemas.microsoft.com/office/drawing/2014/main" id="{0F42AAA4-4979-4E68-B164-C544DE72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055"/>
                <a:ext cx="178" cy="306"/>
              </a:xfrm>
              <a:custGeom>
                <a:avLst/>
                <a:gdLst>
                  <a:gd name="T0" fmla="*/ 977 w 76"/>
                  <a:gd name="T1" fmla="*/ 308 h 123"/>
                  <a:gd name="T2" fmla="*/ 204 w 76"/>
                  <a:gd name="T3" fmla="*/ 508 h 123"/>
                  <a:gd name="T4" fmla="*/ 204 w 76"/>
                  <a:gd name="T5" fmla="*/ 1189 h 123"/>
                  <a:gd name="T6" fmla="*/ 0 w 76"/>
                  <a:gd name="T7" fmla="*/ 1893 h 123"/>
                  <a:gd name="T8" fmla="*/ 384 w 76"/>
                  <a:gd name="T9" fmla="*/ 619 h 123"/>
                  <a:gd name="T10" fmla="*/ 939 w 76"/>
                  <a:gd name="T11" fmla="*/ 321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23">
                    <a:moveTo>
                      <a:pt x="76" y="20"/>
                    </a:moveTo>
                    <a:cubicBezTo>
                      <a:pt x="55" y="15"/>
                      <a:pt x="9" y="0"/>
                      <a:pt x="16" y="33"/>
                    </a:cubicBezTo>
                    <a:cubicBezTo>
                      <a:pt x="19" y="48"/>
                      <a:pt x="22" y="63"/>
                      <a:pt x="16" y="77"/>
                    </a:cubicBezTo>
                    <a:cubicBezTo>
                      <a:pt x="10" y="92"/>
                      <a:pt x="4" y="107"/>
                      <a:pt x="0" y="123"/>
                    </a:cubicBezTo>
                    <a:cubicBezTo>
                      <a:pt x="6" y="95"/>
                      <a:pt x="29" y="70"/>
                      <a:pt x="30" y="40"/>
                    </a:cubicBezTo>
                    <a:cubicBezTo>
                      <a:pt x="31" y="15"/>
                      <a:pt x="51" y="21"/>
                      <a:pt x="73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2" name="Freeform 278">
                <a:extLst>
                  <a:ext uri="{FF2B5EF4-FFF2-40B4-BE49-F238E27FC236}">
                    <a16:creationId xmlns:a16="http://schemas.microsoft.com/office/drawing/2014/main" id="{D64CA63B-935E-41F6-8CA5-6319A1785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104"/>
                <a:ext cx="164" cy="45"/>
              </a:xfrm>
              <a:custGeom>
                <a:avLst/>
                <a:gdLst>
                  <a:gd name="T0" fmla="*/ 0 w 70"/>
                  <a:gd name="T1" fmla="*/ 238 h 18"/>
                  <a:gd name="T2" fmla="*/ 900 w 70"/>
                  <a:gd name="T3" fmla="*/ 283 h 18"/>
                  <a:gd name="T4" fmla="*/ 49 w 70"/>
                  <a:gd name="T5" fmla="*/ 25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8">
                    <a:moveTo>
                      <a:pt x="0" y="15"/>
                    </a:moveTo>
                    <a:cubicBezTo>
                      <a:pt x="16" y="0"/>
                      <a:pt x="53" y="10"/>
                      <a:pt x="70" y="18"/>
                    </a:cubicBezTo>
                    <a:cubicBezTo>
                      <a:pt x="56" y="13"/>
                      <a:pt x="17" y="5"/>
                      <a:pt x="4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3" name="Freeform 279">
                <a:extLst>
                  <a:ext uri="{FF2B5EF4-FFF2-40B4-BE49-F238E27FC236}">
                    <a16:creationId xmlns:a16="http://schemas.microsoft.com/office/drawing/2014/main" id="{675CEEEB-B13D-4E49-9958-29F9C46CC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341"/>
                <a:ext cx="94" cy="160"/>
              </a:xfrm>
              <a:custGeom>
                <a:avLst/>
                <a:gdLst>
                  <a:gd name="T0" fmla="*/ 519 w 40"/>
                  <a:gd name="T1" fmla="*/ 0 h 64"/>
                  <a:gd name="T2" fmla="*/ 66 w 40"/>
                  <a:gd name="T3" fmla="*/ 283 h 64"/>
                  <a:gd name="T4" fmla="*/ 0 w 40"/>
                  <a:gd name="T5" fmla="*/ 1000 h 64"/>
                  <a:gd name="T6" fmla="*/ 183 w 40"/>
                  <a:gd name="T7" fmla="*/ 408 h 64"/>
                  <a:gd name="T8" fmla="*/ 479 w 40"/>
                  <a:gd name="T9" fmla="*/ 5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64">
                    <a:moveTo>
                      <a:pt x="40" y="0"/>
                    </a:moveTo>
                    <a:cubicBezTo>
                      <a:pt x="29" y="5"/>
                      <a:pt x="9" y="4"/>
                      <a:pt x="5" y="18"/>
                    </a:cubicBezTo>
                    <a:cubicBezTo>
                      <a:pt x="0" y="34"/>
                      <a:pt x="16" y="50"/>
                      <a:pt x="0" y="64"/>
                    </a:cubicBezTo>
                    <a:cubicBezTo>
                      <a:pt x="16" y="54"/>
                      <a:pt x="11" y="41"/>
                      <a:pt x="14" y="26"/>
                    </a:cubicBezTo>
                    <a:cubicBezTo>
                      <a:pt x="18" y="12"/>
                      <a:pt x="29" y="11"/>
                      <a:pt x="3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4" name="Freeform 280">
                <a:extLst>
                  <a:ext uri="{FF2B5EF4-FFF2-40B4-BE49-F238E27FC236}">
                    <a16:creationId xmlns:a16="http://schemas.microsoft.com/office/drawing/2014/main" id="{4484EB41-A227-4489-AF0F-B5382BF46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202"/>
                <a:ext cx="250" cy="122"/>
              </a:xfrm>
              <a:custGeom>
                <a:avLst/>
                <a:gdLst>
                  <a:gd name="T0" fmla="*/ 65 w 107"/>
                  <a:gd name="T1" fmla="*/ 478 h 49"/>
                  <a:gd name="T2" fmla="*/ 600 w 107"/>
                  <a:gd name="T3" fmla="*/ 187 h 49"/>
                  <a:gd name="T4" fmla="*/ 1364 w 107"/>
                  <a:gd name="T5" fmla="*/ 757 h 49"/>
                  <a:gd name="T6" fmla="*/ 86 w 107"/>
                  <a:gd name="T7" fmla="*/ 478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49">
                    <a:moveTo>
                      <a:pt x="5" y="31"/>
                    </a:moveTo>
                    <a:cubicBezTo>
                      <a:pt x="0" y="9"/>
                      <a:pt x="33" y="9"/>
                      <a:pt x="47" y="12"/>
                    </a:cubicBezTo>
                    <a:cubicBezTo>
                      <a:pt x="70" y="19"/>
                      <a:pt x="88" y="36"/>
                      <a:pt x="107" y="49"/>
                    </a:cubicBezTo>
                    <a:cubicBezTo>
                      <a:pt x="90" y="35"/>
                      <a:pt x="22" y="0"/>
                      <a:pt x="7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5" name="Freeform 281">
                <a:extLst>
                  <a:ext uri="{FF2B5EF4-FFF2-40B4-BE49-F238E27FC236}">
                    <a16:creationId xmlns:a16="http://schemas.microsoft.com/office/drawing/2014/main" id="{9AAAB099-BB65-4C2F-9959-DD9981E97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2995"/>
                <a:ext cx="169" cy="459"/>
              </a:xfrm>
              <a:custGeom>
                <a:avLst/>
                <a:gdLst>
                  <a:gd name="T0" fmla="*/ 739 w 72"/>
                  <a:gd name="T1" fmla="*/ 0 h 184"/>
                  <a:gd name="T2" fmla="*/ 469 w 72"/>
                  <a:gd name="T3" fmla="*/ 1457 h 184"/>
                  <a:gd name="T4" fmla="*/ 171 w 72"/>
                  <a:gd name="T5" fmla="*/ 2856 h 184"/>
                  <a:gd name="T6" fmla="*/ 545 w 72"/>
                  <a:gd name="T7" fmla="*/ 1569 h 184"/>
                  <a:gd name="T8" fmla="*/ 761 w 72"/>
                  <a:gd name="T9" fmla="*/ 75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84">
                    <a:moveTo>
                      <a:pt x="57" y="0"/>
                    </a:moveTo>
                    <a:cubicBezTo>
                      <a:pt x="67" y="32"/>
                      <a:pt x="53" y="67"/>
                      <a:pt x="36" y="94"/>
                    </a:cubicBezTo>
                    <a:cubicBezTo>
                      <a:pt x="18" y="125"/>
                      <a:pt x="0" y="146"/>
                      <a:pt x="13" y="184"/>
                    </a:cubicBezTo>
                    <a:cubicBezTo>
                      <a:pt x="7" y="152"/>
                      <a:pt x="27" y="126"/>
                      <a:pt x="42" y="101"/>
                    </a:cubicBezTo>
                    <a:cubicBezTo>
                      <a:pt x="58" y="72"/>
                      <a:pt x="72" y="38"/>
                      <a:pt x="5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6" name="Freeform 282">
                <a:extLst>
                  <a:ext uri="{FF2B5EF4-FFF2-40B4-BE49-F238E27FC236}">
                    <a16:creationId xmlns:a16="http://schemas.microsoft.com/office/drawing/2014/main" id="{BA8AA2A8-8847-4670-8EC9-C8BF2F2ED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2990"/>
                <a:ext cx="127" cy="346"/>
              </a:xfrm>
              <a:custGeom>
                <a:avLst/>
                <a:gdLst>
                  <a:gd name="T0" fmla="*/ 430 w 54"/>
                  <a:gd name="T1" fmla="*/ 0 h 139"/>
                  <a:gd name="T2" fmla="*/ 508 w 54"/>
                  <a:gd name="T3" fmla="*/ 1282 h 139"/>
                  <a:gd name="T4" fmla="*/ 0 w 54"/>
                  <a:gd name="T5" fmla="*/ 2143 h 139"/>
                  <a:gd name="T6" fmla="*/ 414 w 54"/>
                  <a:gd name="T7" fmla="*/ 1740 h 139"/>
                  <a:gd name="T8" fmla="*/ 635 w 54"/>
                  <a:gd name="T9" fmla="*/ 1016 h 139"/>
                  <a:gd name="T10" fmla="*/ 442 w 54"/>
                  <a:gd name="T11" fmla="*/ 42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39">
                    <a:moveTo>
                      <a:pt x="33" y="0"/>
                    </a:moveTo>
                    <a:cubicBezTo>
                      <a:pt x="48" y="25"/>
                      <a:pt x="49" y="55"/>
                      <a:pt x="39" y="83"/>
                    </a:cubicBezTo>
                    <a:cubicBezTo>
                      <a:pt x="31" y="108"/>
                      <a:pt x="16" y="120"/>
                      <a:pt x="0" y="139"/>
                    </a:cubicBezTo>
                    <a:cubicBezTo>
                      <a:pt x="11" y="133"/>
                      <a:pt x="24" y="123"/>
                      <a:pt x="32" y="113"/>
                    </a:cubicBezTo>
                    <a:cubicBezTo>
                      <a:pt x="42" y="101"/>
                      <a:pt x="45" y="82"/>
                      <a:pt x="49" y="66"/>
                    </a:cubicBezTo>
                    <a:cubicBezTo>
                      <a:pt x="54" y="43"/>
                      <a:pt x="51" y="19"/>
                      <a:pt x="3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7" name="Freeform 283">
                <a:extLst>
                  <a:ext uri="{FF2B5EF4-FFF2-40B4-BE49-F238E27FC236}">
                    <a16:creationId xmlns:a16="http://schemas.microsoft.com/office/drawing/2014/main" id="{D32AE2DF-FDD1-490A-8B35-7A2F7C390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58"/>
                <a:ext cx="87" cy="304"/>
              </a:xfrm>
              <a:custGeom>
                <a:avLst/>
                <a:gdLst>
                  <a:gd name="T0" fmla="*/ 482 w 37"/>
                  <a:gd name="T1" fmla="*/ 0 h 122"/>
                  <a:gd name="T2" fmla="*/ 183 w 37"/>
                  <a:gd name="T3" fmla="*/ 850 h 122"/>
                  <a:gd name="T4" fmla="*/ 89 w 37"/>
                  <a:gd name="T5" fmla="*/ 1889 h 122"/>
                  <a:gd name="T6" fmla="*/ 261 w 37"/>
                  <a:gd name="T7" fmla="*/ 837 h 122"/>
                  <a:gd name="T8" fmla="*/ 393 w 37"/>
                  <a:gd name="T9" fmla="*/ 416 h 122"/>
                  <a:gd name="T10" fmla="*/ 482 w 37"/>
                  <a:gd name="T11" fmla="*/ 0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22">
                    <a:moveTo>
                      <a:pt x="37" y="0"/>
                    </a:moveTo>
                    <a:cubicBezTo>
                      <a:pt x="28" y="18"/>
                      <a:pt x="20" y="35"/>
                      <a:pt x="14" y="55"/>
                    </a:cubicBezTo>
                    <a:cubicBezTo>
                      <a:pt x="9" y="76"/>
                      <a:pt x="0" y="100"/>
                      <a:pt x="7" y="122"/>
                    </a:cubicBezTo>
                    <a:cubicBezTo>
                      <a:pt x="6" y="100"/>
                      <a:pt x="12" y="74"/>
                      <a:pt x="20" y="54"/>
                    </a:cubicBezTo>
                    <a:cubicBezTo>
                      <a:pt x="23" y="44"/>
                      <a:pt x="26" y="36"/>
                      <a:pt x="30" y="27"/>
                    </a:cubicBezTo>
                    <a:cubicBezTo>
                      <a:pt x="33" y="20"/>
                      <a:pt x="37" y="6"/>
                      <a:pt x="3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8" name="Freeform 284">
                <a:extLst>
                  <a:ext uri="{FF2B5EF4-FFF2-40B4-BE49-F238E27FC236}">
                    <a16:creationId xmlns:a16="http://schemas.microsoft.com/office/drawing/2014/main" id="{EB2F7F8B-C484-40CC-9D22-7413D184A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117"/>
                <a:ext cx="196" cy="282"/>
              </a:xfrm>
              <a:custGeom>
                <a:avLst/>
                <a:gdLst>
                  <a:gd name="T0" fmla="*/ 0 w 84"/>
                  <a:gd name="T1" fmla="*/ 167 h 113"/>
                  <a:gd name="T2" fmla="*/ 887 w 84"/>
                  <a:gd name="T3" fmla="*/ 342 h 113"/>
                  <a:gd name="T4" fmla="*/ 926 w 84"/>
                  <a:gd name="T5" fmla="*/ 1757 h 113"/>
                  <a:gd name="T6" fmla="*/ 331 w 84"/>
                  <a:gd name="T7" fmla="*/ 92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13">
                    <a:moveTo>
                      <a:pt x="0" y="11"/>
                    </a:moveTo>
                    <a:cubicBezTo>
                      <a:pt x="18" y="0"/>
                      <a:pt x="60" y="1"/>
                      <a:pt x="70" y="22"/>
                    </a:cubicBezTo>
                    <a:cubicBezTo>
                      <a:pt x="84" y="51"/>
                      <a:pt x="66" y="83"/>
                      <a:pt x="73" y="113"/>
                    </a:cubicBezTo>
                    <a:cubicBezTo>
                      <a:pt x="57" y="86"/>
                      <a:pt x="81" y="2"/>
                      <a:pt x="26" y="6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9" name="Freeform 285">
                <a:extLst>
                  <a:ext uri="{FF2B5EF4-FFF2-40B4-BE49-F238E27FC236}">
                    <a16:creationId xmlns:a16="http://schemas.microsoft.com/office/drawing/2014/main" id="{8EEDBB89-AE76-4284-BC38-BDBB0F4B5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087"/>
                <a:ext cx="135" cy="267"/>
              </a:xfrm>
              <a:custGeom>
                <a:avLst/>
                <a:gdLst>
                  <a:gd name="T0" fmla="*/ 0 w 58"/>
                  <a:gd name="T1" fmla="*/ 30 h 107"/>
                  <a:gd name="T2" fmla="*/ 342 w 58"/>
                  <a:gd name="T3" fmla="*/ 75 h 107"/>
                  <a:gd name="T4" fmla="*/ 568 w 58"/>
                  <a:gd name="T5" fmla="*/ 417 h 107"/>
                  <a:gd name="T6" fmla="*/ 314 w 58"/>
                  <a:gd name="T7" fmla="*/ 1662 h 107"/>
                  <a:gd name="T8" fmla="*/ 456 w 58"/>
                  <a:gd name="T9" fmla="*/ 417 h 107"/>
                  <a:gd name="T10" fmla="*/ 163 w 58"/>
                  <a:gd name="T11" fmla="*/ 42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07">
                    <a:moveTo>
                      <a:pt x="0" y="2"/>
                    </a:moveTo>
                    <a:cubicBezTo>
                      <a:pt x="9" y="2"/>
                      <a:pt x="20" y="0"/>
                      <a:pt x="27" y="5"/>
                    </a:cubicBezTo>
                    <a:cubicBezTo>
                      <a:pt x="34" y="10"/>
                      <a:pt x="42" y="20"/>
                      <a:pt x="45" y="27"/>
                    </a:cubicBezTo>
                    <a:cubicBezTo>
                      <a:pt x="58" y="55"/>
                      <a:pt x="31" y="81"/>
                      <a:pt x="25" y="107"/>
                    </a:cubicBezTo>
                    <a:cubicBezTo>
                      <a:pt x="31" y="80"/>
                      <a:pt x="47" y="54"/>
                      <a:pt x="36" y="27"/>
                    </a:cubicBezTo>
                    <a:cubicBezTo>
                      <a:pt x="30" y="12"/>
                      <a:pt x="24" y="11"/>
                      <a:pt x="13" y="3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0" name="Freeform 286">
                <a:extLst>
                  <a:ext uri="{FF2B5EF4-FFF2-40B4-BE49-F238E27FC236}">
                    <a16:creationId xmlns:a16="http://schemas.microsoft.com/office/drawing/2014/main" id="{00E23C79-2A0B-497F-B510-9382AEE2C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277"/>
                <a:ext cx="89" cy="92"/>
              </a:xfrm>
              <a:custGeom>
                <a:avLst/>
                <a:gdLst>
                  <a:gd name="T0" fmla="*/ 0 w 38"/>
                  <a:gd name="T1" fmla="*/ 12 h 37"/>
                  <a:gd name="T2" fmla="*/ 105 w 38"/>
                  <a:gd name="T3" fmla="*/ 569 h 37"/>
                  <a:gd name="T4" fmla="*/ 487 w 38"/>
                  <a:gd name="T5" fmla="*/ 246 h 37"/>
                  <a:gd name="T6" fmla="*/ 220 w 38"/>
                  <a:gd name="T7" fmla="*/ 246 h 37"/>
                  <a:gd name="T8" fmla="*/ 12 w 38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7">
                    <a:moveTo>
                      <a:pt x="0" y="1"/>
                    </a:moveTo>
                    <a:cubicBezTo>
                      <a:pt x="0" y="14"/>
                      <a:pt x="4" y="25"/>
                      <a:pt x="8" y="37"/>
                    </a:cubicBezTo>
                    <a:cubicBezTo>
                      <a:pt x="2" y="21"/>
                      <a:pt x="29" y="18"/>
                      <a:pt x="38" y="16"/>
                    </a:cubicBezTo>
                    <a:cubicBezTo>
                      <a:pt x="32" y="11"/>
                      <a:pt x="24" y="16"/>
                      <a:pt x="17" y="16"/>
                    </a:cubicBezTo>
                    <a:cubicBezTo>
                      <a:pt x="4" y="16"/>
                      <a:pt x="7" y="9"/>
                      <a:pt x="1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1" name="Freeform 287">
                <a:extLst>
                  <a:ext uri="{FF2B5EF4-FFF2-40B4-BE49-F238E27FC236}">
                    <a16:creationId xmlns:a16="http://schemas.microsoft.com/office/drawing/2014/main" id="{290B8B18-0D3D-4E1E-90E3-30E8CC991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162"/>
                <a:ext cx="56" cy="105"/>
              </a:xfrm>
              <a:custGeom>
                <a:avLst/>
                <a:gdLst>
                  <a:gd name="T0" fmla="*/ 28 w 24"/>
                  <a:gd name="T1" fmla="*/ 0 h 42"/>
                  <a:gd name="T2" fmla="*/ 294 w 24"/>
                  <a:gd name="T3" fmla="*/ 238 h 42"/>
                  <a:gd name="T4" fmla="*/ 180 w 24"/>
                  <a:gd name="T5" fmla="*/ 658 h 42"/>
                  <a:gd name="T6" fmla="*/ 201 w 24"/>
                  <a:gd name="T7" fmla="*/ 270 h 42"/>
                  <a:gd name="T8" fmla="*/ 0 w 24"/>
                  <a:gd name="T9" fmla="*/ 3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2">
                    <a:moveTo>
                      <a:pt x="2" y="0"/>
                    </a:moveTo>
                    <a:cubicBezTo>
                      <a:pt x="8" y="2"/>
                      <a:pt x="22" y="8"/>
                      <a:pt x="23" y="15"/>
                    </a:cubicBezTo>
                    <a:cubicBezTo>
                      <a:pt x="24" y="21"/>
                      <a:pt x="16" y="35"/>
                      <a:pt x="14" y="42"/>
                    </a:cubicBezTo>
                    <a:cubicBezTo>
                      <a:pt x="13" y="34"/>
                      <a:pt x="18" y="24"/>
                      <a:pt x="16" y="17"/>
                    </a:cubicBezTo>
                    <a:cubicBezTo>
                      <a:pt x="14" y="12"/>
                      <a:pt x="6" y="0"/>
                      <a:pt x="0" y="2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2" name="Freeform 288">
                <a:extLst>
                  <a:ext uri="{FF2B5EF4-FFF2-40B4-BE49-F238E27FC236}">
                    <a16:creationId xmlns:a16="http://schemas.microsoft.com/office/drawing/2014/main" id="{F02E466B-72FF-466C-98C0-66F666A7A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459"/>
                <a:ext cx="350" cy="112"/>
              </a:xfrm>
              <a:custGeom>
                <a:avLst/>
                <a:gdLst>
                  <a:gd name="T0" fmla="*/ 429 w 150"/>
                  <a:gd name="T1" fmla="*/ 558 h 45"/>
                  <a:gd name="T2" fmla="*/ 1360 w 150"/>
                  <a:gd name="T3" fmla="*/ 620 h 45"/>
                  <a:gd name="T4" fmla="*/ 1666 w 150"/>
                  <a:gd name="T5" fmla="*/ 478 h 45"/>
                  <a:gd name="T6" fmla="*/ 1895 w 150"/>
                  <a:gd name="T7" fmla="*/ 0 h 45"/>
                  <a:gd name="T8" fmla="*/ 1612 w 150"/>
                  <a:gd name="T9" fmla="*/ 353 h 45"/>
                  <a:gd name="T10" fmla="*/ 1017 w 150"/>
                  <a:gd name="T11" fmla="*/ 465 h 45"/>
                  <a:gd name="T12" fmla="*/ 446 w 150"/>
                  <a:gd name="T13" fmla="*/ 353 h 45"/>
                  <a:gd name="T14" fmla="*/ 0 w 150"/>
                  <a:gd name="T15" fmla="*/ 433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45">
                    <a:moveTo>
                      <a:pt x="34" y="36"/>
                    </a:moveTo>
                    <a:cubicBezTo>
                      <a:pt x="59" y="42"/>
                      <a:pt x="82" y="45"/>
                      <a:pt x="107" y="40"/>
                    </a:cubicBezTo>
                    <a:cubicBezTo>
                      <a:pt x="116" y="39"/>
                      <a:pt x="124" y="36"/>
                      <a:pt x="131" y="31"/>
                    </a:cubicBezTo>
                    <a:cubicBezTo>
                      <a:pt x="139" y="26"/>
                      <a:pt x="150" y="11"/>
                      <a:pt x="149" y="0"/>
                    </a:cubicBezTo>
                    <a:cubicBezTo>
                      <a:pt x="142" y="3"/>
                      <a:pt x="136" y="18"/>
                      <a:pt x="127" y="23"/>
                    </a:cubicBezTo>
                    <a:cubicBezTo>
                      <a:pt x="114" y="30"/>
                      <a:pt x="95" y="32"/>
                      <a:pt x="80" y="30"/>
                    </a:cubicBezTo>
                    <a:cubicBezTo>
                      <a:pt x="65" y="29"/>
                      <a:pt x="51" y="22"/>
                      <a:pt x="35" y="23"/>
                    </a:cubicBezTo>
                    <a:cubicBezTo>
                      <a:pt x="23" y="24"/>
                      <a:pt x="12" y="28"/>
                      <a:pt x="0" y="28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3" name="Freeform 289">
                <a:extLst>
                  <a:ext uri="{FF2B5EF4-FFF2-40B4-BE49-F238E27FC236}">
                    <a16:creationId xmlns:a16="http://schemas.microsoft.com/office/drawing/2014/main" id="{82C8E945-F7D9-454F-AEC0-303D68F31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641"/>
                <a:ext cx="220" cy="142"/>
              </a:xfrm>
              <a:custGeom>
                <a:avLst/>
                <a:gdLst>
                  <a:gd name="T0" fmla="*/ 0 w 94"/>
                  <a:gd name="T1" fmla="*/ 30 h 57"/>
                  <a:gd name="T2" fmla="*/ 641 w 94"/>
                  <a:gd name="T3" fmla="*/ 683 h 57"/>
                  <a:gd name="T4" fmla="*/ 1205 w 94"/>
                  <a:gd name="T5" fmla="*/ 384 h 57"/>
                  <a:gd name="T6" fmla="*/ 653 w 94"/>
                  <a:gd name="T7" fmla="*/ 508 h 57"/>
                  <a:gd name="T8" fmla="*/ 307 w 94"/>
                  <a:gd name="T9" fmla="*/ 249 h 57"/>
                  <a:gd name="T10" fmla="*/ 0 w 94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57">
                    <a:moveTo>
                      <a:pt x="0" y="2"/>
                    </a:moveTo>
                    <a:cubicBezTo>
                      <a:pt x="14" y="19"/>
                      <a:pt x="33" y="32"/>
                      <a:pt x="50" y="44"/>
                    </a:cubicBezTo>
                    <a:cubicBezTo>
                      <a:pt x="68" y="57"/>
                      <a:pt x="94" y="51"/>
                      <a:pt x="94" y="25"/>
                    </a:cubicBezTo>
                    <a:cubicBezTo>
                      <a:pt x="83" y="44"/>
                      <a:pt x="68" y="46"/>
                      <a:pt x="51" y="33"/>
                    </a:cubicBezTo>
                    <a:cubicBezTo>
                      <a:pt x="43" y="26"/>
                      <a:pt x="33" y="22"/>
                      <a:pt x="24" y="16"/>
                    </a:cubicBezTo>
                    <a:cubicBezTo>
                      <a:pt x="17" y="11"/>
                      <a:pt x="3" y="4"/>
                      <a:pt x="0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4" name="Freeform 290">
                <a:extLst>
                  <a:ext uri="{FF2B5EF4-FFF2-40B4-BE49-F238E27FC236}">
                    <a16:creationId xmlns:a16="http://schemas.microsoft.com/office/drawing/2014/main" id="{519F6BF6-BBEA-4090-AE97-D7D39FF2F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795"/>
                <a:ext cx="182" cy="496"/>
              </a:xfrm>
              <a:custGeom>
                <a:avLst/>
                <a:gdLst>
                  <a:gd name="T0" fmla="*/ 0 w 78"/>
                  <a:gd name="T1" fmla="*/ 0 h 199"/>
                  <a:gd name="T2" fmla="*/ 201 w 78"/>
                  <a:gd name="T3" fmla="*/ 0 h 199"/>
                  <a:gd name="T4" fmla="*/ 877 w 78"/>
                  <a:gd name="T5" fmla="*/ 1473 h 199"/>
                  <a:gd name="T6" fmla="*/ 926 w 78"/>
                  <a:gd name="T7" fmla="*/ 2243 h 199"/>
                  <a:gd name="T8" fmla="*/ 560 w 78"/>
                  <a:gd name="T9" fmla="*/ 3081 h 199"/>
                  <a:gd name="T10" fmla="*/ 849 w 78"/>
                  <a:gd name="T11" fmla="*/ 1982 h 199"/>
                  <a:gd name="T12" fmla="*/ 572 w 78"/>
                  <a:gd name="T13" fmla="*/ 1206 h 199"/>
                  <a:gd name="T14" fmla="*/ 229 w 78"/>
                  <a:gd name="T15" fmla="*/ 603 h 199"/>
                  <a:gd name="T16" fmla="*/ 12 w 78"/>
                  <a:gd name="T17" fmla="*/ 12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99">
                    <a:moveTo>
                      <a:pt x="0" y="0"/>
                    </a:moveTo>
                    <a:cubicBezTo>
                      <a:pt x="5" y="2"/>
                      <a:pt x="11" y="1"/>
                      <a:pt x="16" y="0"/>
                    </a:cubicBezTo>
                    <a:cubicBezTo>
                      <a:pt x="17" y="39"/>
                      <a:pt x="59" y="60"/>
                      <a:pt x="69" y="95"/>
                    </a:cubicBezTo>
                    <a:cubicBezTo>
                      <a:pt x="74" y="113"/>
                      <a:pt x="78" y="128"/>
                      <a:pt x="73" y="145"/>
                    </a:cubicBezTo>
                    <a:cubicBezTo>
                      <a:pt x="70" y="157"/>
                      <a:pt x="58" y="197"/>
                      <a:pt x="44" y="199"/>
                    </a:cubicBezTo>
                    <a:cubicBezTo>
                      <a:pt x="51" y="177"/>
                      <a:pt x="67" y="152"/>
                      <a:pt x="67" y="128"/>
                    </a:cubicBezTo>
                    <a:cubicBezTo>
                      <a:pt x="68" y="108"/>
                      <a:pt x="54" y="96"/>
                      <a:pt x="45" y="78"/>
                    </a:cubicBezTo>
                    <a:cubicBezTo>
                      <a:pt x="37" y="64"/>
                      <a:pt x="27" y="52"/>
                      <a:pt x="18" y="39"/>
                    </a:cubicBezTo>
                    <a:cubicBezTo>
                      <a:pt x="11" y="28"/>
                      <a:pt x="13" y="7"/>
                      <a:pt x="1" y="1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5" name="Freeform 291">
                <a:extLst>
                  <a:ext uri="{FF2B5EF4-FFF2-40B4-BE49-F238E27FC236}">
                    <a16:creationId xmlns:a16="http://schemas.microsoft.com/office/drawing/2014/main" id="{7A05C5ED-000C-4A3E-A132-A9F962337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3182"/>
                <a:ext cx="367" cy="227"/>
              </a:xfrm>
              <a:custGeom>
                <a:avLst/>
                <a:gdLst>
                  <a:gd name="T0" fmla="*/ 201 w 157"/>
                  <a:gd name="T1" fmla="*/ 1337 h 91"/>
                  <a:gd name="T2" fmla="*/ 842 w 157"/>
                  <a:gd name="T3" fmla="*/ 1399 h 91"/>
                  <a:gd name="T4" fmla="*/ 1339 w 157"/>
                  <a:gd name="T5" fmla="*/ 1150 h 91"/>
                  <a:gd name="T6" fmla="*/ 1737 w 157"/>
                  <a:gd name="T7" fmla="*/ 696 h 91"/>
                  <a:gd name="T8" fmla="*/ 1940 w 157"/>
                  <a:gd name="T9" fmla="*/ 262 h 91"/>
                  <a:gd name="T10" fmla="*/ 1929 w 157"/>
                  <a:gd name="T11" fmla="*/ 0 h 91"/>
                  <a:gd name="T12" fmla="*/ 1842 w 157"/>
                  <a:gd name="T13" fmla="*/ 217 h 91"/>
                  <a:gd name="T14" fmla="*/ 1650 w 157"/>
                  <a:gd name="T15" fmla="*/ 571 h 91"/>
                  <a:gd name="T16" fmla="*/ 1202 w 157"/>
                  <a:gd name="T17" fmla="*/ 1120 h 91"/>
                  <a:gd name="T18" fmla="*/ 650 w 157"/>
                  <a:gd name="T19" fmla="*/ 1245 h 91"/>
                  <a:gd name="T20" fmla="*/ 344 w 157"/>
                  <a:gd name="T21" fmla="*/ 1225 h 91"/>
                  <a:gd name="T22" fmla="*/ 0 w 157"/>
                  <a:gd name="T23" fmla="*/ 1350 h 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7" h="91">
                    <a:moveTo>
                      <a:pt x="16" y="86"/>
                    </a:moveTo>
                    <a:cubicBezTo>
                      <a:pt x="33" y="85"/>
                      <a:pt x="49" y="89"/>
                      <a:pt x="66" y="90"/>
                    </a:cubicBezTo>
                    <a:cubicBezTo>
                      <a:pt x="80" y="91"/>
                      <a:pt x="94" y="83"/>
                      <a:pt x="105" y="74"/>
                    </a:cubicBezTo>
                    <a:cubicBezTo>
                      <a:pt x="116" y="66"/>
                      <a:pt x="127" y="56"/>
                      <a:pt x="136" y="45"/>
                    </a:cubicBezTo>
                    <a:cubicBezTo>
                      <a:pt x="143" y="37"/>
                      <a:pt x="149" y="27"/>
                      <a:pt x="152" y="17"/>
                    </a:cubicBezTo>
                    <a:cubicBezTo>
                      <a:pt x="157" y="7"/>
                      <a:pt x="154" y="8"/>
                      <a:pt x="151" y="0"/>
                    </a:cubicBezTo>
                    <a:cubicBezTo>
                      <a:pt x="147" y="3"/>
                      <a:pt x="146" y="9"/>
                      <a:pt x="144" y="14"/>
                    </a:cubicBezTo>
                    <a:cubicBezTo>
                      <a:pt x="140" y="23"/>
                      <a:pt x="134" y="29"/>
                      <a:pt x="129" y="37"/>
                    </a:cubicBezTo>
                    <a:cubicBezTo>
                      <a:pt x="118" y="51"/>
                      <a:pt x="110" y="64"/>
                      <a:pt x="94" y="72"/>
                    </a:cubicBezTo>
                    <a:cubicBezTo>
                      <a:pt x="81" y="79"/>
                      <a:pt x="66" y="83"/>
                      <a:pt x="51" y="80"/>
                    </a:cubicBezTo>
                    <a:cubicBezTo>
                      <a:pt x="42" y="79"/>
                      <a:pt x="36" y="76"/>
                      <a:pt x="27" y="79"/>
                    </a:cubicBezTo>
                    <a:cubicBezTo>
                      <a:pt x="18" y="81"/>
                      <a:pt x="9" y="88"/>
                      <a:pt x="0" y="87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6" name="Freeform 292">
                <a:extLst>
                  <a:ext uri="{FF2B5EF4-FFF2-40B4-BE49-F238E27FC236}">
                    <a16:creationId xmlns:a16="http://schemas.microsoft.com/office/drawing/2014/main" id="{720B8FD9-FBDB-4881-A138-823F30B9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735"/>
                <a:ext cx="164" cy="130"/>
              </a:xfrm>
              <a:custGeom>
                <a:avLst/>
                <a:gdLst>
                  <a:gd name="T0" fmla="*/ 0 w 70"/>
                  <a:gd name="T1" fmla="*/ 813 h 52"/>
                  <a:gd name="T2" fmla="*/ 900 w 70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52">
                    <a:moveTo>
                      <a:pt x="0" y="52"/>
                    </a:moveTo>
                    <a:cubicBezTo>
                      <a:pt x="18" y="34"/>
                      <a:pt x="43" y="4"/>
                      <a:pt x="7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7" name="Freeform 293">
                <a:extLst>
                  <a:ext uri="{FF2B5EF4-FFF2-40B4-BE49-F238E27FC236}">
                    <a16:creationId xmlns:a16="http://schemas.microsoft.com/office/drawing/2014/main" id="{D7130984-5BA1-43E4-83CD-68C0159C0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558"/>
                <a:ext cx="115" cy="90"/>
              </a:xfrm>
              <a:custGeom>
                <a:avLst/>
                <a:gdLst>
                  <a:gd name="T0" fmla="*/ 0 w 49"/>
                  <a:gd name="T1" fmla="*/ 563 h 36"/>
                  <a:gd name="T2" fmla="*/ 634 w 49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36">
                    <a:moveTo>
                      <a:pt x="0" y="36"/>
                    </a:moveTo>
                    <a:cubicBezTo>
                      <a:pt x="14" y="20"/>
                      <a:pt x="29" y="6"/>
                      <a:pt x="4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8" name="Freeform 294">
                <a:extLst>
                  <a:ext uri="{FF2B5EF4-FFF2-40B4-BE49-F238E27FC236}">
                    <a16:creationId xmlns:a16="http://schemas.microsoft.com/office/drawing/2014/main" id="{A3B0F663-2D86-4C2A-A1AF-AD0B2DF4C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533"/>
                <a:ext cx="301" cy="48"/>
              </a:xfrm>
              <a:custGeom>
                <a:avLst/>
                <a:gdLst>
                  <a:gd name="T0" fmla="*/ 0 w 129"/>
                  <a:gd name="T1" fmla="*/ 306 h 19"/>
                  <a:gd name="T2" fmla="*/ 952 w 129"/>
                  <a:gd name="T3" fmla="*/ 96 h 19"/>
                  <a:gd name="T4" fmla="*/ 1638 w 129"/>
                  <a:gd name="T5" fmla="*/ 9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19">
                    <a:moveTo>
                      <a:pt x="0" y="19"/>
                    </a:moveTo>
                    <a:cubicBezTo>
                      <a:pt x="25" y="14"/>
                      <a:pt x="50" y="8"/>
                      <a:pt x="75" y="6"/>
                    </a:cubicBezTo>
                    <a:cubicBezTo>
                      <a:pt x="93" y="4"/>
                      <a:pt x="113" y="0"/>
                      <a:pt x="12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9" name="Freeform 295">
                <a:extLst>
                  <a:ext uri="{FF2B5EF4-FFF2-40B4-BE49-F238E27FC236}">
                    <a16:creationId xmlns:a16="http://schemas.microsoft.com/office/drawing/2014/main" id="{D1031F3A-F8AA-47DA-BB1E-FB0FDC8F8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3705"/>
                <a:ext cx="238" cy="98"/>
              </a:xfrm>
              <a:custGeom>
                <a:avLst/>
                <a:gdLst>
                  <a:gd name="T0" fmla="*/ 0 w 102"/>
                  <a:gd name="T1" fmla="*/ 442 h 39"/>
                  <a:gd name="T2" fmla="*/ 229 w 102"/>
                  <a:gd name="T3" fmla="*/ 0 h 39"/>
                  <a:gd name="T4" fmla="*/ 649 w 102"/>
                  <a:gd name="T5" fmla="*/ 317 h 39"/>
                  <a:gd name="T6" fmla="*/ 1029 w 102"/>
                  <a:gd name="T7" fmla="*/ 347 h 39"/>
                  <a:gd name="T8" fmla="*/ 1295 w 102"/>
                  <a:gd name="T9" fmla="*/ 61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39">
                    <a:moveTo>
                      <a:pt x="0" y="28"/>
                    </a:moveTo>
                    <a:cubicBezTo>
                      <a:pt x="14" y="29"/>
                      <a:pt x="18" y="11"/>
                      <a:pt x="18" y="0"/>
                    </a:cubicBezTo>
                    <a:cubicBezTo>
                      <a:pt x="25" y="11"/>
                      <a:pt x="38" y="18"/>
                      <a:pt x="51" y="20"/>
                    </a:cubicBezTo>
                    <a:cubicBezTo>
                      <a:pt x="61" y="22"/>
                      <a:pt x="72" y="19"/>
                      <a:pt x="81" y="22"/>
                    </a:cubicBezTo>
                    <a:cubicBezTo>
                      <a:pt x="89" y="25"/>
                      <a:pt x="96" y="33"/>
                      <a:pt x="102" y="39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0" name="Freeform 296">
                <a:extLst>
                  <a:ext uri="{FF2B5EF4-FFF2-40B4-BE49-F238E27FC236}">
                    <a16:creationId xmlns:a16="http://schemas.microsoft.com/office/drawing/2014/main" id="{2FE4F24F-76C5-4735-B895-EEA2BA426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536"/>
                <a:ext cx="54" cy="72"/>
              </a:xfrm>
              <a:custGeom>
                <a:avLst/>
                <a:gdLst>
                  <a:gd name="T0" fmla="*/ 0 w 23"/>
                  <a:gd name="T1" fmla="*/ 124 h 29"/>
                  <a:gd name="T2" fmla="*/ 155 w 23"/>
                  <a:gd name="T3" fmla="*/ 0 h 29"/>
                  <a:gd name="T4" fmla="*/ 298 w 23"/>
                  <a:gd name="T5" fmla="*/ 444 h 29"/>
                  <a:gd name="T6" fmla="*/ 49 w 23"/>
                  <a:gd name="T7" fmla="*/ 124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0" y="8"/>
                    </a:moveTo>
                    <a:cubicBezTo>
                      <a:pt x="5" y="7"/>
                      <a:pt x="8" y="3"/>
                      <a:pt x="12" y="0"/>
                    </a:cubicBezTo>
                    <a:cubicBezTo>
                      <a:pt x="14" y="11"/>
                      <a:pt x="17" y="20"/>
                      <a:pt x="23" y="29"/>
                    </a:cubicBezTo>
                    <a:cubicBezTo>
                      <a:pt x="15" y="24"/>
                      <a:pt x="12" y="11"/>
                      <a:pt x="4" y="8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1" name="Freeform 297">
                <a:extLst>
                  <a:ext uri="{FF2B5EF4-FFF2-40B4-BE49-F238E27FC236}">
                    <a16:creationId xmlns:a16="http://schemas.microsoft.com/office/drawing/2014/main" id="{6E103BE0-C9A8-4891-A4A9-9975A91CD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3030"/>
                <a:ext cx="367" cy="690"/>
              </a:xfrm>
              <a:custGeom>
                <a:avLst/>
                <a:gdLst>
                  <a:gd name="T0" fmla="*/ 1994 w 157"/>
                  <a:gd name="T1" fmla="*/ 0 h 277"/>
                  <a:gd name="T2" fmla="*/ 1978 w 157"/>
                  <a:gd name="T3" fmla="*/ 862 h 277"/>
                  <a:gd name="T4" fmla="*/ 1777 w 157"/>
                  <a:gd name="T5" fmla="*/ 2456 h 277"/>
                  <a:gd name="T6" fmla="*/ 1356 w 157"/>
                  <a:gd name="T7" fmla="*/ 3388 h 277"/>
                  <a:gd name="T8" fmla="*/ 0 w 157"/>
                  <a:gd name="T9" fmla="*/ 4282 h 277"/>
                  <a:gd name="T10" fmla="*/ 1059 w 157"/>
                  <a:gd name="T11" fmla="*/ 3525 h 277"/>
                  <a:gd name="T12" fmla="*/ 1519 w 157"/>
                  <a:gd name="T13" fmla="*/ 2518 h 277"/>
                  <a:gd name="T14" fmla="*/ 1891 w 157"/>
                  <a:gd name="T15" fmla="*/ 1019 h 277"/>
                  <a:gd name="T16" fmla="*/ 1994 w 157"/>
                  <a:gd name="T17" fmla="*/ 0 h 2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7" h="277">
                    <a:moveTo>
                      <a:pt x="156" y="0"/>
                    </a:moveTo>
                    <a:cubicBezTo>
                      <a:pt x="157" y="23"/>
                      <a:pt x="154" y="36"/>
                      <a:pt x="155" y="56"/>
                    </a:cubicBezTo>
                    <a:cubicBezTo>
                      <a:pt x="156" y="76"/>
                      <a:pt x="152" y="134"/>
                      <a:pt x="139" y="159"/>
                    </a:cubicBezTo>
                    <a:cubicBezTo>
                      <a:pt x="125" y="184"/>
                      <a:pt x="113" y="202"/>
                      <a:pt x="106" y="219"/>
                    </a:cubicBezTo>
                    <a:cubicBezTo>
                      <a:pt x="100" y="236"/>
                      <a:pt x="70" y="270"/>
                      <a:pt x="0" y="277"/>
                    </a:cubicBezTo>
                    <a:cubicBezTo>
                      <a:pt x="21" y="267"/>
                      <a:pt x="66" y="258"/>
                      <a:pt x="83" y="228"/>
                    </a:cubicBezTo>
                    <a:cubicBezTo>
                      <a:pt x="101" y="197"/>
                      <a:pt x="105" y="184"/>
                      <a:pt x="119" y="163"/>
                    </a:cubicBezTo>
                    <a:cubicBezTo>
                      <a:pt x="132" y="142"/>
                      <a:pt x="149" y="90"/>
                      <a:pt x="148" y="66"/>
                    </a:cubicBezTo>
                    <a:cubicBezTo>
                      <a:pt x="147" y="41"/>
                      <a:pt x="156" y="4"/>
                      <a:pt x="156" y="0"/>
                    </a:cubicBezTo>
                    <a:close/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2" name="Freeform 298">
                <a:extLst>
                  <a:ext uri="{FF2B5EF4-FFF2-40B4-BE49-F238E27FC236}">
                    <a16:creationId xmlns:a16="http://schemas.microsoft.com/office/drawing/2014/main" id="{BC75CC85-2B75-44A9-805F-4E0BE6389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3676"/>
                <a:ext cx="479" cy="82"/>
              </a:xfrm>
              <a:custGeom>
                <a:avLst/>
                <a:gdLst>
                  <a:gd name="T0" fmla="*/ 0 w 205"/>
                  <a:gd name="T1" fmla="*/ 0 h 33"/>
                  <a:gd name="T2" fmla="*/ 2589 w 205"/>
                  <a:gd name="T3" fmla="*/ 246 h 33"/>
                  <a:gd name="T4" fmla="*/ 2615 w 205"/>
                  <a:gd name="T5" fmla="*/ 186 h 33"/>
                  <a:gd name="T6" fmla="*/ 0 w 205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33">
                    <a:moveTo>
                      <a:pt x="0" y="0"/>
                    </a:moveTo>
                    <a:cubicBezTo>
                      <a:pt x="21" y="13"/>
                      <a:pt x="142" y="33"/>
                      <a:pt x="203" y="16"/>
                    </a:cubicBezTo>
                    <a:cubicBezTo>
                      <a:pt x="205" y="12"/>
                      <a:pt x="205" y="12"/>
                      <a:pt x="205" y="12"/>
                    </a:cubicBezTo>
                    <a:cubicBezTo>
                      <a:pt x="184" y="16"/>
                      <a:pt x="54" y="22"/>
                      <a:pt x="0" y="0"/>
                    </a:cubicBezTo>
                    <a:close/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3" name="Freeform 299">
                <a:extLst>
                  <a:ext uri="{FF2B5EF4-FFF2-40B4-BE49-F238E27FC236}">
                    <a16:creationId xmlns:a16="http://schemas.microsoft.com/office/drawing/2014/main" id="{EA2F4E7D-1BF6-46CB-981C-433C13845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2967"/>
                <a:ext cx="154" cy="394"/>
              </a:xfrm>
              <a:custGeom>
                <a:avLst/>
                <a:gdLst>
                  <a:gd name="T0" fmla="*/ 408 w 66"/>
                  <a:gd name="T1" fmla="*/ 0 h 158"/>
                  <a:gd name="T2" fmla="*/ 544 w 66"/>
                  <a:gd name="T3" fmla="*/ 716 h 158"/>
                  <a:gd name="T4" fmla="*/ 429 w 66"/>
                  <a:gd name="T5" fmla="*/ 995 h 158"/>
                  <a:gd name="T6" fmla="*/ 469 w 66"/>
                  <a:gd name="T7" fmla="*/ 1212 h 158"/>
                  <a:gd name="T8" fmla="*/ 457 w 66"/>
                  <a:gd name="T9" fmla="*/ 1411 h 158"/>
                  <a:gd name="T10" fmla="*/ 257 w 66"/>
                  <a:gd name="T11" fmla="*/ 1910 h 158"/>
                  <a:gd name="T12" fmla="*/ 86 w 66"/>
                  <a:gd name="T13" fmla="*/ 2077 h 158"/>
                  <a:gd name="T14" fmla="*/ 65 w 66"/>
                  <a:gd name="T15" fmla="*/ 2282 h 158"/>
                  <a:gd name="T16" fmla="*/ 12 w 66"/>
                  <a:gd name="T17" fmla="*/ 2451 h 158"/>
                  <a:gd name="T18" fmla="*/ 698 w 66"/>
                  <a:gd name="T19" fmla="*/ 1299 h 158"/>
                  <a:gd name="T20" fmla="*/ 812 w 66"/>
                  <a:gd name="T21" fmla="*/ 853 h 158"/>
                  <a:gd name="T22" fmla="*/ 649 w 66"/>
                  <a:gd name="T23" fmla="*/ 387 h 1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6" h="158">
                    <a:moveTo>
                      <a:pt x="32" y="0"/>
                    </a:moveTo>
                    <a:cubicBezTo>
                      <a:pt x="39" y="15"/>
                      <a:pt x="47" y="29"/>
                      <a:pt x="43" y="46"/>
                    </a:cubicBezTo>
                    <a:cubicBezTo>
                      <a:pt x="41" y="54"/>
                      <a:pt x="35" y="58"/>
                      <a:pt x="34" y="64"/>
                    </a:cubicBezTo>
                    <a:cubicBezTo>
                      <a:pt x="34" y="67"/>
                      <a:pt x="37" y="74"/>
                      <a:pt x="37" y="78"/>
                    </a:cubicBezTo>
                    <a:cubicBezTo>
                      <a:pt x="37" y="83"/>
                      <a:pt x="37" y="87"/>
                      <a:pt x="36" y="91"/>
                    </a:cubicBezTo>
                    <a:cubicBezTo>
                      <a:pt x="33" y="102"/>
                      <a:pt x="28" y="116"/>
                      <a:pt x="20" y="123"/>
                    </a:cubicBezTo>
                    <a:cubicBezTo>
                      <a:pt x="14" y="128"/>
                      <a:pt x="10" y="127"/>
                      <a:pt x="7" y="134"/>
                    </a:cubicBezTo>
                    <a:cubicBezTo>
                      <a:pt x="6" y="138"/>
                      <a:pt x="7" y="143"/>
                      <a:pt x="5" y="147"/>
                    </a:cubicBezTo>
                    <a:cubicBezTo>
                      <a:pt x="3" y="152"/>
                      <a:pt x="0" y="154"/>
                      <a:pt x="1" y="158"/>
                    </a:cubicBezTo>
                    <a:cubicBezTo>
                      <a:pt x="25" y="144"/>
                      <a:pt x="44" y="109"/>
                      <a:pt x="55" y="84"/>
                    </a:cubicBezTo>
                    <a:cubicBezTo>
                      <a:pt x="59" y="75"/>
                      <a:pt x="62" y="65"/>
                      <a:pt x="64" y="55"/>
                    </a:cubicBezTo>
                    <a:cubicBezTo>
                      <a:pt x="66" y="40"/>
                      <a:pt x="51" y="38"/>
                      <a:pt x="51" y="25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4" name="Freeform 300">
                <a:extLst>
                  <a:ext uri="{FF2B5EF4-FFF2-40B4-BE49-F238E27FC236}">
                    <a16:creationId xmlns:a16="http://schemas.microsoft.com/office/drawing/2014/main" id="{1F30BDC7-1D38-4F49-83AF-BE5AAF713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80"/>
                <a:ext cx="152" cy="217"/>
              </a:xfrm>
              <a:custGeom>
                <a:avLst/>
                <a:gdLst>
                  <a:gd name="T0" fmla="*/ 0 w 65"/>
                  <a:gd name="T1" fmla="*/ 1337 h 87"/>
                  <a:gd name="T2" fmla="*/ 666 w 65"/>
                  <a:gd name="T3" fmla="*/ 791 h 87"/>
                  <a:gd name="T4" fmla="*/ 690 w 65"/>
                  <a:gd name="T5" fmla="*/ 0 h 87"/>
                  <a:gd name="T6" fmla="*/ 65 w 65"/>
                  <a:gd name="T7" fmla="*/ 1319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87">
                    <a:moveTo>
                      <a:pt x="0" y="86"/>
                    </a:moveTo>
                    <a:cubicBezTo>
                      <a:pt x="18" y="87"/>
                      <a:pt x="44" y="67"/>
                      <a:pt x="52" y="51"/>
                    </a:cubicBezTo>
                    <a:cubicBezTo>
                      <a:pt x="57" y="41"/>
                      <a:pt x="65" y="9"/>
                      <a:pt x="54" y="0"/>
                    </a:cubicBezTo>
                    <a:cubicBezTo>
                      <a:pt x="56" y="42"/>
                      <a:pt x="29" y="86"/>
                      <a:pt x="5" y="85"/>
                    </a:cubicBezTo>
                  </a:path>
                </a:pathLst>
              </a:custGeom>
              <a:solidFill>
                <a:srgbClr val="AE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5" name="Freeform 301">
                <a:extLst>
                  <a:ext uri="{FF2B5EF4-FFF2-40B4-BE49-F238E27FC236}">
                    <a16:creationId xmlns:a16="http://schemas.microsoft.com/office/drawing/2014/main" id="{0544D7DA-BCA4-4030-A399-C2E6798EE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3705"/>
                <a:ext cx="157" cy="277"/>
              </a:xfrm>
              <a:custGeom>
                <a:avLst/>
                <a:gdLst>
                  <a:gd name="T0" fmla="*/ 736 w 67"/>
                  <a:gd name="T1" fmla="*/ 125 h 111"/>
                  <a:gd name="T2" fmla="*/ 605 w 67"/>
                  <a:gd name="T3" fmla="*/ 1120 h 111"/>
                  <a:gd name="T4" fmla="*/ 0 w 67"/>
                  <a:gd name="T5" fmla="*/ 1724 h 111"/>
                  <a:gd name="T6" fmla="*/ 576 w 67"/>
                  <a:gd name="T7" fmla="*/ 883 h 111"/>
                  <a:gd name="T8" fmla="*/ 670 w 67"/>
                  <a:gd name="T9" fmla="*/ 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11">
                    <a:moveTo>
                      <a:pt x="57" y="8"/>
                    </a:moveTo>
                    <a:cubicBezTo>
                      <a:pt x="67" y="25"/>
                      <a:pt x="55" y="56"/>
                      <a:pt x="47" y="72"/>
                    </a:cubicBezTo>
                    <a:cubicBezTo>
                      <a:pt x="36" y="93"/>
                      <a:pt x="19" y="101"/>
                      <a:pt x="0" y="111"/>
                    </a:cubicBezTo>
                    <a:cubicBezTo>
                      <a:pt x="21" y="106"/>
                      <a:pt x="37" y="75"/>
                      <a:pt x="45" y="57"/>
                    </a:cubicBezTo>
                    <a:cubicBezTo>
                      <a:pt x="52" y="43"/>
                      <a:pt x="60" y="15"/>
                      <a:pt x="52" y="0"/>
                    </a:cubicBezTo>
                  </a:path>
                </a:pathLst>
              </a:custGeom>
              <a:solidFill>
                <a:srgbClr val="AE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6" name="Freeform 302">
                <a:extLst>
                  <a:ext uri="{FF2B5EF4-FFF2-40B4-BE49-F238E27FC236}">
                    <a16:creationId xmlns:a16="http://schemas.microsoft.com/office/drawing/2014/main" id="{BAAE51F5-4D70-4C36-8C1A-D0715EB95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3798"/>
                <a:ext cx="334" cy="65"/>
              </a:xfrm>
              <a:custGeom>
                <a:avLst/>
                <a:gdLst>
                  <a:gd name="T0" fmla="*/ 0 w 143"/>
                  <a:gd name="T1" fmla="*/ 95 h 26"/>
                  <a:gd name="T2" fmla="*/ 1822 w 143"/>
                  <a:gd name="T3" fmla="*/ 408 h 26"/>
                  <a:gd name="T4" fmla="*/ 1478 w 143"/>
                  <a:gd name="T5" fmla="*/ 188 h 26"/>
                  <a:gd name="T6" fmla="*/ 1070 w 143"/>
                  <a:gd name="T7" fmla="*/ 50 h 26"/>
                  <a:gd name="T8" fmla="*/ 661 w 143"/>
                  <a:gd name="T9" fmla="*/ 33 h 26"/>
                  <a:gd name="T10" fmla="*/ 306 w 143"/>
                  <a:gd name="T11" fmla="*/ 83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26">
                    <a:moveTo>
                      <a:pt x="0" y="6"/>
                    </a:moveTo>
                    <a:cubicBezTo>
                      <a:pt x="49" y="6"/>
                      <a:pt x="96" y="13"/>
                      <a:pt x="143" y="26"/>
                    </a:cubicBezTo>
                    <a:cubicBezTo>
                      <a:pt x="137" y="19"/>
                      <a:pt x="124" y="16"/>
                      <a:pt x="116" y="12"/>
                    </a:cubicBezTo>
                    <a:cubicBezTo>
                      <a:pt x="106" y="8"/>
                      <a:pt x="95" y="4"/>
                      <a:pt x="84" y="3"/>
                    </a:cubicBezTo>
                    <a:cubicBezTo>
                      <a:pt x="73" y="1"/>
                      <a:pt x="63" y="0"/>
                      <a:pt x="52" y="2"/>
                    </a:cubicBezTo>
                    <a:cubicBezTo>
                      <a:pt x="43" y="3"/>
                      <a:pt x="33" y="5"/>
                      <a:pt x="24" y="5"/>
                    </a:cubicBezTo>
                  </a:path>
                </a:pathLst>
              </a:custGeom>
              <a:solidFill>
                <a:srgbClr val="AE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7" name="Freeform 303">
                <a:extLst>
                  <a:ext uri="{FF2B5EF4-FFF2-40B4-BE49-F238E27FC236}">
                    <a16:creationId xmlns:a16="http://schemas.microsoft.com/office/drawing/2014/main" id="{A5456DED-E707-449F-AEA0-8316BB506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940"/>
                <a:ext cx="236" cy="67"/>
              </a:xfrm>
              <a:custGeom>
                <a:avLst/>
                <a:gdLst>
                  <a:gd name="T0" fmla="*/ 0 w 101"/>
                  <a:gd name="T1" fmla="*/ 0 h 27"/>
                  <a:gd name="T2" fmla="*/ 715 w 101"/>
                  <a:gd name="T3" fmla="*/ 228 h 27"/>
                  <a:gd name="T4" fmla="*/ 1250 w 101"/>
                  <a:gd name="T5" fmla="*/ 196 h 27"/>
                  <a:gd name="T6" fmla="*/ 666 w 101"/>
                  <a:gd name="T7" fmla="*/ 92 h 27"/>
                  <a:gd name="T8" fmla="*/ 49 w 101"/>
                  <a:gd name="T9" fmla="*/ 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27">
                    <a:moveTo>
                      <a:pt x="0" y="0"/>
                    </a:moveTo>
                    <a:cubicBezTo>
                      <a:pt x="17" y="7"/>
                      <a:pt x="37" y="11"/>
                      <a:pt x="56" y="15"/>
                    </a:cubicBezTo>
                    <a:cubicBezTo>
                      <a:pt x="64" y="16"/>
                      <a:pt x="101" y="27"/>
                      <a:pt x="98" y="13"/>
                    </a:cubicBezTo>
                    <a:cubicBezTo>
                      <a:pt x="87" y="21"/>
                      <a:pt x="64" y="9"/>
                      <a:pt x="52" y="6"/>
                    </a:cubicBezTo>
                    <a:cubicBezTo>
                      <a:pt x="36" y="4"/>
                      <a:pt x="19" y="7"/>
                      <a:pt x="4" y="1"/>
                    </a:cubicBezTo>
                  </a:path>
                </a:pathLst>
              </a:custGeom>
              <a:solidFill>
                <a:srgbClr val="AE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8" name="Freeform 304">
                <a:extLst>
                  <a:ext uri="{FF2B5EF4-FFF2-40B4-BE49-F238E27FC236}">
                    <a16:creationId xmlns:a16="http://schemas.microsoft.com/office/drawing/2014/main" id="{2C044C5B-5CAB-4BF6-AC76-BB74F0F08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3269"/>
                <a:ext cx="407" cy="157"/>
              </a:xfrm>
              <a:custGeom>
                <a:avLst/>
                <a:gdLst>
                  <a:gd name="T0" fmla="*/ 28 w 174"/>
                  <a:gd name="T1" fmla="*/ 974 h 63"/>
                  <a:gd name="T2" fmla="*/ 204 w 174"/>
                  <a:gd name="T3" fmla="*/ 715 h 63"/>
                  <a:gd name="T4" fmla="*/ 526 w 174"/>
                  <a:gd name="T5" fmla="*/ 558 h 63"/>
                  <a:gd name="T6" fmla="*/ 1116 w 174"/>
                  <a:gd name="T7" fmla="*/ 292 h 63"/>
                  <a:gd name="T8" fmla="*/ 1752 w 174"/>
                  <a:gd name="T9" fmla="*/ 404 h 63"/>
                  <a:gd name="T10" fmla="*/ 2227 w 174"/>
                  <a:gd name="T11" fmla="*/ 695 h 63"/>
                  <a:gd name="T12" fmla="*/ 2084 w 174"/>
                  <a:gd name="T13" fmla="*/ 229 h 63"/>
                  <a:gd name="T14" fmla="*/ 1062 w 174"/>
                  <a:gd name="T15" fmla="*/ 0 h 63"/>
                  <a:gd name="T16" fmla="*/ 65 w 174"/>
                  <a:gd name="T17" fmla="*/ 478 h 63"/>
                  <a:gd name="T18" fmla="*/ 0 w 174"/>
                  <a:gd name="T19" fmla="*/ 912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4" h="63">
                    <a:moveTo>
                      <a:pt x="2" y="63"/>
                    </a:moveTo>
                    <a:cubicBezTo>
                      <a:pt x="9" y="59"/>
                      <a:pt x="10" y="51"/>
                      <a:pt x="16" y="46"/>
                    </a:cubicBezTo>
                    <a:cubicBezTo>
                      <a:pt x="23" y="41"/>
                      <a:pt x="33" y="39"/>
                      <a:pt x="41" y="36"/>
                    </a:cubicBezTo>
                    <a:cubicBezTo>
                      <a:pt x="56" y="32"/>
                      <a:pt x="72" y="20"/>
                      <a:pt x="87" y="19"/>
                    </a:cubicBezTo>
                    <a:cubicBezTo>
                      <a:pt x="104" y="18"/>
                      <a:pt x="121" y="25"/>
                      <a:pt x="137" y="26"/>
                    </a:cubicBezTo>
                    <a:cubicBezTo>
                      <a:pt x="154" y="26"/>
                      <a:pt x="166" y="29"/>
                      <a:pt x="174" y="45"/>
                    </a:cubicBezTo>
                    <a:cubicBezTo>
                      <a:pt x="172" y="34"/>
                      <a:pt x="163" y="27"/>
                      <a:pt x="163" y="15"/>
                    </a:cubicBezTo>
                    <a:cubicBezTo>
                      <a:pt x="141" y="25"/>
                      <a:pt x="99" y="18"/>
                      <a:pt x="83" y="0"/>
                    </a:cubicBezTo>
                    <a:cubicBezTo>
                      <a:pt x="70" y="22"/>
                      <a:pt x="29" y="34"/>
                      <a:pt x="5" y="31"/>
                    </a:cubicBezTo>
                    <a:cubicBezTo>
                      <a:pt x="8" y="42"/>
                      <a:pt x="5" y="50"/>
                      <a:pt x="0" y="59"/>
                    </a:cubicBezTo>
                  </a:path>
                </a:pathLst>
              </a:custGeom>
              <a:solidFill>
                <a:srgbClr val="AE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9" name="Freeform 305">
                <a:extLst>
                  <a:ext uri="{FF2B5EF4-FFF2-40B4-BE49-F238E27FC236}">
                    <a16:creationId xmlns:a16="http://schemas.microsoft.com/office/drawing/2014/main" id="{2BA71141-BC3B-4CB1-A6B1-B05A8231D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060"/>
                <a:ext cx="2797" cy="2002"/>
              </a:xfrm>
              <a:custGeom>
                <a:avLst/>
                <a:gdLst>
                  <a:gd name="T0" fmla="*/ 10681 w 1196"/>
                  <a:gd name="T1" fmla="*/ 10075 h 803"/>
                  <a:gd name="T2" fmla="*/ 12776 w 1196"/>
                  <a:gd name="T3" fmla="*/ 10461 h 803"/>
                  <a:gd name="T4" fmla="*/ 14390 w 1196"/>
                  <a:gd name="T5" fmla="*/ 9858 h 803"/>
                  <a:gd name="T6" fmla="*/ 14953 w 1196"/>
                  <a:gd name="T7" fmla="*/ 8758 h 803"/>
                  <a:gd name="T8" fmla="*/ 15210 w 1196"/>
                  <a:gd name="T9" fmla="*/ 7781 h 803"/>
                  <a:gd name="T10" fmla="*/ 15260 w 1196"/>
                  <a:gd name="T11" fmla="*/ 6894 h 803"/>
                  <a:gd name="T12" fmla="*/ 15285 w 1196"/>
                  <a:gd name="T13" fmla="*/ 6260 h 803"/>
                  <a:gd name="T14" fmla="*/ 14991 w 1196"/>
                  <a:gd name="T15" fmla="*/ 4837 h 803"/>
                  <a:gd name="T16" fmla="*/ 14659 w 1196"/>
                  <a:gd name="T17" fmla="*/ 3967 h 803"/>
                  <a:gd name="T18" fmla="*/ 14186 w 1196"/>
                  <a:gd name="T19" fmla="*/ 2740 h 803"/>
                  <a:gd name="T20" fmla="*/ 13471 w 1196"/>
                  <a:gd name="T21" fmla="*/ 2127 h 803"/>
                  <a:gd name="T22" fmla="*/ 11333 w 1196"/>
                  <a:gd name="T23" fmla="*/ 912 h 803"/>
                  <a:gd name="T24" fmla="*/ 9605 w 1196"/>
                  <a:gd name="T25" fmla="*/ 404 h 803"/>
                  <a:gd name="T26" fmla="*/ 8927 w 1196"/>
                  <a:gd name="T27" fmla="*/ 92 h 803"/>
                  <a:gd name="T28" fmla="*/ 8057 w 1196"/>
                  <a:gd name="T29" fmla="*/ 187 h 803"/>
                  <a:gd name="T30" fmla="*/ 5973 w 1196"/>
                  <a:gd name="T31" fmla="*/ 509 h 803"/>
                  <a:gd name="T32" fmla="*/ 4348 w 1196"/>
                  <a:gd name="T33" fmla="*/ 758 h 803"/>
                  <a:gd name="T34" fmla="*/ 2762 w 1196"/>
                  <a:gd name="T35" fmla="*/ 1857 h 803"/>
                  <a:gd name="T36" fmla="*/ 2007 w 1196"/>
                  <a:gd name="T37" fmla="*/ 3226 h 803"/>
                  <a:gd name="T38" fmla="*/ 1319 w 1196"/>
                  <a:gd name="T39" fmla="*/ 4089 h 803"/>
                  <a:gd name="T40" fmla="*/ 973 w 1196"/>
                  <a:gd name="T41" fmla="*/ 4725 h 803"/>
                  <a:gd name="T42" fmla="*/ 393 w 1196"/>
                  <a:gd name="T43" fmla="*/ 6956 h 803"/>
                  <a:gd name="T44" fmla="*/ 421 w 1196"/>
                  <a:gd name="T45" fmla="*/ 8833 h 803"/>
                  <a:gd name="T46" fmla="*/ 1864 w 1196"/>
                  <a:gd name="T47" fmla="*/ 10895 h 803"/>
                  <a:gd name="T48" fmla="*/ 4118 w 1196"/>
                  <a:gd name="T49" fmla="*/ 11144 h 803"/>
                  <a:gd name="T50" fmla="*/ 5945 w 1196"/>
                  <a:gd name="T51" fmla="*/ 11531 h 803"/>
                  <a:gd name="T52" fmla="*/ 8045 w 1196"/>
                  <a:gd name="T53" fmla="*/ 12059 h 803"/>
                  <a:gd name="T54" fmla="*/ 10692 w 1196"/>
                  <a:gd name="T55" fmla="*/ 11531 h 803"/>
                  <a:gd name="T56" fmla="*/ 10681 w 1196"/>
                  <a:gd name="T57" fmla="*/ 10075 h 80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6" h="803">
                    <a:moveTo>
                      <a:pt x="835" y="650"/>
                    </a:moveTo>
                    <a:cubicBezTo>
                      <a:pt x="870" y="667"/>
                      <a:pt x="960" y="677"/>
                      <a:pt x="999" y="675"/>
                    </a:cubicBezTo>
                    <a:cubicBezTo>
                      <a:pt x="1040" y="673"/>
                      <a:pt x="1095" y="665"/>
                      <a:pt x="1125" y="636"/>
                    </a:cubicBezTo>
                    <a:cubicBezTo>
                      <a:pt x="1144" y="618"/>
                      <a:pt x="1156" y="587"/>
                      <a:pt x="1169" y="565"/>
                    </a:cubicBezTo>
                    <a:cubicBezTo>
                      <a:pt x="1180" y="545"/>
                      <a:pt x="1185" y="525"/>
                      <a:pt x="1189" y="502"/>
                    </a:cubicBezTo>
                    <a:cubicBezTo>
                      <a:pt x="1192" y="483"/>
                      <a:pt x="1195" y="464"/>
                      <a:pt x="1193" y="445"/>
                    </a:cubicBezTo>
                    <a:cubicBezTo>
                      <a:pt x="1191" y="431"/>
                      <a:pt x="1196" y="418"/>
                      <a:pt x="1195" y="404"/>
                    </a:cubicBezTo>
                    <a:cubicBezTo>
                      <a:pt x="1192" y="375"/>
                      <a:pt x="1185" y="338"/>
                      <a:pt x="1172" y="312"/>
                    </a:cubicBezTo>
                    <a:cubicBezTo>
                      <a:pt x="1162" y="292"/>
                      <a:pt x="1151" y="279"/>
                      <a:pt x="1146" y="256"/>
                    </a:cubicBezTo>
                    <a:cubicBezTo>
                      <a:pt x="1139" y="227"/>
                      <a:pt x="1129" y="201"/>
                      <a:pt x="1109" y="177"/>
                    </a:cubicBezTo>
                    <a:cubicBezTo>
                      <a:pt x="1097" y="164"/>
                      <a:pt x="1072" y="132"/>
                      <a:pt x="1053" y="137"/>
                    </a:cubicBezTo>
                    <a:cubicBezTo>
                      <a:pt x="1027" y="108"/>
                      <a:pt x="930" y="42"/>
                      <a:pt x="886" y="59"/>
                    </a:cubicBezTo>
                    <a:cubicBezTo>
                      <a:pt x="874" y="26"/>
                      <a:pt x="779" y="9"/>
                      <a:pt x="751" y="26"/>
                    </a:cubicBezTo>
                    <a:cubicBezTo>
                      <a:pt x="748" y="17"/>
                      <a:pt x="730" y="9"/>
                      <a:pt x="698" y="6"/>
                    </a:cubicBezTo>
                    <a:cubicBezTo>
                      <a:pt x="676" y="4"/>
                      <a:pt x="638" y="1"/>
                      <a:pt x="630" y="12"/>
                    </a:cubicBezTo>
                    <a:cubicBezTo>
                      <a:pt x="592" y="2"/>
                      <a:pt x="486" y="0"/>
                      <a:pt x="467" y="33"/>
                    </a:cubicBezTo>
                    <a:cubicBezTo>
                      <a:pt x="448" y="11"/>
                      <a:pt x="390" y="22"/>
                      <a:pt x="340" y="49"/>
                    </a:cubicBezTo>
                    <a:cubicBezTo>
                      <a:pt x="300" y="71"/>
                      <a:pt x="257" y="88"/>
                      <a:pt x="216" y="120"/>
                    </a:cubicBezTo>
                    <a:cubicBezTo>
                      <a:pt x="174" y="151"/>
                      <a:pt x="134" y="193"/>
                      <a:pt x="157" y="208"/>
                    </a:cubicBezTo>
                    <a:cubicBezTo>
                      <a:pt x="124" y="219"/>
                      <a:pt x="122" y="231"/>
                      <a:pt x="103" y="264"/>
                    </a:cubicBezTo>
                    <a:cubicBezTo>
                      <a:pt x="83" y="297"/>
                      <a:pt x="76" y="305"/>
                      <a:pt x="76" y="305"/>
                    </a:cubicBezTo>
                    <a:cubicBezTo>
                      <a:pt x="54" y="324"/>
                      <a:pt x="22" y="423"/>
                      <a:pt x="31" y="449"/>
                    </a:cubicBezTo>
                    <a:cubicBezTo>
                      <a:pt x="17" y="466"/>
                      <a:pt x="0" y="556"/>
                      <a:pt x="33" y="570"/>
                    </a:cubicBezTo>
                    <a:cubicBezTo>
                      <a:pt x="31" y="606"/>
                      <a:pt x="74" y="691"/>
                      <a:pt x="146" y="703"/>
                    </a:cubicBezTo>
                    <a:cubicBezTo>
                      <a:pt x="225" y="717"/>
                      <a:pt x="274" y="711"/>
                      <a:pt x="322" y="719"/>
                    </a:cubicBezTo>
                    <a:cubicBezTo>
                      <a:pt x="371" y="728"/>
                      <a:pt x="453" y="756"/>
                      <a:pt x="465" y="744"/>
                    </a:cubicBezTo>
                    <a:cubicBezTo>
                      <a:pt x="485" y="763"/>
                      <a:pt x="608" y="792"/>
                      <a:pt x="629" y="778"/>
                    </a:cubicBezTo>
                    <a:cubicBezTo>
                      <a:pt x="672" y="790"/>
                      <a:pt x="798" y="803"/>
                      <a:pt x="836" y="744"/>
                    </a:cubicBezTo>
                    <a:cubicBezTo>
                      <a:pt x="856" y="712"/>
                      <a:pt x="867" y="667"/>
                      <a:pt x="835" y="650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0" name="Freeform 306">
                <a:extLst>
                  <a:ext uri="{FF2B5EF4-FFF2-40B4-BE49-F238E27FC236}">
                    <a16:creationId xmlns:a16="http://schemas.microsoft.com/office/drawing/2014/main" id="{9B5F2434-0CDE-4F8D-88E7-8B297FD39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479"/>
                <a:ext cx="1646" cy="967"/>
              </a:xfrm>
              <a:custGeom>
                <a:avLst/>
                <a:gdLst>
                  <a:gd name="T0" fmla="*/ 0 w 704"/>
                  <a:gd name="T1" fmla="*/ 3006 h 388"/>
                  <a:gd name="T2" fmla="*/ 821 w 704"/>
                  <a:gd name="T3" fmla="*/ 1814 h 388"/>
                  <a:gd name="T4" fmla="*/ 1749 w 704"/>
                  <a:gd name="T5" fmla="*/ 1298 h 388"/>
                  <a:gd name="T6" fmla="*/ 2864 w 704"/>
                  <a:gd name="T7" fmla="*/ 416 h 388"/>
                  <a:gd name="T8" fmla="*/ 4183 w 704"/>
                  <a:gd name="T9" fmla="*/ 541 h 388"/>
                  <a:gd name="T10" fmla="*/ 6313 w 704"/>
                  <a:gd name="T11" fmla="*/ 528 h 388"/>
                  <a:gd name="T12" fmla="*/ 7145 w 704"/>
                  <a:gd name="T13" fmla="*/ 1224 h 388"/>
                  <a:gd name="T14" fmla="*/ 8216 w 704"/>
                  <a:gd name="T15" fmla="*/ 1814 h 388"/>
                  <a:gd name="T16" fmla="*/ 8833 w 704"/>
                  <a:gd name="T17" fmla="*/ 3497 h 388"/>
                  <a:gd name="T18" fmla="*/ 8232 w 704"/>
                  <a:gd name="T19" fmla="*/ 5416 h 388"/>
                  <a:gd name="T20" fmla="*/ 7578 w 704"/>
                  <a:gd name="T21" fmla="*/ 5745 h 388"/>
                  <a:gd name="T22" fmla="*/ 6827 w 704"/>
                  <a:gd name="T23" fmla="*/ 5695 h 388"/>
                  <a:gd name="T24" fmla="*/ 5368 w 704"/>
                  <a:gd name="T25" fmla="*/ 6006 h 3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4" h="388">
                    <a:moveTo>
                      <a:pt x="0" y="194"/>
                    </a:moveTo>
                    <a:cubicBezTo>
                      <a:pt x="19" y="163"/>
                      <a:pt x="35" y="141"/>
                      <a:pt x="64" y="117"/>
                    </a:cubicBezTo>
                    <a:cubicBezTo>
                      <a:pt x="91" y="95"/>
                      <a:pt x="104" y="88"/>
                      <a:pt x="137" y="84"/>
                    </a:cubicBezTo>
                    <a:cubicBezTo>
                      <a:pt x="176" y="79"/>
                      <a:pt x="190" y="42"/>
                      <a:pt x="224" y="27"/>
                    </a:cubicBezTo>
                    <a:cubicBezTo>
                      <a:pt x="255" y="13"/>
                      <a:pt x="293" y="40"/>
                      <a:pt x="327" y="35"/>
                    </a:cubicBezTo>
                    <a:cubicBezTo>
                      <a:pt x="387" y="28"/>
                      <a:pt x="437" y="0"/>
                      <a:pt x="494" y="34"/>
                    </a:cubicBezTo>
                    <a:cubicBezTo>
                      <a:pt x="516" y="47"/>
                      <a:pt x="539" y="62"/>
                      <a:pt x="559" y="79"/>
                    </a:cubicBezTo>
                    <a:cubicBezTo>
                      <a:pt x="582" y="97"/>
                      <a:pt x="612" y="136"/>
                      <a:pt x="643" y="117"/>
                    </a:cubicBezTo>
                    <a:cubicBezTo>
                      <a:pt x="629" y="151"/>
                      <a:pt x="682" y="192"/>
                      <a:pt x="691" y="226"/>
                    </a:cubicBezTo>
                    <a:cubicBezTo>
                      <a:pt x="704" y="280"/>
                      <a:pt x="679" y="315"/>
                      <a:pt x="644" y="350"/>
                    </a:cubicBezTo>
                    <a:cubicBezTo>
                      <a:pt x="628" y="366"/>
                      <a:pt x="616" y="376"/>
                      <a:pt x="593" y="371"/>
                    </a:cubicBezTo>
                    <a:cubicBezTo>
                      <a:pt x="567" y="366"/>
                      <a:pt x="559" y="365"/>
                      <a:pt x="534" y="368"/>
                    </a:cubicBezTo>
                    <a:cubicBezTo>
                      <a:pt x="498" y="373"/>
                      <a:pt x="434" y="348"/>
                      <a:pt x="420" y="38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1" name="Freeform 307">
                <a:extLst>
                  <a:ext uri="{FF2B5EF4-FFF2-40B4-BE49-F238E27FC236}">
                    <a16:creationId xmlns:a16="http://schemas.microsoft.com/office/drawing/2014/main" id="{6441AC97-E4A5-45B0-BD51-976EEB327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289"/>
                <a:ext cx="236" cy="392"/>
              </a:xfrm>
              <a:custGeom>
                <a:avLst/>
                <a:gdLst>
                  <a:gd name="T0" fmla="*/ 278 w 101"/>
                  <a:gd name="T1" fmla="*/ 0 h 157"/>
                  <a:gd name="T2" fmla="*/ 86 w 101"/>
                  <a:gd name="T3" fmla="*/ 824 h 157"/>
                  <a:gd name="T4" fmla="*/ 764 w 101"/>
                  <a:gd name="T5" fmla="*/ 1620 h 157"/>
                  <a:gd name="T6" fmla="*/ 1087 w 101"/>
                  <a:gd name="T7" fmla="*/ 244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157">
                    <a:moveTo>
                      <a:pt x="22" y="0"/>
                    </a:moveTo>
                    <a:cubicBezTo>
                      <a:pt x="16" y="20"/>
                      <a:pt x="0" y="32"/>
                      <a:pt x="7" y="53"/>
                    </a:cubicBezTo>
                    <a:cubicBezTo>
                      <a:pt x="15" y="75"/>
                      <a:pt x="44" y="89"/>
                      <a:pt x="60" y="104"/>
                    </a:cubicBezTo>
                    <a:cubicBezTo>
                      <a:pt x="71" y="114"/>
                      <a:pt x="101" y="143"/>
                      <a:pt x="85" y="15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2" name="Freeform 308">
                <a:extLst>
                  <a:ext uri="{FF2B5EF4-FFF2-40B4-BE49-F238E27FC236}">
                    <a16:creationId xmlns:a16="http://schemas.microsoft.com/office/drawing/2014/main" id="{CC7254E7-E235-4C89-9005-D368B7EAE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429"/>
                <a:ext cx="271" cy="52"/>
              </a:xfrm>
              <a:custGeom>
                <a:avLst/>
                <a:gdLst>
                  <a:gd name="T0" fmla="*/ 0 w 116"/>
                  <a:gd name="T1" fmla="*/ 12 h 21"/>
                  <a:gd name="T2" fmla="*/ 1058 w 116"/>
                  <a:gd name="T3" fmla="*/ 104 h 21"/>
                  <a:gd name="T4" fmla="*/ 1479 w 116"/>
                  <a:gd name="T5" fmla="*/ 31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21">
                    <a:moveTo>
                      <a:pt x="0" y="1"/>
                    </a:moveTo>
                    <a:cubicBezTo>
                      <a:pt x="28" y="8"/>
                      <a:pt x="56" y="0"/>
                      <a:pt x="83" y="7"/>
                    </a:cubicBezTo>
                    <a:cubicBezTo>
                      <a:pt x="95" y="9"/>
                      <a:pt x="106" y="15"/>
                      <a:pt x="116" y="2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3" name="Freeform 309">
                <a:extLst>
                  <a:ext uri="{FF2B5EF4-FFF2-40B4-BE49-F238E27FC236}">
                    <a16:creationId xmlns:a16="http://schemas.microsoft.com/office/drawing/2014/main" id="{B968739E-7530-4088-A83A-5DF4A4C93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219"/>
                <a:ext cx="157" cy="319"/>
              </a:xfrm>
              <a:custGeom>
                <a:avLst/>
                <a:gdLst>
                  <a:gd name="T0" fmla="*/ 363 w 67"/>
                  <a:gd name="T1" fmla="*/ 0 h 128"/>
                  <a:gd name="T2" fmla="*/ 307 w 67"/>
                  <a:gd name="T3" fmla="*/ 1981 h 1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28">
                    <a:moveTo>
                      <a:pt x="28" y="0"/>
                    </a:moveTo>
                    <a:cubicBezTo>
                      <a:pt x="0" y="43"/>
                      <a:pt x="67" y="87"/>
                      <a:pt x="24" y="12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4" name="Freeform 310">
                <a:extLst>
                  <a:ext uri="{FF2B5EF4-FFF2-40B4-BE49-F238E27FC236}">
                    <a16:creationId xmlns:a16="http://schemas.microsoft.com/office/drawing/2014/main" id="{4D38CAD5-8812-4ECD-B3FF-CF321529B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3107"/>
                <a:ext cx="211" cy="421"/>
              </a:xfrm>
              <a:custGeom>
                <a:avLst/>
                <a:gdLst>
                  <a:gd name="T0" fmla="*/ 0 w 90"/>
                  <a:gd name="T1" fmla="*/ 2519 h 169"/>
                  <a:gd name="T2" fmla="*/ 1095 w 90"/>
                  <a:gd name="T3" fmla="*/ 1824 h 169"/>
                  <a:gd name="T4" fmla="*/ 1071 w 90"/>
                  <a:gd name="T5" fmla="*/ 1236 h 169"/>
                  <a:gd name="T6" fmla="*/ 699 w 90"/>
                  <a:gd name="T7" fmla="*/ 0 h 1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69">
                    <a:moveTo>
                      <a:pt x="0" y="163"/>
                    </a:moveTo>
                    <a:cubicBezTo>
                      <a:pt x="33" y="169"/>
                      <a:pt x="72" y="150"/>
                      <a:pt x="85" y="118"/>
                    </a:cubicBezTo>
                    <a:cubicBezTo>
                      <a:pt x="90" y="104"/>
                      <a:pt x="87" y="93"/>
                      <a:pt x="83" y="80"/>
                    </a:cubicBezTo>
                    <a:cubicBezTo>
                      <a:pt x="75" y="55"/>
                      <a:pt x="44" y="26"/>
                      <a:pt x="54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5" name="Freeform 311">
                <a:extLst>
                  <a:ext uri="{FF2B5EF4-FFF2-40B4-BE49-F238E27FC236}">
                    <a16:creationId xmlns:a16="http://schemas.microsoft.com/office/drawing/2014/main" id="{68399953-4D48-485B-94B9-615D22DA3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3119"/>
                <a:ext cx="224" cy="250"/>
              </a:xfrm>
              <a:custGeom>
                <a:avLst/>
                <a:gdLst>
                  <a:gd name="T0" fmla="*/ 0 w 96"/>
                  <a:gd name="T1" fmla="*/ 1333 h 100"/>
                  <a:gd name="T2" fmla="*/ 751 w 96"/>
                  <a:gd name="T3" fmla="*/ 1220 h 100"/>
                  <a:gd name="T4" fmla="*/ 1143 w 96"/>
                  <a:gd name="T5" fmla="*/ 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00">
                    <a:moveTo>
                      <a:pt x="0" y="85"/>
                    </a:moveTo>
                    <a:cubicBezTo>
                      <a:pt x="13" y="100"/>
                      <a:pt x="45" y="86"/>
                      <a:pt x="59" y="78"/>
                    </a:cubicBezTo>
                    <a:cubicBezTo>
                      <a:pt x="89" y="61"/>
                      <a:pt x="96" y="33"/>
                      <a:pt x="9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6" name="Freeform 312">
                <a:extLst>
                  <a:ext uri="{FF2B5EF4-FFF2-40B4-BE49-F238E27FC236}">
                    <a16:creationId xmlns:a16="http://schemas.microsoft.com/office/drawing/2014/main" id="{24B60E32-EB2C-4A81-8057-879432F46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3264"/>
                <a:ext cx="185" cy="77"/>
              </a:xfrm>
              <a:custGeom>
                <a:avLst/>
                <a:gdLst>
                  <a:gd name="T0" fmla="*/ 0 w 79"/>
                  <a:gd name="T1" fmla="*/ 0 h 31"/>
                  <a:gd name="T2" fmla="*/ 1014 w 79"/>
                  <a:gd name="T3" fmla="*/ 9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31">
                    <a:moveTo>
                      <a:pt x="0" y="0"/>
                    </a:moveTo>
                    <a:cubicBezTo>
                      <a:pt x="12" y="21"/>
                      <a:pt x="69" y="31"/>
                      <a:pt x="79" y="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7" name="Freeform 313">
                <a:extLst>
                  <a:ext uri="{FF2B5EF4-FFF2-40B4-BE49-F238E27FC236}">
                    <a16:creationId xmlns:a16="http://schemas.microsoft.com/office/drawing/2014/main" id="{0B136476-CB3C-433A-B190-12C2B91FD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513"/>
                <a:ext cx="129" cy="148"/>
              </a:xfrm>
              <a:custGeom>
                <a:avLst/>
                <a:gdLst>
                  <a:gd name="T0" fmla="*/ 307 w 55"/>
                  <a:gd name="T1" fmla="*/ 0 h 59"/>
                  <a:gd name="T2" fmla="*/ 711 w 55"/>
                  <a:gd name="T3" fmla="*/ 931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59">
                    <a:moveTo>
                      <a:pt x="24" y="0"/>
                    </a:moveTo>
                    <a:cubicBezTo>
                      <a:pt x="0" y="23"/>
                      <a:pt x="29" y="54"/>
                      <a:pt x="55" y="5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8" name="Freeform 314">
                <a:extLst>
                  <a:ext uri="{FF2B5EF4-FFF2-40B4-BE49-F238E27FC236}">
                    <a16:creationId xmlns:a16="http://schemas.microsoft.com/office/drawing/2014/main" id="{1AA52833-AA7F-44F6-B408-BF3CA16CC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518"/>
                <a:ext cx="484" cy="252"/>
              </a:xfrm>
              <a:custGeom>
                <a:avLst/>
                <a:gdLst>
                  <a:gd name="T0" fmla="*/ 0 w 207"/>
                  <a:gd name="T1" fmla="*/ 312 h 101"/>
                  <a:gd name="T2" fmla="*/ 393 w 207"/>
                  <a:gd name="T3" fmla="*/ 0 h 101"/>
                  <a:gd name="T4" fmla="*/ 1176 w 207"/>
                  <a:gd name="T5" fmla="*/ 1183 h 101"/>
                  <a:gd name="T6" fmla="*/ 1969 w 207"/>
                  <a:gd name="T7" fmla="*/ 1445 h 101"/>
                  <a:gd name="T8" fmla="*/ 2647 w 207"/>
                  <a:gd name="T9" fmla="*/ 1557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7" h="101">
                    <a:moveTo>
                      <a:pt x="0" y="20"/>
                    </a:moveTo>
                    <a:cubicBezTo>
                      <a:pt x="12" y="18"/>
                      <a:pt x="23" y="8"/>
                      <a:pt x="31" y="0"/>
                    </a:cubicBezTo>
                    <a:cubicBezTo>
                      <a:pt x="27" y="26"/>
                      <a:pt x="75" y="61"/>
                      <a:pt x="92" y="76"/>
                    </a:cubicBezTo>
                    <a:cubicBezTo>
                      <a:pt x="112" y="93"/>
                      <a:pt x="129" y="92"/>
                      <a:pt x="154" y="93"/>
                    </a:cubicBezTo>
                    <a:cubicBezTo>
                      <a:pt x="172" y="94"/>
                      <a:pt x="190" y="101"/>
                      <a:pt x="207" y="10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9" name="Freeform 315">
                <a:extLst>
                  <a:ext uri="{FF2B5EF4-FFF2-40B4-BE49-F238E27FC236}">
                    <a16:creationId xmlns:a16="http://schemas.microsoft.com/office/drawing/2014/main" id="{7E70647E-9FFF-4C82-850F-C986D48F2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858"/>
                <a:ext cx="61" cy="214"/>
              </a:xfrm>
              <a:custGeom>
                <a:avLst/>
                <a:gdLst>
                  <a:gd name="T0" fmla="*/ 249 w 26"/>
                  <a:gd name="T1" fmla="*/ 0 h 86"/>
                  <a:gd name="T2" fmla="*/ 0 w 26"/>
                  <a:gd name="T3" fmla="*/ 1326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86">
                    <a:moveTo>
                      <a:pt x="19" y="0"/>
                    </a:moveTo>
                    <a:cubicBezTo>
                      <a:pt x="26" y="26"/>
                      <a:pt x="26" y="72"/>
                      <a:pt x="0" y="8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0" name="Freeform 316">
                <a:extLst>
                  <a:ext uri="{FF2B5EF4-FFF2-40B4-BE49-F238E27FC236}">
                    <a16:creationId xmlns:a16="http://schemas.microsoft.com/office/drawing/2014/main" id="{1D3FC91F-6DEB-4B83-BA8A-E247C09E7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137"/>
                <a:ext cx="49" cy="327"/>
              </a:xfrm>
              <a:custGeom>
                <a:avLst/>
                <a:gdLst>
                  <a:gd name="T0" fmla="*/ 0 w 21"/>
                  <a:gd name="T1" fmla="*/ 0 h 131"/>
                  <a:gd name="T2" fmla="*/ 142 w 21"/>
                  <a:gd name="T3" fmla="*/ 1041 h 131"/>
                  <a:gd name="T4" fmla="*/ 266 w 21"/>
                  <a:gd name="T5" fmla="*/ 2037 h 1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1">
                    <a:moveTo>
                      <a:pt x="0" y="0"/>
                    </a:moveTo>
                    <a:cubicBezTo>
                      <a:pt x="9" y="26"/>
                      <a:pt x="16" y="40"/>
                      <a:pt x="11" y="67"/>
                    </a:cubicBezTo>
                    <a:cubicBezTo>
                      <a:pt x="5" y="93"/>
                      <a:pt x="13" y="105"/>
                      <a:pt x="21" y="13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1" name="Freeform 317">
                <a:extLst>
                  <a:ext uri="{FF2B5EF4-FFF2-40B4-BE49-F238E27FC236}">
                    <a16:creationId xmlns:a16="http://schemas.microsoft.com/office/drawing/2014/main" id="{19405743-9D06-493A-B3D7-71E1ABB7A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092"/>
                <a:ext cx="80" cy="342"/>
              </a:xfrm>
              <a:custGeom>
                <a:avLst/>
                <a:gdLst>
                  <a:gd name="T0" fmla="*/ 184 w 34"/>
                  <a:gd name="T1" fmla="*/ 0 h 137"/>
                  <a:gd name="T2" fmla="*/ 376 w 34"/>
                  <a:gd name="T3" fmla="*/ 417 h 137"/>
                  <a:gd name="T4" fmla="*/ 299 w 34"/>
                  <a:gd name="T5" fmla="*/ 1121 h 137"/>
                  <a:gd name="T6" fmla="*/ 115 w 34"/>
                  <a:gd name="T7" fmla="*/ 2132 h 1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37">
                    <a:moveTo>
                      <a:pt x="14" y="0"/>
                    </a:moveTo>
                    <a:cubicBezTo>
                      <a:pt x="14" y="11"/>
                      <a:pt x="25" y="16"/>
                      <a:pt x="29" y="27"/>
                    </a:cubicBezTo>
                    <a:cubicBezTo>
                      <a:pt x="34" y="42"/>
                      <a:pt x="29" y="59"/>
                      <a:pt x="23" y="72"/>
                    </a:cubicBezTo>
                    <a:cubicBezTo>
                      <a:pt x="14" y="97"/>
                      <a:pt x="0" y="111"/>
                      <a:pt x="9" y="13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2" name="Freeform 318">
                <a:extLst>
                  <a:ext uri="{FF2B5EF4-FFF2-40B4-BE49-F238E27FC236}">
                    <a16:creationId xmlns:a16="http://schemas.microsoft.com/office/drawing/2014/main" id="{559999E6-7ACA-43EA-8DA2-524E2F794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209"/>
                <a:ext cx="32" cy="97"/>
              </a:xfrm>
              <a:custGeom>
                <a:avLst/>
                <a:gdLst>
                  <a:gd name="T0" fmla="*/ 167 w 14"/>
                  <a:gd name="T1" fmla="*/ 0 h 39"/>
                  <a:gd name="T2" fmla="*/ 11 w 14"/>
                  <a:gd name="T3" fmla="*/ 59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4" y="9"/>
                      <a:pt x="0" y="25"/>
                      <a:pt x="1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3" name="Freeform 319">
                <a:extLst>
                  <a:ext uri="{FF2B5EF4-FFF2-40B4-BE49-F238E27FC236}">
                    <a16:creationId xmlns:a16="http://schemas.microsoft.com/office/drawing/2014/main" id="{4772FBF5-3267-41C3-B42C-997F2BAD8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2528"/>
                <a:ext cx="143" cy="242"/>
              </a:xfrm>
              <a:custGeom>
                <a:avLst/>
                <a:gdLst>
                  <a:gd name="T0" fmla="*/ 209 w 61"/>
                  <a:gd name="T1" fmla="*/ 1507 h 97"/>
                  <a:gd name="T2" fmla="*/ 363 w 61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97">
                    <a:moveTo>
                      <a:pt x="16" y="97"/>
                    </a:moveTo>
                    <a:cubicBezTo>
                      <a:pt x="61" y="70"/>
                      <a:pt x="0" y="25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4" name="Freeform 320">
                <a:extLst>
                  <a:ext uri="{FF2B5EF4-FFF2-40B4-BE49-F238E27FC236}">
                    <a16:creationId xmlns:a16="http://schemas.microsoft.com/office/drawing/2014/main" id="{62F866C3-C741-4474-9164-AAD41E231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2401"/>
                <a:ext cx="154" cy="342"/>
              </a:xfrm>
              <a:custGeom>
                <a:avLst/>
                <a:gdLst>
                  <a:gd name="T0" fmla="*/ 658 w 66"/>
                  <a:gd name="T1" fmla="*/ 0 h 137"/>
                  <a:gd name="T2" fmla="*/ 191 w 66"/>
                  <a:gd name="T3" fmla="*/ 2132 h 1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37">
                    <a:moveTo>
                      <a:pt x="52" y="0"/>
                    </a:moveTo>
                    <a:cubicBezTo>
                      <a:pt x="0" y="29"/>
                      <a:pt x="66" y="107"/>
                      <a:pt x="15" y="13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5" name="Freeform 321">
                <a:extLst>
                  <a:ext uri="{FF2B5EF4-FFF2-40B4-BE49-F238E27FC236}">
                    <a16:creationId xmlns:a16="http://schemas.microsoft.com/office/drawing/2014/main" id="{88EF1F21-2138-45E4-9439-C5459DF18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209"/>
                <a:ext cx="944" cy="766"/>
              </a:xfrm>
              <a:custGeom>
                <a:avLst/>
                <a:gdLst>
                  <a:gd name="T0" fmla="*/ 498 w 404"/>
                  <a:gd name="T1" fmla="*/ 0 h 307"/>
                  <a:gd name="T2" fmla="*/ 507 w 404"/>
                  <a:gd name="T3" fmla="*/ 1258 h 307"/>
                  <a:gd name="T4" fmla="*/ 1033 w 404"/>
                  <a:gd name="T5" fmla="*/ 2348 h 307"/>
                  <a:gd name="T6" fmla="*/ 1774 w 404"/>
                  <a:gd name="T7" fmla="*/ 3181 h 307"/>
                  <a:gd name="T8" fmla="*/ 2769 w 404"/>
                  <a:gd name="T9" fmla="*/ 4022 h 307"/>
                  <a:gd name="T10" fmla="*/ 4657 w 404"/>
                  <a:gd name="T11" fmla="*/ 4022 h 307"/>
                  <a:gd name="T12" fmla="*/ 4297 w 404"/>
                  <a:gd name="T13" fmla="*/ 2503 h 3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4" h="307">
                    <a:moveTo>
                      <a:pt x="39" y="0"/>
                    </a:moveTo>
                    <a:cubicBezTo>
                      <a:pt x="0" y="7"/>
                      <a:pt x="15" y="35"/>
                      <a:pt x="40" y="81"/>
                    </a:cubicBezTo>
                    <a:cubicBezTo>
                      <a:pt x="49" y="134"/>
                      <a:pt x="56" y="137"/>
                      <a:pt x="81" y="151"/>
                    </a:cubicBezTo>
                    <a:cubicBezTo>
                      <a:pt x="81" y="190"/>
                      <a:pt x="105" y="202"/>
                      <a:pt x="139" y="205"/>
                    </a:cubicBezTo>
                    <a:cubicBezTo>
                      <a:pt x="146" y="248"/>
                      <a:pt x="174" y="263"/>
                      <a:pt x="217" y="259"/>
                    </a:cubicBezTo>
                    <a:cubicBezTo>
                      <a:pt x="244" y="278"/>
                      <a:pt x="325" y="307"/>
                      <a:pt x="365" y="259"/>
                    </a:cubicBezTo>
                    <a:cubicBezTo>
                      <a:pt x="404" y="212"/>
                      <a:pt x="388" y="161"/>
                      <a:pt x="337" y="161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6" name="Freeform 322">
                <a:extLst>
                  <a:ext uri="{FF2B5EF4-FFF2-40B4-BE49-F238E27FC236}">
                    <a16:creationId xmlns:a16="http://schemas.microsoft.com/office/drawing/2014/main" id="{B2CAF51B-C85C-4793-AB12-05C6B3FBF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3930"/>
                <a:ext cx="31" cy="70"/>
              </a:xfrm>
              <a:custGeom>
                <a:avLst/>
                <a:gdLst>
                  <a:gd name="T0" fmla="*/ 0 w 13"/>
                  <a:gd name="T1" fmla="*/ 0 h 28"/>
                  <a:gd name="T2" fmla="*/ 176 w 13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0" y="0"/>
                    </a:moveTo>
                    <a:cubicBezTo>
                      <a:pt x="5" y="20"/>
                      <a:pt x="5" y="23"/>
                      <a:pt x="13" y="2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7" name="Freeform 323">
                <a:extLst>
                  <a:ext uri="{FF2B5EF4-FFF2-40B4-BE49-F238E27FC236}">
                    <a16:creationId xmlns:a16="http://schemas.microsoft.com/office/drawing/2014/main" id="{BFD06C74-89CD-41B8-866A-900C7965C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768"/>
                <a:ext cx="307" cy="708"/>
              </a:xfrm>
              <a:custGeom>
                <a:avLst/>
                <a:gdLst>
                  <a:gd name="T0" fmla="*/ 1148 w 131"/>
                  <a:gd name="T1" fmla="*/ 0 h 284"/>
                  <a:gd name="T2" fmla="*/ 1598 w 131"/>
                  <a:gd name="T3" fmla="*/ 1411 h 284"/>
                  <a:gd name="T4" fmla="*/ 1263 w 131"/>
                  <a:gd name="T5" fmla="*/ 2989 h 284"/>
                  <a:gd name="T6" fmla="*/ 0 w 131"/>
                  <a:gd name="T7" fmla="*/ 4213 h 2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284">
                    <a:moveTo>
                      <a:pt x="89" y="0"/>
                    </a:moveTo>
                    <a:cubicBezTo>
                      <a:pt x="95" y="33"/>
                      <a:pt x="119" y="59"/>
                      <a:pt x="124" y="91"/>
                    </a:cubicBezTo>
                    <a:cubicBezTo>
                      <a:pt x="131" y="130"/>
                      <a:pt x="120" y="162"/>
                      <a:pt x="98" y="193"/>
                    </a:cubicBezTo>
                    <a:cubicBezTo>
                      <a:pt x="72" y="230"/>
                      <a:pt x="59" y="284"/>
                      <a:pt x="0" y="27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8" name="Freeform 324">
                <a:extLst>
                  <a:ext uri="{FF2B5EF4-FFF2-40B4-BE49-F238E27FC236}">
                    <a16:creationId xmlns:a16="http://schemas.microsoft.com/office/drawing/2014/main" id="{E56770BE-953C-4F08-BDF6-94B5F9619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3319"/>
                <a:ext cx="35" cy="239"/>
              </a:xfrm>
              <a:custGeom>
                <a:avLst/>
                <a:gdLst>
                  <a:gd name="T0" fmla="*/ 152 w 15"/>
                  <a:gd name="T1" fmla="*/ 0 h 96"/>
                  <a:gd name="T2" fmla="*/ 37 w 15"/>
                  <a:gd name="T3" fmla="*/ 695 h 96"/>
                  <a:gd name="T4" fmla="*/ 37 w 15"/>
                  <a:gd name="T5" fmla="*/ 1481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6">
                    <a:moveTo>
                      <a:pt x="12" y="0"/>
                    </a:moveTo>
                    <a:cubicBezTo>
                      <a:pt x="5" y="13"/>
                      <a:pt x="0" y="29"/>
                      <a:pt x="3" y="45"/>
                    </a:cubicBezTo>
                    <a:cubicBezTo>
                      <a:pt x="6" y="64"/>
                      <a:pt x="15" y="76"/>
                      <a:pt x="3" y="9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9" name="Freeform 325">
                <a:extLst>
                  <a:ext uri="{FF2B5EF4-FFF2-40B4-BE49-F238E27FC236}">
                    <a16:creationId xmlns:a16="http://schemas.microsoft.com/office/drawing/2014/main" id="{F955DA01-D020-4A7A-880D-E60F88DC4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2" y="2873"/>
                <a:ext cx="53" cy="127"/>
              </a:xfrm>
              <a:custGeom>
                <a:avLst/>
                <a:gdLst>
                  <a:gd name="T0" fmla="*/ 281 w 23"/>
                  <a:gd name="T1" fmla="*/ 0 h 51"/>
                  <a:gd name="T2" fmla="*/ 28 w 23"/>
                  <a:gd name="T3" fmla="*/ 787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1">
                    <a:moveTo>
                      <a:pt x="23" y="0"/>
                    </a:moveTo>
                    <a:cubicBezTo>
                      <a:pt x="0" y="11"/>
                      <a:pt x="8" y="33"/>
                      <a:pt x="2" y="5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0" name="Freeform 326">
                <a:extLst>
                  <a:ext uri="{FF2B5EF4-FFF2-40B4-BE49-F238E27FC236}">
                    <a16:creationId xmlns:a16="http://schemas.microsoft.com/office/drawing/2014/main" id="{A44643F3-059F-429D-9F59-3D0D3159A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2661"/>
                <a:ext cx="456" cy="127"/>
              </a:xfrm>
              <a:custGeom>
                <a:avLst/>
                <a:gdLst>
                  <a:gd name="T0" fmla="*/ 0 w 195"/>
                  <a:gd name="T1" fmla="*/ 590 h 51"/>
                  <a:gd name="T2" fmla="*/ 1307 w 195"/>
                  <a:gd name="T3" fmla="*/ 508 h 51"/>
                  <a:gd name="T4" fmla="*/ 2493 w 195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5" h="51">
                    <a:moveTo>
                      <a:pt x="0" y="38"/>
                    </a:moveTo>
                    <a:cubicBezTo>
                      <a:pt x="13" y="51"/>
                      <a:pt x="77" y="39"/>
                      <a:pt x="102" y="33"/>
                    </a:cubicBezTo>
                    <a:cubicBezTo>
                      <a:pt x="134" y="25"/>
                      <a:pt x="178" y="32"/>
                      <a:pt x="195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1" name="Freeform 327">
                <a:extLst>
                  <a:ext uri="{FF2B5EF4-FFF2-40B4-BE49-F238E27FC236}">
                    <a16:creationId xmlns:a16="http://schemas.microsoft.com/office/drawing/2014/main" id="{1EC6FAE9-7915-451F-AC5A-2D64E28D5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713"/>
                <a:ext cx="421" cy="142"/>
              </a:xfrm>
              <a:custGeom>
                <a:avLst/>
                <a:gdLst>
                  <a:gd name="T0" fmla="*/ 0 w 180"/>
                  <a:gd name="T1" fmla="*/ 0 h 57"/>
                  <a:gd name="T2" fmla="*/ 1088 w 180"/>
                  <a:gd name="T3" fmla="*/ 291 h 57"/>
                  <a:gd name="T4" fmla="*/ 2304 w 180"/>
                  <a:gd name="T5" fmla="*/ 404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57">
                    <a:moveTo>
                      <a:pt x="0" y="0"/>
                    </a:moveTo>
                    <a:cubicBezTo>
                      <a:pt x="17" y="13"/>
                      <a:pt x="64" y="14"/>
                      <a:pt x="85" y="19"/>
                    </a:cubicBezTo>
                    <a:cubicBezTo>
                      <a:pt x="120" y="27"/>
                      <a:pt x="149" y="57"/>
                      <a:pt x="180" y="2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2" name="Freeform 328">
                <a:extLst>
                  <a:ext uri="{FF2B5EF4-FFF2-40B4-BE49-F238E27FC236}">
                    <a16:creationId xmlns:a16="http://schemas.microsoft.com/office/drawing/2014/main" id="{B57A59E9-A2FA-470D-9A4A-04B0558A3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768"/>
                <a:ext cx="318" cy="100"/>
              </a:xfrm>
              <a:custGeom>
                <a:avLst/>
                <a:gdLst>
                  <a:gd name="T0" fmla="*/ 1740 w 136"/>
                  <a:gd name="T1" fmla="*/ 0 h 40"/>
                  <a:gd name="T2" fmla="*/ 919 w 136"/>
                  <a:gd name="T3" fmla="*/ 363 h 40"/>
                  <a:gd name="T4" fmla="*/ 0 w 136"/>
                  <a:gd name="T5" fmla="*/ 458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40">
                    <a:moveTo>
                      <a:pt x="136" y="0"/>
                    </a:moveTo>
                    <a:cubicBezTo>
                      <a:pt x="120" y="11"/>
                      <a:pt x="96" y="17"/>
                      <a:pt x="72" y="23"/>
                    </a:cubicBezTo>
                    <a:cubicBezTo>
                      <a:pt x="41" y="30"/>
                      <a:pt x="21" y="40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3" name="Freeform 329">
                <a:extLst>
                  <a:ext uri="{FF2B5EF4-FFF2-40B4-BE49-F238E27FC236}">
                    <a16:creationId xmlns:a16="http://schemas.microsoft.com/office/drawing/2014/main" id="{DEC5C564-D733-477F-9BCF-9FC765D95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556"/>
                <a:ext cx="204" cy="127"/>
              </a:xfrm>
              <a:custGeom>
                <a:avLst/>
                <a:gdLst>
                  <a:gd name="T0" fmla="*/ 0 w 87"/>
                  <a:gd name="T1" fmla="*/ 0 h 51"/>
                  <a:gd name="T2" fmla="*/ 1121 w 87"/>
                  <a:gd name="T3" fmla="*/ 787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7" h="51">
                    <a:moveTo>
                      <a:pt x="0" y="0"/>
                    </a:moveTo>
                    <a:cubicBezTo>
                      <a:pt x="17" y="19"/>
                      <a:pt x="49" y="35"/>
                      <a:pt x="87" y="51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4" name="Freeform 330">
                <a:extLst>
                  <a:ext uri="{FF2B5EF4-FFF2-40B4-BE49-F238E27FC236}">
                    <a16:creationId xmlns:a16="http://schemas.microsoft.com/office/drawing/2014/main" id="{85ECE0EE-F6A1-4919-B4D3-A3B2FEFA9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294"/>
                <a:ext cx="173" cy="95"/>
              </a:xfrm>
              <a:custGeom>
                <a:avLst/>
                <a:gdLst>
                  <a:gd name="T0" fmla="*/ 0 w 74"/>
                  <a:gd name="T1" fmla="*/ 595 h 38"/>
                  <a:gd name="T2" fmla="*/ 944 w 74"/>
                  <a:gd name="T3" fmla="*/ 2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38">
                    <a:moveTo>
                      <a:pt x="0" y="38"/>
                    </a:moveTo>
                    <a:cubicBezTo>
                      <a:pt x="14" y="0"/>
                      <a:pt x="53" y="25"/>
                      <a:pt x="74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5" name="Freeform 331">
                <a:extLst>
                  <a:ext uri="{FF2B5EF4-FFF2-40B4-BE49-F238E27FC236}">
                    <a16:creationId xmlns:a16="http://schemas.microsoft.com/office/drawing/2014/main" id="{58805ECD-4EC4-4478-8FA9-D6EBFC859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780"/>
                <a:ext cx="85" cy="255"/>
              </a:xfrm>
              <a:custGeom>
                <a:avLst/>
                <a:gdLst>
                  <a:gd name="T0" fmla="*/ 0 w 36"/>
                  <a:gd name="T1" fmla="*/ 0 h 102"/>
                  <a:gd name="T2" fmla="*/ 357 w 36"/>
                  <a:gd name="T3" fmla="*/ 675 h 102"/>
                  <a:gd name="T4" fmla="*/ 28 w 36"/>
                  <a:gd name="T5" fmla="*/ 1595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02">
                    <a:moveTo>
                      <a:pt x="0" y="0"/>
                    </a:moveTo>
                    <a:cubicBezTo>
                      <a:pt x="0" y="24"/>
                      <a:pt x="20" y="25"/>
                      <a:pt x="27" y="43"/>
                    </a:cubicBezTo>
                    <a:cubicBezTo>
                      <a:pt x="36" y="67"/>
                      <a:pt x="5" y="79"/>
                      <a:pt x="2" y="10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6" name="Freeform 332">
                <a:extLst>
                  <a:ext uri="{FF2B5EF4-FFF2-40B4-BE49-F238E27FC236}">
                    <a16:creationId xmlns:a16="http://schemas.microsoft.com/office/drawing/2014/main" id="{37268C1F-DF7A-4FFE-AEEE-0912ED673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873"/>
                <a:ext cx="133" cy="39"/>
              </a:xfrm>
              <a:custGeom>
                <a:avLst/>
                <a:gdLst>
                  <a:gd name="T0" fmla="*/ 0 w 57"/>
                  <a:gd name="T1" fmla="*/ 0 h 16"/>
                  <a:gd name="T2" fmla="*/ 723 w 57"/>
                  <a:gd name="T3" fmla="*/ 5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6">
                    <a:moveTo>
                      <a:pt x="0" y="0"/>
                    </a:moveTo>
                    <a:cubicBezTo>
                      <a:pt x="18" y="16"/>
                      <a:pt x="36" y="3"/>
                      <a:pt x="57" y="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7" name="Freeform 333">
                <a:extLst>
                  <a:ext uri="{FF2B5EF4-FFF2-40B4-BE49-F238E27FC236}">
                    <a16:creationId xmlns:a16="http://schemas.microsoft.com/office/drawing/2014/main" id="{BDA8541C-493F-4FAF-9AED-B1B233058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182"/>
                <a:ext cx="134" cy="72"/>
              </a:xfrm>
              <a:custGeom>
                <a:avLst/>
                <a:gdLst>
                  <a:gd name="T0" fmla="*/ 0 w 57"/>
                  <a:gd name="T1" fmla="*/ 0 h 29"/>
                  <a:gd name="T2" fmla="*/ 741 w 57"/>
                  <a:gd name="T3" fmla="*/ 27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9">
                    <a:moveTo>
                      <a:pt x="0" y="0"/>
                    </a:moveTo>
                    <a:cubicBezTo>
                      <a:pt x="19" y="29"/>
                      <a:pt x="39" y="3"/>
                      <a:pt x="57" y="1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8" name="Freeform 334">
                <a:extLst>
                  <a:ext uri="{FF2B5EF4-FFF2-40B4-BE49-F238E27FC236}">
                    <a16:creationId xmlns:a16="http://schemas.microsoft.com/office/drawing/2014/main" id="{8F13C607-798E-4353-B2BA-91B5CD3EE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3823"/>
                <a:ext cx="17" cy="92"/>
              </a:xfrm>
              <a:custGeom>
                <a:avLst/>
                <a:gdLst>
                  <a:gd name="T0" fmla="*/ 0 w 7"/>
                  <a:gd name="T1" fmla="*/ 0 h 37"/>
                  <a:gd name="T2" fmla="*/ 100 w 7"/>
                  <a:gd name="T3" fmla="*/ 56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7">
                    <a:moveTo>
                      <a:pt x="0" y="0"/>
                    </a:moveTo>
                    <a:cubicBezTo>
                      <a:pt x="3" y="13"/>
                      <a:pt x="6" y="24"/>
                      <a:pt x="7" y="3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9" name="Freeform 335">
                <a:extLst>
                  <a:ext uri="{FF2B5EF4-FFF2-40B4-BE49-F238E27FC236}">
                    <a16:creationId xmlns:a16="http://schemas.microsoft.com/office/drawing/2014/main" id="{55867B1E-A84E-42D0-8FFB-2C6BC4C2F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586"/>
                <a:ext cx="112" cy="17"/>
              </a:xfrm>
              <a:custGeom>
                <a:avLst/>
                <a:gdLst>
                  <a:gd name="T0" fmla="*/ 0 w 48"/>
                  <a:gd name="T1" fmla="*/ 0 h 7"/>
                  <a:gd name="T2" fmla="*/ 609 w 48"/>
                  <a:gd name="T3" fmla="*/ 8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7">
                    <a:moveTo>
                      <a:pt x="0" y="0"/>
                    </a:moveTo>
                    <a:cubicBezTo>
                      <a:pt x="17" y="7"/>
                      <a:pt x="32" y="6"/>
                      <a:pt x="48" y="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0" name="Freeform 336">
                <a:extLst>
                  <a:ext uri="{FF2B5EF4-FFF2-40B4-BE49-F238E27FC236}">
                    <a16:creationId xmlns:a16="http://schemas.microsoft.com/office/drawing/2014/main" id="{5A723970-E76D-4714-9427-6B1D11C4C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656"/>
                <a:ext cx="16" cy="72"/>
              </a:xfrm>
              <a:custGeom>
                <a:avLst/>
                <a:gdLst>
                  <a:gd name="T0" fmla="*/ 0 w 7"/>
                  <a:gd name="T1" fmla="*/ 444 h 29"/>
                  <a:gd name="T2" fmla="*/ 85 w 7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29"/>
                    </a:moveTo>
                    <a:cubicBezTo>
                      <a:pt x="0" y="19"/>
                      <a:pt x="1" y="9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1" name="Freeform 337">
                <a:extLst>
                  <a:ext uri="{FF2B5EF4-FFF2-40B4-BE49-F238E27FC236}">
                    <a16:creationId xmlns:a16="http://schemas.microsoft.com/office/drawing/2014/main" id="{4EF3F55C-4B5A-4E20-AA4C-0DB24035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3828"/>
                <a:ext cx="108" cy="32"/>
              </a:xfrm>
              <a:custGeom>
                <a:avLst/>
                <a:gdLst>
                  <a:gd name="T0" fmla="*/ 0 w 46"/>
                  <a:gd name="T1" fmla="*/ 162 h 13"/>
                  <a:gd name="T2" fmla="*/ 596 w 4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3">
                    <a:moveTo>
                      <a:pt x="0" y="11"/>
                    </a:moveTo>
                    <a:cubicBezTo>
                      <a:pt x="17" y="13"/>
                      <a:pt x="31" y="7"/>
                      <a:pt x="46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2" name="Freeform 338">
                <a:extLst>
                  <a:ext uri="{FF2B5EF4-FFF2-40B4-BE49-F238E27FC236}">
                    <a16:creationId xmlns:a16="http://schemas.microsoft.com/office/drawing/2014/main" id="{F315D673-DCC2-4F99-82BB-33D34F79E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421"/>
                <a:ext cx="37" cy="45"/>
              </a:xfrm>
              <a:custGeom>
                <a:avLst/>
                <a:gdLst>
                  <a:gd name="T0" fmla="*/ 102 w 16"/>
                  <a:gd name="T1" fmla="*/ 283 h 18"/>
                  <a:gd name="T2" fmla="*/ 199 w 16"/>
                  <a:gd name="T3" fmla="*/ 188 h 18"/>
                  <a:gd name="T4" fmla="*/ 74 w 16"/>
                  <a:gd name="T5" fmla="*/ 175 h 18"/>
                  <a:gd name="T6" fmla="*/ 187 w 16"/>
                  <a:gd name="T7" fmla="*/ 50 h 18"/>
                  <a:gd name="T8" fmla="*/ 0 w 16"/>
                  <a:gd name="T9" fmla="*/ 3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8" y="18"/>
                    </a:moveTo>
                    <a:cubicBezTo>
                      <a:pt x="12" y="17"/>
                      <a:pt x="15" y="15"/>
                      <a:pt x="16" y="12"/>
                    </a:cubicBezTo>
                    <a:cubicBezTo>
                      <a:pt x="13" y="11"/>
                      <a:pt x="9" y="11"/>
                      <a:pt x="6" y="11"/>
                    </a:cubicBezTo>
                    <a:cubicBezTo>
                      <a:pt x="10" y="9"/>
                      <a:pt x="14" y="7"/>
                      <a:pt x="15" y="3"/>
                    </a:cubicBezTo>
                    <a:cubicBezTo>
                      <a:pt x="10" y="0"/>
                      <a:pt x="5" y="0"/>
                      <a:pt x="0" y="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3" name="Freeform 339">
                <a:extLst>
                  <a:ext uri="{FF2B5EF4-FFF2-40B4-BE49-F238E27FC236}">
                    <a16:creationId xmlns:a16="http://schemas.microsoft.com/office/drawing/2014/main" id="{A1EA7186-A7B4-43C9-8CFC-A59203396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379"/>
                <a:ext cx="42" cy="52"/>
              </a:xfrm>
              <a:custGeom>
                <a:avLst/>
                <a:gdLst>
                  <a:gd name="T0" fmla="*/ 126 w 18"/>
                  <a:gd name="T1" fmla="*/ 319 h 21"/>
                  <a:gd name="T2" fmla="*/ 229 w 18"/>
                  <a:gd name="T3" fmla="*/ 258 h 21"/>
                  <a:gd name="T4" fmla="*/ 65 w 18"/>
                  <a:gd name="T5" fmla="*/ 215 h 21"/>
                  <a:gd name="T6" fmla="*/ 229 w 18"/>
                  <a:gd name="T7" fmla="*/ 62 h 21"/>
                  <a:gd name="T8" fmla="*/ 0 w 18"/>
                  <a:gd name="T9" fmla="*/ 42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10" y="21"/>
                    </a:moveTo>
                    <a:cubicBezTo>
                      <a:pt x="13" y="20"/>
                      <a:pt x="16" y="19"/>
                      <a:pt x="18" y="17"/>
                    </a:cubicBezTo>
                    <a:cubicBezTo>
                      <a:pt x="14" y="14"/>
                      <a:pt x="10" y="13"/>
                      <a:pt x="5" y="14"/>
                    </a:cubicBezTo>
                    <a:cubicBezTo>
                      <a:pt x="10" y="11"/>
                      <a:pt x="17" y="10"/>
                      <a:pt x="18" y="4"/>
                    </a:cubicBezTo>
                    <a:cubicBezTo>
                      <a:pt x="13" y="0"/>
                      <a:pt x="6" y="2"/>
                      <a:pt x="0" y="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4" name="Freeform 340">
                <a:extLst>
                  <a:ext uri="{FF2B5EF4-FFF2-40B4-BE49-F238E27FC236}">
                    <a16:creationId xmlns:a16="http://schemas.microsoft.com/office/drawing/2014/main" id="{DA187C5D-A542-43DE-844F-5215604D7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287"/>
                <a:ext cx="42" cy="39"/>
              </a:xfrm>
              <a:custGeom>
                <a:avLst/>
                <a:gdLst>
                  <a:gd name="T0" fmla="*/ 229 w 18"/>
                  <a:gd name="T1" fmla="*/ 90 h 16"/>
                  <a:gd name="T2" fmla="*/ 86 w 18"/>
                  <a:gd name="T3" fmla="*/ 59 h 16"/>
                  <a:gd name="T4" fmla="*/ 180 w 18"/>
                  <a:gd name="T5" fmla="*/ 202 h 16"/>
                  <a:gd name="T6" fmla="*/ 0 w 18"/>
                  <a:gd name="T7" fmla="*/ 19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6">
                    <a:moveTo>
                      <a:pt x="18" y="6"/>
                    </a:moveTo>
                    <a:cubicBezTo>
                      <a:pt x="16" y="2"/>
                      <a:pt x="11" y="0"/>
                      <a:pt x="7" y="4"/>
                    </a:cubicBezTo>
                    <a:cubicBezTo>
                      <a:pt x="11" y="7"/>
                      <a:pt x="15" y="10"/>
                      <a:pt x="14" y="14"/>
                    </a:cubicBezTo>
                    <a:cubicBezTo>
                      <a:pt x="10" y="15"/>
                      <a:pt x="4" y="16"/>
                      <a:pt x="0" y="1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5" name="Freeform 341">
                <a:extLst>
                  <a:ext uri="{FF2B5EF4-FFF2-40B4-BE49-F238E27FC236}">
                    <a16:creationId xmlns:a16="http://schemas.microsoft.com/office/drawing/2014/main" id="{D9D758E1-31EF-4E10-A735-D086942E5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419"/>
                <a:ext cx="70" cy="35"/>
              </a:xfrm>
              <a:custGeom>
                <a:avLst/>
                <a:gdLst>
                  <a:gd name="T0" fmla="*/ 37 w 30"/>
                  <a:gd name="T1" fmla="*/ 50 h 14"/>
                  <a:gd name="T2" fmla="*/ 28 w 30"/>
                  <a:gd name="T3" fmla="*/ 175 h 14"/>
                  <a:gd name="T4" fmla="*/ 180 w 30"/>
                  <a:gd name="T5" fmla="*/ 20 h 14"/>
                  <a:gd name="T6" fmla="*/ 257 w 30"/>
                  <a:gd name="T7" fmla="*/ 220 h 14"/>
                  <a:gd name="T8" fmla="*/ 380 w 30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4">
                    <a:moveTo>
                      <a:pt x="3" y="3"/>
                    </a:moveTo>
                    <a:cubicBezTo>
                      <a:pt x="1" y="6"/>
                      <a:pt x="0" y="9"/>
                      <a:pt x="2" y="11"/>
                    </a:cubicBezTo>
                    <a:cubicBezTo>
                      <a:pt x="9" y="11"/>
                      <a:pt x="9" y="1"/>
                      <a:pt x="14" y="1"/>
                    </a:cubicBezTo>
                    <a:cubicBezTo>
                      <a:pt x="21" y="2"/>
                      <a:pt x="19" y="10"/>
                      <a:pt x="20" y="14"/>
                    </a:cubicBezTo>
                    <a:cubicBezTo>
                      <a:pt x="26" y="12"/>
                      <a:pt x="30" y="6"/>
                      <a:pt x="30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6" name="Freeform 342">
                <a:extLst>
                  <a:ext uri="{FF2B5EF4-FFF2-40B4-BE49-F238E27FC236}">
                    <a16:creationId xmlns:a16="http://schemas.microsoft.com/office/drawing/2014/main" id="{F8CC17A1-1B63-42AA-B011-F49CFD931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907"/>
                <a:ext cx="46" cy="55"/>
              </a:xfrm>
              <a:custGeom>
                <a:avLst/>
                <a:gdLst>
                  <a:gd name="T0" fmla="*/ 64 w 20"/>
                  <a:gd name="T1" fmla="*/ 345 h 22"/>
                  <a:gd name="T2" fmla="*/ 0 w 20"/>
                  <a:gd name="T3" fmla="*/ 208 h 22"/>
                  <a:gd name="T4" fmla="*/ 64 w 20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5" y="22"/>
                    </a:moveTo>
                    <a:cubicBezTo>
                      <a:pt x="3" y="19"/>
                      <a:pt x="0" y="16"/>
                      <a:pt x="0" y="13"/>
                    </a:cubicBezTo>
                    <a:cubicBezTo>
                      <a:pt x="20" y="22"/>
                      <a:pt x="14" y="0"/>
                      <a:pt x="5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7" name="Freeform 343">
                <a:extLst>
                  <a:ext uri="{FF2B5EF4-FFF2-40B4-BE49-F238E27FC236}">
                    <a16:creationId xmlns:a16="http://schemas.microsoft.com/office/drawing/2014/main" id="{917CFB3B-2E41-4F6A-A72C-4555AFD54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3020"/>
                <a:ext cx="47" cy="62"/>
              </a:xfrm>
              <a:custGeom>
                <a:avLst/>
                <a:gdLst>
                  <a:gd name="T0" fmla="*/ 0 w 20"/>
                  <a:gd name="T1" fmla="*/ 308 h 25"/>
                  <a:gd name="T2" fmla="*/ 38 w 20"/>
                  <a:gd name="T3" fmla="*/ 382 h 25"/>
                  <a:gd name="T4" fmla="*/ 0 w 20"/>
                  <a:gd name="T5" fmla="*/ 196 h 25"/>
                  <a:gd name="T6" fmla="*/ 78 w 20"/>
                  <a:gd name="T7" fmla="*/ 1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5">
                    <a:moveTo>
                      <a:pt x="0" y="20"/>
                    </a:moveTo>
                    <a:cubicBezTo>
                      <a:pt x="1" y="22"/>
                      <a:pt x="2" y="23"/>
                      <a:pt x="3" y="25"/>
                    </a:cubicBezTo>
                    <a:cubicBezTo>
                      <a:pt x="1" y="21"/>
                      <a:pt x="0" y="17"/>
                      <a:pt x="0" y="13"/>
                    </a:cubicBezTo>
                    <a:cubicBezTo>
                      <a:pt x="20" y="23"/>
                      <a:pt x="14" y="0"/>
                      <a:pt x="6" y="1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8" name="Freeform 344">
                <a:extLst>
                  <a:ext uri="{FF2B5EF4-FFF2-40B4-BE49-F238E27FC236}">
                    <a16:creationId xmlns:a16="http://schemas.microsoft.com/office/drawing/2014/main" id="{CE73854E-4BEB-43DD-A606-089C21436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3112"/>
                <a:ext cx="32" cy="47"/>
              </a:xfrm>
              <a:custGeom>
                <a:avLst/>
                <a:gdLst>
                  <a:gd name="T0" fmla="*/ 130 w 14"/>
                  <a:gd name="T1" fmla="*/ 0 h 19"/>
                  <a:gd name="T2" fmla="*/ 37 w 14"/>
                  <a:gd name="T3" fmla="*/ 74 h 19"/>
                  <a:gd name="T4" fmla="*/ 121 w 14"/>
                  <a:gd name="T5" fmla="*/ 134 h 19"/>
                  <a:gd name="T6" fmla="*/ 0 w 14"/>
                  <a:gd name="T7" fmla="*/ 27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11" y="0"/>
                    </a:moveTo>
                    <a:cubicBezTo>
                      <a:pt x="8" y="0"/>
                      <a:pt x="4" y="1"/>
                      <a:pt x="3" y="5"/>
                    </a:cubicBezTo>
                    <a:cubicBezTo>
                      <a:pt x="3" y="9"/>
                      <a:pt x="9" y="7"/>
                      <a:pt x="10" y="9"/>
                    </a:cubicBezTo>
                    <a:cubicBezTo>
                      <a:pt x="14" y="18"/>
                      <a:pt x="8" y="19"/>
                      <a:pt x="0" y="1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9" name="Freeform 345">
                <a:extLst>
                  <a:ext uri="{FF2B5EF4-FFF2-40B4-BE49-F238E27FC236}">
                    <a16:creationId xmlns:a16="http://schemas.microsoft.com/office/drawing/2014/main" id="{D6499073-998F-490B-A086-B43C0A48D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3099"/>
                <a:ext cx="53" cy="58"/>
              </a:xfrm>
              <a:custGeom>
                <a:avLst/>
                <a:gdLst>
                  <a:gd name="T0" fmla="*/ 196 w 23"/>
                  <a:gd name="T1" fmla="*/ 113 h 23"/>
                  <a:gd name="T2" fmla="*/ 74 w 23"/>
                  <a:gd name="T3" fmla="*/ 159 h 23"/>
                  <a:gd name="T4" fmla="*/ 244 w 23"/>
                  <a:gd name="T5" fmla="*/ 209 h 23"/>
                  <a:gd name="T6" fmla="*/ 0 w 23"/>
                  <a:gd name="T7" fmla="*/ 35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16" y="7"/>
                    </a:moveTo>
                    <a:cubicBezTo>
                      <a:pt x="14" y="0"/>
                      <a:pt x="7" y="4"/>
                      <a:pt x="6" y="10"/>
                    </a:cubicBezTo>
                    <a:cubicBezTo>
                      <a:pt x="9" y="13"/>
                      <a:pt x="18" y="6"/>
                      <a:pt x="20" y="13"/>
                    </a:cubicBezTo>
                    <a:cubicBezTo>
                      <a:pt x="23" y="22"/>
                      <a:pt x="5" y="23"/>
                      <a:pt x="0" y="2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0" name="Freeform 346">
                <a:extLst>
                  <a:ext uri="{FF2B5EF4-FFF2-40B4-BE49-F238E27FC236}">
                    <a16:creationId xmlns:a16="http://schemas.microsoft.com/office/drawing/2014/main" id="{1E064565-1F7A-4072-8ABB-31A34F0AF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972"/>
                <a:ext cx="47" cy="45"/>
              </a:xfrm>
              <a:custGeom>
                <a:avLst/>
                <a:gdLst>
                  <a:gd name="T0" fmla="*/ 78 w 20"/>
                  <a:gd name="T1" fmla="*/ 283 h 18"/>
                  <a:gd name="T2" fmla="*/ 0 w 20"/>
                  <a:gd name="T3" fmla="*/ 145 h 18"/>
                  <a:gd name="T4" fmla="*/ 221 w 20"/>
                  <a:gd name="T5" fmla="*/ 238 h 18"/>
                  <a:gd name="T6" fmla="*/ 49 w 2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6" y="18"/>
                    </a:moveTo>
                    <a:cubicBezTo>
                      <a:pt x="3" y="16"/>
                      <a:pt x="1" y="13"/>
                      <a:pt x="0" y="9"/>
                    </a:cubicBezTo>
                    <a:cubicBezTo>
                      <a:pt x="6" y="9"/>
                      <a:pt x="11" y="15"/>
                      <a:pt x="17" y="15"/>
                    </a:cubicBezTo>
                    <a:cubicBezTo>
                      <a:pt x="20" y="8"/>
                      <a:pt x="10" y="3"/>
                      <a:pt x="4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1" name="Freeform 347">
                <a:extLst>
                  <a:ext uri="{FF2B5EF4-FFF2-40B4-BE49-F238E27FC236}">
                    <a16:creationId xmlns:a16="http://schemas.microsoft.com/office/drawing/2014/main" id="{459D51C9-E043-43CB-B05F-912B0D486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860"/>
                <a:ext cx="19" cy="40"/>
              </a:xfrm>
              <a:custGeom>
                <a:avLst/>
                <a:gdLst>
                  <a:gd name="T0" fmla="*/ 78 w 8"/>
                  <a:gd name="T1" fmla="*/ 220 h 16"/>
                  <a:gd name="T2" fmla="*/ 29 w 8"/>
                  <a:gd name="T3" fmla="*/ 0 h 16"/>
                  <a:gd name="T4" fmla="*/ 12 w 8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6" y="14"/>
                    </a:moveTo>
                    <a:cubicBezTo>
                      <a:pt x="8" y="9"/>
                      <a:pt x="6" y="4"/>
                      <a:pt x="2" y="0"/>
                    </a:cubicBezTo>
                    <a:cubicBezTo>
                      <a:pt x="0" y="5"/>
                      <a:pt x="0" y="11"/>
                      <a:pt x="1" y="1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2" name="Freeform 348">
                <a:extLst>
                  <a:ext uri="{FF2B5EF4-FFF2-40B4-BE49-F238E27FC236}">
                    <a16:creationId xmlns:a16="http://schemas.microsoft.com/office/drawing/2014/main" id="{5C55E705-92AC-4298-B1A1-8F77AB3DA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184"/>
                <a:ext cx="44" cy="53"/>
              </a:xfrm>
              <a:custGeom>
                <a:avLst/>
                <a:gdLst>
                  <a:gd name="T0" fmla="*/ 225 w 19"/>
                  <a:gd name="T1" fmla="*/ 242 h 21"/>
                  <a:gd name="T2" fmla="*/ 113 w 19"/>
                  <a:gd name="T3" fmla="*/ 159 h 21"/>
                  <a:gd name="T4" fmla="*/ 151 w 19"/>
                  <a:gd name="T5" fmla="*/ 305 h 21"/>
                  <a:gd name="T6" fmla="*/ 0 w 19"/>
                  <a:gd name="T7" fmla="*/ 19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1">
                    <a:moveTo>
                      <a:pt x="18" y="15"/>
                    </a:moveTo>
                    <a:cubicBezTo>
                      <a:pt x="19" y="9"/>
                      <a:pt x="9" y="0"/>
                      <a:pt x="9" y="10"/>
                    </a:cubicBezTo>
                    <a:cubicBezTo>
                      <a:pt x="9" y="13"/>
                      <a:pt x="16" y="16"/>
                      <a:pt x="12" y="19"/>
                    </a:cubicBezTo>
                    <a:cubicBezTo>
                      <a:pt x="8" y="21"/>
                      <a:pt x="2" y="14"/>
                      <a:pt x="0" y="1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3" name="Freeform 349">
                <a:extLst>
                  <a:ext uri="{FF2B5EF4-FFF2-40B4-BE49-F238E27FC236}">
                    <a16:creationId xmlns:a16="http://schemas.microsoft.com/office/drawing/2014/main" id="{FCB62032-1BEE-4F13-B308-9F7D55ED2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543"/>
                <a:ext cx="44" cy="40"/>
              </a:xfrm>
              <a:custGeom>
                <a:avLst/>
                <a:gdLst>
                  <a:gd name="T0" fmla="*/ 37 w 19"/>
                  <a:gd name="T1" fmla="*/ 63 h 16"/>
                  <a:gd name="T2" fmla="*/ 113 w 1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6">
                    <a:moveTo>
                      <a:pt x="3" y="4"/>
                    </a:moveTo>
                    <a:cubicBezTo>
                      <a:pt x="0" y="16"/>
                      <a:pt x="19" y="12"/>
                      <a:pt x="9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4" name="Freeform 350">
                <a:extLst>
                  <a:ext uri="{FF2B5EF4-FFF2-40B4-BE49-F238E27FC236}">
                    <a16:creationId xmlns:a16="http://schemas.microsoft.com/office/drawing/2014/main" id="{E680B941-CB01-49F2-B048-920CFE8F2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3628"/>
                <a:ext cx="44" cy="40"/>
              </a:xfrm>
              <a:custGeom>
                <a:avLst/>
                <a:gdLst>
                  <a:gd name="T0" fmla="*/ 188 w 19"/>
                  <a:gd name="T1" fmla="*/ 250 h 16"/>
                  <a:gd name="T2" fmla="*/ 208 w 19"/>
                  <a:gd name="T3" fmla="*/ 95 h 16"/>
                  <a:gd name="T4" fmla="*/ 102 w 19"/>
                  <a:gd name="T5" fmla="*/ 220 h 16"/>
                  <a:gd name="T6" fmla="*/ 102 w 19"/>
                  <a:gd name="T7" fmla="*/ 0 h 16"/>
                  <a:gd name="T8" fmla="*/ 0 w 19"/>
                  <a:gd name="T9" fmla="*/ 11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15" y="16"/>
                    </a:moveTo>
                    <a:cubicBezTo>
                      <a:pt x="18" y="13"/>
                      <a:pt x="19" y="9"/>
                      <a:pt x="17" y="6"/>
                    </a:cubicBezTo>
                    <a:cubicBezTo>
                      <a:pt x="13" y="8"/>
                      <a:pt x="10" y="11"/>
                      <a:pt x="8" y="14"/>
                    </a:cubicBezTo>
                    <a:cubicBezTo>
                      <a:pt x="9" y="10"/>
                      <a:pt x="12" y="4"/>
                      <a:pt x="8" y="0"/>
                    </a:cubicBezTo>
                    <a:cubicBezTo>
                      <a:pt x="5" y="2"/>
                      <a:pt x="2" y="5"/>
                      <a:pt x="0" y="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5" name="Freeform 351">
                <a:extLst>
                  <a:ext uri="{FF2B5EF4-FFF2-40B4-BE49-F238E27FC236}">
                    <a16:creationId xmlns:a16="http://schemas.microsoft.com/office/drawing/2014/main" id="{394CA494-C756-4C5F-BFC7-6144370D1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3204"/>
                <a:ext cx="23" cy="35"/>
              </a:xfrm>
              <a:custGeom>
                <a:avLst/>
                <a:gdLst>
                  <a:gd name="T0" fmla="*/ 64 w 10"/>
                  <a:gd name="T1" fmla="*/ 208 h 14"/>
                  <a:gd name="T2" fmla="*/ 94 w 10"/>
                  <a:gd name="T3" fmla="*/ 0 h 14"/>
                  <a:gd name="T4" fmla="*/ 0 w 10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5" y="13"/>
                    </a:moveTo>
                    <a:cubicBezTo>
                      <a:pt x="10" y="11"/>
                      <a:pt x="10" y="4"/>
                      <a:pt x="8" y="0"/>
                    </a:cubicBezTo>
                    <a:cubicBezTo>
                      <a:pt x="3" y="2"/>
                      <a:pt x="0" y="9"/>
                      <a:pt x="0" y="1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6" name="Freeform 352">
                <a:extLst>
                  <a:ext uri="{FF2B5EF4-FFF2-40B4-BE49-F238E27FC236}">
                    <a16:creationId xmlns:a16="http://schemas.microsoft.com/office/drawing/2014/main" id="{7F034944-4B13-4D20-A4D9-7242EEEA8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830"/>
                <a:ext cx="33" cy="35"/>
              </a:xfrm>
              <a:custGeom>
                <a:avLst/>
                <a:gdLst>
                  <a:gd name="T0" fmla="*/ 0 w 14"/>
                  <a:gd name="T1" fmla="*/ 208 h 14"/>
                  <a:gd name="T2" fmla="*/ 134 w 14"/>
                  <a:gd name="T3" fmla="*/ 0 h 14"/>
                  <a:gd name="T4" fmla="*/ 118 w 14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0" y="13"/>
                    </a:moveTo>
                    <a:cubicBezTo>
                      <a:pt x="4" y="9"/>
                      <a:pt x="5" y="3"/>
                      <a:pt x="10" y="0"/>
                    </a:cubicBezTo>
                    <a:cubicBezTo>
                      <a:pt x="14" y="4"/>
                      <a:pt x="11" y="10"/>
                      <a:pt x="9" y="1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7" name="Freeform 353">
                <a:extLst>
                  <a:ext uri="{FF2B5EF4-FFF2-40B4-BE49-F238E27FC236}">
                    <a16:creationId xmlns:a16="http://schemas.microsoft.com/office/drawing/2014/main" id="{84957A5B-801A-4385-B0DF-5FDF61B90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643"/>
                <a:ext cx="39" cy="50"/>
              </a:xfrm>
              <a:custGeom>
                <a:avLst/>
                <a:gdLst>
                  <a:gd name="T0" fmla="*/ 204 w 17"/>
                  <a:gd name="T1" fmla="*/ 220 h 20"/>
                  <a:gd name="T2" fmla="*/ 195 w 17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0">
                    <a:moveTo>
                      <a:pt x="17" y="14"/>
                    </a:moveTo>
                    <a:cubicBezTo>
                      <a:pt x="10" y="0"/>
                      <a:pt x="0" y="19"/>
                      <a:pt x="16" y="2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8" name="Freeform 354">
                <a:extLst>
                  <a:ext uri="{FF2B5EF4-FFF2-40B4-BE49-F238E27FC236}">
                    <a16:creationId xmlns:a16="http://schemas.microsoft.com/office/drawing/2014/main" id="{E6D268BC-C9D9-4032-A798-55DDDE47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282"/>
                <a:ext cx="45" cy="59"/>
              </a:xfrm>
              <a:custGeom>
                <a:avLst/>
                <a:gdLst>
                  <a:gd name="T0" fmla="*/ 213 w 19"/>
                  <a:gd name="T1" fmla="*/ 236 h 24"/>
                  <a:gd name="T2" fmla="*/ 95 w 19"/>
                  <a:gd name="T3" fmla="*/ 150 h 24"/>
                  <a:gd name="T4" fmla="*/ 118 w 19"/>
                  <a:gd name="T5" fmla="*/ 315 h 24"/>
                  <a:gd name="T6" fmla="*/ 0 w 19"/>
                  <a:gd name="T7" fmla="*/ 16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16" y="16"/>
                    </a:moveTo>
                    <a:cubicBezTo>
                      <a:pt x="19" y="10"/>
                      <a:pt x="7" y="0"/>
                      <a:pt x="7" y="10"/>
                    </a:cubicBezTo>
                    <a:cubicBezTo>
                      <a:pt x="7" y="14"/>
                      <a:pt x="15" y="19"/>
                      <a:pt x="9" y="21"/>
                    </a:cubicBezTo>
                    <a:cubicBezTo>
                      <a:pt x="4" y="24"/>
                      <a:pt x="0" y="15"/>
                      <a:pt x="0" y="11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9" name="Freeform 355">
                <a:extLst>
                  <a:ext uri="{FF2B5EF4-FFF2-40B4-BE49-F238E27FC236}">
                    <a16:creationId xmlns:a16="http://schemas.microsoft.com/office/drawing/2014/main" id="{F53E3ACB-04D0-4EFB-B52B-306B8AD53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277"/>
                <a:ext cx="38" cy="29"/>
              </a:xfrm>
              <a:custGeom>
                <a:avLst/>
                <a:gdLst>
                  <a:gd name="T0" fmla="*/ 29 w 16"/>
                  <a:gd name="T1" fmla="*/ 169 h 12"/>
                  <a:gd name="T2" fmla="*/ 0 w 16"/>
                  <a:gd name="T3" fmla="*/ 7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2" y="12"/>
                    </a:moveTo>
                    <a:cubicBezTo>
                      <a:pt x="16" y="12"/>
                      <a:pt x="12" y="0"/>
                      <a:pt x="0" y="5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0" name="Freeform 356">
                <a:extLst>
                  <a:ext uri="{FF2B5EF4-FFF2-40B4-BE49-F238E27FC236}">
                    <a16:creationId xmlns:a16="http://schemas.microsoft.com/office/drawing/2014/main" id="{AAD994A3-538F-4C21-A1F7-181328CD3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217"/>
                <a:ext cx="42" cy="45"/>
              </a:xfrm>
              <a:custGeom>
                <a:avLst/>
                <a:gdLst>
                  <a:gd name="T0" fmla="*/ 229 w 18"/>
                  <a:gd name="T1" fmla="*/ 113 h 18"/>
                  <a:gd name="T2" fmla="*/ 49 w 18"/>
                  <a:gd name="T3" fmla="*/ 113 h 18"/>
                  <a:gd name="T4" fmla="*/ 180 w 18"/>
                  <a:gd name="T5" fmla="*/ 188 h 18"/>
                  <a:gd name="T6" fmla="*/ 0 w 18"/>
                  <a:gd name="T7" fmla="*/ 25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18" y="7"/>
                    </a:moveTo>
                    <a:cubicBezTo>
                      <a:pt x="14" y="4"/>
                      <a:pt x="7" y="0"/>
                      <a:pt x="4" y="7"/>
                    </a:cubicBezTo>
                    <a:cubicBezTo>
                      <a:pt x="6" y="8"/>
                      <a:pt x="14" y="9"/>
                      <a:pt x="14" y="12"/>
                    </a:cubicBezTo>
                    <a:cubicBezTo>
                      <a:pt x="14" y="18"/>
                      <a:pt x="4" y="17"/>
                      <a:pt x="0" y="16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1" name="Freeform 357">
                <a:extLst>
                  <a:ext uri="{FF2B5EF4-FFF2-40B4-BE49-F238E27FC236}">
                    <a16:creationId xmlns:a16="http://schemas.microsoft.com/office/drawing/2014/main" id="{1EA78802-2BF7-4D63-9BC3-44FEF1FDC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2521"/>
                <a:ext cx="23" cy="40"/>
              </a:xfrm>
              <a:custGeom>
                <a:avLst/>
                <a:gdLst>
                  <a:gd name="T0" fmla="*/ 122 w 10"/>
                  <a:gd name="T1" fmla="*/ 113 h 16"/>
                  <a:gd name="T2" fmla="*/ 0 w 10"/>
                  <a:gd name="T3" fmla="*/ 63 h 16"/>
                  <a:gd name="T4" fmla="*/ 94 w 10"/>
                  <a:gd name="T5" fmla="*/ 158 h 16"/>
                  <a:gd name="T6" fmla="*/ 0 w 10"/>
                  <a:gd name="T7" fmla="*/ 20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10" y="7"/>
                    </a:moveTo>
                    <a:cubicBezTo>
                      <a:pt x="9" y="3"/>
                      <a:pt x="4" y="0"/>
                      <a:pt x="0" y="4"/>
                    </a:cubicBezTo>
                    <a:cubicBezTo>
                      <a:pt x="2" y="8"/>
                      <a:pt x="6" y="8"/>
                      <a:pt x="8" y="10"/>
                    </a:cubicBezTo>
                    <a:cubicBezTo>
                      <a:pt x="7" y="14"/>
                      <a:pt x="3" y="16"/>
                      <a:pt x="0" y="1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2" name="Freeform 358">
                <a:extLst>
                  <a:ext uri="{FF2B5EF4-FFF2-40B4-BE49-F238E27FC236}">
                    <a16:creationId xmlns:a16="http://schemas.microsoft.com/office/drawing/2014/main" id="{9224B450-E540-402F-BECD-45CE39A80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2708"/>
                <a:ext cx="40" cy="42"/>
              </a:xfrm>
              <a:custGeom>
                <a:avLst/>
                <a:gdLst>
                  <a:gd name="T0" fmla="*/ 38 w 17"/>
                  <a:gd name="T1" fmla="*/ 245 h 17"/>
                  <a:gd name="T2" fmla="*/ 0 w 17"/>
                  <a:gd name="T3" fmla="*/ 104 h 17"/>
                  <a:gd name="T4" fmla="*/ 172 w 17"/>
                  <a:gd name="T5" fmla="*/ 195 h 17"/>
                  <a:gd name="T6" fmla="*/ 89 w 1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3" y="16"/>
                    </a:moveTo>
                    <a:cubicBezTo>
                      <a:pt x="2" y="13"/>
                      <a:pt x="0" y="10"/>
                      <a:pt x="0" y="7"/>
                    </a:cubicBezTo>
                    <a:cubicBezTo>
                      <a:pt x="3" y="8"/>
                      <a:pt x="8" y="17"/>
                      <a:pt x="13" y="13"/>
                    </a:cubicBezTo>
                    <a:cubicBezTo>
                      <a:pt x="17" y="10"/>
                      <a:pt x="9" y="2"/>
                      <a:pt x="7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3" name="Freeform 359">
                <a:extLst>
                  <a:ext uri="{FF2B5EF4-FFF2-40B4-BE49-F238E27FC236}">
                    <a16:creationId xmlns:a16="http://schemas.microsoft.com/office/drawing/2014/main" id="{E5EA1A90-BA09-4EB3-99C7-1B5DD5485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2768"/>
                <a:ext cx="33" cy="37"/>
              </a:xfrm>
              <a:custGeom>
                <a:avLst/>
                <a:gdLst>
                  <a:gd name="T0" fmla="*/ 106 w 14"/>
                  <a:gd name="T1" fmla="*/ 12 h 15"/>
                  <a:gd name="T2" fmla="*/ 0 w 14"/>
                  <a:gd name="T3" fmla="*/ 74 h 15"/>
                  <a:gd name="T4" fmla="*/ 144 w 14"/>
                  <a:gd name="T5" fmla="*/ 104 h 15"/>
                  <a:gd name="T6" fmla="*/ 12 w 14"/>
                  <a:gd name="T7" fmla="*/ 22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8" y="1"/>
                    </a:moveTo>
                    <a:cubicBezTo>
                      <a:pt x="4" y="0"/>
                      <a:pt x="1" y="2"/>
                      <a:pt x="0" y="5"/>
                    </a:cubicBezTo>
                    <a:cubicBezTo>
                      <a:pt x="2" y="6"/>
                      <a:pt x="10" y="5"/>
                      <a:pt x="11" y="7"/>
                    </a:cubicBezTo>
                    <a:cubicBezTo>
                      <a:pt x="14" y="13"/>
                      <a:pt x="4" y="15"/>
                      <a:pt x="1" y="15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4" name="Freeform 360">
                <a:extLst>
                  <a:ext uri="{FF2B5EF4-FFF2-40B4-BE49-F238E27FC236}">
                    <a16:creationId xmlns:a16="http://schemas.microsoft.com/office/drawing/2014/main" id="{8A4AA354-CE34-482E-82AF-CAA09D7CC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2868"/>
                <a:ext cx="32" cy="34"/>
              </a:xfrm>
              <a:custGeom>
                <a:avLst/>
                <a:gdLst>
                  <a:gd name="T0" fmla="*/ 167 w 14"/>
                  <a:gd name="T1" fmla="*/ 100 h 14"/>
                  <a:gd name="T2" fmla="*/ 57 w 14"/>
                  <a:gd name="T3" fmla="*/ 29 h 14"/>
                  <a:gd name="T4" fmla="*/ 121 w 14"/>
                  <a:gd name="T5" fmla="*/ 20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4" y="7"/>
                    </a:moveTo>
                    <a:cubicBezTo>
                      <a:pt x="11" y="5"/>
                      <a:pt x="8" y="0"/>
                      <a:pt x="5" y="2"/>
                    </a:cubicBezTo>
                    <a:cubicBezTo>
                      <a:pt x="0" y="6"/>
                      <a:pt x="7" y="12"/>
                      <a:pt x="10" y="14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5" name="Freeform 361">
                <a:extLst>
                  <a:ext uri="{FF2B5EF4-FFF2-40B4-BE49-F238E27FC236}">
                    <a16:creationId xmlns:a16="http://schemas.microsoft.com/office/drawing/2014/main" id="{C5CDFCBC-6A20-47B6-B0C5-979896875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3439"/>
                <a:ext cx="39" cy="32"/>
              </a:xfrm>
              <a:custGeom>
                <a:avLst/>
                <a:gdLst>
                  <a:gd name="T0" fmla="*/ 0 w 17"/>
                  <a:gd name="T1" fmla="*/ 133 h 13"/>
                  <a:gd name="T2" fmla="*/ 85 w 17"/>
                  <a:gd name="T3" fmla="*/ 30 h 13"/>
                  <a:gd name="T4" fmla="*/ 110 w 17"/>
                  <a:gd name="T5" fmla="*/ 194 h 13"/>
                  <a:gd name="T6" fmla="*/ 195 w 17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3">
                    <a:moveTo>
                      <a:pt x="0" y="9"/>
                    </a:moveTo>
                    <a:cubicBezTo>
                      <a:pt x="1" y="6"/>
                      <a:pt x="4" y="3"/>
                      <a:pt x="7" y="2"/>
                    </a:cubicBezTo>
                    <a:cubicBezTo>
                      <a:pt x="7" y="6"/>
                      <a:pt x="7" y="9"/>
                      <a:pt x="9" y="13"/>
                    </a:cubicBezTo>
                    <a:cubicBezTo>
                      <a:pt x="15" y="12"/>
                      <a:pt x="17" y="5"/>
                      <a:pt x="16" y="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6" name="Freeform 362">
                <a:extLst>
                  <a:ext uri="{FF2B5EF4-FFF2-40B4-BE49-F238E27FC236}">
                    <a16:creationId xmlns:a16="http://schemas.microsoft.com/office/drawing/2014/main" id="{C08EF00D-9F4F-4353-98AD-8485CC832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3491"/>
                <a:ext cx="54" cy="70"/>
              </a:xfrm>
              <a:custGeom>
                <a:avLst/>
                <a:gdLst>
                  <a:gd name="T0" fmla="*/ 49 w 23"/>
                  <a:gd name="T1" fmla="*/ 395 h 28"/>
                  <a:gd name="T2" fmla="*/ 181 w 23"/>
                  <a:gd name="T3" fmla="*/ 363 h 28"/>
                  <a:gd name="T4" fmla="*/ 12 w 23"/>
                  <a:gd name="T5" fmla="*/ 270 h 28"/>
                  <a:gd name="T6" fmla="*/ 232 w 23"/>
                  <a:gd name="T7" fmla="*/ 158 h 28"/>
                  <a:gd name="T8" fmla="*/ 0 w 23"/>
                  <a:gd name="T9" fmla="*/ 33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4" y="25"/>
                    </a:moveTo>
                    <a:cubicBezTo>
                      <a:pt x="7" y="27"/>
                      <a:pt x="14" y="28"/>
                      <a:pt x="14" y="23"/>
                    </a:cubicBezTo>
                    <a:cubicBezTo>
                      <a:pt x="15" y="19"/>
                      <a:pt x="3" y="18"/>
                      <a:pt x="1" y="17"/>
                    </a:cubicBezTo>
                    <a:cubicBezTo>
                      <a:pt x="5" y="14"/>
                      <a:pt x="15" y="14"/>
                      <a:pt x="18" y="10"/>
                    </a:cubicBezTo>
                    <a:cubicBezTo>
                      <a:pt x="23" y="0"/>
                      <a:pt x="5" y="0"/>
                      <a:pt x="0" y="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7" name="Freeform 363">
                <a:extLst>
                  <a:ext uri="{FF2B5EF4-FFF2-40B4-BE49-F238E27FC236}">
                    <a16:creationId xmlns:a16="http://schemas.microsoft.com/office/drawing/2014/main" id="{06FC5646-A171-4A9F-865B-3CB0221FB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3815"/>
                <a:ext cx="49" cy="50"/>
              </a:xfrm>
              <a:custGeom>
                <a:avLst/>
                <a:gdLst>
                  <a:gd name="T0" fmla="*/ 266 w 21"/>
                  <a:gd name="T1" fmla="*/ 113 h 20"/>
                  <a:gd name="T2" fmla="*/ 163 w 21"/>
                  <a:gd name="T3" fmla="*/ 0 h 20"/>
                  <a:gd name="T4" fmla="*/ 142 w 21"/>
                  <a:gd name="T5" fmla="*/ 250 h 20"/>
                  <a:gd name="T6" fmla="*/ 0 w 21"/>
                  <a:gd name="T7" fmla="*/ 5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21" y="7"/>
                    </a:moveTo>
                    <a:cubicBezTo>
                      <a:pt x="19" y="5"/>
                      <a:pt x="16" y="1"/>
                      <a:pt x="13" y="0"/>
                    </a:cubicBezTo>
                    <a:cubicBezTo>
                      <a:pt x="11" y="5"/>
                      <a:pt x="16" y="13"/>
                      <a:pt x="11" y="16"/>
                    </a:cubicBezTo>
                    <a:cubicBezTo>
                      <a:pt x="4" y="20"/>
                      <a:pt x="2" y="7"/>
                      <a:pt x="0" y="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8" name="Freeform 364">
                <a:extLst>
                  <a:ext uri="{FF2B5EF4-FFF2-40B4-BE49-F238E27FC236}">
                    <a16:creationId xmlns:a16="http://schemas.microsoft.com/office/drawing/2014/main" id="{4A96058D-7F4A-492A-9DE4-5BF57DAFC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823"/>
                <a:ext cx="31" cy="32"/>
              </a:xfrm>
              <a:custGeom>
                <a:avLst/>
                <a:gdLst>
                  <a:gd name="T0" fmla="*/ 136 w 13"/>
                  <a:gd name="T1" fmla="*/ 0 h 13"/>
                  <a:gd name="T2" fmla="*/ 12 w 13"/>
                  <a:gd name="T3" fmla="*/ 74 h 13"/>
                  <a:gd name="T4" fmla="*/ 176 w 13"/>
                  <a:gd name="T5" fmla="*/ 121 h 13"/>
                  <a:gd name="T6" fmla="*/ 0 w 13"/>
                  <a:gd name="T7" fmla="*/ 18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0" y="0"/>
                    </a:moveTo>
                    <a:cubicBezTo>
                      <a:pt x="6" y="0"/>
                      <a:pt x="1" y="0"/>
                      <a:pt x="1" y="5"/>
                    </a:cubicBezTo>
                    <a:cubicBezTo>
                      <a:pt x="5" y="6"/>
                      <a:pt x="9" y="5"/>
                      <a:pt x="13" y="8"/>
                    </a:cubicBezTo>
                    <a:cubicBezTo>
                      <a:pt x="11" y="12"/>
                      <a:pt x="5" y="13"/>
                      <a:pt x="0" y="12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9" name="Freeform 365">
                <a:extLst>
                  <a:ext uri="{FF2B5EF4-FFF2-40B4-BE49-F238E27FC236}">
                    <a16:creationId xmlns:a16="http://schemas.microsoft.com/office/drawing/2014/main" id="{7A85A7CE-A8BF-46C6-B896-DA8AFAAAD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648"/>
                <a:ext cx="38" cy="42"/>
              </a:xfrm>
              <a:custGeom>
                <a:avLst/>
                <a:gdLst>
                  <a:gd name="T0" fmla="*/ 176 w 16"/>
                  <a:gd name="T1" fmla="*/ 121 h 17"/>
                  <a:gd name="T2" fmla="*/ 40 w 16"/>
                  <a:gd name="T3" fmla="*/ 74 h 17"/>
                  <a:gd name="T4" fmla="*/ 214 w 16"/>
                  <a:gd name="T5" fmla="*/ 25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13" y="8"/>
                    </a:moveTo>
                    <a:cubicBezTo>
                      <a:pt x="13" y="4"/>
                      <a:pt x="5" y="0"/>
                      <a:pt x="3" y="5"/>
                    </a:cubicBezTo>
                    <a:cubicBezTo>
                      <a:pt x="0" y="11"/>
                      <a:pt x="12" y="16"/>
                      <a:pt x="16" y="17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0" name="Freeform 366">
                <a:extLst>
                  <a:ext uri="{FF2B5EF4-FFF2-40B4-BE49-F238E27FC236}">
                    <a16:creationId xmlns:a16="http://schemas.microsoft.com/office/drawing/2014/main" id="{254A78E6-32A5-42BC-87D3-2976D9CFB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3583"/>
                <a:ext cx="28" cy="33"/>
              </a:xfrm>
              <a:custGeom>
                <a:avLst/>
                <a:gdLst>
                  <a:gd name="T0" fmla="*/ 152 w 12"/>
                  <a:gd name="T1" fmla="*/ 193 h 13"/>
                  <a:gd name="T2" fmla="*/ 77 w 12"/>
                  <a:gd name="T3" fmla="*/ 33 h 13"/>
                  <a:gd name="T4" fmla="*/ 0 w 12"/>
                  <a:gd name="T5" fmla="*/ 2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2" y="12"/>
                    </a:moveTo>
                    <a:cubicBezTo>
                      <a:pt x="11" y="9"/>
                      <a:pt x="10" y="3"/>
                      <a:pt x="6" y="2"/>
                    </a:cubicBezTo>
                    <a:cubicBezTo>
                      <a:pt x="0" y="0"/>
                      <a:pt x="0" y="9"/>
                      <a:pt x="0" y="13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1" name="Freeform 367">
                <a:extLst>
                  <a:ext uri="{FF2B5EF4-FFF2-40B4-BE49-F238E27FC236}">
                    <a16:creationId xmlns:a16="http://schemas.microsoft.com/office/drawing/2014/main" id="{EA2839F8-B225-4A0C-8560-88D9D1389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38"/>
                <a:ext cx="45" cy="50"/>
              </a:xfrm>
              <a:custGeom>
                <a:avLst/>
                <a:gdLst>
                  <a:gd name="T0" fmla="*/ 253 w 19"/>
                  <a:gd name="T1" fmla="*/ 250 h 20"/>
                  <a:gd name="T2" fmla="*/ 135 w 19"/>
                  <a:gd name="T3" fmla="*/ 220 h 20"/>
                  <a:gd name="T4" fmla="*/ 78 w 19"/>
                  <a:gd name="T5" fmla="*/ 83 h 20"/>
                  <a:gd name="T6" fmla="*/ 12 w 19"/>
                  <a:gd name="T7" fmla="*/ 3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0">
                    <a:moveTo>
                      <a:pt x="19" y="16"/>
                    </a:moveTo>
                    <a:cubicBezTo>
                      <a:pt x="19" y="6"/>
                      <a:pt x="10" y="0"/>
                      <a:pt x="10" y="14"/>
                    </a:cubicBezTo>
                    <a:cubicBezTo>
                      <a:pt x="10" y="11"/>
                      <a:pt x="10" y="5"/>
                      <a:pt x="6" y="5"/>
                    </a:cubicBezTo>
                    <a:cubicBezTo>
                      <a:pt x="0" y="5"/>
                      <a:pt x="1" y="17"/>
                      <a:pt x="1" y="20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2" name="Freeform 368">
                <a:extLst>
                  <a:ext uri="{FF2B5EF4-FFF2-40B4-BE49-F238E27FC236}">
                    <a16:creationId xmlns:a16="http://schemas.microsoft.com/office/drawing/2014/main" id="{CD006320-B810-4A1F-8138-4FC981F54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3927"/>
                <a:ext cx="54" cy="40"/>
              </a:xfrm>
              <a:custGeom>
                <a:avLst/>
                <a:gdLst>
                  <a:gd name="T0" fmla="*/ 171 w 23"/>
                  <a:gd name="T1" fmla="*/ 50 h 16"/>
                  <a:gd name="T2" fmla="*/ 28 w 23"/>
                  <a:gd name="T3" fmla="*/ 125 h 16"/>
                  <a:gd name="T4" fmla="*/ 221 w 23"/>
                  <a:gd name="T5" fmla="*/ 125 h 16"/>
                  <a:gd name="T6" fmla="*/ 0 w 23"/>
                  <a:gd name="T7" fmla="*/ 23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6">
                    <a:moveTo>
                      <a:pt x="13" y="3"/>
                    </a:moveTo>
                    <a:cubicBezTo>
                      <a:pt x="9" y="0"/>
                      <a:pt x="0" y="1"/>
                      <a:pt x="2" y="8"/>
                    </a:cubicBezTo>
                    <a:cubicBezTo>
                      <a:pt x="5" y="9"/>
                      <a:pt x="14" y="5"/>
                      <a:pt x="17" y="8"/>
                    </a:cubicBezTo>
                    <a:cubicBezTo>
                      <a:pt x="23" y="14"/>
                      <a:pt x="3" y="16"/>
                      <a:pt x="0" y="15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3" name="Freeform 369">
                <a:extLst>
                  <a:ext uri="{FF2B5EF4-FFF2-40B4-BE49-F238E27FC236}">
                    <a16:creationId xmlns:a16="http://schemas.microsoft.com/office/drawing/2014/main" id="{F0BEAEC1-243A-488A-8B20-1C4117D1E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773"/>
                <a:ext cx="68" cy="52"/>
              </a:xfrm>
              <a:custGeom>
                <a:avLst/>
                <a:gdLst>
                  <a:gd name="T0" fmla="*/ 373 w 29"/>
                  <a:gd name="T1" fmla="*/ 134 h 21"/>
                  <a:gd name="T2" fmla="*/ 181 w 29"/>
                  <a:gd name="T3" fmla="*/ 12 h 21"/>
                  <a:gd name="T4" fmla="*/ 258 w 29"/>
                  <a:gd name="T5" fmla="*/ 275 h 21"/>
                  <a:gd name="T6" fmla="*/ 0 w 29"/>
                  <a:gd name="T7" fmla="*/ 124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9" y="9"/>
                    </a:moveTo>
                    <a:cubicBezTo>
                      <a:pt x="27" y="3"/>
                      <a:pt x="21" y="0"/>
                      <a:pt x="14" y="1"/>
                    </a:cubicBezTo>
                    <a:cubicBezTo>
                      <a:pt x="13" y="8"/>
                      <a:pt x="18" y="12"/>
                      <a:pt x="20" y="18"/>
                    </a:cubicBezTo>
                    <a:cubicBezTo>
                      <a:pt x="12" y="21"/>
                      <a:pt x="6" y="13"/>
                      <a:pt x="0" y="8"/>
                    </a:cubicBezTo>
                  </a:path>
                </a:pathLst>
              </a:custGeom>
              <a:noFill/>
              <a:ln w="14288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4" name="Freeform 370">
                <a:extLst>
                  <a:ext uri="{FF2B5EF4-FFF2-40B4-BE49-F238E27FC236}">
                    <a16:creationId xmlns:a16="http://schemas.microsoft.com/office/drawing/2014/main" id="{924C297B-A062-4A99-8F11-3DCD9A424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3728"/>
                <a:ext cx="124" cy="67"/>
              </a:xfrm>
              <a:custGeom>
                <a:avLst/>
                <a:gdLst>
                  <a:gd name="T0" fmla="*/ 49 w 53"/>
                  <a:gd name="T1" fmla="*/ 104 h 27"/>
                  <a:gd name="T2" fmla="*/ 438 w 53"/>
                  <a:gd name="T3" fmla="*/ 400 h 27"/>
                  <a:gd name="T4" fmla="*/ 678 w 53"/>
                  <a:gd name="T5" fmla="*/ 166 h 27"/>
                  <a:gd name="T6" fmla="*/ 77 w 53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7">
                    <a:moveTo>
                      <a:pt x="4" y="7"/>
                    </a:moveTo>
                    <a:cubicBezTo>
                      <a:pt x="12" y="19"/>
                      <a:pt x="18" y="27"/>
                      <a:pt x="34" y="26"/>
                    </a:cubicBezTo>
                    <a:cubicBezTo>
                      <a:pt x="43" y="25"/>
                      <a:pt x="49" y="20"/>
                      <a:pt x="53" y="11"/>
                    </a:cubicBezTo>
                    <a:cubicBezTo>
                      <a:pt x="44" y="23"/>
                      <a:pt x="0" y="12"/>
                      <a:pt x="6" y="0"/>
                    </a:cubicBezTo>
                  </a:path>
                </a:pathLst>
              </a:custGeom>
              <a:solidFill>
                <a:srgbClr val="AE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5" name="Freeform 371">
                <a:extLst>
                  <a:ext uri="{FF2B5EF4-FFF2-40B4-BE49-F238E27FC236}">
                    <a16:creationId xmlns:a16="http://schemas.microsoft.com/office/drawing/2014/main" id="{3D40E203-4E6E-410F-9A3C-1EA5CE688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3279"/>
                <a:ext cx="463" cy="190"/>
              </a:xfrm>
              <a:custGeom>
                <a:avLst/>
                <a:gdLst>
                  <a:gd name="T0" fmla="*/ 37 w 198"/>
                  <a:gd name="T1" fmla="*/ 1188 h 76"/>
                  <a:gd name="T2" fmla="*/ 458 w 198"/>
                  <a:gd name="T3" fmla="*/ 738 h 76"/>
                  <a:gd name="T4" fmla="*/ 1062 w 198"/>
                  <a:gd name="T5" fmla="*/ 470 h 76"/>
                  <a:gd name="T6" fmla="*/ 1728 w 198"/>
                  <a:gd name="T7" fmla="*/ 438 h 76"/>
                  <a:gd name="T8" fmla="*/ 2467 w 198"/>
                  <a:gd name="T9" fmla="*/ 770 h 76"/>
                  <a:gd name="T10" fmla="*/ 1929 w 198"/>
                  <a:gd name="T11" fmla="*/ 175 h 76"/>
                  <a:gd name="T12" fmla="*/ 1214 w 198"/>
                  <a:gd name="T13" fmla="*/ 113 h 76"/>
                  <a:gd name="T14" fmla="*/ 870 w 198"/>
                  <a:gd name="T15" fmla="*/ 220 h 76"/>
                  <a:gd name="T16" fmla="*/ 514 w 198"/>
                  <a:gd name="T17" fmla="*/ 438 h 76"/>
                  <a:gd name="T18" fmla="*/ 437 w 198"/>
                  <a:gd name="T19" fmla="*/ 408 h 76"/>
                  <a:gd name="T20" fmla="*/ 269 w 198"/>
                  <a:gd name="T21" fmla="*/ 595 h 76"/>
                  <a:gd name="T22" fmla="*/ 0 w 198"/>
                  <a:gd name="T23" fmla="*/ 1063 h 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8" h="76">
                    <a:moveTo>
                      <a:pt x="3" y="76"/>
                    </a:moveTo>
                    <a:cubicBezTo>
                      <a:pt x="19" y="72"/>
                      <a:pt x="24" y="56"/>
                      <a:pt x="36" y="47"/>
                    </a:cubicBezTo>
                    <a:cubicBezTo>
                      <a:pt x="49" y="37"/>
                      <a:pt x="69" y="36"/>
                      <a:pt x="83" y="30"/>
                    </a:cubicBezTo>
                    <a:cubicBezTo>
                      <a:pt x="101" y="23"/>
                      <a:pt x="117" y="24"/>
                      <a:pt x="135" y="28"/>
                    </a:cubicBezTo>
                    <a:cubicBezTo>
                      <a:pt x="151" y="30"/>
                      <a:pt x="184" y="34"/>
                      <a:pt x="193" y="49"/>
                    </a:cubicBezTo>
                    <a:cubicBezTo>
                      <a:pt x="198" y="17"/>
                      <a:pt x="173" y="15"/>
                      <a:pt x="151" y="11"/>
                    </a:cubicBezTo>
                    <a:cubicBezTo>
                      <a:pt x="130" y="7"/>
                      <a:pt x="115" y="0"/>
                      <a:pt x="95" y="7"/>
                    </a:cubicBezTo>
                    <a:cubicBezTo>
                      <a:pt x="86" y="10"/>
                      <a:pt x="77" y="11"/>
                      <a:pt x="68" y="14"/>
                    </a:cubicBezTo>
                    <a:cubicBezTo>
                      <a:pt x="58" y="17"/>
                      <a:pt x="50" y="24"/>
                      <a:pt x="40" y="28"/>
                    </a:cubicBezTo>
                    <a:cubicBezTo>
                      <a:pt x="38" y="28"/>
                      <a:pt x="36" y="26"/>
                      <a:pt x="34" y="26"/>
                    </a:cubicBezTo>
                    <a:cubicBezTo>
                      <a:pt x="29" y="29"/>
                      <a:pt x="25" y="34"/>
                      <a:pt x="21" y="38"/>
                    </a:cubicBezTo>
                    <a:cubicBezTo>
                      <a:pt x="13" y="47"/>
                      <a:pt x="9" y="59"/>
                      <a:pt x="0" y="68"/>
                    </a:cubicBezTo>
                  </a:path>
                </a:pathLst>
              </a:custGeom>
              <a:solidFill>
                <a:srgbClr val="AE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6" name="Freeform 372">
                <a:extLst>
                  <a:ext uri="{FF2B5EF4-FFF2-40B4-BE49-F238E27FC236}">
                    <a16:creationId xmlns:a16="http://schemas.microsoft.com/office/drawing/2014/main" id="{D59BCA5D-4770-434A-B4F6-82550209B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3134"/>
                <a:ext cx="124" cy="182"/>
              </a:xfrm>
              <a:custGeom>
                <a:avLst/>
                <a:gdLst>
                  <a:gd name="T0" fmla="*/ 0 w 53"/>
                  <a:gd name="T1" fmla="*/ 728 h 73"/>
                  <a:gd name="T2" fmla="*/ 318 w 53"/>
                  <a:gd name="T3" fmla="*/ 696 h 73"/>
                  <a:gd name="T4" fmla="*/ 526 w 53"/>
                  <a:gd name="T5" fmla="*/ 354 h 73"/>
                  <a:gd name="T6" fmla="*/ 204 w 53"/>
                  <a:gd name="T7" fmla="*/ 0 h 73"/>
                  <a:gd name="T8" fmla="*/ 678 w 53"/>
                  <a:gd name="T9" fmla="*/ 374 h 73"/>
                  <a:gd name="T10" fmla="*/ 576 w 53"/>
                  <a:gd name="T11" fmla="*/ 653 h 73"/>
                  <a:gd name="T12" fmla="*/ 552 w 53"/>
                  <a:gd name="T13" fmla="*/ 945 h 73"/>
                  <a:gd name="T14" fmla="*/ 154 w 53"/>
                  <a:gd name="T15" fmla="*/ 1087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73">
                    <a:moveTo>
                      <a:pt x="0" y="47"/>
                    </a:moveTo>
                    <a:cubicBezTo>
                      <a:pt x="9" y="44"/>
                      <a:pt x="17" y="50"/>
                      <a:pt x="25" y="45"/>
                    </a:cubicBezTo>
                    <a:cubicBezTo>
                      <a:pt x="32" y="41"/>
                      <a:pt x="38" y="30"/>
                      <a:pt x="41" y="23"/>
                    </a:cubicBezTo>
                    <a:cubicBezTo>
                      <a:pt x="32" y="16"/>
                      <a:pt x="25" y="7"/>
                      <a:pt x="16" y="0"/>
                    </a:cubicBezTo>
                    <a:cubicBezTo>
                      <a:pt x="26" y="1"/>
                      <a:pt x="52" y="14"/>
                      <a:pt x="53" y="24"/>
                    </a:cubicBezTo>
                    <a:cubicBezTo>
                      <a:pt x="53" y="29"/>
                      <a:pt x="46" y="37"/>
                      <a:pt x="45" y="42"/>
                    </a:cubicBezTo>
                    <a:cubicBezTo>
                      <a:pt x="44" y="48"/>
                      <a:pt x="45" y="56"/>
                      <a:pt x="43" y="61"/>
                    </a:cubicBezTo>
                    <a:cubicBezTo>
                      <a:pt x="38" y="73"/>
                      <a:pt x="24" y="71"/>
                      <a:pt x="12" y="7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7" name="Freeform 373">
                <a:extLst>
                  <a:ext uri="{FF2B5EF4-FFF2-40B4-BE49-F238E27FC236}">
                    <a16:creationId xmlns:a16="http://schemas.microsoft.com/office/drawing/2014/main" id="{F7DB9F67-9997-477D-9740-D954E6A52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2855"/>
                <a:ext cx="264" cy="349"/>
              </a:xfrm>
              <a:custGeom>
                <a:avLst/>
                <a:gdLst>
                  <a:gd name="T0" fmla="*/ 37 w 113"/>
                  <a:gd name="T1" fmla="*/ 2002 h 140"/>
                  <a:gd name="T2" fmla="*/ 37 w 113"/>
                  <a:gd name="T3" fmla="*/ 1548 h 140"/>
                  <a:gd name="T4" fmla="*/ 192 w 113"/>
                  <a:gd name="T5" fmla="*/ 1144 h 140"/>
                  <a:gd name="T6" fmla="*/ 572 w 113"/>
                  <a:gd name="T7" fmla="*/ 683 h 140"/>
                  <a:gd name="T8" fmla="*/ 1033 w 113"/>
                  <a:gd name="T9" fmla="*/ 279 h 140"/>
                  <a:gd name="T10" fmla="*/ 1441 w 113"/>
                  <a:gd name="T11" fmla="*/ 75 h 140"/>
                  <a:gd name="T12" fmla="*/ 584 w 113"/>
                  <a:gd name="T13" fmla="*/ 912 h 140"/>
                  <a:gd name="T14" fmla="*/ 306 w 113"/>
                  <a:gd name="T15" fmla="*/ 1391 h 140"/>
                  <a:gd name="T16" fmla="*/ 49 w 113"/>
                  <a:gd name="T17" fmla="*/ 2169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140">
                    <a:moveTo>
                      <a:pt x="3" y="129"/>
                    </a:moveTo>
                    <a:cubicBezTo>
                      <a:pt x="3" y="118"/>
                      <a:pt x="0" y="111"/>
                      <a:pt x="3" y="100"/>
                    </a:cubicBezTo>
                    <a:cubicBezTo>
                      <a:pt x="5" y="91"/>
                      <a:pt x="10" y="82"/>
                      <a:pt x="15" y="74"/>
                    </a:cubicBezTo>
                    <a:cubicBezTo>
                      <a:pt x="23" y="62"/>
                      <a:pt x="35" y="53"/>
                      <a:pt x="45" y="44"/>
                    </a:cubicBezTo>
                    <a:cubicBezTo>
                      <a:pt x="57" y="35"/>
                      <a:pt x="70" y="27"/>
                      <a:pt x="81" y="18"/>
                    </a:cubicBezTo>
                    <a:cubicBezTo>
                      <a:pt x="90" y="9"/>
                      <a:pt x="98" y="0"/>
                      <a:pt x="113" y="5"/>
                    </a:cubicBezTo>
                    <a:cubicBezTo>
                      <a:pt x="94" y="27"/>
                      <a:pt x="65" y="38"/>
                      <a:pt x="46" y="59"/>
                    </a:cubicBezTo>
                    <a:cubicBezTo>
                      <a:pt x="38" y="67"/>
                      <a:pt x="29" y="79"/>
                      <a:pt x="24" y="90"/>
                    </a:cubicBezTo>
                    <a:cubicBezTo>
                      <a:pt x="18" y="104"/>
                      <a:pt x="5" y="125"/>
                      <a:pt x="4" y="14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8" name="Freeform 374">
                <a:extLst>
                  <a:ext uri="{FF2B5EF4-FFF2-40B4-BE49-F238E27FC236}">
                    <a16:creationId xmlns:a16="http://schemas.microsoft.com/office/drawing/2014/main" id="{F33AD250-ADAD-4E8C-B828-7F8CF8B30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102"/>
                <a:ext cx="52" cy="127"/>
              </a:xfrm>
              <a:custGeom>
                <a:avLst/>
                <a:gdLst>
                  <a:gd name="T0" fmla="*/ 241 w 22"/>
                  <a:gd name="T1" fmla="*/ 0 h 51"/>
                  <a:gd name="T2" fmla="*/ 106 w 22"/>
                  <a:gd name="T3" fmla="*/ 650 h 51"/>
                  <a:gd name="T4" fmla="*/ 262 w 22"/>
                  <a:gd name="T5" fmla="*/ 12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1">
                    <a:moveTo>
                      <a:pt x="18" y="0"/>
                    </a:moveTo>
                    <a:cubicBezTo>
                      <a:pt x="12" y="5"/>
                      <a:pt x="0" y="37"/>
                      <a:pt x="8" y="42"/>
                    </a:cubicBezTo>
                    <a:cubicBezTo>
                      <a:pt x="22" y="51"/>
                      <a:pt x="21" y="6"/>
                      <a:pt x="20" y="1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9" name="Freeform 375">
                <a:extLst>
                  <a:ext uri="{FF2B5EF4-FFF2-40B4-BE49-F238E27FC236}">
                    <a16:creationId xmlns:a16="http://schemas.microsoft.com/office/drawing/2014/main" id="{C7CB2DEA-A9B0-463C-8B5F-A03AB10FC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581"/>
                <a:ext cx="479" cy="606"/>
              </a:xfrm>
              <a:custGeom>
                <a:avLst/>
                <a:gdLst>
                  <a:gd name="T0" fmla="*/ 0 w 205"/>
                  <a:gd name="T1" fmla="*/ 0 h 243"/>
                  <a:gd name="T2" fmla="*/ 650 w 205"/>
                  <a:gd name="T3" fmla="*/ 666 h 243"/>
                  <a:gd name="T4" fmla="*/ 1058 w 205"/>
                  <a:gd name="T5" fmla="*/ 1985 h 243"/>
                  <a:gd name="T6" fmla="*/ 1872 w 205"/>
                  <a:gd name="T7" fmla="*/ 3302 h 243"/>
                  <a:gd name="T8" fmla="*/ 2299 w 205"/>
                  <a:gd name="T9" fmla="*/ 3726 h 243"/>
                  <a:gd name="T10" fmla="*/ 2615 w 205"/>
                  <a:gd name="T11" fmla="*/ 3768 h 2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5" h="243">
                    <a:moveTo>
                      <a:pt x="0" y="0"/>
                    </a:moveTo>
                    <a:cubicBezTo>
                      <a:pt x="20" y="8"/>
                      <a:pt x="43" y="33"/>
                      <a:pt x="51" y="43"/>
                    </a:cubicBezTo>
                    <a:cubicBezTo>
                      <a:pt x="70" y="68"/>
                      <a:pt x="61" y="103"/>
                      <a:pt x="83" y="128"/>
                    </a:cubicBezTo>
                    <a:cubicBezTo>
                      <a:pt x="106" y="155"/>
                      <a:pt x="120" y="188"/>
                      <a:pt x="147" y="213"/>
                    </a:cubicBezTo>
                    <a:cubicBezTo>
                      <a:pt x="156" y="221"/>
                      <a:pt x="168" y="235"/>
                      <a:pt x="180" y="240"/>
                    </a:cubicBezTo>
                    <a:cubicBezTo>
                      <a:pt x="186" y="242"/>
                      <a:pt x="201" y="242"/>
                      <a:pt x="205" y="24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0" name="Freeform 376">
                <a:extLst>
                  <a:ext uri="{FF2B5EF4-FFF2-40B4-BE49-F238E27FC236}">
                    <a16:creationId xmlns:a16="http://schemas.microsoft.com/office/drawing/2014/main" id="{D37997D4-44C5-4419-827B-66E70E0CB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626"/>
                <a:ext cx="138" cy="319"/>
              </a:xfrm>
              <a:custGeom>
                <a:avLst/>
                <a:gdLst>
                  <a:gd name="T0" fmla="*/ 0 w 59"/>
                  <a:gd name="T1" fmla="*/ 0 h 128"/>
                  <a:gd name="T2" fmla="*/ 498 w 59"/>
                  <a:gd name="T3" fmla="*/ 837 h 128"/>
                  <a:gd name="T4" fmla="*/ 755 w 59"/>
                  <a:gd name="T5" fmla="*/ 1981 h 128"/>
                  <a:gd name="T6" fmla="*/ 575 w 59"/>
                  <a:gd name="T7" fmla="*/ 745 h 128"/>
                  <a:gd name="T8" fmla="*/ 384 w 59"/>
                  <a:gd name="T9" fmla="*/ 341 h 128"/>
                  <a:gd name="T10" fmla="*/ 126 w 59"/>
                  <a:gd name="T11" fmla="*/ 3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128">
                    <a:moveTo>
                      <a:pt x="0" y="0"/>
                    </a:moveTo>
                    <a:cubicBezTo>
                      <a:pt x="15" y="17"/>
                      <a:pt x="27" y="34"/>
                      <a:pt x="39" y="54"/>
                    </a:cubicBezTo>
                    <a:cubicBezTo>
                      <a:pt x="54" y="76"/>
                      <a:pt x="50" y="103"/>
                      <a:pt x="59" y="128"/>
                    </a:cubicBezTo>
                    <a:cubicBezTo>
                      <a:pt x="58" y="101"/>
                      <a:pt x="56" y="73"/>
                      <a:pt x="45" y="48"/>
                    </a:cubicBezTo>
                    <a:cubicBezTo>
                      <a:pt x="41" y="39"/>
                      <a:pt x="37" y="30"/>
                      <a:pt x="30" y="22"/>
                    </a:cubicBezTo>
                    <a:cubicBezTo>
                      <a:pt x="24" y="16"/>
                      <a:pt x="9" y="12"/>
                      <a:pt x="10" y="2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1" name="Freeform 377">
                <a:extLst>
                  <a:ext uri="{FF2B5EF4-FFF2-40B4-BE49-F238E27FC236}">
                    <a16:creationId xmlns:a16="http://schemas.microsoft.com/office/drawing/2014/main" id="{ED8B0042-209E-45D6-9E84-F935565BB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3690"/>
                <a:ext cx="304" cy="90"/>
              </a:xfrm>
              <a:custGeom>
                <a:avLst/>
                <a:gdLst>
                  <a:gd name="T0" fmla="*/ 0 w 130"/>
                  <a:gd name="T1" fmla="*/ 563 h 36"/>
                  <a:gd name="T2" fmla="*/ 344 w 130"/>
                  <a:gd name="T3" fmla="*/ 188 h 36"/>
                  <a:gd name="T4" fmla="*/ 706 w 130"/>
                  <a:gd name="T5" fmla="*/ 188 h 36"/>
                  <a:gd name="T6" fmla="*/ 1663 w 130"/>
                  <a:gd name="T7" fmla="*/ 500 h 36"/>
                  <a:gd name="T8" fmla="*/ 973 w 130"/>
                  <a:gd name="T9" fmla="*/ 300 h 36"/>
                  <a:gd name="T10" fmla="*/ 592 w 130"/>
                  <a:gd name="T11" fmla="*/ 313 h 36"/>
                  <a:gd name="T12" fmla="*/ 393 w 130"/>
                  <a:gd name="T13" fmla="*/ 34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36">
                    <a:moveTo>
                      <a:pt x="0" y="36"/>
                    </a:moveTo>
                    <a:cubicBezTo>
                      <a:pt x="13" y="32"/>
                      <a:pt x="14" y="16"/>
                      <a:pt x="27" y="12"/>
                    </a:cubicBezTo>
                    <a:cubicBezTo>
                      <a:pt x="34" y="9"/>
                      <a:pt x="46" y="12"/>
                      <a:pt x="55" y="12"/>
                    </a:cubicBezTo>
                    <a:cubicBezTo>
                      <a:pt x="85" y="9"/>
                      <a:pt x="109" y="0"/>
                      <a:pt x="130" y="32"/>
                    </a:cubicBezTo>
                    <a:cubicBezTo>
                      <a:pt x="112" y="9"/>
                      <a:pt x="99" y="22"/>
                      <a:pt x="76" y="19"/>
                    </a:cubicBezTo>
                    <a:cubicBezTo>
                      <a:pt x="64" y="18"/>
                      <a:pt x="58" y="17"/>
                      <a:pt x="46" y="20"/>
                    </a:cubicBezTo>
                    <a:cubicBezTo>
                      <a:pt x="43" y="20"/>
                      <a:pt x="32" y="21"/>
                      <a:pt x="31" y="22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2" name="Freeform 378">
                <a:extLst>
                  <a:ext uri="{FF2B5EF4-FFF2-40B4-BE49-F238E27FC236}">
                    <a16:creationId xmlns:a16="http://schemas.microsoft.com/office/drawing/2014/main" id="{9BBA6550-5988-4D39-9533-FF51D9B9B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3596"/>
                <a:ext cx="208" cy="124"/>
              </a:xfrm>
              <a:custGeom>
                <a:avLst/>
                <a:gdLst>
                  <a:gd name="T0" fmla="*/ 0 w 89"/>
                  <a:gd name="T1" fmla="*/ 0 h 50"/>
                  <a:gd name="T2" fmla="*/ 498 w 89"/>
                  <a:gd name="T3" fmla="*/ 640 h 50"/>
                  <a:gd name="T4" fmla="*/ 1136 w 89"/>
                  <a:gd name="T5" fmla="*/ 764 h 50"/>
                  <a:gd name="T6" fmla="*/ 524 w 89"/>
                  <a:gd name="T7" fmla="*/ 503 h 50"/>
                  <a:gd name="T8" fmla="*/ 278 w 89"/>
                  <a:gd name="T9" fmla="*/ 216 h 50"/>
                  <a:gd name="T10" fmla="*/ 143 w 89"/>
                  <a:gd name="T11" fmla="*/ 3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50">
                    <a:moveTo>
                      <a:pt x="0" y="0"/>
                    </a:moveTo>
                    <a:cubicBezTo>
                      <a:pt x="0" y="13"/>
                      <a:pt x="27" y="37"/>
                      <a:pt x="39" y="42"/>
                    </a:cubicBezTo>
                    <a:cubicBezTo>
                      <a:pt x="55" y="50"/>
                      <a:pt x="72" y="46"/>
                      <a:pt x="89" y="50"/>
                    </a:cubicBezTo>
                    <a:cubicBezTo>
                      <a:pt x="73" y="43"/>
                      <a:pt x="56" y="42"/>
                      <a:pt x="41" y="33"/>
                    </a:cubicBezTo>
                    <a:cubicBezTo>
                      <a:pt x="33" y="28"/>
                      <a:pt x="29" y="20"/>
                      <a:pt x="22" y="14"/>
                    </a:cubicBezTo>
                    <a:cubicBezTo>
                      <a:pt x="18" y="10"/>
                      <a:pt x="9" y="9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3" name="Freeform 379">
                <a:extLst>
                  <a:ext uri="{FF2B5EF4-FFF2-40B4-BE49-F238E27FC236}">
                    <a16:creationId xmlns:a16="http://schemas.microsoft.com/office/drawing/2014/main" id="{095F6EF3-2ADA-4FBD-8CCE-5580223F4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3648"/>
                <a:ext cx="161" cy="90"/>
              </a:xfrm>
              <a:custGeom>
                <a:avLst/>
                <a:gdLst>
                  <a:gd name="T0" fmla="*/ 534 w 69"/>
                  <a:gd name="T1" fmla="*/ 83 h 36"/>
                  <a:gd name="T2" fmla="*/ 191 w 69"/>
                  <a:gd name="T3" fmla="*/ 113 h 36"/>
                  <a:gd name="T4" fmla="*/ 86 w 69"/>
                  <a:gd name="T5" fmla="*/ 563 h 36"/>
                  <a:gd name="T6" fmla="*/ 429 w 69"/>
                  <a:gd name="T7" fmla="*/ 238 h 36"/>
                  <a:gd name="T8" fmla="*/ 572 w 69"/>
                  <a:gd name="T9" fmla="*/ 208 h 36"/>
                  <a:gd name="T10" fmla="*/ 877 w 69"/>
                  <a:gd name="T11" fmla="*/ 375 h 36"/>
                  <a:gd name="T12" fmla="*/ 523 w 69"/>
                  <a:gd name="T13" fmla="*/ 14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36">
                    <a:moveTo>
                      <a:pt x="42" y="5"/>
                    </a:moveTo>
                    <a:cubicBezTo>
                      <a:pt x="32" y="2"/>
                      <a:pt x="24" y="0"/>
                      <a:pt x="15" y="7"/>
                    </a:cubicBezTo>
                    <a:cubicBezTo>
                      <a:pt x="8" y="13"/>
                      <a:pt x="0" y="28"/>
                      <a:pt x="7" y="36"/>
                    </a:cubicBezTo>
                    <a:cubicBezTo>
                      <a:pt x="8" y="17"/>
                      <a:pt x="19" y="16"/>
                      <a:pt x="34" y="15"/>
                    </a:cubicBezTo>
                    <a:cubicBezTo>
                      <a:pt x="38" y="14"/>
                      <a:pt x="41" y="12"/>
                      <a:pt x="45" y="13"/>
                    </a:cubicBezTo>
                    <a:cubicBezTo>
                      <a:pt x="52" y="14"/>
                      <a:pt x="61" y="21"/>
                      <a:pt x="69" y="24"/>
                    </a:cubicBezTo>
                    <a:cubicBezTo>
                      <a:pt x="63" y="17"/>
                      <a:pt x="49" y="12"/>
                      <a:pt x="4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4" name="Freeform 380">
                <a:extLst>
                  <a:ext uri="{FF2B5EF4-FFF2-40B4-BE49-F238E27FC236}">
                    <a16:creationId xmlns:a16="http://schemas.microsoft.com/office/drawing/2014/main" id="{C86A6E45-D006-434B-A588-A9965D3FD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3486"/>
                <a:ext cx="238" cy="167"/>
              </a:xfrm>
              <a:custGeom>
                <a:avLst/>
                <a:gdLst>
                  <a:gd name="T0" fmla="*/ 0 w 102"/>
                  <a:gd name="T1" fmla="*/ 0 h 67"/>
                  <a:gd name="T2" fmla="*/ 1295 w 102"/>
                  <a:gd name="T3" fmla="*/ 715 h 67"/>
                  <a:gd name="T4" fmla="*/ 1041 w 102"/>
                  <a:gd name="T5" fmla="*/ 1037 h 67"/>
                  <a:gd name="T6" fmla="*/ 828 w 102"/>
                  <a:gd name="T7" fmla="*/ 479 h 67"/>
                  <a:gd name="T8" fmla="*/ 544 w 102"/>
                  <a:gd name="T9" fmla="*/ 229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67">
                    <a:moveTo>
                      <a:pt x="0" y="0"/>
                    </a:moveTo>
                    <a:cubicBezTo>
                      <a:pt x="26" y="13"/>
                      <a:pt x="90" y="14"/>
                      <a:pt x="102" y="46"/>
                    </a:cubicBezTo>
                    <a:cubicBezTo>
                      <a:pt x="95" y="49"/>
                      <a:pt x="85" y="60"/>
                      <a:pt x="82" y="67"/>
                    </a:cubicBezTo>
                    <a:cubicBezTo>
                      <a:pt x="82" y="52"/>
                      <a:pt x="76" y="41"/>
                      <a:pt x="65" y="31"/>
                    </a:cubicBezTo>
                    <a:cubicBezTo>
                      <a:pt x="59" y="26"/>
                      <a:pt x="44" y="22"/>
                      <a:pt x="43" y="15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5" name="Freeform 381">
                <a:extLst>
                  <a:ext uri="{FF2B5EF4-FFF2-40B4-BE49-F238E27FC236}">
                    <a16:creationId xmlns:a16="http://schemas.microsoft.com/office/drawing/2014/main" id="{DBBEE693-F1CA-4796-8A36-6951D2BD7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3474"/>
                <a:ext cx="397" cy="204"/>
              </a:xfrm>
              <a:custGeom>
                <a:avLst/>
                <a:gdLst>
                  <a:gd name="T0" fmla="*/ 0 w 170"/>
                  <a:gd name="T1" fmla="*/ 0 h 82"/>
                  <a:gd name="T2" fmla="*/ 1030 w 170"/>
                  <a:gd name="T3" fmla="*/ 1157 h 82"/>
                  <a:gd name="T4" fmla="*/ 1670 w 170"/>
                  <a:gd name="T5" fmla="*/ 1202 h 82"/>
                  <a:gd name="T6" fmla="*/ 2039 w 170"/>
                  <a:gd name="T7" fmla="*/ 525 h 82"/>
                  <a:gd name="T8" fmla="*/ 1679 w 170"/>
                  <a:gd name="T9" fmla="*/ 848 h 82"/>
                  <a:gd name="T10" fmla="*/ 677 w 170"/>
                  <a:gd name="T11" fmla="*/ 537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0" h="82">
                    <a:moveTo>
                      <a:pt x="0" y="0"/>
                    </a:moveTo>
                    <a:cubicBezTo>
                      <a:pt x="7" y="36"/>
                      <a:pt x="48" y="64"/>
                      <a:pt x="81" y="75"/>
                    </a:cubicBezTo>
                    <a:cubicBezTo>
                      <a:pt x="97" y="81"/>
                      <a:pt x="115" y="82"/>
                      <a:pt x="131" y="78"/>
                    </a:cubicBezTo>
                    <a:cubicBezTo>
                      <a:pt x="146" y="75"/>
                      <a:pt x="170" y="51"/>
                      <a:pt x="160" y="34"/>
                    </a:cubicBezTo>
                    <a:cubicBezTo>
                      <a:pt x="150" y="35"/>
                      <a:pt x="144" y="52"/>
                      <a:pt x="132" y="55"/>
                    </a:cubicBezTo>
                    <a:cubicBezTo>
                      <a:pt x="103" y="62"/>
                      <a:pt x="78" y="44"/>
                      <a:pt x="53" y="35"/>
                    </a:cubicBezTo>
                  </a:path>
                </a:pathLst>
              </a:custGeom>
              <a:solidFill>
                <a:srgbClr val="AE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6" name="Freeform 382">
                <a:extLst>
                  <a:ext uri="{FF2B5EF4-FFF2-40B4-BE49-F238E27FC236}">
                    <a16:creationId xmlns:a16="http://schemas.microsoft.com/office/drawing/2014/main" id="{FE0FF835-A4DD-4FE0-BFD0-33F6623DA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294"/>
                <a:ext cx="199" cy="227"/>
              </a:xfrm>
              <a:custGeom>
                <a:avLst/>
                <a:gdLst>
                  <a:gd name="T0" fmla="*/ 487 w 85"/>
                  <a:gd name="T1" fmla="*/ 1412 h 91"/>
                  <a:gd name="T2" fmla="*/ 487 w 85"/>
                  <a:gd name="T3" fmla="*/ 791 h 91"/>
                  <a:gd name="T4" fmla="*/ 536 w 85"/>
                  <a:gd name="T5" fmla="*/ 541 h 91"/>
                  <a:gd name="T6" fmla="*/ 335 w 85"/>
                  <a:gd name="T7" fmla="*/ 634 h 91"/>
                  <a:gd name="T8" fmla="*/ 28 w 85"/>
                  <a:gd name="T9" fmla="*/ 466 h 91"/>
                  <a:gd name="T10" fmla="*/ 269 w 85"/>
                  <a:gd name="T11" fmla="*/ 137 h 91"/>
                  <a:gd name="T12" fmla="*/ 805 w 85"/>
                  <a:gd name="T13" fmla="*/ 105 h 91"/>
                  <a:gd name="T14" fmla="*/ 691 w 85"/>
                  <a:gd name="T15" fmla="*/ 1103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91">
                    <a:moveTo>
                      <a:pt x="38" y="91"/>
                    </a:moveTo>
                    <a:cubicBezTo>
                      <a:pt x="18" y="82"/>
                      <a:pt x="32" y="62"/>
                      <a:pt x="38" y="51"/>
                    </a:cubicBezTo>
                    <a:cubicBezTo>
                      <a:pt x="39" y="49"/>
                      <a:pt x="44" y="38"/>
                      <a:pt x="42" y="35"/>
                    </a:cubicBezTo>
                    <a:cubicBezTo>
                      <a:pt x="38" y="31"/>
                      <a:pt x="30" y="40"/>
                      <a:pt x="26" y="41"/>
                    </a:cubicBezTo>
                    <a:cubicBezTo>
                      <a:pt x="19" y="42"/>
                      <a:pt x="4" y="39"/>
                      <a:pt x="2" y="30"/>
                    </a:cubicBezTo>
                    <a:cubicBezTo>
                      <a:pt x="0" y="22"/>
                      <a:pt x="14" y="13"/>
                      <a:pt x="21" y="9"/>
                    </a:cubicBezTo>
                    <a:cubicBezTo>
                      <a:pt x="32" y="3"/>
                      <a:pt x="52" y="0"/>
                      <a:pt x="63" y="7"/>
                    </a:cubicBezTo>
                    <a:cubicBezTo>
                      <a:pt x="85" y="21"/>
                      <a:pt x="57" y="53"/>
                      <a:pt x="54" y="71"/>
                    </a:cubicBezTo>
                  </a:path>
                </a:pathLst>
              </a:custGeom>
              <a:solidFill>
                <a:srgbClr val="AE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7" name="Freeform 383">
                <a:extLst>
                  <a:ext uri="{FF2B5EF4-FFF2-40B4-BE49-F238E27FC236}">
                    <a16:creationId xmlns:a16="http://schemas.microsoft.com/office/drawing/2014/main" id="{F6C4DB80-C681-4D29-BF3C-B86CA543C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3204"/>
                <a:ext cx="166" cy="200"/>
              </a:xfrm>
              <a:custGeom>
                <a:avLst/>
                <a:gdLst>
                  <a:gd name="T0" fmla="*/ 0 w 71"/>
                  <a:gd name="T1" fmla="*/ 750 h 80"/>
                  <a:gd name="T2" fmla="*/ 755 w 71"/>
                  <a:gd name="T3" fmla="*/ 1125 h 80"/>
                  <a:gd name="T4" fmla="*/ 870 w 71"/>
                  <a:gd name="T5" fmla="*/ 283 h 80"/>
                  <a:gd name="T6" fmla="*/ 765 w 71"/>
                  <a:gd name="T7" fmla="*/ 0 h 80"/>
                  <a:gd name="T8" fmla="*/ 573 w 71"/>
                  <a:gd name="T9" fmla="*/ 220 h 80"/>
                  <a:gd name="T10" fmla="*/ 77 w 71"/>
                  <a:gd name="T11" fmla="*/ 533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80">
                    <a:moveTo>
                      <a:pt x="0" y="48"/>
                    </a:moveTo>
                    <a:cubicBezTo>
                      <a:pt x="35" y="32"/>
                      <a:pt x="30" y="80"/>
                      <a:pt x="59" y="72"/>
                    </a:cubicBezTo>
                    <a:cubicBezTo>
                      <a:pt x="49" y="50"/>
                      <a:pt x="71" y="38"/>
                      <a:pt x="68" y="18"/>
                    </a:cubicBezTo>
                    <a:cubicBezTo>
                      <a:pt x="68" y="13"/>
                      <a:pt x="65" y="0"/>
                      <a:pt x="60" y="0"/>
                    </a:cubicBezTo>
                    <a:cubicBezTo>
                      <a:pt x="57" y="0"/>
                      <a:pt x="47" y="12"/>
                      <a:pt x="45" y="14"/>
                    </a:cubicBezTo>
                    <a:cubicBezTo>
                      <a:pt x="34" y="23"/>
                      <a:pt x="19" y="29"/>
                      <a:pt x="6" y="34"/>
                    </a:cubicBezTo>
                  </a:path>
                </a:pathLst>
              </a:custGeom>
              <a:solidFill>
                <a:srgbClr val="AE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8" name="Freeform 384">
                <a:extLst>
                  <a:ext uri="{FF2B5EF4-FFF2-40B4-BE49-F238E27FC236}">
                    <a16:creationId xmlns:a16="http://schemas.microsoft.com/office/drawing/2014/main" id="{43101780-E317-4BD8-A7A4-6A2C4D187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3262"/>
                <a:ext cx="208" cy="57"/>
              </a:xfrm>
              <a:custGeom>
                <a:avLst/>
                <a:gdLst>
                  <a:gd name="T0" fmla="*/ 0 w 89"/>
                  <a:gd name="T1" fmla="*/ 287 h 23"/>
                  <a:gd name="T2" fmla="*/ 241 w 89"/>
                  <a:gd name="T3" fmla="*/ 183 h 23"/>
                  <a:gd name="T4" fmla="*/ 547 w 89"/>
                  <a:gd name="T5" fmla="*/ 278 h 23"/>
                  <a:gd name="T6" fmla="*/ 1136 w 89"/>
                  <a:gd name="T7" fmla="*/ 104 h 23"/>
                  <a:gd name="T8" fmla="*/ 393 w 89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23">
                    <a:moveTo>
                      <a:pt x="0" y="19"/>
                    </a:moveTo>
                    <a:cubicBezTo>
                      <a:pt x="7" y="18"/>
                      <a:pt x="12" y="13"/>
                      <a:pt x="19" y="12"/>
                    </a:cubicBezTo>
                    <a:cubicBezTo>
                      <a:pt x="28" y="11"/>
                      <a:pt x="35" y="15"/>
                      <a:pt x="43" y="18"/>
                    </a:cubicBezTo>
                    <a:cubicBezTo>
                      <a:pt x="57" y="23"/>
                      <a:pt x="80" y="20"/>
                      <a:pt x="89" y="7"/>
                    </a:cubicBezTo>
                    <a:cubicBezTo>
                      <a:pt x="69" y="15"/>
                      <a:pt x="51" y="4"/>
                      <a:pt x="31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9" name="Freeform 385">
                <a:extLst>
                  <a:ext uri="{FF2B5EF4-FFF2-40B4-BE49-F238E27FC236}">
                    <a16:creationId xmlns:a16="http://schemas.microsoft.com/office/drawing/2014/main" id="{5EBCD908-AD9D-4C02-B111-4CE22E53C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3102"/>
                <a:ext cx="229" cy="214"/>
              </a:xfrm>
              <a:custGeom>
                <a:avLst/>
                <a:gdLst>
                  <a:gd name="T0" fmla="*/ 0 w 98"/>
                  <a:gd name="T1" fmla="*/ 1294 h 86"/>
                  <a:gd name="T2" fmla="*/ 703 w 98"/>
                  <a:gd name="T3" fmla="*/ 557 h 86"/>
                  <a:gd name="T4" fmla="*/ 918 w 98"/>
                  <a:gd name="T5" fmla="*/ 167 h 86"/>
                  <a:gd name="T6" fmla="*/ 1250 w 98"/>
                  <a:gd name="T7" fmla="*/ 124 h 86"/>
                  <a:gd name="T8" fmla="*/ 650 w 98"/>
                  <a:gd name="T9" fmla="*/ 861 h 86"/>
                  <a:gd name="T10" fmla="*/ 470 w 98"/>
                  <a:gd name="T11" fmla="*/ 1189 h 86"/>
                  <a:gd name="T12" fmla="*/ 126 w 98"/>
                  <a:gd name="T13" fmla="*/ 1326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86">
                    <a:moveTo>
                      <a:pt x="0" y="84"/>
                    </a:moveTo>
                    <a:cubicBezTo>
                      <a:pt x="25" y="76"/>
                      <a:pt x="43" y="59"/>
                      <a:pt x="55" y="36"/>
                    </a:cubicBezTo>
                    <a:cubicBezTo>
                      <a:pt x="60" y="25"/>
                      <a:pt x="61" y="17"/>
                      <a:pt x="72" y="11"/>
                    </a:cubicBezTo>
                    <a:cubicBezTo>
                      <a:pt x="79" y="7"/>
                      <a:pt x="91" y="0"/>
                      <a:pt x="98" y="8"/>
                    </a:cubicBezTo>
                    <a:cubicBezTo>
                      <a:pt x="68" y="6"/>
                      <a:pt x="66" y="35"/>
                      <a:pt x="51" y="56"/>
                    </a:cubicBezTo>
                    <a:cubicBezTo>
                      <a:pt x="47" y="61"/>
                      <a:pt x="42" y="73"/>
                      <a:pt x="37" y="77"/>
                    </a:cubicBezTo>
                    <a:cubicBezTo>
                      <a:pt x="29" y="84"/>
                      <a:pt x="18" y="80"/>
                      <a:pt x="10" y="8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0" name="Freeform 386">
                <a:extLst>
                  <a:ext uri="{FF2B5EF4-FFF2-40B4-BE49-F238E27FC236}">
                    <a16:creationId xmlns:a16="http://schemas.microsoft.com/office/drawing/2014/main" id="{5AFCB17B-665B-4167-8DAD-D2A8B6DD1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3399"/>
                <a:ext cx="321" cy="82"/>
              </a:xfrm>
              <a:custGeom>
                <a:avLst/>
                <a:gdLst>
                  <a:gd name="T0" fmla="*/ 0 w 137"/>
                  <a:gd name="T1" fmla="*/ 0 h 33"/>
                  <a:gd name="T2" fmla="*/ 822 w 137"/>
                  <a:gd name="T3" fmla="*/ 92 h 33"/>
                  <a:gd name="T4" fmla="*/ 1284 w 137"/>
                  <a:gd name="T5" fmla="*/ 199 h 33"/>
                  <a:gd name="T6" fmla="*/ 1762 w 137"/>
                  <a:gd name="T7" fmla="*/ 353 h 33"/>
                  <a:gd name="T8" fmla="*/ 1582 w 137"/>
                  <a:gd name="T9" fmla="*/ 475 h 33"/>
                  <a:gd name="T10" fmla="*/ 1225 w 137"/>
                  <a:gd name="T11" fmla="*/ 308 h 33"/>
                  <a:gd name="T12" fmla="*/ 890 w 137"/>
                  <a:gd name="T13" fmla="*/ 291 h 33"/>
                  <a:gd name="T14" fmla="*/ 555 w 137"/>
                  <a:gd name="T15" fmla="*/ 137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7" h="33">
                    <a:moveTo>
                      <a:pt x="0" y="0"/>
                    </a:moveTo>
                    <a:cubicBezTo>
                      <a:pt x="21" y="5"/>
                      <a:pt x="43" y="6"/>
                      <a:pt x="64" y="6"/>
                    </a:cubicBezTo>
                    <a:cubicBezTo>
                      <a:pt x="77" y="6"/>
                      <a:pt x="88" y="8"/>
                      <a:pt x="100" y="13"/>
                    </a:cubicBezTo>
                    <a:cubicBezTo>
                      <a:pt x="110" y="17"/>
                      <a:pt x="129" y="17"/>
                      <a:pt x="137" y="23"/>
                    </a:cubicBezTo>
                    <a:cubicBezTo>
                      <a:pt x="132" y="25"/>
                      <a:pt x="127" y="30"/>
                      <a:pt x="123" y="31"/>
                    </a:cubicBezTo>
                    <a:cubicBezTo>
                      <a:pt x="112" y="33"/>
                      <a:pt x="106" y="23"/>
                      <a:pt x="95" y="20"/>
                    </a:cubicBezTo>
                    <a:cubicBezTo>
                      <a:pt x="86" y="18"/>
                      <a:pt x="77" y="20"/>
                      <a:pt x="69" y="19"/>
                    </a:cubicBezTo>
                    <a:cubicBezTo>
                      <a:pt x="59" y="17"/>
                      <a:pt x="52" y="11"/>
                      <a:pt x="4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1" name="Freeform 387">
                <a:extLst>
                  <a:ext uri="{FF2B5EF4-FFF2-40B4-BE49-F238E27FC236}">
                    <a16:creationId xmlns:a16="http://schemas.microsoft.com/office/drawing/2014/main" id="{8382FF7E-5AA2-458B-B947-35551C111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3631"/>
                <a:ext cx="89" cy="97"/>
              </a:xfrm>
              <a:custGeom>
                <a:avLst/>
                <a:gdLst>
                  <a:gd name="T0" fmla="*/ 28 w 38"/>
                  <a:gd name="T1" fmla="*/ 599 h 39"/>
                  <a:gd name="T2" fmla="*/ 487 w 38"/>
                  <a:gd name="T3" fmla="*/ 0 h 39"/>
                  <a:gd name="T4" fmla="*/ 422 w 38"/>
                  <a:gd name="T5" fmla="*/ 259 h 39"/>
                  <a:gd name="T6" fmla="*/ 115 w 38"/>
                  <a:gd name="T7" fmla="*/ 53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9">
                    <a:moveTo>
                      <a:pt x="2" y="39"/>
                    </a:moveTo>
                    <a:cubicBezTo>
                      <a:pt x="0" y="25"/>
                      <a:pt x="29" y="10"/>
                      <a:pt x="38" y="0"/>
                    </a:cubicBezTo>
                    <a:cubicBezTo>
                      <a:pt x="33" y="5"/>
                      <a:pt x="36" y="11"/>
                      <a:pt x="33" y="17"/>
                    </a:cubicBezTo>
                    <a:cubicBezTo>
                      <a:pt x="28" y="27"/>
                      <a:pt x="13" y="23"/>
                      <a:pt x="9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2" name="Freeform 388">
                <a:extLst>
                  <a:ext uri="{FF2B5EF4-FFF2-40B4-BE49-F238E27FC236}">
                    <a16:creationId xmlns:a16="http://schemas.microsoft.com/office/drawing/2014/main" id="{247A43A6-72EF-47A1-9E8B-AC54B8A1C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3496"/>
                <a:ext cx="136" cy="85"/>
              </a:xfrm>
              <a:custGeom>
                <a:avLst/>
                <a:gdLst>
                  <a:gd name="T0" fmla="*/ 106 w 58"/>
                  <a:gd name="T1" fmla="*/ 533 h 34"/>
                  <a:gd name="T2" fmla="*/ 230 w 58"/>
                  <a:gd name="T3" fmla="*/ 50 h 34"/>
                  <a:gd name="T4" fmla="*/ 748 w 58"/>
                  <a:gd name="T5" fmla="*/ 158 h 34"/>
                  <a:gd name="T6" fmla="*/ 155 w 58"/>
                  <a:gd name="T7" fmla="*/ 42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34">
                    <a:moveTo>
                      <a:pt x="8" y="34"/>
                    </a:moveTo>
                    <a:cubicBezTo>
                      <a:pt x="0" y="25"/>
                      <a:pt x="5" y="5"/>
                      <a:pt x="18" y="3"/>
                    </a:cubicBezTo>
                    <a:cubicBezTo>
                      <a:pt x="28" y="0"/>
                      <a:pt x="48" y="6"/>
                      <a:pt x="58" y="10"/>
                    </a:cubicBezTo>
                    <a:cubicBezTo>
                      <a:pt x="44" y="10"/>
                      <a:pt x="10" y="7"/>
                      <a:pt x="1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3" name="Freeform 389">
                <a:extLst>
                  <a:ext uri="{FF2B5EF4-FFF2-40B4-BE49-F238E27FC236}">
                    <a16:creationId xmlns:a16="http://schemas.microsoft.com/office/drawing/2014/main" id="{15EAD1E9-18F0-4DFE-B401-07DAF475C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401"/>
                <a:ext cx="203" cy="122"/>
              </a:xfrm>
              <a:custGeom>
                <a:avLst/>
                <a:gdLst>
                  <a:gd name="T0" fmla="*/ 191 w 87"/>
                  <a:gd name="T1" fmla="*/ 0 h 49"/>
                  <a:gd name="T2" fmla="*/ 609 w 87"/>
                  <a:gd name="T3" fmla="*/ 291 h 49"/>
                  <a:gd name="T4" fmla="*/ 1078 w 87"/>
                  <a:gd name="T5" fmla="*/ 757 h 49"/>
                  <a:gd name="T6" fmla="*/ 560 w 87"/>
                  <a:gd name="T7" fmla="*/ 478 h 49"/>
                  <a:gd name="T8" fmla="*/ 0 w 87"/>
                  <a:gd name="T9" fmla="*/ 495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49">
                    <a:moveTo>
                      <a:pt x="15" y="0"/>
                    </a:moveTo>
                    <a:cubicBezTo>
                      <a:pt x="13" y="17"/>
                      <a:pt x="36" y="15"/>
                      <a:pt x="48" y="19"/>
                    </a:cubicBezTo>
                    <a:cubicBezTo>
                      <a:pt x="60" y="23"/>
                      <a:pt x="87" y="30"/>
                      <a:pt x="85" y="49"/>
                    </a:cubicBezTo>
                    <a:cubicBezTo>
                      <a:pt x="70" y="42"/>
                      <a:pt x="60" y="33"/>
                      <a:pt x="44" y="31"/>
                    </a:cubicBezTo>
                    <a:cubicBezTo>
                      <a:pt x="30" y="29"/>
                      <a:pt x="14" y="29"/>
                      <a:pt x="0" y="32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4" name="Freeform 390">
                <a:extLst>
                  <a:ext uri="{FF2B5EF4-FFF2-40B4-BE49-F238E27FC236}">
                    <a16:creationId xmlns:a16="http://schemas.microsoft.com/office/drawing/2014/main" id="{B620D926-2F74-4933-BC58-372C1B548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3434"/>
                <a:ext cx="157" cy="162"/>
              </a:xfrm>
              <a:custGeom>
                <a:avLst/>
                <a:gdLst>
                  <a:gd name="T0" fmla="*/ 66 w 67"/>
                  <a:gd name="T1" fmla="*/ 125 h 65"/>
                  <a:gd name="T2" fmla="*/ 401 w 67"/>
                  <a:gd name="T3" fmla="*/ 994 h 65"/>
                  <a:gd name="T4" fmla="*/ 307 w 67"/>
                  <a:gd name="T5" fmla="*/ 312 h 65"/>
                  <a:gd name="T6" fmla="*/ 719 w 67"/>
                  <a:gd name="T7" fmla="*/ 137 h 65"/>
                  <a:gd name="T8" fmla="*/ 862 w 67"/>
                  <a:gd name="T9" fmla="*/ 30 h 65"/>
                  <a:gd name="T10" fmla="*/ 555 w 67"/>
                  <a:gd name="T11" fmla="*/ 62 h 65"/>
                  <a:gd name="T12" fmla="*/ 0 w 67"/>
                  <a:gd name="T13" fmla="*/ 3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65">
                    <a:moveTo>
                      <a:pt x="5" y="8"/>
                    </a:moveTo>
                    <a:cubicBezTo>
                      <a:pt x="14" y="30"/>
                      <a:pt x="3" y="58"/>
                      <a:pt x="31" y="64"/>
                    </a:cubicBezTo>
                    <a:cubicBezTo>
                      <a:pt x="12" y="65"/>
                      <a:pt x="16" y="29"/>
                      <a:pt x="24" y="20"/>
                    </a:cubicBezTo>
                    <a:cubicBezTo>
                      <a:pt x="31" y="13"/>
                      <a:pt x="47" y="14"/>
                      <a:pt x="56" y="9"/>
                    </a:cubicBezTo>
                    <a:cubicBezTo>
                      <a:pt x="60" y="7"/>
                      <a:pt x="63" y="4"/>
                      <a:pt x="67" y="2"/>
                    </a:cubicBezTo>
                    <a:cubicBezTo>
                      <a:pt x="60" y="0"/>
                      <a:pt x="50" y="3"/>
                      <a:pt x="43" y="4"/>
                    </a:cubicBezTo>
                    <a:cubicBezTo>
                      <a:pt x="28" y="6"/>
                      <a:pt x="15" y="2"/>
                      <a:pt x="0" y="2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5" name="Freeform 391">
                <a:extLst>
                  <a:ext uri="{FF2B5EF4-FFF2-40B4-BE49-F238E27FC236}">
                    <a16:creationId xmlns:a16="http://schemas.microsoft.com/office/drawing/2014/main" id="{DC748BEA-EA30-408C-8AA9-C6AC8E009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810"/>
                <a:ext cx="99" cy="314"/>
              </a:xfrm>
              <a:custGeom>
                <a:avLst/>
                <a:gdLst>
                  <a:gd name="T0" fmla="*/ 549 w 42"/>
                  <a:gd name="T1" fmla="*/ 279 h 126"/>
                  <a:gd name="T2" fmla="*/ 278 w 42"/>
                  <a:gd name="T3" fmla="*/ 820 h 126"/>
                  <a:gd name="T4" fmla="*/ 290 w 42"/>
                  <a:gd name="T5" fmla="*/ 1266 h 126"/>
                  <a:gd name="T6" fmla="*/ 368 w 42"/>
                  <a:gd name="T7" fmla="*/ 1548 h 126"/>
                  <a:gd name="T8" fmla="*/ 50 w 42"/>
                  <a:gd name="T9" fmla="*/ 1111 h 126"/>
                  <a:gd name="T10" fmla="*/ 66 w 42"/>
                  <a:gd name="T11" fmla="*/ 633 h 126"/>
                  <a:gd name="T12" fmla="*/ 233 w 42"/>
                  <a:gd name="T13" fmla="*/ 374 h 126"/>
                  <a:gd name="T14" fmla="*/ 405 w 42"/>
                  <a:gd name="T15" fmla="*/ 0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126">
                    <a:moveTo>
                      <a:pt x="42" y="18"/>
                    </a:moveTo>
                    <a:cubicBezTo>
                      <a:pt x="25" y="9"/>
                      <a:pt x="22" y="43"/>
                      <a:pt x="21" y="53"/>
                    </a:cubicBezTo>
                    <a:cubicBezTo>
                      <a:pt x="21" y="63"/>
                      <a:pt x="20" y="72"/>
                      <a:pt x="22" y="82"/>
                    </a:cubicBezTo>
                    <a:cubicBezTo>
                      <a:pt x="23" y="86"/>
                      <a:pt x="29" y="96"/>
                      <a:pt x="28" y="100"/>
                    </a:cubicBezTo>
                    <a:cubicBezTo>
                      <a:pt x="21" y="126"/>
                      <a:pt x="4" y="75"/>
                      <a:pt x="4" y="72"/>
                    </a:cubicBezTo>
                    <a:cubicBezTo>
                      <a:pt x="1" y="61"/>
                      <a:pt x="0" y="51"/>
                      <a:pt x="5" y="41"/>
                    </a:cubicBezTo>
                    <a:cubicBezTo>
                      <a:pt x="8" y="34"/>
                      <a:pt x="14" y="30"/>
                      <a:pt x="18" y="24"/>
                    </a:cubicBezTo>
                    <a:cubicBezTo>
                      <a:pt x="23" y="16"/>
                      <a:pt x="24" y="6"/>
                      <a:pt x="31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6" name="Freeform 392">
                <a:extLst>
                  <a:ext uri="{FF2B5EF4-FFF2-40B4-BE49-F238E27FC236}">
                    <a16:creationId xmlns:a16="http://schemas.microsoft.com/office/drawing/2014/main" id="{FC5ED77E-BE7C-4606-8D07-51932FFD8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486"/>
                <a:ext cx="70" cy="254"/>
              </a:xfrm>
              <a:custGeom>
                <a:avLst/>
                <a:gdLst>
                  <a:gd name="T0" fmla="*/ 28 w 30"/>
                  <a:gd name="T1" fmla="*/ 341 h 102"/>
                  <a:gd name="T2" fmla="*/ 103 w 30"/>
                  <a:gd name="T3" fmla="*/ 1098 h 102"/>
                  <a:gd name="T4" fmla="*/ 114 w 30"/>
                  <a:gd name="T5" fmla="*/ 1576 h 102"/>
                  <a:gd name="T6" fmla="*/ 380 w 30"/>
                  <a:gd name="T7" fmla="*/ 1452 h 102"/>
                  <a:gd name="T8" fmla="*/ 229 w 30"/>
                  <a:gd name="T9" fmla="*/ 862 h 102"/>
                  <a:gd name="T10" fmla="*/ 103 w 30"/>
                  <a:gd name="T11" fmla="*/ 0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02">
                    <a:moveTo>
                      <a:pt x="2" y="22"/>
                    </a:moveTo>
                    <a:cubicBezTo>
                      <a:pt x="0" y="40"/>
                      <a:pt x="5" y="53"/>
                      <a:pt x="8" y="71"/>
                    </a:cubicBezTo>
                    <a:cubicBezTo>
                      <a:pt x="10" y="80"/>
                      <a:pt x="13" y="93"/>
                      <a:pt x="9" y="102"/>
                    </a:cubicBezTo>
                    <a:cubicBezTo>
                      <a:pt x="16" y="99"/>
                      <a:pt x="23" y="97"/>
                      <a:pt x="30" y="94"/>
                    </a:cubicBezTo>
                    <a:cubicBezTo>
                      <a:pt x="17" y="97"/>
                      <a:pt x="19" y="64"/>
                      <a:pt x="18" y="56"/>
                    </a:cubicBezTo>
                    <a:cubicBezTo>
                      <a:pt x="15" y="36"/>
                      <a:pt x="4" y="20"/>
                      <a:pt x="8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7" name="Freeform 393">
                <a:extLst>
                  <a:ext uri="{FF2B5EF4-FFF2-40B4-BE49-F238E27FC236}">
                    <a16:creationId xmlns:a16="http://schemas.microsoft.com/office/drawing/2014/main" id="{7188E695-FC0E-4531-8449-29EEA531D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2491"/>
                <a:ext cx="180" cy="342"/>
              </a:xfrm>
              <a:custGeom>
                <a:avLst/>
                <a:gdLst>
                  <a:gd name="T0" fmla="*/ 842 w 77"/>
                  <a:gd name="T1" fmla="*/ 637 h 137"/>
                  <a:gd name="T2" fmla="*/ 524 w 77"/>
                  <a:gd name="T3" fmla="*/ 1465 h 137"/>
                  <a:gd name="T4" fmla="*/ 0 w 77"/>
                  <a:gd name="T5" fmla="*/ 1882 h 137"/>
                  <a:gd name="T6" fmla="*/ 86 w 77"/>
                  <a:gd name="T7" fmla="*/ 1787 h 137"/>
                  <a:gd name="T8" fmla="*/ 164 w 77"/>
                  <a:gd name="T9" fmla="*/ 2132 h 137"/>
                  <a:gd name="T10" fmla="*/ 514 w 77"/>
                  <a:gd name="T11" fmla="*/ 1775 h 137"/>
                  <a:gd name="T12" fmla="*/ 935 w 77"/>
                  <a:gd name="T13" fmla="*/ 1183 h 137"/>
                  <a:gd name="T14" fmla="*/ 935 w 77"/>
                  <a:gd name="T15" fmla="*/ 499 h 137"/>
                  <a:gd name="T16" fmla="*/ 907 w 77"/>
                  <a:gd name="T17" fmla="*/ 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137">
                    <a:moveTo>
                      <a:pt x="66" y="41"/>
                    </a:moveTo>
                    <a:cubicBezTo>
                      <a:pt x="61" y="60"/>
                      <a:pt x="59" y="83"/>
                      <a:pt x="41" y="94"/>
                    </a:cubicBezTo>
                    <a:cubicBezTo>
                      <a:pt x="30" y="101"/>
                      <a:pt x="4" y="105"/>
                      <a:pt x="0" y="121"/>
                    </a:cubicBezTo>
                    <a:cubicBezTo>
                      <a:pt x="2" y="117"/>
                      <a:pt x="4" y="116"/>
                      <a:pt x="7" y="115"/>
                    </a:cubicBezTo>
                    <a:cubicBezTo>
                      <a:pt x="7" y="122"/>
                      <a:pt x="6" y="132"/>
                      <a:pt x="13" y="137"/>
                    </a:cubicBezTo>
                    <a:cubicBezTo>
                      <a:pt x="13" y="122"/>
                      <a:pt x="30" y="120"/>
                      <a:pt x="40" y="114"/>
                    </a:cubicBezTo>
                    <a:cubicBezTo>
                      <a:pt x="52" y="106"/>
                      <a:pt x="68" y="90"/>
                      <a:pt x="73" y="76"/>
                    </a:cubicBezTo>
                    <a:cubicBezTo>
                      <a:pt x="77" y="63"/>
                      <a:pt x="74" y="46"/>
                      <a:pt x="73" y="32"/>
                    </a:cubicBezTo>
                    <a:cubicBezTo>
                      <a:pt x="72" y="23"/>
                      <a:pt x="74" y="8"/>
                      <a:pt x="71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8" name="Freeform 394">
                <a:extLst>
                  <a:ext uri="{FF2B5EF4-FFF2-40B4-BE49-F238E27FC236}">
                    <a16:creationId xmlns:a16="http://schemas.microsoft.com/office/drawing/2014/main" id="{68849A1B-7091-4400-B88E-15F7F19D8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6" y="2421"/>
                <a:ext cx="126" cy="112"/>
              </a:xfrm>
              <a:custGeom>
                <a:avLst/>
                <a:gdLst>
                  <a:gd name="T0" fmla="*/ 28 w 54"/>
                  <a:gd name="T1" fmla="*/ 694 h 45"/>
                  <a:gd name="T2" fmla="*/ 37 w 54"/>
                  <a:gd name="T3" fmla="*/ 261 h 45"/>
                  <a:gd name="T4" fmla="*/ 257 w 54"/>
                  <a:gd name="T5" fmla="*/ 12 h 45"/>
                  <a:gd name="T6" fmla="*/ 457 w 54"/>
                  <a:gd name="T7" fmla="*/ 249 h 45"/>
                  <a:gd name="T8" fmla="*/ 686 w 54"/>
                  <a:gd name="T9" fmla="*/ 570 h 45"/>
                  <a:gd name="T10" fmla="*/ 257 w 54"/>
                  <a:gd name="T11" fmla="*/ 309 h 45"/>
                  <a:gd name="T12" fmla="*/ 114 w 54"/>
                  <a:gd name="T13" fmla="*/ 49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45">
                    <a:moveTo>
                      <a:pt x="2" y="45"/>
                    </a:moveTo>
                    <a:cubicBezTo>
                      <a:pt x="5" y="35"/>
                      <a:pt x="0" y="26"/>
                      <a:pt x="3" y="17"/>
                    </a:cubicBezTo>
                    <a:cubicBezTo>
                      <a:pt x="5" y="12"/>
                      <a:pt x="14" y="2"/>
                      <a:pt x="20" y="1"/>
                    </a:cubicBezTo>
                    <a:cubicBezTo>
                      <a:pt x="29" y="0"/>
                      <a:pt x="31" y="10"/>
                      <a:pt x="36" y="16"/>
                    </a:cubicBezTo>
                    <a:cubicBezTo>
                      <a:pt x="42" y="23"/>
                      <a:pt x="51" y="28"/>
                      <a:pt x="54" y="37"/>
                    </a:cubicBezTo>
                    <a:cubicBezTo>
                      <a:pt x="44" y="29"/>
                      <a:pt x="33" y="19"/>
                      <a:pt x="20" y="20"/>
                    </a:cubicBezTo>
                    <a:cubicBezTo>
                      <a:pt x="13" y="20"/>
                      <a:pt x="5" y="23"/>
                      <a:pt x="9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9" name="Freeform 395">
                <a:extLst>
                  <a:ext uri="{FF2B5EF4-FFF2-40B4-BE49-F238E27FC236}">
                    <a16:creationId xmlns:a16="http://schemas.microsoft.com/office/drawing/2014/main" id="{51A0DDE6-8CE4-458A-A14E-353FA09AA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668"/>
                <a:ext cx="356" cy="150"/>
              </a:xfrm>
              <a:custGeom>
                <a:avLst/>
                <a:gdLst>
                  <a:gd name="T0" fmla="*/ 87 w 152"/>
                  <a:gd name="T1" fmla="*/ 283 h 60"/>
                  <a:gd name="T2" fmla="*/ 0 w 152"/>
                  <a:gd name="T3" fmla="*/ 938 h 60"/>
                  <a:gd name="T4" fmla="*/ 1042 w 152"/>
                  <a:gd name="T5" fmla="*/ 625 h 60"/>
                  <a:gd name="T6" fmla="*/ 1953 w 152"/>
                  <a:gd name="T7" fmla="*/ 333 h 60"/>
                  <a:gd name="T8" fmla="*/ 1349 w 152"/>
                  <a:gd name="T9" fmla="*/ 345 h 60"/>
                  <a:gd name="T10" fmla="*/ 988 w 152"/>
                  <a:gd name="T11" fmla="*/ 283 h 60"/>
                  <a:gd name="T12" fmla="*/ 204 w 152"/>
                  <a:gd name="T13" fmla="*/ 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2" h="60">
                    <a:moveTo>
                      <a:pt x="7" y="18"/>
                    </a:moveTo>
                    <a:cubicBezTo>
                      <a:pt x="18" y="33"/>
                      <a:pt x="9" y="49"/>
                      <a:pt x="0" y="60"/>
                    </a:cubicBezTo>
                    <a:cubicBezTo>
                      <a:pt x="27" y="53"/>
                      <a:pt x="54" y="47"/>
                      <a:pt x="81" y="40"/>
                    </a:cubicBezTo>
                    <a:cubicBezTo>
                      <a:pt x="105" y="33"/>
                      <a:pt x="130" y="31"/>
                      <a:pt x="152" y="21"/>
                    </a:cubicBezTo>
                    <a:cubicBezTo>
                      <a:pt x="139" y="23"/>
                      <a:pt x="119" y="23"/>
                      <a:pt x="105" y="22"/>
                    </a:cubicBezTo>
                    <a:cubicBezTo>
                      <a:pt x="93" y="21"/>
                      <a:pt x="89" y="15"/>
                      <a:pt x="77" y="18"/>
                    </a:cubicBezTo>
                    <a:cubicBezTo>
                      <a:pt x="56" y="23"/>
                      <a:pt x="24" y="22"/>
                      <a:pt x="16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0" name="Freeform 396">
                <a:extLst>
                  <a:ext uri="{FF2B5EF4-FFF2-40B4-BE49-F238E27FC236}">
                    <a16:creationId xmlns:a16="http://schemas.microsoft.com/office/drawing/2014/main" id="{E6E2FD42-0E4A-4722-9793-05EFBEF67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603"/>
                <a:ext cx="323" cy="135"/>
              </a:xfrm>
              <a:custGeom>
                <a:avLst/>
                <a:gdLst>
                  <a:gd name="T0" fmla="*/ 0 w 138"/>
                  <a:gd name="T1" fmla="*/ 583 h 54"/>
                  <a:gd name="T2" fmla="*/ 653 w 138"/>
                  <a:gd name="T3" fmla="*/ 0 h 54"/>
                  <a:gd name="T4" fmla="*/ 1233 w 138"/>
                  <a:gd name="T5" fmla="*/ 283 h 54"/>
                  <a:gd name="T6" fmla="*/ 1769 w 138"/>
                  <a:gd name="T7" fmla="*/ 813 h 54"/>
                  <a:gd name="T8" fmla="*/ 1013 w 138"/>
                  <a:gd name="T9" fmla="*/ 688 h 54"/>
                  <a:gd name="T10" fmla="*/ 449 w 138"/>
                  <a:gd name="T11" fmla="*/ 675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54">
                    <a:moveTo>
                      <a:pt x="0" y="37"/>
                    </a:moveTo>
                    <a:cubicBezTo>
                      <a:pt x="26" y="40"/>
                      <a:pt x="41" y="20"/>
                      <a:pt x="51" y="0"/>
                    </a:cubicBezTo>
                    <a:cubicBezTo>
                      <a:pt x="58" y="19"/>
                      <a:pt x="75" y="41"/>
                      <a:pt x="96" y="18"/>
                    </a:cubicBezTo>
                    <a:cubicBezTo>
                      <a:pt x="100" y="40"/>
                      <a:pt x="128" y="38"/>
                      <a:pt x="138" y="52"/>
                    </a:cubicBezTo>
                    <a:cubicBezTo>
                      <a:pt x="119" y="54"/>
                      <a:pt x="98" y="45"/>
                      <a:pt x="79" y="44"/>
                    </a:cubicBezTo>
                    <a:cubicBezTo>
                      <a:pt x="65" y="43"/>
                      <a:pt x="50" y="43"/>
                      <a:pt x="35" y="43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1" name="Freeform 397">
                <a:extLst>
                  <a:ext uri="{FF2B5EF4-FFF2-40B4-BE49-F238E27FC236}">
                    <a16:creationId xmlns:a16="http://schemas.microsoft.com/office/drawing/2014/main" id="{A0F28320-750A-423D-A427-BFC5E56D3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763"/>
                <a:ext cx="255" cy="189"/>
              </a:xfrm>
              <a:custGeom>
                <a:avLst/>
                <a:gdLst>
                  <a:gd name="T0" fmla="*/ 257 w 109"/>
                  <a:gd name="T1" fmla="*/ 30 h 76"/>
                  <a:gd name="T2" fmla="*/ 882 w 109"/>
                  <a:gd name="T3" fmla="*/ 124 h 76"/>
                  <a:gd name="T4" fmla="*/ 1385 w 109"/>
                  <a:gd name="T5" fmla="*/ 321 h 76"/>
                  <a:gd name="T6" fmla="*/ 1270 w 109"/>
                  <a:gd name="T7" fmla="*/ 754 h 76"/>
                  <a:gd name="T8" fmla="*/ 1090 w 109"/>
                  <a:gd name="T9" fmla="*/ 1044 h 76"/>
                  <a:gd name="T10" fmla="*/ 957 w 109"/>
                  <a:gd name="T11" fmla="*/ 816 h 76"/>
                  <a:gd name="T12" fmla="*/ 784 w 109"/>
                  <a:gd name="T13" fmla="*/ 662 h 76"/>
                  <a:gd name="T14" fmla="*/ 487 w 109"/>
                  <a:gd name="T15" fmla="*/ 403 h 76"/>
                  <a:gd name="T16" fmla="*/ 318 w 109"/>
                  <a:gd name="T17" fmla="*/ 279 h 76"/>
                  <a:gd name="T18" fmla="*/ 0 w 109"/>
                  <a:gd name="T19" fmla="*/ 124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76">
                    <a:moveTo>
                      <a:pt x="20" y="2"/>
                    </a:moveTo>
                    <a:cubicBezTo>
                      <a:pt x="36" y="0"/>
                      <a:pt x="53" y="10"/>
                      <a:pt x="69" y="8"/>
                    </a:cubicBezTo>
                    <a:cubicBezTo>
                      <a:pt x="65" y="33"/>
                      <a:pt x="96" y="23"/>
                      <a:pt x="108" y="21"/>
                    </a:cubicBezTo>
                    <a:cubicBezTo>
                      <a:pt x="109" y="30"/>
                      <a:pt x="101" y="40"/>
                      <a:pt x="99" y="49"/>
                    </a:cubicBezTo>
                    <a:cubicBezTo>
                      <a:pt x="96" y="58"/>
                      <a:pt x="96" y="76"/>
                      <a:pt x="85" y="68"/>
                    </a:cubicBezTo>
                    <a:cubicBezTo>
                      <a:pt x="81" y="65"/>
                      <a:pt x="78" y="57"/>
                      <a:pt x="75" y="53"/>
                    </a:cubicBezTo>
                    <a:cubicBezTo>
                      <a:pt x="71" y="49"/>
                      <a:pt x="65" y="47"/>
                      <a:pt x="61" y="43"/>
                    </a:cubicBezTo>
                    <a:cubicBezTo>
                      <a:pt x="53" y="35"/>
                      <a:pt x="49" y="31"/>
                      <a:pt x="38" y="26"/>
                    </a:cubicBezTo>
                    <a:cubicBezTo>
                      <a:pt x="31" y="23"/>
                      <a:pt x="31" y="22"/>
                      <a:pt x="25" y="18"/>
                    </a:cubicBezTo>
                    <a:cubicBezTo>
                      <a:pt x="17" y="13"/>
                      <a:pt x="8" y="12"/>
                      <a:pt x="0" y="8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2" name="Freeform 398">
                <a:extLst>
                  <a:ext uri="{FF2B5EF4-FFF2-40B4-BE49-F238E27FC236}">
                    <a16:creationId xmlns:a16="http://schemas.microsoft.com/office/drawing/2014/main" id="{BA8ED72F-500D-4429-98CC-0B9970F1D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464"/>
                <a:ext cx="220" cy="222"/>
              </a:xfrm>
              <a:custGeom>
                <a:avLst/>
                <a:gdLst>
                  <a:gd name="T0" fmla="*/ 37 w 94"/>
                  <a:gd name="T1" fmla="*/ 0 h 89"/>
                  <a:gd name="T2" fmla="*/ 613 w 94"/>
                  <a:gd name="T3" fmla="*/ 571 h 89"/>
                  <a:gd name="T4" fmla="*/ 871 w 94"/>
                  <a:gd name="T5" fmla="*/ 965 h 89"/>
                  <a:gd name="T6" fmla="*/ 1041 w 94"/>
                  <a:gd name="T7" fmla="*/ 1382 h 89"/>
                  <a:gd name="T8" fmla="*/ 859 w 94"/>
                  <a:gd name="T9" fmla="*/ 604 h 89"/>
                  <a:gd name="T10" fmla="*/ 412 w 94"/>
                  <a:gd name="T11" fmla="*/ 249 h 89"/>
                  <a:gd name="T12" fmla="*/ 0 w 94"/>
                  <a:gd name="T13" fmla="*/ 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89">
                    <a:moveTo>
                      <a:pt x="3" y="0"/>
                    </a:moveTo>
                    <a:cubicBezTo>
                      <a:pt x="14" y="16"/>
                      <a:pt x="33" y="27"/>
                      <a:pt x="48" y="37"/>
                    </a:cubicBezTo>
                    <a:cubicBezTo>
                      <a:pt x="57" y="44"/>
                      <a:pt x="63" y="53"/>
                      <a:pt x="68" y="62"/>
                    </a:cubicBezTo>
                    <a:cubicBezTo>
                      <a:pt x="72" y="70"/>
                      <a:pt x="76" y="83"/>
                      <a:pt x="81" y="89"/>
                    </a:cubicBezTo>
                    <a:cubicBezTo>
                      <a:pt x="94" y="68"/>
                      <a:pt x="85" y="51"/>
                      <a:pt x="67" y="39"/>
                    </a:cubicBezTo>
                    <a:cubicBezTo>
                      <a:pt x="55" y="31"/>
                      <a:pt x="44" y="23"/>
                      <a:pt x="32" y="16"/>
                    </a:cubicBezTo>
                    <a:cubicBezTo>
                      <a:pt x="21" y="9"/>
                      <a:pt x="15" y="0"/>
                      <a:pt x="0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3" name="Freeform 399">
                <a:extLst>
                  <a:ext uri="{FF2B5EF4-FFF2-40B4-BE49-F238E27FC236}">
                    <a16:creationId xmlns:a16="http://schemas.microsoft.com/office/drawing/2014/main" id="{76CCE903-E5DE-4843-9F58-3409D4E13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676"/>
                <a:ext cx="218" cy="72"/>
              </a:xfrm>
              <a:custGeom>
                <a:avLst/>
                <a:gdLst>
                  <a:gd name="T0" fmla="*/ 1198 w 93"/>
                  <a:gd name="T1" fmla="*/ 30 h 29"/>
                  <a:gd name="T2" fmla="*/ 556 w 93"/>
                  <a:gd name="T3" fmla="*/ 184 h 29"/>
                  <a:gd name="T4" fmla="*/ 0 w 93"/>
                  <a:gd name="T5" fmla="*/ 137 h 29"/>
                  <a:gd name="T6" fmla="*/ 441 w 93"/>
                  <a:gd name="T7" fmla="*/ 412 h 29"/>
                  <a:gd name="T8" fmla="*/ 863 w 93"/>
                  <a:gd name="T9" fmla="*/ 308 h 29"/>
                  <a:gd name="T10" fmla="*/ 1198 w 93"/>
                  <a:gd name="T11" fmla="*/ 228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29">
                    <a:moveTo>
                      <a:pt x="93" y="2"/>
                    </a:moveTo>
                    <a:cubicBezTo>
                      <a:pt x="76" y="0"/>
                      <a:pt x="58" y="8"/>
                      <a:pt x="43" y="12"/>
                    </a:cubicBezTo>
                    <a:cubicBezTo>
                      <a:pt x="24" y="18"/>
                      <a:pt x="17" y="17"/>
                      <a:pt x="0" y="9"/>
                    </a:cubicBezTo>
                    <a:cubicBezTo>
                      <a:pt x="11" y="23"/>
                      <a:pt x="14" y="29"/>
                      <a:pt x="34" y="27"/>
                    </a:cubicBezTo>
                    <a:cubicBezTo>
                      <a:pt x="46" y="26"/>
                      <a:pt x="56" y="24"/>
                      <a:pt x="67" y="20"/>
                    </a:cubicBezTo>
                    <a:cubicBezTo>
                      <a:pt x="77" y="16"/>
                      <a:pt x="83" y="18"/>
                      <a:pt x="93" y="15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4" name="Freeform 400">
                <a:extLst>
                  <a:ext uri="{FF2B5EF4-FFF2-40B4-BE49-F238E27FC236}">
                    <a16:creationId xmlns:a16="http://schemas.microsoft.com/office/drawing/2014/main" id="{14B21D68-6DEB-4431-8727-6C829F10E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396"/>
                <a:ext cx="224" cy="63"/>
              </a:xfrm>
              <a:custGeom>
                <a:avLst/>
                <a:gdLst>
                  <a:gd name="T0" fmla="*/ 0 w 96"/>
                  <a:gd name="T1" fmla="*/ 146 h 25"/>
                  <a:gd name="T2" fmla="*/ 572 w 96"/>
                  <a:gd name="T3" fmla="*/ 20 h 25"/>
                  <a:gd name="T4" fmla="*/ 1220 w 96"/>
                  <a:gd name="T5" fmla="*/ 146 h 25"/>
                  <a:gd name="T6" fmla="*/ 1209 w 96"/>
                  <a:gd name="T7" fmla="*/ 368 h 25"/>
                  <a:gd name="T8" fmla="*/ 600 w 96"/>
                  <a:gd name="T9" fmla="*/ 338 h 25"/>
                  <a:gd name="T10" fmla="*/ 0 w 96"/>
                  <a:gd name="T11" fmla="*/ 31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25">
                    <a:moveTo>
                      <a:pt x="0" y="9"/>
                    </a:moveTo>
                    <a:cubicBezTo>
                      <a:pt x="10" y="21"/>
                      <a:pt x="34" y="2"/>
                      <a:pt x="45" y="1"/>
                    </a:cubicBezTo>
                    <a:cubicBezTo>
                      <a:pt x="62" y="0"/>
                      <a:pt x="79" y="8"/>
                      <a:pt x="96" y="9"/>
                    </a:cubicBezTo>
                    <a:cubicBezTo>
                      <a:pt x="96" y="14"/>
                      <a:pt x="96" y="19"/>
                      <a:pt x="95" y="23"/>
                    </a:cubicBezTo>
                    <a:cubicBezTo>
                      <a:pt x="79" y="25"/>
                      <a:pt x="63" y="21"/>
                      <a:pt x="47" y="21"/>
                    </a:cubicBezTo>
                    <a:cubicBezTo>
                      <a:pt x="31" y="21"/>
                      <a:pt x="16" y="25"/>
                      <a:pt x="0" y="2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5" name="Freeform 401">
                <a:extLst>
                  <a:ext uri="{FF2B5EF4-FFF2-40B4-BE49-F238E27FC236}">
                    <a16:creationId xmlns:a16="http://schemas.microsoft.com/office/drawing/2014/main" id="{5251E1BE-0E09-436E-BB08-223CE0A47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3621"/>
                <a:ext cx="166" cy="144"/>
              </a:xfrm>
              <a:custGeom>
                <a:avLst/>
                <a:gdLst>
                  <a:gd name="T0" fmla="*/ 0 w 71"/>
                  <a:gd name="T1" fmla="*/ 0 h 58"/>
                  <a:gd name="T2" fmla="*/ 126 w 71"/>
                  <a:gd name="T3" fmla="*/ 353 h 58"/>
                  <a:gd name="T4" fmla="*/ 372 w 71"/>
                  <a:gd name="T5" fmla="*/ 598 h 58"/>
                  <a:gd name="T6" fmla="*/ 641 w 71"/>
                  <a:gd name="T7" fmla="*/ 598 h 58"/>
                  <a:gd name="T8" fmla="*/ 907 w 71"/>
                  <a:gd name="T9" fmla="*/ 814 h 58"/>
                  <a:gd name="T10" fmla="*/ 715 w 71"/>
                  <a:gd name="T11" fmla="*/ 814 h 58"/>
                  <a:gd name="T12" fmla="*/ 318 w 71"/>
                  <a:gd name="T13" fmla="*/ 889 h 58"/>
                  <a:gd name="T14" fmla="*/ 0 w 71"/>
                  <a:gd name="T15" fmla="*/ 61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58">
                    <a:moveTo>
                      <a:pt x="0" y="0"/>
                    </a:moveTo>
                    <a:cubicBezTo>
                      <a:pt x="7" y="5"/>
                      <a:pt x="5" y="15"/>
                      <a:pt x="10" y="23"/>
                    </a:cubicBezTo>
                    <a:cubicBezTo>
                      <a:pt x="14" y="30"/>
                      <a:pt x="22" y="35"/>
                      <a:pt x="29" y="39"/>
                    </a:cubicBezTo>
                    <a:cubicBezTo>
                      <a:pt x="39" y="43"/>
                      <a:pt x="40" y="38"/>
                      <a:pt x="50" y="39"/>
                    </a:cubicBezTo>
                    <a:cubicBezTo>
                      <a:pt x="59" y="39"/>
                      <a:pt x="66" y="46"/>
                      <a:pt x="71" y="53"/>
                    </a:cubicBezTo>
                    <a:cubicBezTo>
                      <a:pt x="66" y="55"/>
                      <a:pt x="61" y="53"/>
                      <a:pt x="56" y="53"/>
                    </a:cubicBezTo>
                    <a:cubicBezTo>
                      <a:pt x="45" y="53"/>
                      <a:pt x="36" y="58"/>
                      <a:pt x="25" y="58"/>
                    </a:cubicBezTo>
                    <a:cubicBezTo>
                      <a:pt x="7" y="57"/>
                      <a:pt x="12" y="48"/>
                      <a:pt x="0" y="4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6" name="Freeform 402">
                <a:extLst>
                  <a:ext uri="{FF2B5EF4-FFF2-40B4-BE49-F238E27FC236}">
                    <a16:creationId xmlns:a16="http://schemas.microsoft.com/office/drawing/2014/main" id="{83A12F53-844F-4B76-A655-4368D3A64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3379"/>
                <a:ext cx="229" cy="104"/>
              </a:xfrm>
              <a:custGeom>
                <a:avLst/>
                <a:gdLst>
                  <a:gd name="T0" fmla="*/ 0 w 98"/>
                  <a:gd name="T1" fmla="*/ 639 h 42"/>
                  <a:gd name="T2" fmla="*/ 563 w 98"/>
                  <a:gd name="T3" fmla="*/ 42 h 42"/>
                  <a:gd name="T4" fmla="*/ 935 w 98"/>
                  <a:gd name="T5" fmla="*/ 42 h 42"/>
                  <a:gd name="T6" fmla="*/ 1250 w 98"/>
                  <a:gd name="T7" fmla="*/ 62 h 42"/>
                  <a:gd name="T8" fmla="*/ 879 w 98"/>
                  <a:gd name="T9" fmla="*/ 503 h 42"/>
                  <a:gd name="T10" fmla="*/ 449 w 98"/>
                  <a:gd name="T11" fmla="*/ 307 h 42"/>
                  <a:gd name="T12" fmla="*/ 126 w 98"/>
                  <a:gd name="T13" fmla="*/ 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2">
                    <a:moveTo>
                      <a:pt x="0" y="42"/>
                    </a:moveTo>
                    <a:cubicBezTo>
                      <a:pt x="9" y="27"/>
                      <a:pt x="27" y="8"/>
                      <a:pt x="44" y="3"/>
                    </a:cubicBezTo>
                    <a:cubicBezTo>
                      <a:pt x="53" y="1"/>
                      <a:pt x="64" y="3"/>
                      <a:pt x="73" y="3"/>
                    </a:cubicBezTo>
                    <a:cubicBezTo>
                      <a:pt x="81" y="3"/>
                      <a:pt x="91" y="0"/>
                      <a:pt x="98" y="4"/>
                    </a:cubicBezTo>
                    <a:cubicBezTo>
                      <a:pt x="77" y="4"/>
                      <a:pt x="60" y="11"/>
                      <a:pt x="69" y="33"/>
                    </a:cubicBezTo>
                    <a:cubicBezTo>
                      <a:pt x="64" y="8"/>
                      <a:pt x="50" y="10"/>
                      <a:pt x="35" y="20"/>
                    </a:cubicBezTo>
                    <a:cubicBezTo>
                      <a:pt x="26" y="25"/>
                      <a:pt x="18" y="28"/>
                      <a:pt x="10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7" name="Freeform 403">
                <a:extLst>
                  <a:ext uri="{FF2B5EF4-FFF2-40B4-BE49-F238E27FC236}">
                    <a16:creationId xmlns:a16="http://schemas.microsoft.com/office/drawing/2014/main" id="{7F336E97-97D5-4653-9EA2-E60A6ED00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349"/>
                <a:ext cx="246" cy="424"/>
              </a:xfrm>
              <a:custGeom>
                <a:avLst/>
                <a:gdLst>
                  <a:gd name="T0" fmla="*/ 1054 w 105"/>
                  <a:gd name="T1" fmla="*/ 0 h 170"/>
                  <a:gd name="T2" fmla="*/ 490 w 105"/>
                  <a:gd name="T3" fmla="*/ 621 h 170"/>
                  <a:gd name="T4" fmla="*/ 180 w 105"/>
                  <a:gd name="T5" fmla="*/ 1245 h 170"/>
                  <a:gd name="T6" fmla="*/ 499 w 105"/>
                  <a:gd name="T7" fmla="*/ 1549 h 170"/>
                  <a:gd name="T8" fmla="*/ 813 w 105"/>
                  <a:gd name="T9" fmla="*/ 1848 h 170"/>
                  <a:gd name="T10" fmla="*/ 965 w 105"/>
                  <a:gd name="T11" fmla="*/ 2265 h 170"/>
                  <a:gd name="T12" fmla="*/ 1349 w 105"/>
                  <a:gd name="T13" fmla="*/ 2639 h 170"/>
                  <a:gd name="T14" fmla="*/ 1054 w 105"/>
                  <a:gd name="T15" fmla="*/ 2252 h 170"/>
                  <a:gd name="T16" fmla="*/ 1092 w 105"/>
                  <a:gd name="T17" fmla="*/ 1786 h 170"/>
                  <a:gd name="T18" fmla="*/ 813 w 105"/>
                  <a:gd name="T19" fmla="*/ 1641 h 170"/>
                  <a:gd name="T20" fmla="*/ 719 w 105"/>
                  <a:gd name="T21" fmla="*/ 1332 h 170"/>
                  <a:gd name="T22" fmla="*/ 890 w 105"/>
                  <a:gd name="T23" fmla="*/ 200 h 1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5" h="170">
                    <a:moveTo>
                      <a:pt x="82" y="0"/>
                    </a:moveTo>
                    <a:cubicBezTo>
                      <a:pt x="65" y="9"/>
                      <a:pt x="51" y="26"/>
                      <a:pt x="38" y="40"/>
                    </a:cubicBezTo>
                    <a:cubicBezTo>
                      <a:pt x="30" y="50"/>
                      <a:pt x="11" y="65"/>
                      <a:pt x="14" y="80"/>
                    </a:cubicBezTo>
                    <a:cubicBezTo>
                      <a:pt x="16" y="90"/>
                      <a:pt x="31" y="95"/>
                      <a:pt x="39" y="100"/>
                    </a:cubicBezTo>
                    <a:cubicBezTo>
                      <a:pt x="46" y="106"/>
                      <a:pt x="58" y="112"/>
                      <a:pt x="63" y="119"/>
                    </a:cubicBezTo>
                    <a:cubicBezTo>
                      <a:pt x="69" y="127"/>
                      <a:pt x="68" y="139"/>
                      <a:pt x="75" y="146"/>
                    </a:cubicBezTo>
                    <a:cubicBezTo>
                      <a:pt x="86" y="155"/>
                      <a:pt x="102" y="154"/>
                      <a:pt x="105" y="170"/>
                    </a:cubicBezTo>
                    <a:cubicBezTo>
                      <a:pt x="97" y="165"/>
                      <a:pt x="88" y="153"/>
                      <a:pt x="82" y="145"/>
                    </a:cubicBezTo>
                    <a:cubicBezTo>
                      <a:pt x="74" y="133"/>
                      <a:pt x="81" y="127"/>
                      <a:pt x="85" y="115"/>
                    </a:cubicBezTo>
                    <a:cubicBezTo>
                      <a:pt x="79" y="115"/>
                      <a:pt x="68" y="110"/>
                      <a:pt x="63" y="106"/>
                    </a:cubicBezTo>
                    <a:cubicBezTo>
                      <a:pt x="54" y="99"/>
                      <a:pt x="53" y="97"/>
                      <a:pt x="56" y="86"/>
                    </a:cubicBezTo>
                    <a:cubicBezTo>
                      <a:pt x="0" y="80"/>
                      <a:pt x="56" y="34"/>
                      <a:pt x="69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8" name="Freeform 404">
                <a:extLst>
                  <a:ext uri="{FF2B5EF4-FFF2-40B4-BE49-F238E27FC236}">
                    <a16:creationId xmlns:a16="http://schemas.microsoft.com/office/drawing/2014/main" id="{517C3681-7736-4CF7-9404-806286236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2705"/>
                <a:ext cx="75" cy="150"/>
              </a:xfrm>
              <a:custGeom>
                <a:avLst/>
                <a:gdLst>
                  <a:gd name="T0" fmla="*/ 0 w 32"/>
                  <a:gd name="T1" fmla="*/ 938 h 60"/>
                  <a:gd name="T2" fmla="*/ 220 w 32"/>
                  <a:gd name="T3" fmla="*/ 583 h 60"/>
                  <a:gd name="T4" fmla="*/ 246 w 32"/>
                  <a:gd name="T5" fmla="*/ 0 h 60"/>
                  <a:gd name="T6" fmla="*/ 401 w 32"/>
                  <a:gd name="T7" fmla="*/ 595 h 60"/>
                  <a:gd name="T8" fmla="*/ 143 w 32"/>
                  <a:gd name="T9" fmla="*/ 87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0">
                    <a:moveTo>
                      <a:pt x="0" y="60"/>
                    </a:moveTo>
                    <a:cubicBezTo>
                      <a:pt x="12" y="60"/>
                      <a:pt x="16" y="46"/>
                      <a:pt x="17" y="37"/>
                    </a:cubicBezTo>
                    <a:cubicBezTo>
                      <a:pt x="19" y="30"/>
                      <a:pt x="23" y="5"/>
                      <a:pt x="19" y="0"/>
                    </a:cubicBezTo>
                    <a:cubicBezTo>
                      <a:pt x="21" y="12"/>
                      <a:pt x="32" y="26"/>
                      <a:pt x="31" y="38"/>
                    </a:cubicBezTo>
                    <a:cubicBezTo>
                      <a:pt x="24" y="43"/>
                      <a:pt x="17" y="48"/>
                      <a:pt x="11" y="56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9" name="Freeform 405">
                <a:extLst>
                  <a:ext uri="{FF2B5EF4-FFF2-40B4-BE49-F238E27FC236}">
                    <a16:creationId xmlns:a16="http://schemas.microsoft.com/office/drawing/2014/main" id="{691D83BD-4490-40D4-A251-051481AEF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2" y="3501"/>
                <a:ext cx="44" cy="60"/>
              </a:xfrm>
              <a:custGeom>
                <a:avLst/>
                <a:gdLst>
                  <a:gd name="T0" fmla="*/ 0 w 19"/>
                  <a:gd name="T1" fmla="*/ 33 h 24"/>
                  <a:gd name="T2" fmla="*/ 160 w 19"/>
                  <a:gd name="T3" fmla="*/ 375 h 24"/>
                  <a:gd name="T4" fmla="*/ 236 w 19"/>
                  <a:gd name="T5" fmla="*/ 158 h 24"/>
                  <a:gd name="T6" fmla="*/ 12 w 19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0" y="2"/>
                    </a:moveTo>
                    <a:cubicBezTo>
                      <a:pt x="7" y="10"/>
                      <a:pt x="15" y="13"/>
                      <a:pt x="13" y="24"/>
                    </a:cubicBezTo>
                    <a:cubicBezTo>
                      <a:pt x="17" y="20"/>
                      <a:pt x="18" y="15"/>
                      <a:pt x="19" y="10"/>
                    </a:cubicBezTo>
                    <a:cubicBezTo>
                      <a:pt x="14" y="6"/>
                      <a:pt x="7" y="3"/>
                      <a:pt x="1" y="0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0" name="Freeform 406">
                <a:extLst>
                  <a:ext uri="{FF2B5EF4-FFF2-40B4-BE49-F238E27FC236}">
                    <a16:creationId xmlns:a16="http://schemas.microsoft.com/office/drawing/2014/main" id="{7487541B-11BE-4596-852F-86CB1602A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3289"/>
                <a:ext cx="87" cy="147"/>
              </a:xfrm>
              <a:custGeom>
                <a:avLst/>
                <a:gdLst>
                  <a:gd name="T0" fmla="*/ 393 w 37"/>
                  <a:gd name="T1" fmla="*/ 0 h 59"/>
                  <a:gd name="T2" fmla="*/ 233 w 37"/>
                  <a:gd name="T3" fmla="*/ 528 h 59"/>
                  <a:gd name="T4" fmla="*/ 482 w 37"/>
                  <a:gd name="T5" fmla="*/ 603 h 59"/>
                  <a:gd name="T6" fmla="*/ 106 w 37"/>
                  <a:gd name="T7" fmla="*/ 912 h 59"/>
                  <a:gd name="T8" fmla="*/ 209 w 37"/>
                  <a:gd name="T9" fmla="*/ 26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9">
                    <a:moveTo>
                      <a:pt x="30" y="0"/>
                    </a:moveTo>
                    <a:cubicBezTo>
                      <a:pt x="22" y="5"/>
                      <a:pt x="10" y="24"/>
                      <a:pt x="18" y="34"/>
                    </a:cubicBezTo>
                    <a:cubicBezTo>
                      <a:pt x="23" y="39"/>
                      <a:pt x="31" y="35"/>
                      <a:pt x="37" y="39"/>
                    </a:cubicBezTo>
                    <a:cubicBezTo>
                      <a:pt x="22" y="42"/>
                      <a:pt x="17" y="47"/>
                      <a:pt x="8" y="59"/>
                    </a:cubicBezTo>
                    <a:cubicBezTo>
                      <a:pt x="6" y="42"/>
                      <a:pt x="0" y="28"/>
                      <a:pt x="16" y="17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1" name="Freeform 407">
                <a:extLst>
                  <a:ext uri="{FF2B5EF4-FFF2-40B4-BE49-F238E27FC236}">
                    <a16:creationId xmlns:a16="http://schemas.microsoft.com/office/drawing/2014/main" id="{93BF0467-505E-44E7-9D15-480770709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3339"/>
                <a:ext cx="103" cy="37"/>
              </a:xfrm>
              <a:custGeom>
                <a:avLst/>
                <a:gdLst>
                  <a:gd name="T0" fmla="*/ 286 w 44"/>
                  <a:gd name="T1" fmla="*/ 30 h 15"/>
                  <a:gd name="T2" fmla="*/ 28 w 44"/>
                  <a:gd name="T3" fmla="*/ 224 h 15"/>
                  <a:gd name="T4" fmla="*/ 564 w 44"/>
                  <a:gd name="T5" fmla="*/ 195 h 15"/>
                  <a:gd name="T6" fmla="*/ 307 w 44"/>
                  <a:gd name="T7" fmla="*/ 3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5">
                    <a:moveTo>
                      <a:pt x="22" y="2"/>
                    </a:moveTo>
                    <a:cubicBezTo>
                      <a:pt x="14" y="1"/>
                      <a:pt x="0" y="5"/>
                      <a:pt x="2" y="15"/>
                    </a:cubicBezTo>
                    <a:cubicBezTo>
                      <a:pt x="18" y="10"/>
                      <a:pt x="27" y="6"/>
                      <a:pt x="44" y="13"/>
                    </a:cubicBezTo>
                    <a:cubicBezTo>
                      <a:pt x="37" y="6"/>
                      <a:pt x="36" y="0"/>
                      <a:pt x="24" y="2"/>
                    </a:cubicBezTo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2" name="Freeform 408">
                <a:extLst>
                  <a:ext uri="{FF2B5EF4-FFF2-40B4-BE49-F238E27FC236}">
                    <a16:creationId xmlns:a16="http://schemas.microsoft.com/office/drawing/2014/main" id="{75E3672F-8A8A-4223-B247-D7658FCBD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3184"/>
                <a:ext cx="24" cy="25"/>
              </a:xfrm>
              <a:custGeom>
                <a:avLst/>
                <a:gdLst>
                  <a:gd name="T0" fmla="*/ 0 w 10"/>
                  <a:gd name="T1" fmla="*/ 158 h 10"/>
                  <a:gd name="T2" fmla="*/ 139 w 10"/>
                  <a:gd name="T3" fmla="*/ 83 h 10"/>
                  <a:gd name="T4" fmla="*/ 58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3" y="7"/>
                      <a:pt x="6" y="4"/>
                      <a:pt x="10" y="5"/>
                    </a:cubicBezTo>
                    <a:cubicBezTo>
                      <a:pt x="8" y="4"/>
                      <a:pt x="6" y="2"/>
                      <a:pt x="4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3" name="Freeform 409">
                <a:extLst>
                  <a:ext uri="{FF2B5EF4-FFF2-40B4-BE49-F238E27FC236}">
                    <a16:creationId xmlns:a16="http://schemas.microsoft.com/office/drawing/2014/main" id="{D765CF1C-EA51-4429-94B3-A48602FBD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3154"/>
                <a:ext cx="31" cy="35"/>
              </a:xfrm>
              <a:custGeom>
                <a:avLst/>
                <a:gdLst>
                  <a:gd name="T0" fmla="*/ 0 w 13"/>
                  <a:gd name="T1" fmla="*/ 113 h 14"/>
                  <a:gd name="T2" fmla="*/ 176 w 13"/>
                  <a:gd name="T3" fmla="*/ 0 h 14"/>
                  <a:gd name="T4" fmla="*/ 136 w 13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5" y="6"/>
                      <a:pt x="9" y="3"/>
                      <a:pt x="13" y="0"/>
                    </a:cubicBezTo>
                    <a:cubicBezTo>
                      <a:pt x="12" y="4"/>
                      <a:pt x="11" y="9"/>
                      <a:pt x="10" y="14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4" name="Freeform 410">
                <a:extLst>
                  <a:ext uri="{FF2B5EF4-FFF2-40B4-BE49-F238E27FC236}">
                    <a16:creationId xmlns:a16="http://schemas.microsoft.com/office/drawing/2014/main" id="{0F87BFC3-78E6-4D20-BF78-254AE3247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3227"/>
                <a:ext cx="33" cy="55"/>
              </a:xfrm>
              <a:custGeom>
                <a:avLst/>
                <a:gdLst>
                  <a:gd name="T0" fmla="*/ 0 w 14"/>
                  <a:gd name="T1" fmla="*/ 208 h 22"/>
                  <a:gd name="T2" fmla="*/ 118 w 14"/>
                  <a:gd name="T3" fmla="*/ 345 h 22"/>
                  <a:gd name="T4" fmla="*/ 184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0" y="13"/>
                    </a:moveTo>
                    <a:cubicBezTo>
                      <a:pt x="7" y="13"/>
                      <a:pt x="11" y="15"/>
                      <a:pt x="9" y="22"/>
                    </a:cubicBezTo>
                    <a:cubicBezTo>
                      <a:pt x="11" y="15"/>
                      <a:pt x="14" y="7"/>
                      <a:pt x="14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5" name="Freeform 411">
                <a:extLst>
                  <a:ext uri="{FF2B5EF4-FFF2-40B4-BE49-F238E27FC236}">
                    <a16:creationId xmlns:a16="http://schemas.microsoft.com/office/drawing/2014/main" id="{A16F7EB6-1615-4268-8C55-ABD0F75A9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331"/>
                <a:ext cx="35" cy="20"/>
              </a:xfrm>
              <a:custGeom>
                <a:avLst/>
                <a:gdLst>
                  <a:gd name="T0" fmla="*/ 0 w 15"/>
                  <a:gd name="T1" fmla="*/ 20 h 8"/>
                  <a:gd name="T2" fmla="*/ 86 w 15"/>
                  <a:gd name="T3" fmla="*/ 125 h 8"/>
                  <a:gd name="T4" fmla="*/ 191 w 15"/>
                  <a:gd name="T5" fmla="*/ 3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0" y="1"/>
                    </a:moveTo>
                    <a:cubicBezTo>
                      <a:pt x="5" y="0"/>
                      <a:pt x="6" y="4"/>
                      <a:pt x="7" y="8"/>
                    </a:cubicBezTo>
                    <a:cubicBezTo>
                      <a:pt x="9" y="4"/>
                      <a:pt x="12" y="2"/>
                      <a:pt x="15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6" name="Freeform 412">
                <a:extLst>
                  <a:ext uri="{FF2B5EF4-FFF2-40B4-BE49-F238E27FC236}">
                    <a16:creationId xmlns:a16="http://schemas.microsoft.com/office/drawing/2014/main" id="{EBBB076F-16B1-4098-A7B4-8DC0692DA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573"/>
                <a:ext cx="32" cy="40"/>
              </a:xfrm>
              <a:custGeom>
                <a:avLst/>
                <a:gdLst>
                  <a:gd name="T0" fmla="*/ 167 w 14"/>
                  <a:gd name="T1" fmla="*/ 208 h 16"/>
                  <a:gd name="T2" fmla="*/ 57 w 14"/>
                  <a:gd name="T3" fmla="*/ 250 h 16"/>
                  <a:gd name="T4" fmla="*/ 0 w 1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4" y="13"/>
                    </a:moveTo>
                    <a:cubicBezTo>
                      <a:pt x="10" y="12"/>
                      <a:pt x="6" y="13"/>
                      <a:pt x="5" y="16"/>
                    </a:cubicBezTo>
                    <a:cubicBezTo>
                      <a:pt x="4" y="11"/>
                      <a:pt x="1" y="3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7" name="Freeform 413">
                <a:extLst>
                  <a:ext uri="{FF2B5EF4-FFF2-40B4-BE49-F238E27FC236}">
                    <a16:creationId xmlns:a16="http://schemas.microsoft.com/office/drawing/2014/main" id="{532A3F8D-82A5-4231-AFE3-C69577E63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2" y="2955"/>
                <a:ext cx="11" cy="45"/>
              </a:xfrm>
              <a:custGeom>
                <a:avLst/>
                <a:gdLst>
                  <a:gd name="T0" fmla="*/ 0 w 5"/>
                  <a:gd name="T1" fmla="*/ 50 h 18"/>
                  <a:gd name="T2" fmla="*/ 53 w 5"/>
                  <a:gd name="T3" fmla="*/ 0 h 18"/>
                  <a:gd name="T4" fmla="*/ 44 w 5"/>
                  <a:gd name="T5" fmla="*/ 2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8">
                    <a:moveTo>
                      <a:pt x="0" y="3"/>
                    </a:moveTo>
                    <a:cubicBezTo>
                      <a:pt x="3" y="2"/>
                      <a:pt x="5" y="4"/>
                      <a:pt x="5" y="0"/>
                    </a:cubicBezTo>
                    <a:cubicBezTo>
                      <a:pt x="5" y="6"/>
                      <a:pt x="3" y="15"/>
                      <a:pt x="4" y="18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8" name="Freeform 414">
                <a:extLst>
                  <a:ext uri="{FF2B5EF4-FFF2-40B4-BE49-F238E27FC236}">
                    <a16:creationId xmlns:a16="http://schemas.microsoft.com/office/drawing/2014/main" id="{45BD407D-89AA-4722-A266-3206E1C12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3344"/>
                <a:ext cx="19" cy="32"/>
              </a:xfrm>
              <a:custGeom>
                <a:avLst/>
                <a:gdLst>
                  <a:gd name="T0" fmla="*/ 0 w 8"/>
                  <a:gd name="T1" fmla="*/ 153 h 13"/>
                  <a:gd name="T2" fmla="*/ 69 w 8"/>
                  <a:gd name="T3" fmla="*/ 194 h 13"/>
                  <a:gd name="T4" fmla="*/ 78 w 8"/>
                  <a:gd name="T5" fmla="*/ 91 h 13"/>
                  <a:gd name="T6" fmla="*/ 107 w 8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10"/>
                    </a:moveTo>
                    <a:cubicBezTo>
                      <a:pt x="3" y="9"/>
                      <a:pt x="4" y="11"/>
                      <a:pt x="5" y="13"/>
                    </a:cubicBezTo>
                    <a:cubicBezTo>
                      <a:pt x="4" y="11"/>
                      <a:pt x="6" y="8"/>
                      <a:pt x="6" y="6"/>
                    </a:cubicBezTo>
                    <a:cubicBezTo>
                      <a:pt x="7" y="4"/>
                      <a:pt x="7" y="2"/>
                      <a:pt x="8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9" name="Freeform 415">
                <a:extLst>
                  <a:ext uri="{FF2B5EF4-FFF2-40B4-BE49-F238E27FC236}">
                    <a16:creationId xmlns:a16="http://schemas.microsoft.com/office/drawing/2014/main" id="{AAE8602B-9916-41E0-8D7B-602AC4E9F5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75" y="2062"/>
                <a:ext cx="2680" cy="1885"/>
              </a:xfrm>
              <a:custGeom>
                <a:avLst/>
                <a:gdLst>
                  <a:gd name="T0" fmla="*/ 11611 w 1146"/>
                  <a:gd name="T1" fmla="*/ 5770 h 756"/>
                  <a:gd name="T2" fmla="*/ 13061 w 1146"/>
                  <a:gd name="T3" fmla="*/ 2314 h 756"/>
                  <a:gd name="T4" fmla="*/ 12432 w 1146"/>
                  <a:gd name="T5" fmla="*/ 4122 h 756"/>
                  <a:gd name="T6" fmla="*/ 12114 w 1146"/>
                  <a:gd name="T7" fmla="*/ 2977 h 756"/>
                  <a:gd name="T8" fmla="*/ 10528 w 1146"/>
                  <a:gd name="T9" fmla="*/ 3289 h 756"/>
                  <a:gd name="T10" fmla="*/ 11496 w 1146"/>
                  <a:gd name="T11" fmla="*/ 5254 h 756"/>
                  <a:gd name="T12" fmla="*/ 8980 w 1146"/>
                  <a:gd name="T13" fmla="*/ 2698 h 756"/>
                  <a:gd name="T14" fmla="*/ 8171 w 1146"/>
                  <a:gd name="T15" fmla="*/ 3022 h 756"/>
                  <a:gd name="T16" fmla="*/ 7481 w 1146"/>
                  <a:gd name="T17" fmla="*/ 105 h 756"/>
                  <a:gd name="T18" fmla="*/ 7607 w 1146"/>
                  <a:gd name="T19" fmla="*/ 2990 h 756"/>
                  <a:gd name="T20" fmla="*/ 8826 w 1146"/>
                  <a:gd name="T21" fmla="*/ 3780 h 756"/>
                  <a:gd name="T22" fmla="*/ 5846 w 1146"/>
                  <a:gd name="T23" fmla="*/ 3331 h 756"/>
                  <a:gd name="T24" fmla="*/ 5512 w 1146"/>
                  <a:gd name="T25" fmla="*/ 374 h 756"/>
                  <a:gd name="T26" fmla="*/ 5676 w 1146"/>
                  <a:gd name="T27" fmla="*/ 3147 h 756"/>
                  <a:gd name="T28" fmla="*/ 4041 w 1146"/>
                  <a:gd name="T29" fmla="*/ 2281 h 756"/>
                  <a:gd name="T30" fmla="*/ 3506 w 1146"/>
                  <a:gd name="T31" fmla="*/ 2369 h 756"/>
                  <a:gd name="T32" fmla="*/ 4988 w 1146"/>
                  <a:gd name="T33" fmla="*/ 2636 h 756"/>
                  <a:gd name="T34" fmla="*/ 4883 w 1146"/>
                  <a:gd name="T35" fmla="*/ 3997 h 756"/>
                  <a:gd name="T36" fmla="*/ 3592 w 1146"/>
                  <a:gd name="T37" fmla="*/ 3797 h 756"/>
                  <a:gd name="T38" fmla="*/ 4184 w 1146"/>
                  <a:gd name="T39" fmla="*/ 5087 h 756"/>
                  <a:gd name="T40" fmla="*/ 4518 w 1146"/>
                  <a:gd name="T41" fmla="*/ 5750 h 756"/>
                  <a:gd name="T42" fmla="*/ 3122 w 1146"/>
                  <a:gd name="T43" fmla="*/ 7577 h 756"/>
                  <a:gd name="T44" fmla="*/ 3031 w 1146"/>
                  <a:gd name="T45" fmla="*/ 6902 h 756"/>
                  <a:gd name="T46" fmla="*/ 2685 w 1146"/>
                  <a:gd name="T47" fmla="*/ 7597 h 756"/>
                  <a:gd name="T48" fmla="*/ 1805 w 1146"/>
                  <a:gd name="T49" fmla="*/ 7951 h 756"/>
                  <a:gd name="T50" fmla="*/ 0 w 1146"/>
                  <a:gd name="T51" fmla="*/ 8759 h 756"/>
                  <a:gd name="T52" fmla="*/ 3068 w 1146"/>
                  <a:gd name="T53" fmla="*/ 7752 h 756"/>
                  <a:gd name="T54" fmla="*/ 5973 w 1146"/>
                  <a:gd name="T55" fmla="*/ 9550 h 756"/>
                  <a:gd name="T56" fmla="*/ 4319 w 1146"/>
                  <a:gd name="T57" fmla="*/ 10028 h 756"/>
                  <a:gd name="T58" fmla="*/ 3938 w 1146"/>
                  <a:gd name="T59" fmla="*/ 9163 h 756"/>
                  <a:gd name="T60" fmla="*/ 3849 w 1146"/>
                  <a:gd name="T61" fmla="*/ 9258 h 756"/>
                  <a:gd name="T62" fmla="*/ 3735 w 1146"/>
                  <a:gd name="T63" fmla="*/ 9333 h 756"/>
                  <a:gd name="T64" fmla="*/ 4387 w 1146"/>
                  <a:gd name="T65" fmla="*/ 10400 h 756"/>
                  <a:gd name="T66" fmla="*/ 2839 w 1146"/>
                  <a:gd name="T67" fmla="*/ 9580 h 756"/>
                  <a:gd name="T68" fmla="*/ 2696 w 1146"/>
                  <a:gd name="T69" fmla="*/ 9517 h 756"/>
                  <a:gd name="T70" fmla="*/ 2696 w 1146"/>
                  <a:gd name="T71" fmla="*/ 9654 h 756"/>
                  <a:gd name="T72" fmla="*/ 1663 w 1146"/>
                  <a:gd name="T73" fmla="*/ 10495 h 756"/>
                  <a:gd name="T74" fmla="*/ 4032 w 1146"/>
                  <a:gd name="T75" fmla="*/ 10569 h 756"/>
                  <a:gd name="T76" fmla="*/ 4298 w 1146"/>
                  <a:gd name="T77" fmla="*/ 10816 h 756"/>
                  <a:gd name="T78" fmla="*/ 9209 w 1146"/>
                  <a:gd name="T79" fmla="*/ 11627 h 756"/>
                  <a:gd name="T80" fmla="*/ 9258 w 1146"/>
                  <a:gd name="T81" fmla="*/ 10991 h 756"/>
                  <a:gd name="T82" fmla="*/ 8314 w 1146"/>
                  <a:gd name="T83" fmla="*/ 11190 h 756"/>
                  <a:gd name="T84" fmla="*/ 6700 w 1146"/>
                  <a:gd name="T85" fmla="*/ 11178 h 756"/>
                  <a:gd name="T86" fmla="*/ 9078 w 1146"/>
                  <a:gd name="T87" fmla="*/ 9829 h 756"/>
                  <a:gd name="T88" fmla="*/ 7815 w 1146"/>
                  <a:gd name="T89" fmla="*/ 9208 h 756"/>
                  <a:gd name="T90" fmla="*/ 4156 w 1146"/>
                  <a:gd name="T91" fmla="*/ 8076 h 756"/>
                  <a:gd name="T92" fmla="*/ 7032 w 1146"/>
                  <a:gd name="T93" fmla="*/ 4513 h 756"/>
                  <a:gd name="T94" fmla="*/ 9822 w 1146"/>
                  <a:gd name="T95" fmla="*/ 8076 h 756"/>
                  <a:gd name="T96" fmla="*/ 10720 w 1146"/>
                  <a:gd name="T97" fmla="*/ 9101 h 756"/>
                  <a:gd name="T98" fmla="*/ 11075 w 1146"/>
                  <a:gd name="T99" fmla="*/ 9113 h 756"/>
                  <a:gd name="T100" fmla="*/ 10206 w 1146"/>
                  <a:gd name="T101" fmla="*/ 7909 h 756"/>
                  <a:gd name="T102" fmla="*/ 12289 w 1146"/>
                  <a:gd name="T103" fmla="*/ 8667 h 756"/>
                  <a:gd name="T104" fmla="*/ 12535 w 1146"/>
                  <a:gd name="T105" fmla="*/ 9258 h 756"/>
                  <a:gd name="T106" fmla="*/ 13547 w 1146"/>
                  <a:gd name="T107" fmla="*/ 8605 h 756"/>
                  <a:gd name="T108" fmla="*/ 13070 w 1146"/>
                  <a:gd name="T109" fmla="*/ 8460 h 756"/>
                  <a:gd name="T110" fmla="*/ 11779 w 1146"/>
                  <a:gd name="T111" fmla="*/ 8325 h 756"/>
                  <a:gd name="T112" fmla="*/ 12458 w 1146"/>
                  <a:gd name="T113" fmla="*/ 6341 h 756"/>
                  <a:gd name="T114" fmla="*/ 14492 w 1146"/>
                  <a:gd name="T115" fmla="*/ 4451 h 756"/>
                  <a:gd name="T116" fmla="*/ 6508 w 1146"/>
                  <a:gd name="T117" fmla="*/ 11116 h 756"/>
                  <a:gd name="T118" fmla="*/ 6202 w 1146"/>
                  <a:gd name="T119" fmla="*/ 9737 h 75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146" h="756">
                    <a:moveTo>
                      <a:pt x="1062" y="330"/>
                    </a:moveTo>
                    <a:cubicBezTo>
                      <a:pt x="1062" y="335"/>
                      <a:pt x="1059" y="346"/>
                      <a:pt x="1058" y="351"/>
                    </a:cubicBezTo>
                    <a:cubicBezTo>
                      <a:pt x="1057" y="353"/>
                      <a:pt x="1053" y="362"/>
                      <a:pt x="1052" y="364"/>
                    </a:cubicBezTo>
                    <a:cubicBezTo>
                      <a:pt x="1043" y="381"/>
                      <a:pt x="1029" y="397"/>
                      <a:pt x="1015" y="401"/>
                    </a:cubicBezTo>
                    <a:cubicBezTo>
                      <a:pt x="1004" y="404"/>
                      <a:pt x="989" y="402"/>
                      <a:pt x="974" y="401"/>
                    </a:cubicBezTo>
                    <a:cubicBezTo>
                      <a:pt x="955" y="398"/>
                      <a:pt x="936" y="396"/>
                      <a:pt x="921" y="405"/>
                    </a:cubicBezTo>
                    <a:cubicBezTo>
                      <a:pt x="919" y="407"/>
                      <a:pt x="916" y="404"/>
                      <a:pt x="916" y="402"/>
                    </a:cubicBezTo>
                    <a:cubicBezTo>
                      <a:pt x="916" y="392"/>
                      <a:pt x="912" y="381"/>
                      <a:pt x="908" y="372"/>
                    </a:cubicBezTo>
                    <a:cubicBezTo>
                      <a:pt x="907" y="369"/>
                      <a:pt x="905" y="355"/>
                      <a:pt x="905" y="350"/>
                    </a:cubicBezTo>
                    <a:cubicBezTo>
                      <a:pt x="907" y="333"/>
                      <a:pt x="916" y="316"/>
                      <a:pt x="930" y="304"/>
                    </a:cubicBezTo>
                    <a:cubicBezTo>
                      <a:pt x="939" y="297"/>
                      <a:pt x="939" y="297"/>
                      <a:pt x="939" y="297"/>
                    </a:cubicBezTo>
                    <a:cubicBezTo>
                      <a:pt x="942" y="295"/>
                      <a:pt x="945" y="292"/>
                      <a:pt x="947" y="290"/>
                    </a:cubicBezTo>
                    <a:cubicBezTo>
                      <a:pt x="963" y="276"/>
                      <a:pt x="974" y="274"/>
                      <a:pt x="974" y="274"/>
                    </a:cubicBezTo>
                    <a:cubicBezTo>
                      <a:pt x="997" y="268"/>
                      <a:pt x="1006" y="264"/>
                      <a:pt x="1010" y="222"/>
                    </a:cubicBezTo>
                    <a:cubicBezTo>
                      <a:pt x="1011" y="205"/>
                      <a:pt x="1012" y="193"/>
                      <a:pt x="1012" y="184"/>
                    </a:cubicBezTo>
                    <a:cubicBezTo>
                      <a:pt x="1013" y="166"/>
                      <a:pt x="1013" y="161"/>
                      <a:pt x="1021" y="149"/>
                    </a:cubicBezTo>
                    <a:cubicBezTo>
                      <a:pt x="1027" y="139"/>
                      <a:pt x="1027" y="131"/>
                      <a:pt x="1025" y="124"/>
                    </a:cubicBezTo>
                    <a:cubicBezTo>
                      <a:pt x="1023" y="121"/>
                      <a:pt x="1016" y="112"/>
                      <a:pt x="1007" y="118"/>
                    </a:cubicBezTo>
                    <a:cubicBezTo>
                      <a:pt x="1013" y="122"/>
                      <a:pt x="1013" y="122"/>
                      <a:pt x="1013" y="122"/>
                    </a:cubicBezTo>
                    <a:cubicBezTo>
                      <a:pt x="1015" y="123"/>
                      <a:pt x="1018" y="125"/>
                      <a:pt x="1019" y="128"/>
                    </a:cubicBezTo>
                    <a:cubicBezTo>
                      <a:pt x="1021" y="132"/>
                      <a:pt x="1019" y="137"/>
                      <a:pt x="1014" y="144"/>
                    </a:cubicBezTo>
                    <a:cubicBezTo>
                      <a:pt x="1005" y="159"/>
                      <a:pt x="1005" y="166"/>
                      <a:pt x="1004" y="184"/>
                    </a:cubicBezTo>
                    <a:cubicBezTo>
                      <a:pt x="1004" y="192"/>
                      <a:pt x="1003" y="204"/>
                      <a:pt x="1002" y="221"/>
                    </a:cubicBezTo>
                    <a:cubicBezTo>
                      <a:pt x="998" y="260"/>
                      <a:pt x="992" y="261"/>
                      <a:pt x="972" y="266"/>
                    </a:cubicBezTo>
                    <a:cubicBezTo>
                      <a:pt x="969" y="268"/>
                      <a:pt x="969" y="268"/>
                      <a:pt x="969" y="268"/>
                    </a:cubicBezTo>
                    <a:cubicBezTo>
                      <a:pt x="969" y="268"/>
                      <a:pt x="964" y="269"/>
                      <a:pt x="965" y="263"/>
                    </a:cubicBezTo>
                    <a:cubicBezTo>
                      <a:pt x="967" y="254"/>
                      <a:pt x="966" y="242"/>
                      <a:pt x="960" y="227"/>
                    </a:cubicBezTo>
                    <a:cubicBezTo>
                      <a:pt x="956" y="214"/>
                      <a:pt x="954" y="204"/>
                      <a:pt x="955" y="195"/>
                    </a:cubicBezTo>
                    <a:cubicBezTo>
                      <a:pt x="955" y="187"/>
                      <a:pt x="955" y="175"/>
                      <a:pt x="958" y="163"/>
                    </a:cubicBezTo>
                    <a:moveTo>
                      <a:pt x="945" y="163"/>
                    </a:moveTo>
                    <a:cubicBezTo>
                      <a:pt x="946" y="164"/>
                      <a:pt x="947" y="169"/>
                      <a:pt x="948" y="171"/>
                    </a:cubicBezTo>
                    <a:cubicBezTo>
                      <a:pt x="949" y="174"/>
                      <a:pt x="947" y="186"/>
                      <a:pt x="947" y="192"/>
                    </a:cubicBezTo>
                    <a:cubicBezTo>
                      <a:pt x="947" y="192"/>
                      <a:pt x="947" y="214"/>
                      <a:pt x="953" y="230"/>
                    </a:cubicBezTo>
                    <a:cubicBezTo>
                      <a:pt x="967" y="265"/>
                      <a:pt x="951" y="277"/>
                      <a:pt x="934" y="291"/>
                    </a:cubicBezTo>
                    <a:cubicBezTo>
                      <a:pt x="925" y="297"/>
                      <a:pt x="925" y="297"/>
                      <a:pt x="925" y="297"/>
                    </a:cubicBezTo>
                    <a:cubicBezTo>
                      <a:pt x="924" y="299"/>
                      <a:pt x="923" y="300"/>
                      <a:pt x="921" y="301"/>
                    </a:cubicBezTo>
                    <a:cubicBezTo>
                      <a:pt x="920" y="302"/>
                      <a:pt x="918" y="301"/>
                      <a:pt x="918" y="300"/>
                    </a:cubicBezTo>
                    <a:cubicBezTo>
                      <a:pt x="917" y="289"/>
                      <a:pt x="910" y="282"/>
                      <a:pt x="894" y="268"/>
                    </a:cubicBezTo>
                    <a:cubicBezTo>
                      <a:pt x="873" y="250"/>
                      <a:pt x="873" y="250"/>
                      <a:pt x="873" y="250"/>
                    </a:cubicBezTo>
                    <a:cubicBezTo>
                      <a:pt x="857" y="236"/>
                      <a:pt x="844" y="226"/>
                      <a:pt x="823" y="212"/>
                    </a:cubicBezTo>
                    <a:moveTo>
                      <a:pt x="819" y="218"/>
                    </a:moveTo>
                    <a:cubicBezTo>
                      <a:pt x="824" y="220"/>
                      <a:pt x="839" y="231"/>
                      <a:pt x="839" y="231"/>
                    </a:cubicBezTo>
                    <a:cubicBezTo>
                      <a:pt x="849" y="240"/>
                      <a:pt x="858" y="248"/>
                      <a:pt x="868" y="256"/>
                    </a:cubicBezTo>
                    <a:cubicBezTo>
                      <a:pt x="889" y="275"/>
                      <a:pt x="889" y="275"/>
                      <a:pt x="889" y="275"/>
                    </a:cubicBezTo>
                    <a:cubicBezTo>
                      <a:pt x="910" y="293"/>
                      <a:pt x="914" y="296"/>
                      <a:pt x="907" y="316"/>
                    </a:cubicBezTo>
                    <a:cubicBezTo>
                      <a:pt x="906" y="319"/>
                      <a:pt x="904" y="322"/>
                      <a:pt x="903" y="326"/>
                    </a:cubicBezTo>
                    <a:cubicBezTo>
                      <a:pt x="903" y="326"/>
                      <a:pt x="903" y="326"/>
                      <a:pt x="903" y="326"/>
                    </a:cubicBezTo>
                    <a:cubicBezTo>
                      <a:pt x="903" y="326"/>
                      <a:pt x="900" y="334"/>
                      <a:pt x="899" y="339"/>
                    </a:cubicBezTo>
                    <a:cubicBezTo>
                      <a:pt x="899" y="340"/>
                      <a:pt x="898" y="342"/>
                      <a:pt x="898" y="344"/>
                    </a:cubicBezTo>
                    <a:cubicBezTo>
                      <a:pt x="898" y="346"/>
                      <a:pt x="895" y="347"/>
                      <a:pt x="894" y="345"/>
                    </a:cubicBezTo>
                    <a:cubicBezTo>
                      <a:pt x="890" y="339"/>
                      <a:pt x="884" y="333"/>
                      <a:pt x="878" y="327"/>
                    </a:cubicBezTo>
                    <a:cubicBezTo>
                      <a:pt x="853" y="301"/>
                      <a:pt x="818" y="281"/>
                      <a:pt x="775" y="270"/>
                    </a:cubicBezTo>
                    <a:cubicBezTo>
                      <a:pt x="757" y="266"/>
                      <a:pt x="741" y="263"/>
                      <a:pt x="727" y="262"/>
                    </a:cubicBezTo>
                    <a:cubicBezTo>
                      <a:pt x="713" y="258"/>
                      <a:pt x="702" y="252"/>
                      <a:pt x="697" y="241"/>
                    </a:cubicBezTo>
                    <a:cubicBezTo>
                      <a:pt x="690" y="225"/>
                      <a:pt x="693" y="211"/>
                      <a:pt x="698" y="193"/>
                    </a:cubicBezTo>
                    <a:cubicBezTo>
                      <a:pt x="702" y="174"/>
                      <a:pt x="702" y="174"/>
                      <a:pt x="702" y="174"/>
                    </a:cubicBezTo>
                    <a:cubicBezTo>
                      <a:pt x="705" y="157"/>
                      <a:pt x="705" y="148"/>
                      <a:pt x="703" y="137"/>
                    </a:cubicBezTo>
                    <a:cubicBezTo>
                      <a:pt x="699" y="127"/>
                      <a:pt x="699" y="122"/>
                      <a:pt x="700" y="120"/>
                    </a:cubicBezTo>
                    <a:moveTo>
                      <a:pt x="688" y="111"/>
                    </a:moveTo>
                    <a:cubicBezTo>
                      <a:pt x="701" y="136"/>
                      <a:pt x="699" y="146"/>
                      <a:pt x="694" y="173"/>
                    </a:cubicBezTo>
                    <a:cubicBezTo>
                      <a:pt x="690" y="192"/>
                      <a:pt x="690" y="192"/>
                      <a:pt x="690" y="192"/>
                    </a:cubicBezTo>
                    <a:cubicBezTo>
                      <a:pt x="689" y="194"/>
                      <a:pt x="688" y="197"/>
                      <a:pt x="688" y="200"/>
                    </a:cubicBezTo>
                    <a:cubicBezTo>
                      <a:pt x="687" y="203"/>
                      <a:pt x="684" y="203"/>
                      <a:pt x="682" y="201"/>
                    </a:cubicBezTo>
                    <a:cubicBezTo>
                      <a:pt x="675" y="194"/>
                      <a:pt x="664" y="193"/>
                      <a:pt x="639" y="195"/>
                    </a:cubicBezTo>
                    <a:cubicBezTo>
                      <a:pt x="631" y="195"/>
                      <a:pt x="624" y="195"/>
                      <a:pt x="618" y="195"/>
                    </a:cubicBezTo>
                    <a:cubicBezTo>
                      <a:pt x="618" y="195"/>
                      <a:pt x="618" y="195"/>
                      <a:pt x="618" y="195"/>
                    </a:cubicBezTo>
                    <a:cubicBezTo>
                      <a:pt x="611" y="193"/>
                      <a:pt x="604" y="187"/>
                      <a:pt x="600" y="177"/>
                    </a:cubicBezTo>
                    <a:cubicBezTo>
                      <a:pt x="594" y="162"/>
                      <a:pt x="595" y="142"/>
                      <a:pt x="602" y="130"/>
                    </a:cubicBezTo>
                    <a:cubicBezTo>
                      <a:pt x="615" y="108"/>
                      <a:pt x="636" y="60"/>
                      <a:pt x="623" y="36"/>
                    </a:cubicBezTo>
                    <a:cubicBezTo>
                      <a:pt x="618" y="24"/>
                      <a:pt x="618" y="24"/>
                      <a:pt x="618" y="24"/>
                    </a:cubicBezTo>
                    <a:cubicBezTo>
                      <a:pt x="612" y="12"/>
                      <a:pt x="607" y="3"/>
                      <a:pt x="599" y="1"/>
                    </a:cubicBezTo>
                    <a:cubicBezTo>
                      <a:pt x="594" y="0"/>
                      <a:pt x="590" y="2"/>
                      <a:pt x="585" y="7"/>
                    </a:cubicBezTo>
                    <a:cubicBezTo>
                      <a:pt x="590" y="8"/>
                      <a:pt x="590" y="8"/>
                      <a:pt x="590" y="8"/>
                    </a:cubicBezTo>
                    <a:cubicBezTo>
                      <a:pt x="593" y="6"/>
                      <a:pt x="595" y="7"/>
                      <a:pt x="597" y="7"/>
                    </a:cubicBezTo>
                    <a:cubicBezTo>
                      <a:pt x="601" y="8"/>
                      <a:pt x="606" y="18"/>
                      <a:pt x="610" y="28"/>
                    </a:cubicBezTo>
                    <a:cubicBezTo>
                      <a:pt x="616" y="39"/>
                      <a:pt x="616" y="39"/>
                      <a:pt x="616" y="39"/>
                    </a:cubicBezTo>
                    <a:cubicBezTo>
                      <a:pt x="626" y="59"/>
                      <a:pt x="609" y="102"/>
                      <a:pt x="595" y="126"/>
                    </a:cubicBezTo>
                    <a:cubicBezTo>
                      <a:pt x="587" y="140"/>
                      <a:pt x="586" y="162"/>
                      <a:pt x="593" y="180"/>
                    </a:cubicBezTo>
                    <a:cubicBezTo>
                      <a:pt x="594" y="183"/>
                      <a:pt x="596" y="186"/>
                      <a:pt x="598" y="189"/>
                    </a:cubicBezTo>
                    <a:cubicBezTo>
                      <a:pt x="599" y="191"/>
                      <a:pt x="597" y="193"/>
                      <a:pt x="595" y="193"/>
                    </a:cubicBezTo>
                    <a:cubicBezTo>
                      <a:pt x="593" y="192"/>
                      <a:pt x="591" y="192"/>
                      <a:pt x="589" y="192"/>
                    </a:cubicBezTo>
                    <a:cubicBezTo>
                      <a:pt x="581" y="190"/>
                      <a:pt x="568" y="191"/>
                      <a:pt x="555" y="190"/>
                    </a:cubicBezTo>
                    <a:moveTo>
                      <a:pt x="526" y="195"/>
                    </a:moveTo>
                    <a:cubicBezTo>
                      <a:pt x="533" y="192"/>
                      <a:pt x="543" y="195"/>
                      <a:pt x="559" y="196"/>
                    </a:cubicBezTo>
                    <a:cubicBezTo>
                      <a:pt x="571" y="196"/>
                      <a:pt x="579" y="198"/>
                      <a:pt x="587" y="199"/>
                    </a:cubicBezTo>
                    <a:cubicBezTo>
                      <a:pt x="601" y="202"/>
                      <a:pt x="613" y="204"/>
                      <a:pt x="640" y="203"/>
                    </a:cubicBezTo>
                    <a:cubicBezTo>
                      <a:pt x="677" y="200"/>
                      <a:pt x="678" y="203"/>
                      <a:pt x="685" y="230"/>
                    </a:cubicBezTo>
                    <a:cubicBezTo>
                      <a:pt x="685" y="230"/>
                      <a:pt x="686" y="238"/>
                      <a:pt x="690" y="244"/>
                    </a:cubicBezTo>
                    <a:cubicBezTo>
                      <a:pt x="692" y="249"/>
                      <a:pt x="695" y="253"/>
                      <a:pt x="698" y="256"/>
                    </a:cubicBezTo>
                    <a:cubicBezTo>
                      <a:pt x="699" y="257"/>
                      <a:pt x="698" y="259"/>
                      <a:pt x="696" y="259"/>
                    </a:cubicBezTo>
                    <a:cubicBezTo>
                      <a:pt x="651" y="257"/>
                      <a:pt x="615" y="264"/>
                      <a:pt x="563" y="274"/>
                    </a:cubicBezTo>
                    <a:cubicBezTo>
                      <a:pt x="545" y="277"/>
                      <a:pt x="545" y="277"/>
                      <a:pt x="545" y="277"/>
                    </a:cubicBezTo>
                    <a:cubicBezTo>
                      <a:pt x="535" y="279"/>
                      <a:pt x="526" y="281"/>
                      <a:pt x="516" y="283"/>
                    </a:cubicBezTo>
                    <a:cubicBezTo>
                      <a:pt x="494" y="281"/>
                      <a:pt x="480" y="273"/>
                      <a:pt x="470" y="258"/>
                    </a:cubicBezTo>
                    <a:cubicBezTo>
                      <a:pt x="465" y="250"/>
                      <a:pt x="464" y="244"/>
                      <a:pt x="463" y="238"/>
                    </a:cubicBezTo>
                    <a:cubicBezTo>
                      <a:pt x="461" y="231"/>
                      <a:pt x="457" y="215"/>
                      <a:pt x="457" y="215"/>
                    </a:cubicBezTo>
                    <a:cubicBezTo>
                      <a:pt x="454" y="200"/>
                      <a:pt x="456" y="193"/>
                      <a:pt x="459" y="184"/>
                    </a:cubicBezTo>
                    <a:cubicBezTo>
                      <a:pt x="463" y="174"/>
                      <a:pt x="467" y="163"/>
                      <a:pt x="461" y="139"/>
                    </a:cubicBezTo>
                    <a:cubicBezTo>
                      <a:pt x="455" y="115"/>
                      <a:pt x="456" y="103"/>
                      <a:pt x="457" y="92"/>
                    </a:cubicBezTo>
                    <a:cubicBezTo>
                      <a:pt x="458" y="84"/>
                      <a:pt x="459" y="76"/>
                      <a:pt x="457" y="65"/>
                    </a:cubicBezTo>
                    <a:cubicBezTo>
                      <a:pt x="454" y="54"/>
                      <a:pt x="454" y="54"/>
                      <a:pt x="454" y="54"/>
                    </a:cubicBezTo>
                    <a:cubicBezTo>
                      <a:pt x="450" y="36"/>
                      <a:pt x="446" y="20"/>
                      <a:pt x="437" y="16"/>
                    </a:cubicBezTo>
                    <a:cubicBezTo>
                      <a:pt x="430" y="13"/>
                      <a:pt x="427" y="18"/>
                      <a:pt x="423" y="21"/>
                    </a:cubicBezTo>
                    <a:cubicBezTo>
                      <a:pt x="431" y="24"/>
                      <a:pt x="431" y="24"/>
                      <a:pt x="431" y="24"/>
                    </a:cubicBezTo>
                    <a:cubicBezTo>
                      <a:pt x="432" y="23"/>
                      <a:pt x="433" y="23"/>
                      <a:pt x="434" y="23"/>
                    </a:cubicBezTo>
                    <a:cubicBezTo>
                      <a:pt x="440" y="25"/>
                      <a:pt x="444" y="43"/>
                      <a:pt x="447" y="56"/>
                    </a:cubicBezTo>
                    <a:cubicBezTo>
                      <a:pt x="449" y="66"/>
                      <a:pt x="449" y="66"/>
                      <a:pt x="449" y="66"/>
                    </a:cubicBezTo>
                    <a:cubicBezTo>
                      <a:pt x="451" y="76"/>
                      <a:pt x="450" y="83"/>
                      <a:pt x="449" y="91"/>
                    </a:cubicBezTo>
                    <a:cubicBezTo>
                      <a:pt x="448" y="102"/>
                      <a:pt x="446" y="115"/>
                      <a:pt x="453" y="141"/>
                    </a:cubicBezTo>
                    <a:cubicBezTo>
                      <a:pt x="459" y="163"/>
                      <a:pt x="455" y="172"/>
                      <a:pt x="452" y="182"/>
                    </a:cubicBezTo>
                    <a:cubicBezTo>
                      <a:pt x="450" y="188"/>
                      <a:pt x="448" y="194"/>
                      <a:pt x="447" y="202"/>
                    </a:cubicBezTo>
                    <a:cubicBezTo>
                      <a:pt x="447" y="203"/>
                      <a:pt x="445" y="204"/>
                      <a:pt x="444" y="203"/>
                    </a:cubicBezTo>
                    <a:cubicBezTo>
                      <a:pt x="439" y="198"/>
                      <a:pt x="433" y="193"/>
                      <a:pt x="425" y="187"/>
                    </a:cubicBezTo>
                    <a:cubicBezTo>
                      <a:pt x="406" y="173"/>
                      <a:pt x="390" y="164"/>
                      <a:pt x="382" y="156"/>
                    </a:cubicBezTo>
                    <a:moveTo>
                      <a:pt x="373" y="138"/>
                    </a:moveTo>
                    <a:cubicBezTo>
                      <a:pt x="373" y="142"/>
                      <a:pt x="372" y="145"/>
                      <a:pt x="373" y="148"/>
                    </a:cubicBezTo>
                    <a:cubicBezTo>
                      <a:pt x="373" y="149"/>
                      <a:pt x="371" y="151"/>
                      <a:pt x="369" y="151"/>
                    </a:cubicBezTo>
                    <a:cubicBezTo>
                      <a:pt x="366" y="151"/>
                      <a:pt x="362" y="151"/>
                      <a:pt x="359" y="152"/>
                    </a:cubicBezTo>
                    <a:cubicBezTo>
                      <a:pt x="353" y="152"/>
                      <a:pt x="348" y="150"/>
                      <a:pt x="342" y="148"/>
                    </a:cubicBezTo>
                    <a:cubicBezTo>
                      <a:pt x="335" y="146"/>
                      <a:pt x="326" y="143"/>
                      <a:pt x="316" y="147"/>
                    </a:cubicBezTo>
                    <a:cubicBezTo>
                      <a:pt x="309" y="150"/>
                      <a:pt x="309" y="150"/>
                      <a:pt x="309" y="150"/>
                    </a:cubicBezTo>
                    <a:cubicBezTo>
                      <a:pt x="303" y="152"/>
                      <a:pt x="298" y="154"/>
                      <a:pt x="293" y="154"/>
                    </a:cubicBezTo>
                    <a:cubicBezTo>
                      <a:pt x="288" y="153"/>
                      <a:pt x="283" y="150"/>
                      <a:pt x="279" y="147"/>
                    </a:cubicBezTo>
                    <a:cubicBezTo>
                      <a:pt x="275" y="144"/>
                      <a:pt x="271" y="141"/>
                      <a:pt x="266" y="139"/>
                    </a:cubicBezTo>
                    <a:cubicBezTo>
                      <a:pt x="257" y="136"/>
                      <a:pt x="251" y="146"/>
                      <a:pt x="243" y="150"/>
                    </a:cubicBezTo>
                    <a:moveTo>
                      <a:pt x="242" y="151"/>
                    </a:moveTo>
                    <a:cubicBezTo>
                      <a:pt x="249" y="147"/>
                      <a:pt x="258" y="145"/>
                      <a:pt x="264" y="147"/>
                    </a:cubicBezTo>
                    <a:cubicBezTo>
                      <a:pt x="268" y="148"/>
                      <a:pt x="271" y="150"/>
                      <a:pt x="274" y="153"/>
                    </a:cubicBezTo>
                    <a:cubicBezTo>
                      <a:pt x="279" y="157"/>
                      <a:pt x="285" y="160"/>
                      <a:pt x="292" y="161"/>
                    </a:cubicBezTo>
                    <a:cubicBezTo>
                      <a:pt x="300" y="163"/>
                      <a:pt x="306" y="160"/>
                      <a:pt x="312" y="157"/>
                    </a:cubicBezTo>
                    <a:cubicBezTo>
                      <a:pt x="319" y="154"/>
                      <a:pt x="319" y="154"/>
                      <a:pt x="319" y="154"/>
                    </a:cubicBezTo>
                    <a:cubicBezTo>
                      <a:pt x="326" y="151"/>
                      <a:pt x="332" y="154"/>
                      <a:pt x="340" y="156"/>
                    </a:cubicBezTo>
                    <a:cubicBezTo>
                      <a:pt x="346" y="158"/>
                      <a:pt x="352" y="160"/>
                      <a:pt x="359" y="160"/>
                    </a:cubicBezTo>
                    <a:cubicBezTo>
                      <a:pt x="365" y="159"/>
                      <a:pt x="372" y="159"/>
                      <a:pt x="377" y="160"/>
                    </a:cubicBezTo>
                    <a:cubicBezTo>
                      <a:pt x="379" y="161"/>
                      <a:pt x="381" y="163"/>
                      <a:pt x="383" y="165"/>
                    </a:cubicBezTo>
                    <a:cubicBezTo>
                      <a:pt x="385" y="167"/>
                      <a:pt x="387" y="169"/>
                      <a:pt x="390" y="170"/>
                    </a:cubicBezTo>
                    <a:cubicBezTo>
                      <a:pt x="397" y="177"/>
                      <a:pt x="407" y="184"/>
                      <a:pt x="420" y="194"/>
                    </a:cubicBezTo>
                    <a:cubicBezTo>
                      <a:pt x="451" y="216"/>
                      <a:pt x="453" y="227"/>
                      <a:pt x="455" y="239"/>
                    </a:cubicBezTo>
                    <a:cubicBezTo>
                      <a:pt x="456" y="243"/>
                      <a:pt x="456" y="248"/>
                      <a:pt x="458" y="253"/>
                    </a:cubicBezTo>
                    <a:cubicBezTo>
                      <a:pt x="459" y="254"/>
                      <a:pt x="457" y="255"/>
                      <a:pt x="455" y="254"/>
                    </a:cubicBezTo>
                    <a:cubicBezTo>
                      <a:pt x="448" y="251"/>
                      <a:pt x="439" y="249"/>
                      <a:pt x="428" y="251"/>
                    </a:cubicBezTo>
                    <a:cubicBezTo>
                      <a:pt x="418" y="252"/>
                      <a:pt x="418" y="252"/>
                      <a:pt x="418" y="252"/>
                    </a:cubicBezTo>
                    <a:cubicBezTo>
                      <a:pt x="411" y="253"/>
                      <a:pt x="405" y="254"/>
                      <a:pt x="399" y="255"/>
                    </a:cubicBezTo>
                    <a:cubicBezTo>
                      <a:pt x="396" y="256"/>
                      <a:pt x="385" y="258"/>
                      <a:pt x="382" y="258"/>
                    </a:cubicBezTo>
                    <a:cubicBezTo>
                      <a:pt x="368" y="259"/>
                      <a:pt x="358" y="263"/>
                      <a:pt x="351" y="266"/>
                    </a:cubicBezTo>
                    <a:cubicBezTo>
                      <a:pt x="346" y="268"/>
                      <a:pt x="342" y="269"/>
                      <a:pt x="338" y="270"/>
                    </a:cubicBezTo>
                    <a:cubicBezTo>
                      <a:pt x="323" y="272"/>
                      <a:pt x="320" y="266"/>
                      <a:pt x="314" y="258"/>
                    </a:cubicBezTo>
                    <a:cubicBezTo>
                      <a:pt x="311" y="253"/>
                      <a:pt x="308" y="249"/>
                      <a:pt x="303" y="245"/>
                    </a:cubicBezTo>
                    <a:cubicBezTo>
                      <a:pt x="294" y="237"/>
                      <a:pt x="287" y="238"/>
                      <a:pt x="281" y="239"/>
                    </a:cubicBezTo>
                    <a:cubicBezTo>
                      <a:pt x="277" y="239"/>
                      <a:pt x="272" y="241"/>
                      <a:pt x="268" y="240"/>
                    </a:cubicBezTo>
                    <a:moveTo>
                      <a:pt x="266" y="241"/>
                    </a:moveTo>
                    <a:cubicBezTo>
                      <a:pt x="272" y="242"/>
                      <a:pt x="277" y="245"/>
                      <a:pt x="281" y="245"/>
                    </a:cubicBezTo>
                    <a:cubicBezTo>
                      <a:pt x="287" y="244"/>
                      <a:pt x="291" y="243"/>
                      <a:pt x="297" y="249"/>
                    </a:cubicBezTo>
                    <a:cubicBezTo>
                      <a:pt x="301" y="252"/>
                      <a:pt x="305" y="258"/>
                      <a:pt x="307" y="262"/>
                    </a:cubicBezTo>
                    <a:cubicBezTo>
                      <a:pt x="313" y="271"/>
                      <a:pt x="320" y="281"/>
                      <a:pt x="339" y="278"/>
                    </a:cubicBezTo>
                    <a:cubicBezTo>
                      <a:pt x="344" y="277"/>
                      <a:pt x="349" y="275"/>
                      <a:pt x="354" y="273"/>
                    </a:cubicBezTo>
                    <a:cubicBezTo>
                      <a:pt x="358" y="271"/>
                      <a:pt x="363" y="270"/>
                      <a:pt x="369" y="268"/>
                    </a:cubicBezTo>
                    <a:cubicBezTo>
                      <a:pt x="371" y="268"/>
                      <a:pt x="372" y="270"/>
                      <a:pt x="370" y="272"/>
                    </a:cubicBezTo>
                    <a:cubicBezTo>
                      <a:pt x="364" y="276"/>
                      <a:pt x="359" y="282"/>
                      <a:pt x="352" y="289"/>
                    </a:cubicBezTo>
                    <a:cubicBezTo>
                      <a:pt x="336" y="305"/>
                      <a:pt x="333" y="319"/>
                      <a:pt x="327" y="328"/>
                    </a:cubicBezTo>
                    <a:moveTo>
                      <a:pt x="328" y="329"/>
                    </a:moveTo>
                    <a:cubicBezTo>
                      <a:pt x="334" y="320"/>
                      <a:pt x="343" y="310"/>
                      <a:pt x="358" y="294"/>
                    </a:cubicBezTo>
                    <a:cubicBezTo>
                      <a:pt x="387" y="264"/>
                      <a:pt x="395" y="263"/>
                      <a:pt x="419" y="260"/>
                    </a:cubicBezTo>
                    <a:cubicBezTo>
                      <a:pt x="429" y="258"/>
                      <a:pt x="429" y="258"/>
                      <a:pt x="429" y="258"/>
                    </a:cubicBezTo>
                    <a:cubicBezTo>
                      <a:pt x="446" y="256"/>
                      <a:pt x="455" y="263"/>
                      <a:pt x="465" y="271"/>
                    </a:cubicBezTo>
                    <a:cubicBezTo>
                      <a:pt x="473" y="277"/>
                      <a:pt x="481" y="284"/>
                      <a:pt x="492" y="286"/>
                    </a:cubicBezTo>
                    <a:cubicBezTo>
                      <a:pt x="494" y="287"/>
                      <a:pt x="496" y="288"/>
                      <a:pt x="499" y="288"/>
                    </a:cubicBezTo>
                    <a:cubicBezTo>
                      <a:pt x="439" y="307"/>
                      <a:pt x="388" y="334"/>
                      <a:pt x="353" y="371"/>
                    </a:cubicBezTo>
                    <a:cubicBezTo>
                      <a:pt x="327" y="397"/>
                      <a:pt x="321" y="412"/>
                      <a:pt x="316" y="438"/>
                    </a:cubicBezTo>
                    <a:cubicBezTo>
                      <a:pt x="315" y="444"/>
                      <a:pt x="315" y="444"/>
                      <a:pt x="315" y="444"/>
                    </a:cubicBezTo>
                    <a:cubicBezTo>
                      <a:pt x="314" y="447"/>
                      <a:pt x="313" y="451"/>
                      <a:pt x="311" y="455"/>
                    </a:cubicBezTo>
                    <a:cubicBezTo>
                      <a:pt x="308" y="464"/>
                      <a:pt x="304" y="475"/>
                      <a:pt x="305" y="490"/>
                    </a:cubicBezTo>
                    <a:cubicBezTo>
                      <a:pt x="305" y="493"/>
                      <a:pt x="301" y="498"/>
                      <a:pt x="298" y="497"/>
                    </a:cubicBezTo>
                    <a:cubicBezTo>
                      <a:pt x="293" y="496"/>
                      <a:pt x="287" y="496"/>
                      <a:pt x="279" y="496"/>
                    </a:cubicBezTo>
                    <a:cubicBezTo>
                      <a:pt x="277" y="496"/>
                      <a:pt x="277" y="496"/>
                      <a:pt x="277" y="496"/>
                    </a:cubicBezTo>
                    <a:cubicBezTo>
                      <a:pt x="261" y="495"/>
                      <a:pt x="252" y="491"/>
                      <a:pt x="244" y="489"/>
                    </a:cubicBezTo>
                    <a:cubicBezTo>
                      <a:pt x="240" y="487"/>
                      <a:pt x="236" y="486"/>
                      <a:pt x="232" y="485"/>
                    </a:cubicBezTo>
                    <a:cubicBezTo>
                      <a:pt x="228" y="484"/>
                      <a:pt x="230" y="481"/>
                      <a:pt x="231" y="480"/>
                    </a:cubicBezTo>
                    <a:cubicBezTo>
                      <a:pt x="231" y="479"/>
                      <a:pt x="232" y="478"/>
                      <a:pt x="232" y="476"/>
                    </a:cubicBezTo>
                    <a:cubicBezTo>
                      <a:pt x="232" y="474"/>
                      <a:pt x="232" y="472"/>
                      <a:pt x="231" y="470"/>
                    </a:cubicBezTo>
                    <a:cubicBezTo>
                      <a:pt x="231" y="469"/>
                      <a:pt x="230" y="468"/>
                      <a:pt x="230" y="468"/>
                    </a:cubicBezTo>
                    <a:cubicBezTo>
                      <a:pt x="231" y="465"/>
                      <a:pt x="233" y="463"/>
                      <a:pt x="235" y="460"/>
                    </a:cubicBezTo>
                    <a:cubicBezTo>
                      <a:pt x="238" y="456"/>
                      <a:pt x="239" y="453"/>
                      <a:pt x="239" y="446"/>
                    </a:cubicBezTo>
                    <a:moveTo>
                      <a:pt x="237" y="445"/>
                    </a:moveTo>
                    <a:cubicBezTo>
                      <a:pt x="237" y="449"/>
                      <a:pt x="231" y="452"/>
                      <a:pt x="228" y="455"/>
                    </a:cubicBezTo>
                    <a:cubicBezTo>
                      <a:pt x="226" y="458"/>
                      <a:pt x="223" y="461"/>
                      <a:pt x="223" y="466"/>
                    </a:cubicBezTo>
                    <a:cubicBezTo>
                      <a:pt x="222" y="469"/>
                      <a:pt x="223" y="471"/>
                      <a:pt x="223" y="473"/>
                    </a:cubicBezTo>
                    <a:cubicBezTo>
                      <a:pt x="224" y="473"/>
                      <a:pt x="224" y="475"/>
                      <a:pt x="224" y="475"/>
                    </a:cubicBezTo>
                    <a:cubicBezTo>
                      <a:pt x="224" y="476"/>
                      <a:pt x="223" y="477"/>
                      <a:pt x="222" y="478"/>
                    </a:cubicBezTo>
                    <a:cubicBezTo>
                      <a:pt x="220" y="482"/>
                      <a:pt x="220" y="482"/>
                      <a:pt x="220" y="482"/>
                    </a:cubicBezTo>
                    <a:cubicBezTo>
                      <a:pt x="220" y="482"/>
                      <a:pt x="217" y="487"/>
                      <a:pt x="216" y="487"/>
                    </a:cubicBezTo>
                    <a:cubicBezTo>
                      <a:pt x="214" y="488"/>
                      <a:pt x="212" y="489"/>
                      <a:pt x="210" y="490"/>
                    </a:cubicBezTo>
                    <a:cubicBezTo>
                      <a:pt x="189" y="502"/>
                      <a:pt x="173" y="510"/>
                      <a:pt x="157" y="511"/>
                    </a:cubicBezTo>
                    <a:cubicBezTo>
                      <a:pt x="155" y="511"/>
                      <a:pt x="149" y="511"/>
                      <a:pt x="146" y="502"/>
                    </a:cubicBezTo>
                    <a:cubicBezTo>
                      <a:pt x="143" y="492"/>
                      <a:pt x="137" y="480"/>
                      <a:pt x="125" y="467"/>
                    </a:cubicBezTo>
                    <a:moveTo>
                      <a:pt x="88" y="428"/>
                    </a:moveTo>
                    <a:cubicBezTo>
                      <a:pt x="94" y="433"/>
                      <a:pt x="101" y="444"/>
                      <a:pt x="107" y="451"/>
                    </a:cubicBezTo>
                    <a:cubicBezTo>
                      <a:pt x="110" y="457"/>
                      <a:pt x="115" y="463"/>
                      <a:pt x="121" y="470"/>
                    </a:cubicBezTo>
                    <a:cubicBezTo>
                      <a:pt x="133" y="481"/>
                      <a:pt x="135" y="495"/>
                      <a:pt x="138" y="505"/>
                    </a:cubicBezTo>
                    <a:cubicBezTo>
                      <a:pt x="139" y="508"/>
                      <a:pt x="140" y="511"/>
                      <a:pt x="141" y="513"/>
                    </a:cubicBezTo>
                    <a:cubicBezTo>
                      <a:pt x="142" y="515"/>
                      <a:pt x="142" y="521"/>
                      <a:pt x="141" y="522"/>
                    </a:cubicBezTo>
                    <a:cubicBezTo>
                      <a:pt x="140" y="525"/>
                      <a:pt x="138" y="528"/>
                      <a:pt x="137" y="531"/>
                    </a:cubicBezTo>
                    <a:cubicBezTo>
                      <a:pt x="133" y="539"/>
                      <a:pt x="129" y="549"/>
                      <a:pt x="119" y="556"/>
                    </a:cubicBezTo>
                    <a:cubicBezTo>
                      <a:pt x="113" y="560"/>
                      <a:pt x="109" y="563"/>
                      <a:pt x="106" y="566"/>
                    </a:cubicBezTo>
                    <a:cubicBezTo>
                      <a:pt x="96" y="575"/>
                      <a:pt x="92" y="579"/>
                      <a:pt x="64" y="577"/>
                    </a:cubicBezTo>
                    <a:cubicBezTo>
                      <a:pt x="45" y="577"/>
                      <a:pt x="45" y="577"/>
                      <a:pt x="45" y="577"/>
                    </a:cubicBezTo>
                    <a:cubicBezTo>
                      <a:pt x="21" y="578"/>
                      <a:pt x="8" y="580"/>
                      <a:pt x="5" y="570"/>
                    </a:cubicBezTo>
                    <a:cubicBezTo>
                      <a:pt x="0" y="565"/>
                      <a:pt x="0" y="565"/>
                      <a:pt x="0" y="565"/>
                    </a:cubicBezTo>
                    <a:cubicBezTo>
                      <a:pt x="0" y="587"/>
                      <a:pt x="19" y="585"/>
                      <a:pt x="43" y="584"/>
                    </a:cubicBezTo>
                    <a:cubicBezTo>
                      <a:pt x="43" y="584"/>
                      <a:pt x="61" y="583"/>
                      <a:pt x="60" y="583"/>
                    </a:cubicBezTo>
                    <a:cubicBezTo>
                      <a:pt x="92" y="586"/>
                      <a:pt x="100" y="584"/>
                      <a:pt x="112" y="573"/>
                    </a:cubicBezTo>
                    <a:cubicBezTo>
                      <a:pt x="115" y="570"/>
                      <a:pt x="119" y="567"/>
                      <a:pt x="124" y="563"/>
                    </a:cubicBezTo>
                    <a:cubicBezTo>
                      <a:pt x="137" y="555"/>
                      <a:pt x="144" y="545"/>
                      <a:pt x="148" y="536"/>
                    </a:cubicBezTo>
                    <a:cubicBezTo>
                      <a:pt x="152" y="527"/>
                      <a:pt x="154" y="523"/>
                      <a:pt x="158" y="523"/>
                    </a:cubicBezTo>
                    <a:cubicBezTo>
                      <a:pt x="176" y="521"/>
                      <a:pt x="193" y="513"/>
                      <a:pt x="216" y="501"/>
                    </a:cubicBezTo>
                    <a:cubicBezTo>
                      <a:pt x="226" y="495"/>
                      <a:pt x="230" y="496"/>
                      <a:pt x="240" y="500"/>
                    </a:cubicBezTo>
                    <a:cubicBezTo>
                      <a:pt x="248" y="503"/>
                      <a:pt x="259" y="507"/>
                      <a:pt x="276" y="508"/>
                    </a:cubicBezTo>
                    <a:cubicBezTo>
                      <a:pt x="278" y="508"/>
                      <a:pt x="278" y="508"/>
                      <a:pt x="278" y="508"/>
                    </a:cubicBezTo>
                    <a:cubicBezTo>
                      <a:pt x="292" y="508"/>
                      <a:pt x="299" y="509"/>
                      <a:pt x="303" y="511"/>
                    </a:cubicBezTo>
                    <a:cubicBezTo>
                      <a:pt x="307" y="513"/>
                      <a:pt x="309" y="517"/>
                      <a:pt x="314" y="526"/>
                    </a:cubicBezTo>
                    <a:cubicBezTo>
                      <a:pt x="324" y="544"/>
                      <a:pt x="324" y="544"/>
                      <a:pt x="324" y="544"/>
                    </a:cubicBezTo>
                    <a:cubicBezTo>
                      <a:pt x="336" y="566"/>
                      <a:pt x="356" y="570"/>
                      <a:pt x="378" y="575"/>
                    </a:cubicBezTo>
                    <a:cubicBezTo>
                      <a:pt x="398" y="579"/>
                      <a:pt x="421" y="584"/>
                      <a:pt x="446" y="602"/>
                    </a:cubicBezTo>
                    <a:cubicBezTo>
                      <a:pt x="453" y="607"/>
                      <a:pt x="460" y="612"/>
                      <a:pt x="467" y="616"/>
                    </a:cubicBezTo>
                    <a:cubicBezTo>
                      <a:pt x="468" y="617"/>
                      <a:pt x="467" y="619"/>
                      <a:pt x="466" y="620"/>
                    </a:cubicBezTo>
                    <a:cubicBezTo>
                      <a:pt x="453" y="625"/>
                      <a:pt x="443" y="635"/>
                      <a:pt x="437" y="645"/>
                    </a:cubicBezTo>
                    <a:cubicBezTo>
                      <a:pt x="434" y="652"/>
                      <a:pt x="433" y="659"/>
                      <a:pt x="433" y="666"/>
                    </a:cubicBezTo>
                    <a:cubicBezTo>
                      <a:pt x="433" y="674"/>
                      <a:pt x="433" y="681"/>
                      <a:pt x="428" y="685"/>
                    </a:cubicBezTo>
                    <a:cubicBezTo>
                      <a:pt x="429" y="685"/>
                      <a:pt x="429" y="685"/>
                      <a:pt x="429" y="685"/>
                    </a:cubicBezTo>
                    <a:cubicBezTo>
                      <a:pt x="412" y="677"/>
                      <a:pt x="393" y="676"/>
                      <a:pt x="379" y="676"/>
                    </a:cubicBezTo>
                    <a:cubicBezTo>
                      <a:pt x="361" y="675"/>
                      <a:pt x="361" y="675"/>
                      <a:pt x="361" y="675"/>
                    </a:cubicBezTo>
                    <a:cubicBezTo>
                      <a:pt x="349" y="668"/>
                      <a:pt x="341" y="658"/>
                      <a:pt x="338" y="647"/>
                    </a:cubicBezTo>
                    <a:cubicBezTo>
                      <a:pt x="337" y="644"/>
                      <a:pt x="337" y="640"/>
                      <a:pt x="337" y="637"/>
                    </a:cubicBezTo>
                    <a:cubicBezTo>
                      <a:pt x="337" y="631"/>
                      <a:pt x="336" y="624"/>
                      <a:pt x="332" y="618"/>
                    </a:cubicBezTo>
                    <a:cubicBezTo>
                      <a:pt x="329" y="614"/>
                      <a:pt x="325" y="612"/>
                      <a:pt x="321" y="610"/>
                    </a:cubicBezTo>
                    <a:cubicBezTo>
                      <a:pt x="319" y="609"/>
                      <a:pt x="317" y="608"/>
                      <a:pt x="315" y="607"/>
                    </a:cubicBezTo>
                    <a:cubicBezTo>
                      <a:pt x="315" y="607"/>
                      <a:pt x="315" y="606"/>
                      <a:pt x="314" y="606"/>
                    </a:cubicBezTo>
                    <a:cubicBezTo>
                      <a:pt x="314" y="606"/>
                      <a:pt x="314" y="606"/>
                      <a:pt x="314" y="606"/>
                    </a:cubicBezTo>
                    <a:cubicBezTo>
                      <a:pt x="314" y="606"/>
                      <a:pt x="314" y="606"/>
                      <a:pt x="314" y="605"/>
                    </a:cubicBezTo>
                    <a:cubicBezTo>
                      <a:pt x="311" y="602"/>
                      <a:pt x="309" y="596"/>
                      <a:pt x="308" y="591"/>
                    </a:cubicBezTo>
                    <a:cubicBezTo>
                      <a:pt x="307" y="583"/>
                      <a:pt x="304" y="577"/>
                      <a:pt x="297" y="573"/>
                    </a:cubicBezTo>
                    <a:cubicBezTo>
                      <a:pt x="293" y="570"/>
                      <a:pt x="290" y="570"/>
                      <a:pt x="287" y="571"/>
                    </a:cubicBezTo>
                    <a:cubicBezTo>
                      <a:pt x="284" y="571"/>
                      <a:pt x="281" y="572"/>
                      <a:pt x="279" y="571"/>
                    </a:cubicBezTo>
                    <a:moveTo>
                      <a:pt x="276" y="571"/>
                    </a:moveTo>
                    <a:cubicBezTo>
                      <a:pt x="280" y="574"/>
                      <a:pt x="285" y="577"/>
                      <a:pt x="288" y="577"/>
                    </a:cubicBezTo>
                    <a:cubicBezTo>
                      <a:pt x="291" y="576"/>
                      <a:pt x="292" y="576"/>
                      <a:pt x="294" y="577"/>
                    </a:cubicBezTo>
                    <a:cubicBezTo>
                      <a:pt x="298" y="580"/>
                      <a:pt x="299" y="586"/>
                      <a:pt x="300" y="592"/>
                    </a:cubicBezTo>
                    <a:cubicBezTo>
                      <a:pt x="301" y="594"/>
                      <a:pt x="301" y="596"/>
                      <a:pt x="301" y="597"/>
                    </a:cubicBezTo>
                    <a:cubicBezTo>
                      <a:pt x="299" y="596"/>
                      <a:pt x="296" y="595"/>
                      <a:pt x="292" y="594"/>
                    </a:cubicBezTo>
                    <a:cubicBezTo>
                      <a:pt x="287" y="594"/>
                      <a:pt x="283" y="596"/>
                      <a:pt x="278" y="597"/>
                    </a:cubicBezTo>
                    <a:cubicBezTo>
                      <a:pt x="275" y="598"/>
                      <a:pt x="271" y="600"/>
                      <a:pt x="268" y="600"/>
                    </a:cubicBezTo>
                    <a:cubicBezTo>
                      <a:pt x="266" y="600"/>
                      <a:pt x="261" y="601"/>
                      <a:pt x="258" y="600"/>
                    </a:cubicBezTo>
                    <a:moveTo>
                      <a:pt x="255" y="598"/>
                    </a:moveTo>
                    <a:cubicBezTo>
                      <a:pt x="258" y="599"/>
                      <a:pt x="265" y="605"/>
                      <a:pt x="268" y="605"/>
                    </a:cubicBezTo>
                    <a:cubicBezTo>
                      <a:pt x="273" y="605"/>
                      <a:pt x="277" y="603"/>
                      <a:pt x="281" y="602"/>
                    </a:cubicBezTo>
                    <a:cubicBezTo>
                      <a:pt x="285" y="600"/>
                      <a:pt x="288" y="602"/>
                      <a:pt x="292" y="602"/>
                    </a:cubicBezTo>
                    <a:cubicBezTo>
                      <a:pt x="296" y="603"/>
                      <a:pt x="299" y="605"/>
                      <a:pt x="303" y="608"/>
                    </a:cubicBezTo>
                    <a:cubicBezTo>
                      <a:pt x="305" y="609"/>
                      <a:pt x="307" y="611"/>
                      <a:pt x="309" y="612"/>
                    </a:cubicBezTo>
                    <a:cubicBezTo>
                      <a:pt x="309" y="612"/>
                      <a:pt x="310" y="613"/>
                      <a:pt x="310" y="613"/>
                    </a:cubicBezTo>
                    <a:cubicBezTo>
                      <a:pt x="313" y="615"/>
                      <a:pt x="315" y="617"/>
                      <a:pt x="318" y="618"/>
                    </a:cubicBezTo>
                    <a:cubicBezTo>
                      <a:pt x="321" y="619"/>
                      <a:pt x="324" y="620"/>
                      <a:pt x="326" y="623"/>
                    </a:cubicBezTo>
                    <a:cubicBezTo>
                      <a:pt x="329" y="627"/>
                      <a:pt x="329" y="631"/>
                      <a:pt x="329" y="637"/>
                    </a:cubicBezTo>
                    <a:cubicBezTo>
                      <a:pt x="329" y="641"/>
                      <a:pt x="329" y="645"/>
                      <a:pt x="330" y="649"/>
                    </a:cubicBezTo>
                    <a:cubicBezTo>
                      <a:pt x="332" y="657"/>
                      <a:pt x="337" y="665"/>
                      <a:pt x="343" y="671"/>
                    </a:cubicBezTo>
                    <a:cubicBezTo>
                      <a:pt x="344" y="672"/>
                      <a:pt x="342" y="675"/>
                      <a:pt x="342" y="675"/>
                    </a:cubicBezTo>
                    <a:cubicBezTo>
                      <a:pt x="315" y="674"/>
                      <a:pt x="315" y="674"/>
                      <a:pt x="315" y="674"/>
                    </a:cubicBezTo>
                    <a:cubicBezTo>
                      <a:pt x="296" y="673"/>
                      <a:pt x="289" y="673"/>
                      <a:pt x="282" y="670"/>
                    </a:cubicBezTo>
                    <a:cubicBezTo>
                      <a:pt x="282" y="670"/>
                      <a:pt x="282" y="670"/>
                      <a:pt x="282" y="670"/>
                    </a:cubicBezTo>
                    <a:cubicBezTo>
                      <a:pt x="282" y="670"/>
                      <a:pt x="282" y="670"/>
                      <a:pt x="282" y="670"/>
                    </a:cubicBezTo>
                    <a:cubicBezTo>
                      <a:pt x="278" y="668"/>
                      <a:pt x="258" y="656"/>
                      <a:pt x="258" y="656"/>
                    </a:cubicBezTo>
                    <a:cubicBezTo>
                      <a:pt x="246" y="647"/>
                      <a:pt x="232" y="634"/>
                      <a:pt x="225" y="624"/>
                    </a:cubicBezTo>
                    <a:cubicBezTo>
                      <a:pt x="224" y="622"/>
                      <a:pt x="223" y="620"/>
                      <a:pt x="222" y="618"/>
                    </a:cubicBezTo>
                    <a:cubicBezTo>
                      <a:pt x="221" y="615"/>
                      <a:pt x="220" y="612"/>
                      <a:pt x="218" y="609"/>
                    </a:cubicBezTo>
                    <a:cubicBezTo>
                      <a:pt x="215" y="606"/>
                      <a:pt x="211" y="603"/>
                      <a:pt x="208" y="601"/>
                    </a:cubicBezTo>
                    <a:cubicBezTo>
                      <a:pt x="206" y="599"/>
                      <a:pt x="203" y="598"/>
                      <a:pt x="202" y="596"/>
                    </a:cubicBezTo>
                    <a:cubicBezTo>
                      <a:pt x="197" y="592"/>
                      <a:pt x="194" y="588"/>
                      <a:pt x="194" y="582"/>
                    </a:cubicBezTo>
                    <a:moveTo>
                      <a:pt x="194" y="581"/>
                    </a:moveTo>
                    <a:cubicBezTo>
                      <a:pt x="194" y="588"/>
                      <a:pt x="189" y="595"/>
                      <a:pt x="196" y="602"/>
                    </a:cubicBezTo>
                    <a:cubicBezTo>
                      <a:pt x="198" y="604"/>
                      <a:pt x="201" y="606"/>
                      <a:pt x="203" y="608"/>
                    </a:cubicBezTo>
                    <a:cubicBezTo>
                      <a:pt x="207" y="610"/>
                      <a:pt x="209" y="612"/>
                      <a:pt x="211" y="614"/>
                    </a:cubicBezTo>
                    <a:cubicBezTo>
                      <a:pt x="212" y="614"/>
                      <a:pt x="212" y="614"/>
                      <a:pt x="212" y="615"/>
                    </a:cubicBezTo>
                    <a:cubicBezTo>
                      <a:pt x="208" y="614"/>
                      <a:pt x="203" y="614"/>
                      <a:pt x="199" y="615"/>
                    </a:cubicBezTo>
                    <a:cubicBezTo>
                      <a:pt x="195" y="616"/>
                      <a:pt x="190" y="616"/>
                      <a:pt x="186" y="615"/>
                    </a:cubicBezTo>
                    <a:cubicBezTo>
                      <a:pt x="183" y="614"/>
                      <a:pt x="179" y="614"/>
                      <a:pt x="176" y="611"/>
                    </a:cubicBezTo>
                    <a:moveTo>
                      <a:pt x="174" y="609"/>
                    </a:moveTo>
                    <a:cubicBezTo>
                      <a:pt x="177" y="612"/>
                      <a:pt x="179" y="618"/>
                      <a:pt x="184" y="620"/>
                    </a:cubicBezTo>
                    <a:cubicBezTo>
                      <a:pt x="190" y="622"/>
                      <a:pt x="195" y="624"/>
                      <a:pt x="200" y="623"/>
                    </a:cubicBezTo>
                    <a:cubicBezTo>
                      <a:pt x="205" y="622"/>
                      <a:pt x="208" y="622"/>
                      <a:pt x="211" y="623"/>
                    </a:cubicBezTo>
                    <a:cubicBezTo>
                      <a:pt x="213" y="623"/>
                      <a:pt x="218" y="628"/>
                      <a:pt x="219" y="629"/>
                    </a:cubicBezTo>
                    <a:cubicBezTo>
                      <a:pt x="224" y="636"/>
                      <a:pt x="231" y="642"/>
                      <a:pt x="239" y="648"/>
                    </a:cubicBezTo>
                    <a:cubicBezTo>
                      <a:pt x="241" y="650"/>
                      <a:pt x="241" y="651"/>
                      <a:pt x="239" y="650"/>
                    </a:cubicBezTo>
                    <a:cubicBezTo>
                      <a:pt x="227" y="645"/>
                      <a:pt x="216" y="644"/>
                      <a:pt x="197" y="648"/>
                    </a:cubicBezTo>
                    <a:cubicBezTo>
                      <a:pt x="184" y="650"/>
                      <a:pt x="173" y="651"/>
                      <a:pt x="164" y="650"/>
                    </a:cubicBezTo>
                    <a:cubicBezTo>
                      <a:pt x="161" y="649"/>
                      <a:pt x="161" y="649"/>
                      <a:pt x="161" y="649"/>
                    </a:cubicBezTo>
                    <a:cubicBezTo>
                      <a:pt x="157" y="649"/>
                      <a:pt x="148" y="651"/>
                      <a:pt x="141" y="651"/>
                    </a:cubicBezTo>
                    <a:moveTo>
                      <a:pt x="130" y="677"/>
                    </a:moveTo>
                    <a:cubicBezTo>
                      <a:pt x="134" y="674"/>
                      <a:pt x="138" y="671"/>
                      <a:pt x="139" y="669"/>
                    </a:cubicBezTo>
                    <a:cubicBezTo>
                      <a:pt x="141" y="665"/>
                      <a:pt x="142" y="663"/>
                      <a:pt x="146" y="660"/>
                    </a:cubicBezTo>
                    <a:cubicBezTo>
                      <a:pt x="149" y="659"/>
                      <a:pt x="154" y="658"/>
                      <a:pt x="158" y="658"/>
                    </a:cubicBezTo>
                    <a:cubicBezTo>
                      <a:pt x="158" y="658"/>
                      <a:pt x="167" y="658"/>
                      <a:pt x="170" y="658"/>
                    </a:cubicBezTo>
                    <a:cubicBezTo>
                      <a:pt x="178" y="658"/>
                      <a:pt x="188" y="658"/>
                      <a:pt x="199" y="655"/>
                    </a:cubicBezTo>
                    <a:cubicBezTo>
                      <a:pt x="222" y="651"/>
                      <a:pt x="231" y="655"/>
                      <a:pt x="250" y="664"/>
                    </a:cubicBezTo>
                    <a:cubicBezTo>
                      <a:pt x="257" y="668"/>
                      <a:pt x="266" y="672"/>
                      <a:pt x="278" y="677"/>
                    </a:cubicBezTo>
                    <a:cubicBezTo>
                      <a:pt x="286" y="681"/>
                      <a:pt x="293" y="681"/>
                      <a:pt x="315" y="682"/>
                    </a:cubicBezTo>
                    <a:cubicBezTo>
                      <a:pt x="337" y="682"/>
                      <a:pt x="337" y="682"/>
                      <a:pt x="337" y="682"/>
                    </a:cubicBezTo>
                    <a:cubicBezTo>
                      <a:pt x="332" y="687"/>
                      <a:pt x="329" y="692"/>
                      <a:pt x="328" y="697"/>
                    </a:cubicBezTo>
                    <a:cubicBezTo>
                      <a:pt x="328" y="702"/>
                      <a:pt x="329" y="711"/>
                      <a:pt x="344" y="717"/>
                    </a:cubicBezTo>
                    <a:cubicBezTo>
                      <a:pt x="351" y="720"/>
                      <a:pt x="352" y="721"/>
                      <a:pt x="358" y="727"/>
                    </a:cubicBezTo>
                    <a:cubicBezTo>
                      <a:pt x="365" y="734"/>
                      <a:pt x="371" y="744"/>
                      <a:pt x="380" y="738"/>
                    </a:cubicBezTo>
                    <a:cubicBezTo>
                      <a:pt x="369" y="738"/>
                      <a:pt x="365" y="723"/>
                      <a:pt x="361" y="719"/>
                    </a:cubicBezTo>
                    <a:cubicBezTo>
                      <a:pt x="356" y="715"/>
                      <a:pt x="357" y="712"/>
                      <a:pt x="347" y="710"/>
                    </a:cubicBezTo>
                    <a:cubicBezTo>
                      <a:pt x="343" y="708"/>
                      <a:pt x="336" y="704"/>
                      <a:pt x="336" y="698"/>
                    </a:cubicBezTo>
                    <a:cubicBezTo>
                      <a:pt x="337" y="692"/>
                      <a:pt x="344" y="686"/>
                      <a:pt x="353" y="683"/>
                    </a:cubicBezTo>
                    <a:cubicBezTo>
                      <a:pt x="379" y="684"/>
                      <a:pt x="379" y="684"/>
                      <a:pt x="379" y="684"/>
                    </a:cubicBezTo>
                    <a:cubicBezTo>
                      <a:pt x="395" y="684"/>
                      <a:pt x="417" y="685"/>
                      <a:pt x="434" y="698"/>
                    </a:cubicBezTo>
                    <a:cubicBezTo>
                      <a:pt x="444" y="711"/>
                      <a:pt x="463" y="725"/>
                      <a:pt x="497" y="725"/>
                    </a:cubicBezTo>
                    <a:cubicBezTo>
                      <a:pt x="501" y="725"/>
                      <a:pt x="512" y="728"/>
                      <a:pt x="513" y="729"/>
                    </a:cubicBezTo>
                    <a:cubicBezTo>
                      <a:pt x="528" y="741"/>
                      <a:pt x="575" y="754"/>
                      <a:pt x="602" y="750"/>
                    </a:cubicBezTo>
                    <a:cubicBezTo>
                      <a:pt x="619" y="748"/>
                      <a:pt x="619" y="748"/>
                      <a:pt x="619" y="748"/>
                    </a:cubicBezTo>
                    <a:cubicBezTo>
                      <a:pt x="652" y="744"/>
                      <a:pt x="693" y="734"/>
                      <a:pt x="720" y="750"/>
                    </a:cubicBezTo>
                    <a:cubicBezTo>
                      <a:pt x="726" y="754"/>
                      <a:pt x="742" y="755"/>
                      <a:pt x="749" y="756"/>
                    </a:cubicBezTo>
                    <a:moveTo>
                      <a:pt x="745" y="754"/>
                    </a:moveTo>
                    <a:cubicBezTo>
                      <a:pt x="737" y="753"/>
                      <a:pt x="732" y="750"/>
                      <a:pt x="728" y="747"/>
                    </a:cubicBezTo>
                    <a:cubicBezTo>
                      <a:pt x="724" y="745"/>
                      <a:pt x="719" y="743"/>
                      <a:pt x="714" y="741"/>
                    </a:cubicBezTo>
                    <a:cubicBezTo>
                      <a:pt x="713" y="740"/>
                      <a:pt x="709" y="739"/>
                      <a:pt x="712" y="737"/>
                    </a:cubicBezTo>
                    <a:cubicBezTo>
                      <a:pt x="719" y="734"/>
                      <a:pt x="725" y="728"/>
                      <a:pt x="727" y="718"/>
                    </a:cubicBezTo>
                    <a:cubicBezTo>
                      <a:pt x="729" y="714"/>
                      <a:pt x="727" y="710"/>
                      <a:pt x="727" y="708"/>
                    </a:cubicBezTo>
                    <a:moveTo>
                      <a:pt x="724" y="709"/>
                    </a:moveTo>
                    <a:cubicBezTo>
                      <a:pt x="724" y="711"/>
                      <a:pt x="723" y="716"/>
                      <a:pt x="722" y="719"/>
                    </a:cubicBezTo>
                    <a:cubicBezTo>
                      <a:pt x="720" y="729"/>
                      <a:pt x="711" y="732"/>
                      <a:pt x="699" y="733"/>
                    </a:cubicBezTo>
                    <a:cubicBezTo>
                      <a:pt x="695" y="734"/>
                      <a:pt x="670" y="735"/>
                      <a:pt x="664" y="736"/>
                    </a:cubicBezTo>
                    <a:cubicBezTo>
                      <a:pt x="657" y="736"/>
                      <a:pt x="649" y="737"/>
                      <a:pt x="642" y="737"/>
                    </a:cubicBezTo>
                    <a:cubicBezTo>
                      <a:pt x="641" y="737"/>
                      <a:pt x="640" y="736"/>
                      <a:pt x="640" y="736"/>
                    </a:cubicBezTo>
                    <a:cubicBezTo>
                      <a:pt x="641" y="735"/>
                      <a:pt x="642" y="734"/>
                      <a:pt x="643" y="733"/>
                    </a:cubicBezTo>
                    <a:cubicBezTo>
                      <a:pt x="646" y="729"/>
                      <a:pt x="646" y="729"/>
                      <a:pt x="646" y="729"/>
                    </a:cubicBezTo>
                    <a:cubicBezTo>
                      <a:pt x="650" y="722"/>
                      <a:pt x="650" y="722"/>
                      <a:pt x="650" y="722"/>
                    </a:cubicBezTo>
                    <a:moveTo>
                      <a:pt x="652" y="721"/>
                    </a:moveTo>
                    <a:cubicBezTo>
                      <a:pt x="639" y="729"/>
                      <a:pt x="639" y="729"/>
                      <a:pt x="639" y="729"/>
                    </a:cubicBezTo>
                    <a:cubicBezTo>
                      <a:pt x="635" y="733"/>
                      <a:pt x="630" y="736"/>
                      <a:pt x="624" y="738"/>
                    </a:cubicBezTo>
                    <a:cubicBezTo>
                      <a:pt x="623" y="739"/>
                      <a:pt x="619" y="740"/>
                      <a:pt x="617" y="740"/>
                    </a:cubicBezTo>
                    <a:cubicBezTo>
                      <a:pt x="614" y="740"/>
                      <a:pt x="612" y="741"/>
                      <a:pt x="611" y="741"/>
                    </a:cubicBezTo>
                    <a:cubicBezTo>
                      <a:pt x="601" y="743"/>
                      <a:pt x="601" y="743"/>
                      <a:pt x="601" y="743"/>
                    </a:cubicBezTo>
                    <a:cubicBezTo>
                      <a:pt x="577" y="745"/>
                      <a:pt x="541" y="735"/>
                      <a:pt x="525" y="727"/>
                    </a:cubicBezTo>
                    <a:cubicBezTo>
                      <a:pt x="522" y="726"/>
                      <a:pt x="522" y="722"/>
                      <a:pt x="524" y="721"/>
                    </a:cubicBezTo>
                    <a:cubicBezTo>
                      <a:pt x="548" y="711"/>
                      <a:pt x="562" y="684"/>
                      <a:pt x="572" y="664"/>
                    </a:cubicBezTo>
                    <a:cubicBezTo>
                      <a:pt x="574" y="661"/>
                      <a:pt x="575" y="658"/>
                      <a:pt x="577" y="656"/>
                    </a:cubicBezTo>
                    <a:cubicBezTo>
                      <a:pt x="578" y="653"/>
                      <a:pt x="586" y="646"/>
                      <a:pt x="588" y="645"/>
                    </a:cubicBezTo>
                    <a:cubicBezTo>
                      <a:pt x="590" y="644"/>
                      <a:pt x="592" y="642"/>
                      <a:pt x="594" y="640"/>
                    </a:cubicBezTo>
                    <a:cubicBezTo>
                      <a:pt x="605" y="633"/>
                      <a:pt x="610" y="626"/>
                      <a:pt x="612" y="619"/>
                    </a:cubicBezTo>
                    <a:cubicBezTo>
                      <a:pt x="631" y="605"/>
                      <a:pt x="667" y="618"/>
                      <a:pt x="686" y="625"/>
                    </a:cubicBezTo>
                    <a:cubicBezTo>
                      <a:pt x="686" y="625"/>
                      <a:pt x="698" y="629"/>
                      <a:pt x="698" y="629"/>
                    </a:cubicBezTo>
                    <a:cubicBezTo>
                      <a:pt x="701" y="630"/>
                      <a:pt x="705" y="632"/>
                      <a:pt x="710" y="634"/>
                    </a:cubicBezTo>
                    <a:cubicBezTo>
                      <a:pt x="722" y="638"/>
                      <a:pt x="736" y="644"/>
                      <a:pt x="746" y="641"/>
                    </a:cubicBezTo>
                    <a:cubicBezTo>
                      <a:pt x="743" y="633"/>
                      <a:pt x="743" y="633"/>
                      <a:pt x="743" y="633"/>
                    </a:cubicBezTo>
                    <a:cubicBezTo>
                      <a:pt x="736" y="636"/>
                      <a:pt x="723" y="630"/>
                      <a:pt x="713" y="626"/>
                    </a:cubicBezTo>
                    <a:cubicBezTo>
                      <a:pt x="708" y="624"/>
                      <a:pt x="703" y="622"/>
                      <a:pt x="700" y="622"/>
                    </a:cubicBezTo>
                    <a:cubicBezTo>
                      <a:pt x="689" y="618"/>
                      <a:pt x="689" y="618"/>
                      <a:pt x="689" y="618"/>
                    </a:cubicBezTo>
                    <a:cubicBezTo>
                      <a:pt x="671" y="611"/>
                      <a:pt x="641" y="600"/>
                      <a:pt x="619" y="607"/>
                    </a:cubicBezTo>
                    <a:cubicBezTo>
                      <a:pt x="618" y="607"/>
                      <a:pt x="614" y="606"/>
                      <a:pt x="614" y="604"/>
                    </a:cubicBezTo>
                    <a:cubicBezTo>
                      <a:pt x="613" y="598"/>
                      <a:pt x="611" y="595"/>
                      <a:pt x="611" y="594"/>
                    </a:cubicBezTo>
                    <a:cubicBezTo>
                      <a:pt x="601" y="601"/>
                      <a:pt x="601" y="601"/>
                      <a:pt x="601" y="601"/>
                    </a:cubicBezTo>
                    <a:cubicBezTo>
                      <a:pt x="601" y="602"/>
                      <a:pt x="609" y="616"/>
                      <a:pt x="587" y="631"/>
                    </a:cubicBezTo>
                    <a:cubicBezTo>
                      <a:pt x="587" y="631"/>
                      <a:pt x="587" y="631"/>
                      <a:pt x="587" y="631"/>
                    </a:cubicBezTo>
                    <a:cubicBezTo>
                      <a:pt x="587" y="631"/>
                      <a:pt x="587" y="631"/>
                      <a:pt x="587" y="631"/>
                    </a:cubicBezTo>
                    <a:cubicBezTo>
                      <a:pt x="556" y="657"/>
                      <a:pt x="497" y="625"/>
                      <a:pt x="453" y="593"/>
                    </a:cubicBezTo>
                    <a:cubicBezTo>
                      <a:pt x="426" y="573"/>
                      <a:pt x="401" y="567"/>
                      <a:pt x="381" y="563"/>
                    </a:cubicBezTo>
                    <a:cubicBezTo>
                      <a:pt x="359" y="558"/>
                      <a:pt x="344" y="555"/>
                      <a:pt x="334" y="538"/>
                    </a:cubicBezTo>
                    <a:cubicBezTo>
                      <a:pt x="325" y="521"/>
                      <a:pt x="325" y="521"/>
                      <a:pt x="325" y="521"/>
                    </a:cubicBezTo>
                    <a:cubicBezTo>
                      <a:pt x="324" y="519"/>
                      <a:pt x="323" y="518"/>
                      <a:pt x="323" y="517"/>
                    </a:cubicBezTo>
                    <a:cubicBezTo>
                      <a:pt x="323" y="517"/>
                      <a:pt x="323" y="517"/>
                      <a:pt x="323" y="517"/>
                    </a:cubicBezTo>
                    <a:cubicBezTo>
                      <a:pt x="312" y="487"/>
                      <a:pt x="317" y="472"/>
                      <a:pt x="322" y="460"/>
                    </a:cubicBezTo>
                    <a:cubicBezTo>
                      <a:pt x="324" y="455"/>
                      <a:pt x="326" y="451"/>
                      <a:pt x="327" y="446"/>
                    </a:cubicBezTo>
                    <a:cubicBezTo>
                      <a:pt x="328" y="441"/>
                      <a:pt x="328" y="441"/>
                      <a:pt x="328" y="441"/>
                    </a:cubicBezTo>
                    <a:cubicBezTo>
                      <a:pt x="333" y="416"/>
                      <a:pt x="338" y="403"/>
                      <a:pt x="362" y="379"/>
                    </a:cubicBezTo>
                    <a:cubicBezTo>
                      <a:pt x="402" y="338"/>
                      <a:pt x="464" y="307"/>
                      <a:pt x="533" y="292"/>
                    </a:cubicBezTo>
                    <a:cubicBezTo>
                      <a:pt x="538" y="292"/>
                      <a:pt x="544" y="291"/>
                      <a:pt x="550" y="291"/>
                    </a:cubicBezTo>
                    <a:cubicBezTo>
                      <a:pt x="550" y="288"/>
                      <a:pt x="550" y="288"/>
                      <a:pt x="550" y="288"/>
                    </a:cubicBezTo>
                    <a:cubicBezTo>
                      <a:pt x="565" y="285"/>
                      <a:pt x="565" y="285"/>
                      <a:pt x="565" y="285"/>
                    </a:cubicBezTo>
                    <a:cubicBezTo>
                      <a:pt x="644" y="270"/>
                      <a:pt x="684" y="263"/>
                      <a:pt x="772" y="281"/>
                    </a:cubicBezTo>
                    <a:cubicBezTo>
                      <a:pt x="812" y="292"/>
                      <a:pt x="846" y="311"/>
                      <a:pt x="870" y="335"/>
                    </a:cubicBezTo>
                    <a:cubicBezTo>
                      <a:pt x="891" y="357"/>
                      <a:pt x="904" y="380"/>
                      <a:pt x="904" y="404"/>
                    </a:cubicBezTo>
                    <a:cubicBezTo>
                      <a:pt x="904" y="413"/>
                      <a:pt x="903" y="422"/>
                      <a:pt x="900" y="431"/>
                    </a:cubicBezTo>
                    <a:cubicBezTo>
                      <a:pt x="885" y="468"/>
                      <a:pt x="848" y="479"/>
                      <a:pt x="818" y="490"/>
                    </a:cubicBezTo>
                    <a:cubicBezTo>
                      <a:pt x="795" y="497"/>
                      <a:pt x="775" y="504"/>
                      <a:pt x="768" y="521"/>
                    </a:cubicBezTo>
                    <a:cubicBezTo>
                      <a:pt x="763" y="536"/>
                      <a:pt x="763" y="536"/>
                      <a:pt x="763" y="536"/>
                    </a:cubicBezTo>
                    <a:cubicBezTo>
                      <a:pt x="758" y="552"/>
                      <a:pt x="752" y="567"/>
                      <a:pt x="744" y="575"/>
                    </a:cubicBezTo>
                    <a:cubicBezTo>
                      <a:pt x="740" y="580"/>
                      <a:pt x="738" y="586"/>
                      <a:pt x="738" y="593"/>
                    </a:cubicBezTo>
                    <a:cubicBezTo>
                      <a:pt x="738" y="602"/>
                      <a:pt x="741" y="612"/>
                      <a:pt x="744" y="624"/>
                    </a:cubicBezTo>
                    <a:cubicBezTo>
                      <a:pt x="755" y="621"/>
                      <a:pt x="755" y="621"/>
                      <a:pt x="755" y="621"/>
                    </a:cubicBezTo>
                    <a:cubicBezTo>
                      <a:pt x="750" y="601"/>
                      <a:pt x="748" y="589"/>
                      <a:pt x="753" y="584"/>
                    </a:cubicBezTo>
                    <a:cubicBezTo>
                      <a:pt x="755" y="581"/>
                      <a:pt x="761" y="573"/>
                      <a:pt x="771" y="571"/>
                    </a:cubicBezTo>
                    <a:cubicBezTo>
                      <a:pt x="789" y="566"/>
                      <a:pt x="815" y="570"/>
                      <a:pt x="838" y="587"/>
                    </a:cubicBezTo>
                    <a:cubicBezTo>
                      <a:pt x="840" y="589"/>
                      <a:pt x="840" y="590"/>
                      <a:pt x="840" y="590"/>
                    </a:cubicBezTo>
                    <a:moveTo>
                      <a:pt x="842" y="594"/>
                    </a:moveTo>
                    <a:cubicBezTo>
                      <a:pt x="843" y="593"/>
                      <a:pt x="848" y="590"/>
                      <a:pt x="848" y="591"/>
                    </a:cubicBezTo>
                    <a:cubicBezTo>
                      <a:pt x="851" y="593"/>
                      <a:pt x="853" y="593"/>
                      <a:pt x="856" y="593"/>
                    </a:cubicBezTo>
                    <a:cubicBezTo>
                      <a:pt x="860" y="595"/>
                      <a:pt x="864" y="594"/>
                      <a:pt x="867" y="593"/>
                    </a:cubicBezTo>
                    <a:cubicBezTo>
                      <a:pt x="870" y="592"/>
                      <a:pt x="874" y="589"/>
                      <a:pt x="876" y="590"/>
                    </a:cubicBezTo>
                    <a:moveTo>
                      <a:pt x="878" y="590"/>
                    </a:moveTo>
                    <a:cubicBezTo>
                      <a:pt x="873" y="588"/>
                      <a:pt x="870" y="587"/>
                      <a:pt x="866" y="588"/>
                    </a:cubicBezTo>
                    <a:cubicBezTo>
                      <a:pt x="864" y="588"/>
                      <a:pt x="861" y="589"/>
                      <a:pt x="859" y="588"/>
                    </a:cubicBezTo>
                    <a:cubicBezTo>
                      <a:pt x="858" y="588"/>
                      <a:pt x="853" y="586"/>
                      <a:pt x="847" y="583"/>
                    </a:cubicBezTo>
                    <a:cubicBezTo>
                      <a:pt x="841" y="580"/>
                      <a:pt x="835" y="575"/>
                      <a:pt x="833" y="575"/>
                    </a:cubicBezTo>
                    <a:cubicBezTo>
                      <a:pt x="814" y="563"/>
                      <a:pt x="791" y="559"/>
                      <a:pt x="773" y="562"/>
                    </a:cubicBezTo>
                    <a:cubicBezTo>
                      <a:pt x="771" y="563"/>
                      <a:pt x="767" y="560"/>
                      <a:pt x="768" y="558"/>
                    </a:cubicBezTo>
                    <a:cubicBezTo>
                      <a:pt x="770" y="552"/>
                      <a:pt x="772" y="546"/>
                      <a:pt x="774" y="540"/>
                    </a:cubicBezTo>
                    <a:cubicBezTo>
                      <a:pt x="774" y="540"/>
                      <a:pt x="780" y="526"/>
                      <a:pt x="780" y="526"/>
                    </a:cubicBezTo>
                    <a:cubicBezTo>
                      <a:pt x="782" y="519"/>
                      <a:pt x="789" y="514"/>
                      <a:pt x="798" y="510"/>
                    </a:cubicBezTo>
                    <a:cubicBezTo>
                      <a:pt x="800" y="509"/>
                      <a:pt x="809" y="508"/>
                      <a:pt x="812" y="508"/>
                    </a:cubicBezTo>
                    <a:cubicBezTo>
                      <a:pt x="815" y="509"/>
                      <a:pt x="818" y="510"/>
                      <a:pt x="820" y="511"/>
                    </a:cubicBezTo>
                    <a:cubicBezTo>
                      <a:pt x="824" y="513"/>
                      <a:pt x="827" y="516"/>
                      <a:pt x="830" y="519"/>
                    </a:cubicBezTo>
                    <a:cubicBezTo>
                      <a:pt x="834" y="523"/>
                      <a:pt x="839" y="527"/>
                      <a:pt x="844" y="530"/>
                    </a:cubicBezTo>
                    <a:cubicBezTo>
                      <a:pt x="857" y="536"/>
                      <a:pt x="870" y="536"/>
                      <a:pt x="882" y="535"/>
                    </a:cubicBezTo>
                    <a:cubicBezTo>
                      <a:pt x="897" y="535"/>
                      <a:pt x="907" y="539"/>
                      <a:pt x="918" y="545"/>
                    </a:cubicBezTo>
                    <a:cubicBezTo>
                      <a:pt x="924" y="547"/>
                      <a:pt x="930" y="550"/>
                      <a:pt x="938" y="553"/>
                    </a:cubicBezTo>
                    <a:cubicBezTo>
                      <a:pt x="945" y="555"/>
                      <a:pt x="953" y="558"/>
                      <a:pt x="961" y="559"/>
                    </a:cubicBezTo>
                    <a:cubicBezTo>
                      <a:pt x="971" y="565"/>
                      <a:pt x="971" y="574"/>
                      <a:pt x="971" y="587"/>
                    </a:cubicBezTo>
                    <a:cubicBezTo>
                      <a:pt x="972" y="598"/>
                      <a:pt x="972" y="598"/>
                      <a:pt x="972" y="598"/>
                    </a:cubicBezTo>
                    <a:cubicBezTo>
                      <a:pt x="972" y="603"/>
                      <a:pt x="979" y="614"/>
                      <a:pt x="979" y="614"/>
                    </a:cubicBezTo>
                    <a:moveTo>
                      <a:pt x="1004" y="619"/>
                    </a:moveTo>
                    <a:cubicBezTo>
                      <a:pt x="999" y="612"/>
                      <a:pt x="997" y="608"/>
                      <a:pt x="991" y="608"/>
                    </a:cubicBezTo>
                    <a:cubicBezTo>
                      <a:pt x="987" y="607"/>
                      <a:pt x="985" y="607"/>
                      <a:pt x="983" y="605"/>
                    </a:cubicBezTo>
                    <a:cubicBezTo>
                      <a:pt x="982" y="604"/>
                      <a:pt x="982" y="604"/>
                      <a:pt x="982" y="604"/>
                    </a:cubicBezTo>
                    <a:cubicBezTo>
                      <a:pt x="981" y="602"/>
                      <a:pt x="980" y="600"/>
                      <a:pt x="980" y="597"/>
                    </a:cubicBezTo>
                    <a:cubicBezTo>
                      <a:pt x="979" y="586"/>
                      <a:pt x="979" y="586"/>
                      <a:pt x="979" y="586"/>
                    </a:cubicBezTo>
                    <a:cubicBezTo>
                      <a:pt x="979" y="579"/>
                      <a:pt x="979" y="572"/>
                      <a:pt x="977" y="566"/>
                    </a:cubicBezTo>
                    <a:cubicBezTo>
                      <a:pt x="974" y="560"/>
                      <a:pt x="980" y="559"/>
                      <a:pt x="980" y="559"/>
                    </a:cubicBezTo>
                    <a:cubicBezTo>
                      <a:pt x="987" y="557"/>
                      <a:pt x="987" y="557"/>
                      <a:pt x="987" y="557"/>
                    </a:cubicBezTo>
                    <a:cubicBezTo>
                      <a:pt x="993" y="556"/>
                      <a:pt x="998" y="555"/>
                      <a:pt x="1003" y="555"/>
                    </a:cubicBezTo>
                    <a:cubicBezTo>
                      <a:pt x="1006" y="556"/>
                      <a:pt x="1006" y="556"/>
                      <a:pt x="1006" y="556"/>
                    </a:cubicBezTo>
                    <a:cubicBezTo>
                      <a:pt x="1023" y="554"/>
                      <a:pt x="1023" y="554"/>
                      <a:pt x="1023" y="554"/>
                    </a:cubicBezTo>
                    <a:cubicBezTo>
                      <a:pt x="1038" y="552"/>
                      <a:pt x="1048" y="551"/>
                      <a:pt x="1059" y="555"/>
                    </a:cubicBezTo>
                    <a:cubicBezTo>
                      <a:pt x="1061" y="556"/>
                      <a:pt x="1076" y="562"/>
                      <a:pt x="1079" y="565"/>
                    </a:cubicBezTo>
                    <a:moveTo>
                      <a:pt x="1089" y="571"/>
                    </a:moveTo>
                    <a:cubicBezTo>
                      <a:pt x="1108" y="582"/>
                      <a:pt x="1123" y="588"/>
                      <a:pt x="1133" y="584"/>
                    </a:cubicBezTo>
                    <a:cubicBezTo>
                      <a:pt x="1146" y="576"/>
                      <a:pt x="1143" y="572"/>
                      <a:pt x="1146" y="560"/>
                    </a:cubicBezTo>
                    <a:cubicBezTo>
                      <a:pt x="1141" y="568"/>
                      <a:pt x="1141" y="568"/>
                      <a:pt x="1141" y="568"/>
                    </a:cubicBezTo>
                    <a:cubicBezTo>
                      <a:pt x="1138" y="577"/>
                      <a:pt x="1137" y="577"/>
                      <a:pt x="1130" y="579"/>
                    </a:cubicBezTo>
                    <a:cubicBezTo>
                      <a:pt x="1124" y="581"/>
                      <a:pt x="1104" y="574"/>
                      <a:pt x="1082" y="558"/>
                    </a:cubicBezTo>
                    <a:cubicBezTo>
                      <a:pt x="1059" y="542"/>
                      <a:pt x="1045" y="543"/>
                      <a:pt x="1022" y="546"/>
                    </a:cubicBezTo>
                    <a:cubicBezTo>
                      <a:pt x="1005" y="548"/>
                      <a:pt x="1005" y="548"/>
                      <a:pt x="1005" y="548"/>
                    </a:cubicBezTo>
                    <a:cubicBezTo>
                      <a:pt x="1004" y="548"/>
                      <a:pt x="1004" y="548"/>
                      <a:pt x="1004" y="548"/>
                    </a:cubicBezTo>
                    <a:cubicBezTo>
                      <a:pt x="997" y="547"/>
                      <a:pt x="991" y="548"/>
                      <a:pt x="985" y="549"/>
                    </a:cubicBezTo>
                    <a:cubicBezTo>
                      <a:pt x="975" y="551"/>
                      <a:pt x="975" y="551"/>
                      <a:pt x="975" y="551"/>
                    </a:cubicBezTo>
                    <a:cubicBezTo>
                      <a:pt x="971" y="552"/>
                      <a:pt x="968" y="551"/>
                      <a:pt x="964" y="551"/>
                    </a:cubicBezTo>
                    <a:cubicBezTo>
                      <a:pt x="962" y="550"/>
                      <a:pt x="958" y="550"/>
                      <a:pt x="958" y="550"/>
                    </a:cubicBezTo>
                    <a:cubicBezTo>
                      <a:pt x="953" y="549"/>
                      <a:pt x="947" y="548"/>
                      <a:pt x="941" y="545"/>
                    </a:cubicBezTo>
                    <a:cubicBezTo>
                      <a:pt x="933" y="543"/>
                      <a:pt x="927" y="540"/>
                      <a:pt x="921" y="537"/>
                    </a:cubicBezTo>
                    <a:cubicBezTo>
                      <a:pt x="910" y="532"/>
                      <a:pt x="899" y="526"/>
                      <a:pt x="882" y="527"/>
                    </a:cubicBezTo>
                    <a:cubicBezTo>
                      <a:pt x="871" y="528"/>
                      <a:pt x="859" y="528"/>
                      <a:pt x="848" y="523"/>
                    </a:cubicBezTo>
                    <a:cubicBezTo>
                      <a:pt x="843" y="521"/>
                      <a:pt x="840" y="517"/>
                      <a:pt x="836" y="514"/>
                    </a:cubicBezTo>
                    <a:cubicBezTo>
                      <a:pt x="832" y="510"/>
                      <a:pt x="829" y="506"/>
                      <a:pt x="824" y="504"/>
                    </a:cubicBezTo>
                    <a:cubicBezTo>
                      <a:pt x="820" y="502"/>
                      <a:pt x="825" y="500"/>
                      <a:pt x="826" y="500"/>
                    </a:cubicBezTo>
                    <a:cubicBezTo>
                      <a:pt x="853" y="491"/>
                      <a:pt x="886" y="479"/>
                      <a:pt x="905" y="448"/>
                    </a:cubicBezTo>
                    <a:cubicBezTo>
                      <a:pt x="912" y="433"/>
                      <a:pt x="915" y="422"/>
                      <a:pt x="921" y="416"/>
                    </a:cubicBezTo>
                    <a:cubicBezTo>
                      <a:pt x="933" y="404"/>
                      <a:pt x="952" y="406"/>
                      <a:pt x="974" y="409"/>
                    </a:cubicBezTo>
                    <a:cubicBezTo>
                      <a:pt x="989" y="410"/>
                      <a:pt x="1004" y="412"/>
                      <a:pt x="1017" y="409"/>
                    </a:cubicBezTo>
                    <a:cubicBezTo>
                      <a:pt x="1039" y="403"/>
                      <a:pt x="1058" y="374"/>
                      <a:pt x="1064" y="357"/>
                    </a:cubicBezTo>
                    <a:cubicBezTo>
                      <a:pt x="1065" y="356"/>
                      <a:pt x="1065" y="356"/>
                      <a:pt x="1065" y="355"/>
                    </a:cubicBezTo>
                    <a:cubicBezTo>
                      <a:pt x="1068" y="345"/>
                      <a:pt x="1080" y="336"/>
                      <a:pt x="1080" y="336"/>
                    </a:cubicBezTo>
                    <a:cubicBezTo>
                      <a:pt x="1081" y="334"/>
                      <a:pt x="1083" y="333"/>
                      <a:pt x="1085" y="332"/>
                    </a:cubicBezTo>
                    <a:cubicBezTo>
                      <a:pt x="1086" y="332"/>
                      <a:pt x="1097" y="332"/>
                      <a:pt x="1100" y="331"/>
                    </a:cubicBezTo>
                    <a:cubicBezTo>
                      <a:pt x="1112" y="327"/>
                      <a:pt x="1133" y="309"/>
                      <a:pt x="1138" y="298"/>
                    </a:cubicBezTo>
                    <a:cubicBezTo>
                      <a:pt x="1141" y="291"/>
                      <a:pt x="1138" y="286"/>
                      <a:pt x="1133" y="287"/>
                    </a:cubicBezTo>
                    <a:cubicBezTo>
                      <a:pt x="1136" y="288"/>
                      <a:pt x="1136" y="291"/>
                      <a:pt x="1134" y="296"/>
                    </a:cubicBezTo>
                    <a:cubicBezTo>
                      <a:pt x="1130" y="300"/>
                      <a:pt x="1114" y="321"/>
                      <a:pt x="1099" y="326"/>
                    </a:cubicBezTo>
                    <a:cubicBezTo>
                      <a:pt x="1095" y="327"/>
                      <a:pt x="1085" y="325"/>
                      <a:pt x="1081" y="327"/>
                    </a:cubicBezTo>
                    <a:cubicBezTo>
                      <a:pt x="1078" y="328"/>
                      <a:pt x="1064" y="342"/>
                      <a:pt x="1063" y="334"/>
                    </a:cubicBezTo>
                    <a:moveTo>
                      <a:pt x="485" y="628"/>
                    </a:moveTo>
                    <a:cubicBezTo>
                      <a:pt x="514" y="644"/>
                      <a:pt x="539" y="652"/>
                      <a:pt x="559" y="652"/>
                    </a:cubicBezTo>
                    <a:cubicBezTo>
                      <a:pt x="563" y="652"/>
                      <a:pt x="569" y="654"/>
                      <a:pt x="565" y="660"/>
                    </a:cubicBezTo>
                    <a:cubicBezTo>
                      <a:pt x="553" y="683"/>
                      <a:pt x="537" y="714"/>
                      <a:pt x="509" y="717"/>
                    </a:cubicBezTo>
                    <a:cubicBezTo>
                      <a:pt x="488" y="719"/>
                      <a:pt x="469" y="715"/>
                      <a:pt x="455" y="706"/>
                    </a:cubicBezTo>
                    <a:cubicBezTo>
                      <a:pt x="453" y="705"/>
                      <a:pt x="452" y="704"/>
                      <a:pt x="450" y="702"/>
                    </a:cubicBezTo>
                    <a:cubicBezTo>
                      <a:pt x="450" y="702"/>
                      <a:pt x="444" y="695"/>
                      <a:pt x="440" y="692"/>
                    </a:cubicBezTo>
                    <a:cubicBezTo>
                      <a:pt x="439" y="690"/>
                      <a:pt x="438" y="689"/>
                      <a:pt x="437" y="687"/>
                    </a:cubicBezTo>
                    <a:cubicBezTo>
                      <a:pt x="440" y="681"/>
                      <a:pt x="441" y="674"/>
                      <a:pt x="441" y="667"/>
                    </a:cubicBezTo>
                    <a:cubicBezTo>
                      <a:pt x="441" y="660"/>
                      <a:pt x="441" y="654"/>
                      <a:pt x="444" y="650"/>
                    </a:cubicBezTo>
                    <a:cubicBezTo>
                      <a:pt x="450" y="639"/>
                      <a:pt x="461" y="629"/>
                      <a:pt x="474" y="625"/>
                    </a:cubicBezTo>
                    <a:cubicBezTo>
                      <a:pt x="476" y="625"/>
                      <a:pt x="483" y="627"/>
                      <a:pt x="485" y="62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0" name="Freeform 416">
                <a:extLst>
                  <a:ext uri="{FF2B5EF4-FFF2-40B4-BE49-F238E27FC236}">
                    <a16:creationId xmlns:a16="http://schemas.microsoft.com/office/drawing/2014/main" id="{8D0AE787-4CE6-43EF-A56C-4F51878C3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154"/>
                <a:ext cx="67" cy="257"/>
              </a:xfrm>
              <a:custGeom>
                <a:avLst/>
                <a:gdLst>
                  <a:gd name="T0" fmla="*/ 0 w 29"/>
                  <a:gd name="T1" fmla="*/ 1599 h 103"/>
                  <a:gd name="T2" fmla="*/ 65 w 29"/>
                  <a:gd name="T3" fmla="*/ 978 h 103"/>
                  <a:gd name="T4" fmla="*/ 113 w 29"/>
                  <a:gd name="T5" fmla="*/ 696 h 103"/>
                  <a:gd name="T6" fmla="*/ 224 w 29"/>
                  <a:gd name="T7" fmla="*/ 342 h 103"/>
                  <a:gd name="T8" fmla="*/ 245 w 29"/>
                  <a:gd name="T9" fmla="*/ 250 h 103"/>
                  <a:gd name="T10" fmla="*/ 224 w 29"/>
                  <a:gd name="T11" fmla="*/ 155 h 103"/>
                  <a:gd name="T12" fmla="*/ 150 w 29"/>
                  <a:gd name="T13" fmla="*/ 62 h 103"/>
                  <a:gd name="T14" fmla="*/ 330 w 29"/>
                  <a:gd name="T15" fmla="*/ 167 h 103"/>
                  <a:gd name="T16" fmla="*/ 310 w 29"/>
                  <a:gd name="T17" fmla="*/ 404 h 103"/>
                  <a:gd name="T18" fmla="*/ 208 w 29"/>
                  <a:gd name="T19" fmla="*/ 716 h 103"/>
                  <a:gd name="T20" fmla="*/ 159 w 29"/>
                  <a:gd name="T21" fmla="*/ 1008 h 103"/>
                  <a:gd name="T22" fmla="*/ 49 w 29"/>
                  <a:gd name="T23" fmla="*/ 1507 h 1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103">
                    <a:moveTo>
                      <a:pt x="0" y="103"/>
                    </a:moveTo>
                    <a:cubicBezTo>
                      <a:pt x="1" y="90"/>
                      <a:pt x="2" y="75"/>
                      <a:pt x="5" y="63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11" y="35"/>
                      <a:pt x="15" y="27"/>
                      <a:pt x="18" y="22"/>
                    </a:cubicBezTo>
                    <a:cubicBezTo>
                      <a:pt x="19" y="20"/>
                      <a:pt x="20" y="18"/>
                      <a:pt x="20" y="16"/>
                    </a:cubicBezTo>
                    <a:cubicBezTo>
                      <a:pt x="20" y="16"/>
                      <a:pt x="21" y="10"/>
                      <a:pt x="18" y="10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20" y="0"/>
                      <a:pt x="26" y="7"/>
                      <a:pt x="27" y="11"/>
                    </a:cubicBezTo>
                    <a:cubicBezTo>
                      <a:pt x="29" y="15"/>
                      <a:pt x="27" y="21"/>
                      <a:pt x="25" y="26"/>
                    </a:cubicBezTo>
                    <a:cubicBezTo>
                      <a:pt x="22" y="31"/>
                      <a:pt x="18" y="37"/>
                      <a:pt x="17" y="46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10" y="76"/>
                      <a:pt x="4" y="86"/>
                      <a:pt x="4" y="97"/>
                    </a:cubicBezTo>
                  </a:path>
                </a:pathLst>
              </a:custGeom>
              <a:noFill/>
              <a:ln w="142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1" name="Freeform 417">
                <a:extLst>
                  <a:ext uri="{FF2B5EF4-FFF2-40B4-BE49-F238E27FC236}">
                    <a16:creationId xmlns:a16="http://schemas.microsoft.com/office/drawing/2014/main" id="{73DD925A-043A-4316-9763-7B85DBADB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743"/>
                <a:ext cx="75" cy="137"/>
              </a:xfrm>
              <a:custGeom>
                <a:avLst/>
                <a:gdLst>
                  <a:gd name="T0" fmla="*/ 335 w 32"/>
                  <a:gd name="T1" fmla="*/ 745 h 55"/>
                  <a:gd name="T2" fmla="*/ 143 w 32"/>
                  <a:gd name="T3" fmla="*/ 478 h 55"/>
                  <a:gd name="T4" fmla="*/ 66 w 32"/>
                  <a:gd name="T5" fmla="*/ 62 h 55"/>
                  <a:gd name="T6" fmla="*/ 209 w 32"/>
                  <a:gd name="T7" fmla="*/ 30 h 55"/>
                  <a:gd name="T8" fmla="*/ 155 w 32"/>
                  <a:gd name="T9" fmla="*/ 137 h 55"/>
                  <a:gd name="T10" fmla="*/ 155 w 32"/>
                  <a:gd name="T11" fmla="*/ 154 h 55"/>
                  <a:gd name="T12" fmla="*/ 230 w 32"/>
                  <a:gd name="T13" fmla="*/ 404 h 55"/>
                  <a:gd name="T14" fmla="*/ 401 w 32"/>
                  <a:gd name="T15" fmla="*/ 807 h 55"/>
                  <a:gd name="T16" fmla="*/ 413 w 32"/>
                  <a:gd name="T17" fmla="*/ 807 h 55"/>
                  <a:gd name="T18" fmla="*/ 401 w 32"/>
                  <a:gd name="T19" fmla="*/ 820 h 55"/>
                  <a:gd name="T20" fmla="*/ 413 w 32"/>
                  <a:gd name="T21" fmla="*/ 849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55">
                    <a:moveTo>
                      <a:pt x="26" y="48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7" y="24"/>
                      <a:pt x="0" y="10"/>
                      <a:pt x="5" y="4"/>
                    </a:cubicBezTo>
                    <a:cubicBezTo>
                      <a:pt x="7" y="2"/>
                      <a:pt x="10" y="0"/>
                      <a:pt x="16" y="2"/>
                    </a:cubicBezTo>
                    <a:cubicBezTo>
                      <a:pt x="16" y="2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3"/>
                      <a:pt x="13" y="19"/>
                      <a:pt x="18" y="26"/>
                    </a:cubicBezTo>
                    <a:cubicBezTo>
                      <a:pt x="18" y="26"/>
                      <a:pt x="27" y="45"/>
                      <a:pt x="31" y="52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32" y="52"/>
                      <a:pt x="31" y="53"/>
                      <a:pt x="31" y="53"/>
                    </a:cubicBezTo>
                    <a:cubicBezTo>
                      <a:pt x="31" y="53"/>
                      <a:pt x="32" y="54"/>
                      <a:pt x="32" y="55"/>
                    </a:cubicBezTo>
                  </a:path>
                </a:pathLst>
              </a:custGeom>
              <a:noFill/>
              <a:ln w="142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2" name="Freeform 418">
                <a:extLst>
                  <a:ext uri="{FF2B5EF4-FFF2-40B4-BE49-F238E27FC236}">
                    <a16:creationId xmlns:a16="http://schemas.microsoft.com/office/drawing/2014/main" id="{3F2A9CF0-EA75-43EE-A425-3B1F05BD2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516"/>
                <a:ext cx="267" cy="322"/>
              </a:xfrm>
              <a:custGeom>
                <a:avLst/>
                <a:gdLst>
                  <a:gd name="T0" fmla="*/ 1129 w 114"/>
                  <a:gd name="T1" fmla="*/ 2007 h 129"/>
                  <a:gd name="T2" fmla="*/ 1026 w 114"/>
                  <a:gd name="T3" fmla="*/ 1590 h 129"/>
                  <a:gd name="T4" fmla="*/ 965 w 114"/>
                  <a:gd name="T5" fmla="*/ 1353 h 129"/>
                  <a:gd name="T6" fmla="*/ 939 w 114"/>
                  <a:gd name="T7" fmla="*/ 1290 h 129"/>
                  <a:gd name="T8" fmla="*/ 230 w 114"/>
                  <a:gd name="T9" fmla="*/ 529 h 129"/>
                  <a:gd name="T10" fmla="*/ 12 w 114"/>
                  <a:gd name="T11" fmla="*/ 292 h 129"/>
                  <a:gd name="T12" fmla="*/ 180 w 114"/>
                  <a:gd name="T13" fmla="*/ 0 h 129"/>
                  <a:gd name="T14" fmla="*/ 164 w 114"/>
                  <a:gd name="T15" fmla="*/ 155 h 129"/>
                  <a:gd name="T16" fmla="*/ 115 w 114"/>
                  <a:gd name="T17" fmla="*/ 280 h 129"/>
                  <a:gd name="T18" fmla="*/ 269 w 114"/>
                  <a:gd name="T19" fmla="*/ 417 h 129"/>
                  <a:gd name="T20" fmla="*/ 1026 w 114"/>
                  <a:gd name="T21" fmla="*/ 1228 h 129"/>
                  <a:gd name="T22" fmla="*/ 1026 w 114"/>
                  <a:gd name="T23" fmla="*/ 1228 h 129"/>
                  <a:gd name="T24" fmla="*/ 1042 w 114"/>
                  <a:gd name="T25" fmla="*/ 1246 h 129"/>
                  <a:gd name="T26" fmla="*/ 1054 w 114"/>
                  <a:gd name="T27" fmla="*/ 1308 h 129"/>
                  <a:gd name="T28" fmla="*/ 1234 w 114"/>
                  <a:gd name="T29" fmla="*/ 1528 h 129"/>
                  <a:gd name="T30" fmla="*/ 1377 w 114"/>
                  <a:gd name="T31" fmla="*/ 1662 h 129"/>
                  <a:gd name="T32" fmla="*/ 1464 w 114"/>
                  <a:gd name="T33" fmla="*/ 1912 h 1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4" h="129">
                    <a:moveTo>
                      <a:pt x="88" y="129"/>
                    </a:moveTo>
                    <a:cubicBezTo>
                      <a:pt x="80" y="102"/>
                      <a:pt x="80" y="102"/>
                      <a:pt x="80" y="102"/>
                    </a:cubicBezTo>
                    <a:cubicBezTo>
                      <a:pt x="79" y="97"/>
                      <a:pt x="77" y="92"/>
                      <a:pt x="75" y="87"/>
                    </a:cubicBezTo>
                    <a:cubicBezTo>
                      <a:pt x="74" y="86"/>
                      <a:pt x="74" y="85"/>
                      <a:pt x="73" y="83"/>
                    </a:cubicBezTo>
                    <a:cubicBezTo>
                      <a:pt x="58" y="51"/>
                      <a:pt x="28" y="38"/>
                      <a:pt x="18" y="34"/>
                    </a:cubicBezTo>
                    <a:cubicBezTo>
                      <a:pt x="8" y="30"/>
                      <a:pt x="2" y="25"/>
                      <a:pt x="1" y="19"/>
                    </a:cubicBezTo>
                    <a:cubicBezTo>
                      <a:pt x="0" y="13"/>
                      <a:pt x="6" y="1"/>
                      <a:pt x="14" y="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7" y="14"/>
                      <a:pt x="9" y="16"/>
                      <a:pt x="9" y="18"/>
                    </a:cubicBezTo>
                    <a:cubicBezTo>
                      <a:pt x="10" y="21"/>
                      <a:pt x="14" y="24"/>
                      <a:pt x="21" y="27"/>
                    </a:cubicBezTo>
                    <a:cubicBezTo>
                      <a:pt x="32" y="31"/>
                      <a:pt x="64" y="45"/>
                      <a:pt x="80" y="79"/>
                    </a:cubicBezTo>
                    <a:cubicBezTo>
                      <a:pt x="80" y="79"/>
                      <a:pt x="80" y="79"/>
                      <a:pt x="80" y="79"/>
                    </a:cubicBezTo>
                    <a:cubicBezTo>
                      <a:pt x="80" y="79"/>
                      <a:pt x="80" y="80"/>
                      <a:pt x="81" y="80"/>
                    </a:cubicBezTo>
                    <a:cubicBezTo>
                      <a:pt x="81" y="81"/>
                      <a:pt x="82" y="82"/>
                      <a:pt x="82" y="84"/>
                    </a:cubicBezTo>
                    <a:cubicBezTo>
                      <a:pt x="85" y="89"/>
                      <a:pt x="91" y="93"/>
                      <a:pt x="96" y="98"/>
                    </a:cubicBezTo>
                    <a:cubicBezTo>
                      <a:pt x="100" y="101"/>
                      <a:pt x="104" y="104"/>
                      <a:pt x="107" y="107"/>
                    </a:cubicBezTo>
                    <a:cubicBezTo>
                      <a:pt x="110" y="111"/>
                      <a:pt x="112" y="119"/>
                      <a:pt x="114" y="123"/>
                    </a:cubicBezTo>
                  </a:path>
                </a:pathLst>
              </a:custGeom>
              <a:noFill/>
              <a:ln w="142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3" name="Freeform 419">
                <a:extLst>
                  <a:ext uri="{FF2B5EF4-FFF2-40B4-BE49-F238E27FC236}">
                    <a16:creationId xmlns:a16="http://schemas.microsoft.com/office/drawing/2014/main" id="{8E10F55F-858B-4E74-BE4C-91C28F4C6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773"/>
                <a:ext cx="49" cy="57"/>
              </a:xfrm>
              <a:custGeom>
                <a:avLst/>
                <a:gdLst>
                  <a:gd name="T0" fmla="*/ 266 w 21"/>
                  <a:gd name="T1" fmla="*/ 349 h 23"/>
                  <a:gd name="T2" fmla="*/ 152 w 21"/>
                  <a:gd name="T3" fmla="*/ 136 h 23"/>
                  <a:gd name="T4" fmla="*/ 28 w 21"/>
                  <a:gd name="T5" fmla="*/ 12 h 23"/>
                  <a:gd name="T6" fmla="*/ 0 w 21"/>
                  <a:gd name="T7" fmla="*/ 42 h 23"/>
                  <a:gd name="T8" fmla="*/ 28 w 21"/>
                  <a:gd name="T9" fmla="*/ 33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21" y="23"/>
                    </a:moveTo>
                    <a:cubicBezTo>
                      <a:pt x="20" y="19"/>
                      <a:pt x="15" y="12"/>
                      <a:pt x="12" y="9"/>
                    </a:cubicBezTo>
                    <a:cubicBezTo>
                      <a:pt x="9" y="7"/>
                      <a:pt x="6" y="4"/>
                      <a:pt x="2" y="1"/>
                    </a:cubicBezTo>
                    <a:cubicBezTo>
                      <a:pt x="1" y="0"/>
                      <a:pt x="0" y="3"/>
                      <a:pt x="0" y="3"/>
                    </a:cubicBezTo>
                    <a:cubicBezTo>
                      <a:pt x="2" y="22"/>
                      <a:pt x="2" y="22"/>
                      <a:pt x="2" y="22"/>
                    </a:cubicBezTo>
                  </a:path>
                </a:pathLst>
              </a:custGeom>
              <a:noFill/>
              <a:ln w="142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4" name="Freeform 420">
                <a:extLst>
                  <a:ext uri="{FF2B5EF4-FFF2-40B4-BE49-F238E27FC236}">
                    <a16:creationId xmlns:a16="http://schemas.microsoft.com/office/drawing/2014/main" id="{41343593-ED65-4442-8EBE-29D93E1D3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3641"/>
                <a:ext cx="66" cy="99"/>
              </a:xfrm>
              <a:custGeom>
                <a:avLst/>
                <a:gdLst>
                  <a:gd name="T0" fmla="*/ 222 w 28"/>
                  <a:gd name="T1" fmla="*/ 594 h 40"/>
                  <a:gd name="T2" fmla="*/ 262 w 28"/>
                  <a:gd name="T3" fmla="*/ 361 h 40"/>
                  <a:gd name="T4" fmla="*/ 134 w 28"/>
                  <a:gd name="T5" fmla="*/ 153 h 40"/>
                  <a:gd name="T6" fmla="*/ 0 w 28"/>
                  <a:gd name="T7" fmla="*/ 62 h 40"/>
                  <a:gd name="T8" fmla="*/ 328 w 28"/>
                  <a:gd name="T9" fmla="*/ 349 h 40"/>
                  <a:gd name="T10" fmla="*/ 233 w 28"/>
                  <a:gd name="T11" fmla="*/ 606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0">
                    <a:moveTo>
                      <a:pt x="17" y="39"/>
                    </a:moveTo>
                    <a:cubicBezTo>
                      <a:pt x="19" y="35"/>
                      <a:pt x="21" y="33"/>
                      <a:pt x="20" y="24"/>
                    </a:cubicBezTo>
                    <a:cubicBezTo>
                      <a:pt x="18" y="18"/>
                      <a:pt x="13" y="9"/>
                      <a:pt x="10" y="1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7" y="0"/>
                      <a:pt x="23" y="15"/>
                      <a:pt x="25" y="23"/>
                    </a:cubicBezTo>
                    <a:cubicBezTo>
                      <a:pt x="28" y="34"/>
                      <a:pt x="19" y="37"/>
                      <a:pt x="18" y="40"/>
                    </a:cubicBezTo>
                  </a:path>
                </a:pathLst>
              </a:custGeom>
              <a:noFill/>
              <a:ln w="142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5" name="Freeform 421">
                <a:extLst>
                  <a:ext uri="{FF2B5EF4-FFF2-40B4-BE49-F238E27FC236}">
                    <a16:creationId xmlns:a16="http://schemas.microsoft.com/office/drawing/2014/main" id="{523E52C0-6818-456C-A46F-511253DA7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102"/>
                <a:ext cx="50" cy="110"/>
              </a:xfrm>
              <a:custGeom>
                <a:avLst/>
                <a:gdLst>
                  <a:gd name="T0" fmla="*/ 283 w 21"/>
                  <a:gd name="T1" fmla="*/ 688 h 44"/>
                  <a:gd name="T2" fmla="*/ 136 w 21"/>
                  <a:gd name="T3" fmla="*/ 438 h 44"/>
                  <a:gd name="T4" fmla="*/ 107 w 21"/>
                  <a:gd name="T5" fmla="*/ 283 h 44"/>
                  <a:gd name="T6" fmla="*/ 107 w 21"/>
                  <a:gd name="T7" fmla="*/ 125 h 44"/>
                  <a:gd name="T8" fmla="*/ 69 w 21"/>
                  <a:gd name="T9" fmla="*/ 113 h 44"/>
                  <a:gd name="T10" fmla="*/ 0 w 21"/>
                  <a:gd name="T11" fmla="*/ 20 h 44"/>
                  <a:gd name="T12" fmla="*/ 164 w 21"/>
                  <a:gd name="T13" fmla="*/ 50 h 44"/>
                  <a:gd name="T14" fmla="*/ 188 w 21"/>
                  <a:gd name="T15" fmla="*/ 283 h 44"/>
                  <a:gd name="T16" fmla="*/ 176 w 21"/>
                  <a:gd name="T17" fmla="*/ 425 h 44"/>
                  <a:gd name="T18" fmla="*/ 271 w 21"/>
                  <a:gd name="T19" fmla="*/ 658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44">
                    <a:moveTo>
                      <a:pt x="21" y="44"/>
                    </a:moveTo>
                    <a:cubicBezTo>
                      <a:pt x="18" y="40"/>
                      <a:pt x="12" y="36"/>
                      <a:pt x="10" y="28"/>
                    </a:cubicBezTo>
                    <a:cubicBezTo>
                      <a:pt x="9" y="25"/>
                      <a:pt x="8" y="22"/>
                      <a:pt x="8" y="18"/>
                    </a:cubicBezTo>
                    <a:cubicBezTo>
                      <a:pt x="9" y="13"/>
                      <a:pt x="10" y="10"/>
                      <a:pt x="8" y="8"/>
                    </a:cubicBezTo>
                    <a:cubicBezTo>
                      <a:pt x="7" y="7"/>
                      <a:pt x="9" y="7"/>
                      <a:pt x="5" y="7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" y="0"/>
                      <a:pt x="9" y="0"/>
                      <a:pt x="12" y="3"/>
                    </a:cubicBezTo>
                    <a:cubicBezTo>
                      <a:pt x="15" y="6"/>
                      <a:pt x="14" y="12"/>
                      <a:pt x="14" y="18"/>
                    </a:cubicBezTo>
                    <a:cubicBezTo>
                      <a:pt x="13" y="22"/>
                      <a:pt x="13" y="25"/>
                      <a:pt x="13" y="27"/>
                    </a:cubicBezTo>
                    <a:cubicBezTo>
                      <a:pt x="15" y="34"/>
                      <a:pt x="17" y="38"/>
                      <a:pt x="20" y="42"/>
                    </a:cubicBezTo>
                  </a:path>
                </a:pathLst>
              </a:custGeom>
              <a:noFill/>
              <a:ln w="142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6" name="Freeform 422">
                <a:extLst>
                  <a:ext uri="{FF2B5EF4-FFF2-40B4-BE49-F238E27FC236}">
                    <a16:creationId xmlns:a16="http://schemas.microsoft.com/office/drawing/2014/main" id="{9F31FE98-E11C-4D80-8FAF-80D9262B6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538"/>
                <a:ext cx="30" cy="28"/>
              </a:xfrm>
              <a:custGeom>
                <a:avLst/>
                <a:gdLst>
                  <a:gd name="T0" fmla="*/ 150 w 13"/>
                  <a:gd name="T1" fmla="*/ 51 h 11"/>
                  <a:gd name="T2" fmla="*/ 48 w 13"/>
                  <a:gd name="T3" fmla="*/ 33 h 11"/>
                  <a:gd name="T4" fmla="*/ 28 w 13"/>
                  <a:gd name="T5" fmla="*/ 130 h 11"/>
                  <a:gd name="T6" fmla="*/ 111 w 13"/>
                  <a:gd name="T7" fmla="*/ 150 h 11"/>
                  <a:gd name="T8" fmla="*/ 150 w 13"/>
                  <a:gd name="T9" fmla="*/ 5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1" y="0"/>
                      <a:pt x="7" y="0"/>
                      <a:pt x="4" y="2"/>
                    </a:cubicBezTo>
                    <a:cubicBezTo>
                      <a:pt x="2" y="3"/>
                      <a:pt x="0" y="6"/>
                      <a:pt x="2" y="8"/>
                    </a:cubicBezTo>
                    <a:cubicBezTo>
                      <a:pt x="3" y="11"/>
                      <a:pt x="6" y="11"/>
                      <a:pt x="9" y="9"/>
                    </a:cubicBezTo>
                    <a:cubicBezTo>
                      <a:pt x="12" y="8"/>
                      <a:pt x="13" y="5"/>
                      <a:pt x="12" y="3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7" name="Freeform 423">
                <a:extLst>
                  <a:ext uri="{FF2B5EF4-FFF2-40B4-BE49-F238E27FC236}">
                    <a16:creationId xmlns:a16="http://schemas.microsoft.com/office/drawing/2014/main" id="{013CDB68-9D25-465F-8A28-1DC5A38CB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3638"/>
                <a:ext cx="19" cy="23"/>
              </a:xfrm>
              <a:custGeom>
                <a:avLst/>
                <a:gdLst>
                  <a:gd name="T0" fmla="*/ 78 w 8"/>
                  <a:gd name="T1" fmla="*/ 151 h 9"/>
                  <a:gd name="T2" fmla="*/ 95 w 8"/>
                  <a:gd name="T3" fmla="*/ 51 h 9"/>
                  <a:gd name="T4" fmla="*/ 29 w 8"/>
                  <a:gd name="T5" fmla="*/ 20 h 9"/>
                  <a:gd name="T6" fmla="*/ 12 w 8"/>
                  <a:gd name="T7" fmla="*/ 97 h 9"/>
                  <a:gd name="T8" fmla="*/ 78 w 8"/>
                  <a:gd name="T9" fmla="*/ 15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9"/>
                    </a:moveTo>
                    <a:cubicBezTo>
                      <a:pt x="7" y="8"/>
                      <a:pt x="8" y="5"/>
                      <a:pt x="7" y="3"/>
                    </a:cubicBezTo>
                    <a:cubicBezTo>
                      <a:pt x="6" y="1"/>
                      <a:pt x="4" y="0"/>
                      <a:pt x="2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2" y="8"/>
                      <a:pt x="4" y="9"/>
                      <a:pt x="6" y="9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8" name="Freeform 424">
                <a:extLst>
                  <a:ext uri="{FF2B5EF4-FFF2-40B4-BE49-F238E27FC236}">
                    <a16:creationId xmlns:a16="http://schemas.microsoft.com/office/drawing/2014/main" id="{E787D458-F278-4AC3-A665-017D390326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75" y="2062"/>
                <a:ext cx="2680" cy="1890"/>
              </a:xfrm>
              <a:custGeom>
                <a:avLst/>
                <a:gdLst>
                  <a:gd name="T0" fmla="*/ 4518 w 1146"/>
                  <a:gd name="T1" fmla="*/ 10587 h 758"/>
                  <a:gd name="T2" fmla="*/ 9887 w 1146"/>
                  <a:gd name="T3" fmla="*/ 11594 h 758"/>
                  <a:gd name="T4" fmla="*/ 9308 w 1146"/>
                  <a:gd name="T5" fmla="*/ 10973 h 758"/>
                  <a:gd name="T6" fmla="*/ 8943 w 1146"/>
                  <a:gd name="T7" fmla="*/ 11365 h 758"/>
                  <a:gd name="T8" fmla="*/ 8339 w 1146"/>
                  <a:gd name="T9" fmla="*/ 11128 h 758"/>
                  <a:gd name="T10" fmla="*/ 7378 w 1146"/>
                  <a:gd name="T11" fmla="*/ 10171 h 758"/>
                  <a:gd name="T12" fmla="*/ 9116 w 1146"/>
                  <a:gd name="T13" fmla="*/ 9704 h 758"/>
                  <a:gd name="T14" fmla="*/ 7509 w 1146"/>
                  <a:gd name="T15" fmla="*/ 9779 h 758"/>
                  <a:gd name="T16" fmla="*/ 4195 w 1146"/>
                  <a:gd name="T17" fmla="*/ 6839 h 758"/>
                  <a:gd name="T18" fmla="*/ 11513 w 1146"/>
                  <a:gd name="T19" fmla="*/ 6682 h 758"/>
                  <a:gd name="T20" fmla="*/ 9859 w 1146"/>
                  <a:gd name="T21" fmla="*/ 8854 h 758"/>
                  <a:gd name="T22" fmla="*/ 11321 w 1146"/>
                  <a:gd name="T23" fmla="*/ 9288 h 758"/>
                  <a:gd name="T24" fmla="*/ 10655 w 1146"/>
                  <a:gd name="T25" fmla="*/ 8916 h 758"/>
                  <a:gd name="T26" fmla="*/ 10795 w 1146"/>
                  <a:gd name="T27" fmla="*/ 8218 h 758"/>
                  <a:gd name="T28" fmla="*/ 12481 w 1146"/>
                  <a:gd name="T29" fmla="*/ 9921 h 758"/>
                  <a:gd name="T30" fmla="*/ 12918 w 1146"/>
                  <a:gd name="T31" fmla="*/ 10108 h 758"/>
                  <a:gd name="T32" fmla="*/ 12535 w 1146"/>
                  <a:gd name="T33" fmla="*/ 9258 h 758"/>
                  <a:gd name="T34" fmla="*/ 13737 w 1146"/>
                  <a:gd name="T35" fmla="*/ 8729 h 758"/>
                  <a:gd name="T36" fmla="*/ 14455 w 1146"/>
                  <a:gd name="T37" fmla="*/ 8976 h 758"/>
                  <a:gd name="T38" fmla="*/ 12037 w 1146"/>
                  <a:gd name="T39" fmla="*/ 8450 h 758"/>
                  <a:gd name="T40" fmla="*/ 12458 w 1146"/>
                  <a:gd name="T41" fmla="*/ 6341 h 758"/>
                  <a:gd name="T42" fmla="*/ 14504 w 1146"/>
                  <a:gd name="T43" fmla="*/ 4588 h 758"/>
                  <a:gd name="T44" fmla="*/ 13454 w 1146"/>
                  <a:gd name="T45" fmla="*/ 5645 h 758"/>
                  <a:gd name="T46" fmla="*/ 12114 w 1146"/>
                  <a:gd name="T47" fmla="*/ 4496 h 758"/>
                  <a:gd name="T48" fmla="*/ 12967 w 1146"/>
                  <a:gd name="T49" fmla="*/ 2232 h 758"/>
                  <a:gd name="T50" fmla="*/ 12383 w 1146"/>
                  <a:gd name="T51" fmla="*/ 2189 h 758"/>
                  <a:gd name="T52" fmla="*/ 12076 w 1146"/>
                  <a:gd name="T53" fmla="*/ 2556 h 758"/>
                  <a:gd name="T54" fmla="*/ 11167 w 1146"/>
                  <a:gd name="T55" fmla="*/ 3872 h 758"/>
                  <a:gd name="T56" fmla="*/ 11101 w 1146"/>
                  <a:gd name="T57" fmla="*/ 3967 h 758"/>
                  <a:gd name="T58" fmla="*/ 9909 w 1146"/>
                  <a:gd name="T59" fmla="*/ 4184 h 758"/>
                  <a:gd name="T60" fmla="*/ 8837 w 1146"/>
                  <a:gd name="T61" fmla="*/ 1691 h 758"/>
                  <a:gd name="T62" fmla="*/ 7902 w 1146"/>
                  <a:gd name="T63" fmla="*/ 3022 h 758"/>
                  <a:gd name="T64" fmla="*/ 7804 w 1146"/>
                  <a:gd name="T65" fmla="*/ 436 h 758"/>
                  <a:gd name="T66" fmla="*/ 6382 w 1146"/>
                  <a:gd name="T67" fmla="*/ 3331 h 758"/>
                  <a:gd name="T68" fmla="*/ 8903 w 1146"/>
                  <a:gd name="T69" fmla="*/ 4017 h 758"/>
                  <a:gd name="T70" fmla="*/ 5846 w 1146"/>
                  <a:gd name="T71" fmla="*/ 1424 h 758"/>
                  <a:gd name="T72" fmla="*/ 5741 w 1146"/>
                  <a:gd name="T73" fmla="*/ 1411 h 758"/>
                  <a:gd name="T74" fmla="*/ 4593 w 1146"/>
                  <a:gd name="T75" fmla="*/ 2356 h 758"/>
                  <a:gd name="T76" fmla="*/ 2542 w 1146"/>
                  <a:gd name="T77" fmla="*/ 2344 h 758"/>
                  <a:gd name="T78" fmla="*/ 4593 w 1146"/>
                  <a:gd name="T79" fmla="*/ 2481 h 758"/>
                  <a:gd name="T80" fmla="*/ 5348 w 1146"/>
                  <a:gd name="T81" fmla="*/ 3905 h 758"/>
                  <a:gd name="T82" fmla="*/ 3183 w 1146"/>
                  <a:gd name="T83" fmla="*/ 3506 h 758"/>
                  <a:gd name="T84" fmla="*/ 4719 w 1146"/>
                  <a:gd name="T85" fmla="*/ 4154 h 758"/>
                  <a:gd name="T86" fmla="*/ 5945 w 1146"/>
                  <a:gd name="T87" fmla="*/ 4204 h 758"/>
                  <a:gd name="T88" fmla="*/ 3566 w 1146"/>
                  <a:gd name="T89" fmla="*/ 7690 h 758"/>
                  <a:gd name="T90" fmla="*/ 3085 w 1146"/>
                  <a:gd name="T91" fmla="*/ 6902 h 758"/>
                  <a:gd name="T92" fmla="*/ 2839 w 1146"/>
                  <a:gd name="T93" fmla="*/ 7410 h 758"/>
                  <a:gd name="T94" fmla="*/ 1230 w 1146"/>
                  <a:gd name="T95" fmla="*/ 6682 h 758"/>
                  <a:gd name="T96" fmla="*/ 1520 w 1146"/>
                  <a:gd name="T97" fmla="*/ 8617 h 758"/>
                  <a:gd name="T98" fmla="*/ 1586 w 1146"/>
                  <a:gd name="T99" fmla="*/ 8729 h 758"/>
                  <a:gd name="T100" fmla="*/ 4146 w 1146"/>
                  <a:gd name="T101" fmla="*/ 8430 h 758"/>
                  <a:gd name="T102" fmla="*/ 4846 w 1146"/>
                  <a:gd name="T103" fmla="*/ 10482 h 758"/>
                  <a:gd name="T104" fmla="*/ 4015 w 1146"/>
                  <a:gd name="T105" fmla="*/ 9383 h 758"/>
                  <a:gd name="T106" fmla="*/ 3840 w 1146"/>
                  <a:gd name="T107" fmla="*/ 9176 h 758"/>
                  <a:gd name="T108" fmla="*/ 3199 w 1146"/>
                  <a:gd name="T109" fmla="*/ 9288 h 758"/>
                  <a:gd name="T110" fmla="*/ 4167 w 1146"/>
                  <a:gd name="T111" fmla="*/ 9654 h 758"/>
                  <a:gd name="T112" fmla="*/ 3297 w 1146"/>
                  <a:gd name="T113" fmla="*/ 10171 h 758"/>
                  <a:gd name="T114" fmla="*/ 2505 w 1146"/>
                  <a:gd name="T115" fmla="*/ 9333 h 758"/>
                  <a:gd name="T116" fmla="*/ 2353 w 1146"/>
                  <a:gd name="T117" fmla="*/ 9612 h 758"/>
                  <a:gd name="T118" fmla="*/ 1777 w 1146"/>
                  <a:gd name="T119" fmla="*/ 10058 h 758"/>
                  <a:gd name="T120" fmla="*/ 1691 w 1146"/>
                  <a:gd name="T121" fmla="*/ 10512 h 758"/>
                  <a:gd name="T122" fmla="*/ 4310 w 1146"/>
                  <a:gd name="T123" fmla="*/ 10575 h 758"/>
                  <a:gd name="T124" fmla="*/ 5753 w 1146"/>
                  <a:gd name="T125" fmla="*/ 10879 h 75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146" h="758">
                    <a:moveTo>
                      <a:pt x="773" y="226"/>
                    </a:moveTo>
                    <a:cubicBezTo>
                      <a:pt x="773" y="226"/>
                      <a:pt x="773" y="226"/>
                      <a:pt x="773" y="226"/>
                    </a:cubicBezTo>
                    <a:cubicBezTo>
                      <a:pt x="773" y="226"/>
                      <a:pt x="773" y="226"/>
                      <a:pt x="773" y="226"/>
                    </a:cubicBezTo>
                    <a:close/>
                    <a:moveTo>
                      <a:pt x="358" y="727"/>
                    </a:moveTo>
                    <a:cubicBezTo>
                      <a:pt x="365" y="734"/>
                      <a:pt x="371" y="744"/>
                      <a:pt x="380" y="738"/>
                    </a:cubicBezTo>
                    <a:cubicBezTo>
                      <a:pt x="369" y="738"/>
                      <a:pt x="365" y="723"/>
                      <a:pt x="361" y="719"/>
                    </a:cubicBezTo>
                    <a:cubicBezTo>
                      <a:pt x="356" y="715"/>
                      <a:pt x="357" y="712"/>
                      <a:pt x="347" y="710"/>
                    </a:cubicBezTo>
                    <a:cubicBezTo>
                      <a:pt x="343" y="708"/>
                      <a:pt x="336" y="704"/>
                      <a:pt x="336" y="698"/>
                    </a:cubicBezTo>
                    <a:cubicBezTo>
                      <a:pt x="337" y="692"/>
                      <a:pt x="344" y="686"/>
                      <a:pt x="353" y="683"/>
                    </a:cubicBezTo>
                    <a:cubicBezTo>
                      <a:pt x="379" y="684"/>
                      <a:pt x="379" y="684"/>
                      <a:pt x="379" y="684"/>
                    </a:cubicBezTo>
                    <a:cubicBezTo>
                      <a:pt x="395" y="684"/>
                      <a:pt x="417" y="685"/>
                      <a:pt x="434" y="698"/>
                    </a:cubicBezTo>
                    <a:cubicBezTo>
                      <a:pt x="444" y="711"/>
                      <a:pt x="463" y="725"/>
                      <a:pt x="497" y="725"/>
                    </a:cubicBezTo>
                    <a:cubicBezTo>
                      <a:pt x="501" y="725"/>
                      <a:pt x="512" y="728"/>
                      <a:pt x="513" y="729"/>
                    </a:cubicBezTo>
                    <a:cubicBezTo>
                      <a:pt x="528" y="741"/>
                      <a:pt x="575" y="754"/>
                      <a:pt x="602" y="750"/>
                    </a:cubicBezTo>
                    <a:cubicBezTo>
                      <a:pt x="619" y="748"/>
                      <a:pt x="619" y="748"/>
                      <a:pt x="619" y="748"/>
                    </a:cubicBezTo>
                    <a:cubicBezTo>
                      <a:pt x="652" y="744"/>
                      <a:pt x="693" y="734"/>
                      <a:pt x="720" y="750"/>
                    </a:cubicBezTo>
                    <a:cubicBezTo>
                      <a:pt x="726" y="754"/>
                      <a:pt x="740" y="756"/>
                      <a:pt x="747" y="757"/>
                    </a:cubicBezTo>
                    <a:cubicBezTo>
                      <a:pt x="759" y="758"/>
                      <a:pt x="767" y="752"/>
                      <a:pt x="773" y="748"/>
                    </a:cubicBezTo>
                    <a:cubicBezTo>
                      <a:pt x="776" y="747"/>
                      <a:pt x="779" y="745"/>
                      <a:pt x="780" y="745"/>
                    </a:cubicBezTo>
                    <a:cubicBezTo>
                      <a:pt x="780" y="745"/>
                      <a:pt x="780" y="745"/>
                      <a:pt x="780" y="745"/>
                    </a:cubicBezTo>
                    <a:cubicBezTo>
                      <a:pt x="776" y="744"/>
                      <a:pt x="768" y="747"/>
                      <a:pt x="764" y="750"/>
                    </a:cubicBezTo>
                    <a:cubicBezTo>
                      <a:pt x="758" y="753"/>
                      <a:pt x="753" y="752"/>
                      <a:pt x="744" y="751"/>
                    </a:cubicBezTo>
                    <a:cubicBezTo>
                      <a:pt x="736" y="751"/>
                      <a:pt x="732" y="750"/>
                      <a:pt x="728" y="747"/>
                    </a:cubicBezTo>
                    <a:cubicBezTo>
                      <a:pt x="724" y="745"/>
                      <a:pt x="719" y="743"/>
                      <a:pt x="714" y="741"/>
                    </a:cubicBezTo>
                    <a:cubicBezTo>
                      <a:pt x="713" y="740"/>
                      <a:pt x="709" y="739"/>
                      <a:pt x="712" y="737"/>
                    </a:cubicBezTo>
                    <a:cubicBezTo>
                      <a:pt x="719" y="734"/>
                      <a:pt x="725" y="728"/>
                      <a:pt x="727" y="718"/>
                    </a:cubicBezTo>
                    <a:cubicBezTo>
                      <a:pt x="729" y="714"/>
                      <a:pt x="729" y="710"/>
                      <a:pt x="728" y="708"/>
                    </a:cubicBezTo>
                    <a:cubicBezTo>
                      <a:pt x="728" y="704"/>
                      <a:pt x="726" y="701"/>
                      <a:pt x="728" y="697"/>
                    </a:cubicBezTo>
                    <a:cubicBezTo>
                      <a:pt x="729" y="694"/>
                      <a:pt x="731" y="693"/>
                      <a:pt x="733" y="691"/>
                    </a:cubicBezTo>
                    <a:cubicBezTo>
                      <a:pt x="737" y="687"/>
                      <a:pt x="741" y="687"/>
                      <a:pt x="741" y="677"/>
                    </a:cubicBezTo>
                    <a:cubicBezTo>
                      <a:pt x="741" y="677"/>
                      <a:pt x="741" y="677"/>
                      <a:pt x="741" y="677"/>
                    </a:cubicBezTo>
                    <a:cubicBezTo>
                      <a:pt x="741" y="683"/>
                      <a:pt x="735" y="686"/>
                      <a:pt x="732" y="689"/>
                    </a:cubicBezTo>
                    <a:cubicBezTo>
                      <a:pt x="730" y="691"/>
                      <a:pt x="727" y="694"/>
                      <a:pt x="725" y="698"/>
                    </a:cubicBezTo>
                    <a:cubicBezTo>
                      <a:pt x="722" y="703"/>
                      <a:pt x="723" y="707"/>
                      <a:pt x="723" y="711"/>
                    </a:cubicBezTo>
                    <a:cubicBezTo>
                      <a:pt x="723" y="713"/>
                      <a:pt x="723" y="716"/>
                      <a:pt x="722" y="719"/>
                    </a:cubicBezTo>
                    <a:cubicBezTo>
                      <a:pt x="720" y="729"/>
                      <a:pt x="711" y="732"/>
                      <a:pt x="699" y="733"/>
                    </a:cubicBezTo>
                    <a:cubicBezTo>
                      <a:pt x="695" y="734"/>
                      <a:pt x="670" y="735"/>
                      <a:pt x="664" y="736"/>
                    </a:cubicBezTo>
                    <a:cubicBezTo>
                      <a:pt x="657" y="736"/>
                      <a:pt x="649" y="737"/>
                      <a:pt x="642" y="737"/>
                    </a:cubicBezTo>
                    <a:cubicBezTo>
                      <a:pt x="641" y="737"/>
                      <a:pt x="640" y="736"/>
                      <a:pt x="640" y="736"/>
                    </a:cubicBezTo>
                    <a:cubicBezTo>
                      <a:pt x="641" y="735"/>
                      <a:pt x="642" y="734"/>
                      <a:pt x="643" y="733"/>
                    </a:cubicBezTo>
                    <a:cubicBezTo>
                      <a:pt x="646" y="729"/>
                      <a:pt x="646" y="729"/>
                      <a:pt x="646" y="729"/>
                    </a:cubicBezTo>
                    <a:cubicBezTo>
                      <a:pt x="653" y="721"/>
                      <a:pt x="653" y="721"/>
                      <a:pt x="653" y="721"/>
                    </a:cubicBezTo>
                    <a:cubicBezTo>
                      <a:pt x="662" y="712"/>
                      <a:pt x="665" y="704"/>
                      <a:pt x="669" y="688"/>
                    </a:cubicBezTo>
                    <a:cubicBezTo>
                      <a:pt x="669" y="688"/>
                      <a:pt x="669" y="688"/>
                      <a:pt x="669" y="688"/>
                    </a:cubicBezTo>
                    <a:cubicBezTo>
                      <a:pt x="666" y="702"/>
                      <a:pt x="661" y="709"/>
                      <a:pt x="652" y="718"/>
                    </a:cubicBezTo>
                    <a:cubicBezTo>
                      <a:pt x="639" y="729"/>
                      <a:pt x="639" y="729"/>
                      <a:pt x="639" y="729"/>
                    </a:cubicBezTo>
                    <a:cubicBezTo>
                      <a:pt x="635" y="733"/>
                      <a:pt x="630" y="736"/>
                      <a:pt x="624" y="738"/>
                    </a:cubicBezTo>
                    <a:cubicBezTo>
                      <a:pt x="623" y="739"/>
                      <a:pt x="619" y="740"/>
                      <a:pt x="617" y="740"/>
                    </a:cubicBezTo>
                    <a:cubicBezTo>
                      <a:pt x="614" y="740"/>
                      <a:pt x="612" y="741"/>
                      <a:pt x="611" y="741"/>
                    </a:cubicBezTo>
                    <a:cubicBezTo>
                      <a:pt x="601" y="743"/>
                      <a:pt x="601" y="743"/>
                      <a:pt x="601" y="743"/>
                    </a:cubicBezTo>
                    <a:cubicBezTo>
                      <a:pt x="577" y="745"/>
                      <a:pt x="541" y="735"/>
                      <a:pt x="525" y="727"/>
                    </a:cubicBezTo>
                    <a:cubicBezTo>
                      <a:pt x="522" y="726"/>
                      <a:pt x="522" y="722"/>
                      <a:pt x="524" y="721"/>
                    </a:cubicBezTo>
                    <a:cubicBezTo>
                      <a:pt x="548" y="711"/>
                      <a:pt x="562" y="684"/>
                      <a:pt x="572" y="664"/>
                    </a:cubicBezTo>
                    <a:cubicBezTo>
                      <a:pt x="574" y="661"/>
                      <a:pt x="575" y="658"/>
                      <a:pt x="577" y="656"/>
                    </a:cubicBezTo>
                    <a:cubicBezTo>
                      <a:pt x="578" y="653"/>
                      <a:pt x="586" y="646"/>
                      <a:pt x="588" y="645"/>
                    </a:cubicBezTo>
                    <a:cubicBezTo>
                      <a:pt x="590" y="644"/>
                      <a:pt x="592" y="642"/>
                      <a:pt x="594" y="640"/>
                    </a:cubicBezTo>
                    <a:cubicBezTo>
                      <a:pt x="605" y="633"/>
                      <a:pt x="610" y="626"/>
                      <a:pt x="612" y="619"/>
                    </a:cubicBezTo>
                    <a:cubicBezTo>
                      <a:pt x="631" y="605"/>
                      <a:pt x="667" y="618"/>
                      <a:pt x="686" y="625"/>
                    </a:cubicBezTo>
                    <a:cubicBezTo>
                      <a:pt x="686" y="625"/>
                      <a:pt x="698" y="629"/>
                      <a:pt x="698" y="629"/>
                    </a:cubicBezTo>
                    <a:cubicBezTo>
                      <a:pt x="701" y="630"/>
                      <a:pt x="705" y="632"/>
                      <a:pt x="710" y="634"/>
                    </a:cubicBezTo>
                    <a:cubicBezTo>
                      <a:pt x="722" y="638"/>
                      <a:pt x="736" y="644"/>
                      <a:pt x="746" y="641"/>
                    </a:cubicBezTo>
                    <a:cubicBezTo>
                      <a:pt x="743" y="633"/>
                      <a:pt x="743" y="633"/>
                      <a:pt x="743" y="633"/>
                    </a:cubicBezTo>
                    <a:cubicBezTo>
                      <a:pt x="736" y="636"/>
                      <a:pt x="723" y="630"/>
                      <a:pt x="713" y="626"/>
                    </a:cubicBezTo>
                    <a:cubicBezTo>
                      <a:pt x="708" y="624"/>
                      <a:pt x="703" y="622"/>
                      <a:pt x="700" y="622"/>
                    </a:cubicBezTo>
                    <a:cubicBezTo>
                      <a:pt x="689" y="618"/>
                      <a:pt x="689" y="618"/>
                      <a:pt x="689" y="618"/>
                    </a:cubicBezTo>
                    <a:cubicBezTo>
                      <a:pt x="671" y="611"/>
                      <a:pt x="641" y="600"/>
                      <a:pt x="619" y="607"/>
                    </a:cubicBezTo>
                    <a:cubicBezTo>
                      <a:pt x="618" y="607"/>
                      <a:pt x="614" y="606"/>
                      <a:pt x="614" y="604"/>
                    </a:cubicBezTo>
                    <a:cubicBezTo>
                      <a:pt x="613" y="598"/>
                      <a:pt x="611" y="595"/>
                      <a:pt x="611" y="594"/>
                    </a:cubicBezTo>
                    <a:cubicBezTo>
                      <a:pt x="601" y="601"/>
                      <a:pt x="601" y="601"/>
                      <a:pt x="601" y="601"/>
                    </a:cubicBezTo>
                    <a:cubicBezTo>
                      <a:pt x="601" y="602"/>
                      <a:pt x="609" y="616"/>
                      <a:pt x="587" y="631"/>
                    </a:cubicBezTo>
                    <a:cubicBezTo>
                      <a:pt x="587" y="631"/>
                      <a:pt x="587" y="631"/>
                      <a:pt x="587" y="631"/>
                    </a:cubicBezTo>
                    <a:cubicBezTo>
                      <a:pt x="587" y="631"/>
                      <a:pt x="587" y="631"/>
                      <a:pt x="587" y="631"/>
                    </a:cubicBezTo>
                    <a:cubicBezTo>
                      <a:pt x="556" y="657"/>
                      <a:pt x="497" y="625"/>
                      <a:pt x="453" y="593"/>
                    </a:cubicBezTo>
                    <a:cubicBezTo>
                      <a:pt x="426" y="573"/>
                      <a:pt x="401" y="567"/>
                      <a:pt x="381" y="563"/>
                    </a:cubicBezTo>
                    <a:cubicBezTo>
                      <a:pt x="359" y="558"/>
                      <a:pt x="344" y="555"/>
                      <a:pt x="334" y="538"/>
                    </a:cubicBezTo>
                    <a:cubicBezTo>
                      <a:pt x="325" y="521"/>
                      <a:pt x="325" y="521"/>
                      <a:pt x="325" y="521"/>
                    </a:cubicBezTo>
                    <a:cubicBezTo>
                      <a:pt x="324" y="519"/>
                      <a:pt x="323" y="518"/>
                      <a:pt x="323" y="517"/>
                    </a:cubicBezTo>
                    <a:cubicBezTo>
                      <a:pt x="323" y="517"/>
                      <a:pt x="323" y="517"/>
                      <a:pt x="323" y="517"/>
                    </a:cubicBezTo>
                    <a:cubicBezTo>
                      <a:pt x="312" y="487"/>
                      <a:pt x="317" y="472"/>
                      <a:pt x="322" y="460"/>
                    </a:cubicBezTo>
                    <a:cubicBezTo>
                      <a:pt x="324" y="455"/>
                      <a:pt x="326" y="451"/>
                      <a:pt x="327" y="446"/>
                    </a:cubicBezTo>
                    <a:cubicBezTo>
                      <a:pt x="328" y="441"/>
                      <a:pt x="328" y="441"/>
                      <a:pt x="328" y="441"/>
                    </a:cubicBezTo>
                    <a:cubicBezTo>
                      <a:pt x="333" y="416"/>
                      <a:pt x="338" y="403"/>
                      <a:pt x="362" y="379"/>
                    </a:cubicBezTo>
                    <a:cubicBezTo>
                      <a:pt x="402" y="338"/>
                      <a:pt x="464" y="307"/>
                      <a:pt x="533" y="292"/>
                    </a:cubicBezTo>
                    <a:cubicBezTo>
                      <a:pt x="538" y="292"/>
                      <a:pt x="544" y="291"/>
                      <a:pt x="550" y="291"/>
                    </a:cubicBezTo>
                    <a:cubicBezTo>
                      <a:pt x="550" y="288"/>
                      <a:pt x="550" y="288"/>
                      <a:pt x="550" y="288"/>
                    </a:cubicBezTo>
                    <a:cubicBezTo>
                      <a:pt x="565" y="285"/>
                      <a:pt x="565" y="285"/>
                      <a:pt x="565" y="285"/>
                    </a:cubicBezTo>
                    <a:cubicBezTo>
                      <a:pt x="644" y="270"/>
                      <a:pt x="684" y="263"/>
                      <a:pt x="772" y="281"/>
                    </a:cubicBezTo>
                    <a:cubicBezTo>
                      <a:pt x="812" y="292"/>
                      <a:pt x="846" y="311"/>
                      <a:pt x="870" y="335"/>
                    </a:cubicBezTo>
                    <a:cubicBezTo>
                      <a:pt x="891" y="357"/>
                      <a:pt x="904" y="380"/>
                      <a:pt x="904" y="404"/>
                    </a:cubicBezTo>
                    <a:cubicBezTo>
                      <a:pt x="904" y="413"/>
                      <a:pt x="903" y="422"/>
                      <a:pt x="900" y="431"/>
                    </a:cubicBezTo>
                    <a:cubicBezTo>
                      <a:pt x="885" y="468"/>
                      <a:pt x="848" y="479"/>
                      <a:pt x="818" y="490"/>
                    </a:cubicBezTo>
                    <a:cubicBezTo>
                      <a:pt x="795" y="497"/>
                      <a:pt x="775" y="504"/>
                      <a:pt x="768" y="521"/>
                    </a:cubicBezTo>
                    <a:cubicBezTo>
                      <a:pt x="763" y="536"/>
                      <a:pt x="763" y="536"/>
                      <a:pt x="763" y="536"/>
                    </a:cubicBezTo>
                    <a:cubicBezTo>
                      <a:pt x="758" y="552"/>
                      <a:pt x="752" y="567"/>
                      <a:pt x="744" y="575"/>
                    </a:cubicBezTo>
                    <a:cubicBezTo>
                      <a:pt x="740" y="580"/>
                      <a:pt x="738" y="586"/>
                      <a:pt x="738" y="593"/>
                    </a:cubicBezTo>
                    <a:cubicBezTo>
                      <a:pt x="738" y="602"/>
                      <a:pt x="741" y="612"/>
                      <a:pt x="744" y="624"/>
                    </a:cubicBezTo>
                    <a:cubicBezTo>
                      <a:pt x="755" y="621"/>
                      <a:pt x="755" y="621"/>
                      <a:pt x="755" y="621"/>
                    </a:cubicBezTo>
                    <a:cubicBezTo>
                      <a:pt x="750" y="601"/>
                      <a:pt x="748" y="589"/>
                      <a:pt x="753" y="584"/>
                    </a:cubicBezTo>
                    <a:cubicBezTo>
                      <a:pt x="755" y="581"/>
                      <a:pt x="761" y="573"/>
                      <a:pt x="771" y="571"/>
                    </a:cubicBezTo>
                    <a:cubicBezTo>
                      <a:pt x="789" y="566"/>
                      <a:pt x="815" y="570"/>
                      <a:pt x="838" y="587"/>
                    </a:cubicBezTo>
                    <a:cubicBezTo>
                      <a:pt x="840" y="589"/>
                      <a:pt x="840" y="590"/>
                      <a:pt x="840" y="590"/>
                    </a:cubicBezTo>
                    <a:cubicBezTo>
                      <a:pt x="838" y="595"/>
                      <a:pt x="825" y="604"/>
                      <a:pt x="814" y="603"/>
                    </a:cubicBezTo>
                    <a:cubicBezTo>
                      <a:pt x="829" y="604"/>
                      <a:pt x="842" y="600"/>
                      <a:pt x="845" y="592"/>
                    </a:cubicBezTo>
                    <a:cubicBezTo>
                      <a:pt x="846" y="591"/>
                      <a:pt x="848" y="590"/>
                      <a:pt x="848" y="591"/>
                    </a:cubicBezTo>
                    <a:cubicBezTo>
                      <a:pt x="851" y="593"/>
                      <a:pt x="853" y="593"/>
                      <a:pt x="856" y="593"/>
                    </a:cubicBezTo>
                    <a:cubicBezTo>
                      <a:pt x="860" y="595"/>
                      <a:pt x="864" y="594"/>
                      <a:pt x="867" y="593"/>
                    </a:cubicBezTo>
                    <a:cubicBezTo>
                      <a:pt x="870" y="592"/>
                      <a:pt x="875" y="591"/>
                      <a:pt x="877" y="592"/>
                    </a:cubicBezTo>
                    <a:cubicBezTo>
                      <a:pt x="880" y="593"/>
                      <a:pt x="882" y="595"/>
                      <a:pt x="885" y="599"/>
                    </a:cubicBezTo>
                    <a:cubicBezTo>
                      <a:pt x="889" y="604"/>
                      <a:pt x="890" y="608"/>
                      <a:pt x="898" y="610"/>
                    </a:cubicBezTo>
                    <a:cubicBezTo>
                      <a:pt x="908" y="612"/>
                      <a:pt x="912" y="612"/>
                      <a:pt x="918" y="607"/>
                    </a:cubicBezTo>
                    <a:cubicBezTo>
                      <a:pt x="912" y="611"/>
                      <a:pt x="907" y="609"/>
                      <a:pt x="901" y="608"/>
                    </a:cubicBezTo>
                    <a:cubicBezTo>
                      <a:pt x="896" y="607"/>
                      <a:pt x="893" y="603"/>
                      <a:pt x="890" y="598"/>
                    </a:cubicBezTo>
                    <a:cubicBezTo>
                      <a:pt x="887" y="594"/>
                      <a:pt x="883" y="590"/>
                      <a:pt x="878" y="588"/>
                    </a:cubicBezTo>
                    <a:cubicBezTo>
                      <a:pt x="874" y="586"/>
                      <a:pt x="870" y="587"/>
                      <a:pt x="866" y="588"/>
                    </a:cubicBezTo>
                    <a:cubicBezTo>
                      <a:pt x="864" y="588"/>
                      <a:pt x="861" y="589"/>
                      <a:pt x="859" y="588"/>
                    </a:cubicBezTo>
                    <a:cubicBezTo>
                      <a:pt x="858" y="588"/>
                      <a:pt x="853" y="586"/>
                      <a:pt x="847" y="583"/>
                    </a:cubicBezTo>
                    <a:cubicBezTo>
                      <a:pt x="841" y="580"/>
                      <a:pt x="835" y="575"/>
                      <a:pt x="833" y="575"/>
                    </a:cubicBezTo>
                    <a:cubicBezTo>
                      <a:pt x="814" y="563"/>
                      <a:pt x="791" y="559"/>
                      <a:pt x="773" y="562"/>
                    </a:cubicBezTo>
                    <a:cubicBezTo>
                      <a:pt x="771" y="563"/>
                      <a:pt x="767" y="560"/>
                      <a:pt x="768" y="558"/>
                    </a:cubicBezTo>
                    <a:cubicBezTo>
                      <a:pt x="770" y="552"/>
                      <a:pt x="772" y="546"/>
                      <a:pt x="774" y="540"/>
                    </a:cubicBezTo>
                    <a:cubicBezTo>
                      <a:pt x="774" y="540"/>
                      <a:pt x="780" y="526"/>
                      <a:pt x="780" y="526"/>
                    </a:cubicBezTo>
                    <a:cubicBezTo>
                      <a:pt x="782" y="519"/>
                      <a:pt x="789" y="514"/>
                      <a:pt x="798" y="510"/>
                    </a:cubicBezTo>
                    <a:cubicBezTo>
                      <a:pt x="800" y="509"/>
                      <a:pt x="809" y="508"/>
                      <a:pt x="812" y="508"/>
                    </a:cubicBezTo>
                    <a:cubicBezTo>
                      <a:pt x="815" y="509"/>
                      <a:pt x="818" y="510"/>
                      <a:pt x="820" y="511"/>
                    </a:cubicBezTo>
                    <a:cubicBezTo>
                      <a:pt x="824" y="513"/>
                      <a:pt x="827" y="516"/>
                      <a:pt x="830" y="519"/>
                    </a:cubicBezTo>
                    <a:cubicBezTo>
                      <a:pt x="834" y="523"/>
                      <a:pt x="839" y="527"/>
                      <a:pt x="844" y="530"/>
                    </a:cubicBezTo>
                    <a:cubicBezTo>
                      <a:pt x="857" y="536"/>
                      <a:pt x="870" y="536"/>
                      <a:pt x="882" y="535"/>
                    </a:cubicBezTo>
                    <a:cubicBezTo>
                      <a:pt x="897" y="535"/>
                      <a:pt x="907" y="539"/>
                      <a:pt x="918" y="545"/>
                    </a:cubicBezTo>
                    <a:cubicBezTo>
                      <a:pt x="924" y="547"/>
                      <a:pt x="930" y="550"/>
                      <a:pt x="938" y="553"/>
                    </a:cubicBezTo>
                    <a:cubicBezTo>
                      <a:pt x="945" y="555"/>
                      <a:pt x="953" y="558"/>
                      <a:pt x="961" y="559"/>
                    </a:cubicBezTo>
                    <a:cubicBezTo>
                      <a:pt x="971" y="565"/>
                      <a:pt x="971" y="574"/>
                      <a:pt x="971" y="587"/>
                    </a:cubicBezTo>
                    <a:cubicBezTo>
                      <a:pt x="972" y="598"/>
                      <a:pt x="972" y="598"/>
                      <a:pt x="972" y="598"/>
                    </a:cubicBezTo>
                    <a:cubicBezTo>
                      <a:pt x="972" y="603"/>
                      <a:pt x="976" y="612"/>
                      <a:pt x="976" y="612"/>
                    </a:cubicBezTo>
                    <a:cubicBezTo>
                      <a:pt x="978" y="620"/>
                      <a:pt x="982" y="626"/>
                      <a:pt x="979" y="634"/>
                    </a:cubicBezTo>
                    <a:cubicBezTo>
                      <a:pt x="976" y="640"/>
                      <a:pt x="976" y="640"/>
                      <a:pt x="976" y="640"/>
                    </a:cubicBezTo>
                    <a:cubicBezTo>
                      <a:pt x="972" y="646"/>
                      <a:pt x="968" y="650"/>
                      <a:pt x="972" y="659"/>
                    </a:cubicBezTo>
                    <a:cubicBezTo>
                      <a:pt x="970" y="654"/>
                      <a:pt x="976" y="649"/>
                      <a:pt x="980" y="642"/>
                    </a:cubicBezTo>
                    <a:cubicBezTo>
                      <a:pt x="983" y="635"/>
                      <a:pt x="983" y="635"/>
                      <a:pt x="983" y="635"/>
                    </a:cubicBezTo>
                    <a:cubicBezTo>
                      <a:pt x="986" y="628"/>
                      <a:pt x="986" y="624"/>
                      <a:pt x="986" y="619"/>
                    </a:cubicBezTo>
                    <a:cubicBezTo>
                      <a:pt x="986" y="618"/>
                      <a:pt x="987" y="615"/>
                      <a:pt x="990" y="616"/>
                    </a:cubicBezTo>
                    <a:cubicBezTo>
                      <a:pt x="995" y="616"/>
                      <a:pt x="999" y="617"/>
                      <a:pt x="1002" y="621"/>
                    </a:cubicBezTo>
                    <a:cubicBezTo>
                      <a:pt x="1005" y="623"/>
                      <a:pt x="1004" y="626"/>
                      <a:pt x="1003" y="630"/>
                    </a:cubicBezTo>
                    <a:cubicBezTo>
                      <a:pt x="1002" y="634"/>
                      <a:pt x="1001" y="638"/>
                      <a:pt x="1003" y="643"/>
                    </a:cubicBezTo>
                    <a:cubicBezTo>
                      <a:pt x="1004" y="647"/>
                      <a:pt x="1007" y="650"/>
                      <a:pt x="1010" y="652"/>
                    </a:cubicBezTo>
                    <a:cubicBezTo>
                      <a:pt x="1013" y="655"/>
                      <a:pt x="1019" y="657"/>
                      <a:pt x="1018" y="660"/>
                    </a:cubicBezTo>
                    <a:cubicBezTo>
                      <a:pt x="1019" y="652"/>
                      <a:pt x="1014" y="652"/>
                      <a:pt x="1011" y="649"/>
                    </a:cubicBezTo>
                    <a:cubicBezTo>
                      <a:pt x="1009" y="647"/>
                      <a:pt x="1009" y="645"/>
                      <a:pt x="1008" y="642"/>
                    </a:cubicBezTo>
                    <a:cubicBezTo>
                      <a:pt x="1007" y="640"/>
                      <a:pt x="1008" y="635"/>
                      <a:pt x="1009" y="632"/>
                    </a:cubicBezTo>
                    <a:cubicBezTo>
                      <a:pt x="1010" y="628"/>
                      <a:pt x="1010" y="621"/>
                      <a:pt x="1006" y="615"/>
                    </a:cubicBezTo>
                    <a:cubicBezTo>
                      <a:pt x="1000" y="608"/>
                      <a:pt x="997" y="608"/>
                      <a:pt x="991" y="608"/>
                    </a:cubicBezTo>
                    <a:cubicBezTo>
                      <a:pt x="987" y="607"/>
                      <a:pt x="985" y="607"/>
                      <a:pt x="983" y="605"/>
                    </a:cubicBezTo>
                    <a:cubicBezTo>
                      <a:pt x="982" y="604"/>
                      <a:pt x="982" y="604"/>
                      <a:pt x="982" y="604"/>
                    </a:cubicBezTo>
                    <a:cubicBezTo>
                      <a:pt x="981" y="602"/>
                      <a:pt x="980" y="600"/>
                      <a:pt x="980" y="597"/>
                    </a:cubicBezTo>
                    <a:cubicBezTo>
                      <a:pt x="979" y="586"/>
                      <a:pt x="979" y="586"/>
                      <a:pt x="979" y="586"/>
                    </a:cubicBezTo>
                    <a:cubicBezTo>
                      <a:pt x="979" y="579"/>
                      <a:pt x="979" y="572"/>
                      <a:pt x="977" y="566"/>
                    </a:cubicBezTo>
                    <a:cubicBezTo>
                      <a:pt x="974" y="560"/>
                      <a:pt x="980" y="559"/>
                      <a:pt x="980" y="559"/>
                    </a:cubicBezTo>
                    <a:cubicBezTo>
                      <a:pt x="987" y="557"/>
                      <a:pt x="987" y="557"/>
                      <a:pt x="987" y="557"/>
                    </a:cubicBezTo>
                    <a:cubicBezTo>
                      <a:pt x="993" y="556"/>
                      <a:pt x="998" y="555"/>
                      <a:pt x="1003" y="555"/>
                    </a:cubicBezTo>
                    <a:cubicBezTo>
                      <a:pt x="1006" y="556"/>
                      <a:pt x="1006" y="556"/>
                      <a:pt x="1006" y="556"/>
                    </a:cubicBezTo>
                    <a:cubicBezTo>
                      <a:pt x="1023" y="554"/>
                      <a:pt x="1023" y="554"/>
                      <a:pt x="1023" y="554"/>
                    </a:cubicBezTo>
                    <a:cubicBezTo>
                      <a:pt x="1038" y="552"/>
                      <a:pt x="1048" y="551"/>
                      <a:pt x="1059" y="555"/>
                    </a:cubicBezTo>
                    <a:cubicBezTo>
                      <a:pt x="1061" y="556"/>
                      <a:pt x="1071" y="561"/>
                      <a:pt x="1074" y="563"/>
                    </a:cubicBezTo>
                    <a:cubicBezTo>
                      <a:pt x="1081" y="570"/>
                      <a:pt x="1084" y="579"/>
                      <a:pt x="1082" y="591"/>
                    </a:cubicBezTo>
                    <a:cubicBezTo>
                      <a:pt x="1081" y="603"/>
                      <a:pt x="1081" y="603"/>
                      <a:pt x="1081" y="603"/>
                    </a:cubicBezTo>
                    <a:cubicBezTo>
                      <a:pt x="1081" y="603"/>
                      <a:pt x="1085" y="597"/>
                      <a:pt x="1086" y="593"/>
                    </a:cubicBezTo>
                    <a:cubicBezTo>
                      <a:pt x="1087" y="589"/>
                      <a:pt x="1089" y="581"/>
                      <a:pt x="1088" y="574"/>
                    </a:cubicBezTo>
                    <a:cubicBezTo>
                      <a:pt x="1088" y="573"/>
                      <a:pt x="1088" y="570"/>
                      <a:pt x="1089" y="571"/>
                    </a:cubicBezTo>
                    <a:cubicBezTo>
                      <a:pt x="1108" y="582"/>
                      <a:pt x="1123" y="588"/>
                      <a:pt x="1133" y="584"/>
                    </a:cubicBezTo>
                    <a:cubicBezTo>
                      <a:pt x="1146" y="576"/>
                      <a:pt x="1143" y="572"/>
                      <a:pt x="1146" y="560"/>
                    </a:cubicBezTo>
                    <a:cubicBezTo>
                      <a:pt x="1141" y="568"/>
                      <a:pt x="1141" y="568"/>
                      <a:pt x="1141" y="568"/>
                    </a:cubicBezTo>
                    <a:cubicBezTo>
                      <a:pt x="1138" y="577"/>
                      <a:pt x="1137" y="577"/>
                      <a:pt x="1130" y="579"/>
                    </a:cubicBezTo>
                    <a:cubicBezTo>
                      <a:pt x="1124" y="581"/>
                      <a:pt x="1104" y="574"/>
                      <a:pt x="1082" y="558"/>
                    </a:cubicBezTo>
                    <a:cubicBezTo>
                      <a:pt x="1059" y="542"/>
                      <a:pt x="1045" y="543"/>
                      <a:pt x="1022" y="546"/>
                    </a:cubicBezTo>
                    <a:cubicBezTo>
                      <a:pt x="1005" y="548"/>
                      <a:pt x="1005" y="548"/>
                      <a:pt x="1005" y="548"/>
                    </a:cubicBezTo>
                    <a:cubicBezTo>
                      <a:pt x="1004" y="548"/>
                      <a:pt x="1004" y="548"/>
                      <a:pt x="1004" y="548"/>
                    </a:cubicBezTo>
                    <a:cubicBezTo>
                      <a:pt x="997" y="547"/>
                      <a:pt x="991" y="548"/>
                      <a:pt x="985" y="549"/>
                    </a:cubicBezTo>
                    <a:cubicBezTo>
                      <a:pt x="975" y="551"/>
                      <a:pt x="975" y="551"/>
                      <a:pt x="975" y="551"/>
                    </a:cubicBezTo>
                    <a:cubicBezTo>
                      <a:pt x="971" y="552"/>
                      <a:pt x="968" y="551"/>
                      <a:pt x="964" y="551"/>
                    </a:cubicBezTo>
                    <a:cubicBezTo>
                      <a:pt x="962" y="550"/>
                      <a:pt x="958" y="550"/>
                      <a:pt x="958" y="550"/>
                    </a:cubicBezTo>
                    <a:cubicBezTo>
                      <a:pt x="953" y="549"/>
                      <a:pt x="947" y="548"/>
                      <a:pt x="941" y="545"/>
                    </a:cubicBezTo>
                    <a:cubicBezTo>
                      <a:pt x="933" y="543"/>
                      <a:pt x="927" y="540"/>
                      <a:pt x="921" y="537"/>
                    </a:cubicBezTo>
                    <a:cubicBezTo>
                      <a:pt x="910" y="532"/>
                      <a:pt x="899" y="526"/>
                      <a:pt x="882" y="527"/>
                    </a:cubicBezTo>
                    <a:cubicBezTo>
                      <a:pt x="871" y="528"/>
                      <a:pt x="859" y="528"/>
                      <a:pt x="848" y="523"/>
                    </a:cubicBezTo>
                    <a:cubicBezTo>
                      <a:pt x="843" y="521"/>
                      <a:pt x="840" y="517"/>
                      <a:pt x="836" y="514"/>
                    </a:cubicBezTo>
                    <a:cubicBezTo>
                      <a:pt x="832" y="510"/>
                      <a:pt x="829" y="506"/>
                      <a:pt x="824" y="504"/>
                    </a:cubicBezTo>
                    <a:cubicBezTo>
                      <a:pt x="820" y="502"/>
                      <a:pt x="825" y="500"/>
                      <a:pt x="826" y="500"/>
                    </a:cubicBezTo>
                    <a:cubicBezTo>
                      <a:pt x="853" y="491"/>
                      <a:pt x="886" y="479"/>
                      <a:pt x="905" y="448"/>
                    </a:cubicBezTo>
                    <a:cubicBezTo>
                      <a:pt x="912" y="433"/>
                      <a:pt x="915" y="422"/>
                      <a:pt x="921" y="416"/>
                    </a:cubicBezTo>
                    <a:cubicBezTo>
                      <a:pt x="933" y="404"/>
                      <a:pt x="952" y="406"/>
                      <a:pt x="974" y="409"/>
                    </a:cubicBezTo>
                    <a:cubicBezTo>
                      <a:pt x="989" y="410"/>
                      <a:pt x="1004" y="412"/>
                      <a:pt x="1017" y="409"/>
                    </a:cubicBezTo>
                    <a:cubicBezTo>
                      <a:pt x="1039" y="403"/>
                      <a:pt x="1058" y="374"/>
                      <a:pt x="1064" y="357"/>
                    </a:cubicBezTo>
                    <a:cubicBezTo>
                      <a:pt x="1065" y="356"/>
                      <a:pt x="1065" y="356"/>
                      <a:pt x="1065" y="355"/>
                    </a:cubicBezTo>
                    <a:cubicBezTo>
                      <a:pt x="1068" y="345"/>
                      <a:pt x="1080" y="336"/>
                      <a:pt x="1080" y="336"/>
                    </a:cubicBezTo>
                    <a:cubicBezTo>
                      <a:pt x="1081" y="334"/>
                      <a:pt x="1083" y="333"/>
                      <a:pt x="1085" y="332"/>
                    </a:cubicBezTo>
                    <a:cubicBezTo>
                      <a:pt x="1086" y="332"/>
                      <a:pt x="1097" y="332"/>
                      <a:pt x="1100" y="331"/>
                    </a:cubicBezTo>
                    <a:cubicBezTo>
                      <a:pt x="1112" y="327"/>
                      <a:pt x="1133" y="309"/>
                      <a:pt x="1138" y="298"/>
                    </a:cubicBezTo>
                    <a:cubicBezTo>
                      <a:pt x="1141" y="291"/>
                      <a:pt x="1138" y="286"/>
                      <a:pt x="1133" y="287"/>
                    </a:cubicBezTo>
                    <a:cubicBezTo>
                      <a:pt x="1136" y="288"/>
                      <a:pt x="1136" y="291"/>
                      <a:pt x="1134" y="296"/>
                    </a:cubicBezTo>
                    <a:cubicBezTo>
                      <a:pt x="1130" y="300"/>
                      <a:pt x="1114" y="321"/>
                      <a:pt x="1099" y="326"/>
                    </a:cubicBezTo>
                    <a:cubicBezTo>
                      <a:pt x="1095" y="327"/>
                      <a:pt x="1085" y="325"/>
                      <a:pt x="1081" y="327"/>
                    </a:cubicBezTo>
                    <a:cubicBezTo>
                      <a:pt x="1078" y="328"/>
                      <a:pt x="1066" y="343"/>
                      <a:pt x="1064" y="335"/>
                    </a:cubicBezTo>
                    <a:cubicBezTo>
                      <a:pt x="1064" y="327"/>
                      <a:pt x="1064" y="327"/>
                      <a:pt x="1064" y="327"/>
                    </a:cubicBezTo>
                    <a:cubicBezTo>
                      <a:pt x="1064" y="314"/>
                      <a:pt x="1066" y="300"/>
                      <a:pt x="1074" y="285"/>
                    </a:cubicBezTo>
                    <a:cubicBezTo>
                      <a:pt x="1066" y="301"/>
                      <a:pt x="1060" y="315"/>
                      <a:pt x="1060" y="330"/>
                    </a:cubicBezTo>
                    <a:cubicBezTo>
                      <a:pt x="1060" y="338"/>
                      <a:pt x="1060" y="338"/>
                      <a:pt x="1060" y="338"/>
                    </a:cubicBezTo>
                    <a:cubicBezTo>
                      <a:pt x="1060" y="343"/>
                      <a:pt x="1059" y="346"/>
                      <a:pt x="1058" y="351"/>
                    </a:cubicBezTo>
                    <a:cubicBezTo>
                      <a:pt x="1057" y="353"/>
                      <a:pt x="1053" y="362"/>
                      <a:pt x="1052" y="364"/>
                    </a:cubicBezTo>
                    <a:cubicBezTo>
                      <a:pt x="1043" y="381"/>
                      <a:pt x="1029" y="397"/>
                      <a:pt x="1015" y="401"/>
                    </a:cubicBezTo>
                    <a:cubicBezTo>
                      <a:pt x="1004" y="404"/>
                      <a:pt x="989" y="402"/>
                      <a:pt x="974" y="401"/>
                    </a:cubicBezTo>
                    <a:cubicBezTo>
                      <a:pt x="955" y="398"/>
                      <a:pt x="936" y="396"/>
                      <a:pt x="921" y="405"/>
                    </a:cubicBezTo>
                    <a:cubicBezTo>
                      <a:pt x="919" y="407"/>
                      <a:pt x="916" y="404"/>
                      <a:pt x="916" y="402"/>
                    </a:cubicBezTo>
                    <a:cubicBezTo>
                      <a:pt x="916" y="392"/>
                      <a:pt x="912" y="381"/>
                      <a:pt x="908" y="372"/>
                    </a:cubicBezTo>
                    <a:cubicBezTo>
                      <a:pt x="907" y="369"/>
                      <a:pt x="905" y="355"/>
                      <a:pt x="905" y="350"/>
                    </a:cubicBezTo>
                    <a:cubicBezTo>
                      <a:pt x="907" y="333"/>
                      <a:pt x="916" y="316"/>
                      <a:pt x="930" y="304"/>
                    </a:cubicBezTo>
                    <a:cubicBezTo>
                      <a:pt x="939" y="297"/>
                      <a:pt x="939" y="297"/>
                      <a:pt x="939" y="297"/>
                    </a:cubicBezTo>
                    <a:cubicBezTo>
                      <a:pt x="942" y="295"/>
                      <a:pt x="945" y="292"/>
                      <a:pt x="947" y="290"/>
                    </a:cubicBezTo>
                    <a:cubicBezTo>
                      <a:pt x="963" y="276"/>
                      <a:pt x="974" y="274"/>
                      <a:pt x="974" y="274"/>
                    </a:cubicBezTo>
                    <a:cubicBezTo>
                      <a:pt x="997" y="268"/>
                      <a:pt x="1006" y="264"/>
                      <a:pt x="1010" y="222"/>
                    </a:cubicBezTo>
                    <a:cubicBezTo>
                      <a:pt x="1011" y="205"/>
                      <a:pt x="1012" y="193"/>
                      <a:pt x="1012" y="184"/>
                    </a:cubicBezTo>
                    <a:cubicBezTo>
                      <a:pt x="1013" y="166"/>
                      <a:pt x="1013" y="161"/>
                      <a:pt x="1021" y="149"/>
                    </a:cubicBezTo>
                    <a:cubicBezTo>
                      <a:pt x="1027" y="139"/>
                      <a:pt x="1027" y="131"/>
                      <a:pt x="1025" y="124"/>
                    </a:cubicBezTo>
                    <a:cubicBezTo>
                      <a:pt x="1023" y="121"/>
                      <a:pt x="1016" y="112"/>
                      <a:pt x="1007" y="118"/>
                    </a:cubicBezTo>
                    <a:cubicBezTo>
                      <a:pt x="1013" y="122"/>
                      <a:pt x="1013" y="122"/>
                      <a:pt x="1013" y="122"/>
                    </a:cubicBezTo>
                    <a:cubicBezTo>
                      <a:pt x="1015" y="123"/>
                      <a:pt x="1018" y="125"/>
                      <a:pt x="1019" y="128"/>
                    </a:cubicBezTo>
                    <a:cubicBezTo>
                      <a:pt x="1021" y="132"/>
                      <a:pt x="1019" y="137"/>
                      <a:pt x="1014" y="144"/>
                    </a:cubicBezTo>
                    <a:cubicBezTo>
                      <a:pt x="1005" y="159"/>
                      <a:pt x="1005" y="166"/>
                      <a:pt x="1004" y="184"/>
                    </a:cubicBezTo>
                    <a:cubicBezTo>
                      <a:pt x="1004" y="192"/>
                      <a:pt x="1003" y="204"/>
                      <a:pt x="1002" y="221"/>
                    </a:cubicBezTo>
                    <a:cubicBezTo>
                      <a:pt x="998" y="260"/>
                      <a:pt x="992" y="261"/>
                      <a:pt x="972" y="266"/>
                    </a:cubicBezTo>
                    <a:cubicBezTo>
                      <a:pt x="969" y="268"/>
                      <a:pt x="969" y="268"/>
                      <a:pt x="969" y="268"/>
                    </a:cubicBezTo>
                    <a:cubicBezTo>
                      <a:pt x="969" y="268"/>
                      <a:pt x="964" y="269"/>
                      <a:pt x="965" y="263"/>
                    </a:cubicBezTo>
                    <a:cubicBezTo>
                      <a:pt x="967" y="254"/>
                      <a:pt x="966" y="242"/>
                      <a:pt x="960" y="227"/>
                    </a:cubicBezTo>
                    <a:cubicBezTo>
                      <a:pt x="956" y="214"/>
                      <a:pt x="954" y="204"/>
                      <a:pt x="955" y="195"/>
                    </a:cubicBezTo>
                    <a:cubicBezTo>
                      <a:pt x="955" y="187"/>
                      <a:pt x="958" y="171"/>
                      <a:pt x="961" y="159"/>
                    </a:cubicBezTo>
                    <a:cubicBezTo>
                      <a:pt x="962" y="150"/>
                      <a:pt x="967" y="144"/>
                      <a:pt x="968" y="141"/>
                    </a:cubicBezTo>
                    <a:cubicBezTo>
                      <a:pt x="967" y="141"/>
                      <a:pt x="967" y="141"/>
                      <a:pt x="967" y="141"/>
                    </a:cubicBezTo>
                    <a:cubicBezTo>
                      <a:pt x="966" y="147"/>
                      <a:pt x="960" y="151"/>
                      <a:pt x="958" y="158"/>
                    </a:cubicBezTo>
                    <a:cubicBezTo>
                      <a:pt x="957" y="160"/>
                      <a:pt x="956" y="162"/>
                      <a:pt x="955" y="164"/>
                    </a:cubicBezTo>
                    <a:cubicBezTo>
                      <a:pt x="954" y="165"/>
                      <a:pt x="953" y="166"/>
                      <a:pt x="952" y="165"/>
                    </a:cubicBezTo>
                    <a:cubicBezTo>
                      <a:pt x="952" y="165"/>
                      <a:pt x="946" y="162"/>
                      <a:pt x="944" y="156"/>
                    </a:cubicBezTo>
                    <a:cubicBezTo>
                      <a:pt x="942" y="153"/>
                      <a:pt x="943" y="148"/>
                      <a:pt x="943" y="144"/>
                    </a:cubicBezTo>
                    <a:cubicBezTo>
                      <a:pt x="943" y="134"/>
                      <a:pt x="943" y="125"/>
                      <a:pt x="929" y="122"/>
                    </a:cubicBezTo>
                    <a:cubicBezTo>
                      <a:pt x="935" y="123"/>
                      <a:pt x="939" y="130"/>
                      <a:pt x="939" y="142"/>
                    </a:cubicBezTo>
                    <a:cubicBezTo>
                      <a:pt x="938" y="147"/>
                      <a:pt x="938" y="157"/>
                      <a:pt x="944" y="165"/>
                    </a:cubicBezTo>
                    <a:cubicBezTo>
                      <a:pt x="946" y="167"/>
                      <a:pt x="947" y="169"/>
                      <a:pt x="948" y="171"/>
                    </a:cubicBezTo>
                    <a:cubicBezTo>
                      <a:pt x="949" y="174"/>
                      <a:pt x="947" y="186"/>
                      <a:pt x="947" y="192"/>
                    </a:cubicBezTo>
                    <a:cubicBezTo>
                      <a:pt x="947" y="192"/>
                      <a:pt x="947" y="214"/>
                      <a:pt x="953" y="230"/>
                    </a:cubicBezTo>
                    <a:cubicBezTo>
                      <a:pt x="967" y="265"/>
                      <a:pt x="951" y="277"/>
                      <a:pt x="934" y="291"/>
                    </a:cubicBezTo>
                    <a:cubicBezTo>
                      <a:pt x="925" y="297"/>
                      <a:pt x="925" y="297"/>
                      <a:pt x="925" y="297"/>
                    </a:cubicBezTo>
                    <a:cubicBezTo>
                      <a:pt x="924" y="299"/>
                      <a:pt x="923" y="300"/>
                      <a:pt x="921" y="301"/>
                    </a:cubicBezTo>
                    <a:cubicBezTo>
                      <a:pt x="920" y="302"/>
                      <a:pt x="918" y="301"/>
                      <a:pt x="918" y="300"/>
                    </a:cubicBezTo>
                    <a:cubicBezTo>
                      <a:pt x="917" y="289"/>
                      <a:pt x="910" y="282"/>
                      <a:pt x="894" y="268"/>
                    </a:cubicBezTo>
                    <a:cubicBezTo>
                      <a:pt x="873" y="250"/>
                      <a:pt x="873" y="250"/>
                      <a:pt x="873" y="250"/>
                    </a:cubicBezTo>
                    <a:cubicBezTo>
                      <a:pt x="857" y="236"/>
                      <a:pt x="842" y="222"/>
                      <a:pt x="820" y="208"/>
                    </a:cubicBezTo>
                    <a:cubicBezTo>
                      <a:pt x="790" y="188"/>
                      <a:pt x="766" y="180"/>
                      <a:pt x="741" y="185"/>
                    </a:cubicBezTo>
                    <a:cubicBezTo>
                      <a:pt x="741" y="185"/>
                      <a:pt x="741" y="185"/>
                      <a:pt x="741" y="185"/>
                    </a:cubicBezTo>
                    <a:cubicBezTo>
                      <a:pt x="762" y="182"/>
                      <a:pt x="782" y="193"/>
                      <a:pt x="807" y="209"/>
                    </a:cubicBezTo>
                    <a:cubicBezTo>
                      <a:pt x="808" y="210"/>
                      <a:pt x="808" y="212"/>
                      <a:pt x="807" y="212"/>
                    </a:cubicBezTo>
                    <a:cubicBezTo>
                      <a:pt x="796" y="212"/>
                      <a:pt x="785" y="217"/>
                      <a:pt x="773" y="226"/>
                    </a:cubicBezTo>
                    <a:cubicBezTo>
                      <a:pt x="790" y="213"/>
                      <a:pt x="808" y="217"/>
                      <a:pt x="823" y="223"/>
                    </a:cubicBezTo>
                    <a:cubicBezTo>
                      <a:pt x="828" y="225"/>
                      <a:pt x="839" y="231"/>
                      <a:pt x="839" y="231"/>
                    </a:cubicBezTo>
                    <a:cubicBezTo>
                      <a:pt x="849" y="240"/>
                      <a:pt x="858" y="248"/>
                      <a:pt x="868" y="256"/>
                    </a:cubicBezTo>
                    <a:cubicBezTo>
                      <a:pt x="889" y="275"/>
                      <a:pt x="889" y="275"/>
                      <a:pt x="889" y="275"/>
                    </a:cubicBezTo>
                    <a:cubicBezTo>
                      <a:pt x="910" y="293"/>
                      <a:pt x="914" y="296"/>
                      <a:pt x="907" y="316"/>
                    </a:cubicBezTo>
                    <a:cubicBezTo>
                      <a:pt x="906" y="319"/>
                      <a:pt x="904" y="322"/>
                      <a:pt x="903" y="326"/>
                    </a:cubicBezTo>
                    <a:cubicBezTo>
                      <a:pt x="903" y="326"/>
                      <a:pt x="903" y="326"/>
                      <a:pt x="903" y="326"/>
                    </a:cubicBezTo>
                    <a:cubicBezTo>
                      <a:pt x="903" y="326"/>
                      <a:pt x="900" y="334"/>
                      <a:pt x="899" y="339"/>
                    </a:cubicBezTo>
                    <a:cubicBezTo>
                      <a:pt x="899" y="340"/>
                      <a:pt x="898" y="342"/>
                      <a:pt x="898" y="344"/>
                    </a:cubicBezTo>
                    <a:cubicBezTo>
                      <a:pt x="898" y="346"/>
                      <a:pt x="895" y="347"/>
                      <a:pt x="894" y="345"/>
                    </a:cubicBezTo>
                    <a:cubicBezTo>
                      <a:pt x="890" y="339"/>
                      <a:pt x="884" y="333"/>
                      <a:pt x="878" y="327"/>
                    </a:cubicBezTo>
                    <a:cubicBezTo>
                      <a:pt x="853" y="301"/>
                      <a:pt x="818" y="281"/>
                      <a:pt x="775" y="270"/>
                    </a:cubicBezTo>
                    <a:cubicBezTo>
                      <a:pt x="757" y="266"/>
                      <a:pt x="741" y="263"/>
                      <a:pt x="727" y="262"/>
                    </a:cubicBezTo>
                    <a:cubicBezTo>
                      <a:pt x="713" y="258"/>
                      <a:pt x="702" y="252"/>
                      <a:pt x="697" y="241"/>
                    </a:cubicBezTo>
                    <a:cubicBezTo>
                      <a:pt x="690" y="225"/>
                      <a:pt x="693" y="211"/>
                      <a:pt x="698" y="193"/>
                    </a:cubicBezTo>
                    <a:cubicBezTo>
                      <a:pt x="702" y="174"/>
                      <a:pt x="702" y="174"/>
                      <a:pt x="702" y="174"/>
                    </a:cubicBezTo>
                    <a:cubicBezTo>
                      <a:pt x="705" y="157"/>
                      <a:pt x="705" y="148"/>
                      <a:pt x="703" y="137"/>
                    </a:cubicBezTo>
                    <a:cubicBezTo>
                      <a:pt x="699" y="127"/>
                      <a:pt x="700" y="122"/>
                      <a:pt x="701" y="120"/>
                    </a:cubicBezTo>
                    <a:cubicBezTo>
                      <a:pt x="703" y="114"/>
                      <a:pt x="708" y="109"/>
                      <a:pt x="720" y="109"/>
                    </a:cubicBezTo>
                    <a:cubicBezTo>
                      <a:pt x="710" y="109"/>
                      <a:pt x="703" y="111"/>
                      <a:pt x="698" y="115"/>
                    </a:cubicBezTo>
                    <a:cubicBezTo>
                      <a:pt x="695" y="118"/>
                      <a:pt x="693" y="112"/>
                      <a:pt x="691" y="109"/>
                    </a:cubicBezTo>
                    <a:cubicBezTo>
                      <a:pt x="679" y="85"/>
                      <a:pt x="688" y="52"/>
                      <a:pt x="702" y="41"/>
                    </a:cubicBezTo>
                    <a:cubicBezTo>
                      <a:pt x="684" y="56"/>
                      <a:pt x="674" y="86"/>
                      <a:pt x="687" y="113"/>
                    </a:cubicBezTo>
                    <a:cubicBezTo>
                      <a:pt x="700" y="138"/>
                      <a:pt x="699" y="146"/>
                      <a:pt x="694" y="173"/>
                    </a:cubicBezTo>
                    <a:cubicBezTo>
                      <a:pt x="690" y="192"/>
                      <a:pt x="690" y="192"/>
                      <a:pt x="690" y="192"/>
                    </a:cubicBezTo>
                    <a:cubicBezTo>
                      <a:pt x="689" y="194"/>
                      <a:pt x="688" y="197"/>
                      <a:pt x="688" y="200"/>
                    </a:cubicBezTo>
                    <a:cubicBezTo>
                      <a:pt x="687" y="203"/>
                      <a:pt x="684" y="203"/>
                      <a:pt x="682" y="201"/>
                    </a:cubicBezTo>
                    <a:cubicBezTo>
                      <a:pt x="675" y="194"/>
                      <a:pt x="664" y="193"/>
                      <a:pt x="639" y="195"/>
                    </a:cubicBezTo>
                    <a:cubicBezTo>
                      <a:pt x="631" y="195"/>
                      <a:pt x="624" y="195"/>
                      <a:pt x="618" y="195"/>
                    </a:cubicBezTo>
                    <a:cubicBezTo>
                      <a:pt x="618" y="195"/>
                      <a:pt x="618" y="195"/>
                      <a:pt x="618" y="195"/>
                    </a:cubicBezTo>
                    <a:cubicBezTo>
                      <a:pt x="611" y="193"/>
                      <a:pt x="604" y="187"/>
                      <a:pt x="600" y="177"/>
                    </a:cubicBezTo>
                    <a:cubicBezTo>
                      <a:pt x="594" y="162"/>
                      <a:pt x="595" y="142"/>
                      <a:pt x="602" y="130"/>
                    </a:cubicBezTo>
                    <a:cubicBezTo>
                      <a:pt x="615" y="108"/>
                      <a:pt x="636" y="60"/>
                      <a:pt x="623" y="36"/>
                    </a:cubicBezTo>
                    <a:cubicBezTo>
                      <a:pt x="618" y="24"/>
                      <a:pt x="618" y="24"/>
                      <a:pt x="618" y="24"/>
                    </a:cubicBezTo>
                    <a:cubicBezTo>
                      <a:pt x="612" y="12"/>
                      <a:pt x="607" y="3"/>
                      <a:pt x="599" y="1"/>
                    </a:cubicBezTo>
                    <a:cubicBezTo>
                      <a:pt x="594" y="0"/>
                      <a:pt x="590" y="2"/>
                      <a:pt x="585" y="7"/>
                    </a:cubicBezTo>
                    <a:cubicBezTo>
                      <a:pt x="590" y="8"/>
                      <a:pt x="590" y="8"/>
                      <a:pt x="590" y="8"/>
                    </a:cubicBezTo>
                    <a:cubicBezTo>
                      <a:pt x="593" y="6"/>
                      <a:pt x="595" y="7"/>
                      <a:pt x="597" y="7"/>
                    </a:cubicBezTo>
                    <a:cubicBezTo>
                      <a:pt x="601" y="8"/>
                      <a:pt x="606" y="18"/>
                      <a:pt x="610" y="28"/>
                    </a:cubicBezTo>
                    <a:cubicBezTo>
                      <a:pt x="616" y="39"/>
                      <a:pt x="616" y="39"/>
                      <a:pt x="616" y="39"/>
                    </a:cubicBezTo>
                    <a:cubicBezTo>
                      <a:pt x="626" y="59"/>
                      <a:pt x="609" y="102"/>
                      <a:pt x="595" y="126"/>
                    </a:cubicBezTo>
                    <a:cubicBezTo>
                      <a:pt x="587" y="140"/>
                      <a:pt x="586" y="162"/>
                      <a:pt x="593" y="180"/>
                    </a:cubicBezTo>
                    <a:cubicBezTo>
                      <a:pt x="594" y="183"/>
                      <a:pt x="596" y="186"/>
                      <a:pt x="598" y="189"/>
                    </a:cubicBezTo>
                    <a:cubicBezTo>
                      <a:pt x="599" y="191"/>
                      <a:pt x="597" y="193"/>
                      <a:pt x="595" y="193"/>
                    </a:cubicBezTo>
                    <a:cubicBezTo>
                      <a:pt x="593" y="192"/>
                      <a:pt x="591" y="192"/>
                      <a:pt x="589" y="192"/>
                    </a:cubicBezTo>
                    <a:cubicBezTo>
                      <a:pt x="581" y="190"/>
                      <a:pt x="572" y="188"/>
                      <a:pt x="559" y="188"/>
                    </a:cubicBezTo>
                    <a:cubicBezTo>
                      <a:pt x="528" y="186"/>
                      <a:pt x="524" y="189"/>
                      <a:pt x="506" y="208"/>
                    </a:cubicBezTo>
                    <a:cubicBezTo>
                      <a:pt x="499" y="215"/>
                      <a:pt x="499" y="215"/>
                      <a:pt x="499" y="215"/>
                    </a:cubicBezTo>
                    <a:cubicBezTo>
                      <a:pt x="499" y="215"/>
                      <a:pt x="499" y="215"/>
                      <a:pt x="499" y="215"/>
                    </a:cubicBezTo>
                    <a:cubicBezTo>
                      <a:pt x="499" y="215"/>
                      <a:pt x="522" y="199"/>
                      <a:pt x="527" y="197"/>
                    </a:cubicBezTo>
                    <a:cubicBezTo>
                      <a:pt x="534" y="193"/>
                      <a:pt x="543" y="195"/>
                      <a:pt x="559" y="196"/>
                    </a:cubicBezTo>
                    <a:cubicBezTo>
                      <a:pt x="571" y="196"/>
                      <a:pt x="579" y="198"/>
                      <a:pt x="587" y="199"/>
                    </a:cubicBezTo>
                    <a:cubicBezTo>
                      <a:pt x="601" y="202"/>
                      <a:pt x="613" y="204"/>
                      <a:pt x="640" y="203"/>
                    </a:cubicBezTo>
                    <a:cubicBezTo>
                      <a:pt x="677" y="200"/>
                      <a:pt x="678" y="203"/>
                      <a:pt x="685" y="230"/>
                    </a:cubicBezTo>
                    <a:cubicBezTo>
                      <a:pt x="685" y="230"/>
                      <a:pt x="686" y="238"/>
                      <a:pt x="690" y="244"/>
                    </a:cubicBezTo>
                    <a:cubicBezTo>
                      <a:pt x="692" y="249"/>
                      <a:pt x="695" y="253"/>
                      <a:pt x="698" y="256"/>
                    </a:cubicBezTo>
                    <a:cubicBezTo>
                      <a:pt x="699" y="257"/>
                      <a:pt x="698" y="259"/>
                      <a:pt x="696" y="259"/>
                    </a:cubicBezTo>
                    <a:cubicBezTo>
                      <a:pt x="651" y="257"/>
                      <a:pt x="615" y="264"/>
                      <a:pt x="563" y="274"/>
                    </a:cubicBezTo>
                    <a:cubicBezTo>
                      <a:pt x="545" y="277"/>
                      <a:pt x="545" y="277"/>
                      <a:pt x="545" y="277"/>
                    </a:cubicBezTo>
                    <a:cubicBezTo>
                      <a:pt x="535" y="279"/>
                      <a:pt x="526" y="281"/>
                      <a:pt x="516" y="283"/>
                    </a:cubicBezTo>
                    <a:cubicBezTo>
                      <a:pt x="494" y="281"/>
                      <a:pt x="480" y="273"/>
                      <a:pt x="470" y="258"/>
                    </a:cubicBezTo>
                    <a:cubicBezTo>
                      <a:pt x="465" y="250"/>
                      <a:pt x="464" y="244"/>
                      <a:pt x="463" y="238"/>
                    </a:cubicBezTo>
                    <a:cubicBezTo>
                      <a:pt x="461" y="231"/>
                      <a:pt x="457" y="215"/>
                      <a:pt x="457" y="215"/>
                    </a:cubicBezTo>
                    <a:cubicBezTo>
                      <a:pt x="454" y="200"/>
                      <a:pt x="456" y="193"/>
                      <a:pt x="459" y="184"/>
                    </a:cubicBezTo>
                    <a:cubicBezTo>
                      <a:pt x="463" y="174"/>
                      <a:pt x="467" y="163"/>
                      <a:pt x="461" y="139"/>
                    </a:cubicBezTo>
                    <a:cubicBezTo>
                      <a:pt x="455" y="115"/>
                      <a:pt x="456" y="103"/>
                      <a:pt x="457" y="92"/>
                    </a:cubicBezTo>
                    <a:cubicBezTo>
                      <a:pt x="458" y="84"/>
                      <a:pt x="459" y="76"/>
                      <a:pt x="457" y="65"/>
                    </a:cubicBezTo>
                    <a:cubicBezTo>
                      <a:pt x="454" y="54"/>
                      <a:pt x="454" y="54"/>
                      <a:pt x="454" y="54"/>
                    </a:cubicBezTo>
                    <a:cubicBezTo>
                      <a:pt x="450" y="36"/>
                      <a:pt x="446" y="20"/>
                      <a:pt x="437" y="16"/>
                    </a:cubicBezTo>
                    <a:cubicBezTo>
                      <a:pt x="430" y="13"/>
                      <a:pt x="427" y="18"/>
                      <a:pt x="423" y="21"/>
                    </a:cubicBezTo>
                    <a:cubicBezTo>
                      <a:pt x="431" y="24"/>
                      <a:pt x="431" y="24"/>
                      <a:pt x="431" y="24"/>
                    </a:cubicBezTo>
                    <a:cubicBezTo>
                      <a:pt x="432" y="23"/>
                      <a:pt x="433" y="23"/>
                      <a:pt x="434" y="23"/>
                    </a:cubicBezTo>
                    <a:cubicBezTo>
                      <a:pt x="440" y="25"/>
                      <a:pt x="444" y="43"/>
                      <a:pt x="447" y="56"/>
                    </a:cubicBezTo>
                    <a:cubicBezTo>
                      <a:pt x="449" y="66"/>
                      <a:pt x="449" y="66"/>
                      <a:pt x="449" y="66"/>
                    </a:cubicBezTo>
                    <a:cubicBezTo>
                      <a:pt x="451" y="76"/>
                      <a:pt x="450" y="83"/>
                      <a:pt x="449" y="91"/>
                    </a:cubicBezTo>
                    <a:cubicBezTo>
                      <a:pt x="448" y="102"/>
                      <a:pt x="446" y="115"/>
                      <a:pt x="453" y="141"/>
                    </a:cubicBezTo>
                    <a:cubicBezTo>
                      <a:pt x="459" y="163"/>
                      <a:pt x="455" y="172"/>
                      <a:pt x="452" y="182"/>
                    </a:cubicBezTo>
                    <a:cubicBezTo>
                      <a:pt x="450" y="188"/>
                      <a:pt x="448" y="194"/>
                      <a:pt x="447" y="202"/>
                    </a:cubicBezTo>
                    <a:cubicBezTo>
                      <a:pt x="447" y="203"/>
                      <a:pt x="445" y="204"/>
                      <a:pt x="444" y="203"/>
                    </a:cubicBezTo>
                    <a:cubicBezTo>
                      <a:pt x="439" y="198"/>
                      <a:pt x="433" y="193"/>
                      <a:pt x="425" y="187"/>
                    </a:cubicBezTo>
                    <a:cubicBezTo>
                      <a:pt x="377" y="152"/>
                      <a:pt x="367" y="147"/>
                      <a:pt x="379" y="112"/>
                    </a:cubicBezTo>
                    <a:cubicBezTo>
                      <a:pt x="373" y="129"/>
                      <a:pt x="370" y="138"/>
                      <a:pt x="373" y="148"/>
                    </a:cubicBezTo>
                    <a:cubicBezTo>
                      <a:pt x="373" y="149"/>
                      <a:pt x="371" y="151"/>
                      <a:pt x="369" y="151"/>
                    </a:cubicBezTo>
                    <a:cubicBezTo>
                      <a:pt x="366" y="151"/>
                      <a:pt x="362" y="151"/>
                      <a:pt x="359" y="152"/>
                    </a:cubicBezTo>
                    <a:cubicBezTo>
                      <a:pt x="353" y="152"/>
                      <a:pt x="348" y="150"/>
                      <a:pt x="342" y="148"/>
                    </a:cubicBezTo>
                    <a:cubicBezTo>
                      <a:pt x="335" y="146"/>
                      <a:pt x="326" y="143"/>
                      <a:pt x="316" y="147"/>
                    </a:cubicBezTo>
                    <a:cubicBezTo>
                      <a:pt x="309" y="150"/>
                      <a:pt x="309" y="150"/>
                      <a:pt x="309" y="150"/>
                    </a:cubicBezTo>
                    <a:cubicBezTo>
                      <a:pt x="303" y="152"/>
                      <a:pt x="298" y="154"/>
                      <a:pt x="293" y="154"/>
                    </a:cubicBezTo>
                    <a:cubicBezTo>
                      <a:pt x="288" y="153"/>
                      <a:pt x="283" y="150"/>
                      <a:pt x="279" y="147"/>
                    </a:cubicBezTo>
                    <a:cubicBezTo>
                      <a:pt x="275" y="144"/>
                      <a:pt x="271" y="141"/>
                      <a:pt x="266" y="139"/>
                    </a:cubicBezTo>
                    <a:cubicBezTo>
                      <a:pt x="257" y="136"/>
                      <a:pt x="249" y="145"/>
                      <a:pt x="241" y="149"/>
                    </a:cubicBezTo>
                    <a:cubicBezTo>
                      <a:pt x="234" y="153"/>
                      <a:pt x="234" y="153"/>
                      <a:pt x="234" y="153"/>
                    </a:cubicBezTo>
                    <a:cubicBezTo>
                      <a:pt x="224" y="157"/>
                      <a:pt x="207" y="157"/>
                      <a:pt x="199" y="151"/>
                    </a:cubicBezTo>
                    <a:cubicBezTo>
                      <a:pt x="210" y="159"/>
                      <a:pt x="224" y="161"/>
                      <a:pt x="236" y="157"/>
                    </a:cubicBezTo>
                    <a:cubicBezTo>
                      <a:pt x="245" y="152"/>
                      <a:pt x="245" y="152"/>
                      <a:pt x="245" y="152"/>
                    </a:cubicBezTo>
                    <a:cubicBezTo>
                      <a:pt x="251" y="149"/>
                      <a:pt x="258" y="145"/>
                      <a:pt x="264" y="147"/>
                    </a:cubicBezTo>
                    <a:cubicBezTo>
                      <a:pt x="268" y="148"/>
                      <a:pt x="271" y="150"/>
                      <a:pt x="274" y="153"/>
                    </a:cubicBezTo>
                    <a:cubicBezTo>
                      <a:pt x="279" y="157"/>
                      <a:pt x="285" y="160"/>
                      <a:pt x="292" y="161"/>
                    </a:cubicBezTo>
                    <a:cubicBezTo>
                      <a:pt x="300" y="163"/>
                      <a:pt x="306" y="160"/>
                      <a:pt x="312" y="157"/>
                    </a:cubicBezTo>
                    <a:cubicBezTo>
                      <a:pt x="319" y="154"/>
                      <a:pt x="319" y="154"/>
                      <a:pt x="319" y="154"/>
                    </a:cubicBezTo>
                    <a:cubicBezTo>
                      <a:pt x="326" y="151"/>
                      <a:pt x="332" y="154"/>
                      <a:pt x="340" y="156"/>
                    </a:cubicBezTo>
                    <a:cubicBezTo>
                      <a:pt x="346" y="158"/>
                      <a:pt x="352" y="160"/>
                      <a:pt x="359" y="160"/>
                    </a:cubicBezTo>
                    <a:cubicBezTo>
                      <a:pt x="365" y="159"/>
                      <a:pt x="372" y="159"/>
                      <a:pt x="377" y="160"/>
                    </a:cubicBezTo>
                    <a:cubicBezTo>
                      <a:pt x="379" y="161"/>
                      <a:pt x="381" y="163"/>
                      <a:pt x="383" y="165"/>
                    </a:cubicBezTo>
                    <a:cubicBezTo>
                      <a:pt x="385" y="167"/>
                      <a:pt x="387" y="169"/>
                      <a:pt x="390" y="170"/>
                    </a:cubicBezTo>
                    <a:cubicBezTo>
                      <a:pt x="397" y="177"/>
                      <a:pt x="407" y="184"/>
                      <a:pt x="420" y="194"/>
                    </a:cubicBezTo>
                    <a:cubicBezTo>
                      <a:pt x="451" y="216"/>
                      <a:pt x="453" y="227"/>
                      <a:pt x="455" y="239"/>
                    </a:cubicBezTo>
                    <a:cubicBezTo>
                      <a:pt x="456" y="243"/>
                      <a:pt x="456" y="248"/>
                      <a:pt x="458" y="253"/>
                    </a:cubicBezTo>
                    <a:cubicBezTo>
                      <a:pt x="459" y="254"/>
                      <a:pt x="457" y="255"/>
                      <a:pt x="455" y="254"/>
                    </a:cubicBezTo>
                    <a:cubicBezTo>
                      <a:pt x="448" y="251"/>
                      <a:pt x="439" y="249"/>
                      <a:pt x="428" y="251"/>
                    </a:cubicBezTo>
                    <a:cubicBezTo>
                      <a:pt x="418" y="252"/>
                      <a:pt x="418" y="252"/>
                      <a:pt x="418" y="252"/>
                    </a:cubicBezTo>
                    <a:cubicBezTo>
                      <a:pt x="411" y="253"/>
                      <a:pt x="405" y="254"/>
                      <a:pt x="399" y="255"/>
                    </a:cubicBezTo>
                    <a:cubicBezTo>
                      <a:pt x="396" y="256"/>
                      <a:pt x="385" y="258"/>
                      <a:pt x="382" y="258"/>
                    </a:cubicBezTo>
                    <a:cubicBezTo>
                      <a:pt x="368" y="259"/>
                      <a:pt x="358" y="263"/>
                      <a:pt x="351" y="266"/>
                    </a:cubicBezTo>
                    <a:cubicBezTo>
                      <a:pt x="346" y="268"/>
                      <a:pt x="342" y="269"/>
                      <a:pt x="338" y="270"/>
                    </a:cubicBezTo>
                    <a:cubicBezTo>
                      <a:pt x="323" y="272"/>
                      <a:pt x="320" y="266"/>
                      <a:pt x="314" y="258"/>
                    </a:cubicBezTo>
                    <a:cubicBezTo>
                      <a:pt x="311" y="253"/>
                      <a:pt x="308" y="249"/>
                      <a:pt x="303" y="245"/>
                    </a:cubicBezTo>
                    <a:cubicBezTo>
                      <a:pt x="294" y="237"/>
                      <a:pt x="287" y="238"/>
                      <a:pt x="281" y="239"/>
                    </a:cubicBezTo>
                    <a:cubicBezTo>
                      <a:pt x="277" y="239"/>
                      <a:pt x="274" y="240"/>
                      <a:pt x="270" y="239"/>
                    </a:cubicBezTo>
                    <a:cubicBezTo>
                      <a:pt x="261" y="237"/>
                      <a:pt x="255" y="232"/>
                      <a:pt x="249" y="226"/>
                    </a:cubicBezTo>
                    <a:cubicBezTo>
                      <a:pt x="244" y="220"/>
                      <a:pt x="237" y="219"/>
                      <a:pt x="229" y="216"/>
                    </a:cubicBezTo>
                    <a:cubicBezTo>
                      <a:pt x="235" y="218"/>
                      <a:pt x="241" y="222"/>
                      <a:pt x="246" y="227"/>
                    </a:cubicBezTo>
                    <a:cubicBezTo>
                      <a:pt x="252" y="234"/>
                      <a:pt x="258" y="241"/>
                      <a:pt x="268" y="244"/>
                    </a:cubicBezTo>
                    <a:cubicBezTo>
                      <a:pt x="274" y="245"/>
                      <a:pt x="277" y="245"/>
                      <a:pt x="281" y="245"/>
                    </a:cubicBezTo>
                    <a:cubicBezTo>
                      <a:pt x="287" y="244"/>
                      <a:pt x="291" y="243"/>
                      <a:pt x="297" y="249"/>
                    </a:cubicBezTo>
                    <a:cubicBezTo>
                      <a:pt x="301" y="252"/>
                      <a:pt x="305" y="258"/>
                      <a:pt x="307" y="262"/>
                    </a:cubicBezTo>
                    <a:cubicBezTo>
                      <a:pt x="313" y="271"/>
                      <a:pt x="320" y="281"/>
                      <a:pt x="339" y="278"/>
                    </a:cubicBezTo>
                    <a:cubicBezTo>
                      <a:pt x="344" y="277"/>
                      <a:pt x="349" y="275"/>
                      <a:pt x="354" y="273"/>
                    </a:cubicBezTo>
                    <a:cubicBezTo>
                      <a:pt x="358" y="271"/>
                      <a:pt x="363" y="270"/>
                      <a:pt x="369" y="268"/>
                    </a:cubicBezTo>
                    <a:cubicBezTo>
                      <a:pt x="371" y="268"/>
                      <a:pt x="372" y="270"/>
                      <a:pt x="370" y="272"/>
                    </a:cubicBezTo>
                    <a:cubicBezTo>
                      <a:pt x="364" y="276"/>
                      <a:pt x="359" y="282"/>
                      <a:pt x="352" y="289"/>
                    </a:cubicBezTo>
                    <a:cubicBezTo>
                      <a:pt x="336" y="305"/>
                      <a:pt x="331" y="318"/>
                      <a:pt x="326" y="327"/>
                    </a:cubicBezTo>
                    <a:cubicBezTo>
                      <a:pt x="319" y="339"/>
                      <a:pt x="318" y="354"/>
                      <a:pt x="303" y="362"/>
                    </a:cubicBezTo>
                    <a:cubicBezTo>
                      <a:pt x="320" y="353"/>
                      <a:pt x="324" y="342"/>
                      <a:pt x="331" y="331"/>
                    </a:cubicBezTo>
                    <a:cubicBezTo>
                      <a:pt x="336" y="321"/>
                      <a:pt x="343" y="310"/>
                      <a:pt x="358" y="294"/>
                    </a:cubicBezTo>
                    <a:cubicBezTo>
                      <a:pt x="387" y="264"/>
                      <a:pt x="395" y="263"/>
                      <a:pt x="419" y="260"/>
                    </a:cubicBezTo>
                    <a:cubicBezTo>
                      <a:pt x="429" y="258"/>
                      <a:pt x="429" y="258"/>
                      <a:pt x="429" y="258"/>
                    </a:cubicBezTo>
                    <a:cubicBezTo>
                      <a:pt x="446" y="256"/>
                      <a:pt x="455" y="263"/>
                      <a:pt x="465" y="271"/>
                    </a:cubicBezTo>
                    <a:cubicBezTo>
                      <a:pt x="473" y="277"/>
                      <a:pt x="481" y="284"/>
                      <a:pt x="492" y="286"/>
                    </a:cubicBezTo>
                    <a:cubicBezTo>
                      <a:pt x="494" y="287"/>
                      <a:pt x="496" y="288"/>
                      <a:pt x="499" y="288"/>
                    </a:cubicBezTo>
                    <a:cubicBezTo>
                      <a:pt x="439" y="307"/>
                      <a:pt x="388" y="334"/>
                      <a:pt x="353" y="371"/>
                    </a:cubicBezTo>
                    <a:cubicBezTo>
                      <a:pt x="327" y="397"/>
                      <a:pt x="321" y="412"/>
                      <a:pt x="316" y="438"/>
                    </a:cubicBezTo>
                    <a:cubicBezTo>
                      <a:pt x="315" y="444"/>
                      <a:pt x="315" y="444"/>
                      <a:pt x="315" y="444"/>
                    </a:cubicBezTo>
                    <a:cubicBezTo>
                      <a:pt x="314" y="447"/>
                      <a:pt x="313" y="451"/>
                      <a:pt x="311" y="455"/>
                    </a:cubicBezTo>
                    <a:cubicBezTo>
                      <a:pt x="308" y="464"/>
                      <a:pt x="304" y="475"/>
                      <a:pt x="305" y="490"/>
                    </a:cubicBezTo>
                    <a:cubicBezTo>
                      <a:pt x="305" y="493"/>
                      <a:pt x="301" y="498"/>
                      <a:pt x="298" y="497"/>
                    </a:cubicBezTo>
                    <a:cubicBezTo>
                      <a:pt x="293" y="496"/>
                      <a:pt x="287" y="496"/>
                      <a:pt x="279" y="496"/>
                    </a:cubicBezTo>
                    <a:cubicBezTo>
                      <a:pt x="277" y="496"/>
                      <a:pt x="277" y="496"/>
                      <a:pt x="277" y="496"/>
                    </a:cubicBezTo>
                    <a:cubicBezTo>
                      <a:pt x="261" y="495"/>
                      <a:pt x="252" y="491"/>
                      <a:pt x="244" y="489"/>
                    </a:cubicBezTo>
                    <a:cubicBezTo>
                      <a:pt x="240" y="487"/>
                      <a:pt x="236" y="486"/>
                      <a:pt x="232" y="485"/>
                    </a:cubicBezTo>
                    <a:cubicBezTo>
                      <a:pt x="228" y="484"/>
                      <a:pt x="230" y="481"/>
                      <a:pt x="231" y="480"/>
                    </a:cubicBezTo>
                    <a:cubicBezTo>
                      <a:pt x="231" y="479"/>
                      <a:pt x="232" y="478"/>
                      <a:pt x="232" y="476"/>
                    </a:cubicBezTo>
                    <a:cubicBezTo>
                      <a:pt x="232" y="474"/>
                      <a:pt x="232" y="472"/>
                      <a:pt x="231" y="470"/>
                    </a:cubicBezTo>
                    <a:cubicBezTo>
                      <a:pt x="231" y="469"/>
                      <a:pt x="230" y="468"/>
                      <a:pt x="230" y="468"/>
                    </a:cubicBezTo>
                    <a:cubicBezTo>
                      <a:pt x="231" y="465"/>
                      <a:pt x="233" y="463"/>
                      <a:pt x="235" y="460"/>
                    </a:cubicBezTo>
                    <a:cubicBezTo>
                      <a:pt x="238" y="456"/>
                      <a:pt x="241" y="452"/>
                      <a:pt x="241" y="445"/>
                    </a:cubicBezTo>
                    <a:cubicBezTo>
                      <a:pt x="240" y="440"/>
                      <a:pt x="238" y="437"/>
                      <a:pt x="237" y="434"/>
                    </a:cubicBezTo>
                    <a:cubicBezTo>
                      <a:pt x="236" y="430"/>
                      <a:pt x="232" y="425"/>
                      <a:pt x="232" y="421"/>
                    </a:cubicBezTo>
                    <a:cubicBezTo>
                      <a:pt x="232" y="426"/>
                      <a:pt x="232" y="430"/>
                      <a:pt x="234" y="434"/>
                    </a:cubicBezTo>
                    <a:cubicBezTo>
                      <a:pt x="235" y="438"/>
                      <a:pt x="236" y="441"/>
                      <a:pt x="236" y="444"/>
                    </a:cubicBezTo>
                    <a:cubicBezTo>
                      <a:pt x="236" y="448"/>
                      <a:pt x="231" y="452"/>
                      <a:pt x="228" y="455"/>
                    </a:cubicBezTo>
                    <a:cubicBezTo>
                      <a:pt x="226" y="458"/>
                      <a:pt x="223" y="461"/>
                      <a:pt x="223" y="466"/>
                    </a:cubicBezTo>
                    <a:cubicBezTo>
                      <a:pt x="222" y="469"/>
                      <a:pt x="223" y="471"/>
                      <a:pt x="223" y="473"/>
                    </a:cubicBezTo>
                    <a:cubicBezTo>
                      <a:pt x="224" y="473"/>
                      <a:pt x="224" y="475"/>
                      <a:pt x="224" y="475"/>
                    </a:cubicBezTo>
                    <a:cubicBezTo>
                      <a:pt x="224" y="476"/>
                      <a:pt x="223" y="477"/>
                      <a:pt x="222" y="478"/>
                    </a:cubicBezTo>
                    <a:cubicBezTo>
                      <a:pt x="220" y="482"/>
                      <a:pt x="220" y="482"/>
                      <a:pt x="220" y="482"/>
                    </a:cubicBezTo>
                    <a:cubicBezTo>
                      <a:pt x="220" y="482"/>
                      <a:pt x="217" y="487"/>
                      <a:pt x="216" y="487"/>
                    </a:cubicBezTo>
                    <a:cubicBezTo>
                      <a:pt x="214" y="488"/>
                      <a:pt x="212" y="489"/>
                      <a:pt x="210" y="490"/>
                    </a:cubicBezTo>
                    <a:cubicBezTo>
                      <a:pt x="189" y="502"/>
                      <a:pt x="173" y="510"/>
                      <a:pt x="157" y="511"/>
                    </a:cubicBezTo>
                    <a:cubicBezTo>
                      <a:pt x="155" y="511"/>
                      <a:pt x="149" y="511"/>
                      <a:pt x="146" y="502"/>
                    </a:cubicBezTo>
                    <a:cubicBezTo>
                      <a:pt x="143" y="492"/>
                      <a:pt x="138" y="478"/>
                      <a:pt x="126" y="466"/>
                    </a:cubicBezTo>
                    <a:cubicBezTo>
                      <a:pt x="105" y="445"/>
                      <a:pt x="101" y="432"/>
                      <a:pt x="101" y="393"/>
                    </a:cubicBezTo>
                    <a:cubicBezTo>
                      <a:pt x="101" y="410"/>
                      <a:pt x="97" y="423"/>
                      <a:pt x="99" y="434"/>
                    </a:cubicBezTo>
                    <a:cubicBezTo>
                      <a:pt x="98" y="433"/>
                      <a:pt x="97" y="432"/>
                      <a:pt x="96" y="431"/>
                    </a:cubicBezTo>
                    <a:cubicBezTo>
                      <a:pt x="75" y="413"/>
                      <a:pt x="60" y="415"/>
                      <a:pt x="55" y="415"/>
                    </a:cubicBezTo>
                    <a:cubicBezTo>
                      <a:pt x="58" y="415"/>
                      <a:pt x="70" y="414"/>
                      <a:pt x="88" y="431"/>
                    </a:cubicBezTo>
                    <a:cubicBezTo>
                      <a:pt x="93" y="436"/>
                      <a:pt x="101" y="444"/>
                      <a:pt x="107" y="451"/>
                    </a:cubicBezTo>
                    <a:cubicBezTo>
                      <a:pt x="110" y="457"/>
                      <a:pt x="115" y="463"/>
                      <a:pt x="121" y="470"/>
                    </a:cubicBezTo>
                    <a:cubicBezTo>
                      <a:pt x="133" y="481"/>
                      <a:pt x="135" y="495"/>
                      <a:pt x="138" y="505"/>
                    </a:cubicBezTo>
                    <a:cubicBezTo>
                      <a:pt x="139" y="508"/>
                      <a:pt x="140" y="511"/>
                      <a:pt x="141" y="513"/>
                    </a:cubicBezTo>
                    <a:cubicBezTo>
                      <a:pt x="142" y="515"/>
                      <a:pt x="142" y="521"/>
                      <a:pt x="141" y="522"/>
                    </a:cubicBezTo>
                    <a:cubicBezTo>
                      <a:pt x="140" y="525"/>
                      <a:pt x="138" y="528"/>
                      <a:pt x="137" y="531"/>
                    </a:cubicBezTo>
                    <a:cubicBezTo>
                      <a:pt x="133" y="539"/>
                      <a:pt x="129" y="549"/>
                      <a:pt x="119" y="556"/>
                    </a:cubicBezTo>
                    <a:cubicBezTo>
                      <a:pt x="113" y="560"/>
                      <a:pt x="109" y="563"/>
                      <a:pt x="106" y="566"/>
                    </a:cubicBezTo>
                    <a:cubicBezTo>
                      <a:pt x="96" y="575"/>
                      <a:pt x="92" y="579"/>
                      <a:pt x="64" y="577"/>
                    </a:cubicBezTo>
                    <a:cubicBezTo>
                      <a:pt x="45" y="577"/>
                      <a:pt x="45" y="577"/>
                      <a:pt x="45" y="577"/>
                    </a:cubicBezTo>
                    <a:cubicBezTo>
                      <a:pt x="21" y="578"/>
                      <a:pt x="8" y="580"/>
                      <a:pt x="5" y="570"/>
                    </a:cubicBezTo>
                    <a:cubicBezTo>
                      <a:pt x="0" y="565"/>
                      <a:pt x="0" y="565"/>
                      <a:pt x="0" y="565"/>
                    </a:cubicBezTo>
                    <a:cubicBezTo>
                      <a:pt x="0" y="587"/>
                      <a:pt x="19" y="585"/>
                      <a:pt x="43" y="584"/>
                    </a:cubicBezTo>
                    <a:cubicBezTo>
                      <a:pt x="43" y="584"/>
                      <a:pt x="61" y="583"/>
                      <a:pt x="60" y="583"/>
                    </a:cubicBezTo>
                    <a:cubicBezTo>
                      <a:pt x="92" y="586"/>
                      <a:pt x="100" y="584"/>
                      <a:pt x="112" y="573"/>
                    </a:cubicBezTo>
                    <a:cubicBezTo>
                      <a:pt x="115" y="570"/>
                      <a:pt x="119" y="567"/>
                      <a:pt x="124" y="563"/>
                    </a:cubicBezTo>
                    <a:cubicBezTo>
                      <a:pt x="137" y="555"/>
                      <a:pt x="144" y="545"/>
                      <a:pt x="148" y="536"/>
                    </a:cubicBezTo>
                    <a:cubicBezTo>
                      <a:pt x="152" y="527"/>
                      <a:pt x="154" y="523"/>
                      <a:pt x="158" y="523"/>
                    </a:cubicBezTo>
                    <a:cubicBezTo>
                      <a:pt x="176" y="521"/>
                      <a:pt x="193" y="513"/>
                      <a:pt x="216" y="501"/>
                    </a:cubicBezTo>
                    <a:cubicBezTo>
                      <a:pt x="226" y="495"/>
                      <a:pt x="230" y="496"/>
                      <a:pt x="240" y="500"/>
                    </a:cubicBezTo>
                    <a:cubicBezTo>
                      <a:pt x="248" y="503"/>
                      <a:pt x="259" y="507"/>
                      <a:pt x="276" y="508"/>
                    </a:cubicBezTo>
                    <a:cubicBezTo>
                      <a:pt x="278" y="508"/>
                      <a:pt x="278" y="508"/>
                      <a:pt x="278" y="508"/>
                    </a:cubicBezTo>
                    <a:cubicBezTo>
                      <a:pt x="292" y="508"/>
                      <a:pt x="299" y="509"/>
                      <a:pt x="303" y="511"/>
                    </a:cubicBezTo>
                    <a:cubicBezTo>
                      <a:pt x="307" y="513"/>
                      <a:pt x="309" y="517"/>
                      <a:pt x="314" y="526"/>
                    </a:cubicBezTo>
                    <a:cubicBezTo>
                      <a:pt x="324" y="544"/>
                      <a:pt x="324" y="544"/>
                      <a:pt x="324" y="544"/>
                    </a:cubicBezTo>
                    <a:cubicBezTo>
                      <a:pt x="336" y="566"/>
                      <a:pt x="356" y="570"/>
                      <a:pt x="378" y="575"/>
                    </a:cubicBezTo>
                    <a:cubicBezTo>
                      <a:pt x="398" y="579"/>
                      <a:pt x="421" y="584"/>
                      <a:pt x="446" y="602"/>
                    </a:cubicBezTo>
                    <a:cubicBezTo>
                      <a:pt x="453" y="607"/>
                      <a:pt x="460" y="612"/>
                      <a:pt x="467" y="616"/>
                    </a:cubicBezTo>
                    <a:cubicBezTo>
                      <a:pt x="468" y="617"/>
                      <a:pt x="467" y="619"/>
                      <a:pt x="466" y="620"/>
                    </a:cubicBezTo>
                    <a:cubicBezTo>
                      <a:pt x="453" y="625"/>
                      <a:pt x="443" y="635"/>
                      <a:pt x="437" y="645"/>
                    </a:cubicBezTo>
                    <a:cubicBezTo>
                      <a:pt x="434" y="652"/>
                      <a:pt x="433" y="659"/>
                      <a:pt x="433" y="666"/>
                    </a:cubicBezTo>
                    <a:cubicBezTo>
                      <a:pt x="433" y="674"/>
                      <a:pt x="433" y="681"/>
                      <a:pt x="428" y="685"/>
                    </a:cubicBezTo>
                    <a:cubicBezTo>
                      <a:pt x="429" y="685"/>
                      <a:pt x="429" y="685"/>
                      <a:pt x="429" y="685"/>
                    </a:cubicBezTo>
                    <a:cubicBezTo>
                      <a:pt x="412" y="677"/>
                      <a:pt x="393" y="676"/>
                      <a:pt x="379" y="676"/>
                    </a:cubicBezTo>
                    <a:cubicBezTo>
                      <a:pt x="361" y="675"/>
                      <a:pt x="361" y="675"/>
                      <a:pt x="361" y="675"/>
                    </a:cubicBezTo>
                    <a:cubicBezTo>
                      <a:pt x="349" y="668"/>
                      <a:pt x="341" y="658"/>
                      <a:pt x="338" y="647"/>
                    </a:cubicBezTo>
                    <a:cubicBezTo>
                      <a:pt x="337" y="644"/>
                      <a:pt x="337" y="640"/>
                      <a:pt x="337" y="637"/>
                    </a:cubicBezTo>
                    <a:cubicBezTo>
                      <a:pt x="337" y="631"/>
                      <a:pt x="336" y="624"/>
                      <a:pt x="332" y="618"/>
                    </a:cubicBezTo>
                    <a:cubicBezTo>
                      <a:pt x="329" y="614"/>
                      <a:pt x="325" y="612"/>
                      <a:pt x="321" y="610"/>
                    </a:cubicBezTo>
                    <a:cubicBezTo>
                      <a:pt x="319" y="609"/>
                      <a:pt x="317" y="608"/>
                      <a:pt x="315" y="607"/>
                    </a:cubicBezTo>
                    <a:cubicBezTo>
                      <a:pt x="315" y="607"/>
                      <a:pt x="315" y="606"/>
                      <a:pt x="314" y="606"/>
                    </a:cubicBezTo>
                    <a:cubicBezTo>
                      <a:pt x="314" y="606"/>
                      <a:pt x="314" y="606"/>
                      <a:pt x="314" y="606"/>
                    </a:cubicBezTo>
                    <a:cubicBezTo>
                      <a:pt x="314" y="606"/>
                      <a:pt x="314" y="606"/>
                      <a:pt x="314" y="605"/>
                    </a:cubicBezTo>
                    <a:cubicBezTo>
                      <a:pt x="311" y="602"/>
                      <a:pt x="309" y="596"/>
                      <a:pt x="308" y="591"/>
                    </a:cubicBezTo>
                    <a:cubicBezTo>
                      <a:pt x="307" y="583"/>
                      <a:pt x="304" y="577"/>
                      <a:pt x="297" y="573"/>
                    </a:cubicBezTo>
                    <a:cubicBezTo>
                      <a:pt x="293" y="570"/>
                      <a:pt x="290" y="570"/>
                      <a:pt x="287" y="571"/>
                    </a:cubicBezTo>
                    <a:cubicBezTo>
                      <a:pt x="284" y="571"/>
                      <a:pt x="282" y="571"/>
                      <a:pt x="280" y="569"/>
                    </a:cubicBezTo>
                    <a:cubicBezTo>
                      <a:pt x="277" y="567"/>
                      <a:pt x="269" y="550"/>
                      <a:pt x="269" y="550"/>
                    </a:cubicBezTo>
                    <a:cubicBezTo>
                      <a:pt x="269" y="550"/>
                      <a:pt x="271" y="570"/>
                      <a:pt x="276" y="574"/>
                    </a:cubicBezTo>
                    <a:cubicBezTo>
                      <a:pt x="281" y="577"/>
                      <a:pt x="285" y="577"/>
                      <a:pt x="288" y="577"/>
                    </a:cubicBezTo>
                    <a:cubicBezTo>
                      <a:pt x="291" y="576"/>
                      <a:pt x="292" y="576"/>
                      <a:pt x="294" y="577"/>
                    </a:cubicBezTo>
                    <a:cubicBezTo>
                      <a:pt x="298" y="580"/>
                      <a:pt x="299" y="586"/>
                      <a:pt x="300" y="592"/>
                    </a:cubicBezTo>
                    <a:cubicBezTo>
                      <a:pt x="301" y="594"/>
                      <a:pt x="301" y="596"/>
                      <a:pt x="301" y="597"/>
                    </a:cubicBezTo>
                    <a:cubicBezTo>
                      <a:pt x="299" y="596"/>
                      <a:pt x="296" y="595"/>
                      <a:pt x="292" y="594"/>
                    </a:cubicBezTo>
                    <a:cubicBezTo>
                      <a:pt x="287" y="594"/>
                      <a:pt x="283" y="596"/>
                      <a:pt x="278" y="597"/>
                    </a:cubicBezTo>
                    <a:cubicBezTo>
                      <a:pt x="275" y="598"/>
                      <a:pt x="271" y="600"/>
                      <a:pt x="268" y="600"/>
                    </a:cubicBezTo>
                    <a:cubicBezTo>
                      <a:pt x="266" y="600"/>
                      <a:pt x="263" y="598"/>
                      <a:pt x="261" y="597"/>
                    </a:cubicBezTo>
                    <a:cubicBezTo>
                      <a:pt x="257" y="596"/>
                      <a:pt x="253" y="594"/>
                      <a:pt x="249" y="595"/>
                    </a:cubicBezTo>
                    <a:cubicBezTo>
                      <a:pt x="245" y="596"/>
                      <a:pt x="243" y="599"/>
                      <a:pt x="241" y="602"/>
                    </a:cubicBezTo>
                    <a:cubicBezTo>
                      <a:pt x="240" y="604"/>
                      <a:pt x="239" y="606"/>
                      <a:pt x="238" y="606"/>
                    </a:cubicBezTo>
                    <a:cubicBezTo>
                      <a:pt x="238" y="606"/>
                      <a:pt x="249" y="599"/>
                      <a:pt x="250" y="599"/>
                    </a:cubicBezTo>
                    <a:cubicBezTo>
                      <a:pt x="251" y="598"/>
                      <a:pt x="255" y="600"/>
                      <a:pt x="257" y="601"/>
                    </a:cubicBezTo>
                    <a:cubicBezTo>
                      <a:pt x="260" y="602"/>
                      <a:pt x="265" y="605"/>
                      <a:pt x="268" y="605"/>
                    </a:cubicBezTo>
                    <a:cubicBezTo>
                      <a:pt x="273" y="605"/>
                      <a:pt x="277" y="603"/>
                      <a:pt x="281" y="602"/>
                    </a:cubicBezTo>
                    <a:cubicBezTo>
                      <a:pt x="285" y="600"/>
                      <a:pt x="288" y="602"/>
                      <a:pt x="292" y="602"/>
                    </a:cubicBezTo>
                    <a:cubicBezTo>
                      <a:pt x="296" y="603"/>
                      <a:pt x="299" y="605"/>
                      <a:pt x="303" y="608"/>
                    </a:cubicBezTo>
                    <a:cubicBezTo>
                      <a:pt x="305" y="609"/>
                      <a:pt x="307" y="611"/>
                      <a:pt x="309" y="612"/>
                    </a:cubicBezTo>
                    <a:cubicBezTo>
                      <a:pt x="309" y="612"/>
                      <a:pt x="310" y="613"/>
                      <a:pt x="310" y="613"/>
                    </a:cubicBezTo>
                    <a:cubicBezTo>
                      <a:pt x="313" y="615"/>
                      <a:pt x="315" y="617"/>
                      <a:pt x="318" y="618"/>
                    </a:cubicBezTo>
                    <a:cubicBezTo>
                      <a:pt x="321" y="619"/>
                      <a:pt x="324" y="620"/>
                      <a:pt x="326" y="623"/>
                    </a:cubicBezTo>
                    <a:cubicBezTo>
                      <a:pt x="329" y="627"/>
                      <a:pt x="329" y="631"/>
                      <a:pt x="329" y="637"/>
                    </a:cubicBezTo>
                    <a:cubicBezTo>
                      <a:pt x="329" y="641"/>
                      <a:pt x="329" y="645"/>
                      <a:pt x="330" y="649"/>
                    </a:cubicBezTo>
                    <a:cubicBezTo>
                      <a:pt x="332" y="657"/>
                      <a:pt x="337" y="665"/>
                      <a:pt x="343" y="671"/>
                    </a:cubicBezTo>
                    <a:cubicBezTo>
                      <a:pt x="344" y="672"/>
                      <a:pt x="342" y="675"/>
                      <a:pt x="342" y="675"/>
                    </a:cubicBezTo>
                    <a:cubicBezTo>
                      <a:pt x="315" y="674"/>
                      <a:pt x="315" y="674"/>
                      <a:pt x="315" y="674"/>
                    </a:cubicBezTo>
                    <a:cubicBezTo>
                      <a:pt x="296" y="673"/>
                      <a:pt x="289" y="673"/>
                      <a:pt x="282" y="670"/>
                    </a:cubicBezTo>
                    <a:cubicBezTo>
                      <a:pt x="282" y="670"/>
                      <a:pt x="282" y="670"/>
                      <a:pt x="282" y="670"/>
                    </a:cubicBezTo>
                    <a:cubicBezTo>
                      <a:pt x="282" y="670"/>
                      <a:pt x="282" y="670"/>
                      <a:pt x="282" y="670"/>
                    </a:cubicBezTo>
                    <a:cubicBezTo>
                      <a:pt x="278" y="668"/>
                      <a:pt x="258" y="656"/>
                      <a:pt x="258" y="656"/>
                    </a:cubicBezTo>
                    <a:cubicBezTo>
                      <a:pt x="246" y="647"/>
                      <a:pt x="232" y="634"/>
                      <a:pt x="225" y="624"/>
                    </a:cubicBezTo>
                    <a:cubicBezTo>
                      <a:pt x="224" y="622"/>
                      <a:pt x="223" y="620"/>
                      <a:pt x="222" y="618"/>
                    </a:cubicBezTo>
                    <a:cubicBezTo>
                      <a:pt x="221" y="615"/>
                      <a:pt x="220" y="612"/>
                      <a:pt x="218" y="609"/>
                    </a:cubicBezTo>
                    <a:cubicBezTo>
                      <a:pt x="215" y="606"/>
                      <a:pt x="211" y="603"/>
                      <a:pt x="208" y="601"/>
                    </a:cubicBezTo>
                    <a:cubicBezTo>
                      <a:pt x="206" y="599"/>
                      <a:pt x="203" y="598"/>
                      <a:pt x="202" y="596"/>
                    </a:cubicBezTo>
                    <a:cubicBezTo>
                      <a:pt x="197" y="592"/>
                      <a:pt x="197" y="586"/>
                      <a:pt x="196" y="579"/>
                    </a:cubicBezTo>
                    <a:cubicBezTo>
                      <a:pt x="196" y="571"/>
                      <a:pt x="193" y="566"/>
                      <a:pt x="186" y="560"/>
                    </a:cubicBezTo>
                    <a:cubicBezTo>
                      <a:pt x="190" y="563"/>
                      <a:pt x="191" y="574"/>
                      <a:pt x="192" y="581"/>
                    </a:cubicBezTo>
                    <a:cubicBezTo>
                      <a:pt x="192" y="589"/>
                      <a:pt x="189" y="595"/>
                      <a:pt x="196" y="602"/>
                    </a:cubicBezTo>
                    <a:cubicBezTo>
                      <a:pt x="198" y="604"/>
                      <a:pt x="201" y="606"/>
                      <a:pt x="203" y="608"/>
                    </a:cubicBezTo>
                    <a:cubicBezTo>
                      <a:pt x="207" y="610"/>
                      <a:pt x="209" y="612"/>
                      <a:pt x="211" y="614"/>
                    </a:cubicBezTo>
                    <a:cubicBezTo>
                      <a:pt x="212" y="614"/>
                      <a:pt x="212" y="614"/>
                      <a:pt x="212" y="615"/>
                    </a:cubicBezTo>
                    <a:cubicBezTo>
                      <a:pt x="208" y="614"/>
                      <a:pt x="203" y="614"/>
                      <a:pt x="199" y="615"/>
                    </a:cubicBezTo>
                    <a:cubicBezTo>
                      <a:pt x="195" y="616"/>
                      <a:pt x="190" y="616"/>
                      <a:pt x="186" y="615"/>
                    </a:cubicBezTo>
                    <a:cubicBezTo>
                      <a:pt x="183" y="614"/>
                      <a:pt x="180" y="611"/>
                      <a:pt x="177" y="608"/>
                    </a:cubicBezTo>
                    <a:cubicBezTo>
                      <a:pt x="173" y="604"/>
                      <a:pt x="169" y="603"/>
                      <a:pt x="159" y="604"/>
                    </a:cubicBezTo>
                    <a:cubicBezTo>
                      <a:pt x="165" y="603"/>
                      <a:pt x="169" y="606"/>
                      <a:pt x="173" y="610"/>
                    </a:cubicBezTo>
                    <a:cubicBezTo>
                      <a:pt x="176" y="613"/>
                      <a:pt x="179" y="618"/>
                      <a:pt x="184" y="620"/>
                    </a:cubicBezTo>
                    <a:cubicBezTo>
                      <a:pt x="190" y="622"/>
                      <a:pt x="195" y="624"/>
                      <a:pt x="200" y="623"/>
                    </a:cubicBezTo>
                    <a:cubicBezTo>
                      <a:pt x="205" y="622"/>
                      <a:pt x="208" y="622"/>
                      <a:pt x="211" y="623"/>
                    </a:cubicBezTo>
                    <a:cubicBezTo>
                      <a:pt x="213" y="623"/>
                      <a:pt x="218" y="628"/>
                      <a:pt x="219" y="629"/>
                    </a:cubicBezTo>
                    <a:cubicBezTo>
                      <a:pt x="224" y="636"/>
                      <a:pt x="231" y="642"/>
                      <a:pt x="239" y="648"/>
                    </a:cubicBezTo>
                    <a:cubicBezTo>
                      <a:pt x="241" y="650"/>
                      <a:pt x="241" y="651"/>
                      <a:pt x="239" y="650"/>
                    </a:cubicBezTo>
                    <a:cubicBezTo>
                      <a:pt x="227" y="645"/>
                      <a:pt x="216" y="644"/>
                      <a:pt x="197" y="648"/>
                    </a:cubicBezTo>
                    <a:cubicBezTo>
                      <a:pt x="184" y="650"/>
                      <a:pt x="173" y="651"/>
                      <a:pt x="164" y="650"/>
                    </a:cubicBezTo>
                    <a:cubicBezTo>
                      <a:pt x="161" y="649"/>
                      <a:pt x="161" y="649"/>
                      <a:pt x="161" y="649"/>
                    </a:cubicBezTo>
                    <a:cubicBezTo>
                      <a:pt x="157" y="649"/>
                      <a:pt x="146" y="650"/>
                      <a:pt x="139" y="649"/>
                    </a:cubicBezTo>
                    <a:cubicBezTo>
                      <a:pt x="130" y="648"/>
                      <a:pt x="126" y="645"/>
                      <a:pt x="126" y="645"/>
                    </a:cubicBezTo>
                    <a:cubicBezTo>
                      <a:pt x="126" y="645"/>
                      <a:pt x="131" y="650"/>
                      <a:pt x="137" y="652"/>
                    </a:cubicBezTo>
                    <a:cubicBezTo>
                      <a:pt x="141" y="653"/>
                      <a:pt x="148" y="654"/>
                      <a:pt x="149" y="654"/>
                    </a:cubicBezTo>
                    <a:cubicBezTo>
                      <a:pt x="143" y="658"/>
                      <a:pt x="136" y="658"/>
                      <a:pt x="134" y="665"/>
                    </a:cubicBezTo>
                    <a:cubicBezTo>
                      <a:pt x="133" y="668"/>
                      <a:pt x="130" y="673"/>
                      <a:pt x="128" y="676"/>
                    </a:cubicBezTo>
                    <a:cubicBezTo>
                      <a:pt x="124" y="679"/>
                      <a:pt x="120" y="679"/>
                      <a:pt x="113" y="679"/>
                    </a:cubicBezTo>
                    <a:cubicBezTo>
                      <a:pt x="108" y="678"/>
                      <a:pt x="103" y="676"/>
                      <a:pt x="97" y="681"/>
                    </a:cubicBezTo>
                    <a:cubicBezTo>
                      <a:pt x="100" y="678"/>
                      <a:pt x="106" y="682"/>
                      <a:pt x="112" y="682"/>
                    </a:cubicBezTo>
                    <a:cubicBezTo>
                      <a:pt x="118" y="683"/>
                      <a:pt x="126" y="684"/>
                      <a:pt x="132" y="678"/>
                    </a:cubicBezTo>
                    <a:cubicBezTo>
                      <a:pt x="136" y="675"/>
                      <a:pt x="138" y="671"/>
                      <a:pt x="139" y="669"/>
                    </a:cubicBezTo>
                    <a:cubicBezTo>
                      <a:pt x="141" y="665"/>
                      <a:pt x="142" y="663"/>
                      <a:pt x="146" y="660"/>
                    </a:cubicBezTo>
                    <a:cubicBezTo>
                      <a:pt x="149" y="659"/>
                      <a:pt x="154" y="658"/>
                      <a:pt x="158" y="658"/>
                    </a:cubicBezTo>
                    <a:cubicBezTo>
                      <a:pt x="158" y="658"/>
                      <a:pt x="167" y="658"/>
                      <a:pt x="170" y="658"/>
                    </a:cubicBezTo>
                    <a:cubicBezTo>
                      <a:pt x="178" y="658"/>
                      <a:pt x="188" y="658"/>
                      <a:pt x="199" y="655"/>
                    </a:cubicBezTo>
                    <a:cubicBezTo>
                      <a:pt x="222" y="651"/>
                      <a:pt x="231" y="655"/>
                      <a:pt x="250" y="664"/>
                    </a:cubicBezTo>
                    <a:cubicBezTo>
                      <a:pt x="257" y="668"/>
                      <a:pt x="266" y="672"/>
                      <a:pt x="278" y="677"/>
                    </a:cubicBezTo>
                    <a:cubicBezTo>
                      <a:pt x="286" y="681"/>
                      <a:pt x="293" y="681"/>
                      <a:pt x="315" y="682"/>
                    </a:cubicBezTo>
                    <a:cubicBezTo>
                      <a:pt x="337" y="682"/>
                      <a:pt x="337" y="682"/>
                      <a:pt x="337" y="682"/>
                    </a:cubicBezTo>
                    <a:cubicBezTo>
                      <a:pt x="332" y="687"/>
                      <a:pt x="329" y="692"/>
                      <a:pt x="328" y="697"/>
                    </a:cubicBezTo>
                    <a:cubicBezTo>
                      <a:pt x="328" y="702"/>
                      <a:pt x="329" y="711"/>
                      <a:pt x="344" y="717"/>
                    </a:cubicBezTo>
                    <a:cubicBezTo>
                      <a:pt x="351" y="720"/>
                      <a:pt x="352" y="721"/>
                      <a:pt x="358" y="727"/>
                    </a:cubicBezTo>
                    <a:close/>
                    <a:moveTo>
                      <a:pt x="485" y="628"/>
                    </a:moveTo>
                    <a:cubicBezTo>
                      <a:pt x="514" y="644"/>
                      <a:pt x="539" y="652"/>
                      <a:pt x="559" y="652"/>
                    </a:cubicBezTo>
                    <a:cubicBezTo>
                      <a:pt x="563" y="652"/>
                      <a:pt x="569" y="654"/>
                      <a:pt x="565" y="660"/>
                    </a:cubicBezTo>
                    <a:cubicBezTo>
                      <a:pt x="553" y="683"/>
                      <a:pt x="537" y="714"/>
                      <a:pt x="509" y="717"/>
                    </a:cubicBezTo>
                    <a:cubicBezTo>
                      <a:pt x="488" y="719"/>
                      <a:pt x="469" y="715"/>
                      <a:pt x="455" y="706"/>
                    </a:cubicBezTo>
                    <a:cubicBezTo>
                      <a:pt x="453" y="705"/>
                      <a:pt x="452" y="704"/>
                      <a:pt x="450" y="702"/>
                    </a:cubicBezTo>
                    <a:cubicBezTo>
                      <a:pt x="450" y="702"/>
                      <a:pt x="444" y="695"/>
                      <a:pt x="440" y="692"/>
                    </a:cubicBezTo>
                    <a:cubicBezTo>
                      <a:pt x="439" y="690"/>
                      <a:pt x="438" y="689"/>
                      <a:pt x="437" y="687"/>
                    </a:cubicBezTo>
                    <a:cubicBezTo>
                      <a:pt x="440" y="681"/>
                      <a:pt x="441" y="674"/>
                      <a:pt x="441" y="667"/>
                    </a:cubicBezTo>
                    <a:cubicBezTo>
                      <a:pt x="441" y="660"/>
                      <a:pt x="441" y="654"/>
                      <a:pt x="444" y="650"/>
                    </a:cubicBezTo>
                    <a:cubicBezTo>
                      <a:pt x="450" y="639"/>
                      <a:pt x="461" y="629"/>
                      <a:pt x="474" y="625"/>
                    </a:cubicBezTo>
                    <a:cubicBezTo>
                      <a:pt x="476" y="625"/>
                      <a:pt x="483" y="627"/>
                      <a:pt x="485" y="628"/>
                    </a:cubicBezTo>
                    <a:close/>
                  </a:path>
                </a:pathLst>
              </a:custGeom>
              <a:solidFill>
                <a:srgbClr val="DE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9" name="Freeform 425">
                <a:extLst>
                  <a:ext uri="{FF2B5EF4-FFF2-40B4-BE49-F238E27FC236}">
                    <a16:creationId xmlns:a16="http://schemas.microsoft.com/office/drawing/2014/main" id="{6860FBD8-A078-4BDD-B2B2-B1AC502B6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154"/>
                <a:ext cx="130" cy="397"/>
              </a:xfrm>
              <a:custGeom>
                <a:avLst/>
                <a:gdLst>
                  <a:gd name="T0" fmla="*/ 188 w 56"/>
                  <a:gd name="T1" fmla="*/ 1808 h 159"/>
                  <a:gd name="T2" fmla="*/ 323 w 56"/>
                  <a:gd name="T3" fmla="*/ 1571 h 159"/>
                  <a:gd name="T4" fmla="*/ 399 w 56"/>
                  <a:gd name="T5" fmla="*/ 979 h 159"/>
                  <a:gd name="T6" fmla="*/ 453 w 56"/>
                  <a:gd name="T7" fmla="*/ 699 h 159"/>
                  <a:gd name="T8" fmla="*/ 559 w 56"/>
                  <a:gd name="T9" fmla="*/ 342 h 159"/>
                  <a:gd name="T10" fmla="*/ 587 w 56"/>
                  <a:gd name="T11" fmla="*/ 250 h 159"/>
                  <a:gd name="T12" fmla="*/ 559 w 56"/>
                  <a:gd name="T13" fmla="*/ 155 h 159"/>
                  <a:gd name="T14" fmla="*/ 490 w 56"/>
                  <a:gd name="T15" fmla="*/ 62 h 159"/>
                  <a:gd name="T16" fmla="*/ 673 w 56"/>
                  <a:gd name="T17" fmla="*/ 167 h 159"/>
                  <a:gd name="T18" fmla="*/ 652 w 56"/>
                  <a:gd name="T19" fmla="*/ 404 h 159"/>
                  <a:gd name="T20" fmla="*/ 550 w 56"/>
                  <a:gd name="T21" fmla="*/ 717 h 159"/>
                  <a:gd name="T22" fmla="*/ 501 w 56"/>
                  <a:gd name="T23" fmla="*/ 1009 h 159"/>
                  <a:gd name="T24" fmla="*/ 399 w 56"/>
                  <a:gd name="T25" fmla="*/ 1508 h 159"/>
                  <a:gd name="T26" fmla="*/ 416 w 56"/>
                  <a:gd name="T27" fmla="*/ 1508 h 159"/>
                  <a:gd name="T28" fmla="*/ 399 w 56"/>
                  <a:gd name="T29" fmla="*/ 1571 h 159"/>
                  <a:gd name="T30" fmla="*/ 399 w 56"/>
                  <a:gd name="T31" fmla="*/ 1870 h 159"/>
                  <a:gd name="T32" fmla="*/ 425 w 56"/>
                  <a:gd name="T33" fmla="*/ 1978 h 159"/>
                  <a:gd name="T34" fmla="*/ 464 w 56"/>
                  <a:gd name="T35" fmla="*/ 2474 h 159"/>
                  <a:gd name="T36" fmla="*/ 464 w 56"/>
                  <a:gd name="T37" fmla="*/ 2474 h 159"/>
                  <a:gd name="T38" fmla="*/ 362 w 56"/>
                  <a:gd name="T39" fmla="*/ 1995 h 159"/>
                  <a:gd name="T40" fmla="*/ 351 w 56"/>
                  <a:gd name="T41" fmla="*/ 1883 h 159"/>
                  <a:gd name="T42" fmla="*/ 339 w 56"/>
                  <a:gd name="T43" fmla="*/ 1808 h 159"/>
                  <a:gd name="T44" fmla="*/ 211 w 56"/>
                  <a:gd name="T45" fmla="*/ 1870 h 159"/>
                  <a:gd name="T46" fmla="*/ 0 w 56"/>
                  <a:gd name="T47" fmla="*/ 1933 h 159"/>
                  <a:gd name="T48" fmla="*/ 0 w 56"/>
                  <a:gd name="T49" fmla="*/ 1933 h 159"/>
                  <a:gd name="T50" fmla="*/ 188 w 56"/>
                  <a:gd name="T51" fmla="*/ 1808 h 15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6" h="159">
                    <a:moveTo>
                      <a:pt x="15" y="116"/>
                    </a:moveTo>
                    <a:cubicBezTo>
                      <a:pt x="21" y="115"/>
                      <a:pt x="24" y="110"/>
                      <a:pt x="26" y="101"/>
                    </a:cubicBezTo>
                    <a:cubicBezTo>
                      <a:pt x="26" y="89"/>
                      <a:pt x="29" y="75"/>
                      <a:pt x="32" y="63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8" y="35"/>
                      <a:pt x="42" y="27"/>
                      <a:pt x="45" y="22"/>
                    </a:cubicBezTo>
                    <a:cubicBezTo>
                      <a:pt x="46" y="20"/>
                      <a:pt x="47" y="18"/>
                      <a:pt x="47" y="16"/>
                    </a:cubicBezTo>
                    <a:cubicBezTo>
                      <a:pt x="47" y="16"/>
                      <a:pt x="48" y="10"/>
                      <a:pt x="45" y="10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47" y="0"/>
                      <a:pt x="53" y="7"/>
                      <a:pt x="54" y="11"/>
                    </a:cubicBezTo>
                    <a:cubicBezTo>
                      <a:pt x="56" y="15"/>
                      <a:pt x="54" y="21"/>
                      <a:pt x="52" y="26"/>
                    </a:cubicBezTo>
                    <a:cubicBezTo>
                      <a:pt x="49" y="31"/>
                      <a:pt x="45" y="37"/>
                      <a:pt x="44" y="46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37" y="76"/>
                      <a:pt x="33" y="86"/>
                      <a:pt x="32" y="97"/>
                    </a:cubicBezTo>
                    <a:cubicBezTo>
                      <a:pt x="33" y="97"/>
                      <a:pt x="33" y="97"/>
                      <a:pt x="33" y="97"/>
                    </a:cubicBezTo>
                    <a:cubicBezTo>
                      <a:pt x="32" y="98"/>
                      <a:pt x="32" y="100"/>
                      <a:pt x="32" y="101"/>
                    </a:cubicBezTo>
                    <a:cubicBezTo>
                      <a:pt x="32" y="107"/>
                      <a:pt x="31" y="114"/>
                      <a:pt x="32" y="120"/>
                    </a:cubicBezTo>
                    <a:cubicBezTo>
                      <a:pt x="32" y="120"/>
                      <a:pt x="34" y="127"/>
                      <a:pt x="34" y="127"/>
                    </a:cubicBezTo>
                    <a:cubicBezTo>
                      <a:pt x="36" y="136"/>
                      <a:pt x="38" y="146"/>
                      <a:pt x="37" y="159"/>
                    </a:cubicBezTo>
                    <a:cubicBezTo>
                      <a:pt x="37" y="159"/>
                      <a:pt x="37" y="159"/>
                      <a:pt x="37" y="159"/>
                    </a:cubicBezTo>
                    <a:cubicBezTo>
                      <a:pt x="37" y="157"/>
                      <a:pt x="31" y="136"/>
                      <a:pt x="29" y="128"/>
                    </a:cubicBezTo>
                    <a:cubicBezTo>
                      <a:pt x="28" y="121"/>
                      <a:pt x="28" y="121"/>
                      <a:pt x="28" y="121"/>
                    </a:cubicBezTo>
                    <a:cubicBezTo>
                      <a:pt x="27" y="120"/>
                      <a:pt x="27" y="118"/>
                      <a:pt x="27" y="116"/>
                    </a:cubicBezTo>
                    <a:cubicBezTo>
                      <a:pt x="24" y="118"/>
                      <a:pt x="20" y="119"/>
                      <a:pt x="17" y="120"/>
                    </a:cubicBezTo>
                    <a:cubicBezTo>
                      <a:pt x="12" y="121"/>
                      <a:pt x="5" y="119"/>
                      <a:pt x="0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6" y="117"/>
                      <a:pt x="10" y="117"/>
                      <a:pt x="15" y="116"/>
                    </a:cubicBezTo>
                    <a:close/>
                  </a:path>
                </a:pathLst>
              </a:custGeom>
              <a:solidFill>
                <a:srgbClr val="DE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0" name="Freeform 426">
                <a:extLst>
                  <a:ext uri="{FF2B5EF4-FFF2-40B4-BE49-F238E27FC236}">
                    <a16:creationId xmlns:a16="http://schemas.microsoft.com/office/drawing/2014/main" id="{D19D7ACC-FCF7-4427-850B-17E1A8380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743"/>
                <a:ext cx="148" cy="229"/>
              </a:xfrm>
              <a:custGeom>
                <a:avLst/>
                <a:gdLst>
                  <a:gd name="T0" fmla="*/ 66 w 63"/>
                  <a:gd name="T1" fmla="*/ 62 h 92"/>
                  <a:gd name="T2" fmla="*/ 209 w 63"/>
                  <a:gd name="T3" fmla="*/ 30 h 92"/>
                  <a:gd name="T4" fmla="*/ 155 w 63"/>
                  <a:gd name="T5" fmla="*/ 137 h 92"/>
                  <a:gd name="T6" fmla="*/ 155 w 63"/>
                  <a:gd name="T7" fmla="*/ 154 h 92"/>
                  <a:gd name="T8" fmla="*/ 233 w 63"/>
                  <a:gd name="T9" fmla="*/ 403 h 92"/>
                  <a:gd name="T10" fmla="*/ 402 w 63"/>
                  <a:gd name="T11" fmla="*/ 757 h 92"/>
                  <a:gd name="T12" fmla="*/ 402 w 63"/>
                  <a:gd name="T13" fmla="*/ 757 h 92"/>
                  <a:gd name="T14" fmla="*/ 402 w 63"/>
                  <a:gd name="T15" fmla="*/ 757 h 92"/>
                  <a:gd name="T16" fmla="*/ 413 w 63"/>
                  <a:gd name="T17" fmla="*/ 787 h 92"/>
                  <a:gd name="T18" fmla="*/ 818 w 63"/>
                  <a:gd name="T19" fmla="*/ 911 h 92"/>
                  <a:gd name="T20" fmla="*/ 818 w 63"/>
                  <a:gd name="T21" fmla="*/ 923 h 92"/>
                  <a:gd name="T22" fmla="*/ 547 w 63"/>
                  <a:gd name="T23" fmla="*/ 973 h 92"/>
                  <a:gd name="T24" fmla="*/ 491 w 63"/>
                  <a:gd name="T25" fmla="*/ 1048 h 92"/>
                  <a:gd name="T26" fmla="*/ 336 w 63"/>
                  <a:gd name="T27" fmla="*/ 1406 h 92"/>
                  <a:gd name="T28" fmla="*/ 336 w 63"/>
                  <a:gd name="T29" fmla="*/ 1419 h 92"/>
                  <a:gd name="T30" fmla="*/ 221 w 63"/>
                  <a:gd name="T31" fmla="*/ 587 h 92"/>
                  <a:gd name="T32" fmla="*/ 143 w 63"/>
                  <a:gd name="T33" fmla="*/ 478 h 92"/>
                  <a:gd name="T34" fmla="*/ 66 w 63"/>
                  <a:gd name="T35" fmla="*/ 62 h 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3" h="92">
                    <a:moveTo>
                      <a:pt x="5" y="4"/>
                    </a:moveTo>
                    <a:cubicBezTo>
                      <a:pt x="7" y="2"/>
                      <a:pt x="10" y="0"/>
                      <a:pt x="16" y="2"/>
                    </a:cubicBezTo>
                    <a:cubicBezTo>
                      <a:pt x="16" y="2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3"/>
                      <a:pt x="13" y="19"/>
                      <a:pt x="18" y="26"/>
                    </a:cubicBezTo>
                    <a:cubicBezTo>
                      <a:pt x="18" y="26"/>
                      <a:pt x="28" y="42"/>
                      <a:pt x="31" y="49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2" y="50"/>
                      <a:pt x="32" y="50"/>
                      <a:pt x="32" y="51"/>
                    </a:cubicBezTo>
                    <a:cubicBezTo>
                      <a:pt x="35" y="57"/>
                      <a:pt x="45" y="62"/>
                      <a:pt x="63" y="59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57" y="61"/>
                      <a:pt x="49" y="64"/>
                      <a:pt x="42" y="63"/>
                    </a:cubicBezTo>
                    <a:cubicBezTo>
                      <a:pt x="41" y="62"/>
                      <a:pt x="39" y="62"/>
                      <a:pt x="38" y="68"/>
                    </a:cubicBezTo>
                    <a:cubicBezTo>
                      <a:pt x="37" y="74"/>
                      <a:pt x="35" y="83"/>
                      <a:pt x="26" y="91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44" y="75"/>
                      <a:pt x="30" y="54"/>
                      <a:pt x="17" y="3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7" y="24"/>
                      <a:pt x="0" y="10"/>
                      <a:pt x="5" y="4"/>
                    </a:cubicBezTo>
                    <a:close/>
                  </a:path>
                </a:pathLst>
              </a:custGeom>
              <a:solidFill>
                <a:srgbClr val="DE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1" name="Freeform 427">
                <a:extLst>
                  <a:ext uri="{FF2B5EF4-FFF2-40B4-BE49-F238E27FC236}">
                    <a16:creationId xmlns:a16="http://schemas.microsoft.com/office/drawing/2014/main" id="{E531F854-730F-4B0C-BED0-14C4849E2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516"/>
                <a:ext cx="334" cy="474"/>
              </a:xfrm>
              <a:custGeom>
                <a:avLst/>
                <a:gdLst>
                  <a:gd name="T0" fmla="*/ 180 w 143"/>
                  <a:gd name="T1" fmla="*/ 0 h 190"/>
                  <a:gd name="T2" fmla="*/ 163 w 143"/>
                  <a:gd name="T3" fmla="*/ 155 h 190"/>
                  <a:gd name="T4" fmla="*/ 114 w 143"/>
                  <a:gd name="T5" fmla="*/ 279 h 190"/>
                  <a:gd name="T6" fmla="*/ 266 w 143"/>
                  <a:gd name="T7" fmla="*/ 417 h 190"/>
                  <a:gd name="T8" fmla="*/ 1021 w 143"/>
                  <a:gd name="T9" fmla="*/ 1225 h 190"/>
                  <a:gd name="T10" fmla="*/ 1021 w 143"/>
                  <a:gd name="T11" fmla="*/ 1225 h 190"/>
                  <a:gd name="T12" fmla="*/ 1030 w 143"/>
                  <a:gd name="T13" fmla="*/ 1245 h 190"/>
                  <a:gd name="T14" fmla="*/ 1046 w 143"/>
                  <a:gd name="T15" fmla="*/ 1307 h 190"/>
                  <a:gd name="T16" fmla="*/ 1222 w 143"/>
                  <a:gd name="T17" fmla="*/ 1519 h 190"/>
                  <a:gd name="T18" fmla="*/ 1364 w 143"/>
                  <a:gd name="T19" fmla="*/ 1661 h 190"/>
                  <a:gd name="T20" fmla="*/ 1450 w 143"/>
                  <a:gd name="T21" fmla="*/ 1849 h 190"/>
                  <a:gd name="T22" fmla="*/ 1605 w 143"/>
                  <a:gd name="T23" fmla="*/ 2066 h 190"/>
                  <a:gd name="T24" fmla="*/ 1642 w 143"/>
                  <a:gd name="T25" fmla="*/ 2078 h 190"/>
                  <a:gd name="T26" fmla="*/ 1745 w 143"/>
                  <a:gd name="T27" fmla="*/ 2190 h 190"/>
                  <a:gd name="T28" fmla="*/ 1784 w 143"/>
                  <a:gd name="T29" fmla="*/ 2285 h 190"/>
                  <a:gd name="T30" fmla="*/ 1822 w 143"/>
                  <a:gd name="T31" fmla="*/ 2407 h 190"/>
                  <a:gd name="T32" fmla="*/ 1696 w 143"/>
                  <a:gd name="T33" fmla="*/ 2203 h 190"/>
                  <a:gd name="T34" fmla="*/ 1621 w 143"/>
                  <a:gd name="T35" fmla="*/ 2140 h 190"/>
                  <a:gd name="T36" fmla="*/ 1565 w 143"/>
                  <a:gd name="T37" fmla="*/ 2128 h 190"/>
                  <a:gd name="T38" fmla="*/ 1364 w 143"/>
                  <a:gd name="T39" fmla="*/ 1911 h 190"/>
                  <a:gd name="T40" fmla="*/ 1287 w 143"/>
                  <a:gd name="T41" fmla="*/ 1736 h 190"/>
                  <a:gd name="T42" fmla="*/ 1161 w 143"/>
                  <a:gd name="T43" fmla="*/ 1612 h 190"/>
                  <a:gd name="T44" fmla="*/ 1135 w 143"/>
                  <a:gd name="T45" fmla="*/ 1644 h 190"/>
                  <a:gd name="T46" fmla="*/ 1173 w 143"/>
                  <a:gd name="T47" fmla="*/ 1829 h 190"/>
                  <a:gd name="T48" fmla="*/ 1201 w 143"/>
                  <a:gd name="T49" fmla="*/ 2951 h 190"/>
                  <a:gd name="T50" fmla="*/ 1070 w 143"/>
                  <a:gd name="T51" fmla="*/ 1849 h 190"/>
                  <a:gd name="T52" fmla="*/ 1021 w 143"/>
                  <a:gd name="T53" fmla="*/ 1582 h 190"/>
                  <a:gd name="T54" fmla="*/ 955 w 143"/>
                  <a:gd name="T55" fmla="*/ 1350 h 190"/>
                  <a:gd name="T56" fmla="*/ 932 w 143"/>
                  <a:gd name="T57" fmla="*/ 1287 h 190"/>
                  <a:gd name="T58" fmla="*/ 229 w 143"/>
                  <a:gd name="T59" fmla="*/ 529 h 190"/>
                  <a:gd name="T60" fmla="*/ 12 w 143"/>
                  <a:gd name="T61" fmla="*/ 292 h 190"/>
                  <a:gd name="T62" fmla="*/ 180 w 143"/>
                  <a:gd name="T63" fmla="*/ 0 h 19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43" h="190">
                    <a:moveTo>
                      <a:pt x="14" y="0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7" y="14"/>
                      <a:pt x="9" y="16"/>
                      <a:pt x="9" y="18"/>
                    </a:cubicBezTo>
                    <a:cubicBezTo>
                      <a:pt x="10" y="21"/>
                      <a:pt x="14" y="24"/>
                      <a:pt x="21" y="27"/>
                    </a:cubicBezTo>
                    <a:cubicBezTo>
                      <a:pt x="32" y="31"/>
                      <a:pt x="64" y="45"/>
                      <a:pt x="80" y="79"/>
                    </a:cubicBezTo>
                    <a:cubicBezTo>
                      <a:pt x="80" y="79"/>
                      <a:pt x="80" y="79"/>
                      <a:pt x="80" y="79"/>
                    </a:cubicBezTo>
                    <a:cubicBezTo>
                      <a:pt x="80" y="79"/>
                      <a:pt x="80" y="80"/>
                      <a:pt x="81" y="80"/>
                    </a:cubicBezTo>
                    <a:cubicBezTo>
                      <a:pt x="81" y="81"/>
                      <a:pt x="82" y="82"/>
                      <a:pt x="82" y="84"/>
                    </a:cubicBezTo>
                    <a:cubicBezTo>
                      <a:pt x="85" y="89"/>
                      <a:pt x="91" y="93"/>
                      <a:pt x="96" y="98"/>
                    </a:cubicBezTo>
                    <a:cubicBezTo>
                      <a:pt x="100" y="101"/>
                      <a:pt x="104" y="104"/>
                      <a:pt x="107" y="107"/>
                    </a:cubicBezTo>
                    <a:cubicBezTo>
                      <a:pt x="110" y="111"/>
                      <a:pt x="112" y="115"/>
                      <a:pt x="114" y="119"/>
                    </a:cubicBezTo>
                    <a:cubicBezTo>
                      <a:pt x="117" y="126"/>
                      <a:pt x="120" y="131"/>
                      <a:pt x="126" y="133"/>
                    </a:cubicBezTo>
                    <a:cubicBezTo>
                      <a:pt x="129" y="134"/>
                      <a:pt x="129" y="134"/>
                      <a:pt x="129" y="134"/>
                    </a:cubicBezTo>
                    <a:cubicBezTo>
                      <a:pt x="133" y="135"/>
                      <a:pt x="134" y="136"/>
                      <a:pt x="137" y="141"/>
                    </a:cubicBezTo>
                    <a:cubicBezTo>
                      <a:pt x="140" y="147"/>
                      <a:pt x="140" y="147"/>
                      <a:pt x="140" y="147"/>
                    </a:cubicBezTo>
                    <a:cubicBezTo>
                      <a:pt x="141" y="150"/>
                      <a:pt x="142" y="154"/>
                      <a:pt x="143" y="155"/>
                    </a:cubicBezTo>
                    <a:cubicBezTo>
                      <a:pt x="139" y="153"/>
                      <a:pt x="133" y="142"/>
                      <a:pt x="133" y="142"/>
                    </a:cubicBezTo>
                    <a:cubicBezTo>
                      <a:pt x="131" y="140"/>
                      <a:pt x="130" y="139"/>
                      <a:pt x="127" y="138"/>
                    </a:cubicBezTo>
                    <a:cubicBezTo>
                      <a:pt x="123" y="137"/>
                      <a:pt x="123" y="137"/>
                      <a:pt x="123" y="137"/>
                    </a:cubicBezTo>
                    <a:cubicBezTo>
                      <a:pt x="113" y="134"/>
                      <a:pt x="110" y="130"/>
                      <a:pt x="107" y="123"/>
                    </a:cubicBezTo>
                    <a:cubicBezTo>
                      <a:pt x="105" y="119"/>
                      <a:pt x="104" y="115"/>
                      <a:pt x="101" y="112"/>
                    </a:cubicBezTo>
                    <a:cubicBezTo>
                      <a:pt x="98" y="110"/>
                      <a:pt x="95" y="107"/>
                      <a:pt x="91" y="104"/>
                    </a:cubicBezTo>
                    <a:cubicBezTo>
                      <a:pt x="90" y="103"/>
                      <a:pt x="89" y="106"/>
                      <a:pt x="89" y="106"/>
                    </a:cubicBezTo>
                    <a:cubicBezTo>
                      <a:pt x="92" y="118"/>
                      <a:pt x="92" y="118"/>
                      <a:pt x="92" y="118"/>
                    </a:cubicBezTo>
                    <a:cubicBezTo>
                      <a:pt x="99" y="150"/>
                      <a:pt x="99" y="165"/>
                      <a:pt x="94" y="190"/>
                    </a:cubicBezTo>
                    <a:cubicBezTo>
                      <a:pt x="99" y="167"/>
                      <a:pt x="91" y="152"/>
                      <a:pt x="84" y="119"/>
                    </a:cubicBezTo>
                    <a:cubicBezTo>
                      <a:pt x="80" y="102"/>
                      <a:pt x="80" y="102"/>
                      <a:pt x="80" y="102"/>
                    </a:cubicBezTo>
                    <a:cubicBezTo>
                      <a:pt x="79" y="97"/>
                      <a:pt x="77" y="92"/>
                      <a:pt x="75" y="87"/>
                    </a:cubicBezTo>
                    <a:cubicBezTo>
                      <a:pt x="74" y="86"/>
                      <a:pt x="74" y="85"/>
                      <a:pt x="73" y="83"/>
                    </a:cubicBezTo>
                    <a:cubicBezTo>
                      <a:pt x="58" y="51"/>
                      <a:pt x="28" y="38"/>
                      <a:pt x="18" y="34"/>
                    </a:cubicBezTo>
                    <a:cubicBezTo>
                      <a:pt x="8" y="30"/>
                      <a:pt x="2" y="25"/>
                      <a:pt x="1" y="19"/>
                    </a:cubicBezTo>
                    <a:cubicBezTo>
                      <a:pt x="0" y="13"/>
                      <a:pt x="6" y="1"/>
                      <a:pt x="14" y="0"/>
                    </a:cubicBezTo>
                    <a:close/>
                  </a:path>
                </a:pathLst>
              </a:custGeom>
              <a:solidFill>
                <a:srgbClr val="DE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2" name="Freeform 428">
                <a:extLst>
                  <a:ext uri="{FF2B5EF4-FFF2-40B4-BE49-F238E27FC236}">
                    <a16:creationId xmlns:a16="http://schemas.microsoft.com/office/drawing/2014/main" id="{D146581C-5EC9-457C-B4E6-D7D818D19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641"/>
                <a:ext cx="112" cy="202"/>
              </a:xfrm>
              <a:custGeom>
                <a:avLst/>
                <a:gdLst>
                  <a:gd name="T0" fmla="*/ 240 w 48"/>
                  <a:gd name="T1" fmla="*/ 791 h 81"/>
                  <a:gd name="T2" fmla="*/ 392 w 48"/>
                  <a:gd name="T3" fmla="*/ 791 h 81"/>
                  <a:gd name="T4" fmla="*/ 420 w 48"/>
                  <a:gd name="T5" fmla="*/ 696 h 81"/>
                  <a:gd name="T6" fmla="*/ 446 w 48"/>
                  <a:gd name="T7" fmla="*/ 604 h 81"/>
                  <a:gd name="T8" fmla="*/ 506 w 48"/>
                  <a:gd name="T9" fmla="*/ 374 h 81"/>
                  <a:gd name="T10" fmla="*/ 380 w 48"/>
                  <a:gd name="T11" fmla="*/ 155 h 81"/>
                  <a:gd name="T12" fmla="*/ 257 w 48"/>
                  <a:gd name="T13" fmla="*/ 62 h 81"/>
                  <a:gd name="T14" fmla="*/ 572 w 48"/>
                  <a:gd name="T15" fmla="*/ 354 h 81"/>
                  <a:gd name="T16" fmla="*/ 495 w 48"/>
                  <a:gd name="T17" fmla="*/ 653 h 81"/>
                  <a:gd name="T18" fmla="*/ 457 w 48"/>
                  <a:gd name="T19" fmla="*/ 791 h 81"/>
                  <a:gd name="T20" fmla="*/ 380 w 48"/>
                  <a:gd name="T21" fmla="*/ 995 h 81"/>
                  <a:gd name="T22" fmla="*/ 294 w 48"/>
                  <a:gd name="T23" fmla="*/ 1087 h 81"/>
                  <a:gd name="T24" fmla="*/ 201 w 48"/>
                  <a:gd name="T25" fmla="*/ 1244 h 81"/>
                  <a:gd name="T26" fmla="*/ 201 w 48"/>
                  <a:gd name="T27" fmla="*/ 1257 h 81"/>
                  <a:gd name="T28" fmla="*/ 266 w 48"/>
                  <a:gd name="T29" fmla="*/ 1037 h 81"/>
                  <a:gd name="T30" fmla="*/ 343 w 48"/>
                  <a:gd name="T31" fmla="*/ 965 h 81"/>
                  <a:gd name="T32" fmla="*/ 371 w 48"/>
                  <a:gd name="T33" fmla="*/ 915 h 81"/>
                  <a:gd name="T34" fmla="*/ 355 w 48"/>
                  <a:gd name="T35" fmla="*/ 883 h 81"/>
                  <a:gd name="T36" fmla="*/ 217 w 48"/>
                  <a:gd name="T37" fmla="*/ 853 h 81"/>
                  <a:gd name="T38" fmla="*/ 0 w 48"/>
                  <a:gd name="T39" fmla="*/ 820 h 81"/>
                  <a:gd name="T40" fmla="*/ 0 w 48"/>
                  <a:gd name="T41" fmla="*/ 820 h 81"/>
                  <a:gd name="T42" fmla="*/ 240 w 48"/>
                  <a:gd name="T43" fmla="*/ 791 h 8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81">
                    <a:moveTo>
                      <a:pt x="19" y="51"/>
                    </a:moveTo>
                    <a:cubicBezTo>
                      <a:pt x="24" y="53"/>
                      <a:pt x="28" y="54"/>
                      <a:pt x="31" y="51"/>
                    </a:cubicBezTo>
                    <a:cubicBezTo>
                      <a:pt x="31" y="51"/>
                      <a:pt x="33" y="46"/>
                      <a:pt x="33" y="45"/>
                    </a:cubicBezTo>
                    <a:cubicBezTo>
                      <a:pt x="34" y="43"/>
                      <a:pt x="34" y="41"/>
                      <a:pt x="35" y="39"/>
                    </a:cubicBezTo>
                    <a:cubicBezTo>
                      <a:pt x="37" y="35"/>
                      <a:pt x="41" y="33"/>
                      <a:pt x="40" y="24"/>
                    </a:cubicBezTo>
                    <a:cubicBezTo>
                      <a:pt x="38" y="18"/>
                      <a:pt x="33" y="9"/>
                      <a:pt x="30" y="10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37" y="0"/>
                      <a:pt x="43" y="15"/>
                      <a:pt x="45" y="23"/>
                    </a:cubicBezTo>
                    <a:cubicBezTo>
                      <a:pt x="48" y="34"/>
                      <a:pt x="41" y="39"/>
                      <a:pt x="39" y="42"/>
                    </a:cubicBezTo>
                    <a:cubicBezTo>
                      <a:pt x="38" y="45"/>
                      <a:pt x="37" y="48"/>
                      <a:pt x="36" y="51"/>
                    </a:cubicBezTo>
                    <a:cubicBezTo>
                      <a:pt x="35" y="56"/>
                      <a:pt x="33" y="60"/>
                      <a:pt x="30" y="64"/>
                    </a:cubicBezTo>
                    <a:cubicBezTo>
                      <a:pt x="28" y="67"/>
                      <a:pt x="25" y="69"/>
                      <a:pt x="23" y="70"/>
                    </a:cubicBezTo>
                    <a:cubicBezTo>
                      <a:pt x="19" y="73"/>
                      <a:pt x="16" y="75"/>
                      <a:pt x="16" y="80"/>
                    </a:cubicBezTo>
                    <a:cubicBezTo>
                      <a:pt x="16" y="81"/>
                      <a:pt x="16" y="81"/>
                      <a:pt x="16" y="81"/>
                    </a:cubicBezTo>
                    <a:cubicBezTo>
                      <a:pt x="16" y="72"/>
                      <a:pt x="17" y="69"/>
                      <a:pt x="21" y="67"/>
                    </a:cubicBezTo>
                    <a:cubicBezTo>
                      <a:pt x="23" y="66"/>
                      <a:pt x="25" y="64"/>
                      <a:pt x="27" y="62"/>
                    </a:cubicBezTo>
                    <a:cubicBezTo>
                      <a:pt x="28" y="61"/>
                      <a:pt x="28" y="60"/>
                      <a:pt x="29" y="59"/>
                    </a:cubicBezTo>
                    <a:cubicBezTo>
                      <a:pt x="29" y="58"/>
                      <a:pt x="29" y="57"/>
                      <a:pt x="28" y="57"/>
                    </a:cubicBezTo>
                    <a:cubicBezTo>
                      <a:pt x="24" y="57"/>
                      <a:pt x="21" y="56"/>
                      <a:pt x="17" y="55"/>
                    </a:cubicBezTo>
                    <a:cubicBezTo>
                      <a:pt x="11" y="52"/>
                      <a:pt x="4" y="48"/>
                      <a:pt x="0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6" y="46"/>
                      <a:pt x="13" y="49"/>
                      <a:pt x="19" y="51"/>
                    </a:cubicBezTo>
                    <a:close/>
                  </a:path>
                </a:pathLst>
              </a:custGeom>
              <a:solidFill>
                <a:srgbClr val="DE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3" name="Freeform 429">
                <a:extLst>
                  <a:ext uri="{FF2B5EF4-FFF2-40B4-BE49-F238E27FC236}">
                    <a16:creationId xmlns:a16="http://schemas.microsoft.com/office/drawing/2014/main" id="{0340301E-9B76-4800-8FA6-7A5592E48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102"/>
                <a:ext cx="80" cy="170"/>
              </a:xfrm>
              <a:custGeom>
                <a:avLst/>
                <a:gdLst>
                  <a:gd name="T0" fmla="*/ 155 w 34"/>
                  <a:gd name="T1" fmla="*/ 50 h 68"/>
                  <a:gd name="T2" fmla="*/ 184 w 34"/>
                  <a:gd name="T3" fmla="*/ 283 h 68"/>
                  <a:gd name="T4" fmla="*/ 172 w 34"/>
                  <a:gd name="T5" fmla="*/ 425 h 68"/>
                  <a:gd name="T6" fmla="*/ 287 w 34"/>
                  <a:gd name="T7" fmla="*/ 645 h 68"/>
                  <a:gd name="T8" fmla="*/ 327 w 34"/>
                  <a:gd name="T9" fmla="*/ 1063 h 68"/>
                  <a:gd name="T10" fmla="*/ 327 w 34"/>
                  <a:gd name="T11" fmla="*/ 1063 h 68"/>
                  <a:gd name="T12" fmla="*/ 249 w 34"/>
                  <a:gd name="T13" fmla="*/ 688 h 68"/>
                  <a:gd name="T14" fmla="*/ 132 w 34"/>
                  <a:gd name="T15" fmla="*/ 438 h 68"/>
                  <a:gd name="T16" fmla="*/ 106 w 34"/>
                  <a:gd name="T17" fmla="*/ 283 h 68"/>
                  <a:gd name="T18" fmla="*/ 106 w 34"/>
                  <a:gd name="T19" fmla="*/ 125 h 68"/>
                  <a:gd name="T20" fmla="*/ 66 w 34"/>
                  <a:gd name="T21" fmla="*/ 113 h 68"/>
                  <a:gd name="T22" fmla="*/ 0 w 34"/>
                  <a:gd name="T23" fmla="*/ 20 h 68"/>
                  <a:gd name="T24" fmla="*/ 155 w 34"/>
                  <a:gd name="T25" fmla="*/ 50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68">
                    <a:moveTo>
                      <a:pt x="12" y="3"/>
                    </a:moveTo>
                    <a:cubicBezTo>
                      <a:pt x="15" y="6"/>
                      <a:pt x="14" y="12"/>
                      <a:pt x="14" y="18"/>
                    </a:cubicBezTo>
                    <a:cubicBezTo>
                      <a:pt x="13" y="22"/>
                      <a:pt x="13" y="25"/>
                      <a:pt x="13" y="27"/>
                    </a:cubicBezTo>
                    <a:cubicBezTo>
                      <a:pt x="15" y="34"/>
                      <a:pt x="19" y="38"/>
                      <a:pt x="22" y="41"/>
                    </a:cubicBezTo>
                    <a:cubicBezTo>
                      <a:pt x="28" y="47"/>
                      <a:pt x="34" y="53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30" y="54"/>
                      <a:pt x="25" y="49"/>
                      <a:pt x="19" y="44"/>
                    </a:cubicBezTo>
                    <a:cubicBezTo>
                      <a:pt x="16" y="41"/>
                      <a:pt x="12" y="36"/>
                      <a:pt x="10" y="28"/>
                    </a:cubicBezTo>
                    <a:cubicBezTo>
                      <a:pt x="9" y="25"/>
                      <a:pt x="8" y="22"/>
                      <a:pt x="8" y="18"/>
                    </a:cubicBezTo>
                    <a:cubicBezTo>
                      <a:pt x="9" y="13"/>
                      <a:pt x="10" y="10"/>
                      <a:pt x="8" y="8"/>
                    </a:cubicBezTo>
                    <a:cubicBezTo>
                      <a:pt x="7" y="7"/>
                      <a:pt x="9" y="7"/>
                      <a:pt x="5" y="7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" y="0"/>
                      <a:pt x="9" y="0"/>
                      <a:pt x="12" y="3"/>
                    </a:cubicBezTo>
                    <a:close/>
                  </a:path>
                </a:pathLst>
              </a:custGeom>
              <a:solidFill>
                <a:srgbClr val="DE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4" name="Freeform 430">
                <a:extLst>
                  <a:ext uri="{FF2B5EF4-FFF2-40B4-BE49-F238E27FC236}">
                    <a16:creationId xmlns:a16="http://schemas.microsoft.com/office/drawing/2014/main" id="{A5FB928C-3C83-49BD-ADA3-04D3CC9EB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538"/>
                <a:ext cx="30" cy="28"/>
              </a:xfrm>
              <a:custGeom>
                <a:avLst/>
                <a:gdLst>
                  <a:gd name="T0" fmla="*/ 150 w 13"/>
                  <a:gd name="T1" fmla="*/ 51 h 11"/>
                  <a:gd name="T2" fmla="*/ 48 w 13"/>
                  <a:gd name="T3" fmla="*/ 33 h 11"/>
                  <a:gd name="T4" fmla="*/ 28 w 13"/>
                  <a:gd name="T5" fmla="*/ 130 h 11"/>
                  <a:gd name="T6" fmla="*/ 111 w 13"/>
                  <a:gd name="T7" fmla="*/ 150 h 11"/>
                  <a:gd name="T8" fmla="*/ 150 w 13"/>
                  <a:gd name="T9" fmla="*/ 5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1" y="0"/>
                      <a:pt x="7" y="0"/>
                      <a:pt x="4" y="2"/>
                    </a:cubicBezTo>
                    <a:cubicBezTo>
                      <a:pt x="2" y="3"/>
                      <a:pt x="0" y="6"/>
                      <a:pt x="2" y="8"/>
                    </a:cubicBezTo>
                    <a:cubicBezTo>
                      <a:pt x="3" y="11"/>
                      <a:pt x="6" y="11"/>
                      <a:pt x="9" y="9"/>
                    </a:cubicBezTo>
                    <a:cubicBezTo>
                      <a:pt x="12" y="8"/>
                      <a:pt x="13" y="5"/>
                      <a:pt x="12" y="3"/>
                    </a:cubicBezTo>
                    <a:close/>
                  </a:path>
                </a:pathLst>
              </a:custGeom>
              <a:solidFill>
                <a:srgbClr val="F09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5" name="Freeform 431">
                <a:extLst>
                  <a:ext uri="{FF2B5EF4-FFF2-40B4-BE49-F238E27FC236}">
                    <a16:creationId xmlns:a16="http://schemas.microsoft.com/office/drawing/2014/main" id="{CA276228-D2E9-451B-AFBC-CED0DBB24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3638"/>
                <a:ext cx="19" cy="23"/>
              </a:xfrm>
              <a:custGeom>
                <a:avLst/>
                <a:gdLst>
                  <a:gd name="T0" fmla="*/ 78 w 8"/>
                  <a:gd name="T1" fmla="*/ 151 h 9"/>
                  <a:gd name="T2" fmla="*/ 95 w 8"/>
                  <a:gd name="T3" fmla="*/ 51 h 9"/>
                  <a:gd name="T4" fmla="*/ 29 w 8"/>
                  <a:gd name="T5" fmla="*/ 20 h 9"/>
                  <a:gd name="T6" fmla="*/ 12 w 8"/>
                  <a:gd name="T7" fmla="*/ 97 h 9"/>
                  <a:gd name="T8" fmla="*/ 78 w 8"/>
                  <a:gd name="T9" fmla="*/ 15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9"/>
                    </a:moveTo>
                    <a:cubicBezTo>
                      <a:pt x="7" y="8"/>
                      <a:pt x="8" y="5"/>
                      <a:pt x="7" y="3"/>
                    </a:cubicBezTo>
                    <a:cubicBezTo>
                      <a:pt x="6" y="1"/>
                      <a:pt x="4" y="0"/>
                      <a:pt x="2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2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09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6" name="Freeform 432">
                <a:extLst>
                  <a:ext uri="{FF2B5EF4-FFF2-40B4-BE49-F238E27FC236}">
                    <a16:creationId xmlns:a16="http://schemas.microsoft.com/office/drawing/2014/main" id="{58F895C5-1A0D-46FE-937F-E12AD1739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3643"/>
                <a:ext cx="9" cy="15"/>
              </a:xfrm>
              <a:custGeom>
                <a:avLst/>
                <a:gdLst>
                  <a:gd name="T0" fmla="*/ 36 w 4"/>
                  <a:gd name="T1" fmla="*/ 83 h 6"/>
                  <a:gd name="T2" fmla="*/ 45 w 4"/>
                  <a:gd name="T3" fmla="*/ 33 h 6"/>
                  <a:gd name="T4" fmla="*/ 11 w 4"/>
                  <a:gd name="T5" fmla="*/ 20 h 6"/>
                  <a:gd name="T6" fmla="*/ 0 w 4"/>
                  <a:gd name="T7" fmla="*/ 63 h 6"/>
                  <a:gd name="T8" fmla="*/ 36 w 4"/>
                  <a:gd name="T9" fmla="*/ 8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5"/>
                    </a:moveTo>
                    <a:cubicBezTo>
                      <a:pt x="4" y="5"/>
                      <a:pt x="4" y="3"/>
                      <a:pt x="4" y="2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1" y="5"/>
                      <a:pt x="2" y="6"/>
                      <a:pt x="3" y="5"/>
                    </a:cubicBez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7" name="Freeform 433">
                <a:extLst>
                  <a:ext uri="{FF2B5EF4-FFF2-40B4-BE49-F238E27FC236}">
                    <a16:creationId xmlns:a16="http://schemas.microsoft.com/office/drawing/2014/main" id="{9E626E69-3F72-4631-B8C5-F83974754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3646"/>
                <a:ext cx="4" cy="10"/>
              </a:xfrm>
              <a:custGeom>
                <a:avLst/>
                <a:gdLst>
                  <a:gd name="T0" fmla="*/ 0 w 2"/>
                  <a:gd name="T1" fmla="*/ 50 h 4"/>
                  <a:gd name="T2" fmla="*/ 0 w 2"/>
                  <a:gd name="T3" fmla="*/ 0 h 4"/>
                  <a:gd name="T4" fmla="*/ 16 w 2"/>
                  <a:gd name="T5" fmla="*/ 33 h 4"/>
                  <a:gd name="T6" fmla="*/ 16 w 2"/>
                  <a:gd name="T7" fmla="*/ 63 h 4"/>
                  <a:gd name="T8" fmla="*/ 0 w 2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8" name="Freeform 434">
                <a:extLst>
                  <a:ext uri="{FF2B5EF4-FFF2-40B4-BE49-F238E27FC236}">
                    <a16:creationId xmlns:a16="http://schemas.microsoft.com/office/drawing/2014/main" id="{4E2B05C0-3ACC-4106-826E-1645586BB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3643"/>
                <a:ext cx="9" cy="15"/>
              </a:xfrm>
              <a:custGeom>
                <a:avLst/>
                <a:gdLst>
                  <a:gd name="T0" fmla="*/ 36 w 4"/>
                  <a:gd name="T1" fmla="*/ 83 h 6"/>
                  <a:gd name="T2" fmla="*/ 45 w 4"/>
                  <a:gd name="T3" fmla="*/ 33 h 6"/>
                  <a:gd name="T4" fmla="*/ 11 w 4"/>
                  <a:gd name="T5" fmla="*/ 20 h 6"/>
                  <a:gd name="T6" fmla="*/ 0 w 4"/>
                  <a:gd name="T7" fmla="*/ 63 h 6"/>
                  <a:gd name="T8" fmla="*/ 36 w 4"/>
                  <a:gd name="T9" fmla="*/ 8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5"/>
                    </a:moveTo>
                    <a:cubicBezTo>
                      <a:pt x="4" y="5"/>
                      <a:pt x="4" y="3"/>
                      <a:pt x="4" y="2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1" y="5"/>
                      <a:pt x="2" y="6"/>
                      <a:pt x="3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9" name="Freeform 435">
                <a:extLst>
                  <a:ext uri="{FF2B5EF4-FFF2-40B4-BE49-F238E27FC236}">
                    <a16:creationId xmlns:a16="http://schemas.microsoft.com/office/drawing/2014/main" id="{53558969-D69B-43B4-9BDD-472767143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543"/>
                <a:ext cx="22" cy="18"/>
              </a:xfrm>
              <a:custGeom>
                <a:avLst/>
                <a:gdLst>
                  <a:gd name="T0" fmla="*/ 120 w 9"/>
                  <a:gd name="T1" fmla="*/ 21 h 7"/>
                  <a:gd name="T2" fmla="*/ 42 w 9"/>
                  <a:gd name="T3" fmla="*/ 21 h 7"/>
                  <a:gd name="T4" fmla="*/ 12 w 9"/>
                  <a:gd name="T5" fmla="*/ 100 h 7"/>
                  <a:gd name="T6" fmla="*/ 103 w 9"/>
                  <a:gd name="T7" fmla="*/ 100 h 7"/>
                  <a:gd name="T8" fmla="*/ 120 w 9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1"/>
                    </a:move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2" y="7"/>
                      <a:pt x="5" y="7"/>
                      <a:pt x="7" y="6"/>
                    </a:cubicBezTo>
                    <a:cubicBezTo>
                      <a:pt x="9" y="5"/>
                      <a:pt x="9" y="3"/>
                      <a:pt x="8" y="1"/>
                    </a:cubicBezTo>
                    <a:close/>
                  </a:path>
                </a:pathLst>
              </a:custGeom>
              <a:solidFill>
                <a:srgbClr val="950E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0" name="Freeform 436">
                <a:extLst>
                  <a:ext uri="{FF2B5EF4-FFF2-40B4-BE49-F238E27FC236}">
                    <a16:creationId xmlns:a16="http://schemas.microsoft.com/office/drawing/2014/main" id="{B5B2D3CF-5171-4B1A-AF28-E6DCB7408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548"/>
                <a:ext cx="17" cy="13"/>
              </a:xfrm>
              <a:custGeom>
                <a:avLst/>
                <a:gdLst>
                  <a:gd name="T0" fmla="*/ 70 w 7"/>
                  <a:gd name="T1" fmla="*/ 68 h 5"/>
                  <a:gd name="T2" fmla="*/ 0 w 7"/>
                  <a:gd name="T3" fmla="*/ 88 h 5"/>
                  <a:gd name="T4" fmla="*/ 29 w 7"/>
                  <a:gd name="T5" fmla="*/ 34 h 5"/>
                  <a:gd name="T6" fmla="*/ 100 w 7"/>
                  <a:gd name="T7" fmla="*/ 21 h 5"/>
                  <a:gd name="T8" fmla="*/ 70 w 7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5" y="4"/>
                    </a:moveTo>
                    <a:cubicBezTo>
                      <a:pt x="3" y="5"/>
                      <a:pt x="1" y="5"/>
                      <a:pt x="0" y="5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4" y="1"/>
                      <a:pt x="5" y="0"/>
                      <a:pt x="7" y="1"/>
                    </a:cubicBezTo>
                    <a:cubicBezTo>
                      <a:pt x="7" y="2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1" name="Freeform 437">
                <a:extLst>
                  <a:ext uri="{FF2B5EF4-FFF2-40B4-BE49-F238E27FC236}">
                    <a16:creationId xmlns:a16="http://schemas.microsoft.com/office/drawing/2014/main" id="{1E4DD2A3-F9E2-4D6C-8A0E-50FC17786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543"/>
                <a:ext cx="22" cy="18"/>
              </a:xfrm>
              <a:custGeom>
                <a:avLst/>
                <a:gdLst>
                  <a:gd name="T0" fmla="*/ 120 w 9"/>
                  <a:gd name="T1" fmla="*/ 21 h 7"/>
                  <a:gd name="T2" fmla="*/ 42 w 9"/>
                  <a:gd name="T3" fmla="*/ 21 h 7"/>
                  <a:gd name="T4" fmla="*/ 12 w 9"/>
                  <a:gd name="T5" fmla="*/ 100 h 7"/>
                  <a:gd name="T6" fmla="*/ 103 w 9"/>
                  <a:gd name="T7" fmla="*/ 100 h 7"/>
                  <a:gd name="T8" fmla="*/ 120 w 9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1"/>
                    </a:moveTo>
                    <a:cubicBezTo>
                      <a:pt x="7" y="0"/>
                      <a:pt x="5" y="0"/>
                      <a:pt x="3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2" y="7"/>
                      <a:pt x="5" y="7"/>
                      <a:pt x="7" y="6"/>
                    </a:cubicBezTo>
                    <a:cubicBezTo>
                      <a:pt x="9" y="5"/>
                      <a:pt x="9" y="3"/>
                      <a:pt x="8" y="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2" name="Freeform 438">
                <a:extLst>
                  <a:ext uri="{FF2B5EF4-FFF2-40B4-BE49-F238E27FC236}">
                    <a16:creationId xmlns:a16="http://schemas.microsoft.com/office/drawing/2014/main" id="{15541E0F-67AA-412C-963C-E0AC19C44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798"/>
                <a:ext cx="391" cy="326"/>
              </a:xfrm>
              <a:custGeom>
                <a:avLst/>
                <a:gdLst>
                  <a:gd name="T0" fmla="*/ 0 w 167"/>
                  <a:gd name="T1" fmla="*/ 2018 h 131"/>
                  <a:gd name="T2" fmla="*/ 2142 w 167"/>
                  <a:gd name="T3" fmla="*/ 0 h 131"/>
                  <a:gd name="T4" fmla="*/ 0 w 167"/>
                  <a:gd name="T5" fmla="*/ 2018 h 1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7" h="131">
                    <a:moveTo>
                      <a:pt x="0" y="131"/>
                    </a:moveTo>
                    <a:cubicBezTo>
                      <a:pt x="1" y="106"/>
                      <a:pt x="53" y="33"/>
                      <a:pt x="167" y="0"/>
                    </a:cubicBezTo>
                    <a:cubicBezTo>
                      <a:pt x="130" y="12"/>
                      <a:pt x="35" y="52"/>
                      <a:pt x="0" y="1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3" name="Freeform 439">
                <a:extLst>
                  <a:ext uri="{FF2B5EF4-FFF2-40B4-BE49-F238E27FC236}">
                    <a16:creationId xmlns:a16="http://schemas.microsoft.com/office/drawing/2014/main" id="{34686584-88DA-4901-BE2A-5DCEE2481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922"/>
                <a:ext cx="236" cy="342"/>
              </a:xfrm>
              <a:custGeom>
                <a:avLst/>
                <a:gdLst>
                  <a:gd name="T0" fmla="*/ 432 w 101"/>
                  <a:gd name="T1" fmla="*/ 0 h 137"/>
                  <a:gd name="T2" fmla="*/ 0 w 101"/>
                  <a:gd name="T3" fmla="*/ 2132 h 137"/>
                  <a:gd name="T4" fmla="*/ 449 w 101"/>
                  <a:gd name="T5" fmla="*/ 12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137">
                    <a:moveTo>
                      <a:pt x="34" y="0"/>
                    </a:moveTo>
                    <a:cubicBezTo>
                      <a:pt x="51" y="19"/>
                      <a:pt x="98" y="95"/>
                      <a:pt x="0" y="137"/>
                    </a:cubicBezTo>
                    <a:cubicBezTo>
                      <a:pt x="46" y="119"/>
                      <a:pt x="101" y="82"/>
                      <a:pt x="3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4" name="Freeform 440">
                <a:extLst>
                  <a:ext uri="{FF2B5EF4-FFF2-40B4-BE49-F238E27FC236}">
                    <a16:creationId xmlns:a16="http://schemas.microsoft.com/office/drawing/2014/main" id="{A475DA64-781B-442B-B2E7-5079C11F6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3566"/>
                <a:ext cx="222" cy="119"/>
              </a:xfrm>
              <a:custGeom>
                <a:avLst/>
                <a:gdLst>
                  <a:gd name="T0" fmla="*/ 0 w 95"/>
                  <a:gd name="T1" fmla="*/ 444 h 48"/>
                  <a:gd name="T2" fmla="*/ 830 w 95"/>
                  <a:gd name="T3" fmla="*/ 516 h 48"/>
                  <a:gd name="T4" fmla="*/ 1108 w 95"/>
                  <a:gd name="T5" fmla="*/ 0 h 48"/>
                  <a:gd name="T6" fmla="*/ 830 w 95"/>
                  <a:gd name="T7" fmla="*/ 578 h 48"/>
                  <a:gd name="T8" fmla="*/ 0 w 95"/>
                  <a:gd name="T9" fmla="*/ 44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48">
                    <a:moveTo>
                      <a:pt x="0" y="29"/>
                    </a:moveTo>
                    <a:cubicBezTo>
                      <a:pt x="21" y="39"/>
                      <a:pt x="42" y="44"/>
                      <a:pt x="65" y="34"/>
                    </a:cubicBezTo>
                    <a:cubicBezTo>
                      <a:pt x="87" y="23"/>
                      <a:pt x="92" y="9"/>
                      <a:pt x="87" y="0"/>
                    </a:cubicBezTo>
                    <a:cubicBezTo>
                      <a:pt x="95" y="11"/>
                      <a:pt x="85" y="31"/>
                      <a:pt x="65" y="38"/>
                    </a:cubicBezTo>
                    <a:cubicBezTo>
                      <a:pt x="41" y="48"/>
                      <a:pt x="19" y="42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5" name="Freeform 441">
                <a:extLst>
                  <a:ext uri="{FF2B5EF4-FFF2-40B4-BE49-F238E27FC236}">
                    <a16:creationId xmlns:a16="http://schemas.microsoft.com/office/drawing/2014/main" id="{9FC172DD-7B0A-4F68-8F27-14E8BCAE7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840"/>
                <a:ext cx="915" cy="427"/>
              </a:xfrm>
              <a:custGeom>
                <a:avLst/>
                <a:gdLst>
                  <a:gd name="T0" fmla="*/ 3433 w 391"/>
                  <a:gd name="T1" fmla="*/ 2662 h 171"/>
                  <a:gd name="T2" fmla="*/ 3894 w 391"/>
                  <a:gd name="T3" fmla="*/ 2320 h 171"/>
                  <a:gd name="T4" fmla="*/ 4535 w 391"/>
                  <a:gd name="T5" fmla="*/ 2058 h 171"/>
                  <a:gd name="T6" fmla="*/ 3641 w 391"/>
                  <a:gd name="T7" fmla="*/ 437 h 171"/>
                  <a:gd name="T8" fmla="*/ 0 w 391"/>
                  <a:gd name="T9" fmla="*/ 1995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1" h="171">
                    <a:moveTo>
                      <a:pt x="268" y="171"/>
                    </a:moveTo>
                    <a:cubicBezTo>
                      <a:pt x="276" y="159"/>
                      <a:pt x="287" y="151"/>
                      <a:pt x="304" y="149"/>
                    </a:cubicBezTo>
                    <a:cubicBezTo>
                      <a:pt x="321" y="149"/>
                      <a:pt x="337" y="145"/>
                      <a:pt x="354" y="132"/>
                    </a:cubicBezTo>
                    <a:cubicBezTo>
                      <a:pt x="391" y="105"/>
                      <a:pt x="390" y="56"/>
                      <a:pt x="284" y="28"/>
                    </a:cubicBezTo>
                    <a:cubicBezTo>
                      <a:pt x="179" y="0"/>
                      <a:pt x="37" y="79"/>
                      <a:pt x="0" y="128"/>
                    </a:cubicBezTo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6" name="Freeform 442">
                <a:extLst>
                  <a:ext uri="{FF2B5EF4-FFF2-40B4-BE49-F238E27FC236}">
                    <a16:creationId xmlns:a16="http://schemas.microsoft.com/office/drawing/2014/main" id="{F9FFE813-E16D-4E54-8EEE-59CC8EB73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793"/>
                <a:ext cx="1095" cy="838"/>
              </a:xfrm>
              <a:custGeom>
                <a:avLst/>
                <a:gdLst>
                  <a:gd name="T0" fmla="*/ 3290 w 468"/>
                  <a:gd name="T1" fmla="*/ 4422 h 336"/>
                  <a:gd name="T2" fmla="*/ 3126 w 468"/>
                  <a:gd name="T3" fmla="*/ 4422 h 336"/>
                  <a:gd name="T4" fmla="*/ 2639 w 468"/>
                  <a:gd name="T5" fmla="*/ 4217 h 336"/>
                  <a:gd name="T6" fmla="*/ 2162 w 468"/>
                  <a:gd name="T7" fmla="*/ 4871 h 336"/>
                  <a:gd name="T8" fmla="*/ 2113 w 468"/>
                  <a:gd name="T9" fmla="*/ 4901 h 336"/>
                  <a:gd name="T10" fmla="*/ 1156 w 468"/>
                  <a:gd name="T11" fmla="*/ 4547 h 336"/>
                  <a:gd name="T12" fmla="*/ 870 w 468"/>
                  <a:gd name="T13" fmla="*/ 4297 h 336"/>
                  <a:gd name="T14" fmla="*/ 870 w 468"/>
                  <a:gd name="T15" fmla="*/ 4297 h 336"/>
                  <a:gd name="T16" fmla="*/ 1041 w 468"/>
                  <a:gd name="T17" fmla="*/ 3664 h 336"/>
                  <a:gd name="T18" fmla="*/ 1139 w 468"/>
                  <a:gd name="T19" fmla="*/ 3210 h 336"/>
                  <a:gd name="T20" fmla="*/ 526 w 468"/>
                  <a:gd name="T21" fmla="*/ 3197 h 336"/>
                  <a:gd name="T22" fmla="*/ 564 w 468"/>
                  <a:gd name="T23" fmla="*/ 2886 h 336"/>
                  <a:gd name="T24" fmla="*/ 498 w 468"/>
                  <a:gd name="T25" fmla="*/ 2711 h 336"/>
                  <a:gd name="T26" fmla="*/ 269 w 468"/>
                  <a:gd name="T27" fmla="*/ 2389 h 336"/>
                  <a:gd name="T28" fmla="*/ 0 w 468"/>
                  <a:gd name="T29" fmla="*/ 2107 h 336"/>
                  <a:gd name="T30" fmla="*/ 833 w 468"/>
                  <a:gd name="T31" fmla="*/ 1474 h 336"/>
                  <a:gd name="T32" fmla="*/ 2497 w 468"/>
                  <a:gd name="T33" fmla="*/ 374 h 336"/>
                  <a:gd name="T34" fmla="*/ 5634 w 468"/>
                  <a:gd name="T35" fmla="*/ 1287 h 336"/>
                  <a:gd name="T36" fmla="*/ 5966 w 468"/>
                  <a:gd name="T37" fmla="*/ 1923 h 336"/>
                  <a:gd name="T38" fmla="*/ 5304 w 468"/>
                  <a:gd name="T39" fmla="*/ 2649 h 336"/>
                  <a:gd name="T40" fmla="*/ 4275 w 468"/>
                  <a:gd name="T41" fmla="*/ 2898 h 336"/>
                  <a:gd name="T42" fmla="*/ 4099 w 468"/>
                  <a:gd name="T43" fmla="*/ 3863 h 336"/>
                  <a:gd name="T44" fmla="*/ 4151 w 468"/>
                  <a:gd name="T45" fmla="*/ 4185 h 336"/>
                  <a:gd name="T46" fmla="*/ 3996 w 468"/>
                  <a:gd name="T47" fmla="*/ 5026 h 336"/>
                  <a:gd name="T48" fmla="*/ 3910 w 468"/>
                  <a:gd name="T49" fmla="*/ 5150 h 336"/>
                  <a:gd name="T50" fmla="*/ 3636 w 468"/>
                  <a:gd name="T51" fmla="*/ 4641 h 336"/>
                  <a:gd name="T52" fmla="*/ 3290 w 468"/>
                  <a:gd name="T53" fmla="*/ 4422 h 3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68" h="336">
                    <a:moveTo>
                      <a:pt x="257" y="285"/>
                    </a:moveTo>
                    <a:cubicBezTo>
                      <a:pt x="254" y="285"/>
                      <a:pt x="246" y="285"/>
                      <a:pt x="244" y="285"/>
                    </a:cubicBezTo>
                    <a:cubicBezTo>
                      <a:pt x="237" y="289"/>
                      <a:pt x="214" y="270"/>
                      <a:pt x="206" y="272"/>
                    </a:cubicBezTo>
                    <a:cubicBezTo>
                      <a:pt x="189" y="279"/>
                      <a:pt x="185" y="306"/>
                      <a:pt x="169" y="314"/>
                    </a:cubicBezTo>
                    <a:cubicBezTo>
                      <a:pt x="168" y="314"/>
                      <a:pt x="167" y="315"/>
                      <a:pt x="165" y="316"/>
                    </a:cubicBezTo>
                    <a:cubicBezTo>
                      <a:pt x="90" y="293"/>
                      <a:pt x="90" y="293"/>
                      <a:pt x="90" y="293"/>
                    </a:cubicBezTo>
                    <a:cubicBezTo>
                      <a:pt x="68" y="277"/>
                      <a:pt x="68" y="277"/>
                      <a:pt x="68" y="277"/>
                    </a:cubicBezTo>
                    <a:cubicBezTo>
                      <a:pt x="68" y="277"/>
                      <a:pt x="68" y="277"/>
                      <a:pt x="68" y="277"/>
                    </a:cubicBezTo>
                    <a:cubicBezTo>
                      <a:pt x="79" y="262"/>
                      <a:pt x="76" y="240"/>
                      <a:pt x="81" y="236"/>
                    </a:cubicBezTo>
                    <a:cubicBezTo>
                      <a:pt x="97" y="224"/>
                      <a:pt x="84" y="216"/>
                      <a:pt x="89" y="207"/>
                    </a:cubicBezTo>
                    <a:cubicBezTo>
                      <a:pt x="41" y="206"/>
                      <a:pt x="41" y="206"/>
                      <a:pt x="41" y="206"/>
                    </a:cubicBezTo>
                    <a:cubicBezTo>
                      <a:pt x="44" y="186"/>
                      <a:pt x="44" y="186"/>
                      <a:pt x="44" y="186"/>
                    </a:cubicBezTo>
                    <a:cubicBezTo>
                      <a:pt x="39" y="175"/>
                      <a:pt x="39" y="175"/>
                      <a:pt x="39" y="175"/>
                    </a:cubicBezTo>
                    <a:cubicBezTo>
                      <a:pt x="21" y="154"/>
                      <a:pt x="21" y="154"/>
                      <a:pt x="21" y="154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20" y="119"/>
                      <a:pt x="42" y="104"/>
                      <a:pt x="65" y="95"/>
                    </a:cubicBezTo>
                    <a:cubicBezTo>
                      <a:pt x="102" y="57"/>
                      <a:pt x="141" y="38"/>
                      <a:pt x="195" y="24"/>
                    </a:cubicBezTo>
                    <a:cubicBezTo>
                      <a:pt x="281" y="0"/>
                      <a:pt x="387" y="4"/>
                      <a:pt x="440" y="83"/>
                    </a:cubicBezTo>
                    <a:cubicBezTo>
                      <a:pt x="448" y="94"/>
                      <a:pt x="468" y="108"/>
                      <a:pt x="466" y="124"/>
                    </a:cubicBezTo>
                    <a:cubicBezTo>
                      <a:pt x="464" y="144"/>
                      <a:pt x="432" y="164"/>
                      <a:pt x="414" y="171"/>
                    </a:cubicBezTo>
                    <a:cubicBezTo>
                      <a:pt x="387" y="181"/>
                      <a:pt x="358" y="170"/>
                      <a:pt x="334" y="187"/>
                    </a:cubicBezTo>
                    <a:cubicBezTo>
                      <a:pt x="307" y="206"/>
                      <a:pt x="311" y="221"/>
                      <a:pt x="320" y="249"/>
                    </a:cubicBezTo>
                    <a:cubicBezTo>
                      <a:pt x="322" y="256"/>
                      <a:pt x="323" y="264"/>
                      <a:pt x="324" y="270"/>
                    </a:cubicBezTo>
                    <a:cubicBezTo>
                      <a:pt x="330" y="290"/>
                      <a:pt x="333" y="304"/>
                      <a:pt x="312" y="324"/>
                    </a:cubicBezTo>
                    <a:cubicBezTo>
                      <a:pt x="307" y="321"/>
                      <a:pt x="310" y="336"/>
                      <a:pt x="305" y="332"/>
                    </a:cubicBezTo>
                    <a:cubicBezTo>
                      <a:pt x="300" y="327"/>
                      <a:pt x="289" y="302"/>
                      <a:pt x="284" y="299"/>
                    </a:cubicBezTo>
                    <a:cubicBezTo>
                      <a:pt x="274" y="293"/>
                      <a:pt x="260" y="299"/>
                      <a:pt x="257" y="285"/>
                    </a:cubicBezTo>
                    <a:close/>
                  </a:path>
                </a:pathLst>
              </a:custGeom>
              <a:solidFill>
                <a:srgbClr val="FAC4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7" name="Freeform 443">
                <a:extLst>
                  <a:ext uri="{FF2B5EF4-FFF2-40B4-BE49-F238E27FC236}">
                    <a16:creationId xmlns:a16="http://schemas.microsoft.com/office/drawing/2014/main" id="{5D3AD241-E20B-4318-B4B4-3CCC17CEB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3498"/>
                <a:ext cx="37" cy="40"/>
              </a:xfrm>
              <a:custGeom>
                <a:avLst/>
                <a:gdLst>
                  <a:gd name="T0" fmla="*/ 102 w 16"/>
                  <a:gd name="T1" fmla="*/ 0 h 16"/>
                  <a:gd name="T2" fmla="*/ 199 w 16"/>
                  <a:gd name="T3" fmla="*/ 113 h 16"/>
                  <a:gd name="T4" fmla="*/ 0 w 16"/>
                  <a:gd name="T5" fmla="*/ 2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8" y="0"/>
                    </a:moveTo>
                    <a:cubicBezTo>
                      <a:pt x="7" y="6"/>
                      <a:pt x="16" y="7"/>
                      <a:pt x="16" y="7"/>
                    </a:cubicBezTo>
                    <a:cubicBezTo>
                      <a:pt x="16" y="7"/>
                      <a:pt x="6" y="16"/>
                      <a:pt x="0" y="1"/>
                    </a:cubicBezTo>
                  </a:path>
                </a:pathLst>
              </a:custGeom>
              <a:solidFill>
                <a:srgbClr val="F6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8" name="Freeform 444">
                <a:extLst>
                  <a:ext uri="{FF2B5EF4-FFF2-40B4-BE49-F238E27FC236}">
                    <a16:creationId xmlns:a16="http://schemas.microsoft.com/office/drawing/2014/main" id="{0BF828CC-9CD1-4793-A546-ECDB26E91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294"/>
                <a:ext cx="94" cy="214"/>
              </a:xfrm>
              <a:custGeom>
                <a:avLst/>
                <a:gdLst>
                  <a:gd name="T0" fmla="*/ 327 w 40"/>
                  <a:gd name="T1" fmla="*/ 1003 h 86"/>
                  <a:gd name="T2" fmla="*/ 233 w 40"/>
                  <a:gd name="T3" fmla="*/ 1326 h 86"/>
                  <a:gd name="T4" fmla="*/ 193 w 40"/>
                  <a:gd name="T5" fmla="*/ 1294 h 86"/>
                  <a:gd name="T6" fmla="*/ 0 w 40"/>
                  <a:gd name="T7" fmla="*/ 1202 h 86"/>
                  <a:gd name="T8" fmla="*/ 310 w 40"/>
                  <a:gd name="T9" fmla="*/ 0 h 86"/>
                  <a:gd name="T10" fmla="*/ 479 w 40"/>
                  <a:gd name="T11" fmla="*/ 445 h 86"/>
                  <a:gd name="T12" fmla="*/ 327 w 40"/>
                  <a:gd name="T13" fmla="*/ 1003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86">
                    <a:moveTo>
                      <a:pt x="25" y="65"/>
                    </a:moveTo>
                    <a:cubicBezTo>
                      <a:pt x="23" y="73"/>
                      <a:pt x="20" y="79"/>
                      <a:pt x="18" y="86"/>
                    </a:cubicBezTo>
                    <a:cubicBezTo>
                      <a:pt x="15" y="84"/>
                      <a:pt x="15" y="84"/>
                      <a:pt x="15" y="84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36" y="0"/>
                      <a:pt x="40" y="14"/>
                      <a:pt x="37" y="29"/>
                    </a:cubicBezTo>
                    <a:cubicBezTo>
                      <a:pt x="35" y="43"/>
                      <a:pt x="29" y="49"/>
                      <a:pt x="25" y="65"/>
                    </a:cubicBezTo>
                    <a:close/>
                  </a:path>
                </a:pathLst>
              </a:custGeom>
              <a:solidFill>
                <a:srgbClr val="F6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9397" name="Freeform 445">
              <a:extLst>
                <a:ext uri="{FF2B5EF4-FFF2-40B4-BE49-F238E27FC236}">
                  <a16:creationId xmlns:a16="http://schemas.microsoft.com/office/drawing/2014/main" id="{48DA6AD9-8469-4B27-9A9E-4F9B38BAE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015"/>
              <a:ext cx="652" cy="386"/>
            </a:xfrm>
            <a:custGeom>
              <a:avLst/>
              <a:gdLst>
                <a:gd name="T0" fmla="*/ 584 w 279"/>
                <a:gd name="T1" fmla="*/ 682 h 155"/>
                <a:gd name="T2" fmla="*/ 1683 w 279"/>
                <a:gd name="T3" fmla="*/ 42 h 155"/>
                <a:gd name="T4" fmla="*/ 2300 w 279"/>
                <a:gd name="T5" fmla="*/ 30 h 155"/>
                <a:gd name="T6" fmla="*/ 3550 w 279"/>
                <a:gd name="T7" fmla="*/ 1345 h 155"/>
                <a:gd name="T8" fmla="*/ 1239 w 279"/>
                <a:gd name="T9" fmla="*/ 1918 h 155"/>
                <a:gd name="T10" fmla="*/ 743 w 279"/>
                <a:gd name="T11" fmla="*/ 1681 h 155"/>
                <a:gd name="T12" fmla="*/ 372 w 279"/>
                <a:gd name="T13" fmla="*/ 1823 h 155"/>
                <a:gd name="T14" fmla="*/ 86 w 279"/>
                <a:gd name="T15" fmla="*/ 1731 h 155"/>
                <a:gd name="T16" fmla="*/ 103 w 279"/>
                <a:gd name="T17" fmla="*/ 1419 h 155"/>
                <a:gd name="T18" fmla="*/ 278 w 279"/>
                <a:gd name="T19" fmla="*/ 1048 h 155"/>
                <a:gd name="T20" fmla="*/ 584 w 279"/>
                <a:gd name="T21" fmla="*/ 682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9" h="155">
                  <a:moveTo>
                    <a:pt x="46" y="44"/>
                  </a:moveTo>
                  <a:cubicBezTo>
                    <a:pt x="67" y="26"/>
                    <a:pt x="99" y="5"/>
                    <a:pt x="132" y="3"/>
                  </a:cubicBezTo>
                  <a:cubicBezTo>
                    <a:pt x="142" y="3"/>
                    <a:pt x="161" y="0"/>
                    <a:pt x="180" y="2"/>
                  </a:cubicBezTo>
                  <a:cubicBezTo>
                    <a:pt x="226" y="7"/>
                    <a:pt x="279" y="49"/>
                    <a:pt x="278" y="87"/>
                  </a:cubicBezTo>
                  <a:cubicBezTo>
                    <a:pt x="278" y="141"/>
                    <a:pt x="192" y="155"/>
                    <a:pt x="97" y="124"/>
                  </a:cubicBezTo>
                  <a:cubicBezTo>
                    <a:pt x="62" y="108"/>
                    <a:pt x="58" y="109"/>
                    <a:pt x="58" y="109"/>
                  </a:cubicBezTo>
                  <a:cubicBezTo>
                    <a:pt x="58" y="109"/>
                    <a:pt x="38" y="119"/>
                    <a:pt x="29" y="118"/>
                  </a:cubicBezTo>
                  <a:cubicBezTo>
                    <a:pt x="19" y="117"/>
                    <a:pt x="9" y="119"/>
                    <a:pt x="7" y="112"/>
                  </a:cubicBezTo>
                  <a:cubicBezTo>
                    <a:pt x="6" y="105"/>
                    <a:pt x="8" y="92"/>
                    <a:pt x="8" y="92"/>
                  </a:cubicBezTo>
                  <a:cubicBezTo>
                    <a:pt x="8" y="92"/>
                    <a:pt x="0" y="86"/>
                    <a:pt x="22" y="68"/>
                  </a:cubicBezTo>
                  <a:cubicBezTo>
                    <a:pt x="28" y="63"/>
                    <a:pt x="35" y="54"/>
                    <a:pt x="46" y="44"/>
                  </a:cubicBezTo>
                  <a:close/>
                </a:path>
              </a:pathLst>
            </a:custGeom>
            <a:solidFill>
              <a:srgbClr val="FCD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8" name="Freeform 446">
              <a:extLst>
                <a:ext uri="{FF2B5EF4-FFF2-40B4-BE49-F238E27FC236}">
                  <a16:creationId xmlns:a16="http://schemas.microsoft.com/office/drawing/2014/main" id="{649E610E-CF10-48FF-A88B-D41DE54D5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858"/>
              <a:ext cx="543" cy="461"/>
            </a:xfrm>
            <a:custGeom>
              <a:avLst/>
              <a:gdLst>
                <a:gd name="T0" fmla="*/ 2333 w 232"/>
                <a:gd name="T1" fmla="*/ 2180 h 185"/>
                <a:gd name="T2" fmla="*/ 2937 w 232"/>
                <a:gd name="T3" fmla="*/ 1545 h 185"/>
                <a:gd name="T4" fmla="*/ 2975 w 232"/>
                <a:gd name="T5" fmla="*/ 944 h 185"/>
                <a:gd name="T6" fmla="*/ 2926 w 232"/>
                <a:gd name="T7" fmla="*/ 882 h 185"/>
                <a:gd name="T8" fmla="*/ 2745 w 232"/>
                <a:gd name="T9" fmla="*/ 591 h 185"/>
                <a:gd name="T10" fmla="*/ 2092 w 232"/>
                <a:gd name="T11" fmla="*/ 374 h 185"/>
                <a:gd name="T12" fmla="*/ 1233 w 232"/>
                <a:gd name="T13" fmla="*/ 0 h 185"/>
                <a:gd name="T14" fmla="*/ 384 w 232"/>
                <a:gd name="T15" fmla="*/ 0 h 185"/>
                <a:gd name="T16" fmla="*/ 12 w 232"/>
                <a:gd name="T17" fmla="*/ 446 h 185"/>
                <a:gd name="T18" fmla="*/ 449 w 232"/>
                <a:gd name="T19" fmla="*/ 715 h 185"/>
                <a:gd name="T20" fmla="*/ 1233 w 232"/>
                <a:gd name="T21" fmla="*/ 1577 h 185"/>
                <a:gd name="T22" fmla="*/ 1233 w 232"/>
                <a:gd name="T23" fmla="*/ 1981 h 185"/>
                <a:gd name="T24" fmla="*/ 1156 w 232"/>
                <a:gd name="T25" fmla="*/ 2863 h 185"/>
                <a:gd name="T26" fmla="*/ 1283 w 232"/>
                <a:gd name="T27" fmla="*/ 2851 h 185"/>
                <a:gd name="T28" fmla="*/ 1348 w 232"/>
                <a:gd name="T29" fmla="*/ 2756 h 185"/>
                <a:gd name="T30" fmla="*/ 1566 w 232"/>
                <a:gd name="T31" fmla="*/ 2489 h 185"/>
                <a:gd name="T32" fmla="*/ 1835 w 232"/>
                <a:gd name="T33" fmla="*/ 2293 h 185"/>
                <a:gd name="T34" fmla="*/ 2333 w 232"/>
                <a:gd name="T35" fmla="*/ 2180 h 1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2" h="185">
                  <a:moveTo>
                    <a:pt x="182" y="141"/>
                  </a:moveTo>
                  <a:cubicBezTo>
                    <a:pt x="229" y="100"/>
                    <a:pt x="229" y="100"/>
                    <a:pt x="229" y="100"/>
                  </a:cubicBezTo>
                  <a:cubicBezTo>
                    <a:pt x="229" y="100"/>
                    <a:pt x="231" y="78"/>
                    <a:pt x="232" y="61"/>
                  </a:cubicBezTo>
                  <a:cubicBezTo>
                    <a:pt x="231" y="60"/>
                    <a:pt x="229" y="58"/>
                    <a:pt x="228" y="57"/>
                  </a:cubicBezTo>
                  <a:cubicBezTo>
                    <a:pt x="224" y="50"/>
                    <a:pt x="219" y="44"/>
                    <a:pt x="214" y="38"/>
                  </a:cubicBezTo>
                  <a:cubicBezTo>
                    <a:pt x="194" y="32"/>
                    <a:pt x="166" y="23"/>
                    <a:pt x="163" y="24"/>
                  </a:cubicBezTo>
                  <a:cubicBezTo>
                    <a:pt x="159" y="24"/>
                    <a:pt x="96" y="0"/>
                    <a:pt x="96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8" y="1"/>
                    <a:pt x="2" y="29"/>
                    <a:pt x="1" y="29"/>
                  </a:cubicBezTo>
                  <a:cubicBezTo>
                    <a:pt x="0" y="29"/>
                    <a:pt x="35" y="46"/>
                    <a:pt x="35" y="46"/>
                  </a:cubicBezTo>
                  <a:cubicBezTo>
                    <a:pt x="96" y="102"/>
                    <a:pt x="96" y="102"/>
                    <a:pt x="96" y="102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6" y="128"/>
                    <a:pt x="105" y="150"/>
                    <a:pt x="90" y="185"/>
                  </a:cubicBezTo>
                  <a:cubicBezTo>
                    <a:pt x="100" y="184"/>
                    <a:pt x="100" y="184"/>
                    <a:pt x="100" y="184"/>
                  </a:cubicBezTo>
                  <a:cubicBezTo>
                    <a:pt x="105" y="178"/>
                    <a:pt x="105" y="178"/>
                    <a:pt x="105" y="178"/>
                  </a:cubicBezTo>
                  <a:cubicBezTo>
                    <a:pt x="108" y="173"/>
                    <a:pt x="114" y="167"/>
                    <a:pt x="122" y="161"/>
                  </a:cubicBezTo>
                  <a:cubicBezTo>
                    <a:pt x="143" y="148"/>
                    <a:pt x="143" y="148"/>
                    <a:pt x="143" y="148"/>
                  </a:cubicBezTo>
                  <a:lnTo>
                    <a:pt x="182" y="141"/>
                  </a:lnTo>
                  <a:close/>
                </a:path>
              </a:pathLst>
            </a:custGeom>
            <a:solidFill>
              <a:srgbClr val="FAC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9" name="Freeform 447">
              <a:extLst>
                <a:ext uri="{FF2B5EF4-FFF2-40B4-BE49-F238E27FC236}">
                  <a16:creationId xmlns:a16="http://schemas.microsoft.com/office/drawing/2014/main" id="{3874CAD2-1F87-4613-A16D-655A30B8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224"/>
              <a:ext cx="78" cy="62"/>
            </a:xfrm>
            <a:custGeom>
              <a:avLst/>
              <a:gdLst>
                <a:gd name="T0" fmla="*/ 173 w 33"/>
                <a:gd name="T1" fmla="*/ 0 h 25"/>
                <a:gd name="T2" fmla="*/ 95 w 33"/>
                <a:gd name="T3" fmla="*/ 154 h 25"/>
                <a:gd name="T4" fmla="*/ 340 w 33"/>
                <a:gd name="T5" fmla="*/ 337 h 25"/>
                <a:gd name="T6" fmla="*/ 435 w 33"/>
                <a:gd name="T7" fmla="*/ 337 h 25"/>
                <a:gd name="T8" fmla="*/ 251 w 33"/>
                <a:gd name="T9" fmla="*/ 382 h 25"/>
                <a:gd name="T10" fmla="*/ 0 w 33"/>
                <a:gd name="T11" fmla="*/ 184 h 25"/>
                <a:gd name="T12" fmla="*/ 173 w 33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3" y="0"/>
                  </a:moveTo>
                  <a:cubicBezTo>
                    <a:pt x="9" y="3"/>
                    <a:pt x="7" y="6"/>
                    <a:pt x="7" y="10"/>
                  </a:cubicBezTo>
                  <a:cubicBezTo>
                    <a:pt x="7" y="17"/>
                    <a:pt x="15" y="22"/>
                    <a:pt x="26" y="22"/>
                  </a:cubicBezTo>
                  <a:cubicBezTo>
                    <a:pt x="29" y="22"/>
                    <a:pt x="31" y="22"/>
                    <a:pt x="33" y="22"/>
                  </a:cubicBezTo>
                  <a:cubicBezTo>
                    <a:pt x="29" y="24"/>
                    <a:pt x="25" y="25"/>
                    <a:pt x="19" y="25"/>
                  </a:cubicBezTo>
                  <a:cubicBezTo>
                    <a:pt x="9" y="25"/>
                    <a:pt x="0" y="19"/>
                    <a:pt x="0" y="12"/>
                  </a:cubicBezTo>
                  <a:cubicBezTo>
                    <a:pt x="0" y="7"/>
                    <a:pt x="5" y="2"/>
                    <a:pt x="13" y="0"/>
                  </a:cubicBezTo>
                  <a:close/>
                </a:path>
              </a:pathLst>
            </a:custGeom>
            <a:solidFill>
              <a:srgbClr val="FAC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0" name="Freeform 448">
              <a:extLst>
                <a:ext uri="{FF2B5EF4-FFF2-40B4-BE49-F238E27FC236}">
                  <a16:creationId xmlns:a16="http://schemas.microsoft.com/office/drawing/2014/main" id="{363FAB43-9FF2-400F-81EF-1BAE1696A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930"/>
              <a:ext cx="329" cy="249"/>
            </a:xfrm>
            <a:custGeom>
              <a:avLst/>
              <a:gdLst>
                <a:gd name="T0" fmla="*/ 77 w 141"/>
                <a:gd name="T1" fmla="*/ 30 h 100"/>
                <a:gd name="T2" fmla="*/ 600 w 141"/>
                <a:gd name="T3" fmla="*/ 682 h 100"/>
                <a:gd name="T4" fmla="*/ 698 w 141"/>
                <a:gd name="T5" fmla="*/ 1544 h 100"/>
                <a:gd name="T6" fmla="*/ 1295 w 141"/>
                <a:gd name="T7" fmla="*/ 1377 h 100"/>
                <a:gd name="T8" fmla="*/ 1601 w 141"/>
                <a:gd name="T9" fmla="*/ 650 h 100"/>
                <a:gd name="T10" fmla="*/ 0 w 141"/>
                <a:gd name="T11" fmla="*/ 42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00">
                  <a:moveTo>
                    <a:pt x="6" y="2"/>
                  </a:moveTo>
                  <a:cubicBezTo>
                    <a:pt x="25" y="13"/>
                    <a:pt x="36" y="24"/>
                    <a:pt x="47" y="44"/>
                  </a:cubicBezTo>
                  <a:cubicBezTo>
                    <a:pt x="55" y="58"/>
                    <a:pt x="62" y="83"/>
                    <a:pt x="55" y="100"/>
                  </a:cubicBezTo>
                  <a:cubicBezTo>
                    <a:pt x="65" y="91"/>
                    <a:pt x="90" y="95"/>
                    <a:pt x="102" y="89"/>
                  </a:cubicBezTo>
                  <a:cubicBezTo>
                    <a:pt x="122" y="80"/>
                    <a:pt x="141" y="61"/>
                    <a:pt x="126" y="42"/>
                  </a:cubicBezTo>
                  <a:cubicBezTo>
                    <a:pt x="100" y="9"/>
                    <a:pt x="25" y="0"/>
                    <a:pt x="0" y="3"/>
                  </a:cubicBezTo>
                </a:path>
              </a:pathLst>
            </a:custGeom>
            <a:solidFill>
              <a:srgbClr val="FCD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1" name="Freeform 449">
              <a:extLst>
                <a:ext uri="{FF2B5EF4-FFF2-40B4-BE49-F238E27FC236}">
                  <a16:creationId xmlns:a16="http://schemas.microsoft.com/office/drawing/2014/main" id="{73C4D5DD-4177-4D1C-B4F6-7E9ABA5B5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728"/>
              <a:ext cx="1400" cy="1055"/>
            </a:xfrm>
            <a:custGeom>
              <a:avLst/>
              <a:gdLst>
                <a:gd name="T0" fmla="*/ 278 w 599"/>
                <a:gd name="T1" fmla="*/ 2482 h 423"/>
                <a:gd name="T2" fmla="*/ 4698 w 599"/>
                <a:gd name="T3" fmla="*/ 75 h 423"/>
                <a:gd name="T4" fmla="*/ 7598 w 599"/>
                <a:gd name="T5" fmla="*/ 2065 h 423"/>
                <a:gd name="T6" fmla="*/ 6561 w 599"/>
                <a:gd name="T7" fmla="*/ 3447 h 423"/>
                <a:gd name="T8" fmla="*/ 5462 w 599"/>
                <a:gd name="T9" fmla="*/ 3290 h 423"/>
                <a:gd name="T10" fmla="*/ 5156 w 599"/>
                <a:gd name="T11" fmla="*/ 4205 h 423"/>
                <a:gd name="T12" fmla="*/ 5502 w 599"/>
                <a:gd name="T13" fmla="*/ 5183 h 423"/>
                <a:gd name="T14" fmla="*/ 5336 w 599"/>
                <a:gd name="T15" fmla="*/ 5504 h 423"/>
                <a:gd name="T16" fmla="*/ 5004 w 599"/>
                <a:gd name="T17" fmla="*/ 5233 h 423"/>
                <a:gd name="T18" fmla="*/ 5032 w 599"/>
                <a:gd name="T19" fmla="*/ 5317 h 423"/>
                <a:gd name="T20" fmla="*/ 5147 w 599"/>
                <a:gd name="T21" fmla="*/ 5741 h 423"/>
                <a:gd name="T22" fmla="*/ 5249 w 599"/>
                <a:gd name="T23" fmla="*/ 5834 h 423"/>
                <a:gd name="T24" fmla="*/ 5453 w 599"/>
                <a:gd name="T25" fmla="*/ 6033 h 423"/>
                <a:gd name="T26" fmla="*/ 5287 w 599"/>
                <a:gd name="T27" fmla="*/ 6362 h 423"/>
                <a:gd name="T28" fmla="*/ 4918 w 599"/>
                <a:gd name="T29" fmla="*/ 6375 h 423"/>
                <a:gd name="T30" fmla="*/ 4889 w 599"/>
                <a:gd name="T31" fmla="*/ 5971 h 423"/>
                <a:gd name="T32" fmla="*/ 4927 w 599"/>
                <a:gd name="T33" fmla="*/ 5692 h 423"/>
                <a:gd name="T34" fmla="*/ 4726 w 599"/>
                <a:gd name="T35" fmla="*/ 5138 h 423"/>
                <a:gd name="T36" fmla="*/ 4020 w 599"/>
                <a:gd name="T37" fmla="*/ 4826 h 423"/>
                <a:gd name="T38" fmla="*/ 3665 w 599"/>
                <a:gd name="T39" fmla="*/ 5088 h 423"/>
                <a:gd name="T40" fmla="*/ 3574 w 599"/>
                <a:gd name="T41" fmla="*/ 5492 h 423"/>
                <a:gd name="T42" fmla="*/ 2349 w 599"/>
                <a:gd name="T43" fmla="*/ 4901 h 423"/>
                <a:gd name="T44" fmla="*/ 3894 w 599"/>
                <a:gd name="T45" fmla="*/ 4360 h 423"/>
                <a:gd name="T46" fmla="*/ 4698 w 599"/>
                <a:gd name="T47" fmla="*/ 4983 h 423"/>
                <a:gd name="T48" fmla="*/ 5004 w 599"/>
                <a:gd name="T49" fmla="*/ 5692 h 423"/>
                <a:gd name="T50" fmla="*/ 4878 w 599"/>
                <a:gd name="T51" fmla="*/ 5058 h 423"/>
                <a:gd name="T52" fmla="*/ 4878 w 599"/>
                <a:gd name="T53" fmla="*/ 4716 h 423"/>
                <a:gd name="T54" fmla="*/ 5233 w 599"/>
                <a:gd name="T55" fmla="*/ 4888 h 423"/>
                <a:gd name="T56" fmla="*/ 5081 w 599"/>
                <a:gd name="T57" fmla="*/ 4372 h 423"/>
                <a:gd name="T58" fmla="*/ 4992 w 599"/>
                <a:gd name="T59" fmla="*/ 4001 h 423"/>
                <a:gd name="T60" fmla="*/ 4918 w 599"/>
                <a:gd name="T61" fmla="*/ 3664 h 423"/>
                <a:gd name="T62" fmla="*/ 5221 w 599"/>
                <a:gd name="T63" fmla="*/ 3352 h 423"/>
                <a:gd name="T64" fmla="*/ 5682 w 599"/>
                <a:gd name="T65" fmla="*/ 3010 h 423"/>
                <a:gd name="T66" fmla="*/ 6320 w 599"/>
                <a:gd name="T67" fmla="*/ 2743 h 423"/>
                <a:gd name="T68" fmla="*/ 5425 w 599"/>
                <a:gd name="T69" fmla="*/ 1132 h 423"/>
                <a:gd name="T70" fmla="*/ 1802 w 599"/>
                <a:gd name="T71" fmla="*/ 2681 h 423"/>
                <a:gd name="T72" fmla="*/ 458 w 599"/>
                <a:gd name="T73" fmla="*/ 3664 h 423"/>
                <a:gd name="T74" fmla="*/ 278 w 599"/>
                <a:gd name="T75" fmla="*/ 2482 h 42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599" h="423">
                  <a:moveTo>
                    <a:pt x="22" y="160"/>
                  </a:moveTo>
                  <a:cubicBezTo>
                    <a:pt x="56" y="57"/>
                    <a:pt x="241" y="9"/>
                    <a:pt x="368" y="5"/>
                  </a:cubicBezTo>
                  <a:cubicBezTo>
                    <a:pt x="521" y="0"/>
                    <a:pt x="590" y="85"/>
                    <a:pt x="595" y="133"/>
                  </a:cubicBezTo>
                  <a:cubicBezTo>
                    <a:pt x="599" y="175"/>
                    <a:pt x="561" y="210"/>
                    <a:pt x="514" y="222"/>
                  </a:cubicBezTo>
                  <a:cubicBezTo>
                    <a:pt x="464" y="234"/>
                    <a:pt x="450" y="193"/>
                    <a:pt x="428" y="212"/>
                  </a:cubicBezTo>
                  <a:cubicBezTo>
                    <a:pt x="417" y="223"/>
                    <a:pt x="399" y="238"/>
                    <a:pt x="404" y="271"/>
                  </a:cubicBezTo>
                  <a:cubicBezTo>
                    <a:pt x="408" y="305"/>
                    <a:pt x="424" y="329"/>
                    <a:pt x="431" y="334"/>
                  </a:cubicBezTo>
                  <a:cubicBezTo>
                    <a:pt x="437" y="340"/>
                    <a:pt x="433" y="356"/>
                    <a:pt x="418" y="355"/>
                  </a:cubicBezTo>
                  <a:cubicBezTo>
                    <a:pt x="405" y="355"/>
                    <a:pt x="397" y="344"/>
                    <a:pt x="392" y="337"/>
                  </a:cubicBezTo>
                  <a:cubicBezTo>
                    <a:pt x="393" y="339"/>
                    <a:pt x="393" y="341"/>
                    <a:pt x="394" y="343"/>
                  </a:cubicBezTo>
                  <a:cubicBezTo>
                    <a:pt x="397" y="352"/>
                    <a:pt x="401" y="363"/>
                    <a:pt x="403" y="370"/>
                  </a:cubicBezTo>
                  <a:cubicBezTo>
                    <a:pt x="404" y="374"/>
                    <a:pt x="408" y="376"/>
                    <a:pt x="411" y="376"/>
                  </a:cubicBezTo>
                  <a:cubicBezTo>
                    <a:pt x="418" y="377"/>
                    <a:pt x="424" y="381"/>
                    <a:pt x="427" y="389"/>
                  </a:cubicBezTo>
                  <a:cubicBezTo>
                    <a:pt x="431" y="400"/>
                    <a:pt x="419" y="409"/>
                    <a:pt x="414" y="410"/>
                  </a:cubicBezTo>
                  <a:cubicBezTo>
                    <a:pt x="412" y="414"/>
                    <a:pt x="402" y="423"/>
                    <a:pt x="385" y="411"/>
                  </a:cubicBezTo>
                  <a:cubicBezTo>
                    <a:pt x="378" y="405"/>
                    <a:pt x="380" y="394"/>
                    <a:pt x="383" y="385"/>
                  </a:cubicBezTo>
                  <a:cubicBezTo>
                    <a:pt x="384" y="382"/>
                    <a:pt x="387" y="372"/>
                    <a:pt x="386" y="367"/>
                  </a:cubicBezTo>
                  <a:cubicBezTo>
                    <a:pt x="384" y="355"/>
                    <a:pt x="377" y="336"/>
                    <a:pt x="370" y="331"/>
                  </a:cubicBezTo>
                  <a:cubicBezTo>
                    <a:pt x="361" y="326"/>
                    <a:pt x="335" y="316"/>
                    <a:pt x="315" y="311"/>
                  </a:cubicBezTo>
                  <a:cubicBezTo>
                    <a:pt x="294" y="305"/>
                    <a:pt x="293" y="318"/>
                    <a:pt x="287" y="328"/>
                  </a:cubicBezTo>
                  <a:cubicBezTo>
                    <a:pt x="283" y="334"/>
                    <a:pt x="281" y="344"/>
                    <a:pt x="280" y="354"/>
                  </a:cubicBezTo>
                  <a:cubicBezTo>
                    <a:pt x="184" y="316"/>
                    <a:pt x="184" y="316"/>
                    <a:pt x="184" y="316"/>
                  </a:cubicBezTo>
                  <a:cubicBezTo>
                    <a:pt x="212" y="261"/>
                    <a:pt x="281" y="273"/>
                    <a:pt x="305" y="281"/>
                  </a:cubicBezTo>
                  <a:cubicBezTo>
                    <a:pt x="348" y="296"/>
                    <a:pt x="356" y="314"/>
                    <a:pt x="368" y="321"/>
                  </a:cubicBezTo>
                  <a:cubicBezTo>
                    <a:pt x="380" y="328"/>
                    <a:pt x="390" y="357"/>
                    <a:pt x="392" y="367"/>
                  </a:cubicBezTo>
                  <a:cubicBezTo>
                    <a:pt x="391" y="356"/>
                    <a:pt x="384" y="338"/>
                    <a:pt x="382" y="326"/>
                  </a:cubicBezTo>
                  <a:cubicBezTo>
                    <a:pt x="379" y="314"/>
                    <a:pt x="377" y="307"/>
                    <a:pt x="382" y="304"/>
                  </a:cubicBezTo>
                  <a:cubicBezTo>
                    <a:pt x="388" y="300"/>
                    <a:pt x="401" y="308"/>
                    <a:pt x="410" y="315"/>
                  </a:cubicBezTo>
                  <a:cubicBezTo>
                    <a:pt x="410" y="315"/>
                    <a:pt x="399" y="293"/>
                    <a:pt x="398" y="282"/>
                  </a:cubicBezTo>
                  <a:cubicBezTo>
                    <a:pt x="396" y="271"/>
                    <a:pt x="398" y="265"/>
                    <a:pt x="391" y="258"/>
                  </a:cubicBezTo>
                  <a:cubicBezTo>
                    <a:pt x="385" y="254"/>
                    <a:pt x="382" y="243"/>
                    <a:pt x="385" y="236"/>
                  </a:cubicBezTo>
                  <a:cubicBezTo>
                    <a:pt x="389" y="225"/>
                    <a:pt x="402" y="228"/>
                    <a:pt x="409" y="216"/>
                  </a:cubicBezTo>
                  <a:cubicBezTo>
                    <a:pt x="417" y="204"/>
                    <a:pt x="428" y="196"/>
                    <a:pt x="445" y="194"/>
                  </a:cubicBezTo>
                  <a:cubicBezTo>
                    <a:pt x="462" y="194"/>
                    <a:pt x="478" y="190"/>
                    <a:pt x="495" y="177"/>
                  </a:cubicBezTo>
                  <a:cubicBezTo>
                    <a:pt x="532" y="150"/>
                    <a:pt x="531" y="101"/>
                    <a:pt x="425" y="73"/>
                  </a:cubicBezTo>
                  <a:cubicBezTo>
                    <a:pt x="320" y="45"/>
                    <a:pt x="178" y="124"/>
                    <a:pt x="141" y="173"/>
                  </a:cubicBezTo>
                  <a:cubicBezTo>
                    <a:pt x="108" y="216"/>
                    <a:pt x="72" y="260"/>
                    <a:pt x="36" y="236"/>
                  </a:cubicBezTo>
                  <a:cubicBezTo>
                    <a:pt x="0" y="212"/>
                    <a:pt x="17" y="177"/>
                    <a:pt x="22" y="160"/>
                  </a:cubicBezTo>
                  <a:close/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2" name="Freeform 450">
              <a:extLst>
                <a:ext uri="{FF2B5EF4-FFF2-40B4-BE49-F238E27FC236}">
                  <a16:creationId xmlns:a16="http://schemas.microsoft.com/office/drawing/2014/main" id="{F3439A80-77C4-4F66-B5B7-6C67E7F4D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728"/>
              <a:ext cx="1400" cy="648"/>
            </a:xfrm>
            <a:custGeom>
              <a:avLst/>
              <a:gdLst>
                <a:gd name="T0" fmla="*/ 4698 w 599"/>
                <a:gd name="T1" fmla="*/ 75 h 260"/>
                <a:gd name="T2" fmla="*/ 278 w 599"/>
                <a:gd name="T3" fmla="*/ 2477 h 260"/>
                <a:gd name="T4" fmla="*/ 458 w 599"/>
                <a:gd name="T5" fmla="*/ 3651 h 260"/>
                <a:gd name="T6" fmla="*/ 1802 w 599"/>
                <a:gd name="T7" fmla="*/ 2677 h 260"/>
                <a:gd name="T8" fmla="*/ 5425 w 599"/>
                <a:gd name="T9" fmla="*/ 1132 h 260"/>
                <a:gd name="T10" fmla="*/ 6320 w 599"/>
                <a:gd name="T11" fmla="*/ 2739 h 260"/>
                <a:gd name="T12" fmla="*/ 5682 w 599"/>
                <a:gd name="T13" fmla="*/ 3006 h 260"/>
                <a:gd name="T14" fmla="*/ 5682 w 599"/>
                <a:gd name="T15" fmla="*/ 3218 h 260"/>
                <a:gd name="T16" fmla="*/ 6561 w 599"/>
                <a:gd name="T17" fmla="*/ 3434 h 260"/>
                <a:gd name="T18" fmla="*/ 7598 w 599"/>
                <a:gd name="T19" fmla="*/ 2056 h 260"/>
                <a:gd name="T20" fmla="*/ 4698 w 599"/>
                <a:gd name="T21" fmla="*/ 75 h 2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9" h="260">
                  <a:moveTo>
                    <a:pt x="368" y="5"/>
                  </a:moveTo>
                  <a:cubicBezTo>
                    <a:pt x="241" y="9"/>
                    <a:pt x="56" y="57"/>
                    <a:pt x="22" y="160"/>
                  </a:cubicBezTo>
                  <a:cubicBezTo>
                    <a:pt x="17" y="177"/>
                    <a:pt x="0" y="212"/>
                    <a:pt x="36" y="236"/>
                  </a:cubicBezTo>
                  <a:cubicBezTo>
                    <a:pt x="72" y="260"/>
                    <a:pt x="108" y="216"/>
                    <a:pt x="141" y="173"/>
                  </a:cubicBezTo>
                  <a:cubicBezTo>
                    <a:pt x="178" y="124"/>
                    <a:pt x="320" y="45"/>
                    <a:pt x="425" y="73"/>
                  </a:cubicBezTo>
                  <a:cubicBezTo>
                    <a:pt x="531" y="101"/>
                    <a:pt x="532" y="150"/>
                    <a:pt x="495" y="177"/>
                  </a:cubicBezTo>
                  <a:cubicBezTo>
                    <a:pt x="478" y="190"/>
                    <a:pt x="462" y="194"/>
                    <a:pt x="445" y="194"/>
                  </a:cubicBezTo>
                  <a:cubicBezTo>
                    <a:pt x="439" y="194"/>
                    <a:pt x="438" y="206"/>
                    <a:pt x="445" y="208"/>
                  </a:cubicBezTo>
                  <a:cubicBezTo>
                    <a:pt x="460" y="211"/>
                    <a:pt x="477" y="231"/>
                    <a:pt x="514" y="222"/>
                  </a:cubicBezTo>
                  <a:cubicBezTo>
                    <a:pt x="561" y="210"/>
                    <a:pt x="599" y="175"/>
                    <a:pt x="595" y="133"/>
                  </a:cubicBezTo>
                  <a:cubicBezTo>
                    <a:pt x="590" y="85"/>
                    <a:pt x="521" y="0"/>
                    <a:pt x="368" y="5"/>
                  </a:cubicBezTo>
                  <a:close/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3" name="Freeform 451">
              <a:extLst>
                <a:ext uri="{FF2B5EF4-FFF2-40B4-BE49-F238E27FC236}">
                  <a16:creationId xmlns:a16="http://schemas.microsoft.com/office/drawing/2014/main" id="{C0FEB498-911B-4401-A4B9-DCD346C39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840"/>
              <a:ext cx="915" cy="422"/>
            </a:xfrm>
            <a:custGeom>
              <a:avLst/>
              <a:gdLst>
                <a:gd name="T0" fmla="*/ 3625 w 391"/>
                <a:gd name="T1" fmla="*/ 512 h 169"/>
                <a:gd name="T2" fmla="*/ 4743 w 391"/>
                <a:gd name="T3" fmla="*/ 1403 h 169"/>
                <a:gd name="T4" fmla="*/ 4495 w 391"/>
                <a:gd name="T5" fmla="*/ 1995 h 169"/>
                <a:gd name="T6" fmla="*/ 3894 w 391"/>
                <a:gd name="T7" fmla="*/ 2225 h 169"/>
                <a:gd name="T8" fmla="*/ 3882 w 391"/>
                <a:gd name="T9" fmla="*/ 2225 h 169"/>
                <a:gd name="T10" fmla="*/ 3882 w 391"/>
                <a:gd name="T11" fmla="*/ 2225 h 169"/>
                <a:gd name="T12" fmla="*/ 3461 w 391"/>
                <a:gd name="T13" fmla="*/ 2632 h 169"/>
                <a:gd name="T14" fmla="*/ 3894 w 391"/>
                <a:gd name="T15" fmla="*/ 2320 h 169"/>
                <a:gd name="T16" fmla="*/ 4535 w 391"/>
                <a:gd name="T17" fmla="*/ 2058 h 169"/>
                <a:gd name="T18" fmla="*/ 3641 w 391"/>
                <a:gd name="T19" fmla="*/ 437 h 169"/>
                <a:gd name="T20" fmla="*/ 0 w 391"/>
                <a:gd name="T21" fmla="*/ 1995 h 169"/>
                <a:gd name="T22" fmla="*/ 49 w 391"/>
                <a:gd name="T23" fmla="*/ 2040 h 169"/>
                <a:gd name="T24" fmla="*/ 3625 w 391"/>
                <a:gd name="T25" fmla="*/ 512 h 1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1" h="169">
                  <a:moveTo>
                    <a:pt x="283" y="33"/>
                  </a:moveTo>
                  <a:cubicBezTo>
                    <a:pt x="353" y="51"/>
                    <a:pt x="368" y="77"/>
                    <a:pt x="370" y="90"/>
                  </a:cubicBezTo>
                  <a:cubicBezTo>
                    <a:pt x="373" y="103"/>
                    <a:pt x="366" y="117"/>
                    <a:pt x="351" y="128"/>
                  </a:cubicBezTo>
                  <a:cubicBezTo>
                    <a:pt x="336" y="139"/>
                    <a:pt x="321" y="143"/>
                    <a:pt x="304" y="143"/>
                  </a:cubicBezTo>
                  <a:cubicBezTo>
                    <a:pt x="303" y="143"/>
                    <a:pt x="303" y="143"/>
                    <a:pt x="303" y="143"/>
                  </a:cubicBezTo>
                  <a:cubicBezTo>
                    <a:pt x="303" y="143"/>
                    <a:pt x="303" y="143"/>
                    <a:pt x="303" y="143"/>
                  </a:cubicBezTo>
                  <a:cubicBezTo>
                    <a:pt x="286" y="146"/>
                    <a:pt x="279" y="155"/>
                    <a:pt x="270" y="169"/>
                  </a:cubicBezTo>
                  <a:cubicBezTo>
                    <a:pt x="278" y="158"/>
                    <a:pt x="288" y="151"/>
                    <a:pt x="304" y="149"/>
                  </a:cubicBezTo>
                  <a:cubicBezTo>
                    <a:pt x="321" y="149"/>
                    <a:pt x="337" y="145"/>
                    <a:pt x="354" y="132"/>
                  </a:cubicBezTo>
                  <a:cubicBezTo>
                    <a:pt x="391" y="105"/>
                    <a:pt x="390" y="56"/>
                    <a:pt x="284" y="28"/>
                  </a:cubicBezTo>
                  <a:cubicBezTo>
                    <a:pt x="179" y="0"/>
                    <a:pt x="37" y="79"/>
                    <a:pt x="0" y="128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42" y="81"/>
                    <a:pt x="183" y="6"/>
                    <a:pt x="283" y="33"/>
                  </a:cubicBezTo>
                  <a:close/>
                </a:path>
              </a:pathLst>
            </a:custGeom>
            <a:solidFill>
              <a:srgbClr val="F6AF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4" name="Freeform 452">
              <a:extLst>
                <a:ext uri="{FF2B5EF4-FFF2-40B4-BE49-F238E27FC236}">
                  <a16:creationId xmlns:a16="http://schemas.microsoft.com/office/drawing/2014/main" id="{FF1D4EEE-4A84-4620-B0CB-15F177314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883"/>
              <a:ext cx="550" cy="379"/>
            </a:xfrm>
            <a:custGeom>
              <a:avLst/>
              <a:gdLst>
                <a:gd name="T0" fmla="*/ 2537 w 235"/>
                <a:gd name="T1" fmla="*/ 1785 h 152"/>
                <a:gd name="T2" fmla="*/ 1643 w 235"/>
                <a:gd name="T3" fmla="*/ 167 h 152"/>
                <a:gd name="T4" fmla="*/ 49 w 235"/>
                <a:gd name="T5" fmla="*/ 262 h 152"/>
                <a:gd name="T6" fmla="*/ 12 w 235"/>
                <a:gd name="T7" fmla="*/ 292 h 152"/>
                <a:gd name="T8" fmla="*/ 77 w 235"/>
                <a:gd name="T9" fmla="*/ 342 h 152"/>
                <a:gd name="T10" fmla="*/ 1627 w 235"/>
                <a:gd name="T11" fmla="*/ 249 h 152"/>
                <a:gd name="T12" fmla="*/ 2745 w 235"/>
                <a:gd name="T13" fmla="*/ 1132 h 152"/>
                <a:gd name="T14" fmla="*/ 2497 w 235"/>
                <a:gd name="T15" fmla="*/ 1723 h 152"/>
                <a:gd name="T16" fmla="*/ 1896 w 235"/>
                <a:gd name="T17" fmla="*/ 1952 h 152"/>
                <a:gd name="T18" fmla="*/ 1884 w 235"/>
                <a:gd name="T19" fmla="*/ 1952 h 152"/>
                <a:gd name="T20" fmla="*/ 1884 w 235"/>
                <a:gd name="T21" fmla="*/ 1952 h 152"/>
                <a:gd name="T22" fmla="*/ 1463 w 235"/>
                <a:gd name="T23" fmla="*/ 2356 h 152"/>
                <a:gd name="T24" fmla="*/ 1896 w 235"/>
                <a:gd name="T25" fmla="*/ 2045 h 152"/>
                <a:gd name="T26" fmla="*/ 2537 w 235"/>
                <a:gd name="T27" fmla="*/ 1785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5" h="152">
                  <a:moveTo>
                    <a:pt x="198" y="115"/>
                  </a:moveTo>
                  <a:cubicBezTo>
                    <a:pt x="235" y="88"/>
                    <a:pt x="234" y="39"/>
                    <a:pt x="128" y="11"/>
                  </a:cubicBezTo>
                  <a:cubicBezTo>
                    <a:pt x="90" y="0"/>
                    <a:pt x="46" y="5"/>
                    <a:pt x="4" y="17"/>
                  </a:cubicBezTo>
                  <a:cubicBezTo>
                    <a:pt x="2" y="18"/>
                    <a:pt x="1" y="19"/>
                    <a:pt x="1" y="19"/>
                  </a:cubicBezTo>
                  <a:cubicBezTo>
                    <a:pt x="0" y="19"/>
                    <a:pt x="2" y="20"/>
                    <a:pt x="6" y="22"/>
                  </a:cubicBezTo>
                  <a:cubicBezTo>
                    <a:pt x="47" y="10"/>
                    <a:pt x="90" y="6"/>
                    <a:pt x="127" y="16"/>
                  </a:cubicBezTo>
                  <a:cubicBezTo>
                    <a:pt x="197" y="34"/>
                    <a:pt x="212" y="60"/>
                    <a:pt x="214" y="73"/>
                  </a:cubicBezTo>
                  <a:cubicBezTo>
                    <a:pt x="217" y="86"/>
                    <a:pt x="210" y="100"/>
                    <a:pt x="195" y="111"/>
                  </a:cubicBezTo>
                  <a:cubicBezTo>
                    <a:pt x="180" y="122"/>
                    <a:pt x="165" y="126"/>
                    <a:pt x="148" y="126"/>
                  </a:cubicBezTo>
                  <a:cubicBezTo>
                    <a:pt x="147" y="126"/>
                    <a:pt x="147" y="126"/>
                    <a:pt x="147" y="126"/>
                  </a:cubicBezTo>
                  <a:cubicBezTo>
                    <a:pt x="147" y="126"/>
                    <a:pt x="147" y="126"/>
                    <a:pt x="147" y="126"/>
                  </a:cubicBezTo>
                  <a:cubicBezTo>
                    <a:pt x="130" y="129"/>
                    <a:pt x="123" y="138"/>
                    <a:pt x="114" y="152"/>
                  </a:cubicBezTo>
                  <a:cubicBezTo>
                    <a:pt x="122" y="141"/>
                    <a:pt x="132" y="134"/>
                    <a:pt x="148" y="132"/>
                  </a:cubicBezTo>
                  <a:cubicBezTo>
                    <a:pt x="165" y="132"/>
                    <a:pt x="181" y="128"/>
                    <a:pt x="198" y="115"/>
                  </a:cubicBezTo>
                  <a:close/>
                </a:path>
              </a:pathLst>
            </a:custGeom>
            <a:solidFill>
              <a:srgbClr val="F5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5" name="Oval 453">
              <a:extLst>
                <a:ext uri="{FF2B5EF4-FFF2-40B4-BE49-F238E27FC236}">
                  <a16:creationId xmlns:a16="http://schemas.microsoft.com/office/drawing/2014/main" id="{C60BFFBD-9463-4A01-96C6-039062195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3219"/>
              <a:ext cx="93" cy="63"/>
            </a:xfrm>
            <a:prstGeom prst="ellipse">
              <a:avLst/>
            </a:pr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06" name="Freeform 454">
              <a:extLst>
                <a:ext uri="{FF2B5EF4-FFF2-40B4-BE49-F238E27FC236}">
                  <a16:creationId xmlns:a16="http://schemas.microsoft.com/office/drawing/2014/main" id="{76C2FD9D-682B-4E39-87B6-98A2D0672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3219"/>
              <a:ext cx="79" cy="60"/>
            </a:xfrm>
            <a:custGeom>
              <a:avLst/>
              <a:gdLst>
                <a:gd name="T0" fmla="*/ 362 w 34"/>
                <a:gd name="T1" fmla="*/ 238 h 24"/>
                <a:gd name="T2" fmla="*/ 114 w 34"/>
                <a:gd name="T3" fmla="*/ 33 h 24"/>
                <a:gd name="T4" fmla="*/ 0 w 34"/>
                <a:gd name="T5" fmla="*/ 63 h 24"/>
                <a:gd name="T6" fmla="*/ 179 w 34"/>
                <a:gd name="T7" fmla="*/ 0 h 24"/>
                <a:gd name="T8" fmla="*/ 428 w 34"/>
                <a:gd name="T9" fmla="*/ 208 h 24"/>
                <a:gd name="T10" fmla="*/ 302 w 34"/>
                <a:gd name="T11" fmla="*/ 375 h 24"/>
                <a:gd name="T12" fmla="*/ 362 w 34"/>
                <a:gd name="T13" fmla="*/ 238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4">
                  <a:moveTo>
                    <a:pt x="29" y="15"/>
                  </a:moveTo>
                  <a:cubicBezTo>
                    <a:pt x="29" y="8"/>
                    <a:pt x="20" y="2"/>
                    <a:pt x="9" y="2"/>
                  </a:cubicBezTo>
                  <a:cubicBezTo>
                    <a:pt x="6" y="2"/>
                    <a:pt x="3" y="3"/>
                    <a:pt x="0" y="4"/>
                  </a:cubicBezTo>
                  <a:cubicBezTo>
                    <a:pt x="3" y="1"/>
                    <a:pt x="8" y="0"/>
                    <a:pt x="14" y="0"/>
                  </a:cubicBezTo>
                  <a:cubicBezTo>
                    <a:pt x="25" y="0"/>
                    <a:pt x="34" y="6"/>
                    <a:pt x="34" y="13"/>
                  </a:cubicBezTo>
                  <a:cubicBezTo>
                    <a:pt x="34" y="17"/>
                    <a:pt x="29" y="21"/>
                    <a:pt x="24" y="24"/>
                  </a:cubicBezTo>
                  <a:cubicBezTo>
                    <a:pt x="27" y="21"/>
                    <a:pt x="29" y="18"/>
                    <a:pt x="29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7" name="Freeform 455">
              <a:extLst>
                <a:ext uri="{FF2B5EF4-FFF2-40B4-BE49-F238E27FC236}">
                  <a16:creationId xmlns:a16="http://schemas.microsoft.com/office/drawing/2014/main" id="{90898AB2-E728-4565-9D57-3D42DE134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917"/>
              <a:ext cx="358" cy="292"/>
            </a:xfrm>
            <a:custGeom>
              <a:avLst/>
              <a:gdLst>
                <a:gd name="T0" fmla="*/ 744 w 153"/>
                <a:gd name="T1" fmla="*/ 0 h 117"/>
                <a:gd name="T2" fmla="*/ 1961 w 153"/>
                <a:gd name="T3" fmla="*/ 1525 h 117"/>
                <a:gd name="T4" fmla="*/ 1720 w 153"/>
                <a:gd name="T5" fmla="*/ 1537 h 117"/>
                <a:gd name="T6" fmla="*/ 0 w 153"/>
                <a:gd name="T7" fmla="*/ 312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17">
                  <a:moveTo>
                    <a:pt x="58" y="0"/>
                  </a:moveTo>
                  <a:cubicBezTo>
                    <a:pt x="86" y="3"/>
                    <a:pt x="150" y="39"/>
                    <a:pt x="153" y="98"/>
                  </a:cubicBezTo>
                  <a:cubicBezTo>
                    <a:pt x="153" y="115"/>
                    <a:pt x="142" y="117"/>
                    <a:pt x="134" y="99"/>
                  </a:cubicBezTo>
                  <a:cubicBezTo>
                    <a:pt x="117" y="56"/>
                    <a:pt x="71" y="5"/>
                    <a:pt x="0" y="20"/>
                  </a:cubicBezTo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8" name="Freeform 456">
              <a:extLst>
                <a:ext uri="{FF2B5EF4-FFF2-40B4-BE49-F238E27FC236}">
                  <a16:creationId xmlns:a16="http://schemas.microsoft.com/office/drawing/2014/main" id="{A4C4F64C-39A8-4A77-A24F-6DF73B222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212"/>
              <a:ext cx="227" cy="289"/>
            </a:xfrm>
            <a:custGeom>
              <a:avLst/>
              <a:gdLst>
                <a:gd name="T0" fmla="*/ 908 w 97"/>
                <a:gd name="T1" fmla="*/ 1794 h 116"/>
                <a:gd name="T2" fmla="*/ 552 w 97"/>
                <a:gd name="T3" fmla="*/ 1627 h 116"/>
                <a:gd name="T4" fmla="*/ 564 w 97"/>
                <a:gd name="T5" fmla="*/ 1515 h 116"/>
                <a:gd name="T6" fmla="*/ 833 w 97"/>
                <a:gd name="T7" fmla="*/ 1161 h 116"/>
                <a:gd name="T8" fmla="*/ 833 w 97"/>
                <a:gd name="T9" fmla="*/ 757 h 116"/>
                <a:gd name="T10" fmla="*/ 498 w 97"/>
                <a:gd name="T11" fmla="*/ 912 h 116"/>
                <a:gd name="T12" fmla="*/ 126 w 97"/>
                <a:gd name="T13" fmla="*/ 957 h 116"/>
                <a:gd name="T14" fmla="*/ 180 w 97"/>
                <a:gd name="T15" fmla="*/ 528 h 116"/>
                <a:gd name="T16" fmla="*/ 269 w 97"/>
                <a:gd name="T17" fmla="*/ 217 h 116"/>
                <a:gd name="T18" fmla="*/ 344 w 97"/>
                <a:gd name="T19" fmla="*/ 62 h 116"/>
                <a:gd name="T20" fmla="*/ 552 w 97"/>
                <a:gd name="T21" fmla="*/ 154 h 116"/>
                <a:gd name="T22" fmla="*/ 400 w 97"/>
                <a:gd name="T23" fmla="*/ 496 h 116"/>
                <a:gd name="T24" fmla="*/ 641 w 97"/>
                <a:gd name="T25" fmla="*/ 590 h 116"/>
                <a:gd name="T26" fmla="*/ 1140 w 97"/>
                <a:gd name="T27" fmla="*/ 590 h 116"/>
                <a:gd name="T28" fmla="*/ 1091 w 97"/>
                <a:gd name="T29" fmla="*/ 1191 h 116"/>
                <a:gd name="T30" fmla="*/ 908 w 97"/>
                <a:gd name="T31" fmla="*/ 1794 h 1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7" h="116">
                  <a:moveTo>
                    <a:pt x="71" y="116"/>
                  </a:moveTo>
                  <a:cubicBezTo>
                    <a:pt x="43" y="105"/>
                    <a:pt x="43" y="105"/>
                    <a:pt x="43" y="105"/>
                  </a:cubicBezTo>
                  <a:cubicBezTo>
                    <a:pt x="44" y="103"/>
                    <a:pt x="44" y="101"/>
                    <a:pt x="44" y="98"/>
                  </a:cubicBezTo>
                  <a:cubicBezTo>
                    <a:pt x="47" y="85"/>
                    <a:pt x="59" y="82"/>
                    <a:pt x="65" y="75"/>
                  </a:cubicBezTo>
                  <a:cubicBezTo>
                    <a:pt x="58" y="68"/>
                    <a:pt x="57" y="53"/>
                    <a:pt x="65" y="49"/>
                  </a:cubicBezTo>
                  <a:cubicBezTo>
                    <a:pt x="58" y="43"/>
                    <a:pt x="46" y="50"/>
                    <a:pt x="39" y="59"/>
                  </a:cubicBezTo>
                  <a:cubicBezTo>
                    <a:pt x="31" y="68"/>
                    <a:pt x="20" y="68"/>
                    <a:pt x="10" y="62"/>
                  </a:cubicBezTo>
                  <a:cubicBezTo>
                    <a:pt x="0" y="55"/>
                    <a:pt x="7" y="39"/>
                    <a:pt x="14" y="34"/>
                  </a:cubicBezTo>
                  <a:cubicBezTo>
                    <a:pt x="23" y="19"/>
                    <a:pt x="20" y="25"/>
                    <a:pt x="21" y="14"/>
                  </a:cubicBezTo>
                  <a:cubicBezTo>
                    <a:pt x="22" y="10"/>
                    <a:pt x="24" y="7"/>
                    <a:pt x="27" y="4"/>
                  </a:cubicBezTo>
                  <a:cubicBezTo>
                    <a:pt x="32" y="0"/>
                    <a:pt x="41" y="0"/>
                    <a:pt x="43" y="10"/>
                  </a:cubicBezTo>
                  <a:cubicBezTo>
                    <a:pt x="46" y="18"/>
                    <a:pt x="39" y="23"/>
                    <a:pt x="31" y="32"/>
                  </a:cubicBezTo>
                  <a:cubicBezTo>
                    <a:pt x="33" y="31"/>
                    <a:pt x="39" y="40"/>
                    <a:pt x="50" y="38"/>
                  </a:cubicBezTo>
                  <a:cubicBezTo>
                    <a:pt x="61" y="36"/>
                    <a:pt x="81" y="24"/>
                    <a:pt x="89" y="38"/>
                  </a:cubicBezTo>
                  <a:cubicBezTo>
                    <a:pt x="97" y="53"/>
                    <a:pt x="92" y="58"/>
                    <a:pt x="85" y="77"/>
                  </a:cubicBezTo>
                  <a:cubicBezTo>
                    <a:pt x="81" y="92"/>
                    <a:pt x="75" y="101"/>
                    <a:pt x="71" y="116"/>
                  </a:cubicBezTo>
                  <a:close/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9" name="Freeform 457">
              <a:extLst>
                <a:ext uri="{FF2B5EF4-FFF2-40B4-BE49-F238E27FC236}">
                  <a16:creationId xmlns:a16="http://schemas.microsoft.com/office/drawing/2014/main" id="{85DFB4C0-C568-44C4-B248-E91AFD9E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925"/>
              <a:ext cx="115" cy="42"/>
            </a:xfrm>
            <a:custGeom>
              <a:avLst/>
              <a:gdLst>
                <a:gd name="T0" fmla="*/ 634 w 49"/>
                <a:gd name="T1" fmla="*/ 0 h 17"/>
                <a:gd name="T2" fmla="*/ 606 w 49"/>
                <a:gd name="T3" fmla="*/ 0 h 17"/>
                <a:gd name="T4" fmla="*/ 0 w 49"/>
                <a:gd name="T5" fmla="*/ 257 h 17"/>
                <a:gd name="T6" fmla="*/ 634 w 4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7">
                  <a:moveTo>
                    <a:pt x="49" y="0"/>
                  </a:moveTo>
                  <a:cubicBezTo>
                    <a:pt x="47" y="0"/>
                    <a:pt x="47" y="0"/>
                    <a:pt x="47" y="0"/>
                  </a:cubicBezTo>
                  <a:cubicBezTo>
                    <a:pt x="31" y="4"/>
                    <a:pt x="15" y="10"/>
                    <a:pt x="0" y="17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DCA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0" name="Freeform 458">
              <a:extLst>
                <a:ext uri="{FF2B5EF4-FFF2-40B4-BE49-F238E27FC236}">
                  <a16:creationId xmlns:a16="http://schemas.microsoft.com/office/drawing/2014/main" id="{CDD793A7-6C86-4AFF-91FF-72C89F7C9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930"/>
              <a:ext cx="615" cy="287"/>
            </a:xfrm>
            <a:custGeom>
              <a:avLst/>
              <a:gdLst>
                <a:gd name="T0" fmla="*/ 1651 w 263"/>
                <a:gd name="T1" fmla="*/ 230 h 115"/>
                <a:gd name="T2" fmla="*/ 229 w 263"/>
                <a:gd name="T3" fmla="*/ 1433 h 115"/>
                <a:gd name="T4" fmla="*/ 0 w 263"/>
                <a:gd name="T5" fmla="*/ 1787 h 115"/>
                <a:gd name="T6" fmla="*/ 919 w 263"/>
                <a:gd name="T7" fmla="*/ 871 h 115"/>
                <a:gd name="T8" fmla="*/ 2483 w 263"/>
                <a:gd name="T9" fmla="*/ 624 h 115"/>
                <a:gd name="T10" fmla="*/ 3363 w 263"/>
                <a:gd name="T11" fmla="*/ 1462 h 115"/>
                <a:gd name="T12" fmla="*/ 1651 w 263"/>
                <a:gd name="T13" fmla="*/ 23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3" h="115">
                  <a:moveTo>
                    <a:pt x="129" y="15"/>
                  </a:moveTo>
                  <a:cubicBezTo>
                    <a:pt x="78" y="37"/>
                    <a:pt x="36" y="68"/>
                    <a:pt x="18" y="92"/>
                  </a:cubicBezTo>
                  <a:cubicBezTo>
                    <a:pt x="12" y="100"/>
                    <a:pt x="6" y="107"/>
                    <a:pt x="0" y="115"/>
                  </a:cubicBezTo>
                  <a:cubicBezTo>
                    <a:pt x="15" y="105"/>
                    <a:pt x="47" y="69"/>
                    <a:pt x="72" y="56"/>
                  </a:cubicBezTo>
                  <a:cubicBezTo>
                    <a:pt x="105" y="38"/>
                    <a:pt x="152" y="27"/>
                    <a:pt x="194" y="40"/>
                  </a:cubicBezTo>
                  <a:cubicBezTo>
                    <a:pt x="220" y="47"/>
                    <a:pt x="246" y="64"/>
                    <a:pt x="263" y="94"/>
                  </a:cubicBezTo>
                  <a:cubicBezTo>
                    <a:pt x="246" y="51"/>
                    <a:pt x="200" y="0"/>
                    <a:pt x="129" y="15"/>
                  </a:cubicBezTo>
                  <a:close/>
                </a:path>
              </a:pathLst>
            </a:custGeom>
            <a:solidFill>
              <a:srgbClr val="F6AF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1" name="Freeform 459">
              <a:extLst>
                <a:ext uri="{FF2B5EF4-FFF2-40B4-BE49-F238E27FC236}">
                  <a16:creationId xmlns:a16="http://schemas.microsoft.com/office/drawing/2014/main" id="{1A87F599-C4C8-429E-9AF9-35D93E49E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725"/>
              <a:ext cx="1149" cy="464"/>
            </a:xfrm>
            <a:custGeom>
              <a:avLst/>
              <a:gdLst>
                <a:gd name="T0" fmla="*/ 0 w 491"/>
                <a:gd name="T1" fmla="*/ 2889 h 186"/>
                <a:gd name="T2" fmla="*/ 2935 w 491"/>
                <a:gd name="T3" fmla="*/ 449 h 186"/>
                <a:gd name="T4" fmla="*/ 6293 w 491"/>
                <a:gd name="T5" fmla="*/ 746 h 186"/>
                <a:gd name="T6" fmla="*/ 2321 w 491"/>
                <a:gd name="T7" fmla="*/ 821 h 186"/>
                <a:gd name="T8" fmla="*/ 0 w 491"/>
                <a:gd name="T9" fmla="*/ 2889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1" h="186">
                  <a:moveTo>
                    <a:pt x="0" y="186"/>
                  </a:moveTo>
                  <a:cubicBezTo>
                    <a:pt x="5" y="159"/>
                    <a:pt x="55" y="65"/>
                    <a:pt x="229" y="29"/>
                  </a:cubicBezTo>
                  <a:cubicBezTo>
                    <a:pt x="316" y="11"/>
                    <a:pt x="417" y="0"/>
                    <a:pt x="491" y="48"/>
                  </a:cubicBezTo>
                  <a:cubicBezTo>
                    <a:pt x="440" y="16"/>
                    <a:pt x="304" y="9"/>
                    <a:pt x="181" y="53"/>
                  </a:cubicBezTo>
                  <a:cubicBezTo>
                    <a:pt x="65" y="94"/>
                    <a:pt x="24" y="137"/>
                    <a:pt x="0" y="1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2" name="Freeform 460">
              <a:extLst>
                <a:ext uri="{FF2B5EF4-FFF2-40B4-BE49-F238E27FC236}">
                  <a16:creationId xmlns:a16="http://schemas.microsoft.com/office/drawing/2014/main" id="{6A84C895-664F-4386-ACE1-8CCEC17A1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3032"/>
              <a:ext cx="182" cy="187"/>
            </a:xfrm>
            <a:custGeom>
              <a:avLst/>
              <a:gdLst>
                <a:gd name="T0" fmla="*/ 649 w 78"/>
                <a:gd name="T1" fmla="*/ 0 h 75"/>
                <a:gd name="T2" fmla="*/ 0 w 78"/>
                <a:gd name="T3" fmla="*/ 1162 h 75"/>
                <a:gd name="T4" fmla="*/ 649 w 78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75">
                  <a:moveTo>
                    <a:pt x="51" y="0"/>
                  </a:moveTo>
                  <a:cubicBezTo>
                    <a:pt x="61" y="13"/>
                    <a:pt x="57" y="65"/>
                    <a:pt x="0" y="75"/>
                  </a:cubicBezTo>
                  <a:cubicBezTo>
                    <a:pt x="34" y="73"/>
                    <a:pt x="78" y="46"/>
                    <a:pt x="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3" name="Freeform 461">
              <a:extLst>
                <a:ext uri="{FF2B5EF4-FFF2-40B4-BE49-F238E27FC236}">
                  <a16:creationId xmlns:a16="http://schemas.microsoft.com/office/drawing/2014/main" id="{3C52DE6C-C892-48AD-A226-077D91C65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3676"/>
              <a:ext cx="32" cy="74"/>
            </a:xfrm>
            <a:custGeom>
              <a:avLst/>
              <a:gdLst>
                <a:gd name="T0" fmla="*/ 167 w 14"/>
                <a:gd name="T1" fmla="*/ 451 h 30"/>
                <a:gd name="T2" fmla="*/ 158 w 14"/>
                <a:gd name="T3" fmla="*/ 0 h 30"/>
                <a:gd name="T4" fmla="*/ 167 w 14"/>
                <a:gd name="T5" fmla="*/ 45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4" y="30"/>
                  </a:moveTo>
                  <a:cubicBezTo>
                    <a:pt x="0" y="22"/>
                    <a:pt x="9" y="11"/>
                    <a:pt x="13" y="0"/>
                  </a:cubicBezTo>
                  <a:cubicBezTo>
                    <a:pt x="12" y="7"/>
                    <a:pt x="9" y="19"/>
                    <a:pt x="14" y="30"/>
                  </a:cubicBezTo>
                  <a:close/>
                </a:path>
              </a:pathLst>
            </a:custGeom>
            <a:solidFill>
              <a:srgbClr val="FBC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4" name="Freeform 462">
              <a:extLst>
                <a:ext uri="{FF2B5EF4-FFF2-40B4-BE49-F238E27FC236}">
                  <a16:creationId xmlns:a16="http://schemas.microsoft.com/office/drawing/2014/main" id="{E57E6486-7B50-4041-AA79-C427126D4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3262"/>
              <a:ext cx="311" cy="134"/>
            </a:xfrm>
            <a:custGeom>
              <a:avLst/>
              <a:gdLst>
                <a:gd name="T0" fmla="*/ 1700 w 133"/>
                <a:gd name="T1" fmla="*/ 0 h 54"/>
                <a:gd name="T2" fmla="*/ 1557 w 133"/>
                <a:gd name="T3" fmla="*/ 320 h 54"/>
                <a:gd name="T4" fmla="*/ 0 w 133"/>
                <a:gd name="T5" fmla="*/ 578 h 54"/>
                <a:gd name="T6" fmla="*/ 1700 w 133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54">
                  <a:moveTo>
                    <a:pt x="133" y="0"/>
                  </a:moveTo>
                  <a:cubicBezTo>
                    <a:pt x="130" y="8"/>
                    <a:pt x="128" y="15"/>
                    <a:pt x="122" y="21"/>
                  </a:cubicBezTo>
                  <a:cubicBezTo>
                    <a:pt x="91" y="54"/>
                    <a:pt x="20" y="41"/>
                    <a:pt x="0" y="38"/>
                  </a:cubicBezTo>
                  <a:cubicBezTo>
                    <a:pt x="24" y="37"/>
                    <a:pt x="92" y="43"/>
                    <a:pt x="133" y="0"/>
                  </a:cubicBezTo>
                  <a:close/>
                </a:path>
              </a:pathLst>
            </a:custGeom>
            <a:solidFill>
              <a:srgbClr val="FAC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5" name="Freeform 463">
              <a:extLst>
                <a:ext uri="{FF2B5EF4-FFF2-40B4-BE49-F238E27FC236}">
                  <a16:creationId xmlns:a16="http://schemas.microsoft.com/office/drawing/2014/main" id="{AF22EB55-490A-46F1-85A2-251BC8B04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912"/>
              <a:ext cx="206" cy="250"/>
            </a:xfrm>
            <a:custGeom>
              <a:avLst/>
              <a:gdLst>
                <a:gd name="T0" fmla="*/ 126 w 88"/>
                <a:gd name="T1" fmla="*/ 0 h 100"/>
                <a:gd name="T2" fmla="*/ 0 w 88"/>
                <a:gd name="T3" fmla="*/ 63 h 100"/>
                <a:gd name="T4" fmla="*/ 1079 w 88"/>
                <a:gd name="T5" fmla="*/ 1563 h 100"/>
                <a:gd name="T6" fmla="*/ 126 w 88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100">
                  <a:moveTo>
                    <a:pt x="1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31" y="13"/>
                    <a:pt x="82" y="48"/>
                    <a:pt x="84" y="100"/>
                  </a:cubicBezTo>
                  <a:cubicBezTo>
                    <a:pt x="88" y="41"/>
                    <a:pt x="25" y="4"/>
                    <a:pt x="10" y="0"/>
                  </a:cubicBezTo>
                  <a:close/>
                </a:path>
              </a:pathLst>
            </a:custGeom>
            <a:solidFill>
              <a:srgbClr val="F5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6" name="Freeform 464">
              <a:extLst>
                <a:ext uri="{FF2B5EF4-FFF2-40B4-BE49-F238E27FC236}">
                  <a16:creationId xmlns:a16="http://schemas.microsoft.com/office/drawing/2014/main" id="{E701CB99-6A15-42E3-BE9D-57FE166BB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705"/>
              <a:ext cx="14" cy="55"/>
            </a:xfrm>
            <a:custGeom>
              <a:avLst/>
              <a:gdLst>
                <a:gd name="T0" fmla="*/ 37 w 6"/>
                <a:gd name="T1" fmla="*/ 0 h 22"/>
                <a:gd name="T2" fmla="*/ 0 w 6"/>
                <a:gd name="T3" fmla="*/ 34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3" y="0"/>
                  </a:moveTo>
                  <a:cubicBezTo>
                    <a:pt x="5" y="7"/>
                    <a:pt x="6" y="17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7" name="Freeform 465">
              <a:extLst>
                <a:ext uri="{FF2B5EF4-FFF2-40B4-BE49-F238E27FC236}">
                  <a16:creationId xmlns:a16="http://schemas.microsoft.com/office/drawing/2014/main" id="{EA09356F-7812-424D-818B-557A03AE7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671"/>
              <a:ext cx="47" cy="59"/>
            </a:xfrm>
            <a:custGeom>
              <a:avLst/>
              <a:gdLst>
                <a:gd name="T0" fmla="*/ 132 w 20"/>
                <a:gd name="T1" fmla="*/ 74 h 24"/>
                <a:gd name="T2" fmla="*/ 143 w 20"/>
                <a:gd name="T3" fmla="*/ 356 h 24"/>
                <a:gd name="T4" fmla="*/ 115 w 20"/>
                <a:gd name="T5" fmla="*/ 120 h 24"/>
                <a:gd name="T6" fmla="*/ 0 w 20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4">
                  <a:moveTo>
                    <a:pt x="10" y="5"/>
                  </a:moveTo>
                  <a:cubicBezTo>
                    <a:pt x="17" y="8"/>
                    <a:pt x="20" y="21"/>
                    <a:pt x="11" y="24"/>
                  </a:cubicBezTo>
                  <a:cubicBezTo>
                    <a:pt x="12" y="17"/>
                    <a:pt x="13" y="13"/>
                    <a:pt x="9" y="8"/>
                  </a:cubicBezTo>
                  <a:cubicBezTo>
                    <a:pt x="6" y="5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8" name="Freeform 466">
              <a:extLst>
                <a:ext uri="{FF2B5EF4-FFF2-40B4-BE49-F238E27FC236}">
                  <a16:creationId xmlns:a16="http://schemas.microsoft.com/office/drawing/2014/main" id="{4081292B-F55A-430C-8F66-C1386DF12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538"/>
              <a:ext cx="89" cy="73"/>
            </a:xfrm>
            <a:custGeom>
              <a:avLst/>
              <a:gdLst>
                <a:gd name="T0" fmla="*/ 0 w 38"/>
                <a:gd name="T1" fmla="*/ 191 h 29"/>
                <a:gd name="T2" fmla="*/ 335 w 38"/>
                <a:gd name="T3" fmla="*/ 368 h 29"/>
                <a:gd name="T4" fmla="*/ 246 w 38"/>
                <a:gd name="T5" fmla="*/ 0 h 29"/>
                <a:gd name="T6" fmla="*/ 246 w 38"/>
                <a:gd name="T7" fmla="*/ 242 h 29"/>
                <a:gd name="T8" fmla="*/ 28 w 38"/>
                <a:gd name="T9" fmla="*/ 17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0" y="12"/>
                  </a:moveTo>
                  <a:cubicBezTo>
                    <a:pt x="6" y="19"/>
                    <a:pt x="16" y="29"/>
                    <a:pt x="26" y="23"/>
                  </a:cubicBezTo>
                  <a:cubicBezTo>
                    <a:pt x="38" y="17"/>
                    <a:pt x="24" y="6"/>
                    <a:pt x="19" y="0"/>
                  </a:cubicBezTo>
                  <a:cubicBezTo>
                    <a:pt x="20" y="6"/>
                    <a:pt x="27" y="12"/>
                    <a:pt x="19" y="15"/>
                  </a:cubicBezTo>
                  <a:cubicBezTo>
                    <a:pt x="15" y="17"/>
                    <a:pt x="5" y="15"/>
                    <a:pt x="2" y="11"/>
                  </a:cubicBezTo>
                </a:path>
              </a:pathLst>
            </a:custGeom>
            <a:solidFill>
              <a:srgbClr val="FBC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9" name="Freeform 467">
              <a:extLst>
                <a:ext uri="{FF2B5EF4-FFF2-40B4-BE49-F238E27FC236}">
                  <a16:creationId xmlns:a16="http://schemas.microsoft.com/office/drawing/2014/main" id="{B218F7D9-2D41-40DF-A2A3-42AB764BA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992"/>
              <a:ext cx="197" cy="280"/>
            </a:xfrm>
            <a:custGeom>
              <a:avLst/>
              <a:gdLst>
                <a:gd name="T0" fmla="*/ 0 w 84"/>
                <a:gd name="T1" fmla="*/ 1750 h 112"/>
                <a:gd name="T2" fmla="*/ 1034 w 84"/>
                <a:gd name="T3" fmla="*/ 645 h 112"/>
                <a:gd name="T4" fmla="*/ 940 w 84"/>
                <a:gd name="T5" fmla="*/ 0 h 112"/>
                <a:gd name="T6" fmla="*/ 0 w 84"/>
                <a:gd name="T7" fmla="*/ 175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112">
                  <a:moveTo>
                    <a:pt x="0" y="112"/>
                  </a:moveTo>
                  <a:cubicBezTo>
                    <a:pt x="57" y="99"/>
                    <a:pt x="77" y="69"/>
                    <a:pt x="80" y="41"/>
                  </a:cubicBezTo>
                  <a:cubicBezTo>
                    <a:pt x="82" y="25"/>
                    <a:pt x="76" y="5"/>
                    <a:pt x="73" y="0"/>
                  </a:cubicBezTo>
                  <a:cubicBezTo>
                    <a:pt x="77" y="17"/>
                    <a:pt x="84" y="81"/>
                    <a:pt x="0" y="112"/>
                  </a:cubicBezTo>
                  <a:close/>
                </a:path>
              </a:pathLst>
            </a:custGeom>
            <a:solidFill>
              <a:srgbClr val="FCD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0" name="Freeform 468">
              <a:extLst>
                <a:ext uri="{FF2B5EF4-FFF2-40B4-BE49-F238E27FC236}">
                  <a16:creationId xmlns:a16="http://schemas.microsoft.com/office/drawing/2014/main" id="{7A8CA4BD-07FF-4461-9B68-869345B9A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940"/>
              <a:ext cx="526" cy="389"/>
            </a:xfrm>
            <a:custGeom>
              <a:avLst/>
              <a:gdLst>
                <a:gd name="T0" fmla="*/ 0 w 225"/>
                <a:gd name="T1" fmla="*/ 2327 h 156"/>
                <a:gd name="T2" fmla="*/ 1010 w 225"/>
                <a:gd name="T3" fmla="*/ 1536 h 156"/>
                <a:gd name="T4" fmla="*/ 2875 w 225"/>
                <a:gd name="T5" fmla="*/ 0 h 156"/>
                <a:gd name="T6" fmla="*/ 1127 w 225"/>
                <a:gd name="T7" fmla="*/ 1194 h 156"/>
                <a:gd name="T8" fmla="*/ 0 w 225"/>
                <a:gd name="T9" fmla="*/ 2327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156">
                  <a:moveTo>
                    <a:pt x="0" y="150"/>
                  </a:moveTo>
                  <a:cubicBezTo>
                    <a:pt x="12" y="156"/>
                    <a:pt x="42" y="147"/>
                    <a:pt x="79" y="99"/>
                  </a:cubicBezTo>
                  <a:cubicBezTo>
                    <a:pt x="117" y="51"/>
                    <a:pt x="173" y="21"/>
                    <a:pt x="225" y="0"/>
                  </a:cubicBezTo>
                  <a:cubicBezTo>
                    <a:pt x="206" y="6"/>
                    <a:pt x="144" y="23"/>
                    <a:pt x="88" y="77"/>
                  </a:cubicBezTo>
                  <a:cubicBezTo>
                    <a:pt x="32" y="131"/>
                    <a:pt x="20" y="155"/>
                    <a:pt x="0" y="150"/>
                  </a:cubicBezTo>
                  <a:close/>
                </a:path>
              </a:pathLst>
            </a:custGeom>
            <a:solidFill>
              <a:srgbClr val="FCD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1" name="Freeform 469">
              <a:extLst>
                <a:ext uri="{FF2B5EF4-FFF2-40B4-BE49-F238E27FC236}">
                  <a16:creationId xmlns:a16="http://schemas.microsoft.com/office/drawing/2014/main" id="{776E5DD8-C4FC-4486-A29E-1DFBEE033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341"/>
              <a:ext cx="19" cy="53"/>
            </a:xfrm>
            <a:custGeom>
              <a:avLst/>
              <a:gdLst>
                <a:gd name="T0" fmla="*/ 78 w 8"/>
                <a:gd name="T1" fmla="*/ 0 h 21"/>
                <a:gd name="T2" fmla="*/ 107 w 8"/>
                <a:gd name="T3" fmla="*/ 33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6" y="0"/>
                  </a:moveTo>
                  <a:cubicBezTo>
                    <a:pt x="0" y="7"/>
                    <a:pt x="0" y="15"/>
                    <a:pt x="8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2" name="Freeform 470">
              <a:extLst>
                <a:ext uri="{FF2B5EF4-FFF2-40B4-BE49-F238E27FC236}">
                  <a16:creationId xmlns:a16="http://schemas.microsoft.com/office/drawing/2014/main" id="{DEEA50EF-88D4-49FE-8D03-4B1E9D2D4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229"/>
              <a:ext cx="23" cy="20"/>
            </a:xfrm>
            <a:custGeom>
              <a:avLst/>
              <a:gdLst>
                <a:gd name="T0" fmla="*/ 122 w 10"/>
                <a:gd name="T1" fmla="*/ 0 h 8"/>
                <a:gd name="T2" fmla="*/ 12 w 10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5" y="1"/>
                    <a:pt x="0" y="2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3" name="Freeform 471">
              <a:extLst>
                <a:ext uri="{FF2B5EF4-FFF2-40B4-BE49-F238E27FC236}">
                  <a16:creationId xmlns:a16="http://schemas.microsoft.com/office/drawing/2014/main" id="{860072E2-87B6-482B-BE5A-2D4748E3D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972"/>
              <a:ext cx="293" cy="63"/>
            </a:xfrm>
            <a:custGeom>
              <a:avLst/>
              <a:gdLst>
                <a:gd name="T0" fmla="*/ 0 w 125"/>
                <a:gd name="T1" fmla="*/ 401 h 25"/>
                <a:gd name="T2" fmla="*/ 785 w 125"/>
                <a:gd name="T3" fmla="*/ 50 h 25"/>
                <a:gd name="T4" fmla="*/ 1610 w 125"/>
                <a:gd name="T5" fmla="*/ 368 h 25"/>
                <a:gd name="T6" fmla="*/ 0 w 125"/>
                <a:gd name="T7" fmla="*/ 40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25">
                  <a:moveTo>
                    <a:pt x="0" y="25"/>
                  </a:moveTo>
                  <a:cubicBezTo>
                    <a:pt x="19" y="12"/>
                    <a:pt x="40" y="3"/>
                    <a:pt x="61" y="3"/>
                  </a:cubicBezTo>
                  <a:cubicBezTo>
                    <a:pt x="84" y="3"/>
                    <a:pt x="106" y="8"/>
                    <a:pt x="125" y="23"/>
                  </a:cubicBezTo>
                  <a:cubicBezTo>
                    <a:pt x="83" y="8"/>
                    <a:pt x="55" y="0"/>
                    <a:pt x="0" y="25"/>
                  </a:cubicBezTo>
                  <a:close/>
                </a:path>
              </a:pathLst>
            </a:custGeom>
            <a:solidFill>
              <a:srgbClr val="FAC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4" name="Freeform 472">
              <a:extLst>
                <a:ext uri="{FF2B5EF4-FFF2-40B4-BE49-F238E27FC236}">
                  <a16:creationId xmlns:a16="http://schemas.microsoft.com/office/drawing/2014/main" id="{94746B17-453A-45CE-8660-5D373A730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967"/>
              <a:ext cx="92" cy="180"/>
            </a:xfrm>
            <a:custGeom>
              <a:avLst/>
              <a:gdLst>
                <a:gd name="T0" fmla="*/ 0 w 39"/>
                <a:gd name="T1" fmla="*/ 0 h 72"/>
                <a:gd name="T2" fmla="*/ 418 w 39"/>
                <a:gd name="T3" fmla="*/ 1125 h 72"/>
                <a:gd name="T4" fmla="*/ 0 w 39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2">
                  <a:moveTo>
                    <a:pt x="0" y="0"/>
                  </a:moveTo>
                  <a:cubicBezTo>
                    <a:pt x="13" y="11"/>
                    <a:pt x="36" y="42"/>
                    <a:pt x="32" y="72"/>
                  </a:cubicBezTo>
                  <a:cubicBezTo>
                    <a:pt x="39" y="45"/>
                    <a:pt x="28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5" name="Freeform 473">
              <a:extLst>
                <a:ext uri="{FF2B5EF4-FFF2-40B4-BE49-F238E27FC236}">
                  <a16:creationId xmlns:a16="http://schemas.microsoft.com/office/drawing/2014/main" id="{B64510C2-F921-4BC6-9A48-CD5BD2595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947"/>
              <a:ext cx="152" cy="237"/>
            </a:xfrm>
            <a:custGeom>
              <a:avLst/>
              <a:gdLst>
                <a:gd name="T0" fmla="*/ 0 w 65"/>
                <a:gd name="T1" fmla="*/ 0 h 95"/>
                <a:gd name="T2" fmla="*/ 830 w 65"/>
                <a:gd name="T3" fmla="*/ 1370 h 95"/>
                <a:gd name="T4" fmla="*/ 765 w 65"/>
                <a:gd name="T5" fmla="*/ 1474 h 95"/>
                <a:gd name="T6" fmla="*/ 755 w 65"/>
                <a:gd name="T7" fmla="*/ 1103 h 95"/>
                <a:gd name="T8" fmla="*/ 0 w 65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95">
                  <a:moveTo>
                    <a:pt x="0" y="0"/>
                  </a:moveTo>
                  <a:cubicBezTo>
                    <a:pt x="19" y="9"/>
                    <a:pt x="65" y="42"/>
                    <a:pt x="65" y="88"/>
                  </a:cubicBezTo>
                  <a:cubicBezTo>
                    <a:pt x="65" y="95"/>
                    <a:pt x="61" y="95"/>
                    <a:pt x="60" y="95"/>
                  </a:cubicBezTo>
                  <a:cubicBezTo>
                    <a:pt x="62" y="95"/>
                    <a:pt x="62" y="80"/>
                    <a:pt x="59" y="71"/>
                  </a:cubicBezTo>
                  <a:cubicBezTo>
                    <a:pt x="56" y="61"/>
                    <a:pt x="43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6" name="Freeform 474">
              <a:extLst>
                <a:ext uri="{FF2B5EF4-FFF2-40B4-BE49-F238E27FC236}">
                  <a16:creationId xmlns:a16="http://schemas.microsoft.com/office/drawing/2014/main" id="{56D68CC5-06B8-47F2-9047-CEA8E862B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922"/>
              <a:ext cx="171" cy="90"/>
            </a:xfrm>
            <a:custGeom>
              <a:avLst/>
              <a:gdLst>
                <a:gd name="T0" fmla="*/ 499 w 73"/>
                <a:gd name="T1" fmla="*/ 20 h 36"/>
                <a:gd name="T2" fmla="*/ 0 w 73"/>
                <a:gd name="T3" fmla="*/ 208 h 36"/>
                <a:gd name="T4" fmla="*/ 939 w 73"/>
                <a:gd name="T5" fmla="*/ 563 h 36"/>
                <a:gd name="T6" fmla="*/ 499 w 73"/>
                <a:gd name="T7" fmla="*/ 2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36">
                  <a:moveTo>
                    <a:pt x="39" y="1"/>
                  </a:moveTo>
                  <a:cubicBezTo>
                    <a:pt x="33" y="0"/>
                    <a:pt x="0" y="13"/>
                    <a:pt x="0" y="13"/>
                  </a:cubicBezTo>
                  <a:cubicBezTo>
                    <a:pt x="13" y="13"/>
                    <a:pt x="41" y="11"/>
                    <a:pt x="73" y="36"/>
                  </a:cubicBezTo>
                  <a:cubicBezTo>
                    <a:pt x="66" y="28"/>
                    <a:pt x="22" y="8"/>
                    <a:pt x="39" y="1"/>
                  </a:cubicBezTo>
                  <a:close/>
                </a:path>
              </a:pathLst>
            </a:custGeom>
            <a:solidFill>
              <a:srgbClr val="FCD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7" name="Freeform 475">
              <a:extLst>
                <a:ext uri="{FF2B5EF4-FFF2-40B4-BE49-F238E27FC236}">
                  <a16:creationId xmlns:a16="http://schemas.microsoft.com/office/drawing/2014/main" id="{DB6A9596-A15A-4545-A7E9-B45F28285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3543"/>
              <a:ext cx="68" cy="65"/>
            </a:xfrm>
            <a:custGeom>
              <a:avLst/>
              <a:gdLst>
                <a:gd name="T0" fmla="*/ 0 w 29"/>
                <a:gd name="T1" fmla="*/ 0 h 26"/>
                <a:gd name="T2" fmla="*/ 373 w 29"/>
                <a:gd name="T3" fmla="*/ 363 h 26"/>
                <a:gd name="T4" fmla="*/ 0 w 2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0" y="0"/>
                  </a:moveTo>
                  <a:cubicBezTo>
                    <a:pt x="9" y="19"/>
                    <a:pt x="24" y="26"/>
                    <a:pt x="29" y="23"/>
                  </a:cubicBezTo>
                  <a:cubicBezTo>
                    <a:pt x="21" y="21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F9B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8" name="Freeform 476">
              <a:extLst>
                <a:ext uri="{FF2B5EF4-FFF2-40B4-BE49-F238E27FC236}">
                  <a16:creationId xmlns:a16="http://schemas.microsoft.com/office/drawing/2014/main" id="{D280CE27-7276-433C-84FC-65E7763A7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3491"/>
              <a:ext cx="101" cy="102"/>
            </a:xfrm>
            <a:custGeom>
              <a:avLst/>
              <a:gdLst>
                <a:gd name="T0" fmla="*/ 519 w 43"/>
                <a:gd name="T1" fmla="*/ 632 h 41"/>
                <a:gd name="T2" fmla="*/ 0 w 43"/>
                <a:gd name="T3" fmla="*/ 0 h 41"/>
                <a:gd name="T4" fmla="*/ 519 w 43"/>
                <a:gd name="T5" fmla="*/ 63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1">
                  <a:moveTo>
                    <a:pt x="40" y="41"/>
                  </a:moveTo>
                  <a:cubicBezTo>
                    <a:pt x="43" y="32"/>
                    <a:pt x="32" y="18"/>
                    <a:pt x="0" y="0"/>
                  </a:cubicBezTo>
                  <a:cubicBezTo>
                    <a:pt x="10" y="8"/>
                    <a:pt x="42" y="31"/>
                    <a:pt x="4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9" name="Freeform 477">
              <a:extLst>
                <a:ext uri="{FF2B5EF4-FFF2-40B4-BE49-F238E27FC236}">
                  <a16:creationId xmlns:a16="http://schemas.microsoft.com/office/drawing/2014/main" id="{42635C2D-E5BE-4C2C-964C-C3FC3F324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957"/>
              <a:ext cx="414" cy="155"/>
            </a:xfrm>
            <a:custGeom>
              <a:avLst/>
              <a:gdLst>
                <a:gd name="T0" fmla="*/ 0 w 177"/>
                <a:gd name="T1" fmla="*/ 970 h 62"/>
                <a:gd name="T2" fmla="*/ 2264 w 177"/>
                <a:gd name="T3" fmla="*/ 895 h 62"/>
                <a:gd name="T4" fmla="*/ 0 w 177"/>
                <a:gd name="T5" fmla="*/ 97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62">
                  <a:moveTo>
                    <a:pt x="0" y="62"/>
                  </a:moveTo>
                  <a:cubicBezTo>
                    <a:pt x="12" y="48"/>
                    <a:pt x="95" y="0"/>
                    <a:pt x="177" y="57"/>
                  </a:cubicBezTo>
                  <a:cubicBezTo>
                    <a:pt x="158" y="46"/>
                    <a:pt x="80" y="18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0" name="Freeform 478">
              <a:extLst>
                <a:ext uri="{FF2B5EF4-FFF2-40B4-BE49-F238E27FC236}">
                  <a16:creationId xmlns:a16="http://schemas.microsoft.com/office/drawing/2014/main" id="{34779231-B165-4E68-8A79-3DE7103B7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346"/>
              <a:ext cx="216" cy="63"/>
            </a:xfrm>
            <a:custGeom>
              <a:avLst/>
              <a:gdLst>
                <a:gd name="T0" fmla="*/ 0 w 92"/>
                <a:gd name="T1" fmla="*/ 209 h 25"/>
                <a:gd name="T2" fmla="*/ 1190 w 92"/>
                <a:gd name="T3" fmla="*/ 0 h 25"/>
                <a:gd name="T4" fmla="*/ 0 w 92"/>
                <a:gd name="T5" fmla="*/ 20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25">
                  <a:moveTo>
                    <a:pt x="0" y="13"/>
                  </a:moveTo>
                  <a:cubicBezTo>
                    <a:pt x="16" y="18"/>
                    <a:pt x="68" y="25"/>
                    <a:pt x="92" y="0"/>
                  </a:cubicBezTo>
                  <a:cubicBezTo>
                    <a:pt x="77" y="8"/>
                    <a:pt x="42" y="19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1" name="Freeform 479">
              <a:extLst>
                <a:ext uri="{FF2B5EF4-FFF2-40B4-BE49-F238E27FC236}">
                  <a16:creationId xmlns:a16="http://schemas.microsoft.com/office/drawing/2014/main" id="{FF93663A-8C7B-47F7-B9BC-390C93154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3454"/>
              <a:ext cx="73" cy="64"/>
            </a:xfrm>
            <a:custGeom>
              <a:avLst/>
              <a:gdLst>
                <a:gd name="T0" fmla="*/ 134 w 31"/>
                <a:gd name="T1" fmla="*/ 389 h 26"/>
                <a:gd name="T2" fmla="*/ 405 w 31"/>
                <a:gd name="T3" fmla="*/ 153 h 26"/>
                <a:gd name="T4" fmla="*/ 134 w 31"/>
                <a:gd name="T5" fmla="*/ 38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10" y="26"/>
                  </a:moveTo>
                  <a:cubicBezTo>
                    <a:pt x="7" y="11"/>
                    <a:pt x="11" y="1"/>
                    <a:pt x="31" y="10"/>
                  </a:cubicBezTo>
                  <a:cubicBezTo>
                    <a:pt x="17" y="1"/>
                    <a:pt x="0" y="0"/>
                    <a:pt x="1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2" name="Freeform 480">
              <a:extLst>
                <a:ext uri="{FF2B5EF4-FFF2-40B4-BE49-F238E27FC236}">
                  <a16:creationId xmlns:a16="http://schemas.microsoft.com/office/drawing/2014/main" id="{BC155DD1-9D03-44E1-9840-32E14932D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314"/>
              <a:ext cx="35" cy="47"/>
            </a:xfrm>
            <a:custGeom>
              <a:avLst/>
              <a:gdLst>
                <a:gd name="T0" fmla="*/ 103 w 15"/>
                <a:gd name="T1" fmla="*/ 0 h 19"/>
                <a:gd name="T2" fmla="*/ 191 w 15"/>
                <a:gd name="T3" fmla="*/ 287 h 19"/>
                <a:gd name="T4" fmla="*/ 77 w 15"/>
                <a:gd name="T5" fmla="*/ 4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8" y="0"/>
                  </a:moveTo>
                  <a:cubicBezTo>
                    <a:pt x="0" y="6"/>
                    <a:pt x="6" y="19"/>
                    <a:pt x="15" y="19"/>
                  </a:cubicBezTo>
                  <a:cubicBezTo>
                    <a:pt x="8" y="15"/>
                    <a:pt x="8" y="10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3" name="Freeform 481">
              <a:extLst>
                <a:ext uri="{FF2B5EF4-FFF2-40B4-BE49-F238E27FC236}">
                  <a16:creationId xmlns:a16="http://schemas.microsoft.com/office/drawing/2014/main" id="{F2A619CF-A37A-4982-9DD4-1907BC640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728"/>
              <a:ext cx="1400" cy="1055"/>
            </a:xfrm>
            <a:custGeom>
              <a:avLst/>
              <a:gdLst>
                <a:gd name="T0" fmla="*/ 278 w 599"/>
                <a:gd name="T1" fmla="*/ 2482 h 423"/>
                <a:gd name="T2" fmla="*/ 4698 w 599"/>
                <a:gd name="T3" fmla="*/ 75 h 423"/>
                <a:gd name="T4" fmla="*/ 7598 w 599"/>
                <a:gd name="T5" fmla="*/ 2065 h 423"/>
                <a:gd name="T6" fmla="*/ 6561 w 599"/>
                <a:gd name="T7" fmla="*/ 3447 h 423"/>
                <a:gd name="T8" fmla="*/ 5462 w 599"/>
                <a:gd name="T9" fmla="*/ 3290 h 423"/>
                <a:gd name="T10" fmla="*/ 5156 w 599"/>
                <a:gd name="T11" fmla="*/ 4205 h 423"/>
                <a:gd name="T12" fmla="*/ 5502 w 599"/>
                <a:gd name="T13" fmla="*/ 5183 h 423"/>
                <a:gd name="T14" fmla="*/ 5336 w 599"/>
                <a:gd name="T15" fmla="*/ 5504 h 423"/>
                <a:gd name="T16" fmla="*/ 5004 w 599"/>
                <a:gd name="T17" fmla="*/ 5233 h 423"/>
                <a:gd name="T18" fmla="*/ 5032 w 599"/>
                <a:gd name="T19" fmla="*/ 5317 h 423"/>
                <a:gd name="T20" fmla="*/ 5147 w 599"/>
                <a:gd name="T21" fmla="*/ 5741 h 423"/>
                <a:gd name="T22" fmla="*/ 5249 w 599"/>
                <a:gd name="T23" fmla="*/ 5834 h 423"/>
                <a:gd name="T24" fmla="*/ 5453 w 599"/>
                <a:gd name="T25" fmla="*/ 6033 h 423"/>
                <a:gd name="T26" fmla="*/ 5287 w 599"/>
                <a:gd name="T27" fmla="*/ 6362 h 423"/>
                <a:gd name="T28" fmla="*/ 4918 w 599"/>
                <a:gd name="T29" fmla="*/ 6375 h 423"/>
                <a:gd name="T30" fmla="*/ 4889 w 599"/>
                <a:gd name="T31" fmla="*/ 5971 h 423"/>
                <a:gd name="T32" fmla="*/ 4927 w 599"/>
                <a:gd name="T33" fmla="*/ 5692 h 423"/>
                <a:gd name="T34" fmla="*/ 4726 w 599"/>
                <a:gd name="T35" fmla="*/ 5138 h 423"/>
                <a:gd name="T36" fmla="*/ 4020 w 599"/>
                <a:gd name="T37" fmla="*/ 4826 h 423"/>
                <a:gd name="T38" fmla="*/ 3665 w 599"/>
                <a:gd name="T39" fmla="*/ 5088 h 423"/>
                <a:gd name="T40" fmla="*/ 3574 w 599"/>
                <a:gd name="T41" fmla="*/ 5492 h 423"/>
                <a:gd name="T42" fmla="*/ 2349 w 599"/>
                <a:gd name="T43" fmla="*/ 4901 h 423"/>
                <a:gd name="T44" fmla="*/ 3894 w 599"/>
                <a:gd name="T45" fmla="*/ 4360 h 423"/>
                <a:gd name="T46" fmla="*/ 4698 w 599"/>
                <a:gd name="T47" fmla="*/ 4983 h 423"/>
                <a:gd name="T48" fmla="*/ 5004 w 599"/>
                <a:gd name="T49" fmla="*/ 5692 h 423"/>
                <a:gd name="T50" fmla="*/ 4878 w 599"/>
                <a:gd name="T51" fmla="*/ 5058 h 423"/>
                <a:gd name="T52" fmla="*/ 4878 w 599"/>
                <a:gd name="T53" fmla="*/ 4716 h 423"/>
                <a:gd name="T54" fmla="*/ 5233 w 599"/>
                <a:gd name="T55" fmla="*/ 4888 h 423"/>
                <a:gd name="T56" fmla="*/ 5081 w 599"/>
                <a:gd name="T57" fmla="*/ 4372 h 423"/>
                <a:gd name="T58" fmla="*/ 4992 w 599"/>
                <a:gd name="T59" fmla="*/ 4001 h 423"/>
                <a:gd name="T60" fmla="*/ 4918 w 599"/>
                <a:gd name="T61" fmla="*/ 3664 h 423"/>
                <a:gd name="T62" fmla="*/ 5221 w 599"/>
                <a:gd name="T63" fmla="*/ 3352 h 423"/>
                <a:gd name="T64" fmla="*/ 5682 w 599"/>
                <a:gd name="T65" fmla="*/ 3010 h 423"/>
                <a:gd name="T66" fmla="*/ 6320 w 599"/>
                <a:gd name="T67" fmla="*/ 2743 h 423"/>
                <a:gd name="T68" fmla="*/ 5425 w 599"/>
                <a:gd name="T69" fmla="*/ 1132 h 423"/>
                <a:gd name="T70" fmla="*/ 1802 w 599"/>
                <a:gd name="T71" fmla="*/ 2681 h 423"/>
                <a:gd name="T72" fmla="*/ 458 w 599"/>
                <a:gd name="T73" fmla="*/ 3664 h 423"/>
                <a:gd name="T74" fmla="*/ 278 w 599"/>
                <a:gd name="T75" fmla="*/ 2482 h 42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599" h="423">
                  <a:moveTo>
                    <a:pt x="22" y="160"/>
                  </a:moveTo>
                  <a:cubicBezTo>
                    <a:pt x="56" y="57"/>
                    <a:pt x="241" y="9"/>
                    <a:pt x="368" y="5"/>
                  </a:cubicBezTo>
                  <a:cubicBezTo>
                    <a:pt x="521" y="0"/>
                    <a:pt x="590" y="85"/>
                    <a:pt x="595" y="133"/>
                  </a:cubicBezTo>
                  <a:cubicBezTo>
                    <a:pt x="599" y="175"/>
                    <a:pt x="561" y="210"/>
                    <a:pt x="514" y="222"/>
                  </a:cubicBezTo>
                  <a:cubicBezTo>
                    <a:pt x="464" y="234"/>
                    <a:pt x="450" y="193"/>
                    <a:pt x="428" y="212"/>
                  </a:cubicBezTo>
                  <a:cubicBezTo>
                    <a:pt x="417" y="223"/>
                    <a:pt x="399" y="238"/>
                    <a:pt x="404" y="271"/>
                  </a:cubicBezTo>
                  <a:cubicBezTo>
                    <a:pt x="408" y="305"/>
                    <a:pt x="424" y="329"/>
                    <a:pt x="431" y="334"/>
                  </a:cubicBezTo>
                  <a:cubicBezTo>
                    <a:pt x="437" y="340"/>
                    <a:pt x="433" y="356"/>
                    <a:pt x="418" y="355"/>
                  </a:cubicBezTo>
                  <a:cubicBezTo>
                    <a:pt x="405" y="355"/>
                    <a:pt x="397" y="344"/>
                    <a:pt x="392" y="337"/>
                  </a:cubicBezTo>
                  <a:cubicBezTo>
                    <a:pt x="393" y="339"/>
                    <a:pt x="393" y="341"/>
                    <a:pt x="394" y="343"/>
                  </a:cubicBezTo>
                  <a:cubicBezTo>
                    <a:pt x="397" y="352"/>
                    <a:pt x="401" y="363"/>
                    <a:pt x="403" y="370"/>
                  </a:cubicBezTo>
                  <a:cubicBezTo>
                    <a:pt x="404" y="374"/>
                    <a:pt x="408" y="376"/>
                    <a:pt x="411" y="376"/>
                  </a:cubicBezTo>
                  <a:cubicBezTo>
                    <a:pt x="418" y="377"/>
                    <a:pt x="424" y="381"/>
                    <a:pt x="427" y="389"/>
                  </a:cubicBezTo>
                  <a:cubicBezTo>
                    <a:pt x="431" y="400"/>
                    <a:pt x="419" y="409"/>
                    <a:pt x="414" y="410"/>
                  </a:cubicBezTo>
                  <a:cubicBezTo>
                    <a:pt x="412" y="414"/>
                    <a:pt x="402" y="423"/>
                    <a:pt x="385" y="411"/>
                  </a:cubicBezTo>
                  <a:cubicBezTo>
                    <a:pt x="378" y="405"/>
                    <a:pt x="380" y="394"/>
                    <a:pt x="383" y="385"/>
                  </a:cubicBezTo>
                  <a:cubicBezTo>
                    <a:pt x="384" y="382"/>
                    <a:pt x="387" y="372"/>
                    <a:pt x="386" y="367"/>
                  </a:cubicBezTo>
                  <a:cubicBezTo>
                    <a:pt x="384" y="355"/>
                    <a:pt x="377" y="336"/>
                    <a:pt x="370" y="331"/>
                  </a:cubicBezTo>
                  <a:cubicBezTo>
                    <a:pt x="361" y="326"/>
                    <a:pt x="335" y="316"/>
                    <a:pt x="315" y="311"/>
                  </a:cubicBezTo>
                  <a:cubicBezTo>
                    <a:pt x="294" y="305"/>
                    <a:pt x="293" y="318"/>
                    <a:pt x="287" y="328"/>
                  </a:cubicBezTo>
                  <a:cubicBezTo>
                    <a:pt x="283" y="334"/>
                    <a:pt x="281" y="344"/>
                    <a:pt x="280" y="354"/>
                  </a:cubicBezTo>
                  <a:cubicBezTo>
                    <a:pt x="184" y="316"/>
                    <a:pt x="184" y="316"/>
                    <a:pt x="184" y="316"/>
                  </a:cubicBezTo>
                  <a:cubicBezTo>
                    <a:pt x="212" y="261"/>
                    <a:pt x="281" y="273"/>
                    <a:pt x="305" y="281"/>
                  </a:cubicBezTo>
                  <a:cubicBezTo>
                    <a:pt x="348" y="296"/>
                    <a:pt x="356" y="314"/>
                    <a:pt x="368" y="321"/>
                  </a:cubicBezTo>
                  <a:cubicBezTo>
                    <a:pt x="380" y="328"/>
                    <a:pt x="390" y="357"/>
                    <a:pt x="392" y="367"/>
                  </a:cubicBezTo>
                  <a:cubicBezTo>
                    <a:pt x="391" y="356"/>
                    <a:pt x="384" y="338"/>
                    <a:pt x="382" y="326"/>
                  </a:cubicBezTo>
                  <a:cubicBezTo>
                    <a:pt x="379" y="314"/>
                    <a:pt x="377" y="307"/>
                    <a:pt x="382" y="304"/>
                  </a:cubicBezTo>
                  <a:cubicBezTo>
                    <a:pt x="388" y="300"/>
                    <a:pt x="401" y="308"/>
                    <a:pt x="410" y="315"/>
                  </a:cubicBezTo>
                  <a:cubicBezTo>
                    <a:pt x="410" y="315"/>
                    <a:pt x="399" y="293"/>
                    <a:pt x="398" y="282"/>
                  </a:cubicBezTo>
                  <a:cubicBezTo>
                    <a:pt x="396" y="271"/>
                    <a:pt x="398" y="265"/>
                    <a:pt x="391" y="258"/>
                  </a:cubicBezTo>
                  <a:cubicBezTo>
                    <a:pt x="385" y="254"/>
                    <a:pt x="382" y="243"/>
                    <a:pt x="385" y="236"/>
                  </a:cubicBezTo>
                  <a:cubicBezTo>
                    <a:pt x="389" y="225"/>
                    <a:pt x="402" y="228"/>
                    <a:pt x="409" y="216"/>
                  </a:cubicBezTo>
                  <a:cubicBezTo>
                    <a:pt x="417" y="204"/>
                    <a:pt x="428" y="196"/>
                    <a:pt x="445" y="194"/>
                  </a:cubicBezTo>
                  <a:cubicBezTo>
                    <a:pt x="462" y="194"/>
                    <a:pt x="478" y="190"/>
                    <a:pt x="495" y="177"/>
                  </a:cubicBezTo>
                  <a:cubicBezTo>
                    <a:pt x="532" y="150"/>
                    <a:pt x="531" y="101"/>
                    <a:pt x="425" y="73"/>
                  </a:cubicBezTo>
                  <a:cubicBezTo>
                    <a:pt x="320" y="45"/>
                    <a:pt x="178" y="124"/>
                    <a:pt x="141" y="173"/>
                  </a:cubicBezTo>
                  <a:cubicBezTo>
                    <a:pt x="108" y="216"/>
                    <a:pt x="72" y="260"/>
                    <a:pt x="36" y="236"/>
                  </a:cubicBezTo>
                  <a:cubicBezTo>
                    <a:pt x="0" y="212"/>
                    <a:pt x="17" y="177"/>
                    <a:pt x="22" y="16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4" name="Freeform 482">
              <a:extLst>
                <a:ext uri="{FF2B5EF4-FFF2-40B4-BE49-F238E27FC236}">
                  <a16:creationId xmlns:a16="http://schemas.microsoft.com/office/drawing/2014/main" id="{F9309987-2B52-407F-A99A-03B737ED7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917"/>
              <a:ext cx="358" cy="292"/>
            </a:xfrm>
            <a:custGeom>
              <a:avLst/>
              <a:gdLst>
                <a:gd name="T0" fmla="*/ 744 w 153"/>
                <a:gd name="T1" fmla="*/ 0 h 117"/>
                <a:gd name="T2" fmla="*/ 1961 w 153"/>
                <a:gd name="T3" fmla="*/ 1525 h 117"/>
                <a:gd name="T4" fmla="*/ 1720 w 153"/>
                <a:gd name="T5" fmla="*/ 1537 h 117"/>
                <a:gd name="T6" fmla="*/ 0 w 153"/>
                <a:gd name="T7" fmla="*/ 312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17">
                  <a:moveTo>
                    <a:pt x="58" y="0"/>
                  </a:moveTo>
                  <a:cubicBezTo>
                    <a:pt x="86" y="3"/>
                    <a:pt x="150" y="39"/>
                    <a:pt x="153" y="98"/>
                  </a:cubicBezTo>
                  <a:cubicBezTo>
                    <a:pt x="153" y="115"/>
                    <a:pt x="142" y="117"/>
                    <a:pt x="134" y="99"/>
                  </a:cubicBezTo>
                  <a:cubicBezTo>
                    <a:pt x="117" y="56"/>
                    <a:pt x="71" y="5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5" name="Freeform 483">
              <a:extLst>
                <a:ext uri="{FF2B5EF4-FFF2-40B4-BE49-F238E27FC236}">
                  <a16:creationId xmlns:a16="http://schemas.microsoft.com/office/drawing/2014/main" id="{EFB34650-6472-4D98-A231-243ECEFFC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3710"/>
              <a:ext cx="7" cy="40"/>
            </a:xfrm>
            <a:custGeom>
              <a:avLst/>
              <a:gdLst>
                <a:gd name="T0" fmla="*/ 12 w 3"/>
                <a:gd name="T1" fmla="*/ 0 h 16"/>
                <a:gd name="T2" fmla="*/ 0 w 3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1" y="0"/>
                  </a:moveTo>
                  <a:cubicBezTo>
                    <a:pt x="3" y="4"/>
                    <a:pt x="3" y="13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6" name="Freeform 484">
              <a:extLst>
                <a:ext uri="{FF2B5EF4-FFF2-40B4-BE49-F238E27FC236}">
                  <a16:creationId xmlns:a16="http://schemas.microsoft.com/office/drawing/2014/main" id="{B609EC2A-8798-4ADE-A259-8CD267A88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3192"/>
              <a:ext cx="26" cy="112"/>
            </a:xfrm>
            <a:custGeom>
              <a:avLst/>
              <a:gdLst>
                <a:gd name="T0" fmla="*/ 78 w 11"/>
                <a:gd name="T1" fmla="*/ 0 h 45"/>
                <a:gd name="T2" fmla="*/ 0 w 11"/>
                <a:gd name="T3" fmla="*/ 694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5">
                  <a:moveTo>
                    <a:pt x="6" y="0"/>
                  </a:moveTo>
                  <a:cubicBezTo>
                    <a:pt x="10" y="3"/>
                    <a:pt x="11" y="25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7" name="Freeform 485">
              <a:extLst>
                <a:ext uri="{FF2B5EF4-FFF2-40B4-BE49-F238E27FC236}">
                  <a16:creationId xmlns:a16="http://schemas.microsoft.com/office/drawing/2014/main" id="{7871131B-841B-42F1-86A0-97D8FD2F4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3296"/>
              <a:ext cx="316" cy="105"/>
            </a:xfrm>
            <a:custGeom>
              <a:avLst/>
              <a:gdLst>
                <a:gd name="T0" fmla="*/ 1732 w 135"/>
                <a:gd name="T1" fmla="*/ 0 h 42"/>
                <a:gd name="T2" fmla="*/ 0 w 135"/>
                <a:gd name="T3" fmla="*/ 34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5" h="42">
                  <a:moveTo>
                    <a:pt x="135" y="0"/>
                  </a:moveTo>
                  <a:cubicBezTo>
                    <a:pt x="130" y="11"/>
                    <a:pt x="96" y="42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8" name="Freeform 486">
              <a:extLst>
                <a:ext uri="{FF2B5EF4-FFF2-40B4-BE49-F238E27FC236}">
                  <a16:creationId xmlns:a16="http://schemas.microsoft.com/office/drawing/2014/main" id="{5386CE53-5335-408E-A74A-072AAE59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935"/>
              <a:ext cx="608" cy="287"/>
            </a:xfrm>
            <a:custGeom>
              <a:avLst/>
              <a:gdLst>
                <a:gd name="T0" fmla="*/ 3325 w 260"/>
                <a:gd name="T1" fmla="*/ 1433 h 115"/>
                <a:gd name="T2" fmla="*/ 164 w 260"/>
                <a:gd name="T3" fmla="*/ 1587 h 115"/>
                <a:gd name="T4" fmla="*/ 0 w 260"/>
                <a:gd name="T5" fmla="*/ 1787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0" h="115">
                  <a:moveTo>
                    <a:pt x="260" y="92"/>
                  </a:moveTo>
                  <a:cubicBezTo>
                    <a:pt x="229" y="22"/>
                    <a:pt x="99" y="0"/>
                    <a:pt x="13" y="102"/>
                  </a:cubicBezTo>
                  <a:cubicBezTo>
                    <a:pt x="6" y="108"/>
                    <a:pt x="5" y="110"/>
                    <a:pt x="0" y="1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9" name="Freeform 487">
              <a:extLst>
                <a:ext uri="{FF2B5EF4-FFF2-40B4-BE49-F238E27FC236}">
                  <a16:creationId xmlns:a16="http://schemas.microsoft.com/office/drawing/2014/main" id="{B6960DEF-2665-4ED9-BF8F-39DA3B96F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212"/>
              <a:ext cx="227" cy="289"/>
            </a:xfrm>
            <a:custGeom>
              <a:avLst/>
              <a:gdLst>
                <a:gd name="T0" fmla="*/ 908 w 97"/>
                <a:gd name="T1" fmla="*/ 1794 h 116"/>
                <a:gd name="T2" fmla="*/ 552 w 97"/>
                <a:gd name="T3" fmla="*/ 1627 h 116"/>
                <a:gd name="T4" fmla="*/ 564 w 97"/>
                <a:gd name="T5" fmla="*/ 1515 h 116"/>
                <a:gd name="T6" fmla="*/ 833 w 97"/>
                <a:gd name="T7" fmla="*/ 1161 h 116"/>
                <a:gd name="T8" fmla="*/ 833 w 97"/>
                <a:gd name="T9" fmla="*/ 757 h 116"/>
                <a:gd name="T10" fmla="*/ 498 w 97"/>
                <a:gd name="T11" fmla="*/ 912 h 116"/>
                <a:gd name="T12" fmla="*/ 126 w 97"/>
                <a:gd name="T13" fmla="*/ 957 h 116"/>
                <a:gd name="T14" fmla="*/ 180 w 97"/>
                <a:gd name="T15" fmla="*/ 528 h 116"/>
                <a:gd name="T16" fmla="*/ 269 w 97"/>
                <a:gd name="T17" fmla="*/ 217 h 116"/>
                <a:gd name="T18" fmla="*/ 344 w 97"/>
                <a:gd name="T19" fmla="*/ 62 h 116"/>
                <a:gd name="T20" fmla="*/ 552 w 97"/>
                <a:gd name="T21" fmla="*/ 154 h 116"/>
                <a:gd name="T22" fmla="*/ 400 w 97"/>
                <a:gd name="T23" fmla="*/ 496 h 116"/>
                <a:gd name="T24" fmla="*/ 641 w 97"/>
                <a:gd name="T25" fmla="*/ 590 h 116"/>
                <a:gd name="T26" fmla="*/ 1140 w 97"/>
                <a:gd name="T27" fmla="*/ 590 h 116"/>
                <a:gd name="T28" fmla="*/ 1091 w 97"/>
                <a:gd name="T29" fmla="*/ 1191 h 116"/>
                <a:gd name="T30" fmla="*/ 908 w 97"/>
                <a:gd name="T31" fmla="*/ 1794 h 1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7" h="116">
                  <a:moveTo>
                    <a:pt x="71" y="116"/>
                  </a:moveTo>
                  <a:cubicBezTo>
                    <a:pt x="43" y="105"/>
                    <a:pt x="43" y="105"/>
                    <a:pt x="43" y="105"/>
                  </a:cubicBezTo>
                  <a:cubicBezTo>
                    <a:pt x="44" y="103"/>
                    <a:pt x="44" y="101"/>
                    <a:pt x="44" y="98"/>
                  </a:cubicBezTo>
                  <a:cubicBezTo>
                    <a:pt x="47" y="85"/>
                    <a:pt x="59" y="82"/>
                    <a:pt x="65" y="75"/>
                  </a:cubicBezTo>
                  <a:cubicBezTo>
                    <a:pt x="58" y="68"/>
                    <a:pt x="57" y="53"/>
                    <a:pt x="65" y="49"/>
                  </a:cubicBezTo>
                  <a:cubicBezTo>
                    <a:pt x="58" y="43"/>
                    <a:pt x="46" y="50"/>
                    <a:pt x="39" y="59"/>
                  </a:cubicBezTo>
                  <a:cubicBezTo>
                    <a:pt x="31" y="68"/>
                    <a:pt x="20" y="68"/>
                    <a:pt x="10" y="62"/>
                  </a:cubicBezTo>
                  <a:cubicBezTo>
                    <a:pt x="0" y="55"/>
                    <a:pt x="7" y="39"/>
                    <a:pt x="14" y="34"/>
                  </a:cubicBezTo>
                  <a:cubicBezTo>
                    <a:pt x="23" y="19"/>
                    <a:pt x="20" y="25"/>
                    <a:pt x="21" y="14"/>
                  </a:cubicBezTo>
                  <a:cubicBezTo>
                    <a:pt x="22" y="10"/>
                    <a:pt x="24" y="7"/>
                    <a:pt x="27" y="4"/>
                  </a:cubicBezTo>
                  <a:cubicBezTo>
                    <a:pt x="32" y="0"/>
                    <a:pt x="41" y="0"/>
                    <a:pt x="43" y="10"/>
                  </a:cubicBezTo>
                  <a:cubicBezTo>
                    <a:pt x="46" y="18"/>
                    <a:pt x="39" y="23"/>
                    <a:pt x="31" y="32"/>
                  </a:cubicBezTo>
                  <a:cubicBezTo>
                    <a:pt x="33" y="31"/>
                    <a:pt x="39" y="40"/>
                    <a:pt x="50" y="38"/>
                  </a:cubicBezTo>
                  <a:cubicBezTo>
                    <a:pt x="61" y="36"/>
                    <a:pt x="81" y="24"/>
                    <a:pt x="89" y="38"/>
                  </a:cubicBezTo>
                  <a:cubicBezTo>
                    <a:pt x="97" y="53"/>
                    <a:pt x="92" y="58"/>
                    <a:pt x="85" y="77"/>
                  </a:cubicBezTo>
                  <a:cubicBezTo>
                    <a:pt x="81" y="92"/>
                    <a:pt x="75" y="101"/>
                    <a:pt x="71" y="11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0" name="Freeform 488">
              <a:extLst>
                <a:ext uri="{FF2B5EF4-FFF2-40B4-BE49-F238E27FC236}">
                  <a16:creationId xmlns:a16="http://schemas.microsoft.com/office/drawing/2014/main" id="{B8792C83-01FE-4614-A4D7-825BB435D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3531"/>
              <a:ext cx="9" cy="37"/>
            </a:xfrm>
            <a:custGeom>
              <a:avLst/>
              <a:gdLst>
                <a:gd name="T0" fmla="*/ 0 w 4"/>
                <a:gd name="T1" fmla="*/ 0 h 15"/>
                <a:gd name="T2" fmla="*/ 45 w 4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0" y="4"/>
                    <a:pt x="2" y="12"/>
                    <a:pt x="4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1" name="Freeform 489">
              <a:extLst>
                <a:ext uri="{FF2B5EF4-FFF2-40B4-BE49-F238E27FC236}">
                  <a16:creationId xmlns:a16="http://schemas.microsoft.com/office/drawing/2014/main" id="{79187579-8556-46ED-B0C0-3EC93B28F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3202"/>
              <a:ext cx="70" cy="75"/>
            </a:xfrm>
            <a:custGeom>
              <a:avLst/>
              <a:gdLst>
                <a:gd name="T0" fmla="*/ 355 w 30"/>
                <a:gd name="T1" fmla="*/ 0 h 30"/>
                <a:gd name="T2" fmla="*/ 0 w 30"/>
                <a:gd name="T3" fmla="*/ 47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0">
                  <a:moveTo>
                    <a:pt x="28" y="0"/>
                  </a:moveTo>
                  <a:cubicBezTo>
                    <a:pt x="30" y="14"/>
                    <a:pt x="11" y="27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2" name="Freeform 490">
              <a:extLst>
                <a:ext uri="{FF2B5EF4-FFF2-40B4-BE49-F238E27FC236}">
                  <a16:creationId xmlns:a16="http://schemas.microsoft.com/office/drawing/2014/main" id="{C3094853-B7E7-4CE1-A65E-87DC2E9D7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289"/>
              <a:ext cx="66" cy="17"/>
            </a:xfrm>
            <a:custGeom>
              <a:avLst/>
              <a:gdLst>
                <a:gd name="T0" fmla="*/ 368 w 28"/>
                <a:gd name="T1" fmla="*/ 100 h 7"/>
                <a:gd name="T2" fmla="*/ 0 w 2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">
                  <a:moveTo>
                    <a:pt x="28" y="7"/>
                  </a:moveTo>
                  <a:cubicBezTo>
                    <a:pt x="16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3" name="Freeform 491">
              <a:extLst>
                <a:ext uri="{FF2B5EF4-FFF2-40B4-BE49-F238E27FC236}">
                  <a16:creationId xmlns:a16="http://schemas.microsoft.com/office/drawing/2014/main" id="{D61499A9-842B-4653-B46A-F0516A6BA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3713"/>
              <a:ext cx="12" cy="7"/>
            </a:xfrm>
            <a:custGeom>
              <a:avLst/>
              <a:gdLst>
                <a:gd name="T0" fmla="*/ 0 w 5"/>
                <a:gd name="T1" fmla="*/ 37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3" y="1"/>
                    <a:pt x="5" y="0"/>
                  </a:cubicBezTo>
                </a:path>
              </a:pathLst>
            </a:custGeom>
            <a:noFill/>
            <a:ln w="14288" cap="flat">
              <a:solidFill>
                <a:srgbClr val="FEEA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4" name="Freeform 492">
              <a:extLst>
                <a:ext uri="{FF2B5EF4-FFF2-40B4-BE49-F238E27FC236}">
                  <a16:creationId xmlns:a16="http://schemas.microsoft.com/office/drawing/2014/main" id="{FAC639A6-0844-4E02-9C2C-2F2FBC7C7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202"/>
              <a:ext cx="28" cy="37"/>
            </a:xfrm>
            <a:custGeom>
              <a:avLst/>
              <a:gdLst>
                <a:gd name="T0" fmla="*/ 152 w 12"/>
                <a:gd name="T1" fmla="*/ 12 h 15"/>
                <a:gd name="T2" fmla="*/ 28 w 12"/>
                <a:gd name="T3" fmla="*/ 42 h 15"/>
                <a:gd name="T4" fmla="*/ 142 w 12"/>
                <a:gd name="T5" fmla="*/ 183 h 15"/>
                <a:gd name="T6" fmla="*/ 0 w 12"/>
                <a:gd name="T7" fmla="*/ 13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12" y="1"/>
                  </a:moveTo>
                  <a:cubicBezTo>
                    <a:pt x="8" y="1"/>
                    <a:pt x="4" y="0"/>
                    <a:pt x="2" y="3"/>
                  </a:cubicBezTo>
                  <a:cubicBezTo>
                    <a:pt x="4" y="7"/>
                    <a:pt x="11" y="6"/>
                    <a:pt x="11" y="12"/>
                  </a:cubicBezTo>
                  <a:cubicBezTo>
                    <a:pt x="7" y="15"/>
                    <a:pt x="4" y="9"/>
                    <a:pt x="0" y="9"/>
                  </a:cubicBezTo>
                </a:path>
              </a:pathLst>
            </a:custGeom>
            <a:noFill/>
            <a:ln w="14288" cap="flat">
              <a:solidFill>
                <a:srgbClr val="FCD49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5" name="Freeform 493">
              <a:extLst>
                <a:ext uri="{FF2B5EF4-FFF2-40B4-BE49-F238E27FC236}">
                  <a16:creationId xmlns:a16="http://schemas.microsoft.com/office/drawing/2014/main" id="{C2D302B7-8412-4367-9C70-62E59823D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474"/>
              <a:ext cx="325" cy="194"/>
            </a:xfrm>
            <a:custGeom>
              <a:avLst/>
              <a:gdLst>
                <a:gd name="T0" fmla="*/ 563 w 139"/>
                <a:gd name="T1" fmla="*/ 259 h 78"/>
                <a:gd name="T2" fmla="*/ 1777 w 139"/>
                <a:gd name="T3" fmla="*/ 848 h 78"/>
                <a:gd name="T4" fmla="*/ 0 w 139"/>
                <a:gd name="T5" fmla="*/ 0 h 78"/>
                <a:gd name="T6" fmla="*/ 355 w 139"/>
                <a:gd name="T7" fmla="*/ 167 h 78"/>
                <a:gd name="T8" fmla="*/ 563 w 139"/>
                <a:gd name="T9" fmla="*/ 25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78">
                  <a:moveTo>
                    <a:pt x="44" y="17"/>
                  </a:moveTo>
                  <a:cubicBezTo>
                    <a:pt x="139" y="55"/>
                    <a:pt x="139" y="55"/>
                    <a:pt x="139" y="55"/>
                  </a:cubicBezTo>
                  <a:cubicBezTo>
                    <a:pt x="133" y="78"/>
                    <a:pt x="6" y="50"/>
                    <a:pt x="0" y="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6" y="17"/>
                    <a:pt x="41" y="23"/>
                    <a:pt x="44" y="17"/>
                  </a:cubicBezTo>
                  <a:close/>
                </a:path>
              </a:pathLst>
            </a:custGeom>
            <a:solidFill>
              <a:srgbClr val="FCD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6" name="Freeform 494">
              <a:extLst>
                <a:ext uri="{FF2B5EF4-FFF2-40B4-BE49-F238E27FC236}">
                  <a16:creationId xmlns:a16="http://schemas.microsoft.com/office/drawing/2014/main" id="{4655D547-7EFA-4FD2-9CE3-08DED5642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474"/>
              <a:ext cx="325" cy="194"/>
            </a:xfrm>
            <a:custGeom>
              <a:avLst/>
              <a:gdLst>
                <a:gd name="T0" fmla="*/ 563 w 139"/>
                <a:gd name="T1" fmla="*/ 259 h 78"/>
                <a:gd name="T2" fmla="*/ 1777 w 139"/>
                <a:gd name="T3" fmla="*/ 848 h 78"/>
                <a:gd name="T4" fmla="*/ 0 w 139"/>
                <a:gd name="T5" fmla="*/ 0 h 78"/>
                <a:gd name="T6" fmla="*/ 355 w 139"/>
                <a:gd name="T7" fmla="*/ 167 h 78"/>
                <a:gd name="T8" fmla="*/ 563 w 139"/>
                <a:gd name="T9" fmla="*/ 25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78">
                  <a:moveTo>
                    <a:pt x="44" y="17"/>
                  </a:moveTo>
                  <a:cubicBezTo>
                    <a:pt x="139" y="55"/>
                    <a:pt x="139" y="55"/>
                    <a:pt x="139" y="55"/>
                  </a:cubicBezTo>
                  <a:cubicBezTo>
                    <a:pt x="133" y="78"/>
                    <a:pt x="6" y="50"/>
                    <a:pt x="0" y="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6" y="17"/>
                    <a:pt x="41" y="23"/>
                    <a:pt x="44" y="1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7" name="Freeform 495">
              <a:extLst>
                <a:ext uri="{FF2B5EF4-FFF2-40B4-BE49-F238E27FC236}">
                  <a16:creationId xmlns:a16="http://schemas.microsoft.com/office/drawing/2014/main" id="{181CF188-CF9E-469D-8A0A-7C0534ABD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568"/>
              <a:ext cx="87" cy="68"/>
            </a:xfrm>
            <a:custGeom>
              <a:avLst/>
              <a:gdLst>
                <a:gd name="T0" fmla="*/ 0 w 37"/>
                <a:gd name="T1" fmla="*/ 285 h 27"/>
                <a:gd name="T2" fmla="*/ 38 w 37"/>
                <a:gd name="T3" fmla="*/ 285 h 27"/>
                <a:gd name="T4" fmla="*/ 233 w 37"/>
                <a:gd name="T5" fmla="*/ 0 h 27"/>
                <a:gd name="T6" fmla="*/ 430 w 37"/>
                <a:gd name="T7" fmla="*/ 317 h 27"/>
                <a:gd name="T8" fmla="*/ 12 w 37"/>
                <a:gd name="T9" fmla="*/ 285 h 27"/>
                <a:gd name="T10" fmla="*/ 0 w 37"/>
                <a:gd name="T11" fmla="*/ 285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7">
                  <a:moveTo>
                    <a:pt x="0" y="18"/>
                  </a:moveTo>
                  <a:cubicBezTo>
                    <a:pt x="1" y="18"/>
                    <a:pt x="2" y="18"/>
                    <a:pt x="3" y="18"/>
                  </a:cubicBezTo>
                  <a:cubicBezTo>
                    <a:pt x="16" y="19"/>
                    <a:pt x="20" y="7"/>
                    <a:pt x="18" y="0"/>
                  </a:cubicBezTo>
                  <a:cubicBezTo>
                    <a:pt x="21" y="7"/>
                    <a:pt x="30" y="14"/>
                    <a:pt x="33" y="20"/>
                  </a:cubicBezTo>
                  <a:cubicBezTo>
                    <a:pt x="37" y="27"/>
                    <a:pt x="21" y="27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FBC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8" name="Freeform 496">
              <a:extLst>
                <a:ext uri="{FF2B5EF4-FFF2-40B4-BE49-F238E27FC236}">
                  <a16:creationId xmlns:a16="http://schemas.microsoft.com/office/drawing/2014/main" id="{52184B4B-B8DC-4DC1-A7A3-A0F10410D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568"/>
              <a:ext cx="87" cy="68"/>
            </a:xfrm>
            <a:custGeom>
              <a:avLst/>
              <a:gdLst>
                <a:gd name="T0" fmla="*/ 0 w 37"/>
                <a:gd name="T1" fmla="*/ 285 h 27"/>
                <a:gd name="T2" fmla="*/ 38 w 37"/>
                <a:gd name="T3" fmla="*/ 285 h 27"/>
                <a:gd name="T4" fmla="*/ 233 w 37"/>
                <a:gd name="T5" fmla="*/ 0 h 27"/>
                <a:gd name="T6" fmla="*/ 430 w 37"/>
                <a:gd name="T7" fmla="*/ 317 h 27"/>
                <a:gd name="T8" fmla="*/ 12 w 37"/>
                <a:gd name="T9" fmla="*/ 285 h 27"/>
                <a:gd name="T10" fmla="*/ 0 w 37"/>
                <a:gd name="T11" fmla="*/ 285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7">
                  <a:moveTo>
                    <a:pt x="0" y="18"/>
                  </a:moveTo>
                  <a:cubicBezTo>
                    <a:pt x="1" y="18"/>
                    <a:pt x="2" y="18"/>
                    <a:pt x="3" y="18"/>
                  </a:cubicBezTo>
                  <a:cubicBezTo>
                    <a:pt x="16" y="19"/>
                    <a:pt x="20" y="7"/>
                    <a:pt x="18" y="0"/>
                  </a:cubicBezTo>
                  <a:cubicBezTo>
                    <a:pt x="21" y="7"/>
                    <a:pt x="30" y="14"/>
                    <a:pt x="33" y="20"/>
                  </a:cubicBezTo>
                  <a:cubicBezTo>
                    <a:pt x="37" y="27"/>
                    <a:pt x="21" y="27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BDC93C67-5207-411D-8DA6-BBA7F2F2142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Brain arteries (2)</a:t>
            </a:r>
          </a:p>
        </p:txBody>
      </p:sp>
      <p:grpSp>
        <p:nvGrpSpPr>
          <p:cNvPr id="60418" name="brain-arterial-blood-supply-diagram">
            <a:extLst>
              <a:ext uri="{FF2B5EF4-FFF2-40B4-BE49-F238E27FC236}">
                <a16:creationId xmlns:a16="http://schemas.microsoft.com/office/drawing/2014/main" id="{43136064-42DC-445C-BAF1-4802E276519F}"/>
              </a:ext>
            </a:extLst>
          </p:cNvPr>
          <p:cNvGrpSpPr>
            <a:grpSpLocks/>
          </p:cNvGrpSpPr>
          <p:nvPr/>
        </p:nvGrpSpPr>
        <p:grpSpPr bwMode="auto">
          <a:xfrm>
            <a:off x="4046538" y="1395413"/>
            <a:ext cx="4098925" cy="4841875"/>
            <a:chOff x="1589" y="768"/>
            <a:chExt cx="2582" cy="3050"/>
          </a:xfrm>
        </p:grpSpPr>
        <p:sp>
          <p:nvSpPr>
            <p:cNvPr id="60419" name="Freeform 4">
              <a:extLst>
                <a:ext uri="{FF2B5EF4-FFF2-40B4-BE49-F238E27FC236}">
                  <a16:creationId xmlns:a16="http://schemas.microsoft.com/office/drawing/2014/main" id="{4CC5CFC6-F1E3-46C6-AF15-D950EA20E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768"/>
              <a:ext cx="949" cy="679"/>
            </a:xfrm>
            <a:custGeom>
              <a:avLst/>
              <a:gdLst>
                <a:gd name="T0" fmla="*/ 2952 w 532"/>
                <a:gd name="T1" fmla="*/ 2417 h 357"/>
                <a:gd name="T2" fmla="*/ 3020 w 532"/>
                <a:gd name="T3" fmla="*/ 2387 h 357"/>
                <a:gd name="T4" fmla="*/ 2997 w 532"/>
                <a:gd name="T5" fmla="*/ 2022 h 357"/>
                <a:gd name="T6" fmla="*/ 3008 w 532"/>
                <a:gd name="T7" fmla="*/ 1708 h 357"/>
                <a:gd name="T8" fmla="*/ 2924 w 532"/>
                <a:gd name="T9" fmla="*/ 1312 h 357"/>
                <a:gd name="T10" fmla="*/ 2854 w 532"/>
                <a:gd name="T11" fmla="*/ 907 h 357"/>
                <a:gd name="T12" fmla="*/ 2615 w 532"/>
                <a:gd name="T13" fmla="*/ 578 h 357"/>
                <a:gd name="T14" fmla="*/ 2485 w 532"/>
                <a:gd name="T15" fmla="*/ 405 h 357"/>
                <a:gd name="T16" fmla="*/ 2303 w 532"/>
                <a:gd name="T17" fmla="*/ 304 h 357"/>
                <a:gd name="T18" fmla="*/ 2196 w 532"/>
                <a:gd name="T19" fmla="*/ 228 h 357"/>
                <a:gd name="T20" fmla="*/ 2014 w 532"/>
                <a:gd name="T21" fmla="*/ 129 h 357"/>
                <a:gd name="T22" fmla="*/ 1773 w 532"/>
                <a:gd name="T23" fmla="*/ 21 h 357"/>
                <a:gd name="T24" fmla="*/ 1340 w 532"/>
                <a:gd name="T25" fmla="*/ 36 h 357"/>
                <a:gd name="T26" fmla="*/ 999 w 532"/>
                <a:gd name="T27" fmla="*/ 105 h 357"/>
                <a:gd name="T28" fmla="*/ 776 w 532"/>
                <a:gd name="T29" fmla="*/ 245 h 357"/>
                <a:gd name="T30" fmla="*/ 585 w 532"/>
                <a:gd name="T31" fmla="*/ 380 h 357"/>
                <a:gd name="T32" fmla="*/ 210 w 532"/>
                <a:gd name="T33" fmla="*/ 1059 h 357"/>
                <a:gd name="T34" fmla="*/ 118 w 532"/>
                <a:gd name="T35" fmla="*/ 1527 h 357"/>
                <a:gd name="T36" fmla="*/ 45 w 532"/>
                <a:gd name="T37" fmla="*/ 1961 h 357"/>
                <a:gd name="T38" fmla="*/ 73 w 532"/>
                <a:gd name="T39" fmla="*/ 2166 h 357"/>
                <a:gd name="T40" fmla="*/ 114 w 532"/>
                <a:gd name="T41" fmla="*/ 2402 h 3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32" h="357">
                  <a:moveTo>
                    <a:pt x="520" y="351"/>
                  </a:moveTo>
                  <a:cubicBezTo>
                    <a:pt x="523" y="344"/>
                    <a:pt x="531" y="357"/>
                    <a:pt x="532" y="347"/>
                  </a:cubicBezTo>
                  <a:cubicBezTo>
                    <a:pt x="532" y="336"/>
                    <a:pt x="527" y="305"/>
                    <a:pt x="528" y="294"/>
                  </a:cubicBezTo>
                  <a:cubicBezTo>
                    <a:pt x="528" y="284"/>
                    <a:pt x="530" y="258"/>
                    <a:pt x="530" y="248"/>
                  </a:cubicBezTo>
                  <a:cubicBezTo>
                    <a:pt x="530" y="228"/>
                    <a:pt x="520" y="209"/>
                    <a:pt x="515" y="191"/>
                  </a:cubicBezTo>
                  <a:cubicBezTo>
                    <a:pt x="510" y="171"/>
                    <a:pt x="509" y="151"/>
                    <a:pt x="503" y="132"/>
                  </a:cubicBezTo>
                  <a:cubicBezTo>
                    <a:pt x="497" y="110"/>
                    <a:pt x="481" y="96"/>
                    <a:pt x="461" y="84"/>
                  </a:cubicBezTo>
                  <a:cubicBezTo>
                    <a:pt x="454" y="80"/>
                    <a:pt x="447" y="66"/>
                    <a:pt x="438" y="59"/>
                  </a:cubicBezTo>
                  <a:cubicBezTo>
                    <a:pt x="425" y="50"/>
                    <a:pt x="411" y="47"/>
                    <a:pt x="406" y="44"/>
                  </a:cubicBezTo>
                  <a:cubicBezTo>
                    <a:pt x="400" y="40"/>
                    <a:pt x="394" y="35"/>
                    <a:pt x="387" y="33"/>
                  </a:cubicBezTo>
                  <a:cubicBezTo>
                    <a:pt x="382" y="32"/>
                    <a:pt x="372" y="24"/>
                    <a:pt x="355" y="19"/>
                  </a:cubicBezTo>
                  <a:cubicBezTo>
                    <a:pt x="341" y="14"/>
                    <a:pt x="330" y="6"/>
                    <a:pt x="312" y="3"/>
                  </a:cubicBezTo>
                  <a:cubicBezTo>
                    <a:pt x="286" y="0"/>
                    <a:pt x="253" y="2"/>
                    <a:pt x="236" y="5"/>
                  </a:cubicBezTo>
                  <a:cubicBezTo>
                    <a:pt x="215" y="8"/>
                    <a:pt x="190" y="10"/>
                    <a:pt x="176" y="15"/>
                  </a:cubicBezTo>
                  <a:cubicBezTo>
                    <a:pt x="151" y="23"/>
                    <a:pt x="135" y="34"/>
                    <a:pt x="137" y="36"/>
                  </a:cubicBezTo>
                  <a:cubicBezTo>
                    <a:pt x="126" y="42"/>
                    <a:pt x="115" y="48"/>
                    <a:pt x="103" y="55"/>
                  </a:cubicBezTo>
                  <a:cubicBezTo>
                    <a:pt x="67" y="78"/>
                    <a:pt x="40" y="111"/>
                    <a:pt x="37" y="154"/>
                  </a:cubicBezTo>
                  <a:cubicBezTo>
                    <a:pt x="35" y="178"/>
                    <a:pt x="23" y="198"/>
                    <a:pt x="21" y="222"/>
                  </a:cubicBezTo>
                  <a:cubicBezTo>
                    <a:pt x="19" y="248"/>
                    <a:pt x="0" y="260"/>
                    <a:pt x="8" y="285"/>
                  </a:cubicBezTo>
                  <a:cubicBezTo>
                    <a:pt x="6" y="300"/>
                    <a:pt x="13" y="300"/>
                    <a:pt x="13" y="315"/>
                  </a:cubicBezTo>
                  <a:cubicBezTo>
                    <a:pt x="7" y="330"/>
                    <a:pt x="20" y="349"/>
                    <a:pt x="20" y="34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0" name="Freeform 5">
              <a:extLst>
                <a:ext uri="{FF2B5EF4-FFF2-40B4-BE49-F238E27FC236}">
                  <a16:creationId xmlns:a16="http://schemas.microsoft.com/office/drawing/2014/main" id="{84CDA284-EA01-440C-B270-936A08FE9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424"/>
              <a:ext cx="932" cy="812"/>
            </a:xfrm>
            <a:custGeom>
              <a:avLst/>
              <a:gdLst>
                <a:gd name="T0" fmla="*/ 123 w 523"/>
                <a:gd name="T1" fmla="*/ 91 h 427"/>
                <a:gd name="T2" fmla="*/ 123 w 523"/>
                <a:gd name="T3" fmla="*/ 91 h 427"/>
                <a:gd name="T4" fmla="*/ 93 w 523"/>
                <a:gd name="T5" fmla="*/ 40 h 427"/>
                <a:gd name="T6" fmla="*/ 0 w 523"/>
                <a:gd name="T7" fmla="*/ 160 h 427"/>
                <a:gd name="T8" fmla="*/ 64 w 523"/>
                <a:gd name="T9" fmla="*/ 502 h 427"/>
                <a:gd name="T10" fmla="*/ 114 w 523"/>
                <a:gd name="T11" fmla="*/ 846 h 427"/>
                <a:gd name="T12" fmla="*/ 166 w 523"/>
                <a:gd name="T13" fmla="*/ 1074 h 427"/>
                <a:gd name="T14" fmla="*/ 239 w 523"/>
                <a:gd name="T15" fmla="*/ 1244 h 427"/>
                <a:gd name="T16" fmla="*/ 369 w 523"/>
                <a:gd name="T17" fmla="*/ 1367 h 427"/>
                <a:gd name="T18" fmla="*/ 470 w 523"/>
                <a:gd name="T19" fmla="*/ 1993 h 427"/>
                <a:gd name="T20" fmla="*/ 946 w 523"/>
                <a:gd name="T21" fmla="*/ 2655 h 427"/>
                <a:gd name="T22" fmla="*/ 1470 w 523"/>
                <a:gd name="T23" fmla="*/ 2936 h 427"/>
                <a:gd name="T24" fmla="*/ 1998 w 523"/>
                <a:gd name="T25" fmla="*/ 2655 h 427"/>
                <a:gd name="T26" fmla="*/ 2473 w 523"/>
                <a:gd name="T27" fmla="*/ 1993 h 427"/>
                <a:gd name="T28" fmla="*/ 2591 w 523"/>
                <a:gd name="T29" fmla="*/ 1367 h 427"/>
                <a:gd name="T30" fmla="*/ 2721 w 523"/>
                <a:gd name="T31" fmla="*/ 1244 h 427"/>
                <a:gd name="T32" fmla="*/ 2801 w 523"/>
                <a:gd name="T33" fmla="*/ 1074 h 427"/>
                <a:gd name="T34" fmla="*/ 2851 w 523"/>
                <a:gd name="T35" fmla="*/ 846 h 427"/>
                <a:gd name="T36" fmla="*/ 2896 w 523"/>
                <a:gd name="T37" fmla="*/ 502 h 427"/>
                <a:gd name="T38" fmla="*/ 2960 w 523"/>
                <a:gd name="T39" fmla="*/ 160 h 427"/>
                <a:gd name="T40" fmla="*/ 2924 w 523"/>
                <a:gd name="T41" fmla="*/ 40 h 427"/>
                <a:gd name="T42" fmla="*/ 2903 w 523"/>
                <a:gd name="T43" fmla="*/ 29 h 427"/>
                <a:gd name="T44" fmla="*/ 2874 w 523"/>
                <a:gd name="T45" fmla="*/ 40 h 4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23" h="427">
                  <a:moveTo>
                    <a:pt x="22" y="13"/>
                  </a:moveTo>
                  <a:cubicBezTo>
                    <a:pt x="22" y="13"/>
                    <a:pt x="22" y="13"/>
                    <a:pt x="22" y="13"/>
                  </a:cubicBezTo>
                  <a:cubicBezTo>
                    <a:pt x="21" y="10"/>
                    <a:pt x="16" y="6"/>
                    <a:pt x="16" y="6"/>
                  </a:cubicBezTo>
                  <a:cubicBezTo>
                    <a:pt x="8" y="0"/>
                    <a:pt x="0" y="10"/>
                    <a:pt x="0" y="23"/>
                  </a:cubicBezTo>
                  <a:cubicBezTo>
                    <a:pt x="0" y="37"/>
                    <a:pt x="11" y="63"/>
                    <a:pt x="11" y="73"/>
                  </a:cubicBezTo>
                  <a:cubicBezTo>
                    <a:pt x="11" y="82"/>
                    <a:pt x="15" y="107"/>
                    <a:pt x="20" y="123"/>
                  </a:cubicBezTo>
                  <a:cubicBezTo>
                    <a:pt x="26" y="139"/>
                    <a:pt x="23" y="146"/>
                    <a:pt x="29" y="156"/>
                  </a:cubicBezTo>
                  <a:cubicBezTo>
                    <a:pt x="35" y="165"/>
                    <a:pt x="37" y="174"/>
                    <a:pt x="42" y="181"/>
                  </a:cubicBezTo>
                  <a:cubicBezTo>
                    <a:pt x="48" y="188"/>
                    <a:pt x="60" y="198"/>
                    <a:pt x="65" y="199"/>
                  </a:cubicBezTo>
                  <a:cubicBezTo>
                    <a:pt x="67" y="221"/>
                    <a:pt x="73" y="270"/>
                    <a:pt x="83" y="290"/>
                  </a:cubicBezTo>
                  <a:cubicBezTo>
                    <a:pt x="94" y="310"/>
                    <a:pt x="138" y="365"/>
                    <a:pt x="167" y="386"/>
                  </a:cubicBezTo>
                  <a:cubicBezTo>
                    <a:pt x="194" y="405"/>
                    <a:pt x="211" y="426"/>
                    <a:pt x="260" y="427"/>
                  </a:cubicBezTo>
                  <a:cubicBezTo>
                    <a:pt x="310" y="426"/>
                    <a:pt x="327" y="405"/>
                    <a:pt x="353" y="386"/>
                  </a:cubicBezTo>
                  <a:cubicBezTo>
                    <a:pt x="383" y="365"/>
                    <a:pt x="428" y="313"/>
                    <a:pt x="437" y="290"/>
                  </a:cubicBezTo>
                  <a:cubicBezTo>
                    <a:pt x="447" y="267"/>
                    <a:pt x="457" y="221"/>
                    <a:pt x="458" y="199"/>
                  </a:cubicBezTo>
                  <a:cubicBezTo>
                    <a:pt x="464" y="198"/>
                    <a:pt x="476" y="188"/>
                    <a:pt x="481" y="181"/>
                  </a:cubicBezTo>
                  <a:cubicBezTo>
                    <a:pt x="487" y="174"/>
                    <a:pt x="489" y="165"/>
                    <a:pt x="495" y="156"/>
                  </a:cubicBezTo>
                  <a:cubicBezTo>
                    <a:pt x="500" y="146"/>
                    <a:pt x="498" y="139"/>
                    <a:pt x="504" y="123"/>
                  </a:cubicBezTo>
                  <a:cubicBezTo>
                    <a:pt x="509" y="107"/>
                    <a:pt x="512" y="82"/>
                    <a:pt x="512" y="73"/>
                  </a:cubicBezTo>
                  <a:cubicBezTo>
                    <a:pt x="512" y="63"/>
                    <a:pt x="523" y="37"/>
                    <a:pt x="523" y="23"/>
                  </a:cubicBezTo>
                  <a:cubicBezTo>
                    <a:pt x="523" y="15"/>
                    <a:pt x="521" y="9"/>
                    <a:pt x="517" y="6"/>
                  </a:cubicBezTo>
                  <a:cubicBezTo>
                    <a:pt x="516" y="6"/>
                    <a:pt x="514" y="5"/>
                    <a:pt x="513" y="4"/>
                  </a:cubicBezTo>
                  <a:cubicBezTo>
                    <a:pt x="511" y="4"/>
                    <a:pt x="510" y="4"/>
                    <a:pt x="508" y="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1" name="Freeform 6">
              <a:extLst>
                <a:ext uri="{FF2B5EF4-FFF2-40B4-BE49-F238E27FC236}">
                  <a16:creationId xmlns:a16="http://schemas.microsoft.com/office/drawing/2014/main" id="{8245CDB5-E96E-4D03-84DC-011443E9C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977"/>
              <a:ext cx="1005" cy="1841"/>
            </a:xfrm>
            <a:custGeom>
              <a:avLst/>
              <a:gdLst>
                <a:gd name="T0" fmla="*/ 3191 w 564"/>
                <a:gd name="T1" fmla="*/ 6658 h 968"/>
                <a:gd name="T2" fmla="*/ 3017 w 564"/>
                <a:gd name="T3" fmla="*/ 5215 h 968"/>
                <a:gd name="T4" fmla="*/ 2892 w 564"/>
                <a:gd name="T5" fmla="*/ 3530 h 968"/>
                <a:gd name="T6" fmla="*/ 2090 w 564"/>
                <a:gd name="T7" fmla="*/ 2153 h 968"/>
                <a:gd name="T8" fmla="*/ 1454 w 564"/>
                <a:gd name="T9" fmla="*/ 1921 h 968"/>
                <a:gd name="T10" fmla="*/ 499 w 564"/>
                <a:gd name="T11" fmla="*/ 1419 h 968"/>
                <a:gd name="T12" fmla="*/ 93 w 564"/>
                <a:gd name="T13" fmla="*/ 0 h 9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4" h="968">
                  <a:moveTo>
                    <a:pt x="564" y="968"/>
                  </a:moveTo>
                  <a:cubicBezTo>
                    <a:pt x="551" y="865"/>
                    <a:pt x="531" y="799"/>
                    <a:pt x="533" y="758"/>
                  </a:cubicBezTo>
                  <a:cubicBezTo>
                    <a:pt x="545" y="674"/>
                    <a:pt x="527" y="584"/>
                    <a:pt x="511" y="513"/>
                  </a:cubicBezTo>
                  <a:cubicBezTo>
                    <a:pt x="476" y="360"/>
                    <a:pt x="403" y="321"/>
                    <a:pt x="369" y="313"/>
                  </a:cubicBezTo>
                  <a:cubicBezTo>
                    <a:pt x="334" y="306"/>
                    <a:pt x="281" y="301"/>
                    <a:pt x="257" y="279"/>
                  </a:cubicBezTo>
                  <a:cubicBezTo>
                    <a:pt x="241" y="263"/>
                    <a:pt x="123" y="210"/>
                    <a:pt x="88" y="206"/>
                  </a:cubicBezTo>
                  <a:cubicBezTo>
                    <a:pt x="0" y="189"/>
                    <a:pt x="15" y="31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2" name="Freeform 7">
              <a:extLst>
                <a:ext uri="{FF2B5EF4-FFF2-40B4-BE49-F238E27FC236}">
                  <a16:creationId xmlns:a16="http://schemas.microsoft.com/office/drawing/2014/main" id="{1717D367-6E7E-4FE2-B285-9840B6087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983"/>
              <a:ext cx="1001" cy="1835"/>
            </a:xfrm>
            <a:custGeom>
              <a:avLst/>
              <a:gdLst>
                <a:gd name="T0" fmla="*/ 3121 w 561"/>
                <a:gd name="T1" fmla="*/ 0 h 965"/>
                <a:gd name="T2" fmla="*/ 2703 w 561"/>
                <a:gd name="T3" fmla="*/ 1396 h 965"/>
                <a:gd name="T4" fmla="*/ 1745 w 561"/>
                <a:gd name="T5" fmla="*/ 1898 h 965"/>
                <a:gd name="T6" fmla="*/ 1115 w 561"/>
                <a:gd name="T7" fmla="*/ 2130 h 965"/>
                <a:gd name="T8" fmla="*/ 305 w 561"/>
                <a:gd name="T9" fmla="*/ 3508 h 965"/>
                <a:gd name="T10" fmla="*/ 175 w 561"/>
                <a:gd name="T11" fmla="*/ 5193 h 965"/>
                <a:gd name="T12" fmla="*/ 0 w 561"/>
                <a:gd name="T13" fmla="*/ 6635 h 9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1" h="965">
                  <a:moveTo>
                    <a:pt x="549" y="0"/>
                  </a:moveTo>
                  <a:cubicBezTo>
                    <a:pt x="550" y="38"/>
                    <a:pt x="561" y="187"/>
                    <a:pt x="476" y="203"/>
                  </a:cubicBezTo>
                  <a:cubicBezTo>
                    <a:pt x="442" y="207"/>
                    <a:pt x="324" y="260"/>
                    <a:pt x="307" y="276"/>
                  </a:cubicBezTo>
                  <a:cubicBezTo>
                    <a:pt x="284" y="298"/>
                    <a:pt x="230" y="303"/>
                    <a:pt x="196" y="310"/>
                  </a:cubicBezTo>
                  <a:cubicBezTo>
                    <a:pt x="161" y="318"/>
                    <a:pt x="88" y="357"/>
                    <a:pt x="54" y="510"/>
                  </a:cubicBezTo>
                  <a:cubicBezTo>
                    <a:pt x="38" y="581"/>
                    <a:pt x="20" y="671"/>
                    <a:pt x="31" y="755"/>
                  </a:cubicBezTo>
                  <a:cubicBezTo>
                    <a:pt x="34" y="796"/>
                    <a:pt x="13" y="862"/>
                    <a:pt x="0" y="96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3" name="Freeform 8">
              <a:extLst>
                <a:ext uri="{FF2B5EF4-FFF2-40B4-BE49-F238E27FC236}">
                  <a16:creationId xmlns:a16="http://schemas.microsoft.com/office/drawing/2014/main" id="{4318CE96-1B58-463F-BC3B-0EC2F70B4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424"/>
              <a:ext cx="932" cy="812"/>
            </a:xfrm>
            <a:custGeom>
              <a:avLst/>
              <a:gdLst>
                <a:gd name="T0" fmla="*/ 239 w 523"/>
                <a:gd name="T1" fmla="*/ 662 h 427"/>
                <a:gd name="T2" fmla="*/ 168 w 523"/>
                <a:gd name="T3" fmla="*/ 297 h 427"/>
                <a:gd name="T4" fmla="*/ 143 w 523"/>
                <a:gd name="T5" fmla="*/ 160 h 427"/>
                <a:gd name="T6" fmla="*/ 123 w 523"/>
                <a:gd name="T7" fmla="*/ 91 h 427"/>
                <a:gd name="T8" fmla="*/ 123 w 523"/>
                <a:gd name="T9" fmla="*/ 91 h 427"/>
                <a:gd name="T10" fmla="*/ 93 w 523"/>
                <a:gd name="T11" fmla="*/ 40 h 427"/>
                <a:gd name="T12" fmla="*/ 0 w 523"/>
                <a:gd name="T13" fmla="*/ 160 h 427"/>
                <a:gd name="T14" fmla="*/ 64 w 523"/>
                <a:gd name="T15" fmla="*/ 502 h 427"/>
                <a:gd name="T16" fmla="*/ 114 w 523"/>
                <a:gd name="T17" fmla="*/ 846 h 427"/>
                <a:gd name="T18" fmla="*/ 166 w 523"/>
                <a:gd name="T19" fmla="*/ 1074 h 427"/>
                <a:gd name="T20" fmla="*/ 239 w 523"/>
                <a:gd name="T21" fmla="*/ 1244 h 427"/>
                <a:gd name="T22" fmla="*/ 369 w 523"/>
                <a:gd name="T23" fmla="*/ 1367 h 427"/>
                <a:gd name="T24" fmla="*/ 470 w 523"/>
                <a:gd name="T25" fmla="*/ 1993 h 427"/>
                <a:gd name="T26" fmla="*/ 946 w 523"/>
                <a:gd name="T27" fmla="*/ 2655 h 427"/>
                <a:gd name="T28" fmla="*/ 1470 w 523"/>
                <a:gd name="T29" fmla="*/ 2936 h 427"/>
                <a:gd name="T30" fmla="*/ 1998 w 523"/>
                <a:gd name="T31" fmla="*/ 2655 h 427"/>
                <a:gd name="T32" fmla="*/ 2473 w 523"/>
                <a:gd name="T33" fmla="*/ 1993 h 427"/>
                <a:gd name="T34" fmla="*/ 2591 w 523"/>
                <a:gd name="T35" fmla="*/ 1367 h 427"/>
                <a:gd name="T36" fmla="*/ 2721 w 523"/>
                <a:gd name="T37" fmla="*/ 1244 h 427"/>
                <a:gd name="T38" fmla="*/ 2801 w 523"/>
                <a:gd name="T39" fmla="*/ 1074 h 427"/>
                <a:gd name="T40" fmla="*/ 2851 w 523"/>
                <a:gd name="T41" fmla="*/ 846 h 427"/>
                <a:gd name="T42" fmla="*/ 2896 w 523"/>
                <a:gd name="T43" fmla="*/ 502 h 427"/>
                <a:gd name="T44" fmla="*/ 2960 w 523"/>
                <a:gd name="T45" fmla="*/ 160 h 427"/>
                <a:gd name="T46" fmla="*/ 2924 w 523"/>
                <a:gd name="T47" fmla="*/ 40 h 427"/>
                <a:gd name="T48" fmla="*/ 2903 w 523"/>
                <a:gd name="T49" fmla="*/ 29 h 427"/>
                <a:gd name="T50" fmla="*/ 2874 w 523"/>
                <a:gd name="T51" fmla="*/ 40 h 427"/>
                <a:gd name="T52" fmla="*/ 2785 w 523"/>
                <a:gd name="T53" fmla="*/ 405 h 427"/>
                <a:gd name="T54" fmla="*/ 2757 w 523"/>
                <a:gd name="T55" fmla="*/ 496 h 427"/>
                <a:gd name="T56" fmla="*/ 2684 w 523"/>
                <a:gd name="T57" fmla="*/ 717 h 42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23" h="427">
                  <a:moveTo>
                    <a:pt x="42" y="96"/>
                  </a:moveTo>
                  <a:cubicBezTo>
                    <a:pt x="37" y="78"/>
                    <a:pt x="30" y="43"/>
                    <a:pt x="30" y="43"/>
                  </a:cubicBezTo>
                  <a:cubicBezTo>
                    <a:pt x="30" y="43"/>
                    <a:pt x="28" y="33"/>
                    <a:pt x="25" y="23"/>
                  </a:cubicBezTo>
                  <a:cubicBezTo>
                    <a:pt x="24" y="19"/>
                    <a:pt x="23" y="16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1" y="10"/>
                    <a:pt x="16" y="6"/>
                    <a:pt x="16" y="6"/>
                  </a:cubicBezTo>
                  <a:cubicBezTo>
                    <a:pt x="8" y="0"/>
                    <a:pt x="0" y="10"/>
                    <a:pt x="0" y="23"/>
                  </a:cubicBezTo>
                  <a:cubicBezTo>
                    <a:pt x="0" y="37"/>
                    <a:pt x="11" y="63"/>
                    <a:pt x="11" y="73"/>
                  </a:cubicBezTo>
                  <a:cubicBezTo>
                    <a:pt x="11" y="82"/>
                    <a:pt x="15" y="107"/>
                    <a:pt x="20" y="123"/>
                  </a:cubicBezTo>
                  <a:cubicBezTo>
                    <a:pt x="26" y="139"/>
                    <a:pt x="23" y="146"/>
                    <a:pt x="29" y="156"/>
                  </a:cubicBezTo>
                  <a:cubicBezTo>
                    <a:pt x="35" y="165"/>
                    <a:pt x="37" y="174"/>
                    <a:pt x="42" y="181"/>
                  </a:cubicBezTo>
                  <a:cubicBezTo>
                    <a:pt x="48" y="188"/>
                    <a:pt x="60" y="198"/>
                    <a:pt x="65" y="199"/>
                  </a:cubicBezTo>
                  <a:cubicBezTo>
                    <a:pt x="67" y="221"/>
                    <a:pt x="73" y="270"/>
                    <a:pt x="83" y="290"/>
                  </a:cubicBezTo>
                  <a:cubicBezTo>
                    <a:pt x="94" y="310"/>
                    <a:pt x="138" y="365"/>
                    <a:pt x="167" y="386"/>
                  </a:cubicBezTo>
                  <a:cubicBezTo>
                    <a:pt x="194" y="405"/>
                    <a:pt x="211" y="426"/>
                    <a:pt x="260" y="427"/>
                  </a:cubicBezTo>
                  <a:cubicBezTo>
                    <a:pt x="310" y="426"/>
                    <a:pt x="327" y="405"/>
                    <a:pt x="353" y="386"/>
                  </a:cubicBezTo>
                  <a:cubicBezTo>
                    <a:pt x="383" y="365"/>
                    <a:pt x="428" y="313"/>
                    <a:pt x="437" y="290"/>
                  </a:cubicBezTo>
                  <a:cubicBezTo>
                    <a:pt x="447" y="267"/>
                    <a:pt x="457" y="221"/>
                    <a:pt x="458" y="199"/>
                  </a:cubicBezTo>
                  <a:cubicBezTo>
                    <a:pt x="464" y="198"/>
                    <a:pt x="476" y="188"/>
                    <a:pt x="481" y="181"/>
                  </a:cubicBezTo>
                  <a:cubicBezTo>
                    <a:pt x="487" y="174"/>
                    <a:pt x="489" y="165"/>
                    <a:pt x="495" y="156"/>
                  </a:cubicBezTo>
                  <a:cubicBezTo>
                    <a:pt x="500" y="146"/>
                    <a:pt x="498" y="139"/>
                    <a:pt x="504" y="123"/>
                  </a:cubicBezTo>
                  <a:cubicBezTo>
                    <a:pt x="509" y="107"/>
                    <a:pt x="512" y="82"/>
                    <a:pt x="512" y="73"/>
                  </a:cubicBezTo>
                  <a:cubicBezTo>
                    <a:pt x="512" y="63"/>
                    <a:pt x="523" y="37"/>
                    <a:pt x="523" y="23"/>
                  </a:cubicBezTo>
                  <a:cubicBezTo>
                    <a:pt x="523" y="15"/>
                    <a:pt x="521" y="9"/>
                    <a:pt x="517" y="6"/>
                  </a:cubicBezTo>
                  <a:cubicBezTo>
                    <a:pt x="516" y="6"/>
                    <a:pt x="514" y="5"/>
                    <a:pt x="513" y="4"/>
                  </a:cubicBezTo>
                  <a:cubicBezTo>
                    <a:pt x="511" y="4"/>
                    <a:pt x="510" y="4"/>
                    <a:pt x="508" y="6"/>
                  </a:cubicBezTo>
                  <a:cubicBezTo>
                    <a:pt x="492" y="59"/>
                    <a:pt x="492" y="59"/>
                    <a:pt x="492" y="59"/>
                  </a:cubicBezTo>
                  <a:cubicBezTo>
                    <a:pt x="487" y="72"/>
                    <a:pt x="487" y="72"/>
                    <a:pt x="487" y="72"/>
                  </a:cubicBezTo>
                  <a:cubicBezTo>
                    <a:pt x="485" y="87"/>
                    <a:pt x="474" y="104"/>
                    <a:pt x="474" y="104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4" name="Freeform 9">
              <a:extLst>
                <a:ext uri="{FF2B5EF4-FFF2-40B4-BE49-F238E27FC236}">
                  <a16:creationId xmlns:a16="http://schemas.microsoft.com/office/drawing/2014/main" id="{7FDF84F9-5A22-462C-9E68-8B0EF0574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768"/>
              <a:ext cx="949" cy="858"/>
            </a:xfrm>
            <a:custGeom>
              <a:avLst/>
              <a:gdLst>
                <a:gd name="T0" fmla="*/ 2752 w 532"/>
                <a:gd name="T1" fmla="*/ 3105 h 451"/>
                <a:gd name="T2" fmla="*/ 2804 w 532"/>
                <a:gd name="T3" fmla="*/ 2983 h 451"/>
                <a:gd name="T4" fmla="*/ 2861 w 532"/>
                <a:gd name="T5" fmla="*/ 2783 h 451"/>
                <a:gd name="T6" fmla="*/ 2952 w 532"/>
                <a:gd name="T7" fmla="*/ 2418 h 451"/>
                <a:gd name="T8" fmla="*/ 3020 w 532"/>
                <a:gd name="T9" fmla="*/ 2389 h 451"/>
                <a:gd name="T10" fmla="*/ 2997 w 532"/>
                <a:gd name="T11" fmla="*/ 2022 h 451"/>
                <a:gd name="T12" fmla="*/ 3008 w 532"/>
                <a:gd name="T13" fmla="*/ 1708 h 451"/>
                <a:gd name="T14" fmla="*/ 2924 w 532"/>
                <a:gd name="T15" fmla="*/ 1315 h 451"/>
                <a:gd name="T16" fmla="*/ 2854 w 532"/>
                <a:gd name="T17" fmla="*/ 909 h 451"/>
                <a:gd name="T18" fmla="*/ 2615 w 532"/>
                <a:gd name="T19" fmla="*/ 578 h 451"/>
                <a:gd name="T20" fmla="*/ 2485 w 532"/>
                <a:gd name="T21" fmla="*/ 405 h 451"/>
                <a:gd name="T22" fmla="*/ 2303 w 532"/>
                <a:gd name="T23" fmla="*/ 304 h 451"/>
                <a:gd name="T24" fmla="*/ 2196 w 532"/>
                <a:gd name="T25" fmla="*/ 228 h 451"/>
                <a:gd name="T26" fmla="*/ 2014 w 532"/>
                <a:gd name="T27" fmla="*/ 129 h 451"/>
                <a:gd name="T28" fmla="*/ 1773 w 532"/>
                <a:gd name="T29" fmla="*/ 21 h 451"/>
                <a:gd name="T30" fmla="*/ 1340 w 532"/>
                <a:gd name="T31" fmla="*/ 36 h 451"/>
                <a:gd name="T32" fmla="*/ 999 w 532"/>
                <a:gd name="T33" fmla="*/ 105 h 451"/>
                <a:gd name="T34" fmla="*/ 776 w 532"/>
                <a:gd name="T35" fmla="*/ 245 h 451"/>
                <a:gd name="T36" fmla="*/ 585 w 532"/>
                <a:gd name="T37" fmla="*/ 380 h 451"/>
                <a:gd name="T38" fmla="*/ 210 w 532"/>
                <a:gd name="T39" fmla="*/ 1060 h 451"/>
                <a:gd name="T40" fmla="*/ 118 w 532"/>
                <a:gd name="T41" fmla="*/ 1528 h 451"/>
                <a:gd name="T42" fmla="*/ 45 w 532"/>
                <a:gd name="T43" fmla="*/ 1961 h 451"/>
                <a:gd name="T44" fmla="*/ 73 w 532"/>
                <a:gd name="T45" fmla="*/ 2169 h 451"/>
                <a:gd name="T46" fmla="*/ 114 w 532"/>
                <a:gd name="T47" fmla="*/ 2403 h 451"/>
                <a:gd name="T48" fmla="*/ 175 w 532"/>
                <a:gd name="T49" fmla="*/ 2450 h 451"/>
                <a:gd name="T50" fmla="*/ 239 w 532"/>
                <a:gd name="T51" fmla="*/ 2671 h 451"/>
                <a:gd name="T52" fmla="*/ 305 w 532"/>
                <a:gd name="T53" fmla="*/ 3036 h 451"/>
                <a:gd name="T54" fmla="*/ 353 w 532"/>
                <a:gd name="T55" fmla="*/ 3036 h 45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32" h="451">
                  <a:moveTo>
                    <a:pt x="485" y="451"/>
                  </a:moveTo>
                  <a:cubicBezTo>
                    <a:pt x="494" y="433"/>
                    <a:pt x="494" y="433"/>
                    <a:pt x="494" y="433"/>
                  </a:cubicBezTo>
                  <a:cubicBezTo>
                    <a:pt x="504" y="404"/>
                    <a:pt x="504" y="404"/>
                    <a:pt x="504" y="404"/>
                  </a:cubicBezTo>
                  <a:cubicBezTo>
                    <a:pt x="520" y="351"/>
                    <a:pt x="520" y="351"/>
                    <a:pt x="520" y="351"/>
                  </a:cubicBezTo>
                  <a:cubicBezTo>
                    <a:pt x="523" y="344"/>
                    <a:pt x="531" y="357"/>
                    <a:pt x="532" y="347"/>
                  </a:cubicBezTo>
                  <a:cubicBezTo>
                    <a:pt x="532" y="336"/>
                    <a:pt x="527" y="305"/>
                    <a:pt x="528" y="294"/>
                  </a:cubicBezTo>
                  <a:cubicBezTo>
                    <a:pt x="528" y="284"/>
                    <a:pt x="530" y="258"/>
                    <a:pt x="530" y="248"/>
                  </a:cubicBezTo>
                  <a:cubicBezTo>
                    <a:pt x="530" y="228"/>
                    <a:pt x="520" y="209"/>
                    <a:pt x="515" y="191"/>
                  </a:cubicBezTo>
                  <a:cubicBezTo>
                    <a:pt x="510" y="171"/>
                    <a:pt x="509" y="151"/>
                    <a:pt x="503" y="132"/>
                  </a:cubicBezTo>
                  <a:cubicBezTo>
                    <a:pt x="497" y="110"/>
                    <a:pt x="481" y="96"/>
                    <a:pt x="461" y="84"/>
                  </a:cubicBezTo>
                  <a:cubicBezTo>
                    <a:pt x="454" y="80"/>
                    <a:pt x="447" y="66"/>
                    <a:pt x="438" y="59"/>
                  </a:cubicBezTo>
                  <a:cubicBezTo>
                    <a:pt x="425" y="50"/>
                    <a:pt x="411" y="47"/>
                    <a:pt x="406" y="44"/>
                  </a:cubicBezTo>
                  <a:cubicBezTo>
                    <a:pt x="400" y="40"/>
                    <a:pt x="394" y="35"/>
                    <a:pt x="387" y="33"/>
                  </a:cubicBezTo>
                  <a:cubicBezTo>
                    <a:pt x="382" y="32"/>
                    <a:pt x="372" y="24"/>
                    <a:pt x="355" y="19"/>
                  </a:cubicBezTo>
                  <a:cubicBezTo>
                    <a:pt x="341" y="14"/>
                    <a:pt x="330" y="6"/>
                    <a:pt x="312" y="3"/>
                  </a:cubicBezTo>
                  <a:cubicBezTo>
                    <a:pt x="286" y="0"/>
                    <a:pt x="253" y="2"/>
                    <a:pt x="236" y="5"/>
                  </a:cubicBezTo>
                  <a:cubicBezTo>
                    <a:pt x="215" y="8"/>
                    <a:pt x="190" y="10"/>
                    <a:pt x="176" y="15"/>
                  </a:cubicBezTo>
                  <a:cubicBezTo>
                    <a:pt x="151" y="23"/>
                    <a:pt x="135" y="34"/>
                    <a:pt x="137" y="36"/>
                  </a:cubicBezTo>
                  <a:cubicBezTo>
                    <a:pt x="126" y="42"/>
                    <a:pt x="115" y="48"/>
                    <a:pt x="103" y="55"/>
                  </a:cubicBezTo>
                  <a:cubicBezTo>
                    <a:pt x="67" y="78"/>
                    <a:pt x="40" y="111"/>
                    <a:pt x="37" y="154"/>
                  </a:cubicBezTo>
                  <a:cubicBezTo>
                    <a:pt x="35" y="178"/>
                    <a:pt x="23" y="198"/>
                    <a:pt x="21" y="222"/>
                  </a:cubicBezTo>
                  <a:cubicBezTo>
                    <a:pt x="19" y="248"/>
                    <a:pt x="0" y="260"/>
                    <a:pt x="8" y="285"/>
                  </a:cubicBezTo>
                  <a:cubicBezTo>
                    <a:pt x="6" y="300"/>
                    <a:pt x="13" y="300"/>
                    <a:pt x="13" y="315"/>
                  </a:cubicBezTo>
                  <a:cubicBezTo>
                    <a:pt x="7" y="330"/>
                    <a:pt x="20" y="349"/>
                    <a:pt x="20" y="349"/>
                  </a:cubicBezTo>
                  <a:cubicBezTo>
                    <a:pt x="31" y="356"/>
                    <a:pt x="31" y="356"/>
                    <a:pt x="31" y="356"/>
                  </a:cubicBezTo>
                  <a:cubicBezTo>
                    <a:pt x="35" y="363"/>
                    <a:pt x="42" y="388"/>
                    <a:pt x="42" y="388"/>
                  </a:cubicBezTo>
                  <a:cubicBezTo>
                    <a:pt x="42" y="388"/>
                    <a:pt x="49" y="423"/>
                    <a:pt x="54" y="441"/>
                  </a:cubicBezTo>
                  <a:cubicBezTo>
                    <a:pt x="57" y="450"/>
                    <a:pt x="58" y="444"/>
                    <a:pt x="62" y="441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5" name="Freeform 10">
              <a:extLst>
                <a:ext uri="{FF2B5EF4-FFF2-40B4-BE49-F238E27FC236}">
                  <a16:creationId xmlns:a16="http://schemas.microsoft.com/office/drawing/2014/main" id="{AC00123F-0F85-4056-916E-0A2CD8166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977"/>
              <a:ext cx="2582" cy="1841"/>
            </a:xfrm>
            <a:custGeom>
              <a:avLst/>
              <a:gdLst>
                <a:gd name="T0" fmla="*/ 8035 w 1448"/>
                <a:gd name="T1" fmla="*/ 5215 h 968"/>
                <a:gd name="T2" fmla="*/ 7908 w 1448"/>
                <a:gd name="T3" fmla="*/ 3530 h 968"/>
                <a:gd name="T4" fmla="*/ 7104 w 1448"/>
                <a:gd name="T5" fmla="*/ 2153 h 968"/>
                <a:gd name="T6" fmla="*/ 6471 w 1448"/>
                <a:gd name="T7" fmla="*/ 1921 h 968"/>
                <a:gd name="T8" fmla="*/ 5510 w 1448"/>
                <a:gd name="T9" fmla="*/ 1419 h 968"/>
                <a:gd name="T10" fmla="*/ 5103 w 1448"/>
                <a:gd name="T11" fmla="*/ 0 h 968"/>
                <a:gd name="T12" fmla="*/ 4625 w 1448"/>
                <a:gd name="T13" fmla="*/ 654 h 968"/>
                <a:gd name="T14" fmla="*/ 4098 w 1448"/>
                <a:gd name="T15" fmla="*/ 938 h 968"/>
                <a:gd name="T16" fmla="*/ 3570 w 1448"/>
                <a:gd name="T17" fmla="*/ 654 h 968"/>
                <a:gd name="T18" fmla="*/ 3113 w 1448"/>
                <a:gd name="T19" fmla="*/ 21 h 968"/>
                <a:gd name="T20" fmla="*/ 2700 w 1448"/>
                <a:gd name="T21" fmla="*/ 1419 h 968"/>
                <a:gd name="T22" fmla="*/ 1739 w 1448"/>
                <a:gd name="T23" fmla="*/ 1921 h 968"/>
                <a:gd name="T24" fmla="*/ 1109 w 1448"/>
                <a:gd name="T25" fmla="*/ 2153 h 968"/>
                <a:gd name="T26" fmla="*/ 305 w 1448"/>
                <a:gd name="T27" fmla="*/ 3530 h 968"/>
                <a:gd name="T28" fmla="*/ 175 w 1448"/>
                <a:gd name="T29" fmla="*/ 5215 h 968"/>
                <a:gd name="T30" fmla="*/ 0 w 1448"/>
                <a:gd name="T31" fmla="*/ 6658 h 968"/>
                <a:gd name="T32" fmla="*/ 1450 w 1448"/>
                <a:gd name="T33" fmla="*/ 6658 h 968"/>
                <a:gd name="T34" fmla="*/ 1457 w 1448"/>
                <a:gd name="T35" fmla="*/ 6550 h 968"/>
                <a:gd name="T36" fmla="*/ 1457 w 1448"/>
                <a:gd name="T37" fmla="*/ 6569 h 968"/>
                <a:gd name="T38" fmla="*/ 1462 w 1448"/>
                <a:gd name="T39" fmla="*/ 6658 h 968"/>
                <a:gd name="T40" fmla="*/ 6747 w 1448"/>
                <a:gd name="T41" fmla="*/ 6658 h 968"/>
                <a:gd name="T42" fmla="*/ 6753 w 1448"/>
                <a:gd name="T43" fmla="*/ 6569 h 968"/>
                <a:gd name="T44" fmla="*/ 6753 w 1448"/>
                <a:gd name="T45" fmla="*/ 6550 h 968"/>
                <a:gd name="T46" fmla="*/ 6760 w 1448"/>
                <a:gd name="T47" fmla="*/ 6658 h 968"/>
                <a:gd name="T48" fmla="*/ 8210 w 1448"/>
                <a:gd name="T49" fmla="*/ 6658 h 968"/>
                <a:gd name="T50" fmla="*/ 8035 w 1448"/>
                <a:gd name="T51" fmla="*/ 5215 h 9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48" h="968">
                  <a:moveTo>
                    <a:pt x="1417" y="758"/>
                  </a:moveTo>
                  <a:cubicBezTo>
                    <a:pt x="1429" y="674"/>
                    <a:pt x="1411" y="584"/>
                    <a:pt x="1395" y="513"/>
                  </a:cubicBezTo>
                  <a:cubicBezTo>
                    <a:pt x="1360" y="360"/>
                    <a:pt x="1287" y="321"/>
                    <a:pt x="1253" y="313"/>
                  </a:cubicBezTo>
                  <a:cubicBezTo>
                    <a:pt x="1218" y="306"/>
                    <a:pt x="1165" y="301"/>
                    <a:pt x="1141" y="279"/>
                  </a:cubicBezTo>
                  <a:cubicBezTo>
                    <a:pt x="1125" y="263"/>
                    <a:pt x="1007" y="210"/>
                    <a:pt x="972" y="206"/>
                  </a:cubicBezTo>
                  <a:cubicBezTo>
                    <a:pt x="884" y="189"/>
                    <a:pt x="899" y="31"/>
                    <a:pt x="900" y="0"/>
                  </a:cubicBezTo>
                  <a:cubicBezTo>
                    <a:pt x="890" y="24"/>
                    <a:pt x="845" y="74"/>
                    <a:pt x="816" y="95"/>
                  </a:cubicBezTo>
                  <a:cubicBezTo>
                    <a:pt x="790" y="114"/>
                    <a:pt x="773" y="135"/>
                    <a:pt x="723" y="136"/>
                  </a:cubicBezTo>
                  <a:cubicBezTo>
                    <a:pt x="674" y="135"/>
                    <a:pt x="657" y="114"/>
                    <a:pt x="630" y="95"/>
                  </a:cubicBezTo>
                  <a:cubicBezTo>
                    <a:pt x="603" y="75"/>
                    <a:pt x="562" y="26"/>
                    <a:pt x="549" y="3"/>
                  </a:cubicBezTo>
                  <a:cubicBezTo>
                    <a:pt x="550" y="41"/>
                    <a:pt x="561" y="190"/>
                    <a:pt x="476" y="206"/>
                  </a:cubicBezTo>
                  <a:cubicBezTo>
                    <a:pt x="442" y="210"/>
                    <a:pt x="324" y="263"/>
                    <a:pt x="307" y="279"/>
                  </a:cubicBezTo>
                  <a:cubicBezTo>
                    <a:pt x="284" y="301"/>
                    <a:pt x="230" y="306"/>
                    <a:pt x="196" y="313"/>
                  </a:cubicBezTo>
                  <a:cubicBezTo>
                    <a:pt x="161" y="321"/>
                    <a:pt x="88" y="360"/>
                    <a:pt x="54" y="513"/>
                  </a:cubicBezTo>
                  <a:cubicBezTo>
                    <a:pt x="38" y="584"/>
                    <a:pt x="20" y="674"/>
                    <a:pt x="31" y="758"/>
                  </a:cubicBezTo>
                  <a:cubicBezTo>
                    <a:pt x="34" y="799"/>
                    <a:pt x="13" y="865"/>
                    <a:pt x="0" y="968"/>
                  </a:cubicBezTo>
                  <a:cubicBezTo>
                    <a:pt x="256" y="968"/>
                    <a:pt x="256" y="968"/>
                    <a:pt x="256" y="968"/>
                  </a:cubicBezTo>
                  <a:cubicBezTo>
                    <a:pt x="256" y="963"/>
                    <a:pt x="257" y="958"/>
                    <a:pt x="257" y="952"/>
                  </a:cubicBezTo>
                  <a:cubicBezTo>
                    <a:pt x="257" y="955"/>
                    <a:pt x="257" y="955"/>
                    <a:pt x="257" y="955"/>
                  </a:cubicBezTo>
                  <a:cubicBezTo>
                    <a:pt x="257" y="959"/>
                    <a:pt x="258" y="963"/>
                    <a:pt x="258" y="968"/>
                  </a:cubicBezTo>
                  <a:cubicBezTo>
                    <a:pt x="1190" y="968"/>
                    <a:pt x="1190" y="968"/>
                    <a:pt x="1190" y="968"/>
                  </a:cubicBezTo>
                  <a:cubicBezTo>
                    <a:pt x="1191" y="963"/>
                    <a:pt x="1191" y="959"/>
                    <a:pt x="1191" y="955"/>
                  </a:cubicBezTo>
                  <a:cubicBezTo>
                    <a:pt x="1191" y="952"/>
                    <a:pt x="1191" y="952"/>
                    <a:pt x="1191" y="952"/>
                  </a:cubicBezTo>
                  <a:cubicBezTo>
                    <a:pt x="1192" y="958"/>
                    <a:pt x="1192" y="963"/>
                    <a:pt x="1192" y="968"/>
                  </a:cubicBezTo>
                  <a:cubicBezTo>
                    <a:pt x="1448" y="968"/>
                    <a:pt x="1448" y="968"/>
                    <a:pt x="1448" y="968"/>
                  </a:cubicBezTo>
                  <a:cubicBezTo>
                    <a:pt x="1435" y="865"/>
                    <a:pt x="1415" y="799"/>
                    <a:pt x="1417" y="758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6" name="Freeform 11">
              <a:extLst>
                <a:ext uri="{FF2B5EF4-FFF2-40B4-BE49-F238E27FC236}">
                  <a16:creationId xmlns:a16="http://schemas.microsoft.com/office/drawing/2014/main" id="{A67983E3-FDED-4145-81D2-800E7C8AD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553"/>
              <a:ext cx="57" cy="128"/>
            </a:xfrm>
            <a:custGeom>
              <a:avLst/>
              <a:gdLst>
                <a:gd name="T0" fmla="*/ 182 w 32"/>
                <a:gd name="T1" fmla="*/ 76 h 67"/>
                <a:gd name="T2" fmla="*/ 153 w 32"/>
                <a:gd name="T3" fmla="*/ 468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7">
                  <a:moveTo>
                    <a:pt x="32" y="11"/>
                  </a:moveTo>
                  <a:cubicBezTo>
                    <a:pt x="0" y="0"/>
                    <a:pt x="19" y="62"/>
                    <a:pt x="27" y="6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7" name="Freeform 12">
              <a:extLst>
                <a:ext uri="{FF2B5EF4-FFF2-40B4-BE49-F238E27FC236}">
                  <a16:creationId xmlns:a16="http://schemas.microsoft.com/office/drawing/2014/main" id="{63D2268F-C224-4C29-B971-02DAD7435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588"/>
              <a:ext cx="38" cy="97"/>
            </a:xfrm>
            <a:custGeom>
              <a:avLst/>
              <a:gdLst>
                <a:gd name="T0" fmla="*/ 24 w 21"/>
                <a:gd name="T1" fmla="*/ 0 h 51"/>
                <a:gd name="T2" fmla="*/ 0 w 21"/>
                <a:gd name="T3" fmla="*/ 35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1">
                  <a:moveTo>
                    <a:pt x="4" y="0"/>
                  </a:moveTo>
                  <a:cubicBezTo>
                    <a:pt x="21" y="7"/>
                    <a:pt x="10" y="41"/>
                    <a:pt x="0" y="5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8" name="Freeform 13">
              <a:extLst>
                <a:ext uri="{FF2B5EF4-FFF2-40B4-BE49-F238E27FC236}">
                  <a16:creationId xmlns:a16="http://schemas.microsoft.com/office/drawing/2014/main" id="{CC6AD116-AD30-4DFE-8F4C-3022B74F2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095"/>
              <a:ext cx="319" cy="569"/>
            </a:xfrm>
            <a:custGeom>
              <a:avLst/>
              <a:gdLst>
                <a:gd name="T0" fmla="*/ 80 w 179"/>
                <a:gd name="T1" fmla="*/ 177 h 299"/>
                <a:gd name="T2" fmla="*/ 533 w 179"/>
                <a:gd name="T3" fmla="*/ 1640 h 299"/>
                <a:gd name="T4" fmla="*/ 1012 w 179"/>
                <a:gd name="T5" fmla="*/ 1701 h 299"/>
                <a:gd name="T6" fmla="*/ 736 w 179"/>
                <a:gd name="T7" fmla="*/ 1597 h 299"/>
                <a:gd name="T8" fmla="*/ 549 w 179"/>
                <a:gd name="T9" fmla="*/ 725 h 299"/>
                <a:gd name="T10" fmla="*/ 413 w 179"/>
                <a:gd name="T11" fmla="*/ 392 h 299"/>
                <a:gd name="T12" fmla="*/ 0 w 179"/>
                <a:gd name="T13" fmla="*/ 0 h 2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299">
                  <a:moveTo>
                    <a:pt x="14" y="26"/>
                  </a:moveTo>
                  <a:cubicBezTo>
                    <a:pt x="28" y="82"/>
                    <a:pt x="63" y="188"/>
                    <a:pt x="94" y="238"/>
                  </a:cubicBezTo>
                  <a:cubicBezTo>
                    <a:pt x="120" y="278"/>
                    <a:pt x="153" y="299"/>
                    <a:pt x="179" y="247"/>
                  </a:cubicBezTo>
                  <a:cubicBezTo>
                    <a:pt x="164" y="271"/>
                    <a:pt x="141" y="249"/>
                    <a:pt x="130" y="232"/>
                  </a:cubicBezTo>
                  <a:cubicBezTo>
                    <a:pt x="108" y="198"/>
                    <a:pt x="76" y="139"/>
                    <a:pt x="97" y="105"/>
                  </a:cubicBezTo>
                  <a:cubicBezTo>
                    <a:pt x="115" y="75"/>
                    <a:pt x="106" y="77"/>
                    <a:pt x="73" y="57"/>
                  </a:cubicBezTo>
                  <a:cubicBezTo>
                    <a:pt x="53" y="46"/>
                    <a:pt x="14" y="16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9" name="Freeform 14">
              <a:extLst>
                <a:ext uri="{FF2B5EF4-FFF2-40B4-BE49-F238E27FC236}">
                  <a16:creationId xmlns:a16="http://schemas.microsoft.com/office/drawing/2014/main" id="{580531B5-218D-4AC7-9B8D-C0E61A917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093"/>
              <a:ext cx="372" cy="331"/>
            </a:xfrm>
            <a:custGeom>
              <a:avLst/>
              <a:gdLst>
                <a:gd name="T0" fmla="*/ 37 w 209"/>
                <a:gd name="T1" fmla="*/ 413 h 174"/>
                <a:gd name="T2" fmla="*/ 434 w 209"/>
                <a:gd name="T3" fmla="*/ 0 h 174"/>
                <a:gd name="T4" fmla="*/ 557 w 209"/>
                <a:gd name="T5" fmla="*/ 793 h 174"/>
                <a:gd name="T6" fmla="*/ 1178 w 209"/>
                <a:gd name="T7" fmla="*/ 1198 h 174"/>
                <a:gd name="T8" fmla="*/ 463 w 209"/>
                <a:gd name="T9" fmla="*/ 983 h 174"/>
                <a:gd name="T10" fmla="*/ 269 w 209"/>
                <a:gd name="T11" fmla="*/ 594 h 174"/>
                <a:gd name="T12" fmla="*/ 0 w 209"/>
                <a:gd name="T13" fmla="*/ 497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9" h="174">
                  <a:moveTo>
                    <a:pt x="7" y="60"/>
                  </a:moveTo>
                  <a:cubicBezTo>
                    <a:pt x="38" y="54"/>
                    <a:pt x="51" y="4"/>
                    <a:pt x="77" y="0"/>
                  </a:cubicBezTo>
                  <a:cubicBezTo>
                    <a:pt x="83" y="42"/>
                    <a:pt x="69" y="77"/>
                    <a:pt x="99" y="115"/>
                  </a:cubicBezTo>
                  <a:cubicBezTo>
                    <a:pt x="128" y="153"/>
                    <a:pt x="171" y="152"/>
                    <a:pt x="209" y="174"/>
                  </a:cubicBezTo>
                  <a:cubicBezTo>
                    <a:pt x="173" y="172"/>
                    <a:pt x="107" y="173"/>
                    <a:pt x="82" y="143"/>
                  </a:cubicBezTo>
                  <a:cubicBezTo>
                    <a:pt x="67" y="125"/>
                    <a:pt x="70" y="98"/>
                    <a:pt x="48" y="86"/>
                  </a:cubicBezTo>
                  <a:cubicBezTo>
                    <a:pt x="34" y="78"/>
                    <a:pt x="13" y="82"/>
                    <a:pt x="0" y="7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0" name="Freeform 15">
              <a:extLst>
                <a:ext uri="{FF2B5EF4-FFF2-40B4-BE49-F238E27FC236}">
                  <a16:creationId xmlns:a16="http://schemas.microsoft.com/office/drawing/2014/main" id="{FD202E1F-B7A3-4107-AD82-C0715A0BF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561"/>
              <a:ext cx="576" cy="128"/>
            </a:xfrm>
            <a:custGeom>
              <a:avLst/>
              <a:gdLst>
                <a:gd name="T0" fmla="*/ 398 w 323"/>
                <a:gd name="T1" fmla="*/ 183 h 67"/>
                <a:gd name="T2" fmla="*/ 1152 w 323"/>
                <a:gd name="T3" fmla="*/ 350 h 67"/>
                <a:gd name="T4" fmla="*/ 1831 w 323"/>
                <a:gd name="T5" fmla="*/ 336 h 67"/>
                <a:gd name="T6" fmla="*/ 918 w 323"/>
                <a:gd name="T7" fmla="*/ 99 h 67"/>
                <a:gd name="T8" fmla="*/ 0 w 323"/>
                <a:gd name="T9" fmla="*/ 153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67">
                  <a:moveTo>
                    <a:pt x="70" y="26"/>
                  </a:moveTo>
                  <a:cubicBezTo>
                    <a:pt x="115" y="29"/>
                    <a:pt x="158" y="43"/>
                    <a:pt x="203" y="50"/>
                  </a:cubicBezTo>
                  <a:cubicBezTo>
                    <a:pt x="238" y="55"/>
                    <a:pt x="295" y="67"/>
                    <a:pt x="323" y="48"/>
                  </a:cubicBezTo>
                  <a:cubicBezTo>
                    <a:pt x="273" y="49"/>
                    <a:pt x="212" y="23"/>
                    <a:pt x="162" y="14"/>
                  </a:cubicBezTo>
                  <a:cubicBezTo>
                    <a:pt x="106" y="3"/>
                    <a:pt x="47" y="0"/>
                    <a:pt x="0" y="2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1" name="Freeform 16">
              <a:extLst>
                <a:ext uri="{FF2B5EF4-FFF2-40B4-BE49-F238E27FC236}">
                  <a16:creationId xmlns:a16="http://schemas.microsoft.com/office/drawing/2014/main" id="{CED16524-604B-411E-91B5-4938BB211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3345"/>
              <a:ext cx="344" cy="473"/>
            </a:xfrm>
            <a:custGeom>
              <a:avLst/>
              <a:gdLst>
                <a:gd name="T0" fmla="*/ 1028 w 193"/>
                <a:gd name="T1" fmla="*/ 32 h 249"/>
                <a:gd name="T2" fmla="*/ 991 w 193"/>
                <a:gd name="T3" fmla="*/ 0 h 249"/>
                <a:gd name="T4" fmla="*/ 674 w 193"/>
                <a:gd name="T5" fmla="*/ 137 h 249"/>
                <a:gd name="T6" fmla="*/ 305 w 193"/>
                <a:gd name="T7" fmla="*/ 783 h 249"/>
                <a:gd name="T8" fmla="*/ 731 w 193"/>
                <a:gd name="T9" fmla="*/ 1060 h 249"/>
                <a:gd name="T10" fmla="*/ 353 w 193"/>
                <a:gd name="T11" fmla="*/ 1343 h 249"/>
                <a:gd name="T12" fmla="*/ 0 w 193"/>
                <a:gd name="T13" fmla="*/ 1404 h 249"/>
                <a:gd name="T14" fmla="*/ 455 w 193"/>
                <a:gd name="T15" fmla="*/ 1584 h 249"/>
                <a:gd name="T16" fmla="*/ 781 w 193"/>
                <a:gd name="T17" fmla="*/ 1708 h 249"/>
                <a:gd name="T18" fmla="*/ 1043 w 193"/>
                <a:gd name="T19" fmla="*/ 1708 h 249"/>
                <a:gd name="T20" fmla="*/ 1028 w 193"/>
                <a:gd name="T21" fmla="*/ 32 h 2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3" h="249">
                  <a:moveTo>
                    <a:pt x="182" y="5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168" y="20"/>
                    <a:pt x="135" y="13"/>
                    <a:pt x="119" y="20"/>
                  </a:cubicBezTo>
                  <a:cubicBezTo>
                    <a:pt x="85" y="35"/>
                    <a:pt x="74" y="86"/>
                    <a:pt x="54" y="114"/>
                  </a:cubicBezTo>
                  <a:cubicBezTo>
                    <a:pt x="94" y="97"/>
                    <a:pt x="174" y="90"/>
                    <a:pt x="129" y="155"/>
                  </a:cubicBezTo>
                  <a:cubicBezTo>
                    <a:pt x="114" y="177"/>
                    <a:pt x="87" y="189"/>
                    <a:pt x="62" y="196"/>
                  </a:cubicBezTo>
                  <a:cubicBezTo>
                    <a:pt x="42" y="202"/>
                    <a:pt x="18" y="196"/>
                    <a:pt x="0" y="205"/>
                  </a:cubicBezTo>
                  <a:cubicBezTo>
                    <a:pt x="26" y="214"/>
                    <a:pt x="53" y="224"/>
                    <a:pt x="80" y="231"/>
                  </a:cubicBezTo>
                  <a:cubicBezTo>
                    <a:pt x="102" y="237"/>
                    <a:pt x="124" y="236"/>
                    <a:pt x="138" y="249"/>
                  </a:cubicBezTo>
                  <a:cubicBezTo>
                    <a:pt x="184" y="249"/>
                    <a:pt x="184" y="249"/>
                    <a:pt x="184" y="249"/>
                  </a:cubicBezTo>
                  <a:cubicBezTo>
                    <a:pt x="193" y="169"/>
                    <a:pt x="158" y="83"/>
                    <a:pt x="182" y="5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2" name="Freeform 17">
              <a:extLst>
                <a:ext uri="{FF2B5EF4-FFF2-40B4-BE49-F238E27FC236}">
                  <a16:creationId xmlns:a16="http://schemas.microsoft.com/office/drawing/2014/main" id="{D48B1D8E-2CB0-4EF1-8B91-5B9114727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3445"/>
              <a:ext cx="466" cy="210"/>
            </a:xfrm>
            <a:custGeom>
              <a:avLst/>
              <a:gdLst>
                <a:gd name="T0" fmla="*/ 66 w 261"/>
                <a:gd name="T1" fmla="*/ 641 h 110"/>
                <a:gd name="T2" fmla="*/ 898 w 261"/>
                <a:gd name="T3" fmla="*/ 620 h 110"/>
                <a:gd name="T4" fmla="*/ 1153 w 261"/>
                <a:gd name="T5" fmla="*/ 92 h 110"/>
                <a:gd name="T6" fmla="*/ 812 w 261"/>
                <a:gd name="T7" fmla="*/ 321 h 110"/>
                <a:gd name="T8" fmla="*/ 0 w 261"/>
                <a:gd name="T9" fmla="*/ 605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110">
                  <a:moveTo>
                    <a:pt x="12" y="92"/>
                  </a:moveTo>
                  <a:cubicBezTo>
                    <a:pt x="56" y="104"/>
                    <a:pt x="114" y="99"/>
                    <a:pt x="158" y="89"/>
                  </a:cubicBezTo>
                  <a:cubicBezTo>
                    <a:pt x="186" y="83"/>
                    <a:pt x="261" y="38"/>
                    <a:pt x="203" y="13"/>
                  </a:cubicBezTo>
                  <a:cubicBezTo>
                    <a:pt x="173" y="0"/>
                    <a:pt x="162" y="29"/>
                    <a:pt x="143" y="46"/>
                  </a:cubicBezTo>
                  <a:cubicBezTo>
                    <a:pt x="118" y="69"/>
                    <a:pt x="32" y="110"/>
                    <a:pt x="0" y="8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3" name="Freeform 18">
              <a:extLst>
                <a:ext uri="{FF2B5EF4-FFF2-40B4-BE49-F238E27FC236}">
                  <a16:creationId xmlns:a16="http://schemas.microsoft.com/office/drawing/2014/main" id="{46EF4FCB-4C77-418C-B778-F4E29D7ED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620"/>
              <a:ext cx="271" cy="1133"/>
            </a:xfrm>
            <a:custGeom>
              <a:avLst/>
              <a:gdLst>
                <a:gd name="T0" fmla="*/ 0 w 152"/>
                <a:gd name="T1" fmla="*/ 0 h 596"/>
                <a:gd name="T2" fmla="*/ 601 w 152"/>
                <a:gd name="T3" fmla="*/ 1312 h 596"/>
                <a:gd name="T4" fmla="*/ 710 w 152"/>
                <a:gd name="T5" fmla="*/ 2899 h 596"/>
                <a:gd name="T6" fmla="*/ 861 w 152"/>
                <a:gd name="T7" fmla="*/ 4095 h 596"/>
                <a:gd name="T8" fmla="*/ 535 w 152"/>
                <a:gd name="T9" fmla="*/ 2736 h 596"/>
                <a:gd name="T10" fmla="*/ 0 w 152"/>
                <a:gd name="T11" fmla="*/ 0 h 5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596">
                  <a:moveTo>
                    <a:pt x="0" y="0"/>
                  </a:moveTo>
                  <a:cubicBezTo>
                    <a:pt x="34" y="12"/>
                    <a:pt x="75" y="56"/>
                    <a:pt x="106" y="191"/>
                  </a:cubicBezTo>
                  <a:cubicBezTo>
                    <a:pt x="138" y="326"/>
                    <a:pt x="128" y="381"/>
                    <a:pt x="125" y="422"/>
                  </a:cubicBezTo>
                  <a:cubicBezTo>
                    <a:pt x="123" y="463"/>
                    <a:pt x="145" y="536"/>
                    <a:pt x="152" y="596"/>
                  </a:cubicBezTo>
                  <a:cubicBezTo>
                    <a:pt x="142" y="526"/>
                    <a:pt x="101" y="454"/>
                    <a:pt x="94" y="398"/>
                  </a:cubicBezTo>
                  <a:cubicBezTo>
                    <a:pt x="87" y="343"/>
                    <a:pt x="77" y="56"/>
                    <a:pt x="0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4" name="Freeform 19">
              <a:extLst>
                <a:ext uri="{FF2B5EF4-FFF2-40B4-BE49-F238E27FC236}">
                  <a16:creationId xmlns:a16="http://schemas.microsoft.com/office/drawing/2014/main" id="{F072434A-B1B5-4411-BB23-5CEC45798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307"/>
              <a:ext cx="57" cy="511"/>
            </a:xfrm>
            <a:custGeom>
              <a:avLst/>
              <a:gdLst>
                <a:gd name="T0" fmla="*/ 159 w 32"/>
                <a:gd name="T1" fmla="*/ 0 h 269"/>
                <a:gd name="T2" fmla="*/ 0 w 32"/>
                <a:gd name="T3" fmla="*/ 1845 h 269"/>
                <a:gd name="T4" fmla="*/ 146 w 32"/>
                <a:gd name="T5" fmla="*/ 1845 h 269"/>
                <a:gd name="T6" fmla="*/ 153 w 32"/>
                <a:gd name="T7" fmla="*/ 1677 h 269"/>
                <a:gd name="T8" fmla="*/ 159 w 32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9">
                  <a:moveTo>
                    <a:pt x="28" y="0"/>
                  </a:moveTo>
                  <a:cubicBezTo>
                    <a:pt x="31" y="47"/>
                    <a:pt x="11" y="182"/>
                    <a:pt x="0" y="269"/>
                  </a:cubicBezTo>
                  <a:cubicBezTo>
                    <a:pt x="26" y="269"/>
                    <a:pt x="26" y="269"/>
                    <a:pt x="26" y="269"/>
                  </a:cubicBezTo>
                  <a:cubicBezTo>
                    <a:pt x="26" y="260"/>
                    <a:pt x="27" y="252"/>
                    <a:pt x="27" y="245"/>
                  </a:cubicBezTo>
                  <a:cubicBezTo>
                    <a:pt x="32" y="168"/>
                    <a:pt x="32" y="48"/>
                    <a:pt x="28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5" name="Freeform 20">
              <a:extLst>
                <a:ext uri="{FF2B5EF4-FFF2-40B4-BE49-F238E27FC236}">
                  <a16:creationId xmlns:a16="http://schemas.microsoft.com/office/drawing/2014/main" id="{EA38AC9C-F733-4841-88D1-563D95B77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597"/>
              <a:ext cx="326" cy="923"/>
            </a:xfrm>
            <a:custGeom>
              <a:avLst/>
              <a:gdLst>
                <a:gd name="T0" fmla="*/ 1035 w 183"/>
                <a:gd name="T1" fmla="*/ 0 h 485"/>
                <a:gd name="T2" fmla="*/ 219 w 183"/>
                <a:gd name="T3" fmla="*/ 1098 h 485"/>
                <a:gd name="T4" fmla="*/ 16 w 183"/>
                <a:gd name="T5" fmla="*/ 2695 h 485"/>
                <a:gd name="T6" fmla="*/ 29 w 183"/>
                <a:gd name="T7" fmla="*/ 3344 h 485"/>
                <a:gd name="T8" fmla="*/ 248 w 183"/>
                <a:gd name="T9" fmla="*/ 1848 h 485"/>
                <a:gd name="T10" fmla="*/ 1035 w 183"/>
                <a:gd name="T11" fmla="*/ 0 h 4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485">
                  <a:moveTo>
                    <a:pt x="183" y="0"/>
                  </a:moveTo>
                  <a:cubicBezTo>
                    <a:pt x="138" y="0"/>
                    <a:pt x="70" y="53"/>
                    <a:pt x="39" y="159"/>
                  </a:cubicBezTo>
                  <a:cubicBezTo>
                    <a:pt x="7" y="265"/>
                    <a:pt x="5" y="352"/>
                    <a:pt x="3" y="391"/>
                  </a:cubicBezTo>
                  <a:cubicBezTo>
                    <a:pt x="0" y="429"/>
                    <a:pt x="12" y="458"/>
                    <a:pt x="5" y="485"/>
                  </a:cubicBezTo>
                  <a:cubicBezTo>
                    <a:pt x="15" y="446"/>
                    <a:pt x="29" y="314"/>
                    <a:pt x="44" y="268"/>
                  </a:cubicBezTo>
                  <a:cubicBezTo>
                    <a:pt x="58" y="222"/>
                    <a:pt x="82" y="17"/>
                    <a:pt x="1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6" name="Freeform 21">
              <a:extLst>
                <a:ext uri="{FF2B5EF4-FFF2-40B4-BE49-F238E27FC236}">
                  <a16:creationId xmlns:a16="http://schemas.microsoft.com/office/drawing/2014/main" id="{D90E3A62-904A-4D61-89C4-DFAE7B8CD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516"/>
              <a:ext cx="176" cy="186"/>
            </a:xfrm>
            <a:custGeom>
              <a:avLst/>
              <a:gdLst>
                <a:gd name="T0" fmla="*/ 500 w 99"/>
                <a:gd name="T1" fmla="*/ 0 h 98"/>
                <a:gd name="T2" fmla="*/ 0 w 99"/>
                <a:gd name="T3" fmla="*/ 609 h 98"/>
                <a:gd name="T4" fmla="*/ 389 w 99"/>
                <a:gd name="T5" fmla="*/ 473 h 98"/>
                <a:gd name="T6" fmla="*/ 519 w 99"/>
                <a:gd name="T7" fmla="*/ 61 h 98"/>
                <a:gd name="T8" fmla="*/ 556 w 99"/>
                <a:gd name="T9" fmla="*/ 28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98">
                  <a:moveTo>
                    <a:pt x="89" y="0"/>
                  </a:moveTo>
                  <a:cubicBezTo>
                    <a:pt x="66" y="33"/>
                    <a:pt x="53" y="95"/>
                    <a:pt x="0" y="89"/>
                  </a:cubicBezTo>
                  <a:cubicBezTo>
                    <a:pt x="32" y="91"/>
                    <a:pt x="46" y="98"/>
                    <a:pt x="69" y="69"/>
                  </a:cubicBezTo>
                  <a:cubicBezTo>
                    <a:pt x="82" y="53"/>
                    <a:pt x="98" y="30"/>
                    <a:pt x="92" y="9"/>
                  </a:cubicBezTo>
                  <a:cubicBezTo>
                    <a:pt x="94" y="7"/>
                    <a:pt x="97" y="6"/>
                    <a:pt x="9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7" name="Freeform 22">
              <a:extLst>
                <a:ext uri="{FF2B5EF4-FFF2-40B4-BE49-F238E27FC236}">
                  <a16:creationId xmlns:a16="http://schemas.microsoft.com/office/drawing/2014/main" id="{97BDD1B6-A537-4EB1-A9FA-BDF4E966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639"/>
              <a:ext cx="437" cy="67"/>
            </a:xfrm>
            <a:custGeom>
              <a:avLst/>
              <a:gdLst>
                <a:gd name="T0" fmla="*/ 0 w 245"/>
                <a:gd name="T1" fmla="*/ 0 h 35"/>
                <a:gd name="T2" fmla="*/ 592 w 245"/>
                <a:gd name="T3" fmla="*/ 63 h 35"/>
                <a:gd name="T4" fmla="*/ 1389 w 245"/>
                <a:gd name="T5" fmla="*/ 147 h 35"/>
                <a:gd name="T6" fmla="*/ 853 w 245"/>
                <a:gd name="T7" fmla="*/ 197 h 35"/>
                <a:gd name="T8" fmla="*/ 312 w 245"/>
                <a:gd name="T9" fmla="*/ 4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5" h="35">
                  <a:moveTo>
                    <a:pt x="0" y="0"/>
                  </a:moveTo>
                  <a:cubicBezTo>
                    <a:pt x="36" y="0"/>
                    <a:pt x="69" y="5"/>
                    <a:pt x="104" y="9"/>
                  </a:cubicBezTo>
                  <a:cubicBezTo>
                    <a:pt x="150" y="15"/>
                    <a:pt x="199" y="15"/>
                    <a:pt x="245" y="21"/>
                  </a:cubicBezTo>
                  <a:cubicBezTo>
                    <a:pt x="213" y="26"/>
                    <a:pt x="182" y="35"/>
                    <a:pt x="150" y="28"/>
                  </a:cubicBezTo>
                  <a:cubicBezTo>
                    <a:pt x="118" y="21"/>
                    <a:pt x="89" y="4"/>
                    <a:pt x="5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8" name="Freeform 23">
              <a:extLst>
                <a:ext uri="{FF2B5EF4-FFF2-40B4-BE49-F238E27FC236}">
                  <a16:creationId xmlns:a16="http://schemas.microsoft.com/office/drawing/2014/main" id="{AD5A7774-C004-49A4-BFE0-07F3AD0B5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561"/>
              <a:ext cx="577" cy="128"/>
            </a:xfrm>
            <a:custGeom>
              <a:avLst/>
              <a:gdLst>
                <a:gd name="T0" fmla="*/ 1434 w 324"/>
                <a:gd name="T1" fmla="*/ 183 h 67"/>
                <a:gd name="T2" fmla="*/ 682 w 324"/>
                <a:gd name="T3" fmla="*/ 350 h 67"/>
                <a:gd name="T4" fmla="*/ 0 w 324"/>
                <a:gd name="T5" fmla="*/ 336 h 67"/>
                <a:gd name="T6" fmla="*/ 917 w 324"/>
                <a:gd name="T7" fmla="*/ 99 h 67"/>
                <a:gd name="T8" fmla="*/ 1831 w 324"/>
                <a:gd name="T9" fmla="*/ 153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4" h="67">
                  <a:moveTo>
                    <a:pt x="254" y="26"/>
                  </a:moveTo>
                  <a:cubicBezTo>
                    <a:pt x="208" y="29"/>
                    <a:pt x="165" y="43"/>
                    <a:pt x="121" y="50"/>
                  </a:cubicBezTo>
                  <a:cubicBezTo>
                    <a:pt x="86" y="55"/>
                    <a:pt x="29" y="67"/>
                    <a:pt x="0" y="48"/>
                  </a:cubicBezTo>
                  <a:cubicBezTo>
                    <a:pt x="51" y="49"/>
                    <a:pt x="112" y="23"/>
                    <a:pt x="162" y="14"/>
                  </a:cubicBezTo>
                  <a:cubicBezTo>
                    <a:pt x="218" y="3"/>
                    <a:pt x="277" y="0"/>
                    <a:pt x="324" y="2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9" name="Freeform 24">
              <a:extLst>
                <a:ext uri="{FF2B5EF4-FFF2-40B4-BE49-F238E27FC236}">
                  <a16:creationId xmlns:a16="http://schemas.microsoft.com/office/drawing/2014/main" id="{A1B35260-3B22-4C12-9198-111E3D448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639"/>
              <a:ext cx="438" cy="67"/>
            </a:xfrm>
            <a:custGeom>
              <a:avLst/>
              <a:gdLst>
                <a:gd name="T0" fmla="*/ 1389 w 246"/>
                <a:gd name="T1" fmla="*/ 0 h 35"/>
                <a:gd name="T2" fmla="*/ 801 w 246"/>
                <a:gd name="T3" fmla="*/ 63 h 35"/>
                <a:gd name="T4" fmla="*/ 0 w 246"/>
                <a:gd name="T5" fmla="*/ 147 h 35"/>
                <a:gd name="T6" fmla="*/ 541 w 246"/>
                <a:gd name="T7" fmla="*/ 197 h 35"/>
                <a:gd name="T8" fmla="*/ 1072 w 246"/>
                <a:gd name="T9" fmla="*/ 4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6" h="35">
                  <a:moveTo>
                    <a:pt x="246" y="0"/>
                  </a:moveTo>
                  <a:cubicBezTo>
                    <a:pt x="210" y="0"/>
                    <a:pt x="177" y="5"/>
                    <a:pt x="142" y="9"/>
                  </a:cubicBezTo>
                  <a:cubicBezTo>
                    <a:pt x="95" y="15"/>
                    <a:pt x="46" y="15"/>
                    <a:pt x="0" y="21"/>
                  </a:cubicBezTo>
                  <a:cubicBezTo>
                    <a:pt x="32" y="26"/>
                    <a:pt x="64" y="35"/>
                    <a:pt x="96" y="28"/>
                  </a:cubicBezTo>
                  <a:cubicBezTo>
                    <a:pt x="128" y="21"/>
                    <a:pt x="156" y="4"/>
                    <a:pt x="19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0" name="Freeform 25">
              <a:extLst>
                <a:ext uri="{FF2B5EF4-FFF2-40B4-BE49-F238E27FC236}">
                  <a16:creationId xmlns:a16="http://schemas.microsoft.com/office/drawing/2014/main" id="{5C4045F5-95AE-438C-B9BC-0EBA67890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386"/>
              <a:ext cx="355" cy="255"/>
            </a:xfrm>
            <a:custGeom>
              <a:avLst/>
              <a:gdLst>
                <a:gd name="T0" fmla="*/ 21 w 199"/>
                <a:gd name="T1" fmla="*/ 116 h 134"/>
                <a:gd name="T2" fmla="*/ 391 w 199"/>
                <a:gd name="T3" fmla="*/ 765 h 134"/>
                <a:gd name="T4" fmla="*/ 1129 w 199"/>
                <a:gd name="T5" fmla="*/ 862 h 134"/>
                <a:gd name="T6" fmla="*/ 109 w 199"/>
                <a:gd name="T7" fmla="*/ 0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9" h="134">
                  <a:moveTo>
                    <a:pt x="4" y="17"/>
                  </a:moveTo>
                  <a:cubicBezTo>
                    <a:pt x="0" y="52"/>
                    <a:pt x="40" y="96"/>
                    <a:pt x="69" y="111"/>
                  </a:cubicBezTo>
                  <a:cubicBezTo>
                    <a:pt x="114" y="134"/>
                    <a:pt x="152" y="122"/>
                    <a:pt x="199" y="125"/>
                  </a:cubicBezTo>
                  <a:cubicBezTo>
                    <a:pt x="147" y="127"/>
                    <a:pt x="2" y="63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1" name="Freeform 26">
              <a:extLst>
                <a:ext uri="{FF2B5EF4-FFF2-40B4-BE49-F238E27FC236}">
                  <a16:creationId xmlns:a16="http://schemas.microsoft.com/office/drawing/2014/main" id="{63F9CAAD-0672-4E92-A90D-8DDB76934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166"/>
              <a:ext cx="271" cy="266"/>
            </a:xfrm>
            <a:custGeom>
              <a:avLst/>
              <a:gdLst>
                <a:gd name="T0" fmla="*/ 845 w 152"/>
                <a:gd name="T1" fmla="*/ 0 h 140"/>
                <a:gd name="T2" fmla="*/ 585 w 152"/>
                <a:gd name="T3" fmla="*/ 762 h 140"/>
                <a:gd name="T4" fmla="*/ 346 w 152"/>
                <a:gd name="T5" fmla="*/ 815 h 140"/>
                <a:gd name="T6" fmla="*/ 0 w 152"/>
                <a:gd name="T7" fmla="*/ 960 h 140"/>
                <a:gd name="T8" fmla="*/ 686 w 152"/>
                <a:gd name="T9" fmla="*/ 815 h 140"/>
                <a:gd name="T10" fmla="*/ 856 w 152"/>
                <a:gd name="T11" fmla="*/ 165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0">
                  <a:moveTo>
                    <a:pt x="149" y="0"/>
                  </a:moveTo>
                  <a:cubicBezTo>
                    <a:pt x="140" y="35"/>
                    <a:pt x="134" y="88"/>
                    <a:pt x="103" y="111"/>
                  </a:cubicBezTo>
                  <a:cubicBezTo>
                    <a:pt x="90" y="120"/>
                    <a:pt x="76" y="115"/>
                    <a:pt x="61" y="119"/>
                  </a:cubicBezTo>
                  <a:cubicBezTo>
                    <a:pt x="41" y="124"/>
                    <a:pt x="18" y="132"/>
                    <a:pt x="0" y="140"/>
                  </a:cubicBezTo>
                  <a:cubicBezTo>
                    <a:pt x="33" y="133"/>
                    <a:pt x="92" y="137"/>
                    <a:pt x="121" y="119"/>
                  </a:cubicBezTo>
                  <a:cubicBezTo>
                    <a:pt x="152" y="101"/>
                    <a:pt x="146" y="55"/>
                    <a:pt x="15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2" name="Freeform 27">
              <a:extLst>
                <a:ext uri="{FF2B5EF4-FFF2-40B4-BE49-F238E27FC236}">
                  <a16:creationId xmlns:a16="http://schemas.microsoft.com/office/drawing/2014/main" id="{37070083-68B5-41C6-AF20-BA96DA25F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379"/>
              <a:ext cx="112" cy="114"/>
            </a:xfrm>
            <a:custGeom>
              <a:avLst/>
              <a:gdLst>
                <a:gd name="T0" fmla="*/ 101 w 63"/>
                <a:gd name="T1" fmla="*/ 48 h 60"/>
                <a:gd name="T2" fmla="*/ 219 w 63"/>
                <a:gd name="T3" fmla="*/ 365 h 60"/>
                <a:gd name="T4" fmla="*/ 338 w 63"/>
                <a:gd name="T5" fmla="*/ 192 h 60"/>
                <a:gd name="T6" fmla="*/ 196 w 6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60">
                  <a:moveTo>
                    <a:pt x="18" y="7"/>
                  </a:moveTo>
                  <a:cubicBezTo>
                    <a:pt x="0" y="25"/>
                    <a:pt x="10" y="60"/>
                    <a:pt x="39" y="53"/>
                  </a:cubicBezTo>
                  <a:cubicBezTo>
                    <a:pt x="50" y="50"/>
                    <a:pt x="59" y="40"/>
                    <a:pt x="60" y="28"/>
                  </a:cubicBezTo>
                  <a:cubicBezTo>
                    <a:pt x="63" y="11"/>
                    <a:pt x="49" y="5"/>
                    <a:pt x="35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3" name="Freeform 28">
              <a:extLst>
                <a:ext uri="{FF2B5EF4-FFF2-40B4-BE49-F238E27FC236}">
                  <a16:creationId xmlns:a16="http://schemas.microsoft.com/office/drawing/2014/main" id="{D21236E4-0B70-4D84-8829-08B7985FF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377"/>
              <a:ext cx="162" cy="158"/>
            </a:xfrm>
            <a:custGeom>
              <a:avLst/>
              <a:gdLst>
                <a:gd name="T0" fmla="*/ 247 w 91"/>
                <a:gd name="T1" fmla="*/ 8 h 83"/>
                <a:gd name="T2" fmla="*/ 89 w 91"/>
                <a:gd name="T3" fmla="*/ 329 h 83"/>
                <a:gd name="T4" fmla="*/ 399 w 91"/>
                <a:gd name="T5" fmla="*/ 55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83">
                  <a:moveTo>
                    <a:pt x="44" y="1"/>
                  </a:moveTo>
                  <a:cubicBezTo>
                    <a:pt x="21" y="0"/>
                    <a:pt x="0" y="26"/>
                    <a:pt x="16" y="48"/>
                  </a:cubicBezTo>
                  <a:cubicBezTo>
                    <a:pt x="41" y="83"/>
                    <a:pt x="91" y="43"/>
                    <a:pt x="71" y="8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4" name="Freeform 29">
              <a:extLst>
                <a:ext uri="{FF2B5EF4-FFF2-40B4-BE49-F238E27FC236}">
                  <a16:creationId xmlns:a16="http://schemas.microsoft.com/office/drawing/2014/main" id="{79B6B25D-90D2-405C-B54E-5DBF4EF9A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3295"/>
              <a:ext cx="16" cy="519"/>
            </a:xfrm>
            <a:custGeom>
              <a:avLst/>
              <a:gdLst>
                <a:gd name="T0" fmla="*/ 7 w 9"/>
                <a:gd name="T1" fmla="*/ 1876 h 273"/>
                <a:gd name="T2" fmla="*/ 7 w 9"/>
                <a:gd name="T3" fmla="*/ 1778 h 273"/>
                <a:gd name="T4" fmla="*/ 0 w 9"/>
                <a:gd name="T5" fmla="*/ 0 h 2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73">
                  <a:moveTo>
                    <a:pt x="1" y="273"/>
                  </a:moveTo>
                  <a:cubicBezTo>
                    <a:pt x="1" y="259"/>
                    <a:pt x="1" y="259"/>
                    <a:pt x="1" y="259"/>
                  </a:cubicBezTo>
                  <a:cubicBezTo>
                    <a:pt x="6" y="172"/>
                    <a:pt x="9" y="1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5" name="Freeform 30">
              <a:extLst>
                <a:ext uri="{FF2B5EF4-FFF2-40B4-BE49-F238E27FC236}">
                  <a16:creationId xmlns:a16="http://schemas.microsoft.com/office/drawing/2014/main" id="{AA314181-99DB-4004-96A0-63D639EC8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3405"/>
              <a:ext cx="3" cy="12"/>
            </a:xfrm>
            <a:custGeom>
              <a:avLst/>
              <a:gdLst>
                <a:gd name="T0" fmla="*/ 0 w 2"/>
                <a:gd name="T1" fmla="*/ 48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6" name="Freeform 31">
              <a:extLst>
                <a:ext uri="{FF2B5EF4-FFF2-40B4-BE49-F238E27FC236}">
                  <a16:creationId xmlns:a16="http://schemas.microsoft.com/office/drawing/2014/main" id="{5C7AAEFA-C27A-442C-B312-978083A24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379"/>
              <a:ext cx="100" cy="112"/>
            </a:xfrm>
            <a:custGeom>
              <a:avLst/>
              <a:gdLst>
                <a:gd name="T0" fmla="*/ 154 w 56"/>
                <a:gd name="T1" fmla="*/ 0 h 59"/>
                <a:gd name="T2" fmla="*/ 320 w 56"/>
                <a:gd name="T3" fmla="*/ 197 h 59"/>
                <a:gd name="T4" fmla="*/ 154 w 56"/>
                <a:gd name="T5" fmla="*/ 404 h 59"/>
                <a:gd name="T6" fmla="*/ 0 w 56"/>
                <a:gd name="T7" fmla="*/ 289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9">
                  <a:moveTo>
                    <a:pt x="27" y="0"/>
                  </a:moveTo>
                  <a:cubicBezTo>
                    <a:pt x="43" y="0"/>
                    <a:pt x="56" y="13"/>
                    <a:pt x="56" y="29"/>
                  </a:cubicBezTo>
                  <a:cubicBezTo>
                    <a:pt x="56" y="45"/>
                    <a:pt x="43" y="59"/>
                    <a:pt x="27" y="59"/>
                  </a:cubicBezTo>
                  <a:cubicBezTo>
                    <a:pt x="15" y="59"/>
                    <a:pt x="5" y="52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7" name="Oval 32">
              <a:extLst>
                <a:ext uri="{FF2B5EF4-FFF2-40B4-BE49-F238E27FC236}">
                  <a16:creationId xmlns:a16="http://schemas.microsoft.com/office/drawing/2014/main" id="{EB031D54-60D6-4302-962A-A6219CFB4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3419"/>
              <a:ext cx="30" cy="30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48" name="Freeform 33">
              <a:extLst>
                <a:ext uri="{FF2B5EF4-FFF2-40B4-BE49-F238E27FC236}">
                  <a16:creationId xmlns:a16="http://schemas.microsoft.com/office/drawing/2014/main" id="{CE062E73-9827-4540-97F9-0E63021B0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609"/>
              <a:ext cx="471" cy="51"/>
            </a:xfrm>
            <a:custGeom>
              <a:avLst/>
              <a:gdLst>
                <a:gd name="T0" fmla="*/ 0 w 264"/>
                <a:gd name="T1" fmla="*/ 15 h 27"/>
                <a:gd name="T2" fmla="*/ 153 w 264"/>
                <a:gd name="T3" fmla="*/ 15 h 27"/>
                <a:gd name="T4" fmla="*/ 302 w 264"/>
                <a:gd name="T5" fmla="*/ 28 h 27"/>
                <a:gd name="T6" fmla="*/ 833 w 264"/>
                <a:gd name="T7" fmla="*/ 121 h 27"/>
                <a:gd name="T8" fmla="*/ 1022 w 264"/>
                <a:gd name="T9" fmla="*/ 153 h 27"/>
                <a:gd name="T10" fmla="*/ 1499 w 264"/>
                <a:gd name="T11" fmla="*/ 161 h 27"/>
                <a:gd name="T12" fmla="*/ 1499 w 264"/>
                <a:gd name="T13" fmla="*/ 161 h 27"/>
                <a:gd name="T14" fmla="*/ 1499 w 264"/>
                <a:gd name="T15" fmla="*/ 161 h 27"/>
                <a:gd name="T16" fmla="*/ 1499 w 264"/>
                <a:gd name="T17" fmla="*/ 161 h 27"/>
                <a:gd name="T18" fmla="*/ 1006 w 264"/>
                <a:gd name="T19" fmla="*/ 128 h 27"/>
                <a:gd name="T20" fmla="*/ 824 w 264"/>
                <a:gd name="T21" fmla="*/ 93 h 27"/>
                <a:gd name="T22" fmla="*/ 289 w 264"/>
                <a:gd name="T23" fmla="*/ 8 h 27"/>
                <a:gd name="T24" fmla="*/ 143 w 264"/>
                <a:gd name="T25" fmla="*/ 0 h 27"/>
                <a:gd name="T26" fmla="*/ 0 w 264"/>
                <a:gd name="T27" fmla="*/ 15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4" h="27">
                  <a:moveTo>
                    <a:pt x="0" y="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9" y="5"/>
                    <a:pt x="53" y="4"/>
                    <a:pt x="53" y="4"/>
                  </a:cubicBezTo>
                  <a:cubicBezTo>
                    <a:pt x="85" y="7"/>
                    <a:pt x="120" y="13"/>
                    <a:pt x="147" y="18"/>
                  </a:cubicBezTo>
                  <a:cubicBezTo>
                    <a:pt x="180" y="23"/>
                    <a:pt x="180" y="23"/>
                    <a:pt x="180" y="23"/>
                  </a:cubicBezTo>
                  <a:cubicBezTo>
                    <a:pt x="209" y="27"/>
                    <a:pt x="243" y="25"/>
                    <a:pt x="264" y="24"/>
                  </a:cubicBezTo>
                  <a:cubicBezTo>
                    <a:pt x="264" y="24"/>
                    <a:pt x="264" y="24"/>
                    <a:pt x="264" y="24"/>
                  </a:cubicBezTo>
                  <a:cubicBezTo>
                    <a:pt x="264" y="24"/>
                    <a:pt x="264" y="24"/>
                    <a:pt x="264" y="24"/>
                  </a:cubicBezTo>
                  <a:cubicBezTo>
                    <a:pt x="264" y="24"/>
                    <a:pt x="264" y="24"/>
                    <a:pt x="264" y="24"/>
                  </a:cubicBezTo>
                  <a:cubicBezTo>
                    <a:pt x="243" y="25"/>
                    <a:pt x="206" y="23"/>
                    <a:pt x="177" y="19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18" y="10"/>
                    <a:pt x="84" y="4"/>
                    <a:pt x="51" y="1"/>
                  </a:cubicBezTo>
                  <a:cubicBezTo>
                    <a:pt x="51" y="1"/>
                    <a:pt x="37" y="2"/>
                    <a:pt x="25" y="0"/>
                  </a:cubicBezTo>
                  <a:cubicBezTo>
                    <a:pt x="25" y="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A7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9" name="Freeform 34">
              <a:extLst>
                <a:ext uri="{FF2B5EF4-FFF2-40B4-BE49-F238E27FC236}">
                  <a16:creationId xmlns:a16="http://schemas.microsoft.com/office/drawing/2014/main" id="{F8297FCC-1C85-49D9-BB57-00C7B3478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426"/>
              <a:ext cx="219" cy="225"/>
            </a:xfrm>
            <a:custGeom>
              <a:avLst/>
              <a:gdLst>
                <a:gd name="T0" fmla="*/ 340 w 123"/>
                <a:gd name="T1" fmla="*/ 797 h 118"/>
                <a:gd name="T2" fmla="*/ 297 w 123"/>
                <a:gd name="T3" fmla="*/ 803 h 118"/>
                <a:gd name="T4" fmla="*/ 260 w 123"/>
                <a:gd name="T5" fmla="*/ 797 h 118"/>
                <a:gd name="T6" fmla="*/ 0 w 123"/>
                <a:gd name="T7" fmla="*/ 360 h 118"/>
                <a:gd name="T8" fmla="*/ 0 w 123"/>
                <a:gd name="T9" fmla="*/ 360 h 118"/>
                <a:gd name="T10" fmla="*/ 260 w 123"/>
                <a:gd name="T11" fmla="*/ 818 h 118"/>
                <a:gd name="T12" fmla="*/ 297 w 123"/>
                <a:gd name="T13" fmla="*/ 818 h 118"/>
                <a:gd name="T14" fmla="*/ 340 w 123"/>
                <a:gd name="T15" fmla="*/ 818 h 118"/>
                <a:gd name="T16" fmla="*/ 694 w 123"/>
                <a:gd name="T17" fmla="*/ 0 h 118"/>
                <a:gd name="T18" fmla="*/ 694 w 123"/>
                <a:gd name="T19" fmla="*/ 0 h 118"/>
                <a:gd name="T20" fmla="*/ 340 w 123"/>
                <a:gd name="T21" fmla="*/ 797 h 1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118">
                  <a:moveTo>
                    <a:pt x="60" y="115"/>
                  </a:moveTo>
                  <a:cubicBezTo>
                    <a:pt x="53" y="116"/>
                    <a:pt x="53" y="116"/>
                    <a:pt x="53" y="116"/>
                  </a:cubicBezTo>
                  <a:cubicBezTo>
                    <a:pt x="46" y="115"/>
                    <a:pt x="46" y="115"/>
                    <a:pt x="46" y="115"/>
                  </a:cubicBezTo>
                  <a:cubicBezTo>
                    <a:pt x="34" y="114"/>
                    <a:pt x="15" y="88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67"/>
                    <a:pt x="25" y="115"/>
                    <a:pt x="46" y="118"/>
                  </a:cubicBezTo>
                  <a:cubicBezTo>
                    <a:pt x="53" y="118"/>
                    <a:pt x="53" y="118"/>
                    <a:pt x="53" y="118"/>
                  </a:cubicBezTo>
                  <a:cubicBezTo>
                    <a:pt x="60" y="118"/>
                    <a:pt x="60" y="118"/>
                    <a:pt x="60" y="118"/>
                  </a:cubicBezTo>
                  <a:cubicBezTo>
                    <a:pt x="85" y="115"/>
                    <a:pt x="113" y="45"/>
                    <a:pt x="123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48"/>
                    <a:pt x="80" y="113"/>
                    <a:pt x="60" y="11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0" name="Freeform 35">
              <a:extLst>
                <a:ext uri="{FF2B5EF4-FFF2-40B4-BE49-F238E27FC236}">
                  <a16:creationId xmlns:a16="http://schemas.microsoft.com/office/drawing/2014/main" id="{0F5D230C-5BCE-4411-AB99-BC381D9A8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451"/>
              <a:ext cx="41" cy="85"/>
            </a:xfrm>
            <a:custGeom>
              <a:avLst/>
              <a:gdLst>
                <a:gd name="T0" fmla="*/ 130 w 23"/>
                <a:gd name="T1" fmla="*/ 304 h 45"/>
                <a:gd name="T2" fmla="*/ 0 w 23"/>
                <a:gd name="T3" fmla="*/ 18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5">
                  <a:moveTo>
                    <a:pt x="23" y="45"/>
                  </a:moveTo>
                  <a:cubicBezTo>
                    <a:pt x="19" y="30"/>
                    <a:pt x="4" y="0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1" name="Freeform 36">
              <a:extLst>
                <a:ext uri="{FF2B5EF4-FFF2-40B4-BE49-F238E27FC236}">
                  <a16:creationId xmlns:a16="http://schemas.microsoft.com/office/drawing/2014/main" id="{72664807-586D-438C-ABFA-BCB208631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620"/>
              <a:ext cx="34" cy="97"/>
            </a:xfrm>
            <a:custGeom>
              <a:avLst/>
              <a:gdLst>
                <a:gd name="T0" fmla="*/ 23 w 19"/>
                <a:gd name="T1" fmla="*/ 0 h 51"/>
                <a:gd name="T2" fmla="*/ 23 w 19"/>
                <a:gd name="T3" fmla="*/ 192 h 51"/>
                <a:gd name="T4" fmla="*/ 73 w 19"/>
                <a:gd name="T5" fmla="*/ 35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1">
                  <a:moveTo>
                    <a:pt x="4" y="0"/>
                  </a:moveTo>
                  <a:cubicBezTo>
                    <a:pt x="0" y="5"/>
                    <a:pt x="1" y="13"/>
                    <a:pt x="4" y="28"/>
                  </a:cubicBezTo>
                  <a:cubicBezTo>
                    <a:pt x="8" y="42"/>
                    <a:pt x="19" y="35"/>
                    <a:pt x="13" y="5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2" name="Freeform 37">
              <a:extLst>
                <a:ext uri="{FF2B5EF4-FFF2-40B4-BE49-F238E27FC236}">
                  <a16:creationId xmlns:a16="http://schemas.microsoft.com/office/drawing/2014/main" id="{9439B0D0-D008-49B5-A4EF-B4DD92609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500"/>
              <a:ext cx="21" cy="63"/>
            </a:xfrm>
            <a:custGeom>
              <a:avLst/>
              <a:gdLst>
                <a:gd name="T0" fmla="*/ 56 w 12"/>
                <a:gd name="T1" fmla="*/ 0 h 33"/>
                <a:gd name="T2" fmla="*/ 7 w 12"/>
                <a:gd name="T3" fmla="*/ 22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0" y="0"/>
                  </a:moveTo>
                  <a:cubicBezTo>
                    <a:pt x="12" y="6"/>
                    <a:pt x="0" y="18"/>
                    <a:pt x="1" y="3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3" name="Freeform 38">
              <a:extLst>
                <a:ext uri="{FF2B5EF4-FFF2-40B4-BE49-F238E27FC236}">
                  <a16:creationId xmlns:a16="http://schemas.microsoft.com/office/drawing/2014/main" id="{DB5EAE52-8496-415C-8068-045B58BB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717"/>
              <a:ext cx="26" cy="91"/>
            </a:xfrm>
            <a:custGeom>
              <a:avLst/>
              <a:gdLst>
                <a:gd name="T0" fmla="*/ 0 w 15"/>
                <a:gd name="T1" fmla="*/ 0 h 48"/>
                <a:gd name="T2" fmla="*/ 78 w 15"/>
                <a:gd name="T3" fmla="*/ 328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8">
                  <a:moveTo>
                    <a:pt x="0" y="0"/>
                  </a:moveTo>
                  <a:cubicBezTo>
                    <a:pt x="3" y="15"/>
                    <a:pt x="4" y="24"/>
                    <a:pt x="15" y="4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4" name="Freeform 39">
              <a:extLst>
                <a:ext uri="{FF2B5EF4-FFF2-40B4-BE49-F238E27FC236}">
                  <a16:creationId xmlns:a16="http://schemas.microsoft.com/office/drawing/2014/main" id="{E019F11F-A01B-42ED-96E7-1A10F0E73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451"/>
              <a:ext cx="41" cy="85"/>
            </a:xfrm>
            <a:custGeom>
              <a:avLst/>
              <a:gdLst>
                <a:gd name="T0" fmla="*/ 0 w 23"/>
                <a:gd name="T1" fmla="*/ 304 h 45"/>
                <a:gd name="T2" fmla="*/ 130 w 23"/>
                <a:gd name="T3" fmla="*/ 18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5">
                  <a:moveTo>
                    <a:pt x="0" y="45"/>
                  </a:moveTo>
                  <a:cubicBezTo>
                    <a:pt x="4" y="30"/>
                    <a:pt x="18" y="0"/>
                    <a:pt x="23" y="2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5" name="Freeform 40">
              <a:extLst>
                <a:ext uri="{FF2B5EF4-FFF2-40B4-BE49-F238E27FC236}">
                  <a16:creationId xmlns:a16="http://schemas.microsoft.com/office/drawing/2014/main" id="{C6CC1B8B-2CC2-4D3C-8DEF-C1FC15E25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20"/>
              <a:ext cx="34" cy="97"/>
            </a:xfrm>
            <a:custGeom>
              <a:avLst/>
              <a:gdLst>
                <a:gd name="T0" fmla="*/ 81 w 19"/>
                <a:gd name="T1" fmla="*/ 0 h 51"/>
                <a:gd name="T2" fmla="*/ 81 w 19"/>
                <a:gd name="T3" fmla="*/ 192 h 51"/>
                <a:gd name="T4" fmla="*/ 36 w 19"/>
                <a:gd name="T5" fmla="*/ 35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1">
                  <a:moveTo>
                    <a:pt x="14" y="0"/>
                  </a:moveTo>
                  <a:cubicBezTo>
                    <a:pt x="19" y="5"/>
                    <a:pt x="18" y="13"/>
                    <a:pt x="14" y="28"/>
                  </a:cubicBezTo>
                  <a:cubicBezTo>
                    <a:pt x="11" y="42"/>
                    <a:pt x="0" y="35"/>
                    <a:pt x="6" y="5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6" name="Freeform 41">
              <a:extLst>
                <a:ext uri="{FF2B5EF4-FFF2-40B4-BE49-F238E27FC236}">
                  <a16:creationId xmlns:a16="http://schemas.microsoft.com/office/drawing/2014/main" id="{047C986E-5D0A-40CC-BDCB-72C3B8238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500"/>
              <a:ext cx="23" cy="63"/>
            </a:xfrm>
            <a:custGeom>
              <a:avLst/>
              <a:gdLst>
                <a:gd name="T0" fmla="*/ 16 w 13"/>
                <a:gd name="T1" fmla="*/ 0 h 33"/>
                <a:gd name="T2" fmla="*/ 60 w 13"/>
                <a:gd name="T3" fmla="*/ 22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3">
                  <a:moveTo>
                    <a:pt x="3" y="0"/>
                  </a:moveTo>
                  <a:cubicBezTo>
                    <a:pt x="0" y="6"/>
                    <a:pt x="13" y="18"/>
                    <a:pt x="11" y="3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7" name="Freeform 42">
              <a:extLst>
                <a:ext uri="{FF2B5EF4-FFF2-40B4-BE49-F238E27FC236}">
                  <a16:creationId xmlns:a16="http://schemas.microsoft.com/office/drawing/2014/main" id="{989AE8C5-464A-4EF0-AF44-B7865B32B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709"/>
              <a:ext cx="19" cy="105"/>
            </a:xfrm>
            <a:custGeom>
              <a:avLst/>
              <a:gdLst>
                <a:gd name="T0" fmla="*/ 57 w 11"/>
                <a:gd name="T1" fmla="*/ 0 h 55"/>
                <a:gd name="T2" fmla="*/ 0 w 11"/>
                <a:gd name="T3" fmla="*/ 382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5">
                  <a:moveTo>
                    <a:pt x="11" y="0"/>
                  </a:moveTo>
                  <a:cubicBezTo>
                    <a:pt x="6" y="19"/>
                    <a:pt x="9" y="26"/>
                    <a:pt x="0" y="5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8" name="Freeform 43">
              <a:extLst>
                <a:ext uri="{FF2B5EF4-FFF2-40B4-BE49-F238E27FC236}">
                  <a16:creationId xmlns:a16="http://schemas.microsoft.com/office/drawing/2014/main" id="{A4F557FC-201E-420E-BF94-E2A74711F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768"/>
              <a:ext cx="949" cy="679"/>
            </a:xfrm>
            <a:custGeom>
              <a:avLst/>
              <a:gdLst>
                <a:gd name="T0" fmla="*/ 2952 w 532"/>
                <a:gd name="T1" fmla="*/ 2417 h 357"/>
                <a:gd name="T2" fmla="*/ 3020 w 532"/>
                <a:gd name="T3" fmla="*/ 2387 h 357"/>
                <a:gd name="T4" fmla="*/ 2997 w 532"/>
                <a:gd name="T5" fmla="*/ 2022 h 357"/>
                <a:gd name="T6" fmla="*/ 3008 w 532"/>
                <a:gd name="T7" fmla="*/ 1708 h 357"/>
                <a:gd name="T8" fmla="*/ 2924 w 532"/>
                <a:gd name="T9" fmla="*/ 1312 h 357"/>
                <a:gd name="T10" fmla="*/ 2854 w 532"/>
                <a:gd name="T11" fmla="*/ 907 h 357"/>
                <a:gd name="T12" fmla="*/ 2615 w 532"/>
                <a:gd name="T13" fmla="*/ 578 h 357"/>
                <a:gd name="T14" fmla="*/ 2485 w 532"/>
                <a:gd name="T15" fmla="*/ 405 h 357"/>
                <a:gd name="T16" fmla="*/ 2303 w 532"/>
                <a:gd name="T17" fmla="*/ 304 h 357"/>
                <a:gd name="T18" fmla="*/ 2196 w 532"/>
                <a:gd name="T19" fmla="*/ 228 h 357"/>
                <a:gd name="T20" fmla="*/ 2014 w 532"/>
                <a:gd name="T21" fmla="*/ 129 h 357"/>
                <a:gd name="T22" fmla="*/ 1773 w 532"/>
                <a:gd name="T23" fmla="*/ 21 h 357"/>
                <a:gd name="T24" fmla="*/ 1340 w 532"/>
                <a:gd name="T25" fmla="*/ 36 h 357"/>
                <a:gd name="T26" fmla="*/ 999 w 532"/>
                <a:gd name="T27" fmla="*/ 105 h 357"/>
                <a:gd name="T28" fmla="*/ 776 w 532"/>
                <a:gd name="T29" fmla="*/ 245 h 357"/>
                <a:gd name="T30" fmla="*/ 585 w 532"/>
                <a:gd name="T31" fmla="*/ 380 h 357"/>
                <a:gd name="T32" fmla="*/ 210 w 532"/>
                <a:gd name="T33" fmla="*/ 1059 h 357"/>
                <a:gd name="T34" fmla="*/ 118 w 532"/>
                <a:gd name="T35" fmla="*/ 1527 h 357"/>
                <a:gd name="T36" fmla="*/ 45 w 532"/>
                <a:gd name="T37" fmla="*/ 1961 h 357"/>
                <a:gd name="T38" fmla="*/ 73 w 532"/>
                <a:gd name="T39" fmla="*/ 2166 h 357"/>
                <a:gd name="T40" fmla="*/ 114 w 532"/>
                <a:gd name="T41" fmla="*/ 2402 h 3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32" h="357">
                  <a:moveTo>
                    <a:pt x="520" y="351"/>
                  </a:moveTo>
                  <a:cubicBezTo>
                    <a:pt x="523" y="344"/>
                    <a:pt x="531" y="357"/>
                    <a:pt x="532" y="347"/>
                  </a:cubicBezTo>
                  <a:cubicBezTo>
                    <a:pt x="532" y="336"/>
                    <a:pt x="527" y="305"/>
                    <a:pt x="528" y="294"/>
                  </a:cubicBezTo>
                  <a:cubicBezTo>
                    <a:pt x="528" y="284"/>
                    <a:pt x="530" y="258"/>
                    <a:pt x="530" y="248"/>
                  </a:cubicBezTo>
                  <a:cubicBezTo>
                    <a:pt x="530" y="228"/>
                    <a:pt x="520" y="209"/>
                    <a:pt x="515" y="191"/>
                  </a:cubicBezTo>
                  <a:cubicBezTo>
                    <a:pt x="510" y="171"/>
                    <a:pt x="509" y="151"/>
                    <a:pt x="503" y="132"/>
                  </a:cubicBezTo>
                  <a:cubicBezTo>
                    <a:pt x="497" y="110"/>
                    <a:pt x="481" y="96"/>
                    <a:pt x="461" y="84"/>
                  </a:cubicBezTo>
                  <a:cubicBezTo>
                    <a:pt x="454" y="80"/>
                    <a:pt x="447" y="66"/>
                    <a:pt x="438" y="59"/>
                  </a:cubicBezTo>
                  <a:cubicBezTo>
                    <a:pt x="425" y="50"/>
                    <a:pt x="411" y="47"/>
                    <a:pt x="406" y="44"/>
                  </a:cubicBezTo>
                  <a:cubicBezTo>
                    <a:pt x="400" y="40"/>
                    <a:pt x="394" y="35"/>
                    <a:pt x="387" y="33"/>
                  </a:cubicBezTo>
                  <a:cubicBezTo>
                    <a:pt x="382" y="32"/>
                    <a:pt x="372" y="24"/>
                    <a:pt x="355" y="19"/>
                  </a:cubicBezTo>
                  <a:cubicBezTo>
                    <a:pt x="341" y="14"/>
                    <a:pt x="330" y="6"/>
                    <a:pt x="312" y="3"/>
                  </a:cubicBezTo>
                  <a:cubicBezTo>
                    <a:pt x="286" y="0"/>
                    <a:pt x="253" y="2"/>
                    <a:pt x="236" y="5"/>
                  </a:cubicBezTo>
                  <a:cubicBezTo>
                    <a:pt x="215" y="8"/>
                    <a:pt x="190" y="10"/>
                    <a:pt x="176" y="15"/>
                  </a:cubicBezTo>
                  <a:cubicBezTo>
                    <a:pt x="151" y="23"/>
                    <a:pt x="135" y="34"/>
                    <a:pt x="137" y="36"/>
                  </a:cubicBezTo>
                  <a:cubicBezTo>
                    <a:pt x="126" y="42"/>
                    <a:pt x="115" y="48"/>
                    <a:pt x="103" y="55"/>
                  </a:cubicBezTo>
                  <a:cubicBezTo>
                    <a:pt x="67" y="78"/>
                    <a:pt x="40" y="111"/>
                    <a:pt x="37" y="154"/>
                  </a:cubicBezTo>
                  <a:cubicBezTo>
                    <a:pt x="35" y="178"/>
                    <a:pt x="23" y="198"/>
                    <a:pt x="21" y="222"/>
                  </a:cubicBezTo>
                  <a:cubicBezTo>
                    <a:pt x="19" y="248"/>
                    <a:pt x="0" y="260"/>
                    <a:pt x="8" y="285"/>
                  </a:cubicBezTo>
                  <a:cubicBezTo>
                    <a:pt x="6" y="300"/>
                    <a:pt x="13" y="300"/>
                    <a:pt x="13" y="315"/>
                  </a:cubicBezTo>
                  <a:cubicBezTo>
                    <a:pt x="7" y="330"/>
                    <a:pt x="20" y="349"/>
                    <a:pt x="20" y="34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9" name="Freeform 44">
              <a:extLst>
                <a:ext uri="{FF2B5EF4-FFF2-40B4-BE49-F238E27FC236}">
                  <a16:creationId xmlns:a16="http://schemas.microsoft.com/office/drawing/2014/main" id="{15ECFFF6-1C94-474A-9572-5E3D4E2A0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295"/>
              <a:ext cx="16" cy="519"/>
            </a:xfrm>
            <a:custGeom>
              <a:avLst/>
              <a:gdLst>
                <a:gd name="T0" fmla="*/ 44 w 9"/>
                <a:gd name="T1" fmla="*/ 1876 h 273"/>
                <a:gd name="T2" fmla="*/ 44 w 9"/>
                <a:gd name="T3" fmla="*/ 1778 h 273"/>
                <a:gd name="T4" fmla="*/ 50 w 9"/>
                <a:gd name="T5" fmla="*/ 0 h 2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73">
                  <a:moveTo>
                    <a:pt x="8" y="273"/>
                  </a:moveTo>
                  <a:cubicBezTo>
                    <a:pt x="8" y="259"/>
                    <a:pt x="8" y="259"/>
                    <a:pt x="8" y="259"/>
                  </a:cubicBezTo>
                  <a:cubicBezTo>
                    <a:pt x="3" y="172"/>
                    <a:pt x="0" y="18"/>
                    <a:pt x="9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0" name="Freeform 45">
              <a:extLst>
                <a:ext uri="{FF2B5EF4-FFF2-40B4-BE49-F238E27FC236}">
                  <a16:creationId xmlns:a16="http://schemas.microsoft.com/office/drawing/2014/main" id="{915BB94F-1455-4D21-97C1-AC5A310E0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405"/>
              <a:ext cx="6" cy="12"/>
            </a:xfrm>
            <a:custGeom>
              <a:avLst/>
              <a:gdLst>
                <a:gd name="T0" fmla="*/ 24 w 3"/>
                <a:gd name="T1" fmla="*/ 48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1" name="Freeform 46">
              <a:extLst>
                <a:ext uri="{FF2B5EF4-FFF2-40B4-BE49-F238E27FC236}">
                  <a16:creationId xmlns:a16="http://schemas.microsoft.com/office/drawing/2014/main" id="{18902FF0-6641-493F-AD47-07947E954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379"/>
              <a:ext cx="100" cy="112"/>
            </a:xfrm>
            <a:custGeom>
              <a:avLst/>
              <a:gdLst>
                <a:gd name="T0" fmla="*/ 171 w 56"/>
                <a:gd name="T1" fmla="*/ 0 h 59"/>
                <a:gd name="T2" fmla="*/ 0 w 56"/>
                <a:gd name="T3" fmla="*/ 197 h 59"/>
                <a:gd name="T4" fmla="*/ 171 w 56"/>
                <a:gd name="T5" fmla="*/ 404 h 59"/>
                <a:gd name="T6" fmla="*/ 320 w 56"/>
                <a:gd name="T7" fmla="*/ 289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9">
                  <a:moveTo>
                    <a:pt x="30" y="0"/>
                  </a:moveTo>
                  <a:cubicBezTo>
                    <a:pt x="14" y="0"/>
                    <a:pt x="0" y="13"/>
                    <a:pt x="0" y="29"/>
                  </a:cubicBezTo>
                  <a:cubicBezTo>
                    <a:pt x="0" y="45"/>
                    <a:pt x="14" y="59"/>
                    <a:pt x="30" y="59"/>
                  </a:cubicBezTo>
                  <a:cubicBezTo>
                    <a:pt x="42" y="59"/>
                    <a:pt x="52" y="52"/>
                    <a:pt x="56" y="4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2" name="Oval 47">
              <a:extLst>
                <a:ext uri="{FF2B5EF4-FFF2-40B4-BE49-F238E27FC236}">
                  <a16:creationId xmlns:a16="http://schemas.microsoft.com/office/drawing/2014/main" id="{E25A4650-A431-4593-93F4-6D4254430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3419"/>
              <a:ext cx="29" cy="30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63" name="Freeform 48">
              <a:extLst>
                <a:ext uri="{FF2B5EF4-FFF2-40B4-BE49-F238E27FC236}">
                  <a16:creationId xmlns:a16="http://schemas.microsoft.com/office/drawing/2014/main" id="{571CB132-A103-4A93-B985-F23D09773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607"/>
              <a:ext cx="469" cy="51"/>
            </a:xfrm>
            <a:custGeom>
              <a:avLst/>
              <a:gdLst>
                <a:gd name="T0" fmla="*/ 1202 w 263"/>
                <a:gd name="T1" fmla="*/ 21 h 27"/>
                <a:gd name="T2" fmla="*/ 667 w 263"/>
                <a:gd name="T3" fmla="*/ 100 h 27"/>
                <a:gd name="T4" fmla="*/ 487 w 263"/>
                <a:gd name="T5" fmla="*/ 136 h 27"/>
                <a:gd name="T6" fmla="*/ 0 w 263"/>
                <a:gd name="T7" fmla="*/ 168 h 27"/>
                <a:gd name="T8" fmla="*/ 0 w 263"/>
                <a:gd name="T9" fmla="*/ 168 h 27"/>
                <a:gd name="T10" fmla="*/ 0 w 263"/>
                <a:gd name="T11" fmla="*/ 168 h 27"/>
                <a:gd name="T12" fmla="*/ 0 w 263"/>
                <a:gd name="T13" fmla="*/ 168 h 27"/>
                <a:gd name="T14" fmla="*/ 499 w 263"/>
                <a:gd name="T15" fmla="*/ 153 h 27"/>
                <a:gd name="T16" fmla="*/ 681 w 263"/>
                <a:gd name="T17" fmla="*/ 121 h 27"/>
                <a:gd name="T18" fmla="*/ 1209 w 263"/>
                <a:gd name="T19" fmla="*/ 32 h 27"/>
                <a:gd name="T20" fmla="*/ 1355 w 263"/>
                <a:gd name="T21" fmla="*/ 21 h 27"/>
                <a:gd name="T22" fmla="*/ 1491 w 263"/>
                <a:gd name="T23" fmla="*/ 21 h 27"/>
                <a:gd name="T24" fmla="*/ 1491 w 263"/>
                <a:gd name="T25" fmla="*/ 21 h 27"/>
                <a:gd name="T26" fmla="*/ 1348 w 263"/>
                <a:gd name="T27" fmla="*/ 8 h 27"/>
                <a:gd name="T28" fmla="*/ 1202 w 263"/>
                <a:gd name="T29" fmla="*/ 21 h 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3" h="27">
                  <a:moveTo>
                    <a:pt x="212" y="3"/>
                  </a:moveTo>
                  <a:cubicBezTo>
                    <a:pt x="180" y="5"/>
                    <a:pt x="146" y="11"/>
                    <a:pt x="118" y="15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57" y="24"/>
                    <a:pt x="20" y="26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20" y="26"/>
                    <a:pt x="59" y="27"/>
                    <a:pt x="88" y="23"/>
                  </a:cubicBezTo>
                  <a:cubicBezTo>
                    <a:pt x="120" y="18"/>
                    <a:pt x="120" y="18"/>
                    <a:pt x="120" y="18"/>
                  </a:cubicBezTo>
                  <a:cubicBezTo>
                    <a:pt x="148" y="14"/>
                    <a:pt x="181" y="8"/>
                    <a:pt x="213" y="5"/>
                  </a:cubicBezTo>
                  <a:cubicBezTo>
                    <a:pt x="224" y="3"/>
                    <a:pt x="239" y="3"/>
                    <a:pt x="239" y="3"/>
                  </a:cubicBezTo>
                  <a:cubicBezTo>
                    <a:pt x="239" y="3"/>
                    <a:pt x="263" y="3"/>
                    <a:pt x="263" y="3"/>
                  </a:cubicBezTo>
                  <a:cubicBezTo>
                    <a:pt x="263" y="3"/>
                    <a:pt x="263" y="3"/>
                    <a:pt x="263" y="3"/>
                  </a:cubicBezTo>
                  <a:cubicBezTo>
                    <a:pt x="238" y="1"/>
                    <a:pt x="238" y="1"/>
                    <a:pt x="238" y="1"/>
                  </a:cubicBezTo>
                  <a:cubicBezTo>
                    <a:pt x="238" y="1"/>
                    <a:pt x="223" y="0"/>
                    <a:pt x="212" y="3"/>
                  </a:cubicBezTo>
                  <a:close/>
                </a:path>
              </a:pathLst>
            </a:custGeom>
            <a:solidFill>
              <a:srgbClr val="A7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4" name="Freeform 49">
              <a:extLst>
                <a:ext uri="{FF2B5EF4-FFF2-40B4-BE49-F238E27FC236}">
                  <a16:creationId xmlns:a16="http://schemas.microsoft.com/office/drawing/2014/main" id="{B6B4EA54-3609-401B-ADE0-CD117EA53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424"/>
              <a:ext cx="932" cy="812"/>
            </a:xfrm>
            <a:custGeom>
              <a:avLst/>
              <a:gdLst>
                <a:gd name="T0" fmla="*/ 123 w 523"/>
                <a:gd name="T1" fmla="*/ 91 h 427"/>
                <a:gd name="T2" fmla="*/ 123 w 523"/>
                <a:gd name="T3" fmla="*/ 91 h 427"/>
                <a:gd name="T4" fmla="*/ 93 w 523"/>
                <a:gd name="T5" fmla="*/ 40 h 427"/>
                <a:gd name="T6" fmla="*/ 0 w 523"/>
                <a:gd name="T7" fmla="*/ 160 h 427"/>
                <a:gd name="T8" fmla="*/ 64 w 523"/>
                <a:gd name="T9" fmla="*/ 502 h 427"/>
                <a:gd name="T10" fmla="*/ 114 w 523"/>
                <a:gd name="T11" fmla="*/ 846 h 427"/>
                <a:gd name="T12" fmla="*/ 166 w 523"/>
                <a:gd name="T13" fmla="*/ 1074 h 427"/>
                <a:gd name="T14" fmla="*/ 239 w 523"/>
                <a:gd name="T15" fmla="*/ 1244 h 427"/>
                <a:gd name="T16" fmla="*/ 369 w 523"/>
                <a:gd name="T17" fmla="*/ 1367 h 427"/>
                <a:gd name="T18" fmla="*/ 470 w 523"/>
                <a:gd name="T19" fmla="*/ 1993 h 427"/>
                <a:gd name="T20" fmla="*/ 946 w 523"/>
                <a:gd name="T21" fmla="*/ 2655 h 427"/>
                <a:gd name="T22" fmla="*/ 1470 w 523"/>
                <a:gd name="T23" fmla="*/ 2936 h 427"/>
                <a:gd name="T24" fmla="*/ 1998 w 523"/>
                <a:gd name="T25" fmla="*/ 2655 h 427"/>
                <a:gd name="T26" fmla="*/ 2473 w 523"/>
                <a:gd name="T27" fmla="*/ 1993 h 427"/>
                <a:gd name="T28" fmla="*/ 2591 w 523"/>
                <a:gd name="T29" fmla="*/ 1367 h 427"/>
                <a:gd name="T30" fmla="*/ 2721 w 523"/>
                <a:gd name="T31" fmla="*/ 1244 h 427"/>
                <a:gd name="T32" fmla="*/ 2801 w 523"/>
                <a:gd name="T33" fmla="*/ 1074 h 427"/>
                <a:gd name="T34" fmla="*/ 2851 w 523"/>
                <a:gd name="T35" fmla="*/ 846 h 427"/>
                <a:gd name="T36" fmla="*/ 2896 w 523"/>
                <a:gd name="T37" fmla="*/ 502 h 427"/>
                <a:gd name="T38" fmla="*/ 2960 w 523"/>
                <a:gd name="T39" fmla="*/ 160 h 427"/>
                <a:gd name="T40" fmla="*/ 2924 w 523"/>
                <a:gd name="T41" fmla="*/ 40 h 427"/>
                <a:gd name="T42" fmla="*/ 2903 w 523"/>
                <a:gd name="T43" fmla="*/ 29 h 427"/>
                <a:gd name="T44" fmla="*/ 2874 w 523"/>
                <a:gd name="T45" fmla="*/ 40 h 4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23" h="427">
                  <a:moveTo>
                    <a:pt x="22" y="13"/>
                  </a:moveTo>
                  <a:cubicBezTo>
                    <a:pt x="22" y="13"/>
                    <a:pt x="22" y="13"/>
                    <a:pt x="22" y="13"/>
                  </a:cubicBezTo>
                  <a:cubicBezTo>
                    <a:pt x="21" y="10"/>
                    <a:pt x="16" y="6"/>
                    <a:pt x="16" y="6"/>
                  </a:cubicBezTo>
                  <a:cubicBezTo>
                    <a:pt x="8" y="0"/>
                    <a:pt x="0" y="10"/>
                    <a:pt x="0" y="23"/>
                  </a:cubicBezTo>
                  <a:cubicBezTo>
                    <a:pt x="0" y="37"/>
                    <a:pt x="11" y="63"/>
                    <a:pt x="11" y="73"/>
                  </a:cubicBezTo>
                  <a:cubicBezTo>
                    <a:pt x="11" y="82"/>
                    <a:pt x="15" y="107"/>
                    <a:pt x="20" y="123"/>
                  </a:cubicBezTo>
                  <a:cubicBezTo>
                    <a:pt x="26" y="139"/>
                    <a:pt x="23" y="146"/>
                    <a:pt x="29" y="156"/>
                  </a:cubicBezTo>
                  <a:cubicBezTo>
                    <a:pt x="35" y="165"/>
                    <a:pt x="37" y="174"/>
                    <a:pt x="42" y="181"/>
                  </a:cubicBezTo>
                  <a:cubicBezTo>
                    <a:pt x="48" y="188"/>
                    <a:pt x="60" y="198"/>
                    <a:pt x="65" y="199"/>
                  </a:cubicBezTo>
                  <a:cubicBezTo>
                    <a:pt x="67" y="221"/>
                    <a:pt x="73" y="270"/>
                    <a:pt x="83" y="290"/>
                  </a:cubicBezTo>
                  <a:cubicBezTo>
                    <a:pt x="94" y="310"/>
                    <a:pt x="138" y="365"/>
                    <a:pt x="167" y="386"/>
                  </a:cubicBezTo>
                  <a:cubicBezTo>
                    <a:pt x="194" y="405"/>
                    <a:pt x="211" y="426"/>
                    <a:pt x="260" y="427"/>
                  </a:cubicBezTo>
                  <a:cubicBezTo>
                    <a:pt x="310" y="426"/>
                    <a:pt x="327" y="405"/>
                    <a:pt x="353" y="386"/>
                  </a:cubicBezTo>
                  <a:cubicBezTo>
                    <a:pt x="383" y="365"/>
                    <a:pt x="428" y="313"/>
                    <a:pt x="437" y="290"/>
                  </a:cubicBezTo>
                  <a:cubicBezTo>
                    <a:pt x="447" y="267"/>
                    <a:pt x="457" y="221"/>
                    <a:pt x="458" y="199"/>
                  </a:cubicBezTo>
                  <a:cubicBezTo>
                    <a:pt x="464" y="198"/>
                    <a:pt x="476" y="188"/>
                    <a:pt x="481" y="181"/>
                  </a:cubicBezTo>
                  <a:cubicBezTo>
                    <a:pt x="487" y="174"/>
                    <a:pt x="489" y="165"/>
                    <a:pt x="495" y="156"/>
                  </a:cubicBezTo>
                  <a:cubicBezTo>
                    <a:pt x="500" y="146"/>
                    <a:pt x="498" y="139"/>
                    <a:pt x="504" y="123"/>
                  </a:cubicBezTo>
                  <a:cubicBezTo>
                    <a:pt x="509" y="107"/>
                    <a:pt x="512" y="82"/>
                    <a:pt x="512" y="73"/>
                  </a:cubicBezTo>
                  <a:cubicBezTo>
                    <a:pt x="512" y="63"/>
                    <a:pt x="523" y="37"/>
                    <a:pt x="523" y="23"/>
                  </a:cubicBezTo>
                  <a:cubicBezTo>
                    <a:pt x="523" y="15"/>
                    <a:pt x="521" y="9"/>
                    <a:pt x="517" y="6"/>
                  </a:cubicBezTo>
                  <a:cubicBezTo>
                    <a:pt x="516" y="6"/>
                    <a:pt x="514" y="5"/>
                    <a:pt x="513" y="4"/>
                  </a:cubicBezTo>
                  <a:cubicBezTo>
                    <a:pt x="511" y="4"/>
                    <a:pt x="510" y="4"/>
                    <a:pt x="508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5" name="Freeform 50">
              <a:extLst>
                <a:ext uri="{FF2B5EF4-FFF2-40B4-BE49-F238E27FC236}">
                  <a16:creationId xmlns:a16="http://schemas.microsoft.com/office/drawing/2014/main" id="{F0D53E4D-9317-48D2-B1A7-E2D2A50E1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977"/>
              <a:ext cx="1005" cy="1841"/>
            </a:xfrm>
            <a:custGeom>
              <a:avLst/>
              <a:gdLst>
                <a:gd name="T0" fmla="*/ 3191 w 564"/>
                <a:gd name="T1" fmla="*/ 6658 h 968"/>
                <a:gd name="T2" fmla="*/ 3017 w 564"/>
                <a:gd name="T3" fmla="*/ 5215 h 968"/>
                <a:gd name="T4" fmla="*/ 2892 w 564"/>
                <a:gd name="T5" fmla="*/ 3530 h 968"/>
                <a:gd name="T6" fmla="*/ 2090 w 564"/>
                <a:gd name="T7" fmla="*/ 2153 h 968"/>
                <a:gd name="T8" fmla="*/ 1454 w 564"/>
                <a:gd name="T9" fmla="*/ 1921 h 968"/>
                <a:gd name="T10" fmla="*/ 499 w 564"/>
                <a:gd name="T11" fmla="*/ 1419 h 968"/>
                <a:gd name="T12" fmla="*/ 93 w 564"/>
                <a:gd name="T13" fmla="*/ 0 h 9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4" h="968">
                  <a:moveTo>
                    <a:pt x="564" y="968"/>
                  </a:moveTo>
                  <a:cubicBezTo>
                    <a:pt x="551" y="865"/>
                    <a:pt x="531" y="799"/>
                    <a:pt x="533" y="758"/>
                  </a:cubicBezTo>
                  <a:cubicBezTo>
                    <a:pt x="545" y="674"/>
                    <a:pt x="527" y="584"/>
                    <a:pt x="511" y="513"/>
                  </a:cubicBezTo>
                  <a:cubicBezTo>
                    <a:pt x="476" y="360"/>
                    <a:pt x="403" y="321"/>
                    <a:pt x="369" y="313"/>
                  </a:cubicBezTo>
                  <a:cubicBezTo>
                    <a:pt x="334" y="306"/>
                    <a:pt x="281" y="301"/>
                    <a:pt x="257" y="279"/>
                  </a:cubicBezTo>
                  <a:cubicBezTo>
                    <a:pt x="241" y="263"/>
                    <a:pt x="123" y="210"/>
                    <a:pt x="88" y="206"/>
                  </a:cubicBezTo>
                  <a:cubicBezTo>
                    <a:pt x="0" y="189"/>
                    <a:pt x="15" y="31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6" name="Freeform 51">
              <a:extLst>
                <a:ext uri="{FF2B5EF4-FFF2-40B4-BE49-F238E27FC236}">
                  <a16:creationId xmlns:a16="http://schemas.microsoft.com/office/drawing/2014/main" id="{80E980C7-4280-4688-AE28-C0A2620EA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983"/>
              <a:ext cx="1001" cy="1835"/>
            </a:xfrm>
            <a:custGeom>
              <a:avLst/>
              <a:gdLst>
                <a:gd name="T0" fmla="*/ 3121 w 561"/>
                <a:gd name="T1" fmla="*/ 0 h 965"/>
                <a:gd name="T2" fmla="*/ 2703 w 561"/>
                <a:gd name="T3" fmla="*/ 1396 h 965"/>
                <a:gd name="T4" fmla="*/ 1745 w 561"/>
                <a:gd name="T5" fmla="*/ 1898 h 965"/>
                <a:gd name="T6" fmla="*/ 1115 w 561"/>
                <a:gd name="T7" fmla="*/ 2130 h 965"/>
                <a:gd name="T8" fmla="*/ 305 w 561"/>
                <a:gd name="T9" fmla="*/ 3508 h 965"/>
                <a:gd name="T10" fmla="*/ 175 w 561"/>
                <a:gd name="T11" fmla="*/ 5193 h 965"/>
                <a:gd name="T12" fmla="*/ 0 w 561"/>
                <a:gd name="T13" fmla="*/ 6635 h 9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1" h="965">
                  <a:moveTo>
                    <a:pt x="549" y="0"/>
                  </a:moveTo>
                  <a:cubicBezTo>
                    <a:pt x="550" y="38"/>
                    <a:pt x="561" y="187"/>
                    <a:pt x="476" y="203"/>
                  </a:cubicBezTo>
                  <a:cubicBezTo>
                    <a:pt x="442" y="207"/>
                    <a:pt x="324" y="260"/>
                    <a:pt x="307" y="276"/>
                  </a:cubicBezTo>
                  <a:cubicBezTo>
                    <a:pt x="284" y="298"/>
                    <a:pt x="230" y="303"/>
                    <a:pt x="196" y="310"/>
                  </a:cubicBezTo>
                  <a:cubicBezTo>
                    <a:pt x="161" y="318"/>
                    <a:pt x="88" y="357"/>
                    <a:pt x="54" y="510"/>
                  </a:cubicBezTo>
                  <a:cubicBezTo>
                    <a:pt x="38" y="581"/>
                    <a:pt x="20" y="671"/>
                    <a:pt x="31" y="755"/>
                  </a:cubicBezTo>
                  <a:cubicBezTo>
                    <a:pt x="34" y="796"/>
                    <a:pt x="13" y="862"/>
                    <a:pt x="0" y="96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7" name="Freeform 52">
              <a:extLst>
                <a:ext uri="{FF2B5EF4-FFF2-40B4-BE49-F238E27FC236}">
                  <a16:creationId xmlns:a16="http://schemas.microsoft.com/office/drawing/2014/main" id="{EDC6F613-C891-45DF-89DB-FC9204032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242"/>
              <a:ext cx="85" cy="105"/>
            </a:xfrm>
            <a:custGeom>
              <a:avLst/>
              <a:gdLst>
                <a:gd name="T0" fmla="*/ 0 w 48"/>
                <a:gd name="T1" fmla="*/ 0 h 55"/>
                <a:gd name="T2" fmla="*/ 267 w 48"/>
                <a:gd name="T3" fmla="*/ 382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55">
                  <a:moveTo>
                    <a:pt x="0" y="0"/>
                  </a:moveTo>
                  <a:cubicBezTo>
                    <a:pt x="4" y="14"/>
                    <a:pt x="39" y="51"/>
                    <a:pt x="48" y="5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8" name="Freeform 53">
              <a:extLst>
                <a:ext uri="{FF2B5EF4-FFF2-40B4-BE49-F238E27FC236}">
                  <a16:creationId xmlns:a16="http://schemas.microsoft.com/office/drawing/2014/main" id="{0614C83B-5646-420B-95F8-2E12C32D0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594"/>
              <a:ext cx="538" cy="68"/>
            </a:xfrm>
            <a:custGeom>
              <a:avLst/>
              <a:gdLst>
                <a:gd name="T0" fmla="*/ 0 w 302"/>
                <a:gd name="T1" fmla="*/ 0 h 36"/>
                <a:gd name="T2" fmla="*/ 711 w 302"/>
                <a:gd name="T3" fmla="*/ 229 h 36"/>
                <a:gd name="T4" fmla="*/ 1707 w 302"/>
                <a:gd name="T5" fmla="*/ 8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2" h="36">
                  <a:moveTo>
                    <a:pt x="0" y="0"/>
                  </a:moveTo>
                  <a:cubicBezTo>
                    <a:pt x="23" y="20"/>
                    <a:pt x="73" y="36"/>
                    <a:pt x="126" y="34"/>
                  </a:cubicBezTo>
                  <a:cubicBezTo>
                    <a:pt x="179" y="32"/>
                    <a:pt x="271" y="10"/>
                    <a:pt x="302" y="1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9" name="Freeform 54">
              <a:extLst>
                <a:ext uri="{FF2B5EF4-FFF2-40B4-BE49-F238E27FC236}">
                  <a16:creationId xmlns:a16="http://schemas.microsoft.com/office/drawing/2014/main" id="{79D8E2BE-AE0B-4F9C-AECF-12682D553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242"/>
              <a:ext cx="86" cy="105"/>
            </a:xfrm>
            <a:custGeom>
              <a:avLst/>
              <a:gdLst>
                <a:gd name="T0" fmla="*/ 276 w 48"/>
                <a:gd name="T1" fmla="*/ 0 h 55"/>
                <a:gd name="T2" fmla="*/ 0 w 48"/>
                <a:gd name="T3" fmla="*/ 382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55">
                  <a:moveTo>
                    <a:pt x="48" y="0"/>
                  </a:moveTo>
                  <a:cubicBezTo>
                    <a:pt x="44" y="14"/>
                    <a:pt x="9" y="51"/>
                    <a:pt x="0" y="5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0" name="Freeform 55">
              <a:extLst>
                <a:ext uri="{FF2B5EF4-FFF2-40B4-BE49-F238E27FC236}">
                  <a16:creationId xmlns:a16="http://schemas.microsoft.com/office/drawing/2014/main" id="{43F0573A-038F-4645-B4C1-C7CFC10F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594"/>
              <a:ext cx="540" cy="68"/>
            </a:xfrm>
            <a:custGeom>
              <a:avLst/>
              <a:gdLst>
                <a:gd name="T0" fmla="*/ 1714 w 303"/>
                <a:gd name="T1" fmla="*/ 0 h 36"/>
                <a:gd name="T2" fmla="*/ 1000 w 303"/>
                <a:gd name="T3" fmla="*/ 229 h 36"/>
                <a:gd name="T4" fmla="*/ 0 w 303"/>
                <a:gd name="T5" fmla="*/ 8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3" h="36">
                  <a:moveTo>
                    <a:pt x="303" y="0"/>
                  </a:moveTo>
                  <a:cubicBezTo>
                    <a:pt x="280" y="20"/>
                    <a:pt x="230" y="36"/>
                    <a:pt x="177" y="34"/>
                  </a:cubicBezTo>
                  <a:cubicBezTo>
                    <a:pt x="123" y="32"/>
                    <a:pt x="32" y="1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1" name="Freeform 56">
              <a:extLst>
                <a:ext uri="{FF2B5EF4-FFF2-40B4-BE49-F238E27FC236}">
                  <a16:creationId xmlns:a16="http://schemas.microsoft.com/office/drawing/2014/main" id="{20D0AB3C-B38C-43ED-8C18-490EE301E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3232"/>
              <a:ext cx="47" cy="52"/>
            </a:xfrm>
            <a:custGeom>
              <a:avLst/>
              <a:gdLst>
                <a:gd name="T0" fmla="*/ 0 w 26"/>
                <a:gd name="T1" fmla="*/ 64 h 27"/>
                <a:gd name="T2" fmla="*/ 101 w 26"/>
                <a:gd name="T3" fmla="*/ 44 h 27"/>
                <a:gd name="T4" fmla="*/ 24 w 26"/>
                <a:gd name="T5" fmla="*/ 164 h 27"/>
                <a:gd name="T6" fmla="*/ 154 w 26"/>
                <a:gd name="T7" fmla="*/ 7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0" y="9"/>
                  </a:moveTo>
                  <a:cubicBezTo>
                    <a:pt x="5" y="2"/>
                    <a:pt x="11" y="0"/>
                    <a:pt x="17" y="6"/>
                  </a:cubicBezTo>
                  <a:cubicBezTo>
                    <a:pt x="13" y="12"/>
                    <a:pt x="7" y="17"/>
                    <a:pt x="4" y="23"/>
                  </a:cubicBezTo>
                  <a:cubicBezTo>
                    <a:pt x="13" y="27"/>
                    <a:pt x="19" y="16"/>
                    <a:pt x="26" y="11"/>
                  </a:cubicBezTo>
                </a:path>
              </a:pathLst>
            </a:custGeom>
            <a:noFill/>
            <a:ln w="111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2" name="Freeform 57">
              <a:extLst>
                <a:ext uri="{FF2B5EF4-FFF2-40B4-BE49-F238E27FC236}">
                  <a16:creationId xmlns:a16="http://schemas.microsoft.com/office/drawing/2014/main" id="{28AF3FC1-3873-4696-9765-8F877ECB3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596"/>
              <a:ext cx="112" cy="89"/>
            </a:xfrm>
            <a:custGeom>
              <a:avLst/>
              <a:gdLst>
                <a:gd name="T0" fmla="*/ 28 w 63"/>
                <a:gd name="T1" fmla="*/ 0 h 47"/>
                <a:gd name="T2" fmla="*/ 0 w 63"/>
                <a:gd name="T3" fmla="*/ 89 h 47"/>
                <a:gd name="T4" fmla="*/ 50 w 63"/>
                <a:gd name="T5" fmla="*/ 53 h 47"/>
                <a:gd name="T6" fmla="*/ 66 w 63"/>
                <a:gd name="T7" fmla="*/ 97 h 47"/>
                <a:gd name="T8" fmla="*/ 123 w 63"/>
                <a:gd name="T9" fmla="*/ 61 h 47"/>
                <a:gd name="T10" fmla="*/ 123 w 63"/>
                <a:gd name="T11" fmla="*/ 136 h 47"/>
                <a:gd name="T12" fmla="*/ 208 w 63"/>
                <a:gd name="T13" fmla="*/ 108 h 47"/>
                <a:gd name="T14" fmla="*/ 354 w 63"/>
                <a:gd name="T15" fmla="*/ 12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47">
                  <a:moveTo>
                    <a:pt x="5" y="0"/>
                  </a:moveTo>
                  <a:cubicBezTo>
                    <a:pt x="3" y="4"/>
                    <a:pt x="0" y="7"/>
                    <a:pt x="0" y="13"/>
                  </a:cubicBezTo>
                  <a:cubicBezTo>
                    <a:pt x="2" y="11"/>
                    <a:pt x="8" y="9"/>
                    <a:pt x="9" y="8"/>
                  </a:cubicBezTo>
                  <a:cubicBezTo>
                    <a:pt x="10" y="10"/>
                    <a:pt x="11" y="12"/>
                    <a:pt x="12" y="14"/>
                  </a:cubicBezTo>
                  <a:cubicBezTo>
                    <a:pt x="14" y="12"/>
                    <a:pt x="20" y="11"/>
                    <a:pt x="22" y="9"/>
                  </a:cubicBezTo>
                  <a:cubicBezTo>
                    <a:pt x="22" y="11"/>
                    <a:pt x="23" y="17"/>
                    <a:pt x="22" y="20"/>
                  </a:cubicBezTo>
                  <a:cubicBezTo>
                    <a:pt x="26" y="18"/>
                    <a:pt x="33" y="19"/>
                    <a:pt x="37" y="16"/>
                  </a:cubicBezTo>
                  <a:cubicBezTo>
                    <a:pt x="43" y="47"/>
                    <a:pt x="48" y="32"/>
                    <a:pt x="63" y="18"/>
                  </a:cubicBezTo>
                </a:path>
              </a:pathLst>
            </a:custGeom>
            <a:noFill/>
            <a:ln w="111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3" name="Freeform 58">
              <a:extLst>
                <a:ext uri="{FF2B5EF4-FFF2-40B4-BE49-F238E27FC236}">
                  <a16:creationId xmlns:a16="http://schemas.microsoft.com/office/drawing/2014/main" id="{81970BB0-892F-449E-9799-FA5E0350C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3598"/>
              <a:ext cx="136" cy="77"/>
            </a:xfrm>
            <a:custGeom>
              <a:avLst/>
              <a:gdLst>
                <a:gd name="T0" fmla="*/ 435 w 76"/>
                <a:gd name="T1" fmla="*/ 128 h 41"/>
                <a:gd name="T2" fmla="*/ 394 w 76"/>
                <a:gd name="T3" fmla="*/ 0 h 41"/>
                <a:gd name="T4" fmla="*/ 361 w 76"/>
                <a:gd name="T5" fmla="*/ 113 h 41"/>
                <a:gd name="T6" fmla="*/ 311 w 76"/>
                <a:gd name="T7" fmla="*/ 15 h 41"/>
                <a:gd name="T8" fmla="*/ 268 w 76"/>
                <a:gd name="T9" fmla="*/ 128 h 41"/>
                <a:gd name="T10" fmla="*/ 224 w 76"/>
                <a:gd name="T11" fmla="*/ 39 h 41"/>
                <a:gd name="T12" fmla="*/ 190 w 76"/>
                <a:gd name="T13" fmla="*/ 197 h 41"/>
                <a:gd name="T14" fmla="*/ 102 w 76"/>
                <a:gd name="T15" fmla="*/ 73 h 41"/>
                <a:gd name="T16" fmla="*/ 13 w 76"/>
                <a:gd name="T17" fmla="*/ 27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41">
                  <a:moveTo>
                    <a:pt x="76" y="19"/>
                  </a:moveTo>
                  <a:cubicBezTo>
                    <a:pt x="75" y="12"/>
                    <a:pt x="73" y="5"/>
                    <a:pt x="69" y="0"/>
                  </a:cubicBezTo>
                  <a:cubicBezTo>
                    <a:pt x="65" y="4"/>
                    <a:pt x="63" y="11"/>
                    <a:pt x="63" y="17"/>
                  </a:cubicBezTo>
                  <a:cubicBezTo>
                    <a:pt x="62" y="10"/>
                    <a:pt x="58" y="6"/>
                    <a:pt x="54" y="2"/>
                  </a:cubicBezTo>
                  <a:cubicBezTo>
                    <a:pt x="50" y="7"/>
                    <a:pt x="48" y="13"/>
                    <a:pt x="47" y="19"/>
                  </a:cubicBezTo>
                  <a:cubicBezTo>
                    <a:pt x="46" y="15"/>
                    <a:pt x="41" y="11"/>
                    <a:pt x="39" y="6"/>
                  </a:cubicBezTo>
                  <a:cubicBezTo>
                    <a:pt x="34" y="12"/>
                    <a:pt x="33" y="22"/>
                    <a:pt x="33" y="30"/>
                  </a:cubicBezTo>
                  <a:cubicBezTo>
                    <a:pt x="28" y="27"/>
                    <a:pt x="25" y="12"/>
                    <a:pt x="18" y="11"/>
                  </a:cubicBezTo>
                  <a:cubicBezTo>
                    <a:pt x="4" y="9"/>
                    <a:pt x="0" y="32"/>
                    <a:pt x="2" y="41"/>
                  </a:cubicBezTo>
                </a:path>
              </a:pathLst>
            </a:custGeom>
            <a:noFill/>
            <a:ln w="111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4" name="Freeform 59">
              <a:extLst>
                <a:ext uri="{FF2B5EF4-FFF2-40B4-BE49-F238E27FC236}">
                  <a16:creationId xmlns:a16="http://schemas.microsoft.com/office/drawing/2014/main" id="{5087EF94-95AF-4DDB-BA5D-79A2E3C33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3592"/>
              <a:ext cx="67" cy="57"/>
            </a:xfrm>
            <a:custGeom>
              <a:avLst/>
              <a:gdLst>
                <a:gd name="T0" fmla="*/ 208 w 38"/>
                <a:gd name="T1" fmla="*/ 21 h 30"/>
                <a:gd name="T2" fmla="*/ 203 w 38"/>
                <a:gd name="T3" fmla="*/ 105 h 30"/>
                <a:gd name="T4" fmla="*/ 130 w 38"/>
                <a:gd name="T5" fmla="*/ 48 h 30"/>
                <a:gd name="T6" fmla="*/ 115 w 38"/>
                <a:gd name="T7" fmla="*/ 124 h 30"/>
                <a:gd name="T8" fmla="*/ 0 w 38"/>
                <a:gd name="T9" fmla="*/ 20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0">
                  <a:moveTo>
                    <a:pt x="38" y="3"/>
                  </a:moveTo>
                  <a:cubicBezTo>
                    <a:pt x="38" y="7"/>
                    <a:pt x="38" y="11"/>
                    <a:pt x="37" y="15"/>
                  </a:cubicBezTo>
                  <a:cubicBezTo>
                    <a:pt x="35" y="12"/>
                    <a:pt x="27" y="9"/>
                    <a:pt x="24" y="7"/>
                  </a:cubicBezTo>
                  <a:cubicBezTo>
                    <a:pt x="24" y="11"/>
                    <a:pt x="21" y="14"/>
                    <a:pt x="21" y="18"/>
                  </a:cubicBezTo>
                  <a:cubicBezTo>
                    <a:pt x="11" y="0"/>
                    <a:pt x="4" y="20"/>
                    <a:pt x="0" y="30"/>
                  </a:cubicBezTo>
                </a:path>
              </a:pathLst>
            </a:custGeom>
            <a:noFill/>
            <a:ln w="111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5" name="Freeform 60">
              <a:extLst>
                <a:ext uri="{FF2B5EF4-FFF2-40B4-BE49-F238E27FC236}">
                  <a16:creationId xmlns:a16="http://schemas.microsoft.com/office/drawing/2014/main" id="{3B975AD3-F884-449C-BC9D-426F0060A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240"/>
              <a:ext cx="43" cy="42"/>
            </a:xfrm>
            <a:custGeom>
              <a:avLst/>
              <a:gdLst>
                <a:gd name="T0" fmla="*/ 138 w 24"/>
                <a:gd name="T1" fmla="*/ 36 h 22"/>
                <a:gd name="T2" fmla="*/ 52 w 24"/>
                <a:gd name="T3" fmla="*/ 0 h 22"/>
                <a:gd name="T4" fmla="*/ 93 w 24"/>
                <a:gd name="T5" fmla="*/ 153 h 22"/>
                <a:gd name="T6" fmla="*/ 0 w 24"/>
                <a:gd name="T7" fmla="*/ 9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2">
                  <a:moveTo>
                    <a:pt x="24" y="5"/>
                  </a:moveTo>
                  <a:cubicBezTo>
                    <a:pt x="20" y="2"/>
                    <a:pt x="14" y="0"/>
                    <a:pt x="9" y="0"/>
                  </a:cubicBezTo>
                  <a:cubicBezTo>
                    <a:pt x="8" y="8"/>
                    <a:pt x="12" y="16"/>
                    <a:pt x="16" y="22"/>
                  </a:cubicBezTo>
                  <a:cubicBezTo>
                    <a:pt x="10" y="22"/>
                    <a:pt x="3" y="18"/>
                    <a:pt x="0" y="13"/>
                  </a:cubicBezTo>
                </a:path>
              </a:pathLst>
            </a:custGeom>
            <a:noFill/>
            <a:ln w="111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6" name="Freeform 61">
              <a:extLst>
                <a:ext uri="{FF2B5EF4-FFF2-40B4-BE49-F238E27FC236}">
                  <a16:creationId xmlns:a16="http://schemas.microsoft.com/office/drawing/2014/main" id="{5F963523-A7B5-430F-873B-6D37C6EA8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3331"/>
              <a:ext cx="24" cy="16"/>
            </a:xfrm>
            <a:custGeom>
              <a:avLst/>
              <a:gdLst>
                <a:gd name="T0" fmla="*/ 81 w 13"/>
                <a:gd name="T1" fmla="*/ 64 h 8"/>
                <a:gd name="T2" fmla="*/ 0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8"/>
                  </a:moveTo>
                  <a:cubicBezTo>
                    <a:pt x="8" y="6"/>
                    <a:pt x="4" y="4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7" name="Freeform 62">
              <a:extLst>
                <a:ext uri="{FF2B5EF4-FFF2-40B4-BE49-F238E27FC236}">
                  <a16:creationId xmlns:a16="http://schemas.microsoft.com/office/drawing/2014/main" id="{0F23D019-2C15-4F4B-8A35-B0A6C32DE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3322"/>
              <a:ext cx="20" cy="34"/>
            </a:xfrm>
            <a:custGeom>
              <a:avLst/>
              <a:gdLst>
                <a:gd name="T0" fmla="*/ 16 w 11"/>
                <a:gd name="T1" fmla="*/ 121 h 18"/>
                <a:gd name="T2" fmla="*/ 60 w 11"/>
                <a:gd name="T3" fmla="*/ 0 h 18"/>
                <a:gd name="T4" fmla="*/ 7 w 11"/>
                <a:gd name="T5" fmla="*/ 10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3" y="18"/>
                  </a:moveTo>
                  <a:cubicBezTo>
                    <a:pt x="8" y="14"/>
                    <a:pt x="11" y="7"/>
                    <a:pt x="10" y="0"/>
                  </a:cubicBezTo>
                  <a:cubicBezTo>
                    <a:pt x="3" y="1"/>
                    <a:pt x="0" y="7"/>
                    <a:pt x="1" y="15"/>
                  </a:cubicBezTo>
                </a:path>
              </a:pathLst>
            </a:custGeom>
            <a:noFill/>
            <a:ln w="111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8" name="Freeform 63">
              <a:extLst>
                <a:ext uri="{FF2B5EF4-FFF2-40B4-BE49-F238E27FC236}">
                  <a16:creationId xmlns:a16="http://schemas.microsoft.com/office/drawing/2014/main" id="{E27727C1-B937-4F0A-B5F2-1A34EA973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379"/>
              <a:ext cx="223" cy="167"/>
            </a:xfrm>
            <a:custGeom>
              <a:avLst/>
              <a:gdLst>
                <a:gd name="T0" fmla="*/ 658 w 125"/>
                <a:gd name="T1" fmla="*/ 0 h 88"/>
                <a:gd name="T2" fmla="*/ 462 w 125"/>
                <a:gd name="T3" fmla="*/ 389 h 88"/>
                <a:gd name="T4" fmla="*/ 369 w 125"/>
                <a:gd name="T5" fmla="*/ 381 h 88"/>
                <a:gd name="T6" fmla="*/ 0 w 125"/>
                <a:gd name="T7" fmla="*/ 586 h 88"/>
                <a:gd name="T8" fmla="*/ 57 w 125"/>
                <a:gd name="T9" fmla="*/ 602 h 88"/>
                <a:gd name="T10" fmla="*/ 362 w 125"/>
                <a:gd name="T11" fmla="*/ 450 h 88"/>
                <a:gd name="T12" fmla="*/ 462 w 125"/>
                <a:gd name="T13" fmla="*/ 457 h 88"/>
                <a:gd name="T14" fmla="*/ 703 w 125"/>
                <a:gd name="T15" fmla="*/ 0 h 88"/>
                <a:gd name="T16" fmla="*/ 658 w 125"/>
                <a:gd name="T17" fmla="*/ 0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88">
                  <a:moveTo>
                    <a:pt x="116" y="0"/>
                  </a:moveTo>
                  <a:cubicBezTo>
                    <a:pt x="116" y="42"/>
                    <a:pt x="110" y="56"/>
                    <a:pt x="81" y="57"/>
                  </a:cubicBezTo>
                  <a:cubicBezTo>
                    <a:pt x="76" y="57"/>
                    <a:pt x="71" y="57"/>
                    <a:pt x="65" y="56"/>
                  </a:cubicBezTo>
                  <a:cubicBezTo>
                    <a:pt x="41" y="54"/>
                    <a:pt x="5" y="52"/>
                    <a:pt x="0" y="86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3" y="64"/>
                    <a:pt x="35" y="64"/>
                    <a:pt x="64" y="66"/>
                  </a:cubicBezTo>
                  <a:cubicBezTo>
                    <a:pt x="70" y="66"/>
                    <a:pt x="76" y="67"/>
                    <a:pt x="81" y="67"/>
                  </a:cubicBezTo>
                  <a:cubicBezTo>
                    <a:pt x="125" y="66"/>
                    <a:pt x="124" y="32"/>
                    <a:pt x="124" y="0"/>
                  </a:cubicBezTo>
                  <a:lnTo>
                    <a:pt x="116" y="0"/>
                  </a:ln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9" name="Freeform 64">
              <a:extLst>
                <a:ext uri="{FF2B5EF4-FFF2-40B4-BE49-F238E27FC236}">
                  <a16:creationId xmlns:a16="http://schemas.microsoft.com/office/drawing/2014/main" id="{3B7F40FE-08DB-4ACF-B914-12A15EEA8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749"/>
              <a:ext cx="108" cy="236"/>
            </a:xfrm>
            <a:custGeom>
              <a:avLst/>
              <a:gdLst>
                <a:gd name="T0" fmla="*/ 333 w 61"/>
                <a:gd name="T1" fmla="*/ 8 h 124"/>
                <a:gd name="T2" fmla="*/ 310 w 61"/>
                <a:gd name="T3" fmla="*/ 0 h 124"/>
                <a:gd name="T4" fmla="*/ 280 w 61"/>
                <a:gd name="T5" fmla="*/ 137 h 124"/>
                <a:gd name="T6" fmla="*/ 253 w 61"/>
                <a:gd name="T7" fmla="*/ 177 h 124"/>
                <a:gd name="T8" fmla="*/ 228 w 61"/>
                <a:gd name="T9" fmla="*/ 249 h 124"/>
                <a:gd name="T10" fmla="*/ 223 w 61"/>
                <a:gd name="T11" fmla="*/ 297 h 124"/>
                <a:gd name="T12" fmla="*/ 200 w 61"/>
                <a:gd name="T13" fmla="*/ 344 h 124"/>
                <a:gd name="T14" fmla="*/ 159 w 61"/>
                <a:gd name="T15" fmla="*/ 373 h 124"/>
                <a:gd name="T16" fmla="*/ 143 w 61"/>
                <a:gd name="T17" fmla="*/ 365 h 124"/>
                <a:gd name="T18" fmla="*/ 138 w 61"/>
                <a:gd name="T19" fmla="*/ 352 h 124"/>
                <a:gd name="T20" fmla="*/ 122 w 61"/>
                <a:gd name="T21" fmla="*/ 312 h 124"/>
                <a:gd name="T22" fmla="*/ 122 w 61"/>
                <a:gd name="T23" fmla="*/ 282 h 124"/>
                <a:gd name="T24" fmla="*/ 122 w 61"/>
                <a:gd name="T25" fmla="*/ 228 h 124"/>
                <a:gd name="T26" fmla="*/ 21 w 61"/>
                <a:gd name="T27" fmla="*/ 55 h 124"/>
                <a:gd name="T28" fmla="*/ 0 w 61"/>
                <a:gd name="T29" fmla="*/ 84 h 124"/>
                <a:gd name="T30" fmla="*/ 89 w 61"/>
                <a:gd name="T31" fmla="*/ 244 h 124"/>
                <a:gd name="T32" fmla="*/ 89 w 61"/>
                <a:gd name="T33" fmla="*/ 276 h 124"/>
                <a:gd name="T34" fmla="*/ 94 w 61"/>
                <a:gd name="T35" fmla="*/ 322 h 124"/>
                <a:gd name="T36" fmla="*/ 110 w 61"/>
                <a:gd name="T37" fmla="*/ 373 h 124"/>
                <a:gd name="T38" fmla="*/ 129 w 61"/>
                <a:gd name="T39" fmla="*/ 405 h 124"/>
                <a:gd name="T40" fmla="*/ 131 w 61"/>
                <a:gd name="T41" fmla="*/ 510 h 124"/>
                <a:gd name="T42" fmla="*/ 131 w 61"/>
                <a:gd name="T43" fmla="*/ 573 h 124"/>
                <a:gd name="T44" fmla="*/ 150 w 61"/>
                <a:gd name="T45" fmla="*/ 678 h 124"/>
                <a:gd name="T46" fmla="*/ 158 w 61"/>
                <a:gd name="T47" fmla="*/ 841 h 124"/>
                <a:gd name="T48" fmla="*/ 158 w 61"/>
                <a:gd name="T49" fmla="*/ 855 h 124"/>
                <a:gd name="T50" fmla="*/ 166 w 61"/>
                <a:gd name="T51" fmla="*/ 662 h 124"/>
                <a:gd name="T52" fmla="*/ 159 w 61"/>
                <a:gd name="T53" fmla="*/ 573 h 124"/>
                <a:gd name="T54" fmla="*/ 159 w 61"/>
                <a:gd name="T55" fmla="*/ 518 h 124"/>
                <a:gd name="T56" fmla="*/ 166 w 61"/>
                <a:gd name="T57" fmla="*/ 464 h 124"/>
                <a:gd name="T58" fmla="*/ 179 w 61"/>
                <a:gd name="T59" fmla="*/ 413 h 124"/>
                <a:gd name="T60" fmla="*/ 223 w 61"/>
                <a:gd name="T61" fmla="*/ 373 h 124"/>
                <a:gd name="T62" fmla="*/ 251 w 61"/>
                <a:gd name="T63" fmla="*/ 305 h 124"/>
                <a:gd name="T64" fmla="*/ 253 w 61"/>
                <a:gd name="T65" fmla="*/ 253 h 124"/>
                <a:gd name="T66" fmla="*/ 282 w 61"/>
                <a:gd name="T67" fmla="*/ 192 h 124"/>
                <a:gd name="T68" fmla="*/ 301 w 61"/>
                <a:gd name="T69" fmla="*/ 160 h 124"/>
                <a:gd name="T70" fmla="*/ 333 w 61"/>
                <a:gd name="T71" fmla="*/ 8 h 1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1" h="124">
                  <a:moveTo>
                    <a:pt x="60" y="1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56" y="4"/>
                    <a:pt x="52" y="17"/>
                    <a:pt x="50" y="20"/>
                  </a:cubicBezTo>
                  <a:cubicBezTo>
                    <a:pt x="49" y="22"/>
                    <a:pt x="47" y="23"/>
                    <a:pt x="46" y="26"/>
                  </a:cubicBezTo>
                  <a:cubicBezTo>
                    <a:pt x="45" y="29"/>
                    <a:pt x="42" y="33"/>
                    <a:pt x="41" y="36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9" y="45"/>
                    <a:pt x="38" y="47"/>
                    <a:pt x="36" y="50"/>
                  </a:cubicBezTo>
                  <a:cubicBezTo>
                    <a:pt x="34" y="53"/>
                    <a:pt x="31" y="53"/>
                    <a:pt x="29" y="54"/>
                  </a:cubicBezTo>
                  <a:cubicBezTo>
                    <a:pt x="28" y="54"/>
                    <a:pt x="27" y="54"/>
                    <a:pt x="26" y="53"/>
                  </a:cubicBezTo>
                  <a:cubicBezTo>
                    <a:pt x="26" y="52"/>
                    <a:pt x="25" y="51"/>
                    <a:pt x="25" y="51"/>
                  </a:cubicBezTo>
                  <a:cubicBezTo>
                    <a:pt x="23" y="49"/>
                    <a:pt x="22" y="47"/>
                    <a:pt x="22" y="45"/>
                  </a:cubicBezTo>
                  <a:cubicBezTo>
                    <a:pt x="21" y="44"/>
                    <a:pt x="22" y="42"/>
                    <a:pt x="22" y="41"/>
                  </a:cubicBezTo>
                  <a:cubicBezTo>
                    <a:pt x="22" y="38"/>
                    <a:pt x="22" y="36"/>
                    <a:pt x="22" y="33"/>
                  </a:cubicBezTo>
                  <a:cubicBezTo>
                    <a:pt x="19" y="21"/>
                    <a:pt x="7" y="11"/>
                    <a:pt x="4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9" y="19"/>
                    <a:pt x="15" y="27"/>
                    <a:pt x="16" y="35"/>
                  </a:cubicBezTo>
                  <a:cubicBezTo>
                    <a:pt x="17" y="36"/>
                    <a:pt x="17" y="38"/>
                    <a:pt x="16" y="40"/>
                  </a:cubicBezTo>
                  <a:cubicBezTo>
                    <a:pt x="16" y="42"/>
                    <a:pt x="16" y="45"/>
                    <a:pt x="17" y="47"/>
                  </a:cubicBezTo>
                  <a:cubicBezTo>
                    <a:pt x="17" y="49"/>
                    <a:pt x="19" y="51"/>
                    <a:pt x="20" y="54"/>
                  </a:cubicBezTo>
                  <a:cubicBezTo>
                    <a:pt x="21" y="55"/>
                    <a:pt x="23" y="57"/>
                    <a:pt x="23" y="59"/>
                  </a:cubicBezTo>
                  <a:cubicBezTo>
                    <a:pt x="25" y="65"/>
                    <a:pt x="25" y="69"/>
                    <a:pt x="24" y="74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4" y="88"/>
                    <a:pt x="27" y="93"/>
                    <a:pt x="27" y="98"/>
                  </a:cubicBezTo>
                  <a:cubicBezTo>
                    <a:pt x="28" y="107"/>
                    <a:pt x="31" y="113"/>
                    <a:pt x="28" y="122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1" y="114"/>
                    <a:pt x="31" y="106"/>
                    <a:pt x="30" y="96"/>
                  </a:cubicBezTo>
                  <a:cubicBezTo>
                    <a:pt x="29" y="92"/>
                    <a:pt x="29" y="88"/>
                    <a:pt x="29" y="83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30" y="72"/>
                    <a:pt x="30" y="69"/>
                    <a:pt x="30" y="67"/>
                  </a:cubicBezTo>
                  <a:cubicBezTo>
                    <a:pt x="30" y="65"/>
                    <a:pt x="30" y="62"/>
                    <a:pt x="32" y="60"/>
                  </a:cubicBezTo>
                  <a:cubicBezTo>
                    <a:pt x="35" y="58"/>
                    <a:pt x="38" y="56"/>
                    <a:pt x="40" y="54"/>
                  </a:cubicBezTo>
                  <a:cubicBezTo>
                    <a:pt x="42" y="51"/>
                    <a:pt x="44" y="48"/>
                    <a:pt x="45" y="44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7" y="34"/>
                    <a:pt x="50" y="31"/>
                    <a:pt x="51" y="28"/>
                  </a:cubicBezTo>
                  <a:cubicBezTo>
                    <a:pt x="52" y="26"/>
                    <a:pt x="53" y="25"/>
                    <a:pt x="54" y="23"/>
                  </a:cubicBezTo>
                  <a:cubicBezTo>
                    <a:pt x="56" y="20"/>
                    <a:pt x="61" y="7"/>
                    <a:pt x="60" y="1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0" name="Freeform 65">
              <a:extLst>
                <a:ext uri="{FF2B5EF4-FFF2-40B4-BE49-F238E27FC236}">
                  <a16:creationId xmlns:a16="http://schemas.microsoft.com/office/drawing/2014/main" id="{9BF43951-EBF4-454A-94D1-13AD3112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369"/>
              <a:ext cx="273" cy="242"/>
            </a:xfrm>
            <a:custGeom>
              <a:avLst/>
              <a:gdLst>
                <a:gd name="T0" fmla="*/ 66 w 153"/>
                <a:gd name="T1" fmla="*/ 0 h 127"/>
                <a:gd name="T2" fmla="*/ 261 w 153"/>
                <a:gd name="T3" fmla="*/ 429 h 127"/>
                <a:gd name="T4" fmla="*/ 346 w 153"/>
                <a:gd name="T5" fmla="*/ 421 h 127"/>
                <a:gd name="T6" fmla="*/ 869 w 153"/>
                <a:gd name="T7" fmla="*/ 871 h 127"/>
                <a:gd name="T8" fmla="*/ 812 w 153"/>
                <a:gd name="T9" fmla="*/ 878 h 127"/>
                <a:gd name="T10" fmla="*/ 353 w 153"/>
                <a:gd name="T11" fmla="*/ 490 h 127"/>
                <a:gd name="T12" fmla="*/ 255 w 153"/>
                <a:gd name="T13" fmla="*/ 497 h 127"/>
                <a:gd name="T14" fmla="*/ 0 w 153"/>
                <a:gd name="T15" fmla="*/ 0 h 127"/>
                <a:gd name="T16" fmla="*/ 66 w 153"/>
                <a:gd name="T17" fmla="*/ 0 h 1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3" h="127">
                  <a:moveTo>
                    <a:pt x="12" y="0"/>
                  </a:moveTo>
                  <a:cubicBezTo>
                    <a:pt x="12" y="42"/>
                    <a:pt x="16" y="61"/>
                    <a:pt x="46" y="62"/>
                  </a:cubicBezTo>
                  <a:cubicBezTo>
                    <a:pt x="50" y="62"/>
                    <a:pt x="55" y="62"/>
                    <a:pt x="61" y="61"/>
                  </a:cubicBezTo>
                  <a:cubicBezTo>
                    <a:pt x="112" y="57"/>
                    <a:pt x="149" y="91"/>
                    <a:pt x="153" y="126"/>
                  </a:cubicBezTo>
                  <a:cubicBezTo>
                    <a:pt x="143" y="127"/>
                    <a:pt x="143" y="127"/>
                    <a:pt x="143" y="127"/>
                  </a:cubicBezTo>
                  <a:cubicBezTo>
                    <a:pt x="140" y="104"/>
                    <a:pt x="107" y="66"/>
                    <a:pt x="62" y="71"/>
                  </a:cubicBezTo>
                  <a:cubicBezTo>
                    <a:pt x="56" y="72"/>
                    <a:pt x="50" y="72"/>
                    <a:pt x="45" y="72"/>
                  </a:cubicBezTo>
                  <a:cubicBezTo>
                    <a:pt x="1" y="71"/>
                    <a:pt x="0" y="31"/>
                    <a:pt x="0" y="0"/>
                  </a:cubicBezTo>
                  <a:lnTo>
                    <a:pt x="12" y="0"/>
                  </a:ln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1" name="Freeform 66">
              <a:extLst>
                <a:ext uri="{FF2B5EF4-FFF2-40B4-BE49-F238E27FC236}">
                  <a16:creationId xmlns:a16="http://schemas.microsoft.com/office/drawing/2014/main" id="{2D365FEE-C7B3-4BFC-A6BD-79173DC54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495"/>
              <a:ext cx="829" cy="407"/>
            </a:xfrm>
            <a:custGeom>
              <a:avLst/>
              <a:gdLst>
                <a:gd name="T0" fmla="*/ 0 w 465"/>
                <a:gd name="T1" fmla="*/ 1419 h 214"/>
                <a:gd name="T2" fmla="*/ 1275 w 465"/>
                <a:gd name="T3" fmla="*/ 108 h 214"/>
                <a:gd name="T4" fmla="*/ 2635 w 465"/>
                <a:gd name="T5" fmla="*/ 907 h 214"/>
                <a:gd name="T6" fmla="*/ 2598 w 465"/>
                <a:gd name="T7" fmla="*/ 943 h 214"/>
                <a:gd name="T8" fmla="*/ 1268 w 465"/>
                <a:gd name="T9" fmla="*/ 228 h 214"/>
                <a:gd name="T10" fmla="*/ 73 w 465"/>
                <a:gd name="T11" fmla="*/ 1472 h 2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5" h="214">
                  <a:moveTo>
                    <a:pt x="0" y="206"/>
                  </a:moveTo>
                  <a:cubicBezTo>
                    <a:pt x="16" y="148"/>
                    <a:pt x="94" y="0"/>
                    <a:pt x="225" y="16"/>
                  </a:cubicBezTo>
                  <a:cubicBezTo>
                    <a:pt x="390" y="37"/>
                    <a:pt x="461" y="128"/>
                    <a:pt x="465" y="132"/>
                  </a:cubicBezTo>
                  <a:cubicBezTo>
                    <a:pt x="458" y="137"/>
                    <a:pt x="458" y="137"/>
                    <a:pt x="458" y="137"/>
                  </a:cubicBezTo>
                  <a:cubicBezTo>
                    <a:pt x="457" y="136"/>
                    <a:pt x="382" y="53"/>
                    <a:pt x="224" y="33"/>
                  </a:cubicBezTo>
                  <a:cubicBezTo>
                    <a:pt x="121" y="17"/>
                    <a:pt x="32" y="147"/>
                    <a:pt x="13" y="21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2" name="Freeform 67">
              <a:extLst>
                <a:ext uri="{FF2B5EF4-FFF2-40B4-BE49-F238E27FC236}">
                  <a16:creationId xmlns:a16="http://schemas.microsoft.com/office/drawing/2014/main" id="{6B8192E0-323D-4D1E-B92F-E30EC9C17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417"/>
              <a:ext cx="1580" cy="658"/>
            </a:xfrm>
            <a:custGeom>
              <a:avLst/>
              <a:gdLst>
                <a:gd name="T0" fmla="*/ 3897 w 886"/>
                <a:gd name="T1" fmla="*/ 525 h 346"/>
                <a:gd name="T2" fmla="*/ 3759 w 886"/>
                <a:gd name="T3" fmla="*/ 534 h 346"/>
                <a:gd name="T4" fmla="*/ 3629 w 886"/>
                <a:gd name="T5" fmla="*/ 557 h 346"/>
                <a:gd name="T6" fmla="*/ 3397 w 886"/>
                <a:gd name="T7" fmla="*/ 610 h 346"/>
                <a:gd name="T8" fmla="*/ 3358 w 886"/>
                <a:gd name="T9" fmla="*/ 578 h 346"/>
                <a:gd name="T10" fmla="*/ 3483 w 886"/>
                <a:gd name="T11" fmla="*/ 0 h 346"/>
                <a:gd name="T12" fmla="*/ 3397 w 886"/>
                <a:gd name="T13" fmla="*/ 8 h 346"/>
                <a:gd name="T14" fmla="*/ 3244 w 886"/>
                <a:gd name="T15" fmla="*/ 610 h 346"/>
                <a:gd name="T16" fmla="*/ 3180 w 886"/>
                <a:gd name="T17" fmla="*/ 687 h 346"/>
                <a:gd name="T18" fmla="*/ 2570 w 886"/>
                <a:gd name="T19" fmla="*/ 1259 h 346"/>
                <a:gd name="T20" fmla="*/ 2404 w 886"/>
                <a:gd name="T21" fmla="*/ 1769 h 346"/>
                <a:gd name="T22" fmla="*/ 2347 w 886"/>
                <a:gd name="T23" fmla="*/ 1856 h 346"/>
                <a:gd name="T24" fmla="*/ 2302 w 886"/>
                <a:gd name="T25" fmla="*/ 1776 h 346"/>
                <a:gd name="T26" fmla="*/ 1997 w 886"/>
                <a:gd name="T27" fmla="*/ 879 h 346"/>
                <a:gd name="T28" fmla="*/ 1912 w 886"/>
                <a:gd name="T29" fmla="*/ 749 h 346"/>
                <a:gd name="T30" fmla="*/ 1664 w 886"/>
                <a:gd name="T31" fmla="*/ 116 h 346"/>
                <a:gd name="T32" fmla="*/ 1578 w 886"/>
                <a:gd name="T33" fmla="*/ 165 h 346"/>
                <a:gd name="T34" fmla="*/ 1730 w 886"/>
                <a:gd name="T35" fmla="*/ 626 h 346"/>
                <a:gd name="T36" fmla="*/ 1689 w 886"/>
                <a:gd name="T37" fmla="*/ 662 h 346"/>
                <a:gd name="T38" fmla="*/ 1164 w 886"/>
                <a:gd name="T39" fmla="*/ 525 h 346"/>
                <a:gd name="T40" fmla="*/ 0 w 886"/>
                <a:gd name="T41" fmla="*/ 831 h 346"/>
                <a:gd name="T42" fmla="*/ 36 w 886"/>
                <a:gd name="T43" fmla="*/ 907 h 346"/>
                <a:gd name="T44" fmla="*/ 1157 w 886"/>
                <a:gd name="T45" fmla="*/ 641 h 346"/>
                <a:gd name="T46" fmla="*/ 1928 w 886"/>
                <a:gd name="T47" fmla="*/ 962 h 346"/>
                <a:gd name="T48" fmla="*/ 2185 w 886"/>
                <a:gd name="T49" fmla="*/ 2126 h 346"/>
                <a:gd name="T50" fmla="*/ 2274 w 886"/>
                <a:gd name="T51" fmla="*/ 2134 h 346"/>
                <a:gd name="T52" fmla="*/ 2265 w 886"/>
                <a:gd name="T53" fmla="*/ 2297 h 346"/>
                <a:gd name="T54" fmla="*/ 2359 w 886"/>
                <a:gd name="T55" fmla="*/ 2274 h 346"/>
                <a:gd name="T56" fmla="*/ 2354 w 886"/>
                <a:gd name="T57" fmla="*/ 2373 h 346"/>
                <a:gd name="T58" fmla="*/ 2468 w 886"/>
                <a:gd name="T59" fmla="*/ 2379 h 346"/>
                <a:gd name="T60" fmla="*/ 3062 w 886"/>
                <a:gd name="T61" fmla="*/ 879 h 346"/>
                <a:gd name="T62" fmla="*/ 3062 w 886"/>
                <a:gd name="T63" fmla="*/ 879 h 346"/>
                <a:gd name="T64" fmla="*/ 3650 w 886"/>
                <a:gd name="T65" fmla="*/ 681 h 346"/>
                <a:gd name="T66" fmla="*/ 3781 w 886"/>
                <a:gd name="T67" fmla="*/ 654 h 346"/>
                <a:gd name="T68" fmla="*/ 3902 w 886"/>
                <a:gd name="T69" fmla="*/ 641 h 346"/>
                <a:gd name="T70" fmla="*/ 4997 w 886"/>
                <a:gd name="T71" fmla="*/ 886 h 346"/>
                <a:gd name="T72" fmla="*/ 5025 w 886"/>
                <a:gd name="T73" fmla="*/ 818 h 346"/>
                <a:gd name="T74" fmla="*/ 3897 w 886"/>
                <a:gd name="T75" fmla="*/ 525 h 34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86" h="346">
                  <a:moveTo>
                    <a:pt x="687" y="76"/>
                  </a:moveTo>
                  <a:cubicBezTo>
                    <a:pt x="679" y="77"/>
                    <a:pt x="671" y="77"/>
                    <a:pt x="663" y="78"/>
                  </a:cubicBezTo>
                  <a:cubicBezTo>
                    <a:pt x="663" y="79"/>
                    <a:pt x="644" y="81"/>
                    <a:pt x="640" y="81"/>
                  </a:cubicBezTo>
                  <a:cubicBezTo>
                    <a:pt x="626" y="83"/>
                    <a:pt x="612" y="86"/>
                    <a:pt x="599" y="89"/>
                  </a:cubicBezTo>
                  <a:cubicBezTo>
                    <a:pt x="595" y="90"/>
                    <a:pt x="591" y="86"/>
                    <a:pt x="592" y="84"/>
                  </a:cubicBezTo>
                  <a:cubicBezTo>
                    <a:pt x="603" y="54"/>
                    <a:pt x="607" y="31"/>
                    <a:pt x="614" y="0"/>
                  </a:cubicBezTo>
                  <a:cubicBezTo>
                    <a:pt x="599" y="1"/>
                    <a:pt x="599" y="1"/>
                    <a:pt x="599" y="1"/>
                  </a:cubicBezTo>
                  <a:cubicBezTo>
                    <a:pt x="591" y="32"/>
                    <a:pt x="587" y="54"/>
                    <a:pt x="572" y="89"/>
                  </a:cubicBezTo>
                  <a:cubicBezTo>
                    <a:pt x="569" y="96"/>
                    <a:pt x="563" y="100"/>
                    <a:pt x="561" y="100"/>
                  </a:cubicBezTo>
                  <a:cubicBezTo>
                    <a:pt x="512" y="118"/>
                    <a:pt x="476" y="145"/>
                    <a:pt x="453" y="183"/>
                  </a:cubicBezTo>
                  <a:cubicBezTo>
                    <a:pt x="438" y="206"/>
                    <a:pt x="429" y="231"/>
                    <a:pt x="424" y="257"/>
                  </a:cubicBezTo>
                  <a:cubicBezTo>
                    <a:pt x="422" y="266"/>
                    <a:pt x="418" y="270"/>
                    <a:pt x="414" y="270"/>
                  </a:cubicBezTo>
                  <a:cubicBezTo>
                    <a:pt x="410" y="270"/>
                    <a:pt x="408" y="268"/>
                    <a:pt x="406" y="258"/>
                  </a:cubicBezTo>
                  <a:cubicBezTo>
                    <a:pt x="401" y="218"/>
                    <a:pt x="387" y="165"/>
                    <a:pt x="352" y="128"/>
                  </a:cubicBezTo>
                  <a:cubicBezTo>
                    <a:pt x="350" y="126"/>
                    <a:pt x="337" y="109"/>
                    <a:pt x="337" y="109"/>
                  </a:cubicBezTo>
                  <a:cubicBezTo>
                    <a:pt x="312" y="73"/>
                    <a:pt x="297" y="51"/>
                    <a:pt x="293" y="17"/>
                  </a:cubicBezTo>
                  <a:cubicBezTo>
                    <a:pt x="278" y="24"/>
                    <a:pt x="278" y="24"/>
                    <a:pt x="278" y="24"/>
                  </a:cubicBezTo>
                  <a:cubicBezTo>
                    <a:pt x="282" y="51"/>
                    <a:pt x="290" y="67"/>
                    <a:pt x="305" y="91"/>
                  </a:cubicBezTo>
                  <a:cubicBezTo>
                    <a:pt x="307" y="94"/>
                    <a:pt x="303" y="97"/>
                    <a:pt x="298" y="96"/>
                  </a:cubicBezTo>
                  <a:cubicBezTo>
                    <a:pt x="271" y="85"/>
                    <a:pt x="239" y="78"/>
                    <a:pt x="205" y="76"/>
                  </a:cubicBezTo>
                  <a:cubicBezTo>
                    <a:pt x="132" y="71"/>
                    <a:pt x="60" y="88"/>
                    <a:pt x="0" y="121"/>
                  </a:cubicBezTo>
                  <a:cubicBezTo>
                    <a:pt x="6" y="132"/>
                    <a:pt x="6" y="132"/>
                    <a:pt x="6" y="132"/>
                  </a:cubicBezTo>
                  <a:cubicBezTo>
                    <a:pt x="63" y="101"/>
                    <a:pt x="134" y="88"/>
                    <a:pt x="204" y="93"/>
                  </a:cubicBezTo>
                  <a:cubicBezTo>
                    <a:pt x="263" y="97"/>
                    <a:pt x="316" y="115"/>
                    <a:pt x="340" y="140"/>
                  </a:cubicBezTo>
                  <a:cubicBezTo>
                    <a:pt x="396" y="198"/>
                    <a:pt x="386" y="308"/>
                    <a:pt x="385" y="309"/>
                  </a:cubicBezTo>
                  <a:cubicBezTo>
                    <a:pt x="401" y="310"/>
                    <a:pt x="401" y="310"/>
                    <a:pt x="401" y="310"/>
                  </a:cubicBezTo>
                  <a:cubicBezTo>
                    <a:pt x="399" y="334"/>
                    <a:pt x="399" y="334"/>
                    <a:pt x="399" y="334"/>
                  </a:cubicBezTo>
                  <a:cubicBezTo>
                    <a:pt x="416" y="331"/>
                    <a:pt x="416" y="331"/>
                    <a:pt x="416" y="331"/>
                  </a:cubicBezTo>
                  <a:cubicBezTo>
                    <a:pt x="415" y="336"/>
                    <a:pt x="415" y="340"/>
                    <a:pt x="415" y="345"/>
                  </a:cubicBezTo>
                  <a:cubicBezTo>
                    <a:pt x="435" y="346"/>
                    <a:pt x="435" y="346"/>
                    <a:pt x="435" y="346"/>
                  </a:cubicBezTo>
                  <a:cubicBezTo>
                    <a:pt x="437" y="261"/>
                    <a:pt x="449" y="175"/>
                    <a:pt x="540" y="128"/>
                  </a:cubicBezTo>
                  <a:cubicBezTo>
                    <a:pt x="540" y="128"/>
                    <a:pt x="540" y="128"/>
                    <a:pt x="540" y="128"/>
                  </a:cubicBezTo>
                  <a:cubicBezTo>
                    <a:pt x="540" y="128"/>
                    <a:pt x="600" y="107"/>
                    <a:pt x="644" y="99"/>
                  </a:cubicBezTo>
                  <a:cubicBezTo>
                    <a:pt x="649" y="98"/>
                    <a:pt x="665" y="95"/>
                    <a:pt x="667" y="95"/>
                  </a:cubicBezTo>
                  <a:cubicBezTo>
                    <a:pt x="674" y="94"/>
                    <a:pt x="681" y="93"/>
                    <a:pt x="688" y="93"/>
                  </a:cubicBezTo>
                  <a:cubicBezTo>
                    <a:pt x="758" y="88"/>
                    <a:pt x="823" y="98"/>
                    <a:pt x="881" y="129"/>
                  </a:cubicBezTo>
                  <a:cubicBezTo>
                    <a:pt x="886" y="119"/>
                    <a:pt x="886" y="119"/>
                    <a:pt x="886" y="119"/>
                  </a:cubicBezTo>
                  <a:cubicBezTo>
                    <a:pt x="826" y="87"/>
                    <a:pt x="760" y="71"/>
                    <a:pt x="687" y="76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3" name="Freeform 68">
              <a:extLst>
                <a:ext uri="{FF2B5EF4-FFF2-40B4-BE49-F238E27FC236}">
                  <a16:creationId xmlns:a16="http://schemas.microsoft.com/office/drawing/2014/main" id="{04962CCD-9556-4554-9BEA-BF0B3721C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435"/>
              <a:ext cx="173" cy="113"/>
            </a:xfrm>
            <a:custGeom>
              <a:avLst/>
              <a:gdLst>
                <a:gd name="T0" fmla="*/ 535 w 97"/>
                <a:gd name="T1" fmla="*/ 40 h 59"/>
                <a:gd name="T2" fmla="*/ 492 w 97"/>
                <a:gd name="T3" fmla="*/ 84 h 59"/>
                <a:gd name="T4" fmla="*/ 385 w 97"/>
                <a:gd name="T5" fmla="*/ 282 h 59"/>
                <a:gd name="T6" fmla="*/ 284 w 97"/>
                <a:gd name="T7" fmla="*/ 400 h 59"/>
                <a:gd name="T8" fmla="*/ 260 w 97"/>
                <a:gd name="T9" fmla="*/ 400 h 59"/>
                <a:gd name="T10" fmla="*/ 166 w 97"/>
                <a:gd name="T11" fmla="*/ 282 h 59"/>
                <a:gd name="T12" fmla="*/ 52 w 97"/>
                <a:gd name="T13" fmla="*/ 84 h 59"/>
                <a:gd name="T14" fmla="*/ 16 w 97"/>
                <a:gd name="T15" fmla="*/ 40 h 59"/>
                <a:gd name="T16" fmla="*/ 0 w 97"/>
                <a:gd name="T17" fmla="*/ 21 h 59"/>
                <a:gd name="T18" fmla="*/ 7 w 97"/>
                <a:gd name="T19" fmla="*/ 8 h 59"/>
                <a:gd name="T20" fmla="*/ 0 w 97"/>
                <a:gd name="T21" fmla="*/ 8 h 59"/>
                <a:gd name="T22" fmla="*/ 7 w 97"/>
                <a:gd name="T23" fmla="*/ 0 h 59"/>
                <a:gd name="T24" fmla="*/ 36 w 97"/>
                <a:gd name="T25" fmla="*/ 36 h 59"/>
                <a:gd name="T26" fmla="*/ 153 w 97"/>
                <a:gd name="T27" fmla="*/ 132 h 59"/>
                <a:gd name="T28" fmla="*/ 248 w 97"/>
                <a:gd name="T29" fmla="*/ 107 h 59"/>
                <a:gd name="T30" fmla="*/ 273 w 97"/>
                <a:gd name="T31" fmla="*/ 92 h 59"/>
                <a:gd name="T32" fmla="*/ 296 w 97"/>
                <a:gd name="T33" fmla="*/ 107 h 59"/>
                <a:gd name="T34" fmla="*/ 398 w 97"/>
                <a:gd name="T35" fmla="*/ 132 h 59"/>
                <a:gd name="T36" fmla="*/ 512 w 97"/>
                <a:gd name="T37" fmla="*/ 36 h 59"/>
                <a:gd name="T38" fmla="*/ 544 w 97"/>
                <a:gd name="T39" fmla="*/ 0 h 59"/>
                <a:gd name="T40" fmla="*/ 544 w 97"/>
                <a:gd name="T41" fmla="*/ 8 h 59"/>
                <a:gd name="T42" fmla="*/ 551 w 97"/>
                <a:gd name="T43" fmla="*/ 21 h 59"/>
                <a:gd name="T44" fmla="*/ 535 w 97"/>
                <a:gd name="T45" fmla="*/ 40 h 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7" h="59">
                  <a:moveTo>
                    <a:pt x="94" y="6"/>
                  </a:moveTo>
                  <a:cubicBezTo>
                    <a:pt x="92" y="8"/>
                    <a:pt x="90" y="10"/>
                    <a:pt x="87" y="12"/>
                  </a:cubicBezTo>
                  <a:cubicBezTo>
                    <a:pt x="80" y="18"/>
                    <a:pt x="72" y="25"/>
                    <a:pt x="68" y="40"/>
                  </a:cubicBezTo>
                  <a:cubicBezTo>
                    <a:pt x="60" y="45"/>
                    <a:pt x="54" y="50"/>
                    <a:pt x="50" y="57"/>
                  </a:cubicBezTo>
                  <a:cubicBezTo>
                    <a:pt x="50" y="59"/>
                    <a:pt x="47" y="59"/>
                    <a:pt x="46" y="57"/>
                  </a:cubicBezTo>
                  <a:cubicBezTo>
                    <a:pt x="43" y="50"/>
                    <a:pt x="37" y="45"/>
                    <a:pt x="29" y="40"/>
                  </a:cubicBezTo>
                  <a:cubicBezTo>
                    <a:pt x="25" y="25"/>
                    <a:pt x="16" y="18"/>
                    <a:pt x="9" y="12"/>
                  </a:cubicBezTo>
                  <a:cubicBezTo>
                    <a:pt x="7" y="10"/>
                    <a:pt x="5" y="8"/>
                    <a:pt x="3" y="6"/>
                  </a:cubicBez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4" y="3"/>
                    <a:pt x="6" y="5"/>
                  </a:cubicBezTo>
                  <a:cubicBezTo>
                    <a:pt x="12" y="11"/>
                    <a:pt x="18" y="18"/>
                    <a:pt x="27" y="19"/>
                  </a:cubicBezTo>
                  <a:cubicBezTo>
                    <a:pt x="37" y="19"/>
                    <a:pt x="41" y="17"/>
                    <a:pt x="44" y="15"/>
                  </a:cubicBezTo>
                  <a:cubicBezTo>
                    <a:pt x="46" y="14"/>
                    <a:pt x="47" y="13"/>
                    <a:pt x="48" y="13"/>
                  </a:cubicBezTo>
                  <a:cubicBezTo>
                    <a:pt x="50" y="13"/>
                    <a:pt x="51" y="14"/>
                    <a:pt x="52" y="15"/>
                  </a:cubicBezTo>
                  <a:cubicBezTo>
                    <a:pt x="55" y="17"/>
                    <a:pt x="59" y="19"/>
                    <a:pt x="70" y="19"/>
                  </a:cubicBezTo>
                  <a:cubicBezTo>
                    <a:pt x="79" y="18"/>
                    <a:pt x="85" y="11"/>
                    <a:pt x="90" y="5"/>
                  </a:cubicBezTo>
                  <a:cubicBezTo>
                    <a:pt x="92" y="3"/>
                    <a:pt x="95" y="1"/>
                    <a:pt x="96" y="0"/>
                  </a:cubicBezTo>
                  <a:cubicBezTo>
                    <a:pt x="96" y="0"/>
                    <a:pt x="96" y="1"/>
                    <a:pt x="96" y="1"/>
                  </a:cubicBezTo>
                  <a:cubicBezTo>
                    <a:pt x="97" y="2"/>
                    <a:pt x="97" y="2"/>
                    <a:pt x="97" y="3"/>
                  </a:cubicBezTo>
                  <a:cubicBezTo>
                    <a:pt x="96" y="4"/>
                    <a:pt x="95" y="5"/>
                    <a:pt x="94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4" name="Freeform 69">
              <a:extLst>
                <a:ext uri="{FF2B5EF4-FFF2-40B4-BE49-F238E27FC236}">
                  <a16:creationId xmlns:a16="http://schemas.microsoft.com/office/drawing/2014/main" id="{3DB79932-6BD1-4717-B739-20727FCA43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77" y="888"/>
              <a:ext cx="806" cy="850"/>
            </a:xfrm>
            <a:custGeom>
              <a:avLst/>
              <a:gdLst>
                <a:gd name="T0" fmla="*/ 2529 w 452"/>
                <a:gd name="T1" fmla="*/ 1211 h 447"/>
                <a:gd name="T2" fmla="*/ 2489 w 452"/>
                <a:gd name="T3" fmla="*/ 1059 h 447"/>
                <a:gd name="T4" fmla="*/ 2388 w 452"/>
                <a:gd name="T5" fmla="*/ 723 h 447"/>
                <a:gd name="T6" fmla="*/ 2238 w 452"/>
                <a:gd name="T7" fmla="*/ 481 h 447"/>
                <a:gd name="T8" fmla="*/ 2108 w 452"/>
                <a:gd name="T9" fmla="*/ 289 h 447"/>
                <a:gd name="T10" fmla="*/ 1949 w 452"/>
                <a:gd name="T11" fmla="*/ 152 h 447"/>
                <a:gd name="T12" fmla="*/ 1787 w 452"/>
                <a:gd name="T13" fmla="*/ 91 h 447"/>
                <a:gd name="T14" fmla="*/ 1628 w 452"/>
                <a:gd name="T15" fmla="*/ 76 h 447"/>
                <a:gd name="T16" fmla="*/ 1457 w 452"/>
                <a:gd name="T17" fmla="*/ 29 h 447"/>
                <a:gd name="T18" fmla="*/ 1320 w 452"/>
                <a:gd name="T19" fmla="*/ 314 h 447"/>
                <a:gd name="T20" fmla="*/ 1259 w 452"/>
                <a:gd name="T21" fmla="*/ 236 h 447"/>
                <a:gd name="T22" fmla="*/ 1036 w 452"/>
                <a:gd name="T23" fmla="*/ 8 h 447"/>
                <a:gd name="T24" fmla="*/ 884 w 452"/>
                <a:gd name="T25" fmla="*/ 55 h 447"/>
                <a:gd name="T26" fmla="*/ 744 w 452"/>
                <a:gd name="T27" fmla="*/ 145 h 447"/>
                <a:gd name="T28" fmla="*/ 464 w 452"/>
                <a:gd name="T29" fmla="*/ 289 h 447"/>
                <a:gd name="T30" fmla="*/ 353 w 452"/>
                <a:gd name="T31" fmla="*/ 434 h 447"/>
                <a:gd name="T32" fmla="*/ 159 w 452"/>
                <a:gd name="T33" fmla="*/ 770 h 447"/>
                <a:gd name="T34" fmla="*/ 52 w 452"/>
                <a:gd name="T35" fmla="*/ 1120 h 447"/>
                <a:gd name="T36" fmla="*/ 86 w 452"/>
                <a:gd name="T37" fmla="*/ 1219 h 447"/>
                <a:gd name="T38" fmla="*/ 36 w 452"/>
                <a:gd name="T39" fmla="*/ 1363 h 447"/>
                <a:gd name="T40" fmla="*/ 16 w 452"/>
                <a:gd name="T41" fmla="*/ 1561 h 447"/>
                <a:gd name="T42" fmla="*/ 73 w 452"/>
                <a:gd name="T43" fmla="*/ 1837 h 447"/>
                <a:gd name="T44" fmla="*/ 80 w 452"/>
                <a:gd name="T45" fmla="*/ 2021 h 447"/>
                <a:gd name="T46" fmla="*/ 276 w 452"/>
                <a:gd name="T47" fmla="*/ 2295 h 447"/>
                <a:gd name="T48" fmla="*/ 549 w 452"/>
                <a:gd name="T49" fmla="*/ 2442 h 447"/>
                <a:gd name="T50" fmla="*/ 613 w 452"/>
                <a:gd name="T51" fmla="*/ 2523 h 447"/>
                <a:gd name="T52" fmla="*/ 719 w 452"/>
                <a:gd name="T53" fmla="*/ 2626 h 447"/>
                <a:gd name="T54" fmla="*/ 772 w 452"/>
                <a:gd name="T55" fmla="*/ 2655 h 447"/>
                <a:gd name="T56" fmla="*/ 811 w 452"/>
                <a:gd name="T57" fmla="*/ 2683 h 447"/>
                <a:gd name="T58" fmla="*/ 840 w 452"/>
                <a:gd name="T59" fmla="*/ 2695 h 447"/>
                <a:gd name="T60" fmla="*/ 918 w 452"/>
                <a:gd name="T61" fmla="*/ 2736 h 447"/>
                <a:gd name="T62" fmla="*/ 986 w 452"/>
                <a:gd name="T63" fmla="*/ 2763 h 447"/>
                <a:gd name="T64" fmla="*/ 1084 w 452"/>
                <a:gd name="T65" fmla="*/ 2771 h 447"/>
                <a:gd name="T66" fmla="*/ 1166 w 452"/>
                <a:gd name="T67" fmla="*/ 3004 h 447"/>
                <a:gd name="T68" fmla="*/ 1282 w 452"/>
                <a:gd name="T69" fmla="*/ 3052 h 447"/>
                <a:gd name="T70" fmla="*/ 1396 w 452"/>
                <a:gd name="T71" fmla="*/ 3004 h 447"/>
                <a:gd name="T72" fmla="*/ 1485 w 452"/>
                <a:gd name="T73" fmla="*/ 2771 h 447"/>
                <a:gd name="T74" fmla="*/ 1583 w 452"/>
                <a:gd name="T75" fmla="*/ 2763 h 447"/>
                <a:gd name="T76" fmla="*/ 1644 w 452"/>
                <a:gd name="T77" fmla="*/ 2736 h 447"/>
                <a:gd name="T78" fmla="*/ 1730 w 452"/>
                <a:gd name="T79" fmla="*/ 2695 h 447"/>
                <a:gd name="T80" fmla="*/ 1753 w 452"/>
                <a:gd name="T81" fmla="*/ 2683 h 447"/>
                <a:gd name="T82" fmla="*/ 1797 w 452"/>
                <a:gd name="T83" fmla="*/ 2655 h 447"/>
                <a:gd name="T84" fmla="*/ 1847 w 452"/>
                <a:gd name="T85" fmla="*/ 2626 h 447"/>
                <a:gd name="T86" fmla="*/ 1883 w 452"/>
                <a:gd name="T87" fmla="*/ 2592 h 447"/>
                <a:gd name="T88" fmla="*/ 2006 w 452"/>
                <a:gd name="T89" fmla="*/ 2442 h 447"/>
                <a:gd name="T90" fmla="*/ 2172 w 452"/>
                <a:gd name="T91" fmla="*/ 2379 h 447"/>
                <a:gd name="T92" fmla="*/ 2448 w 452"/>
                <a:gd name="T93" fmla="*/ 2173 h 447"/>
                <a:gd name="T94" fmla="*/ 2529 w 452"/>
                <a:gd name="T95" fmla="*/ 1856 h 447"/>
                <a:gd name="T96" fmla="*/ 2534 w 452"/>
                <a:gd name="T97" fmla="*/ 1740 h 447"/>
                <a:gd name="T98" fmla="*/ 2562 w 452"/>
                <a:gd name="T99" fmla="*/ 1443 h 447"/>
                <a:gd name="T100" fmla="*/ 1295 w 452"/>
                <a:gd name="T101" fmla="*/ 2014 h 447"/>
                <a:gd name="T102" fmla="*/ 1287 w 452"/>
                <a:gd name="T103" fmla="*/ 1632 h 447"/>
                <a:gd name="T104" fmla="*/ 1287 w 452"/>
                <a:gd name="T105" fmla="*/ 1451 h 447"/>
                <a:gd name="T106" fmla="*/ 1295 w 452"/>
                <a:gd name="T107" fmla="*/ 1190 h 447"/>
                <a:gd name="T108" fmla="*/ 1287 w 452"/>
                <a:gd name="T109" fmla="*/ 1540 h 447"/>
                <a:gd name="T110" fmla="*/ 1304 w 452"/>
                <a:gd name="T111" fmla="*/ 2014 h 44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2" h="447">
                  <a:moveTo>
                    <a:pt x="449" y="198"/>
                  </a:moveTo>
                  <a:cubicBezTo>
                    <a:pt x="447" y="193"/>
                    <a:pt x="449" y="182"/>
                    <a:pt x="446" y="176"/>
                  </a:cubicBezTo>
                  <a:cubicBezTo>
                    <a:pt x="443" y="167"/>
                    <a:pt x="438" y="171"/>
                    <a:pt x="437" y="163"/>
                  </a:cubicBezTo>
                  <a:cubicBezTo>
                    <a:pt x="436" y="155"/>
                    <a:pt x="439" y="157"/>
                    <a:pt x="439" y="154"/>
                  </a:cubicBezTo>
                  <a:cubicBezTo>
                    <a:pt x="439" y="147"/>
                    <a:pt x="438" y="144"/>
                    <a:pt x="435" y="138"/>
                  </a:cubicBezTo>
                  <a:cubicBezTo>
                    <a:pt x="431" y="127"/>
                    <a:pt x="428" y="115"/>
                    <a:pt x="421" y="105"/>
                  </a:cubicBezTo>
                  <a:cubicBezTo>
                    <a:pt x="415" y="95"/>
                    <a:pt x="412" y="98"/>
                    <a:pt x="408" y="87"/>
                  </a:cubicBezTo>
                  <a:cubicBezTo>
                    <a:pt x="405" y="76"/>
                    <a:pt x="400" y="79"/>
                    <a:pt x="395" y="70"/>
                  </a:cubicBezTo>
                  <a:cubicBezTo>
                    <a:pt x="391" y="64"/>
                    <a:pt x="391" y="61"/>
                    <a:pt x="383" y="55"/>
                  </a:cubicBezTo>
                  <a:cubicBezTo>
                    <a:pt x="380" y="53"/>
                    <a:pt x="375" y="44"/>
                    <a:pt x="372" y="42"/>
                  </a:cubicBezTo>
                  <a:cubicBezTo>
                    <a:pt x="367" y="38"/>
                    <a:pt x="362" y="34"/>
                    <a:pt x="357" y="32"/>
                  </a:cubicBezTo>
                  <a:cubicBezTo>
                    <a:pt x="355" y="31"/>
                    <a:pt x="350" y="24"/>
                    <a:pt x="344" y="22"/>
                  </a:cubicBezTo>
                  <a:cubicBezTo>
                    <a:pt x="337" y="19"/>
                    <a:pt x="328" y="20"/>
                    <a:pt x="325" y="18"/>
                  </a:cubicBezTo>
                  <a:cubicBezTo>
                    <a:pt x="321" y="16"/>
                    <a:pt x="318" y="15"/>
                    <a:pt x="315" y="13"/>
                  </a:cubicBezTo>
                  <a:cubicBezTo>
                    <a:pt x="310" y="10"/>
                    <a:pt x="304" y="9"/>
                    <a:pt x="298" y="8"/>
                  </a:cubicBezTo>
                  <a:cubicBezTo>
                    <a:pt x="294" y="8"/>
                    <a:pt x="291" y="12"/>
                    <a:pt x="287" y="11"/>
                  </a:cubicBezTo>
                  <a:cubicBezTo>
                    <a:pt x="285" y="11"/>
                    <a:pt x="281" y="6"/>
                    <a:pt x="278" y="6"/>
                  </a:cubicBezTo>
                  <a:cubicBezTo>
                    <a:pt x="271" y="5"/>
                    <a:pt x="263" y="4"/>
                    <a:pt x="257" y="4"/>
                  </a:cubicBezTo>
                  <a:cubicBezTo>
                    <a:pt x="245" y="4"/>
                    <a:pt x="238" y="10"/>
                    <a:pt x="234" y="22"/>
                  </a:cubicBezTo>
                  <a:cubicBezTo>
                    <a:pt x="230" y="35"/>
                    <a:pt x="234" y="41"/>
                    <a:pt x="233" y="46"/>
                  </a:cubicBezTo>
                  <a:cubicBezTo>
                    <a:pt x="232" y="51"/>
                    <a:pt x="228" y="57"/>
                    <a:pt x="227" y="70"/>
                  </a:cubicBezTo>
                  <a:cubicBezTo>
                    <a:pt x="226" y="55"/>
                    <a:pt x="222" y="41"/>
                    <a:pt x="222" y="34"/>
                  </a:cubicBezTo>
                  <a:cubicBezTo>
                    <a:pt x="222" y="26"/>
                    <a:pt x="223" y="15"/>
                    <a:pt x="214" y="8"/>
                  </a:cubicBezTo>
                  <a:cubicBezTo>
                    <a:pt x="207" y="5"/>
                    <a:pt x="191" y="0"/>
                    <a:pt x="183" y="1"/>
                  </a:cubicBezTo>
                  <a:cubicBezTo>
                    <a:pt x="178" y="2"/>
                    <a:pt x="173" y="6"/>
                    <a:pt x="168" y="7"/>
                  </a:cubicBezTo>
                  <a:cubicBezTo>
                    <a:pt x="164" y="8"/>
                    <a:pt x="160" y="8"/>
                    <a:pt x="156" y="8"/>
                  </a:cubicBezTo>
                  <a:cubicBezTo>
                    <a:pt x="151" y="9"/>
                    <a:pt x="145" y="10"/>
                    <a:pt x="140" y="13"/>
                  </a:cubicBezTo>
                  <a:cubicBezTo>
                    <a:pt x="136" y="15"/>
                    <a:pt x="134" y="19"/>
                    <a:pt x="131" y="21"/>
                  </a:cubicBezTo>
                  <a:cubicBezTo>
                    <a:pt x="124" y="24"/>
                    <a:pt x="110" y="21"/>
                    <a:pt x="108" y="30"/>
                  </a:cubicBezTo>
                  <a:cubicBezTo>
                    <a:pt x="98" y="30"/>
                    <a:pt x="91" y="36"/>
                    <a:pt x="82" y="42"/>
                  </a:cubicBezTo>
                  <a:cubicBezTo>
                    <a:pt x="80" y="44"/>
                    <a:pt x="77" y="46"/>
                    <a:pt x="73" y="48"/>
                  </a:cubicBezTo>
                  <a:cubicBezTo>
                    <a:pt x="66" y="53"/>
                    <a:pt x="66" y="56"/>
                    <a:pt x="62" y="63"/>
                  </a:cubicBezTo>
                  <a:cubicBezTo>
                    <a:pt x="57" y="71"/>
                    <a:pt x="47" y="76"/>
                    <a:pt x="44" y="87"/>
                  </a:cubicBezTo>
                  <a:cubicBezTo>
                    <a:pt x="41" y="99"/>
                    <a:pt x="35" y="102"/>
                    <a:pt x="28" y="112"/>
                  </a:cubicBezTo>
                  <a:cubicBezTo>
                    <a:pt x="21" y="121"/>
                    <a:pt x="19" y="134"/>
                    <a:pt x="14" y="145"/>
                  </a:cubicBezTo>
                  <a:cubicBezTo>
                    <a:pt x="11" y="151"/>
                    <a:pt x="9" y="156"/>
                    <a:pt x="9" y="163"/>
                  </a:cubicBezTo>
                  <a:cubicBezTo>
                    <a:pt x="10" y="166"/>
                    <a:pt x="9" y="169"/>
                    <a:pt x="11" y="171"/>
                  </a:cubicBezTo>
                  <a:cubicBezTo>
                    <a:pt x="11" y="173"/>
                    <a:pt x="15" y="176"/>
                    <a:pt x="15" y="177"/>
                  </a:cubicBezTo>
                  <a:cubicBezTo>
                    <a:pt x="16" y="182"/>
                    <a:pt x="13" y="179"/>
                    <a:pt x="10" y="183"/>
                  </a:cubicBezTo>
                  <a:cubicBezTo>
                    <a:pt x="7" y="188"/>
                    <a:pt x="7" y="193"/>
                    <a:pt x="6" y="198"/>
                  </a:cubicBezTo>
                  <a:cubicBezTo>
                    <a:pt x="4" y="204"/>
                    <a:pt x="2" y="204"/>
                    <a:pt x="3" y="210"/>
                  </a:cubicBezTo>
                  <a:cubicBezTo>
                    <a:pt x="3" y="217"/>
                    <a:pt x="4" y="220"/>
                    <a:pt x="3" y="227"/>
                  </a:cubicBezTo>
                  <a:cubicBezTo>
                    <a:pt x="0" y="239"/>
                    <a:pt x="3" y="241"/>
                    <a:pt x="8" y="253"/>
                  </a:cubicBezTo>
                  <a:cubicBezTo>
                    <a:pt x="8" y="255"/>
                    <a:pt x="11" y="261"/>
                    <a:pt x="13" y="267"/>
                  </a:cubicBezTo>
                  <a:cubicBezTo>
                    <a:pt x="12" y="268"/>
                    <a:pt x="12" y="269"/>
                    <a:pt x="12" y="270"/>
                  </a:cubicBezTo>
                  <a:cubicBezTo>
                    <a:pt x="9" y="278"/>
                    <a:pt x="10" y="284"/>
                    <a:pt x="14" y="294"/>
                  </a:cubicBezTo>
                  <a:cubicBezTo>
                    <a:pt x="18" y="305"/>
                    <a:pt x="30" y="312"/>
                    <a:pt x="30" y="314"/>
                  </a:cubicBezTo>
                  <a:cubicBezTo>
                    <a:pt x="31" y="322"/>
                    <a:pt x="43" y="330"/>
                    <a:pt x="49" y="334"/>
                  </a:cubicBezTo>
                  <a:cubicBezTo>
                    <a:pt x="54" y="339"/>
                    <a:pt x="71" y="341"/>
                    <a:pt x="74" y="346"/>
                  </a:cubicBezTo>
                  <a:cubicBezTo>
                    <a:pt x="81" y="355"/>
                    <a:pt x="88" y="354"/>
                    <a:pt x="97" y="355"/>
                  </a:cubicBezTo>
                  <a:cubicBezTo>
                    <a:pt x="98" y="355"/>
                    <a:pt x="98" y="355"/>
                    <a:pt x="99" y="356"/>
                  </a:cubicBezTo>
                  <a:cubicBezTo>
                    <a:pt x="99" y="359"/>
                    <a:pt x="106" y="367"/>
                    <a:pt x="108" y="367"/>
                  </a:cubicBezTo>
                  <a:cubicBezTo>
                    <a:pt x="108" y="370"/>
                    <a:pt x="119" y="377"/>
                    <a:pt x="121" y="377"/>
                  </a:cubicBezTo>
                  <a:cubicBezTo>
                    <a:pt x="122" y="380"/>
                    <a:pt x="125" y="381"/>
                    <a:pt x="127" y="382"/>
                  </a:cubicBezTo>
                  <a:cubicBezTo>
                    <a:pt x="129" y="383"/>
                    <a:pt x="131" y="384"/>
                    <a:pt x="133" y="385"/>
                  </a:cubicBezTo>
                  <a:cubicBezTo>
                    <a:pt x="134" y="385"/>
                    <a:pt x="135" y="386"/>
                    <a:pt x="136" y="386"/>
                  </a:cubicBezTo>
                  <a:cubicBezTo>
                    <a:pt x="137" y="387"/>
                    <a:pt x="137" y="388"/>
                    <a:pt x="138" y="388"/>
                  </a:cubicBezTo>
                  <a:cubicBezTo>
                    <a:pt x="140" y="389"/>
                    <a:pt x="142" y="390"/>
                    <a:pt x="143" y="390"/>
                  </a:cubicBezTo>
                  <a:cubicBezTo>
                    <a:pt x="144" y="391"/>
                    <a:pt x="145" y="391"/>
                    <a:pt x="146" y="392"/>
                  </a:cubicBezTo>
                  <a:cubicBezTo>
                    <a:pt x="146" y="392"/>
                    <a:pt x="147" y="392"/>
                    <a:pt x="148" y="392"/>
                  </a:cubicBezTo>
                  <a:cubicBezTo>
                    <a:pt x="151" y="394"/>
                    <a:pt x="154" y="395"/>
                    <a:pt x="156" y="396"/>
                  </a:cubicBezTo>
                  <a:cubicBezTo>
                    <a:pt x="158" y="397"/>
                    <a:pt x="161" y="398"/>
                    <a:pt x="162" y="398"/>
                  </a:cubicBezTo>
                  <a:cubicBezTo>
                    <a:pt x="165" y="399"/>
                    <a:pt x="166" y="400"/>
                    <a:pt x="168" y="401"/>
                  </a:cubicBezTo>
                  <a:cubicBezTo>
                    <a:pt x="170" y="401"/>
                    <a:pt x="172" y="401"/>
                    <a:pt x="174" y="402"/>
                  </a:cubicBezTo>
                  <a:cubicBezTo>
                    <a:pt x="177" y="402"/>
                    <a:pt x="180" y="403"/>
                    <a:pt x="183" y="404"/>
                  </a:cubicBezTo>
                  <a:cubicBezTo>
                    <a:pt x="186" y="404"/>
                    <a:pt x="188" y="403"/>
                    <a:pt x="191" y="403"/>
                  </a:cubicBezTo>
                  <a:cubicBezTo>
                    <a:pt x="194" y="402"/>
                    <a:pt x="196" y="402"/>
                    <a:pt x="199" y="401"/>
                  </a:cubicBezTo>
                  <a:cubicBezTo>
                    <a:pt x="203" y="411"/>
                    <a:pt x="206" y="426"/>
                    <a:pt x="206" y="437"/>
                  </a:cubicBezTo>
                  <a:cubicBezTo>
                    <a:pt x="206" y="442"/>
                    <a:pt x="212" y="444"/>
                    <a:pt x="216" y="441"/>
                  </a:cubicBezTo>
                  <a:cubicBezTo>
                    <a:pt x="217" y="445"/>
                    <a:pt x="223" y="447"/>
                    <a:pt x="226" y="444"/>
                  </a:cubicBezTo>
                  <a:cubicBezTo>
                    <a:pt x="229" y="447"/>
                    <a:pt x="236" y="445"/>
                    <a:pt x="237" y="441"/>
                  </a:cubicBezTo>
                  <a:cubicBezTo>
                    <a:pt x="240" y="444"/>
                    <a:pt x="246" y="442"/>
                    <a:pt x="246" y="437"/>
                  </a:cubicBezTo>
                  <a:cubicBezTo>
                    <a:pt x="246" y="426"/>
                    <a:pt x="250" y="411"/>
                    <a:pt x="254" y="401"/>
                  </a:cubicBezTo>
                  <a:cubicBezTo>
                    <a:pt x="256" y="402"/>
                    <a:pt x="259" y="402"/>
                    <a:pt x="262" y="403"/>
                  </a:cubicBezTo>
                  <a:cubicBezTo>
                    <a:pt x="264" y="403"/>
                    <a:pt x="267" y="404"/>
                    <a:pt x="270" y="404"/>
                  </a:cubicBezTo>
                  <a:cubicBezTo>
                    <a:pt x="273" y="403"/>
                    <a:pt x="276" y="402"/>
                    <a:pt x="279" y="402"/>
                  </a:cubicBezTo>
                  <a:cubicBezTo>
                    <a:pt x="281" y="401"/>
                    <a:pt x="283" y="401"/>
                    <a:pt x="284" y="401"/>
                  </a:cubicBezTo>
                  <a:cubicBezTo>
                    <a:pt x="286" y="400"/>
                    <a:pt x="288" y="399"/>
                    <a:pt x="290" y="398"/>
                  </a:cubicBezTo>
                  <a:cubicBezTo>
                    <a:pt x="292" y="398"/>
                    <a:pt x="294" y="397"/>
                    <a:pt x="296" y="396"/>
                  </a:cubicBezTo>
                  <a:cubicBezTo>
                    <a:pt x="299" y="395"/>
                    <a:pt x="302" y="394"/>
                    <a:pt x="305" y="392"/>
                  </a:cubicBezTo>
                  <a:cubicBezTo>
                    <a:pt x="305" y="392"/>
                    <a:pt x="306" y="392"/>
                    <a:pt x="307" y="392"/>
                  </a:cubicBezTo>
                  <a:cubicBezTo>
                    <a:pt x="308" y="391"/>
                    <a:pt x="309" y="391"/>
                    <a:pt x="309" y="390"/>
                  </a:cubicBezTo>
                  <a:cubicBezTo>
                    <a:pt x="311" y="390"/>
                    <a:pt x="312" y="389"/>
                    <a:pt x="314" y="388"/>
                  </a:cubicBezTo>
                  <a:cubicBezTo>
                    <a:pt x="315" y="388"/>
                    <a:pt x="316" y="387"/>
                    <a:pt x="317" y="386"/>
                  </a:cubicBezTo>
                  <a:cubicBezTo>
                    <a:pt x="318" y="386"/>
                    <a:pt x="318" y="385"/>
                    <a:pt x="319" y="385"/>
                  </a:cubicBezTo>
                  <a:cubicBezTo>
                    <a:pt x="321" y="384"/>
                    <a:pt x="324" y="383"/>
                    <a:pt x="326" y="382"/>
                  </a:cubicBezTo>
                  <a:cubicBezTo>
                    <a:pt x="325" y="382"/>
                    <a:pt x="325" y="382"/>
                    <a:pt x="325" y="382"/>
                  </a:cubicBezTo>
                  <a:cubicBezTo>
                    <a:pt x="328" y="381"/>
                    <a:pt x="331" y="380"/>
                    <a:pt x="332" y="377"/>
                  </a:cubicBezTo>
                  <a:cubicBezTo>
                    <a:pt x="334" y="377"/>
                    <a:pt x="344" y="370"/>
                    <a:pt x="344" y="367"/>
                  </a:cubicBezTo>
                  <a:cubicBezTo>
                    <a:pt x="346" y="367"/>
                    <a:pt x="355" y="358"/>
                    <a:pt x="354" y="355"/>
                  </a:cubicBezTo>
                  <a:cubicBezTo>
                    <a:pt x="355" y="354"/>
                    <a:pt x="356" y="353"/>
                    <a:pt x="357" y="351"/>
                  </a:cubicBezTo>
                  <a:cubicBezTo>
                    <a:pt x="366" y="350"/>
                    <a:pt x="377" y="355"/>
                    <a:pt x="383" y="346"/>
                  </a:cubicBezTo>
                  <a:cubicBezTo>
                    <a:pt x="387" y="341"/>
                    <a:pt x="404" y="342"/>
                    <a:pt x="409" y="337"/>
                  </a:cubicBezTo>
                  <a:cubicBezTo>
                    <a:pt x="415" y="333"/>
                    <a:pt x="431" y="324"/>
                    <a:pt x="432" y="316"/>
                  </a:cubicBezTo>
                  <a:cubicBezTo>
                    <a:pt x="432" y="314"/>
                    <a:pt x="439" y="305"/>
                    <a:pt x="443" y="294"/>
                  </a:cubicBezTo>
                  <a:cubicBezTo>
                    <a:pt x="447" y="284"/>
                    <a:pt x="449" y="278"/>
                    <a:pt x="446" y="270"/>
                  </a:cubicBezTo>
                  <a:cubicBezTo>
                    <a:pt x="445" y="268"/>
                    <a:pt x="445" y="266"/>
                    <a:pt x="444" y="264"/>
                  </a:cubicBezTo>
                  <a:cubicBezTo>
                    <a:pt x="445" y="259"/>
                    <a:pt x="446" y="254"/>
                    <a:pt x="447" y="253"/>
                  </a:cubicBezTo>
                  <a:cubicBezTo>
                    <a:pt x="451" y="241"/>
                    <a:pt x="452" y="239"/>
                    <a:pt x="449" y="227"/>
                  </a:cubicBezTo>
                  <a:cubicBezTo>
                    <a:pt x="447" y="220"/>
                    <a:pt x="451" y="217"/>
                    <a:pt x="452" y="210"/>
                  </a:cubicBezTo>
                  <a:cubicBezTo>
                    <a:pt x="452" y="204"/>
                    <a:pt x="451" y="204"/>
                    <a:pt x="449" y="198"/>
                  </a:cubicBezTo>
                  <a:close/>
                  <a:moveTo>
                    <a:pt x="228" y="293"/>
                  </a:moveTo>
                  <a:cubicBezTo>
                    <a:pt x="231" y="282"/>
                    <a:pt x="227" y="268"/>
                    <a:pt x="228" y="256"/>
                  </a:cubicBezTo>
                  <a:cubicBezTo>
                    <a:pt x="228" y="249"/>
                    <a:pt x="228" y="244"/>
                    <a:pt x="227" y="237"/>
                  </a:cubicBezTo>
                  <a:cubicBezTo>
                    <a:pt x="226" y="233"/>
                    <a:pt x="224" y="229"/>
                    <a:pt x="225" y="224"/>
                  </a:cubicBezTo>
                  <a:cubicBezTo>
                    <a:pt x="226" y="221"/>
                    <a:pt x="227" y="215"/>
                    <a:pt x="227" y="211"/>
                  </a:cubicBezTo>
                  <a:cubicBezTo>
                    <a:pt x="227" y="204"/>
                    <a:pt x="227" y="203"/>
                    <a:pt x="227" y="196"/>
                  </a:cubicBezTo>
                  <a:cubicBezTo>
                    <a:pt x="227" y="188"/>
                    <a:pt x="225" y="180"/>
                    <a:pt x="228" y="173"/>
                  </a:cubicBezTo>
                  <a:cubicBezTo>
                    <a:pt x="227" y="177"/>
                    <a:pt x="228" y="193"/>
                    <a:pt x="228" y="200"/>
                  </a:cubicBezTo>
                  <a:cubicBezTo>
                    <a:pt x="228" y="208"/>
                    <a:pt x="227" y="216"/>
                    <a:pt x="227" y="224"/>
                  </a:cubicBezTo>
                  <a:cubicBezTo>
                    <a:pt x="227" y="232"/>
                    <a:pt x="231" y="244"/>
                    <a:pt x="230" y="254"/>
                  </a:cubicBezTo>
                  <a:cubicBezTo>
                    <a:pt x="228" y="262"/>
                    <a:pt x="229" y="282"/>
                    <a:pt x="230" y="293"/>
                  </a:cubicBezTo>
                  <a:cubicBezTo>
                    <a:pt x="229" y="293"/>
                    <a:pt x="229" y="293"/>
                    <a:pt x="228" y="293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5" name="Freeform 70">
              <a:extLst>
                <a:ext uri="{FF2B5EF4-FFF2-40B4-BE49-F238E27FC236}">
                  <a16:creationId xmlns:a16="http://schemas.microsoft.com/office/drawing/2014/main" id="{16E31E0C-1D8F-41DB-B8D8-6837A9F54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1407"/>
              <a:ext cx="492" cy="249"/>
            </a:xfrm>
            <a:custGeom>
              <a:avLst/>
              <a:gdLst>
                <a:gd name="T0" fmla="*/ 998 w 276"/>
                <a:gd name="T1" fmla="*/ 68 h 131"/>
                <a:gd name="T2" fmla="*/ 783 w 276"/>
                <a:gd name="T3" fmla="*/ 137 h 131"/>
                <a:gd name="T4" fmla="*/ 690 w 276"/>
                <a:gd name="T5" fmla="*/ 165 h 131"/>
                <a:gd name="T6" fmla="*/ 447 w 276"/>
                <a:gd name="T7" fmla="*/ 15 h 131"/>
                <a:gd name="T8" fmla="*/ 390 w 276"/>
                <a:gd name="T9" fmla="*/ 29 h 131"/>
                <a:gd name="T10" fmla="*/ 312 w 276"/>
                <a:gd name="T11" fmla="*/ 40 h 131"/>
                <a:gd name="T12" fmla="*/ 255 w 276"/>
                <a:gd name="T13" fmla="*/ 91 h 131"/>
                <a:gd name="T14" fmla="*/ 216 w 276"/>
                <a:gd name="T15" fmla="*/ 137 h 131"/>
                <a:gd name="T16" fmla="*/ 175 w 276"/>
                <a:gd name="T17" fmla="*/ 200 h 131"/>
                <a:gd name="T18" fmla="*/ 114 w 276"/>
                <a:gd name="T19" fmla="*/ 268 h 131"/>
                <a:gd name="T20" fmla="*/ 52 w 276"/>
                <a:gd name="T21" fmla="*/ 344 h 131"/>
                <a:gd name="T22" fmla="*/ 29 w 276"/>
                <a:gd name="T23" fmla="*/ 452 h 131"/>
                <a:gd name="T24" fmla="*/ 64 w 276"/>
                <a:gd name="T25" fmla="*/ 565 h 131"/>
                <a:gd name="T26" fmla="*/ 187 w 276"/>
                <a:gd name="T27" fmla="*/ 715 h 131"/>
                <a:gd name="T28" fmla="*/ 255 w 276"/>
                <a:gd name="T29" fmla="*/ 770 h 131"/>
                <a:gd name="T30" fmla="*/ 283 w 276"/>
                <a:gd name="T31" fmla="*/ 791 h 131"/>
                <a:gd name="T32" fmla="*/ 328 w 276"/>
                <a:gd name="T33" fmla="*/ 817 h 131"/>
                <a:gd name="T34" fmla="*/ 385 w 276"/>
                <a:gd name="T35" fmla="*/ 846 h 131"/>
                <a:gd name="T36" fmla="*/ 455 w 276"/>
                <a:gd name="T37" fmla="*/ 878 h 131"/>
                <a:gd name="T38" fmla="*/ 537 w 276"/>
                <a:gd name="T39" fmla="*/ 899 h 131"/>
                <a:gd name="T40" fmla="*/ 667 w 276"/>
                <a:gd name="T41" fmla="*/ 859 h 131"/>
                <a:gd name="T42" fmla="*/ 743 w 276"/>
                <a:gd name="T43" fmla="*/ 777 h 131"/>
                <a:gd name="T44" fmla="*/ 783 w 276"/>
                <a:gd name="T45" fmla="*/ 791 h 131"/>
                <a:gd name="T46" fmla="*/ 884 w 276"/>
                <a:gd name="T47" fmla="*/ 846 h 131"/>
                <a:gd name="T48" fmla="*/ 986 w 276"/>
                <a:gd name="T49" fmla="*/ 891 h 131"/>
                <a:gd name="T50" fmla="*/ 1080 w 276"/>
                <a:gd name="T51" fmla="*/ 886 h 131"/>
                <a:gd name="T52" fmla="*/ 1144 w 276"/>
                <a:gd name="T53" fmla="*/ 859 h 131"/>
                <a:gd name="T54" fmla="*/ 1230 w 276"/>
                <a:gd name="T55" fmla="*/ 817 h 131"/>
                <a:gd name="T56" fmla="*/ 1251 w 276"/>
                <a:gd name="T57" fmla="*/ 802 h 131"/>
                <a:gd name="T58" fmla="*/ 1296 w 276"/>
                <a:gd name="T59" fmla="*/ 777 h 131"/>
                <a:gd name="T60" fmla="*/ 1348 w 276"/>
                <a:gd name="T61" fmla="*/ 747 h 131"/>
                <a:gd name="T62" fmla="*/ 1382 w 276"/>
                <a:gd name="T63" fmla="*/ 715 h 131"/>
                <a:gd name="T64" fmla="*/ 1506 w 276"/>
                <a:gd name="T65" fmla="*/ 565 h 131"/>
                <a:gd name="T66" fmla="*/ 1542 w 276"/>
                <a:gd name="T67" fmla="*/ 452 h 131"/>
                <a:gd name="T68" fmla="*/ 1513 w 276"/>
                <a:gd name="T69" fmla="*/ 344 h 131"/>
                <a:gd name="T70" fmla="*/ 1449 w 276"/>
                <a:gd name="T71" fmla="*/ 268 h 131"/>
                <a:gd name="T72" fmla="*/ 1396 w 276"/>
                <a:gd name="T73" fmla="*/ 200 h 131"/>
                <a:gd name="T74" fmla="*/ 1369 w 276"/>
                <a:gd name="T75" fmla="*/ 165 h 131"/>
                <a:gd name="T76" fmla="*/ 1332 w 276"/>
                <a:gd name="T77" fmla="*/ 116 h 131"/>
                <a:gd name="T78" fmla="*/ 1287 w 276"/>
                <a:gd name="T79" fmla="*/ 68 h 131"/>
                <a:gd name="T80" fmla="*/ 1218 w 276"/>
                <a:gd name="T81" fmla="*/ 29 h 131"/>
                <a:gd name="T82" fmla="*/ 1157 w 276"/>
                <a:gd name="T83" fmla="*/ 15 h 131"/>
                <a:gd name="T84" fmla="*/ 1087 w 276"/>
                <a:gd name="T85" fmla="*/ 21 h 13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76" h="131">
                  <a:moveTo>
                    <a:pt x="192" y="3"/>
                  </a:moveTo>
                  <a:cubicBezTo>
                    <a:pt x="186" y="4"/>
                    <a:pt x="180" y="7"/>
                    <a:pt x="176" y="10"/>
                  </a:cubicBezTo>
                  <a:cubicBezTo>
                    <a:pt x="169" y="16"/>
                    <a:pt x="164" y="23"/>
                    <a:pt x="158" y="24"/>
                  </a:cubicBezTo>
                  <a:cubicBezTo>
                    <a:pt x="151" y="25"/>
                    <a:pt x="153" y="20"/>
                    <a:pt x="138" y="20"/>
                  </a:cubicBezTo>
                  <a:cubicBezTo>
                    <a:pt x="138" y="20"/>
                    <a:pt x="138" y="20"/>
                    <a:pt x="138" y="20"/>
                  </a:cubicBezTo>
                  <a:cubicBezTo>
                    <a:pt x="124" y="20"/>
                    <a:pt x="129" y="25"/>
                    <a:pt x="122" y="24"/>
                  </a:cubicBezTo>
                  <a:cubicBezTo>
                    <a:pt x="113" y="22"/>
                    <a:pt x="99" y="7"/>
                    <a:pt x="85" y="3"/>
                  </a:cubicBezTo>
                  <a:cubicBezTo>
                    <a:pt x="83" y="2"/>
                    <a:pt x="80" y="1"/>
                    <a:pt x="79" y="2"/>
                  </a:cubicBezTo>
                  <a:cubicBezTo>
                    <a:pt x="78" y="1"/>
                    <a:pt x="75" y="0"/>
                    <a:pt x="73" y="2"/>
                  </a:cubicBezTo>
                  <a:cubicBezTo>
                    <a:pt x="72" y="1"/>
                    <a:pt x="70" y="2"/>
                    <a:pt x="69" y="4"/>
                  </a:cubicBezTo>
                  <a:cubicBezTo>
                    <a:pt x="68" y="3"/>
                    <a:pt x="64" y="3"/>
                    <a:pt x="62" y="4"/>
                  </a:cubicBezTo>
                  <a:cubicBezTo>
                    <a:pt x="61" y="4"/>
                    <a:pt x="57" y="4"/>
                    <a:pt x="55" y="6"/>
                  </a:cubicBezTo>
                  <a:cubicBezTo>
                    <a:pt x="54" y="6"/>
                    <a:pt x="51" y="7"/>
                    <a:pt x="50" y="10"/>
                  </a:cubicBezTo>
                  <a:cubicBezTo>
                    <a:pt x="49" y="9"/>
                    <a:pt x="45" y="11"/>
                    <a:pt x="45" y="13"/>
                  </a:cubicBezTo>
                  <a:cubicBezTo>
                    <a:pt x="44" y="13"/>
                    <a:pt x="41" y="15"/>
                    <a:pt x="41" y="17"/>
                  </a:cubicBezTo>
                  <a:cubicBezTo>
                    <a:pt x="40" y="17"/>
                    <a:pt x="39" y="18"/>
                    <a:pt x="38" y="20"/>
                  </a:cubicBezTo>
                  <a:cubicBezTo>
                    <a:pt x="37" y="20"/>
                    <a:pt x="34" y="22"/>
                    <a:pt x="35" y="24"/>
                  </a:cubicBezTo>
                  <a:cubicBezTo>
                    <a:pt x="35" y="24"/>
                    <a:pt x="31" y="25"/>
                    <a:pt x="31" y="29"/>
                  </a:cubicBezTo>
                  <a:cubicBezTo>
                    <a:pt x="30" y="29"/>
                    <a:pt x="26" y="31"/>
                    <a:pt x="26" y="33"/>
                  </a:cubicBezTo>
                  <a:cubicBezTo>
                    <a:pt x="22" y="34"/>
                    <a:pt x="20" y="37"/>
                    <a:pt x="20" y="39"/>
                  </a:cubicBezTo>
                  <a:cubicBezTo>
                    <a:pt x="17" y="41"/>
                    <a:pt x="14" y="42"/>
                    <a:pt x="15" y="44"/>
                  </a:cubicBezTo>
                  <a:cubicBezTo>
                    <a:pt x="12" y="45"/>
                    <a:pt x="9" y="49"/>
                    <a:pt x="9" y="50"/>
                  </a:cubicBezTo>
                  <a:cubicBezTo>
                    <a:pt x="6" y="52"/>
                    <a:pt x="3" y="53"/>
                    <a:pt x="4" y="57"/>
                  </a:cubicBezTo>
                  <a:cubicBezTo>
                    <a:pt x="0" y="59"/>
                    <a:pt x="3" y="64"/>
                    <a:pt x="5" y="66"/>
                  </a:cubicBezTo>
                  <a:cubicBezTo>
                    <a:pt x="3" y="68"/>
                    <a:pt x="5" y="72"/>
                    <a:pt x="7" y="73"/>
                  </a:cubicBezTo>
                  <a:cubicBezTo>
                    <a:pt x="5" y="76"/>
                    <a:pt x="9" y="81"/>
                    <a:pt x="11" y="82"/>
                  </a:cubicBezTo>
                  <a:cubicBezTo>
                    <a:pt x="10" y="85"/>
                    <a:pt x="18" y="94"/>
                    <a:pt x="20" y="94"/>
                  </a:cubicBezTo>
                  <a:cubicBezTo>
                    <a:pt x="20" y="97"/>
                    <a:pt x="31" y="104"/>
                    <a:pt x="33" y="104"/>
                  </a:cubicBezTo>
                  <a:cubicBezTo>
                    <a:pt x="34" y="107"/>
                    <a:pt x="37" y="108"/>
                    <a:pt x="39" y="109"/>
                  </a:cubicBezTo>
                  <a:cubicBezTo>
                    <a:pt x="41" y="110"/>
                    <a:pt x="43" y="111"/>
                    <a:pt x="45" y="112"/>
                  </a:cubicBezTo>
                  <a:cubicBezTo>
                    <a:pt x="46" y="112"/>
                    <a:pt x="47" y="113"/>
                    <a:pt x="48" y="113"/>
                  </a:cubicBezTo>
                  <a:cubicBezTo>
                    <a:pt x="49" y="114"/>
                    <a:pt x="49" y="115"/>
                    <a:pt x="50" y="115"/>
                  </a:cubicBezTo>
                  <a:cubicBezTo>
                    <a:pt x="52" y="116"/>
                    <a:pt x="54" y="117"/>
                    <a:pt x="55" y="117"/>
                  </a:cubicBezTo>
                  <a:cubicBezTo>
                    <a:pt x="56" y="118"/>
                    <a:pt x="57" y="118"/>
                    <a:pt x="58" y="119"/>
                  </a:cubicBezTo>
                  <a:cubicBezTo>
                    <a:pt x="58" y="119"/>
                    <a:pt x="59" y="119"/>
                    <a:pt x="60" y="119"/>
                  </a:cubicBezTo>
                  <a:cubicBezTo>
                    <a:pt x="63" y="121"/>
                    <a:pt x="66" y="122"/>
                    <a:pt x="68" y="123"/>
                  </a:cubicBezTo>
                  <a:cubicBezTo>
                    <a:pt x="70" y="124"/>
                    <a:pt x="73" y="125"/>
                    <a:pt x="74" y="125"/>
                  </a:cubicBezTo>
                  <a:cubicBezTo>
                    <a:pt x="77" y="126"/>
                    <a:pt x="78" y="127"/>
                    <a:pt x="80" y="128"/>
                  </a:cubicBezTo>
                  <a:cubicBezTo>
                    <a:pt x="82" y="128"/>
                    <a:pt x="84" y="128"/>
                    <a:pt x="86" y="129"/>
                  </a:cubicBezTo>
                  <a:cubicBezTo>
                    <a:pt x="89" y="129"/>
                    <a:pt x="92" y="130"/>
                    <a:pt x="95" y="131"/>
                  </a:cubicBezTo>
                  <a:cubicBezTo>
                    <a:pt x="98" y="131"/>
                    <a:pt x="100" y="130"/>
                    <a:pt x="103" y="130"/>
                  </a:cubicBezTo>
                  <a:cubicBezTo>
                    <a:pt x="108" y="129"/>
                    <a:pt x="113" y="128"/>
                    <a:pt x="118" y="125"/>
                  </a:cubicBezTo>
                  <a:cubicBezTo>
                    <a:pt x="119" y="124"/>
                    <a:pt x="120" y="123"/>
                    <a:pt x="120" y="123"/>
                  </a:cubicBezTo>
                  <a:cubicBezTo>
                    <a:pt x="129" y="117"/>
                    <a:pt x="126" y="112"/>
                    <a:pt x="131" y="113"/>
                  </a:cubicBezTo>
                  <a:cubicBezTo>
                    <a:pt x="134" y="113"/>
                    <a:pt x="133" y="115"/>
                    <a:pt x="138" y="115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43" y="115"/>
                    <a:pt x="143" y="113"/>
                    <a:pt x="146" y="113"/>
                  </a:cubicBezTo>
                  <a:cubicBezTo>
                    <a:pt x="150" y="112"/>
                    <a:pt x="148" y="117"/>
                    <a:pt x="156" y="123"/>
                  </a:cubicBezTo>
                  <a:cubicBezTo>
                    <a:pt x="157" y="123"/>
                    <a:pt x="158" y="124"/>
                    <a:pt x="159" y="125"/>
                  </a:cubicBezTo>
                  <a:cubicBezTo>
                    <a:pt x="164" y="128"/>
                    <a:pt x="168" y="129"/>
                    <a:pt x="174" y="130"/>
                  </a:cubicBezTo>
                  <a:cubicBezTo>
                    <a:pt x="176" y="130"/>
                    <a:pt x="179" y="131"/>
                    <a:pt x="182" y="131"/>
                  </a:cubicBezTo>
                  <a:cubicBezTo>
                    <a:pt x="185" y="130"/>
                    <a:pt x="188" y="129"/>
                    <a:pt x="191" y="129"/>
                  </a:cubicBezTo>
                  <a:cubicBezTo>
                    <a:pt x="193" y="128"/>
                    <a:pt x="195" y="128"/>
                    <a:pt x="196" y="128"/>
                  </a:cubicBezTo>
                  <a:cubicBezTo>
                    <a:pt x="198" y="127"/>
                    <a:pt x="200" y="126"/>
                    <a:pt x="202" y="125"/>
                  </a:cubicBezTo>
                  <a:cubicBezTo>
                    <a:pt x="204" y="125"/>
                    <a:pt x="206" y="124"/>
                    <a:pt x="208" y="123"/>
                  </a:cubicBezTo>
                  <a:cubicBezTo>
                    <a:pt x="211" y="122"/>
                    <a:pt x="214" y="121"/>
                    <a:pt x="217" y="119"/>
                  </a:cubicBezTo>
                  <a:cubicBezTo>
                    <a:pt x="217" y="119"/>
                    <a:pt x="218" y="119"/>
                    <a:pt x="219" y="119"/>
                  </a:cubicBezTo>
                  <a:cubicBezTo>
                    <a:pt x="220" y="118"/>
                    <a:pt x="221" y="118"/>
                    <a:pt x="221" y="117"/>
                  </a:cubicBezTo>
                  <a:cubicBezTo>
                    <a:pt x="223" y="117"/>
                    <a:pt x="224" y="116"/>
                    <a:pt x="226" y="115"/>
                  </a:cubicBezTo>
                  <a:cubicBezTo>
                    <a:pt x="227" y="115"/>
                    <a:pt x="228" y="114"/>
                    <a:pt x="229" y="113"/>
                  </a:cubicBezTo>
                  <a:cubicBezTo>
                    <a:pt x="230" y="113"/>
                    <a:pt x="230" y="112"/>
                    <a:pt x="231" y="112"/>
                  </a:cubicBezTo>
                  <a:cubicBezTo>
                    <a:pt x="233" y="111"/>
                    <a:pt x="236" y="110"/>
                    <a:pt x="238" y="109"/>
                  </a:cubicBezTo>
                  <a:cubicBezTo>
                    <a:pt x="237" y="109"/>
                    <a:pt x="237" y="109"/>
                    <a:pt x="237" y="109"/>
                  </a:cubicBezTo>
                  <a:cubicBezTo>
                    <a:pt x="240" y="108"/>
                    <a:pt x="243" y="107"/>
                    <a:pt x="244" y="104"/>
                  </a:cubicBezTo>
                  <a:cubicBezTo>
                    <a:pt x="246" y="104"/>
                    <a:pt x="256" y="97"/>
                    <a:pt x="256" y="94"/>
                  </a:cubicBezTo>
                  <a:cubicBezTo>
                    <a:pt x="258" y="94"/>
                    <a:pt x="267" y="85"/>
                    <a:pt x="266" y="82"/>
                  </a:cubicBezTo>
                  <a:cubicBezTo>
                    <a:pt x="268" y="81"/>
                    <a:pt x="272" y="76"/>
                    <a:pt x="270" y="73"/>
                  </a:cubicBezTo>
                  <a:cubicBezTo>
                    <a:pt x="271" y="72"/>
                    <a:pt x="274" y="68"/>
                    <a:pt x="272" y="66"/>
                  </a:cubicBezTo>
                  <a:cubicBezTo>
                    <a:pt x="273" y="64"/>
                    <a:pt x="276" y="58"/>
                    <a:pt x="273" y="57"/>
                  </a:cubicBezTo>
                  <a:cubicBezTo>
                    <a:pt x="273" y="53"/>
                    <a:pt x="270" y="52"/>
                    <a:pt x="267" y="50"/>
                  </a:cubicBezTo>
                  <a:cubicBezTo>
                    <a:pt x="267" y="49"/>
                    <a:pt x="265" y="45"/>
                    <a:pt x="262" y="44"/>
                  </a:cubicBezTo>
                  <a:cubicBezTo>
                    <a:pt x="262" y="42"/>
                    <a:pt x="260" y="40"/>
                    <a:pt x="256" y="39"/>
                  </a:cubicBezTo>
                  <a:cubicBezTo>
                    <a:pt x="256" y="37"/>
                    <a:pt x="255" y="34"/>
                    <a:pt x="251" y="33"/>
                  </a:cubicBezTo>
                  <a:cubicBezTo>
                    <a:pt x="251" y="31"/>
                    <a:pt x="246" y="29"/>
                    <a:pt x="246" y="29"/>
                  </a:cubicBezTo>
                  <a:cubicBezTo>
                    <a:pt x="246" y="29"/>
                    <a:pt x="246" y="29"/>
                    <a:pt x="246" y="29"/>
                  </a:cubicBezTo>
                  <a:cubicBezTo>
                    <a:pt x="246" y="25"/>
                    <a:pt x="242" y="24"/>
                    <a:pt x="242" y="24"/>
                  </a:cubicBezTo>
                  <a:cubicBezTo>
                    <a:pt x="242" y="22"/>
                    <a:pt x="240" y="20"/>
                    <a:pt x="239" y="20"/>
                  </a:cubicBezTo>
                  <a:cubicBezTo>
                    <a:pt x="238" y="18"/>
                    <a:pt x="237" y="17"/>
                    <a:pt x="235" y="17"/>
                  </a:cubicBezTo>
                  <a:cubicBezTo>
                    <a:pt x="235" y="15"/>
                    <a:pt x="232" y="13"/>
                    <a:pt x="231" y="13"/>
                  </a:cubicBezTo>
                  <a:cubicBezTo>
                    <a:pt x="232" y="11"/>
                    <a:pt x="228" y="9"/>
                    <a:pt x="227" y="10"/>
                  </a:cubicBezTo>
                  <a:cubicBezTo>
                    <a:pt x="226" y="7"/>
                    <a:pt x="222" y="6"/>
                    <a:pt x="221" y="6"/>
                  </a:cubicBezTo>
                  <a:cubicBezTo>
                    <a:pt x="220" y="4"/>
                    <a:pt x="216" y="4"/>
                    <a:pt x="215" y="4"/>
                  </a:cubicBezTo>
                  <a:cubicBezTo>
                    <a:pt x="212" y="3"/>
                    <a:pt x="209" y="3"/>
                    <a:pt x="208" y="4"/>
                  </a:cubicBezTo>
                  <a:cubicBezTo>
                    <a:pt x="206" y="2"/>
                    <a:pt x="205" y="1"/>
                    <a:pt x="204" y="2"/>
                  </a:cubicBezTo>
                  <a:cubicBezTo>
                    <a:pt x="201" y="0"/>
                    <a:pt x="198" y="1"/>
                    <a:pt x="197" y="2"/>
                  </a:cubicBezTo>
                  <a:cubicBezTo>
                    <a:pt x="196" y="1"/>
                    <a:pt x="194" y="2"/>
                    <a:pt x="192" y="3"/>
                  </a:cubicBezTo>
                </a:path>
              </a:pathLst>
            </a:custGeom>
            <a:solidFill>
              <a:srgbClr val="E6E4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6" name="Freeform 71">
              <a:extLst>
                <a:ext uri="{FF2B5EF4-FFF2-40B4-BE49-F238E27FC236}">
                  <a16:creationId xmlns:a16="http://schemas.microsoft.com/office/drawing/2014/main" id="{DBA04BCF-6EB4-49A3-B235-A8E4BAD27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458"/>
              <a:ext cx="52" cy="55"/>
            </a:xfrm>
            <a:custGeom>
              <a:avLst/>
              <a:gdLst>
                <a:gd name="T0" fmla="*/ 154 w 29"/>
                <a:gd name="T1" fmla="*/ 192 h 29"/>
                <a:gd name="T2" fmla="*/ 167 w 29"/>
                <a:gd name="T3" fmla="*/ 197 h 29"/>
                <a:gd name="T4" fmla="*/ 133 w 29"/>
                <a:gd name="T5" fmla="*/ 157 h 29"/>
                <a:gd name="T6" fmla="*/ 102 w 29"/>
                <a:gd name="T7" fmla="*/ 116 h 29"/>
                <a:gd name="T8" fmla="*/ 70 w 29"/>
                <a:gd name="T9" fmla="*/ 83 h 29"/>
                <a:gd name="T10" fmla="*/ 41 w 29"/>
                <a:gd name="T11" fmla="*/ 40 h 29"/>
                <a:gd name="T12" fmla="*/ 13 w 29"/>
                <a:gd name="T13" fmla="*/ 15 h 29"/>
                <a:gd name="T14" fmla="*/ 7 w 29"/>
                <a:gd name="T15" fmla="*/ 0 h 29"/>
                <a:gd name="T16" fmla="*/ 0 w 29"/>
                <a:gd name="T17" fmla="*/ 8 h 29"/>
                <a:gd name="T18" fmla="*/ 16 w 29"/>
                <a:gd name="T19" fmla="*/ 40 h 29"/>
                <a:gd name="T20" fmla="*/ 52 w 29"/>
                <a:gd name="T21" fmla="*/ 116 h 29"/>
                <a:gd name="T22" fmla="*/ 70 w 29"/>
                <a:gd name="T23" fmla="*/ 152 h 29"/>
                <a:gd name="T24" fmla="*/ 81 w 29"/>
                <a:gd name="T25" fmla="*/ 157 h 29"/>
                <a:gd name="T26" fmla="*/ 93 w 29"/>
                <a:gd name="T27" fmla="*/ 165 h 29"/>
                <a:gd name="T28" fmla="*/ 97 w 29"/>
                <a:gd name="T29" fmla="*/ 169 h 29"/>
                <a:gd name="T30" fmla="*/ 102 w 29"/>
                <a:gd name="T31" fmla="*/ 169 h 29"/>
                <a:gd name="T32" fmla="*/ 126 w 29"/>
                <a:gd name="T33" fmla="*/ 192 h 29"/>
                <a:gd name="T34" fmla="*/ 154 w 29"/>
                <a:gd name="T35" fmla="*/ 192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" h="29">
                  <a:moveTo>
                    <a:pt x="27" y="28"/>
                  </a:moveTo>
                  <a:cubicBezTo>
                    <a:pt x="27" y="28"/>
                    <a:pt x="28" y="29"/>
                    <a:pt x="29" y="29"/>
                  </a:cubicBezTo>
                  <a:cubicBezTo>
                    <a:pt x="29" y="26"/>
                    <a:pt x="26" y="25"/>
                    <a:pt x="23" y="23"/>
                  </a:cubicBezTo>
                  <a:cubicBezTo>
                    <a:pt x="23" y="22"/>
                    <a:pt x="21" y="18"/>
                    <a:pt x="18" y="17"/>
                  </a:cubicBezTo>
                  <a:cubicBezTo>
                    <a:pt x="18" y="15"/>
                    <a:pt x="16" y="13"/>
                    <a:pt x="12" y="12"/>
                  </a:cubicBezTo>
                  <a:cubicBezTo>
                    <a:pt x="12" y="10"/>
                    <a:pt x="11" y="7"/>
                    <a:pt x="7" y="6"/>
                  </a:cubicBezTo>
                  <a:cubicBezTo>
                    <a:pt x="7" y="4"/>
                    <a:pt x="3" y="2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3"/>
                    <a:pt x="2" y="5"/>
                    <a:pt x="3" y="6"/>
                  </a:cubicBezTo>
                  <a:cubicBezTo>
                    <a:pt x="5" y="10"/>
                    <a:pt x="7" y="14"/>
                    <a:pt x="9" y="17"/>
                  </a:cubicBezTo>
                  <a:cubicBezTo>
                    <a:pt x="10" y="19"/>
                    <a:pt x="11" y="21"/>
                    <a:pt x="12" y="22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5" y="23"/>
                    <a:pt x="16" y="24"/>
                    <a:pt x="16" y="24"/>
                  </a:cubicBezTo>
                  <a:cubicBezTo>
                    <a:pt x="16" y="24"/>
                    <a:pt x="16" y="25"/>
                    <a:pt x="17" y="25"/>
                  </a:cubicBezTo>
                  <a:cubicBezTo>
                    <a:pt x="17" y="25"/>
                    <a:pt x="18" y="25"/>
                    <a:pt x="18" y="25"/>
                  </a:cubicBezTo>
                  <a:cubicBezTo>
                    <a:pt x="20" y="26"/>
                    <a:pt x="20" y="28"/>
                    <a:pt x="22" y="28"/>
                  </a:cubicBezTo>
                  <a:cubicBezTo>
                    <a:pt x="24" y="28"/>
                    <a:pt x="25" y="28"/>
                    <a:pt x="27" y="28"/>
                  </a:cubicBezTo>
                  <a:close/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7" name="Freeform 72">
              <a:extLst>
                <a:ext uri="{FF2B5EF4-FFF2-40B4-BE49-F238E27FC236}">
                  <a16:creationId xmlns:a16="http://schemas.microsoft.com/office/drawing/2014/main" id="{B423F1C4-2865-4382-8329-5CDA29217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451"/>
              <a:ext cx="48" cy="165"/>
            </a:xfrm>
            <a:custGeom>
              <a:avLst/>
              <a:gdLst>
                <a:gd name="T0" fmla="*/ 7 w 27"/>
                <a:gd name="T1" fmla="*/ 28 h 87"/>
                <a:gd name="T2" fmla="*/ 21 w 27"/>
                <a:gd name="T3" fmla="*/ 101 h 87"/>
                <a:gd name="T4" fmla="*/ 16 w 27"/>
                <a:gd name="T5" fmla="*/ 197 h 87"/>
                <a:gd name="T6" fmla="*/ 21 w 27"/>
                <a:gd name="T7" fmla="*/ 429 h 87"/>
                <a:gd name="T8" fmla="*/ 16 w 27"/>
                <a:gd name="T9" fmla="*/ 525 h 87"/>
                <a:gd name="T10" fmla="*/ 7 w 27"/>
                <a:gd name="T11" fmla="*/ 578 h 87"/>
                <a:gd name="T12" fmla="*/ 57 w 27"/>
                <a:gd name="T13" fmla="*/ 573 h 87"/>
                <a:gd name="T14" fmla="*/ 151 w 27"/>
                <a:gd name="T15" fmla="*/ 565 h 87"/>
                <a:gd name="T16" fmla="*/ 78 w 27"/>
                <a:gd name="T17" fmla="*/ 457 h 87"/>
                <a:gd name="T18" fmla="*/ 94 w 27"/>
                <a:gd name="T19" fmla="*/ 229 h 87"/>
                <a:gd name="T20" fmla="*/ 114 w 27"/>
                <a:gd name="T21" fmla="*/ 97 h 87"/>
                <a:gd name="T22" fmla="*/ 130 w 27"/>
                <a:gd name="T23" fmla="*/ 0 h 87"/>
                <a:gd name="T24" fmla="*/ 94 w 27"/>
                <a:gd name="T25" fmla="*/ 21 h 87"/>
                <a:gd name="T26" fmla="*/ 36 w 27"/>
                <a:gd name="T27" fmla="*/ 28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" h="87">
                  <a:moveTo>
                    <a:pt x="1" y="4"/>
                  </a:moveTo>
                  <a:cubicBezTo>
                    <a:pt x="2" y="8"/>
                    <a:pt x="4" y="11"/>
                    <a:pt x="4" y="15"/>
                  </a:cubicBezTo>
                  <a:cubicBezTo>
                    <a:pt x="3" y="20"/>
                    <a:pt x="3" y="24"/>
                    <a:pt x="3" y="29"/>
                  </a:cubicBezTo>
                  <a:cubicBezTo>
                    <a:pt x="3" y="40"/>
                    <a:pt x="4" y="52"/>
                    <a:pt x="4" y="63"/>
                  </a:cubicBezTo>
                  <a:cubicBezTo>
                    <a:pt x="3" y="67"/>
                    <a:pt x="3" y="72"/>
                    <a:pt x="3" y="77"/>
                  </a:cubicBezTo>
                  <a:cubicBezTo>
                    <a:pt x="2" y="79"/>
                    <a:pt x="0" y="84"/>
                    <a:pt x="1" y="85"/>
                  </a:cubicBezTo>
                  <a:cubicBezTo>
                    <a:pt x="3" y="87"/>
                    <a:pt x="8" y="85"/>
                    <a:pt x="10" y="84"/>
                  </a:cubicBezTo>
                  <a:cubicBezTo>
                    <a:pt x="16" y="83"/>
                    <a:pt x="21" y="83"/>
                    <a:pt x="27" y="83"/>
                  </a:cubicBezTo>
                  <a:cubicBezTo>
                    <a:pt x="19" y="84"/>
                    <a:pt x="15" y="72"/>
                    <a:pt x="14" y="67"/>
                  </a:cubicBezTo>
                  <a:cubicBezTo>
                    <a:pt x="13" y="56"/>
                    <a:pt x="16" y="45"/>
                    <a:pt x="17" y="34"/>
                  </a:cubicBezTo>
                  <a:cubicBezTo>
                    <a:pt x="18" y="27"/>
                    <a:pt x="18" y="21"/>
                    <a:pt x="20" y="14"/>
                  </a:cubicBezTo>
                  <a:cubicBezTo>
                    <a:pt x="21" y="9"/>
                    <a:pt x="23" y="5"/>
                    <a:pt x="23" y="0"/>
                  </a:cubicBezTo>
                  <a:cubicBezTo>
                    <a:pt x="21" y="1"/>
                    <a:pt x="19" y="3"/>
                    <a:pt x="17" y="3"/>
                  </a:cubicBezTo>
                  <a:cubicBezTo>
                    <a:pt x="14" y="5"/>
                    <a:pt x="10" y="4"/>
                    <a:pt x="6" y="4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8" name="Freeform 73">
              <a:extLst>
                <a:ext uri="{FF2B5EF4-FFF2-40B4-BE49-F238E27FC236}">
                  <a16:creationId xmlns:a16="http://schemas.microsoft.com/office/drawing/2014/main" id="{A474A741-7AA2-4608-87A7-1140FAB23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588"/>
              <a:ext cx="184" cy="64"/>
            </a:xfrm>
            <a:custGeom>
              <a:avLst/>
              <a:gdLst>
                <a:gd name="T0" fmla="*/ 588 w 103"/>
                <a:gd name="T1" fmla="*/ 0 h 34"/>
                <a:gd name="T2" fmla="*/ 520 w 103"/>
                <a:gd name="T3" fmla="*/ 53 h 34"/>
                <a:gd name="T4" fmla="*/ 456 w 103"/>
                <a:gd name="T5" fmla="*/ 100 h 34"/>
                <a:gd name="T6" fmla="*/ 411 w 103"/>
                <a:gd name="T7" fmla="*/ 136 h 34"/>
                <a:gd name="T8" fmla="*/ 364 w 103"/>
                <a:gd name="T9" fmla="*/ 152 h 34"/>
                <a:gd name="T10" fmla="*/ 313 w 103"/>
                <a:gd name="T11" fmla="*/ 188 h 34"/>
                <a:gd name="T12" fmla="*/ 268 w 103"/>
                <a:gd name="T13" fmla="*/ 198 h 34"/>
                <a:gd name="T14" fmla="*/ 216 w 103"/>
                <a:gd name="T15" fmla="*/ 220 h 34"/>
                <a:gd name="T16" fmla="*/ 154 w 103"/>
                <a:gd name="T17" fmla="*/ 226 h 34"/>
                <a:gd name="T18" fmla="*/ 86 w 103"/>
                <a:gd name="T19" fmla="*/ 205 h 34"/>
                <a:gd name="T20" fmla="*/ 23 w 103"/>
                <a:gd name="T21" fmla="*/ 173 h 34"/>
                <a:gd name="T22" fmla="*/ 13 w 103"/>
                <a:gd name="T23" fmla="*/ 152 h 34"/>
                <a:gd name="T24" fmla="*/ 0 w 103"/>
                <a:gd name="T25" fmla="*/ 128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34">
                  <a:moveTo>
                    <a:pt x="103" y="0"/>
                  </a:moveTo>
                  <a:cubicBezTo>
                    <a:pt x="101" y="4"/>
                    <a:pt x="97" y="7"/>
                    <a:pt x="91" y="8"/>
                  </a:cubicBezTo>
                  <a:cubicBezTo>
                    <a:pt x="88" y="9"/>
                    <a:pt x="84" y="13"/>
                    <a:pt x="80" y="15"/>
                  </a:cubicBezTo>
                  <a:cubicBezTo>
                    <a:pt x="77" y="17"/>
                    <a:pt x="75" y="18"/>
                    <a:pt x="72" y="20"/>
                  </a:cubicBezTo>
                  <a:cubicBezTo>
                    <a:pt x="69" y="22"/>
                    <a:pt x="67" y="22"/>
                    <a:pt x="64" y="23"/>
                  </a:cubicBezTo>
                  <a:cubicBezTo>
                    <a:pt x="61" y="25"/>
                    <a:pt x="58" y="26"/>
                    <a:pt x="55" y="28"/>
                  </a:cubicBezTo>
                  <a:cubicBezTo>
                    <a:pt x="53" y="29"/>
                    <a:pt x="50" y="29"/>
                    <a:pt x="47" y="30"/>
                  </a:cubicBezTo>
                  <a:cubicBezTo>
                    <a:pt x="44" y="32"/>
                    <a:pt x="41" y="32"/>
                    <a:pt x="38" y="33"/>
                  </a:cubicBezTo>
                  <a:cubicBezTo>
                    <a:pt x="34" y="33"/>
                    <a:pt x="31" y="34"/>
                    <a:pt x="27" y="34"/>
                  </a:cubicBezTo>
                  <a:cubicBezTo>
                    <a:pt x="22" y="34"/>
                    <a:pt x="19" y="32"/>
                    <a:pt x="15" y="31"/>
                  </a:cubicBezTo>
                  <a:cubicBezTo>
                    <a:pt x="11" y="30"/>
                    <a:pt x="8" y="28"/>
                    <a:pt x="4" y="26"/>
                  </a:cubicBezTo>
                  <a:cubicBezTo>
                    <a:pt x="3" y="25"/>
                    <a:pt x="2" y="24"/>
                    <a:pt x="2" y="23"/>
                  </a:cubicBezTo>
                  <a:cubicBezTo>
                    <a:pt x="1" y="22"/>
                    <a:pt x="1" y="20"/>
                    <a:pt x="0" y="19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9" name="Freeform 74">
              <a:extLst>
                <a:ext uri="{FF2B5EF4-FFF2-40B4-BE49-F238E27FC236}">
                  <a16:creationId xmlns:a16="http://schemas.microsoft.com/office/drawing/2014/main" id="{26567108-6FA7-48A5-8A0B-83F266CF5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593"/>
              <a:ext cx="164" cy="52"/>
            </a:xfrm>
            <a:custGeom>
              <a:avLst/>
              <a:gdLst>
                <a:gd name="T0" fmla="*/ 0 w 92"/>
                <a:gd name="T1" fmla="*/ 108 h 27"/>
                <a:gd name="T2" fmla="*/ 73 w 92"/>
                <a:gd name="T3" fmla="*/ 92 h 27"/>
                <a:gd name="T4" fmla="*/ 159 w 92"/>
                <a:gd name="T5" fmla="*/ 85 h 27"/>
                <a:gd name="T6" fmla="*/ 114 w 92"/>
                <a:gd name="T7" fmla="*/ 129 h 27"/>
                <a:gd name="T8" fmla="*/ 159 w 92"/>
                <a:gd name="T9" fmla="*/ 177 h 27"/>
                <a:gd name="T10" fmla="*/ 283 w 92"/>
                <a:gd name="T11" fmla="*/ 164 h 27"/>
                <a:gd name="T12" fmla="*/ 353 w 92"/>
                <a:gd name="T13" fmla="*/ 129 h 27"/>
                <a:gd name="T14" fmla="*/ 447 w 92"/>
                <a:gd name="T15" fmla="*/ 71 h 27"/>
                <a:gd name="T16" fmla="*/ 476 w 92"/>
                <a:gd name="T17" fmla="*/ 29 h 27"/>
                <a:gd name="T18" fmla="*/ 521 w 92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27">
                  <a:moveTo>
                    <a:pt x="0" y="15"/>
                  </a:moveTo>
                  <a:cubicBezTo>
                    <a:pt x="4" y="13"/>
                    <a:pt x="8" y="13"/>
                    <a:pt x="13" y="13"/>
                  </a:cubicBezTo>
                  <a:cubicBezTo>
                    <a:pt x="18" y="13"/>
                    <a:pt x="23" y="13"/>
                    <a:pt x="28" y="12"/>
                  </a:cubicBezTo>
                  <a:cubicBezTo>
                    <a:pt x="25" y="13"/>
                    <a:pt x="21" y="15"/>
                    <a:pt x="20" y="18"/>
                  </a:cubicBezTo>
                  <a:cubicBezTo>
                    <a:pt x="19" y="22"/>
                    <a:pt x="24" y="24"/>
                    <a:pt x="28" y="25"/>
                  </a:cubicBezTo>
                  <a:cubicBezTo>
                    <a:pt x="35" y="27"/>
                    <a:pt x="44" y="26"/>
                    <a:pt x="50" y="23"/>
                  </a:cubicBezTo>
                  <a:cubicBezTo>
                    <a:pt x="55" y="22"/>
                    <a:pt x="57" y="19"/>
                    <a:pt x="62" y="18"/>
                  </a:cubicBezTo>
                  <a:cubicBezTo>
                    <a:pt x="67" y="15"/>
                    <a:pt x="74" y="14"/>
                    <a:pt x="79" y="10"/>
                  </a:cubicBezTo>
                  <a:cubicBezTo>
                    <a:pt x="81" y="8"/>
                    <a:pt x="82" y="6"/>
                    <a:pt x="84" y="4"/>
                  </a:cubicBezTo>
                  <a:cubicBezTo>
                    <a:pt x="86" y="2"/>
                    <a:pt x="89" y="2"/>
                    <a:pt x="92" y="0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0" name="Freeform 75">
              <a:extLst>
                <a:ext uri="{FF2B5EF4-FFF2-40B4-BE49-F238E27FC236}">
                  <a16:creationId xmlns:a16="http://schemas.microsoft.com/office/drawing/2014/main" id="{24DE9F2F-7F05-4883-A1D6-C441AA58B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610"/>
              <a:ext cx="75" cy="14"/>
            </a:xfrm>
            <a:custGeom>
              <a:avLst/>
              <a:gdLst>
                <a:gd name="T0" fmla="*/ 7 w 42"/>
                <a:gd name="T1" fmla="*/ 48 h 7"/>
                <a:gd name="T2" fmla="*/ 68 w 42"/>
                <a:gd name="T3" fmla="*/ 24 h 7"/>
                <a:gd name="T4" fmla="*/ 121 w 42"/>
                <a:gd name="T5" fmla="*/ 16 h 7"/>
                <a:gd name="T6" fmla="*/ 239 w 42"/>
                <a:gd name="T7" fmla="*/ 0 h 7"/>
                <a:gd name="T8" fmla="*/ 130 w 42"/>
                <a:gd name="T9" fmla="*/ 40 h 7"/>
                <a:gd name="T10" fmla="*/ 86 w 42"/>
                <a:gd name="T11" fmla="*/ 48 h 7"/>
                <a:gd name="T12" fmla="*/ 45 w 42"/>
                <a:gd name="T13" fmla="*/ 56 h 7"/>
                <a:gd name="T14" fmla="*/ 16 w 42"/>
                <a:gd name="T15" fmla="*/ 48 h 7"/>
                <a:gd name="T16" fmla="*/ 0 w 42"/>
                <a:gd name="T17" fmla="*/ 48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7">
                  <a:moveTo>
                    <a:pt x="1" y="6"/>
                  </a:moveTo>
                  <a:cubicBezTo>
                    <a:pt x="3" y="4"/>
                    <a:pt x="9" y="4"/>
                    <a:pt x="12" y="3"/>
                  </a:cubicBezTo>
                  <a:cubicBezTo>
                    <a:pt x="15" y="3"/>
                    <a:pt x="18" y="3"/>
                    <a:pt x="21" y="2"/>
                  </a:cubicBezTo>
                  <a:cubicBezTo>
                    <a:pt x="27" y="2"/>
                    <a:pt x="36" y="0"/>
                    <a:pt x="42" y="0"/>
                  </a:cubicBezTo>
                  <a:cubicBezTo>
                    <a:pt x="37" y="2"/>
                    <a:pt x="29" y="3"/>
                    <a:pt x="23" y="5"/>
                  </a:cubicBezTo>
                  <a:cubicBezTo>
                    <a:pt x="21" y="5"/>
                    <a:pt x="18" y="5"/>
                    <a:pt x="15" y="6"/>
                  </a:cubicBezTo>
                  <a:cubicBezTo>
                    <a:pt x="13" y="6"/>
                    <a:pt x="11" y="7"/>
                    <a:pt x="8" y="7"/>
                  </a:cubicBezTo>
                  <a:cubicBezTo>
                    <a:pt x="6" y="7"/>
                    <a:pt x="5" y="6"/>
                    <a:pt x="3" y="6"/>
                  </a:cubicBezTo>
                  <a:cubicBezTo>
                    <a:pt x="2" y="6"/>
                    <a:pt x="1" y="6"/>
                    <a:pt x="0" y="6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1" name="Freeform 76">
              <a:extLst>
                <a:ext uri="{FF2B5EF4-FFF2-40B4-BE49-F238E27FC236}">
                  <a16:creationId xmlns:a16="http://schemas.microsoft.com/office/drawing/2014/main" id="{620D099C-6FF9-45F6-A3F7-82F730685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413"/>
              <a:ext cx="94" cy="93"/>
            </a:xfrm>
            <a:custGeom>
              <a:avLst/>
              <a:gdLst>
                <a:gd name="T0" fmla="*/ 280 w 53"/>
                <a:gd name="T1" fmla="*/ 328 h 49"/>
                <a:gd name="T2" fmla="*/ 289 w 53"/>
                <a:gd name="T3" fmla="*/ 336 h 49"/>
                <a:gd name="T4" fmla="*/ 296 w 53"/>
                <a:gd name="T5" fmla="*/ 306 h 49"/>
                <a:gd name="T6" fmla="*/ 268 w 53"/>
                <a:gd name="T7" fmla="*/ 313 h 49"/>
                <a:gd name="T8" fmla="*/ 257 w 53"/>
                <a:gd name="T9" fmla="*/ 281 h 49"/>
                <a:gd name="T10" fmla="*/ 245 w 53"/>
                <a:gd name="T11" fmla="*/ 245 h 49"/>
                <a:gd name="T12" fmla="*/ 229 w 53"/>
                <a:gd name="T13" fmla="*/ 213 h 49"/>
                <a:gd name="T14" fmla="*/ 208 w 53"/>
                <a:gd name="T15" fmla="*/ 177 h 49"/>
                <a:gd name="T16" fmla="*/ 186 w 53"/>
                <a:gd name="T17" fmla="*/ 144 h 49"/>
                <a:gd name="T18" fmla="*/ 167 w 53"/>
                <a:gd name="T19" fmla="*/ 116 h 49"/>
                <a:gd name="T20" fmla="*/ 145 w 53"/>
                <a:gd name="T21" fmla="*/ 97 h 49"/>
                <a:gd name="T22" fmla="*/ 122 w 53"/>
                <a:gd name="T23" fmla="*/ 68 h 49"/>
                <a:gd name="T24" fmla="*/ 101 w 53"/>
                <a:gd name="T25" fmla="*/ 47 h 49"/>
                <a:gd name="T26" fmla="*/ 66 w 53"/>
                <a:gd name="T27" fmla="*/ 21 h 49"/>
                <a:gd name="T28" fmla="*/ 35 w 53"/>
                <a:gd name="T29" fmla="*/ 8 h 49"/>
                <a:gd name="T30" fmla="*/ 0 w 53"/>
                <a:gd name="T31" fmla="*/ 0 h 49"/>
                <a:gd name="T32" fmla="*/ 0 w 53"/>
                <a:gd name="T33" fmla="*/ 8 h 49"/>
                <a:gd name="T34" fmla="*/ 35 w 53"/>
                <a:gd name="T35" fmla="*/ 47 h 49"/>
                <a:gd name="T36" fmla="*/ 50 w 53"/>
                <a:gd name="T37" fmla="*/ 61 h 49"/>
                <a:gd name="T38" fmla="*/ 66 w 53"/>
                <a:gd name="T39" fmla="*/ 84 h 49"/>
                <a:gd name="T40" fmla="*/ 78 w 53"/>
                <a:gd name="T41" fmla="*/ 97 h 49"/>
                <a:gd name="T42" fmla="*/ 89 w 53"/>
                <a:gd name="T43" fmla="*/ 108 h 49"/>
                <a:gd name="T44" fmla="*/ 117 w 53"/>
                <a:gd name="T45" fmla="*/ 144 h 49"/>
                <a:gd name="T46" fmla="*/ 138 w 53"/>
                <a:gd name="T47" fmla="*/ 165 h 49"/>
                <a:gd name="T48" fmla="*/ 151 w 53"/>
                <a:gd name="T49" fmla="*/ 169 h 49"/>
                <a:gd name="T50" fmla="*/ 158 w 53"/>
                <a:gd name="T51" fmla="*/ 184 h 49"/>
                <a:gd name="T52" fmla="*/ 195 w 53"/>
                <a:gd name="T53" fmla="*/ 228 h 49"/>
                <a:gd name="T54" fmla="*/ 202 w 53"/>
                <a:gd name="T55" fmla="*/ 245 h 49"/>
                <a:gd name="T56" fmla="*/ 211 w 53"/>
                <a:gd name="T57" fmla="*/ 260 h 49"/>
                <a:gd name="T58" fmla="*/ 216 w 53"/>
                <a:gd name="T59" fmla="*/ 273 h 49"/>
                <a:gd name="T60" fmla="*/ 232 w 53"/>
                <a:gd name="T61" fmla="*/ 296 h 49"/>
                <a:gd name="T62" fmla="*/ 232 w 53"/>
                <a:gd name="T63" fmla="*/ 302 h 49"/>
                <a:gd name="T64" fmla="*/ 239 w 53"/>
                <a:gd name="T65" fmla="*/ 302 h 49"/>
                <a:gd name="T66" fmla="*/ 257 w 53"/>
                <a:gd name="T67" fmla="*/ 306 h 49"/>
                <a:gd name="T68" fmla="*/ 268 w 53"/>
                <a:gd name="T69" fmla="*/ 321 h 49"/>
                <a:gd name="T70" fmla="*/ 280 w 53"/>
                <a:gd name="T71" fmla="*/ 328 h 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3" h="49">
                  <a:moveTo>
                    <a:pt x="50" y="48"/>
                  </a:moveTo>
                  <a:cubicBezTo>
                    <a:pt x="51" y="48"/>
                    <a:pt x="51" y="49"/>
                    <a:pt x="52" y="49"/>
                  </a:cubicBezTo>
                  <a:cubicBezTo>
                    <a:pt x="51" y="48"/>
                    <a:pt x="53" y="46"/>
                    <a:pt x="53" y="45"/>
                  </a:cubicBezTo>
                  <a:cubicBezTo>
                    <a:pt x="53" y="43"/>
                    <a:pt x="49" y="47"/>
                    <a:pt x="48" y="46"/>
                  </a:cubicBezTo>
                  <a:cubicBezTo>
                    <a:pt x="49" y="45"/>
                    <a:pt x="47" y="42"/>
                    <a:pt x="46" y="41"/>
                  </a:cubicBezTo>
                  <a:cubicBezTo>
                    <a:pt x="47" y="40"/>
                    <a:pt x="45" y="37"/>
                    <a:pt x="44" y="36"/>
                  </a:cubicBezTo>
                  <a:cubicBezTo>
                    <a:pt x="44" y="34"/>
                    <a:pt x="42" y="31"/>
                    <a:pt x="41" y="31"/>
                  </a:cubicBezTo>
                  <a:cubicBezTo>
                    <a:pt x="41" y="29"/>
                    <a:pt x="37" y="26"/>
                    <a:pt x="37" y="26"/>
                  </a:cubicBezTo>
                  <a:cubicBezTo>
                    <a:pt x="37" y="22"/>
                    <a:pt x="33" y="21"/>
                    <a:pt x="33" y="21"/>
                  </a:cubicBezTo>
                  <a:cubicBezTo>
                    <a:pt x="33" y="19"/>
                    <a:pt x="31" y="17"/>
                    <a:pt x="30" y="17"/>
                  </a:cubicBezTo>
                  <a:cubicBezTo>
                    <a:pt x="29" y="15"/>
                    <a:pt x="28" y="14"/>
                    <a:pt x="26" y="14"/>
                  </a:cubicBezTo>
                  <a:cubicBezTo>
                    <a:pt x="26" y="12"/>
                    <a:pt x="23" y="10"/>
                    <a:pt x="22" y="10"/>
                  </a:cubicBezTo>
                  <a:cubicBezTo>
                    <a:pt x="23" y="8"/>
                    <a:pt x="19" y="6"/>
                    <a:pt x="18" y="7"/>
                  </a:cubicBezTo>
                  <a:cubicBezTo>
                    <a:pt x="17" y="4"/>
                    <a:pt x="13" y="3"/>
                    <a:pt x="12" y="3"/>
                  </a:cubicBezTo>
                  <a:cubicBezTo>
                    <a:pt x="11" y="1"/>
                    <a:pt x="7" y="1"/>
                    <a:pt x="6" y="1"/>
                  </a:cubicBezTo>
                  <a:cubicBezTo>
                    <a:pt x="4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4" y="5"/>
                    <a:pt x="6" y="7"/>
                  </a:cubicBezTo>
                  <a:cubicBezTo>
                    <a:pt x="8" y="7"/>
                    <a:pt x="8" y="8"/>
                    <a:pt x="9" y="9"/>
                  </a:cubicBezTo>
                  <a:cubicBezTo>
                    <a:pt x="10" y="10"/>
                    <a:pt x="11" y="11"/>
                    <a:pt x="12" y="12"/>
                  </a:cubicBezTo>
                  <a:cubicBezTo>
                    <a:pt x="13" y="13"/>
                    <a:pt x="12" y="13"/>
                    <a:pt x="14" y="14"/>
                  </a:cubicBezTo>
                  <a:cubicBezTo>
                    <a:pt x="14" y="15"/>
                    <a:pt x="15" y="15"/>
                    <a:pt x="16" y="16"/>
                  </a:cubicBezTo>
                  <a:cubicBezTo>
                    <a:pt x="18" y="17"/>
                    <a:pt x="20" y="19"/>
                    <a:pt x="21" y="21"/>
                  </a:cubicBezTo>
                  <a:cubicBezTo>
                    <a:pt x="23" y="21"/>
                    <a:pt x="23" y="23"/>
                    <a:pt x="25" y="24"/>
                  </a:cubicBezTo>
                  <a:cubicBezTo>
                    <a:pt x="25" y="24"/>
                    <a:pt x="26" y="25"/>
                    <a:pt x="27" y="25"/>
                  </a:cubicBezTo>
                  <a:cubicBezTo>
                    <a:pt x="27" y="26"/>
                    <a:pt x="28" y="27"/>
                    <a:pt x="28" y="27"/>
                  </a:cubicBezTo>
                  <a:cubicBezTo>
                    <a:pt x="29" y="29"/>
                    <a:pt x="33" y="31"/>
                    <a:pt x="35" y="33"/>
                  </a:cubicBezTo>
                  <a:cubicBezTo>
                    <a:pt x="36" y="34"/>
                    <a:pt x="35" y="35"/>
                    <a:pt x="36" y="36"/>
                  </a:cubicBezTo>
                  <a:cubicBezTo>
                    <a:pt x="37" y="37"/>
                    <a:pt x="38" y="37"/>
                    <a:pt x="38" y="38"/>
                  </a:cubicBezTo>
                  <a:cubicBezTo>
                    <a:pt x="39" y="38"/>
                    <a:pt x="39" y="39"/>
                    <a:pt x="39" y="40"/>
                  </a:cubicBezTo>
                  <a:cubicBezTo>
                    <a:pt x="40" y="41"/>
                    <a:pt x="41" y="41"/>
                    <a:pt x="42" y="43"/>
                  </a:cubicBezTo>
                  <a:cubicBezTo>
                    <a:pt x="42" y="43"/>
                    <a:pt x="42" y="44"/>
                    <a:pt x="42" y="44"/>
                  </a:cubicBezTo>
                  <a:cubicBezTo>
                    <a:pt x="42" y="43"/>
                    <a:pt x="43" y="44"/>
                    <a:pt x="43" y="44"/>
                  </a:cubicBezTo>
                  <a:cubicBezTo>
                    <a:pt x="44" y="44"/>
                    <a:pt x="45" y="44"/>
                    <a:pt x="46" y="45"/>
                  </a:cubicBezTo>
                  <a:cubicBezTo>
                    <a:pt x="47" y="47"/>
                    <a:pt x="47" y="46"/>
                    <a:pt x="48" y="47"/>
                  </a:cubicBezTo>
                  <a:cubicBezTo>
                    <a:pt x="49" y="48"/>
                    <a:pt x="50" y="47"/>
                    <a:pt x="50" y="48"/>
                  </a:cubicBezTo>
                  <a:close/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2" name="Freeform 77">
              <a:extLst>
                <a:ext uri="{FF2B5EF4-FFF2-40B4-BE49-F238E27FC236}">
                  <a16:creationId xmlns:a16="http://schemas.microsoft.com/office/drawing/2014/main" id="{F0991958-BF9F-47A6-B02E-F0FC707E8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534"/>
              <a:ext cx="16" cy="17"/>
            </a:xfrm>
            <a:custGeom>
              <a:avLst/>
              <a:gdLst>
                <a:gd name="T0" fmla="*/ 28 w 9"/>
                <a:gd name="T1" fmla="*/ 0 h 9"/>
                <a:gd name="T2" fmla="*/ 0 w 9"/>
                <a:gd name="T3" fmla="*/ 60 h 9"/>
                <a:gd name="T4" fmla="*/ 28 w 9"/>
                <a:gd name="T5" fmla="*/ 32 h 9"/>
                <a:gd name="T6" fmla="*/ 50 w 9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4" y="4"/>
                    <a:pt x="2" y="6"/>
                    <a:pt x="0" y="9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4"/>
                    <a:pt x="8" y="3"/>
                    <a:pt x="9" y="1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3" name="Freeform 78">
              <a:extLst>
                <a:ext uri="{FF2B5EF4-FFF2-40B4-BE49-F238E27FC236}">
                  <a16:creationId xmlns:a16="http://schemas.microsoft.com/office/drawing/2014/main" id="{63FCC162-D224-42DA-B017-8B526443B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546"/>
              <a:ext cx="13" cy="24"/>
            </a:xfrm>
            <a:custGeom>
              <a:avLst/>
              <a:gdLst>
                <a:gd name="T0" fmla="*/ 20 w 7"/>
                <a:gd name="T1" fmla="*/ 7 h 13"/>
                <a:gd name="T2" fmla="*/ 13 w 7"/>
                <a:gd name="T3" fmla="*/ 31 h 13"/>
                <a:gd name="T4" fmla="*/ 0 w 7"/>
                <a:gd name="T5" fmla="*/ 57 h 13"/>
                <a:gd name="T6" fmla="*/ 7 w 7"/>
                <a:gd name="T7" fmla="*/ 37 h 13"/>
                <a:gd name="T8" fmla="*/ 20 w 7"/>
                <a:gd name="T9" fmla="*/ 31 h 13"/>
                <a:gd name="T10" fmla="*/ 20 w 7"/>
                <a:gd name="T11" fmla="*/ 52 h 13"/>
                <a:gd name="T12" fmla="*/ 13 w 7"/>
                <a:gd name="T13" fmla="*/ 61 h 13"/>
                <a:gd name="T14" fmla="*/ 0 w 7"/>
                <a:gd name="T15" fmla="*/ 81 h 13"/>
                <a:gd name="T16" fmla="*/ 7 w 7"/>
                <a:gd name="T17" fmla="*/ 76 h 13"/>
                <a:gd name="T18" fmla="*/ 24 w 7"/>
                <a:gd name="T19" fmla="*/ 61 h 13"/>
                <a:gd name="T20" fmla="*/ 45 w 7"/>
                <a:gd name="T21" fmla="*/ 31 h 13"/>
                <a:gd name="T22" fmla="*/ 37 w 7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13">
                  <a:moveTo>
                    <a:pt x="3" y="1"/>
                  </a:moveTo>
                  <a:cubicBezTo>
                    <a:pt x="3" y="3"/>
                    <a:pt x="2" y="4"/>
                    <a:pt x="2" y="5"/>
                  </a:cubicBezTo>
                  <a:cubicBezTo>
                    <a:pt x="1" y="6"/>
                    <a:pt x="0" y="8"/>
                    <a:pt x="0" y="9"/>
                  </a:cubicBezTo>
                  <a:cubicBezTo>
                    <a:pt x="0" y="8"/>
                    <a:pt x="1" y="7"/>
                    <a:pt x="1" y="6"/>
                  </a:cubicBezTo>
                  <a:cubicBezTo>
                    <a:pt x="2" y="6"/>
                    <a:pt x="3" y="5"/>
                    <a:pt x="3" y="5"/>
                  </a:cubicBezTo>
                  <a:cubicBezTo>
                    <a:pt x="4" y="5"/>
                    <a:pt x="3" y="7"/>
                    <a:pt x="3" y="8"/>
                  </a:cubicBezTo>
                  <a:cubicBezTo>
                    <a:pt x="3" y="9"/>
                    <a:pt x="3" y="9"/>
                    <a:pt x="2" y="10"/>
                  </a:cubicBezTo>
                  <a:cubicBezTo>
                    <a:pt x="2" y="11"/>
                    <a:pt x="1" y="12"/>
                    <a:pt x="0" y="13"/>
                  </a:cubicBezTo>
                  <a:cubicBezTo>
                    <a:pt x="1" y="13"/>
                    <a:pt x="1" y="12"/>
                    <a:pt x="1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6" y="8"/>
                    <a:pt x="6" y="6"/>
                    <a:pt x="7" y="5"/>
                  </a:cubicBezTo>
                  <a:cubicBezTo>
                    <a:pt x="7" y="3"/>
                    <a:pt x="7" y="1"/>
                    <a:pt x="6" y="0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4" name="Freeform 79">
              <a:extLst>
                <a:ext uri="{FF2B5EF4-FFF2-40B4-BE49-F238E27FC236}">
                  <a16:creationId xmlns:a16="http://schemas.microsoft.com/office/drawing/2014/main" id="{F16BA8FF-6D5B-4C16-A2C5-48D3E491D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567"/>
              <a:ext cx="14" cy="11"/>
            </a:xfrm>
            <a:custGeom>
              <a:avLst/>
              <a:gdLst>
                <a:gd name="T0" fmla="*/ 33 w 8"/>
                <a:gd name="T1" fmla="*/ 0 h 6"/>
                <a:gd name="T2" fmla="*/ 28 w 8"/>
                <a:gd name="T3" fmla="*/ 7 h 6"/>
                <a:gd name="T4" fmla="*/ 16 w 8"/>
                <a:gd name="T5" fmla="*/ 20 h 6"/>
                <a:gd name="T6" fmla="*/ 0 w 8"/>
                <a:gd name="T7" fmla="*/ 37 h 6"/>
                <a:gd name="T8" fmla="*/ 12 w 8"/>
                <a:gd name="T9" fmla="*/ 31 h 6"/>
                <a:gd name="T10" fmla="*/ 21 w 8"/>
                <a:gd name="T11" fmla="*/ 24 h 6"/>
                <a:gd name="T12" fmla="*/ 37 w 8"/>
                <a:gd name="T13" fmla="*/ 20 h 6"/>
                <a:gd name="T14" fmla="*/ 44 w 8"/>
                <a:gd name="T15" fmla="*/ 7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5" y="0"/>
                    <a:pt x="5" y="1"/>
                    <a:pt x="5" y="1"/>
                  </a:cubicBezTo>
                  <a:cubicBezTo>
                    <a:pt x="5" y="2"/>
                    <a:pt x="4" y="3"/>
                    <a:pt x="3" y="3"/>
                  </a:cubicBezTo>
                  <a:cubicBezTo>
                    <a:pt x="3" y="5"/>
                    <a:pt x="2" y="5"/>
                    <a:pt x="0" y="6"/>
                  </a:cubicBezTo>
                  <a:cubicBezTo>
                    <a:pt x="1" y="6"/>
                    <a:pt x="1" y="6"/>
                    <a:pt x="2" y="5"/>
                  </a:cubicBezTo>
                  <a:cubicBezTo>
                    <a:pt x="3" y="5"/>
                    <a:pt x="3" y="5"/>
                    <a:pt x="4" y="4"/>
                  </a:cubicBezTo>
                  <a:cubicBezTo>
                    <a:pt x="5" y="4"/>
                    <a:pt x="6" y="3"/>
                    <a:pt x="7" y="3"/>
                  </a:cubicBezTo>
                  <a:cubicBezTo>
                    <a:pt x="7" y="2"/>
                    <a:pt x="8" y="1"/>
                    <a:pt x="8" y="1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5" name="Freeform 80">
              <a:extLst>
                <a:ext uri="{FF2B5EF4-FFF2-40B4-BE49-F238E27FC236}">
                  <a16:creationId xmlns:a16="http://schemas.microsoft.com/office/drawing/2014/main" id="{27E2ED05-1DD7-4769-A093-127BB481A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574"/>
              <a:ext cx="12" cy="10"/>
            </a:xfrm>
            <a:custGeom>
              <a:avLst/>
              <a:gdLst>
                <a:gd name="T0" fmla="*/ 26 w 7"/>
                <a:gd name="T1" fmla="*/ 0 h 5"/>
                <a:gd name="T2" fmla="*/ 9 w 7"/>
                <a:gd name="T3" fmla="*/ 32 h 5"/>
                <a:gd name="T4" fmla="*/ 0 w 7"/>
                <a:gd name="T5" fmla="*/ 40 h 5"/>
                <a:gd name="T6" fmla="*/ 15 w 7"/>
                <a:gd name="T7" fmla="*/ 32 h 5"/>
                <a:gd name="T8" fmla="*/ 26 w 7"/>
                <a:gd name="T9" fmla="*/ 32 h 5"/>
                <a:gd name="T10" fmla="*/ 36 w 7"/>
                <a:gd name="T11" fmla="*/ 16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5" y="1"/>
                    <a:pt x="3" y="3"/>
                    <a:pt x="2" y="4"/>
                  </a:cubicBezTo>
                  <a:cubicBezTo>
                    <a:pt x="2" y="4"/>
                    <a:pt x="1" y="5"/>
                    <a:pt x="0" y="5"/>
                  </a:cubicBezTo>
                  <a:cubicBezTo>
                    <a:pt x="1" y="5"/>
                    <a:pt x="2" y="5"/>
                    <a:pt x="3" y="4"/>
                  </a:cubicBezTo>
                  <a:cubicBezTo>
                    <a:pt x="4" y="4"/>
                    <a:pt x="4" y="4"/>
                    <a:pt x="5" y="4"/>
                  </a:cubicBezTo>
                  <a:cubicBezTo>
                    <a:pt x="6" y="3"/>
                    <a:pt x="6" y="2"/>
                    <a:pt x="7" y="2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6" name="Freeform 81">
              <a:extLst>
                <a:ext uri="{FF2B5EF4-FFF2-40B4-BE49-F238E27FC236}">
                  <a16:creationId xmlns:a16="http://schemas.microsoft.com/office/drawing/2014/main" id="{C4092B1D-08A9-4797-B57C-255284AC6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584"/>
              <a:ext cx="13" cy="9"/>
            </a:xfrm>
            <a:custGeom>
              <a:avLst/>
              <a:gdLst>
                <a:gd name="T0" fmla="*/ 37 w 7"/>
                <a:gd name="T1" fmla="*/ 0 h 5"/>
                <a:gd name="T2" fmla="*/ 20 w 7"/>
                <a:gd name="T3" fmla="*/ 16 h 5"/>
                <a:gd name="T4" fmla="*/ 0 w 7"/>
                <a:gd name="T5" fmla="*/ 29 h 5"/>
                <a:gd name="T6" fmla="*/ 13 w 7"/>
                <a:gd name="T7" fmla="*/ 23 h 5"/>
                <a:gd name="T8" fmla="*/ 24 w 7"/>
                <a:gd name="T9" fmla="*/ 16 h 5"/>
                <a:gd name="T10" fmla="*/ 45 w 7"/>
                <a:gd name="T11" fmla="*/ 13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cubicBezTo>
                    <a:pt x="5" y="1"/>
                    <a:pt x="4" y="2"/>
                    <a:pt x="3" y="3"/>
                  </a:cubicBezTo>
                  <a:cubicBezTo>
                    <a:pt x="2" y="4"/>
                    <a:pt x="1" y="4"/>
                    <a:pt x="0" y="5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3"/>
                    <a:pt x="6" y="3"/>
                    <a:pt x="7" y="2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7" name="Freeform 82">
              <a:extLst>
                <a:ext uri="{FF2B5EF4-FFF2-40B4-BE49-F238E27FC236}">
                  <a16:creationId xmlns:a16="http://schemas.microsoft.com/office/drawing/2014/main" id="{7E0CF4BF-A126-483A-A4EA-9CD48399D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590"/>
              <a:ext cx="15" cy="11"/>
            </a:xfrm>
            <a:custGeom>
              <a:avLst/>
              <a:gdLst>
                <a:gd name="T0" fmla="*/ 39 w 8"/>
                <a:gd name="T1" fmla="*/ 0 h 6"/>
                <a:gd name="T2" fmla="*/ 32 w 8"/>
                <a:gd name="T3" fmla="*/ 13 h 6"/>
                <a:gd name="T4" fmla="*/ 28 w 8"/>
                <a:gd name="T5" fmla="*/ 24 h 6"/>
                <a:gd name="T6" fmla="*/ 0 w 8"/>
                <a:gd name="T7" fmla="*/ 37 h 6"/>
                <a:gd name="T8" fmla="*/ 15 w 8"/>
                <a:gd name="T9" fmla="*/ 31 h 6"/>
                <a:gd name="T10" fmla="*/ 28 w 8"/>
                <a:gd name="T11" fmla="*/ 24 h 6"/>
                <a:gd name="T12" fmla="*/ 53 w 8"/>
                <a:gd name="T13" fmla="*/ 2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6" y="1"/>
                    <a:pt x="6" y="1"/>
                    <a:pt x="5" y="2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2" y="4"/>
                    <a:pt x="1" y="5"/>
                    <a:pt x="0" y="6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2" y="5"/>
                    <a:pt x="3" y="5"/>
                    <a:pt x="4" y="4"/>
                  </a:cubicBezTo>
                  <a:cubicBezTo>
                    <a:pt x="5" y="4"/>
                    <a:pt x="7" y="3"/>
                    <a:pt x="8" y="3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8" name="Freeform 83">
              <a:extLst>
                <a:ext uri="{FF2B5EF4-FFF2-40B4-BE49-F238E27FC236}">
                  <a16:creationId xmlns:a16="http://schemas.microsoft.com/office/drawing/2014/main" id="{D7C106E3-5B57-4B12-8CBD-0BEDACFEE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597"/>
              <a:ext cx="16" cy="13"/>
            </a:xfrm>
            <a:custGeom>
              <a:avLst/>
              <a:gdLst>
                <a:gd name="T0" fmla="*/ 37 w 9"/>
                <a:gd name="T1" fmla="*/ 0 h 7"/>
                <a:gd name="T2" fmla="*/ 36 w 9"/>
                <a:gd name="T3" fmla="*/ 7 h 7"/>
                <a:gd name="T4" fmla="*/ 28 w 9"/>
                <a:gd name="T5" fmla="*/ 13 h 7"/>
                <a:gd name="T6" fmla="*/ 12 w 9"/>
                <a:gd name="T7" fmla="*/ 24 h 7"/>
                <a:gd name="T8" fmla="*/ 0 w 9"/>
                <a:gd name="T9" fmla="*/ 45 h 7"/>
                <a:gd name="T10" fmla="*/ 12 w 9"/>
                <a:gd name="T11" fmla="*/ 32 h 7"/>
                <a:gd name="T12" fmla="*/ 16 w 9"/>
                <a:gd name="T13" fmla="*/ 32 h 7"/>
                <a:gd name="T14" fmla="*/ 50 w 9"/>
                <a:gd name="T15" fmla="*/ 7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cubicBezTo>
                    <a:pt x="6" y="0"/>
                    <a:pt x="6" y="0"/>
                    <a:pt x="6" y="1"/>
                  </a:cubicBezTo>
                  <a:cubicBezTo>
                    <a:pt x="6" y="1"/>
                    <a:pt x="5" y="1"/>
                    <a:pt x="5" y="2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5"/>
                    <a:pt x="1" y="6"/>
                    <a:pt x="0" y="7"/>
                  </a:cubicBezTo>
                  <a:cubicBezTo>
                    <a:pt x="1" y="6"/>
                    <a:pt x="1" y="6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6" y="4"/>
                    <a:pt x="7" y="2"/>
                    <a:pt x="9" y="1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9" name="Freeform 84">
              <a:extLst>
                <a:ext uri="{FF2B5EF4-FFF2-40B4-BE49-F238E27FC236}">
                  <a16:creationId xmlns:a16="http://schemas.microsoft.com/office/drawing/2014/main" id="{211184E5-69D6-4F45-A7AA-ACFC5A42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605"/>
              <a:ext cx="16" cy="11"/>
            </a:xfrm>
            <a:custGeom>
              <a:avLst/>
              <a:gdLst>
                <a:gd name="T0" fmla="*/ 44 w 9"/>
                <a:gd name="T1" fmla="*/ 0 h 6"/>
                <a:gd name="T2" fmla="*/ 16 w 9"/>
                <a:gd name="T3" fmla="*/ 24 h 6"/>
                <a:gd name="T4" fmla="*/ 0 w 9"/>
                <a:gd name="T5" fmla="*/ 37 h 6"/>
                <a:gd name="T6" fmla="*/ 21 w 9"/>
                <a:gd name="T7" fmla="*/ 31 h 6"/>
                <a:gd name="T8" fmla="*/ 50 w 9"/>
                <a:gd name="T9" fmla="*/ 1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0"/>
                  </a:moveTo>
                  <a:cubicBezTo>
                    <a:pt x="6" y="1"/>
                    <a:pt x="5" y="3"/>
                    <a:pt x="3" y="4"/>
                  </a:cubicBezTo>
                  <a:cubicBezTo>
                    <a:pt x="2" y="5"/>
                    <a:pt x="1" y="6"/>
                    <a:pt x="0" y="6"/>
                  </a:cubicBezTo>
                  <a:cubicBezTo>
                    <a:pt x="1" y="6"/>
                    <a:pt x="3" y="6"/>
                    <a:pt x="4" y="5"/>
                  </a:cubicBezTo>
                  <a:cubicBezTo>
                    <a:pt x="6" y="4"/>
                    <a:pt x="8" y="3"/>
                    <a:pt x="9" y="2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0" name="Freeform 85">
              <a:extLst>
                <a:ext uri="{FF2B5EF4-FFF2-40B4-BE49-F238E27FC236}">
                  <a16:creationId xmlns:a16="http://schemas.microsoft.com/office/drawing/2014/main" id="{176AAE2C-E07D-4913-BF4A-7ABDFE3BF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610"/>
              <a:ext cx="13" cy="8"/>
            </a:xfrm>
            <a:custGeom>
              <a:avLst/>
              <a:gdLst>
                <a:gd name="T0" fmla="*/ 24 w 7"/>
                <a:gd name="T1" fmla="*/ 8 h 4"/>
                <a:gd name="T2" fmla="*/ 13 w 7"/>
                <a:gd name="T3" fmla="*/ 16 h 4"/>
                <a:gd name="T4" fmla="*/ 0 w 7"/>
                <a:gd name="T5" fmla="*/ 32 h 4"/>
                <a:gd name="T6" fmla="*/ 20 w 7"/>
                <a:gd name="T7" fmla="*/ 16 h 4"/>
                <a:gd name="T8" fmla="*/ 32 w 7"/>
                <a:gd name="T9" fmla="*/ 16 h 4"/>
                <a:gd name="T10" fmla="*/ 45 w 7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4">
                  <a:moveTo>
                    <a:pt x="4" y="1"/>
                  </a:moveTo>
                  <a:cubicBezTo>
                    <a:pt x="3" y="1"/>
                    <a:pt x="3" y="2"/>
                    <a:pt x="2" y="2"/>
                  </a:cubicBezTo>
                  <a:cubicBezTo>
                    <a:pt x="1" y="3"/>
                    <a:pt x="1" y="4"/>
                    <a:pt x="0" y="4"/>
                  </a:cubicBezTo>
                  <a:cubicBezTo>
                    <a:pt x="1" y="4"/>
                    <a:pt x="2" y="3"/>
                    <a:pt x="3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6" y="1"/>
                    <a:pt x="7" y="1"/>
                    <a:pt x="7" y="0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1" name="Freeform 86">
              <a:extLst>
                <a:ext uri="{FF2B5EF4-FFF2-40B4-BE49-F238E27FC236}">
                  <a16:creationId xmlns:a16="http://schemas.microsoft.com/office/drawing/2014/main" id="{B8D5124C-62FC-443B-81EE-6546CB37A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466"/>
              <a:ext cx="11" cy="4"/>
            </a:xfrm>
            <a:custGeom>
              <a:avLst/>
              <a:gdLst>
                <a:gd name="T0" fmla="*/ 24 w 6"/>
                <a:gd name="T1" fmla="*/ 8 h 2"/>
                <a:gd name="T2" fmla="*/ 0 w 6"/>
                <a:gd name="T3" fmla="*/ 0 h 2"/>
                <a:gd name="T4" fmla="*/ 20 w 6"/>
                <a:gd name="T5" fmla="*/ 16 h 2"/>
                <a:gd name="T6" fmla="*/ 37 w 6"/>
                <a:gd name="T7" fmla="*/ 1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4" y="1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4" y="2"/>
                    <a:pt x="5" y="2"/>
                    <a:pt x="6" y="2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2" name="Freeform 87">
              <a:extLst>
                <a:ext uri="{FF2B5EF4-FFF2-40B4-BE49-F238E27FC236}">
                  <a16:creationId xmlns:a16="http://schemas.microsoft.com/office/drawing/2014/main" id="{E593EFD9-6A7A-4FDB-96BF-883D26D7B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470"/>
              <a:ext cx="23" cy="9"/>
            </a:xfrm>
            <a:custGeom>
              <a:avLst/>
              <a:gdLst>
                <a:gd name="T0" fmla="*/ 50 w 13"/>
                <a:gd name="T1" fmla="*/ 0 h 5"/>
                <a:gd name="T2" fmla="*/ 50 w 13"/>
                <a:gd name="T3" fmla="*/ 13 h 5"/>
                <a:gd name="T4" fmla="*/ 37 w 13"/>
                <a:gd name="T5" fmla="*/ 16 h 5"/>
                <a:gd name="T6" fmla="*/ 16 w 13"/>
                <a:gd name="T7" fmla="*/ 16 h 5"/>
                <a:gd name="T8" fmla="*/ 0 w 13"/>
                <a:gd name="T9" fmla="*/ 23 h 5"/>
                <a:gd name="T10" fmla="*/ 34 w 13"/>
                <a:gd name="T11" fmla="*/ 29 h 5"/>
                <a:gd name="T12" fmla="*/ 73 w 13"/>
                <a:gd name="T13" fmla="*/ 16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">
                  <a:moveTo>
                    <a:pt x="9" y="0"/>
                  </a:moveTo>
                  <a:cubicBezTo>
                    <a:pt x="9" y="1"/>
                    <a:pt x="10" y="2"/>
                    <a:pt x="9" y="2"/>
                  </a:cubicBezTo>
                  <a:cubicBezTo>
                    <a:pt x="9" y="3"/>
                    <a:pt x="8" y="3"/>
                    <a:pt x="7" y="3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2" y="3"/>
                    <a:pt x="1" y="3"/>
                    <a:pt x="0" y="4"/>
                  </a:cubicBezTo>
                  <a:cubicBezTo>
                    <a:pt x="2" y="4"/>
                    <a:pt x="4" y="5"/>
                    <a:pt x="6" y="5"/>
                  </a:cubicBezTo>
                  <a:cubicBezTo>
                    <a:pt x="9" y="5"/>
                    <a:pt x="11" y="5"/>
                    <a:pt x="13" y="3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3" name="Freeform 88">
              <a:extLst>
                <a:ext uri="{FF2B5EF4-FFF2-40B4-BE49-F238E27FC236}">
                  <a16:creationId xmlns:a16="http://schemas.microsoft.com/office/drawing/2014/main" id="{9091BA9E-D39B-4CD4-8744-375499F36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481"/>
              <a:ext cx="30" cy="12"/>
            </a:xfrm>
            <a:custGeom>
              <a:avLst/>
              <a:gdLst>
                <a:gd name="T0" fmla="*/ 78 w 17"/>
                <a:gd name="T1" fmla="*/ 0 h 6"/>
                <a:gd name="T2" fmla="*/ 65 w 17"/>
                <a:gd name="T3" fmla="*/ 24 h 6"/>
                <a:gd name="T4" fmla="*/ 37 w 17"/>
                <a:gd name="T5" fmla="*/ 32 h 6"/>
                <a:gd name="T6" fmla="*/ 16 w 17"/>
                <a:gd name="T7" fmla="*/ 40 h 6"/>
                <a:gd name="T8" fmla="*/ 0 w 17"/>
                <a:gd name="T9" fmla="*/ 40 h 6"/>
                <a:gd name="T10" fmla="*/ 37 w 17"/>
                <a:gd name="T11" fmla="*/ 48 h 6"/>
                <a:gd name="T12" fmla="*/ 94 w 17"/>
                <a:gd name="T13" fmla="*/ 24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">
                  <a:moveTo>
                    <a:pt x="14" y="0"/>
                  </a:moveTo>
                  <a:cubicBezTo>
                    <a:pt x="14" y="1"/>
                    <a:pt x="13" y="2"/>
                    <a:pt x="12" y="3"/>
                  </a:cubicBezTo>
                  <a:cubicBezTo>
                    <a:pt x="10" y="3"/>
                    <a:pt x="9" y="4"/>
                    <a:pt x="7" y="4"/>
                  </a:cubicBezTo>
                  <a:cubicBezTo>
                    <a:pt x="6" y="5"/>
                    <a:pt x="4" y="5"/>
                    <a:pt x="3" y="5"/>
                  </a:cubicBezTo>
                  <a:cubicBezTo>
                    <a:pt x="2" y="5"/>
                    <a:pt x="1" y="5"/>
                    <a:pt x="0" y="5"/>
                  </a:cubicBezTo>
                  <a:cubicBezTo>
                    <a:pt x="2" y="6"/>
                    <a:pt x="5" y="6"/>
                    <a:pt x="7" y="6"/>
                  </a:cubicBezTo>
                  <a:cubicBezTo>
                    <a:pt x="11" y="5"/>
                    <a:pt x="14" y="5"/>
                    <a:pt x="17" y="3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4" name="Freeform 89">
              <a:extLst>
                <a:ext uri="{FF2B5EF4-FFF2-40B4-BE49-F238E27FC236}">
                  <a16:creationId xmlns:a16="http://schemas.microsoft.com/office/drawing/2014/main" id="{595E7839-80F0-4DA2-A64B-1FD8CFDDF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91"/>
              <a:ext cx="24" cy="13"/>
            </a:xfrm>
            <a:custGeom>
              <a:avLst/>
              <a:gdLst>
                <a:gd name="T0" fmla="*/ 68 w 13"/>
                <a:gd name="T1" fmla="*/ 0 h 7"/>
                <a:gd name="T2" fmla="*/ 57 w 13"/>
                <a:gd name="T3" fmla="*/ 13 h 7"/>
                <a:gd name="T4" fmla="*/ 37 w 13"/>
                <a:gd name="T5" fmla="*/ 24 h 7"/>
                <a:gd name="T6" fmla="*/ 0 w 13"/>
                <a:gd name="T7" fmla="*/ 45 h 7"/>
                <a:gd name="T8" fmla="*/ 37 w 13"/>
                <a:gd name="T9" fmla="*/ 37 h 7"/>
                <a:gd name="T10" fmla="*/ 81 w 13"/>
                <a:gd name="T11" fmla="*/ 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7">
                  <a:moveTo>
                    <a:pt x="11" y="0"/>
                  </a:moveTo>
                  <a:cubicBezTo>
                    <a:pt x="11" y="1"/>
                    <a:pt x="11" y="2"/>
                    <a:pt x="9" y="2"/>
                  </a:cubicBezTo>
                  <a:cubicBezTo>
                    <a:pt x="8" y="3"/>
                    <a:pt x="7" y="4"/>
                    <a:pt x="6" y="4"/>
                  </a:cubicBezTo>
                  <a:cubicBezTo>
                    <a:pt x="5" y="6"/>
                    <a:pt x="3" y="7"/>
                    <a:pt x="0" y="7"/>
                  </a:cubicBezTo>
                  <a:cubicBezTo>
                    <a:pt x="2" y="7"/>
                    <a:pt x="4" y="6"/>
                    <a:pt x="6" y="6"/>
                  </a:cubicBezTo>
                  <a:cubicBezTo>
                    <a:pt x="8" y="5"/>
                    <a:pt x="11" y="5"/>
                    <a:pt x="13" y="4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5" name="Freeform 90">
              <a:extLst>
                <a:ext uri="{FF2B5EF4-FFF2-40B4-BE49-F238E27FC236}">
                  <a16:creationId xmlns:a16="http://schemas.microsoft.com/office/drawing/2014/main" id="{46E43B05-63D5-4C52-85FC-9F3727C9C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500"/>
              <a:ext cx="28" cy="17"/>
            </a:xfrm>
            <a:custGeom>
              <a:avLst/>
              <a:gdLst>
                <a:gd name="T0" fmla="*/ 65 w 16"/>
                <a:gd name="T1" fmla="*/ 0 h 9"/>
                <a:gd name="T2" fmla="*/ 56 w 16"/>
                <a:gd name="T3" fmla="*/ 21 h 9"/>
                <a:gd name="T4" fmla="*/ 33 w 16"/>
                <a:gd name="T5" fmla="*/ 40 h 9"/>
                <a:gd name="T6" fmla="*/ 0 w 16"/>
                <a:gd name="T7" fmla="*/ 60 h 9"/>
                <a:gd name="T8" fmla="*/ 33 w 16"/>
                <a:gd name="T9" fmla="*/ 53 h 9"/>
                <a:gd name="T10" fmla="*/ 49 w 16"/>
                <a:gd name="T11" fmla="*/ 40 h 9"/>
                <a:gd name="T12" fmla="*/ 86 w 16"/>
                <a:gd name="T13" fmla="*/ 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9">
                  <a:moveTo>
                    <a:pt x="12" y="0"/>
                  </a:moveTo>
                  <a:cubicBezTo>
                    <a:pt x="11" y="1"/>
                    <a:pt x="11" y="2"/>
                    <a:pt x="10" y="3"/>
                  </a:cubicBezTo>
                  <a:cubicBezTo>
                    <a:pt x="9" y="4"/>
                    <a:pt x="7" y="5"/>
                    <a:pt x="6" y="6"/>
                  </a:cubicBezTo>
                  <a:cubicBezTo>
                    <a:pt x="4" y="8"/>
                    <a:pt x="3" y="9"/>
                    <a:pt x="0" y="9"/>
                  </a:cubicBezTo>
                  <a:cubicBezTo>
                    <a:pt x="2" y="9"/>
                    <a:pt x="4" y="9"/>
                    <a:pt x="6" y="8"/>
                  </a:cubicBezTo>
                  <a:cubicBezTo>
                    <a:pt x="7" y="7"/>
                    <a:pt x="8" y="7"/>
                    <a:pt x="9" y="6"/>
                  </a:cubicBezTo>
                  <a:cubicBezTo>
                    <a:pt x="12" y="5"/>
                    <a:pt x="15" y="4"/>
                    <a:pt x="16" y="1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6" name="Freeform 91">
              <a:extLst>
                <a:ext uri="{FF2B5EF4-FFF2-40B4-BE49-F238E27FC236}">
                  <a16:creationId xmlns:a16="http://schemas.microsoft.com/office/drawing/2014/main" id="{CD5A61CF-32DF-493A-9E61-785C23F85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510"/>
              <a:ext cx="23" cy="15"/>
            </a:xfrm>
            <a:custGeom>
              <a:avLst/>
              <a:gdLst>
                <a:gd name="T0" fmla="*/ 57 w 13"/>
                <a:gd name="T1" fmla="*/ 0 h 8"/>
                <a:gd name="T2" fmla="*/ 50 w 13"/>
                <a:gd name="T3" fmla="*/ 21 h 8"/>
                <a:gd name="T4" fmla="*/ 28 w 13"/>
                <a:gd name="T5" fmla="*/ 32 h 8"/>
                <a:gd name="T6" fmla="*/ 0 w 13"/>
                <a:gd name="T7" fmla="*/ 53 h 8"/>
                <a:gd name="T8" fmla="*/ 34 w 13"/>
                <a:gd name="T9" fmla="*/ 39 h 8"/>
                <a:gd name="T10" fmla="*/ 73 w 13"/>
                <a:gd name="T11" fmla="*/ 1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8">
                  <a:moveTo>
                    <a:pt x="10" y="0"/>
                  </a:moveTo>
                  <a:cubicBezTo>
                    <a:pt x="9" y="1"/>
                    <a:pt x="9" y="2"/>
                    <a:pt x="9" y="3"/>
                  </a:cubicBezTo>
                  <a:cubicBezTo>
                    <a:pt x="8" y="4"/>
                    <a:pt x="6" y="4"/>
                    <a:pt x="5" y="5"/>
                  </a:cubicBezTo>
                  <a:cubicBezTo>
                    <a:pt x="4" y="6"/>
                    <a:pt x="2" y="7"/>
                    <a:pt x="0" y="8"/>
                  </a:cubicBezTo>
                  <a:cubicBezTo>
                    <a:pt x="2" y="8"/>
                    <a:pt x="5" y="7"/>
                    <a:pt x="6" y="6"/>
                  </a:cubicBezTo>
                  <a:cubicBezTo>
                    <a:pt x="9" y="5"/>
                    <a:pt x="12" y="4"/>
                    <a:pt x="13" y="2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7" name="Freeform 92">
              <a:extLst>
                <a:ext uri="{FF2B5EF4-FFF2-40B4-BE49-F238E27FC236}">
                  <a16:creationId xmlns:a16="http://schemas.microsoft.com/office/drawing/2014/main" id="{2871D153-4409-44E1-82E1-2AD759466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519"/>
              <a:ext cx="27" cy="13"/>
            </a:xfrm>
            <a:custGeom>
              <a:avLst/>
              <a:gdLst>
                <a:gd name="T0" fmla="*/ 81 w 15"/>
                <a:gd name="T1" fmla="*/ 0 h 7"/>
                <a:gd name="T2" fmla="*/ 41 w 15"/>
                <a:gd name="T3" fmla="*/ 24 h 7"/>
                <a:gd name="T4" fmla="*/ 0 w 15"/>
                <a:gd name="T5" fmla="*/ 37 h 7"/>
                <a:gd name="T6" fmla="*/ 41 w 15"/>
                <a:gd name="T7" fmla="*/ 37 h 7"/>
                <a:gd name="T8" fmla="*/ 58 w 15"/>
                <a:gd name="T9" fmla="*/ 24 h 7"/>
                <a:gd name="T10" fmla="*/ 74 w 15"/>
                <a:gd name="T11" fmla="*/ 13 h 7"/>
                <a:gd name="T12" fmla="*/ 88 w 15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7">
                  <a:moveTo>
                    <a:pt x="14" y="0"/>
                  </a:moveTo>
                  <a:cubicBezTo>
                    <a:pt x="11" y="0"/>
                    <a:pt x="9" y="3"/>
                    <a:pt x="7" y="4"/>
                  </a:cubicBezTo>
                  <a:cubicBezTo>
                    <a:pt x="5" y="6"/>
                    <a:pt x="3" y="6"/>
                    <a:pt x="0" y="6"/>
                  </a:cubicBezTo>
                  <a:cubicBezTo>
                    <a:pt x="2" y="7"/>
                    <a:pt x="5" y="6"/>
                    <a:pt x="7" y="6"/>
                  </a:cubicBezTo>
                  <a:cubicBezTo>
                    <a:pt x="8" y="6"/>
                    <a:pt x="9" y="5"/>
                    <a:pt x="10" y="4"/>
                  </a:cubicBezTo>
                  <a:cubicBezTo>
                    <a:pt x="11" y="4"/>
                    <a:pt x="12" y="3"/>
                    <a:pt x="13" y="2"/>
                  </a:cubicBezTo>
                  <a:cubicBezTo>
                    <a:pt x="13" y="2"/>
                    <a:pt x="15" y="1"/>
                    <a:pt x="15" y="0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8" name="Freeform 93">
              <a:extLst>
                <a:ext uri="{FF2B5EF4-FFF2-40B4-BE49-F238E27FC236}">
                  <a16:creationId xmlns:a16="http://schemas.microsoft.com/office/drawing/2014/main" id="{9A02A30F-B3ED-49D1-A278-E9595FFD7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523"/>
              <a:ext cx="35" cy="21"/>
            </a:xfrm>
            <a:custGeom>
              <a:avLst/>
              <a:gdLst>
                <a:gd name="T0" fmla="*/ 86 w 20"/>
                <a:gd name="T1" fmla="*/ 0 h 11"/>
                <a:gd name="T2" fmla="*/ 70 w 20"/>
                <a:gd name="T3" fmla="*/ 29 h 11"/>
                <a:gd name="T4" fmla="*/ 56 w 20"/>
                <a:gd name="T5" fmla="*/ 55 h 11"/>
                <a:gd name="T6" fmla="*/ 28 w 20"/>
                <a:gd name="T7" fmla="*/ 69 h 11"/>
                <a:gd name="T8" fmla="*/ 12 w 20"/>
                <a:gd name="T9" fmla="*/ 69 h 11"/>
                <a:gd name="T10" fmla="*/ 0 w 20"/>
                <a:gd name="T11" fmla="*/ 61 h 11"/>
                <a:gd name="T12" fmla="*/ 49 w 20"/>
                <a:gd name="T13" fmla="*/ 76 h 11"/>
                <a:gd name="T14" fmla="*/ 70 w 20"/>
                <a:gd name="T15" fmla="*/ 61 h 11"/>
                <a:gd name="T16" fmla="*/ 81 w 20"/>
                <a:gd name="T17" fmla="*/ 48 h 11"/>
                <a:gd name="T18" fmla="*/ 107 w 20"/>
                <a:gd name="T19" fmla="*/ 1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1">
                  <a:moveTo>
                    <a:pt x="16" y="0"/>
                  </a:moveTo>
                  <a:cubicBezTo>
                    <a:pt x="16" y="1"/>
                    <a:pt x="14" y="2"/>
                    <a:pt x="13" y="4"/>
                  </a:cubicBezTo>
                  <a:cubicBezTo>
                    <a:pt x="12" y="5"/>
                    <a:pt x="12" y="7"/>
                    <a:pt x="10" y="8"/>
                  </a:cubicBezTo>
                  <a:cubicBezTo>
                    <a:pt x="8" y="9"/>
                    <a:pt x="6" y="10"/>
                    <a:pt x="5" y="10"/>
                  </a:cubicBezTo>
                  <a:cubicBezTo>
                    <a:pt x="4" y="10"/>
                    <a:pt x="3" y="10"/>
                    <a:pt x="2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1" y="11"/>
                    <a:pt x="7" y="11"/>
                    <a:pt x="9" y="11"/>
                  </a:cubicBezTo>
                  <a:cubicBezTo>
                    <a:pt x="10" y="11"/>
                    <a:pt x="11" y="10"/>
                    <a:pt x="13" y="9"/>
                  </a:cubicBezTo>
                  <a:cubicBezTo>
                    <a:pt x="14" y="8"/>
                    <a:pt x="14" y="7"/>
                    <a:pt x="15" y="7"/>
                  </a:cubicBezTo>
                  <a:cubicBezTo>
                    <a:pt x="17" y="5"/>
                    <a:pt x="19" y="4"/>
                    <a:pt x="20" y="2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9" name="Freeform 94">
              <a:extLst>
                <a:ext uri="{FF2B5EF4-FFF2-40B4-BE49-F238E27FC236}">
                  <a16:creationId xmlns:a16="http://schemas.microsoft.com/office/drawing/2014/main" id="{90A88E5A-5DF6-44CA-80C0-2E7EEE36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456"/>
              <a:ext cx="27" cy="12"/>
            </a:xfrm>
            <a:custGeom>
              <a:avLst/>
              <a:gdLst>
                <a:gd name="T0" fmla="*/ 0 w 15"/>
                <a:gd name="T1" fmla="*/ 40 h 6"/>
                <a:gd name="T2" fmla="*/ 29 w 15"/>
                <a:gd name="T3" fmla="*/ 24 h 6"/>
                <a:gd name="T4" fmla="*/ 65 w 15"/>
                <a:gd name="T5" fmla="*/ 16 h 6"/>
                <a:gd name="T6" fmla="*/ 74 w 15"/>
                <a:gd name="T7" fmla="*/ 0 h 6"/>
                <a:gd name="T8" fmla="*/ 88 w 15"/>
                <a:gd name="T9" fmla="*/ 8 h 6"/>
                <a:gd name="T10" fmla="*/ 81 w 15"/>
                <a:gd name="T11" fmla="*/ 16 h 6"/>
                <a:gd name="T12" fmla="*/ 81 w 15"/>
                <a:gd name="T13" fmla="*/ 32 h 6"/>
                <a:gd name="T14" fmla="*/ 81 w 15"/>
                <a:gd name="T15" fmla="*/ 48 h 6"/>
                <a:gd name="T16" fmla="*/ 65 w 15"/>
                <a:gd name="T17" fmla="*/ 40 h 6"/>
                <a:gd name="T18" fmla="*/ 41 w 15"/>
                <a:gd name="T19" fmla="*/ 40 h 6"/>
                <a:gd name="T20" fmla="*/ 7 w 15"/>
                <a:gd name="T21" fmla="*/ 32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6">
                  <a:moveTo>
                    <a:pt x="0" y="5"/>
                  </a:moveTo>
                  <a:cubicBezTo>
                    <a:pt x="2" y="4"/>
                    <a:pt x="3" y="3"/>
                    <a:pt x="5" y="3"/>
                  </a:cubicBezTo>
                  <a:cubicBezTo>
                    <a:pt x="7" y="3"/>
                    <a:pt x="9" y="2"/>
                    <a:pt x="11" y="2"/>
                  </a:cubicBezTo>
                  <a:cubicBezTo>
                    <a:pt x="12" y="1"/>
                    <a:pt x="12" y="0"/>
                    <a:pt x="13" y="0"/>
                  </a:cubicBezTo>
                  <a:cubicBezTo>
                    <a:pt x="14" y="0"/>
                    <a:pt x="15" y="1"/>
                    <a:pt x="15" y="1"/>
                  </a:cubicBezTo>
                  <a:cubicBezTo>
                    <a:pt x="15" y="1"/>
                    <a:pt x="15" y="2"/>
                    <a:pt x="14" y="2"/>
                  </a:cubicBezTo>
                  <a:cubicBezTo>
                    <a:pt x="14" y="3"/>
                    <a:pt x="14" y="3"/>
                    <a:pt x="14" y="4"/>
                  </a:cubicBezTo>
                  <a:cubicBezTo>
                    <a:pt x="14" y="4"/>
                    <a:pt x="14" y="5"/>
                    <a:pt x="14" y="6"/>
                  </a:cubicBezTo>
                  <a:cubicBezTo>
                    <a:pt x="13" y="6"/>
                    <a:pt x="11" y="5"/>
                    <a:pt x="11" y="5"/>
                  </a:cubicBezTo>
                  <a:cubicBezTo>
                    <a:pt x="10" y="5"/>
                    <a:pt x="9" y="5"/>
                    <a:pt x="7" y="5"/>
                  </a:cubicBezTo>
                  <a:cubicBezTo>
                    <a:pt x="5" y="4"/>
                    <a:pt x="3" y="4"/>
                    <a:pt x="1" y="4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0" name="Freeform 95">
              <a:extLst>
                <a:ext uri="{FF2B5EF4-FFF2-40B4-BE49-F238E27FC236}">
                  <a16:creationId xmlns:a16="http://schemas.microsoft.com/office/drawing/2014/main" id="{A35B2945-267A-4C1A-ACD3-A6F9C7A9F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447"/>
              <a:ext cx="23" cy="7"/>
            </a:xfrm>
            <a:custGeom>
              <a:avLst/>
              <a:gdLst>
                <a:gd name="T0" fmla="*/ 0 w 13"/>
                <a:gd name="T1" fmla="*/ 16 h 4"/>
                <a:gd name="T2" fmla="*/ 16 w 13"/>
                <a:gd name="T3" fmla="*/ 21 h 4"/>
                <a:gd name="T4" fmla="*/ 37 w 13"/>
                <a:gd name="T5" fmla="*/ 21 h 4"/>
                <a:gd name="T6" fmla="*/ 57 w 13"/>
                <a:gd name="T7" fmla="*/ 21 h 4"/>
                <a:gd name="T8" fmla="*/ 73 w 13"/>
                <a:gd name="T9" fmla="*/ 16 h 4"/>
                <a:gd name="T10" fmla="*/ 60 w 13"/>
                <a:gd name="T11" fmla="*/ 16 h 4"/>
                <a:gd name="T12" fmla="*/ 50 w 13"/>
                <a:gd name="T13" fmla="*/ 12 h 4"/>
                <a:gd name="T14" fmla="*/ 28 w 13"/>
                <a:gd name="T15" fmla="*/ 0 h 4"/>
                <a:gd name="T16" fmla="*/ 34 w 13"/>
                <a:gd name="T17" fmla="*/ 12 h 4"/>
                <a:gd name="T18" fmla="*/ 16 w 13"/>
                <a:gd name="T19" fmla="*/ 16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4">
                  <a:moveTo>
                    <a:pt x="0" y="3"/>
                  </a:move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6" y="4"/>
                    <a:pt x="7" y="4"/>
                  </a:cubicBezTo>
                  <a:cubicBezTo>
                    <a:pt x="8" y="4"/>
                    <a:pt x="9" y="4"/>
                    <a:pt x="10" y="4"/>
                  </a:cubicBezTo>
                  <a:cubicBezTo>
                    <a:pt x="11" y="4"/>
                    <a:pt x="12" y="4"/>
                    <a:pt x="13" y="3"/>
                  </a:cubicBezTo>
                  <a:cubicBezTo>
                    <a:pt x="12" y="3"/>
                    <a:pt x="12" y="3"/>
                    <a:pt x="11" y="3"/>
                  </a:cubicBezTo>
                  <a:cubicBezTo>
                    <a:pt x="10" y="3"/>
                    <a:pt x="10" y="2"/>
                    <a:pt x="9" y="2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5" y="1"/>
                    <a:pt x="7" y="1"/>
                    <a:pt x="6" y="2"/>
                  </a:cubicBezTo>
                  <a:cubicBezTo>
                    <a:pt x="6" y="3"/>
                    <a:pt x="4" y="3"/>
                    <a:pt x="3" y="3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1" name="Freeform 96">
              <a:extLst>
                <a:ext uri="{FF2B5EF4-FFF2-40B4-BE49-F238E27FC236}">
                  <a16:creationId xmlns:a16="http://schemas.microsoft.com/office/drawing/2014/main" id="{987878A1-9E4D-46A5-B6DE-A880A5E0F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454"/>
              <a:ext cx="21" cy="4"/>
            </a:xfrm>
            <a:custGeom>
              <a:avLst/>
              <a:gdLst>
                <a:gd name="T0" fmla="*/ 0 w 12"/>
                <a:gd name="T1" fmla="*/ 16 h 2"/>
                <a:gd name="T2" fmla="*/ 21 w 12"/>
                <a:gd name="T3" fmla="*/ 16 h 2"/>
                <a:gd name="T4" fmla="*/ 44 w 12"/>
                <a:gd name="T5" fmla="*/ 8 h 2"/>
                <a:gd name="T6" fmla="*/ 58 w 12"/>
                <a:gd name="T7" fmla="*/ 0 h 2"/>
                <a:gd name="T8" fmla="*/ 56 w 12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1" y="2"/>
                    <a:pt x="3" y="2"/>
                    <a:pt x="4" y="2"/>
                  </a:cubicBezTo>
                  <a:cubicBezTo>
                    <a:pt x="5" y="1"/>
                    <a:pt x="6" y="1"/>
                    <a:pt x="8" y="1"/>
                  </a:cubicBezTo>
                  <a:cubicBezTo>
                    <a:pt x="8" y="1"/>
                    <a:pt x="11" y="0"/>
                    <a:pt x="11" y="0"/>
                  </a:cubicBezTo>
                  <a:cubicBezTo>
                    <a:pt x="12" y="0"/>
                    <a:pt x="10" y="2"/>
                    <a:pt x="10" y="2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2" name="Freeform 97">
              <a:extLst>
                <a:ext uri="{FF2B5EF4-FFF2-40B4-BE49-F238E27FC236}">
                  <a16:creationId xmlns:a16="http://schemas.microsoft.com/office/drawing/2014/main" id="{5F6BAFA9-F79F-4027-BDAB-548528B9B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451"/>
              <a:ext cx="38" cy="108"/>
            </a:xfrm>
            <a:custGeom>
              <a:avLst/>
              <a:gdLst>
                <a:gd name="T0" fmla="*/ 81 w 21"/>
                <a:gd name="T1" fmla="*/ 15 h 57"/>
                <a:gd name="T2" fmla="*/ 101 w 21"/>
                <a:gd name="T3" fmla="*/ 0 h 57"/>
                <a:gd name="T4" fmla="*/ 112 w 21"/>
                <a:gd name="T5" fmla="*/ 21 h 57"/>
                <a:gd name="T6" fmla="*/ 94 w 21"/>
                <a:gd name="T7" fmla="*/ 61 h 57"/>
                <a:gd name="T8" fmla="*/ 101 w 21"/>
                <a:gd name="T9" fmla="*/ 89 h 57"/>
                <a:gd name="T10" fmla="*/ 125 w 21"/>
                <a:gd name="T11" fmla="*/ 108 h 57"/>
                <a:gd name="T12" fmla="*/ 125 w 21"/>
                <a:gd name="T13" fmla="*/ 121 h 57"/>
                <a:gd name="T14" fmla="*/ 109 w 21"/>
                <a:gd name="T15" fmla="*/ 169 h 57"/>
                <a:gd name="T16" fmla="*/ 89 w 21"/>
                <a:gd name="T17" fmla="*/ 212 h 57"/>
                <a:gd name="T18" fmla="*/ 89 w 21"/>
                <a:gd name="T19" fmla="*/ 229 h 57"/>
                <a:gd name="T20" fmla="*/ 78 w 21"/>
                <a:gd name="T21" fmla="*/ 265 h 57"/>
                <a:gd name="T22" fmla="*/ 81 w 21"/>
                <a:gd name="T23" fmla="*/ 288 h 57"/>
                <a:gd name="T24" fmla="*/ 78 w 21"/>
                <a:gd name="T25" fmla="*/ 305 h 57"/>
                <a:gd name="T26" fmla="*/ 78 w 21"/>
                <a:gd name="T27" fmla="*/ 320 h 57"/>
                <a:gd name="T28" fmla="*/ 45 w 21"/>
                <a:gd name="T29" fmla="*/ 349 h 57"/>
                <a:gd name="T30" fmla="*/ 13 w 21"/>
                <a:gd name="T31" fmla="*/ 388 h 57"/>
                <a:gd name="T32" fmla="*/ 13 w 21"/>
                <a:gd name="T33" fmla="*/ 290 h 57"/>
                <a:gd name="T34" fmla="*/ 43 w 21"/>
                <a:gd name="T35" fmla="*/ 89 h 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" h="57">
                  <a:moveTo>
                    <a:pt x="14" y="2"/>
                  </a:moveTo>
                  <a:cubicBezTo>
                    <a:pt x="15" y="1"/>
                    <a:pt x="16" y="1"/>
                    <a:pt x="17" y="0"/>
                  </a:cubicBezTo>
                  <a:cubicBezTo>
                    <a:pt x="15" y="1"/>
                    <a:pt x="16" y="4"/>
                    <a:pt x="19" y="3"/>
                  </a:cubicBezTo>
                  <a:cubicBezTo>
                    <a:pt x="17" y="4"/>
                    <a:pt x="15" y="7"/>
                    <a:pt x="16" y="9"/>
                  </a:cubicBezTo>
                  <a:cubicBezTo>
                    <a:pt x="14" y="10"/>
                    <a:pt x="14" y="15"/>
                    <a:pt x="17" y="13"/>
                  </a:cubicBezTo>
                  <a:cubicBezTo>
                    <a:pt x="16" y="15"/>
                    <a:pt x="20" y="16"/>
                    <a:pt x="21" y="16"/>
                  </a:cubicBezTo>
                  <a:cubicBezTo>
                    <a:pt x="21" y="16"/>
                    <a:pt x="21" y="17"/>
                    <a:pt x="21" y="18"/>
                  </a:cubicBezTo>
                  <a:cubicBezTo>
                    <a:pt x="19" y="21"/>
                    <a:pt x="17" y="21"/>
                    <a:pt x="18" y="25"/>
                  </a:cubicBezTo>
                  <a:cubicBezTo>
                    <a:pt x="16" y="25"/>
                    <a:pt x="15" y="30"/>
                    <a:pt x="15" y="31"/>
                  </a:cubicBezTo>
                  <a:cubicBezTo>
                    <a:pt x="15" y="32"/>
                    <a:pt x="15" y="33"/>
                    <a:pt x="15" y="34"/>
                  </a:cubicBezTo>
                  <a:cubicBezTo>
                    <a:pt x="15" y="36"/>
                    <a:pt x="13" y="37"/>
                    <a:pt x="13" y="39"/>
                  </a:cubicBezTo>
                  <a:cubicBezTo>
                    <a:pt x="13" y="40"/>
                    <a:pt x="14" y="41"/>
                    <a:pt x="14" y="42"/>
                  </a:cubicBezTo>
                  <a:cubicBezTo>
                    <a:pt x="14" y="43"/>
                    <a:pt x="13" y="43"/>
                    <a:pt x="13" y="45"/>
                  </a:cubicBezTo>
                  <a:cubicBezTo>
                    <a:pt x="12" y="46"/>
                    <a:pt x="13" y="46"/>
                    <a:pt x="13" y="47"/>
                  </a:cubicBezTo>
                  <a:cubicBezTo>
                    <a:pt x="12" y="48"/>
                    <a:pt x="9" y="50"/>
                    <a:pt x="8" y="51"/>
                  </a:cubicBezTo>
                  <a:cubicBezTo>
                    <a:pt x="6" y="52"/>
                    <a:pt x="5" y="55"/>
                    <a:pt x="2" y="57"/>
                  </a:cubicBezTo>
                  <a:cubicBezTo>
                    <a:pt x="0" y="53"/>
                    <a:pt x="1" y="47"/>
                    <a:pt x="2" y="43"/>
                  </a:cubicBezTo>
                  <a:cubicBezTo>
                    <a:pt x="3" y="33"/>
                    <a:pt x="4" y="22"/>
                    <a:pt x="7" y="13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3" name="Freeform 98">
              <a:extLst>
                <a:ext uri="{FF2B5EF4-FFF2-40B4-BE49-F238E27FC236}">
                  <a16:creationId xmlns:a16="http://schemas.microsoft.com/office/drawing/2014/main" id="{B176D4D3-1293-44DD-AAA0-24F6A8B17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540"/>
              <a:ext cx="52" cy="82"/>
            </a:xfrm>
            <a:custGeom>
              <a:avLst/>
              <a:gdLst>
                <a:gd name="T0" fmla="*/ 102 w 29"/>
                <a:gd name="T1" fmla="*/ 0 h 43"/>
                <a:gd name="T2" fmla="*/ 109 w 29"/>
                <a:gd name="T3" fmla="*/ 40 h 43"/>
                <a:gd name="T4" fmla="*/ 102 w 29"/>
                <a:gd name="T5" fmla="*/ 84 h 43"/>
                <a:gd name="T6" fmla="*/ 93 w 29"/>
                <a:gd name="T7" fmla="*/ 132 h 43"/>
                <a:gd name="T8" fmla="*/ 102 w 29"/>
                <a:gd name="T9" fmla="*/ 160 h 43"/>
                <a:gd name="T10" fmla="*/ 122 w 29"/>
                <a:gd name="T11" fmla="*/ 181 h 43"/>
                <a:gd name="T12" fmla="*/ 133 w 29"/>
                <a:gd name="T13" fmla="*/ 215 h 43"/>
                <a:gd name="T14" fmla="*/ 151 w 29"/>
                <a:gd name="T15" fmla="*/ 229 h 43"/>
                <a:gd name="T16" fmla="*/ 161 w 29"/>
                <a:gd name="T17" fmla="*/ 252 h 43"/>
                <a:gd name="T18" fmla="*/ 138 w 29"/>
                <a:gd name="T19" fmla="*/ 261 h 43"/>
                <a:gd name="T20" fmla="*/ 65 w 29"/>
                <a:gd name="T21" fmla="*/ 277 h 43"/>
                <a:gd name="T22" fmla="*/ 0 w 29"/>
                <a:gd name="T23" fmla="*/ 284 h 43"/>
                <a:gd name="T24" fmla="*/ 7 w 29"/>
                <a:gd name="T25" fmla="*/ 252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" h="43">
                  <a:moveTo>
                    <a:pt x="18" y="0"/>
                  </a:moveTo>
                  <a:cubicBezTo>
                    <a:pt x="17" y="2"/>
                    <a:pt x="18" y="4"/>
                    <a:pt x="19" y="6"/>
                  </a:cubicBezTo>
                  <a:cubicBezTo>
                    <a:pt x="17" y="7"/>
                    <a:pt x="16" y="11"/>
                    <a:pt x="18" y="12"/>
                  </a:cubicBezTo>
                  <a:cubicBezTo>
                    <a:pt x="16" y="14"/>
                    <a:pt x="16" y="16"/>
                    <a:pt x="16" y="19"/>
                  </a:cubicBezTo>
                  <a:cubicBezTo>
                    <a:pt x="16" y="20"/>
                    <a:pt x="15" y="23"/>
                    <a:pt x="18" y="23"/>
                  </a:cubicBezTo>
                  <a:cubicBezTo>
                    <a:pt x="18" y="25"/>
                    <a:pt x="19" y="26"/>
                    <a:pt x="21" y="26"/>
                  </a:cubicBezTo>
                  <a:cubicBezTo>
                    <a:pt x="20" y="28"/>
                    <a:pt x="20" y="30"/>
                    <a:pt x="23" y="31"/>
                  </a:cubicBezTo>
                  <a:cubicBezTo>
                    <a:pt x="22" y="32"/>
                    <a:pt x="24" y="34"/>
                    <a:pt x="26" y="33"/>
                  </a:cubicBezTo>
                  <a:cubicBezTo>
                    <a:pt x="27" y="35"/>
                    <a:pt x="29" y="35"/>
                    <a:pt x="28" y="36"/>
                  </a:cubicBezTo>
                  <a:cubicBezTo>
                    <a:pt x="26" y="38"/>
                    <a:pt x="25" y="39"/>
                    <a:pt x="24" y="38"/>
                  </a:cubicBezTo>
                  <a:cubicBezTo>
                    <a:pt x="20" y="38"/>
                    <a:pt x="15" y="39"/>
                    <a:pt x="11" y="40"/>
                  </a:cubicBezTo>
                  <a:cubicBezTo>
                    <a:pt x="8" y="40"/>
                    <a:pt x="4" y="43"/>
                    <a:pt x="0" y="41"/>
                  </a:cubicBezTo>
                  <a:cubicBezTo>
                    <a:pt x="0" y="39"/>
                    <a:pt x="1" y="38"/>
                    <a:pt x="1" y="36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4" name="Freeform 99">
              <a:extLst>
                <a:ext uri="{FF2B5EF4-FFF2-40B4-BE49-F238E27FC236}">
                  <a16:creationId xmlns:a16="http://schemas.microsoft.com/office/drawing/2014/main" id="{3F26A1BE-9AF4-4B18-9387-6733FE5D7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540"/>
              <a:ext cx="15" cy="29"/>
            </a:xfrm>
            <a:custGeom>
              <a:avLst/>
              <a:gdLst>
                <a:gd name="T0" fmla="*/ 53 w 8"/>
                <a:gd name="T1" fmla="*/ 37 h 15"/>
                <a:gd name="T2" fmla="*/ 32 w 8"/>
                <a:gd name="T3" fmla="*/ 0 h 15"/>
                <a:gd name="T4" fmla="*/ 0 w 8"/>
                <a:gd name="T5" fmla="*/ 52 h 15"/>
                <a:gd name="T6" fmla="*/ 28 w 8"/>
                <a:gd name="T7" fmla="*/ 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8" y="5"/>
                  </a:moveTo>
                  <a:cubicBezTo>
                    <a:pt x="7" y="3"/>
                    <a:pt x="8" y="0"/>
                    <a:pt x="5" y="0"/>
                  </a:cubicBezTo>
                  <a:cubicBezTo>
                    <a:pt x="2" y="1"/>
                    <a:pt x="0" y="5"/>
                    <a:pt x="0" y="7"/>
                  </a:cubicBezTo>
                  <a:cubicBezTo>
                    <a:pt x="0" y="9"/>
                    <a:pt x="2" y="15"/>
                    <a:pt x="4" y="12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5" name="Freeform 100">
              <a:extLst>
                <a:ext uri="{FF2B5EF4-FFF2-40B4-BE49-F238E27FC236}">
                  <a16:creationId xmlns:a16="http://schemas.microsoft.com/office/drawing/2014/main" id="{DA711B1F-7D9F-4A2D-B536-4E96CA525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03"/>
              <a:ext cx="67" cy="11"/>
            </a:xfrm>
            <a:custGeom>
              <a:avLst/>
              <a:gdLst>
                <a:gd name="T0" fmla="*/ 93 w 38"/>
                <a:gd name="T1" fmla="*/ 7 h 6"/>
                <a:gd name="T2" fmla="*/ 122 w 38"/>
                <a:gd name="T3" fmla="*/ 7 h 6"/>
                <a:gd name="T4" fmla="*/ 152 w 38"/>
                <a:gd name="T5" fmla="*/ 13 h 6"/>
                <a:gd name="T6" fmla="*/ 208 w 38"/>
                <a:gd name="T7" fmla="*/ 13 h 6"/>
                <a:gd name="T8" fmla="*/ 138 w 38"/>
                <a:gd name="T9" fmla="*/ 31 h 6"/>
                <a:gd name="T10" fmla="*/ 78 w 38"/>
                <a:gd name="T11" fmla="*/ 37 h 6"/>
                <a:gd name="T12" fmla="*/ 44 w 38"/>
                <a:gd name="T13" fmla="*/ 31 h 6"/>
                <a:gd name="T14" fmla="*/ 0 w 38"/>
                <a:gd name="T15" fmla="*/ 3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6">
                  <a:moveTo>
                    <a:pt x="17" y="1"/>
                  </a:moveTo>
                  <a:cubicBezTo>
                    <a:pt x="19" y="1"/>
                    <a:pt x="21" y="0"/>
                    <a:pt x="22" y="1"/>
                  </a:cubicBezTo>
                  <a:cubicBezTo>
                    <a:pt x="24" y="1"/>
                    <a:pt x="26" y="2"/>
                    <a:pt x="28" y="2"/>
                  </a:cubicBezTo>
                  <a:cubicBezTo>
                    <a:pt x="31" y="2"/>
                    <a:pt x="35" y="3"/>
                    <a:pt x="38" y="2"/>
                  </a:cubicBezTo>
                  <a:cubicBezTo>
                    <a:pt x="34" y="2"/>
                    <a:pt x="29" y="5"/>
                    <a:pt x="25" y="5"/>
                  </a:cubicBezTo>
                  <a:cubicBezTo>
                    <a:pt x="21" y="6"/>
                    <a:pt x="18" y="6"/>
                    <a:pt x="14" y="6"/>
                  </a:cubicBezTo>
                  <a:cubicBezTo>
                    <a:pt x="12" y="5"/>
                    <a:pt x="11" y="5"/>
                    <a:pt x="8" y="5"/>
                  </a:cubicBezTo>
                  <a:cubicBezTo>
                    <a:pt x="6" y="5"/>
                    <a:pt x="2" y="6"/>
                    <a:pt x="0" y="5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6" name="Freeform 101">
              <a:extLst>
                <a:ext uri="{FF2B5EF4-FFF2-40B4-BE49-F238E27FC236}">
                  <a16:creationId xmlns:a16="http://schemas.microsoft.com/office/drawing/2014/main" id="{A14E7B10-308E-4011-BA49-1DB0E0EB9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496"/>
              <a:ext cx="41" cy="25"/>
            </a:xfrm>
            <a:custGeom>
              <a:avLst/>
              <a:gdLst>
                <a:gd name="T0" fmla="*/ 130 w 23"/>
                <a:gd name="T1" fmla="*/ 0 h 13"/>
                <a:gd name="T2" fmla="*/ 0 w 23"/>
                <a:gd name="T3" fmla="*/ 92 h 13"/>
                <a:gd name="T4" fmla="*/ 109 w 23"/>
                <a:gd name="T5" fmla="*/ 44 h 13"/>
                <a:gd name="T6" fmla="*/ 130 w 23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23" y="0"/>
                  </a:moveTo>
                  <a:cubicBezTo>
                    <a:pt x="19" y="3"/>
                    <a:pt x="4" y="11"/>
                    <a:pt x="0" y="13"/>
                  </a:cubicBezTo>
                  <a:cubicBezTo>
                    <a:pt x="5" y="11"/>
                    <a:pt x="15" y="7"/>
                    <a:pt x="19" y="6"/>
                  </a:cubicBezTo>
                  <a:cubicBezTo>
                    <a:pt x="15" y="7"/>
                    <a:pt x="13" y="8"/>
                    <a:pt x="23" y="0"/>
                  </a:cubicBezTo>
                  <a:close/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7" name="Freeform 102">
              <a:extLst>
                <a:ext uri="{FF2B5EF4-FFF2-40B4-BE49-F238E27FC236}">
                  <a16:creationId xmlns:a16="http://schemas.microsoft.com/office/drawing/2014/main" id="{92F6FA5F-F221-4CF4-A84E-F96C14E1E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542"/>
              <a:ext cx="15" cy="6"/>
            </a:xfrm>
            <a:custGeom>
              <a:avLst/>
              <a:gdLst>
                <a:gd name="T0" fmla="*/ 0 w 8"/>
                <a:gd name="T1" fmla="*/ 24 h 3"/>
                <a:gd name="T2" fmla="*/ 53 w 8"/>
                <a:gd name="T3" fmla="*/ 0 h 3"/>
                <a:gd name="T4" fmla="*/ 53 w 8"/>
                <a:gd name="T5" fmla="*/ 8 h 3"/>
                <a:gd name="T6" fmla="*/ 21 w 8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2"/>
                    <a:pt x="6" y="1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7" y="1"/>
                    <a:pt x="4" y="1"/>
                    <a:pt x="3" y="2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8" name="Freeform 103">
              <a:extLst>
                <a:ext uri="{FF2B5EF4-FFF2-40B4-BE49-F238E27FC236}">
                  <a16:creationId xmlns:a16="http://schemas.microsoft.com/office/drawing/2014/main" id="{68F04BF8-52A3-44F2-8123-1E09EF441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466"/>
              <a:ext cx="25" cy="44"/>
            </a:xfrm>
            <a:custGeom>
              <a:avLst/>
              <a:gdLst>
                <a:gd name="T0" fmla="*/ 0 w 14"/>
                <a:gd name="T1" fmla="*/ 0 h 23"/>
                <a:gd name="T2" fmla="*/ 52 w 14"/>
                <a:gd name="T3" fmla="*/ 15 h 23"/>
                <a:gd name="T4" fmla="*/ 64 w 14"/>
                <a:gd name="T5" fmla="*/ 55 h 23"/>
                <a:gd name="T6" fmla="*/ 80 w 14"/>
                <a:gd name="T7" fmla="*/ 92 h 23"/>
                <a:gd name="T8" fmla="*/ 80 w 14"/>
                <a:gd name="T9" fmla="*/ 124 h 23"/>
                <a:gd name="T10" fmla="*/ 73 w 14"/>
                <a:gd name="T11" fmla="*/ 161 h 23"/>
                <a:gd name="T12" fmla="*/ 23 w 14"/>
                <a:gd name="T13" fmla="*/ 132 h 23"/>
                <a:gd name="T14" fmla="*/ 52 w 14"/>
                <a:gd name="T15" fmla="*/ 121 h 23"/>
                <a:gd name="T16" fmla="*/ 29 w 14"/>
                <a:gd name="T17" fmla="*/ 105 h 23"/>
                <a:gd name="T18" fmla="*/ 41 w 14"/>
                <a:gd name="T19" fmla="*/ 55 h 23"/>
                <a:gd name="T20" fmla="*/ 23 w 14"/>
                <a:gd name="T21" fmla="*/ 8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3" y="2"/>
                    <a:pt x="7" y="0"/>
                    <a:pt x="9" y="2"/>
                  </a:cubicBezTo>
                  <a:cubicBezTo>
                    <a:pt x="7" y="4"/>
                    <a:pt x="10" y="6"/>
                    <a:pt x="11" y="8"/>
                  </a:cubicBezTo>
                  <a:cubicBezTo>
                    <a:pt x="9" y="10"/>
                    <a:pt x="12" y="11"/>
                    <a:pt x="14" y="13"/>
                  </a:cubicBezTo>
                  <a:cubicBezTo>
                    <a:pt x="11" y="14"/>
                    <a:pt x="12" y="16"/>
                    <a:pt x="14" y="18"/>
                  </a:cubicBezTo>
                  <a:cubicBezTo>
                    <a:pt x="12" y="18"/>
                    <a:pt x="11" y="22"/>
                    <a:pt x="13" y="23"/>
                  </a:cubicBezTo>
                  <a:cubicBezTo>
                    <a:pt x="10" y="22"/>
                    <a:pt x="7" y="20"/>
                    <a:pt x="4" y="19"/>
                  </a:cubicBezTo>
                  <a:cubicBezTo>
                    <a:pt x="5" y="19"/>
                    <a:pt x="10" y="19"/>
                    <a:pt x="9" y="17"/>
                  </a:cubicBezTo>
                  <a:cubicBezTo>
                    <a:pt x="8" y="16"/>
                    <a:pt x="6" y="15"/>
                    <a:pt x="5" y="15"/>
                  </a:cubicBezTo>
                  <a:cubicBezTo>
                    <a:pt x="7" y="13"/>
                    <a:pt x="7" y="10"/>
                    <a:pt x="7" y="8"/>
                  </a:cubicBezTo>
                  <a:cubicBezTo>
                    <a:pt x="7" y="6"/>
                    <a:pt x="5" y="2"/>
                    <a:pt x="4" y="1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9" name="Freeform 104">
              <a:extLst>
                <a:ext uri="{FF2B5EF4-FFF2-40B4-BE49-F238E27FC236}">
                  <a16:creationId xmlns:a16="http://schemas.microsoft.com/office/drawing/2014/main" id="{AF0E14AA-5026-4A3E-9534-9E5C5546F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504"/>
              <a:ext cx="14" cy="21"/>
            </a:xfrm>
            <a:custGeom>
              <a:avLst/>
              <a:gdLst>
                <a:gd name="T0" fmla="*/ 21 w 8"/>
                <a:gd name="T1" fmla="*/ 15 h 11"/>
                <a:gd name="T2" fmla="*/ 44 w 8"/>
                <a:gd name="T3" fmla="*/ 36 h 11"/>
                <a:gd name="T4" fmla="*/ 44 w 8"/>
                <a:gd name="T5" fmla="*/ 61 h 11"/>
                <a:gd name="T6" fmla="*/ 44 w 8"/>
                <a:gd name="T7" fmla="*/ 76 h 11"/>
                <a:gd name="T8" fmla="*/ 7 w 8"/>
                <a:gd name="T9" fmla="*/ 48 h 11"/>
                <a:gd name="T10" fmla="*/ 16 w 8"/>
                <a:gd name="T11" fmla="*/ 36 h 11"/>
                <a:gd name="T12" fmla="*/ 0 w 8"/>
                <a:gd name="T13" fmla="*/ 0 h 11"/>
                <a:gd name="T14" fmla="*/ 16 w 8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1">
                  <a:moveTo>
                    <a:pt x="4" y="2"/>
                  </a:moveTo>
                  <a:cubicBezTo>
                    <a:pt x="6" y="4"/>
                    <a:pt x="8" y="3"/>
                    <a:pt x="8" y="5"/>
                  </a:cubicBezTo>
                  <a:cubicBezTo>
                    <a:pt x="8" y="6"/>
                    <a:pt x="8" y="7"/>
                    <a:pt x="8" y="9"/>
                  </a:cubicBezTo>
                  <a:cubicBezTo>
                    <a:pt x="8" y="9"/>
                    <a:pt x="8" y="10"/>
                    <a:pt x="8" y="11"/>
                  </a:cubicBezTo>
                  <a:cubicBezTo>
                    <a:pt x="6" y="9"/>
                    <a:pt x="4" y="8"/>
                    <a:pt x="1" y="7"/>
                  </a:cubicBezTo>
                  <a:cubicBezTo>
                    <a:pt x="2" y="7"/>
                    <a:pt x="3" y="6"/>
                    <a:pt x="3" y="5"/>
                  </a:cubicBezTo>
                  <a:cubicBezTo>
                    <a:pt x="5" y="5"/>
                    <a:pt x="1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0" name="Freeform 105">
              <a:extLst>
                <a:ext uri="{FF2B5EF4-FFF2-40B4-BE49-F238E27FC236}">
                  <a16:creationId xmlns:a16="http://schemas.microsoft.com/office/drawing/2014/main" id="{588F1421-4A0F-4550-8E4A-7005322C3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453"/>
              <a:ext cx="21" cy="19"/>
            </a:xfrm>
            <a:custGeom>
              <a:avLst/>
              <a:gdLst>
                <a:gd name="T0" fmla="*/ 28 w 12"/>
                <a:gd name="T1" fmla="*/ 68 h 10"/>
                <a:gd name="T2" fmla="*/ 65 w 12"/>
                <a:gd name="T3" fmla="*/ 55 h 10"/>
                <a:gd name="T4" fmla="*/ 44 w 12"/>
                <a:gd name="T5" fmla="*/ 29 h 10"/>
                <a:gd name="T6" fmla="*/ 37 w 12"/>
                <a:gd name="T7" fmla="*/ 0 h 10"/>
                <a:gd name="T8" fmla="*/ 12 w 12"/>
                <a:gd name="T9" fmla="*/ 8 h 10"/>
                <a:gd name="T10" fmla="*/ 33 w 12"/>
                <a:gd name="T11" fmla="*/ 21 h 10"/>
                <a:gd name="T12" fmla="*/ 21 w 12"/>
                <a:gd name="T13" fmla="*/ 29 h 10"/>
                <a:gd name="T14" fmla="*/ 0 w 12"/>
                <a:gd name="T15" fmla="*/ 55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10">
                  <a:moveTo>
                    <a:pt x="5" y="10"/>
                  </a:moveTo>
                  <a:cubicBezTo>
                    <a:pt x="6" y="8"/>
                    <a:pt x="10" y="9"/>
                    <a:pt x="12" y="8"/>
                  </a:cubicBezTo>
                  <a:cubicBezTo>
                    <a:pt x="9" y="8"/>
                    <a:pt x="7" y="7"/>
                    <a:pt x="8" y="4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5" y="1"/>
                    <a:pt x="4" y="1"/>
                    <a:pt x="2" y="1"/>
                  </a:cubicBezTo>
                  <a:cubicBezTo>
                    <a:pt x="3" y="1"/>
                    <a:pt x="5" y="1"/>
                    <a:pt x="6" y="3"/>
                  </a:cubicBezTo>
                  <a:cubicBezTo>
                    <a:pt x="6" y="3"/>
                    <a:pt x="5" y="4"/>
                    <a:pt x="4" y="4"/>
                  </a:cubicBezTo>
                  <a:cubicBezTo>
                    <a:pt x="7" y="6"/>
                    <a:pt x="1" y="7"/>
                    <a:pt x="0" y="8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1" name="Freeform 106">
              <a:extLst>
                <a:ext uri="{FF2B5EF4-FFF2-40B4-BE49-F238E27FC236}">
                  <a16:creationId xmlns:a16="http://schemas.microsoft.com/office/drawing/2014/main" id="{F2A9856B-A364-4D32-804E-1DE50F0CF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517"/>
              <a:ext cx="22" cy="105"/>
            </a:xfrm>
            <a:custGeom>
              <a:avLst/>
              <a:gdLst>
                <a:gd name="T0" fmla="*/ 37 w 12"/>
                <a:gd name="T1" fmla="*/ 21 h 55"/>
                <a:gd name="T2" fmla="*/ 44 w 12"/>
                <a:gd name="T3" fmla="*/ 36 h 55"/>
                <a:gd name="T4" fmla="*/ 44 w 12"/>
                <a:gd name="T5" fmla="*/ 48 h 55"/>
                <a:gd name="T6" fmla="*/ 44 w 12"/>
                <a:gd name="T7" fmla="*/ 76 h 55"/>
                <a:gd name="T8" fmla="*/ 44 w 12"/>
                <a:gd name="T9" fmla="*/ 116 h 55"/>
                <a:gd name="T10" fmla="*/ 37 w 12"/>
                <a:gd name="T11" fmla="*/ 132 h 55"/>
                <a:gd name="T12" fmla="*/ 37 w 12"/>
                <a:gd name="T13" fmla="*/ 153 h 55"/>
                <a:gd name="T14" fmla="*/ 51 w 12"/>
                <a:gd name="T15" fmla="*/ 176 h 55"/>
                <a:gd name="T16" fmla="*/ 51 w 12"/>
                <a:gd name="T17" fmla="*/ 208 h 55"/>
                <a:gd name="T18" fmla="*/ 51 w 12"/>
                <a:gd name="T19" fmla="*/ 237 h 55"/>
                <a:gd name="T20" fmla="*/ 57 w 12"/>
                <a:gd name="T21" fmla="*/ 237 h 55"/>
                <a:gd name="T22" fmla="*/ 51 w 12"/>
                <a:gd name="T23" fmla="*/ 244 h 55"/>
                <a:gd name="T24" fmla="*/ 51 w 12"/>
                <a:gd name="T25" fmla="*/ 244 h 55"/>
                <a:gd name="T26" fmla="*/ 73 w 12"/>
                <a:gd name="T27" fmla="*/ 244 h 55"/>
                <a:gd name="T28" fmla="*/ 68 w 12"/>
                <a:gd name="T29" fmla="*/ 277 h 55"/>
                <a:gd name="T30" fmla="*/ 57 w 12"/>
                <a:gd name="T31" fmla="*/ 300 h 55"/>
                <a:gd name="T32" fmla="*/ 57 w 12"/>
                <a:gd name="T33" fmla="*/ 300 h 55"/>
                <a:gd name="T34" fmla="*/ 61 w 12"/>
                <a:gd name="T35" fmla="*/ 328 h 55"/>
                <a:gd name="T36" fmla="*/ 51 w 12"/>
                <a:gd name="T37" fmla="*/ 346 h 55"/>
                <a:gd name="T38" fmla="*/ 51 w 12"/>
                <a:gd name="T39" fmla="*/ 361 h 55"/>
                <a:gd name="T40" fmla="*/ 57 w 12"/>
                <a:gd name="T41" fmla="*/ 382 h 55"/>
                <a:gd name="T42" fmla="*/ 13 w 12"/>
                <a:gd name="T43" fmla="*/ 368 h 55"/>
                <a:gd name="T44" fmla="*/ 24 w 12"/>
                <a:gd name="T45" fmla="*/ 353 h 55"/>
                <a:gd name="T46" fmla="*/ 24 w 12"/>
                <a:gd name="T47" fmla="*/ 336 h 55"/>
                <a:gd name="T48" fmla="*/ 0 w 12"/>
                <a:gd name="T49" fmla="*/ 300 h 55"/>
                <a:gd name="T50" fmla="*/ 20 w 12"/>
                <a:gd name="T51" fmla="*/ 284 h 55"/>
                <a:gd name="T52" fmla="*/ 20 w 12"/>
                <a:gd name="T53" fmla="*/ 260 h 55"/>
                <a:gd name="T54" fmla="*/ 24 w 12"/>
                <a:gd name="T55" fmla="*/ 237 h 55"/>
                <a:gd name="T56" fmla="*/ 20 w 12"/>
                <a:gd name="T57" fmla="*/ 208 h 55"/>
                <a:gd name="T58" fmla="*/ 31 w 12"/>
                <a:gd name="T59" fmla="*/ 189 h 55"/>
                <a:gd name="T60" fmla="*/ 31 w 12"/>
                <a:gd name="T61" fmla="*/ 168 h 55"/>
                <a:gd name="T62" fmla="*/ 7 w 12"/>
                <a:gd name="T63" fmla="*/ 124 h 55"/>
                <a:gd name="T64" fmla="*/ 13 w 12"/>
                <a:gd name="T65" fmla="*/ 92 h 55"/>
                <a:gd name="T66" fmla="*/ 7 w 12"/>
                <a:gd name="T67" fmla="*/ 40 h 55"/>
                <a:gd name="T68" fmla="*/ 0 w 12"/>
                <a:gd name="T69" fmla="*/ 0 h 5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" h="55">
                  <a:moveTo>
                    <a:pt x="6" y="3"/>
                  </a:moveTo>
                  <a:cubicBezTo>
                    <a:pt x="6" y="4"/>
                    <a:pt x="7" y="4"/>
                    <a:pt x="7" y="5"/>
                  </a:cubicBezTo>
                  <a:cubicBezTo>
                    <a:pt x="7" y="6"/>
                    <a:pt x="7" y="6"/>
                    <a:pt x="7" y="7"/>
                  </a:cubicBezTo>
                  <a:cubicBezTo>
                    <a:pt x="6" y="8"/>
                    <a:pt x="6" y="10"/>
                    <a:pt x="7" y="11"/>
                  </a:cubicBezTo>
                  <a:cubicBezTo>
                    <a:pt x="4" y="11"/>
                    <a:pt x="7" y="16"/>
                    <a:pt x="7" y="17"/>
                  </a:cubicBezTo>
                  <a:cubicBezTo>
                    <a:pt x="7" y="18"/>
                    <a:pt x="6" y="18"/>
                    <a:pt x="6" y="19"/>
                  </a:cubicBezTo>
                  <a:cubicBezTo>
                    <a:pt x="6" y="20"/>
                    <a:pt x="6" y="21"/>
                    <a:pt x="6" y="22"/>
                  </a:cubicBezTo>
                  <a:cubicBezTo>
                    <a:pt x="7" y="23"/>
                    <a:pt x="8" y="24"/>
                    <a:pt x="8" y="25"/>
                  </a:cubicBezTo>
                  <a:cubicBezTo>
                    <a:pt x="6" y="26"/>
                    <a:pt x="7" y="29"/>
                    <a:pt x="8" y="30"/>
                  </a:cubicBezTo>
                  <a:cubicBezTo>
                    <a:pt x="7" y="31"/>
                    <a:pt x="8" y="33"/>
                    <a:pt x="8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4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35"/>
                    <a:pt x="10" y="35"/>
                    <a:pt x="12" y="35"/>
                  </a:cubicBezTo>
                  <a:cubicBezTo>
                    <a:pt x="8" y="36"/>
                    <a:pt x="10" y="38"/>
                    <a:pt x="11" y="40"/>
                  </a:cubicBezTo>
                  <a:cubicBezTo>
                    <a:pt x="9" y="40"/>
                    <a:pt x="8" y="41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7" y="43"/>
                    <a:pt x="9" y="47"/>
                    <a:pt x="10" y="47"/>
                  </a:cubicBezTo>
                  <a:cubicBezTo>
                    <a:pt x="7" y="47"/>
                    <a:pt x="8" y="49"/>
                    <a:pt x="8" y="50"/>
                  </a:cubicBezTo>
                  <a:cubicBezTo>
                    <a:pt x="7" y="51"/>
                    <a:pt x="7" y="52"/>
                    <a:pt x="8" y="52"/>
                  </a:cubicBezTo>
                  <a:cubicBezTo>
                    <a:pt x="8" y="53"/>
                    <a:pt x="8" y="54"/>
                    <a:pt x="9" y="55"/>
                  </a:cubicBezTo>
                  <a:cubicBezTo>
                    <a:pt x="7" y="54"/>
                    <a:pt x="4" y="54"/>
                    <a:pt x="2" y="53"/>
                  </a:cubicBezTo>
                  <a:cubicBezTo>
                    <a:pt x="4" y="53"/>
                    <a:pt x="5" y="52"/>
                    <a:pt x="4" y="51"/>
                  </a:cubicBezTo>
                  <a:cubicBezTo>
                    <a:pt x="6" y="51"/>
                    <a:pt x="5" y="49"/>
                    <a:pt x="4" y="48"/>
                  </a:cubicBezTo>
                  <a:cubicBezTo>
                    <a:pt x="7" y="47"/>
                    <a:pt x="0" y="44"/>
                    <a:pt x="0" y="43"/>
                  </a:cubicBezTo>
                  <a:cubicBezTo>
                    <a:pt x="1" y="43"/>
                    <a:pt x="5" y="43"/>
                    <a:pt x="3" y="41"/>
                  </a:cubicBezTo>
                  <a:cubicBezTo>
                    <a:pt x="7" y="41"/>
                    <a:pt x="3" y="38"/>
                    <a:pt x="3" y="37"/>
                  </a:cubicBezTo>
                  <a:cubicBezTo>
                    <a:pt x="5" y="37"/>
                    <a:pt x="5" y="35"/>
                    <a:pt x="4" y="34"/>
                  </a:cubicBezTo>
                  <a:cubicBezTo>
                    <a:pt x="6" y="34"/>
                    <a:pt x="4" y="31"/>
                    <a:pt x="3" y="30"/>
                  </a:cubicBezTo>
                  <a:cubicBezTo>
                    <a:pt x="5" y="30"/>
                    <a:pt x="5" y="28"/>
                    <a:pt x="5" y="27"/>
                  </a:cubicBezTo>
                  <a:cubicBezTo>
                    <a:pt x="5" y="26"/>
                    <a:pt x="5" y="25"/>
                    <a:pt x="5" y="24"/>
                  </a:cubicBezTo>
                  <a:cubicBezTo>
                    <a:pt x="4" y="21"/>
                    <a:pt x="3" y="19"/>
                    <a:pt x="1" y="18"/>
                  </a:cubicBezTo>
                  <a:cubicBezTo>
                    <a:pt x="2" y="17"/>
                    <a:pt x="3" y="14"/>
                    <a:pt x="2" y="13"/>
                  </a:cubicBezTo>
                  <a:cubicBezTo>
                    <a:pt x="6" y="12"/>
                    <a:pt x="2" y="7"/>
                    <a:pt x="1" y="6"/>
                  </a:cubicBezTo>
                  <a:cubicBezTo>
                    <a:pt x="2" y="5"/>
                    <a:pt x="1" y="1"/>
                    <a:pt x="0" y="0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2" name="Freeform 107">
              <a:extLst>
                <a:ext uri="{FF2B5EF4-FFF2-40B4-BE49-F238E27FC236}">
                  <a16:creationId xmlns:a16="http://schemas.microsoft.com/office/drawing/2014/main" id="{C900F9CD-0445-473C-A7DB-CB0E4583A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529"/>
              <a:ext cx="147" cy="87"/>
            </a:xfrm>
            <a:custGeom>
              <a:avLst/>
              <a:gdLst>
                <a:gd name="T0" fmla="*/ 0 w 82"/>
                <a:gd name="T1" fmla="*/ 305 h 46"/>
                <a:gd name="T2" fmla="*/ 473 w 82"/>
                <a:gd name="T3" fmla="*/ 0 h 46"/>
                <a:gd name="T4" fmla="*/ 29 w 82"/>
                <a:gd name="T5" fmla="*/ 29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46">
                  <a:moveTo>
                    <a:pt x="0" y="45"/>
                  </a:moveTo>
                  <a:cubicBezTo>
                    <a:pt x="12" y="46"/>
                    <a:pt x="70" y="36"/>
                    <a:pt x="82" y="0"/>
                  </a:cubicBezTo>
                  <a:cubicBezTo>
                    <a:pt x="80" y="4"/>
                    <a:pt x="56" y="38"/>
                    <a:pt x="5" y="44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3" name="Freeform 108">
              <a:extLst>
                <a:ext uri="{FF2B5EF4-FFF2-40B4-BE49-F238E27FC236}">
                  <a16:creationId xmlns:a16="http://schemas.microsoft.com/office/drawing/2014/main" id="{3B7C8BE6-390A-444F-8C04-24303F6C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607"/>
              <a:ext cx="75" cy="24"/>
            </a:xfrm>
            <a:custGeom>
              <a:avLst/>
              <a:gdLst>
                <a:gd name="T0" fmla="*/ 23 w 42"/>
                <a:gd name="T1" fmla="*/ 61 h 13"/>
                <a:gd name="T2" fmla="*/ 57 w 42"/>
                <a:gd name="T3" fmla="*/ 57 h 13"/>
                <a:gd name="T4" fmla="*/ 109 w 42"/>
                <a:gd name="T5" fmla="*/ 57 h 13"/>
                <a:gd name="T6" fmla="*/ 93 w 42"/>
                <a:gd name="T7" fmla="*/ 44 h 13"/>
                <a:gd name="T8" fmla="*/ 114 w 42"/>
                <a:gd name="T9" fmla="*/ 37 h 13"/>
                <a:gd name="T10" fmla="*/ 109 w 42"/>
                <a:gd name="T11" fmla="*/ 37 h 13"/>
                <a:gd name="T12" fmla="*/ 159 w 42"/>
                <a:gd name="T13" fmla="*/ 31 h 13"/>
                <a:gd name="T14" fmla="*/ 239 w 42"/>
                <a:gd name="T15" fmla="*/ 0 h 13"/>
                <a:gd name="T16" fmla="*/ 80 w 42"/>
                <a:gd name="T17" fmla="*/ 24 h 13"/>
                <a:gd name="T18" fmla="*/ 29 w 42"/>
                <a:gd name="T19" fmla="*/ 44 h 13"/>
                <a:gd name="T20" fmla="*/ 13 w 42"/>
                <a:gd name="T21" fmla="*/ 57 h 13"/>
                <a:gd name="T22" fmla="*/ 0 w 42"/>
                <a:gd name="T23" fmla="*/ 81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" h="13">
                  <a:moveTo>
                    <a:pt x="4" y="10"/>
                  </a:moveTo>
                  <a:cubicBezTo>
                    <a:pt x="5" y="8"/>
                    <a:pt x="8" y="9"/>
                    <a:pt x="10" y="9"/>
                  </a:cubicBezTo>
                  <a:cubicBezTo>
                    <a:pt x="13" y="9"/>
                    <a:pt x="16" y="9"/>
                    <a:pt x="19" y="9"/>
                  </a:cubicBezTo>
                  <a:cubicBezTo>
                    <a:pt x="18" y="9"/>
                    <a:pt x="15" y="9"/>
                    <a:pt x="16" y="7"/>
                  </a:cubicBezTo>
                  <a:cubicBezTo>
                    <a:pt x="16" y="6"/>
                    <a:pt x="19" y="6"/>
                    <a:pt x="20" y="6"/>
                  </a:cubicBezTo>
                  <a:cubicBezTo>
                    <a:pt x="20" y="6"/>
                    <a:pt x="20" y="6"/>
                    <a:pt x="19" y="6"/>
                  </a:cubicBezTo>
                  <a:cubicBezTo>
                    <a:pt x="22" y="4"/>
                    <a:pt x="25" y="5"/>
                    <a:pt x="28" y="5"/>
                  </a:cubicBezTo>
                  <a:cubicBezTo>
                    <a:pt x="33" y="4"/>
                    <a:pt x="38" y="3"/>
                    <a:pt x="42" y="0"/>
                  </a:cubicBezTo>
                  <a:cubicBezTo>
                    <a:pt x="33" y="3"/>
                    <a:pt x="23" y="2"/>
                    <a:pt x="14" y="4"/>
                  </a:cubicBezTo>
                  <a:cubicBezTo>
                    <a:pt x="11" y="5"/>
                    <a:pt x="8" y="6"/>
                    <a:pt x="5" y="7"/>
                  </a:cubicBezTo>
                  <a:cubicBezTo>
                    <a:pt x="4" y="8"/>
                    <a:pt x="3" y="8"/>
                    <a:pt x="2" y="9"/>
                  </a:cubicBezTo>
                  <a:cubicBezTo>
                    <a:pt x="0" y="10"/>
                    <a:pt x="0" y="11"/>
                    <a:pt x="0" y="13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4" name="Freeform 109">
              <a:extLst>
                <a:ext uri="{FF2B5EF4-FFF2-40B4-BE49-F238E27FC236}">
                  <a16:creationId xmlns:a16="http://schemas.microsoft.com/office/drawing/2014/main" id="{785665B6-7A40-47BA-9565-941215CEE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591"/>
              <a:ext cx="20" cy="18"/>
            </a:xfrm>
            <a:custGeom>
              <a:avLst/>
              <a:gdLst>
                <a:gd name="T0" fmla="*/ 60 w 11"/>
                <a:gd name="T1" fmla="*/ 8 h 9"/>
                <a:gd name="T2" fmla="*/ 65 w 11"/>
                <a:gd name="T3" fmla="*/ 0 h 9"/>
                <a:gd name="T4" fmla="*/ 44 w 11"/>
                <a:gd name="T5" fmla="*/ 48 h 9"/>
                <a:gd name="T6" fmla="*/ 0 w 11"/>
                <a:gd name="T7" fmla="*/ 7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0" y="1"/>
                  </a:moveTo>
                  <a:cubicBezTo>
                    <a:pt x="10" y="1"/>
                    <a:pt x="11" y="1"/>
                    <a:pt x="11" y="0"/>
                  </a:cubicBezTo>
                  <a:cubicBezTo>
                    <a:pt x="11" y="2"/>
                    <a:pt x="9" y="5"/>
                    <a:pt x="7" y="6"/>
                  </a:cubicBezTo>
                  <a:cubicBezTo>
                    <a:pt x="5" y="7"/>
                    <a:pt x="3" y="9"/>
                    <a:pt x="0" y="9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5" name="Freeform 110">
              <a:extLst>
                <a:ext uri="{FF2B5EF4-FFF2-40B4-BE49-F238E27FC236}">
                  <a16:creationId xmlns:a16="http://schemas.microsoft.com/office/drawing/2014/main" id="{D6713E5F-7D43-4D41-A57C-A26405304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603"/>
              <a:ext cx="33" cy="17"/>
            </a:xfrm>
            <a:custGeom>
              <a:avLst/>
              <a:gdLst>
                <a:gd name="T0" fmla="*/ 94 w 19"/>
                <a:gd name="T1" fmla="*/ 0 h 9"/>
                <a:gd name="T2" fmla="*/ 49 w 19"/>
                <a:gd name="T3" fmla="*/ 53 h 9"/>
                <a:gd name="T4" fmla="*/ 21 w 19"/>
                <a:gd name="T5" fmla="*/ 60 h 9"/>
                <a:gd name="T6" fmla="*/ 0 w 19"/>
                <a:gd name="T7" fmla="*/ 6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18" y="0"/>
                  </a:moveTo>
                  <a:cubicBezTo>
                    <a:pt x="19" y="2"/>
                    <a:pt x="10" y="7"/>
                    <a:pt x="9" y="8"/>
                  </a:cubicBezTo>
                  <a:cubicBezTo>
                    <a:pt x="7" y="8"/>
                    <a:pt x="6" y="9"/>
                    <a:pt x="4" y="9"/>
                  </a:cubicBezTo>
                  <a:cubicBezTo>
                    <a:pt x="3" y="9"/>
                    <a:pt x="2" y="9"/>
                    <a:pt x="0" y="9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6" name="Freeform 111">
              <a:extLst>
                <a:ext uri="{FF2B5EF4-FFF2-40B4-BE49-F238E27FC236}">
                  <a16:creationId xmlns:a16="http://schemas.microsoft.com/office/drawing/2014/main" id="{0B3737DC-788D-46B5-B270-AE980C90A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590"/>
              <a:ext cx="58" cy="9"/>
            </a:xfrm>
            <a:custGeom>
              <a:avLst/>
              <a:gdLst>
                <a:gd name="T0" fmla="*/ 16 w 33"/>
                <a:gd name="T1" fmla="*/ 29 h 5"/>
                <a:gd name="T2" fmla="*/ 179 w 33"/>
                <a:gd name="T3" fmla="*/ 0 h 5"/>
                <a:gd name="T4" fmla="*/ 109 w 33"/>
                <a:gd name="T5" fmla="*/ 7 h 5"/>
                <a:gd name="T6" fmla="*/ 12 w 33"/>
                <a:gd name="T7" fmla="*/ 7 h 5"/>
                <a:gd name="T8" fmla="*/ 0 w 33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">
                  <a:moveTo>
                    <a:pt x="3" y="5"/>
                  </a:moveTo>
                  <a:cubicBezTo>
                    <a:pt x="10" y="4"/>
                    <a:pt x="26" y="1"/>
                    <a:pt x="33" y="0"/>
                  </a:cubicBezTo>
                  <a:cubicBezTo>
                    <a:pt x="33" y="0"/>
                    <a:pt x="29" y="0"/>
                    <a:pt x="20" y="1"/>
                  </a:cubicBezTo>
                  <a:cubicBezTo>
                    <a:pt x="11" y="2"/>
                    <a:pt x="2" y="4"/>
                    <a:pt x="2" y="1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7" name="Freeform 112">
              <a:extLst>
                <a:ext uri="{FF2B5EF4-FFF2-40B4-BE49-F238E27FC236}">
                  <a16:creationId xmlns:a16="http://schemas.microsoft.com/office/drawing/2014/main" id="{EA8E1146-19F1-4F9C-AF59-44B42A269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593"/>
              <a:ext cx="61" cy="14"/>
            </a:xfrm>
            <a:custGeom>
              <a:avLst/>
              <a:gdLst>
                <a:gd name="T0" fmla="*/ 36 w 34"/>
                <a:gd name="T1" fmla="*/ 48 h 7"/>
                <a:gd name="T2" fmla="*/ 196 w 34"/>
                <a:gd name="T3" fmla="*/ 8 h 7"/>
                <a:gd name="T4" fmla="*/ 16 w 34"/>
                <a:gd name="T5" fmla="*/ 24 h 7"/>
                <a:gd name="T6" fmla="*/ 7 w 34"/>
                <a:gd name="T7" fmla="*/ 40 h 7"/>
                <a:gd name="T8" fmla="*/ 36 w 34"/>
                <a:gd name="T9" fmla="*/ 5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">
                  <a:moveTo>
                    <a:pt x="6" y="6"/>
                  </a:moveTo>
                  <a:cubicBezTo>
                    <a:pt x="10" y="6"/>
                    <a:pt x="26" y="4"/>
                    <a:pt x="34" y="1"/>
                  </a:cubicBezTo>
                  <a:cubicBezTo>
                    <a:pt x="31" y="2"/>
                    <a:pt x="6" y="5"/>
                    <a:pt x="3" y="3"/>
                  </a:cubicBezTo>
                  <a:cubicBezTo>
                    <a:pt x="0" y="0"/>
                    <a:pt x="1" y="5"/>
                    <a:pt x="1" y="5"/>
                  </a:cubicBezTo>
                  <a:cubicBezTo>
                    <a:pt x="6" y="7"/>
                    <a:pt x="6" y="7"/>
                    <a:pt x="6" y="7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8" name="Freeform 113">
              <a:extLst>
                <a:ext uri="{FF2B5EF4-FFF2-40B4-BE49-F238E27FC236}">
                  <a16:creationId xmlns:a16="http://schemas.microsoft.com/office/drawing/2014/main" id="{E26140A2-644B-4B25-A254-709371AE9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574"/>
              <a:ext cx="48" cy="17"/>
            </a:xfrm>
            <a:custGeom>
              <a:avLst/>
              <a:gdLst>
                <a:gd name="T0" fmla="*/ 21 w 27"/>
                <a:gd name="T1" fmla="*/ 60 h 9"/>
                <a:gd name="T2" fmla="*/ 151 w 27"/>
                <a:gd name="T3" fmla="*/ 0 h 9"/>
                <a:gd name="T4" fmla="*/ 50 w 27"/>
                <a:gd name="T5" fmla="*/ 32 h 9"/>
                <a:gd name="T6" fmla="*/ 12 w 27"/>
                <a:gd name="T7" fmla="*/ 32 h 9"/>
                <a:gd name="T8" fmla="*/ 0 w 27"/>
                <a:gd name="T9" fmla="*/ 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">
                  <a:moveTo>
                    <a:pt x="4" y="9"/>
                  </a:moveTo>
                  <a:cubicBezTo>
                    <a:pt x="9" y="7"/>
                    <a:pt x="23" y="2"/>
                    <a:pt x="27" y="0"/>
                  </a:cubicBezTo>
                  <a:cubicBezTo>
                    <a:pt x="22" y="1"/>
                    <a:pt x="15" y="3"/>
                    <a:pt x="9" y="5"/>
                  </a:cubicBezTo>
                  <a:cubicBezTo>
                    <a:pt x="3" y="7"/>
                    <a:pt x="2" y="5"/>
                    <a:pt x="2" y="5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9" name="Freeform 114">
              <a:extLst>
                <a:ext uri="{FF2B5EF4-FFF2-40B4-BE49-F238E27FC236}">
                  <a16:creationId xmlns:a16="http://schemas.microsoft.com/office/drawing/2014/main" id="{ED4ECBEE-6B49-42F5-991A-FECA81ED1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574"/>
              <a:ext cx="29" cy="12"/>
            </a:xfrm>
            <a:custGeom>
              <a:avLst/>
              <a:gdLst>
                <a:gd name="T0" fmla="*/ 7 w 16"/>
                <a:gd name="T1" fmla="*/ 48 h 6"/>
                <a:gd name="T2" fmla="*/ 96 w 16"/>
                <a:gd name="T3" fmla="*/ 0 h 6"/>
                <a:gd name="T4" fmla="*/ 0 w 16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1" y="6"/>
                  </a:moveTo>
                  <a:cubicBezTo>
                    <a:pt x="6" y="3"/>
                    <a:pt x="14" y="1"/>
                    <a:pt x="16" y="0"/>
                  </a:cubicBezTo>
                  <a:cubicBezTo>
                    <a:pt x="13" y="1"/>
                    <a:pt x="1" y="5"/>
                    <a:pt x="0" y="2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0" name="Freeform 115">
              <a:extLst>
                <a:ext uri="{FF2B5EF4-FFF2-40B4-BE49-F238E27FC236}">
                  <a16:creationId xmlns:a16="http://schemas.microsoft.com/office/drawing/2014/main" id="{7B079A85-4674-4894-B747-3C9A7374D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559"/>
              <a:ext cx="31" cy="17"/>
            </a:xfrm>
            <a:custGeom>
              <a:avLst/>
              <a:gdLst>
                <a:gd name="T0" fmla="*/ 7 w 17"/>
                <a:gd name="T1" fmla="*/ 60 h 9"/>
                <a:gd name="T2" fmla="*/ 104 w 17"/>
                <a:gd name="T3" fmla="*/ 21 h 9"/>
                <a:gd name="T4" fmla="*/ 16 w 17"/>
                <a:gd name="T5" fmla="*/ 28 h 9"/>
                <a:gd name="T6" fmla="*/ 0 w 17"/>
                <a:gd name="T7" fmla="*/ 4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1" y="9"/>
                  </a:moveTo>
                  <a:cubicBezTo>
                    <a:pt x="6" y="6"/>
                    <a:pt x="17" y="3"/>
                    <a:pt x="17" y="3"/>
                  </a:cubicBezTo>
                  <a:cubicBezTo>
                    <a:pt x="12" y="4"/>
                    <a:pt x="2" y="8"/>
                    <a:pt x="3" y="4"/>
                  </a:cubicBezTo>
                  <a:cubicBezTo>
                    <a:pt x="4" y="0"/>
                    <a:pt x="0" y="6"/>
                    <a:pt x="0" y="6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1" name="Freeform 116">
              <a:extLst>
                <a:ext uri="{FF2B5EF4-FFF2-40B4-BE49-F238E27FC236}">
                  <a16:creationId xmlns:a16="http://schemas.microsoft.com/office/drawing/2014/main" id="{A49D46FE-7512-4B89-8903-78D2FC255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578"/>
              <a:ext cx="157" cy="76"/>
            </a:xfrm>
            <a:custGeom>
              <a:avLst/>
              <a:gdLst>
                <a:gd name="T0" fmla="*/ 0 w 88"/>
                <a:gd name="T1" fmla="*/ 0 h 40"/>
                <a:gd name="T2" fmla="*/ 182 w 88"/>
                <a:gd name="T3" fmla="*/ 97 h 40"/>
                <a:gd name="T4" fmla="*/ 405 w 88"/>
                <a:gd name="T5" fmla="*/ 129 h 40"/>
                <a:gd name="T6" fmla="*/ 500 w 88"/>
                <a:gd name="T7" fmla="*/ 152 h 40"/>
                <a:gd name="T8" fmla="*/ 494 w 88"/>
                <a:gd name="T9" fmla="*/ 173 h 40"/>
                <a:gd name="T10" fmla="*/ 471 w 88"/>
                <a:gd name="T11" fmla="*/ 200 h 40"/>
                <a:gd name="T12" fmla="*/ 398 w 88"/>
                <a:gd name="T13" fmla="*/ 253 h 40"/>
                <a:gd name="T14" fmla="*/ 284 w 88"/>
                <a:gd name="T15" fmla="*/ 268 h 40"/>
                <a:gd name="T16" fmla="*/ 216 w 88"/>
                <a:gd name="T17" fmla="*/ 245 h 40"/>
                <a:gd name="T18" fmla="*/ 153 w 88"/>
                <a:gd name="T19" fmla="*/ 213 h 40"/>
                <a:gd name="T20" fmla="*/ 284 w 88"/>
                <a:gd name="T21" fmla="*/ 241 h 40"/>
                <a:gd name="T22" fmla="*/ 405 w 88"/>
                <a:gd name="T23" fmla="*/ 200 h 40"/>
                <a:gd name="T24" fmla="*/ 398 w 88"/>
                <a:gd name="T25" fmla="*/ 173 h 40"/>
                <a:gd name="T26" fmla="*/ 362 w 88"/>
                <a:gd name="T27" fmla="*/ 160 h 40"/>
                <a:gd name="T28" fmla="*/ 334 w 88"/>
                <a:gd name="T29" fmla="*/ 137 h 40"/>
                <a:gd name="T30" fmla="*/ 0 w 88"/>
                <a:gd name="T31" fmla="*/ 0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40">
                  <a:moveTo>
                    <a:pt x="0" y="0"/>
                  </a:moveTo>
                  <a:cubicBezTo>
                    <a:pt x="7" y="6"/>
                    <a:pt x="22" y="12"/>
                    <a:pt x="32" y="14"/>
                  </a:cubicBezTo>
                  <a:cubicBezTo>
                    <a:pt x="42" y="16"/>
                    <a:pt x="60" y="19"/>
                    <a:pt x="71" y="19"/>
                  </a:cubicBezTo>
                  <a:cubicBezTo>
                    <a:pt x="82" y="20"/>
                    <a:pt x="88" y="22"/>
                    <a:pt x="88" y="22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5" y="28"/>
                    <a:pt x="83" y="29"/>
                  </a:cubicBezTo>
                  <a:cubicBezTo>
                    <a:pt x="81" y="31"/>
                    <a:pt x="74" y="37"/>
                    <a:pt x="70" y="37"/>
                  </a:cubicBezTo>
                  <a:cubicBezTo>
                    <a:pt x="66" y="39"/>
                    <a:pt x="53" y="40"/>
                    <a:pt x="50" y="39"/>
                  </a:cubicBezTo>
                  <a:cubicBezTo>
                    <a:pt x="46" y="39"/>
                    <a:pt x="39" y="37"/>
                    <a:pt x="38" y="36"/>
                  </a:cubicBezTo>
                  <a:cubicBezTo>
                    <a:pt x="36" y="35"/>
                    <a:pt x="27" y="32"/>
                    <a:pt x="27" y="31"/>
                  </a:cubicBezTo>
                  <a:cubicBezTo>
                    <a:pt x="30" y="32"/>
                    <a:pt x="43" y="35"/>
                    <a:pt x="50" y="35"/>
                  </a:cubicBezTo>
                  <a:cubicBezTo>
                    <a:pt x="50" y="36"/>
                    <a:pt x="66" y="33"/>
                    <a:pt x="71" y="29"/>
                  </a:cubicBezTo>
                  <a:cubicBezTo>
                    <a:pt x="74" y="27"/>
                    <a:pt x="74" y="24"/>
                    <a:pt x="70" y="25"/>
                  </a:cubicBezTo>
                  <a:cubicBezTo>
                    <a:pt x="71" y="23"/>
                    <a:pt x="68" y="22"/>
                    <a:pt x="64" y="23"/>
                  </a:cubicBezTo>
                  <a:cubicBezTo>
                    <a:pt x="64" y="21"/>
                    <a:pt x="60" y="20"/>
                    <a:pt x="59" y="20"/>
                  </a:cubicBezTo>
                  <a:cubicBezTo>
                    <a:pt x="58" y="20"/>
                    <a:pt x="27" y="21"/>
                    <a:pt x="0" y="0"/>
                  </a:cubicBezTo>
                  <a:close/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2" name="Freeform 117">
              <a:extLst>
                <a:ext uri="{FF2B5EF4-FFF2-40B4-BE49-F238E27FC236}">
                  <a16:creationId xmlns:a16="http://schemas.microsoft.com/office/drawing/2014/main" id="{15DC1CA6-2D72-4138-A985-BAE0A41A3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79"/>
              <a:ext cx="66" cy="120"/>
            </a:xfrm>
            <a:custGeom>
              <a:avLst/>
              <a:gdLst>
                <a:gd name="T0" fmla="*/ 80 w 37"/>
                <a:gd name="T1" fmla="*/ 0 h 63"/>
                <a:gd name="T2" fmla="*/ 153 w 37"/>
                <a:gd name="T3" fmla="*/ 40 h 63"/>
                <a:gd name="T4" fmla="*/ 198 w 37"/>
                <a:gd name="T5" fmla="*/ 76 h 63"/>
                <a:gd name="T6" fmla="*/ 166 w 37"/>
                <a:gd name="T7" fmla="*/ 84 h 63"/>
                <a:gd name="T8" fmla="*/ 194 w 37"/>
                <a:gd name="T9" fmla="*/ 105 h 63"/>
                <a:gd name="T10" fmla="*/ 187 w 37"/>
                <a:gd name="T11" fmla="*/ 131 h 63"/>
                <a:gd name="T12" fmla="*/ 166 w 37"/>
                <a:gd name="T13" fmla="*/ 124 h 63"/>
                <a:gd name="T14" fmla="*/ 166 w 37"/>
                <a:gd name="T15" fmla="*/ 131 h 63"/>
                <a:gd name="T16" fmla="*/ 166 w 37"/>
                <a:gd name="T17" fmla="*/ 168 h 63"/>
                <a:gd name="T18" fmla="*/ 210 w 37"/>
                <a:gd name="T19" fmla="*/ 221 h 63"/>
                <a:gd name="T20" fmla="*/ 171 w 37"/>
                <a:gd name="T21" fmla="*/ 192 h 63"/>
                <a:gd name="T22" fmla="*/ 166 w 37"/>
                <a:gd name="T23" fmla="*/ 213 h 63"/>
                <a:gd name="T24" fmla="*/ 146 w 37"/>
                <a:gd name="T25" fmla="*/ 250 h 63"/>
                <a:gd name="T26" fmla="*/ 187 w 37"/>
                <a:gd name="T27" fmla="*/ 312 h 63"/>
                <a:gd name="T28" fmla="*/ 159 w 37"/>
                <a:gd name="T29" fmla="*/ 330 h 63"/>
                <a:gd name="T30" fmla="*/ 175 w 37"/>
                <a:gd name="T31" fmla="*/ 366 h 63"/>
                <a:gd name="T32" fmla="*/ 171 w 37"/>
                <a:gd name="T33" fmla="*/ 389 h 63"/>
                <a:gd name="T34" fmla="*/ 175 w 37"/>
                <a:gd name="T35" fmla="*/ 406 h 63"/>
                <a:gd name="T36" fmla="*/ 171 w 37"/>
                <a:gd name="T37" fmla="*/ 406 h 63"/>
                <a:gd name="T38" fmla="*/ 198 w 37"/>
                <a:gd name="T39" fmla="*/ 421 h 63"/>
                <a:gd name="T40" fmla="*/ 175 w 37"/>
                <a:gd name="T41" fmla="*/ 421 h 63"/>
                <a:gd name="T42" fmla="*/ 175 w 37"/>
                <a:gd name="T43" fmla="*/ 436 h 63"/>
                <a:gd name="T44" fmla="*/ 153 w 37"/>
                <a:gd name="T45" fmla="*/ 421 h 63"/>
                <a:gd name="T46" fmla="*/ 114 w 37"/>
                <a:gd name="T47" fmla="*/ 413 h 63"/>
                <a:gd name="T48" fmla="*/ 57 w 37"/>
                <a:gd name="T49" fmla="*/ 406 h 63"/>
                <a:gd name="T50" fmla="*/ 0 w 37"/>
                <a:gd name="T51" fmla="*/ 389 h 63"/>
                <a:gd name="T52" fmla="*/ 66 w 37"/>
                <a:gd name="T53" fmla="*/ 373 h 63"/>
                <a:gd name="T54" fmla="*/ 96 w 37"/>
                <a:gd name="T55" fmla="*/ 345 h 63"/>
                <a:gd name="T56" fmla="*/ 118 w 37"/>
                <a:gd name="T57" fmla="*/ 312 h 63"/>
                <a:gd name="T58" fmla="*/ 118 w 37"/>
                <a:gd name="T59" fmla="*/ 276 h 63"/>
                <a:gd name="T60" fmla="*/ 109 w 37"/>
                <a:gd name="T61" fmla="*/ 253 h 63"/>
                <a:gd name="T62" fmla="*/ 109 w 37"/>
                <a:gd name="T63" fmla="*/ 229 h 63"/>
                <a:gd name="T64" fmla="*/ 109 w 37"/>
                <a:gd name="T65" fmla="*/ 221 h 63"/>
                <a:gd name="T66" fmla="*/ 109 w 37"/>
                <a:gd name="T67" fmla="*/ 208 h 63"/>
                <a:gd name="T68" fmla="*/ 109 w 37"/>
                <a:gd name="T69" fmla="*/ 181 h 63"/>
                <a:gd name="T70" fmla="*/ 114 w 37"/>
                <a:gd name="T71" fmla="*/ 160 h 63"/>
                <a:gd name="T72" fmla="*/ 130 w 37"/>
                <a:gd name="T73" fmla="*/ 152 h 63"/>
                <a:gd name="T74" fmla="*/ 146 w 37"/>
                <a:gd name="T75" fmla="*/ 137 h 63"/>
                <a:gd name="T76" fmla="*/ 153 w 37"/>
                <a:gd name="T77" fmla="*/ 105 h 63"/>
                <a:gd name="T78" fmla="*/ 146 w 37"/>
                <a:gd name="T79" fmla="*/ 91 h 63"/>
                <a:gd name="T80" fmla="*/ 143 w 37"/>
                <a:gd name="T81" fmla="*/ 69 h 63"/>
                <a:gd name="T82" fmla="*/ 118 w 37"/>
                <a:gd name="T83" fmla="*/ 40 h 63"/>
                <a:gd name="T84" fmla="*/ 102 w 37"/>
                <a:gd name="T85" fmla="*/ 21 h 63"/>
                <a:gd name="T86" fmla="*/ 86 w 37"/>
                <a:gd name="T87" fmla="*/ 8 h 6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" h="63">
                  <a:moveTo>
                    <a:pt x="14" y="0"/>
                  </a:moveTo>
                  <a:cubicBezTo>
                    <a:pt x="18" y="2"/>
                    <a:pt x="22" y="4"/>
                    <a:pt x="27" y="6"/>
                  </a:cubicBezTo>
                  <a:cubicBezTo>
                    <a:pt x="29" y="8"/>
                    <a:pt x="34" y="9"/>
                    <a:pt x="35" y="11"/>
                  </a:cubicBezTo>
                  <a:cubicBezTo>
                    <a:pt x="34" y="10"/>
                    <a:pt x="29" y="10"/>
                    <a:pt x="29" y="12"/>
                  </a:cubicBezTo>
                  <a:cubicBezTo>
                    <a:pt x="30" y="13"/>
                    <a:pt x="33" y="14"/>
                    <a:pt x="34" y="15"/>
                  </a:cubicBezTo>
                  <a:cubicBezTo>
                    <a:pt x="32" y="16"/>
                    <a:pt x="33" y="18"/>
                    <a:pt x="33" y="19"/>
                  </a:cubicBezTo>
                  <a:cubicBezTo>
                    <a:pt x="32" y="18"/>
                    <a:pt x="31" y="17"/>
                    <a:pt x="29" y="18"/>
                  </a:cubicBezTo>
                  <a:cubicBezTo>
                    <a:pt x="28" y="18"/>
                    <a:pt x="28" y="19"/>
                    <a:pt x="29" y="19"/>
                  </a:cubicBezTo>
                  <a:cubicBezTo>
                    <a:pt x="26" y="18"/>
                    <a:pt x="28" y="23"/>
                    <a:pt x="29" y="24"/>
                  </a:cubicBezTo>
                  <a:cubicBezTo>
                    <a:pt x="31" y="26"/>
                    <a:pt x="35" y="28"/>
                    <a:pt x="37" y="32"/>
                  </a:cubicBezTo>
                  <a:cubicBezTo>
                    <a:pt x="36" y="30"/>
                    <a:pt x="32" y="28"/>
                    <a:pt x="30" y="28"/>
                  </a:cubicBezTo>
                  <a:cubicBezTo>
                    <a:pt x="28" y="28"/>
                    <a:pt x="28" y="30"/>
                    <a:pt x="29" y="31"/>
                  </a:cubicBezTo>
                  <a:cubicBezTo>
                    <a:pt x="26" y="30"/>
                    <a:pt x="24" y="34"/>
                    <a:pt x="26" y="36"/>
                  </a:cubicBezTo>
                  <a:cubicBezTo>
                    <a:pt x="22" y="37"/>
                    <a:pt x="31" y="44"/>
                    <a:pt x="33" y="45"/>
                  </a:cubicBezTo>
                  <a:cubicBezTo>
                    <a:pt x="30" y="45"/>
                    <a:pt x="27" y="45"/>
                    <a:pt x="28" y="48"/>
                  </a:cubicBezTo>
                  <a:cubicBezTo>
                    <a:pt x="28" y="50"/>
                    <a:pt x="31" y="51"/>
                    <a:pt x="31" y="53"/>
                  </a:cubicBezTo>
                  <a:cubicBezTo>
                    <a:pt x="31" y="53"/>
                    <a:pt x="30" y="54"/>
                    <a:pt x="30" y="56"/>
                  </a:cubicBezTo>
                  <a:cubicBezTo>
                    <a:pt x="30" y="57"/>
                    <a:pt x="30" y="58"/>
                    <a:pt x="31" y="59"/>
                  </a:cubicBezTo>
                  <a:cubicBezTo>
                    <a:pt x="31" y="59"/>
                    <a:pt x="30" y="59"/>
                    <a:pt x="30" y="59"/>
                  </a:cubicBezTo>
                  <a:cubicBezTo>
                    <a:pt x="30" y="61"/>
                    <a:pt x="35" y="60"/>
                    <a:pt x="35" y="61"/>
                  </a:cubicBezTo>
                  <a:cubicBezTo>
                    <a:pt x="34" y="61"/>
                    <a:pt x="32" y="60"/>
                    <a:pt x="31" y="61"/>
                  </a:cubicBezTo>
                  <a:cubicBezTo>
                    <a:pt x="31" y="62"/>
                    <a:pt x="31" y="62"/>
                    <a:pt x="31" y="63"/>
                  </a:cubicBezTo>
                  <a:cubicBezTo>
                    <a:pt x="30" y="62"/>
                    <a:pt x="29" y="62"/>
                    <a:pt x="27" y="61"/>
                  </a:cubicBezTo>
                  <a:cubicBezTo>
                    <a:pt x="25" y="60"/>
                    <a:pt x="22" y="60"/>
                    <a:pt x="20" y="60"/>
                  </a:cubicBezTo>
                  <a:cubicBezTo>
                    <a:pt x="16" y="59"/>
                    <a:pt x="13" y="59"/>
                    <a:pt x="10" y="59"/>
                  </a:cubicBezTo>
                  <a:cubicBezTo>
                    <a:pt x="6" y="58"/>
                    <a:pt x="4" y="57"/>
                    <a:pt x="0" y="56"/>
                  </a:cubicBezTo>
                  <a:cubicBezTo>
                    <a:pt x="3" y="58"/>
                    <a:pt x="14" y="59"/>
                    <a:pt x="12" y="54"/>
                  </a:cubicBezTo>
                  <a:cubicBezTo>
                    <a:pt x="15" y="55"/>
                    <a:pt x="20" y="54"/>
                    <a:pt x="17" y="50"/>
                  </a:cubicBezTo>
                  <a:cubicBezTo>
                    <a:pt x="20" y="51"/>
                    <a:pt x="23" y="47"/>
                    <a:pt x="21" y="45"/>
                  </a:cubicBezTo>
                  <a:cubicBezTo>
                    <a:pt x="22" y="45"/>
                    <a:pt x="23" y="41"/>
                    <a:pt x="21" y="40"/>
                  </a:cubicBezTo>
                  <a:cubicBezTo>
                    <a:pt x="22" y="39"/>
                    <a:pt x="20" y="38"/>
                    <a:pt x="19" y="37"/>
                  </a:cubicBezTo>
                  <a:cubicBezTo>
                    <a:pt x="18" y="36"/>
                    <a:pt x="19" y="34"/>
                    <a:pt x="19" y="33"/>
                  </a:cubicBezTo>
                  <a:cubicBezTo>
                    <a:pt x="19" y="33"/>
                    <a:pt x="19" y="32"/>
                    <a:pt x="19" y="32"/>
                  </a:cubicBezTo>
                  <a:cubicBezTo>
                    <a:pt x="19" y="31"/>
                    <a:pt x="19" y="31"/>
                    <a:pt x="19" y="30"/>
                  </a:cubicBezTo>
                  <a:cubicBezTo>
                    <a:pt x="20" y="29"/>
                    <a:pt x="21" y="27"/>
                    <a:pt x="19" y="26"/>
                  </a:cubicBezTo>
                  <a:cubicBezTo>
                    <a:pt x="20" y="26"/>
                    <a:pt x="21" y="24"/>
                    <a:pt x="20" y="23"/>
                  </a:cubicBezTo>
                  <a:cubicBezTo>
                    <a:pt x="22" y="24"/>
                    <a:pt x="22" y="22"/>
                    <a:pt x="23" y="22"/>
                  </a:cubicBezTo>
                  <a:cubicBezTo>
                    <a:pt x="24" y="21"/>
                    <a:pt x="26" y="21"/>
                    <a:pt x="26" y="20"/>
                  </a:cubicBezTo>
                  <a:cubicBezTo>
                    <a:pt x="27" y="19"/>
                    <a:pt x="27" y="16"/>
                    <a:pt x="27" y="15"/>
                  </a:cubicBezTo>
                  <a:cubicBezTo>
                    <a:pt x="26" y="14"/>
                    <a:pt x="26" y="14"/>
                    <a:pt x="26" y="13"/>
                  </a:cubicBezTo>
                  <a:cubicBezTo>
                    <a:pt x="26" y="11"/>
                    <a:pt x="26" y="11"/>
                    <a:pt x="25" y="10"/>
                  </a:cubicBezTo>
                  <a:cubicBezTo>
                    <a:pt x="24" y="9"/>
                    <a:pt x="22" y="7"/>
                    <a:pt x="21" y="6"/>
                  </a:cubicBezTo>
                  <a:cubicBezTo>
                    <a:pt x="20" y="5"/>
                    <a:pt x="19" y="4"/>
                    <a:pt x="18" y="3"/>
                  </a:cubicBezTo>
                  <a:cubicBezTo>
                    <a:pt x="17" y="2"/>
                    <a:pt x="16" y="2"/>
                    <a:pt x="15" y="1"/>
                  </a:cubicBezTo>
                </a:path>
              </a:pathLst>
            </a:custGeom>
            <a:solidFill>
              <a:srgbClr val="D3C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3" name="Freeform 118">
              <a:extLst>
                <a:ext uri="{FF2B5EF4-FFF2-40B4-BE49-F238E27FC236}">
                  <a16:creationId xmlns:a16="http://schemas.microsoft.com/office/drawing/2014/main" id="{B97E030D-2DF8-4367-AFBD-B9A938690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479"/>
              <a:ext cx="34" cy="55"/>
            </a:xfrm>
            <a:custGeom>
              <a:avLst/>
              <a:gdLst>
                <a:gd name="T0" fmla="*/ 7 w 19"/>
                <a:gd name="T1" fmla="*/ 0 h 29"/>
                <a:gd name="T2" fmla="*/ 0 w 19"/>
                <a:gd name="T3" fmla="*/ 32 h 29"/>
                <a:gd name="T4" fmla="*/ 13 w 19"/>
                <a:gd name="T5" fmla="*/ 61 h 29"/>
                <a:gd name="T6" fmla="*/ 0 w 19"/>
                <a:gd name="T7" fmla="*/ 101 h 29"/>
                <a:gd name="T8" fmla="*/ 13 w 19"/>
                <a:gd name="T9" fmla="*/ 121 h 29"/>
                <a:gd name="T10" fmla="*/ 16 w 19"/>
                <a:gd name="T11" fmla="*/ 121 h 29"/>
                <a:gd name="T12" fmla="*/ 13 w 19"/>
                <a:gd name="T13" fmla="*/ 144 h 29"/>
                <a:gd name="T14" fmla="*/ 13 w 19"/>
                <a:gd name="T15" fmla="*/ 169 h 29"/>
                <a:gd name="T16" fmla="*/ 23 w 19"/>
                <a:gd name="T17" fmla="*/ 169 h 29"/>
                <a:gd name="T18" fmla="*/ 29 w 19"/>
                <a:gd name="T19" fmla="*/ 197 h 29"/>
                <a:gd name="T20" fmla="*/ 45 w 19"/>
                <a:gd name="T21" fmla="*/ 184 h 29"/>
                <a:gd name="T22" fmla="*/ 45 w 19"/>
                <a:gd name="T23" fmla="*/ 144 h 29"/>
                <a:gd name="T24" fmla="*/ 45 w 19"/>
                <a:gd name="T25" fmla="*/ 116 h 29"/>
                <a:gd name="T26" fmla="*/ 41 w 19"/>
                <a:gd name="T27" fmla="*/ 116 h 29"/>
                <a:gd name="T28" fmla="*/ 64 w 19"/>
                <a:gd name="T29" fmla="*/ 97 h 29"/>
                <a:gd name="T30" fmla="*/ 41 w 19"/>
                <a:gd name="T31" fmla="*/ 89 h 29"/>
                <a:gd name="T32" fmla="*/ 64 w 19"/>
                <a:gd name="T33" fmla="*/ 76 h 29"/>
                <a:gd name="T34" fmla="*/ 93 w 19"/>
                <a:gd name="T35" fmla="*/ 53 h 29"/>
                <a:gd name="T36" fmla="*/ 68 w 19"/>
                <a:gd name="T37" fmla="*/ 40 h 29"/>
                <a:gd name="T38" fmla="*/ 109 w 19"/>
                <a:gd name="T39" fmla="*/ 15 h 29"/>
                <a:gd name="T40" fmla="*/ 68 w 19"/>
                <a:gd name="T41" fmla="*/ 28 h 29"/>
                <a:gd name="T42" fmla="*/ 64 w 19"/>
                <a:gd name="T43" fmla="*/ 15 h 29"/>
                <a:gd name="T44" fmla="*/ 16 w 19"/>
                <a:gd name="T45" fmla="*/ 8 h 2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" h="29">
                  <a:moveTo>
                    <a:pt x="1" y="0"/>
                  </a:moveTo>
                  <a:cubicBezTo>
                    <a:pt x="4" y="2"/>
                    <a:pt x="2" y="4"/>
                    <a:pt x="0" y="5"/>
                  </a:cubicBezTo>
                  <a:cubicBezTo>
                    <a:pt x="3" y="5"/>
                    <a:pt x="5" y="8"/>
                    <a:pt x="2" y="9"/>
                  </a:cubicBezTo>
                  <a:cubicBezTo>
                    <a:pt x="6" y="9"/>
                    <a:pt x="1" y="14"/>
                    <a:pt x="0" y="15"/>
                  </a:cubicBezTo>
                  <a:cubicBezTo>
                    <a:pt x="3" y="14"/>
                    <a:pt x="3" y="16"/>
                    <a:pt x="2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9"/>
                    <a:pt x="2" y="20"/>
                    <a:pt x="2" y="21"/>
                  </a:cubicBezTo>
                  <a:cubicBezTo>
                    <a:pt x="5" y="20"/>
                    <a:pt x="3" y="24"/>
                    <a:pt x="2" y="25"/>
                  </a:cubicBezTo>
                  <a:cubicBezTo>
                    <a:pt x="3" y="25"/>
                    <a:pt x="3" y="25"/>
                    <a:pt x="4" y="25"/>
                  </a:cubicBezTo>
                  <a:cubicBezTo>
                    <a:pt x="5" y="27"/>
                    <a:pt x="5" y="28"/>
                    <a:pt x="5" y="29"/>
                  </a:cubicBezTo>
                  <a:cubicBezTo>
                    <a:pt x="5" y="28"/>
                    <a:pt x="6" y="28"/>
                    <a:pt x="8" y="27"/>
                  </a:cubicBezTo>
                  <a:cubicBezTo>
                    <a:pt x="5" y="27"/>
                    <a:pt x="7" y="22"/>
                    <a:pt x="8" y="21"/>
                  </a:cubicBezTo>
                  <a:cubicBezTo>
                    <a:pt x="6" y="21"/>
                    <a:pt x="7" y="18"/>
                    <a:pt x="8" y="17"/>
                  </a:cubicBezTo>
                  <a:cubicBezTo>
                    <a:pt x="8" y="17"/>
                    <a:pt x="7" y="17"/>
                    <a:pt x="7" y="17"/>
                  </a:cubicBezTo>
                  <a:cubicBezTo>
                    <a:pt x="9" y="16"/>
                    <a:pt x="10" y="16"/>
                    <a:pt x="11" y="14"/>
                  </a:cubicBezTo>
                  <a:cubicBezTo>
                    <a:pt x="10" y="15"/>
                    <a:pt x="4" y="16"/>
                    <a:pt x="7" y="13"/>
                  </a:cubicBezTo>
                  <a:cubicBezTo>
                    <a:pt x="8" y="12"/>
                    <a:pt x="10" y="11"/>
                    <a:pt x="11" y="11"/>
                  </a:cubicBezTo>
                  <a:cubicBezTo>
                    <a:pt x="13" y="10"/>
                    <a:pt x="14" y="9"/>
                    <a:pt x="16" y="8"/>
                  </a:cubicBezTo>
                  <a:cubicBezTo>
                    <a:pt x="14" y="9"/>
                    <a:pt x="9" y="9"/>
                    <a:pt x="12" y="6"/>
                  </a:cubicBezTo>
                  <a:cubicBezTo>
                    <a:pt x="15" y="5"/>
                    <a:pt x="17" y="4"/>
                    <a:pt x="19" y="2"/>
                  </a:cubicBezTo>
                  <a:cubicBezTo>
                    <a:pt x="18" y="4"/>
                    <a:pt x="14" y="5"/>
                    <a:pt x="12" y="4"/>
                  </a:cubicBezTo>
                  <a:cubicBezTo>
                    <a:pt x="11" y="4"/>
                    <a:pt x="9" y="3"/>
                    <a:pt x="11" y="2"/>
                  </a:cubicBezTo>
                  <a:cubicBezTo>
                    <a:pt x="8" y="2"/>
                    <a:pt x="4" y="3"/>
                    <a:pt x="3" y="1"/>
                  </a:cubicBezTo>
                </a:path>
              </a:pathLst>
            </a:custGeom>
            <a:solidFill>
              <a:srgbClr val="9E9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4" name="Freeform 119">
              <a:extLst>
                <a:ext uri="{FF2B5EF4-FFF2-40B4-BE49-F238E27FC236}">
                  <a16:creationId xmlns:a16="http://schemas.microsoft.com/office/drawing/2014/main" id="{0198E6C1-06BB-4980-9E8C-3590971D6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529"/>
              <a:ext cx="43" cy="89"/>
            </a:xfrm>
            <a:custGeom>
              <a:avLst/>
              <a:gdLst>
                <a:gd name="T0" fmla="*/ 41 w 24"/>
                <a:gd name="T1" fmla="*/ 21 h 47"/>
                <a:gd name="T2" fmla="*/ 16 w 24"/>
                <a:gd name="T3" fmla="*/ 83 h 47"/>
                <a:gd name="T4" fmla="*/ 29 w 24"/>
                <a:gd name="T5" fmla="*/ 97 h 47"/>
                <a:gd name="T6" fmla="*/ 29 w 24"/>
                <a:gd name="T7" fmla="*/ 136 h 47"/>
                <a:gd name="T8" fmla="*/ 36 w 24"/>
                <a:gd name="T9" fmla="*/ 161 h 47"/>
                <a:gd name="T10" fmla="*/ 13 w 24"/>
                <a:gd name="T11" fmla="*/ 184 h 47"/>
                <a:gd name="T12" fmla="*/ 13 w 24"/>
                <a:gd name="T13" fmla="*/ 212 h 47"/>
                <a:gd name="T14" fmla="*/ 16 w 24"/>
                <a:gd name="T15" fmla="*/ 212 h 47"/>
                <a:gd name="T16" fmla="*/ 13 w 24"/>
                <a:gd name="T17" fmla="*/ 237 h 47"/>
                <a:gd name="T18" fmla="*/ 7 w 24"/>
                <a:gd name="T19" fmla="*/ 258 h 47"/>
                <a:gd name="T20" fmla="*/ 7 w 24"/>
                <a:gd name="T21" fmla="*/ 286 h 47"/>
                <a:gd name="T22" fmla="*/ 13 w 24"/>
                <a:gd name="T23" fmla="*/ 286 h 47"/>
                <a:gd name="T24" fmla="*/ 0 w 24"/>
                <a:gd name="T25" fmla="*/ 305 h 47"/>
                <a:gd name="T26" fmla="*/ 13 w 24"/>
                <a:gd name="T27" fmla="*/ 320 h 47"/>
                <a:gd name="T28" fmla="*/ 57 w 24"/>
                <a:gd name="T29" fmla="*/ 305 h 47"/>
                <a:gd name="T30" fmla="*/ 45 w 24"/>
                <a:gd name="T31" fmla="*/ 305 h 47"/>
                <a:gd name="T32" fmla="*/ 131 w 24"/>
                <a:gd name="T33" fmla="*/ 305 h 47"/>
                <a:gd name="T34" fmla="*/ 93 w 24"/>
                <a:gd name="T35" fmla="*/ 286 h 47"/>
                <a:gd name="T36" fmla="*/ 138 w 24"/>
                <a:gd name="T37" fmla="*/ 286 h 47"/>
                <a:gd name="T38" fmla="*/ 131 w 24"/>
                <a:gd name="T39" fmla="*/ 273 h 47"/>
                <a:gd name="T40" fmla="*/ 81 w 24"/>
                <a:gd name="T41" fmla="*/ 273 h 47"/>
                <a:gd name="T42" fmla="*/ 57 w 24"/>
                <a:gd name="T43" fmla="*/ 265 h 47"/>
                <a:gd name="T44" fmla="*/ 29 w 24"/>
                <a:gd name="T45" fmla="*/ 237 h 47"/>
                <a:gd name="T46" fmla="*/ 70 w 24"/>
                <a:gd name="T47" fmla="*/ 212 h 47"/>
                <a:gd name="T48" fmla="*/ 41 w 24"/>
                <a:gd name="T49" fmla="*/ 189 h 47"/>
                <a:gd name="T50" fmla="*/ 41 w 24"/>
                <a:gd name="T51" fmla="*/ 184 h 47"/>
                <a:gd name="T52" fmla="*/ 52 w 24"/>
                <a:gd name="T53" fmla="*/ 161 h 47"/>
                <a:gd name="T54" fmla="*/ 81 w 24"/>
                <a:gd name="T55" fmla="*/ 136 h 47"/>
                <a:gd name="T56" fmla="*/ 52 w 24"/>
                <a:gd name="T57" fmla="*/ 129 h 47"/>
                <a:gd name="T58" fmla="*/ 65 w 24"/>
                <a:gd name="T59" fmla="*/ 108 h 47"/>
                <a:gd name="T60" fmla="*/ 52 w 24"/>
                <a:gd name="T61" fmla="*/ 89 h 47"/>
                <a:gd name="T62" fmla="*/ 41 w 24"/>
                <a:gd name="T63" fmla="*/ 61 h 47"/>
                <a:gd name="T64" fmla="*/ 45 w 24"/>
                <a:gd name="T65" fmla="*/ 0 h 4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4" h="47">
                  <a:moveTo>
                    <a:pt x="7" y="3"/>
                  </a:moveTo>
                  <a:cubicBezTo>
                    <a:pt x="10" y="7"/>
                    <a:pt x="3" y="9"/>
                    <a:pt x="3" y="12"/>
                  </a:cubicBezTo>
                  <a:cubicBezTo>
                    <a:pt x="4" y="11"/>
                    <a:pt x="7" y="12"/>
                    <a:pt x="5" y="14"/>
                  </a:cubicBezTo>
                  <a:cubicBezTo>
                    <a:pt x="9" y="14"/>
                    <a:pt x="5" y="19"/>
                    <a:pt x="5" y="20"/>
                  </a:cubicBezTo>
                  <a:cubicBezTo>
                    <a:pt x="7" y="18"/>
                    <a:pt x="8" y="23"/>
                    <a:pt x="6" y="24"/>
                  </a:cubicBezTo>
                  <a:cubicBezTo>
                    <a:pt x="5" y="25"/>
                    <a:pt x="3" y="26"/>
                    <a:pt x="2" y="27"/>
                  </a:cubicBezTo>
                  <a:cubicBezTo>
                    <a:pt x="5" y="26"/>
                    <a:pt x="4" y="30"/>
                    <a:pt x="2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4" y="32"/>
                    <a:pt x="3" y="34"/>
                    <a:pt x="2" y="35"/>
                  </a:cubicBezTo>
                  <a:cubicBezTo>
                    <a:pt x="3" y="36"/>
                    <a:pt x="3" y="38"/>
                    <a:pt x="1" y="38"/>
                  </a:cubicBezTo>
                  <a:cubicBezTo>
                    <a:pt x="3" y="39"/>
                    <a:pt x="2" y="41"/>
                    <a:pt x="1" y="42"/>
                  </a:cubicBezTo>
                  <a:cubicBezTo>
                    <a:pt x="1" y="42"/>
                    <a:pt x="1" y="42"/>
                    <a:pt x="2" y="42"/>
                  </a:cubicBezTo>
                  <a:cubicBezTo>
                    <a:pt x="2" y="43"/>
                    <a:pt x="1" y="44"/>
                    <a:pt x="0" y="45"/>
                  </a:cubicBezTo>
                  <a:cubicBezTo>
                    <a:pt x="2" y="44"/>
                    <a:pt x="2" y="46"/>
                    <a:pt x="2" y="47"/>
                  </a:cubicBezTo>
                  <a:cubicBezTo>
                    <a:pt x="4" y="46"/>
                    <a:pt x="7" y="46"/>
                    <a:pt x="10" y="45"/>
                  </a:cubicBezTo>
                  <a:cubicBezTo>
                    <a:pt x="9" y="45"/>
                    <a:pt x="9" y="45"/>
                    <a:pt x="8" y="45"/>
                  </a:cubicBezTo>
                  <a:cubicBezTo>
                    <a:pt x="13" y="45"/>
                    <a:pt x="18" y="44"/>
                    <a:pt x="23" y="45"/>
                  </a:cubicBezTo>
                  <a:cubicBezTo>
                    <a:pt x="22" y="44"/>
                    <a:pt x="16" y="44"/>
                    <a:pt x="16" y="42"/>
                  </a:cubicBezTo>
                  <a:cubicBezTo>
                    <a:pt x="18" y="41"/>
                    <a:pt x="22" y="42"/>
                    <a:pt x="24" y="42"/>
                  </a:cubicBezTo>
                  <a:cubicBezTo>
                    <a:pt x="23" y="42"/>
                    <a:pt x="21" y="41"/>
                    <a:pt x="23" y="40"/>
                  </a:cubicBezTo>
                  <a:cubicBezTo>
                    <a:pt x="20" y="40"/>
                    <a:pt x="17" y="40"/>
                    <a:pt x="14" y="40"/>
                  </a:cubicBezTo>
                  <a:cubicBezTo>
                    <a:pt x="13" y="40"/>
                    <a:pt x="7" y="41"/>
                    <a:pt x="10" y="39"/>
                  </a:cubicBezTo>
                  <a:cubicBezTo>
                    <a:pt x="7" y="39"/>
                    <a:pt x="4" y="38"/>
                    <a:pt x="5" y="35"/>
                  </a:cubicBezTo>
                  <a:cubicBezTo>
                    <a:pt x="6" y="34"/>
                    <a:pt x="10" y="31"/>
                    <a:pt x="12" y="31"/>
                  </a:cubicBezTo>
                  <a:cubicBezTo>
                    <a:pt x="10" y="31"/>
                    <a:pt x="4" y="30"/>
                    <a:pt x="7" y="28"/>
                  </a:cubicBezTo>
                  <a:cubicBezTo>
                    <a:pt x="6" y="29"/>
                    <a:pt x="6" y="28"/>
                    <a:pt x="7" y="27"/>
                  </a:cubicBezTo>
                  <a:cubicBezTo>
                    <a:pt x="7" y="26"/>
                    <a:pt x="8" y="25"/>
                    <a:pt x="9" y="24"/>
                  </a:cubicBezTo>
                  <a:cubicBezTo>
                    <a:pt x="11" y="23"/>
                    <a:pt x="12" y="21"/>
                    <a:pt x="14" y="20"/>
                  </a:cubicBezTo>
                  <a:cubicBezTo>
                    <a:pt x="13" y="20"/>
                    <a:pt x="10" y="21"/>
                    <a:pt x="9" y="19"/>
                  </a:cubicBezTo>
                  <a:cubicBezTo>
                    <a:pt x="9" y="18"/>
                    <a:pt x="10" y="17"/>
                    <a:pt x="11" y="16"/>
                  </a:cubicBezTo>
                  <a:cubicBezTo>
                    <a:pt x="8" y="17"/>
                    <a:pt x="9" y="14"/>
                    <a:pt x="9" y="13"/>
                  </a:cubicBezTo>
                  <a:cubicBezTo>
                    <a:pt x="8" y="12"/>
                    <a:pt x="7" y="11"/>
                    <a:pt x="7" y="9"/>
                  </a:cubicBezTo>
                  <a:cubicBezTo>
                    <a:pt x="7" y="7"/>
                    <a:pt x="10" y="2"/>
                    <a:pt x="8" y="0"/>
                  </a:cubicBezTo>
                </a:path>
              </a:pathLst>
            </a:custGeom>
            <a:solidFill>
              <a:srgbClr val="9E9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5" name="Freeform 120">
              <a:extLst>
                <a:ext uri="{FF2B5EF4-FFF2-40B4-BE49-F238E27FC236}">
                  <a16:creationId xmlns:a16="http://schemas.microsoft.com/office/drawing/2014/main" id="{AB99F20D-5EAD-4C7F-806E-6DF9E72E2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614"/>
              <a:ext cx="43" cy="21"/>
            </a:xfrm>
            <a:custGeom>
              <a:avLst/>
              <a:gdLst>
                <a:gd name="T0" fmla="*/ 7 w 24"/>
                <a:gd name="T1" fmla="*/ 21 h 11"/>
                <a:gd name="T2" fmla="*/ 81 w 24"/>
                <a:gd name="T3" fmla="*/ 8 h 11"/>
                <a:gd name="T4" fmla="*/ 138 w 24"/>
                <a:gd name="T5" fmla="*/ 0 h 11"/>
                <a:gd name="T6" fmla="*/ 109 w 24"/>
                <a:gd name="T7" fmla="*/ 21 h 11"/>
                <a:gd name="T8" fmla="*/ 86 w 24"/>
                <a:gd name="T9" fmla="*/ 36 h 11"/>
                <a:gd name="T10" fmla="*/ 65 w 24"/>
                <a:gd name="T11" fmla="*/ 48 h 11"/>
                <a:gd name="T12" fmla="*/ 41 w 24"/>
                <a:gd name="T13" fmla="*/ 48 h 11"/>
                <a:gd name="T14" fmla="*/ 52 w 24"/>
                <a:gd name="T15" fmla="*/ 76 h 11"/>
                <a:gd name="T16" fmla="*/ 23 w 24"/>
                <a:gd name="T17" fmla="*/ 61 h 11"/>
                <a:gd name="T18" fmla="*/ 0 w 24"/>
                <a:gd name="T19" fmla="*/ 2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1">
                  <a:moveTo>
                    <a:pt x="1" y="3"/>
                  </a:moveTo>
                  <a:cubicBezTo>
                    <a:pt x="4" y="1"/>
                    <a:pt x="9" y="1"/>
                    <a:pt x="14" y="1"/>
                  </a:cubicBezTo>
                  <a:cubicBezTo>
                    <a:pt x="17" y="0"/>
                    <a:pt x="22" y="0"/>
                    <a:pt x="24" y="0"/>
                  </a:cubicBezTo>
                  <a:cubicBezTo>
                    <a:pt x="23" y="0"/>
                    <a:pt x="18" y="1"/>
                    <a:pt x="19" y="3"/>
                  </a:cubicBezTo>
                  <a:cubicBezTo>
                    <a:pt x="16" y="2"/>
                    <a:pt x="15" y="3"/>
                    <a:pt x="15" y="5"/>
                  </a:cubicBezTo>
                  <a:cubicBezTo>
                    <a:pt x="13" y="4"/>
                    <a:pt x="10" y="5"/>
                    <a:pt x="11" y="7"/>
                  </a:cubicBezTo>
                  <a:cubicBezTo>
                    <a:pt x="10" y="7"/>
                    <a:pt x="8" y="7"/>
                    <a:pt x="7" y="7"/>
                  </a:cubicBezTo>
                  <a:cubicBezTo>
                    <a:pt x="6" y="8"/>
                    <a:pt x="8" y="9"/>
                    <a:pt x="9" y="11"/>
                  </a:cubicBezTo>
                  <a:cubicBezTo>
                    <a:pt x="8" y="10"/>
                    <a:pt x="5" y="8"/>
                    <a:pt x="4" y="9"/>
                  </a:cubicBezTo>
                  <a:cubicBezTo>
                    <a:pt x="4" y="5"/>
                    <a:pt x="2" y="6"/>
                    <a:pt x="0" y="3"/>
                  </a:cubicBezTo>
                </a:path>
              </a:pathLst>
            </a:custGeom>
            <a:solidFill>
              <a:srgbClr val="9E9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6" name="Freeform 121">
              <a:extLst>
                <a:ext uri="{FF2B5EF4-FFF2-40B4-BE49-F238E27FC236}">
                  <a16:creationId xmlns:a16="http://schemas.microsoft.com/office/drawing/2014/main" id="{9ED360A3-973F-4BDA-90E1-ADD141754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614"/>
              <a:ext cx="39" cy="23"/>
            </a:xfrm>
            <a:custGeom>
              <a:avLst/>
              <a:gdLst>
                <a:gd name="T0" fmla="*/ 0 w 22"/>
                <a:gd name="T1" fmla="*/ 0 h 12"/>
                <a:gd name="T2" fmla="*/ 78 w 22"/>
                <a:gd name="T3" fmla="*/ 15 h 12"/>
                <a:gd name="T4" fmla="*/ 122 w 22"/>
                <a:gd name="T5" fmla="*/ 23 h 12"/>
                <a:gd name="T6" fmla="*/ 89 w 22"/>
                <a:gd name="T7" fmla="*/ 84 h 12"/>
                <a:gd name="T8" fmla="*/ 66 w 22"/>
                <a:gd name="T9" fmla="*/ 77 h 12"/>
                <a:gd name="T10" fmla="*/ 66 w 22"/>
                <a:gd name="T11" fmla="*/ 69 h 12"/>
                <a:gd name="T12" fmla="*/ 50 w 22"/>
                <a:gd name="T13" fmla="*/ 77 h 12"/>
                <a:gd name="T14" fmla="*/ 57 w 22"/>
                <a:gd name="T15" fmla="*/ 56 h 12"/>
                <a:gd name="T16" fmla="*/ 57 w 22"/>
                <a:gd name="T17" fmla="*/ 23 h 12"/>
                <a:gd name="T18" fmla="*/ 21 w 22"/>
                <a:gd name="T19" fmla="*/ 23 h 12"/>
                <a:gd name="T20" fmla="*/ 16 w 22"/>
                <a:gd name="T21" fmla="*/ 8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12">
                  <a:moveTo>
                    <a:pt x="0" y="0"/>
                  </a:moveTo>
                  <a:cubicBezTo>
                    <a:pt x="5" y="0"/>
                    <a:pt x="10" y="1"/>
                    <a:pt x="14" y="2"/>
                  </a:cubicBezTo>
                  <a:cubicBezTo>
                    <a:pt x="16" y="2"/>
                    <a:pt x="20" y="2"/>
                    <a:pt x="22" y="3"/>
                  </a:cubicBezTo>
                  <a:cubicBezTo>
                    <a:pt x="18" y="3"/>
                    <a:pt x="17" y="9"/>
                    <a:pt x="16" y="12"/>
                  </a:cubicBezTo>
                  <a:cubicBezTo>
                    <a:pt x="17" y="8"/>
                    <a:pt x="13" y="9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1" y="10"/>
                    <a:pt x="10" y="10"/>
                    <a:pt x="9" y="11"/>
                  </a:cubicBezTo>
                  <a:cubicBezTo>
                    <a:pt x="10" y="10"/>
                    <a:pt x="11" y="9"/>
                    <a:pt x="10" y="8"/>
                  </a:cubicBezTo>
                  <a:cubicBezTo>
                    <a:pt x="13" y="7"/>
                    <a:pt x="12" y="4"/>
                    <a:pt x="10" y="3"/>
                  </a:cubicBezTo>
                  <a:cubicBezTo>
                    <a:pt x="8" y="2"/>
                    <a:pt x="6" y="4"/>
                    <a:pt x="4" y="3"/>
                  </a:cubicBezTo>
                  <a:cubicBezTo>
                    <a:pt x="4" y="2"/>
                    <a:pt x="4" y="1"/>
                    <a:pt x="3" y="1"/>
                  </a:cubicBezTo>
                </a:path>
              </a:pathLst>
            </a:custGeom>
            <a:solidFill>
              <a:srgbClr val="9E9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7" name="Freeform 122">
              <a:extLst>
                <a:ext uri="{FF2B5EF4-FFF2-40B4-BE49-F238E27FC236}">
                  <a16:creationId xmlns:a16="http://schemas.microsoft.com/office/drawing/2014/main" id="{F1531E4A-78CF-4DD1-A5BF-E5EE145FA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584"/>
              <a:ext cx="8" cy="21"/>
            </a:xfrm>
            <a:custGeom>
              <a:avLst/>
              <a:gdLst>
                <a:gd name="T0" fmla="*/ 8 w 4"/>
                <a:gd name="T1" fmla="*/ 0 h 11"/>
                <a:gd name="T2" fmla="*/ 32 w 4"/>
                <a:gd name="T3" fmla="*/ 0 h 11"/>
                <a:gd name="T4" fmla="*/ 24 w 4"/>
                <a:gd name="T5" fmla="*/ 36 h 11"/>
                <a:gd name="T6" fmla="*/ 24 w 4"/>
                <a:gd name="T7" fmla="*/ 76 h 11"/>
                <a:gd name="T8" fmla="*/ 0 w 4"/>
                <a:gd name="T9" fmla="*/ 69 h 11"/>
                <a:gd name="T10" fmla="*/ 8 w 4"/>
                <a:gd name="T11" fmla="*/ 48 h 11"/>
                <a:gd name="T12" fmla="*/ 16 w 4"/>
                <a:gd name="T13" fmla="*/ 29 h 11"/>
                <a:gd name="T14" fmla="*/ 16 w 4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11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3" y="1"/>
                    <a:pt x="2" y="4"/>
                    <a:pt x="3" y="5"/>
                  </a:cubicBezTo>
                  <a:cubicBezTo>
                    <a:pt x="2" y="6"/>
                    <a:pt x="3" y="9"/>
                    <a:pt x="3" y="11"/>
                  </a:cubicBezTo>
                  <a:cubicBezTo>
                    <a:pt x="2" y="11"/>
                    <a:pt x="1" y="10"/>
                    <a:pt x="0" y="10"/>
                  </a:cubicBezTo>
                  <a:cubicBezTo>
                    <a:pt x="2" y="10"/>
                    <a:pt x="2" y="8"/>
                    <a:pt x="1" y="7"/>
                  </a:cubicBezTo>
                  <a:cubicBezTo>
                    <a:pt x="2" y="7"/>
                    <a:pt x="2" y="5"/>
                    <a:pt x="2" y="4"/>
                  </a:cubicBezTo>
                  <a:cubicBezTo>
                    <a:pt x="3" y="3"/>
                    <a:pt x="2" y="1"/>
                    <a:pt x="2" y="0"/>
                  </a:cubicBezTo>
                </a:path>
              </a:pathLst>
            </a:custGeom>
            <a:solidFill>
              <a:srgbClr val="9E9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8" name="Freeform 123">
              <a:extLst>
                <a:ext uri="{FF2B5EF4-FFF2-40B4-BE49-F238E27FC236}">
                  <a16:creationId xmlns:a16="http://schemas.microsoft.com/office/drawing/2014/main" id="{0758B3D3-8A7A-4B45-8E02-831BD3981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603"/>
              <a:ext cx="6" cy="9"/>
            </a:xfrm>
            <a:custGeom>
              <a:avLst/>
              <a:gdLst>
                <a:gd name="T0" fmla="*/ 24 w 3"/>
                <a:gd name="T1" fmla="*/ 7 h 5"/>
                <a:gd name="T2" fmla="*/ 24 w 3"/>
                <a:gd name="T3" fmla="*/ 29 h 5"/>
                <a:gd name="T4" fmla="*/ 8 w 3"/>
                <a:gd name="T5" fmla="*/ 16 h 5"/>
                <a:gd name="T6" fmla="*/ 8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2" y="2"/>
                    <a:pt x="2" y="3"/>
                    <a:pt x="3" y="5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2" y="1"/>
                    <a:pt x="1" y="0"/>
                  </a:cubicBezTo>
                </a:path>
              </a:pathLst>
            </a:custGeom>
            <a:solidFill>
              <a:srgbClr val="9E9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9" name="Freeform 124">
              <a:extLst>
                <a:ext uri="{FF2B5EF4-FFF2-40B4-BE49-F238E27FC236}">
                  <a16:creationId xmlns:a16="http://schemas.microsoft.com/office/drawing/2014/main" id="{28DC9D38-206A-4729-B149-601246EE5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517"/>
              <a:ext cx="9" cy="38"/>
            </a:xfrm>
            <a:custGeom>
              <a:avLst/>
              <a:gdLst>
                <a:gd name="T0" fmla="*/ 7 w 5"/>
                <a:gd name="T1" fmla="*/ 15 h 20"/>
                <a:gd name="T2" fmla="*/ 29 w 5"/>
                <a:gd name="T3" fmla="*/ 29 h 20"/>
                <a:gd name="T4" fmla="*/ 29 w 5"/>
                <a:gd name="T5" fmla="*/ 68 h 20"/>
                <a:gd name="T6" fmla="*/ 23 w 5"/>
                <a:gd name="T7" fmla="*/ 105 h 20"/>
                <a:gd name="T8" fmla="*/ 23 w 5"/>
                <a:gd name="T9" fmla="*/ 137 h 20"/>
                <a:gd name="T10" fmla="*/ 13 w 5"/>
                <a:gd name="T11" fmla="*/ 97 h 20"/>
                <a:gd name="T12" fmla="*/ 13 w 5"/>
                <a:gd name="T13" fmla="*/ 61 h 20"/>
                <a:gd name="T14" fmla="*/ 7 w 5"/>
                <a:gd name="T15" fmla="*/ 0 h 20"/>
                <a:gd name="T16" fmla="*/ 16 w 5"/>
                <a:gd name="T17" fmla="*/ 8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20">
                  <a:moveTo>
                    <a:pt x="1" y="2"/>
                  </a:moveTo>
                  <a:cubicBezTo>
                    <a:pt x="2" y="3"/>
                    <a:pt x="3" y="3"/>
                    <a:pt x="5" y="4"/>
                  </a:cubicBezTo>
                  <a:cubicBezTo>
                    <a:pt x="2" y="4"/>
                    <a:pt x="4" y="9"/>
                    <a:pt x="5" y="10"/>
                  </a:cubicBezTo>
                  <a:cubicBezTo>
                    <a:pt x="3" y="11"/>
                    <a:pt x="3" y="14"/>
                    <a:pt x="4" y="15"/>
                  </a:cubicBezTo>
                  <a:cubicBezTo>
                    <a:pt x="2" y="16"/>
                    <a:pt x="4" y="19"/>
                    <a:pt x="4" y="20"/>
                  </a:cubicBezTo>
                  <a:cubicBezTo>
                    <a:pt x="2" y="19"/>
                    <a:pt x="2" y="16"/>
                    <a:pt x="2" y="14"/>
                  </a:cubicBezTo>
                  <a:cubicBezTo>
                    <a:pt x="2" y="13"/>
                    <a:pt x="1" y="10"/>
                    <a:pt x="2" y="9"/>
                  </a:cubicBezTo>
                  <a:cubicBezTo>
                    <a:pt x="0" y="6"/>
                    <a:pt x="4" y="2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</a:path>
              </a:pathLst>
            </a:custGeom>
            <a:solidFill>
              <a:srgbClr val="9E9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0" name="Freeform 125">
              <a:extLst>
                <a:ext uri="{FF2B5EF4-FFF2-40B4-BE49-F238E27FC236}">
                  <a16:creationId xmlns:a16="http://schemas.microsoft.com/office/drawing/2014/main" id="{D1903ED0-C048-4269-9844-EC3817A57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462"/>
              <a:ext cx="23" cy="25"/>
            </a:xfrm>
            <a:custGeom>
              <a:avLst/>
              <a:gdLst>
                <a:gd name="T0" fmla="*/ 0 w 13"/>
                <a:gd name="T1" fmla="*/ 23 h 13"/>
                <a:gd name="T2" fmla="*/ 73 w 13"/>
                <a:gd name="T3" fmla="*/ 0 h 13"/>
                <a:gd name="T4" fmla="*/ 57 w 13"/>
                <a:gd name="T5" fmla="*/ 29 h 13"/>
                <a:gd name="T6" fmla="*/ 50 w 13"/>
                <a:gd name="T7" fmla="*/ 56 h 13"/>
                <a:gd name="T8" fmla="*/ 44 w 13"/>
                <a:gd name="T9" fmla="*/ 92 h 13"/>
                <a:gd name="T10" fmla="*/ 21 w 13"/>
                <a:gd name="T11" fmla="*/ 85 h 13"/>
                <a:gd name="T12" fmla="*/ 12 w 13"/>
                <a:gd name="T13" fmla="*/ 71 h 13"/>
                <a:gd name="T14" fmla="*/ 0 w 13"/>
                <a:gd name="T15" fmla="*/ 2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3">
                  <a:moveTo>
                    <a:pt x="0" y="3"/>
                  </a:moveTo>
                  <a:cubicBezTo>
                    <a:pt x="4" y="4"/>
                    <a:pt x="9" y="1"/>
                    <a:pt x="13" y="0"/>
                  </a:cubicBezTo>
                  <a:cubicBezTo>
                    <a:pt x="11" y="1"/>
                    <a:pt x="9" y="2"/>
                    <a:pt x="10" y="4"/>
                  </a:cubicBezTo>
                  <a:cubicBezTo>
                    <a:pt x="8" y="4"/>
                    <a:pt x="7" y="6"/>
                    <a:pt x="9" y="8"/>
                  </a:cubicBezTo>
                  <a:cubicBezTo>
                    <a:pt x="6" y="8"/>
                    <a:pt x="7" y="11"/>
                    <a:pt x="8" y="13"/>
                  </a:cubicBezTo>
                  <a:cubicBezTo>
                    <a:pt x="7" y="12"/>
                    <a:pt x="5" y="12"/>
                    <a:pt x="4" y="12"/>
                  </a:cubicBezTo>
                  <a:cubicBezTo>
                    <a:pt x="3" y="11"/>
                    <a:pt x="3" y="10"/>
                    <a:pt x="2" y="10"/>
                  </a:cubicBezTo>
                  <a:cubicBezTo>
                    <a:pt x="6" y="7"/>
                    <a:pt x="4" y="5"/>
                    <a:pt x="0" y="4"/>
                  </a:cubicBezTo>
                </a:path>
              </a:pathLst>
            </a:custGeom>
            <a:solidFill>
              <a:srgbClr val="9E9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1" name="Freeform 126">
              <a:extLst>
                <a:ext uri="{FF2B5EF4-FFF2-40B4-BE49-F238E27FC236}">
                  <a16:creationId xmlns:a16="http://schemas.microsoft.com/office/drawing/2014/main" id="{25452B83-1CDA-46FB-88B4-A09AB8A44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422"/>
              <a:ext cx="60" cy="65"/>
            </a:xfrm>
            <a:custGeom>
              <a:avLst/>
              <a:gdLst>
                <a:gd name="T0" fmla="*/ 0 w 34"/>
                <a:gd name="T1" fmla="*/ 0 h 34"/>
                <a:gd name="T2" fmla="*/ 12 w 34"/>
                <a:gd name="T3" fmla="*/ 15 h 34"/>
                <a:gd name="T4" fmla="*/ 16 w 34"/>
                <a:gd name="T5" fmla="*/ 36 h 34"/>
                <a:gd name="T6" fmla="*/ 34 w 34"/>
                <a:gd name="T7" fmla="*/ 40 h 34"/>
                <a:gd name="T8" fmla="*/ 37 w 34"/>
                <a:gd name="T9" fmla="*/ 55 h 34"/>
                <a:gd name="T10" fmla="*/ 49 w 34"/>
                <a:gd name="T11" fmla="*/ 69 h 34"/>
                <a:gd name="T12" fmla="*/ 60 w 34"/>
                <a:gd name="T13" fmla="*/ 84 h 34"/>
                <a:gd name="T14" fmla="*/ 78 w 34"/>
                <a:gd name="T15" fmla="*/ 113 h 34"/>
                <a:gd name="T16" fmla="*/ 106 w 34"/>
                <a:gd name="T17" fmla="*/ 132 h 34"/>
                <a:gd name="T18" fmla="*/ 122 w 34"/>
                <a:gd name="T19" fmla="*/ 161 h 34"/>
                <a:gd name="T20" fmla="*/ 143 w 34"/>
                <a:gd name="T21" fmla="*/ 189 h 34"/>
                <a:gd name="T22" fmla="*/ 166 w 34"/>
                <a:gd name="T23" fmla="*/ 216 h 34"/>
                <a:gd name="T24" fmla="*/ 180 w 34"/>
                <a:gd name="T25" fmla="*/ 237 h 34"/>
                <a:gd name="T26" fmla="*/ 187 w 34"/>
                <a:gd name="T27" fmla="*/ 201 h 34"/>
                <a:gd name="T28" fmla="*/ 159 w 34"/>
                <a:gd name="T29" fmla="*/ 176 h 34"/>
                <a:gd name="T30" fmla="*/ 138 w 34"/>
                <a:gd name="T31" fmla="*/ 140 h 34"/>
                <a:gd name="T32" fmla="*/ 115 w 34"/>
                <a:gd name="T33" fmla="*/ 140 h 34"/>
                <a:gd name="T34" fmla="*/ 109 w 34"/>
                <a:gd name="T35" fmla="*/ 124 h 34"/>
                <a:gd name="T36" fmla="*/ 94 w 34"/>
                <a:gd name="T37" fmla="*/ 99 h 34"/>
                <a:gd name="T38" fmla="*/ 78 w 34"/>
                <a:gd name="T39" fmla="*/ 84 h 34"/>
                <a:gd name="T40" fmla="*/ 56 w 34"/>
                <a:gd name="T41" fmla="*/ 63 h 34"/>
                <a:gd name="T42" fmla="*/ 44 w 34"/>
                <a:gd name="T43" fmla="*/ 55 h 34"/>
                <a:gd name="T44" fmla="*/ 28 w 34"/>
                <a:gd name="T45" fmla="*/ 36 h 34"/>
                <a:gd name="T46" fmla="*/ 12 w 34"/>
                <a:gd name="T47" fmla="*/ 21 h 3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" h="34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2" y="3"/>
                    <a:pt x="2" y="5"/>
                    <a:pt x="3" y="5"/>
                  </a:cubicBezTo>
                  <a:cubicBezTo>
                    <a:pt x="4" y="6"/>
                    <a:pt x="5" y="5"/>
                    <a:pt x="6" y="6"/>
                  </a:cubicBezTo>
                  <a:cubicBezTo>
                    <a:pt x="7" y="7"/>
                    <a:pt x="7" y="8"/>
                    <a:pt x="7" y="8"/>
                  </a:cubicBezTo>
                  <a:cubicBezTo>
                    <a:pt x="8" y="9"/>
                    <a:pt x="9" y="9"/>
                    <a:pt x="9" y="10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3" y="13"/>
                    <a:pt x="14" y="14"/>
                    <a:pt x="14" y="16"/>
                  </a:cubicBezTo>
                  <a:cubicBezTo>
                    <a:pt x="16" y="15"/>
                    <a:pt x="19" y="17"/>
                    <a:pt x="19" y="19"/>
                  </a:cubicBezTo>
                  <a:cubicBezTo>
                    <a:pt x="21" y="18"/>
                    <a:pt x="22" y="21"/>
                    <a:pt x="22" y="23"/>
                  </a:cubicBezTo>
                  <a:cubicBezTo>
                    <a:pt x="25" y="23"/>
                    <a:pt x="26" y="25"/>
                    <a:pt x="26" y="27"/>
                  </a:cubicBezTo>
                  <a:cubicBezTo>
                    <a:pt x="28" y="25"/>
                    <a:pt x="30" y="30"/>
                    <a:pt x="30" y="31"/>
                  </a:cubicBezTo>
                  <a:cubicBezTo>
                    <a:pt x="32" y="30"/>
                    <a:pt x="33" y="32"/>
                    <a:pt x="33" y="34"/>
                  </a:cubicBezTo>
                  <a:cubicBezTo>
                    <a:pt x="32" y="32"/>
                    <a:pt x="33" y="30"/>
                    <a:pt x="34" y="29"/>
                  </a:cubicBezTo>
                  <a:cubicBezTo>
                    <a:pt x="31" y="29"/>
                    <a:pt x="29" y="27"/>
                    <a:pt x="29" y="25"/>
                  </a:cubicBezTo>
                  <a:cubicBezTo>
                    <a:pt x="27" y="25"/>
                    <a:pt x="24" y="22"/>
                    <a:pt x="25" y="20"/>
                  </a:cubicBezTo>
                  <a:cubicBezTo>
                    <a:pt x="24" y="20"/>
                    <a:pt x="22" y="20"/>
                    <a:pt x="21" y="20"/>
                  </a:cubicBezTo>
                  <a:cubicBezTo>
                    <a:pt x="21" y="19"/>
                    <a:pt x="21" y="18"/>
                    <a:pt x="20" y="18"/>
                  </a:cubicBezTo>
                  <a:cubicBezTo>
                    <a:pt x="19" y="16"/>
                    <a:pt x="17" y="16"/>
                    <a:pt x="17" y="14"/>
                  </a:cubicBezTo>
                  <a:cubicBezTo>
                    <a:pt x="16" y="14"/>
                    <a:pt x="14" y="13"/>
                    <a:pt x="14" y="12"/>
                  </a:cubicBezTo>
                  <a:cubicBezTo>
                    <a:pt x="12" y="11"/>
                    <a:pt x="11" y="10"/>
                    <a:pt x="10" y="9"/>
                  </a:cubicBezTo>
                  <a:cubicBezTo>
                    <a:pt x="9" y="8"/>
                    <a:pt x="9" y="8"/>
                    <a:pt x="8" y="8"/>
                  </a:cubicBezTo>
                  <a:cubicBezTo>
                    <a:pt x="7" y="7"/>
                    <a:pt x="6" y="6"/>
                    <a:pt x="5" y="5"/>
                  </a:cubicBezTo>
                  <a:cubicBezTo>
                    <a:pt x="4" y="4"/>
                    <a:pt x="3" y="4"/>
                    <a:pt x="2" y="3"/>
                  </a:cubicBezTo>
                </a:path>
              </a:pathLst>
            </a:custGeom>
            <a:solidFill>
              <a:srgbClr val="9E9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2" name="Freeform 127">
              <a:extLst>
                <a:ext uri="{FF2B5EF4-FFF2-40B4-BE49-F238E27FC236}">
                  <a16:creationId xmlns:a16="http://schemas.microsoft.com/office/drawing/2014/main" id="{B5D29EF8-A035-4891-B74F-9D3DCD890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477"/>
              <a:ext cx="23" cy="25"/>
            </a:xfrm>
            <a:custGeom>
              <a:avLst/>
              <a:gdLst>
                <a:gd name="T0" fmla="*/ 7 w 13"/>
                <a:gd name="T1" fmla="*/ 29 h 13"/>
                <a:gd name="T2" fmla="*/ 28 w 13"/>
                <a:gd name="T3" fmla="*/ 71 h 13"/>
                <a:gd name="T4" fmla="*/ 50 w 13"/>
                <a:gd name="T5" fmla="*/ 92 h 13"/>
                <a:gd name="T6" fmla="*/ 65 w 13"/>
                <a:gd name="T7" fmla="*/ 92 h 13"/>
                <a:gd name="T8" fmla="*/ 57 w 13"/>
                <a:gd name="T9" fmla="*/ 85 h 13"/>
                <a:gd name="T10" fmla="*/ 37 w 13"/>
                <a:gd name="T11" fmla="*/ 37 h 13"/>
                <a:gd name="T12" fmla="*/ 21 w 13"/>
                <a:gd name="T13" fmla="*/ 15 h 13"/>
                <a:gd name="T14" fmla="*/ 0 w 13"/>
                <a:gd name="T15" fmla="*/ 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3">
                  <a:moveTo>
                    <a:pt x="1" y="4"/>
                  </a:moveTo>
                  <a:cubicBezTo>
                    <a:pt x="3" y="6"/>
                    <a:pt x="6" y="7"/>
                    <a:pt x="5" y="10"/>
                  </a:cubicBezTo>
                  <a:cubicBezTo>
                    <a:pt x="8" y="10"/>
                    <a:pt x="9" y="11"/>
                    <a:pt x="9" y="13"/>
                  </a:cubicBezTo>
                  <a:cubicBezTo>
                    <a:pt x="11" y="13"/>
                    <a:pt x="11" y="12"/>
                    <a:pt x="12" y="13"/>
                  </a:cubicBezTo>
                  <a:cubicBezTo>
                    <a:pt x="13" y="12"/>
                    <a:pt x="12" y="13"/>
                    <a:pt x="10" y="12"/>
                  </a:cubicBezTo>
                  <a:cubicBezTo>
                    <a:pt x="11" y="9"/>
                    <a:pt x="8" y="7"/>
                    <a:pt x="7" y="5"/>
                  </a:cubicBezTo>
                  <a:cubicBezTo>
                    <a:pt x="6" y="4"/>
                    <a:pt x="6" y="2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solidFill>
              <a:srgbClr val="9E9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3" name="Freeform 128">
              <a:extLst>
                <a:ext uri="{FF2B5EF4-FFF2-40B4-BE49-F238E27FC236}">
                  <a16:creationId xmlns:a16="http://schemas.microsoft.com/office/drawing/2014/main" id="{C94DE6D6-0F6D-491E-A88F-9CEA13B70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413"/>
              <a:ext cx="87" cy="89"/>
            </a:xfrm>
            <a:custGeom>
              <a:avLst/>
              <a:gdLst>
                <a:gd name="T0" fmla="*/ 240 w 49"/>
                <a:gd name="T1" fmla="*/ 8 h 47"/>
                <a:gd name="T2" fmla="*/ 202 w 49"/>
                <a:gd name="T3" fmla="*/ 21 h 47"/>
                <a:gd name="T4" fmla="*/ 174 w 49"/>
                <a:gd name="T5" fmla="*/ 47 h 47"/>
                <a:gd name="T6" fmla="*/ 146 w 49"/>
                <a:gd name="T7" fmla="*/ 68 h 47"/>
                <a:gd name="T8" fmla="*/ 123 w 49"/>
                <a:gd name="T9" fmla="*/ 97 h 47"/>
                <a:gd name="T10" fmla="*/ 107 w 49"/>
                <a:gd name="T11" fmla="*/ 116 h 47"/>
                <a:gd name="T12" fmla="*/ 89 w 49"/>
                <a:gd name="T13" fmla="*/ 144 h 47"/>
                <a:gd name="T14" fmla="*/ 66 w 49"/>
                <a:gd name="T15" fmla="*/ 176 h 47"/>
                <a:gd name="T16" fmla="*/ 44 w 49"/>
                <a:gd name="T17" fmla="*/ 212 h 47"/>
                <a:gd name="T18" fmla="*/ 28 w 49"/>
                <a:gd name="T19" fmla="*/ 244 h 47"/>
                <a:gd name="T20" fmla="*/ 12 w 49"/>
                <a:gd name="T21" fmla="*/ 280 h 47"/>
                <a:gd name="T22" fmla="*/ 7 w 49"/>
                <a:gd name="T23" fmla="*/ 312 h 47"/>
                <a:gd name="T24" fmla="*/ 0 w 49"/>
                <a:gd name="T25" fmla="*/ 320 h 47"/>
                <a:gd name="T26" fmla="*/ 12 w 49"/>
                <a:gd name="T27" fmla="*/ 320 h 47"/>
                <a:gd name="T28" fmla="*/ 36 w 49"/>
                <a:gd name="T29" fmla="*/ 290 h 47"/>
                <a:gd name="T30" fmla="*/ 36 w 49"/>
                <a:gd name="T31" fmla="*/ 290 h 47"/>
                <a:gd name="T32" fmla="*/ 37 w 49"/>
                <a:gd name="T33" fmla="*/ 286 h 47"/>
                <a:gd name="T34" fmla="*/ 50 w 49"/>
                <a:gd name="T35" fmla="*/ 265 h 47"/>
                <a:gd name="T36" fmla="*/ 64 w 49"/>
                <a:gd name="T37" fmla="*/ 244 h 47"/>
                <a:gd name="T38" fmla="*/ 66 w 49"/>
                <a:gd name="T39" fmla="*/ 237 h 47"/>
                <a:gd name="T40" fmla="*/ 73 w 49"/>
                <a:gd name="T41" fmla="*/ 222 h 47"/>
                <a:gd name="T42" fmla="*/ 89 w 49"/>
                <a:gd name="T43" fmla="*/ 212 h 47"/>
                <a:gd name="T44" fmla="*/ 89 w 49"/>
                <a:gd name="T45" fmla="*/ 205 h 47"/>
                <a:gd name="T46" fmla="*/ 114 w 49"/>
                <a:gd name="T47" fmla="*/ 189 h 47"/>
                <a:gd name="T48" fmla="*/ 117 w 49"/>
                <a:gd name="T49" fmla="*/ 169 h 47"/>
                <a:gd name="T50" fmla="*/ 130 w 49"/>
                <a:gd name="T51" fmla="*/ 161 h 47"/>
                <a:gd name="T52" fmla="*/ 135 w 49"/>
                <a:gd name="T53" fmla="*/ 157 h 47"/>
                <a:gd name="T54" fmla="*/ 158 w 49"/>
                <a:gd name="T55" fmla="*/ 136 h 47"/>
                <a:gd name="T56" fmla="*/ 174 w 49"/>
                <a:gd name="T57" fmla="*/ 116 h 47"/>
                <a:gd name="T58" fmla="*/ 186 w 49"/>
                <a:gd name="T59" fmla="*/ 100 h 47"/>
                <a:gd name="T60" fmla="*/ 202 w 49"/>
                <a:gd name="T61" fmla="*/ 89 h 47"/>
                <a:gd name="T62" fmla="*/ 211 w 49"/>
                <a:gd name="T63" fmla="*/ 76 h 47"/>
                <a:gd name="T64" fmla="*/ 218 w 49"/>
                <a:gd name="T65" fmla="*/ 61 h 47"/>
                <a:gd name="T66" fmla="*/ 231 w 49"/>
                <a:gd name="T67" fmla="*/ 40 h 47"/>
                <a:gd name="T68" fmla="*/ 240 w 49"/>
                <a:gd name="T69" fmla="*/ 32 h 47"/>
                <a:gd name="T70" fmla="*/ 259 w 49"/>
                <a:gd name="T71" fmla="*/ 21 h 47"/>
                <a:gd name="T72" fmla="*/ 273 w 49"/>
                <a:gd name="T73" fmla="*/ 8 h 47"/>
                <a:gd name="T74" fmla="*/ 240 w 49"/>
                <a:gd name="T75" fmla="*/ 8 h 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9" h="47">
                  <a:moveTo>
                    <a:pt x="43" y="1"/>
                  </a:moveTo>
                  <a:cubicBezTo>
                    <a:pt x="42" y="1"/>
                    <a:pt x="38" y="1"/>
                    <a:pt x="36" y="3"/>
                  </a:cubicBezTo>
                  <a:cubicBezTo>
                    <a:pt x="35" y="3"/>
                    <a:pt x="32" y="4"/>
                    <a:pt x="31" y="7"/>
                  </a:cubicBezTo>
                  <a:cubicBezTo>
                    <a:pt x="30" y="6"/>
                    <a:pt x="26" y="8"/>
                    <a:pt x="26" y="10"/>
                  </a:cubicBezTo>
                  <a:cubicBezTo>
                    <a:pt x="25" y="10"/>
                    <a:pt x="22" y="12"/>
                    <a:pt x="22" y="14"/>
                  </a:cubicBezTo>
                  <a:cubicBezTo>
                    <a:pt x="21" y="14"/>
                    <a:pt x="20" y="15"/>
                    <a:pt x="19" y="17"/>
                  </a:cubicBezTo>
                  <a:cubicBezTo>
                    <a:pt x="18" y="17"/>
                    <a:pt x="15" y="19"/>
                    <a:pt x="16" y="21"/>
                  </a:cubicBezTo>
                  <a:cubicBezTo>
                    <a:pt x="16" y="21"/>
                    <a:pt x="12" y="22"/>
                    <a:pt x="12" y="26"/>
                  </a:cubicBezTo>
                  <a:cubicBezTo>
                    <a:pt x="11" y="26"/>
                    <a:pt x="7" y="29"/>
                    <a:pt x="8" y="31"/>
                  </a:cubicBezTo>
                  <a:cubicBezTo>
                    <a:pt x="7" y="31"/>
                    <a:pt x="4" y="34"/>
                    <a:pt x="5" y="36"/>
                  </a:cubicBezTo>
                  <a:cubicBezTo>
                    <a:pt x="3" y="37"/>
                    <a:pt x="2" y="40"/>
                    <a:pt x="2" y="41"/>
                  </a:cubicBezTo>
                  <a:cubicBezTo>
                    <a:pt x="1" y="42"/>
                    <a:pt x="0" y="45"/>
                    <a:pt x="1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1" y="47"/>
                    <a:pt x="1" y="47"/>
                    <a:pt x="2" y="47"/>
                  </a:cubicBezTo>
                  <a:cubicBezTo>
                    <a:pt x="2" y="45"/>
                    <a:pt x="4" y="44"/>
                    <a:pt x="6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7" y="43"/>
                    <a:pt x="7" y="42"/>
                    <a:pt x="7" y="42"/>
                  </a:cubicBezTo>
                  <a:cubicBezTo>
                    <a:pt x="7" y="41"/>
                    <a:pt x="8" y="39"/>
                    <a:pt x="9" y="39"/>
                  </a:cubicBezTo>
                  <a:cubicBezTo>
                    <a:pt x="9" y="38"/>
                    <a:pt x="10" y="37"/>
                    <a:pt x="11" y="36"/>
                  </a:cubicBezTo>
                  <a:cubicBezTo>
                    <a:pt x="11" y="36"/>
                    <a:pt x="12" y="36"/>
                    <a:pt x="12" y="35"/>
                  </a:cubicBezTo>
                  <a:cubicBezTo>
                    <a:pt x="13" y="34"/>
                    <a:pt x="13" y="33"/>
                    <a:pt x="13" y="33"/>
                  </a:cubicBezTo>
                  <a:cubicBezTo>
                    <a:pt x="14" y="32"/>
                    <a:pt x="15" y="32"/>
                    <a:pt x="16" y="31"/>
                  </a:cubicBezTo>
                  <a:cubicBezTo>
                    <a:pt x="16" y="31"/>
                    <a:pt x="16" y="31"/>
                    <a:pt x="16" y="30"/>
                  </a:cubicBezTo>
                  <a:cubicBezTo>
                    <a:pt x="17" y="29"/>
                    <a:pt x="19" y="29"/>
                    <a:pt x="20" y="28"/>
                  </a:cubicBezTo>
                  <a:cubicBezTo>
                    <a:pt x="20" y="27"/>
                    <a:pt x="21" y="26"/>
                    <a:pt x="21" y="25"/>
                  </a:cubicBezTo>
                  <a:cubicBezTo>
                    <a:pt x="22" y="25"/>
                    <a:pt x="22" y="24"/>
                    <a:pt x="23" y="24"/>
                  </a:cubicBezTo>
                  <a:cubicBezTo>
                    <a:pt x="23" y="24"/>
                    <a:pt x="24" y="23"/>
                    <a:pt x="24" y="23"/>
                  </a:cubicBezTo>
                  <a:cubicBezTo>
                    <a:pt x="25" y="22"/>
                    <a:pt x="27" y="22"/>
                    <a:pt x="28" y="20"/>
                  </a:cubicBezTo>
                  <a:cubicBezTo>
                    <a:pt x="28" y="19"/>
                    <a:pt x="29" y="18"/>
                    <a:pt x="31" y="17"/>
                  </a:cubicBezTo>
                  <a:cubicBezTo>
                    <a:pt x="32" y="16"/>
                    <a:pt x="32" y="15"/>
                    <a:pt x="33" y="15"/>
                  </a:cubicBezTo>
                  <a:cubicBezTo>
                    <a:pt x="34" y="14"/>
                    <a:pt x="35" y="14"/>
                    <a:pt x="36" y="13"/>
                  </a:cubicBezTo>
                  <a:cubicBezTo>
                    <a:pt x="37" y="12"/>
                    <a:pt x="37" y="12"/>
                    <a:pt x="38" y="11"/>
                  </a:cubicBezTo>
                  <a:cubicBezTo>
                    <a:pt x="39" y="10"/>
                    <a:pt x="39" y="10"/>
                    <a:pt x="39" y="9"/>
                  </a:cubicBezTo>
                  <a:cubicBezTo>
                    <a:pt x="40" y="8"/>
                    <a:pt x="40" y="7"/>
                    <a:pt x="41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4"/>
                    <a:pt x="45" y="4"/>
                    <a:pt x="46" y="3"/>
                  </a:cubicBezTo>
                  <a:cubicBezTo>
                    <a:pt x="47" y="2"/>
                    <a:pt x="48" y="1"/>
                    <a:pt x="49" y="1"/>
                  </a:cubicBezTo>
                  <a:cubicBezTo>
                    <a:pt x="48" y="0"/>
                    <a:pt x="45" y="0"/>
                    <a:pt x="43" y="1"/>
                  </a:cubicBezTo>
                  <a:close/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4" name="Freeform 129">
              <a:extLst>
                <a:ext uri="{FF2B5EF4-FFF2-40B4-BE49-F238E27FC236}">
                  <a16:creationId xmlns:a16="http://schemas.microsoft.com/office/drawing/2014/main" id="{18D13F97-AE11-491C-AED3-A1C9FA5B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418"/>
              <a:ext cx="66" cy="67"/>
            </a:xfrm>
            <a:custGeom>
              <a:avLst/>
              <a:gdLst>
                <a:gd name="T0" fmla="*/ 210 w 37"/>
                <a:gd name="T1" fmla="*/ 0 h 35"/>
                <a:gd name="T2" fmla="*/ 171 w 37"/>
                <a:gd name="T3" fmla="*/ 15 h 35"/>
                <a:gd name="T4" fmla="*/ 146 w 37"/>
                <a:gd name="T5" fmla="*/ 36 h 35"/>
                <a:gd name="T6" fmla="*/ 125 w 37"/>
                <a:gd name="T7" fmla="*/ 63 h 35"/>
                <a:gd name="T8" fmla="*/ 86 w 37"/>
                <a:gd name="T9" fmla="*/ 113 h 35"/>
                <a:gd name="T10" fmla="*/ 64 w 37"/>
                <a:gd name="T11" fmla="*/ 124 h 35"/>
                <a:gd name="T12" fmla="*/ 45 w 37"/>
                <a:gd name="T13" fmla="*/ 153 h 35"/>
                <a:gd name="T14" fmla="*/ 21 w 37"/>
                <a:gd name="T15" fmla="*/ 191 h 35"/>
                <a:gd name="T16" fmla="*/ 0 w 37"/>
                <a:gd name="T17" fmla="*/ 216 h 35"/>
                <a:gd name="T18" fmla="*/ 7 w 37"/>
                <a:gd name="T19" fmla="*/ 245 h 35"/>
                <a:gd name="T20" fmla="*/ 7 w 37"/>
                <a:gd name="T21" fmla="*/ 245 h 35"/>
                <a:gd name="T22" fmla="*/ 16 w 37"/>
                <a:gd name="T23" fmla="*/ 232 h 35"/>
                <a:gd name="T24" fmla="*/ 21 w 37"/>
                <a:gd name="T25" fmla="*/ 224 h 35"/>
                <a:gd name="T26" fmla="*/ 29 w 37"/>
                <a:gd name="T27" fmla="*/ 209 h 35"/>
                <a:gd name="T28" fmla="*/ 45 w 37"/>
                <a:gd name="T29" fmla="*/ 197 h 35"/>
                <a:gd name="T30" fmla="*/ 45 w 37"/>
                <a:gd name="T31" fmla="*/ 191 h 35"/>
                <a:gd name="T32" fmla="*/ 66 w 37"/>
                <a:gd name="T33" fmla="*/ 176 h 35"/>
                <a:gd name="T34" fmla="*/ 73 w 37"/>
                <a:gd name="T35" fmla="*/ 153 h 35"/>
                <a:gd name="T36" fmla="*/ 86 w 37"/>
                <a:gd name="T37" fmla="*/ 147 h 35"/>
                <a:gd name="T38" fmla="*/ 93 w 37"/>
                <a:gd name="T39" fmla="*/ 140 h 35"/>
                <a:gd name="T40" fmla="*/ 114 w 37"/>
                <a:gd name="T41" fmla="*/ 121 h 35"/>
                <a:gd name="T42" fmla="*/ 130 w 37"/>
                <a:gd name="T43" fmla="*/ 100 h 35"/>
                <a:gd name="T44" fmla="*/ 143 w 37"/>
                <a:gd name="T45" fmla="*/ 84 h 35"/>
                <a:gd name="T46" fmla="*/ 159 w 37"/>
                <a:gd name="T47" fmla="*/ 69 h 35"/>
                <a:gd name="T48" fmla="*/ 171 w 37"/>
                <a:gd name="T49" fmla="*/ 56 h 35"/>
                <a:gd name="T50" fmla="*/ 175 w 37"/>
                <a:gd name="T51" fmla="*/ 40 h 35"/>
                <a:gd name="T52" fmla="*/ 187 w 37"/>
                <a:gd name="T53" fmla="*/ 21 h 35"/>
                <a:gd name="T54" fmla="*/ 198 w 37"/>
                <a:gd name="T55" fmla="*/ 15 h 35"/>
                <a:gd name="T56" fmla="*/ 210 w 37"/>
                <a:gd name="T57" fmla="*/ 8 h 35"/>
                <a:gd name="T58" fmla="*/ 210 w 37"/>
                <a:gd name="T59" fmla="*/ 0 h 3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7" h="35">
                  <a:moveTo>
                    <a:pt x="37" y="0"/>
                  </a:moveTo>
                  <a:cubicBezTo>
                    <a:pt x="35" y="0"/>
                    <a:pt x="32" y="4"/>
                    <a:pt x="30" y="2"/>
                  </a:cubicBezTo>
                  <a:cubicBezTo>
                    <a:pt x="29" y="3"/>
                    <a:pt x="28" y="7"/>
                    <a:pt x="26" y="5"/>
                  </a:cubicBezTo>
                  <a:cubicBezTo>
                    <a:pt x="26" y="7"/>
                    <a:pt x="24" y="11"/>
                    <a:pt x="22" y="9"/>
                  </a:cubicBezTo>
                  <a:cubicBezTo>
                    <a:pt x="23" y="11"/>
                    <a:pt x="18" y="17"/>
                    <a:pt x="15" y="16"/>
                  </a:cubicBezTo>
                  <a:cubicBezTo>
                    <a:pt x="15" y="17"/>
                    <a:pt x="13" y="19"/>
                    <a:pt x="11" y="18"/>
                  </a:cubicBezTo>
                  <a:cubicBezTo>
                    <a:pt x="12" y="20"/>
                    <a:pt x="10" y="23"/>
                    <a:pt x="8" y="22"/>
                  </a:cubicBezTo>
                  <a:cubicBezTo>
                    <a:pt x="8" y="24"/>
                    <a:pt x="7" y="27"/>
                    <a:pt x="4" y="27"/>
                  </a:cubicBezTo>
                  <a:cubicBezTo>
                    <a:pt x="5" y="29"/>
                    <a:pt x="2" y="31"/>
                    <a:pt x="0" y="31"/>
                  </a:cubicBezTo>
                  <a:cubicBezTo>
                    <a:pt x="1" y="32"/>
                    <a:pt x="2" y="33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2" y="34"/>
                    <a:pt x="2" y="34"/>
                    <a:pt x="3" y="33"/>
                  </a:cubicBezTo>
                  <a:cubicBezTo>
                    <a:pt x="3" y="33"/>
                    <a:pt x="4" y="33"/>
                    <a:pt x="4" y="32"/>
                  </a:cubicBezTo>
                  <a:cubicBezTo>
                    <a:pt x="5" y="31"/>
                    <a:pt x="5" y="30"/>
                    <a:pt x="5" y="30"/>
                  </a:cubicBezTo>
                  <a:cubicBezTo>
                    <a:pt x="6" y="29"/>
                    <a:pt x="7" y="29"/>
                    <a:pt x="8" y="28"/>
                  </a:cubicBezTo>
                  <a:cubicBezTo>
                    <a:pt x="8" y="28"/>
                    <a:pt x="8" y="28"/>
                    <a:pt x="8" y="27"/>
                  </a:cubicBezTo>
                  <a:cubicBezTo>
                    <a:pt x="9" y="26"/>
                    <a:pt x="11" y="26"/>
                    <a:pt x="12" y="25"/>
                  </a:cubicBezTo>
                  <a:cubicBezTo>
                    <a:pt x="12" y="24"/>
                    <a:pt x="13" y="23"/>
                    <a:pt x="13" y="22"/>
                  </a:cubicBezTo>
                  <a:cubicBezTo>
                    <a:pt x="14" y="22"/>
                    <a:pt x="14" y="21"/>
                    <a:pt x="15" y="21"/>
                  </a:cubicBezTo>
                  <a:cubicBezTo>
                    <a:pt x="15" y="21"/>
                    <a:pt x="16" y="20"/>
                    <a:pt x="16" y="20"/>
                  </a:cubicBezTo>
                  <a:cubicBezTo>
                    <a:pt x="17" y="19"/>
                    <a:pt x="19" y="19"/>
                    <a:pt x="20" y="17"/>
                  </a:cubicBezTo>
                  <a:cubicBezTo>
                    <a:pt x="20" y="16"/>
                    <a:pt x="21" y="15"/>
                    <a:pt x="23" y="14"/>
                  </a:cubicBezTo>
                  <a:cubicBezTo>
                    <a:pt x="24" y="13"/>
                    <a:pt x="24" y="12"/>
                    <a:pt x="25" y="12"/>
                  </a:cubicBezTo>
                  <a:cubicBezTo>
                    <a:pt x="26" y="11"/>
                    <a:pt x="27" y="11"/>
                    <a:pt x="28" y="10"/>
                  </a:cubicBezTo>
                  <a:cubicBezTo>
                    <a:pt x="29" y="9"/>
                    <a:pt x="29" y="9"/>
                    <a:pt x="30" y="8"/>
                  </a:cubicBezTo>
                  <a:cubicBezTo>
                    <a:pt x="31" y="7"/>
                    <a:pt x="31" y="7"/>
                    <a:pt x="31" y="6"/>
                  </a:cubicBezTo>
                  <a:cubicBezTo>
                    <a:pt x="32" y="5"/>
                    <a:pt x="32" y="4"/>
                    <a:pt x="33" y="3"/>
                  </a:cubicBezTo>
                  <a:cubicBezTo>
                    <a:pt x="34" y="3"/>
                    <a:pt x="35" y="2"/>
                    <a:pt x="35" y="2"/>
                  </a:cubicBezTo>
                  <a:cubicBezTo>
                    <a:pt x="36" y="1"/>
                    <a:pt x="36" y="1"/>
                    <a:pt x="37" y="1"/>
                  </a:cubicBezTo>
                  <a:cubicBezTo>
                    <a:pt x="37" y="0"/>
                    <a:pt x="37" y="0"/>
                    <a:pt x="37" y="0"/>
                  </a:cubicBezTo>
                  <a:close/>
                </a:path>
              </a:pathLst>
            </a:custGeom>
            <a:solidFill>
              <a:srgbClr val="9E9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5" name="Freeform 130">
              <a:extLst>
                <a:ext uri="{FF2B5EF4-FFF2-40B4-BE49-F238E27FC236}">
                  <a16:creationId xmlns:a16="http://schemas.microsoft.com/office/drawing/2014/main" id="{30F73059-4139-4286-9509-655EBF510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416"/>
              <a:ext cx="32" cy="23"/>
            </a:xfrm>
            <a:custGeom>
              <a:avLst/>
              <a:gdLst>
                <a:gd name="T0" fmla="*/ 0 w 18"/>
                <a:gd name="T1" fmla="*/ 0 h 12"/>
                <a:gd name="T2" fmla="*/ 101 w 18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7" y="3"/>
                    <a:pt x="14" y="6"/>
                    <a:pt x="1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6" name="Freeform 131">
              <a:extLst>
                <a:ext uri="{FF2B5EF4-FFF2-40B4-BE49-F238E27FC236}">
                  <a16:creationId xmlns:a16="http://schemas.microsoft.com/office/drawing/2014/main" id="{FE3BAA46-0478-475E-9402-9AC82DF9B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428"/>
              <a:ext cx="25" cy="19"/>
            </a:xfrm>
            <a:custGeom>
              <a:avLst/>
              <a:gdLst>
                <a:gd name="T0" fmla="*/ 0 w 14"/>
                <a:gd name="T1" fmla="*/ 0 h 10"/>
                <a:gd name="T2" fmla="*/ 80 w 14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5" y="2"/>
                    <a:pt x="12" y="7"/>
                    <a:pt x="1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7" name="Freeform 132">
              <a:extLst>
                <a:ext uri="{FF2B5EF4-FFF2-40B4-BE49-F238E27FC236}">
                  <a16:creationId xmlns:a16="http://schemas.microsoft.com/office/drawing/2014/main" id="{5152122D-E17B-41D0-AC3C-9BBD0C09D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430"/>
              <a:ext cx="30" cy="23"/>
            </a:xfrm>
            <a:custGeom>
              <a:avLst/>
              <a:gdLst>
                <a:gd name="T0" fmla="*/ 0 w 17"/>
                <a:gd name="T1" fmla="*/ 0 h 12"/>
                <a:gd name="T2" fmla="*/ 94 w 17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0" y="0"/>
                  </a:moveTo>
                  <a:cubicBezTo>
                    <a:pt x="5" y="2"/>
                    <a:pt x="12" y="8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8" name="Freeform 133">
              <a:extLst>
                <a:ext uri="{FF2B5EF4-FFF2-40B4-BE49-F238E27FC236}">
                  <a16:creationId xmlns:a16="http://schemas.microsoft.com/office/drawing/2014/main" id="{11363EBF-B1BF-4B85-81CD-C68BBED9D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443"/>
              <a:ext cx="34" cy="21"/>
            </a:xfrm>
            <a:custGeom>
              <a:avLst/>
              <a:gdLst>
                <a:gd name="T0" fmla="*/ 0 w 19"/>
                <a:gd name="T1" fmla="*/ 0 h 11"/>
                <a:gd name="T2" fmla="*/ 109 w 19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3" y="4"/>
                    <a:pt x="14" y="10"/>
                    <a:pt x="1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9" name="Freeform 134">
              <a:extLst>
                <a:ext uri="{FF2B5EF4-FFF2-40B4-BE49-F238E27FC236}">
                  <a16:creationId xmlns:a16="http://schemas.microsoft.com/office/drawing/2014/main" id="{AC57BF24-EF76-4499-BE4F-4E76867AC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464"/>
              <a:ext cx="25" cy="15"/>
            </a:xfrm>
            <a:custGeom>
              <a:avLst/>
              <a:gdLst>
                <a:gd name="T0" fmla="*/ 0 w 14"/>
                <a:gd name="T1" fmla="*/ 0 h 8"/>
                <a:gd name="T2" fmla="*/ 80 w 14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5" y="4"/>
                    <a:pt x="10" y="6"/>
                    <a:pt x="14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0" name="Freeform 135">
              <a:extLst>
                <a:ext uri="{FF2B5EF4-FFF2-40B4-BE49-F238E27FC236}">
                  <a16:creationId xmlns:a16="http://schemas.microsoft.com/office/drawing/2014/main" id="{CE7905DF-89F4-4B01-BA55-DB54C1583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451"/>
              <a:ext cx="27" cy="26"/>
            </a:xfrm>
            <a:custGeom>
              <a:avLst/>
              <a:gdLst>
                <a:gd name="T0" fmla="*/ 0 w 15"/>
                <a:gd name="T1" fmla="*/ 0 h 14"/>
                <a:gd name="T2" fmla="*/ 88 w 15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3" y="6"/>
                    <a:pt x="12" y="13"/>
                    <a:pt x="15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1" name="Freeform 136">
              <a:extLst>
                <a:ext uri="{FF2B5EF4-FFF2-40B4-BE49-F238E27FC236}">
                  <a16:creationId xmlns:a16="http://schemas.microsoft.com/office/drawing/2014/main" id="{E69F5E8C-0F41-48A0-9E8D-D53732CF8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449"/>
              <a:ext cx="34" cy="32"/>
            </a:xfrm>
            <a:custGeom>
              <a:avLst/>
              <a:gdLst>
                <a:gd name="T0" fmla="*/ 109 w 19"/>
                <a:gd name="T1" fmla="*/ 113 h 17"/>
                <a:gd name="T2" fmla="*/ 0 w 19"/>
                <a:gd name="T3" fmla="*/ 0 h 17"/>
                <a:gd name="T4" fmla="*/ 109 w 19"/>
                <a:gd name="T5" fmla="*/ 11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17"/>
                  </a:moveTo>
                  <a:cubicBezTo>
                    <a:pt x="13" y="13"/>
                    <a:pt x="3" y="6"/>
                    <a:pt x="0" y="0"/>
                  </a:cubicBezTo>
                  <a:cubicBezTo>
                    <a:pt x="2" y="3"/>
                    <a:pt x="18" y="15"/>
                    <a:pt x="19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2" name="Freeform 137">
              <a:extLst>
                <a:ext uri="{FF2B5EF4-FFF2-40B4-BE49-F238E27FC236}">
                  <a16:creationId xmlns:a16="http://schemas.microsoft.com/office/drawing/2014/main" id="{4A4B4AE1-7604-4CF6-AA02-D6B773AE9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475"/>
              <a:ext cx="23" cy="16"/>
            </a:xfrm>
            <a:custGeom>
              <a:avLst/>
              <a:gdLst>
                <a:gd name="T0" fmla="*/ 0 w 13"/>
                <a:gd name="T1" fmla="*/ 0 h 8"/>
                <a:gd name="T2" fmla="*/ 73 w 1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0"/>
                  </a:moveTo>
                  <a:cubicBezTo>
                    <a:pt x="5" y="4"/>
                    <a:pt x="8" y="5"/>
                    <a:pt x="1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3" name="Freeform 138">
              <a:extLst>
                <a:ext uri="{FF2B5EF4-FFF2-40B4-BE49-F238E27FC236}">
                  <a16:creationId xmlns:a16="http://schemas.microsoft.com/office/drawing/2014/main" id="{4E588AA9-2C3B-4094-8FE7-81B319322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487"/>
              <a:ext cx="27" cy="13"/>
            </a:xfrm>
            <a:custGeom>
              <a:avLst/>
              <a:gdLst>
                <a:gd name="T0" fmla="*/ 0 w 15"/>
                <a:gd name="T1" fmla="*/ 0 h 7"/>
                <a:gd name="T2" fmla="*/ 88 w 15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4" y="2"/>
                    <a:pt x="11" y="6"/>
                    <a:pt x="1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4" name="Freeform 139">
              <a:extLst>
                <a:ext uri="{FF2B5EF4-FFF2-40B4-BE49-F238E27FC236}">
                  <a16:creationId xmlns:a16="http://schemas.microsoft.com/office/drawing/2014/main" id="{DEEC6434-8216-4F49-A6D6-E7F07C1EE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474"/>
              <a:ext cx="25" cy="22"/>
            </a:xfrm>
            <a:custGeom>
              <a:avLst/>
              <a:gdLst>
                <a:gd name="T0" fmla="*/ 0 w 14"/>
                <a:gd name="T1" fmla="*/ 0 h 12"/>
                <a:gd name="T2" fmla="*/ 80 w 14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3" y="6"/>
                    <a:pt x="10" y="10"/>
                    <a:pt x="1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5" name="Freeform 140">
              <a:extLst>
                <a:ext uri="{FF2B5EF4-FFF2-40B4-BE49-F238E27FC236}">
                  <a16:creationId xmlns:a16="http://schemas.microsoft.com/office/drawing/2014/main" id="{EE4B70AF-6C47-4055-B16E-98D7D2C84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502"/>
              <a:ext cx="32" cy="17"/>
            </a:xfrm>
            <a:custGeom>
              <a:avLst/>
              <a:gdLst>
                <a:gd name="T0" fmla="*/ 0 w 18"/>
                <a:gd name="T1" fmla="*/ 0 h 9"/>
                <a:gd name="T2" fmla="*/ 101 w 18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6" y="4"/>
                    <a:pt x="12" y="7"/>
                    <a:pt x="1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6" name="Freeform 141">
              <a:extLst>
                <a:ext uri="{FF2B5EF4-FFF2-40B4-BE49-F238E27FC236}">
                  <a16:creationId xmlns:a16="http://schemas.microsoft.com/office/drawing/2014/main" id="{9595CCAF-188A-4284-A63A-30D8A7C0B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523"/>
              <a:ext cx="35" cy="15"/>
            </a:xfrm>
            <a:custGeom>
              <a:avLst/>
              <a:gdLst>
                <a:gd name="T0" fmla="*/ 0 w 20"/>
                <a:gd name="T1" fmla="*/ 0 h 8"/>
                <a:gd name="T2" fmla="*/ 107 w 20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5" y="3"/>
                    <a:pt x="13" y="6"/>
                    <a:pt x="2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7" name="Freeform 142">
              <a:extLst>
                <a:ext uri="{FF2B5EF4-FFF2-40B4-BE49-F238E27FC236}">
                  <a16:creationId xmlns:a16="http://schemas.microsoft.com/office/drawing/2014/main" id="{185DF24D-2FEF-4461-A014-BF40AF159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542"/>
              <a:ext cx="37" cy="11"/>
            </a:xfrm>
            <a:custGeom>
              <a:avLst/>
              <a:gdLst>
                <a:gd name="T0" fmla="*/ 0 w 21"/>
                <a:gd name="T1" fmla="*/ 0 h 6"/>
                <a:gd name="T2" fmla="*/ 115 w 21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0"/>
                  </a:moveTo>
                  <a:cubicBezTo>
                    <a:pt x="6" y="3"/>
                    <a:pt x="18" y="6"/>
                    <a:pt x="2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8" name="Freeform 143">
              <a:extLst>
                <a:ext uri="{FF2B5EF4-FFF2-40B4-BE49-F238E27FC236}">
                  <a16:creationId xmlns:a16="http://schemas.microsoft.com/office/drawing/2014/main" id="{DB19366F-3FBD-4C61-8931-5C461B04C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538"/>
              <a:ext cx="57" cy="23"/>
            </a:xfrm>
            <a:custGeom>
              <a:avLst/>
              <a:gdLst>
                <a:gd name="T0" fmla="*/ 0 w 32"/>
                <a:gd name="T1" fmla="*/ 0 h 12"/>
                <a:gd name="T2" fmla="*/ 182 w 32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2">
                  <a:moveTo>
                    <a:pt x="0" y="0"/>
                  </a:moveTo>
                  <a:cubicBezTo>
                    <a:pt x="5" y="4"/>
                    <a:pt x="25" y="10"/>
                    <a:pt x="3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9" name="Freeform 144">
              <a:extLst>
                <a:ext uri="{FF2B5EF4-FFF2-40B4-BE49-F238E27FC236}">
                  <a16:creationId xmlns:a16="http://schemas.microsoft.com/office/drawing/2014/main" id="{B7C62EFF-CF42-4EB8-B91A-7CB8FDC56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546"/>
              <a:ext cx="54" cy="23"/>
            </a:xfrm>
            <a:custGeom>
              <a:avLst/>
              <a:gdLst>
                <a:gd name="T0" fmla="*/ 0 w 30"/>
                <a:gd name="T1" fmla="*/ 0 h 12"/>
                <a:gd name="T2" fmla="*/ 175 w 30"/>
                <a:gd name="T3" fmla="*/ 84 h 12"/>
                <a:gd name="T4" fmla="*/ 0 w 3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2">
                  <a:moveTo>
                    <a:pt x="0" y="0"/>
                  </a:moveTo>
                  <a:cubicBezTo>
                    <a:pt x="6" y="4"/>
                    <a:pt x="20" y="11"/>
                    <a:pt x="30" y="12"/>
                  </a:cubicBezTo>
                  <a:cubicBezTo>
                    <a:pt x="26" y="12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0" name="Freeform 145">
              <a:extLst>
                <a:ext uri="{FF2B5EF4-FFF2-40B4-BE49-F238E27FC236}">
                  <a16:creationId xmlns:a16="http://schemas.microsoft.com/office/drawing/2014/main" id="{2912BFDF-E9EE-4449-9C4F-1F01BDFA2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563"/>
              <a:ext cx="45" cy="17"/>
            </a:xfrm>
            <a:custGeom>
              <a:avLst/>
              <a:gdLst>
                <a:gd name="T0" fmla="*/ 0 w 25"/>
                <a:gd name="T1" fmla="*/ 0 h 9"/>
                <a:gd name="T2" fmla="*/ 146 w 25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0"/>
                  </a:moveTo>
                  <a:cubicBezTo>
                    <a:pt x="6" y="5"/>
                    <a:pt x="21" y="9"/>
                    <a:pt x="2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1" name="Freeform 146">
              <a:extLst>
                <a:ext uri="{FF2B5EF4-FFF2-40B4-BE49-F238E27FC236}">
                  <a16:creationId xmlns:a16="http://schemas.microsoft.com/office/drawing/2014/main" id="{B947A006-E371-492F-8EAA-4FFCA856C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544"/>
              <a:ext cx="85" cy="46"/>
            </a:xfrm>
            <a:custGeom>
              <a:avLst/>
              <a:gdLst>
                <a:gd name="T0" fmla="*/ 0 w 48"/>
                <a:gd name="T1" fmla="*/ 0 h 24"/>
                <a:gd name="T2" fmla="*/ 267 w 48"/>
                <a:gd name="T3" fmla="*/ 169 h 24"/>
                <a:gd name="T4" fmla="*/ 0 w 4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0" y="0"/>
                  </a:moveTo>
                  <a:cubicBezTo>
                    <a:pt x="5" y="5"/>
                    <a:pt x="21" y="21"/>
                    <a:pt x="48" y="24"/>
                  </a:cubicBezTo>
                  <a:cubicBezTo>
                    <a:pt x="44" y="23"/>
                    <a:pt x="11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2" name="Freeform 147">
              <a:extLst>
                <a:ext uri="{FF2B5EF4-FFF2-40B4-BE49-F238E27FC236}">
                  <a16:creationId xmlns:a16="http://schemas.microsoft.com/office/drawing/2014/main" id="{26E6FD32-A4E9-4EC4-B523-781904B15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590"/>
              <a:ext cx="108" cy="24"/>
            </a:xfrm>
            <a:custGeom>
              <a:avLst/>
              <a:gdLst>
                <a:gd name="T0" fmla="*/ 0 w 61"/>
                <a:gd name="T1" fmla="*/ 0 h 13"/>
                <a:gd name="T2" fmla="*/ 207 w 61"/>
                <a:gd name="T3" fmla="*/ 57 h 13"/>
                <a:gd name="T4" fmla="*/ 338 w 61"/>
                <a:gd name="T5" fmla="*/ 81 h 13"/>
                <a:gd name="T6" fmla="*/ 200 w 61"/>
                <a:gd name="T7" fmla="*/ 61 h 13"/>
                <a:gd name="T8" fmla="*/ 0 w 61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3">
                  <a:moveTo>
                    <a:pt x="0" y="0"/>
                  </a:moveTo>
                  <a:cubicBezTo>
                    <a:pt x="9" y="4"/>
                    <a:pt x="27" y="8"/>
                    <a:pt x="37" y="9"/>
                  </a:cubicBezTo>
                  <a:cubicBezTo>
                    <a:pt x="47" y="10"/>
                    <a:pt x="59" y="12"/>
                    <a:pt x="61" y="13"/>
                  </a:cubicBezTo>
                  <a:cubicBezTo>
                    <a:pt x="56" y="12"/>
                    <a:pt x="44" y="12"/>
                    <a:pt x="36" y="10"/>
                  </a:cubicBezTo>
                  <a:cubicBezTo>
                    <a:pt x="22" y="8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3" name="Freeform 148">
              <a:extLst>
                <a:ext uri="{FF2B5EF4-FFF2-40B4-BE49-F238E27FC236}">
                  <a16:creationId xmlns:a16="http://schemas.microsoft.com/office/drawing/2014/main" id="{27CBBF69-4E48-4C47-97C9-59EB78040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464"/>
              <a:ext cx="24" cy="8"/>
            </a:xfrm>
            <a:custGeom>
              <a:avLst/>
              <a:gdLst>
                <a:gd name="T0" fmla="*/ 0 w 13"/>
                <a:gd name="T1" fmla="*/ 32 h 4"/>
                <a:gd name="T2" fmla="*/ 81 w 1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4" y="3"/>
                    <a:pt x="7" y="0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4" name="Freeform 149">
              <a:extLst>
                <a:ext uri="{FF2B5EF4-FFF2-40B4-BE49-F238E27FC236}">
                  <a16:creationId xmlns:a16="http://schemas.microsoft.com/office/drawing/2014/main" id="{07F70C0C-579A-4EB1-8347-40A02DAEE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1477"/>
              <a:ext cx="23" cy="4"/>
            </a:xfrm>
            <a:custGeom>
              <a:avLst/>
              <a:gdLst>
                <a:gd name="T0" fmla="*/ 0 w 13"/>
                <a:gd name="T1" fmla="*/ 16 h 2"/>
                <a:gd name="T2" fmla="*/ 73 w 1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4" y="2"/>
                    <a:pt x="7" y="0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5" name="Freeform 150">
              <a:extLst>
                <a:ext uri="{FF2B5EF4-FFF2-40B4-BE49-F238E27FC236}">
                  <a16:creationId xmlns:a16="http://schemas.microsoft.com/office/drawing/2014/main" id="{611FCA0C-76CA-46FE-A7C2-6232B3C19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493"/>
              <a:ext cx="21" cy="3"/>
            </a:xfrm>
            <a:custGeom>
              <a:avLst/>
              <a:gdLst>
                <a:gd name="T0" fmla="*/ 0 w 12"/>
                <a:gd name="T1" fmla="*/ 0 h 2"/>
                <a:gd name="T2" fmla="*/ 65 w 12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5" y="2"/>
                    <a:pt x="9" y="2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6" name="Freeform 151">
              <a:extLst>
                <a:ext uri="{FF2B5EF4-FFF2-40B4-BE49-F238E27FC236}">
                  <a16:creationId xmlns:a16="http://schemas.microsoft.com/office/drawing/2014/main" id="{E7D5F863-0DBB-4220-990A-C9A37BD82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504"/>
              <a:ext cx="21" cy="6"/>
            </a:xfrm>
            <a:custGeom>
              <a:avLst/>
              <a:gdLst>
                <a:gd name="T0" fmla="*/ 0 w 12"/>
                <a:gd name="T1" fmla="*/ 0 h 3"/>
                <a:gd name="T2" fmla="*/ 65 w 12"/>
                <a:gd name="T3" fmla="*/ 8 h 3"/>
                <a:gd name="T4" fmla="*/ 0 w 1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4" y="2"/>
                    <a:pt x="9" y="2"/>
                    <a:pt x="12" y="1"/>
                  </a:cubicBezTo>
                  <a:cubicBezTo>
                    <a:pt x="8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7" name="Freeform 152">
              <a:extLst>
                <a:ext uri="{FF2B5EF4-FFF2-40B4-BE49-F238E27FC236}">
                  <a16:creationId xmlns:a16="http://schemas.microsoft.com/office/drawing/2014/main" id="{184ECBD3-2555-40D0-9C4B-399349716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531"/>
              <a:ext cx="14" cy="5"/>
            </a:xfrm>
            <a:custGeom>
              <a:avLst/>
              <a:gdLst>
                <a:gd name="T0" fmla="*/ 0 w 8"/>
                <a:gd name="T1" fmla="*/ 0 h 3"/>
                <a:gd name="T2" fmla="*/ 44 w 8"/>
                <a:gd name="T3" fmla="*/ 5 h 3"/>
                <a:gd name="T4" fmla="*/ 0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4" y="2"/>
                    <a:pt x="5" y="2"/>
                    <a:pt x="8" y="1"/>
                  </a:cubicBezTo>
                  <a:cubicBezTo>
                    <a:pt x="5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8" name="Freeform 153">
              <a:extLst>
                <a:ext uri="{FF2B5EF4-FFF2-40B4-BE49-F238E27FC236}">
                  <a16:creationId xmlns:a16="http://schemas.microsoft.com/office/drawing/2014/main" id="{2581D08A-8CCA-4D2B-AAA0-5956CDF41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544"/>
              <a:ext cx="21" cy="7"/>
            </a:xfrm>
            <a:custGeom>
              <a:avLst/>
              <a:gdLst>
                <a:gd name="T0" fmla="*/ 0 w 12"/>
                <a:gd name="T1" fmla="*/ 0 h 4"/>
                <a:gd name="T2" fmla="*/ 65 w 12"/>
                <a:gd name="T3" fmla="*/ 0 h 4"/>
                <a:gd name="T4" fmla="*/ 0 w 1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3" y="2"/>
                    <a:pt x="8" y="3"/>
                    <a:pt x="12" y="0"/>
                  </a:cubicBezTo>
                  <a:cubicBezTo>
                    <a:pt x="8" y="4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9" name="Freeform 154">
              <a:extLst>
                <a:ext uri="{FF2B5EF4-FFF2-40B4-BE49-F238E27FC236}">
                  <a16:creationId xmlns:a16="http://schemas.microsoft.com/office/drawing/2014/main" id="{D1D1DC61-C760-4D7F-BDC2-53F07D692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555"/>
              <a:ext cx="21" cy="12"/>
            </a:xfrm>
            <a:custGeom>
              <a:avLst/>
              <a:gdLst>
                <a:gd name="T0" fmla="*/ 0 w 12"/>
                <a:gd name="T1" fmla="*/ 8 h 6"/>
                <a:gd name="T2" fmla="*/ 65 w 12"/>
                <a:gd name="T3" fmla="*/ 0 h 6"/>
                <a:gd name="T4" fmla="*/ 0 w 12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2" y="3"/>
                    <a:pt x="7" y="4"/>
                    <a:pt x="12" y="0"/>
                  </a:cubicBezTo>
                  <a:cubicBezTo>
                    <a:pt x="9" y="4"/>
                    <a:pt x="3" y="6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0" name="Freeform 155">
              <a:extLst>
                <a:ext uri="{FF2B5EF4-FFF2-40B4-BE49-F238E27FC236}">
                  <a16:creationId xmlns:a16="http://schemas.microsoft.com/office/drawing/2014/main" id="{D5608A13-DB43-45D6-871A-FAA660F1A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570"/>
              <a:ext cx="14" cy="6"/>
            </a:xfrm>
            <a:custGeom>
              <a:avLst/>
              <a:gdLst>
                <a:gd name="T0" fmla="*/ 0 w 8"/>
                <a:gd name="T1" fmla="*/ 8 h 3"/>
                <a:gd name="T2" fmla="*/ 44 w 8"/>
                <a:gd name="T3" fmla="*/ 0 h 3"/>
                <a:gd name="T4" fmla="*/ 0 w 8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3" y="3"/>
                    <a:pt x="6" y="1"/>
                    <a:pt x="8" y="0"/>
                  </a:cubicBezTo>
                  <a:cubicBezTo>
                    <a:pt x="6" y="2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1" name="Freeform 156">
              <a:extLst>
                <a:ext uri="{FF2B5EF4-FFF2-40B4-BE49-F238E27FC236}">
                  <a16:creationId xmlns:a16="http://schemas.microsoft.com/office/drawing/2014/main" id="{1DEABCC9-402A-4781-A24A-D9B0BC82B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586"/>
              <a:ext cx="16" cy="4"/>
            </a:xfrm>
            <a:custGeom>
              <a:avLst/>
              <a:gdLst>
                <a:gd name="T0" fmla="*/ 0 w 9"/>
                <a:gd name="T1" fmla="*/ 8 h 2"/>
                <a:gd name="T2" fmla="*/ 50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4" y="2"/>
                    <a:pt x="7" y="1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2" name="Freeform 157">
              <a:extLst>
                <a:ext uri="{FF2B5EF4-FFF2-40B4-BE49-F238E27FC236}">
                  <a16:creationId xmlns:a16="http://schemas.microsoft.com/office/drawing/2014/main" id="{523C040D-0565-4578-A8AD-F8016EBE5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595"/>
              <a:ext cx="14" cy="2"/>
            </a:xfrm>
            <a:custGeom>
              <a:avLst/>
              <a:gdLst>
                <a:gd name="T0" fmla="*/ 0 w 8"/>
                <a:gd name="T1" fmla="*/ 0 h 1"/>
                <a:gd name="T2" fmla="*/ 44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4" y="1"/>
                    <a:pt x="6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3" name="Freeform 158">
              <a:extLst>
                <a:ext uri="{FF2B5EF4-FFF2-40B4-BE49-F238E27FC236}">
                  <a16:creationId xmlns:a16="http://schemas.microsoft.com/office/drawing/2014/main" id="{2A759BC6-118C-4358-B775-8796FEB64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603"/>
              <a:ext cx="9" cy="4"/>
            </a:xfrm>
            <a:custGeom>
              <a:avLst/>
              <a:gdLst>
                <a:gd name="T0" fmla="*/ 0 w 5"/>
                <a:gd name="T1" fmla="*/ 0 h 2"/>
                <a:gd name="T2" fmla="*/ 29 w 5"/>
                <a:gd name="T3" fmla="*/ 0 h 2"/>
                <a:gd name="T4" fmla="*/ 0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3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4" name="Freeform 159">
              <a:extLst>
                <a:ext uri="{FF2B5EF4-FFF2-40B4-BE49-F238E27FC236}">
                  <a16:creationId xmlns:a16="http://schemas.microsoft.com/office/drawing/2014/main" id="{B29EBB67-18F6-43D4-9D82-B86E1D332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454"/>
              <a:ext cx="18" cy="10"/>
            </a:xfrm>
            <a:custGeom>
              <a:avLst/>
              <a:gdLst>
                <a:gd name="T0" fmla="*/ 0 w 10"/>
                <a:gd name="T1" fmla="*/ 32 h 5"/>
                <a:gd name="T2" fmla="*/ 58 w 10"/>
                <a:gd name="T3" fmla="*/ 0 h 5"/>
                <a:gd name="T4" fmla="*/ 0 w 10"/>
                <a:gd name="T5" fmla="*/ 3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2" y="4"/>
                    <a:pt x="6" y="0"/>
                    <a:pt x="10" y="0"/>
                  </a:cubicBezTo>
                  <a:cubicBezTo>
                    <a:pt x="8" y="1"/>
                    <a:pt x="2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5" name="Freeform 160">
              <a:extLst>
                <a:ext uri="{FF2B5EF4-FFF2-40B4-BE49-F238E27FC236}">
                  <a16:creationId xmlns:a16="http://schemas.microsoft.com/office/drawing/2014/main" id="{1EA9150E-8919-4C37-9788-8CAE719AD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445"/>
              <a:ext cx="24" cy="6"/>
            </a:xfrm>
            <a:custGeom>
              <a:avLst/>
              <a:gdLst>
                <a:gd name="T0" fmla="*/ 0 w 13"/>
                <a:gd name="T1" fmla="*/ 24 h 3"/>
                <a:gd name="T2" fmla="*/ 81 w 13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3"/>
                  </a:moveTo>
                  <a:cubicBezTo>
                    <a:pt x="2" y="1"/>
                    <a:pt x="8" y="0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6" name="Freeform 161">
              <a:extLst>
                <a:ext uri="{FF2B5EF4-FFF2-40B4-BE49-F238E27FC236}">
                  <a16:creationId xmlns:a16="http://schemas.microsoft.com/office/drawing/2014/main" id="{2B216E98-448C-4A0C-B05E-E2080EFDD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582"/>
              <a:ext cx="36" cy="19"/>
            </a:xfrm>
            <a:custGeom>
              <a:avLst/>
              <a:gdLst>
                <a:gd name="T0" fmla="*/ 0 w 20"/>
                <a:gd name="T1" fmla="*/ 0 h 10"/>
                <a:gd name="T2" fmla="*/ 117 w 20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0"/>
                  </a:moveTo>
                  <a:cubicBezTo>
                    <a:pt x="5" y="5"/>
                    <a:pt x="17" y="9"/>
                    <a:pt x="2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7" name="Freeform 162">
              <a:extLst>
                <a:ext uri="{FF2B5EF4-FFF2-40B4-BE49-F238E27FC236}">
                  <a16:creationId xmlns:a16="http://schemas.microsoft.com/office/drawing/2014/main" id="{CEB446A6-DE8F-4EAF-9EC7-6423E721B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603"/>
              <a:ext cx="54" cy="13"/>
            </a:xfrm>
            <a:custGeom>
              <a:avLst/>
              <a:gdLst>
                <a:gd name="T0" fmla="*/ 0 w 30"/>
                <a:gd name="T1" fmla="*/ 0 h 7"/>
                <a:gd name="T2" fmla="*/ 175 w 30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">
                  <a:moveTo>
                    <a:pt x="0" y="0"/>
                  </a:moveTo>
                  <a:cubicBezTo>
                    <a:pt x="4" y="3"/>
                    <a:pt x="27" y="7"/>
                    <a:pt x="3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8" name="Freeform 163">
              <a:extLst>
                <a:ext uri="{FF2B5EF4-FFF2-40B4-BE49-F238E27FC236}">
                  <a16:creationId xmlns:a16="http://schemas.microsoft.com/office/drawing/2014/main" id="{1501356C-BF5A-4561-9101-1B6DC81B0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422"/>
              <a:ext cx="32" cy="23"/>
            </a:xfrm>
            <a:custGeom>
              <a:avLst/>
              <a:gdLst>
                <a:gd name="T0" fmla="*/ 0 w 18"/>
                <a:gd name="T1" fmla="*/ 84 h 12"/>
                <a:gd name="T2" fmla="*/ 101 w 1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4" y="9"/>
                    <a:pt x="13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9" name="Freeform 164">
              <a:extLst>
                <a:ext uri="{FF2B5EF4-FFF2-40B4-BE49-F238E27FC236}">
                  <a16:creationId xmlns:a16="http://schemas.microsoft.com/office/drawing/2014/main" id="{FD2A878F-C6F6-42D3-8270-BEC8DC784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426"/>
              <a:ext cx="29" cy="21"/>
            </a:xfrm>
            <a:custGeom>
              <a:avLst/>
              <a:gdLst>
                <a:gd name="T0" fmla="*/ 0 w 16"/>
                <a:gd name="T1" fmla="*/ 76 h 11"/>
                <a:gd name="T2" fmla="*/ 96 w 1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5" y="7"/>
                    <a:pt x="13" y="1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0" name="Freeform 165">
              <a:extLst>
                <a:ext uri="{FF2B5EF4-FFF2-40B4-BE49-F238E27FC236}">
                  <a16:creationId xmlns:a16="http://schemas.microsoft.com/office/drawing/2014/main" id="{3A466CB3-52E7-4FCF-A449-780A5D8A7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428"/>
              <a:ext cx="41" cy="34"/>
            </a:xfrm>
            <a:custGeom>
              <a:avLst/>
              <a:gdLst>
                <a:gd name="T0" fmla="*/ 0 w 23"/>
                <a:gd name="T1" fmla="*/ 121 h 18"/>
                <a:gd name="T2" fmla="*/ 130 w 2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8">
                  <a:moveTo>
                    <a:pt x="0" y="18"/>
                  </a:moveTo>
                  <a:cubicBezTo>
                    <a:pt x="5" y="14"/>
                    <a:pt x="18" y="2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1" name="Freeform 166">
              <a:extLst>
                <a:ext uri="{FF2B5EF4-FFF2-40B4-BE49-F238E27FC236}">
                  <a16:creationId xmlns:a16="http://schemas.microsoft.com/office/drawing/2014/main" id="{D0C4A18C-7520-4901-BDB4-761BB36C3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432"/>
              <a:ext cx="20" cy="19"/>
            </a:xfrm>
            <a:custGeom>
              <a:avLst/>
              <a:gdLst>
                <a:gd name="T0" fmla="*/ 0 w 11"/>
                <a:gd name="T1" fmla="*/ 68 h 10"/>
                <a:gd name="T2" fmla="*/ 65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5" y="6"/>
                    <a:pt x="8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2" name="Freeform 167">
              <a:extLst>
                <a:ext uri="{FF2B5EF4-FFF2-40B4-BE49-F238E27FC236}">
                  <a16:creationId xmlns:a16="http://schemas.microsoft.com/office/drawing/2014/main" id="{8D2AE1D6-3B0E-42C3-A3AB-DB7EFEE4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445"/>
              <a:ext cx="24" cy="21"/>
            </a:xfrm>
            <a:custGeom>
              <a:avLst/>
              <a:gdLst>
                <a:gd name="T0" fmla="*/ 81 w 13"/>
                <a:gd name="T1" fmla="*/ 0 h 11"/>
                <a:gd name="T2" fmla="*/ 0 w 13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2" y="3"/>
                    <a:pt x="2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3" name="Freeform 168">
              <a:extLst>
                <a:ext uri="{FF2B5EF4-FFF2-40B4-BE49-F238E27FC236}">
                  <a16:creationId xmlns:a16="http://schemas.microsoft.com/office/drawing/2014/main" id="{4FE5EB5E-A8C8-4E5E-924F-8F5295FF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447"/>
              <a:ext cx="58" cy="42"/>
            </a:xfrm>
            <a:custGeom>
              <a:avLst/>
              <a:gdLst>
                <a:gd name="T0" fmla="*/ 0 w 33"/>
                <a:gd name="T1" fmla="*/ 153 h 22"/>
                <a:gd name="T2" fmla="*/ 179 w 33"/>
                <a:gd name="T3" fmla="*/ 0 h 22"/>
                <a:gd name="T4" fmla="*/ 0 w 33"/>
                <a:gd name="T5" fmla="*/ 15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2">
                  <a:moveTo>
                    <a:pt x="0" y="22"/>
                  </a:moveTo>
                  <a:cubicBezTo>
                    <a:pt x="6" y="20"/>
                    <a:pt x="29" y="6"/>
                    <a:pt x="33" y="0"/>
                  </a:cubicBezTo>
                  <a:cubicBezTo>
                    <a:pt x="32" y="6"/>
                    <a:pt x="9" y="21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4" name="Freeform 169">
              <a:extLst>
                <a:ext uri="{FF2B5EF4-FFF2-40B4-BE49-F238E27FC236}">
                  <a16:creationId xmlns:a16="http://schemas.microsoft.com/office/drawing/2014/main" id="{3D7357E3-2D65-420D-AA71-44B5E848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468"/>
              <a:ext cx="35" cy="30"/>
            </a:xfrm>
            <a:custGeom>
              <a:avLst/>
              <a:gdLst>
                <a:gd name="T0" fmla="*/ 0 w 20"/>
                <a:gd name="T1" fmla="*/ 105 h 16"/>
                <a:gd name="T2" fmla="*/ 107 w 20"/>
                <a:gd name="T3" fmla="*/ 0 h 16"/>
                <a:gd name="T4" fmla="*/ 0 w 20"/>
                <a:gd name="T5" fmla="*/ 10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0" y="16"/>
                  </a:moveTo>
                  <a:cubicBezTo>
                    <a:pt x="3" y="14"/>
                    <a:pt x="16" y="5"/>
                    <a:pt x="20" y="0"/>
                  </a:cubicBezTo>
                  <a:cubicBezTo>
                    <a:pt x="19" y="3"/>
                    <a:pt x="5" y="15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5" name="Freeform 170">
              <a:extLst>
                <a:ext uri="{FF2B5EF4-FFF2-40B4-BE49-F238E27FC236}">
                  <a16:creationId xmlns:a16="http://schemas.microsoft.com/office/drawing/2014/main" id="{6528CA71-9079-4834-92B6-1C1F05C9E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487"/>
              <a:ext cx="93" cy="51"/>
            </a:xfrm>
            <a:custGeom>
              <a:avLst/>
              <a:gdLst>
                <a:gd name="T0" fmla="*/ 0 w 52"/>
                <a:gd name="T1" fmla="*/ 181 h 27"/>
                <a:gd name="T2" fmla="*/ 175 w 52"/>
                <a:gd name="T3" fmla="*/ 89 h 27"/>
                <a:gd name="T4" fmla="*/ 297 w 52"/>
                <a:gd name="T5" fmla="*/ 0 h 27"/>
                <a:gd name="T6" fmla="*/ 173 w 52"/>
                <a:gd name="T7" fmla="*/ 100 h 27"/>
                <a:gd name="T8" fmla="*/ 0 w 52"/>
                <a:gd name="T9" fmla="*/ 18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7">
                  <a:moveTo>
                    <a:pt x="0" y="27"/>
                  </a:moveTo>
                  <a:cubicBezTo>
                    <a:pt x="8" y="21"/>
                    <a:pt x="23" y="17"/>
                    <a:pt x="31" y="13"/>
                  </a:cubicBezTo>
                  <a:cubicBezTo>
                    <a:pt x="39" y="10"/>
                    <a:pt x="49" y="2"/>
                    <a:pt x="52" y="0"/>
                  </a:cubicBezTo>
                  <a:cubicBezTo>
                    <a:pt x="46" y="7"/>
                    <a:pt x="35" y="13"/>
                    <a:pt x="30" y="15"/>
                  </a:cubicBezTo>
                  <a:cubicBezTo>
                    <a:pt x="25" y="17"/>
                    <a:pt x="2" y="24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6" name="Freeform 171">
              <a:extLst>
                <a:ext uri="{FF2B5EF4-FFF2-40B4-BE49-F238E27FC236}">
                  <a16:creationId xmlns:a16="http://schemas.microsoft.com/office/drawing/2014/main" id="{E5A683DF-904C-4F16-ACFF-9AD8FED5D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508"/>
              <a:ext cx="75" cy="36"/>
            </a:xfrm>
            <a:custGeom>
              <a:avLst/>
              <a:gdLst>
                <a:gd name="T0" fmla="*/ 0 w 42"/>
                <a:gd name="T1" fmla="*/ 129 h 19"/>
                <a:gd name="T2" fmla="*/ 143 w 42"/>
                <a:gd name="T3" fmla="*/ 61 h 19"/>
                <a:gd name="T4" fmla="*/ 239 w 42"/>
                <a:gd name="T5" fmla="*/ 0 h 19"/>
                <a:gd name="T6" fmla="*/ 138 w 42"/>
                <a:gd name="T7" fmla="*/ 76 h 19"/>
                <a:gd name="T8" fmla="*/ 0 w 42"/>
                <a:gd name="T9" fmla="*/ 12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9">
                  <a:moveTo>
                    <a:pt x="0" y="19"/>
                  </a:moveTo>
                  <a:cubicBezTo>
                    <a:pt x="7" y="15"/>
                    <a:pt x="20" y="12"/>
                    <a:pt x="25" y="9"/>
                  </a:cubicBezTo>
                  <a:cubicBezTo>
                    <a:pt x="29" y="7"/>
                    <a:pt x="39" y="1"/>
                    <a:pt x="42" y="0"/>
                  </a:cubicBezTo>
                  <a:cubicBezTo>
                    <a:pt x="36" y="5"/>
                    <a:pt x="30" y="9"/>
                    <a:pt x="24" y="11"/>
                  </a:cubicBezTo>
                  <a:cubicBezTo>
                    <a:pt x="19" y="14"/>
                    <a:pt x="2" y="18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7" name="Freeform 172">
              <a:extLst>
                <a:ext uri="{FF2B5EF4-FFF2-40B4-BE49-F238E27FC236}">
                  <a16:creationId xmlns:a16="http://schemas.microsoft.com/office/drawing/2014/main" id="{15FFE842-2E6D-44B5-B7F9-A375BFBF6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19"/>
              <a:ext cx="70" cy="36"/>
            </a:xfrm>
            <a:custGeom>
              <a:avLst/>
              <a:gdLst>
                <a:gd name="T0" fmla="*/ 0 w 39"/>
                <a:gd name="T1" fmla="*/ 129 h 19"/>
                <a:gd name="T2" fmla="*/ 226 w 39"/>
                <a:gd name="T3" fmla="*/ 0 h 19"/>
                <a:gd name="T4" fmla="*/ 57 w 39"/>
                <a:gd name="T5" fmla="*/ 108 h 19"/>
                <a:gd name="T6" fmla="*/ 0 w 39"/>
                <a:gd name="T7" fmla="*/ 1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9">
                  <a:moveTo>
                    <a:pt x="0" y="19"/>
                  </a:moveTo>
                  <a:cubicBezTo>
                    <a:pt x="8" y="15"/>
                    <a:pt x="25" y="11"/>
                    <a:pt x="39" y="0"/>
                  </a:cubicBezTo>
                  <a:cubicBezTo>
                    <a:pt x="34" y="6"/>
                    <a:pt x="16" y="14"/>
                    <a:pt x="10" y="16"/>
                  </a:cubicBezTo>
                  <a:cubicBezTo>
                    <a:pt x="4" y="18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8" name="Freeform 173">
              <a:extLst>
                <a:ext uri="{FF2B5EF4-FFF2-40B4-BE49-F238E27FC236}">
                  <a16:creationId xmlns:a16="http://schemas.microsoft.com/office/drawing/2014/main" id="{A24824F9-9A42-4E52-90B0-B20142413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512"/>
              <a:ext cx="43" cy="36"/>
            </a:xfrm>
            <a:custGeom>
              <a:avLst/>
              <a:gdLst>
                <a:gd name="T0" fmla="*/ 0 w 24"/>
                <a:gd name="T1" fmla="*/ 129 h 19"/>
                <a:gd name="T2" fmla="*/ 138 w 24"/>
                <a:gd name="T3" fmla="*/ 0 h 19"/>
                <a:gd name="T4" fmla="*/ 0 w 24"/>
                <a:gd name="T5" fmla="*/ 12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0" y="19"/>
                  </a:moveTo>
                  <a:cubicBezTo>
                    <a:pt x="5" y="17"/>
                    <a:pt x="19" y="7"/>
                    <a:pt x="24" y="0"/>
                  </a:cubicBezTo>
                  <a:cubicBezTo>
                    <a:pt x="22" y="2"/>
                    <a:pt x="6" y="16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9" name="Freeform 174">
              <a:extLst>
                <a:ext uri="{FF2B5EF4-FFF2-40B4-BE49-F238E27FC236}">
                  <a16:creationId xmlns:a16="http://schemas.microsoft.com/office/drawing/2014/main" id="{F6A7A5F0-8F79-4A54-9823-2C0ADCABF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525"/>
              <a:ext cx="41" cy="32"/>
            </a:xfrm>
            <a:custGeom>
              <a:avLst/>
              <a:gdLst>
                <a:gd name="T0" fmla="*/ 130 w 23"/>
                <a:gd name="T1" fmla="*/ 0 h 17"/>
                <a:gd name="T2" fmla="*/ 0 w 23"/>
                <a:gd name="T3" fmla="*/ 113 h 17"/>
                <a:gd name="T4" fmla="*/ 130 w 2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23" y="0"/>
                  </a:moveTo>
                  <a:cubicBezTo>
                    <a:pt x="21" y="2"/>
                    <a:pt x="8" y="14"/>
                    <a:pt x="0" y="17"/>
                  </a:cubicBezTo>
                  <a:cubicBezTo>
                    <a:pt x="5" y="15"/>
                    <a:pt x="20" y="7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0" name="Freeform 175">
              <a:extLst>
                <a:ext uri="{FF2B5EF4-FFF2-40B4-BE49-F238E27FC236}">
                  <a16:creationId xmlns:a16="http://schemas.microsoft.com/office/drawing/2014/main" id="{B85C8900-468E-43BB-8BB8-3554333FF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529"/>
              <a:ext cx="74" cy="49"/>
            </a:xfrm>
            <a:custGeom>
              <a:avLst/>
              <a:gdLst>
                <a:gd name="T0" fmla="*/ 0 w 42"/>
                <a:gd name="T1" fmla="*/ 173 h 26"/>
                <a:gd name="T2" fmla="*/ 229 w 42"/>
                <a:gd name="T3" fmla="*/ 0 h 26"/>
                <a:gd name="T4" fmla="*/ 0 w 42"/>
                <a:gd name="T5" fmla="*/ 17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6">
                  <a:moveTo>
                    <a:pt x="0" y="26"/>
                  </a:moveTo>
                  <a:cubicBezTo>
                    <a:pt x="7" y="25"/>
                    <a:pt x="31" y="15"/>
                    <a:pt x="42" y="0"/>
                  </a:cubicBezTo>
                  <a:cubicBezTo>
                    <a:pt x="40" y="5"/>
                    <a:pt x="20" y="24"/>
                    <a:pt x="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1" name="Freeform 176">
              <a:extLst>
                <a:ext uri="{FF2B5EF4-FFF2-40B4-BE49-F238E27FC236}">
                  <a16:creationId xmlns:a16="http://schemas.microsoft.com/office/drawing/2014/main" id="{5682CA3E-B945-4660-8378-342D6C5E4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550"/>
              <a:ext cx="41" cy="30"/>
            </a:xfrm>
            <a:custGeom>
              <a:avLst/>
              <a:gdLst>
                <a:gd name="T0" fmla="*/ 0 w 23"/>
                <a:gd name="T1" fmla="*/ 105 h 16"/>
                <a:gd name="T2" fmla="*/ 130 w 23"/>
                <a:gd name="T3" fmla="*/ 0 h 16"/>
                <a:gd name="T4" fmla="*/ 0 w 23"/>
                <a:gd name="T5" fmla="*/ 10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16"/>
                  </a:moveTo>
                  <a:cubicBezTo>
                    <a:pt x="5" y="15"/>
                    <a:pt x="20" y="6"/>
                    <a:pt x="23" y="0"/>
                  </a:cubicBezTo>
                  <a:cubicBezTo>
                    <a:pt x="20" y="3"/>
                    <a:pt x="5" y="15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2" name="Freeform 177">
              <a:extLst>
                <a:ext uri="{FF2B5EF4-FFF2-40B4-BE49-F238E27FC236}">
                  <a16:creationId xmlns:a16="http://schemas.microsoft.com/office/drawing/2014/main" id="{70713C03-9201-4880-891C-040471D33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491"/>
              <a:ext cx="5" cy="9"/>
            </a:xfrm>
            <a:custGeom>
              <a:avLst/>
              <a:gdLst>
                <a:gd name="T0" fmla="*/ 13 w 3"/>
                <a:gd name="T1" fmla="*/ 0 h 5"/>
                <a:gd name="T2" fmla="*/ 8 w 3"/>
                <a:gd name="T3" fmla="*/ 29 h 5"/>
                <a:gd name="T4" fmla="*/ 13 w 3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0" y="0"/>
                    <a:pt x="2" y="4"/>
                    <a:pt x="2" y="5"/>
                  </a:cubicBezTo>
                  <a:cubicBezTo>
                    <a:pt x="2" y="3"/>
                    <a:pt x="2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3" name="Freeform 178">
              <a:extLst>
                <a:ext uri="{FF2B5EF4-FFF2-40B4-BE49-F238E27FC236}">
                  <a16:creationId xmlns:a16="http://schemas.microsoft.com/office/drawing/2014/main" id="{8F1F8DE1-5759-45F9-B70C-50174B11B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483"/>
              <a:ext cx="3" cy="11"/>
            </a:xfrm>
            <a:custGeom>
              <a:avLst/>
              <a:gdLst>
                <a:gd name="T0" fmla="*/ 8 w 2"/>
                <a:gd name="T1" fmla="*/ 0 h 6"/>
                <a:gd name="T2" fmla="*/ 5 w 2"/>
                <a:gd name="T3" fmla="*/ 37 h 6"/>
                <a:gd name="T4" fmla="*/ 8 w 2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1" y="4"/>
                    <a:pt x="1" y="3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4" name="Freeform 179">
              <a:extLst>
                <a:ext uri="{FF2B5EF4-FFF2-40B4-BE49-F238E27FC236}">
                  <a16:creationId xmlns:a16="http://schemas.microsoft.com/office/drawing/2014/main" id="{B45CDA43-40B4-472B-A5D8-B45D22117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475"/>
              <a:ext cx="6" cy="12"/>
            </a:xfrm>
            <a:custGeom>
              <a:avLst/>
              <a:gdLst>
                <a:gd name="T0" fmla="*/ 16 w 3"/>
                <a:gd name="T1" fmla="*/ 0 h 6"/>
                <a:gd name="T2" fmla="*/ 16 w 3"/>
                <a:gd name="T3" fmla="*/ 48 h 6"/>
                <a:gd name="T4" fmla="*/ 24 w 3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0" y="0"/>
                    <a:pt x="1" y="5"/>
                    <a:pt x="2" y="6"/>
                  </a:cubicBezTo>
                  <a:cubicBezTo>
                    <a:pt x="1" y="5"/>
                    <a:pt x="1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5" name="Freeform 180">
              <a:extLst>
                <a:ext uri="{FF2B5EF4-FFF2-40B4-BE49-F238E27FC236}">
                  <a16:creationId xmlns:a16="http://schemas.microsoft.com/office/drawing/2014/main" id="{9197C077-D0F4-43D6-93AA-2C84C14B3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470"/>
              <a:ext cx="6" cy="7"/>
            </a:xfrm>
            <a:custGeom>
              <a:avLst/>
              <a:gdLst>
                <a:gd name="T0" fmla="*/ 24 w 3"/>
                <a:gd name="T1" fmla="*/ 0 h 4"/>
                <a:gd name="T2" fmla="*/ 8 w 3"/>
                <a:gd name="T3" fmla="*/ 21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0" y="0"/>
                    <a:pt x="0" y="2"/>
                    <a:pt x="1" y="4"/>
                  </a:cubicBezTo>
                  <a:cubicBezTo>
                    <a:pt x="0" y="2"/>
                    <a:pt x="2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6" name="Freeform 181">
              <a:extLst>
                <a:ext uri="{FF2B5EF4-FFF2-40B4-BE49-F238E27FC236}">
                  <a16:creationId xmlns:a16="http://schemas.microsoft.com/office/drawing/2014/main" id="{CC48F617-675B-4D61-9E05-B1B12D11A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460"/>
              <a:ext cx="6" cy="12"/>
            </a:xfrm>
            <a:custGeom>
              <a:avLst/>
              <a:gdLst>
                <a:gd name="T0" fmla="*/ 16 w 3"/>
                <a:gd name="T1" fmla="*/ 0 h 6"/>
                <a:gd name="T2" fmla="*/ 16 w 3"/>
                <a:gd name="T3" fmla="*/ 48 h 6"/>
                <a:gd name="T4" fmla="*/ 24 w 3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0" y="2"/>
                    <a:pt x="1" y="4"/>
                    <a:pt x="2" y="6"/>
                  </a:cubicBezTo>
                  <a:cubicBezTo>
                    <a:pt x="1" y="4"/>
                    <a:pt x="2" y="3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7" name="Freeform 182">
              <a:extLst>
                <a:ext uri="{FF2B5EF4-FFF2-40B4-BE49-F238E27FC236}">
                  <a16:creationId xmlns:a16="http://schemas.microsoft.com/office/drawing/2014/main" id="{6E26AECC-8E6B-4AF5-ACF0-B76BCE1EC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456"/>
              <a:ext cx="7" cy="8"/>
            </a:xfrm>
            <a:custGeom>
              <a:avLst/>
              <a:gdLst>
                <a:gd name="T0" fmla="*/ 16 w 4"/>
                <a:gd name="T1" fmla="*/ 0 h 4"/>
                <a:gd name="T2" fmla="*/ 12 w 4"/>
                <a:gd name="T3" fmla="*/ 32 h 4"/>
                <a:gd name="T4" fmla="*/ 2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0" y="0"/>
                    <a:pt x="1" y="3"/>
                    <a:pt x="2" y="4"/>
                  </a:cubicBez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8" name="Freeform 183">
              <a:extLst>
                <a:ext uri="{FF2B5EF4-FFF2-40B4-BE49-F238E27FC236}">
                  <a16:creationId xmlns:a16="http://schemas.microsoft.com/office/drawing/2014/main" id="{812EBE7D-DBBC-47BB-B03C-874DD167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449"/>
              <a:ext cx="3" cy="9"/>
            </a:xfrm>
            <a:custGeom>
              <a:avLst/>
              <a:gdLst>
                <a:gd name="T0" fmla="*/ 5 w 2"/>
                <a:gd name="T1" fmla="*/ 0 h 5"/>
                <a:gd name="T2" fmla="*/ 5 w 2"/>
                <a:gd name="T3" fmla="*/ 29 h 5"/>
                <a:gd name="T4" fmla="*/ 8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2" y="3"/>
                    <a:pt x="1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99" name="Freeform 184">
              <a:extLst>
                <a:ext uri="{FF2B5EF4-FFF2-40B4-BE49-F238E27FC236}">
                  <a16:creationId xmlns:a16="http://schemas.microsoft.com/office/drawing/2014/main" id="{7B1B49F5-3D5B-4E2F-9D7F-0DD2E922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441"/>
              <a:ext cx="5" cy="10"/>
            </a:xfrm>
            <a:custGeom>
              <a:avLst/>
              <a:gdLst>
                <a:gd name="T0" fmla="*/ 13 w 3"/>
                <a:gd name="T1" fmla="*/ 0 h 5"/>
                <a:gd name="T2" fmla="*/ 5 w 3"/>
                <a:gd name="T3" fmla="*/ 16 h 5"/>
                <a:gd name="T4" fmla="*/ 8 w 3"/>
                <a:gd name="T5" fmla="*/ 40 h 5"/>
                <a:gd name="T6" fmla="*/ 13 w 3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1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2" y="3"/>
                    <a:pt x="2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0" name="Freeform 185">
              <a:extLst>
                <a:ext uri="{FF2B5EF4-FFF2-40B4-BE49-F238E27FC236}">
                  <a16:creationId xmlns:a16="http://schemas.microsoft.com/office/drawing/2014/main" id="{4630FE04-E7F0-4552-BF7C-D88A71E8E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434"/>
              <a:ext cx="5" cy="7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21 h 4"/>
                <a:gd name="T4" fmla="*/ 13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1" name="Freeform 186">
              <a:extLst>
                <a:ext uri="{FF2B5EF4-FFF2-40B4-BE49-F238E27FC236}">
                  <a16:creationId xmlns:a16="http://schemas.microsoft.com/office/drawing/2014/main" id="{FAEDEB16-AB9B-481C-BB9B-6E294BD8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426"/>
              <a:ext cx="6" cy="8"/>
            </a:xfrm>
            <a:custGeom>
              <a:avLst/>
              <a:gdLst>
                <a:gd name="T0" fmla="*/ 16 w 3"/>
                <a:gd name="T1" fmla="*/ 0 h 4"/>
                <a:gd name="T2" fmla="*/ 16 w 3"/>
                <a:gd name="T3" fmla="*/ 32 h 4"/>
                <a:gd name="T4" fmla="*/ 24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1" y="3"/>
                    <a:pt x="3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2" name="Freeform 187">
              <a:extLst>
                <a:ext uri="{FF2B5EF4-FFF2-40B4-BE49-F238E27FC236}">
                  <a16:creationId xmlns:a16="http://schemas.microsoft.com/office/drawing/2014/main" id="{96A0EBA2-AE6D-4A5B-8137-B364C2486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422"/>
              <a:ext cx="3" cy="4"/>
            </a:xfrm>
            <a:custGeom>
              <a:avLst/>
              <a:gdLst>
                <a:gd name="T0" fmla="*/ 8 w 2"/>
                <a:gd name="T1" fmla="*/ 0 h 2"/>
                <a:gd name="T2" fmla="*/ 5 w 2"/>
                <a:gd name="T3" fmla="*/ 16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3" name="Freeform 188">
              <a:extLst>
                <a:ext uri="{FF2B5EF4-FFF2-40B4-BE49-F238E27FC236}">
                  <a16:creationId xmlns:a16="http://schemas.microsoft.com/office/drawing/2014/main" id="{54D9C358-A884-423A-9D3F-3C56F84C9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508"/>
              <a:ext cx="9" cy="5"/>
            </a:xfrm>
            <a:custGeom>
              <a:avLst/>
              <a:gdLst>
                <a:gd name="T0" fmla="*/ 0 w 5"/>
                <a:gd name="T1" fmla="*/ 0 h 3"/>
                <a:gd name="T2" fmla="*/ 16 w 5"/>
                <a:gd name="T3" fmla="*/ 13 h 3"/>
                <a:gd name="T4" fmla="*/ 29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1"/>
                    <a:pt x="1" y="3"/>
                    <a:pt x="3" y="3"/>
                  </a:cubicBezTo>
                  <a:cubicBezTo>
                    <a:pt x="4" y="2"/>
                    <a:pt x="3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4" name="Freeform 189">
              <a:extLst>
                <a:ext uri="{FF2B5EF4-FFF2-40B4-BE49-F238E27FC236}">
                  <a16:creationId xmlns:a16="http://schemas.microsoft.com/office/drawing/2014/main" id="{1EEFFCBD-2D1A-4B64-8971-0764E0BAC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532"/>
              <a:ext cx="7" cy="6"/>
            </a:xfrm>
            <a:custGeom>
              <a:avLst/>
              <a:gdLst>
                <a:gd name="T0" fmla="*/ 0 w 4"/>
                <a:gd name="T1" fmla="*/ 0 h 3"/>
                <a:gd name="T2" fmla="*/ 12 w 4"/>
                <a:gd name="T3" fmla="*/ 24 h 3"/>
                <a:gd name="T4" fmla="*/ 21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3"/>
                    <a:pt x="3" y="2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5" name="Freeform 190">
              <a:extLst>
                <a:ext uri="{FF2B5EF4-FFF2-40B4-BE49-F238E27FC236}">
                  <a16:creationId xmlns:a16="http://schemas.microsoft.com/office/drawing/2014/main" id="{B364B8C6-A3E8-4DD4-B5C0-5338CEE64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548"/>
              <a:ext cx="9" cy="5"/>
            </a:xfrm>
            <a:custGeom>
              <a:avLst/>
              <a:gdLst>
                <a:gd name="T0" fmla="*/ 0 w 5"/>
                <a:gd name="T1" fmla="*/ 0 h 3"/>
                <a:gd name="T2" fmla="*/ 13 w 5"/>
                <a:gd name="T3" fmla="*/ 13 h 3"/>
                <a:gd name="T4" fmla="*/ 29 w 5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1"/>
                    <a:pt x="2" y="3"/>
                    <a:pt x="2" y="3"/>
                  </a:cubicBezTo>
                  <a:cubicBezTo>
                    <a:pt x="4" y="3"/>
                    <a:pt x="3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6" name="Freeform 191">
              <a:extLst>
                <a:ext uri="{FF2B5EF4-FFF2-40B4-BE49-F238E27FC236}">
                  <a16:creationId xmlns:a16="http://schemas.microsoft.com/office/drawing/2014/main" id="{606457E9-5779-4C12-ABDC-1C5B9DEE7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561"/>
              <a:ext cx="7" cy="6"/>
            </a:xfrm>
            <a:custGeom>
              <a:avLst/>
              <a:gdLst>
                <a:gd name="T0" fmla="*/ 0 w 4"/>
                <a:gd name="T1" fmla="*/ 0 h 3"/>
                <a:gd name="T2" fmla="*/ 12 w 4"/>
                <a:gd name="T3" fmla="*/ 24 h 3"/>
                <a:gd name="T4" fmla="*/ 21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1" y="3"/>
                    <a:pt x="2" y="3"/>
                  </a:cubicBezTo>
                  <a:cubicBezTo>
                    <a:pt x="3" y="3"/>
                    <a:pt x="3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7" name="Freeform 192">
              <a:extLst>
                <a:ext uri="{FF2B5EF4-FFF2-40B4-BE49-F238E27FC236}">
                  <a16:creationId xmlns:a16="http://schemas.microsoft.com/office/drawing/2014/main" id="{08ACF9E9-265A-4E45-9B77-2EAA3BDA9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574"/>
              <a:ext cx="5" cy="4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2"/>
                    <a:pt x="3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8" name="Freeform 193">
              <a:extLst>
                <a:ext uri="{FF2B5EF4-FFF2-40B4-BE49-F238E27FC236}">
                  <a16:creationId xmlns:a16="http://schemas.microsoft.com/office/drawing/2014/main" id="{AE030184-D196-4042-BE61-E40538151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468"/>
              <a:ext cx="12" cy="4"/>
            </a:xfrm>
            <a:custGeom>
              <a:avLst/>
              <a:gdLst>
                <a:gd name="T0" fmla="*/ 0 w 7"/>
                <a:gd name="T1" fmla="*/ 8 h 2"/>
                <a:gd name="T2" fmla="*/ 21 w 7"/>
                <a:gd name="T3" fmla="*/ 16 h 2"/>
                <a:gd name="T4" fmla="*/ 36 w 7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1" y="1"/>
                    <a:pt x="3" y="2"/>
                    <a:pt x="4" y="2"/>
                  </a:cubicBezTo>
                  <a:cubicBezTo>
                    <a:pt x="5" y="1"/>
                    <a:pt x="6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09" name="Freeform 194">
              <a:extLst>
                <a:ext uri="{FF2B5EF4-FFF2-40B4-BE49-F238E27FC236}">
                  <a16:creationId xmlns:a16="http://schemas.microsoft.com/office/drawing/2014/main" id="{3C0C0DCD-6ABF-4A8A-B66D-BBE19151F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494"/>
              <a:ext cx="7" cy="6"/>
            </a:xfrm>
            <a:custGeom>
              <a:avLst/>
              <a:gdLst>
                <a:gd name="T0" fmla="*/ 0 w 4"/>
                <a:gd name="T1" fmla="*/ 0 h 3"/>
                <a:gd name="T2" fmla="*/ 21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0" name="Freeform 195">
              <a:extLst>
                <a:ext uri="{FF2B5EF4-FFF2-40B4-BE49-F238E27FC236}">
                  <a16:creationId xmlns:a16="http://schemas.microsoft.com/office/drawing/2014/main" id="{D085E131-C5BE-410E-98B0-52A8A90A6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483"/>
              <a:ext cx="35" cy="29"/>
            </a:xfrm>
            <a:custGeom>
              <a:avLst/>
              <a:gdLst>
                <a:gd name="T0" fmla="*/ 28 w 20"/>
                <a:gd name="T1" fmla="*/ 64 h 15"/>
                <a:gd name="T2" fmla="*/ 44 w 20"/>
                <a:gd name="T3" fmla="*/ 79 h 15"/>
                <a:gd name="T4" fmla="*/ 56 w 20"/>
                <a:gd name="T5" fmla="*/ 85 h 15"/>
                <a:gd name="T6" fmla="*/ 70 w 20"/>
                <a:gd name="T7" fmla="*/ 93 h 15"/>
                <a:gd name="T8" fmla="*/ 77 w 20"/>
                <a:gd name="T9" fmla="*/ 108 h 15"/>
                <a:gd name="T10" fmla="*/ 107 w 20"/>
                <a:gd name="T11" fmla="*/ 101 h 15"/>
                <a:gd name="T12" fmla="*/ 93 w 20"/>
                <a:gd name="T13" fmla="*/ 85 h 15"/>
                <a:gd name="T14" fmla="*/ 58 w 20"/>
                <a:gd name="T15" fmla="*/ 56 h 15"/>
                <a:gd name="T16" fmla="*/ 49 w 20"/>
                <a:gd name="T17" fmla="*/ 37 h 15"/>
                <a:gd name="T18" fmla="*/ 28 w 20"/>
                <a:gd name="T19" fmla="*/ 15 h 15"/>
                <a:gd name="T20" fmla="*/ 0 w 20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5">
                  <a:moveTo>
                    <a:pt x="5" y="9"/>
                  </a:moveTo>
                  <a:cubicBezTo>
                    <a:pt x="6" y="10"/>
                    <a:pt x="7" y="10"/>
                    <a:pt x="8" y="11"/>
                  </a:cubicBezTo>
                  <a:cubicBezTo>
                    <a:pt x="9" y="11"/>
                    <a:pt x="9" y="12"/>
                    <a:pt x="10" y="12"/>
                  </a:cubicBezTo>
                  <a:cubicBezTo>
                    <a:pt x="11" y="13"/>
                    <a:pt x="12" y="13"/>
                    <a:pt x="13" y="13"/>
                  </a:cubicBezTo>
                  <a:cubicBezTo>
                    <a:pt x="14" y="14"/>
                    <a:pt x="14" y="14"/>
                    <a:pt x="14" y="15"/>
                  </a:cubicBezTo>
                  <a:cubicBezTo>
                    <a:pt x="16" y="15"/>
                    <a:pt x="17" y="14"/>
                    <a:pt x="20" y="14"/>
                  </a:cubicBezTo>
                  <a:cubicBezTo>
                    <a:pt x="18" y="14"/>
                    <a:pt x="17" y="13"/>
                    <a:pt x="17" y="12"/>
                  </a:cubicBezTo>
                  <a:cubicBezTo>
                    <a:pt x="15" y="11"/>
                    <a:pt x="12" y="10"/>
                    <a:pt x="11" y="8"/>
                  </a:cubicBezTo>
                  <a:cubicBezTo>
                    <a:pt x="10" y="7"/>
                    <a:pt x="10" y="6"/>
                    <a:pt x="9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4" y="2"/>
                    <a:pt x="1" y="2"/>
                    <a:pt x="0" y="0"/>
                  </a:cubicBezTo>
                </a:path>
              </a:pathLst>
            </a:custGeom>
            <a:solidFill>
              <a:srgbClr val="9E9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1" name="Freeform 196">
              <a:extLst>
                <a:ext uri="{FF2B5EF4-FFF2-40B4-BE49-F238E27FC236}">
                  <a16:creationId xmlns:a16="http://schemas.microsoft.com/office/drawing/2014/main" id="{E0545071-CD06-484C-A2C5-88C16FA99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460"/>
              <a:ext cx="50" cy="53"/>
            </a:xfrm>
            <a:custGeom>
              <a:avLst/>
              <a:gdLst>
                <a:gd name="T0" fmla="*/ 130 w 28"/>
                <a:gd name="T1" fmla="*/ 61 h 28"/>
                <a:gd name="T2" fmla="*/ 146 w 28"/>
                <a:gd name="T3" fmla="*/ 28 h 28"/>
                <a:gd name="T4" fmla="*/ 154 w 28"/>
                <a:gd name="T5" fmla="*/ 0 h 28"/>
                <a:gd name="T6" fmla="*/ 154 w 28"/>
                <a:gd name="T7" fmla="*/ 8 h 28"/>
                <a:gd name="T8" fmla="*/ 125 w 28"/>
                <a:gd name="T9" fmla="*/ 32 h 28"/>
                <a:gd name="T10" fmla="*/ 93 w 28"/>
                <a:gd name="T11" fmla="*/ 76 h 28"/>
                <a:gd name="T12" fmla="*/ 64 w 28"/>
                <a:gd name="T13" fmla="*/ 108 h 28"/>
                <a:gd name="T14" fmla="*/ 29 w 28"/>
                <a:gd name="T15" fmla="*/ 151 h 28"/>
                <a:gd name="T16" fmla="*/ 0 w 28"/>
                <a:gd name="T17" fmla="*/ 189 h 28"/>
                <a:gd name="T18" fmla="*/ 29 w 28"/>
                <a:gd name="T19" fmla="*/ 184 h 28"/>
                <a:gd name="T20" fmla="*/ 36 w 28"/>
                <a:gd name="T21" fmla="*/ 184 h 28"/>
                <a:gd name="T22" fmla="*/ 45 w 28"/>
                <a:gd name="T23" fmla="*/ 176 h 28"/>
                <a:gd name="T24" fmla="*/ 64 w 28"/>
                <a:gd name="T25" fmla="*/ 161 h 28"/>
                <a:gd name="T26" fmla="*/ 96 w 28"/>
                <a:gd name="T27" fmla="*/ 151 h 28"/>
                <a:gd name="T28" fmla="*/ 102 w 28"/>
                <a:gd name="T29" fmla="*/ 108 h 28"/>
                <a:gd name="T30" fmla="*/ 130 w 28"/>
                <a:gd name="T31" fmla="*/ 61 h 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" h="28">
                  <a:moveTo>
                    <a:pt x="23" y="9"/>
                  </a:moveTo>
                  <a:cubicBezTo>
                    <a:pt x="24" y="7"/>
                    <a:pt x="25" y="6"/>
                    <a:pt x="26" y="4"/>
                  </a:cubicBezTo>
                  <a:cubicBezTo>
                    <a:pt x="28" y="2"/>
                    <a:pt x="28" y="1"/>
                    <a:pt x="27" y="0"/>
                  </a:cubicBezTo>
                  <a:cubicBezTo>
                    <a:pt x="27" y="0"/>
                    <a:pt x="27" y="0"/>
                    <a:pt x="27" y="1"/>
                  </a:cubicBezTo>
                  <a:cubicBezTo>
                    <a:pt x="26" y="1"/>
                    <a:pt x="22" y="3"/>
                    <a:pt x="22" y="5"/>
                  </a:cubicBezTo>
                  <a:cubicBezTo>
                    <a:pt x="18" y="6"/>
                    <a:pt x="16" y="9"/>
                    <a:pt x="16" y="11"/>
                  </a:cubicBezTo>
                  <a:cubicBezTo>
                    <a:pt x="13" y="13"/>
                    <a:pt x="10" y="14"/>
                    <a:pt x="11" y="16"/>
                  </a:cubicBezTo>
                  <a:cubicBezTo>
                    <a:pt x="8" y="17"/>
                    <a:pt x="5" y="21"/>
                    <a:pt x="5" y="22"/>
                  </a:cubicBezTo>
                  <a:cubicBezTo>
                    <a:pt x="2" y="24"/>
                    <a:pt x="0" y="25"/>
                    <a:pt x="0" y="28"/>
                  </a:cubicBezTo>
                  <a:cubicBezTo>
                    <a:pt x="2" y="27"/>
                    <a:pt x="5" y="27"/>
                    <a:pt x="5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7" y="27"/>
                    <a:pt x="7" y="26"/>
                    <a:pt x="8" y="26"/>
                  </a:cubicBezTo>
                  <a:cubicBezTo>
                    <a:pt x="9" y="25"/>
                    <a:pt x="10" y="25"/>
                    <a:pt x="11" y="24"/>
                  </a:cubicBezTo>
                  <a:cubicBezTo>
                    <a:pt x="13" y="23"/>
                    <a:pt x="15" y="22"/>
                    <a:pt x="17" y="22"/>
                  </a:cubicBezTo>
                  <a:cubicBezTo>
                    <a:pt x="16" y="20"/>
                    <a:pt x="17" y="18"/>
                    <a:pt x="18" y="16"/>
                  </a:cubicBezTo>
                  <a:cubicBezTo>
                    <a:pt x="19" y="14"/>
                    <a:pt x="21" y="11"/>
                    <a:pt x="23" y="9"/>
                  </a:cubicBezTo>
                  <a:close/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2" name="Freeform 197">
              <a:extLst>
                <a:ext uri="{FF2B5EF4-FFF2-40B4-BE49-F238E27FC236}">
                  <a16:creationId xmlns:a16="http://schemas.microsoft.com/office/drawing/2014/main" id="{7EBBC56E-99DA-41ED-A786-7C98AE63C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512"/>
              <a:ext cx="9" cy="9"/>
            </a:xfrm>
            <a:custGeom>
              <a:avLst/>
              <a:gdLst>
                <a:gd name="T0" fmla="*/ 0 w 5"/>
                <a:gd name="T1" fmla="*/ 13 h 5"/>
                <a:gd name="T2" fmla="*/ 29 w 5"/>
                <a:gd name="T3" fmla="*/ 13 h 5"/>
                <a:gd name="T4" fmla="*/ 7 w 5"/>
                <a:gd name="T5" fmla="*/ 29 h 5"/>
                <a:gd name="T6" fmla="*/ 0 w 5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4" y="0"/>
                    <a:pt x="5" y="2"/>
                  </a:cubicBezTo>
                  <a:cubicBezTo>
                    <a:pt x="3" y="1"/>
                    <a:pt x="0" y="2"/>
                    <a:pt x="1" y="5"/>
                  </a:cubicBezTo>
                  <a:cubicBezTo>
                    <a:pt x="1" y="4"/>
                    <a:pt x="0" y="4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3" name="Freeform 198">
              <a:extLst>
                <a:ext uri="{FF2B5EF4-FFF2-40B4-BE49-F238E27FC236}">
                  <a16:creationId xmlns:a16="http://schemas.microsoft.com/office/drawing/2014/main" id="{8B3722D1-61DC-4C0D-AD80-16AB63E4F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510"/>
              <a:ext cx="7" cy="7"/>
            </a:xfrm>
            <a:custGeom>
              <a:avLst/>
              <a:gdLst>
                <a:gd name="T0" fmla="*/ 21 w 4"/>
                <a:gd name="T1" fmla="*/ 0 h 4"/>
                <a:gd name="T2" fmla="*/ 12 w 4"/>
                <a:gd name="T3" fmla="*/ 21 h 4"/>
                <a:gd name="T4" fmla="*/ 2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1" y="0"/>
                    <a:pt x="0" y="3"/>
                    <a:pt x="2" y="4"/>
                  </a:cubicBezTo>
                  <a:cubicBezTo>
                    <a:pt x="2" y="2"/>
                    <a:pt x="2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4" name="Freeform 199">
              <a:extLst>
                <a:ext uri="{FF2B5EF4-FFF2-40B4-BE49-F238E27FC236}">
                  <a16:creationId xmlns:a16="http://schemas.microsoft.com/office/drawing/2014/main" id="{A5D9F861-6A27-48B3-9E96-FC68DCDA4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502"/>
              <a:ext cx="6" cy="8"/>
            </a:xfrm>
            <a:custGeom>
              <a:avLst/>
              <a:gdLst>
                <a:gd name="T0" fmla="*/ 0 w 3"/>
                <a:gd name="T1" fmla="*/ 32 h 4"/>
                <a:gd name="T2" fmla="*/ 0 w 3"/>
                <a:gd name="T3" fmla="*/ 24 h 4"/>
                <a:gd name="T4" fmla="*/ 24 w 3"/>
                <a:gd name="T5" fmla="*/ 16 h 4"/>
                <a:gd name="T6" fmla="*/ 8 w 3"/>
                <a:gd name="T7" fmla="*/ 3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4"/>
                    <a:pt x="0" y="3"/>
                    <a:pt x="0" y="3"/>
                  </a:cubicBezTo>
                  <a:cubicBezTo>
                    <a:pt x="0" y="2"/>
                    <a:pt x="2" y="0"/>
                    <a:pt x="3" y="2"/>
                  </a:cubicBezTo>
                  <a:cubicBezTo>
                    <a:pt x="2" y="2"/>
                    <a:pt x="1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5" name="Freeform 200">
              <a:extLst>
                <a:ext uri="{FF2B5EF4-FFF2-40B4-BE49-F238E27FC236}">
                  <a16:creationId xmlns:a16="http://schemas.microsoft.com/office/drawing/2014/main" id="{F504DAE7-B460-4F4F-AF9C-94F1C20D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498"/>
              <a:ext cx="6" cy="10"/>
            </a:xfrm>
            <a:custGeom>
              <a:avLst/>
              <a:gdLst>
                <a:gd name="T0" fmla="*/ 24 w 3"/>
                <a:gd name="T1" fmla="*/ 0 h 5"/>
                <a:gd name="T2" fmla="*/ 16 w 3"/>
                <a:gd name="T3" fmla="*/ 40 h 5"/>
                <a:gd name="T4" fmla="*/ 24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1" y="4"/>
                    <a:pt x="2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6" name="Freeform 201">
              <a:extLst>
                <a:ext uri="{FF2B5EF4-FFF2-40B4-BE49-F238E27FC236}">
                  <a16:creationId xmlns:a16="http://schemas.microsoft.com/office/drawing/2014/main" id="{0864A69C-449C-4988-A3E2-5C5E77D0C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536"/>
              <a:ext cx="83" cy="73"/>
            </a:xfrm>
            <a:custGeom>
              <a:avLst/>
              <a:gdLst>
                <a:gd name="T0" fmla="*/ 166 w 47"/>
                <a:gd name="T1" fmla="*/ 200 h 38"/>
                <a:gd name="T2" fmla="*/ 180 w 47"/>
                <a:gd name="T3" fmla="*/ 169 h 38"/>
                <a:gd name="T4" fmla="*/ 200 w 47"/>
                <a:gd name="T5" fmla="*/ 148 h 38"/>
                <a:gd name="T6" fmla="*/ 215 w 47"/>
                <a:gd name="T7" fmla="*/ 121 h 38"/>
                <a:gd name="T8" fmla="*/ 221 w 47"/>
                <a:gd name="T9" fmla="*/ 100 h 38"/>
                <a:gd name="T10" fmla="*/ 247 w 47"/>
                <a:gd name="T11" fmla="*/ 48 h 38"/>
                <a:gd name="T12" fmla="*/ 253 w 47"/>
                <a:gd name="T13" fmla="*/ 23 h 38"/>
                <a:gd name="T14" fmla="*/ 253 w 47"/>
                <a:gd name="T15" fmla="*/ 0 h 38"/>
                <a:gd name="T16" fmla="*/ 237 w 47"/>
                <a:gd name="T17" fmla="*/ 29 h 38"/>
                <a:gd name="T18" fmla="*/ 231 w 47"/>
                <a:gd name="T19" fmla="*/ 37 h 38"/>
                <a:gd name="T20" fmla="*/ 221 w 47"/>
                <a:gd name="T21" fmla="*/ 71 h 38"/>
                <a:gd name="T22" fmla="*/ 171 w 47"/>
                <a:gd name="T23" fmla="*/ 136 h 38"/>
                <a:gd name="T24" fmla="*/ 166 w 47"/>
                <a:gd name="T25" fmla="*/ 156 h 38"/>
                <a:gd name="T26" fmla="*/ 131 w 47"/>
                <a:gd name="T27" fmla="*/ 177 h 38"/>
                <a:gd name="T28" fmla="*/ 0 w 47"/>
                <a:gd name="T29" fmla="*/ 269 h 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38">
                  <a:moveTo>
                    <a:pt x="30" y="28"/>
                  </a:moveTo>
                  <a:cubicBezTo>
                    <a:pt x="31" y="26"/>
                    <a:pt x="31" y="25"/>
                    <a:pt x="33" y="24"/>
                  </a:cubicBezTo>
                  <a:cubicBezTo>
                    <a:pt x="34" y="23"/>
                    <a:pt x="35" y="22"/>
                    <a:pt x="36" y="21"/>
                  </a:cubicBezTo>
                  <a:cubicBezTo>
                    <a:pt x="38" y="20"/>
                    <a:pt x="39" y="19"/>
                    <a:pt x="39" y="17"/>
                  </a:cubicBezTo>
                  <a:cubicBezTo>
                    <a:pt x="40" y="16"/>
                    <a:pt x="39" y="15"/>
                    <a:pt x="40" y="14"/>
                  </a:cubicBezTo>
                  <a:cubicBezTo>
                    <a:pt x="41" y="11"/>
                    <a:pt x="45" y="10"/>
                    <a:pt x="45" y="7"/>
                  </a:cubicBezTo>
                  <a:cubicBezTo>
                    <a:pt x="45" y="5"/>
                    <a:pt x="45" y="5"/>
                    <a:pt x="46" y="3"/>
                  </a:cubicBezTo>
                  <a:cubicBezTo>
                    <a:pt x="46" y="2"/>
                    <a:pt x="47" y="1"/>
                    <a:pt x="46" y="0"/>
                  </a:cubicBezTo>
                  <a:cubicBezTo>
                    <a:pt x="45" y="1"/>
                    <a:pt x="43" y="2"/>
                    <a:pt x="43" y="4"/>
                  </a:cubicBezTo>
                  <a:cubicBezTo>
                    <a:pt x="42" y="4"/>
                    <a:pt x="42" y="4"/>
                    <a:pt x="42" y="5"/>
                  </a:cubicBezTo>
                  <a:cubicBezTo>
                    <a:pt x="42" y="7"/>
                    <a:pt x="41" y="8"/>
                    <a:pt x="40" y="10"/>
                  </a:cubicBezTo>
                  <a:cubicBezTo>
                    <a:pt x="37" y="13"/>
                    <a:pt x="33" y="15"/>
                    <a:pt x="31" y="19"/>
                  </a:cubicBezTo>
                  <a:cubicBezTo>
                    <a:pt x="33" y="18"/>
                    <a:pt x="31" y="22"/>
                    <a:pt x="30" y="22"/>
                  </a:cubicBezTo>
                  <a:cubicBezTo>
                    <a:pt x="28" y="24"/>
                    <a:pt x="26" y="24"/>
                    <a:pt x="24" y="25"/>
                  </a:cubicBezTo>
                  <a:cubicBezTo>
                    <a:pt x="15" y="27"/>
                    <a:pt x="7" y="32"/>
                    <a:pt x="0" y="38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7" name="Freeform 202">
              <a:extLst>
                <a:ext uri="{FF2B5EF4-FFF2-40B4-BE49-F238E27FC236}">
                  <a16:creationId xmlns:a16="http://schemas.microsoft.com/office/drawing/2014/main" id="{CD61F718-A372-4DCF-89E8-3F1088758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588"/>
              <a:ext cx="30" cy="21"/>
            </a:xfrm>
            <a:custGeom>
              <a:avLst/>
              <a:gdLst>
                <a:gd name="T0" fmla="*/ 0 w 17"/>
                <a:gd name="T1" fmla="*/ 48 h 11"/>
                <a:gd name="T2" fmla="*/ 28 w 17"/>
                <a:gd name="T3" fmla="*/ 36 h 11"/>
                <a:gd name="T4" fmla="*/ 56 w 17"/>
                <a:gd name="T5" fmla="*/ 15 h 11"/>
                <a:gd name="T6" fmla="*/ 78 w 17"/>
                <a:gd name="T7" fmla="*/ 8 h 11"/>
                <a:gd name="T8" fmla="*/ 72 w 17"/>
                <a:gd name="T9" fmla="*/ 29 h 11"/>
                <a:gd name="T10" fmla="*/ 94 w 17"/>
                <a:gd name="T11" fmla="*/ 36 h 11"/>
                <a:gd name="T12" fmla="*/ 60 w 17"/>
                <a:gd name="T13" fmla="*/ 55 h 11"/>
                <a:gd name="T14" fmla="*/ 0 w 17"/>
                <a:gd name="T15" fmla="*/ 76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1">
                  <a:moveTo>
                    <a:pt x="0" y="7"/>
                  </a:moveTo>
                  <a:cubicBezTo>
                    <a:pt x="1" y="6"/>
                    <a:pt x="3" y="6"/>
                    <a:pt x="5" y="5"/>
                  </a:cubicBezTo>
                  <a:cubicBezTo>
                    <a:pt x="6" y="4"/>
                    <a:pt x="8" y="3"/>
                    <a:pt x="10" y="2"/>
                  </a:cubicBezTo>
                  <a:cubicBezTo>
                    <a:pt x="11" y="2"/>
                    <a:pt x="13" y="0"/>
                    <a:pt x="14" y="1"/>
                  </a:cubicBezTo>
                  <a:cubicBezTo>
                    <a:pt x="13" y="2"/>
                    <a:pt x="13" y="4"/>
                    <a:pt x="13" y="4"/>
                  </a:cubicBezTo>
                  <a:cubicBezTo>
                    <a:pt x="14" y="5"/>
                    <a:pt x="16" y="4"/>
                    <a:pt x="17" y="5"/>
                  </a:cubicBezTo>
                  <a:cubicBezTo>
                    <a:pt x="16" y="7"/>
                    <a:pt x="13" y="7"/>
                    <a:pt x="11" y="8"/>
                  </a:cubicBezTo>
                  <a:cubicBezTo>
                    <a:pt x="8" y="9"/>
                    <a:pt x="4" y="11"/>
                    <a:pt x="0" y="11"/>
                  </a:cubicBezTo>
                </a:path>
              </a:pathLst>
            </a:custGeom>
            <a:solidFill>
              <a:srgbClr val="C7C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8" name="Freeform 203">
              <a:extLst>
                <a:ext uri="{FF2B5EF4-FFF2-40B4-BE49-F238E27FC236}">
                  <a16:creationId xmlns:a16="http://schemas.microsoft.com/office/drawing/2014/main" id="{973C6EB5-3834-4C79-8FE4-89BB84F89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415"/>
              <a:ext cx="116" cy="100"/>
            </a:xfrm>
            <a:custGeom>
              <a:avLst/>
              <a:gdLst>
                <a:gd name="T0" fmla="*/ 369 w 65"/>
                <a:gd name="T1" fmla="*/ 0 h 53"/>
                <a:gd name="T2" fmla="*/ 348 w 65"/>
                <a:gd name="T3" fmla="*/ 15 h 53"/>
                <a:gd name="T4" fmla="*/ 332 w 65"/>
                <a:gd name="T5" fmla="*/ 32 h 53"/>
                <a:gd name="T6" fmla="*/ 312 w 65"/>
                <a:gd name="T7" fmla="*/ 60 h 53"/>
                <a:gd name="T8" fmla="*/ 289 w 65"/>
                <a:gd name="T9" fmla="*/ 81 h 53"/>
                <a:gd name="T10" fmla="*/ 268 w 65"/>
                <a:gd name="T11" fmla="*/ 108 h 53"/>
                <a:gd name="T12" fmla="*/ 244 w 65"/>
                <a:gd name="T13" fmla="*/ 136 h 53"/>
                <a:gd name="T14" fmla="*/ 223 w 65"/>
                <a:gd name="T15" fmla="*/ 153 h 53"/>
                <a:gd name="T16" fmla="*/ 203 w 65"/>
                <a:gd name="T17" fmla="*/ 181 h 53"/>
                <a:gd name="T18" fmla="*/ 175 w 65"/>
                <a:gd name="T19" fmla="*/ 204 h 53"/>
                <a:gd name="T20" fmla="*/ 159 w 65"/>
                <a:gd name="T21" fmla="*/ 236 h 53"/>
                <a:gd name="T22" fmla="*/ 137 w 65"/>
                <a:gd name="T23" fmla="*/ 257 h 53"/>
                <a:gd name="T24" fmla="*/ 125 w 65"/>
                <a:gd name="T25" fmla="*/ 281 h 53"/>
                <a:gd name="T26" fmla="*/ 96 w 65"/>
                <a:gd name="T27" fmla="*/ 309 h 53"/>
                <a:gd name="T28" fmla="*/ 66 w 65"/>
                <a:gd name="T29" fmla="*/ 325 h 53"/>
                <a:gd name="T30" fmla="*/ 37 w 65"/>
                <a:gd name="T31" fmla="*/ 342 h 53"/>
                <a:gd name="T32" fmla="*/ 0 w 65"/>
                <a:gd name="T33" fmla="*/ 357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5" h="53">
                  <a:moveTo>
                    <a:pt x="65" y="0"/>
                  </a:moveTo>
                  <a:cubicBezTo>
                    <a:pt x="63" y="0"/>
                    <a:pt x="62" y="1"/>
                    <a:pt x="61" y="2"/>
                  </a:cubicBezTo>
                  <a:cubicBezTo>
                    <a:pt x="59" y="2"/>
                    <a:pt x="58" y="4"/>
                    <a:pt x="58" y="5"/>
                  </a:cubicBezTo>
                  <a:cubicBezTo>
                    <a:pt x="55" y="6"/>
                    <a:pt x="55" y="8"/>
                    <a:pt x="55" y="9"/>
                  </a:cubicBezTo>
                  <a:cubicBezTo>
                    <a:pt x="52" y="9"/>
                    <a:pt x="51" y="11"/>
                    <a:pt x="51" y="12"/>
                  </a:cubicBezTo>
                  <a:cubicBezTo>
                    <a:pt x="49" y="13"/>
                    <a:pt x="47" y="14"/>
                    <a:pt x="47" y="16"/>
                  </a:cubicBezTo>
                  <a:cubicBezTo>
                    <a:pt x="44" y="16"/>
                    <a:pt x="43" y="19"/>
                    <a:pt x="43" y="20"/>
                  </a:cubicBezTo>
                  <a:cubicBezTo>
                    <a:pt x="41" y="20"/>
                    <a:pt x="40" y="21"/>
                    <a:pt x="39" y="23"/>
                  </a:cubicBezTo>
                  <a:cubicBezTo>
                    <a:pt x="37" y="23"/>
                    <a:pt x="36" y="25"/>
                    <a:pt x="36" y="27"/>
                  </a:cubicBezTo>
                  <a:cubicBezTo>
                    <a:pt x="33" y="28"/>
                    <a:pt x="32" y="29"/>
                    <a:pt x="31" y="30"/>
                  </a:cubicBezTo>
                  <a:cubicBezTo>
                    <a:pt x="29" y="30"/>
                    <a:pt x="27" y="34"/>
                    <a:pt x="28" y="35"/>
                  </a:cubicBezTo>
                  <a:cubicBezTo>
                    <a:pt x="26" y="35"/>
                    <a:pt x="24" y="37"/>
                    <a:pt x="24" y="38"/>
                  </a:cubicBezTo>
                  <a:cubicBezTo>
                    <a:pt x="22" y="38"/>
                    <a:pt x="21" y="41"/>
                    <a:pt x="22" y="42"/>
                  </a:cubicBezTo>
                  <a:cubicBezTo>
                    <a:pt x="19" y="43"/>
                    <a:pt x="17" y="45"/>
                    <a:pt x="17" y="46"/>
                  </a:cubicBezTo>
                  <a:cubicBezTo>
                    <a:pt x="15" y="46"/>
                    <a:pt x="13" y="47"/>
                    <a:pt x="12" y="48"/>
                  </a:cubicBezTo>
                  <a:cubicBezTo>
                    <a:pt x="10" y="48"/>
                    <a:pt x="8" y="50"/>
                    <a:pt x="7" y="51"/>
                  </a:cubicBezTo>
                  <a:cubicBezTo>
                    <a:pt x="5" y="51"/>
                    <a:pt x="2" y="50"/>
                    <a:pt x="0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19" name="Freeform 204">
              <a:extLst>
                <a:ext uri="{FF2B5EF4-FFF2-40B4-BE49-F238E27FC236}">
                  <a16:creationId xmlns:a16="http://schemas.microsoft.com/office/drawing/2014/main" id="{7AB9DC5F-B421-4A82-A905-59F5A9EE4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451"/>
              <a:ext cx="14" cy="7"/>
            </a:xfrm>
            <a:custGeom>
              <a:avLst/>
              <a:gdLst>
                <a:gd name="T0" fmla="*/ 0 w 8"/>
                <a:gd name="T1" fmla="*/ 7 h 4"/>
                <a:gd name="T2" fmla="*/ 44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1"/>
                  </a:moveTo>
                  <a:cubicBezTo>
                    <a:pt x="3" y="0"/>
                    <a:pt x="5" y="1"/>
                    <a:pt x="8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0" name="Freeform 205">
              <a:extLst>
                <a:ext uri="{FF2B5EF4-FFF2-40B4-BE49-F238E27FC236}">
                  <a16:creationId xmlns:a16="http://schemas.microsoft.com/office/drawing/2014/main" id="{6FC6CF9B-3808-4832-AA05-E4031313F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445"/>
              <a:ext cx="14" cy="8"/>
            </a:xfrm>
            <a:custGeom>
              <a:avLst/>
              <a:gdLst>
                <a:gd name="T0" fmla="*/ 0 w 8"/>
                <a:gd name="T1" fmla="*/ 0 h 4"/>
                <a:gd name="T2" fmla="*/ 28 w 8"/>
                <a:gd name="T3" fmla="*/ 8 h 4"/>
                <a:gd name="T4" fmla="*/ 44 w 8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8" y="3"/>
                    <a:pt x="8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1" name="Freeform 206">
              <a:extLst>
                <a:ext uri="{FF2B5EF4-FFF2-40B4-BE49-F238E27FC236}">
                  <a16:creationId xmlns:a16="http://schemas.microsoft.com/office/drawing/2014/main" id="{448E0792-EAB1-4665-9B7D-4BDB3175C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37"/>
              <a:ext cx="13" cy="10"/>
            </a:xfrm>
            <a:custGeom>
              <a:avLst/>
              <a:gdLst>
                <a:gd name="T0" fmla="*/ 0 w 7"/>
                <a:gd name="T1" fmla="*/ 8 h 5"/>
                <a:gd name="T2" fmla="*/ 45 w 7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1"/>
                  </a:moveTo>
                  <a:cubicBezTo>
                    <a:pt x="3" y="0"/>
                    <a:pt x="6" y="3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2" name="Freeform 207">
              <a:extLst>
                <a:ext uri="{FF2B5EF4-FFF2-40B4-BE49-F238E27FC236}">
                  <a16:creationId xmlns:a16="http://schemas.microsoft.com/office/drawing/2014/main" id="{2623C531-BA78-49F0-8DEF-FF4CEDF80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432"/>
              <a:ext cx="15" cy="7"/>
            </a:xfrm>
            <a:custGeom>
              <a:avLst/>
              <a:gdLst>
                <a:gd name="T0" fmla="*/ 0 w 8"/>
                <a:gd name="T1" fmla="*/ 0 h 4"/>
                <a:gd name="T2" fmla="*/ 53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1"/>
                    <a:pt x="6" y="1"/>
                    <a:pt x="8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3" name="Freeform 208">
              <a:extLst>
                <a:ext uri="{FF2B5EF4-FFF2-40B4-BE49-F238E27FC236}">
                  <a16:creationId xmlns:a16="http://schemas.microsoft.com/office/drawing/2014/main" id="{E05C8BE7-9655-42B2-B9F8-777F917BD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424"/>
              <a:ext cx="12" cy="8"/>
            </a:xfrm>
            <a:custGeom>
              <a:avLst/>
              <a:gdLst>
                <a:gd name="T0" fmla="*/ 0 w 7"/>
                <a:gd name="T1" fmla="*/ 0 h 4"/>
                <a:gd name="T2" fmla="*/ 36 w 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3" y="1"/>
                    <a:pt x="5" y="2"/>
                    <a:pt x="7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4" name="Freeform 209">
              <a:extLst>
                <a:ext uri="{FF2B5EF4-FFF2-40B4-BE49-F238E27FC236}">
                  <a16:creationId xmlns:a16="http://schemas.microsoft.com/office/drawing/2014/main" id="{26BA02EA-AD63-4202-9F2C-FF2B78846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418"/>
              <a:ext cx="7" cy="8"/>
            </a:xfrm>
            <a:custGeom>
              <a:avLst/>
              <a:gdLst>
                <a:gd name="T0" fmla="*/ 0 w 4"/>
                <a:gd name="T1" fmla="*/ 0 h 4"/>
                <a:gd name="T2" fmla="*/ 21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2" y="1"/>
                    <a:pt x="3" y="3"/>
                    <a:pt x="4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5" name="Freeform 210">
              <a:extLst>
                <a:ext uri="{FF2B5EF4-FFF2-40B4-BE49-F238E27FC236}">
                  <a16:creationId xmlns:a16="http://schemas.microsoft.com/office/drawing/2014/main" id="{76166C76-E392-4D09-AB9E-7FBBF319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460"/>
              <a:ext cx="16" cy="2"/>
            </a:xfrm>
            <a:custGeom>
              <a:avLst/>
              <a:gdLst>
                <a:gd name="T0" fmla="*/ 0 w 9"/>
                <a:gd name="T1" fmla="*/ 8 h 1"/>
                <a:gd name="T2" fmla="*/ 50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0"/>
                    <a:pt x="6" y="0"/>
                    <a:pt x="9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6" name="Freeform 211">
              <a:extLst>
                <a:ext uri="{FF2B5EF4-FFF2-40B4-BE49-F238E27FC236}">
                  <a16:creationId xmlns:a16="http://schemas.microsoft.com/office/drawing/2014/main" id="{1CF8D7D9-E3C1-43F4-88C1-E9770A3D1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468"/>
              <a:ext cx="17" cy="4"/>
            </a:xfrm>
            <a:custGeom>
              <a:avLst/>
              <a:gdLst>
                <a:gd name="T0" fmla="*/ 0 w 10"/>
                <a:gd name="T1" fmla="*/ 16 h 2"/>
                <a:gd name="T2" fmla="*/ 49 w 10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1"/>
                    <a:pt x="7" y="0"/>
                    <a:pt x="1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7" name="Freeform 212">
              <a:extLst>
                <a:ext uri="{FF2B5EF4-FFF2-40B4-BE49-F238E27FC236}">
                  <a16:creationId xmlns:a16="http://schemas.microsoft.com/office/drawing/2014/main" id="{DBF06A6D-EF6A-4DEB-BA2C-6E777C878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477"/>
              <a:ext cx="21" cy="4"/>
            </a:xfrm>
            <a:custGeom>
              <a:avLst/>
              <a:gdLst>
                <a:gd name="T0" fmla="*/ 0 w 12"/>
                <a:gd name="T1" fmla="*/ 16 h 2"/>
                <a:gd name="T2" fmla="*/ 65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2" y="0"/>
                    <a:pt x="9" y="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8" name="Freeform 213">
              <a:extLst>
                <a:ext uri="{FF2B5EF4-FFF2-40B4-BE49-F238E27FC236}">
                  <a16:creationId xmlns:a16="http://schemas.microsoft.com/office/drawing/2014/main" id="{6A395DDE-27B6-41E6-AA9F-241C6E28E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485"/>
              <a:ext cx="25" cy="6"/>
            </a:xfrm>
            <a:custGeom>
              <a:avLst/>
              <a:gdLst>
                <a:gd name="T0" fmla="*/ 0 w 14"/>
                <a:gd name="T1" fmla="*/ 24 h 3"/>
                <a:gd name="T2" fmla="*/ 80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1" y="1"/>
                    <a:pt x="11" y="0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29" name="Freeform 214">
              <a:extLst>
                <a:ext uri="{FF2B5EF4-FFF2-40B4-BE49-F238E27FC236}">
                  <a16:creationId xmlns:a16="http://schemas.microsoft.com/office/drawing/2014/main" id="{F74F03C9-EC70-4C82-87FB-372C9A81A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415"/>
              <a:ext cx="3" cy="3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2" y="2"/>
                    <a:pt x="2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0" name="Freeform 215">
              <a:extLst>
                <a:ext uri="{FF2B5EF4-FFF2-40B4-BE49-F238E27FC236}">
                  <a16:creationId xmlns:a16="http://schemas.microsoft.com/office/drawing/2014/main" id="{61DC4AB6-10FD-472C-9894-2BAC46E09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411"/>
              <a:ext cx="105" cy="49"/>
            </a:xfrm>
            <a:custGeom>
              <a:avLst/>
              <a:gdLst>
                <a:gd name="T0" fmla="*/ 0 w 59"/>
                <a:gd name="T1" fmla="*/ 0 h 26"/>
                <a:gd name="T2" fmla="*/ 137 w 59"/>
                <a:gd name="T3" fmla="*/ 107 h 26"/>
                <a:gd name="T4" fmla="*/ 260 w 59"/>
                <a:gd name="T5" fmla="*/ 173 h 26"/>
                <a:gd name="T6" fmla="*/ 333 w 59"/>
                <a:gd name="T7" fmla="*/ 14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6">
                  <a:moveTo>
                    <a:pt x="0" y="0"/>
                  </a:moveTo>
                  <a:cubicBezTo>
                    <a:pt x="7" y="3"/>
                    <a:pt x="17" y="7"/>
                    <a:pt x="24" y="16"/>
                  </a:cubicBezTo>
                  <a:cubicBezTo>
                    <a:pt x="32" y="25"/>
                    <a:pt x="40" y="26"/>
                    <a:pt x="46" y="26"/>
                  </a:cubicBezTo>
                  <a:cubicBezTo>
                    <a:pt x="52" y="26"/>
                    <a:pt x="52" y="22"/>
                    <a:pt x="59" y="2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1" name="Freeform 216">
              <a:extLst>
                <a:ext uri="{FF2B5EF4-FFF2-40B4-BE49-F238E27FC236}">
                  <a16:creationId xmlns:a16="http://schemas.microsoft.com/office/drawing/2014/main" id="{22557355-EB4B-48B0-BFD3-E465D8D04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411"/>
              <a:ext cx="116" cy="59"/>
            </a:xfrm>
            <a:custGeom>
              <a:avLst/>
              <a:gdLst>
                <a:gd name="T0" fmla="*/ 369 w 65"/>
                <a:gd name="T1" fmla="*/ 192 h 31"/>
                <a:gd name="T2" fmla="*/ 325 w 65"/>
                <a:gd name="T3" fmla="*/ 206 h 31"/>
                <a:gd name="T4" fmla="*/ 296 w 65"/>
                <a:gd name="T5" fmla="*/ 213 h 31"/>
                <a:gd name="T6" fmla="*/ 166 w 65"/>
                <a:gd name="T7" fmla="*/ 145 h 31"/>
                <a:gd name="T8" fmla="*/ 159 w 65"/>
                <a:gd name="T9" fmla="*/ 137 h 31"/>
                <a:gd name="T10" fmla="*/ 16 w 65"/>
                <a:gd name="T11" fmla="*/ 15 h 31"/>
                <a:gd name="T12" fmla="*/ 0 w 65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1">
                  <a:moveTo>
                    <a:pt x="65" y="28"/>
                  </a:moveTo>
                  <a:cubicBezTo>
                    <a:pt x="61" y="28"/>
                    <a:pt x="59" y="30"/>
                    <a:pt x="57" y="30"/>
                  </a:cubicBezTo>
                  <a:cubicBezTo>
                    <a:pt x="55" y="31"/>
                    <a:pt x="54" y="31"/>
                    <a:pt x="52" y="31"/>
                  </a:cubicBezTo>
                  <a:cubicBezTo>
                    <a:pt x="46" y="30"/>
                    <a:pt x="37" y="28"/>
                    <a:pt x="29" y="21"/>
                  </a:cubicBezTo>
                  <a:cubicBezTo>
                    <a:pt x="29" y="20"/>
                    <a:pt x="29" y="20"/>
                    <a:pt x="28" y="20"/>
                  </a:cubicBezTo>
                  <a:cubicBezTo>
                    <a:pt x="20" y="11"/>
                    <a:pt x="9" y="5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2" name="Freeform 217">
              <a:extLst>
                <a:ext uri="{FF2B5EF4-FFF2-40B4-BE49-F238E27FC236}">
                  <a16:creationId xmlns:a16="http://schemas.microsoft.com/office/drawing/2014/main" id="{BC77ED30-6B93-49C6-AE9E-6CA6E919D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415"/>
              <a:ext cx="123" cy="66"/>
            </a:xfrm>
            <a:custGeom>
              <a:avLst/>
              <a:gdLst>
                <a:gd name="T0" fmla="*/ 390 w 69"/>
                <a:gd name="T1" fmla="*/ 221 h 35"/>
                <a:gd name="T2" fmla="*/ 312 w 69"/>
                <a:gd name="T3" fmla="*/ 228 h 35"/>
                <a:gd name="T4" fmla="*/ 175 w 69"/>
                <a:gd name="T5" fmla="*/ 145 h 35"/>
                <a:gd name="T6" fmla="*/ 168 w 69"/>
                <a:gd name="T7" fmla="*/ 145 h 35"/>
                <a:gd name="T8" fmla="*/ 16 w 69"/>
                <a:gd name="T9" fmla="*/ 15 h 35"/>
                <a:gd name="T10" fmla="*/ 0 w 69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5">
                  <a:moveTo>
                    <a:pt x="69" y="33"/>
                  </a:moveTo>
                  <a:cubicBezTo>
                    <a:pt x="65" y="33"/>
                    <a:pt x="63" y="35"/>
                    <a:pt x="55" y="34"/>
                  </a:cubicBezTo>
                  <a:cubicBezTo>
                    <a:pt x="49" y="33"/>
                    <a:pt x="41" y="30"/>
                    <a:pt x="31" y="22"/>
                  </a:cubicBezTo>
                  <a:cubicBezTo>
                    <a:pt x="31" y="22"/>
                    <a:pt x="31" y="22"/>
                    <a:pt x="30" y="22"/>
                  </a:cubicBezTo>
                  <a:cubicBezTo>
                    <a:pt x="20" y="13"/>
                    <a:pt x="9" y="5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3" name="Freeform 218">
              <a:extLst>
                <a:ext uri="{FF2B5EF4-FFF2-40B4-BE49-F238E27FC236}">
                  <a16:creationId xmlns:a16="http://schemas.microsoft.com/office/drawing/2014/main" id="{95CB41D6-B5FA-485C-BF6E-5AC3BD3F5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418"/>
              <a:ext cx="130" cy="75"/>
            </a:xfrm>
            <a:custGeom>
              <a:avLst/>
              <a:gdLst>
                <a:gd name="T0" fmla="*/ 413 w 73"/>
                <a:gd name="T1" fmla="*/ 277 h 39"/>
                <a:gd name="T2" fmla="*/ 333 w 73"/>
                <a:gd name="T3" fmla="*/ 263 h 39"/>
                <a:gd name="T4" fmla="*/ 187 w 73"/>
                <a:gd name="T5" fmla="*/ 169 h 39"/>
                <a:gd name="T6" fmla="*/ 182 w 73"/>
                <a:gd name="T7" fmla="*/ 163 h 39"/>
                <a:gd name="T8" fmla="*/ 21 w 73"/>
                <a:gd name="T9" fmla="*/ 23 h 39"/>
                <a:gd name="T10" fmla="*/ 0 w 73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39">
                  <a:moveTo>
                    <a:pt x="73" y="39"/>
                  </a:moveTo>
                  <a:cubicBezTo>
                    <a:pt x="69" y="39"/>
                    <a:pt x="61" y="38"/>
                    <a:pt x="59" y="37"/>
                  </a:cubicBezTo>
                  <a:cubicBezTo>
                    <a:pt x="53" y="35"/>
                    <a:pt x="44" y="31"/>
                    <a:pt x="33" y="24"/>
                  </a:cubicBezTo>
                  <a:cubicBezTo>
                    <a:pt x="33" y="24"/>
                    <a:pt x="33" y="24"/>
                    <a:pt x="32" y="23"/>
                  </a:cubicBezTo>
                  <a:cubicBezTo>
                    <a:pt x="21" y="15"/>
                    <a:pt x="8" y="6"/>
                    <a:pt x="4" y="3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4" name="Freeform 219">
              <a:extLst>
                <a:ext uri="{FF2B5EF4-FFF2-40B4-BE49-F238E27FC236}">
                  <a16:creationId xmlns:a16="http://schemas.microsoft.com/office/drawing/2014/main" id="{6C8E3A56-384E-495F-97AA-F2FDE3AD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424"/>
              <a:ext cx="220" cy="80"/>
            </a:xfrm>
            <a:custGeom>
              <a:avLst/>
              <a:gdLst>
                <a:gd name="T0" fmla="*/ 0 w 123"/>
                <a:gd name="T1" fmla="*/ 116 h 42"/>
                <a:gd name="T2" fmla="*/ 211 w 123"/>
                <a:gd name="T3" fmla="*/ 276 h 42"/>
                <a:gd name="T4" fmla="*/ 263 w 123"/>
                <a:gd name="T5" fmla="*/ 290 h 42"/>
                <a:gd name="T6" fmla="*/ 458 w 123"/>
                <a:gd name="T7" fmla="*/ 208 h 42"/>
                <a:gd name="T8" fmla="*/ 703 w 123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42">
                  <a:moveTo>
                    <a:pt x="0" y="17"/>
                  </a:moveTo>
                  <a:cubicBezTo>
                    <a:pt x="10" y="29"/>
                    <a:pt x="32" y="38"/>
                    <a:pt x="37" y="40"/>
                  </a:cubicBezTo>
                  <a:cubicBezTo>
                    <a:pt x="41" y="42"/>
                    <a:pt x="42" y="42"/>
                    <a:pt x="46" y="42"/>
                  </a:cubicBezTo>
                  <a:cubicBezTo>
                    <a:pt x="50" y="42"/>
                    <a:pt x="64" y="37"/>
                    <a:pt x="80" y="30"/>
                  </a:cubicBezTo>
                  <a:cubicBezTo>
                    <a:pt x="104" y="19"/>
                    <a:pt x="120" y="3"/>
                    <a:pt x="12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5" name="Freeform 220">
              <a:extLst>
                <a:ext uri="{FF2B5EF4-FFF2-40B4-BE49-F238E27FC236}">
                  <a16:creationId xmlns:a16="http://schemas.microsoft.com/office/drawing/2014/main" id="{1946A448-325F-4B56-8F8B-E4E3FEDE0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439"/>
              <a:ext cx="135" cy="92"/>
            </a:xfrm>
            <a:custGeom>
              <a:avLst/>
              <a:gdLst>
                <a:gd name="T0" fmla="*/ 426 w 76"/>
                <a:gd name="T1" fmla="*/ 337 h 48"/>
                <a:gd name="T2" fmla="*/ 369 w 76"/>
                <a:gd name="T3" fmla="*/ 309 h 48"/>
                <a:gd name="T4" fmla="*/ 341 w 76"/>
                <a:gd name="T5" fmla="*/ 284 h 48"/>
                <a:gd name="T6" fmla="*/ 174 w 76"/>
                <a:gd name="T7" fmla="*/ 169 h 48"/>
                <a:gd name="T8" fmla="*/ 0 w 76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48">
                  <a:moveTo>
                    <a:pt x="76" y="48"/>
                  </a:moveTo>
                  <a:cubicBezTo>
                    <a:pt x="72" y="48"/>
                    <a:pt x="72" y="48"/>
                    <a:pt x="66" y="44"/>
                  </a:cubicBezTo>
                  <a:cubicBezTo>
                    <a:pt x="65" y="43"/>
                    <a:pt x="63" y="42"/>
                    <a:pt x="61" y="40"/>
                  </a:cubicBezTo>
                  <a:cubicBezTo>
                    <a:pt x="54" y="36"/>
                    <a:pt x="44" y="31"/>
                    <a:pt x="31" y="24"/>
                  </a:cubicBezTo>
                  <a:cubicBezTo>
                    <a:pt x="20" y="20"/>
                    <a:pt x="6" y="1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6" name="Freeform 221">
              <a:extLst>
                <a:ext uri="{FF2B5EF4-FFF2-40B4-BE49-F238E27FC236}">
                  <a16:creationId xmlns:a16="http://schemas.microsoft.com/office/drawing/2014/main" id="{137A2094-B8FB-43CE-953F-61204E261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437"/>
              <a:ext cx="148" cy="107"/>
            </a:xfrm>
            <a:custGeom>
              <a:avLst/>
              <a:gdLst>
                <a:gd name="T0" fmla="*/ 0 w 83"/>
                <a:gd name="T1" fmla="*/ 0 h 56"/>
                <a:gd name="T2" fmla="*/ 198 w 83"/>
                <a:gd name="T3" fmla="*/ 197 h 56"/>
                <a:gd name="T4" fmla="*/ 203 w 83"/>
                <a:gd name="T5" fmla="*/ 201 h 56"/>
                <a:gd name="T6" fmla="*/ 378 w 83"/>
                <a:gd name="T7" fmla="*/ 321 h 56"/>
                <a:gd name="T8" fmla="*/ 414 w 83"/>
                <a:gd name="T9" fmla="*/ 350 h 56"/>
                <a:gd name="T10" fmla="*/ 471 w 83"/>
                <a:gd name="T11" fmla="*/ 39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56">
                  <a:moveTo>
                    <a:pt x="0" y="0"/>
                  </a:moveTo>
                  <a:cubicBezTo>
                    <a:pt x="0" y="4"/>
                    <a:pt x="17" y="20"/>
                    <a:pt x="35" y="28"/>
                  </a:cubicBezTo>
                  <a:cubicBezTo>
                    <a:pt x="35" y="29"/>
                    <a:pt x="36" y="29"/>
                    <a:pt x="36" y="29"/>
                  </a:cubicBezTo>
                  <a:cubicBezTo>
                    <a:pt x="51" y="35"/>
                    <a:pt x="60" y="41"/>
                    <a:pt x="67" y="46"/>
                  </a:cubicBezTo>
                  <a:cubicBezTo>
                    <a:pt x="69" y="48"/>
                    <a:pt x="71" y="49"/>
                    <a:pt x="73" y="50"/>
                  </a:cubicBezTo>
                  <a:cubicBezTo>
                    <a:pt x="79" y="55"/>
                    <a:pt x="79" y="56"/>
                    <a:pt x="83" y="5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7" name="Freeform 222">
              <a:extLst>
                <a:ext uri="{FF2B5EF4-FFF2-40B4-BE49-F238E27FC236}">
                  <a16:creationId xmlns:a16="http://schemas.microsoft.com/office/drawing/2014/main" id="{EC7F0EB2-70A4-4044-B5F8-1AEF41AED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445"/>
              <a:ext cx="158" cy="112"/>
            </a:xfrm>
            <a:custGeom>
              <a:avLst/>
              <a:gdLst>
                <a:gd name="T0" fmla="*/ 12 w 89"/>
                <a:gd name="T1" fmla="*/ 0 h 59"/>
                <a:gd name="T2" fmla="*/ 217 w 89"/>
                <a:gd name="T3" fmla="*/ 192 h 59"/>
                <a:gd name="T4" fmla="*/ 224 w 89"/>
                <a:gd name="T5" fmla="*/ 197 h 59"/>
                <a:gd name="T6" fmla="*/ 318 w 89"/>
                <a:gd name="T7" fmla="*/ 245 h 59"/>
                <a:gd name="T8" fmla="*/ 410 w 89"/>
                <a:gd name="T9" fmla="*/ 321 h 59"/>
                <a:gd name="T10" fmla="*/ 442 w 89"/>
                <a:gd name="T11" fmla="*/ 357 h 59"/>
                <a:gd name="T12" fmla="*/ 497 w 89"/>
                <a:gd name="T13" fmla="*/ 404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59">
                  <a:moveTo>
                    <a:pt x="2" y="0"/>
                  </a:moveTo>
                  <a:cubicBezTo>
                    <a:pt x="0" y="5"/>
                    <a:pt x="19" y="20"/>
                    <a:pt x="39" y="28"/>
                  </a:cubicBezTo>
                  <a:cubicBezTo>
                    <a:pt x="39" y="28"/>
                    <a:pt x="40" y="29"/>
                    <a:pt x="40" y="29"/>
                  </a:cubicBezTo>
                  <a:cubicBezTo>
                    <a:pt x="46" y="31"/>
                    <a:pt x="52" y="33"/>
                    <a:pt x="57" y="36"/>
                  </a:cubicBezTo>
                  <a:cubicBezTo>
                    <a:pt x="64" y="39"/>
                    <a:pt x="69" y="44"/>
                    <a:pt x="73" y="47"/>
                  </a:cubicBezTo>
                  <a:cubicBezTo>
                    <a:pt x="75" y="49"/>
                    <a:pt x="77" y="51"/>
                    <a:pt x="79" y="52"/>
                  </a:cubicBezTo>
                  <a:cubicBezTo>
                    <a:pt x="85" y="58"/>
                    <a:pt x="85" y="59"/>
                    <a:pt x="89" y="5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8" name="Freeform 223">
              <a:extLst>
                <a:ext uri="{FF2B5EF4-FFF2-40B4-BE49-F238E27FC236}">
                  <a16:creationId xmlns:a16="http://schemas.microsoft.com/office/drawing/2014/main" id="{1DDBCA36-01F0-4776-ACC6-866CF85C9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453"/>
              <a:ext cx="166" cy="117"/>
            </a:xfrm>
            <a:custGeom>
              <a:avLst/>
              <a:gdLst>
                <a:gd name="T0" fmla="*/ 12 w 93"/>
                <a:gd name="T1" fmla="*/ 0 h 62"/>
                <a:gd name="T2" fmla="*/ 252 w 93"/>
                <a:gd name="T3" fmla="*/ 181 h 62"/>
                <a:gd name="T4" fmla="*/ 466 w 93"/>
                <a:gd name="T5" fmla="*/ 362 h 62"/>
                <a:gd name="T6" fmla="*/ 528 w 93"/>
                <a:gd name="T7" fmla="*/ 417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62">
                  <a:moveTo>
                    <a:pt x="2" y="0"/>
                  </a:moveTo>
                  <a:cubicBezTo>
                    <a:pt x="0" y="5"/>
                    <a:pt x="22" y="20"/>
                    <a:pt x="44" y="27"/>
                  </a:cubicBezTo>
                  <a:cubicBezTo>
                    <a:pt x="66" y="34"/>
                    <a:pt x="76" y="47"/>
                    <a:pt x="82" y="54"/>
                  </a:cubicBezTo>
                  <a:cubicBezTo>
                    <a:pt x="89" y="61"/>
                    <a:pt x="89" y="62"/>
                    <a:pt x="93" y="6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9" name="Freeform 224">
              <a:extLst>
                <a:ext uri="{FF2B5EF4-FFF2-40B4-BE49-F238E27FC236}">
                  <a16:creationId xmlns:a16="http://schemas.microsoft.com/office/drawing/2014/main" id="{92887A1E-B3AE-4CD4-9C8E-261C07EEE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58"/>
              <a:ext cx="173" cy="122"/>
            </a:xfrm>
            <a:custGeom>
              <a:avLst/>
              <a:gdLst>
                <a:gd name="T0" fmla="*/ 12 w 97"/>
                <a:gd name="T1" fmla="*/ 0 h 64"/>
                <a:gd name="T2" fmla="*/ 244 w 97"/>
                <a:gd name="T3" fmla="*/ 214 h 64"/>
                <a:gd name="T4" fmla="*/ 312 w 97"/>
                <a:gd name="T5" fmla="*/ 244 h 64"/>
                <a:gd name="T6" fmla="*/ 483 w 97"/>
                <a:gd name="T7" fmla="*/ 374 h 64"/>
                <a:gd name="T8" fmla="*/ 551 w 97"/>
                <a:gd name="T9" fmla="*/ 44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64">
                  <a:moveTo>
                    <a:pt x="2" y="0"/>
                  </a:moveTo>
                  <a:cubicBezTo>
                    <a:pt x="0" y="5"/>
                    <a:pt x="21" y="23"/>
                    <a:pt x="43" y="31"/>
                  </a:cubicBezTo>
                  <a:cubicBezTo>
                    <a:pt x="47" y="32"/>
                    <a:pt x="51" y="34"/>
                    <a:pt x="55" y="35"/>
                  </a:cubicBezTo>
                  <a:cubicBezTo>
                    <a:pt x="70" y="42"/>
                    <a:pt x="79" y="49"/>
                    <a:pt x="85" y="54"/>
                  </a:cubicBezTo>
                  <a:cubicBezTo>
                    <a:pt x="92" y="61"/>
                    <a:pt x="93" y="64"/>
                    <a:pt x="97" y="6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0" name="Freeform 225">
              <a:extLst>
                <a:ext uri="{FF2B5EF4-FFF2-40B4-BE49-F238E27FC236}">
                  <a16:creationId xmlns:a16="http://schemas.microsoft.com/office/drawing/2014/main" id="{A8E817DA-ADEF-40C0-A396-4922F572D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472"/>
              <a:ext cx="183" cy="114"/>
            </a:xfrm>
            <a:custGeom>
              <a:avLst/>
              <a:gdLst>
                <a:gd name="T0" fmla="*/ 7 w 103"/>
                <a:gd name="T1" fmla="*/ 0 h 60"/>
                <a:gd name="T2" fmla="*/ 101 w 103"/>
                <a:gd name="T3" fmla="*/ 108 h 60"/>
                <a:gd name="T4" fmla="*/ 240 w 103"/>
                <a:gd name="T5" fmla="*/ 236 h 60"/>
                <a:gd name="T6" fmla="*/ 313 w 103"/>
                <a:gd name="T7" fmla="*/ 268 h 60"/>
                <a:gd name="T8" fmla="*/ 499 w 103"/>
                <a:gd name="T9" fmla="*/ 372 h 60"/>
                <a:gd name="T10" fmla="*/ 577 w 103"/>
                <a:gd name="T11" fmla="*/ 412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60">
                  <a:moveTo>
                    <a:pt x="1" y="0"/>
                  </a:moveTo>
                  <a:cubicBezTo>
                    <a:pt x="0" y="3"/>
                    <a:pt x="8" y="9"/>
                    <a:pt x="18" y="16"/>
                  </a:cubicBezTo>
                  <a:cubicBezTo>
                    <a:pt x="25" y="22"/>
                    <a:pt x="33" y="30"/>
                    <a:pt x="43" y="34"/>
                  </a:cubicBezTo>
                  <a:cubicBezTo>
                    <a:pt x="48" y="36"/>
                    <a:pt x="52" y="37"/>
                    <a:pt x="56" y="39"/>
                  </a:cubicBezTo>
                  <a:cubicBezTo>
                    <a:pt x="72" y="45"/>
                    <a:pt x="82" y="50"/>
                    <a:pt x="89" y="54"/>
                  </a:cubicBezTo>
                  <a:cubicBezTo>
                    <a:pt x="95" y="59"/>
                    <a:pt x="98" y="59"/>
                    <a:pt x="103" y="6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1" name="Freeform 226">
              <a:extLst>
                <a:ext uri="{FF2B5EF4-FFF2-40B4-BE49-F238E27FC236}">
                  <a16:creationId xmlns:a16="http://schemas.microsoft.com/office/drawing/2014/main" id="{E09C834E-7E63-451B-A50D-68A046475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487"/>
              <a:ext cx="216" cy="116"/>
            </a:xfrm>
            <a:custGeom>
              <a:avLst/>
              <a:gdLst>
                <a:gd name="T0" fmla="*/ 0 w 121"/>
                <a:gd name="T1" fmla="*/ 0 h 61"/>
                <a:gd name="T2" fmla="*/ 245 w 121"/>
                <a:gd name="T3" fmla="*/ 245 h 61"/>
                <a:gd name="T4" fmla="*/ 320 w 121"/>
                <a:gd name="T5" fmla="*/ 281 h 61"/>
                <a:gd name="T6" fmla="*/ 516 w 121"/>
                <a:gd name="T7" fmla="*/ 373 h 61"/>
                <a:gd name="T8" fmla="*/ 602 w 121"/>
                <a:gd name="T9" fmla="*/ 405 h 61"/>
                <a:gd name="T10" fmla="*/ 637 w 121"/>
                <a:gd name="T11" fmla="*/ 413 h 61"/>
                <a:gd name="T12" fmla="*/ 689 w 121"/>
                <a:gd name="T13" fmla="*/ 39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61">
                  <a:moveTo>
                    <a:pt x="0" y="0"/>
                  </a:moveTo>
                  <a:cubicBezTo>
                    <a:pt x="0" y="6"/>
                    <a:pt x="19" y="27"/>
                    <a:pt x="43" y="36"/>
                  </a:cubicBezTo>
                  <a:cubicBezTo>
                    <a:pt x="47" y="38"/>
                    <a:pt x="51" y="40"/>
                    <a:pt x="56" y="41"/>
                  </a:cubicBezTo>
                  <a:cubicBezTo>
                    <a:pt x="73" y="47"/>
                    <a:pt x="84" y="50"/>
                    <a:pt x="91" y="54"/>
                  </a:cubicBezTo>
                  <a:cubicBezTo>
                    <a:pt x="98" y="57"/>
                    <a:pt x="101" y="58"/>
                    <a:pt x="106" y="59"/>
                  </a:cubicBezTo>
                  <a:cubicBezTo>
                    <a:pt x="107" y="59"/>
                    <a:pt x="109" y="61"/>
                    <a:pt x="112" y="60"/>
                  </a:cubicBezTo>
                  <a:cubicBezTo>
                    <a:pt x="116" y="59"/>
                    <a:pt x="118" y="58"/>
                    <a:pt x="121" y="5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2" name="Freeform 227">
              <a:extLst>
                <a:ext uri="{FF2B5EF4-FFF2-40B4-BE49-F238E27FC236}">
                  <a16:creationId xmlns:a16="http://schemas.microsoft.com/office/drawing/2014/main" id="{1E1B573A-F29D-4E76-A67D-D234A4E2B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494"/>
              <a:ext cx="199" cy="116"/>
            </a:xfrm>
            <a:custGeom>
              <a:avLst/>
              <a:gdLst>
                <a:gd name="T0" fmla="*/ 0 w 112"/>
                <a:gd name="T1" fmla="*/ 0 h 61"/>
                <a:gd name="T2" fmla="*/ 64 w 112"/>
                <a:gd name="T3" fmla="*/ 105 h 61"/>
                <a:gd name="T4" fmla="*/ 236 w 112"/>
                <a:gd name="T5" fmla="*/ 261 h 61"/>
                <a:gd name="T6" fmla="*/ 309 w 112"/>
                <a:gd name="T7" fmla="*/ 289 h 61"/>
                <a:gd name="T8" fmla="*/ 515 w 112"/>
                <a:gd name="T9" fmla="*/ 365 h 61"/>
                <a:gd name="T10" fmla="*/ 549 w 112"/>
                <a:gd name="T11" fmla="*/ 380 h 61"/>
                <a:gd name="T12" fmla="*/ 606 w 112"/>
                <a:gd name="T13" fmla="*/ 413 h 61"/>
                <a:gd name="T14" fmla="*/ 629 w 112"/>
                <a:gd name="T15" fmla="*/ 42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61">
                  <a:moveTo>
                    <a:pt x="0" y="0"/>
                  </a:moveTo>
                  <a:cubicBezTo>
                    <a:pt x="0" y="3"/>
                    <a:pt x="5" y="8"/>
                    <a:pt x="11" y="15"/>
                  </a:cubicBezTo>
                  <a:cubicBezTo>
                    <a:pt x="19" y="23"/>
                    <a:pt x="29" y="32"/>
                    <a:pt x="42" y="38"/>
                  </a:cubicBezTo>
                  <a:cubicBezTo>
                    <a:pt x="46" y="39"/>
                    <a:pt x="50" y="41"/>
                    <a:pt x="55" y="42"/>
                  </a:cubicBezTo>
                  <a:cubicBezTo>
                    <a:pt x="73" y="48"/>
                    <a:pt x="84" y="50"/>
                    <a:pt x="92" y="53"/>
                  </a:cubicBezTo>
                  <a:cubicBezTo>
                    <a:pt x="94" y="54"/>
                    <a:pt x="96" y="55"/>
                    <a:pt x="98" y="55"/>
                  </a:cubicBezTo>
                  <a:cubicBezTo>
                    <a:pt x="101" y="56"/>
                    <a:pt x="105" y="58"/>
                    <a:pt x="108" y="60"/>
                  </a:cubicBezTo>
                  <a:cubicBezTo>
                    <a:pt x="110" y="61"/>
                    <a:pt x="111" y="61"/>
                    <a:pt x="112" y="6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3" name="Freeform 228">
              <a:extLst>
                <a:ext uri="{FF2B5EF4-FFF2-40B4-BE49-F238E27FC236}">
                  <a16:creationId xmlns:a16="http://schemas.microsoft.com/office/drawing/2014/main" id="{3526FDB4-0CC6-4062-BB6F-05FB7817C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502"/>
              <a:ext cx="180" cy="95"/>
            </a:xfrm>
            <a:custGeom>
              <a:avLst/>
              <a:gdLst>
                <a:gd name="T0" fmla="*/ 0 w 101"/>
                <a:gd name="T1" fmla="*/ 0 h 50"/>
                <a:gd name="T2" fmla="*/ 64 w 101"/>
                <a:gd name="T3" fmla="*/ 116 h 50"/>
                <a:gd name="T4" fmla="*/ 244 w 101"/>
                <a:gd name="T5" fmla="*/ 268 h 50"/>
                <a:gd name="T6" fmla="*/ 324 w 101"/>
                <a:gd name="T7" fmla="*/ 296 h 50"/>
                <a:gd name="T8" fmla="*/ 572 w 101"/>
                <a:gd name="T9" fmla="*/ 34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50">
                  <a:moveTo>
                    <a:pt x="0" y="0"/>
                  </a:moveTo>
                  <a:cubicBezTo>
                    <a:pt x="0" y="3"/>
                    <a:pt x="5" y="10"/>
                    <a:pt x="11" y="17"/>
                  </a:cubicBezTo>
                  <a:cubicBezTo>
                    <a:pt x="18" y="25"/>
                    <a:pt x="30" y="33"/>
                    <a:pt x="43" y="39"/>
                  </a:cubicBezTo>
                  <a:cubicBezTo>
                    <a:pt x="48" y="41"/>
                    <a:pt x="52" y="42"/>
                    <a:pt x="57" y="43"/>
                  </a:cubicBezTo>
                  <a:cubicBezTo>
                    <a:pt x="75" y="49"/>
                    <a:pt x="92" y="48"/>
                    <a:pt x="101" y="5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4" name="Freeform 229">
              <a:extLst>
                <a:ext uri="{FF2B5EF4-FFF2-40B4-BE49-F238E27FC236}">
                  <a16:creationId xmlns:a16="http://schemas.microsoft.com/office/drawing/2014/main" id="{D1ABAA03-39AF-4BCA-83DC-0D143386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506"/>
              <a:ext cx="216" cy="116"/>
            </a:xfrm>
            <a:custGeom>
              <a:avLst/>
              <a:gdLst>
                <a:gd name="T0" fmla="*/ 0 w 121"/>
                <a:gd name="T1" fmla="*/ 0 h 61"/>
                <a:gd name="T2" fmla="*/ 252 w 121"/>
                <a:gd name="T3" fmla="*/ 289 h 61"/>
                <a:gd name="T4" fmla="*/ 325 w 121"/>
                <a:gd name="T5" fmla="*/ 321 h 61"/>
                <a:gd name="T6" fmla="*/ 557 w 121"/>
                <a:gd name="T7" fmla="*/ 373 h 61"/>
                <a:gd name="T8" fmla="*/ 650 w 121"/>
                <a:gd name="T9" fmla="*/ 397 h 61"/>
                <a:gd name="T10" fmla="*/ 689 w 121"/>
                <a:gd name="T11" fmla="*/ 42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61">
                  <a:moveTo>
                    <a:pt x="0" y="0"/>
                  </a:moveTo>
                  <a:cubicBezTo>
                    <a:pt x="0" y="6"/>
                    <a:pt x="20" y="31"/>
                    <a:pt x="44" y="42"/>
                  </a:cubicBezTo>
                  <a:cubicBezTo>
                    <a:pt x="48" y="44"/>
                    <a:pt x="53" y="45"/>
                    <a:pt x="57" y="47"/>
                  </a:cubicBezTo>
                  <a:cubicBezTo>
                    <a:pt x="77" y="52"/>
                    <a:pt x="89" y="53"/>
                    <a:pt x="98" y="54"/>
                  </a:cubicBezTo>
                  <a:cubicBezTo>
                    <a:pt x="104" y="55"/>
                    <a:pt x="109" y="55"/>
                    <a:pt x="114" y="58"/>
                  </a:cubicBezTo>
                  <a:cubicBezTo>
                    <a:pt x="117" y="59"/>
                    <a:pt x="118" y="61"/>
                    <a:pt x="121" y="6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5" name="Freeform 230">
              <a:extLst>
                <a:ext uri="{FF2B5EF4-FFF2-40B4-BE49-F238E27FC236}">
                  <a16:creationId xmlns:a16="http://schemas.microsoft.com/office/drawing/2014/main" id="{2892B74A-0822-4122-9A6B-1BE141FEC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512"/>
              <a:ext cx="214" cy="110"/>
            </a:xfrm>
            <a:custGeom>
              <a:avLst/>
              <a:gdLst>
                <a:gd name="T0" fmla="*/ 0 w 120"/>
                <a:gd name="T1" fmla="*/ 0 h 58"/>
                <a:gd name="T2" fmla="*/ 341 w 120"/>
                <a:gd name="T3" fmla="*/ 334 h 58"/>
                <a:gd name="T4" fmla="*/ 565 w 120"/>
                <a:gd name="T5" fmla="*/ 374 h 58"/>
                <a:gd name="T6" fmla="*/ 669 w 120"/>
                <a:gd name="T7" fmla="*/ 396 h 58"/>
                <a:gd name="T8" fmla="*/ 681 w 120"/>
                <a:gd name="T9" fmla="*/ 389 h 58"/>
                <a:gd name="T10" fmla="*/ 565 w 120"/>
                <a:gd name="T11" fmla="*/ 366 h 58"/>
                <a:gd name="T12" fmla="*/ 341 w 120"/>
                <a:gd name="T13" fmla="*/ 334 h 58"/>
                <a:gd name="T14" fmla="*/ 0 w 120"/>
                <a:gd name="T15" fmla="*/ 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58">
                  <a:moveTo>
                    <a:pt x="0" y="0"/>
                  </a:moveTo>
                  <a:cubicBezTo>
                    <a:pt x="1" y="8"/>
                    <a:pt x="26" y="41"/>
                    <a:pt x="60" y="49"/>
                  </a:cubicBezTo>
                  <a:cubicBezTo>
                    <a:pt x="79" y="53"/>
                    <a:pt x="90" y="54"/>
                    <a:pt x="100" y="55"/>
                  </a:cubicBezTo>
                  <a:cubicBezTo>
                    <a:pt x="107" y="55"/>
                    <a:pt x="112" y="56"/>
                    <a:pt x="118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5"/>
                    <a:pt x="107" y="55"/>
                    <a:pt x="100" y="54"/>
                  </a:cubicBezTo>
                  <a:cubicBezTo>
                    <a:pt x="90" y="54"/>
                    <a:pt x="79" y="53"/>
                    <a:pt x="60" y="49"/>
                  </a:cubicBezTo>
                  <a:cubicBezTo>
                    <a:pt x="27" y="41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6" name="Freeform 231">
              <a:extLst>
                <a:ext uri="{FF2B5EF4-FFF2-40B4-BE49-F238E27FC236}">
                  <a16:creationId xmlns:a16="http://schemas.microsoft.com/office/drawing/2014/main" id="{1380657E-8A36-419C-9D23-FF5CD58B4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628"/>
              <a:ext cx="77" cy="20"/>
            </a:xfrm>
            <a:custGeom>
              <a:avLst/>
              <a:gdLst>
                <a:gd name="T0" fmla="*/ 0 w 43"/>
                <a:gd name="T1" fmla="*/ 53 h 11"/>
                <a:gd name="T2" fmla="*/ 247 w 4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1">
                  <a:moveTo>
                    <a:pt x="0" y="9"/>
                  </a:moveTo>
                  <a:cubicBezTo>
                    <a:pt x="8" y="11"/>
                    <a:pt x="31" y="9"/>
                    <a:pt x="4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7" name="Freeform 232">
              <a:extLst>
                <a:ext uri="{FF2B5EF4-FFF2-40B4-BE49-F238E27FC236}">
                  <a16:creationId xmlns:a16="http://schemas.microsoft.com/office/drawing/2014/main" id="{33F33CE6-9BD9-4F29-A7B3-5422D97B0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628"/>
              <a:ext cx="32" cy="24"/>
            </a:xfrm>
            <a:custGeom>
              <a:avLst/>
              <a:gdLst>
                <a:gd name="T0" fmla="*/ 0 w 18"/>
                <a:gd name="T1" fmla="*/ 81 h 13"/>
                <a:gd name="T2" fmla="*/ 101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0" y="13"/>
                  </a:moveTo>
                  <a:cubicBezTo>
                    <a:pt x="5" y="13"/>
                    <a:pt x="14" y="7"/>
                    <a:pt x="18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8" name="Freeform 233">
              <a:extLst>
                <a:ext uri="{FF2B5EF4-FFF2-40B4-BE49-F238E27FC236}">
                  <a16:creationId xmlns:a16="http://schemas.microsoft.com/office/drawing/2014/main" id="{D8CBB493-EB83-49B2-BF75-A4D026190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622"/>
              <a:ext cx="9" cy="19"/>
            </a:xfrm>
            <a:custGeom>
              <a:avLst/>
              <a:gdLst>
                <a:gd name="T0" fmla="*/ 0 w 5"/>
                <a:gd name="T1" fmla="*/ 68 h 10"/>
                <a:gd name="T2" fmla="*/ 29 w 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10"/>
                  </a:moveTo>
                  <a:cubicBezTo>
                    <a:pt x="4" y="7"/>
                    <a:pt x="4" y="3"/>
                    <a:pt x="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9" name="Freeform 234">
              <a:extLst>
                <a:ext uri="{FF2B5EF4-FFF2-40B4-BE49-F238E27FC236}">
                  <a16:creationId xmlns:a16="http://schemas.microsoft.com/office/drawing/2014/main" id="{227D4C34-6172-4B0E-A332-832ED0C79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546"/>
              <a:ext cx="185" cy="72"/>
            </a:xfrm>
            <a:custGeom>
              <a:avLst/>
              <a:gdLst>
                <a:gd name="T0" fmla="*/ 0 w 104"/>
                <a:gd name="T1" fmla="*/ 0 h 38"/>
                <a:gd name="T2" fmla="*/ 281 w 104"/>
                <a:gd name="T3" fmla="*/ 205 h 38"/>
                <a:gd name="T4" fmla="*/ 585 w 104"/>
                <a:gd name="T5" fmla="*/ 25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38">
                  <a:moveTo>
                    <a:pt x="0" y="0"/>
                  </a:moveTo>
                  <a:cubicBezTo>
                    <a:pt x="2" y="5"/>
                    <a:pt x="32" y="26"/>
                    <a:pt x="50" y="30"/>
                  </a:cubicBezTo>
                  <a:cubicBezTo>
                    <a:pt x="68" y="35"/>
                    <a:pt x="89" y="38"/>
                    <a:pt x="104" y="3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0" name="Freeform 235">
              <a:extLst>
                <a:ext uri="{FF2B5EF4-FFF2-40B4-BE49-F238E27FC236}">
                  <a16:creationId xmlns:a16="http://schemas.microsoft.com/office/drawing/2014/main" id="{3D34B23B-196C-4600-A719-BFE81712E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605"/>
              <a:ext cx="144" cy="24"/>
            </a:xfrm>
            <a:custGeom>
              <a:avLst/>
              <a:gdLst>
                <a:gd name="T0" fmla="*/ 0 w 81"/>
                <a:gd name="T1" fmla="*/ 0 h 13"/>
                <a:gd name="T2" fmla="*/ 297 w 81"/>
                <a:gd name="T3" fmla="*/ 76 h 13"/>
                <a:gd name="T4" fmla="*/ 455 w 81"/>
                <a:gd name="T5" fmla="*/ 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3">
                  <a:moveTo>
                    <a:pt x="0" y="0"/>
                  </a:moveTo>
                  <a:cubicBezTo>
                    <a:pt x="5" y="6"/>
                    <a:pt x="31" y="13"/>
                    <a:pt x="53" y="12"/>
                  </a:cubicBezTo>
                  <a:cubicBezTo>
                    <a:pt x="76" y="11"/>
                    <a:pt x="81" y="6"/>
                    <a:pt x="81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1" name="Freeform 236">
              <a:extLst>
                <a:ext uri="{FF2B5EF4-FFF2-40B4-BE49-F238E27FC236}">
                  <a16:creationId xmlns:a16="http://schemas.microsoft.com/office/drawing/2014/main" id="{FAA1CD75-C06D-4A3A-BE80-02C28713D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616"/>
              <a:ext cx="116" cy="25"/>
            </a:xfrm>
            <a:custGeom>
              <a:avLst/>
              <a:gdLst>
                <a:gd name="T0" fmla="*/ 0 w 65"/>
                <a:gd name="T1" fmla="*/ 48 h 13"/>
                <a:gd name="T2" fmla="*/ 369 w 6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3">
                  <a:moveTo>
                    <a:pt x="0" y="7"/>
                  </a:moveTo>
                  <a:cubicBezTo>
                    <a:pt x="5" y="9"/>
                    <a:pt x="45" y="13"/>
                    <a:pt x="6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2" name="Freeform 237">
              <a:extLst>
                <a:ext uri="{FF2B5EF4-FFF2-40B4-BE49-F238E27FC236}">
                  <a16:creationId xmlns:a16="http://schemas.microsoft.com/office/drawing/2014/main" id="{58ABEFE1-BA30-4E89-B260-D4598A00F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437"/>
              <a:ext cx="43" cy="23"/>
            </a:xfrm>
            <a:custGeom>
              <a:avLst/>
              <a:gdLst>
                <a:gd name="T0" fmla="*/ 0 w 24"/>
                <a:gd name="T1" fmla="*/ 0 h 12"/>
                <a:gd name="T2" fmla="*/ 138 w 24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0"/>
                  </a:moveTo>
                  <a:cubicBezTo>
                    <a:pt x="3" y="3"/>
                    <a:pt x="16" y="12"/>
                    <a:pt x="24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3" name="Freeform 238">
              <a:extLst>
                <a:ext uri="{FF2B5EF4-FFF2-40B4-BE49-F238E27FC236}">
                  <a16:creationId xmlns:a16="http://schemas.microsoft.com/office/drawing/2014/main" id="{AFCA1583-4591-49D5-83DE-B391B02FD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424"/>
              <a:ext cx="80" cy="55"/>
            </a:xfrm>
            <a:custGeom>
              <a:avLst/>
              <a:gdLst>
                <a:gd name="T0" fmla="*/ 0 w 45"/>
                <a:gd name="T1" fmla="*/ 0 h 29"/>
                <a:gd name="T2" fmla="*/ 252 w 45"/>
                <a:gd name="T3" fmla="*/ 19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9">
                  <a:moveTo>
                    <a:pt x="0" y="0"/>
                  </a:moveTo>
                  <a:cubicBezTo>
                    <a:pt x="2" y="3"/>
                    <a:pt x="20" y="18"/>
                    <a:pt x="45" y="2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4" name="Freeform 239">
              <a:extLst>
                <a:ext uri="{FF2B5EF4-FFF2-40B4-BE49-F238E27FC236}">
                  <a16:creationId xmlns:a16="http://schemas.microsoft.com/office/drawing/2014/main" id="{6E19BE26-8898-4853-B7D9-CF9237966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432"/>
              <a:ext cx="141" cy="85"/>
            </a:xfrm>
            <a:custGeom>
              <a:avLst/>
              <a:gdLst>
                <a:gd name="T0" fmla="*/ 0 w 79"/>
                <a:gd name="T1" fmla="*/ 0 h 45"/>
                <a:gd name="T2" fmla="*/ 203 w 79"/>
                <a:gd name="T3" fmla="*/ 168 h 45"/>
                <a:gd name="T4" fmla="*/ 405 w 79"/>
                <a:gd name="T5" fmla="*/ 281 h 45"/>
                <a:gd name="T6" fmla="*/ 450 w 79"/>
                <a:gd name="T7" fmla="*/ 30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45">
                  <a:moveTo>
                    <a:pt x="0" y="0"/>
                  </a:moveTo>
                  <a:cubicBezTo>
                    <a:pt x="0" y="3"/>
                    <a:pt x="15" y="14"/>
                    <a:pt x="36" y="25"/>
                  </a:cubicBezTo>
                  <a:cubicBezTo>
                    <a:pt x="48" y="31"/>
                    <a:pt x="68" y="41"/>
                    <a:pt x="71" y="42"/>
                  </a:cubicBezTo>
                  <a:cubicBezTo>
                    <a:pt x="74" y="43"/>
                    <a:pt x="76" y="45"/>
                    <a:pt x="79" y="4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5" name="Freeform 240">
              <a:extLst>
                <a:ext uri="{FF2B5EF4-FFF2-40B4-BE49-F238E27FC236}">
                  <a16:creationId xmlns:a16="http://schemas.microsoft.com/office/drawing/2014/main" id="{93677A00-AD34-4978-822A-F6A5B5070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477"/>
              <a:ext cx="109" cy="73"/>
            </a:xfrm>
            <a:custGeom>
              <a:avLst/>
              <a:gdLst>
                <a:gd name="T0" fmla="*/ 0 w 61"/>
                <a:gd name="T1" fmla="*/ 0 h 38"/>
                <a:gd name="T2" fmla="*/ 125 w 61"/>
                <a:gd name="T3" fmla="*/ 169 h 38"/>
                <a:gd name="T4" fmla="*/ 348 w 61"/>
                <a:gd name="T5" fmla="*/ 26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8">
                  <a:moveTo>
                    <a:pt x="0" y="0"/>
                  </a:moveTo>
                  <a:cubicBezTo>
                    <a:pt x="1" y="6"/>
                    <a:pt x="12" y="18"/>
                    <a:pt x="22" y="24"/>
                  </a:cubicBezTo>
                  <a:cubicBezTo>
                    <a:pt x="32" y="31"/>
                    <a:pt x="46" y="34"/>
                    <a:pt x="61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6" name="Freeform 241">
              <a:extLst>
                <a:ext uri="{FF2B5EF4-FFF2-40B4-BE49-F238E27FC236}">
                  <a16:creationId xmlns:a16="http://schemas.microsoft.com/office/drawing/2014/main" id="{11FA525D-6505-4659-8805-D7AFE00A7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468"/>
              <a:ext cx="130" cy="83"/>
            </a:xfrm>
            <a:custGeom>
              <a:avLst/>
              <a:gdLst>
                <a:gd name="T0" fmla="*/ 0 w 73"/>
                <a:gd name="T1" fmla="*/ 0 h 44"/>
                <a:gd name="T2" fmla="*/ 158 w 73"/>
                <a:gd name="T3" fmla="*/ 136 h 44"/>
                <a:gd name="T4" fmla="*/ 413 w 73"/>
                <a:gd name="T5" fmla="*/ 29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4">
                  <a:moveTo>
                    <a:pt x="0" y="0"/>
                  </a:moveTo>
                  <a:cubicBezTo>
                    <a:pt x="4" y="7"/>
                    <a:pt x="16" y="15"/>
                    <a:pt x="28" y="20"/>
                  </a:cubicBezTo>
                  <a:cubicBezTo>
                    <a:pt x="40" y="25"/>
                    <a:pt x="61" y="33"/>
                    <a:pt x="73" y="4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7" name="Freeform 242">
              <a:extLst>
                <a:ext uri="{FF2B5EF4-FFF2-40B4-BE49-F238E27FC236}">
                  <a16:creationId xmlns:a16="http://schemas.microsoft.com/office/drawing/2014/main" id="{F89C8010-CDAE-4B4F-9595-36934EFFF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498"/>
              <a:ext cx="86" cy="27"/>
            </a:xfrm>
            <a:custGeom>
              <a:avLst/>
              <a:gdLst>
                <a:gd name="T0" fmla="*/ 0 w 48"/>
                <a:gd name="T1" fmla="*/ 0 h 14"/>
                <a:gd name="T2" fmla="*/ 131 w 48"/>
                <a:gd name="T3" fmla="*/ 100 h 14"/>
                <a:gd name="T4" fmla="*/ 276 w 48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4">
                  <a:moveTo>
                    <a:pt x="0" y="0"/>
                  </a:moveTo>
                  <a:cubicBezTo>
                    <a:pt x="5" y="3"/>
                    <a:pt x="15" y="14"/>
                    <a:pt x="23" y="14"/>
                  </a:cubicBezTo>
                  <a:cubicBezTo>
                    <a:pt x="28" y="14"/>
                    <a:pt x="41" y="5"/>
                    <a:pt x="48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8" name="Freeform 243">
              <a:extLst>
                <a:ext uri="{FF2B5EF4-FFF2-40B4-BE49-F238E27FC236}">
                  <a16:creationId xmlns:a16="http://schemas.microsoft.com/office/drawing/2014/main" id="{ACC91A02-BEA7-4675-8722-DEE6167E4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591"/>
              <a:ext cx="76" cy="25"/>
            </a:xfrm>
            <a:custGeom>
              <a:avLst/>
              <a:gdLst>
                <a:gd name="T0" fmla="*/ 0 w 43"/>
                <a:gd name="T1" fmla="*/ 0 h 13"/>
                <a:gd name="T2" fmla="*/ 138 w 43"/>
                <a:gd name="T3" fmla="*/ 44 h 13"/>
                <a:gd name="T4" fmla="*/ 237 w 43"/>
                <a:gd name="T5" fmla="*/ 9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3">
                  <a:moveTo>
                    <a:pt x="0" y="0"/>
                  </a:moveTo>
                  <a:cubicBezTo>
                    <a:pt x="7" y="1"/>
                    <a:pt x="13" y="3"/>
                    <a:pt x="25" y="6"/>
                  </a:cubicBezTo>
                  <a:cubicBezTo>
                    <a:pt x="36" y="9"/>
                    <a:pt x="39" y="13"/>
                    <a:pt x="43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9" name="Freeform 244">
              <a:extLst>
                <a:ext uri="{FF2B5EF4-FFF2-40B4-BE49-F238E27FC236}">
                  <a16:creationId xmlns:a16="http://schemas.microsoft.com/office/drawing/2014/main" id="{9C4B554F-84C8-447C-9587-B5D4BB97E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415"/>
              <a:ext cx="59" cy="57"/>
            </a:xfrm>
            <a:custGeom>
              <a:avLst/>
              <a:gdLst>
                <a:gd name="T0" fmla="*/ 0 w 33"/>
                <a:gd name="T1" fmla="*/ 0 h 30"/>
                <a:gd name="T2" fmla="*/ 16 w 33"/>
                <a:gd name="T3" fmla="*/ 15 h 30"/>
                <a:gd name="T4" fmla="*/ 41 w 33"/>
                <a:gd name="T5" fmla="*/ 36 h 30"/>
                <a:gd name="T6" fmla="*/ 57 w 33"/>
                <a:gd name="T7" fmla="*/ 61 h 30"/>
                <a:gd name="T8" fmla="*/ 73 w 33"/>
                <a:gd name="T9" fmla="*/ 84 h 30"/>
                <a:gd name="T10" fmla="*/ 102 w 33"/>
                <a:gd name="T11" fmla="*/ 108 h 30"/>
                <a:gd name="T12" fmla="*/ 125 w 33"/>
                <a:gd name="T13" fmla="*/ 137 h 30"/>
                <a:gd name="T14" fmla="*/ 147 w 33"/>
                <a:gd name="T15" fmla="*/ 160 h 30"/>
                <a:gd name="T16" fmla="*/ 166 w 33"/>
                <a:gd name="T17" fmla="*/ 184 h 30"/>
                <a:gd name="T18" fmla="*/ 188 w 33"/>
                <a:gd name="T19" fmla="*/ 205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0">
                  <a:moveTo>
                    <a:pt x="0" y="0"/>
                  </a:moveTo>
                  <a:cubicBezTo>
                    <a:pt x="1" y="0"/>
                    <a:pt x="3" y="1"/>
                    <a:pt x="3" y="2"/>
                  </a:cubicBezTo>
                  <a:cubicBezTo>
                    <a:pt x="6" y="2"/>
                    <a:pt x="7" y="4"/>
                    <a:pt x="7" y="5"/>
                  </a:cubicBezTo>
                  <a:cubicBezTo>
                    <a:pt x="10" y="6"/>
                    <a:pt x="10" y="8"/>
                    <a:pt x="10" y="9"/>
                  </a:cubicBezTo>
                  <a:cubicBezTo>
                    <a:pt x="13" y="9"/>
                    <a:pt x="14" y="11"/>
                    <a:pt x="13" y="12"/>
                  </a:cubicBezTo>
                  <a:cubicBezTo>
                    <a:pt x="15" y="13"/>
                    <a:pt x="17" y="14"/>
                    <a:pt x="18" y="16"/>
                  </a:cubicBezTo>
                  <a:cubicBezTo>
                    <a:pt x="20" y="16"/>
                    <a:pt x="22" y="19"/>
                    <a:pt x="22" y="20"/>
                  </a:cubicBezTo>
                  <a:cubicBezTo>
                    <a:pt x="23" y="20"/>
                    <a:pt x="25" y="21"/>
                    <a:pt x="26" y="23"/>
                  </a:cubicBezTo>
                  <a:cubicBezTo>
                    <a:pt x="28" y="23"/>
                    <a:pt x="29" y="25"/>
                    <a:pt x="29" y="27"/>
                  </a:cubicBezTo>
                  <a:cubicBezTo>
                    <a:pt x="32" y="28"/>
                    <a:pt x="33" y="29"/>
                    <a:pt x="33" y="3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60" name="Freeform 245">
              <a:extLst>
                <a:ext uri="{FF2B5EF4-FFF2-40B4-BE49-F238E27FC236}">
                  <a16:creationId xmlns:a16="http://schemas.microsoft.com/office/drawing/2014/main" id="{57AE715B-2404-407D-8966-1E6E2A733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472"/>
              <a:ext cx="57" cy="43"/>
            </a:xfrm>
            <a:custGeom>
              <a:avLst/>
              <a:gdLst>
                <a:gd name="T0" fmla="*/ 0 w 32"/>
                <a:gd name="T1" fmla="*/ 0 h 23"/>
                <a:gd name="T2" fmla="*/ 21 w 32"/>
                <a:gd name="T3" fmla="*/ 32 h 23"/>
                <a:gd name="T4" fmla="*/ 37 w 32"/>
                <a:gd name="T5" fmla="*/ 52 h 23"/>
                <a:gd name="T6" fmla="*/ 57 w 32"/>
                <a:gd name="T7" fmla="*/ 77 h 23"/>
                <a:gd name="T8" fmla="*/ 80 w 32"/>
                <a:gd name="T9" fmla="*/ 105 h 23"/>
                <a:gd name="T10" fmla="*/ 109 w 32"/>
                <a:gd name="T11" fmla="*/ 120 h 23"/>
                <a:gd name="T12" fmla="*/ 137 w 32"/>
                <a:gd name="T13" fmla="*/ 136 h 23"/>
                <a:gd name="T14" fmla="*/ 182 w 32"/>
                <a:gd name="T15" fmla="*/ 15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3">
                  <a:moveTo>
                    <a:pt x="0" y="0"/>
                  </a:moveTo>
                  <a:cubicBezTo>
                    <a:pt x="2" y="0"/>
                    <a:pt x="4" y="4"/>
                    <a:pt x="4" y="5"/>
                  </a:cubicBezTo>
                  <a:cubicBezTo>
                    <a:pt x="5" y="4"/>
                    <a:pt x="7" y="7"/>
                    <a:pt x="7" y="8"/>
                  </a:cubicBezTo>
                  <a:cubicBezTo>
                    <a:pt x="9" y="8"/>
                    <a:pt x="10" y="11"/>
                    <a:pt x="10" y="12"/>
                  </a:cubicBezTo>
                  <a:cubicBezTo>
                    <a:pt x="12" y="13"/>
                    <a:pt x="14" y="15"/>
                    <a:pt x="14" y="16"/>
                  </a:cubicBezTo>
                  <a:cubicBezTo>
                    <a:pt x="16" y="16"/>
                    <a:pt x="19" y="17"/>
                    <a:pt x="19" y="18"/>
                  </a:cubicBezTo>
                  <a:cubicBezTo>
                    <a:pt x="22" y="18"/>
                    <a:pt x="24" y="20"/>
                    <a:pt x="24" y="21"/>
                  </a:cubicBezTo>
                  <a:cubicBezTo>
                    <a:pt x="27" y="21"/>
                    <a:pt x="30" y="20"/>
                    <a:pt x="32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61" name="Freeform 246">
              <a:extLst>
                <a:ext uri="{FF2B5EF4-FFF2-40B4-BE49-F238E27FC236}">
                  <a16:creationId xmlns:a16="http://schemas.microsoft.com/office/drawing/2014/main" id="{57E51237-3DB7-4593-8894-C25B83235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1407"/>
              <a:ext cx="492" cy="249"/>
            </a:xfrm>
            <a:custGeom>
              <a:avLst/>
              <a:gdLst>
                <a:gd name="T0" fmla="*/ 998 w 276"/>
                <a:gd name="T1" fmla="*/ 68 h 131"/>
                <a:gd name="T2" fmla="*/ 783 w 276"/>
                <a:gd name="T3" fmla="*/ 137 h 131"/>
                <a:gd name="T4" fmla="*/ 690 w 276"/>
                <a:gd name="T5" fmla="*/ 165 h 131"/>
                <a:gd name="T6" fmla="*/ 447 w 276"/>
                <a:gd name="T7" fmla="*/ 15 h 131"/>
                <a:gd name="T8" fmla="*/ 390 w 276"/>
                <a:gd name="T9" fmla="*/ 29 h 131"/>
                <a:gd name="T10" fmla="*/ 312 w 276"/>
                <a:gd name="T11" fmla="*/ 40 h 131"/>
                <a:gd name="T12" fmla="*/ 255 w 276"/>
                <a:gd name="T13" fmla="*/ 91 h 131"/>
                <a:gd name="T14" fmla="*/ 216 w 276"/>
                <a:gd name="T15" fmla="*/ 137 h 131"/>
                <a:gd name="T16" fmla="*/ 175 w 276"/>
                <a:gd name="T17" fmla="*/ 200 h 131"/>
                <a:gd name="T18" fmla="*/ 114 w 276"/>
                <a:gd name="T19" fmla="*/ 268 h 131"/>
                <a:gd name="T20" fmla="*/ 52 w 276"/>
                <a:gd name="T21" fmla="*/ 344 h 131"/>
                <a:gd name="T22" fmla="*/ 29 w 276"/>
                <a:gd name="T23" fmla="*/ 452 h 131"/>
                <a:gd name="T24" fmla="*/ 64 w 276"/>
                <a:gd name="T25" fmla="*/ 565 h 131"/>
                <a:gd name="T26" fmla="*/ 187 w 276"/>
                <a:gd name="T27" fmla="*/ 715 h 131"/>
                <a:gd name="T28" fmla="*/ 255 w 276"/>
                <a:gd name="T29" fmla="*/ 770 h 131"/>
                <a:gd name="T30" fmla="*/ 283 w 276"/>
                <a:gd name="T31" fmla="*/ 791 h 131"/>
                <a:gd name="T32" fmla="*/ 328 w 276"/>
                <a:gd name="T33" fmla="*/ 817 h 131"/>
                <a:gd name="T34" fmla="*/ 385 w 276"/>
                <a:gd name="T35" fmla="*/ 846 h 131"/>
                <a:gd name="T36" fmla="*/ 455 w 276"/>
                <a:gd name="T37" fmla="*/ 878 h 131"/>
                <a:gd name="T38" fmla="*/ 537 w 276"/>
                <a:gd name="T39" fmla="*/ 899 h 131"/>
                <a:gd name="T40" fmla="*/ 667 w 276"/>
                <a:gd name="T41" fmla="*/ 859 h 131"/>
                <a:gd name="T42" fmla="*/ 743 w 276"/>
                <a:gd name="T43" fmla="*/ 777 h 131"/>
                <a:gd name="T44" fmla="*/ 783 w 276"/>
                <a:gd name="T45" fmla="*/ 791 h 131"/>
                <a:gd name="T46" fmla="*/ 884 w 276"/>
                <a:gd name="T47" fmla="*/ 846 h 131"/>
                <a:gd name="T48" fmla="*/ 986 w 276"/>
                <a:gd name="T49" fmla="*/ 891 h 131"/>
                <a:gd name="T50" fmla="*/ 1080 w 276"/>
                <a:gd name="T51" fmla="*/ 886 h 131"/>
                <a:gd name="T52" fmla="*/ 1144 w 276"/>
                <a:gd name="T53" fmla="*/ 859 h 131"/>
                <a:gd name="T54" fmla="*/ 1230 w 276"/>
                <a:gd name="T55" fmla="*/ 817 h 131"/>
                <a:gd name="T56" fmla="*/ 1251 w 276"/>
                <a:gd name="T57" fmla="*/ 802 h 131"/>
                <a:gd name="T58" fmla="*/ 1296 w 276"/>
                <a:gd name="T59" fmla="*/ 777 h 131"/>
                <a:gd name="T60" fmla="*/ 1348 w 276"/>
                <a:gd name="T61" fmla="*/ 747 h 131"/>
                <a:gd name="T62" fmla="*/ 1382 w 276"/>
                <a:gd name="T63" fmla="*/ 715 h 131"/>
                <a:gd name="T64" fmla="*/ 1506 w 276"/>
                <a:gd name="T65" fmla="*/ 565 h 131"/>
                <a:gd name="T66" fmla="*/ 1542 w 276"/>
                <a:gd name="T67" fmla="*/ 452 h 131"/>
                <a:gd name="T68" fmla="*/ 1513 w 276"/>
                <a:gd name="T69" fmla="*/ 344 h 131"/>
                <a:gd name="T70" fmla="*/ 1449 w 276"/>
                <a:gd name="T71" fmla="*/ 268 h 131"/>
                <a:gd name="T72" fmla="*/ 1396 w 276"/>
                <a:gd name="T73" fmla="*/ 200 h 131"/>
                <a:gd name="T74" fmla="*/ 1369 w 276"/>
                <a:gd name="T75" fmla="*/ 165 h 131"/>
                <a:gd name="T76" fmla="*/ 1332 w 276"/>
                <a:gd name="T77" fmla="*/ 116 h 131"/>
                <a:gd name="T78" fmla="*/ 1287 w 276"/>
                <a:gd name="T79" fmla="*/ 68 h 131"/>
                <a:gd name="T80" fmla="*/ 1218 w 276"/>
                <a:gd name="T81" fmla="*/ 29 h 131"/>
                <a:gd name="T82" fmla="*/ 1157 w 276"/>
                <a:gd name="T83" fmla="*/ 15 h 131"/>
                <a:gd name="T84" fmla="*/ 1087 w 276"/>
                <a:gd name="T85" fmla="*/ 21 h 13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76" h="131">
                  <a:moveTo>
                    <a:pt x="192" y="3"/>
                  </a:moveTo>
                  <a:cubicBezTo>
                    <a:pt x="186" y="4"/>
                    <a:pt x="180" y="7"/>
                    <a:pt x="176" y="10"/>
                  </a:cubicBezTo>
                  <a:cubicBezTo>
                    <a:pt x="169" y="16"/>
                    <a:pt x="164" y="23"/>
                    <a:pt x="158" y="24"/>
                  </a:cubicBezTo>
                  <a:cubicBezTo>
                    <a:pt x="151" y="25"/>
                    <a:pt x="153" y="20"/>
                    <a:pt x="138" y="20"/>
                  </a:cubicBezTo>
                  <a:cubicBezTo>
                    <a:pt x="138" y="20"/>
                    <a:pt x="138" y="20"/>
                    <a:pt x="138" y="20"/>
                  </a:cubicBezTo>
                  <a:cubicBezTo>
                    <a:pt x="124" y="20"/>
                    <a:pt x="129" y="25"/>
                    <a:pt x="122" y="24"/>
                  </a:cubicBezTo>
                  <a:cubicBezTo>
                    <a:pt x="113" y="22"/>
                    <a:pt x="99" y="7"/>
                    <a:pt x="85" y="3"/>
                  </a:cubicBezTo>
                  <a:cubicBezTo>
                    <a:pt x="83" y="2"/>
                    <a:pt x="80" y="1"/>
                    <a:pt x="79" y="2"/>
                  </a:cubicBezTo>
                  <a:cubicBezTo>
                    <a:pt x="78" y="1"/>
                    <a:pt x="75" y="0"/>
                    <a:pt x="73" y="2"/>
                  </a:cubicBezTo>
                  <a:cubicBezTo>
                    <a:pt x="72" y="1"/>
                    <a:pt x="70" y="2"/>
                    <a:pt x="69" y="4"/>
                  </a:cubicBezTo>
                  <a:cubicBezTo>
                    <a:pt x="68" y="3"/>
                    <a:pt x="64" y="3"/>
                    <a:pt x="62" y="4"/>
                  </a:cubicBezTo>
                  <a:cubicBezTo>
                    <a:pt x="61" y="4"/>
                    <a:pt x="57" y="4"/>
                    <a:pt x="55" y="6"/>
                  </a:cubicBezTo>
                  <a:cubicBezTo>
                    <a:pt x="54" y="6"/>
                    <a:pt x="51" y="7"/>
                    <a:pt x="50" y="10"/>
                  </a:cubicBezTo>
                  <a:cubicBezTo>
                    <a:pt x="49" y="9"/>
                    <a:pt x="45" y="11"/>
                    <a:pt x="45" y="13"/>
                  </a:cubicBezTo>
                  <a:cubicBezTo>
                    <a:pt x="44" y="13"/>
                    <a:pt x="41" y="15"/>
                    <a:pt x="41" y="17"/>
                  </a:cubicBezTo>
                  <a:cubicBezTo>
                    <a:pt x="40" y="17"/>
                    <a:pt x="39" y="18"/>
                    <a:pt x="38" y="20"/>
                  </a:cubicBezTo>
                  <a:cubicBezTo>
                    <a:pt x="37" y="20"/>
                    <a:pt x="34" y="22"/>
                    <a:pt x="35" y="24"/>
                  </a:cubicBezTo>
                  <a:cubicBezTo>
                    <a:pt x="35" y="24"/>
                    <a:pt x="31" y="25"/>
                    <a:pt x="31" y="29"/>
                  </a:cubicBezTo>
                  <a:cubicBezTo>
                    <a:pt x="30" y="29"/>
                    <a:pt x="26" y="31"/>
                    <a:pt x="26" y="33"/>
                  </a:cubicBezTo>
                  <a:cubicBezTo>
                    <a:pt x="22" y="34"/>
                    <a:pt x="20" y="37"/>
                    <a:pt x="20" y="39"/>
                  </a:cubicBezTo>
                  <a:cubicBezTo>
                    <a:pt x="17" y="41"/>
                    <a:pt x="14" y="42"/>
                    <a:pt x="15" y="44"/>
                  </a:cubicBezTo>
                  <a:cubicBezTo>
                    <a:pt x="12" y="45"/>
                    <a:pt x="9" y="49"/>
                    <a:pt x="9" y="50"/>
                  </a:cubicBezTo>
                  <a:cubicBezTo>
                    <a:pt x="6" y="52"/>
                    <a:pt x="3" y="53"/>
                    <a:pt x="4" y="57"/>
                  </a:cubicBezTo>
                  <a:cubicBezTo>
                    <a:pt x="0" y="59"/>
                    <a:pt x="3" y="64"/>
                    <a:pt x="5" y="66"/>
                  </a:cubicBezTo>
                  <a:cubicBezTo>
                    <a:pt x="3" y="68"/>
                    <a:pt x="5" y="72"/>
                    <a:pt x="7" y="73"/>
                  </a:cubicBezTo>
                  <a:cubicBezTo>
                    <a:pt x="5" y="76"/>
                    <a:pt x="9" y="81"/>
                    <a:pt x="11" y="82"/>
                  </a:cubicBezTo>
                  <a:cubicBezTo>
                    <a:pt x="10" y="85"/>
                    <a:pt x="18" y="94"/>
                    <a:pt x="20" y="94"/>
                  </a:cubicBezTo>
                  <a:cubicBezTo>
                    <a:pt x="20" y="97"/>
                    <a:pt x="31" y="104"/>
                    <a:pt x="33" y="104"/>
                  </a:cubicBezTo>
                  <a:cubicBezTo>
                    <a:pt x="34" y="107"/>
                    <a:pt x="37" y="108"/>
                    <a:pt x="39" y="109"/>
                  </a:cubicBezTo>
                  <a:cubicBezTo>
                    <a:pt x="41" y="110"/>
                    <a:pt x="43" y="111"/>
                    <a:pt x="45" y="112"/>
                  </a:cubicBezTo>
                  <a:cubicBezTo>
                    <a:pt x="46" y="112"/>
                    <a:pt x="47" y="113"/>
                    <a:pt x="48" y="113"/>
                  </a:cubicBezTo>
                  <a:cubicBezTo>
                    <a:pt x="49" y="114"/>
                    <a:pt x="49" y="115"/>
                    <a:pt x="50" y="115"/>
                  </a:cubicBezTo>
                  <a:cubicBezTo>
                    <a:pt x="52" y="116"/>
                    <a:pt x="54" y="117"/>
                    <a:pt x="55" y="117"/>
                  </a:cubicBezTo>
                  <a:cubicBezTo>
                    <a:pt x="56" y="118"/>
                    <a:pt x="57" y="118"/>
                    <a:pt x="58" y="119"/>
                  </a:cubicBezTo>
                  <a:cubicBezTo>
                    <a:pt x="58" y="119"/>
                    <a:pt x="59" y="119"/>
                    <a:pt x="60" y="119"/>
                  </a:cubicBezTo>
                  <a:cubicBezTo>
                    <a:pt x="63" y="121"/>
                    <a:pt x="66" y="122"/>
                    <a:pt x="68" y="123"/>
                  </a:cubicBezTo>
                  <a:cubicBezTo>
                    <a:pt x="70" y="124"/>
                    <a:pt x="73" y="125"/>
                    <a:pt x="74" y="125"/>
                  </a:cubicBezTo>
                  <a:cubicBezTo>
                    <a:pt x="77" y="126"/>
                    <a:pt x="78" y="127"/>
                    <a:pt x="80" y="128"/>
                  </a:cubicBezTo>
                  <a:cubicBezTo>
                    <a:pt x="82" y="128"/>
                    <a:pt x="84" y="128"/>
                    <a:pt x="86" y="129"/>
                  </a:cubicBezTo>
                  <a:cubicBezTo>
                    <a:pt x="89" y="129"/>
                    <a:pt x="92" y="130"/>
                    <a:pt x="95" y="131"/>
                  </a:cubicBezTo>
                  <a:cubicBezTo>
                    <a:pt x="98" y="131"/>
                    <a:pt x="100" y="130"/>
                    <a:pt x="103" y="130"/>
                  </a:cubicBezTo>
                  <a:cubicBezTo>
                    <a:pt x="108" y="129"/>
                    <a:pt x="113" y="128"/>
                    <a:pt x="118" y="125"/>
                  </a:cubicBezTo>
                  <a:cubicBezTo>
                    <a:pt x="119" y="124"/>
                    <a:pt x="120" y="123"/>
                    <a:pt x="120" y="123"/>
                  </a:cubicBezTo>
                  <a:cubicBezTo>
                    <a:pt x="129" y="117"/>
                    <a:pt x="126" y="112"/>
                    <a:pt x="131" y="113"/>
                  </a:cubicBezTo>
                  <a:cubicBezTo>
                    <a:pt x="134" y="113"/>
                    <a:pt x="133" y="115"/>
                    <a:pt x="138" y="115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43" y="115"/>
                    <a:pt x="143" y="113"/>
                    <a:pt x="146" y="113"/>
                  </a:cubicBezTo>
                  <a:cubicBezTo>
                    <a:pt x="150" y="112"/>
                    <a:pt x="148" y="117"/>
                    <a:pt x="156" y="123"/>
                  </a:cubicBezTo>
                  <a:cubicBezTo>
                    <a:pt x="157" y="123"/>
                    <a:pt x="158" y="124"/>
                    <a:pt x="159" y="125"/>
                  </a:cubicBezTo>
                  <a:cubicBezTo>
                    <a:pt x="164" y="128"/>
                    <a:pt x="168" y="129"/>
                    <a:pt x="174" y="130"/>
                  </a:cubicBezTo>
                  <a:cubicBezTo>
                    <a:pt x="176" y="130"/>
                    <a:pt x="179" y="131"/>
                    <a:pt x="182" y="131"/>
                  </a:cubicBezTo>
                  <a:cubicBezTo>
                    <a:pt x="185" y="130"/>
                    <a:pt x="188" y="129"/>
                    <a:pt x="191" y="129"/>
                  </a:cubicBezTo>
                  <a:cubicBezTo>
                    <a:pt x="193" y="128"/>
                    <a:pt x="195" y="128"/>
                    <a:pt x="196" y="128"/>
                  </a:cubicBezTo>
                  <a:cubicBezTo>
                    <a:pt x="198" y="127"/>
                    <a:pt x="200" y="126"/>
                    <a:pt x="202" y="125"/>
                  </a:cubicBezTo>
                  <a:cubicBezTo>
                    <a:pt x="204" y="125"/>
                    <a:pt x="206" y="124"/>
                    <a:pt x="208" y="123"/>
                  </a:cubicBezTo>
                  <a:cubicBezTo>
                    <a:pt x="211" y="122"/>
                    <a:pt x="214" y="121"/>
                    <a:pt x="217" y="119"/>
                  </a:cubicBezTo>
                  <a:cubicBezTo>
                    <a:pt x="217" y="119"/>
                    <a:pt x="218" y="119"/>
                    <a:pt x="219" y="119"/>
                  </a:cubicBezTo>
                  <a:cubicBezTo>
                    <a:pt x="220" y="118"/>
                    <a:pt x="221" y="118"/>
                    <a:pt x="221" y="117"/>
                  </a:cubicBezTo>
                  <a:cubicBezTo>
                    <a:pt x="223" y="117"/>
                    <a:pt x="224" y="116"/>
                    <a:pt x="226" y="115"/>
                  </a:cubicBezTo>
                  <a:cubicBezTo>
                    <a:pt x="227" y="115"/>
                    <a:pt x="228" y="114"/>
                    <a:pt x="229" y="113"/>
                  </a:cubicBezTo>
                  <a:cubicBezTo>
                    <a:pt x="230" y="113"/>
                    <a:pt x="230" y="112"/>
                    <a:pt x="231" y="112"/>
                  </a:cubicBezTo>
                  <a:cubicBezTo>
                    <a:pt x="233" y="111"/>
                    <a:pt x="236" y="110"/>
                    <a:pt x="238" y="109"/>
                  </a:cubicBezTo>
                  <a:cubicBezTo>
                    <a:pt x="237" y="109"/>
                    <a:pt x="237" y="109"/>
                    <a:pt x="237" y="109"/>
                  </a:cubicBezTo>
                  <a:cubicBezTo>
                    <a:pt x="240" y="108"/>
                    <a:pt x="243" y="107"/>
                    <a:pt x="244" y="104"/>
                  </a:cubicBezTo>
                  <a:cubicBezTo>
                    <a:pt x="246" y="104"/>
                    <a:pt x="256" y="97"/>
                    <a:pt x="256" y="94"/>
                  </a:cubicBezTo>
                  <a:cubicBezTo>
                    <a:pt x="258" y="94"/>
                    <a:pt x="267" y="85"/>
                    <a:pt x="266" y="82"/>
                  </a:cubicBezTo>
                  <a:cubicBezTo>
                    <a:pt x="268" y="81"/>
                    <a:pt x="272" y="76"/>
                    <a:pt x="270" y="73"/>
                  </a:cubicBezTo>
                  <a:cubicBezTo>
                    <a:pt x="271" y="72"/>
                    <a:pt x="274" y="68"/>
                    <a:pt x="272" y="66"/>
                  </a:cubicBezTo>
                  <a:cubicBezTo>
                    <a:pt x="273" y="64"/>
                    <a:pt x="276" y="58"/>
                    <a:pt x="273" y="57"/>
                  </a:cubicBezTo>
                  <a:cubicBezTo>
                    <a:pt x="273" y="53"/>
                    <a:pt x="270" y="52"/>
                    <a:pt x="267" y="50"/>
                  </a:cubicBezTo>
                  <a:cubicBezTo>
                    <a:pt x="267" y="49"/>
                    <a:pt x="265" y="45"/>
                    <a:pt x="262" y="44"/>
                  </a:cubicBezTo>
                  <a:cubicBezTo>
                    <a:pt x="262" y="42"/>
                    <a:pt x="260" y="40"/>
                    <a:pt x="256" y="39"/>
                  </a:cubicBezTo>
                  <a:cubicBezTo>
                    <a:pt x="256" y="37"/>
                    <a:pt x="255" y="34"/>
                    <a:pt x="251" y="33"/>
                  </a:cubicBezTo>
                  <a:cubicBezTo>
                    <a:pt x="251" y="31"/>
                    <a:pt x="246" y="29"/>
                    <a:pt x="246" y="29"/>
                  </a:cubicBezTo>
                  <a:cubicBezTo>
                    <a:pt x="246" y="29"/>
                    <a:pt x="246" y="29"/>
                    <a:pt x="246" y="29"/>
                  </a:cubicBezTo>
                  <a:cubicBezTo>
                    <a:pt x="246" y="25"/>
                    <a:pt x="242" y="24"/>
                    <a:pt x="242" y="24"/>
                  </a:cubicBezTo>
                  <a:cubicBezTo>
                    <a:pt x="242" y="22"/>
                    <a:pt x="240" y="20"/>
                    <a:pt x="239" y="20"/>
                  </a:cubicBezTo>
                  <a:cubicBezTo>
                    <a:pt x="238" y="18"/>
                    <a:pt x="237" y="17"/>
                    <a:pt x="235" y="17"/>
                  </a:cubicBezTo>
                  <a:cubicBezTo>
                    <a:pt x="235" y="15"/>
                    <a:pt x="232" y="13"/>
                    <a:pt x="231" y="13"/>
                  </a:cubicBezTo>
                  <a:cubicBezTo>
                    <a:pt x="232" y="11"/>
                    <a:pt x="228" y="9"/>
                    <a:pt x="227" y="10"/>
                  </a:cubicBezTo>
                  <a:cubicBezTo>
                    <a:pt x="226" y="7"/>
                    <a:pt x="222" y="6"/>
                    <a:pt x="221" y="6"/>
                  </a:cubicBezTo>
                  <a:cubicBezTo>
                    <a:pt x="220" y="4"/>
                    <a:pt x="216" y="4"/>
                    <a:pt x="215" y="4"/>
                  </a:cubicBezTo>
                  <a:cubicBezTo>
                    <a:pt x="212" y="3"/>
                    <a:pt x="209" y="3"/>
                    <a:pt x="208" y="4"/>
                  </a:cubicBezTo>
                  <a:cubicBezTo>
                    <a:pt x="206" y="2"/>
                    <a:pt x="205" y="1"/>
                    <a:pt x="204" y="2"/>
                  </a:cubicBezTo>
                  <a:cubicBezTo>
                    <a:pt x="201" y="0"/>
                    <a:pt x="198" y="1"/>
                    <a:pt x="197" y="2"/>
                  </a:cubicBezTo>
                  <a:cubicBezTo>
                    <a:pt x="196" y="1"/>
                    <a:pt x="194" y="2"/>
                    <a:pt x="192" y="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62" name="Freeform 247">
              <a:extLst>
                <a:ext uri="{FF2B5EF4-FFF2-40B4-BE49-F238E27FC236}">
                  <a16:creationId xmlns:a16="http://schemas.microsoft.com/office/drawing/2014/main" id="{8B5E6BCA-22B9-461E-8CEB-03EDE8D33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451"/>
              <a:ext cx="15" cy="7"/>
            </a:xfrm>
            <a:custGeom>
              <a:avLst/>
              <a:gdLst>
                <a:gd name="T0" fmla="*/ 53 w 8"/>
                <a:gd name="T1" fmla="*/ 7 h 4"/>
                <a:gd name="T2" fmla="*/ 0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1"/>
                  </a:moveTo>
                  <a:cubicBezTo>
                    <a:pt x="5" y="0"/>
                    <a:pt x="2" y="1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63" name="Freeform 248">
              <a:extLst>
                <a:ext uri="{FF2B5EF4-FFF2-40B4-BE49-F238E27FC236}">
                  <a16:creationId xmlns:a16="http://schemas.microsoft.com/office/drawing/2014/main" id="{8AAC5A1E-7F05-4827-9643-2EFCAAD6E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445"/>
              <a:ext cx="16" cy="8"/>
            </a:xfrm>
            <a:custGeom>
              <a:avLst/>
              <a:gdLst>
                <a:gd name="T0" fmla="*/ 50 w 9"/>
                <a:gd name="T1" fmla="*/ 0 h 4"/>
                <a:gd name="T2" fmla="*/ 16 w 9"/>
                <a:gd name="T3" fmla="*/ 8 h 4"/>
                <a:gd name="T4" fmla="*/ 0 w 9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2" y="2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64" name="Freeform 249">
              <a:extLst>
                <a:ext uri="{FF2B5EF4-FFF2-40B4-BE49-F238E27FC236}">
                  <a16:creationId xmlns:a16="http://schemas.microsoft.com/office/drawing/2014/main" id="{41E53F8A-2075-44D9-BD41-E763330F0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437"/>
              <a:ext cx="12" cy="10"/>
            </a:xfrm>
            <a:custGeom>
              <a:avLst/>
              <a:gdLst>
                <a:gd name="T0" fmla="*/ 36 w 7"/>
                <a:gd name="T1" fmla="*/ 8 h 5"/>
                <a:gd name="T2" fmla="*/ 0 w 7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5" y="0"/>
                    <a:pt x="2" y="3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65" name="Freeform 250">
              <a:extLst>
                <a:ext uri="{FF2B5EF4-FFF2-40B4-BE49-F238E27FC236}">
                  <a16:creationId xmlns:a16="http://schemas.microsoft.com/office/drawing/2014/main" id="{0FD63168-3E07-4334-9BB8-5C8157BB8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432"/>
              <a:ext cx="14" cy="7"/>
            </a:xfrm>
            <a:custGeom>
              <a:avLst/>
              <a:gdLst>
                <a:gd name="T0" fmla="*/ 44 w 8"/>
                <a:gd name="T1" fmla="*/ 0 h 4"/>
                <a:gd name="T2" fmla="*/ 0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1" y="1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66" name="Freeform 251">
              <a:extLst>
                <a:ext uri="{FF2B5EF4-FFF2-40B4-BE49-F238E27FC236}">
                  <a16:creationId xmlns:a16="http://schemas.microsoft.com/office/drawing/2014/main" id="{C74DC8E9-7678-4618-989F-643A50C78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424"/>
              <a:ext cx="13" cy="8"/>
            </a:xfrm>
            <a:custGeom>
              <a:avLst/>
              <a:gdLst>
                <a:gd name="T0" fmla="*/ 45 w 7"/>
                <a:gd name="T1" fmla="*/ 0 h 4"/>
                <a:gd name="T2" fmla="*/ 0 w 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4" y="1"/>
                    <a:pt x="2" y="2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67" name="Freeform 252">
              <a:extLst>
                <a:ext uri="{FF2B5EF4-FFF2-40B4-BE49-F238E27FC236}">
                  <a16:creationId xmlns:a16="http://schemas.microsoft.com/office/drawing/2014/main" id="{F81643F9-541C-4B8D-B2F1-E44ADEAEC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418"/>
              <a:ext cx="7" cy="8"/>
            </a:xfrm>
            <a:custGeom>
              <a:avLst/>
              <a:gdLst>
                <a:gd name="T0" fmla="*/ 21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68" name="Freeform 253">
              <a:extLst>
                <a:ext uri="{FF2B5EF4-FFF2-40B4-BE49-F238E27FC236}">
                  <a16:creationId xmlns:a16="http://schemas.microsoft.com/office/drawing/2014/main" id="{472875CE-669A-45EA-BEBA-1E624E65F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460"/>
              <a:ext cx="16" cy="2"/>
            </a:xfrm>
            <a:custGeom>
              <a:avLst/>
              <a:gdLst>
                <a:gd name="T0" fmla="*/ 50 w 9"/>
                <a:gd name="T1" fmla="*/ 8 h 1"/>
                <a:gd name="T2" fmla="*/ 0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1"/>
                  </a:moveTo>
                  <a:cubicBezTo>
                    <a:pt x="6" y="0"/>
                    <a:pt x="2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69" name="Freeform 254">
              <a:extLst>
                <a:ext uri="{FF2B5EF4-FFF2-40B4-BE49-F238E27FC236}">
                  <a16:creationId xmlns:a16="http://schemas.microsoft.com/office/drawing/2014/main" id="{302B7706-DCC1-4595-8E0A-42CAF5BA4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468"/>
              <a:ext cx="18" cy="2"/>
            </a:xfrm>
            <a:custGeom>
              <a:avLst/>
              <a:gdLst>
                <a:gd name="T0" fmla="*/ 58 w 10"/>
                <a:gd name="T1" fmla="*/ 8 h 1"/>
                <a:gd name="T2" fmla="*/ 0 w 10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7" y="0"/>
                    <a:pt x="3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70" name="Freeform 255">
              <a:extLst>
                <a:ext uri="{FF2B5EF4-FFF2-40B4-BE49-F238E27FC236}">
                  <a16:creationId xmlns:a16="http://schemas.microsoft.com/office/drawing/2014/main" id="{AF86511C-06C7-475B-955D-3D56422E8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477"/>
              <a:ext cx="21" cy="4"/>
            </a:xfrm>
            <a:custGeom>
              <a:avLst/>
              <a:gdLst>
                <a:gd name="T0" fmla="*/ 65 w 12"/>
                <a:gd name="T1" fmla="*/ 16 h 2"/>
                <a:gd name="T2" fmla="*/ 0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9" y="0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71" name="Freeform 256">
              <a:extLst>
                <a:ext uri="{FF2B5EF4-FFF2-40B4-BE49-F238E27FC236}">
                  <a16:creationId xmlns:a16="http://schemas.microsoft.com/office/drawing/2014/main" id="{72A20AAA-EAF2-4CF7-8AD9-DE9F6B6CC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485"/>
              <a:ext cx="25" cy="6"/>
            </a:xfrm>
            <a:custGeom>
              <a:avLst/>
              <a:gdLst>
                <a:gd name="T0" fmla="*/ 80 w 14"/>
                <a:gd name="T1" fmla="*/ 24 h 3"/>
                <a:gd name="T2" fmla="*/ 0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14" y="3"/>
                  </a:moveTo>
                  <a:cubicBezTo>
                    <a:pt x="1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72" name="Freeform 257">
              <a:extLst>
                <a:ext uri="{FF2B5EF4-FFF2-40B4-BE49-F238E27FC236}">
                  <a16:creationId xmlns:a16="http://schemas.microsoft.com/office/drawing/2014/main" id="{04FA8EFF-FEA6-48CE-9BCD-9D3933EBD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493"/>
              <a:ext cx="27" cy="9"/>
            </a:xfrm>
            <a:custGeom>
              <a:avLst/>
              <a:gdLst>
                <a:gd name="T0" fmla="*/ 88 w 15"/>
                <a:gd name="T1" fmla="*/ 29 h 5"/>
                <a:gd name="T2" fmla="*/ 0 w 15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15" y="5"/>
                  </a:moveTo>
                  <a:cubicBezTo>
                    <a:pt x="14" y="4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73" name="Freeform 258">
              <a:extLst>
                <a:ext uri="{FF2B5EF4-FFF2-40B4-BE49-F238E27FC236}">
                  <a16:creationId xmlns:a16="http://schemas.microsoft.com/office/drawing/2014/main" id="{57B83D60-2A7C-447E-A853-BDE98F67E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415"/>
              <a:ext cx="4" cy="3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74" name="Freeform 259">
              <a:extLst>
                <a:ext uri="{FF2B5EF4-FFF2-40B4-BE49-F238E27FC236}">
                  <a16:creationId xmlns:a16="http://schemas.microsoft.com/office/drawing/2014/main" id="{0AE6368C-21A8-4C62-AD56-C6C14E583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11"/>
              <a:ext cx="105" cy="47"/>
            </a:xfrm>
            <a:custGeom>
              <a:avLst/>
              <a:gdLst>
                <a:gd name="T0" fmla="*/ 333 w 59"/>
                <a:gd name="T1" fmla="*/ 0 h 25"/>
                <a:gd name="T2" fmla="*/ 215 w 59"/>
                <a:gd name="T3" fmla="*/ 105 h 25"/>
                <a:gd name="T4" fmla="*/ 78 w 59"/>
                <a:gd name="T5" fmla="*/ 165 h 25"/>
                <a:gd name="T6" fmla="*/ 0 w 59"/>
                <a:gd name="T7" fmla="*/ 14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5">
                  <a:moveTo>
                    <a:pt x="59" y="0"/>
                  </a:moveTo>
                  <a:cubicBezTo>
                    <a:pt x="53" y="3"/>
                    <a:pt x="45" y="7"/>
                    <a:pt x="38" y="16"/>
                  </a:cubicBezTo>
                  <a:cubicBezTo>
                    <a:pt x="33" y="22"/>
                    <a:pt x="22" y="25"/>
                    <a:pt x="14" y="25"/>
                  </a:cubicBezTo>
                  <a:cubicBezTo>
                    <a:pt x="9" y="25"/>
                    <a:pt x="4" y="21"/>
                    <a:pt x="0" y="2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75" name="Freeform 260">
              <a:extLst>
                <a:ext uri="{FF2B5EF4-FFF2-40B4-BE49-F238E27FC236}">
                  <a16:creationId xmlns:a16="http://schemas.microsoft.com/office/drawing/2014/main" id="{EDC92143-CD87-43D6-9905-48ACB4A79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11"/>
              <a:ext cx="118" cy="64"/>
            </a:xfrm>
            <a:custGeom>
              <a:avLst/>
              <a:gdLst>
                <a:gd name="T0" fmla="*/ 0 w 66"/>
                <a:gd name="T1" fmla="*/ 188 h 34"/>
                <a:gd name="T2" fmla="*/ 52 w 66"/>
                <a:gd name="T3" fmla="*/ 198 h 34"/>
                <a:gd name="T4" fmla="*/ 204 w 66"/>
                <a:gd name="T5" fmla="*/ 141 h 34"/>
                <a:gd name="T6" fmla="*/ 211 w 66"/>
                <a:gd name="T7" fmla="*/ 136 h 34"/>
                <a:gd name="T8" fmla="*/ 361 w 66"/>
                <a:gd name="T9" fmla="*/ 15 h 34"/>
                <a:gd name="T10" fmla="*/ 377 w 66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34">
                  <a:moveTo>
                    <a:pt x="0" y="28"/>
                  </a:moveTo>
                  <a:cubicBezTo>
                    <a:pt x="5" y="28"/>
                    <a:pt x="7" y="30"/>
                    <a:pt x="9" y="30"/>
                  </a:cubicBezTo>
                  <a:cubicBezTo>
                    <a:pt x="22" y="34"/>
                    <a:pt x="28" y="28"/>
                    <a:pt x="36" y="21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46" y="11"/>
                    <a:pt x="57" y="5"/>
                    <a:pt x="63" y="2"/>
                  </a:cubicBezTo>
                  <a:cubicBezTo>
                    <a:pt x="65" y="1"/>
                    <a:pt x="66" y="0"/>
                    <a:pt x="66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76" name="Freeform 261">
              <a:extLst>
                <a:ext uri="{FF2B5EF4-FFF2-40B4-BE49-F238E27FC236}">
                  <a16:creationId xmlns:a16="http://schemas.microsoft.com/office/drawing/2014/main" id="{A15090F9-9C0C-4FEF-8E04-8541011D3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15"/>
              <a:ext cx="123" cy="66"/>
            </a:xfrm>
            <a:custGeom>
              <a:avLst/>
              <a:gdLst>
                <a:gd name="T0" fmla="*/ 0 w 69"/>
                <a:gd name="T1" fmla="*/ 221 h 35"/>
                <a:gd name="T2" fmla="*/ 80 w 69"/>
                <a:gd name="T3" fmla="*/ 228 h 35"/>
                <a:gd name="T4" fmla="*/ 216 w 69"/>
                <a:gd name="T5" fmla="*/ 145 h 35"/>
                <a:gd name="T6" fmla="*/ 223 w 69"/>
                <a:gd name="T7" fmla="*/ 145 h 35"/>
                <a:gd name="T8" fmla="*/ 374 w 69"/>
                <a:gd name="T9" fmla="*/ 15 h 35"/>
                <a:gd name="T10" fmla="*/ 390 w 69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5">
                  <a:moveTo>
                    <a:pt x="0" y="33"/>
                  </a:moveTo>
                  <a:cubicBezTo>
                    <a:pt x="5" y="33"/>
                    <a:pt x="7" y="35"/>
                    <a:pt x="14" y="34"/>
                  </a:cubicBezTo>
                  <a:cubicBezTo>
                    <a:pt x="21" y="33"/>
                    <a:pt x="29" y="30"/>
                    <a:pt x="38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50" y="13"/>
                    <a:pt x="61" y="5"/>
                    <a:pt x="66" y="2"/>
                  </a:cubicBezTo>
                  <a:cubicBezTo>
                    <a:pt x="68" y="1"/>
                    <a:pt x="69" y="0"/>
                    <a:pt x="69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77" name="Freeform 262">
              <a:extLst>
                <a:ext uri="{FF2B5EF4-FFF2-40B4-BE49-F238E27FC236}">
                  <a16:creationId xmlns:a16="http://schemas.microsoft.com/office/drawing/2014/main" id="{CEF7AF2B-167B-4426-A32C-F0A31072C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18"/>
              <a:ext cx="130" cy="75"/>
            </a:xfrm>
            <a:custGeom>
              <a:avLst/>
              <a:gdLst>
                <a:gd name="T0" fmla="*/ 0 w 73"/>
                <a:gd name="T1" fmla="*/ 277 h 39"/>
                <a:gd name="T2" fmla="*/ 85 w 73"/>
                <a:gd name="T3" fmla="*/ 263 h 39"/>
                <a:gd name="T4" fmla="*/ 224 w 73"/>
                <a:gd name="T5" fmla="*/ 169 h 39"/>
                <a:gd name="T6" fmla="*/ 232 w 73"/>
                <a:gd name="T7" fmla="*/ 163 h 39"/>
                <a:gd name="T8" fmla="*/ 397 w 73"/>
                <a:gd name="T9" fmla="*/ 23 h 39"/>
                <a:gd name="T10" fmla="*/ 413 w 73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39">
                  <a:moveTo>
                    <a:pt x="0" y="39"/>
                  </a:moveTo>
                  <a:cubicBezTo>
                    <a:pt x="5" y="39"/>
                    <a:pt x="13" y="38"/>
                    <a:pt x="15" y="37"/>
                  </a:cubicBezTo>
                  <a:cubicBezTo>
                    <a:pt x="21" y="35"/>
                    <a:pt x="30" y="31"/>
                    <a:pt x="40" y="24"/>
                  </a:cubicBezTo>
                  <a:cubicBezTo>
                    <a:pt x="40" y="24"/>
                    <a:pt x="41" y="24"/>
                    <a:pt x="41" y="23"/>
                  </a:cubicBezTo>
                  <a:cubicBezTo>
                    <a:pt x="53" y="15"/>
                    <a:pt x="65" y="6"/>
                    <a:pt x="70" y="3"/>
                  </a:cubicBezTo>
                  <a:cubicBezTo>
                    <a:pt x="73" y="1"/>
                    <a:pt x="73" y="0"/>
                    <a:pt x="7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78" name="Freeform 263">
              <a:extLst>
                <a:ext uri="{FF2B5EF4-FFF2-40B4-BE49-F238E27FC236}">
                  <a16:creationId xmlns:a16="http://schemas.microsoft.com/office/drawing/2014/main" id="{0E525E5A-F2E7-43A0-B580-04B1B5A1F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39"/>
              <a:ext cx="138" cy="92"/>
            </a:xfrm>
            <a:custGeom>
              <a:avLst/>
              <a:gdLst>
                <a:gd name="T0" fmla="*/ 0 w 77"/>
                <a:gd name="T1" fmla="*/ 337 h 48"/>
                <a:gd name="T2" fmla="*/ 57 w 77"/>
                <a:gd name="T3" fmla="*/ 309 h 48"/>
                <a:gd name="T4" fmla="*/ 93 w 77"/>
                <a:gd name="T5" fmla="*/ 284 h 48"/>
                <a:gd name="T6" fmla="*/ 263 w 77"/>
                <a:gd name="T7" fmla="*/ 161 h 48"/>
                <a:gd name="T8" fmla="*/ 443 w 77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48">
                  <a:moveTo>
                    <a:pt x="0" y="48"/>
                  </a:moveTo>
                  <a:cubicBezTo>
                    <a:pt x="5" y="48"/>
                    <a:pt x="5" y="48"/>
                    <a:pt x="10" y="44"/>
                  </a:cubicBezTo>
                  <a:cubicBezTo>
                    <a:pt x="12" y="43"/>
                    <a:pt x="14" y="42"/>
                    <a:pt x="16" y="40"/>
                  </a:cubicBezTo>
                  <a:cubicBezTo>
                    <a:pt x="23" y="36"/>
                    <a:pt x="32" y="30"/>
                    <a:pt x="46" y="23"/>
                  </a:cubicBezTo>
                  <a:cubicBezTo>
                    <a:pt x="56" y="19"/>
                    <a:pt x="71" y="10"/>
                    <a:pt x="77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79" name="Freeform 264">
              <a:extLst>
                <a:ext uri="{FF2B5EF4-FFF2-40B4-BE49-F238E27FC236}">
                  <a16:creationId xmlns:a16="http://schemas.microsoft.com/office/drawing/2014/main" id="{14D19812-7EFA-47F7-ACDD-DA2B98302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37"/>
              <a:ext cx="148" cy="107"/>
            </a:xfrm>
            <a:custGeom>
              <a:avLst/>
              <a:gdLst>
                <a:gd name="T0" fmla="*/ 471 w 83"/>
                <a:gd name="T1" fmla="*/ 0 h 56"/>
                <a:gd name="T2" fmla="*/ 273 w 83"/>
                <a:gd name="T3" fmla="*/ 189 h 56"/>
                <a:gd name="T4" fmla="*/ 260 w 83"/>
                <a:gd name="T5" fmla="*/ 189 h 56"/>
                <a:gd name="T6" fmla="*/ 93 w 83"/>
                <a:gd name="T7" fmla="*/ 321 h 56"/>
                <a:gd name="T8" fmla="*/ 64 w 83"/>
                <a:gd name="T9" fmla="*/ 350 h 56"/>
                <a:gd name="T10" fmla="*/ 0 w 83"/>
                <a:gd name="T11" fmla="*/ 39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56">
                  <a:moveTo>
                    <a:pt x="83" y="0"/>
                  </a:moveTo>
                  <a:cubicBezTo>
                    <a:pt x="83" y="4"/>
                    <a:pt x="66" y="19"/>
                    <a:pt x="48" y="27"/>
                  </a:cubicBezTo>
                  <a:cubicBezTo>
                    <a:pt x="47" y="27"/>
                    <a:pt x="47" y="27"/>
                    <a:pt x="46" y="27"/>
                  </a:cubicBezTo>
                  <a:cubicBezTo>
                    <a:pt x="32" y="33"/>
                    <a:pt x="23" y="41"/>
                    <a:pt x="16" y="46"/>
                  </a:cubicBezTo>
                  <a:cubicBezTo>
                    <a:pt x="14" y="48"/>
                    <a:pt x="12" y="49"/>
                    <a:pt x="11" y="50"/>
                  </a:cubicBezTo>
                  <a:cubicBezTo>
                    <a:pt x="5" y="55"/>
                    <a:pt x="5" y="56"/>
                    <a:pt x="0" y="5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80" name="Freeform 265">
              <a:extLst>
                <a:ext uri="{FF2B5EF4-FFF2-40B4-BE49-F238E27FC236}">
                  <a16:creationId xmlns:a16="http://schemas.microsoft.com/office/drawing/2014/main" id="{476281CA-55FB-4B64-8F2C-AB9F7FFC2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45"/>
              <a:ext cx="159" cy="112"/>
            </a:xfrm>
            <a:custGeom>
              <a:avLst/>
              <a:gdLst>
                <a:gd name="T0" fmla="*/ 500 w 89"/>
                <a:gd name="T1" fmla="*/ 0 h 59"/>
                <a:gd name="T2" fmla="*/ 291 w 89"/>
                <a:gd name="T3" fmla="*/ 192 h 59"/>
                <a:gd name="T4" fmla="*/ 280 w 89"/>
                <a:gd name="T5" fmla="*/ 197 h 59"/>
                <a:gd name="T6" fmla="*/ 188 w 89"/>
                <a:gd name="T7" fmla="*/ 245 h 59"/>
                <a:gd name="T8" fmla="*/ 96 w 89"/>
                <a:gd name="T9" fmla="*/ 321 h 59"/>
                <a:gd name="T10" fmla="*/ 64 w 89"/>
                <a:gd name="T11" fmla="*/ 357 h 59"/>
                <a:gd name="T12" fmla="*/ 0 w 89"/>
                <a:gd name="T13" fmla="*/ 404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59">
                  <a:moveTo>
                    <a:pt x="88" y="0"/>
                  </a:moveTo>
                  <a:cubicBezTo>
                    <a:pt x="89" y="5"/>
                    <a:pt x="71" y="20"/>
                    <a:pt x="51" y="28"/>
                  </a:cubicBezTo>
                  <a:cubicBezTo>
                    <a:pt x="50" y="28"/>
                    <a:pt x="50" y="29"/>
                    <a:pt x="49" y="29"/>
                  </a:cubicBezTo>
                  <a:cubicBezTo>
                    <a:pt x="43" y="31"/>
                    <a:pt x="37" y="33"/>
                    <a:pt x="33" y="36"/>
                  </a:cubicBezTo>
                  <a:cubicBezTo>
                    <a:pt x="26" y="39"/>
                    <a:pt x="21" y="44"/>
                    <a:pt x="17" y="47"/>
                  </a:cubicBezTo>
                  <a:cubicBezTo>
                    <a:pt x="15" y="49"/>
                    <a:pt x="13" y="51"/>
                    <a:pt x="11" y="52"/>
                  </a:cubicBezTo>
                  <a:cubicBezTo>
                    <a:pt x="5" y="58"/>
                    <a:pt x="3" y="59"/>
                    <a:pt x="0" y="5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81" name="Freeform 266">
              <a:extLst>
                <a:ext uri="{FF2B5EF4-FFF2-40B4-BE49-F238E27FC236}">
                  <a16:creationId xmlns:a16="http://schemas.microsoft.com/office/drawing/2014/main" id="{A42DC145-C571-4DBC-83C0-7B4ADF647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53"/>
              <a:ext cx="166" cy="117"/>
            </a:xfrm>
            <a:custGeom>
              <a:avLst/>
              <a:gdLst>
                <a:gd name="T0" fmla="*/ 523 w 93"/>
                <a:gd name="T1" fmla="*/ 0 h 62"/>
                <a:gd name="T2" fmla="*/ 318 w 93"/>
                <a:gd name="T3" fmla="*/ 196 h 62"/>
                <a:gd name="T4" fmla="*/ 64 w 93"/>
                <a:gd name="T5" fmla="*/ 362 h 62"/>
                <a:gd name="T6" fmla="*/ 0 w 93"/>
                <a:gd name="T7" fmla="*/ 417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62">
                  <a:moveTo>
                    <a:pt x="92" y="0"/>
                  </a:moveTo>
                  <a:cubicBezTo>
                    <a:pt x="93" y="5"/>
                    <a:pt x="78" y="22"/>
                    <a:pt x="56" y="29"/>
                  </a:cubicBezTo>
                  <a:cubicBezTo>
                    <a:pt x="34" y="37"/>
                    <a:pt x="18" y="47"/>
                    <a:pt x="11" y="54"/>
                  </a:cubicBezTo>
                  <a:cubicBezTo>
                    <a:pt x="5" y="61"/>
                    <a:pt x="5" y="62"/>
                    <a:pt x="0" y="6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82" name="Freeform 267">
              <a:extLst>
                <a:ext uri="{FF2B5EF4-FFF2-40B4-BE49-F238E27FC236}">
                  <a16:creationId xmlns:a16="http://schemas.microsoft.com/office/drawing/2014/main" id="{B23A7E24-0814-4876-A83D-6D622C2CE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58"/>
              <a:ext cx="173" cy="122"/>
            </a:xfrm>
            <a:custGeom>
              <a:avLst/>
              <a:gdLst>
                <a:gd name="T0" fmla="*/ 544 w 97"/>
                <a:gd name="T1" fmla="*/ 0 h 64"/>
                <a:gd name="T2" fmla="*/ 312 w 97"/>
                <a:gd name="T3" fmla="*/ 214 h 64"/>
                <a:gd name="T4" fmla="*/ 239 w 97"/>
                <a:gd name="T5" fmla="*/ 244 h 64"/>
                <a:gd name="T6" fmla="*/ 73 w 97"/>
                <a:gd name="T7" fmla="*/ 374 h 64"/>
                <a:gd name="T8" fmla="*/ 0 w 97"/>
                <a:gd name="T9" fmla="*/ 44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64">
                  <a:moveTo>
                    <a:pt x="96" y="0"/>
                  </a:moveTo>
                  <a:cubicBezTo>
                    <a:pt x="97" y="5"/>
                    <a:pt x="77" y="23"/>
                    <a:pt x="55" y="31"/>
                  </a:cubicBezTo>
                  <a:cubicBezTo>
                    <a:pt x="50" y="32"/>
                    <a:pt x="46" y="34"/>
                    <a:pt x="42" y="35"/>
                  </a:cubicBezTo>
                  <a:cubicBezTo>
                    <a:pt x="28" y="42"/>
                    <a:pt x="19" y="49"/>
                    <a:pt x="13" y="54"/>
                  </a:cubicBezTo>
                  <a:cubicBezTo>
                    <a:pt x="6" y="61"/>
                    <a:pt x="5" y="64"/>
                    <a:pt x="0" y="6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83" name="Freeform 268">
              <a:extLst>
                <a:ext uri="{FF2B5EF4-FFF2-40B4-BE49-F238E27FC236}">
                  <a16:creationId xmlns:a16="http://schemas.microsoft.com/office/drawing/2014/main" id="{B4931516-78A1-431B-BC93-A05A7DAE4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466"/>
              <a:ext cx="173" cy="114"/>
            </a:xfrm>
            <a:custGeom>
              <a:avLst/>
              <a:gdLst>
                <a:gd name="T0" fmla="*/ 551 w 97"/>
                <a:gd name="T1" fmla="*/ 0 h 60"/>
                <a:gd name="T2" fmla="*/ 317 w 97"/>
                <a:gd name="T3" fmla="*/ 220 h 60"/>
                <a:gd name="T4" fmla="*/ 248 w 97"/>
                <a:gd name="T5" fmla="*/ 253 h 60"/>
                <a:gd name="T6" fmla="*/ 80 w 97"/>
                <a:gd name="T7" fmla="*/ 357 h 60"/>
                <a:gd name="T8" fmla="*/ 0 w 97"/>
                <a:gd name="T9" fmla="*/ 41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60">
                  <a:moveTo>
                    <a:pt x="97" y="0"/>
                  </a:moveTo>
                  <a:cubicBezTo>
                    <a:pt x="97" y="4"/>
                    <a:pt x="78" y="24"/>
                    <a:pt x="56" y="32"/>
                  </a:cubicBezTo>
                  <a:cubicBezTo>
                    <a:pt x="52" y="34"/>
                    <a:pt x="47" y="35"/>
                    <a:pt x="44" y="37"/>
                  </a:cubicBezTo>
                  <a:cubicBezTo>
                    <a:pt x="28" y="43"/>
                    <a:pt x="20" y="48"/>
                    <a:pt x="14" y="52"/>
                  </a:cubicBezTo>
                  <a:cubicBezTo>
                    <a:pt x="7" y="58"/>
                    <a:pt x="4" y="59"/>
                    <a:pt x="0" y="6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84" name="Freeform 269">
              <a:extLst>
                <a:ext uri="{FF2B5EF4-FFF2-40B4-BE49-F238E27FC236}">
                  <a16:creationId xmlns:a16="http://schemas.microsoft.com/office/drawing/2014/main" id="{AAE62E84-1F48-4DB6-99D3-B2494D116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466"/>
              <a:ext cx="362" cy="120"/>
            </a:xfrm>
            <a:custGeom>
              <a:avLst/>
              <a:gdLst>
                <a:gd name="T0" fmla="*/ 1145 w 203"/>
                <a:gd name="T1" fmla="*/ 21 h 63"/>
                <a:gd name="T2" fmla="*/ 1056 w 203"/>
                <a:gd name="T3" fmla="*/ 131 h 63"/>
                <a:gd name="T4" fmla="*/ 906 w 203"/>
                <a:gd name="T5" fmla="*/ 253 h 63"/>
                <a:gd name="T6" fmla="*/ 840 w 203"/>
                <a:gd name="T7" fmla="*/ 290 h 63"/>
                <a:gd name="T8" fmla="*/ 653 w 203"/>
                <a:gd name="T9" fmla="*/ 396 h 63"/>
                <a:gd name="T10" fmla="*/ 572 w 203"/>
                <a:gd name="T11" fmla="*/ 436 h 63"/>
                <a:gd name="T12" fmla="*/ 564 w 203"/>
                <a:gd name="T13" fmla="*/ 436 h 63"/>
                <a:gd name="T14" fmla="*/ 483 w 203"/>
                <a:gd name="T15" fmla="*/ 373 h 63"/>
                <a:gd name="T16" fmla="*/ 305 w 203"/>
                <a:gd name="T17" fmla="*/ 253 h 63"/>
                <a:gd name="T18" fmla="*/ 239 w 203"/>
                <a:gd name="T19" fmla="*/ 221 h 63"/>
                <a:gd name="T20" fmla="*/ 7 w 203"/>
                <a:gd name="T21" fmla="*/ 0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3" h="63">
                  <a:moveTo>
                    <a:pt x="202" y="3"/>
                  </a:moveTo>
                  <a:cubicBezTo>
                    <a:pt x="203" y="6"/>
                    <a:pt x="195" y="12"/>
                    <a:pt x="186" y="19"/>
                  </a:cubicBezTo>
                  <a:cubicBezTo>
                    <a:pt x="178" y="25"/>
                    <a:pt x="170" y="33"/>
                    <a:pt x="160" y="37"/>
                  </a:cubicBezTo>
                  <a:cubicBezTo>
                    <a:pt x="156" y="39"/>
                    <a:pt x="152" y="40"/>
                    <a:pt x="148" y="42"/>
                  </a:cubicBezTo>
                  <a:cubicBezTo>
                    <a:pt x="131" y="48"/>
                    <a:pt x="122" y="53"/>
                    <a:pt x="115" y="57"/>
                  </a:cubicBezTo>
                  <a:cubicBezTo>
                    <a:pt x="108" y="62"/>
                    <a:pt x="106" y="62"/>
                    <a:pt x="101" y="63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95" y="62"/>
                    <a:pt x="92" y="59"/>
                    <a:pt x="85" y="54"/>
                  </a:cubicBezTo>
                  <a:cubicBezTo>
                    <a:pt x="79" y="49"/>
                    <a:pt x="70" y="43"/>
                    <a:pt x="54" y="37"/>
                  </a:cubicBezTo>
                  <a:cubicBezTo>
                    <a:pt x="50" y="35"/>
                    <a:pt x="46" y="34"/>
                    <a:pt x="42" y="32"/>
                  </a:cubicBezTo>
                  <a:cubicBezTo>
                    <a:pt x="19" y="24"/>
                    <a:pt x="0" y="4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85" name="Freeform 270">
              <a:extLst>
                <a:ext uri="{FF2B5EF4-FFF2-40B4-BE49-F238E27FC236}">
                  <a16:creationId xmlns:a16="http://schemas.microsoft.com/office/drawing/2014/main" id="{99423F35-C04B-4C8B-B2FE-FA944328C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481"/>
              <a:ext cx="380" cy="112"/>
            </a:xfrm>
            <a:custGeom>
              <a:avLst/>
              <a:gdLst>
                <a:gd name="T0" fmla="*/ 1210 w 213"/>
                <a:gd name="T1" fmla="*/ 0 h 59"/>
                <a:gd name="T2" fmla="*/ 1129 w 213"/>
                <a:gd name="T3" fmla="*/ 129 h 59"/>
                <a:gd name="T4" fmla="*/ 965 w 213"/>
                <a:gd name="T5" fmla="*/ 233 h 59"/>
                <a:gd name="T6" fmla="*/ 897 w 213"/>
                <a:gd name="T7" fmla="*/ 266 h 59"/>
                <a:gd name="T8" fmla="*/ 703 w 213"/>
                <a:gd name="T9" fmla="*/ 364 h 59"/>
                <a:gd name="T10" fmla="*/ 624 w 213"/>
                <a:gd name="T11" fmla="*/ 404 h 59"/>
                <a:gd name="T12" fmla="*/ 585 w 213"/>
                <a:gd name="T13" fmla="*/ 404 h 59"/>
                <a:gd name="T14" fmla="*/ 507 w 213"/>
                <a:gd name="T15" fmla="*/ 364 h 59"/>
                <a:gd name="T16" fmla="*/ 312 w 213"/>
                <a:gd name="T17" fmla="*/ 266 h 59"/>
                <a:gd name="T18" fmla="*/ 239 w 213"/>
                <a:gd name="T19" fmla="*/ 233 h 59"/>
                <a:gd name="T20" fmla="*/ 80 w 213"/>
                <a:gd name="T21" fmla="*/ 129 h 59"/>
                <a:gd name="T22" fmla="*/ 0 w 213"/>
                <a:gd name="T23" fmla="*/ 0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3" h="59">
                  <a:moveTo>
                    <a:pt x="213" y="0"/>
                  </a:moveTo>
                  <a:cubicBezTo>
                    <a:pt x="213" y="3"/>
                    <a:pt x="208" y="12"/>
                    <a:pt x="199" y="19"/>
                  </a:cubicBezTo>
                  <a:cubicBezTo>
                    <a:pt x="192" y="25"/>
                    <a:pt x="181" y="30"/>
                    <a:pt x="170" y="34"/>
                  </a:cubicBezTo>
                  <a:cubicBezTo>
                    <a:pt x="166" y="36"/>
                    <a:pt x="162" y="38"/>
                    <a:pt x="158" y="39"/>
                  </a:cubicBezTo>
                  <a:cubicBezTo>
                    <a:pt x="141" y="45"/>
                    <a:pt x="131" y="49"/>
                    <a:pt x="124" y="53"/>
                  </a:cubicBezTo>
                  <a:cubicBezTo>
                    <a:pt x="117" y="57"/>
                    <a:pt x="115" y="58"/>
                    <a:pt x="110" y="59"/>
                  </a:cubicBezTo>
                  <a:cubicBezTo>
                    <a:pt x="107" y="59"/>
                    <a:pt x="105" y="59"/>
                    <a:pt x="103" y="59"/>
                  </a:cubicBezTo>
                  <a:cubicBezTo>
                    <a:pt x="98" y="58"/>
                    <a:pt x="96" y="57"/>
                    <a:pt x="89" y="53"/>
                  </a:cubicBezTo>
                  <a:cubicBezTo>
                    <a:pt x="82" y="49"/>
                    <a:pt x="72" y="45"/>
                    <a:pt x="55" y="39"/>
                  </a:cubicBezTo>
                  <a:cubicBezTo>
                    <a:pt x="51" y="38"/>
                    <a:pt x="46" y="36"/>
                    <a:pt x="42" y="34"/>
                  </a:cubicBezTo>
                  <a:cubicBezTo>
                    <a:pt x="32" y="30"/>
                    <a:pt x="21" y="25"/>
                    <a:pt x="14" y="19"/>
                  </a:cubicBezTo>
                  <a:cubicBezTo>
                    <a:pt x="4" y="12"/>
                    <a:pt x="0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86" name="Freeform 271">
              <a:extLst>
                <a:ext uri="{FF2B5EF4-FFF2-40B4-BE49-F238E27FC236}">
                  <a16:creationId xmlns:a16="http://schemas.microsoft.com/office/drawing/2014/main" id="{8FA4015E-67AF-4F95-A714-EB82CD257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487"/>
              <a:ext cx="176" cy="108"/>
            </a:xfrm>
            <a:custGeom>
              <a:avLst/>
              <a:gdLst>
                <a:gd name="T0" fmla="*/ 556 w 99"/>
                <a:gd name="T1" fmla="*/ 0 h 57"/>
                <a:gd name="T2" fmla="*/ 320 w 99"/>
                <a:gd name="T3" fmla="*/ 244 h 57"/>
                <a:gd name="T4" fmla="*/ 247 w 99"/>
                <a:gd name="T5" fmla="*/ 280 h 57"/>
                <a:gd name="T6" fmla="*/ 44 w 99"/>
                <a:gd name="T7" fmla="*/ 366 h 57"/>
                <a:gd name="T8" fmla="*/ 0 w 99"/>
                <a:gd name="T9" fmla="*/ 38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57">
                  <a:moveTo>
                    <a:pt x="99" y="0"/>
                  </a:moveTo>
                  <a:cubicBezTo>
                    <a:pt x="99" y="6"/>
                    <a:pt x="80" y="27"/>
                    <a:pt x="57" y="36"/>
                  </a:cubicBezTo>
                  <a:cubicBezTo>
                    <a:pt x="52" y="38"/>
                    <a:pt x="48" y="40"/>
                    <a:pt x="44" y="41"/>
                  </a:cubicBezTo>
                  <a:cubicBezTo>
                    <a:pt x="26" y="47"/>
                    <a:pt x="16" y="50"/>
                    <a:pt x="8" y="54"/>
                  </a:cubicBezTo>
                  <a:cubicBezTo>
                    <a:pt x="4" y="55"/>
                    <a:pt x="2" y="56"/>
                    <a:pt x="0" y="5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87" name="Freeform 272">
              <a:extLst>
                <a:ext uri="{FF2B5EF4-FFF2-40B4-BE49-F238E27FC236}">
                  <a16:creationId xmlns:a16="http://schemas.microsoft.com/office/drawing/2014/main" id="{52676108-D05F-4908-9744-FCE3FEE1E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94"/>
              <a:ext cx="202" cy="116"/>
            </a:xfrm>
            <a:custGeom>
              <a:avLst/>
              <a:gdLst>
                <a:gd name="T0" fmla="*/ 645 w 113"/>
                <a:gd name="T1" fmla="*/ 0 h 61"/>
                <a:gd name="T2" fmla="*/ 579 w 113"/>
                <a:gd name="T3" fmla="*/ 105 h 61"/>
                <a:gd name="T4" fmla="*/ 406 w 113"/>
                <a:gd name="T5" fmla="*/ 242 h 61"/>
                <a:gd name="T6" fmla="*/ 332 w 113"/>
                <a:gd name="T7" fmla="*/ 276 h 61"/>
                <a:gd name="T8" fmla="*/ 122 w 113"/>
                <a:gd name="T9" fmla="*/ 365 h 61"/>
                <a:gd name="T10" fmla="*/ 86 w 113"/>
                <a:gd name="T11" fmla="*/ 380 h 61"/>
                <a:gd name="T12" fmla="*/ 29 w 113"/>
                <a:gd name="T13" fmla="*/ 413 h 61"/>
                <a:gd name="T14" fmla="*/ 0 w 113"/>
                <a:gd name="T15" fmla="*/ 42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61">
                  <a:moveTo>
                    <a:pt x="113" y="0"/>
                  </a:moveTo>
                  <a:cubicBezTo>
                    <a:pt x="113" y="3"/>
                    <a:pt x="108" y="8"/>
                    <a:pt x="101" y="15"/>
                  </a:cubicBezTo>
                  <a:cubicBezTo>
                    <a:pt x="94" y="23"/>
                    <a:pt x="83" y="30"/>
                    <a:pt x="71" y="35"/>
                  </a:cubicBezTo>
                  <a:cubicBezTo>
                    <a:pt x="66" y="37"/>
                    <a:pt x="62" y="39"/>
                    <a:pt x="58" y="40"/>
                  </a:cubicBezTo>
                  <a:cubicBezTo>
                    <a:pt x="39" y="45"/>
                    <a:pt x="29" y="50"/>
                    <a:pt x="21" y="53"/>
                  </a:cubicBezTo>
                  <a:cubicBezTo>
                    <a:pt x="18" y="54"/>
                    <a:pt x="16" y="55"/>
                    <a:pt x="15" y="55"/>
                  </a:cubicBezTo>
                  <a:cubicBezTo>
                    <a:pt x="12" y="56"/>
                    <a:pt x="8" y="58"/>
                    <a:pt x="5" y="60"/>
                  </a:cubicBezTo>
                  <a:cubicBezTo>
                    <a:pt x="3" y="61"/>
                    <a:pt x="1" y="61"/>
                    <a:pt x="0" y="6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88" name="Freeform 273">
              <a:extLst>
                <a:ext uri="{FF2B5EF4-FFF2-40B4-BE49-F238E27FC236}">
                  <a16:creationId xmlns:a16="http://schemas.microsoft.com/office/drawing/2014/main" id="{17322DCD-6BE5-44B0-9E66-B37B02652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506"/>
              <a:ext cx="218" cy="116"/>
            </a:xfrm>
            <a:custGeom>
              <a:avLst/>
              <a:gdLst>
                <a:gd name="T0" fmla="*/ 697 w 122"/>
                <a:gd name="T1" fmla="*/ 0 h 61"/>
                <a:gd name="T2" fmla="*/ 463 w 122"/>
                <a:gd name="T3" fmla="*/ 281 h 61"/>
                <a:gd name="T4" fmla="*/ 365 w 122"/>
                <a:gd name="T5" fmla="*/ 321 h 61"/>
                <a:gd name="T6" fmla="*/ 143 w 122"/>
                <a:gd name="T7" fmla="*/ 365 h 61"/>
                <a:gd name="T8" fmla="*/ 41 w 122"/>
                <a:gd name="T9" fmla="*/ 397 h 61"/>
                <a:gd name="T10" fmla="*/ 0 w 122"/>
                <a:gd name="T11" fmla="*/ 42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61">
                  <a:moveTo>
                    <a:pt x="122" y="0"/>
                  </a:moveTo>
                  <a:cubicBezTo>
                    <a:pt x="122" y="6"/>
                    <a:pt x="110" y="28"/>
                    <a:pt x="81" y="41"/>
                  </a:cubicBezTo>
                  <a:cubicBezTo>
                    <a:pt x="77" y="43"/>
                    <a:pt x="69" y="45"/>
                    <a:pt x="64" y="47"/>
                  </a:cubicBezTo>
                  <a:cubicBezTo>
                    <a:pt x="45" y="52"/>
                    <a:pt x="34" y="51"/>
                    <a:pt x="25" y="53"/>
                  </a:cubicBezTo>
                  <a:cubicBezTo>
                    <a:pt x="19" y="54"/>
                    <a:pt x="13" y="55"/>
                    <a:pt x="7" y="58"/>
                  </a:cubicBezTo>
                  <a:cubicBezTo>
                    <a:pt x="5" y="59"/>
                    <a:pt x="4" y="61"/>
                    <a:pt x="0" y="6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89" name="Freeform 274">
              <a:extLst>
                <a:ext uri="{FF2B5EF4-FFF2-40B4-BE49-F238E27FC236}">
                  <a16:creationId xmlns:a16="http://schemas.microsoft.com/office/drawing/2014/main" id="{4B3F0BD2-AFEB-40CF-AD02-9392F752A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512"/>
              <a:ext cx="213" cy="110"/>
            </a:xfrm>
            <a:custGeom>
              <a:avLst/>
              <a:gdLst>
                <a:gd name="T0" fmla="*/ 340 w 119"/>
                <a:gd name="T1" fmla="*/ 334 h 58"/>
                <a:gd name="T2" fmla="*/ 115 w 119"/>
                <a:gd name="T3" fmla="*/ 366 h 58"/>
                <a:gd name="T4" fmla="*/ 0 w 119"/>
                <a:gd name="T5" fmla="*/ 389 h 58"/>
                <a:gd name="T6" fmla="*/ 7 w 119"/>
                <a:gd name="T7" fmla="*/ 396 h 58"/>
                <a:gd name="T8" fmla="*/ 115 w 119"/>
                <a:gd name="T9" fmla="*/ 374 h 58"/>
                <a:gd name="T10" fmla="*/ 340 w 119"/>
                <a:gd name="T11" fmla="*/ 334 h 58"/>
                <a:gd name="T12" fmla="*/ 682 w 119"/>
                <a:gd name="T13" fmla="*/ 0 h 58"/>
                <a:gd name="T14" fmla="*/ 682 w 119"/>
                <a:gd name="T15" fmla="*/ 0 h 58"/>
                <a:gd name="T16" fmla="*/ 340 w 119"/>
                <a:gd name="T17" fmla="*/ 334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58">
                  <a:moveTo>
                    <a:pt x="59" y="49"/>
                  </a:moveTo>
                  <a:cubicBezTo>
                    <a:pt x="41" y="53"/>
                    <a:pt x="29" y="54"/>
                    <a:pt x="20" y="54"/>
                  </a:cubicBezTo>
                  <a:cubicBezTo>
                    <a:pt x="13" y="55"/>
                    <a:pt x="6" y="55"/>
                    <a:pt x="0" y="57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8" y="56"/>
                    <a:pt x="13" y="55"/>
                    <a:pt x="20" y="55"/>
                  </a:cubicBezTo>
                  <a:cubicBezTo>
                    <a:pt x="29" y="54"/>
                    <a:pt x="41" y="53"/>
                    <a:pt x="59" y="49"/>
                  </a:cubicBezTo>
                  <a:cubicBezTo>
                    <a:pt x="93" y="41"/>
                    <a:pt x="119" y="8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8" y="8"/>
                    <a:pt x="93" y="41"/>
                    <a:pt x="59" y="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90" name="Freeform 275">
              <a:extLst>
                <a:ext uri="{FF2B5EF4-FFF2-40B4-BE49-F238E27FC236}">
                  <a16:creationId xmlns:a16="http://schemas.microsoft.com/office/drawing/2014/main" id="{D186FE59-EF93-4949-827A-D4A4D0276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628"/>
              <a:ext cx="77" cy="20"/>
            </a:xfrm>
            <a:custGeom>
              <a:avLst/>
              <a:gdLst>
                <a:gd name="T0" fmla="*/ 247 w 43"/>
                <a:gd name="T1" fmla="*/ 53 h 11"/>
                <a:gd name="T2" fmla="*/ 0 w 4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1">
                  <a:moveTo>
                    <a:pt x="43" y="9"/>
                  </a:moveTo>
                  <a:cubicBezTo>
                    <a:pt x="35" y="11"/>
                    <a:pt x="12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91" name="Freeform 276">
              <a:extLst>
                <a:ext uri="{FF2B5EF4-FFF2-40B4-BE49-F238E27FC236}">
                  <a16:creationId xmlns:a16="http://schemas.microsoft.com/office/drawing/2014/main" id="{D824D5D8-774C-4540-A9F7-0E607E5B3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28"/>
              <a:ext cx="32" cy="24"/>
            </a:xfrm>
            <a:custGeom>
              <a:avLst/>
              <a:gdLst>
                <a:gd name="T0" fmla="*/ 101 w 18"/>
                <a:gd name="T1" fmla="*/ 81 h 13"/>
                <a:gd name="T2" fmla="*/ 0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13"/>
                  </a:moveTo>
                  <a:cubicBezTo>
                    <a:pt x="13" y="13"/>
                    <a:pt x="4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92" name="Freeform 277">
              <a:extLst>
                <a:ext uri="{FF2B5EF4-FFF2-40B4-BE49-F238E27FC236}">
                  <a16:creationId xmlns:a16="http://schemas.microsoft.com/office/drawing/2014/main" id="{D9D46754-3EA3-430B-872A-CBFF92AFC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622"/>
              <a:ext cx="9" cy="19"/>
            </a:xfrm>
            <a:custGeom>
              <a:avLst/>
              <a:gdLst>
                <a:gd name="T0" fmla="*/ 29 w 5"/>
                <a:gd name="T1" fmla="*/ 68 h 10"/>
                <a:gd name="T2" fmla="*/ 0 w 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5" y="10"/>
                  </a:moveTo>
                  <a:cubicBezTo>
                    <a:pt x="1" y="7"/>
                    <a:pt x="1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93" name="Freeform 278">
              <a:extLst>
                <a:ext uri="{FF2B5EF4-FFF2-40B4-BE49-F238E27FC236}">
                  <a16:creationId xmlns:a16="http://schemas.microsoft.com/office/drawing/2014/main" id="{8D3E04C1-5B9D-466A-A9F5-F6B25CE46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563"/>
              <a:ext cx="169" cy="57"/>
            </a:xfrm>
            <a:custGeom>
              <a:avLst/>
              <a:gdLst>
                <a:gd name="T0" fmla="*/ 535 w 95"/>
                <a:gd name="T1" fmla="*/ 0 h 30"/>
                <a:gd name="T2" fmla="*/ 240 w 95"/>
                <a:gd name="T3" fmla="*/ 177 h 30"/>
                <a:gd name="T4" fmla="*/ 0 w 95"/>
                <a:gd name="T5" fmla="*/ 19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30">
                  <a:moveTo>
                    <a:pt x="95" y="0"/>
                  </a:moveTo>
                  <a:cubicBezTo>
                    <a:pt x="91" y="4"/>
                    <a:pt x="62" y="22"/>
                    <a:pt x="43" y="26"/>
                  </a:cubicBezTo>
                  <a:cubicBezTo>
                    <a:pt x="24" y="30"/>
                    <a:pt x="3" y="28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94" name="Freeform 279">
              <a:extLst>
                <a:ext uri="{FF2B5EF4-FFF2-40B4-BE49-F238E27FC236}">
                  <a16:creationId xmlns:a16="http://schemas.microsoft.com/office/drawing/2014/main" id="{DBBC0CCD-C6AA-44B4-838F-BBF17088A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605"/>
              <a:ext cx="144" cy="21"/>
            </a:xfrm>
            <a:custGeom>
              <a:avLst/>
              <a:gdLst>
                <a:gd name="T0" fmla="*/ 455 w 81"/>
                <a:gd name="T1" fmla="*/ 0 h 11"/>
                <a:gd name="T2" fmla="*/ 151 w 81"/>
                <a:gd name="T3" fmla="*/ 69 h 11"/>
                <a:gd name="T4" fmla="*/ 0 w 81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1">
                  <a:moveTo>
                    <a:pt x="81" y="0"/>
                  </a:moveTo>
                  <a:cubicBezTo>
                    <a:pt x="73" y="4"/>
                    <a:pt x="50" y="11"/>
                    <a:pt x="27" y="10"/>
                  </a:cubicBezTo>
                  <a:cubicBezTo>
                    <a:pt x="5" y="9"/>
                    <a:pt x="0" y="6"/>
                    <a:pt x="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95" name="Freeform 280">
              <a:extLst>
                <a:ext uri="{FF2B5EF4-FFF2-40B4-BE49-F238E27FC236}">
                  <a16:creationId xmlns:a16="http://schemas.microsoft.com/office/drawing/2014/main" id="{AA37849D-FBF9-40FA-8340-328325329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16"/>
              <a:ext cx="114" cy="25"/>
            </a:xfrm>
            <a:custGeom>
              <a:avLst/>
              <a:gdLst>
                <a:gd name="T0" fmla="*/ 362 w 64"/>
                <a:gd name="T1" fmla="*/ 48 h 13"/>
                <a:gd name="T2" fmla="*/ 0 w 6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3">
                  <a:moveTo>
                    <a:pt x="64" y="7"/>
                  </a:moveTo>
                  <a:cubicBezTo>
                    <a:pt x="60" y="9"/>
                    <a:pt x="20" y="1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96" name="Freeform 281">
              <a:extLst>
                <a:ext uri="{FF2B5EF4-FFF2-40B4-BE49-F238E27FC236}">
                  <a16:creationId xmlns:a16="http://schemas.microsoft.com/office/drawing/2014/main" id="{1F113FB0-3CFB-4533-B4DF-90B74B48A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532"/>
              <a:ext cx="119" cy="73"/>
            </a:xfrm>
            <a:custGeom>
              <a:avLst/>
              <a:gdLst>
                <a:gd name="T0" fmla="*/ 375 w 67"/>
                <a:gd name="T1" fmla="*/ 0 h 38"/>
                <a:gd name="T2" fmla="*/ 0 w 67"/>
                <a:gd name="T3" fmla="*/ 26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38">
                  <a:moveTo>
                    <a:pt x="67" y="0"/>
                  </a:moveTo>
                  <a:cubicBezTo>
                    <a:pt x="64" y="4"/>
                    <a:pt x="33" y="32"/>
                    <a:pt x="0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97" name="Freeform 282">
              <a:extLst>
                <a:ext uri="{FF2B5EF4-FFF2-40B4-BE49-F238E27FC236}">
                  <a16:creationId xmlns:a16="http://schemas.microsoft.com/office/drawing/2014/main" id="{D7BE7F35-6F93-40D6-82A3-E8AD4FAA0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32"/>
              <a:ext cx="143" cy="85"/>
            </a:xfrm>
            <a:custGeom>
              <a:avLst/>
              <a:gdLst>
                <a:gd name="T0" fmla="*/ 458 w 80"/>
                <a:gd name="T1" fmla="*/ 0 h 45"/>
                <a:gd name="T2" fmla="*/ 252 w 80"/>
                <a:gd name="T3" fmla="*/ 168 h 45"/>
                <a:gd name="T4" fmla="*/ 52 w 80"/>
                <a:gd name="T5" fmla="*/ 281 h 45"/>
                <a:gd name="T6" fmla="*/ 0 w 80"/>
                <a:gd name="T7" fmla="*/ 30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5">
                  <a:moveTo>
                    <a:pt x="80" y="0"/>
                  </a:moveTo>
                  <a:cubicBezTo>
                    <a:pt x="79" y="3"/>
                    <a:pt x="65" y="14"/>
                    <a:pt x="44" y="25"/>
                  </a:cubicBezTo>
                  <a:cubicBezTo>
                    <a:pt x="31" y="31"/>
                    <a:pt x="11" y="41"/>
                    <a:pt x="9" y="42"/>
                  </a:cubicBezTo>
                  <a:cubicBezTo>
                    <a:pt x="6" y="43"/>
                    <a:pt x="4" y="45"/>
                    <a:pt x="0" y="4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98" name="Freeform 283">
              <a:extLst>
                <a:ext uri="{FF2B5EF4-FFF2-40B4-BE49-F238E27FC236}">
                  <a16:creationId xmlns:a16="http://schemas.microsoft.com/office/drawing/2014/main" id="{D7662BA5-BC8F-4CF5-8562-C9A93E48A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477"/>
              <a:ext cx="107" cy="73"/>
            </a:xfrm>
            <a:custGeom>
              <a:avLst/>
              <a:gdLst>
                <a:gd name="T0" fmla="*/ 341 w 60"/>
                <a:gd name="T1" fmla="*/ 0 h 38"/>
                <a:gd name="T2" fmla="*/ 223 w 60"/>
                <a:gd name="T3" fmla="*/ 169 h 38"/>
                <a:gd name="T4" fmla="*/ 0 w 60"/>
                <a:gd name="T5" fmla="*/ 26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8">
                  <a:moveTo>
                    <a:pt x="60" y="0"/>
                  </a:moveTo>
                  <a:cubicBezTo>
                    <a:pt x="59" y="6"/>
                    <a:pt x="49" y="18"/>
                    <a:pt x="39" y="24"/>
                  </a:cubicBezTo>
                  <a:cubicBezTo>
                    <a:pt x="29" y="31"/>
                    <a:pt x="15" y="34"/>
                    <a:pt x="0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99" name="Freeform 284">
              <a:extLst>
                <a:ext uri="{FF2B5EF4-FFF2-40B4-BE49-F238E27FC236}">
                  <a16:creationId xmlns:a16="http://schemas.microsoft.com/office/drawing/2014/main" id="{0C31E12E-134B-435A-A90F-66F532E4F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502"/>
              <a:ext cx="209" cy="114"/>
            </a:xfrm>
            <a:custGeom>
              <a:avLst/>
              <a:gdLst>
                <a:gd name="T0" fmla="*/ 0 w 117"/>
                <a:gd name="T1" fmla="*/ 412 h 60"/>
                <a:gd name="T2" fmla="*/ 109 w 117"/>
                <a:gd name="T3" fmla="*/ 365 h 60"/>
                <a:gd name="T4" fmla="*/ 261 w 117"/>
                <a:gd name="T5" fmla="*/ 329 h 60"/>
                <a:gd name="T6" fmla="*/ 361 w 117"/>
                <a:gd name="T7" fmla="*/ 310 h 60"/>
                <a:gd name="T8" fmla="*/ 434 w 117"/>
                <a:gd name="T9" fmla="*/ 274 h 60"/>
                <a:gd name="T10" fmla="*/ 609 w 117"/>
                <a:gd name="T11" fmla="*/ 116 h 60"/>
                <a:gd name="T12" fmla="*/ 666 w 117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60">
                  <a:moveTo>
                    <a:pt x="0" y="60"/>
                  </a:moveTo>
                  <a:cubicBezTo>
                    <a:pt x="5" y="60"/>
                    <a:pt x="8" y="56"/>
                    <a:pt x="19" y="53"/>
                  </a:cubicBezTo>
                  <a:cubicBezTo>
                    <a:pt x="31" y="50"/>
                    <a:pt x="39" y="49"/>
                    <a:pt x="46" y="48"/>
                  </a:cubicBezTo>
                  <a:cubicBezTo>
                    <a:pt x="51" y="47"/>
                    <a:pt x="58" y="46"/>
                    <a:pt x="63" y="45"/>
                  </a:cubicBezTo>
                  <a:cubicBezTo>
                    <a:pt x="68" y="43"/>
                    <a:pt x="72" y="42"/>
                    <a:pt x="76" y="40"/>
                  </a:cubicBezTo>
                  <a:cubicBezTo>
                    <a:pt x="89" y="35"/>
                    <a:pt x="99" y="25"/>
                    <a:pt x="107" y="17"/>
                  </a:cubicBezTo>
                  <a:cubicBezTo>
                    <a:pt x="113" y="10"/>
                    <a:pt x="117" y="3"/>
                    <a:pt x="117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00" name="Freeform 285">
              <a:extLst>
                <a:ext uri="{FF2B5EF4-FFF2-40B4-BE49-F238E27FC236}">
                  <a16:creationId xmlns:a16="http://schemas.microsoft.com/office/drawing/2014/main" id="{73E31A13-7863-4E50-A9EF-01A2D073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420"/>
              <a:ext cx="30" cy="34"/>
            </a:xfrm>
            <a:custGeom>
              <a:avLst/>
              <a:gdLst>
                <a:gd name="T0" fmla="*/ 0 w 17"/>
                <a:gd name="T1" fmla="*/ 121 h 18"/>
                <a:gd name="T2" fmla="*/ 94 w 1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0" y="18"/>
                  </a:moveTo>
                  <a:cubicBezTo>
                    <a:pt x="5" y="16"/>
                    <a:pt x="8" y="5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01" name="Freeform 286">
              <a:extLst>
                <a:ext uri="{FF2B5EF4-FFF2-40B4-BE49-F238E27FC236}">
                  <a16:creationId xmlns:a16="http://schemas.microsoft.com/office/drawing/2014/main" id="{88B55654-BB96-42BF-A918-E486423F7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451"/>
              <a:ext cx="35" cy="5"/>
            </a:xfrm>
            <a:custGeom>
              <a:avLst/>
              <a:gdLst>
                <a:gd name="T0" fmla="*/ 0 w 20"/>
                <a:gd name="T1" fmla="*/ 5 h 3"/>
                <a:gd name="T2" fmla="*/ 107 w 2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1"/>
                  </a:moveTo>
                  <a:cubicBezTo>
                    <a:pt x="3" y="2"/>
                    <a:pt x="14" y="3"/>
                    <a:pt x="2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02" name="Freeform 287">
              <a:extLst>
                <a:ext uri="{FF2B5EF4-FFF2-40B4-BE49-F238E27FC236}">
                  <a16:creationId xmlns:a16="http://schemas.microsoft.com/office/drawing/2014/main" id="{01916F51-FCA5-4BE9-94DB-5AE8D57BA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445"/>
              <a:ext cx="53" cy="25"/>
            </a:xfrm>
            <a:custGeom>
              <a:avLst/>
              <a:gdLst>
                <a:gd name="T0" fmla="*/ 0 w 30"/>
                <a:gd name="T1" fmla="*/ 77 h 13"/>
                <a:gd name="T2" fmla="*/ 166 w 3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3">
                  <a:moveTo>
                    <a:pt x="0" y="11"/>
                  </a:moveTo>
                  <a:cubicBezTo>
                    <a:pt x="10" y="13"/>
                    <a:pt x="17" y="12"/>
                    <a:pt x="3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03" name="Freeform 288">
              <a:extLst>
                <a:ext uri="{FF2B5EF4-FFF2-40B4-BE49-F238E27FC236}">
                  <a16:creationId xmlns:a16="http://schemas.microsoft.com/office/drawing/2014/main" id="{18002237-4D9E-4BA3-85B6-6B649084B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462"/>
              <a:ext cx="94" cy="69"/>
            </a:xfrm>
            <a:custGeom>
              <a:avLst/>
              <a:gdLst>
                <a:gd name="T0" fmla="*/ 0 w 53"/>
                <a:gd name="T1" fmla="*/ 253 h 36"/>
                <a:gd name="T2" fmla="*/ 296 w 53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6">
                  <a:moveTo>
                    <a:pt x="0" y="36"/>
                  </a:moveTo>
                  <a:cubicBezTo>
                    <a:pt x="8" y="31"/>
                    <a:pt x="39" y="19"/>
                    <a:pt x="5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04" name="Freeform 289">
              <a:extLst>
                <a:ext uri="{FF2B5EF4-FFF2-40B4-BE49-F238E27FC236}">
                  <a16:creationId xmlns:a16="http://schemas.microsoft.com/office/drawing/2014/main" id="{52F42538-8B9C-42F0-B91C-BB7FC8D7D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498"/>
              <a:ext cx="155" cy="95"/>
            </a:xfrm>
            <a:custGeom>
              <a:avLst/>
              <a:gdLst>
                <a:gd name="T0" fmla="*/ 0 w 87"/>
                <a:gd name="T1" fmla="*/ 344 h 50"/>
                <a:gd name="T2" fmla="*/ 232 w 87"/>
                <a:gd name="T3" fmla="*/ 274 h 50"/>
                <a:gd name="T4" fmla="*/ 492 w 87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50">
                  <a:moveTo>
                    <a:pt x="0" y="50"/>
                  </a:moveTo>
                  <a:cubicBezTo>
                    <a:pt x="15" y="44"/>
                    <a:pt x="24" y="46"/>
                    <a:pt x="41" y="40"/>
                  </a:cubicBezTo>
                  <a:cubicBezTo>
                    <a:pt x="59" y="35"/>
                    <a:pt x="83" y="18"/>
                    <a:pt x="87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05" name="Freeform 290">
              <a:extLst>
                <a:ext uri="{FF2B5EF4-FFF2-40B4-BE49-F238E27FC236}">
                  <a16:creationId xmlns:a16="http://schemas.microsoft.com/office/drawing/2014/main" id="{28262409-0803-45DD-8B56-028800B23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597"/>
              <a:ext cx="101" cy="17"/>
            </a:xfrm>
            <a:custGeom>
              <a:avLst/>
              <a:gdLst>
                <a:gd name="T0" fmla="*/ 0 w 57"/>
                <a:gd name="T1" fmla="*/ 40 h 9"/>
                <a:gd name="T2" fmla="*/ 317 w 5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9">
                  <a:moveTo>
                    <a:pt x="0" y="6"/>
                  </a:moveTo>
                  <a:cubicBezTo>
                    <a:pt x="8" y="5"/>
                    <a:pt x="36" y="9"/>
                    <a:pt x="57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06" name="Freeform 291">
              <a:extLst>
                <a:ext uri="{FF2B5EF4-FFF2-40B4-BE49-F238E27FC236}">
                  <a16:creationId xmlns:a16="http://schemas.microsoft.com/office/drawing/2014/main" id="{92AE38B0-CBBF-4A98-A177-8950D3037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620"/>
              <a:ext cx="3" cy="6"/>
            </a:xfrm>
            <a:custGeom>
              <a:avLst/>
              <a:gdLst>
                <a:gd name="T0" fmla="*/ 0 w 2"/>
                <a:gd name="T1" fmla="*/ 0 h 3"/>
                <a:gd name="T2" fmla="*/ 5 w 2"/>
                <a:gd name="T3" fmla="*/ 8 h 3"/>
                <a:gd name="T4" fmla="*/ 0 w 2"/>
                <a:gd name="T5" fmla="*/ 24 h 3"/>
                <a:gd name="T6" fmla="*/ 5 w 2"/>
                <a:gd name="T7" fmla="*/ 16 h 3"/>
                <a:gd name="T8" fmla="*/ 8 w 2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07" name="Freeform 292">
              <a:extLst>
                <a:ext uri="{FF2B5EF4-FFF2-40B4-BE49-F238E27FC236}">
                  <a16:creationId xmlns:a16="http://schemas.microsoft.com/office/drawing/2014/main" id="{29FE7E3D-17C5-4367-9AD1-A16610F3C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620"/>
              <a:ext cx="4" cy="4"/>
            </a:xfrm>
            <a:custGeom>
              <a:avLst/>
              <a:gdLst>
                <a:gd name="T0" fmla="*/ 16 w 2"/>
                <a:gd name="T1" fmla="*/ 0 h 2"/>
                <a:gd name="T2" fmla="*/ 8 w 2"/>
                <a:gd name="T3" fmla="*/ 16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08" name="Freeform 293">
              <a:extLst>
                <a:ext uri="{FF2B5EF4-FFF2-40B4-BE49-F238E27FC236}">
                  <a16:creationId xmlns:a16="http://schemas.microsoft.com/office/drawing/2014/main" id="{20A302A7-3A4F-4A88-9A4B-E6597A5B6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618"/>
              <a:ext cx="6" cy="2"/>
            </a:xfrm>
            <a:custGeom>
              <a:avLst/>
              <a:gdLst>
                <a:gd name="T0" fmla="*/ 0 w 3"/>
                <a:gd name="T1" fmla="*/ 0 h 1"/>
                <a:gd name="T2" fmla="*/ 24 w 3"/>
                <a:gd name="T3" fmla="*/ 8 h 1"/>
                <a:gd name="T4" fmla="*/ 16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09" name="Freeform 294">
              <a:extLst>
                <a:ext uri="{FF2B5EF4-FFF2-40B4-BE49-F238E27FC236}">
                  <a16:creationId xmlns:a16="http://schemas.microsoft.com/office/drawing/2014/main" id="{1230C3AC-A2C5-4D7A-A08D-B3DB02968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16"/>
              <a:ext cx="10" cy="6"/>
            </a:xfrm>
            <a:custGeom>
              <a:avLst/>
              <a:gdLst>
                <a:gd name="T0" fmla="*/ 0 w 6"/>
                <a:gd name="T1" fmla="*/ 8 h 3"/>
                <a:gd name="T2" fmla="*/ 20 w 6"/>
                <a:gd name="T3" fmla="*/ 16 h 3"/>
                <a:gd name="T4" fmla="*/ 22 w 6"/>
                <a:gd name="T5" fmla="*/ 16 h 3"/>
                <a:gd name="T6" fmla="*/ 28 w 6"/>
                <a:gd name="T7" fmla="*/ 24 h 3"/>
                <a:gd name="T8" fmla="*/ 20 w 6"/>
                <a:gd name="T9" fmla="*/ 8 h 3"/>
                <a:gd name="T10" fmla="*/ 13 w 6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">
                  <a:moveTo>
                    <a:pt x="0" y="1"/>
                  </a:moveTo>
                  <a:cubicBezTo>
                    <a:pt x="2" y="1"/>
                    <a:pt x="3" y="1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1"/>
                    <a:pt x="3" y="1"/>
                    <a:pt x="3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10" name="Freeform 295">
              <a:extLst>
                <a:ext uri="{FF2B5EF4-FFF2-40B4-BE49-F238E27FC236}">
                  <a16:creationId xmlns:a16="http://schemas.microsoft.com/office/drawing/2014/main" id="{19063324-81F0-43B6-A477-4871B78E8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616"/>
              <a:ext cx="5" cy="2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8 h 1"/>
                <a:gd name="T4" fmla="*/ 8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11" name="Freeform 296">
              <a:extLst>
                <a:ext uri="{FF2B5EF4-FFF2-40B4-BE49-F238E27FC236}">
                  <a16:creationId xmlns:a16="http://schemas.microsoft.com/office/drawing/2014/main" id="{49E47280-FB5A-420D-BB14-EF9FB0CE8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614"/>
              <a:ext cx="5" cy="2"/>
            </a:xfrm>
            <a:custGeom>
              <a:avLst/>
              <a:gdLst>
                <a:gd name="T0" fmla="*/ 0 w 3"/>
                <a:gd name="T1" fmla="*/ 8 h 1"/>
                <a:gd name="T2" fmla="*/ 13 w 3"/>
                <a:gd name="T3" fmla="*/ 8 h 1"/>
                <a:gd name="T4" fmla="*/ 13 w 3"/>
                <a:gd name="T5" fmla="*/ 0 h 1"/>
                <a:gd name="T6" fmla="*/ 8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12" name="Freeform 297">
              <a:extLst>
                <a:ext uri="{FF2B5EF4-FFF2-40B4-BE49-F238E27FC236}">
                  <a16:creationId xmlns:a16="http://schemas.microsoft.com/office/drawing/2014/main" id="{25D17D27-8A1C-493D-8042-8B3F70E86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618"/>
              <a:ext cx="3" cy="2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13" name="Freeform 298">
              <a:extLst>
                <a:ext uri="{FF2B5EF4-FFF2-40B4-BE49-F238E27FC236}">
                  <a16:creationId xmlns:a16="http://schemas.microsoft.com/office/drawing/2014/main" id="{5BC1BDFC-5AA1-49F5-907D-98C335642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616"/>
              <a:ext cx="3" cy="2"/>
            </a:xfrm>
            <a:custGeom>
              <a:avLst/>
              <a:gdLst>
                <a:gd name="T0" fmla="*/ 0 w 2"/>
                <a:gd name="T1" fmla="*/ 0 h 1"/>
                <a:gd name="T2" fmla="*/ 5 w 2"/>
                <a:gd name="T3" fmla="*/ 8 h 1"/>
                <a:gd name="T4" fmla="*/ 5 w 2"/>
                <a:gd name="T5" fmla="*/ 8 h 1"/>
                <a:gd name="T6" fmla="*/ 8 w 2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14" name="Freeform 299">
              <a:extLst>
                <a:ext uri="{FF2B5EF4-FFF2-40B4-BE49-F238E27FC236}">
                  <a16:creationId xmlns:a16="http://schemas.microsoft.com/office/drawing/2014/main" id="{CFD3F45F-63EE-4D33-B0F8-808587570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616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15" name="Freeform 300">
              <a:extLst>
                <a:ext uri="{FF2B5EF4-FFF2-40B4-BE49-F238E27FC236}">
                  <a16:creationId xmlns:a16="http://schemas.microsoft.com/office/drawing/2014/main" id="{1F7AE7DA-D65B-4372-9DB3-820C5ED4C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413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16" name="Freeform 301">
              <a:extLst>
                <a:ext uri="{FF2B5EF4-FFF2-40B4-BE49-F238E27FC236}">
                  <a16:creationId xmlns:a16="http://schemas.microsoft.com/office/drawing/2014/main" id="{7DF19C11-FB00-42C8-9C76-897AF45A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413"/>
              <a:ext cx="4" cy="2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8 h 1"/>
                <a:gd name="T4" fmla="*/ 0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17" name="Freeform 302">
              <a:extLst>
                <a:ext uri="{FF2B5EF4-FFF2-40B4-BE49-F238E27FC236}">
                  <a16:creationId xmlns:a16="http://schemas.microsoft.com/office/drawing/2014/main" id="{8D1E6653-9177-4081-9569-9B33257C1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586"/>
              <a:ext cx="157" cy="45"/>
            </a:xfrm>
            <a:custGeom>
              <a:avLst/>
              <a:gdLst>
                <a:gd name="T0" fmla="*/ 0 w 88"/>
                <a:gd name="T1" fmla="*/ 0 h 24"/>
                <a:gd name="T2" fmla="*/ 500 w 88"/>
                <a:gd name="T3" fmla="*/ 10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24">
                  <a:moveTo>
                    <a:pt x="0" y="0"/>
                  </a:moveTo>
                  <a:cubicBezTo>
                    <a:pt x="5" y="3"/>
                    <a:pt x="38" y="24"/>
                    <a:pt x="88" y="1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18" name="Freeform 303">
              <a:extLst>
                <a:ext uri="{FF2B5EF4-FFF2-40B4-BE49-F238E27FC236}">
                  <a16:creationId xmlns:a16="http://schemas.microsoft.com/office/drawing/2014/main" id="{FA917E31-29E0-4AAE-816A-DE5F0504A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491"/>
              <a:ext cx="29" cy="11"/>
            </a:xfrm>
            <a:custGeom>
              <a:avLst/>
              <a:gdLst>
                <a:gd name="T0" fmla="*/ 0 w 16"/>
                <a:gd name="T1" fmla="*/ 37 h 6"/>
                <a:gd name="T2" fmla="*/ 96 w 16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3" y="5"/>
                    <a:pt x="10" y="0"/>
                    <a:pt x="16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19" name="Freeform 304">
              <a:extLst>
                <a:ext uri="{FF2B5EF4-FFF2-40B4-BE49-F238E27FC236}">
                  <a16:creationId xmlns:a16="http://schemas.microsoft.com/office/drawing/2014/main" id="{B3A4380A-2259-41FB-A440-EC11C9012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586"/>
              <a:ext cx="66" cy="24"/>
            </a:xfrm>
            <a:custGeom>
              <a:avLst/>
              <a:gdLst>
                <a:gd name="T0" fmla="*/ 0 w 37"/>
                <a:gd name="T1" fmla="*/ 81 h 13"/>
                <a:gd name="T2" fmla="*/ 210 w 3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3">
                  <a:moveTo>
                    <a:pt x="0" y="13"/>
                  </a:moveTo>
                  <a:cubicBezTo>
                    <a:pt x="10" y="11"/>
                    <a:pt x="28" y="5"/>
                    <a:pt x="37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20" name="Freeform 305">
              <a:extLst>
                <a:ext uri="{FF2B5EF4-FFF2-40B4-BE49-F238E27FC236}">
                  <a16:creationId xmlns:a16="http://schemas.microsoft.com/office/drawing/2014/main" id="{13DC50F6-BB6C-4DA8-A56E-E9D19585F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443"/>
              <a:ext cx="193" cy="150"/>
            </a:xfrm>
            <a:custGeom>
              <a:avLst/>
              <a:gdLst>
                <a:gd name="T0" fmla="*/ 309 w 108"/>
                <a:gd name="T1" fmla="*/ 509 h 79"/>
                <a:gd name="T2" fmla="*/ 413 w 108"/>
                <a:gd name="T3" fmla="*/ 518 h 79"/>
                <a:gd name="T4" fmla="*/ 457 w 108"/>
                <a:gd name="T5" fmla="*/ 513 h 79"/>
                <a:gd name="T6" fmla="*/ 479 w 108"/>
                <a:gd name="T7" fmla="*/ 541 h 79"/>
                <a:gd name="T8" fmla="*/ 575 w 108"/>
                <a:gd name="T9" fmla="*/ 458 h 79"/>
                <a:gd name="T10" fmla="*/ 572 w 108"/>
                <a:gd name="T11" fmla="*/ 253 h 79"/>
                <a:gd name="T12" fmla="*/ 495 w 108"/>
                <a:gd name="T13" fmla="*/ 116 h 79"/>
                <a:gd name="T14" fmla="*/ 377 w 108"/>
                <a:gd name="T15" fmla="*/ 0 h 79"/>
                <a:gd name="T16" fmla="*/ 309 w 108"/>
                <a:gd name="T17" fmla="*/ 15 h 79"/>
                <a:gd name="T18" fmla="*/ 309 w 108"/>
                <a:gd name="T19" fmla="*/ 15 h 79"/>
                <a:gd name="T20" fmla="*/ 239 w 108"/>
                <a:gd name="T21" fmla="*/ 0 h 79"/>
                <a:gd name="T22" fmla="*/ 122 w 108"/>
                <a:gd name="T23" fmla="*/ 116 h 79"/>
                <a:gd name="T24" fmla="*/ 52 w 108"/>
                <a:gd name="T25" fmla="*/ 253 h 79"/>
                <a:gd name="T26" fmla="*/ 41 w 108"/>
                <a:gd name="T27" fmla="*/ 458 h 79"/>
                <a:gd name="T28" fmla="*/ 138 w 108"/>
                <a:gd name="T29" fmla="*/ 541 h 79"/>
                <a:gd name="T30" fmla="*/ 159 w 108"/>
                <a:gd name="T31" fmla="*/ 513 h 79"/>
                <a:gd name="T32" fmla="*/ 204 w 108"/>
                <a:gd name="T33" fmla="*/ 518 h 79"/>
                <a:gd name="T34" fmla="*/ 309 w 108"/>
                <a:gd name="T35" fmla="*/ 509 h 7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8" h="79">
                  <a:moveTo>
                    <a:pt x="54" y="74"/>
                  </a:moveTo>
                  <a:cubicBezTo>
                    <a:pt x="62" y="74"/>
                    <a:pt x="68" y="75"/>
                    <a:pt x="72" y="76"/>
                  </a:cubicBezTo>
                  <a:cubicBezTo>
                    <a:pt x="76" y="76"/>
                    <a:pt x="78" y="75"/>
                    <a:pt x="80" y="75"/>
                  </a:cubicBezTo>
                  <a:cubicBezTo>
                    <a:pt x="82" y="75"/>
                    <a:pt x="83" y="77"/>
                    <a:pt x="84" y="79"/>
                  </a:cubicBezTo>
                  <a:cubicBezTo>
                    <a:pt x="84" y="79"/>
                    <a:pt x="95" y="75"/>
                    <a:pt x="101" y="67"/>
                  </a:cubicBezTo>
                  <a:cubicBezTo>
                    <a:pt x="108" y="59"/>
                    <a:pt x="105" y="44"/>
                    <a:pt x="100" y="37"/>
                  </a:cubicBezTo>
                  <a:cubicBezTo>
                    <a:pt x="96" y="31"/>
                    <a:pt x="92" y="24"/>
                    <a:pt x="87" y="17"/>
                  </a:cubicBezTo>
                  <a:cubicBezTo>
                    <a:pt x="83" y="10"/>
                    <a:pt x="77" y="0"/>
                    <a:pt x="66" y="0"/>
                  </a:cubicBezTo>
                  <a:cubicBezTo>
                    <a:pt x="55" y="0"/>
                    <a:pt x="61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48" y="2"/>
                    <a:pt x="53" y="0"/>
                    <a:pt x="42" y="0"/>
                  </a:cubicBezTo>
                  <a:cubicBezTo>
                    <a:pt x="32" y="0"/>
                    <a:pt x="26" y="10"/>
                    <a:pt x="21" y="17"/>
                  </a:cubicBezTo>
                  <a:cubicBezTo>
                    <a:pt x="17" y="24"/>
                    <a:pt x="12" y="31"/>
                    <a:pt x="9" y="37"/>
                  </a:cubicBezTo>
                  <a:cubicBezTo>
                    <a:pt x="4" y="44"/>
                    <a:pt x="0" y="59"/>
                    <a:pt x="7" y="67"/>
                  </a:cubicBezTo>
                  <a:cubicBezTo>
                    <a:pt x="14" y="75"/>
                    <a:pt x="24" y="79"/>
                    <a:pt x="24" y="79"/>
                  </a:cubicBezTo>
                  <a:cubicBezTo>
                    <a:pt x="25" y="77"/>
                    <a:pt x="26" y="75"/>
                    <a:pt x="28" y="75"/>
                  </a:cubicBezTo>
                  <a:cubicBezTo>
                    <a:pt x="30" y="75"/>
                    <a:pt x="33" y="76"/>
                    <a:pt x="36" y="76"/>
                  </a:cubicBezTo>
                  <a:cubicBezTo>
                    <a:pt x="41" y="75"/>
                    <a:pt x="47" y="74"/>
                    <a:pt x="54" y="74"/>
                  </a:cubicBezTo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21" name="Freeform 306">
              <a:extLst>
                <a:ext uri="{FF2B5EF4-FFF2-40B4-BE49-F238E27FC236}">
                  <a16:creationId xmlns:a16="http://schemas.microsoft.com/office/drawing/2014/main" id="{EAC09794-DC50-40EE-B60C-B719D360A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445"/>
              <a:ext cx="163" cy="145"/>
            </a:xfrm>
            <a:custGeom>
              <a:avLst/>
              <a:gdLst>
                <a:gd name="T0" fmla="*/ 516 w 91"/>
                <a:gd name="T1" fmla="*/ 328 h 76"/>
                <a:gd name="T2" fmla="*/ 507 w 91"/>
                <a:gd name="T3" fmla="*/ 277 h 76"/>
                <a:gd name="T4" fmla="*/ 487 w 91"/>
                <a:gd name="T5" fmla="*/ 244 h 76"/>
                <a:gd name="T6" fmla="*/ 471 w 91"/>
                <a:gd name="T7" fmla="*/ 216 h 76"/>
                <a:gd name="T8" fmla="*/ 487 w 91"/>
                <a:gd name="T9" fmla="*/ 269 h 76"/>
                <a:gd name="T10" fmla="*/ 482 w 91"/>
                <a:gd name="T11" fmla="*/ 345 h 76"/>
                <a:gd name="T12" fmla="*/ 437 w 91"/>
                <a:gd name="T13" fmla="*/ 452 h 76"/>
                <a:gd name="T14" fmla="*/ 401 w 91"/>
                <a:gd name="T15" fmla="*/ 473 h 76"/>
                <a:gd name="T16" fmla="*/ 362 w 91"/>
                <a:gd name="T17" fmla="*/ 473 h 76"/>
                <a:gd name="T18" fmla="*/ 321 w 91"/>
                <a:gd name="T19" fmla="*/ 458 h 76"/>
                <a:gd name="T20" fmla="*/ 317 w 91"/>
                <a:gd name="T21" fmla="*/ 404 h 76"/>
                <a:gd name="T22" fmla="*/ 283 w 91"/>
                <a:gd name="T23" fmla="*/ 481 h 76"/>
                <a:gd name="T24" fmla="*/ 276 w 91"/>
                <a:gd name="T25" fmla="*/ 481 h 76"/>
                <a:gd name="T26" fmla="*/ 260 w 91"/>
                <a:gd name="T27" fmla="*/ 397 h 76"/>
                <a:gd name="T28" fmla="*/ 260 w 91"/>
                <a:gd name="T29" fmla="*/ 313 h 76"/>
                <a:gd name="T30" fmla="*/ 247 w 91"/>
                <a:gd name="T31" fmla="*/ 69 h 76"/>
                <a:gd name="T32" fmla="*/ 247 w 91"/>
                <a:gd name="T33" fmla="*/ 55 h 76"/>
                <a:gd name="T34" fmla="*/ 254 w 91"/>
                <a:gd name="T35" fmla="*/ 40 h 76"/>
                <a:gd name="T36" fmla="*/ 276 w 91"/>
                <a:gd name="T37" fmla="*/ 0 h 76"/>
                <a:gd name="T38" fmla="*/ 224 w 91"/>
                <a:gd name="T39" fmla="*/ 15 h 76"/>
                <a:gd name="T40" fmla="*/ 167 w 91"/>
                <a:gd name="T41" fmla="*/ 15 h 76"/>
                <a:gd name="T42" fmla="*/ 202 w 91"/>
                <a:gd name="T43" fmla="*/ 21 h 76"/>
                <a:gd name="T44" fmla="*/ 231 w 91"/>
                <a:gd name="T45" fmla="*/ 313 h 76"/>
                <a:gd name="T46" fmla="*/ 161 w 91"/>
                <a:gd name="T47" fmla="*/ 466 h 76"/>
                <a:gd name="T48" fmla="*/ 131 w 91"/>
                <a:gd name="T49" fmla="*/ 466 h 76"/>
                <a:gd name="T50" fmla="*/ 102 w 91"/>
                <a:gd name="T51" fmla="*/ 473 h 76"/>
                <a:gd name="T52" fmla="*/ 57 w 91"/>
                <a:gd name="T53" fmla="*/ 466 h 76"/>
                <a:gd name="T54" fmla="*/ 29 w 91"/>
                <a:gd name="T55" fmla="*/ 488 h 76"/>
                <a:gd name="T56" fmla="*/ 0 w 91"/>
                <a:gd name="T57" fmla="*/ 481 h 76"/>
                <a:gd name="T58" fmla="*/ 0 w 91"/>
                <a:gd name="T59" fmla="*/ 481 h 76"/>
                <a:gd name="T60" fmla="*/ 29 w 91"/>
                <a:gd name="T61" fmla="*/ 513 h 76"/>
                <a:gd name="T62" fmla="*/ 68 w 91"/>
                <a:gd name="T63" fmla="*/ 528 h 76"/>
                <a:gd name="T64" fmla="*/ 81 w 91"/>
                <a:gd name="T65" fmla="*/ 513 h 76"/>
                <a:gd name="T66" fmla="*/ 102 w 91"/>
                <a:gd name="T67" fmla="*/ 506 h 76"/>
                <a:gd name="T68" fmla="*/ 145 w 91"/>
                <a:gd name="T69" fmla="*/ 513 h 76"/>
                <a:gd name="T70" fmla="*/ 183 w 91"/>
                <a:gd name="T71" fmla="*/ 506 h 76"/>
                <a:gd name="T72" fmla="*/ 211 w 91"/>
                <a:gd name="T73" fmla="*/ 506 h 76"/>
                <a:gd name="T74" fmla="*/ 312 w 91"/>
                <a:gd name="T75" fmla="*/ 498 h 76"/>
                <a:gd name="T76" fmla="*/ 369 w 91"/>
                <a:gd name="T77" fmla="*/ 506 h 76"/>
                <a:gd name="T78" fmla="*/ 392 w 91"/>
                <a:gd name="T79" fmla="*/ 506 h 76"/>
                <a:gd name="T80" fmla="*/ 414 w 91"/>
                <a:gd name="T81" fmla="*/ 513 h 76"/>
                <a:gd name="T82" fmla="*/ 471 w 91"/>
                <a:gd name="T83" fmla="*/ 481 h 76"/>
                <a:gd name="T84" fmla="*/ 516 w 91"/>
                <a:gd name="T85" fmla="*/ 404 h 76"/>
                <a:gd name="T86" fmla="*/ 516 w 91"/>
                <a:gd name="T87" fmla="*/ 328 h 7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91" h="76">
                  <a:moveTo>
                    <a:pt x="90" y="47"/>
                  </a:moveTo>
                  <a:cubicBezTo>
                    <a:pt x="90" y="45"/>
                    <a:pt x="89" y="43"/>
                    <a:pt x="88" y="40"/>
                  </a:cubicBezTo>
                  <a:cubicBezTo>
                    <a:pt x="88" y="38"/>
                    <a:pt x="86" y="37"/>
                    <a:pt x="85" y="35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2" y="34"/>
                    <a:pt x="84" y="36"/>
                    <a:pt x="85" y="39"/>
                  </a:cubicBezTo>
                  <a:cubicBezTo>
                    <a:pt x="85" y="43"/>
                    <a:pt x="85" y="46"/>
                    <a:pt x="84" y="50"/>
                  </a:cubicBezTo>
                  <a:cubicBezTo>
                    <a:pt x="82" y="54"/>
                    <a:pt x="80" y="62"/>
                    <a:pt x="76" y="65"/>
                  </a:cubicBezTo>
                  <a:cubicBezTo>
                    <a:pt x="74" y="65"/>
                    <a:pt x="72" y="67"/>
                    <a:pt x="70" y="68"/>
                  </a:cubicBezTo>
                  <a:cubicBezTo>
                    <a:pt x="68" y="68"/>
                    <a:pt x="65" y="68"/>
                    <a:pt x="63" y="68"/>
                  </a:cubicBezTo>
                  <a:cubicBezTo>
                    <a:pt x="60" y="68"/>
                    <a:pt x="58" y="68"/>
                    <a:pt x="56" y="66"/>
                  </a:cubicBezTo>
                  <a:cubicBezTo>
                    <a:pt x="54" y="64"/>
                    <a:pt x="55" y="60"/>
                    <a:pt x="55" y="58"/>
                  </a:cubicBezTo>
                  <a:cubicBezTo>
                    <a:pt x="54" y="61"/>
                    <a:pt x="54" y="68"/>
                    <a:pt x="49" y="69"/>
                  </a:cubicBezTo>
                  <a:cubicBezTo>
                    <a:pt x="49" y="69"/>
                    <a:pt x="48" y="69"/>
                    <a:pt x="48" y="69"/>
                  </a:cubicBezTo>
                  <a:cubicBezTo>
                    <a:pt x="46" y="67"/>
                    <a:pt x="45" y="62"/>
                    <a:pt x="45" y="57"/>
                  </a:cubicBezTo>
                  <a:cubicBezTo>
                    <a:pt x="45" y="52"/>
                    <a:pt x="45" y="48"/>
                    <a:pt x="45" y="45"/>
                  </a:cubicBezTo>
                  <a:cubicBezTo>
                    <a:pt x="44" y="37"/>
                    <a:pt x="45" y="17"/>
                    <a:pt x="43" y="10"/>
                  </a:cubicBezTo>
                  <a:cubicBezTo>
                    <a:pt x="43" y="9"/>
                    <a:pt x="43" y="9"/>
                    <a:pt x="43" y="8"/>
                  </a:cubicBezTo>
                  <a:cubicBezTo>
                    <a:pt x="43" y="8"/>
                    <a:pt x="44" y="7"/>
                    <a:pt x="44" y="6"/>
                  </a:cubicBezTo>
                  <a:cubicBezTo>
                    <a:pt x="45" y="3"/>
                    <a:pt x="46" y="2"/>
                    <a:pt x="48" y="0"/>
                  </a:cubicBezTo>
                  <a:cubicBezTo>
                    <a:pt x="45" y="1"/>
                    <a:pt x="42" y="2"/>
                    <a:pt x="39" y="2"/>
                  </a:cubicBezTo>
                  <a:cubicBezTo>
                    <a:pt x="36" y="1"/>
                    <a:pt x="32" y="0"/>
                    <a:pt x="29" y="2"/>
                  </a:cubicBezTo>
                  <a:cubicBezTo>
                    <a:pt x="31" y="1"/>
                    <a:pt x="33" y="2"/>
                    <a:pt x="35" y="3"/>
                  </a:cubicBezTo>
                  <a:cubicBezTo>
                    <a:pt x="39" y="5"/>
                    <a:pt x="42" y="17"/>
                    <a:pt x="40" y="45"/>
                  </a:cubicBezTo>
                  <a:cubicBezTo>
                    <a:pt x="39" y="52"/>
                    <a:pt x="36" y="64"/>
                    <a:pt x="28" y="67"/>
                  </a:cubicBezTo>
                  <a:cubicBezTo>
                    <a:pt x="26" y="67"/>
                    <a:pt x="25" y="67"/>
                    <a:pt x="23" y="67"/>
                  </a:cubicBezTo>
                  <a:cubicBezTo>
                    <a:pt x="21" y="68"/>
                    <a:pt x="20" y="68"/>
                    <a:pt x="18" y="68"/>
                  </a:cubicBezTo>
                  <a:cubicBezTo>
                    <a:pt x="15" y="68"/>
                    <a:pt x="13" y="66"/>
                    <a:pt x="10" y="67"/>
                  </a:cubicBezTo>
                  <a:cubicBezTo>
                    <a:pt x="8" y="67"/>
                    <a:pt x="7" y="69"/>
                    <a:pt x="5" y="70"/>
                  </a:cubicBezTo>
                  <a:cubicBezTo>
                    <a:pt x="4" y="70"/>
                    <a:pt x="1" y="70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1"/>
                    <a:pt x="3" y="73"/>
                    <a:pt x="5" y="74"/>
                  </a:cubicBezTo>
                  <a:cubicBezTo>
                    <a:pt x="7" y="74"/>
                    <a:pt x="11" y="76"/>
                    <a:pt x="12" y="76"/>
                  </a:cubicBezTo>
                  <a:cubicBezTo>
                    <a:pt x="13" y="76"/>
                    <a:pt x="13" y="74"/>
                    <a:pt x="14" y="74"/>
                  </a:cubicBezTo>
                  <a:cubicBezTo>
                    <a:pt x="15" y="73"/>
                    <a:pt x="16" y="73"/>
                    <a:pt x="18" y="73"/>
                  </a:cubicBezTo>
                  <a:cubicBezTo>
                    <a:pt x="20" y="73"/>
                    <a:pt x="22" y="74"/>
                    <a:pt x="25" y="74"/>
                  </a:cubicBezTo>
                  <a:cubicBezTo>
                    <a:pt x="27" y="74"/>
                    <a:pt x="30" y="73"/>
                    <a:pt x="32" y="73"/>
                  </a:cubicBezTo>
                  <a:cubicBezTo>
                    <a:pt x="34" y="73"/>
                    <a:pt x="35" y="73"/>
                    <a:pt x="37" y="73"/>
                  </a:cubicBezTo>
                  <a:cubicBezTo>
                    <a:pt x="43" y="73"/>
                    <a:pt x="48" y="72"/>
                    <a:pt x="54" y="72"/>
                  </a:cubicBezTo>
                  <a:cubicBezTo>
                    <a:pt x="57" y="73"/>
                    <a:pt x="60" y="74"/>
                    <a:pt x="64" y="73"/>
                  </a:cubicBezTo>
                  <a:cubicBezTo>
                    <a:pt x="65" y="73"/>
                    <a:pt x="67" y="73"/>
                    <a:pt x="68" y="73"/>
                  </a:cubicBezTo>
                  <a:cubicBezTo>
                    <a:pt x="70" y="73"/>
                    <a:pt x="70" y="74"/>
                    <a:pt x="72" y="74"/>
                  </a:cubicBezTo>
                  <a:cubicBezTo>
                    <a:pt x="75" y="76"/>
                    <a:pt x="80" y="72"/>
                    <a:pt x="82" y="69"/>
                  </a:cubicBezTo>
                  <a:cubicBezTo>
                    <a:pt x="86" y="66"/>
                    <a:pt x="90" y="64"/>
                    <a:pt x="90" y="58"/>
                  </a:cubicBezTo>
                  <a:cubicBezTo>
                    <a:pt x="91" y="54"/>
                    <a:pt x="90" y="51"/>
                    <a:pt x="90" y="47"/>
                  </a:cubicBezTo>
                  <a:close/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22" name="Freeform 307">
              <a:extLst>
                <a:ext uri="{FF2B5EF4-FFF2-40B4-BE49-F238E27FC236}">
                  <a16:creationId xmlns:a16="http://schemas.microsoft.com/office/drawing/2014/main" id="{EFCF8677-E068-4F62-95C2-A86EB164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451"/>
              <a:ext cx="7" cy="83"/>
            </a:xfrm>
            <a:custGeom>
              <a:avLst/>
              <a:gdLst>
                <a:gd name="T0" fmla="*/ 21 w 4"/>
                <a:gd name="T1" fmla="*/ 0 h 44"/>
                <a:gd name="T2" fmla="*/ 7 w 4"/>
                <a:gd name="T3" fmla="*/ 60 h 44"/>
                <a:gd name="T4" fmla="*/ 12 w 4"/>
                <a:gd name="T5" fmla="*/ 296 h 44"/>
                <a:gd name="T6" fmla="*/ 16 w 4"/>
                <a:gd name="T7" fmla="*/ 68 h 44"/>
                <a:gd name="T8" fmla="*/ 21 w 4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4">
                  <a:moveTo>
                    <a:pt x="4" y="0"/>
                  </a:moveTo>
                  <a:cubicBezTo>
                    <a:pt x="1" y="2"/>
                    <a:pt x="0" y="4"/>
                    <a:pt x="1" y="9"/>
                  </a:cubicBezTo>
                  <a:cubicBezTo>
                    <a:pt x="2" y="15"/>
                    <a:pt x="2" y="39"/>
                    <a:pt x="2" y="44"/>
                  </a:cubicBezTo>
                  <a:cubicBezTo>
                    <a:pt x="3" y="41"/>
                    <a:pt x="3" y="13"/>
                    <a:pt x="3" y="10"/>
                  </a:cubicBezTo>
                  <a:cubicBezTo>
                    <a:pt x="2" y="6"/>
                    <a:pt x="2" y="2"/>
                    <a:pt x="4" y="0"/>
                  </a:cubicBezTo>
                  <a:close/>
                </a:path>
              </a:pathLst>
            </a:custGeom>
            <a:solidFill>
              <a:srgbClr val="FFF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23" name="Freeform 308">
              <a:extLst>
                <a:ext uri="{FF2B5EF4-FFF2-40B4-BE49-F238E27FC236}">
                  <a16:creationId xmlns:a16="http://schemas.microsoft.com/office/drawing/2014/main" id="{344AE9B0-D971-4317-9550-6578AEF10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449"/>
              <a:ext cx="31" cy="32"/>
            </a:xfrm>
            <a:custGeom>
              <a:avLst/>
              <a:gdLst>
                <a:gd name="T0" fmla="*/ 104 w 17"/>
                <a:gd name="T1" fmla="*/ 0 h 17"/>
                <a:gd name="T2" fmla="*/ 0 w 17"/>
                <a:gd name="T3" fmla="*/ 1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7" y="0"/>
                  </a:moveTo>
                  <a:cubicBezTo>
                    <a:pt x="11" y="1"/>
                    <a:pt x="5" y="9"/>
                    <a:pt x="0" y="17"/>
                  </a:cubicBezTo>
                </a:path>
              </a:pathLst>
            </a:custGeom>
            <a:solidFill>
              <a:srgbClr val="FFF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24" name="Freeform 309">
              <a:extLst>
                <a:ext uri="{FF2B5EF4-FFF2-40B4-BE49-F238E27FC236}">
                  <a16:creationId xmlns:a16="http://schemas.microsoft.com/office/drawing/2014/main" id="{620384D2-46A8-4537-B69E-B4A8E7D69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517"/>
              <a:ext cx="82" cy="71"/>
            </a:xfrm>
            <a:custGeom>
              <a:avLst/>
              <a:gdLst>
                <a:gd name="T0" fmla="*/ 232 w 46"/>
                <a:gd name="T1" fmla="*/ 0 h 37"/>
                <a:gd name="T2" fmla="*/ 248 w 46"/>
                <a:gd name="T3" fmla="*/ 161 h 37"/>
                <a:gd name="T4" fmla="*/ 159 w 46"/>
                <a:gd name="T5" fmla="*/ 253 h 37"/>
                <a:gd name="T6" fmla="*/ 114 w 46"/>
                <a:gd name="T7" fmla="*/ 248 h 37"/>
                <a:gd name="T8" fmla="*/ 57 w 46"/>
                <a:gd name="T9" fmla="*/ 248 h 37"/>
                <a:gd name="T10" fmla="*/ 0 w 46"/>
                <a:gd name="T11" fmla="*/ 240 h 37"/>
                <a:gd name="T12" fmla="*/ 73 w 46"/>
                <a:gd name="T13" fmla="*/ 240 h 37"/>
                <a:gd name="T14" fmla="*/ 146 w 46"/>
                <a:gd name="T15" fmla="*/ 232 h 37"/>
                <a:gd name="T16" fmla="*/ 216 w 46"/>
                <a:gd name="T17" fmla="*/ 184 h 37"/>
                <a:gd name="T18" fmla="*/ 232 w 46"/>
                <a:gd name="T19" fmla="*/ 0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37">
                  <a:moveTo>
                    <a:pt x="41" y="0"/>
                  </a:moveTo>
                  <a:cubicBezTo>
                    <a:pt x="44" y="5"/>
                    <a:pt x="46" y="16"/>
                    <a:pt x="44" y="23"/>
                  </a:cubicBezTo>
                  <a:cubicBezTo>
                    <a:pt x="41" y="29"/>
                    <a:pt x="32" y="36"/>
                    <a:pt x="28" y="36"/>
                  </a:cubicBezTo>
                  <a:cubicBezTo>
                    <a:pt x="25" y="37"/>
                    <a:pt x="23" y="34"/>
                    <a:pt x="20" y="35"/>
                  </a:cubicBezTo>
                  <a:cubicBezTo>
                    <a:pt x="18" y="35"/>
                    <a:pt x="15" y="35"/>
                    <a:pt x="10" y="35"/>
                  </a:cubicBezTo>
                  <a:cubicBezTo>
                    <a:pt x="6" y="35"/>
                    <a:pt x="2" y="34"/>
                    <a:pt x="0" y="34"/>
                  </a:cubicBezTo>
                  <a:cubicBezTo>
                    <a:pt x="3" y="34"/>
                    <a:pt x="8" y="34"/>
                    <a:pt x="13" y="34"/>
                  </a:cubicBezTo>
                  <a:cubicBezTo>
                    <a:pt x="18" y="34"/>
                    <a:pt x="22" y="32"/>
                    <a:pt x="26" y="33"/>
                  </a:cubicBezTo>
                  <a:cubicBezTo>
                    <a:pt x="30" y="34"/>
                    <a:pt x="33" y="32"/>
                    <a:pt x="38" y="26"/>
                  </a:cubicBezTo>
                  <a:cubicBezTo>
                    <a:pt x="44" y="20"/>
                    <a:pt x="46" y="10"/>
                    <a:pt x="41" y="0"/>
                  </a:cubicBezTo>
                  <a:close/>
                </a:path>
              </a:pathLst>
            </a:custGeom>
            <a:solidFill>
              <a:srgbClr val="FBC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25" name="Freeform 310">
              <a:extLst>
                <a:ext uri="{FF2B5EF4-FFF2-40B4-BE49-F238E27FC236}">
                  <a16:creationId xmlns:a16="http://schemas.microsoft.com/office/drawing/2014/main" id="{825F5F9C-449B-4DEA-AB9C-3FC6EB8AF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53"/>
              <a:ext cx="11" cy="123"/>
            </a:xfrm>
            <a:custGeom>
              <a:avLst/>
              <a:gdLst>
                <a:gd name="T0" fmla="*/ 20 w 6"/>
                <a:gd name="T1" fmla="*/ 0 h 65"/>
                <a:gd name="T2" fmla="*/ 13 w 6"/>
                <a:gd name="T3" fmla="*/ 115 h 65"/>
                <a:gd name="T4" fmla="*/ 20 w 6"/>
                <a:gd name="T5" fmla="*/ 365 h 65"/>
                <a:gd name="T6" fmla="*/ 37 w 6"/>
                <a:gd name="T7" fmla="*/ 441 h 65"/>
                <a:gd name="T8" fmla="*/ 13 w 6"/>
                <a:gd name="T9" fmla="*/ 350 h 65"/>
                <a:gd name="T10" fmla="*/ 0 w 6"/>
                <a:gd name="T11" fmla="*/ 68 h 65"/>
                <a:gd name="T12" fmla="*/ 20 w 6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65">
                  <a:moveTo>
                    <a:pt x="3" y="0"/>
                  </a:moveTo>
                  <a:cubicBezTo>
                    <a:pt x="1" y="3"/>
                    <a:pt x="1" y="9"/>
                    <a:pt x="2" y="17"/>
                  </a:cubicBezTo>
                  <a:cubicBezTo>
                    <a:pt x="2" y="25"/>
                    <a:pt x="3" y="48"/>
                    <a:pt x="3" y="54"/>
                  </a:cubicBezTo>
                  <a:cubicBezTo>
                    <a:pt x="3" y="61"/>
                    <a:pt x="5" y="64"/>
                    <a:pt x="6" y="65"/>
                  </a:cubicBezTo>
                  <a:cubicBezTo>
                    <a:pt x="4" y="64"/>
                    <a:pt x="2" y="61"/>
                    <a:pt x="2" y="52"/>
                  </a:cubicBezTo>
                  <a:cubicBezTo>
                    <a:pt x="1" y="43"/>
                    <a:pt x="0" y="18"/>
                    <a:pt x="0" y="10"/>
                  </a:cubicBezTo>
                  <a:cubicBezTo>
                    <a:pt x="0" y="3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BC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26" name="Freeform 311">
              <a:extLst>
                <a:ext uri="{FF2B5EF4-FFF2-40B4-BE49-F238E27FC236}">
                  <a16:creationId xmlns:a16="http://schemas.microsoft.com/office/drawing/2014/main" id="{CAE16A92-D70E-47F0-A17B-BB9E10C8B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578"/>
              <a:ext cx="104" cy="12"/>
            </a:xfrm>
            <a:custGeom>
              <a:avLst/>
              <a:gdLst>
                <a:gd name="T0" fmla="*/ 65 w 58"/>
                <a:gd name="T1" fmla="*/ 24 h 6"/>
                <a:gd name="T2" fmla="*/ 126 w 58"/>
                <a:gd name="T3" fmla="*/ 24 h 6"/>
                <a:gd name="T4" fmla="*/ 226 w 58"/>
                <a:gd name="T5" fmla="*/ 16 h 6"/>
                <a:gd name="T6" fmla="*/ 334 w 58"/>
                <a:gd name="T7" fmla="*/ 24 h 6"/>
                <a:gd name="T8" fmla="*/ 260 w 58"/>
                <a:gd name="T9" fmla="*/ 8 h 6"/>
                <a:gd name="T10" fmla="*/ 174 w 58"/>
                <a:gd name="T11" fmla="*/ 0 h 6"/>
                <a:gd name="T12" fmla="*/ 41 w 58"/>
                <a:gd name="T13" fmla="*/ 24 h 6"/>
                <a:gd name="T14" fmla="*/ 0 w 58"/>
                <a:gd name="T15" fmla="*/ 16 h 6"/>
                <a:gd name="T16" fmla="*/ 45 w 58"/>
                <a:gd name="T17" fmla="*/ 40 h 6"/>
                <a:gd name="T18" fmla="*/ 65 w 58"/>
                <a:gd name="T19" fmla="*/ 24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">
                  <a:moveTo>
                    <a:pt x="11" y="3"/>
                  </a:moveTo>
                  <a:cubicBezTo>
                    <a:pt x="14" y="2"/>
                    <a:pt x="17" y="4"/>
                    <a:pt x="22" y="3"/>
                  </a:cubicBezTo>
                  <a:cubicBezTo>
                    <a:pt x="27" y="3"/>
                    <a:pt x="33" y="2"/>
                    <a:pt x="39" y="2"/>
                  </a:cubicBezTo>
                  <a:cubicBezTo>
                    <a:pt x="45" y="2"/>
                    <a:pt x="54" y="3"/>
                    <a:pt x="58" y="3"/>
                  </a:cubicBezTo>
                  <a:cubicBezTo>
                    <a:pt x="54" y="3"/>
                    <a:pt x="49" y="2"/>
                    <a:pt x="45" y="1"/>
                  </a:cubicBezTo>
                  <a:cubicBezTo>
                    <a:pt x="41" y="0"/>
                    <a:pt x="33" y="0"/>
                    <a:pt x="30" y="0"/>
                  </a:cubicBezTo>
                  <a:cubicBezTo>
                    <a:pt x="26" y="1"/>
                    <a:pt x="11" y="0"/>
                    <a:pt x="7" y="3"/>
                  </a:cubicBezTo>
                  <a:cubicBezTo>
                    <a:pt x="5" y="5"/>
                    <a:pt x="1" y="2"/>
                    <a:pt x="0" y="2"/>
                  </a:cubicBezTo>
                  <a:cubicBezTo>
                    <a:pt x="4" y="4"/>
                    <a:pt x="6" y="6"/>
                    <a:pt x="8" y="5"/>
                  </a:cubicBezTo>
                  <a:cubicBezTo>
                    <a:pt x="10" y="4"/>
                    <a:pt x="9" y="4"/>
                    <a:pt x="11" y="3"/>
                  </a:cubicBezTo>
                  <a:close/>
                </a:path>
              </a:pathLst>
            </a:custGeom>
            <a:solidFill>
              <a:srgbClr val="FBC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27" name="Freeform 312">
              <a:extLst>
                <a:ext uri="{FF2B5EF4-FFF2-40B4-BE49-F238E27FC236}">
                  <a16:creationId xmlns:a16="http://schemas.microsoft.com/office/drawing/2014/main" id="{55F97F01-5B48-4741-A823-6471B5E10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512"/>
              <a:ext cx="8" cy="17"/>
            </a:xfrm>
            <a:custGeom>
              <a:avLst/>
              <a:gdLst>
                <a:gd name="T0" fmla="*/ 24 w 4"/>
                <a:gd name="T1" fmla="*/ 0 h 9"/>
                <a:gd name="T2" fmla="*/ 0 w 4"/>
                <a:gd name="T3" fmla="*/ 60 h 9"/>
                <a:gd name="T4" fmla="*/ 24 w 4"/>
                <a:gd name="T5" fmla="*/ 28 h 9"/>
                <a:gd name="T6" fmla="*/ 32 w 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3" y="0"/>
                  </a:moveTo>
                  <a:cubicBezTo>
                    <a:pt x="1" y="3"/>
                    <a:pt x="0" y="5"/>
                    <a:pt x="0" y="9"/>
                  </a:cubicBezTo>
                  <a:cubicBezTo>
                    <a:pt x="1" y="7"/>
                    <a:pt x="2" y="5"/>
                    <a:pt x="3" y="4"/>
                  </a:cubicBezTo>
                  <a:cubicBezTo>
                    <a:pt x="4" y="2"/>
                    <a:pt x="4" y="2"/>
                    <a:pt x="4" y="0"/>
                  </a:cubicBezTo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28" name="Freeform 313">
              <a:extLst>
                <a:ext uri="{FF2B5EF4-FFF2-40B4-BE49-F238E27FC236}">
                  <a16:creationId xmlns:a16="http://schemas.microsoft.com/office/drawing/2014/main" id="{B29199D1-0200-48E3-99A0-6AA5CFE01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510"/>
              <a:ext cx="17" cy="32"/>
            </a:xfrm>
            <a:custGeom>
              <a:avLst/>
              <a:gdLst>
                <a:gd name="T0" fmla="*/ 0 w 10"/>
                <a:gd name="T1" fmla="*/ 0 h 17"/>
                <a:gd name="T2" fmla="*/ 15 w 10"/>
                <a:gd name="T3" fmla="*/ 21 h 17"/>
                <a:gd name="T4" fmla="*/ 41 w 10"/>
                <a:gd name="T5" fmla="*/ 32 h 17"/>
                <a:gd name="T6" fmla="*/ 34 w 10"/>
                <a:gd name="T7" fmla="*/ 113 h 17"/>
                <a:gd name="T8" fmla="*/ 29 w 10"/>
                <a:gd name="T9" fmla="*/ 45 h 17"/>
                <a:gd name="T10" fmla="*/ 5 w 10"/>
                <a:gd name="T11" fmla="*/ 1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1" y="1"/>
                    <a:pt x="2" y="3"/>
                    <a:pt x="3" y="3"/>
                  </a:cubicBezTo>
                  <a:cubicBezTo>
                    <a:pt x="5" y="4"/>
                    <a:pt x="7" y="4"/>
                    <a:pt x="8" y="5"/>
                  </a:cubicBezTo>
                  <a:cubicBezTo>
                    <a:pt x="10" y="6"/>
                    <a:pt x="7" y="15"/>
                    <a:pt x="7" y="17"/>
                  </a:cubicBezTo>
                  <a:cubicBezTo>
                    <a:pt x="6" y="14"/>
                    <a:pt x="8" y="10"/>
                    <a:pt x="6" y="7"/>
                  </a:cubicBezTo>
                  <a:cubicBezTo>
                    <a:pt x="5" y="5"/>
                    <a:pt x="2" y="4"/>
                    <a:pt x="1" y="2"/>
                  </a:cubicBezTo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29" name="Freeform 314">
              <a:extLst>
                <a:ext uri="{FF2B5EF4-FFF2-40B4-BE49-F238E27FC236}">
                  <a16:creationId xmlns:a16="http://schemas.microsoft.com/office/drawing/2014/main" id="{00753D9B-6ED7-4390-AD38-73ED74199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453"/>
              <a:ext cx="27" cy="40"/>
            </a:xfrm>
            <a:custGeom>
              <a:avLst/>
              <a:gdLst>
                <a:gd name="T0" fmla="*/ 0 w 15"/>
                <a:gd name="T1" fmla="*/ 0 h 21"/>
                <a:gd name="T2" fmla="*/ 81 w 15"/>
                <a:gd name="T3" fmla="*/ 131 h 21"/>
                <a:gd name="T4" fmla="*/ 65 w 15"/>
                <a:gd name="T5" fmla="*/ 145 h 21"/>
                <a:gd name="T6" fmla="*/ 45 w 15"/>
                <a:gd name="T7" fmla="*/ 84 h 21"/>
                <a:gd name="T8" fmla="*/ 0 w 1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4" y="3"/>
                    <a:pt x="12" y="15"/>
                    <a:pt x="14" y="19"/>
                  </a:cubicBezTo>
                  <a:cubicBezTo>
                    <a:pt x="15" y="20"/>
                    <a:pt x="11" y="21"/>
                    <a:pt x="11" y="21"/>
                  </a:cubicBezTo>
                  <a:cubicBezTo>
                    <a:pt x="12" y="19"/>
                    <a:pt x="9" y="14"/>
                    <a:pt x="8" y="12"/>
                  </a:cubicBezTo>
                  <a:cubicBezTo>
                    <a:pt x="5" y="8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30" name="Freeform 315">
              <a:extLst>
                <a:ext uri="{FF2B5EF4-FFF2-40B4-BE49-F238E27FC236}">
                  <a16:creationId xmlns:a16="http://schemas.microsoft.com/office/drawing/2014/main" id="{4E8FC037-06F8-43B0-BA22-6B5A2400E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454"/>
              <a:ext cx="3" cy="48"/>
            </a:xfrm>
            <a:custGeom>
              <a:avLst/>
              <a:gdLst>
                <a:gd name="T0" fmla="*/ 8 w 2"/>
                <a:gd name="T1" fmla="*/ 0 h 25"/>
                <a:gd name="T2" fmla="*/ 0 w 2"/>
                <a:gd name="T3" fmla="*/ 63 h 25"/>
                <a:gd name="T4" fmla="*/ 8 w 2"/>
                <a:gd name="T5" fmla="*/ 177 h 25"/>
                <a:gd name="T6" fmla="*/ 8 w 2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5">
                  <a:moveTo>
                    <a:pt x="2" y="0"/>
                  </a:moveTo>
                  <a:cubicBezTo>
                    <a:pt x="0" y="2"/>
                    <a:pt x="0" y="3"/>
                    <a:pt x="0" y="9"/>
                  </a:cubicBezTo>
                  <a:cubicBezTo>
                    <a:pt x="1" y="16"/>
                    <a:pt x="2" y="25"/>
                    <a:pt x="2" y="25"/>
                  </a:cubicBezTo>
                  <a:cubicBezTo>
                    <a:pt x="2" y="20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31" name="Freeform 316">
              <a:extLst>
                <a:ext uri="{FF2B5EF4-FFF2-40B4-BE49-F238E27FC236}">
                  <a16:creationId xmlns:a16="http://schemas.microsoft.com/office/drawing/2014/main" id="{AA3E62AB-4289-40EF-90E5-AADCDA1DA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453"/>
              <a:ext cx="17" cy="15"/>
            </a:xfrm>
            <a:custGeom>
              <a:avLst/>
              <a:gdLst>
                <a:gd name="T0" fmla="*/ 49 w 10"/>
                <a:gd name="T1" fmla="*/ 0 h 8"/>
                <a:gd name="T2" fmla="*/ 0 w 10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6" y="1"/>
                    <a:pt x="3" y="5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32" name="Freeform 317">
              <a:extLst>
                <a:ext uri="{FF2B5EF4-FFF2-40B4-BE49-F238E27FC236}">
                  <a16:creationId xmlns:a16="http://schemas.microsoft.com/office/drawing/2014/main" id="{14A24459-9381-4596-8C86-ADD422E05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443"/>
              <a:ext cx="193" cy="150"/>
            </a:xfrm>
            <a:custGeom>
              <a:avLst/>
              <a:gdLst>
                <a:gd name="T0" fmla="*/ 309 w 108"/>
                <a:gd name="T1" fmla="*/ 509 h 79"/>
                <a:gd name="T2" fmla="*/ 413 w 108"/>
                <a:gd name="T3" fmla="*/ 518 h 79"/>
                <a:gd name="T4" fmla="*/ 457 w 108"/>
                <a:gd name="T5" fmla="*/ 513 h 79"/>
                <a:gd name="T6" fmla="*/ 479 w 108"/>
                <a:gd name="T7" fmla="*/ 541 h 79"/>
                <a:gd name="T8" fmla="*/ 575 w 108"/>
                <a:gd name="T9" fmla="*/ 458 h 79"/>
                <a:gd name="T10" fmla="*/ 572 w 108"/>
                <a:gd name="T11" fmla="*/ 253 h 79"/>
                <a:gd name="T12" fmla="*/ 495 w 108"/>
                <a:gd name="T13" fmla="*/ 116 h 79"/>
                <a:gd name="T14" fmla="*/ 377 w 108"/>
                <a:gd name="T15" fmla="*/ 0 h 79"/>
                <a:gd name="T16" fmla="*/ 309 w 108"/>
                <a:gd name="T17" fmla="*/ 15 h 79"/>
                <a:gd name="T18" fmla="*/ 309 w 108"/>
                <a:gd name="T19" fmla="*/ 15 h 79"/>
                <a:gd name="T20" fmla="*/ 239 w 108"/>
                <a:gd name="T21" fmla="*/ 0 h 79"/>
                <a:gd name="T22" fmla="*/ 122 w 108"/>
                <a:gd name="T23" fmla="*/ 116 h 79"/>
                <a:gd name="T24" fmla="*/ 52 w 108"/>
                <a:gd name="T25" fmla="*/ 253 h 79"/>
                <a:gd name="T26" fmla="*/ 41 w 108"/>
                <a:gd name="T27" fmla="*/ 458 h 79"/>
                <a:gd name="T28" fmla="*/ 138 w 108"/>
                <a:gd name="T29" fmla="*/ 541 h 79"/>
                <a:gd name="T30" fmla="*/ 159 w 108"/>
                <a:gd name="T31" fmla="*/ 513 h 79"/>
                <a:gd name="T32" fmla="*/ 204 w 108"/>
                <a:gd name="T33" fmla="*/ 518 h 79"/>
                <a:gd name="T34" fmla="*/ 309 w 108"/>
                <a:gd name="T35" fmla="*/ 509 h 7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8" h="79">
                  <a:moveTo>
                    <a:pt x="54" y="74"/>
                  </a:moveTo>
                  <a:cubicBezTo>
                    <a:pt x="62" y="74"/>
                    <a:pt x="68" y="75"/>
                    <a:pt x="72" y="76"/>
                  </a:cubicBezTo>
                  <a:cubicBezTo>
                    <a:pt x="76" y="76"/>
                    <a:pt x="78" y="75"/>
                    <a:pt x="80" y="75"/>
                  </a:cubicBezTo>
                  <a:cubicBezTo>
                    <a:pt x="82" y="75"/>
                    <a:pt x="83" y="77"/>
                    <a:pt x="84" y="79"/>
                  </a:cubicBezTo>
                  <a:cubicBezTo>
                    <a:pt x="84" y="79"/>
                    <a:pt x="95" y="75"/>
                    <a:pt x="101" y="67"/>
                  </a:cubicBezTo>
                  <a:cubicBezTo>
                    <a:pt x="108" y="59"/>
                    <a:pt x="105" y="44"/>
                    <a:pt x="100" y="37"/>
                  </a:cubicBezTo>
                  <a:cubicBezTo>
                    <a:pt x="96" y="31"/>
                    <a:pt x="92" y="24"/>
                    <a:pt x="87" y="17"/>
                  </a:cubicBezTo>
                  <a:cubicBezTo>
                    <a:pt x="83" y="10"/>
                    <a:pt x="77" y="0"/>
                    <a:pt x="66" y="0"/>
                  </a:cubicBezTo>
                  <a:cubicBezTo>
                    <a:pt x="55" y="0"/>
                    <a:pt x="61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48" y="2"/>
                    <a:pt x="53" y="0"/>
                    <a:pt x="42" y="0"/>
                  </a:cubicBezTo>
                  <a:cubicBezTo>
                    <a:pt x="32" y="0"/>
                    <a:pt x="26" y="10"/>
                    <a:pt x="21" y="17"/>
                  </a:cubicBezTo>
                  <a:cubicBezTo>
                    <a:pt x="17" y="24"/>
                    <a:pt x="12" y="31"/>
                    <a:pt x="9" y="37"/>
                  </a:cubicBezTo>
                  <a:cubicBezTo>
                    <a:pt x="4" y="44"/>
                    <a:pt x="0" y="59"/>
                    <a:pt x="7" y="67"/>
                  </a:cubicBezTo>
                  <a:cubicBezTo>
                    <a:pt x="14" y="75"/>
                    <a:pt x="24" y="79"/>
                    <a:pt x="24" y="79"/>
                  </a:cubicBezTo>
                  <a:cubicBezTo>
                    <a:pt x="25" y="77"/>
                    <a:pt x="26" y="75"/>
                    <a:pt x="28" y="75"/>
                  </a:cubicBezTo>
                  <a:cubicBezTo>
                    <a:pt x="30" y="75"/>
                    <a:pt x="33" y="76"/>
                    <a:pt x="36" y="76"/>
                  </a:cubicBezTo>
                  <a:cubicBezTo>
                    <a:pt x="41" y="75"/>
                    <a:pt x="47" y="74"/>
                    <a:pt x="54" y="7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33" name="Freeform 318">
              <a:extLst>
                <a:ext uri="{FF2B5EF4-FFF2-40B4-BE49-F238E27FC236}">
                  <a16:creationId xmlns:a16="http://schemas.microsoft.com/office/drawing/2014/main" id="{FF2B1289-B9F2-4123-ABD0-C45F3D5BD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888"/>
              <a:ext cx="806" cy="682"/>
            </a:xfrm>
            <a:custGeom>
              <a:avLst/>
              <a:gdLst>
                <a:gd name="T0" fmla="*/ 1287 w 452"/>
                <a:gd name="T1" fmla="*/ 1343 h 359"/>
                <a:gd name="T2" fmla="*/ 1275 w 452"/>
                <a:gd name="T3" fmla="*/ 1537 h 359"/>
                <a:gd name="T4" fmla="*/ 1295 w 452"/>
                <a:gd name="T5" fmla="*/ 1753 h 359"/>
                <a:gd name="T6" fmla="*/ 1100 w 452"/>
                <a:gd name="T7" fmla="*/ 2097 h 359"/>
                <a:gd name="T8" fmla="*/ 715 w 452"/>
                <a:gd name="T9" fmla="*/ 2422 h 359"/>
                <a:gd name="T10" fmla="*/ 403 w 452"/>
                <a:gd name="T11" fmla="*/ 2242 h 359"/>
                <a:gd name="T12" fmla="*/ 289 w 452"/>
                <a:gd name="T13" fmla="*/ 2097 h 359"/>
                <a:gd name="T14" fmla="*/ 118 w 452"/>
                <a:gd name="T15" fmla="*/ 1974 h 359"/>
                <a:gd name="T16" fmla="*/ 45 w 452"/>
                <a:gd name="T17" fmla="*/ 1736 h 359"/>
                <a:gd name="T18" fmla="*/ 16 w 452"/>
                <a:gd name="T19" fmla="*/ 1440 h 359"/>
                <a:gd name="T20" fmla="*/ 57 w 452"/>
                <a:gd name="T21" fmla="*/ 1256 h 359"/>
                <a:gd name="T22" fmla="*/ 64 w 452"/>
                <a:gd name="T23" fmla="*/ 1172 h 359"/>
                <a:gd name="T24" fmla="*/ 80 w 452"/>
                <a:gd name="T25" fmla="*/ 992 h 359"/>
                <a:gd name="T26" fmla="*/ 248 w 452"/>
                <a:gd name="T27" fmla="*/ 595 h 359"/>
                <a:gd name="T28" fmla="*/ 414 w 452"/>
                <a:gd name="T29" fmla="*/ 329 h 359"/>
                <a:gd name="T30" fmla="*/ 613 w 452"/>
                <a:gd name="T31" fmla="*/ 205 h 359"/>
                <a:gd name="T32" fmla="*/ 795 w 452"/>
                <a:gd name="T33" fmla="*/ 89 h 359"/>
                <a:gd name="T34" fmla="*/ 954 w 452"/>
                <a:gd name="T35" fmla="*/ 47 h 359"/>
                <a:gd name="T36" fmla="*/ 1214 w 452"/>
                <a:gd name="T37" fmla="*/ 53 h 359"/>
                <a:gd name="T38" fmla="*/ 1295 w 452"/>
                <a:gd name="T39" fmla="*/ 526 h 359"/>
                <a:gd name="T40" fmla="*/ 1327 w 452"/>
                <a:gd name="T41" fmla="*/ 152 h 359"/>
                <a:gd name="T42" fmla="*/ 1576 w 452"/>
                <a:gd name="T43" fmla="*/ 40 h 359"/>
                <a:gd name="T44" fmla="*/ 1689 w 452"/>
                <a:gd name="T45" fmla="*/ 53 h 359"/>
                <a:gd name="T46" fmla="*/ 1844 w 452"/>
                <a:gd name="T47" fmla="*/ 123 h 359"/>
                <a:gd name="T48" fmla="*/ 2026 w 452"/>
                <a:gd name="T49" fmla="*/ 220 h 359"/>
                <a:gd name="T50" fmla="*/ 2172 w 452"/>
                <a:gd name="T51" fmla="*/ 376 h 359"/>
                <a:gd name="T52" fmla="*/ 2315 w 452"/>
                <a:gd name="T53" fmla="*/ 595 h 359"/>
                <a:gd name="T54" fmla="*/ 2468 w 452"/>
                <a:gd name="T55" fmla="*/ 946 h 359"/>
                <a:gd name="T56" fmla="*/ 2477 w 452"/>
                <a:gd name="T57" fmla="*/ 1119 h 359"/>
                <a:gd name="T58" fmla="*/ 2546 w 452"/>
                <a:gd name="T59" fmla="*/ 1356 h 359"/>
                <a:gd name="T60" fmla="*/ 2546 w 452"/>
                <a:gd name="T61" fmla="*/ 1556 h 359"/>
                <a:gd name="T62" fmla="*/ 2468 w 452"/>
                <a:gd name="T63" fmla="*/ 1966 h 359"/>
                <a:gd name="T64" fmla="*/ 2245 w 452"/>
                <a:gd name="T65" fmla="*/ 2249 h 359"/>
                <a:gd name="T66" fmla="*/ 2070 w 452"/>
                <a:gd name="T67" fmla="*/ 2339 h 359"/>
                <a:gd name="T68" fmla="*/ 1694 w 452"/>
                <a:gd name="T69" fmla="*/ 2346 h 359"/>
                <a:gd name="T70" fmla="*/ 1361 w 452"/>
                <a:gd name="T71" fmla="*/ 2097 h 359"/>
                <a:gd name="T72" fmla="*/ 1304 w 452"/>
                <a:gd name="T73" fmla="*/ 1744 h 359"/>
                <a:gd name="T74" fmla="*/ 1295 w 452"/>
                <a:gd name="T75" fmla="*/ 1372 h 35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52" h="359">
                  <a:moveTo>
                    <a:pt x="228" y="173"/>
                  </a:moveTo>
                  <a:cubicBezTo>
                    <a:pt x="225" y="180"/>
                    <a:pt x="227" y="188"/>
                    <a:pt x="227" y="196"/>
                  </a:cubicBezTo>
                  <a:cubicBezTo>
                    <a:pt x="227" y="203"/>
                    <a:pt x="227" y="204"/>
                    <a:pt x="227" y="211"/>
                  </a:cubicBezTo>
                  <a:cubicBezTo>
                    <a:pt x="227" y="215"/>
                    <a:pt x="226" y="221"/>
                    <a:pt x="225" y="224"/>
                  </a:cubicBezTo>
                  <a:cubicBezTo>
                    <a:pt x="224" y="229"/>
                    <a:pt x="226" y="233"/>
                    <a:pt x="227" y="237"/>
                  </a:cubicBezTo>
                  <a:cubicBezTo>
                    <a:pt x="228" y="244"/>
                    <a:pt x="228" y="249"/>
                    <a:pt x="228" y="256"/>
                  </a:cubicBezTo>
                  <a:cubicBezTo>
                    <a:pt x="227" y="270"/>
                    <a:pt x="232" y="286"/>
                    <a:pt x="226" y="298"/>
                  </a:cubicBezTo>
                  <a:cubicBezTo>
                    <a:pt x="224" y="302"/>
                    <a:pt x="206" y="312"/>
                    <a:pt x="194" y="306"/>
                  </a:cubicBezTo>
                  <a:cubicBezTo>
                    <a:pt x="173" y="293"/>
                    <a:pt x="162" y="359"/>
                    <a:pt x="157" y="356"/>
                  </a:cubicBezTo>
                  <a:cubicBezTo>
                    <a:pt x="146" y="349"/>
                    <a:pt x="138" y="358"/>
                    <a:pt x="126" y="353"/>
                  </a:cubicBezTo>
                  <a:cubicBezTo>
                    <a:pt x="114" y="347"/>
                    <a:pt x="102" y="340"/>
                    <a:pt x="90" y="334"/>
                  </a:cubicBezTo>
                  <a:cubicBezTo>
                    <a:pt x="82" y="330"/>
                    <a:pt x="80" y="326"/>
                    <a:pt x="71" y="327"/>
                  </a:cubicBezTo>
                  <a:cubicBezTo>
                    <a:pt x="68" y="324"/>
                    <a:pt x="62" y="324"/>
                    <a:pt x="59" y="320"/>
                  </a:cubicBezTo>
                  <a:cubicBezTo>
                    <a:pt x="54" y="315"/>
                    <a:pt x="51" y="312"/>
                    <a:pt x="51" y="306"/>
                  </a:cubicBezTo>
                  <a:cubicBezTo>
                    <a:pt x="41" y="305"/>
                    <a:pt x="37" y="304"/>
                    <a:pt x="29" y="298"/>
                  </a:cubicBezTo>
                  <a:cubicBezTo>
                    <a:pt x="26" y="295"/>
                    <a:pt x="23" y="292"/>
                    <a:pt x="21" y="288"/>
                  </a:cubicBezTo>
                  <a:cubicBezTo>
                    <a:pt x="20" y="286"/>
                    <a:pt x="21" y="282"/>
                    <a:pt x="19" y="279"/>
                  </a:cubicBezTo>
                  <a:cubicBezTo>
                    <a:pt x="16" y="277"/>
                    <a:pt x="9" y="256"/>
                    <a:pt x="8" y="253"/>
                  </a:cubicBezTo>
                  <a:cubicBezTo>
                    <a:pt x="3" y="241"/>
                    <a:pt x="0" y="239"/>
                    <a:pt x="3" y="227"/>
                  </a:cubicBezTo>
                  <a:cubicBezTo>
                    <a:pt x="4" y="220"/>
                    <a:pt x="3" y="217"/>
                    <a:pt x="3" y="210"/>
                  </a:cubicBezTo>
                  <a:cubicBezTo>
                    <a:pt x="2" y="204"/>
                    <a:pt x="4" y="204"/>
                    <a:pt x="6" y="198"/>
                  </a:cubicBezTo>
                  <a:cubicBezTo>
                    <a:pt x="7" y="193"/>
                    <a:pt x="7" y="188"/>
                    <a:pt x="10" y="183"/>
                  </a:cubicBezTo>
                  <a:cubicBezTo>
                    <a:pt x="13" y="179"/>
                    <a:pt x="16" y="182"/>
                    <a:pt x="15" y="177"/>
                  </a:cubicBezTo>
                  <a:cubicBezTo>
                    <a:pt x="15" y="176"/>
                    <a:pt x="11" y="173"/>
                    <a:pt x="11" y="171"/>
                  </a:cubicBezTo>
                  <a:cubicBezTo>
                    <a:pt x="9" y="169"/>
                    <a:pt x="10" y="166"/>
                    <a:pt x="9" y="163"/>
                  </a:cubicBezTo>
                  <a:cubicBezTo>
                    <a:pt x="9" y="156"/>
                    <a:pt x="11" y="151"/>
                    <a:pt x="14" y="145"/>
                  </a:cubicBezTo>
                  <a:cubicBezTo>
                    <a:pt x="19" y="134"/>
                    <a:pt x="21" y="121"/>
                    <a:pt x="28" y="112"/>
                  </a:cubicBezTo>
                  <a:cubicBezTo>
                    <a:pt x="35" y="102"/>
                    <a:pt x="41" y="99"/>
                    <a:pt x="44" y="87"/>
                  </a:cubicBezTo>
                  <a:cubicBezTo>
                    <a:pt x="47" y="76"/>
                    <a:pt x="57" y="71"/>
                    <a:pt x="62" y="63"/>
                  </a:cubicBezTo>
                  <a:cubicBezTo>
                    <a:pt x="66" y="56"/>
                    <a:pt x="66" y="53"/>
                    <a:pt x="73" y="48"/>
                  </a:cubicBezTo>
                  <a:cubicBezTo>
                    <a:pt x="77" y="46"/>
                    <a:pt x="80" y="44"/>
                    <a:pt x="82" y="42"/>
                  </a:cubicBezTo>
                  <a:cubicBezTo>
                    <a:pt x="91" y="36"/>
                    <a:pt x="98" y="30"/>
                    <a:pt x="108" y="30"/>
                  </a:cubicBezTo>
                  <a:cubicBezTo>
                    <a:pt x="110" y="21"/>
                    <a:pt x="124" y="24"/>
                    <a:pt x="131" y="21"/>
                  </a:cubicBezTo>
                  <a:cubicBezTo>
                    <a:pt x="134" y="19"/>
                    <a:pt x="136" y="15"/>
                    <a:pt x="140" y="13"/>
                  </a:cubicBezTo>
                  <a:cubicBezTo>
                    <a:pt x="145" y="10"/>
                    <a:pt x="151" y="9"/>
                    <a:pt x="156" y="8"/>
                  </a:cubicBezTo>
                  <a:cubicBezTo>
                    <a:pt x="160" y="8"/>
                    <a:pt x="164" y="8"/>
                    <a:pt x="168" y="7"/>
                  </a:cubicBezTo>
                  <a:cubicBezTo>
                    <a:pt x="173" y="6"/>
                    <a:pt x="178" y="2"/>
                    <a:pt x="183" y="1"/>
                  </a:cubicBezTo>
                  <a:cubicBezTo>
                    <a:pt x="191" y="0"/>
                    <a:pt x="207" y="5"/>
                    <a:pt x="214" y="8"/>
                  </a:cubicBezTo>
                  <a:cubicBezTo>
                    <a:pt x="223" y="15"/>
                    <a:pt x="222" y="26"/>
                    <a:pt x="222" y="34"/>
                  </a:cubicBezTo>
                  <a:cubicBezTo>
                    <a:pt x="222" y="42"/>
                    <a:pt x="228" y="60"/>
                    <a:pt x="228" y="77"/>
                  </a:cubicBezTo>
                  <a:cubicBezTo>
                    <a:pt x="226" y="59"/>
                    <a:pt x="232" y="52"/>
                    <a:pt x="233" y="46"/>
                  </a:cubicBezTo>
                  <a:cubicBezTo>
                    <a:pt x="234" y="41"/>
                    <a:pt x="230" y="35"/>
                    <a:pt x="234" y="22"/>
                  </a:cubicBezTo>
                  <a:cubicBezTo>
                    <a:pt x="238" y="10"/>
                    <a:pt x="245" y="4"/>
                    <a:pt x="257" y="4"/>
                  </a:cubicBezTo>
                  <a:cubicBezTo>
                    <a:pt x="263" y="4"/>
                    <a:pt x="271" y="5"/>
                    <a:pt x="278" y="6"/>
                  </a:cubicBezTo>
                  <a:cubicBezTo>
                    <a:pt x="281" y="6"/>
                    <a:pt x="285" y="11"/>
                    <a:pt x="287" y="11"/>
                  </a:cubicBezTo>
                  <a:cubicBezTo>
                    <a:pt x="291" y="12"/>
                    <a:pt x="294" y="8"/>
                    <a:pt x="298" y="8"/>
                  </a:cubicBezTo>
                  <a:cubicBezTo>
                    <a:pt x="304" y="9"/>
                    <a:pt x="310" y="10"/>
                    <a:pt x="315" y="13"/>
                  </a:cubicBezTo>
                  <a:cubicBezTo>
                    <a:pt x="318" y="15"/>
                    <a:pt x="321" y="16"/>
                    <a:pt x="325" y="18"/>
                  </a:cubicBezTo>
                  <a:cubicBezTo>
                    <a:pt x="328" y="20"/>
                    <a:pt x="337" y="19"/>
                    <a:pt x="344" y="22"/>
                  </a:cubicBezTo>
                  <a:cubicBezTo>
                    <a:pt x="350" y="24"/>
                    <a:pt x="355" y="31"/>
                    <a:pt x="357" y="32"/>
                  </a:cubicBezTo>
                  <a:cubicBezTo>
                    <a:pt x="362" y="34"/>
                    <a:pt x="367" y="38"/>
                    <a:pt x="372" y="42"/>
                  </a:cubicBezTo>
                  <a:cubicBezTo>
                    <a:pt x="375" y="44"/>
                    <a:pt x="380" y="53"/>
                    <a:pt x="383" y="55"/>
                  </a:cubicBezTo>
                  <a:cubicBezTo>
                    <a:pt x="391" y="61"/>
                    <a:pt x="391" y="64"/>
                    <a:pt x="395" y="70"/>
                  </a:cubicBezTo>
                  <a:cubicBezTo>
                    <a:pt x="400" y="79"/>
                    <a:pt x="405" y="76"/>
                    <a:pt x="408" y="87"/>
                  </a:cubicBezTo>
                  <a:cubicBezTo>
                    <a:pt x="412" y="98"/>
                    <a:pt x="415" y="95"/>
                    <a:pt x="421" y="105"/>
                  </a:cubicBezTo>
                  <a:cubicBezTo>
                    <a:pt x="428" y="115"/>
                    <a:pt x="431" y="127"/>
                    <a:pt x="435" y="138"/>
                  </a:cubicBezTo>
                  <a:cubicBezTo>
                    <a:pt x="438" y="144"/>
                    <a:pt x="439" y="147"/>
                    <a:pt x="439" y="154"/>
                  </a:cubicBezTo>
                  <a:cubicBezTo>
                    <a:pt x="439" y="157"/>
                    <a:pt x="436" y="155"/>
                    <a:pt x="437" y="163"/>
                  </a:cubicBezTo>
                  <a:cubicBezTo>
                    <a:pt x="438" y="171"/>
                    <a:pt x="443" y="167"/>
                    <a:pt x="446" y="176"/>
                  </a:cubicBezTo>
                  <a:cubicBezTo>
                    <a:pt x="449" y="182"/>
                    <a:pt x="447" y="193"/>
                    <a:pt x="449" y="198"/>
                  </a:cubicBezTo>
                  <a:cubicBezTo>
                    <a:pt x="451" y="204"/>
                    <a:pt x="452" y="204"/>
                    <a:pt x="452" y="210"/>
                  </a:cubicBezTo>
                  <a:cubicBezTo>
                    <a:pt x="451" y="217"/>
                    <a:pt x="447" y="220"/>
                    <a:pt x="449" y="227"/>
                  </a:cubicBezTo>
                  <a:cubicBezTo>
                    <a:pt x="452" y="239"/>
                    <a:pt x="451" y="241"/>
                    <a:pt x="447" y="253"/>
                  </a:cubicBezTo>
                  <a:cubicBezTo>
                    <a:pt x="446" y="256"/>
                    <a:pt x="443" y="272"/>
                    <a:pt x="435" y="287"/>
                  </a:cubicBezTo>
                  <a:cubicBezTo>
                    <a:pt x="427" y="302"/>
                    <a:pt x="411" y="305"/>
                    <a:pt x="406" y="309"/>
                  </a:cubicBezTo>
                  <a:cubicBezTo>
                    <a:pt x="399" y="314"/>
                    <a:pt x="398" y="325"/>
                    <a:pt x="396" y="328"/>
                  </a:cubicBezTo>
                  <a:cubicBezTo>
                    <a:pt x="392" y="331"/>
                    <a:pt x="387" y="332"/>
                    <a:pt x="383" y="334"/>
                  </a:cubicBezTo>
                  <a:cubicBezTo>
                    <a:pt x="375" y="333"/>
                    <a:pt x="372" y="337"/>
                    <a:pt x="365" y="341"/>
                  </a:cubicBezTo>
                  <a:cubicBezTo>
                    <a:pt x="353" y="347"/>
                    <a:pt x="341" y="347"/>
                    <a:pt x="328" y="353"/>
                  </a:cubicBezTo>
                  <a:cubicBezTo>
                    <a:pt x="317" y="358"/>
                    <a:pt x="310" y="336"/>
                    <a:pt x="299" y="342"/>
                  </a:cubicBezTo>
                  <a:cubicBezTo>
                    <a:pt x="295" y="345"/>
                    <a:pt x="278" y="323"/>
                    <a:pt x="268" y="310"/>
                  </a:cubicBezTo>
                  <a:cubicBezTo>
                    <a:pt x="257" y="310"/>
                    <a:pt x="247" y="308"/>
                    <a:pt x="240" y="306"/>
                  </a:cubicBezTo>
                  <a:cubicBezTo>
                    <a:pt x="236" y="304"/>
                    <a:pt x="230" y="296"/>
                    <a:pt x="230" y="294"/>
                  </a:cubicBezTo>
                  <a:cubicBezTo>
                    <a:pt x="229" y="284"/>
                    <a:pt x="228" y="263"/>
                    <a:pt x="230" y="254"/>
                  </a:cubicBezTo>
                  <a:cubicBezTo>
                    <a:pt x="231" y="244"/>
                    <a:pt x="227" y="232"/>
                    <a:pt x="227" y="224"/>
                  </a:cubicBezTo>
                  <a:cubicBezTo>
                    <a:pt x="227" y="216"/>
                    <a:pt x="228" y="208"/>
                    <a:pt x="228" y="200"/>
                  </a:cubicBezTo>
                  <a:cubicBezTo>
                    <a:pt x="228" y="193"/>
                    <a:pt x="227" y="177"/>
                    <a:pt x="228" y="173"/>
                  </a:cubicBezTo>
                  <a:close/>
                </a:path>
              </a:pathLst>
            </a:custGeom>
            <a:solidFill>
              <a:srgbClr val="EDEC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34" name="Freeform 319">
              <a:extLst>
                <a:ext uri="{FF2B5EF4-FFF2-40B4-BE49-F238E27FC236}">
                  <a16:creationId xmlns:a16="http://schemas.microsoft.com/office/drawing/2014/main" id="{F3717F9E-A7A3-405E-99A6-1393B2CDA5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8" y="1276"/>
              <a:ext cx="738" cy="294"/>
            </a:xfrm>
            <a:custGeom>
              <a:avLst/>
              <a:gdLst>
                <a:gd name="T0" fmla="*/ 1189 w 414"/>
                <a:gd name="T1" fmla="*/ 220 h 155"/>
                <a:gd name="T2" fmla="*/ 1173 w 414"/>
                <a:gd name="T3" fmla="*/ 89 h 155"/>
                <a:gd name="T4" fmla="*/ 1121 w 414"/>
                <a:gd name="T5" fmla="*/ 28 h 155"/>
                <a:gd name="T6" fmla="*/ 941 w 414"/>
                <a:gd name="T7" fmla="*/ 68 h 155"/>
                <a:gd name="T8" fmla="*/ 537 w 414"/>
                <a:gd name="T9" fmla="*/ 165 h 155"/>
                <a:gd name="T10" fmla="*/ 0 w 414"/>
                <a:gd name="T11" fmla="*/ 497 h 155"/>
                <a:gd name="T12" fmla="*/ 7 w 414"/>
                <a:gd name="T13" fmla="*/ 510 h 155"/>
                <a:gd name="T14" fmla="*/ 12 w 414"/>
                <a:gd name="T15" fmla="*/ 510 h 155"/>
                <a:gd name="T16" fmla="*/ 66 w 414"/>
                <a:gd name="T17" fmla="*/ 641 h 155"/>
                <a:gd name="T18" fmla="*/ 239 w 414"/>
                <a:gd name="T19" fmla="*/ 791 h 155"/>
                <a:gd name="T20" fmla="*/ 414 w 414"/>
                <a:gd name="T21" fmla="*/ 890 h 155"/>
                <a:gd name="T22" fmla="*/ 795 w 414"/>
                <a:gd name="T23" fmla="*/ 1036 h 155"/>
                <a:gd name="T24" fmla="*/ 1178 w 414"/>
                <a:gd name="T25" fmla="*/ 654 h 155"/>
                <a:gd name="T26" fmla="*/ 1201 w 414"/>
                <a:gd name="T27" fmla="*/ 565 h 155"/>
                <a:gd name="T28" fmla="*/ 1189 w 414"/>
                <a:gd name="T29" fmla="*/ 321 h 155"/>
                <a:gd name="T30" fmla="*/ 2221 w 414"/>
                <a:gd name="T31" fmla="*/ 341 h 155"/>
                <a:gd name="T32" fmla="*/ 1745 w 414"/>
                <a:gd name="T33" fmla="*/ 121 h 155"/>
                <a:gd name="T34" fmla="*/ 1189 w 414"/>
                <a:gd name="T35" fmla="*/ 89 h 155"/>
                <a:gd name="T36" fmla="*/ 1189 w 414"/>
                <a:gd name="T37" fmla="*/ 101 h 155"/>
                <a:gd name="T38" fmla="*/ 1207 w 414"/>
                <a:gd name="T39" fmla="*/ 341 h 155"/>
                <a:gd name="T40" fmla="*/ 1201 w 414"/>
                <a:gd name="T41" fmla="*/ 364 h 155"/>
                <a:gd name="T42" fmla="*/ 1201 w 414"/>
                <a:gd name="T43" fmla="*/ 374 h 155"/>
                <a:gd name="T44" fmla="*/ 1201 w 414"/>
                <a:gd name="T45" fmla="*/ 396 h 155"/>
                <a:gd name="T46" fmla="*/ 1201 w 414"/>
                <a:gd name="T47" fmla="*/ 417 h 155"/>
                <a:gd name="T48" fmla="*/ 1201 w 414"/>
                <a:gd name="T49" fmla="*/ 436 h 155"/>
                <a:gd name="T50" fmla="*/ 1201 w 414"/>
                <a:gd name="T51" fmla="*/ 465 h 155"/>
                <a:gd name="T52" fmla="*/ 1201 w 414"/>
                <a:gd name="T53" fmla="*/ 470 h 155"/>
                <a:gd name="T54" fmla="*/ 1201 w 414"/>
                <a:gd name="T55" fmla="*/ 541 h 155"/>
                <a:gd name="T56" fmla="*/ 1201 w 414"/>
                <a:gd name="T57" fmla="*/ 554 h 155"/>
                <a:gd name="T58" fmla="*/ 1207 w 414"/>
                <a:gd name="T59" fmla="*/ 573 h 155"/>
                <a:gd name="T60" fmla="*/ 1207 w 414"/>
                <a:gd name="T61" fmla="*/ 594 h 155"/>
                <a:gd name="T62" fmla="*/ 1207 w 414"/>
                <a:gd name="T63" fmla="*/ 615 h 155"/>
                <a:gd name="T64" fmla="*/ 1264 w 414"/>
                <a:gd name="T65" fmla="*/ 694 h 155"/>
                <a:gd name="T66" fmla="*/ 1599 w 414"/>
                <a:gd name="T67" fmla="*/ 943 h 155"/>
                <a:gd name="T68" fmla="*/ 1970 w 414"/>
                <a:gd name="T69" fmla="*/ 935 h 155"/>
                <a:gd name="T70" fmla="*/ 2148 w 414"/>
                <a:gd name="T71" fmla="*/ 846 h 155"/>
                <a:gd name="T72" fmla="*/ 2148 w 414"/>
                <a:gd name="T73" fmla="*/ 838 h 155"/>
                <a:gd name="T74" fmla="*/ 2152 w 414"/>
                <a:gd name="T75" fmla="*/ 831 h 155"/>
                <a:gd name="T76" fmla="*/ 2180 w 414"/>
                <a:gd name="T77" fmla="*/ 745 h 155"/>
                <a:gd name="T78" fmla="*/ 2185 w 414"/>
                <a:gd name="T79" fmla="*/ 738 h 155"/>
                <a:gd name="T80" fmla="*/ 2193 w 414"/>
                <a:gd name="T81" fmla="*/ 723 h 155"/>
                <a:gd name="T82" fmla="*/ 2202 w 414"/>
                <a:gd name="T83" fmla="*/ 715 h 155"/>
                <a:gd name="T84" fmla="*/ 2209 w 414"/>
                <a:gd name="T85" fmla="*/ 709 h 155"/>
                <a:gd name="T86" fmla="*/ 2214 w 414"/>
                <a:gd name="T87" fmla="*/ 702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4" h="155">
                  <a:moveTo>
                    <a:pt x="210" y="47"/>
                  </a:moveTo>
                  <a:cubicBezTo>
                    <a:pt x="210" y="39"/>
                    <a:pt x="211" y="39"/>
                    <a:pt x="210" y="32"/>
                  </a:cubicBezTo>
                  <a:cubicBezTo>
                    <a:pt x="209" y="28"/>
                    <a:pt x="206" y="27"/>
                    <a:pt x="207" y="22"/>
                  </a:cubicBezTo>
                  <a:cubicBezTo>
                    <a:pt x="207" y="21"/>
                    <a:pt x="207" y="17"/>
                    <a:pt x="207" y="13"/>
                  </a:cubicBezTo>
                  <a:cubicBezTo>
                    <a:pt x="206" y="13"/>
                    <a:pt x="205" y="13"/>
                    <a:pt x="205" y="13"/>
                  </a:cubicBezTo>
                  <a:cubicBezTo>
                    <a:pt x="201" y="10"/>
                    <a:pt x="202" y="6"/>
                    <a:pt x="198" y="4"/>
                  </a:cubicBezTo>
                  <a:cubicBezTo>
                    <a:pt x="192" y="0"/>
                    <a:pt x="188" y="6"/>
                    <a:pt x="183" y="8"/>
                  </a:cubicBezTo>
                  <a:cubicBezTo>
                    <a:pt x="178" y="9"/>
                    <a:pt x="172" y="10"/>
                    <a:pt x="166" y="10"/>
                  </a:cubicBezTo>
                  <a:cubicBezTo>
                    <a:pt x="154" y="11"/>
                    <a:pt x="143" y="10"/>
                    <a:pt x="131" y="13"/>
                  </a:cubicBezTo>
                  <a:cubicBezTo>
                    <a:pt x="119" y="16"/>
                    <a:pt x="108" y="20"/>
                    <a:pt x="95" y="24"/>
                  </a:cubicBezTo>
                  <a:cubicBezTo>
                    <a:pt x="65" y="32"/>
                    <a:pt x="39" y="36"/>
                    <a:pt x="15" y="59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4"/>
                    <a:pt x="1" y="74"/>
                  </a:cubicBezTo>
                  <a:cubicBezTo>
                    <a:pt x="1" y="74"/>
                    <a:pt x="1" y="74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1" y="75"/>
                    <a:pt x="2" y="75"/>
                  </a:cubicBezTo>
                  <a:cubicBezTo>
                    <a:pt x="4" y="78"/>
                    <a:pt x="3" y="82"/>
                    <a:pt x="4" y="84"/>
                  </a:cubicBezTo>
                  <a:cubicBezTo>
                    <a:pt x="6" y="88"/>
                    <a:pt x="9" y="91"/>
                    <a:pt x="12" y="94"/>
                  </a:cubicBezTo>
                  <a:cubicBezTo>
                    <a:pt x="20" y="100"/>
                    <a:pt x="24" y="101"/>
                    <a:pt x="34" y="102"/>
                  </a:cubicBezTo>
                  <a:cubicBezTo>
                    <a:pt x="34" y="108"/>
                    <a:pt x="37" y="111"/>
                    <a:pt x="42" y="116"/>
                  </a:cubicBezTo>
                  <a:cubicBezTo>
                    <a:pt x="45" y="120"/>
                    <a:pt x="51" y="120"/>
                    <a:pt x="54" y="123"/>
                  </a:cubicBezTo>
                  <a:cubicBezTo>
                    <a:pt x="63" y="122"/>
                    <a:pt x="65" y="126"/>
                    <a:pt x="73" y="130"/>
                  </a:cubicBezTo>
                  <a:cubicBezTo>
                    <a:pt x="85" y="136"/>
                    <a:pt x="97" y="143"/>
                    <a:pt x="109" y="149"/>
                  </a:cubicBezTo>
                  <a:cubicBezTo>
                    <a:pt x="121" y="154"/>
                    <a:pt x="129" y="145"/>
                    <a:pt x="140" y="152"/>
                  </a:cubicBezTo>
                  <a:cubicBezTo>
                    <a:pt x="145" y="155"/>
                    <a:pt x="156" y="89"/>
                    <a:pt x="177" y="102"/>
                  </a:cubicBezTo>
                  <a:cubicBezTo>
                    <a:pt x="187" y="107"/>
                    <a:pt x="202" y="101"/>
                    <a:pt x="208" y="96"/>
                  </a:cubicBezTo>
                  <a:cubicBezTo>
                    <a:pt x="208" y="94"/>
                    <a:pt x="209" y="92"/>
                    <a:pt x="210" y="90"/>
                  </a:cubicBezTo>
                  <a:cubicBezTo>
                    <a:pt x="211" y="88"/>
                    <a:pt x="212" y="86"/>
                    <a:pt x="212" y="83"/>
                  </a:cubicBezTo>
                  <a:cubicBezTo>
                    <a:pt x="213" y="75"/>
                    <a:pt x="211" y="67"/>
                    <a:pt x="211" y="59"/>
                  </a:cubicBezTo>
                  <a:cubicBezTo>
                    <a:pt x="210" y="55"/>
                    <a:pt x="210" y="50"/>
                    <a:pt x="210" y="47"/>
                  </a:cubicBezTo>
                  <a:close/>
                  <a:moveTo>
                    <a:pt x="408" y="76"/>
                  </a:moveTo>
                  <a:cubicBezTo>
                    <a:pt x="405" y="68"/>
                    <a:pt x="397" y="55"/>
                    <a:pt x="392" y="50"/>
                  </a:cubicBezTo>
                  <a:cubicBezTo>
                    <a:pt x="385" y="45"/>
                    <a:pt x="374" y="43"/>
                    <a:pt x="366" y="38"/>
                  </a:cubicBezTo>
                  <a:cubicBezTo>
                    <a:pt x="348" y="29"/>
                    <a:pt x="328" y="23"/>
                    <a:pt x="308" y="18"/>
                  </a:cubicBezTo>
                  <a:cubicBezTo>
                    <a:pt x="281" y="10"/>
                    <a:pt x="248" y="8"/>
                    <a:pt x="219" y="11"/>
                  </a:cubicBezTo>
                  <a:cubicBezTo>
                    <a:pt x="217" y="11"/>
                    <a:pt x="214" y="12"/>
                    <a:pt x="210" y="13"/>
                  </a:cubicBezTo>
                  <a:cubicBezTo>
                    <a:pt x="210" y="13"/>
                    <a:pt x="210" y="13"/>
                    <a:pt x="210" y="13"/>
                  </a:cubicBezTo>
                  <a:cubicBezTo>
                    <a:pt x="210" y="14"/>
                    <a:pt x="210" y="14"/>
                    <a:pt x="210" y="15"/>
                  </a:cubicBezTo>
                  <a:cubicBezTo>
                    <a:pt x="210" y="17"/>
                    <a:pt x="210" y="19"/>
                    <a:pt x="210" y="20"/>
                  </a:cubicBezTo>
                  <a:cubicBezTo>
                    <a:pt x="210" y="28"/>
                    <a:pt x="214" y="40"/>
                    <a:pt x="213" y="50"/>
                  </a:cubicBezTo>
                  <a:cubicBezTo>
                    <a:pt x="212" y="51"/>
                    <a:pt x="212" y="52"/>
                    <a:pt x="212" y="52"/>
                  </a:cubicBezTo>
                  <a:cubicBezTo>
                    <a:pt x="212" y="53"/>
                    <a:pt x="212" y="53"/>
                    <a:pt x="212" y="53"/>
                  </a:cubicBezTo>
                  <a:cubicBezTo>
                    <a:pt x="212" y="53"/>
                    <a:pt x="212" y="54"/>
                    <a:pt x="212" y="55"/>
                  </a:cubicBezTo>
                  <a:cubicBezTo>
                    <a:pt x="212" y="55"/>
                    <a:pt x="212" y="55"/>
                    <a:pt x="212" y="55"/>
                  </a:cubicBezTo>
                  <a:cubicBezTo>
                    <a:pt x="212" y="56"/>
                    <a:pt x="212" y="56"/>
                    <a:pt x="212" y="57"/>
                  </a:cubicBezTo>
                  <a:cubicBezTo>
                    <a:pt x="212" y="57"/>
                    <a:pt x="212" y="58"/>
                    <a:pt x="212" y="58"/>
                  </a:cubicBezTo>
                  <a:cubicBezTo>
                    <a:pt x="212" y="59"/>
                    <a:pt x="212" y="59"/>
                    <a:pt x="212" y="60"/>
                  </a:cubicBezTo>
                  <a:cubicBezTo>
                    <a:pt x="212" y="60"/>
                    <a:pt x="212" y="61"/>
                    <a:pt x="212" y="61"/>
                  </a:cubicBezTo>
                  <a:cubicBezTo>
                    <a:pt x="212" y="62"/>
                    <a:pt x="212" y="62"/>
                    <a:pt x="212" y="63"/>
                  </a:cubicBezTo>
                  <a:cubicBezTo>
                    <a:pt x="212" y="63"/>
                    <a:pt x="212" y="64"/>
                    <a:pt x="212" y="64"/>
                  </a:cubicBezTo>
                  <a:cubicBezTo>
                    <a:pt x="212" y="65"/>
                    <a:pt x="212" y="66"/>
                    <a:pt x="212" y="67"/>
                  </a:cubicBezTo>
                  <a:cubicBezTo>
                    <a:pt x="212" y="67"/>
                    <a:pt x="212" y="67"/>
                    <a:pt x="212" y="68"/>
                  </a:cubicBezTo>
                  <a:cubicBezTo>
                    <a:pt x="212" y="68"/>
                    <a:pt x="212" y="68"/>
                    <a:pt x="212" y="69"/>
                  </a:cubicBezTo>
                  <a:cubicBezTo>
                    <a:pt x="212" y="69"/>
                    <a:pt x="212" y="69"/>
                    <a:pt x="212" y="69"/>
                  </a:cubicBezTo>
                  <a:cubicBezTo>
                    <a:pt x="212" y="72"/>
                    <a:pt x="212" y="76"/>
                    <a:pt x="212" y="79"/>
                  </a:cubicBezTo>
                  <a:cubicBezTo>
                    <a:pt x="212" y="79"/>
                    <a:pt x="212" y="79"/>
                    <a:pt x="212" y="79"/>
                  </a:cubicBezTo>
                  <a:cubicBezTo>
                    <a:pt x="212" y="79"/>
                    <a:pt x="212" y="80"/>
                    <a:pt x="212" y="80"/>
                  </a:cubicBezTo>
                  <a:cubicBezTo>
                    <a:pt x="212" y="80"/>
                    <a:pt x="212" y="80"/>
                    <a:pt x="212" y="81"/>
                  </a:cubicBezTo>
                  <a:cubicBezTo>
                    <a:pt x="212" y="82"/>
                    <a:pt x="213" y="83"/>
                    <a:pt x="213" y="83"/>
                  </a:cubicBezTo>
                  <a:cubicBezTo>
                    <a:pt x="213" y="84"/>
                    <a:pt x="213" y="84"/>
                    <a:pt x="213" y="84"/>
                  </a:cubicBezTo>
                  <a:cubicBezTo>
                    <a:pt x="213" y="85"/>
                    <a:pt x="213" y="86"/>
                    <a:pt x="213" y="86"/>
                  </a:cubicBezTo>
                  <a:cubicBezTo>
                    <a:pt x="213" y="87"/>
                    <a:pt x="213" y="87"/>
                    <a:pt x="213" y="87"/>
                  </a:cubicBezTo>
                  <a:cubicBezTo>
                    <a:pt x="213" y="88"/>
                    <a:pt x="213" y="88"/>
                    <a:pt x="213" y="89"/>
                  </a:cubicBezTo>
                  <a:cubicBezTo>
                    <a:pt x="213" y="89"/>
                    <a:pt x="213" y="89"/>
                    <a:pt x="213" y="90"/>
                  </a:cubicBezTo>
                  <a:cubicBezTo>
                    <a:pt x="213" y="90"/>
                    <a:pt x="213" y="90"/>
                    <a:pt x="213" y="90"/>
                  </a:cubicBezTo>
                  <a:cubicBezTo>
                    <a:pt x="214" y="92"/>
                    <a:pt x="219" y="100"/>
                    <a:pt x="223" y="102"/>
                  </a:cubicBezTo>
                  <a:cubicBezTo>
                    <a:pt x="230" y="104"/>
                    <a:pt x="240" y="106"/>
                    <a:pt x="251" y="106"/>
                  </a:cubicBezTo>
                  <a:cubicBezTo>
                    <a:pt x="261" y="119"/>
                    <a:pt x="278" y="141"/>
                    <a:pt x="282" y="138"/>
                  </a:cubicBezTo>
                  <a:cubicBezTo>
                    <a:pt x="293" y="132"/>
                    <a:pt x="300" y="154"/>
                    <a:pt x="311" y="149"/>
                  </a:cubicBezTo>
                  <a:cubicBezTo>
                    <a:pt x="324" y="143"/>
                    <a:pt x="336" y="143"/>
                    <a:pt x="348" y="137"/>
                  </a:cubicBezTo>
                  <a:cubicBezTo>
                    <a:pt x="355" y="133"/>
                    <a:pt x="358" y="129"/>
                    <a:pt x="366" y="130"/>
                  </a:cubicBezTo>
                  <a:cubicBezTo>
                    <a:pt x="370" y="128"/>
                    <a:pt x="375" y="127"/>
                    <a:pt x="379" y="124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2"/>
                    <a:pt x="380" y="122"/>
                    <a:pt x="380" y="122"/>
                  </a:cubicBezTo>
                  <a:cubicBezTo>
                    <a:pt x="380" y="122"/>
                    <a:pt x="380" y="122"/>
                    <a:pt x="380" y="122"/>
                  </a:cubicBezTo>
                  <a:cubicBezTo>
                    <a:pt x="381" y="118"/>
                    <a:pt x="382" y="114"/>
                    <a:pt x="384" y="111"/>
                  </a:cubicBezTo>
                  <a:cubicBezTo>
                    <a:pt x="384" y="110"/>
                    <a:pt x="385" y="110"/>
                    <a:pt x="385" y="109"/>
                  </a:cubicBezTo>
                  <a:cubicBezTo>
                    <a:pt x="385" y="109"/>
                    <a:pt x="385" y="109"/>
                    <a:pt x="385" y="109"/>
                  </a:cubicBezTo>
                  <a:cubicBezTo>
                    <a:pt x="386" y="108"/>
                    <a:pt x="386" y="108"/>
                    <a:pt x="386" y="108"/>
                  </a:cubicBezTo>
                  <a:cubicBezTo>
                    <a:pt x="386" y="108"/>
                    <a:pt x="386" y="107"/>
                    <a:pt x="386" y="107"/>
                  </a:cubicBezTo>
                  <a:cubicBezTo>
                    <a:pt x="387" y="107"/>
                    <a:pt x="387" y="107"/>
                    <a:pt x="387" y="106"/>
                  </a:cubicBezTo>
                  <a:cubicBezTo>
                    <a:pt x="387" y="106"/>
                    <a:pt x="387" y="106"/>
                    <a:pt x="388" y="106"/>
                  </a:cubicBezTo>
                  <a:cubicBezTo>
                    <a:pt x="388" y="106"/>
                    <a:pt x="388" y="105"/>
                    <a:pt x="389" y="105"/>
                  </a:cubicBezTo>
                  <a:cubicBezTo>
                    <a:pt x="389" y="105"/>
                    <a:pt x="390" y="104"/>
                    <a:pt x="390" y="104"/>
                  </a:cubicBezTo>
                  <a:cubicBezTo>
                    <a:pt x="390" y="104"/>
                    <a:pt x="390" y="104"/>
                    <a:pt x="390" y="104"/>
                  </a:cubicBezTo>
                  <a:cubicBezTo>
                    <a:pt x="391" y="104"/>
                    <a:pt x="391" y="104"/>
                    <a:pt x="391" y="103"/>
                  </a:cubicBezTo>
                  <a:cubicBezTo>
                    <a:pt x="391" y="103"/>
                    <a:pt x="391" y="103"/>
                    <a:pt x="391" y="103"/>
                  </a:cubicBezTo>
                  <a:cubicBezTo>
                    <a:pt x="403" y="96"/>
                    <a:pt x="414" y="94"/>
                    <a:pt x="408" y="76"/>
                  </a:cubicBezTo>
                  <a:close/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35" name="Freeform 320">
              <a:extLst>
                <a:ext uri="{FF2B5EF4-FFF2-40B4-BE49-F238E27FC236}">
                  <a16:creationId xmlns:a16="http://schemas.microsoft.com/office/drawing/2014/main" id="{73B5E1C3-0190-4E08-AE79-517C48FA9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939"/>
              <a:ext cx="54" cy="80"/>
            </a:xfrm>
            <a:custGeom>
              <a:avLst/>
              <a:gdLst>
                <a:gd name="T0" fmla="*/ 88 w 30"/>
                <a:gd name="T1" fmla="*/ 15 h 42"/>
                <a:gd name="T2" fmla="*/ 158 w 30"/>
                <a:gd name="T3" fmla="*/ 105 h 42"/>
                <a:gd name="T4" fmla="*/ 146 w 30"/>
                <a:gd name="T5" fmla="*/ 192 h 42"/>
                <a:gd name="T6" fmla="*/ 58 w 30"/>
                <a:gd name="T7" fmla="*/ 213 h 42"/>
                <a:gd name="T8" fmla="*/ 13 w 30"/>
                <a:gd name="T9" fmla="*/ 290 h 42"/>
                <a:gd name="T10" fmla="*/ 13 w 30"/>
                <a:gd name="T11" fmla="*/ 173 h 42"/>
                <a:gd name="T12" fmla="*/ 88 w 30"/>
                <a:gd name="T13" fmla="*/ 137 h 42"/>
                <a:gd name="T14" fmla="*/ 65 w 30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2">
                  <a:moveTo>
                    <a:pt x="15" y="2"/>
                  </a:moveTo>
                  <a:cubicBezTo>
                    <a:pt x="19" y="7"/>
                    <a:pt x="25" y="9"/>
                    <a:pt x="27" y="15"/>
                  </a:cubicBezTo>
                  <a:cubicBezTo>
                    <a:pt x="29" y="20"/>
                    <a:pt x="30" y="26"/>
                    <a:pt x="25" y="28"/>
                  </a:cubicBezTo>
                  <a:cubicBezTo>
                    <a:pt x="20" y="30"/>
                    <a:pt x="14" y="29"/>
                    <a:pt x="10" y="31"/>
                  </a:cubicBezTo>
                  <a:cubicBezTo>
                    <a:pt x="4" y="33"/>
                    <a:pt x="4" y="36"/>
                    <a:pt x="2" y="42"/>
                  </a:cubicBezTo>
                  <a:cubicBezTo>
                    <a:pt x="2" y="37"/>
                    <a:pt x="0" y="29"/>
                    <a:pt x="2" y="25"/>
                  </a:cubicBezTo>
                  <a:cubicBezTo>
                    <a:pt x="4" y="20"/>
                    <a:pt x="10" y="22"/>
                    <a:pt x="15" y="20"/>
                  </a:cubicBezTo>
                  <a:cubicBezTo>
                    <a:pt x="22" y="17"/>
                    <a:pt x="12" y="6"/>
                    <a:pt x="11" y="0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36" name="Freeform 321">
              <a:extLst>
                <a:ext uri="{FF2B5EF4-FFF2-40B4-BE49-F238E27FC236}">
                  <a16:creationId xmlns:a16="http://schemas.microsoft.com/office/drawing/2014/main" id="{6F913C78-2ED5-4B95-BCF6-0920184DA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280"/>
              <a:ext cx="223" cy="68"/>
            </a:xfrm>
            <a:custGeom>
              <a:avLst/>
              <a:gdLst>
                <a:gd name="T0" fmla="*/ 0 w 125"/>
                <a:gd name="T1" fmla="*/ 149 h 36"/>
                <a:gd name="T2" fmla="*/ 96 w 125"/>
                <a:gd name="T3" fmla="*/ 121 h 36"/>
                <a:gd name="T4" fmla="*/ 227 w 125"/>
                <a:gd name="T5" fmla="*/ 76 h 36"/>
                <a:gd name="T6" fmla="*/ 450 w 125"/>
                <a:gd name="T7" fmla="*/ 0 h 36"/>
                <a:gd name="T8" fmla="*/ 592 w 125"/>
                <a:gd name="T9" fmla="*/ 76 h 36"/>
                <a:gd name="T10" fmla="*/ 658 w 125"/>
                <a:gd name="T11" fmla="*/ 136 h 36"/>
                <a:gd name="T12" fmla="*/ 710 w 125"/>
                <a:gd name="T13" fmla="*/ 204 h 36"/>
                <a:gd name="T14" fmla="*/ 671 w 125"/>
                <a:gd name="T15" fmla="*/ 181 h 36"/>
                <a:gd name="T16" fmla="*/ 653 w 125"/>
                <a:gd name="T17" fmla="*/ 242 h 36"/>
                <a:gd name="T18" fmla="*/ 596 w 125"/>
                <a:gd name="T19" fmla="*/ 153 h 36"/>
                <a:gd name="T20" fmla="*/ 528 w 125"/>
                <a:gd name="T21" fmla="*/ 128 h 36"/>
                <a:gd name="T22" fmla="*/ 500 w 125"/>
                <a:gd name="T23" fmla="*/ 53 h 36"/>
                <a:gd name="T24" fmla="*/ 455 w 125"/>
                <a:gd name="T25" fmla="*/ 68 h 36"/>
                <a:gd name="T26" fmla="*/ 362 w 125"/>
                <a:gd name="T27" fmla="*/ 100 h 36"/>
                <a:gd name="T28" fmla="*/ 277 w 125"/>
                <a:gd name="T29" fmla="*/ 100 h 36"/>
                <a:gd name="T30" fmla="*/ 223 w 125"/>
                <a:gd name="T31" fmla="*/ 121 h 36"/>
                <a:gd name="T32" fmla="*/ 159 w 125"/>
                <a:gd name="T33" fmla="*/ 144 h 36"/>
                <a:gd name="T34" fmla="*/ 102 w 125"/>
                <a:gd name="T35" fmla="*/ 113 h 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5" h="36">
                  <a:moveTo>
                    <a:pt x="0" y="22"/>
                  </a:moveTo>
                  <a:cubicBezTo>
                    <a:pt x="4" y="20"/>
                    <a:pt x="12" y="19"/>
                    <a:pt x="17" y="18"/>
                  </a:cubicBezTo>
                  <a:cubicBezTo>
                    <a:pt x="25" y="16"/>
                    <a:pt x="33" y="13"/>
                    <a:pt x="40" y="11"/>
                  </a:cubicBezTo>
                  <a:cubicBezTo>
                    <a:pt x="53" y="6"/>
                    <a:pt x="66" y="1"/>
                    <a:pt x="79" y="0"/>
                  </a:cubicBezTo>
                  <a:cubicBezTo>
                    <a:pt x="90" y="0"/>
                    <a:pt x="96" y="5"/>
                    <a:pt x="104" y="11"/>
                  </a:cubicBezTo>
                  <a:cubicBezTo>
                    <a:pt x="108" y="14"/>
                    <a:pt x="112" y="17"/>
                    <a:pt x="116" y="20"/>
                  </a:cubicBezTo>
                  <a:cubicBezTo>
                    <a:pt x="119" y="23"/>
                    <a:pt x="124" y="26"/>
                    <a:pt x="125" y="30"/>
                  </a:cubicBezTo>
                  <a:cubicBezTo>
                    <a:pt x="123" y="28"/>
                    <a:pt x="120" y="26"/>
                    <a:pt x="118" y="27"/>
                  </a:cubicBezTo>
                  <a:cubicBezTo>
                    <a:pt x="115" y="29"/>
                    <a:pt x="116" y="34"/>
                    <a:pt x="115" y="36"/>
                  </a:cubicBezTo>
                  <a:cubicBezTo>
                    <a:pt x="115" y="31"/>
                    <a:pt x="111" y="21"/>
                    <a:pt x="105" y="23"/>
                  </a:cubicBezTo>
                  <a:cubicBezTo>
                    <a:pt x="105" y="14"/>
                    <a:pt x="98" y="15"/>
                    <a:pt x="93" y="19"/>
                  </a:cubicBezTo>
                  <a:cubicBezTo>
                    <a:pt x="92" y="15"/>
                    <a:pt x="92" y="10"/>
                    <a:pt x="88" y="8"/>
                  </a:cubicBezTo>
                  <a:cubicBezTo>
                    <a:pt x="85" y="5"/>
                    <a:pt x="82" y="6"/>
                    <a:pt x="80" y="10"/>
                  </a:cubicBezTo>
                  <a:cubicBezTo>
                    <a:pt x="72" y="5"/>
                    <a:pt x="71" y="9"/>
                    <a:pt x="64" y="15"/>
                  </a:cubicBezTo>
                  <a:cubicBezTo>
                    <a:pt x="58" y="11"/>
                    <a:pt x="54" y="10"/>
                    <a:pt x="49" y="15"/>
                  </a:cubicBezTo>
                  <a:cubicBezTo>
                    <a:pt x="45" y="8"/>
                    <a:pt x="43" y="17"/>
                    <a:pt x="39" y="18"/>
                  </a:cubicBezTo>
                  <a:cubicBezTo>
                    <a:pt x="35" y="19"/>
                    <a:pt x="30" y="13"/>
                    <a:pt x="28" y="21"/>
                  </a:cubicBezTo>
                  <a:cubicBezTo>
                    <a:pt x="26" y="18"/>
                    <a:pt x="21" y="19"/>
                    <a:pt x="18" y="17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37" name="Freeform 322">
              <a:extLst>
                <a:ext uri="{FF2B5EF4-FFF2-40B4-BE49-F238E27FC236}">
                  <a16:creationId xmlns:a16="http://schemas.microsoft.com/office/drawing/2014/main" id="{168CBE67-BC66-47B0-938F-4D6DBAD1C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333"/>
              <a:ext cx="52" cy="38"/>
            </a:xfrm>
            <a:custGeom>
              <a:avLst/>
              <a:gdLst>
                <a:gd name="T0" fmla="*/ 0 w 29"/>
                <a:gd name="T1" fmla="*/ 137 h 20"/>
                <a:gd name="T2" fmla="*/ 122 w 29"/>
                <a:gd name="T3" fmla="*/ 97 h 20"/>
                <a:gd name="T4" fmla="*/ 167 w 29"/>
                <a:gd name="T5" fmla="*/ 0 h 20"/>
                <a:gd name="T6" fmla="*/ 102 w 29"/>
                <a:gd name="T7" fmla="*/ 21 h 20"/>
                <a:gd name="T8" fmla="*/ 52 w 29"/>
                <a:gd name="T9" fmla="*/ 8 h 20"/>
                <a:gd name="T10" fmla="*/ 70 w 29"/>
                <a:gd name="T11" fmla="*/ 61 h 20"/>
                <a:gd name="T12" fmla="*/ 16 w 29"/>
                <a:gd name="T13" fmla="*/ 9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0">
                  <a:moveTo>
                    <a:pt x="0" y="20"/>
                  </a:moveTo>
                  <a:cubicBezTo>
                    <a:pt x="6" y="19"/>
                    <a:pt x="14" y="10"/>
                    <a:pt x="21" y="14"/>
                  </a:cubicBezTo>
                  <a:cubicBezTo>
                    <a:pt x="19" y="7"/>
                    <a:pt x="23" y="3"/>
                    <a:pt x="29" y="0"/>
                  </a:cubicBezTo>
                  <a:cubicBezTo>
                    <a:pt x="26" y="2"/>
                    <a:pt x="22" y="1"/>
                    <a:pt x="18" y="3"/>
                  </a:cubicBezTo>
                  <a:cubicBezTo>
                    <a:pt x="14" y="5"/>
                    <a:pt x="13" y="4"/>
                    <a:pt x="9" y="1"/>
                  </a:cubicBezTo>
                  <a:cubicBezTo>
                    <a:pt x="10" y="3"/>
                    <a:pt x="13" y="6"/>
                    <a:pt x="12" y="9"/>
                  </a:cubicBezTo>
                  <a:cubicBezTo>
                    <a:pt x="11" y="13"/>
                    <a:pt x="6" y="12"/>
                    <a:pt x="3" y="14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38" name="Freeform 323">
              <a:extLst>
                <a:ext uri="{FF2B5EF4-FFF2-40B4-BE49-F238E27FC236}">
                  <a16:creationId xmlns:a16="http://schemas.microsoft.com/office/drawing/2014/main" id="{7D7F4174-9496-4D90-903F-958820F3E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371"/>
              <a:ext cx="38" cy="87"/>
            </a:xfrm>
            <a:custGeom>
              <a:avLst/>
              <a:gdLst>
                <a:gd name="T0" fmla="*/ 94 w 21"/>
                <a:gd name="T1" fmla="*/ 47 h 46"/>
                <a:gd name="T2" fmla="*/ 81 w 21"/>
                <a:gd name="T3" fmla="*/ 204 h 46"/>
                <a:gd name="T4" fmla="*/ 65 w 21"/>
                <a:gd name="T5" fmla="*/ 312 h 46"/>
                <a:gd name="T6" fmla="*/ 29 w 21"/>
                <a:gd name="T7" fmla="*/ 229 h 46"/>
                <a:gd name="T8" fmla="*/ 72 w 21"/>
                <a:gd name="T9" fmla="*/ 168 h 46"/>
                <a:gd name="T10" fmla="*/ 13 w 21"/>
                <a:gd name="T11" fmla="*/ 149 h 46"/>
                <a:gd name="T12" fmla="*/ 52 w 21"/>
                <a:gd name="T13" fmla="*/ 76 h 46"/>
                <a:gd name="T14" fmla="*/ 60 w 21"/>
                <a:gd name="T15" fmla="*/ 0 h 46"/>
                <a:gd name="T16" fmla="*/ 94 w 21"/>
                <a:gd name="T17" fmla="*/ 53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46">
                  <a:moveTo>
                    <a:pt x="16" y="7"/>
                  </a:moveTo>
                  <a:cubicBezTo>
                    <a:pt x="18" y="16"/>
                    <a:pt x="21" y="22"/>
                    <a:pt x="14" y="30"/>
                  </a:cubicBezTo>
                  <a:cubicBezTo>
                    <a:pt x="10" y="34"/>
                    <a:pt x="4" y="40"/>
                    <a:pt x="11" y="46"/>
                  </a:cubicBezTo>
                  <a:cubicBezTo>
                    <a:pt x="5" y="43"/>
                    <a:pt x="0" y="39"/>
                    <a:pt x="5" y="34"/>
                  </a:cubicBezTo>
                  <a:cubicBezTo>
                    <a:pt x="7" y="32"/>
                    <a:pt x="12" y="28"/>
                    <a:pt x="12" y="25"/>
                  </a:cubicBezTo>
                  <a:cubicBezTo>
                    <a:pt x="11" y="22"/>
                    <a:pt x="5" y="22"/>
                    <a:pt x="2" y="22"/>
                  </a:cubicBezTo>
                  <a:cubicBezTo>
                    <a:pt x="6" y="20"/>
                    <a:pt x="15" y="17"/>
                    <a:pt x="9" y="11"/>
                  </a:cubicBezTo>
                  <a:cubicBezTo>
                    <a:pt x="13" y="8"/>
                    <a:pt x="13" y="3"/>
                    <a:pt x="10" y="0"/>
                  </a:cubicBezTo>
                  <a:cubicBezTo>
                    <a:pt x="13" y="1"/>
                    <a:pt x="16" y="4"/>
                    <a:pt x="16" y="8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39" name="Freeform 324">
              <a:extLst>
                <a:ext uri="{FF2B5EF4-FFF2-40B4-BE49-F238E27FC236}">
                  <a16:creationId xmlns:a16="http://schemas.microsoft.com/office/drawing/2014/main" id="{403C583A-A8CB-4E10-AC1C-813BA53E3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504"/>
              <a:ext cx="91" cy="47"/>
            </a:xfrm>
            <a:custGeom>
              <a:avLst/>
              <a:gdLst>
                <a:gd name="T0" fmla="*/ 0 w 51"/>
                <a:gd name="T1" fmla="*/ 0 h 25"/>
                <a:gd name="T2" fmla="*/ 146 w 51"/>
                <a:gd name="T3" fmla="*/ 145 h 25"/>
                <a:gd name="T4" fmla="*/ 239 w 51"/>
                <a:gd name="T5" fmla="*/ 145 h 25"/>
                <a:gd name="T6" fmla="*/ 289 w 51"/>
                <a:gd name="T7" fmla="*/ 28 h 25"/>
                <a:gd name="T8" fmla="*/ 239 w 51"/>
                <a:gd name="T9" fmla="*/ 105 h 25"/>
                <a:gd name="T10" fmla="*/ 203 w 51"/>
                <a:gd name="T11" fmla="*/ 45 h 25"/>
                <a:gd name="T12" fmla="*/ 182 w 51"/>
                <a:gd name="T13" fmla="*/ 113 h 25"/>
                <a:gd name="T14" fmla="*/ 143 w 51"/>
                <a:gd name="T15" fmla="*/ 68 h 25"/>
                <a:gd name="T16" fmla="*/ 73 w 51"/>
                <a:gd name="T17" fmla="*/ 45 h 25"/>
                <a:gd name="T18" fmla="*/ 36 w 51"/>
                <a:gd name="T19" fmla="*/ 45 h 25"/>
                <a:gd name="T20" fmla="*/ 7 w 51"/>
                <a:gd name="T21" fmla="*/ 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25">
                  <a:moveTo>
                    <a:pt x="0" y="0"/>
                  </a:moveTo>
                  <a:cubicBezTo>
                    <a:pt x="3" y="14"/>
                    <a:pt x="13" y="19"/>
                    <a:pt x="26" y="22"/>
                  </a:cubicBezTo>
                  <a:cubicBezTo>
                    <a:pt x="30" y="24"/>
                    <a:pt x="38" y="25"/>
                    <a:pt x="42" y="22"/>
                  </a:cubicBezTo>
                  <a:cubicBezTo>
                    <a:pt x="47" y="19"/>
                    <a:pt x="49" y="9"/>
                    <a:pt x="51" y="4"/>
                  </a:cubicBezTo>
                  <a:cubicBezTo>
                    <a:pt x="49" y="8"/>
                    <a:pt x="47" y="15"/>
                    <a:pt x="42" y="16"/>
                  </a:cubicBezTo>
                  <a:cubicBezTo>
                    <a:pt x="36" y="17"/>
                    <a:pt x="37" y="11"/>
                    <a:pt x="36" y="7"/>
                  </a:cubicBezTo>
                  <a:cubicBezTo>
                    <a:pt x="35" y="9"/>
                    <a:pt x="35" y="17"/>
                    <a:pt x="32" y="17"/>
                  </a:cubicBezTo>
                  <a:cubicBezTo>
                    <a:pt x="29" y="18"/>
                    <a:pt x="25" y="13"/>
                    <a:pt x="25" y="10"/>
                  </a:cubicBezTo>
                  <a:cubicBezTo>
                    <a:pt x="21" y="14"/>
                    <a:pt x="12" y="14"/>
                    <a:pt x="13" y="7"/>
                  </a:cubicBezTo>
                  <a:cubicBezTo>
                    <a:pt x="11" y="7"/>
                    <a:pt x="9" y="9"/>
                    <a:pt x="6" y="7"/>
                  </a:cubicBezTo>
                  <a:cubicBezTo>
                    <a:pt x="3" y="6"/>
                    <a:pt x="3" y="2"/>
                    <a:pt x="1" y="0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40" name="Freeform 325">
              <a:extLst>
                <a:ext uri="{FF2B5EF4-FFF2-40B4-BE49-F238E27FC236}">
                  <a16:creationId xmlns:a16="http://schemas.microsoft.com/office/drawing/2014/main" id="{467E80D8-DD82-4FF9-816A-B8999F836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420"/>
              <a:ext cx="87" cy="50"/>
            </a:xfrm>
            <a:custGeom>
              <a:avLst/>
              <a:gdLst>
                <a:gd name="T0" fmla="*/ 0 w 49"/>
                <a:gd name="T1" fmla="*/ 71 h 26"/>
                <a:gd name="T2" fmla="*/ 73 w 49"/>
                <a:gd name="T3" fmla="*/ 148 h 26"/>
                <a:gd name="T4" fmla="*/ 151 w 49"/>
                <a:gd name="T5" fmla="*/ 140 h 26"/>
                <a:gd name="T6" fmla="*/ 236 w 49"/>
                <a:gd name="T7" fmla="*/ 140 h 26"/>
                <a:gd name="T8" fmla="*/ 259 w 49"/>
                <a:gd name="T9" fmla="*/ 0 h 26"/>
                <a:gd name="T10" fmla="*/ 231 w 49"/>
                <a:gd name="T11" fmla="*/ 71 h 26"/>
                <a:gd name="T12" fmla="*/ 202 w 49"/>
                <a:gd name="T13" fmla="*/ 48 h 26"/>
                <a:gd name="T14" fmla="*/ 151 w 49"/>
                <a:gd name="T15" fmla="*/ 77 h 26"/>
                <a:gd name="T16" fmla="*/ 94 w 49"/>
                <a:gd name="T17" fmla="*/ 100 h 26"/>
                <a:gd name="T18" fmla="*/ 44 w 49"/>
                <a:gd name="T19" fmla="*/ 100 h 26"/>
                <a:gd name="T20" fmla="*/ 12 w 49"/>
                <a:gd name="T21" fmla="*/ 77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26">
                  <a:moveTo>
                    <a:pt x="0" y="10"/>
                  </a:moveTo>
                  <a:cubicBezTo>
                    <a:pt x="6" y="11"/>
                    <a:pt x="9" y="17"/>
                    <a:pt x="13" y="21"/>
                  </a:cubicBezTo>
                  <a:cubicBezTo>
                    <a:pt x="18" y="26"/>
                    <a:pt x="21" y="22"/>
                    <a:pt x="27" y="20"/>
                  </a:cubicBezTo>
                  <a:cubicBezTo>
                    <a:pt x="32" y="18"/>
                    <a:pt x="37" y="23"/>
                    <a:pt x="42" y="20"/>
                  </a:cubicBezTo>
                  <a:cubicBezTo>
                    <a:pt x="49" y="15"/>
                    <a:pt x="46" y="7"/>
                    <a:pt x="46" y="0"/>
                  </a:cubicBezTo>
                  <a:cubicBezTo>
                    <a:pt x="44" y="3"/>
                    <a:pt x="44" y="9"/>
                    <a:pt x="41" y="10"/>
                  </a:cubicBezTo>
                  <a:cubicBezTo>
                    <a:pt x="39" y="11"/>
                    <a:pt x="36" y="10"/>
                    <a:pt x="36" y="7"/>
                  </a:cubicBezTo>
                  <a:cubicBezTo>
                    <a:pt x="33" y="11"/>
                    <a:pt x="31" y="19"/>
                    <a:pt x="27" y="11"/>
                  </a:cubicBezTo>
                  <a:cubicBezTo>
                    <a:pt x="24" y="15"/>
                    <a:pt x="21" y="19"/>
                    <a:pt x="17" y="14"/>
                  </a:cubicBezTo>
                  <a:cubicBezTo>
                    <a:pt x="14" y="18"/>
                    <a:pt x="12" y="16"/>
                    <a:pt x="8" y="14"/>
                  </a:cubicBezTo>
                  <a:cubicBezTo>
                    <a:pt x="7" y="13"/>
                    <a:pt x="3" y="10"/>
                    <a:pt x="2" y="11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41" name="Freeform 326">
              <a:extLst>
                <a:ext uri="{FF2B5EF4-FFF2-40B4-BE49-F238E27FC236}">
                  <a16:creationId xmlns:a16="http://schemas.microsoft.com/office/drawing/2014/main" id="{61778574-13FB-4762-9431-ACAB58F8F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327"/>
              <a:ext cx="184" cy="88"/>
            </a:xfrm>
            <a:custGeom>
              <a:avLst/>
              <a:gdLst>
                <a:gd name="T0" fmla="*/ 13 w 103"/>
                <a:gd name="T1" fmla="*/ 113 h 46"/>
                <a:gd name="T2" fmla="*/ 0 w 103"/>
                <a:gd name="T3" fmla="*/ 216 h 46"/>
                <a:gd name="T4" fmla="*/ 13 w 103"/>
                <a:gd name="T5" fmla="*/ 321 h 46"/>
                <a:gd name="T6" fmla="*/ 64 w 103"/>
                <a:gd name="T7" fmla="*/ 231 h 46"/>
                <a:gd name="T8" fmla="*/ 125 w 103"/>
                <a:gd name="T9" fmla="*/ 274 h 46"/>
                <a:gd name="T10" fmla="*/ 216 w 103"/>
                <a:gd name="T11" fmla="*/ 224 h 46"/>
                <a:gd name="T12" fmla="*/ 261 w 103"/>
                <a:gd name="T13" fmla="*/ 274 h 46"/>
                <a:gd name="T14" fmla="*/ 332 w 103"/>
                <a:gd name="T15" fmla="*/ 245 h 46"/>
                <a:gd name="T16" fmla="*/ 434 w 103"/>
                <a:gd name="T17" fmla="*/ 153 h 46"/>
                <a:gd name="T18" fmla="*/ 514 w 103"/>
                <a:gd name="T19" fmla="*/ 132 h 46"/>
                <a:gd name="T20" fmla="*/ 545 w 103"/>
                <a:gd name="T21" fmla="*/ 113 h 46"/>
                <a:gd name="T22" fmla="*/ 507 w 103"/>
                <a:gd name="T23" fmla="*/ 176 h 46"/>
                <a:gd name="T24" fmla="*/ 411 w 103"/>
                <a:gd name="T25" fmla="*/ 197 h 46"/>
                <a:gd name="T26" fmla="*/ 414 w 103"/>
                <a:gd name="T27" fmla="*/ 260 h 46"/>
                <a:gd name="T28" fmla="*/ 466 w 103"/>
                <a:gd name="T29" fmla="*/ 321 h 46"/>
                <a:gd name="T30" fmla="*/ 559 w 103"/>
                <a:gd name="T31" fmla="*/ 253 h 46"/>
                <a:gd name="T32" fmla="*/ 581 w 103"/>
                <a:gd name="T33" fmla="*/ 84 h 46"/>
                <a:gd name="T34" fmla="*/ 572 w 103"/>
                <a:gd name="T35" fmla="*/ 21 h 46"/>
                <a:gd name="T36" fmla="*/ 536 w 103"/>
                <a:gd name="T37" fmla="*/ 29 h 46"/>
                <a:gd name="T38" fmla="*/ 414 w 103"/>
                <a:gd name="T39" fmla="*/ 77 h 46"/>
                <a:gd name="T40" fmla="*/ 313 w 103"/>
                <a:gd name="T41" fmla="*/ 92 h 46"/>
                <a:gd name="T42" fmla="*/ 195 w 103"/>
                <a:gd name="T43" fmla="*/ 132 h 46"/>
                <a:gd name="T44" fmla="*/ 109 w 103"/>
                <a:gd name="T45" fmla="*/ 124 h 46"/>
                <a:gd name="T46" fmla="*/ 23 w 103"/>
                <a:gd name="T47" fmla="*/ 99 h 4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3" h="46">
                  <a:moveTo>
                    <a:pt x="2" y="16"/>
                  </a:moveTo>
                  <a:cubicBezTo>
                    <a:pt x="2" y="21"/>
                    <a:pt x="0" y="26"/>
                    <a:pt x="0" y="31"/>
                  </a:cubicBezTo>
                  <a:cubicBezTo>
                    <a:pt x="0" y="36"/>
                    <a:pt x="1" y="42"/>
                    <a:pt x="2" y="46"/>
                  </a:cubicBezTo>
                  <a:cubicBezTo>
                    <a:pt x="5" y="41"/>
                    <a:pt x="3" y="35"/>
                    <a:pt x="11" y="33"/>
                  </a:cubicBezTo>
                  <a:cubicBezTo>
                    <a:pt x="16" y="33"/>
                    <a:pt x="18" y="35"/>
                    <a:pt x="22" y="39"/>
                  </a:cubicBezTo>
                  <a:cubicBezTo>
                    <a:pt x="24" y="33"/>
                    <a:pt x="32" y="26"/>
                    <a:pt x="38" y="32"/>
                  </a:cubicBezTo>
                  <a:cubicBezTo>
                    <a:pt x="40" y="25"/>
                    <a:pt x="46" y="36"/>
                    <a:pt x="46" y="39"/>
                  </a:cubicBezTo>
                  <a:cubicBezTo>
                    <a:pt x="48" y="32"/>
                    <a:pt x="53" y="29"/>
                    <a:pt x="58" y="35"/>
                  </a:cubicBezTo>
                  <a:cubicBezTo>
                    <a:pt x="58" y="26"/>
                    <a:pt x="70" y="25"/>
                    <a:pt x="76" y="22"/>
                  </a:cubicBezTo>
                  <a:cubicBezTo>
                    <a:pt x="80" y="21"/>
                    <a:pt x="86" y="20"/>
                    <a:pt x="90" y="19"/>
                  </a:cubicBezTo>
                  <a:cubicBezTo>
                    <a:pt x="92" y="17"/>
                    <a:pt x="95" y="12"/>
                    <a:pt x="96" y="16"/>
                  </a:cubicBezTo>
                  <a:cubicBezTo>
                    <a:pt x="96" y="19"/>
                    <a:pt x="92" y="24"/>
                    <a:pt x="89" y="25"/>
                  </a:cubicBezTo>
                  <a:cubicBezTo>
                    <a:pt x="84" y="28"/>
                    <a:pt x="78" y="26"/>
                    <a:pt x="72" y="28"/>
                  </a:cubicBezTo>
                  <a:cubicBezTo>
                    <a:pt x="66" y="31"/>
                    <a:pt x="68" y="34"/>
                    <a:pt x="73" y="37"/>
                  </a:cubicBezTo>
                  <a:cubicBezTo>
                    <a:pt x="77" y="40"/>
                    <a:pt x="80" y="42"/>
                    <a:pt x="82" y="46"/>
                  </a:cubicBezTo>
                  <a:cubicBezTo>
                    <a:pt x="80" y="35"/>
                    <a:pt x="92" y="39"/>
                    <a:pt x="98" y="36"/>
                  </a:cubicBezTo>
                  <a:cubicBezTo>
                    <a:pt x="103" y="32"/>
                    <a:pt x="102" y="18"/>
                    <a:pt x="102" y="12"/>
                  </a:cubicBezTo>
                  <a:cubicBezTo>
                    <a:pt x="101" y="10"/>
                    <a:pt x="102" y="5"/>
                    <a:pt x="100" y="3"/>
                  </a:cubicBezTo>
                  <a:cubicBezTo>
                    <a:pt x="98" y="0"/>
                    <a:pt x="97" y="3"/>
                    <a:pt x="94" y="4"/>
                  </a:cubicBezTo>
                  <a:cubicBezTo>
                    <a:pt x="87" y="9"/>
                    <a:pt x="81" y="11"/>
                    <a:pt x="73" y="11"/>
                  </a:cubicBezTo>
                  <a:cubicBezTo>
                    <a:pt x="67" y="11"/>
                    <a:pt x="60" y="11"/>
                    <a:pt x="55" y="13"/>
                  </a:cubicBezTo>
                  <a:cubicBezTo>
                    <a:pt x="48" y="15"/>
                    <a:pt x="42" y="19"/>
                    <a:pt x="34" y="19"/>
                  </a:cubicBezTo>
                  <a:cubicBezTo>
                    <a:pt x="29" y="19"/>
                    <a:pt x="24" y="19"/>
                    <a:pt x="19" y="18"/>
                  </a:cubicBezTo>
                  <a:cubicBezTo>
                    <a:pt x="14" y="18"/>
                    <a:pt x="9" y="15"/>
                    <a:pt x="4" y="14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42" name="Freeform 327">
              <a:extLst>
                <a:ext uri="{FF2B5EF4-FFF2-40B4-BE49-F238E27FC236}">
                  <a16:creationId xmlns:a16="http://schemas.microsoft.com/office/drawing/2014/main" id="{893AEC04-47DE-4AE9-B56E-0A3F32253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293"/>
              <a:ext cx="171" cy="85"/>
            </a:xfrm>
            <a:custGeom>
              <a:avLst/>
              <a:gdLst>
                <a:gd name="T0" fmla="*/ 0 w 96"/>
                <a:gd name="T1" fmla="*/ 144 h 45"/>
                <a:gd name="T2" fmla="*/ 159 w 96"/>
                <a:gd name="T3" fmla="*/ 15 h 45"/>
                <a:gd name="T4" fmla="*/ 296 w 96"/>
                <a:gd name="T5" fmla="*/ 47 h 45"/>
                <a:gd name="T6" fmla="*/ 426 w 96"/>
                <a:gd name="T7" fmla="*/ 108 h 45"/>
                <a:gd name="T8" fmla="*/ 486 w 96"/>
                <a:gd name="T9" fmla="*/ 93 h 45"/>
                <a:gd name="T10" fmla="*/ 543 w 96"/>
                <a:gd name="T11" fmla="*/ 53 h 45"/>
                <a:gd name="T12" fmla="*/ 454 w 96"/>
                <a:gd name="T13" fmla="*/ 161 h 45"/>
                <a:gd name="T14" fmla="*/ 374 w 96"/>
                <a:gd name="T15" fmla="*/ 136 h 45"/>
                <a:gd name="T16" fmla="*/ 356 w 96"/>
                <a:gd name="T17" fmla="*/ 204 h 45"/>
                <a:gd name="T18" fmla="*/ 273 w 96"/>
                <a:gd name="T19" fmla="*/ 229 h 45"/>
                <a:gd name="T20" fmla="*/ 224 w 96"/>
                <a:gd name="T21" fmla="*/ 204 h 45"/>
                <a:gd name="T22" fmla="*/ 260 w 96"/>
                <a:gd name="T23" fmla="*/ 176 h 45"/>
                <a:gd name="T24" fmla="*/ 232 w 96"/>
                <a:gd name="T25" fmla="*/ 149 h 45"/>
                <a:gd name="T26" fmla="*/ 187 w 96"/>
                <a:gd name="T27" fmla="*/ 89 h 45"/>
                <a:gd name="T28" fmla="*/ 166 w 96"/>
                <a:gd name="T29" fmla="*/ 153 h 45"/>
                <a:gd name="T30" fmla="*/ 114 w 96"/>
                <a:gd name="T31" fmla="*/ 121 h 45"/>
                <a:gd name="T32" fmla="*/ 80 w 96"/>
                <a:gd name="T33" fmla="*/ 204 h 45"/>
                <a:gd name="T34" fmla="*/ 37 w 96"/>
                <a:gd name="T35" fmla="*/ 304 h 45"/>
                <a:gd name="T36" fmla="*/ 7 w 96"/>
                <a:gd name="T37" fmla="*/ 264 h 45"/>
                <a:gd name="T38" fmla="*/ 7 w 96"/>
                <a:gd name="T39" fmla="*/ 181 h 45"/>
                <a:gd name="T40" fmla="*/ 0 w 96"/>
                <a:gd name="T41" fmla="*/ 161 h 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6" h="45">
                  <a:moveTo>
                    <a:pt x="0" y="21"/>
                  </a:moveTo>
                  <a:cubicBezTo>
                    <a:pt x="7" y="12"/>
                    <a:pt x="17" y="4"/>
                    <a:pt x="28" y="2"/>
                  </a:cubicBezTo>
                  <a:cubicBezTo>
                    <a:pt x="38" y="0"/>
                    <a:pt x="44" y="2"/>
                    <a:pt x="52" y="7"/>
                  </a:cubicBezTo>
                  <a:cubicBezTo>
                    <a:pt x="59" y="12"/>
                    <a:pt x="65" y="17"/>
                    <a:pt x="75" y="16"/>
                  </a:cubicBezTo>
                  <a:cubicBezTo>
                    <a:pt x="79" y="16"/>
                    <a:pt x="82" y="15"/>
                    <a:pt x="86" y="14"/>
                  </a:cubicBezTo>
                  <a:cubicBezTo>
                    <a:pt x="89" y="12"/>
                    <a:pt x="93" y="8"/>
                    <a:pt x="96" y="8"/>
                  </a:cubicBezTo>
                  <a:cubicBezTo>
                    <a:pt x="90" y="11"/>
                    <a:pt x="82" y="17"/>
                    <a:pt x="80" y="24"/>
                  </a:cubicBezTo>
                  <a:cubicBezTo>
                    <a:pt x="76" y="21"/>
                    <a:pt x="70" y="16"/>
                    <a:pt x="66" y="20"/>
                  </a:cubicBezTo>
                  <a:cubicBezTo>
                    <a:pt x="64" y="23"/>
                    <a:pt x="65" y="28"/>
                    <a:pt x="63" y="30"/>
                  </a:cubicBezTo>
                  <a:cubicBezTo>
                    <a:pt x="61" y="32"/>
                    <a:pt x="51" y="34"/>
                    <a:pt x="48" y="34"/>
                  </a:cubicBezTo>
                  <a:cubicBezTo>
                    <a:pt x="45" y="34"/>
                    <a:pt x="42" y="32"/>
                    <a:pt x="40" y="30"/>
                  </a:cubicBezTo>
                  <a:cubicBezTo>
                    <a:pt x="41" y="27"/>
                    <a:pt x="45" y="29"/>
                    <a:pt x="46" y="26"/>
                  </a:cubicBezTo>
                  <a:cubicBezTo>
                    <a:pt x="47" y="24"/>
                    <a:pt x="43" y="23"/>
                    <a:pt x="41" y="22"/>
                  </a:cubicBezTo>
                  <a:cubicBezTo>
                    <a:pt x="39" y="19"/>
                    <a:pt x="38" y="13"/>
                    <a:pt x="33" y="13"/>
                  </a:cubicBezTo>
                  <a:cubicBezTo>
                    <a:pt x="28" y="14"/>
                    <a:pt x="30" y="20"/>
                    <a:pt x="29" y="23"/>
                  </a:cubicBezTo>
                  <a:cubicBezTo>
                    <a:pt x="29" y="19"/>
                    <a:pt x="24" y="16"/>
                    <a:pt x="20" y="18"/>
                  </a:cubicBezTo>
                  <a:cubicBezTo>
                    <a:pt x="16" y="20"/>
                    <a:pt x="14" y="26"/>
                    <a:pt x="14" y="30"/>
                  </a:cubicBezTo>
                  <a:cubicBezTo>
                    <a:pt x="6" y="23"/>
                    <a:pt x="7" y="40"/>
                    <a:pt x="7" y="45"/>
                  </a:cubicBezTo>
                  <a:cubicBezTo>
                    <a:pt x="3" y="42"/>
                    <a:pt x="2" y="44"/>
                    <a:pt x="1" y="39"/>
                  </a:cubicBezTo>
                  <a:cubicBezTo>
                    <a:pt x="1" y="35"/>
                    <a:pt x="2" y="31"/>
                    <a:pt x="1" y="27"/>
                  </a:cubicBezTo>
                  <a:cubicBezTo>
                    <a:pt x="1" y="26"/>
                    <a:pt x="0" y="24"/>
                    <a:pt x="0" y="24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43" name="Freeform 328">
              <a:extLst>
                <a:ext uri="{FF2B5EF4-FFF2-40B4-BE49-F238E27FC236}">
                  <a16:creationId xmlns:a16="http://schemas.microsoft.com/office/drawing/2014/main" id="{F900484D-A2FD-401C-A9DD-277742C13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477"/>
              <a:ext cx="98" cy="76"/>
            </a:xfrm>
            <a:custGeom>
              <a:avLst/>
              <a:gdLst>
                <a:gd name="T0" fmla="*/ 7 w 55"/>
                <a:gd name="T1" fmla="*/ 137 h 40"/>
                <a:gd name="T2" fmla="*/ 0 w 55"/>
                <a:gd name="T3" fmla="*/ 274 h 40"/>
                <a:gd name="T4" fmla="*/ 94 w 55"/>
                <a:gd name="T5" fmla="*/ 260 h 40"/>
                <a:gd name="T6" fmla="*/ 52 w 55"/>
                <a:gd name="T7" fmla="*/ 241 h 40"/>
                <a:gd name="T8" fmla="*/ 52 w 55"/>
                <a:gd name="T9" fmla="*/ 165 h 40"/>
                <a:gd name="T10" fmla="*/ 66 w 55"/>
                <a:gd name="T11" fmla="*/ 160 h 40"/>
                <a:gd name="T12" fmla="*/ 102 w 55"/>
                <a:gd name="T13" fmla="*/ 108 h 40"/>
                <a:gd name="T14" fmla="*/ 137 w 55"/>
                <a:gd name="T15" fmla="*/ 116 h 40"/>
                <a:gd name="T16" fmla="*/ 153 w 55"/>
                <a:gd name="T17" fmla="*/ 84 h 40"/>
                <a:gd name="T18" fmla="*/ 196 w 55"/>
                <a:gd name="T19" fmla="*/ 105 h 40"/>
                <a:gd name="T20" fmla="*/ 273 w 55"/>
                <a:gd name="T21" fmla="*/ 129 h 40"/>
                <a:gd name="T22" fmla="*/ 312 w 55"/>
                <a:gd name="T23" fmla="*/ 76 h 40"/>
                <a:gd name="T24" fmla="*/ 283 w 55"/>
                <a:gd name="T25" fmla="*/ 48 h 40"/>
                <a:gd name="T26" fmla="*/ 187 w 55"/>
                <a:gd name="T27" fmla="*/ 0 h 40"/>
                <a:gd name="T28" fmla="*/ 130 w 55"/>
                <a:gd name="T29" fmla="*/ 61 h 40"/>
                <a:gd name="T30" fmla="*/ 16 w 55"/>
                <a:gd name="T31" fmla="*/ 116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5" h="40">
                  <a:moveTo>
                    <a:pt x="1" y="20"/>
                  </a:moveTo>
                  <a:cubicBezTo>
                    <a:pt x="3" y="26"/>
                    <a:pt x="1" y="34"/>
                    <a:pt x="0" y="40"/>
                  </a:cubicBezTo>
                  <a:cubicBezTo>
                    <a:pt x="5" y="36"/>
                    <a:pt x="12" y="38"/>
                    <a:pt x="17" y="38"/>
                  </a:cubicBezTo>
                  <a:cubicBezTo>
                    <a:pt x="15" y="38"/>
                    <a:pt x="11" y="37"/>
                    <a:pt x="9" y="35"/>
                  </a:cubicBezTo>
                  <a:cubicBezTo>
                    <a:pt x="8" y="33"/>
                    <a:pt x="7" y="26"/>
                    <a:pt x="9" y="24"/>
                  </a:cubicBezTo>
                  <a:cubicBezTo>
                    <a:pt x="10" y="22"/>
                    <a:pt x="11" y="24"/>
                    <a:pt x="12" y="23"/>
                  </a:cubicBezTo>
                  <a:cubicBezTo>
                    <a:pt x="15" y="21"/>
                    <a:pt x="15" y="17"/>
                    <a:pt x="18" y="16"/>
                  </a:cubicBezTo>
                  <a:cubicBezTo>
                    <a:pt x="20" y="16"/>
                    <a:pt x="23" y="17"/>
                    <a:pt x="24" y="17"/>
                  </a:cubicBezTo>
                  <a:cubicBezTo>
                    <a:pt x="27" y="16"/>
                    <a:pt x="26" y="14"/>
                    <a:pt x="27" y="12"/>
                  </a:cubicBezTo>
                  <a:cubicBezTo>
                    <a:pt x="30" y="6"/>
                    <a:pt x="36" y="9"/>
                    <a:pt x="35" y="15"/>
                  </a:cubicBezTo>
                  <a:cubicBezTo>
                    <a:pt x="38" y="4"/>
                    <a:pt x="53" y="10"/>
                    <a:pt x="48" y="19"/>
                  </a:cubicBezTo>
                  <a:cubicBezTo>
                    <a:pt x="49" y="18"/>
                    <a:pt x="55" y="12"/>
                    <a:pt x="55" y="11"/>
                  </a:cubicBezTo>
                  <a:cubicBezTo>
                    <a:pt x="55" y="8"/>
                    <a:pt x="52" y="8"/>
                    <a:pt x="50" y="7"/>
                  </a:cubicBezTo>
                  <a:cubicBezTo>
                    <a:pt x="45" y="6"/>
                    <a:pt x="39" y="0"/>
                    <a:pt x="33" y="0"/>
                  </a:cubicBezTo>
                  <a:cubicBezTo>
                    <a:pt x="28" y="1"/>
                    <a:pt x="27" y="7"/>
                    <a:pt x="23" y="9"/>
                  </a:cubicBezTo>
                  <a:cubicBezTo>
                    <a:pt x="17" y="13"/>
                    <a:pt x="9" y="14"/>
                    <a:pt x="3" y="17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44" name="Freeform 329">
              <a:extLst>
                <a:ext uri="{FF2B5EF4-FFF2-40B4-BE49-F238E27FC236}">
                  <a16:creationId xmlns:a16="http://schemas.microsoft.com/office/drawing/2014/main" id="{D229010A-DB17-4B45-ADFD-3198D7ED9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500"/>
              <a:ext cx="83" cy="65"/>
            </a:xfrm>
            <a:custGeom>
              <a:avLst/>
              <a:gdLst>
                <a:gd name="T0" fmla="*/ 0 w 47"/>
                <a:gd name="T1" fmla="*/ 168 h 34"/>
                <a:gd name="T2" fmla="*/ 72 w 47"/>
                <a:gd name="T3" fmla="*/ 201 h 34"/>
                <a:gd name="T4" fmla="*/ 203 w 47"/>
                <a:gd name="T5" fmla="*/ 216 h 34"/>
                <a:gd name="T6" fmla="*/ 247 w 47"/>
                <a:gd name="T7" fmla="*/ 55 h 34"/>
                <a:gd name="T8" fmla="*/ 180 w 47"/>
                <a:gd name="T9" fmla="*/ 63 h 34"/>
                <a:gd name="T10" fmla="*/ 131 w 47"/>
                <a:gd name="T11" fmla="*/ 0 h 34"/>
                <a:gd name="T12" fmla="*/ 154 w 47"/>
                <a:gd name="T13" fmla="*/ 69 h 34"/>
                <a:gd name="T14" fmla="*/ 150 w 47"/>
                <a:gd name="T15" fmla="*/ 145 h 34"/>
                <a:gd name="T16" fmla="*/ 49 w 47"/>
                <a:gd name="T17" fmla="*/ 99 h 34"/>
                <a:gd name="T18" fmla="*/ 21 w 47"/>
                <a:gd name="T19" fmla="*/ 153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34">
                  <a:moveTo>
                    <a:pt x="0" y="24"/>
                  </a:moveTo>
                  <a:cubicBezTo>
                    <a:pt x="5" y="26"/>
                    <a:pt x="11" y="25"/>
                    <a:pt x="13" y="29"/>
                  </a:cubicBezTo>
                  <a:cubicBezTo>
                    <a:pt x="20" y="25"/>
                    <a:pt x="29" y="34"/>
                    <a:pt x="37" y="31"/>
                  </a:cubicBezTo>
                  <a:cubicBezTo>
                    <a:pt x="44" y="28"/>
                    <a:pt x="47" y="14"/>
                    <a:pt x="45" y="8"/>
                  </a:cubicBezTo>
                  <a:cubicBezTo>
                    <a:pt x="41" y="10"/>
                    <a:pt x="37" y="10"/>
                    <a:pt x="33" y="9"/>
                  </a:cubicBezTo>
                  <a:cubicBezTo>
                    <a:pt x="27" y="7"/>
                    <a:pt x="27" y="3"/>
                    <a:pt x="24" y="0"/>
                  </a:cubicBezTo>
                  <a:cubicBezTo>
                    <a:pt x="24" y="4"/>
                    <a:pt x="27" y="6"/>
                    <a:pt x="28" y="10"/>
                  </a:cubicBezTo>
                  <a:cubicBezTo>
                    <a:pt x="29" y="12"/>
                    <a:pt x="29" y="18"/>
                    <a:pt x="27" y="21"/>
                  </a:cubicBezTo>
                  <a:cubicBezTo>
                    <a:pt x="21" y="28"/>
                    <a:pt x="14" y="18"/>
                    <a:pt x="9" y="14"/>
                  </a:cubicBezTo>
                  <a:cubicBezTo>
                    <a:pt x="8" y="17"/>
                    <a:pt x="8" y="21"/>
                    <a:pt x="4" y="22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45" name="Freeform 330">
              <a:extLst>
                <a:ext uri="{FF2B5EF4-FFF2-40B4-BE49-F238E27FC236}">
                  <a16:creationId xmlns:a16="http://schemas.microsoft.com/office/drawing/2014/main" id="{A13061F3-BF42-4981-9E7E-9A38AABFD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416"/>
              <a:ext cx="57" cy="42"/>
            </a:xfrm>
            <a:custGeom>
              <a:avLst/>
              <a:gdLst>
                <a:gd name="T0" fmla="*/ 52 w 32"/>
                <a:gd name="T1" fmla="*/ 48 h 22"/>
                <a:gd name="T2" fmla="*/ 94 w 32"/>
                <a:gd name="T3" fmla="*/ 105 h 22"/>
                <a:gd name="T4" fmla="*/ 182 w 32"/>
                <a:gd name="T5" fmla="*/ 0 h 22"/>
                <a:gd name="T6" fmla="*/ 52 w 32"/>
                <a:gd name="T7" fmla="*/ 4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2">
                  <a:moveTo>
                    <a:pt x="9" y="7"/>
                  </a:moveTo>
                  <a:cubicBezTo>
                    <a:pt x="0" y="10"/>
                    <a:pt x="8" y="22"/>
                    <a:pt x="17" y="15"/>
                  </a:cubicBezTo>
                  <a:cubicBezTo>
                    <a:pt x="22" y="11"/>
                    <a:pt x="27" y="5"/>
                    <a:pt x="32" y="0"/>
                  </a:cubicBezTo>
                  <a:cubicBezTo>
                    <a:pt x="25" y="3"/>
                    <a:pt x="15" y="2"/>
                    <a:pt x="9" y="7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46" name="Freeform 331">
              <a:extLst>
                <a:ext uri="{FF2B5EF4-FFF2-40B4-BE49-F238E27FC236}">
                  <a16:creationId xmlns:a16="http://schemas.microsoft.com/office/drawing/2014/main" id="{F8CB7E4E-6B67-4F73-8EA5-712A28B8A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363"/>
              <a:ext cx="80" cy="63"/>
            </a:xfrm>
            <a:custGeom>
              <a:avLst/>
              <a:gdLst>
                <a:gd name="T0" fmla="*/ 190 w 45"/>
                <a:gd name="T1" fmla="*/ 15 h 33"/>
                <a:gd name="T2" fmla="*/ 247 w 45"/>
                <a:gd name="T3" fmla="*/ 55 h 33"/>
                <a:gd name="T4" fmla="*/ 190 w 45"/>
                <a:gd name="T5" fmla="*/ 153 h 33"/>
                <a:gd name="T6" fmla="*/ 0 w 45"/>
                <a:gd name="T7" fmla="*/ 229 h 33"/>
                <a:gd name="T8" fmla="*/ 57 w 45"/>
                <a:gd name="T9" fmla="*/ 145 h 33"/>
                <a:gd name="T10" fmla="*/ 117 w 45"/>
                <a:gd name="T11" fmla="*/ 116 h 33"/>
                <a:gd name="T12" fmla="*/ 164 w 45"/>
                <a:gd name="T13" fmla="*/ 84 h 33"/>
                <a:gd name="T14" fmla="*/ 203 w 45"/>
                <a:gd name="T15" fmla="*/ 29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33">
                  <a:moveTo>
                    <a:pt x="34" y="2"/>
                  </a:moveTo>
                  <a:cubicBezTo>
                    <a:pt x="39" y="2"/>
                    <a:pt x="45" y="0"/>
                    <a:pt x="44" y="8"/>
                  </a:cubicBezTo>
                  <a:cubicBezTo>
                    <a:pt x="44" y="14"/>
                    <a:pt x="39" y="18"/>
                    <a:pt x="34" y="22"/>
                  </a:cubicBezTo>
                  <a:cubicBezTo>
                    <a:pt x="24" y="29"/>
                    <a:pt x="10" y="25"/>
                    <a:pt x="0" y="33"/>
                  </a:cubicBezTo>
                  <a:cubicBezTo>
                    <a:pt x="3" y="29"/>
                    <a:pt x="9" y="27"/>
                    <a:pt x="10" y="21"/>
                  </a:cubicBezTo>
                  <a:cubicBezTo>
                    <a:pt x="14" y="24"/>
                    <a:pt x="21" y="22"/>
                    <a:pt x="21" y="17"/>
                  </a:cubicBezTo>
                  <a:cubicBezTo>
                    <a:pt x="25" y="21"/>
                    <a:pt x="31" y="17"/>
                    <a:pt x="29" y="12"/>
                  </a:cubicBezTo>
                  <a:cubicBezTo>
                    <a:pt x="32" y="17"/>
                    <a:pt x="40" y="10"/>
                    <a:pt x="36" y="4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47" name="Freeform 332">
              <a:extLst>
                <a:ext uri="{FF2B5EF4-FFF2-40B4-BE49-F238E27FC236}">
                  <a16:creationId xmlns:a16="http://schemas.microsoft.com/office/drawing/2014/main" id="{F64A9BE4-C8B7-4A2A-9B4F-A7B60FF52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428"/>
              <a:ext cx="161" cy="76"/>
            </a:xfrm>
            <a:custGeom>
              <a:avLst/>
              <a:gdLst>
                <a:gd name="T0" fmla="*/ 0 w 90"/>
                <a:gd name="T1" fmla="*/ 220 h 40"/>
                <a:gd name="T2" fmla="*/ 16 w 90"/>
                <a:gd name="T3" fmla="*/ 260 h 40"/>
                <a:gd name="T4" fmla="*/ 73 w 90"/>
                <a:gd name="T5" fmla="*/ 268 h 40"/>
                <a:gd name="T6" fmla="*/ 174 w 90"/>
                <a:gd name="T7" fmla="*/ 245 h 40"/>
                <a:gd name="T8" fmla="*/ 240 w 90"/>
                <a:gd name="T9" fmla="*/ 192 h 40"/>
                <a:gd name="T10" fmla="*/ 311 w 90"/>
                <a:gd name="T11" fmla="*/ 152 h 40"/>
                <a:gd name="T12" fmla="*/ 377 w 90"/>
                <a:gd name="T13" fmla="*/ 177 h 40"/>
                <a:gd name="T14" fmla="*/ 458 w 90"/>
                <a:gd name="T15" fmla="*/ 205 h 40"/>
                <a:gd name="T16" fmla="*/ 499 w 90"/>
                <a:gd name="T17" fmla="*/ 0 h 40"/>
                <a:gd name="T18" fmla="*/ 463 w 90"/>
                <a:gd name="T19" fmla="*/ 97 h 40"/>
                <a:gd name="T20" fmla="*/ 419 w 90"/>
                <a:gd name="T21" fmla="*/ 61 h 40"/>
                <a:gd name="T22" fmla="*/ 390 w 90"/>
                <a:gd name="T23" fmla="*/ 129 h 40"/>
                <a:gd name="T24" fmla="*/ 342 w 90"/>
                <a:gd name="T25" fmla="*/ 105 h 40"/>
                <a:gd name="T26" fmla="*/ 292 w 90"/>
                <a:gd name="T27" fmla="*/ 116 h 40"/>
                <a:gd name="T28" fmla="*/ 240 w 90"/>
                <a:gd name="T29" fmla="*/ 144 h 40"/>
                <a:gd name="T30" fmla="*/ 182 w 90"/>
                <a:gd name="T31" fmla="*/ 205 h 40"/>
                <a:gd name="T32" fmla="*/ 102 w 90"/>
                <a:gd name="T33" fmla="*/ 184 h 40"/>
                <a:gd name="T34" fmla="*/ 29 w 90"/>
                <a:gd name="T35" fmla="*/ 228 h 40"/>
                <a:gd name="T36" fmla="*/ 29 w 90"/>
                <a:gd name="T37" fmla="*/ 220 h 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0" h="40">
                  <a:moveTo>
                    <a:pt x="0" y="32"/>
                  </a:moveTo>
                  <a:cubicBezTo>
                    <a:pt x="2" y="34"/>
                    <a:pt x="1" y="36"/>
                    <a:pt x="3" y="38"/>
                  </a:cubicBezTo>
                  <a:cubicBezTo>
                    <a:pt x="5" y="40"/>
                    <a:pt x="10" y="39"/>
                    <a:pt x="13" y="39"/>
                  </a:cubicBezTo>
                  <a:cubicBezTo>
                    <a:pt x="19" y="39"/>
                    <a:pt x="24" y="38"/>
                    <a:pt x="30" y="36"/>
                  </a:cubicBezTo>
                  <a:cubicBezTo>
                    <a:pt x="36" y="34"/>
                    <a:pt x="38" y="32"/>
                    <a:pt x="42" y="28"/>
                  </a:cubicBezTo>
                  <a:cubicBezTo>
                    <a:pt x="45" y="24"/>
                    <a:pt x="49" y="22"/>
                    <a:pt x="54" y="22"/>
                  </a:cubicBezTo>
                  <a:cubicBezTo>
                    <a:pt x="58" y="22"/>
                    <a:pt x="63" y="24"/>
                    <a:pt x="66" y="26"/>
                  </a:cubicBezTo>
                  <a:cubicBezTo>
                    <a:pt x="70" y="28"/>
                    <a:pt x="75" y="32"/>
                    <a:pt x="80" y="30"/>
                  </a:cubicBezTo>
                  <a:cubicBezTo>
                    <a:pt x="84" y="27"/>
                    <a:pt x="90" y="2"/>
                    <a:pt x="87" y="0"/>
                  </a:cubicBezTo>
                  <a:cubicBezTo>
                    <a:pt x="85" y="5"/>
                    <a:pt x="86" y="10"/>
                    <a:pt x="81" y="14"/>
                  </a:cubicBezTo>
                  <a:cubicBezTo>
                    <a:pt x="76" y="17"/>
                    <a:pt x="75" y="13"/>
                    <a:pt x="73" y="9"/>
                  </a:cubicBezTo>
                  <a:cubicBezTo>
                    <a:pt x="72" y="12"/>
                    <a:pt x="72" y="18"/>
                    <a:pt x="68" y="19"/>
                  </a:cubicBezTo>
                  <a:cubicBezTo>
                    <a:pt x="65" y="20"/>
                    <a:pt x="61" y="17"/>
                    <a:pt x="60" y="15"/>
                  </a:cubicBezTo>
                  <a:cubicBezTo>
                    <a:pt x="57" y="16"/>
                    <a:pt x="55" y="17"/>
                    <a:pt x="51" y="17"/>
                  </a:cubicBezTo>
                  <a:cubicBezTo>
                    <a:pt x="46" y="16"/>
                    <a:pt x="45" y="17"/>
                    <a:pt x="42" y="21"/>
                  </a:cubicBezTo>
                  <a:cubicBezTo>
                    <a:pt x="39" y="24"/>
                    <a:pt x="37" y="28"/>
                    <a:pt x="32" y="30"/>
                  </a:cubicBezTo>
                  <a:cubicBezTo>
                    <a:pt x="27" y="33"/>
                    <a:pt x="18" y="36"/>
                    <a:pt x="18" y="27"/>
                  </a:cubicBezTo>
                  <a:cubicBezTo>
                    <a:pt x="14" y="33"/>
                    <a:pt x="13" y="37"/>
                    <a:pt x="5" y="33"/>
                  </a:cubicBezTo>
                  <a:cubicBezTo>
                    <a:pt x="4" y="33"/>
                    <a:pt x="4" y="32"/>
                    <a:pt x="5" y="32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48" name="Freeform 333">
              <a:extLst>
                <a:ext uri="{FF2B5EF4-FFF2-40B4-BE49-F238E27FC236}">
                  <a16:creationId xmlns:a16="http://schemas.microsoft.com/office/drawing/2014/main" id="{DB9E9818-F013-4D29-8A81-809415378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407"/>
              <a:ext cx="36" cy="101"/>
            </a:xfrm>
            <a:custGeom>
              <a:avLst/>
              <a:gdLst>
                <a:gd name="T0" fmla="*/ 36 w 20"/>
                <a:gd name="T1" fmla="*/ 29 h 53"/>
                <a:gd name="T2" fmla="*/ 94 w 20"/>
                <a:gd name="T3" fmla="*/ 91 h 53"/>
                <a:gd name="T4" fmla="*/ 94 w 20"/>
                <a:gd name="T5" fmla="*/ 185 h 53"/>
                <a:gd name="T6" fmla="*/ 117 w 20"/>
                <a:gd name="T7" fmla="*/ 366 h 53"/>
                <a:gd name="T8" fmla="*/ 74 w 20"/>
                <a:gd name="T9" fmla="*/ 257 h 53"/>
                <a:gd name="T10" fmla="*/ 65 w 20"/>
                <a:gd name="T11" fmla="*/ 185 h 53"/>
                <a:gd name="T12" fmla="*/ 16 w 20"/>
                <a:gd name="T13" fmla="*/ 168 h 53"/>
                <a:gd name="T14" fmla="*/ 29 w 20"/>
                <a:gd name="T15" fmla="*/ 91 h 53"/>
                <a:gd name="T16" fmla="*/ 0 w 20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3">
                  <a:moveTo>
                    <a:pt x="6" y="4"/>
                  </a:moveTo>
                  <a:cubicBezTo>
                    <a:pt x="10" y="8"/>
                    <a:pt x="15" y="7"/>
                    <a:pt x="16" y="13"/>
                  </a:cubicBezTo>
                  <a:cubicBezTo>
                    <a:pt x="17" y="17"/>
                    <a:pt x="16" y="23"/>
                    <a:pt x="16" y="27"/>
                  </a:cubicBezTo>
                  <a:cubicBezTo>
                    <a:pt x="16" y="37"/>
                    <a:pt x="16" y="45"/>
                    <a:pt x="20" y="53"/>
                  </a:cubicBezTo>
                  <a:cubicBezTo>
                    <a:pt x="14" y="52"/>
                    <a:pt x="14" y="41"/>
                    <a:pt x="13" y="37"/>
                  </a:cubicBezTo>
                  <a:cubicBezTo>
                    <a:pt x="13" y="34"/>
                    <a:pt x="13" y="30"/>
                    <a:pt x="11" y="27"/>
                  </a:cubicBezTo>
                  <a:cubicBezTo>
                    <a:pt x="10" y="24"/>
                    <a:pt x="6" y="25"/>
                    <a:pt x="3" y="24"/>
                  </a:cubicBezTo>
                  <a:cubicBezTo>
                    <a:pt x="8" y="21"/>
                    <a:pt x="11" y="16"/>
                    <a:pt x="5" y="13"/>
                  </a:cubicBezTo>
                  <a:cubicBezTo>
                    <a:pt x="7" y="7"/>
                    <a:pt x="5" y="3"/>
                    <a:pt x="0" y="0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49" name="Freeform 334">
              <a:extLst>
                <a:ext uri="{FF2B5EF4-FFF2-40B4-BE49-F238E27FC236}">
                  <a16:creationId xmlns:a16="http://schemas.microsoft.com/office/drawing/2014/main" id="{8F8DE387-9FBE-4D93-97B5-FB063BB52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481"/>
              <a:ext cx="32" cy="10"/>
            </a:xfrm>
            <a:custGeom>
              <a:avLst/>
              <a:gdLst>
                <a:gd name="T0" fmla="*/ 0 w 18"/>
                <a:gd name="T1" fmla="*/ 40 h 5"/>
                <a:gd name="T2" fmla="*/ 37 w 18"/>
                <a:gd name="T3" fmla="*/ 0 h 5"/>
                <a:gd name="T4" fmla="*/ 101 w 18"/>
                <a:gd name="T5" fmla="*/ 16 h 5"/>
                <a:gd name="T6" fmla="*/ 21 w 18"/>
                <a:gd name="T7" fmla="*/ 4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3" y="5"/>
                    <a:pt x="6" y="2"/>
                    <a:pt x="7" y="0"/>
                  </a:cubicBezTo>
                  <a:cubicBezTo>
                    <a:pt x="10" y="1"/>
                    <a:pt x="15" y="0"/>
                    <a:pt x="18" y="2"/>
                  </a:cubicBezTo>
                  <a:cubicBezTo>
                    <a:pt x="14" y="1"/>
                    <a:pt x="8" y="2"/>
                    <a:pt x="4" y="5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0" name="Freeform 335">
              <a:extLst>
                <a:ext uri="{FF2B5EF4-FFF2-40B4-BE49-F238E27FC236}">
                  <a16:creationId xmlns:a16="http://schemas.microsoft.com/office/drawing/2014/main" id="{1228B2C4-D65F-4874-8663-039F4FE70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249"/>
              <a:ext cx="167" cy="65"/>
            </a:xfrm>
            <a:custGeom>
              <a:avLst/>
              <a:gdLst>
                <a:gd name="T0" fmla="*/ 7 w 94"/>
                <a:gd name="T1" fmla="*/ 92 h 34"/>
                <a:gd name="T2" fmla="*/ 78 w 94"/>
                <a:gd name="T3" fmla="*/ 229 h 34"/>
                <a:gd name="T4" fmla="*/ 203 w 94"/>
                <a:gd name="T5" fmla="*/ 201 h 34"/>
                <a:gd name="T6" fmla="*/ 528 w 94"/>
                <a:gd name="T7" fmla="*/ 84 h 34"/>
                <a:gd name="T8" fmla="*/ 460 w 94"/>
                <a:gd name="T9" fmla="*/ 84 h 34"/>
                <a:gd name="T10" fmla="*/ 370 w 94"/>
                <a:gd name="T11" fmla="*/ 92 h 34"/>
                <a:gd name="T12" fmla="*/ 240 w 94"/>
                <a:gd name="T13" fmla="*/ 21 h 34"/>
                <a:gd name="T14" fmla="*/ 158 w 94"/>
                <a:gd name="T15" fmla="*/ 15 h 34"/>
                <a:gd name="T16" fmla="*/ 101 w 94"/>
                <a:gd name="T17" fmla="*/ 124 h 34"/>
                <a:gd name="T18" fmla="*/ 37 w 94"/>
                <a:gd name="T19" fmla="*/ 84 h 34"/>
                <a:gd name="T20" fmla="*/ 16 w 94"/>
                <a:gd name="T21" fmla="*/ 63 h 34"/>
                <a:gd name="T22" fmla="*/ 16 w 94"/>
                <a:gd name="T23" fmla="*/ 15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34">
                  <a:moveTo>
                    <a:pt x="1" y="13"/>
                  </a:moveTo>
                  <a:cubicBezTo>
                    <a:pt x="0" y="22"/>
                    <a:pt x="5" y="31"/>
                    <a:pt x="14" y="33"/>
                  </a:cubicBezTo>
                  <a:cubicBezTo>
                    <a:pt x="23" y="34"/>
                    <a:pt x="29" y="31"/>
                    <a:pt x="36" y="29"/>
                  </a:cubicBezTo>
                  <a:cubicBezTo>
                    <a:pt x="55" y="22"/>
                    <a:pt x="74" y="16"/>
                    <a:pt x="94" y="12"/>
                  </a:cubicBezTo>
                  <a:cubicBezTo>
                    <a:pt x="90" y="12"/>
                    <a:pt x="86" y="12"/>
                    <a:pt x="82" y="12"/>
                  </a:cubicBezTo>
                  <a:cubicBezTo>
                    <a:pt x="76" y="13"/>
                    <a:pt x="72" y="14"/>
                    <a:pt x="66" y="13"/>
                  </a:cubicBezTo>
                  <a:cubicBezTo>
                    <a:pt x="58" y="11"/>
                    <a:pt x="51" y="6"/>
                    <a:pt x="43" y="3"/>
                  </a:cubicBezTo>
                  <a:cubicBezTo>
                    <a:pt x="39" y="2"/>
                    <a:pt x="32" y="0"/>
                    <a:pt x="28" y="2"/>
                  </a:cubicBezTo>
                  <a:cubicBezTo>
                    <a:pt x="23" y="5"/>
                    <a:pt x="23" y="14"/>
                    <a:pt x="18" y="18"/>
                  </a:cubicBezTo>
                  <a:cubicBezTo>
                    <a:pt x="15" y="17"/>
                    <a:pt x="11" y="14"/>
                    <a:pt x="7" y="12"/>
                  </a:cubicBezTo>
                  <a:cubicBezTo>
                    <a:pt x="5" y="11"/>
                    <a:pt x="4" y="12"/>
                    <a:pt x="3" y="9"/>
                  </a:cubicBezTo>
                  <a:cubicBezTo>
                    <a:pt x="2" y="6"/>
                    <a:pt x="4" y="4"/>
                    <a:pt x="3" y="2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1" name="Freeform 336">
              <a:extLst>
                <a:ext uri="{FF2B5EF4-FFF2-40B4-BE49-F238E27FC236}">
                  <a16:creationId xmlns:a16="http://schemas.microsoft.com/office/drawing/2014/main" id="{DA5326D4-5E07-481C-BECC-160FB5EBF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175"/>
              <a:ext cx="159" cy="181"/>
            </a:xfrm>
            <a:custGeom>
              <a:avLst/>
              <a:gdLst>
                <a:gd name="T0" fmla="*/ 29 w 89"/>
                <a:gd name="T1" fmla="*/ 436 h 95"/>
                <a:gd name="T2" fmla="*/ 166 w 89"/>
                <a:gd name="T3" fmla="*/ 541 h 95"/>
                <a:gd name="T4" fmla="*/ 307 w 89"/>
                <a:gd name="T5" fmla="*/ 602 h 95"/>
                <a:gd name="T6" fmla="*/ 479 w 89"/>
                <a:gd name="T7" fmla="*/ 533 h 95"/>
                <a:gd name="T8" fmla="*/ 466 w 89"/>
                <a:gd name="T9" fmla="*/ 389 h 95"/>
                <a:gd name="T10" fmla="*/ 463 w 89"/>
                <a:gd name="T11" fmla="*/ 253 h 95"/>
                <a:gd name="T12" fmla="*/ 491 w 89"/>
                <a:gd name="T13" fmla="*/ 0 h 95"/>
                <a:gd name="T14" fmla="*/ 463 w 89"/>
                <a:gd name="T15" fmla="*/ 131 h 95"/>
                <a:gd name="T16" fmla="*/ 443 w 89"/>
                <a:gd name="T17" fmla="*/ 181 h 95"/>
                <a:gd name="T18" fmla="*/ 411 w 89"/>
                <a:gd name="T19" fmla="*/ 208 h 95"/>
                <a:gd name="T20" fmla="*/ 422 w 89"/>
                <a:gd name="T21" fmla="*/ 297 h 95"/>
                <a:gd name="T22" fmla="*/ 341 w 89"/>
                <a:gd name="T23" fmla="*/ 320 h 95"/>
                <a:gd name="T24" fmla="*/ 255 w 89"/>
                <a:gd name="T25" fmla="*/ 352 h 95"/>
                <a:gd name="T26" fmla="*/ 325 w 89"/>
                <a:gd name="T27" fmla="*/ 381 h 95"/>
                <a:gd name="T28" fmla="*/ 341 w 89"/>
                <a:gd name="T29" fmla="*/ 465 h 95"/>
                <a:gd name="T30" fmla="*/ 252 w 89"/>
                <a:gd name="T31" fmla="*/ 450 h 95"/>
                <a:gd name="T32" fmla="*/ 239 w 89"/>
                <a:gd name="T33" fmla="*/ 497 h 95"/>
                <a:gd name="T34" fmla="*/ 211 w 89"/>
                <a:gd name="T35" fmla="*/ 436 h 95"/>
                <a:gd name="T36" fmla="*/ 188 w 89"/>
                <a:gd name="T37" fmla="*/ 402 h 95"/>
                <a:gd name="T38" fmla="*/ 143 w 89"/>
                <a:gd name="T39" fmla="*/ 406 h 95"/>
                <a:gd name="T40" fmla="*/ 121 w 89"/>
                <a:gd name="T41" fmla="*/ 450 h 95"/>
                <a:gd name="T42" fmla="*/ 73 w 89"/>
                <a:gd name="T43" fmla="*/ 436 h 95"/>
                <a:gd name="T44" fmla="*/ 36 w 89"/>
                <a:gd name="T45" fmla="*/ 436 h 95"/>
                <a:gd name="T46" fmla="*/ 0 w 89"/>
                <a:gd name="T47" fmla="*/ 421 h 9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9" h="95">
                  <a:moveTo>
                    <a:pt x="5" y="63"/>
                  </a:moveTo>
                  <a:cubicBezTo>
                    <a:pt x="13" y="66"/>
                    <a:pt x="21" y="73"/>
                    <a:pt x="29" y="78"/>
                  </a:cubicBezTo>
                  <a:cubicBezTo>
                    <a:pt x="37" y="82"/>
                    <a:pt x="45" y="86"/>
                    <a:pt x="54" y="87"/>
                  </a:cubicBezTo>
                  <a:cubicBezTo>
                    <a:pt x="64" y="90"/>
                    <a:pt x="87" y="95"/>
                    <a:pt x="84" y="77"/>
                  </a:cubicBezTo>
                  <a:cubicBezTo>
                    <a:pt x="82" y="69"/>
                    <a:pt x="81" y="64"/>
                    <a:pt x="82" y="56"/>
                  </a:cubicBezTo>
                  <a:cubicBezTo>
                    <a:pt x="84" y="49"/>
                    <a:pt x="82" y="44"/>
                    <a:pt x="81" y="37"/>
                  </a:cubicBezTo>
                  <a:cubicBezTo>
                    <a:pt x="80" y="25"/>
                    <a:pt x="89" y="13"/>
                    <a:pt x="86" y="0"/>
                  </a:cubicBezTo>
                  <a:cubicBezTo>
                    <a:pt x="82" y="6"/>
                    <a:pt x="82" y="13"/>
                    <a:pt x="81" y="19"/>
                  </a:cubicBezTo>
                  <a:cubicBezTo>
                    <a:pt x="80" y="22"/>
                    <a:pt x="80" y="25"/>
                    <a:pt x="78" y="26"/>
                  </a:cubicBezTo>
                  <a:cubicBezTo>
                    <a:pt x="76" y="28"/>
                    <a:pt x="73" y="28"/>
                    <a:pt x="72" y="30"/>
                  </a:cubicBezTo>
                  <a:cubicBezTo>
                    <a:pt x="76" y="34"/>
                    <a:pt x="80" y="38"/>
                    <a:pt x="74" y="43"/>
                  </a:cubicBezTo>
                  <a:cubicBezTo>
                    <a:pt x="70" y="47"/>
                    <a:pt x="65" y="46"/>
                    <a:pt x="60" y="46"/>
                  </a:cubicBezTo>
                  <a:cubicBezTo>
                    <a:pt x="55" y="46"/>
                    <a:pt x="49" y="47"/>
                    <a:pt x="45" y="51"/>
                  </a:cubicBezTo>
                  <a:cubicBezTo>
                    <a:pt x="48" y="53"/>
                    <a:pt x="53" y="52"/>
                    <a:pt x="57" y="55"/>
                  </a:cubicBezTo>
                  <a:cubicBezTo>
                    <a:pt x="60" y="58"/>
                    <a:pt x="63" y="63"/>
                    <a:pt x="60" y="67"/>
                  </a:cubicBezTo>
                  <a:cubicBezTo>
                    <a:pt x="55" y="73"/>
                    <a:pt x="47" y="71"/>
                    <a:pt x="44" y="65"/>
                  </a:cubicBezTo>
                  <a:cubicBezTo>
                    <a:pt x="43" y="67"/>
                    <a:pt x="43" y="71"/>
                    <a:pt x="42" y="72"/>
                  </a:cubicBezTo>
                  <a:cubicBezTo>
                    <a:pt x="37" y="74"/>
                    <a:pt x="37" y="65"/>
                    <a:pt x="37" y="63"/>
                  </a:cubicBezTo>
                  <a:cubicBezTo>
                    <a:pt x="36" y="60"/>
                    <a:pt x="37" y="59"/>
                    <a:pt x="33" y="58"/>
                  </a:cubicBezTo>
                  <a:cubicBezTo>
                    <a:pt x="32" y="58"/>
                    <a:pt x="27" y="58"/>
                    <a:pt x="25" y="59"/>
                  </a:cubicBezTo>
                  <a:cubicBezTo>
                    <a:pt x="23" y="61"/>
                    <a:pt x="24" y="64"/>
                    <a:pt x="21" y="65"/>
                  </a:cubicBezTo>
                  <a:cubicBezTo>
                    <a:pt x="19" y="66"/>
                    <a:pt x="16" y="64"/>
                    <a:pt x="13" y="63"/>
                  </a:cubicBezTo>
                  <a:cubicBezTo>
                    <a:pt x="10" y="63"/>
                    <a:pt x="8" y="63"/>
                    <a:pt x="6" y="63"/>
                  </a:cubicBezTo>
                  <a:cubicBezTo>
                    <a:pt x="4" y="63"/>
                    <a:pt x="2" y="62"/>
                    <a:pt x="0" y="61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2" name="Freeform 337">
              <a:extLst>
                <a:ext uri="{FF2B5EF4-FFF2-40B4-BE49-F238E27FC236}">
                  <a16:creationId xmlns:a16="http://schemas.microsoft.com/office/drawing/2014/main" id="{B3A1540C-4B77-4D71-BD12-72384950C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289"/>
              <a:ext cx="172" cy="69"/>
            </a:xfrm>
            <a:custGeom>
              <a:avLst/>
              <a:gdLst>
                <a:gd name="T0" fmla="*/ 7 w 96"/>
                <a:gd name="T1" fmla="*/ 132 h 36"/>
                <a:gd name="T2" fmla="*/ 16 w 96"/>
                <a:gd name="T3" fmla="*/ 192 h 36"/>
                <a:gd name="T4" fmla="*/ 109 w 96"/>
                <a:gd name="T5" fmla="*/ 240 h 36"/>
                <a:gd name="T6" fmla="*/ 260 w 96"/>
                <a:gd name="T7" fmla="*/ 213 h 36"/>
                <a:gd name="T8" fmla="*/ 409 w 96"/>
                <a:gd name="T9" fmla="*/ 169 h 36"/>
                <a:gd name="T10" fmla="*/ 552 w 96"/>
                <a:gd name="T11" fmla="*/ 92 h 36"/>
                <a:gd name="T12" fmla="*/ 437 w 96"/>
                <a:gd name="T13" fmla="*/ 148 h 36"/>
                <a:gd name="T14" fmla="*/ 357 w 96"/>
                <a:gd name="T15" fmla="*/ 92 h 36"/>
                <a:gd name="T16" fmla="*/ 305 w 96"/>
                <a:gd name="T17" fmla="*/ 15 h 36"/>
                <a:gd name="T18" fmla="*/ 202 w 96"/>
                <a:gd name="T19" fmla="*/ 29 h 36"/>
                <a:gd name="T20" fmla="*/ 263 w 96"/>
                <a:gd name="T21" fmla="*/ 100 h 36"/>
                <a:gd name="T22" fmla="*/ 219 w 96"/>
                <a:gd name="T23" fmla="*/ 132 h 36"/>
                <a:gd name="T24" fmla="*/ 190 w 96"/>
                <a:gd name="T25" fmla="*/ 113 h 36"/>
                <a:gd name="T26" fmla="*/ 167 w 96"/>
                <a:gd name="T27" fmla="*/ 176 h 36"/>
                <a:gd name="T28" fmla="*/ 109 w 96"/>
                <a:gd name="T29" fmla="*/ 161 h 36"/>
                <a:gd name="T30" fmla="*/ 0 w 96"/>
                <a:gd name="T31" fmla="*/ 121 h 36"/>
                <a:gd name="T32" fmla="*/ 0 w 96"/>
                <a:gd name="T33" fmla="*/ 113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6" h="36">
                  <a:moveTo>
                    <a:pt x="1" y="19"/>
                  </a:moveTo>
                  <a:cubicBezTo>
                    <a:pt x="3" y="22"/>
                    <a:pt x="0" y="25"/>
                    <a:pt x="3" y="27"/>
                  </a:cubicBezTo>
                  <a:cubicBezTo>
                    <a:pt x="6" y="30"/>
                    <a:pt x="15" y="33"/>
                    <a:pt x="19" y="34"/>
                  </a:cubicBezTo>
                  <a:cubicBezTo>
                    <a:pt x="28" y="36"/>
                    <a:pt x="37" y="33"/>
                    <a:pt x="45" y="30"/>
                  </a:cubicBezTo>
                  <a:cubicBezTo>
                    <a:pt x="54" y="27"/>
                    <a:pt x="62" y="25"/>
                    <a:pt x="71" y="24"/>
                  </a:cubicBezTo>
                  <a:cubicBezTo>
                    <a:pt x="80" y="24"/>
                    <a:pt x="92" y="22"/>
                    <a:pt x="96" y="13"/>
                  </a:cubicBezTo>
                  <a:cubicBezTo>
                    <a:pt x="89" y="17"/>
                    <a:pt x="85" y="21"/>
                    <a:pt x="76" y="21"/>
                  </a:cubicBezTo>
                  <a:cubicBezTo>
                    <a:pt x="69" y="22"/>
                    <a:pt x="66" y="18"/>
                    <a:pt x="62" y="13"/>
                  </a:cubicBezTo>
                  <a:cubicBezTo>
                    <a:pt x="59" y="9"/>
                    <a:pt x="58" y="4"/>
                    <a:pt x="53" y="2"/>
                  </a:cubicBezTo>
                  <a:cubicBezTo>
                    <a:pt x="48" y="0"/>
                    <a:pt x="40" y="2"/>
                    <a:pt x="35" y="4"/>
                  </a:cubicBezTo>
                  <a:cubicBezTo>
                    <a:pt x="41" y="4"/>
                    <a:pt x="49" y="7"/>
                    <a:pt x="46" y="14"/>
                  </a:cubicBezTo>
                  <a:cubicBezTo>
                    <a:pt x="45" y="18"/>
                    <a:pt x="42" y="20"/>
                    <a:pt x="38" y="19"/>
                  </a:cubicBezTo>
                  <a:cubicBezTo>
                    <a:pt x="36" y="18"/>
                    <a:pt x="35" y="15"/>
                    <a:pt x="33" y="16"/>
                  </a:cubicBezTo>
                  <a:cubicBezTo>
                    <a:pt x="32" y="19"/>
                    <a:pt x="32" y="23"/>
                    <a:pt x="29" y="25"/>
                  </a:cubicBezTo>
                  <a:cubicBezTo>
                    <a:pt x="26" y="27"/>
                    <a:pt x="22" y="25"/>
                    <a:pt x="19" y="23"/>
                  </a:cubicBezTo>
                  <a:cubicBezTo>
                    <a:pt x="13" y="21"/>
                    <a:pt x="6" y="14"/>
                    <a:pt x="0" y="17"/>
                  </a:cubicBezTo>
                  <a:cubicBezTo>
                    <a:pt x="0" y="17"/>
                    <a:pt x="0" y="16"/>
                    <a:pt x="0" y="16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3" name="Freeform 338">
              <a:extLst>
                <a:ext uri="{FF2B5EF4-FFF2-40B4-BE49-F238E27FC236}">
                  <a16:creationId xmlns:a16="http://schemas.microsoft.com/office/drawing/2014/main" id="{C2468D38-A8E2-4C2D-934A-69AD51DED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203"/>
              <a:ext cx="127" cy="116"/>
            </a:xfrm>
            <a:custGeom>
              <a:avLst/>
              <a:gdLst>
                <a:gd name="T0" fmla="*/ 7 w 71"/>
                <a:gd name="T1" fmla="*/ 312 h 61"/>
                <a:gd name="T2" fmla="*/ 166 w 71"/>
                <a:gd name="T3" fmla="*/ 397 h 61"/>
                <a:gd name="T4" fmla="*/ 313 w 71"/>
                <a:gd name="T5" fmla="*/ 350 h 61"/>
                <a:gd name="T6" fmla="*/ 401 w 71"/>
                <a:gd name="T7" fmla="*/ 192 h 61"/>
                <a:gd name="T8" fmla="*/ 401 w 71"/>
                <a:gd name="T9" fmla="*/ 76 h 61"/>
                <a:gd name="T10" fmla="*/ 370 w 71"/>
                <a:gd name="T11" fmla="*/ 0 h 61"/>
                <a:gd name="T12" fmla="*/ 370 w 71"/>
                <a:gd name="T13" fmla="*/ 152 h 61"/>
                <a:gd name="T14" fmla="*/ 297 w 71"/>
                <a:gd name="T15" fmla="*/ 173 h 61"/>
                <a:gd name="T16" fmla="*/ 297 w 71"/>
                <a:gd name="T17" fmla="*/ 281 h 61"/>
                <a:gd name="T18" fmla="*/ 234 w 71"/>
                <a:gd name="T19" fmla="*/ 261 h 61"/>
                <a:gd name="T20" fmla="*/ 175 w 71"/>
                <a:gd name="T21" fmla="*/ 337 h 61"/>
                <a:gd name="T22" fmla="*/ 150 w 71"/>
                <a:gd name="T23" fmla="*/ 329 h 61"/>
                <a:gd name="T24" fmla="*/ 131 w 71"/>
                <a:gd name="T25" fmla="*/ 358 h 61"/>
                <a:gd name="T26" fmla="*/ 0 w 71"/>
                <a:gd name="T27" fmla="*/ 314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1" h="61">
                  <a:moveTo>
                    <a:pt x="1" y="45"/>
                  </a:moveTo>
                  <a:cubicBezTo>
                    <a:pt x="11" y="44"/>
                    <a:pt x="20" y="55"/>
                    <a:pt x="29" y="58"/>
                  </a:cubicBezTo>
                  <a:cubicBezTo>
                    <a:pt x="37" y="61"/>
                    <a:pt x="48" y="55"/>
                    <a:pt x="55" y="51"/>
                  </a:cubicBezTo>
                  <a:cubicBezTo>
                    <a:pt x="64" y="46"/>
                    <a:pt x="68" y="37"/>
                    <a:pt x="70" y="28"/>
                  </a:cubicBezTo>
                  <a:cubicBezTo>
                    <a:pt x="71" y="23"/>
                    <a:pt x="71" y="16"/>
                    <a:pt x="70" y="11"/>
                  </a:cubicBezTo>
                  <a:cubicBezTo>
                    <a:pt x="70" y="6"/>
                    <a:pt x="67" y="4"/>
                    <a:pt x="65" y="0"/>
                  </a:cubicBezTo>
                  <a:cubicBezTo>
                    <a:pt x="68" y="8"/>
                    <a:pt x="69" y="14"/>
                    <a:pt x="65" y="22"/>
                  </a:cubicBezTo>
                  <a:cubicBezTo>
                    <a:pt x="63" y="29"/>
                    <a:pt x="57" y="31"/>
                    <a:pt x="52" y="25"/>
                  </a:cubicBezTo>
                  <a:cubicBezTo>
                    <a:pt x="56" y="28"/>
                    <a:pt x="56" y="37"/>
                    <a:pt x="52" y="41"/>
                  </a:cubicBezTo>
                  <a:cubicBezTo>
                    <a:pt x="48" y="45"/>
                    <a:pt x="45" y="41"/>
                    <a:pt x="41" y="38"/>
                  </a:cubicBezTo>
                  <a:cubicBezTo>
                    <a:pt x="40" y="44"/>
                    <a:pt x="38" y="49"/>
                    <a:pt x="31" y="49"/>
                  </a:cubicBezTo>
                  <a:cubicBezTo>
                    <a:pt x="29" y="49"/>
                    <a:pt x="28" y="47"/>
                    <a:pt x="26" y="48"/>
                  </a:cubicBezTo>
                  <a:cubicBezTo>
                    <a:pt x="25" y="49"/>
                    <a:pt x="25" y="51"/>
                    <a:pt x="23" y="52"/>
                  </a:cubicBezTo>
                  <a:cubicBezTo>
                    <a:pt x="14" y="56"/>
                    <a:pt x="8" y="40"/>
                    <a:pt x="0" y="46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4" name="Freeform 339">
              <a:extLst>
                <a:ext uri="{FF2B5EF4-FFF2-40B4-BE49-F238E27FC236}">
                  <a16:creationId xmlns:a16="http://schemas.microsoft.com/office/drawing/2014/main" id="{7DBB09C9-3949-48BF-BBDC-FD6A0E954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145"/>
              <a:ext cx="200" cy="114"/>
            </a:xfrm>
            <a:custGeom>
              <a:avLst/>
              <a:gdLst>
                <a:gd name="T0" fmla="*/ 93 w 112"/>
                <a:gd name="T1" fmla="*/ 236 h 60"/>
                <a:gd name="T2" fmla="*/ 41 w 112"/>
                <a:gd name="T3" fmla="*/ 336 h 60"/>
                <a:gd name="T4" fmla="*/ 7 w 112"/>
                <a:gd name="T5" fmla="*/ 372 h 60"/>
                <a:gd name="T6" fmla="*/ 57 w 112"/>
                <a:gd name="T7" fmla="*/ 405 h 60"/>
                <a:gd name="T8" fmla="*/ 166 w 112"/>
                <a:gd name="T9" fmla="*/ 268 h 60"/>
                <a:gd name="T10" fmla="*/ 284 w 112"/>
                <a:gd name="T11" fmla="*/ 245 h 60"/>
                <a:gd name="T12" fmla="*/ 411 w 112"/>
                <a:gd name="T13" fmla="*/ 260 h 60"/>
                <a:gd name="T14" fmla="*/ 450 w 112"/>
                <a:gd name="T15" fmla="*/ 236 h 60"/>
                <a:gd name="T16" fmla="*/ 507 w 112"/>
                <a:gd name="T17" fmla="*/ 200 h 60"/>
                <a:gd name="T18" fmla="*/ 609 w 112"/>
                <a:gd name="T19" fmla="*/ 137 h 60"/>
                <a:gd name="T20" fmla="*/ 593 w 112"/>
                <a:gd name="T21" fmla="*/ 0 h 60"/>
                <a:gd name="T22" fmla="*/ 580 w 112"/>
                <a:gd name="T23" fmla="*/ 91 h 60"/>
                <a:gd name="T24" fmla="*/ 514 w 112"/>
                <a:gd name="T25" fmla="*/ 68 h 60"/>
                <a:gd name="T26" fmla="*/ 484 w 112"/>
                <a:gd name="T27" fmla="*/ 165 h 60"/>
                <a:gd name="T28" fmla="*/ 421 w 112"/>
                <a:gd name="T29" fmla="*/ 137 h 60"/>
                <a:gd name="T30" fmla="*/ 341 w 112"/>
                <a:gd name="T31" fmla="*/ 213 h 60"/>
                <a:gd name="T32" fmla="*/ 268 w 112"/>
                <a:gd name="T33" fmla="*/ 152 h 60"/>
                <a:gd name="T34" fmla="*/ 227 w 112"/>
                <a:gd name="T35" fmla="*/ 213 h 60"/>
                <a:gd name="T36" fmla="*/ 175 w 112"/>
                <a:gd name="T37" fmla="*/ 165 h 60"/>
                <a:gd name="T38" fmla="*/ 109 w 112"/>
                <a:gd name="T39" fmla="*/ 213 h 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2" h="60">
                  <a:moveTo>
                    <a:pt x="16" y="34"/>
                  </a:moveTo>
                  <a:cubicBezTo>
                    <a:pt x="15" y="41"/>
                    <a:pt x="12" y="45"/>
                    <a:pt x="7" y="49"/>
                  </a:cubicBezTo>
                  <a:cubicBezTo>
                    <a:pt x="4" y="50"/>
                    <a:pt x="1" y="51"/>
                    <a:pt x="1" y="54"/>
                  </a:cubicBezTo>
                  <a:cubicBezTo>
                    <a:pt x="0" y="60"/>
                    <a:pt x="7" y="60"/>
                    <a:pt x="10" y="59"/>
                  </a:cubicBezTo>
                  <a:cubicBezTo>
                    <a:pt x="19" y="55"/>
                    <a:pt x="20" y="44"/>
                    <a:pt x="29" y="39"/>
                  </a:cubicBezTo>
                  <a:cubicBezTo>
                    <a:pt x="36" y="35"/>
                    <a:pt x="43" y="35"/>
                    <a:pt x="50" y="36"/>
                  </a:cubicBezTo>
                  <a:cubicBezTo>
                    <a:pt x="57" y="37"/>
                    <a:pt x="65" y="39"/>
                    <a:pt x="72" y="38"/>
                  </a:cubicBezTo>
                  <a:cubicBezTo>
                    <a:pt x="75" y="37"/>
                    <a:pt x="77" y="36"/>
                    <a:pt x="79" y="34"/>
                  </a:cubicBezTo>
                  <a:cubicBezTo>
                    <a:pt x="82" y="31"/>
                    <a:pt x="85" y="30"/>
                    <a:pt x="89" y="29"/>
                  </a:cubicBezTo>
                  <a:cubicBezTo>
                    <a:pt x="94" y="27"/>
                    <a:pt x="103" y="25"/>
                    <a:pt x="107" y="20"/>
                  </a:cubicBezTo>
                  <a:cubicBezTo>
                    <a:pt x="112" y="14"/>
                    <a:pt x="108" y="5"/>
                    <a:pt x="104" y="0"/>
                  </a:cubicBezTo>
                  <a:cubicBezTo>
                    <a:pt x="107" y="3"/>
                    <a:pt x="106" y="10"/>
                    <a:pt x="102" y="13"/>
                  </a:cubicBezTo>
                  <a:cubicBezTo>
                    <a:pt x="98" y="16"/>
                    <a:pt x="94" y="13"/>
                    <a:pt x="90" y="10"/>
                  </a:cubicBezTo>
                  <a:cubicBezTo>
                    <a:pt x="91" y="15"/>
                    <a:pt x="90" y="23"/>
                    <a:pt x="85" y="24"/>
                  </a:cubicBezTo>
                  <a:cubicBezTo>
                    <a:pt x="82" y="26"/>
                    <a:pt x="75" y="24"/>
                    <a:pt x="74" y="20"/>
                  </a:cubicBezTo>
                  <a:cubicBezTo>
                    <a:pt x="72" y="29"/>
                    <a:pt x="69" y="35"/>
                    <a:pt x="60" y="31"/>
                  </a:cubicBezTo>
                  <a:cubicBezTo>
                    <a:pt x="56" y="29"/>
                    <a:pt x="51" y="23"/>
                    <a:pt x="47" y="22"/>
                  </a:cubicBezTo>
                  <a:cubicBezTo>
                    <a:pt x="46" y="26"/>
                    <a:pt x="45" y="31"/>
                    <a:pt x="40" y="31"/>
                  </a:cubicBezTo>
                  <a:cubicBezTo>
                    <a:pt x="35" y="31"/>
                    <a:pt x="35" y="26"/>
                    <a:pt x="31" y="24"/>
                  </a:cubicBezTo>
                  <a:cubicBezTo>
                    <a:pt x="27" y="22"/>
                    <a:pt x="22" y="37"/>
                    <a:pt x="19" y="31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5" name="Freeform 340">
              <a:extLst>
                <a:ext uri="{FF2B5EF4-FFF2-40B4-BE49-F238E27FC236}">
                  <a16:creationId xmlns:a16="http://schemas.microsoft.com/office/drawing/2014/main" id="{856957E0-4407-4C11-AB75-0940806DD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038"/>
              <a:ext cx="110" cy="143"/>
            </a:xfrm>
            <a:custGeom>
              <a:avLst/>
              <a:gdLst>
                <a:gd name="T0" fmla="*/ 0 w 62"/>
                <a:gd name="T1" fmla="*/ 76 h 75"/>
                <a:gd name="T2" fmla="*/ 37 w 62"/>
                <a:gd name="T3" fmla="*/ 8 h 75"/>
                <a:gd name="T4" fmla="*/ 101 w 62"/>
                <a:gd name="T5" fmla="*/ 55 h 75"/>
                <a:gd name="T6" fmla="*/ 202 w 62"/>
                <a:gd name="T7" fmla="*/ 193 h 75"/>
                <a:gd name="T8" fmla="*/ 268 w 62"/>
                <a:gd name="T9" fmla="*/ 521 h 75"/>
                <a:gd name="T10" fmla="*/ 273 w 62"/>
                <a:gd name="T11" fmla="*/ 429 h 75"/>
                <a:gd name="T12" fmla="*/ 231 w 62"/>
                <a:gd name="T13" fmla="*/ 360 h 75"/>
                <a:gd name="T14" fmla="*/ 179 w 62"/>
                <a:gd name="T15" fmla="*/ 276 h 75"/>
                <a:gd name="T16" fmla="*/ 145 w 62"/>
                <a:gd name="T17" fmla="*/ 208 h 75"/>
                <a:gd name="T18" fmla="*/ 122 w 62"/>
                <a:gd name="T19" fmla="*/ 175 h 75"/>
                <a:gd name="T20" fmla="*/ 106 w 62"/>
                <a:gd name="T21" fmla="*/ 112 h 75"/>
                <a:gd name="T22" fmla="*/ 78 w 62"/>
                <a:gd name="T23" fmla="*/ 84 h 75"/>
                <a:gd name="T24" fmla="*/ 57 w 62"/>
                <a:gd name="T25" fmla="*/ 55 h 75"/>
                <a:gd name="T26" fmla="*/ 16 w 62"/>
                <a:gd name="T27" fmla="*/ 61 h 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" h="75">
                  <a:moveTo>
                    <a:pt x="0" y="11"/>
                  </a:moveTo>
                  <a:cubicBezTo>
                    <a:pt x="5" y="10"/>
                    <a:pt x="3" y="2"/>
                    <a:pt x="7" y="1"/>
                  </a:cubicBezTo>
                  <a:cubicBezTo>
                    <a:pt x="11" y="0"/>
                    <a:pt x="16" y="5"/>
                    <a:pt x="18" y="8"/>
                  </a:cubicBezTo>
                  <a:cubicBezTo>
                    <a:pt x="23" y="15"/>
                    <a:pt x="31" y="21"/>
                    <a:pt x="36" y="28"/>
                  </a:cubicBezTo>
                  <a:cubicBezTo>
                    <a:pt x="45" y="39"/>
                    <a:pt x="62" y="61"/>
                    <a:pt x="48" y="75"/>
                  </a:cubicBezTo>
                  <a:cubicBezTo>
                    <a:pt x="48" y="70"/>
                    <a:pt x="50" y="66"/>
                    <a:pt x="49" y="62"/>
                  </a:cubicBezTo>
                  <a:cubicBezTo>
                    <a:pt x="48" y="55"/>
                    <a:pt x="47" y="54"/>
                    <a:pt x="41" y="52"/>
                  </a:cubicBezTo>
                  <a:cubicBezTo>
                    <a:pt x="42" y="46"/>
                    <a:pt x="39" y="38"/>
                    <a:pt x="32" y="40"/>
                  </a:cubicBezTo>
                  <a:cubicBezTo>
                    <a:pt x="34" y="33"/>
                    <a:pt x="33" y="32"/>
                    <a:pt x="26" y="30"/>
                  </a:cubicBezTo>
                  <a:cubicBezTo>
                    <a:pt x="22" y="28"/>
                    <a:pt x="23" y="29"/>
                    <a:pt x="22" y="25"/>
                  </a:cubicBezTo>
                  <a:cubicBezTo>
                    <a:pt x="21" y="22"/>
                    <a:pt x="22" y="19"/>
                    <a:pt x="19" y="16"/>
                  </a:cubicBezTo>
                  <a:cubicBezTo>
                    <a:pt x="17" y="15"/>
                    <a:pt x="15" y="14"/>
                    <a:pt x="14" y="12"/>
                  </a:cubicBezTo>
                  <a:cubicBezTo>
                    <a:pt x="13" y="11"/>
                    <a:pt x="12" y="9"/>
                    <a:pt x="10" y="8"/>
                  </a:cubicBezTo>
                  <a:cubicBezTo>
                    <a:pt x="8" y="7"/>
                    <a:pt x="4" y="6"/>
                    <a:pt x="3" y="9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6" name="Freeform 341">
              <a:extLst>
                <a:ext uri="{FF2B5EF4-FFF2-40B4-BE49-F238E27FC236}">
                  <a16:creationId xmlns:a16="http://schemas.microsoft.com/office/drawing/2014/main" id="{A5EE414A-5AF2-4D2F-9A42-EF8B652EC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107"/>
              <a:ext cx="23" cy="34"/>
            </a:xfrm>
            <a:custGeom>
              <a:avLst/>
              <a:gdLst>
                <a:gd name="T0" fmla="*/ 60 w 13"/>
                <a:gd name="T1" fmla="*/ 0 h 18"/>
                <a:gd name="T2" fmla="*/ 12 w 13"/>
                <a:gd name="T3" fmla="*/ 40 h 18"/>
                <a:gd name="T4" fmla="*/ 21 w 13"/>
                <a:gd name="T5" fmla="*/ 121 h 18"/>
                <a:gd name="T6" fmla="*/ 50 w 13"/>
                <a:gd name="T7" fmla="*/ 40 h 18"/>
                <a:gd name="T8" fmla="*/ 65 w 13"/>
                <a:gd name="T9" fmla="*/ 21 h 18"/>
                <a:gd name="T10" fmla="*/ 73 w 13"/>
                <a:gd name="T11" fmla="*/ 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8">
                  <a:moveTo>
                    <a:pt x="11" y="0"/>
                  </a:moveTo>
                  <a:cubicBezTo>
                    <a:pt x="8" y="1"/>
                    <a:pt x="4" y="3"/>
                    <a:pt x="2" y="6"/>
                  </a:cubicBezTo>
                  <a:cubicBezTo>
                    <a:pt x="0" y="10"/>
                    <a:pt x="5" y="13"/>
                    <a:pt x="4" y="18"/>
                  </a:cubicBezTo>
                  <a:cubicBezTo>
                    <a:pt x="3" y="14"/>
                    <a:pt x="6" y="9"/>
                    <a:pt x="9" y="6"/>
                  </a:cubicBezTo>
                  <a:cubicBezTo>
                    <a:pt x="10" y="5"/>
                    <a:pt x="11" y="4"/>
                    <a:pt x="12" y="3"/>
                  </a:cubicBezTo>
                  <a:cubicBezTo>
                    <a:pt x="13" y="2"/>
                    <a:pt x="11" y="1"/>
                    <a:pt x="13" y="1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7" name="Freeform 342">
              <a:extLst>
                <a:ext uri="{FF2B5EF4-FFF2-40B4-BE49-F238E27FC236}">
                  <a16:creationId xmlns:a16="http://schemas.microsoft.com/office/drawing/2014/main" id="{A31DD883-1C62-41E1-BF4A-A5F86103A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076"/>
              <a:ext cx="62" cy="55"/>
            </a:xfrm>
            <a:custGeom>
              <a:avLst/>
              <a:gdLst>
                <a:gd name="T0" fmla="*/ 0 w 35"/>
                <a:gd name="T1" fmla="*/ 0 h 29"/>
                <a:gd name="T2" fmla="*/ 85 w 35"/>
                <a:gd name="T3" fmla="*/ 116 h 29"/>
                <a:gd name="T4" fmla="*/ 195 w 35"/>
                <a:gd name="T5" fmla="*/ 61 h 29"/>
                <a:gd name="T6" fmla="*/ 151 w 35"/>
                <a:gd name="T7" fmla="*/ 97 h 29"/>
                <a:gd name="T8" fmla="*/ 110 w 35"/>
                <a:gd name="T9" fmla="*/ 40 h 29"/>
                <a:gd name="T10" fmla="*/ 66 w 35"/>
                <a:gd name="T11" fmla="*/ 76 h 29"/>
                <a:gd name="T12" fmla="*/ 37 w 35"/>
                <a:gd name="T13" fmla="*/ 32 h 29"/>
                <a:gd name="T14" fmla="*/ 16 w 35"/>
                <a:gd name="T15" fmla="*/ 15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9">
                  <a:moveTo>
                    <a:pt x="0" y="0"/>
                  </a:moveTo>
                  <a:cubicBezTo>
                    <a:pt x="6" y="5"/>
                    <a:pt x="10" y="11"/>
                    <a:pt x="15" y="17"/>
                  </a:cubicBezTo>
                  <a:cubicBezTo>
                    <a:pt x="25" y="29"/>
                    <a:pt x="27" y="10"/>
                    <a:pt x="35" y="9"/>
                  </a:cubicBezTo>
                  <a:cubicBezTo>
                    <a:pt x="31" y="7"/>
                    <a:pt x="30" y="13"/>
                    <a:pt x="27" y="14"/>
                  </a:cubicBezTo>
                  <a:cubicBezTo>
                    <a:pt x="22" y="14"/>
                    <a:pt x="21" y="9"/>
                    <a:pt x="20" y="6"/>
                  </a:cubicBezTo>
                  <a:cubicBezTo>
                    <a:pt x="18" y="10"/>
                    <a:pt x="18" y="17"/>
                    <a:pt x="12" y="11"/>
                  </a:cubicBezTo>
                  <a:cubicBezTo>
                    <a:pt x="10" y="9"/>
                    <a:pt x="9" y="7"/>
                    <a:pt x="7" y="5"/>
                  </a:cubicBezTo>
                  <a:cubicBezTo>
                    <a:pt x="6" y="4"/>
                    <a:pt x="4" y="5"/>
                    <a:pt x="3" y="2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8" name="Freeform 343">
              <a:extLst>
                <a:ext uri="{FF2B5EF4-FFF2-40B4-BE49-F238E27FC236}">
                  <a16:creationId xmlns:a16="http://schemas.microsoft.com/office/drawing/2014/main" id="{1E98281F-F3FD-41C8-9016-ED528CB00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960"/>
              <a:ext cx="44" cy="99"/>
            </a:xfrm>
            <a:custGeom>
              <a:avLst/>
              <a:gdLst>
                <a:gd name="T0" fmla="*/ 12 w 25"/>
                <a:gd name="T1" fmla="*/ 0 h 52"/>
                <a:gd name="T2" fmla="*/ 123 w 25"/>
                <a:gd name="T3" fmla="*/ 160 h 52"/>
                <a:gd name="T4" fmla="*/ 123 w 25"/>
                <a:gd name="T5" fmla="*/ 261 h 52"/>
                <a:gd name="T6" fmla="*/ 56 w 25"/>
                <a:gd name="T7" fmla="*/ 358 h 52"/>
                <a:gd name="T8" fmla="*/ 70 w 25"/>
                <a:gd name="T9" fmla="*/ 213 h 52"/>
                <a:gd name="T10" fmla="*/ 77 w 25"/>
                <a:gd name="T11" fmla="*/ 145 h 52"/>
                <a:gd name="T12" fmla="*/ 86 w 25"/>
                <a:gd name="T13" fmla="*/ 109 h 52"/>
                <a:gd name="T14" fmla="*/ 49 w 25"/>
                <a:gd name="T15" fmla="*/ 69 h 52"/>
                <a:gd name="T16" fmla="*/ 44 w 25"/>
                <a:gd name="T17" fmla="*/ 36 h 52"/>
                <a:gd name="T18" fmla="*/ 0 w 25"/>
                <a:gd name="T19" fmla="*/ 8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52">
                  <a:moveTo>
                    <a:pt x="2" y="0"/>
                  </a:moveTo>
                  <a:cubicBezTo>
                    <a:pt x="12" y="4"/>
                    <a:pt x="19" y="13"/>
                    <a:pt x="23" y="23"/>
                  </a:cubicBezTo>
                  <a:cubicBezTo>
                    <a:pt x="24" y="27"/>
                    <a:pt x="25" y="33"/>
                    <a:pt x="23" y="38"/>
                  </a:cubicBezTo>
                  <a:cubicBezTo>
                    <a:pt x="21" y="44"/>
                    <a:pt x="11" y="46"/>
                    <a:pt x="10" y="52"/>
                  </a:cubicBezTo>
                  <a:cubicBezTo>
                    <a:pt x="11" y="47"/>
                    <a:pt x="23" y="34"/>
                    <a:pt x="13" y="31"/>
                  </a:cubicBezTo>
                  <a:cubicBezTo>
                    <a:pt x="20" y="33"/>
                    <a:pt x="19" y="23"/>
                    <a:pt x="14" y="21"/>
                  </a:cubicBezTo>
                  <a:cubicBezTo>
                    <a:pt x="16" y="19"/>
                    <a:pt x="16" y="18"/>
                    <a:pt x="16" y="16"/>
                  </a:cubicBezTo>
                  <a:cubicBezTo>
                    <a:pt x="15" y="12"/>
                    <a:pt x="11" y="13"/>
                    <a:pt x="9" y="10"/>
                  </a:cubicBezTo>
                  <a:cubicBezTo>
                    <a:pt x="8" y="9"/>
                    <a:pt x="8" y="7"/>
                    <a:pt x="8" y="5"/>
                  </a:cubicBezTo>
                  <a:cubicBezTo>
                    <a:pt x="6" y="2"/>
                    <a:pt x="3" y="2"/>
                    <a:pt x="0" y="1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9" name="Freeform 344">
              <a:extLst>
                <a:ext uri="{FF2B5EF4-FFF2-40B4-BE49-F238E27FC236}">
                  <a16:creationId xmlns:a16="http://schemas.microsoft.com/office/drawing/2014/main" id="{79D786A5-7635-4903-8CF1-AC654F423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935"/>
              <a:ext cx="62" cy="206"/>
            </a:xfrm>
            <a:custGeom>
              <a:avLst/>
              <a:gdLst>
                <a:gd name="T0" fmla="*/ 151 w 35"/>
                <a:gd name="T1" fmla="*/ 0 h 108"/>
                <a:gd name="T2" fmla="*/ 195 w 35"/>
                <a:gd name="T3" fmla="*/ 92 h 108"/>
                <a:gd name="T4" fmla="*/ 73 w 35"/>
                <a:gd name="T5" fmla="*/ 412 h 108"/>
                <a:gd name="T6" fmla="*/ 73 w 35"/>
                <a:gd name="T7" fmla="*/ 597 h 108"/>
                <a:gd name="T8" fmla="*/ 66 w 35"/>
                <a:gd name="T9" fmla="*/ 681 h 108"/>
                <a:gd name="T10" fmla="*/ 12 w 35"/>
                <a:gd name="T11" fmla="*/ 750 h 108"/>
                <a:gd name="T12" fmla="*/ 57 w 35"/>
                <a:gd name="T13" fmla="*/ 666 h 108"/>
                <a:gd name="T14" fmla="*/ 7 w 35"/>
                <a:gd name="T15" fmla="*/ 633 h 108"/>
                <a:gd name="T16" fmla="*/ 12 w 35"/>
                <a:gd name="T17" fmla="*/ 492 h 108"/>
                <a:gd name="T18" fmla="*/ 34 w 35"/>
                <a:gd name="T19" fmla="*/ 481 h 108"/>
                <a:gd name="T20" fmla="*/ 0 w 35"/>
                <a:gd name="T21" fmla="*/ 361 h 108"/>
                <a:gd name="T22" fmla="*/ 37 w 35"/>
                <a:gd name="T23" fmla="*/ 353 h 108"/>
                <a:gd name="T24" fmla="*/ 16 w 35"/>
                <a:gd name="T25" fmla="*/ 252 h 108"/>
                <a:gd name="T26" fmla="*/ 57 w 35"/>
                <a:gd name="T27" fmla="*/ 261 h 108"/>
                <a:gd name="T28" fmla="*/ 57 w 35"/>
                <a:gd name="T29" fmla="*/ 189 h 108"/>
                <a:gd name="T30" fmla="*/ 117 w 35"/>
                <a:gd name="T31" fmla="*/ 124 h 108"/>
                <a:gd name="T32" fmla="*/ 151 w 35"/>
                <a:gd name="T33" fmla="*/ 55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" h="108">
                  <a:moveTo>
                    <a:pt x="27" y="0"/>
                  </a:moveTo>
                  <a:cubicBezTo>
                    <a:pt x="28" y="5"/>
                    <a:pt x="30" y="10"/>
                    <a:pt x="35" y="13"/>
                  </a:cubicBezTo>
                  <a:cubicBezTo>
                    <a:pt x="23" y="27"/>
                    <a:pt x="12" y="40"/>
                    <a:pt x="13" y="59"/>
                  </a:cubicBezTo>
                  <a:cubicBezTo>
                    <a:pt x="13" y="68"/>
                    <a:pt x="13" y="77"/>
                    <a:pt x="13" y="86"/>
                  </a:cubicBezTo>
                  <a:cubicBezTo>
                    <a:pt x="13" y="90"/>
                    <a:pt x="14" y="94"/>
                    <a:pt x="12" y="98"/>
                  </a:cubicBezTo>
                  <a:cubicBezTo>
                    <a:pt x="10" y="103"/>
                    <a:pt x="6" y="105"/>
                    <a:pt x="2" y="108"/>
                  </a:cubicBezTo>
                  <a:cubicBezTo>
                    <a:pt x="5" y="107"/>
                    <a:pt x="9" y="99"/>
                    <a:pt x="10" y="96"/>
                  </a:cubicBezTo>
                  <a:cubicBezTo>
                    <a:pt x="10" y="90"/>
                    <a:pt x="6" y="87"/>
                    <a:pt x="1" y="91"/>
                  </a:cubicBezTo>
                  <a:cubicBezTo>
                    <a:pt x="9" y="89"/>
                    <a:pt x="8" y="74"/>
                    <a:pt x="2" y="71"/>
                  </a:cubicBezTo>
                  <a:cubicBezTo>
                    <a:pt x="3" y="73"/>
                    <a:pt x="5" y="71"/>
                    <a:pt x="6" y="69"/>
                  </a:cubicBezTo>
                  <a:cubicBezTo>
                    <a:pt x="8" y="64"/>
                    <a:pt x="4" y="55"/>
                    <a:pt x="0" y="52"/>
                  </a:cubicBezTo>
                  <a:cubicBezTo>
                    <a:pt x="3" y="55"/>
                    <a:pt x="5" y="55"/>
                    <a:pt x="7" y="51"/>
                  </a:cubicBezTo>
                  <a:cubicBezTo>
                    <a:pt x="8" y="47"/>
                    <a:pt x="5" y="39"/>
                    <a:pt x="3" y="36"/>
                  </a:cubicBezTo>
                  <a:cubicBezTo>
                    <a:pt x="4" y="39"/>
                    <a:pt x="7" y="41"/>
                    <a:pt x="10" y="38"/>
                  </a:cubicBezTo>
                  <a:cubicBezTo>
                    <a:pt x="12" y="35"/>
                    <a:pt x="10" y="30"/>
                    <a:pt x="10" y="27"/>
                  </a:cubicBezTo>
                  <a:cubicBezTo>
                    <a:pt x="16" y="27"/>
                    <a:pt x="20" y="25"/>
                    <a:pt x="21" y="18"/>
                  </a:cubicBezTo>
                  <a:cubicBezTo>
                    <a:pt x="26" y="23"/>
                    <a:pt x="27" y="11"/>
                    <a:pt x="27" y="8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0" name="Freeform 345">
              <a:extLst>
                <a:ext uri="{FF2B5EF4-FFF2-40B4-BE49-F238E27FC236}">
                  <a16:creationId xmlns:a16="http://schemas.microsoft.com/office/drawing/2014/main" id="{32A096FF-2114-4B97-96AD-B1495062F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194"/>
              <a:ext cx="57" cy="95"/>
            </a:xfrm>
            <a:custGeom>
              <a:avLst/>
              <a:gdLst>
                <a:gd name="T0" fmla="*/ 109 w 32"/>
                <a:gd name="T1" fmla="*/ 0 h 50"/>
                <a:gd name="T2" fmla="*/ 123 w 32"/>
                <a:gd name="T3" fmla="*/ 76 h 50"/>
                <a:gd name="T4" fmla="*/ 167 w 32"/>
                <a:gd name="T5" fmla="*/ 152 h 50"/>
                <a:gd name="T6" fmla="*/ 182 w 32"/>
                <a:gd name="T7" fmla="*/ 236 h 50"/>
                <a:gd name="T8" fmla="*/ 175 w 32"/>
                <a:gd name="T9" fmla="*/ 314 h 50"/>
                <a:gd name="T10" fmla="*/ 114 w 32"/>
                <a:gd name="T11" fmla="*/ 344 h 50"/>
                <a:gd name="T12" fmla="*/ 146 w 32"/>
                <a:gd name="T13" fmla="*/ 296 h 50"/>
                <a:gd name="T14" fmla="*/ 137 w 32"/>
                <a:gd name="T15" fmla="*/ 253 h 50"/>
                <a:gd name="T16" fmla="*/ 137 w 32"/>
                <a:gd name="T17" fmla="*/ 165 h 50"/>
                <a:gd name="T18" fmla="*/ 102 w 32"/>
                <a:gd name="T19" fmla="*/ 184 h 50"/>
                <a:gd name="T20" fmla="*/ 12 w 32"/>
                <a:gd name="T21" fmla="*/ 236 h 50"/>
                <a:gd name="T22" fmla="*/ 16 w 32"/>
                <a:gd name="T23" fmla="*/ 177 h 50"/>
                <a:gd name="T24" fmla="*/ 12 w 32"/>
                <a:gd name="T25" fmla="*/ 105 h 50"/>
                <a:gd name="T26" fmla="*/ 80 w 32"/>
                <a:gd name="T27" fmla="*/ 152 h 50"/>
                <a:gd name="T28" fmla="*/ 114 w 32"/>
                <a:gd name="T29" fmla="*/ 116 h 50"/>
                <a:gd name="T30" fmla="*/ 73 w 32"/>
                <a:gd name="T31" fmla="*/ 84 h 50"/>
                <a:gd name="T32" fmla="*/ 94 w 32"/>
                <a:gd name="T33" fmla="*/ 15 h 50"/>
                <a:gd name="T34" fmla="*/ 102 w 32"/>
                <a:gd name="T35" fmla="*/ 0 h 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" h="50">
                  <a:moveTo>
                    <a:pt x="19" y="0"/>
                  </a:moveTo>
                  <a:cubicBezTo>
                    <a:pt x="20" y="4"/>
                    <a:pt x="20" y="7"/>
                    <a:pt x="22" y="11"/>
                  </a:cubicBezTo>
                  <a:cubicBezTo>
                    <a:pt x="25" y="15"/>
                    <a:pt x="29" y="18"/>
                    <a:pt x="30" y="22"/>
                  </a:cubicBezTo>
                  <a:cubicBezTo>
                    <a:pt x="32" y="26"/>
                    <a:pt x="32" y="30"/>
                    <a:pt x="32" y="34"/>
                  </a:cubicBezTo>
                  <a:cubicBezTo>
                    <a:pt x="32" y="38"/>
                    <a:pt x="32" y="43"/>
                    <a:pt x="31" y="46"/>
                  </a:cubicBezTo>
                  <a:cubicBezTo>
                    <a:pt x="27" y="45"/>
                    <a:pt x="23" y="48"/>
                    <a:pt x="20" y="50"/>
                  </a:cubicBezTo>
                  <a:cubicBezTo>
                    <a:pt x="23" y="48"/>
                    <a:pt x="25" y="46"/>
                    <a:pt x="26" y="43"/>
                  </a:cubicBezTo>
                  <a:cubicBezTo>
                    <a:pt x="27" y="40"/>
                    <a:pt x="28" y="36"/>
                    <a:pt x="24" y="37"/>
                  </a:cubicBezTo>
                  <a:cubicBezTo>
                    <a:pt x="25" y="35"/>
                    <a:pt x="28" y="27"/>
                    <a:pt x="24" y="24"/>
                  </a:cubicBezTo>
                  <a:cubicBezTo>
                    <a:pt x="22" y="23"/>
                    <a:pt x="19" y="26"/>
                    <a:pt x="18" y="27"/>
                  </a:cubicBezTo>
                  <a:cubicBezTo>
                    <a:pt x="13" y="31"/>
                    <a:pt x="8" y="32"/>
                    <a:pt x="2" y="34"/>
                  </a:cubicBezTo>
                  <a:cubicBezTo>
                    <a:pt x="2" y="31"/>
                    <a:pt x="3" y="28"/>
                    <a:pt x="3" y="26"/>
                  </a:cubicBezTo>
                  <a:cubicBezTo>
                    <a:pt x="3" y="23"/>
                    <a:pt x="0" y="18"/>
                    <a:pt x="2" y="15"/>
                  </a:cubicBezTo>
                  <a:cubicBezTo>
                    <a:pt x="2" y="24"/>
                    <a:pt x="6" y="26"/>
                    <a:pt x="14" y="22"/>
                  </a:cubicBezTo>
                  <a:cubicBezTo>
                    <a:pt x="15" y="21"/>
                    <a:pt x="20" y="19"/>
                    <a:pt x="20" y="17"/>
                  </a:cubicBezTo>
                  <a:cubicBezTo>
                    <a:pt x="20" y="15"/>
                    <a:pt x="14" y="13"/>
                    <a:pt x="13" y="12"/>
                  </a:cubicBezTo>
                  <a:cubicBezTo>
                    <a:pt x="19" y="10"/>
                    <a:pt x="18" y="6"/>
                    <a:pt x="17" y="2"/>
                  </a:cubicBezTo>
                  <a:cubicBezTo>
                    <a:pt x="17" y="1"/>
                    <a:pt x="17" y="0"/>
                    <a:pt x="18" y="0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1" name="Freeform 346">
              <a:extLst>
                <a:ext uri="{FF2B5EF4-FFF2-40B4-BE49-F238E27FC236}">
                  <a16:creationId xmlns:a16="http://schemas.microsoft.com/office/drawing/2014/main" id="{5C61B06E-878C-4F2F-8FAF-DC759756C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063"/>
              <a:ext cx="37" cy="129"/>
            </a:xfrm>
            <a:custGeom>
              <a:avLst/>
              <a:gdLst>
                <a:gd name="T0" fmla="*/ 0 w 21"/>
                <a:gd name="T1" fmla="*/ 465 h 68"/>
                <a:gd name="T2" fmla="*/ 93 w 21"/>
                <a:gd name="T3" fmla="*/ 389 h 68"/>
                <a:gd name="T4" fmla="*/ 102 w 21"/>
                <a:gd name="T5" fmla="*/ 245 h 68"/>
                <a:gd name="T6" fmla="*/ 109 w 21"/>
                <a:gd name="T7" fmla="*/ 108 h 68"/>
                <a:gd name="T8" fmla="*/ 102 w 21"/>
                <a:gd name="T9" fmla="*/ 40 h 68"/>
                <a:gd name="T10" fmla="*/ 58 w 21"/>
                <a:gd name="T11" fmla="*/ 0 h 68"/>
                <a:gd name="T12" fmla="*/ 65 w 21"/>
                <a:gd name="T13" fmla="*/ 101 h 68"/>
                <a:gd name="T14" fmla="*/ 65 w 21"/>
                <a:gd name="T15" fmla="*/ 184 h 68"/>
                <a:gd name="T16" fmla="*/ 56 w 21"/>
                <a:gd name="T17" fmla="*/ 260 h 68"/>
                <a:gd name="T18" fmla="*/ 58 w 21"/>
                <a:gd name="T19" fmla="*/ 357 h 68"/>
                <a:gd name="T20" fmla="*/ 33 w 21"/>
                <a:gd name="T21" fmla="*/ 425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68">
                  <a:moveTo>
                    <a:pt x="0" y="68"/>
                  </a:moveTo>
                  <a:cubicBezTo>
                    <a:pt x="2" y="59"/>
                    <a:pt x="13" y="64"/>
                    <a:pt x="17" y="57"/>
                  </a:cubicBezTo>
                  <a:cubicBezTo>
                    <a:pt x="20" y="52"/>
                    <a:pt x="19" y="42"/>
                    <a:pt x="19" y="36"/>
                  </a:cubicBezTo>
                  <a:cubicBezTo>
                    <a:pt x="19" y="30"/>
                    <a:pt x="20" y="23"/>
                    <a:pt x="20" y="16"/>
                  </a:cubicBezTo>
                  <a:cubicBezTo>
                    <a:pt x="20" y="12"/>
                    <a:pt x="21" y="10"/>
                    <a:pt x="19" y="6"/>
                  </a:cubicBezTo>
                  <a:cubicBezTo>
                    <a:pt x="17" y="4"/>
                    <a:pt x="15" y="0"/>
                    <a:pt x="11" y="0"/>
                  </a:cubicBezTo>
                  <a:cubicBezTo>
                    <a:pt x="19" y="2"/>
                    <a:pt x="20" y="16"/>
                    <a:pt x="12" y="15"/>
                  </a:cubicBezTo>
                  <a:cubicBezTo>
                    <a:pt x="20" y="14"/>
                    <a:pt x="14" y="25"/>
                    <a:pt x="12" y="27"/>
                  </a:cubicBezTo>
                  <a:cubicBezTo>
                    <a:pt x="17" y="29"/>
                    <a:pt x="15" y="37"/>
                    <a:pt x="10" y="38"/>
                  </a:cubicBezTo>
                  <a:cubicBezTo>
                    <a:pt x="14" y="41"/>
                    <a:pt x="16" y="49"/>
                    <a:pt x="11" y="52"/>
                  </a:cubicBezTo>
                  <a:cubicBezTo>
                    <a:pt x="15" y="55"/>
                    <a:pt x="12" y="62"/>
                    <a:pt x="6" y="62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2" name="Freeform 347">
              <a:extLst>
                <a:ext uri="{FF2B5EF4-FFF2-40B4-BE49-F238E27FC236}">
                  <a16:creationId xmlns:a16="http://schemas.microsoft.com/office/drawing/2014/main" id="{0CAE71F3-F6FC-45C6-8A41-D2E962EE7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074"/>
              <a:ext cx="29" cy="150"/>
            </a:xfrm>
            <a:custGeom>
              <a:avLst/>
              <a:gdLst>
                <a:gd name="T0" fmla="*/ 49 w 16"/>
                <a:gd name="T1" fmla="*/ 8 h 79"/>
                <a:gd name="T2" fmla="*/ 89 w 16"/>
                <a:gd name="T3" fmla="*/ 47 h 79"/>
                <a:gd name="T4" fmla="*/ 80 w 16"/>
                <a:gd name="T5" fmla="*/ 129 h 79"/>
                <a:gd name="T6" fmla="*/ 73 w 16"/>
                <a:gd name="T7" fmla="*/ 197 h 79"/>
                <a:gd name="T8" fmla="*/ 82 w 16"/>
                <a:gd name="T9" fmla="*/ 289 h 79"/>
                <a:gd name="T10" fmla="*/ 53 w 16"/>
                <a:gd name="T11" fmla="*/ 306 h 79"/>
                <a:gd name="T12" fmla="*/ 60 w 16"/>
                <a:gd name="T13" fmla="*/ 357 h 79"/>
                <a:gd name="T14" fmla="*/ 65 w 16"/>
                <a:gd name="T15" fmla="*/ 450 h 79"/>
                <a:gd name="T16" fmla="*/ 53 w 16"/>
                <a:gd name="T17" fmla="*/ 541 h 79"/>
                <a:gd name="T18" fmla="*/ 60 w 16"/>
                <a:gd name="T19" fmla="*/ 433 h 79"/>
                <a:gd name="T20" fmla="*/ 53 w 16"/>
                <a:gd name="T21" fmla="*/ 342 h 79"/>
                <a:gd name="T22" fmla="*/ 29 w 16"/>
                <a:gd name="T23" fmla="*/ 302 h 79"/>
                <a:gd name="T24" fmla="*/ 53 w 16"/>
                <a:gd name="T25" fmla="*/ 245 h 79"/>
                <a:gd name="T26" fmla="*/ 7 w 16"/>
                <a:gd name="T27" fmla="*/ 169 h 79"/>
                <a:gd name="T28" fmla="*/ 24 w 16"/>
                <a:gd name="T29" fmla="*/ 116 h 79"/>
                <a:gd name="T30" fmla="*/ 0 w 16"/>
                <a:gd name="T31" fmla="*/ 68 h 79"/>
                <a:gd name="T32" fmla="*/ 36 w 16"/>
                <a:gd name="T33" fmla="*/ 0 h 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" h="79">
                  <a:moveTo>
                    <a:pt x="8" y="1"/>
                  </a:moveTo>
                  <a:cubicBezTo>
                    <a:pt x="9" y="5"/>
                    <a:pt x="12" y="7"/>
                    <a:pt x="15" y="7"/>
                  </a:cubicBezTo>
                  <a:cubicBezTo>
                    <a:pt x="11" y="9"/>
                    <a:pt x="6" y="16"/>
                    <a:pt x="13" y="19"/>
                  </a:cubicBezTo>
                  <a:cubicBezTo>
                    <a:pt x="7" y="19"/>
                    <a:pt x="10" y="26"/>
                    <a:pt x="12" y="29"/>
                  </a:cubicBezTo>
                  <a:cubicBezTo>
                    <a:pt x="6" y="33"/>
                    <a:pt x="16" y="38"/>
                    <a:pt x="14" y="42"/>
                  </a:cubicBezTo>
                  <a:cubicBezTo>
                    <a:pt x="12" y="44"/>
                    <a:pt x="10" y="42"/>
                    <a:pt x="9" y="45"/>
                  </a:cubicBezTo>
                  <a:cubicBezTo>
                    <a:pt x="8" y="47"/>
                    <a:pt x="10" y="50"/>
                    <a:pt x="10" y="52"/>
                  </a:cubicBezTo>
                  <a:cubicBezTo>
                    <a:pt x="11" y="57"/>
                    <a:pt x="12" y="61"/>
                    <a:pt x="11" y="66"/>
                  </a:cubicBezTo>
                  <a:cubicBezTo>
                    <a:pt x="10" y="70"/>
                    <a:pt x="10" y="76"/>
                    <a:pt x="9" y="79"/>
                  </a:cubicBezTo>
                  <a:cubicBezTo>
                    <a:pt x="11" y="74"/>
                    <a:pt x="10" y="68"/>
                    <a:pt x="10" y="63"/>
                  </a:cubicBezTo>
                  <a:cubicBezTo>
                    <a:pt x="10" y="59"/>
                    <a:pt x="11" y="54"/>
                    <a:pt x="9" y="50"/>
                  </a:cubicBezTo>
                  <a:cubicBezTo>
                    <a:pt x="8" y="48"/>
                    <a:pt x="5" y="46"/>
                    <a:pt x="5" y="44"/>
                  </a:cubicBezTo>
                  <a:cubicBezTo>
                    <a:pt x="5" y="41"/>
                    <a:pt x="9" y="40"/>
                    <a:pt x="9" y="36"/>
                  </a:cubicBezTo>
                  <a:cubicBezTo>
                    <a:pt x="9" y="31"/>
                    <a:pt x="0" y="32"/>
                    <a:pt x="1" y="25"/>
                  </a:cubicBezTo>
                  <a:cubicBezTo>
                    <a:pt x="2" y="23"/>
                    <a:pt x="4" y="21"/>
                    <a:pt x="4" y="17"/>
                  </a:cubicBezTo>
                  <a:cubicBezTo>
                    <a:pt x="3" y="14"/>
                    <a:pt x="1" y="12"/>
                    <a:pt x="0" y="10"/>
                  </a:cubicBezTo>
                  <a:cubicBezTo>
                    <a:pt x="2" y="8"/>
                    <a:pt x="8" y="3"/>
                    <a:pt x="6" y="0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3" name="Freeform 348">
              <a:extLst>
                <a:ext uri="{FF2B5EF4-FFF2-40B4-BE49-F238E27FC236}">
                  <a16:creationId xmlns:a16="http://schemas.microsoft.com/office/drawing/2014/main" id="{DC2179C5-4A5F-4656-A2D2-40272D9B2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272"/>
              <a:ext cx="32" cy="86"/>
            </a:xfrm>
            <a:custGeom>
              <a:avLst/>
              <a:gdLst>
                <a:gd name="T0" fmla="*/ 66 w 18"/>
                <a:gd name="T1" fmla="*/ 0 h 45"/>
                <a:gd name="T2" fmla="*/ 101 w 18"/>
                <a:gd name="T3" fmla="*/ 252 h 45"/>
                <a:gd name="T4" fmla="*/ 50 w 1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12" y="0"/>
                  </a:moveTo>
                  <a:cubicBezTo>
                    <a:pt x="5" y="8"/>
                    <a:pt x="12" y="29"/>
                    <a:pt x="18" y="36"/>
                  </a:cubicBezTo>
                  <a:cubicBezTo>
                    <a:pt x="0" y="45"/>
                    <a:pt x="8" y="8"/>
                    <a:pt x="9" y="0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4" name="Freeform 349">
              <a:extLst>
                <a:ext uri="{FF2B5EF4-FFF2-40B4-BE49-F238E27FC236}">
                  <a16:creationId xmlns:a16="http://schemas.microsoft.com/office/drawing/2014/main" id="{B7E70E28-8180-463B-ABE1-8E0B77255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382"/>
              <a:ext cx="18" cy="74"/>
            </a:xfrm>
            <a:custGeom>
              <a:avLst/>
              <a:gdLst>
                <a:gd name="T0" fmla="*/ 58 w 10"/>
                <a:gd name="T1" fmla="*/ 0 h 39"/>
                <a:gd name="T2" fmla="*/ 29 w 10"/>
                <a:gd name="T3" fmla="*/ 152 h 39"/>
                <a:gd name="T4" fmla="*/ 29 w 10"/>
                <a:gd name="T5" fmla="*/ 237 h 39"/>
                <a:gd name="T6" fmla="*/ 13 w 10"/>
                <a:gd name="T7" fmla="*/ 252 h 39"/>
                <a:gd name="T8" fmla="*/ 13 w 10"/>
                <a:gd name="T9" fmla="*/ 152 h 39"/>
                <a:gd name="T10" fmla="*/ 13 w 10"/>
                <a:gd name="T11" fmla="*/ 1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9">
                  <a:moveTo>
                    <a:pt x="10" y="0"/>
                  </a:moveTo>
                  <a:cubicBezTo>
                    <a:pt x="7" y="8"/>
                    <a:pt x="5" y="14"/>
                    <a:pt x="5" y="22"/>
                  </a:cubicBezTo>
                  <a:cubicBezTo>
                    <a:pt x="6" y="26"/>
                    <a:pt x="7" y="31"/>
                    <a:pt x="5" y="35"/>
                  </a:cubicBezTo>
                  <a:cubicBezTo>
                    <a:pt x="4" y="39"/>
                    <a:pt x="3" y="33"/>
                    <a:pt x="2" y="37"/>
                  </a:cubicBezTo>
                  <a:cubicBezTo>
                    <a:pt x="6" y="31"/>
                    <a:pt x="2" y="29"/>
                    <a:pt x="2" y="22"/>
                  </a:cubicBezTo>
                  <a:cubicBezTo>
                    <a:pt x="2" y="15"/>
                    <a:pt x="0" y="9"/>
                    <a:pt x="2" y="2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5" name="Freeform 350">
              <a:extLst>
                <a:ext uri="{FF2B5EF4-FFF2-40B4-BE49-F238E27FC236}">
                  <a16:creationId xmlns:a16="http://schemas.microsoft.com/office/drawing/2014/main" id="{047403C3-3446-40A8-8EFE-3385456F0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394"/>
              <a:ext cx="26" cy="81"/>
            </a:xfrm>
            <a:custGeom>
              <a:avLst/>
              <a:gdLst>
                <a:gd name="T0" fmla="*/ 57 w 15"/>
                <a:gd name="T1" fmla="*/ 28 h 43"/>
                <a:gd name="T2" fmla="*/ 62 w 15"/>
                <a:gd name="T3" fmla="*/ 173 h 43"/>
                <a:gd name="T4" fmla="*/ 0 w 15"/>
                <a:gd name="T5" fmla="*/ 288 h 43"/>
                <a:gd name="T6" fmla="*/ 28 w 15"/>
                <a:gd name="T7" fmla="*/ 196 h 43"/>
                <a:gd name="T8" fmla="*/ 29 w 15"/>
                <a:gd name="T9" fmla="*/ 113 h 43"/>
                <a:gd name="T10" fmla="*/ 5 w 15"/>
                <a:gd name="T11" fmla="*/ 15 h 43"/>
                <a:gd name="T12" fmla="*/ 57 w 15"/>
                <a:gd name="T13" fmla="*/ 2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3">
                  <a:moveTo>
                    <a:pt x="11" y="4"/>
                  </a:moveTo>
                  <a:cubicBezTo>
                    <a:pt x="13" y="10"/>
                    <a:pt x="12" y="19"/>
                    <a:pt x="12" y="26"/>
                  </a:cubicBezTo>
                  <a:cubicBezTo>
                    <a:pt x="12" y="34"/>
                    <a:pt x="8" y="40"/>
                    <a:pt x="0" y="43"/>
                  </a:cubicBezTo>
                  <a:cubicBezTo>
                    <a:pt x="3" y="41"/>
                    <a:pt x="15" y="29"/>
                    <a:pt x="5" y="29"/>
                  </a:cubicBezTo>
                  <a:cubicBezTo>
                    <a:pt x="7" y="26"/>
                    <a:pt x="13" y="19"/>
                    <a:pt x="6" y="17"/>
                  </a:cubicBezTo>
                  <a:cubicBezTo>
                    <a:pt x="14" y="13"/>
                    <a:pt x="7" y="3"/>
                    <a:pt x="1" y="2"/>
                  </a:cubicBezTo>
                  <a:cubicBezTo>
                    <a:pt x="5" y="3"/>
                    <a:pt x="9" y="0"/>
                    <a:pt x="11" y="4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6" name="Freeform 351">
              <a:extLst>
                <a:ext uri="{FF2B5EF4-FFF2-40B4-BE49-F238E27FC236}">
                  <a16:creationId xmlns:a16="http://schemas.microsoft.com/office/drawing/2014/main" id="{813D0B11-2DD9-4533-8C87-89009330B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392"/>
              <a:ext cx="78" cy="76"/>
            </a:xfrm>
            <a:custGeom>
              <a:avLst/>
              <a:gdLst>
                <a:gd name="T0" fmla="*/ 85 w 44"/>
                <a:gd name="T1" fmla="*/ 0 h 40"/>
                <a:gd name="T2" fmla="*/ 57 w 44"/>
                <a:gd name="T3" fmla="*/ 124 h 40"/>
                <a:gd name="T4" fmla="*/ 44 w 44"/>
                <a:gd name="T5" fmla="*/ 220 h 40"/>
                <a:gd name="T6" fmla="*/ 94 w 44"/>
                <a:gd name="T7" fmla="*/ 192 h 40"/>
                <a:gd name="T8" fmla="*/ 158 w 44"/>
                <a:gd name="T9" fmla="*/ 192 h 40"/>
                <a:gd name="T10" fmla="*/ 245 w 44"/>
                <a:gd name="T11" fmla="*/ 274 h 40"/>
                <a:gd name="T12" fmla="*/ 211 w 44"/>
                <a:gd name="T13" fmla="*/ 173 h 40"/>
                <a:gd name="T14" fmla="*/ 122 w 44"/>
                <a:gd name="T15" fmla="*/ 124 h 40"/>
                <a:gd name="T16" fmla="*/ 101 w 44"/>
                <a:gd name="T17" fmla="*/ 76 h 40"/>
                <a:gd name="T18" fmla="*/ 85 w 44"/>
                <a:gd name="T19" fmla="*/ 15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40">
                  <a:moveTo>
                    <a:pt x="15" y="0"/>
                  </a:moveTo>
                  <a:cubicBezTo>
                    <a:pt x="17" y="7"/>
                    <a:pt x="14" y="13"/>
                    <a:pt x="10" y="18"/>
                  </a:cubicBezTo>
                  <a:cubicBezTo>
                    <a:pt x="8" y="21"/>
                    <a:pt x="0" y="32"/>
                    <a:pt x="8" y="32"/>
                  </a:cubicBezTo>
                  <a:cubicBezTo>
                    <a:pt x="11" y="32"/>
                    <a:pt x="15" y="29"/>
                    <a:pt x="17" y="28"/>
                  </a:cubicBezTo>
                  <a:cubicBezTo>
                    <a:pt x="21" y="27"/>
                    <a:pt x="25" y="27"/>
                    <a:pt x="28" y="28"/>
                  </a:cubicBezTo>
                  <a:cubicBezTo>
                    <a:pt x="35" y="29"/>
                    <a:pt x="41" y="34"/>
                    <a:pt x="44" y="40"/>
                  </a:cubicBezTo>
                  <a:cubicBezTo>
                    <a:pt x="40" y="36"/>
                    <a:pt x="36" y="30"/>
                    <a:pt x="38" y="25"/>
                  </a:cubicBezTo>
                  <a:cubicBezTo>
                    <a:pt x="32" y="24"/>
                    <a:pt x="22" y="27"/>
                    <a:pt x="22" y="18"/>
                  </a:cubicBezTo>
                  <a:cubicBezTo>
                    <a:pt x="17" y="17"/>
                    <a:pt x="18" y="16"/>
                    <a:pt x="18" y="11"/>
                  </a:cubicBezTo>
                  <a:cubicBezTo>
                    <a:pt x="17" y="8"/>
                    <a:pt x="16" y="5"/>
                    <a:pt x="15" y="2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7" name="Freeform 352">
              <a:extLst>
                <a:ext uri="{FF2B5EF4-FFF2-40B4-BE49-F238E27FC236}">
                  <a16:creationId xmlns:a16="http://schemas.microsoft.com/office/drawing/2014/main" id="{197E9CD4-22B1-4768-B380-D6C0870DE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169"/>
              <a:ext cx="116" cy="63"/>
            </a:xfrm>
            <a:custGeom>
              <a:avLst/>
              <a:gdLst>
                <a:gd name="T0" fmla="*/ 86 w 65"/>
                <a:gd name="T1" fmla="*/ 55 h 33"/>
                <a:gd name="T2" fmla="*/ 130 w 65"/>
                <a:gd name="T3" fmla="*/ 92 h 33"/>
                <a:gd name="T4" fmla="*/ 182 w 65"/>
                <a:gd name="T5" fmla="*/ 160 h 33"/>
                <a:gd name="T6" fmla="*/ 305 w 65"/>
                <a:gd name="T7" fmla="*/ 216 h 33"/>
                <a:gd name="T8" fmla="*/ 357 w 65"/>
                <a:gd name="T9" fmla="*/ 216 h 33"/>
                <a:gd name="T10" fmla="*/ 318 w 65"/>
                <a:gd name="T11" fmla="*/ 168 h 33"/>
                <a:gd name="T12" fmla="*/ 252 w 65"/>
                <a:gd name="T13" fmla="*/ 48 h 33"/>
                <a:gd name="T14" fmla="*/ 244 w 65"/>
                <a:gd name="T15" fmla="*/ 145 h 33"/>
                <a:gd name="T16" fmla="*/ 166 w 65"/>
                <a:gd name="T17" fmla="*/ 76 h 33"/>
                <a:gd name="T18" fmla="*/ 80 w 65"/>
                <a:gd name="T19" fmla="*/ 48 h 33"/>
                <a:gd name="T20" fmla="*/ 0 w 65"/>
                <a:gd name="T21" fmla="*/ 21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3">
                  <a:moveTo>
                    <a:pt x="15" y="8"/>
                  </a:moveTo>
                  <a:cubicBezTo>
                    <a:pt x="17" y="10"/>
                    <a:pt x="21" y="11"/>
                    <a:pt x="23" y="13"/>
                  </a:cubicBezTo>
                  <a:cubicBezTo>
                    <a:pt x="27" y="16"/>
                    <a:pt x="29" y="20"/>
                    <a:pt x="32" y="23"/>
                  </a:cubicBezTo>
                  <a:cubicBezTo>
                    <a:pt x="39" y="28"/>
                    <a:pt x="45" y="30"/>
                    <a:pt x="54" y="31"/>
                  </a:cubicBezTo>
                  <a:cubicBezTo>
                    <a:pt x="56" y="32"/>
                    <a:pt x="62" y="33"/>
                    <a:pt x="63" y="31"/>
                  </a:cubicBezTo>
                  <a:cubicBezTo>
                    <a:pt x="65" y="27"/>
                    <a:pt x="58" y="25"/>
                    <a:pt x="56" y="24"/>
                  </a:cubicBezTo>
                  <a:cubicBezTo>
                    <a:pt x="49" y="21"/>
                    <a:pt x="43" y="16"/>
                    <a:pt x="44" y="7"/>
                  </a:cubicBezTo>
                  <a:cubicBezTo>
                    <a:pt x="42" y="10"/>
                    <a:pt x="45" y="20"/>
                    <a:pt x="43" y="21"/>
                  </a:cubicBezTo>
                  <a:cubicBezTo>
                    <a:pt x="40" y="23"/>
                    <a:pt x="32" y="12"/>
                    <a:pt x="29" y="11"/>
                  </a:cubicBezTo>
                  <a:cubicBezTo>
                    <a:pt x="24" y="8"/>
                    <a:pt x="20" y="9"/>
                    <a:pt x="14" y="7"/>
                  </a:cubicBezTo>
                  <a:cubicBezTo>
                    <a:pt x="10" y="5"/>
                    <a:pt x="5" y="0"/>
                    <a:pt x="0" y="3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8" name="Freeform 353">
              <a:extLst>
                <a:ext uri="{FF2B5EF4-FFF2-40B4-BE49-F238E27FC236}">
                  <a16:creationId xmlns:a16="http://schemas.microsoft.com/office/drawing/2014/main" id="{4D116269-43D5-4819-9BD7-A263E0ACA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091"/>
              <a:ext cx="41" cy="112"/>
            </a:xfrm>
            <a:custGeom>
              <a:avLst/>
              <a:gdLst>
                <a:gd name="T0" fmla="*/ 0 w 23"/>
                <a:gd name="T1" fmla="*/ 15 h 59"/>
                <a:gd name="T2" fmla="*/ 94 w 23"/>
                <a:gd name="T3" fmla="*/ 53 h 59"/>
                <a:gd name="T4" fmla="*/ 94 w 23"/>
                <a:gd name="T5" fmla="*/ 159 h 59"/>
                <a:gd name="T6" fmla="*/ 102 w 23"/>
                <a:gd name="T7" fmla="*/ 260 h 59"/>
                <a:gd name="T8" fmla="*/ 118 w 23"/>
                <a:gd name="T9" fmla="*/ 321 h 59"/>
                <a:gd name="T10" fmla="*/ 109 w 23"/>
                <a:gd name="T11" fmla="*/ 404 h 59"/>
                <a:gd name="T12" fmla="*/ 57 w 23"/>
                <a:gd name="T13" fmla="*/ 281 h 59"/>
                <a:gd name="T14" fmla="*/ 80 w 23"/>
                <a:gd name="T15" fmla="*/ 233 h 59"/>
                <a:gd name="T16" fmla="*/ 57 w 23"/>
                <a:gd name="T17" fmla="*/ 184 h 59"/>
                <a:gd name="T18" fmla="*/ 57 w 23"/>
                <a:gd name="T19" fmla="*/ 144 h 59"/>
                <a:gd name="T20" fmla="*/ 16 w 23"/>
                <a:gd name="T21" fmla="*/ 101 h 59"/>
                <a:gd name="T22" fmla="*/ 12 w 23"/>
                <a:gd name="T23" fmla="*/ 28 h 59"/>
                <a:gd name="T24" fmla="*/ 12 w 23"/>
                <a:gd name="T25" fmla="*/ 21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59">
                  <a:moveTo>
                    <a:pt x="0" y="2"/>
                  </a:moveTo>
                  <a:cubicBezTo>
                    <a:pt x="5" y="2"/>
                    <a:pt x="17" y="0"/>
                    <a:pt x="17" y="8"/>
                  </a:cubicBezTo>
                  <a:cubicBezTo>
                    <a:pt x="17" y="16"/>
                    <a:pt x="10" y="16"/>
                    <a:pt x="17" y="23"/>
                  </a:cubicBezTo>
                  <a:cubicBezTo>
                    <a:pt x="23" y="28"/>
                    <a:pt x="17" y="31"/>
                    <a:pt x="18" y="38"/>
                  </a:cubicBezTo>
                  <a:cubicBezTo>
                    <a:pt x="19" y="41"/>
                    <a:pt x="20" y="44"/>
                    <a:pt x="21" y="47"/>
                  </a:cubicBezTo>
                  <a:cubicBezTo>
                    <a:pt x="21" y="51"/>
                    <a:pt x="20" y="55"/>
                    <a:pt x="19" y="59"/>
                  </a:cubicBezTo>
                  <a:cubicBezTo>
                    <a:pt x="20" y="52"/>
                    <a:pt x="19" y="39"/>
                    <a:pt x="10" y="41"/>
                  </a:cubicBezTo>
                  <a:cubicBezTo>
                    <a:pt x="11" y="39"/>
                    <a:pt x="14" y="37"/>
                    <a:pt x="14" y="34"/>
                  </a:cubicBezTo>
                  <a:cubicBezTo>
                    <a:pt x="14" y="30"/>
                    <a:pt x="10" y="29"/>
                    <a:pt x="10" y="27"/>
                  </a:cubicBezTo>
                  <a:cubicBezTo>
                    <a:pt x="9" y="25"/>
                    <a:pt x="11" y="23"/>
                    <a:pt x="10" y="21"/>
                  </a:cubicBezTo>
                  <a:cubicBezTo>
                    <a:pt x="10" y="17"/>
                    <a:pt x="6" y="16"/>
                    <a:pt x="3" y="15"/>
                  </a:cubicBezTo>
                  <a:cubicBezTo>
                    <a:pt x="10" y="13"/>
                    <a:pt x="9" y="5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9" name="Freeform 354">
              <a:extLst>
                <a:ext uri="{FF2B5EF4-FFF2-40B4-BE49-F238E27FC236}">
                  <a16:creationId xmlns:a16="http://schemas.microsoft.com/office/drawing/2014/main" id="{FFB23A67-5E1B-4586-A87F-3BFB8267A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930"/>
              <a:ext cx="35" cy="150"/>
            </a:xfrm>
            <a:custGeom>
              <a:avLst/>
              <a:gdLst>
                <a:gd name="T0" fmla="*/ 56 w 20"/>
                <a:gd name="T1" fmla="*/ 8 h 79"/>
                <a:gd name="T2" fmla="*/ 102 w 20"/>
                <a:gd name="T3" fmla="*/ 321 h 79"/>
                <a:gd name="T4" fmla="*/ 102 w 20"/>
                <a:gd name="T5" fmla="*/ 473 h 79"/>
                <a:gd name="T6" fmla="*/ 0 w 20"/>
                <a:gd name="T7" fmla="*/ 541 h 79"/>
                <a:gd name="T8" fmla="*/ 70 w 20"/>
                <a:gd name="T9" fmla="*/ 494 h 79"/>
                <a:gd name="T10" fmla="*/ 81 w 20"/>
                <a:gd name="T11" fmla="*/ 458 h 79"/>
                <a:gd name="T12" fmla="*/ 56 w 20"/>
                <a:gd name="T13" fmla="*/ 444 h 79"/>
                <a:gd name="T14" fmla="*/ 65 w 20"/>
                <a:gd name="T15" fmla="*/ 313 h 79"/>
                <a:gd name="T16" fmla="*/ 70 w 20"/>
                <a:gd name="T17" fmla="*/ 184 h 79"/>
                <a:gd name="T18" fmla="*/ 56 w 20"/>
                <a:gd name="T19" fmla="*/ 144 h 79"/>
                <a:gd name="T20" fmla="*/ 65 w 20"/>
                <a:gd name="T21" fmla="*/ 101 h 79"/>
                <a:gd name="T22" fmla="*/ 56 w 20"/>
                <a:gd name="T23" fmla="*/ 40 h 79"/>
                <a:gd name="T24" fmla="*/ 44 w 20"/>
                <a:gd name="T25" fmla="*/ 0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79">
                  <a:moveTo>
                    <a:pt x="10" y="1"/>
                  </a:moveTo>
                  <a:cubicBezTo>
                    <a:pt x="20" y="12"/>
                    <a:pt x="19" y="33"/>
                    <a:pt x="19" y="47"/>
                  </a:cubicBezTo>
                  <a:cubicBezTo>
                    <a:pt x="18" y="54"/>
                    <a:pt x="20" y="61"/>
                    <a:pt x="19" y="69"/>
                  </a:cubicBezTo>
                  <a:cubicBezTo>
                    <a:pt x="17" y="79"/>
                    <a:pt x="9" y="76"/>
                    <a:pt x="0" y="79"/>
                  </a:cubicBezTo>
                  <a:cubicBezTo>
                    <a:pt x="4" y="78"/>
                    <a:pt x="11" y="75"/>
                    <a:pt x="13" y="72"/>
                  </a:cubicBezTo>
                  <a:cubicBezTo>
                    <a:pt x="15" y="71"/>
                    <a:pt x="16" y="69"/>
                    <a:pt x="15" y="67"/>
                  </a:cubicBezTo>
                  <a:cubicBezTo>
                    <a:pt x="14" y="64"/>
                    <a:pt x="12" y="65"/>
                    <a:pt x="10" y="65"/>
                  </a:cubicBezTo>
                  <a:cubicBezTo>
                    <a:pt x="18" y="59"/>
                    <a:pt x="14" y="53"/>
                    <a:pt x="12" y="46"/>
                  </a:cubicBezTo>
                  <a:cubicBezTo>
                    <a:pt x="11" y="40"/>
                    <a:pt x="15" y="34"/>
                    <a:pt x="13" y="27"/>
                  </a:cubicBezTo>
                  <a:cubicBezTo>
                    <a:pt x="12" y="25"/>
                    <a:pt x="10" y="23"/>
                    <a:pt x="10" y="21"/>
                  </a:cubicBezTo>
                  <a:cubicBezTo>
                    <a:pt x="10" y="19"/>
                    <a:pt x="12" y="17"/>
                    <a:pt x="12" y="15"/>
                  </a:cubicBezTo>
                  <a:cubicBezTo>
                    <a:pt x="12" y="12"/>
                    <a:pt x="10" y="9"/>
                    <a:pt x="10" y="6"/>
                  </a:cubicBezTo>
                  <a:cubicBezTo>
                    <a:pt x="9" y="4"/>
                    <a:pt x="10" y="2"/>
                    <a:pt x="8" y="0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0" name="Freeform 355">
              <a:extLst>
                <a:ext uri="{FF2B5EF4-FFF2-40B4-BE49-F238E27FC236}">
                  <a16:creationId xmlns:a16="http://schemas.microsoft.com/office/drawing/2014/main" id="{83F00FD4-67AC-4C5F-BF6C-A13C6E4A5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989"/>
              <a:ext cx="75" cy="55"/>
            </a:xfrm>
            <a:custGeom>
              <a:avLst/>
              <a:gdLst>
                <a:gd name="T0" fmla="*/ 0 w 42"/>
                <a:gd name="T1" fmla="*/ 116 h 29"/>
                <a:gd name="T2" fmla="*/ 45 w 42"/>
                <a:gd name="T3" fmla="*/ 184 h 29"/>
                <a:gd name="T4" fmla="*/ 125 w 42"/>
                <a:gd name="T5" fmla="*/ 165 h 29"/>
                <a:gd name="T6" fmla="*/ 188 w 42"/>
                <a:gd name="T7" fmla="*/ 0 h 29"/>
                <a:gd name="T8" fmla="*/ 182 w 42"/>
                <a:gd name="T9" fmla="*/ 89 h 29"/>
                <a:gd name="T10" fmla="*/ 130 w 42"/>
                <a:gd name="T11" fmla="*/ 76 h 29"/>
                <a:gd name="T12" fmla="*/ 96 w 42"/>
                <a:gd name="T13" fmla="*/ 129 h 29"/>
                <a:gd name="T14" fmla="*/ 45 w 42"/>
                <a:gd name="T15" fmla="*/ 121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9">
                  <a:moveTo>
                    <a:pt x="0" y="17"/>
                  </a:moveTo>
                  <a:cubicBezTo>
                    <a:pt x="2" y="20"/>
                    <a:pt x="4" y="26"/>
                    <a:pt x="8" y="27"/>
                  </a:cubicBezTo>
                  <a:cubicBezTo>
                    <a:pt x="13" y="29"/>
                    <a:pt x="18" y="26"/>
                    <a:pt x="22" y="24"/>
                  </a:cubicBezTo>
                  <a:cubicBezTo>
                    <a:pt x="29" y="20"/>
                    <a:pt x="42" y="9"/>
                    <a:pt x="33" y="0"/>
                  </a:cubicBezTo>
                  <a:cubicBezTo>
                    <a:pt x="33" y="4"/>
                    <a:pt x="35" y="10"/>
                    <a:pt x="32" y="13"/>
                  </a:cubicBezTo>
                  <a:cubicBezTo>
                    <a:pt x="30" y="16"/>
                    <a:pt x="24" y="15"/>
                    <a:pt x="23" y="11"/>
                  </a:cubicBezTo>
                  <a:cubicBezTo>
                    <a:pt x="20" y="16"/>
                    <a:pt x="25" y="19"/>
                    <a:pt x="17" y="19"/>
                  </a:cubicBezTo>
                  <a:cubicBezTo>
                    <a:pt x="15" y="19"/>
                    <a:pt x="8" y="20"/>
                    <a:pt x="8" y="18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1" name="Freeform 356">
              <a:extLst>
                <a:ext uri="{FF2B5EF4-FFF2-40B4-BE49-F238E27FC236}">
                  <a16:creationId xmlns:a16="http://schemas.microsoft.com/office/drawing/2014/main" id="{9615F5C8-CCBC-4BBC-96B9-79A6E8A98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004"/>
              <a:ext cx="76" cy="123"/>
            </a:xfrm>
            <a:custGeom>
              <a:avLst/>
              <a:gdLst>
                <a:gd name="T0" fmla="*/ 203 w 43"/>
                <a:gd name="T1" fmla="*/ 61 h 65"/>
                <a:gd name="T2" fmla="*/ 110 w 43"/>
                <a:gd name="T3" fmla="*/ 157 h 65"/>
                <a:gd name="T4" fmla="*/ 12 w 43"/>
                <a:gd name="T5" fmla="*/ 136 h 65"/>
                <a:gd name="T6" fmla="*/ 44 w 43"/>
                <a:gd name="T7" fmla="*/ 257 h 65"/>
                <a:gd name="T8" fmla="*/ 37 w 43"/>
                <a:gd name="T9" fmla="*/ 441 h 65"/>
                <a:gd name="T10" fmla="*/ 101 w 43"/>
                <a:gd name="T11" fmla="*/ 348 h 65"/>
                <a:gd name="T12" fmla="*/ 72 w 43"/>
                <a:gd name="T13" fmla="*/ 237 h 65"/>
                <a:gd name="T14" fmla="*/ 115 w 43"/>
                <a:gd name="T15" fmla="*/ 229 h 65"/>
                <a:gd name="T16" fmla="*/ 187 w 43"/>
                <a:gd name="T17" fmla="*/ 197 h 65"/>
                <a:gd name="T18" fmla="*/ 221 w 43"/>
                <a:gd name="T19" fmla="*/ 93 h 65"/>
                <a:gd name="T20" fmla="*/ 224 w 43"/>
                <a:gd name="T21" fmla="*/ 0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65">
                  <a:moveTo>
                    <a:pt x="37" y="9"/>
                  </a:moveTo>
                  <a:cubicBezTo>
                    <a:pt x="35" y="14"/>
                    <a:pt x="24" y="21"/>
                    <a:pt x="20" y="23"/>
                  </a:cubicBezTo>
                  <a:cubicBezTo>
                    <a:pt x="14" y="25"/>
                    <a:pt x="6" y="24"/>
                    <a:pt x="2" y="20"/>
                  </a:cubicBezTo>
                  <a:cubicBezTo>
                    <a:pt x="0" y="28"/>
                    <a:pt x="5" y="32"/>
                    <a:pt x="8" y="38"/>
                  </a:cubicBezTo>
                  <a:cubicBezTo>
                    <a:pt x="12" y="46"/>
                    <a:pt x="11" y="58"/>
                    <a:pt x="7" y="65"/>
                  </a:cubicBezTo>
                  <a:cubicBezTo>
                    <a:pt x="9" y="61"/>
                    <a:pt x="13" y="51"/>
                    <a:pt x="18" y="51"/>
                  </a:cubicBezTo>
                  <a:cubicBezTo>
                    <a:pt x="18" y="46"/>
                    <a:pt x="11" y="41"/>
                    <a:pt x="13" y="35"/>
                  </a:cubicBezTo>
                  <a:cubicBezTo>
                    <a:pt x="14" y="31"/>
                    <a:pt x="19" y="30"/>
                    <a:pt x="21" y="34"/>
                  </a:cubicBezTo>
                  <a:cubicBezTo>
                    <a:pt x="19" y="26"/>
                    <a:pt x="30" y="24"/>
                    <a:pt x="34" y="29"/>
                  </a:cubicBezTo>
                  <a:cubicBezTo>
                    <a:pt x="33" y="25"/>
                    <a:pt x="34" y="14"/>
                    <a:pt x="40" y="14"/>
                  </a:cubicBezTo>
                  <a:cubicBezTo>
                    <a:pt x="41" y="9"/>
                    <a:pt x="43" y="4"/>
                    <a:pt x="41" y="0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2" name="Freeform 357">
              <a:extLst>
                <a:ext uri="{FF2B5EF4-FFF2-40B4-BE49-F238E27FC236}">
                  <a16:creationId xmlns:a16="http://schemas.microsoft.com/office/drawing/2014/main" id="{0A11CDED-CA1F-499D-8893-044B21FC3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918"/>
              <a:ext cx="66" cy="78"/>
            </a:xfrm>
            <a:custGeom>
              <a:avLst/>
              <a:gdLst>
                <a:gd name="T0" fmla="*/ 0 w 37"/>
                <a:gd name="T1" fmla="*/ 160 h 41"/>
                <a:gd name="T2" fmla="*/ 171 w 37"/>
                <a:gd name="T3" fmla="*/ 97 h 41"/>
                <a:gd name="T4" fmla="*/ 175 w 37"/>
                <a:gd name="T5" fmla="*/ 145 h 41"/>
                <a:gd name="T6" fmla="*/ 194 w 37"/>
                <a:gd name="T7" fmla="*/ 185 h 41"/>
                <a:gd name="T8" fmla="*/ 210 w 37"/>
                <a:gd name="T9" fmla="*/ 282 h 41"/>
                <a:gd name="T10" fmla="*/ 187 w 37"/>
                <a:gd name="T11" fmla="*/ 245 h 41"/>
                <a:gd name="T12" fmla="*/ 182 w 37"/>
                <a:gd name="T13" fmla="*/ 205 h 41"/>
                <a:gd name="T14" fmla="*/ 137 w 37"/>
                <a:gd name="T15" fmla="*/ 152 h 41"/>
                <a:gd name="T16" fmla="*/ 80 w 37"/>
                <a:gd name="T17" fmla="*/ 108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1">
                  <a:moveTo>
                    <a:pt x="0" y="23"/>
                  </a:moveTo>
                  <a:cubicBezTo>
                    <a:pt x="7" y="19"/>
                    <a:pt x="26" y="0"/>
                    <a:pt x="30" y="14"/>
                  </a:cubicBezTo>
                  <a:cubicBezTo>
                    <a:pt x="31" y="17"/>
                    <a:pt x="30" y="19"/>
                    <a:pt x="31" y="21"/>
                  </a:cubicBezTo>
                  <a:cubicBezTo>
                    <a:pt x="32" y="23"/>
                    <a:pt x="34" y="24"/>
                    <a:pt x="34" y="27"/>
                  </a:cubicBezTo>
                  <a:cubicBezTo>
                    <a:pt x="35" y="33"/>
                    <a:pt x="34" y="36"/>
                    <a:pt x="37" y="41"/>
                  </a:cubicBezTo>
                  <a:cubicBezTo>
                    <a:pt x="36" y="40"/>
                    <a:pt x="34" y="38"/>
                    <a:pt x="33" y="36"/>
                  </a:cubicBezTo>
                  <a:cubicBezTo>
                    <a:pt x="32" y="35"/>
                    <a:pt x="32" y="32"/>
                    <a:pt x="32" y="30"/>
                  </a:cubicBezTo>
                  <a:cubicBezTo>
                    <a:pt x="31" y="26"/>
                    <a:pt x="28" y="24"/>
                    <a:pt x="24" y="22"/>
                  </a:cubicBezTo>
                  <a:cubicBezTo>
                    <a:pt x="28" y="12"/>
                    <a:pt x="19" y="17"/>
                    <a:pt x="14" y="16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3" name="Freeform 358">
              <a:extLst>
                <a:ext uri="{FF2B5EF4-FFF2-40B4-BE49-F238E27FC236}">
                  <a16:creationId xmlns:a16="http://schemas.microsoft.com/office/drawing/2014/main" id="{B92DC347-A88A-4F6E-BDE4-43F2FABE1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021"/>
              <a:ext cx="93" cy="101"/>
            </a:xfrm>
            <a:custGeom>
              <a:avLst/>
              <a:gdLst>
                <a:gd name="T0" fmla="*/ 0 w 52"/>
                <a:gd name="T1" fmla="*/ 69 h 53"/>
                <a:gd name="T2" fmla="*/ 102 w 52"/>
                <a:gd name="T3" fmla="*/ 15 h 53"/>
                <a:gd name="T4" fmla="*/ 182 w 52"/>
                <a:gd name="T5" fmla="*/ 109 h 53"/>
                <a:gd name="T6" fmla="*/ 218 w 52"/>
                <a:gd name="T7" fmla="*/ 236 h 53"/>
                <a:gd name="T8" fmla="*/ 275 w 52"/>
                <a:gd name="T9" fmla="*/ 276 h 53"/>
                <a:gd name="T10" fmla="*/ 297 w 52"/>
                <a:gd name="T11" fmla="*/ 366 h 53"/>
                <a:gd name="T12" fmla="*/ 224 w 52"/>
                <a:gd name="T13" fmla="*/ 305 h 53"/>
                <a:gd name="T14" fmla="*/ 150 w 52"/>
                <a:gd name="T15" fmla="*/ 257 h 53"/>
                <a:gd name="T16" fmla="*/ 159 w 52"/>
                <a:gd name="T17" fmla="*/ 168 h 53"/>
                <a:gd name="T18" fmla="*/ 138 w 52"/>
                <a:gd name="T19" fmla="*/ 137 h 53"/>
                <a:gd name="T20" fmla="*/ 131 w 52"/>
                <a:gd name="T21" fmla="*/ 84 h 53"/>
                <a:gd name="T22" fmla="*/ 109 w 52"/>
                <a:gd name="T23" fmla="*/ 48 h 53"/>
                <a:gd name="T24" fmla="*/ 97 w 52"/>
                <a:gd name="T25" fmla="*/ 21 h 53"/>
                <a:gd name="T26" fmla="*/ 52 w 52"/>
                <a:gd name="T27" fmla="*/ 15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53">
                  <a:moveTo>
                    <a:pt x="0" y="10"/>
                  </a:moveTo>
                  <a:cubicBezTo>
                    <a:pt x="2" y="2"/>
                    <a:pt x="11" y="1"/>
                    <a:pt x="18" y="2"/>
                  </a:cubicBezTo>
                  <a:cubicBezTo>
                    <a:pt x="25" y="2"/>
                    <a:pt x="30" y="9"/>
                    <a:pt x="32" y="16"/>
                  </a:cubicBezTo>
                  <a:cubicBezTo>
                    <a:pt x="33" y="23"/>
                    <a:pt x="31" y="29"/>
                    <a:pt x="38" y="34"/>
                  </a:cubicBezTo>
                  <a:cubicBezTo>
                    <a:pt x="41" y="36"/>
                    <a:pt x="46" y="37"/>
                    <a:pt x="48" y="40"/>
                  </a:cubicBezTo>
                  <a:cubicBezTo>
                    <a:pt x="50" y="43"/>
                    <a:pt x="50" y="49"/>
                    <a:pt x="52" y="53"/>
                  </a:cubicBezTo>
                  <a:cubicBezTo>
                    <a:pt x="50" y="48"/>
                    <a:pt x="46" y="36"/>
                    <a:pt x="39" y="44"/>
                  </a:cubicBezTo>
                  <a:cubicBezTo>
                    <a:pt x="39" y="35"/>
                    <a:pt x="33" y="33"/>
                    <a:pt x="26" y="37"/>
                  </a:cubicBezTo>
                  <a:cubicBezTo>
                    <a:pt x="26" y="33"/>
                    <a:pt x="29" y="30"/>
                    <a:pt x="28" y="24"/>
                  </a:cubicBezTo>
                  <a:cubicBezTo>
                    <a:pt x="27" y="22"/>
                    <a:pt x="25" y="21"/>
                    <a:pt x="24" y="20"/>
                  </a:cubicBezTo>
                  <a:cubicBezTo>
                    <a:pt x="23" y="17"/>
                    <a:pt x="24" y="15"/>
                    <a:pt x="23" y="12"/>
                  </a:cubicBezTo>
                  <a:cubicBezTo>
                    <a:pt x="22" y="9"/>
                    <a:pt x="21" y="9"/>
                    <a:pt x="19" y="7"/>
                  </a:cubicBezTo>
                  <a:cubicBezTo>
                    <a:pt x="18" y="6"/>
                    <a:pt x="18" y="4"/>
                    <a:pt x="17" y="3"/>
                  </a:cubicBezTo>
                  <a:cubicBezTo>
                    <a:pt x="15" y="1"/>
                    <a:pt x="12" y="0"/>
                    <a:pt x="9" y="2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4" name="Freeform 359">
              <a:extLst>
                <a:ext uri="{FF2B5EF4-FFF2-40B4-BE49-F238E27FC236}">
                  <a16:creationId xmlns:a16="http://schemas.microsoft.com/office/drawing/2014/main" id="{1CB549D9-4F30-499B-A77D-1119B7B35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1203"/>
              <a:ext cx="69" cy="39"/>
            </a:xfrm>
            <a:custGeom>
              <a:avLst/>
              <a:gdLst>
                <a:gd name="T0" fmla="*/ 0 w 39"/>
                <a:gd name="T1" fmla="*/ 76 h 20"/>
                <a:gd name="T2" fmla="*/ 57 w 39"/>
                <a:gd name="T3" fmla="*/ 111 h 20"/>
                <a:gd name="T4" fmla="*/ 131 w 39"/>
                <a:gd name="T5" fmla="*/ 148 h 20"/>
                <a:gd name="T6" fmla="*/ 195 w 39"/>
                <a:gd name="T7" fmla="*/ 117 h 20"/>
                <a:gd name="T8" fmla="*/ 195 w 39"/>
                <a:gd name="T9" fmla="*/ 0 h 20"/>
                <a:gd name="T10" fmla="*/ 182 w 39"/>
                <a:gd name="T11" fmla="*/ 88 h 20"/>
                <a:gd name="T12" fmla="*/ 143 w 39"/>
                <a:gd name="T13" fmla="*/ 60 h 20"/>
                <a:gd name="T14" fmla="*/ 122 w 39"/>
                <a:gd name="T15" fmla="*/ 111 h 20"/>
                <a:gd name="T16" fmla="*/ 88 w 39"/>
                <a:gd name="T17" fmla="*/ 80 h 20"/>
                <a:gd name="T18" fmla="*/ 12 w 39"/>
                <a:gd name="T19" fmla="*/ 68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0">
                  <a:moveTo>
                    <a:pt x="0" y="10"/>
                  </a:moveTo>
                  <a:cubicBezTo>
                    <a:pt x="4" y="10"/>
                    <a:pt x="6" y="13"/>
                    <a:pt x="10" y="15"/>
                  </a:cubicBezTo>
                  <a:cubicBezTo>
                    <a:pt x="14" y="16"/>
                    <a:pt x="20" y="19"/>
                    <a:pt x="24" y="20"/>
                  </a:cubicBezTo>
                  <a:cubicBezTo>
                    <a:pt x="28" y="20"/>
                    <a:pt x="32" y="19"/>
                    <a:pt x="35" y="16"/>
                  </a:cubicBezTo>
                  <a:cubicBezTo>
                    <a:pt x="37" y="12"/>
                    <a:pt x="39" y="3"/>
                    <a:pt x="35" y="0"/>
                  </a:cubicBezTo>
                  <a:cubicBezTo>
                    <a:pt x="34" y="4"/>
                    <a:pt x="37" y="9"/>
                    <a:pt x="33" y="12"/>
                  </a:cubicBezTo>
                  <a:cubicBezTo>
                    <a:pt x="30" y="15"/>
                    <a:pt x="28" y="11"/>
                    <a:pt x="26" y="8"/>
                  </a:cubicBezTo>
                  <a:cubicBezTo>
                    <a:pt x="24" y="10"/>
                    <a:pt x="24" y="14"/>
                    <a:pt x="22" y="15"/>
                  </a:cubicBezTo>
                  <a:cubicBezTo>
                    <a:pt x="20" y="16"/>
                    <a:pt x="17" y="12"/>
                    <a:pt x="16" y="11"/>
                  </a:cubicBezTo>
                  <a:cubicBezTo>
                    <a:pt x="14" y="15"/>
                    <a:pt x="5" y="10"/>
                    <a:pt x="2" y="9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5" name="Freeform 360">
              <a:extLst>
                <a:ext uri="{FF2B5EF4-FFF2-40B4-BE49-F238E27FC236}">
                  <a16:creationId xmlns:a16="http://schemas.microsoft.com/office/drawing/2014/main" id="{5DF9B5DA-C11A-4DA4-9428-483B3E561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972"/>
              <a:ext cx="59" cy="155"/>
            </a:xfrm>
            <a:custGeom>
              <a:avLst/>
              <a:gdLst>
                <a:gd name="T0" fmla="*/ 166 w 33"/>
                <a:gd name="T1" fmla="*/ 53 h 82"/>
                <a:gd name="T2" fmla="*/ 154 w 33"/>
                <a:gd name="T3" fmla="*/ 204 h 82"/>
                <a:gd name="T4" fmla="*/ 57 w 33"/>
                <a:gd name="T5" fmla="*/ 257 h 82"/>
                <a:gd name="T6" fmla="*/ 45 w 33"/>
                <a:gd name="T7" fmla="*/ 405 h 82"/>
                <a:gd name="T8" fmla="*/ 52 w 33"/>
                <a:gd name="T9" fmla="*/ 478 h 82"/>
                <a:gd name="T10" fmla="*/ 73 w 33"/>
                <a:gd name="T11" fmla="*/ 554 h 82"/>
                <a:gd name="T12" fmla="*/ 0 w 33"/>
                <a:gd name="T13" fmla="*/ 473 h 82"/>
                <a:gd name="T14" fmla="*/ 13 w 33"/>
                <a:gd name="T15" fmla="*/ 372 h 82"/>
                <a:gd name="T16" fmla="*/ 7 w 33"/>
                <a:gd name="T17" fmla="*/ 342 h 82"/>
                <a:gd name="T18" fmla="*/ 7 w 33"/>
                <a:gd name="T19" fmla="*/ 265 h 82"/>
                <a:gd name="T20" fmla="*/ 41 w 33"/>
                <a:gd name="T21" fmla="*/ 189 h 82"/>
                <a:gd name="T22" fmla="*/ 109 w 33"/>
                <a:gd name="T23" fmla="*/ 149 h 82"/>
                <a:gd name="T24" fmla="*/ 138 w 33"/>
                <a:gd name="T25" fmla="*/ 0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82">
                  <a:moveTo>
                    <a:pt x="29" y="8"/>
                  </a:moveTo>
                  <a:cubicBezTo>
                    <a:pt x="32" y="13"/>
                    <a:pt x="33" y="27"/>
                    <a:pt x="27" y="30"/>
                  </a:cubicBezTo>
                  <a:cubicBezTo>
                    <a:pt x="22" y="34"/>
                    <a:pt x="13" y="31"/>
                    <a:pt x="10" y="38"/>
                  </a:cubicBezTo>
                  <a:cubicBezTo>
                    <a:pt x="8" y="44"/>
                    <a:pt x="8" y="54"/>
                    <a:pt x="8" y="60"/>
                  </a:cubicBezTo>
                  <a:cubicBezTo>
                    <a:pt x="8" y="63"/>
                    <a:pt x="9" y="67"/>
                    <a:pt x="9" y="71"/>
                  </a:cubicBezTo>
                  <a:cubicBezTo>
                    <a:pt x="10" y="73"/>
                    <a:pt x="14" y="81"/>
                    <a:pt x="13" y="82"/>
                  </a:cubicBezTo>
                  <a:cubicBezTo>
                    <a:pt x="10" y="79"/>
                    <a:pt x="5" y="68"/>
                    <a:pt x="0" y="70"/>
                  </a:cubicBezTo>
                  <a:cubicBezTo>
                    <a:pt x="5" y="67"/>
                    <a:pt x="4" y="60"/>
                    <a:pt x="2" y="55"/>
                  </a:cubicBezTo>
                  <a:cubicBezTo>
                    <a:pt x="2" y="53"/>
                    <a:pt x="1" y="53"/>
                    <a:pt x="1" y="51"/>
                  </a:cubicBezTo>
                  <a:cubicBezTo>
                    <a:pt x="1" y="47"/>
                    <a:pt x="2" y="44"/>
                    <a:pt x="1" y="39"/>
                  </a:cubicBezTo>
                  <a:cubicBezTo>
                    <a:pt x="7" y="41"/>
                    <a:pt x="5" y="31"/>
                    <a:pt x="7" y="28"/>
                  </a:cubicBezTo>
                  <a:cubicBezTo>
                    <a:pt x="8" y="24"/>
                    <a:pt x="15" y="26"/>
                    <a:pt x="19" y="22"/>
                  </a:cubicBezTo>
                  <a:cubicBezTo>
                    <a:pt x="25" y="17"/>
                    <a:pt x="24" y="7"/>
                    <a:pt x="24" y="0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6" name="Freeform 361">
              <a:extLst>
                <a:ext uri="{FF2B5EF4-FFF2-40B4-BE49-F238E27FC236}">
                  <a16:creationId xmlns:a16="http://schemas.microsoft.com/office/drawing/2014/main" id="{D39C4303-DBE7-4D69-B8D8-E81D77EEA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122"/>
              <a:ext cx="12" cy="26"/>
            </a:xfrm>
            <a:custGeom>
              <a:avLst/>
              <a:gdLst>
                <a:gd name="T0" fmla="*/ 29 w 7"/>
                <a:gd name="T1" fmla="*/ 0 h 14"/>
                <a:gd name="T2" fmla="*/ 36 w 7"/>
                <a:gd name="T3" fmla="*/ 59 h 14"/>
                <a:gd name="T4" fmla="*/ 5 w 7"/>
                <a:gd name="T5" fmla="*/ 8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6" y="0"/>
                  </a:moveTo>
                  <a:cubicBezTo>
                    <a:pt x="7" y="3"/>
                    <a:pt x="6" y="6"/>
                    <a:pt x="7" y="9"/>
                  </a:cubicBezTo>
                  <a:cubicBezTo>
                    <a:pt x="6" y="10"/>
                    <a:pt x="0" y="13"/>
                    <a:pt x="1" y="14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7" name="Freeform 362">
              <a:extLst>
                <a:ext uri="{FF2B5EF4-FFF2-40B4-BE49-F238E27FC236}">
                  <a16:creationId xmlns:a16="http://schemas.microsoft.com/office/drawing/2014/main" id="{359FABBA-B8D0-437B-B765-AE6806792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975"/>
              <a:ext cx="32" cy="118"/>
            </a:xfrm>
            <a:custGeom>
              <a:avLst/>
              <a:gdLst>
                <a:gd name="T0" fmla="*/ 101 w 18"/>
                <a:gd name="T1" fmla="*/ 0 h 62"/>
                <a:gd name="T2" fmla="*/ 21 w 18"/>
                <a:gd name="T3" fmla="*/ 167 h 62"/>
                <a:gd name="T4" fmla="*/ 12 w 18"/>
                <a:gd name="T5" fmla="*/ 428 h 62"/>
                <a:gd name="T6" fmla="*/ 37 w 18"/>
                <a:gd name="T7" fmla="*/ 305 h 62"/>
                <a:gd name="T8" fmla="*/ 44 w 18"/>
                <a:gd name="T9" fmla="*/ 213 h 62"/>
                <a:gd name="T10" fmla="*/ 64 w 18"/>
                <a:gd name="T11" fmla="*/ 131 h 62"/>
                <a:gd name="T12" fmla="*/ 64 w 18"/>
                <a:gd name="T13" fmla="*/ 91 h 62"/>
                <a:gd name="T14" fmla="*/ 85 w 18"/>
                <a:gd name="T15" fmla="*/ 55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62">
                  <a:moveTo>
                    <a:pt x="18" y="0"/>
                  </a:moveTo>
                  <a:cubicBezTo>
                    <a:pt x="11" y="5"/>
                    <a:pt x="7" y="17"/>
                    <a:pt x="4" y="24"/>
                  </a:cubicBezTo>
                  <a:cubicBezTo>
                    <a:pt x="1" y="36"/>
                    <a:pt x="3" y="49"/>
                    <a:pt x="2" y="62"/>
                  </a:cubicBezTo>
                  <a:cubicBezTo>
                    <a:pt x="1" y="57"/>
                    <a:pt x="0" y="46"/>
                    <a:pt x="7" y="44"/>
                  </a:cubicBezTo>
                  <a:cubicBezTo>
                    <a:pt x="5" y="40"/>
                    <a:pt x="3" y="33"/>
                    <a:pt x="8" y="31"/>
                  </a:cubicBezTo>
                  <a:cubicBezTo>
                    <a:pt x="5" y="26"/>
                    <a:pt x="9" y="23"/>
                    <a:pt x="11" y="19"/>
                  </a:cubicBezTo>
                  <a:cubicBezTo>
                    <a:pt x="11" y="17"/>
                    <a:pt x="10" y="15"/>
                    <a:pt x="11" y="13"/>
                  </a:cubicBezTo>
                  <a:cubicBezTo>
                    <a:pt x="12" y="11"/>
                    <a:pt x="14" y="9"/>
                    <a:pt x="1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8" name="Freeform 363">
              <a:extLst>
                <a:ext uri="{FF2B5EF4-FFF2-40B4-BE49-F238E27FC236}">
                  <a16:creationId xmlns:a16="http://schemas.microsoft.com/office/drawing/2014/main" id="{A1E80FAD-6389-4742-AC4A-0F3FA23E9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107"/>
              <a:ext cx="18" cy="81"/>
            </a:xfrm>
            <a:custGeom>
              <a:avLst/>
              <a:gdLst>
                <a:gd name="T0" fmla="*/ 58 w 10"/>
                <a:gd name="T1" fmla="*/ 0 h 43"/>
                <a:gd name="T2" fmla="*/ 36 w 10"/>
                <a:gd name="T3" fmla="*/ 145 h 43"/>
                <a:gd name="T4" fmla="*/ 0 w 10"/>
                <a:gd name="T5" fmla="*/ 288 h 43"/>
                <a:gd name="T6" fmla="*/ 45 w 10"/>
                <a:gd name="T7" fmla="*/ 249 h 43"/>
                <a:gd name="T8" fmla="*/ 41 w 10"/>
                <a:gd name="T9" fmla="*/ 196 h 43"/>
                <a:gd name="T10" fmla="*/ 52 w 10"/>
                <a:gd name="T11" fmla="*/ 153 h 43"/>
                <a:gd name="T12" fmla="*/ 58 w 10"/>
                <a:gd name="T13" fmla="*/ 2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43">
                  <a:moveTo>
                    <a:pt x="10" y="0"/>
                  </a:moveTo>
                  <a:cubicBezTo>
                    <a:pt x="7" y="7"/>
                    <a:pt x="7" y="15"/>
                    <a:pt x="6" y="22"/>
                  </a:cubicBezTo>
                  <a:cubicBezTo>
                    <a:pt x="6" y="27"/>
                    <a:pt x="6" y="42"/>
                    <a:pt x="0" y="43"/>
                  </a:cubicBezTo>
                  <a:cubicBezTo>
                    <a:pt x="3" y="42"/>
                    <a:pt x="5" y="38"/>
                    <a:pt x="8" y="37"/>
                  </a:cubicBezTo>
                  <a:cubicBezTo>
                    <a:pt x="7" y="35"/>
                    <a:pt x="6" y="32"/>
                    <a:pt x="7" y="29"/>
                  </a:cubicBezTo>
                  <a:cubicBezTo>
                    <a:pt x="9" y="25"/>
                    <a:pt x="10" y="28"/>
                    <a:pt x="9" y="23"/>
                  </a:cubicBezTo>
                  <a:cubicBezTo>
                    <a:pt x="9" y="19"/>
                    <a:pt x="7" y="7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9" name="Freeform 364">
              <a:extLst>
                <a:ext uri="{FF2B5EF4-FFF2-40B4-BE49-F238E27FC236}">
                  <a16:creationId xmlns:a16="http://schemas.microsoft.com/office/drawing/2014/main" id="{71D58FA8-E6AF-4522-A290-6D527966C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141"/>
              <a:ext cx="18" cy="72"/>
            </a:xfrm>
            <a:custGeom>
              <a:avLst/>
              <a:gdLst>
                <a:gd name="T0" fmla="*/ 58 w 10"/>
                <a:gd name="T1" fmla="*/ 0 h 38"/>
                <a:gd name="T2" fmla="*/ 7 w 10"/>
                <a:gd name="T3" fmla="*/ 121 h 38"/>
                <a:gd name="T4" fmla="*/ 36 w 10"/>
                <a:gd name="T5" fmla="*/ 258 h 38"/>
                <a:gd name="T6" fmla="*/ 36 w 10"/>
                <a:gd name="T7" fmla="*/ 184 h 38"/>
                <a:gd name="T8" fmla="*/ 29 w 10"/>
                <a:gd name="T9" fmla="*/ 116 h 38"/>
                <a:gd name="T10" fmla="*/ 36 w 10"/>
                <a:gd name="T11" fmla="*/ 4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8">
                  <a:moveTo>
                    <a:pt x="10" y="0"/>
                  </a:moveTo>
                  <a:cubicBezTo>
                    <a:pt x="3" y="4"/>
                    <a:pt x="1" y="10"/>
                    <a:pt x="1" y="18"/>
                  </a:cubicBezTo>
                  <a:cubicBezTo>
                    <a:pt x="1" y="25"/>
                    <a:pt x="0" y="34"/>
                    <a:pt x="6" y="38"/>
                  </a:cubicBezTo>
                  <a:cubicBezTo>
                    <a:pt x="5" y="35"/>
                    <a:pt x="0" y="28"/>
                    <a:pt x="6" y="27"/>
                  </a:cubicBezTo>
                  <a:cubicBezTo>
                    <a:pt x="1" y="24"/>
                    <a:pt x="4" y="20"/>
                    <a:pt x="5" y="17"/>
                  </a:cubicBezTo>
                  <a:cubicBezTo>
                    <a:pt x="5" y="13"/>
                    <a:pt x="1" y="8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0" name="Freeform 365">
              <a:extLst>
                <a:ext uri="{FF2B5EF4-FFF2-40B4-BE49-F238E27FC236}">
                  <a16:creationId xmlns:a16="http://schemas.microsoft.com/office/drawing/2014/main" id="{A9B0F078-7BDC-40BD-AE4D-2970C58C7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040"/>
              <a:ext cx="23" cy="59"/>
            </a:xfrm>
            <a:custGeom>
              <a:avLst/>
              <a:gdLst>
                <a:gd name="T0" fmla="*/ 57 w 13"/>
                <a:gd name="T1" fmla="*/ 0 h 31"/>
                <a:gd name="T2" fmla="*/ 28 w 13"/>
                <a:gd name="T3" fmla="*/ 213 h 31"/>
                <a:gd name="T4" fmla="*/ 44 w 13"/>
                <a:gd name="T5" fmla="*/ 124 h 31"/>
                <a:gd name="T6" fmla="*/ 44 w 13"/>
                <a:gd name="T7" fmla="*/ 55 h 31"/>
                <a:gd name="T8" fmla="*/ 73 w 13"/>
                <a:gd name="T9" fmla="*/ 21 h 31"/>
                <a:gd name="T10" fmla="*/ 73 w 13"/>
                <a:gd name="T11" fmla="*/ 8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1">
                  <a:moveTo>
                    <a:pt x="10" y="0"/>
                  </a:moveTo>
                  <a:cubicBezTo>
                    <a:pt x="0" y="0"/>
                    <a:pt x="5" y="26"/>
                    <a:pt x="5" y="31"/>
                  </a:cubicBezTo>
                  <a:cubicBezTo>
                    <a:pt x="5" y="28"/>
                    <a:pt x="4" y="18"/>
                    <a:pt x="8" y="18"/>
                  </a:cubicBezTo>
                  <a:cubicBezTo>
                    <a:pt x="4" y="14"/>
                    <a:pt x="7" y="12"/>
                    <a:pt x="8" y="8"/>
                  </a:cubicBezTo>
                  <a:cubicBezTo>
                    <a:pt x="8" y="3"/>
                    <a:pt x="7" y="3"/>
                    <a:pt x="13" y="3"/>
                  </a:cubicBezTo>
                  <a:cubicBezTo>
                    <a:pt x="13" y="2"/>
                    <a:pt x="13" y="2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1" name="Freeform 366">
              <a:extLst>
                <a:ext uri="{FF2B5EF4-FFF2-40B4-BE49-F238E27FC236}">
                  <a16:creationId xmlns:a16="http://schemas.microsoft.com/office/drawing/2014/main" id="{8FCF1907-4987-4E31-9610-788DF9FB5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945"/>
              <a:ext cx="11" cy="36"/>
            </a:xfrm>
            <a:custGeom>
              <a:avLst/>
              <a:gdLst>
                <a:gd name="T0" fmla="*/ 37 w 6"/>
                <a:gd name="T1" fmla="*/ 0 h 19"/>
                <a:gd name="T2" fmla="*/ 37 w 6"/>
                <a:gd name="T3" fmla="*/ 129 h 19"/>
                <a:gd name="T4" fmla="*/ 31 w 6"/>
                <a:gd name="T5" fmla="*/ 61 h 19"/>
                <a:gd name="T6" fmla="*/ 37 w 6"/>
                <a:gd name="T7" fmla="*/ 1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0" y="7"/>
                    <a:pt x="3" y="12"/>
                    <a:pt x="6" y="19"/>
                  </a:cubicBezTo>
                  <a:cubicBezTo>
                    <a:pt x="5" y="16"/>
                    <a:pt x="2" y="11"/>
                    <a:pt x="5" y="9"/>
                  </a:cubicBezTo>
                  <a:cubicBezTo>
                    <a:pt x="3" y="5"/>
                    <a:pt x="5" y="4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2" name="Freeform 367">
              <a:extLst>
                <a:ext uri="{FF2B5EF4-FFF2-40B4-BE49-F238E27FC236}">
                  <a16:creationId xmlns:a16="http://schemas.microsoft.com/office/drawing/2014/main" id="{15CA20D3-FF3B-40E9-A947-4327E996D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023"/>
              <a:ext cx="41" cy="78"/>
            </a:xfrm>
            <a:custGeom>
              <a:avLst/>
              <a:gdLst>
                <a:gd name="T0" fmla="*/ 0 w 23"/>
                <a:gd name="T1" fmla="*/ 0 h 41"/>
                <a:gd name="T2" fmla="*/ 36 w 23"/>
                <a:gd name="T3" fmla="*/ 173 h 41"/>
                <a:gd name="T4" fmla="*/ 130 w 23"/>
                <a:gd name="T5" fmla="*/ 282 h 41"/>
                <a:gd name="T6" fmla="*/ 130 w 23"/>
                <a:gd name="T7" fmla="*/ 228 h 41"/>
                <a:gd name="T8" fmla="*/ 102 w 23"/>
                <a:gd name="T9" fmla="*/ 213 h 41"/>
                <a:gd name="T10" fmla="*/ 93 w 23"/>
                <a:gd name="T11" fmla="*/ 173 h 41"/>
                <a:gd name="T12" fmla="*/ 64 w 23"/>
                <a:gd name="T13" fmla="*/ 173 h 41"/>
                <a:gd name="T14" fmla="*/ 52 w 23"/>
                <a:gd name="T15" fmla="*/ 129 h 41"/>
                <a:gd name="T16" fmla="*/ 37 w 23"/>
                <a:gd name="T17" fmla="*/ 97 h 41"/>
                <a:gd name="T18" fmla="*/ 16 w 23"/>
                <a:gd name="T19" fmla="*/ 3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41">
                  <a:moveTo>
                    <a:pt x="0" y="0"/>
                  </a:moveTo>
                  <a:cubicBezTo>
                    <a:pt x="7" y="8"/>
                    <a:pt x="0" y="19"/>
                    <a:pt x="6" y="25"/>
                  </a:cubicBezTo>
                  <a:cubicBezTo>
                    <a:pt x="12" y="31"/>
                    <a:pt x="22" y="32"/>
                    <a:pt x="23" y="41"/>
                  </a:cubicBezTo>
                  <a:cubicBezTo>
                    <a:pt x="22" y="39"/>
                    <a:pt x="22" y="36"/>
                    <a:pt x="23" y="33"/>
                  </a:cubicBezTo>
                  <a:cubicBezTo>
                    <a:pt x="22" y="33"/>
                    <a:pt x="20" y="32"/>
                    <a:pt x="18" y="31"/>
                  </a:cubicBezTo>
                  <a:cubicBezTo>
                    <a:pt x="17" y="29"/>
                    <a:pt x="18" y="27"/>
                    <a:pt x="16" y="25"/>
                  </a:cubicBezTo>
                  <a:cubicBezTo>
                    <a:pt x="15" y="24"/>
                    <a:pt x="12" y="26"/>
                    <a:pt x="11" y="25"/>
                  </a:cubicBezTo>
                  <a:cubicBezTo>
                    <a:pt x="9" y="23"/>
                    <a:pt x="8" y="22"/>
                    <a:pt x="9" y="19"/>
                  </a:cubicBezTo>
                  <a:cubicBezTo>
                    <a:pt x="4" y="22"/>
                    <a:pt x="6" y="16"/>
                    <a:pt x="7" y="14"/>
                  </a:cubicBezTo>
                  <a:cubicBezTo>
                    <a:pt x="7" y="10"/>
                    <a:pt x="4" y="8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3" name="Freeform 368">
              <a:extLst>
                <a:ext uri="{FF2B5EF4-FFF2-40B4-BE49-F238E27FC236}">
                  <a16:creationId xmlns:a16="http://schemas.microsoft.com/office/drawing/2014/main" id="{6CCDF575-1B9F-43B8-AAFB-0A219F3CE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101"/>
              <a:ext cx="32" cy="34"/>
            </a:xfrm>
            <a:custGeom>
              <a:avLst/>
              <a:gdLst>
                <a:gd name="T0" fmla="*/ 0 w 18"/>
                <a:gd name="T1" fmla="*/ 0 h 18"/>
                <a:gd name="T2" fmla="*/ 28 w 18"/>
                <a:gd name="T3" fmla="*/ 89 h 18"/>
                <a:gd name="T4" fmla="*/ 64 w 18"/>
                <a:gd name="T5" fmla="*/ 108 h 18"/>
                <a:gd name="T6" fmla="*/ 101 w 18"/>
                <a:gd name="T7" fmla="*/ 121 h 18"/>
                <a:gd name="T8" fmla="*/ 64 w 18"/>
                <a:gd name="T9" fmla="*/ 76 h 18"/>
                <a:gd name="T10" fmla="*/ 7 w 18"/>
                <a:gd name="T11" fmla="*/ 1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2" y="4"/>
                    <a:pt x="2" y="10"/>
                    <a:pt x="5" y="13"/>
                  </a:cubicBezTo>
                  <a:cubicBezTo>
                    <a:pt x="7" y="15"/>
                    <a:pt x="9" y="15"/>
                    <a:pt x="11" y="16"/>
                  </a:cubicBezTo>
                  <a:cubicBezTo>
                    <a:pt x="14" y="16"/>
                    <a:pt x="15" y="16"/>
                    <a:pt x="18" y="18"/>
                  </a:cubicBezTo>
                  <a:cubicBezTo>
                    <a:pt x="15" y="16"/>
                    <a:pt x="11" y="15"/>
                    <a:pt x="11" y="11"/>
                  </a:cubicBezTo>
                  <a:cubicBezTo>
                    <a:pt x="6" y="15"/>
                    <a:pt x="4" y="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4" name="Freeform 369">
              <a:extLst>
                <a:ext uri="{FF2B5EF4-FFF2-40B4-BE49-F238E27FC236}">
                  <a16:creationId xmlns:a16="http://schemas.microsoft.com/office/drawing/2014/main" id="{64EB4AC6-C5A2-4B0D-8F51-E01195AF9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207"/>
              <a:ext cx="16" cy="50"/>
            </a:xfrm>
            <a:custGeom>
              <a:avLst/>
              <a:gdLst>
                <a:gd name="T0" fmla="*/ 0 w 9"/>
                <a:gd name="T1" fmla="*/ 8 h 26"/>
                <a:gd name="T2" fmla="*/ 16 w 9"/>
                <a:gd name="T3" fmla="*/ 185 h 26"/>
                <a:gd name="T4" fmla="*/ 44 w 9"/>
                <a:gd name="T5" fmla="*/ 163 h 26"/>
                <a:gd name="T6" fmla="*/ 50 w 9"/>
                <a:gd name="T7" fmla="*/ 108 h 26"/>
                <a:gd name="T8" fmla="*/ 37 w 9"/>
                <a:gd name="T9" fmla="*/ 44 h 26"/>
                <a:gd name="T10" fmla="*/ 7 w 9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6">
                  <a:moveTo>
                    <a:pt x="0" y="1"/>
                  </a:moveTo>
                  <a:cubicBezTo>
                    <a:pt x="7" y="7"/>
                    <a:pt x="6" y="19"/>
                    <a:pt x="3" y="26"/>
                  </a:cubicBezTo>
                  <a:cubicBezTo>
                    <a:pt x="5" y="25"/>
                    <a:pt x="6" y="23"/>
                    <a:pt x="8" y="23"/>
                  </a:cubicBezTo>
                  <a:cubicBezTo>
                    <a:pt x="6" y="23"/>
                    <a:pt x="8" y="16"/>
                    <a:pt x="9" y="15"/>
                  </a:cubicBezTo>
                  <a:cubicBezTo>
                    <a:pt x="6" y="13"/>
                    <a:pt x="7" y="9"/>
                    <a:pt x="7" y="6"/>
                  </a:cubicBezTo>
                  <a:cubicBezTo>
                    <a:pt x="3" y="7"/>
                    <a:pt x="3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5" name="Freeform 370">
              <a:extLst>
                <a:ext uri="{FF2B5EF4-FFF2-40B4-BE49-F238E27FC236}">
                  <a16:creationId xmlns:a16="http://schemas.microsoft.com/office/drawing/2014/main" id="{B2FE71F4-2750-433F-B513-8178047B7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179"/>
              <a:ext cx="118" cy="49"/>
            </a:xfrm>
            <a:custGeom>
              <a:avLst/>
              <a:gdLst>
                <a:gd name="T0" fmla="*/ 0 w 66"/>
                <a:gd name="T1" fmla="*/ 28 h 26"/>
                <a:gd name="T2" fmla="*/ 109 w 66"/>
                <a:gd name="T3" fmla="*/ 0 h 26"/>
                <a:gd name="T4" fmla="*/ 204 w 66"/>
                <a:gd name="T5" fmla="*/ 28 h 26"/>
                <a:gd name="T6" fmla="*/ 284 w 66"/>
                <a:gd name="T7" fmla="*/ 100 h 26"/>
                <a:gd name="T8" fmla="*/ 377 w 66"/>
                <a:gd name="T9" fmla="*/ 173 h 26"/>
                <a:gd name="T10" fmla="*/ 325 w 66"/>
                <a:gd name="T11" fmla="*/ 153 h 26"/>
                <a:gd name="T12" fmla="*/ 281 w 66"/>
                <a:gd name="T13" fmla="*/ 141 h 26"/>
                <a:gd name="T14" fmla="*/ 247 w 66"/>
                <a:gd name="T15" fmla="*/ 92 h 26"/>
                <a:gd name="T16" fmla="*/ 204 w 66"/>
                <a:gd name="T17" fmla="*/ 68 h 26"/>
                <a:gd name="T18" fmla="*/ 166 w 66"/>
                <a:gd name="T19" fmla="*/ 32 h 26"/>
                <a:gd name="T20" fmla="*/ 147 w 66"/>
                <a:gd name="T21" fmla="*/ 32 h 26"/>
                <a:gd name="T22" fmla="*/ 125 w 66"/>
                <a:gd name="T23" fmla="*/ 21 h 26"/>
                <a:gd name="T24" fmla="*/ 109 w 66"/>
                <a:gd name="T25" fmla="*/ 28 h 26"/>
                <a:gd name="T26" fmla="*/ 93 w 66"/>
                <a:gd name="T27" fmla="*/ 28 h 26"/>
                <a:gd name="T28" fmla="*/ 52 w 66"/>
                <a:gd name="T29" fmla="*/ 21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6" h="26">
                  <a:moveTo>
                    <a:pt x="0" y="4"/>
                  </a:moveTo>
                  <a:cubicBezTo>
                    <a:pt x="6" y="5"/>
                    <a:pt x="13" y="0"/>
                    <a:pt x="19" y="0"/>
                  </a:cubicBezTo>
                  <a:cubicBezTo>
                    <a:pt x="25" y="0"/>
                    <a:pt x="31" y="2"/>
                    <a:pt x="36" y="4"/>
                  </a:cubicBezTo>
                  <a:cubicBezTo>
                    <a:pt x="42" y="7"/>
                    <a:pt x="46" y="11"/>
                    <a:pt x="50" y="15"/>
                  </a:cubicBezTo>
                  <a:cubicBezTo>
                    <a:pt x="55" y="18"/>
                    <a:pt x="60" y="24"/>
                    <a:pt x="66" y="26"/>
                  </a:cubicBezTo>
                  <a:cubicBezTo>
                    <a:pt x="62" y="26"/>
                    <a:pt x="60" y="25"/>
                    <a:pt x="57" y="23"/>
                  </a:cubicBezTo>
                  <a:cubicBezTo>
                    <a:pt x="54" y="21"/>
                    <a:pt x="52" y="18"/>
                    <a:pt x="49" y="21"/>
                  </a:cubicBezTo>
                  <a:cubicBezTo>
                    <a:pt x="48" y="16"/>
                    <a:pt x="46" y="17"/>
                    <a:pt x="43" y="14"/>
                  </a:cubicBezTo>
                  <a:cubicBezTo>
                    <a:pt x="41" y="13"/>
                    <a:pt x="40" y="8"/>
                    <a:pt x="36" y="10"/>
                  </a:cubicBezTo>
                  <a:cubicBezTo>
                    <a:pt x="36" y="6"/>
                    <a:pt x="32" y="5"/>
                    <a:pt x="29" y="5"/>
                  </a:cubicBezTo>
                  <a:cubicBezTo>
                    <a:pt x="28" y="5"/>
                    <a:pt x="27" y="5"/>
                    <a:pt x="26" y="5"/>
                  </a:cubicBezTo>
                  <a:cubicBezTo>
                    <a:pt x="25" y="5"/>
                    <a:pt x="24" y="3"/>
                    <a:pt x="22" y="3"/>
                  </a:cubicBezTo>
                  <a:cubicBezTo>
                    <a:pt x="21" y="3"/>
                    <a:pt x="20" y="4"/>
                    <a:pt x="19" y="4"/>
                  </a:cubicBezTo>
                  <a:cubicBezTo>
                    <a:pt x="19" y="4"/>
                    <a:pt x="16" y="4"/>
                    <a:pt x="16" y="4"/>
                  </a:cubicBezTo>
                  <a:cubicBezTo>
                    <a:pt x="13" y="4"/>
                    <a:pt x="11" y="2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6" name="Freeform 371">
              <a:extLst>
                <a:ext uri="{FF2B5EF4-FFF2-40B4-BE49-F238E27FC236}">
                  <a16:creationId xmlns:a16="http://schemas.microsoft.com/office/drawing/2014/main" id="{A2EFA06C-9482-4C72-AA23-D7FB24A7D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150"/>
              <a:ext cx="43" cy="90"/>
            </a:xfrm>
            <a:custGeom>
              <a:avLst/>
              <a:gdLst>
                <a:gd name="T0" fmla="*/ 138 w 24"/>
                <a:gd name="T1" fmla="*/ 0 h 47"/>
                <a:gd name="T2" fmla="*/ 65 w 24"/>
                <a:gd name="T3" fmla="*/ 15 h 47"/>
                <a:gd name="T4" fmla="*/ 45 w 24"/>
                <a:gd name="T5" fmla="*/ 92 h 47"/>
                <a:gd name="T6" fmla="*/ 13 w 24"/>
                <a:gd name="T7" fmla="*/ 329 h 47"/>
                <a:gd name="T8" fmla="*/ 45 w 24"/>
                <a:gd name="T9" fmla="*/ 216 h 47"/>
                <a:gd name="T10" fmla="*/ 45 w 24"/>
                <a:gd name="T11" fmla="*/ 153 h 47"/>
                <a:gd name="T12" fmla="*/ 65 w 24"/>
                <a:gd name="T13" fmla="*/ 84 h 47"/>
                <a:gd name="T14" fmla="*/ 81 w 24"/>
                <a:gd name="T15" fmla="*/ 36 h 47"/>
                <a:gd name="T16" fmla="*/ 109 w 24"/>
                <a:gd name="T17" fmla="*/ 15 h 47"/>
                <a:gd name="T18" fmla="*/ 138 w 24"/>
                <a:gd name="T19" fmla="*/ 0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47">
                  <a:moveTo>
                    <a:pt x="24" y="0"/>
                  </a:moveTo>
                  <a:cubicBezTo>
                    <a:pt x="20" y="0"/>
                    <a:pt x="15" y="0"/>
                    <a:pt x="11" y="2"/>
                  </a:cubicBezTo>
                  <a:cubicBezTo>
                    <a:pt x="8" y="5"/>
                    <a:pt x="9" y="9"/>
                    <a:pt x="8" y="13"/>
                  </a:cubicBezTo>
                  <a:cubicBezTo>
                    <a:pt x="6" y="24"/>
                    <a:pt x="0" y="35"/>
                    <a:pt x="2" y="47"/>
                  </a:cubicBezTo>
                  <a:cubicBezTo>
                    <a:pt x="3" y="41"/>
                    <a:pt x="2" y="34"/>
                    <a:pt x="8" y="31"/>
                  </a:cubicBezTo>
                  <a:cubicBezTo>
                    <a:pt x="6" y="28"/>
                    <a:pt x="5" y="24"/>
                    <a:pt x="8" y="22"/>
                  </a:cubicBezTo>
                  <a:cubicBezTo>
                    <a:pt x="8" y="18"/>
                    <a:pt x="10" y="16"/>
                    <a:pt x="11" y="12"/>
                  </a:cubicBezTo>
                  <a:cubicBezTo>
                    <a:pt x="12" y="9"/>
                    <a:pt x="10" y="6"/>
                    <a:pt x="14" y="5"/>
                  </a:cubicBezTo>
                  <a:cubicBezTo>
                    <a:pt x="13" y="1"/>
                    <a:pt x="17" y="3"/>
                    <a:pt x="19" y="2"/>
                  </a:cubicBezTo>
                  <a:cubicBezTo>
                    <a:pt x="21" y="2"/>
                    <a:pt x="22" y="0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7" name="Freeform 372">
              <a:extLst>
                <a:ext uri="{FF2B5EF4-FFF2-40B4-BE49-F238E27FC236}">
                  <a16:creationId xmlns:a16="http://schemas.microsoft.com/office/drawing/2014/main" id="{09323685-B81A-4844-81C8-4A1096A48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063"/>
              <a:ext cx="22" cy="61"/>
            </a:xfrm>
            <a:custGeom>
              <a:avLst/>
              <a:gdLst>
                <a:gd name="T0" fmla="*/ 73 w 12"/>
                <a:gd name="T1" fmla="*/ 0 h 32"/>
                <a:gd name="T2" fmla="*/ 24 w 12"/>
                <a:gd name="T3" fmla="*/ 92 h 32"/>
                <a:gd name="T4" fmla="*/ 0 w 12"/>
                <a:gd name="T5" fmla="*/ 221 h 32"/>
                <a:gd name="T6" fmla="*/ 37 w 12"/>
                <a:gd name="T7" fmla="*/ 137 h 32"/>
                <a:gd name="T8" fmla="*/ 51 w 12"/>
                <a:gd name="T9" fmla="*/ 84 h 32"/>
                <a:gd name="T10" fmla="*/ 68 w 12"/>
                <a:gd name="T11" fmla="*/ 2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32">
                  <a:moveTo>
                    <a:pt x="12" y="0"/>
                  </a:moveTo>
                  <a:cubicBezTo>
                    <a:pt x="9" y="4"/>
                    <a:pt x="7" y="9"/>
                    <a:pt x="4" y="13"/>
                  </a:cubicBezTo>
                  <a:cubicBezTo>
                    <a:pt x="0" y="19"/>
                    <a:pt x="0" y="25"/>
                    <a:pt x="0" y="32"/>
                  </a:cubicBezTo>
                  <a:cubicBezTo>
                    <a:pt x="1" y="30"/>
                    <a:pt x="0" y="17"/>
                    <a:pt x="6" y="20"/>
                  </a:cubicBezTo>
                  <a:cubicBezTo>
                    <a:pt x="1" y="17"/>
                    <a:pt x="7" y="15"/>
                    <a:pt x="8" y="12"/>
                  </a:cubicBezTo>
                  <a:cubicBezTo>
                    <a:pt x="9" y="9"/>
                    <a:pt x="8" y="7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8" name="Freeform 373">
              <a:extLst>
                <a:ext uri="{FF2B5EF4-FFF2-40B4-BE49-F238E27FC236}">
                  <a16:creationId xmlns:a16="http://schemas.microsoft.com/office/drawing/2014/main" id="{BC9122D1-0F70-4D4B-A323-200B2E3FE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968"/>
              <a:ext cx="40" cy="36"/>
            </a:xfrm>
            <a:custGeom>
              <a:avLst/>
              <a:gdLst>
                <a:gd name="T0" fmla="*/ 0 w 22"/>
                <a:gd name="T1" fmla="*/ 129 h 19"/>
                <a:gd name="T2" fmla="*/ 133 w 22"/>
                <a:gd name="T3" fmla="*/ 0 h 19"/>
                <a:gd name="T4" fmla="*/ 102 w 22"/>
                <a:gd name="T5" fmla="*/ 76 h 19"/>
                <a:gd name="T6" fmla="*/ 73 w 22"/>
                <a:gd name="T7" fmla="*/ 83 h 19"/>
                <a:gd name="T8" fmla="*/ 36 w 22"/>
                <a:gd name="T9" fmla="*/ 8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9">
                  <a:moveTo>
                    <a:pt x="0" y="19"/>
                  </a:moveTo>
                  <a:cubicBezTo>
                    <a:pt x="4" y="10"/>
                    <a:pt x="13" y="4"/>
                    <a:pt x="22" y="0"/>
                  </a:cubicBezTo>
                  <a:cubicBezTo>
                    <a:pt x="19" y="3"/>
                    <a:pt x="15" y="7"/>
                    <a:pt x="17" y="11"/>
                  </a:cubicBezTo>
                  <a:cubicBezTo>
                    <a:pt x="16" y="9"/>
                    <a:pt x="12" y="8"/>
                    <a:pt x="12" y="12"/>
                  </a:cubicBezTo>
                  <a:cubicBezTo>
                    <a:pt x="10" y="10"/>
                    <a:pt x="7" y="10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9" name="Freeform 374">
              <a:extLst>
                <a:ext uri="{FF2B5EF4-FFF2-40B4-BE49-F238E27FC236}">
                  <a16:creationId xmlns:a16="http://schemas.microsoft.com/office/drawing/2014/main" id="{D9C0BC36-6186-4963-9393-6CE6969C7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897"/>
              <a:ext cx="100" cy="23"/>
            </a:xfrm>
            <a:custGeom>
              <a:avLst/>
              <a:gdLst>
                <a:gd name="T0" fmla="*/ 0 w 56"/>
                <a:gd name="T1" fmla="*/ 84 h 12"/>
                <a:gd name="T2" fmla="*/ 130 w 56"/>
                <a:gd name="T3" fmla="*/ 48 h 12"/>
                <a:gd name="T4" fmla="*/ 320 w 56"/>
                <a:gd name="T5" fmla="*/ 36 h 12"/>
                <a:gd name="T6" fmla="*/ 227 w 56"/>
                <a:gd name="T7" fmla="*/ 63 h 12"/>
                <a:gd name="T8" fmla="*/ 175 w 56"/>
                <a:gd name="T9" fmla="*/ 77 h 12"/>
                <a:gd name="T10" fmla="*/ 143 w 56"/>
                <a:gd name="T11" fmla="*/ 84 h 12"/>
                <a:gd name="T12" fmla="*/ 114 w 56"/>
                <a:gd name="T13" fmla="*/ 63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2">
                  <a:moveTo>
                    <a:pt x="0" y="12"/>
                  </a:moveTo>
                  <a:cubicBezTo>
                    <a:pt x="2" y="6"/>
                    <a:pt x="18" y="7"/>
                    <a:pt x="23" y="7"/>
                  </a:cubicBezTo>
                  <a:cubicBezTo>
                    <a:pt x="32" y="6"/>
                    <a:pt x="48" y="0"/>
                    <a:pt x="56" y="5"/>
                  </a:cubicBezTo>
                  <a:cubicBezTo>
                    <a:pt x="52" y="5"/>
                    <a:pt x="42" y="4"/>
                    <a:pt x="40" y="9"/>
                  </a:cubicBezTo>
                  <a:cubicBezTo>
                    <a:pt x="37" y="8"/>
                    <a:pt x="32" y="7"/>
                    <a:pt x="31" y="11"/>
                  </a:cubicBezTo>
                  <a:cubicBezTo>
                    <a:pt x="29" y="8"/>
                    <a:pt x="26" y="9"/>
                    <a:pt x="25" y="12"/>
                  </a:cubicBezTo>
                  <a:cubicBezTo>
                    <a:pt x="24" y="10"/>
                    <a:pt x="22" y="9"/>
                    <a:pt x="2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0" name="Freeform 375">
              <a:extLst>
                <a:ext uri="{FF2B5EF4-FFF2-40B4-BE49-F238E27FC236}">
                  <a16:creationId xmlns:a16="http://schemas.microsoft.com/office/drawing/2014/main" id="{BAD6D5D2-C10E-4576-A784-7D97E7FA9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278"/>
              <a:ext cx="36" cy="11"/>
            </a:xfrm>
            <a:custGeom>
              <a:avLst/>
              <a:gdLst>
                <a:gd name="T0" fmla="*/ 0 w 20"/>
                <a:gd name="T1" fmla="*/ 13 h 6"/>
                <a:gd name="T2" fmla="*/ 72 w 20"/>
                <a:gd name="T3" fmla="*/ 7 h 6"/>
                <a:gd name="T4" fmla="*/ 117 w 20"/>
                <a:gd name="T5" fmla="*/ 37 h 6"/>
                <a:gd name="T6" fmla="*/ 81 w 20"/>
                <a:gd name="T7" fmla="*/ 24 h 6"/>
                <a:gd name="T8" fmla="*/ 58 w 20"/>
                <a:gd name="T9" fmla="*/ 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">
                  <a:moveTo>
                    <a:pt x="0" y="2"/>
                  </a:moveTo>
                  <a:cubicBezTo>
                    <a:pt x="3" y="0"/>
                    <a:pt x="8" y="1"/>
                    <a:pt x="12" y="1"/>
                  </a:cubicBezTo>
                  <a:cubicBezTo>
                    <a:pt x="17" y="1"/>
                    <a:pt x="19" y="1"/>
                    <a:pt x="20" y="6"/>
                  </a:cubicBezTo>
                  <a:cubicBezTo>
                    <a:pt x="19" y="4"/>
                    <a:pt x="16" y="0"/>
                    <a:pt x="14" y="4"/>
                  </a:cubicBezTo>
                  <a:cubicBezTo>
                    <a:pt x="14" y="2"/>
                    <a:pt x="12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1" name="Freeform 376">
              <a:extLst>
                <a:ext uri="{FF2B5EF4-FFF2-40B4-BE49-F238E27FC236}">
                  <a16:creationId xmlns:a16="http://schemas.microsoft.com/office/drawing/2014/main" id="{EAAF82AB-1970-4FCE-AA9A-BCD94D2D6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340"/>
              <a:ext cx="25" cy="44"/>
            </a:xfrm>
            <a:custGeom>
              <a:avLst/>
              <a:gdLst>
                <a:gd name="T0" fmla="*/ 80 w 14"/>
                <a:gd name="T1" fmla="*/ 0 h 23"/>
                <a:gd name="T2" fmla="*/ 13 w 14"/>
                <a:gd name="T3" fmla="*/ 40 h 23"/>
                <a:gd name="T4" fmla="*/ 23 w 14"/>
                <a:gd name="T5" fmla="*/ 92 h 23"/>
                <a:gd name="T6" fmla="*/ 45 w 14"/>
                <a:gd name="T7" fmla="*/ 161 h 23"/>
                <a:gd name="T8" fmla="*/ 45 w 14"/>
                <a:gd name="T9" fmla="*/ 92 h 23"/>
                <a:gd name="T10" fmla="*/ 23 w 14"/>
                <a:gd name="T11" fmla="*/ 63 h 23"/>
                <a:gd name="T12" fmla="*/ 36 w 14"/>
                <a:gd name="T13" fmla="*/ 48 h 23"/>
                <a:gd name="T14" fmla="*/ 45 w 14"/>
                <a:gd name="T15" fmla="*/ 2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3">
                  <a:moveTo>
                    <a:pt x="14" y="0"/>
                  </a:moveTo>
                  <a:cubicBezTo>
                    <a:pt x="11" y="0"/>
                    <a:pt x="4" y="3"/>
                    <a:pt x="2" y="6"/>
                  </a:cubicBezTo>
                  <a:cubicBezTo>
                    <a:pt x="0" y="9"/>
                    <a:pt x="2" y="10"/>
                    <a:pt x="4" y="13"/>
                  </a:cubicBezTo>
                  <a:cubicBezTo>
                    <a:pt x="6" y="16"/>
                    <a:pt x="7" y="19"/>
                    <a:pt x="8" y="23"/>
                  </a:cubicBezTo>
                  <a:cubicBezTo>
                    <a:pt x="6" y="20"/>
                    <a:pt x="3" y="14"/>
                    <a:pt x="8" y="13"/>
                  </a:cubicBezTo>
                  <a:cubicBezTo>
                    <a:pt x="6" y="14"/>
                    <a:pt x="3" y="11"/>
                    <a:pt x="4" y="9"/>
                  </a:cubicBezTo>
                  <a:cubicBezTo>
                    <a:pt x="4" y="8"/>
                    <a:pt x="6" y="8"/>
                    <a:pt x="6" y="7"/>
                  </a:cubicBezTo>
                  <a:cubicBezTo>
                    <a:pt x="7" y="6"/>
                    <a:pt x="6" y="4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2" name="Freeform 377">
              <a:extLst>
                <a:ext uri="{FF2B5EF4-FFF2-40B4-BE49-F238E27FC236}">
                  <a16:creationId xmlns:a16="http://schemas.microsoft.com/office/drawing/2014/main" id="{6A83C733-E47E-4E51-BB67-173D32165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358"/>
              <a:ext cx="45" cy="39"/>
            </a:xfrm>
            <a:custGeom>
              <a:avLst/>
              <a:gdLst>
                <a:gd name="T0" fmla="*/ 0 w 25"/>
                <a:gd name="T1" fmla="*/ 0 h 21"/>
                <a:gd name="T2" fmla="*/ 74 w 25"/>
                <a:gd name="T3" fmla="*/ 65 h 21"/>
                <a:gd name="T4" fmla="*/ 146 w 25"/>
                <a:gd name="T5" fmla="*/ 97 h 21"/>
                <a:gd name="T6" fmla="*/ 117 w 25"/>
                <a:gd name="T7" fmla="*/ 134 h 21"/>
                <a:gd name="T8" fmla="*/ 88 w 25"/>
                <a:gd name="T9" fmla="*/ 97 h 21"/>
                <a:gd name="T10" fmla="*/ 58 w 25"/>
                <a:gd name="T11" fmla="*/ 65 h 21"/>
                <a:gd name="T12" fmla="*/ 36 w 25"/>
                <a:gd name="T13" fmla="*/ 32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1">
                  <a:moveTo>
                    <a:pt x="0" y="0"/>
                  </a:moveTo>
                  <a:cubicBezTo>
                    <a:pt x="3" y="4"/>
                    <a:pt x="9" y="7"/>
                    <a:pt x="13" y="10"/>
                  </a:cubicBezTo>
                  <a:cubicBezTo>
                    <a:pt x="17" y="12"/>
                    <a:pt x="21" y="13"/>
                    <a:pt x="25" y="15"/>
                  </a:cubicBezTo>
                  <a:cubicBezTo>
                    <a:pt x="22" y="15"/>
                    <a:pt x="19" y="18"/>
                    <a:pt x="20" y="21"/>
                  </a:cubicBezTo>
                  <a:cubicBezTo>
                    <a:pt x="22" y="17"/>
                    <a:pt x="19" y="13"/>
                    <a:pt x="15" y="15"/>
                  </a:cubicBezTo>
                  <a:cubicBezTo>
                    <a:pt x="15" y="12"/>
                    <a:pt x="13" y="11"/>
                    <a:pt x="10" y="10"/>
                  </a:cubicBezTo>
                  <a:cubicBezTo>
                    <a:pt x="9" y="8"/>
                    <a:pt x="8" y="6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3" name="Freeform 378">
              <a:extLst>
                <a:ext uri="{FF2B5EF4-FFF2-40B4-BE49-F238E27FC236}">
                  <a16:creationId xmlns:a16="http://schemas.microsoft.com/office/drawing/2014/main" id="{F6E1B5FB-423F-46A9-9924-81052B6A6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325"/>
              <a:ext cx="27" cy="101"/>
            </a:xfrm>
            <a:custGeom>
              <a:avLst/>
              <a:gdLst>
                <a:gd name="T0" fmla="*/ 16 w 15"/>
                <a:gd name="T1" fmla="*/ 0 h 53"/>
                <a:gd name="T2" fmla="*/ 16 w 15"/>
                <a:gd name="T3" fmla="*/ 208 h 53"/>
                <a:gd name="T4" fmla="*/ 88 w 15"/>
                <a:gd name="T5" fmla="*/ 366 h 53"/>
                <a:gd name="T6" fmla="*/ 72 w 15"/>
                <a:gd name="T7" fmla="*/ 284 h 53"/>
                <a:gd name="T8" fmla="*/ 45 w 15"/>
                <a:gd name="T9" fmla="*/ 250 h 53"/>
                <a:gd name="T10" fmla="*/ 52 w 15"/>
                <a:gd name="T11" fmla="*/ 208 h 53"/>
                <a:gd name="T12" fmla="*/ 45 w 15"/>
                <a:gd name="T13" fmla="*/ 192 h 53"/>
                <a:gd name="T14" fmla="*/ 29 w 15"/>
                <a:gd name="T15" fmla="*/ 173 h 53"/>
                <a:gd name="T16" fmla="*/ 29 w 15"/>
                <a:gd name="T17" fmla="*/ 124 h 53"/>
                <a:gd name="T18" fmla="*/ 23 w 15"/>
                <a:gd name="T19" fmla="*/ 69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53">
                  <a:moveTo>
                    <a:pt x="3" y="0"/>
                  </a:moveTo>
                  <a:cubicBezTo>
                    <a:pt x="0" y="8"/>
                    <a:pt x="2" y="21"/>
                    <a:pt x="3" y="30"/>
                  </a:cubicBezTo>
                  <a:cubicBezTo>
                    <a:pt x="4" y="39"/>
                    <a:pt x="7" y="48"/>
                    <a:pt x="15" y="53"/>
                  </a:cubicBezTo>
                  <a:cubicBezTo>
                    <a:pt x="12" y="51"/>
                    <a:pt x="8" y="44"/>
                    <a:pt x="12" y="41"/>
                  </a:cubicBezTo>
                  <a:cubicBezTo>
                    <a:pt x="9" y="41"/>
                    <a:pt x="8" y="38"/>
                    <a:pt x="8" y="36"/>
                  </a:cubicBezTo>
                  <a:cubicBezTo>
                    <a:pt x="8" y="34"/>
                    <a:pt x="9" y="32"/>
                    <a:pt x="9" y="30"/>
                  </a:cubicBezTo>
                  <a:cubicBezTo>
                    <a:pt x="8" y="29"/>
                    <a:pt x="8" y="30"/>
                    <a:pt x="8" y="28"/>
                  </a:cubicBezTo>
                  <a:cubicBezTo>
                    <a:pt x="7" y="27"/>
                    <a:pt x="6" y="27"/>
                    <a:pt x="5" y="25"/>
                  </a:cubicBezTo>
                  <a:cubicBezTo>
                    <a:pt x="4" y="23"/>
                    <a:pt x="5" y="21"/>
                    <a:pt x="5" y="18"/>
                  </a:cubicBezTo>
                  <a:cubicBezTo>
                    <a:pt x="5" y="16"/>
                    <a:pt x="4" y="13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4" name="Freeform 379">
              <a:extLst>
                <a:ext uri="{FF2B5EF4-FFF2-40B4-BE49-F238E27FC236}">
                  <a16:creationId xmlns:a16="http://schemas.microsoft.com/office/drawing/2014/main" id="{2BFF45B9-F22A-470E-8E61-56B28732E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445"/>
              <a:ext cx="57" cy="55"/>
            </a:xfrm>
            <a:custGeom>
              <a:avLst/>
              <a:gdLst>
                <a:gd name="T0" fmla="*/ 0 w 32"/>
                <a:gd name="T1" fmla="*/ 40 h 29"/>
                <a:gd name="T2" fmla="*/ 114 w 32"/>
                <a:gd name="T3" fmla="*/ 61 h 29"/>
                <a:gd name="T4" fmla="*/ 153 w 32"/>
                <a:gd name="T5" fmla="*/ 197 h 29"/>
                <a:gd name="T6" fmla="*/ 137 w 32"/>
                <a:gd name="T7" fmla="*/ 121 h 29"/>
                <a:gd name="T8" fmla="*/ 114 w 32"/>
                <a:gd name="T9" fmla="*/ 89 h 29"/>
                <a:gd name="T10" fmla="*/ 80 w 32"/>
                <a:gd name="T11" fmla="*/ 68 h 29"/>
                <a:gd name="T12" fmla="*/ 29 w 32"/>
                <a:gd name="T13" fmla="*/ 2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0" y="6"/>
                  </a:moveTo>
                  <a:cubicBezTo>
                    <a:pt x="7" y="0"/>
                    <a:pt x="14" y="5"/>
                    <a:pt x="20" y="9"/>
                  </a:cubicBezTo>
                  <a:cubicBezTo>
                    <a:pt x="28" y="14"/>
                    <a:pt x="32" y="19"/>
                    <a:pt x="27" y="29"/>
                  </a:cubicBezTo>
                  <a:cubicBezTo>
                    <a:pt x="28" y="26"/>
                    <a:pt x="30" y="16"/>
                    <a:pt x="24" y="18"/>
                  </a:cubicBezTo>
                  <a:cubicBezTo>
                    <a:pt x="25" y="13"/>
                    <a:pt x="23" y="14"/>
                    <a:pt x="20" y="13"/>
                  </a:cubicBezTo>
                  <a:cubicBezTo>
                    <a:pt x="17" y="12"/>
                    <a:pt x="17" y="9"/>
                    <a:pt x="14" y="10"/>
                  </a:cubicBezTo>
                  <a:cubicBezTo>
                    <a:pt x="13" y="8"/>
                    <a:pt x="8" y="3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5" name="Freeform 380">
              <a:extLst>
                <a:ext uri="{FF2B5EF4-FFF2-40B4-BE49-F238E27FC236}">
                  <a16:creationId xmlns:a16="http://schemas.microsoft.com/office/drawing/2014/main" id="{5029B14F-FA2C-4635-9054-E9A2809EE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508"/>
              <a:ext cx="25" cy="23"/>
            </a:xfrm>
            <a:custGeom>
              <a:avLst/>
              <a:gdLst>
                <a:gd name="T0" fmla="*/ 45 w 14"/>
                <a:gd name="T1" fmla="*/ 0 h 12"/>
                <a:gd name="T2" fmla="*/ 7 w 14"/>
                <a:gd name="T3" fmla="*/ 69 h 12"/>
                <a:gd name="T4" fmla="*/ 80 w 14"/>
                <a:gd name="T5" fmla="*/ 84 h 12"/>
                <a:gd name="T6" fmla="*/ 29 w 14"/>
                <a:gd name="T7" fmla="*/ 63 h 12"/>
                <a:gd name="T8" fmla="*/ 41 w 14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8" y="0"/>
                  </a:moveTo>
                  <a:cubicBezTo>
                    <a:pt x="5" y="2"/>
                    <a:pt x="0" y="6"/>
                    <a:pt x="1" y="10"/>
                  </a:cubicBezTo>
                  <a:cubicBezTo>
                    <a:pt x="5" y="10"/>
                    <a:pt x="11" y="9"/>
                    <a:pt x="14" y="12"/>
                  </a:cubicBezTo>
                  <a:cubicBezTo>
                    <a:pt x="12" y="10"/>
                    <a:pt x="8" y="7"/>
                    <a:pt x="5" y="9"/>
                  </a:cubicBezTo>
                  <a:cubicBezTo>
                    <a:pt x="5" y="6"/>
                    <a:pt x="6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6" name="Freeform 381">
              <a:extLst>
                <a:ext uri="{FF2B5EF4-FFF2-40B4-BE49-F238E27FC236}">
                  <a16:creationId xmlns:a16="http://schemas.microsoft.com/office/drawing/2014/main" id="{C2C55826-EA9C-47F8-BE0A-D0EE945AD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411"/>
              <a:ext cx="20" cy="70"/>
            </a:xfrm>
            <a:custGeom>
              <a:avLst/>
              <a:gdLst>
                <a:gd name="T0" fmla="*/ 13 w 11"/>
                <a:gd name="T1" fmla="*/ 0 h 37"/>
                <a:gd name="T2" fmla="*/ 16 w 11"/>
                <a:gd name="T3" fmla="*/ 129 h 37"/>
                <a:gd name="T4" fmla="*/ 65 w 11"/>
                <a:gd name="T5" fmla="*/ 221 h 37"/>
                <a:gd name="T6" fmla="*/ 44 w 11"/>
                <a:gd name="T7" fmla="*/ 168 h 37"/>
                <a:gd name="T8" fmla="*/ 36 w 11"/>
                <a:gd name="T9" fmla="*/ 100 h 37"/>
                <a:gd name="T10" fmla="*/ 24 w 11"/>
                <a:gd name="T11" fmla="*/ 89 h 37"/>
                <a:gd name="T12" fmla="*/ 36 w 11"/>
                <a:gd name="T13" fmla="*/ 61 h 37"/>
                <a:gd name="T14" fmla="*/ 16 w 11"/>
                <a:gd name="T15" fmla="*/ 1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37">
                  <a:moveTo>
                    <a:pt x="2" y="0"/>
                  </a:moveTo>
                  <a:cubicBezTo>
                    <a:pt x="3" y="5"/>
                    <a:pt x="3" y="13"/>
                    <a:pt x="3" y="19"/>
                  </a:cubicBezTo>
                  <a:cubicBezTo>
                    <a:pt x="3" y="24"/>
                    <a:pt x="1" y="37"/>
                    <a:pt x="11" y="33"/>
                  </a:cubicBezTo>
                  <a:cubicBezTo>
                    <a:pt x="6" y="32"/>
                    <a:pt x="4" y="29"/>
                    <a:pt x="7" y="25"/>
                  </a:cubicBezTo>
                  <a:cubicBezTo>
                    <a:pt x="2" y="25"/>
                    <a:pt x="6" y="17"/>
                    <a:pt x="6" y="15"/>
                  </a:cubicBezTo>
                  <a:cubicBezTo>
                    <a:pt x="6" y="15"/>
                    <a:pt x="5" y="13"/>
                    <a:pt x="4" y="13"/>
                  </a:cubicBezTo>
                  <a:cubicBezTo>
                    <a:pt x="4" y="11"/>
                    <a:pt x="6" y="10"/>
                    <a:pt x="6" y="9"/>
                  </a:cubicBezTo>
                  <a:cubicBezTo>
                    <a:pt x="5" y="7"/>
                    <a:pt x="0" y="5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7" name="Freeform 382">
              <a:extLst>
                <a:ext uri="{FF2B5EF4-FFF2-40B4-BE49-F238E27FC236}">
                  <a16:creationId xmlns:a16="http://schemas.microsoft.com/office/drawing/2014/main" id="{A1C3D202-E346-4714-AF10-EEF1D009B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416"/>
              <a:ext cx="18" cy="65"/>
            </a:xfrm>
            <a:custGeom>
              <a:avLst/>
              <a:gdLst>
                <a:gd name="T0" fmla="*/ 58 w 10"/>
                <a:gd name="T1" fmla="*/ 0 h 34"/>
                <a:gd name="T2" fmla="*/ 7 w 10"/>
                <a:gd name="T3" fmla="*/ 84 h 34"/>
                <a:gd name="T4" fmla="*/ 7 w 10"/>
                <a:gd name="T5" fmla="*/ 237 h 34"/>
                <a:gd name="T6" fmla="*/ 29 w 10"/>
                <a:gd name="T7" fmla="*/ 184 h 34"/>
                <a:gd name="T8" fmla="*/ 23 w 10"/>
                <a:gd name="T9" fmla="*/ 124 h 34"/>
                <a:gd name="T10" fmla="*/ 36 w 10"/>
                <a:gd name="T11" fmla="*/ 63 h 34"/>
                <a:gd name="T12" fmla="*/ 52 w 10"/>
                <a:gd name="T13" fmla="*/ 15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4" y="2"/>
                    <a:pt x="1" y="6"/>
                    <a:pt x="1" y="12"/>
                  </a:cubicBezTo>
                  <a:cubicBezTo>
                    <a:pt x="0" y="19"/>
                    <a:pt x="1" y="27"/>
                    <a:pt x="1" y="34"/>
                  </a:cubicBezTo>
                  <a:cubicBezTo>
                    <a:pt x="2" y="31"/>
                    <a:pt x="2" y="27"/>
                    <a:pt x="5" y="26"/>
                  </a:cubicBezTo>
                  <a:cubicBezTo>
                    <a:pt x="2" y="22"/>
                    <a:pt x="3" y="22"/>
                    <a:pt x="4" y="18"/>
                  </a:cubicBezTo>
                  <a:cubicBezTo>
                    <a:pt x="5" y="15"/>
                    <a:pt x="2" y="12"/>
                    <a:pt x="6" y="9"/>
                  </a:cubicBezTo>
                  <a:cubicBezTo>
                    <a:pt x="1" y="6"/>
                    <a:pt x="8" y="4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8" name="Freeform 383">
              <a:extLst>
                <a:ext uri="{FF2B5EF4-FFF2-40B4-BE49-F238E27FC236}">
                  <a16:creationId xmlns:a16="http://schemas.microsoft.com/office/drawing/2014/main" id="{ED735C56-8198-4BF4-A88E-164E73F5E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483"/>
              <a:ext cx="22" cy="74"/>
            </a:xfrm>
            <a:custGeom>
              <a:avLst/>
              <a:gdLst>
                <a:gd name="T0" fmla="*/ 0 w 12"/>
                <a:gd name="T1" fmla="*/ 15 h 39"/>
                <a:gd name="T2" fmla="*/ 73 w 12"/>
                <a:gd name="T3" fmla="*/ 252 h 39"/>
                <a:gd name="T4" fmla="*/ 51 w 12"/>
                <a:gd name="T5" fmla="*/ 213 h 39"/>
                <a:gd name="T6" fmla="*/ 51 w 12"/>
                <a:gd name="T7" fmla="*/ 192 h 39"/>
                <a:gd name="T8" fmla="*/ 37 w 12"/>
                <a:gd name="T9" fmla="*/ 176 h 39"/>
                <a:gd name="T10" fmla="*/ 37 w 12"/>
                <a:gd name="T11" fmla="*/ 152 h 39"/>
                <a:gd name="T12" fmla="*/ 24 w 12"/>
                <a:gd name="T13" fmla="*/ 129 h 39"/>
                <a:gd name="T14" fmla="*/ 24 w 12"/>
                <a:gd name="T15" fmla="*/ 83 h 39"/>
                <a:gd name="T16" fmla="*/ 13 w 12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39">
                  <a:moveTo>
                    <a:pt x="0" y="2"/>
                  </a:moveTo>
                  <a:cubicBezTo>
                    <a:pt x="1" y="7"/>
                    <a:pt x="2" y="39"/>
                    <a:pt x="12" y="37"/>
                  </a:cubicBezTo>
                  <a:cubicBezTo>
                    <a:pt x="9" y="37"/>
                    <a:pt x="8" y="34"/>
                    <a:pt x="8" y="31"/>
                  </a:cubicBezTo>
                  <a:cubicBezTo>
                    <a:pt x="8" y="30"/>
                    <a:pt x="8" y="29"/>
                    <a:pt x="8" y="28"/>
                  </a:cubicBezTo>
                  <a:cubicBezTo>
                    <a:pt x="8" y="27"/>
                    <a:pt x="6" y="27"/>
                    <a:pt x="6" y="26"/>
                  </a:cubicBezTo>
                  <a:cubicBezTo>
                    <a:pt x="6" y="24"/>
                    <a:pt x="6" y="23"/>
                    <a:pt x="6" y="22"/>
                  </a:cubicBezTo>
                  <a:cubicBezTo>
                    <a:pt x="6" y="21"/>
                    <a:pt x="5" y="20"/>
                    <a:pt x="4" y="19"/>
                  </a:cubicBezTo>
                  <a:cubicBezTo>
                    <a:pt x="4" y="16"/>
                    <a:pt x="3" y="15"/>
                    <a:pt x="4" y="12"/>
                  </a:cubicBezTo>
                  <a:cubicBezTo>
                    <a:pt x="1" y="9"/>
                    <a:pt x="0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9" name="Freeform 384">
              <a:extLst>
                <a:ext uri="{FF2B5EF4-FFF2-40B4-BE49-F238E27FC236}">
                  <a16:creationId xmlns:a16="http://schemas.microsoft.com/office/drawing/2014/main" id="{851505E0-2118-43CD-80AB-82ACDD147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209"/>
              <a:ext cx="138" cy="52"/>
            </a:xfrm>
            <a:custGeom>
              <a:avLst/>
              <a:gdLst>
                <a:gd name="T0" fmla="*/ 0 w 77"/>
                <a:gd name="T1" fmla="*/ 193 h 27"/>
                <a:gd name="T2" fmla="*/ 45 w 77"/>
                <a:gd name="T3" fmla="*/ 129 h 27"/>
                <a:gd name="T4" fmla="*/ 97 w 77"/>
                <a:gd name="T5" fmla="*/ 56 h 27"/>
                <a:gd name="T6" fmla="*/ 219 w 77"/>
                <a:gd name="T7" fmla="*/ 71 h 27"/>
                <a:gd name="T8" fmla="*/ 341 w 77"/>
                <a:gd name="T9" fmla="*/ 71 h 27"/>
                <a:gd name="T10" fmla="*/ 443 w 77"/>
                <a:gd name="T11" fmla="*/ 0 h 27"/>
                <a:gd name="T12" fmla="*/ 398 w 77"/>
                <a:gd name="T13" fmla="*/ 64 h 27"/>
                <a:gd name="T14" fmla="*/ 369 w 77"/>
                <a:gd name="T15" fmla="*/ 92 h 27"/>
                <a:gd name="T16" fmla="*/ 321 w 77"/>
                <a:gd name="T17" fmla="*/ 123 h 27"/>
                <a:gd name="T18" fmla="*/ 276 w 77"/>
                <a:gd name="T19" fmla="*/ 116 h 27"/>
                <a:gd name="T20" fmla="*/ 235 w 77"/>
                <a:gd name="T21" fmla="*/ 108 h 27"/>
                <a:gd name="T22" fmla="*/ 208 w 77"/>
                <a:gd name="T23" fmla="*/ 108 h 27"/>
                <a:gd name="T24" fmla="*/ 73 w 77"/>
                <a:gd name="T25" fmla="*/ 85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" h="27">
                  <a:moveTo>
                    <a:pt x="0" y="27"/>
                  </a:moveTo>
                  <a:cubicBezTo>
                    <a:pt x="2" y="24"/>
                    <a:pt x="6" y="21"/>
                    <a:pt x="8" y="18"/>
                  </a:cubicBezTo>
                  <a:cubicBezTo>
                    <a:pt x="11" y="14"/>
                    <a:pt x="12" y="10"/>
                    <a:pt x="17" y="8"/>
                  </a:cubicBezTo>
                  <a:cubicBezTo>
                    <a:pt x="24" y="4"/>
                    <a:pt x="31" y="8"/>
                    <a:pt x="38" y="10"/>
                  </a:cubicBezTo>
                  <a:cubicBezTo>
                    <a:pt x="45" y="11"/>
                    <a:pt x="52" y="13"/>
                    <a:pt x="59" y="10"/>
                  </a:cubicBezTo>
                  <a:cubicBezTo>
                    <a:pt x="65" y="6"/>
                    <a:pt x="69" y="1"/>
                    <a:pt x="77" y="0"/>
                  </a:cubicBezTo>
                  <a:cubicBezTo>
                    <a:pt x="71" y="2"/>
                    <a:pt x="71" y="4"/>
                    <a:pt x="69" y="9"/>
                  </a:cubicBezTo>
                  <a:cubicBezTo>
                    <a:pt x="67" y="4"/>
                    <a:pt x="65" y="11"/>
                    <a:pt x="64" y="13"/>
                  </a:cubicBezTo>
                  <a:cubicBezTo>
                    <a:pt x="60" y="11"/>
                    <a:pt x="57" y="13"/>
                    <a:pt x="56" y="17"/>
                  </a:cubicBezTo>
                  <a:cubicBezTo>
                    <a:pt x="54" y="16"/>
                    <a:pt x="51" y="14"/>
                    <a:pt x="48" y="16"/>
                  </a:cubicBezTo>
                  <a:cubicBezTo>
                    <a:pt x="47" y="14"/>
                    <a:pt x="44" y="14"/>
                    <a:pt x="41" y="15"/>
                  </a:cubicBezTo>
                  <a:cubicBezTo>
                    <a:pt x="40" y="13"/>
                    <a:pt x="38" y="13"/>
                    <a:pt x="36" y="15"/>
                  </a:cubicBezTo>
                  <a:cubicBezTo>
                    <a:pt x="32" y="10"/>
                    <a:pt x="19" y="5"/>
                    <a:pt x="1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0" name="Freeform 385">
              <a:extLst>
                <a:ext uri="{FF2B5EF4-FFF2-40B4-BE49-F238E27FC236}">
                  <a16:creationId xmlns:a16="http://schemas.microsoft.com/office/drawing/2014/main" id="{2CED4F77-A94C-404D-BD44-744ED2DF5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025"/>
              <a:ext cx="17" cy="42"/>
            </a:xfrm>
            <a:custGeom>
              <a:avLst/>
              <a:gdLst>
                <a:gd name="T0" fmla="*/ 49 w 10"/>
                <a:gd name="T1" fmla="*/ 0 h 22"/>
                <a:gd name="T2" fmla="*/ 41 w 10"/>
                <a:gd name="T3" fmla="*/ 153 h 22"/>
                <a:gd name="T4" fmla="*/ 44 w 10"/>
                <a:gd name="T5" fmla="*/ 92 h 22"/>
                <a:gd name="T6" fmla="*/ 49 w 10"/>
                <a:gd name="T7" fmla="*/ 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cubicBezTo>
                    <a:pt x="8" y="4"/>
                    <a:pt x="0" y="20"/>
                    <a:pt x="8" y="22"/>
                  </a:cubicBezTo>
                  <a:cubicBezTo>
                    <a:pt x="4" y="19"/>
                    <a:pt x="5" y="14"/>
                    <a:pt x="9" y="13"/>
                  </a:cubicBezTo>
                  <a:cubicBezTo>
                    <a:pt x="7" y="9"/>
                    <a:pt x="10" y="4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1" name="Freeform 386">
              <a:extLst>
                <a:ext uri="{FF2B5EF4-FFF2-40B4-BE49-F238E27FC236}">
                  <a16:creationId xmlns:a16="http://schemas.microsoft.com/office/drawing/2014/main" id="{16466FEF-94D8-4203-AA8F-8AAD53F0B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285"/>
              <a:ext cx="34" cy="23"/>
            </a:xfrm>
            <a:custGeom>
              <a:avLst/>
              <a:gdLst>
                <a:gd name="T0" fmla="*/ 0 w 19"/>
                <a:gd name="T1" fmla="*/ 84 h 12"/>
                <a:gd name="T2" fmla="*/ 109 w 19"/>
                <a:gd name="T3" fmla="*/ 8 h 12"/>
                <a:gd name="T4" fmla="*/ 86 w 19"/>
                <a:gd name="T5" fmla="*/ 48 h 12"/>
                <a:gd name="T6" fmla="*/ 29 w 19"/>
                <a:gd name="T7" fmla="*/ 6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0" y="12"/>
                  </a:moveTo>
                  <a:cubicBezTo>
                    <a:pt x="1" y="5"/>
                    <a:pt x="13" y="0"/>
                    <a:pt x="19" y="1"/>
                  </a:cubicBezTo>
                  <a:cubicBezTo>
                    <a:pt x="17" y="2"/>
                    <a:pt x="13" y="5"/>
                    <a:pt x="15" y="7"/>
                  </a:cubicBezTo>
                  <a:cubicBezTo>
                    <a:pt x="14" y="2"/>
                    <a:pt x="6" y="6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2" name="Freeform 387">
              <a:extLst>
                <a:ext uri="{FF2B5EF4-FFF2-40B4-BE49-F238E27FC236}">
                  <a16:creationId xmlns:a16="http://schemas.microsoft.com/office/drawing/2014/main" id="{FC75063B-620A-4FA4-A73E-42CEC1832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903"/>
              <a:ext cx="40" cy="127"/>
            </a:xfrm>
            <a:custGeom>
              <a:avLst/>
              <a:gdLst>
                <a:gd name="T0" fmla="*/ 133 w 22"/>
                <a:gd name="T1" fmla="*/ 0 h 67"/>
                <a:gd name="T2" fmla="*/ 16 w 22"/>
                <a:gd name="T3" fmla="*/ 161 h 67"/>
                <a:gd name="T4" fmla="*/ 13 w 22"/>
                <a:gd name="T5" fmla="*/ 294 h 67"/>
                <a:gd name="T6" fmla="*/ 7 w 22"/>
                <a:gd name="T7" fmla="*/ 457 h 67"/>
                <a:gd name="T8" fmla="*/ 44 w 22"/>
                <a:gd name="T9" fmla="*/ 360 h 67"/>
                <a:gd name="T10" fmla="*/ 29 w 22"/>
                <a:gd name="T11" fmla="*/ 294 h 67"/>
                <a:gd name="T12" fmla="*/ 49 w 22"/>
                <a:gd name="T13" fmla="*/ 226 h 67"/>
                <a:gd name="T14" fmla="*/ 44 w 22"/>
                <a:gd name="T15" fmla="*/ 157 h 67"/>
                <a:gd name="T16" fmla="*/ 60 w 22"/>
                <a:gd name="T17" fmla="*/ 100 h 67"/>
                <a:gd name="T18" fmla="*/ 65 w 22"/>
                <a:gd name="T19" fmla="*/ 83 h 67"/>
                <a:gd name="T20" fmla="*/ 73 w 22"/>
                <a:gd name="T21" fmla="*/ 47 h 67"/>
                <a:gd name="T22" fmla="*/ 96 w 22"/>
                <a:gd name="T23" fmla="*/ 15 h 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67">
                  <a:moveTo>
                    <a:pt x="22" y="0"/>
                  </a:moveTo>
                  <a:cubicBezTo>
                    <a:pt x="10" y="2"/>
                    <a:pt x="4" y="13"/>
                    <a:pt x="3" y="24"/>
                  </a:cubicBezTo>
                  <a:cubicBezTo>
                    <a:pt x="2" y="30"/>
                    <a:pt x="3" y="37"/>
                    <a:pt x="2" y="43"/>
                  </a:cubicBezTo>
                  <a:cubicBezTo>
                    <a:pt x="0" y="52"/>
                    <a:pt x="2" y="59"/>
                    <a:pt x="1" y="67"/>
                  </a:cubicBezTo>
                  <a:cubicBezTo>
                    <a:pt x="1" y="64"/>
                    <a:pt x="1" y="53"/>
                    <a:pt x="7" y="53"/>
                  </a:cubicBezTo>
                  <a:cubicBezTo>
                    <a:pt x="1" y="52"/>
                    <a:pt x="5" y="46"/>
                    <a:pt x="5" y="43"/>
                  </a:cubicBezTo>
                  <a:cubicBezTo>
                    <a:pt x="6" y="39"/>
                    <a:pt x="5" y="36"/>
                    <a:pt x="8" y="33"/>
                  </a:cubicBezTo>
                  <a:cubicBezTo>
                    <a:pt x="4" y="29"/>
                    <a:pt x="7" y="27"/>
                    <a:pt x="7" y="23"/>
                  </a:cubicBezTo>
                  <a:cubicBezTo>
                    <a:pt x="8" y="20"/>
                    <a:pt x="8" y="18"/>
                    <a:pt x="10" y="15"/>
                  </a:cubicBezTo>
                  <a:cubicBezTo>
                    <a:pt x="10" y="14"/>
                    <a:pt x="11" y="13"/>
                    <a:pt x="11" y="12"/>
                  </a:cubicBezTo>
                  <a:cubicBezTo>
                    <a:pt x="12" y="11"/>
                    <a:pt x="11" y="9"/>
                    <a:pt x="12" y="7"/>
                  </a:cubicBezTo>
                  <a:cubicBezTo>
                    <a:pt x="12" y="5"/>
                    <a:pt x="14" y="3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3" name="Freeform 388">
              <a:extLst>
                <a:ext uri="{FF2B5EF4-FFF2-40B4-BE49-F238E27FC236}">
                  <a16:creationId xmlns:a16="http://schemas.microsoft.com/office/drawing/2014/main" id="{08CBAAA2-3DF5-477F-99E9-99CA91662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112"/>
              <a:ext cx="15" cy="59"/>
            </a:xfrm>
            <a:custGeom>
              <a:avLst/>
              <a:gdLst>
                <a:gd name="T0" fmla="*/ 0 w 8"/>
                <a:gd name="T1" fmla="*/ 0 h 31"/>
                <a:gd name="T2" fmla="*/ 15 w 8"/>
                <a:gd name="T3" fmla="*/ 97 h 31"/>
                <a:gd name="T4" fmla="*/ 53 w 8"/>
                <a:gd name="T5" fmla="*/ 213 h 31"/>
                <a:gd name="T6" fmla="*/ 53 w 8"/>
                <a:gd name="T7" fmla="*/ 145 h 31"/>
                <a:gd name="T8" fmla="*/ 32 w 8"/>
                <a:gd name="T9" fmla="*/ 97 h 31"/>
                <a:gd name="T10" fmla="*/ 21 w 8"/>
                <a:gd name="T11" fmla="*/ 4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1">
                  <a:moveTo>
                    <a:pt x="0" y="0"/>
                  </a:moveTo>
                  <a:cubicBezTo>
                    <a:pt x="0" y="4"/>
                    <a:pt x="1" y="9"/>
                    <a:pt x="2" y="14"/>
                  </a:cubicBezTo>
                  <a:cubicBezTo>
                    <a:pt x="4" y="19"/>
                    <a:pt x="4" y="28"/>
                    <a:pt x="8" y="31"/>
                  </a:cubicBezTo>
                  <a:cubicBezTo>
                    <a:pt x="8" y="28"/>
                    <a:pt x="3" y="23"/>
                    <a:pt x="8" y="21"/>
                  </a:cubicBezTo>
                  <a:cubicBezTo>
                    <a:pt x="5" y="22"/>
                    <a:pt x="6" y="16"/>
                    <a:pt x="5" y="14"/>
                  </a:cubicBezTo>
                  <a:cubicBezTo>
                    <a:pt x="4" y="11"/>
                    <a:pt x="1" y="10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4" name="Freeform 389">
              <a:extLst>
                <a:ext uri="{FF2B5EF4-FFF2-40B4-BE49-F238E27FC236}">
                  <a16:creationId xmlns:a16="http://schemas.microsoft.com/office/drawing/2014/main" id="{AC4E2892-3F79-4F07-AD51-C4869D1B6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916"/>
              <a:ext cx="22" cy="65"/>
            </a:xfrm>
            <a:custGeom>
              <a:avLst/>
              <a:gdLst>
                <a:gd name="T0" fmla="*/ 37 w 12"/>
                <a:gd name="T1" fmla="*/ 0 h 34"/>
                <a:gd name="T2" fmla="*/ 7 w 12"/>
                <a:gd name="T3" fmla="*/ 48 h 34"/>
                <a:gd name="T4" fmla="*/ 20 w 12"/>
                <a:gd name="T5" fmla="*/ 113 h 34"/>
                <a:gd name="T6" fmla="*/ 44 w 12"/>
                <a:gd name="T7" fmla="*/ 184 h 34"/>
                <a:gd name="T8" fmla="*/ 44 w 12"/>
                <a:gd name="T9" fmla="*/ 237 h 34"/>
                <a:gd name="T10" fmla="*/ 73 w 12"/>
                <a:gd name="T11" fmla="*/ 189 h 34"/>
                <a:gd name="T12" fmla="*/ 44 w 12"/>
                <a:gd name="T13" fmla="*/ 124 h 34"/>
                <a:gd name="T14" fmla="*/ 37 w 12"/>
                <a:gd name="T15" fmla="*/ 84 h 34"/>
                <a:gd name="T16" fmla="*/ 61 w 12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34">
                  <a:moveTo>
                    <a:pt x="6" y="0"/>
                  </a:moveTo>
                  <a:cubicBezTo>
                    <a:pt x="3" y="2"/>
                    <a:pt x="1" y="3"/>
                    <a:pt x="1" y="7"/>
                  </a:cubicBezTo>
                  <a:cubicBezTo>
                    <a:pt x="0" y="10"/>
                    <a:pt x="1" y="13"/>
                    <a:pt x="3" y="16"/>
                  </a:cubicBezTo>
                  <a:cubicBezTo>
                    <a:pt x="4" y="19"/>
                    <a:pt x="7" y="22"/>
                    <a:pt x="7" y="26"/>
                  </a:cubicBezTo>
                  <a:cubicBezTo>
                    <a:pt x="7" y="29"/>
                    <a:pt x="4" y="33"/>
                    <a:pt x="7" y="34"/>
                  </a:cubicBezTo>
                  <a:cubicBezTo>
                    <a:pt x="7" y="31"/>
                    <a:pt x="7" y="27"/>
                    <a:pt x="12" y="27"/>
                  </a:cubicBezTo>
                  <a:cubicBezTo>
                    <a:pt x="8" y="26"/>
                    <a:pt x="6" y="21"/>
                    <a:pt x="7" y="18"/>
                  </a:cubicBezTo>
                  <a:cubicBezTo>
                    <a:pt x="4" y="16"/>
                    <a:pt x="3" y="14"/>
                    <a:pt x="6" y="12"/>
                  </a:cubicBezTo>
                  <a:cubicBezTo>
                    <a:pt x="3" y="9"/>
                    <a:pt x="6" y="1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5" name="Freeform 390">
              <a:extLst>
                <a:ext uri="{FF2B5EF4-FFF2-40B4-BE49-F238E27FC236}">
                  <a16:creationId xmlns:a16="http://schemas.microsoft.com/office/drawing/2014/main" id="{AE57749A-13BC-4F8D-8066-EF5F5D2C9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951"/>
              <a:ext cx="16" cy="47"/>
            </a:xfrm>
            <a:custGeom>
              <a:avLst/>
              <a:gdLst>
                <a:gd name="T0" fmla="*/ 12 w 9"/>
                <a:gd name="T1" fmla="*/ 53 h 25"/>
                <a:gd name="T2" fmla="*/ 28 w 9"/>
                <a:gd name="T3" fmla="*/ 100 h 25"/>
                <a:gd name="T4" fmla="*/ 36 w 9"/>
                <a:gd name="T5" fmla="*/ 165 h 25"/>
                <a:gd name="T6" fmla="*/ 50 w 9"/>
                <a:gd name="T7" fmla="*/ 128 h 25"/>
                <a:gd name="T8" fmla="*/ 37 w 9"/>
                <a:gd name="T9" fmla="*/ 60 h 25"/>
                <a:gd name="T10" fmla="*/ 7 w 9"/>
                <a:gd name="T11" fmla="*/ 39 h 25"/>
                <a:gd name="T12" fmla="*/ 0 w 9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5">
                  <a:moveTo>
                    <a:pt x="2" y="8"/>
                  </a:moveTo>
                  <a:cubicBezTo>
                    <a:pt x="3" y="10"/>
                    <a:pt x="4" y="13"/>
                    <a:pt x="5" y="15"/>
                  </a:cubicBezTo>
                  <a:cubicBezTo>
                    <a:pt x="6" y="19"/>
                    <a:pt x="5" y="22"/>
                    <a:pt x="6" y="25"/>
                  </a:cubicBezTo>
                  <a:cubicBezTo>
                    <a:pt x="6" y="23"/>
                    <a:pt x="7" y="20"/>
                    <a:pt x="9" y="19"/>
                  </a:cubicBezTo>
                  <a:cubicBezTo>
                    <a:pt x="6" y="17"/>
                    <a:pt x="5" y="11"/>
                    <a:pt x="7" y="9"/>
                  </a:cubicBezTo>
                  <a:cubicBezTo>
                    <a:pt x="5" y="7"/>
                    <a:pt x="2" y="8"/>
                    <a:pt x="1" y="6"/>
                  </a:cubicBezTo>
                  <a:cubicBezTo>
                    <a:pt x="0" y="4"/>
                    <a:pt x="1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6" name="Freeform 391">
              <a:extLst>
                <a:ext uri="{FF2B5EF4-FFF2-40B4-BE49-F238E27FC236}">
                  <a16:creationId xmlns:a16="http://schemas.microsoft.com/office/drawing/2014/main" id="{818766B7-53B3-4EE7-B1AE-BAAE78214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135"/>
              <a:ext cx="45" cy="21"/>
            </a:xfrm>
            <a:custGeom>
              <a:avLst/>
              <a:gdLst>
                <a:gd name="T0" fmla="*/ 0 w 25"/>
                <a:gd name="T1" fmla="*/ 8 h 11"/>
                <a:gd name="T2" fmla="*/ 65 w 25"/>
                <a:gd name="T3" fmla="*/ 21 h 11"/>
                <a:gd name="T4" fmla="*/ 146 w 25"/>
                <a:gd name="T5" fmla="*/ 40 h 11"/>
                <a:gd name="T6" fmla="*/ 104 w 25"/>
                <a:gd name="T7" fmla="*/ 76 h 11"/>
                <a:gd name="T8" fmla="*/ 72 w 25"/>
                <a:gd name="T9" fmla="*/ 55 h 11"/>
                <a:gd name="T10" fmla="*/ 41 w 25"/>
                <a:gd name="T11" fmla="*/ 15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1">
                  <a:moveTo>
                    <a:pt x="0" y="1"/>
                  </a:moveTo>
                  <a:cubicBezTo>
                    <a:pt x="5" y="0"/>
                    <a:pt x="7" y="1"/>
                    <a:pt x="11" y="3"/>
                  </a:cubicBezTo>
                  <a:cubicBezTo>
                    <a:pt x="15" y="5"/>
                    <a:pt x="20" y="5"/>
                    <a:pt x="25" y="6"/>
                  </a:cubicBezTo>
                  <a:cubicBezTo>
                    <a:pt x="22" y="6"/>
                    <a:pt x="17" y="6"/>
                    <a:pt x="18" y="11"/>
                  </a:cubicBezTo>
                  <a:cubicBezTo>
                    <a:pt x="18" y="7"/>
                    <a:pt x="14" y="7"/>
                    <a:pt x="12" y="8"/>
                  </a:cubicBezTo>
                  <a:cubicBezTo>
                    <a:pt x="11" y="5"/>
                    <a:pt x="8" y="4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7" name="Freeform 392">
              <a:extLst>
                <a:ext uri="{FF2B5EF4-FFF2-40B4-BE49-F238E27FC236}">
                  <a16:creationId xmlns:a16="http://schemas.microsoft.com/office/drawing/2014/main" id="{555E6053-A475-4D55-9B46-FC33509EF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221"/>
              <a:ext cx="29" cy="30"/>
            </a:xfrm>
            <a:custGeom>
              <a:avLst/>
              <a:gdLst>
                <a:gd name="T0" fmla="*/ 0 w 16"/>
                <a:gd name="T1" fmla="*/ 99 h 16"/>
                <a:gd name="T2" fmla="*/ 96 w 16"/>
                <a:gd name="T3" fmla="*/ 0 h 16"/>
                <a:gd name="T4" fmla="*/ 89 w 16"/>
                <a:gd name="T5" fmla="*/ 53 h 16"/>
                <a:gd name="T6" fmla="*/ 73 w 16"/>
                <a:gd name="T7" fmla="*/ 84 h 16"/>
                <a:gd name="T8" fmla="*/ 53 w 16"/>
                <a:gd name="T9" fmla="*/ 105 h 16"/>
                <a:gd name="T10" fmla="*/ 16 w 16"/>
                <a:gd name="T11" fmla="*/ 10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6">
                  <a:moveTo>
                    <a:pt x="0" y="15"/>
                  </a:moveTo>
                  <a:cubicBezTo>
                    <a:pt x="9" y="15"/>
                    <a:pt x="13" y="7"/>
                    <a:pt x="16" y="0"/>
                  </a:cubicBezTo>
                  <a:cubicBezTo>
                    <a:pt x="14" y="2"/>
                    <a:pt x="14" y="5"/>
                    <a:pt x="15" y="8"/>
                  </a:cubicBezTo>
                  <a:cubicBezTo>
                    <a:pt x="12" y="8"/>
                    <a:pt x="12" y="11"/>
                    <a:pt x="12" y="13"/>
                  </a:cubicBezTo>
                  <a:cubicBezTo>
                    <a:pt x="10" y="12"/>
                    <a:pt x="8" y="14"/>
                    <a:pt x="9" y="16"/>
                  </a:cubicBezTo>
                  <a:cubicBezTo>
                    <a:pt x="7" y="15"/>
                    <a:pt x="5" y="15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8" name="Freeform 393">
              <a:extLst>
                <a:ext uri="{FF2B5EF4-FFF2-40B4-BE49-F238E27FC236}">
                  <a16:creationId xmlns:a16="http://schemas.microsoft.com/office/drawing/2014/main" id="{9E9122E7-4772-4C4E-B12E-FEFA46D59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369"/>
              <a:ext cx="34" cy="15"/>
            </a:xfrm>
            <a:custGeom>
              <a:avLst/>
              <a:gdLst>
                <a:gd name="T0" fmla="*/ 0 w 19"/>
                <a:gd name="T1" fmla="*/ 45 h 8"/>
                <a:gd name="T2" fmla="*/ 109 w 19"/>
                <a:gd name="T3" fmla="*/ 0 h 8"/>
                <a:gd name="T4" fmla="*/ 93 w 19"/>
                <a:gd name="T5" fmla="*/ 39 h 8"/>
                <a:gd name="T6" fmla="*/ 64 w 19"/>
                <a:gd name="T7" fmla="*/ 45 h 8"/>
                <a:gd name="T8" fmla="*/ 29 w 19"/>
                <a:gd name="T9" fmla="*/ 4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">
                  <a:moveTo>
                    <a:pt x="0" y="7"/>
                  </a:moveTo>
                  <a:cubicBezTo>
                    <a:pt x="7" y="8"/>
                    <a:pt x="13" y="0"/>
                    <a:pt x="19" y="0"/>
                  </a:cubicBezTo>
                  <a:cubicBezTo>
                    <a:pt x="17" y="1"/>
                    <a:pt x="15" y="3"/>
                    <a:pt x="16" y="6"/>
                  </a:cubicBezTo>
                  <a:cubicBezTo>
                    <a:pt x="15" y="2"/>
                    <a:pt x="12" y="4"/>
                    <a:pt x="11" y="7"/>
                  </a:cubicBezTo>
                  <a:cubicBezTo>
                    <a:pt x="9" y="5"/>
                    <a:pt x="7" y="6"/>
                    <a:pt x="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9" name="Freeform 394">
              <a:extLst>
                <a:ext uri="{FF2B5EF4-FFF2-40B4-BE49-F238E27FC236}">
                  <a16:creationId xmlns:a16="http://schemas.microsoft.com/office/drawing/2014/main" id="{E8905D5A-0B4B-441B-9928-3E1B11F37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456"/>
              <a:ext cx="16" cy="50"/>
            </a:xfrm>
            <a:custGeom>
              <a:avLst/>
              <a:gdLst>
                <a:gd name="T0" fmla="*/ 16 w 9"/>
                <a:gd name="T1" fmla="*/ 37 h 26"/>
                <a:gd name="T2" fmla="*/ 36 w 9"/>
                <a:gd name="T3" fmla="*/ 100 h 26"/>
                <a:gd name="T4" fmla="*/ 0 w 9"/>
                <a:gd name="T5" fmla="*/ 185 h 26"/>
                <a:gd name="T6" fmla="*/ 44 w 9"/>
                <a:gd name="T7" fmla="*/ 140 h 26"/>
                <a:gd name="T8" fmla="*/ 44 w 9"/>
                <a:gd name="T9" fmla="*/ 77 h 26"/>
                <a:gd name="T10" fmla="*/ 36 w 9"/>
                <a:gd name="T11" fmla="*/ 48 h 26"/>
                <a:gd name="T12" fmla="*/ 36 w 9"/>
                <a:gd name="T13" fmla="*/ 15 h 26"/>
                <a:gd name="T14" fmla="*/ 0 w 9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26">
                  <a:moveTo>
                    <a:pt x="3" y="5"/>
                  </a:moveTo>
                  <a:cubicBezTo>
                    <a:pt x="5" y="8"/>
                    <a:pt x="6" y="11"/>
                    <a:pt x="6" y="14"/>
                  </a:cubicBezTo>
                  <a:cubicBezTo>
                    <a:pt x="5" y="19"/>
                    <a:pt x="0" y="22"/>
                    <a:pt x="0" y="26"/>
                  </a:cubicBezTo>
                  <a:cubicBezTo>
                    <a:pt x="3" y="24"/>
                    <a:pt x="5" y="22"/>
                    <a:pt x="8" y="20"/>
                  </a:cubicBezTo>
                  <a:cubicBezTo>
                    <a:pt x="6" y="17"/>
                    <a:pt x="9" y="14"/>
                    <a:pt x="8" y="11"/>
                  </a:cubicBezTo>
                  <a:cubicBezTo>
                    <a:pt x="8" y="10"/>
                    <a:pt x="7" y="8"/>
                    <a:pt x="6" y="7"/>
                  </a:cubicBezTo>
                  <a:cubicBezTo>
                    <a:pt x="6" y="5"/>
                    <a:pt x="6" y="4"/>
                    <a:pt x="6" y="2"/>
                  </a:cubicBezTo>
                  <a:cubicBezTo>
                    <a:pt x="3" y="4"/>
                    <a:pt x="0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0" name="Freeform 395">
              <a:extLst>
                <a:ext uri="{FF2B5EF4-FFF2-40B4-BE49-F238E27FC236}">
                  <a16:creationId xmlns:a16="http://schemas.microsoft.com/office/drawing/2014/main" id="{0152449B-7C50-4720-9FA4-0DA4359C1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416"/>
              <a:ext cx="31" cy="42"/>
            </a:xfrm>
            <a:custGeom>
              <a:avLst/>
              <a:gdLst>
                <a:gd name="T0" fmla="*/ 73 w 17"/>
                <a:gd name="T1" fmla="*/ 29 h 22"/>
                <a:gd name="T2" fmla="*/ 13 w 17"/>
                <a:gd name="T3" fmla="*/ 124 h 22"/>
                <a:gd name="T4" fmla="*/ 104 w 17"/>
                <a:gd name="T5" fmla="*/ 105 h 22"/>
                <a:gd name="T6" fmla="*/ 86 w 17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2">
                  <a:moveTo>
                    <a:pt x="12" y="4"/>
                  </a:moveTo>
                  <a:cubicBezTo>
                    <a:pt x="9" y="6"/>
                    <a:pt x="0" y="13"/>
                    <a:pt x="2" y="18"/>
                  </a:cubicBezTo>
                  <a:cubicBezTo>
                    <a:pt x="4" y="22"/>
                    <a:pt x="13" y="16"/>
                    <a:pt x="17" y="15"/>
                  </a:cubicBezTo>
                  <a:cubicBezTo>
                    <a:pt x="4" y="18"/>
                    <a:pt x="13" y="6"/>
                    <a:pt x="14" y="0"/>
                  </a:cubicBezTo>
                </a:path>
              </a:pathLst>
            </a:custGeom>
            <a:solidFill>
              <a:srgbClr val="B2A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1" name="Freeform 396">
              <a:extLst>
                <a:ext uri="{FF2B5EF4-FFF2-40B4-BE49-F238E27FC236}">
                  <a16:creationId xmlns:a16="http://schemas.microsoft.com/office/drawing/2014/main" id="{8C3DB01C-91D1-4850-966B-733BACA6A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369"/>
              <a:ext cx="70" cy="53"/>
            </a:xfrm>
            <a:custGeom>
              <a:avLst/>
              <a:gdLst>
                <a:gd name="T0" fmla="*/ 0 w 39"/>
                <a:gd name="T1" fmla="*/ 61 h 28"/>
                <a:gd name="T2" fmla="*/ 102 w 39"/>
                <a:gd name="T3" fmla="*/ 89 h 28"/>
                <a:gd name="T4" fmla="*/ 174 w 39"/>
                <a:gd name="T5" fmla="*/ 28 h 28"/>
                <a:gd name="T6" fmla="*/ 151 w 39"/>
                <a:gd name="T7" fmla="*/ 121 h 28"/>
                <a:gd name="T8" fmla="*/ 226 w 39"/>
                <a:gd name="T9" fmla="*/ 189 h 28"/>
                <a:gd name="T10" fmla="*/ 138 w 39"/>
                <a:gd name="T11" fmla="*/ 168 h 28"/>
                <a:gd name="T12" fmla="*/ 126 w 39"/>
                <a:gd name="T13" fmla="*/ 115 h 28"/>
                <a:gd name="T14" fmla="*/ 93 w 39"/>
                <a:gd name="T15" fmla="*/ 115 h 28"/>
                <a:gd name="T16" fmla="*/ 36 w 39"/>
                <a:gd name="T17" fmla="*/ 7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8">
                  <a:moveTo>
                    <a:pt x="0" y="9"/>
                  </a:moveTo>
                  <a:cubicBezTo>
                    <a:pt x="4" y="12"/>
                    <a:pt x="13" y="15"/>
                    <a:pt x="18" y="13"/>
                  </a:cubicBezTo>
                  <a:cubicBezTo>
                    <a:pt x="22" y="12"/>
                    <a:pt x="25" y="0"/>
                    <a:pt x="30" y="4"/>
                  </a:cubicBezTo>
                  <a:cubicBezTo>
                    <a:pt x="33" y="6"/>
                    <a:pt x="25" y="13"/>
                    <a:pt x="26" y="18"/>
                  </a:cubicBezTo>
                  <a:cubicBezTo>
                    <a:pt x="26" y="24"/>
                    <a:pt x="35" y="24"/>
                    <a:pt x="39" y="28"/>
                  </a:cubicBezTo>
                  <a:cubicBezTo>
                    <a:pt x="34" y="24"/>
                    <a:pt x="29" y="24"/>
                    <a:pt x="24" y="25"/>
                  </a:cubicBezTo>
                  <a:cubicBezTo>
                    <a:pt x="23" y="23"/>
                    <a:pt x="23" y="18"/>
                    <a:pt x="22" y="17"/>
                  </a:cubicBezTo>
                  <a:cubicBezTo>
                    <a:pt x="19" y="15"/>
                    <a:pt x="18" y="17"/>
                    <a:pt x="16" y="17"/>
                  </a:cubicBezTo>
                  <a:cubicBezTo>
                    <a:pt x="12" y="17"/>
                    <a:pt x="9" y="13"/>
                    <a:pt x="6" y="11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2" name="Freeform 397">
              <a:extLst>
                <a:ext uri="{FF2B5EF4-FFF2-40B4-BE49-F238E27FC236}">
                  <a16:creationId xmlns:a16="http://schemas.microsoft.com/office/drawing/2014/main" id="{DD212624-67A0-450F-8A28-6F5C569A1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363"/>
              <a:ext cx="27" cy="33"/>
            </a:xfrm>
            <a:custGeom>
              <a:avLst/>
              <a:gdLst>
                <a:gd name="T0" fmla="*/ 0 w 15"/>
                <a:gd name="T1" fmla="*/ 95 h 17"/>
                <a:gd name="T2" fmla="*/ 23 w 15"/>
                <a:gd name="T3" fmla="*/ 124 h 17"/>
                <a:gd name="T4" fmla="*/ 23 w 15"/>
                <a:gd name="T5" fmla="*/ 6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0" y="13"/>
                  </a:moveTo>
                  <a:cubicBezTo>
                    <a:pt x="4" y="0"/>
                    <a:pt x="15" y="8"/>
                    <a:pt x="4" y="17"/>
                  </a:cubicBezTo>
                  <a:cubicBezTo>
                    <a:pt x="5" y="14"/>
                    <a:pt x="5" y="11"/>
                    <a:pt x="4" y="9"/>
                  </a:cubicBezTo>
                </a:path>
              </a:pathLst>
            </a:custGeom>
            <a:solidFill>
              <a:srgbClr val="B2A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3" name="Freeform 398">
              <a:extLst>
                <a:ext uri="{FF2B5EF4-FFF2-40B4-BE49-F238E27FC236}">
                  <a16:creationId xmlns:a16="http://schemas.microsoft.com/office/drawing/2014/main" id="{34AF13E9-3001-47BD-8DAC-0AAB23599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422"/>
              <a:ext cx="39" cy="36"/>
            </a:xfrm>
            <a:custGeom>
              <a:avLst/>
              <a:gdLst>
                <a:gd name="T0" fmla="*/ 89 w 22"/>
                <a:gd name="T1" fmla="*/ 0 h 19"/>
                <a:gd name="T2" fmla="*/ 7 w 22"/>
                <a:gd name="T3" fmla="*/ 53 h 19"/>
                <a:gd name="T4" fmla="*/ 85 w 22"/>
                <a:gd name="T5" fmla="*/ 83 h 19"/>
                <a:gd name="T6" fmla="*/ 66 w 22"/>
                <a:gd name="T7" fmla="*/ 40 h 19"/>
                <a:gd name="T8" fmla="*/ 122 w 22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9">
                  <a:moveTo>
                    <a:pt x="16" y="0"/>
                  </a:moveTo>
                  <a:cubicBezTo>
                    <a:pt x="11" y="0"/>
                    <a:pt x="0" y="2"/>
                    <a:pt x="1" y="8"/>
                  </a:cubicBezTo>
                  <a:cubicBezTo>
                    <a:pt x="1" y="15"/>
                    <a:pt x="12" y="19"/>
                    <a:pt x="15" y="12"/>
                  </a:cubicBezTo>
                  <a:cubicBezTo>
                    <a:pt x="9" y="13"/>
                    <a:pt x="10" y="9"/>
                    <a:pt x="12" y="6"/>
                  </a:cubicBezTo>
                  <a:cubicBezTo>
                    <a:pt x="14" y="4"/>
                    <a:pt x="19" y="0"/>
                    <a:pt x="22" y="0"/>
                  </a:cubicBezTo>
                </a:path>
              </a:pathLst>
            </a:custGeom>
            <a:solidFill>
              <a:srgbClr val="B2A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4" name="Freeform 399">
              <a:extLst>
                <a:ext uri="{FF2B5EF4-FFF2-40B4-BE49-F238E27FC236}">
                  <a16:creationId xmlns:a16="http://schemas.microsoft.com/office/drawing/2014/main" id="{2361AB26-54CA-4A22-A026-673865A4C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228"/>
              <a:ext cx="50" cy="33"/>
            </a:xfrm>
            <a:custGeom>
              <a:avLst/>
              <a:gdLst>
                <a:gd name="T0" fmla="*/ 96 w 28"/>
                <a:gd name="T1" fmla="*/ 0 h 17"/>
                <a:gd name="T2" fmla="*/ 52 w 28"/>
                <a:gd name="T3" fmla="*/ 95 h 17"/>
                <a:gd name="T4" fmla="*/ 159 w 28"/>
                <a:gd name="T5" fmla="*/ 37 h 17"/>
                <a:gd name="T6" fmla="*/ 102 w 28"/>
                <a:gd name="T7" fmla="*/ 3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7">
                  <a:moveTo>
                    <a:pt x="17" y="0"/>
                  </a:moveTo>
                  <a:cubicBezTo>
                    <a:pt x="15" y="5"/>
                    <a:pt x="0" y="8"/>
                    <a:pt x="9" y="13"/>
                  </a:cubicBezTo>
                  <a:cubicBezTo>
                    <a:pt x="15" y="17"/>
                    <a:pt x="28" y="10"/>
                    <a:pt x="28" y="5"/>
                  </a:cubicBezTo>
                  <a:cubicBezTo>
                    <a:pt x="24" y="15"/>
                    <a:pt x="8" y="8"/>
                    <a:pt x="18" y="4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5" name="Freeform 400">
              <a:extLst>
                <a:ext uri="{FF2B5EF4-FFF2-40B4-BE49-F238E27FC236}">
                  <a16:creationId xmlns:a16="http://schemas.microsoft.com/office/drawing/2014/main" id="{D46286B1-E3EA-4C7E-B389-33DDA54E1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209"/>
              <a:ext cx="41" cy="19"/>
            </a:xfrm>
            <a:custGeom>
              <a:avLst/>
              <a:gdLst>
                <a:gd name="T0" fmla="*/ 21 w 23"/>
                <a:gd name="T1" fmla="*/ 0 h 10"/>
                <a:gd name="T2" fmla="*/ 0 w 23"/>
                <a:gd name="T3" fmla="*/ 61 h 10"/>
                <a:gd name="T4" fmla="*/ 80 w 23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">
                  <a:moveTo>
                    <a:pt x="4" y="0"/>
                  </a:moveTo>
                  <a:cubicBezTo>
                    <a:pt x="9" y="8"/>
                    <a:pt x="8" y="7"/>
                    <a:pt x="0" y="9"/>
                  </a:cubicBezTo>
                  <a:cubicBezTo>
                    <a:pt x="4" y="10"/>
                    <a:pt x="23" y="10"/>
                    <a:pt x="14" y="4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6" name="Freeform 401">
              <a:extLst>
                <a:ext uri="{FF2B5EF4-FFF2-40B4-BE49-F238E27FC236}">
                  <a16:creationId xmlns:a16="http://schemas.microsoft.com/office/drawing/2014/main" id="{813EFEC2-48E7-47AB-980E-973288049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513"/>
              <a:ext cx="16" cy="16"/>
            </a:xfrm>
            <a:custGeom>
              <a:avLst/>
              <a:gdLst>
                <a:gd name="T0" fmla="*/ 0 w 9"/>
                <a:gd name="T1" fmla="*/ 8 h 8"/>
                <a:gd name="T2" fmla="*/ 50 w 9"/>
                <a:gd name="T3" fmla="*/ 0 h 8"/>
                <a:gd name="T4" fmla="*/ 44 w 9"/>
                <a:gd name="T5" fmla="*/ 64 h 8"/>
                <a:gd name="T6" fmla="*/ 0 w 9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3" y="2"/>
                    <a:pt x="6" y="1"/>
                    <a:pt x="9" y="0"/>
                  </a:cubicBezTo>
                  <a:cubicBezTo>
                    <a:pt x="8" y="2"/>
                    <a:pt x="8" y="5"/>
                    <a:pt x="8" y="8"/>
                  </a:cubicBezTo>
                  <a:cubicBezTo>
                    <a:pt x="8" y="4"/>
                    <a:pt x="5" y="0"/>
                    <a:pt x="0" y="0"/>
                  </a:cubicBezTo>
                </a:path>
              </a:pathLst>
            </a:custGeom>
            <a:solidFill>
              <a:srgbClr val="948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7" name="Freeform 402">
              <a:extLst>
                <a:ext uri="{FF2B5EF4-FFF2-40B4-BE49-F238E27FC236}">
                  <a16:creationId xmlns:a16="http://schemas.microsoft.com/office/drawing/2014/main" id="{B60FDC30-1B04-4A2C-A213-E7B8B8A6F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529"/>
              <a:ext cx="17" cy="17"/>
            </a:xfrm>
            <a:custGeom>
              <a:avLst/>
              <a:gdLst>
                <a:gd name="T0" fmla="*/ 0 w 10"/>
                <a:gd name="T1" fmla="*/ 60 h 9"/>
                <a:gd name="T2" fmla="*/ 49 w 10"/>
                <a:gd name="T3" fmla="*/ 40 h 9"/>
                <a:gd name="T4" fmla="*/ 20 w 10"/>
                <a:gd name="T5" fmla="*/ 0 h 9"/>
                <a:gd name="T6" fmla="*/ 0 w 10"/>
                <a:gd name="T7" fmla="*/ 4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3" y="7"/>
                    <a:pt x="6" y="5"/>
                    <a:pt x="10" y="6"/>
                  </a:cubicBezTo>
                  <a:cubicBezTo>
                    <a:pt x="7" y="5"/>
                    <a:pt x="5" y="3"/>
                    <a:pt x="4" y="0"/>
                  </a:cubicBezTo>
                  <a:cubicBezTo>
                    <a:pt x="3" y="2"/>
                    <a:pt x="2" y="5"/>
                    <a:pt x="0" y="6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8" name="Freeform 403">
              <a:extLst>
                <a:ext uri="{FF2B5EF4-FFF2-40B4-BE49-F238E27FC236}">
                  <a16:creationId xmlns:a16="http://schemas.microsoft.com/office/drawing/2014/main" id="{1249B9DE-DEB0-4CAE-B70B-63B607F4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350"/>
              <a:ext cx="171" cy="165"/>
            </a:xfrm>
            <a:custGeom>
              <a:avLst/>
              <a:gdLst>
                <a:gd name="T0" fmla="*/ 333 w 96"/>
                <a:gd name="T1" fmla="*/ 0 h 87"/>
                <a:gd name="T2" fmla="*/ 312 w 96"/>
                <a:gd name="T3" fmla="*/ 8 h 87"/>
                <a:gd name="T4" fmla="*/ 442 w 96"/>
                <a:gd name="T5" fmla="*/ 40 h 87"/>
                <a:gd name="T6" fmla="*/ 463 w 96"/>
                <a:gd name="T7" fmla="*/ 169 h 87"/>
                <a:gd name="T8" fmla="*/ 297 w 96"/>
                <a:gd name="T9" fmla="*/ 245 h 87"/>
                <a:gd name="T10" fmla="*/ 216 w 96"/>
                <a:gd name="T11" fmla="*/ 349 h 87"/>
                <a:gd name="T12" fmla="*/ 406 w 96"/>
                <a:gd name="T13" fmla="*/ 226 h 87"/>
                <a:gd name="T14" fmla="*/ 508 w 96"/>
                <a:gd name="T15" fmla="*/ 245 h 87"/>
                <a:gd name="T16" fmla="*/ 527 w 96"/>
                <a:gd name="T17" fmla="*/ 366 h 87"/>
                <a:gd name="T18" fmla="*/ 499 w 96"/>
                <a:gd name="T19" fmla="*/ 486 h 87"/>
                <a:gd name="T20" fmla="*/ 435 w 96"/>
                <a:gd name="T21" fmla="*/ 493 h 87"/>
                <a:gd name="T22" fmla="*/ 297 w 96"/>
                <a:gd name="T23" fmla="*/ 465 h 87"/>
                <a:gd name="T24" fmla="*/ 273 w 96"/>
                <a:gd name="T25" fmla="*/ 510 h 87"/>
                <a:gd name="T26" fmla="*/ 196 w 96"/>
                <a:gd name="T27" fmla="*/ 554 h 87"/>
                <a:gd name="T28" fmla="*/ 64 w 96"/>
                <a:gd name="T29" fmla="*/ 573 h 87"/>
                <a:gd name="T30" fmla="*/ 12 w 96"/>
                <a:gd name="T31" fmla="*/ 410 h 87"/>
                <a:gd name="T32" fmla="*/ 29 w 96"/>
                <a:gd name="T33" fmla="*/ 245 h 87"/>
                <a:gd name="T34" fmla="*/ 114 w 96"/>
                <a:gd name="T35" fmla="*/ 205 h 8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6" h="87">
                  <a:moveTo>
                    <a:pt x="59" y="0"/>
                  </a:moveTo>
                  <a:cubicBezTo>
                    <a:pt x="58" y="0"/>
                    <a:pt x="56" y="0"/>
                    <a:pt x="55" y="1"/>
                  </a:cubicBezTo>
                  <a:cubicBezTo>
                    <a:pt x="58" y="8"/>
                    <a:pt x="72" y="4"/>
                    <a:pt x="78" y="6"/>
                  </a:cubicBezTo>
                  <a:cubicBezTo>
                    <a:pt x="88" y="9"/>
                    <a:pt x="89" y="18"/>
                    <a:pt x="82" y="25"/>
                  </a:cubicBezTo>
                  <a:cubicBezTo>
                    <a:pt x="73" y="33"/>
                    <a:pt x="64" y="35"/>
                    <a:pt x="53" y="36"/>
                  </a:cubicBezTo>
                  <a:cubicBezTo>
                    <a:pt x="48" y="37"/>
                    <a:pt x="30" y="42"/>
                    <a:pt x="38" y="51"/>
                  </a:cubicBezTo>
                  <a:cubicBezTo>
                    <a:pt x="48" y="61"/>
                    <a:pt x="64" y="37"/>
                    <a:pt x="72" y="33"/>
                  </a:cubicBezTo>
                  <a:cubicBezTo>
                    <a:pt x="78" y="30"/>
                    <a:pt x="85" y="30"/>
                    <a:pt x="90" y="36"/>
                  </a:cubicBezTo>
                  <a:cubicBezTo>
                    <a:pt x="96" y="42"/>
                    <a:pt x="94" y="47"/>
                    <a:pt x="93" y="54"/>
                  </a:cubicBezTo>
                  <a:cubicBezTo>
                    <a:pt x="91" y="60"/>
                    <a:pt x="91" y="67"/>
                    <a:pt x="88" y="71"/>
                  </a:cubicBezTo>
                  <a:cubicBezTo>
                    <a:pt x="85" y="78"/>
                    <a:pt x="83" y="76"/>
                    <a:pt x="77" y="72"/>
                  </a:cubicBezTo>
                  <a:cubicBezTo>
                    <a:pt x="70" y="68"/>
                    <a:pt x="61" y="63"/>
                    <a:pt x="53" y="68"/>
                  </a:cubicBezTo>
                  <a:cubicBezTo>
                    <a:pt x="51" y="70"/>
                    <a:pt x="50" y="73"/>
                    <a:pt x="48" y="75"/>
                  </a:cubicBezTo>
                  <a:cubicBezTo>
                    <a:pt x="45" y="78"/>
                    <a:pt x="40" y="79"/>
                    <a:pt x="35" y="81"/>
                  </a:cubicBezTo>
                  <a:cubicBezTo>
                    <a:pt x="28" y="84"/>
                    <a:pt x="19" y="87"/>
                    <a:pt x="11" y="84"/>
                  </a:cubicBezTo>
                  <a:cubicBezTo>
                    <a:pt x="1" y="81"/>
                    <a:pt x="3" y="70"/>
                    <a:pt x="2" y="60"/>
                  </a:cubicBezTo>
                  <a:cubicBezTo>
                    <a:pt x="2" y="52"/>
                    <a:pt x="0" y="42"/>
                    <a:pt x="5" y="36"/>
                  </a:cubicBezTo>
                  <a:cubicBezTo>
                    <a:pt x="9" y="31"/>
                    <a:pt x="18" y="34"/>
                    <a:pt x="20" y="3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9" name="Freeform 404">
              <a:extLst>
                <a:ext uri="{FF2B5EF4-FFF2-40B4-BE49-F238E27FC236}">
                  <a16:creationId xmlns:a16="http://schemas.microsoft.com/office/drawing/2014/main" id="{9B767CE7-10B4-4B2E-B6DE-3C144BC85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515"/>
              <a:ext cx="31" cy="33"/>
            </a:xfrm>
            <a:custGeom>
              <a:avLst/>
              <a:gdLst>
                <a:gd name="T0" fmla="*/ 0 w 17"/>
                <a:gd name="T1" fmla="*/ 124 h 17"/>
                <a:gd name="T2" fmla="*/ 66 w 1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8" y="14"/>
                    <a:pt x="17" y="1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0" name="Freeform 405">
              <a:extLst>
                <a:ext uri="{FF2B5EF4-FFF2-40B4-BE49-F238E27FC236}">
                  <a16:creationId xmlns:a16="http://schemas.microsoft.com/office/drawing/2014/main" id="{EBF40207-A2EA-4FFA-B68B-2C9CAB4D8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1348"/>
              <a:ext cx="69" cy="93"/>
            </a:xfrm>
            <a:custGeom>
              <a:avLst/>
              <a:gdLst>
                <a:gd name="T0" fmla="*/ 0 w 39"/>
                <a:gd name="T1" fmla="*/ 116 h 49"/>
                <a:gd name="T2" fmla="*/ 179 w 39"/>
                <a:gd name="T3" fmla="*/ 101 h 49"/>
                <a:gd name="T4" fmla="*/ 203 w 39"/>
                <a:gd name="T5" fmla="*/ 192 h 49"/>
                <a:gd name="T6" fmla="*/ 203 w 39"/>
                <a:gd name="T7" fmla="*/ 237 h 49"/>
                <a:gd name="T8" fmla="*/ 150 w 39"/>
                <a:gd name="T9" fmla="*/ 33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9">
                  <a:moveTo>
                    <a:pt x="0" y="17"/>
                  </a:moveTo>
                  <a:cubicBezTo>
                    <a:pt x="13" y="13"/>
                    <a:pt x="25" y="0"/>
                    <a:pt x="32" y="15"/>
                  </a:cubicBezTo>
                  <a:cubicBezTo>
                    <a:pt x="35" y="22"/>
                    <a:pt x="35" y="21"/>
                    <a:pt x="37" y="28"/>
                  </a:cubicBezTo>
                  <a:cubicBezTo>
                    <a:pt x="37" y="31"/>
                    <a:pt x="39" y="32"/>
                    <a:pt x="37" y="35"/>
                  </a:cubicBezTo>
                  <a:cubicBezTo>
                    <a:pt x="36" y="40"/>
                    <a:pt x="29" y="44"/>
                    <a:pt x="27" y="49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1" name="Freeform 406">
              <a:extLst>
                <a:ext uri="{FF2B5EF4-FFF2-40B4-BE49-F238E27FC236}">
                  <a16:creationId xmlns:a16="http://schemas.microsoft.com/office/drawing/2014/main" id="{BEA0ED9A-9F32-4F45-B127-8CAD0C321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441"/>
              <a:ext cx="83" cy="59"/>
            </a:xfrm>
            <a:custGeom>
              <a:avLst/>
              <a:gdLst>
                <a:gd name="T0" fmla="*/ 0 w 47"/>
                <a:gd name="T1" fmla="*/ 0 h 31"/>
                <a:gd name="T2" fmla="*/ 57 w 47"/>
                <a:gd name="T3" fmla="*/ 29 h 31"/>
                <a:gd name="T4" fmla="*/ 143 w 47"/>
                <a:gd name="T5" fmla="*/ 21 h 31"/>
                <a:gd name="T6" fmla="*/ 215 w 47"/>
                <a:gd name="T7" fmla="*/ 91 h 31"/>
                <a:gd name="T8" fmla="*/ 215 w 47"/>
                <a:gd name="T9" fmla="*/ 21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1">
                  <a:moveTo>
                    <a:pt x="0" y="0"/>
                  </a:moveTo>
                  <a:cubicBezTo>
                    <a:pt x="1" y="9"/>
                    <a:pt x="4" y="7"/>
                    <a:pt x="10" y="4"/>
                  </a:cubicBezTo>
                  <a:cubicBezTo>
                    <a:pt x="15" y="2"/>
                    <a:pt x="19" y="1"/>
                    <a:pt x="26" y="3"/>
                  </a:cubicBezTo>
                  <a:cubicBezTo>
                    <a:pt x="31" y="5"/>
                    <a:pt x="35" y="10"/>
                    <a:pt x="39" y="13"/>
                  </a:cubicBezTo>
                  <a:cubicBezTo>
                    <a:pt x="47" y="20"/>
                    <a:pt x="44" y="23"/>
                    <a:pt x="39" y="31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2" name="Freeform 407">
              <a:extLst>
                <a:ext uri="{FF2B5EF4-FFF2-40B4-BE49-F238E27FC236}">
                  <a16:creationId xmlns:a16="http://schemas.microsoft.com/office/drawing/2014/main" id="{E0824178-AE75-4520-96F4-1875D0B40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500"/>
              <a:ext cx="19" cy="29"/>
            </a:xfrm>
            <a:custGeom>
              <a:avLst/>
              <a:gdLst>
                <a:gd name="T0" fmla="*/ 0 w 11"/>
                <a:gd name="T1" fmla="*/ 108 h 15"/>
                <a:gd name="T2" fmla="*/ 57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1" y="8"/>
                    <a:pt x="6" y="4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3" name="Freeform 408">
              <a:extLst>
                <a:ext uri="{FF2B5EF4-FFF2-40B4-BE49-F238E27FC236}">
                  <a16:creationId xmlns:a16="http://schemas.microsoft.com/office/drawing/2014/main" id="{8338A0C6-28E5-4FA4-9912-ED9BF58B3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141"/>
              <a:ext cx="239" cy="97"/>
            </a:xfrm>
            <a:custGeom>
              <a:avLst/>
              <a:gdLst>
                <a:gd name="T0" fmla="*/ 0 w 134"/>
                <a:gd name="T1" fmla="*/ 21 h 51"/>
                <a:gd name="T2" fmla="*/ 109 w 134"/>
                <a:gd name="T3" fmla="*/ 61 h 51"/>
                <a:gd name="T4" fmla="*/ 171 w 134"/>
                <a:gd name="T5" fmla="*/ 145 h 51"/>
                <a:gd name="T6" fmla="*/ 305 w 134"/>
                <a:gd name="T7" fmla="*/ 116 h 51"/>
                <a:gd name="T8" fmla="*/ 492 w 134"/>
                <a:gd name="T9" fmla="*/ 200 h 51"/>
                <a:gd name="T10" fmla="*/ 589 w 134"/>
                <a:gd name="T11" fmla="*/ 297 h 51"/>
                <a:gd name="T12" fmla="*/ 726 w 134"/>
                <a:gd name="T13" fmla="*/ 321 h 51"/>
                <a:gd name="T14" fmla="*/ 658 w 134"/>
                <a:gd name="T15" fmla="*/ 245 h 51"/>
                <a:gd name="T16" fmla="*/ 614 w 134"/>
                <a:gd name="T17" fmla="*/ 137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51">
                  <a:moveTo>
                    <a:pt x="0" y="3"/>
                  </a:moveTo>
                  <a:cubicBezTo>
                    <a:pt x="9" y="0"/>
                    <a:pt x="13" y="2"/>
                    <a:pt x="19" y="9"/>
                  </a:cubicBezTo>
                  <a:cubicBezTo>
                    <a:pt x="23" y="13"/>
                    <a:pt x="24" y="19"/>
                    <a:pt x="30" y="21"/>
                  </a:cubicBezTo>
                  <a:cubicBezTo>
                    <a:pt x="37" y="24"/>
                    <a:pt x="47" y="17"/>
                    <a:pt x="54" y="17"/>
                  </a:cubicBezTo>
                  <a:cubicBezTo>
                    <a:pt x="65" y="17"/>
                    <a:pt x="78" y="22"/>
                    <a:pt x="87" y="29"/>
                  </a:cubicBezTo>
                  <a:cubicBezTo>
                    <a:pt x="93" y="34"/>
                    <a:pt x="97" y="40"/>
                    <a:pt x="104" y="43"/>
                  </a:cubicBezTo>
                  <a:cubicBezTo>
                    <a:pt x="108" y="45"/>
                    <a:pt x="125" y="51"/>
                    <a:pt x="128" y="47"/>
                  </a:cubicBezTo>
                  <a:cubicBezTo>
                    <a:pt x="134" y="40"/>
                    <a:pt x="120" y="39"/>
                    <a:pt x="116" y="36"/>
                  </a:cubicBezTo>
                  <a:cubicBezTo>
                    <a:pt x="109" y="32"/>
                    <a:pt x="110" y="27"/>
                    <a:pt x="108" y="2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4" name="Freeform 409">
              <a:extLst>
                <a:ext uri="{FF2B5EF4-FFF2-40B4-BE49-F238E27FC236}">
                  <a16:creationId xmlns:a16="http://schemas.microsoft.com/office/drawing/2014/main" id="{8BFFE112-07E6-41FD-BC67-48E88A695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192"/>
              <a:ext cx="59" cy="93"/>
            </a:xfrm>
            <a:custGeom>
              <a:avLst/>
              <a:gdLst>
                <a:gd name="T0" fmla="*/ 102 w 33"/>
                <a:gd name="T1" fmla="*/ 0 h 49"/>
                <a:gd name="T2" fmla="*/ 138 w 33"/>
                <a:gd name="T3" fmla="*/ 260 h 49"/>
                <a:gd name="T4" fmla="*/ 64 w 33"/>
                <a:gd name="T5" fmla="*/ 296 h 49"/>
                <a:gd name="T6" fmla="*/ 0 w 33"/>
                <a:gd name="T7" fmla="*/ 336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9">
                  <a:moveTo>
                    <a:pt x="18" y="0"/>
                  </a:moveTo>
                  <a:cubicBezTo>
                    <a:pt x="29" y="10"/>
                    <a:pt x="33" y="25"/>
                    <a:pt x="24" y="38"/>
                  </a:cubicBezTo>
                  <a:cubicBezTo>
                    <a:pt x="20" y="45"/>
                    <a:pt x="18" y="43"/>
                    <a:pt x="11" y="43"/>
                  </a:cubicBezTo>
                  <a:cubicBezTo>
                    <a:pt x="7" y="43"/>
                    <a:pt x="0" y="43"/>
                    <a:pt x="0" y="49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5" name="Freeform 410">
              <a:extLst>
                <a:ext uri="{FF2B5EF4-FFF2-40B4-BE49-F238E27FC236}">
                  <a16:creationId xmlns:a16="http://schemas.microsoft.com/office/drawing/2014/main" id="{73D5F833-C2D7-4120-8DAF-BADE11392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274"/>
              <a:ext cx="19" cy="19"/>
            </a:xfrm>
            <a:custGeom>
              <a:avLst/>
              <a:gdLst>
                <a:gd name="T0" fmla="*/ 0 w 11"/>
                <a:gd name="T1" fmla="*/ 0 h 10"/>
                <a:gd name="T2" fmla="*/ 57 w 11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7" y="2"/>
                    <a:pt x="8" y="5"/>
                    <a:pt x="11" y="1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6" name="Freeform 411">
              <a:extLst>
                <a:ext uri="{FF2B5EF4-FFF2-40B4-BE49-F238E27FC236}">
                  <a16:creationId xmlns:a16="http://schemas.microsoft.com/office/drawing/2014/main" id="{BFBE1734-AA03-478B-9363-03A5A5478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221"/>
              <a:ext cx="84" cy="30"/>
            </a:xfrm>
            <a:custGeom>
              <a:avLst/>
              <a:gdLst>
                <a:gd name="T0" fmla="*/ 0 w 47"/>
                <a:gd name="T1" fmla="*/ 0 h 16"/>
                <a:gd name="T2" fmla="*/ 159 w 47"/>
                <a:gd name="T3" fmla="*/ 92 h 16"/>
                <a:gd name="T4" fmla="*/ 268 w 47"/>
                <a:gd name="T5" fmla="*/ 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6">
                  <a:moveTo>
                    <a:pt x="0" y="0"/>
                  </a:moveTo>
                  <a:cubicBezTo>
                    <a:pt x="4" y="10"/>
                    <a:pt x="19" y="12"/>
                    <a:pt x="28" y="14"/>
                  </a:cubicBezTo>
                  <a:cubicBezTo>
                    <a:pt x="38" y="16"/>
                    <a:pt x="44" y="11"/>
                    <a:pt x="47" y="1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7" name="Freeform 412">
              <a:extLst>
                <a:ext uri="{FF2B5EF4-FFF2-40B4-BE49-F238E27FC236}">
                  <a16:creationId xmlns:a16="http://schemas.microsoft.com/office/drawing/2014/main" id="{B872353F-EEAC-422E-B581-B055D86AC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242"/>
              <a:ext cx="23" cy="24"/>
            </a:xfrm>
            <a:custGeom>
              <a:avLst/>
              <a:gdLst>
                <a:gd name="T0" fmla="*/ 0 w 13"/>
                <a:gd name="T1" fmla="*/ 81 h 13"/>
                <a:gd name="T2" fmla="*/ 73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13"/>
                  </a:moveTo>
                  <a:cubicBezTo>
                    <a:pt x="1" y="5"/>
                    <a:pt x="7" y="2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8" name="Freeform 413">
              <a:extLst>
                <a:ext uri="{FF2B5EF4-FFF2-40B4-BE49-F238E27FC236}">
                  <a16:creationId xmlns:a16="http://schemas.microsoft.com/office/drawing/2014/main" id="{CEB213CB-5726-4AE9-9177-603351941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013"/>
              <a:ext cx="67" cy="109"/>
            </a:xfrm>
            <a:custGeom>
              <a:avLst/>
              <a:gdLst>
                <a:gd name="T0" fmla="*/ 0 w 38"/>
                <a:gd name="T1" fmla="*/ 0 h 57"/>
                <a:gd name="T2" fmla="*/ 81 w 38"/>
                <a:gd name="T3" fmla="*/ 99 h 57"/>
                <a:gd name="T4" fmla="*/ 99 w 38"/>
                <a:gd name="T5" fmla="*/ 229 h 57"/>
                <a:gd name="T6" fmla="*/ 171 w 38"/>
                <a:gd name="T7" fmla="*/ 285 h 57"/>
                <a:gd name="T8" fmla="*/ 208 w 38"/>
                <a:gd name="T9" fmla="*/ 39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7">
                  <a:moveTo>
                    <a:pt x="0" y="0"/>
                  </a:moveTo>
                  <a:cubicBezTo>
                    <a:pt x="5" y="7"/>
                    <a:pt x="12" y="4"/>
                    <a:pt x="15" y="14"/>
                  </a:cubicBezTo>
                  <a:cubicBezTo>
                    <a:pt x="16" y="20"/>
                    <a:pt x="13" y="27"/>
                    <a:pt x="18" y="33"/>
                  </a:cubicBezTo>
                  <a:cubicBezTo>
                    <a:pt x="20" y="36"/>
                    <a:pt x="27" y="38"/>
                    <a:pt x="31" y="41"/>
                  </a:cubicBezTo>
                  <a:cubicBezTo>
                    <a:pt x="36" y="46"/>
                    <a:pt x="35" y="52"/>
                    <a:pt x="38" y="57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9" name="Freeform 414">
              <a:extLst>
                <a:ext uri="{FF2B5EF4-FFF2-40B4-BE49-F238E27FC236}">
                  <a16:creationId xmlns:a16="http://schemas.microsoft.com/office/drawing/2014/main" id="{625C4AF7-05EE-4A0E-A213-91F7ADFF2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086"/>
              <a:ext cx="27" cy="5"/>
            </a:xfrm>
            <a:custGeom>
              <a:avLst/>
              <a:gdLst>
                <a:gd name="T0" fmla="*/ 0 w 15"/>
                <a:gd name="T1" fmla="*/ 13 h 3"/>
                <a:gd name="T2" fmla="*/ 88 w 15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6" y="0"/>
                    <a:pt x="9" y="1"/>
                    <a:pt x="15" y="2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0" name="Freeform 415">
              <a:extLst>
                <a:ext uri="{FF2B5EF4-FFF2-40B4-BE49-F238E27FC236}">
                  <a16:creationId xmlns:a16="http://schemas.microsoft.com/office/drawing/2014/main" id="{5DE3463A-1EF5-4999-B364-1CE497066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958"/>
              <a:ext cx="55" cy="206"/>
            </a:xfrm>
            <a:custGeom>
              <a:avLst/>
              <a:gdLst>
                <a:gd name="T0" fmla="*/ 94 w 31"/>
                <a:gd name="T1" fmla="*/ 0 h 108"/>
                <a:gd name="T2" fmla="*/ 130 w 31"/>
                <a:gd name="T3" fmla="*/ 258 h 108"/>
                <a:gd name="T4" fmla="*/ 44 w 31"/>
                <a:gd name="T5" fmla="*/ 284 h 108"/>
                <a:gd name="T6" fmla="*/ 12 w 31"/>
                <a:gd name="T7" fmla="*/ 389 h 108"/>
                <a:gd name="T8" fmla="*/ 50 w 31"/>
                <a:gd name="T9" fmla="*/ 626 h 108"/>
                <a:gd name="T10" fmla="*/ 138 w 31"/>
                <a:gd name="T11" fmla="*/ 637 h 108"/>
                <a:gd name="T12" fmla="*/ 158 w 31"/>
                <a:gd name="T13" fmla="*/ 75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08">
                  <a:moveTo>
                    <a:pt x="17" y="0"/>
                  </a:moveTo>
                  <a:cubicBezTo>
                    <a:pt x="20" y="9"/>
                    <a:pt x="31" y="30"/>
                    <a:pt x="23" y="37"/>
                  </a:cubicBezTo>
                  <a:cubicBezTo>
                    <a:pt x="19" y="41"/>
                    <a:pt x="12" y="39"/>
                    <a:pt x="8" y="41"/>
                  </a:cubicBezTo>
                  <a:cubicBezTo>
                    <a:pt x="2" y="44"/>
                    <a:pt x="2" y="50"/>
                    <a:pt x="2" y="56"/>
                  </a:cubicBezTo>
                  <a:cubicBezTo>
                    <a:pt x="1" y="64"/>
                    <a:pt x="0" y="86"/>
                    <a:pt x="9" y="90"/>
                  </a:cubicBezTo>
                  <a:cubicBezTo>
                    <a:pt x="14" y="93"/>
                    <a:pt x="20" y="88"/>
                    <a:pt x="25" y="92"/>
                  </a:cubicBezTo>
                  <a:cubicBezTo>
                    <a:pt x="29" y="96"/>
                    <a:pt x="28" y="103"/>
                    <a:pt x="28" y="108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1" name="Freeform 416">
              <a:extLst>
                <a:ext uri="{FF2B5EF4-FFF2-40B4-BE49-F238E27FC236}">
                  <a16:creationId xmlns:a16="http://schemas.microsoft.com/office/drawing/2014/main" id="{F1F84871-1928-4A98-A2EB-F47B69FE0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930"/>
              <a:ext cx="18" cy="64"/>
            </a:xfrm>
            <a:custGeom>
              <a:avLst/>
              <a:gdLst>
                <a:gd name="T0" fmla="*/ 13 w 10"/>
                <a:gd name="T1" fmla="*/ 0 h 34"/>
                <a:gd name="T2" fmla="*/ 45 w 10"/>
                <a:gd name="T3" fmla="*/ 113 h 34"/>
                <a:gd name="T4" fmla="*/ 58 w 10"/>
                <a:gd name="T5" fmla="*/ 22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2" y="0"/>
                  </a:moveTo>
                  <a:cubicBezTo>
                    <a:pt x="0" y="5"/>
                    <a:pt x="8" y="11"/>
                    <a:pt x="8" y="17"/>
                  </a:cubicBezTo>
                  <a:cubicBezTo>
                    <a:pt x="8" y="23"/>
                    <a:pt x="5" y="29"/>
                    <a:pt x="10" y="34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2" name="Freeform 417">
              <a:extLst>
                <a:ext uri="{FF2B5EF4-FFF2-40B4-BE49-F238E27FC236}">
                  <a16:creationId xmlns:a16="http://schemas.microsoft.com/office/drawing/2014/main" id="{A57CC453-A240-42A0-BE91-CEA3EBBA2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962"/>
              <a:ext cx="102" cy="89"/>
            </a:xfrm>
            <a:custGeom>
              <a:avLst/>
              <a:gdLst>
                <a:gd name="T0" fmla="*/ 0 w 57"/>
                <a:gd name="T1" fmla="*/ 144 h 47"/>
                <a:gd name="T2" fmla="*/ 93 w 57"/>
                <a:gd name="T3" fmla="*/ 297 h 47"/>
                <a:gd name="T4" fmla="*/ 234 w 57"/>
                <a:gd name="T5" fmla="*/ 258 h 47"/>
                <a:gd name="T6" fmla="*/ 259 w 57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7">
                  <a:moveTo>
                    <a:pt x="0" y="21"/>
                  </a:moveTo>
                  <a:cubicBezTo>
                    <a:pt x="4" y="27"/>
                    <a:pt x="9" y="41"/>
                    <a:pt x="16" y="44"/>
                  </a:cubicBezTo>
                  <a:cubicBezTo>
                    <a:pt x="25" y="47"/>
                    <a:pt x="34" y="42"/>
                    <a:pt x="41" y="38"/>
                  </a:cubicBezTo>
                  <a:cubicBezTo>
                    <a:pt x="57" y="28"/>
                    <a:pt x="49" y="14"/>
                    <a:pt x="45" y="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3" name="Freeform 418">
              <a:extLst>
                <a:ext uri="{FF2B5EF4-FFF2-40B4-BE49-F238E27FC236}">
                  <a16:creationId xmlns:a16="http://schemas.microsoft.com/office/drawing/2014/main" id="{ACADA412-D903-4921-9FAE-A562754EF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042"/>
              <a:ext cx="27" cy="91"/>
            </a:xfrm>
            <a:custGeom>
              <a:avLst/>
              <a:gdLst>
                <a:gd name="T0" fmla="*/ 29 w 15"/>
                <a:gd name="T1" fmla="*/ 0 h 48"/>
                <a:gd name="T2" fmla="*/ 74 w 15"/>
                <a:gd name="T3" fmla="*/ 169 h 48"/>
                <a:gd name="T4" fmla="*/ 45 w 15"/>
                <a:gd name="T5" fmla="*/ 32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8">
                  <a:moveTo>
                    <a:pt x="5" y="0"/>
                  </a:moveTo>
                  <a:cubicBezTo>
                    <a:pt x="0" y="8"/>
                    <a:pt x="11" y="18"/>
                    <a:pt x="13" y="25"/>
                  </a:cubicBezTo>
                  <a:cubicBezTo>
                    <a:pt x="15" y="33"/>
                    <a:pt x="13" y="42"/>
                    <a:pt x="8" y="48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4" name="Freeform 419">
              <a:extLst>
                <a:ext uri="{FF2B5EF4-FFF2-40B4-BE49-F238E27FC236}">
                  <a16:creationId xmlns:a16="http://schemas.microsoft.com/office/drawing/2014/main" id="{ABC235AA-C2C6-4E41-AD1F-AE79141C1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114"/>
              <a:ext cx="9" cy="44"/>
            </a:xfrm>
            <a:custGeom>
              <a:avLst/>
              <a:gdLst>
                <a:gd name="T0" fmla="*/ 7 w 5"/>
                <a:gd name="T1" fmla="*/ 0 h 23"/>
                <a:gd name="T2" fmla="*/ 29 w 5"/>
                <a:gd name="T3" fmla="*/ 16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3">
                  <a:moveTo>
                    <a:pt x="1" y="0"/>
                  </a:moveTo>
                  <a:cubicBezTo>
                    <a:pt x="0" y="9"/>
                    <a:pt x="3" y="16"/>
                    <a:pt x="5" y="23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5" name="Freeform 420">
              <a:extLst>
                <a:ext uri="{FF2B5EF4-FFF2-40B4-BE49-F238E27FC236}">
                  <a16:creationId xmlns:a16="http://schemas.microsoft.com/office/drawing/2014/main" id="{C483D1EF-750F-44CB-92CB-E970093CE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141"/>
              <a:ext cx="9" cy="7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3" y="1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6" name="Freeform 421">
              <a:extLst>
                <a:ext uri="{FF2B5EF4-FFF2-40B4-BE49-F238E27FC236}">
                  <a16:creationId xmlns:a16="http://schemas.microsoft.com/office/drawing/2014/main" id="{6FD95A09-3374-49D8-B205-D9CBEBEA8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089"/>
              <a:ext cx="50" cy="54"/>
            </a:xfrm>
            <a:custGeom>
              <a:avLst/>
              <a:gdLst>
                <a:gd name="T0" fmla="*/ 0 w 28"/>
                <a:gd name="T1" fmla="*/ 0 h 28"/>
                <a:gd name="T2" fmla="*/ 64 w 28"/>
                <a:gd name="T3" fmla="*/ 145 h 28"/>
                <a:gd name="T4" fmla="*/ 159 w 28"/>
                <a:gd name="T5" fmla="*/ 20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9" y="6"/>
                    <a:pt x="8" y="10"/>
                    <a:pt x="11" y="20"/>
                  </a:cubicBezTo>
                  <a:cubicBezTo>
                    <a:pt x="14" y="28"/>
                    <a:pt x="22" y="24"/>
                    <a:pt x="28" y="28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7" name="Freeform 422">
              <a:extLst>
                <a:ext uri="{FF2B5EF4-FFF2-40B4-BE49-F238E27FC236}">
                  <a16:creationId xmlns:a16="http://schemas.microsoft.com/office/drawing/2014/main" id="{5299AF53-133C-46AF-BA3F-BB5CF7907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127"/>
              <a:ext cx="25" cy="6"/>
            </a:xfrm>
            <a:custGeom>
              <a:avLst/>
              <a:gdLst>
                <a:gd name="T0" fmla="*/ 0 w 14"/>
                <a:gd name="T1" fmla="*/ 24 h 3"/>
                <a:gd name="T2" fmla="*/ 80 w 1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5" y="0"/>
                    <a:pt x="9" y="2"/>
                    <a:pt x="14" y="3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8" name="Freeform 423">
              <a:extLst>
                <a:ext uri="{FF2B5EF4-FFF2-40B4-BE49-F238E27FC236}">
                  <a16:creationId xmlns:a16="http://schemas.microsoft.com/office/drawing/2014/main" id="{697C1F5B-378E-4B6A-8C06-CD1E34163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937"/>
              <a:ext cx="29" cy="23"/>
            </a:xfrm>
            <a:custGeom>
              <a:avLst/>
              <a:gdLst>
                <a:gd name="T0" fmla="*/ 0 w 16"/>
                <a:gd name="T1" fmla="*/ 44 h 12"/>
                <a:gd name="T2" fmla="*/ 53 w 16"/>
                <a:gd name="T3" fmla="*/ 84 h 12"/>
                <a:gd name="T4" fmla="*/ 96 w 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6"/>
                  </a:moveTo>
                  <a:cubicBezTo>
                    <a:pt x="3" y="8"/>
                    <a:pt x="5" y="12"/>
                    <a:pt x="9" y="12"/>
                  </a:cubicBezTo>
                  <a:cubicBezTo>
                    <a:pt x="10" y="7"/>
                    <a:pt x="13" y="4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9" name="Freeform 424">
              <a:extLst>
                <a:ext uri="{FF2B5EF4-FFF2-40B4-BE49-F238E27FC236}">
                  <a16:creationId xmlns:a16="http://schemas.microsoft.com/office/drawing/2014/main" id="{2490BD6F-C1E8-4327-B96D-34384ED2A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958"/>
              <a:ext cx="67" cy="329"/>
            </a:xfrm>
            <a:custGeom>
              <a:avLst/>
              <a:gdLst>
                <a:gd name="T0" fmla="*/ 208 w 38"/>
                <a:gd name="T1" fmla="*/ 0 h 173"/>
                <a:gd name="T2" fmla="*/ 81 w 38"/>
                <a:gd name="T3" fmla="*/ 245 h 173"/>
                <a:gd name="T4" fmla="*/ 86 w 38"/>
                <a:gd name="T5" fmla="*/ 578 h 173"/>
                <a:gd name="T6" fmla="*/ 21 w 38"/>
                <a:gd name="T7" fmla="*/ 681 h 173"/>
                <a:gd name="T8" fmla="*/ 0 w 38"/>
                <a:gd name="T9" fmla="*/ 846 h 173"/>
                <a:gd name="T10" fmla="*/ 72 w 38"/>
                <a:gd name="T11" fmla="*/ 1016 h 173"/>
                <a:gd name="T12" fmla="*/ 72 w 38"/>
                <a:gd name="T13" fmla="*/ 1122 h 173"/>
                <a:gd name="T14" fmla="*/ 65 w 38"/>
                <a:gd name="T15" fmla="*/ 1183 h 1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73">
                  <a:moveTo>
                    <a:pt x="38" y="0"/>
                  </a:moveTo>
                  <a:cubicBezTo>
                    <a:pt x="29" y="12"/>
                    <a:pt x="18" y="21"/>
                    <a:pt x="15" y="36"/>
                  </a:cubicBezTo>
                  <a:cubicBezTo>
                    <a:pt x="12" y="52"/>
                    <a:pt x="17" y="68"/>
                    <a:pt x="16" y="84"/>
                  </a:cubicBezTo>
                  <a:cubicBezTo>
                    <a:pt x="14" y="95"/>
                    <a:pt x="9" y="92"/>
                    <a:pt x="4" y="99"/>
                  </a:cubicBezTo>
                  <a:cubicBezTo>
                    <a:pt x="1" y="104"/>
                    <a:pt x="0" y="118"/>
                    <a:pt x="0" y="123"/>
                  </a:cubicBezTo>
                  <a:cubicBezTo>
                    <a:pt x="0" y="136"/>
                    <a:pt x="10" y="138"/>
                    <a:pt x="13" y="148"/>
                  </a:cubicBezTo>
                  <a:cubicBezTo>
                    <a:pt x="15" y="153"/>
                    <a:pt x="14" y="158"/>
                    <a:pt x="13" y="163"/>
                  </a:cubicBezTo>
                  <a:cubicBezTo>
                    <a:pt x="13" y="166"/>
                    <a:pt x="13" y="173"/>
                    <a:pt x="12" y="172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0" name="Freeform 425">
              <a:extLst>
                <a:ext uri="{FF2B5EF4-FFF2-40B4-BE49-F238E27FC236}">
                  <a16:creationId xmlns:a16="http://schemas.microsoft.com/office/drawing/2014/main" id="{7ABA9B59-CD92-4095-ADF7-5000CC61A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061"/>
              <a:ext cx="21" cy="21"/>
            </a:xfrm>
            <a:custGeom>
              <a:avLst/>
              <a:gdLst>
                <a:gd name="T0" fmla="*/ 7 w 12"/>
                <a:gd name="T1" fmla="*/ 0 h 11"/>
                <a:gd name="T2" fmla="*/ 65 w 12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" y="0"/>
                  </a:moveTo>
                  <a:cubicBezTo>
                    <a:pt x="0" y="8"/>
                    <a:pt x="5" y="10"/>
                    <a:pt x="12" y="11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1" name="Freeform 426">
              <a:extLst>
                <a:ext uri="{FF2B5EF4-FFF2-40B4-BE49-F238E27FC236}">
                  <a16:creationId xmlns:a16="http://schemas.microsoft.com/office/drawing/2014/main" id="{97139301-D8C3-4F4B-956B-894E7A3A6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259"/>
              <a:ext cx="30" cy="24"/>
            </a:xfrm>
            <a:custGeom>
              <a:avLst/>
              <a:gdLst>
                <a:gd name="T0" fmla="*/ 0 w 17"/>
                <a:gd name="T1" fmla="*/ 81 h 13"/>
                <a:gd name="T2" fmla="*/ 94 w 1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13"/>
                  </a:moveTo>
                  <a:cubicBezTo>
                    <a:pt x="2" y="0"/>
                    <a:pt x="9" y="4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2" name="Freeform 427">
              <a:extLst>
                <a:ext uri="{FF2B5EF4-FFF2-40B4-BE49-F238E27FC236}">
                  <a16:creationId xmlns:a16="http://schemas.microsoft.com/office/drawing/2014/main" id="{960BE257-ABC2-4079-A632-186580C07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126"/>
              <a:ext cx="34" cy="11"/>
            </a:xfrm>
            <a:custGeom>
              <a:avLst/>
              <a:gdLst>
                <a:gd name="T0" fmla="*/ 0 w 19"/>
                <a:gd name="T1" fmla="*/ 37 h 6"/>
                <a:gd name="T2" fmla="*/ 109 w 19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5" y="1"/>
                    <a:pt x="12" y="0"/>
                    <a:pt x="19" y="1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3" name="Freeform 428">
              <a:extLst>
                <a:ext uri="{FF2B5EF4-FFF2-40B4-BE49-F238E27FC236}">
                  <a16:creationId xmlns:a16="http://schemas.microsoft.com/office/drawing/2014/main" id="{49CEA96C-78C0-42CB-B82A-456A5E88C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015"/>
              <a:ext cx="28" cy="53"/>
            </a:xfrm>
            <a:custGeom>
              <a:avLst/>
              <a:gdLst>
                <a:gd name="T0" fmla="*/ 81 w 16"/>
                <a:gd name="T1" fmla="*/ 0 h 28"/>
                <a:gd name="T2" fmla="*/ 56 w 16"/>
                <a:gd name="T3" fmla="*/ 115 h 28"/>
                <a:gd name="T4" fmla="*/ 0 w 16"/>
                <a:gd name="T5" fmla="*/ 18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5" y="0"/>
                  </a:moveTo>
                  <a:cubicBezTo>
                    <a:pt x="16" y="5"/>
                    <a:pt x="13" y="13"/>
                    <a:pt x="10" y="17"/>
                  </a:cubicBezTo>
                  <a:cubicBezTo>
                    <a:pt x="7" y="21"/>
                    <a:pt x="1" y="22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4" name="Freeform 429">
              <a:extLst>
                <a:ext uri="{FF2B5EF4-FFF2-40B4-BE49-F238E27FC236}">
                  <a16:creationId xmlns:a16="http://schemas.microsoft.com/office/drawing/2014/main" id="{5069C23E-6E43-41A1-BF52-F1F256787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021"/>
              <a:ext cx="82" cy="101"/>
            </a:xfrm>
            <a:custGeom>
              <a:avLst/>
              <a:gdLst>
                <a:gd name="T0" fmla="*/ 37 w 46"/>
                <a:gd name="T1" fmla="*/ 0 h 53"/>
                <a:gd name="T2" fmla="*/ 7 w 46"/>
                <a:gd name="T3" fmla="*/ 160 h 53"/>
                <a:gd name="T4" fmla="*/ 93 w 46"/>
                <a:gd name="T5" fmla="*/ 284 h 53"/>
                <a:gd name="T6" fmla="*/ 175 w 46"/>
                <a:gd name="T7" fmla="*/ 353 h 53"/>
                <a:gd name="T8" fmla="*/ 260 w 46"/>
                <a:gd name="T9" fmla="*/ 29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3">
                  <a:moveTo>
                    <a:pt x="7" y="0"/>
                  </a:moveTo>
                  <a:cubicBezTo>
                    <a:pt x="5" y="6"/>
                    <a:pt x="0" y="16"/>
                    <a:pt x="1" y="23"/>
                  </a:cubicBezTo>
                  <a:cubicBezTo>
                    <a:pt x="2" y="30"/>
                    <a:pt x="11" y="35"/>
                    <a:pt x="16" y="41"/>
                  </a:cubicBezTo>
                  <a:cubicBezTo>
                    <a:pt x="20" y="46"/>
                    <a:pt x="23" y="53"/>
                    <a:pt x="31" y="51"/>
                  </a:cubicBezTo>
                  <a:cubicBezTo>
                    <a:pt x="36" y="50"/>
                    <a:pt x="42" y="36"/>
                    <a:pt x="46" y="43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5" name="Freeform 430">
              <a:extLst>
                <a:ext uri="{FF2B5EF4-FFF2-40B4-BE49-F238E27FC236}">
                  <a16:creationId xmlns:a16="http://schemas.microsoft.com/office/drawing/2014/main" id="{3404171A-1AEF-4CFA-BB47-2A4F9AE46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937"/>
              <a:ext cx="64" cy="38"/>
            </a:xfrm>
            <a:custGeom>
              <a:avLst/>
              <a:gdLst>
                <a:gd name="T0" fmla="*/ 7 w 36"/>
                <a:gd name="T1" fmla="*/ 0 h 20"/>
                <a:gd name="T2" fmla="*/ 85 w 36"/>
                <a:gd name="T3" fmla="*/ 97 h 20"/>
                <a:gd name="T4" fmla="*/ 203 w 36"/>
                <a:gd name="T5" fmla="*/ 10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0">
                  <a:moveTo>
                    <a:pt x="1" y="0"/>
                  </a:moveTo>
                  <a:cubicBezTo>
                    <a:pt x="0" y="8"/>
                    <a:pt x="9" y="11"/>
                    <a:pt x="15" y="14"/>
                  </a:cubicBezTo>
                  <a:cubicBezTo>
                    <a:pt x="24" y="19"/>
                    <a:pt x="26" y="20"/>
                    <a:pt x="36" y="16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6" name="Freeform 431">
              <a:extLst>
                <a:ext uri="{FF2B5EF4-FFF2-40B4-BE49-F238E27FC236}">
                  <a16:creationId xmlns:a16="http://schemas.microsoft.com/office/drawing/2014/main" id="{37A07AD6-2BE5-4087-AE60-E57C8C3F7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057"/>
              <a:ext cx="36" cy="139"/>
            </a:xfrm>
            <a:custGeom>
              <a:avLst/>
              <a:gdLst>
                <a:gd name="T0" fmla="*/ 52 w 20"/>
                <a:gd name="T1" fmla="*/ 0 h 73"/>
                <a:gd name="T2" fmla="*/ 117 w 20"/>
                <a:gd name="T3" fmla="*/ 116 h 73"/>
                <a:gd name="T4" fmla="*/ 101 w 20"/>
                <a:gd name="T5" fmla="*/ 312 h 73"/>
                <a:gd name="T6" fmla="*/ 74 w 20"/>
                <a:gd name="T7" fmla="*/ 457 h 73"/>
                <a:gd name="T8" fmla="*/ 7 w 20"/>
                <a:gd name="T9" fmla="*/ 5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3">
                  <a:moveTo>
                    <a:pt x="9" y="0"/>
                  </a:moveTo>
                  <a:cubicBezTo>
                    <a:pt x="18" y="6"/>
                    <a:pt x="20" y="5"/>
                    <a:pt x="20" y="17"/>
                  </a:cubicBezTo>
                  <a:cubicBezTo>
                    <a:pt x="20" y="26"/>
                    <a:pt x="19" y="35"/>
                    <a:pt x="17" y="45"/>
                  </a:cubicBezTo>
                  <a:cubicBezTo>
                    <a:pt x="16" y="51"/>
                    <a:pt x="18" y="61"/>
                    <a:pt x="13" y="66"/>
                  </a:cubicBezTo>
                  <a:cubicBezTo>
                    <a:pt x="10" y="70"/>
                    <a:pt x="0" y="66"/>
                    <a:pt x="1" y="73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7" name="Freeform 432">
              <a:extLst>
                <a:ext uri="{FF2B5EF4-FFF2-40B4-BE49-F238E27FC236}">
                  <a16:creationId xmlns:a16="http://schemas.microsoft.com/office/drawing/2014/main" id="{552917A3-42D8-4299-96DB-97C38A315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078"/>
              <a:ext cx="25" cy="6"/>
            </a:xfrm>
            <a:custGeom>
              <a:avLst/>
              <a:gdLst>
                <a:gd name="T0" fmla="*/ 0 w 14"/>
                <a:gd name="T1" fmla="*/ 16 h 3"/>
                <a:gd name="T2" fmla="*/ 80 w 1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5" y="0"/>
                    <a:pt x="9" y="2"/>
                    <a:pt x="14" y="3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8" name="Freeform 433">
              <a:extLst>
                <a:ext uri="{FF2B5EF4-FFF2-40B4-BE49-F238E27FC236}">
                  <a16:creationId xmlns:a16="http://schemas.microsoft.com/office/drawing/2014/main" id="{B9F876C0-648B-468B-9CDE-DFA02A345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188"/>
              <a:ext cx="207" cy="74"/>
            </a:xfrm>
            <a:custGeom>
              <a:avLst/>
              <a:gdLst>
                <a:gd name="T0" fmla="*/ 658 w 116"/>
                <a:gd name="T1" fmla="*/ 0 h 39"/>
                <a:gd name="T2" fmla="*/ 557 w 116"/>
                <a:gd name="T3" fmla="*/ 53 h 39"/>
                <a:gd name="T4" fmla="*/ 471 w 116"/>
                <a:gd name="T5" fmla="*/ 108 h 39"/>
                <a:gd name="T6" fmla="*/ 252 w 116"/>
                <a:gd name="T7" fmla="*/ 97 h 39"/>
                <a:gd name="T8" fmla="*/ 96 w 116"/>
                <a:gd name="T9" fmla="*/ 245 h 39"/>
                <a:gd name="T10" fmla="*/ 29 w 116"/>
                <a:gd name="T11" fmla="*/ 192 h 39"/>
                <a:gd name="T12" fmla="*/ 73 w 116"/>
                <a:gd name="T13" fmla="*/ 157 h 39"/>
                <a:gd name="T14" fmla="*/ 102 w 116"/>
                <a:gd name="T15" fmla="*/ 97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39">
                  <a:moveTo>
                    <a:pt x="116" y="0"/>
                  </a:moveTo>
                  <a:cubicBezTo>
                    <a:pt x="110" y="5"/>
                    <a:pt x="106" y="6"/>
                    <a:pt x="98" y="8"/>
                  </a:cubicBezTo>
                  <a:cubicBezTo>
                    <a:pt x="90" y="9"/>
                    <a:pt x="90" y="12"/>
                    <a:pt x="83" y="16"/>
                  </a:cubicBezTo>
                  <a:cubicBezTo>
                    <a:pt x="72" y="23"/>
                    <a:pt x="57" y="14"/>
                    <a:pt x="44" y="14"/>
                  </a:cubicBezTo>
                  <a:cubicBezTo>
                    <a:pt x="29" y="15"/>
                    <a:pt x="29" y="30"/>
                    <a:pt x="17" y="36"/>
                  </a:cubicBezTo>
                  <a:cubicBezTo>
                    <a:pt x="11" y="39"/>
                    <a:pt x="0" y="36"/>
                    <a:pt x="5" y="28"/>
                  </a:cubicBezTo>
                  <a:cubicBezTo>
                    <a:pt x="6" y="25"/>
                    <a:pt x="11" y="25"/>
                    <a:pt x="13" y="23"/>
                  </a:cubicBezTo>
                  <a:cubicBezTo>
                    <a:pt x="15" y="20"/>
                    <a:pt x="16" y="17"/>
                    <a:pt x="18" y="14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9" name="Freeform 434">
              <a:extLst>
                <a:ext uri="{FF2B5EF4-FFF2-40B4-BE49-F238E27FC236}">
                  <a16:creationId xmlns:a16="http://schemas.microsoft.com/office/drawing/2014/main" id="{2C95C32F-0CAE-40CF-AECA-842BB89E9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118"/>
              <a:ext cx="7" cy="53"/>
            </a:xfrm>
            <a:custGeom>
              <a:avLst/>
              <a:gdLst>
                <a:gd name="T0" fmla="*/ 7 w 4"/>
                <a:gd name="T1" fmla="*/ 0 h 28"/>
                <a:gd name="T2" fmla="*/ 21 w 4"/>
                <a:gd name="T3" fmla="*/ 83 h 28"/>
                <a:gd name="T4" fmla="*/ 7 w 4"/>
                <a:gd name="T5" fmla="*/ 18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8">
                  <a:moveTo>
                    <a:pt x="1" y="0"/>
                  </a:moveTo>
                  <a:cubicBezTo>
                    <a:pt x="2" y="4"/>
                    <a:pt x="4" y="7"/>
                    <a:pt x="4" y="12"/>
                  </a:cubicBezTo>
                  <a:cubicBezTo>
                    <a:pt x="4" y="17"/>
                    <a:pt x="0" y="22"/>
                    <a:pt x="1" y="28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0" name="Freeform 435">
              <a:extLst>
                <a:ext uri="{FF2B5EF4-FFF2-40B4-BE49-F238E27FC236}">
                  <a16:creationId xmlns:a16="http://schemas.microsoft.com/office/drawing/2014/main" id="{4A8E1640-397A-4E8A-B74C-068CAD227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272"/>
              <a:ext cx="32" cy="23"/>
            </a:xfrm>
            <a:custGeom>
              <a:avLst/>
              <a:gdLst>
                <a:gd name="T0" fmla="*/ 0 w 18"/>
                <a:gd name="T1" fmla="*/ 84 h 12"/>
                <a:gd name="T2" fmla="*/ 101 w 1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8" y="11"/>
                    <a:pt x="13" y="7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1" name="Freeform 436">
              <a:extLst>
                <a:ext uri="{FF2B5EF4-FFF2-40B4-BE49-F238E27FC236}">
                  <a16:creationId xmlns:a16="http://schemas.microsoft.com/office/drawing/2014/main" id="{C169FC6F-E06F-465B-AD20-8BD13EDC3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281"/>
              <a:ext cx="23" cy="12"/>
            </a:xfrm>
            <a:custGeom>
              <a:avLst/>
              <a:gdLst>
                <a:gd name="T0" fmla="*/ 0 w 13"/>
                <a:gd name="T1" fmla="*/ 0 h 6"/>
                <a:gd name="T2" fmla="*/ 73 w 13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2"/>
                    <a:pt x="11" y="3"/>
                    <a:pt x="13" y="6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2" name="Freeform 437">
              <a:extLst>
                <a:ext uri="{FF2B5EF4-FFF2-40B4-BE49-F238E27FC236}">
                  <a16:creationId xmlns:a16="http://schemas.microsoft.com/office/drawing/2014/main" id="{1D757001-C331-416A-B74C-2F89D2577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278"/>
              <a:ext cx="86" cy="30"/>
            </a:xfrm>
            <a:custGeom>
              <a:avLst/>
              <a:gdLst>
                <a:gd name="T0" fmla="*/ 0 w 48"/>
                <a:gd name="T1" fmla="*/ 92 h 16"/>
                <a:gd name="T2" fmla="*/ 271 w 48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6">
                  <a:moveTo>
                    <a:pt x="0" y="14"/>
                  </a:moveTo>
                  <a:cubicBezTo>
                    <a:pt x="5" y="0"/>
                    <a:pt x="48" y="0"/>
                    <a:pt x="47" y="16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3" name="Freeform 438">
              <a:extLst>
                <a:ext uri="{FF2B5EF4-FFF2-40B4-BE49-F238E27FC236}">
                  <a16:creationId xmlns:a16="http://schemas.microsoft.com/office/drawing/2014/main" id="{B1025A7E-5AF7-4AF3-8BF0-D55B61AE6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1312"/>
              <a:ext cx="82" cy="125"/>
            </a:xfrm>
            <a:custGeom>
              <a:avLst/>
              <a:gdLst>
                <a:gd name="T0" fmla="*/ 260 w 46"/>
                <a:gd name="T1" fmla="*/ 420 h 66"/>
                <a:gd name="T2" fmla="*/ 166 w 46"/>
                <a:gd name="T3" fmla="*/ 426 h 66"/>
                <a:gd name="T4" fmla="*/ 114 w 46"/>
                <a:gd name="T5" fmla="*/ 320 h 66"/>
                <a:gd name="T6" fmla="*/ 73 w 46"/>
                <a:gd name="T7" fmla="*/ 83 h 66"/>
                <a:gd name="T8" fmla="*/ 29 w 46"/>
                <a:gd name="T9" fmla="*/ 15 h 66"/>
                <a:gd name="T10" fmla="*/ 21 w 46"/>
                <a:gd name="T11" fmla="*/ 136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66">
                  <a:moveTo>
                    <a:pt x="46" y="62"/>
                  </a:moveTo>
                  <a:cubicBezTo>
                    <a:pt x="40" y="63"/>
                    <a:pt x="34" y="66"/>
                    <a:pt x="29" y="63"/>
                  </a:cubicBezTo>
                  <a:cubicBezTo>
                    <a:pt x="25" y="60"/>
                    <a:pt x="20" y="52"/>
                    <a:pt x="20" y="47"/>
                  </a:cubicBezTo>
                  <a:cubicBezTo>
                    <a:pt x="16" y="34"/>
                    <a:pt x="15" y="25"/>
                    <a:pt x="13" y="12"/>
                  </a:cubicBezTo>
                  <a:cubicBezTo>
                    <a:pt x="11" y="2"/>
                    <a:pt x="11" y="0"/>
                    <a:pt x="5" y="2"/>
                  </a:cubicBezTo>
                  <a:cubicBezTo>
                    <a:pt x="0" y="3"/>
                    <a:pt x="3" y="10"/>
                    <a:pt x="4" y="2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4" name="Freeform 439">
              <a:extLst>
                <a:ext uri="{FF2B5EF4-FFF2-40B4-BE49-F238E27FC236}">
                  <a16:creationId xmlns:a16="http://schemas.microsoft.com/office/drawing/2014/main" id="{CFE35997-0350-4EB5-855F-C2395A97F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337"/>
              <a:ext cx="41" cy="26"/>
            </a:xfrm>
            <a:custGeom>
              <a:avLst/>
              <a:gdLst>
                <a:gd name="T0" fmla="*/ 21 w 23"/>
                <a:gd name="T1" fmla="*/ 89 h 14"/>
                <a:gd name="T2" fmla="*/ 130 w 2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4">
                  <a:moveTo>
                    <a:pt x="4" y="14"/>
                  </a:moveTo>
                  <a:cubicBezTo>
                    <a:pt x="0" y="3"/>
                    <a:pt x="16" y="1"/>
                    <a:pt x="23" y="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5" name="Freeform 440">
              <a:extLst>
                <a:ext uri="{FF2B5EF4-FFF2-40B4-BE49-F238E27FC236}">
                  <a16:creationId xmlns:a16="http://schemas.microsoft.com/office/drawing/2014/main" id="{9D4E8C08-A762-4B35-B119-6886D5C88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384"/>
              <a:ext cx="20" cy="90"/>
            </a:xfrm>
            <a:custGeom>
              <a:avLst/>
              <a:gdLst>
                <a:gd name="T0" fmla="*/ 13 w 11"/>
                <a:gd name="T1" fmla="*/ 0 h 47"/>
                <a:gd name="T2" fmla="*/ 53 w 11"/>
                <a:gd name="T3" fmla="*/ 63 h 47"/>
                <a:gd name="T4" fmla="*/ 65 w 11"/>
                <a:gd name="T5" fmla="*/ 216 h 47"/>
                <a:gd name="T6" fmla="*/ 0 w 11"/>
                <a:gd name="T7" fmla="*/ 32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7">
                  <a:moveTo>
                    <a:pt x="2" y="0"/>
                  </a:moveTo>
                  <a:cubicBezTo>
                    <a:pt x="9" y="2"/>
                    <a:pt x="9" y="3"/>
                    <a:pt x="9" y="9"/>
                  </a:cubicBezTo>
                  <a:cubicBezTo>
                    <a:pt x="10" y="17"/>
                    <a:pt x="11" y="24"/>
                    <a:pt x="11" y="31"/>
                  </a:cubicBezTo>
                  <a:cubicBezTo>
                    <a:pt x="11" y="44"/>
                    <a:pt x="11" y="43"/>
                    <a:pt x="0" y="47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6" name="Freeform 441">
              <a:extLst>
                <a:ext uri="{FF2B5EF4-FFF2-40B4-BE49-F238E27FC236}">
                  <a16:creationId xmlns:a16="http://schemas.microsoft.com/office/drawing/2014/main" id="{B12061D1-0C17-4448-9F67-BD5E9189A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472"/>
              <a:ext cx="25" cy="9"/>
            </a:xfrm>
            <a:custGeom>
              <a:avLst/>
              <a:gdLst>
                <a:gd name="T0" fmla="*/ 0 w 14"/>
                <a:gd name="T1" fmla="*/ 0 h 5"/>
                <a:gd name="T2" fmla="*/ 80 w 14"/>
                <a:gd name="T3" fmla="*/ 2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3" y="3"/>
                    <a:pt x="11" y="5"/>
                    <a:pt x="14" y="4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7" name="Freeform 442">
              <a:extLst>
                <a:ext uri="{FF2B5EF4-FFF2-40B4-BE49-F238E27FC236}">
                  <a16:creationId xmlns:a16="http://schemas.microsoft.com/office/drawing/2014/main" id="{C9E664E2-2984-48BE-980D-2D54B0FE5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359"/>
              <a:ext cx="57" cy="65"/>
            </a:xfrm>
            <a:custGeom>
              <a:avLst/>
              <a:gdLst>
                <a:gd name="T0" fmla="*/ 118 w 32"/>
                <a:gd name="T1" fmla="*/ 237 h 34"/>
                <a:gd name="T2" fmla="*/ 7 w 32"/>
                <a:gd name="T3" fmla="*/ 120 h 34"/>
                <a:gd name="T4" fmla="*/ 182 w 3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21" y="34"/>
                  </a:moveTo>
                  <a:cubicBezTo>
                    <a:pt x="17" y="27"/>
                    <a:pt x="1" y="27"/>
                    <a:pt x="1" y="17"/>
                  </a:cubicBezTo>
                  <a:cubicBezTo>
                    <a:pt x="0" y="4"/>
                    <a:pt x="26" y="9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8" name="Freeform 443">
              <a:extLst>
                <a:ext uri="{FF2B5EF4-FFF2-40B4-BE49-F238E27FC236}">
                  <a16:creationId xmlns:a16="http://schemas.microsoft.com/office/drawing/2014/main" id="{97247E36-3BC6-4C92-AF15-BC306340D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399"/>
              <a:ext cx="20" cy="36"/>
            </a:xfrm>
            <a:custGeom>
              <a:avLst/>
              <a:gdLst>
                <a:gd name="T0" fmla="*/ 0 w 11"/>
                <a:gd name="T1" fmla="*/ 129 h 19"/>
                <a:gd name="T2" fmla="*/ 65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19"/>
                  </a:moveTo>
                  <a:cubicBezTo>
                    <a:pt x="2" y="13"/>
                    <a:pt x="3" y="1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9" name="Freeform 444">
              <a:extLst>
                <a:ext uri="{FF2B5EF4-FFF2-40B4-BE49-F238E27FC236}">
                  <a16:creationId xmlns:a16="http://schemas.microsoft.com/office/drawing/2014/main" id="{E68EF3FD-070F-4386-8D3E-3C7BE4343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346"/>
              <a:ext cx="145" cy="88"/>
            </a:xfrm>
            <a:custGeom>
              <a:avLst/>
              <a:gdLst>
                <a:gd name="T0" fmla="*/ 0 w 81"/>
                <a:gd name="T1" fmla="*/ 0 h 46"/>
                <a:gd name="T2" fmla="*/ 81 w 81"/>
                <a:gd name="T3" fmla="*/ 69 h 46"/>
                <a:gd name="T4" fmla="*/ 218 w 81"/>
                <a:gd name="T5" fmla="*/ 161 h 46"/>
                <a:gd name="T6" fmla="*/ 292 w 81"/>
                <a:gd name="T7" fmla="*/ 140 h 46"/>
                <a:gd name="T8" fmla="*/ 340 w 81"/>
                <a:gd name="T9" fmla="*/ 99 h 46"/>
                <a:gd name="T10" fmla="*/ 333 w 81"/>
                <a:gd name="T11" fmla="*/ 231 h 46"/>
                <a:gd name="T12" fmla="*/ 458 w 81"/>
                <a:gd name="T13" fmla="*/ 32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46">
                  <a:moveTo>
                    <a:pt x="0" y="0"/>
                  </a:moveTo>
                  <a:cubicBezTo>
                    <a:pt x="6" y="2"/>
                    <a:pt x="9" y="6"/>
                    <a:pt x="14" y="10"/>
                  </a:cubicBezTo>
                  <a:cubicBezTo>
                    <a:pt x="21" y="15"/>
                    <a:pt x="30" y="19"/>
                    <a:pt x="38" y="23"/>
                  </a:cubicBezTo>
                  <a:cubicBezTo>
                    <a:pt x="44" y="26"/>
                    <a:pt x="48" y="25"/>
                    <a:pt x="51" y="20"/>
                  </a:cubicBezTo>
                  <a:cubicBezTo>
                    <a:pt x="53" y="18"/>
                    <a:pt x="54" y="11"/>
                    <a:pt x="59" y="14"/>
                  </a:cubicBezTo>
                  <a:cubicBezTo>
                    <a:pt x="67" y="20"/>
                    <a:pt x="48" y="26"/>
                    <a:pt x="58" y="33"/>
                  </a:cubicBezTo>
                  <a:cubicBezTo>
                    <a:pt x="63" y="37"/>
                    <a:pt x="81" y="36"/>
                    <a:pt x="80" y="46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0" name="Freeform 445">
              <a:extLst>
                <a:ext uri="{FF2B5EF4-FFF2-40B4-BE49-F238E27FC236}">
                  <a16:creationId xmlns:a16="http://schemas.microsoft.com/office/drawing/2014/main" id="{948C2C11-8389-469E-B4EA-E3DE2F74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013"/>
              <a:ext cx="34" cy="160"/>
            </a:xfrm>
            <a:custGeom>
              <a:avLst/>
              <a:gdLst>
                <a:gd name="T0" fmla="*/ 57 w 19"/>
                <a:gd name="T1" fmla="*/ 0 h 84"/>
                <a:gd name="T2" fmla="*/ 0 w 19"/>
                <a:gd name="T3" fmla="*/ 276 h 84"/>
                <a:gd name="T4" fmla="*/ 16 w 19"/>
                <a:gd name="T5" fmla="*/ 400 h 84"/>
                <a:gd name="T6" fmla="*/ 64 w 19"/>
                <a:gd name="T7" fmla="*/ 482 h 84"/>
                <a:gd name="T8" fmla="*/ 41 w 19"/>
                <a:gd name="T9" fmla="*/ 533 h 84"/>
                <a:gd name="T10" fmla="*/ 57 w 19"/>
                <a:gd name="T11" fmla="*/ 581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4">
                  <a:moveTo>
                    <a:pt x="10" y="0"/>
                  </a:moveTo>
                  <a:cubicBezTo>
                    <a:pt x="7" y="20"/>
                    <a:pt x="19" y="32"/>
                    <a:pt x="0" y="40"/>
                  </a:cubicBezTo>
                  <a:cubicBezTo>
                    <a:pt x="13" y="43"/>
                    <a:pt x="9" y="51"/>
                    <a:pt x="3" y="58"/>
                  </a:cubicBezTo>
                  <a:cubicBezTo>
                    <a:pt x="7" y="62"/>
                    <a:pt x="12" y="63"/>
                    <a:pt x="11" y="70"/>
                  </a:cubicBezTo>
                  <a:cubicBezTo>
                    <a:pt x="11" y="72"/>
                    <a:pt x="7" y="74"/>
                    <a:pt x="7" y="77"/>
                  </a:cubicBezTo>
                  <a:cubicBezTo>
                    <a:pt x="7" y="80"/>
                    <a:pt x="10" y="81"/>
                    <a:pt x="10" y="8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1" name="Freeform 446">
              <a:extLst>
                <a:ext uri="{FF2B5EF4-FFF2-40B4-BE49-F238E27FC236}">
                  <a16:creationId xmlns:a16="http://schemas.microsoft.com/office/drawing/2014/main" id="{7EB0C493-6DFB-4DA8-86F2-9C56B8974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223"/>
              <a:ext cx="9" cy="15"/>
            </a:xfrm>
            <a:custGeom>
              <a:avLst/>
              <a:gdLst>
                <a:gd name="T0" fmla="*/ 0 w 5"/>
                <a:gd name="T1" fmla="*/ 8 h 8"/>
                <a:gd name="T2" fmla="*/ 29 w 5"/>
                <a:gd name="T3" fmla="*/ 0 h 8"/>
                <a:gd name="T4" fmla="*/ 7 w 5"/>
                <a:gd name="T5" fmla="*/ 45 h 8"/>
                <a:gd name="T6" fmla="*/ 29 w 5"/>
                <a:gd name="T7" fmla="*/ 3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5" y="3"/>
                    <a:pt x="2" y="5"/>
                    <a:pt x="1" y="7"/>
                  </a:cubicBezTo>
                  <a:cubicBezTo>
                    <a:pt x="2" y="8"/>
                    <a:pt x="4" y="7"/>
                    <a:pt x="5" y="6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2" name="Freeform 447">
              <a:extLst>
                <a:ext uri="{FF2B5EF4-FFF2-40B4-BE49-F238E27FC236}">
                  <a16:creationId xmlns:a16="http://schemas.microsoft.com/office/drawing/2014/main" id="{C8A7731C-F740-4329-8030-DE2107A51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126"/>
              <a:ext cx="3" cy="7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0" y="4"/>
                    <a:pt x="2" y="4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3" name="Freeform 448">
              <a:extLst>
                <a:ext uri="{FF2B5EF4-FFF2-40B4-BE49-F238E27FC236}">
                  <a16:creationId xmlns:a16="http://schemas.microsoft.com/office/drawing/2014/main" id="{A5202836-9197-47A4-AA22-4044C4372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088"/>
              <a:ext cx="11" cy="19"/>
            </a:xfrm>
            <a:custGeom>
              <a:avLst/>
              <a:gdLst>
                <a:gd name="T0" fmla="*/ 7 w 6"/>
                <a:gd name="T1" fmla="*/ 29 h 10"/>
                <a:gd name="T2" fmla="*/ 0 w 6"/>
                <a:gd name="T3" fmla="*/ 21 h 10"/>
                <a:gd name="T4" fmla="*/ 37 w 6"/>
                <a:gd name="T5" fmla="*/ 8 h 10"/>
                <a:gd name="T6" fmla="*/ 7 w 6"/>
                <a:gd name="T7" fmla="*/ 68 h 10"/>
                <a:gd name="T8" fmla="*/ 20 w 6"/>
                <a:gd name="T9" fmla="*/ 6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1" y="4"/>
                  </a:move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4" y="0"/>
                    <a:pt x="6" y="1"/>
                  </a:cubicBezTo>
                  <a:cubicBezTo>
                    <a:pt x="4" y="4"/>
                    <a:pt x="1" y="6"/>
                    <a:pt x="1" y="10"/>
                  </a:cubicBezTo>
                  <a:cubicBezTo>
                    <a:pt x="2" y="10"/>
                    <a:pt x="2" y="10"/>
                    <a:pt x="3" y="9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4" name="Freeform 449">
              <a:extLst>
                <a:ext uri="{FF2B5EF4-FFF2-40B4-BE49-F238E27FC236}">
                  <a16:creationId xmlns:a16="http://schemas.microsoft.com/office/drawing/2014/main" id="{4948EF6E-1943-4479-9D49-7739D81CC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112"/>
              <a:ext cx="13" cy="12"/>
            </a:xfrm>
            <a:custGeom>
              <a:avLst/>
              <a:gdLst>
                <a:gd name="T0" fmla="*/ 20 w 7"/>
                <a:gd name="T1" fmla="*/ 48 h 6"/>
                <a:gd name="T2" fmla="*/ 45 w 7"/>
                <a:gd name="T3" fmla="*/ 8 h 6"/>
                <a:gd name="T4" fmla="*/ 0 w 7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6"/>
                  </a:moveTo>
                  <a:cubicBezTo>
                    <a:pt x="4" y="4"/>
                    <a:pt x="6" y="4"/>
                    <a:pt x="7" y="1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5" name="Freeform 450">
              <a:extLst>
                <a:ext uri="{FF2B5EF4-FFF2-40B4-BE49-F238E27FC236}">
                  <a16:creationId xmlns:a16="http://schemas.microsoft.com/office/drawing/2014/main" id="{B0302965-7E7E-49FF-8903-E5CF5046F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120"/>
              <a:ext cx="12" cy="11"/>
            </a:xfrm>
            <a:custGeom>
              <a:avLst/>
              <a:gdLst>
                <a:gd name="T0" fmla="*/ 5 w 7"/>
                <a:gd name="T1" fmla="*/ 20 h 6"/>
                <a:gd name="T2" fmla="*/ 36 w 7"/>
                <a:gd name="T3" fmla="*/ 31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3"/>
                  </a:moveTo>
                  <a:cubicBezTo>
                    <a:pt x="2" y="5"/>
                    <a:pt x="5" y="6"/>
                    <a:pt x="7" y="5"/>
                  </a:cubicBezTo>
                  <a:cubicBezTo>
                    <a:pt x="6" y="3"/>
                    <a:pt x="2" y="0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6" name="Freeform 451">
              <a:extLst>
                <a:ext uri="{FF2B5EF4-FFF2-40B4-BE49-F238E27FC236}">
                  <a16:creationId xmlns:a16="http://schemas.microsoft.com/office/drawing/2014/main" id="{FE129794-DFA3-418C-A2CE-E72FDE6E0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118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7" name="Freeform 452">
              <a:extLst>
                <a:ext uri="{FF2B5EF4-FFF2-40B4-BE49-F238E27FC236}">
                  <a16:creationId xmlns:a16="http://schemas.microsoft.com/office/drawing/2014/main" id="{D0DC604C-0045-443D-B423-A235DE932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190"/>
              <a:ext cx="9" cy="10"/>
            </a:xfrm>
            <a:custGeom>
              <a:avLst/>
              <a:gdLst>
                <a:gd name="T0" fmla="*/ 0 w 5"/>
                <a:gd name="T1" fmla="*/ 40 h 5"/>
                <a:gd name="T2" fmla="*/ 29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3" y="4"/>
                    <a:pt x="3" y="1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8" name="Freeform 453">
              <a:extLst>
                <a:ext uri="{FF2B5EF4-FFF2-40B4-BE49-F238E27FC236}">
                  <a16:creationId xmlns:a16="http://schemas.microsoft.com/office/drawing/2014/main" id="{B88FAB67-7A74-4B24-8C9C-62D633946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184"/>
              <a:ext cx="9" cy="1"/>
            </a:xfrm>
            <a:custGeom>
              <a:avLst/>
              <a:gdLst>
                <a:gd name="T0" fmla="*/ 0 w 5"/>
                <a:gd name="T1" fmla="*/ 0 h 1"/>
                <a:gd name="T2" fmla="*/ 29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9" name="Freeform 454">
              <a:extLst>
                <a:ext uri="{FF2B5EF4-FFF2-40B4-BE49-F238E27FC236}">
                  <a16:creationId xmlns:a16="http://schemas.microsoft.com/office/drawing/2014/main" id="{A6A471AE-4C46-4BE2-A5F6-B3B4AFA3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270"/>
              <a:ext cx="14" cy="11"/>
            </a:xfrm>
            <a:custGeom>
              <a:avLst/>
              <a:gdLst>
                <a:gd name="T0" fmla="*/ 28 w 8"/>
                <a:gd name="T1" fmla="*/ 37 h 6"/>
                <a:gd name="T2" fmla="*/ 12 w 8"/>
                <a:gd name="T3" fmla="*/ 0 h 6"/>
                <a:gd name="T4" fmla="*/ 44 w 8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6"/>
                  </a:moveTo>
                  <a:cubicBezTo>
                    <a:pt x="2" y="5"/>
                    <a:pt x="0" y="3"/>
                    <a:pt x="2" y="0"/>
                  </a:cubicBezTo>
                  <a:cubicBezTo>
                    <a:pt x="4" y="0"/>
                    <a:pt x="7" y="2"/>
                    <a:pt x="8" y="4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0" name="Freeform 455">
              <a:extLst>
                <a:ext uri="{FF2B5EF4-FFF2-40B4-BE49-F238E27FC236}">
                  <a16:creationId xmlns:a16="http://schemas.microsoft.com/office/drawing/2014/main" id="{49E5723C-C47B-4D75-807E-4E0704C7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287"/>
              <a:ext cx="11" cy="4"/>
            </a:xfrm>
            <a:custGeom>
              <a:avLst/>
              <a:gdLst>
                <a:gd name="T0" fmla="*/ 0 w 6"/>
                <a:gd name="T1" fmla="*/ 16 h 2"/>
                <a:gd name="T2" fmla="*/ 37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1" name="Freeform 456">
              <a:extLst>
                <a:ext uri="{FF2B5EF4-FFF2-40B4-BE49-F238E27FC236}">
                  <a16:creationId xmlns:a16="http://schemas.microsoft.com/office/drawing/2014/main" id="{1C18B3EE-C04D-4DC3-802D-45FD0AB8E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346"/>
              <a:ext cx="20" cy="13"/>
            </a:xfrm>
            <a:custGeom>
              <a:avLst/>
              <a:gdLst>
                <a:gd name="T0" fmla="*/ 16 w 11"/>
                <a:gd name="T1" fmla="*/ 7 h 7"/>
                <a:gd name="T2" fmla="*/ 0 w 11"/>
                <a:gd name="T3" fmla="*/ 24 h 7"/>
                <a:gd name="T4" fmla="*/ 49 w 11"/>
                <a:gd name="T5" fmla="*/ 7 h 7"/>
                <a:gd name="T6" fmla="*/ 36 w 11"/>
                <a:gd name="T7" fmla="*/ 4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3" y="1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4" y="5"/>
                    <a:pt x="6" y="0"/>
                    <a:pt x="8" y="1"/>
                  </a:cubicBezTo>
                  <a:cubicBezTo>
                    <a:pt x="11" y="2"/>
                    <a:pt x="8" y="6"/>
                    <a:pt x="6" y="7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2" name="Freeform 457">
              <a:extLst>
                <a:ext uri="{FF2B5EF4-FFF2-40B4-BE49-F238E27FC236}">
                  <a16:creationId xmlns:a16="http://schemas.microsoft.com/office/drawing/2014/main" id="{6F7D684F-0DF6-4231-9B9F-C9C505980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329"/>
              <a:ext cx="11" cy="11"/>
            </a:xfrm>
            <a:custGeom>
              <a:avLst/>
              <a:gdLst>
                <a:gd name="T0" fmla="*/ 31 w 6"/>
                <a:gd name="T1" fmla="*/ 37 h 6"/>
                <a:gd name="T2" fmla="*/ 13 w 6"/>
                <a:gd name="T3" fmla="*/ 3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5" y="6"/>
                  </a:moveTo>
                  <a:cubicBezTo>
                    <a:pt x="6" y="0"/>
                    <a:pt x="0" y="2"/>
                    <a:pt x="2" y="5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3" name="Freeform 458">
              <a:extLst>
                <a:ext uri="{FF2B5EF4-FFF2-40B4-BE49-F238E27FC236}">
                  <a16:creationId xmlns:a16="http://schemas.microsoft.com/office/drawing/2014/main" id="{06919DAE-8DDF-46F4-8449-9D5208BE3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371"/>
              <a:ext cx="11" cy="11"/>
            </a:xfrm>
            <a:custGeom>
              <a:avLst/>
              <a:gdLst>
                <a:gd name="T0" fmla="*/ 7 w 6"/>
                <a:gd name="T1" fmla="*/ 13 h 6"/>
                <a:gd name="T2" fmla="*/ 7 w 6"/>
                <a:gd name="T3" fmla="*/ 37 h 6"/>
                <a:gd name="T4" fmla="*/ 31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4" y="6"/>
                    <a:pt x="6" y="3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4" name="Freeform 459">
              <a:extLst>
                <a:ext uri="{FF2B5EF4-FFF2-40B4-BE49-F238E27FC236}">
                  <a16:creationId xmlns:a16="http://schemas.microsoft.com/office/drawing/2014/main" id="{07928D19-A14E-4010-BABD-D36039CA7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424"/>
              <a:ext cx="13" cy="17"/>
            </a:xfrm>
            <a:custGeom>
              <a:avLst/>
              <a:gdLst>
                <a:gd name="T0" fmla="*/ 24 w 7"/>
                <a:gd name="T1" fmla="*/ 0 h 9"/>
                <a:gd name="T2" fmla="*/ 32 w 7"/>
                <a:gd name="T3" fmla="*/ 53 h 9"/>
                <a:gd name="T4" fmla="*/ 0 w 7"/>
                <a:gd name="T5" fmla="*/ 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5" y="2"/>
                    <a:pt x="7" y="7"/>
                    <a:pt x="5" y="8"/>
                  </a:cubicBezTo>
                  <a:cubicBezTo>
                    <a:pt x="3" y="9"/>
                    <a:pt x="1" y="3"/>
                    <a:pt x="0" y="2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5" name="Freeform 460">
              <a:extLst>
                <a:ext uri="{FF2B5EF4-FFF2-40B4-BE49-F238E27FC236}">
                  <a16:creationId xmlns:a16="http://schemas.microsoft.com/office/drawing/2014/main" id="{A80D5A7F-9887-4FC9-B8DF-EADFD927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502"/>
              <a:ext cx="16" cy="8"/>
            </a:xfrm>
            <a:custGeom>
              <a:avLst/>
              <a:gdLst>
                <a:gd name="T0" fmla="*/ 50 w 9"/>
                <a:gd name="T1" fmla="*/ 0 h 4"/>
                <a:gd name="T2" fmla="*/ 16 w 9"/>
                <a:gd name="T3" fmla="*/ 8 h 4"/>
                <a:gd name="T4" fmla="*/ 50 w 9"/>
                <a:gd name="T5" fmla="*/ 2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1"/>
                    <a:pt x="4" y="0"/>
                    <a:pt x="3" y="1"/>
                  </a:cubicBezTo>
                  <a:cubicBezTo>
                    <a:pt x="0" y="4"/>
                    <a:pt x="8" y="4"/>
                    <a:pt x="9" y="3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6" name="Freeform 461">
              <a:extLst>
                <a:ext uri="{FF2B5EF4-FFF2-40B4-BE49-F238E27FC236}">
                  <a16:creationId xmlns:a16="http://schemas.microsoft.com/office/drawing/2014/main" id="{6C4B8373-CCFA-4E3D-984E-845FFF17F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489"/>
              <a:ext cx="12" cy="11"/>
            </a:xfrm>
            <a:custGeom>
              <a:avLst/>
              <a:gdLst>
                <a:gd name="T0" fmla="*/ 21 w 7"/>
                <a:gd name="T1" fmla="*/ 37 h 6"/>
                <a:gd name="T2" fmla="*/ 0 w 7"/>
                <a:gd name="T3" fmla="*/ 13 h 6"/>
                <a:gd name="T4" fmla="*/ 36 w 7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6"/>
                  </a:moveTo>
                  <a:cubicBezTo>
                    <a:pt x="2" y="5"/>
                    <a:pt x="1" y="3"/>
                    <a:pt x="0" y="2"/>
                  </a:cubicBezTo>
                  <a:cubicBezTo>
                    <a:pt x="2" y="0"/>
                    <a:pt x="5" y="2"/>
                    <a:pt x="7" y="1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7" name="Freeform 462">
              <a:extLst>
                <a:ext uri="{FF2B5EF4-FFF2-40B4-BE49-F238E27FC236}">
                  <a16:creationId xmlns:a16="http://schemas.microsoft.com/office/drawing/2014/main" id="{BB71C9F6-F6A7-4561-A65C-2272F0DD0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441"/>
              <a:ext cx="11" cy="15"/>
            </a:xfrm>
            <a:custGeom>
              <a:avLst/>
              <a:gdLst>
                <a:gd name="T0" fmla="*/ 7 w 6"/>
                <a:gd name="T1" fmla="*/ 28 h 8"/>
                <a:gd name="T2" fmla="*/ 7 w 6"/>
                <a:gd name="T3" fmla="*/ 28 h 8"/>
                <a:gd name="T4" fmla="*/ 31 w 6"/>
                <a:gd name="T5" fmla="*/ 39 h 8"/>
                <a:gd name="T6" fmla="*/ 24 w 6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0" y="7"/>
                    <a:pt x="4" y="8"/>
                    <a:pt x="5" y="6"/>
                  </a:cubicBezTo>
                  <a:cubicBezTo>
                    <a:pt x="6" y="4"/>
                    <a:pt x="4" y="2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8" name="Freeform 463">
              <a:extLst>
                <a:ext uri="{FF2B5EF4-FFF2-40B4-BE49-F238E27FC236}">
                  <a16:creationId xmlns:a16="http://schemas.microsoft.com/office/drawing/2014/main" id="{A6E05DE2-A76B-4990-9A1A-0628A68F9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416"/>
              <a:ext cx="13" cy="12"/>
            </a:xfrm>
            <a:custGeom>
              <a:avLst/>
              <a:gdLst>
                <a:gd name="T0" fmla="*/ 45 w 7"/>
                <a:gd name="T1" fmla="*/ 40 h 6"/>
                <a:gd name="T2" fmla="*/ 0 w 7"/>
                <a:gd name="T3" fmla="*/ 40 h 6"/>
                <a:gd name="T4" fmla="*/ 32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7" y="5"/>
                  </a:moveTo>
                  <a:cubicBezTo>
                    <a:pt x="5" y="5"/>
                    <a:pt x="1" y="6"/>
                    <a:pt x="0" y="5"/>
                  </a:cubicBezTo>
                  <a:cubicBezTo>
                    <a:pt x="1" y="3"/>
                    <a:pt x="3" y="1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9" name="Freeform 464">
              <a:extLst>
                <a:ext uri="{FF2B5EF4-FFF2-40B4-BE49-F238E27FC236}">
                  <a16:creationId xmlns:a16="http://schemas.microsoft.com/office/drawing/2014/main" id="{7A3AAE4B-1112-4DDF-A4E6-E08F999B8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519"/>
              <a:ext cx="9" cy="12"/>
            </a:xfrm>
            <a:custGeom>
              <a:avLst/>
              <a:gdLst>
                <a:gd name="T0" fmla="*/ 29 w 5"/>
                <a:gd name="T1" fmla="*/ 32 h 6"/>
                <a:gd name="T2" fmla="*/ 0 w 5"/>
                <a:gd name="T3" fmla="*/ 40 h 6"/>
                <a:gd name="T4" fmla="*/ 29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4" y="5"/>
                    <a:pt x="2" y="6"/>
                    <a:pt x="0" y="5"/>
                  </a:cubicBezTo>
                  <a:cubicBezTo>
                    <a:pt x="1" y="3"/>
                    <a:pt x="3" y="1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0" name="Freeform 465">
              <a:extLst>
                <a:ext uri="{FF2B5EF4-FFF2-40B4-BE49-F238E27FC236}">
                  <a16:creationId xmlns:a16="http://schemas.microsoft.com/office/drawing/2014/main" id="{81511B84-2B65-4B0C-BB4D-9993183FD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500"/>
              <a:ext cx="7" cy="8"/>
            </a:xfrm>
            <a:custGeom>
              <a:avLst/>
              <a:gdLst>
                <a:gd name="T0" fmla="*/ 0 w 4"/>
                <a:gd name="T1" fmla="*/ 0 h 4"/>
                <a:gd name="T2" fmla="*/ 21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2" y="3"/>
                    <a:pt x="4" y="4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1" name="Freeform 466">
              <a:extLst>
                <a:ext uri="{FF2B5EF4-FFF2-40B4-BE49-F238E27FC236}">
                  <a16:creationId xmlns:a16="http://schemas.microsoft.com/office/drawing/2014/main" id="{D86D0983-4737-4D5C-9203-6CF2ADD98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262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2" name="Freeform 467">
              <a:extLst>
                <a:ext uri="{FF2B5EF4-FFF2-40B4-BE49-F238E27FC236}">
                  <a16:creationId xmlns:a16="http://schemas.microsoft.com/office/drawing/2014/main" id="{9DEEE318-D1BF-41A0-9E7B-1AA4E7910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226"/>
              <a:ext cx="3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0"/>
                    <a:pt x="2" y="1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3" name="Freeform 468">
              <a:extLst>
                <a:ext uri="{FF2B5EF4-FFF2-40B4-BE49-F238E27FC236}">
                  <a16:creationId xmlns:a16="http://schemas.microsoft.com/office/drawing/2014/main" id="{272B7465-18BF-4D9B-8F06-9B5542EB8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145"/>
              <a:ext cx="12" cy="17"/>
            </a:xfrm>
            <a:custGeom>
              <a:avLst/>
              <a:gdLst>
                <a:gd name="T0" fmla="*/ 9 w 7"/>
                <a:gd name="T1" fmla="*/ 53 h 9"/>
                <a:gd name="T2" fmla="*/ 29 w 7"/>
                <a:gd name="T3" fmla="*/ 40 h 9"/>
                <a:gd name="T4" fmla="*/ 9 w 7"/>
                <a:gd name="T5" fmla="*/ 40 h 9"/>
                <a:gd name="T6" fmla="*/ 36 w 7"/>
                <a:gd name="T7" fmla="*/ 8 h 9"/>
                <a:gd name="T8" fmla="*/ 0 w 7"/>
                <a:gd name="T9" fmla="*/ 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2" y="8"/>
                  </a:moveTo>
                  <a:cubicBezTo>
                    <a:pt x="4" y="9"/>
                    <a:pt x="6" y="9"/>
                    <a:pt x="6" y="6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4" y="5"/>
                    <a:pt x="6" y="4"/>
                    <a:pt x="7" y="1"/>
                  </a:cubicBezTo>
                  <a:cubicBezTo>
                    <a:pt x="5" y="0"/>
                    <a:pt x="2" y="0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4" name="Freeform 469">
              <a:extLst>
                <a:ext uri="{FF2B5EF4-FFF2-40B4-BE49-F238E27FC236}">
                  <a16:creationId xmlns:a16="http://schemas.microsoft.com/office/drawing/2014/main" id="{CA4BB5E7-2D08-4FDD-BF56-AF7DD1FBF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002"/>
              <a:ext cx="16" cy="17"/>
            </a:xfrm>
            <a:custGeom>
              <a:avLst/>
              <a:gdLst>
                <a:gd name="T0" fmla="*/ 0 w 9"/>
                <a:gd name="T1" fmla="*/ 21 h 9"/>
                <a:gd name="T2" fmla="*/ 36 w 9"/>
                <a:gd name="T3" fmla="*/ 8 h 9"/>
                <a:gd name="T4" fmla="*/ 0 w 9"/>
                <a:gd name="T5" fmla="*/ 6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2" y="2"/>
                    <a:pt x="5" y="0"/>
                    <a:pt x="6" y="1"/>
                  </a:cubicBezTo>
                  <a:cubicBezTo>
                    <a:pt x="9" y="4"/>
                    <a:pt x="1" y="8"/>
                    <a:pt x="0" y="9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5" name="Freeform 470">
              <a:extLst>
                <a:ext uri="{FF2B5EF4-FFF2-40B4-BE49-F238E27FC236}">
                  <a16:creationId xmlns:a16="http://schemas.microsoft.com/office/drawing/2014/main" id="{FDA964B2-217E-45A0-9904-8624BA199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987"/>
              <a:ext cx="7" cy="5"/>
            </a:xfrm>
            <a:custGeom>
              <a:avLst/>
              <a:gdLst>
                <a:gd name="T0" fmla="*/ 0 w 4"/>
                <a:gd name="T1" fmla="*/ 13 h 3"/>
                <a:gd name="T2" fmla="*/ 21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6" name="Freeform 471">
              <a:extLst>
                <a:ext uri="{FF2B5EF4-FFF2-40B4-BE49-F238E27FC236}">
                  <a16:creationId xmlns:a16="http://schemas.microsoft.com/office/drawing/2014/main" id="{2289A3C9-4D0C-433B-A568-6E63BD220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964"/>
              <a:ext cx="21" cy="17"/>
            </a:xfrm>
            <a:custGeom>
              <a:avLst/>
              <a:gdLst>
                <a:gd name="T0" fmla="*/ 49 w 12"/>
                <a:gd name="T1" fmla="*/ 0 h 9"/>
                <a:gd name="T2" fmla="*/ 65 w 12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0" y="5"/>
                    <a:pt x="9" y="9"/>
                    <a:pt x="12" y="3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7" name="Freeform 472">
              <a:extLst>
                <a:ext uri="{FF2B5EF4-FFF2-40B4-BE49-F238E27FC236}">
                  <a16:creationId xmlns:a16="http://schemas.microsoft.com/office/drawing/2014/main" id="{E73CAB76-6B7B-41D3-A29E-230FF27BA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943"/>
              <a:ext cx="14" cy="15"/>
            </a:xfrm>
            <a:custGeom>
              <a:avLst/>
              <a:gdLst>
                <a:gd name="T0" fmla="*/ 12 w 8"/>
                <a:gd name="T1" fmla="*/ 53 h 8"/>
                <a:gd name="T2" fmla="*/ 44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2" y="8"/>
                  </a:moveTo>
                  <a:cubicBezTo>
                    <a:pt x="0" y="4"/>
                    <a:pt x="5" y="1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8" name="Freeform 473">
              <a:extLst>
                <a:ext uri="{FF2B5EF4-FFF2-40B4-BE49-F238E27FC236}">
                  <a16:creationId xmlns:a16="http://schemas.microsoft.com/office/drawing/2014/main" id="{8DB5450F-F298-4E6A-9130-1ED9ADB9A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937"/>
              <a:ext cx="10" cy="8"/>
            </a:xfrm>
            <a:custGeom>
              <a:avLst/>
              <a:gdLst>
                <a:gd name="T0" fmla="*/ 0 w 6"/>
                <a:gd name="T1" fmla="*/ 0 h 4"/>
                <a:gd name="T2" fmla="*/ 2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3"/>
                    <a:pt x="4" y="3"/>
                    <a:pt x="6" y="4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9" name="Freeform 474">
              <a:extLst>
                <a:ext uri="{FF2B5EF4-FFF2-40B4-BE49-F238E27FC236}">
                  <a16:creationId xmlns:a16="http://schemas.microsoft.com/office/drawing/2014/main" id="{09ECF303-760F-4C39-B80B-0D3157D1A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137"/>
              <a:ext cx="5" cy="9"/>
            </a:xfrm>
            <a:custGeom>
              <a:avLst/>
              <a:gdLst>
                <a:gd name="T0" fmla="*/ 0 w 3"/>
                <a:gd name="T1" fmla="*/ 29 h 5"/>
                <a:gd name="T2" fmla="*/ 13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0" name="Freeform 475">
              <a:extLst>
                <a:ext uri="{FF2B5EF4-FFF2-40B4-BE49-F238E27FC236}">
                  <a16:creationId xmlns:a16="http://schemas.microsoft.com/office/drawing/2014/main" id="{B57F8515-0A42-45B2-9B6C-5ACE9324A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051"/>
              <a:ext cx="12" cy="16"/>
            </a:xfrm>
            <a:custGeom>
              <a:avLst/>
              <a:gdLst>
                <a:gd name="T0" fmla="*/ 0 w 7"/>
                <a:gd name="T1" fmla="*/ 64 h 8"/>
                <a:gd name="T2" fmla="*/ 3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5"/>
                    <a:pt x="4" y="2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1" name="Freeform 476">
              <a:extLst>
                <a:ext uri="{FF2B5EF4-FFF2-40B4-BE49-F238E27FC236}">
                  <a16:creationId xmlns:a16="http://schemas.microsoft.com/office/drawing/2014/main" id="{245AB034-3E63-4182-A332-2A690C783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966"/>
              <a:ext cx="12" cy="11"/>
            </a:xfrm>
            <a:custGeom>
              <a:avLst/>
              <a:gdLst>
                <a:gd name="T0" fmla="*/ 21 w 7"/>
                <a:gd name="T1" fmla="*/ 0 h 6"/>
                <a:gd name="T2" fmla="*/ 21 w 7"/>
                <a:gd name="T3" fmla="*/ 37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5" y="1"/>
                    <a:pt x="7" y="6"/>
                    <a:pt x="4" y="6"/>
                  </a:cubicBezTo>
                  <a:cubicBezTo>
                    <a:pt x="1" y="6"/>
                    <a:pt x="0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2" name="Freeform 477">
              <a:extLst>
                <a:ext uri="{FF2B5EF4-FFF2-40B4-BE49-F238E27FC236}">
                  <a16:creationId xmlns:a16="http://schemas.microsoft.com/office/drawing/2014/main" id="{84DCC2A7-B24F-4492-A298-8CE853B02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937"/>
              <a:ext cx="9" cy="2"/>
            </a:xfrm>
            <a:custGeom>
              <a:avLst/>
              <a:gdLst>
                <a:gd name="T0" fmla="*/ 0 w 5"/>
                <a:gd name="T1" fmla="*/ 0 h 1"/>
                <a:gd name="T2" fmla="*/ 29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1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3" name="Freeform 478">
              <a:extLst>
                <a:ext uri="{FF2B5EF4-FFF2-40B4-BE49-F238E27FC236}">
                  <a16:creationId xmlns:a16="http://schemas.microsoft.com/office/drawing/2014/main" id="{62CBDBB4-9628-4FA4-A929-0766E0930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053"/>
              <a:ext cx="12" cy="15"/>
            </a:xfrm>
            <a:custGeom>
              <a:avLst/>
              <a:gdLst>
                <a:gd name="T0" fmla="*/ 0 w 7"/>
                <a:gd name="T1" fmla="*/ 21 h 8"/>
                <a:gd name="T2" fmla="*/ 29 w 7"/>
                <a:gd name="T3" fmla="*/ 39 h 8"/>
                <a:gd name="T4" fmla="*/ 5 w 7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0" y="5"/>
                    <a:pt x="4" y="8"/>
                    <a:pt x="6" y="6"/>
                  </a:cubicBezTo>
                  <a:cubicBezTo>
                    <a:pt x="7" y="3"/>
                    <a:pt x="3" y="0"/>
                    <a:pt x="1" y="1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4" name="Freeform 479">
              <a:extLst>
                <a:ext uri="{FF2B5EF4-FFF2-40B4-BE49-F238E27FC236}">
                  <a16:creationId xmlns:a16="http://schemas.microsoft.com/office/drawing/2014/main" id="{515F23F6-C8BB-4021-B7BB-85A18E39B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023"/>
              <a:ext cx="7" cy="4"/>
            </a:xfrm>
            <a:custGeom>
              <a:avLst/>
              <a:gdLst>
                <a:gd name="T0" fmla="*/ 0 w 4"/>
                <a:gd name="T1" fmla="*/ 0 h 2"/>
                <a:gd name="T2" fmla="*/ 21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2"/>
                    <a:pt x="2" y="2"/>
                    <a:pt x="4" y="2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5" name="Freeform 480">
              <a:extLst>
                <a:ext uri="{FF2B5EF4-FFF2-40B4-BE49-F238E27FC236}">
                  <a16:creationId xmlns:a16="http://schemas.microsoft.com/office/drawing/2014/main" id="{F9AC7E8F-7492-4463-9804-04060CBCC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078"/>
              <a:ext cx="2" cy="8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6" name="Freeform 481">
              <a:extLst>
                <a:ext uri="{FF2B5EF4-FFF2-40B4-BE49-F238E27FC236}">
                  <a16:creationId xmlns:a16="http://schemas.microsoft.com/office/drawing/2014/main" id="{9B260B39-F2BA-4952-9C99-BF5B7CA79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088"/>
              <a:ext cx="4" cy="5"/>
            </a:xfrm>
            <a:custGeom>
              <a:avLst/>
              <a:gdLst>
                <a:gd name="T0" fmla="*/ 16 w 2"/>
                <a:gd name="T1" fmla="*/ 0 h 3"/>
                <a:gd name="T2" fmla="*/ 8 w 2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7" name="Freeform 482">
              <a:extLst>
                <a:ext uri="{FF2B5EF4-FFF2-40B4-BE49-F238E27FC236}">
                  <a16:creationId xmlns:a16="http://schemas.microsoft.com/office/drawing/2014/main" id="{117818E6-19F8-40F0-BB80-A6462AA0B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259"/>
              <a:ext cx="1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8" name="Freeform 483">
              <a:extLst>
                <a:ext uri="{FF2B5EF4-FFF2-40B4-BE49-F238E27FC236}">
                  <a16:creationId xmlns:a16="http://schemas.microsoft.com/office/drawing/2014/main" id="{86954A45-0F69-4864-BE50-6B86B6610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291"/>
              <a:ext cx="5" cy="9"/>
            </a:xfrm>
            <a:custGeom>
              <a:avLst/>
              <a:gdLst>
                <a:gd name="T0" fmla="*/ 13 w 3"/>
                <a:gd name="T1" fmla="*/ 29 h 5"/>
                <a:gd name="T2" fmla="*/ 5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1" y="4"/>
                    <a:pt x="0" y="2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9" name="Freeform 484">
              <a:extLst>
                <a:ext uri="{FF2B5EF4-FFF2-40B4-BE49-F238E27FC236}">
                  <a16:creationId xmlns:a16="http://schemas.microsoft.com/office/drawing/2014/main" id="{070CE003-02ED-45E2-A39E-1277BEB92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287"/>
              <a:ext cx="18" cy="19"/>
            </a:xfrm>
            <a:custGeom>
              <a:avLst/>
              <a:gdLst>
                <a:gd name="T0" fmla="*/ 16 w 10"/>
                <a:gd name="T1" fmla="*/ 68 h 10"/>
                <a:gd name="T2" fmla="*/ 0 w 10"/>
                <a:gd name="T3" fmla="*/ 4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3" y="10"/>
                  </a:moveTo>
                  <a:cubicBezTo>
                    <a:pt x="10" y="10"/>
                    <a:pt x="5" y="0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00" name="Freeform 485">
              <a:extLst>
                <a:ext uri="{FF2B5EF4-FFF2-40B4-BE49-F238E27FC236}">
                  <a16:creationId xmlns:a16="http://schemas.microsoft.com/office/drawing/2014/main" id="{E4737830-DBEE-4CDA-8E49-7F6F35922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274"/>
              <a:ext cx="7" cy="4"/>
            </a:xfrm>
            <a:custGeom>
              <a:avLst/>
              <a:gdLst>
                <a:gd name="T0" fmla="*/ 0 w 4"/>
                <a:gd name="T1" fmla="*/ 0 h 2"/>
                <a:gd name="T2" fmla="*/ 21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01" name="Freeform 486">
              <a:extLst>
                <a:ext uri="{FF2B5EF4-FFF2-40B4-BE49-F238E27FC236}">
                  <a16:creationId xmlns:a16="http://schemas.microsoft.com/office/drawing/2014/main" id="{3411477C-5D4D-4606-8754-8D4FB13F0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281"/>
              <a:ext cx="14" cy="14"/>
            </a:xfrm>
            <a:custGeom>
              <a:avLst/>
              <a:gdLst>
                <a:gd name="T0" fmla="*/ 12 w 8"/>
                <a:gd name="T1" fmla="*/ 56 h 7"/>
                <a:gd name="T2" fmla="*/ 0 w 8"/>
                <a:gd name="T3" fmla="*/ 3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2" y="7"/>
                  </a:moveTo>
                  <a:cubicBezTo>
                    <a:pt x="8" y="3"/>
                    <a:pt x="0" y="0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02" name="Freeform 487">
              <a:extLst>
                <a:ext uri="{FF2B5EF4-FFF2-40B4-BE49-F238E27FC236}">
                  <a16:creationId xmlns:a16="http://schemas.microsoft.com/office/drawing/2014/main" id="{1BC6D962-870B-4DAB-8870-D330425F7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158"/>
              <a:ext cx="17" cy="9"/>
            </a:xfrm>
            <a:custGeom>
              <a:avLst/>
              <a:gdLst>
                <a:gd name="T0" fmla="*/ 9 w 10"/>
                <a:gd name="T1" fmla="*/ 29 h 5"/>
                <a:gd name="T2" fmla="*/ 41 w 10"/>
                <a:gd name="T3" fmla="*/ 23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2" y="5"/>
                  </a:moveTo>
                  <a:cubicBezTo>
                    <a:pt x="4" y="5"/>
                    <a:pt x="8" y="5"/>
                    <a:pt x="8" y="4"/>
                  </a:cubicBezTo>
                  <a:cubicBezTo>
                    <a:pt x="10" y="0"/>
                    <a:pt x="2" y="0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03" name="Freeform 488">
              <a:extLst>
                <a:ext uri="{FF2B5EF4-FFF2-40B4-BE49-F238E27FC236}">
                  <a16:creationId xmlns:a16="http://schemas.microsoft.com/office/drawing/2014/main" id="{951EA1DF-AEE0-4C06-96CA-0D21057DA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219"/>
              <a:ext cx="9" cy="2"/>
            </a:xfrm>
            <a:custGeom>
              <a:avLst/>
              <a:gdLst>
                <a:gd name="T0" fmla="*/ 29 w 5"/>
                <a:gd name="T1" fmla="*/ 0 h 1"/>
                <a:gd name="T2" fmla="*/ 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04" name="Freeform 489">
              <a:extLst>
                <a:ext uri="{FF2B5EF4-FFF2-40B4-BE49-F238E27FC236}">
                  <a16:creationId xmlns:a16="http://schemas.microsoft.com/office/drawing/2014/main" id="{22A87733-96CB-4E0A-B754-A41C907F0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359"/>
              <a:ext cx="1" cy="8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05" name="Freeform 490">
              <a:extLst>
                <a:ext uri="{FF2B5EF4-FFF2-40B4-BE49-F238E27FC236}">
                  <a16:creationId xmlns:a16="http://schemas.microsoft.com/office/drawing/2014/main" id="{F1D55C8E-47AC-4611-BBB5-63FF82DA5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407"/>
              <a:ext cx="12" cy="11"/>
            </a:xfrm>
            <a:custGeom>
              <a:avLst/>
              <a:gdLst>
                <a:gd name="T0" fmla="*/ 15 w 7"/>
                <a:gd name="T1" fmla="*/ 0 h 6"/>
                <a:gd name="T2" fmla="*/ 15 w 7"/>
                <a:gd name="T3" fmla="*/ 31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4" y="1"/>
                    <a:pt x="7" y="6"/>
                    <a:pt x="3" y="5"/>
                  </a:cubicBezTo>
                  <a:cubicBezTo>
                    <a:pt x="1" y="5"/>
                    <a:pt x="0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06" name="Freeform 491">
              <a:extLst>
                <a:ext uri="{FF2B5EF4-FFF2-40B4-BE49-F238E27FC236}">
                  <a16:creationId xmlns:a16="http://schemas.microsoft.com/office/drawing/2014/main" id="{A5CCFD5E-02C3-43C0-86F8-D3642BAEA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384"/>
              <a:ext cx="14" cy="10"/>
            </a:xfrm>
            <a:custGeom>
              <a:avLst/>
              <a:gdLst>
                <a:gd name="T0" fmla="*/ 16 w 8"/>
                <a:gd name="T1" fmla="*/ 0 h 5"/>
                <a:gd name="T2" fmla="*/ 7 w 8"/>
                <a:gd name="T3" fmla="*/ 40 h 5"/>
                <a:gd name="T4" fmla="*/ 44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2" y="1"/>
                    <a:pt x="0" y="3"/>
                    <a:pt x="1" y="5"/>
                  </a:cubicBezTo>
                  <a:cubicBezTo>
                    <a:pt x="4" y="5"/>
                    <a:pt x="6" y="2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07" name="Freeform 492">
              <a:extLst>
                <a:ext uri="{FF2B5EF4-FFF2-40B4-BE49-F238E27FC236}">
                  <a16:creationId xmlns:a16="http://schemas.microsoft.com/office/drawing/2014/main" id="{B83D8374-BE20-4847-A74D-A9E6E099A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477"/>
              <a:ext cx="1" cy="12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08" name="Freeform 493">
              <a:extLst>
                <a:ext uri="{FF2B5EF4-FFF2-40B4-BE49-F238E27FC236}">
                  <a16:creationId xmlns:a16="http://schemas.microsoft.com/office/drawing/2014/main" id="{49329DF3-9304-4512-A355-D886304B6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515"/>
              <a:ext cx="11" cy="4"/>
            </a:xfrm>
            <a:custGeom>
              <a:avLst/>
              <a:gdLst>
                <a:gd name="T0" fmla="*/ 0 w 6"/>
                <a:gd name="T1" fmla="*/ 16 h 2"/>
                <a:gd name="T2" fmla="*/ 37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09" name="Freeform 494">
              <a:extLst>
                <a:ext uri="{FF2B5EF4-FFF2-40B4-BE49-F238E27FC236}">
                  <a16:creationId xmlns:a16="http://schemas.microsoft.com/office/drawing/2014/main" id="{7EED50C6-EAB7-49C8-A4F5-B69741295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399"/>
              <a:ext cx="11" cy="10"/>
            </a:xfrm>
            <a:custGeom>
              <a:avLst/>
              <a:gdLst>
                <a:gd name="T0" fmla="*/ 24 w 6"/>
                <a:gd name="T1" fmla="*/ 0 h 5"/>
                <a:gd name="T2" fmla="*/ 37 w 6"/>
                <a:gd name="T3" fmla="*/ 32 h 5"/>
                <a:gd name="T4" fmla="*/ 0 w 6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4" y="2"/>
                    <a:pt x="5" y="3"/>
                    <a:pt x="6" y="4"/>
                  </a:cubicBezTo>
                  <a:cubicBezTo>
                    <a:pt x="3" y="5"/>
                    <a:pt x="1" y="4"/>
                    <a:pt x="0" y="2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10" name="Freeform 495">
              <a:extLst>
                <a:ext uri="{FF2B5EF4-FFF2-40B4-BE49-F238E27FC236}">
                  <a16:creationId xmlns:a16="http://schemas.microsoft.com/office/drawing/2014/main" id="{66074576-7191-4786-84E8-0730F9B2D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084"/>
              <a:ext cx="7" cy="11"/>
            </a:xfrm>
            <a:custGeom>
              <a:avLst/>
              <a:gdLst>
                <a:gd name="T0" fmla="*/ 21 w 4"/>
                <a:gd name="T1" fmla="*/ 0 h 6"/>
                <a:gd name="T2" fmla="*/ 21 w 4"/>
                <a:gd name="T3" fmla="*/ 37 h 6"/>
                <a:gd name="T4" fmla="*/ 0 w 4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4" y="2"/>
                    <a:pt x="4" y="4"/>
                    <a:pt x="4" y="6"/>
                  </a:cubicBezTo>
                  <a:cubicBezTo>
                    <a:pt x="3" y="5"/>
                    <a:pt x="1" y="4"/>
                    <a:pt x="0" y="4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11" name="Freeform 496">
              <a:extLst>
                <a:ext uri="{FF2B5EF4-FFF2-40B4-BE49-F238E27FC236}">
                  <a16:creationId xmlns:a16="http://schemas.microsoft.com/office/drawing/2014/main" id="{71B4C459-F43D-448A-B9DA-B8FC992E1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270"/>
              <a:ext cx="69" cy="11"/>
            </a:xfrm>
            <a:custGeom>
              <a:avLst/>
              <a:gdLst>
                <a:gd name="T0" fmla="*/ 0 w 39"/>
                <a:gd name="T1" fmla="*/ 0 h 6"/>
                <a:gd name="T2" fmla="*/ 106 w 39"/>
                <a:gd name="T3" fmla="*/ 20 h 6"/>
                <a:gd name="T4" fmla="*/ 216 w 39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">
                  <a:moveTo>
                    <a:pt x="0" y="0"/>
                  </a:moveTo>
                  <a:cubicBezTo>
                    <a:pt x="6" y="2"/>
                    <a:pt x="13" y="2"/>
                    <a:pt x="19" y="3"/>
                  </a:cubicBezTo>
                  <a:cubicBezTo>
                    <a:pt x="27" y="5"/>
                    <a:pt x="32" y="6"/>
                    <a:pt x="39" y="1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12" name="Freeform 497">
              <a:extLst>
                <a:ext uri="{FF2B5EF4-FFF2-40B4-BE49-F238E27FC236}">
                  <a16:creationId xmlns:a16="http://schemas.microsoft.com/office/drawing/2014/main" id="{08C7144B-A84E-4637-A519-F00C72479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276"/>
              <a:ext cx="14" cy="15"/>
            </a:xfrm>
            <a:custGeom>
              <a:avLst/>
              <a:gdLst>
                <a:gd name="T0" fmla="*/ 0 w 8"/>
                <a:gd name="T1" fmla="*/ 0 h 8"/>
                <a:gd name="T2" fmla="*/ 44 w 8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1" y="3"/>
                    <a:pt x="5" y="6"/>
                    <a:pt x="8" y="8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13" name="Freeform 498">
              <a:extLst>
                <a:ext uri="{FF2B5EF4-FFF2-40B4-BE49-F238E27FC236}">
                  <a16:creationId xmlns:a16="http://schemas.microsoft.com/office/drawing/2014/main" id="{E56550F9-428F-477B-9870-A5C4B22E2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308"/>
              <a:ext cx="88" cy="48"/>
            </a:xfrm>
            <a:custGeom>
              <a:avLst/>
              <a:gdLst>
                <a:gd name="T0" fmla="*/ 0 w 49"/>
                <a:gd name="T1" fmla="*/ 132 h 25"/>
                <a:gd name="T2" fmla="*/ 162 w 49"/>
                <a:gd name="T3" fmla="*/ 132 h 25"/>
                <a:gd name="T4" fmla="*/ 242 w 49"/>
                <a:gd name="T5" fmla="*/ 108 h 25"/>
                <a:gd name="T6" fmla="*/ 271 w 49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5">
                  <a:moveTo>
                    <a:pt x="0" y="19"/>
                  </a:moveTo>
                  <a:cubicBezTo>
                    <a:pt x="10" y="25"/>
                    <a:pt x="18" y="20"/>
                    <a:pt x="28" y="19"/>
                  </a:cubicBezTo>
                  <a:cubicBezTo>
                    <a:pt x="33" y="18"/>
                    <a:pt x="38" y="18"/>
                    <a:pt x="42" y="15"/>
                  </a:cubicBezTo>
                  <a:cubicBezTo>
                    <a:pt x="49" y="11"/>
                    <a:pt x="46" y="6"/>
                    <a:pt x="47" y="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14" name="Freeform 499">
              <a:extLst>
                <a:ext uri="{FF2B5EF4-FFF2-40B4-BE49-F238E27FC236}">
                  <a16:creationId xmlns:a16="http://schemas.microsoft.com/office/drawing/2014/main" id="{DADE6F17-914F-41E0-8145-A3C7ACE94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069"/>
              <a:ext cx="511" cy="646"/>
            </a:xfrm>
            <a:custGeom>
              <a:avLst/>
              <a:gdLst>
                <a:gd name="T0" fmla="*/ 830 w 287"/>
                <a:gd name="T1" fmla="*/ 124 h 340"/>
                <a:gd name="T2" fmla="*/ 739 w 287"/>
                <a:gd name="T3" fmla="*/ 0 h 340"/>
                <a:gd name="T4" fmla="*/ 434 w 287"/>
                <a:gd name="T5" fmla="*/ 21 h 340"/>
                <a:gd name="T6" fmla="*/ 390 w 287"/>
                <a:gd name="T7" fmla="*/ 200 h 340"/>
                <a:gd name="T8" fmla="*/ 296 w 287"/>
                <a:gd name="T9" fmla="*/ 321 h 340"/>
                <a:gd name="T10" fmla="*/ 123 w 287"/>
                <a:gd name="T11" fmla="*/ 597 h 340"/>
                <a:gd name="T12" fmla="*/ 80 w 287"/>
                <a:gd name="T13" fmla="*/ 1180 h 340"/>
                <a:gd name="T14" fmla="*/ 137 w 287"/>
                <a:gd name="T15" fmla="*/ 1412 h 340"/>
                <a:gd name="T16" fmla="*/ 137 w 287"/>
                <a:gd name="T17" fmla="*/ 1412 h 340"/>
                <a:gd name="T18" fmla="*/ 142 w 287"/>
                <a:gd name="T19" fmla="*/ 1488 h 340"/>
                <a:gd name="T20" fmla="*/ 142 w 287"/>
                <a:gd name="T21" fmla="*/ 1495 h 340"/>
                <a:gd name="T22" fmla="*/ 89 w 287"/>
                <a:gd name="T23" fmla="*/ 1632 h 340"/>
                <a:gd name="T24" fmla="*/ 89 w 287"/>
                <a:gd name="T25" fmla="*/ 1625 h 340"/>
                <a:gd name="T26" fmla="*/ 89 w 287"/>
                <a:gd name="T27" fmla="*/ 1729 h 340"/>
                <a:gd name="T28" fmla="*/ 85 w 287"/>
                <a:gd name="T29" fmla="*/ 1744 h 340"/>
                <a:gd name="T30" fmla="*/ 0 w 287"/>
                <a:gd name="T31" fmla="*/ 1830 h 340"/>
                <a:gd name="T32" fmla="*/ 158 w 287"/>
                <a:gd name="T33" fmla="*/ 1989 h 340"/>
                <a:gd name="T34" fmla="*/ 830 w 287"/>
                <a:gd name="T35" fmla="*/ 2250 h 340"/>
                <a:gd name="T36" fmla="*/ 1417 w 287"/>
                <a:gd name="T37" fmla="*/ 2257 h 340"/>
                <a:gd name="T38" fmla="*/ 1483 w 287"/>
                <a:gd name="T39" fmla="*/ 1227 h 340"/>
                <a:gd name="T40" fmla="*/ 1316 w 287"/>
                <a:gd name="T41" fmla="*/ 694 h 34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87" h="340">
                  <a:moveTo>
                    <a:pt x="147" y="18"/>
                  </a:moveTo>
                  <a:cubicBezTo>
                    <a:pt x="147" y="17"/>
                    <a:pt x="133" y="1"/>
                    <a:pt x="131" y="0"/>
                  </a:cubicBezTo>
                  <a:cubicBezTo>
                    <a:pt x="129" y="0"/>
                    <a:pt x="77" y="3"/>
                    <a:pt x="77" y="3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14" y="172"/>
                    <a:pt x="14" y="172"/>
                    <a:pt x="14" y="172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5" y="208"/>
                    <a:pt x="25" y="212"/>
                    <a:pt x="25" y="217"/>
                  </a:cubicBezTo>
                  <a:cubicBezTo>
                    <a:pt x="25" y="218"/>
                    <a:pt x="25" y="218"/>
                    <a:pt x="25" y="218"/>
                  </a:cubicBezTo>
                  <a:cubicBezTo>
                    <a:pt x="24" y="229"/>
                    <a:pt x="19" y="237"/>
                    <a:pt x="16" y="238"/>
                  </a:cubicBezTo>
                  <a:cubicBezTo>
                    <a:pt x="16" y="237"/>
                    <a:pt x="16" y="237"/>
                    <a:pt x="16" y="237"/>
                  </a:cubicBezTo>
                  <a:cubicBezTo>
                    <a:pt x="18" y="241"/>
                    <a:pt x="20" y="247"/>
                    <a:pt x="16" y="252"/>
                  </a:cubicBezTo>
                  <a:cubicBezTo>
                    <a:pt x="15" y="254"/>
                    <a:pt x="15" y="254"/>
                    <a:pt x="15" y="254"/>
                  </a:cubicBezTo>
                  <a:cubicBezTo>
                    <a:pt x="11" y="261"/>
                    <a:pt x="6" y="266"/>
                    <a:pt x="0" y="267"/>
                  </a:cubicBezTo>
                  <a:cubicBezTo>
                    <a:pt x="9" y="278"/>
                    <a:pt x="19" y="285"/>
                    <a:pt x="28" y="290"/>
                  </a:cubicBezTo>
                  <a:cubicBezTo>
                    <a:pt x="58" y="304"/>
                    <a:pt x="99" y="316"/>
                    <a:pt x="147" y="328"/>
                  </a:cubicBezTo>
                  <a:cubicBezTo>
                    <a:pt x="194" y="340"/>
                    <a:pt x="229" y="339"/>
                    <a:pt x="251" y="329"/>
                  </a:cubicBezTo>
                  <a:cubicBezTo>
                    <a:pt x="283" y="313"/>
                    <a:pt x="287" y="254"/>
                    <a:pt x="263" y="179"/>
                  </a:cubicBezTo>
                  <a:cubicBezTo>
                    <a:pt x="249" y="133"/>
                    <a:pt x="233" y="101"/>
                    <a:pt x="233" y="101"/>
                  </a:cubicBezTo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15" name="Freeform 500">
              <a:extLst>
                <a:ext uri="{FF2B5EF4-FFF2-40B4-BE49-F238E27FC236}">
                  <a16:creationId xmlns:a16="http://schemas.microsoft.com/office/drawing/2014/main" id="{93D158BA-E338-486C-A457-3AB1142A2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997"/>
              <a:ext cx="59" cy="80"/>
            </a:xfrm>
            <a:custGeom>
              <a:avLst/>
              <a:gdLst>
                <a:gd name="T0" fmla="*/ 188 w 33"/>
                <a:gd name="T1" fmla="*/ 36 h 42"/>
                <a:gd name="T2" fmla="*/ 73 w 33"/>
                <a:gd name="T3" fmla="*/ 0 h 42"/>
                <a:gd name="T4" fmla="*/ 45 w 33"/>
                <a:gd name="T5" fmla="*/ 116 h 42"/>
                <a:gd name="T6" fmla="*/ 138 w 33"/>
                <a:gd name="T7" fmla="*/ 152 h 42"/>
                <a:gd name="T8" fmla="*/ 41 w 33"/>
                <a:gd name="T9" fmla="*/ 152 h 42"/>
                <a:gd name="T10" fmla="*/ 45 w 33"/>
                <a:gd name="T11" fmla="*/ 284 h 42"/>
                <a:gd name="T12" fmla="*/ 188 w 33"/>
                <a:gd name="T13" fmla="*/ 290 h 42"/>
                <a:gd name="T14" fmla="*/ 188 w 33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42">
                  <a:moveTo>
                    <a:pt x="33" y="5"/>
                  </a:moveTo>
                  <a:cubicBezTo>
                    <a:pt x="24" y="3"/>
                    <a:pt x="16" y="1"/>
                    <a:pt x="13" y="0"/>
                  </a:cubicBezTo>
                  <a:cubicBezTo>
                    <a:pt x="6" y="0"/>
                    <a:pt x="3" y="12"/>
                    <a:pt x="8" y="17"/>
                  </a:cubicBezTo>
                  <a:cubicBezTo>
                    <a:pt x="12" y="19"/>
                    <a:pt x="24" y="22"/>
                    <a:pt x="24" y="22"/>
                  </a:cubicBezTo>
                  <a:cubicBezTo>
                    <a:pt x="17" y="22"/>
                    <a:pt x="10" y="22"/>
                    <a:pt x="7" y="22"/>
                  </a:cubicBezTo>
                  <a:cubicBezTo>
                    <a:pt x="1" y="24"/>
                    <a:pt x="0" y="39"/>
                    <a:pt x="8" y="41"/>
                  </a:cubicBezTo>
                  <a:cubicBezTo>
                    <a:pt x="16" y="41"/>
                    <a:pt x="25" y="41"/>
                    <a:pt x="33" y="42"/>
                  </a:cubicBezTo>
                  <a:cubicBezTo>
                    <a:pt x="33" y="29"/>
                    <a:pt x="33" y="16"/>
                    <a:pt x="33" y="5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16" name="Freeform 501">
              <a:extLst>
                <a:ext uri="{FF2B5EF4-FFF2-40B4-BE49-F238E27FC236}">
                  <a16:creationId xmlns:a16="http://schemas.microsoft.com/office/drawing/2014/main" id="{C3A4762F-1905-477C-A75D-D9A6144B5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3097"/>
              <a:ext cx="49" cy="27"/>
            </a:xfrm>
            <a:custGeom>
              <a:avLst/>
              <a:gdLst>
                <a:gd name="T0" fmla="*/ 16 w 27"/>
                <a:gd name="T1" fmla="*/ 79 h 14"/>
                <a:gd name="T2" fmla="*/ 149 w 27"/>
                <a:gd name="T3" fmla="*/ 100 h 14"/>
                <a:gd name="T4" fmla="*/ 162 w 27"/>
                <a:gd name="T5" fmla="*/ 0 h 14"/>
                <a:gd name="T6" fmla="*/ 0 w 27"/>
                <a:gd name="T7" fmla="*/ 79 h 14"/>
                <a:gd name="T8" fmla="*/ 16 w 27"/>
                <a:gd name="T9" fmla="*/ 7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4">
                  <a:moveTo>
                    <a:pt x="3" y="11"/>
                  </a:moveTo>
                  <a:cubicBezTo>
                    <a:pt x="10" y="11"/>
                    <a:pt x="17" y="12"/>
                    <a:pt x="25" y="14"/>
                  </a:cubicBezTo>
                  <a:cubicBezTo>
                    <a:pt x="26" y="9"/>
                    <a:pt x="26" y="4"/>
                    <a:pt x="27" y="0"/>
                  </a:cubicBezTo>
                  <a:cubicBezTo>
                    <a:pt x="17" y="0"/>
                    <a:pt x="8" y="3"/>
                    <a:pt x="0" y="11"/>
                  </a:cubicBezTo>
                  <a:lnTo>
                    <a:pt x="3" y="11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17" name="Freeform 502">
              <a:extLst>
                <a:ext uri="{FF2B5EF4-FFF2-40B4-BE49-F238E27FC236}">
                  <a16:creationId xmlns:a16="http://schemas.microsoft.com/office/drawing/2014/main" id="{315F9DE5-999F-4828-828D-31FC98BA6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858"/>
              <a:ext cx="261" cy="447"/>
            </a:xfrm>
            <a:custGeom>
              <a:avLst/>
              <a:gdLst>
                <a:gd name="T0" fmla="*/ 629 w 146"/>
                <a:gd name="T1" fmla="*/ 228 h 235"/>
                <a:gd name="T2" fmla="*/ 610 w 146"/>
                <a:gd name="T3" fmla="*/ 205 h 235"/>
                <a:gd name="T4" fmla="*/ 624 w 146"/>
                <a:gd name="T5" fmla="*/ 116 h 235"/>
                <a:gd name="T6" fmla="*/ 543 w 146"/>
                <a:gd name="T7" fmla="*/ 68 h 235"/>
                <a:gd name="T8" fmla="*/ 502 w 146"/>
                <a:gd name="T9" fmla="*/ 145 h 235"/>
                <a:gd name="T10" fmla="*/ 499 w 146"/>
                <a:gd name="T11" fmla="*/ 40 h 235"/>
                <a:gd name="T12" fmla="*/ 413 w 146"/>
                <a:gd name="T13" fmla="*/ 36 h 235"/>
                <a:gd name="T14" fmla="*/ 341 w 146"/>
                <a:gd name="T15" fmla="*/ 177 h 235"/>
                <a:gd name="T16" fmla="*/ 313 w 146"/>
                <a:gd name="T17" fmla="*/ 76 h 235"/>
                <a:gd name="T18" fmla="*/ 231 w 146"/>
                <a:gd name="T19" fmla="*/ 91 h 235"/>
                <a:gd name="T20" fmla="*/ 204 w 146"/>
                <a:gd name="T21" fmla="*/ 236 h 235"/>
                <a:gd name="T22" fmla="*/ 195 w 146"/>
                <a:gd name="T23" fmla="*/ 268 h 235"/>
                <a:gd name="T24" fmla="*/ 7 w 146"/>
                <a:gd name="T25" fmla="*/ 763 h 235"/>
                <a:gd name="T26" fmla="*/ 29 w 146"/>
                <a:gd name="T27" fmla="*/ 1168 h 235"/>
                <a:gd name="T28" fmla="*/ 29 w 146"/>
                <a:gd name="T29" fmla="*/ 1168 h 235"/>
                <a:gd name="T30" fmla="*/ 102 w 146"/>
                <a:gd name="T31" fmla="*/ 1312 h 235"/>
                <a:gd name="T32" fmla="*/ 109 w 146"/>
                <a:gd name="T33" fmla="*/ 1472 h 235"/>
                <a:gd name="T34" fmla="*/ 114 w 146"/>
                <a:gd name="T35" fmla="*/ 1548 h 235"/>
                <a:gd name="T36" fmla="*/ 275 w 146"/>
                <a:gd name="T37" fmla="*/ 1535 h 235"/>
                <a:gd name="T38" fmla="*/ 275 w 146"/>
                <a:gd name="T39" fmla="*/ 1451 h 235"/>
                <a:gd name="T40" fmla="*/ 336 w 146"/>
                <a:gd name="T41" fmla="*/ 1090 h 235"/>
                <a:gd name="T42" fmla="*/ 370 w 146"/>
                <a:gd name="T43" fmla="*/ 962 h 235"/>
                <a:gd name="T44" fmla="*/ 370 w 146"/>
                <a:gd name="T45" fmla="*/ 962 h 235"/>
                <a:gd name="T46" fmla="*/ 370 w 146"/>
                <a:gd name="T47" fmla="*/ 962 h 235"/>
                <a:gd name="T48" fmla="*/ 361 w 146"/>
                <a:gd name="T49" fmla="*/ 886 h 235"/>
                <a:gd name="T50" fmla="*/ 354 w 146"/>
                <a:gd name="T51" fmla="*/ 886 h 235"/>
                <a:gd name="T52" fmla="*/ 422 w 146"/>
                <a:gd name="T53" fmla="*/ 557 h 235"/>
                <a:gd name="T54" fmla="*/ 422 w 146"/>
                <a:gd name="T55" fmla="*/ 557 h 235"/>
                <a:gd name="T56" fmla="*/ 508 w 146"/>
                <a:gd name="T57" fmla="*/ 578 h 235"/>
                <a:gd name="T58" fmla="*/ 508 w 146"/>
                <a:gd name="T59" fmla="*/ 578 h 235"/>
                <a:gd name="T60" fmla="*/ 508 w 146"/>
                <a:gd name="T61" fmla="*/ 578 h 235"/>
                <a:gd name="T62" fmla="*/ 624 w 146"/>
                <a:gd name="T63" fmla="*/ 573 h 235"/>
                <a:gd name="T64" fmla="*/ 835 w 146"/>
                <a:gd name="T65" fmla="*/ 565 h 235"/>
                <a:gd name="T66" fmla="*/ 629 w 146"/>
                <a:gd name="T67" fmla="*/ 228 h 23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46" h="235">
                  <a:moveTo>
                    <a:pt x="110" y="33"/>
                  </a:moveTo>
                  <a:cubicBezTo>
                    <a:pt x="109" y="33"/>
                    <a:pt x="107" y="31"/>
                    <a:pt x="107" y="30"/>
                  </a:cubicBezTo>
                  <a:cubicBezTo>
                    <a:pt x="107" y="25"/>
                    <a:pt x="108" y="22"/>
                    <a:pt x="109" y="17"/>
                  </a:cubicBezTo>
                  <a:cubicBezTo>
                    <a:pt x="112" y="9"/>
                    <a:pt x="99" y="1"/>
                    <a:pt x="95" y="10"/>
                  </a:cubicBezTo>
                  <a:cubicBezTo>
                    <a:pt x="93" y="12"/>
                    <a:pt x="91" y="16"/>
                    <a:pt x="88" y="21"/>
                  </a:cubicBezTo>
                  <a:cubicBezTo>
                    <a:pt x="88" y="21"/>
                    <a:pt x="88" y="7"/>
                    <a:pt x="87" y="6"/>
                  </a:cubicBezTo>
                  <a:cubicBezTo>
                    <a:pt x="82" y="0"/>
                    <a:pt x="74" y="2"/>
                    <a:pt x="72" y="5"/>
                  </a:cubicBezTo>
                  <a:cubicBezTo>
                    <a:pt x="69" y="8"/>
                    <a:pt x="71" y="25"/>
                    <a:pt x="60" y="26"/>
                  </a:cubicBezTo>
                  <a:cubicBezTo>
                    <a:pt x="52" y="25"/>
                    <a:pt x="57" y="13"/>
                    <a:pt x="55" y="11"/>
                  </a:cubicBezTo>
                  <a:cubicBezTo>
                    <a:pt x="49" y="6"/>
                    <a:pt x="43" y="9"/>
                    <a:pt x="40" y="13"/>
                  </a:cubicBezTo>
                  <a:cubicBezTo>
                    <a:pt x="39" y="20"/>
                    <a:pt x="38" y="28"/>
                    <a:pt x="36" y="34"/>
                  </a:cubicBezTo>
                  <a:cubicBezTo>
                    <a:pt x="36" y="36"/>
                    <a:pt x="34" y="38"/>
                    <a:pt x="34" y="39"/>
                  </a:cubicBezTo>
                  <a:cubicBezTo>
                    <a:pt x="4" y="64"/>
                    <a:pt x="1" y="82"/>
                    <a:pt x="1" y="111"/>
                  </a:cubicBezTo>
                  <a:cubicBezTo>
                    <a:pt x="1" y="123"/>
                    <a:pt x="0" y="148"/>
                    <a:pt x="5" y="170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9" y="177"/>
                    <a:pt x="12" y="184"/>
                    <a:pt x="18" y="191"/>
                  </a:cubicBezTo>
                  <a:cubicBezTo>
                    <a:pt x="21" y="196"/>
                    <a:pt x="21" y="204"/>
                    <a:pt x="19" y="214"/>
                  </a:cubicBezTo>
                  <a:cubicBezTo>
                    <a:pt x="19" y="216"/>
                    <a:pt x="19" y="222"/>
                    <a:pt x="20" y="225"/>
                  </a:cubicBezTo>
                  <a:cubicBezTo>
                    <a:pt x="26" y="235"/>
                    <a:pt x="49" y="231"/>
                    <a:pt x="48" y="223"/>
                  </a:cubicBezTo>
                  <a:cubicBezTo>
                    <a:pt x="48" y="220"/>
                    <a:pt x="48" y="211"/>
                    <a:pt x="48" y="211"/>
                  </a:cubicBezTo>
                  <a:cubicBezTo>
                    <a:pt x="49" y="194"/>
                    <a:pt x="52" y="175"/>
                    <a:pt x="59" y="158"/>
                  </a:cubicBezTo>
                  <a:cubicBezTo>
                    <a:pt x="62" y="150"/>
                    <a:pt x="64" y="144"/>
                    <a:pt x="65" y="140"/>
                  </a:cubicBezTo>
                  <a:cubicBezTo>
                    <a:pt x="65" y="140"/>
                    <a:pt x="65" y="140"/>
                    <a:pt x="65" y="140"/>
                  </a:cubicBezTo>
                  <a:cubicBezTo>
                    <a:pt x="65" y="140"/>
                    <a:pt x="65" y="140"/>
                    <a:pt x="65" y="140"/>
                  </a:cubicBezTo>
                  <a:cubicBezTo>
                    <a:pt x="67" y="133"/>
                    <a:pt x="66" y="131"/>
                    <a:pt x="63" y="129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56" y="99"/>
                    <a:pt x="65" y="85"/>
                    <a:pt x="74" y="81"/>
                  </a:cubicBezTo>
                  <a:cubicBezTo>
                    <a:pt x="74" y="81"/>
                    <a:pt x="74" y="81"/>
                    <a:pt x="74" y="81"/>
                  </a:cubicBezTo>
                  <a:cubicBezTo>
                    <a:pt x="78" y="83"/>
                    <a:pt x="82" y="84"/>
                    <a:pt x="89" y="84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95" y="84"/>
                    <a:pt x="101" y="83"/>
                    <a:pt x="109" y="83"/>
                  </a:cubicBezTo>
                  <a:cubicBezTo>
                    <a:pt x="120" y="82"/>
                    <a:pt x="133" y="82"/>
                    <a:pt x="146" y="82"/>
                  </a:cubicBezTo>
                  <a:cubicBezTo>
                    <a:pt x="141" y="61"/>
                    <a:pt x="129" y="43"/>
                    <a:pt x="110" y="33"/>
                  </a:cubicBez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18" name="Freeform 503">
              <a:extLst>
                <a:ext uri="{FF2B5EF4-FFF2-40B4-BE49-F238E27FC236}">
                  <a16:creationId xmlns:a16="http://schemas.microsoft.com/office/drawing/2014/main" id="{3EB896CE-78E2-4755-98C2-F409C2736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092"/>
              <a:ext cx="44" cy="24"/>
            </a:xfrm>
            <a:custGeom>
              <a:avLst/>
              <a:gdLst>
                <a:gd name="T0" fmla="*/ 12 w 25"/>
                <a:gd name="T1" fmla="*/ 76 h 13"/>
                <a:gd name="T2" fmla="*/ 99 w 25"/>
                <a:gd name="T3" fmla="*/ 68 h 13"/>
                <a:gd name="T4" fmla="*/ 114 w 25"/>
                <a:gd name="T5" fmla="*/ 68 h 13"/>
                <a:gd name="T6" fmla="*/ 114 w 25"/>
                <a:gd name="T7" fmla="*/ 7 h 13"/>
                <a:gd name="T8" fmla="*/ 0 w 25"/>
                <a:gd name="T9" fmla="*/ 6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2" y="12"/>
                  </a:moveTo>
                  <a:cubicBezTo>
                    <a:pt x="5" y="12"/>
                    <a:pt x="16" y="9"/>
                    <a:pt x="18" y="11"/>
                  </a:cubicBezTo>
                  <a:cubicBezTo>
                    <a:pt x="20" y="13"/>
                    <a:pt x="20" y="13"/>
                    <a:pt x="21" y="11"/>
                  </a:cubicBezTo>
                  <a:cubicBezTo>
                    <a:pt x="23" y="9"/>
                    <a:pt x="25" y="2"/>
                    <a:pt x="21" y="1"/>
                  </a:cubicBezTo>
                  <a:cubicBezTo>
                    <a:pt x="16" y="0"/>
                    <a:pt x="3" y="5"/>
                    <a:pt x="0" y="10"/>
                  </a:cubicBezTo>
                </a:path>
              </a:pathLst>
            </a:custGeom>
            <a:solidFill>
              <a:srgbClr val="CA0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19" name="Freeform 504">
              <a:extLst>
                <a:ext uri="{FF2B5EF4-FFF2-40B4-BE49-F238E27FC236}">
                  <a16:creationId xmlns:a16="http://schemas.microsoft.com/office/drawing/2014/main" id="{01C8DEDE-4300-4D99-9754-1DC2AB8C1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957"/>
              <a:ext cx="148" cy="62"/>
            </a:xfrm>
            <a:custGeom>
              <a:avLst/>
              <a:gdLst>
                <a:gd name="T0" fmla="*/ 80 w 83"/>
                <a:gd name="T1" fmla="*/ 173 h 33"/>
                <a:gd name="T2" fmla="*/ 137 w 83"/>
                <a:gd name="T3" fmla="*/ 197 h 33"/>
                <a:gd name="T4" fmla="*/ 210 w 83"/>
                <a:gd name="T5" fmla="*/ 197 h 33"/>
                <a:gd name="T6" fmla="*/ 362 w 83"/>
                <a:gd name="T7" fmla="*/ 197 h 33"/>
                <a:gd name="T8" fmla="*/ 435 w 83"/>
                <a:gd name="T9" fmla="*/ 197 h 33"/>
                <a:gd name="T10" fmla="*/ 455 w 83"/>
                <a:gd name="T11" fmla="*/ 145 h 33"/>
                <a:gd name="T12" fmla="*/ 374 w 83"/>
                <a:gd name="T13" fmla="*/ 0 h 33"/>
                <a:gd name="T14" fmla="*/ 378 w 83"/>
                <a:gd name="T15" fmla="*/ 137 h 33"/>
                <a:gd name="T16" fmla="*/ 239 w 83"/>
                <a:gd name="T17" fmla="*/ 137 h 33"/>
                <a:gd name="T18" fmla="*/ 93 w 83"/>
                <a:gd name="T19" fmla="*/ 133 h 33"/>
                <a:gd name="T20" fmla="*/ 0 w 83"/>
                <a:gd name="T21" fmla="*/ 218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33">
                  <a:moveTo>
                    <a:pt x="14" y="26"/>
                  </a:moveTo>
                  <a:cubicBezTo>
                    <a:pt x="20" y="26"/>
                    <a:pt x="20" y="27"/>
                    <a:pt x="24" y="30"/>
                  </a:cubicBezTo>
                  <a:cubicBezTo>
                    <a:pt x="28" y="32"/>
                    <a:pt x="33" y="31"/>
                    <a:pt x="37" y="30"/>
                  </a:cubicBezTo>
                  <a:cubicBezTo>
                    <a:pt x="46" y="30"/>
                    <a:pt x="55" y="30"/>
                    <a:pt x="64" y="30"/>
                  </a:cubicBezTo>
                  <a:cubicBezTo>
                    <a:pt x="68" y="30"/>
                    <a:pt x="73" y="30"/>
                    <a:pt x="77" y="30"/>
                  </a:cubicBezTo>
                  <a:cubicBezTo>
                    <a:pt x="83" y="30"/>
                    <a:pt x="82" y="27"/>
                    <a:pt x="80" y="22"/>
                  </a:cubicBezTo>
                  <a:cubicBezTo>
                    <a:pt x="77" y="15"/>
                    <a:pt x="72" y="4"/>
                    <a:pt x="66" y="0"/>
                  </a:cubicBezTo>
                  <a:cubicBezTo>
                    <a:pt x="66" y="7"/>
                    <a:pt x="77" y="15"/>
                    <a:pt x="67" y="21"/>
                  </a:cubicBezTo>
                  <a:cubicBezTo>
                    <a:pt x="59" y="26"/>
                    <a:pt x="50" y="23"/>
                    <a:pt x="42" y="21"/>
                  </a:cubicBezTo>
                  <a:cubicBezTo>
                    <a:pt x="33" y="19"/>
                    <a:pt x="24" y="16"/>
                    <a:pt x="16" y="20"/>
                  </a:cubicBezTo>
                  <a:cubicBezTo>
                    <a:pt x="10" y="22"/>
                    <a:pt x="1" y="26"/>
                    <a:pt x="0" y="33"/>
                  </a:cubicBezTo>
                </a:path>
              </a:pathLst>
            </a:custGeom>
            <a:solidFill>
              <a:srgbClr val="CA0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20" name="Freeform 505">
              <a:extLst>
                <a:ext uri="{FF2B5EF4-FFF2-40B4-BE49-F238E27FC236}">
                  <a16:creationId xmlns:a16="http://schemas.microsoft.com/office/drawing/2014/main" id="{75CF72F5-9774-490F-974C-22A502E93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955"/>
              <a:ext cx="103" cy="222"/>
            </a:xfrm>
            <a:custGeom>
              <a:avLst/>
              <a:gdLst>
                <a:gd name="T0" fmla="*/ 297 w 58"/>
                <a:gd name="T1" fmla="*/ 8 h 117"/>
                <a:gd name="T2" fmla="*/ 158 w 58"/>
                <a:gd name="T3" fmla="*/ 40 h 117"/>
                <a:gd name="T4" fmla="*/ 12 w 58"/>
                <a:gd name="T5" fmla="*/ 0 h 117"/>
                <a:gd name="T6" fmla="*/ 12 w 58"/>
                <a:gd name="T7" fmla="*/ 8 h 117"/>
                <a:gd name="T8" fmla="*/ 16 w 58"/>
                <a:gd name="T9" fmla="*/ 770 h 117"/>
                <a:gd name="T10" fmla="*/ 16 w 58"/>
                <a:gd name="T11" fmla="*/ 778 h 117"/>
                <a:gd name="T12" fmla="*/ 16 w 58"/>
                <a:gd name="T13" fmla="*/ 778 h 117"/>
                <a:gd name="T14" fmla="*/ 107 w 58"/>
                <a:gd name="T15" fmla="*/ 717 h 117"/>
                <a:gd name="T16" fmla="*/ 202 w 58"/>
                <a:gd name="T17" fmla="*/ 717 h 117"/>
                <a:gd name="T18" fmla="*/ 275 w 58"/>
                <a:gd name="T19" fmla="*/ 738 h 117"/>
                <a:gd name="T20" fmla="*/ 318 w 58"/>
                <a:gd name="T21" fmla="*/ 799 h 117"/>
                <a:gd name="T22" fmla="*/ 325 w 58"/>
                <a:gd name="T23" fmla="*/ 786 h 117"/>
                <a:gd name="T24" fmla="*/ 297 w 58"/>
                <a:gd name="T25" fmla="*/ 8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117">
                  <a:moveTo>
                    <a:pt x="53" y="1"/>
                  </a:moveTo>
                  <a:cubicBezTo>
                    <a:pt x="52" y="4"/>
                    <a:pt x="41" y="6"/>
                    <a:pt x="28" y="6"/>
                  </a:cubicBezTo>
                  <a:cubicBezTo>
                    <a:pt x="14" y="6"/>
                    <a:pt x="2" y="4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5"/>
                    <a:pt x="1" y="99"/>
                    <a:pt x="3" y="113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7" y="109"/>
                    <a:pt x="13" y="106"/>
                    <a:pt x="19" y="105"/>
                  </a:cubicBezTo>
                  <a:cubicBezTo>
                    <a:pt x="24" y="105"/>
                    <a:pt x="33" y="104"/>
                    <a:pt x="36" y="105"/>
                  </a:cubicBezTo>
                  <a:cubicBezTo>
                    <a:pt x="40" y="106"/>
                    <a:pt x="46" y="106"/>
                    <a:pt x="49" y="108"/>
                  </a:cubicBezTo>
                  <a:cubicBezTo>
                    <a:pt x="53" y="111"/>
                    <a:pt x="55" y="114"/>
                    <a:pt x="57" y="117"/>
                  </a:cubicBezTo>
                  <a:cubicBezTo>
                    <a:pt x="58" y="115"/>
                    <a:pt x="58" y="115"/>
                    <a:pt x="58" y="115"/>
                  </a:cubicBezTo>
                  <a:cubicBezTo>
                    <a:pt x="55" y="105"/>
                    <a:pt x="54" y="17"/>
                    <a:pt x="53" y="1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21" name="Freeform 506">
              <a:extLst>
                <a:ext uri="{FF2B5EF4-FFF2-40B4-BE49-F238E27FC236}">
                  <a16:creationId xmlns:a16="http://schemas.microsoft.com/office/drawing/2014/main" id="{A485C370-32EF-4A3C-9B1B-364E980D6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153"/>
              <a:ext cx="168" cy="424"/>
            </a:xfrm>
            <a:custGeom>
              <a:avLst/>
              <a:gdLst>
                <a:gd name="T0" fmla="*/ 309 w 94"/>
                <a:gd name="T1" fmla="*/ 1287 h 223"/>
                <a:gd name="T2" fmla="*/ 341 w 94"/>
                <a:gd name="T3" fmla="*/ 1428 h 223"/>
                <a:gd name="T4" fmla="*/ 336 w 94"/>
                <a:gd name="T5" fmla="*/ 1443 h 223"/>
                <a:gd name="T6" fmla="*/ 252 w 94"/>
                <a:gd name="T7" fmla="*/ 1532 h 223"/>
                <a:gd name="T8" fmla="*/ 7 w 94"/>
                <a:gd name="T9" fmla="*/ 715 h 223"/>
                <a:gd name="T10" fmla="*/ 64 w 94"/>
                <a:gd name="T11" fmla="*/ 276 h 223"/>
                <a:gd name="T12" fmla="*/ 125 w 94"/>
                <a:gd name="T13" fmla="*/ 68 h 223"/>
                <a:gd name="T14" fmla="*/ 218 w 94"/>
                <a:gd name="T15" fmla="*/ 8 h 223"/>
                <a:gd name="T16" fmla="*/ 313 w 94"/>
                <a:gd name="T17" fmla="*/ 8 h 223"/>
                <a:gd name="T18" fmla="*/ 390 w 94"/>
                <a:gd name="T19" fmla="*/ 29 h 223"/>
                <a:gd name="T20" fmla="*/ 520 w 94"/>
                <a:gd name="T21" fmla="*/ 245 h 223"/>
                <a:gd name="T22" fmla="*/ 524 w 94"/>
                <a:gd name="T23" fmla="*/ 405 h 223"/>
                <a:gd name="T24" fmla="*/ 508 w 94"/>
                <a:gd name="T25" fmla="*/ 586 h 223"/>
                <a:gd name="T26" fmla="*/ 520 w 94"/>
                <a:gd name="T27" fmla="*/ 641 h 223"/>
                <a:gd name="T28" fmla="*/ 390 w 94"/>
                <a:gd name="T29" fmla="*/ 1114 h 223"/>
                <a:gd name="T30" fmla="*/ 393 w 94"/>
                <a:gd name="T31" fmla="*/ 1190 h 223"/>
                <a:gd name="T32" fmla="*/ 393 w 94"/>
                <a:gd name="T33" fmla="*/ 1196 h 223"/>
                <a:gd name="T34" fmla="*/ 341 w 94"/>
                <a:gd name="T35" fmla="*/ 1335 h 22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4" h="223">
                  <a:moveTo>
                    <a:pt x="54" y="187"/>
                  </a:moveTo>
                  <a:cubicBezTo>
                    <a:pt x="58" y="191"/>
                    <a:pt x="66" y="199"/>
                    <a:pt x="60" y="208"/>
                  </a:cubicBezTo>
                  <a:cubicBezTo>
                    <a:pt x="59" y="210"/>
                    <a:pt x="59" y="210"/>
                    <a:pt x="59" y="210"/>
                  </a:cubicBezTo>
                  <a:cubicBezTo>
                    <a:pt x="55" y="217"/>
                    <a:pt x="50" y="222"/>
                    <a:pt x="44" y="223"/>
                  </a:cubicBezTo>
                  <a:cubicBezTo>
                    <a:pt x="13" y="214"/>
                    <a:pt x="3" y="159"/>
                    <a:pt x="1" y="104"/>
                  </a:cubicBezTo>
                  <a:cubicBezTo>
                    <a:pt x="0" y="64"/>
                    <a:pt x="6" y="53"/>
                    <a:pt x="11" y="40"/>
                  </a:cubicBezTo>
                  <a:cubicBezTo>
                    <a:pt x="21" y="23"/>
                    <a:pt x="18" y="15"/>
                    <a:pt x="22" y="10"/>
                  </a:cubicBezTo>
                  <a:cubicBezTo>
                    <a:pt x="26" y="5"/>
                    <a:pt x="32" y="2"/>
                    <a:pt x="38" y="1"/>
                  </a:cubicBezTo>
                  <a:cubicBezTo>
                    <a:pt x="43" y="1"/>
                    <a:pt x="52" y="0"/>
                    <a:pt x="55" y="1"/>
                  </a:cubicBezTo>
                  <a:cubicBezTo>
                    <a:pt x="59" y="2"/>
                    <a:pt x="65" y="2"/>
                    <a:pt x="68" y="4"/>
                  </a:cubicBezTo>
                  <a:cubicBezTo>
                    <a:pt x="79" y="12"/>
                    <a:pt x="81" y="24"/>
                    <a:pt x="91" y="36"/>
                  </a:cubicBezTo>
                  <a:cubicBezTo>
                    <a:pt x="94" y="41"/>
                    <a:pt x="94" y="49"/>
                    <a:pt x="92" y="59"/>
                  </a:cubicBezTo>
                  <a:cubicBezTo>
                    <a:pt x="91" y="67"/>
                    <a:pt x="92" y="83"/>
                    <a:pt x="89" y="85"/>
                  </a:cubicBezTo>
                  <a:cubicBezTo>
                    <a:pt x="92" y="88"/>
                    <a:pt x="91" y="93"/>
                    <a:pt x="91" y="93"/>
                  </a:cubicBezTo>
                  <a:cubicBezTo>
                    <a:pt x="91" y="127"/>
                    <a:pt x="74" y="156"/>
                    <a:pt x="68" y="162"/>
                  </a:cubicBezTo>
                  <a:cubicBezTo>
                    <a:pt x="68" y="162"/>
                    <a:pt x="69" y="168"/>
                    <a:pt x="69" y="173"/>
                  </a:cubicBezTo>
                  <a:cubicBezTo>
                    <a:pt x="69" y="174"/>
                    <a:pt x="69" y="174"/>
                    <a:pt x="69" y="174"/>
                  </a:cubicBezTo>
                  <a:cubicBezTo>
                    <a:pt x="68" y="185"/>
                    <a:pt x="63" y="193"/>
                    <a:pt x="60" y="194"/>
                  </a:cubicBezTo>
                </a:path>
              </a:pathLst>
            </a:custGeom>
            <a:solidFill>
              <a:srgbClr val="CC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22" name="Freeform 507">
              <a:extLst>
                <a:ext uri="{FF2B5EF4-FFF2-40B4-BE49-F238E27FC236}">
                  <a16:creationId xmlns:a16="http://schemas.microsoft.com/office/drawing/2014/main" id="{3F5271A0-EEAF-4411-91C6-07F119CAE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529"/>
              <a:ext cx="105" cy="194"/>
            </a:xfrm>
            <a:custGeom>
              <a:avLst/>
              <a:gdLst>
                <a:gd name="T0" fmla="*/ 146 w 59"/>
                <a:gd name="T1" fmla="*/ 173 h 102"/>
                <a:gd name="T2" fmla="*/ 0 w 59"/>
                <a:gd name="T3" fmla="*/ 0 h 102"/>
                <a:gd name="T4" fmla="*/ 16 w 59"/>
                <a:gd name="T5" fmla="*/ 205 h 102"/>
                <a:gd name="T6" fmla="*/ 21 w 59"/>
                <a:gd name="T7" fmla="*/ 654 h 102"/>
                <a:gd name="T8" fmla="*/ 21 w 59"/>
                <a:gd name="T9" fmla="*/ 654 h 102"/>
                <a:gd name="T10" fmla="*/ 21 w 59"/>
                <a:gd name="T11" fmla="*/ 662 h 102"/>
                <a:gd name="T12" fmla="*/ 174 w 59"/>
                <a:gd name="T13" fmla="*/ 702 h 102"/>
                <a:gd name="T14" fmla="*/ 333 w 59"/>
                <a:gd name="T15" fmla="*/ 662 h 102"/>
                <a:gd name="T16" fmla="*/ 333 w 59"/>
                <a:gd name="T17" fmla="*/ 654 h 102"/>
                <a:gd name="T18" fmla="*/ 333 w 59"/>
                <a:gd name="T19" fmla="*/ 654 h 102"/>
                <a:gd name="T20" fmla="*/ 333 w 59"/>
                <a:gd name="T21" fmla="*/ 344 h 102"/>
                <a:gd name="T22" fmla="*/ 304 w 59"/>
                <a:gd name="T23" fmla="*/ 329 h 102"/>
                <a:gd name="T24" fmla="*/ 146 w 59"/>
                <a:gd name="T25" fmla="*/ 173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102">
                  <a:moveTo>
                    <a:pt x="26" y="25"/>
                  </a:moveTo>
                  <a:cubicBezTo>
                    <a:pt x="15" y="22"/>
                    <a:pt x="6" y="13"/>
                    <a:pt x="0" y="0"/>
                  </a:cubicBezTo>
                  <a:cubicBezTo>
                    <a:pt x="2" y="11"/>
                    <a:pt x="3" y="21"/>
                    <a:pt x="3" y="30"/>
                  </a:cubicBezTo>
                  <a:cubicBezTo>
                    <a:pt x="3" y="60"/>
                    <a:pt x="4" y="76"/>
                    <a:pt x="4" y="95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6"/>
                    <a:pt x="4" y="96"/>
                  </a:cubicBezTo>
                  <a:cubicBezTo>
                    <a:pt x="4" y="99"/>
                    <a:pt x="16" y="102"/>
                    <a:pt x="31" y="102"/>
                  </a:cubicBezTo>
                  <a:cubicBezTo>
                    <a:pt x="46" y="102"/>
                    <a:pt x="59" y="99"/>
                    <a:pt x="59" y="96"/>
                  </a:cubicBezTo>
                  <a:cubicBezTo>
                    <a:pt x="59" y="96"/>
                    <a:pt x="59" y="95"/>
                    <a:pt x="59" y="95"/>
                  </a:cubicBezTo>
                  <a:cubicBezTo>
                    <a:pt x="59" y="95"/>
                    <a:pt x="59" y="95"/>
                    <a:pt x="59" y="95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7" y="49"/>
                    <a:pt x="55" y="49"/>
                    <a:pt x="54" y="48"/>
                  </a:cubicBezTo>
                  <a:cubicBezTo>
                    <a:pt x="45" y="43"/>
                    <a:pt x="35" y="36"/>
                    <a:pt x="26" y="25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23" name="Freeform 508">
              <a:extLst>
                <a:ext uri="{FF2B5EF4-FFF2-40B4-BE49-F238E27FC236}">
                  <a16:creationId xmlns:a16="http://schemas.microsoft.com/office/drawing/2014/main" id="{DA0C4596-97AA-4E64-8D0C-8E2ABD556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3579"/>
              <a:ext cx="59" cy="144"/>
            </a:xfrm>
            <a:custGeom>
              <a:avLst/>
              <a:gdLst>
                <a:gd name="T0" fmla="*/ 0 w 33"/>
                <a:gd name="T1" fmla="*/ 8 h 76"/>
                <a:gd name="T2" fmla="*/ 114 w 33"/>
                <a:gd name="T3" fmla="*/ 333 h 76"/>
                <a:gd name="T4" fmla="*/ 109 w 33"/>
                <a:gd name="T5" fmla="*/ 457 h 76"/>
                <a:gd name="T6" fmla="*/ 0 w 33"/>
                <a:gd name="T7" fmla="*/ 510 h 76"/>
                <a:gd name="T8" fmla="*/ 175 w 33"/>
                <a:gd name="T9" fmla="*/ 470 h 76"/>
                <a:gd name="T10" fmla="*/ 182 w 33"/>
                <a:gd name="T11" fmla="*/ 373 h 76"/>
                <a:gd name="T12" fmla="*/ 182 w 33"/>
                <a:gd name="T13" fmla="*/ 244 h 76"/>
                <a:gd name="T14" fmla="*/ 175 w 33"/>
                <a:gd name="T15" fmla="*/ 169 h 76"/>
                <a:gd name="T16" fmla="*/ 102 w 33"/>
                <a:gd name="T17" fmla="*/ 116 h 76"/>
                <a:gd name="T18" fmla="*/ 0 w 33"/>
                <a:gd name="T19" fmla="*/ 0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76">
                  <a:moveTo>
                    <a:pt x="0" y="1"/>
                  </a:moveTo>
                  <a:cubicBezTo>
                    <a:pt x="11" y="16"/>
                    <a:pt x="19" y="30"/>
                    <a:pt x="20" y="49"/>
                  </a:cubicBezTo>
                  <a:cubicBezTo>
                    <a:pt x="21" y="54"/>
                    <a:pt x="22" y="62"/>
                    <a:pt x="19" y="67"/>
                  </a:cubicBezTo>
                  <a:cubicBezTo>
                    <a:pt x="15" y="71"/>
                    <a:pt x="5" y="73"/>
                    <a:pt x="0" y="75"/>
                  </a:cubicBezTo>
                  <a:cubicBezTo>
                    <a:pt x="7" y="75"/>
                    <a:pt x="26" y="76"/>
                    <a:pt x="31" y="69"/>
                  </a:cubicBezTo>
                  <a:cubicBezTo>
                    <a:pt x="33" y="65"/>
                    <a:pt x="32" y="59"/>
                    <a:pt x="32" y="55"/>
                  </a:cubicBezTo>
                  <a:cubicBezTo>
                    <a:pt x="32" y="48"/>
                    <a:pt x="32" y="30"/>
                    <a:pt x="32" y="36"/>
                  </a:cubicBezTo>
                  <a:cubicBezTo>
                    <a:pt x="32" y="76"/>
                    <a:pt x="32" y="25"/>
                    <a:pt x="31" y="25"/>
                  </a:cubicBezTo>
                  <a:cubicBezTo>
                    <a:pt x="28" y="22"/>
                    <a:pt x="21" y="20"/>
                    <a:pt x="18" y="17"/>
                  </a:cubicBezTo>
                  <a:cubicBezTo>
                    <a:pt x="11" y="12"/>
                    <a:pt x="4" y="6"/>
                    <a:pt x="0" y="0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24" name="Freeform 509">
              <a:extLst>
                <a:ext uri="{FF2B5EF4-FFF2-40B4-BE49-F238E27FC236}">
                  <a16:creationId xmlns:a16="http://schemas.microsoft.com/office/drawing/2014/main" id="{7D3F05BF-9B0B-4ECB-B4C7-163350499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215"/>
              <a:ext cx="68" cy="42"/>
            </a:xfrm>
            <a:custGeom>
              <a:avLst/>
              <a:gdLst>
                <a:gd name="T0" fmla="*/ 202 w 38"/>
                <a:gd name="T1" fmla="*/ 48 h 22"/>
                <a:gd name="T2" fmla="*/ 218 w 38"/>
                <a:gd name="T3" fmla="*/ 8 h 22"/>
                <a:gd name="T4" fmla="*/ 41 w 38"/>
                <a:gd name="T5" fmla="*/ 8 h 22"/>
                <a:gd name="T6" fmla="*/ 45 w 38"/>
                <a:gd name="T7" fmla="*/ 145 h 22"/>
                <a:gd name="T8" fmla="*/ 174 w 38"/>
                <a:gd name="T9" fmla="*/ 153 h 22"/>
                <a:gd name="T10" fmla="*/ 202 w 38"/>
                <a:gd name="T11" fmla="*/ 4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2">
                  <a:moveTo>
                    <a:pt x="35" y="7"/>
                  </a:moveTo>
                  <a:cubicBezTo>
                    <a:pt x="36" y="5"/>
                    <a:pt x="37" y="3"/>
                    <a:pt x="38" y="1"/>
                  </a:cubicBezTo>
                  <a:cubicBezTo>
                    <a:pt x="28" y="0"/>
                    <a:pt x="10" y="1"/>
                    <a:pt x="7" y="1"/>
                  </a:cubicBezTo>
                  <a:cubicBezTo>
                    <a:pt x="3" y="2"/>
                    <a:pt x="0" y="19"/>
                    <a:pt x="8" y="21"/>
                  </a:cubicBezTo>
                  <a:cubicBezTo>
                    <a:pt x="12" y="21"/>
                    <a:pt x="22" y="22"/>
                    <a:pt x="30" y="22"/>
                  </a:cubicBezTo>
                  <a:cubicBezTo>
                    <a:pt x="31" y="16"/>
                    <a:pt x="33" y="12"/>
                    <a:pt x="35" y="7"/>
                  </a:cubicBez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25" name="Freeform 510">
              <a:extLst>
                <a:ext uri="{FF2B5EF4-FFF2-40B4-BE49-F238E27FC236}">
                  <a16:creationId xmlns:a16="http://schemas.microsoft.com/office/drawing/2014/main" id="{9A031F71-7EFB-423F-82B9-5EAD10DC7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172"/>
              <a:ext cx="69" cy="38"/>
            </a:xfrm>
            <a:custGeom>
              <a:avLst/>
              <a:gdLst>
                <a:gd name="T0" fmla="*/ 216 w 39"/>
                <a:gd name="T1" fmla="*/ 0 h 20"/>
                <a:gd name="T2" fmla="*/ 216 w 39"/>
                <a:gd name="T3" fmla="*/ 0 h 20"/>
                <a:gd name="T4" fmla="*/ 28 w 39"/>
                <a:gd name="T5" fmla="*/ 0 h 20"/>
                <a:gd name="T6" fmla="*/ 34 w 39"/>
                <a:gd name="T7" fmla="*/ 129 h 20"/>
                <a:gd name="T8" fmla="*/ 182 w 39"/>
                <a:gd name="T9" fmla="*/ 137 h 20"/>
                <a:gd name="T10" fmla="*/ 216 w 3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0"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6" y="0"/>
                    <a:pt x="9" y="0"/>
                    <a:pt x="5" y="0"/>
                  </a:cubicBezTo>
                  <a:cubicBezTo>
                    <a:pt x="0" y="3"/>
                    <a:pt x="0" y="18"/>
                    <a:pt x="6" y="19"/>
                  </a:cubicBezTo>
                  <a:cubicBezTo>
                    <a:pt x="9" y="20"/>
                    <a:pt x="24" y="20"/>
                    <a:pt x="33" y="20"/>
                  </a:cubicBezTo>
                  <a:cubicBezTo>
                    <a:pt x="37" y="9"/>
                    <a:pt x="36" y="4"/>
                    <a:pt x="39" y="0"/>
                  </a:cubicBez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26" name="Freeform 511">
              <a:extLst>
                <a:ext uri="{FF2B5EF4-FFF2-40B4-BE49-F238E27FC236}">
                  <a16:creationId xmlns:a16="http://schemas.microsoft.com/office/drawing/2014/main" id="{EEBCF53D-6061-4BC9-8935-5297D507D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3118"/>
              <a:ext cx="200" cy="200"/>
            </a:xfrm>
            <a:custGeom>
              <a:avLst/>
              <a:gdLst>
                <a:gd name="T0" fmla="*/ 175 w 112"/>
                <a:gd name="T1" fmla="*/ 0 h 105"/>
                <a:gd name="T2" fmla="*/ 450 w 112"/>
                <a:gd name="T3" fmla="*/ 105 h 105"/>
                <a:gd name="T4" fmla="*/ 463 w 112"/>
                <a:gd name="T5" fmla="*/ 97 h 105"/>
                <a:gd name="T6" fmla="*/ 600 w 112"/>
                <a:gd name="T7" fmla="*/ 290 h 105"/>
                <a:gd name="T8" fmla="*/ 625 w 112"/>
                <a:gd name="T9" fmla="*/ 476 h 105"/>
                <a:gd name="T10" fmla="*/ 604 w 112"/>
                <a:gd name="T11" fmla="*/ 552 h 105"/>
                <a:gd name="T12" fmla="*/ 559 w 112"/>
                <a:gd name="T13" fmla="*/ 642 h 105"/>
                <a:gd name="T14" fmla="*/ 466 w 112"/>
                <a:gd name="T15" fmla="*/ 665 h 105"/>
                <a:gd name="T16" fmla="*/ 370 w 112"/>
                <a:gd name="T17" fmla="*/ 686 h 105"/>
                <a:gd name="T18" fmla="*/ 188 w 112"/>
                <a:gd name="T19" fmla="*/ 650 h 105"/>
                <a:gd name="T20" fmla="*/ 41 w 112"/>
                <a:gd name="T21" fmla="*/ 573 h 105"/>
                <a:gd name="T22" fmla="*/ 23 w 112"/>
                <a:gd name="T23" fmla="*/ 389 h 105"/>
                <a:gd name="T24" fmla="*/ 64 w 112"/>
                <a:gd name="T25" fmla="*/ 213 h 105"/>
                <a:gd name="T26" fmla="*/ 159 w 112"/>
                <a:gd name="T27" fmla="*/ 0 h 105"/>
                <a:gd name="T28" fmla="*/ 175 w 112"/>
                <a:gd name="T29" fmla="*/ 0 h 10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105">
                  <a:moveTo>
                    <a:pt x="31" y="0"/>
                  </a:moveTo>
                  <a:cubicBezTo>
                    <a:pt x="45" y="1"/>
                    <a:pt x="65" y="3"/>
                    <a:pt x="79" y="15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9" y="17"/>
                    <a:pt x="98" y="31"/>
                    <a:pt x="105" y="42"/>
                  </a:cubicBezTo>
                  <a:cubicBezTo>
                    <a:pt x="109" y="51"/>
                    <a:pt x="112" y="59"/>
                    <a:pt x="110" y="69"/>
                  </a:cubicBezTo>
                  <a:cubicBezTo>
                    <a:pt x="109" y="72"/>
                    <a:pt x="108" y="76"/>
                    <a:pt x="106" y="80"/>
                  </a:cubicBezTo>
                  <a:cubicBezTo>
                    <a:pt x="103" y="85"/>
                    <a:pt x="103" y="90"/>
                    <a:pt x="98" y="93"/>
                  </a:cubicBezTo>
                  <a:cubicBezTo>
                    <a:pt x="94" y="96"/>
                    <a:pt x="86" y="95"/>
                    <a:pt x="82" y="96"/>
                  </a:cubicBezTo>
                  <a:cubicBezTo>
                    <a:pt x="75" y="98"/>
                    <a:pt x="67" y="102"/>
                    <a:pt x="65" y="99"/>
                  </a:cubicBezTo>
                  <a:cubicBezTo>
                    <a:pt x="54" y="105"/>
                    <a:pt x="45" y="101"/>
                    <a:pt x="33" y="94"/>
                  </a:cubicBezTo>
                  <a:cubicBezTo>
                    <a:pt x="20" y="86"/>
                    <a:pt x="15" y="91"/>
                    <a:pt x="7" y="83"/>
                  </a:cubicBezTo>
                  <a:cubicBezTo>
                    <a:pt x="0" y="74"/>
                    <a:pt x="1" y="67"/>
                    <a:pt x="4" y="56"/>
                  </a:cubicBezTo>
                  <a:cubicBezTo>
                    <a:pt x="5" y="47"/>
                    <a:pt x="8" y="40"/>
                    <a:pt x="11" y="31"/>
                  </a:cubicBezTo>
                  <a:cubicBezTo>
                    <a:pt x="16" y="16"/>
                    <a:pt x="21" y="6"/>
                    <a:pt x="28" y="0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CC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27" name="Freeform 512">
              <a:extLst>
                <a:ext uri="{FF2B5EF4-FFF2-40B4-BE49-F238E27FC236}">
                  <a16:creationId xmlns:a16="http://schemas.microsoft.com/office/drawing/2014/main" id="{48BDB087-0AE7-4EB0-AAE8-4C5B16B3B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3269"/>
              <a:ext cx="30" cy="26"/>
            </a:xfrm>
            <a:custGeom>
              <a:avLst/>
              <a:gdLst>
                <a:gd name="T0" fmla="*/ 0 w 17"/>
                <a:gd name="T1" fmla="*/ 0 h 14"/>
                <a:gd name="T2" fmla="*/ 34 w 17"/>
                <a:gd name="T3" fmla="*/ 45 h 14"/>
                <a:gd name="T4" fmla="*/ 94 w 17"/>
                <a:gd name="T5" fmla="*/ 8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3" y="1"/>
                    <a:pt x="4" y="5"/>
                    <a:pt x="6" y="7"/>
                  </a:cubicBezTo>
                  <a:cubicBezTo>
                    <a:pt x="9" y="10"/>
                    <a:pt x="14" y="13"/>
                    <a:pt x="17" y="1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28" name="Freeform 513">
              <a:extLst>
                <a:ext uri="{FF2B5EF4-FFF2-40B4-BE49-F238E27FC236}">
                  <a16:creationId xmlns:a16="http://schemas.microsoft.com/office/drawing/2014/main" id="{94078310-4305-4349-ABE1-E79D50C0E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3451"/>
              <a:ext cx="15" cy="67"/>
            </a:xfrm>
            <a:custGeom>
              <a:avLst/>
              <a:gdLst>
                <a:gd name="T0" fmla="*/ 53 w 8"/>
                <a:gd name="T1" fmla="*/ 0 h 35"/>
                <a:gd name="T2" fmla="*/ 39 w 8"/>
                <a:gd name="T3" fmla="*/ 124 h 35"/>
                <a:gd name="T4" fmla="*/ 39 w 8"/>
                <a:gd name="T5" fmla="*/ 132 h 35"/>
                <a:gd name="T6" fmla="*/ 0 w 8"/>
                <a:gd name="T7" fmla="*/ 24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5">
                  <a:moveTo>
                    <a:pt x="8" y="0"/>
                  </a:moveTo>
                  <a:cubicBezTo>
                    <a:pt x="7" y="4"/>
                    <a:pt x="6" y="15"/>
                    <a:pt x="6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30"/>
                    <a:pt x="3" y="34"/>
                    <a:pt x="0" y="3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29" name="Freeform 514">
              <a:extLst>
                <a:ext uri="{FF2B5EF4-FFF2-40B4-BE49-F238E27FC236}">
                  <a16:creationId xmlns:a16="http://schemas.microsoft.com/office/drawing/2014/main" id="{B7E8F649-D7CD-4F92-8F81-2ADD1EF87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213"/>
              <a:ext cx="40" cy="244"/>
            </a:xfrm>
            <a:custGeom>
              <a:avLst/>
              <a:gdLst>
                <a:gd name="T0" fmla="*/ 109 w 22"/>
                <a:gd name="T1" fmla="*/ 0 h 128"/>
                <a:gd name="T2" fmla="*/ 118 w 22"/>
                <a:gd name="T3" fmla="*/ 185 h 128"/>
                <a:gd name="T4" fmla="*/ 116 w 22"/>
                <a:gd name="T5" fmla="*/ 353 h 128"/>
                <a:gd name="T6" fmla="*/ 116 w 22"/>
                <a:gd name="T7" fmla="*/ 429 h 128"/>
                <a:gd name="T8" fmla="*/ 7 w 22"/>
                <a:gd name="T9" fmla="*/ 865 h 128"/>
                <a:gd name="T10" fmla="*/ 0 w 22"/>
                <a:gd name="T11" fmla="*/ 886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28">
                  <a:moveTo>
                    <a:pt x="18" y="0"/>
                  </a:moveTo>
                  <a:cubicBezTo>
                    <a:pt x="22" y="5"/>
                    <a:pt x="22" y="17"/>
                    <a:pt x="20" y="27"/>
                  </a:cubicBezTo>
                  <a:cubicBezTo>
                    <a:pt x="20" y="35"/>
                    <a:pt x="22" y="49"/>
                    <a:pt x="19" y="51"/>
                  </a:cubicBezTo>
                  <a:cubicBezTo>
                    <a:pt x="22" y="54"/>
                    <a:pt x="19" y="62"/>
                    <a:pt x="19" y="62"/>
                  </a:cubicBezTo>
                  <a:cubicBezTo>
                    <a:pt x="20" y="95"/>
                    <a:pt x="6" y="122"/>
                    <a:pt x="1" y="125"/>
                  </a:cubicBezTo>
                  <a:cubicBezTo>
                    <a:pt x="1" y="125"/>
                    <a:pt x="0" y="126"/>
                    <a:pt x="0" y="12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30" name="Freeform 515">
              <a:extLst>
                <a:ext uri="{FF2B5EF4-FFF2-40B4-BE49-F238E27FC236}">
                  <a16:creationId xmlns:a16="http://schemas.microsoft.com/office/drawing/2014/main" id="{E9F19E32-C004-4DE2-BFE5-A92A1A00C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3166"/>
              <a:ext cx="59" cy="352"/>
            </a:xfrm>
            <a:custGeom>
              <a:avLst/>
              <a:gdLst>
                <a:gd name="T0" fmla="*/ 68 w 33"/>
                <a:gd name="T1" fmla="*/ 0 h 185"/>
                <a:gd name="T2" fmla="*/ 173 w 33"/>
                <a:gd name="T3" fmla="*/ 200 h 185"/>
                <a:gd name="T4" fmla="*/ 175 w 33"/>
                <a:gd name="T5" fmla="*/ 358 h 185"/>
                <a:gd name="T6" fmla="*/ 166 w 33"/>
                <a:gd name="T7" fmla="*/ 533 h 185"/>
                <a:gd name="T8" fmla="*/ 173 w 33"/>
                <a:gd name="T9" fmla="*/ 594 h 185"/>
                <a:gd name="T10" fmla="*/ 45 w 33"/>
                <a:gd name="T11" fmla="*/ 1046 h 185"/>
                <a:gd name="T12" fmla="*/ 45 w 33"/>
                <a:gd name="T13" fmla="*/ 1136 h 185"/>
                <a:gd name="T14" fmla="*/ 45 w 33"/>
                <a:gd name="T15" fmla="*/ 1151 h 185"/>
                <a:gd name="T16" fmla="*/ 0 w 33"/>
                <a:gd name="T17" fmla="*/ 1275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85">
                  <a:moveTo>
                    <a:pt x="12" y="0"/>
                  </a:moveTo>
                  <a:cubicBezTo>
                    <a:pt x="20" y="8"/>
                    <a:pt x="21" y="18"/>
                    <a:pt x="30" y="29"/>
                  </a:cubicBezTo>
                  <a:cubicBezTo>
                    <a:pt x="33" y="33"/>
                    <a:pt x="33" y="42"/>
                    <a:pt x="31" y="52"/>
                  </a:cubicBezTo>
                  <a:cubicBezTo>
                    <a:pt x="30" y="59"/>
                    <a:pt x="32" y="75"/>
                    <a:pt x="29" y="77"/>
                  </a:cubicBezTo>
                  <a:cubicBezTo>
                    <a:pt x="32" y="80"/>
                    <a:pt x="30" y="86"/>
                    <a:pt x="30" y="86"/>
                  </a:cubicBezTo>
                  <a:cubicBezTo>
                    <a:pt x="30" y="119"/>
                    <a:pt x="13" y="149"/>
                    <a:pt x="8" y="152"/>
                  </a:cubicBezTo>
                  <a:cubicBezTo>
                    <a:pt x="8" y="152"/>
                    <a:pt x="8" y="161"/>
                    <a:pt x="8" y="165"/>
                  </a:cubicBezTo>
                  <a:cubicBezTo>
                    <a:pt x="8" y="167"/>
                    <a:pt x="8" y="167"/>
                    <a:pt x="8" y="167"/>
                  </a:cubicBezTo>
                  <a:cubicBezTo>
                    <a:pt x="7" y="178"/>
                    <a:pt x="3" y="184"/>
                    <a:pt x="0" y="185"/>
                  </a:cubicBezTo>
                </a:path>
              </a:pathLst>
            </a:custGeom>
            <a:noFill/>
            <a:ln w="11113" cap="rnd">
              <a:solidFill>
                <a:srgbClr val="BC97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31" name="Freeform 516">
              <a:extLst>
                <a:ext uri="{FF2B5EF4-FFF2-40B4-BE49-F238E27FC236}">
                  <a16:creationId xmlns:a16="http://schemas.microsoft.com/office/drawing/2014/main" id="{9D1BE15C-53D8-4D3A-9E15-826FA5FD7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156"/>
              <a:ext cx="79" cy="14"/>
            </a:xfrm>
            <a:custGeom>
              <a:avLst/>
              <a:gdLst>
                <a:gd name="T0" fmla="*/ 0 w 44"/>
                <a:gd name="T1" fmla="*/ 32 h 7"/>
                <a:gd name="T2" fmla="*/ 57 w 44"/>
                <a:gd name="T3" fmla="*/ 8 h 7"/>
                <a:gd name="T4" fmla="*/ 154 w 44"/>
                <a:gd name="T5" fmla="*/ 8 h 7"/>
                <a:gd name="T6" fmla="*/ 232 w 44"/>
                <a:gd name="T7" fmla="*/ 32 h 7"/>
                <a:gd name="T8" fmla="*/ 255 w 44"/>
                <a:gd name="T9" fmla="*/ 5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">
                  <a:moveTo>
                    <a:pt x="0" y="4"/>
                  </a:moveTo>
                  <a:cubicBezTo>
                    <a:pt x="3" y="2"/>
                    <a:pt x="6" y="2"/>
                    <a:pt x="10" y="1"/>
                  </a:cubicBezTo>
                  <a:cubicBezTo>
                    <a:pt x="15" y="1"/>
                    <a:pt x="23" y="0"/>
                    <a:pt x="27" y="1"/>
                  </a:cubicBezTo>
                  <a:cubicBezTo>
                    <a:pt x="31" y="2"/>
                    <a:pt x="37" y="2"/>
                    <a:pt x="40" y="4"/>
                  </a:cubicBezTo>
                  <a:cubicBezTo>
                    <a:pt x="41" y="5"/>
                    <a:pt x="43" y="6"/>
                    <a:pt x="44" y="7"/>
                  </a:cubicBezTo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32" name="Freeform 517">
              <a:extLst>
                <a:ext uri="{FF2B5EF4-FFF2-40B4-BE49-F238E27FC236}">
                  <a16:creationId xmlns:a16="http://schemas.microsoft.com/office/drawing/2014/main" id="{4209FE7C-A0A6-42A5-A426-702BBAD18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229"/>
              <a:ext cx="68" cy="346"/>
            </a:xfrm>
            <a:custGeom>
              <a:avLst/>
              <a:gdLst>
                <a:gd name="T0" fmla="*/ 218 w 38"/>
                <a:gd name="T1" fmla="*/ 1251 h 182"/>
                <a:gd name="T2" fmla="*/ 7 w 38"/>
                <a:gd name="T3" fmla="*/ 433 h 182"/>
                <a:gd name="T4" fmla="*/ 52 w 38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82">
                  <a:moveTo>
                    <a:pt x="38" y="182"/>
                  </a:moveTo>
                  <a:cubicBezTo>
                    <a:pt x="7" y="173"/>
                    <a:pt x="2" y="118"/>
                    <a:pt x="1" y="63"/>
                  </a:cubicBezTo>
                  <a:cubicBezTo>
                    <a:pt x="0" y="23"/>
                    <a:pt x="4" y="12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BC97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33" name="Freeform 518">
              <a:extLst>
                <a:ext uri="{FF2B5EF4-FFF2-40B4-BE49-F238E27FC236}">
                  <a16:creationId xmlns:a16="http://schemas.microsoft.com/office/drawing/2014/main" id="{37DE0F3D-8BCC-4545-8AB6-07E9BFA9E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3160"/>
              <a:ext cx="50" cy="358"/>
            </a:xfrm>
            <a:custGeom>
              <a:avLst/>
              <a:gdLst>
                <a:gd name="T0" fmla="*/ 68 w 28"/>
                <a:gd name="T1" fmla="*/ 1299 h 188"/>
                <a:gd name="T2" fmla="*/ 7 w 28"/>
                <a:gd name="T3" fmla="*/ 670 h 188"/>
                <a:gd name="T4" fmla="*/ 68 w 28"/>
                <a:gd name="T5" fmla="*/ 249 h 188"/>
                <a:gd name="T6" fmla="*/ 121 w 28"/>
                <a:gd name="T7" fmla="*/ 40 h 188"/>
                <a:gd name="T8" fmla="*/ 159 w 28"/>
                <a:gd name="T9" fmla="*/ 0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88">
                  <a:moveTo>
                    <a:pt x="12" y="188"/>
                  </a:moveTo>
                  <a:cubicBezTo>
                    <a:pt x="5" y="164"/>
                    <a:pt x="2" y="129"/>
                    <a:pt x="1" y="97"/>
                  </a:cubicBezTo>
                  <a:cubicBezTo>
                    <a:pt x="0" y="57"/>
                    <a:pt x="7" y="48"/>
                    <a:pt x="12" y="36"/>
                  </a:cubicBezTo>
                  <a:cubicBezTo>
                    <a:pt x="21" y="18"/>
                    <a:pt x="18" y="10"/>
                    <a:pt x="21" y="6"/>
                  </a:cubicBezTo>
                  <a:cubicBezTo>
                    <a:pt x="23" y="4"/>
                    <a:pt x="26" y="2"/>
                    <a:pt x="28" y="0"/>
                  </a:cubicBezTo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34" name="Freeform 519">
              <a:extLst>
                <a:ext uri="{FF2B5EF4-FFF2-40B4-BE49-F238E27FC236}">
                  <a16:creationId xmlns:a16="http://schemas.microsoft.com/office/drawing/2014/main" id="{9B2178B1-BA80-40FF-AAA3-28EF11A6E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508"/>
              <a:ext cx="35" cy="67"/>
            </a:xfrm>
            <a:custGeom>
              <a:avLst/>
              <a:gdLst>
                <a:gd name="T0" fmla="*/ 58 w 20"/>
                <a:gd name="T1" fmla="*/ 0 h 35"/>
                <a:gd name="T2" fmla="*/ 77 w 20"/>
                <a:gd name="T3" fmla="*/ 147 h 35"/>
                <a:gd name="T4" fmla="*/ 70 w 20"/>
                <a:gd name="T5" fmla="*/ 161 h 35"/>
                <a:gd name="T6" fmla="*/ 0 w 20"/>
                <a:gd name="T7" fmla="*/ 24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1" y="0"/>
                  </a:moveTo>
                  <a:cubicBezTo>
                    <a:pt x="15" y="3"/>
                    <a:pt x="20" y="12"/>
                    <a:pt x="14" y="21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9" y="29"/>
                    <a:pt x="6" y="33"/>
                    <a:pt x="0" y="35"/>
                  </a:cubicBezTo>
                </a:path>
              </a:pathLst>
            </a:custGeom>
            <a:noFill/>
            <a:ln w="11113" cap="rnd">
              <a:solidFill>
                <a:srgbClr val="BC97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35" name="Freeform 520">
              <a:extLst>
                <a:ext uri="{FF2B5EF4-FFF2-40B4-BE49-F238E27FC236}">
                  <a16:creationId xmlns:a16="http://schemas.microsoft.com/office/drawing/2014/main" id="{C4672293-9CAB-4FC7-803D-55A2220DC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118"/>
              <a:ext cx="54" cy="133"/>
            </a:xfrm>
            <a:custGeom>
              <a:avLst/>
              <a:gdLst>
                <a:gd name="T0" fmla="*/ 0 w 30"/>
                <a:gd name="T1" fmla="*/ 481 h 70"/>
                <a:gd name="T2" fmla="*/ 23 w 30"/>
                <a:gd name="T3" fmla="*/ 397 h 70"/>
                <a:gd name="T4" fmla="*/ 72 w 30"/>
                <a:gd name="T5" fmla="*/ 228 h 70"/>
                <a:gd name="T6" fmla="*/ 175 w 30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70">
                  <a:moveTo>
                    <a:pt x="0" y="70"/>
                  </a:moveTo>
                  <a:cubicBezTo>
                    <a:pt x="1" y="67"/>
                    <a:pt x="3" y="61"/>
                    <a:pt x="4" y="58"/>
                  </a:cubicBezTo>
                  <a:cubicBezTo>
                    <a:pt x="6" y="48"/>
                    <a:pt x="9" y="41"/>
                    <a:pt x="12" y="33"/>
                  </a:cubicBezTo>
                  <a:cubicBezTo>
                    <a:pt x="16" y="18"/>
                    <a:pt x="23" y="6"/>
                    <a:pt x="30" y="0"/>
                  </a:cubicBezTo>
                </a:path>
              </a:pathLst>
            </a:custGeom>
            <a:noFill/>
            <a:ln w="11113" cap="flat">
              <a:solidFill>
                <a:srgbClr val="BC97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36" name="Freeform 521">
              <a:extLst>
                <a:ext uri="{FF2B5EF4-FFF2-40B4-BE49-F238E27FC236}">
                  <a16:creationId xmlns:a16="http://schemas.microsoft.com/office/drawing/2014/main" id="{64538412-61C3-4D57-90E9-37CAD8447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3147"/>
              <a:ext cx="46" cy="148"/>
            </a:xfrm>
            <a:custGeom>
              <a:avLst/>
              <a:gdLst>
                <a:gd name="T0" fmla="*/ 0 w 26"/>
                <a:gd name="T1" fmla="*/ 0 h 78"/>
                <a:gd name="T2" fmla="*/ 106 w 26"/>
                <a:gd name="T3" fmla="*/ 184 h 78"/>
                <a:gd name="T4" fmla="*/ 131 w 26"/>
                <a:gd name="T5" fmla="*/ 364 h 78"/>
                <a:gd name="T6" fmla="*/ 110 w 26"/>
                <a:gd name="T7" fmla="*/ 442 h 78"/>
                <a:gd name="T8" fmla="*/ 78 w 26"/>
                <a:gd name="T9" fmla="*/ 533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78">
                  <a:moveTo>
                    <a:pt x="0" y="0"/>
                  </a:moveTo>
                  <a:cubicBezTo>
                    <a:pt x="8" y="2"/>
                    <a:pt x="13" y="15"/>
                    <a:pt x="19" y="27"/>
                  </a:cubicBezTo>
                  <a:cubicBezTo>
                    <a:pt x="24" y="36"/>
                    <a:pt x="26" y="43"/>
                    <a:pt x="24" y="53"/>
                  </a:cubicBezTo>
                  <a:cubicBezTo>
                    <a:pt x="23" y="57"/>
                    <a:pt x="22" y="61"/>
                    <a:pt x="20" y="65"/>
                  </a:cubicBezTo>
                  <a:cubicBezTo>
                    <a:pt x="18" y="70"/>
                    <a:pt x="19" y="74"/>
                    <a:pt x="14" y="7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37" name="Freeform 522">
              <a:extLst>
                <a:ext uri="{FF2B5EF4-FFF2-40B4-BE49-F238E27FC236}">
                  <a16:creationId xmlns:a16="http://schemas.microsoft.com/office/drawing/2014/main" id="{0B299737-AD6C-44EC-95DE-DD5813154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289"/>
              <a:ext cx="59" cy="21"/>
            </a:xfrm>
            <a:custGeom>
              <a:avLst/>
              <a:gdLst>
                <a:gd name="T0" fmla="*/ 188 w 33"/>
                <a:gd name="T1" fmla="*/ 55 h 11"/>
                <a:gd name="T2" fmla="*/ 0 w 3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">
                  <a:moveTo>
                    <a:pt x="33" y="8"/>
                  </a:moveTo>
                  <a:cubicBezTo>
                    <a:pt x="23" y="11"/>
                    <a:pt x="13" y="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38" name="Freeform 523">
              <a:extLst>
                <a:ext uri="{FF2B5EF4-FFF2-40B4-BE49-F238E27FC236}">
                  <a16:creationId xmlns:a16="http://schemas.microsoft.com/office/drawing/2014/main" id="{D5605B77-1CE9-4DEE-BF8E-37218B941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147"/>
              <a:ext cx="195" cy="167"/>
            </a:xfrm>
            <a:custGeom>
              <a:avLst/>
              <a:gdLst>
                <a:gd name="T0" fmla="*/ 471 w 109"/>
                <a:gd name="T1" fmla="*/ 0 h 88"/>
                <a:gd name="T2" fmla="*/ 583 w 109"/>
                <a:gd name="T3" fmla="*/ 184 h 88"/>
                <a:gd name="T4" fmla="*/ 612 w 109"/>
                <a:gd name="T5" fmla="*/ 364 h 88"/>
                <a:gd name="T6" fmla="*/ 589 w 109"/>
                <a:gd name="T7" fmla="*/ 442 h 88"/>
                <a:gd name="T8" fmla="*/ 544 w 109"/>
                <a:gd name="T9" fmla="*/ 533 h 88"/>
                <a:gd name="T10" fmla="*/ 451 w 109"/>
                <a:gd name="T11" fmla="*/ 554 h 88"/>
                <a:gd name="T12" fmla="*/ 377 w 109"/>
                <a:gd name="T13" fmla="*/ 562 h 88"/>
                <a:gd name="T14" fmla="*/ 175 w 109"/>
                <a:gd name="T15" fmla="*/ 526 h 88"/>
                <a:gd name="T16" fmla="*/ 45 w 109"/>
                <a:gd name="T17" fmla="*/ 457 h 88"/>
                <a:gd name="T18" fmla="*/ 7 w 109"/>
                <a:gd name="T19" fmla="*/ 357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9" h="88">
                  <a:moveTo>
                    <a:pt x="82" y="0"/>
                  </a:moveTo>
                  <a:cubicBezTo>
                    <a:pt x="89" y="4"/>
                    <a:pt x="96" y="16"/>
                    <a:pt x="102" y="27"/>
                  </a:cubicBezTo>
                  <a:cubicBezTo>
                    <a:pt x="106" y="36"/>
                    <a:pt x="109" y="43"/>
                    <a:pt x="107" y="53"/>
                  </a:cubicBezTo>
                  <a:cubicBezTo>
                    <a:pt x="106" y="57"/>
                    <a:pt x="105" y="61"/>
                    <a:pt x="103" y="65"/>
                  </a:cubicBezTo>
                  <a:cubicBezTo>
                    <a:pt x="100" y="70"/>
                    <a:pt x="100" y="74"/>
                    <a:pt x="95" y="78"/>
                  </a:cubicBezTo>
                  <a:cubicBezTo>
                    <a:pt x="91" y="81"/>
                    <a:pt x="83" y="79"/>
                    <a:pt x="79" y="81"/>
                  </a:cubicBezTo>
                  <a:cubicBezTo>
                    <a:pt x="72" y="83"/>
                    <a:pt x="68" y="86"/>
                    <a:pt x="66" y="82"/>
                  </a:cubicBezTo>
                  <a:cubicBezTo>
                    <a:pt x="55" y="88"/>
                    <a:pt x="43" y="84"/>
                    <a:pt x="31" y="77"/>
                  </a:cubicBezTo>
                  <a:cubicBezTo>
                    <a:pt x="18" y="69"/>
                    <a:pt x="15" y="76"/>
                    <a:pt x="8" y="67"/>
                  </a:cubicBezTo>
                  <a:cubicBezTo>
                    <a:pt x="3" y="61"/>
                    <a:pt x="0" y="58"/>
                    <a:pt x="1" y="52"/>
                  </a:cubicBezTo>
                </a:path>
              </a:pathLst>
            </a:custGeom>
            <a:noFill/>
            <a:ln w="11113" cap="rnd">
              <a:solidFill>
                <a:srgbClr val="BC97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39" name="Freeform 524">
              <a:extLst>
                <a:ext uri="{FF2B5EF4-FFF2-40B4-BE49-F238E27FC236}">
                  <a16:creationId xmlns:a16="http://schemas.microsoft.com/office/drawing/2014/main" id="{3CBEFB69-D1DE-46FB-AE22-4482245715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83" y="3134"/>
              <a:ext cx="77" cy="89"/>
            </a:xfrm>
            <a:custGeom>
              <a:avLst/>
              <a:gdLst>
                <a:gd name="T0" fmla="*/ 150 w 43"/>
                <a:gd name="T1" fmla="*/ 229 h 47"/>
                <a:gd name="T2" fmla="*/ 179 w 43"/>
                <a:gd name="T3" fmla="*/ 320 h 47"/>
                <a:gd name="T4" fmla="*/ 211 w 43"/>
                <a:gd name="T5" fmla="*/ 273 h 47"/>
                <a:gd name="T6" fmla="*/ 190 w 43"/>
                <a:gd name="T7" fmla="*/ 157 h 47"/>
                <a:gd name="T8" fmla="*/ 122 w 43"/>
                <a:gd name="T9" fmla="*/ 176 h 47"/>
                <a:gd name="T10" fmla="*/ 150 w 43"/>
                <a:gd name="T11" fmla="*/ 229 h 47"/>
                <a:gd name="T12" fmla="*/ 102 w 43"/>
                <a:gd name="T13" fmla="*/ 151 h 47"/>
                <a:gd name="T14" fmla="*/ 167 w 43"/>
                <a:gd name="T15" fmla="*/ 100 h 47"/>
                <a:gd name="T16" fmla="*/ 145 w 43"/>
                <a:gd name="T17" fmla="*/ 0 h 47"/>
                <a:gd name="T18" fmla="*/ 0 w 43"/>
                <a:gd name="T19" fmla="*/ 47 h 47"/>
                <a:gd name="T20" fmla="*/ 13 w 43"/>
                <a:gd name="T21" fmla="*/ 40 h 47"/>
                <a:gd name="T22" fmla="*/ 102 w 43"/>
                <a:gd name="T23" fmla="*/ 151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47">
                  <a:moveTo>
                    <a:pt x="26" y="34"/>
                  </a:moveTo>
                  <a:cubicBezTo>
                    <a:pt x="28" y="39"/>
                    <a:pt x="30" y="43"/>
                    <a:pt x="31" y="47"/>
                  </a:cubicBezTo>
                  <a:cubicBezTo>
                    <a:pt x="33" y="44"/>
                    <a:pt x="35" y="41"/>
                    <a:pt x="37" y="40"/>
                  </a:cubicBezTo>
                  <a:cubicBezTo>
                    <a:pt x="43" y="36"/>
                    <a:pt x="38" y="23"/>
                    <a:pt x="33" y="23"/>
                  </a:cubicBezTo>
                  <a:cubicBezTo>
                    <a:pt x="30" y="23"/>
                    <a:pt x="27" y="23"/>
                    <a:pt x="21" y="26"/>
                  </a:cubicBezTo>
                  <a:cubicBezTo>
                    <a:pt x="22" y="29"/>
                    <a:pt x="24" y="31"/>
                    <a:pt x="26" y="34"/>
                  </a:cubicBezTo>
                  <a:close/>
                  <a:moveTo>
                    <a:pt x="18" y="22"/>
                  </a:moveTo>
                  <a:cubicBezTo>
                    <a:pt x="20" y="20"/>
                    <a:pt x="24" y="18"/>
                    <a:pt x="29" y="15"/>
                  </a:cubicBezTo>
                  <a:cubicBezTo>
                    <a:pt x="32" y="12"/>
                    <a:pt x="32" y="3"/>
                    <a:pt x="25" y="0"/>
                  </a:cubicBezTo>
                  <a:cubicBezTo>
                    <a:pt x="25" y="0"/>
                    <a:pt x="9" y="1"/>
                    <a:pt x="0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7" y="8"/>
                    <a:pt x="13" y="14"/>
                    <a:pt x="18" y="22"/>
                  </a:cubicBez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40" name="Freeform 525">
              <a:extLst>
                <a:ext uri="{FF2B5EF4-FFF2-40B4-BE49-F238E27FC236}">
                  <a16:creationId xmlns:a16="http://schemas.microsoft.com/office/drawing/2014/main" id="{7AD6FDC8-A3BB-4679-A9C3-BF87FD45B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012"/>
              <a:ext cx="262" cy="295"/>
            </a:xfrm>
            <a:custGeom>
              <a:avLst/>
              <a:gdLst>
                <a:gd name="T0" fmla="*/ 283 w 147"/>
                <a:gd name="T1" fmla="*/ 870 h 155"/>
                <a:gd name="T2" fmla="*/ 283 w 147"/>
                <a:gd name="T3" fmla="*/ 847 h 155"/>
                <a:gd name="T4" fmla="*/ 289 w 147"/>
                <a:gd name="T5" fmla="*/ 834 h 155"/>
                <a:gd name="T6" fmla="*/ 299 w 147"/>
                <a:gd name="T7" fmla="*/ 771 h 155"/>
                <a:gd name="T8" fmla="*/ 340 w 147"/>
                <a:gd name="T9" fmla="*/ 601 h 155"/>
                <a:gd name="T10" fmla="*/ 346 w 147"/>
                <a:gd name="T11" fmla="*/ 580 h 155"/>
                <a:gd name="T12" fmla="*/ 346 w 147"/>
                <a:gd name="T13" fmla="*/ 573 h 155"/>
                <a:gd name="T14" fmla="*/ 353 w 147"/>
                <a:gd name="T15" fmla="*/ 565 h 155"/>
                <a:gd name="T16" fmla="*/ 353 w 147"/>
                <a:gd name="T17" fmla="*/ 558 h 155"/>
                <a:gd name="T18" fmla="*/ 356 w 147"/>
                <a:gd name="T19" fmla="*/ 542 h 155"/>
                <a:gd name="T20" fmla="*/ 356 w 147"/>
                <a:gd name="T21" fmla="*/ 537 h 155"/>
                <a:gd name="T22" fmla="*/ 362 w 147"/>
                <a:gd name="T23" fmla="*/ 533 h 155"/>
                <a:gd name="T24" fmla="*/ 362 w 147"/>
                <a:gd name="T25" fmla="*/ 525 h 155"/>
                <a:gd name="T26" fmla="*/ 369 w 147"/>
                <a:gd name="T27" fmla="*/ 518 h 155"/>
                <a:gd name="T28" fmla="*/ 369 w 147"/>
                <a:gd name="T29" fmla="*/ 510 h 155"/>
                <a:gd name="T30" fmla="*/ 374 w 147"/>
                <a:gd name="T31" fmla="*/ 504 h 155"/>
                <a:gd name="T32" fmla="*/ 374 w 147"/>
                <a:gd name="T33" fmla="*/ 497 h 155"/>
                <a:gd name="T34" fmla="*/ 378 w 147"/>
                <a:gd name="T35" fmla="*/ 489 h 155"/>
                <a:gd name="T36" fmla="*/ 378 w 147"/>
                <a:gd name="T37" fmla="*/ 482 h 155"/>
                <a:gd name="T38" fmla="*/ 385 w 147"/>
                <a:gd name="T39" fmla="*/ 474 h 155"/>
                <a:gd name="T40" fmla="*/ 385 w 147"/>
                <a:gd name="T41" fmla="*/ 468 h 155"/>
                <a:gd name="T42" fmla="*/ 390 w 147"/>
                <a:gd name="T43" fmla="*/ 464 h 155"/>
                <a:gd name="T44" fmla="*/ 390 w 147"/>
                <a:gd name="T45" fmla="*/ 457 h 155"/>
                <a:gd name="T46" fmla="*/ 397 w 147"/>
                <a:gd name="T47" fmla="*/ 449 h 155"/>
                <a:gd name="T48" fmla="*/ 397 w 147"/>
                <a:gd name="T49" fmla="*/ 442 h 155"/>
                <a:gd name="T50" fmla="*/ 403 w 147"/>
                <a:gd name="T51" fmla="*/ 434 h 155"/>
                <a:gd name="T52" fmla="*/ 403 w 147"/>
                <a:gd name="T53" fmla="*/ 434 h 155"/>
                <a:gd name="T54" fmla="*/ 406 w 147"/>
                <a:gd name="T55" fmla="*/ 428 h 155"/>
                <a:gd name="T56" fmla="*/ 413 w 147"/>
                <a:gd name="T57" fmla="*/ 421 h 155"/>
                <a:gd name="T58" fmla="*/ 413 w 147"/>
                <a:gd name="T59" fmla="*/ 413 h 155"/>
                <a:gd name="T60" fmla="*/ 419 w 147"/>
                <a:gd name="T61" fmla="*/ 413 h 155"/>
                <a:gd name="T62" fmla="*/ 419 w 147"/>
                <a:gd name="T63" fmla="*/ 405 h 155"/>
                <a:gd name="T64" fmla="*/ 426 w 147"/>
                <a:gd name="T65" fmla="*/ 398 h 155"/>
                <a:gd name="T66" fmla="*/ 430 w 147"/>
                <a:gd name="T67" fmla="*/ 392 h 155"/>
                <a:gd name="T68" fmla="*/ 430 w 147"/>
                <a:gd name="T69" fmla="*/ 392 h 155"/>
                <a:gd name="T70" fmla="*/ 435 w 147"/>
                <a:gd name="T71" fmla="*/ 388 h 155"/>
                <a:gd name="T72" fmla="*/ 435 w 147"/>
                <a:gd name="T73" fmla="*/ 388 h 155"/>
                <a:gd name="T74" fmla="*/ 435 w 147"/>
                <a:gd name="T75" fmla="*/ 388 h 155"/>
                <a:gd name="T76" fmla="*/ 788 w 147"/>
                <a:gd name="T77" fmla="*/ 318 h 155"/>
                <a:gd name="T78" fmla="*/ 797 w 147"/>
                <a:gd name="T79" fmla="*/ 192 h 155"/>
                <a:gd name="T80" fmla="*/ 665 w 147"/>
                <a:gd name="T81" fmla="*/ 173 h 155"/>
                <a:gd name="T82" fmla="*/ 795 w 147"/>
                <a:gd name="T83" fmla="*/ 160 h 155"/>
                <a:gd name="T84" fmla="*/ 797 w 147"/>
                <a:gd name="T85" fmla="*/ 15 h 155"/>
                <a:gd name="T86" fmla="*/ 353 w 147"/>
                <a:gd name="T87" fmla="*/ 15 h 155"/>
                <a:gd name="T88" fmla="*/ 239 w 147"/>
                <a:gd name="T89" fmla="*/ 21 h 155"/>
                <a:gd name="T90" fmla="*/ 239 w 147"/>
                <a:gd name="T91" fmla="*/ 21 h 155"/>
                <a:gd name="T92" fmla="*/ 239 w 147"/>
                <a:gd name="T93" fmla="*/ 21 h 155"/>
                <a:gd name="T94" fmla="*/ 153 w 147"/>
                <a:gd name="T95" fmla="*/ 0 h 155"/>
                <a:gd name="T96" fmla="*/ 153 w 147"/>
                <a:gd name="T97" fmla="*/ 0 h 155"/>
                <a:gd name="T98" fmla="*/ 86 w 147"/>
                <a:gd name="T99" fmla="*/ 329 h 155"/>
                <a:gd name="T100" fmla="*/ 93 w 147"/>
                <a:gd name="T101" fmla="*/ 329 h 155"/>
                <a:gd name="T102" fmla="*/ 102 w 147"/>
                <a:gd name="T103" fmla="*/ 405 h 155"/>
                <a:gd name="T104" fmla="*/ 102 w 147"/>
                <a:gd name="T105" fmla="*/ 405 h 155"/>
                <a:gd name="T106" fmla="*/ 102 w 147"/>
                <a:gd name="T107" fmla="*/ 405 h 155"/>
                <a:gd name="T108" fmla="*/ 66 w 147"/>
                <a:gd name="T109" fmla="*/ 533 h 155"/>
                <a:gd name="T110" fmla="*/ 7 w 147"/>
                <a:gd name="T111" fmla="*/ 946 h 155"/>
                <a:gd name="T112" fmla="*/ 299 w 147"/>
                <a:gd name="T113" fmla="*/ 938 h 155"/>
                <a:gd name="T114" fmla="*/ 299 w 147"/>
                <a:gd name="T115" fmla="*/ 931 h 155"/>
                <a:gd name="T116" fmla="*/ 283 w 147"/>
                <a:gd name="T117" fmla="*/ 870 h 15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47" h="155">
                  <a:moveTo>
                    <a:pt x="50" y="126"/>
                  </a:moveTo>
                  <a:cubicBezTo>
                    <a:pt x="50" y="125"/>
                    <a:pt x="50" y="124"/>
                    <a:pt x="50" y="123"/>
                  </a:cubicBezTo>
                  <a:cubicBezTo>
                    <a:pt x="50" y="122"/>
                    <a:pt x="51" y="122"/>
                    <a:pt x="51" y="121"/>
                  </a:cubicBezTo>
                  <a:cubicBezTo>
                    <a:pt x="51" y="118"/>
                    <a:pt x="52" y="115"/>
                    <a:pt x="53" y="112"/>
                  </a:cubicBezTo>
                  <a:cubicBezTo>
                    <a:pt x="54" y="103"/>
                    <a:pt x="57" y="96"/>
                    <a:pt x="60" y="87"/>
                  </a:cubicBezTo>
                  <a:cubicBezTo>
                    <a:pt x="60" y="86"/>
                    <a:pt x="61" y="85"/>
                    <a:pt x="61" y="84"/>
                  </a:cubicBezTo>
                  <a:cubicBezTo>
                    <a:pt x="61" y="84"/>
                    <a:pt x="61" y="84"/>
                    <a:pt x="61" y="83"/>
                  </a:cubicBezTo>
                  <a:cubicBezTo>
                    <a:pt x="61" y="83"/>
                    <a:pt x="62" y="82"/>
                    <a:pt x="62" y="82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2" y="80"/>
                    <a:pt x="63" y="80"/>
                    <a:pt x="63" y="79"/>
                  </a:cubicBezTo>
                  <a:cubicBezTo>
                    <a:pt x="63" y="79"/>
                    <a:pt x="63" y="79"/>
                    <a:pt x="63" y="78"/>
                  </a:cubicBezTo>
                  <a:cubicBezTo>
                    <a:pt x="63" y="78"/>
                    <a:pt x="63" y="77"/>
                    <a:pt x="64" y="77"/>
                  </a:cubicBezTo>
                  <a:cubicBezTo>
                    <a:pt x="64" y="77"/>
                    <a:pt x="64" y="76"/>
                    <a:pt x="64" y="76"/>
                  </a:cubicBezTo>
                  <a:cubicBezTo>
                    <a:pt x="64" y="76"/>
                    <a:pt x="64" y="75"/>
                    <a:pt x="65" y="75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3"/>
                    <a:pt x="65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7" y="71"/>
                  </a:cubicBezTo>
                  <a:cubicBezTo>
                    <a:pt x="67" y="70"/>
                    <a:pt x="67" y="70"/>
                    <a:pt x="67" y="70"/>
                  </a:cubicBezTo>
                  <a:cubicBezTo>
                    <a:pt x="67" y="69"/>
                    <a:pt x="67" y="69"/>
                    <a:pt x="68" y="69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7"/>
                    <a:pt x="69" y="67"/>
                    <a:pt x="69" y="67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9" y="66"/>
                    <a:pt x="70" y="65"/>
                    <a:pt x="70" y="65"/>
                  </a:cubicBezTo>
                  <a:cubicBezTo>
                    <a:pt x="70" y="65"/>
                    <a:pt x="70" y="64"/>
                    <a:pt x="70" y="64"/>
                  </a:cubicBezTo>
                  <a:cubicBezTo>
                    <a:pt x="71" y="64"/>
                    <a:pt x="71" y="64"/>
                    <a:pt x="71" y="63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2" y="62"/>
                    <a:pt x="72" y="62"/>
                    <a:pt x="72" y="62"/>
                  </a:cubicBezTo>
                  <a:cubicBezTo>
                    <a:pt x="72" y="61"/>
                    <a:pt x="72" y="61"/>
                    <a:pt x="73" y="61"/>
                  </a:cubicBezTo>
                  <a:cubicBezTo>
                    <a:pt x="73" y="61"/>
                    <a:pt x="73" y="60"/>
                    <a:pt x="73" y="60"/>
                  </a:cubicBezTo>
                  <a:cubicBezTo>
                    <a:pt x="73" y="60"/>
                    <a:pt x="74" y="60"/>
                    <a:pt x="74" y="60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5" y="59"/>
                    <a:pt x="75" y="58"/>
                    <a:pt x="75" y="58"/>
                  </a:cubicBezTo>
                  <a:cubicBezTo>
                    <a:pt x="75" y="58"/>
                    <a:pt x="75" y="58"/>
                    <a:pt x="76" y="57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6" y="57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96" y="37"/>
                    <a:pt x="122" y="47"/>
                    <a:pt x="139" y="46"/>
                  </a:cubicBezTo>
                  <a:cubicBezTo>
                    <a:pt x="144" y="44"/>
                    <a:pt x="145" y="29"/>
                    <a:pt x="141" y="28"/>
                  </a:cubicBezTo>
                  <a:cubicBezTo>
                    <a:pt x="141" y="28"/>
                    <a:pt x="136" y="26"/>
                    <a:pt x="117" y="25"/>
                  </a:cubicBezTo>
                  <a:cubicBezTo>
                    <a:pt x="117" y="25"/>
                    <a:pt x="130" y="23"/>
                    <a:pt x="140" y="23"/>
                  </a:cubicBezTo>
                  <a:cubicBezTo>
                    <a:pt x="146" y="22"/>
                    <a:pt x="147" y="5"/>
                    <a:pt x="141" y="2"/>
                  </a:cubicBezTo>
                  <a:cubicBezTo>
                    <a:pt x="119" y="2"/>
                    <a:pt x="85" y="0"/>
                    <a:pt x="62" y="2"/>
                  </a:cubicBezTo>
                  <a:cubicBezTo>
                    <a:pt x="54" y="2"/>
                    <a:pt x="48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35" y="3"/>
                    <a:pt x="31" y="2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8" y="4"/>
                    <a:pt x="9" y="18"/>
                    <a:pt x="15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9" y="50"/>
                    <a:pt x="20" y="52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7" y="63"/>
                    <a:pt x="15" y="69"/>
                    <a:pt x="12" y="77"/>
                  </a:cubicBezTo>
                  <a:cubicBezTo>
                    <a:pt x="4" y="97"/>
                    <a:pt x="1" y="119"/>
                    <a:pt x="1" y="137"/>
                  </a:cubicBezTo>
                  <a:cubicBezTo>
                    <a:pt x="0" y="155"/>
                    <a:pt x="52" y="149"/>
                    <a:pt x="53" y="136"/>
                  </a:cubicBezTo>
                  <a:cubicBezTo>
                    <a:pt x="53" y="136"/>
                    <a:pt x="53" y="135"/>
                    <a:pt x="53" y="135"/>
                  </a:cubicBezTo>
                  <a:cubicBezTo>
                    <a:pt x="51" y="132"/>
                    <a:pt x="51" y="129"/>
                    <a:pt x="50" y="126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41" name="Freeform 526">
              <a:extLst>
                <a:ext uri="{FF2B5EF4-FFF2-40B4-BE49-F238E27FC236}">
                  <a16:creationId xmlns:a16="http://schemas.microsoft.com/office/drawing/2014/main" id="{5454D75F-6AFF-4750-8B4B-681DD4429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3109"/>
              <a:ext cx="33" cy="123"/>
            </a:xfrm>
            <a:custGeom>
              <a:avLst/>
              <a:gdLst>
                <a:gd name="T0" fmla="*/ 105 w 18"/>
                <a:gd name="T1" fmla="*/ 0 h 65"/>
                <a:gd name="T2" fmla="*/ 105 w 18"/>
                <a:gd name="T3" fmla="*/ 53 h 65"/>
                <a:gd name="T4" fmla="*/ 105 w 18"/>
                <a:gd name="T5" fmla="*/ 53 h 65"/>
                <a:gd name="T6" fmla="*/ 105 w 18"/>
                <a:gd name="T7" fmla="*/ 53 h 65"/>
                <a:gd name="T8" fmla="*/ 68 w 18"/>
                <a:gd name="T9" fmla="*/ 176 h 65"/>
                <a:gd name="T10" fmla="*/ 0 w 18"/>
                <a:gd name="T11" fmla="*/ 441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5">
                  <a:moveTo>
                    <a:pt x="17" y="0"/>
                  </a:moveTo>
                  <a:cubicBezTo>
                    <a:pt x="18" y="2"/>
                    <a:pt x="18" y="4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12"/>
                    <a:pt x="14" y="18"/>
                    <a:pt x="11" y="26"/>
                  </a:cubicBezTo>
                  <a:cubicBezTo>
                    <a:pt x="6" y="38"/>
                    <a:pt x="2" y="52"/>
                    <a:pt x="0" y="6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42" name="Freeform 527">
              <a:extLst>
                <a:ext uri="{FF2B5EF4-FFF2-40B4-BE49-F238E27FC236}">
                  <a16:creationId xmlns:a16="http://schemas.microsoft.com/office/drawing/2014/main" id="{FC046060-9BCC-4C80-BFE9-8FAB74F5D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921"/>
              <a:ext cx="59" cy="87"/>
            </a:xfrm>
            <a:custGeom>
              <a:avLst/>
              <a:gdLst>
                <a:gd name="T0" fmla="*/ 188 w 33"/>
                <a:gd name="T1" fmla="*/ 312 h 46"/>
                <a:gd name="T2" fmla="*/ 0 w 33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6">
                  <a:moveTo>
                    <a:pt x="33" y="46"/>
                  </a:moveTo>
                  <a:cubicBezTo>
                    <a:pt x="26" y="28"/>
                    <a:pt x="15" y="1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43" name="Freeform 528">
              <a:extLst>
                <a:ext uri="{FF2B5EF4-FFF2-40B4-BE49-F238E27FC236}">
                  <a16:creationId xmlns:a16="http://schemas.microsoft.com/office/drawing/2014/main" id="{3048317F-C2E9-4CA1-AF67-10D991CD3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544"/>
              <a:ext cx="16" cy="173"/>
            </a:xfrm>
            <a:custGeom>
              <a:avLst/>
              <a:gdLst>
                <a:gd name="T0" fmla="*/ 0 w 9"/>
                <a:gd name="T1" fmla="*/ 0 h 91"/>
                <a:gd name="T2" fmla="*/ 16 w 9"/>
                <a:gd name="T3" fmla="*/ 160 h 91"/>
                <a:gd name="T4" fmla="*/ 28 w 9"/>
                <a:gd name="T5" fmla="*/ 597 h 91"/>
                <a:gd name="T6" fmla="*/ 28 w 9"/>
                <a:gd name="T7" fmla="*/ 597 h 91"/>
                <a:gd name="T8" fmla="*/ 28 w 9"/>
                <a:gd name="T9" fmla="*/ 597 h 91"/>
                <a:gd name="T10" fmla="*/ 28 w 9"/>
                <a:gd name="T11" fmla="*/ 597 h 91"/>
                <a:gd name="T12" fmla="*/ 50 w 9"/>
                <a:gd name="T13" fmla="*/ 625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1">
                  <a:moveTo>
                    <a:pt x="0" y="0"/>
                  </a:moveTo>
                  <a:cubicBezTo>
                    <a:pt x="2" y="8"/>
                    <a:pt x="3" y="16"/>
                    <a:pt x="3" y="23"/>
                  </a:cubicBezTo>
                  <a:cubicBezTo>
                    <a:pt x="3" y="53"/>
                    <a:pt x="5" y="68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9"/>
                    <a:pt x="6" y="90"/>
                    <a:pt x="9" y="9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44" name="Freeform 529">
              <a:extLst>
                <a:ext uri="{FF2B5EF4-FFF2-40B4-BE49-F238E27FC236}">
                  <a16:creationId xmlns:a16="http://schemas.microsoft.com/office/drawing/2014/main" id="{2BD162FA-2011-430D-966C-0DE5003EA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898"/>
              <a:ext cx="7" cy="5"/>
            </a:xfrm>
            <a:custGeom>
              <a:avLst/>
              <a:gdLst>
                <a:gd name="T0" fmla="*/ 0 w 4"/>
                <a:gd name="T1" fmla="*/ 13 h 3"/>
                <a:gd name="T2" fmla="*/ 21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solidFill>
              <a:srgbClr val="FFF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45" name="Freeform 530">
              <a:extLst>
                <a:ext uri="{FF2B5EF4-FFF2-40B4-BE49-F238E27FC236}">
                  <a16:creationId xmlns:a16="http://schemas.microsoft.com/office/drawing/2014/main" id="{406929B5-A345-45E1-A088-735E670D8A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73" y="2921"/>
              <a:ext cx="255" cy="348"/>
            </a:xfrm>
            <a:custGeom>
              <a:avLst/>
              <a:gdLst>
                <a:gd name="T0" fmla="*/ 811 w 143"/>
                <a:gd name="T1" fmla="*/ 337 h 183"/>
                <a:gd name="T2" fmla="*/ 613 w 143"/>
                <a:gd name="T3" fmla="*/ 0 h 183"/>
                <a:gd name="T4" fmla="*/ 492 w 143"/>
                <a:gd name="T5" fmla="*/ 337 h 183"/>
                <a:gd name="T6" fmla="*/ 601 w 143"/>
                <a:gd name="T7" fmla="*/ 329 h 183"/>
                <a:gd name="T8" fmla="*/ 811 w 143"/>
                <a:gd name="T9" fmla="*/ 329 h 183"/>
                <a:gd name="T10" fmla="*/ 804 w 143"/>
                <a:gd name="T11" fmla="*/ 314 h 183"/>
                <a:gd name="T12" fmla="*/ 7 w 143"/>
                <a:gd name="T13" fmla="*/ 460 h 183"/>
                <a:gd name="T14" fmla="*/ 7 w 143"/>
                <a:gd name="T15" fmla="*/ 586 h 183"/>
                <a:gd name="T16" fmla="*/ 36 w 143"/>
                <a:gd name="T17" fmla="*/ 955 h 183"/>
                <a:gd name="T18" fmla="*/ 36 w 143"/>
                <a:gd name="T19" fmla="*/ 955 h 183"/>
                <a:gd name="T20" fmla="*/ 102 w 143"/>
                <a:gd name="T21" fmla="*/ 1082 h 183"/>
                <a:gd name="T22" fmla="*/ 102 w 143"/>
                <a:gd name="T23" fmla="*/ 1259 h 1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183">
                  <a:moveTo>
                    <a:pt x="143" y="49"/>
                  </a:moveTo>
                  <a:cubicBezTo>
                    <a:pt x="137" y="29"/>
                    <a:pt x="126" y="10"/>
                    <a:pt x="108" y="0"/>
                  </a:cubicBezTo>
                  <a:moveTo>
                    <a:pt x="87" y="49"/>
                  </a:moveTo>
                  <a:cubicBezTo>
                    <a:pt x="92" y="49"/>
                    <a:pt x="98" y="49"/>
                    <a:pt x="106" y="48"/>
                  </a:cubicBezTo>
                  <a:cubicBezTo>
                    <a:pt x="117" y="47"/>
                    <a:pt x="130" y="48"/>
                    <a:pt x="143" y="48"/>
                  </a:cubicBezTo>
                  <a:cubicBezTo>
                    <a:pt x="143" y="47"/>
                    <a:pt x="142" y="47"/>
                    <a:pt x="142" y="46"/>
                  </a:cubicBezTo>
                  <a:moveTo>
                    <a:pt x="1" y="67"/>
                  </a:moveTo>
                  <a:cubicBezTo>
                    <a:pt x="0" y="70"/>
                    <a:pt x="1" y="81"/>
                    <a:pt x="1" y="85"/>
                  </a:cubicBezTo>
                  <a:cubicBezTo>
                    <a:pt x="1" y="97"/>
                    <a:pt x="1" y="117"/>
                    <a:pt x="6" y="139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10" y="146"/>
                    <a:pt x="13" y="150"/>
                    <a:pt x="18" y="157"/>
                  </a:cubicBezTo>
                  <a:cubicBezTo>
                    <a:pt x="21" y="162"/>
                    <a:pt x="20" y="174"/>
                    <a:pt x="18" y="183"/>
                  </a:cubicBezTo>
                </a:path>
              </a:pathLst>
            </a:custGeom>
            <a:noFill/>
            <a:ln w="11113" cap="flat">
              <a:solidFill>
                <a:srgbClr val="D200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46" name="Freeform 531">
              <a:extLst>
                <a:ext uri="{FF2B5EF4-FFF2-40B4-BE49-F238E27FC236}">
                  <a16:creationId xmlns:a16="http://schemas.microsoft.com/office/drawing/2014/main" id="{388A133C-8ECD-4D63-A150-FD3CE56BB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014"/>
              <a:ext cx="200" cy="7"/>
            </a:xfrm>
            <a:custGeom>
              <a:avLst/>
              <a:gdLst>
                <a:gd name="T0" fmla="*/ 638 w 112"/>
                <a:gd name="T1" fmla="*/ 16 h 4"/>
                <a:gd name="T2" fmla="*/ 216 w 112"/>
                <a:gd name="T3" fmla="*/ 16 h 4"/>
                <a:gd name="T4" fmla="*/ 102 w 112"/>
                <a:gd name="T5" fmla="*/ 21 h 4"/>
                <a:gd name="T6" fmla="*/ 102 w 112"/>
                <a:gd name="T7" fmla="*/ 21 h 4"/>
                <a:gd name="T8" fmla="*/ 102 w 112"/>
                <a:gd name="T9" fmla="*/ 21 h 4"/>
                <a:gd name="T10" fmla="*/ 7 w 112"/>
                <a:gd name="T11" fmla="*/ 7 h 4"/>
                <a:gd name="T12" fmla="*/ 0 w 112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4">
                  <a:moveTo>
                    <a:pt x="112" y="3"/>
                  </a:moveTo>
                  <a:cubicBezTo>
                    <a:pt x="90" y="3"/>
                    <a:pt x="60" y="1"/>
                    <a:pt x="38" y="3"/>
                  </a:cubicBezTo>
                  <a:cubicBezTo>
                    <a:pt x="30" y="4"/>
                    <a:pt x="24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1" y="4"/>
                    <a:pt x="4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47" name="Freeform 532">
              <a:extLst>
                <a:ext uri="{FF2B5EF4-FFF2-40B4-BE49-F238E27FC236}">
                  <a16:creationId xmlns:a16="http://schemas.microsoft.com/office/drawing/2014/main" id="{2B2D0D73-C789-4190-9F72-7F31E0432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052"/>
              <a:ext cx="44" cy="7"/>
            </a:xfrm>
            <a:custGeom>
              <a:avLst/>
              <a:gdLst>
                <a:gd name="T0" fmla="*/ 0 w 25"/>
                <a:gd name="T1" fmla="*/ 21 h 4"/>
                <a:gd name="T2" fmla="*/ 136 w 25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4"/>
                  </a:moveTo>
                  <a:cubicBezTo>
                    <a:pt x="0" y="4"/>
                    <a:pt x="11" y="0"/>
                    <a:pt x="25" y="1"/>
                  </a:cubicBezTo>
                </a:path>
              </a:pathLst>
            </a:custGeom>
            <a:noFill/>
            <a:ln w="11113" cap="flat">
              <a:solidFill>
                <a:srgbClr val="2B9F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48" name="Freeform 533">
              <a:extLst>
                <a:ext uri="{FF2B5EF4-FFF2-40B4-BE49-F238E27FC236}">
                  <a16:creationId xmlns:a16="http://schemas.microsoft.com/office/drawing/2014/main" id="{02D91DE9-BB94-4C2E-8478-D4FFCE014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059"/>
              <a:ext cx="44" cy="8"/>
            </a:xfrm>
            <a:custGeom>
              <a:avLst/>
              <a:gdLst>
                <a:gd name="T0" fmla="*/ 136 w 25"/>
                <a:gd name="T1" fmla="*/ 32 h 4"/>
                <a:gd name="T2" fmla="*/ 123 w 25"/>
                <a:gd name="T3" fmla="*/ 32 h 4"/>
                <a:gd name="T4" fmla="*/ 0 w 2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">
                  <a:moveTo>
                    <a:pt x="25" y="4"/>
                  </a:moveTo>
                  <a:cubicBezTo>
                    <a:pt x="24" y="4"/>
                    <a:pt x="24" y="4"/>
                    <a:pt x="23" y="4"/>
                  </a:cubicBezTo>
                  <a:cubicBezTo>
                    <a:pt x="23" y="4"/>
                    <a:pt x="16" y="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49" name="Freeform 534">
              <a:extLst>
                <a:ext uri="{FF2B5EF4-FFF2-40B4-BE49-F238E27FC236}">
                  <a16:creationId xmlns:a16="http://schemas.microsoft.com/office/drawing/2014/main" id="{94193430-2BD8-4269-B7BA-E6FC874CA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3099"/>
              <a:ext cx="7" cy="25"/>
            </a:xfrm>
            <a:custGeom>
              <a:avLst/>
              <a:gdLst>
                <a:gd name="T0" fmla="*/ 16 w 4"/>
                <a:gd name="T1" fmla="*/ 92 h 13"/>
                <a:gd name="T2" fmla="*/ 16 w 4"/>
                <a:gd name="T3" fmla="*/ 92 h 13"/>
                <a:gd name="T4" fmla="*/ 7 w 4"/>
                <a:gd name="T5" fmla="*/ 15 h 13"/>
                <a:gd name="T6" fmla="*/ 0 w 4"/>
                <a:gd name="T7" fmla="*/ 8 h 13"/>
                <a:gd name="T8" fmla="*/ 16 w 4"/>
                <a:gd name="T9" fmla="*/ 9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3" y="13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4" y="6"/>
                    <a:pt x="3" y="3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7"/>
                    <a:pt x="3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50" name="Freeform 535">
              <a:extLst>
                <a:ext uri="{FF2B5EF4-FFF2-40B4-BE49-F238E27FC236}">
                  <a16:creationId xmlns:a16="http://schemas.microsoft.com/office/drawing/2014/main" id="{58D4E83D-0217-4BC4-B21E-1F53BB9A1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006"/>
              <a:ext cx="29" cy="12"/>
            </a:xfrm>
            <a:custGeom>
              <a:avLst/>
              <a:gdLst>
                <a:gd name="T0" fmla="*/ 7 w 16"/>
                <a:gd name="T1" fmla="*/ 24 h 6"/>
                <a:gd name="T2" fmla="*/ 96 w 16"/>
                <a:gd name="T3" fmla="*/ 48 h 6"/>
                <a:gd name="T4" fmla="*/ 96 w 16"/>
                <a:gd name="T5" fmla="*/ 48 h 6"/>
                <a:gd name="T6" fmla="*/ 82 w 16"/>
                <a:gd name="T7" fmla="*/ 32 h 6"/>
                <a:gd name="T8" fmla="*/ 0 w 16"/>
                <a:gd name="T9" fmla="*/ 24 h 6"/>
                <a:gd name="T10" fmla="*/ 7 w 16"/>
                <a:gd name="T11" fmla="*/ 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6">
                  <a:moveTo>
                    <a:pt x="1" y="3"/>
                  </a:moveTo>
                  <a:cubicBezTo>
                    <a:pt x="4" y="5"/>
                    <a:pt x="9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5"/>
                    <a:pt x="14" y="4"/>
                  </a:cubicBezTo>
                  <a:cubicBezTo>
                    <a:pt x="12" y="1"/>
                    <a:pt x="6" y="0"/>
                    <a:pt x="0" y="3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51" name="Freeform 536">
              <a:extLst>
                <a:ext uri="{FF2B5EF4-FFF2-40B4-BE49-F238E27FC236}">
                  <a16:creationId xmlns:a16="http://schemas.microsoft.com/office/drawing/2014/main" id="{19B5A194-F55C-492E-8FF6-1FF50024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3097"/>
              <a:ext cx="6" cy="27"/>
            </a:xfrm>
            <a:custGeom>
              <a:avLst/>
              <a:gdLst>
                <a:gd name="T0" fmla="*/ 0 w 3"/>
                <a:gd name="T1" fmla="*/ 0 h 14"/>
                <a:gd name="T2" fmla="*/ 24 w 3"/>
                <a:gd name="T3" fmla="*/ 10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1" y="2"/>
                    <a:pt x="2" y="12"/>
                    <a:pt x="3" y="14"/>
                  </a:cubicBezTo>
                </a:path>
              </a:pathLst>
            </a:custGeom>
            <a:noFill/>
            <a:ln w="11113" cap="rnd">
              <a:solidFill>
                <a:srgbClr val="D200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52" name="Freeform 537">
              <a:extLst>
                <a:ext uri="{FF2B5EF4-FFF2-40B4-BE49-F238E27FC236}">
                  <a16:creationId xmlns:a16="http://schemas.microsoft.com/office/drawing/2014/main" id="{D2CFBB48-6E23-4FAC-9D20-717931CC1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149"/>
              <a:ext cx="98" cy="24"/>
            </a:xfrm>
            <a:custGeom>
              <a:avLst/>
              <a:gdLst>
                <a:gd name="T0" fmla="*/ 7 w 55"/>
                <a:gd name="T1" fmla="*/ 76 h 13"/>
                <a:gd name="T2" fmla="*/ 0 w 55"/>
                <a:gd name="T3" fmla="*/ 68 h 13"/>
                <a:gd name="T4" fmla="*/ 86 w 55"/>
                <a:gd name="T5" fmla="*/ 13 h 13"/>
                <a:gd name="T6" fmla="*/ 187 w 55"/>
                <a:gd name="T7" fmla="*/ 7 h 13"/>
                <a:gd name="T8" fmla="*/ 260 w 55"/>
                <a:gd name="T9" fmla="*/ 31 h 13"/>
                <a:gd name="T10" fmla="*/ 305 w 55"/>
                <a:gd name="T11" fmla="*/ 81 h 13"/>
                <a:gd name="T12" fmla="*/ 312 w 55"/>
                <a:gd name="T13" fmla="*/ 6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3">
                  <a:moveTo>
                    <a:pt x="1" y="1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4" y="6"/>
                    <a:pt x="10" y="2"/>
                    <a:pt x="15" y="2"/>
                  </a:cubicBezTo>
                  <a:cubicBezTo>
                    <a:pt x="21" y="2"/>
                    <a:pt x="29" y="0"/>
                    <a:pt x="33" y="1"/>
                  </a:cubicBezTo>
                  <a:cubicBezTo>
                    <a:pt x="37" y="2"/>
                    <a:pt x="43" y="3"/>
                    <a:pt x="46" y="5"/>
                  </a:cubicBezTo>
                  <a:cubicBezTo>
                    <a:pt x="49" y="8"/>
                    <a:pt x="52" y="10"/>
                    <a:pt x="54" y="13"/>
                  </a:cubicBezTo>
                  <a:cubicBezTo>
                    <a:pt x="55" y="11"/>
                    <a:pt x="55" y="11"/>
                    <a:pt x="55" y="11"/>
                  </a:cubicBezTo>
                </a:path>
              </a:pathLst>
            </a:custGeom>
            <a:noFill/>
            <a:ln w="11113" cap="flat">
              <a:solidFill>
                <a:srgbClr val="2B9F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53" name="Freeform 538">
              <a:extLst>
                <a:ext uri="{FF2B5EF4-FFF2-40B4-BE49-F238E27FC236}">
                  <a16:creationId xmlns:a16="http://schemas.microsoft.com/office/drawing/2014/main" id="{7123927A-7074-4F15-9219-E01F29D99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097"/>
              <a:ext cx="4" cy="27"/>
            </a:xfrm>
            <a:custGeom>
              <a:avLst/>
              <a:gdLst>
                <a:gd name="T0" fmla="*/ 16 w 2"/>
                <a:gd name="T1" fmla="*/ 0 h 14"/>
                <a:gd name="T2" fmla="*/ 0 w 2"/>
                <a:gd name="T3" fmla="*/ 10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2" y="4"/>
                    <a:pt x="0" y="14"/>
                    <a:pt x="0" y="14"/>
                  </a:cubicBezTo>
                </a:path>
              </a:pathLst>
            </a:custGeom>
            <a:noFill/>
            <a:ln w="11113" cap="flat">
              <a:solidFill>
                <a:srgbClr val="D200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54" name="Freeform 539">
              <a:extLst>
                <a:ext uri="{FF2B5EF4-FFF2-40B4-BE49-F238E27FC236}">
                  <a16:creationId xmlns:a16="http://schemas.microsoft.com/office/drawing/2014/main" id="{3A636171-5A48-46A7-AB73-AF910DF64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3101"/>
              <a:ext cx="35" cy="15"/>
            </a:xfrm>
            <a:custGeom>
              <a:avLst/>
              <a:gdLst>
                <a:gd name="T0" fmla="*/ 0 w 20"/>
                <a:gd name="T1" fmla="*/ 53 h 8"/>
                <a:gd name="T2" fmla="*/ 107 w 2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1" y="7"/>
                    <a:pt x="11" y="0"/>
                    <a:pt x="20" y="0"/>
                  </a:cubicBezTo>
                </a:path>
              </a:pathLst>
            </a:custGeom>
            <a:noFill/>
            <a:ln w="11113" cap="flat">
              <a:solidFill>
                <a:srgbClr val="D200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55" name="Freeform 540">
              <a:extLst>
                <a:ext uri="{FF2B5EF4-FFF2-40B4-BE49-F238E27FC236}">
                  <a16:creationId xmlns:a16="http://schemas.microsoft.com/office/drawing/2014/main" id="{55A96E35-FEAF-4BC0-84AF-4962BEC0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016"/>
              <a:ext cx="32" cy="83"/>
            </a:xfrm>
            <a:custGeom>
              <a:avLst/>
              <a:gdLst>
                <a:gd name="T0" fmla="*/ 44 w 18"/>
                <a:gd name="T1" fmla="*/ 296 h 44"/>
                <a:gd name="T2" fmla="*/ 101 w 18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4">
                  <a:moveTo>
                    <a:pt x="8" y="44"/>
                  </a:moveTo>
                  <a:cubicBezTo>
                    <a:pt x="0" y="12"/>
                    <a:pt x="9" y="4"/>
                    <a:pt x="18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56" name="Freeform 541">
              <a:extLst>
                <a:ext uri="{FF2B5EF4-FFF2-40B4-BE49-F238E27FC236}">
                  <a16:creationId xmlns:a16="http://schemas.microsoft.com/office/drawing/2014/main" id="{58DF8CE3-0E11-45A7-BCC7-E3F2BF336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3124"/>
              <a:ext cx="25" cy="131"/>
            </a:xfrm>
            <a:custGeom>
              <a:avLst/>
              <a:gdLst>
                <a:gd name="T0" fmla="*/ 0 w 14"/>
                <a:gd name="T1" fmla="*/ 473 h 69"/>
                <a:gd name="T2" fmla="*/ 45 w 14"/>
                <a:gd name="T3" fmla="*/ 116 h 69"/>
                <a:gd name="T4" fmla="*/ 80 w 14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9">
                  <a:moveTo>
                    <a:pt x="0" y="69"/>
                  </a:moveTo>
                  <a:cubicBezTo>
                    <a:pt x="0" y="53"/>
                    <a:pt x="1" y="34"/>
                    <a:pt x="8" y="17"/>
                  </a:cubicBezTo>
                  <a:cubicBezTo>
                    <a:pt x="11" y="10"/>
                    <a:pt x="13" y="4"/>
                    <a:pt x="14" y="0"/>
                  </a:cubicBezTo>
                </a:path>
              </a:pathLst>
            </a:custGeom>
            <a:noFill/>
            <a:ln w="11113" cap="rnd">
              <a:solidFill>
                <a:srgbClr val="D200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57" name="Freeform 542">
              <a:extLst>
                <a:ext uri="{FF2B5EF4-FFF2-40B4-BE49-F238E27FC236}">
                  <a16:creationId xmlns:a16="http://schemas.microsoft.com/office/drawing/2014/main" id="{F6C38075-BF4E-4397-B406-6BC718B70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3065"/>
              <a:ext cx="139" cy="107"/>
            </a:xfrm>
            <a:custGeom>
              <a:avLst/>
              <a:gdLst>
                <a:gd name="T0" fmla="*/ 0 w 78"/>
                <a:gd name="T1" fmla="*/ 390 h 56"/>
                <a:gd name="T2" fmla="*/ 442 w 78"/>
                <a:gd name="T3" fmla="*/ 117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56">
                  <a:moveTo>
                    <a:pt x="0" y="56"/>
                  </a:moveTo>
                  <a:cubicBezTo>
                    <a:pt x="14" y="0"/>
                    <a:pt x="50" y="17"/>
                    <a:pt x="78" y="1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58" name="Freeform 543">
              <a:extLst>
                <a:ext uri="{FF2B5EF4-FFF2-40B4-BE49-F238E27FC236}">
                  <a16:creationId xmlns:a16="http://schemas.microsoft.com/office/drawing/2014/main" id="{49739A27-D9A1-4958-9690-6EA847C90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3063"/>
              <a:ext cx="153" cy="154"/>
            </a:xfrm>
            <a:custGeom>
              <a:avLst/>
              <a:gdLst>
                <a:gd name="T0" fmla="*/ 0 w 86"/>
                <a:gd name="T1" fmla="*/ 557 h 81"/>
                <a:gd name="T2" fmla="*/ 36 w 86"/>
                <a:gd name="T3" fmla="*/ 384 h 81"/>
                <a:gd name="T4" fmla="*/ 484 w 86"/>
                <a:gd name="T5" fmla="*/ 12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81">
                  <a:moveTo>
                    <a:pt x="0" y="81"/>
                  </a:moveTo>
                  <a:cubicBezTo>
                    <a:pt x="2" y="72"/>
                    <a:pt x="4" y="64"/>
                    <a:pt x="6" y="56"/>
                  </a:cubicBezTo>
                  <a:cubicBezTo>
                    <a:pt x="24" y="0"/>
                    <a:pt x="63" y="19"/>
                    <a:pt x="86" y="18"/>
                  </a:cubicBezTo>
                </a:path>
              </a:pathLst>
            </a:custGeom>
            <a:noFill/>
            <a:ln w="11113" cap="flat">
              <a:solidFill>
                <a:srgbClr val="2B9F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59" name="Freeform 544">
              <a:extLst>
                <a:ext uri="{FF2B5EF4-FFF2-40B4-BE49-F238E27FC236}">
                  <a16:creationId xmlns:a16="http://schemas.microsoft.com/office/drawing/2014/main" id="{A5B65A95-C8C4-4711-86D3-F84057514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014"/>
              <a:ext cx="30" cy="89"/>
            </a:xfrm>
            <a:custGeom>
              <a:avLst/>
              <a:gdLst>
                <a:gd name="T0" fmla="*/ 94 w 17"/>
                <a:gd name="T1" fmla="*/ 0 h 47"/>
                <a:gd name="T2" fmla="*/ 34 w 17"/>
                <a:gd name="T3" fmla="*/ 32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7">
                  <a:moveTo>
                    <a:pt x="17" y="0"/>
                  </a:moveTo>
                  <a:cubicBezTo>
                    <a:pt x="8" y="5"/>
                    <a:pt x="0" y="18"/>
                    <a:pt x="6" y="47"/>
                  </a:cubicBezTo>
                </a:path>
              </a:pathLst>
            </a:custGeom>
            <a:noFill/>
            <a:ln w="11113" cap="flat">
              <a:solidFill>
                <a:srgbClr val="2B9F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60" name="Freeform 545">
              <a:extLst>
                <a:ext uri="{FF2B5EF4-FFF2-40B4-BE49-F238E27FC236}">
                  <a16:creationId xmlns:a16="http://schemas.microsoft.com/office/drawing/2014/main" id="{35516B6B-89EE-4FC3-B438-2F59F10C1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065"/>
              <a:ext cx="11" cy="34"/>
            </a:xfrm>
            <a:custGeom>
              <a:avLst/>
              <a:gdLst>
                <a:gd name="T0" fmla="*/ 7 w 6"/>
                <a:gd name="T1" fmla="*/ 0 h 18"/>
                <a:gd name="T2" fmla="*/ 0 w 6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1" y="0"/>
                  </a:moveTo>
                  <a:cubicBezTo>
                    <a:pt x="6" y="1"/>
                    <a:pt x="5" y="16"/>
                    <a:pt x="0" y="1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61" name="Freeform 546">
              <a:extLst>
                <a:ext uri="{FF2B5EF4-FFF2-40B4-BE49-F238E27FC236}">
                  <a16:creationId xmlns:a16="http://schemas.microsoft.com/office/drawing/2014/main" id="{59795DA2-3552-4FBD-A6CD-625D3A883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3016"/>
              <a:ext cx="10" cy="40"/>
            </a:xfrm>
            <a:custGeom>
              <a:avLst/>
              <a:gdLst>
                <a:gd name="T0" fmla="*/ 0 w 6"/>
                <a:gd name="T1" fmla="*/ 0 h 21"/>
                <a:gd name="T2" fmla="*/ 0 w 6"/>
                <a:gd name="T3" fmla="*/ 1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0" y="0"/>
                  </a:moveTo>
                  <a:cubicBezTo>
                    <a:pt x="5" y="2"/>
                    <a:pt x="6" y="20"/>
                    <a:pt x="0" y="2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62" name="Freeform 547">
              <a:extLst>
                <a:ext uri="{FF2B5EF4-FFF2-40B4-BE49-F238E27FC236}">
                  <a16:creationId xmlns:a16="http://schemas.microsoft.com/office/drawing/2014/main" id="{7BCA27A3-FC4D-4FD6-B592-CF872DAF0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3096"/>
              <a:ext cx="4" cy="19"/>
            </a:xfrm>
            <a:custGeom>
              <a:avLst/>
              <a:gdLst>
                <a:gd name="T0" fmla="*/ 0 w 2"/>
                <a:gd name="T1" fmla="*/ 0 h 10"/>
                <a:gd name="T2" fmla="*/ 8 w 2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0"/>
                    <a:pt x="2" y="7"/>
                    <a:pt x="1" y="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63" name="Freeform 548">
              <a:extLst>
                <a:ext uri="{FF2B5EF4-FFF2-40B4-BE49-F238E27FC236}">
                  <a16:creationId xmlns:a16="http://schemas.microsoft.com/office/drawing/2014/main" id="{7E39905B-0DA6-417E-BC5E-B7E9CA22E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12"/>
              <a:ext cx="32" cy="89"/>
            </a:xfrm>
            <a:custGeom>
              <a:avLst/>
              <a:gdLst>
                <a:gd name="T0" fmla="*/ 101 w 18"/>
                <a:gd name="T1" fmla="*/ 0 h 47"/>
                <a:gd name="T2" fmla="*/ 36 w 18"/>
                <a:gd name="T3" fmla="*/ 32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7">
                  <a:moveTo>
                    <a:pt x="18" y="0"/>
                  </a:moveTo>
                  <a:cubicBezTo>
                    <a:pt x="9" y="4"/>
                    <a:pt x="0" y="18"/>
                    <a:pt x="6" y="47"/>
                  </a:cubicBezTo>
                </a:path>
              </a:pathLst>
            </a:custGeom>
            <a:noFill/>
            <a:ln w="11113" cap="rnd">
              <a:solidFill>
                <a:srgbClr val="D200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64" name="Freeform 549">
              <a:extLst>
                <a:ext uri="{FF2B5EF4-FFF2-40B4-BE49-F238E27FC236}">
                  <a16:creationId xmlns:a16="http://schemas.microsoft.com/office/drawing/2014/main" id="{1B1C7150-54FF-4ACB-BF53-98C966D8A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297"/>
              <a:ext cx="9" cy="13"/>
            </a:xfrm>
            <a:custGeom>
              <a:avLst/>
              <a:gdLst>
                <a:gd name="T0" fmla="*/ 0 w 5"/>
                <a:gd name="T1" fmla="*/ 0 h 7"/>
                <a:gd name="T2" fmla="*/ 29 w 5"/>
                <a:gd name="T3" fmla="*/ 3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4" y="7"/>
                    <a:pt x="5" y="6"/>
                  </a:cubicBezTo>
                </a:path>
              </a:pathLst>
            </a:custGeom>
            <a:noFill/>
            <a:ln w="11113" cap="rnd">
              <a:solidFill>
                <a:srgbClr val="BC97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65" name="Freeform 550">
              <a:extLst>
                <a:ext uri="{FF2B5EF4-FFF2-40B4-BE49-F238E27FC236}">
                  <a16:creationId xmlns:a16="http://schemas.microsoft.com/office/drawing/2014/main" id="{D48269CA-C9DB-4AE7-A532-BA0F0B54D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436"/>
              <a:ext cx="2" cy="19"/>
            </a:xfrm>
            <a:custGeom>
              <a:avLst/>
              <a:gdLst>
                <a:gd name="T0" fmla="*/ 0 w 1"/>
                <a:gd name="T1" fmla="*/ 0 h 10"/>
                <a:gd name="T2" fmla="*/ 8 w 1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3"/>
                    <a:pt x="0" y="9"/>
                    <a:pt x="1" y="10"/>
                  </a:cubicBezTo>
                </a:path>
              </a:pathLst>
            </a:custGeom>
            <a:noFill/>
            <a:ln w="11113" cap="rnd">
              <a:solidFill>
                <a:srgbClr val="BC97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66" name="Freeform 551">
              <a:extLst>
                <a:ext uri="{FF2B5EF4-FFF2-40B4-BE49-F238E27FC236}">
                  <a16:creationId xmlns:a16="http://schemas.microsoft.com/office/drawing/2014/main" id="{3D3BD076-0F19-42DB-9726-7E10EDDAA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191"/>
              <a:ext cx="105" cy="283"/>
            </a:xfrm>
            <a:custGeom>
              <a:avLst/>
              <a:gdLst>
                <a:gd name="T0" fmla="*/ 166 w 59"/>
                <a:gd name="T1" fmla="*/ 40 h 149"/>
                <a:gd name="T2" fmla="*/ 310 w 59"/>
                <a:gd name="T3" fmla="*/ 101 h 149"/>
                <a:gd name="T4" fmla="*/ 276 w 59"/>
                <a:gd name="T5" fmla="*/ 116 h 149"/>
                <a:gd name="T6" fmla="*/ 203 w 59"/>
                <a:gd name="T7" fmla="*/ 137 h 149"/>
                <a:gd name="T8" fmla="*/ 101 w 59"/>
                <a:gd name="T9" fmla="*/ 1022 h 149"/>
                <a:gd name="T10" fmla="*/ 57 w 59"/>
                <a:gd name="T11" fmla="*/ 260 h 149"/>
                <a:gd name="T12" fmla="*/ 130 w 59"/>
                <a:gd name="T13" fmla="*/ 68 h 149"/>
                <a:gd name="T14" fmla="*/ 166 w 59"/>
                <a:gd name="T15" fmla="*/ 40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149">
                  <a:moveTo>
                    <a:pt x="29" y="6"/>
                  </a:moveTo>
                  <a:cubicBezTo>
                    <a:pt x="40" y="0"/>
                    <a:pt x="59" y="4"/>
                    <a:pt x="55" y="15"/>
                  </a:cubicBezTo>
                  <a:cubicBezTo>
                    <a:pt x="54" y="17"/>
                    <a:pt x="51" y="17"/>
                    <a:pt x="49" y="17"/>
                  </a:cubicBezTo>
                  <a:cubicBezTo>
                    <a:pt x="43" y="18"/>
                    <a:pt x="41" y="17"/>
                    <a:pt x="36" y="20"/>
                  </a:cubicBezTo>
                  <a:cubicBezTo>
                    <a:pt x="0" y="44"/>
                    <a:pt x="11" y="114"/>
                    <a:pt x="18" y="149"/>
                  </a:cubicBezTo>
                  <a:cubicBezTo>
                    <a:pt x="5" y="119"/>
                    <a:pt x="3" y="70"/>
                    <a:pt x="10" y="38"/>
                  </a:cubicBezTo>
                  <a:cubicBezTo>
                    <a:pt x="13" y="26"/>
                    <a:pt x="17" y="21"/>
                    <a:pt x="23" y="10"/>
                  </a:cubicBezTo>
                  <a:cubicBezTo>
                    <a:pt x="27" y="8"/>
                    <a:pt x="29" y="6"/>
                    <a:pt x="29" y="6"/>
                  </a:cubicBezTo>
                  <a:close/>
                </a:path>
              </a:pathLst>
            </a:custGeom>
            <a:solidFill>
              <a:srgbClr val="DBC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67" name="Freeform 552">
              <a:extLst>
                <a:ext uri="{FF2B5EF4-FFF2-40B4-BE49-F238E27FC236}">
                  <a16:creationId xmlns:a16="http://schemas.microsoft.com/office/drawing/2014/main" id="{EB451875-C5E0-40B1-902C-AC1AE6FF5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3198"/>
              <a:ext cx="38" cy="36"/>
            </a:xfrm>
            <a:custGeom>
              <a:avLst/>
              <a:gdLst>
                <a:gd name="T0" fmla="*/ 0 w 21"/>
                <a:gd name="T1" fmla="*/ 121 h 19"/>
                <a:gd name="T2" fmla="*/ 16 w 21"/>
                <a:gd name="T3" fmla="*/ 121 h 19"/>
                <a:gd name="T4" fmla="*/ 60 w 21"/>
                <a:gd name="T5" fmla="*/ 97 h 19"/>
                <a:gd name="T6" fmla="*/ 125 w 21"/>
                <a:gd name="T7" fmla="*/ 61 h 19"/>
                <a:gd name="T8" fmla="*/ 7 w 21"/>
                <a:gd name="T9" fmla="*/ 10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0" y="18"/>
                  </a:moveTo>
                  <a:cubicBezTo>
                    <a:pt x="0" y="19"/>
                    <a:pt x="3" y="18"/>
                    <a:pt x="3" y="18"/>
                  </a:cubicBezTo>
                  <a:cubicBezTo>
                    <a:pt x="6" y="18"/>
                    <a:pt x="7" y="16"/>
                    <a:pt x="10" y="14"/>
                  </a:cubicBezTo>
                  <a:cubicBezTo>
                    <a:pt x="13" y="12"/>
                    <a:pt x="17" y="11"/>
                    <a:pt x="21" y="9"/>
                  </a:cubicBezTo>
                  <a:cubicBezTo>
                    <a:pt x="20" y="0"/>
                    <a:pt x="3" y="12"/>
                    <a:pt x="1" y="16"/>
                  </a:cubicBezTo>
                </a:path>
              </a:pathLst>
            </a:custGeom>
            <a:solidFill>
              <a:srgbClr val="E7D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68" name="Freeform 553">
              <a:extLst>
                <a:ext uri="{FF2B5EF4-FFF2-40B4-BE49-F238E27FC236}">
                  <a16:creationId xmlns:a16="http://schemas.microsoft.com/office/drawing/2014/main" id="{C851908A-9621-4E54-B99D-3C99084D9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118"/>
              <a:ext cx="112" cy="168"/>
            </a:xfrm>
            <a:custGeom>
              <a:avLst/>
              <a:gdLst>
                <a:gd name="T0" fmla="*/ 101 w 63"/>
                <a:gd name="T1" fmla="*/ 132 h 88"/>
                <a:gd name="T2" fmla="*/ 37 w 63"/>
                <a:gd name="T3" fmla="*/ 277 h 88"/>
                <a:gd name="T4" fmla="*/ 16 w 63"/>
                <a:gd name="T5" fmla="*/ 420 h 88"/>
                <a:gd name="T6" fmla="*/ 85 w 63"/>
                <a:gd name="T7" fmla="*/ 430 h 88"/>
                <a:gd name="T8" fmla="*/ 135 w 63"/>
                <a:gd name="T9" fmla="*/ 536 h 88"/>
                <a:gd name="T10" fmla="*/ 203 w 63"/>
                <a:gd name="T11" fmla="*/ 590 h 88"/>
                <a:gd name="T12" fmla="*/ 320 w 63"/>
                <a:gd name="T13" fmla="*/ 582 h 88"/>
                <a:gd name="T14" fmla="*/ 247 w 63"/>
                <a:gd name="T15" fmla="*/ 521 h 88"/>
                <a:gd name="T16" fmla="*/ 146 w 63"/>
                <a:gd name="T17" fmla="*/ 397 h 88"/>
                <a:gd name="T18" fmla="*/ 158 w 63"/>
                <a:gd name="T19" fmla="*/ 216 h 88"/>
                <a:gd name="T20" fmla="*/ 190 w 63"/>
                <a:gd name="T21" fmla="*/ 76 h 88"/>
                <a:gd name="T22" fmla="*/ 101 w 63"/>
                <a:gd name="T23" fmla="*/ 132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3" h="88">
                  <a:moveTo>
                    <a:pt x="18" y="19"/>
                  </a:moveTo>
                  <a:cubicBezTo>
                    <a:pt x="14" y="24"/>
                    <a:pt x="9" y="34"/>
                    <a:pt x="7" y="40"/>
                  </a:cubicBezTo>
                  <a:cubicBezTo>
                    <a:pt x="5" y="46"/>
                    <a:pt x="0" y="55"/>
                    <a:pt x="3" y="60"/>
                  </a:cubicBezTo>
                  <a:cubicBezTo>
                    <a:pt x="9" y="59"/>
                    <a:pt x="10" y="55"/>
                    <a:pt x="15" y="62"/>
                  </a:cubicBezTo>
                  <a:cubicBezTo>
                    <a:pt x="18" y="67"/>
                    <a:pt x="19" y="72"/>
                    <a:pt x="24" y="77"/>
                  </a:cubicBezTo>
                  <a:cubicBezTo>
                    <a:pt x="27" y="80"/>
                    <a:pt x="31" y="83"/>
                    <a:pt x="36" y="85"/>
                  </a:cubicBezTo>
                  <a:cubicBezTo>
                    <a:pt x="40" y="86"/>
                    <a:pt x="53" y="88"/>
                    <a:pt x="57" y="84"/>
                  </a:cubicBezTo>
                  <a:cubicBezTo>
                    <a:pt x="63" y="78"/>
                    <a:pt x="47" y="76"/>
                    <a:pt x="44" y="75"/>
                  </a:cubicBezTo>
                  <a:cubicBezTo>
                    <a:pt x="35" y="70"/>
                    <a:pt x="29" y="66"/>
                    <a:pt x="26" y="57"/>
                  </a:cubicBezTo>
                  <a:cubicBezTo>
                    <a:pt x="23" y="47"/>
                    <a:pt x="24" y="39"/>
                    <a:pt x="28" y="31"/>
                  </a:cubicBezTo>
                  <a:cubicBezTo>
                    <a:pt x="31" y="25"/>
                    <a:pt x="37" y="18"/>
                    <a:pt x="34" y="11"/>
                  </a:cubicBezTo>
                  <a:cubicBezTo>
                    <a:pt x="29" y="0"/>
                    <a:pt x="20" y="13"/>
                    <a:pt x="18" y="19"/>
                  </a:cubicBezTo>
                </a:path>
              </a:pathLst>
            </a:custGeom>
            <a:solidFill>
              <a:srgbClr val="DBC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69" name="Freeform 554">
              <a:extLst>
                <a:ext uri="{FF2B5EF4-FFF2-40B4-BE49-F238E27FC236}">
                  <a16:creationId xmlns:a16="http://schemas.microsoft.com/office/drawing/2014/main" id="{24DF7A14-B4C2-4293-81B3-743AD6AB1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269"/>
              <a:ext cx="9" cy="19"/>
            </a:xfrm>
            <a:custGeom>
              <a:avLst/>
              <a:gdLst>
                <a:gd name="T0" fmla="*/ 0 w 5"/>
                <a:gd name="T1" fmla="*/ 0 h 10"/>
                <a:gd name="T2" fmla="*/ 16 w 5"/>
                <a:gd name="T3" fmla="*/ 36 h 10"/>
                <a:gd name="T4" fmla="*/ 29 w 5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0" y="2"/>
                    <a:pt x="2" y="4"/>
                    <a:pt x="3" y="5"/>
                  </a:cubicBezTo>
                  <a:cubicBezTo>
                    <a:pt x="4" y="7"/>
                    <a:pt x="5" y="8"/>
                    <a:pt x="5" y="10"/>
                  </a:cubicBezTo>
                </a:path>
              </a:pathLst>
            </a:custGeom>
            <a:noFill/>
            <a:ln w="11113" cap="flat">
              <a:solidFill>
                <a:srgbClr val="BC97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70" name="Freeform 555">
              <a:extLst>
                <a:ext uri="{FF2B5EF4-FFF2-40B4-BE49-F238E27FC236}">
                  <a16:creationId xmlns:a16="http://schemas.microsoft.com/office/drawing/2014/main" id="{9BDA38B7-C028-40C3-B91E-A3D22449C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3289"/>
              <a:ext cx="7" cy="18"/>
            </a:xfrm>
            <a:custGeom>
              <a:avLst/>
              <a:gdLst>
                <a:gd name="T0" fmla="*/ 0 w 4"/>
                <a:gd name="T1" fmla="*/ 72 h 9"/>
                <a:gd name="T2" fmla="*/ 16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1" y="6"/>
                    <a:pt x="4" y="4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BC97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71" name="Freeform 556">
              <a:extLst>
                <a:ext uri="{FF2B5EF4-FFF2-40B4-BE49-F238E27FC236}">
                  <a16:creationId xmlns:a16="http://schemas.microsoft.com/office/drawing/2014/main" id="{60B0865C-2A10-4043-A252-AAE9B64F9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293"/>
              <a:ext cx="3" cy="6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11113" cap="flat">
              <a:solidFill>
                <a:srgbClr val="BC97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72" name="Freeform 557">
              <a:extLst>
                <a:ext uri="{FF2B5EF4-FFF2-40B4-BE49-F238E27FC236}">
                  <a16:creationId xmlns:a16="http://schemas.microsoft.com/office/drawing/2014/main" id="{D786BBAD-0379-4D42-B372-AFF49941D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162"/>
              <a:ext cx="22" cy="36"/>
            </a:xfrm>
            <a:custGeom>
              <a:avLst/>
              <a:gdLst>
                <a:gd name="T0" fmla="*/ 51 w 12"/>
                <a:gd name="T1" fmla="*/ 15 h 19"/>
                <a:gd name="T2" fmla="*/ 7 w 12"/>
                <a:gd name="T3" fmla="*/ 121 h 19"/>
                <a:gd name="T4" fmla="*/ 44 w 12"/>
                <a:gd name="T5" fmla="*/ 76 h 19"/>
                <a:gd name="T6" fmla="*/ 68 w 12"/>
                <a:gd name="T7" fmla="*/ 0 h 19"/>
                <a:gd name="T8" fmla="*/ 57 w 12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9">
                  <a:moveTo>
                    <a:pt x="8" y="2"/>
                  </a:moveTo>
                  <a:cubicBezTo>
                    <a:pt x="5" y="5"/>
                    <a:pt x="0" y="14"/>
                    <a:pt x="1" y="18"/>
                  </a:cubicBezTo>
                  <a:cubicBezTo>
                    <a:pt x="5" y="19"/>
                    <a:pt x="6" y="14"/>
                    <a:pt x="7" y="11"/>
                  </a:cubicBezTo>
                  <a:cubicBezTo>
                    <a:pt x="8" y="8"/>
                    <a:pt x="12" y="3"/>
                    <a:pt x="11" y="0"/>
                  </a:cubicBezTo>
                  <a:cubicBezTo>
                    <a:pt x="10" y="0"/>
                    <a:pt x="9" y="0"/>
                    <a:pt x="9" y="1"/>
                  </a:cubicBezTo>
                </a:path>
              </a:pathLst>
            </a:custGeom>
            <a:solidFill>
              <a:srgbClr val="E7D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73" name="Freeform 558">
              <a:extLst>
                <a:ext uri="{FF2B5EF4-FFF2-40B4-BE49-F238E27FC236}">
                  <a16:creationId xmlns:a16="http://schemas.microsoft.com/office/drawing/2014/main" id="{F55716D6-F197-4BAC-955B-611F13B4E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972"/>
              <a:ext cx="9" cy="171"/>
            </a:xfrm>
            <a:custGeom>
              <a:avLst/>
              <a:gdLst>
                <a:gd name="T0" fmla="*/ 16 w 5"/>
                <a:gd name="T1" fmla="*/ 0 h 90"/>
                <a:gd name="T2" fmla="*/ 29 w 5"/>
                <a:gd name="T3" fmla="*/ 618 h 90"/>
                <a:gd name="T4" fmla="*/ 16 w 5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0">
                  <a:moveTo>
                    <a:pt x="3" y="0"/>
                  </a:moveTo>
                  <a:cubicBezTo>
                    <a:pt x="2" y="12"/>
                    <a:pt x="0" y="70"/>
                    <a:pt x="5" y="90"/>
                  </a:cubicBezTo>
                  <a:cubicBezTo>
                    <a:pt x="5" y="81"/>
                    <a:pt x="2" y="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74" name="Freeform 559">
              <a:extLst>
                <a:ext uri="{FF2B5EF4-FFF2-40B4-BE49-F238E27FC236}">
                  <a16:creationId xmlns:a16="http://schemas.microsoft.com/office/drawing/2014/main" id="{68BD813A-FEE8-4D97-A50A-38857020B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924"/>
              <a:ext cx="73" cy="166"/>
            </a:xfrm>
            <a:custGeom>
              <a:avLst/>
              <a:gdLst>
                <a:gd name="T0" fmla="*/ 224 w 41"/>
                <a:gd name="T1" fmla="*/ 29 h 87"/>
                <a:gd name="T2" fmla="*/ 219 w 41"/>
                <a:gd name="T3" fmla="*/ 36 h 87"/>
                <a:gd name="T4" fmla="*/ 196 w 41"/>
                <a:gd name="T5" fmla="*/ 76 h 87"/>
                <a:gd name="T6" fmla="*/ 7 w 41"/>
                <a:gd name="T7" fmla="*/ 605 h 87"/>
                <a:gd name="T8" fmla="*/ 16 w 41"/>
                <a:gd name="T9" fmla="*/ 466 h 87"/>
                <a:gd name="T10" fmla="*/ 109 w 41"/>
                <a:gd name="T11" fmla="*/ 208 h 87"/>
                <a:gd name="T12" fmla="*/ 210 w 41"/>
                <a:gd name="T13" fmla="*/ 76 h 87"/>
                <a:gd name="T14" fmla="*/ 224 w 41"/>
                <a:gd name="T15" fmla="*/ 29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87">
                  <a:moveTo>
                    <a:pt x="40" y="4"/>
                  </a:moveTo>
                  <a:cubicBezTo>
                    <a:pt x="41" y="0"/>
                    <a:pt x="41" y="1"/>
                    <a:pt x="39" y="5"/>
                  </a:cubicBezTo>
                  <a:cubicBezTo>
                    <a:pt x="39" y="7"/>
                    <a:pt x="37" y="9"/>
                    <a:pt x="35" y="11"/>
                  </a:cubicBezTo>
                  <a:cubicBezTo>
                    <a:pt x="29" y="17"/>
                    <a:pt x="0" y="31"/>
                    <a:pt x="1" y="87"/>
                  </a:cubicBezTo>
                  <a:cubicBezTo>
                    <a:pt x="2" y="81"/>
                    <a:pt x="2" y="73"/>
                    <a:pt x="3" y="67"/>
                  </a:cubicBezTo>
                  <a:cubicBezTo>
                    <a:pt x="6" y="50"/>
                    <a:pt x="12" y="37"/>
                    <a:pt x="19" y="30"/>
                  </a:cubicBezTo>
                  <a:cubicBezTo>
                    <a:pt x="28" y="19"/>
                    <a:pt x="35" y="15"/>
                    <a:pt x="37" y="11"/>
                  </a:cubicBezTo>
                  <a:cubicBezTo>
                    <a:pt x="38" y="9"/>
                    <a:pt x="40" y="7"/>
                    <a:pt x="4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75" name="Freeform 560">
              <a:extLst>
                <a:ext uri="{FF2B5EF4-FFF2-40B4-BE49-F238E27FC236}">
                  <a16:creationId xmlns:a16="http://schemas.microsoft.com/office/drawing/2014/main" id="{62ABB5A4-3698-42F8-AE39-C8115E566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139"/>
              <a:ext cx="32" cy="8"/>
            </a:xfrm>
            <a:custGeom>
              <a:avLst/>
              <a:gdLst>
                <a:gd name="T0" fmla="*/ 50 w 18"/>
                <a:gd name="T1" fmla="*/ 16 h 4"/>
                <a:gd name="T2" fmla="*/ 101 w 18"/>
                <a:gd name="T3" fmla="*/ 0 h 4"/>
                <a:gd name="T4" fmla="*/ 0 w 18"/>
                <a:gd name="T5" fmla="*/ 32 h 4"/>
                <a:gd name="T6" fmla="*/ 50 w 18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">
                  <a:moveTo>
                    <a:pt x="9" y="2"/>
                  </a:moveTo>
                  <a:cubicBezTo>
                    <a:pt x="13" y="1"/>
                    <a:pt x="17" y="0"/>
                    <a:pt x="18" y="0"/>
                  </a:cubicBezTo>
                  <a:cubicBezTo>
                    <a:pt x="15" y="0"/>
                    <a:pt x="3" y="2"/>
                    <a:pt x="0" y="4"/>
                  </a:cubicBezTo>
                  <a:cubicBezTo>
                    <a:pt x="2" y="4"/>
                    <a:pt x="5" y="3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76" name="Freeform 561">
              <a:extLst>
                <a:ext uri="{FF2B5EF4-FFF2-40B4-BE49-F238E27FC236}">
                  <a16:creationId xmlns:a16="http://schemas.microsoft.com/office/drawing/2014/main" id="{28C1979C-DF52-4A53-BFA8-BBA3A7BBE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179"/>
              <a:ext cx="25" cy="6"/>
            </a:xfrm>
            <a:custGeom>
              <a:avLst/>
              <a:gdLst>
                <a:gd name="T0" fmla="*/ 0 w 14"/>
                <a:gd name="T1" fmla="*/ 24 h 3"/>
                <a:gd name="T2" fmla="*/ 68 w 14"/>
                <a:gd name="T3" fmla="*/ 8 h 3"/>
                <a:gd name="T4" fmla="*/ 80 w 14"/>
                <a:gd name="T5" fmla="*/ 24 h 3"/>
                <a:gd name="T6" fmla="*/ 52 w 14"/>
                <a:gd name="T7" fmla="*/ 8 h 3"/>
                <a:gd name="T8" fmla="*/ 0 w 14"/>
                <a:gd name="T9" fmla="*/ 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2" y="1"/>
                    <a:pt x="10" y="0"/>
                    <a:pt x="12" y="1"/>
                  </a:cubicBezTo>
                  <a:cubicBezTo>
                    <a:pt x="14" y="2"/>
                    <a:pt x="14" y="3"/>
                    <a:pt x="14" y="3"/>
                  </a:cubicBezTo>
                  <a:cubicBezTo>
                    <a:pt x="13" y="2"/>
                    <a:pt x="11" y="1"/>
                    <a:pt x="9" y="1"/>
                  </a:cubicBezTo>
                  <a:cubicBezTo>
                    <a:pt x="6" y="2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77" name="Freeform 562">
              <a:extLst>
                <a:ext uri="{FF2B5EF4-FFF2-40B4-BE49-F238E27FC236}">
                  <a16:creationId xmlns:a16="http://schemas.microsoft.com/office/drawing/2014/main" id="{5E491D10-5D7C-4D3D-AEFA-E6E52C46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3177"/>
              <a:ext cx="45" cy="12"/>
            </a:xfrm>
            <a:custGeom>
              <a:avLst/>
              <a:gdLst>
                <a:gd name="T0" fmla="*/ 16 w 25"/>
                <a:gd name="T1" fmla="*/ 16 h 6"/>
                <a:gd name="T2" fmla="*/ 146 w 25"/>
                <a:gd name="T3" fmla="*/ 0 h 6"/>
                <a:gd name="T4" fmla="*/ 23 w 25"/>
                <a:gd name="T5" fmla="*/ 0 h 6"/>
                <a:gd name="T6" fmla="*/ 0 w 25"/>
                <a:gd name="T7" fmla="*/ 48 h 6"/>
                <a:gd name="T8" fmla="*/ 16 w 25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">
                  <a:moveTo>
                    <a:pt x="3" y="2"/>
                  </a:moveTo>
                  <a:cubicBezTo>
                    <a:pt x="4" y="1"/>
                    <a:pt x="22" y="0"/>
                    <a:pt x="25" y="0"/>
                  </a:cubicBezTo>
                  <a:cubicBezTo>
                    <a:pt x="25" y="0"/>
                    <a:pt x="8" y="0"/>
                    <a:pt x="4" y="0"/>
                  </a:cubicBezTo>
                  <a:cubicBezTo>
                    <a:pt x="1" y="0"/>
                    <a:pt x="1" y="3"/>
                    <a:pt x="0" y="6"/>
                  </a:cubicBezTo>
                  <a:cubicBezTo>
                    <a:pt x="1" y="5"/>
                    <a:pt x="2" y="3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78" name="Freeform 563">
              <a:extLst>
                <a:ext uri="{FF2B5EF4-FFF2-40B4-BE49-F238E27FC236}">
                  <a16:creationId xmlns:a16="http://schemas.microsoft.com/office/drawing/2014/main" id="{2FAB67DF-AEF6-427E-8C56-751874A7F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3000"/>
              <a:ext cx="27" cy="12"/>
            </a:xfrm>
            <a:custGeom>
              <a:avLst/>
              <a:gdLst>
                <a:gd name="T0" fmla="*/ 16 w 15"/>
                <a:gd name="T1" fmla="*/ 16 h 6"/>
                <a:gd name="T2" fmla="*/ 88 w 15"/>
                <a:gd name="T3" fmla="*/ 32 h 6"/>
                <a:gd name="T4" fmla="*/ 29 w 15"/>
                <a:gd name="T5" fmla="*/ 8 h 6"/>
                <a:gd name="T6" fmla="*/ 0 w 15"/>
                <a:gd name="T7" fmla="*/ 48 h 6"/>
                <a:gd name="T8" fmla="*/ 16 w 15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3" y="2"/>
                  </a:moveTo>
                  <a:cubicBezTo>
                    <a:pt x="5" y="1"/>
                    <a:pt x="12" y="3"/>
                    <a:pt x="15" y="4"/>
                  </a:cubicBezTo>
                  <a:cubicBezTo>
                    <a:pt x="15" y="4"/>
                    <a:pt x="9" y="1"/>
                    <a:pt x="5" y="1"/>
                  </a:cubicBezTo>
                  <a:cubicBezTo>
                    <a:pt x="2" y="0"/>
                    <a:pt x="1" y="3"/>
                    <a:pt x="0" y="6"/>
                  </a:cubicBezTo>
                  <a:cubicBezTo>
                    <a:pt x="1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79" name="Freeform 564">
              <a:extLst>
                <a:ext uri="{FF2B5EF4-FFF2-40B4-BE49-F238E27FC236}">
                  <a16:creationId xmlns:a16="http://schemas.microsoft.com/office/drawing/2014/main" id="{092E7057-7A77-4144-B1FB-6EEE1CBB8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040"/>
              <a:ext cx="34" cy="12"/>
            </a:xfrm>
            <a:custGeom>
              <a:avLst/>
              <a:gdLst>
                <a:gd name="T0" fmla="*/ 13 w 19"/>
                <a:gd name="T1" fmla="*/ 16 h 6"/>
                <a:gd name="T2" fmla="*/ 109 w 19"/>
                <a:gd name="T3" fmla="*/ 0 h 6"/>
                <a:gd name="T4" fmla="*/ 23 w 19"/>
                <a:gd name="T5" fmla="*/ 0 h 6"/>
                <a:gd name="T6" fmla="*/ 0 w 19"/>
                <a:gd name="T7" fmla="*/ 48 h 6"/>
                <a:gd name="T8" fmla="*/ 13 w 19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">
                  <a:moveTo>
                    <a:pt x="2" y="2"/>
                  </a:moveTo>
                  <a:cubicBezTo>
                    <a:pt x="4" y="1"/>
                    <a:pt x="15" y="0"/>
                    <a:pt x="19" y="0"/>
                  </a:cubicBezTo>
                  <a:cubicBezTo>
                    <a:pt x="19" y="0"/>
                    <a:pt x="7" y="0"/>
                    <a:pt x="4" y="0"/>
                  </a:cubicBezTo>
                  <a:cubicBezTo>
                    <a:pt x="0" y="0"/>
                    <a:pt x="0" y="4"/>
                    <a:pt x="0" y="6"/>
                  </a:cubicBezTo>
                  <a:cubicBezTo>
                    <a:pt x="0" y="5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80" name="Freeform 565">
              <a:extLst>
                <a:ext uri="{FF2B5EF4-FFF2-40B4-BE49-F238E27FC236}">
                  <a16:creationId xmlns:a16="http://schemas.microsoft.com/office/drawing/2014/main" id="{0F7EA2BB-30B6-489E-B06F-275066C22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3219"/>
              <a:ext cx="43" cy="12"/>
            </a:xfrm>
            <a:custGeom>
              <a:avLst/>
              <a:gdLst>
                <a:gd name="T0" fmla="*/ 13 w 24"/>
                <a:gd name="T1" fmla="*/ 16 h 6"/>
                <a:gd name="T2" fmla="*/ 138 w 24"/>
                <a:gd name="T3" fmla="*/ 0 h 6"/>
                <a:gd name="T4" fmla="*/ 16 w 24"/>
                <a:gd name="T5" fmla="*/ 0 h 6"/>
                <a:gd name="T6" fmla="*/ 0 w 24"/>
                <a:gd name="T7" fmla="*/ 48 h 6"/>
                <a:gd name="T8" fmla="*/ 13 w 24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">
                  <a:moveTo>
                    <a:pt x="2" y="2"/>
                  </a:moveTo>
                  <a:cubicBezTo>
                    <a:pt x="4" y="1"/>
                    <a:pt x="21" y="0"/>
                    <a:pt x="24" y="0"/>
                  </a:cubicBezTo>
                  <a:cubicBezTo>
                    <a:pt x="24" y="0"/>
                    <a:pt x="7" y="0"/>
                    <a:pt x="3" y="0"/>
                  </a:cubicBezTo>
                  <a:cubicBezTo>
                    <a:pt x="0" y="0"/>
                    <a:pt x="0" y="4"/>
                    <a:pt x="0" y="6"/>
                  </a:cubicBezTo>
                  <a:cubicBezTo>
                    <a:pt x="0" y="5"/>
                    <a:pt x="1" y="3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81" name="Freeform 566">
              <a:extLst>
                <a:ext uri="{FF2B5EF4-FFF2-40B4-BE49-F238E27FC236}">
                  <a16:creationId xmlns:a16="http://schemas.microsoft.com/office/drawing/2014/main" id="{98214C09-6E47-4FBD-A67B-5F7850F8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3006"/>
              <a:ext cx="47" cy="71"/>
            </a:xfrm>
            <a:custGeom>
              <a:avLst/>
              <a:gdLst>
                <a:gd name="T0" fmla="*/ 154 w 26"/>
                <a:gd name="T1" fmla="*/ 232 h 37"/>
                <a:gd name="T2" fmla="*/ 154 w 26"/>
                <a:gd name="T3" fmla="*/ 29 h 37"/>
                <a:gd name="T4" fmla="*/ 146 w 26"/>
                <a:gd name="T5" fmla="*/ 15 h 37"/>
                <a:gd name="T6" fmla="*/ 125 w 26"/>
                <a:gd name="T7" fmla="*/ 0 h 37"/>
                <a:gd name="T8" fmla="*/ 110 w 26"/>
                <a:gd name="T9" fmla="*/ 148 h 37"/>
                <a:gd name="T10" fmla="*/ 0 w 26"/>
                <a:gd name="T11" fmla="*/ 225 h 37"/>
                <a:gd name="T12" fmla="*/ 154 w 26"/>
                <a:gd name="T13" fmla="*/ 23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7">
                  <a:moveTo>
                    <a:pt x="26" y="33"/>
                  </a:moveTo>
                  <a:cubicBezTo>
                    <a:pt x="26" y="23"/>
                    <a:pt x="26" y="13"/>
                    <a:pt x="26" y="4"/>
                  </a:cubicBezTo>
                  <a:cubicBezTo>
                    <a:pt x="26" y="3"/>
                    <a:pt x="25" y="2"/>
                    <a:pt x="25" y="2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3" y="6"/>
                    <a:pt x="22" y="16"/>
                    <a:pt x="19" y="21"/>
                  </a:cubicBezTo>
                  <a:cubicBezTo>
                    <a:pt x="15" y="28"/>
                    <a:pt x="6" y="29"/>
                    <a:pt x="0" y="32"/>
                  </a:cubicBezTo>
                  <a:cubicBezTo>
                    <a:pt x="5" y="34"/>
                    <a:pt x="22" y="37"/>
                    <a:pt x="26" y="33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82" name="Freeform 567">
              <a:extLst>
                <a:ext uri="{FF2B5EF4-FFF2-40B4-BE49-F238E27FC236}">
                  <a16:creationId xmlns:a16="http://schemas.microsoft.com/office/drawing/2014/main" id="{AC8DFB19-F3C5-4154-AADA-F16176ABA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3177"/>
              <a:ext cx="51" cy="31"/>
            </a:xfrm>
            <a:custGeom>
              <a:avLst/>
              <a:gdLst>
                <a:gd name="T0" fmla="*/ 21 w 29"/>
                <a:gd name="T1" fmla="*/ 116 h 16"/>
                <a:gd name="T2" fmla="*/ 77 w 29"/>
                <a:gd name="T3" fmla="*/ 116 h 16"/>
                <a:gd name="T4" fmla="*/ 121 w 29"/>
                <a:gd name="T5" fmla="*/ 116 h 16"/>
                <a:gd name="T6" fmla="*/ 158 w 29"/>
                <a:gd name="T7" fmla="*/ 0 h 16"/>
                <a:gd name="T8" fmla="*/ 130 w 29"/>
                <a:gd name="T9" fmla="*/ 52 h 16"/>
                <a:gd name="T10" fmla="*/ 81 w 29"/>
                <a:gd name="T11" fmla="*/ 87 h 16"/>
                <a:gd name="T12" fmla="*/ 0 w 29"/>
                <a:gd name="T13" fmla="*/ 9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6">
                  <a:moveTo>
                    <a:pt x="4" y="16"/>
                  </a:moveTo>
                  <a:cubicBezTo>
                    <a:pt x="8" y="16"/>
                    <a:pt x="11" y="16"/>
                    <a:pt x="14" y="16"/>
                  </a:cubicBezTo>
                  <a:cubicBezTo>
                    <a:pt x="17" y="16"/>
                    <a:pt x="20" y="16"/>
                    <a:pt x="22" y="16"/>
                  </a:cubicBezTo>
                  <a:cubicBezTo>
                    <a:pt x="26" y="15"/>
                    <a:pt x="29" y="4"/>
                    <a:pt x="29" y="0"/>
                  </a:cubicBezTo>
                  <a:cubicBezTo>
                    <a:pt x="27" y="0"/>
                    <a:pt x="25" y="5"/>
                    <a:pt x="24" y="7"/>
                  </a:cubicBezTo>
                  <a:cubicBezTo>
                    <a:pt x="21" y="10"/>
                    <a:pt x="19" y="12"/>
                    <a:pt x="15" y="12"/>
                  </a:cubicBezTo>
                  <a:cubicBezTo>
                    <a:pt x="11" y="13"/>
                    <a:pt x="5" y="15"/>
                    <a:pt x="0" y="13"/>
                  </a:cubicBezTo>
                </a:path>
              </a:pathLst>
            </a:custGeom>
            <a:solidFill>
              <a:srgbClr val="CA0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83" name="Freeform 568">
              <a:extLst>
                <a:ext uri="{FF2B5EF4-FFF2-40B4-BE49-F238E27FC236}">
                  <a16:creationId xmlns:a16="http://schemas.microsoft.com/office/drawing/2014/main" id="{0D9EDF11-4D29-4988-8E1C-26BFE9F90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223"/>
              <a:ext cx="50" cy="32"/>
            </a:xfrm>
            <a:custGeom>
              <a:avLst/>
              <a:gdLst>
                <a:gd name="T0" fmla="*/ 7 w 28"/>
                <a:gd name="T1" fmla="*/ 92 h 17"/>
                <a:gd name="T2" fmla="*/ 57 w 28"/>
                <a:gd name="T3" fmla="*/ 105 h 17"/>
                <a:gd name="T4" fmla="*/ 109 w 28"/>
                <a:gd name="T5" fmla="*/ 105 h 17"/>
                <a:gd name="T6" fmla="*/ 130 w 28"/>
                <a:gd name="T7" fmla="*/ 60 h 17"/>
                <a:gd name="T8" fmla="*/ 154 w 28"/>
                <a:gd name="T9" fmla="*/ 0 h 17"/>
                <a:gd name="T10" fmla="*/ 80 w 28"/>
                <a:gd name="T11" fmla="*/ 75 h 17"/>
                <a:gd name="T12" fmla="*/ 0 w 28"/>
                <a:gd name="T13" fmla="*/ 6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7">
                  <a:moveTo>
                    <a:pt x="1" y="14"/>
                  </a:moveTo>
                  <a:cubicBezTo>
                    <a:pt x="1" y="16"/>
                    <a:pt x="8" y="16"/>
                    <a:pt x="10" y="16"/>
                  </a:cubicBezTo>
                  <a:cubicBezTo>
                    <a:pt x="13" y="17"/>
                    <a:pt x="17" y="17"/>
                    <a:pt x="19" y="16"/>
                  </a:cubicBezTo>
                  <a:cubicBezTo>
                    <a:pt x="23" y="15"/>
                    <a:pt x="22" y="13"/>
                    <a:pt x="23" y="9"/>
                  </a:cubicBezTo>
                  <a:cubicBezTo>
                    <a:pt x="24" y="6"/>
                    <a:pt x="28" y="3"/>
                    <a:pt x="27" y="0"/>
                  </a:cubicBezTo>
                  <a:cubicBezTo>
                    <a:pt x="22" y="3"/>
                    <a:pt x="21" y="10"/>
                    <a:pt x="14" y="11"/>
                  </a:cubicBezTo>
                  <a:cubicBezTo>
                    <a:pt x="12" y="12"/>
                    <a:pt x="0" y="14"/>
                    <a:pt x="0" y="10"/>
                  </a:cubicBezTo>
                </a:path>
              </a:pathLst>
            </a:custGeom>
            <a:solidFill>
              <a:srgbClr val="CA0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84" name="Freeform 569">
              <a:extLst>
                <a:ext uri="{FF2B5EF4-FFF2-40B4-BE49-F238E27FC236}">
                  <a16:creationId xmlns:a16="http://schemas.microsoft.com/office/drawing/2014/main" id="{F3A98345-4F2E-4752-9F02-FE52ADAE6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3145"/>
              <a:ext cx="30" cy="28"/>
            </a:xfrm>
            <a:custGeom>
              <a:avLst/>
              <a:gdLst>
                <a:gd name="T0" fmla="*/ 86 w 17"/>
                <a:gd name="T1" fmla="*/ 0 h 15"/>
                <a:gd name="T2" fmla="*/ 34 w 17"/>
                <a:gd name="T3" fmla="*/ 52 h 15"/>
                <a:gd name="T4" fmla="*/ 0 w 17"/>
                <a:gd name="T5" fmla="*/ 60 h 15"/>
                <a:gd name="T6" fmla="*/ 21 w 17"/>
                <a:gd name="T7" fmla="*/ 97 h 15"/>
                <a:gd name="T8" fmla="*/ 86 w 1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6" y="0"/>
                  </a:moveTo>
                  <a:cubicBezTo>
                    <a:pt x="13" y="6"/>
                    <a:pt x="12" y="7"/>
                    <a:pt x="6" y="8"/>
                  </a:cubicBezTo>
                  <a:cubicBezTo>
                    <a:pt x="4" y="9"/>
                    <a:pt x="2" y="9"/>
                    <a:pt x="0" y="9"/>
                  </a:cubicBezTo>
                  <a:cubicBezTo>
                    <a:pt x="1" y="11"/>
                    <a:pt x="3" y="13"/>
                    <a:pt x="4" y="15"/>
                  </a:cubicBezTo>
                  <a:cubicBezTo>
                    <a:pt x="10" y="10"/>
                    <a:pt x="17" y="8"/>
                    <a:pt x="16" y="0"/>
                  </a:cubicBezTo>
                  <a:close/>
                </a:path>
              </a:pathLst>
            </a:custGeom>
            <a:solidFill>
              <a:srgbClr val="CA0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85" name="Freeform 570">
              <a:extLst>
                <a:ext uri="{FF2B5EF4-FFF2-40B4-BE49-F238E27FC236}">
                  <a16:creationId xmlns:a16="http://schemas.microsoft.com/office/drawing/2014/main" id="{586404AA-0DF8-407E-828B-51B86FA9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191"/>
              <a:ext cx="28" cy="30"/>
            </a:xfrm>
            <a:custGeom>
              <a:avLst/>
              <a:gdLst>
                <a:gd name="T0" fmla="*/ 70 w 16"/>
                <a:gd name="T1" fmla="*/ 0 h 16"/>
                <a:gd name="T2" fmla="*/ 37 w 16"/>
                <a:gd name="T3" fmla="*/ 45 h 16"/>
                <a:gd name="T4" fmla="*/ 0 w 16"/>
                <a:gd name="T5" fmla="*/ 28 h 16"/>
                <a:gd name="T6" fmla="*/ 7 w 16"/>
                <a:gd name="T7" fmla="*/ 28 h 16"/>
                <a:gd name="T8" fmla="*/ 33 w 16"/>
                <a:gd name="T9" fmla="*/ 105 h 16"/>
                <a:gd name="T10" fmla="*/ 49 w 16"/>
                <a:gd name="T11" fmla="*/ 73 h 16"/>
                <a:gd name="T12" fmla="*/ 70 w 16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6">
                  <a:moveTo>
                    <a:pt x="13" y="0"/>
                  </a:moveTo>
                  <a:cubicBezTo>
                    <a:pt x="14" y="4"/>
                    <a:pt x="11" y="6"/>
                    <a:pt x="7" y="7"/>
                  </a:cubicBezTo>
                  <a:cubicBezTo>
                    <a:pt x="3" y="7"/>
                    <a:pt x="2" y="5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3" y="8"/>
                    <a:pt x="5" y="12"/>
                    <a:pt x="6" y="16"/>
                  </a:cubicBezTo>
                  <a:cubicBezTo>
                    <a:pt x="6" y="14"/>
                    <a:pt x="8" y="13"/>
                    <a:pt x="9" y="11"/>
                  </a:cubicBezTo>
                  <a:cubicBezTo>
                    <a:pt x="12" y="7"/>
                    <a:pt x="16" y="6"/>
                    <a:pt x="13" y="0"/>
                  </a:cubicBezTo>
                  <a:close/>
                </a:path>
              </a:pathLst>
            </a:custGeom>
            <a:solidFill>
              <a:srgbClr val="CA0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86" name="Freeform 571">
              <a:extLst>
                <a:ext uri="{FF2B5EF4-FFF2-40B4-BE49-F238E27FC236}">
                  <a16:creationId xmlns:a16="http://schemas.microsoft.com/office/drawing/2014/main" id="{AD1EE551-378A-4DE1-99A6-BD072B1DA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3246"/>
              <a:ext cx="93" cy="24"/>
            </a:xfrm>
            <a:custGeom>
              <a:avLst/>
              <a:gdLst>
                <a:gd name="T0" fmla="*/ 284 w 52"/>
                <a:gd name="T1" fmla="*/ 24 h 13"/>
                <a:gd name="T2" fmla="*/ 0 w 52"/>
                <a:gd name="T3" fmla="*/ 37 h 13"/>
                <a:gd name="T4" fmla="*/ 0 w 52"/>
                <a:gd name="T5" fmla="*/ 44 h 13"/>
                <a:gd name="T6" fmla="*/ 0 w 52"/>
                <a:gd name="T7" fmla="*/ 81 h 13"/>
                <a:gd name="T8" fmla="*/ 0 w 52"/>
                <a:gd name="T9" fmla="*/ 81 h 13"/>
                <a:gd name="T10" fmla="*/ 284 w 52"/>
                <a:gd name="T11" fmla="*/ 76 h 13"/>
                <a:gd name="T12" fmla="*/ 297 w 52"/>
                <a:gd name="T13" fmla="*/ 76 h 13"/>
                <a:gd name="T14" fmla="*/ 297 w 52"/>
                <a:gd name="T15" fmla="*/ 76 h 13"/>
                <a:gd name="T16" fmla="*/ 284 w 52"/>
                <a:gd name="T17" fmla="*/ 2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3">
                  <a:moveTo>
                    <a:pt x="50" y="4"/>
                  </a:moveTo>
                  <a:cubicBezTo>
                    <a:pt x="32" y="0"/>
                    <a:pt x="9" y="5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9" y="12"/>
                    <a:pt x="32" y="6"/>
                    <a:pt x="50" y="12"/>
                  </a:cubicBezTo>
                  <a:cubicBezTo>
                    <a:pt x="51" y="12"/>
                    <a:pt x="52" y="12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9"/>
                    <a:pt x="50" y="7"/>
                    <a:pt x="50" y="4"/>
                  </a:cubicBezTo>
                  <a:close/>
                </a:path>
              </a:pathLst>
            </a:custGeom>
            <a:solidFill>
              <a:srgbClr val="F7BB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87" name="Freeform 572">
              <a:extLst>
                <a:ext uri="{FF2B5EF4-FFF2-40B4-BE49-F238E27FC236}">
                  <a16:creationId xmlns:a16="http://schemas.microsoft.com/office/drawing/2014/main" id="{DDCA35D3-F7ED-4341-A212-AF990D82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898"/>
              <a:ext cx="9" cy="5"/>
            </a:xfrm>
            <a:custGeom>
              <a:avLst/>
              <a:gdLst>
                <a:gd name="T0" fmla="*/ 0 w 5"/>
                <a:gd name="T1" fmla="*/ 13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3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88" name="Freeform 573">
              <a:extLst>
                <a:ext uri="{FF2B5EF4-FFF2-40B4-BE49-F238E27FC236}">
                  <a16:creationId xmlns:a16="http://schemas.microsoft.com/office/drawing/2014/main" id="{471D44F5-C6D5-4EE5-AA5E-BA3AEB134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3251"/>
              <a:ext cx="37" cy="2"/>
            </a:xfrm>
            <a:custGeom>
              <a:avLst/>
              <a:gdLst>
                <a:gd name="T0" fmla="*/ 0 w 21"/>
                <a:gd name="T1" fmla="*/ 0 h 1"/>
                <a:gd name="T2" fmla="*/ 115 w 2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">
                  <a:moveTo>
                    <a:pt x="0" y="0"/>
                  </a:moveTo>
                  <a:cubicBezTo>
                    <a:pt x="3" y="1"/>
                    <a:pt x="13" y="1"/>
                    <a:pt x="21" y="1"/>
                  </a:cubicBezTo>
                </a:path>
              </a:pathLst>
            </a:custGeom>
            <a:noFill/>
            <a:ln w="11113" cap="flat">
              <a:solidFill>
                <a:srgbClr val="D200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89" name="Freeform 574">
              <a:extLst>
                <a:ext uri="{FF2B5EF4-FFF2-40B4-BE49-F238E27FC236}">
                  <a16:creationId xmlns:a16="http://schemas.microsoft.com/office/drawing/2014/main" id="{8DDE7F7C-BBCC-40A3-AAE0-7C02B1D9B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3204"/>
              <a:ext cx="46" cy="2"/>
            </a:xfrm>
            <a:custGeom>
              <a:avLst/>
              <a:gdLst>
                <a:gd name="T0" fmla="*/ 0 w 26"/>
                <a:gd name="T1" fmla="*/ 0 h 1"/>
                <a:gd name="T2" fmla="*/ 143 w 2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">
                  <a:moveTo>
                    <a:pt x="0" y="0"/>
                  </a:moveTo>
                  <a:cubicBezTo>
                    <a:pt x="3" y="1"/>
                    <a:pt x="18" y="1"/>
                    <a:pt x="26" y="1"/>
                  </a:cubicBezTo>
                </a:path>
              </a:pathLst>
            </a:custGeom>
            <a:noFill/>
            <a:ln w="11113" cap="flat">
              <a:solidFill>
                <a:srgbClr val="D200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90" name="Freeform 575">
              <a:extLst>
                <a:ext uri="{FF2B5EF4-FFF2-40B4-BE49-F238E27FC236}">
                  <a16:creationId xmlns:a16="http://schemas.microsoft.com/office/drawing/2014/main" id="{088825C1-15F7-4547-A8E6-1936EE6C7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3160"/>
              <a:ext cx="6" cy="6"/>
            </a:xfrm>
            <a:custGeom>
              <a:avLst/>
              <a:gdLst>
                <a:gd name="T0" fmla="*/ 0 w 3"/>
                <a:gd name="T1" fmla="*/ 0 h 3"/>
                <a:gd name="T2" fmla="*/ 24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3" y="3"/>
                  </a:cubicBezTo>
                </a:path>
              </a:pathLst>
            </a:custGeom>
            <a:noFill/>
            <a:ln w="11113" cap="flat">
              <a:solidFill>
                <a:srgbClr val="CCB1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91" name="Freeform 576">
              <a:extLst>
                <a:ext uri="{FF2B5EF4-FFF2-40B4-BE49-F238E27FC236}">
                  <a16:creationId xmlns:a16="http://schemas.microsoft.com/office/drawing/2014/main" id="{A73A448E-482F-4F09-AF4F-C91E0C653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3253"/>
              <a:ext cx="89" cy="59"/>
            </a:xfrm>
            <a:custGeom>
              <a:avLst/>
              <a:gdLst>
                <a:gd name="T0" fmla="*/ 167 w 50"/>
                <a:gd name="T1" fmla="*/ 137 h 31"/>
                <a:gd name="T2" fmla="*/ 7 w 50"/>
                <a:gd name="T3" fmla="*/ 0 h 31"/>
                <a:gd name="T4" fmla="*/ 0 w 50"/>
                <a:gd name="T5" fmla="*/ 0 h 31"/>
                <a:gd name="T6" fmla="*/ 12 w 50"/>
                <a:gd name="T7" fmla="*/ 55 h 31"/>
                <a:gd name="T8" fmla="*/ 12 w 50"/>
                <a:gd name="T9" fmla="*/ 55 h 31"/>
                <a:gd name="T10" fmla="*/ 16 w 50"/>
                <a:gd name="T11" fmla="*/ 61 h 31"/>
                <a:gd name="T12" fmla="*/ 73 w 50"/>
                <a:gd name="T13" fmla="*/ 105 h 31"/>
                <a:gd name="T14" fmla="*/ 85 w 50"/>
                <a:gd name="T15" fmla="*/ 124 h 31"/>
                <a:gd name="T16" fmla="*/ 174 w 50"/>
                <a:gd name="T17" fmla="*/ 160 h 31"/>
                <a:gd name="T18" fmla="*/ 281 w 50"/>
                <a:gd name="T19" fmla="*/ 213 h 31"/>
                <a:gd name="T20" fmla="*/ 167 w 50"/>
                <a:gd name="T21" fmla="*/ 137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31">
                  <a:moveTo>
                    <a:pt x="30" y="20"/>
                  </a:moveTo>
                  <a:cubicBezTo>
                    <a:pt x="19" y="10"/>
                    <a:pt x="8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5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3" y="9"/>
                  </a:cubicBezTo>
                  <a:cubicBezTo>
                    <a:pt x="6" y="9"/>
                    <a:pt x="9" y="11"/>
                    <a:pt x="13" y="15"/>
                  </a:cubicBezTo>
                  <a:cubicBezTo>
                    <a:pt x="14" y="16"/>
                    <a:pt x="15" y="17"/>
                    <a:pt x="15" y="18"/>
                  </a:cubicBezTo>
                  <a:cubicBezTo>
                    <a:pt x="19" y="18"/>
                    <a:pt x="24" y="19"/>
                    <a:pt x="31" y="23"/>
                  </a:cubicBezTo>
                  <a:cubicBezTo>
                    <a:pt x="38" y="27"/>
                    <a:pt x="44" y="30"/>
                    <a:pt x="50" y="31"/>
                  </a:cubicBezTo>
                  <a:cubicBezTo>
                    <a:pt x="41" y="27"/>
                    <a:pt x="34" y="23"/>
                    <a:pt x="30" y="20"/>
                  </a:cubicBezTo>
                  <a:close/>
                </a:path>
              </a:pathLst>
            </a:custGeom>
            <a:solidFill>
              <a:srgbClr val="F7BB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92" name="Freeform 577">
              <a:extLst>
                <a:ext uri="{FF2B5EF4-FFF2-40B4-BE49-F238E27FC236}">
                  <a16:creationId xmlns:a16="http://schemas.microsoft.com/office/drawing/2014/main" id="{43EEC1E4-8F92-4CB6-98A8-DAE8E31E3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3497"/>
              <a:ext cx="47" cy="42"/>
            </a:xfrm>
            <a:custGeom>
              <a:avLst/>
              <a:gdLst>
                <a:gd name="T0" fmla="*/ 154 w 26"/>
                <a:gd name="T1" fmla="*/ 153 h 22"/>
                <a:gd name="T2" fmla="*/ 89 w 26"/>
                <a:gd name="T3" fmla="*/ 99 h 22"/>
                <a:gd name="T4" fmla="*/ 45 w 26"/>
                <a:gd name="T5" fmla="*/ 29 h 22"/>
                <a:gd name="T6" fmla="*/ 36 w 26"/>
                <a:gd name="T7" fmla="*/ 21 h 22"/>
                <a:gd name="T8" fmla="*/ 0 w 26"/>
                <a:gd name="T9" fmla="*/ 0 h 22"/>
                <a:gd name="T10" fmla="*/ 0 w 26"/>
                <a:gd name="T11" fmla="*/ 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2">
                  <a:moveTo>
                    <a:pt x="26" y="22"/>
                  </a:moveTo>
                  <a:cubicBezTo>
                    <a:pt x="21" y="22"/>
                    <a:pt x="15" y="20"/>
                    <a:pt x="15" y="14"/>
                  </a:cubicBezTo>
                  <a:cubicBezTo>
                    <a:pt x="15" y="10"/>
                    <a:pt x="10" y="5"/>
                    <a:pt x="8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3"/>
                    <a:pt x="2" y="2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93" name="Freeform 578">
              <a:extLst>
                <a:ext uri="{FF2B5EF4-FFF2-40B4-BE49-F238E27FC236}">
                  <a16:creationId xmlns:a16="http://schemas.microsoft.com/office/drawing/2014/main" id="{7453F68E-0F45-4ECB-ABA2-925922DFB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289"/>
              <a:ext cx="15" cy="16"/>
            </a:xfrm>
            <a:custGeom>
              <a:avLst/>
              <a:gdLst>
                <a:gd name="T0" fmla="*/ 0 w 8"/>
                <a:gd name="T1" fmla="*/ 0 h 8"/>
                <a:gd name="T2" fmla="*/ 32 w 8"/>
                <a:gd name="T3" fmla="*/ 48 h 8"/>
                <a:gd name="T4" fmla="*/ 53 w 8"/>
                <a:gd name="T5" fmla="*/ 64 h 8"/>
                <a:gd name="T6" fmla="*/ 0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1" y="2"/>
                    <a:pt x="3" y="4"/>
                    <a:pt x="5" y="6"/>
                  </a:cubicBezTo>
                  <a:cubicBezTo>
                    <a:pt x="6" y="7"/>
                    <a:pt x="6" y="7"/>
                    <a:pt x="8" y="8"/>
                  </a:cubicBezTo>
                  <a:cubicBezTo>
                    <a:pt x="4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94" name="Freeform 579">
              <a:extLst>
                <a:ext uri="{FF2B5EF4-FFF2-40B4-BE49-F238E27FC236}">
                  <a16:creationId xmlns:a16="http://schemas.microsoft.com/office/drawing/2014/main" id="{768B7C26-A4ED-454F-AE8D-FE92DF7D7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343"/>
              <a:ext cx="6" cy="2"/>
            </a:xfrm>
            <a:custGeom>
              <a:avLst/>
              <a:gdLst>
                <a:gd name="T0" fmla="*/ 16 w 3"/>
                <a:gd name="T1" fmla="*/ 0 h 1"/>
                <a:gd name="T2" fmla="*/ 16 w 3"/>
                <a:gd name="T3" fmla="*/ 8 h 1"/>
                <a:gd name="T4" fmla="*/ 0 w 3"/>
                <a:gd name="T5" fmla="*/ 8 h 1"/>
                <a:gd name="T6" fmla="*/ 24 w 3"/>
                <a:gd name="T7" fmla="*/ 0 h 1"/>
                <a:gd name="T8" fmla="*/ 16 w 3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3C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95" name="Freeform 580">
              <a:extLst>
                <a:ext uri="{FF2B5EF4-FFF2-40B4-BE49-F238E27FC236}">
                  <a16:creationId xmlns:a16="http://schemas.microsoft.com/office/drawing/2014/main" id="{1CC7B121-ACC4-4072-AEB9-7613350C9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297"/>
              <a:ext cx="128" cy="186"/>
            </a:xfrm>
            <a:custGeom>
              <a:avLst/>
              <a:gdLst>
                <a:gd name="T0" fmla="*/ 405 w 72"/>
                <a:gd name="T1" fmla="*/ 15 h 98"/>
                <a:gd name="T2" fmla="*/ 89 w 72"/>
                <a:gd name="T3" fmla="*/ 220 h 98"/>
                <a:gd name="T4" fmla="*/ 167 w 72"/>
                <a:gd name="T5" fmla="*/ 670 h 98"/>
                <a:gd name="T6" fmla="*/ 139 w 72"/>
                <a:gd name="T7" fmla="*/ 245 h 98"/>
                <a:gd name="T8" fmla="*/ 405 w 72"/>
                <a:gd name="T9" fmla="*/ 1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98">
                  <a:moveTo>
                    <a:pt x="72" y="2"/>
                  </a:moveTo>
                  <a:cubicBezTo>
                    <a:pt x="44" y="0"/>
                    <a:pt x="24" y="13"/>
                    <a:pt x="16" y="32"/>
                  </a:cubicBezTo>
                  <a:cubicBezTo>
                    <a:pt x="8" y="51"/>
                    <a:pt x="0" y="79"/>
                    <a:pt x="30" y="98"/>
                  </a:cubicBezTo>
                  <a:cubicBezTo>
                    <a:pt x="19" y="88"/>
                    <a:pt x="11" y="61"/>
                    <a:pt x="25" y="36"/>
                  </a:cubicBezTo>
                  <a:cubicBezTo>
                    <a:pt x="39" y="11"/>
                    <a:pt x="57" y="4"/>
                    <a:pt x="72" y="2"/>
                  </a:cubicBezTo>
                  <a:close/>
                </a:path>
              </a:pathLst>
            </a:custGeom>
            <a:solidFill>
              <a:srgbClr val="F6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96" name="Freeform 581">
              <a:extLst>
                <a:ext uri="{FF2B5EF4-FFF2-40B4-BE49-F238E27FC236}">
                  <a16:creationId xmlns:a16="http://schemas.microsoft.com/office/drawing/2014/main" id="{3A5934EB-0E80-4764-BF57-BD3191C1B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274"/>
              <a:ext cx="91" cy="398"/>
            </a:xfrm>
            <a:custGeom>
              <a:avLst/>
              <a:gdLst>
                <a:gd name="T0" fmla="*/ 93 w 51"/>
                <a:gd name="T1" fmla="*/ 0 h 209"/>
                <a:gd name="T2" fmla="*/ 114 w 51"/>
                <a:gd name="T3" fmla="*/ 131 h 209"/>
                <a:gd name="T4" fmla="*/ 86 w 51"/>
                <a:gd name="T5" fmla="*/ 297 h 209"/>
                <a:gd name="T6" fmla="*/ 37 w 51"/>
                <a:gd name="T7" fmla="*/ 381 h 209"/>
                <a:gd name="T8" fmla="*/ 21 w 51"/>
                <a:gd name="T9" fmla="*/ 465 h 209"/>
                <a:gd name="T10" fmla="*/ 16 w 51"/>
                <a:gd name="T11" fmla="*/ 533 h 209"/>
                <a:gd name="T12" fmla="*/ 0 w 51"/>
                <a:gd name="T13" fmla="*/ 594 h 209"/>
                <a:gd name="T14" fmla="*/ 29 w 51"/>
                <a:gd name="T15" fmla="*/ 689 h 209"/>
                <a:gd name="T16" fmla="*/ 66 w 51"/>
                <a:gd name="T17" fmla="*/ 746 h 209"/>
                <a:gd name="T18" fmla="*/ 118 w 51"/>
                <a:gd name="T19" fmla="*/ 786 h 209"/>
                <a:gd name="T20" fmla="*/ 130 w 51"/>
                <a:gd name="T21" fmla="*/ 794 h 209"/>
                <a:gd name="T22" fmla="*/ 187 w 51"/>
                <a:gd name="T23" fmla="*/ 899 h 209"/>
                <a:gd name="T24" fmla="*/ 223 w 51"/>
                <a:gd name="T25" fmla="*/ 939 h 209"/>
                <a:gd name="T26" fmla="*/ 289 w 51"/>
                <a:gd name="T27" fmla="*/ 962 h 209"/>
                <a:gd name="T28" fmla="*/ 244 w 51"/>
                <a:gd name="T29" fmla="*/ 962 h 209"/>
                <a:gd name="T30" fmla="*/ 153 w 51"/>
                <a:gd name="T31" fmla="*/ 903 h 209"/>
                <a:gd name="T32" fmla="*/ 114 w 51"/>
                <a:gd name="T33" fmla="*/ 834 h 209"/>
                <a:gd name="T34" fmla="*/ 102 w 51"/>
                <a:gd name="T35" fmla="*/ 830 h 209"/>
                <a:gd name="T36" fmla="*/ 66 w 51"/>
                <a:gd name="T37" fmla="*/ 809 h 209"/>
                <a:gd name="T38" fmla="*/ 66 w 51"/>
                <a:gd name="T39" fmla="*/ 815 h 209"/>
                <a:gd name="T40" fmla="*/ 66 w 51"/>
                <a:gd name="T41" fmla="*/ 863 h 209"/>
                <a:gd name="T42" fmla="*/ 125 w 51"/>
                <a:gd name="T43" fmla="*/ 986 h 209"/>
                <a:gd name="T44" fmla="*/ 182 w 51"/>
                <a:gd name="T45" fmla="*/ 1131 h 209"/>
                <a:gd name="T46" fmla="*/ 182 w 51"/>
                <a:gd name="T47" fmla="*/ 1154 h 209"/>
                <a:gd name="T48" fmla="*/ 187 w 51"/>
                <a:gd name="T49" fmla="*/ 1200 h 209"/>
                <a:gd name="T50" fmla="*/ 211 w 51"/>
                <a:gd name="T51" fmla="*/ 1207 h 209"/>
                <a:gd name="T52" fmla="*/ 268 w 51"/>
                <a:gd name="T53" fmla="*/ 1251 h 209"/>
                <a:gd name="T54" fmla="*/ 268 w 51"/>
                <a:gd name="T55" fmla="*/ 1320 h 209"/>
                <a:gd name="T56" fmla="*/ 244 w 51"/>
                <a:gd name="T57" fmla="*/ 1396 h 209"/>
                <a:gd name="T58" fmla="*/ 273 w 51"/>
                <a:gd name="T59" fmla="*/ 1436 h 20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1" h="209">
                  <a:moveTo>
                    <a:pt x="16" y="0"/>
                  </a:moveTo>
                  <a:cubicBezTo>
                    <a:pt x="16" y="5"/>
                    <a:pt x="19" y="16"/>
                    <a:pt x="20" y="19"/>
                  </a:cubicBezTo>
                  <a:cubicBezTo>
                    <a:pt x="22" y="26"/>
                    <a:pt x="19" y="34"/>
                    <a:pt x="15" y="43"/>
                  </a:cubicBezTo>
                  <a:cubicBezTo>
                    <a:pt x="13" y="47"/>
                    <a:pt x="9" y="52"/>
                    <a:pt x="7" y="55"/>
                  </a:cubicBezTo>
                  <a:cubicBezTo>
                    <a:pt x="3" y="61"/>
                    <a:pt x="3" y="64"/>
                    <a:pt x="4" y="67"/>
                  </a:cubicBezTo>
                  <a:cubicBezTo>
                    <a:pt x="5" y="72"/>
                    <a:pt x="4" y="74"/>
                    <a:pt x="3" y="77"/>
                  </a:cubicBezTo>
                  <a:cubicBezTo>
                    <a:pt x="3" y="78"/>
                    <a:pt x="1" y="82"/>
                    <a:pt x="0" y="86"/>
                  </a:cubicBezTo>
                  <a:cubicBezTo>
                    <a:pt x="0" y="91"/>
                    <a:pt x="2" y="98"/>
                    <a:pt x="5" y="100"/>
                  </a:cubicBezTo>
                  <a:cubicBezTo>
                    <a:pt x="9" y="101"/>
                    <a:pt x="11" y="104"/>
                    <a:pt x="12" y="108"/>
                  </a:cubicBezTo>
                  <a:cubicBezTo>
                    <a:pt x="15" y="111"/>
                    <a:pt x="18" y="113"/>
                    <a:pt x="21" y="114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7" y="117"/>
                    <a:pt x="33" y="123"/>
                    <a:pt x="33" y="130"/>
                  </a:cubicBezTo>
                  <a:cubicBezTo>
                    <a:pt x="33" y="132"/>
                    <a:pt x="34" y="135"/>
                    <a:pt x="39" y="136"/>
                  </a:cubicBezTo>
                  <a:cubicBezTo>
                    <a:pt x="41" y="136"/>
                    <a:pt x="51" y="139"/>
                    <a:pt x="51" y="139"/>
                  </a:cubicBezTo>
                  <a:cubicBezTo>
                    <a:pt x="51" y="139"/>
                    <a:pt x="45" y="140"/>
                    <a:pt x="43" y="139"/>
                  </a:cubicBezTo>
                  <a:cubicBezTo>
                    <a:pt x="40" y="139"/>
                    <a:pt x="27" y="139"/>
                    <a:pt x="27" y="131"/>
                  </a:cubicBezTo>
                  <a:cubicBezTo>
                    <a:pt x="27" y="127"/>
                    <a:pt x="23" y="122"/>
                    <a:pt x="20" y="121"/>
                  </a:cubicBezTo>
                  <a:cubicBezTo>
                    <a:pt x="18" y="120"/>
                    <a:pt x="18" y="120"/>
                    <a:pt x="18" y="120"/>
                  </a:cubicBezTo>
                  <a:cubicBezTo>
                    <a:pt x="17" y="119"/>
                    <a:pt x="14" y="118"/>
                    <a:pt x="12" y="117"/>
                  </a:cubicBezTo>
                  <a:cubicBezTo>
                    <a:pt x="12" y="117"/>
                    <a:pt x="12" y="117"/>
                    <a:pt x="12" y="118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33"/>
                    <a:pt x="16" y="139"/>
                    <a:pt x="22" y="143"/>
                  </a:cubicBezTo>
                  <a:cubicBezTo>
                    <a:pt x="29" y="148"/>
                    <a:pt x="31" y="159"/>
                    <a:pt x="32" y="164"/>
                  </a:cubicBezTo>
                  <a:cubicBezTo>
                    <a:pt x="32" y="167"/>
                    <a:pt x="32" y="167"/>
                    <a:pt x="32" y="167"/>
                  </a:cubicBezTo>
                  <a:cubicBezTo>
                    <a:pt x="32" y="170"/>
                    <a:pt x="32" y="174"/>
                    <a:pt x="33" y="174"/>
                  </a:cubicBezTo>
                  <a:cubicBezTo>
                    <a:pt x="37" y="175"/>
                    <a:pt x="37" y="175"/>
                    <a:pt x="37" y="175"/>
                  </a:cubicBezTo>
                  <a:cubicBezTo>
                    <a:pt x="40" y="175"/>
                    <a:pt x="46" y="175"/>
                    <a:pt x="47" y="181"/>
                  </a:cubicBezTo>
                  <a:cubicBezTo>
                    <a:pt x="47" y="183"/>
                    <a:pt x="47" y="191"/>
                    <a:pt x="47" y="191"/>
                  </a:cubicBezTo>
                  <a:cubicBezTo>
                    <a:pt x="47" y="196"/>
                    <a:pt x="44" y="198"/>
                    <a:pt x="43" y="202"/>
                  </a:cubicBezTo>
                  <a:cubicBezTo>
                    <a:pt x="43" y="207"/>
                    <a:pt x="43" y="209"/>
                    <a:pt x="48" y="20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97" name="Freeform 582">
              <a:extLst>
                <a:ext uri="{FF2B5EF4-FFF2-40B4-BE49-F238E27FC236}">
                  <a16:creationId xmlns:a16="http://schemas.microsoft.com/office/drawing/2014/main" id="{355BA371-0C33-449A-A434-BBA6BD84A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276"/>
              <a:ext cx="91" cy="356"/>
            </a:xfrm>
            <a:custGeom>
              <a:avLst/>
              <a:gdLst>
                <a:gd name="T0" fmla="*/ 109 w 51"/>
                <a:gd name="T1" fmla="*/ 1291 h 187"/>
                <a:gd name="T2" fmla="*/ 66 w 51"/>
                <a:gd name="T3" fmla="*/ 1215 h 187"/>
                <a:gd name="T4" fmla="*/ 66 w 51"/>
                <a:gd name="T5" fmla="*/ 1186 h 187"/>
                <a:gd name="T6" fmla="*/ 21 w 51"/>
                <a:gd name="T7" fmla="*/ 1112 h 187"/>
                <a:gd name="T8" fmla="*/ 36 w 51"/>
                <a:gd name="T9" fmla="*/ 931 h 187"/>
                <a:gd name="T10" fmla="*/ 37 w 51"/>
                <a:gd name="T11" fmla="*/ 891 h 187"/>
                <a:gd name="T12" fmla="*/ 57 w 51"/>
                <a:gd name="T13" fmla="*/ 786 h 187"/>
                <a:gd name="T14" fmla="*/ 80 w 51"/>
                <a:gd name="T15" fmla="*/ 697 h 187"/>
                <a:gd name="T16" fmla="*/ 137 w 51"/>
                <a:gd name="T17" fmla="*/ 573 h 187"/>
                <a:gd name="T18" fmla="*/ 187 w 51"/>
                <a:gd name="T19" fmla="*/ 465 h 187"/>
                <a:gd name="T20" fmla="*/ 211 w 51"/>
                <a:gd name="T21" fmla="*/ 352 h 187"/>
                <a:gd name="T22" fmla="*/ 252 w 51"/>
                <a:gd name="T23" fmla="*/ 268 h 187"/>
                <a:gd name="T24" fmla="*/ 277 w 51"/>
                <a:gd name="T25" fmla="*/ 137 h 187"/>
                <a:gd name="T26" fmla="*/ 252 w 51"/>
                <a:gd name="T27" fmla="*/ 0 h 1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187">
                  <a:moveTo>
                    <a:pt x="19" y="187"/>
                  </a:moveTo>
                  <a:cubicBezTo>
                    <a:pt x="15" y="185"/>
                    <a:pt x="13" y="182"/>
                    <a:pt x="12" y="176"/>
                  </a:cubicBezTo>
                  <a:cubicBezTo>
                    <a:pt x="12" y="172"/>
                    <a:pt x="12" y="172"/>
                    <a:pt x="12" y="172"/>
                  </a:cubicBezTo>
                  <a:cubicBezTo>
                    <a:pt x="12" y="167"/>
                    <a:pt x="7" y="168"/>
                    <a:pt x="4" y="161"/>
                  </a:cubicBezTo>
                  <a:cubicBezTo>
                    <a:pt x="0" y="154"/>
                    <a:pt x="4" y="139"/>
                    <a:pt x="6" y="135"/>
                  </a:cubicBezTo>
                  <a:cubicBezTo>
                    <a:pt x="7" y="133"/>
                    <a:pt x="7" y="131"/>
                    <a:pt x="7" y="129"/>
                  </a:cubicBezTo>
                  <a:cubicBezTo>
                    <a:pt x="7" y="125"/>
                    <a:pt x="8" y="120"/>
                    <a:pt x="10" y="114"/>
                  </a:cubicBezTo>
                  <a:cubicBezTo>
                    <a:pt x="11" y="109"/>
                    <a:pt x="14" y="106"/>
                    <a:pt x="14" y="101"/>
                  </a:cubicBezTo>
                  <a:cubicBezTo>
                    <a:pt x="15" y="94"/>
                    <a:pt x="24" y="84"/>
                    <a:pt x="24" y="83"/>
                  </a:cubicBezTo>
                  <a:cubicBezTo>
                    <a:pt x="27" y="76"/>
                    <a:pt x="34" y="74"/>
                    <a:pt x="33" y="67"/>
                  </a:cubicBezTo>
                  <a:cubicBezTo>
                    <a:pt x="32" y="61"/>
                    <a:pt x="32" y="58"/>
                    <a:pt x="37" y="51"/>
                  </a:cubicBezTo>
                  <a:cubicBezTo>
                    <a:pt x="39" y="47"/>
                    <a:pt x="42" y="43"/>
                    <a:pt x="44" y="39"/>
                  </a:cubicBezTo>
                  <a:cubicBezTo>
                    <a:pt x="48" y="32"/>
                    <a:pt x="51" y="27"/>
                    <a:pt x="49" y="20"/>
                  </a:cubicBezTo>
                  <a:cubicBezTo>
                    <a:pt x="48" y="17"/>
                    <a:pt x="45" y="5"/>
                    <a:pt x="44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98" name="Freeform 583">
              <a:extLst>
                <a:ext uri="{FF2B5EF4-FFF2-40B4-BE49-F238E27FC236}">
                  <a16:creationId xmlns:a16="http://schemas.microsoft.com/office/drawing/2014/main" id="{EDDB7DFA-CEDF-4CA1-A40E-39E4241F9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3445"/>
              <a:ext cx="137" cy="230"/>
            </a:xfrm>
            <a:custGeom>
              <a:avLst/>
              <a:gdLst>
                <a:gd name="T0" fmla="*/ 434 w 77"/>
                <a:gd name="T1" fmla="*/ 810 h 121"/>
                <a:gd name="T2" fmla="*/ 390 w 77"/>
                <a:gd name="T3" fmla="*/ 734 h 121"/>
                <a:gd name="T4" fmla="*/ 395 w 77"/>
                <a:gd name="T5" fmla="*/ 633 h 121"/>
                <a:gd name="T6" fmla="*/ 367 w 77"/>
                <a:gd name="T7" fmla="*/ 625 h 121"/>
                <a:gd name="T8" fmla="*/ 345 w 77"/>
                <a:gd name="T9" fmla="*/ 625 h 121"/>
                <a:gd name="T10" fmla="*/ 304 w 77"/>
                <a:gd name="T11" fmla="*/ 528 h 121"/>
                <a:gd name="T12" fmla="*/ 304 w 77"/>
                <a:gd name="T13" fmla="*/ 509 h 121"/>
                <a:gd name="T14" fmla="*/ 265 w 77"/>
                <a:gd name="T15" fmla="*/ 397 h 121"/>
                <a:gd name="T16" fmla="*/ 196 w 77"/>
                <a:gd name="T17" fmla="*/ 241 h 121"/>
                <a:gd name="T18" fmla="*/ 196 w 77"/>
                <a:gd name="T19" fmla="*/ 184 h 121"/>
                <a:gd name="T20" fmla="*/ 180 w 77"/>
                <a:gd name="T21" fmla="*/ 105 h 121"/>
                <a:gd name="T22" fmla="*/ 130 w 77"/>
                <a:gd name="T23" fmla="*/ 0 h 121"/>
                <a:gd name="T24" fmla="*/ 85 w 77"/>
                <a:gd name="T25" fmla="*/ 91 h 121"/>
                <a:gd name="T26" fmla="*/ 57 w 77"/>
                <a:gd name="T27" fmla="*/ 184 h 121"/>
                <a:gd name="T28" fmla="*/ 37 w 77"/>
                <a:gd name="T29" fmla="*/ 274 h 121"/>
                <a:gd name="T30" fmla="*/ 36 w 77"/>
                <a:gd name="T31" fmla="*/ 329 h 121"/>
                <a:gd name="T32" fmla="*/ 12 w 77"/>
                <a:gd name="T33" fmla="*/ 466 h 121"/>
                <a:gd name="T34" fmla="*/ 66 w 77"/>
                <a:gd name="T35" fmla="*/ 570 h 121"/>
                <a:gd name="T36" fmla="*/ 66 w 77"/>
                <a:gd name="T37" fmla="*/ 597 h 121"/>
                <a:gd name="T38" fmla="*/ 130 w 77"/>
                <a:gd name="T39" fmla="*/ 679 h 121"/>
                <a:gd name="T40" fmla="*/ 158 w 77"/>
                <a:gd name="T41" fmla="*/ 701 h 121"/>
                <a:gd name="T42" fmla="*/ 94 w 77"/>
                <a:gd name="T43" fmla="*/ 686 h 121"/>
                <a:gd name="T44" fmla="*/ 73 w 77"/>
                <a:gd name="T45" fmla="*/ 673 h 12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7" h="121">
                  <a:moveTo>
                    <a:pt x="77" y="118"/>
                  </a:moveTo>
                  <a:cubicBezTo>
                    <a:pt x="66" y="121"/>
                    <a:pt x="66" y="112"/>
                    <a:pt x="69" y="107"/>
                  </a:cubicBezTo>
                  <a:cubicBezTo>
                    <a:pt x="72" y="101"/>
                    <a:pt x="71" y="97"/>
                    <a:pt x="70" y="92"/>
                  </a:cubicBezTo>
                  <a:cubicBezTo>
                    <a:pt x="70" y="91"/>
                    <a:pt x="70" y="91"/>
                    <a:pt x="65" y="91"/>
                  </a:cubicBezTo>
                  <a:cubicBezTo>
                    <a:pt x="61" y="91"/>
                    <a:pt x="61" y="91"/>
                    <a:pt x="61" y="91"/>
                  </a:cubicBezTo>
                  <a:cubicBezTo>
                    <a:pt x="54" y="90"/>
                    <a:pt x="54" y="82"/>
                    <a:pt x="54" y="77"/>
                  </a:cubicBezTo>
                  <a:cubicBezTo>
                    <a:pt x="54" y="74"/>
                    <a:pt x="54" y="74"/>
                    <a:pt x="54" y="74"/>
                  </a:cubicBezTo>
                  <a:cubicBezTo>
                    <a:pt x="54" y="69"/>
                    <a:pt x="52" y="61"/>
                    <a:pt x="47" y="58"/>
                  </a:cubicBezTo>
                  <a:cubicBezTo>
                    <a:pt x="39" y="53"/>
                    <a:pt x="35" y="45"/>
                    <a:pt x="35" y="35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20"/>
                    <a:pt x="35" y="17"/>
                    <a:pt x="32" y="15"/>
                  </a:cubicBezTo>
                  <a:cubicBezTo>
                    <a:pt x="25" y="13"/>
                    <a:pt x="24" y="4"/>
                    <a:pt x="23" y="0"/>
                  </a:cubicBezTo>
                  <a:cubicBezTo>
                    <a:pt x="21" y="2"/>
                    <a:pt x="15" y="9"/>
                    <a:pt x="15" y="13"/>
                  </a:cubicBezTo>
                  <a:cubicBezTo>
                    <a:pt x="14" y="18"/>
                    <a:pt x="11" y="22"/>
                    <a:pt x="10" y="27"/>
                  </a:cubicBezTo>
                  <a:cubicBezTo>
                    <a:pt x="8" y="32"/>
                    <a:pt x="7" y="37"/>
                    <a:pt x="7" y="40"/>
                  </a:cubicBezTo>
                  <a:cubicBezTo>
                    <a:pt x="8" y="43"/>
                    <a:pt x="7" y="46"/>
                    <a:pt x="6" y="48"/>
                  </a:cubicBezTo>
                  <a:cubicBezTo>
                    <a:pt x="4" y="52"/>
                    <a:pt x="0" y="64"/>
                    <a:pt x="2" y="68"/>
                  </a:cubicBezTo>
                  <a:cubicBezTo>
                    <a:pt x="6" y="76"/>
                    <a:pt x="12" y="78"/>
                    <a:pt x="12" y="83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3" y="91"/>
                    <a:pt x="18" y="95"/>
                    <a:pt x="23" y="99"/>
                  </a:cubicBezTo>
                  <a:cubicBezTo>
                    <a:pt x="25" y="100"/>
                    <a:pt x="28" y="102"/>
                    <a:pt x="28" y="102"/>
                  </a:cubicBezTo>
                  <a:cubicBezTo>
                    <a:pt x="28" y="102"/>
                    <a:pt x="25" y="104"/>
                    <a:pt x="17" y="100"/>
                  </a:cubicBezTo>
                  <a:cubicBezTo>
                    <a:pt x="16" y="100"/>
                    <a:pt x="14" y="99"/>
                    <a:pt x="13" y="9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999" name="Freeform 584">
              <a:extLst>
                <a:ext uri="{FF2B5EF4-FFF2-40B4-BE49-F238E27FC236}">
                  <a16:creationId xmlns:a16="http://schemas.microsoft.com/office/drawing/2014/main" id="{8D562872-2FF0-4886-A32F-4612DBCA7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274"/>
              <a:ext cx="91" cy="398"/>
            </a:xfrm>
            <a:custGeom>
              <a:avLst/>
              <a:gdLst>
                <a:gd name="T0" fmla="*/ 93 w 51"/>
                <a:gd name="T1" fmla="*/ 0 h 209"/>
                <a:gd name="T2" fmla="*/ 114 w 51"/>
                <a:gd name="T3" fmla="*/ 131 h 209"/>
                <a:gd name="T4" fmla="*/ 86 w 51"/>
                <a:gd name="T5" fmla="*/ 297 h 209"/>
                <a:gd name="T6" fmla="*/ 37 w 51"/>
                <a:gd name="T7" fmla="*/ 381 h 209"/>
                <a:gd name="T8" fmla="*/ 21 w 51"/>
                <a:gd name="T9" fmla="*/ 465 h 209"/>
                <a:gd name="T10" fmla="*/ 16 w 51"/>
                <a:gd name="T11" fmla="*/ 533 h 209"/>
                <a:gd name="T12" fmla="*/ 0 w 51"/>
                <a:gd name="T13" fmla="*/ 594 h 209"/>
                <a:gd name="T14" fmla="*/ 29 w 51"/>
                <a:gd name="T15" fmla="*/ 689 h 209"/>
                <a:gd name="T16" fmla="*/ 66 w 51"/>
                <a:gd name="T17" fmla="*/ 746 h 209"/>
                <a:gd name="T18" fmla="*/ 118 w 51"/>
                <a:gd name="T19" fmla="*/ 786 h 209"/>
                <a:gd name="T20" fmla="*/ 130 w 51"/>
                <a:gd name="T21" fmla="*/ 794 h 209"/>
                <a:gd name="T22" fmla="*/ 187 w 51"/>
                <a:gd name="T23" fmla="*/ 899 h 209"/>
                <a:gd name="T24" fmla="*/ 223 w 51"/>
                <a:gd name="T25" fmla="*/ 939 h 209"/>
                <a:gd name="T26" fmla="*/ 289 w 51"/>
                <a:gd name="T27" fmla="*/ 962 h 209"/>
                <a:gd name="T28" fmla="*/ 244 w 51"/>
                <a:gd name="T29" fmla="*/ 962 h 209"/>
                <a:gd name="T30" fmla="*/ 153 w 51"/>
                <a:gd name="T31" fmla="*/ 903 h 209"/>
                <a:gd name="T32" fmla="*/ 114 w 51"/>
                <a:gd name="T33" fmla="*/ 834 h 209"/>
                <a:gd name="T34" fmla="*/ 102 w 51"/>
                <a:gd name="T35" fmla="*/ 830 h 209"/>
                <a:gd name="T36" fmla="*/ 66 w 51"/>
                <a:gd name="T37" fmla="*/ 809 h 209"/>
                <a:gd name="T38" fmla="*/ 66 w 51"/>
                <a:gd name="T39" fmla="*/ 815 h 209"/>
                <a:gd name="T40" fmla="*/ 66 w 51"/>
                <a:gd name="T41" fmla="*/ 863 h 209"/>
                <a:gd name="T42" fmla="*/ 125 w 51"/>
                <a:gd name="T43" fmla="*/ 986 h 209"/>
                <a:gd name="T44" fmla="*/ 182 w 51"/>
                <a:gd name="T45" fmla="*/ 1131 h 209"/>
                <a:gd name="T46" fmla="*/ 182 w 51"/>
                <a:gd name="T47" fmla="*/ 1154 h 209"/>
                <a:gd name="T48" fmla="*/ 187 w 51"/>
                <a:gd name="T49" fmla="*/ 1200 h 209"/>
                <a:gd name="T50" fmla="*/ 211 w 51"/>
                <a:gd name="T51" fmla="*/ 1207 h 209"/>
                <a:gd name="T52" fmla="*/ 268 w 51"/>
                <a:gd name="T53" fmla="*/ 1251 h 209"/>
                <a:gd name="T54" fmla="*/ 268 w 51"/>
                <a:gd name="T55" fmla="*/ 1320 h 209"/>
                <a:gd name="T56" fmla="*/ 244 w 51"/>
                <a:gd name="T57" fmla="*/ 1396 h 209"/>
                <a:gd name="T58" fmla="*/ 273 w 51"/>
                <a:gd name="T59" fmla="*/ 1436 h 20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1" h="209">
                  <a:moveTo>
                    <a:pt x="16" y="0"/>
                  </a:moveTo>
                  <a:cubicBezTo>
                    <a:pt x="16" y="5"/>
                    <a:pt x="19" y="16"/>
                    <a:pt x="20" y="19"/>
                  </a:cubicBezTo>
                  <a:cubicBezTo>
                    <a:pt x="22" y="26"/>
                    <a:pt x="19" y="34"/>
                    <a:pt x="15" y="43"/>
                  </a:cubicBezTo>
                  <a:cubicBezTo>
                    <a:pt x="13" y="47"/>
                    <a:pt x="9" y="52"/>
                    <a:pt x="7" y="55"/>
                  </a:cubicBezTo>
                  <a:cubicBezTo>
                    <a:pt x="3" y="61"/>
                    <a:pt x="3" y="64"/>
                    <a:pt x="4" y="67"/>
                  </a:cubicBezTo>
                  <a:cubicBezTo>
                    <a:pt x="5" y="72"/>
                    <a:pt x="4" y="74"/>
                    <a:pt x="3" y="77"/>
                  </a:cubicBezTo>
                  <a:cubicBezTo>
                    <a:pt x="3" y="78"/>
                    <a:pt x="1" y="82"/>
                    <a:pt x="0" y="86"/>
                  </a:cubicBezTo>
                  <a:cubicBezTo>
                    <a:pt x="0" y="91"/>
                    <a:pt x="2" y="98"/>
                    <a:pt x="5" y="100"/>
                  </a:cubicBezTo>
                  <a:cubicBezTo>
                    <a:pt x="9" y="101"/>
                    <a:pt x="11" y="104"/>
                    <a:pt x="12" y="108"/>
                  </a:cubicBezTo>
                  <a:cubicBezTo>
                    <a:pt x="15" y="111"/>
                    <a:pt x="18" y="113"/>
                    <a:pt x="21" y="114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7" y="117"/>
                    <a:pt x="33" y="123"/>
                    <a:pt x="33" y="130"/>
                  </a:cubicBezTo>
                  <a:cubicBezTo>
                    <a:pt x="33" y="132"/>
                    <a:pt x="34" y="135"/>
                    <a:pt x="39" y="136"/>
                  </a:cubicBezTo>
                  <a:cubicBezTo>
                    <a:pt x="41" y="136"/>
                    <a:pt x="51" y="139"/>
                    <a:pt x="51" y="139"/>
                  </a:cubicBezTo>
                  <a:cubicBezTo>
                    <a:pt x="51" y="139"/>
                    <a:pt x="45" y="140"/>
                    <a:pt x="43" y="139"/>
                  </a:cubicBezTo>
                  <a:cubicBezTo>
                    <a:pt x="40" y="139"/>
                    <a:pt x="27" y="139"/>
                    <a:pt x="27" y="131"/>
                  </a:cubicBezTo>
                  <a:cubicBezTo>
                    <a:pt x="27" y="127"/>
                    <a:pt x="23" y="122"/>
                    <a:pt x="20" y="121"/>
                  </a:cubicBezTo>
                  <a:cubicBezTo>
                    <a:pt x="18" y="120"/>
                    <a:pt x="18" y="120"/>
                    <a:pt x="18" y="120"/>
                  </a:cubicBezTo>
                  <a:cubicBezTo>
                    <a:pt x="17" y="119"/>
                    <a:pt x="14" y="118"/>
                    <a:pt x="12" y="117"/>
                  </a:cubicBezTo>
                  <a:cubicBezTo>
                    <a:pt x="12" y="117"/>
                    <a:pt x="12" y="117"/>
                    <a:pt x="12" y="118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33"/>
                    <a:pt x="16" y="139"/>
                    <a:pt x="22" y="143"/>
                  </a:cubicBezTo>
                  <a:cubicBezTo>
                    <a:pt x="29" y="148"/>
                    <a:pt x="31" y="159"/>
                    <a:pt x="32" y="164"/>
                  </a:cubicBezTo>
                  <a:cubicBezTo>
                    <a:pt x="32" y="167"/>
                    <a:pt x="32" y="167"/>
                    <a:pt x="32" y="167"/>
                  </a:cubicBezTo>
                  <a:cubicBezTo>
                    <a:pt x="32" y="170"/>
                    <a:pt x="32" y="174"/>
                    <a:pt x="33" y="174"/>
                  </a:cubicBezTo>
                  <a:cubicBezTo>
                    <a:pt x="37" y="175"/>
                    <a:pt x="37" y="175"/>
                    <a:pt x="37" y="175"/>
                  </a:cubicBezTo>
                  <a:cubicBezTo>
                    <a:pt x="40" y="175"/>
                    <a:pt x="46" y="175"/>
                    <a:pt x="47" y="181"/>
                  </a:cubicBezTo>
                  <a:cubicBezTo>
                    <a:pt x="47" y="183"/>
                    <a:pt x="47" y="191"/>
                    <a:pt x="47" y="191"/>
                  </a:cubicBezTo>
                  <a:cubicBezTo>
                    <a:pt x="47" y="196"/>
                    <a:pt x="44" y="198"/>
                    <a:pt x="43" y="202"/>
                  </a:cubicBezTo>
                  <a:cubicBezTo>
                    <a:pt x="43" y="207"/>
                    <a:pt x="43" y="209"/>
                    <a:pt x="48" y="208"/>
                  </a:cubicBezTo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00" name="Freeform 585">
              <a:extLst>
                <a:ext uri="{FF2B5EF4-FFF2-40B4-BE49-F238E27FC236}">
                  <a16:creationId xmlns:a16="http://schemas.microsoft.com/office/drawing/2014/main" id="{7E4722DD-F9BD-4CD0-B71A-70F56A1B4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276"/>
              <a:ext cx="91" cy="356"/>
            </a:xfrm>
            <a:custGeom>
              <a:avLst/>
              <a:gdLst>
                <a:gd name="T0" fmla="*/ 109 w 51"/>
                <a:gd name="T1" fmla="*/ 1291 h 187"/>
                <a:gd name="T2" fmla="*/ 66 w 51"/>
                <a:gd name="T3" fmla="*/ 1215 h 187"/>
                <a:gd name="T4" fmla="*/ 66 w 51"/>
                <a:gd name="T5" fmla="*/ 1186 h 187"/>
                <a:gd name="T6" fmla="*/ 21 w 51"/>
                <a:gd name="T7" fmla="*/ 1112 h 187"/>
                <a:gd name="T8" fmla="*/ 36 w 51"/>
                <a:gd name="T9" fmla="*/ 931 h 187"/>
                <a:gd name="T10" fmla="*/ 37 w 51"/>
                <a:gd name="T11" fmla="*/ 891 h 187"/>
                <a:gd name="T12" fmla="*/ 57 w 51"/>
                <a:gd name="T13" fmla="*/ 786 h 187"/>
                <a:gd name="T14" fmla="*/ 80 w 51"/>
                <a:gd name="T15" fmla="*/ 697 h 187"/>
                <a:gd name="T16" fmla="*/ 137 w 51"/>
                <a:gd name="T17" fmla="*/ 573 h 187"/>
                <a:gd name="T18" fmla="*/ 187 w 51"/>
                <a:gd name="T19" fmla="*/ 465 h 187"/>
                <a:gd name="T20" fmla="*/ 211 w 51"/>
                <a:gd name="T21" fmla="*/ 352 h 187"/>
                <a:gd name="T22" fmla="*/ 252 w 51"/>
                <a:gd name="T23" fmla="*/ 268 h 187"/>
                <a:gd name="T24" fmla="*/ 277 w 51"/>
                <a:gd name="T25" fmla="*/ 137 h 187"/>
                <a:gd name="T26" fmla="*/ 252 w 51"/>
                <a:gd name="T27" fmla="*/ 0 h 1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187">
                  <a:moveTo>
                    <a:pt x="19" y="187"/>
                  </a:moveTo>
                  <a:cubicBezTo>
                    <a:pt x="15" y="185"/>
                    <a:pt x="13" y="182"/>
                    <a:pt x="12" y="176"/>
                  </a:cubicBezTo>
                  <a:cubicBezTo>
                    <a:pt x="12" y="172"/>
                    <a:pt x="12" y="172"/>
                    <a:pt x="12" y="172"/>
                  </a:cubicBezTo>
                  <a:cubicBezTo>
                    <a:pt x="12" y="167"/>
                    <a:pt x="7" y="168"/>
                    <a:pt x="4" y="161"/>
                  </a:cubicBezTo>
                  <a:cubicBezTo>
                    <a:pt x="0" y="154"/>
                    <a:pt x="4" y="139"/>
                    <a:pt x="6" y="135"/>
                  </a:cubicBezTo>
                  <a:cubicBezTo>
                    <a:pt x="7" y="133"/>
                    <a:pt x="7" y="131"/>
                    <a:pt x="7" y="129"/>
                  </a:cubicBezTo>
                  <a:cubicBezTo>
                    <a:pt x="7" y="125"/>
                    <a:pt x="8" y="120"/>
                    <a:pt x="10" y="114"/>
                  </a:cubicBezTo>
                  <a:cubicBezTo>
                    <a:pt x="11" y="109"/>
                    <a:pt x="14" y="106"/>
                    <a:pt x="14" y="101"/>
                  </a:cubicBezTo>
                  <a:cubicBezTo>
                    <a:pt x="15" y="94"/>
                    <a:pt x="24" y="84"/>
                    <a:pt x="24" y="83"/>
                  </a:cubicBezTo>
                  <a:cubicBezTo>
                    <a:pt x="27" y="76"/>
                    <a:pt x="34" y="74"/>
                    <a:pt x="33" y="67"/>
                  </a:cubicBezTo>
                  <a:cubicBezTo>
                    <a:pt x="32" y="61"/>
                    <a:pt x="32" y="58"/>
                    <a:pt x="37" y="51"/>
                  </a:cubicBezTo>
                  <a:cubicBezTo>
                    <a:pt x="39" y="47"/>
                    <a:pt x="42" y="43"/>
                    <a:pt x="44" y="39"/>
                  </a:cubicBezTo>
                  <a:cubicBezTo>
                    <a:pt x="48" y="32"/>
                    <a:pt x="51" y="27"/>
                    <a:pt x="49" y="20"/>
                  </a:cubicBezTo>
                  <a:cubicBezTo>
                    <a:pt x="48" y="17"/>
                    <a:pt x="45" y="5"/>
                    <a:pt x="44" y="0"/>
                  </a:cubicBezTo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01" name="Freeform 586">
              <a:extLst>
                <a:ext uri="{FF2B5EF4-FFF2-40B4-BE49-F238E27FC236}">
                  <a16:creationId xmlns:a16="http://schemas.microsoft.com/office/drawing/2014/main" id="{E6E901A1-3ED2-4066-93F4-8C4B47A62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3445"/>
              <a:ext cx="137" cy="230"/>
            </a:xfrm>
            <a:custGeom>
              <a:avLst/>
              <a:gdLst>
                <a:gd name="T0" fmla="*/ 434 w 77"/>
                <a:gd name="T1" fmla="*/ 810 h 121"/>
                <a:gd name="T2" fmla="*/ 390 w 77"/>
                <a:gd name="T3" fmla="*/ 734 h 121"/>
                <a:gd name="T4" fmla="*/ 395 w 77"/>
                <a:gd name="T5" fmla="*/ 633 h 121"/>
                <a:gd name="T6" fmla="*/ 367 w 77"/>
                <a:gd name="T7" fmla="*/ 625 h 121"/>
                <a:gd name="T8" fmla="*/ 345 w 77"/>
                <a:gd name="T9" fmla="*/ 625 h 121"/>
                <a:gd name="T10" fmla="*/ 304 w 77"/>
                <a:gd name="T11" fmla="*/ 528 h 121"/>
                <a:gd name="T12" fmla="*/ 304 w 77"/>
                <a:gd name="T13" fmla="*/ 509 h 121"/>
                <a:gd name="T14" fmla="*/ 265 w 77"/>
                <a:gd name="T15" fmla="*/ 397 h 121"/>
                <a:gd name="T16" fmla="*/ 196 w 77"/>
                <a:gd name="T17" fmla="*/ 241 h 121"/>
                <a:gd name="T18" fmla="*/ 196 w 77"/>
                <a:gd name="T19" fmla="*/ 184 h 121"/>
                <a:gd name="T20" fmla="*/ 180 w 77"/>
                <a:gd name="T21" fmla="*/ 105 h 121"/>
                <a:gd name="T22" fmla="*/ 130 w 77"/>
                <a:gd name="T23" fmla="*/ 0 h 121"/>
                <a:gd name="T24" fmla="*/ 85 w 77"/>
                <a:gd name="T25" fmla="*/ 91 h 121"/>
                <a:gd name="T26" fmla="*/ 57 w 77"/>
                <a:gd name="T27" fmla="*/ 184 h 121"/>
                <a:gd name="T28" fmla="*/ 37 w 77"/>
                <a:gd name="T29" fmla="*/ 274 h 121"/>
                <a:gd name="T30" fmla="*/ 36 w 77"/>
                <a:gd name="T31" fmla="*/ 329 h 121"/>
                <a:gd name="T32" fmla="*/ 12 w 77"/>
                <a:gd name="T33" fmla="*/ 466 h 121"/>
                <a:gd name="T34" fmla="*/ 66 w 77"/>
                <a:gd name="T35" fmla="*/ 570 h 121"/>
                <a:gd name="T36" fmla="*/ 66 w 77"/>
                <a:gd name="T37" fmla="*/ 597 h 121"/>
                <a:gd name="T38" fmla="*/ 130 w 77"/>
                <a:gd name="T39" fmla="*/ 679 h 121"/>
                <a:gd name="T40" fmla="*/ 158 w 77"/>
                <a:gd name="T41" fmla="*/ 701 h 121"/>
                <a:gd name="T42" fmla="*/ 94 w 77"/>
                <a:gd name="T43" fmla="*/ 686 h 121"/>
                <a:gd name="T44" fmla="*/ 73 w 77"/>
                <a:gd name="T45" fmla="*/ 673 h 12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7" h="121">
                  <a:moveTo>
                    <a:pt x="77" y="118"/>
                  </a:moveTo>
                  <a:cubicBezTo>
                    <a:pt x="66" y="121"/>
                    <a:pt x="66" y="112"/>
                    <a:pt x="69" y="107"/>
                  </a:cubicBezTo>
                  <a:cubicBezTo>
                    <a:pt x="72" y="101"/>
                    <a:pt x="71" y="97"/>
                    <a:pt x="70" y="92"/>
                  </a:cubicBezTo>
                  <a:cubicBezTo>
                    <a:pt x="70" y="91"/>
                    <a:pt x="70" y="91"/>
                    <a:pt x="65" y="91"/>
                  </a:cubicBezTo>
                  <a:cubicBezTo>
                    <a:pt x="61" y="91"/>
                    <a:pt x="61" y="91"/>
                    <a:pt x="61" y="91"/>
                  </a:cubicBezTo>
                  <a:cubicBezTo>
                    <a:pt x="54" y="90"/>
                    <a:pt x="54" y="82"/>
                    <a:pt x="54" y="77"/>
                  </a:cubicBezTo>
                  <a:cubicBezTo>
                    <a:pt x="54" y="74"/>
                    <a:pt x="54" y="74"/>
                    <a:pt x="54" y="74"/>
                  </a:cubicBezTo>
                  <a:cubicBezTo>
                    <a:pt x="54" y="69"/>
                    <a:pt x="52" y="61"/>
                    <a:pt x="47" y="58"/>
                  </a:cubicBezTo>
                  <a:cubicBezTo>
                    <a:pt x="39" y="53"/>
                    <a:pt x="35" y="45"/>
                    <a:pt x="35" y="35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20"/>
                    <a:pt x="35" y="17"/>
                    <a:pt x="32" y="15"/>
                  </a:cubicBezTo>
                  <a:cubicBezTo>
                    <a:pt x="25" y="13"/>
                    <a:pt x="24" y="4"/>
                    <a:pt x="23" y="0"/>
                  </a:cubicBezTo>
                  <a:cubicBezTo>
                    <a:pt x="21" y="2"/>
                    <a:pt x="15" y="9"/>
                    <a:pt x="15" y="13"/>
                  </a:cubicBezTo>
                  <a:cubicBezTo>
                    <a:pt x="14" y="18"/>
                    <a:pt x="11" y="22"/>
                    <a:pt x="10" y="27"/>
                  </a:cubicBezTo>
                  <a:cubicBezTo>
                    <a:pt x="8" y="32"/>
                    <a:pt x="7" y="37"/>
                    <a:pt x="7" y="40"/>
                  </a:cubicBezTo>
                  <a:cubicBezTo>
                    <a:pt x="8" y="43"/>
                    <a:pt x="7" y="46"/>
                    <a:pt x="6" y="48"/>
                  </a:cubicBezTo>
                  <a:cubicBezTo>
                    <a:pt x="4" y="52"/>
                    <a:pt x="0" y="64"/>
                    <a:pt x="2" y="68"/>
                  </a:cubicBezTo>
                  <a:cubicBezTo>
                    <a:pt x="6" y="76"/>
                    <a:pt x="12" y="78"/>
                    <a:pt x="12" y="83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3" y="91"/>
                    <a:pt x="18" y="95"/>
                    <a:pt x="23" y="99"/>
                  </a:cubicBezTo>
                  <a:cubicBezTo>
                    <a:pt x="25" y="100"/>
                    <a:pt x="28" y="102"/>
                    <a:pt x="28" y="102"/>
                  </a:cubicBezTo>
                  <a:cubicBezTo>
                    <a:pt x="28" y="102"/>
                    <a:pt x="25" y="104"/>
                    <a:pt x="17" y="100"/>
                  </a:cubicBezTo>
                  <a:cubicBezTo>
                    <a:pt x="16" y="100"/>
                    <a:pt x="14" y="99"/>
                    <a:pt x="13" y="98"/>
                  </a:cubicBezTo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02" name="Freeform 587">
              <a:extLst>
                <a:ext uri="{FF2B5EF4-FFF2-40B4-BE49-F238E27FC236}">
                  <a16:creationId xmlns:a16="http://schemas.microsoft.com/office/drawing/2014/main" id="{0FCDBA9D-122C-4A14-978C-94B7BCC17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3282"/>
              <a:ext cx="252" cy="435"/>
            </a:xfrm>
            <a:custGeom>
              <a:avLst/>
              <a:gdLst>
                <a:gd name="T0" fmla="*/ 792 w 141"/>
                <a:gd name="T1" fmla="*/ 1144 h 229"/>
                <a:gd name="T2" fmla="*/ 742 w 141"/>
                <a:gd name="T3" fmla="*/ 1035 h 229"/>
                <a:gd name="T4" fmla="*/ 577 w 141"/>
                <a:gd name="T5" fmla="*/ 802 h 229"/>
                <a:gd name="T6" fmla="*/ 491 w 141"/>
                <a:gd name="T7" fmla="*/ 693 h 229"/>
                <a:gd name="T8" fmla="*/ 474 w 141"/>
                <a:gd name="T9" fmla="*/ 657 h 229"/>
                <a:gd name="T10" fmla="*/ 138 w 141"/>
                <a:gd name="T11" fmla="*/ 123 h 229"/>
                <a:gd name="T12" fmla="*/ 130 w 141"/>
                <a:gd name="T13" fmla="*/ 123 h 229"/>
                <a:gd name="T14" fmla="*/ 479 w 141"/>
                <a:gd name="T15" fmla="*/ 237 h 229"/>
                <a:gd name="T16" fmla="*/ 559 w 141"/>
                <a:gd name="T17" fmla="*/ 220 h 229"/>
                <a:gd name="T18" fmla="*/ 633 w 141"/>
                <a:gd name="T19" fmla="*/ 228 h 229"/>
                <a:gd name="T20" fmla="*/ 652 w 141"/>
                <a:gd name="T21" fmla="*/ 253 h 229"/>
                <a:gd name="T22" fmla="*/ 638 w 141"/>
                <a:gd name="T23" fmla="*/ 205 h 229"/>
                <a:gd name="T24" fmla="*/ 543 w 141"/>
                <a:gd name="T25" fmla="*/ 184 h 229"/>
                <a:gd name="T26" fmla="*/ 486 w 141"/>
                <a:gd name="T27" fmla="*/ 198 h 229"/>
                <a:gd name="T28" fmla="*/ 211 w 141"/>
                <a:gd name="T29" fmla="*/ 108 h 229"/>
                <a:gd name="T30" fmla="*/ 102 w 141"/>
                <a:gd name="T31" fmla="*/ 53 h 229"/>
                <a:gd name="T32" fmla="*/ 13 w 141"/>
                <a:gd name="T33" fmla="*/ 21 h 229"/>
                <a:gd name="T34" fmla="*/ 0 w 141"/>
                <a:gd name="T35" fmla="*/ 0 h 229"/>
                <a:gd name="T36" fmla="*/ 109 w 141"/>
                <a:gd name="T37" fmla="*/ 160 h 229"/>
                <a:gd name="T38" fmla="*/ 458 w 141"/>
                <a:gd name="T39" fmla="*/ 769 h 229"/>
                <a:gd name="T40" fmla="*/ 470 w 141"/>
                <a:gd name="T41" fmla="*/ 967 h 229"/>
                <a:gd name="T42" fmla="*/ 458 w 141"/>
                <a:gd name="T43" fmla="*/ 1028 h 229"/>
                <a:gd name="T44" fmla="*/ 441 w 141"/>
                <a:gd name="T45" fmla="*/ 1111 h 229"/>
                <a:gd name="T46" fmla="*/ 406 w 141"/>
                <a:gd name="T47" fmla="*/ 1151 h 229"/>
                <a:gd name="T48" fmla="*/ 413 w 141"/>
                <a:gd name="T49" fmla="*/ 1263 h 229"/>
                <a:gd name="T50" fmla="*/ 382 w 141"/>
                <a:gd name="T51" fmla="*/ 1537 h 229"/>
                <a:gd name="T52" fmla="*/ 341 w 141"/>
                <a:gd name="T53" fmla="*/ 1537 h 229"/>
                <a:gd name="T54" fmla="*/ 415 w 141"/>
                <a:gd name="T55" fmla="*/ 1537 h 229"/>
                <a:gd name="T56" fmla="*/ 443 w 141"/>
                <a:gd name="T57" fmla="*/ 1240 h 229"/>
                <a:gd name="T58" fmla="*/ 441 w 141"/>
                <a:gd name="T59" fmla="*/ 1166 h 229"/>
                <a:gd name="T60" fmla="*/ 450 w 141"/>
                <a:gd name="T61" fmla="*/ 1151 h 229"/>
                <a:gd name="T62" fmla="*/ 491 w 141"/>
                <a:gd name="T63" fmla="*/ 1035 h 229"/>
                <a:gd name="T64" fmla="*/ 495 w 141"/>
                <a:gd name="T65" fmla="*/ 992 h 229"/>
                <a:gd name="T66" fmla="*/ 502 w 141"/>
                <a:gd name="T67" fmla="*/ 999 h 229"/>
                <a:gd name="T68" fmla="*/ 549 w 141"/>
                <a:gd name="T69" fmla="*/ 1043 h 229"/>
                <a:gd name="T70" fmla="*/ 577 w 141"/>
                <a:gd name="T71" fmla="*/ 1151 h 229"/>
                <a:gd name="T72" fmla="*/ 577 w 141"/>
                <a:gd name="T73" fmla="*/ 1151 h 229"/>
                <a:gd name="T74" fmla="*/ 624 w 141"/>
                <a:gd name="T75" fmla="*/ 1311 h 229"/>
                <a:gd name="T76" fmla="*/ 645 w 141"/>
                <a:gd name="T77" fmla="*/ 1316 h 229"/>
                <a:gd name="T78" fmla="*/ 710 w 141"/>
                <a:gd name="T79" fmla="*/ 1371 h 229"/>
                <a:gd name="T80" fmla="*/ 690 w 141"/>
                <a:gd name="T81" fmla="*/ 1432 h 229"/>
                <a:gd name="T82" fmla="*/ 726 w 141"/>
                <a:gd name="T83" fmla="*/ 1392 h 229"/>
                <a:gd name="T84" fmla="*/ 658 w 141"/>
                <a:gd name="T85" fmla="*/ 1275 h 229"/>
                <a:gd name="T86" fmla="*/ 638 w 141"/>
                <a:gd name="T87" fmla="*/ 1267 h 229"/>
                <a:gd name="T88" fmla="*/ 609 w 141"/>
                <a:gd name="T89" fmla="*/ 1166 h 229"/>
                <a:gd name="T90" fmla="*/ 581 w 141"/>
                <a:gd name="T91" fmla="*/ 1022 h 229"/>
                <a:gd name="T92" fmla="*/ 520 w 141"/>
                <a:gd name="T93" fmla="*/ 959 h 229"/>
                <a:gd name="T94" fmla="*/ 508 w 141"/>
                <a:gd name="T95" fmla="*/ 938 h 229"/>
                <a:gd name="T96" fmla="*/ 502 w 141"/>
                <a:gd name="T97" fmla="*/ 786 h 229"/>
                <a:gd name="T98" fmla="*/ 520 w 141"/>
                <a:gd name="T99" fmla="*/ 794 h 229"/>
                <a:gd name="T100" fmla="*/ 552 w 141"/>
                <a:gd name="T101" fmla="*/ 838 h 229"/>
                <a:gd name="T102" fmla="*/ 713 w 141"/>
                <a:gd name="T103" fmla="*/ 1050 h 229"/>
                <a:gd name="T104" fmla="*/ 776 w 141"/>
                <a:gd name="T105" fmla="*/ 1172 h 229"/>
                <a:gd name="T106" fmla="*/ 770 w 141"/>
                <a:gd name="T107" fmla="*/ 1256 h 229"/>
                <a:gd name="T108" fmla="*/ 788 w 141"/>
                <a:gd name="T109" fmla="*/ 1227 h 229"/>
                <a:gd name="T110" fmla="*/ 792 w 141"/>
                <a:gd name="T111" fmla="*/ 1144 h 22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41" h="229">
                  <a:moveTo>
                    <a:pt x="139" y="167"/>
                  </a:moveTo>
                  <a:cubicBezTo>
                    <a:pt x="138" y="162"/>
                    <a:pt x="132" y="155"/>
                    <a:pt x="130" y="151"/>
                  </a:cubicBezTo>
                  <a:cubicBezTo>
                    <a:pt x="126" y="140"/>
                    <a:pt x="113" y="128"/>
                    <a:pt x="101" y="117"/>
                  </a:cubicBezTo>
                  <a:cubicBezTo>
                    <a:pt x="94" y="111"/>
                    <a:pt x="87" y="104"/>
                    <a:pt x="86" y="101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8" y="81"/>
                    <a:pt x="26" y="24"/>
                    <a:pt x="24" y="18"/>
                  </a:cubicBezTo>
                  <a:cubicBezTo>
                    <a:pt x="24" y="18"/>
                    <a:pt x="24" y="18"/>
                    <a:pt x="23" y="18"/>
                  </a:cubicBezTo>
                  <a:cubicBezTo>
                    <a:pt x="33" y="21"/>
                    <a:pt x="71" y="36"/>
                    <a:pt x="84" y="35"/>
                  </a:cubicBezTo>
                  <a:cubicBezTo>
                    <a:pt x="89" y="35"/>
                    <a:pt x="94" y="33"/>
                    <a:pt x="98" y="32"/>
                  </a:cubicBezTo>
                  <a:cubicBezTo>
                    <a:pt x="106" y="30"/>
                    <a:pt x="110" y="31"/>
                    <a:pt x="111" y="33"/>
                  </a:cubicBezTo>
                  <a:cubicBezTo>
                    <a:pt x="111" y="35"/>
                    <a:pt x="114" y="37"/>
                    <a:pt x="114" y="37"/>
                  </a:cubicBezTo>
                  <a:cubicBezTo>
                    <a:pt x="114" y="37"/>
                    <a:pt x="113" y="32"/>
                    <a:pt x="112" y="30"/>
                  </a:cubicBezTo>
                  <a:cubicBezTo>
                    <a:pt x="109" y="22"/>
                    <a:pt x="103" y="24"/>
                    <a:pt x="95" y="27"/>
                  </a:cubicBezTo>
                  <a:cubicBezTo>
                    <a:pt x="90" y="28"/>
                    <a:pt x="89" y="28"/>
                    <a:pt x="85" y="29"/>
                  </a:cubicBezTo>
                  <a:cubicBezTo>
                    <a:pt x="78" y="29"/>
                    <a:pt x="55" y="23"/>
                    <a:pt x="37" y="16"/>
                  </a:cubicBezTo>
                  <a:cubicBezTo>
                    <a:pt x="31" y="15"/>
                    <a:pt x="25" y="12"/>
                    <a:pt x="18" y="8"/>
                  </a:cubicBezTo>
                  <a:cubicBezTo>
                    <a:pt x="11" y="4"/>
                    <a:pt x="6" y="3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5" y="6"/>
                    <a:pt x="12" y="12"/>
                    <a:pt x="19" y="23"/>
                  </a:cubicBezTo>
                  <a:cubicBezTo>
                    <a:pt x="35" y="48"/>
                    <a:pt x="76" y="81"/>
                    <a:pt x="80" y="112"/>
                  </a:cubicBezTo>
                  <a:cubicBezTo>
                    <a:pt x="82" y="119"/>
                    <a:pt x="82" y="129"/>
                    <a:pt x="82" y="141"/>
                  </a:cubicBezTo>
                  <a:cubicBezTo>
                    <a:pt x="81" y="144"/>
                    <a:pt x="80" y="147"/>
                    <a:pt x="80" y="150"/>
                  </a:cubicBezTo>
                  <a:cubicBezTo>
                    <a:pt x="80" y="153"/>
                    <a:pt x="79" y="161"/>
                    <a:pt x="77" y="162"/>
                  </a:cubicBezTo>
                  <a:cubicBezTo>
                    <a:pt x="75" y="163"/>
                    <a:pt x="73" y="165"/>
                    <a:pt x="71" y="168"/>
                  </a:cubicBezTo>
                  <a:cubicBezTo>
                    <a:pt x="69" y="172"/>
                    <a:pt x="71" y="179"/>
                    <a:pt x="72" y="184"/>
                  </a:cubicBezTo>
                  <a:cubicBezTo>
                    <a:pt x="77" y="206"/>
                    <a:pt x="70" y="225"/>
                    <a:pt x="67" y="224"/>
                  </a:cubicBezTo>
                  <a:cubicBezTo>
                    <a:pt x="67" y="224"/>
                    <a:pt x="65" y="225"/>
                    <a:pt x="60" y="224"/>
                  </a:cubicBezTo>
                  <a:cubicBezTo>
                    <a:pt x="65" y="229"/>
                    <a:pt x="71" y="227"/>
                    <a:pt x="73" y="224"/>
                  </a:cubicBezTo>
                  <a:cubicBezTo>
                    <a:pt x="75" y="220"/>
                    <a:pt x="84" y="200"/>
                    <a:pt x="78" y="181"/>
                  </a:cubicBezTo>
                  <a:cubicBezTo>
                    <a:pt x="77" y="178"/>
                    <a:pt x="76" y="173"/>
                    <a:pt x="77" y="170"/>
                  </a:cubicBezTo>
                  <a:cubicBezTo>
                    <a:pt x="78" y="169"/>
                    <a:pt x="78" y="168"/>
                    <a:pt x="79" y="168"/>
                  </a:cubicBezTo>
                  <a:cubicBezTo>
                    <a:pt x="84" y="166"/>
                    <a:pt x="85" y="159"/>
                    <a:pt x="86" y="151"/>
                  </a:cubicBezTo>
                  <a:cubicBezTo>
                    <a:pt x="87" y="149"/>
                    <a:pt x="87" y="147"/>
                    <a:pt x="87" y="145"/>
                  </a:cubicBezTo>
                  <a:cubicBezTo>
                    <a:pt x="88" y="146"/>
                    <a:pt x="88" y="146"/>
                    <a:pt x="88" y="146"/>
                  </a:cubicBezTo>
                  <a:cubicBezTo>
                    <a:pt x="91" y="148"/>
                    <a:pt x="95" y="150"/>
                    <a:pt x="96" y="152"/>
                  </a:cubicBezTo>
                  <a:cubicBezTo>
                    <a:pt x="99" y="158"/>
                    <a:pt x="101" y="166"/>
                    <a:pt x="101" y="168"/>
                  </a:cubicBezTo>
                  <a:cubicBezTo>
                    <a:pt x="101" y="168"/>
                    <a:pt x="101" y="168"/>
                    <a:pt x="101" y="168"/>
                  </a:cubicBezTo>
                  <a:cubicBezTo>
                    <a:pt x="99" y="173"/>
                    <a:pt x="104" y="188"/>
                    <a:pt x="109" y="191"/>
                  </a:cubicBezTo>
                  <a:cubicBezTo>
                    <a:pt x="113" y="192"/>
                    <a:pt x="113" y="192"/>
                    <a:pt x="113" y="192"/>
                  </a:cubicBezTo>
                  <a:cubicBezTo>
                    <a:pt x="116" y="194"/>
                    <a:pt x="122" y="193"/>
                    <a:pt x="124" y="200"/>
                  </a:cubicBezTo>
                  <a:cubicBezTo>
                    <a:pt x="125" y="205"/>
                    <a:pt x="121" y="209"/>
                    <a:pt x="121" y="209"/>
                  </a:cubicBezTo>
                  <a:cubicBezTo>
                    <a:pt x="121" y="209"/>
                    <a:pt x="127" y="209"/>
                    <a:pt x="127" y="203"/>
                  </a:cubicBezTo>
                  <a:cubicBezTo>
                    <a:pt x="128" y="196"/>
                    <a:pt x="125" y="189"/>
                    <a:pt x="115" y="186"/>
                  </a:cubicBezTo>
                  <a:cubicBezTo>
                    <a:pt x="112" y="185"/>
                    <a:pt x="112" y="185"/>
                    <a:pt x="112" y="185"/>
                  </a:cubicBezTo>
                  <a:cubicBezTo>
                    <a:pt x="110" y="184"/>
                    <a:pt x="106" y="173"/>
                    <a:pt x="107" y="170"/>
                  </a:cubicBezTo>
                  <a:cubicBezTo>
                    <a:pt x="109" y="165"/>
                    <a:pt x="102" y="151"/>
                    <a:pt x="102" y="149"/>
                  </a:cubicBezTo>
                  <a:cubicBezTo>
                    <a:pt x="100" y="146"/>
                    <a:pt x="95" y="143"/>
                    <a:pt x="91" y="140"/>
                  </a:cubicBezTo>
                  <a:cubicBezTo>
                    <a:pt x="89" y="137"/>
                    <a:pt x="89" y="137"/>
                    <a:pt x="89" y="137"/>
                  </a:cubicBezTo>
                  <a:cubicBezTo>
                    <a:pt x="89" y="133"/>
                    <a:pt x="90" y="125"/>
                    <a:pt x="88" y="115"/>
                  </a:cubicBezTo>
                  <a:cubicBezTo>
                    <a:pt x="91" y="116"/>
                    <a:pt x="91" y="116"/>
                    <a:pt x="91" y="116"/>
                  </a:cubicBezTo>
                  <a:cubicBezTo>
                    <a:pt x="93" y="118"/>
                    <a:pt x="95" y="119"/>
                    <a:pt x="97" y="122"/>
                  </a:cubicBezTo>
                  <a:cubicBezTo>
                    <a:pt x="108" y="131"/>
                    <a:pt x="121" y="143"/>
                    <a:pt x="125" y="153"/>
                  </a:cubicBezTo>
                  <a:cubicBezTo>
                    <a:pt x="128" y="159"/>
                    <a:pt x="136" y="168"/>
                    <a:pt x="136" y="171"/>
                  </a:cubicBezTo>
                  <a:cubicBezTo>
                    <a:pt x="137" y="173"/>
                    <a:pt x="137" y="179"/>
                    <a:pt x="135" y="183"/>
                  </a:cubicBezTo>
                  <a:cubicBezTo>
                    <a:pt x="134" y="184"/>
                    <a:pt x="137" y="180"/>
                    <a:pt x="138" y="179"/>
                  </a:cubicBezTo>
                  <a:cubicBezTo>
                    <a:pt x="141" y="174"/>
                    <a:pt x="140" y="170"/>
                    <a:pt x="139" y="16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03" name="Freeform 588">
              <a:extLst>
                <a:ext uri="{FF2B5EF4-FFF2-40B4-BE49-F238E27FC236}">
                  <a16:creationId xmlns:a16="http://schemas.microsoft.com/office/drawing/2014/main" id="{B1AE4FE3-ABCB-44D2-8BCE-98AB97723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261"/>
              <a:ext cx="511" cy="454"/>
            </a:xfrm>
            <a:custGeom>
              <a:avLst/>
              <a:gdLst>
                <a:gd name="T0" fmla="*/ 0 w 287"/>
                <a:gd name="T1" fmla="*/ 1136 h 239"/>
                <a:gd name="T2" fmla="*/ 158 w 287"/>
                <a:gd name="T3" fmla="*/ 1296 h 239"/>
                <a:gd name="T4" fmla="*/ 830 w 287"/>
                <a:gd name="T5" fmla="*/ 1556 h 239"/>
                <a:gd name="T6" fmla="*/ 1417 w 287"/>
                <a:gd name="T7" fmla="*/ 1563 h 239"/>
                <a:gd name="T8" fmla="*/ 1483 w 287"/>
                <a:gd name="T9" fmla="*/ 534 h 239"/>
                <a:gd name="T10" fmla="*/ 1316 w 287"/>
                <a:gd name="T11" fmla="*/ 0 h 2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7" h="239">
                  <a:moveTo>
                    <a:pt x="0" y="166"/>
                  </a:moveTo>
                  <a:cubicBezTo>
                    <a:pt x="9" y="177"/>
                    <a:pt x="19" y="184"/>
                    <a:pt x="28" y="189"/>
                  </a:cubicBezTo>
                  <a:cubicBezTo>
                    <a:pt x="58" y="203"/>
                    <a:pt x="99" y="215"/>
                    <a:pt x="147" y="227"/>
                  </a:cubicBezTo>
                  <a:cubicBezTo>
                    <a:pt x="194" y="239"/>
                    <a:pt x="229" y="238"/>
                    <a:pt x="251" y="228"/>
                  </a:cubicBezTo>
                  <a:cubicBezTo>
                    <a:pt x="283" y="212"/>
                    <a:pt x="287" y="153"/>
                    <a:pt x="263" y="78"/>
                  </a:cubicBezTo>
                  <a:cubicBezTo>
                    <a:pt x="249" y="32"/>
                    <a:pt x="233" y="0"/>
                    <a:pt x="233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04" name="Freeform 589">
              <a:extLst>
                <a:ext uri="{FF2B5EF4-FFF2-40B4-BE49-F238E27FC236}">
                  <a16:creationId xmlns:a16="http://schemas.microsoft.com/office/drawing/2014/main" id="{083D6217-5061-431F-90FA-F2AA7BAC0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997"/>
              <a:ext cx="59" cy="80"/>
            </a:xfrm>
            <a:custGeom>
              <a:avLst/>
              <a:gdLst>
                <a:gd name="T0" fmla="*/ 188 w 33"/>
                <a:gd name="T1" fmla="*/ 36 h 42"/>
                <a:gd name="T2" fmla="*/ 73 w 33"/>
                <a:gd name="T3" fmla="*/ 0 h 42"/>
                <a:gd name="T4" fmla="*/ 45 w 33"/>
                <a:gd name="T5" fmla="*/ 116 h 42"/>
                <a:gd name="T6" fmla="*/ 138 w 33"/>
                <a:gd name="T7" fmla="*/ 152 h 42"/>
                <a:gd name="T8" fmla="*/ 41 w 33"/>
                <a:gd name="T9" fmla="*/ 152 h 42"/>
                <a:gd name="T10" fmla="*/ 45 w 33"/>
                <a:gd name="T11" fmla="*/ 284 h 42"/>
                <a:gd name="T12" fmla="*/ 188 w 33"/>
                <a:gd name="T13" fmla="*/ 290 h 42"/>
                <a:gd name="T14" fmla="*/ 188 w 33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42">
                  <a:moveTo>
                    <a:pt x="33" y="5"/>
                  </a:moveTo>
                  <a:cubicBezTo>
                    <a:pt x="24" y="3"/>
                    <a:pt x="16" y="1"/>
                    <a:pt x="13" y="0"/>
                  </a:cubicBezTo>
                  <a:cubicBezTo>
                    <a:pt x="6" y="0"/>
                    <a:pt x="3" y="12"/>
                    <a:pt x="8" y="17"/>
                  </a:cubicBezTo>
                  <a:cubicBezTo>
                    <a:pt x="12" y="19"/>
                    <a:pt x="24" y="22"/>
                    <a:pt x="24" y="22"/>
                  </a:cubicBezTo>
                  <a:cubicBezTo>
                    <a:pt x="17" y="22"/>
                    <a:pt x="10" y="22"/>
                    <a:pt x="7" y="22"/>
                  </a:cubicBezTo>
                  <a:cubicBezTo>
                    <a:pt x="1" y="24"/>
                    <a:pt x="0" y="39"/>
                    <a:pt x="8" y="41"/>
                  </a:cubicBezTo>
                  <a:cubicBezTo>
                    <a:pt x="16" y="41"/>
                    <a:pt x="25" y="41"/>
                    <a:pt x="33" y="42"/>
                  </a:cubicBezTo>
                  <a:cubicBezTo>
                    <a:pt x="33" y="29"/>
                    <a:pt x="33" y="16"/>
                    <a:pt x="33" y="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05" name="Freeform 590">
              <a:extLst>
                <a:ext uri="{FF2B5EF4-FFF2-40B4-BE49-F238E27FC236}">
                  <a16:creationId xmlns:a16="http://schemas.microsoft.com/office/drawing/2014/main" id="{A8C6A9E9-05D5-479F-89C9-3C364B86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3096"/>
              <a:ext cx="4" cy="26"/>
            </a:xfrm>
            <a:custGeom>
              <a:avLst/>
              <a:gdLst>
                <a:gd name="T0" fmla="*/ 0 w 2"/>
                <a:gd name="T1" fmla="*/ 0 h 14"/>
                <a:gd name="T2" fmla="*/ 0 w 2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1" y="2"/>
                    <a:pt x="2" y="9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06" name="Freeform 591">
              <a:extLst>
                <a:ext uri="{FF2B5EF4-FFF2-40B4-BE49-F238E27FC236}">
                  <a16:creationId xmlns:a16="http://schemas.microsoft.com/office/drawing/2014/main" id="{0B0B58DA-A177-40FB-A0AB-53DC10CFE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999"/>
              <a:ext cx="73" cy="125"/>
            </a:xfrm>
            <a:custGeom>
              <a:avLst/>
              <a:gdLst>
                <a:gd name="T0" fmla="*/ 94 w 41"/>
                <a:gd name="T1" fmla="*/ 449 h 66"/>
                <a:gd name="T2" fmla="*/ 224 w 41"/>
                <a:gd name="T3" fmla="*/ 53 h 66"/>
                <a:gd name="T4" fmla="*/ 231 w 41"/>
                <a:gd name="T5" fmla="*/ 68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6">
                  <a:moveTo>
                    <a:pt x="17" y="66"/>
                  </a:moveTo>
                  <a:cubicBezTo>
                    <a:pt x="0" y="7"/>
                    <a:pt x="33" y="0"/>
                    <a:pt x="40" y="8"/>
                  </a:cubicBezTo>
                  <a:cubicBezTo>
                    <a:pt x="41" y="9"/>
                    <a:pt x="41" y="10"/>
                    <a:pt x="41" y="1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07" name="Freeform 592">
              <a:extLst>
                <a:ext uri="{FF2B5EF4-FFF2-40B4-BE49-F238E27FC236}">
                  <a16:creationId xmlns:a16="http://schemas.microsoft.com/office/drawing/2014/main" id="{EEF0A006-B0DC-47A2-84E1-CB0D5F545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3097"/>
              <a:ext cx="49" cy="27"/>
            </a:xfrm>
            <a:custGeom>
              <a:avLst/>
              <a:gdLst>
                <a:gd name="T0" fmla="*/ 16 w 27"/>
                <a:gd name="T1" fmla="*/ 79 h 14"/>
                <a:gd name="T2" fmla="*/ 149 w 27"/>
                <a:gd name="T3" fmla="*/ 100 h 14"/>
                <a:gd name="T4" fmla="*/ 162 w 27"/>
                <a:gd name="T5" fmla="*/ 0 h 14"/>
                <a:gd name="T6" fmla="*/ 0 w 27"/>
                <a:gd name="T7" fmla="*/ 79 h 14"/>
                <a:gd name="T8" fmla="*/ 16 w 27"/>
                <a:gd name="T9" fmla="*/ 7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4">
                  <a:moveTo>
                    <a:pt x="3" y="11"/>
                  </a:moveTo>
                  <a:cubicBezTo>
                    <a:pt x="10" y="11"/>
                    <a:pt x="17" y="12"/>
                    <a:pt x="25" y="14"/>
                  </a:cubicBezTo>
                  <a:cubicBezTo>
                    <a:pt x="26" y="9"/>
                    <a:pt x="26" y="4"/>
                    <a:pt x="27" y="0"/>
                  </a:cubicBezTo>
                  <a:cubicBezTo>
                    <a:pt x="17" y="0"/>
                    <a:pt x="8" y="3"/>
                    <a:pt x="0" y="11"/>
                  </a:cubicBezTo>
                  <a:lnTo>
                    <a:pt x="3" y="11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08" name="Freeform 593">
              <a:extLst>
                <a:ext uri="{FF2B5EF4-FFF2-40B4-BE49-F238E27FC236}">
                  <a16:creationId xmlns:a16="http://schemas.microsoft.com/office/drawing/2014/main" id="{D967AEDC-10C9-4FFC-96F4-7A73E7D56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858"/>
              <a:ext cx="261" cy="407"/>
            </a:xfrm>
            <a:custGeom>
              <a:avLst/>
              <a:gdLst>
                <a:gd name="T0" fmla="*/ 275 w 146"/>
                <a:gd name="T1" fmla="*/ 1451 h 214"/>
                <a:gd name="T2" fmla="*/ 336 w 146"/>
                <a:gd name="T3" fmla="*/ 1086 h 214"/>
                <a:gd name="T4" fmla="*/ 370 w 146"/>
                <a:gd name="T5" fmla="*/ 962 h 214"/>
                <a:gd name="T6" fmla="*/ 370 w 146"/>
                <a:gd name="T7" fmla="*/ 962 h 214"/>
                <a:gd name="T8" fmla="*/ 370 w 146"/>
                <a:gd name="T9" fmla="*/ 962 h 214"/>
                <a:gd name="T10" fmla="*/ 361 w 146"/>
                <a:gd name="T11" fmla="*/ 886 h 214"/>
                <a:gd name="T12" fmla="*/ 354 w 146"/>
                <a:gd name="T13" fmla="*/ 886 h 214"/>
                <a:gd name="T14" fmla="*/ 422 w 146"/>
                <a:gd name="T15" fmla="*/ 557 h 214"/>
                <a:gd name="T16" fmla="*/ 422 w 146"/>
                <a:gd name="T17" fmla="*/ 557 h 214"/>
                <a:gd name="T18" fmla="*/ 508 w 146"/>
                <a:gd name="T19" fmla="*/ 578 h 214"/>
                <a:gd name="T20" fmla="*/ 508 w 146"/>
                <a:gd name="T21" fmla="*/ 578 h 214"/>
                <a:gd name="T22" fmla="*/ 508 w 146"/>
                <a:gd name="T23" fmla="*/ 578 h 214"/>
                <a:gd name="T24" fmla="*/ 624 w 146"/>
                <a:gd name="T25" fmla="*/ 571 h 214"/>
                <a:gd name="T26" fmla="*/ 835 w 146"/>
                <a:gd name="T27" fmla="*/ 565 h 214"/>
                <a:gd name="T28" fmla="*/ 629 w 146"/>
                <a:gd name="T29" fmla="*/ 228 h 214"/>
                <a:gd name="T30" fmla="*/ 610 w 146"/>
                <a:gd name="T31" fmla="*/ 205 h 214"/>
                <a:gd name="T32" fmla="*/ 624 w 146"/>
                <a:gd name="T33" fmla="*/ 116 h 214"/>
                <a:gd name="T34" fmla="*/ 543 w 146"/>
                <a:gd name="T35" fmla="*/ 68 h 214"/>
                <a:gd name="T36" fmla="*/ 502 w 146"/>
                <a:gd name="T37" fmla="*/ 145 h 214"/>
                <a:gd name="T38" fmla="*/ 499 w 146"/>
                <a:gd name="T39" fmla="*/ 40 h 214"/>
                <a:gd name="T40" fmla="*/ 413 w 146"/>
                <a:gd name="T41" fmla="*/ 36 h 214"/>
                <a:gd name="T42" fmla="*/ 341 w 146"/>
                <a:gd name="T43" fmla="*/ 177 h 214"/>
                <a:gd name="T44" fmla="*/ 313 w 146"/>
                <a:gd name="T45" fmla="*/ 76 h 214"/>
                <a:gd name="T46" fmla="*/ 231 w 146"/>
                <a:gd name="T47" fmla="*/ 91 h 214"/>
                <a:gd name="T48" fmla="*/ 204 w 146"/>
                <a:gd name="T49" fmla="*/ 236 h 214"/>
                <a:gd name="T50" fmla="*/ 195 w 146"/>
                <a:gd name="T51" fmla="*/ 268 h 214"/>
                <a:gd name="T52" fmla="*/ 7 w 146"/>
                <a:gd name="T53" fmla="*/ 763 h 214"/>
                <a:gd name="T54" fmla="*/ 29 w 146"/>
                <a:gd name="T55" fmla="*/ 1168 h 214"/>
                <a:gd name="T56" fmla="*/ 29 w 146"/>
                <a:gd name="T57" fmla="*/ 1168 h 214"/>
                <a:gd name="T58" fmla="*/ 102 w 146"/>
                <a:gd name="T59" fmla="*/ 1312 h 214"/>
                <a:gd name="T60" fmla="*/ 109 w 146"/>
                <a:gd name="T61" fmla="*/ 1472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6" h="214">
                  <a:moveTo>
                    <a:pt x="48" y="211"/>
                  </a:moveTo>
                  <a:cubicBezTo>
                    <a:pt x="49" y="194"/>
                    <a:pt x="52" y="175"/>
                    <a:pt x="59" y="158"/>
                  </a:cubicBezTo>
                  <a:cubicBezTo>
                    <a:pt x="62" y="150"/>
                    <a:pt x="64" y="144"/>
                    <a:pt x="65" y="140"/>
                  </a:cubicBezTo>
                  <a:cubicBezTo>
                    <a:pt x="65" y="140"/>
                    <a:pt x="65" y="140"/>
                    <a:pt x="65" y="140"/>
                  </a:cubicBezTo>
                  <a:cubicBezTo>
                    <a:pt x="65" y="140"/>
                    <a:pt x="65" y="140"/>
                    <a:pt x="65" y="140"/>
                  </a:cubicBezTo>
                  <a:cubicBezTo>
                    <a:pt x="67" y="133"/>
                    <a:pt x="66" y="131"/>
                    <a:pt x="63" y="129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56" y="99"/>
                    <a:pt x="65" y="85"/>
                    <a:pt x="74" y="81"/>
                  </a:cubicBezTo>
                  <a:cubicBezTo>
                    <a:pt x="74" y="81"/>
                    <a:pt x="74" y="81"/>
                    <a:pt x="74" y="81"/>
                  </a:cubicBezTo>
                  <a:cubicBezTo>
                    <a:pt x="78" y="83"/>
                    <a:pt x="82" y="84"/>
                    <a:pt x="89" y="84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95" y="84"/>
                    <a:pt x="101" y="83"/>
                    <a:pt x="109" y="83"/>
                  </a:cubicBezTo>
                  <a:cubicBezTo>
                    <a:pt x="120" y="82"/>
                    <a:pt x="133" y="82"/>
                    <a:pt x="146" y="82"/>
                  </a:cubicBezTo>
                  <a:cubicBezTo>
                    <a:pt x="141" y="61"/>
                    <a:pt x="129" y="43"/>
                    <a:pt x="110" y="33"/>
                  </a:cubicBezTo>
                  <a:cubicBezTo>
                    <a:pt x="109" y="33"/>
                    <a:pt x="107" y="31"/>
                    <a:pt x="107" y="30"/>
                  </a:cubicBezTo>
                  <a:cubicBezTo>
                    <a:pt x="107" y="25"/>
                    <a:pt x="108" y="22"/>
                    <a:pt x="109" y="17"/>
                  </a:cubicBezTo>
                  <a:cubicBezTo>
                    <a:pt x="112" y="9"/>
                    <a:pt x="99" y="1"/>
                    <a:pt x="95" y="10"/>
                  </a:cubicBezTo>
                  <a:cubicBezTo>
                    <a:pt x="93" y="12"/>
                    <a:pt x="91" y="16"/>
                    <a:pt x="88" y="21"/>
                  </a:cubicBezTo>
                  <a:cubicBezTo>
                    <a:pt x="88" y="21"/>
                    <a:pt x="88" y="7"/>
                    <a:pt x="87" y="6"/>
                  </a:cubicBezTo>
                  <a:cubicBezTo>
                    <a:pt x="82" y="0"/>
                    <a:pt x="74" y="2"/>
                    <a:pt x="72" y="5"/>
                  </a:cubicBezTo>
                  <a:cubicBezTo>
                    <a:pt x="69" y="8"/>
                    <a:pt x="71" y="25"/>
                    <a:pt x="60" y="26"/>
                  </a:cubicBezTo>
                  <a:cubicBezTo>
                    <a:pt x="52" y="25"/>
                    <a:pt x="57" y="13"/>
                    <a:pt x="55" y="11"/>
                  </a:cubicBezTo>
                  <a:cubicBezTo>
                    <a:pt x="49" y="6"/>
                    <a:pt x="43" y="9"/>
                    <a:pt x="40" y="13"/>
                  </a:cubicBezTo>
                  <a:cubicBezTo>
                    <a:pt x="39" y="20"/>
                    <a:pt x="38" y="28"/>
                    <a:pt x="36" y="34"/>
                  </a:cubicBezTo>
                  <a:cubicBezTo>
                    <a:pt x="36" y="36"/>
                    <a:pt x="34" y="38"/>
                    <a:pt x="34" y="39"/>
                  </a:cubicBezTo>
                  <a:cubicBezTo>
                    <a:pt x="4" y="64"/>
                    <a:pt x="1" y="82"/>
                    <a:pt x="1" y="111"/>
                  </a:cubicBezTo>
                  <a:cubicBezTo>
                    <a:pt x="1" y="123"/>
                    <a:pt x="0" y="148"/>
                    <a:pt x="5" y="170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9" y="177"/>
                    <a:pt x="12" y="184"/>
                    <a:pt x="18" y="191"/>
                  </a:cubicBezTo>
                  <a:cubicBezTo>
                    <a:pt x="21" y="196"/>
                    <a:pt x="21" y="204"/>
                    <a:pt x="19" y="21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09" name="Freeform 594">
              <a:extLst>
                <a:ext uri="{FF2B5EF4-FFF2-40B4-BE49-F238E27FC236}">
                  <a16:creationId xmlns:a16="http://schemas.microsoft.com/office/drawing/2014/main" id="{2927774F-3208-4DE6-BC24-24FC8072C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955"/>
              <a:ext cx="103" cy="222"/>
            </a:xfrm>
            <a:custGeom>
              <a:avLst/>
              <a:gdLst>
                <a:gd name="T0" fmla="*/ 297 w 58"/>
                <a:gd name="T1" fmla="*/ 8 h 117"/>
                <a:gd name="T2" fmla="*/ 158 w 58"/>
                <a:gd name="T3" fmla="*/ 40 h 117"/>
                <a:gd name="T4" fmla="*/ 12 w 58"/>
                <a:gd name="T5" fmla="*/ 0 h 117"/>
                <a:gd name="T6" fmla="*/ 12 w 58"/>
                <a:gd name="T7" fmla="*/ 8 h 117"/>
                <a:gd name="T8" fmla="*/ 16 w 58"/>
                <a:gd name="T9" fmla="*/ 770 h 117"/>
                <a:gd name="T10" fmla="*/ 16 w 58"/>
                <a:gd name="T11" fmla="*/ 778 h 117"/>
                <a:gd name="T12" fmla="*/ 16 w 58"/>
                <a:gd name="T13" fmla="*/ 778 h 117"/>
                <a:gd name="T14" fmla="*/ 107 w 58"/>
                <a:gd name="T15" fmla="*/ 717 h 117"/>
                <a:gd name="T16" fmla="*/ 202 w 58"/>
                <a:gd name="T17" fmla="*/ 717 h 117"/>
                <a:gd name="T18" fmla="*/ 275 w 58"/>
                <a:gd name="T19" fmla="*/ 738 h 117"/>
                <a:gd name="T20" fmla="*/ 318 w 58"/>
                <a:gd name="T21" fmla="*/ 799 h 117"/>
                <a:gd name="T22" fmla="*/ 325 w 58"/>
                <a:gd name="T23" fmla="*/ 786 h 117"/>
                <a:gd name="T24" fmla="*/ 297 w 58"/>
                <a:gd name="T25" fmla="*/ 8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117">
                  <a:moveTo>
                    <a:pt x="53" y="1"/>
                  </a:moveTo>
                  <a:cubicBezTo>
                    <a:pt x="52" y="4"/>
                    <a:pt x="41" y="6"/>
                    <a:pt x="28" y="6"/>
                  </a:cubicBezTo>
                  <a:cubicBezTo>
                    <a:pt x="14" y="6"/>
                    <a:pt x="2" y="4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5"/>
                    <a:pt x="1" y="99"/>
                    <a:pt x="3" y="113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7" y="109"/>
                    <a:pt x="13" y="106"/>
                    <a:pt x="19" y="105"/>
                  </a:cubicBezTo>
                  <a:cubicBezTo>
                    <a:pt x="24" y="105"/>
                    <a:pt x="33" y="104"/>
                    <a:pt x="36" y="105"/>
                  </a:cubicBezTo>
                  <a:cubicBezTo>
                    <a:pt x="40" y="106"/>
                    <a:pt x="46" y="106"/>
                    <a:pt x="49" y="108"/>
                  </a:cubicBezTo>
                  <a:cubicBezTo>
                    <a:pt x="53" y="111"/>
                    <a:pt x="55" y="114"/>
                    <a:pt x="57" y="117"/>
                  </a:cubicBezTo>
                  <a:cubicBezTo>
                    <a:pt x="58" y="115"/>
                    <a:pt x="58" y="115"/>
                    <a:pt x="58" y="115"/>
                  </a:cubicBezTo>
                  <a:cubicBezTo>
                    <a:pt x="55" y="105"/>
                    <a:pt x="54" y="17"/>
                    <a:pt x="53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10" name="Freeform 595">
              <a:extLst>
                <a:ext uri="{FF2B5EF4-FFF2-40B4-BE49-F238E27FC236}">
                  <a16:creationId xmlns:a16="http://schemas.microsoft.com/office/drawing/2014/main" id="{58F17304-0932-4D80-B76A-D5F5F5192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153"/>
              <a:ext cx="168" cy="424"/>
            </a:xfrm>
            <a:custGeom>
              <a:avLst/>
              <a:gdLst>
                <a:gd name="T0" fmla="*/ 309 w 94"/>
                <a:gd name="T1" fmla="*/ 1287 h 223"/>
                <a:gd name="T2" fmla="*/ 341 w 94"/>
                <a:gd name="T3" fmla="*/ 1428 h 223"/>
                <a:gd name="T4" fmla="*/ 336 w 94"/>
                <a:gd name="T5" fmla="*/ 1443 h 223"/>
                <a:gd name="T6" fmla="*/ 252 w 94"/>
                <a:gd name="T7" fmla="*/ 1532 h 223"/>
                <a:gd name="T8" fmla="*/ 7 w 94"/>
                <a:gd name="T9" fmla="*/ 715 h 223"/>
                <a:gd name="T10" fmla="*/ 64 w 94"/>
                <a:gd name="T11" fmla="*/ 276 h 223"/>
                <a:gd name="T12" fmla="*/ 125 w 94"/>
                <a:gd name="T13" fmla="*/ 68 h 223"/>
                <a:gd name="T14" fmla="*/ 218 w 94"/>
                <a:gd name="T15" fmla="*/ 8 h 223"/>
                <a:gd name="T16" fmla="*/ 313 w 94"/>
                <a:gd name="T17" fmla="*/ 8 h 223"/>
                <a:gd name="T18" fmla="*/ 390 w 94"/>
                <a:gd name="T19" fmla="*/ 29 h 223"/>
                <a:gd name="T20" fmla="*/ 520 w 94"/>
                <a:gd name="T21" fmla="*/ 245 h 223"/>
                <a:gd name="T22" fmla="*/ 524 w 94"/>
                <a:gd name="T23" fmla="*/ 405 h 223"/>
                <a:gd name="T24" fmla="*/ 508 w 94"/>
                <a:gd name="T25" fmla="*/ 586 h 223"/>
                <a:gd name="T26" fmla="*/ 520 w 94"/>
                <a:gd name="T27" fmla="*/ 641 h 223"/>
                <a:gd name="T28" fmla="*/ 390 w 94"/>
                <a:gd name="T29" fmla="*/ 1114 h 223"/>
                <a:gd name="T30" fmla="*/ 393 w 94"/>
                <a:gd name="T31" fmla="*/ 1190 h 223"/>
                <a:gd name="T32" fmla="*/ 393 w 94"/>
                <a:gd name="T33" fmla="*/ 1196 h 223"/>
                <a:gd name="T34" fmla="*/ 341 w 94"/>
                <a:gd name="T35" fmla="*/ 1335 h 22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4" h="223">
                  <a:moveTo>
                    <a:pt x="54" y="187"/>
                  </a:moveTo>
                  <a:cubicBezTo>
                    <a:pt x="58" y="191"/>
                    <a:pt x="66" y="199"/>
                    <a:pt x="60" y="208"/>
                  </a:cubicBezTo>
                  <a:cubicBezTo>
                    <a:pt x="59" y="210"/>
                    <a:pt x="59" y="210"/>
                    <a:pt x="59" y="210"/>
                  </a:cubicBezTo>
                  <a:cubicBezTo>
                    <a:pt x="55" y="217"/>
                    <a:pt x="50" y="222"/>
                    <a:pt x="44" y="223"/>
                  </a:cubicBezTo>
                  <a:cubicBezTo>
                    <a:pt x="13" y="214"/>
                    <a:pt x="3" y="159"/>
                    <a:pt x="1" y="104"/>
                  </a:cubicBezTo>
                  <a:cubicBezTo>
                    <a:pt x="0" y="64"/>
                    <a:pt x="6" y="53"/>
                    <a:pt x="11" y="40"/>
                  </a:cubicBezTo>
                  <a:cubicBezTo>
                    <a:pt x="21" y="23"/>
                    <a:pt x="18" y="15"/>
                    <a:pt x="22" y="10"/>
                  </a:cubicBezTo>
                  <a:cubicBezTo>
                    <a:pt x="26" y="5"/>
                    <a:pt x="32" y="2"/>
                    <a:pt x="38" y="1"/>
                  </a:cubicBezTo>
                  <a:cubicBezTo>
                    <a:pt x="43" y="1"/>
                    <a:pt x="52" y="0"/>
                    <a:pt x="55" y="1"/>
                  </a:cubicBezTo>
                  <a:cubicBezTo>
                    <a:pt x="59" y="2"/>
                    <a:pt x="65" y="2"/>
                    <a:pt x="68" y="4"/>
                  </a:cubicBezTo>
                  <a:cubicBezTo>
                    <a:pt x="79" y="12"/>
                    <a:pt x="81" y="24"/>
                    <a:pt x="91" y="36"/>
                  </a:cubicBezTo>
                  <a:cubicBezTo>
                    <a:pt x="94" y="41"/>
                    <a:pt x="94" y="49"/>
                    <a:pt x="92" y="59"/>
                  </a:cubicBezTo>
                  <a:cubicBezTo>
                    <a:pt x="91" y="67"/>
                    <a:pt x="92" y="83"/>
                    <a:pt x="89" y="85"/>
                  </a:cubicBezTo>
                  <a:cubicBezTo>
                    <a:pt x="92" y="88"/>
                    <a:pt x="91" y="93"/>
                    <a:pt x="91" y="93"/>
                  </a:cubicBezTo>
                  <a:cubicBezTo>
                    <a:pt x="91" y="127"/>
                    <a:pt x="74" y="156"/>
                    <a:pt x="68" y="162"/>
                  </a:cubicBezTo>
                  <a:cubicBezTo>
                    <a:pt x="68" y="162"/>
                    <a:pt x="69" y="168"/>
                    <a:pt x="69" y="173"/>
                  </a:cubicBezTo>
                  <a:cubicBezTo>
                    <a:pt x="69" y="174"/>
                    <a:pt x="69" y="174"/>
                    <a:pt x="69" y="174"/>
                  </a:cubicBezTo>
                  <a:cubicBezTo>
                    <a:pt x="68" y="185"/>
                    <a:pt x="63" y="193"/>
                    <a:pt x="60" y="19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11" name="Freeform 596">
              <a:extLst>
                <a:ext uri="{FF2B5EF4-FFF2-40B4-BE49-F238E27FC236}">
                  <a16:creationId xmlns:a16="http://schemas.microsoft.com/office/drawing/2014/main" id="{5400AC37-9F1C-4EDD-BC26-605FA48F7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529"/>
              <a:ext cx="105" cy="194"/>
            </a:xfrm>
            <a:custGeom>
              <a:avLst/>
              <a:gdLst>
                <a:gd name="T0" fmla="*/ 146 w 59"/>
                <a:gd name="T1" fmla="*/ 173 h 102"/>
                <a:gd name="T2" fmla="*/ 0 w 59"/>
                <a:gd name="T3" fmla="*/ 0 h 102"/>
                <a:gd name="T4" fmla="*/ 16 w 59"/>
                <a:gd name="T5" fmla="*/ 205 h 102"/>
                <a:gd name="T6" fmla="*/ 21 w 59"/>
                <a:gd name="T7" fmla="*/ 654 h 102"/>
                <a:gd name="T8" fmla="*/ 21 w 59"/>
                <a:gd name="T9" fmla="*/ 654 h 102"/>
                <a:gd name="T10" fmla="*/ 21 w 59"/>
                <a:gd name="T11" fmla="*/ 662 h 102"/>
                <a:gd name="T12" fmla="*/ 174 w 59"/>
                <a:gd name="T13" fmla="*/ 702 h 102"/>
                <a:gd name="T14" fmla="*/ 333 w 59"/>
                <a:gd name="T15" fmla="*/ 662 h 102"/>
                <a:gd name="T16" fmla="*/ 333 w 59"/>
                <a:gd name="T17" fmla="*/ 654 h 102"/>
                <a:gd name="T18" fmla="*/ 333 w 59"/>
                <a:gd name="T19" fmla="*/ 654 h 102"/>
                <a:gd name="T20" fmla="*/ 333 w 59"/>
                <a:gd name="T21" fmla="*/ 344 h 102"/>
                <a:gd name="T22" fmla="*/ 304 w 59"/>
                <a:gd name="T23" fmla="*/ 329 h 102"/>
                <a:gd name="T24" fmla="*/ 146 w 59"/>
                <a:gd name="T25" fmla="*/ 173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102">
                  <a:moveTo>
                    <a:pt x="26" y="25"/>
                  </a:moveTo>
                  <a:cubicBezTo>
                    <a:pt x="15" y="22"/>
                    <a:pt x="6" y="13"/>
                    <a:pt x="0" y="0"/>
                  </a:cubicBezTo>
                  <a:cubicBezTo>
                    <a:pt x="2" y="11"/>
                    <a:pt x="3" y="21"/>
                    <a:pt x="3" y="30"/>
                  </a:cubicBezTo>
                  <a:cubicBezTo>
                    <a:pt x="3" y="60"/>
                    <a:pt x="4" y="76"/>
                    <a:pt x="4" y="95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6"/>
                    <a:pt x="4" y="96"/>
                  </a:cubicBezTo>
                  <a:cubicBezTo>
                    <a:pt x="4" y="99"/>
                    <a:pt x="16" y="102"/>
                    <a:pt x="31" y="102"/>
                  </a:cubicBezTo>
                  <a:cubicBezTo>
                    <a:pt x="46" y="102"/>
                    <a:pt x="59" y="99"/>
                    <a:pt x="59" y="96"/>
                  </a:cubicBezTo>
                  <a:cubicBezTo>
                    <a:pt x="59" y="96"/>
                    <a:pt x="59" y="95"/>
                    <a:pt x="59" y="95"/>
                  </a:cubicBezTo>
                  <a:cubicBezTo>
                    <a:pt x="59" y="95"/>
                    <a:pt x="59" y="95"/>
                    <a:pt x="59" y="95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7" y="49"/>
                    <a:pt x="55" y="49"/>
                    <a:pt x="54" y="48"/>
                  </a:cubicBezTo>
                  <a:cubicBezTo>
                    <a:pt x="45" y="43"/>
                    <a:pt x="35" y="36"/>
                    <a:pt x="26" y="2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12" name="Freeform 597">
              <a:extLst>
                <a:ext uri="{FF2B5EF4-FFF2-40B4-BE49-F238E27FC236}">
                  <a16:creationId xmlns:a16="http://schemas.microsoft.com/office/drawing/2014/main" id="{D1673751-204F-406C-A741-57A0F12DC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215"/>
              <a:ext cx="68" cy="42"/>
            </a:xfrm>
            <a:custGeom>
              <a:avLst/>
              <a:gdLst>
                <a:gd name="T0" fmla="*/ 202 w 38"/>
                <a:gd name="T1" fmla="*/ 48 h 22"/>
                <a:gd name="T2" fmla="*/ 218 w 38"/>
                <a:gd name="T3" fmla="*/ 8 h 22"/>
                <a:gd name="T4" fmla="*/ 41 w 38"/>
                <a:gd name="T5" fmla="*/ 8 h 22"/>
                <a:gd name="T6" fmla="*/ 45 w 38"/>
                <a:gd name="T7" fmla="*/ 145 h 22"/>
                <a:gd name="T8" fmla="*/ 174 w 38"/>
                <a:gd name="T9" fmla="*/ 153 h 22"/>
                <a:gd name="T10" fmla="*/ 202 w 38"/>
                <a:gd name="T11" fmla="*/ 4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2">
                  <a:moveTo>
                    <a:pt x="35" y="7"/>
                  </a:moveTo>
                  <a:cubicBezTo>
                    <a:pt x="36" y="5"/>
                    <a:pt x="37" y="3"/>
                    <a:pt x="38" y="1"/>
                  </a:cubicBezTo>
                  <a:cubicBezTo>
                    <a:pt x="28" y="0"/>
                    <a:pt x="10" y="1"/>
                    <a:pt x="7" y="1"/>
                  </a:cubicBezTo>
                  <a:cubicBezTo>
                    <a:pt x="3" y="2"/>
                    <a:pt x="0" y="19"/>
                    <a:pt x="8" y="21"/>
                  </a:cubicBezTo>
                  <a:cubicBezTo>
                    <a:pt x="12" y="21"/>
                    <a:pt x="22" y="22"/>
                    <a:pt x="30" y="22"/>
                  </a:cubicBezTo>
                  <a:cubicBezTo>
                    <a:pt x="31" y="16"/>
                    <a:pt x="33" y="12"/>
                    <a:pt x="35" y="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13" name="Freeform 598">
              <a:extLst>
                <a:ext uri="{FF2B5EF4-FFF2-40B4-BE49-F238E27FC236}">
                  <a16:creationId xmlns:a16="http://schemas.microsoft.com/office/drawing/2014/main" id="{AF49AD62-F0D3-452A-B68D-F631D5A17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172"/>
              <a:ext cx="69" cy="38"/>
            </a:xfrm>
            <a:custGeom>
              <a:avLst/>
              <a:gdLst>
                <a:gd name="T0" fmla="*/ 216 w 39"/>
                <a:gd name="T1" fmla="*/ 0 h 20"/>
                <a:gd name="T2" fmla="*/ 216 w 39"/>
                <a:gd name="T3" fmla="*/ 0 h 20"/>
                <a:gd name="T4" fmla="*/ 28 w 39"/>
                <a:gd name="T5" fmla="*/ 0 h 20"/>
                <a:gd name="T6" fmla="*/ 34 w 39"/>
                <a:gd name="T7" fmla="*/ 129 h 20"/>
                <a:gd name="T8" fmla="*/ 182 w 39"/>
                <a:gd name="T9" fmla="*/ 137 h 20"/>
                <a:gd name="T10" fmla="*/ 216 w 3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0"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6" y="0"/>
                    <a:pt x="9" y="0"/>
                    <a:pt x="5" y="0"/>
                  </a:cubicBezTo>
                  <a:cubicBezTo>
                    <a:pt x="0" y="3"/>
                    <a:pt x="0" y="18"/>
                    <a:pt x="6" y="19"/>
                  </a:cubicBezTo>
                  <a:cubicBezTo>
                    <a:pt x="9" y="20"/>
                    <a:pt x="24" y="20"/>
                    <a:pt x="33" y="20"/>
                  </a:cubicBezTo>
                  <a:cubicBezTo>
                    <a:pt x="37" y="9"/>
                    <a:pt x="36" y="4"/>
                    <a:pt x="39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14" name="Freeform 599">
              <a:extLst>
                <a:ext uri="{FF2B5EF4-FFF2-40B4-BE49-F238E27FC236}">
                  <a16:creationId xmlns:a16="http://schemas.microsoft.com/office/drawing/2014/main" id="{822B3B62-89C3-4F48-BF0E-963AFCD394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83" y="3134"/>
              <a:ext cx="77" cy="89"/>
            </a:xfrm>
            <a:custGeom>
              <a:avLst/>
              <a:gdLst>
                <a:gd name="T0" fmla="*/ 150 w 43"/>
                <a:gd name="T1" fmla="*/ 229 h 47"/>
                <a:gd name="T2" fmla="*/ 179 w 43"/>
                <a:gd name="T3" fmla="*/ 320 h 47"/>
                <a:gd name="T4" fmla="*/ 211 w 43"/>
                <a:gd name="T5" fmla="*/ 273 h 47"/>
                <a:gd name="T6" fmla="*/ 190 w 43"/>
                <a:gd name="T7" fmla="*/ 157 h 47"/>
                <a:gd name="T8" fmla="*/ 122 w 43"/>
                <a:gd name="T9" fmla="*/ 176 h 47"/>
                <a:gd name="T10" fmla="*/ 150 w 43"/>
                <a:gd name="T11" fmla="*/ 229 h 47"/>
                <a:gd name="T12" fmla="*/ 102 w 43"/>
                <a:gd name="T13" fmla="*/ 151 h 47"/>
                <a:gd name="T14" fmla="*/ 167 w 43"/>
                <a:gd name="T15" fmla="*/ 100 h 47"/>
                <a:gd name="T16" fmla="*/ 145 w 43"/>
                <a:gd name="T17" fmla="*/ 0 h 47"/>
                <a:gd name="T18" fmla="*/ 0 w 43"/>
                <a:gd name="T19" fmla="*/ 47 h 47"/>
                <a:gd name="T20" fmla="*/ 13 w 43"/>
                <a:gd name="T21" fmla="*/ 40 h 47"/>
                <a:gd name="T22" fmla="*/ 102 w 43"/>
                <a:gd name="T23" fmla="*/ 151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47">
                  <a:moveTo>
                    <a:pt x="26" y="34"/>
                  </a:moveTo>
                  <a:cubicBezTo>
                    <a:pt x="28" y="39"/>
                    <a:pt x="30" y="43"/>
                    <a:pt x="31" y="47"/>
                  </a:cubicBezTo>
                  <a:cubicBezTo>
                    <a:pt x="33" y="44"/>
                    <a:pt x="35" y="41"/>
                    <a:pt x="37" y="40"/>
                  </a:cubicBezTo>
                  <a:cubicBezTo>
                    <a:pt x="43" y="36"/>
                    <a:pt x="38" y="23"/>
                    <a:pt x="33" y="23"/>
                  </a:cubicBezTo>
                  <a:cubicBezTo>
                    <a:pt x="30" y="23"/>
                    <a:pt x="27" y="23"/>
                    <a:pt x="21" y="26"/>
                  </a:cubicBezTo>
                  <a:cubicBezTo>
                    <a:pt x="22" y="29"/>
                    <a:pt x="24" y="31"/>
                    <a:pt x="26" y="34"/>
                  </a:cubicBezTo>
                  <a:close/>
                  <a:moveTo>
                    <a:pt x="18" y="22"/>
                  </a:moveTo>
                  <a:cubicBezTo>
                    <a:pt x="20" y="20"/>
                    <a:pt x="24" y="18"/>
                    <a:pt x="29" y="15"/>
                  </a:cubicBezTo>
                  <a:cubicBezTo>
                    <a:pt x="32" y="12"/>
                    <a:pt x="32" y="3"/>
                    <a:pt x="25" y="0"/>
                  </a:cubicBezTo>
                  <a:cubicBezTo>
                    <a:pt x="25" y="0"/>
                    <a:pt x="9" y="1"/>
                    <a:pt x="0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7" y="8"/>
                    <a:pt x="13" y="14"/>
                    <a:pt x="18" y="2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15" name="Freeform 600">
              <a:extLst>
                <a:ext uri="{FF2B5EF4-FFF2-40B4-BE49-F238E27FC236}">
                  <a16:creationId xmlns:a16="http://schemas.microsoft.com/office/drawing/2014/main" id="{5B28529C-841C-4A9E-ABA4-ABB1CE7A9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3012"/>
              <a:ext cx="260" cy="260"/>
            </a:xfrm>
            <a:custGeom>
              <a:avLst/>
              <a:gdLst>
                <a:gd name="T0" fmla="*/ 296 w 146"/>
                <a:gd name="T1" fmla="*/ 922 h 137"/>
                <a:gd name="T2" fmla="*/ 276 w 146"/>
                <a:gd name="T3" fmla="*/ 862 h 137"/>
                <a:gd name="T4" fmla="*/ 276 w 146"/>
                <a:gd name="T5" fmla="*/ 839 h 137"/>
                <a:gd name="T6" fmla="*/ 281 w 146"/>
                <a:gd name="T7" fmla="*/ 827 h 137"/>
                <a:gd name="T8" fmla="*/ 296 w 146"/>
                <a:gd name="T9" fmla="*/ 767 h 137"/>
                <a:gd name="T10" fmla="*/ 333 w 146"/>
                <a:gd name="T11" fmla="*/ 594 h 137"/>
                <a:gd name="T12" fmla="*/ 340 w 146"/>
                <a:gd name="T13" fmla="*/ 573 h 137"/>
                <a:gd name="T14" fmla="*/ 340 w 146"/>
                <a:gd name="T15" fmla="*/ 569 h 137"/>
                <a:gd name="T16" fmla="*/ 345 w 146"/>
                <a:gd name="T17" fmla="*/ 562 h 137"/>
                <a:gd name="T18" fmla="*/ 345 w 146"/>
                <a:gd name="T19" fmla="*/ 554 h 137"/>
                <a:gd name="T20" fmla="*/ 349 w 146"/>
                <a:gd name="T21" fmla="*/ 541 h 137"/>
                <a:gd name="T22" fmla="*/ 349 w 146"/>
                <a:gd name="T23" fmla="*/ 533 h 137"/>
                <a:gd name="T24" fmla="*/ 354 w 146"/>
                <a:gd name="T25" fmla="*/ 526 h 137"/>
                <a:gd name="T26" fmla="*/ 354 w 146"/>
                <a:gd name="T27" fmla="*/ 518 h 137"/>
                <a:gd name="T28" fmla="*/ 362 w 146"/>
                <a:gd name="T29" fmla="*/ 511 h 137"/>
                <a:gd name="T30" fmla="*/ 362 w 146"/>
                <a:gd name="T31" fmla="*/ 505 h 137"/>
                <a:gd name="T32" fmla="*/ 369 w 146"/>
                <a:gd name="T33" fmla="*/ 501 h 137"/>
                <a:gd name="T34" fmla="*/ 369 w 146"/>
                <a:gd name="T35" fmla="*/ 493 h 137"/>
                <a:gd name="T36" fmla="*/ 374 w 146"/>
                <a:gd name="T37" fmla="*/ 486 h 137"/>
                <a:gd name="T38" fmla="*/ 374 w 146"/>
                <a:gd name="T39" fmla="*/ 478 h 137"/>
                <a:gd name="T40" fmla="*/ 378 w 146"/>
                <a:gd name="T41" fmla="*/ 473 h 137"/>
                <a:gd name="T42" fmla="*/ 378 w 146"/>
                <a:gd name="T43" fmla="*/ 465 h 137"/>
                <a:gd name="T44" fmla="*/ 383 w 146"/>
                <a:gd name="T45" fmla="*/ 457 h 137"/>
                <a:gd name="T46" fmla="*/ 383 w 146"/>
                <a:gd name="T47" fmla="*/ 450 h 137"/>
                <a:gd name="T48" fmla="*/ 390 w 146"/>
                <a:gd name="T49" fmla="*/ 442 h 137"/>
                <a:gd name="T50" fmla="*/ 390 w 146"/>
                <a:gd name="T51" fmla="*/ 436 h 137"/>
                <a:gd name="T52" fmla="*/ 397 w 146"/>
                <a:gd name="T53" fmla="*/ 433 h 137"/>
                <a:gd name="T54" fmla="*/ 397 w 146"/>
                <a:gd name="T55" fmla="*/ 433 h 137"/>
                <a:gd name="T56" fmla="*/ 399 w 146"/>
                <a:gd name="T57" fmla="*/ 425 h 137"/>
                <a:gd name="T58" fmla="*/ 406 w 146"/>
                <a:gd name="T59" fmla="*/ 418 h 137"/>
                <a:gd name="T60" fmla="*/ 406 w 146"/>
                <a:gd name="T61" fmla="*/ 410 h 137"/>
                <a:gd name="T62" fmla="*/ 413 w 146"/>
                <a:gd name="T63" fmla="*/ 410 h 137"/>
                <a:gd name="T64" fmla="*/ 413 w 146"/>
                <a:gd name="T65" fmla="*/ 404 h 137"/>
                <a:gd name="T66" fmla="*/ 418 w 146"/>
                <a:gd name="T67" fmla="*/ 397 h 137"/>
                <a:gd name="T68" fmla="*/ 426 w 146"/>
                <a:gd name="T69" fmla="*/ 389 h 137"/>
                <a:gd name="T70" fmla="*/ 426 w 146"/>
                <a:gd name="T71" fmla="*/ 389 h 137"/>
                <a:gd name="T72" fmla="*/ 427 w 146"/>
                <a:gd name="T73" fmla="*/ 381 h 137"/>
                <a:gd name="T74" fmla="*/ 427 w 146"/>
                <a:gd name="T75" fmla="*/ 381 h 137"/>
                <a:gd name="T76" fmla="*/ 427 w 146"/>
                <a:gd name="T77" fmla="*/ 381 h 137"/>
                <a:gd name="T78" fmla="*/ 780 w 146"/>
                <a:gd name="T79" fmla="*/ 313 h 137"/>
                <a:gd name="T80" fmla="*/ 789 w 146"/>
                <a:gd name="T81" fmla="*/ 192 h 137"/>
                <a:gd name="T82" fmla="*/ 657 w 146"/>
                <a:gd name="T83" fmla="*/ 169 h 137"/>
                <a:gd name="T84" fmla="*/ 787 w 146"/>
                <a:gd name="T85" fmla="*/ 159 h 137"/>
                <a:gd name="T86" fmla="*/ 789 w 146"/>
                <a:gd name="T87" fmla="*/ 15 h 137"/>
                <a:gd name="T88" fmla="*/ 345 w 146"/>
                <a:gd name="T89" fmla="*/ 15 h 137"/>
                <a:gd name="T90" fmla="*/ 232 w 146"/>
                <a:gd name="T91" fmla="*/ 21 h 137"/>
                <a:gd name="T92" fmla="*/ 232 w 146"/>
                <a:gd name="T93" fmla="*/ 21 h 137"/>
                <a:gd name="T94" fmla="*/ 232 w 146"/>
                <a:gd name="T95" fmla="*/ 21 h 137"/>
                <a:gd name="T96" fmla="*/ 146 w 146"/>
                <a:gd name="T97" fmla="*/ 0 h 137"/>
                <a:gd name="T98" fmla="*/ 146 w 146"/>
                <a:gd name="T99" fmla="*/ 0 h 137"/>
                <a:gd name="T100" fmla="*/ 80 w 146"/>
                <a:gd name="T101" fmla="*/ 328 h 137"/>
                <a:gd name="T102" fmla="*/ 85 w 146"/>
                <a:gd name="T103" fmla="*/ 328 h 137"/>
                <a:gd name="T104" fmla="*/ 94 w 146"/>
                <a:gd name="T105" fmla="*/ 404 h 137"/>
                <a:gd name="T106" fmla="*/ 94 w 146"/>
                <a:gd name="T107" fmla="*/ 404 h 137"/>
                <a:gd name="T108" fmla="*/ 94 w 146"/>
                <a:gd name="T109" fmla="*/ 404 h 137"/>
                <a:gd name="T110" fmla="*/ 64 w 146"/>
                <a:gd name="T111" fmla="*/ 526 h 137"/>
                <a:gd name="T112" fmla="*/ 0 w 146"/>
                <a:gd name="T113" fmla="*/ 936 h 13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6" h="137">
                  <a:moveTo>
                    <a:pt x="52" y="135"/>
                  </a:moveTo>
                  <a:cubicBezTo>
                    <a:pt x="50" y="132"/>
                    <a:pt x="50" y="129"/>
                    <a:pt x="49" y="126"/>
                  </a:cubicBezTo>
                  <a:cubicBezTo>
                    <a:pt x="49" y="125"/>
                    <a:pt x="49" y="124"/>
                    <a:pt x="49" y="123"/>
                  </a:cubicBezTo>
                  <a:cubicBezTo>
                    <a:pt x="49" y="122"/>
                    <a:pt x="50" y="122"/>
                    <a:pt x="50" y="121"/>
                  </a:cubicBezTo>
                  <a:cubicBezTo>
                    <a:pt x="50" y="118"/>
                    <a:pt x="51" y="115"/>
                    <a:pt x="52" y="112"/>
                  </a:cubicBezTo>
                  <a:cubicBezTo>
                    <a:pt x="53" y="103"/>
                    <a:pt x="56" y="96"/>
                    <a:pt x="59" y="87"/>
                  </a:cubicBezTo>
                  <a:cubicBezTo>
                    <a:pt x="59" y="86"/>
                    <a:pt x="60" y="85"/>
                    <a:pt x="60" y="84"/>
                  </a:cubicBezTo>
                  <a:cubicBezTo>
                    <a:pt x="60" y="84"/>
                    <a:pt x="60" y="84"/>
                    <a:pt x="60" y="83"/>
                  </a:cubicBezTo>
                  <a:cubicBezTo>
                    <a:pt x="60" y="83"/>
                    <a:pt x="61" y="82"/>
                    <a:pt x="61" y="82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1" y="80"/>
                    <a:pt x="62" y="80"/>
                    <a:pt x="62" y="79"/>
                  </a:cubicBezTo>
                  <a:cubicBezTo>
                    <a:pt x="62" y="79"/>
                    <a:pt x="62" y="79"/>
                    <a:pt x="62" y="78"/>
                  </a:cubicBezTo>
                  <a:cubicBezTo>
                    <a:pt x="62" y="78"/>
                    <a:pt x="62" y="77"/>
                    <a:pt x="63" y="77"/>
                  </a:cubicBezTo>
                  <a:cubicBezTo>
                    <a:pt x="63" y="77"/>
                    <a:pt x="63" y="76"/>
                    <a:pt x="63" y="76"/>
                  </a:cubicBezTo>
                  <a:cubicBezTo>
                    <a:pt x="63" y="76"/>
                    <a:pt x="63" y="75"/>
                    <a:pt x="64" y="75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64" y="73"/>
                    <a:pt x="64" y="73"/>
                    <a:pt x="65" y="73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5" y="71"/>
                    <a:pt x="65" y="71"/>
                    <a:pt x="66" y="71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69"/>
                    <a:pt x="66" y="69"/>
                    <a:pt x="67" y="69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7"/>
                    <a:pt x="68" y="67"/>
                    <a:pt x="68" y="67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69" y="65"/>
                    <a:pt x="69" y="65"/>
                  </a:cubicBezTo>
                  <a:cubicBezTo>
                    <a:pt x="69" y="65"/>
                    <a:pt x="69" y="64"/>
                    <a:pt x="69" y="64"/>
                  </a:cubicBezTo>
                  <a:cubicBezTo>
                    <a:pt x="70" y="64"/>
                    <a:pt x="70" y="64"/>
                    <a:pt x="70" y="63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1" y="61"/>
                    <a:pt x="71" y="61"/>
                    <a:pt x="72" y="61"/>
                  </a:cubicBezTo>
                  <a:cubicBezTo>
                    <a:pt x="72" y="61"/>
                    <a:pt x="72" y="60"/>
                    <a:pt x="72" y="60"/>
                  </a:cubicBezTo>
                  <a:cubicBezTo>
                    <a:pt x="72" y="60"/>
                    <a:pt x="73" y="60"/>
                    <a:pt x="73" y="60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4" y="59"/>
                    <a:pt x="74" y="58"/>
                    <a:pt x="74" y="58"/>
                  </a:cubicBezTo>
                  <a:cubicBezTo>
                    <a:pt x="74" y="58"/>
                    <a:pt x="74" y="58"/>
                    <a:pt x="75" y="57"/>
                  </a:cubicBezTo>
                  <a:cubicBezTo>
                    <a:pt x="75" y="57"/>
                    <a:pt x="75" y="57"/>
                    <a:pt x="75" y="57"/>
                  </a:cubicBezTo>
                  <a:cubicBezTo>
                    <a:pt x="75" y="57"/>
                    <a:pt x="76" y="56"/>
                    <a:pt x="76" y="56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95" y="37"/>
                    <a:pt x="121" y="47"/>
                    <a:pt x="138" y="46"/>
                  </a:cubicBezTo>
                  <a:cubicBezTo>
                    <a:pt x="143" y="44"/>
                    <a:pt x="144" y="29"/>
                    <a:pt x="140" y="28"/>
                  </a:cubicBezTo>
                  <a:cubicBezTo>
                    <a:pt x="140" y="28"/>
                    <a:pt x="135" y="26"/>
                    <a:pt x="116" y="25"/>
                  </a:cubicBezTo>
                  <a:cubicBezTo>
                    <a:pt x="116" y="25"/>
                    <a:pt x="129" y="23"/>
                    <a:pt x="139" y="23"/>
                  </a:cubicBezTo>
                  <a:cubicBezTo>
                    <a:pt x="145" y="22"/>
                    <a:pt x="146" y="5"/>
                    <a:pt x="140" y="2"/>
                  </a:cubicBezTo>
                  <a:cubicBezTo>
                    <a:pt x="118" y="2"/>
                    <a:pt x="84" y="0"/>
                    <a:pt x="61" y="2"/>
                  </a:cubicBezTo>
                  <a:cubicBezTo>
                    <a:pt x="53" y="2"/>
                    <a:pt x="47" y="3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34" y="3"/>
                    <a:pt x="30" y="2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7" y="4"/>
                    <a:pt x="8" y="18"/>
                    <a:pt x="14" y="48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8" y="50"/>
                    <a:pt x="19" y="52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63"/>
                    <a:pt x="14" y="69"/>
                    <a:pt x="11" y="77"/>
                  </a:cubicBezTo>
                  <a:cubicBezTo>
                    <a:pt x="3" y="97"/>
                    <a:pt x="0" y="119"/>
                    <a:pt x="0" y="13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16" name="Freeform 601">
              <a:extLst>
                <a:ext uri="{FF2B5EF4-FFF2-40B4-BE49-F238E27FC236}">
                  <a16:creationId xmlns:a16="http://schemas.microsoft.com/office/drawing/2014/main" id="{7FFFD7BB-95B5-4254-BD59-DE7C86AD9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289"/>
              <a:ext cx="13" cy="18"/>
            </a:xfrm>
            <a:custGeom>
              <a:avLst/>
              <a:gdLst>
                <a:gd name="T0" fmla="*/ 45 w 7"/>
                <a:gd name="T1" fmla="*/ 0 h 9"/>
                <a:gd name="T2" fmla="*/ 0 w 7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7" y="5"/>
                    <a:pt x="5" y="6"/>
                    <a:pt x="0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17" name="Freeform 602">
              <a:extLst>
                <a:ext uri="{FF2B5EF4-FFF2-40B4-BE49-F238E27FC236}">
                  <a16:creationId xmlns:a16="http://schemas.microsoft.com/office/drawing/2014/main" id="{9EDB624C-9C52-4304-812C-97A963F50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3434"/>
              <a:ext cx="3" cy="27"/>
            </a:xfrm>
            <a:custGeom>
              <a:avLst/>
              <a:gdLst>
                <a:gd name="T0" fmla="*/ 5 w 2"/>
                <a:gd name="T1" fmla="*/ 0 h 14"/>
                <a:gd name="T2" fmla="*/ 5 w 2"/>
                <a:gd name="T3" fmla="*/ 10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1" y="0"/>
                  </a:moveTo>
                  <a:cubicBezTo>
                    <a:pt x="2" y="3"/>
                    <a:pt x="0" y="4"/>
                    <a:pt x="1" y="1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18" name="Freeform 603">
              <a:extLst>
                <a:ext uri="{FF2B5EF4-FFF2-40B4-BE49-F238E27FC236}">
                  <a16:creationId xmlns:a16="http://schemas.microsoft.com/office/drawing/2014/main" id="{A4CEEA80-AC73-40E6-9667-AA61F7F6D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297"/>
              <a:ext cx="11" cy="17"/>
            </a:xfrm>
            <a:custGeom>
              <a:avLst/>
              <a:gdLst>
                <a:gd name="T0" fmla="*/ 0 w 6"/>
                <a:gd name="T1" fmla="*/ 0 h 9"/>
                <a:gd name="T2" fmla="*/ 37 w 6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2" y="6"/>
                    <a:pt x="3" y="4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19" name="Freeform 604">
              <a:extLst>
                <a:ext uri="{FF2B5EF4-FFF2-40B4-BE49-F238E27FC236}">
                  <a16:creationId xmlns:a16="http://schemas.microsoft.com/office/drawing/2014/main" id="{AC56A44E-E88D-46F4-BB36-727291463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3154"/>
              <a:ext cx="19" cy="12"/>
            </a:xfrm>
            <a:custGeom>
              <a:avLst/>
              <a:gdLst>
                <a:gd name="T0" fmla="*/ 0 w 11"/>
                <a:gd name="T1" fmla="*/ 40 h 6"/>
                <a:gd name="T2" fmla="*/ 57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5"/>
                  </a:moveTo>
                  <a:cubicBezTo>
                    <a:pt x="3" y="6"/>
                    <a:pt x="2" y="1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20" name="Freeform 605">
              <a:extLst>
                <a:ext uri="{FF2B5EF4-FFF2-40B4-BE49-F238E27FC236}">
                  <a16:creationId xmlns:a16="http://schemas.microsoft.com/office/drawing/2014/main" id="{13120821-EEB4-4852-9B55-3B09E6DD9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269"/>
              <a:ext cx="21" cy="28"/>
            </a:xfrm>
            <a:custGeom>
              <a:avLst/>
              <a:gdLst>
                <a:gd name="T0" fmla="*/ 0 w 12"/>
                <a:gd name="T1" fmla="*/ 0 h 15"/>
                <a:gd name="T2" fmla="*/ 65 w 12"/>
                <a:gd name="T3" fmla="*/ 9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3" y="2"/>
                    <a:pt x="7" y="10"/>
                    <a:pt x="12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21" name="Freeform 606">
              <a:extLst>
                <a:ext uri="{FF2B5EF4-FFF2-40B4-BE49-F238E27FC236}">
                  <a16:creationId xmlns:a16="http://schemas.microsoft.com/office/drawing/2014/main" id="{A74B0B8A-4886-49CC-B039-071631B94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35"/>
              <a:ext cx="34" cy="12"/>
            </a:xfrm>
            <a:custGeom>
              <a:avLst/>
              <a:gdLst>
                <a:gd name="T0" fmla="*/ 0 w 19"/>
                <a:gd name="T1" fmla="*/ 0 h 6"/>
                <a:gd name="T2" fmla="*/ 109 w 19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4" y="3"/>
                    <a:pt x="9" y="4"/>
                    <a:pt x="19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22" name="Freeform 607">
              <a:extLst>
                <a:ext uri="{FF2B5EF4-FFF2-40B4-BE49-F238E27FC236}">
                  <a16:creationId xmlns:a16="http://schemas.microsoft.com/office/drawing/2014/main" id="{3CC84A6A-0D8B-49C3-AD1B-A784C6442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291"/>
              <a:ext cx="19" cy="8"/>
            </a:xfrm>
            <a:custGeom>
              <a:avLst/>
              <a:gdLst>
                <a:gd name="T0" fmla="*/ 0 w 11"/>
                <a:gd name="T1" fmla="*/ 0 h 4"/>
                <a:gd name="T2" fmla="*/ 57 w 1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3" y="4"/>
                    <a:pt x="5" y="4"/>
                    <a:pt x="11" y="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23" name="Freeform 608">
              <a:extLst>
                <a:ext uri="{FF2B5EF4-FFF2-40B4-BE49-F238E27FC236}">
                  <a16:creationId xmlns:a16="http://schemas.microsoft.com/office/drawing/2014/main" id="{195AABB4-D261-43BF-847B-A0DC59B25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288"/>
              <a:ext cx="16" cy="11"/>
            </a:xfrm>
            <a:custGeom>
              <a:avLst/>
              <a:gdLst>
                <a:gd name="T0" fmla="*/ 21 w 9"/>
                <a:gd name="T1" fmla="*/ 13 h 6"/>
                <a:gd name="T2" fmla="*/ 37 w 9"/>
                <a:gd name="T3" fmla="*/ 37 h 6"/>
                <a:gd name="T4" fmla="*/ 0 w 9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4" y="2"/>
                  </a:moveTo>
                  <a:cubicBezTo>
                    <a:pt x="7" y="0"/>
                    <a:pt x="9" y="3"/>
                    <a:pt x="7" y="6"/>
                  </a:cubicBezTo>
                  <a:cubicBezTo>
                    <a:pt x="5" y="6"/>
                    <a:pt x="1" y="5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CCB1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24" name="Freeform 609">
              <a:extLst>
                <a:ext uri="{FF2B5EF4-FFF2-40B4-BE49-F238E27FC236}">
                  <a16:creationId xmlns:a16="http://schemas.microsoft.com/office/drawing/2014/main" id="{8BDA5758-3B4C-4463-82AF-F3EFACC4C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135"/>
              <a:ext cx="11" cy="16"/>
            </a:xfrm>
            <a:custGeom>
              <a:avLst/>
              <a:gdLst>
                <a:gd name="T0" fmla="*/ 7 w 6"/>
                <a:gd name="T1" fmla="*/ 0 h 8"/>
                <a:gd name="T2" fmla="*/ 7 w 6"/>
                <a:gd name="T3" fmla="*/ 64 h 8"/>
                <a:gd name="T4" fmla="*/ 37 w 6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0" y="2"/>
                    <a:pt x="0" y="5"/>
                    <a:pt x="1" y="8"/>
                  </a:cubicBezTo>
                  <a:cubicBezTo>
                    <a:pt x="3" y="7"/>
                    <a:pt x="6" y="3"/>
                    <a:pt x="6" y="1"/>
                  </a:cubicBezTo>
                </a:path>
              </a:pathLst>
            </a:custGeom>
            <a:noFill/>
            <a:ln w="11113" cap="flat">
              <a:solidFill>
                <a:srgbClr val="CCB1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25" name="Freeform 610">
              <a:extLst>
                <a:ext uri="{FF2B5EF4-FFF2-40B4-BE49-F238E27FC236}">
                  <a16:creationId xmlns:a16="http://schemas.microsoft.com/office/drawing/2014/main" id="{202DBCCE-0142-49A3-8495-D406254A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297"/>
              <a:ext cx="10" cy="19"/>
            </a:xfrm>
            <a:custGeom>
              <a:avLst/>
              <a:gdLst>
                <a:gd name="T0" fmla="*/ 22 w 6"/>
                <a:gd name="T1" fmla="*/ 0 h 10"/>
                <a:gd name="T2" fmla="*/ 0 w 6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5" y="0"/>
                  </a:moveTo>
                  <a:cubicBezTo>
                    <a:pt x="6" y="5"/>
                    <a:pt x="4" y="7"/>
                    <a:pt x="0" y="10"/>
                  </a:cubicBezTo>
                </a:path>
              </a:pathLst>
            </a:custGeom>
            <a:noFill/>
            <a:ln w="11113" cap="flat">
              <a:solidFill>
                <a:srgbClr val="CCB1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26" name="Freeform 611">
              <a:extLst>
                <a:ext uri="{FF2B5EF4-FFF2-40B4-BE49-F238E27FC236}">
                  <a16:creationId xmlns:a16="http://schemas.microsoft.com/office/drawing/2014/main" id="{2F0D91D7-86A2-452F-8516-360E44730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434"/>
              <a:ext cx="14" cy="13"/>
            </a:xfrm>
            <a:custGeom>
              <a:avLst/>
              <a:gdLst>
                <a:gd name="T0" fmla="*/ 21 w 8"/>
                <a:gd name="T1" fmla="*/ 7 h 7"/>
                <a:gd name="T2" fmla="*/ 44 w 8"/>
                <a:gd name="T3" fmla="*/ 24 h 7"/>
                <a:gd name="T4" fmla="*/ 0 w 8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6" y="0"/>
                    <a:pt x="8" y="2"/>
                    <a:pt x="8" y="4"/>
                  </a:cubicBezTo>
                  <a:cubicBezTo>
                    <a:pt x="7" y="6"/>
                    <a:pt x="2" y="7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CCB1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27" name="Freeform 612">
              <a:extLst>
                <a:ext uri="{FF2B5EF4-FFF2-40B4-BE49-F238E27FC236}">
                  <a16:creationId xmlns:a16="http://schemas.microsoft.com/office/drawing/2014/main" id="{7230AF32-0A0E-4368-82CD-139921A6F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508"/>
              <a:ext cx="10" cy="21"/>
            </a:xfrm>
            <a:custGeom>
              <a:avLst/>
              <a:gdLst>
                <a:gd name="T0" fmla="*/ 0 w 6"/>
                <a:gd name="T1" fmla="*/ 36 h 11"/>
                <a:gd name="T2" fmla="*/ 20 w 6"/>
                <a:gd name="T3" fmla="*/ 0 h 11"/>
                <a:gd name="T4" fmla="*/ 0 w 6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0" y="5"/>
                  </a:moveTo>
                  <a:cubicBezTo>
                    <a:pt x="1" y="2"/>
                    <a:pt x="2" y="0"/>
                    <a:pt x="4" y="0"/>
                  </a:cubicBezTo>
                  <a:cubicBezTo>
                    <a:pt x="6" y="5"/>
                    <a:pt x="3" y="8"/>
                    <a:pt x="0" y="11"/>
                  </a:cubicBezTo>
                </a:path>
              </a:pathLst>
            </a:custGeom>
            <a:noFill/>
            <a:ln w="11113" cap="flat">
              <a:solidFill>
                <a:srgbClr val="CCB1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28" name="Freeform 613">
              <a:extLst>
                <a:ext uri="{FF2B5EF4-FFF2-40B4-BE49-F238E27FC236}">
                  <a16:creationId xmlns:a16="http://schemas.microsoft.com/office/drawing/2014/main" id="{6B2DA1AF-3120-4DBF-9712-AE8ADC575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269"/>
              <a:ext cx="153" cy="406"/>
            </a:xfrm>
            <a:custGeom>
              <a:avLst/>
              <a:gdLst>
                <a:gd name="T0" fmla="*/ 422 w 86"/>
                <a:gd name="T1" fmla="*/ 1364 h 214"/>
                <a:gd name="T2" fmla="*/ 399 w 86"/>
                <a:gd name="T3" fmla="*/ 1256 h 214"/>
                <a:gd name="T4" fmla="*/ 338 w 86"/>
                <a:gd name="T5" fmla="*/ 1163 h 214"/>
                <a:gd name="T6" fmla="*/ 297 w 86"/>
                <a:gd name="T7" fmla="*/ 1030 h 214"/>
                <a:gd name="T8" fmla="*/ 231 w 86"/>
                <a:gd name="T9" fmla="*/ 821 h 214"/>
                <a:gd name="T10" fmla="*/ 165 w 86"/>
                <a:gd name="T11" fmla="*/ 634 h 214"/>
                <a:gd name="T12" fmla="*/ 89 w 86"/>
                <a:gd name="T13" fmla="*/ 821 h 214"/>
                <a:gd name="T14" fmla="*/ 66 w 86"/>
                <a:gd name="T15" fmla="*/ 964 h 214"/>
                <a:gd name="T16" fmla="*/ 101 w 86"/>
                <a:gd name="T17" fmla="*/ 1203 h 214"/>
                <a:gd name="T18" fmla="*/ 165 w 86"/>
                <a:gd name="T19" fmla="*/ 1311 h 214"/>
                <a:gd name="T20" fmla="*/ 130 w 86"/>
                <a:gd name="T21" fmla="*/ 1317 h 214"/>
                <a:gd name="T22" fmla="*/ 66 w 86"/>
                <a:gd name="T23" fmla="*/ 1203 h 214"/>
                <a:gd name="T24" fmla="*/ 36 w 86"/>
                <a:gd name="T25" fmla="*/ 950 h 214"/>
                <a:gd name="T26" fmla="*/ 57 w 86"/>
                <a:gd name="T27" fmla="*/ 806 h 214"/>
                <a:gd name="T28" fmla="*/ 137 w 86"/>
                <a:gd name="T29" fmla="*/ 594 h 214"/>
                <a:gd name="T30" fmla="*/ 208 w 86"/>
                <a:gd name="T31" fmla="*/ 374 h 214"/>
                <a:gd name="T32" fmla="*/ 276 w 86"/>
                <a:gd name="T33" fmla="*/ 165 h 214"/>
                <a:gd name="T34" fmla="*/ 265 w 86"/>
                <a:gd name="T35" fmla="*/ 8 h 214"/>
                <a:gd name="T36" fmla="*/ 310 w 86"/>
                <a:gd name="T37" fmla="*/ 152 h 214"/>
                <a:gd name="T38" fmla="*/ 237 w 86"/>
                <a:gd name="T39" fmla="*/ 397 h 214"/>
                <a:gd name="T40" fmla="*/ 215 w 86"/>
                <a:gd name="T41" fmla="*/ 546 h 214"/>
                <a:gd name="T42" fmla="*/ 224 w 86"/>
                <a:gd name="T43" fmla="*/ 702 h 214"/>
                <a:gd name="T44" fmla="*/ 317 w 86"/>
                <a:gd name="T45" fmla="*/ 799 h 214"/>
                <a:gd name="T46" fmla="*/ 383 w 86"/>
                <a:gd name="T47" fmla="*/ 907 h 214"/>
                <a:gd name="T48" fmla="*/ 484 w 86"/>
                <a:gd name="T49" fmla="*/ 968 h 214"/>
                <a:gd name="T50" fmla="*/ 349 w 86"/>
                <a:gd name="T51" fmla="*/ 914 h 214"/>
                <a:gd name="T52" fmla="*/ 297 w 86"/>
                <a:gd name="T53" fmla="*/ 839 h 214"/>
                <a:gd name="T54" fmla="*/ 265 w 86"/>
                <a:gd name="T55" fmla="*/ 827 h 214"/>
                <a:gd name="T56" fmla="*/ 320 w 86"/>
                <a:gd name="T57" fmla="*/ 998 h 214"/>
                <a:gd name="T58" fmla="*/ 377 w 86"/>
                <a:gd name="T59" fmla="*/ 1163 h 214"/>
                <a:gd name="T60" fmla="*/ 406 w 86"/>
                <a:gd name="T61" fmla="*/ 1216 h 214"/>
                <a:gd name="T62" fmla="*/ 463 w 86"/>
                <a:gd name="T63" fmla="*/ 1324 h 214"/>
                <a:gd name="T64" fmla="*/ 468 w 86"/>
                <a:gd name="T65" fmla="*/ 1440 h 2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6" h="214">
                  <a:moveTo>
                    <a:pt x="83" y="211"/>
                  </a:moveTo>
                  <a:cubicBezTo>
                    <a:pt x="72" y="214"/>
                    <a:pt x="72" y="205"/>
                    <a:pt x="75" y="200"/>
                  </a:cubicBezTo>
                  <a:cubicBezTo>
                    <a:pt x="78" y="194"/>
                    <a:pt x="77" y="190"/>
                    <a:pt x="76" y="185"/>
                  </a:cubicBezTo>
                  <a:cubicBezTo>
                    <a:pt x="76" y="184"/>
                    <a:pt x="76" y="184"/>
                    <a:pt x="71" y="184"/>
                  </a:cubicBezTo>
                  <a:cubicBezTo>
                    <a:pt x="67" y="184"/>
                    <a:pt x="67" y="184"/>
                    <a:pt x="67" y="184"/>
                  </a:cubicBezTo>
                  <a:cubicBezTo>
                    <a:pt x="60" y="183"/>
                    <a:pt x="60" y="175"/>
                    <a:pt x="60" y="170"/>
                  </a:cubicBezTo>
                  <a:cubicBezTo>
                    <a:pt x="60" y="167"/>
                    <a:pt x="60" y="167"/>
                    <a:pt x="60" y="167"/>
                  </a:cubicBezTo>
                  <a:cubicBezTo>
                    <a:pt x="60" y="162"/>
                    <a:pt x="58" y="154"/>
                    <a:pt x="53" y="151"/>
                  </a:cubicBezTo>
                  <a:cubicBezTo>
                    <a:pt x="45" y="146"/>
                    <a:pt x="41" y="138"/>
                    <a:pt x="41" y="128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41" y="113"/>
                    <a:pt x="41" y="110"/>
                    <a:pt x="38" y="108"/>
                  </a:cubicBezTo>
                  <a:cubicBezTo>
                    <a:pt x="31" y="106"/>
                    <a:pt x="30" y="97"/>
                    <a:pt x="29" y="93"/>
                  </a:cubicBezTo>
                  <a:cubicBezTo>
                    <a:pt x="27" y="95"/>
                    <a:pt x="21" y="102"/>
                    <a:pt x="21" y="106"/>
                  </a:cubicBezTo>
                  <a:cubicBezTo>
                    <a:pt x="20" y="111"/>
                    <a:pt x="17" y="115"/>
                    <a:pt x="16" y="120"/>
                  </a:cubicBezTo>
                  <a:cubicBezTo>
                    <a:pt x="14" y="125"/>
                    <a:pt x="13" y="130"/>
                    <a:pt x="13" y="133"/>
                  </a:cubicBezTo>
                  <a:cubicBezTo>
                    <a:pt x="14" y="136"/>
                    <a:pt x="13" y="139"/>
                    <a:pt x="12" y="141"/>
                  </a:cubicBezTo>
                  <a:cubicBezTo>
                    <a:pt x="10" y="145"/>
                    <a:pt x="6" y="157"/>
                    <a:pt x="8" y="161"/>
                  </a:cubicBezTo>
                  <a:cubicBezTo>
                    <a:pt x="12" y="169"/>
                    <a:pt x="18" y="171"/>
                    <a:pt x="18" y="176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9" y="184"/>
                    <a:pt x="24" y="188"/>
                    <a:pt x="29" y="192"/>
                  </a:cubicBezTo>
                  <a:cubicBezTo>
                    <a:pt x="31" y="193"/>
                    <a:pt x="34" y="195"/>
                    <a:pt x="34" y="195"/>
                  </a:cubicBezTo>
                  <a:cubicBezTo>
                    <a:pt x="34" y="195"/>
                    <a:pt x="31" y="197"/>
                    <a:pt x="23" y="193"/>
                  </a:cubicBezTo>
                  <a:cubicBezTo>
                    <a:pt x="17" y="191"/>
                    <a:pt x="13" y="188"/>
                    <a:pt x="12" y="180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71"/>
                    <a:pt x="7" y="172"/>
                    <a:pt x="4" y="165"/>
                  </a:cubicBezTo>
                  <a:cubicBezTo>
                    <a:pt x="0" y="158"/>
                    <a:pt x="4" y="143"/>
                    <a:pt x="6" y="139"/>
                  </a:cubicBezTo>
                  <a:cubicBezTo>
                    <a:pt x="7" y="137"/>
                    <a:pt x="7" y="135"/>
                    <a:pt x="7" y="133"/>
                  </a:cubicBezTo>
                  <a:cubicBezTo>
                    <a:pt x="7" y="129"/>
                    <a:pt x="8" y="124"/>
                    <a:pt x="10" y="118"/>
                  </a:cubicBezTo>
                  <a:cubicBezTo>
                    <a:pt x="11" y="113"/>
                    <a:pt x="14" y="110"/>
                    <a:pt x="14" y="105"/>
                  </a:cubicBezTo>
                  <a:cubicBezTo>
                    <a:pt x="15" y="98"/>
                    <a:pt x="24" y="88"/>
                    <a:pt x="24" y="87"/>
                  </a:cubicBezTo>
                  <a:cubicBezTo>
                    <a:pt x="27" y="80"/>
                    <a:pt x="34" y="78"/>
                    <a:pt x="33" y="71"/>
                  </a:cubicBezTo>
                  <a:cubicBezTo>
                    <a:pt x="32" y="65"/>
                    <a:pt x="32" y="62"/>
                    <a:pt x="37" y="55"/>
                  </a:cubicBezTo>
                  <a:cubicBezTo>
                    <a:pt x="39" y="51"/>
                    <a:pt x="42" y="47"/>
                    <a:pt x="44" y="43"/>
                  </a:cubicBezTo>
                  <a:cubicBezTo>
                    <a:pt x="48" y="36"/>
                    <a:pt x="51" y="31"/>
                    <a:pt x="49" y="24"/>
                  </a:cubicBezTo>
                  <a:cubicBezTo>
                    <a:pt x="48" y="21"/>
                    <a:pt x="45" y="9"/>
                    <a:pt x="44" y="4"/>
                  </a:cubicBezTo>
                  <a:cubicBezTo>
                    <a:pt x="44" y="2"/>
                    <a:pt x="45" y="1"/>
                    <a:pt x="47" y="1"/>
                  </a:cubicBezTo>
                  <a:cubicBezTo>
                    <a:pt x="49" y="0"/>
                    <a:pt x="50" y="2"/>
                    <a:pt x="51" y="3"/>
                  </a:cubicBezTo>
                  <a:cubicBezTo>
                    <a:pt x="51" y="8"/>
                    <a:pt x="54" y="19"/>
                    <a:pt x="55" y="22"/>
                  </a:cubicBezTo>
                  <a:cubicBezTo>
                    <a:pt x="57" y="29"/>
                    <a:pt x="54" y="37"/>
                    <a:pt x="50" y="46"/>
                  </a:cubicBezTo>
                  <a:cubicBezTo>
                    <a:pt x="48" y="50"/>
                    <a:pt x="44" y="55"/>
                    <a:pt x="42" y="58"/>
                  </a:cubicBezTo>
                  <a:cubicBezTo>
                    <a:pt x="38" y="64"/>
                    <a:pt x="38" y="67"/>
                    <a:pt x="39" y="70"/>
                  </a:cubicBezTo>
                  <a:cubicBezTo>
                    <a:pt x="40" y="75"/>
                    <a:pt x="39" y="77"/>
                    <a:pt x="38" y="80"/>
                  </a:cubicBezTo>
                  <a:cubicBezTo>
                    <a:pt x="38" y="81"/>
                    <a:pt x="36" y="85"/>
                    <a:pt x="35" y="89"/>
                  </a:cubicBezTo>
                  <a:cubicBezTo>
                    <a:pt x="35" y="94"/>
                    <a:pt x="37" y="101"/>
                    <a:pt x="40" y="103"/>
                  </a:cubicBezTo>
                  <a:cubicBezTo>
                    <a:pt x="44" y="104"/>
                    <a:pt x="46" y="107"/>
                    <a:pt x="47" y="111"/>
                  </a:cubicBezTo>
                  <a:cubicBezTo>
                    <a:pt x="50" y="114"/>
                    <a:pt x="53" y="116"/>
                    <a:pt x="56" y="117"/>
                  </a:cubicBezTo>
                  <a:cubicBezTo>
                    <a:pt x="58" y="118"/>
                    <a:pt x="58" y="118"/>
                    <a:pt x="58" y="118"/>
                  </a:cubicBezTo>
                  <a:cubicBezTo>
                    <a:pt x="62" y="120"/>
                    <a:pt x="68" y="126"/>
                    <a:pt x="68" y="133"/>
                  </a:cubicBezTo>
                  <a:cubicBezTo>
                    <a:pt x="68" y="135"/>
                    <a:pt x="69" y="138"/>
                    <a:pt x="74" y="139"/>
                  </a:cubicBezTo>
                  <a:cubicBezTo>
                    <a:pt x="76" y="139"/>
                    <a:pt x="86" y="142"/>
                    <a:pt x="86" y="142"/>
                  </a:cubicBezTo>
                  <a:cubicBezTo>
                    <a:pt x="86" y="142"/>
                    <a:pt x="80" y="143"/>
                    <a:pt x="78" y="142"/>
                  </a:cubicBezTo>
                  <a:cubicBezTo>
                    <a:pt x="75" y="142"/>
                    <a:pt x="62" y="142"/>
                    <a:pt x="62" y="134"/>
                  </a:cubicBezTo>
                  <a:cubicBezTo>
                    <a:pt x="62" y="130"/>
                    <a:pt x="58" y="125"/>
                    <a:pt x="55" y="124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2" y="122"/>
                    <a:pt x="49" y="121"/>
                    <a:pt x="47" y="120"/>
                  </a:cubicBezTo>
                  <a:cubicBezTo>
                    <a:pt x="47" y="120"/>
                    <a:pt x="47" y="120"/>
                    <a:pt x="47" y="121"/>
                  </a:cubicBezTo>
                  <a:cubicBezTo>
                    <a:pt x="47" y="128"/>
                    <a:pt x="47" y="128"/>
                    <a:pt x="47" y="128"/>
                  </a:cubicBezTo>
                  <a:cubicBezTo>
                    <a:pt x="47" y="136"/>
                    <a:pt x="51" y="142"/>
                    <a:pt x="57" y="146"/>
                  </a:cubicBezTo>
                  <a:cubicBezTo>
                    <a:pt x="64" y="151"/>
                    <a:pt x="66" y="162"/>
                    <a:pt x="67" y="167"/>
                  </a:cubicBezTo>
                  <a:cubicBezTo>
                    <a:pt x="67" y="170"/>
                    <a:pt x="67" y="170"/>
                    <a:pt x="67" y="170"/>
                  </a:cubicBezTo>
                  <a:cubicBezTo>
                    <a:pt x="67" y="173"/>
                    <a:pt x="67" y="177"/>
                    <a:pt x="68" y="177"/>
                  </a:cubicBezTo>
                  <a:cubicBezTo>
                    <a:pt x="72" y="178"/>
                    <a:pt x="72" y="178"/>
                    <a:pt x="72" y="178"/>
                  </a:cubicBezTo>
                  <a:cubicBezTo>
                    <a:pt x="75" y="178"/>
                    <a:pt x="81" y="178"/>
                    <a:pt x="82" y="184"/>
                  </a:cubicBezTo>
                  <a:cubicBezTo>
                    <a:pt x="82" y="186"/>
                    <a:pt x="82" y="194"/>
                    <a:pt x="82" y="194"/>
                  </a:cubicBezTo>
                  <a:cubicBezTo>
                    <a:pt x="82" y="199"/>
                    <a:pt x="79" y="201"/>
                    <a:pt x="78" y="205"/>
                  </a:cubicBezTo>
                  <a:cubicBezTo>
                    <a:pt x="78" y="210"/>
                    <a:pt x="78" y="212"/>
                    <a:pt x="83" y="211"/>
                  </a:cubicBezTo>
                </a:path>
              </a:pathLst>
            </a:custGeom>
            <a:solidFill>
              <a:srgbClr val="E859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29" name="Freeform 614">
              <a:extLst>
                <a:ext uri="{FF2B5EF4-FFF2-40B4-BE49-F238E27FC236}">
                  <a16:creationId xmlns:a16="http://schemas.microsoft.com/office/drawing/2014/main" id="{C27207F0-984C-40D6-B14F-185AD4955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445"/>
              <a:ext cx="93" cy="223"/>
            </a:xfrm>
            <a:custGeom>
              <a:avLst/>
              <a:gdLst>
                <a:gd name="T0" fmla="*/ 0 w 52"/>
                <a:gd name="T1" fmla="*/ 0 h 117"/>
                <a:gd name="T2" fmla="*/ 64 w 52"/>
                <a:gd name="T3" fmla="*/ 116 h 117"/>
                <a:gd name="T4" fmla="*/ 80 w 52"/>
                <a:gd name="T5" fmla="*/ 168 h 117"/>
                <a:gd name="T6" fmla="*/ 80 w 52"/>
                <a:gd name="T7" fmla="*/ 193 h 117"/>
                <a:gd name="T8" fmla="*/ 80 w 52"/>
                <a:gd name="T9" fmla="*/ 252 h 117"/>
                <a:gd name="T10" fmla="*/ 154 w 52"/>
                <a:gd name="T11" fmla="*/ 406 h 117"/>
                <a:gd name="T12" fmla="*/ 190 w 52"/>
                <a:gd name="T13" fmla="*/ 520 h 117"/>
                <a:gd name="T14" fmla="*/ 190 w 52"/>
                <a:gd name="T15" fmla="*/ 541 h 117"/>
                <a:gd name="T16" fmla="*/ 190 w 52"/>
                <a:gd name="T17" fmla="*/ 549 h 117"/>
                <a:gd name="T18" fmla="*/ 190 w 52"/>
                <a:gd name="T19" fmla="*/ 560 h 117"/>
                <a:gd name="T20" fmla="*/ 231 w 52"/>
                <a:gd name="T21" fmla="*/ 629 h 117"/>
                <a:gd name="T22" fmla="*/ 252 w 52"/>
                <a:gd name="T23" fmla="*/ 629 h 117"/>
                <a:gd name="T24" fmla="*/ 281 w 52"/>
                <a:gd name="T25" fmla="*/ 658 h 117"/>
                <a:gd name="T26" fmla="*/ 284 w 52"/>
                <a:gd name="T27" fmla="*/ 694 h 117"/>
                <a:gd name="T28" fmla="*/ 268 w 52"/>
                <a:gd name="T29" fmla="*/ 734 h 117"/>
                <a:gd name="T30" fmla="*/ 256 w 52"/>
                <a:gd name="T31" fmla="*/ 789 h 117"/>
                <a:gd name="T32" fmla="*/ 263 w 52"/>
                <a:gd name="T33" fmla="*/ 810 h 117"/>
                <a:gd name="T34" fmla="*/ 268 w 52"/>
                <a:gd name="T35" fmla="*/ 802 h 117"/>
                <a:gd name="T36" fmla="*/ 281 w 52"/>
                <a:gd name="T37" fmla="*/ 741 h 117"/>
                <a:gd name="T38" fmla="*/ 284 w 52"/>
                <a:gd name="T39" fmla="*/ 650 h 117"/>
                <a:gd name="T40" fmla="*/ 252 w 52"/>
                <a:gd name="T41" fmla="*/ 618 h 117"/>
                <a:gd name="T42" fmla="*/ 231 w 52"/>
                <a:gd name="T43" fmla="*/ 618 h 117"/>
                <a:gd name="T44" fmla="*/ 202 w 52"/>
                <a:gd name="T45" fmla="*/ 549 h 117"/>
                <a:gd name="T46" fmla="*/ 202 w 52"/>
                <a:gd name="T47" fmla="*/ 541 h 117"/>
                <a:gd name="T48" fmla="*/ 202 w 52"/>
                <a:gd name="T49" fmla="*/ 520 h 117"/>
                <a:gd name="T50" fmla="*/ 159 w 52"/>
                <a:gd name="T51" fmla="*/ 404 h 117"/>
                <a:gd name="T52" fmla="*/ 93 w 52"/>
                <a:gd name="T53" fmla="*/ 252 h 117"/>
                <a:gd name="T54" fmla="*/ 93 w 52"/>
                <a:gd name="T55" fmla="*/ 193 h 117"/>
                <a:gd name="T56" fmla="*/ 68 w 52"/>
                <a:gd name="T57" fmla="*/ 105 h 117"/>
                <a:gd name="T58" fmla="*/ 13 w 52"/>
                <a:gd name="T59" fmla="*/ 0 h 117"/>
                <a:gd name="T60" fmla="*/ 0 w 52"/>
                <a:gd name="T61" fmla="*/ 0 h 11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2" h="117">
                  <a:moveTo>
                    <a:pt x="0" y="0"/>
                  </a:moveTo>
                  <a:cubicBezTo>
                    <a:pt x="0" y="2"/>
                    <a:pt x="3" y="13"/>
                    <a:pt x="11" y="17"/>
                  </a:cubicBezTo>
                  <a:cubicBezTo>
                    <a:pt x="13" y="18"/>
                    <a:pt x="14" y="19"/>
                    <a:pt x="14" y="24"/>
                  </a:cubicBezTo>
                  <a:cubicBezTo>
                    <a:pt x="14" y="25"/>
                    <a:pt x="14" y="26"/>
                    <a:pt x="14" y="2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46"/>
                    <a:pt x="19" y="54"/>
                    <a:pt x="27" y="59"/>
                  </a:cubicBezTo>
                  <a:cubicBezTo>
                    <a:pt x="31" y="62"/>
                    <a:pt x="33" y="70"/>
                    <a:pt x="33" y="75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3" y="79"/>
                    <a:pt x="33" y="79"/>
                    <a:pt x="33" y="79"/>
                  </a:cubicBezTo>
                  <a:cubicBezTo>
                    <a:pt x="33" y="80"/>
                    <a:pt x="33" y="80"/>
                    <a:pt x="33" y="81"/>
                  </a:cubicBezTo>
                  <a:cubicBezTo>
                    <a:pt x="33" y="85"/>
                    <a:pt x="34" y="90"/>
                    <a:pt x="40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7" y="91"/>
                    <a:pt x="48" y="92"/>
                    <a:pt x="49" y="95"/>
                  </a:cubicBezTo>
                  <a:cubicBezTo>
                    <a:pt x="49" y="97"/>
                    <a:pt x="50" y="98"/>
                    <a:pt x="50" y="100"/>
                  </a:cubicBezTo>
                  <a:cubicBezTo>
                    <a:pt x="50" y="102"/>
                    <a:pt x="49" y="103"/>
                    <a:pt x="47" y="106"/>
                  </a:cubicBezTo>
                  <a:cubicBezTo>
                    <a:pt x="46" y="108"/>
                    <a:pt x="45" y="111"/>
                    <a:pt x="45" y="114"/>
                  </a:cubicBezTo>
                  <a:cubicBezTo>
                    <a:pt x="45" y="115"/>
                    <a:pt x="45" y="117"/>
                    <a:pt x="46" y="117"/>
                  </a:cubicBezTo>
                  <a:cubicBezTo>
                    <a:pt x="47" y="116"/>
                    <a:pt x="47" y="116"/>
                    <a:pt x="47" y="116"/>
                  </a:cubicBezTo>
                  <a:cubicBezTo>
                    <a:pt x="46" y="114"/>
                    <a:pt x="47" y="110"/>
                    <a:pt x="49" y="107"/>
                  </a:cubicBezTo>
                  <a:cubicBezTo>
                    <a:pt x="52" y="102"/>
                    <a:pt x="52" y="99"/>
                    <a:pt x="50" y="94"/>
                  </a:cubicBezTo>
                  <a:cubicBezTo>
                    <a:pt x="50" y="91"/>
                    <a:pt x="48" y="89"/>
                    <a:pt x="44" y="89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35" y="88"/>
                    <a:pt x="35" y="85"/>
                    <a:pt x="35" y="79"/>
                  </a:cubicBezTo>
                  <a:cubicBezTo>
                    <a:pt x="35" y="78"/>
                    <a:pt x="35" y="78"/>
                    <a:pt x="35" y="78"/>
                  </a:cubicBezTo>
                  <a:cubicBezTo>
                    <a:pt x="35" y="75"/>
                    <a:pt x="35" y="75"/>
                    <a:pt x="35" y="75"/>
                  </a:cubicBezTo>
                  <a:cubicBezTo>
                    <a:pt x="35" y="70"/>
                    <a:pt x="33" y="61"/>
                    <a:pt x="28" y="58"/>
                  </a:cubicBezTo>
                  <a:cubicBezTo>
                    <a:pt x="20" y="53"/>
                    <a:pt x="16" y="45"/>
                    <a:pt x="16" y="36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1"/>
                    <a:pt x="16" y="17"/>
                    <a:pt x="12" y="15"/>
                  </a:cubicBezTo>
                  <a:cubicBezTo>
                    <a:pt x="6" y="13"/>
                    <a:pt x="3" y="4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30" name="Freeform 615">
              <a:extLst>
                <a:ext uri="{FF2B5EF4-FFF2-40B4-BE49-F238E27FC236}">
                  <a16:creationId xmlns:a16="http://schemas.microsoft.com/office/drawing/2014/main" id="{BB64C8DC-1070-4F97-95B7-7DF3088BF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288"/>
              <a:ext cx="92" cy="342"/>
            </a:xfrm>
            <a:custGeom>
              <a:avLst/>
              <a:gdLst>
                <a:gd name="T0" fmla="*/ 251 w 52"/>
                <a:gd name="T1" fmla="*/ 0 h 180"/>
                <a:gd name="T2" fmla="*/ 265 w 52"/>
                <a:gd name="T3" fmla="*/ 84 h 180"/>
                <a:gd name="T4" fmla="*/ 272 w 52"/>
                <a:gd name="T5" fmla="*/ 108 h 180"/>
                <a:gd name="T6" fmla="*/ 251 w 52"/>
                <a:gd name="T7" fmla="*/ 220 h 180"/>
                <a:gd name="T8" fmla="*/ 244 w 52"/>
                <a:gd name="T9" fmla="*/ 228 h 180"/>
                <a:gd name="T10" fmla="*/ 203 w 52"/>
                <a:gd name="T11" fmla="*/ 310 h 180"/>
                <a:gd name="T12" fmla="*/ 182 w 52"/>
                <a:gd name="T13" fmla="*/ 426 h 180"/>
                <a:gd name="T14" fmla="*/ 159 w 52"/>
                <a:gd name="T15" fmla="*/ 481 h 180"/>
                <a:gd name="T16" fmla="*/ 131 w 52"/>
                <a:gd name="T17" fmla="*/ 526 h 180"/>
                <a:gd name="T18" fmla="*/ 129 w 52"/>
                <a:gd name="T19" fmla="*/ 534 h 180"/>
                <a:gd name="T20" fmla="*/ 78 w 52"/>
                <a:gd name="T21" fmla="*/ 657 h 180"/>
                <a:gd name="T22" fmla="*/ 65 w 52"/>
                <a:gd name="T23" fmla="*/ 707 h 180"/>
                <a:gd name="T24" fmla="*/ 57 w 52"/>
                <a:gd name="T25" fmla="*/ 747 h 180"/>
                <a:gd name="T26" fmla="*/ 37 w 52"/>
                <a:gd name="T27" fmla="*/ 851 h 180"/>
                <a:gd name="T28" fmla="*/ 34 w 52"/>
                <a:gd name="T29" fmla="*/ 885 h 180"/>
                <a:gd name="T30" fmla="*/ 21 w 52"/>
                <a:gd name="T31" fmla="*/ 1068 h 180"/>
                <a:gd name="T32" fmla="*/ 57 w 52"/>
                <a:gd name="T33" fmla="*/ 1119 h 180"/>
                <a:gd name="T34" fmla="*/ 65 w 52"/>
                <a:gd name="T35" fmla="*/ 1138 h 180"/>
                <a:gd name="T36" fmla="*/ 65 w 52"/>
                <a:gd name="T37" fmla="*/ 1174 h 180"/>
                <a:gd name="T38" fmla="*/ 94 w 52"/>
                <a:gd name="T39" fmla="*/ 1235 h 180"/>
                <a:gd name="T40" fmla="*/ 101 w 52"/>
                <a:gd name="T41" fmla="*/ 1235 h 180"/>
                <a:gd name="T42" fmla="*/ 78 w 52"/>
                <a:gd name="T43" fmla="*/ 1167 h 180"/>
                <a:gd name="T44" fmla="*/ 78 w 52"/>
                <a:gd name="T45" fmla="*/ 1138 h 180"/>
                <a:gd name="T46" fmla="*/ 60 w 52"/>
                <a:gd name="T47" fmla="*/ 1104 h 180"/>
                <a:gd name="T48" fmla="*/ 34 w 52"/>
                <a:gd name="T49" fmla="*/ 1066 h 180"/>
                <a:gd name="T50" fmla="*/ 37 w 52"/>
                <a:gd name="T51" fmla="*/ 891 h 180"/>
                <a:gd name="T52" fmla="*/ 50 w 52"/>
                <a:gd name="T53" fmla="*/ 851 h 180"/>
                <a:gd name="T54" fmla="*/ 60 w 52"/>
                <a:gd name="T55" fmla="*/ 747 h 180"/>
                <a:gd name="T56" fmla="*/ 78 w 52"/>
                <a:gd name="T57" fmla="*/ 707 h 180"/>
                <a:gd name="T58" fmla="*/ 88 w 52"/>
                <a:gd name="T59" fmla="*/ 657 h 180"/>
                <a:gd name="T60" fmla="*/ 138 w 52"/>
                <a:gd name="T61" fmla="*/ 542 h 180"/>
                <a:gd name="T62" fmla="*/ 138 w 52"/>
                <a:gd name="T63" fmla="*/ 534 h 180"/>
                <a:gd name="T64" fmla="*/ 172 w 52"/>
                <a:gd name="T65" fmla="*/ 488 h 180"/>
                <a:gd name="T66" fmla="*/ 195 w 52"/>
                <a:gd name="T67" fmla="*/ 426 h 180"/>
                <a:gd name="T68" fmla="*/ 211 w 52"/>
                <a:gd name="T69" fmla="*/ 314 h 180"/>
                <a:gd name="T70" fmla="*/ 253 w 52"/>
                <a:gd name="T71" fmla="*/ 236 h 180"/>
                <a:gd name="T72" fmla="*/ 260 w 52"/>
                <a:gd name="T73" fmla="*/ 228 h 180"/>
                <a:gd name="T74" fmla="*/ 276 w 52"/>
                <a:gd name="T75" fmla="*/ 105 h 180"/>
                <a:gd name="T76" fmla="*/ 272 w 52"/>
                <a:gd name="T77" fmla="*/ 84 h 180"/>
                <a:gd name="T78" fmla="*/ 251 w 52"/>
                <a:gd name="T79" fmla="*/ 0 h 18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2" h="180">
                  <a:moveTo>
                    <a:pt x="45" y="0"/>
                  </a:moveTo>
                  <a:cubicBezTo>
                    <a:pt x="46" y="4"/>
                    <a:pt x="47" y="9"/>
                    <a:pt x="48" y="12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51" y="22"/>
                    <a:pt x="48" y="26"/>
                    <a:pt x="45" y="32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2" y="37"/>
                    <a:pt x="39" y="41"/>
                    <a:pt x="37" y="45"/>
                  </a:cubicBezTo>
                  <a:cubicBezTo>
                    <a:pt x="32" y="52"/>
                    <a:pt x="32" y="55"/>
                    <a:pt x="33" y="62"/>
                  </a:cubicBezTo>
                  <a:cubicBezTo>
                    <a:pt x="34" y="65"/>
                    <a:pt x="32" y="67"/>
                    <a:pt x="29" y="70"/>
                  </a:cubicBezTo>
                  <a:cubicBezTo>
                    <a:pt x="27" y="72"/>
                    <a:pt x="25" y="74"/>
                    <a:pt x="24" y="77"/>
                  </a:cubicBezTo>
                  <a:cubicBezTo>
                    <a:pt x="24" y="77"/>
                    <a:pt x="23" y="78"/>
                    <a:pt x="23" y="78"/>
                  </a:cubicBezTo>
                  <a:cubicBezTo>
                    <a:pt x="21" y="81"/>
                    <a:pt x="15" y="89"/>
                    <a:pt x="14" y="96"/>
                  </a:cubicBezTo>
                  <a:cubicBezTo>
                    <a:pt x="14" y="98"/>
                    <a:pt x="13" y="100"/>
                    <a:pt x="12" y="103"/>
                  </a:cubicBezTo>
                  <a:cubicBezTo>
                    <a:pt x="11" y="104"/>
                    <a:pt x="10" y="106"/>
                    <a:pt x="10" y="109"/>
                  </a:cubicBezTo>
                  <a:cubicBezTo>
                    <a:pt x="8" y="114"/>
                    <a:pt x="7" y="119"/>
                    <a:pt x="7" y="124"/>
                  </a:cubicBezTo>
                  <a:cubicBezTo>
                    <a:pt x="7" y="126"/>
                    <a:pt x="7" y="127"/>
                    <a:pt x="6" y="129"/>
                  </a:cubicBezTo>
                  <a:cubicBezTo>
                    <a:pt x="4" y="133"/>
                    <a:pt x="0" y="149"/>
                    <a:pt x="4" y="156"/>
                  </a:cubicBezTo>
                  <a:cubicBezTo>
                    <a:pt x="6" y="160"/>
                    <a:pt x="8" y="161"/>
                    <a:pt x="10" y="163"/>
                  </a:cubicBezTo>
                  <a:cubicBezTo>
                    <a:pt x="11" y="164"/>
                    <a:pt x="12" y="164"/>
                    <a:pt x="12" y="166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2" y="177"/>
                    <a:pt x="13" y="177"/>
                    <a:pt x="17" y="180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5" y="178"/>
                    <a:pt x="14" y="176"/>
                    <a:pt x="14" y="170"/>
                  </a:cubicBezTo>
                  <a:cubicBezTo>
                    <a:pt x="14" y="166"/>
                    <a:pt x="14" y="166"/>
                    <a:pt x="14" y="166"/>
                  </a:cubicBezTo>
                  <a:cubicBezTo>
                    <a:pt x="14" y="163"/>
                    <a:pt x="12" y="162"/>
                    <a:pt x="11" y="161"/>
                  </a:cubicBezTo>
                  <a:cubicBezTo>
                    <a:pt x="9" y="160"/>
                    <a:pt x="7" y="158"/>
                    <a:pt x="6" y="155"/>
                  </a:cubicBezTo>
                  <a:cubicBezTo>
                    <a:pt x="2" y="149"/>
                    <a:pt x="6" y="134"/>
                    <a:pt x="7" y="130"/>
                  </a:cubicBezTo>
                  <a:cubicBezTo>
                    <a:pt x="8" y="128"/>
                    <a:pt x="9" y="126"/>
                    <a:pt x="9" y="124"/>
                  </a:cubicBezTo>
                  <a:cubicBezTo>
                    <a:pt x="9" y="120"/>
                    <a:pt x="10" y="115"/>
                    <a:pt x="11" y="109"/>
                  </a:cubicBezTo>
                  <a:cubicBezTo>
                    <a:pt x="12" y="107"/>
                    <a:pt x="13" y="105"/>
                    <a:pt x="14" y="103"/>
                  </a:cubicBezTo>
                  <a:cubicBezTo>
                    <a:pt x="15" y="101"/>
                    <a:pt x="16" y="99"/>
                    <a:pt x="16" y="96"/>
                  </a:cubicBezTo>
                  <a:cubicBezTo>
                    <a:pt x="16" y="92"/>
                    <a:pt x="19" y="86"/>
                    <a:pt x="25" y="79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7" y="75"/>
                    <a:pt x="29" y="73"/>
                    <a:pt x="31" y="71"/>
                  </a:cubicBezTo>
                  <a:cubicBezTo>
                    <a:pt x="33" y="68"/>
                    <a:pt x="36" y="66"/>
                    <a:pt x="35" y="62"/>
                  </a:cubicBezTo>
                  <a:cubicBezTo>
                    <a:pt x="34" y="55"/>
                    <a:pt x="34" y="52"/>
                    <a:pt x="38" y="46"/>
                  </a:cubicBezTo>
                  <a:cubicBezTo>
                    <a:pt x="41" y="42"/>
                    <a:pt x="44" y="38"/>
                    <a:pt x="46" y="34"/>
                  </a:cubicBezTo>
                  <a:cubicBezTo>
                    <a:pt x="47" y="33"/>
                    <a:pt x="47" y="33"/>
                    <a:pt x="47" y="33"/>
                  </a:cubicBezTo>
                  <a:cubicBezTo>
                    <a:pt x="50" y="26"/>
                    <a:pt x="52" y="22"/>
                    <a:pt x="50" y="15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8" y="8"/>
                    <a:pt x="46" y="4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31" name="Freeform 616">
              <a:extLst>
                <a:ext uri="{FF2B5EF4-FFF2-40B4-BE49-F238E27FC236}">
                  <a16:creationId xmlns:a16="http://schemas.microsoft.com/office/drawing/2014/main" id="{1E46DCAB-1C38-434B-9F2F-29E899F16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3282"/>
              <a:ext cx="252" cy="435"/>
            </a:xfrm>
            <a:custGeom>
              <a:avLst/>
              <a:gdLst>
                <a:gd name="T0" fmla="*/ 792 w 141"/>
                <a:gd name="T1" fmla="*/ 1144 h 229"/>
                <a:gd name="T2" fmla="*/ 742 w 141"/>
                <a:gd name="T3" fmla="*/ 1035 h 229"/>
                <a:gd name="T4" fmla="*/ 577 w 141"/>
                <a:gd name="T5" fmla="*/ 802 h 229"/>
                <a:gd name="T6" fmla="*/ 491 w 141"/>
                <a:gd name="T7" fmla="*/ 693 h 229"/>
                <a:gd name="T8" fmla="*/ 474 w 141"/>
                <a:gd name="T9" fmla="*/ 657 h 229"/>
                <a:gd name="T10" fmla="*/ 138 w 141"/>
                <a:gd name="T11" fmla="*/ 123 h 229"/>
                <a:gd name="T12" fmla="*/ 130 w 141"/>
                <a:gd name="T13" fmla="*/ 123 h 229"/>
                <a:gd name="T14" fmla="*/ 479 w 141"/>
                <a:gd name="T15" fmla="*/ 237 h 229"/>
                <a:gd name="T16" fmla="*/ 559 w 141"/>
                <a:gd name="T17" fmla="*/ 220 h 229"/>
                <a:gd name="T18" fmla="*/ 633 w 141"/>
                <a:gd name="T19" fmla="*/ 228 h 229"/>
                <a:gd name="T20" fmla="*/ 652 w 141"/>
                <a:gd name="T21" fmla="*/ 253 h 229"/>
                <a:gd name="T22" fmla="*/ 638 w 141"/>
                <a:gd name="T23" fmla="*/ 205 h 229"/>
                <a:gd name="T24" fmla="*/ 543 w 141"/>
                <a:gd name="T25" fmla="*/ 184 h 229"/>
                <a:gd name="T26" fmla="*/ 486 w 141"/>
                <a:gd name="T27" fmla="*/ 198 h 229"/>
                <a:gd name="T28" fmla="*/ 211 w 141"/>
                <a:gd name="T29" fmla="*/ 108 h 229"/>
                <a:gd name="T30" fmla="*/ 102 w 141"/>
                <a:gd name="T31" fmla="*/ 53 h 229"/>
                <a:gd name="T32" fmla="*/ 13 w 141"/>
                <a:gd name="T33" fmla="*/ 21 h 229"/>
                <a:gd name="T34" fmla="*/ 0 w 141"/>
                <a:gd name="T35" fmla="*/ 0 h 229"/>
                <a:gd name="T36" fmla="*/ 109 w 141"/>
                <a:gd name="T37" fmla="*/ 160 h 229"/>
                <a:gd name="T38" fmla="*/ 458 w 141"/>
                <a:gd name="T39" fmla="*/ 769 h 229"/>
                <a:gd name="T40" fmla="*/ 470 w 141"/>
                <a:gd name="T41" fmla="*/ 967 h 229"/>
                <a:gd name="T42" fmla="*/ 458 w 141"/>
                <a:gd name="T43" fmla="*/ 1028 h 229"/>
                <a:gd name="T44" fmla="*/ 441 w 141"/>
                <a:gd name="T45" fmla="*/ 1111 h 229"/>
                <a:gd name="T46" fmla="*/ 406 w 141"/>
                <a:gd name="T47" fmla="*/ 1151 h 229"/>
                <a:gd name="T48" fmla="*/ 413 w 141"/>
                <a:gd name="T49" fmla="*/ 1263 h 229"/>
                <a:gd name="T50" fmla="*/ 382 w 141"/>
                <a:gd name="T51" fmla="*/ 1537 h 229"/>
                <a:gd name="T52" fmla="*/ 341 w 141"/>
                <a:gd name="T53" fmla="*/ 1537 h 229"/>
                <a:gd name="T54" fmla="*/ 415 w 141"/>
                <a:gd name="T55" fmla="*/ 1537 h 229"/>
                <a:gd name="T56" fmla="*/ 443 w 141"/>
                <a:gd name="T57" fmla="*/ 1240 h 229"/>
                <a:gd name="T58" fmla="*/ 441 w 141"/>
                <a:gd name="T59" fmla="*/ 1166 h 229"/>
                <a:gd name="T60" fmla="*/ 450 w 141"/>
                <a:gd name="T61" fmla="*/ 1151 h 229"/>
                <a:gd name="T62" fmla="*/ 491 w 141"/>
                <a:gd name="T63" fmla="*/ 1035 h 229"/>
                <a:gd name="T64" fmla="*/ 495 w 141"/>
                <a:gd name="T65" fmla="*/ 992 h 229"/>
                <a:gd name="T66" fmla="*/ 502 w 141"/>
                <a:gd name="T67" fmla="*/ 999 h 229"/>
                <a:gd name="T68" fmla="*/ 549 w 141"/>
                <a:gd name="T69" fmla="*/ 1043 h 229"/>
                <a:gd name="T70" fmla="*/ 577 w 141"/>
                <a:gd name="T71" fmla="*/ 1151 h 229"/>
                <a:gd name="T72" fmla="*/ 577 w 141"/>
                <a:gd name="T73" fmla="*/ 1151 h 229"/>
                <a:gd name="T74" fmla="*/ 624 w 141"/>
                <a:gd name="T75" fmla="*/ 1311 h 229"/>
                <a:gd name="T76" fmla="*/ 645 w 141"/>
                <a:gd name="T77" fmla="*/ 1316 h 229"/>
                <a:gd name="T78" fmla="*/ 710 w 141"/>
                <a:gd name="T79" fmla="*/ 1371 h 229"/>
                <a:gd name="T80" fmla="*/ 690 w 141"/>
                <a:gd name="T81" fmla="*/ 1432 h 229"/>
                <a:gd name="T82" fmla="*/ 726 w 141"/>
                <a:gd name="T83" fmla="*/ 1392 h 229"/>
                <a:gd name="T84" fmla="*/ 658 w 141"/>
                <a:gd name="T85" fmla="*/ 1275 h 229"/>
                <a:gd name="T86" fmla="*/ 638 w 141"/>
                <a:gd name="T87" fmla="*/ 1267 h 229"/>
                <a:gd name="T88" fmla="*/ 609 w 141"/>
                <a:gd name="T89" fmla="*/ 1166 h 229"/>
                <a:gd name="T90" fmla="*/ 581 w 141"/>
                <a:gd name="T91" fmla="*/ 1022 h 229"/>
                <a:gd name="T92" fmla="*/ 520 w 141"/>
                <a:gd name="T93" fmla="*/ 959 h 229"/>
                <a:gd name="T94" fmla="*/ 508 w 141"/>
                <a:gd name="T95" fmla="*/ 938 h 229"/>
                <a:gd name="T96" fmla="*/ 502 w 141"/>
                <a:gd name="T97" fmla="*/ 786 h 229"/>
                <a:gd name="T98" fmla="*/ 520 w 141"/>
                <a:gd name="T99" fmla="*/ 794 h 229"/>
                <a:gd name="T100" fmla="*/ 552 w 141"/>
                <a:gd name="T101" fmla="*/ 838 h 229"/>
                <a:gd name="T102" fmla="*/ 713 w 141"/>
                <a:gd name="T103" fmla="*/ 1050 h 229"/>
                <a:gd name="T104" fmla="*/ 776 w 141"/>
                <a:gd name="T105" fmla="*/ 1172 h 229"/>
                <a:gd name="T106" fmla="*/ 770 w 141"/>
                <a:gd name="T107" fmla="*/ 1256 h 229"/>
                <a:gd name="T108" fmla="*/ 788 w 141"/>
                <a:gd name="T109" fmla="*/ 1227 h 229"/>
                <a:gd name="T110" fmla="*/ 792 w 141"/>
                <a:gd name="T111" fmla="*/ 1144 h 22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41" h="229">
                  <a:moveTo>
                    <a:pt x="139" y="167"/>
                  </a:moveTo>
                  <a:cubicBezTo>
                    <a:pt x="138" y="162"/>
                    <a:pt x="132" y="155"/>
                    <a:pt x="130" y="151"/>
                  </a:cubicBezTo>
                  <a:cubicBezTo>
                    <a:pt x="126" y="140"/>
                    <a:pt x="113" y="128"/>
                    <a:pt x="101" y="117"/>
                  </a:cubicBezTo>
                  <a:cubicBezTo>
                    <a:pt x="94" y="111"/>
                    <a:pt x="87" y="104"/>
                    <a:pt x="86" y="101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8" y="81"/>
                    <a:pt x="26" y="24"/>
                    <a:pt x="24" y="18"/>
                  </a:cubicBezTo>
                  <a:cubicBezTo>
                    <a:pt x="24" y="18"/>
                    <a:pt x="24" y="18"/>
                    <a:pt x="23" y="18"/>
                  </a:cubicBezTo>
                  <a:cubicBezTo>
                    <a:pt x="33" y="21"/>
                    <a:pt x="71" y="36"/>
                    <a:pt x="84" y="35"/>
                  </a:cubicBezTo>
                  <a:cubicBezTo>
                    <a:pt x="89" y="35"/>
                    <a:pt x="94" y="33"/>
                    <a:pt x="98" y="32"/>
                  </a:cubicBezTo>
                  <a:cubicBezTo>
                    <a:pt x="106" y="30"/>
                    <a:pt x="110" y="31"/>
                    <a:pt x="111" y="33"/>
                  </a:cubicBezTo>
                  <a:cubicBezTo>
                    <a:pt x="111" y="35"/>
                    <a:pt x="114" y="37"/>
                    <a:pt x="114" y="37"/>
                  </a:cubicBezTo>
                  <a:cubicBezTo>
                    <a:pt x="114" y="37"/>
                    <a:pt x="113" y="32"/>
                    <a:pt x="112" y="30"/>
                  </a:cubicBezTo>
                  <a:cubicBezTo>
                    <a:pt x="109" y="22"/>
                    <a:pt x="103" y="24"/>
                    <a:pt x="95" y="27"/>
                  </a:cubicBezTo>
                  <a:cubicBezTo>
                    <a:pt x="90" y="28"/>
                    <a:pt x="89" y="28"/>
                    <a:pt x="85" y="29"/>
                  </a:cubicBezTo>
                  <a:cubicBezTo>
                    <a:pt x="78" y="29"/>
                    <a:pt x="55" y="23"/>
                    <a:pt x="37" y="16"/>
                  </a:cubicBezTo>
                  <a:cubicBezTo>
                    <a:pt x="31" y="15"/>
                    <a:pt x="25" y="12"/>
                    <a:pt x="18" y="8"/>
                  </a:cubicBezTo>
                  <a:cubicBezTo>
                    <a:pt x="11" y="4"/>
                    <a:pt x="6" y="3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5" y="6"/>
                    <a:pt x="12" y="12"/>
                    <a:pt x="19" y="23"/>
                  </a:cubicBezTo>
                  <a:cubicBezTo>
                    <a:pt x="35" y="48"/>
                    <a:pt x="76" y="81"/>
                    <a:pt x="80" y="112"/>
                  </a:cubicBezTo>
                  <a:cubicBezTo>
                    <a:pt x="82" y="119"/>
                    <a:pt x="82" y="129"/>
                    <a:pt x="82" y="141"/>
                  </a:cubicBezTo>
                  <a:cubicBezTo>
                    <a:pt x="81" y="144"/>
                    <a:pt x="80" y="147"/>
                    <a:pt x="80" y="150"/>
                  </a:cubicBezTo>
                  <a:cubicBezTo>
                    <a:pt x="80" y="153"/>
                    <a:pt x="79" y="161"/>
                    <a:pt x="77" y="162"/>
                  </a:cubicBezTo>
                  <a:cubicBezTo>
                    <a:pt x="75" y="163"/>
                    <a:pt x="73" y="165"/>
                    <a:pt x="71" y="168"/>
                  </a:cubicBezTo>
                  <a:cubicBezTo>
                    <a:pt x="69" y="172"/>
                    <a:pt x="71" y="179"/>
                    <a:pt x="72" y="184"/>
                  </a:cubicBezTo>
                  <a:cubicBezTo>
                    <a:pt x="77" y="206"/>
                    <a:pt x="70" y="225"/>
                    <a:pt x="67" y="224"/>
                  </a:cubicBezTo>
                  <a:cubicBezTo>
                    <a:pt x="67" y="224"/>
                    <a:pt x="65" y="225"/>
                    <a:pt x="60" y="224"/>
                  </a:cubicBezTo>
                  <a:cubicBezTo>
                    <a:pt x="65" y="229"/>
                    <a:pt x="71" y="227"/>
                    <a:pt x="73" y="224"/>
                  </a:cubicBezTo>
                  <a:cubicBezTo>
                    <a:pt x="75" y="220"/>
                    <a:pt x="84" y="200"/>
                    <a:pt x="78" y="181"/>
                  </a:cubicBezTo>
                  <a:cubicBezTo>
                    <a:pt x="77" y="178"/>
                    <a:pt x="76" y="173"/>
                    <a:pt x="77" y="170"/>
                  </a:cubicBezTo>
                  <a:cubicBezTo>
                    <a:pt x="78" y="169"/>
                    <a:pt x="78" y="168"/>
                    <a:pt x="79" y="168"/>
                  </a:cubicBezTo>
                  <a:cubicBezTo>
                    <a:pt x="84" y="166"/>
                    <a:pt x="85" y="159"/>
                    <a:pt x="86" y="151"/>
                  </a:cubicBezTo>
                  <a:cubicBezTo>
                    <a:pt x="87" y="149"/>
                    <a:pt x="87" y="147"/>
                    <a:pt x="87" y="145"/>
                  </a:cubicBezTo>
                  <a:cubicBezTo>
                    <a:pt x="88" y="146"/>
                    <a:pt x="88" y="146"/>
                    <a:pt x="88" y="146"/>
                  </a:cubicBezTo>
                  <a:cubicBezTo>
                    <a:pt x="91" y="148"/>
                    <a:pt x="95" y="150"/>
                    <a:pt x="96" y="152"/>
                  </a:cubicBezTo>
                  <a:cubicBezTo>
                    <a:pt x="99" y="158"/>
                    <a:pt x="101" y="166"/>
                    <a:pt x="101" y="168"/>
                  </a:cubicBezTo>
                  <a:cubicBezTo>
                    <a:pt x="101" y="168"/>
                    <a:pt x="101" y="168"/>
                    <a:pt x="101" y="168"/>
                  </a:cubicBezTo>
                  <a:cubicBezTo>
                    <a:pt x="99" y="173"/>
                    <a:pt x="104" y="188"/>
                    <a:pt x="109" y="191"/>
                  </a:cubicBezTo>
                  <a:cubicBezTo>
                    <a:pt x="113" y="192"/>
                    <a:pt x="113" y="192"/>
                    <a:pt x="113" y="192"/>
                  </a:cubicBezTo>
                  <a:cubicBezTo>
                    <a:pt x="116" y="194"/>
                    <a:pt x="122" y="193"/>
                    <a:pt x="124" y="200"/>
                  </a:cubicBezTo>
                  <a:cubicBezTo>
                    <a:pt x="125" y="205"/>
                    <a:pt x="121" y="209"/>
                    <a:pt x="121" y="209"/>
                  </a:cubicBezTo>
                  <a:cubicBezTo>
                    <a:pt x="121" y="209"/>
                    <a:pt x="127" y="209"/>
                    <a:pt x="127" y="203"/>
                  </a:cubicBezTo>
                  <a:cubicBezTo>
                    <a:pt x="128" y="196"/>
                    <a:pt x="125" y="189"/>
                    <a:pt x="115" y="186"/>
                  </a:cubicBezTo>
                  <a:cubicBezTo>
                    <a:pt x="112" y="185"/>
                    <a:pt x="112" y="185"/>
                    <a:pt x="112" y="185"/>
                  </a:cubicBezTo>
                  <a:cubicBezTo>
                    <a:pt x="110" y="184"/>
                    <a:pt x="106" y="173"/>
                    <a:pt x="107" y="170"/>
                  </a:cubicBezTo>
                  <a:cubicBezTo>
                    <a:pt x="109" y="165"/>
                    <a:pt x="102" y="151"/>
                    <a:pt x="102" y="149"/>
                  </a:cubicBezTo>
                  <a:cubicBezTo>
                    <a:pt x="100" y="146"/>
                    <a:pt x="95" y="143"/>
                    <a:pt x="91" y="140"/>
                  </a:cubicBezTo>
                  <a:cubicBezTo>
                    <a:pt x="89" y="137"/>
                    <a:pt x="89" y="137"/>
                    <a:pt x="89" y="137"/>
                  </a:cubicBezTo>
                  <a:cubicBezTo>
                    <a:pt x="89" y="133"/>
                    <a:pt x="90" y="125"/>
                    <a:pt x="88" y="115"/>
                  </a:cubicBezTo>
                  <a:cubicBezTo>
                    <a:pt x="91" y="116"/>
                    <a:pt x="91" y="116"/>
                    <a:pt x="91" y="116"/>
                  </a:cubicBezTo>
                  <a:cubicBezTo>
                    <a:pt x="93" y="118"/>
                    <a:pt x="95" y="119"/>
                    <a:pt x="97" y="122"/>
                  </a:cubicBezTo>
                  <a:cubicBezTo>
                    <a:pt x="108" y="131"/>
                    <a:pt x="121" y="143"/>
                    <a:pt x="125" y="153"/>
                  </a:cubicBezTo>
                  <a:cubicBezTo>
                    <a:pt x="128" y="159"/>
                    <a:pt x="136" y="168"/>
                    <a:pt x="136" y="171"/>
                  </a:cubicBezTo>
                  <a:cubicBezTo>
                    <a:pt x="137" y="173"/>
                    <a:pt x="137" y="179"/>
                    <a:pt x="135" y="183"/>
                  </a:cubicBezTo>
                  <a:cubicBezTo>
                    <a:pt x="134" y="184"/>
                    <a:pt x="137" y="180"/>
                    <a:pt x="138" y="179"/>
                  </a:cubicBezTo>
                  <a:cubicBezTo>
                    <a:pt x="141" y="174"/>
                    <a:pt x="140" y="170"/>
                    <a:pt x="139" y="167"/>
                  </a:cubicBezTo>
                  <a:close/>
                </a:path>
              </a:pathLst>
            </a:custGeom>
            <a:solidFill>
              <a:srgbClr val="E859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32" name="Freeform 617">
              <a:extLst>
                <a:ext uri="{FF2B5EF4-FFF2-40B4-BE49-F238E27FC236}">
                  <a16:creationId xmlns:a16="http://schemas.microsoft.com/office/drawing/2014/main" id="{E5DC8DE5-F9BA-48D1-BE21-16A325E34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3559"/>
              <a:ext cx="57" cy="92"/>
            </a:xfrm>
            <a:custGeom>
              <a:avLst/>
              <a:gdLst>
                <a:gd name="T0" fmla="*/ 7 w 32"/>
                <a:gd name="T1" fmla="*/ 0 h 48"/>
                <a:gd name="T2" fmla="*/ 21 w 32"/>
                <a:gd name="T3" fmla="*/ 15 h 48"/>
                <a:gd name="T4" fmla="*/ 52 w 32"/>
                <a:gd name="T5" fmla="*/ 44 h 48"/>
                <a:gd name="T6" fmla="*/ 80 w 32"/>
                <a:gd name="T7" fmla="*/ 148 h 48"/>
                <a:gd name="T8" fmla="*/ 80 w 32"/>
                <a:gd name="T9" fmla="*/ 148 h 48"/>
                <a:gd name="T10" fmla="*/ 130 w 32"/>
                <a:gd name="T11" fmla="*/ 316 h 48"/>
                <a:gd name="T12" fmla="*/ 146 w 32"/>
                <a:gd name="T13" fmla="*/ 324 h 48"/>
                <a:gd name="T14" fmla="*/ 166 w 32"/>
                <a:gd name="T15" fmla="*/ 332 h 48"/>
                <a:gd name="T16" fmla="*/ 182 w 32"/>
                <a:gd name="T17" fmla="*/ 337 h 48"/>
                <a:gd name="T18" fmla="*/ 182 w 32"/>
                <a:gd name="T19" fmla="*/ 337 h 48"/>
                <a:gd name="T20" fmla="*/ 167 w 32"/>
                <a:gd name="T21" fmla="*/ 332 h 48"/>
                <a:gd name="T22" fmla="*/ 130 w 32"/>
                <a:gd name="T23" fmla="*/ 301 h 48"/>
                <a:gd name="T24" fmla="*/ 93 w 32"/>
                <a:gd name="T25" fmla="*/ 155 h 48"/>
                <a:gd name="T26" fmla="*/ 57 w 32"/>
                <a:gd name="T27" fmla="*/ 44 h 48"/>
                <a:gd name="T28" fmla="*/ 16 w 32"/>
                <a:gd name="T29" fmla="*/ 8 h 48"/>
                <a:gd name="T30" fmla="*/ 0 w 32"/>
                <a:gd name="T31" fmla="*/ 0 h 48"/>
                <a:gd name="T32" fmla="*/ 7 w 32"/>
                <a:gd name="T33" fmla="*/ 0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" h="48">
                  <a:moveTo>
                    <a:pt x="1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6" y="3"/>
                    <a:pt x="8" y="5"/>
                    <a:pt x="9" y="6"/>
                  </a:cubicBezTo>
                  <a:cubicBezTo>
                    <a:pt x="12" y="12"/>
                    <a:pt x="14" y="20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2" y="26"/>
                    <a:pt x="17" y="42"/>
                    <a:pt x="23" y="45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9" y="47"/>
                    <a:pt x="29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18" y="41"/>
                    <a:pt x="14" y="26"/>
                    <a:pt x="16" y="22"/>
                  </a:cubicBezTo>
                  <a:cubicBezTo>
                    <a:pt x="16" y="19"/>
                    <a:pt x="13" y="11"/>
                    <a:pt x="10" y="6"/>
                  </a:cubicBezTo>
                  <a:cubicBezTo>
                    <a:pt x="9" y="4"/>
                    <a:pt x="6" y="3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33" name="Freeform 618">
              <a:extLst>
                <a:ext uri="{FF2B5EF4-FFF2-40B4-BE49-F238E27FC236}">
                  <a16:creationId xmlns:a16="http://schemas.microsoft.com/office/drawing/2014/main" id="{B780CA09-64BB-4B57-834D-A448ADEA0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95"/>
              <a:ext cx="137" cy="417"/>
            </a:xfrm>
            <a:custGeom>
              <a:avLst/>
              <a:gdLst>
                <a:gd name="T0" fmla="*/ 0 w 77"/>
                <a:gd name="T1" fmla="*/ 0 h 219"/>
                <a:gd name="T2" fmla="*/ 12 w 77"/>
                <a:gd name="T3" fmla="*/ 21 h 219"/>
                <a:gd name="T4" fmla="*/ 73 w 77"/>
                <a:gd name="T5" fmla="*/ 116 h 219"/>
                <a:gd name="T6" fmla="*/ 208 w 77"/>
                <a:gd name="T7" fmla="*/ 320 h 219"/>
                <a:gd name="T8" fmla="*/ 418 w 77"/>
                <a:gd name="T9" fmla="*/ 725 h 219"/>
                <a:gd name="T10" fmla="*/ 422 w 77"/>
                <a:gd name="T11" fmla="*/ 903 h 219"/>
                <a:gd name="T12" fmla="*/ 422 w 77"/>
                <a:gd name="T13" fmla="*/ 925 h 219"/>
                <a:gd name="T14" fmla="*/ 411 w 77"/>
                <a:gd name="T15" fmla="*/ 986 h 219"/>
                <a:gd name="T16" fmla="*/ 395 w 77"/>
                <a:gd name="T17" fmla="*/ 1078 h 219"/>
                <a:gd name="T18" fmla="*/ 367 w 77"/>
                <a:gd name="T19" fmla="*/ 1114 h 219"/>
                <a:gd name="T20" fmla="*/ 354 w 77"/>
                <a:gd name="T21" fmla="*/ 1154 h 219"/>
                <a:gd name="T22" fmla="*/ 367 w 77"/>
                <a:gd name="T23" fmla="*/ 1222 h 219"/>
                <a:gd name="T24" fmla="*/ 377 w 77"/>
                <a:gd name="T25" fmla="*/ 1331 h 219"/>
                <a:gd name="T26" fmla="*/ 345 w 77"/>
                <a:gd name="T27" fmla="*/ 1497 h 219"/>
                <a:gd name="T28" fmla="*/ 345 w 77"/>
                <a:gd name="T29" fmla="*/ 1512 h 219"/>
                <a:gd name="T30" fmla="*/ 349 w 77"/>
                <a:gd name="T31" fmla="*/ 1497 h 219"/>
                <a:gd name="T32" fmla="*/ 377 w 77"/>
                <a:gd name="T33" fmla="*/ 1222 h 219"/>
                <a:gd name="T34" fmla="*/ 370 w 77"/>
                <a:gd name="T35" fmla="*/ 1116 h 219"/>
                <a:gd name="T36" fmla="*/ 395 w 77"/>
                <a:gd name="T37" fmla="*/ 1083 h 219"/>
                <a:gd name="T38" fmla="*/ 422 w 77"/>
                <a:gd name="T39" fmla="*/ 994 h 219"/>
                <a:gd name="T40" fmla="*/ 434 w 77"/>
                <a:gd name="T41" fmla="*/ 931 h 219"/>
                <a:gd name="T42" fmla="*/ 434 w 77"/>
                <a:gd name="T43" fmla="*/ 931 h 219"/>
                <a:gd name="T44" fmla="*/ 434 w 77"/>
                <a:gd name="T45" fmla="*/ 903 h 219"/>
                <a:gd name="T46" fmla="*/ 422 w 77"/>
                <a:gd name="T47" fmla="*/ 725 h 219"/>
                <a:gd name="T48" fmla="*/ 219 w 77"/>
                <a:gd name="T49" fmla="*/ 312 h 219"/>
                <a:gd name="T50" fmla="*/ 85 w 77"/>
                <a:gd name="T51" fmla="*/ 109 h 219"/>
                <a:gd name="T52" fmla="*/ 21 w 77"/>
                <a:gd name="T53" fmla="*/ 21 h 219"/>
                <a:gd name="T54" fmla="*/ 0 w 77"/>
                <a:gd name="T55" fmla="*/ 0 h 21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7" h="219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6" y="7"/>
                    <a:pt x="10" y="12"/>
                    <a:pt x="13" y="17"/>
                  </a:cubicBezTo>
                  <a:cubicBezTo>
                    <a:pt x="19" y="26"/>
                    <a:pt x="28" y="36"/>
                    <a:pt x="37" y="46"/>
                  </a:cubicBezTo>
                  <a:cubicBezTo>
                    <a:pt x="54" y="65"/>
                    <a:pt x="71" y="86"/>
                    <a:pt x="74" y="105"/>
                  </a:cubicBezTo>
                  <a:cubicBezTo>
                    <a:pt x="75" y="112"/>
                    <a:pt x="75" y="121"/>
                    <a:pt x="75" y="131"/>
                  </a:cubicBezTo>
                  <a:cubicBezTo>
                    <a:pt x="75" y="131"/>
                    <a:pt x="75" y="134"/>
                    <a:pt x="75" y="134"/>
                  </a:cubicBezTo>
                  <a:cubicBezTo>
                    <a:pt x="74" y="137"/>
                    <a:pt x="74" y="140"/>
                    <a:pt x="73" y="143"/>
                  </a:cubicBezTo>
                  <a:cubicBezTo>
                    <a:pt x="73" y="147"/>
                    <a:pt x="71" y="155"/>
                    <a:pt x="70" y="156"/>
                  </a:cubicBezTo>
                  <a:cubicBezTo>
                    <a:pt x="67" y="157"/>
                    <a:pt x="66" y="158"/>
                    <a:pt x="65" y="161"/>
                  </a:cubicBezTo>
                  <a:cubicBezTo>
                    <a:pt x="64" y="163"/>
                    <a:pt x="63" y="165"/>
                    <a:pt x="63" y="167"/>
                  </a:cubicBezTo>
                  <a:cubicBezTo>
                    <a:pt x="63" y="170"/>
                    <a:pt x="64" y="174"/>
                    <a:pt x="65" y="177"/>
                  </a:cubicBezTo>
                  <a:cubicBezTo>
                    <a:pt x="66" y="183"/>
                    <a:pt x="67" y="189"/>
                    <a:pt x="67" y="193"/>
                  </a:cubicBezTo>
                  <a:cubicBezTo>
                    <a:pt x="67" y="207"/>
                    <a:pt x="63" y="216"/>
                    <a:pt x="61" y="217"/>
                  </a:cubicBezTo>
                  <a:cubicBezTo>
                    <a:pt x="61" y="219"/>
                    <a:pt x="61" y="219"/>
                    <a:pt x="61" y="219"/>
                  </a:cubicBezTo>
                  <a:cubicBezTo>
                    <a:pt x="61" y="219"/>
                    <a:pt x="61" y="218"/>
                    <a:pt x="62" y="217"/>
                  </a:cubicBezTo>
                  <a:cubicBezTo>
                    <a:pt x="65" y="214"/>
                    <a:pt x="72" y="198"/>
                    <a:pt x="67" y="177"/>
                  </a:cubicBezTo>
                  <a:cubicBezTo>
                    <a:pt x="66" y="171"/>
                    <a:pt x="65" y="166"/>
                    <a:pt x="66" y="162"/>
                  </a:cubicBezTo>
                  <a:cubicBezTo>
                    <a:pt x="67" y="159"/>
                    <a:pt x="68" y="158"/>
                    <a:pt x="70" y="157"/>
                  </a:cubicBezTo>
                  <a:cubicBezTo>
                    <a:pt x="73" y="156"/>
                    <a:pt x="75" y="145"/>
                    <a:pt x="75" y="144"/>
                  </a:cubicBezTo>
                  <a:cubicBezTo>
                    <a:pt x="75" y="141"/>
                    <a:pt x="76" y="137"/>
                    <a:pt x="77" y="135"/>
                  </a:cubicBezTo>
                  <a:cubicBezTo>
                    <a:pt x="77" y="135"/>
                    <a:pt x="77" y="135"/>
                    <a:pt x="77" y="135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7" y="121"/>
                    <a:pt x="77" y="112"/>
                    <a:pt x="75" y="105"/>
                  </a:cubicBezTo>
                  <a:cubicBezTo>
                    <a:pt x="73" y="85"/>
                    <a:pt x="56" y="65"/>
                    <a:pt x="39" y="45"/>
                  </a:cubicBezTo>
                  <a:cubicBezTo>
                    <a:pt x="29" y="35"/>
                    <a:pt x="21" y="25"/>
                    <a:pt x="15" y="16"/>
                  </a:cubicBezTo>
                  <a:cubicBezTo>
                    <a:pt x="11" y="11"/>
                    <a:pt x="7" y="7"/>
                    <a:pt x="4" y="3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34" name="Freeform 619">
              <a:extLst>
                <a:ext uri="{FF2B5EF4-FFF2-40B4-BE49-F238E27FC236}">
                  <a16:creationId xmlns:a16="http://schemas.microsoft.com/office/drawing/2014/main" id="{94D22BA4-E2BB-458F-90A0-2B48EAD87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314"/>
              <a:ext cx="120" cy="29"/>
            </a:xfrm>
            <a:custGeom>
              <a:avLst/>
              <a:gdLst>
                <a:gd name="T0" fmla="*/ 0 w 67"/>
                <a:gd name="T1" fmla="*/ 0 h 15"/>
                <a:gd name="T2" fmla="*/ 253 w 67"/>
                <a:gd name="T3" fmla="*/ 101 h 15"/>
                <a:gd name="T4" fmla="*/ 292 w 67"/>
                <a:gd name="T5" fmla="*/ 85 h 15"/>
                <a:gd name="T6" fmla="*/ 321 w 67"/>
                <a:gd name="T7" fmla="*/ 79 h 15"/>
                <a:gd name="T8" fmla="*/ 385 w 67"/>
                <a:gd name="T9" fmla="*/ 56 h 15"/>
                <a:gd name="T10" fmla="*/ 385 w 67"/>
                <a:gd name="T11" fmla="*/ 56 h 15"/>
                <a:gd name="T12" fmla="*/ 321 w 67"/>
                <a:gd name="T13" fmla="*/ 64 h 15"/>
                <a:gd name="T14" fmla="*/ 292 w 67"/>
                <a:gd name="T15" fmla="*/ 79 h 15"/>
                <a:gd name="T16" fmla="*/ 253 w 67"/>
                <a:gd name="T17" fmla="*/ 85 h 15"/>
                <a:gd name="T18" fmla="*/ 0 w 67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5">
                  <a:moveTo>
                    <a:pt x="0" y="0"/>
                  </a:moveTo>
                  <a:cubicBezTo>
                    <a:pt x="14" y="5"/>
                    <a:pt x="37" y="15"/>
                    <a:pt x="44" y="14"/>
                  </a:cubicBezTo>
                  <a:cubicBezTo>
                    <a:pt x="47" y="14"/>
                    <a:pt x="49" y="13"/>
                    <a:pt x="51" y="12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60" y="10"/>
                    <a:pt x="64" y="8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4" y="7"/>
                    <a:pt x="60" y="8"/>
                    <a:pt x="56" y="9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8" y="11"/>
                    <a:pt x="47" y="12"/>
                    <a:pt x="44" y="12"/>
                  </a:cubicBezTo>
                  <a:cubicBezTo>
                    <a:pt x="39" y="13"/>
                    <a:pt x="23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35" name="Freeform 620">
              <a:extLst>
                <a:ext uri="{FF2B5EF4-FFF2-40B4-BE49-F238E27FC236}">
                  <a16:creationId xmlns:a16="http://schemas.microsoft.com/office/drawing/2014/main" id="{D345A735-8F98-4CDD-ACD5-60DC685AC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318"/>
              <a:ext cx="59" cy="125"/>
            </a:xfrm>
            <a:custGeom>
              <a:avLst/>
              <a:gdLst>
                <a:gd name="T0" fmla="*/ 45 w 33"/>
                <a:gd name="T1" fmla="*/ 61 h 66"/>
                <a:gd name="T2" fmla="*/ 125 w 33"/>
                <a:gd name="T3" fmla="*/ 15 h 66"/>
                <a:gd name="T4" fmla="*/ 147 w 33"/>
                <a:gd name="T5" fmla="*/ 0 h 66"/>
                <a:gd name="T6" fmla="*/ 159 w 33"/>
                <a:gd name="T7" fmla="*/ 15 h 66"/>
                <a:gd name="T8" fmla="*/ 154 w 33"/>
                <a:gd name="T9" fmla="*/ 161 h 66"/>
                <a:gd name="T10" fmla="*/ 122 w 33"/>
                <a:gd name="T11" fmla="*/ 244 h 66"/>
                <a:gd name="T12" fmla="*/ 97 w 33"/>
                <a:gd name="T13" fmla="*/ 326 h 66"/>
                <a:gd name="T14" fmla="*/ 36 w 33"/>
                <a:gd name="T15" fmla="*/ 352 h 66"/>
                <a:gd name="T16" fmla="*/ 29 w 33"/>
                <a:gd name="T17" fmla="*/ 449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6">
                  <a:moveTo>
                    <a:pt x="8" y="9"/>
                  </a:moveTo>
                  <a:cubicBezTo>
                    <a:pt x="12" y="8"/>
                    <a:pt x="18" y="5"/>
                    <a:pt x="22" y="2"/>
                  </a:cubicBezTo>
                  <a:cubicBezTo>
                    <a:pt x="23" y="2"/>
                    <a:pt x="26" y="0"/>
                    <a:pt x="26" y="0"/>
                  </a:cubicBezTo>
                  <a:cubicBezTo>
                    <a:pt x="27" y="1"/>
                    <a:pt x="28" y="1"/>
                    <a:pt x="28" y="2"/>
                  </a:cubicBezTo>
                  <a:cubicBezTo>
                    <a:pt x="33" y="8"/>
                    <a:pt x="30" y="18"/>
                    <a:pt x="27" y="24"/>
                  </a:cubicBezTo>
                  <a:cubicBezTo>
                    <a:pt x="25" y="28"/>
                    <a:pt x="22" y="32"/>
                    <a:pt x="21" y="36"/>
                  </a:cubicBezTo>
                  <a:cubicBezTo>
                    <a:pt x="19" y="40"/>
                    <a:pt x="19" y="44"/>
                    <a:pt x="17" y="48"/>
                  </a:cubicBezTo>
                  <a:cubicBezTo>
                    <a:pt x="14" y="54"/>
                    <a:pt x="12" y="49"/>
                    <a:pt x="6" y="52"/>
                  </a:cubicBezTo>
                  <a:cubicBezTo>
                    <a:pt x="3" y="55"/>
                    <a:pt x="0" y="64"/>
                    <a:pt x="5" y="66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36" name="Freeform 621">
              <a:extLst>
                <a:ext uri="{FF2B5EF4-FFF2-40B4-BE49-F238E27FC236}">
                  <a16:creationId xmlns:a16="http://schemas.microsoft.com/office/drawing/2014/main" id="{440EDEAE-63BC-42EB-A079-92D618D9A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920"/>
              <a:ext cx="73" cy="112"/>
            </a:xfrm>
            <a:custGeom>
              <a:avLst/>
              <a:gdLst>
                <a:gd name="T0" fmla="*/ 0 w 41"/>
                <a:gd name="T1" fmla="*/ 61 h 59"/>
                <a:gd name="T2" fmla="*/ 174 w 41"/>
                <a:gd name="T3" fmla="*/ 108 h 59"/>
                <a:gd name="T4" fmla="*/ 224 w 41"/>
                <a:gd name="T5" fmla="*/ 205 h 59"/>
                <a:gd name="T6" fmla="*/ 158 w 41"/>
                <a:gd name="T7" fmla="*/ 273 h 59"/>
                <a:gd name="T8" fmla="*/ 85 w 41"/>
                <a:gd name="T9" fmla="*/ 313 h 59"/>
                <a:gd name="T10" fmla="*/ 85 w 41"/>
                <a:gd name="T11" fmla="*/ 389 h 59"/>
                <a:gd name="T12" fmla="*/ 118 w 41"/>
                <a:gd name="T13" fmla="*/ 404 h 59"/>
                <a:gd name="T14" fmla="*/ 151 w 41"/>
                <a:gd name="T15" fmla="*/ 349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59">
                  <a:moveTo>
                    <a:pt x="0" y="9"/>
                  </a:moveTo>
                  <a:cubicBezTo>
                    <a:pt x="4" y="0"/>
                    <a:pt x="26" y="13"/>
                    <a:pt x="31" y="16"/>
                  </a:cubicBezTo>
                  <a:cubicBezTo>
                    <a:pt x="35" y="19"/>
                    <a:pt x="40" y="25"/>
                    <a:pt x="40" y="30"/>
                  </a:cubicBezTo>
                  <a:cubicBezTo>
                    <a:pt x="41" y="38"/>
                    <a:pt x="34" y="39"/>
                    <a:pt x="28" y="40"/>
                  </a:cubicBezTo>
                  <a:cubicBezTo>
                    <a:pt x="21" y="40"/>
                    <a:pt x="18" y="38"/>
                    <a:pt x="15" y="46"/>
                  </a:cubicBezTo>
                  <a:cubicBezTo>
                    <a:pt x="14" y="49"/>
                    <a:pt x="12" y="54"/>
                    <a:pt x="15" y="57"/>
                  </a:cubicBezTo>
                  <a:cubicBezTo>
                    <a:pt x="16" y="58"/>
                    <a:pt x="19" y="59"/>
                    <a:pt x="21" y="59"/>
                  </a:cubicBezTo>
                  <a:cubicBezTo>
                    <a:pt x="24" y="58"/>
                    <a:pt x="22" y="51"/>
                    <a:pt x="27" y="51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37" name="Freeform 622">
              <a:extLst>
                <a:ext uri="{FF2B5EF4-FFF2-40B4-BE49-F238E27FC236}">
                  <a16:creationId xmlns:a16="http://schemas.microsoft.com/office/drawing/2014/main" id="{071DD9A4-146A-438F-81DA-F52A4C436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127"/>
              <a:ext cx="48" cy="61"/>
            </a:xfrm>
            <a:custGeom>
              <a:avLst/>
              <a:gdLst>
                <a:gd name="T0" fmla="*/ 94 w 27"/>
                <a:gd name="T1" fmla="*/ 0 h 32"/>
                <a:gd name="T2" fmla="*/ 117 w 27"/>
                <a:gd name="T3" fmla="*/ 97 h 32"/>
                <a:gd name="T4" fmla="*/ 12 w 27"/>
                <a:gd name="T5" fmla="*/ 105 h 32"/>
                <a:gd name="T6" fmla="*/ 12 w 27"/>
                <a:gd name="T7" fmla="*/ 193 h 32"/>
                <a:gd name="T8" fmla="*/ 73 w 27"/>
                <a:gd name="T9" fmla="*/ 18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2">
                  <a:moveTo>
                    <a:pt x="17" y="0"/>
                  </a:moveTo>
                  <a:cubicBezTo>
                    <a:pt x="19" y="4"/>
                    <a:pt x="27" y="10"/>
                    <a:pt x="21" y="14"/>
                  </a:cubicBezTo>
                  <a:cubicBezTo>
                    <a:pt x="17" y="17"/>
                    <a:pt x="7" y="14"/>
                    <a:pt x="2" y="15"/>
                  </a:cubicBezTo>
                  <a:cubicBezTo>
                    <a:pt x="2" y="18"/>
                    <a:pt x="0" y="26"/>
                    <a:pt x="2" y="28"/>
                  </a:cubicBezTo>
                  <a:cubicBezTo>
                    <a:pt x="6" y="32"/>
                    <a:pt x="9" y="26"/>
                    <a:pt x="13" y="27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38" name="Freeform 623">
              <a:extLst>
                <a:ext uri="{FF2B5EF4-FFF2-40B4-BE49-F238E27FC236}">
                  <a16:creationId xmlns:a16="http://schemas.microsoft.com/office/drawing/2014/main" id="{FF47CC68-A486-4E02-8028-3C598EA5B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135"/>
              <a:ext cx="99" cy="68"/>
            </a:xfrm>
            <a:custGeom>
              <a:avLst/>
              <a:gdLst>
                <a:gd name="T0" fmla="*/ 0 w 55"/>
                <a:gd name="T1" fmla="*/ 242 h 36"/>
                <a:gd name="T2" fmla="*/ 72 w 55"/>
                <a:gd name="T3" fmla="*/ 144 h 36"/>
                <a:gd name="T4" fmla="*/ 110 w 55"/>
                <a:gd name="T5" fmla="*/ 47 h 36"/>
                <a:gd name="T6" fmla="*/ 162 w 55"/>
                <a:gd name="T7" fmla="*/ 144 h 36"/>
                <a:gd name="T8" fmla="*/ 198 w 55"/>
                <a:gd name="T9" fmla="*/ 168 h 36"/>
                <a:gd name="T10" fmla="*/ 239 w 55"/>
                <a:gd name="T11" fmla="*/ 161 h 36"/>
                <a:gd name="T12" fmla="*/ 279 w 55"/>
                <a:gd name="T13" fmla="*/ 168 h 36"/>
                <a:gd name="T14" fmla="*/ 299 w 55"/>
                <a:gd name="T15" fmla="*/ 2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36">
                  <a:moveTo>
                    <a:pt x="0" y="36"/>
                  </a:moveTo>
                  <a:cubicBezTo>
                    <a:pt x="4" y="31"/>
                    <a:pt x="8" y="27"/>
                    <a:pt x="12" y="21"/>
                  </a:cubicBezTo>
                  <a:cubicBezTo>
                    <a:pt x="14" y="18"/>
                    <a:pt x="15" y="9"/>
                    <a:pt x="19" y="7"/>
                  </a:cubicBezTo>
                  <a:cubicBezTo>
                    <a:pt x="29" y="0"/>
                    <a:pt x="28" y="16"/>
                    <a:pt x="28" y="21"/>
                  </a:cubicBezTo>
                  <a:cubicBezTo>
                    <a:pt x="29" y="25"/>
                    <a:pt x="30" y="25"/>
                    <a:pt x="34" y="25"/>
                  </a:cubicBezTo>
                  <a:cubicBezTo>
                    <a:pt x="36" y="25"/>
                    <a:pt x="39" y="24"/>
                    <a:pt x="41" y="24"/>
                  </a:cubicBezTo>
                  <a:cubicBezTo>
                    <a:pt x="43" y="24"/>
                    <a:pt x="46" y="25"/>
                    <a:pt x="48" y="25"/>
                  </a:cubicBezTo>
                  <a:cubicBezTo>
                    <a:pt x="55" y="23"/>
                    <a:pt x="52" y="10"/>
                    <a:pt x="51" y="4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39" name="Freeform 624">
              <a:extLst>
                <a:ext uri="{FF2B5EF4-FFF2-40B4-BE49-F238E27FC236}">
                  <a16:creationId xmlns:a16="http://schemas.microsoft.com/office/drawing/2014/main" id="{BE74A639-985F-4610-83A4-59BCBE5B2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213"/>
              <a:ext cx="32" cy="15"/>
            </a:xfrm>
            <a:custGeom>
              <a:avLst/>
              <a:gdLst>
                <a:gd name="T0" fmla="*/ 0 w 18"/>
                <a:gd name="T1" fmla="*/ 0 h 8"/>
                <a:gd name="T2" fmla="*/ 57 w 18"/>
                <a:gd name="T3" fmla="*/ 45 h 8"/>
                <a:gd name="T4" fmla="*/ 101 w 18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">
                  <a:moveTo>
                    <a:pt x="0" y="0"/>
                  </a:moveTo>
                  <a:cubicBezTo>
                    <a:pt x="1" y="2"/>
                    <a:pt x="6" y="8"/>
                    <a:pt x="10" y="7"/>
                  </a:cubicBezTo>
                  <a:cubicBezTo>
                    <a:pt x="13" y="7"/>
                    <a:pt x="15" y="3"/>
                    <a:pt x="18" y="1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40" name="Freeform 625">
              <a:extLst>
                <a:ext uri="{FF2B5EF4-FFF2-40B4-BE49-F238E27FC236}">
                  <a16:creationId xmlns:a16="http://schemas.microsoft.com/office/drawing/2014/main" id="{8F9D8445-63B0-40A1-BE90-411102020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274"/>
              <a:ext cx="68" cy="74"/>
            </a:xfrm>
            <a:custGeom>
              <a:avLst/>
              <a:gdLst>
                <a:gd name="T0" fmla="*/ 218 w 38"/>
                <a:gd name="T1" fmla="*/ 0 h 39"/>
                <a:gd name="T2" fmla="*/ 174 w 38"/>
                <a:gd name="T3" fmla="*/ 32 h 39"/>
                <a:gd name="T4" fmla="*/ 195 w 38"/>
                <a:gd name="T5" fmla="*/ 144 h 39"/>
                <a:gd name="T6" fmla="*/ 206 w 38"/>
                <a:gd name="T7" fmla="*/ 237 h 39"/>
                <a:gd name="T8" fmla="*/ 125 w 38"/>
                <a:gd name="T9" fmla="*/ 260 h 39"/>
                <a:gd name="T10" fmla="*/ 45 w 38"/>
                <a:gd name="T11" fmla="*/ 233 h 39"/>
                <a:gd name="T12" fmla="*/ 16 w 38"/>
                <a:gd name="T13" fmla="*/ 220 h 39"/>
                <a:gd name="T14" fmla="*/ 52 w 38"/>
                <a:gd name="T15" fmla="*/ 184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cubicBezTo>
                    <a:pt x="35" y="1"/>
                    <a:pt x="31" y="1"/>
                    <a:pt x="30" y="5"/>
                  </a:cubicBezTo>
                  <a:cubicBezTo>
                    <a:pt x="28" y="10"/>
                    <a:pt x="33" y="17"/>
                    <a:pt x="34" y="21"/>
                  </a:cubicBezTo>
                  <a:cubicBezTo>
                    <a:pt x="35" y="24"/>
                    <a:pt x="37" y="32"/>
                    <a:pt x="36" y="35"/>
                  </a:cubicBezTo>
                  <a:cubicBezTo>
                    <a:pt x="33" y="39"/>
                    <a:pt x="26" y="38"/>
                    <a:pt x="22" y="38"/>
                  </a:cubicBezTo>
                  <a:cubicBezTo>
                    <a:pt x="17" y="37"/>
                    <a:pt x="13" y="35"/>
                    <a:pt x="8" y="34"/>
                  </a:cubicBezTo>
                  <a:cubicBezTo>
                    <a:pt x="6" y="34"/>
                    <a:pt x="3" y="34"/>
                    <a:pt x="3" y="32"/>
                  </a:cubicBezTo>
                  <a:cubicBezTo>
                    <a:pt x="0" y="27"/>
                    <a:pt x="7" y="28"/>
                    <a:pt x="9" y="27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41" name="Freeform 626">
              <a:extLst>
                <a:ext uri="{FF2B5EF4-FFF2-40B4-BE49-F238E27FC236}">
                  <a16:creationId xmlns:a16="http://schemas.microsoft.com/office/drawing/2014/main" id="{A1267E47-2822-4AFD-8B21-17711A6EC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98"/>
              <a:ext cx="59" cy="76"/>
            </a:xfrm>
            <a:custGeom>
              <a:avLst/>
              <a:gdLst>
                <a:gd name="T0" fmla="*/ 175 w 33"/>
                <a:gd name="T1" fmla="*/ 245 h 40"/>
                <a:gd name="T2" fmla="*/ 114 w 33"/>
                <a:gd name="T3" fmla="*/ 241 h 40"/>
                <a:gd name="T4" fmla="*/ 52 w 33"/>
                <a:gd name="T5" fmla="*/ 253 h 40"/>
                <a:gd name="T6" fmla="*/ 102 w 33"/>
                <a:gd name="T7" fmla="*/ 184 h 40"/>
                <a:gd name="T8" fmla="*/ 173 w 33"/>
                <a:gd name="T9" fmla="*/ 68 h 40"/>
                <a:gd name="T10" fmla="*/ 93 w 33"/>
                <a:gd name="T11" fmla="*/ 29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0">
                  <a:moveTo>
                    <a:pt x="31" y="36"/>
                  </a:moveTo>
                  <a:cubicBezTo>
                    <a:pt x="28" y="35"/>
                    <a:pt x="24" y="34"/>
                    <a:pt x="20" y="35"/>
                  </a:cubicBezTo>
                  <a:cubicBezTo>
                    <a:pt x="16" y="36"/>
                    <a:pt x="13" y="40"/>
                    <a:pt x="9" y="37"/>
                  </a:cubicBezTo>
                  <a:cubicBezTo>
                    <a:pt x="0" y="32"/>
                    <a:pt x="14" y="29"/>
                    <a:pt x="18" y="27"/>
                  </a:cubicBezTo>
                  <a:cubicBezTo>
                    <a:pt x="26" y="23"/>
                    <a:pt x="33" y="20"/>
                    <a:pt x="30" y="10"/>
                  </a:cubicBezTo>
                  <a:cubicBezTo>
                    <a:pt x="27" y="3"/>
                    <a:pt x="23" y="0"/>
                    <a:pt x="16" y="4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42" name="Freeform 627">
              <a:extLst>
                <a:ext uri="{FF2B5EF4-FFF2-40B4-BE49-F238E27FC236}">
                  <a16:creationId xmlns:a16="http://schemas.microsoft.com/office/drawing/2014/main" id="{4531C9D0-FD9F-43B7-961C-D00D48FAF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954"/>
              <a:ext cx="57" cy="33"/>
            </a:xfrm>
            <a:custGeom>
              <a:avLst/>
              <a:gdLst>
                <a:gd name="T0" fmla="*/ 0 w 32"/>
                <a:gd name="T1" fmla="*/ 52 h 17"/>
                <a:gd name="T2" fmla="*/ 73 w 32"/>
                <a:gd name="T3" fmla="*/ 16 h 17"/>
                <a:gd name="T4" fmla="*/ 102 w 32"/>
                <a:gd name="T5" fmla="*/ 80 h 17"/>
                <a:gd name="T6" fmla="*/ 153 w 32"/>
                <a:gd name="T7" fmla="*/ 64 h 17"/>
                <a:gd name="T8" fmla="*/ 182 w 32"/>
                <a:gd name="T9" fmla="*/ 12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7">
                  <a:moveTo>
                    <a:pt x="0" y="7"/>
                  </a:moveTo>
                  <a:cubicBezTo>
                    <a:pt x="3" y="5"/>
                    <a:pt x="9" y="0"/>
                    <a:pt x="13" y="2"/>
                  </a:cubicBezTo>
                  <a:cubicBezTo>
                    <a:pt x="16" y="4"/>
                    <a:pt x="14" y="10"/>
                    <a:pt x="18" y="11"/>
                  </a:cubicBezTo>
                  <a:cubicBezTo>
                    <a:pt x="21" y="12"/>
                    <a:pt x="24" y="8"/>
                    <a:pt x="27" y="9"/>
                  </a:cubicBezTo>
                  <a:cubicBezTo>
                    <a:pt x="30" y="10"/>
                    <a:pt x="31" y="16"/>
                    <a:pt x="32" y="17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43" name="Freeform 628">
              <a:extLst>
                <a:ext uri="{FF2B5EF4-FFF2-40B4-BE49-F238E27FC236}">
                  <a16:creationId xmlns:a16="http://schemas.microsoft.com/office/drawing/2014/main" id="{7256E55E-D873-474D-908D-6BF5DBEB3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918"/>
              <a:ext cx="37" cy="139"/>
            </a:xfrm>
            <a:custGeom>
              <a:avLst/>
              <a:gdLst>
                <a:gd name="T0" fmla="*/ 102 w 21"/>
                <a:gd name="T1" fmla="*/ 8 h 73"/>
                <a:gd name="T2" fmla="*/ 37 w 21"/>
                <a:gd name="T3" fmla="*/ 40 h 73"/>
                <a:gd name="T4" fmla="*/ 16 w 21"/>
                <a:gd name="T5" fmla="*/ 168 h 73"/>
                <a:gd name="T6" fmla="*/ 99 w 21"/>
                <a:gd name="T7" fmla="*/ 208 h 73"/>
                <a:gd name="T8" fmla="*/ 102 w 21"/>
                <a:gd name="T9" fmla="*/ 261 h 73"/>
                <a:gd name="T10" fmla="*/ 58 w 21"/>
                <a:gd name="T11" fmla="*/ 268 h 73"/>
                <a:gd name="T12" fmla="*/ 37 w 21"/>
                <a:gd name="T13" fmla="*/ 337 h 73"/>
                <a:gd name="T14" fmla="*/ 56 w 21"/>
                <a:gd name="T15" fmla="*/ 398 h 73"/>
                <a:gd name="T16" fmla="*/ 49 w 21"/>
                <a:gd name="T17" fmla="*/ 505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73">
                  <a:moveTo>
                    <a:pt x="19" y="1"/>
                  </a:moveTo>
                  <a:cubicBezTo>
                    <a:pt x="13" y="2"/>
                    <a:pt x="10" y="0"/>
                    <a:pt x="7" y="6"/>
                  </a:cubicBezTo>
                  <a:cubicBezTo>
                    <a:pt x="5" y="9"/>
                    <a:pt x="0" y="20"/>
                    <a:pt x="3" y="24"/>
                  </a:cubicBezTo>
                  <a:cubicBezTo>
                    <a:pt x="6" y="27"/>
                    <a:pt x="15" y="26"/>
                    <a:pt x="18" y="30"/>
                  </a:cubicBezTo>
                  <a:cubicBezTo>
                    <a:pt x="21" y="32"/>
                    <a:pt x="20" y="35"/>
                    <a:pt x="19" y="38"/>
                  </a:cubicBezTo>
                  <a:cubicBezTo>
                    <a:pt x="17" y="41"/>
                    <a:pt x="12" y="39"/>
                    <a:pt x="11" y="39"/>
                  </a:cubicBezTo>
                  <a:cubicBezTo>
                    <a:pt x="7" y="41"/>
                    <a:pt x="7" y="45"/>
                    <a:pt x="7" y="49"/>
                  </a:cubicBezTo>
                  <a:cubicBezTo>
                    <a:pt x="6" y="55"/>
                    <a:pt x="6" y="53"/>
                    <a:pt x="10" y="58"/>
                  </a:cubicBezTo>
                  <a:cubicBezTo>
                    <a:pt x="14" y="63"/>
                    <a:pt x="8" y="67"/>
                    <a:pt x="9" y="73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44" name="Freeform 629">
              <a:extLst>
                <a:ext uri="{FF2B5EF4-FFF2-40B4-BE49-F238E27FC236}">
                  <a16:creationId xmlns:a16="http://schemas.microsoft.com/office/drawing/2014/main" id="{76BE74D3-4D2D-43DD-9F4A-185AC304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243"/>
              <a:ext cx="58" cy="65"/>
            </a:xfrm>
            <a:custGeom>
              <a:avLst/>
              <a:gdLst>
                <a:gd name="T0" fmla="*/ 154 w 32"/>
                <a:gd name="T1" fmla="*/ 208 h 34"/>
                <a:gd name="T2" fmla="*/ 174 w 32"/>
                <a:gd name="T3" fmla="*/ 84 h 34"/>
                <a:gd name="T4" fmla="*/ 145 w 32"/>
                <a:gd name="T5" fmla="*/ 8 h 34"/>
                <a:gd name="T6" fmla="*/ 138 w 32"/>
                <a:gd name="T7" fmla="*/ 84 h 34"/>
                <a:gd name="T8" fmla="*/ 109 w 32"/>
                <a:gd name="T9" fmla="*/ 161 h 34"/>
                <a:gd name="T10" fmla="*/ 0 w 32"/>
                <a:gd name="T11" fmla="*/ 237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4">
                  <a:moveTo>
                    <a:pt x="26" y="30"/>
                  </a:moveTo>
                  <a:cubicBezTo>
                    <a:pt x="32" y="27"/>
                    <a:pt x="29" y="17"/>
                    <a:pt x="29" y="12"/>
                  </a:cubicBezTo>
                  <a:cubicBezTo>
                    <a:pt x="29" y="8"/>
                    <a:pt x="30" y="0"/>
                    <a:pt x="24" y="1"/>
                  </a:cubicBezTo>
                  <a:cubicBezTo>
                    <a:pt x="23" y="5"/>
                    <a:pt x="24" y="8"/>
                    <a:pt x="23" y="12"/>
                  </a:cubicBezTo>
                  <a:cubicBezTo>
                    <a:pt x="22" y="15"/>
                    <a:pt x="20" y="20"/>
                    <a:pt x="18" y="23"/>
                  </a:cubicBezTo>
                  <a:cubicBezTo>
                    <a:pt x="15" y="28"/>
                    <a:pt x="6" y="32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45" name="Freeform 630">
              <a:extLst>
                <a:ext uri="{FF2B5EF4-FFF2-40B4-BE49-F238E27FC236}">
                  <a16:creationId xmlns:a16="http://schemas.microsoft.com/office/drawing/2014/main" id="{60BDBAEF-9202-4A82-8EDA-00D70BE2E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173"/>
              <a:ext cx="4" cy="46"/>
            </a:xfrm>
            <a:custGeom>
              <a:avLst/>
              <a:gdLst>
                <a:gd name="T0" fmla="*/ 16 w 2"/>
                <a:gd name="T1" fmla="*/ 0 h 24"/>
                <a:gd name="T2" fmla="*/ 0 w 2"/>
                <a:gd name="T3" fmla="*/ 107 h 24"/>
                <a:gd name="T4" fmla="*/ 0 w 2"/>
                <a:gd name="T5" fmla="*/ 16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4">
                  <a:moveTo>
                    <a:pt x="2" y="0"/>
                  </a:moveTo>
                  <a:cubicBezTo>
                    <a:pt x="2" y="5"/>
                    <a:pt x="1" y="10"/>
                    <a:pt x="0" y="15"/>
                  </a:cubicBezTo>
                  <a:cubicBezTo>
                    <a:pt x="0" y="18"/>
                    <a:pt x="1" y="21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46" name="Freeform 631">
              <a:extLst>
                <a:ext uri="{FF2B5EF4-FFF2-40B4-BE49-F238E27FC236}">
                  <a16:creationId xmlns:a16="http://schemas.microsoft.com/office/drawing/2014/main" id="{5379AF38-449D-42DA-B3C2-046AC7701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124"/>
              <a:ext cx="18" cy="93"/>
            </a:xfrm>
            <a:custGeom>
              <a:avLst/>
              <a:gdLst>
                <a:gd name="T0" fmla="*/ 41 w 10"/>
                <a:gd name="T1" fmla="*/ 0 h 49"/>
                <a:gd name="T2" fmla="*/ 16 w 10"/>
                <a:gd name="T3" fmla="*/ 53 h 49"/>
                <a:gd name="T4" fmla="*/ 58 w 10"/>
                <a:gd name="T5" fmla="*/ 152 h 49"/>
                <a:gd name="T6" fmla="*/ 7 w 10"/>
                <a:gd name="T7" fmla="*/ 213 h 49"/>
                <a:gd name="T8" fmla="*/ 13 w 10"/>
                <a:gd name="T9" fmla="*/ 252 h 49"/>
                <a:gd name="T10" fmla="*/ 7 w 10"/>
                <a:gd name="T11" fmla="*/ 336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9">
                  <a:moveTo>
                    <a:pt x="7" y="0"/>
                  </a:moveTo>
                  <a:cubicBezTo>
                    <a:pt x="1" y="1"/>
                    <a:pt x="1" y="3"/>
                    <a:pt x="3" y="8"/>
                  </a:cubicBezTo>
                  <a:cubicBezTo>
                    <a:pt x="4" y="12"/>
                    <a:pt x="10" y="18"/>
                    <a:pt x="10" y="22"/>
                  </a:cubicBezTo>
                  <a:cubicBezTo>
                    <a:pt x="9" y="27"/>
                    <a:pt x="3" y="27"/>
                    <a:pt x="1" y="31"/>
                  </a:cubicBezTo>
                  <a:cubicBezTo>
                    <a:pt x="0" y="33"/>
                    <a:pt x="1" y="35"/>
                    <a:pt x="2" y="37"/>
                  </a:cubicBezTo>
                  <a:cubicBezTo>
                    <a:pt x="2" y="41"/>
                    <a:pt x="1" y="45"/>
                    <a:pt x="1" y="49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47" name="Freeform 632">
              <a:extLst>
                <a:ext uri="{FF2B5EF4-FFF2-40B4-BE49-F238E27FC236}">
                  <a16:creationId xmlns:a16="http://schemas.microsoft.com/office/drawing/2014/main" id="{C25A3A75-DEFD-4563-8BE6-D31587733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47"/>
              <a:ext cx="20" cy="21"/>
            </a:xfrm>
            <a:custGeom>
              <a:avLst/>
              <a:gdLst>
                <a:gd name="T0" fmla="*/ 65 w 11"/>
                <a:gd name="T1" fmla="*/ 40 h 11"/>
                <a:gd name="T2" fmla="*/ 24 w 11"/>
                <a:gd name="T3" fmla="*/ 21 h 11"/>
                <a:gd name="T4" fmla="*/ 60 w 11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9" y="4"/>
                    <a:pt x="7" y="0"/>
                    <a:pt x="4" y="3"/>
                  </a:cubicBezTo>
                  <a:cubicBezTo>
                    <a:pt x="0" y="7"/>
                    <a:pt x="7" y="11"/>
                    <a:pt x="10" y="11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48" name="Freeform 633">
              <a:extLst>
                <a:ext uri="{FF2B5EF4-FFF2-40B4-BE49-F238E27FC236}">
                  <a16:creationId xmlns:a16="http://schemas.microsoft.com/office/drawing/2014/main" id="{F3B97284-5E5C-4712-9E78-6AE316EB6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329"/>
              <a:ext cx="14" cy="17"/>
            </a:xfrm>
            <a:custGeom>
              <a:avLst/>
              <a:gdLst>
                <a:gd name="T0" fmla="*/ 44 w 8"/>
                <a:gd name="T1" fmla="*/ 40 h 9"/>
                <a:gd name="T2" fmla="*/ 7 w 8"/>
                <a:gd name="T3" fmla="*/ 21 h 9"/>
                <a:gd name="T4" fmla="*/ 44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6"/>
                  </a:moveTo>
                  <a:cubicBezTo>
                    <a:pt x="5" y="9"/>
                    <a:pt x="0" y="8"/>
                    <a:pt x="1" y="3"/>
                  </a:cubicBezTo>
                  <a:cubicBezTo>
                    <a:pt x="2" y="0"/>
                    <a:pt x="7" y="2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49" name="Freeform 634">
              <a:extLst>
                <a:ext uri="{FF2B5EF4-FFF2-40B4-BE49-F238E27FC236}">
                  <a16:creationId xmlns:a16="http://schemas.microsoft.com/office/drawing/2014/main" id="{E261758B-8149-472C-AD95-3A268DBFA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196"/>
              <a:ext cx="2" cy="11"/>
            </a:xfrm>
            <a:custGeom>
              <a:avLst/>
              <a:gdLst>
                <a:gd name="T0" fmla="*/ 8 w 1"/>
                <a:gd name="T1" fmla="*/ 37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50" name="Freeform 635">
              <a:extLst>
                <a:ext uri="{FF2B5EF4-FFF2-40B4-BE49-F238E27FC236}">
                  <a16:creationId xmlns:a16="http://schemas.microsoft.com/office/drawing/2014/main" id="{77307A45-3BCC-4DEF-8394-843B84D35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268"/>
              <a:ext cx="4" cy="12"/>
            </a:xfrm>
            <a:custGeom>
              <a:avLst/>
              <a:gdLst>
                <a:gd name="T0" fmla="*/ 16 w 2"/>
                <a:gd name="T1" fmla="*/ 48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51" name="Freeform 636">
              <a:extLst>
                <a:ext uri="{FF2B5EF4-FFF2-40B4-BE49-F238E27FC236}">
                  <a16:creationId xmlns:a16="http://schemas.microsoft.com/office/drawing/2014/main" id="{41A5301A-6664-48A4-A9C0-6F7DAE013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118"/>
              <a:ext cx="6" cy="21"/>
            </a:xfrm>
            <a:custGeom>
              <a:avLst/>
              <a:gdLst>
                <a:gd name="T0" fmla="*/ 24 w 3"/>
                <a:gd name="T1" fmla="*/ 0 h 11"/>
                <a:gd name="T2" fmla="*/ 8 w 3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3"/>
                    <a:pt x="0" y="8"/>
                    <a:pt x="1" y="11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52" name="Freeform 637">
              <a:extLst>
                <a:ext uri="{FF2B5EF4-FFF2-40B4-BE49-F238E27FC236}">
                  <a16:creationId xmlns:a16="http://schemas.microsoft.com/office/drawing/2014/main" id="{36640974-122A-4F0F-9081-3593A4CD5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198"/>
              <a:ext cx="15" cy="17"/>
            </a:xfrm>
            <a:custGeom>
              <a:avLst/>
              <a:gdLst>
                <a:gd name="T0" fmla="*/ 15 w 8"/>
                <a:gd name="T1" fmla="*/ 47 h 9"/>
                <a:gd name="T2" fmla="*/ 0 w 8"/>
                <a:gd name="T3" fmla="*/ 1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2" y="7"/>
                  </a:moveTo>
                  <a:cubicBezTo>
                    <a:pt x="8" y="9"/>
                    <a:pt x="8" y="0"/>
                    <a:pt x="0" y="2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53" name="Freeform 638">
              <a:extLst>
                <a:ext uri="{FF2B5EF4-FFF2-40B4-BE49-F238E27FC236}">
                  <a16:creationId xmlns:a16="http://schemas.microsoft.com/office/drawing/2014/main" id="{A368B485-22ED-49E7-BD65-A5D467863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914"/>
              <a:ext cx="2" cy="14"/>
            </a:xfrm>
            <a:custGeom>
              <a:avLst/>
              <a:gdLst>
                <a:gd name="T0" fmla="*/ 8 w 1"/>
                <a:gd name="T1" fmla="*/ 56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7"/>
                  </a:move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54" name="Freeform 639">
              <a:extLst>
                <a:ext uri="{FF2B5EF4-FFF2-40B4-BE49-F238E27FC236}">
                  <a16:creationId xmlns:a16="http://schemas.microsoft.com/office/drawing/2014/main" id="{DC4AD495-F7AB-4774-AE4F-A08621145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038"/>
              <a:ext cx="15" cy="11"/>
            </a:xfrm>
            <a:custGeom>
              <a:avLst/>
              <a:gdLst>
                <a:gd name="T0" fmla="*/ 0 w 8"/>
                <a:gd name="T1" fmla="*/ 37 h 6"/>
                <a:gd name="T2" fmla="*/ 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8" y="6"/>
                    <a:pt x="8" y="0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55" name="Freeform 640">
              <a:extLst>
                <a:ext uri="{FF2B5EF4-FFF2-40B4-BE49-F238E27FC236}">
                  <a16:creationId xmlns:a16="http://schemas.microsoft.com/office/drawing/2014/main" id="{34880525-2AF7-4CA2-B061-68B6DF88D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922"/>
              <a:ext cx="27" cy="27"/>
            </a:xfrm>
            <a:custGeom>
              <a:avLst/>
              <a:gdLst>
                <a:gd name="T0" fmla="*/ 23 w 15"/>
                <a:gd name="T1" fmla="*/ 56 h 14"/>
                <a:gd name="T2" fmla="*/ 45 w 15"/>
                <a:gd name="T3" fmla="*/ 37 h 14"/>
                <a:gd name="T4" fmla="*/ 65 w 15"/>
                <a:gd name="T5" fmla="*/ 85 h 14"/>
                <a:gd name="T6" fmla="*/ 88 w 15"/>
                <a:gd name="T7" fmla="*/ 4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4" y="8"/>
                  </a:moveTo>
                  <a:cubicBezTo>
                    <a:pt x="0" y="4"/>
                    <a:pt x="5" y="0"/>
                    <a:pt x="8" y="5"/>
                  </a:cubicBezTo>
                  <a:cubicBezTo>
                    <a:pt x="9" y="8"/>
                    <a:pt x="6" y="14"/>
                    <a:pt x="11" y="12"/>
                  </a:cubicBezTo>
                  <a:cubicBezTo>
                    <a:pt x="13" y="11"/>
                    <a:pt x="14" y="8"/>
                    <a:pt x="15" y="6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56" name="Freeform 641">
              <a:extLst>
                <a:ext uri="{FF2B5EF4-FFF2-40B4-BE49-F238E27FC236}">
                  <a16:creationId xmlns:a16="http://schemas.microsoft.com/office/drawing/2014/main" id="{DCF19B46-457F-4B8E-8582-0C1142BE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133"/>
              <a:ext cx="66" cy="46"/>
            </a:xfrm>
            <a:custGeom>
              <a:avLst/>
              <a:gdLst>
                <a:gd name="T0" fmla="*/ 93 w 37"/>
                <a:gd name="T1" fmla="*/ 69 h 24"/>
                <a:gd name="T2" fmla="*/ 146 w 37"/>
                <a:gd name="T3" fmla="*/ 161 h 24"/>
                <a:gd name="T4" fmla="*/ 194 w 37"/>
                <a:gd name="T5" fmla="*/ 155 h 24"/>
                <a:gd name="T6" fmla="*/ 187 w 37"/>
                <a:gd name="T7" fmla="*/ 48 h 24"/>
                <a:gd name="T8" fmla="*/ 166 w 37"/>
                <a:gd name="T9" fmla="*/ 121 h 24"/>
                <a:gd name="T10" fmla="*/ 80 w 37"/>
                <a:gd name="T11" fmla="*/ 15 h 24"/>
                <a:gd name="T12" fmla="*/ 0 w 37"/>
                <a:gd name="T13" fmla="*/ 69 h 24"/>
                <a:gd name="T14" fmla="*/ 93 w 37"/>
                <a:gd name="T15" fmla="*/ 77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4">
                  <a:moveTo>
                    <a:pt x="16" y="10"/>
                  </a:moveTo>
                  <a:cubicBezTo>
                    <a:pt x="17" y="18"/>
                    <a:pt x="16" y="24"/>
                    <a:pt x="26" y="23"/>
                  </a:cubicBezTo>
                  <a:cubicBezTo>
                    <a:pt x="27" y="23"/>
                    <a:pt x="33" y="23"/>
                    <a:pt x="34" y="22"/>
                  </a:cubicBezTo>
                  <a:cubicBezTo>
                    <a:pt x="37" y="19"/>
                    <a:pt x="34" y="11"/>
                    <a:pt x="33" y="7"/>
                  </a:cubicBezTo>
                  <a:cubicBezTo>
                    <a:pt x="32" y="10"/>
                    <a:pt x="32" y="15"/>
                    <a:pt x="29" y="17"/>
                  </a:cubicBezTo>
                  <a:cubicBezTo>
                    <a:pt x="23" y="12"/>
                    <a:pt x="22" y="4"/>
                    <a:pt x="14" y="2"/>
                  </a:cubicBezTo>
                  <a:cubicBezTo>
                    <a:pt x="8" y="0"/>
                    <a:pt x="2" y="3"/>
                    <a:pt x="0" y="10"/>
                  </a:cubicBezTo>
                  <a:cubicBezTo>
                    <a:pt x="3" y="2"/>
                    <a:pt x="14" y="3"/>
                    <a:pt x="16" y="11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57" name="Freeform 642">
              <a:extLst>
                <a:ext uri="{FF2B5EF4-FFF2-40B4-BE49-F238E27FC236}">
                  <a16:creationId xmlns:a16="http://schemas.microsoft.com/office/drawing/2014/main" id="{E839DFA8-35DA-49B8-8A80-8A0E188B7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194"/>
              <a:ext cx="30" cy="27"/>
            </a:xfrm>
            <a:custGeom>
              <a:avLst/>
              <a:gdLst>
                <a:gd name="T0" fmla="*/ 16 w 17"/>
                <a:gd name="T1" fmla="*/ 15 h 14"/>
                <a:gd name="T2" fmla="*/ 37 w 17"/>
                <a:gd name="T3" fmla="*/ 93 h 14"/>
                <a:gd name="T4" fmla="*/ 94 w 17"/>
                <a:gd name="T5" fmla="*/ 23 h 14"/>
                <a:gd name="T6" fmla="*/ 34 w 1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3" y="2"/>
                  </a:moveTo>
                  <a:cubicBezTo>
                    <a:pt x="0" y="5"/>
                    <a:pt x="3" y="12"/>
                    <a:pt x="7" y="13"/>
                  </a:cubicBezTo>
                  <a:cubicBezTo>
                    <a:pt x="13" y="14"/>
                    <a:pt x="15" y="7"/>
                    <a:pt x="17" y="3"/>
                  </a:cubicBezTo>
                  <a:cubicBezTo>
                    <a:pt x="13" y="7"/>
                    <a:pt x="6" y="7"/>
                    <a:pt x="6" y="0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58" name="Freeform 643">
              <a:extLst>
                <a:ext uri="{FF2B5EF4-FFF2-40B4-BE49-F238E27FC236}">
                  <a16:creationId xmlns:a16="http://schemas.microsoft.com/office/drawing/2014/main" id="{34CB3AA8-A2DF-4D53-91E8-C7E62CCD1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325"/>
              <a:ext cx="36" cy="78"/>
            </a:xfrm>
            <a:custGeom>
              <a:avLst/>
              <a:gdLst>
                <a:gd name="T0" fmla="*/ 13 w 20"/>
                <a:gd name="T1" fmla="*/ 61 h 41"/>
                <a:gd name="T2" fmla="*/ 101 w 20"/>
                <a:gd name="T3" fmla="*/ 15 h 41"/>
                <a:gd name="T4" fmla="*/ 101 w 20"/>
                <a:gd name="T5" fmla="*/ 105 h 41"/>
                <a:gd name="T6" fmla="*/ 52 w 20"/>
                <a:gd name="T7" fmla="*/ 200 h 41"/>
                <a:gd name="T8" fmla="*/ 29 w 20"/>
                <a:gd name="T9" fmla="*/ 282 h 41"/>
                <a:gd name="T10" fmla="*/ 58 w 20"/>
                <a:gd name="T11" fmla="*/ 108 h 41"/>
                <a:gd name="T12" fmla="*/ 0 w 20"/>
                <a:gd name="T13" fmla="*/ 84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1">
                  <a:moveTo>
                    <a:pt x="2" y="9"/>
                  </a:moveTo>
                  <a:cubicBezTo>
                    <a:pt x="5" y="7"/>
                    <a:pt x="14" y="0"/>
                    <a:pt x="17" y="2"/>
                  </a:cubicBezTo>
                  <a:cubicBezTo>
                    <a:pt x="20" y="4"/>
                    <a:pt x="18" y="12"/>
                    <a:pt x="17" y="15"/>
                  </a:cubicBezTo>
                  <a:cubicBezTo>
                    <a:pt x="14" y="20"/>
                    <a:pt x="11" y="23"/>
                    <a:pt x="9" y="29"/>
                  </a:cubicBezTo>
                  <a:cubicBezTo>
                    <a:pt x="9" y="32"/>
                    <a:pt x="10" y="40"/>
                    <a:pt x="5" y="41"/>
                  </a:cubicBezTo>
                  <a:cubicBezTo>
                    <a:pt x="2" y="33"/>
                    <a:pt x="11" y="25"/>
                    <a:pt x="10" y="16"/>
                  </a:cubicBezTo>
                  <a:cubicBezTo>
                    <a:pt x="9" y="10"/>
                    <a:pt x="4" y="13"/>
                    <a:pt x="0" y="12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59" name="Freeform 644">
              <a:extLst>
                <a:ext uri="{FF2B5EF4-FFF2-40B4-BE49-F238E27FC236}">
                  <a16:creationId xmlns:a16="http://schemas.microsoft.com/office/drawing/2014/main" id="{63750A49-748A-49F1-A901-73A5A15C6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318"/>
              <a:ext cx="21" cy="74"/>
            </a:xfrm>
            <a:custGeom>
              <a:avLst/>
              <a:gdLst>
                <a:gd name="T0" fmla="*/ 28 w 12"/>
                <a:gd name="T1" fmla="*/ 123 h 39"/>
                <a:gd name="T2" fmla="*/ 33 w 12"/>
                <a:gd name="T3" fmla="*/ 0 h 39"/>
                <a:gd name="T4" fmla="*/ 65 w 12"/>
                <a:gd name="T5" fmla="*/ 266 h 39"/>
                <a:gd name="T6" fmla="*/ 33 w 12"/>
                <a:gd name="T7" fmla="*/ 14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9">
                  <a:moveTo>
                    <a:pt x="5" y="18"/>
                  </a:moveTo>
                  <a:cubicBezTo>
                    <a:pt x="6" y="14"/>
                    <a:pt x="0" y="1"/>
                    <a:pt x="6" y="0"/>
                  </a:cubicBezTo>
                  <a:cubicBezTo>
                    <a:pt x="11" y="12"/>
                    <a:pt x="7" y="27"/>
                    <a:pt x="12" y="39"/>
                  </a:cubicBezTo>
                  <a:cubicBezTo>
                    <a:pt x="10" y="33"/>
                    <a:pt x="7" y="27"/>
                    <a:pt x="6" y="21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60" name="Freeform 645">
              <a:extLst>
                <a:ext uri="{FF2B5EF4-FFF2-40B4-BE49-F238E27FC236}">
                  <a16:creationId xmlns:a16="http://schemas.microsoft.com/office/drawing/2014/main" id="{59F45B47-05DA-4E86-BD7F-E44BB6211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956"/>
              <a:ext cx="22" cy="36"/>
            </a:xfrm>
            <a:custGeom>
              <a:avLst/>
              <a:gdLst>
                <a:gd name="T0" fmla="*/ 0 w 12"/>
                <a:gd name="T1" fmla="*/ 121 h 19"/>
                <a:gd name="T2" fmla="*/ 73 w 12"/>
                <a:gd name="T3" fmla="*/ 83 h 19"/>
                <a:gd name="T4" fmla="*/ 44 w 12"/>
                <a:gd name="T5" fmla="*/ 0 h 19"/>
                <a:gd name="T6" fmla="*/ 44 w 12"/>
                <a:gd name="T7" fmla="*/ 83 h 19"/>
                <a:gd name="T8" fmla="*/ 0 w 12"/>
                <a:gd name="T9" fmla="*/ 10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9">
                  <a:moveTo>
                    <a:pt x="0" y="18"/>
                  </a:moveTo>
                  <a:cubicBezTo>
                    <a:pt x="5" y="17"/>
                    <a:pt x="10" y="19"/>
                    <a:pt x="12" y="12"/>
                  </a:cubicBezTo>
                  <a:cubicBezTo>
                    <a:pt x="12" y="8"/>
                    <a:pt x="10" y="2"/>
                    <a:pt x="7" y="0"/>
                  </a:cubicBezTo>
                  <a:cubicBezTo>
                    <a:pt x="7" y="4"/>
                    <a:pt x="10" y="9"/>
                    <a:pt x="7" y="12"/>
                  </a:cubicBezTo>
                  <a:cubicBezTo>
                    <a:pt x="5" y="14"/>
                    <a:pt x="2" y="14"/>
                    <a:pt x="0" y="15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61" name="Freeform 646">
              <a:extLst>
                <a:ext uri="{FF2B5EF4-FFF2-40B4-BE49-F238E27FC236}">
                  <a16:creationId xmlns:a16="http://schemas.microsoft.com/office/drawing/2014/main" id="{B9C20B29-8E50-4345-A7C5-2E4C6FD35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289"/>
              <a:ext cx="39" cy="53"/>
            </a:xfrm>
            <a:custGeom>
              <a:avLst/>
              <a:gdLst>
                <a:gd name="T0" fmla="*/ 101 w 22"/>
                <a:gd name="T1" fmla="*/ 68 h 28"/>
                <a:gd name="T2" fmla="*/ 117 w 22"/>
                <a:gd name="T3" fmla="*/ 144 h 28"/>
                <a:gd name="T4" fmla="*/ 106 w 22"/>
                <a:gd name="T5" fmla="*/ 176 h 28"/>
                <a:gd name="T6" fmla="*/ 0 w 22"/>
                <a:gd name="T7" fmla="*/ 157 h 28"/>
                <a:gd name="T8" fmla="*/ 57 w 22"/>
                <a:gd name="T9" fmla="*/ 151 h 28"/>
                <a:gd name="T10" fmla="*/ 78 w 22"/>
                <a:gd name="T11" fmla="*/ 100 h 28"/>
                <a:gd name="T12" fmla="*/ 94 w 22"/>
                <a:gd name="T13" fmla="*/ 47 h 28"/>
                <a:gd name="T14" fmla="*/ 89 w 22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28">
                  <a:moveTo>
                    <a:pt x="18" y="10"/>
                  </a:moveTo>
                  <a:cubicBezTo>
                    <a:pt x="20" y="14"/>
                    <a:pt x="21" y="17"/>
                    <a:pt x="21" y="21"/>
                  </a:cubicBezTo>
                  <a:cubicBezTo>
                    <a:pt x="22" y="25"/>
                    <a:pt x="22" y="24"/>
                    <a:pt x="19" y="26"/>
                  </a:cubicBezTo>
                  <a:cubicBezTo>
                    <a:pt x="13" y="28"/>
                    <a:pt x="5" y="25"/>
                    <a:pt x="0" y="23"/>
                  </a:cubicBezTo>
                  <a:cubicBezTo>
                    <a:pt x="3" y="23"/>
                    <a:pt x="8" y="23"/>
                    <a:pt x="10" y="22"/>
                  </a:cubicBezTo>
                  <a:cubicBezTo>
                    <a:pt x="15" y="20"/>
                    <a:pt x="13" y="19"/>
                    <a:pt x="14" y="15"/>
                  </a:cubicBezTo>
                  <a:cubicBezTo>
                    <a:pt x="14" y="12"/>
                    <a:pt x="17" y="10"/>
                    <a:pt x="17" y="7"/>
                  </a:cubicBezTo>
                  <a:cubicBezTo>
                    <a:pt x="18" y="5"/>
                    <a:pt x="16" y="3"/>
                    <a:pt x="16" y="0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62" name="Freeform 647">
              <a:extLst>
                <a:ext uri="{FF2B5EF4-FFF2-40B4-BE49-F238E27FC236}">
                  <a16:creationId xmlns:a16="http://schemas.microsoft.com/office/drawing/2014/main" id="{A97EBEED-43A5-4181-9BAC-4DA2CFDDF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251"/>
              <a:ext cx="37" cy="15"/>
            </a:xfrm>
            <a:custGeom>
              <a:avLst/>
              <a:gdLst>
                <a:gd name="T0" fmla="*/ 72 w 21"/>
                <a:gd name="T1" fmla="*/ 0 h 8"/>
                <a:gd name="T2" fmla="*/ 0 w 21"/>
                <a:gd name="T3" fmla="*/ 45 h 8"/>
                <a:gd name="T4" fmla="*/ 56 w 21"/>
                <a:gd name="T5" fmla="*/ 28 h 8"/>
                <a:gd name="T6" fmla="*/ 115 w 21"/>
                <a:gd name="T7" fmla="*/ 28 h 8"/>
                <a:gd name="T8" fmla="*/ 93 w 2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">
                  <a:moveTo>
                    <a:pt x="13" y="0"/>
                  </a:moveTo>
                  <a:cubicBezTo>
                    <a:pt x="9" y="2"/>
                    <a:pt x="2" y="3"/>
                    <a:pt x="0" y="7"/>
                  </a:cubicBezTo>
                  <a:cubicBezTo>
                    <a:pt x="3" y="8"/>
                    <a:pt x="7" y="4"/>
                    <a:pt x="10" y="4"/>
                  </a:cubicBezTo>
                  <a:cubicBezTo>
                    <a:pt x="14" y="3"/>
                    <a:pt x="17" y="6"/>
                    <a:pt x="21" y="4"/>
                  </a:cubicBezTo>
                  <a:cubicBezTo>
                    <a:pt x="19" y="4"/>
                    <a:pt x="16" y="3"/>
                    <a:pt x="17" y="0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63" name="Freeform 648">
              <a:extLst>
                <a:ext uri="{FF2B5EF4-FFF2-40B4-BE49-F238E27FC236}">
                  <a16:creationId xmlns:a16="http://schemas.microsoft.com/office/drawing/2014/main" id="{55FFA7AC-89BB-4C6C-B00F-72B376E13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272"/>
              <a:ext cx="26" cy="32"/>
            </a:xfrm>
            <a:custGeom>
              <a:avLst/>
              <a:gdLst>
                <a:gd name="T0" fmla="*/ 49 w 15"/>
                <a:gd name="T1" fmla="*/ 81 h 17"/>
                <a:gd name="T2" fmla="*/ 57 w 15"/>
                <a:gd name="T3" fmla="*/ 0 h 17"/>
                <a:gd name="T4" fmla="*/ 73 w 15"/>
                <a:gd name="T5" fmla="*/ 68 h 17"/>
                <a:gd name="T6" fmla="*/ 0 w 15"/>
                <a:gd name="T7" fmla="*/ 11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9" y="12"/>
                  </a:moveTo>
                  <a:cubicBezTo>
                    <a:pt x="9" y="9"/>
                    <a:pt x="10" y="3"/>
                    <a:pt x="11" y="0"/>
                  </a:cubicBezTo>
                  <a:cubicBezTo>
                    <a:pt x="11" y="3"/>
                    <a:pt x="15" y="7"/>
                    <a:pt x="14" y="10"/>
                  </a:cubicBezTo>
                  <a:cubicBezTo>
                    <a:pt x="13" y="15"/>
                    <a:pt x="4" y="14"/>
                    <a:pt x="0" y="17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64" name="Freeform 649">
              <a:extLst>
                <a:ext uri="{FF2B5EF4-FFF2-40B4-BE49-F238E27FC236}">
                  <a16:creationId xmlns:a16="http://schemas.microsoft.com/office/drawing/2014/main" id="{6E98EAED-05CD-4109-BF8E-31B42B4B8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160"/>
              <a:ext cx="50" cy="21"/>
            </a:xfrm>
            <a:custGeom>
              <a:avLst/>
              <a:gdLst>
                <a:gd name="T0" fmla="*/ 13 w 28"/>
                <a:gd name="T1" fmla="*/ 8 h 11"/>
                <a:gd name="T2" fmla="*/ 7 w 28"/>
                <a:gd name="T3" fmla="*/ 55 h 11"/>
                <a:gd name="T4" fmla="*/ 41 w 28"/>
                <a:gd name="T5" fmla="*/ 55 h 11"/>
                <a:gd name="T6" fmla="*/ 121 w 28"/>
                <a:gd name="T7" fmla="*/ 61 h 11"/>
                <a:gd name="T8" fmla="*/ 16 w 2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1">
                  <a:moveTo>
                    <a:pt x="2" y="1"/>
                  </a:moveTo>
                  <a:cubicBezTo>
                    <a:pt x="1" y="2"/>
                    <a:pt x="0" y="7"/>
                    <a:pt x="1" y="8"/>
                  </a:cubicBezTo>
                  <a:cubicBezTo>
                    <a:pt x="3" y="10"/>
                    <a:pt x="4" y="8"/>
                    <a:pt x="7" y="8"/>
                  </a:cubicBezTo>
                  <a:cubicBezTo>
                    <a:pt x="11" y="7"/>
                    <a:pt x="19" y="11"/>
                    <a:pt x="21" y="9"/>
                  </a:cubicBezTo>
                  <a:cubicBezTo>
                    <a:pt x="28" y="0"/>
                    <a:pt x="7" y="2"/>
                    <a:pt x="3" y="0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65" name="Freeform 650">
              <a:extLst>
                <a:ext uri="{FF2B5EF4-FFF2-40B4-BE49-F238E27FC236}">
                  <a16:creationId xmlns:a16="http://schemas.microsoft.com/office/drawing/2014/main" id="{C85E984A-D496-4244-AEA5-5E2288B88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023"/>
              <a:ext cx="86" cy="112"/>
            </a:xfrm>
            <a:custGeom>
              <a:avLst/>
              <a:gdLst>
                <a:gd name="T0" fmla="*/ 0 w 48"/>
                <a:gd name="T1" fmla="*/ 68 h 59"/>
                <a:gd name="T2" fmla="*/ 93 w 48"/>
                <a:gd name="T3" fmla="*/ 40 h 59"/>
                <a:gd name="T4" fmla="*/ 145 w 48"/>
                <a:gd name="T5" fmla="*/ 89 h 59"/>
                <a:gd name="T6" fmla="*/ 154 w 48"/>
                <a:gd name="T7" fmla="*/ 152 h 59"/>
                <a:gd name="T8" fmla="*/ 208 w 48"/>
                <a:gd name="T9" fmla="*/ 220 h 59"/>
                <a:gd name="T10" fmla="*/ 254 w 48"/>
                <a:gd name="T11" fmla="*/ 289 h 59"/>
                <a:gd name="T12" fmla="*/ 263 w 48"/>
                <a:gd name="T13" fmla="*/ 404 h 59"/>
                <a:gd name="T14" fmla="*/ 73 w 48"/>
                <a:gd name="T15" fmla="*/ 152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59">
                  <a:moveTo>
                    <a:pt x="0" y="10"/>
                  </a:moveTo>
                  <a:cubicBezTo>
                    <a:pt x="7" y="6"/>
                    <a:pt x="9" y="0"/>
                    <a:pt x="16" y="6"/>
                  </a:cubicBezTo>
                  <a:cubicBezTo>
                    <a:pt x="19" y="8"/>
                    <a:pt x="23" y="10"/>
                    <a:pt x="25" y="13"/>
                  </a:cubicBezTo>
                  <a:cubicBezTo>
                    <a:pt x="27" y="16"/>
                    <a:pt x="26" y="20"/>
                    <a:pt x="27" y="22"/>
                  </a:cubicBezTo>
                  <a:cubicBezTo>
                    <a:pt x="29" y="27"/>
                    <a:pt x="32" y="29"/>
                    <a:pt x="36" y="32"/>
                  </a:cubicBezTo>
                  <a:cubicBezTo>
                    <a:pt x="39" y="35"/>
                    <a:pt x="42" y="38"/>
                    <a:pt x="44" y="42"/>
                  </a:cubicBezTo>
                  <a:cubicBezTo>
                    <a:pt x="48" y="48"/>
                    <a:pt x="47" y="53"/>
                    <a:pt x="46" y="59"/>
                  </a:cubicBezTo>
                  <a:cubicBezTo>
                    <a:pt x="35" y="47"/>
                    <a:pt x="25" y="33"/>
                    <a:pt x="13" y="22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66" name="Freeform 651">
              <a:extLst>
                <a:ext uri="{FF2B5EF4-FFF2-40B4-BE49-F238E27FC236}">
                  <a16:creationId xmlns:a16="http://schemas.microsoft.com/office/drawing/2014/main" id="{0E3FC56C-3933-4216-BA4E-FC8A3E86E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77"/>
              <a:ext cx="34" cy="44"/>
            </a:xfrm>
            <a:custGeom>
              <a:avLst/>
              <a:gdLst>
                <a:gd name="T0" fmla="*/ 0 w 19"/>
                <a:gd name="T1" fmla="*/ 0 h 23"/>
                <a:gd name="T2" fmla="*/ 45 w 19"/>
                <a:gd name="T3" fmla="*/ 92 h 23"/>
                <a:gd name="T4" fmla="*/ 52 w 19"/>
                <a:gd name="T5" fmla="*/ 140 h 23"/>
                <a:gd name="T6" fmla="*/ 109 w 19"/>
                <a:gd name="T7" fmla="*/ 16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0" y="0"/>
                  </a:moveTo>
                  <a:cubicBezTo>
                    <a:pt x="4" y="4"/>
                    <a:pt x="7" y="7"/>
                    <a:pt x="8" y="13"/>
                  </a:cubicBezTo>
                  <a:cubicBezTo>
                    <a:pt x="9" y="16"/>
                    <a:pt x="8" y="18"/>
                    <a:pt x="9" y="20"/>
                  </a:cubicBezTo>
                  <a:cubicBezTo>
                    <a:pt x="12" y="20"/>
                    <a:pt x="17" y="21"/>
                    <a:pt x="19" y="23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67" name="Freeform 652">
              <a:extLst>
                <a:ext uri="{FF2B5EF4-FFF2-40B4-BE49-F238E27FC236}">
                  <a16:creationId xmlns:a16="http://schemas.microsoft.com/office/drawing/2014/main" id="{9D34579B-EA40-4062-AD9D-790EA251F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973"/>
              <a:ext cx="27" cy="31"/>
            </a:xfrm>
            <a:custGeom>
              <a:avLst/>
              <a:gdLst>
                <a:gd name="T0" fmla="*/ 7 w 15"/>
                <a:gd name="T1" fmla="*/ 8 h 16"/>
                <a:gd name="T2" fmla="*/ 72 w 15"/>
                <a:gd name="T3" fmla="*/ 45 h 16"/>
                <a:gd name="T4" fmla="*/ 16 w 15"/>
                <a:gd name="T5" fmla="*/ 64 h 16"/>
                <a:gd name="T6" fmla="*/ 0 w 15"/>
                <a:gd name="T7" fmla="*/ 116 h 16"/>
                <a:gd name="T8" fmla="*/ 7 w 15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" y="1"/>
                  </a:moveTo>
                  <a:cubicBezTo>
                    <a:pt x="4" y="0"/>
                    <a:pt x="15" y="2"/>
                    <a:pt x="12" y="6"/>
                  </a:cubicBezTo>
                  <a:cubicBezTo>
                    <a:pt x="10" y="8"/>
                    <a:pt x="5" y="7"/>
                    <a:pt x="3" y="9"/>
                  </a:cubicBezTo>
                  <a:cubicBezTo>
                    <a:pt x="1" y="11"/>
                    <a:pt x="1" y="13"/>
                    <a:pt x="0" y="16"/>
                  </a:cubicBezTo>
                  <a:cubicBezTo>
                    <a:pt x="2" y="12"/>
                    <a:pt x="2" y="7"/>
                    <a:pt x="1" y="3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68" name="Freeform 653">
              <a:extLst>
                <a:ext uri="{FF2B5EF4-FFF2-40B4-BE49-F238E27FC236}">
                  <a16:creationId xmlns:a16="http://schemas.microsoft.com/office/drawing/2014/main" id="{BA25881A-02E2-4C5B-84EE-892C0706D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177"/>
              <a:ext cx="77" cy="80"/>
            </a:xfrm>
            <a:custGeom>
              <a:avLst/>
              <a:gdLst>
                <a:gd name="T0" fmla="*/ 190 w 43"/>
                <a:gd name="T1" fmla="*/ 137 h 42"/>
                <a:gd name="T2" fmla="*/ 138 w 43"/>
                <a:gd name="T3" fmla="*/ 236 h 42"/>
                <a:gd name="T4" fmla="*/ 16 w 43"/>
                <a:gd name="T5" fmla="*/ 213 h 42"/>
                <a:gd name="T6" fmla="*/ 57 w 43"/>
                <a:gd name="T7" fmla="*/ 269 h 42"/>
                <a:gd name="T8" fmla="*/ 93 w 43"/>
                <a:gd name="T9" fmla="*/ 261 h 42"/>
                <a:gd name="T10" fmla="*/ 115 w 43"/>
                <a:gd name="T11" fmla="*/ 284 h 42"/>
                <a:gd name="T12" fmla="*/ 240 w 43"/>
                <a:gd name="T13" fmla="*/ 229 h 42"/>
                <a:gd name="T14" fmla="*/ 218 w 43"/>
                <a:gd name="T15" fmla="*/ 137 h 42"/>
                <a:gd name="T16" fmla="*/ 202 w 43"/>
                <a:gd name="T17" fmla="*/ 40 h 42"/>
                <a:gd name="T18" fmla="*/ 86 w 43"/>
                <a:gd name="T19" fmla="*/ 0 h 42"/>
                <a:gd name="T20" fmla="*/ 131 w 43"/>
                <a:gd name="T21" fmla="*/ 84 h 42"/>
                <a:gd name="T22" fmla="*/ 167 w 43"/>
                <a:gd name="T23" fmla="*/ 116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42">
                  <a:moveTo>
                    <a:pt x="33" y="20"/>
                  </a:moveTo>
                  <a:cubicBezTo>
                    <a:pt x="34" y="29"/>
                    <a:pt x="33" y="33"/>
                    <a:pt x="24" y="34"/>
                  </a:cubicBezTo>
                  <a:cubicBezTo>
                    <a:pt x="17" y="35"/>
                    <a:pt x="10" y="33"/>
                    <a:pt x="3" y="31"/>
                  </a:cubicBezTo>
                  <a:cubicBezTo>
                    <a:pt x="0" y="37"/>
                    <a:pt x="6" y="38"/>
                    <a:pt x="10" y="39"/>
                  </a:cubicBezTo>
                  <a:cubicBezTo>
                    <a:pt x="12" y="39"/>
                    <a:pt x="14" y="38"/>
                    <a:pt x="16" y="38"/>
                  </a:cubicBezTo>
                  <a:cubicBezTo>
                    <a:pt x="17" y="38"/>
                    <a:pt x="18" y="40"/>
                    <a:pt x="20" y="41"/>
                  </a:cubicBezTo>
                  <a:cubicBezTo>
                    <a:pt x="26" y="42"/>
                    <a:pt x="39" y="41"/>
                    <a:pt x="42" y="33"/>
                  </a:cubicBezTo>
                  <a:cubicBezTo>
                    <a:pt x="43" y="29"/>
                    <a:pt x="40" y="24"/>
                    <a:pt x="38" y="20"/>
                  </a:cubicBezTo>
                  <a:cubicBezTo>
                    <a:pt x="37" y="16"/>
                    <a:pt x="37" y="9"/>
                    <a:pt x="35" y="6"/>
                  </a:cubicBezTo>
                  <a:cubicBezTo>
                    <a:pt x="30" y="0"/>
                    <a:pt x="21" y="4"/>
                    <a:pt x="15" y="0"/>
                  </a:cubicBezTo>
                  <a:cubicBezTo>
                    <a:pt x="18" y="4"/>
                    <a:pt x="20" y="9"/>
                    <a:pt x="23" y="12"/>
                  </a:cubicBezTo>
                  <a:cubicBezTo>
                    <a:pt x="25" y="14"/>
                    <a:pt x="28" y="15"/>
                    <a:pt x="29" y="17"/>
                  </a:cubicBezTo>
                </a:path>
              </a:pathLst>
            </a:custGeom>
            <a:solidFill>
              <a:srgbClr val="FAFA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69" name="Freeform 654">
              <a:extLst>
                <a:ext uri="{FF2B5EF4-FFF2-40B4-BE49-F238E27FC236}">
                  <a16:creationId xmlns:a16="http://schemas.microsoft.com/office/drawing/2014/main" id="{AD87F8D3-BDAA-4A2D-90C3-51E098079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145"/>
              <a:ext cx="38" cy="127"/>
            </a:xfrm>
            <a:custGeom>
              <a:avLst/>
              <a:gdLst>
                <a:gd name="T0" fmla="*/ 94 w 21"/>
                <a:gd name="T1" fmla="*/ 0 h 67"/>
                <a:gd name="T2" fmla="*/ 16 w 21"/>
                <a:gd name="T3" fmla="*/ 184 h 67"/>
                <a:gd name="T4" fmla="*/ 101 w 21"/>
                <a:gd name="T5" fmla="*/ 349 h 67"/>
                <a:gd name="T6" fmla="*/ 101 w 21"/>
                <a:gd name="T7" fmla="*/ 449 h 67"/>
                <a:gd name="T8" fmla="*/ 125 w 21"/>
                <a:gd name="T9" fmla="*/ 326 h 67"/>
                <a:gd name="T10" fmla="*/ 81 w 21"/>
                <a:gd name="T11" fmla="*/ 169 h 67"/>
                <a:gd name="T12" fmla="*/ 112 w 21"/>
                <a:gd name="T13" fmla="*/ 15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7">
                  <a:moveTo>
                    <a:pt x="16" y="0"/>
                  </a:moveTo>
                  <a:cubicBezTo>
                    <a:pt x="3" y="1"/>
                    <a:pt x="0" y="15"/>
                    <a:pt x="3" y="27"/>
                  </a:cubicBezTo>
                  <a:cubicBezTo>
                    <a:pt x="5" y="35"/>
                    <a:pt x="13" y="43"/>
                    <a:pt x="17" y="51"/>
                  </a:cubicBezTo>
                  <a:cubicBezTo>
                    <a:pt x="17" y="54"/>
                    <a:pt x="15" y="67"/>
                    <a:pt x="17" y="66"/>
                  </a:cubicBezTo>
                  <a:cubicBezTo>
                    <a:pt x="20" y="64"/>
                    <a:pt x="21" y="52"/>
                    <a:pt x="21" y="48"/>
                  </a:cubicBezTo>
                  <a:cubicBezTo>
                    <a:pt x="21" y="39"/>
                    <a:pt x="13" y="35"/>
                    <a:pt x="14" y="25"/>
                  </a:cubicBezTo>
                  <a:cubicBezTo>
                    <a:pt x="14" y="18"/>
                    <a:pt x="17" y="8"/>
                    <a:pt x="19" y="2"/>
                  </a:cubicBezTo>
                </a:path>
              </a:pathLst>
            </a:custGeom>
            <a:solidFill>
              <a:srgbClr val="FAFA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70" name="Freeform 655">
              <a:extLst>
                <a:ext uri="{FF2B5EF4-FFF2-40B4-BE49-F238E27FC236}">
                  <a16:creationId xmlns:a16="http://schemas.microsoft.com/office/drawing/2014/main" id="{42135271-80C2-4DD4-96B9-53E64BEEC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188"/>
              <a:ext cx="120" cy="93"/>
            </a:xfrm>
            <a:custGeom>
              <a:avLst/>
              <a:gdLst>
                <a:gd name="T0" fmla="*/ 179 w 67"/>
                <a:gd name="T1" fmla="*/ 266 h 49"/>
                <a:gd name="T2" fmla="*/ 299 w 67"/>
                <a:gd name="T3" fmla="*/ 237 h 49"/>
                <a:gd name="T4" fmla="*/ 385 w 67"/>
                <a:gd name="T5" fmla="*/ 177 h 49"/>
                <a:gd name="T6" fmla="*/ 317 w 67"/>
                <a:gd name="T7" fmla="*/ 288 h 49"/>
                <a:gd name="T8" fmla="*/ 183 w 67"/>
                <a:gd name="T9" fmla="*/ 328 h 49"/>
                <a:gd name="T10" fmla="*/ 138 w 67"/>
                <a:gd name="T11" fmla="*/ 306 h 49"/>
                <a:gd name="T12" fmla="*/ 81 w 67"/>
                <a:gd name="T13" fmla="*/ 313 h 49"/>
                <a:gd name="T14" fmla="*/ 36 w 67"/>
                <a:gd name="T15" fmla="*/ 306 h 49"/>
                <a:gd name="T16" fmla="*/ 0 w 67"/>
                <a:gd name="T17" fmla="*/ 281 h 49"/>
                <a:gd name="T18" fmla="*/ 125 w 67"/>
                <a:gd name="T19" fmla="*/ 144 h 49"/>
                <a:gd name="T20" fmla="*/ 224 w 67"/>
                <a:gd name="T21" fmla="*/ 8 h 49"/>
                <a:gd name="T22" fmla="*/ 202 w 67"/>
                <a:gd name="T23" fmla="*/ 61 h 49"/>
                <a:gd name="T24" fmla="*/ 145 w 67"/>
                <a:gd name="T25" fmla="*/ 165 h 49"/>
                <a:gd name="T26" fmla="*/ 131 w 67"/>
                <a:gd name="T27" fmla="*/ 273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49">
                  <a:moveTo>
                    <a:pt x="31" y="39"/>
                  </a:moveTo>
                  <a:cubicBezTo>
                    <a:pt x="37" y="49"/>
                    <a:pt x="47" y="40"/>
                    <a:pt x="52" y="35"/>
                  </a:cubicBezTo>
                  <a:cubicBezTo>
                    <a:pt x="57" y="29"/>
                    <a:pt x="60" y="26"/>
                    <a:pt x="67" y="26"/>
                  </a:cubicBezTo>
                  <a:cubicBezTo>
                    <a:pt x="59" y="28"/>
                    <a:pt x="59" y="37"/>
                    <a:pt x="55" y="42"/>
                  </a:cubicBezTo>
                  <a:cubicBezTo>
                    <a:pt x="49" y="49"/>
                    <a:pt x="40" y="49"/>
                    <a:pt x="32" y="48"/>
                  </a:cubicBezTo>
                  <a:cubicBezTo>
                    <a:pt x="29" y="47"/>
                    <a:pt x="26" y="46"/>
                    <a:pt x="24" y="45"/>
                  </a:cubicBezTo>
                  <a:cubicBezTo>
                    <a:pt x="19" y="44"/>
                    <a:pt x="18" y="45"/>
                    <a:pt x="14" y="46"/>
                  </a:cubicBezTo>
                  <a:cubicBezTo>
                    <a:pt x="9" y="46"/>
                    <a:pt x="10" y="47"/>
                    <a:pt x="6" y="45"/>
                  </a:cubicBezTo>
                  <a:cubicBezTo>
                    <a:pt x="3" y="44"/>
                    <a:pt x="3" y="41"/>
                    <a:pt x="0" y="41"/>
                  </a:cubicBezTo>
                  <a:cubicBezTo>
                    <a:pt x="12" y="40"/>
                    <a:pt x="16" y="28"/>
                    <a:pt x="22" y="21"/>
                  </a:cubicBezTo>
                  <a:cubicBezTo>
                    <a:pt x="24" y="18"/>
                    <a:pt x="35" y="0"/>
                    <a:pt x="39" y="1"/>
                  </a:cubicBezTo>
                  <a:cubicBezTo>
                    <a:pt x="43" y="3"/>
                    <a:pt x="36" y="8"/>
                    <a:pt x="35" y="9"/>
                  </a:cubicBezTo>
                  <a:cubicBezTo>
                    <a:pt x="30" y="14"/>
                    <a:pt x="28" y="18"/>
                    <a:pt x="25" y="24"/>
                  </a:cubicBezTo>
                  <a:cubicBezTo>
                    <a:pt x="22" y="30"/>
                    <a:pt x="15" y="36"/>
                    <a:pt x="23" y="40"/>
                  </a:cubicBezTo>
                </a:path>
              </a:pathLst>
            </a:custGeom>
            <a:solidFill>
              <a:srgbClr val="FAFA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71" name="Freeform 656">
              <a:extLst>
                <a:ext uri="{FF2B5EF4-FFF2-40B4-BE49-F238E27FC236}">
                  <a16:creationId xmlns:a16="http://schemas.microsoft.com/office/drawing/2014/main" id="{F3CFE496-AF2C-4C95-9263-7D11D25AD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183"/>
              <a:ext cx="23" cy="28"/>
            </a:xfrm>
            <a:custGeom>
              <a:avLst/>
              <a:gdLst>
                <a:gd name="T0" fmla="*/ 44 w 13"/>
                <a:gd name="T1" fmla="*/ 52 h 15"/>
                <a:gd name="T2" fmla="*/ 57 w 13"/>
                <a:gd name="T3" fmla="*/ 97 h 15"/>
                <a:gd name="T4" fmla="*/ 7 w 13"/>
                <a:gd name="T5" fmla="*/ 0 h 15"/>
                <a:gd name="T6" fmla="*/ 34 w 13"/>
                <a:gd name="T7" fmla="*/ 5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8" y="8"/>
                  </a:moveTo>
                  <a:cubicBezTo>
                    <a:pt x="6" y="10"/>
                    <a:pt x="8" y="13"/>
                    <a:pt x="10" y="15"/>
                  </a:cubicBezTo>
                  <a:cubicBezTo>
                    <a:pt x="13" y="11"/>
                    <a:pt x="5" y="1"/>
                    <a:pt x="1" y="0"/>
                  </a:cubicBezTo>
                  <a:cubicBezTo>
                    <a:pt x="0" y="3"/>
                    <a:pt x="1" y="10"/>
                    <a:pt x="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72" name="Freeform 657">
              <a:extLst>
                <a:ext uri="{FF2B5EF4-FFF2-40B4-BE49-F238E27FC236}">
                  <a16:creationId xmlns:a16="http://schemas.microsoft.com/office/drawing/2014/main" id="{03AAE252-13AC-43E2-AF30-944F773F6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232"/>
              <a:ext cx="9" cy="11"/>
            </a:xfrm>
            <a:custGeom>
              <a:avLst/>
              <a:gdLst>
                <a:gd name="T0" fmla="*/ 13 w 5"/>
                <a:gd name="T1" fmla="*/ 0 h 6"/>
                <a:gd name="T2" fmla="*/ 7 w 5"/>
                <a:gd name="T3" fmla="*/ 31 h 6"/>
                <a:gd name="T4" fmla="*/ 29 w 5"/>
                <a:gd name="T5" fmla="*/ 13 h 6"/>
                <a:gd name="T6" fmla="*/ 16 w 5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3" y="6"/>
                    <a:pt x="5" y="5"/>
                    <a:pt x="5" y="2"/>
                  </a:cubicBezTo>
                  <a:cubicBezTo>
                    <a:pt x="4" y="1"/>
                    <a:pt x="4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73" name="Freeform 658">
              <a:extLst>
                <a:ext uri="{FF2B5EF4-FFF2-40B4-BE49-F238E27FC236}">
                  <a16:creationId xmlns:a16="http://schemas.microsoft.com/office/drawing/2014/main" id="{22EDF0B2-129C-4362-87DF-DDA11897C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261"/>
              <a:ext cx="14" cy="17"/>
            </a:xfrm>
            <a:custGeom>
              <a:avLst/>
              <a:gdLst>
                <a:gd name="T0" fmla="*/ 21 w 8"/>
                <a:gd name="T1" fmla="*/ 8 h 9"/>
                <a:gd name="T2" fmla="*/ 21 w 8"/>
                <a:gd name="T3" fmla="*/ 60 h 9"/>
                <a:gd name="T4" fmla="*/ 21 w 8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1"/>
                  </a:moveTo>
                  <a:cubicBezTo>
                    <a:pt x="1" y="3"/>
                    <a:pt x="0" y="7"/>
                    <a:pt x="4" y="9"/>
                  </a:cubicBezTo>
                  <a:cubicBezTo>
                    <a:pt x="8" y="6"/>
                    <a:pt x="7" y="0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74" name="Freeform 659">
              <a:extLst>
                <a:ext uri="{FF2B5EF4-FFF2-40B4-BE49-F238E27FC236}">
                  <a16:creationId xmlns:a16="http://schemas.microsoft.com/office/drawing/2014/main" id="{F95F1006-6AE9-4A20-834D-D64E8A9D4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181"/>
              <a:ext cx="22" cy="22"/>
            </a:xfrm>
            <a:custGeom>
              <a:avLst/>
              <a:gdLst>
                <a:gd name="T0" fmla="*/ 24 w 12"/>
                <a:gd name="T1" fmla="*/ 24 h 12"/>
                <a:gd name="T2" fmla="*/ 13 w 12"/>
                <a:gd name="T3" fmla="*/ 24 h 12"/>
                <a:gd name="T4" fmla="*/ 44 w 12"/>
                <a:gd name="T5" fmla="*/ 61 h 12"/>
                <a:gd name="T6" fmla="*/ 20 w 12"/>
                <a:gd name="T7" fmla="*/ 2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4" y="4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0" y="7"/>
                    <a:pt x="3" y="12"/>
                    <a:pt x="7" y="10"/>
                  </a:cubicBezTo>
                  <a:cubicBezTo>
                    <a:pt x="12" y="7"/>
                    <a:pt x="7" y="0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75" name="Freeform 660">
              <a:extLst>
                <a:ext uri="{FF2B5EF4-FFF2-40B4-BE49-F238E27FC236}">
                  <a16:creationId xmlns:a16="http://schemas.microsoft.com/office/drawing/2014/main" id="{16E0AA0E-ED90-4892-915F-14230FFF2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164"/>
              <a:ext cx="9" cy="7"/>
            </a:xfrm>
            <a:custGeom>
              <a:avLst/>
              <a:gdLst>
                <a:gd name="T0" fmla="*/ 16 w 5"/>
                <a:gd name="T1" fmla="*/ 12 h 4"/>
                <a:gd name="T2" fmla="*/ 16 w 5"/>
                <a:gd name="T3" fmla="*/ 21 h 4"/>
                <a:gd name="T4" fmla="*/ 29 w 5"/>
                <a:gd name="T5" fmla="*/ 7 h 4"/>
                <a:gd name="T6" fmla="*/ 0 w 5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2"/>
                  </a:moveTo>
                  <a:cubicBezTo>
                    <a:pt x="2" y="3"/>
                    <a:pt x="2" y="4"/>
                    <a:pt x="3" y="4"/>
                  </a:cubicBezTo>
                  <a:cubicBezTo>
                    <a:pt x="4" y="3"/>
                    <a:pt x="4" y="2"/>
                    <a:pt x="5" y="1"/>
                  </a:cubicBezTo>
                  <a:cubicBezTo>
                    <a:pt x="2" y="0"/>
                    <a:pt x="1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76" name="Freeform 661">
              <a:extLst>
                <a:ext uri="{FF2B5EF4-FFF2-40B4-BE49-F238E27FC236}">
                  <a16:creationId xmlns:a16="http://schemas.microsoft.com/office/drawing/2014/main" id="{43EDB492-D65F-4A47-BE49-5EA2F1992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513"/>
              <a:ext cx="20" cy="38"/>
            </a:xfrm>
            <a:custGeom>
              <a:avLst/>
              <a:gdLst>
                <a:gd name="T0" fmla="*/ 13 w 11"/>
                <a:gd name="T1" fmla="*/ 0 h 20"/>
                <a:gd name="T2" fmla="*/ 16 w 11"/>
                <a:gd name="T3" fmla="*/ 105 h 20"/>
                <a:gd name="T4" fmla="*/ 65 w 11"/>
                <a:gd name="T5" fmla="*/ 12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2" y="0"/>
                  </a:moveTo>
                  <a:cubicBezTo>
                    <a:pt x="1" y="5"/>
                    <a:pt x="0" y="10"/>
                    <a:pt x="3" y="15"/>
                  </a:cubicBezTo>
                  <a:cubicBezTo>
                    <a:pt x="5" y="20"/>
                    <a:pt x="5" y="18"/>
                    <a:pt x="11" y="18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77" name="Freeform 662">
              <a:extLst>
                <a:ext uri="{FF2B5EF4-FFF2-40B4-BE49-F238E27FC236}">
                  <a16:creationId xmlns:a16="http://schemas.microsoft.com/office/drawing/2014/main" id="{9AFEE5C8-24B8-4414-9330-4F263FFB3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538"/>
              <a:ext cx="1" cy="15"/>
            </a:xfrm>
            <a:custGeom>
              <a:avLst/>
              <a:gdLst>
                <a:gd name="T0" fmla="*/ 1 w 1"/>
                <a:gd name="T1" fmla="*/ 0 h 8"/>
                <a:gd name="T2" fmla="*/ 0 w 1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E2DFE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78" name="Freeform 663">
              <a:extLst>
                <a:ext uri="{FF2B5EF4-FFF2-40B4-BE49-F238E27FC236}">
                  <a16:creationId xmlns:a16="http://schemas.microsoft.com/office/drawing/2014/main" id="{0941D646-486D-4EB1-B5F0-ACBDA9DC5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304"/>
              <a:ext cx="198" cy="76"/>
            </a:xfrm>
            <a:custGeom>
              <a:avLst/>
              <a:gdLst>
                <a:gd name="T0" fmla="*/ 12 w 111"/>
                <a:gd name="T1" fmla="*/ 245 h 40"/>
                <a:gd name="T2" fmla="*/ 16 w 111"/>
                <a:gd name="T3" fmla="*/ 152 h 40"/>
                <a:gd name="T4" fmla="*/ 12 w 111"/>
                <a:gd name="T5" fmla="*/ 68 h 40"/>
                <a:gd name="T6" fmla="*/ 64 w 111"/>
                <a:gd name="T7" fmla="*/ 144 h 40"/>
                <a:gd name="T8" fmla="*/ 166 w 111"/>
                <a:gd name="T9" fmla="*/ 116 h 40"/>
                <a:gd name="T10" fmla="*/ 239 w 111"/>
                <a:gd name="T11" fmla="*/ 165 h 40"/>
                <a:gd name="T12" fmla="*/ 341 w 111"/>
                <a:gd name="T13" fmla="*/ 173 h 40"/>
                <a:gd name="T14" fmla="*/ 458 w 111"/>
                <a:gd name="T15" fmla="*/ 137 h 40"/>
                <a:gd name="T16" fmla="*/ 516 w 111"/>
                <a:gd name="T17" fmla="*/ 116 h 40"/>
                <a:gd name="T18" fmla="*/ 516 w 111"/>
                <a:gd name="T19" fmla="*/ 55 h 40"/>
                <a:gd name="T20" fmla="*/ 592 w 111"/>
                <a:gd name="T21" fmla="*/ 29 h 40"/>
                <a:gd name="T22" fmla="*/ 630 w 111"/>
                <a:gd name="T23" fmla="*/ 55 h 40"/>
                <a:gd name="T24" fmla="*/ 585 w 111"/>
                <a:gd name="T25" fmla="*/ 97 h 40"/>
                <a:gd name="T26" fmla="*/ 512 w 111"/>
                <a:gd name="T27" fmla="*/ 129 h 40"/>
                <a:gd name="T28" fmla="*/ 398 w 111"/>
                <a:gd name="T29" fmla="*/ 205 h 40"/>
                <a:gd name="T30" fmla="*/ 260 w 111"/>
                <a:gd name="T31" fmla="*/ 228 h 40"/>
                <a:gd name="T32" fmla="*/ 143 w 111"/>
                <a:gd name="T33" fmla="*/ 274 h 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1" h="40">
                  <a:moveTo>
                    <a:pt x="2" y="36"/>
                  </a:moveTo>
                  <a:cubicBezTo>
                    <a:pt x="4" y="33"/>
                    <a:pt x="4" y="26"/>
                    <a:pt x="3" y="22"/>
                  </a:cubicBezTo>
                  <a:cubicBezTo>
                    <a:pt x="2" y="18"/>
                    <a:pt x="0" y="14"/>
                    <a:pt x="2" y="10"/>
                  </a:cubicBezTo>
                  <a:cubicBezTo>
                    <a:pt x="7" y="12"/>
                    <a:pt x="7" y="18"/>
                    <a:pt x="11" y="21"/>
                  </a:cubicBezTo>
                  <a:cubicBezTo>
                    <a:pt x="17" y="25"/>
                    <a:pt x="24" y="20"/>
                    <a:pt x="29" y="17"/>
                  </a:cubicBezTo>
                  <a:cubicBezTo>
                    <a:pt x="36" y="13"/>
                    <a:pt x="37" y="22"/>
                    <a:pt x="42" y="24"/>
                  </a:cubicBezTo>
                  <a:cubicBezTo>
                    <a:pt x="47" y="27"/>
                    <a:pt x="55" y="26"/>
                    <a:pt x="60" y="25"/>
                  </a:cubicBezTo>
                  <a:cubicBezTo>
                    <a:pt x="67" y="25"/>
                    <a:pt x="74" y="22"/>
                    <a:pt x="81" y="20"/>
                  </a:cubicBezTo>
                  <a:cubicBezTo>
                    <a:pt x="84" y="19"/>
                    <a:pt x="88" y="19"/>
                    <a:pt x="91" y="17"/>
                  </a:cubicBezTo>
                  <a:cubicBezTo>
                    <a:pt x="95" y="13"/>
                    <a:pt x="91" y="11"/>
                    <a:pt x="91" y="8"/>
                  </a:cubicBezTo>
                  <a:cubicBezTo>
                    <a:pt x="90" y="0"/>
                    <a:pt x="100" y="3"/>
                    <a:pt x="104" y="4"/>
                  </a:cubicBezTo>
                  <a:cubicBezTo>
                    <a:pt x="106" y="5"/>
                    <a:pt x="111" y="6"/>
                    <a:pt x="111" y="8"/>
                  </a:cubicBezTo>
                  <a:cubicBezTo>
                    <a:pt x="111" y="10"/>
                    <a:pt x="104" y="13"/>
                    <a:pt x="103" y="14"/>
                  </a:cubicBezTo>
                  <a:cubicBezTo>
                    <a:pt x="99" y="16"/>
                    <a:pt x="94" y="17"/>
                    <a:pt x="90" y="19"/>
                  </a:cubicBezTo>
                  <a:cubicBezTo>
                    <a:pt x="83" y="24"/>
                    <a:pt x="79" y="29"/>
                    <a:pt x="70" y="30"/>
                  </a:cubicBezTo>
                  <a:cubicBezTo>
                    <a:pt x="62" y="32"/>
                    <a:pt x="54" y="32"/>
                    <a:pt x="46" y="33"/>
                  </a:cubicBezTo>
                  <a:cubicBezTo>
                    <a:pt x="39" y="35"/>
                    <a:pt x="32" y="38"/>
                    <a:pt x="25" y="40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79" name="Freeform 664">
              <a:extLst>
                <a:ext uri="{FF2B5EF4-FFF2-40B4-BE49-F238E27FC236}">
                  <a16:creationId xmlns:a16="http://schemas.microsoft.com/office/drawing/2014/main" id="{733C5598-4EF7-40DB-A60D-D7926EBEF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316"/>
              <a:ext cx="66" cy="43"/>
            </a:xfrm>
            <a:custGeom>
              <a:avLst/>
              <a:gdLst>
                <a:gd name="T0" fmla="*/ 80 w 37"/>
                <a:gd name="T1" fmla="*/ 0 h 23"/>
                <a:gd name="T2" fmla="*/ 146 w 37"/>
                <a:gd name="T3" fmla="*/ 21 h 23"/>
                <a:gd name="T4" fmla="*/ 210 w 37"/>
                <a:gd name="T5" fmla="*/ 67 h 23"/>
                <a:gd name="T6" fmla="*/ 125 w 37"/>
                <a:gd name="T7" fmla="*/ 52 h 23"/>
                <a:gd name="T8" fmla="*/ 80 w 37"/>
                <a:gd name="T9" fmla="*/ 105 h 23"/>
                <a:gd name="T10" fmla="*/ 29 w 37"/>
                <a:gd name="T11" fmla="*/ 129 h 23"/>
                <a:gd name="T12" fmla="*/ 12 w 37"/>
                <a:gd name="T13" fmla="*/ 6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3">
                  <a:moveTo>
                    <a:pt x="14" y="0"/>
                  </a:moveTo>
                  <a:cubicBezTo>
                    <a:pt x="18" y="2"/>
                    <a:pt x="22" y="1"/>
                    <a:pt x="26" y="3"/>
                  </a:cubicBezTo>
                  <a:cubicBezTo>
                    <a:pt x="29" y="5"/>
                    <a:pt x="36" y="7"/>
                    <a:pt x="37" y="10"/>
                  </a:cubicBezTo>
                  <a:cubicBezTo>
                    <a:pt x="32" y="10"/>
                    <a:pt x="27" y="8"/>
                    <a:pt x="22" y="8"/>
                  </a:cubicBezTo>
                  <a:cubicBezTo>
                    <a:pt x="16" y="9"/>
                    <a:pt x="16" y="12"/>
                    <a:pt x="14" y="16"/>
                  </a:cubicBezTo>
                  <a:cubicBezTo>
                    <a:pt x="12" y="21"/>
                    <a:pt x="10" y="23"/>
                    <a:pt x="5" y="20"/>
                  </a:cubicBezTo>
                  <a:cubicBezTo>
                    <a:pt x="0" y="18"/>
                    <a:pt x="2" y="14"/>
                    <a:pt x="2" y="9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80" name="Freeform 665">
              <a:extLst>
                <a:ext uri="{FF2B5EF4-FFF2-40B4-BE49-F238E27FC236}">
                  <a16:creationId xmlns:a16="http://schemas.microsoft.com/office/drawing/2014/main" id="{C9205ED0-EBAA-4802-981C-F5825536C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363"/>
              <a:ext cx="32" cy="55"/>
            </a:xfrm>
            <a:custGeom>
              <a:avLst/>
              <a:gdLst>
                <a:gd name="T0" fmla="*/ 16 w 18"/>
                <a:gd name="T1" fmla="*/ 0 h 29"/>
                <a:gd name="T2" fmla="*/ 37 w 18"/>
                <a:gd name="T3" fmla="*/ 97 h 29"/>
                <a:gd name="T4" fmla="*/ 0 w 18"/>
                <a:gd name="T5" fmla="*/ 152 h 29"/>
                <a:gd name="T6" fmla="*/ 50 w 18"/>
                <a:gd name="T7" fmla="*/ 197 h 29"/>
                <a:gd name="T8" fmla="*/ 78 w 18"/>
                <a:gd name="T9" fmla="*/ 97 h 29"/>
                <a:gd name="T10" fmla="*/ 94 w 18"/>
                <a:gd name="T11" fmla="*/ 83 h 29"/>
                <a:gd name="T12" fmla="*/ 50 w 18"/>
                <a:gd name="T13" fmla="*/ 4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9">
                  <a:moveTo>
                    <a:pt x="3" y="0"/>
                  </a:moveTo>
                  <a:cubicBezTo>
                    <a:pt x="5" y="5"/>
                    <a:pt x="10" y="8"/>
                    <a:pt x="7" y="14"/>
                  </a:cubicBezTo>
                  <a:cubicBezTo>
                    <a:pt x="5" y="18"/>
                    <a:pt x="1" y="19"/>
                    <a:pt x="0" y="22"/>
                  </a:cubicBezTo>
                  <a:cubicBezTo>
                    <a:pt x="4" y="24"/>
                    <a:pt x="9" y="24"/>
                    <a:pt x="9" y="29"/>
                  </a:cubicBezTo>
                  <a:cubicBezTo>
                    <a:pt x="7" y="23"/>
                    <a:pt x="10" y="18"/>
                    <a:pt x="14" y="14"/>
                  </a:cubicBezTo>
                  <a:cubicBezTo>
                    <a:pt x="16" y="13"/>
                    <a:pt x="17" y="14"/>
                    <a:pt x="17" y="12"/>
                  </a:cubicBezTo>
                  <a:cubicBezTo>
                    <a:pt x="18" y="8"/>
                    <a:pt x="11" y="7"/>
                    <a:pt x="9" y="6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81" name="Freeform 666">
              <a:extLst>
                <a:ext uri="{FF2B5EF4-FFF2-40B4-BE49-F238E27FC236}">
                  <a16:creationId xmlns:a16="http://schemas.microsoft.com/office/drawing/2014/main" id="{579E6A68-9820-4BB3-A6D5-20F64A32E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289"/>
              <a:ext cx="122" cy="48"/>
            </a:xfrm>
            <a:custGeom>
              <a:avLst/>
              <a:gdLst>
                <a:gd name="T0" fmla="*/ 352 w 68"/>
                <a:gd name="T1" fmla="*/ 177 h 25"/>
                <a:gd name="T2" fmla="*/ 210 w 68"/>
                <a:gd name="T3" fmla="*/ 63 h 25"/>
                <a:gd name="T4" fmla="*/ 93 w 68"/>
                <a:gd name="T5" fmla="*/ 69 h 25"/>
                <a:gd name="T6" fmla="*/ 0 w 68"/>
                <a:gd name="T7" fmla="*/ 92 h 25"/>
                <a:gd name="T8" fmla="*/ 133 w 68"/>
                <a:gd name="T9" fmla="*/ 44 h 25"/>
                <a:gd name="T10" fmla="*/ 196 w 68"/>
                <a:gd name="T11" fmla="*/ 23 h 25"/>
                <a:gd name="T12" fmla="*/ 239 w 68"/>
                <a:gd name="T13" fmla="*/ 23 h 25"/>
                <a:gd name="T14" fmla="*/ 283 w 68"/>
                <a:gd name="T15" fmla="*/ 15 h 25"/>
                <a:gd name="T16" fmla="*/ 377 w 68"/>
                <a:gd name="T17" fmla="*/ 10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5">
                  <a:moveTo>
                    <a:pt x="61" y="25"/>
                  </a:moveTo>
                  <a:cubicBezTo>
                    <a:pt x="68" y="13"/>
                    <a:pt x="43" y="7"/>
                    <a:pt x="36" y="9"/>
                  </a:cubicBezTo>
                  <a:cubicBezTo>
                    <a:pt x="29" y="10"/>
                    <a:pt x="23" y="10"/>
                    <a:pt x="16" y="10"/>
                  </a:cubicBezTo>
                  <a:cubicBezTo>
                    <a:pt x="10" y="10"/>
                    <a:pt x="5" y="11"/>
                    <a:pt x="0" y="13"/>
                  </a:cubicBezTo>
                  <a:cubicBezTo>
                    <a:pt x="6" y="6"/>
                    <a:pt x="16" y="9"/>
                    <a:pt x="23" y="6"/>
                  </a:cubicBezTo>
                  <a:cubicBezTo>
                    <a:pt x="28" y="4"/>
                    <a:pt x="29" y="0"/>
                    <a:pt x="34" y="3"/>
                  </a:cubicBezTo>
                  <a:cubicBezTo>
                    <a:pt x="38" y="4"/>
                    <a:pt x="37" y="4"/>
                    <a:pt x="41" y="3"/>
                  </a:cubicBezTo>
                  <a:cubicBezTo>
                    <a:pt x="43" y="3"/>
                    <a:pt x="47" y="2"/>
                    <a:pt x="49" y="2"/>
                  </a:cubicBezTo>
                  <a:cubicBezTo>
                    <a:pt x="54" y="2"/>
                    <a:pt x="63" y="12"/>
                    <a:pt x="65" y="15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82" name="Freeform 667">
              <a:extLst>
                <a:ext uri="{FF2B5EF4-FFF2-40B4-BE49-F238E27FC236}">
                  <a16:creationId xmlns:a16="http://schemas.microsoft.com/office/drawing/2014/main" id="{B66C61F6-D7C7-4B41-BD13-9D8ED23B4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253"/>
              <a:ext cx="21" cy="72"/>
            </a:xfrm>
            <a:custGeom>
              <a:avLst/>
              <a:gdLst>
                <a:gd name="T0" fmla="*/ 44 w 12"/>
                <a:gd name="T1" fmla="*/ 89 h 38"/>
                <a:gd name="T2" fmla="*/ 0 w 12"/>
                <a:gd name="T3" fmla="*/ 121 h 38"/>
                <a:gd name="T4" fmla="*/ 16 w 12"/>
                <a:gd name="T5" fmla="*/ 189 h 38"/>
                <a:gd name="T6" fmla="*/ 33 w 12"/>
                <a:gd name="T7" fmla="*/ 258 h 38"/>
                <a:gd name="T8" fmla="*/ 33 w 12"/>
                <a:gd name="T9" fmla="*/ 169 h 38"/>
                <a:gd name="T10" fmla="*/ 49 w 12"/>
                <a:gd name="T11" fmla="*/ 108 h 38"/>
                <a:gd name="T12" fmla="*/ 49 w 12"/>
                <a:gd name="T13" fmla="*/ 0 h 38"/>
                <a:gd name="T14" fmla="*/ 33 w 12"/>
                <a:gd name="T15" fmla="*/ 97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38">
                  <a:moveTo>
                    <a:pt x="8" y="13"/>
                  </a:moveTo>
                  <a:cubicBezTo>
                    <a:pt x="4" y="14"/>
                    <a:pt x="1" y="13"/>
                    <a:pt x="0" y="18"/>
                  </a:cubicBezTo>
                  <a:cubicBezTo>
                    <a:pt x="0" y="21"/>
                    <a:pt x="2" y="25"/>
                    <a:pt x="3" y="28"/>
                  </a:cubicBezTo>
                  <a:cubicBezTo>
                    <a:pt x="4" y="31"/>
                    <a:pt x="4" y="35"/>
                    <a:pt x="6" y="38"/>
                  </a:cubicBezTo>
                  <a:cubicBezTo>
                    <a:pt x="6" y="34"/>
                    <a:pt x="4" y="29"/>
                    <a:pt x="6" y="25"/>
                  </a:cubicBezTo>
                  <a:cubicBezTo>
                    <a:pt x="7" y="21"/>
                    <a:pt x="9" y="21"/>
                    <a:pt x="9" y="16"/>
                  </a:cubicBezTo>
                  <a:cubicBezTo>
                    <a:pt x="9" y="11"/>
                    <a:pt x="12" y="5"/>
                    <a:pt x="9" y="0"/>
                  </a:cubicBezTo>
                  <a:cubicBezTo>
                    <a:pt x="7" y="5"/>
                    <a:pt x="11" y="11"/>
                    <a:pt x="6" y="14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83" name="Freeform 668">
              <a:extLst>
                <a:ext uri="{FF2B5EF4-FFF2-40B4-BE49-F238E27FC236}">
                  <a16:creationId xmlns:a16="http://schemas.microsoft.com/office/drawing/2014/main" id="{153FFF53-D621-4EF3-9781-EC2610C18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582"/>
              <a:ext cx="125" cy="156"/>
            </a:xfrm>
            <a:custGeom>
              <a:avLst/>
              <a:gdLst>
                <a:gd name="T0" fmla="*/ 202 w 70"/>
                <a:gd name="T1" fmla="*/ 0 h 82"/>
                <a:gd name="T2" fmla="*/ 320 w 70"/>
                <a:gd name="T3" fmla="*/ 8 h 82"/>
                <a:gd name="T4" fmla="*/ 370 w 70"/>
                <a:gd name="T5" fmla="*/ 8 h 82"/>
                <a:gd name="T6" fmla="*/ 386 w 70"/>
                <a:gd name="T7" fmla="*/ 29 h 82"/>
                <a:gd name="T8" fmla="*/ 364 w 70"/>
                <a:gd name="T9" fmla="*/ 221 h 82"/>
                <a:gd name="T10" fmla="*/ 313 w 70"/>
                <a:gd name="T11" fmla="*/ 497 h 82"/>
                <a:gd name="T12" fmla="*/ 261 w 70"/>
                <a:gd name="T13" fmla="*/ 525 h 82"/>
                <a:gd name="T14" fmla="*/ 202 w 70"/>
                <a:gd name="T15" fmla="*/ 542 h 82"/>
                <a:gd name="T16" fmla="*/ 202 w 70"/>
                <a:gd name="T17" fmla="*/ 542 h 82"/>
                <a:gd name="T18" fmla="*/ 143 w 70"/>
                <a:gd name="T19" fmla="*/ 525 h 82"/>
                <a:gd name="T20" fmla="*/ 86 w 70"/>
                <a:gd name="T21" fmla="*/ 497 h 82"/>
                <a:gd name="T22" fmla="*/ 36 w 70"/>
                <a:gd name="T23" fmla="*/ 221 h 82"/>
                <a:gd name="T24" fmla="*/ 13 w 70"/>
                <a:gd name="T25" fmla="*/ 29 h 82"/>
                <a:gd name="T26" fmla="*/ 36 w 70"/>
                <a:gd name="T27" fmla="*/ 8 h 82"/>
                <a:gd name="T28" fmla="*/ 86 w 70"/>
                <a:gd name="T29" fmla="*/ 8 h 82"/>
                <a:gd name="T30" fmla="*/ 202 w 70"/>
                <a:gd name="T31" fmla="*/ 0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82">
                  <a:moveTo>
                    <a:pt x="35" y="0"/>
                  </a:moveTo>
                  <a:cubicBezTo>
                    <a:pt x="44" y="0"/>
                    <a:pt x="50" y="1"/>
                    <a:pt x="56" y="1"/>
                  </a:cubicBezTo>
                  <a:cubicBezTo>
                    <a:pt x="60" y="2"/>
                    <a:pt x="63" y="0"/>
                    <a:pt x="65" y="1"/>
                  </a:cubicBezTo>
                  <a:cubicBezTo>
                    <a:pt x="67" y="1"/>
                    <a:pt x="68" y="3"/>
                    <a:pt x="68" y="4"/>
                  </a:cubicBezTo>
                  <a:cubicBezTo>
                    <a:pt x="70" y="14"/>
                    <a:pt x="68" y="23"/>
                    <a:pt x="64" y="32"/>
                  </a:cubicBezTo>
                  <a:cubicBezTo>
                    <a:pt x="60" y="42"/>
                    <a:pt x="55" y="59"/>
                    <a:pt x="55" y="72"/>
                  </a:cubicBezTo>
                  <a:cubicBezTo>
                    <a:pt x="55" y="77"/>
                    <a:pt x="49" y="79"/>
                    <a:pt x="46" y="76"/>
                  </a:cubicBezTo>
                  <a:cubicBezTo>
                    <a:pt x="45" y="80"/>
                    <a:pt x="38" y="82"/>
                    <a:pt x="35" y="79"/>
                  </a:cubicBezTo>
                  <a:cubicBezTo>
                    <a:pt x="35" y="79"/>
                    <a:pt x="35" y="79"/>
                    <a:pt x="35" y="79"/>
                  </a:cubicBezTo>
                  <a:cubicBezTo>
                    <a:pt x="32" y="82"/>
                    <a:pt x="26" y="80"/>
                    <a:pt x="25" y="76"/>
                  </a:cubicBezTo>
                  <a:cubicBezTo>
                    <a:pt x="21" y="79"/>
                    <a:pt x="15" y="77"/>
                    <a:pt x="15" y="72"/>
                  </a:cubicBezTo>
                  <a:cubicBezTo>
                    <a:pt x="15" y="59"/>
                    <a:pt x="11" y="42"/>
                    <a:pt x="6" y="32"/>
                  </a:cubicBezTo>
                  <a:cubicBezTo>
                    <a:pt x="2" y="23"/>
                    <a:pt x="0" y="14"/>
                    <a:pt x="2" y="4"/>
                  </a:cubicBezTo>
                  <a:cubicBezTo>
                    <a:pt x="3" y="3"/>
                    <a:pt x="3" y="1"/>
                    <a:pt x="6" y="1"/>
                  </a:cubicBezTo>
                  <a:cubicBezTo>
                    <a:pt x="8" y="0"/>
                    <a:pt x="11" y="2"/>
                    <a:pt x="15" y="1"/>
                  </a:cubicBezTo>
                  <a:cubicBezTo>
                    <a:pt x="20" y="1"/>
                    <a:pt x="27" y="0"/>
                    <a:pt x="35" y="0"/>
                  </a:cubicBezTo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84" name="Freeform 669">
              <a:extLst>
                <a:ext uri="{FF2B5EF4-FFF2-40B4-BE49-F238E27FC236}">
                  <a16:creationId xmlns:a16="http://schemas.microsoft.com/office/drawing/2014/main" id="{C725A858-F966-4371-9846-BC94F4DAF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582"/>
              <a:ext cx="125" cy="156"/>
            </a:xfrm>
            <a:custGeom>
              <a:avLst/>
              <a:gdLst>
                <a:gd name="T0" fmla="*/ 202 w 70"/>
                <a:gd name="T1" fmla="*/ 0 h 82"/>
                <a:gd name="T2" fmla="*/ 320 w 70"/>
                <a:gd name="T3" fmla="*/ 8 h 82"/>
                <a:gd name="T4" fmla="*/ 370 w 70"/>
                <a:gd name="T5" fmla="*/ 8 h 82"/>
                <a:gd name="T6" fmla="*/ 386 w 70"/>
                <a:gd name="T7" fmla="*/ 29 h 82"/>
                <a:gd name="T8" fmla="*/ 364 w 70"/>
                <a:gd name="T9" fmla="*/ 221 h 82"/>
                <a:gd name="T10" fmla="*/ 313 w 70"/>
                <a:gd name="T11" fmla="*/ 497 h 82"/>
                <a:gd name="T12" fmla="*/ 261 w 70"/>
                <a:gd name="T13" fmla="*/ 525 h 82"/>
                <a:gd name="T14" fmla="*/ 202 w 70"/>
                <a:gd name="T15" fmla="*/ 542 h 82"/>
                <a:gd name="T16" fmla="*/ 202 w 70"/>
                <a:gd name="T17" fmla="*/ 542 h 82"/>
                <a:gd name="T18" fmla="*/ 143 w 70"/>
                <a:gd name="T19" fmla="*/ 525 h 82"/>
                <a:gd name="T20" fmla="*/ 86 w 70"/>
                <a:gd name="T21" fmla="*/ 497 h 82"/>
                <a:gd name="T22" fmla="*/ 36 w 70"/>
                <a:gd name="T23" fmla="*/ 221 h 82"/>
                <a:gd name="T24" fmla="*/ 13 w 70"/>
                <a:gd name="T25" fmla="*/ 29 h 82"/>
                <a:gd name="T26" fmla="*/ 36 w 70"/>
                <a:gd name="T27" fmla="*/ 8 h 82"/>
                <a:gd name="T28" fmla="*/ 86 w 70"/>
                <a:gd name="T29" fmla="*/ 8 h 82"/>
                <a:gd name="T30" fmla="*/ 202 w 70"/>
                <a:gd name="T31" fmla="*/ 0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82">
                  <a:moveTo>
                    <a:pt x="35" y="0"/>
                  </a:moveTo>
                  <a:cubicBezTo>
                    <a:pt x="44" y="0"/>
                    <a:pt x="50" y="1"/>
                    <a:pt x="56" y="1"/>
                  </a:cubicBezTo>
                  <a:cubicBezTo>
                    <a:pt x="60" y="2"/>
                    <a:pt x="63" y="0"/>
                    <a:pt x="65" y="1"/>
                  </a:cubicBezTo>
                  <a:cubicBezTo>
                    <a:pt x="67" y="1"/>
                    <a:pt x="68" y="3"/>
                    <a:pt x="68" y="4"/>
                  </a:cubicBezTo>
                  <a:cubicBezTo>
                    <a:pt x="70" y="14"/>
                    <a:pt x="68" y="23"/>
                    <a:pt x="64" y="32"/>
                  </a:cubicBezTo>
                  <a:cubicBezTo>
                    <a:pt x="60" y="42"/>
                    <a:pt x="55" y="59"/>
                    <a:pt x="55" y="72"/>
                  </a:cubicBezTo>
                  <a:cubicBezTo>
                    <a:pt x="55" y="77"/>
                    <a:pt x="49" y="79"/>
                    <a:pt x="46" y="76"/>
                  </a:cubicBezTo>
                  <a:cubicBezTo>
                    <a:pt x="45" y="80"/>
                    <a:pt x="38" y="82"/>
                    <a:pt x="35" y="79"/>
                  </a:cubicBezTo>
                  <a:cubicBezTo>
                    <a:pt x="35" y="79"/>
                    <a:pt x="35" y="79"/>
                    <a:pt x="35" y="79"/>
                  </a:cubicBezTo>
                  <a:cubicBezTo>
                    <a:pt x="32" y="82"/>
                    <a:pt x="26" y="80"/>
                    <a:pt x="25" y="76"/>
                  </a:cubicBezTo>
                  <a:cubicBezTo>
                    <a:pt x="21" y="79"/>
                    <a:pt x="15" y="77"/>
                    <a:pt x="15" y="72"/>
                  </a:cubicBezTo>
                  <a:cubicBezTo>
                    <a:pt x="15" y="59"/>
                    <a:pt x="11" y="42"/>
                    <a:pt x="6" y="32"/>
                  </a:cubicBezTo>
                  <a:cubicBezTo>
                    <a:pt x="2" y="23"/>
                    <a:pt x="0" y="14"/>
                    <a:pt x="2" y="4"/>
                  </a:cubicBezTo>
                  <a:cubicBezTo>
                    <a:pt x="3" y="3"/>
                    <a:pt x="3" y="1"/>
                    <a:pt x="6" y="1"/>
                  </a:cubicBezTo>
                  <a:cubicBezTo>
                    <a:pt x="8" y="0"/>
                    <a:pt x="11" y="2"/>
                    <a:pt x="15" y="1"/>
                  </a:cubicBezTo>
                  <a:cubicBezTo>
                    <a:pt x="20" y="1"/>
                    <a:pt x="27" y="0"/>
                    <a:pt x="3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85" name="Freeform 670">
              <a:extLst>
                <a:ext uri="{FF2B5EF4-FFF2-40B4-BE49-F238E27FC236}">
                  <a16:creationId xmlns:a16="http://schemas.microsoft.com/office/drawing/2014/main" id="{27BAC46A-D4EE-4D85-AA43-B6E5EF6A8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580"/>
              <a:ext cx="29" cy="152"/>
            </a:xfrm>
            <a:custGeom>
              <a:avLst/>
              <a:gdLst>
                <a:gd name="T0" fmla="*/ 13 w 16"/>
                <a:gd name="T1" fmla="*/ 29 h 80"/>
                <a:gd name="T2" fmla="*/ 65 w 16"/>
                <a:gd name="T3" fmla="*/ 108 h 80"/>
                <a:gd name="T4" fmla="*/ 80 w 16"/>
                <a:gd name="T5" fmla="*/ 405 h 80"/>
                <a:gd name="T6" fmla="*/ 89 w 16"/>
                <a:gd name="T7" fmla="*/ 549 h 80"/>
                <a:gd name="T8" fmla="*/ 96 w 16"/>
                <a:gd name="T9" fmla="*/ 124 h 80"/>
                <a:gd name="T10" fmla="*/ 89 w 16"/>
                <a:gd name="T11" fmla="*/ 0 h 80"/>
                <a:gd name="T12" fmla="*/ 0 w 16"/>
                <a:gd name="T13" fmla="*/ 8 h 80"/>
                <a:gd name="T14" fmla="*/ 0 w 16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80">
                  <a:moveTo>
                    <a:pt x="2" y="4"/>
                  </a:moveTo>
                  <a:cubicBezTo>
                    <a:pt x="6" y="4"/>
                    <a:pt x="11" y="7"/>
                    <a:pt x="11" y="16"/>
                  </a:cubicBezTo>
                  <a:cubicBezTo>
                    <a:pt x="12" y="25"/>
                    <a:pt x="13" y="50"/>
                    <a:pt x="13" y="59"/>
                  </a:cubicBezTo>
                  <a:cubicBezTo>
                    <a:pt x="13" y="68"/>
                    <a:pt x="15" y="80"/>
                    <a:pt x="15" y="80"/>
                  </a:cubicBezTo>
                  <a:cubicBezTo>
                    <a:pt x="15" y="80"/>
                    <a:pt x="16" y="27"/>
                    <a:pt x="16" y="18"/>
                  </a:cubicBezTo>
                  <a:cubicBezTo>
                    <a:pt x="15" y="8"/>
                    <a:pt x="15" y="0"/>
                    <a:pt x="15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86" name="Freeform 671">
              <a:extLst>
                <a:ext uri="{FF2B5EF4-FFF2-40B4-BE49-F238E27FC236}">
                  <a16:creationId xmlns:a16="http://schemas.microsoft.com/office/drawing/2014/main" id="{335C795B-4385-4E87-9704-2B27C7AA0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584"/>
              <a:ext cx="26" cy="142"/>
            </a:xfrm>
            <a:custGeom>
              <a:avLst/>
              <a:gdLst>
                <a:gd name="T0" fmla="*/ 0 w 15"/>
                <a:gd name="T1" fmla="*/ 15 h 75"/>
                <a:gd name="T2" fmla="*/ 29 w 15"/>
                <a:gd name="T3" fmla="*/ 32 h 75"/>
                <a:gd name="T4" fmla="*/ 36 w 15"/>
                <a:gd name="T5" fmla="*/ 76 h 75"/>
                <a:gd name="T6" fmla="*/ 49 w 15"/>
                <a:gd name="T7" fmla="*/ 222 h 75"/>
                <a:gd name="T8" fmla="*/ 62 w 15"/>
                <a:gd name="T9" fmla="*/ 394 h 75"/>
                <a:gd name="T10" fmla="*/ 78 w 15"/>
                <a:gd name="T11" fmla="*/ 509 h 75"/>
                <a:gd name="T12" fmla="*/ 69 w 15"/>
                <a:gd name="T13" fmla="*/ 312 h 75"/>
                <a:gd name="T14" fmla="*/ 57 w 15"/>
                <a:gd name="T15" fmla="*/ 169 h 75"/>
                <a:gd name="T16" fmla="*/ 50 w 15"/>
                <a:gd name="T17" fmla="*/ 0 h 75"/>
                <a:gd name="T18" fmla="*/ 9 w 15"/>
                <a:gd name="T19" fmla="*/ 0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75">
                  <a:moveTo>
                    <a:pt x="0" y="2"/>
                  </a:moveTo>
                  <a:cubicBezTo>
                    <a:pt x="3" y="2"/>
                    <a:pt x="5" y="3"/>
                    <a:pt x="6" y="5"/>
                  </a:cubicBezTo>
                  <a:cubicBezTo>
                    <a:pt x="6" y="7"/>
                    <a:pt x="7" y="11"/>
                    <a:pt x="7" y="11"/>
                  </a:cubicBezTo>
                  <a:cubicBezTo>
                    <a:pt x="7" y="11"/>
                    <a:pt x="7" y="24"/>
                    <a:pt x="9" y="33"/>
                  </a:cubicBezTo>
                  <a:cubicBezTo>
                    <a:pt x="12" y="43"/>
                    <a:pt x="12" y="53"/>
                    <a:pt x="12" y="58"/>
                  </a:cubicBezTo>
                  <a:cubicBezTo>
                    <a:pt x="13" y="62"/>
                    <a:pt x="15" y="75"/>
                    <a:pt x="15" y="75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6"/>
                    <a:pt x="12" y="31"/>
                    <a:pt x="11" y="25"/>
                  </a:cubicBezTo>
                  <a:cubicBezTo>
                    <a:pt x="9" y="20"/>
                    <a:pt x="7" y="5"/>
                    <a:pt x="10" y="0"/>
                  </a:cubicBezTo>
                  <a:cubicBezTo>
                    <a:pt x="10" y="0"/>
                    <a:pt x="4" y="1"/>
                    <a:pt x="2" y="0"/>
                  </a:cubicBezTo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87" name="Freeform 672">
              <a:extLst>
                <a:ext uri="{FF2B5EF4-FFF2-40B4-BE49-F238E27FC236}">
                  <a16:creationId xmlns:a16="http://schemas.microsoft.com/office/drawing/2014/main" id="{0BDD4F4B-10EE-4285-AE21-53B24E745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582"/>
              <a:ext cx="27" cy="66"/>
            </a:xfrm>
            <a:custGeom>
              <a:avLst/>
              <a:gdLst>
                <a:gd name="T0" fmla="*/ 0 w 15"/>
                <a:gd name="T1" fmla="*/ 21 h 35"/>
                <a:gd name="T2" fmla="*/ 7 w 15"/>
                <a:gd name="T3" fmla="*/ 15 h 35"/>
                <a:gd name="T4" fmla="*/ 52 w 15"/>
                <a:gd name="T5" fmla="*/ 8 h 35"/>
                <a:gd name="T6" fmla="*/ 36 w 15"/>
                <a:gd name="T7" fmla="*/ 113 h 35"/>
                <a:gd name="T8" fmla="*/ 65 w 15"/>
                <a:gd name="T9" fmla="*/ 202 h 35"/>
                <a:gd name="T10" fmla="*/ 65 w 15"/>
                <a:gd name="T11" fmla="*/ 228 h 35"/>
                <a:gd name="T12" fmla="*/ 23 w 15"/>
                <a:gd name="T13" fmla="*/ 173 h 35"/>
                <a:gd name="T14" fmla="*/ 0 w 15"/>
                <a:gd name="T15" fmla="*/ 6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5">
                  <a:moveTo>
                    <a:pt x="0" y="3"/>
                  </a:moveTo>
                  <a:cubicBezTo>
                    <a:pt x="0" y="3"/>
                    <a:pt x="0" y="2"/>
                    <a:pt x="1" y="2"/>
                  </a:cubicBezTo>
                  <a:cubicBezTo>
                    <a:pt x="3" y="0"/>
                    <a:pt x="6" y="1"/>
                    <a:pt x="9" y="1"/>
                  </a:cubicBezTo>
                  <a:cubicBezTo>
                    <a:pt x="7" y="4"/>
                    <a:pt x="5" y="11"/>
                    <a:pt x="6" y="17"/>
                  </a:cubicBezTo>
                  <a:cubicBezTo>
                    <a:pt x="8" y="23"/>
                    <a:pt x="7" y="25"/>
                    <a:pt x="11" y="30"/>
                  </a:cubicBezTo>
                  <a:cubicBezTo>
                    <a:pt x="15" y="35"/>
                    <a:pt x="11" y="34"/>
                    <a:pt x="11" y="34"/>
                  </a:cubicBezTo>
                  <a:cubicBezTo>
                    <a:pt x="11" y="34"/>
                    <a:pt x="7" y="33"/>
                    <a:pt x="4" y="26"/>
                  </a:cubicBezTo>
                  <a:cubicBezTo>
                    <a:pt x="2" y="22"/>
                    <a:pt x="0" y="12"/>
                    <a:pt x="0" y="9"/>
                  </a:cubicBezTo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88" name="Freeform 673">
              <a:extLst>
                <a:ext uri="{FF2B5EF4-FFF2-40B4-BE49-F238E27FC236}">
                  <a16:creationId xmlns:a16="http://schemas.microsoft.com/office/drawing/2014/main" id="{C03DD96E-8A0F-4B93-92CF-00130792E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707"/>
              <a:ext cx="16" cy="23"/>
            </a:xfrm>
            <a:custGeom>
              <a:avLst/>
              <a:gdLst>
                <a:gd name="T0" fmla="*/ 7 w 9"/>
                <a:gd name="T1" fmla="*/ 63 h 12"/>
                <a:gd name="T2" fmla="*/ 37 w 9"/>
                <a:gd name="T3" fmla="*/ 69 h 12"/>
                <a:gd name="T4" fmla="*/ 44 w 9"/>
                <a:gd name="T5" fmla="*/ 0 h 12"/>
                <a:gd name="T6" fmla="*/ 0 w 9"/>
                <a:gd name="T7" fmla="*/ 6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1" y="9"/>
                  </a:moveTo>
                  <a:cubicBezTo>
                    <a:pt x="2" y="10"/>
                    <a:pt x="5" y="12"/>
                    <a:pt x="7" y="10"/>
                  </a:cubicBezTo>
                  <a:cubicBezTo>
                    <a:pt x="9" y="9"/>
                    <a:pt x="8" y="2"/>
                    <a:pt x="8" y="0"/>
                  </a:cubicBezTo>
                  <a:cubicBezTo>
                    <a:pt x="7" y="5"/>
                    <a:pt x="6" y="10"/>
                    <a:pt x="0" y="9"/>
                  </a:cubicBezTo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89" name="Freeform 674">
              <a:extLst>
                <a:ext uri="{FF2B5EF4-FFF2-40B4-BE49-F238E27FC236}">
                  <a16:creationId xmlns:a16="http://schemas.microsoft.com/office/drawing/2014/main" id="{D23C3AF8-377E-4B7C-9971-9FF1DE763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696"/>
              <a:ext cx="14" cy="38"/>
            </a:xfrm>
            <a:custGeom>
              <a:avLst/>
              <a:gdLst>
                <a:gd name="T0" fmla="*/ 0 w 8"/>
                <a:gd name="T1" fmla="*/ 124 h 20"/>
                <a:gd name="T2" fmla="*/ 28 w 8"/>
                <a:gd name="T3" fmla="*/ 129 h 20"/>
                <a:gd name="T4" fmla="*/ 44 w 8"/>
                <a:gd name="T5" fmla="*/ 108 h 20"/>
                <a:gd name="T6" fmla="*/ 37 w 8"/>
                <a:gd name="T7" fmla="*/ 0 h 20"/>
                <a:gd name="T8" fmla="*/ 12 w 8"/>
                <a:gd name="T9" fmla="*/ 12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0">
                  <a:moveTo>
                    <a:pt x="0" y="18"/>
                  </a:moveTo>
                  <a:cubicBezTo>
                    <a:pt x="2" y="19"/>
                    <a:pt x="3" y="19"/>
                    <a:pt x="5" y="19"/>
                  </a:cubicBezTo>
                  <a:cubicBezTo>
                    <a:pt x="7" y="19"/>
                    <a:pt x="8" y="18"/>
                    <a:pt x="8" y="16"/>
                  </a:cubicBezTo>
                  <a:cubicBezTo>
                    <a:pt x="8" y="11"/>
                    <a:pt x="6" y="6"/>
                    <a:pt x="7" y="0"/>
                  </a:cubicBezTo>
                  <a:cubicBezTo>
                    <a:pt x="6" y="3"/>
                    <a:pt x="7" y="20"/>
                    <a:pt x="2" y="18"/>
                  </a:cubicBezTo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90" name="Freeform 675">
              <a:extLst>
                <a:ext uri="{FF2B5EF4-FFF2-40B4-BE49-F238E27FC236}">
                  <a16:creationId xmlns:a16="http://schemas.microsoft.com/office/drawing/2014/main" id="{C513EF8E-6FD4-44A2-AB16-E7F9D1CF8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709"/>
              <a:ext cx="12" cy="25"/>
            </a:xfrm>
            <a:custGeom>
              <a:avLst/>
              <a:gdLst>
                <a:gd name="T0" fmla="*/ 36 w 7"/>
                <a:gd name="T1" fmla="*/ 0 h 13"/>
                <a:gd name="T2" fmla="*/ 29 w 7"/>
                <a:gd name="T3" fmla="*/ 71 h 13"/>
                <a:gd name="T4" fmla="*/ 0 w 7"/>
                <a:gd name="T5" fmla="*/ 85 h 13"/>
                <a:gd name="T6" fmla="*/ 26 w 7"/>
                <a:gd name="T7" fmla="*/ 48 h 13"/>
                <a:gd name="T8" fmla="*/ 29 w 7"/>
                <a:gd name="T9" fmla="*/ 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7" y="2"/>
                    <a:pt x="7" y="7"/>
                    <a:pt x="6" y="10"/>
                  </a:cubicBezTo>
                  <a:cubicBezTo>
                    <a:pt x="5" y="12"/>
                    <a:pt x="3" y="13"/>
                    <a:pt x="0" y="12"/>
                  </a:cubicBezTo>
                  <a:cubicBezTo>
                    <a:pt x="3" y="12"/>
                    <a:pt x="4" y="9"/>
                    <a:pt x="5" y="7"/>
                  </a:cubicBezTo>
                  <a:cubicBezTo>
                    <a:pt x="5" y="5"/>
                    <a:pt x="6" y="3"/>
                    <a:pt x="6" y="1"/>
                  </a:cubicBezTo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91" name="Freeform 676">
              <a:extLst>
                <a:ext uri="{FF2B5EF4-FFF2-40B4-BE49-F238E27FC236}">
                  <a16:creationId xmlns:a16="http://schemas.microsoft.com/office/drawing/2014/main" id="{942295E8-4292-4A25-A357-E5924F223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574"/>
              <a:ext cx="36" cy="152"/>
            </a:xfrm>
            <a:custGeom>
              <a:avLst/>
              <a:gdLst>
                <a:gd name="T0" fmla="*/ 0 w 20"/>
                <a:gd name="T1" fmla="*/ 549 h 80"/>
                <a:gd name="T2" fmla="*/ 29 w 20"/>
                <a:gd name="T3" fmla="*/ 526 h 80"/>
                <a:gd name="T4" fmla="*/ 52 w 20"/>
                <a:gd name="T5" fmla="*/ 344 h 80"/>
                <a:gd name="T6" fmla="*/ 110 w 20"/>
                <a:gd name="T7" fmla="*/ 84 h 80"/>
                <a:gd name="T8" fmla="*/ 74 w 20"/>
                <a:gd name="T9" fmla="*/ 36 h 80"/>
                <a:gd name="T10" fmla="*/ 58 w 20"/>
                <a:gd name="T11" fmla="*/ 36 h 80"/>
                <a:gd name="T12" fmla="*/ 74 w 20"/>
                <a:gd name="T13" fmla="*/ 165 h 80"/>
                <a:gd name="T14" fmla="*/ 45 w 20"/>
                <a:gd name="T15" fmla="*/ 241 h 80"/>
                <a:gd name="T16" fmla="*/ 41 w 20"/>
                <a:gd name="T17" fmla="*/ 304 h 80"/>
                <a:gd name="T18" fmla="*/ 36 w 20"/>
                <a:gd name="T19" fmla="*/ 372 h 80"/>
                <a:gd name="T20" fmla="*/ 16 w 20"/>
                <a:gd name="T21" fmla="*/ 521 h 80"/>
                <a:gd name="T22" fmla="*/ 0 w 20"/>
                <a:gd name="T23" fmla="*/ 549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80">
                  <a:moveTo>
                    <a:pt x="0" y="80"/>
                  </a:moveTo>
                  <a:cubicBezTo>
                    <a:pt x="1" y="80"/>
                    <a:pt x="4" y="79"/>
                    <a:pt x="5" y="77"/>
                  </a:cubicBezTo>
                  <a:cubicBezTo>
                    <a:pt x="6" y="75"/>
                    <a:pt x="5" y="64"/>
                    <a:pt x="9" y="50"/>
                  </a:cubicBezTo>
                  <a:cubicBezTo>
                    <a:pt x="14" y="36"/>
                    <a:pt x="20" y="24"/>
                    <a:pt x="19" y="12"/>
                  </a:cubicBezTo>
                  <a:cubicBezTo>
                    <a:pt x="18" y="0"/>
                    <a:pt x="15" y="5"/>
                    <a:pt x="13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7"/>
                    <a:pt x="15" y="14"/>
                    <a:pt x="13" y="24"/>
                  </a:cubicBezTo>
                  <a:cubicBezTo>
                    <a:pt x="10" y="34"/>
                    <a:pt x="8" y="35"/>
                    <a:pt x="8" y="35"/>
                  </a:cubicBezTo>
                  <a:cubicBezTo>
                    <a:pt x="8" y="35"/>
                    <a:pt x="6" y="42"/>
                    <a:pt x="7" y="44"/>
                  </a:cubicBezTo>
                  <a:cubicBezTo>
                    <a:pt x="7" y="45"/>
                    <a:pt x="7" y="48"/>
                    <a:pt x="6" y="54"/>
                  </a:cubicBezTo>
                  <a:cubicBezTo>
                    <a:pt x="5" y="61"/>
                    <a:pt x="4" y="73"/>
                    <a:pt x="3" y="76"/>
                  </a:cubicBezTo>
                  <a:cubicBezTo>
                    <a:pt x="1" y="80"/>
                    <a:pt x="1" y="80"/>
                    <a:pt x="0" y="80"/>
                  </a:cubicBezTo>
                  <a:close/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92" name="Freeform 677">
              <a:extLst>
                <a:ext uri="{FF2B5EF4-FFF2-40B4-BE49-F238E27FC236}">
                  <a16:creationId xmlns:a16="http://schemas.microsoft.com/office/drawing/2014/main" id="{CDBB4AC5-B21F-4B78-A5E8-8133748F5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584"/>
              <a:ext cx="18" cy="11"/>
            </a:xfrm>
            <a:custGeom>
              <a:avLst/>
              <a:gdLst>
                <a:gd name="T0" fmla="*/ 52 w 10"/>
                <a:gd name="T1" fmla="*/ 7 h 6"/>
                <a:gd name="T2" fmla="*/ 0 w 10"/>
                <a:gd name="T3" fmla="*/ 0 h 6"/>
                <a:gd name="T4" fmla="*/ 13 w 10"/>
                <a:gd name="T5" fmla="*/ 20 h 6"/>
                <a:gd name="T6" fmla="*/ 16 w 10"/>
                <a:gd name="T7" fmla="*/ 37 h 6"/>
                <a:gd name="T8" fmla="*/ 58 w 10"/>
                <a:gd name="T9" fmla="*/ 24 h 6"/>
                <a:gd name="T10" fmla="*/ 52 w 10"/>
                <a:gd name="T11" fmla="*/ 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">
                  <a:moveTo>
                    <a:pt x="9" y="1"/>
                  </a:moveTo>
                  <a:cubicBezTo>
                    <a:pt x="6" y="1"/>
                    <a:pt x="3" y="0"/>
                    <a:pt x="0" y="0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2" y="4"/>
                    <a:pt x="2" y="5"/>
                    <a:pt x="3" y="6"/>
                  </a:cubicBezTo>
                  <a:cubicBezTo>
                    <a:pt x="3" y="3"/>
                    <a:pt x="8" y="4"/>
                    <a:pt x="10" y="4"/>
                  </a:cubicBezTo>
                  <a:cubicBezTo>
                    <a:pt x="10" y="3"/>
                    <a:pt x="10" y="2"/>
                    <a:pt x="9" y="1"/>
                  </a:cubicBezTo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93" name="Freeform 678">
              <a:extLst>
                <a:ext uri="{FF2B5EF4-FFF2-40B4-BE49-F238E27FC236}">
                  <a16:creationId xmlns:a16="http://schemas.microsoft.com/office/drawing/2014/main" id="{AD305E6D-1035-4438-96CE-55C2AF780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582"/>
              <a:ext cx="29" cy="139"/>
            </a:xfrm>
            <a:custGeom>
              <a:avLst/>
              <a:gdLst>
                <a:gd name="T0" fmla="*/ 0 w 16"/>
                <a:gd name="T1" fmla="*/ 0 h 73"/>
                <a:gd name="T2" fmla="*/ 44 w 16"/>
                <a:gd name="T3" fmla="*/ 29 h 73"/>
                <a:gd name="T4" fmla="*/ 65 w 16"/>
                <a:gd name="T5" fmla="*/ 116 h 73"/>
                <a:gd name="T6" fmla="*/ 49 w 16"/>
                <a:gd name="T7" fmla="*/ 360 h 73"/>
                <a:gd name="T8" fmla="*/ 49 w 16"/>
                <a:gd name="T9" fmla="*/ 505 h 73"/>
                <a:gd name="T10" fmla="*/ 53 w 16"/>
                <a:gd name="T11" fmla="*/ 497 h 73"/>
                <a:gd name="T12" fmla="*/ 73 w 16"/>
                <a:gd name="T13" fmla="*/ 181 h 73"/>
                <a:gd name="T14" fmla="*/ 73 w 16"/>
                <a:gd name="T15" fmla="*/ 8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73">
                  <a:moveTo>
                    <a:pt x="0" y="0"/>
                  </a:moveTo>
                  <a:cubicBezTo>
                    <a:pt x="3" y="1"/>
                    <a:pt x="2" y="3"/>
                    <a:pt x="7" y="4"/>
                  </a:cubicBezTo>
                  <a:cubicBezTo>
                    <a:pt x="11" y="4"/>
                    <a:pt x="12" y="7"/>
                    <a:pt x="11" y="17"/>
                  </a:cubicBezTo>
                  <a:cubicBezTo>
                    <a:pt x="11" y="26"/>
                    <a:pt x="8" y="40"/>
                    <a:pt x="8" y="52"/>
                  </a:cubicBezTo>
                  <a:cubicBezTo>
                    <a:pt x="9" y="64"/>
                    <a:pt x="8" y="73"/>
                    <a:pt x="8" y="73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9" y="72"/>
                    <a:pt x="9" y="43"/>
                    <a:pt x="12" y="26"/>
                  </a:cubicBezTo>
                  <a:cubicBezTo>
                    <a:pt x="16" y="10"/>
                    <a:pt x="15" y="4"/>
                    <a:pt x="12" y="1"/>
                  </a:cubicBezTo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94" name="Freeform 679">
              <a:extLst>
                <a:ext uri="{FF2B5EF4-FFF2-40B4-BE49-F238E27FC236}">
                  <a16:creationId xmlns:a16="http://schemas.microsoft.com/office/drawing/2014/main" id="{683417BF-F88D-4E57-9BED-63128330D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601"/>
              <a:ext cx="3" cy="118"/>
            </a:xfrm>
            <a:custGeom>
              <a:avLst/>
              <a:gdLst>
                <a:gd name="T0" fmla="*/ 0 w 2"/>
                <a:gd name="T1" fmla="*/ 0 h 62"/>
                <a:gd name="T2" fmla="*/ 0 w 2"/>
                <a:gd name="T3" fmla="*/ 228 h 62"/>
                <a:gd name="T4" fmla="*/ 0 w 2"/>
                <a:gd name="T5" fmla="*/ 428 h 62"/>
                <a:gd name="T6" fmla="*/ 5 w 2"/>
                <a:gd name="T7" fmla="*/ 213 h 62"/>
                <a:gd name="T8" fmla="*/ 0 w 2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2">
                  <a:moveTo>
                    <a:pt x="0" y="0"/>
                  </a:moveTo>
                  <a:cubicBezTo>
                    <a:pt x="1" y="6"/>
                    <a:pt x="1" y="19"/>
                    <a:pt x="0" y="33"/>
                  </a:cubicBezTo>
                  <a:cubicBezTo>
                    <a:pt x="0" y="48"/>
                    <a:pt x="0" y="62"/>
                    <a:pt x="0" y="62"/>
                  </a:cubicBezTo>
                  <a:cubicBezTo>
                    <a:pt x="0" y="56"/>
                    <a:pt x="1" y="36"/>
                    <a:pt x="1" y="31"/>
                  </a:cubicBezTo>
                  <a:cubicBezTo>
                    <a:pt x="2" y="26"/>
                    <a:pt x="2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95" name="Freeform 680">
              <a:extLst>
                <a:ext uri="{FF2B5EF4-FFF2-40B4-BE49-F238E27FC236}">
                  <a16:creationId xmlns:a16="http://schemas.microsoft.com/office/drawing/2014/main" id="{5241F0E3-EA16-42D4-8964-1BBE78231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597"/>
              <a:ext cx="11" cy="97"/>
            </a:xfrm>
            <a:custGeom>
              <a:avLst/>
              <a:gdLst>
                <a:gd name="T0" fmla="*/ 7 w 6"/>
                <a:gd name="T1" fmla="*/ 0 h 51"/>
                <a:gd name="T2" fmla="*/ 13 w 6"/>
                <a:gd name="T3" fmla="*/ 116 h 51"/>
                <a:gd name="T4" fmla="*/ 37 w 6"/>
                <a:gd name="T5" fmla="*/ 350 h 51"/>
                <a:gd name="T6" fmla="*/ 24 w 6"/>
                <a:gd name="T7" fmla="*/ 116 h 51"/>
                <a:gd name="T8" fmla="*/ 7 w 6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1">
                  <a:moveTo>
                    <a:pt x="1" y="0"/>
                  </a:moveTo>
                  <a:cubicBezTo>
                    <a:pt x="0" y="4"/>
                    <a:pt x="1" y="10"/>
                    <a:pt x="2" y="17"/>
                  </a:cubicBezTo>
                  <a:cubicBezTo>
                    <a:pt x="4" y="24"/>
                    <a:pt x="5" y="39"/>
                    <a:pt x="6" y="51"/>
                  </a:cubicBezTo>
                  <a:cubicBezTo>
                    <a:pt x="6" y="41"/>
                    <a:pt x="4" y="23"/>
                    <a:pt x="4" y="17"/>
                  </a:cubicBezTo>
                  <a:cubicBezTo>
                    <a:pt x="3" y="12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96" name="Freeform 681">
              <a:extLst>
                <a:ext uri="{FF2B5EF4-FFF2-40B4-BE49-F238E27FC236}">
                  <a16:creationId xmlns:a16="http://schemas.microsoft.com/office/drawing/2014/main" id="{4254412A-179C-46C0-8027-2B155A104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595"/>
              <a:ext cx="4" cy="25"/>
            </a:xfrm>
            <a:custGeom>
              <a:avLst/>
              <a:gdLst>
                <a:gd name="T0" fmla="*/ 16 w 2"/>
                <a:gd name="T1" fmla="*/ 0 h 13"/>
                <a:gd name="T2" fmla="*/ 8 w 2"/>
                <a:gd name="T3" fmla="*/ 9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2" y="0"/>
                  </a:moveTo>
                  <a:cubicBezTo>
                    <a:pt x="1" y="3"/>
                    <a:pt x="0" y="9"/>
                    <a:pt x="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97" name="Freeform 682">
              <a:extLst>
                <a:ext uri="{FF2B5EF4-FFF2-40B4-BE49-F238E27FC236}">
                  <a16:creationId xmlns:a16="http://schemas.microsoft.com/office/drawing/2014/main" id="{6607F3BC-65E8-425B-AA01-AE48EDE09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648"/>
              <a:ext cx="14" cy="69"/>
            </a:xfrm>
            <a:custGeom>
              <a:avLst/>
              <a:gdLst>
                <a:gd name="T0" fmla="*/ 0 w 8"/>
                <a:gd name="T1" fmla="*/ 0 h 36"/>
                <a:gd name="T2" fmla="*/ 37 w 8"/>
                <a:gd name="T3" fmla="*/ 253 h 36"/>
                <a:gd name="T4" fmla="*/ 0 w 8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3" y="9"/>
                    <a:pt x="7" y="23"/>
                    <a:pt x="7" y="36"/>
                  </a:cubicBezTo>
                  <a:cubicBezTo>
                    <a:pt x="8" y="26"/>
                    <a:pt x="5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98" name="Freeform 683">
              <a:extLst>
                <a:ext uri="{FF2B5EF4-FFF2-40B4-BE49-F238E27FC236}">
                  <a16:creationId xmlns:a16="http://schemas.microsoft.com/office/drawing/2014/main" id="{758C04B1-0B0D-40AA-8B70-9468E3EA8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582"/>
              <a:ext cx="62" cy="137"/>
            </a:xfrm>
            <a:custGeom>
              <a:avLst/>
              <a:gdLst>
                <a:gd name="T0" fmla="*/ 85 w 35"/>
                <a:gd name="T1" fmla="*/ 497 h 72"/>
                <a:gd name="T2" fmla="*/ 34 w 35"/>
                <a:gd name="T3" fmla="*/ 221 h 72"/>
                <a:gd name="T4" fmla="*/ 12 w 35"/>
                <a:gd name="T5" fmla="*/ 29 h 72"/>
                <a:gd name="T6" fmla="*/ 34 w 35"/>
                <a:gd name="T7" fmla="*/ 8 h 72"/>
                <a:gd name="T8" fmla="*/ 85 w 35"/>
                <a:gd name="T9" fmla="*/ 8 h 72"/>
                <a:gd name="T10" fmla="*/ 195 w 35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72">
                  <a:moveTo>
                    <a:pt x="15" y="72"/>
                  </a:moveTo>
                  <a:cubicBezTo>
                    <a:pt x="15" y="59"/>
                    <a:pt x="11" y="42"/>
                    <a:pt x="6" y="32"/>
                  </a:cubicBezTo>
                  <a:cubicBezTo>
                    <a:pt x="2" y="23"/>
                    <a:pt x="0" y="14"/>
                    <a:pt x="2" y="4"/>
                  </a:cubicBezTo>
                  <a:cubicBezTo>
                    <a:pt x="3" y="3"/>
                    <a:pt x="3" y="1"/>
                    <a:pt x="6" y="1"/>
                  </a:cubicBezTo>
                  <a:cubicBezTo>
                    <a:pt x="8" y="0"/>
                    <a:pt x="11" y="2"/>
                    <a:pt x="15" y="1"/>
                  </a:cubicBezTo>
                  <a:cubicBezTo>
                    <a:pt x="20" y="1"/>
                    <a:pt x="27" y="0"/>
                    <a:pt x="35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99" name="Freeform 684">
              <a:extLst>
                <a:ext uri="{FF2B5EF4-FFF2-40B4-BE49-F238E27FC236}">
                  <a16:creationId xmlns:a16="http://schemas.microsoft.com/office/drawing/2014/main" id="{2A515EF2-D9E7-4CF0-9606-2AA7BDD08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582"/>
              <a:ext cx="63" cy="137"/>
            </a:xfrm>
            <a:custGeom>
              <a:avLst/>
              <a:gdLst>
                <a:gd name="T0" fmla="*/ 0 w 35"/>
                <a:gd name="T1" fmla="*/ 0 h 72"/>
                <a:gd name="T2" fmla="*/ 122 w 35"/>
                <a:gd name="T3" fmla="*/ 8 h 72"/>
                <a:gd name="T4" fmla="*/ 175 w 35"/>
                <a:gd name="T5" fmla="*/ 8 h 72"/>
                <a:gd name="T6" fmla="*/ 191 w 35"/>
                <a:gd name="T7" fmla="*/ 29 h 72"/>
                <a:gd name="T8" fmla="*/ 169 w 35"/>
                <a:gd name="T9" fmla="*/ 221 h 72"/>
                <a:gd name="T10" fmla="*/ 117 w 35"/>
                <a:gd name="T11" fmla="*/ 497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72">
                  <a:moveTo>
                    <a:pt x="0" y="0"/>
                  </a:moveTo>
                  <a:cubicBezTo>
                    <a:pt x="9" y="0"/>
                    <a:pt x="15" y="1"/>
                    <a:pt x="21" y="1"/>
                  </a:cubicBezTo>
                  <a:cubicBezTo>
                    <a:pt x="25" y="2"/>
                    <a:pt x="28" y="0"/>
                    <a:pt x="30" y="1"/>
                  </a:cubicBezTo>
                  <a:cubicBezTo>
                    <a:pt x="32" y="1"/>
                    <a:pt x="33" y="3"/>
                    <a:pt x="33" y="4"/>
                  </a:cubicBezTo>
                  <a:cubicBezTo>
                    <a:pt x="35" y="14"/>
                    <a:pt x="33" y="23"/>
                    <a:pt x="29" y="32"/>
                  </a:cubicBezTo>
                  <a:cubicBezTo>
                    <a:pt x="25" y="42"/>
                    <a:pt x="20" y="59"/>
                    <a:pt x="20" y="7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00" name="Freeform 685">
              <a:extLst>
                <a:ext uri="{FF2B5EF4-FFF2-40B4-BE49-F238E27FC236}">
                  <a16:creationId xmlns:a16="http://schemas.microsoft.com/office/drawing/2014/main" id="{9906C278-3841-4E96-AB63-08565B94F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300"/>
              <a:ext cx="34" cy="69"/>
            </a:xfrm>
            <a:custGeom>
              <a:avLst/>
              <a:gdLst>
                <a:gd name="T0" fmla="*/ 36 w 19"/>
                <a:gd name="T1" fmla="*/ 128 h 36"/>
                <a:gd name="T2" fmla="*/ 16 w 19"/>
                <a:gd name="T3" fmla="*/ 29 h 36"/>
                <a:gd name="T4" fmla="*/ 86 w 19"/>
                <a:gd name="T5" fmla="*/ 15 h 36"/>
                <a:gd name="T6" fmla="*/ 68 w 19"/>
                <a:gd name="T7" fmla="*/ 121 h 36"/>
                <a:gd name="T8" fmla="*/ 52 w 19"/>
                <a:gd name="T9" fmla="*/ 25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6">
                  <a:moveTo>
                    <a:pt x="6" y="18"/>
                  </a:moveTo>
                  <a:cubicBezTo>
                    <a:pt x="3" y="14"/>
                    <a:pt x="0" y="8"/>
                    <a:pt x="3" y="4"/>
                  </a:cubicBezTo>
                  <a:cubicBezTo>
                    <a:pt x="6" y="1"/>
                    <a:pt x="13" y="0"/>
                    <a:pt x="15" y="2"/>
                  </a:cubicBezTo>
                  <a:cubicBezTo>
                    <a:pt x="12" y="8"/>
                    <a:pt x="10" y="11"/>
                    <a:pt x="12" y="17"/>
                  </a:cubicBezTo>
                  <a:cubicBezTo>
                    <a:pt x="14" y="23"/>
                    <a:pt x="19" y="35"/>
                    <a:pt x="9" y="36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01" name="Freeform 686">
              <a:extLst>
                <a:ext uri="{FF2B5EF4-FFF2-40B4-BE49-F238E27FC236}">
                  <a16:creationId xmlns:a16="http://schemas.microsoft.com/office/drawing/2014/main" id="{C2E5A1BB-21C1-453E-AB2F-6A3A2A13F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302"/>
              <a:ext cx="44" cy="38"/>
            </a:xfrm>
            <a:custGeom>
              <a:avLst/>
              <a:gdLst>
                <a:gd name="T0" fmla="*/ 0 w 25"/>
                <a:gd name="T1" fmla="*/ 15 h 20"/>
                <a:gd name="T2" fmla="*/ 81 w 25"/>
                <a:gd name="T3" fmla="*/ 91 h 20"/>
                <a:gd name="T4" fmla="*/ 37 w 25"/>
                <a:gd name="T5" fmla="*/ 68 h 20"/>
                <a:gd name="T6" fmla="*/ 0 w 25"/>
                <a:gd name="T7" fmla="*/ 1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">
                  <a:moveTo>
                    <a:pt x="0" y="2"/>
                  </a:moveTo>
                  <a:cubicBezTo>
                    <a:pt x="7" y="0"/>
                    <a:pt x="25" y="3"/>
                    <a:pt x="15" y="13"/>
                  </a:cubicBezTo>
                  <a:cubicBezTo>
                    <a:pt x="9" y="20"/>
                    <a:pt x="9" y="13"/>
                    <a:pt x="7" y="10"/>
                  </a:cubicBezTo>
                  <a:cubicBezTo>
                    <a:pt x="5" y="7"/>
                    <a:pt x="1" y="6"/>
                    <a:pt x="0" y="2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02" name="Freeform 687">
              <a:extLst>
                <a:ext uri="{FF2B5EF4-FFF2-40B4-BE49-F238E27FC236}">
                  <a16:creationId xmlns:a16="http://schemas.microsoft.com/office/drawing/2014/main" id="{08223DE4-720E-4F50-A9BB-972AA11A7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359"/>
              <a:ext cx="63" cy="40"/>
            </a:xfrm>
            <a:custGeom>
              <a:avLst/>
              <a:gdLst>
                <a:gd name="T0" fmla="*/ 58 w 35"/>
                <a:gd name="T1" fmla="*/ 15 h 21"/>
                <a:gd name="T2" fmla="*/ 0 w 35"/>
                <a:gd name="T3" fmla="*/ 145 h 21"/>
                <a:gd name="T4" fmla="*/ 117 w 35"/>
                <a:gd name="T5" fmla="*/ 61 h 21"/>
                <a:gd name="T6" fmla="*/ 203 w 35"/>
                <a:gd name="T7" fmla="*/ 40 h 21"/>
                <a:gd name="T8" fmla="*/ 74 w 35"/>
                <a:gd name="T9" fmla="*/ 1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1">
                  <a:moveTo>
                    <a:pt x="10" y="2"/>
                  </a:moveTo>
                  <a:cubicBezTo>
                    <a:pt x="10" y="10"/>
                    <a:pt x="0" y="12"/>
                    <a:pt x="0" y="21"/>
                  </a:cubicBezTo>
                  <a:cubicBezTo>
                    <a:pt x="7" y="19"/>
                    <a:pt x="13" y="12"/>
                    <a:pt x="20" y="9"/>
                  </a:cubicBezTo>
                  <a:cubicBezTo>
                    <a:pt x="25" y="7"/>
                    <a:pt x="30" y="7"/>
                    <a:pt x="35" y="6"/>
                  </a:cubicBezTo>
                  <a:cubicBezTo>
                    <a:pt x="29" y="0"/>
                    <a:pt x="17" y="7"/>
                    <a:pt x="13" y="2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03" name="Freeform 688">
              <a:extLst>
                <a:ext uri="{FF2B5EF4-FFF2-40B4-BE49-F238E27FC236}">
                  <a16:creationId xmlns:a16="http://schemas.microsoft.com/office/drawing/2014/main" id="{A3D920F5-8694-4D35-8B2B-405EB8356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424"/>
              <a:ext cx="60" cy="50"/>
            </a:xfrm>
            <a:custGeom>
              <a:avLst/>
              <a:gdLst>
                <a:gd name="T0" fmla="*/ 0 w 34"/>
                <a:gd name="T1" fmla="*/ 48 h 26"/>
                <a:gd name="T2" fmla="*/ 34 w 34"/>
                <a:gd name="T3" fmla="*/ 129 h 26"/>
                <a:gd name="T4" fmla="*/ 106 w 34"/>
                <a:gd name="T5" fmla="*/ 169 h 26"/>
                <a:gd name="T6" fmla="*/ 187 w 34"/>
                <a:gd name="T7" fmla="*/ 71 h 26"/>
                <a:gd name="T8" fmla="*/ 94 w 34"/>
                <a:gd name="T9" fmla="*/ 77 h 26"/>
                <a:gd name="T10" fmla="*/ 60 w 34"/>
                <a:gd name="T11" fmla="*/ 56 h 26"/>
                <a:gd name="T12" fmla="*/ 12 w 34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6">
                  <a:moveTo>
                    <a:pt x="0" y="7"/>
                  </a:moveTo>
                  <a:cubicBezTo>
                    <a:pt x="2" y="12"/>
                    <a:pt x="0" y="15"/>
                    <a:pt x="6" y="18"/>
                  </a:cubicBezTo>
                  <a:cubicBezTo>
                    <a:pt x="9" y="21"/>
                    <a:pt x="15" y="23"/>
                    <a:pt x="19" y="24"/>
                  </a:cubicBezTo>
                  <a:cubicBezTo>
                    <a:pt x="27" y="26"/>
                    <a:pt x="34" y="19"/>
                    <a:pt x="34" y="10"/>
                  </a:cubicBezTo>
                  <a:cubicBezTo>
                    <a:pt x="30" y="18"/>
                    <a:pt x="22" y="15"/>
                    <a:pt x="17" y="11"/>
                  </a:cubicBezTo>
                  <a:cubicBezTo>
                    <a:pt x="14" y="8"/>
                    <a:pt x="16" y="9"/>
                    <a:pt x="11" y="8"/>
                  </a:cubicBezTo>
                  <a:cubicBezTo>
                    <a:pt x="5" y="7"/>
                    <a:pt x="4" y="5"/>
                    <a:pt x="2" y="0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04" name="Freeform 689">
              <a:extLst>
                <a:ext uri="{FF2B5EF4-FFF2-40B4-BE49-F238E27FC236}">
                  <a16:creationId xmlns:a16="http://schemas.microsoft.com/office/drawing/2014/main" id="{350E5A52-228E-4F5A-8D3B-07A45EEFD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321"/>
              <a:ext cx="36" cy="135"/>
            </a:xfrm>
            <a:custGeom>
              <a:avLst/>
              <a:gdLst>
                <a:gd name="T0" fmla="*/ 81 w 20"/>
                <a:gd name="T1" fmla="*/ 61 h 71"/>
                <a:gd name="T2" fmla="*/ 88 w 20"/>
                <a:gd name="T3" fmla="*/ 200 h 71"/>
                <a:gd name="T4" fmla="*/ 101 w 20"/>
                <a:gd name="T5" fmla="*/ 314 h 71"/>
                <a:gd name="T6" fmla="*/ 0 w 20"/>
                <a:gd name="T7" fmla="*/ 473 h 71"/>
                <a:gd name="T8" fmla="*/ 45 w 20"/>
                <a:gd name="T9" fmla="*/ 365 h 71"/>
                <a:gd name="T10" fmla="*/ 16 w 20"/>
                <a:gd name="T11" fmla="*/ 241 h 71"/>
                <a:gd name="T12" fmla="*/ 58 w 20"/>
                <a:gd name="T13" fmla="*/ 116 h 71"/>
                <a:gd name="T14" fmla="*/ 74 w 20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71">
                  <a:moveTo>
                    <a:pt x="14" y="9"/>
                  </a:moveTo>
                  <a:cubicBezTo>
                    <a:pt x="16" y="16"/>
                    <a:pt x="16" y="22"/>
                    <a:pt x="15" y="29"/>
                  </a:cubicBezTo>
                  <a:cubicBezTo>
                    <a:pt x="13" y="37"/>
                    <a:pt x="15" y="39"/>
                    <a:pt x="17" y="46"/>
                  </a:cubicBezTo>
                  <a:cubicBezTo>
                    <a:pt x="20" y="58"/>
                    <a:pt x="14" y="71"/>
                    <a:pt x="0" y="69"/>
                  </a:cubicBezTo>
                  <a:cubicBezTo>
                    <a:pt x="3" y="64"/>
                    <a:pt x="9" y="60"/>
                    <a:pt x="8" y="53"/>
                  </a:cubicBezTo>
                  <a:cubicBezTo>
                    <a:pt x="8" y="47"/>
                    <a:pt x="2" y="42"/>
                    <a:pt x="3" y="35"/>
                  </a:cubicBezTo>
                  <a:cubicBezTo>
                    <a:pt x="5" y="29"/>
                    <a:pt x="9" y="23"/>
                    <a:pt x="10" y="17"/>
                  </a:cubicBezTo>
                  <a:cubicBezTo>
                    <a:pt x="11" y="12"/>
                    <a:pt x="9" y="3"/>
                    <a:pt x="13" y="0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05" name="Freeform 690">
              <a:extLst>
                <a:ext uri="{FF2B5EF4-FFF2-40B4-BE49-F238E27FC236}">
                  <a16:creationId xmlns:a16="http://schemas.microsoft.com/office/drawing/2014/main" id="{9D06ADC3-322F-4632-80C6-E687D4440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371"/>
              <a:ext cx="121" cy="66"/>
            </a:xfrm>
            <a:custGeom>
              <a:avLst/>
              <a:gdLst>
                <a:gd name="T0" fmla="*/ 50 w 68"/>
                <a:gd name="T1" fmla="*/ 75 h 35"/>
                <a:gd name="T2" fmla="*/ 265 w 68"/>
                <a:gd name="T3" fmla="*/ 128 h 35"/>
                <a:gd name="T4" fmla="*/ 370 w 68"/>
                <a:gd name="T5" fmla="*/ 153 h 35"/>
                <a:gd name="T6" fmla="*/ 288 w 68"/>
                <a:gd name="T7" fmla="*/ 89 h 35"/>
                <a:gd name="T8" fmla="*/ 139 w 68"/>
                <a:gd name="T9" fmla="*/ 40 h 35"/>
                <a:gd name="T10" fmla="*/ 0 w 68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5">
                  <a:moveTo>
                    <a:pt x="9" y="11"/>
                  </a:moveTo>
                  <a:cubicBezTo>
                    <a:pt x="16" y="20"/>
                    <a:pt x="37" y="14"/>
                    <a:pt x="47" y="19"/>
                  </a:cubicBezTo>
                  <a:cubicBezTo>
                    <a:pt x="50" y="20"/>
                    <a:pt x="68" y="35"/>
                    <a:pt x="66" y="23"/>
                  </a:cubicBezTo>
                  <a:cubicBezTo>
                    <a:pt x="61" y="28"/>
                    <a:pt x="54" y="16"/>
                    <a:pt x="51" y="13"/>
                  </a:cubicBezTo>
                  <a:cubicBezTo>
                    <a:pt x="44" y="6"/>
                    <a:pt x="35" y="2"/>
                    <a:pt x="25" y="6"/>
                  </a:cubicBezTo>
                  <a:cubicBezTo>
                    <a:pt x="18" y="8"/>
                    <a:pt x="5" y="8"/>
                    <a:pt x="0" y="0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06" name="Freeform 691">
              <a:extLst>
                <a:ext uri="{FF2B5EF4-FFF2-40B4-BE49-F238E27FC236}">
                  <a16:creationId xmlns:a16="http://schemas.microsoft.com/office/drawing/2014/main" id="{54374B2E-1B38-4B15-8180-B49FEC337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407"/>
              <a:ext cx="119" cy="53"/>
            </a:xfrm>
            <a:custGeom>
              <a:avLst/>
              <a:gdLst>
                <a:gd name="T0" fmla="*/ 0 w 67"/>
                <a:gd name="T1" fmla="*/ 0 h 28"/>
                <a:gd name="T2" fmla="*/ 85 w 67"/>
                <a:gd name="T3" fmla="*/ 100 h 28"/>
                <a:gd name="T4" fmla="*/ 174 w 67"/>
                <a:gd name="T5" fmla="*/ 83 h 28"/>
                <a:gd name="T6" fmla="*/ 261 w 67"/>
                <a:gd name="T7" fmla="*/ 157 h 28"/>
                <a:gd name="T8" fmla="*/ 375 w 67"/>
                <a:gd name="T9" fmla="*/ 144 h 28"/>
                <a:gd name="T10" fmla="*/ 313 w 67"/>
                <a:gd name="T11" fmla="*/ 121 h 28"/>
                <a:gd name="T12" fmla="*/ 218 w 67"/>
                <a:gd name="T13" fmla="*/ 76 h 28"/>
                <a:gd name="T14" fmla="*/ 117 w 67"/>
                <a:gd name="T15" fmla="*/ 32 h 28"/>
                <a:gd name="T16" fmla="*/ 28 w 67"/>
                <a:gd name="T17" fmla="*/ 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8">
                  <a:moveTo>
                    <a:pt x="0" y="0"/>
                  </a:moveTo>
                  <a:cubicBezTo>
                    <a:pt x="1" y="6"/>
                    <a:pt x="9" y="14"/>
                    <a:pt x="15" y="15"/>
                  </a:cubicBezTo>
                  <a:cubicBezTo>
                    <a:pt x="20" y="16"/>
                    <a:pt x="25" y="11"/>
                    <a:pt x="31" y="12"/>
                  </a:cubicBezTo>
                  <a:cubicBezTo>
                    <a:pt x="38" y="13"/>
                    <a:pt x="41" y="19"/>
                    <a:pt x="47" y="23"/>
                  </a:cubicBezTo>
                  <a:cubicBezTo>
                    <a:pt x="54" y="28"/>
                    <a:pt x="58" y="21"/>
                    <a:pt x="67" y="21"/>
                  </a:cubicBezTo>
                  <a:cubicBezTo>
                    <a:pt x="66" y="16"/>
                    <a:pt x="60" y="18"/>
                    <a:pt x="56" y="18"/>
                  </a:cubicBezTo>
                  <a:cubicBezTo>
                    <a:pt x="49" y="18"/>
                    <a:pt x="45" y="14"/>
                    <a:pt x="39" y="11"/>
                  </a:cubicBezTo>
                  <a:cubicBezTo>
                    <a:pt x="32" y="7"/>
                    <a:pt x="28" y="5"/>
                    <a:pt x="21" y="5"/>
                  </a:cubicBezTo>
                  <a:cubicBezTo>
                    <a:pt x="15" y="6"/>
                    <a:pt x="9" y="6"/>
                    <a:pt x="5" y="1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07" name="Freeform 692">
              <a:extLst>
                <a:ext uri="{FF2B5EF4-FFF2-40B4-BE49-F238E27FC236}">
                  <a16:creationId xmlns:a16="http://schemas.microsoft.com/office/drawing/2014/main" id="{D27F32D7-9461-48AF-8830-E7C646EB4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99"/>
              <a:ext cx="102" cy="91"/>
            </a:xfrm>
            <a:custGeom>
              <a:avLst/>
              <a:gdLst>
                <a:gd name="T0" fmla="*/ 206 w 57"/>
                <a:gd name="T1" fmla="*/ 0 h 48"/>
                <a:gd name="T2" fmla="*/ 125 w 57"/>
                <a:gd name="T3" fmla="*/ 76 h 48"/>
                <a:gd name="T4" fmla="*/ 13 w 57"/>
                <a:gd name="T5" fmla="*/ 157 h 48"/>
                <a:gd name="T6" fmla="*/ 68 w 57"/>
                <a:gd name="T7" fmla="*/ 190 h 48"/>
                <a:gd name="T8" fmla="*/ 86 w 57"/>
                <a:gd name="T9" fmla="*/ 265 h 48"/>
                <a:gd name="T10" fmla="*/ 150 w 57"/>
                <a:gd name="T11" fmla="*/ 305 h 48"/>
                <a:gd name="T12" fmla="*/ 86 w 57"/>
                <a:gd name="T13" fmla="*/ 169 h 48"/>
                <a:gd name="T14" fmla="*/ 175 w 57"/>
                <a:gd name="T15" fmla="*/ 137 h 48"/>
                <a:gd name="T16" fmla="*/ 268 w 57"/>
                <a:gd name="T17" fmla="*/ 108 h 48"/>
                <a:gd name="T18" fmla="*/ 327 w 57"/>
                <a:gd name="T19" fmla="*/ 47 h 48"/>
                <a:gd name="T20" fmla="*/ 218 w 57"/>
                <a:gd name="T21" fmla="*/ 15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48">
                  <a:moveTo>
                    <a:pt x="36" y="0"/>
                  </a:moveTo>
                  <a:cubicBezTo>
                    <a:pt x="40" y="11"/>
                    <a:pt x="29" y="9"/>
                    <a:pt x="22" y="11"/>
                  </a:cubicBezTo>
                  <a:cubicBezTo>
                    <a:pt x="17" y="13"/>
                    <a:pt x="0" y="17"/>
                    <a:pt x="2" y="23"/>
                  </a:cubicBezTo>
                  <a:cubicBezTo>
                    <a:pt x="4" y="27"/>
                    <a:pt x="9" y="26"/>
                    <a:pt x="12" y="28"/>
                  </a:cubicBezTo>
                  <a:cubicBezTo>
                    <a:pt x="16" y="32"/>
                    <a:pt x="15" y="35"/>
                    <a:pt x="15" y="39"/>
                  </a:cubicBezTo>
                  <a:cubicBezTo>
                    <a:pt x="15" y="48"/>
                    <a:pt x="17" y="48"/>
                    <a:pt x="26" y="45"/>
                  </a:cubicBezTo>
                  <a:cubicBezTo>
                    <a:pt x="22" y="39"/>
                    <a:pt x="12" y="33"/>
                    <a:pt x="15" y="25"/>
                  </a:cubicBezTo>
                  <a:cubicBezTo>
                    <a:pt x="18" y="19"/>
                    <a:pt x="25" y="20"/>
                    <a:pt x="31" y="20"/>
                  </a:cubicBezTo>
                  <a:cubicBezTo>
                    <a:pt x="38" y="20"/>
                    <a:pt x="42" y="20"/>
                    <a:pt x="47" y="16"/>
                  </a:cubicBezTo>
                  <a:cubicBezTo>
                    <a:pt x="51" y="13"/>
                    <a:pt x="54" y="9"/>
                    <a:pt x="57" y="7"/>
                  </a:cubicBezTo>
                  <a:cubicBezTo>
                    <a:pt x="51" y="5"/>
                    <a:pt x="43" y="9"/>
                    <a:pt x="38" y="2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08" name="Freeform 693">
              <a:extLst>
                <a:ext uri="{FF2B5EF4-FFF2-40B4-BE49-F238E27FC236}">
                  <a16:creationId xmlns:a16="http://schemas.microsoft.com/office/drawing/2014/main" id="{F281C9B6-9F40-4F1D-A745-3BBCB6D61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888"/>
              <a:ext cx="806" cy="682"/>
            </a:xfrm>
            <a:custGeom>
              <a:avLst/>
              <a:gdLst>
                <a:gd name="T0" fmla="*/ 1287 w 452"/>
                <a:gd name="T1" fmla="*/ 1343 h 359"/>
                <a:gd name="T2" fmla="*/ 1275 w 452"/>
                <a:gd name="T3" fmla="*/ 1537 h 359"/>
                <a:gd name="T4" fmla="*/ 1295 w 452"/>
                <a:gd name="T5" fmla="*/ 1753 h 359"/>
                <a:gd name="T6" fmla="*/ 1100 w 452"/>
                <a:gd name="T7" fmla="*/ 2097 h 359"/>
                <a:gd name="T8" fmla="*/ 715 w 452"/>
                <a:gd name="T9" fmla="*/ 2422 h 359"/>
                <a:gd name="T10" fmla="*/ 403 w 452"/>
                <a:gd name="T11" fmla="*/ 2242 h 359"/>
                <a:gd name="T12" fmla="*/ 289 w 452"/>
                <a:gd name="T13" fmla="*/ 2097 h 359"/>
                <a:gd name="T14" fmla="*/ 118 w 452"/>
                <a:gd name="T15" fmla="*/ 1974 h 359"/>
                <a:gd name="T16" fmla="*/ 45 w 452"/>
                <a:gd name="T17" fmla="*/ 1736 h 359"/>
                <a:gd name="T18" fmla="*/ 16 w 452"/>
                <a:gd name="T19" fmla="*/ 1440 h 359"/>
                <a:gd name="T20" fmla="*/ 57 w 452"/>
                <a:gd name="T21" fmla="*/ 1256 h 359"/>
                <a:gd name="T22" fmla="*/ 64 w 452"/>
                <a:gd name="T23" fmla="*/ 1172 h 359"/>
                <a:gd name="T24" fmla="*/ 80 w 452"/>
                <a:gd name="T25" fmla="*/ 992 h 359"/>
                <a:gd name="T26" fmla="*/ 248 w 452"/>
                <a:gd name="T27" fmla="*/ 595 h 359"/>
                <a:gd name="T28" fmla="*/ 414 w 452"/>
                <a:gd name="T29" fmla="*/ 329 h 359"/>
                <a:gd name="T30" fmla="*/ 613 w 452"/>
                <a:gd name="T31" fmla="*/ 205 h 359"/>
                <a:gd name="T32" fmla="*/ 795 w 452"/>
                <a:gd name="T33" fmla="*/ 89 h 359"/>
                <a:gd name="T34" fmla="*/ 954 w 452"/>
                <a:gd name="T35" fmla="*/ 47 h 359"/>
                <a:gd name="T36" fmla="*/ 1214 w 452"/>
                <a:gd name="T37" fmla="*/ 53 h 359"/>
                <a:gd name="T38" fmla="*/ 1295 w 452"/>
                <a:gd name="T39" fmla="*/ 526 h 359"/>
                <a:gd name="T40" fmla="*/ 1327 w 452"/>
                <a:gd name="T41" fmla="*/ 152 h 359"/>
                <a:gd name="T42" fmla="*/ 1576 w 452"/>
                <a:gd name="T43" fmla="*/ 40 h 359"/>
                <a:gd name="T44" fmla="*/ 1689 w 452"/>
                <a:gd name="T45" fmla="*/ 53 h 359"/>
                <a:gd name="T46" fmla="*/ 1844 w 452"/>
                <a:gd name="T47" fmla="*/ 123 h 359"/>
                <a:gd name="T48" fmla="*/ 2026 w 452"/>
                <a:gd name="T49" fmla="*/ 220 h 359"/>
                <a:gd name="T50" fmla="*/ 2172 w 452"/>
                <a:gd name="T51" fmla="*/ 376 h 359"/>
                <a:gd name="T52" fmla="*/ 2315 w 452"/>
                <a:gd name="T53" fmla="*/ 595 h 359"/>
                <a:gd name="T54" fmla="*/ 2468 w 452"/>
                <a:gd name="T55" fmla="*/ 946 h 359"/>
                <a:gd name="T56" fmla="*/ 2477 w 452"/>
                <a:gd name="T57" fmla="*/ 1119 h 359"/>
                <a:gd name="T58" fmla="*/ 2546 w 452"/>
                <a:gd name="T59" fmla="*/ 1356 h 359"/>
                <a:gd name="T60" fmla="*/ 2546 w 452"/>
                <a:gd name="T61" fmla="*/ 1556 h 359"/>
                <a:gd name="T62" fmla="*/ 2468 w 452"/>
                <a:gd name="T63" fmla="*/ 1966 h 359"/>
                <a:gd name="T64" fmla="*/ 2245 w 452"/>
                <a:gd name="T65" fmla="*/ 2249 h 359"/>
                <a:gd name="T66" fmla="*/ 2070 w 452"/>
                <a:gd name="T67" fmla="*/ 2339 h 359"/>
                <a:gd name="T68" fmla="*/ 1694 w 452"/>
                <a:gd name="T69" fmla="*/ 2346 h 359"/>
                <a:gd name="T70" fmla="*/ 1361 w 452"/>
                <a:gd name="T71" fmla="*/ 2097 h 359"/>
                <a:gd name="T72" fmla="*/ 1304 w 452"/>
                <a:gd name="T73" fmla="*/ 1744 h 359"/>
                <a:gd name="T74" fmla="*/ 1295 w 452"/>
                <a:gd name="T75" fmla="*/ 1372 h 35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52" h="359">
                  <a:moveTo>
                    <a:pt x="228" y="173"/>
                  </a:moveTo>
                  <a:cubicBezTo>
                    <a:pt x="225" y="180"/>
                    <a:pt x="227" y="188"/>
                    <a:pt x="227" y="196"/>
                  </a:cubicBezTo>
                  <a:cubicBezTo>
                    <a:pt x="227" y="203"/>
                    <a:pt x="227" y="204"/>
                    <a:pt x="227" y="211"/>
                  </a:cubicBezTo>
                  <a:cubicBezTo>
                    <a:pt x="227" y="215"/>
                    <a:pt x="226" y="221"/>
                    <a:pt x="225" y="224"/>
                  </a:cubicBezTo>
                  <a:cubicBezTo>
                    <a:pt x="224" y="229"/>
                    <a:pt x="226" y="233"/>
                    <a:pt x="227" y="237"/>
                  </a:cubicBezTo>
                  <a:cubicBezTo>
                    <a:pt x="228" y="244"/>
                    <a:pt x="228" y="249"/>
                    <a:pt x="228" y="256"/>
                  </a:cubicBezTo>
                  <a:cubicBezTo>
                    <a:pt x="227" y="270"/>
                    <a:pt x="232" y="286"/>
                    <a:pt x="226" y="298"/>
                  </a:cubicBezTo>
                  <a:cubicBezTo>
                    <a:pt x="224" y="302"/>
                    <a:pt x="206" y="312"/>
                    <a:pt x="194" y="306"/>
                  </a:cubicBezTo>
                  <a:cubicBezTo>
                    <a:pt x="173" y="293"/>
                    <a:pt x="162" y="359"/>
                    <a:pt x="157" y="356"/>
                  </a:cubicBezTo>
                  <a:cubicBezTo>
                    <a:pt x="146" y="349"/>
                    <a:pt x="138" y="358"/>
                    <a:pt x="126" y="353"/>
                  </a:cubicBezTo>
                  <a:cubicBezTo>
                    <a:pt x="114" y="347"/>
                    <a:pt x="102" y="340"/>
                    <a:pt x="90" y="334"/>
                  </a:cubicBezTo>
                  <a:cubicBezTo>
                    <a:pt x="82" y="330"/>
                    <a:pt x="80" y="326"/>
                    <a:pt x="71" y="327"/>
                  </a:cubicBezTo>
                  <a:cubicBezTo>
                    <a:pt x="68" y="324"/>
                    <a:pt x="62" y="324"/>
                    <a:pt x="59" y="320"/>
                  </a:cubicBezTo>
                  <a:cubicBezTo>
                    <a:pt x="54" y="315"/>
                    <a:pt x="51" y="312"/>
                    <a:pt x="51" y="306"/>
                  </a:cubicBezTo>
                  <a:cubicBezTo>
                    <a:pt x="41" y="305"/>
                    <a:pt x="37" y="304"/>
                    <a:pt x="29" y="298"/>
                  </a:cubicBezTo>
                  <a:cubicBezTo>
                    <a:pt x="26" y="295"/>
                    <a:pt x="23" y="292"/>
                    <a:pt x="21" y="288"/>
                  </a:cubicBezTo>
                  <a:cubicBezTo>
                    <a:pt x="20" y="286"/>
                    <a:pt x="21" y="282"/>
                    <a:pt x="19" y="279"/>
                  </a:cubicBezTo>
                  <a:cubicBezTo>
                    <a:pt x="16" y="277"/>
                    <a:pt x="9" y="256"/>
                    <a:pt x="8" y="253"/>
                  </a:cubicBezTo>
                  <a:cubicBezTo>
                    <a:pt x="3" y="241"/>
                    <a:pt x="0" y="239"/>
                    <a:pt x="3" y="227"/>
                  </a:cubicBezTo>
                  <a:cubicBezTo>
                    <a:pt x="4" y="220"/>
                    <a:pt x="3" y="217"/>
                    <a:pt x="3" y="210"/>
                  </a:cubicBezTo>
                  <a:cubicBezTo>
                    <a:pt x="2" y="204"/>
                    <a:pt x="4" y="204"/>
                    <a:pt x="6" y="198"/>
                  </a:cubicBezTo>
                  <a:cubicBezTo>
                    <a:pt x="7" y="193"/>
                    <a:pt x="7" y="188"/>
                    <a:pt x="10" y="183"/>
                  </a:cubicBezTo>
                  <a:cubicBezTo>
                    <a:pt x="13" y="179"/>
                    <a:pt x="16" y="182"/>
                    <a:pt x="15" y="177"/>
                  </a:cubicBezTo>
                  <a:cubicBezTo>
                    <a:pt x="15" y="176"/>
                    <a:pt x="11" y="173"/>
                    <a:pt x="11" y="171"/>
                  </a:cubicBezTo>
                  <a:cubicBezTo>
                    <a:pt x="9" y="169"/>
                    <a:pt x="10" y="166"/>
                    <a:pt x="9" y="163"/>
                  </a:cubicBezTo>
                  <a:cubicBezTo>
                    <a:pt x="9" y="156"/>
                    <a:pt x="11" y="151"/>
                    <a:pt x="14" y="145"/>
                  </a:cubicBezTo>
                  <a:cubicBezTo>
                    <a:pt x="19" y="134"/>
                    <a:pt x="21" y="121"/>
                    <a:pt x="28" y="112"/>
                  </a:cubicBezTo>
                  <a:cubicBezTo>
                    <a:pt x="35" y="102"/>
                    <a:pt x="41" y="99"/>
                    <a:pt x="44" y="87"/>
                  </a:cubicBezTo>
                  <a:cubicBezTo>
                    <a:pt x="47" y="76"/>
                    <a:pt x="57" y="71"/>
                    <a:pt x="62" y="63"/>
                  </a:cubicBezTo>
                  <a:cubicBezTo>
                    <a:pt x="66" y="56"/>
                    <a:pt x="66" y="53"/>
                    <a:pt x="73" y="48"/>
                  </a:cubicBezTo>
                  <a:cubicBezTo>
                    <a:pt x="77" y="46"/>
                    <a:pt x="80" y="44"/>
                    <a:pt x="82" y="42"/>
                  </a:cubicBezTo>
                  <a:cubicBezTo>
                    <a:pt x="91" y="36"/>
                    <a:pt x="98" y="30"/>
                    <a:pt x="108" y="30"/>
                  </a:cubicBezTo>
                  <a:cubicBezTo>
                    <a:pt x="110" y="21"/>
                    <a:pt x="124" y="24"/>
                    <a:pt x="131" y="21"/>
                  </a:cubicBezTo>
                  <a:cubicBezTo>
                    <a:pt x="134" y="19"/>
                    <a:pt x="136" y="15"/>
                    <a:pt x="140" y="13"/>
                  </a:cubicBezTo>
                  <a:cubicBezTo>
                    <a:pt x="145" y="10"/>
                    <a:pt x="151" y="9"/>
                    <a:pt x="156" y="8"/>
                  </a:cubicBezTo>
                  <a:cubicBezTo>
                    <a:pt x="160" y="8"/>
                    <a:pt x="164" y="8"/>
                    <a:pt x="168" y="7"/>
                  </a:cubicBezTo>
                  <a:cubicBezTo>
                    <a:pt x="173" y="6"/>
                    <a:pt x="178" y="2"/>
                    <a:pt x="183" y="1"/>
                  </a:cubicBezTo>
                  <a:cubicBezTo>
                    <a:pt x="191" y="0"/>
                    <a:pt x="207" y="5"/>
                    <a:pt x="214" y="8"/>
                  </a:cubicBezTo>
                  <a:cubicBezTo>
                    <a:pt x="223" y="15"/>
                    <a:pt x="222" y="26"/>
                    <a:pt x="222" y="34"/>
                  </a:cubicBezTo>
                  <a:cubicBezTo>
                    <a:pt x="222" y="42"/>
                    <a:pt x="228" y="60"/>
                    <a:pt x="228" y="77"/>
                  </a:cubicBezTo>
                  <a:cubicBezTo>
                    <a:pt x="226" y="59"/>
                    <a:pt x="232" y="52"/>
                    <a:pt x="233" y="46"/>
                  </a:cubicBezTo>
                  <a:cubicBezTo>
                    <a:pt x="234" y="41"/>
                    <a:pt x="230" y="35"/>
                    <a:pt x="234" y="22"/>
                  </a:cubicBezTo>
                  <a:cubicBezTo>
                    <a:pt x="238" y="10"/>
                    <a:pt x="245" y="4"/>
                    <a:pt x="257" y="4"/>
                  </a:cubicBezTo>
                  <a:cubicBezTo>
                    <a:pt x="263" y="4"/>
                    <a:pt x="271" y="5"/>
                    <a:pt x="278" y="6"/>
                  </a:cubicBezTo>
                  <a:cubicBezTo>
                    <a:pt x="281" y="6"/>
                    <a:pt x="285" y="11"/>
                    <a:pt x="287" y="11"/>
                  </a:cubicBezTo>
                  <a:cubicBezTo>
                    <a:pt x="291" y="12"/>
                    <a:pt x="294" y="8"/>
                    <a:pt x="298" y="8"/>
                  </a:cubicBezTo>
                  <a:cubicBezTo>
                    <a:pt x="304" y="9"/>
                    <a:pt x="310" y="10"/>
                    <a:pt x="315" y="13"/>
                  </a:cubicBezTo>
                  <a:cubicBezTo>
                    <a:pt x="318" y="15"/>
                    <a:pt x="321" y="16"/>
                    <a:pt x="325" y="18"/>
                  </a:cubicBezTo>
                  <a:cubicBezTo>
                    <a:pt x="328" y="20"/>
                    <a:pt x="337" y="19"/>
                    <a:pt x="344" y="22"/>
                  </a:cubicBezTo>
                  <a:cubicBezTo>
                    <a:pt x="350" y="24"/>
                    <a:pt x="355" y="31"/>
                    <a:pt x="357" y="32"/>
                  </a:cubicBezTo>
                  <a:cubicBezTo>
                    <a:pt x="362" y="34"/>
                    <a:pt x="367" y="38"/>
                    <a:pt x="372" y="42"/>
                  </a:cubicBezTo>
                  <a:cubicBezTo>
                    <a:pt x="375" y="44"/>
                    <a:pt x="380" y="53"/>
                    <a:pt x="383" y="55"/>
                  </a:cubicBezTo>
                  <a:cubicBezTo>
                    <a:pt x="391" y="61"/>
                    <a:pt x="391" y="64"/>
                    <a:pt x="395" y="70"/>
                  </a:cubicBezTo>
                  <a:cubicBezTo>
                    <a:pt x="400" y="79"/>
                    <a:pt x="405" y="76"/>
                    <a:pt x="408" y="87"/>
                  </a:cubicBezTo>
                  <a:cubicBezTo>
                    <a:pt x="412" y="98"/>
                    <a:pt x="415" y="95"/>
                    <a:pt x="421" y="105"/>
                  </a:cubicBezTo>
                  <a:cubicBezTo>
                    <a:pt x="428" y="115"/>
                    <a:pt x="431" y="127"/>
                    <a:pt x="435" y="138"/>
                  </a:cubicBezTo>
                  <a:cubicBezTo>
                    <a:pt x="438" y="144"/>
                    <a:pt x="439" y="147"/>
                    <a:pt x="439" y="154"/>
                  </a:cubicBezTo>
                  <a:cubicBezTo>
                    <a:pt x="439" y="157"/>
                    <a:pt x="436" y="155"/>
                    <a:pt x="437" y="163"/>
                  </a:cubicBezTo>
                  <a:cubicBezTo>
                    <a:pt x="438" y="171"/>
                    <a:pt x="443" y="167"/>
                    <a:pt x="446" y="176"/>
                  </a:cubicBezTo>
                  <a:cubicBezTo>
                    <a:pt x="449" y="182"/>
                    <a:pt x="447" y="193"/>
                    <a:pt x="449" y="198"/>
                  </a:cubicBezTo>
                  <a:cubicBezTo>
                    <a:pt x="451" y="204"/>
                    <a:pt x="452" y="204"/>
                    <a:pt x="452" y="210"/>
                  </a:cubicBezTo>
                  <a:cubicBezTo>
                    <a:pt x="451" y="217"/>
                    <a:pt x="447" y="220"/>
                    <a:pt x="449" y="227"/>
                  </a:cubicBezTo>
                  <a:cubicBezTo>
                    <a:pt x="452" y="239"/>
                    <a:pt x="451" y="241"/>
                    <a:pt x="447" y="253"/>
                  </a:cubicBezTo>
                  <a:cubicBezTo>
                    <a:pt x="446" y="256"/>
                    <a:pt x="443" y="272"/>
                    <a:pt x="435" y="287"/>
                  </a:cubicBezTo>
                  <a:cubicBezTo>
                    <a:pt x="427" y="302"/>
                    <a:pt x="411" y="305"/>
                    <a:pt x="406" y="309"/>
                  </a:cubicBezTo>
                  <a:cubicBezTo>
                    <a:pt x="399" y="314"/>
                    <a:pt x="398" y="325"/>
                    <a:pt x="396" y="328"/>
                  </a:cubicBezTo>
                  <a:cubicBezTo>
                    <a:pt x="392" y="331"/>
                    <a:pt x="387" y="332"/>
                    <a:pt x="383" y="334"/>
                  </a:cubicBezTo>
                  <a:cubicBezTo>
                    <a:pt x="375" y="333"/>
                    <a:pt x="372" y="337"/>
                    <a:pt x="365" y="341"/>
                  </a:cubicBezTo>
                  <a:cubicBezTo>
                    <a:pt x="353" y="347"/>
                    <a:pt x="341" y="347"/>
                    <a:pt x="328" y="353"/>
                  </a:cubicBezTo>
                  <a:cubicBezTo>
                    <a:pt x="317" y="358"/>
                    <a:pt x="310" y="336"/>
                    <a:pt x="299" y="342"/>
                  </a:cubicBezTo>
                  <a:cubicBezTo>
                    <a:pt x="295" y="345"/>
                    <a:pt x="278" y="323"/>
                    <a:pt x="268" y="310"/>
                  </a:cubicBezTo>
                  <a:cubicBezTo>
                    <a:pt x="257" y="310"/>
                    <a:pt x="247" y="308"/>
                    <a:pt x="240" y="306"/>
                  </a:cubicBezTo>
                  <a:cubicBezTo>
                    <a:pt x="236" y="304"/>
                    <a:pt x="230" y="296"/>
                    <a:pt x="230" y="294"/>
                  </a:cubicBezTo>
                  <a:cubicBezTo>
                    <a:pt x="229" y="284"/>
                    <a:pt x="228" y="263"/>
                    <a:pt x="230" y="254"/>
                  </a:cubicBezTo>
                  <a:cubicBezTo>
                    <a:pt x="231" y="244"/>
                    <a:pt x="227" y="232"/>
                    <a:pt x="227" y="224"/>
                  </a:cubicBezTo>
                  <a:cubicBezTo>
                    <a:pt x="227" y="216"/>
                    <a:pt x="228" y="208"/>
                    <a:pt x="228" y="200"/>
                  </a:cubicBezTo>
                  <a:cubicBezTo>
                    <a:pt x="228" y="193"/>
                    <a:pt x="227" y="177"/>
                    <a:pt x="228" y="17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09" name="Freeform 694">
              <a:extLst>
                <a:ext uri="{FF2B5EF4-FFF2-40B4-BE49-F238E27FC236}">
                  <a16:creationId xmlns:a16="http://schemas.microsoft.com/office/drawing/2014/main" id="{A015C036-E45F-4832-BE19-0A7EC1853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435"/>
              <a:ext cx="175" cy="113"/>
            </a:xfrm>
            <a:custGeom>
              <a:avLst/>
              <a:gdLst>
                <a:gd name="T0" fmla="*/ 7 w 98"/>
                <a:gd name="T1" fmla="*/ 8 h 59"/>
                <a:gd name="T2" fmla="*/ 7 w 98"/>
                <a:gd name="T3" fmla="*/ 0 h 59"/>
                <a:gd name="T4" fmla="*/ 41 w 98"/>
                <a:gd name="T5" fmla="*/ 36 h 59"/>
                <a:gd name="T6" fmla="*/ 154 w 98"/>
                <a:gd name="T7" fmla="*/ 132 h 59"/>
                <a:gd name="T8" fmla="*/ 255 w 98"/>
                <a:gd name="T9" fmla="*/ 107 h 59"/>
                <a:gd name="T10" fmla="*/ 280 w 98"/>
                <a:gd name="T11" fmla="*/ 92 h 59"/>
                <a:gd name="T12" fmla="*/ 304 w 98"/>
                <a:gd name="T13" fmla="*/ 107 h 59"/>
                <a:gd name="T14" fmla="*/ 405 w 98"/>
                <a:gd name="T15" fmla="*/ 132 h 59"/>
                <a:gd name="T16" fmla="*/ 520 w 98"/>
                <a:gd name="T17" fmla="*/ 36 h 59"/>
                <a:gd name="T18" fmla="*/ 552 w 98"/>
                <a:gd name="T19" fmla="*/ 0 h 59"/>
                <a:gd name="T20" fmla="*/ 552 w 98"/>
                <a:gd name="T21" fmla="*/ 8 h 59"/>
                <a:gd name="T22" fmla="*/ 559 w 98"/>
                <a:gd name="T23" fmla="*/ 21 h 59"/>
                <a:gd name="T24" fmla="*/ 543 w 98"/>
                <a:gd name="T25" fmla="*/ 40 h 59"/>
                <a:gd name="T26" fmla="*/ 500 w 98"/>
                <a:gd name="T27" fmla="*/ 84 h 59"/>
                <a:gd name="T28" fmla="*/ 393 w 98"/>
                <a:gd name="T29" fmla="*/ 282 h 59"/>
                <a:gd name="T30" fmla="*/ 291 w 98"/>
                <a:gd name="T31" fmla="*/ 400 h 59"/>
                <a:gd name="T32" fmla="*/ 268 w 98"/>
                <a:gd name="T33" fmla="*/ 400 h 59"/>
                <a:gd name="T34" fmla="*/ 166 w 98"/>
                <a:gd name="T35" fmla="*/ 282 h 59"/>
                <a:gd name="T36" fmla="*/ 57 w 98"/>
                <a:gd name="T37" fmla="*/ 84 h 59"/>
                <a:gd name="T38" fmla="*/ 16 w 98"/>
                <a:gd name="T39" fmla="*/ 40 h 59"/>
                <a:gd name="T40" fmla="*/ 0 w 98"/>
                <a:gd name="T41" fmla="*/ 21 h 59"/>
                <a:gd name="T42" fmla="*/ 7 w 98"/>
                <a:gd name="T43" fmla="*/ 8 h 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8" h="59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3" y="1"/>
                    <a:pt x="5" y="3"/>
                    <a:pt x="7" y="5"/>
                  </a:cubicBezTo>
                  <a:cubicBezTo>
                    <a:pt x="12" y="11"/>
                    <a:pt x="18" y="18"/>
                    <a:pt x="27" y="19"/>
                  </a:cubicBezTo>
                  <a:cubicBezTo>
                    <a:pt x="38" y="19"/>
                    <a:pt x="42" y="17"/>
                    <a:pt x="45" y="15"/>
                  </a:cubicBezTo>
                  <a:cubicBezTo>
                    <a:pt x="46" y="14"/>
                    <a:pt x="47" y="13"/>
                    <a:pt x="49" y="13"/>
                  </a:cubicBezTo>
                  <a:cubicBezTo>
                    <a:pt x="51" y="13"/>
                    <a:pt x="51" y="14"/>
                    <a:pt x="53" y="15"/>
                  </a:cubicBezTo>
                  <a:cubicBezTo>
                    <a:pt x="56" y="17"/>
                    <a:pt x="60" y="19"/>
                    <a:pt x="71" y="19"/>
                  </a:cubicBezTo>
                  <a:cubicBezTo>
                    <a:pt x="79" y="18"/>
                    <a:pt x="86" y="11"/>
                    <a:pt x="91" y="5"/>
                  </a:cubicBezTo>
                  <a:cubicBezTo>
                    <a:pt x="93" y="3"/>
                    <a:pt x="95" y="1"/>
                    <a:pt x="97" y="0"/>
                  </a:cubicBezTo>
                  <a:cubicBezTo>
                    <a:pt x="97" y="0"/>
                    <a:pt x="97" y="1"/>
                    <a:pt x="97" y="1"/>
                  </a:cubicBezTo>
                  <a:cubicBezTo>
                    <a:pt x="97" y="2"/>
                    <a:pt x="97" y="2"/>
                    <a:pt x="98" y="3"/>
                  </a:cubicBezTo>
                  <a:cubicBezTo>
                    <a:pt x="97" y="4"/>
                    <a:pt x="96" y="5"/>
                    <a:pt x="95" y="6"/>
                  </a:cubicBezTo>
                  <a:cubicBezTo>
                    <a:pt x="93" y="8"/>
                    <a:pt x="90" y="10"/>
                    <a:pt x="88" y="12"/>
                  </a:cubicBezTo>
                  <a:cubicBezTo>
                    <a:pt x="81" y="18"/>
                    <a:pt x="72" y="25"/>
                    <a:pt x="69" y="40"/>
                  </a:cubicBezTo>
                  <a:cubicBezTo>
                    <a:pt x="61" y="45"/>
                    <a:pt x="55" y="50"/>
                    <a:pt x="51" y="57"/>
                  </a:cubicBezTo>
                  <a:cubicBezTo>
                    <a:pt x="51" y="59"/>
                    <a:pt x="47" y="59"/>
                    <a:pt x="47" y="57"/>
                  </a:cubicBezTo>
                  <a:cubicBezTo>
                    <a:pt x="43" y="50"/>
                    <a:pt x="37" y="45"/>
                    <a:pt x="29" y="40"/>
                  </a:cubicBezTo>
                  <a:cubicBezTo>
                    <a:pt x="26" y="25"/>
                    <a:pt x="17" y="18"/>
                    <a:pt x="10" y="12"/>
                  </a:cubicBezTo>
                  <a:cubicBezTo>
                    <a:pt x="7" y="10"/>
                    <a:pt x="5" y="8"/>
                    <a:pt x="3" y="6"/>
                  </a:cubicBezTo>
                  <a:cubicBezTo>
                    <a:pt x="2" y="5"/>
                    <a:pt x="1" y="4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10" name="Freeform 695">
              <a:extLst>
                <a:ext uri="{FF2B5EF4-FFF2-40B4-BE49-F238E27FC236}">
                  <a16:creationId xmlns:a16="http://schemas.microsoft.com/office/drawing/2014/main" id="{7C579C29-4146-48BB-88E1-F2E38DF82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977"/>
              <a:ext cx="66" cy="479"/>
            </a:xfrm>
            <a:custGeom>
              <a:avLst/>
              <a:gdLst>
                <a:gd name="T0" fmla="*/ 37 w 37"/>
                <a:gd name="T1" fmla="*/ 1625 h 252"/>
                <a:gd name="T2" fmla="*/ 57 w 37"/>
                <a:gd name="T3" fmla="*/ 1553 h 252"/>
                <a:gd name="T4" fmla="*/ 80 w 37"/>
                <a:gd name="T5" fmla="*/ 1448 h 252"/>
                <a:gd name="T6" fmla="*/ 93 w 37"/>
                <a:gd name="T7" fmla="*/ 1312 h 252"/>
                <a:gd name="T8" fmla="*/ 93 w 37"/>
                <a:gd name="T9" fmla="*/ 1264 h 252"/>
                <a:gd name="T10" fmla="*/ 96 w 37"/>
                <a:gd name="T11" fmla="*/ 1220 h 252"/>
                <a:gd name="T12" fmla="*/ 96 w 37"/>
                <a:gd name="T13" fmla="*/ 1220 h 252"/>
                <a:gd name="T14" fmla="*/ 96 w 37"/>
                <a:gd name="T15" fmla="*/ 1146 h 252"/>
                <a:gd name="T16" fmla="*/ 102 w 37"/>
                <a:gd name="T17" fmla="*/ 1106 h 252"/>
                <a:gd name="T18" fmla="*/ 130 w 37"/>
                <a:gd name="T19" fmla="*/ 1030 h 252"/>
                <a:gd name="T20" fmla="*/ 137 w 37"/>
                <a:gd name="T21" fmla="*/ 1015 h 252"/>
                <a:gd name="T22" fmla="*/ 159 w 37"/>
                <a:gd name="T23" fmla="*/ 871 h 252"/>
                <a:gd name="T24" fmla="*/ 159 w 37"/>
                <a:gd name="T25" fmla="*/ 871 h 252"/>
                <a:gd name="T26" fmla="*/ 159 w 37"/>
                <a:gd name="T27" fmla="*/ 846 h 252"/>
                <a:gd name="T28" fmla="*/ 159 w 37"/>
                <a:gd name="T29" fmla="*/ 755 h 252"/>
                <a:gd name="T30" fmla="*/ 175 w 37"/>
                <a:gd name="T31" fmla="*/ 726 h 252"/>
                <a:gd name="T32" fmla="*/ 210 w 37"/>
                <a:gd name="T33" fmla="*/ 679 h 252"/>
                <a:gd name="T34" fmla="*/ 166 w 37"/>
                <a:gd name="T35" fmla="*/ 715 h 252"/>
                <a:gd name="T36" fmla="*/ 143 w 37"/>
                <a:gd name="T37" fmla="*/ 741 h 252"/>
                <a:gd name="T38" fmla="*/ 187 w 37"/>
                <a:gd name="T39" fmla="*/ 585 h 252"/>
                <a:gd name="T40" fmla="*/ 137 w 37"/>
                <a:gd name="T41" fmla="*/ 859 h 252"/>
                <a:gd name="T42" fmla="*/ 137 w 37"/>
                <a:gd name="T43" fmla="*/ 871 h 252"/>
                <a:gd name="T44" fmla="*/ 109 w 37"/>
                <a:gd name="T45" fmla="*/ 998 h 252"/>
                <a:gd name="T46" fmla="*/ 102 w 37"/>
                <a:gd name="T47" fmla="*/ 1007 h 252"/>
                <a:gd name="T48" fmla="*/ 80 w 37"/>
                <a:gd name="T49" fmla="*/ 1059 h 252"/>
                <a:gd name="T50" fmla="*/ 66 w 37"/>
                <a:gd name="T51" fmla="*/ 975 h 252"/>
                <a:gd name="T52" fmla="*/ 73 w 37"/>
                <a:gd name="T53" fmla="*/ 859 h 252"/>
                <a:gd name="T54" fmla="*/ 66 w 37"/>
                <a:gd name="T55" fmla="*/ 673 h 252"/>
                <a:gd name="T56" fmla="*/ 66 w 37"/>
                <a:gd name="T57" fmla="*/ 673 h 252"/>
                <a:gd name="T58" fmla="*/ 102 w 37"/>
                <a:gd name="T59" fmla="*/ 565 h 252"/>
                <a:gd name="T60" fmla="*/ 137 w 37"/>
                <a:gd name="T61" fmla="*/ 489 h 252"/>
                <a:gd name="T62" fmla="*/ 166 w 37"/>
                <a:gd name="T63" fmla="*/ 373 h 252"/>
                <a:gd name="T64" fmla="*/ 198 w 37"/>
                <a:gd name="T65" fmla="*/ 281 h 252"/>
                <a:gd name="T66" fmla="*/ 146 w 37"/>
                <a:gd name="T67" fmla="*/ 365 h 252"/>
                <a:gd name="T68" fmla="*/ 118 w 37"/>
                <a:gd name="T69" fmla="*/ 466 h 252"/>
                <a:gd name="T70" fmla="*/ 73 w 37"/>
                <a:gd name="T71" fmla="*/ 542 h 252"/>
                <a:gd name="T72" fmla="*/ 52 w 37"/>
                <a:gd name="T73" fmla="*/ 589 h 252"/>
                <a:gd name="T74" fmla="*/ 45 w 37"/>
                <a:gd name="T75" fmla="*/ 509 h 252"/>
                <a:gd name="T76" fmla="*/ 52 w 37"/>
                <a:gd name="T77" fmla="*/ 390 h 252"/>
                <a:gd name="T78" fmla="*/ 66 w 37"/>
                <a:gd name="T79" fmla="*/ 314 h 252"/>
                <a:gd name="T80" fmla="*/ 93 w 37"/>
                <a:gd name="T81" fmla="*/ 236 h 252"/>
                <a:gd name="T82" fmla="*/ 93 w 37"/>
                <a:gd name="T83" fmla="*/ 220 h 252"/>
                <a:gd name="T84" fmla="*/ 66 w 37"/>
                <a:gd name="T85" fmla="*/ 91 h 252"/>
                <a:gd name="T86" fmla="*/ 36 w 37"/>
                <a:gd name="T87" fmla="*/ 0 h 252"/>
                <a:gd name="T88" fmla="*/ 52 w 37"/>
                <a:gd name="T89" fmla="*/ 97 h 252"/>
                <a:gd name="T90" fmla="*/ 80 w 37"/>
                <a:gd name="T91" fmla="*/ 213 h 252"/>
                <a:gd name="T92" fmla="*/ 73 w 37"/>
                <a:gd name="T93" fmla="*/ 228 h 252"/>
                <a:gd name="T94" fmla="*/ 52 w 37"/>
                <a:gd name="T95" fmla="*/ 304 h 252"/>
                <a:gd name="T96" fmla="*/ 29 w 37"/>
                <a:gd name="T97" fmla="*/ 382 h 252"/>
                <a:gd name="T98" fmla="*/ 21 w 37"/>
                <a:gd name="T99" fmla="*/ 509 h 252"/>
                <a:gd name="T100" fmla="*/ 36 w 37"/>
                <a:gd name="T101" fmla="*/ 665 h 252"/>
                <a:gd name="T102" fmla="*/ 45 w 37"/>
                <a:gd name="T103" fmla="*/ 701 h 252"/>
                <a:gd name="T104" fmla="*/ 45 w 37"/>
                <a:gd name="T105" fmla="*/ 859 h 252"/>
                <a:gd name="T106" fmla="*/ 37 w 37"/>
                <a:gd name="T107" fmla="*/ 975 h 252"/>
                <a:gd name="T108" fmla="*/ 52 w 37"/>
                <a:gd name="T109" fmla="*/ 1083 h 252"/>
                <a:gd name="T110" fmla="*/ 64 w 37"/>
                <a:gd name="T111" fmla="*/ 1256 h 252"/>
                <a:gd name="T112" fmla="*/ 57 w 37"/>
                <a:gd name="T113" fmla="*/ 1312 h 252"/>
                <a:gd name="T114" fmla="*/ 52 w 37"/>
                <a:gd name="T115" fmla="*/ 1441 h 252"/>
                <a:gd name="T116" fmla="*/ 29 w 37"/>
                <a:gd name="T117" fmla="*/ 1540 h 252"/>
                <a:gd name="T118" fmla="*/ 12 w 37"/>
                <a:gd name="T119" fmla="*/ 1625 h 252"/>
                <a:gd name="T120" fmla="*/ 0 w 37"/>
                <a:gd name="T121" fmla="*/ 1716 h 252"/>
                <a:gd name="T122" fmla="*/ 29 w 37"/>
                <a:gd name="T123" fmla="*/ 1730 h 252"/>
                <a:gd name="T124" fmla="*/ 37 w 37"/>
                <a:gd name="T125" fmla="*/ 1625 h 25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7" h="252">
                  <a:moveTo>
                    <a:pt x="7" y="237"/>
                  </a:moveTo>
                  <a:cubicBezTo>
                    <a:pt x="7" y="233"/>
                    <a:pt x="8" y="230"/>
                    <a:pt x="10" y="226"/>
                  </a:cubicBezTo>
                  <a:cubicBezTo>
                    <a:pt x="12" y="222"/>
                    <a:pt x="14" y="217"/>
                    <a:pt x="14" y="211"/>
                  </a:cubicBezTo>
                  <a:cubicBezTo>
                    <a:pt x="15" y="204"/>
                    <a:pt x="15" y="197"/>
                    <a:pt x="16" y="191"/>
                  </a:cubicBezTo>
                  <a:cubicBezTo>
                    <a:pt x="16" y="188"/>
                    <a:pt x="16" y="185"/>
                    <a:pt x="16" y="184"/>
                  </a:cubicBezTo>
                  <a:cubicBezTo>
                    <a:pt x="16" y="181"/>
                    <a:pt x="17" y="179"/>
                    <a:pt x="17" y="178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18" y="174"/>
                    <a:pt x="18" y="171"/>
                    <a:pt x="17" y="167"/>
                  </a:cubicBezTo>
                  <a:cubicBezTo>
                    <a:pt x="17" y="165"/>
                    <a:pt x="17" y="163"/>
                    <a:pt x="18" y="161"/>
                  </a:cubicBezTo>
                  <a:cubicBezTo>
                    <a:pt x="18" y="156"/>
                    <a:pt x="20" y="154"/>
                    <a:pt x="23" y="150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9" y="141"/>
                    <a:pt x="29" y="135"/>
                    <a:pt x="28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3"/>
                    <a:pt x="28" y="123"/>
                    <a:pt x="28" y="123"/>
                  </a:cubicBezTo>
                  <a:cubicBezTo>
                    <a:pt x="27" y="119"/>
                    <a:pt x="26" y="113"/>
                    <a:pt x="28" y="110"/>
                  </a:cubicBezTo>
                  <a:cubicBezTo>
                    <a:pt x="29" y="109"/>
                    <a:pt x="30" y="107"/>
                    <a:pt x="31" y="106"/>
                  </a:cubicBezTo>
                  <a:cubicBezTo>
                    <a:pt x="34" y="104"/>
                    <a:pt x="35" y="103"/>
                    <a:pt x="37" y="99"/>
                  </a:cubicBezTo>
                  <a:cubicBezTo>
                    <a:pt x="36" y="102"/>
                    <a:pt x="31" y="102"/>
                    <a:pt x="29" y="104"/>
                  </a:cubicBezTo>
                  <a:cubicBezTo>
                    <a:pt x="28" y="105"/>
                    <a:pt x="27" y="106"/>
                    <a:pt x="25" y="108"/>
                  </a:cubicBezTo>
                  <a:cubicBezTo>
                    <a:pt x="25" y="99"/>
                    <a:pt x="26" y="90"/>
                    <a:pt x="33" y="85"/>
                  </a:cubicBezTo>
                  <a:cubicBezTo>
                    <a:pt x="18" y="94"/>
                    <a:pt x="22" y="111"/>
                    <a:pt x="24" y="125"/>
                  </a:cubicBezTo>
                  <a:cubicBezTo>
                    <a:pt x="24" y="127"/>
                    <a:pt x="24" y="127"/>
                    <a:pt x="24" y="127"/>
                  </a:cubicBezTo>
                  <a:cubicBezTo>
                    <a:pt x="25" y="134"/>
                    <a:pt x="24" y="139"/>
                    <a:pt x="19" y="145"/>
                  </a:cubicBezTo>
                  <a:cubicBezTo>
                    <a:pt x="18" y="147"/>
                    <a:pt x="18" y="147"/>
                    <a:pt x="18" y="147"/>
                  </a:cubicBezTo>
                  <a:cubicBezTo>
                    <a:pt x="17" y="149"/>
                    <a:pt x="15" y="151"/>
                    <a:pt x="14" y="154"/>
                  </a:cubicBezTo>
                  <a:cubicBezTo>
                    <a:pt x="13" y="150"/>
                    <a:pt x="13" y="146"/>
                    <a:pt x="12" y="142"/>
                  </a:cubicBezTo>
                  <a:cubicBezTo>
                    <a:pt x="12" y="136"/>
                    <a:pt x="13" y="130"/>
                    <a:pt x="13" y="125"/>
                  </a:cubicBezTo>
                  <a:cubicBezTo>
                    <a:pt x="14" y="116"/>
                    <a:pt x="14" y="108"/>
                    <a:pt x="12" y="98"/>
                  </a:cubicBezTo>
                  <a:cubicBezTo>
                    <a:pt x="12" y="98"/>
                    <a:pt x="12" y="98"/>
                    <a:pt x="12" y="98"/>
                  </a:cubicBezTo>
                  <a:cubicBezTo>
                    <a:pt x="11" y="93"/>
                    <a:pt x="13" y="89"/>
                    <a:pt x="18" y="82"/>
                  </a:cubicBezTo>
                  <a:cubicBezTo>
                    <a:pt x="20" y="79"/>
                    <a:pt x="21" y="76"/>
                    <a:pt x="24" y="71"/>
                  </a:cubicBezTo>
                  <a:cubicBezTo>
                    <a:pt x="28" y="65"/>
                    <a:pt x="28" y="58"/>
                    <a:pt x="29" y="54"/>
                  </a:cubicBezTo>
                  <a:cubicBezTo>
                    <a:pt x="29" y="49"/>
                    <a:pt x="30" y="44"/>
                    <a:pt x="35" y="41"/>
                  </a:cubicBezTo>
                  <a:cubicBezTo>
                    <a:pt x="28" y="45"/>
                    <a:pt x="26" y="48"/>
                    <a:pt x="26" y="53"/>
                  </a:cubicBezTo>
                  <a:cubicBezTo>
                    <a:pt x="25" y="58"/>
                    <a:pt x="25" y="62"/>
                    <a:pt x="21" y="68"/>
                  </a:cubicBezTo>
                  <a:cubicBezTo>
                    <a:pt x="19" y="72"/>
                    <a:pt x="16" y="76"/>
                    <a:pt x="13" y="79"/>
                  </a:cubicBezTo>
                  <a:cubicBezTo>
                    <a:pt x="12" y="81"/>
                    <a:pt x="10" y="84"/>
                    <a:pt x="9" y="86"/>
                  </a:cubicBezTo>
                  <a:cubicBezTo>
                    <a:pt x="8" y="82"/>
                    <a:pt x="8" y="78"/>
                    <a:pt x="8" y="74"/>
                  </a:cubicBezTo>
                  <a:cubicBezTo>
                    <a:pt x="8" y="68"/>
                    <a:pt x="8" y="62"/>
                    <a:pt x="9" y="57"/>
                  </a:cubicBezTo>
                  <a:cubicBezTo>
                    <a:pt x="9" y="53"/>
                    <a:pt x="11" y="50"/>
                    <a:pt x="12" y="46"/>
                  </a:cubicBezTo>
                  <a:cubicBezTo>
                    <a:pt x="14" y="43"/>
                    <a:pt x="16" y="39"/>
                    <a:pt x="16" y="34"/>
                  </a:cubicBezTo>
                  <a:cubicBezTo>
                    <a:pt x="16" y="33"/>
                    <a:pt x="16" y="33"/>
                    <a:pt x="16" y="32"/>
                  </a:cubicBezTo>
                  <a:cubicBezTo>
                    <a:pt x="16" y="25"/>
                    <a:pt x="14" y="19"/>
                    <a:pt x="12" y="13"/>
                  </a:cubicBezTo>
                  <a:cubicBezTo>
                    <a:pt x="11" y="8"/>
                    <a:pt x="7" y="5"/>
                    <a:pt x="6" y="0"/>
                  </a:cubicBezTo>
                  <a:cubicBezTo>
                    <a:pt x="7" y="5"/>
                    <a:pt x="8" y="9"/>
                    <a:pt x="9" y="14"/>
                  </a:cubicBezTo>
                  <a:cubicBezTo>
                    <a:pt x="11" y="20"/>
                    <a:pt x="14" y="26"/>
                    <a:pt x="14" y="31"/>
                  </a:cubicBezTo>
                  <a:cubicBezTo>
                    <a:pt x="14" y="32"/>
                    <a:pt x="14" y="33"/>
                    <a:pt x="13" y="33"/>
                  </a:cubicBezTo>
                  <a:cubicBezTo>
                    <a:pt x="13" y="37"/>
                    <a:pt x="10" y="41"/>
                    <a:pt x="9" y="44"/>
                  </a:cubicBezTo>
                  <a:cubicBezTo>
                    <a:pt x="7" y="48"/>
                    <a:pt x="6" y="52"/>
                    <a:pt x="5" y="56"/>
                  </a:cubicBezTo>
                  <a:cubicBezTo>
                    <a:pt x="5" y="60"/>
                    <a:pt x="4" y="67"/>
                    <a:pt x="4" y="74"/>
                  </a:cubicBezTo>
                  <a:cubicBezTo>
                    <a:pt x="4" y="82"/>
                    <a:pt x="3" y="91"/>
                    <a:pt x="6" y="97"/>
                  </a:cubicBezTo>
                  <a:cubicBezTo>
                    <a:pt x="7" y="98"/>
                    <a:pt x="8" y="101"/>
                    <a:pt x="8" y="102"/>
                  </a:cubicBezTo>
                  <a:cubicBezTo>
                    <a:pt x="9" y="110"/>
                    <a:pt x="8" y="117"/>
                    <a:pt x="8" y="125"/>
                  </a:cubicBezTo>
                  <a:cubicBezTo>
                    <a:pt x="7" y="130"/>
                    <a:pt x="7" y="136"/>
                    <a:pt x="7" y="142"/>
                  </a:cubicBezTo>
                  <a:cubicBezTo>
                    <a:pt x="7" y="148"/>
                    <a:pt x="8" y="153"/>
                    <a:pt x="9" y="158"/>
                  </a:cubicBezTo>
                  <a:cubicBezTo>
                    <a:pt x="11" y="166"/>
                    <a:pt x="12" y="174"/>
                    <a:pt x="11" y="183"/>
                  </a:cubicBezTo>
                  <a:cubicBezTo>
                    <a:pt x="10" y="184"/>
                    <a:pt x="10" y="187"/>
                    <a:pt x="10" y="191"/>
                  </a:cubicBezTo>
                  <a:cubicBezTo>
                    <a:pt x="10" y="197"/>
                    <a:pt x="10" y="204"/>
                    <a:pt x="9" y="210"/>
                  </a:cubicBezTo>
                  <a:cubicBezTo>
                    <a:pt x="8" y="216"/>
                    <a:pt x="7" y="220"/>
                    <a:pt x="5" y="224"/>
                  </a:cubicBezTo>
                  <a:cubicBezTo>
                    <a:pt x="3" y="228"/>
                    <a:pt x="2" y="232"/>
                    <a:pt x="2" y="237"/>
                  </a:cubicBezTo>
                  <a:cubicBezTo>
                    <a:pt x="2" y="245"/>
                    <a:pt x="0" y="250"/>
                    <a:pt x="0" y="250"/>
                  </a:cubicBezTo>
                  <a:cubicBezTo>
                    <a:pt x="5" y="252"/>
                    <a:pt x="5" y="252"/>
                    <a:pt x="5" y="252"/>
                  </a:cubicBezTo>
                  <a:cubicBezTo>
                    <a:pt x="5" y="252"/>
                    <a:pt x="7" y="246"/>
                    <a:pt x="7" y="237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11" name="Freeform 696">
              <a:extLst>
                <a:ext uri="{FF2B5EF4-FFF2-40B4-BE49-F238E27FC236}">
                  <a16:creationId xmlns:a16="http://schemas.microsoft.com/office/drawing/2014/main" id="{CF0FB6AA-2EB3-4E57-A3D1-2A592F89D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977"/>
              <a:ext cx="66" cy="479"/>
            </a:xfrm>
            <a:custGeom>
              <a:avLst/>
              <a:gdLst>
                <a:gd name="T0" fmla="*/ 37 w 37"/>
                <a:gd name="T1" fmla="*/ 1625 h 252"/>
                <a:gd name="T2" fmla="*/ 57 w 37"/>
                <a:gd name="T3" fmla="*/ 1553 h 252"/>
                <a:gd name="T4" fmla="*/ 80 w 37"/>
                <a:gd name="T5" fmla="*/ 1448 h 252"/>
                <a:gd name="T6" fmla="*/ 93 w 37"/>
                <a:gd name="T7" fmla="*/ 1312 h 252"/>
                <a:gd name="T8" fmla="*/ 93 w 37"/>
                <a:gd name="T9" fmla="*/ 1264 h 252"/>
                <a:gd name="T10" fmla="*/ 96 w 37"/>
                <a:gd name="T11" fmla="*/ 1220 h 252"/>
                <a:gd name="T12" fmla="*/ 96 w 37"/>
                <a:gd name="T13" fmla="*/ 1220 h 252"/>
                <a:gd name="T14" fmla="*/ 96 w 37"/>
                <a:gd name="T15" fmla="*/ 1146 h 252"/>
                <a:gd name="T16" fmla="*/ 102 w 37"/>
                <a:gd name="T17" fmla="*/ 1106 h 252"/>
                <a:gd name="T18" fmla="*/ 130 w 37"/>
                <a:gd name="T19" fmla="*/ 1030 h 252"/>
                <a:gd name="T20" fmla="*/ 137 w 37"/>
                <a:gd name="T21" fmla="*/ 1015 h 252"/>
                <a:gd name="T22" fmla="*/ 159 w 37"/>
                <a:gd name="T23" fmla="*/ 871 h 252"/>
                <a:gd name="T24" fmla="*/ 159 w 37"/>
                <a:gd name="T25" fmla="*/ 871 h 252"/>
                <a:gd name="T26" fmla="*/ 159 w 37"/>
                <a:gd name="T27" fmla="*/ 846 h 252"/>
                <a:gd name="T28" fmla="*/ 159 w 37"/>
                <a:gd name="T29" fmla="*/ 755 h 252"/>
                <a:gd name="T30" fmla="*/ 175 w 37"/>
                <a:gd name="T31" fmla="*/ 726 h 252"/>
                <a:gd name="T32" fmla="*/ 210 w 37"/>
                <a:gd name="T33" fmla="*/ 679 h 252"/>
                <a:gd name="T34" fmla="*/ 166 w 37"/>
                <a:gd name="T35" fmla="*/ 715 h 252"/>
                <a:gd name="T36" fmla="*/ 143 w 37"/>
                <a:gd name="T37" fmla="*/ 741 h 252"/>
                <a:gd name="T38" fmla="*/ 187 w 37"/>
                <a:gd name="T39" fmla="*/ 585 h 252"/>
                <a:gd name="T40" fmla="*/ 137 w 37"/>
                <a:gd name="T41" fmla="*/ 859 h 252"/>
                <a:gd name="T42" fmla="*/ 137 w 37"/>
                <a:gd name="T43" fmla="*/ 871 h 252"/>
                <a:gd name="T44" fmla="*/ 109 w 37"/>
                <a:gd name="T45" fmla="*/ 998 h 252"/>
                <a:gd name="T46" fmla="*/ 102 w 37"/>
                <a:gd name="T47" fmla="*/ 1007 h 252"/>
                <a:gd name="T48" fmla="*/ 80 w 37"/>
                <a:gd name="T49" fmla="*/ 1059 h 252"/>
                <a:gd name="T50" fmla="*/ 66 w 37"/>
                <a:gd name="T51" fmla="*/ 975 h 252"/>
                <a:gd name="T52" fmla="*/ 73 w 37"/>
                <a:gd name="T53" fmla="*/ 859 h 252"/>
                <a:gd name="T54" fmla="*/ 66 w 37"/>
                <a:gd name="T55" fmla="*/ 673 h 252"/>
                <a:gd name="T56" fmla="*/ 66 w 37"/>
                <a:gd name="T57" fmla="*/ 673 h 252"/>
                <a:gd name="T58" fmla="*/ 102 w 37"/>
                <a:gd name="T59" fmla="*/ 565 h 252"/>
                <a:gd name="T60" fmla="*/ 137 w 37"/>
                <a:gd name="T61" fmla="*/ 489 h 252"/>
                <a:gd name="T62" fmla="*/ 166 w 37"/>
                <a:gd name="T63" fmla="*/ 373 h 252"/>
                <a:gd name="T64" fmla="*/ 198 w 37"/>
                <a:gd name="T65" fmla="*/ 281 h 252"/>
                <a:gd name="T66" fmla="*/ 146 w 37"/>
                <a:gd name="T67" fmla="*/ 365 h 252"/>
                <a:gd name="T68" fmla="*/ 118 w 37"/>
                <a:gd name="T69" fmla="*/ 466 h 252"/>
                <a:gd name="T70" fmla="*/ 73 w 37"/>
                <a:gd name="T71" fmla="*/ 542 h 252"/>
                <a:gd name="T72" fmla="*/ 52 w 37"/>
                <a:gd name="T73" fmla="*/ 589 h 252"/>
                <a:gd name="T74" fmla="*/ 45 w 37"/>
                <a:gd name="T75" fmla="*/ 509 h 252"/>
                <a:gd name="T76" fmla="*/ 52 w 37"/>
                <a:gd name="T77" fmla="*/ 390 h 252"/>
                <a:gd name="T78" fmla="*/ 66 w 37"/>
                <a:gd name="T79" fmla="*/ 314 h 252"/>
                <a:gd name="T80" fmla="*/ 93 w 37"/>
                <a:gd name="T81" fmla="*/ 236 h 252"/>
                <a:gd name="T82" fmla="*/ 93 w 37"/>
                <a:gd name="T83" fmla="*/ 220 h 252"/>
                <a:gd name="T84" fmla="*/ 66 w 37"/>
                <a:gd name="T85" fmla="*/ 91 h 252"/>
                <a:gd name="T86" fmla="*/ 36 w 37"/>
                <a:gd name="T87" fmla="*/ 0 h 252"/>
                <a:gd name="T88" fmla="*/ 52 w 37"/>
                <a:gd name="T89" fmla="*/ 97 h 252"/>
                <a:gd name="T90" fmla="*/ 80 w 37"/>
                <a:gd name="T91" fmla="*/ 213 h 252"/>
                <a:gd name="T92" fmla="*/ 73 w 37"/>
                <a:gd name="T93" fmla="*/ 228 h 252"/>
                <a:gd name="T94" fmla="*/ 52 w 37"/>
                <a:gd name="T95" fmla="*/ 304 h 252"/>
                <a:gd name="T96" fmla="*/ 29 w 37"/>
                <a:gd name="T97" fmla="*/ 382 h 252"/>
                <a:gd name="T98" fmla="*/ 21 w 37"/>
                <a:gd name="T99" fmla="*/ 509 h 252"/>
                <a:gd name="T100" fmla="*/ 36 w 37"/>
                <a:gd name="T101" fmla="*/ 665 h 252"/>
                <a:gd name="T102" fmla="*/ 45 w 37"/>
                <a:gd name="T103" fmla="*/ 701 h 252"/>
                <a:gd name="T104" fmla="*/ 45 w 37"/>
                <a:gd name="T105" fmla="*/ 859 h 252"/>
                <a:gd name="T106" fmla="*/ 37 w 37"/>
                <a:gd name="T107" fmla="*/ 975 h 252"/>
                <a:gd name="T108" fmla="*/ 52 w 37"/>
                <a:gd name="T109" fmla="*/ 1083 h 252"/>
                <a:gd name="T110" fmla="*/ 64 w 37"/>
                <a:gd name="T111" fmla="*/ 1256 h 252"/>
                <a:gd name="T112" fmla="*/ 57 w 37"/>
                <a:gd name="T113" fmla="*/ 1312 h 252"/>
                <a:gd name="T114" fmla="*/ 52 w 37"/>
                <a:gd name="T115" fmla="*/ 1441 h 252"/>
                <a:gd name="T116" fmla="*/ 29 w 37"/>
                <a:gd name="T117" fmla="*/ 1540 h 252"/>
                <a:gd name="T118" fmla="*/ 12 w 37"/>
                <a:gd name="T119" fmla="*/ 1625 h 252"/>
                <a:gd name="T120" fmla="*/ 0 w 37"/>
                <a:gd name="T121" fmla="*/ 1716 h 252"/>
                <a:gd name="T122" fmla="*/ 29 w 37"/>
                <a:gd name="T123" fmla="*/ 1730 h 252"/>
                <a:gd name="T124" fmla="*/ 37 w 37"/>
                <a:gd name="T125" fmla="*/ 1625 h 25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7" h="252">
                  <a:moveTo>
                    <a:pt x="7" y="237"/>
                  </a:moveTo>
                  <a:cubicBezTo>
                    <a:pt x="7" y="233"/>
                    <a:pt x="8" y="230"/>
                    <a:pt x="10" y="226"/>
                  </a:cubicBezTo>
                  <a:cubicBezTo>
                    <a:pt x="12" y="222"/>
                    <a:pt x="14" y="217"/>
                    <a:pt x="14" y="211"/>
                  </a:cubicBezTo>
                  <a:cubicBezTo>
                    <a:pt x="15" y="204"/>
                    <a:pt x="15" y="197"/>
                    <a:pt x="16" y="191"/>
                  </a:cubicBezTo>
                  <a:cubicBezTo>
                    <a:pt x="16" y="188"/>
                    <a:pt x="16" y="185"/>
                    <a:pt x="16" y="184"/>
                  </a:cubicBezTo>
                  <a:cubicBezTo>
                    <a:pt x="16" y="181"/>
                    <a:pt x="17" y="179"/>
                    <a:pt x="17" y="178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18" y="174"/>
                    <a:pt x="18" y="171"/>
                    <a:pt x="17" y="167"/>
                  </a:cubicBezTo>
                  <a:cubicBezTo>
                    <a:pt x="17" y="165"/>
                    <a:pt x="17" y="163"/>
                    <a:pt x="18" y="161"/>
                  </a:cubicBezTo>
                  <a:cubicBezTo>
                    <a:pt x="18" y="156"/>
                    <a:pt x="20" y="154"/>
                    <a:pt x="23" y="150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9" y="141"/>
                    <a:pt x="29" y="135"/>
                    <a:pt x="28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3"/>
                    <a:pt x="28" y="123"/>
                    <a:pt x="28" y="123"/>
                  </a:cubicBezTo>
                  <a:cubicBezTo>
                    <a:pt x="27" y="119"/>
                    <a:pt x="26" y="113"/>
                    <a:pt x="28" y="110"/>
                  </a:cubicBezTo>
                  <a:cubicBezTo>
                    <a:pt x="29" y="109"/>
                    <a:pt x="30" y="107"/>
                    <a:pt x="31" y="106"/>
                  </a:cubicBezTo>
                  <a:cubicBezTo>
                    <a:pt x="34" y="104"/>
                    <a:pt x="35" y="103"/>
                    <a:pt x="37" y="99"/>
                  </a:cubicBezTo>
                  <a:cubicBezTo>
                    <a:pt x="36" y="102"/>
                    <a:pt x="31" y="102"/>
                    <a:pt x="29" y="104"/>
                  </a:cubicBezTo>
                  <a:cubicBezTo>
                    <a:pt x="28" y="105"/>
                    <a:pt x="27" y="106"/>
                    <a:pt x="25" y="108"/>
                  </a:cubicBezTo>
                  <a:cubicBezTo>
                    <a:pt x="25" y="99"/>
                    <a:pt x="26" y="90"/>
                    <a:pt x="33" y="85"/>
                  </a:cubicBezTo>
                  <a:cubicBezTo>
                    <a:pt x="18" y="94"/>
                    <a:pt x="22" y="111"/>
                    <a:pt x="24" y="125"/>
                  </a:cubicBezTo>
                  <a:cubicBezTo>
                    <a:pt x="24" y="127"/>
                    <a:pt x="24" y="127"/>
                    <a:pt x="24" y="127"/>
                  </a:cubicBezTo>
                  <a:cubicBezTo>
                    <a:pt x="25" y="134"/>
                    <a:pt x="24" y="139"/>
                    <a:pt x="19" y="145"/>
                  </a:cubicBezTo>
                  <a:cubicBezTo>
                    <a:pt x="18" y="147"/>
                    <a:pt x="18" y="147"/>
                    <a:pt x="18" y="147"/>
                  </a:cubicBezTo>
                  <a:cubicBezTo>
                    <a:pt x="17" y="149"/>
                    <a:pt x="15" y="151"/>
                    <a:pt x="14" y="154"/>
                  </a:cubicBezTo>
                  <a:cubicBezTo>
                    <a:pt x="13" y="150"/>
                    <a:pt x="13" y="146"/>
                    <a:pt x="12" y="142"/>
                  </a:cubicBezTo>
                  <a:cubicBezTo>
                    <a:pt x="12" y="136"/>
                    <a:pt x="13" y="130"/>
                    <a:pt x="13" y="125"/>
                  </a:cubicBezTo>
                  <a:cubicBezTo>
                    <a:pt x="14" y="116"/>
                    <a:pt x="14" y="108"/>
                    <a:pt x="12" y="98"/>
                  </a:cubicBezTo>
                  <a:cubicBezTo>
                    <a:pt x="12" y="98"/>
                    <a:pt x="12" y="98"/>
                    <a:pt x="12" y="98"/>
                  </a:cubicBezTo>
                  <a:cubicBezTo>
                    <a:pt x="11" y="93"/>
                    <a:pt x="13" y="89"/>
                    <a:pt x="18" y="82"/>
                  </a:cubicBezTo>
                  <a:cubicBezTo>
                    <a:pt x="20" y="79"/>
                    <a:pt x="21" y="76"/>
                    <a:pt x="24" y="71"/>
                  </a:cubicBezTo>
                  <a:cubicBezTo>
                    <a:pt x="28" y="65"/>
                    <a:pt x="28" y="58"/>
                    <a:pt x="29" y="54"/>
                  </a:cubicBezTo>
                  <a:cubicBezTo>
                    <a:pt x="29" y="49"/>
                    <a:pt x="30" y="44"/>
                    <a:pt x="35" y="41"/>
                  </a:cubicBezTo>
                  <a:cubicBezTo>
                    <a:pt x="28" y="45"/>
                    <a:pt x="26" y="48"/>
                    <a:pt x="26" y="53"/>
                  </a:cubicBezTo>
                  <a:cubicBezTo>
                    <a:pt x="25" y="58"/>
                    <a:pt x="25" y="62"/>
                    <a:pt x="21" y="68"/>
                  </a:cubicBezTo>
                  <a:cubicBezTo>
                    <a:pt x="19" y="72"/>
                    <a:pt x="16" y="76"/>
                    <a:pt x="13" y="79"/>
                  </a:cubicBezTo>
                  <a:cubicBezTo>
                    <a:pt x="12" y="81"/>
                    <a:pt x="10" y="84"/>
                    <a:pt x="9" y="86"/>
                  </a:cubicBezTo>
                  <a:cubicBezTo>
                    <a:pt x="8" y="82"/>
                    <a:pt x="8" y="78"/>
                    <a:pt x="8" y="74"/>
                  </a:cubicBezTo>
                  <a:cubicBezTo>
                    <a:pt x="8" y="68"/>
                    <a:pt x="8" y="62"/>
                    <a:pt x="9" y="57"/>
                  </a:cubicBezTo>
                  <a:cubicBezTo>
                    <a:pt x="9" y="53"/>
                    <a:pt x="11" y="50"/>
                    <a:pt x="12" y="46"/>
                  </a:cubicBezTo>
                  <a:cubicBezTo>
                    <a:pt x="14" y="43"/>
                    <a:pt x="16" y="39"/>
                    <a:pt x="16" y="34"/>
                  </a:cubicBezTo>
                  <a:cubicBezTo>
                    <a:pt x="16" y="33"/>
                    <a:pt x="16" y="33"/>
                    <a:pt x="16" y="32"/>
                  </a:cubicBezTo>
                  <a:cubicBezTo>
                    <a:pt x="16" y="25"/>
                    <a:pt x="14" y="19"/>
                    <a:pt x="12" y="13"/>
                  </a:cubicBezTo>
                  <a:cubicBezTo>
                    <a:pt x="11" y="8"/>
                    <a:pt x="7" y="5"/>
                    <a:pt x="6" y="0"/>
                  </a:cubicBezTo>
                  <a:cubicBezTo>
                    <a:pt x="7" y="5"/>
                    <a:pt x="8" y="9"/>
                    <a:pt x="9" y="14"/>
                  </a:cubicBezTo>
                  <a:cubicBezTo>
                    <a:pt x="11" y="20"/>
                    <a:pt x="14" y="26"/>
                    <a:pt x="14" y="31"/>
                  </a:cubicBezTo>
                  <a:cubicBezTo>
                    <a:pt x="14" y="32"/>
                    <a:pt x="14" y="33"/>
                    <a:pt x="13" y="33"/>
                  </a:cubicBezTo>
                  <a:cubicBezTo>
                    <a:pt x="13" y="37"/>
                    <a:pt x="10" y="41"/>
                    <a:pt x="9" y="44"/>
                  </a:cubicBezTo>
                  <a:cubicBezTo>
                    <a:pt x="7" y="48"/>
                    <a:pt x="6" y="52"/>
                    <a:pt x="5" y="56"/>
                  </a:cubicBezTo>
                  <a:cubicBezTo>
                    <a:pt x="5" y="60"/>
                    <a:pt x="4" y="67"/>
                    <a:pt x="4" y="74"/>
                  </a:cubicBezTo>
                  <a:cubicBezTo>
                    <a:pt x="4" y="82"/>
                    <a:pt x="3" y="91"/>
                    <a:pt x="6" y="97"/>
                  </a:cubicBezTo>
                  <a:cubicBezTo>
                    <a:pt x="7" y="98"/>
                    <a:pt x="8" y="101"/>
                    <a:pt x="8" y="102"/>
                  </a:cubicBezTo>
                  <a:cubicBezTo>
                    <a:pt x="9" y="110"/>
                    <a:pt x="8" y="117"/>
                    <a:pt x="8" y="125"/>
                  </a:cubicBezTo>
                  <a:cubicBezTo>
                    <a:pt x="7" y="130"/>
                    <a:pt x="7" y="136"/>
                    <a:pt x="7" y="142"/>
                  </a:cubicBezTo>
                  <a:cubicBezTo>
                    <a:pt x="7" y="148"/>
                    <a:pt x="8" y="153"/>
                    <a:pt x="9" y="158"/>
                  </a:cubicBezTo>
                  <a:cubicBezTo>
                    <a:pt x="11" y="166"/>
                    <a:pt x="12" y="174"/>
                    <a:pt x="11" y="183"/>
                  </a:cubicBezTo>
                  <a:cubicBezTo>
                    <a:pt x="10" y="184"/>
                    <a:pt x="10" y="187"/>
                    <a:pt x="10" y="191"/>
                  </a:cubicBezTo>
                  <a:cubicBezTo>
                    <a:pt x="10" y="197"/>
                    <a:pt x="10" y="204"/>
                    <a:pt x="9" y="210"/>
                  </a:cubicBezTo>
                  <a:cubicBezTo>
                    <a:pt x="8" y="216"/>
                    <a:pt x="7" y="220"/>
                    <a:pt x="5" y="224"/>
                  </a:cubicBezTo>
                  <a:cubicBezTo>
                    <a:pt x="3" y="228"/>
                    <a:pt x="2" y="232"/>
                    <a:pt x="2" y="237"/>
                  </a:cubicBezTo>
                  <a:cubicBezTo>
                    <a:pt x="2" y="245"/>
                    <a:pt x="0" y="250"/>
                    <a:pt x="0" y="250"/>
                  </a:cubicBezTo>
                  <a:cubicBezTo>
                    <a:pt x="5" y="252"/>
                    <a:pt x="5" y="252"/>
                    <a:pt x="5" y="252"/>
                  </a:cubicBezTo>
                  <a:cubicBezTo>
                    <a:pt x="5" y="252"/>
                    <a:pt x="7" y="246"/>
                    <a:pt x="7" y="237"/>
                  </a:cubicBez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12" name="Freeform 697">
              <a:extLst>
                <a:ext uri="{FF2B5EF4-FFF2-40B4-BE49-F238E27FC236}">
                  <a16:creationId xmlns:a16="http://schemas.microsoft.com/office/drawing/2014/main" id="{53CA5125-3B15-46CA-86C5-E5ADF8AC2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960"/>
              <a:ext cx="1380" cy="1947"/>
            </a:xfrm>
            <a:custGeom>
              <a:avLst/>
              <a:gdLst>
                <a:gd name="T0" fmla="*/ 4206 w 774"/>
                <a:gd name="T1" fmla="*/ 1443 h 1024"/>
                <a:gd name="T2" fmla="*/ 4113 w 774"/>
                <a:gd name="T3" fmla="*/ 1367 h 1024"/>
                <a:gd name="T4" fmla="*/ 4308 w 774"/>
                <a:gd name="T5" fmla="*/ 1243 h 1024"/>
                <a:gd name="T6" fmla="*/ 4193 w 774"/>
                <a:gd name="T7" fmla="*/ 1044 h 1024"/>
                <a:gd name="T8" fmla="*/ 3830 w 774"/>
                <a:gd name="T9" fmla="*/ 1533 h 1024"/>
                <a:gd name="T10" fmla="*/ 3910 w 774"/>
                <a:gd name="T11" fmla="*/ 1175 h 1024"/>
                <a:gd name="T12" fmla="*/ 4177 w 774"/>
                <a:gd name="T13" fmla="*/ 970 h 1024"/>
                <a:gd name="T14" fmla="*/ 3980 w 774"/>
                <a:gd name="T15" fmla="*/ 1031 h 1024"/>
                <a:gd name="T16" fmla="*/ 3873 w 774"/>
                <a:gd name="T17" fmla="*/ 1175 h 1024"/>
                <a:gd name="T18" fmla="*/ 3700 w 774"/>
                <a:gd name="T19" fmla="*/ 935 h 1024"/>
                <a:gd name="T20" fmla="*/ 3808 w 774"/>
                <a:gd name="T21" fmla="*/ 1348 h 1024"/>
                <a:gd name="T22" fmla="*/ 3423 w 774"/>
                <a:gd name="T23" fmla="*/ 1656 h 1024"/>
                <a:gd name="T24" fmla="*/ 3147 w 774"/>
                <a:gd name="T25" fmla="*/ 1768 h 1024"/>
                <a:gd name="T26" fmla="*/ 3068 w 774"/>
                <a:gd name="T27" fmla="*/ 1280 h 1024"/>
                <a:gd name="T28" fmla="*/ 3042 w 774"/>
                <a:gd name="T29" fmla="*/ 453 h 1024"/>
                <a:gd name="T30" fmla="*/ 2940 w 774"/>
                <a:gd name="T31" fmla="*/ 268 h 1024"/>
                <a:gd name="T32" fmla="*/ 2919 w 774"/>
                <a:gd name="T33" fmla="*/ 228 h 1024"/>
                <a:gd name="T34" fmla="*/ 3049 w 774"/>
                <a:gd name="T35" fmla="*/ 723 h 1024"/>
                <a:gd name="T36" fmla="*/ 2919 w 774"/>
                <a:gd name="T37" fmla="*/ 1012 h 1024"/>
                <a:gd name="T38" fmla="*/ 2658 w 774"/>
                <a:gd name="T39" fmla="*/ 1044 h 1024"/>
                <a:gd name="T40" fmla="*/ 3020 w 774"/>
                <a:gd name="T41" fmla="*/ 1175 h 1024"/>
                <a:gd name="T42" fmla="*/ 3026 w 774"/>
                <a:gd name="T43" fmla="*/ 1808 h 1024"/>
                <a:gd name="T44" fmla="*/ 2715 w 774"/>
                <a:gd name="T45" fmla="*/ 1641 h 1024"/>
                <a:gd name="T46" fmla="*/ 2375 w 774"/>
                <a:gd name="T47" fmla="*/ 1424 h 1024"/>
                <a:gd name="T48" fmla="*/ 2628 w 774"/>
                <a:gd name="T49" fmla="*/ 1396 h 1024"/>
                <a:gd name="T50" fmla="*/ 2448 w 774"/>
                <a:gd name="T51" fmla="*/ 1340 h 1024"/>
                <a:gd name="T52" fmla="*/ 2286 w 774"/>
                <a:gd name="T53" fmla="*/ 1280 h 1024"/>
                <a:gd name="T54" fmla="*/ 2177 w 774"/>
                <a:gd name="T55" fmla="*/ 1128 h 1024"/>
                <a:gd name="T56" fmla="*/ 2352 w 774"/>
                <a:gd name="T57" fmla="*/ 1485 h 1024"/>
                <a:gd name="T58" fmla="*/ 2029 w 774"/>
                <a:gd name="T59" fmla="*/ 1280 h 1024"/>
                <a:gd name="T60" fmla="*/ 1956 w 774"/>
                <a:gd name="T61" fmla="*/ 1196 h 1024"/>
                <a:gd name="T62" fmla="*/ 1940 w 774"/>
                <a:gd name="T63" fmla="*/ 1280 h 1024"/>
                <a:gd name="T64" fmla="*/ 2099 w 774"/>
                <a:gd name="T65" fmla="*/ 1403 h 1024"/>
                <a:gd name="T66" fmla="*/ 2302 w 774"/>
                <a:gd name="T67" fmla="*/ 1504 h 1024"/>
                <a:gd name="T68" fmla="*/ 2737 w 774"/>
                <a:gd name="T69" fmla="*/ 1898 h 1024"/>
                <a:gd name="T70" fmla="*/ 2416 w 774"/>
                <a:gd name="T71" fmla="*/ 5672 h 1024"/>
                <a:gd name="T72" fmla="*/ 3083 w 774"/>
                <a:gd name="T73" fmla="*/ 6398 h 1024"/>
                <a:gd name="T74" fmla="*/ 2635 w 774"/>
                <a:gd name="T75" fmla="*/ 5856 h 1024"/>
                <a:gd name="T76" fmla="*/ 2772 w 774"/>
                <a:gd name="T77" fmla="*/ 1966 h 1024"/>
                <a:gd name="T78" fmla="*/ 2960 w 774"/>
                <a:gd name="T79" fmla="*/ 2006 h 1024"/>
                <a:gd name="T80" fmla="*/ 2867 w 774"/>
                <a:gd name="T81" fmla="*/ 2118 h 1024"/>
                <a:gd name="T82" fmla="*/ 3049 w 774"/>
                <a:gd name="T83" fmla="*/ 2331 h 1024"/>
                <a:gd name="T84" fmla="*/ 3054 w 774"/>
                <a:gd name="T85" fmla="*/ 2394 h 1024"/>
                <a:gd name="T86" fmla="*/ 3054 w 774"/>
                <a:gd name="T87" fmla="*/ 2455 h 1024"/>
                <a:gd name="T88" fmla="*/ 3020 w 774"/>
                <a:gd name="T89" fmla="*/ 2694 h 1024"/>
                <a:gd name="T90" fmla="*/ 3156 w 774"/>
                <a:gd name="T91" fmla="*/ 2624 h 1024"/>
                <a:gd name="T92" fmla="*/ 3215 w 774"/>
                <a:gd name="T93" fmla="*/ 2584 h 1024"/>
                <a:gd name="T94" fmla="*/ 3215 w 774"/>
                <a:gd name="T95" fmla="*/ 2447 h 1024"/>
                <a:gd name="T96" fmla="*/ 3215 w 774"/>
                <a:gd name="T97" fmla="*/ 2394 h 1024"/>
                <a:gd name="T98" fmla="*/ 3236 w 774"/>
                <a:gd name="T99" fmla="*/ 2331 h 1024"/>
                <a:gd name="T100" fmla="*/ 3357 w 774"/>
                <a:gd name="T101" fmla="*/ 2074 h 1024"/>
                <a:gd name="T102" fmla="*/ 3316 w 774"/>
                <a:gd name="T103" fmla="*/ 1960 h 1024"/>
                <a:gd name="T104" fmla="*/ 3618 w 774"/>
                <a:gd name="T105" fmla="*/ 2289 h 1024"/>
                <a:gd name="T106" fmla="*/ 3503 w 774"/>
                <a:gd name="T107" fmla="*/ 6955 h 1024"/>
                <a:gd name="T108" fmla="*/ 3678 w 774"/>
                <a:gd name="T109" fmla="*/ 2213 h 1024"/>
                <a:gd name="T110" fmla="*/ 3639 w 774"/>
                <a:gd name="T111" fmla="*/ 1648 h 1024"/>
                <a:gd name="T112" fmla="*/ 4110 w 774"/>
                <a:gd name="T113" fmla="*/ 1472 h 102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74" h="1024">
                  <a:moveTo>
                    <a:pt x="772" y="221"/>
                  </a:moveTo>
                  <a:cubicBezTo>
                    <a:pt x="770" y="216"/>
                    <a:pt x="764" y="212"/>
                    <a:pt x="759" y="210"/>
                  </a:cubicBezTo>
                  <a:cubicBezTo>
                    <a:pt x="758" y="210"/>
                    <a:pt x="757" y="209"/>
                    <a:pt x="758" y="209"/>
                  </a:cubicBezTo>
                  <a:cubicBezTo>
                    <a:pt x="759" y="207"/>
                    <a:pt x="761" y="202"/>
                    <a:pt x="761" y="199"/>
                  </a:cubicBezTo>
                  <a:cubicBezTo>
                    <a:pt x="761" y="202"/>
                    <a:pt x="758" y="205"/>
                    <a:pt x="756" y="207"/>
                  </a:cubicBezTo>
                  <a:cubicBezTo>
                    <a:pt x="754" y="209"/>
                    <a:pt x="748" y="209"/>
                    <a:pt x="745" y="209"/>
                  </a:cubicBezTo>
                  <a:cubicBezTo>
                    <a:pt x="742" y="210"/>
                    <a:pt x="742" y="210"/>
                    <a:pt x="742" y="210"/>
                  </a:cubicBezTo>
                  <a:cubicBezTo>
                    <a:pt x="742" y="210"/>
                    <a:pt x="742" y="210"/>
                    <a:pt x="742" y="210"/>
                  </a:cubicBezTo>
                  <a:cubicBezTo>
                    <a:pt x="742" y="210"/>
                    <a:pt x="742" y="210"/>
                    <a:pt x="742" y="210"/>
                  </a:cubicBezTo>
                  <a:cubicBezTo>
                    <a:pt x="736" y="210"/>
                    <a:pt x="732" y="209"/>
                    <a:pt x="726" y="210"/>
                  </a:cubicBezTo>
                  <a:cubicBezTo>
                    <a:pt x="724" y="210"/>
                    <a:pt x="722" y="209"/>
                    <a:pt x="721" y="209"/>
                  </a:cubicBezTo>
                  <a:cubicBezTo>
                    <a:pt x="720" y="209"/>
                    <a:pt x="720" y="209"/>
                    <a:pt x="721" y="208"/>
                  </a:cubicBezTo>
                  <a:cubicBezTo>
                    <a:pt x="721" y="208"/>
                    <a:pt x="721" y="208"/>
                    <a:pt x="722" y="207"/>
                  </a:cubicBezTo>
                  <a:cubicBezTo>
                    <a:pt x="724" y="205"/>
                    <a:pt x="725" y="202"/>
                    <a:pt x="726" y="199"/>
                  </a:cubicBezTo>
                  <a:cubicBezTo>
                    <a:pt x="726" y="199"/>
                    <a:pt x="726" y="199"/>
                    <a:pt x="726" y="199"/>
                  </a:cubicBezTo>
                  <a:cubicBezTo>
                    <a:pt x="729" y="194"/>
                    <a:pt x="735" y="192"/>
                    <a:pt x="739" y="191"/>
                  </a:cubicBezTo>
                  <a:cubicBezTo>
                    <a:pt x="742" y="190"/>
                    <a:pt x="746" y="189"/>
                    <a:pt x="750" y="187"/>
                  </a:cubicBezTo>
                  <a:cubicBezTo>
                    <a:pt x="752" y="187"/>
                    <a:pt x="752" y="187"/>
                    <a:pt x="752" y="187"/>
                  </a:cubicBezTo>
                  <a:cubicBezTo>
                    <a:pt x="759" y="185"/>
                    <a:pt x="764" y="184"/>
                    <a:pt x="768" y="188"/>
                  </a:cubicBezTo>
                  <a:cubicBezTo>
                    <a:pt x="765" y="185"/>
                    <a:pt x="763" y="182"/>
                    <a:pt x="760" y="181"/>
                  </a:cubicBezTo>
                  <a:cubicBezTo>
                    <a:pt x="760" y="181"/>
                    <a:pt x="759" y="181"/>
                    <a:pt x="760" y="181"/>
                  </a:cubicBezTo>
                  <a:cubicBezTo>
                    <a:pt x="763" y="176"/>
                    <a:pt x="763" y="171"/>
                    <a:pt x="764" y="164"/>
                  </a:cubicBezTo>
                  <a:cubicBezTo>
                    <a:pt x="763" y="170"/>
                    <a:pt x="761" y="175"/>
                    <a:pt x="757" y="179"/>
                  </a:cubicBezTo>
                  <a:cubicBezTo>
                    <a:pt x="755" y="181"/>
                    <a:pt x="741" y="186"/>
                    <a:pt x="738" y="187"/>
                  </a:cubicBezTo>
                  <a:cubicBezTo>
                    <a:pt x="735" y="188"/>
                    <a:pt x="733" y="188"/>
                    <a:pt x="731" y="189"/>
                  </a:cubicBezTo>
                  <a:cubicBezTo>
                    <a:pt x="730" y="190"/>
                    <a:pt x="730" y="189"/>
                    <a:pt x="730" y="188"/>
                  </a:cubicBezTo>
                  <a:cubicBezTo>
                    <a:pt x="732" y="185"/>
                    <a:pt x="734" y="182"/>
                    <a:pt x="736" y="180"/>
                  </a:cubicBezTo>
                  <a:cubicBezTo>
                    <a:pt x="742" y="173"/>
                    <a:pt x="744" y="167"/>
                    <a:pt x="740" y="152"/>
                  </a:cubicBezTo>
                  <a:cubicBezTo>
                    <a:pt x="744" y="165"/>
                    <a:pt x="739" y="171"/>
                    <a:pt x="733" y="178"/>
                  </a:cubicBezTo>
                  <a:cubicBezTo>
                    <a:pt x="731" y="181"/>
                    <a:pt x="728" y="185"/>
                    <a:pt x="726" y="189"/>
                  </a:cubicBezTo>
                  <a:cubicBezTo>
                    <a:pt x="724" y="191"/>
                    <a:pt x="720" y="201"/>
                    <a:pt x="718" y="204"/>
                  </a:cubicBezTo>
                  <a:cubicBezTo>
                    <a:pt x="714" y="207"/>
                    <a:pt x="710" y="209"/>
                    <a:pt x="705" y="210"/>
                  </a:cubicBezTo>
                  <a:cubicBezTo>
                    <a:pt x="703" y="210"/>
                    <a:pt x="702" y="210"/>
                    <a:pt x="701" y="211"/>
                  </a:cubicBezTo>
                  <a:cubicBezTo>
                    <a:pt x="693" y="212"/>
                    <a:pt x="687" y="215"/>
                    <a:pt x="682" y="219"/>
                  </a:cubicBezTo>
                  <a:cubicBezTo>
                    <a:pt x="676" y="223"/>
                    <a:pt x="676" y="223"/>
                    <a:pt x="676" y="223"/>
                  </a:cubicBezTo>
                  <a:cubicBezTo>
                    <a:pt x="671" y="225"/>
                    <a:pt x="666" y="227"/>
                    <a:pt x="660" y="228"/>
                  </a:cubicBezTo>
                  <a:cubicBezTo>
                    <a:pt x="660" y="228"/>
                    <a:pt x="659" y="227"/>
                    <a:pt x="660" y="226"/>
                  </a:cubicBezTo>
                  <a:cubicBezTo>
                    <a:pt x="668" y="219"/>
                    <a:pt x="674" y="210"/>
                    <a:pt x="677" y="202"/>
                  </a:cubicBezTo>
                  <a:cubicBezTo>
                    <a:pt x="677" y="200"/>
                    <a:pt x="678" y="196"/>
                    <a:pt x="678" y="195"/>
                  </a:cubicBezTo>
                  <a:cubicBezTo>
                    <a:pt x="679" y="193"/>
                    <a:pt x="680" y="190"/>
                    <a:pt x="680" y="188"/>
                  </a:cubicBezTo>
                  <a:cubicBezTo>
                    <a:pt x="681" y="183"/>
                    <a:pt x="681" y="179"/>
                    <a:pt x="686" y="175"/>
                  </a:cubicBezTo>
                  <a:cubicBezTo>
                    <a:pt x="690" y="171"/>
                    <a:pt x="690" y="171"/>
                    <a:pt x="690" y="171"/>
                  </a:cubicBezTo>
                  <a:cubicBezTo>
                    <a:pt x="693" y="169"/>
                    <a:pt x="699" y="164"/>
                    <a:pt x="700" y="163"/>
                  </a:cubicBezTo>
                  <a:cubicBezTo>
                    <a:pt x="701" y="161"/>
                    <a:pt x="703" y="159"/>
                    <a:pt x="705" y="157"/>
                  </a:cubicBezTo>
                  <a:cubicBezTo>
                    <a:pt x="707" y="153"/>
                    <a:pt x="711" y="150"/>
                    <a:pt x="713" y="149"/>
                  </a:cubicBezTo>
                  <a:cubicBezTo>
                    <a:pt x="715" y="149"/>
                    <a:pt x="716" y="149"/>
                    <a:pt x="718" y="150"/>
                  </a:cubicBezTo>
                  <a:cubicBezTo>
                    <a:pt x="720" y="150"/>
                    <a:pt x="723" y="151"/>
                    <a:pt x="727" y="149"/>
                  </a:cubicBezTo>
                  <a:cubicBezTo>
                    <a:pt x="729" y="148"/>
                    <a:pt x="730" y="147"/>
                    <a:pt x="731" y="146"/>
                  </a:cubicBezTo>
                  <a:cubicBezTo>
                    <a:pt x="733" y="144"/>
                    <a:pt x="735" y="141"/>
                    <a:pt x="737" y="141"/>
                  </a:cubicBezTo>
                  <a:cubicBezTo>
                    <a:pt x="733" y="141"/>
                    <a:pt x="732" y="143"/>
                    <a:pt x="730" y="145"/>
                  </a:cubicBezTo>
                  <a:cubicBezTo>
                    <a:pt x="729" y="146"/>
                    <a:pt x="727" y="146"/>
                    <a:pt x="726" y="147"/>
                  </a:cubicBezTo>
                  <a:cubicBezTo>
                    <a:pt x="724" y="148"/>
                    <a:pt x="722" y="147"/>
                    <a:pt x="720" y="147"/>
                  </a:cubicBezTo>
                  <a:cubicBezTo>
                    <a:pt x="717" y="146"/>
                    <a:pt x="715" y="145"/>
                    <a:pt x="712" y="146"/>
                  </a:cubicBezTo>
                  <a:cubicBezTo>
                    <a:pt x="709" y="147"/>
                    <a:pt x="706" y="149"/>
                    <a:pt x="703" y="152"/>
                  </a:cubicBezTo>
                  <a:cubicBezTo>
                    <a:pt x="703" y="152"/>
                    <a:pt x="702" y="151"/>
                    <a:pt x="702" y="151"/>
                  </a:cubicBezTo>
                  <a:cubicBezTo>
                    <a:pt x="702" y="150"/>
                    <a:pt x="702" y="150"/>
                    <a:pt x="702" y="150"/>
                  </a:cubicBezTo>
                  <a:cubicBezTo>
                    <a:pt x="702" y="142"/>
                    <a:pt x="702" y="142"/>
                    <a:pt x="707" y="134"/>
                  </a:cubicBezTo>
                  <a:cubicBezTo>
                    <a:pt x="712" y="128"/>
                    <a:pt x="713" y="124"/>
                    <a:pt x="709" y="114"/>
                  </a:cubicBezTo>
                  <a:cubicBezTo>
                    <a:pt x="712" y="120"/>
                    <a:pt x="710" y="126"/>
                    <a:pt x="706" y="133"/>
                  </a:cubicBezTo>
                  <a:cubicBezTo>
                    <a:pt x="699" y="142"/>
                    <a:pt x="697" y="142"/>
                    <a:pt x="698" y="150"/>
                  </a:cubicBezTo>
                  <a:cubicBezTo>
                    <a:pt x="698" y="154"/>
                    <a:pt x="698" y="154"/>
                    <a:pt x="698" y="154"/>
                  </a:cubicBezTo>
                  <a:cubicBezTo>
                    <a:pt x="698" y="161"/>
                    <a:pt x="693" y="164"/>
                    <a:pt x="688" y="168"/>
                  </a:cubicBezTo>
                  <a:cubicBezTo>
                    <a:pt x="683" y="171"/>
                    <a:pt x="683" y="171"/>
                    <a:pt x="683" y="171"/>
                  </a:cubicBezTo>
                  <a:cubicBezTo>
                    <a:pt x="678" y="175"/>
                    <a:pt x="677" y="179"/>
                    <a:pt x="676" y="183"/>
                  </a:cubicBezTo>
                  <a:cubicBezTo>
                    <a:pt x="676" y="183"/>
                    <a:pt x="675" y="183"/>
                    <a:pt x="675" y="183"/>
                  </a:cubicBezTo>
                  <a:cubicBezTo>
                    <a:pt x="674" y="181"/>
                    <a:pt x="673" y="180"/>
                    <a:pt x="671" y="178"/>
                  </a:cubicBezTo>
                  <a:cubicBezTo>
                    <a:pt x="666" y="171"/>
                    <a:pt x="665" y="168"/>
                    <a:pt x="665" y="159"/>
                  </a:cubicBezTo>
                  <a:cubicBezTo>
                    <a:pt x="665" y="155"/>
                    <a:pt x="665" y="155"/>
                    <a:pt x="665" y="155"/>
                  </a:cubicBezTo>
                  <a:cubicBezTo>
                    <a:pt x="665" y="151"/>
                    <a:pt x="664" y="147"/>
                    <a:pt x="661" y="142"/>
                  </a:cubicBezTo>
                  <a:cubicBezTo>
                    <a:pt x="659" y="139"/>
                    <a:pt x="656" y="138"/>
                    <a:pt x="653" y="136"/>
                  </a:cubicBezTo>
                  <a:cubicBezTo>
                    <a:pt x="648" y="133"/>
                    <a:pt x="641" y="129"/>
                    <a:pt x="640" y="119"/>
                  </a:cubicBezTo>
                  <a:cubicBezTo>
                    <a:pt x="641" y="131"/>
                    <a:pt x="646" y="135"/>
                    <a:pt x="652" y="138"/>
                  </a:cubicBezTo>
                  <a:cubicBezTo>
                    <a:pt x="654" y="140"/>
                    <a:pt x="657" y="141"/>
                    <a:pt x="658" y="143"/>
                  </a:cubicBezTo>
                  <a:cubicBezTo>
                    <a:pt x="660" y="147"/>
                    <a:pt x="661" y="151"/>
                    <a:pt x="661" y="155"/>
                  </a:cubicBezTo>
                  <a:cubicBezTo>
                    <a:pt x="661" y="159"/>
                    <a:pt x="661" y="159"/>
                    <a:pt x="661" y="159"/>
                  </a:cubicBezTo>
                  <a:cubicBezTo>
                    <a:pt x="661" y="169"/>
                    <a:pt x="662" y="172"/>
                    <a:pt x="668" y="180"/>
                  </a:cubicBezTo>
                  <a:cubicBezTo>
                    <a:pt x="672" y="186"/>
                    <a:pt x="673" y="190"/>
                    <a:pt x="672" y="196"/>
                  </a:cubicBezTo>
                  <a:cubicBezTo>
                    <a:pt x="672" y="196"/>
                    <a:pt x="672" y="199"/>
                    <a:pt x="672" y="199"/>
                  </a:cubicBezTo>
                  <a:cubicBezTo>
                    <a:pt x="668" y="213"/>
                    <a:pt x="654" y="226"/>
                    <a:pt x="639" y="235"/>
                  </a:cubicBezTo>
                  <a:cubicBezTo>
                    <a:pt x="631" y="240"/>
                    <a:pt x="622" y="244"/>
                    <a:pt x="618" y="245"/>
                  </a:cubicBezTo>
                  <a:cubicBezTo>
                    <a:pt x="616" y="245"/>
                    <a:pt x="615" y="246"/>
                    <a:pt x="613" y="247"/>
                  </a:cubicBezTo>
                  <a:cubicBezTo>
                    <a:pt x="612" y="247"/>
                    <a:pt x="612" y="247"/>
                    <a:pt x="612" y="246"/>
                  </a:cubicBezTo>
                  <a:cubicBezTo>
                    <a:pt x="613" y="246"/>
                    <a:pt x="613" y="246"/>
                    <a:pt x="613" y="246"/>
                  </a:cubicBezTo>
                  <a:cubicBezTo>
                    <a:pt x="611" y="243"/>
                    <a:pt x="607" y="241"/>
                    <a:pt x="604" y="241"/>
                  </a:cubicBezTo>
                  <a:cubicBezTo>
                    <a:pt x="599" y="240"/>
                    <a:pt x="595" y="245"/>
                    <a:pt x="591" y="250"/>
                  </a:cubicBezTo>
                  <a:cubicBezTo>
                    <a:pt x="587" y="255"/>
                    <a:pt x="582" y="262"/>
                    <a:pt x="576" y="263"/>
                  </a:cubicBezTo>
                  <a:cubicBezTo>
                    <a:pt x="570" y="263"/>
                    <a:pt x="567" y="262"/>
                    <a:pt x="565" y="261"/>
                  </a:cubicBezTo>
                  <a:cubicBezTo>
                    <a:pt x="558" y="257"/>
                    <a:pt x="558" y="257"/>
                    <a:pt x="558" y="257"/>
                  </a:cubicBezTo>
                  <a:cubicBezTo>
                    <a:pt x="558" y="257"/>
                    <a:pt x="557" y="257"/>
                    <a:pt x="556" y="257"/>
                  </a:cubicBezTo>
                  <a:cubicBezTo>
                    <a:pt x="556" y="257"/>
                    <a:pt x="556" y="257"/>
                    <a:pt x="556" y="257"/>
                  </a:cubicBezTo>
                  <a:cubicBezTo>
                    <a:pt x="555" y="257"/>
                    <a:pt x="555" y="257"/>
                    <a:pt x="555" y="257"/>
                  </a:cubicBezTo>
                  <a:cubicBezTo>
                    <a:pt x="555" y="257"/>
                    <a:pt x="555" y="257"/>
                    <a:pt x="554" y="257"/>
                  </a:cubicBezTo>
                  <a:cubicBezTo>
                    <a:pt x="554" y="257"/>
                    <a:pt x="554" y="257"/>
                    <a:pt x="554" y="257"/>
                  </a:cubicBezTo>
                  <a:cubicBezTo>
                    <a:pt x="553" y="257"/>
                    <a:pt x="552" y="257"/>
                    <a:pt x="552" y="257"/>
                  </a:cubicBezTo>
                  <a:cubicBezTo>
                    <a:pt x="554" y="246"/>
                    <a:pt x="549" y="237"/>
                    <a:pt x="544" y="230"/>
                  </a:cubicBezTo>
                  <a:cubicBezTo>
                    <a:pt x="540" y="223"/>
                    <a:pt x="541" y="219"/>
                    <a:pt x="542" y="213"/>
                  </a:cubicBezTo>
                  <a:cubicBezTo>
                    <a:pt x="543" y="210"/>
                    <a:pt x="544" y="207"/>
                    <a:pt x="544" y="204"/>
                  </a:cubicBezTo>
                  <a:cubicBezTo>
                    <a:pt x="544" y="197"/>
                    <a:pt x="543" y="191"/>
                    <a:pt x="541" y="186"/>
                  </a:cubicBezTo>
                  <a:cubicBezTo>
                    <a:pt x="539" y="180"/>
                    <a:pt x="538" y="174"/>
                    <a:pt x="539" y="166"/>
                  </a:cubicBezTo>
                  <a:cubicBezTo>
                    <a:pt x="541" y="156"/>
                    <a:pt x="540" y="151"/>
                    <a:pt x="538" y="145"/>
                  </a:cubicBezTo>
                  <a:cubicBezTo>
                    <a:pt x="537" y="142"/>
                    <a:pt x="536" y="139"/>
                    <a:pt x="535" y="135"/>
                  </a:cubicBezTo>
                  <a:cubicBezTo>
                    <a:pt x="535" y="129"/>
                    <a:pt x="537" y="124"/>
                    <a:pt x="539" y="118"/>
                  </a:cubicBezTo>
                  <a:cubicBezTo>
                    <a:pt x="540" y="114"/>
                    <a:pt x="541" y="110"/>
                    <a:pt x="542" y="105"/>
                  </a:cubicBezTo>
                  <a:cubicBezTo>
                    <a:pt x="543" y="98"/>
                    <a:pt x="541" y="91"/>
                    <a:pt x="540" y="84"/>
                  </a:cubicBezTo>
                  <a:cubicBezTo>
                    <a:pt x="539" y="78"/>
                    <a:pt x="536" y="71"/>
                    <a:pt x="537" y="66"/>
                  </a:cubicBezTo>
                  <a:cubicBezTo>
                    <a:pt x="537" y="60"/>
                    <a:pt x="538" y="55"/>
                    <a:pt x="539" y="49"/>
                  </a:cubicBezTo>
                  <a:cubicBezTo>
                    <a:pt x="540" y="43"/>
                    <a:pt x="540" y="38"/>
                    <a:pt x="540" y="32"/>
                  </a:cubicBezTo>
                  <a:cubicBezTo>
                    <a:pt x="540" y="38"/>
                    <a:pt x="537" y="46"/>
                    <a:pt x="536" y="52"/>
                  </a:cubicBezTo>
                  <a:cubicBezTo>
                    <a:pt x="535" y="57"/>
                    <a:pt x="534" y="61"/>
                    <a:pt x="534" y="67"/>
                  </a:cubicBezTo>
                  <a:cubicBezTo>
                    <a:pt x="530" y="61"/>
                    <a:pt x="527" y="54"/>
                    <a:pt x="524" y="47"/>
                  </a:cubicBezTo>
                  <a:cubicBezTo>
                    <a:pt x="523" y="45"/>
                    <a:pt x="522" y="44"/>
                    <a:pt x="521" y="43"/>
                  </a:cubicBezTo>
                  <a:cubicBezTo>
                    <a:pt x="520" y="42"/>
                    <a:pt x="520" y="42"/>
                    <a:pt x="519" y="39"/>
                  </a:cubicBezTo>
                  <a:cubicBezTo>
                    <a:pt x="519" y="37"/>
                    <a:pt x="519" y="35"/>
                    <a:pt x="519" y="34"/>
                  </a:cubicBezTo>
                  <a:cubicBezTo>
                    <a:pt x="519" y="32"/>
                    <a:pt x="519" y="30"/>
                    <a:pt x="519" y="28"/>
                  </a:cubicBezTo>
                  <a:cubicBezTo>
                    <a:pt x="518" y="25"/>
                    <a:pt x="517" y="22"/>
                    <a:pt x="516" y="18"/>
                  </a:cubicBezTo>
                  <a:cubicBezTo>
                    <a:pt x="514" y="12"/>
                    <a:pt x="510" y="6"/>
                    <a:pt x="511" y="0"/>
                  </a:cubicBezTo>
                  <a:cubicBezTo>
                    <a:pt x="509" y="7"/>
                    <a:pt x="512" y="11"/>
                    <a:pt x="514" y="18"/>
                  </a:cubicBezTo>
                  <a:cubicBezTo>
                    <a:pt x="515" y="21"/>
                    <a:pt x="515" y="26"/>
                    <a:pt x="516" y="29"/>
                  </a:cubicBezTo>
                  <a:cubicBezTo>
                    <a:pt x="516" y="30"/>
                    <a:pt x="516" y="32"/>
                    <a:pt x="515" y="33"/>
                  </a:cubicBezTo>
                  <a:cubicBezTo>
                    <a:pt x="515" y="35"/>
                    <a:pt x="515" y="38"/>
                    <a:pt x="516" y="40"/>
                  </a:cubicBezTo>
                  <a:cubicBezTo>
                    <a:pt x="517" y="44"/>
                    <a:pt x="518" y="46"/>
                    <a:pt x="519" y="47"/>
                  </a:cubicBezTo>
                  <a:cubicBezTo>
                    <a:pt x="520" y="48"/>
                    <a:pt x="521" y="48"/>
                    <a:pt x="521" y="49"/>
                  </a:cubicBezTo>
                  <a:cubicBezTo>
                    <a:pt x="525" y="58"/>
                    <a:pt x="529" y="68"/>
                    <a:pt x="533" y="75"/>
                  </a:cubicBezTo>
                  <a:cubicBezTo>
                    <a:pt x="534" y="77"/>
                    <a:pt x="534" y="77"/>
                    <a:pt x="534" y="77"/>
                  </a:cubicBezTo>
                  <a:cubicBezTo>
                    <a:pt x="535" y="80"/>
                    <a:pt x="535" y="82"/>
                    <a:pt x="536" y="85"/>
                  </a:cubicBezTo>
                  <a:cubicBezTo>
                    <a:pt x="537" y="91"/>
                    <a:pt x="539" y="98"/>
                    <a:pt x="538" y="105"/>
                  </a:cubicBezTo>
                  <a:cubicBezTo>
                    <a:pt x="537" y="109"/>
                    <a:pt x="536" y="113"/>
                    <a:pt x="535" y="117"/>
                  </a:cubicBezTo>
                  <a:cubicBezTo>
                    <a:pt x="533" y="122"/>
                    <a:pt x="530" y="129"/>
                    <a:pt x="530" y="135"/>
                  </a:cubicBezTo>
                  <a:cubicBezTo>
                    <a:pt x="531" y="140"/>
                    <a:pt x="532" y="144"/>
                    <a:pt x="533" y="147"/>
                  </a:cubicBezTo>
                  <a:cubicBezTo>
                    <a:pt x="534" y="152"/>
                    <a:pt x="536" y="156"/>
                    <a:pt x="535" y="162"/>
                  </a:cubicBezTo>
                  <a:cubicBezTo>
                    <a:pt x="533" y="161"/>
                    <a:pt x="532" y="161"/>
                    <a:pt x="531" y="160"/>
                  </a:cubicBezTo>
                  <a:cubicBezTo>
                    <a:pt x="529" y="160"/>
                    <a:pt x="528" y="159"/>
                    <a:pt x="527" y="158"/>
                  </a:cubicBezTo>
                  <a:cubicBezTo>
                    <a:pt x="527" y="158"/>
                    <a:pt x="516" y="147"/>
                    <a:pt x="515" y="147"/>
                  </a:cubicBezTo>
                  <a:cubicBezTo>
                    <a:pt x="515" y="147"/>
                    <a:pt x="507" y="143"/>
                    <a:pt x="507" y="143"/>
                  </a:cubicBezTo>
                  <a:cubicBezTo>
                    <a:pt x="497" y="138"/>
                    <a:pt x="485" y="134"/>
                    <a:pt x="487" y="119"/>
                  </a:cubicBezTo>
                  <a:cubicBezTo>
                    <a:pt x="487" y="119"/>
                    <a:pt x="487" y="119"/>
                    <a:pt x="487" y="119"/>
                  </a:cubicBezTo>
                  <a:cubicBezTo>
                    <a:pt x="487" y="121"/>
                    <a:pt x="487" y="123"/>
                    <a:pt x="487" y="124"/>
                  </a:cubicBezTo>
                  <a:cubicBezTo>
                    <a:pt x="487" y="138"/>
                    <a:pt x="495" y="143"/>
                    <a:pt x="503" y="147"/>
                  </a:cubicBezTo>
                  <a:cubicBezTo>
                    <a:pt x="498" y="148"/>
                    <a:pt x="494" y="150"/>
                    <a:pt x="491" y="151"/>
                  </a:cubicBezTo>
                  <a:cubicBezTo>
                    <a:pt x="483" y="155"/>
                    <a:pt x="478" y="158"/>
                    <a:pt x="469" y="152"/>
                  </a:cubicBezTo>
                  <a:cubicBezTo>
                    <a:pt x="469" y="152"/>
                    <a:pt x="469" y="152"/>
                    <a:pt x="469" y="152"/>
                  </a:cubicBezTo>
                  <a:cubicBezTo>
                    <a:pt x="481" y="160"/>
                    <a:pt x="486" y="158"/>
                    <a:pt x="494" y="154"/>
                  </a:cubicBezTo>
                  <a:cubicBezTo>
                    <a:pt x="499" y="151"/>
                    <a:pt x="504" y="150"/>
                    <a:pt x="511" y="151"/>
                  </a:cubicBezTo>
                  <a:cubicBezTo>
                    <a:pt x="512" y="151"/>
                    <a:pt x="512" y="151"/>
                    <a:pt x="513" y="151"/>
                  </a:cubicBezTo>
                  <a:cubicBezTo>
                    <a:pt x="513" y="152"/>
                    <a:pt x="523" y="162"/>
                    <a:pt x="523" y="162"/>
                  </a:cubicBezTo>
                  <a:cubicBezTo>
                    <a:pt x="525" y="164"/>
                    <a:pt x="527" y="164"/>
                    <a:pt x="528" y="165"/>
                  </a:cubicBezTo>
                  <a:cubicBezTo>
                    <a:pt x="531" y="166"/>
                    <a:pt x="533" y="167"/>
                    <a:pt x="533" y="171"/>
                  </a:cubicBezTo>
                  <a:cubicBezTo>
                    <a:pt x="533" y="171"/>
                    <a:pt x="533" y="171"/>
                    <a:pt x="533" y="171"/>
                  </a:cubicBezTo>
                  <a:cubicBezTo>
                    <a:pt x="533" y="177"/>
                    <a:pt x="534" y="182"/>
                    <a:pt x="536" y="187"/>
                  </a:cubicBezTo>
                  <a:cubicBezTo>
                    <a:pt x="537" y="193"/>
                    <a:pt x="539" y="197"/>
                    <a:pt x="538" y="204"/>
                  </a:cubicBezTo>
                  <a:cubicBezTo>
                    <a:pt x="538" y="207"/>
                    <a:pt x="538" y="209"/>
                    <a:pt x="537" y="211"/>
                  </a:cubicBezTo>
                  <a:cubicBezTo>
                    <a:pt x="536" y="218"/>
                    <a:pt x="534" y="224"/>
                    <a:pt x="540" y="233"/>
                  </a:cubicBezTo>
                  <a:cubicBezTo>
                    <a:pt x="545" y="241"/>
                    <a:pt x="549" y="250"/>
                    <a:pt x="545" y="261"/>
                  </a:cubicBezTo>
                  <a:cubicBezTo>
                    <a:pt x="543" y="262"/>
                    <a:pt x="540" y="263"/>
                    <a:pt x="534" y="263"/>
                  </a:cubicBezTo>
                  <a:cubicBezTo>
                    <a:pt x="528" y="262"/>
                    <a:pt x="523" y="255"/>
                    <a:pt x="519" y="250"/>
                  </a:cubicBezTo>
                  <a:cubicBezTo>
                    <a:pt x="515" y="245"/>
                    <a:pt x="511" y="240"/>
                    <a:pt x="506" y="241"/>
                  </a:cubicBezTo>
                  <a:cubicBezTo>
                    <a:pt x="503" y="241"/>
                    <a:pt x="499" y="243"/>
                    <a:pt x="497" y="246"/>
                  </a:cubicBezTo>
                  <a:cubicBezTo>
                    <a:pt x="498" y="246"/>
                    <a:pt x="498" y="246"/>
                    <a:pt x="498" y="246"/>
                  </a:cubicBezTo>
                  <a:cubicBezTo>
                    <a:pt x="497" y="247"/>
                    <a:pt x="497" y="247"/>
                    <a:pt x="497" y="247"/>
                  </a:cubicBezTo>
                  <a:cubicBezTo>
                    <a:pt x="495" y="246"/>
                    <a:pt x="493" y="245"/>
                    <a:pt x="492" y="245"/>
                  </a:cubicBezTo>
                  <a:cubicBezTo>
                    <a:pt x="488" y="244"/>
                    <a:pt x="484" y="243"/>
                    <a:pt x="479" y="239"/>
                  </a:cubicBezTo>
                  <a:cubicBezTo>
                    <a:pt x="467" y="231"/>
                    <a:pt x="452" y="228"/>
                    <a:pt x="439" y="226"/>
                  </a:cubicBezTo>
                  <a:cubicBezTo>
                    <a:pt x="437" y="225"/>
                    <a:pt x="437" y="225"/>
                    <a:pt x="437" y="225"/>
                  </a:cubicBezTo>
                  <a:cubicBezTo>
                    <a:pt x="433" y="224"/>
                    <a:pt x="429" y="223"/>
                    <a:pt x="425" y="221"/>
                  </a:cubicBezTo>
                  <a:cubicBezTo>
                    <a:pt x="422" y="220"/>
                    <a:pt x="422" y="219"/>
                    <a:pt x="421" y="218"/>
                  </a:cubicBezTo>
                  <a:cubicBezTo>
                    <a:pt x="421" y="217"/>
                    <a:pt x="421" y="216"/>
                    <a:pt x="421" y="215"/>
                  </a:cubicBezTo>
                  <a:cubicBezTo>
                    <a:pt x="420" y="213"/>
                    <a:pt x="420" y="212"/>
                    <a:pt x="419" y="210"/>
                  </a:cubicBezTo>
                  <a:cubicBezTo>
                    <a:pt x="419" y="207"/>
                    <a:pt x="419" y="207"/>
                    <a:pt x="419" y="207"/>
                  </a:cubicBezTo>
                  <a:cubicBezTo>
                    <a:pt x="419" y="203"/>
                    <a:pt x="422" y="202"/>
                    <a:pt x="428" y="200"/>
                  </a:cubicBezTo>
                  <a:cubicBezTo>
                    <a:pt x="428" y="200"/>
                    <a:pt x="428" y="200"/>
                    <a:pt x="428" y="200"/>
                  </a:cubicBezTo>
                  <a:cubicBezTo>
                    <a:pt x="432" y="199"/>
                    <a:pt x="436" y="200"/>
                    <a:pt x="438" y="202"/>
                  </a:cubicBezTo>
                  <a:cubicBezTo>
                    <a:pt x="439" y="204"/>
                    <a:pt x="441" y="205"/>
                    <a:pt x="445" y="206"/>
                  </a:cubicBezTo>
                  <a:cubicBezTo>
                    <a:pt x="448" y="206"/>
                    <a:pt x="451" y="204"/>
                    <a:pt x="453" y="203"/>
                  </a:cubicBezTo>
                  <a:cubicBezTo>
                    <a:pt x="456" y="202"/>
                    <a:pt x="460" y="200"/>
                    <a:pt x="463" y="203"/>
                  </a:cubicBezTo>
                  <a:cubicBezTo>
                    <a:pt x="464" y="203"/>
                    <a:pt x="464" y="203"/>
                    <a:pt x="464" y="203"/>
                  </a:cubicBezTo>
                  <a:cubicBezTo>
                    <a:pt x="458" y="198"/>
                    <a:pt x="454" y="200"/>
                    <a:pt x="451" y="201"/>
                  </a:cubicBezTo>
                  <a:cubicBezTo>
                    <a:pt x="449" y="202"/>
                    <a:pt x="446" y="203"/>
                    <a:pt x="444" y="202"/>
                  </a:cubicBezTo>
                  <a:cubicBezTo>
                    <a:pt x="443" y="202"/>
                    <a:pt x="441" y="201"/>
                    <a:pt x="440" y="199"/>
                  </a:cubicBezTo>
                  <a:cubicBezTo>
                    <a:pt x="439" y="198"/>
                    <a:pt x="438" y="198"/>
                    <a:pt x="437" y="197"/>
                  </a:cubicBezTo>
                  <a:cubicBezTo>
                    <a:pt x="440" y="195"/>
                    <a:pt x="442" y="193"/>
                    <a:pt x="444" y="189"/>
                  </a:cubicBezTo>
                  <a:cubicBezTo>
                    <a:pt x="444" y="189"/>
                    <a:pt x="444" y="189"/>
                    <a:pt x="444" y="189"/>
                  </a:cubicBezTo>
                  <a:cubicBezTo>
                    <a:pt x="442" y="193"/>
                    <a:pt x="437" y="195"/>
                    <a:pt x="432" y="195"/>
                  </a:cubicBezTo>
                  <a:cubicBezTo>
                    <a:pt x="431" y="195"/>
                    <a:pt x="431" y="195"/>
                    <a:pt x="430" y="195"/>
                  </a:cubicBezTo>
                  <a:cubicBezTo>
                    <a:pt x="430" y="195"/>
                    <a:pt x="429" y="195"/>
                    <a:pt x="428" y="195"/>
                  </a:cubicBezTo>
                  <a:cubicBezTo>
                    <a:pt x="427" y="195"/>
                    <a:pt x="426" y="196"/>
                    <a:pt x="425" y="196"/>
                  </a:cubicBezTo>
                  <a:cubicBezTo>
                    <a:pt x="421" y="197"/>
                    <a:pt x="417" y="198"/>
                    <a:pt x="415" y="201"/>
                  </a:cubicBezTo>
                  <a:cubicBezTo>
                    <a:pt x="415" y="201"/>
                    <a:pt x="414" y="201"/>
                    <a:pt x="414" y="200"/>
                  </a:cubicBezTo>
                  <a:cubicBezTo>
                    <a:pt x="413" y="199"/>
                    <a:pt x="412" y="198"/>
                    <a:pt x="412" y="198"/>
                  </a:cubicBezTo>
                  <a:cubicBezTo>
                    <a:pt x="408" y="194"/>
                    <a:pt x="405" y="190"/>
                    <a:pt x="403" y="186"/>
                  </a:cubicBezTo>
                  <a:cubicBezTo>
                    <a:pt x="403" y="182"/>
                    <a:pt x="401" y="181"/>
                    <a:pt x="401" y="178"/>
                  </a:cubicBezTo>
                  <a:cubicBezTo>
                    <a:pt x="402" y="173"/>
                    <a:pt x="399" y="168"/>
                    <a:pt x="398" y="163"/>
                  </a:cubicBezTo>
                  <a:cubicBezTo>
                    <a:pt x="398" y="163"/>
                    <a:pt x="398" y="163"/>
                    <a:pt x="398" y="163"/>
                  </a:cubicBezTo>
                  <a:cubicBezTo>
                    <a:pt x="399" y="167"/>
                    <a:pt x="399" y="171"/>
                    <a:pt x="399" y="175"/>
                  </a:cubicBezTo>
                  <a:cubicBezTo>
                    <a:pt x="399" y="177"/>
                    <a:pt x="398" y="178"/>
                    <a:pt x="398" y="180"/>
                  </a:cubicBezTo>
                  <a:cubicBezTo>
                    <a:pt x="396" y="178"/>
                    <a:pt x="394" y="177"/>
                    <a:pt x="392" y="175"/>
                  </a:cubicBezTo>
                  <a:cubicBezTo>
                    <a:pt x="385" y="172"/>
                    <a:pt x="382" y="169"/>
                    <a:pt x="384" y="164"/>
                  </a:cubicBezTo>
                  <a:cubicBezTo>
                    <a:pt x="384" y="163"/>
                    <a:pt x="384" y="163"/>
                    <a:pt x="384" y="163"/>
                  </a:cubicBezTo>
                  <a:cubicBezTo>
                    <a:pt x="381" y="174"/>
                    <a:pt x="384" y="175"/>
                    <a:pt x="390" y="179"/>
                  </a:cubicBezTo>
                  <a:cubicBezTo>
                    <a:pt x="394" y="181"/>
                    <a:pt x="398" y="183"/>
                    <a:pt x="399" y="186"/>
                  </a:cubicBezTo>
                  <a:cubicBezTo>
                    <a:pt x="399" y="186"/>
                    <a:pt x="399" y="187"/>
                    <a:pt x="399" y="187"/>
                  </a:cubicBezTo>
                  <a:cubicBezTo>
                    <a:pt x="401" y="193"/>
                    <a:pt x="404" y="197"/>
                    <a:pt x="407" y="201"/>
                  </a:cubicBezTo>
                  <a:cubicBezTo>
                    <a:pt x="410" y="204"/>
                    <a:pt x="412" y="207"/>
                    <a:pt x="414" y="210"/>
                  </a:cubicBezTo>
                  <a:cubicBezTo>
                    <a:pt x="414" y="212"/>
                    <a:pt x="415" y="214"/>
                    <a:pt x="415" y="216"/>
                  </a:cubicBezTo>
                  <a:cubicBezTo>
                    <a:pt x="416" y="216"/>
                    <a:pt x="414" y="217"/>
                    <a:pt x="414" y="216"/>
                  </a:cubicBezTo>
                  <a:cubicBezTo>
                    <a:pt x="412" y="215"/>
                    <a:pt x="411" y="215"/>
                    <a:pt x="409" y="214"/>
                  </a:cubicBezTo>
                  <a:cubicBezTo>
                    <a:pt x="404" y="211"/>
                    <a:pt x="399" y="208"/>
                    <a:pt x="393" y="206"/>
                  </a:cubicBezTo>
                  <a:cubicBezTo>
                    <a:pt x="391" y="205"/>
                    <a:pt x="388" y="204"/>
                    <a:pt x="385" y="204"/>
                  </a:cubicBezTo>
                  <a:cubicBezTo>
                    <a:pt x="383" y="203"/>
                    <a:pt x="380" y="203"/>
                    <a:pt x="378" y="202"/>
                  </a:cubicBezTo>
                  <a:cubicBezTo>
                    <a:pt x="371" y="199"/>
                    <a:pt x="363" y="196"/>
                    <a:pt x="360" y="191"/>
                  </a:cubicBezTo>
                  <a:cubicBezTo>
                    <a:pt x="359" y="189"/>
                    <a:pt x="359" y="188"/>
                    <a:pt x="358" y="186"/>
                  </a:cubicBezTo>
                  <a:cubicBezTo>
                    <a:pt x="358" y="184"/>
                    <a:pt x="357" y="182"/>
                    <a:pt x="356" y="180"/>
                  </a:cubicBezTo>
                  <a:cubicBezTo>
                    <a:pt x="355" y="178"/>
                    <a:pt x="352" y="176"/>
                    <a:pt x="350" y="175"/>
                  </a:cubicBezTo>
                  <a:cubicBezTo>
                    <a:pt x="347" y="172"/>
                    <a:pt x="347" y="172"/>
                    <a:pt x="347" y="172"/>
                  </a:cubicBezTo>
                  <a:cubicBezTo>
                    <a:pt x="346" y="171"/>
                    <a:pt x="346" y="171"/>
                    <a:pt x="346" y="171"/>
                  </a:cubicBezTo>
                  <a:cubicBezTo>
                    <a:pt x="343" y="167"/>
                    <a:pt x="342" y="164"/>
                    <a:pt x="343" y="161"/>
                  </a:cubicBezTo>
                  <a:cubicBezTo>
                    <a:pt x="340" y="167"/>
                    <a:pt x="341" y="170"/>
                    <a:pt x="344" y="173"/>
                  </a:cubicBezTo>
                  <a:cubicBezTo>
                    <a:pt x="345" y="174"/>
                    <a:pt x="345" y="174"/>
                    <a:pt x="345" y="174"/>
                  </a:cubicBezTo>
                  <a:cubicBezTo>
                    <a:pt x="349" y="178"/>
                    <a:pt x="349" y="178"/>
                    <a:pt x="349" y="178"/>
                  </a:cubicBezTo>
                  <a:cubicBezTo>
                    <a:pt x="350" y="179"/>
                    <a:pt x="351" y="180"/>
                    <a:pt x="352" y="181"/>
                  </a:cubicBezTo>
                  <a:cubicBezTo>
                    <a:pt x="353" y="182"/>
                    <a:pt x="353" y="184"/>
                    <a:pt x="354" y="186"/>
                  </a:cubicBezTo>
                  <a:cubicBezTo>
                    <a:pt x="354" y="188"/>
                    <a:pt x="354" y="190"/>
                    <a:pt x="355" y="192"/>
                  </a:cubicBezTo>
                  <a:cubicBezTo>
                    <a:pt x="354" y="192"/>
                    <a:pt x="354" y="192"/>
                    <a:pt x="353" y="192"/>
                  </a:cubicBezTo>
                  <a:cubicBezTo>
                    <a:pt x="350" y="191"/>
                    <a:pt x="346" y="192"/>
                    <a:pt x="345" y="190"/>
                  </a:cubicBezTo>
                  <a:cubicBezTo>
                    <a:pt x="343" y="189"/>
                    <a:pt x="342" y="187"/>
                    <a:pt x="342" y="186"/>
                  </a:cubicBezTo>
                  <a:cubicBezTo>
                    <a:pt x="340" y="183"/>
                    <a:pt x="339" y="182"/>
                    <a:pt x="334" y="180"/>
                  </a:cubicBezTo>
                  <a:cubicBezTo>
                    <a:pt x="338" y="181"/>
                    <a:pt x="337" y="185"/>
                    <a:pt x="338" y="187"/>
                  </a:cubicBezTo>
                  <a:cubicBezTo>
                    <a:pt x="339" y="188"/>
                    <a:pt x="340" y="190"/>
                    <a:pt x="343" y="193"/>
                  </a:cubicBezTo>
                  <a:cubicBezTo>
                    <a:pt x="346" y="196"/>
                    <a:pt x="349" y="196"/>
                    <a:pt x="353" y="196"/>
                  </a:cubicBezTo>
                  <a:cubicBezTo>
                    <a:pt x="356" y="196"/>
                    <a:pt x="358" y="197"/>
                    <a:pt x="359" y="198"/>
                  </a:cubicBezTo>
                  <a:cubicBezTo>
                    <a:pt x="359" y="198"/>
                    <a:pt x="359" y="198"/>
                    <a:pt x="359" y="198"/>
                  </a:cubicBezTo>
                  <a:cubicBezTo>
                    <a:pt x="362" y="200"/>
                    <a:pt x="366" y="202"/>
                    <a:pt x="370" y="204"/>
                  </a:cubicBezTo>
                  <a:cubicBezTo>
                    <a:pt x="371" y="204"/>
                    <a:pt x="370" y="205"/>
                    <a:pt x="368" y="206"/>
                  </a:cubicBezTo>
                  <a:cubicBezTo>
                    <a:pt x="366" y="207"/>
                    <a:pt x="361" y="207"/>
                    <a:pt x="360" y="207"/>
                  </a:cubicBezTo>
                  <a:cubicBezTo>
                    <a:pt x="346" y="209"/>
                    <a:pt x="328" y="214"/>
                    <a:pt x="328" y="202"/>
                  </a:cubicBezTo>
                  <a:cubicBezTo>
                    <a:pt x="328" y="203"/>
                    <a:pt x="328" y="203"/>
                    <a:pt x="328" y="203"/>
                  </a:cubicBezTo>
                  <a:cubicBezTo>
                    <a:pt x="322" y="218"/>
                    <a:pt x="350" y="214"/>
                    <a:pt x="365" y="211"/>
                  </a:cubicBezTo>
                  <a:cubicBezTo>
                    <a:pt x="375" y="210"/>
                    <a:pt x="384" y="209"/>
                    <a:pt x="391" y="212"/>
                  </a:cubicBezTo>
                  <a:cubicBezTo>
                    <a:pt x="396" y="214"/>
                    <a:pt x="401" y="217"/>
                    <a:pt x="406" y="219"/>
                  </a:cubicBezTo>
                  <a:cubicBezTo>
                    <a:pt x="415" y="224"/>
                    <a:pt x="425" y="229"/>
                    <a:pt x="436" y="232"/>
                  </a:cubicBezTo>
                  <a:cubicBezTo>
                    <a:pt x="438" y="232"/>
                    <a:pt x="438" y="232"/>
                    <a:pt x="438" y="232"/>
                  </a:cubicBezTo>
                  <a:cubicBezTo>
                    <a:pt x="451" y="235"/>
                    <a:pt x="464" y="239"/>
                    <a:pt x="474" y="246"/>
                  </a:cubicBezTo>
                  <a:cubicBezTo>
                    <a:pt x="481" y="250"/>
                    <a:pt x="486" y="252"/>
                    <a:pt x="489" y="253"/>
                  </a:cubicBezTo>
                  <a:cubicBezTo>
                    <a:pt x="491" y="253"/>
                    <a:pt x="493" y="254"/>
                    <a:pt x="494" y="254"/>
                  </a:cubicBezTo>
                  <a:cubicBezTo>
                    <a:pt x="494" y="257"/>
                    <a:pt x="493" y="260"/>
                    <a:pt x="492" y="263"/>
                  </a:cubicBezTo>
                  <a:cubicBezTo>
                    <a:pt x="490" y="271"/>
                    <a:pt x="487" y="274"/>
                    <a:pt x="483" y="276"/>
                  </a:cubicBezTo>
                  <a:cubicBezTo>
                    <a:pt x="483" y="276"/>
                    <a:pt x="483" y="276"/>
                    <a:pt x="483" y="276"/>
                  </a:cubicBezTo>
                  <a:cubicBezTo>
                    <a:pt x="468" y="281"/>
                    <a:pt x="462" y="298"/>
                    <a:pt x="462" y="313"/>
                  </a:cubicBezTo>
                  <a:cubicBezTo>
                    <a:pt x="462" y="316"/>
                    <a:pt x="462" y="319"/>
                    <a:pt x="460" y="320"/>
                  </a:cubicBezTo>
                  <a:cubicBezTo>
                    <a:pt x="458" y="322"/>
                    <a:pt x="406" y="341"/>
                    <a:pt x="406" y="384"/>
                  </a:cubicBezTo>
                  <a:cubicBezTo>
                    <a:pt x="405" y="395"/>
                    <a:pt x="404" y="408"/>
                    <a:pt x="404" y="446"/>
                  </a:cubicBezTo>
                  <a:cubicBezTo>
                    <a:pt x="404" y="543"/>
                    <a:pt x="400" y="718"/>
                    <a:pt x="411" y="768"/>
                  </a:cubicBezTo>
                  <a:cubicBezTo>
                    <a:pt x="417" y="793"/>
                    <a:pt x="422" y="811"/>
                    <a:pt x="426" y="825"/>
                  </a:cubicBezTo>
                  <a:cubicBezTo>
                    <a:pt x="428" y="830"/>
                    <a:pt x="423" y="835"/>
                    <a:pt x="419" y="834"/>
                  </a:cubicBezTo>
                  <a:cubicBezTo>
                    <a:pt x="386" y="824"/>
                    <a:pt x="347" y="818"/>
                    <a:pt x="302" y="819"/>
                  </a:cubicBezTo>
                  <a:cubicBezTo>
                    <a:pt x="97" y="823"/>
                    <a:pt x="2" y="935"/>
                    <a:pt x="0" y="940"/>
                  </a:cubicBezTo>
                  <a:cubicBezTo>
                    <a:pt x="11" y="949"/>
                    <a:pt x="11" y="949"/>
                    <a:pt x="11" y="949"/>
                  </a:cubicBezTo>
                  <a:cubicBezTo>
                    <a:pt x="10" y="947"/>
                    <a:pt x="105" y="839"/>
                    <a:pt x="302" y="836"/>
                  </a:cubicBezTo>
                  <a:cubicBezTo>
                    <a:pt x="429" y="833"/>
                    <a:pt x="502" y="887"/>
                    <a:pt x="534" y="920"/>
                  </a:cubicBezTo>
                  <a:cubicBezTo>
                    <a:pt x="538" y="923"/>
                    <a:pt x="541" y="927"/>
                    <a:pt x="544" y="931"/>
                  </a:cubicBezTo>
                  <a:cubicBezTo>
                    <a:pt x="555" y="944"/>
                    <a:pt x="555" y="944"/>
                    <a:pt x="555" y="944"/>
                  </a:cubicBezTo>
                  <a:cubicBezTo>
                    <a:pt x="579" y="976"/>
                    <a:pt x="587" y="1005"/>
                    <a:pt x="587" y="1023"/>
                  </a:cubicBezTo>
                  <a:cubicBezTo>
                    <a:pt x="603" y="1024"/>
                    <a:pt x="603" y="1024"/>
                    <a:pt x="603" y="1024"/>
                  </a:cubicBezTo>
                  <a:cubicBezTo>
                    <a:pt x="604" y="996"/>
                    <a:pt x="590" y="962"/>
                    <a:pt x="566" y="931"/>
                  </a:cubicBezTo>
                  <a:cubicBezTo>
                    <a:pt x="555" y="918"/>
                    <a:pt x="555" y="918"/>
                    <a:pt x="555" y="918"/>
                  </a:cubicBezTo>
                  <a:cubicBezTo>
                    <a:pt x="552" y="914"/>
                    <a:pt x="549" y="911"/>
                    <a:pt x="546" y="908"/>
                  </a:cubicBezTo>
                  <a:cubicBezTo>
                    <a:pt x="530" y="891"/>
                    <a:pt x="503" y="870"/>
                    <a:pt x="465" y="852"/>
                  </a:cubicBezTo>
                  <a:cubicBezTo>
                    <a:pt x="462" y="850"/>
                    <a:pt x="451" y="843"/>
                    <a:pt x="447" y="832"/>
                  </a:cubicBezTo>
                  <a:cubicBezTo>
                    <a:pt x="442" y="820"/>
                    <a:pt x="435" y="799"/>
                    <a:pt x="428" y="764"/>
                  </a:cubicBezTo>
                  <a:cubicBezTo>
                    <a:pt x="413" y="696"/>
                    <a:pt x="422" y="441"/>
                    <a:pt x="422" y="412"/>
                  </a:cubicBezTo>
                  <a:cubicBezTo>
                    <a:pt x="422" y="404"/>
                    <a:pt x="422" y="376"/>
                    <a:pt x="428" y="366"/>
                  </a:cubicBezTo>
                  <a:cubicBezTo>
                    <a:pt x="441" y="342"/>
                    <a:pt x="457" y="341"/>
                    <a:pt x="468" y="331"/>
                  </a:cubicBezTo>
                  <a:cubicBezTo>
                    <a:pt x="473" y="327"/>
                    <a:pt x="478" y="321"/>
                    <a:pt x="478" y="313"/>
                  </a:cubicBezTo>
                  <a:cubicBezTo>
                    <a:pt x="478" y="302"/>
                    <a:pt x="482" y="288"/>
                    <a:pt x="489" y="286"/>
                  </a:cubicBezTo>
                  <a:cubicBezTo>
                    <a:pt x="489" y="285"/>
                    <a:pt x="489" y="285"/>
                    <a:pt x="489" y="285"/>
                  </a:cubicBezTo>
                  <a:cubicBezTo>
                    <a:pt x="499" y="282"/>
                    <a:pt x="501" y="273"/>
                    <a:pt x="503" y="265"/>
                  </a:cubicBezTo>
                  <a:cubicBezTo>
                    <a:pt x="503" y="264"/>
                    <a:pt x="503" y="263"/>
                    <a:pt x="503" y="262"/>
                  </a:cubicBezTo>
                  <a:cubicBezTo>
                    <a:pt x="506" y="264"/>
                    <a:pt x="508" y="266"/>
                    <a:pt x="511" y="268"/>
                  </a:cubicBezTo>
                  <a:cubicBezTo>
                    <a:pt x="516" y="273"/>
                    <a:pt x="522" y="277"/>
                    <a:pt x="525" y="285"/>
                  </a:cubicBezTo>
                  <a:cubicBezTo>
                    <a:pt x="525" y="285"/>
                    <a:pt x="524" y="285"/>
                    <a:pt x="524" y="284"/>
                  </a:cubicBezTo>
                  <a:cubicBezTo>
                    <a:pt x="523" y="290"/>
                    <a:pt x="523" y="290"/>
                    <a:pt x="522" y="292"/>
                  </a:cubicBezTo>
                  <a:cubicBezTo>
                    <a:pt x="531" y="296"/>
                    <a:pt x="541" y="302"/>
                    <a:pt x="546" y="311"/>
                  </a:cubicBezTo>
                  <a:cubicBezTo>
                    <a:pt x="547" y="313"/>
                    <a:pt x="546" y="313"/>
                    <a:pt x="546" y="313"/>
                  </a:cubicBezTo>
                  <a:cubicBezTo>
                    <a:pt x="545" y="314"/>
                    <a:pt x="545" y="314"/>
                    <a:pt x="545" y="314"/>
                  </a:cubicBezTo>
                  <a:cubicBezTo>
                    <a:pt x="544" y="315"/>
                    <a:pt x="543" y="315"/>
                    <a:pt x="543" y="314"/>
                  </a:cubicBezTo>
                  <a:cubicBezTo>
                    <a:pt x="535" y="306"/>
                    <a:pt x="524" y="303"/>
                    <a:pt x="515" y="301"/>
                  </a:cubicBezTo>
                  <a:cubicBezTo>
                    <a:pt x="515" y="301"/>
                    <a:pt x="514" y="304"/>
                    <a:pt x="512" y="305"/>
                  </a:cubicBezTo>
                  <a:cubicBezTo>
                    <a:pt x="509" y="307"/>
                    <a:pt x="506" y="308"/>
                    <a:pt x="506" y="308"/>
                  </a:cubicBezTo>
                  <a:cubicBezTo>
                    <a:pt x="511" y="309"/>
                    <a:pt x="511" y="309"/>
                    <a:pt x="511" y="309"/>
                  </a:cubicBezTo>
                  <a:cubicBezTo>
                    <a:pt x="529" y="312"/>
                    <a:pt x="539" y="319"/>
                    <a:pt x="543" y="330"/>
                  </a:cubicBezTo>
                  <a:cubicBezTo>
                    <a:pt x="543" y="331"/>
                    <a:pt x="544" y="336"/>
                    <a:pt x="544" y="336"/>
                  </a:cubicBezTo>
                  <a:cubicBezTo>
                    <a:pt x="544" y="338"/>
                    <a:pt x="544" y="338"/>
                    <a:pt x="544" y="338"/>
                  </a:cubicBezTo>
                  <a:cubicBezTo>
                    <a:pt x="544" y="338"/>
                    <a:pt x="543" y="339"/>
                    <a:pt x="542" y="339"/>
                  </a:cubicBezTo>
                  <a:cubicBezTo>
                    <a:pt x="540" y="339"/>
                    <a:pt x="541" y="340"/>
                    <a:pt x="539" y="339"/>
                  </a:cubicBezTo>
                  <a:cubicBezTo>
                    <a:pt x="539" y="339"/>
                    <a:pt x="538" y="339"/>
                    <a:pt x="538" y="339"/>
                  </a:cubicBezTo>
                  <a:cubicBezTo>
                    <a:pt x="538" y="339"/>
                    <a:pt x="538" y="340"/>
                    <a:pt x="537" y="340"/>
                  </a:cubicBezTo>
                  <a:cubicBezTo>
                    <a:pt x="537" y="341"/>
                    <a:pt x="538" y="342"/>
                    <a:pt x="538" y="342"/>
                  </a:cubicBezTo>
                  <a:cubicBezTo>
                    <a:pt x="540" y="343"/>
                    <a:pt x="540" y="342"/>
                    <a:pt x="542" y="342"/>
                  </a:cubicBezTo>
                  <a:cubicBezTo>
                    <a:pt x="544" y="342"/>
                    <a:pt x="544" y="343"/>
                    <a:pt x="544" y="343"/>
                  </a:cubicBezTo>
                  <a:cubicBezTo>
                    <a:pt x="544" y="346"/>
                    <a:pt x="544" y="346"/>
                    <a:pt x="544" y="346"/>
                  </a:cubicBezTo>
                  <a:cubicBezTo>
                    <a:pt x="544" y="346"/>
                    <a:pt x="544" y="348"/>
                    <a:pt x="543" y="348"/>
                  </a:cubicBezTo>
                  <a:cubicBezTo>
                    <a:pt x="540" y="348"/>
                    <a:pt x="541" y="348"/>
                    <a:pt x="539" y="348"/>
                  </a:cubicBezTo>
                  <a:cubicBezTo>
                    <a:pt x="539" y="348"/>
                    <a:pt x="538" y="348"/>
                    <a:pt x="538" y="350"/>
                  </a:cubicBezTo>
                  <a:cubicBezTo>
                    <a:pt x="538" y="351"/>
                    <a:pt x="539" y="351"/>
                    <a:pt x="539" y="351"/>
                  </a:cubicBezTo>
                  <a:cubicBezTo>
                    <a:pt x="541" y="351"/>
                    <a:pt x="540" y="351"/>
                    <a:pt x="542" y="351"/>
                  </a:cubicBezTo>
                  <a:cubicBezTo>
                    <a:pt x="544" y="351"/>
                    <a:pt x="544" y="352"/>
                    <a:pt x="544" y="352"/>
                  </a:cubicBezTo>
                  <a:cubicBezTo>
                    <a:pt x="544" y="354"/>
                    <a:pt x="544" y="354"/>
                    <a:pt x="544" y="354"/>
                  </a:cubicBezTo>
                  <a:cubicBezTo>
                    <a:pt x="544" y="354"/>
                    <a:pt x="544" y="355"/>
                    <a:pt x="542" y="356"/>
                  </a:cubicBezTo>
                  <a:cubicBezTo>
                    <a:pt x="540" y="356"/>
                    <a:pt x="541" y="357"/>
                    <a:pt x="539" y="357"/>
                  </a:cubicBezTo>
                  <a:cubicBezTo>
                    <a:pt x="539" y="357"/>
                    <a:pt x="538" y="358"/>
                    <a:pt x="538" y="359"/>
                  </a:cubicBezTo>
                  <a:cubicBezTo>
                    <a:pt x="539" y="360"/>
                    <a:pt x="539" y="360"/>
                    <a:pt x="540" y="360"/>
                  </a:cubicBezTo>
                  <a:cubicBezTo>
                    <a:pt x="541" y="360"/>
                    <a:pt x="541" y="359"/>
                    <a:pt x="542" y="359"/>
                  </a:cubicBezTo>
                  <a:cubicBezTo>
                    <a:pt x="544" y="359"/>
                    <a:pt x="544" y="361"/>
                    <a:pt x="544" y="361"/>
                  </a:cubicBezTo>
                  <a:cubicBezTo>
                    <a:pt x="544" y="373"/>
                    <a:pt x="544" y="373"/>
                    <a:pt x="544" y="373"/>
                  </a:cubicBezTo>
                  <a:cubicBezTo>
                    <a:pt x="544" y="373"/>
                    <a:pt x="544" y="375"/>
                    <a:pt x="543" y="376"/>
                  </a:cubicBezTo>
                  <a:cubicBezTo>
                    <a:pt x="542" y="381"/>
                    <a:pt x="538" y="386"/>
                    <a:pt x="533" y="392"/>
                  </a:cubicBezTo>
                  <a:cubicBezTo>
                    <a:pt x="521" y="408"/>
                    <a:pt x="508" y="435"/>
                    <a:pt x="508" y="476"/>
                  </a:cubicBezTo>
                  <a:cubicBezTo>
                    <a:pt x="507" y="751"/>
                    <a:pt x="507" y="751"/>
                    <a:pt x="507" y="751"/>
                  </a:cubicBezTo>
                  <a:cubicBezTo>
                    <a:pt x="515" y="751"/>
                    <a:pt x="515" y="751"/>
                    <a:pt x="515" y="751"/>
                  </a:cubicBezTo>
                  <a:cubicBezTo>
                    <a:pt x="518" y="476"/>
                    <a:pt x="518" y="476"/>
                    <a:pt x="518" y="476"/>
                  </a:cubicBezTo>
                  <a:cubicBezTo>
                    <a:pt x="518" y="439"/>
                    <a:pt x="530" y="414"/>
                    <a:pt x="542" y="398"/>
                  </a:cubicBezTo>
                  <a:cubicBezTo>
                    <a:pt x="546" y="392"/>
                    <a:pt x="550" y="387"/>
                    <a:pt x="553" y="382"/>
                  </a:cubicBezTo>
                  <a:cubicBezTo>
                    <a:pt x="554" y="379"/>
                    <a:pt x="556" y="380"/>
                    <a:pt x="557" y="382"/>
                  </a:cubicBezTo>
                  <a:cubicBezTo>
                    <a:pt x="560" y="387"/>
                    <a:pt x="564" y="392"/>
                    <a:pt x="568" y="398"/>
                  </a:cubicBezTo>
                  <a:cubicBezTo>
                    <a:pt x="580" y="414"/>
                    <a:pt x="592" y="439"/>
                    <a:pt x="592" y="476"/>
                  </a:cubicBezTo>
                  <a:cubicBezTo>
                    <a:pt x="594" y="751"/>
                    <a:pt x="594" y="751"/>
                    <a:pt x="594" y="751"/>
                  </a:cubicBezTo>
                  <a:cubicBezTo>
                    <a:pt x="605" y="751"/>
                    <a:pt x="605" y="751"/>
                    <a:pt x="605" y="751"/>
                  </a:cubicBezTo>
                  <a:cubicBezTo>
                    <a:pt x="602" y="476"/>
                    <a:pt x="602" y="476"/>
                    <a:pt x="602" y="476"/>
                  </a:cubicBezTo>
                  <a:cubicBezTo>
                    <a:pt x="602" y="435"/>
                    <a:pt x="589" y="408"/>
                    <a:pt x="577" y="392"/>
                  </a:cubicBezTo>
                  <a:cubicBezTo>
                    <a:pt x="572" y="386"/>
                    <a:pt x="568" y="381"/>
                    <a:pt x="567" y="376"/>
                  </a:cubicBezTo>
                  <a:cubicBezTo>
                    <a:pt x="566" y="375"/>
                    <a:pt x="566" y="373"/>
                    <a:pt x="566" y="373"/>
                  </a:cubicBezTo>
                  <a:cubicBezTo>
                    <a:pt x="566" y="361"/>
                    <a:pt x="566" y="361"/>
                    <a:pt x="566" y="361"/>
                  </a:cubicBezTo>
                  <a:cubicBezTo>
                    <a:pt x="566" y="361"/>
                    <a:pt x="566" y="359"/>
                    <a:pt x="568" y="359"/>
                  </a:cubicBezTo>
                  <a:cubicBezTo>
                    <a:pt x="569" y="359"/>
                    <a:pt x="568" y="360"/>
                    <a:pt x="570" y="360"/>
                  </a:cubicBezTo>
                  <a:cubicBezTo>
                    <a:pt x="570" y="360"/>
                    <a:pt x="571" y="360"/>
                    <a:pt x="571" y="359"/>
                  </a:cubicBezTo>
                  <a:cubicBezTo>
                    <a:pt x="571" y="358"/>
                    <a:pt x="571" y="357"/>
                    <a:pt x="571" y="357"/>
                  </a:cubicBezTo>
                  <a:cubicBezTo>
                    <a:pt x="569" y="357"/>
                    <a:pt x="569" y="356"/>
                    <a:pt x="567" y="356"/>
                  </a:cubicBezTo>
                  <a:cubicBezTo>
                    <a:pt x="566" y="355"/>
                    <a:pt x="566" y="354"/>
                    <a:pt x="566" y="354"/>
                  </a:cubicBezTo>
                  <a:cubicBezTo>
                    <a:pt x="566" y="352"/>
                    <a:pt x="566" y="352"/>
                    <a:pt x="566" y="352"/>
                  </a:cubicBezTo>
                  <a:cubicBezTo>
                    <a:pt x="566" y="352"/>
                    <a:pt x="566" y="351"/>
                    <a:pt x="567" y="351"/>
                  </a:cubicBezTo>
                  <a:cubicBezTo>
                    <a:pt x="569" y="351"/>
                    <a:pt x="569" y="351"/>
                    <a:pt x="571" y="351"/>
                  </a:cubicBezTo>
                  <a:cubicBezTo>
                    <a:pt x="571" y="351"/>
                    <a:pt x="572" y="351"/>
                    <a:pt x="572" y="350"/>
                  </a:cubicBezTo>
                  <a:cubicBezTo>
                    <a:pt x="572" y="348"/>
                    <a:pt x="571" y="348"/>
                    <a:pt x="571" y="348"/>
                  </a:cubicBezTo>
                  <a:cubicBezTo>
                    <a:pt x="569" y="348"/>
                    <a:pt x="569" y="348"/>
                    <a:pt x="567" y="348"/>
                  </a:cubicBezTo>
                  <a:cubicBezTo>
                    <a:pt x="566" y="348"/>
                    <a:pt x="566" y="346"/>
                    <a:pt x="566" y="346"/>
                  </a:cubicBezTo>
                  <a:cubicBezTo>
                    <a:pt x="566" y="343"/>
                    <a:pt x="566" y="343"/>
                    <a:pt x="566" y="343"/>
                  </a:cubicBezTo>
                  <a:cubicBezTo>
                    <a:pt x="566" y="343"/>
                    <a:pt x="566" y="342"/>
                    <a:pt x="568" y="342"/>
                  </a:cubicBezTo>
                  <a:cubicBezTo>
                    <a:pt x="570" y="342"/>
                    <a:pt x="569" y="343"/>
                    <a:pt x="571" y="342"/>
                  </a:cubicBezTo>
                  <a:cubicBezTo>
                    <a:pt x="572" y="342"/>
                    <a:pt x="572" y="341"/>
                    <a:pt x="572" y="340"/>
                  </a:cubicBezTo>
                  <a:cubicBezTo>
                    <a:pt x="572" y="340"/>
                    <a:pt x="572" y="339"/>
                    <a:pt x="571" y="339"/>
                  </a:cubicBezTo>
                  <a:cubicBezTo>
                    <a:pt x="571" y="339"/>
                    <a:pt x="571" y="339"/>
                    <a:pt x="571" y="339"/>
                  </a:cubicBezTo>
                  <a:cubicBezTo>
                    <a:pt x="569" y="340"/>
                    <a:pt x="570" y="339"/>
                    <a:pt x="568" y="339"/>
                  </a:cubicBezTo>
                  <a:cubicBezTo>
                    <a:pt x="567" y="339"/>
                    <a:pt x="566" y="338"/>
                    <a:pt x="566" y="338"/>
                  </a:cubicBezTo>
                  <a:cubicBezTo>
                    <a:pt x="566" y="336"/>
                    <a:pt x="566" y="336"/>
                    <a:pt x="566" y="336"/>
                  </a:cubicBezTo>
                  <a:cubicBezTo>
                    <a:pt x="566" y="336"/>
                    <a:pt x="567" y="331"/>
                    <a:pt x="567" y="330"/>
                  </a:cubicBezTo>
                  <a:cubicBezTo>
                    <a:pt x="570" y="319"/>
                    <a:pt x="580" y="312"/>
                    <a:pt x="597" y="309"/>
                  </a:cubicBezTo>
                  <a:cubicBezTo>
                    <a:pt x="597" y="309"/>
                    <a:pt x="596" y="307"/>
                    <a:pt x="595" y="305"/>
                  </a:cubicBezTo>
                  <a:cubicBezTo>
                    <a:pt x="593" y="304"/>
                    <a:pt x="593" y="302"/>
                    <a:pt x="592" y="302"/>
                  </a:cubicBezTo>
                  <a:cubicBezTo>
                    <a:pt x="584" y="304"/>
                    <a:pt x="574" y="307"/>
                    <a:pt x="567" y="314"/>
                  </a:cubicBezTo>
                  <a:cubicBezTo>
                    <a:pt x="567" y="315"/>
                    <a:pt x="566" y="315"/>
                    <a:pt x="565" y="314"/>
                  </a:cubicBezTo>
                  <a:cubicBezTo>
                    <a:pt x="565" y="314"/>
                    <a:pt x="565" y="314"/>
                    <a:pt x="564" y="313"/>
                  </a:cubicBezTo>
                  <a:cubicBezTo>
                    <a:pt x="564" y="313"/>
                    <a:pt x="563" y="313"/>
                    <a:pt x="564" y="311"/>
                  </a:cubicBezTo>
                  <a:cubicBezTo>
                    <a:pt x="569" y="302"/>
                    <a:pt x="579" y="296"/>
                    <a:pt x="588" y="292"/>
                  </a:cubicBezTo>
                  <a:cubicBezTo>
                    <a:pt x="587" y="290"/>
                    <a:pt x="587" y="290"/>
                    <a:pt x="586" y="284"/>
                  </a:cubicBezTo>
                  <a:cubicBezTo>
                    <a:pt x="586" y="285"/>
                    <a:pt x="585" y="285"/>
                    <a:pt x="585" y="285"/>
                  </a:cubicBezTo>
                  <a:cubicBezTo>
                    <a:pt x="588" y="277"/>
                    <a:pt x="594" y="273"/>
                    <a:pt x="599" y="268"/>
                  </a:cubicBezTo>
                  <a:cubicBezTo>
                    <a:pt x="602" y="266"/>
                    <a:pt x="604" y="264"/>
                    <a:pt x="606" y="262"/>
                  </a:cubicBezTo>
                  <a:cubicBezTo>
                    <a:pt x="607" y="263"/>
                    <a:pt x="607" y="264"/>
                    <a:pt x="607" y="265"/>
                  </a:cubicBezTo>
                  <a:cubicBezTo>
                    <a:pt x="609" y="273"/>
                    <a:pt x="611" y="282"/>
                    <a:pt x="621" y="285"/>
                  </a:cubicBezTo>
                  <a:cubicBezTo>
                    <a:pt x="621" y="286"/>
                    <a:pt x="621" y="286"/>
                    <a:pt x="621" y="286"/>
                  </a:cubicBezTo>
                  <a:cubicBezTo>
                    <a:pt x="627" y="288"/>
                    <a:pt x="632" y="302"/>
                    <a:pt x="632" y="313"/>
                  </a:cubicBezTo>
                  <a:cubicBezTo>
                    <a:pt x="632" y="321"/>
                    <a:pt x="633" y="329"/>
                    <a:pt x="638" y="333"/>
                  </a:cubicBezTo>
                  <a:cubicBezTo>
                    <a:pt x="638" y="334"/>
                    <a:pt x="638" y="334"/>
                    <a:pt x="638" y="334"/>
                  </a:cubicBezTo>
                  <a:cubicBezTo>
                    <a:pt x="650" y="343"/>
                    <a:pt x="668" y="343"/>
                    <a:pt x="681" y="368"/>
                  </a:cubicBezTo>
                  <a:cubicBezTo>
                    <a:pt x="685" y="373"/>
                    <a:pt x="686" y="378"/>
                    <a:pt x="687" y="387"/>
                  </a:cubicBezTo>
                  <a:cubicBezTo>
                    <a:pt x="690" y="410"/>
                    <a:pt x="690" y="455"/>
                    <a:pt x="690" y="463"/>
                  </a:cubicBezTo>
                  <a:cubicBezTo>
                    <a:pt x="692" y="564"/>
                    <a:pt x="693" y="716"/>
                    <a:pt x="683" y="764"/>
                  </a:cubicBezTo>
                  <a:cubicBezTo>
                    <a:pt x="675" y="796"/>
                    <a:pt x="669" y="817"/>
                    <a:pt x="664" y="830"/>
                  </a:cubicBezTo>
                  <a:cubicBezTo>
                    <a:pt x="649" y="872"/>
                    <a:pt x="617" y="969"/>
                    <a:pt x="618" y="1012"/>
                  </a:cubicBezTo>
                  <a:cubicBezTo>
                    <a:pt x="634" y="1013"/>
                    <a:pt x="634" y="1013"/>
                    <a:pt x="634" y="1013"/>
                  </a:cubicBezTo>
                  <a:cubicBezTo>
                    <a:pt x="631" y="961"/>
                    <a:pt x="673" y="858"/>
                    <a:pt x="686" y="818"/>
                  </a:cubicBezTo>
                  <a:cubicBezTo>
                    <a:pt x="690" y="805"/>
                    <a:pt x="694" y="789"/>
                    <a:pt x="699" y="768"/>
                  </a:cubicBezTo>
                  <a:cubicBezTo>
                    <a:pt x="710" y="718"/>
                    <a:pt x="706" y="543"/>
                    <a:pt x="706" y="446"/>
                  </a:cubicBezTo>
                  <a:cubicBezTo>
                    <a:pt x="706" y="445"/>
                    <a:pt x="706" y="445"/>
                    <a:pt x="706" y="445"/>
                  </a:cubicBezTo>
                  <a:cubicBezTo>
                    <a:pt x="706" y="408"/>
                    <a:pt x="705" y="390"/>
                    <a:pt x="703" y="378"/>
                  </a:cubicBezTo>
                  <a:cubicBezTo>
                    <a:pt x="697" y="341"/>
                    <a:pt x="651" y="323"/>
                    <a:pt x="649" y="322"/>
                  </a:cubicBezTo>
                  <a:cubicBezTo>
                    <a:pt x="649" y="321"/>
                    <a:pt x="649" y="321"/>
                    <a:pt x="649" y="321"/>
                  </a:cubicBezTo>
                  <a:cubicBezTo>
                    <a:pt x="647" y="320"/>
                    <a:pt x="647" y="316"/>
                    <a:pt x="647" y="313"/>
                  </a:cubicBezTo>
                  <a:cubicBezTo>
                    <a:pt x="647" y="298"/>
                    <a:pt x="641" y="281"/>
                    <a:pt x="627" y="276"/>
                  </a:cubicBezTo>
                  <a:cubicBezTo>
                    <a:pt x="627" y="276"/>
                    <a:pt x="627" y="276"/>
                    <a:pt x="627" y="276"/>
                  </a:cubicBezTo>
                  <a:cubicBezTo>
                    <a:pt x="622" y="274"/>
                    <a:pt x="619" y="271"/>
                    <a:pt x="618" y="263"/>
                  </a:cubicBezTo>
                  <a:cubicBezTo>
                    <a:pt x="617" y="260"/>
                    <a:pt x="616" y="257"/>
                    <a:pt x="615" y="254"/>
                  </a:cubicBezTo>
                  <a:cubicBezTo>
                    <a:pt x="621" y="252"/>
                    <a:pt x="640" y="241"/>
                    <a:pt x="642" y="240"/>
                  </a:cubicBezTo>
                  <a:cubicBezTo>
                    <a:pt x="645" y="238"/>
                    <a:pt x="648" y="236"/>
                    <a:pt x="650" y="235"/>
                  </a:cubicBezTo>
                  <a:cubicBezTo>
                    <a:pt x="660" y="233"/>
                    <a:pt x="660" y="233"/>
                    <a:pt x="660" y="233"/>
                  </a:cubicBezTo>
                  <a:cubicBezTo>
                    <a:pt x="666" y="232"/>
                    <a:pt x="672" y="231"/>
                    <a:pt x="678" y="227"/>
                  </a:cubicBezTo>
                  <a:cubicBezTo>
                    <a:pt x="685" y="223"/>
                    <a:pt x="685" y="223"/>
                    <a:pt x="685" y="223"/>
                  </a:cubicBezTo>
                  <a:cubicBezTo>
                    <a:pt x="689" y="220"/>
                    <a:pt x="696" y="218"/>
                    <a:pt x="699" y="217"/>
                  </a:cubicBezTo>
                  <a:cubicBezTo>
                    <a:pt x="702" y="216"/>
                    <a:pt x="710" y="215"/>
                    <a:pt x="713" y="215"/>
                  </a:cubicBezTo>
                  <a:cubicBezTo>
                    <a:pt x="717" y="215"/>
                    <a:pt x="721" y="215"/>
                    <a:pt x="725" y="214"/>
                  </a:cubicBezTo>
                  <a:cubicBezTo>
                    <a:pt x="731" y="214"/>
                    <a:pt x="737" y="213"/>
                    <a:pt x="743" y="213"/>
                  </a:cubicBezTo>
                  <a:cubicBezTo>
                    <a:pt x="754" y="213"/>
                    <a:pt x="754" y="213"/>
                    <a:pt x="754" y="213"/>
                  </a:cubicBezTo>
                  <a:cubicBezTo>
                    <a:pt x="760" y="213"/>
                    <a:pt x="768" y="219"/>
                    <a:pt x="771" y="224"/>
                  </a:cubicBezTo>
                  <a:cubicBezTo>
                    <a:pt x="771" y="224"/>
                    <a:pt x="772" y="224"/>
                    <a:pt x="773" y="222"/>
                  </a:cubicBezTo>
                  <a:cubicBezTo>
                    <a:pt x="774" y="220"/>
                    <a:pt x="772" y="221"/>
                    <a:pt x="772" y="2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13" name="Freeform 698">
              <a:extLst>
                <a:ext uri="{FF2B5EF4-FFF2-40B4-BE49-F238E27FC236}">
                  <a16:creationId xmlns:a16="http://schemas.microsoft.com/office/drawing/2014/main" id="{4F4444D9-3F8D-45EF-8CA4-F1A1CD93FB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4" y="960"/>
              <a:ext cx="1382" cy="1974"/>
            </a:xfrm>
            <a:custGeom>
              <a:avLst/>
              <a:gdLst>
                <a:gd name="T0" fmla="*/ 4214 w 775"/>
                <a:gd name="T1" fmla="*/ 1443 h 1038"/>
                <a:gd name="T2" fmla="*/ 4121 w 775"/>
                <a:gd name="T3" fmla="*/ 1367 h 1038"/>
                <a:gd name="T4" fmla="*/ 4315 w 775"/>
                <a:gd name="T5" fmla="*/ 1244 h 1038"/>
                <a:gd name="T6" fmla="*/ 4201 w 775"/>
                <a:gd name="T7" fmla="*/ 1046 h 1038"/>
                <a:gd name="T8" fmla="*/ 3838 w 775"/>
                <a:gd name="T9" fmla="*/ 1533 h 1038"/>
                <a:gd name="T10" fmla="*/ 3918 w 775"/>
                <a:gd name="T11" fmla="*/ 1175 h 1038"/>
                <a:gd name="T12" fmla="*/ 4185 w 775"/>
                <a:gd name="T13" fmla="*/ 970 h 1038"/>
                <a:gd name="T14" fmla="*/ 3987 w 775"/>
                <a:gd name="T15" fmla="*/ 1031 h 1038"/>
                <a:gd name="T16" fmla="*/ 3880 w 775"/>
                <a:gd name="T17" fmla="*/ 1175 h 1038"/>
                <a:gd name="T18" fmla="*/ 3707 w 775"/>
                <a:gd name="T19" fmla="*/ 938 h 1038"/>
                <a:gd name="T20" fmla="*/ 3816 w 775"/>
                <a:gd name="T21" fmla="*/ 1348 h 1038"/>
                <a:gd name="T22" fmla="*/ 3431 w 775"/>
                <a:gd name="T23" fmla="*/ 1656 h 1038"/>
                <a:gd name="T24" fmla="*/ 3151 w 775"/>
                <a:gd name="T25" fmla="*/ 1769 h 1038"/>
                <a:gd name="T26" fmla="*/ 3074 w 775"/>
                <a:gd name="T27" fmla="*/ 1280 h 1038"/>
                <a:gd name="T28" fmla="*/ 3049 w 775"/>
                <a:gd name="T29" fmla="*/ 456 h 1038"/>
                <a:gd name="T30" fmla="*/ 2948 w 775"/>
                <a:gd name="T31" fmla="*/ 268 h 1038"/>
                <a:gd name="T32" fmla="*/ 2926 w 775"/>
                <a:gd name="T33" fmla="*/ 228 h 1038"/>
                <a:gd name="T34" fmla="*/ 3056 w 775"/>
                <a:gd name="T35" fmla="*/ 723 h 1038"/>
                <a:gd name="T36" fmla="*/ 2926 w 775"/>
                <a:gd name="T37" fmla="*/ 1012 h 1038"/>
                <a:gd name="T38" fmla="*/ 2664 w 775"/>
                <a:gd name="T39" fmla="*/ 1046 h 1038"/>
                <a:gd name="T40" fmla="*/ 3028 w 775"/>
                <a:gd name="T41" fmla="*/ 1175 h 1038"/>
                <a:gd name="T42" fmla="*/ 3033 w 775"/>
                <a:gd name="T43" fmla="*/ 1809 h 1038"/>
                <a:gd name="T44" fmla="*/ 2721 w 775"/>
                <a:gd name="T45" fmla="*/ 1645 h 1038"/>
                <a:gd name="T46" fmla="*/ 2382 w 775"/>
                <a:gd name="T47" fmla="*/ 1424 h 1038"/>
                <a:gd name="T48" fmla="*/ 2636 w 775"/>
                <a:gd name="T49" fmla="*/ 1396 h 1038"/>
                <a:gd name="T50" fmla="*/ 2456 w 775"/>
                <a:gd name="T51" fmla="*/ 1343 h 1038"/>
                <a:gd name="T52" fmla="*/ 2290 w 775"/>
                <a:gd name="T53" fmla="*/ 1280 h 1038"/>
                <a:gd name="T54" fmla="*/ 2184 w 775"/>
                <a:gd name="T55" fmla="*/ 1128 h 1038"/>
                <a:gd name="T56" fmla="*/ 2359 w 775"/>
                <a:gd name="T57" fmla="*/ 1487 h 1038"/>
                <a:gd name="T58" fmla="*/ 2035 w 775"/>
                <a:gd name="T59" fmla="*/ 1280 h 1038"/>
                <a:gd name="T60" fmla="*/ 1962 w 775"/>
                <a:gd name="T61" fmla="*/ 1196 h 1038"/>
                <a:gd name="T62" fmla="*/ 1945 w 775"/>
                <a:gd name="T63" fmla="*/ 1280 h 1038"/>
                <a:gd name="T64" fmla="*/ 2104 w 775"/>
                <a:gd name="T65" fmla="*/ 1403 h 1038"/>
                <a:gd name="T66" fmla="*/ 2309 w 775"/>
                <a:gd name="T67" fmla="*/ 1504 h 1038"/>
                <a:gd name="T68" fmla="*/ 2744 w 775"/>
                <a:gd name="T69" fmla="*/ 1898 h 1038"/>
                <a:gd name="T70" fmla="*/ 2420 w 775"/>
                <a:gd name="T71" fmla="*/ 5675 h 1038"/>
                <a:gd name="T72" fmla="*/ 3090 w 775"/>
                <a:gd name="T73" fmla="*/ 6405 h 1038"/>
                <a:gd name="T74" fmla="*/ 3215 w 775"/>
                <a:gd name="T75" fmla="*/ 6405 h 1038"/>
                <a:gd name="T76" fmla="*/ 2432 w 775"/>
                <a:gd name="T77" fmla="*/ 2518 h 1038"/>
                <a:gd name="T78" fmla="*/ 2903 w 775"/>
                <a:gd name="T79" fmla="*/ 1845 h 1038"/>
                <a:gd name="T80" fmla="*/ 3085 w 775"/>
                <a:gd name="T81" fmla="*/ 2158 h 1038"/>
                <a:gd name="T82" fmla="*/ 3090 w 775"/>
                <a:gd name="T83" fmla="*/ 2326 h 1038"/>
                <a:gd name="T84" fmla="*/ 3090 w 775"/>
                <a:gd name="T85" fmla="*/ 2358 h 1038"/>
                <a:gd name="T86" fmla="*/ 3090 w 775"/>
                <a:gd name="T87" fmla="*/ 2419 h 1038"/>
                <a:gd name="T88" fmla="*/ 3090 w 775"/>
                <a:gd name="T89" fmla="*/ 2484 h 1038"/>
                <a:gd name="T90" fmla="*/ 2941 w 775"/>
                <a:gd name="T91" fmla="*/ 3273 h 1038"/>
                <a:gd name="T92" fmla="*/ 3438 w 775"/>
                <a:gd name="T93" fmla="*/ 5165 h 1038"/>
                <a:gd name="T94" fmla="*/ 3237 w 775"/>
                <a:gd name="T95" fmla="*/ 2478 h 1038"/>
                <a:gd name="T96" fmla="*/ 3244 w 775"/>
                <a:gd name="T97" fmla="*/ 2415 h 1038"/>
                <a:gd name="T98" fmla="*/ 3244 w 775"/>
                <a:gd name="T99" fmla="*/ 2351 h 1038"/>
                <a:gd name="T100" fmla="*/ 3221 w 775"/>
                <a:gd name="T101" fmla="*/ 2271 h 1038"/>
                <a:gd name="T102" fmla="*/ 3204 w 775"/>
                <a:gd name="T103" fmla="*/ 2138 h 1038"/>
                <a:gd name="T104" fmla="*/ 3527 w 775"/>
                <a:gd name="T105" fmla="*/ 1961 h 1038"/>
                <a:gd name="T106" fmla="*/ 3918 w 775"/>
                <a:gd name="T107" fmla="*/ 3185 h 1038"/>
                <a:gd name="T108" fmla="*/ 3895 w 775"/>
                <a:gd name="T109" fmla="*/ 5627 h 1038"/>
                <a:gd name="T110" fmla="*/ 3675 w 775"/>
                <a:gd name="T111" fmla="*/ 2153 h 1038"/>
                <a:gd name="T112" fmla="*/ 3748 w 775"/>
                <a:gd name="T113" fmla="*/ 1601 h 1038"/>
                <a:gd name="T114" fmla="*/ 4280 w 775"/>
                <a:gd name="T115" fmla="*/ 1464 h 1038"/>
                <a:gd name="T116" fmla="*/ 3163 w 775"/>
                <a:gd name="T117" fmla="*/ 2113 h 1038"/>
                <a:gd name="T118" fmla="*/ 2882 w 775"/>
                <a:gd name="T119" fmla="*/ 1725 h 1038"/>
                <a:gd name="T120" fmla="*/ 3279 w 775"/>
                <a:gd name="T121" fmla="*/ 1852 h 103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75" h="1038">
                  <a:moveTo>
                    <a:pt x="773" y="221"/>
                  </a:moveTo>
                  <a:cubicBezTo>
                    <a:pt x="771" y="216"/>
                    <a:pt x="765" y="212"/>
                    <a:pt x="760" y="210"/>
                  </a:cubicBezTo>
                  <a:cubicBezTo>
                    <a:pt x="759" y="210"/>
                    <a:pt x="758" y="209"/>
                    <a:pt x="759" y="209"/>
                  </a:cubicBezTo>
                  <a:cubicBezTo>
                    <a:pt x="760" y="207"/>
                    <a:pt x="762" y="202"/>
                    <a:pt x="762" y="199"/>
                  </a:cubicBezTo>
                  <a:cubicBezTo>
                    <a:pt x="762" y="202"/>
                    <a:pt x="759" y="205"/>
                    <a:pt x="757" y="207"/>
                  </a:cubicBezTo>
                  <a:cubicBezTo>
                    <a:pt x="755" y="209"/>
                    <a:pt x="749" y="209"/>
                    <a:pt x="746" y="209"/>
                  </a:cubicBezTo>
                  <a:cubicBezTo>
                    <a:pt x="743" y="210"/>
                    <a:pt x="743" y="210"/>
                    <a:pt x="743" y="210"/>
                  </a:cubicBezTo>
                  <a:cubicBezTo>
                    <a:pt x="743" y="210"/>
                    <a:pt x="743" y="210"/>
                    <a:pt x="743" y="210"/>
                  </a:cubicBezTo>
                  <a:cubicBezTo>
                    <a:pt x="743" y="210"/>
                    <a:pt x="743" y="210"/>
                    <a:pt x="743" y="210"/>
                  </a:cubicBezTo>
                  <a:cubicBezTo>
                    <a:pt x="737" y="210"/>
                    <a:pt x="733" y="209"/>
                    <a:pt x="727" y="210"/>
                  </a:cubicBezTo>
                  <a:cubicBezTo>
                    <a:pt x="725" y="210"/>
                    <a:pt x="723" y="209"/>
                    <a:pt x="722" y="209"/>
                  </a:cubicBezTo>
                  <a:cubicBezTo>
                    <a:pt x="721" y="209"/>
                    <a:pt x="721" y="209"/>
                    <a:pt x="722" y="208"/>
                  </a:cubicBezTo>
                  <a:cubicBezTo>
                    <a:pt x="722" y="208"/>
                    <a:pt x="722" y="208"/>
                    <a:pt x="723" y="207"/>
                  </a:cubicBezTo>
                  <a:cubicBezTo>
                    <a:pt x="725" y="205"/>
                    <a:pt x="726" y="202"/>
                    <a:pt x="727" y="199"/>
                  </a:cubicBezTo>
                  <a:cubicBezTo>
                    <a:pt x="727" y="199"/>
                    <a:pt x="727" y="199"/>
                    <a:pt x="727" y="199"/>
                  </a:cubicBezTo>
                  <a:cubicBezTo>
                    <a:pt x="730" y="194"/>
                    <a:pt x="736" y="192"/>
                    <a:pt x="740" y="191"/>
                  </a:cubicBezTo>
                  <a:cubicBezTo>
                    <a:pt x="743" y="190"/>
                    <a:pt x="747" y="189"/>
                    <a:pt x="751" y="187"/>
                  </a:cubicBezTo>
                  <a:cubicBezTo>
                    <a:pt x="753" y="187"/>
                    <a:pt x="753" y="187"/>
                    <a:pt x="753" y="187"/>
                  </a:cubicBezTo>
                  <a:cubicBezTo>
                    <a:pt x="760" y="185"/>
                    <a:pt x="765" y="184"/>
                    <a:pt x="769" y="188"/>
                  </a:cubicBezTo>
                  <a:cubicBezTo>
                    <a:pt x="766" y="185"/>
                    <a:pt x="764" y="182"/>
                    <a:pt x="761" y="181"/>
                  </a:cubicBezTo>
                  <a:cubicBezTo>
                    <a:pt x="761" y="181"/>
                    <a:pt x="760" y="181"/>
                    <a:pt x="761" y="181"/>
                  </a:cubicBezTo>
                  <a:cubicBezTo>
                    <a:pt x="764" y="176"/>
                    <a:pt x="764" y="171"/>
                    <a:pt x="765" y="164"/>
                  </a:cubicBezTo>
                  <a:cubicBezTo>
                    <a:pt x="764" y="170"/>
                    <a:pt x="762" y="175"/>
                    <a:pt x="758" y="179"/>
                  </a:cubicBezTo>
                  <a:cubicBezTo>
                    <a:pt x="756" y="181"/>
                    <a:pt x="742" y="186"/>
                    <a:pt x="739" y="187"/>
                  </a:cubicBezTo>
                  <a:cubicBezTo>
                    <a:pt x="736" y="188"/>
                    <a:pt x="734" y="188"/>
                    <a:pt x="732" y="189"/>
                  </a:cubicBezTo>
                  <a:cubicBezTo>
                    <a:pt x="731" y="190"/>
                    <a:pt x="731" y="189"/>
                    <a:pt x="731" y="188"/>
                  </a:cubicBezTo>
                  <a:cubicBezTo>
                    <a:pt x="733" y="185"/>
                    <a:pt x="735" y="182"/>
                    <a:pt x="737" y="180"/>
                  </a:cubicBezTo>
                  <a:cubicBezTo>
                    <a:pt x="743" y="173"/>
                    <a:pt x="745" y="167"/>
                    <a:pt x="741" y="152"/>
                  </a:cubicBezTo>
                  <a:cubicBezTo>
                    <a:pt x="745" y="165"/>
                    <a:pt x="740" y="171"/>
                    <a:pt x="734" y="178"/>
                  </a:cubicBezTo>
                  <a:cubicBezTo>
                    <a:pt x="732" y="181"/>
                    <a:pt x="729" y="185"/>
                    <a:pt x="727" y="189"/>
                  </a:cubicBezTo>
                  <a:cubicBezTo>
                    <a:pt x="725" y="191"/>
                    <a:pt x="721" y="201"/>
                    <a:pt x="719" y="204"/>
                  </a:cubicBezTo>
                  <a:cubicBezTo>
                    <a:pt x="715" y="207"/>
                    <a:pt x="711" y="209"/>
                    <a:pt x="706" y="210"/>
                  </a:cubicBezTo>
                  <a:cubicBezTo>
                    <a:pt x="704" y="210"/>
                    <a:pt x="703" y="210"/>
                    <a:pt x="702" y="211"/>
                  </a:cubicBezTo>
                  <a:cubicBezTo>
                    <a:pt x="694" y="212"/>
                    <a:pt x="688" y="215"/>
                    <a:pt x="683" y="219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2" y="225"/>
                    <a:pt x="667" y="227"/>
                    <a:pt x="661" y="228"/>
                  </a:cubicBezTo>
                  <a:cubicBezTo>
                    <a:pt x="661" y="228"/>
                    <a:pt x="660" y="227"/>
                    <a:pt x="661" y="226"/>
                  </a:cubicBezTo>
                  <a:cubicBezTo>
                    <a:pt x="669" y="219"/>
                    <a:pt x="675" y="210"/>
                    <a:pt x="678" y="202"/>
                  </a:cubicBezTo>
                  <a:cubicBezTo>
                    <a:pt x="678" y="200"/>
                    <a:pt x="679" y="196"/>
                    <a:pt x="679" y="195"/>
                  </a:cubicBezTo>
                  <a:cubicBezTo>
                    <a:pt x="680" y="193"/>
                    <a:pt x="681" y="190"/>
                    <a:pt x="681" y="188"/>
                  </a:cubicBezTo>
                  <a:cubicBezTo>
                    <a:pt x="682" y="183"/>
                    <a:pt x="682" y="179"/>
                    <a:pt x="687" y="175"/>
                  </a:cubicBezTo>
                  <a:cubicBezTo>
                    <a:pt x="691" y="171"/>
                    <a:pt x="691" y="171"/>
                    <a:pt x="691" y="171"/>
                  </a:cubicBezTo>
                  <a:cubicBezTo>
                    <a:pt x="694" y="169"/>
                    <a:pt x="700" y="164"/>
                    <a:pt x="701" y="163"/>
                  </a:cubicBezTo>
                  <a:cubicBezTo>
                    <a:pt x="702" y="161"/>
                    <a:pt x="704" y="159"/>
                    <a:pt x="706" y="157"/>
                  </a:cubicBezTo>
                  <a:cubicBezTo>
                    <a:pt x="708" y="153"/>
                    <a:pt x="712" y="150"/>
                    <a:pt x="714" y="149"/>
                  </a:cubicBezTo>
                  <a:cubicBezTo>
                    <a:pt x="716" y="149"/>
                    <a:pt x="717" y="149"/>
                    <a:pt x="719" y="150"/>
                  </a:cubicBezTo>
                  <a:cubicBezTo>
                    <a:pt x="721" y="150"/>
                    <a:pt x="724" y="151"/>
                    <a:pt x="728" y="149"/>
                  </a:cubicBezTo>
                  <a:cubicBezTo>
                    <a:pt x="730" y="148"/>
                    <a:pt x="731" y="147"/>
                    <a:pt x="732" y="146"/>
                  </a:cubicBezTo>
                  <a:cubicBezTo>
                    <a:pt x="734" y="144"/>
                    <a:pt x="736" y="141"/>
                    <a:pt x="738" y="141"/>
                  </a:cubicBezTo>
                  <a:cubicBezTo>
                    <a:pt x="734" y="141"/>
                    <a:pt x="733" y="143"/>
                    <a:pt x="731" y="145"/>
                  </a:cubicBezTo>
                  <a:cubicBezTo>
                    <a:pt x="730" y="146"/>
                    <a:pt x="728" y="146"/>
                    <a:pt x="727" y="147"/>
                  </a:cubicBezTo>
                  <a:cubicBezTo>
                    <a:pt x="725" y="148"/>
                    <a:pt x="723" y="147"/>
                    <a:pt x="721" y="147"/>
                  </a:cubicBezTo>
                  <a:cubicBezTo>
                    <a:pt x="718" y="146"/>
                    <a:pt x="716" y="145"/>
                    <a:pt x="713" y="146"/>
                  </a:cubicBezTo>
                  <a:cubicBezTo>
                    <a:pt x="710" y="147"/>
                    <a:pt x="707" y="149"/>
                    <a:pt x="704" y="152"/>
                  </a:cubicBezTo>
                  <a:cubicBezTo>
                    <a:pt x="704" y="152"/>
                    <a:pt x="703" y="151"/>
                    <a:pt x="703" y="151"/>
                  </a:cubicBezTo>
                  <a:cubicBezTo>
                    <a:pt x="703" y="150"/>
                    <a:pt x="703" y="150"/>
                    <a:pt x="703" y="150"/>
                  </a:cubicBezTo>
                  <a:cubicBezTo>
                    <a:pt x="703" y="142"/>
                    <a:pt x="703" y="142"/>
                    <a:pt x="708" y="134"/>
                  </a:cubicBezTo>
                  <a:cubicBezTo>
                    <a:pt x="713" y="128"/>
                    <a:pt x="714" y="124"/>
                    <a:pt x="710" y="114"/>
                  </a:cubicBezTo>
                  <a:cubicBezTo>
                    <a:pt x="713" y="120"/>
                    <a:pt x="711" y="126"/>
                    <a:pt x="707" y="133"/>
                  </a:cubicBezTo>
                  <a:cubicBezTo>
                    <a:pt x="700" y="142"/>
                    <a:pt x="698" y="142"/>
                    <a:pt x="699" y="150"/>
                  </a:cubicBezTo>
                  <a:cubicBezTo>
                    <a:pt x="699" y="154"/>
                    <a:pt x="699" y="154"/>
                    <a:pt x="699" y="154"/>
                  </a:cubicBezTo>
                  <a:cubicBezTo>
                    <a:pt x="699" y="161"/>
                    <a:pt x="694" y="164"/>
                    <a:pt x="689" y="168"/>
                  </a:cubicBezTo>
                  <a:cubicBezTo>
                    <a:pt x="684" y="171"/>
                    <a:pt x="684" y="171"/>
                    <a:pt x="684" y="171"/>
                  </a:cubicBezTo>
                  <a:cubicBezTo>
                    <a:pt x="679" y="175"/>
                    <a:pt x="678" y="179"/>
                    <a:pt x="677" y="183"/>
                  </a:cubicBezTo>
                  <a:cubicBezTo>
                    <a:pt x="677" y="183"/>
                    <a:pt x="676" y="183"/>
                    <a:pt x="676" y="183"/>
                  </a:cubicBezTo>
                  <a:cubicBezTo>
                    <a:pt x="675" y="181"/>
                    <a:pt x="674" y="180"/>
                    <a:pt x="672" y="178"/>
                  </a:cubicBezTo>
                  <a:cubicBezTo>
                    <a:pt x="667" y="171"/>
                    <a:pt x="666" y="168"/>
                    <a:pt x="666" y="159"/>
                  </a:cubicBezTo>
                  <a:cubicBezTo>
                    <a:pt x="666" y="155"/>
                    <a:pt x="666" y="155"/>
                    <a:pt x="666" y="155"/>
                  </a:cubicBezTo>
                  <a:cubicBezTo>
                    <a:pt x="666" y="151"/>
                    <a:pt x="665" y="147"/>
                    <a:pt x="662" y="142"/>
                  </a:cubicBezTo>
                  <a:cubicBezTo>
                    <a:pt x="660" y="139"/>
                    <a:pt x="657" y="138"/>
                    <a:pt x="654" y="136"/>
                  </a:cubicBezTo>
                  <a:cubicBezTo>
                    <a:pt x="649" y="133"/>
                    <a:pt x="642" y="129"/>
                    <a:pt x="641" y="119"/>
                  </a:cubicBezTo>
                  <a:cubicBezTo>
                    <a:pt x="642" y="131"/>
                    <a:pt x="647" y="135"/>
                    <a:pt x="653" y="138"/>
                  </a:cubicBezTo>
                  <a:cubicBezTo>
                    <a:pt x="655" y="140"/>
                    <a:pt x="658" y="141"/>
                    <a:pt x="659" y="143"/>
                  </a:cubicBezTo>
                  <a:cubicBezTo>
                    <a:pt x="661" y="147"/>
                    <a:pt x="662" y="151"/>
                    <a:pt x="662" y="155"/>
                  </a:cubicBezTo>
                  <a:cubicBezTo>
                    <a:pt x="662" y="159"/>
                    <a:pt x="662" y="159"/>
                    <a:pt x="662" y="159"/>
                  </a:cubicBezTo>
                  <a:cubicBezTo>
                    <a:pt x="662" y="169"/>
                    <a:pt x="663" y="172"/>
                    <a:pt x="669" y="180"/>
                  </a:cubicBezTo>
                  <a:cubicBezTo>
                    <a:pt x="673" y="186"/>
                    <a:pt x="674" y="190"/>
                    <a:pt x="673" y="196"/>
                  </a:cubicBezTo>
                  <a:cubicBezTo>
                    <a:pt x="673" y="196"/>
                    <a:pt x="673" y="199"/>
                    <a:pt x="673" y="199"/>
                  </a:cubicBezTo>
                  <a:cubicBezTo>
                    <a:pt x="669" y="213"/>
                    <a:pt x="655" y="226"/>
                    <a:pt x="640" y="235"/>
                  </a:cubicBezTo>
                  <a:cubicBezTo>
                    <a:pt x="632" y="240"/>
                    <a:pt x="623" y="244"/>
                    <a:pt x="619" y="245"/>
                  </a:cubicBezTo>
                  <a:cubicBezTo>
                    <a:pt x="617" y="245"/>
                    <a:pt x="616" y="246"/>
                    <a:pt x="614" y="247"/>
                  </a:cubicBezTo>
                  <a:cubicBezTo>
                    <a:pt x="613" y="247"/>
                    <a:pt x="613" y="247"/>
                    <a:pt x="613" y="246"/>
                  </a:cubicBezTo>
                  <a:cubicBezTo>
                    <a:pt x="614" y="246"/>
                    <a:pt x="614" y="246"/>
                    <a:pt x="614" y="246"/>
                  </a:cubicBezTo>
                  <a:cubicBezTo>
                    <a:pt x="612" y="243"/>
                    <a:pt x="608" y="241"/>
                    <a:pt x="605" y="241"/>
                  </a:cubicBezTo>
                  <a:cubicBezTo>
                    <a:pt x="600" y="240"/>
                    <a:pt x="596" y="245"/>
                    <a:pt x="592" y="250"/>
                  </a:cubicBezTo>
                  <a:cubicBezTo>
                    <a:pt x="588" y="255"/>
                    <a:pt x="583" y="262"/>
                    <a:pt x="577" y="263"/>
                  </a:cubicBezTo>
                  <a:cubicBezTo>
                    <a:pt x="571" y="263"/>
                    <a:pt x="568" y="262"/>
                    <a:pt x="566" y="261"/>
                  </a:cubicBezTo>
                  <a:cubicBezTo>
                    <a:pt x="559" y="257"/>
                    <a:pt x="559" y="257"/>
                    <a:pt x="559" y="257"/>
                  </a:cubicBezTo>
                  <a:cubicBezTo>
                    <a:pt x="559" y="257"/>
                    <a:pt x="558" y="257"/>
                    <a:pt x="557" y="257"/>
                  </a:cubicBezTo>
                  <a:cubicBezTo>
                    <a:pt x="557" y="257"/>
                    <a:pt x="557" y="257"/>
                    <a:pt x="557" y="257"/>
                  </a:cubicBezTo>
                  <a:cubicBezTo>
                    <a:pt x="556" y="257"/>
                    <a:pt x="556" y="257"/>
                    <a:pt x="556" y="257"/>
                  </a:cubicBezTo>
                  <a:cubicBezTo>
                    <a:pt x="556" y="257"/>
                    <a:pt x="556" y="257"/>
                    <a:pt x="555" y="257"/>
                  </a:cubicBezTo>
                  <a:cubicBezTo>
                    <a:pt x="555" y="257"/>
                    <a:pt x="555" y="257"/>
                    <a:pt x="555" y="257"/>
                  </a:cubicBezTo>
                  <a:cubicBezTo>
                    <a:pt x="554" y="257"/>
                    <a:pt x="553" y="257"/>
                    <a:pt x="553" y="257"/>
                  </a:cubicBezTo>
                  <a:cubicBezTo>
                    <a:pt x="555" y="246"/>
                    <a:pt x="550" y="237"/>
                    <a:pt x="545" y="230"/>
                  </a:cubicBezTo>
                  <a:cubicBezTo>
                    <a:pt x="541" y="223"/>
                    <a:pt x="542" y="219"/>
                    <a:pt x="543" y="213"/>
                  </a:cubicBezTo>
                  <a:cubicBezTo>
                    <a:pt x="544" y="210"/>
                    <a:pt x="545" y="207"/>
                    <a:pt x="545" y="204"/>
                  </a:cubicBezTo>
                  <a:cubicBezTo>
                    <a:pt x="545" y="197"/>
                    <a:pt x="544" y="191"/>
                    <a:pt x="542" y="186"/>
                  </a:cubicBezTo>
                  <a:cubicBezTo>
                    <a:pt x="540" y="180"/>
                    <a:pt x="539" y="174"/>
                    <a:pt x="540" y="166"/>
                  </a:cubicBezTo>
                  <a:cubicBezTo>
                    <a:pt x="542" y="156"/>
                    <a:pt x="541" y="151"/>
                    <a:pt x="539" y="145"/>
                  </a:cubicBezTo>
                  <a:cubicBezTo>
                    <a:pt x="538" y="142"/>
                    <a:pt x="537" y="139"/>
                    <a:pt x="536" y="135"/>
                  </a:cubicBezTo>
                  <a:cubicBezTo>
                    <a:pt x="536" y="129"/>
                    <a:pt x="538" y="124"/>
                    <a:pt x="540" y="118"/>
                  </a:cubicBezTo>
                  <a:cubicBezTo>
                    <a:pt x="541" y="114"/>
                    <a:pt x="542" y="110"/>
                    <a:pt x="543" y="105"/>
                  </a:cubicBezTo>
                  <a:cubicBezTo>
                    <a:pt x="544" y="98"/>
                    <a:pt x="542" y="91"/>
                    <a:pt x="541" y="84"/>
                  </a:cubicBezTo>
                  <a:cubicBezTo>
                    <a:pt x="540" y="78"/>
                    <a:pt x="537" y="71"/>
                    <a:pt x="538" y="66"/>
                  </a:cubicBezTo>
                  <a:cubicBezTo>
                    <a:pt x="538" y="60"/>
                    <a:pt x="539" y="55"/>
                    <a:pt x="540" y="49"/>
                  </a:cubicBezTo>
                  <a:cubicBezTo>
                    <a:pt x="541" y="43"/>
                    <a:pt x="541" y="38"/>
                    <a:pt x="541" y="32"/>
                  </a:cubicBezTo>
                  <a:cubicBezTo>
                    <a:pt x="541" y="38"/>
                    <a:pt x="538" y="46"/>
                    <a:pt x="537" y="52"/>
                  </a:cubicBezTo>
                  <a:cubicBezTo>
                    <a:pt x="536" y="57"/>
                    <a:pt x="535" y="61"/>
                    <a:pt x="535" y="67"/>
                  </a:cubicBezTo>
                  <a:cubicBezTo>
                    <a:pt x="531" y="61"/>
                    <a:pt x="528" y="54"/>
                    <a:pt x="525" y="47"/>
                  </a:cubicBezTo>
                  <a:cubicBezTo>
                    <a:pt x="524" y="45"/>
                    <a:pt x="523" y="44"/>
                    <a:pt x="522" y="43"/>
                  </a:cubicBezTo>
                  <a:cubicBezTo>
                    <a:pt x="521" y="42"/>
                    <a:pt x="521" y="42"/>
                    <a:pt x="520" y="39"/>
                  </a:cubicBezTo>
                  <a:cubicBezTo>
                    <a:pt x="520" y="37"/>
                    <a:pt x="520" y="35"/>
                    <a:pt x="520" y="34"/>
                  </a:cubicBezTo>
                  <a:cubicBezTo>
                    <a:pt x="520" y="32"/>
                    <a:pt x="520" y="30"/>
                    <a:pt x="520" y="28"/>
                  </a:cubicBezTo>
                  <a:cubicBezTo>
                    <a:pt x="519" y="25"/>
                    <a:pt x="518" y="22"/>
                    <a:pt x="517" y="18"/>
                  </a:cubicBezTo>
                  <a:cubicBezTo>
                    <a:pt x="515" y="12"/>
                    <a:pt x="511" y="6"/>
                    <a:pt x="512" y="0"/>
                  </a:cubicBezTo>
                  <a:cubicBezTo>
                    <a:pt x="510" y="7"/>
                    <a:pt x="513" y="11"/>
                    <a:pt x="515" y="18"/>
                  </a:cubicBezTo>
                  <a:cubicBezTo>
                    <a:pt x="516" y="21"/>
                    <a:pt x="516" y="26"/>
                    <a:pt x="517" y="29"/>
                  </a:cubicBezTo>
                  <a:cubicBezTo>
                    <a:pt x="517" y="30"/>
                    <a:pt x="517" y="32"/>
                    <a:pt x="516" y="33"/>
                  </a:cubicBezTo>
                  <a:cubicBezTo>
                    <a:pt x="516" y="35"/>
                    <a:pt x="516" y="38"/>
                    <a:pt x="517" y="40"/>
                  </a:cubicBezTo>
                  <a:cubicBezTo>
                    <a:pt x="518" y="44"/>
                    <a:pt x="519" y="46"/>
                    <a:pt x="520" y="47"/>
                  </a:cubicBezTo>
                  <a:cubicBezTo>
                    <a:pt x="521" y="48"/>
                    <a:pt x="522" y="48"/>
                    <a:pt x="522" y="49"/>
                  </a:cubicBezTo>
                  <a:cubicBezTo>
                    <a:pt x="526" y="58"/>
                    <a:pt x="530" y="68"/>
                    <a:pt x="534" y="75"/>
                  </a:cubicBezTo>
                  <a:cubicBezTo>
                    <a:pt x="535" y="77"/>
                    <a:pt x="535" y="77"/>
                    <a:pt x="535" y="77"/>
                  </a:cubicBezTo>
                  <a:cubicBezTo>
                    <a:pt x="536" y="80"/>
                    <a:pt x="536" y="82"/>
                    <a:pt x="537" y="85"/>
                  </a:cubicBezTo>
                  <a:cubicBezTo>
                    <a:pt x="538" y="91"/>
                    <a:pt x="540" y="98"/>
                    <a:pt x="539" y="105"/>
                  </a:cubicBezTo>
                  <a:cubicBezTo>
                    <a:pt x="538" y="109"/>
                    <a:pt x="537" y="113"/>
                    <a:pt x="536" y="117"/>
                  </a:cubicBezTo>
                  <a:cubicBezTo>
                    <a:pt x="534" y="122"/>
                    <a:pt x="531" y="129"/>
                    <a:pt x="531" y="135"/>
                  </a:cubicBezTo>
                  <a:cubicBezTo>
                    <a:pt x="532" y="140"/>
                    <a:pt x="533" y="144"/>
                    <a:pt x="534" y="147"/>
                  </a:cubicBezTo>
                  <a:cubicBezTo>
                    <a:pt x="535" y="152"/>
                    <a:pt x="537" y="156"/>
                    <a:pt x="536" y="162"/>
                  </a:cubicBezTo>
                  <a:cubicBezTo>
                    <a:pt x="534" y="161"/>
                    <a:pt x="533" y="161"/>
                    <a:pt x="532" y="160"/>
                  </a:cubicBezTo>
                  <a:cubicBezTo>
                    <a:pt x="530" y="160"/>
                    <a:pt x="529" y="159"/>
                    <a:pt x="528" y="158"/>
                  </a:cubicBezTo>
                  <a:cubicBezTo>
                    <a:pt x="528" y="158"/>
                    <a:pt x="517" y="147"/>
                    <a:pt x="516" y="147"/>
                  </a:cubicBezTo>
                  <a:cubicBezTo>
                    <a:pt x="516" y="147"/>
                    <a:pt x="508" y="143"/>
                    <a:pt x="508" y="143"/>
                  </a:cubicBezTo>
                  <a:cubicBezTo>
                    <a:pt x="498" y="138"/>
                    <a:pt x="486" y="134"/>
                    <a:pt x="488" y="119"/>
                  </a:cubicBezTo>
                  <a:cubicBezTo>
                    <a:pt x="488" y="119"/>
                    <a:pt x="488" y="119"/>
                    <a:pt x="488" y="119"/>
                  </a:cubicBezTo>
                  <a:cubicBezTo>
                    <a:pt x="488" y="121"/>
                    <a:pt x="488" y="123"/>
                    <a:pt x="488" y="124"/>
                  </a:cubicBezTo>
                  <a:cubicBezTo>
                    <a:pt x="488" y="138"/>
                    <a:pt x="496" y="143"/>
                    <a:pt x="504" y="147"/>
                  </a:cubicBezTo>
                  <a:cubicBezTo>
                    <a:pt x="499" y="148"/>
                    <a:pt x="495" y="150"/>
                    <a:pt x="492" y="151"/>
                  </a:cubicBezTo>
                  <a:cubicBezTo>
                    <a:pt x="484" y="155"/>
                    <a:pt x="479" y="158"/>
                    <a:pt x="470" y="152"/>
                  </a:cubicBezTo>
                  <a:cubicBezTo>
                    <a:pt x="470" y="152"/>
                    <a:pt x="470" y="152"/>
                    <a:pt x="470" y="152"/>
                  </a:cubicBezTo>
                  <a:cubicBezTo>
                    <a:pt x="482" y="160"/>
                    <a:pt x="487" y="158"/>
                    <a:pt x="495" y="154"/>
                  </a:cubicBezTo>
                  <a:cubicBezTo>
                    <a:pt x="500" y="151"/>
                    <a:pt x="505" y="150"/>
                    <a:pt x="512" y="151"/>
                  </a:cubicBezTo>
                  <a:cubicBezTo>
                    <a:pt x="513" y="151"/>
                    <a:pt x="513" y="151"/>
                    <a:pt x="514" y="151"/>
                  </a:cubicBezTo>
                  <a:cubicBezTo>
                    <a:pt x="514" y="152"/>
                    <a:pt x="524" y="162"/>
                    <a:pt x="524" y="162"/>
                  </a:cubicBezTo>
                  <a:cubicBezTo>
                    <a:pt x="526" y="164"/>
                    <a:pt x="528" y="164"/>
                    <a:pt x="529" y="165"/>
                  </a:cubicBezTo>
                  <a:cubicBezTo>
                    <a:pt x="532" y="166"/>
                    <a:pt x="534" y="167"/>
                    <a:pt x="534" y="171"/>
                  </a:cubicBezTo>
                  <a:cubicBezTo>
                    <a:pt x="534" y="171"/>
                    <a:pt x="534" y="171"/>
                    <a:pt x="534" y="171"/>
                  </a:cubicBezTo>
                  <a:cubicBezTo>
                    <a:pt x="534" y="177"/>
                    <a:pt x="535" y="182"/>
                    <a:pt x="537" y="187"/>
                  </a:cubicBezTo>
                  <a:cubicBezTo>
                    <a:pt x="538" y="193"/>
                    <a:pt x="540" y="197"/>
                    <a:pt x="539" y="204"/>
                  </a:cubicBezTo>
                  <a:cubicBezTo>
                    <a:pt x="539" y="207"/>
                    <a:pt x="539" y="209"/>
                    <a:pt x="538" y="211"/>
                  </a:cubicBezTo>
                  <a:cubicBezTo>
                    <a:pt x="537" y="218"/>
                    <a:pt x="535" y="224"/>
                    <a:pt x="541" y="233"/>
                  </a:cubicBezTo>
                  <a:cubicBezTo>
                    <a:pt x="546" y="241"/>
                    <a:pt x="550" y="250"/>
                    <a:pt x="546" y="261"/>
                  </a:cubicBezTo>
                  <a:cubicBezTo>
                    <a:pt x="544" y="262"/>
                    <a:pt x="541" y="263"/>
                    <a:pt x="535" y="263"/>
                  </a:cubicBezTo>
                  <a:cubicBezTo>
                    <a:pt x="529" y="262"/>
                    <a:pt x="524" y="255"/>
                    <a:pt x="520" y="250"/>
                  </a:cubicBezTo>
                  <a:cubicBezTo>
                    <a:pt x="516" y="245"/>
                    <a:pt x="512" y="240"/>
                    <a:pt x="507" y="241"/>
                  </a:cubicBezTo>
                  <a:cubicBezTo>
                    <a:pt x="504" y="241"/>
                    <a:pt x="500" y="243"/>
                    <a:pt x="498" y="246"/>
                  </a:cubicBezTo>
                  <a:cubicBezTo>
                    <a:pt x="499" y="246"/>
                    <a:pt x="499" y="246"/>
                    <a:pt x="499" y="246"/>
                  </a:cubicBezTo>
                  <a:cubicBezTo>
                    <a:pt x="498" y="247"/>
                    <a:pt x="498" y="247"/>
                    <a:pt x="498" y="247"/>
                  </a:cubicBezTo>
                  <a:cubicBezTo>
                    <a:pt x="496" y="246"/>
                    <a:pt x="494" y="245"/>
                    <a:pt x="493" y="245"/>
                  </a:cubicBezTo>
                  <a:cubicBezTo>
                    <a:pt x="489" y="244"/>
                    <a:pt x="485" y="243"/>
                    <a:pt x="480" y="239"/>
                  </a:cubicBezTo>
                  <a:cubicBezTo>
                    <a:pt x="468" y="231"/>
                    <a:pt x="453" y="228"/>
                    <a:pt x="440" y="226"/>
                  </a:cubicBezTo>
                  <a:cubicBezTo>
                    <a:pt x="438" y="225"/>
                    <a:pt x="438" y="225"/>
                    <a:pt x="438" y="225"/>
                  </a:cubicBezTo>
                  <a:cubicBezTo>
                    <a:pt x="434" y="224"/>
                    <a:pt x="430" y="223"/>
                    <a:pt x="426" y="221"/>
                  </a:cubicBezTo>
                  <a:cubicBezTo>
                    <a:pt x="423" y="220"/>
                    <a:pt x="423" y="219"/>
                    <a:pt x="422" y="218"/>
                  </a:cubicBezTo>
                  <a:cubicBezTo>
                    <a:pt x="422" y="217"/>
                    <a:pt x="422" y="216"/>
                    <a:pt x="422" y="215"/>
                  </a:cubicBezTo>
                  <a:cubicBezTo>
                    <a:pt x="421" y="213"/>
                    <a:pt x="421" y="212"/>
                    <a:pt x="420" y="210"/>
                  </a:cubicBezTo>
                  <a:cubicBezTo>
                    <a:pt x="420" y="207"/>
                    <a:pt x="420" y="207"/>
                    <a:pt x="420" y="207"/>
                  </a:cubicBezTo>
                  <a:cubicBezTo>
                    <a:pt x="420" y="203"/>
                    <a:pt x="423" y="202"/>
                    <a:pt x="429" y="200"/>
                  </a:cubicBezTo>
                  <a:cubicBezTo>
                    <a:pt x="429" y="200"/>
                    <a:pt x="429" y="200"/>
                    <a:pt x="429" y="200"/>
                  </a:cubicBezTo>
                  <a:cubicBezTo>
                    <a:pt x="433" y="199"/>
                    <a:pt x="437" y="200"/>
                    <a:pt x="439" y="202"/>
                  </a:cubicBezTo>
                  <a:cubicBezTo>
                    <a:pt x="440" y="204"/>
                    <a:pt x="442" y="205"/>
                    <a:pt x="446" y="206"/>
                  </a:cubicBezTo>
                  <a:cubicBezTo>
                    <a:pt x="449" y="206"/>
                    <a:pt x="452" y="204"/>
                    <a:pt x="454" y="203"/>
                  </a:cubicBezTo>
                  <a:cubicBezTo>
                    <a:pt x="457" y="202"/>
                    <a:pt x="461" y="200"/>
                    <a:pt x="464" y="203"/>
                  </a:cubicBezTo>
                  <a:cubicBezTo>
                    <a:pt x="465" y="203"/>
                    <a:pt x="465" y="203"/>
                    <a:pt x="465" y="203"/>
                  </a:cubicBezTo>
                  <a:cubicBezTo>
                    <a:pt x="459" y="198"/>
                    <a:pt x="455" y="200"/>
                    <a:pt x="452" y="201"/>
                  </a:cubicBezTo>
                  <a:cubicBezTo>
                    <a:pt x="450" y="202"/>
                    <a:pt x="447" y="203"/>
                    <a:pt x="445" y="202"/>
                  </a:cubicBezTo>
                  <a:cubicBezTo>
                    <a:pt x="444" y="202"/>
                    <a:pt x="442" y="201"/>
                    <a:pt x="441" y="199"/>
                  </a:cubicBezTo>
                  <a:cubicBezTo>
                    <a:pt x="440" y="198"/>
                    <a:pt x="439" y="198"/>
                    <a:pt x="438" y="197"/>
                  </a:cubicBezTo>
                  <a:cubicBezTo>
                    <a:pt x="441" y="195"/>
                    <a:pt x="443" y="193"/>
                    <a:pt x="445" y="189"/>
                  </a:cubicBezTo>
                  <a:cubicBezTo>
                    <a:pt x="445" y="189"/>
                    <a:pt x="445" y="189"/>
                    <a:pt x="445" y="189"/>
                  </a:cubicBezTo>
                  <a:cubicBezTo>
                    <a:pt x="443" y="193"/>
                    <a:pt x="438" y="195"/>
                    <a:pt x="433" y="195"/>
                  </a:cubicBezTo>
                  <a:cubicBezTo>
                    <a:pt x="432" y="195"/>
                    <a:pt x="432" y="195"/>
                    <a:pt x="431" y="195"/>
                  </a:cubicBezTo>
                  <a:cubicBezTo>
                    <a:pt x="431" y="195"/>
                    <a:pt x="430" y="195"/>
                    <a:pt x="429" y="195"/>
                  </a:cubicBezTo>
                  <a:cubicBezTo>
                    <a:pt x="428" y="195"/>
                    <a:pt x="427" y="196"/>
                    <a:pt x="426" y="196"/>
                  </a:cubicBezTo>
                  <a:cubicBezTo>
                    <a:pt x="422" y="197"/>
                    <a:pt x="418" y="198"/>
                    <a:pt x="416" y="201"/>
                  </a:cubicBezTo>
                  <a:cubicBezTo>
                    <a:pt x="416" y="201"/>
                    <a:pt x="415" y="201"/>
                    <a:pt x="415" y="200"/>
                  </a:cubicBezTo>
                  <a:cubicBezTo>
                    <a:pt x="414" y="199"/>
                    <a:pt x="413" y="198"/>
                    <a:pt x="413" y="198"/>
                  </a:cubicBezTo>
                  <a:cubicBezTo>
                    <a:pt x="409" y="194"/>
                    <a:pt x="406" y="190"/>
                    <a:pt x="404" y="186"/>
                  </a:cubicBezTo>
                  <a:cubicBezTo>
                    <a:pt x="404" y="182"/>
                    <a:pt x="402" y="181"/>
                    <a:pt x="402" y="178"/>
                  </a:cubicBezTo>
                  <a:cubicBezTo>
                    <a:pt x="403" y="173"/>
                    <a:pt x="400" y="168"/>
                    <a:pt x="399" y="163"/>
                  </a:cubicBezTo>
                  <a:cubicBezTo>
                    <a:pt x="399" y="163"/>
                    <a:pt x="399" y="163"/>
                    <a:pt x="399" y="163"/>
                  </a:cubicBezTo>
                  <a:cubicBezTo>
                    <a:pt x="400" y="167"/>
                    <a:pt x="400" y="171"/>
                    <a:pt x="400" y="175"/>
                  </a:cubicBezTo>
                  <a:cubicBezTo>
                    <a:pt x="400" y="177"/>
                    <a:pt x="399" y="178"/>
                    <a:pt x="399" y="180"/>
                  </a:cubicBezTo>
                  <a:cubicBezTo>
                    <a:pt x="397" y="178"/>
                    <a:pt x="395" y="177"/>
                    <a:pt x="393" y="175"/>
                  </a:cubicBezTo>
                  <a:cubicBezTo>
                    <a:pt x="386" y="172"/>
                    <a:pt x="383" y="169"/>
                    <a:pt x="385" y="164"/>
                  </a:cubicBezTo>
                  <a:cubicBezTo>
                    <a:pt x="385" y="163"/>
                    <a:pt x="385" y="163"/>
                    <a:pt x="385" y="163"/>
                  </a:cubicBezTo>
                  <a:cubicBezTo>
                    <a:pt x="382" y="174"/>
                    <a:pt x="385" y="175"/>
                    <a:pt x="391" y="179"/>
                  </a:cubicBezTo>
                  <a:cubicBezTo>
                    <a:pt x="395" y="181"/>
                    <a:pt x="399" y="183"/>
                    <a:pt x="400" y="186"/>
                  </a:cubicBezTo>
                  <a:cubicBezTo>
                    <a:pt x="400" y="186"/>
                    <a:pt x="400" y="187"/>
                    <a:pt x="400" y="187"/>
                  </a:cubicBezTo>
                  <a:cubicBezTo>
                    <a:pt x="402" y="193"/>
                    <a:pt x="405" y="197"/>
                    <a:pt x="408" y="201"/>
                  </a:cubicBezTo>
                  <a:cubicBezTo>
                    <a:pt x="411" y="204"/>
                    <a:pt x="413" y="207"/>
                    <a:pt x="415" y="210"/>
                  </a:cubicBezTo>
                  <a:cubicBezTo>
                    <a:pt x="415" y="212"/>
                    <a:pt x="416" y="214"/>
                    <a:pt x="416" y="216"/>
                  </a:cubicBezTo>
                  <a:cubicBezTo>
                    <a:pt x="417" y="216"/>
                    <a:pt x="415" y="217"/>
                    <a:pt x="415" y="216"/>
                  </a:cubicBezTo>
                  <a:cubicBezTo>
                    <a:pt x="413" y="215"/>
                    <a:pt x="412" y="215"/>
                    <a:pt x="410" y="214"/>
                  </a:cubicBezTo>
                  <a:cubicBezTo>
                    <a:pt x="405" y="211"/>
                    <a:pt x="400" y="208"/>
                    <a:pt x="394" y="206"/>
                  </a:cubicBezTo>
                  <a:cubicBezTo>
                    <a:pt x="392" y="205"/>
                    <a:pt x="389" y="204"/>
                    <a:pt x="386" y="204"/>
                  </a:cubicBezTo>
                  <a:cubicBezTo>
                    <a:pt x="384" y="203"/>
                    <a:pt x="381" y="203"/>
                    <a:pt x="379" y="202"/>
                  </a:cubicBezTo>
                  <a:cubicBezTo>
                    <a:pt x="372" y="199"/>
                    <a:pt x="364" y="196"/>
                    <a:pt x="361" y="191"/>
                  </a:cubicBezTo>
                  <a:cubicBezTo>
                    <a:pt x="360" y="189"/>
                    <a:pt x="360" y="188"/>
                    <a:pt x="359" y="186"/>
                  </a:cubicBezTo>
                  <a:cubicBezTo>
                    <a:pt x="359" y="184"/>
                    <a:pt x="358" y="182"/>
                    <a:pt x="357" y="180"/>
                  </a:cubicBezTo>
                  <a:cubicBezTo>
                    <a:pt x="356" y="178"/>
                    <a:pt x="353" y="176"/>
                    <a:pt x="351" y="175"/>
                  </a:cubicBezTo>
                  <a:cubicBezTo>
                    <a:pt x="348" y="172"/>
                    <a:pt x="348" y="172"/>
                    <a:pt x="348" y="172"/>
                  </a:cubicBezTo>
                  <a:cubicBezTo>
                    <a:pt x="347" y="171"/>
                    <a:pt x="347" y="171"/>
                    <a:pt x="347" y="171"/>
                  </a:cubicBezTo>
                  <a:cubicBezTo>
                    <a:pt x="344" y="167"/>
                    <a:pt x="343" y="164"/>
                    <a:pt x="344" y="161"/>
                  </a:cubicBezTo>
                  <a:cubicBezTo>
                    <a:pt x="341" y="167"/>
                    <a:pt x="342" y="170"/>
                    <a:pt x="345" y="173"/>
                  </a:cubicBezTo>
                  <a:cubicBezTo>
                    <a:pt x="346" y="174"/>
                    <a:pt x="346" y="174"/>
                    <a:pt x="346" y="174"/>
                  </a:cubicBezTo>
                  <a:cubicBezTo>
                    <a:pt x="350" y="178"/>
                    <a:pt x="350" y="178"/>
                    <a:pt x="350" y="178"/>
                  </a:cubicBezTo>
                  <a:cubicBezTo>
                    <a:pt x="351" y="179"/>
                    <a:pt x="352" y="180"/>
                    <a:pt x="353" y="181"/>
                  </a:cubicBezTo>
                  <a:cubicBezTo>
                    <a:pt x="354" y="182"/>
                    <a:pt x="354" y="184"/>
                    <a:pt x="355" y="186"/>
                  </a:cubicBezTo>
                  <a:cubicBezTo>
                    <a:pt x="355" y="188"/>
                    <a:pt x="355" y="190"/>
                    <a:pt x="356" y="192"/>
                  </a:cubicBezTo>
                  <a:cubicBezTo>
                    <a:pt x="355" y="192"/>
                    <a:pt x="355" y="192"/>
                    <a:pt x="354" y="192"/>
                  </a:cubicBezTo>
                  <a:cubicBezTo>
                    <a:pt x="351" y="191"/>
                    <a:pt x="347" y="192"/>
                    <a:pt x="346" y="190"/>
                  </a:cubicBezTo>
                  <a:cubicBezTo>
                    <a:pt x="344" y="189"/>
                    <a:pt x="343" y="187"/>
                    <a:pt x="343" y="186"/>
                  </a:cubicBezTo>
                  <a:cubicBezTo>
                    <a:pt x="341" y="183"/>
                    <a:pt x="340" y="182"/>
                    <a:pt x="335" y="180"/>
                  </a:cubicBezTo>
                  <a:cubicBezTo>
                    <a:pt x="339" y="181"/>
                    <a:pt x="338" y="185"/>
                    <a:pt x="339" y="187"/>
                  </a:cubicBezTo>
                  <a:cubicBezTo>
                    <a:pt x="340" y="188"/>
                    <a:pt x="341" y="190"/>
                    <a:pt x="344" y="193"/>
                  </a:cubicBezTo>
                  <a:cubicBezTo>
                    <a:pt x="347" y="196"/>
                    <a:pt x="350" y="196"/>
                    <a:pt x="354" y="196"/>
                  </a:cubicBezTo>
                  <a:cubicBezTo>
                    <a:pt x="357" y="196"/>
                    <a:pt x="359" y="197"/>
                    <a:pt x="360" y="198"/>
                  </a:cubicBezTo>
                  <a:cubicBezTo>
                    <a:pt x="360" y="198"/>
                    <a:pt x="360" y="198"/>
                    <a:pt x="360" y="198"/>
                  </a:cubicBezTo>
                  <a:cubicBezTo>
                    <a:pt x="363" y="200"/>
                    <a:pt x="367" y="202"/>
                    <a:pt x="371" y="204"/>
                  </a:cubicBezTo>
                  <a:cubicBezTo>
                    <a:pt x="372" y="204"/>
                    <a:pt x="371" y="205"/>
                    <a:pt x="369" y="206"/>
                  </a:cubicBezTo>
                  <a:cubicBezTo>
                    <a:pt x="367" y="207"/>
                    <a:pt x="362" y="207"/>
                    <a:pt x="361" y="207"/>
                  </a:cubicBezTo>
                  <a:cubicBezTo>
                    <a:pt x="347" y="209"/>
                    <a:pt x="329" y="214"/>
                    <a:pt x="329" y="202"/>
                  </a:cubicBezTo>
                  <a:cubicBezTo>
                    <a:pt x="329" y="203"/>
                    <a:pt x="329" y="203"/>
                    <a:pt x="329" y="203"/>
                  </a:cubicBezTo>
                  <a:cubicBezTo>
                    <a:pt x="323" y="218"/>
                    <a:pt x="351" y="214"/>
                    <a:pt x="366" y="211"/>
                  </a:cubicBezTo>
                  <a:cubicBezTo>
                    <a:pt x="376" y="210"/>
                    <a:pt x="385" y="209"/>
                    <a:pt x="392" y="212"/>
                  </a:cubicBezTo>
                  <a:cubicBezTo>
                    <a:pt x="397" y="214"/>
                    <a:pt x="402" y="217"/>
                    <a:pt x="407" y="219"/>
                  </a:cubicBezTo>
                  <a:cubicBezTo>
                    <a:pt x="416" y="224"/>
                    <a:pt x="426" y="229"/>
                    <a:pt x="437" y="232"/>
                  </a:cubicBezTo>
                  <a:cubicBezTo>
                    <a:pt x="439" y="232"/>
                    <a:pt x="439" y="232"/>
                    <a:pt x="439" y="232"/>
                  </a:cubicBezTo>
                  <a:cubicBezTo>
                    <a:pt x="452" y="235"/>
                    <a:pt x="465" y="239"/>
                    <a:pt x="475" y="246"/>
                  </a:cubicBezTo>
                  <a:cubicBezTo>
                    <a:pt x="482" y="250"/>
                    <a:pt x="487" y="252"/>
                    <a:pt x="490" y="253"/>
                  </a:cubicBezTo>
                  <a:cubicBezTo>
                    <a:pt x="492" y="253"/>
                    <a:pt x="494" y="254"/>
                    <a:pt x="495" y="254"/>
                  </a:cubicBezTo>
                  <a:cubicBezTo>
                    <a:pt x="495" y="257"/>
                    <a:pt x="494" y="260"/>
                    <a:pt x="493" y="263"/>
                  </a:cubicBezTo>
                  <a:cubicBezTo>
                    <a:pt x="491" y="271"/>
                    <a:pt x="488" y="274"/>
                    <a:pt x="484" y="276"/>
                  </a:cubicBezTo>
                  <a:cubicBezTo>
                    <a:pt x="484" y="276"/>
                    <a:pt x="484" y="276"/>
                    <a:pt x="484" y="276"/>
                  </a:cubicBezTo>
                  <a:cubicBezTo>
                    <a:pt x="469" y="281"/>
                    <a:pt x="463" y="298"/>
                    <a:pt x="463" y="313"/>
                  </a:cubicBezTo>
                  <a:cubicBezTo>
                    <a:pt x="463" y="316"/>
                    <a:pt x="463" y="319"/>
                    <a:pt x="461" y="320"/>
                  </a:cubicBezTo>
                  <a:cubicBezTo>
                    <a:pt x="459" y="322"/>
                    <a:pt x="407" y="341"/>
                    <a:pt x="407" y="384"/>
                  </a:cubicBezTo>
                  <a:cubicBezTo>
                    <a:pt x="406" y="395"/>
                    <a:pt x="405" y="408"/>
                    <a:pt x="405" y="446"/>
                  </a:cubicBezTo>
                  <a:cubicBezTo>
                    <a:pt x="405" y="543"/>
                    <a:pt x="401" y="718"/>
                    <a:pt x="412" y="768"/>
                  </a:cubicBezTo>
                  <a:cubicBezTo>
                    <a:pt x="418" y="793"/>
                    <a:pt x="423" y="811"/>
                    <a:pt x="427" y="825"/>
                  </a:cubicBezTo>
                  <a:cubicBezTo>
                    <a:pt x="429" y="830"/>
                    <a:pt x="424" y="835"/>
                    <a:pt x="420" y="834"/>
                  </a:cubicBezTo>
                  <a:cubicBezTo>
                    <a:pt x="387" y="824"/>
                    <a:pt x="348" y="818"/>
                    <a:pt x="303" y="819"/>
                  </a:cubicBezTo>
                  <a:cubicBezTo>
                    <a:pt x="98" y="823"/>
                    <a:pt x="3" y="935"/>
                    <a:pt x="0" y="940"/>
                  </a:cubicBezTo>
                  <a:cubicBezTo>
                    <a:pt x="13" y="950"/>
                    <a:pt x="13" y="950"/>
                    <a:pt x="13" y="950"/>
                  </a:cubicBezTo>
                  <a:cubicBezTo>
                    <a:pt x="13" y="949"/>
                    <a:pt x="106" y="839"/>
                    <a:pt x="303" y="836"/>
                  </a:cubicBezTo>
                  <a:cubicBezTo>
                    <a:pt x="430" y="833"/>
                    <a:pt x="503" y="887"/>
                    <a:pt x="535" y="920"/>
                  </a:cubicBezTo>
                  <a:cubicBezTo>
                    <a:pt x="539" y="923"/>
                    <a:pt x="542" y="927"/>
                    <a:pt x="545" y="931"/>
                  </a:cubicBezTo>
                  <a:cubicBezTo>
                    <a:pt x="556" y="944"/>
                    <a:pt x="556" y="944"/>
                    <a:pt x="556" y="944"/>
                  </a:cubicBezTo>
                  <a:cubicBezTo>
                    <a:pt x="580" y="976"/>
                    <a:pt x="588" y="1005"/>
                    <a:pt x="588" y="1023"/>
                  </a:cubicBezTo>
                  <a:cubicBezTo>
                    <a:pt x="586" y="1029"/>
                    <a:pt x="586" y="1029"/>
                    <a:pt x="586" y="1029"/>
                  </a:cubicBezTo>
                  <a:cubicBezTo>
                    <a:pt x="589" y="1038"/>
                    <a:pt x="589" y="1038"/>
                    <a:pt x="589" y="1038"/>
                  </a:cubicBezTo>
                  <a:cubicBezTo>
                    <a:pt x="610" y="1028"/>
                    <a:pt x="610" y="1028"/>
                    <a:pt x="610" y="1028"/>
                  </a:cubicBezTo>
                  <a:cubicBezTo>
                    <a:pt x="604" y="1024"/>
                    <a:pt x="604" y="1024"/>
                    <a:pt x="604" y="1024"/>
                  </a:cubicBezTo>
                  <a:cubicBezTo>
                    <a:pt x="605" y="996"/>
                    <a:pt x="591" y="962"/>
                    <a:pt x="567" y="931"/>
                  </a:cubicBezTo>
                  <a:cubicBezTo>
                    <a:pt x="556" y="918"/>
                    <a:pt x="556" y="918"/>
                    <a:pt x="556" y="918"/>
                  </a:cubicBezTo>
                  <a:cubicBezTo>
                    <a:pt x="553" y="914"/>
                    <a:pt x="550" y="911"/>
                    <a:pt x="547" y="908"/>
                  </a:cubicBezTo>
                  <a:cubicBezTo>
                    <a:pt x="531" y="891"/>
                    <a:pt x="504" y="870"/>
                    <a:pt x="466" y="852"/>
                  </a:cubicBezTo>
                  <a:cubicBezTo>
                    <a:pt x="463" y="850"/>
                    <a:pt x="452" y="843"/>
                    <a:pt x="448" y="832"/>
                  </a:cubicBezTo>
                  <a:cubicBezTo>
                    <a:pt x="443" y="820"/>
                    <a:pt x="436" y="799"/>
                    <a:pt x="429" y="764"/>
                  </a:cubicBezTo>
                  <a:cubicBezTo>
                    <a:pt x="414" y="696"/>
                    <a:pt x="423" y="441"/>
                    <a:pt x="423" y="412"/>
                  </a:cubicBezTo>
                  <a:cubicBezTo>
                    <a:pt x="423" y="404"/>
                    <a:pt x="423" y="376"/>
                    <a:pt x="429" y="366"/>
                  </a:cubicBezTo>
                  <a:cubicBezTo>
                    <a:pt x="442" y="342"/>
                    <a:pt x="458" y="341"/>
                    <a:pt x="469" y="331"/>
                  </a:cubicBezTo>
                  <a:cubicBezTo>
                    <a:pt x="474" y="327"/>
                    <a:pt x="479" y="321"/>
                    <a:pt x="479" y="313"/>
                  </a:cubicBezTo>
                  <a:cubicBezTo>
                    <a:pt x="479" y="302"/>
                    <a:pt x="483" y="288"/>
                    <a:pt x="490" y="286"/>
                  </a:cubicBezTo>
                  <a:cubicBezTo>
                    <a:pt x="490" y="285"/>
                    <a:pt x="490" y="285"/>
                    <a:pt x="490" y="285"/>
                  </a:cubicBezTo>
                  <a:cubicBezTo>
                    <a:pt x="500" y="282"/>
                    <a:pt x="502" y="273"/>
                    <a:pt x="504" y="265"/>
                  </a:cubicBezTo>
                  <a:cubicBezTo>
                    <a:pt x="504" y="264"/>
                    <a:pt x="504" y="263"/>
                    <a:pt x="504" y="262"/>
                  </a:cubicBezTo>
                  <a:cubicBezTo>
                    <a:pt x="507" y="264"/>
                    <a:pt x="509" y="266"/>
                    <a:pt x="512" y="268"/>
                  </a:cubicBezTo>
                  <a:cubicBezTo>
                    <a:pt x="517" y="273"/>
                    <a:pt x="523" y="277"/>
                    <a:pt x="526" y="285"/>
                  </a:cubicBezTo>
                  <a:cubicBezTo>
                    <a:pt x="526" y="285"/>
                    <a:pt x="525" y="285"/>
                    <a:pt x="525" y="284"/>
                  </a:cubicBezTo>
                  <a:cubicBezTo>
                    <a:pt x="524" y="290"/>
                    <a:pt x="524" y="290"/>
                    <a:pt x="523" y="292"/>
                  </a:cubicBezTo>
                  <a:cubicBezTo>
                    <a:pt x="532" y="296"/>
                    <a:pt x="542" y="302"/>
                    <a:pt x="547" y="311"/>
                  </a:cubicBezTo>
                  <a:cubicBezTo>
                    <a:pt x="548" y="313"/>
                    <a:pt x="547" y="313"/>
                    <a:pt x="547" y="313"/>
                  </a:cubicBezTo>
                  <a:cubicBezTo>
                    <a:pt x="546" y="314"/>
                    <a:pt x="546" y="314"/>
                    <a:pt x="546" y="314"/>
                  </a:cubicBezTo>
                  <a:cubicBezTo>
                    <a:pt x="545" y="315"/>
                    <a:pt x="544" y="315"/>
                    <a:pt x="544" y="314"/>
                  </a:cubicBezTo>
                  <a:cubicBezTo>
                    <a:pt x="536" y="306"/>
                    <a:pt x="525" y="303"/>
                    <a:pt x="516" y="301"/>
                  </a:cubicBezTo>
                  <a:cubicBezTo>
                    <a:pt x="516" y="301"/>
                    <a:pt x="515" y="304"/>
                    <a:pt x="513" y="305"/>
                  </a:cubicBezTo>
                  <a:cubicBezTo>
                    <a:pt x="510" y="307"/>
                    <a:pt x="507" y="308"/>
                    <a:pt x="507" y="308"/>
                  </a:cubicBezTo>
                  <a:cubicBezTo>
                    <a:pt x="512" y="309"/>
                    <a:pt x="512" y="309"/>
                    <a:pt x="512" y="309"/>
                  </a:cubicBezTo>
                  <a:cubicBezTo>
                    <a:pt x="530" y="312"/>
                    <a:pt x="540" y="319"/>
                    <a:pt x="544" y="330"/>
                  </a:cubicBezTo>
                  <a:cubicBezTo>
                    <a:pt x="544" y="331"/>
                    <a:pt x="545" y="336"/>
                    <a:pt x="545" y="336"/>
                  </a:cubicBezTo>
                  <a:cubicBezTo>
                    <a:pt x="545" y="338"/>
                    <a:pt x="545" y="338"/>
                    <a:pt x="545" y="338"/>
                  </a:cubicBezTo>
                  <a:cubicBezTo>
                    <a:pt x="545" y="338"/>
                    <a:pt x="544" y="339"/>
                    <a:pt x="543" y="339"/>
                  </a:cubicBezTo>
                  <a:cubicBezTo>
                    <a:pt x="541" y="339"/>
                    <a:pt x="542" y="340"/>
                    <a:pt x="540" y="339"/>
                  </a:cubicBezTo>
                  <a:cubicBezTo>
                    <a:pt x="540" y="339"/>
                    <a:pt x="539" y="339"/>
                    <a:pt x="539" y="339"/>
                  </a:cubicBezTo>
                  <a:cubicBezTo>
                    <a:pt x="539" y="339"/>
                    <a:pt x="539" y="340"/>
                    <a:pt x="538" y="340"/>
                  </a:cubicBezTo>
                  <a:cubicBezTo>
                    <a:pt x="538" y="341"/>
                    <a:pt x="539" y="342"/>
                    <a:pt x="539" y="342"/>
                  </a:cubicBezTo>
                  <a:cubicBezTo>
                    <a:pt x="541" y="343"/>
                    <a:pt x="541" y="342"/>
                    <a:pt x="543" y="342"/>
                  </a:cubicBezTo>
                  <a:cubicBezTo>
                    <a:pt x="545" y="342"/>
                    <a:pt x="545" y="343"/>
                    <a:pt x="545" y="343"/>
                  </a:cubicBezTo>
                  <a:cubicBezTo>
                    <a:pt x="545" y="346"/>
                    <a:pt x="545" y="346"/>
                    <a:pt x="545" y="346"/>
                  </a:cubicBezTo>
                  <a:cubicBezTo>
                    <a:pt x="545" y="346"/>
                    <a:pt x="545" y="348"/>
                    <a:pt x="544" y="348"/>
                  </a:cubicBezTo>
                  <a:cubicBezTo>
                    <a:pt x="541" y="348"/>
                    <a:pt x="542" y="348"/>
                    <a:pt x="540" y="348"/>
                  </a:cubicBezTo>
                  <a:cubicBezTo>
                    <a:pt x="540" y="348"/>
                    <a:pt x="539" y="348"/>
                    <a:pt x="539" y="350"/>
                  </a:cubicBezTo>
                  <a:cubicBezTo>
                    <a:pt x="539" y="351"/>
                    <a:pt x="540" y="351"/>
                    <a:pt x="540" y="351"/>
                  </a:cubicBezTo>
                  <a:cubicBezTo>
                    <a:pt x="542" y="351"/>
                    <a:pt x="541" y="351"/>
                    <a:pt x="543" y="351"/>
                  </a:cubicBezTo>
                  <a:cubicBezTo>
                    <a:pt x="545" y="351"/>
                    <a:pt x="545" y="352"/>
                    <a:pt x="545" y="352"/>
                  </a:cubicBezTo>
                  <a:cubicBezTo>
                    <a:pt x="545" y="354"/>
                    <a:pt x="545" y="354"/>
                    <a:pt x="545" y="354"/>
                  </a:cubicBezTo>
                  <a:cubicBezTo>
                    <a:pt x="545" y="354"/>
                    <a:pt x="545" y="355"/>
                    <a:pt x="543" y="356"/>
                  </a:cubicBezTo>
                  <a:cubicBezTo>
                    <a:pt x="541" y="356"/>
                    <a:pt x="542" y="357"/>
                    <a:pt x="540" y="357"/>
                  </a:cubicBezTo>
                  <a:cubicBezTo>
                    <a:pt x="540" y="357"/>
                    <a:pt x="539" y="358"/>
                    <a:pt x="539" y="359"/>
                  </a:cubicBezTo>
                  <a:cubicBezTo>
                    <a:pt x="540" y="360"/>
                    <a:pt x="540" y="360"/>
                    <a:pt x="541" y="360"/>
                  </a:cubicBezTo>
                  <a:cubicBezTo>
                    <a:pt x="542" y="360"/>
                    <a:pt x="542" y="359"/>
                    <a:pt x="543" y="359"/>
                  </a:cubicBezTo>
                  <a:cubicBezTo>
                    <a:pt x="545" y="359"/>
                    <a:pt x="545" y="361"/>
                    <a:pt x="545" y="361"/>
                  </a:cubicBezTo>
                  <a:cubicBezTo>
                    <a:pt x="545" y="373"/>
                    <a:pt x="545" y="373"/>
                    <a:pt x="545" y="373"/>
                  </a:cubicBezTo>
                  <a:cubicBezTo>
                    <a:pt x="545" y="373"/>
                    <a:pt x="545" y="375"/>
                    <a:pt x="544" y="376"/>
                  </a:cubicBezTo>
                  <a:cubicBezTo>
                    <a:pt x="543" y="381"/>
                    <a:pt x="539" y="386"/>
                    <a:pt x="534" y="392"/>
                  </a:cubicBezTo>
                  <a:cubicBezTo>
                    <a:pt x="522" y="408"/>
                    <a:pt x="509" y="435"/>
                    <a:pt x="509" y="476"/>
                  </a:cubicBezTo>
                  <a:cubicBezTo>
                    <a:pt x="506" y="751"/>
                    <a:pt x="506" y="751"/>
                    <a:pt x="506" y="751"/>
                  </a:cubicBezTo>
                  <a:cubicBezTo>
                    <a:pt x="518" y="751"/>
                    <a:pt x="518" y="751"/>
                    <a:pt x="518" y="751"/>
                  </a:cubicBezTo>
                  <a:cubicBezTo>
                    <a:pt x="519" y="476"/>
                    <a:pt x="519" y="476"/>
                    <a:pt x="519" y="476"/>
                  </a:cubicBezTo>
                  <a:cubicBezTo>
                    <a:pt x="519" y="439"/>
                    <a:pt x="531" y="414"/>
                    <a:pt x="543" y="398"/>
                  </a:cubicBezTo>
                  <a:cubicBezTo>
                    <a:pt x="547" y="392"/>
                    <a:pt x="551" y="387"/>
                    <a:pt x="554" y="382"/>
                  </a:cubicBezTo>
                  <a:cubicBezTo>
                    <a:pt x="555" y="379"/>
                    <a:pt x="557" y="380"/>
                    <a:pt x="558" y="382"/>
                  </a:cubicBezTo>
                  <a:cubicBezTo>
                    <a:pt x="561" y="387"/>
                    <a:pt x="565" y="392"/>
                    <a:pt x="569" y="398"/>
                  </a:cubicBezTo>
                  <a:cubicBezTo>
                    <a:pt x="581" y="414"/>
                    <a:pt x="593" y="439"/>
                    <a:pt x="593" y="476"/>
                  </a:cubicBezTo>
                  <a:cubicBezTo>
                    <a:pt x="595" y="751"/>
                    <a:pt x="595" y="751"/>
                    <a:pt x="595" y="751"/>
                  </a:cubicBezTo>
                  <a:cubicBezTo>
                    <a:pt x="606" y="751"/>
                    <a:pt x="606" y="751"/>
                    <a:pt x="606" y="751"/>
                  </a:cubicBezTo>
                  <a:cubicBezTo>
                    <a:pt x="603" y="476"/>
                    <a:pt x="603" y="476"/>
                    <a:pt x="603" y="476"/>
                  </a:cubicBezTo>
                  <a:cubicBezTo>
                    <a:pt x="603" y="435"/>
                    <a:pt x="590" y="408"/>
                    <a:pt x="578" y="392"/>
                  </a:cubicBezTo>
                  <a:cubicBezTo>
                    <a:pt x="573" y="386"/>
                    <a:pt x="569" y="381"/>
                    <a:pt x="568" y="376"/>
                  </a:cubicBezTo>
                  <a:cubicBezTo>
                    <a:pt x="567" y="375"/>
                    <a:pt x="567" y="373"/>
                    <a:pt x="567" y="373"/>
                  </a:cubicBezTo>
                  <a:cubicBezTo>
                    <a:pt x="567" y="361"/>
                    <a:pt x="567" y="361"/>
                    <a:pt x="567" y="361"/>
                  </a:cubicBezTo>
                  <a:cubicBezTo>
                    <a:pt x="567" y="361"/>
                    <a:pt x="567" y="359"/>
                    <a:pt x="569" y="359"/>
                  </a:cubicBezTo>
                  <a:cubicBezTo>
                    <a:pt x="570" y="359"/>
                    <a:pt x="569" y="360"/>
                    <a:pt x="571" y="360"/>
                  </a:cubicBezTo>
                  <a:cubicBezTo>
                    <a:pt x="571" y="360"/>
                    <a:pt x="572" y="360"/>
                    <a:pt x="572" y="359"/>
                  </a:cubicBezTo>
                  <a:cubicBezTo>
                    <a:pt x="572" y="358"/>
                    <a:pt x="572" y="357"/>
                    <a:pt x="572" y="357"/>
                  </a:cubicBezTo>
                  <a:cubicBezTo>
                    <a:pt x="570" y="357"/>
                    <a:pt x="570" y="356"/>
                    <a:pt x="568" y="356"/>
                  </a:cubicBezTo>
                  <a:cubicBezTo>
                    <a:pt x="567" y="355"/>
                    <a:pt x="567" y="354"/>
                    <a:pt x="567" y="354"/>
                  </a:cubicBezTo>
                  <a:cubicBezTo>
                    <a:pt x="567" y="352"/>
                    <a:pt x="567" y="352"/>
                    <a:pt x="567" y="352"/>
                  </a:cubicBezTo>
                  <a:cubicBezTo>
                    <a:pt x="567" y="352"/>
                    <a:pt x="567" y="351"/>
                    <a:pt x="568" y="351"/>
                  </a:cubicBezTo>
                  <a:cubicBezTo>
                    <a:pt x="570" y="351"/>
                    <a:pt x="570" y="351"/>
                    <a:pt x="572" y="351"/>
                  </a:cubicBezTo>
                  <a:cubicBezTo>
                    <a:pt x="572" y="351"/>
                    <a:pt x="573" y="351"/>
                    <a:pt x="573" y="350"/>
                  </a:cubicBezTo>
                  <a:cubicBezTo>
                    <a:pt x="573" y="348"/>
                    <a:pt x="572" y="348"/>
                    <a:pt x="572" y="348"/>
                  </a:cubicBezTo>
                  <a:cubicBezTo>
                    <a:pt x="570" y="348"/>
                    <a:pt x="570" y="348"/>
                    <a:pt x="568" y="348"/>
                  </a:cubicBezTo>
                  <a:cubicBezTo>
                    <a:pt x="567" y="348"/>
                    <a:pt x="567" y="346"/>
                    <a:pt x="567" y="346"/>
                  </a:cubicBezTo>
                  <a:cubicBezTo>
                    <a:pt x="567" y="343"/>
                    <a:pt x="567" y="343"/>
                    <a:pt x="567" y="343"/>
                  </a:cubicBezTo>
                  <a:cubicBezTo>
                    <a:pt x="567" y="343"/>
                    <a:pt x="567" y="342"/>
                    <a:pt x="569" y="342"/>
                  </a:cubicBezTo>
                  <a:cubicBezTo>
                    <a:pt x="571" y="342"/>
                    <a:pt x="570" y="343"/>
                    <a:pt x="572" y="342"/>
                  </a:cubicBezTo>
                  <a:cubicBezTo>
                    <a:pt x="573" y="342"/>
                    <a:pt x="573" y="341"/>
                    <a:pt x="573" y="340"/>
                  </a:cubicBezTo>
                  <a:cubicBezTo>
                    <a:pt x="573" y="340"/>
                    <a:pt x="573" y="339"/>
                    <a:pt x="572" y="339"/>
                  </a:cubicBezTo>
                  <a:cubicBezTo>
                    <a:pt x="572" y="339"/>
                    <a:pt x="572" y="339"/>
                    <a:pt x="572" y="339"/>
                  </a:cubicBezTo>
                  <a:cubicBezTo>
                    <a:pt x="570" y="340"/>
                    <a:pt x="571" y="339"/>
                    <a:pt x="569" y="339"/>
                  </a:cubicBezTo>
                  <a:cubicBezTo>
                    <a:pt x="568" y="339"/>
                    <a:pt x="567" y="338"/>
                    <a:pt x="567" y="338"/>
                  </a:cubicBezTo>
                  <a:cubicBezTo>
                    <a:pt x="567" y="336"/>
                    <a:pt x="567" y="336"/>
                    <a:pt x="567" y="336"/>
                  </a:cubicBezTo>
                  <a:cubicBezTo>
                    <a:pt x="567" y="336"/>
                    <a:pt x="568" y="331"/>
                    <a:pt x="568" y="330"/>
                  </a:cubicBezTo>
                  <a:cubicBezTo>
                    <a:pt x="571" y="319"/>
                    <a:pt x="581" y="312"/>
                    <a:pt x="598" y="309"/>
                  </a:cubicBezTo>
                  <a:cubicBezTo>
                    <a:pt x="598" y="309"/>
                    <a:pt x="597" y="307"/>
                    <a:pt x="596" y="305"/>
                  </a:cubicBezTo>
                  <a:cubicBezTo>
                    <a:pt x="594" y="304"/>
                    <a:pt x="594" y="302"/>
                    <a:pt x="593" y="302"/>
                  </a:cubicBezTo>
                  <a:cubicBezTo>
                    <a:pt x="585" y="304"/>
                    <a:pt x="575" y="307"/>
                    <a:pt x="568" y="314"/>
                  </a:cubicBezTo>
                  <a:cubicBezTo>
                    <a:pt x="568" y="315"/>
                    <a:pt x="567" y="315"/>
                    <a:pt x="566" y="314"/>
                  </a:cubicBezTo>
                  <a:cubicBezTo>
                    <a:pt x="566" y="314"/>
                    <a:pt x="566" y="314"/>
                    <a:pt x="565" y="313"/>
                  </a:cubicBezTo>
                  <a:cubicBezTo>
                    <a:pt x="565" y="313"/>
                    <a:pt x="564" y="313"/>
                    <a:pt x="565" y="311"/>
                  </a:cubicBezTo>
                  <a:cubicBezTo>
                    <a:pt x="570" y="302"/>
                    <a:pt x="580" y="296"/>
                    <a:pt x="589" y="292"/>
                  </a:cubicBezTo>
                  <a:cubicBezTo>
                    <a:pt x="588" y="290"/>
                    <a:pt x="588" y="290"/>
                    <a:pt x="587" y="284"/>
                  </a:cubicBezTo>
                  <a:cubicBezTo>
                    <a:pt x="587" y="285"/>
                    <a:pt x="586" y="285"/>
                    <a:pt x="586" y="285"/>
                  </a:cubicBezTo>
                  <a:cubicBezTo>
                    <a:pt x="589" y="277"/>
                    <a:pt x="595" y="273"/>
                    <a:pt x="600" y="268"/>
                  </a:cubicBezTo>
                  <a:cubicBezTo>
                    <a:pt x="603" y="266"/>
                    <a:pt x="605" y="264"/>
                    <a:pt x="607" y="262"/>
                  </a:cubicBezTo>
                  <a:cubicBezTo>
                    <a:pt x="608" y="263"/>
                    <a:pt x="608" y="264"/>
                    <a:pt x="608" y="265"/>
                  </a:cubicBezTo>
                  <a:cubicBezTo>
                    <a:pt x="610" y="273"/>
                    <a:pt x="612" y="282"/>
                    <a:pt x="622" y="285"/>
                  </a:cubicBezTo>
                  <a:cubicBezTo>
                    <a:pt x="622" y="286"/>
                    <a:pt x="622" y="286"/>
                    <a:pt x="622" y="286"/>
                  </a:cubicBezTo>
                  <a:cubicBezTo>
                    <a:pt x="628" y="288"/>
                    <a:pt x="633" y="302"/>
                    <a:pt x="633" y="313"/>
                  </a:cubicBezTo>
                  <a:cubicBezTo>
                    <a:pt x="633" y="321"/>
                    <a:pt x="634" y="329"/>
                    <a:pt x="639" y="333"/>
                  </a:cubicBezTo>
                  <a:cubicBezTo>
                    <a:pt x="639" y="334"/>
                    <a:pt x="639" y="334"/>
                    <a:pt x="639" y="334"/>
                  </a:cubicBezTo>
                  <a:cubicBezTo>
                    <a:pt x="651" y="343"/>
                    <a:pt x="669" y="343"/>
                    <a:pt x="682" y="368"/>
                  </a:cubicBezTo>
                  <a:cubicBezTo>
                    <a:pt x="686" y="373"/>
                    <a:pt x="687" y="378"/>
                    <a:pt x="688" y="387"/>
                  </a:cubicBezTo>
                  <a:cubicBezTo>
                    <a:pt x="691" y="410"/>
                    <a:pt x="691" y="455"/>
                    <a:pt x="691" y="463"/>
                  </a:cubicBezTo>
                  <a:cubicBezTo>
                    <a:pt x="693" y="564"/>
                    <a:pt x="694" y="716"/>
                    <a:pt x="684" y="764"/>
                  </a:cubicBezTo>
                  <a:cubicBezTo>
                    <a:pt x="676" y="796"/>
                    <a:pt x="670" y="817"/>
                    <a:pt x="665" y="830"/>
                  </a:cubicBezTo>
                  <a:cubicBezTo>
                    <a:pt x="650" y="871"/>
                    <a:pt x="620" y="964"/>
                    <a:pt x="619" y="1009"/>
                  </a:cubicBezTo>
                  <a:cubicBezTo>
                    <a:pt x="619" y="1014"/>
                    <a:pt x="616" y="1022"/>
                    <a:pt x="616" y="1022"/>
                  </a:cubicBezTo>
                  <a:cubicBezTo>
                    <a:pt x="634" y="1019"/>
                    <a:pt x="634" y="1019"/>
                    <a:pt x="634" y="1019"/>
                  </a:cubicBezTo>
                  <a:cubicBezTo>
                    <a:pt x="635" y="1013"/>
                    <a:pt x="635" y="1013"/>
                    <a:pt x="635" y="1013"/>
                  </a:cubicBezTo>
                  <a:cubicBezTo>
                    <a:pt x="632" y="961"/>
                    <a:pt x="674" y="858"/>
                    <a:pt x="687" y="818"/>
                  </a:cubicBezTo>
                  <a:cubicBezTo>
                    <a:pt x="691" y="805"/>
                    <a:pt x="695" y="789"/>
                    <a:pt x="700" y="768"/>
                  </a:cubicBezTo>
                  <a:cubicBezTo>
                    <a:pt x="711" y="718"/>
                    <a:pt x="707" y="543"/>
                    <a:pt x="707" y="446"/>
                  </a:cubicBezTo>
                  <a:cubicBezTo>
                    <a:pt x="707" y="445"/>
                    <a:pt x="707" y="445"/>
                    <a:pt x="707" y="445"/>
                  </a:cubicBezTo>
                  <a:cubicBezTo>
                    <a:pt x="707" y="408"/>
                    <a:pt x="706" y="390"/>
                    <a:pt x="704" y="378"/>
                  </a:cubicBezTo>
                  <a:cubicBezTo>
                    <a:pt x="698" y="341"/>
                    <a:pt x="652" y="323"/>
                    <a:pt x="650" y="322"/>
                  </a:cubicBezTo>
                  <a:cubicBezTo>
                    <a:pt x="650" y="321"/>
                    <a:pt x="650" y="321"/>
                    <a:pt x="650" y="321"/>
                  </a:cubicBezTo>
                  <a:cubicBezTo>
                    <a:pt x="648" y="320"/>
                    <a:pt x="648" y="316"/>
                    <a:pt x="648" y="313"/>
                  </a:cubicBezTo>
                  <a:cubicBezTo>
                    <a:pt x="648" y="298"/>
                    <a:pt x="642" y="281"/>
                    <a:pt x="628" y="276"/>
                  </a:cubicBezTo>
                  <a:cubicBezTo>
                    <a:pt x="628" y="276"/>
                    <a:pt x="628" y="276"/>
                    <a:pt x="628" y="276"/>
                  </a:cubicBezTo>
                  <a:cubicBezTo>
                    <a:pt x="623" y="274"/>
                    <a:pt x="620" y="271"/>
                    <a:pt x="619" y="263"/>
                  </a:cubicBezTo>
                  <a:cubicBezTo>
                    <a:pt x="618" y="260"/>
                    <a:pt x="617" y="257"/>
                    <a:pt x="616" y="254"/>
                  </a:cubicBezTo>
                  <a:cubicBezTo>
                    <a:pt x="622" y="252"/>
                    <a:pt x="641" y="241"/>
                    <a:pt x="643" y="240"/>
                  </a:cubicBezTo>
                  <a:cubicBezTo>
                    <a:pt x="646" y="238"/>
                    <a:pt x="649" y="236"/>
                    <a:pt x="651" y="235"/>
                  </a:cubicBezTo>
                  <a:cubicBezTo>
                    <a:pt x="661" y="233"/>
                    <a:pt x="661" y="233"/>
                    <a:pt x="661" y="233"/>
                  </a:cubicBezTo>
                  <a:cubicBezTo>
                    <a:pt x="667" y="232"/>
                    <a:pt x="673" y="231"/>
                    <a:pt x="679" y="227"/>
                  </a:cubicBezTo>
                  <a:cubicBezTo>
                    <a:pt x="686" y="223"/>
                    <a:pt x="686" y="223"/>
                    <a:pt x="686" y="223"/>
                  </a:cubicBezTo>
                  <a:cubicBezTo>
                    <a:pt x="690" y="220"/>
                    <a:pt x="697" y="218"/>
                    <a:pt x="700" y="217"/>
                  </a:cubicBezTo>
                  <a:cubicBezTo>
                    <a:pt x="703" y="216"/>
                    <a:pt x="711" y="215"/>
                    <a:pt x="714" y="215"/>
                  </a:cubicBezTo>
                  <a:cubicBezTo>
                    <a:pt x="718" y="215"/>
                    <a:pt x="722" y="215"/>
                    <a:pt x="726" y="214"/>
                  </a:cubicBezTo>
                  <a:cubicBezTo>
                    <a:pt x="732" y="214"/>
                    <a:pt x="738" y="213"/>
                    <a:pt x="744" y="213"/>
                  </a:cubicBezTo>
                  <a:cubicBezTo>
                    <a:pt x="755" y="213"/>
                    <a:pt x="755" y="213"/>
                    <a:pt x="755" y="213"/>
                  </a:cubicBezTo>
                  <a:cubicBezTo>
                    <a:pt x="761" y="213"/>
                    <a:pt x="769" y="219"/>
                    <a:pt x="772" y="224"/>
                  </a:cubicBezTo>
                  <a:cubicBezTo>
                    <a:pt x="772" y="224"/>
                    <a:pt x="773" y="224"/>
                    <a:pt x="774" y="222"/>
                  </a:cubicBezTo>
                  <a:cubicBezTo>
                    <a:pt x="775" y="220"/>
                    <a:pt x="773" y="221"/>
                    <a:pt x="773" y="221"/>
                  </a:cubicBezTo>
                  <a:close/>
                  <a:moveTo>
                    <a:pt x="602" y="256"/>
                  </a:moveTo>
                  <a:cubicBezTo>
                    <a:pt x="600" y="258"/>
                    <a:pt x="597" y="260"/>
                    <a:pt x="595" y="262"/>
                  </a:cubicBezTo>
                  <a:cubicBezTo>
                    <a:pt x="588" y="268"/>
                    <a:pt x="579" y="275"/>
                    <a:pt x="576" y="290"/>
                  </a:cubicBezTo>
                  <a:cubicBezTo>
                    <a:pt x="568" y="295"/>
                    <a:pt x="562" y="300"/>
                    <a:pt x="558" y="307"/>
                  </a:cubicBezTo>
                  <a:cubicBezTo>
                    <a:pt x="558" y="309"/>
                    <a:pt x="554" y="309"/>
                    <a:pt x="554" y="307"/>
                  </a:cubicBezTo>
                  <a:cubicBezTo>
                    <a:pt x="550" y="300"/>
                    <a:pt x="544" y="295"/>
                    <a:pt x="536" y="290"/>
                  </a:cubicBezTo>
                  <a:cubicBezTo>
                    <a:pt x="533" y="275"/>
                    <a:pt x="524" y="268"/>
                    <a:pt x="517" y="262"/>
                  </a:cubicBezTo>
                  <a:cubicBezTo>
                    <a:pt x="514" y="260"/>
                    <a:pt x="512" y="258"/>
                    <a:pt x="510" y="256"/>
                  </a:cubicBezTo>
                  <a:cubicBezTo>
                    <a:pt x="509" y="255"/>
                    <a:pt x="508" y="254"/>
                    <a:pt x="507" y="253"/>
                  </a:cubicBezTo>
                  <a:cubicBezTo>
                    <a:pt x="508" y="252"/>
                    <a:pt x="508" y="252"/>
                    <a:pt x="508" y="251"/>
                  </a:cubicBezTo>
                  <a:cubicBezTo>
                    <a:pt x="508" y="251"/>
                    <a:pt x="508" y="251"/>
                    <a:pt x="508" y="251"/>
                  </a:cubicBezTo>
                  <a:cubicBezTo>
                    <a:pt x="508" y="251"/>
                    <a:pt x="508" y="250"/>
                    <a:pt x="508" y="250"/>
                  </a:cubicBezTo>
                  <a:cubicBezTo>
                    <a:pt x="510" y="251"/>
                    <a:pt x="512" y="253"/>
                    <a:pt x="514" y="255"/>
                  </a:cubicBezTo>
                  <a:cubicBezTo>
                    <a:pt x="519" y="261"/>
                    <a:pt x="525" y="268"/>
                    <a:pt x="534" y="269"/>
                  </a:cubicBezTo>
                  <a:cubicBezTo>
                    <a:pt x="545" y="269"/>
                    <a:pt x="549" y="267"/>
                    <a:pt x="552" y="265"/>
                  </a:cubicBezTo>
                  <a:cubicBezTo>
                    <a:pt x="553" y="264"/>
                    <a:pt x="554" y="263"/>
                    <a:pt x="556" y="263"/>
                  </a:cubicBezTo>
                  <a:cubicBezTo>
                    <a:pt x="558" y="263"/>
                    <a:pt x="558" y="264"/>
                    <a:pt x="560" y="265"/>
                  </a:cubicBezTo>
                  <a:cubicBezTo>
                    <a:pt x="563" y="267"/>
                    <a:pt x="567" y="269"/>
                    <a:pt x="578" y="269"/>
                  </a:cubicBezTo>
                  <a:cubicBezTo>
                    <a:pt x="586" y="268"/>
                    <a:pt x="593" y="261"/>
                    <a:pt x="598" y="255"/>
                  </a:cubicBezTo>
                  <a:cubicBezTo>
                    <a:pt x="600" y="253"/>
                    <a:pt x="602" y="251"/>
                    <a:pt x="604" y="250"/>
                  </a:cubicBezTo>
                  <a:cubicBezTo>
                    <a:pt x="604" y="250"/>
                    <a:pt x="604" y="251"/>
                    <a:pt x="604" y="251"/>
                  </a:cubicBezTo>
                  <a:cubicBezTo>
                    <a:pt x="604" y="252"/>
                    <a:pt x="604" y="252"/>
                    <a:pt x="605" y="253"/>
                  </a:cubicBezTo>
                  <a:cubicBezTo>
                    <a:pt x="604" y="254"/>
                    <a:pt x="603" y="255"/>
                    <a:pt x="602" y="256"/>
                  </a:cubicBez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14" name="Freeform 699">
              <a:extLst>
                <a:ext uri="{FF2B5EF4-FFF2-40B4-BE49-F238E27FC236}">
                  <a16:creationId xmlns:a16="http://schemas.microsoft.com/office/drawing/2014/main" id="{23FA6A8D-DF89-4ECA-BE04-F8142124A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93"/>
              <a:ext cx="12" cy="333"/>
            </a:xfrm>
            <a:custGeom>
              <a:avLst/>
              <a:gdLst>
                <a:gd name="T0" fmla="*/ 15 w 7"/>
                <a:gd name="T1" fmla="*/ 282 h 175"/>
                <a:gd name="T2" fmla="*/ 9 w 7"/>
                <a:gd name="T3" fmla="*/ 1206 h 175"/>
                <a:gd name="T4" fmla="*/ 36 w 7"/>
                <a:gd name="T5" fmla="*/ 249 h 175"/>
                <a:gd name="T6" fmla="*/ 0 w 7"/>
                <a:gd name="T7" fmla="*/ 0 h 175"/>
                <a:gd name="T8" fmla="*/ 15 w 7"/>
                <a:gd name="T9" fmla="*/ 282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75">
                  <a:moveTo>
                    <a:pt x="3" y="41"/>
                  </a:moveTo>
                  <a:cubicBezTo>
                    <a:pt x="4" y="83"/>
                    <a:pt x="3" y="146"/>
                    <a:pt x="2" y="175"/>
                  </a:cubicBezTo>
                  <a:cubicBezTo>
                    <a:pt x="2" y="117"/>
                    <a:pt x="7" y="67"/>
                    <a:pt x="7" y="36"/>
                  </a:cubicBezTo>
                  <a:cubicBezTo>
                    <a:pt x="7" y="16"/>
                    <a:pt x="2" y="6"/>
                    <a:pt x="0" y="0"/>
                  </a:cubicBezTo>
                  <a:cubicBezTo>
                    <a:pt x="0" y="4"/>
                    <a:pt x="3" y="19"/>
                    <a:pt x="3" y="41"/>
                  </a:cubicBezTo>
                  <a:close/>
                </a:path>
              </a:pathLst>
            </a:custGeom>
            <a:solidFill>
              <a:srgbClr val="F7C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15" name="Freeform 700">
              <a:extLst>
                <a:ext uri="{FF2B5EF4-FFF2-40B4-BE49-F238E27FC236}">
                  <a16:creationId xmlns:a16="http://schemas.microsoft.com/office/drawing/2014/main" id="{9797C157-9B39-4551-8D61-8C8C6AE24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726"/>
              <a:ext cx="39" cy="329"/>
            </a:xfrm>
            <a:custGeom>
              <a:avLst/>
              <a:gdLst>
                <a:gd name="T0" fmla="*/ 122 w 22"/>
                <a:gd name="T1" fmla="*/ 0 h 173"/>
                <a:gd name="T2" fmla="*/ 16 w 22"/>
                <a:gd name="T3" fmla="*/ 397 h 173"/>
                <a:gd name="T4" fmla="*/ 12 w 22"/>
                <a:gd name="T5" fmla="*/ 1190 h 173"/>
                <a:gd name="T6" fmla="*/ 35 w 22"/>
                <a:gd name="T7" fmla="*/ 373 h 173"/>
                <a:gd name="T8" fmla="*/ 122 w 22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73">
                  <a:moveTo>
                    <a:pt x="22" y="0"/>
                  </a:moveTo>
                  <a:cubicBezTo>
                    <a:pt x="16" y="9"/>
                    <a:pt x="3" y="33"/>
                    <a:pt x="3" y="58"/>
                  </a:cubicBezTo>
                  <a:cubicBezTo>
                    <a:pt x="0" y="102"/>
                    <a:pt x="2" y="173"/>
                    <a:pt x="2" y="173"/>
                  </a:cubicBezTo>
                  <a:cubicBezTo>
                    <a:pt x="4" y="157"/>
                    <a:pt x="3" y="81"/>
                    <a:pt x="6" y="54"/>
                  </a:cubicBezTo>
                  <a:cubicBezTo>
                    <a:pt x="10" y="27"/>
                    <a:pt x="18" y="5"/>
                    <a:pt x="22" y="0"/>
                  </a:cubicBezTo>
                  <a:close/>
                </a:path>
              </a:pathLst>
            </a:custGeom>
            <a:solidFill>
              <a:srgbClr val="F7C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16" name="Freeform 701">
              <a:extLst>
                <a:ext uri="{FF2B5EF4-FFF2-40B4-BE49-F238E27FC236}">
                  <a16:creationId xmlns:a16="http://schemas.microsoft.com/office/drawing/2014/main" id="{663EEEC1-53D2-4EE8-8655-4DAB281B2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358"/>
              <a:ext cx="339" cy="220"/>
            </a:xfrm>
            <a:custGeom>
              <a:avLst/>
              <a:gdLst>
                <a:gd name="T0" fmla="*/ 1056 w 190"/>
                <a:gd name="T1" fmla="*/ 402 h 116"/>
                <a:gd name="T2" fmla="*/ 908 w 190"/>
                <a:gd name="T3" fmla="*/ 281 h 116"/>
                <a:gd name="T4" fmla="*/ 755 w 190"/>
                <a:gd name="T5" fmla="*/ 212 h 116"/>
                <a:gd name="T6" fmla="*/ 557 w 190"/>
                <a:gd name="T7" fmla="*/ 169 h 116"/>
                <a:gd name="T8" fmla="*/ 391 w 190"/>
                <a:gd name="T9" fmla="*/ 76 h 116"/>
                <a:gd name="T10" fmla="*/ 73 w 190"/>
                <a:gd name="T11" fmla="*/ 61 h 116"/>
                <a:gd name="T12" fmla="*/ 16 w 190"/>
                <a:gd name="T13" fmla="*/ 157 h 116"/>
                <a:gd name="T14" fmla="*/ 29 w 190"/>
                <a:gd name="T15" fmla="*/ 321 h 116"/>
                <a:gd name="T16" fmla="*/ 118 w 190"/>
                <a:gd name="T17" fmla="*/ 457 h 116"/>
                <a:gd name="T18" fmla="*/ 227 w 190"/>
                <a:gd name="T19" fmla="*/ 594 h 116"/>
                <a:gd name="T20" fmla="*/ 369 w 190"/>
                <a:gd name="T21" fmla="*/ 677 h 116"/>
                <a:gd name="T22" fmla="*/ 500 w 190"/>
                <a:gd name="T23" fmla="*/ 738 h 116"/>
                <a:gd name="T24" fmla="*/ 682 w 190"/>
                <a:gd name="T25" fmla="*/ 759 h 116"/>
                <a:gd name="T26" fmla="*/ 921 w 190"/>
                <a:gd name="T27" fmla="*/ 709 h 116"/>
                <a:gd name="T28" fmla="*/ 1056 w 190"/>
                <a:gd name="T29" fmla="*/ 561 h 116"/>
                <a:gd name="T30" fmla="*/ 1056 w 190"/>
                <a:gd name="T31" fmla="*/ 402 h 1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0" h="116">
                  <a:moveTo>
                    <a:pt x="186" y="59"/>
                  </a:moveTo>
                  <a:cubicBezTo>
                    <a:pt x="180" y="47"/>
                    <a:pt x="165" y="39"/>
                    <a:pt x="160" y="41"/>
                  </a:cubicBezTo>
                  <a:cubicBezTo>
                    <a:pt x="150" y="47"/>
                    <a:pt x="142" y="36"/>
                    <a:pt x="133" y="31"/>
                  </a:cubicBezTo>
                  <a:cubicBezTo>
                    <a:pt x="122" y="25"/>
                    <a:pt x="110" y="30"/>
                    <a:pt x="98" y="25"/>
                  </a:cubicBezTo>
                  <a:cubicBezTo>
                    <a:pt x="81" y="17"/>
                    <a:pt x="82" y="16"/>
                    <a:pt x="69" y="11"/>
                  </a:cubicBezTo>
                  <a:cubicBezTo>
                    <a:pt x="35" y="0"/>
                    <a:pt x="20" y="5"/>
                    <a:pt x="13" y="9"/>
                  </a:cubicBezTo>
                  <a:cubicBezTo>
                    <a:pt x="9" y="10"/>
                    <a:pt x="5" y="15"/>
                    <a:pt x="3" y="23"/>
                  </a:cubicBezTo>
                  <a:cubicBezTo>
                    <a:pt x="0" y="31"/>
                    <a:pt x="1" y="37"/>
                    <a:pt x="5" y="47"/>
                  </a:cubicBezTo>
                  <a:cubicBezTo>
                    <a:pt x="9" y="58"/>
                    <a:pt x="21" y="65"/>
                    <a:pt x="21" y="67"/>
                  </a:cubicBezTo>
                  <a:cubicBezTo>
                    <a:pt x="22" y="75"/>
                    <a:pt x="34" y="83"/>
                    <a:pt x="40" y="87"/>
                  </a:cubicBezTo>
                  <a:cubicBezTo>
                    <a:pt x="45" y="92"/>
                    <a:pt x="62" y="94"/>
                    <a:pt x="65" y="99"/>
                  </a:cubicBezTo>
                  <a:cubicBezTo>
                    <a:pt x="72" y="108"/>
                    <a:pt x="79" y="107"/>
                    <a:pt x="88" y="108"/>
                  </a:cubicBezTo>
                  <a:cubicBezTo>
                    <a:pt x="99" y="110"/>
                    <a:pt x="110" y="108"/>
                    <a:pt x="120" y="111"/>
                  </a:cubicBezTo>
                  <a:cubicBezTo>
                    <a:pt x="138" y="116"/>
                    <a:pt x="145" y="109"/>
                    <a:pt x="162" y="104"/>
                  </a:cubicBezTo>
                  <a:cubicBezTo>
                    <a:pt x="172" y="101"/>
                    <a:pt x="183" y="92"/>
                    <a:pt x="186" y="82"/>
                  </a:cubicBezTo>
                  <a:cubicBezTo>
                    <a:pt x="188" y="77"/>
                    <a:pt x="190" y="66"/>
                    <a:pt x="186" y="59"/>
                  </a:cubicBezTo>
                  <a:close/>
                </a:path>
              </a:pathLst>
            </a:custGeom>
            <a:solidFill>
              <a:srgbClr val="EDEC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17" name="Freeform 702">
              <a:extLst>
                <a:ext uri="{FF2B5EF4-FFF2-40B4-BE49-F238E27FC236}">
                  <a16:creationId xmlns:a16="http://schemas.microsoft.com/office/drawing/2014/main" id="{E47C7EB1-AA9F-4BFE-B66F-84E5640310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7" y="1411"/>
              <a:ext cx="123" cy="161"/>
            </a:xfrm>
            <a:custGeom>
              <a:avLst/>
              <a:gdLst>
                <a:gd name="T0" fmla="*/ 374 w 69"/>
                <a:gd name="T1" fmla="*/ 212 h 85"/>
                <a:gd name="T2" fmla="*/ 362 w 69"/>
                <a:gd name="T3" fmla="*/ 189 h 85"/>
                <a:gd name="T4" fmla="*/ 346 w 69"/>
                <a:gd name="T5" fmla="*/ 169 h 85"/>
                <a:gd name="T6" fmla="*/ 305 w 69"/>
                <a:gd name="T7" fmla="*/ 129 h 85"/>
                <a:gd name="T8" fmla="*/ 289 w 69"/>
                <a:gd name="T9" fmla="*/ 108 h 85"/>
                <a:gd name="T10" fmla="*/ 289 w 69"/>
                <a:gd name="T11" fmla="*/ 108 h 85"/>
                <a:gd name="T12" fmla="*/ 226 w 69"/>
                <a:gd name="T13" fmla="*/ 89 h 85"/>
                <a:gd name="T14" fmla="*/ 175 w 69"/>
                <a:gd name="T15" fmla="*/ 100 h 85"/>
                <a:gd name="T16" fmla="*/ 194 w 69"/>
                <a:gd name="T17" fmla="*/ 108 h 85"/>
                <a:gd name="T18" fmla="*/ 223 w 69"/>
                <a:gd name="T19" fmla="*/ 116 h 85"/>
                <a:gd name="T20" fmla="*/ 210 w 69"/>
                <a:gd name="T21" fmla="*/ 176 h 85"/>
                <a:gd name="T22" fmla="*/ 159 w 69"/>
                <a:gd name="T23" fmla="*/ 265 h 85"/>
                <a:gd name="T24" fmla="*/ 159 w 69"/>
                <a:gd name="T25" fmla="*/ 265 h 85"/>
                <a:gd name="T26" fmla="*/ 37 w 69"/>
                <a:gd name="T27" fmla="*/ 517 h 85"/>
                <a:gd name="T28" fmla="*/ 29 w 69"/>
                <a:gd name="T29" fmla="*/ 563 h 85"/>
                <a:gd name="T30" fmla="*/ 21 w 69"/>
                <a:gd name="T31" fmla="*/ 570 h 85"/>
                <a:gd name="T32" fmla="*/ 130 w 69"/>
                <a:gd name="T33" fmla="*/ 563 h 85"/>
                <a:gd name="T34" fmla="*/ 130 w 69"/>
                <a:gd name="T35" fmla="*/ 517 h 85"/>
                <a:gd name="T36" fmla="*/ 194 w 69"/>
                <a:gd name="T37" fmla="*/ 333 h 85"/>
                <a:gd name="T38" fmla="*/ 194 w 69"/>
                <a:gd name="T39" fmla="*/ 326 h 85"/>
                <a:gd name="T40" fmla="*/ 273 w 69"/>
                <a:gd name="T41" fmla="*/ 189 h 85"/>
                <a:gd name="T42" fmla="*/ 273 w 69"/>
                <a:gd name="T43" fmla="*/ 169 h 85"/>
                <a:gd name="T44" fmla="*/ 317 w 69"/>
                <a:gd name="T45" fmla="*/ 212 h 85"/>
                <a:gd name="T46" fmla="*/ 385 w 69"/>
                <a:gd name="T47" fmla="*/ 297 h 85"/>
                <a:gd name="T48" fmla="*/ 374 w 69"/>
                <a:gd name="T49" fmla="*/ 212 h 85"/>
                <a:gd name="T50" fmla="*/ 153 w 69"/>
                <a:gd name="T51" fmla="*/ 89 h 85"/>
                <a:gd name="T52" fmla="*/ 73 w 69"/>
                <a:gd name="T53" fmla="*/ 21 h 85"/>
                <a:gd name="T54" fmla="*/ 0 w 69"/>
                <a:gd name="T55" fmla="*/ 0 h 85"/>
                <a:gd name="T56" fmla="*/ 109 w 69"/>
                <a:gd name="T57" fmla="*/ 61 h 85"/>
                <a:gd name="T58" fmla="*/ 153 w 69"/>
                <a:gd name="T59" fmla="*/ 89 h 85"/>
                <a:gd name="T60" fmla="*/ 289 w 69"/>
                <a:gd name="T61" fmla="*/ 481 h 85"/>
                <a:gd name="T62" fmla="*/ 296 w 69"/>
                <a:gd name="T63" fmla="*/ 481 h 85"/>
                <a:gd name="T64" fmla="*/ 289 w 69"/>
                <a:gd name="T65" fmla="*/ 481 h 8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9" h="85">
                  <a:moveTo>
                    <a:pt x="66" y="31"/>
                  </a:moveTo>
                  <a:cubicBezTo>
                    <a:pt x="66" y="30"/>
                    <a:pt x="65" y="29"/>
                    <a:pt x="64" y="28"/>
                  </a:cubicBezTo>
                  <a:cubicBezTo>
                    <a:pt x="63" y="27"/>
                    <a:pt x="62" y="26"/>
                    <a:pt x="61" y="25"/>
                  </a:cubicBezTo>
                  <a:cubicBezTo>
                    <a:pt x="58" y="23"/>
                    <a:pt x="56" y="21"/>
                    <a:pt x="54" y="19"/>
                  </a:cubicBezTo>
                  <a:cubicBezTo>
                    <a:pt x="53" y="18"/>
                    <a:pt x="52" y="17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47" y="13"/>
                    <a:pt x="42" y="12"/>
                    <a:pt x="40" y="13"/>
                  </a:cubicBezTo>
                  <a:cubicBezTo>
                    <a:pt x="37" y="15"/>
                    <a:pt x="34" y="15"/>
                    <a:pt x="31" y="15"/>
                  </a:cubicBezTo>
                  <a:cubicBezTo>
                    <a:pt x="32" y="15"/>
                    <a:pt x="33" y="15"/>
                    <a:pt x="34" y="16"/>
                  </a:cubicBezTo>
                  <a:cubicBezTo>
                    <a:pt x="36" y="16"/>
                    <a:pt x="38" y="17"/>
                    <a:pt x="39" y="17"/>
                  </a:cubicBezTo>
                  <a:cubicBezTo>
                    <a:pt x="39" y="20"/>
                    <a:pt x="38" y="23"/>
                    <a:pt x="37" y="26"/>
                  </a:cubicBezTo>
                  <a:cubicBezTo>
                    <a:pt x="35" y="34"/>
                    <a:pt x="32" y="37"/>
                    <a:pt x="28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13" y="44"/>
                    <a:pt x="7" y="61"/>
                    <a:pt x="7" y="76"/>
                  </a:cubicBezTo>
                  <a:cubicBezTo>
                    <a:pt x="7" y="79"/>
                    <a:pt x="7" y="82"/>
                    <a:pt x="5" y="83"/>
                  </a:cubicBezTo>
                  <a:cubicBezTo>
                    <a:pt x="5" y="83"/>
                    <a:pt x="4" y="84"/>
                    <a:pt x="4" y="84"/>
                  </a:cubicBezTo>
                  <a:cubicBezTo>
                    <a:pt x="11" y="85"/>
                    <a:pt x="17" y="85"/>
                    <a:pt x="23" y="83"/>
                  </a:cubicBezTo>
                  <a:cubicBezTo>
                    <a:pt x="23" y="81"/>
                    <a:pt x="23" y="78"/>
                    <a:pt x="23" y="76"/>
                  </a:cubicBezTo>
                  <a:cubicBezTo>
                    <a:pt x="23" y="65"/>
                    <a:pt x="27" y="51"/>
                    <a:pt x="34" y="49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44" y="45"/>
                    <a:pt x="46" y="36"/>
                    <a:pt x="48" y="28"/>
                  </a:cubicBezTo>
                  <a:cubicBezTo>
                    <a:pt x="48" y="27"/>
                    <a:pt x="48" y="26"/>
                    <a:pt x="48" y="25"/>
                  </a:cubicBezTo>
                  <a:cubicBezTo>
                    <a:pt x="51" y="27"/>
                    <a:pt x="53" y="29"/>
                    <a:pt x="56" y="31"/>
                  </a:cubicBezTo>
                  <a:cubicBezTo>
                    <a:pt x="60" y="35"/>
                    <a:pt x="65" y="39"/>
                    <a:pt x="68" y="44"/>
                  </a:cubicBezTo>
                  <a:cubicBezTo>
                    <a:pt x="69" y="40"/>
                    <a:pt x="68" y="35"/>
                    <a:pt x="66" y="31"/>
                  </a:cubicBezTo>
                  <a:close/>
                  <a:moveTo>
                    <a:pt x="27" y="13"/>
                  </a:moveTo>
                  <a:cubicBezTo>
                    <a:pt x="22" y="11"/>
                    <a:pt x="18" y="6"/>
                    <a:pt x="13" y="3"/>
                  </a:cubicBezTo>
                  <a:cubicBezTo>
                    <a:pt x="9" y="1"/>
                    <a:pt x="5" y="0"/>
                    <a:pt x="0" y="0"/>
                  </a:cubicBezTo>
                  <a:cubicBezTo>
                    <a:pt x="7" y="2"/>
                    <a:pt x="14" y="5"/>
                    <a:pt x="19" y="9"/>
                  </a:cubicBezTo>
                  <a:cubicBezTo>
                    <a:pt x="22" y="11"/>
                    <a:pt x="25" y="12"/>
                    <a:pt x="27" y="13"/>
                  </a:cubicBezTo>
                  <a:close/>
                  <a:moveTo>
                    <a:pt x="51" y="71"/>
                  </a:moveTo>
                  <a:cubicBezTo>
                    <a:pt x="51" y="71"/>
                    <a:pt x="52" y="71"/>
                    <a:pt x="52" y="71"/>
                  </a:cubicBezTo>
                  <a:cubicBezTo>
                    <a:pt x="51" y="71"/>
                    <a:pt x="51" y="71"/>
                    <a:pt x="51" y="71"/>
                  </a:cubicBezTo>
                  <a:close/>
                </a:path>
              </a:pathLst>
            </a:custGeom>
            <a:solidFill>
              <a:srgbClr val="F2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18" name="Freeform 703">
              <a:extLst>
                <a:ext uri="{FF2B5EF4-FFF2-40B4-BE49-F238E27FC236}">
                  <a16:creationId xmlns:a16="http://schemas.microsoft.com/office/drawing/2014/main" id="{ED40B03A-617A-4F8C-9657-BD4343771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466"/>
              <a:ext cx="212" cy="97"/>
            </a:xfrm>
            <a:custGeom>
              <a:avLst/>
              <a:gdLst>
                <a:gd name="T0" fmla="*/ 346 w 119"/>
                <a:gd name="T1" fmla="*/ 21 h 51"/>
                <a:gd name="T2" fmla="*/ 317 w 119"/>
                <a:gd name="T3" fmla="*/ 61 h 51"/>
                <a:gd name="T4" fmla="*/ 305 w 119"/>
                <a:gd name="T5" fmla="*/ 124 h 51"/>
                <a:gd name="T6" fmla="*/ 260 w 119"/>
                <a:gd name="T7" fmla="*/ 268 h 51"/>
                <a:gd name="T8" fmla="*/ 210 w 119"/>
                <a:gd name="T9" fmla="*/ 200 h 51"/>
                <a:gd name="T10" fmla="*/ 153 w 119"/>
                <a:gd name="T11" fmla="*/ 165 h 51"/>
                <a:gd name="T12" fmla="*/ 93 w 119"/>
                <a:gd name="T13" fmla="*/ 177 h 51"/>
                <a:gd name="T14" fmla="*/ 7 w 119"/>
                <a:gd name="T15" fmla="*/ 152 h 51"/>
                <a:gd name="T16" fmla="*/ 166 w 119"/>
                <a:gd name="T17" fmla="*/ 245 h 51"/>
                <a:gd name="T18" fmla="*/ 203 w 119"/>
                <a:gd name="T19" fmla="*/ 297 h 51"/>
                <a:gd name="T20" fmla="*/ 276 w 119"/>
                <a:gd name="T21" fmla="*/ 314 h 51"/>
                <a:gd name="T22" fmla="*/ 492 w 119"/>
                <a:gd name="T23" fmla="*/ 344 h 51"/>
                <a:gd name="T24" fmla="*/ 673 w 119"/>
                <a:gd name="T25" fmla="*/ 289 h 51"/>
                <a:gd name="T26" fmla="*/ 616 w 119"/>
                <a:gd name="T27" fmla="*/ 242 h 51"/>
                <a:gd name="T28" fmla="*/ 588 w 119"/>
                <a:gd name="T29" fmla="*/ 205 h 51"/>
                <a:gd name="T30" fmla="*/ 565 w 119"/>
                <a:gd name="T31" fmla="*/ 289 h 51"/>
                <a:gd name="T32" fmla="*/ 508 w 119"/>
                <a:gd name="T33" fmla="*/ 312 h 51"/>
                <a:gd name="T34" fmla="*/ 356 w 119"/>
                <a:gd name="T35" fmla="*/ 276 h 51"/>
                <a:gd name="T36" fmla="*/ 333 w 119"/>
                <a:gd name="T37" fmla="*/ 213 h 51"/>
                <a:gd name="T38" fmla="*/ 356 w 119"/>
                <a:gd name="T39" fmla="*/ 48 h 5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9" h="51">
                  <a:moveTo>
                    <a:pt x="61" y="3"/>
                  </a:moveTo>
                  <a:cubicBezTo>
                    <a:pt x="55" y="0"/>
                    <a:pt x="56" y="4"/>
                    <a:pt x="56" y="9"/>
                  </a:cubicBezTo>
                  <a:cubicBezTo>
                    <a:pt x="56" y="13"/>
                    <a:pt x="55" y="15"/>
                    <a:pt x="54" y="18"/>
                  </a:cubicBezTo>
                  <a:cubicBezTo>
                    <a:pt x="52" y="24"/>
                    <a:pt x="56" y="40"/>
                    <a:pt x="46" y="39"/>
                  </a:cubicBezTo>
                  <a:cubicBezTo>
                    <a:pt x="39" y="38"/>
                    <a:pt x="39" y="34"/>
                    <a:pt x="37" y="29"/>
                  </a:cubicBezTo>
                  <a:cubicBezTo>
                    <a:pt x="35" y="23"/>
                    <a:pt x="33" y="24"/>
                    <a:pt x="27" y="24"/>
                  </a:cubicBezTo>
                  <a:cubicBezTo>
                    <a:pt x="24" y="25"/>
                    <a:pt x="20" y="26"/>
                    <a:pt x="16" y="26"/>
                  </a:cubicBezTo>
                  <a:cubicBezTo>
                    <a:pt x="11" y="25"/>
                    <a:pt x="6" y="22"/>
                    <a:pt x="1" y="22"/>
                  </a:cubicBezTo>
                  <a:cubicBezTo>
                    <a:pt x="0" y="28"/>
                    <a:pt x="24" y="33"/>
                    <a:pt x="29" y="36"/>
                  </a:cubicBezTo>
                  <a:cubicBezTo>
                    <a:pt x="32" y="38"/>
                    <a:pt x="33" y="41"/>
                    <a:pt x="36" y="43"/>
                  </a:cubicBezTo>
                  <a:cubicBezTo>
                    <a:pt x="39" y="46"/>
                    <a:pt x="45" y="46"/>
                    <a:pt x="49" y="46"/>
                  </a:cubicBezTo>
                  <a:cubicBezTo>
                    <a:pt x="62" y="46"/>
                    <a:pt x="74" y="48"/>
                    <a:pt x="87" y="50"/>
                  </a:cubicBezTo>
                  <a:cubicBezTo>
                    <a:pt x="99" y="51"/>
                    <a:pt x="108" y="48"/>
                    <a:pt x="119" y="42"/>
                  </a:cubicBezTo>
                  <a:cubicBezTo>
                    <a:pt x="114" y="41"/>
                    <a:pt x="111" y="40"/>
                    <a:pt x="109" y="35"/>
                  </a:cubicBezTo>
                  <a:cubicBezTo>
                    <a:pt x="108" y="33"/>
                    <a:pt x="107" y="26"/>
                    <a:pt x="104" y="30"/>
                  </a:cubicBezTo>
                  <a:cubicBezTo>
                    <a:pt x="101" y="34"/>
                    <a:pt x="106" y="39"/>
                    <a:pt x="100" y="42"/>
                  </a:cubicBezTo>
                  <a:cubicBezTo>
                    <a:pt x="97" y="44"/>
                    <a:pt x="93" y="45"/>
                    <a:pt x="90" y="45"/>
                  </a:cubicBezTo>
                  <a:cubicBezTo>
                    <a:pt x="83" y="45"/>
                    <a:pt x="69" y="44"/>
                    <a:pt x="63" y="40"/>
                  </a:cubicBezTo>
                  <a:cubicBezTo>
                    <a:pt x="59" y="38"/>
                    <a:pt x="59" y="35"/>
                    <a:pt x="59" y="31"/>
                  </a:cubicBezTo>
                  <a:cubicBezTo>
                    <a:pt x="60" y="23"/>
                    <a:pt x="61" y="15"/>
                    <a:pt x="63" y="7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19" name="Freeform 704">
              <a:extLst>
                <a:ext uri="{FF2B5EF4-FFF2-40B4-BE49-F238E27FC236}">
                  <a16:creationId xmlns:a16="http://schemas.microsoft.com/office/drawing/2014/main" id="{697BE2AB-8397-48C6-8CE1-19F8396B2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464"/>
              <a:ext cx="110" cy="72"/>
            </a:xfrm>
            <a:custGeom>
              <a:avLst/>
              <a:gdLst>
                <a:gd name="T0" fmla="*/ 0 w 62"/>
                <a:gd name="T1" fmla="*/ 47 h 38"/>
                <a:gd name="T2" fmla="*/ 73 w 62"/>
                <a:gd name="T3" fmla="*/ 0 h 38"/>
                <a:gd name="T4" fmla="*/ 130 w 62"/>
                <a:gd name="T5" fmla="*/ 40 h 38"/>
                <a:gd name="T6" fmla="*/ 167 w 62"/>
                <a:gd name="T7" fmla="*/ 116 h 38"/>
                <a:gd name="T8" fmla="*/ 224 w 62"/>
                <a:gd name="T9" fmla="*/ 116 h 38"/>
                <a:gd name="T10" fmla="*/ 273 w 62"/>
                <a:gd name="T11" fmla="*/ 152 h 38"/>
                <a:gd name="T12" fmla="*/ 309 w 62"/>
                <a:gd name="T13" fmla="*/ 237 h 38"/>
                <a:gd name="T14" fmla="*/ 334 w 62"/>
                <a:gd name="T15" fmla="*/ 169 h 38"/>
                <a:gd name="T16" fmla="*/ 346 w 62"/>
                <a:gd name="T17" fmla="*/ 97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38">
                  <a:moveTo>
                    <a:pt x="0" y="7"/>
                  </a:moveTo>
                  <a:cubicBezTo>
                    <a:pt x="5" y="7"/>
                    <a:pt x="8" y="1"/>
                    <a:pt x="13" y="0"/>
                  </a:cubicBezTo>
                  <a:cubicBezTo>
                    <a:pt x="18" y="0"/>
                    <a:pt x="20" y="2"/>
                    <a:pt x="23" y="6"/>
                  </a:cubicBezTo>
                  <a:cubicBezTo>
                    <a:pt x="25" y="9"/>
                    <a:pt x="27" y="13"/>
                    <a:pt x="30" y="17"/>
                  </a:cubicBezTo>
                  <a:cubicBezTo>
                    <a:pt x="34" y="21"/>
                    <a:pt x="34" y="19"/>
                    <a:pt x="40" y="17"/>
                  </a:cubicBezTo>
                  <a:cubicBezTo>
                    <a:pt x="44" y="17"/>
                    <a:pt x="47" y="18"/>
                    <a:pt x="49" y="22"/>
                  </a:cubicBezTo>
                  <a:cubicBezTo>
                    <a:pt x="51" y="25"/>
                    <a:pt x="52" y="34"/>
                    <a:pt x="55" y="35"/>
                  </a:cubicBezTo>
                  <a:cubicBezTo>
                    <a:pt x="62" y="38"/>
                    <a:pt x="61" y="29"/>
                    <a:pt x="60" y="25"/>
                  </a:cubicBezTo>
                  <a:cubicBezTo>
                    <a:pt x="60" y="21"/>
                    <a:pt x="59" y="18"/>
                    <a:pt x="62" y="14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20" name="Freeform 705">
              <a:extLst>
                <a:ext uri="{FF2B5EF4-FFF2-40B4-BE49-F238E27FC236}">
                  <a16:creationId xmlns:a16="http://schemas.microsoft.com/office/drawing/2014/main" id="{8A3DA113-AAAE-4A12-A7B1-718814847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358"/>
              <a:ext cx="339" cy="220"/>
            </a:xfrm>
            <a:custGeom>
              <a:avLst/>
              <a:gdLst>
                <a:gd name="T0" fmla="*/ 1056 w 190"/>
                <a:gd name="T1" fmla="*/ 402 h 116"/>
                <a:gd name="T2" fmla="*/ 908 w 190"/>
                <a:gd name="T3" fmla="*/ 281 h 116"/>
                <a:gd name="T4" fmla="*/ 755 w 190"/>
                <a:gd name="T5" fmla="*/ 212 h 116"/>
                <a:gd name="T6" fmla="*/ 557 w 190"/>
                <a:gd name="T7" fmla="*/ 169 h 116"/>
                <a:gd name="T8" fmla="*/ 391 w 190"/>
                <a:gd name="T9" fmla="*/ 76 h 116"/>
                <a:gd name="T10" fmla="*/ 73 w 190"/>
                <a:gd name="T11" fmla="*/ 61 h 116"/>
                <a:gd name="T12" fmla="*/ 16 w 190"/>
                <a:gd name="T13" fmla="*/ 157 h 116"/>
                <a:gd name="T14" fmla="*/ 29 w 190"/>
                <a:gd name="T15" fmla="*/ 321 h 116"/>
                <a:gd name="T16" fmla="*/ 118 w 190"/>
                <a:gd name="T17" fmla="*/ 457 h 116"/>
                <a:gd name="T18" fmla="*/ 227 w 190"/>
                <a:gd name="T19" fmla="*/ 594 h 116"/>
                <a:gd name="T20" fmla="*/ 369 w 190"/>
                <a:gd name="T21" fmla="*/ 677 h 116"/>
                <a:gd name="T22" fmla="*/ 500 w 190"/>
                <a:gd name="T23" fmla="*/ 738 h 116"/>
                <a:gd name="T24" fmla="*/ 682 w 190"/>
                <a:gd name="T25" fmla="*/ 759 h 116"/>
                <a:gd name="T26" fmla="*/ 921 w 190"/>
                <a:gd name="T27" fmla="*/ 709 h 116"/>
                <a:gd name="T28" fmla="*/ 1056 w 190"/>
                <a:gd name="T29" fmla="*/ 561 h 116"/>
                <a:gd name="T30" fmla="*/ 1056 w 190"/>
                <a:gd name="T31" fmla="*/ 402 h 1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0" h="116">
                  <a:moveTo>
                    <a:pt x="186" y="59"/>
                  </a:moveTo>
                  <a:cubicBezTo>
                    <a:pt x="180" y="47"/>
                    <a:pt x="165" y="39"/>
                    <a:pt x="160" y="41"/>
                  </a:cubicBezTo>
                  <a:cubicBezTo>
                    <a:pt x="150" y="47"/>
                    <a:pt x="142" y="36"/>
                    <a:pt x="133" y="31"/>
                  </a:cubicBezTo>
                  <a:cubicBezTo>
                    <a:pt x="122" y="25"/>
                    <a:pt x="110" y="30"/>
                    <a:pt x="98" y="25"/>
                  </a:cubicBezTo>
                  <a:cubicBezTo>
                    <a:pt x="81" y="17"/>
                    <a:pt x="82" y="16"/>
                    <a:pt x="69" y="11"/>
                  </a:cubicBezTo>
                  <a:cubicBezTo>
                    <a:pt x="35" y="0"/>
                    <a:pt x="20" y="5"/>
                    <a:pt x="13" y="9"/>
                  </a:cubicBezTo>
                  <a:cubicBezTo>
                    <a:pt x="9" y="10"/>
                    <a:pt x="5" y="15"/>
                    <a:pt x="3" y="23"/>
                  </a:cubicBezTo>
                  <a:cubicBezTo>
                    <a:pt x="0" y="31"/>
                    <a:pt x="1" y="37"/>
                    <a:pt x="5" y="47"/>
                  </a:cubicBezTo>
                  <a:cubicBezTo>
                    <a:pt x="9" y="58"/>
                    <a:pt x="21" y="65"/>
                    <a:pt x="21" y="67"/>
                  </a:cubicBezTo>
                  <a:cubicBezTo>
                    <a:pt x="22" y="75"/>
                    <a:pt x="34" y="83"/>
                    <a:pt x="40" y="87"/>
                  </a:cubicBezTo>
                  <a:cubicBezTo>
                    <a:pt x="45" y="92"/>
                    <a:pt x="62" y="94"/>
                    <a:pt x="65" y="99"/>
                  </a:cubicBezTo>
                  <a:cubicBezTo>
                    <a:pt x="72" y="108"/>
                    <a:pt x="79" y="107"/>
                    <a:pt x="88" y="108"/>
                  </a:cubicBezTo>
                  <a:cubicBezTo>
                    <a:pt x="99" y="110"/>
                    <a:pt x="110" y="108"/>
                    <a:pt x="120" y="111"/>
                  </a:cubicBezTo>
                  <a:cubicBezTo>
                    <a:pt x="138" y="116"/>
                    <a:pt x="145" y="109"/>
                    <a:pt x="162" y="104"/>
                  </a:cubicBezTo>
                  <a:cubicBezTo>
                    <a:pt x="172" y="101"/>
                    <a:pt x="183" y="92"/>
                    <a:pt x="186" y="82"/>
                  </a:cubicBezTo>
                  <a:cubicBezTo>
                    <a:pt x="188" y="77"/>
                    <a:pt x="190" y="66"/>
                    <a:pt x="186" y="5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21" name="Freeform 706">
              <a:extLst>
                <a:ext uri="{FF2B5EF4-FFF2-40B4-BE49-F238E27FC236}">
                  <a16:creationId xmlns:a16="http://schemas.microsoft.com/office/drawing/2014/main" id="{2EACE4A3-BD60-45AC-B75D-49717B830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359"/>
              <a:ext cx="341" cy="213"/>
            </a:xfrm>
            <a:custGeom>
              <a:avLst/>
              <a:gdLst>
                <a:gd name="T0" fmla="*/ 21 w 191"/>
                <a:gd name="T1" fmla="*/ 413 h 112"/>
                <a:gd name="T2" fmla="*/ 114 w 191"/>
                <a:gd name="T3" fmla="*/ 312 h 112"/>
                <a:gd name="T4" fmla="*/ 223 w 191"/>
                <a:gd name="T5" fmla="*/ 228 h 112"/>
                <a:gd name="T6" fmla="*/ 357 w 191"/>
                <a:gd name="T7" fmla="*/ 205 h 112"/>
                <a:gd name="T8" fmla="*/ 523 w 191"/>
                <a:gd name="T9" fmla="*/ 165 h 112"/>
                <a:gd name="T10" fmla="*/ 694 w 191"/>
                <a:gd name="T11" fmla="*/ 68 h 112"/>
                <a:gd name="T12" fmla="*/ 869 w 191"/>
                <a:gd name="T13" fmla="*/ 68 h 112"/>
                <a:gd name="T14" fmla="*/ 1007 w 191"/>
                <a:gd name="T15" fmla="*/ 55 h 112"/>
                <a:gd name="T16" fmla="*/ 1071 w 191"/>
                <a:gd name="T17" fmla="*/ 152 h 112"/>
                <a:gd name="T18" fmla="*/ 1052 w 191"/>
                <a:gd name="T19" fmla="*/ 314 h 112"/>
                <a:gd name="T20" fmla="*/ 991 w 191"/>
                <a:gd name="T21" fmla="*/ 466 h 112"/>
                <a:gd name="T22" fmla="*/ 861 w 191"/>
                <a:gd name="T23" fmla="*/ 610 h 112"/>
                <a:gd name="T24" fmla="*/ 711 w 191"/>
                <a:gd name="T25" fmla="*/ 673 h 112"/>
                <a:gd name="T26" fmla="*/ 557 w 191"/>
                <a:gd name="T27" fmla="*/ 709 h 112"/>
                <a:gd name="T28" fmla="*/ 393 w 191"/>
                <a:gd name="T29" fmla="*/ 730 h 112"/>
                <a:gd name="T30" fmla="*/ 143 w 191"/>
                <a:gd name="T31" fmla="*/ 734 h 112"/>
                <a:gd name="T32" fmla="*/ 29 w 191"/>
                <a:gd name="T33" fmla="*/ 557 h 112"/>
                <a:gd name="T34" fmla="*/ 21 w 191"/>
                <a:gd name="T35" fmla="*/ 413 h 1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1" h="112">
                  <a:moveTo>
                    <a:pt x="4" y="60"/>
                  </a:moveTo>
                  <a:cubicBezTo>
                    <a:pt x="7" y="54"/>
                    <a:pt x="15" y="49"/>
                    <a:pt x="20" y="45"/>
                  </a:cubicBezTo>
                  <a:cubicBezTo>
                    <a:pt x="23" y="43"/>
                    <a:pt x="30" y="36"/>
                    <a:pt x="39" y="33"/>
                  </a:cubicBezTo>
                  <a:cubicBezTo>
                    <a:pt x="46" y="31"/>
                    <a:pt x="59" y="32"/>
                    <a:pt x="63" y="30"/>
                  </a:cubicBezTo>
                  <a:cubicBezTo>
                    <a:pt x="74" y="23"/>
                    <a:pt x="81" y="29"/>
                    <a:pt x="92" y="24"/>
                  </a:cubicBezTo>
                  <a:cubicBezTo>
                    <a:pt x="110" y="16"/>
                    <a:pt x="108" y="15"/>
                    <a:pt x="122" y="10"/>
                  </a:cubicBezTo>
                  <a:cubicBezTo>
                    <a:pt x="134" y="6"/>
                    <a:pt x="145" y="11"/>
                    <a:pt x="153" y="10"/>
                  </a:cubicBezTo>
                  <a:cubicBezTo>
                    <a:pt x="160" y="0"/>
                    <a:pt x="173" y="5"/>
                    <a:pt x="177" y="8"/>
                  </a:cubicBezTo>
                  <a:cubicBezTo>
                    <a:pt x="182" y="9"/>
                    <a:pt x="185" y="14"/>
                    <a:pt x="188" y="22"/>
                  </a:cubicBezTo>
                  <a:cubicBezTo>
                    <a:pt x="191" y="30"/>
                    <a:pt x="189" y="36"/>
                    <a:pt x="185" y="46"/>
                  </a:cubicBezTo>
                  <a:cubicBezTo>
                    <a:pt x="181" y="57"/>
                    <a:pt x="174" y="66"/>
                    <a:pt x="174" y="68"/>
                  </a:cubicBezTo>
                  <a:cubicBezTo>
                    <a:pt x="173" y="76"/>
                    <a:pt x="157" y="85"/>
                    <a:pt x="151" y="89"/>
                  </a:cubicBezTo>
                  <a:cubicBezTo>
                    <a:pt x="146" y="94"/>
                    <a:pt x="129" y="93"/>
                    <a:pt x="125" y="98"/>
                  </a:cubicBezTo>
                  <a:cubicBezTo>
                    <a:pt x="118" y="107"/>
                    <a:pt x="107" y="101"/>
                    <a:pt x="98" y="103"/>
                  </a:cubicBezTo>
                  <a:cubicBezTo>
                    <a:pt x="88" y="104"/>
                    <a:pt x="79" y="103"/>
                    <a:pt x="69" y="106"/>
                  </a:cubicBezTo>
                  <a:cubicBezTo>
                    <a:pt x="52" y="111"/>
                    <a:pt x="42" y="112"/>
                    <a:pt x="25" y="107"/>
                  </a:cubicBezTo>
                  <a:cubicBezTo>
                    <a:pt x="15" y="104"/>
                    <a:pt x="8" y="91"/>
                    <a:pt x="5" y="81"/>
                  </a:cubicBezTo>
                  <a:cubicBezTo>
                    <a:pt x="3" y="76"/>
                    <a:pt x="0" y="67"/>
                    <a:pt x="4" y="60"/>
                  </a:cubicBezTo>
                  <a:close/>
                </a:path>
              </a:pathLst>
            </a:custGeom>
            <a:solidFill>
              <a:srgbClr val="EDEC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22" name="Freeform 707">
              <a:extLst>
                <a:ext uri="{FF2B5EF4-FFF2-40B4-BE49-F238E27FC236}">
                  <a16:creationId xmlns:a16="http://schemas.microsoft.com/office/drawing/2014/main" id="{ED559748-F8DD-441E-9099-587237B60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418"/>
              <a:ext cx="110" cy="151"/>
            </a:xfrm>
            <a:custGeom>
              <a:avLst/>
              <a:gdLst>
                <a:gd name="T0" fmla="*/ 195 w 62"/>
                <a:gd name="T1" fmla="*/ 308 h 79"/>
                <a:gd name="T2" fmla="*/ 195 w 62"/>
                <a:gd name="T3" fmla="*/ 313 h 79"/>
                <a:gd name="T4" fmla="*/ 257 w 62"/>
                <a:gd name="T5" fmla="*/ 505 h 79"/>
                <a:gd name="T6" fmla="*/ 257 w 62"/>
                <a:gd name="T7" fmla="*/ 552 h 79"/>
                <a:gd name="T8" fmla="*/ 346 w 62"/>
                <a:gd name="T9" fmla="*/ 529 h 79"/>
                <a:gd name="T10" fmla="*/ 341 w 62"/>
                <a:gd name="T11" fmla="*/ 505 h 79"/>
                <a:gd name="T12" fmla="*/ 231 w 62"/>
                <a:gd name="T13" fmla="*/ 245 h 79"/>
                <a:gd name="T14" fmla="*/ 231 w 62"/>
                <a:gd name="T15" fmla="*/ 245 h 79"/>
                <a:gd name="T16" fmla="*/ 179 w 62"/>
                <a:gd name="T17" fmla="*/ 153 h 79"/>
                <a:gd name="T18" fmla="*/ 160 w 62"/>
                <a:gd name="T19" fmla="*/ 92 h 79"/>
                <a:gd name="T20" fmla="*/ 302 w 62"/>
                <a:gd name="T21" fmla="*/ 0 h 79"/>
                <a:gd name="T22" fmla="*/ 211 w 62"/>
                <a:gd name="T23" fmla="*/ 15 h 79"/>
                <a:gd name="T24" fmla="*/ 188 w 62"/>
                <a:gd name="T25" fmla="*/ 21 h 79"/>
                <a:gd name="T26" fmla="*/ 101 w 62"/>
                <a:gd name="T27" fmla="*/ 99 h 79"/>
                <a:gd name="T28" fmla="*/ 12 w 62"/>
                <a:gd name="T29" fmla="*/ 201 h 79"/>
                <a:gd name="T30" fmla="*/ 0 w 62"/>
                <a:gd name="T31" fmla="*/ 285 h 79"/>
                <a:gd name="T32" fmla="*/ 73 w 62"/>
                <a:gd name="T33" fmla="*/ 189 h 79"/>
                <a:gd name="T34" fmla="*/ 110 w 62"/>
                <a:gd name="T35" fmla="*/ 145 h 79"/>
                <a:gd name="T36" fmla="*/ 117 w 62"/>
                <a:gd name="T37" fmla="*/ 168 h 79"/>
                <a:gd name="T38" fmla="*/ 195 w 62"/>
                <a:gd name="T39" fmla="*/ 308 h 7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" h="79">
                  <a:moveTo>
                    <a:pt x="35" y="44"/>
                  </a:moveTo>
                  <a:cubicBezTo>
                    <a:pt x="35" y="45"/>
                    <a:pt x="35" y="45"/>
                    <a:pt x="35" y="45"/>
                  </a:cubicBezTo>
                  <a:cubicBezTo>
                    <a:pt x="41" y="47"/>
                    <a:pt x="46" y="61"/>
                    <a:pt x="46" y="72"/>
                  </a:cubicBezTo>
                  <a:cubicBezTo>
                    <a:pt x="46" y="74"/>
                    <a:pt x="46" y="77"/>
                    <a:pt x="46" y="79"/>
                  </a:cubicBezTo>
                  <a:cubicBezTo>
                    <a:pt x="51" y="79"/>
                    <a:pt x="56" y="78"/>
                    <a:pt x="62" y="76"/>
                  </a:cubicBezTo>
                  <a:cubicBezTo>
                    <a:pt x="62" y="75"/>
                    <a:pt x="61" y="73"/>
                    <a:pt x="61" y="72"/>
                  </a:cubicBezTo>
                  <a:cubicBezTo>
                    <a:pt x="61" y="57"/>
                    <a:pt x="55" y="40"/>
                    <a:pt x="41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36" y="33"/>
                    <a:pt x="33" y="30"/>
                    <a:pt x="32" y="22"/>
                  </a:cubicBezTo>
                  <a:cubicBezTo>
                    <a:pt x="31" y="19"/>
                    <a:pt x="30" y="16"/>
                    <a:pt x="29" y="13"/>
                  </a:cubicBezTo>
                  <a:cubicBezTo>
                    <a:pt x="34" y="11"/>
                    <a:pt x="49" y="3"/>
                    <a:pt x="54" y="0"/>
                  </a:cubicBezTo>
                  <a:cubicBezTo>
                    <a:pt x="49" y="0"/>
                    <a:pt x="42" y="1"/>
                    <a:pt x="38" y="2"/>
                  </a:cubicBezTo>
                  <a:cubicBezTo>
                    <a:pt x="36" y="3"/>
                    <a:pt x="35" y="3"/>
                    <a:pt x="34" y="3"/>
                  </a:cubicBezTo>
                  <a:cubicBezTo>
                    <a:pt x="26" y="7"/>
                    <a:pt x="20" y="12"/>
                    <a:pt x="18" y="14"/>
                  </a:cubicBezTo>
                  <a:cubicBezTo>
                    <a:pt x="13" y="18"/>
                    <a:pt x="5" y="23"/>
                    <a:pt x="2" y="29"/>
                  </a:cubicBezTo>
                  <a:cubicBezTo>
                    <a:pt x="0" y="33"/>
                    <a:pt x="0" y="37"/>
                    <a:pt x="0" y="41"/>
                  </a:cubicBezTo>
                  <a:cubicBezTo>
                    <a:pt x="4" y="35"/>
                    <a:pt x="8" y="31"/>
                    <a:pt x="13" y="27"/>
                  </a:cubicBezTo>
                  <a:cubicBezTo>
                    <a:pt x="16" y="25"/>
                    <a:pt x="18" y="23"/>
                    <a:pt x="20" y="21"/>
                  </a:cubicBezTo>
                  <a:cubicBezTo>
                    <a:pt x="21" y="22"/>
                    <a:pt x="21" y="23"/>
                    <a:pt x="21" y="24"/>
                  </a:cubicBezTo>
                  <a:cubicBezTo>
                    <a:pt x="23" y="32"/>
                    <a:pt x="25" y="41"/>
                    <a:pt x="35" y="44"/>
                  </a:cubicBezTo>
                  <a:close/>
                </a:path>
              </a:pathLst>
            </a:custGeom>
            <a:solidFill>
              <a:srgbClr val="F2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23" name="Freeform 708">
              <a:extLst>
                <a:ext uri="{FF2B5EF4-FFF2-40B4-BE49-F238E27FC236}">
                  <a16:creationId xmlns:a16="http://schemas.microsoft.com/office/drawing/2014/main" id="{3DB2E9A9-6A6D-47E1-AE89-54A31C0B9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359"/>
              <a:ext cx="341" cy="213"/>
            </a:xfrm>
            <a:custGeom>
              <a:avLst/>
              <a:gdLst>
                <a:gd name="T0" fmla="*/ 21 w 191"/>
                <a:gd name="T1" fmla="*/ 413 h 112"/>
                <a:gd name="T2" fmla="*/ 114 w 191"/>
                <a:gd name="T3" fmla="*/ 312 h 112"/>
                <a:gd name="T4" fmla="*/ 223 w 191"/>
                <a:gd name="T5" fmla="*/ 228 h 112"/>
                <a:gd name="T6" fmla="*/ 357 w 191"/>
                <a:gd name="T7" fmla="*/ 205 h 112"/>
                <a:gd name="T8" fmla="*/ 523 w 191"/>
                <a:gd name="T9" fmla="*/ 165 h 112"/>
                <a:gd name="T10" fmla="*/ 694 w 191"/>
                <a:gd name="T11" fmla="*/ 68 h 112"/>
                <a:gd name="T12" fmla="*/ 869 w 191"/>
                <a:gd name="T13" fmla="*/ 68 h 112"/>
                <a:gd name="T14" fmla="*/ 1007 w 191"/>
                <a:gd name="T15" fmla="*/ 55 h 112"/>
                <a:gd name="T16" fmla="*/ 1071 w 191"/>
                <a:gd name="T17" fmla="*/ 152 h 112"/>
                <a:gd name="T18" fmla="*/ 1052 w 191"/>
                <a:gd name="T19" fmla="*/ 314 h 112"/>
                <a:gd name="T20" fmla="*/ 991 w 191"/>
                <a:gd name="T21" fmla="*/ 466 h 112"/>
                <a:gd name="T22" fmla="*/ 861 w 191"/>
                <a:gd name="T23" fmla="*/ 610 h 112"/>
                <a:gd name="T24" fmla="*/ 711 w 191"/>
                <a:gd name="T25" fmla="*/ 673 h 112"/>
                <a:gd name="T26" fmla="*/ 557 w 191"/>
                <a:gd name="T27" fmla="*/ 709 h 112"/>
                <a:gd name="T28" fmla="*/ 393 w 191"/>
                <a:gd name="T29" fmla="*/ 730 h 112"/>
                <a:gd name="T30" fmla="*/ 143 w 191"/>
                <a:gd name="T31" fmla="*/ 734 h 112"/>
                <a:gd name="T32" fmla="*/ 29 w 191"/>
                <a:gd name="T33" fmla="*/ 557 h 112"/>
                <a:gd name="T34" fmla="*/ 21 w 191"/>
                <a:gd name="T35" fmla="*/ 413 h 1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1" h="112">
                  <a:moveTo>
                    <a:pt x="4" y="60"/>
                  </a:moveTo>
                  <a:cubicBezTo>
                    <a:pt x="7" y="54"/>
                    <a:pt x="15" y="49"/>
                    <a:pt x="20" y="45"/>
                  </a:cubicBezTo>
                  <a:cubicBezTo>
                    <a:pt x="23" y="43"/>
                    <a:pt x="30" y="36"/>
                    <a:pt x="39" y="33"/>
                  </a:cubicBezTo>
                  <a:cubicBezTo>
                    <a:pt x="46" y="31"/>
                    <a:pt x="59" y="32"/>
                    <a:pt x="63" y="30"/>
                  </a:cubicBezTo>
                  <a:cubicBezTo>
                    <a:pt x="74" y="23"/>
                    <a:pt x="81" y="29"/>
                    <a:pt x="92" y="24"/>
                  </a:cubicBezTo>
                  <a:cubicBezTo>
                    <a:pt x="110" y="16"/>
                    <a:pt x="108" y="15"/>
                    <a:pt x="122" y="10"/>
                  </a:cubicBezTo>
                  <a:cubicBezTo>
                    <a:pt x="134" y="6"/>
                    <a:pt x="145" y="11"/>
                    <a:pt x="153" y="10"/>
                  </a:cubicBezTo>
                  <a:cubicBezTo>
                    <a:pt x="160" y="0"/>
                    <a:pt x="173" y="5"/>
                    <a:pt x="177" y="8"/>
                  </a:cubicBezTo>
                  <a:cubicBezTo>
                    <a:pt x="182" y="9"/>
                    <a:pt x="185" y="14"/>
                    <a:pt x="188" y="22"/>
                  </a:cubicBezTo>
                  <a:cubicBezTo>
                    <a:pt x="191" y="30"/>
                    <a:pt x="189" y="36"/>
                    <a:pt x="185" y="46"/>
                  </a:cubicBezTo>
                  <a:cubicBezTo>
                    <a:pt x="181" y="57"/>
                    <a:pt x="174" y="66"/>
                    <a:pt x="174" y="68"/>
                  </a:cubicBezTo>
                  <a:cubicBezTo>
                    <a:pt x="173" y="76"/>
                    <a:pt x="157" y="85"/>
                    <a:pt x="151" y="89"/>
                  </a:cubicBezTo>
                  <a:cubicBezTo>
                    <a:pt x="146" y="94"/>
                    <a:pt x="129" y="93"/>
                    <a:pt x="125" y="98"/>
                  </a:cubicBezTo>
                  <a:cubicBezTo>
                    <a:pt x="118" y="107"/>
                    <a:pt x="107" y="101"/>
                    <a:pt x="98" y="103"/>
                  </a:cubicBezTo>
                  <a:cubicBezTo>
                    <a:pt x="88" y="104"/>
                    <a:pt x="79" y="103"/>
                    <a:pt x="69" y="106"/>
                  </a:cubicBezTo>
                  <a:cubicBezTo>
                    <a:pt x="52" y="111"/>
                    <a:pt x="42" y="112"/>
                    <a:pt x="25" y="107"/>
                  </a:cubicBezTo>
                  <a:cubicBezTo>
                    <a:pt x="15" y="104"/>
                    <a:pt x="8" y="91"/>
                    <a:pt x="5" y="81"/>
                  </a:cubicBezTo>
                  <a:cubicBezTo>
                    <a:pt x="3" y="76"/>
                    <a:pt x="0" y="67"/>
                    <a:pt x="4" y="6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24" name="Freeform 709">
              <a:extLst>
                <a:ext uri="{FF2B5EF4-FFF2-40B4-BE49-F238E27FC236}">
                  <a16:creationId xmlns:a16="http://schemas.microsoft.com/office/drawing/2014/main" id="{05486A3E-D6C1-40BE-8961-18F9ED180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453"/>
              <a:ext cx="148" cy="98"/>
            </a:xfrm>
            <a:custGeom>
              <a:avLst/>
              <a:gdLst>
                <a:gd name="T0" fmla="*/ 0 w 83"/>
                <a:gd name="T1" fmla="*/ 60 h 52"/>
                <a:gd name="T2" fmla="*/ 95 w 83"/>
                <a:gd name="T3" fmla="*/ 53 h 52"/>
                <a:gd name="T4" fmla="*/ 86 w 83"/>
                <a:gd name="T5" fmla="*/ 205 h 52"/>
                <a:gd name="T6" fmla="*/ 86 w 83"/>
                <a:gd name="T7" fmla="*/ 294 h 52"/>
                <a:gd name="T8" fmla="*/ 194 w 83"/>
                <a:gd name="T9" fmla="*/ 326 h 52"/>
                <a:gd name="T10" fmla="*/ 296 w 83"/>
                <a:gd name="T11" fmla="*/ 302 h 52"/>
                <a:gd name="T12" fmla="*/ 333 w 83"/>
                <a:gd name="T13" fmla="*/ 205 h 52"/>
                <a:gd name="T14" fmla="*/ 362 w 83"/>
                <a:gd name="T15" fmla="*/ 273 h 52"/>
                <a:gd name="T16" fmla="*/ 414 w 83"/>
                <a:gd name="T17" fmla="*/ 288 h 52"/>
                <a:gd name="T18" fmla="*/ 471 w 83"/>
                <a:gd name="T19" fmla="*/ 256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52">
                  <a:moveTo>
                    <a:pt x="0" y="9"/>
                  </a:moveTo>
                  <a:cubicBezTo>
                    <a:pt x="4" y="6"/>
                    <a:pt x="13" y="0"/>
                    <a:pt x="17" y="8"/>
                  </a:cubicBezTo>
                  <a:cubicBezTo>
                    <a:pt x="20" y="14"/>
                    <a:pt x="15" y="25"/>
                    <a:pt x="15" y="31"/>
                  </a:cubicBezTo>
                  <a:cubicBezTo>
                    <a:pt x="14" y="35"/>
                    <a:pt x="12" y="41"/>
                    <a:pt x="15" y="44"/>
                  </a:cubicBezTo>
                  <a:cubicBezTo>
                    <a:pt x="19" y="48"/>
                    <a:pt x="29" y="49"/>
                    <a:pt x="34" y="49"/>
                  </a:cubicBezTo>
                  <a:cubicBezTo>
                    <a:pt x="40" y="49"/>
                    <a:pt x="49" y="52"/>
                    <a:pt x="52" y="45"/>
                  </a:cubicBezTo>
                  <a:cubicBezTo>
                    <a:pt x="53" y="42"/>
                    <a:pt x="51" y="26"/>
                    <a:pt x="59" y="31"/>
                  </a:cubicBezTo>
                  <a:cubicBezTo>
                    <a:pt x="62" y="33"/>
                    <a:pt x="61" y="38"/>
                    <a:pt x="64" y="41"/>
                  </a:cubicBezTo>
                  <a:cubicBezTo>
                    <a:pt x="66" y="42"/>
                    <a:pt x="70" y="43"/>
                    <a:pt x="73" y="43"/>
                  </a:cubicBezTo>
                  <a:cubicBezTo>
                    <a:pt x="76" y="42"/>
                    <a:pt x="79" y="39"/>
                    <a:pt x="83" y="38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25" name="Freeform 710">
              <a:extLst>
                <a:ext uri="{FF2B5EF4-FFF2-40B4-BE49-F238E27FC236}">
                  <a16:creationId xmlns:a16="http://schemas.microsoft.com/office/drawing/2014/main" id="{D3EE7C6F-0C33-44B0-93AB-54423BBEB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409"/>
              <a:ext cx="139" cy="89"/>
            </a:xfrm>
            <a:custGeom>
              <a:avLst/>
              <a:gdLst>
                <a:gd name="T0" fmla="*/ 442 w 78"/>
                <a:gd name="T1" fmla="*/ 320 h 47"/>
                <a:gd name="T2" fmla="*/ 385 w 78"/>
                <a:gd name="T3" fmla="*/ 205 h 47"/>
                <a:gd name="T4" fmla="*/ 276 w 78"/>
                <a:gd name="T5" fmla="*/ 252 h 47"/>
                <a:gd name="T6" fmla="*/ 226 w 78"/>
                <a:gd name="T7" fmla="*/ 212 h 47"/>
                <a:gd name="T8" fmla="*/ 226 w 78"/>
                <a:gd name="T9" fmla="*/ 121 h 47"/>
                <a:gd name="T10" fmla="*/ 187 w 78"/>
                <a:gd name="T11" fmla="*/ 89 h 47"/>
                <a:gd name="T12" fmla="*/ 93 w 78"/>
                <a:gd name="T13" fmla="*/ 83 h 47"/>
                <a:gd name="T14" fmla="*/ 0 w 78"/>
                <a:gd name="T15" fmla="*/ 32 h 47"/>
                <a:gd name="T16" fmla="*/ 93 w 78"/>
                <a:gd name="T17" fmla="*/ 4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47">
                  <a:moveTo>
                    <a:pt x="78" y="47"/>
                  </a:moveTo>
                  <a:cubicBezTo>
                    <a:pt x="77" y="41"/>
                    <a:pt x="75" y="32"/>
                    <a:pt x="68" y="30"/>
                  </a:cubicBezTo>
                  <a:cubicBezTo>
                    <a:pt x="60" y="29"/>
                    <a:pt x="55" y="34"/>
                    <a:pt x="49" y="37"/>
                  </a:cubicBezTo>
                  <a:cubicBezTo>
                    <a:pt x="44" y="39"/>
                    <a:pt x="42" y="36"/>
                    <a:pt x="40" y="31"/>
                  </a:cubicBezTo>
                  <a:cubicBezTo>
                    <a:pt x="39" y="26"/>
                    <a:pt x="42" y="22"/>
                    <a:pt x="40" y="18"/>
                  </a:cubicBezTo>
                  <a:cubicBezTo>
                    <a:pt x="38" y="15"/>
                    <a:pt x="36" y="14"/>
                    <a:pt x="33" y="13"/>
                  </a:cubicBezTo>
                  <a:cubicBezTo>
                    <a:pt x="27" y="12"/>
                    <a:pt x="22" y="13"/>
                    <a:pt x="16" y="12"/>
                  </a:cubicBezTo>
                  <a:cubicBezTo>
                    <a:pt x="11" y="11"/>
                    <a:pt x="2" y="11"/>
                    <a:pt x="0" y="5"/>
                  </a:cubicBezTo>
                  <a:cubicBezTo>
                    <a:pt x="6" y="0"/>
                    <a:pt x="9" y="6"/>
                    <a:pt x="16" y="6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26" name="Freeform 711">
              <a:extLst>
                <a:ext uri="{FF2B5EF4-FFF2-40B4-BE49-F238E27FC236}">
                  <a16:creationId xmlns:a16="http://schemas.microsoft.com/office/drawing/2014/main" id="{8BC585FE-BD0A-429A-A438-A63A6C313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475"/>
              <a:ext cx="32" cy="61"/>
            </a:xfrm>
            <a:custGeom>
              <a:avLst/>
              <a:gdLst>
                <a:gd name="T0" fmla="*/ 64 w 18"/>
                <a:gd name="T1" fmla="*/ 221 h 32"/>
                <a:gd name="T2" fmla="*/ 89 w 18"/>
                <a:gd name="T3" fmla="*/ 124 h 32"/>
                <a:gd name="T4" fmla="*/ 36 w 18"/>
                <a:gd name="T5" fmla="*/ 105 h 32"/>
                <a:gd name="T6" fmla="*/ 57 w 18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2">
                  <a:moveTo>
                    <a:pt x="11" y="32"/>
                  </a:moveTo>
                  <a:cubicBezTo>
                    <a:pt x="13" y="28"/>
                    <a:pt x="18" y="23"/>
                    <a:pt x="16" y="18"/>
                  </a:cubicBezTo>
                  <a:cubicBezTo>
                    <a:pt x="14" y="13"/>
                    <a:pt x="10" y="18"/>
                    <a:pt x="6" y="15"/>
                  </a:cubicBezTo>
                  <a:cubicBezTo>
                    <a:pt x="0" y="12"/>
                    <a:pt x="15" y="5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27" name="Freeform 712">
              <a:extLst>
                <a:ext uri="{FF2B5EF4-FFF2-40B4-BE49-F238E27FC236}">
                  <a16:creationId xmlns:a16="http://schemas.microsoft.com/office/drawing/2014/main" id="{27615C17-E075-4515-9875-E096F0024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378"/>
              <a:ext cx="49" cy="71"/>
            </a:xfrm>
            <a:custGeom>
              <a:avLst/>
              <a:gdLst>
                <a:gd name="T0" fmla="*/ 0 w 27"/>
                <a:gd name="T1" fmla="*/ 129 h 37"/>
                <a:gd name="T2" fmla="*/ 53 w 27"/>
                <a:gd name="T3" fmla="*/ 92 h 37"/>
                <a:gd name="T4" fmla="*/ 80 w 27"/>
                <a:gd name="T5" fmla="*/ 8 h 37"/>
                <a:gd name="T6" fmla="*/ 102 w 27"/>
                <a:gd name="T7" fmla="*/ 100 h 37"/>
                <a:gd name="T8" fmla="*/ 36 w 27"/>
                <a:gd name="T9" fmla="*/ 200 h 37"/>
                <a:gd name="T10" fmla="*/ 80 w 27"/>
                <a:gd name="T11" fmla="*/ 261 h 37"/>
                <a:gd name="T12" fmla="*/ 162 w 27"/>
                <a:gd name="T13" fmla="*/ 20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7">
                  <a:moveTo>
                    <a:pt x="0" y="18"/>
                  </a:moveTo>
                  <a:cubicBezTo>
                    <a:pt x="5" y="21"/>
                    <a:pt x="9" y="18"/>
                    <a:pt x="9" y="13"/>
                  </a:cubicBezTo>
                  <a:cubicBezTo>
                    <a:pt x="10" y="8"/>
                    <a:pt x="9" y="5"/>
                    <a:pt x="13" y="1"/>
                  </a:cubicBezTo>
                  <a:cubicBezTo>
                    <a:pt x="19" y="0"/>
                    <a:pt x="19" y="8"/>
                    <a:pt x="17" y="14"/>
                  </a:cubicBezTo>
                  <a:cubicBezTo>
                    <a:pt x="16" y="20"/>
                    <a:pt x="7" y="22"/>
                    <a:pt x="6" y="28"/>
                  </a:cubicBezTo>
                  <a:cubicBezTo>
                    <a:pt x="5" y="31"/>
                    <a:pt x="9" y="37"/>
                    <a:pt x="13" y="37"/>
                  </a:cubicBezTo>
                  <a:cubicBezTo>
                    <a:pt x="18" y="36"/>
                    <a:pt x="21" y="27"/>
                    <a:pt x="27" y="29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28" name="Freeform 713">
              <a:extLst>
                <a:ext uri="{FF2B5EF4-FFF2-40B4-BE49-F238E27FC236}">
                  <a16:creationId xmlns:a16="http://schemas.microsoft.com/office/drawing/2014/main" id="{DD3198A8-847A-40E8-A13E-EBED4C618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384"/>
              <a:ext cx="66" cy="93"/>
            </a:xfrm>
            <a:custGeom>
              <a:avLst/>
              <a:gdLst>
                <a:gd name="T0" fmla="*/ 0 w 37"/>
                <a:gd name="T1" fmla="*/ 0 h 49"/>
                <a:gd name="T2" fmla="*/ 37 w 37"/>
                <a:gd name="T3" fmla="*/ 40 h 49"/>
                <a:gd name="T4" fmla="*/ 12 w 37"/>
                <a:gd name="T5" fmla="*/ 101 h 49"/>
                <a:gd name="T6" fmla="*/ 130 w 37"/>
                <a:gd name="T7" fmla="*/ 144 h 49"/>
                <a:gd name="T8" fmla="*/ 130 w 37"/>
                <a:gd name="T9" fmla="*/ 296 h 49"/>
                <a:gd name="T10" fmla="*/ 182 w 37"/>
                <a:gd name="T11" fmla="*/ 296 h 49"/>
                <a:gd name="T12" fmla="*/ 210 w 37"/>
                <a:gd name="T13" fmla="*/ 33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9">
                  <a:moveTo>
                    <a:pt x="0" y="0"/>
                  </a:moveTo>
                  <a:cubicBezTo>
                    <a:pt x="3" y="2"/>
                    <a:pt x="7" y="2"/>
                    <a:pt x="7" y="6"/>
                  </a:cubicBezTo>
                  <a:cubicBezTo>
                    <a:pt x="7" y="9"/>
                    <a:pt x="1" y="12"/>
                    <a:pt x="2" y="15"/>
                  </a:cubicBezTo>
                  <a:cubicBezTo>
                    <a:pt x="5" y="20"/>
                    <a:pt x="19" y="13"/>
                    <a:pt x="23" y="21"/>
                  </a:cubicBezTo>
                  <a:cubicBezTo>
                    <a:pt x="25" y="26"/>
                    <a:pt x="19" y="38"/>
                    <a:pt x="23" y="43"/>
                  </a:cubicBezTo>
                  <a:cubicBezTo>
                    <a:pt x="25" y="44"/>
                    <a:pt x="30" y="42"/>
                    <a:pt x="32" y="43"/>
                  </a:cubicBezTo>
                  <a:cubicBezTo>
                    <a:pt x="34" y="44"/>
                    <a:pt x="37" y="48"/>
                    <a:pt x="37" y="49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29" name="Freeform 714">
              <a:extLst>
                <a:ext uri="{FF2B5EF4-FFF2-40B4-BE49-F238E27FC236}">
                  <a16:creationId xmlns:a16="http://schemas.microsoft.com/office/drawing/2014/main" id="{18E962AA-2C87-419B-BA4D-33C464059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437"/>
              <a:ext cx="141" cy="118"/>
            </a:xfrm>
            <a:custGeom>
              <a:avLst/>
              <a:gdLst>
                <a:gd name="T0" fmla="*/ 0 w 79"/>
                <a:gd name="T1" fmla="*/ 160 h 62"/>
                <a:gd name="T2" fmla="*/ 137 w 79"/>
                <a:gd name="T3" fmla="*/ 76 h 62"/>
                <a:gd name="T4" fmla="*/ 96 w 79"/>
                <a:gd name="T5" fmla="*/ 124 h 62"/>
                <a:gd name="T6" fmla="*/ 45 w 79"/>
                <a:gd name="T7" fmla="*/ 185 h 62"/>
                <a:gd name="T8" fmla="*/ 16 w 79"/>
                <a:gd name="T9" fmla="*/ 268 h 62"/>
                <a:gd name="T10" fmla="*/ 37 w 79"/>
                <a:gd name="T11" fmla="*/ 358 h 62"/>
                <a:gd name="T12" fmla="*/ 102 w 79"/>
                <a:gd name="T13" fmla="*/ 352 h 62"/>
                <a:gd name="T14" fmla="*/ 153 w 79"/>
                <a:gd name="T15" fmla="*/ 428 h 62"/>
                <a:gd name="T16" fmla="*/ 261 w 79"/>
                <a:gd name="T17" fmla="*/ 365 h 62"/>
                <a:gd name="T18" fmla="*/ 450 w 79"/>
                <a:gd name="T19" fmla="*/ 352 h 62"/>
                <a:gd name="T20" fmla="*/ 443 w 79"/>
                <a:gd name="T21" fmla="*/ 352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62">
                  <a:moveTo>
                    <a:pt x="0" y="23"/>
                  </a:moveTo>
                  <a:cubicBezTo>
                    <a:pt x="3" y="21"/>
                    <a:pt x="24" y="0"/>
                    <a:pt x="24" y="11"/>
                  </a:cubicBezTo>
                  <a:cubicBezTo>
                    <a:pt x="24" y="15"/>
                    <a:pt x="19" y="17"/>
                    <a:pt x="17" y="18"/>
                  </a:cubicBezTo>
                  <a:cubicBezTo>
                    <a:pt x="13" y="21"/>
                    <a:pt x="11" y="23"/>
                    <a:pt x="8" y="27"/>
                  </a:cubicBezTo>
                  <a:cubicBezTo>
                    <a:pt x="4" y="31"/>
                    <a:pt x="1" y="33"/>
                    <a:pt x="3" y="39"/>
                  </a:cubicBezTo>
                  <a:cubicBezTo>
                    <a:pt x="4" y="43"/>
                    <a:pt x="5" y="49"/>
                    <a:pt x="7" y="52"/>
                  </a:cubicBezTo>
                  <a:cubicBezTo>
                    <a:pt x="9" y="54"/>
                    <a:pt x="15" y="49"/>
                    <a:pt x="18" y="51"/>
                  </a:cubicBezTo>
                  <a:cubicBezTo>
                    <a:pt x="22" y="55"/>
                    <a:pt x="19" y="62"/>
                    <a:pt x="27" y="62"/>
                  </a:cubicBezTo>
                  <a:cubicBezTo>
                    <a:pt x="34" y="61"/>
                    <a:pt x="39" y="54"/>
                    <a:pt x="46" y="53"/>
                  </a:cubicBezTo>
                  <a:cubicBezTo>
                    <a:pt x="57" y="51"/>
                    <a:pt x="69" y="54"/>
                    <a:pt x="79" y="51"/>
                  </a:cubicBezTo>
                  <a:cubicBezTo>
                    <a:pt x="79" y="51"/>
                    <a:pt x="78" y="51"/>
                    <a:pt x="78" y="51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30" name="Freeform 715">
              <a:extLst>
                <a:ext uri="{FF2B5EF4-FFF2-40B4-BE49-F238E27FC236}">
                  <a16:creationId xmlns:a16="http://schemas.microsoft.com/office/drawing/2014/main" id="{731029AE-BDF3-4CA2-AAEC-9497FF2D2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424"/>
              <a:ext cx="75" cy="72"/>
            </a:xfrm>
            <a:custGeom>
              <a:avLst/>
              <a:gdLst>
                <a:gd name="T0" fmla="*/ 0 w 42"/>
                <a:gd name="T1" fmla="*/ 258 h 38"/>
                <a:gd name="T2" fmla="*/ 86 w 42"/>
                <a:gd name="T3" fmla="*/ 136 h 38"/>
                <a:gd name="T4" fmla="*/ 73 w 42"/>
                <a:gd name="T5" fmla="*/ 76 h 38"/>
                <a:gd name="T6" fmla="*/ 125 w 42"/>
                <a:gd name="T7" fmla="*/ 53 h 38"/>
                <a:gd name="T8" fmla="*/ 227 w 42"/>
                <a:gd name="T9" fmla="*/ 68 h 38"/>
                <a:gd name="T10" fmla="*/ 171 w 42"/>
                <a:gd name="T11" fmla="*/ 116 h 38"/>
                <a:gd name="T12" fmla="*/ 171 w 42"/>
                <a:gd name="T13" fmla="*/ 189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8">
                  <a:moveTo>
                    <a:pt x="0" y="38"/>
                  </a:moveTo>
                  <a:cubicBezTo>
                    <a:pt x="9" y="34"/>
                    <a:pt x="19" y="34"/>
                    <a:pt x="15" y="20"/>
                  </a:cubicBezTo>
                  <a:cubicBezTo>
                    <a:pt x="14" y="17"/>
                    <a:pt x="12" y="15"/>
                    <a:pt x="13" y="11"/>
                  </a:cubicBezTo>
                  <a:cubicBezTo>
                    <a:pt x="15" y="7"/>
                    <a:pt x="18" y="8"/>
                    <a:pt x="22" y="8"/>
                  </a:cubicBezTo>
                  <a:cubicBezTo>
                    <a:pt x="27" y="8"/>
                    <a:pt x="42" y="0"/>
                    <a:pt x="40" y="10"/>
                  </a:cubicBezTo>
                  <a:cubicBezTo>
                    <a:pt x="39" y="17"/>
                    <a:pt x="34" y="13"/>
                    <a:pt x="30" y="17"/>
                  </a:cubicBezTo>
                  <a:cubicBezTo>
                    <a:pt x="27" y="20"/>
                    <a:pt x="31" y="23"/>
                    <a:pt x="30" y="28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31" name="Freeform 716">
              <a:extLst>
                <a:ext uri="{FF2B5EF4-FFF2-40B4-BE49-F238E27FC236}">
                  <a16:creationId xmlns:a16="http://schemas.microsoft.com/office/drawing/2014/main" id="{BB65BF49-A67C-449A-AAEB-D9A6FABD4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479"/>
              <a:ext cx="123" cy="57"/>
            </a:xfrm>
            <a:custGeom>
              <a:avLst/>
              <a:gdLst>
                <a:gd name="T0" fmla="*/ 0 w 69"/>
                <a:gd name="T1" fmla="*/ 61 h 30"/>
                <a:gd name="T2" fmla="*/ 109 w 69"/>
                <a:gd name="T3" fmla="*/ 61 h 30"/>
                <a:gd name="T4" fmla="*/ 146 w 69"/>
                <a:gd name="T5" fmla="*/ 165 h 30"/>
                <a:gd name="T6" fmla="*/ 143 w 69"/>
                <a:gd name="T7" fmla="*/ 192 h 30"/>
                <a:gd name="T8" fmla="*/ 187 w 69"/>
                <a:gd name="T9" fmla="*/ 200 h 30"/>
                <a:gd name="T10" fmla="*/ 283 w 69"/>
                <a:gd name="T11" fmla="*/ 137 h 30"/>
                <a:gd name="T12" fmla="*/ 378 w 69"/>
                <a:gd name="T13" fmla="*/ 97 h 30"/>
                <a:gd name="T14" fmla="*/ 324 w 69"/>
                <a:gd name="T15" fmla="*/ 36 h 30"/>
                <a:gd name="T16" fmla="*/ 223 w 69"/>
                <a:gd name="T17" fmla="*/ 55 h 30"/>
                <a:gd name="T18" fmla="*/ 244 w 69"/>
                <a:gd name="T19" fmla="*/ 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30">
                  <a:moveTo>
                    <a:pt x="0" y="9"/>
                  </a:moveTo>
                  <a:cubicBezTo>
                    <a:pt x="2" y="16"/>
                    <a:pt x="14" y="8"/>
                    <a:pt x="19" y="9"/>
                  </a:cubicBezTo>
                  <a:cubicBezTo>
                    <a:pt x="26" y="10"/>
                    <a:pt x="27" y="18"/>
                    <a:pt x="26" y="24"/>
                  </a:cubicBezTo>
                  <a:cubicBezTo>
                    <a:pt x="26" y="26"/>
                    <a:pt x="24" y="27"/>
                    <a:pt x="25" y="28"/>
                  </a:cubicBezTo>
                  <a:cubicBezTo>
                    <a:pt x="27" y="30"/>
                    <a:pt x="31" y="30"/>
                    <a:pt x="33" y="29"/>
                  </a:cubicBezTo>
                  <a:cubicBezTo>
                    <a:pt x="39" y="28"/>
                    <a:pt x="43" y="21"/>
                    <a:pt x="50" y="20"/>
                  </a:cubicBezTo>
                  <a:cubicBezTo>
                    <a:pt x="54" y="20"/>
                    <a:pt x="69" y="25"/>
                    <a:pt x="67" y="14"/>
                  </a:cubicBezTo>
                  <a:cubicBezTo>
                    <a:pt x="67" y="10"/>
                    <a:pt x="61" y="6"/>
                    <a:pt x="57" y="5"/>
                  </a:cubicBezTo>
                  <a:cubicBezTo>
                    <a:pt x="51" y="5"/>
                    <a:pt x="44" y="12"/>
                    <a:pt x="39" y="8"/>
                  </a:cubicBezTo>
                  <a:cubicBezTo>
                    <a:pt x="32" y="3"/>
                    <a:pt x="40" y="1"/>
                    <a:pt x="43" y="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32" name="Freeform 717">
              <a:extLst>
                <a:ext uri="{FF2B5EF4-FFF2-40B4-BE49-F238E27FC236}">
                  <a16:creationId xmlns:a16="http://schemas.microsoft.com/office/drawing/2014/main" id="{7F43FFB4-3105-4F47-A6EA-8667130FE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390"/>
              <a:ext cx="131" cy="64"/>
            </a:xfrm>
            <a:custGeom>
              <a:avLst/>
              <a:gdLst>
                <a:gd name="T0" fmla="*/ 0 w 73"/>
                <a:gd name="T1" fmla="*/ 226 h 34"/>
                <a:gd name="T2" fmla="*/ 117 w 73"/>
                <a:gd name="T3" fmla="*/ 188 h 34"/>
                <a:gd name="T4" fmla="*/ 117 w 73"/>
                <a:gd name="T5" fmla="*/ 85 h 34"/>
                <a:gd name="T6" fmla="*/ 210 w 73"/>
                <a:gd name="T7" fmla="*/ 40 h 34"/>
                <a:gd name="T8" fmla="*/ 260 w 73"/>
                <a:gd name="T9" fmla="*/ 128 h 34"/>
                <a:gd name="T10" fmla="*/ 341 w 73"/>
                <a:gd name="T11" fmla="*/ 100 h 34"/>
                <a:gd name="T12" fmla="*/ 364 w 73"/>
                <a:gd name="T13" fmla="*/ 15 h 34"/>
                <a:gd name="T14" fmla="*/ 422 w 73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34">
                  <a:moveTo>
                    <a:pt x="0" y="34"/>
                  </a:moveTo>
                  <a:cubicBezTo>
                    <a:pt x="5" y="34"/>
                    <a:pt x="18" y="33"/>
                    <a:pt x="20" y="28"/>
                  </a:cubicBezTo>
                  <a:cubicBezTo>
                    <a:pt x="22" y="23"/>
                    <a:pt x="17" y="18"/>
                    <a:pt x="20" y="13"/>
                  </a:cubicBezTo>
                  <a:cubicBezTo>
                    <a:pt x="22" y="10"/>
                    <a:pt x="32" y="6"/>
                    <a:pt x="36" y="6"/>
                  </a:cubicBezTo>
                  <a:cubicBezTo>
                    <a:pt x="44" y="7"/>
                    <a:pt x="39" y="15"/>
                    <a:pt x="45" y="19"/>
                  </a:cubicBezTo>
                  <a:cubicBezTo>
                    <a:pt x="48" y="21"/>
                    <a:pt x="57" y="18"/>
                    <a:pt x="59" y="15"/>
                  </a:cubicBezTo>
                  <a:cubicBezTo>
                    <a:pt x="61" y="11"/>
                    <a:pt x="59" y="5"/>
                    <a:pt x="63" y="2"/>
                  </a:cubicBezTo>
                  <a:cubicBezTo>
                    <a:pt x="65" y="0"/>
                    <a:pt x="70" y="0"/>
                    <a:pt x="73" y="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33" name="Freeform 718">
              <a:extLst>
                <a:ext uri="{FF2B5EF4-FFF2-40B4-BE49-F238E27FC236}">
                  <a16:creationId xmlns:a16="http://schemas.microsoft.com/office/drawing/2014/main" id="{BEBD734D-B2C9-4519-8ABA-82DF7BC01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378"/>
              <a:ext cx="9" cy="23"/>
            </a:xfrm>
            <a:custGeom>
              <a:avLst/>
              <a:gdLst>
                <a:gd name="T0" fmla="*/ 29 w 5"/>
                <a:gd name="T1" fmla="*/ 0 h 12"/>
                <a:gd name="T2" fmla="*/ 7 w 5"/>
                <a:gd name="T3" fmla="*/ 84 h 12"/>
                <a:gd name="T4" fmla="*/ 0 w 5"/>
                <a:gd name="T5" fmla="*/ 8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2" y="4"/>
                    <a:pt x="0" y="8"/>
                    <a:pt x="1" y="12"/>
                  </a:cubicBezTo>
                  <a:cubicBezTo>
                    <a:pt x="1" y="12"/>
                    <a:pt x="0" y="12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34" name="Freeform 719">
              <a:extLst>
                <a:ext uri="{FF2B5EF4-FFF2-40B4-BE49-F238E27FC236}">
                  <a16:creationId xmlns:a16="http://schemas.microsoft.com/office/drawing/2014/main" id="{A2EF8CC4-8CCC-4EFC-AA80-2798414D0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435"/>
              <a:ext cx="21" cy="52"/>
            </a:xfrm>
            <a:custGeom>
              <a:avLst/>
              <a:gdLst>
                <a:gd name="T0" fmla="*/ 28 w 12"/>
                <a:gd name="T1" fmla="*/ 193 h 27"/>
                <a:gd name="T2" fmla="*/ 16 w 12"/>
                <a:gd name="T3" fmla="*/ 71 h 27"/>
                <a:gd name="T4" fmla="*/ 65 w 1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7">
                  <a:moveTo>
                    <a:pt x="5" y="27"/>
                  </a:moveTo>
                  <a:cubicBezTo>
                    <a:pt x="3" y="24"/>
                    <a:pt x="0" y="14"/>
                    <a:pt x="3" y="10"/>
                  </a:cubicBezTo>
                  <a:cubicBezTo>
                    <a:pt x="5" y="5"/>
                    <a:pt x="10" y="5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35" name="Freeform 720">
              <a:extLst>
                <a:ext uri="{FF2B5EF4-FFF2-40B4-BE49-F238E27FC236}">
                  <a16:creationId xmlns:a16="http://schemas.microsoft.com/office/drawing/2014/main" id="{BFF9D931-4A34-4F08-A4A4-AFBAFECA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437"/>
              <a:ext cx="27" cy="37"/>
            </a:xfrm>
            <a:custGeom>
              <a:avLst/>
              <a:gdLst>
                <a:gd name="T0" fmla="*/ 88 w 15"/>
                <a:gd name="T1" fmla="*/ 0 h 19"/>
                <a:gd name="T2" fmla="*/ 16 w 15"/>
                <a:gd name="T3" fmla="*/ 1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6" y="3"/>
                    <a:pt x="0" y="9"/>
                    <a:pt x="3" y="19"/>
                  </a:cubicBezTo>
                </a:path>
              </a:pathLst>
            </a:custGeom>
            <a:noFill/>
            <a:ln w="4763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36" name="Freeform 721">
              <a:extLst>
                <a:ext uri="{FF2B5EF4-FFF2-40B4-BE49-F238E27FC236}">
                  <a16:creationId xmlns:a16="http://schemas.microsoft.com/office/drawing/2014/main" id="{45E1E055-6C5C-4779-A833-88F135DEA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451"/>
              <a:ext cx="28" cy="53"/>
            </a:xfrm>
            <a:custGeom>
              <a:avLst/>
              <a:gdLst>
                <a:gd name="T0" fmla="*/ 0 w 16"/>
                <a:gd name="T1" fmla="*/ 28 h 28"/>
                <a:gd name="T2" fmla="*/ 44 w 16"/>
                <a:gd name="T3" fmla="*/ 115 h 28"/>
                <a:gd name="T4" fmla="*/ 16 w 16"/>
                <a:gd name="T5" fmla="*/ 176 h 28"/>
                <a:gd name="T6" fmla="*/ 58 w 16"/>
                <a:gd name="T7" fmla="*/ 184 h 28"/>
                <a:gd name="T8" fmla="*/ 65 w 16"/>
                <a:gd name="T9" fmla="*/ 189 h 28"/>
                <a:gd name="T10" fmla="*/ 58 w 16"/>
                <a:gd name="T11" fmla="*/ 83 h 28"/>
                <a:gd name="T12" fmla="*/ 44 w 16"/>
                <a:gd name="T13" fmla="*/ 32 h 28"/>
                <a:gd name="T14" fmla="*/ 12 w 16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28">
                  <a:moveTo>
                    <a:pt x="0" y="4"/>
                  </a:moveTo>
                  <a:cubicBezTo>
                    <a:pt x="4" y="7"/>
                    <a:pt x="8" y="11"/>
                    <a:pt x="8" y="17"/>
                  </a:cubicBezTo>
                  <a:cubicBezTo>
                    <a:pt x="7" y="21"/>
                    <a:pt x="4" y="23"/>
                    <a:pt x="3" y="26"/>
                  </a:cubicBezTo>
                  <a:cubicBezTo>
                    <a:pt x="5" y="28"/>
                    <a:pt x="8" y="27"/>
                    <a:pt x="11" y="27"/>
                  </a:cubicBezTo>
                  <a:cubicBezTo>
                    <a:pt x="11" y="27"/>
                    <a:pt x="11" y="28"/>
                    <a:pt x="12" y="28"/>
                  </a:cubicBezTo>
                  <a:cubicBezTo>
                    <a:pt x="16" y="24"/>
                    <a:pt x="13" y="16"/>
                    <a:pt x="11" y="12"/>
                  </a:cubicBezTo>
                  <a:cubicBezTo>
                    <a:pt x="10" y="9"/>
                    <a:pt x="9" y="6"/>
                    <a:pt x="8" y="5"/>
                  </a:cubicBezTo>
                  <a:cubicBezTo>
                    <a:pt x="6" y="3"/>
                    <a:pt x="3" y="3"/>
                    <a:pt x="2" y="0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37" name="Freeform 722">
              <a:extLst>
                <a:ext uri="{FF2B5EF4-FFF2-40B4-BE49-F238E27FC236}">
                  <a16:creationId xmlns:a16="http://schemas.microsoft.com/office/drawing/2014/main" id="{5F05C55F-50C9-4C95-AE80-B5BD831C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424"/>
              <a:ext cx="98" cy="59"/>
            </a:xfrm>
            <a:custGeom>
              <a:avLst/>
              <a:gdLst>
                <a:gd name="T0" fmla="*/ 109 w 55"/>
                <a:gd name="T1" fmla="*/ 61 h 31"/>
                <a:gd name="T2" fmla="*/ 153 w 55"/>
                <a:gd name="T3" fmla="*/ 173 h 31"/>
                <a:gd name="T4" fmla="*/ 244 w 55"/>
                <a:gd name="T5" fmla="*/ 131 h 31"/>
                <a:gd name="T6" fmla="*/ 289 w 55"/>
                <a:gd name="T7" fmla="*/ 152 h 31"/>
                <a:gd name="T8" fmla="*/ 289 w 55"/>
                <a:gd name="T9" fmla="*/ 97 h 31"/>
                <a:gd name="T10" fmla="*/ 244 w 55"/>
                <a:gd name="T11" fmla="*/ 105 h 31"/>
                <a:gd name="T12" fmla="*/ 175 w 55"/>
                <a:gd name="T13" fmla="*/ 69 h 31"/>
                <a:gd name="T14" fmla="*/ 86 w 55"/>
                <a:gd name="T15" fmla="*/ 8 h 31"/>
                <a:gd name="T16" fmla="*/ 0 w 55"/>
                <a:gd name="T17" fmla="*/ 0 h 31"/>
                <a:gd name="T18" fmla="*/ 123 w 55"/>
                <a:gd name="T19" fmla="*/ 69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31">
                  <a:moveTo>
                    <a:pt x="19" y="9"/>
                  </a:moveTo>
                  <a:cubicBezTo>
                    <a:pt x="23" y="12"/>
                    <a:pt x="16" y="31"/>
                    <a:pt x="27" y="25"/>
                  </a:cubicBezTo>
                  <a:cubicBezTo>
                    <a:pt x="33" y="22"/>
                    <a:pt x="36" y="20"/>
                    <a:pt x="43" y="19"/>
                  </a:cubicBezTo>
                  <a:cubicBezTo>
                    <a:pt x="46" y="19"/>
                    <a:pt x="49" y="22"/>
                    <a:pt x="51" y="22"/>
                  </a:cubicBezTo>
                  <a:cubicBezTo>
                    <a:pt x="55" y="21"/>
                    <a:pt x="54" y="15"/>
                    <a:pt x="51" y="14"/>
                  </a:cubicBezTo>
                  <a:cubicBezTo>
                    <a:pt x="49" y="13"/>
                    <a:pt x="45" y="15"/>
                    <a:pt x="43" y="15"/>
                  </a:cubicBezTo>
                  <a:cubicBezTo>
                    <a:pt x="38" y="15"/>
                    <a:pt x="34" y="13"/>
                    <a:pt x="31" y="10"/>
                  </a:cubicBezTo>
                  <a:cubicBezTo>
                    <a:pt x="26" y="4"/>
                    <a:pt x="23" y="1"/>
                    <a:pt x="15" y="1"/>
                  </a:cubicBezTo>
                  <a:cubicBezTo>
                    <a:pt x="10" y="1"/>
                    <a:pt x="4" y="2"/>
                    <a:pt x="0" y="0"/>
                  </a:cubicBezTo>
                  <a:cubicBezTo>
                    <a:pt x="6" y="0"/>
                    <a:pt x="20" y="4"/>
                    <a:pt x="22" y="10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38" name="Freeform 723">
              <a:extLst>
                <a:ext uri="{FF2B5EF4-FFF2-40B4-BE49-F238E27FC236}">
                  <a16:creationId xmlns:a16="http://schemas.microsoft.com/office/drawing/2014/main" id="{70318E54-E5FB-4596-AF1C-D90F4997D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384"/>
              <a:ext cx="23" cy="38"/>
            </a:xfrm>
            <a:custGeom>
              <a:avLst/>
              <a:gdLst>
                <a:gd name="T0" fmla="*/ 44 w 13"/>
                <a:gd name="T1" fmla="*/ 68 h 20"/>
                <a:gd name="T2" fmla="*/ 60 w 13"/>
                <a:gd name="T3" fmla="*/ 8 h 20"/>
                <a:gd name="T4" fmla="*/ 57 w 13"/>
                <a:gd name="T5" fmla="*/ 84 h 20"/>
                <a:gd name="T6" fmla="*/ 0 w 13"/>
                <a:gd name="T7" fmla="*/ 1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8" y="10"/>
                  </a:moveTo>
                  <a:cubicBezTo>
                    <a:pt x="6" y="8"/>
                    <a:pt x="7" y="0"/>
                    <a:pt x="11" y="1"/>
                  </a:cubicBezTo>
                  <a:cubicBezTo>
                    <a:pt x="13" y="2"/>
                    <a:pt x="11" y="10"/>
                    <a:pt x="10" y="12"/>
                  </a:cubicBezTo>
                  <a:cubicBezTo>
                    <a:pt x="8" y="15"/>
                    <a:pt x="3" y="18"/>
                    <a:pt x="0" y="20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39" name="Freeform 724">
              <a:extLst>
                <a:ext uri="{FF2B5EF4-FFF2-40B4-BE49-F238E27FC236}">
                  <a16:creationId xmlns:a16="http://schemas.microsoft.com/office/drawing/2014/main" id="{C87E61A5-9DB4-4005-9216-0DBAC3027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1441"/>
              <a:ext cx="44" cy="31"/>
            </a:xfrm>
            <a:custGeom>
              <a:avLst/>
              <a:gdLst>
                <a:gd name="T0" fmla="*/ 21 w 25"/>
                <a:gd name="T1" fmla="*/ 45 h 16"/>
                <a:gd name="T2" fmla="*/ 93 w 25"/>
                <a:gd name="T3" fmla="*/ 8 h 16"/>
                <a:gd name="T4" fmla="*/ 123 w 25"/>
                <a:gd name="T5" fmla="*/ 72 h 16"/>
                <a:gd name="T6" fmla="*/ 86 w 25"/>
                <a:gd name="T7" fmla="*/ 87 h 16"/>
                <a:gd name="T8" fmla="*/ 58 w 25"/>
                <a:gd name="T9" fmla="*/ 109 h 16"/>
                <a:gd name="T10" fmla="*/ 0 w 25"/>
                <a:gd name="T11" fmla="*/ 6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6">
                  <a:moveTo>
                    <a:pt x="4" y="6"/>
                  </a:moveTo>
                  <a:cubicBezTo>
                    <a:pt x="8" y="7"/>
                    <a:pt x="12" y="0"/>
                    <a:pt x="17" y="1"/>
                  </a:cubicBezTo>
                  <a:cubicBezTo>
                    <a:pt x="20" y="1"/>
                    <a:pt x="25" y="7"/>
                    <a:pt x="23" y="10"/>
                  </a:cubicBezTo>
                  <a:cubicBezTo>
                    <a:pt x="22" y="11"/>
                    <a:pt x="18" y="11"/>
                    <a:pt x="16" y="12"/>
                  </a:cubicBezTo>
                  <a:cubicBezTo>
                    <a:pt x="14" y="12"/>
                    <a:pt x="12" y="15"/>
                    <a:pt x="11" y="15"/>
                  </a:cubicBezTo>
                  <a:cubicBezTo>
                    <a:pt x="7" y="16"/>
                    <a:pt x="2" y="12"/>
                    <a:pt x="0" y="8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40" name="Freeform 725">
              <a:extLst>
                <a:ext uri="{FF2B5EF4-FFF2-40B4-BE49-F238E27FC236}">
                  <a16:creationId xmlns:a16="http://schemas.microsoft.com/office/drawing/2014/main" id="{DF01B991-0A8A-4E55-B0E3-F21D96AC6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396"/>
              <a:ext cx="79" cy="76"/>
            </a:xfrm>
            <a:custGeom>
              <a:avLst/>
              <a:gdLst>
                <a:gd name="T0" fmla="*/ 129 w 44"/>
                <a:gd name="T1" fmla="*/ 137 h 40"/>
                <a:gd name="T2" fmla="*/ 117 w 44"/>
                <a:gd name="T3" fmla="*/ 220 h 40"/>
                <a:gd name="T4" fmla="*/ 167 w 44"/>
                <a:gd name="T5" fmla="*/ 241 h 40"/>
                <a:gd name="T6" fmla="*/ 210 w 44"/>
                <a:gd name="T7" fmla="*/ 253 h 40"/>
                <a:gd name="T8" fmla="*/ 255 w 44"/>
                <a:gd name="T9" fmla="*/ 213 h 40"/>
                <a:gd name="T10" fmla="*/ 162 w 44"/>
                <a:gd name="T11" fmla="*/ 192 h 40"/>
                <a:gd name="T12" fmla="*/ 138 w 44"/>
                <a:gd name="T13" fmla="*/ 40 h 40"/>
                <a:gd name="T14" fmla="*/ 65 w 44"/>
                <a:gd name="T15" fmla="*/ 8 h 40"/>
                <a:gd name="T16" fmla="*/ 0 w 44"/>
                <a:gd name="T17" fmla="*/ 48 h 40"/>
                <a:gd name="T18" fmla="*/ 72 w 44"/>
                <a:gd name="T19" fmla="*/ 48 h 40"/>
                <a:gd name="T20" fmla="*/ 102 w 44"/>
                <a:gd name="T21" fmla="*/ 91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40">
                  <a:moveTo>
                    <a:pt x="22" y="20"/>
                  </a:moveTo>
                  <a:cubicBezTo>
                    <a:pt x="22" y="23"/>
                    <a:pt x="18" y="29"/>
                    <a:pt x="20" y="32"/>
                  </a:cubicBezTo>
                  <a:cubicBezTo>
                    <a:pt x="22" y="35"/>
                    <a:pt x="26" y="34"/>
                    <a:pt x="29" y="35"/>
                  </a:cubicBezTo>
                  <a:cubicBezTo>
                    <a:pt x="33" y="37"/>
                    <a:pt x="33" y="40"/>
                    <a:pt x="36" y="37"/>
                  </a:cubicBezTo>
                  <a:cubicBezTo>
                    <a:pt x="40" y="36"/>
                    <a:pt x="39" y="31"/>
                    <a:pt x="44" y="31"/>
                  </a:cubicBezTo>
                  <a:cubicBezTo>
                    <a:pt x="38" y="31"/>
                    <a:pt x="31" y="34"/>
                    <a:pt x="28" y="28"/>
                  </a:cubicBezTo>
                  <a:cubicBezTo>
                    <a:pt x="25" y="21"/>
                    <a:pt x="28" y="13"/>
                    <a:pt x="24" y="6"/>
                  </a:cubicBezTo>
                  <a:cubicBezTo>
                    <a:pt x="21" y="1"/>
                    <a:pt x="17" y="0"/>
                    <a:pt x="11" y="1"/>
                  </a:cubicBezTo>
                  <a:cubicBezTo>
                    <a:pt x="8" y="1"/>
                    <a:pt x="1" y="3"/>
                    <a:pt x="0" y="7"/>
                  </a:cubicBezTo>
                  <a:cubicBezTo>
                    <a:pt x="3" y="9"/>
                    <a:pt x="8" y="6"/>
                    <a:pt x="12" y="7"/>
                  </a:cubicBezTo>
                  <a:cubicBezTo>
                    <a:pt x="17" y="7"/>
                    <a:pt x="16" y="10"/>
                    <a:pt x="18" y="13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41" name="Freeform 726">
              <a:extLst>
                <a:ext uri="{FF2B5EF4-FFF2-40B4-BE49-F238E27FC236}">
                  <a16:creationId xmlns:a16="http://schemas.microsoft.com/office/drawing/2014/main" id="{4A92701B-7031-49AE-A748-C64B8FAC7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380"/>
              <a:ext cx="123" cy="152"/>
            </a:xfrm>
            <a:custGeom>
              <a:avLst/>
              <a:gdLst>
                <a:gd name="T0" fmla="*/ 66 w 69"/>
                <a:gd name="T1" fmla="*/ 205 h 80"/>
                <a:gd name="T2" fmla="*/ 16 w 69"/>
                <a:gd name="T3" fmla="*/ 310 h 80"/>
                <a:gd name="T4" fmla="*/ 64 w 69"/>
                <a:gd name="T5" fmla="*/ 397 h 80"/>
                <a:gd name="T6" fmla="*/ 182 w 69"/>
                <a:gd name="T7" fmla="*/ 441 h 80"/>
                <a:gd name="T8" fmla="*/ 194 w 69"/>
                <a:gd name="T9" fmla="*/ 509 h 80"/>
                <a:gd name="T10" fmla="*/ 194 w 69"/>
                <a:gd name="T11" fmla="*/ 534 h 80"/>
                <a:gd name="T12" fmla="*/ 239 w 69"/>
                <a:gd name="T13" fmla="*/ 509 h 80"/>
                <a:gd name="T14" fmla="*/ 296 w 69"/>
                <a:gd name="T15" fmla="*/ 473 h 80"/>
                <a:gd name="T16" fmla="*/ 385 w 69"/>
                <a:gd name="T17" fmla="*/ 452 h 80"/>
                <a:gd name="T18" fmla="*/ 305 w 69"/>
                <a:gd name="T19" fmla="*/ 433 h 80"/>
                <a:gd name="T20" fmla="*/ 226 w 69"/>
                <a:gd name="T21" fmla="*/ 433 h 80"/>
                <a:gd name="T22" fmla="*/ 187 w 69"/>
                <a:gd name="T23" fmla="*/ 380 h 80"/>
                <a:gd name="T24" fmla="*/ 175 w 69"/>
                <a:gd name="T25" fmla="*/ 344 h 80"/>
                <a:gd name="T26" fmla="*/ 118 w 69"/>
                <a:gd name="T27" fmla="*/ 336 h 80"/>
                <a:gd name="T28" fmla="*/ 86 w 69"/>
                <a:gd name="T29" fmla="*/ 281 h 80"/>
                <a:gd name="T30" fmla="*/ 143 w 69"/>
                <a:gd name="T31" fmla="*/ 228 h 80"/>
                <a:gd name="T32" fmla="*/ 175 w 69"/>
                <a:gd name="T33" fmla="*/ 241 h 80"/>
                <a:gd name="T34" fmla="*/ 216 w 69"/>
                <a:gd name="T35" fmla="*/ 220 h 80"/>
                <a:gd name="T36" fmla="*/ 239 w 69"/>
                <a:gd name="T37" fmla="*/ 184 h 80"/>
                <a:gd name="T38" fmla="*/ 248 w 69"/>
                <a:gd name="T39" fmla="*/ 97 h 80"/>
                <a:gd name="T40" fmla="*/ 324 w 69"/>
                <a:gd name="T41" fmla="*/ 68 h 80"/>
                <a:gd name="T42" fmla="*/ 378 w 69"/>
                <a:gd name="T43" fmla="*/ 48 h 80"/>
                <a:gd name="T44" fmla="*/ 305 w 69"/>
                <a:gd name="T45" fmla="*/ 36 h 80"/>
                <a:gd name="T46" fmla="*/ 210 w 69"/>
                <a:gd name="T47" fmla="*/ 116 h 80"/>
                <a:gd name="T48" fmla="*/ 86 w 69"/>
                <a:gd name="T49" fmla="*/ 152 h 8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9" h="80">
                  <a:moveTo>
                    <a:pt x="12" y="30"/>
                  </a:moveTo>
                  <a:cubicBezTo>
                    <a:pt x="16" y="38"/>
                    <a:pt x="5" y="40"/>
                    <a:pt x="3" y="45"/>
                  </a:cubicBezTo>
                  <a:cubicBezTo>
                    <a:pt x="0" y="52"/>
                    <a:pt x="4" y="59"/>
                    <a:pt x="11" y="58"/>
                  </a:cubicBezTo>
                  <a:cubicBezTo>
                    <a:pt x="22" y="57"/>
                    <a:pt x="28" y="52"/>
                    <a:pt x="32" y="64"/>
                  </a:cubicBezTo>
                  <a:cubicBezTo>
                    <a:pt x="33" y="68"/>
                    <a:pt x="34" y="70"/>
                    <a:pt x="34" y="74"/>
                  </a:cubicBezTo>
                  <a:cubicBezTo>
                    <a:pt x="34" y="75"/>
                    <a:pt x="33" y="77"/>
                    <a:pt x="34" y="78"/>
                  </a:cubicBezTo>
                  <a:cubicBezTo>
                    <a:pt x="37" y="80"/>
                    <a:pt x="41" y="76"/>
                    <a:pt x="42" y="74"/>
                  </a:cubicBezTo>
                  <a:cubicBezTo>
                    <a:pt x="46" y="72"/>
                    <a:pt x="48" y="69"/>
                    <a:pt x="52" y="69"/>
                  </a:cubicBezTo>
                  <a:cubicBezTo>
                    <a:pt x="56" y="69"/>
                    <a:pt x="68" y="71"/>
                    <a:pt x="68" y="66"/>
                  </a:cubicBezTo>
                  <a:cubicBezTo>
                    <a:pt x="68" y="59"/>
                    <a:pt x="57" y="62"/>
                    <a:pt x="54" y="63"/>
                  </a:cubicBezTo>
                  <a:cubicBezTo>
                    <a:pt x="49" y="65"/>
                    <a:pt x="44" y="66"/>
                    <a:pt x="40" y="63"/>
                  </a:cubicBezTo>
                  <a:cubicBezTo>
                    <a:pt x="37" y="60"/>
                    <a:pt x="35" y="58"/>
                    <a:pt x="33" y="55"/>
                  </a:cubicBezTo>
                  <a:cubicBezTo>
                    <a:pt x="32" y="53"/>
                    <a:pt x="33" y="52"/>
                    <a:pt x="31" y="50"/>
                  </a:cubicBezTo>
                  <a:cubicBezTo>
                    <a:pt x="29" y="49"/>
                    <a:pt x="24" y="49"/>
                    <a:pt x="21" y="49"/>
                  </a:cubicBezTo>
                  <a:cubicBezTo>
                    <a:pt x="16" y="49"/>
                    <a:pt x="12" y="47"/>
                    <a:pt x="15" y="41"/>
                  </a:cubicBezTo>
                  <a:cubicBezTo>
                    <a:pt x="17" y="38"/>
                    <a:pt x="20" y="33"/>
                    <a:pt x="25" y="33"/>
                  </a:cubicBezTo>
                  <a:cubicBezTo>
                    <a:pt x="27" y="34"/>
                    <a:pt x="28" y="35"/>
                    <a:pt x="31" y="35"/>
                  </a:cubicBezTo>
                  <a:cubicBezTo>
                    <a:pt x="34" y="35"/>
                    <a:pt x="35" y="33"/>
                    <a:pt x="38" y="32"/>
                  </a:cubicBezTo>
                  <a:cubicBezTo>
                    <a:pt x="42" y="30"/>
                    <a:pt x="43" y="32"/>
                    <a:pt x="42" y="27"/>
                  </a:cubicBezTo>
                  <a:cubicBezTo>
                    <a:pt x="42" y="21"/>
                    <a:pt x="39" y="18"/>
                    <a:pt x="44" y="14"/>
                  </a:cubicBezTo>
                  <a:cubicBezTo>
                    <a:pt x="47" y="11"/>
                    <a:pt x="53" y="10"/>
                    <a:pt x="57" y="10"/>
                  </a:cubicBezTo>
                  <a:cubicBezTo>
                    <a:pt x="60" y="9"/>
                    <a:pt x="66" y="11"/>
                    <a:pt x="67" y="7"/>
                  </a:cubicBezTo>
                  <a:cubicBezTo>
                    <a:pt x="69" y="0"/>
                    <a:pt x="56" y="4"/>
                    <a:pt x="54" y="5"/>
                  </a:cubicBezTo>
                  <a:cubicBezTo>
                    <a:pt x="46" y="7"/>
                    <a:pt x="42" y="12"/>
                    <a:pt x="37" y="17"/>
                  </a:cubicBezTo>
                  <a:cubicBezTo>
                    <a:pt x="32" y="22"/>
                    <a:pt x="21" y="23"/>
                    <a:pt x="15" y="22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42" name="Freeform 727">
              <a:extLst>
                <a:ext uri="{FF2B5EF4-FFF2-40B4-BE49-F238E27FC236}">
                  <a16:creationId xmlns:a16="http://schemas.microsoft.com/office/drawing/2014/main" id="{B144A993-7520-451E-93DC-E97BDFB54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388"/>
              <a:ext cx="80" cy="127"/>
            </a:xfrm>
            <a:custGeom>
              <a:avLst/>
              <a:gdLst>
                <a:gd name="T0" fmla="*/ 158 w 45"/>
                <a:gd name="T1" fmla="*/ 32 h 67"/>
                <a:gd name="T2" fmla="*/ 101 w 45"/>
                <a:gd name="T3" fmla="*/ 121 h 67"/>
                <a:gd name="T4" fmla="*/ 64 w 45"/>
                <a:gd name="T5" fmla="*/ 161 h 67"/>
                <a:gd name="T6" fmla="*/ 0 w 45"/>
                <a:gd name="T7" fmla="*/ 176 h 67"/>
                <a:gd name="T8" fmla="*/ 117 w 45"/>
                <a:gd name="T9" fmla="*/ 152 h 67"/>
                <a:gd name="T10" fmla="*/ 139 w 45"/>
                <a:gd name="T11" fmla="*/ 190 h 67"/>
                <a:gd name="T12" fmla="*/ 101 w 45"/>
                <a:gd name="T13" fmla="*/ 212 h 67"/>
                <a:gd name="T14" fmla="*/ 78 w 45"/>
                <a:gd name="T15" fmla="*/ 273 h 67"/>
                <a:gd name="T16" fmla="*/ 107 w 45"/>
                <a:gd name="T17" fmla="*/ 320 h 67"/>
                <a:gd name="T18" fmla="*/ 44 w 45"/>
                <a:gd name="T19" fmla="*/ 457 h 67"/>
                <a:gd name="T20" fmla="*/ 135 w 45"/>
                <a:gd name="T21" fmla="*/ 389 h 67"/>
                <a:gd name="T22" fmla="*/ 123 w 45"/>
                <a:gd name="T23" fmla="*/ 265 h 67"/>
                <a:gd name="T24" fmla="*/ 180 w 45"/>
                <a:gd name="T25" fmla="*/ 136 h 67"/>
                <a:gd name="T26" fmla="*/ 208 w 45"/>
                <a:gd name="T27" fmla="*/ 197 h 67"/>
                <a:gd name="T28" fmla="*/ 215 w 45"/>
                <a:gd name="T29" fmla="*/ 0 h 67"/>
                <a:gd name="T30" fmla="*/ 164 w 45"/>
                <a:gd name="T31" fmla="*/ 40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" h="67">
                  <a:moveTo>
                    <a:pt x="28" y="5"/>
                  </a:moveTo>
                  <a:cubicBezTo>
                    <a:pt x="19" y="1"/>
                    <a:pt x="21" y="14"/>
                    <a:pt x="18" y="18"/>
                  </a:cubicBezTo>
                  <a:cubicBezTo>
                    <a:pt x="16" y="21"/>
                    <a:pt x="14" y="23"/>
                    <a:pt x="11" y="24"/>
                  </a:cubicBezTo>
                  <a:cubicBezTo>
                    <a:pt x="8" y="25"/>
                    <a:pt x="3" y="24"/>
                    <a:pt x="0" y="26"/>
                  </a:cubicBezTo>
                  <a:cubicBezTo>
                    <a:pt x="2" y="35"/>
                    <a:pt x="17" y="22"/>
                    <a:pt x="21" y="22"/>
                  </a:cubicBezTo>
                  <a:cubicBezTo>
                    <a:pt x="24" y="23"/>
                    <a:pt x="27" y="24"/>
                    <a:pt x="25" y="28"/>
                  </a:cubicBezTo>
                  <a:cubicBezTo>
                    <a:pt x="24" y="31"/>
                    <a:pt x="21" y="30"/>
                    <a:pt x="18" y="31"/>
                  </a:cubicBezTo>
                  <a:cubicBezTo>
                    <a:pt x="15" y="33"/>
                    <a:pt x="13" y="37"/>
                    <a:pt x="14" y="40"/>
                  </a:cubicBezTo>
                  <a:cubicBezTo>
                    <a:pt x="15" y="43"/>
                    <a:pt x="18" y="44"/>
                    <a:pt x="19" y="47"/>
                  </a:cubicBezTo>
                  <a:cubicBezTo>
                    <a:pt x="21" y="56"/>
                    <a:pt x="10" y="61"/>
                    <a:pt x="8" y="67"/>
                  </a:cubicBezTo>
                  <a:cubicBezTo>
                    <a:pt x="14" y="66"/>
                    <a:pt x="22" y="63"/>
                    <a:pt x="24" y="57"/>
                  </a:cubicBezTo>
                  <a:cubicBezTo>
                    <a:pt x="26" y="52"/>
                    <a:pt x="21" y="45"/>
                    <a:pt x="22" y="39"/>
                  </a:cubicBezTo>
                  <a:cubicBezTo>
                    <a:pt x="23" y="34"/>
                    <a:pt x="28" y="22"/>
                    <a:pt x="32" y="20"/>
                  </a:cubicBezTo>
                  <a:cubicBezTo>
                    <a:pt x="37" y="18"/>
                    <a:pt x="40" y="26"/>
                    <a:pt x="37" y="29"/>
                  </a:cubicBezTo>
                  <a:cubicBezTo>
                    <a:pt x="42" y="26"/>
                    <a:pt x="45" y="3"/>
                    <a:pt x="38" y="0"/>
                  </a:cubicBezTo>
                  <a:cubicBezTo>
                    <a:pt x="36" y="4"/>
                    <a:pt x="35" y="6"/>
                    <a:pt x="29" y="6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43" name="Freeform 728">
              <a:extLst>
                <a:ext uri="{FF2B5EF4-FFF2-40B4-BE49-F238E27FC236}">
                  <a16:creationId xmlns:a16="http://schemas.microsoft.com/office/drawing/2014/main" id="{CE4AEB7A-A77C-4036-82A1-8B700DD92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510"/>
              <a:ext cx="155" cy="55"/>
            </a:xfrm>
            <a:custGeom>
              <a:avLst/>
              <a:gdLst>
                <a:gd name="T0" fmla="*/ 0 w 87"/>
                <a:gd name="T1" fmla="*/ 176 h 29"/>
                <a:gd name="T2" fmla="*/ 153 w 87"/>
                <a:gd name="T3" fmla="*/ 129 h 29"/>
                <a:gd name="T4" fmla="*/ 317 w 87"/>
                <a:gd name="T5" fmla="*/ 121 h 29"/>
                <a:gd name="T6" fmla="*/ 349 w 87"/>
                <a:gd name="T7" fmla="*/ 101 h 29"/>
                <a:gd name="T8" fmla="*/ 349 w 87"/>
                <a:gd name="T9" fmla="*/ 40 h 29"/>
                <a:gd name="T10" fmla="*/ 378 w 87"/>
                <a:gd name="T11" fmla="*/ 32 h 29"/>
                <a:gd name="T12" fmla="*/ 397 w 87"/>
                <a:gd name="T13" fmla="*/ 108 h 29"/>
                <a:gd name="T14" fmla="*/ 463 w 87"/>
                <a:gd name="T15" fmla="*/ 108 h 29"/>
                <a:gd name="T16" fmla="*/ 419 w 87"/>
                <a:gd name="T17" fmla="*/ 129 h 29"/>
                <a:gd name="T18" fmla="*/ 298 w 87"/>
                <a:gd name="T19" fmla="*/ 144 h 29"/>
                <a:gd name="T20" fmla="*/ 203 w 87"/>
                <a:gd name="T21" fmla="*/ 176 h 29"/>
                <a:gd name="T22" fmla="*/ 80 w 87"/>
                <a:gd name="T23" fmla="*/ 197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29">
                  <a:moveTo>
                    <a:pt x="0" y="26"/>
                  </a:moveTo>
                  <a:cubicBezTo>
                    <a:pt x="11" y="29"/>
                    <a:pt x="18" y="22"/>
                    <a:pt x="27" y="19"/>
                  </a:cubicBezTo>
                  <a:cubicBezTo>
                    <a:pt x="36" y="15"/>
                    <a:pt x="47" y="20"/>
                    <a:pt x="56" y="18"/>
                  </a:cubicBezTo>
                  <a:cubicBezTo>
                    <a:pt x="59" y="18"/>
                    <a:pt x="60" y="17"/>
                    <a:pt x="62" y="15"/>
                  </a:cubicBezTo>
                  <a:cubicBezTo>
                    <a:pt x="65" y="11"/>
                    <a:pt x="62" y="10"/>
                    <a:pt x="62" y="6"/>
                  </a:cubicBezTo>
                  <a:cubicBezTo>
                    <a:pt x="62" y="3"/>
                    <a:pt x="65" y="0"/>
                    <a:pt x="67" y="5"/>
                  </a:cubicBezTo>
                  <a:cubicBezTo>
                    <a:pt x="68" y="9"/>
                    <a:pt x="65" y="12"/>
                    <a:pt x="70" y="16"/>
                  </a:cubicBezTo>
                  <a:cubicBezTo>
                    <a:pt x="74" y="19"/>
                    <a:pt x="77" y="16"/>
                    <a:pt x="82" y="16"/>
                  </a:cubicBezTo>
                  <a:cubicBezTo>
                    <a:pt x="87" y="22"/>
                    <a:pt x="77" y="20"/>
                    <a:pt x="74" y="19"/>
                  </a:cubicBezTo>
                  <a:cubicBezTo>
                    <a:pt x="67" y="19"/>
                    <a:pt x="60" y="19"/>
                    <a:pt x="53" y="21"/>
                  </a:cubicBezTo>
                  <a:cubicBezTo>
                    <a:pt x="47" y="22"/>
                    <a:pt x="42" y="25"/>
                    <a:pt x="36" y="26"/>
                  </a:cubicBezTo>
                  <a:cubicBezTo>
                    <a:pt x="29" y="27"/>
                    <a:pt x="21" y="27"/>
                    <a:pt x="14" y="29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44" name="Freeform 729">
              <a:extLst>
                <a:ext uri="{FF2B5EF4-FFF2-40B4-BE49-F238E27FC236}">
                  <a16:creationId xmlns:a16="http://schemas.microsoft.com/office/drawing/2014/main" id="{551E9D43-E980-472C-A22A-F8EB64447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458"/>
              <a:ext cx="32" cy="25"/>
            </a:xfrm>
            <a:custGeom>
              <a:avLst/>
              <a:gdLst>
                <a:gd name="T0" fmla="*/ 0 w 18"/>
                <a:gd name="T1" fmla="*/ 92 h 13"/>
                <a:gd name="T2" fmla="*/ 85 w 18"/>
                <a:gd name="T3" fmla="*/ 8 h 13"/>
                <a:gd name="T4" fmla="*/ 36 w 18"/>
                <a:gd name="T5" fmla="*/ 9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0" y="13"/>
                  </a:moveTo>
                  <a:cubicBezTo>
                    <a:pt x="1" y="11"/>
                    <a:pt x="13" y="0"/>
                    <a:pt x="15" y="1"/>
                  </a:cubicBezTo>
                  <a:cubicBezTo>
                    <a:pt x="18" y="4"/>
                    <a:pt x="7" y="11"/>
                    <a:pt x="6" y="13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45" name="Freeform 730">
              <a:extLst>
                <a:ext uri="{FF2B5EF4-FFF2-40B4-BE49-F238E27FC236}">
                  <a16:creationId xmlns:a16="http://schemas.microsoft.com/office/drawing/2014/main" id="{EBECE59A-F050-400D-8A6C-454A4A27D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394"/>
              <a:ext cx="43" cy="21"/>
            </a:xfrm>
            <a:custGeom>
              <a:avLst/>
              <a:gdLst>
                <a:gd name="T0" fmla="*/ 0 w 24"/>
                <a:gd name="T1" fmla="*/ 76 h 11"/>
                <a:gd name="T2" fmla="*/ 73 w 24"/>
                <a:gd name="T3" fmla="*/ 48 h 11"/>
                <a:gd name="T4" fmla="*/ 138 w 24"/>
                <a:gd name="T5" fmla="*/ 0 h 11"/>
                <a:gd name="T6" fmla="*/ 36 w 24"/>
                <a:gd name="T7" fmla="*/ 6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4" y="10"/>
                    <a:pt x="9" y="9"/>
                    <a:pt x="13" y="7"/>
                  </a:cubicBezTo>
                  <a:cubicBezTo>
                    <a:pt x="17" y="5"/>
                    <a:pt x="20" y="1"/>
                    <a:pt x="24" y="0"/>
                  </a:cubicBezTo>
                  <a:cubicBezTo>
                    <a:pt x="22" y="11"/>
                    <a:pt x="13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46" name="Freeform 731">
              <a:extLst>
                <a:ext uri="{FF2B5EF4-FFF2-40B4-BE49-F238E27FC236}">
                  <a16:creationId xmlns:a16="http://schemas.microsoft.com/office/drawing/2014/main" id="{65088B93-58A6-439F-AA14-824951E88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415"/>
              <a:ext cx="39" cy="49"/>
            </a:xfrm>
            <a:custGeom>
              <a:avLst/>
              <a:gdLst>
                <a:gd name="T0" fmla="*/ 101 w 22"/>
                <a:gd name="T1" fmla="*/ 0 h 26"/>
                <a:gd name="T2" fmla="*/ 73 w 22"/>
                <a:gd name="T3" fmla="*/ 81 h 26"/>
                <a:gd name="T4" fmla="*/ 0 w 22"/>
                <a:gd name="T5" fmla="*/ 168 h 26"/>
                <a:gd name="T6" fmla="*/ 89 w 22"/>
                <a:gd name="T7" fmla="*/ 92 h 26"/>
                <a:gd name="T8" fmla="*/ 122 w 22"/>
                <a:gd name="T9" fmla="*/ 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18" y="0"/>
                  </a:moveTo>
                  <a:cubicBezTo>
                    <a:pt x="7" y="1"/>
                    <a:pt x="13" y="4"/>
                    <a:pt x="13" y="12"/>
                  </a:cubicBezTo>
                  <a:cubicBezTo>
                    <a:pt x="13" y="20"/>
                    <a:pt x="5" y="21"/>
                    <a:pt x="0" y="25"/>
                  </a:cubicBezTo>
                  <a:cubicBezTo>
                    <a:pt x="9" y="22"/>
                    <a:pt x="17" y="26"/>
                    <a:pt x="16" y="14"/>
                  </a:cubicBezTo>
                  <a:cubicBezTo>
                    <a:pt x="16" y="7"/>
                    <a:pt x="20" y="6"/>
                    <a:pt x="2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47" name="Freeform 732">
              <a:extLst>
                <a:ext uri="{FF2B5EF4-FFF2-40B4-BE49-F238E27FC236}">
                  <a16:creationId xmlns:a16="http://schemas.microsoft.com/office/drawing/2014/main" id="{26633887-513C-4950-8E66-33AB6712F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445"/>
              <a:ext cx="41" cy="68"/>
            </a:xfrm>
            <a:custGeom>
              <a:avLst/>
              <a:gdLst>
                <a:gd name="T0" fmla="*/ 118 w 23"/>
                <a:gd name="T1" fmla="*/ 8 h 36"/>
                <a:gd name="T2" fmla="*/ 102 w 23"/>
                <a:gd name="T3" fmla="*/ 128 h 36"/>
                <a:gd name="T4" fmla="*/ 64 w 23"/>
                <a:gd name="T5" fmla="*/ 181 h 36"/>
                <a:gd name="T6" fmla="*/ 7 w 23"/>
                <a:gd name="T7" fmla="*/ 210 h 36"/>
                <a:gd name="T8" fmla="*/ 52 w 23"/>
                <a:gd name="T9" fmla="*/ 229 h 36"/>
                <a:gd name="T10" fmla="*/ 64 w 23"/>
                <a:gd name="T11" fmla="*/ 210 h 36"/>
                <a:gd name="T12" fmla="*/ 93 w 23"/>
                <a:gd name="T13" fmla="*/ 204 h 36"/>
                <a:gd name="T14" fmla="*/ 114 w 23"/>
                <a:gd name="T15" fmla="*/ 136 h 36"/>
                <a:gd name="T16" fmla="*/ 130 w 23"/>
                <a:gd name="T17" fmla="*/ 108 h 36"/>
                <a:gd name="T18" fmla="*/ 125 w 23"/>
                <a:gd name="T19" fmla="*/ 53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36">
                  <a:moveTo>
                    <a:pt x="21" y="1"/>
                  </a:moveTo>
                  <a:cubicBezTo>
                    <a:pt x="13" y="0"/>
                    <a:pt x="19" y="13"/>
                    <a:pt x="18" y="19"/>
                  </a:cubicBezTo>
                  <a:cubicBezTo>
                    <a:pt x="16" y="23"/>
                    <a:pt x="15" y="24"/>
                    <a:pt x="11" y="27"/>
                  </a:cubicBezTo>
                  <a:cubicBezTo>
                    <a:pt x="10" y="27"/>
                    <a:pt x="2" y="31"/>
                    <a:pt x="1" y="31"/>
                  </a:cubicBezTo>
                  <a:cubicBezTo>
                    <a:pt x="0" y="36"/>
                    <a:pt x="8" y="35"/>
                    <a:pt x="9" y="34"/>
                  </a:cubicBezTo>
                  <a:cubicBezTo>
                    <a:pt x="10" y="33"/>
                    <a:pt x="10" y="32"/>
                    <a:pt x="11" y="31"/>
                  </a:cubicBezTo>
                  <a:cubicBezTo>
                    <a:pt x="13" y="30"/>
                    <a:pt x="15" y="30"/>
                    <a:pt x="16" y="30"/>
                  </a:cubicBezTo>
                  <a:cubicBezTo>
                    <a:pt x="20" y="27"/>
                    <a:pt x="18" y="24"/>
                    <a:pt x="20" y="20"/>
                  </a:cubicBezTo>
                  <a:cubicBezTo>
                    <a:pt x="21" y="19"/>
                    <a:pt x="22" y="18"/>
                    <a:pt x="23" y="16"/>
                  </a:cubicBezTo>
                  <a:cubicBezTo>
                    <a:pt x="23" y="14"/>
                    <a:pt x="21" y="11"/>
                    <a:pt x="2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48" name="Freeform 733">
              <a:extLst>
                <a:ext uri="{FF2B5EF4-FFF2-40B4-BE49-F238E27FC236}">
                  <a16:creationId xmlns:a16="http://schemas.microsoft.com/office/drawing/2014/main" id="{2EDEAF4A-B16A-4564-A679-0BDF070B0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434"/>
              <a:ext cx="64" cy="40"/>
            </a:xfrm>
            <a:custGeom>
              <a:avLst/>
              <a:gdLst>
                <a:gd name="T0" fmla="*/ 0 w 36"/>
                <a:gd name="T1" fmla="*/ 0 h 21"/>
                <a:gd name="T2" fmla="*/ 135 w 36"/>
                <a:gd name="T3" fmla="*/ 36 h 21"/>
                <a:gd name="T4" fmla="*/ 167 w 36"/>
                <a:gd name="T5" fmla="*/ 145 h 21"/>
                <a:gd name="T6" fmla="*/ 130 w 36"/>
                <a:gd name="T7" fmla="*/ 61 h 21"/>
                <a:gd name="T8" fmla="*/ 78 w 36"/>
                <a:gd name="T9" fmla="*/ 2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1">
                  <a:moveTo>
                    <a:pt x="0" y="0"/>
                  </a:moveTo>
                  <a:cubicBezTo>
                    <a:pt x="8" y="5"/>
                    <a:pt x="16" y="3"/>
                    <a:pt x="24" y="5"/>
                  </a:cubicBezTo>
                  <a:cubicBezTo>
                    <a:pt x="30" y="7"/>
                    <a:pt x="36" y="15"/>
                    <a:pt x="30" y="21"/>
                  </a:cubicBezTo>
                  <a:cubicBezTo>
                    <a:pt x="27" y="15"/>
                    <a:pt x="30" y="10"/>
                    <a:pt x="23" y="9"/>
                  </a:cubicBezTo>
                  <a:cubicBezTo>
                    <a:pt x="19" y="8"/>
                    <a:pt x="16" y="9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49" name="Freeform 734">
              <a:extLst>
                <a:ext uri="{FF2B5EF4-FFF2-40B4-BE49-F238E27FC236}">
                  <a16:creationId xmlns:a16="http://schemas.microsoft.com/office/drawing/2014/main" id="{67644C7E-CDA1-4F52-8C3B-B90F852E7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474"/>
              <a:ext cx="32" cy="15"/>
            </a:xfrm>
            <a:custGeom>
              <a:avLst/>
              <a:gdLst>
                <a:gd name="T0" fmla="*/ 0 w 18"/>
                <a:gd name="T1" fmla="*/ 32 h 8"/>
                <a:gd name="T2" fmla="*/ 64 w 18"/>
                <a:gd name="T3" fmla="*/ 0 h 8"/>
                <a:gd name="T4" fmla="*/ 101 w 18"/>
                <a:gd name="T5" fmla="*/ 53 h 8"/>
                <a:gd name="T6" fmla="*/ 37 w 18"/>
                <a:gd name="T7" fmla="*/ 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8">
                  <a:moveTo>
                    <a:pt x="0" y="5"/>
                  </a:moveTo>
                  <a:cubicBezTo>
                    <a:pt x="4" y="4"/>
                    <a:pt x="7" y="0"/>
                    <a:pt x="11" y="0"/>
                  </a:cubicBezTo>
                  <a:cubicBezTo>
                    <a:pt x="15" y="1"/>
                    <a:pt x="18" y="5"/>
                    <a:pt x="18" y="8"/>
                  </a:cubicBezTo>
                  <a:cubicBezTo>
                    <a:pt x="15" y="6"/>
                    <a:pt x="11" y="2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50" name="Freeform 735">
              <a:extLst>
                <a:ext uri="{FF2B5EF4-FFF2-40B4-BE49-F238E27FC236}">
                  <a16:creationId xmlns:a16="http://schemas.microsoft.com/office/drawing/2014/main" id="{EB087F14-E236-4A5E-8CA0-732B2F4B4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420"/>
              <a:ext cx="32" cy="36"/>
            </a:xfrm>
            <a:custGeom>
              <a:avLst/>
              <a:gdLst>
                <a:gd name="T0" fmla="*/ 0 w 18"/>
                <a:gd name="T1" fmla="*/ 0 h 19"/>
                <a:gd name="T2" fmla="*/ 94 w 18"/>
                <a:gd name="T3" fmla="*/ 53 h 19"/>
                <a:gd name="T4" fmla="*/ 89 w 18"/>
                <a:gd name="T5" fmla="*/ 129 h 19"/>
                <a:gd name="T6" fmla="*/ 64 w 18"/>
                <a:gd name="T7" fmla="*/ 97 h 19"/>
                <a:gd name="T8" fmla="*/ 64 w 18"/>
                <a:gd name="T9" fmla="*/ 61 h 19"/>
                <a:gd name="T10" fmla="*/ 12 w 18"/>
                <a:gd name="T11" fmla="*/ 1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0" y="0"/>
                  </a:moveTo>
                  <a:cubicBezTo>
                    <a:pt x="3" y="5"/>
                    <a:pt x="16" y="0"/>
                    <a:pt x="17" y="8"/>
                  </a:cubicBezTo>
                  <a:cubicBezTo>
                    <a:pt x="18" y="12"/>
                    <a:pt x="13" y="14"/>
                    <a:pt x="16" y="19"/>
                  </a:cubicBezTo>
                  <a:cubicBezTo>
                    <a:pt x="15" y="18"/>
                    <a:pt x="12" y="16"/>
                    <a:pt x="11" y="14"/>
                  </a:cubicBezTo>
                  <a:cubicBezTo>
                    <a:pt x="11" y="12"/>
                    <a:pt x="12" y="10"/>
                    <a:pt x="11" y="9"/>
                  </a:cubicBezTo>
                  <a:cubicBezTo>
                    <a:pt x="9" y="6"/>
                    <a:pt x="4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51" name="Freeform 736">
              <a:extLst>
                <a:ext uri="{FF2B5EF4-FFF2-40B4-BE49-F238E27FC236}">
                  <a16:creationId xmlns:a16="http://schemas.microsoft.com/office/drawing/2014/main" id="{9E560EDD-A90D-49F0-A15D-98B7D6E55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470"/>
              <a:ext cx="34" cy="23"/>
            </a:xfrm>
            <a:custGeom>
              <a:avLst/>
              <a:gdLst>
                <a:gd name="T0" fmla="*/ 0 w 19"/>
                <a:gd name="T1" fmla="*/ 36 h 12"/>
                <a:gd name="T2" fmla="*/ 64 w 19"/>
                <a:gd name="T3" fmla="*/ 8 h 12"/>
                <a:gd name="T4" fmla="*/ 109 w 19"/>
                <a:gd name="T5" fmla="*/ 84 h 12"/>
                <a:gd name="T6" fmla="*/ 64 w 19"/>
                <a:gd name="T7" fmla="*/ 44 h 12"/>
                <a:gd name="T8" fmla="*/ 29 w 19"/>
                <a:gd name="T9" fmla="*/ 2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0" y="5"/>
                  </a:moveTo>
                  <a:cubicBezTo>
                    <a:pt x="4" y="4"/>
                    <a:pt x="7" y="0"/>
                    <a:pt x="11" y="1"/>
                  </a:cubicBezTo>
                  <a:cubicBezTo>
                    <a:pt x="14" y="3"/>
                    <a:pt x="18" y="9"/>
                    <a:pt x="19" y="12"/>
                  </a:cubicBezTo>
                  <a:cubicBezTo>
                    <a:pt x="15" y="10"/>
                    <a:pt x="14" y="9"/>
                    <a:pt x="11" y="6"/>
                  </a:cubicBezTo>
                  <a:cubicBezTo>
                    <a:pt x="10" y="4"/>
                    <a:pt x="8" y="1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52" name="Freeform 737">
              <a:extLst>
                <a:ext uri="{FF2B5EF4-FFF2-40B4-BE49-F238E27FC236}">
                  <a16:creationId xmlns:a16="http://schemas.microsoft.com/office/drawing/2014/main" id="{5B265512-61DC-4EF9-8A37-A0B2ABF70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424"/>
              <a:ext cx="47" cy="23"/>
            </a:xfrm>
            <a:custGeom>
              <a:avLst/>
              <a:gdLst>
                <a:gd name="T0" fmla="*/ 0 w 26"/>
                <a:gd name="T1" fmla="*/ 84 h 12"/>
                <a:gd name="T2" fmla="*/ 72 w 26"/>
                <a:gd name="T3" fmla="*/ 15 h 12"/>
                <a:gd name="T4" fmla="*/ 110 w 26"/>
                <a:gd name="T5" fmla="*/ 15 h 12"/>
                <a:gd name="T6" fmla="*/ 154 w 26"/>
                <a:gd name="T7" fmla="*/ 0 h 12"/>
                <a:gd name="T8" fmla="*/ 141 w 26"/>
                <a:gd name="T9" fmla="*/ 29 h 12"/>
                <a:gd name="T10" fmla="*/ 89 w 26"/>
                <a:gd name="T11" fmla="*/ 48 h 12"/>
                <a:gd name="T12" fmla="*/ 65 w 26"/>
                <a:gd name="T13" fmla="*/ 3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2">
                  <a:moveTo>
                    <a:pt x="0" y="12"/>
                  </a:moveTo>
                  <a:cubicBezTo>
                    <a:pt x="3" y="8"/>
                    <a:pt x="6" y="4"/>
                    <a:pt x="12" y="2"/>
                  </a:cubicBezTo>
                  <a:cubicBezTo>
                    <a:pt x="14" y="2"/>
                    <a:pt x="17" y="3"/>
                    <a:pt x="19" y="2"/>
                  </a:cubicBezTo>
                  <a:cubicBezTo>
                    <a:pt x="22" y="2"/>
                    <a:pt x="24" y="1"/>
                    <a:pt x="26" y="0"/>
                  </a:cubicBezTo>
                  <a:cubicBezTo>
                    <a:pt x="25" y="2"/>
                    <a:pt x="25" y="3"/>
                    <a:pt x="24" y="4"/>
                  </a:cubicBezTo>
                  <a:cubicBezTo>
                    <a:pt x="21" y="3"/>
                    <a:pt x="15" y="3"/>
                    <a:pt x="15" y="7"/>
                  </a:cubicBezTo>
                  <a:cubicBezTo>
                    <a:pt x="13" y="6"/>
                    <a:pt x="12" y="6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53" name="Freeform 738">
              <a:extLst>
                <a:ext uri="{FF2B5EF4-FFF2-40B4-BE49-F238E27FC236}">
                  <a16:creationId xmlns:a16="http://schemas.microsoft.com/office/drawing/2014/main" id="{CCCEB16E-D521-4BEA-81B0-505EDA765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456"/>
              <a:ext cx="18" cy="14"/>
            </a:xfrm>
            <a:custGeom>
              <a:avLst/>
              <a:gdLst>
                <a:gd name="T0" fmla="*/ 0 w 10"/>
                <a:gd name="T1" fmla="*/ 56 h 7"/>
                <a:gd name="T2" fmla="*/ 58 w 10"/>
                <a:gd name="T3" fmla="*/ 0 h 7"/>
                <a:gd name="T4" fmla="*/ 36 w 10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3" y="4"/>
                    <a:pt x="6" y="1"/>
                    <a:pt x="10" y="0"/>
                  </a:cubicBezTo>
                  <a:cubicBezTo>
                    <a:pt x="10" y="3"/>
                    <a:pt x="8" y="5"/>
                    <a:pt x="6" y="6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54" name="Freeform 739">
              <a:extLst>
                <a:ext uri="{FF2B5EF4-FFF2-40B4-BE49-F238E27FC236}">
                  <a16:creationId xmlns:a16="http://schemas.microsoft.com/office/drawing/2014/main" id="{1B195111-174C-4013-A10B-988854BFF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449"/>
              <a:ext cx="20" cy="38"/>
            </a:xfrm>
            <a:custGeom>
              <a:avLst/>
              <a:gdLst>
                <a:gd name="T0" fmla="*/ 65 w 11"/>
                <a:gd name="T1" fmla="*/ 0 h 20"/>
                <a:gd name="T2" fmla="*/ 13 w 11"/>
                <a:gd name="T3" fmla="*/ 48 h 20"/>
                <a:gd name="T4" fmla="*/ 36 w 11"/>
                <a:gd name="T5" fmla="*/ 137 h 20"/>
                <a:gd name="T6" fmla="*/ 44 w 11"/>
                <a:gd name="T7" fmla="*/ 61 h 20"/>
                <a:gd name="T8" fmla="*/ 65 w 11"/>
                <a:gd name="T9" fmla="*/ 40 h 20"/>
                <a:gd name="T10" fmla="*/ 65 w 11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9" y="5"/>
                    <a:pt x="4" y="3"/>
                    <a:pt x="2" y="7"/>
                  </a:cubicBezTo>
                  <a:cubicBezTo>
                    <a:pt x="0" y="11"/>
                    <a:pt x="4" y="17"/>
                    <a:pt x="6" y="20"/>
                  </a:cubicBezTo>
                  <a:cubicBezTo>
                    <a:pt x="6" y="15"/>
                    <a:pt x="4" y="13"/>
                    <a:pt x="7" y="9"/>
                  </a:cubicBezTo>
                  <a:cubicBezTo>
                    <a:pt x="8" y="8"/>
                    <a:pt x="10" y="7"/>
                    <a:pt x="11" y="6"/>
                  </a:cubicBezTo>
                  <a:cubicBezTo>
                    <a:pt x="11" y="4"/>
                    <a:pt x="8" y="4"/>
                    <a:pt x="11" y="2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55" name="Freeform 740">
              <a:extLst>
                <a:ext uri="{FF2B5EF4-FFF2-40B4-BE49-F238E27FC236}">
                  <a16:creationId xmlns:a16="http://schemas.microsoft.com/office/drawing/2014/main" id="{BF37E3DB-8453-432E-AE49-342317160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384"/>
              <a:ext cx="27" cy="50"/>
            </a:xfrm>
            <a:custGeom>
              <a:avLst/>
              <a:gdLst>
                <a:gd name="T0" fmla="*/ 52 w 15"/>
                <a:gd name="T1" fmla="*/ 37 h 26"/>
                <a:gd name="T2" fmla="*/ 52 w 15"/>
                <a:gd name="T3" fmla="*/ 185 h 26"/>
                <a:gd name="T4" fmla="*/ 0 w 15"/>
                <a:gd name="T5" fmla="*/ 156 h 26"/>
                <a:gd name="T6" fmla="*/ 45 w 15"/>
                <a:gd name="T7" fmla="*/ 77 h 26"/>
                <a:gd name="T8" fmla="*/ 16 w 15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9" y="5"/>
                  </a:moveTo>
                  <a:cubicBezTo>
                    <a:pt x="10" y="11"/>
                    <a:pt x="15" y="21"/>
                    <a:pt x="9" y="26"/>
                  </a:cubicBezTo>
                  <a:cubicBezTo>
                    <a:pt x="7" y="21"/>
                    <a:pt x="4" y="19"/>
                    <a:pt x="0" y="22"/>
                  </a:cubicBezTo>
                  <a:cubicBezTo>
                    <a:pt x="2" y="17"/>
                    <a:pt x="8" y="17"/>
                    <a:pt x="8" y="11"/>
                  </a:cubicBezTo>
                  <a:cubicBezTo>
                    <a:pt x="8" y="7"/>
                    <a:pt x="6" y="1"/>
                    <a:pt x="3" y="0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56" name="Freeform 741">
              <a:extLst>
                <a:ext uri="{FF2B5EF4-FFF2-40B4-BE49-F238E27FC236}">
                  <a16:creationId xmlns:a16="http://schemas.microsoft.com/office/drawing/2014/main" id="{2611A44B-A287-48EC-81E8-D16987D68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548"/>
              <a:ext cx="63" cy="13"/>
            </a:xfrm>
            <a:custGeom>
              <a:avLst/>
              <a:gdLst>
                <a:gd name="T0" fmla="*/ 0 w 35"/>
                <a:gd name="T1" fmla="*/ 45 h 7"/>
                <a:gd name="T2" fmla="*/ 104 w 35"/>
                <a:gd name="T3" fmla="*/ 20 h 7"/>
                <a:gd name="T4" fmla="*/ 203 w 35"/>
                <a:gd name="T5" fmla="*/ 0 h 7"/>
                <a:gd name="T6" fmla="*/ 104 w 35"/>
                <a:gd name="T7" fmla="*/ 0 h 7"/>
                <a:gd name="T8" fmla="*/ 7 w 35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">
                  <a:moveTo>
                    <a:pt x="0" y="7"/>
                  </a:moveTo>
                  <a:cubicBezTo>
                    <a:pt x="6" y="7"/>
                    <a:pt x="12" y="4"/>
                    <a:pt x="18" y="3"/>
                  </a:cubicBezTo>
                  <a:cubicBezTo>
                    <a:pt x="23" y="2"/>
                    <a:pt x="30" y="1"/>
                    <a:pt x="35" y="0"/>
                  </a:cubicBezTo>
                  <a:cubicBezTo>
                    <a:pt x="30" y="0"/>
                    <a:pt x="24" y="0"/>
                    <a:pt x="18" y="0"/>
                  </a:cubicBezTo>
                  <a:cubicBezTo>
                    <a:pt x="12" y="0"/>
                    <a:pt x="7" y="4"/>
                    <a:pt x="1" y="4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57" name="Freeform 742">
              <a:extLst>
                <a:ext uri="{FF2B5EF4-FFF2-40B4-BE49-F238E27FC236}">
                  <a16:creationId xmlns:a16="http://schemas.microsoft.com/office/drawing/2014/main" id="{9620C100-6F1B-4E28-9A94-F70F3D42E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523"/>
              <a:ext cx="81" cy="32"/>
            </a:xfrm>
            <a:custGeom>
              <a:avLst/>
              <a:gdLst>
                <a:gd name="T0" fmla="*/ 0 w 45"/>
                <a:gd name="T1" fmla="*/ 15 h 17"/>
                <a:gd name="T2" fmla="*/ 110 w 45"/>
                <a:gd name="T3" fmla="*/ 85 h 17"/>
                <a:gd name="T4" fmla="*/ 263 w 45"/>
                <a:gd name="T5" fmla="*/ 113 h 17"/>
                <a:gd name="T6" fmla="*/ 211 w 45"/>
                <a:gd name="T7" fmla="*/ 81 h 17"/>
                <a:gd name="T8" fmla="*/ 218 w 45"/>
                <a:gd name="T9" fmla="*/ 8 h 17"/>
                <a:gd name="T10" fmla="*/ 187 w 45"/>
                <a:gd name="T11" fmla="*/ 68 h 17"/>
                <a:gd name="T12" fmla="*/ 122 w 45"/>
                <a:gd name="T13" fmla="*/ 60 h 17"/>
                <a:gd name="T14" fmla="*/ 72 w 45"/>
                <a:gd name="T15" fmla="*/ 21 h 17"/>
                <a:gd name="T16" fmla="*/ 13 w 45"/>
                <a:gd name="T17" fmla="*/ 15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7">
                  <a:moveTo>
                    <a:pt x="0" y="2"/>
                  </a:moveTo>
                  <a:cubicBezTo>
                    <a:pt x="7" y="4"/>
                    <a:pt x="12" y="10"/>
                    <a:pt x="19" y="13"/>
                  </a:cubicBezTo>
                  <a:cubicBezTo>
                    <a:pt x="27" y="16"/>
                    <a:pt x="37" y="16"/>
                    <a:pt x="45" y="17"/>
                  </a:cubicBezTo>
                  <a:cubicBezTo>
                    <a:pt x="42" y="16"/>
                    <a:pt x="37" y="15"/>
                    <a:pt x="36" y="12"/>
                  </a:cubicBezTo>
                  <a:cubicBezTo>
                    <a:pt x="35" y="8"/>
                    <a:pt x="37" y="4"/>
                    <a:pt x="37" y="1"/>
                  </a:cubicBezTo>
                  <a:cubicBezTo>
                    <a:pt x="35" y="3"/>
                    <a:pt x="34" y="8"/>
                    <a:pt x="32" y="10"/>
                  </a:cubicBezTo>
                  <a:cubicBezTo>
                    <a:pt x="28" y="14"/>
                    <a:pt x="25" y="10"/>
                    <a:pt x="21" y="9"/>
                  </a:cubicBezTo>
                  <a:cubicBezTo>
                    <a:pt x="18" y="7"/>
                    <a:pt x="15" y="5"/>
                    <a:pt x="12" y="3"/>
                  </a:cubicBezTo>
                  <a:cubicBezTo>
                    <a:pt x="8" y="0"/>
                    <a:pt x="8" y="1"/>
                    <a:pt x="2" y="2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58" name="Freeform 743">
              <a:extLst>
                <a:ext uri="{FF2B5EF4-FFF2-40B4-BE49-F238E27FC236}">
                  <a16:creationId xmlns:a16="http://schemas.microsoft.com/office/drawing/2014/main" id="{F5A49649-CD18-421A-B970-96401E912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521"/>
              <a:ext cx="36" cy="42"/>
            </a:xfrm>
            <a:custGeom>
              <a:avLst/>
              <a:gdLst>
                <a:gd name="T0" fmla="*/ 52 w 20"/>
                <a:gd name="T1" fmla="*/ 132 h 22"/>
                <a:gd name="T2" fmla="*/ 117 w 20"/>
                <a:gd name="T3" fmla="*/ 105 h 22"/>
                <a:gd name="T4" fmla="*/ 94 w 20"/>
                <a:gd name="T5" fmla="*/ 55 h 22"/>
                <a:gd name="T6" fmla="*/ 94 w 20"/>
                <a:gd name="T7" fmla="*/ 0 h 22"/>
                <a:gd name="T8" fmla="*/ 81 w 20"/>
                <a:gd name="T9" fmla="*/ 69 h 22"/>
                <a:gd name="T10" fmla="*/ 0 w 20"/>
                <a:gd name="T11" fmla="*/ 153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9" y="19"/>
                  </a:moveTo>
                  <a:cubicBezTo>
                    <a:pt x="13" y="19"/>
                    <a:pt x="17" y="17"/>
                    <a:pt x="20" y="15"/>
                  </a:cubicBezTo>
                  <a:cubicBezTo>
                    <a:pt x="19" y="13"/>
                    <a:pt x="17" y="11"/>
                    <a:pt x="16" y="8"/>
                  </a:cubicBezTo>
                  <a:cubicBezTo>
                    <a:pt x="16" y="5"/>
                    <a:pt x="17" y="3"/>
                    <a:pt x="16" y="0"/>
                  </a:cubicBezTo>
                  <a:cubicBezTo>
                    <a:pt x="11" y="0"/>
                    <a:pt x="15" y="7"/>
                    <a:pt x="14" y="10"/>
                  </a:cubicBezTo>
                  <a:cubicBezTo>
                    <a:pt x="14" y="17"/>
                    <a:pt x="6" y="20"/>
                    <a:pt x="0" y="22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59" name="Freeform 744">
              <a:extLst>
                <a:ext uri="{FF2B5EF4-FFF2-40B4-BE49-F238E27FC236}">
                  <a16:creationId xmlns:a16="http://schemas.microsoft.com/office/drawing/2014/main" id="{A9B21117-5417-4FA3-BC6B-D02DAB853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45"/>
              <a:ext cx="30" cy="30"/>
            </a:xfrm>
            <a:custGeom>
              <a:avLst/>
              <a:gdLst>
                <a:gd name="T0" fmla="*/ 16 w 17"/>
                <a:gd name="T1" fmla="*/ 0 h 16"/>
                <a:gd name="T2" fmla="*/ 21 w 17"/>
                <a:gd name="T3" fmla="*/ 92 h 16"/>
                <a:gd name="T4" fmla="*/ 94 w 17"/>
                <a:gd name="T5" fmla="*/ 60 h 16"/>
                <a:gd name="T6" fmla="*/ 34 w 17"/>
                <a:gd name="T7" fmla="*/ 68 h 16"/>
                <a:gd name="T8" fmla="*/ 21 w 17"/>
                <a:gd name="T9" fmla="*/ 2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3" y="0"/>
                  </a:moveTo>
                  <a:cubicBezTo>
                    <a:pt x="3" y="4"/>
                    <a:pt x="0" y="11"/>
                    <a:pt x="4" y="14"/>
                  </a:cubicBezTo>
                  <a:cubicBezTo>
                    <a:pt x="7" y="16"/>
                    <a:pt x="13" y="9"/>
                    <a:pt x="17" y="9"/>
                  </a:cubicBezTo>
                  <a:cubicBezTo>
                    <a:pt x="14" y="9"/>
                    <a:pt x="10" y="10"/>
                    <a:pt x="6" y="10"/>
                  </a:cubicBezTo>
                  <a:cubicBezTo>
                    <a:pt x="6" y="8"/>
                    <a:pt x="5" y="6"/>
                    <a:pt x="4" y="3"/>
                  </a:cubicBezTo>
                </a:path>
              </a:pathLst>
            </a:custGeom>
            <a:solidFill>
              <a:srgbClr val="C8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60" name="Freeform 745">
              <a:extLst>
                <a:ext uri="{FF2B5EF4-FFF2-40B4-BE49-F238E27FC236}">
                  <a16:creationId xmlns:a16="http://schemas.microsoft.com/office/drawing/2014/main" id="{1F18C4F6-7C11-4E36-89A8-D647D6001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521"/>
              <a:ext cx="21" cy="27"/>
            </a:xfrm>
            <a:custGeom>
              <a:avLst/>
              <a:gdLst>
                <a:gd name="T0" fmla="*/ 65 w 12"/>
                <a:gd name="T1" fmla="*/ 44 h 14"/>
                <a:gd name="T2" fmla="*/ 44 w 12"/>
                <a:gd name="T3" fmla="*/ 8 h 14"/>
                <a:gd name="T4" fmla="*/ 44 w 12"/>
                <a:gd name="T5" fmla="*/ 52 h 14"/>
                <a:gd name="T6" fmla="*/ 0 w 12"/>
                <a:gd name="T7" fmla="*/ 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2" y="6"/>
                  </a:moveTo>
                  <a:cubicBezTo>
                    <a:pt x="12" y="5"/>
                    <a:pt x="10" y="0"/>
                    <a:pt x="8" y="1"/>
                  </a:cubicBezTo>
                  <a:cubicBezTo>
                    <a:pt x="4" y="2"/>
                    <a:pt x="8" y="5"/>
                    <a:pt x="8" y="7"/>
                  </a:cubicBezTo>
                  <a:cubicBezTo>
                    <a:pt x="7" y="14"/>
                    <a:pt x="4" y="2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61" name="Freeform 746">
              <a:extLst>
                <a:ext uri="{FF2B5EF4-FFF2-40B4-BE49-F238E27FC236}">
                  <a16:creationId xmlns:a16="http://schemas.microsoft.com/office/drawing/2014/main" id="{D998B355-301C-4E21-9BC1-6CBCAAB4C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407"/>
              <a:ext cx="20" cy="15"/>
            </a:xfrm>
            <a:custGeom>
              <a:avLst/>
              <a:gdLst>
                <a:gd name="T0" fmla="*/ 49 w 11"/>
                <a:gd name="T1" fmla="*/ 45 h 8"/>
                <a:gd name="T2" fmla="*/ 16 w 11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8" y="7"/>
                  </a:moveTo>
                  <a:cubicBezTo>
                    <a:pt x="11" y="0"/>
                    <a:pt x="0" y="1"/>
                    <a:pt x="3" y="8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62" name="Freeform 747">
              <a:extLst>
                <a:ext uri="{FF2B5EF4-FFF2-40B4-BE49-F238E27FC236}">
                  <a16:creationId xmlns:a16="http://schemas.microsoft.com/office/drawing/2014/main" id="{A9FC59B4-1B42-4E47-8D44-5B04BD73B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382"/>
              <a:ext cx="7" cy="10"/>
            </a:xfrm>
            <a:custGeom>
              <a:avLst/>
              <a:gdLst>
                <a:gd name="T0" fmla="*/ 0 w 4"/>
                <a:gd name="T1" fmla="*/ 40 h 5"/>
                <a:gd name="T2" fmla="*/ 21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63" name="Freeform 748">
              <a:extLst>
                <a:ext uri="{FF2B5EF4-FFF2-40B4-BE49-F238E27FC236}">
                  <a16:creationId xmlns:a16="http://schemas.microsoft.com/office/drawing/2014/main" id="{B8D45571-359A-4826-817B-B7D754CC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426"/>
              <a:ext cx="9" cy="13"/>
            </a:xfrm>
            <a:custGeom>
              <a:avLst/>
              <a:gdLst>
                <a:gd name="T0" fmla="*/ 23 w 5"/>
                <a:gd name="T1" fmla="*/ 32 h 7"/>
                <a:gd name="T2" fmla="*/ 13 w 5"/>
                <a:gd name="T3" fmla="*/ 0 h 7"/>
                <a:gd name="T4" fmla="*/ 7 w 5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5"/>
                  </a:moveTo>
                  <a:cubicBezTo>
                    <a:pt x="5" y="3"/>
                    <a:pt x="4" y="1"/>
                    <a:pt x="2" y="0"/>
                  </a:cubicBezTo>
                  <a:cubicBezTo>
                    <a:pt x="0" y="1"/>
                    <a:pt x="0" y="4"/>
                    <a:pt x="1" y="7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64" name="Freeform 749">
              <a:extLst>
                <a:ext uri="{FF2B5EF4-FFF2-40B4-BE49-F238E27FC236}">
                  <a16:creationId xmlns:a16="http://schemas.microsoft.com/office/drawing/2014/main" id="{F352135E-D1FF-4D97-B370-DCA50FA09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472"/>
              <a:ext cx="5" cy="7"/>
            </a:xfrm>
            <a:custGeom>
              <a:avLst/>
              <a:gdLst>
                <a:gd name="T0" fmla="*/ 0 w 3"/>
                <a:gd name="T1" fmla="*/ 21 h 4"/>
                <a:gd name="T2" fmla="*/ 13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65" name="Freeform 750">
              <a:extLst>
                <a:ext uri="{FF2B5EF4-FFF2-40B4-BE49-F238E27FC236}">
                  <a16:creationId xmlns:a16="http://schemas.microsoft.com/office/drawing/2014/main" id="{496C80EB-BB4E-4FBE-B7CD-56EA451C7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454"/>
              <a:ext cx="20" cy="20"/>
            </a:xfrm>
            <a:custGeom>
              <a:avLst/>
              <a:gdLst>
                <a:gd name="T0" fmla="*/ 16 w 11"/>
                <a:gd name="T1" fmla="*/ 80 h 10"/>
                <a:gd name="T2" fmla="*/ 7 w 11"/>
                <a:gd name="T3" fmla="*/ 32 h 10"/>
                <a:gd name="T4" fmla="*/ 44 w 11"/>
                <a:gd name="T5" fmla="*/ 64 h 10"/>
                <a:gd name="T6" fmla="*/ 53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3" y="10"/>
                  </a:moveTo>
                  <a:cubicBezTo>
                    <a:pt x="1" y="8"/>
                    <a:pt x="0" y="6"/>
                    <a:pt x="1" y="4"/>
                  </a:cubicBezTo>
                  <a:cubicBezTo>
                    <a:pt x="4" y="4"/>
                    <a:pt x="5" y="8"/>
                    <a:pt x="7" y="8"/>
                  </a:cubicBezTo>
                  <a:cubicBezTo>
                    <a:pt x="11" y="7"/>
                    <a:pt x="10" y="2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66" name="Freeform 751">
              <a:extLst>
                <a:ext uri="{FF2B5EF4-FFF2-40B4-BE49-F238E27FC236}">
                  <a16:creationId xmlns:a16="http://schemas.microsoft.com/office/drawing/2014/main" id="{7BECEC2E-8D5D-455A-8FD5-00B4E4FF1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483"/>
              <a:ext cx="14" cy="27"/>
            </a:xfrm>
            <a:custGeom>
              <a:avLst/>
              <a:gdLst>
                <a:gd name="T0" fmla="*/ 44 w 8"/>
                <a:gd name="T1" fmla="*/ 52 h 14"/>
                <a:gd name="T2" fmla="*/ 37 w 8"/>
                <a:gd name="T3" fmla="*/ 7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7"/>
                  </a:moveTo>
                  <a:cubicBezTo>
                    <a:pt x="2" y="0"/>
                    <a:pt x="0" y="14"/>
                    <a:pt x="7" y="11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67" name="Freeform 752">
              <a:extLst>
                <a:ext uri="{FF2B5EF4-FFF2-40B4-BE49-F238E27FC236}">
                  <a16:creationId xmlns:a16="http://schemas.microsoft.com/office/drawing/2014/main" id="{66945EA1-A014-449F-BC64-1246811E9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474"/>
              <a:ext cx="3" cy="13"/>
            </a:xfrm>
            <a:custGeom>
              <a:avLst/>
              <a:gdLst>
                <a:gd name="T0" fmla="*/ 0 w 2"/>
                <a:gd name="T1" fmla="*/ 0 h 7"/>
                <a:gd name="T2" fmla="*/ 8 w 2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68" name="Freeform 753">
              <a:extLst>
                <a:ext uri="{FF2B5EF4-FFF2-40B4-BE49-F238E27FC236}">
                  <a16:creationId xmlns:a16="http://schemas.microsoft.com/office/drawing/2014/main" id="{F235E59A-9C48-4FC6-B2F8-02DA57335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1411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69" name="Freeform 754">
              <a:extLst>
                <a:ext uri="{FF2B5EF4-FFF2-40B4-BE49-F238E27FC236}">
                  <a16:creationId xmlns:a16="http://schemas.microsoft.com/office/drawing/2014/main" id="{5195866F-9BCE-4465-8E09-A51BFCA3B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475"/>
              <a:ext cx="2" cy="6"/>
            </a:xfrm>
            <a:custGeom>
              <a:avLst/>
              <a:gdLst>
                <a:gd name="T0" fmla="*/ 8 w 1"/>
                <a:gd name="T1" fmla="*/ 24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70" name="Freeform 755">
              <a:extLst>
                <a:ext uri="{FF2B5EF4-FFF2-40B4-BE49-F238E27FC236}">
                  <a16:creationId xmlns:a16="http://schemas.microsoft.com/office/drawing/2014/main" id="{83BA5ED4-1560-496F-85FA-0211E1500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472"/>
              <a:ext cx="6" cy="2"/>
            </a:xfrm>
            <a:custGeom>
              <a:avLst/>
              <a:gdLst>
                <a:gd name="T0" fmla="*/ 24 w 3"/>
                <a:gd name="T1" fmla="*/ 0 h 1"/>
                <a:gd name="T2" fmla="*/ 0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71" name="Freeform 756">
              <a:extLst>
                <a:ext uri="{FF2B5EF4-FFF2-40B4-BE49-F238E27FC236}">
                  <a16:creationId xmlns:a16="http://schemas.microsoft.com/office/drawing/2014/main" id="{9D2D21FB-F655-4202-BE5F-0A9C7E56B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493"/>
              <a:ext cx="24" cy="20"/>
            </a:xfrm>
            <a:custGeom>
              <a:avLst/>
              <a:gdLst>
                <a:gd name="T0" fmla="*/ 24 w 13"/>
                <a:gd name="T1" fmla="*/ 7 h 11"/>
                <a:gd name="T2" fmla="*/ 20 w 13"/>
                <a:gd name="T3" fmla="*/ 60 h 11"/>
                <a:gd name="T4" fmla="*/ 52 w 13"/>
                <a:gd name="T5" fmla="*/ 13 h 11"/>
                <a:gd name="T6" fmla="*/ 81 w 13"/>
                <a:gd name="T7" fmla="*/ 5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4" y="1"/>
                  </a:moveTo>
                  <a:cubicBezTo>
                    <a:pt x="2" y="3"/>
                    <a:pt x="0" y="9"/>
                    <a:pt x="3" y="10"/>
                  </a:cubicBezTo>
                  <a:cubicBezTo>
                    <a:pt x="8" y="11"/>
                    <a:pt x="9" y="5"/>
                    <a:pt x="8" y="2"/>
                  </a:cubicBezTo>
                  <a:cubicBezTo>
                    <a:pt x="13" y="0"/>
                    <a:pt x="12" y="6"/>
                    <a:pt x="13" y="9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72" name="Freeform 757">
              <a:extLst>
                <a:ext uri="{FF2B5EF4-FFF2-40B4-BE49-F238E27FC236}">
                  <a16:creationId xmlns:a16="http://schemas.microsoft.com/office/drawing/2014/main" id="{25210663-8488-4C69-8360-F9F04F382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529"/>
              <a:ext cx="9" cy="13"/>
            </a:xfrm>
            <a:custGeom>
              <a:avLst/>
              <a:gdLst>
                <a:gd name="T0" fmla="*/ 29 w 5"/>
                <a:gd name="T1" fmla="*/ 32 h 7"/>
                <a:gd name="T2" fmla="*/ 13 w 5"/>
                <a:gd name="T3" fmla="*/ 0 h 7"/>
                <a:gd name="T4" fmla="*/ 7 w 5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5"/>
                  </a:moveTo>
                  <a:cubicBezTo>
                    <a:pt x="4" y="3"/>
                    <a:pt x="4" y="1"/>
                    <a:pt x="2" y="0"/>
                  </a:cubicBezTo>
                  <a:cubicBezTo>
                    <a:pt x="0" y="2"/>
                    <a:pt x="0" y="5"/>
                    <a:pt x="1" y="7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73" name="Freeform 758">
              <a:extLst>
                <a:ext uri="{FF2B5EF4-FFF2-40B4-BE49-F238E27FC236}">
                  <a16:creationId xmlns:a16="http://schemas.microsoft.com/office/drawing/2014/main" id="{51759E71-4FAB-4391-9BAF-A2B434DCC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479"/>
              <a:ext cx="5" cy="8"/>
            </a:xfrm>
            <a:custGeom>
              <a:avLst/>
              <a:gdLst>
                <a:gd name="T0" fmla="*/ 13 w 3"/>
                <a:gd name="T1" fmla="*/ 32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74" name="Freeform 759">
              <a:extLst>
                <a:ext uri="{FF2B5EF4-FFF2-40B4-BE49-F238E27FC236}">
                  <a16:creationId xmlns:a16="http://schemas.microsoft.com/office/drawing/2014/main" id="{5B74CADC-36FD-4645-92C5-CF5AC0C70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441"/>
              <a:ext cx="30" cy="25"/>
            </a:xfrm>
            <a:custGeom>
              <a:avLst/>
              <a:gdLst>
                <a:gd name="T0" fmla="*/ 12 w 17"/>
                <a:gd name="T1" fmla="*/ 37 h 13"/>
                <a:gd name="T2" fmla="*/ 12 w 17"/>
                <a:gd name="T3" fmla="*/ 77 h 13"/>
                <a:gd name="T4" fmla="*/ 37 w 17"/>
                <a:gd name="T5" fmla="*/ 44 h 13"/>
                <a:gd name="T6" fmla="*/ 60 w 17"/>
                <a:gd name="T7" fmla="*/ 71 h 13"/>
                <a:gd name="T8" fmla="*/ 81 w 17"/>
                <a:gd name="T9" fmla="*/ 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2" y="5"/>
                  </a:moveTo>
                  <a:cubicBezTo>
                    <a:pt x="1" y="6"/>
                    <a:pt x="0" y="10"/>
                    <a:pt x="2" y="11"/>
                  </a:cubicBezTo>
                  <a:cubicBezTo>
                    <a:pt x="6" y="13"/>
                    <a:pt x="6" y="7"/>
                    <a:pt x="7" y="6"/>
                  </a:cubicBezTo>
                  <a:cubicBezTo>
                    <a:pt x="10" y="0"/>
                    <a:pt x="8" y="7"/>
                    <a:pt x="11" y="10"/>
                  </a:cubicBezTo>
                  <a:cubicBezTo>
                    <a:pt x="14" y="9"/>
                    <a:pt x="17" y="4"/>
                    <a:pt x="15" y="1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75" name="Freeform 760">
              <a:extLst>
                <a:ext uri="{FF2B5EF4-FFF2-40B4-BE49-F238E27FC236}">
                  <a16:creationId xmlns:a16="http://schemas.microsoft.com/office/drawing/2014/main" id="{038D6DF9-03CA-450E-A2E9-8D9E5BC5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397"/>
              <a:ext cx="12" cy="1"/>
            </a:xfrm>
            <a:custGeom>
              <a:avLst/>
              <a:gdLst>
                <a:gd name="T0" fmla="*/ 0 w 7"/>
                <a:gd name="T1" fmla="*/ 0 h 1"/>
                <a:gd name="T2" fmla="*/ 36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0"/>
                    <a:pt x="5" y="0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76" name="Freeform 761">
              <a:extLst>
                <a:ext uri="{FF2B5EF4-FFF2-40B4-BE49-F238E27FC236}">
                  <a16:creationId xmlns:a16="http://schemas.microsoft.com/office/drawing/2014/main" id="{237F5D14-5552-4B17-A293-07E7FF3A8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378"/>
              <a:ext cx="14" cy="16"/>
            </a:xfrm>
            <a:custGeom>
              <a:avLst/>
              <a:gdLst>
                <a:gd name="T0" fmla="*/ 44 w 8"/>
                <a:gd name="T1" fmla="*/ 56 h 8"/>
                <a:gd name="T2" fmla="*/ 16 w 8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7"/>
                  </a:moveTo>
                  <a:cubicBezTo>
                    <a:pt x="7" y="0"/>
                    <a:pt x="0" y="1"/>
                    <a:pt x="3" y="8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77" name="Freeform 762">
              <a:extLst>
                <a:ext uri="{FF2B5EF4-FFF2-40B4-BE49-F238E27FC236}">
                  <a16:creationId xmlns:a16="http://schemas.microsoft.com/office/drawing/2014/main" id="{E7EB8FD3-8A27-4E26-A328-B3679A48E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439"/>
              <a:ext cx="25" cy="23"/>
            </a:xfrm>
            <a:custGeom>
              <a:avLst/>
              <a:gdLst>
                <a:gd name="T0" fmla="*/ 23 w 14"/>
                <a:gd name="T1" fmla="*/ 0 h 12"/>
                <a:gd name="T2" fmla="*/ 0 w 14"/>
                <a:gd name="T3" fmla="*/ 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4" y="0"/>
                  </a:moveTo>
                  <a:cubicBezTo>
                    <a:pt x="14" y="2"/>
                    <a:pt x="1" y="12"/>
                    <a:pt x="0" y="2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78" name="Freeform 763">
              <a:extLst>
                <a:ext uri="{FF2B5EF4-FFF2-40B4-BE49-F238E27FC236}">
                  <a16:creationId xmlns:a16="http://schemas.microsoft.com/office/drawing/2014/main" id="{0224F4CD-05A4-425E-A55B-C626A915A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456"/>
              <a:ext cx="17" cy="16"/>
            </a:xfrm>
            <a:custGeom>
              <a:avLst/>
              <a:gdLst>
                <a:gd name="T0" fmla="*/ 34 w 10"/>
                <a:gd name="T1" fmla="*/ 48 h 8"/>
                <a:gd name="T2" fmla="*/ 5 w 10"/>
                <a:gd name="T3" fmla="*/ 24 h 8"/>
                <a:gd name="T4" fmla="*/ 49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6"/>
                  </a:moveTo>
                  <a:cubicBezTo>
                    <a:pt x="4" y="7"/>
                    <a:pt x="0" y="8"/>
                    <a:pt x="1" y="3"/>
                  </a:cubicBezTo>
                  <a:cubicBezTo>
                    <a:pt x="1" y="0"/>
                    <a:pt x="7" y="0"/>
                    <a:pt x="10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79" name="Freeform 764">
              <a:extLst>
                <a:ext uri="{FF2B5EF4-FFF2-40B4-BE49-F238E27FC236}">
                  <a16:creationId xmlns:a16="http://schemas.microsoft.com/office/drawing/2014/main" id="{8C3BE6ED-91A9-495F-B6EC-9FB67F20A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435"/>
              <a:ext cx="5" cy="8"/>
            </a:xfrm>
            <a:custGeom>
              <a:avLst/>
              <a:gdLst>
                <a:gd name="T0" fmla="*/ 13 w 3"/>
                <a:gd name="T1" fmla="*/ 32 h 4"/>
                <a:gd name="T2" fmla="*/ 5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1" y="3"/>
                    <a:pt x="0" y="1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EDECF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80" name="Freeform 765">
              <a:extLst>
                <a:ext uri="{FF2B5EF4-FFF2-40B4-BE49-F238E27FC236}">
                  <a16:creationId xmlns:a16="http://schemas.microsoft.com/office/drawing/2014/main" id="{B2F502CF-D8CE-44CA-AB81-5E870F294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3118"/>
              <a:ext cx="200" cy="200"/>
            </a:xfrm>
            <a:custGeom>
              <a:avLst/>
              <a:gdLst>
                <a:gd name="T0" fmla="*/ 175 w 112"/>
                <a:gd name="T1" fmla="*/ 0 h 105"/>
                <a:gd name="T2" fmla="*/ 450 w 112"/>
                <a:gd name="T3" fmla="*/ 105 h 105"/>
                <a:gd name="T4" fmla="*/ 463 w 112"/>
                <a:gd name="T5" fmla="*/ 97 h 105"/>
                <a:gd name="T6" fmla="*/ 600 w 112"/>
                <a:gd name="T7" fmla="*/ 290 h 105"/>
                <a:gd name="T8" fmla="*/ 625 w 112"/>
                <a:gd name="T9" fmla="*/ 476 h 105"/>
                <a:gd name="T10" fmla="*/ 604 w 112"/>
                <a:gd name="T11" fmla="*/ 552 h 105"/>
                <a:gd name="T12" fmla="*/ 559 w 112"/>
                <a:gd name="T13" fmla="*/ 642 h 105"/>
                <a:gd name="T14" fmla="*/ 466 w 112"/>
                <a:gd name="T15" fmla="*/ 665 h 105"/>
                <a:gd name="T16" fmla="*/ 370 w 112"/>
                <a:gd name="T17" fmla="*/ 686 h 105"/>
                <a:gd name="T18" fmla="*/ 188 w 112"/>
                <a:gd name="T19" fmla="*/ 650 h 105"/>
                <a:gd name="T20" fmla="*/ 41 w 112"/>
                <a:gd name="T21" fmla="*/ 573 h 105"/>
                <a:gd name="T22" fmla="*/ 23 w 112"/>
                <a:gd name="T23" fmla="*/ 389 h 105"/>
                <a:gd name="T24" fmla="*/ 64 w 112"/>
                <a:gd name="T25" fmla="*/ 213 h 105"/>
                <a:gd name="T26" fmla="*/ 159 w 112"/>
                <a:gd name="T27" fmla="*/ 0 h 105"/>
                <a:gd name="T28" fmla="*/ 175 w 112"/>
                <a:gd name="T29" fmla="*/ 0 h 10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105">
                  <a:moveTo>
                    <a:pt x="31" y="0"/>
                  </a:moveTo>
                  <a:cubicBezTo>
                    <a:pt x="45" y="1"/>
                    <a:pt x="65" y="3"/>
                    <a:pt x="79" y="15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9" y="17"/>
                    <a:pt x="98" y="31"/>
                    <a:pt x="105" y="42"/>
                  </a:cubicBezTo>
                  <a:cubicBezTo>
                    <a:pt x="109" y="51"/>
                    <a:pt x="112" y="59"/>
                    <a:pt x="110" y="69"/>
                  </a:cubicBezTo>
                  <a:cubicBezTo>
                    <a:pt x="109" y="72"/>
                    <a:pt x="108" y="76"/>
                    <a:pt x="106" y="80"/>
                  </a:cubicBezTo>
                  <a:cubicBezTo>
                    <a:pt x="103" y="85"/>
                    <a:pt x="103" y="90"/>
                    <a:pt x="98" y="93"/>
                  </a:cubicBezTo>
                  <a:cubicBezTo>
                    <a:pt x="94" y="96"/>
                    <a:pt x="86" y="95"/>
                    <a:pt x="82" y="96"/>
                  </a:cubicBezTo>
                  <a:cubicBezTo>
                    <a:pt x="75" y="98"/>
                    <a:pt x="67" y="102"/>
                    <a:pt x="65" y="99"/>
                  </a:cubicBezTo>
                  <a:cubicBezTo>
                    <a:pt x="54" y="105"/>
                    <a:pt x="45" y="101"/>
                    <a:pt x="33" y="94"/>
                  </a:cubicBezTo>
                  <a:cubicBezTo>
                    <a:pt x="20" y="86"/>
                    <a:pt x="15" y="91"/>
                    <a:pt x="7" y="83"/>
                  </a:cubicBezTo>
                  <a:cubicBezTo>
                    <a:pt x="0" y="74"/>
                    <a:pt x="1" y="67"/>
                    <a:pt x="4" y="56"/>
                  </a:cubicBezTo>
                  <a:cubicBezTo>
                    <a:pt x="5" y="47"/>
                    <a:pt x="8" y="40"/>
                    <a:pt x="11" y="31"/>
                  </a:cubicBezTo>
                  <a:cubicBezTo>
                    <a:pt x="16" y="16"/>
                    <a:pt x="21" y="6"/>
                    <a:pt x="28" y="0"/>
                  </a:cubicBezTo>
                  <a:lnTo>
                    <a:pt x="31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81" name="Freeform 766">
              <a:extLst>
                <a:ext uri="{FF2B5EF4-FFF2-40B4-BE49-F238E27FC236}">
                  <a16:creationId xmlns:a16="http://schemas.microsoft.com/office/drawing/2014/main" id="{FE935D83-3F31-4833-BAD9-F8B3E6F62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493"/>
              <a:ext cx="51" cy="51"/>
            </a:xfrm>
            <a:custGeom>
              <a:avLst/>
              <a:gdLst>
                <a:gd name="T0" fmla="*/ 56 w 29"/>
                <a:gd name="T1" fmla="*/ 0 h 27"/>
                <a:gd name="T2" fmla="*/ 33 w 29"/>
                <a:gd name="T3" fmla="*/ 128 h 27"/>
                <a:gd name="T4" fmla="*/ 86 w 29"/>
                <a:gd name="T5" fmla="*/ 128 h 27"/>
                <a:gd name="T6" fmla="*/ 123 w 29"/>
                <a:gd name="T7" fmla="*/ 181 h 27"/>
                <a:gd name="T8" fmla="*/ 98 w 29"/>
                <a:gd name="T9" fmla="*/ 108 h 27"/>
                <a:gd name="T10" fmla="*/ 56 w 29"/>
                <a:gd name="T11" fmla="*/ 15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7">
                  <a:moveTo>
                    <a:pt x="10" y="0"/>
                  </a:moveTo>
                  <a:cubicBezTo>
                    <a:pt x="5" y="3"/>
                    <a:pt x="0" y="17"/>
                    <a:pt x="6" y="19"/>
                  </a:cubicBezTo>
                  <a:cubicBezTo>
                    <a:pt x="9" y="20"/>
                    <a:pt x="12" y="17"/>
                    <a:pt x="16" y="19"/>
                  </a:cubicBezTo>
                  <a:cubicBezTo>
                    <a:pt x="18" y="20"/>
                    <a:pt x="21" y="25"/>
                    <a:pt x="23" y="27"/>
                  </a:cubicBezTo>
                  <a:cubicBezTo>
                    <a:pt x="29" y="21"/>
                    <a:pt x="22" y="20"/>
                    <a:pt x="18" y="16"/>
                  </a:cubicBezTo>
                  <a:cubicBezTo>
                    <a:pt x="13" y="12"/>
                    <a:pt x="11" y="8"/>
                    <a:pt x="10" y="2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82" name="Freeform 767">
              <a:extLst>
                <a:ext uri="{FF2B5EF4-FFF2-40B4-BE49-F238E27FC236}">
                  <a16:creationId xmlns:a16="http://schemas.microsoft.com/office/drawing/2014/main" id="{29B1E808-8941-4F26-B815-965058D3E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451"/>
              <a:ext cx="31" cy="38"/>
            </a:xfrm>
            <a:custGeom>
              <a:avLst/>
              <a:gdLst>
                <a:gd name="T0" fmla="*/ 0 w 17"/>
                <a:gd name="T1" fmla="*/ 137 h 20"/>
                <a:gd name="T2" fmla="*/ 53 w 17"/>
                <a:gd name="T3" fmla="*/ 76 h 20"/>
                <a:gd name="T4" fmla="*/ 66 w 17"/>
                <a:gd name="T5" fmla="*/ 0 h 20"/>
                <a:gd name="T6" fmla="*/ 73 w 17"/>
                <a:gd name="T7" fmla="*/ 84 h 20"/>
                <a:gd name="T8" fmla="*/ 16 w 17"/>
                <a:gd name="T9" fmla="*/ 12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0" y="20"/>
                  </a:moveTo>
                  <a:cubicBezTo>
                    <a:pt x="1" y="15"/>
                    <a:pt x="7" y="15"/>
                    <a:pt x="9" y="11"/>
                  </a:cubicBezTo>
                  <a:cubicBezTo>
                    <a:pt x="12" y="7"/>
                    <a:pt x="11" y="5"/>
                    <a:pt x="11" y="0"/>
                  </a:cubicBezTo>
                  <a:cubicBezTo>
                    <a:pt x="17" y="7"/>
                    <a:pt x="15" y="6"/>
                    <a:pt x="12" y="12"/>
                  </a:cubicBezTo>
                  <a:cubicBezTo>
                    <a:pt x="9" y="16"/>
                    <a:pt x="8" y="20"/>
                    <a:pt x="3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83" name="Freeform 768">
              <a:extLst>
                <a:ext uri="{FF2B5EF4-FFF2-40B4-BE49-F238E27FC236}">
                  <a16:creationId xmlns:a16="http://schemas.microsoft.com/office/drawing/2014/main" id="{2F38C2DD-8BAB-4578-A52A-1F90B9886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428"/>
              <a:ext cx="57" cy="36"/>
            </a:xfrm>
            <a:custGeom>
              <a:avLst/>
              <a:gdLst>
                <a:gd name="T0" fmla="*/ 0 w 32"/>
                <a:gd name="T1" fmla="*/ 53 h 19"/>
                <a:gd name="T2" fmla="*/ 182 w 32"/>
                <a:gd name="T3" fmla="*/ 129 h 19"/>
                <a:gd name="T4" fmla="*/ 37 w 32"/>
                <a:gd name="T5" fmla="*/ 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9">
                  <a:moveTo>
                    <a:pt x="0" y="8"/>
                  </a:moveTo>
                  <a:cubicBezTo>
                    <a:pt x="9" y="12"/>
                    <a:pt x="30" y="0"/>
                    <a:pt x="32" y="19"/>
                  </a:cubicBezTo>
                  <a:cubicBezTo>
                    <a:pt x="24" y="8"/>
                    <a:pt x="17" y="13"/>
                    <a:pt x="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84" name="Line 769">
              <a:extLst>
                <a:ext uri="{FF2B5EF4-FFF2-40B4-BE49-F238E27FC236}">
                  <a16:creationId xmlns:a16="http://schemas.microsoft.com/office/drawing/2014/main" id="{E0D0DD06-8B7A-4AAF-BA79-7A372425B0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04" y="2025"/>
              <a:ext cx="5" cy="337"/>
            </a:xfrm>
            <a:prstGeom prst="line">
              <a:avLst/>
            </a:prstGeom>
            <a:noFill/>
            <a:ln w="79375">
              <a:solidFill>
                <a:srgbClr val="FEF6F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85" name="Line 770">
              <a:extLst>
                <a:ext uri="{FF2B5EF4-FFF2-40B4-BE49-F238E27FC236}">
                  <a16:creationId xmlns:a16="http://schemas.microsoft.com/office/drawing/2014/main" id="{01AC5D01-186B-470C-92E8-9A2F58B06C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0" y="2025"/>
              <a:ext cx="4" cy="337"/>
            </a:xfrm>
            <a:prstGeom prst="line">
              <a:avLst/>
            </a:prstGeom>
            <a:noFill/>
            <a:ln w="79375">
              <a:solidFill>
                <a:srgbClr val="FEF6F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86" name="Freeform 771">
              <a:extLst>
                <a:ext uri="{FF2B5EF4-FFF2-40B4-BE49-F238E27FC236}">
                  <a16:creationId xmlns:a16="http://schemas.microsoft.com/office/drawing/2014/main" id="{CB859F6A-C9B5-4492-A07D-6BAF684B8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002"/>
              <a:ext cx="578" cy="217"/>
            </a:xfrm>
            <a:custGeom>
              <a:avLst/>
              <a:gdLst>
                <a:gd name="T0" fmla="*/ 0 w 324"/>
                <a:gd name="T1" fmla="*/ 8 h 114"/>
                <a:gd name="T2" fmla="*/ 382 w 324"/>
                <a:gd name="T3" fmla="*/ 504 h 114"/>
                <a:gd name="T4" fmla="*/ 906 w 324"/>
                <a:gd name="T5" fmla="*/ 786 h 114"/>
                <a:gd name="T6" fmla="*/ 1436 w 324"/>
                <a:gd name="T7" fmla="*/ 504 h 114"/>
                <a:gd name="T8" fmla="*/ 1839 w 324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4" h="114">
                  <a:moveTo>
                    <a:pt x="0" y="1"/>
                  </a:moveTo>
                  <a:cubicBezTo>
                    <a:pt x="19" y="25"/>
                    <a:pt x="48" y="59"/>
                    <a:pt x="67" y="73"/>
                  </a:cubicBezTo>
                  <a:cubicBezTo>
                    <a:pt x="94" y="92"/>
                    <a:pt x="111" y="112"/>
                    <a:pt x="160" y="114"/>
                  </a:cubicBezTo>
                  <a:cubicBezTo>
                    <a:pt x="210" y="112"/>
                    <a:pt x="227" y="92"/>
                    <a:pt x="253" y="73"/>
                  </a:cubicBezTo>
                  <a:cubicBezTo>
                    <a:pt x="274" y="58"/>
                    <a:pt x="305" y="25"/>
                    <a:pt x="324" y="0"/>
                  </a:cubicBezTo>
                </a:path>
              </a:pathLst>
            </a:custGeom>
            <a:noFill/>
            <a:ln w="682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87" name="Freeform 772">
              <a:extLst>
                <a:ext uri="{FF2B5EF4-FFF2-40B4-BE49-F238E27FC236}">
                  <a16:creationId xmlns:a16="http://schemas.microsoft.com/office/drawing/2014/main" id="{4B42451D-62CE-462D-AD9C-503293F23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976"/>
              <a:ext cx="631" cy="260"/>
            </a:xfrm>
            <a:custGeom>
              <a:avLst/>
              <a:gdLst>
                <a:gd name="T0" fmla="*/ 0 w 354"/>
                <a:gd name="T1" fmla="*/ 0 h 137"/>
                <a:gd name="T2" fmla="*/ 476 w 354"/>
                <a:gd name="T3" fmla="*/ 655 h 137"/>
                <a:gd name="T4" fmla="*/ 1004 w 354"/>
                <a:gd name="T5" fmla="*/ 936 h 137"/>
                <a:gd name="T6" fmla="*/ 1528 w 354"/>
                <a:gd name="T7" fmla="*/ 655 h 137"/>
                <a:gd name="T8" fmla="*/ 2005 w 354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137">
                  <a:moveTo>
                    <a:pt x="0" y="0"/>
                  </a:moveTo>
                  <a:cubicBezTo>
                    <a:pt x="11" y="20"/>
                    <a:pt x="55" y="75"/>
                    <a:pt x="84" y="96"/>
                  </a:cubicBezTo>
                  <a:cubicBezTo>
                    <a:pt x="111" y="115"/>
                    <a:pt x="128" y="136"/>
                    <a:pt x="177" y="137"/>
                  </a:cubicBezTo>
                  <a:cubicBezTo>
                    <a:pt x="227" y="136"/>
                    <a:pt x="244" y="115"/>
                    <a:pt x="270" y="96"/>
                  </a:cubicBezTo>
                  <a:cubicBezTo>
                    <a:pt x="300" y="75"/>
                    <a:pt x="345" y="23"/>
                    <a:pt x="35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88" name="Freeform 773">
              <a:extLst>
                <a:ext uri="{FF2B5EF4-FFF2-40B4-BE49-F238E27FC236}">
                  <a16:creationId xmlns:a16="http://schemas.microsoft.com/office/drawing/2014/main" id="{07A4A494-6CC3-4355-96B9-D79635A20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749"/>
              <a:ext cx="108" cy="238"/>
            </a:xfrm>
            <a:custGeom>
              <a:avLst/>
              <a:gdLst>
                <a:gd name="T0" fmla="*/ 333 w 61"/>
                <a:gd name="T1" fmla="*/ 8 h 125"/>
                <a:gd name="T2" fmla="*/ 310 w 61"/>
                <a:gd name="T3" fmla="*/ 0 h 125"/>
                <a:gd name="T4" fmla="*/ 280 w 61"/>
                <a:gd name="T5" fmla="*/ 137 h 125"/>
                <a:gd name="T6" fmla="*/ 253 w 61"/>
                <a:gd name="T7" fmla="*/ 181 h 125"/>
                <a:gd name="T8" fmla="*/ 228 w 61"/>
                <a:gd name="T9" fmla="*/ 249 h 125"/>
                <a:gd name="T10" fmla="*/ 223 w 61"/>
                <a:gd name="T11" fmla="*/ 297 h 125"/>
                <a:gd name="T12" fmla="*/ 200 w 61"/>
                <a:gd name="T13" fmla="*/ 345 h 125"/>
                <a:gd name="T14" fmla="*/ 159 w 61"/>
                <a:gd name="T15" fmla="*/ 373 h 125"/>
                <a:gd name="T16" fmla="*/ 143 w 61"/>
                <a:gd name="T17" fmla="*/ 366 h 125"/>
                <a:gd name="T18" fmla="*/ 138 w 61"/>
                <a:gd name="T19" fmla="*/ 352 h 125"/>
                <a:gd name="T20" fmla="*/ 122 w 61"/>
                <a:gd name="T21" fmla="*/ 312 h 125"/>
                <a:gd name="T22" fmla="*/ 122 w 61"/>
                <a:gd name="T23" fmla="*/ 284 h 125"/>
                <a:gd name="T24" fmla="*/ 122 w 61"/>
                <a:gd name="T25" fmla="*/ 228 h 125"/>
                <a:gd name="T26" fmla="*/ 21 w 61"/>
                <a:gd name="T27" fmla="*/ 55 h 125"/>
                <a:gd name="T28" fmla="*/ 0 w 61"/>
                <a:gd name="T29" fmla="*/ 84 h 125"/>
                <a:gd name="T30" fmla="*/ 89 w 61"/>
                <a:gd name="T31" fmla="*/ 244 h 125"/>
                <a:gd name="T32" fmla="*/ 89 w 61"/>
                <a:gd name="T33" fmla="*/ 276 h 125"/>
                <a:gd name="T34" fmla="*/ 94 w 61"/>
                <a:gd name="T35" fmla="*/ 322 h 125"/>
                <a:gd name="T36" fmla="*/ 110 w 61"/>
                <a:gd name="T37" fmla="*/ 373 h 125"/>
                <a:gd name="T38" fmla="*/ 129 w 61"/>
                <a:gd name="T39" fmla="*/ 406 h 125"/>
                <a:gd name="T40" fmla="*/ 131 w 61"/>
                <a:gd name="T41" fmla="*/ 510 h 125"/>
                <a:gd name="T42" fmla="*/ 131 w 61"/>
                <a:gd name="T43" fmla="*/ 573 h 125"/>
                <a:gd name="T44" fmla="*/ 150 w 61"/>
                <a:gd name="T45" fmla="*/ 678 h 125"/>
                <a:gd name="T46" fmla="*/ 143 w 61"/>
                <a:gd name="T47" fmla="*/ 855 h 125"/>
                <a:gd name="T48" fmla="*/ 158 w 61"/>
                <a:gd name="T49" fmla="*/ 863 h 125"/>
                <a:gd name="T50" fmla="*/ 166 w 61"/>
                <a:gd name="T51" fmla="*/ 663 h 125"/>
                <a:gd name="T52" fmla="*/ 159 w 61"/>
                <a:gd name="T53" fmla="*/ 573 h 125"/>
                <a:gd name="T54" fmla="*/ 159 w 61"/>
                <a:gd name="T55" fmla="*/ 518 h 125"/>
                <a:gd name="T56" fmla="*/ 166 w 61"/>
                <a:gd name="T57" fmla="*/ 465 h 125"/>
                <a:gd name="T58" fmla="*/ 179 w 61"/>
                <a:gd name="T59" fmla="*/ 413 h 125"/>
                <a:gd name="T60" fmla="*/ 223 w 61"/>
                <a:gd name="T61" fmla="*/ 373 h 125"/>
                <a:gd name="T62" fmla="*/ 251 w 61"/>
                <a:gd name="T63" fmla="*/ 305 h 125"/>
                <a:gd name="T64" fmla="*/ 253 w 61"/>
                <a:gd name="T65" fmla="*/ 253 h 125"/>
                <a:gd name="T66" fmla="*/ 282 w 61"/>
                <a:gd name="T67" fmla="*/ 192 h 125"/>
                <a:gd name="T68" fmla="*/ 301 w 61"/>
                <a:gd name="T69" fmla="*/ 160 h 125"/>
                <a:gd name="T70" fmla="*/ 333 w 61"/>
                <a:gd name="T71" fmla="*/ 8 h 12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1" h="125">
                  <a:moveTo>
                    <a:pt x="60" y="1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56" y="4"/>
                    <a:pt x="52" y="17"/>
                    <a:pt x="50" y="20"/>
                  </a:cubicBezTo>
                  <a:cubicBezTo>
                    <a:pt x="49" y="22"/>
                    <a:pt x="47" y="23"/>
                    <a:pt x="46" y="26"/>
                  </a:cubicBezTo>
                  <a:cubicBezTo>
                    <a:pt x="45" y="29"/>
                    <a:pt x="42" y="33"/>
                    <a:pt x="41" y="36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9" y="45"/>
                    <a:pt x="38" y="47"/>
                    <a:pt x="36" y="50"/>
                  </a:cubicBezTo>
                  <a:cubicBezTo>
                    <a:pt x="34" y="53"/>
                    <a:pt x="31" y="53"/>
                    <a:pt x="29" y="54"/>
                  </a:cubicBezTo>
                  <a:cubicBezTo>
                    <a:pt x="28" y="54"/>
                    <a:pt x="27" y="54"/>
                    <a:pt x="26" y="53"/>
                  </a:cubicBezTo>
                  <a:cubicBezTo>
                    <a:pt x="26" y="52"/>
                    <a:pt x="25" y="51"/>
                    <a:pt x="25" y="51"/>
                  </a:cubicBezTo>
                  <a:cubicBezTo>
                    <a:pt x="23" y="49"/>
                    <a:pt x="22" y="47"/>
                    <a:pt x="22" y="45"/>
                  </a:cubicBezTo>
                  <a:cubicBezTo>
                    <a:pt x="21" y="44"/>
                    <a:pt x="22" y="42"/>
                    <a:pt x="22" y="41"/>
                  </a:cubicBezTo>
                  <a:cubicBezTo>
                    <a:pt x="22" y="38"/>
                    <a:pt x="22" y="36"/>
                    <a:pt x="22" y="33"/>
                  </a:cubicBezTo>
                  <a:cubicBezTo>
                    <a:pt x="19" y="21"/>
                    <a:pt x="7" y="11"/>
                    <a:pt x="4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9" y="19"/>
                    <a:pt x="15" y="27"/>
                    <a:pt x="16" y="35"/>
                  </a:cubicBezTo>
                  <a:cubicBezTo>
                    <a:pt x="17" y="36"/>
                    <a:pt x="17" y="38"/>
                    <a:pt x="16" y="40"/>
                  </a:cubicBezTo>
                  <a:cubicBezTo>
                    <a:pt x="16" y="42"/>
                    <a:pt x="16" y="45"/>
                    <a:pt x="17" y="47"/>
                  </a:cubicBezTo>
                  <a:cubicBezTo>
                    <a:pt x="17" y="49"/>
                    <a:pt x="19" y="51"/>
                    <a:pt x="20" y="54"/>
                  </a:cubicBezTo>
                  <a:cubicBezTo>
                    <a:pt x="21" y="55"/>
                    <a:pt x="23" y="57"/>
                    <a:pt x="23" y="59"/>
                  </a:cubicBezTo>
                  <a:cubicBezTo>
                    <a:pt x="25" y="65"/>
                    <a:pt x="25" y="69"/>
                    <a:pt x="24" y="74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4" y="88"/>
                    <a:pt x="27" y="93"/>
                    <a:pt x="27" y="98"/>
                  </a:cubicBezTo>
                  <a:cubicBezTo>
                    <a:pt x="28" y="107"/>
                    <a:pt x="29" y="115"/>
                    <a:pt x="26" y="124"/>
                  </a:cubicBezTo>
                  <a:cubicBezTo>
                    <a:pt x="28" y="125"/>
                    <a:pt x="28" y="125"/>
                    <a:pt x="28" y="125"/>
                  </a:cubicBezTo>
                  <a:cubicBezTo>
                    <a:pt x="32" y="115"/>
                    <a:pt x="31" y="106"/>
                    <a:pt x="30" y="96"/>
                  </a:cubicBezTo>
                  <a:cubicBezTo>
                    <a:pt x="29" y="92"/>
                    <a:pt x="29" y="88"/>
                    <a:pt x="29" y="83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30" y="72"/>
                    <a:pt x="30" y="69"/>
                    <a:pt x="30" y="67"/>
                  </a:cubicBezTo>
                  <a:cubicBezTo>
                    <a:pt x="30" y="65"/>
                    <a:pt x="30" y="62"/>
                    <a:pt x="32" y="60"/>
                  </a:cubicBezTo>
                  <a:cubicBezTo>
                    <a:pt x="35" y="58"/>
                    <a:pt x="38" y="56"/>
                    <a:pt x="40" y="54"/>
                  </a:cubicBezTo>
                  <a:cubicBezTo>
                    <a:pt x="42" y="51"/>
                    <a:pt x="44" y="48"/>
                    <a:pt x="45" y="44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7" y="34"/>
                    <a:pt x="50" y="31"/>
                    <a:pt x="51" y="28"/>
                  </a:cubicBezTo>
                  <a:cubicBezTo>
                    <a:pt x="52" y="26"/>
                    <a:pt x="53" y="25"/>
                    <a:pt x="54" y="23"/>
                  </a:cubicBezTo>
                  <a:cubicBezTo>
                    <a:pt x="56" y="20"/>
                    <a:pt x="61" y="7"/>
                    <a:pt x="60" y="1"/>
                  </a:cubicBez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89" name="Freeform 774">
              <a:extLst>
                <a:ext uri="{FF2B5EF4-FFF2-40B4-BE49-F238E27FC236}">
                  <a16:creationId xmlns:a16="http://schemas.microsoft.com/office/drawing/2014/main" id="{E9ACAAA0-9A33-40B8-93FB-F99CC5FD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369"/>
              <a:ext cx="225" cy="177"/>
            </a:xfrm>
            <a:custGeom>
              <a:avLst/>
              <a:gdLst>
                <a:gd name="T0" fmla="*/ 650 w 126"/>
                <a:gd name="T1" fmla="*/ 0 h 93"/>
                <a:gd name="T2" fmla="*/ 463 w 126"/>
                <a:gd name="T3" fmla="*/ 428 h 93"/>
                <a:gd name="T4" fmla="*/ 370 w 126"/>
                <a:gd name="T5" fmla="*/ 421 h 93"/>
                <a:gd name="T6" fmla="*/ 0 w 126"/>
                <a:gd name="T7" fmla="*/ 626 h 93"/>
                <a:gd name="T8" fmla="*/ 57 w 126"/>
                <a:gd name="T9" fmla="*/ 641 h 93"/>
                <a:gd name="T10" fmla="*/ 364 w 126"/>
                <a:gd name="T11" fmla="*/ 489 h 93"/>
                <a:gd name="T12" fmla="*/ 463 w 126"/>
                <a:gd name="T13" fmla="*/ 497 h 93"/>
                <a:gd name="T14" fmla="*/ 718 w 126"/>
                <a:gd name="T15" fmla="*/ 0 h 93"/>
                <a:gd name="T16" fmla="*/ 650 w 126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93">
                  <a:moveTo>
                    <a:pt x="114" y="0"/>
                  </a:moveTo>
                  <a:cubicBezTo>
                    <a:pt x="114" y="42"/>
                    <a:pt x="110" y="61"/>
                    <a:pt x="81" y="62"/>
                  </a:cubicBezTo>
                  <a:cubicBezTo>
                    <a:pt x="76" y="62"/>
                    <a:pt x="71" y="62"/>
                    <a:pt x="65" y="61"/>
                  </a:cubicBezTo>
                  <a:cubicBezTo>
                    <a:pt x="41" y="59"/>
                    <a:pt x="5" y="57"/>
                    <a:pt x="0" y="91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13" y="69"/>
                    <a:pt x="35" y="69"/>
                    <a:pt x="64" y="71"/>
                  </a:cubicBezTo>
                  <a:cubicBezTo>
                    <a:pt x="70" y="71"/>
                    <a:pt x="76" y="72"/>
                    <a:pt x="81" y="72"/>
                  </a:cubicBezTo>
                  <a:cubicBezTo>
                    <a:pt x="125" y="71"/>
                    <a:pt x="126" y="31"/>
                    <a:pt x="126" y="0"/>
                  </a:cubicBezTo>
                  <a:lnTo>
                    <a:pt x="114" y="0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90" name="Freeform 775">
              <a:extLst>
                <a:ext uri="{FF2B5EF4-FFF2-40B4-BE49-F238E27FC236}">
                  <a16:creationId xmlns:a16="http://schemas.microsoft.com/office/drawing/2014/main" id="{4966F372-AB4E-473C-8980-5E247E2E9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369"/>
              <a:ext cx="273" cy="242"/>
            </a:xfrm>
            <a:custGeom>
              <a:avLst/>
              <a:gdLst>
                <a:gd name="T0" fmla="*/ 66 w 153"/>
                <a:gd name="T1" fmla="*/ 0 h 127"/>
                <a:gd name="T2" fmla="*/ 261 w 153"/>
                <a:gd name="T3" fmla="*/ 429 h 127"/>
                <a:gd name="T4" fmla="*/ 346 w 153"/>
                <a:gd name="T5" fmla="*/ 421 h 127"/>
                <a:gd name="T6" fmla="*/ 869 w 153"/>
                <a:gd name="T7" fmla="*/ 871 h 127"/>
                <a:gd name="T8" fmla="*/ 812 w 153"/>
                <a:gd name="T9" fmla="*/ 878 h 127"/>
                <a:gd name="T10" fmla="*/ 353 w 153"/>
                <a:gd name="T11" fmla="*/ 490 h 127"/>
                <a:gd name="T12" fmla="*/ 255 w 153"/>
                <a:gd name="T13" fmla="*/ 497 h 127"/>
                <a:gd name="T14" fmla="*/ 0 w 153"/>
                <a:gd name="T15" fmla="*/ 0 h 127"/>
                <a:gd name="T16" fmla="*/ 66 w 153"/>
                <a:gd name="T17" fmla="*/ 0 h 1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3" h="127">
                  <a:moveTo>
                    <a:pt x="12" y="0"/>
                  </a:moveTo>
                  <a:cubicBezTo>
                    <a:pt x="12" y="42"/>
                    <a:pt x="16" y="61"/>
                    <a:pt x="46" y="62"/>
                  </a:cubicBezTo>
                  <a:cubicBezTo>
                    <a:pt x="50" y="62"/>
                    <a:pt x="55" y="62"/>
                    <a:pt x="61" y="61"/>
                  </a:cubicBezTo>
                  <a:cubicBezTo>
                    <a:pt x="112" y="57"/>
                    <a:pt x="149" y="91"/>
                    <a:pt x="153" y="126"/>
                  </a:cubicBezTo>
                  <a:cubicBezTo>
                    <a:pt x="143" y="127"/>
                    <a:pt x="143" y="127"/>
                    <a:pt x="143" y="127"/>
                  </a:cubicBezTo>
                  <a:cubicBezTo>
                    <a:pt x="140" y="104"/>
                    <a:pt x="107" y="66"/>
                    <a:pt x="62" y="71"/>
                  </a:cubicBezTo>
                  <a:cubicBezTo>
                    <a:pt x="56" y="72"/>
                    <a:pt x="50" y="72"/>
                    <a:pt x="45" y="72"/>
                  </a:cubicBezTo>
                  <a:cubicBezTo>
                    <a:pt x="1" y="71"/>
                    <a:pt x="0" y="31"/>
                    <a:pt x="0" y="0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91" name="Freeform 776">
              <a:extLst>
                <a:ext uri="{FF2B5EF4-FFF2-40B4-BE49-F238E27FC236}">
                  <a16:creationId xmlns:a16="http://schemas.microsoft.com/office/drawing/2014/main" id="{4F67359C-6865-4D96-8FBA-1C187706F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495"/>
              <a:ext cx="840" cy="407"/>
            </a:xfrm>
            <a:custGeom>
              <a:avLst/>
              <a:gdLst>
                <a:gd name="T0" fmla="*/ 0 w 471"/>
                <a:gd name="T1" fmla="*/ 1419 h 214"/>
                <a:gd name="T2" fmla="*/ 1275 w 471"/>
                <a:gd name="T3" fmla="*/ 108 h 214"/>
                <a:gd name="T4" fmla="*/ 2672 w 471"/>
                <a:gd name="T5" fmla="*/ 915 h 214"/>
                <a:gd name="T6" fmla="*/ 2598 w 471"/>
                <a:gd name="T7" fmla="*/ 983 h 214"/>
                <a:gd name="T8" fmla="*/ 1270 w 471"/>
                <a:gd name="T9" fmla="*/ 228 h 214"/>
                <a:gd name="T10" fmla="*/ 73 w 471"/>
                <a:gd name="T11" fmla="*/ 1472 h 2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1" h="214">
                  <a:moveTo>
                    <a:pt x="0" y="206"/>
                  </a:moveTo>
                  <a:cubicBezTo>
                    <a:pt x="16" y="148"/>
                    <a:pt x="94" y="0"/>
                    <a:pt x="225" y="16"/>
                  </a:cubicBezTo>
                  <a:cubicBezTo>
                    <a:pt x="390" y="37"/>
                    <a:pt x="467" y="128"/>
                    <a:pt x="471" y="133"/>
                  </a:cubicBezTo>
                  <a:cubicBezTo>
                    <a:pt x="458" y="143"/>
                    <a:pt x="458" y="143"/>
                    <a:pt x="458" y="143"/>
                  </a:cubicBezTo>
                  <a:cubicBezTo>
                    <a:pt x="457" y="142"/>
                    <a:pt x="382" y="53"/>
                    <a:pt x="224" y="33"/>
                  </a:cubicBezTo>
                  <a:cubicBezTo>
                    <a:pt x="121" y="17"/>
                    <a:pt x="32" y="147"/>
                    <a:pt x="13" y="214"/>
                  </a:cubicBezTo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92" name="Freeform 777">
              <a:extLst>
                <a:ext uri="{FF2B5EF4-FFF2-40B4-BE49-F238E27FC236}">
                  <a16:creationId xmlns:a16="http://schemas.microsoft.com/office/drawing/2014/main" id="{22EE10FC-1BA8-48D0-B257-F1CC6CF4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417"/>
              <a:ext cx="1597" cy="658"/>
            </a:xfrm>
            <a:custGeom>
              <a:avLst/>
              <a:gdLst>
                <a:gd name="T0" fmla="*/ 3902 w 896"/>
                <a:gd name="T1" fmla="*/ 525 h 346"/>
                <a:gd name="T2" fmla="*/ 3764 w 896"/>
                <a:gd name="T3" fmla="*/ 534 h 346"/>
                <a:gd name="T4" fmla="*/ 3634 w 896"/>
                <a:gd name="T5" fmla="*/ 557 h 346"/>
                <a:gd name="T6" fmla="*/ 3403 w 896"/>
                <a:gd name="T7" fmla="*/ 610 h 346"/>
                <a:gd name="T8" fmla="*/ 3365 w 896"/>
                <a:gd name="T9" fmla="*/ 578 h 346"/>
                <a:gd name="T10" fmla="*/ 3488 w 896"/>
                <a:gd name="T11" fmla="*/ 0 h 346"/>
                <a:gd name="T12" fmla="*/ 3394 w 896"/>
                <a:gd name="T13" fmla="*/ 0 h 346"/>
                <a:gd name="T14" fmla="*/ 3249 w 896"/>
                <a:gd name="T15" fmla="*/ 610 h 346"/>
                <a:gd name="T16" fmla="*/ 3187 w 896"/>
                <a:gd name="T17" fmla="*/ 687 h 346"/>
                <a:gd name="T18" fmla="*/ 2576 w 896"/>
                <a:gd name="T19" fmla="*/ 1259 h 346"/>
                <a:gd name="T20" fmla="*/ 2412 w 896"/>
                <a:gd name="T21" fmla="*/ 1769 h 346"/>
                <a:gd name="T22" fmla="*/ 2355 w 896"/>
                <a:gd name="T23" fmla="*/ 1856 h 346"/>
                <a:gd name="T24" fmla="*/ 2310 w 896"/>
                <a:gd name="T25" fmla="*/ 1776 h 346"/>
                <a:gd name="T26" fmla="*/ 2005 w 896"/>
                <a:gd name="T27" fmla="*/ 879 h 346"/>
                <a:gd name="T28" fmla="*/ 1920 w 896"/>
                <a:gd name="T29" fmla="*/ 749 h 346"/>
                <a:gd name="T30" fmla="*/ 1672 w 896"/>
                <a:gd name="T31" fmla="*/ 116 h 346"/>
                <a:gd name="T32" fmla="*/ 1572 w 896"/>
                <a:gd name="T33" fmla="*/ 137 h 346"/>
                <a:gd name="T34" fmla="*/ 1738 w 896"/>
                <a:gd name="T35" fmla="*/ 626 h 346"/>
                <a:gd name="T36" fmla="*/ 1700 w 896"/>
                <a:gd name="T37" fmla="*/ 662 h 346"/>
                <a:gd name="T38" fmla="*/ 1173 w 896"/>
                <a:gd name="T39" fmla="*/ 525 h 346"/>
                <a:gd name="T40" fmla="*/ 0 w 896"/>
                <a:gd name="T41" fmla="*/ 818 h 346"/>
                <a:gd name="T42" fmla="*/ 45 w 896"/>
                <a:gd name="T43" fmla="*/ 922 h 346"/>
                <a:gd name="T44" fmla="*/ 1166 w 896"/>
                <a:gd name="T45" fmla="*/ 641 h 346"/>
                <a:gd name="T46" fmla="*/ 1937 w 896"/>
                <a:gd name="T47" fmla="*/ 962 h 346"/>
                <a:gd name="T48" fmla="*/ 2198 w 896"/>
                <a:gd name="T49" fmla="*/ 2126 h 346"/>
                <a:gd name="T50" fmla="*/ 2281 w 896"/>
                <a:gd name="T51" fmla="*/ 2134 h 346"/>
                <a:gd name="T52" fmla="*/ 2271 w 896"/>
                <a:gd name="T53" fmla="*/ 2297 h 346"/>
                <a:gd name="T54" fmla="*/ 2367 w 896"/>
                <a:gd name="T55" fmla="*/ 2274 h 346"/>
                <a:gd name="T56" fmla="*/ 2360 w 896"/>
                <a:gd name="T57" fmla="*/ 2373 h 346"/>
                <a:gd name="T58" fmla="*/ 2474 w 896"/>
                <a:gd name="T59" fmla="*/ 2379 h 346"/>
                <a:gd name="T60" fmla="*/ 3069 w 896"/>
                <a:gd name="T61" fmla="*/ 879 h 346"/>
                <a:gd name="T62" fmla="*/ 3069 w 896"/>
                <a:gd name="T63" fmla="*/ 879 h 346"/>
                <a:gd name="T64" fmla="*/ 3657 w 896"/>
                <a:gd name="T65" fmla="*/ 681 h 346"/>
                <a:gd name="T66" fmla="*/ 3788 w 896"/>
                <a:gd name="T67" fmla="*/ 654 h 346"/>
                <a:gd name="T68" fmla="*/ 3907 w 896"/>
                <a:gd name="T69" fmla="*/ 641 h 346"/>
                <a:gd name="T70" fmla="*/ 5028 w 896"/>
                <a:gd name="T71" fmla="*/ 922 h 346"/>
                <a:gd name="T72" fmla="*/ 5073 w 896"/>
                <a:gd name="T73" fmla="*/ 818 h 346"/>
                <a:gd name="T74" fmla="*/ 3902 w 896"/>
                <a:gd name="T75" fmla="*/ 525 h 34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96" h="346">
                  <a:moveTo>
                    <a:pt x="689" y="76"/>
                  </a:moveTo>
                  <a:cubicBezTo>
                    <a:pt x="681" y="77"/>
                    <a:pt x="673" y="77"/>
                    <a:pt x="665" y="78"/>
                  </a:cubicBezTo>
                  <a:cubicBezTo>
                    <a:pt x="665" y="79"/>
                    <a:pt x="646" y="81"/>
                    <a:pt x="642" y="81"/>
                  </a:cubicBezTo>
                  <a:cubicBezTo>
                    <a:pt x="628" y="83"/>
                    <a:pt x="614" y="86"/>
                    <a:pt x="601" y="89"/>
                  </a:cubicBezTo>
                  <a:cubicBezTo>
                    <a:pt x="597" y="90"/>
                    <a:pt x="593" y="86"/>
                    <a:pt x="594" y="84"/>
                  </a:cubicBezTo>
                  <a:cubicBezTo>
                    <a:pt x="605" y="54"/>
                    <a:pt x="609" y="31"/>
                    <a:pt x="616" y="0"/>
                  </a:cubicBezTo>
                  <a:cubicBezTo>
                    <a:pt x="599" y="0"/>
                    <a:pt x="599" y="0"/>
                    <a:pt x="599" y="0"/>
                  </a:cubicBezTo>
                  <a:cubicBezTo>
                    <a:pt x="592" y="31"/>
                    <a:pt x="589" y="54"/>
                    <a:pt x="574" y="89"/>
                  </a:cubicBezTo>
                  <a:cubicBezTo>
                    <a:pt x="571" y="96"/>
                    <a:pt x="565" y="100"/>
                    <a:pt x="563" y="100"/>
                  </a:cubicBezTo>
                  <a:cubicBezTo>
                    <a:pt x="514" y="118"/>
                    <a:pt x="478" y="145"/>
                    <a:pt x="455" y="183"/>
                  </a:cubicBezTo>
                  <a:cubicBezTo>
                    <a:pt x="440" y="206"/>
                    <a:pt x="431" y="231"/>
                    <a:pt x="426" y="257"/>
                  </a:cubicBezTo>
                  <a:cubicBezTo>
                    <a:pt x="424" y="266"/>
                    <a:pt x="420" y="270"/>
                    <a:pt x="416" y="270"/>
                  </a:cubicBezTo>
                  <a:cubicBezTo>
                    <a:pt x="412" y="270"/>
                    <a:pt x="410" y="268"/>
                    <a:pt x="408" y="258"/>
                  </a:cubicBezTo>
                  <a:cubicBezTo>
                    <a:pt x="403" y="218"/>
                    <a:pt x="389" y="165"/>
                    <a:pt x="354" y="128"/>
                  </a:cubicBezTo>
                  <a:cubicBezTo>
                    <a:pt x="352" y="126"/>
                    <a:pt x="339" y="109"/>
                    <a:pt x="339" y="109"/>
                  </a:cubicBezTo>
                  <a:cubicBezTo>
                    <a:pt x="314" y="73"/>
                    <a:pt x="299" y="51"/>
                    <a:pt x="295" y="17"/>
                  </a:cubicBezTo>
                  <a:cubicBezTo>
                    <a:pt x="278" y="20"/>
                    <a:pt x="278" y="20"/>
                    <a:pt x="278" y="20"/>
                  </a:cubicBezTo>
                  <a:cubicBezTo>
                    <a:pt x="282" y="47"/>
                    <a:pt x="292" y="67"/>
                    <a:pt x="307" y="91"/>
                  </a:cubicBezTo>
                  <a:cubicBezTo>
                    <a:pt x="309" y="94"/>
                    <a:pt x="305" y="97"/>
                    <a:pt x="300" y="96"/>
                  </a:cubicBezTo>
                  <a:cubicBezTo>
                    <a:pt x="273" y="85"/>
                    <a:pt x="241" y="78"/>
                    <a:pt x="207" y="76"/>
                  </a:cubicBezTo>
                  <a:cubicBezTo>
                    <a:pt x="134" y="71"/>
                    <a:pt x="61" y="87"/>
                    <a:pt x="0" y="119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66" y="103"/>
                    <a:pt x="136" y="88"/>
                    <a:pt x="206" y="93"/>
                  </a:cubicBezTo>
                  <a:cubicBezTo>
                    <a:pt x="265" y="97"/>
                    <a:pt x="318" y="115"/>
                    <a:pt x="342" y="140"/>
                  </a:cubicBezTo>
                  <a:cubicBezTo>
                    <a:pt x="398" y="198"/>
                    <a:pt x="387" y="306"/>
                    <a:pt x="388" y="309"/>
                  </a:cubicBezTo>
                  <a:cubicBezTo>
                    <a:pt x="403" y="310"/>
                    <a:pt x="403" y="310"/>
                    <a:pt x="403" y="310"/>
                  </a:cubicBezTo>
                  <a:cubicBezTo>
                    <a:pt x="401" y="334"/>
                    <a:pt x="401" y="334"/>
                    <a:pt x="401" y="334"/>
                  </a:cubicBezTo>
                  <a:cubicBezTo>
                    <a:pt x="418" y="331"/>
                    <a:pt x="418" y="331"/>
                    <a:pt x="418" y="331"/>
                  </a:cubicBezTo>
                  <a:cubicBezTo>
                    <a:pt x="417" y="336"/>
                    <a:pt x="417" y="340"/>
                    <a:pt x="417" y="345"/>
                  </a:cubicBezTo>
                  <a:cubicBezTo>
                    <a:pt x="437" y="346"/>
                    <a:pt x="437" y="346"/>
                    <a:pt x="437" y="346"/>
                  </a:cubicBezTo>
                  <a:cubicBezTo>
                    <a:pt x="439" y="261"/>
                    <a:pt x="451" y="175"/>
                    <a:pt x="542" y="128"/>
                  </a:cubicBezTo>
                  <a:cubicBezTo>
                    <a:pt x="542" y="128"/>
                    <a:pt x="542" y="128"/>
                    <a:pt x="542" y="128"/>
                  </a:cubicBezTo>
                  <a:cubicBezTo>
                    <a:pt x="542" y="128"/>
                    <a:pt x="602" y="107"/>
                    <a:pt x="646" y="99"/>
                  </a:cubicBezTo>
                  <a:cubicBezTo>
                    <a:pt x="651" y="98"/>
                    <a:pt x="667" y="95"/>
                    <a:pt x="669" y="95"/>
                  </a:cubicBezTo>
                  <a:cubicBezTo>
                    <a:pt x="676" y="94"/>
                    <a:pt x="683" y="93"/>
                    <a:pt x="690" y="93"/>
                  </a:cubicBezTo>
                  <a:cubicBezTo>
                    <a:pt x="760" y="88"/>
                    <a:pt x="830" y="103"/>
                    <a:pt x="888" y="134"/>
                  </a:cubicBezTo>
                  <a:cubicBezTo>
                    <a:pt x="896" y="119"/>
                    <a:pt x="896" y="119"/>
                    <a:pt x="896" y="119"/>
                  </a:cubicBezTo>
                  <a:cubicBezTo>
                    <a:pt x="835" y="87"/>
                    <a:pt x="762" y="71"/>
                    <a:pt x="689" y="76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93" name="Freeform 778">
              <a:extLst>
                <a:ext uri="{FF2B5EF4-FFF2-40B4-BE49-F238E27FC236}">
                  <a16:creationId xmlns:a16="http://schemas.microsoft.com/office/drawing/2014/main" id="{E66E4C15-5C84-4BED-B40E-BAEDD3A67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936"/>
              <a:ext cx="47" cy="47"/>
            </a:xfrm>
            <a:custGeom>
              <a:avLst/>
              <a:gdLst>
                <a:gd name="T0" fmla="*/ 7 w 26"/>
                <a:gd name="T1" fmla="*/ 152 h 25"/>
                <a:gd name="T2" fmla="*/ 89 w 26"/>
                <a:gd name="T3" fmla="*/ 145 h 25"/>
                <a:gd name="T4" fmla="*/ 0 w 26"/>
                <a:gd name="T5" fmla="*/ 105 h 25"/>
                <a:gd name="T6" fmla="*/ 108 w 26"/>
                <a:gd name="T7" fmla="*/ 68 h 25"/>
                <a:gd name="T8" fmla="*/ 0 w 26"/>
                <a:gd name="T9" fmla="*/ 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5">
                  <a:moveTo>
                    <a:pt x="1" y="23"/>
                  </a:moveTo>
                  <a:cubicBezTo>
                    <a:pt x="4" y="23"/>
                    <a:pt x="15" y="25"/>
                    <a:pt x="15" y="22"/>
                  </a:cubicBezTo>
                  <a:cubicBezTo>
                    <a:pt x="16" y="18"/>
                    <a:pt x="2" y="18"/>
                    <a:pt x="0" y="16"/>
                  </a:cubicBezTo>
                  <a:cubicBezTo>
                    <a:pt x="4" y="9"/>
                    <a:pt x="14" y="15"/>
                    <a:pt x="18" y="10"/>
                  </a:cubicBezTo>
                  <a:cubicBezTo>
                    <a:pt x="26" y="0"/>
                    <a:pt x="2" y="4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94" name="Freeform 779">
              <a:extLst>
                <a:ext uri="{FF2B5EF4-FFF2-40B4-BE49-F238E27FC236}">
                  <a16:creationId xmlns:a16="http://schemas.microsoft.com/office/drawing/2014/main" id="{0D878430-264B-40CE-B762-F502AF25C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987"/>
              <a:ext cx="25" cy="1"/>
            </a:xfrm>
            <a:custGeom>
              <a:avLst/>
              <a:gdLst>
                <a:gd name="T0" fmla="*/ 0 w 14"/>
                <a:gd name="T1" fmla="*/ 0 h 1"/>
                <a:gd name="T2" fmla="*/ 80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4" y="0"/>
                    <a:pt x="9" y="0"/>
                    <a:pt x="14" y="0"/>
                  </a:cubicBezTo>
                </a:path>
              </a:pathLst>
            </a:custGeom>
            <a:noFill/>
            <a:ln w="111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95" name="Freeform 780">
              <a:extLst>
                <a:ext uri="{FF2B5EF4-FFF2-40B4-BE49-F238E27FC236}">
                  <a16:creationId xmlns:a16="http://schemas.microsoft.com/office/drawing/2014/main" id="{67564B85-1388-4D13-8B6F-92DA3A028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555"/>
              <a:ext cx="37" cy="74"/>
            </a:xfrm>
            <a:custGeom>
              <a:avLst/>
              <a:gdLst>
                <a:gd name="T0" fmla="*/ 56 w 21"/>
                <a:gd name="T1" fmla="*/ 15 h 39"/>
                <a:gd name="T2" fmla="*/ 37 w 21"/>
                <a:gd name="T3" fmla="*/ 266 h 39"/>
                <a:gd name="T4" fmla="*/ 65 w 21"/>
                <a:gd name="T5" fmla="*/ 61 h 39"/>
                <a:gd name="T6" fmla="*/ 93 w 21"/>
                <a:gd name="T7" fmla="*/ 8 h 39"/>
                <a:gd name="T8" fmla="*/ 65 w 21"/>
                <a:gd name="T9" fmla="*/ 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9">
                  <a:moveTo>
                    <a:pt x="10" y="2"/>
                  </a:moveTo>
                  <a:cubicBezTo>
                    <a:pt x="0" y="7"/>
                    <a:pt x="7" y="30"/>
                    <a:pt x="7" y="39"/>
                  </a:cubicBezTo>
                  <a:cubicBezTo>
                    <a:pt x="9" y="30"/>
                    <a:pt x="6" y="17"/>
                    <a:pt x="12" y="9"/>
                  </a:cubicBezTo>
                  <a:cubicBezTo>
                    <a:pt x="16" y="4"/>
                    <a:pt x="21" y="3"/>
                    <a:pt x="17" y="1"/>
                  </a:cubicBezTo>
                  <a:cubicBezTo>
                    <a:pt x="16" y="0"/>
                    <a:pt x="13" y="0"/>
                    <a:pt x="12" y="1"/>
                  </a:cubicBezTo>
                </a:path>
              </a:pathLst>
            </a:custGeom>
            <a:solidFill>
              <a:srgbClr val="F7C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96" name="Freeform 781">
              <a:extLst>
                <a:ext uri="{FF2B5EF4-FFF2-40B4-BE49-F238E27FC236}">
                  <a16:creationId xmlns:a16="http://schemas.microsoft.com/office/drawing/2014/main" id="{DCF7F5B7-D455-444B-B859-94BE490F0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631"/>
              <a:ext cx="28" cy="365"/>
            </a:xfrm>
            <a:custGeom>
              <a:avLst/>
              <a:gdLst>
                <a:gd name="T0" fmla="*/ 86 w 16"/>
                <a:gd name="T1" fmla="*/ 0 h 192"/>
                <a:gd name="T2" fmla="*/ 7 w 16"/>
                <a:gd name="T3" fmla="*/ 260 h 192"/>
                <a:gd name="T4" fmla="*/ 7 w 16"/>
                <a:gd name="T5" fmla="*/ 1319 h 192"/>
                <a:gd name="T6" fmla="*/ 86 w 16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2">
                  <a:moveTo>
                    <a:pt x="16" y="0"/>
                  </a:moveTo>
                  <a:cubicBezTo>
                    <a:pt x="7" y="4"/>
                    <a:pt x="3" y="10"/>
                    <a:pt x="1" y="38"/>
                  </a:cubicBezTo>
                  <a:cubicBezTo>
                    <a:pt x="0" y="66"/>
                    <a:pt x="1" y="192"/>
                    <a:pt x="1" y="192"/>
                  </a:cubicBezTo>
                  <a:cubicBezTo>
                    <a:pt x="4" y="148"/>
                    <a:pt x="0" y="11"/>
                    <a:pt x="16" y="0"/>
                  </a:cubicBezTo>
                  <a:close/>
                </a:path>
              </a:pathLst>
            </a:custGeom>
            <a:solidFill>
              <a:srgbClr val="F7C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97" name="Freeform 782">
              <a:extLst>
                <a:ext uri="{FF2B5EF4-FFF2-40B4-BE49-F238E27FC236}">
                  <a16:creationId xmlns:a16="http://schemas.microsoft.com/office/drawing/2014/main" id="{49C4EE7B-D6D4-4B14-87A7-F25A77FCF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622"/>
              <a:ext cx="61" cy="384"/>
            </a:xfrm>
            <a:custGeom>
              <a:avLst/>
              <a:gdLst>
                <a:gd name="T0" fmla="*/ 0 w 34"/>
                <a:gd name="T1" fmla="*/ 0 h 202"/>
                <a:gd name="T2" fmla="*/ 145 w 34"/>
                <a:gd name="T3" fmla="*/ 289 h 202"/>
                <a:gd name="T4" fmla="*/ 161 w 34"/>
                <a:gd name="T5" fmla="*/ 1388 h 202"/>
                <a:gd name="T6" fmla="*/ 167 w 34"/>
                <a:gd name="T7" fmla="*/ 228 h 202"/>
                <a:gd name="T8" fmla="*/ 0 w 34"/>
                <a:gd name="T9" fmla="*/ 8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02">
                  <a:moveTo>
                    <a:pt x="0" y="0"/>
                  </a:moveTo>
                  <a:cubicBezTo>
                    <a:pt x="10" y="6"/>
                    <a:pt x="23" y="23"/>
                    <a:pt x="25" y="42"/>
                  </a:cubicBezTo>
                  <a:cubicBezTo>
                    <a:pt x="26" y="61"/>
                    <a:pt x="28" y="202"/>
                    <a:pt x="28" y="202"/>
                  </a:cubicBezTo>
                  <a:cubicBezTo>
                    <a:pt x="32" y="122"/>
                    <a:pt x="34" y="50"/>
                    <a:pt x="29" y="33"/>
                  </a:cubicBezTo>
                  <a:cubicBezTo>
                    <a:pt x="24" y="16"/>
                    <a:pt x="6" y="2"/>
                    <a:pt x="0" y="1"/>
                  </a:cubicBezTo>
                </a:path>
              </a:pathLst>
            </a:custGeom>
            <a:solidFill>
              <a:srgbClr val="F7C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98" name="Freeform 783">
              <a:extLst>
                <a:ext uri="{FF2B5EF4-FFF2-40B4-BE49-F238E27FC236}">
                  <a16:creationId xmlns:a16="http://schemas.microsoft.com/office/drawing/2014/main" id="{6A4608BE-65BD-441F-8400-59430DA96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504"/>
              <a:ext cx="403" cy="86"/>
            </a:xfrm>
            <a:custGeom>
              <a:avLst/>
              <a:gdLst>
                <a:gd name="T0" fmla="*/ 1282 w 226"/>
                <a:gd name="T1" fmla="*/ 105 h 45"/>
                <a:gd name="T2" fmla="*/ 0 w 226"/>
                <a:gd name="T3" fmla="*/ 313 h 45"/>
                <a:gd name="T4" fmla="*/ 1282 w 226"/>
                <a:gd name="T5" fmla="*/ 10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6" h="45">
                  <a:moveTo>
                    <a:pt x="226" y="15"/>
                  </a:moveTo>
                  <a:cubicBezTo>
                    <a:pt x="115" y="0"/>
                    <a:pt x="29" y="28"/>
                    <a:pt x="0" y="45"/>
                  </a:cubicBezTo>
                  <a:cubicBezTo>
                    <a:pt x="39" y="33"/>
                    <a:pt x="142" y="10"/>
                    <a:pt x="226" y="15"/>
                  </a:cubicBezTo>
                  <a:close/>
                </a:path>
              </a:pathLst>
            </a:custGeom>
            <a:solidFill>
              <a:srgbClr val="F7C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199" name="Freeform 784">
              <a:extLst>
                <a:ext uri="{FF2B5EF4-FFF2-40B4-BE49-F238E27FC236}">
                  <a16:creationId xmlns:a16="http://schemas.microsoft.com/office/drawing/2014/main" id="{875CAD67-0EBD-4CB9-A0D2-7A3A3D88F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523"/>
              <a:ext cx="376" cy="122"/>
            </a:xfrm>
            <a:custGeom>
              <a:avLst/>
              <a:gdLst>
                <a:gd name="T0" fmla="*/ 0 w 211"/>
                <a:gd name="T1" fmla="*/ 48 h 64"/>
                <a:gd name="T2" fmla="*/ 1194 w 211"/>
                <a:gd name="T3" fmla="*/ 444 h 64"/>
                <a:gd name="T4" fmla="*/ 0 w 211"/>
                <a:gd name="T5" fmla="*/ 48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64">
                  <a:moveTo>
                    <a:pt x="0" y="7"/>
                  </a:moveTo>
                  <a:cubicBezTo>
                    <a:pt x="31" y="0"/>
                    <a:pt x="135" y="16"/>
                    <a:pt x="211" y="64"/>
                  </a:cubicBezTo>
                  <a:cubicBezTo>
                    <a:pt x="182" y="43"/>
                    <a:pt x="66" y="9"/>
                    <a:pt x="0" y="7"/>
                  </a:cubicBezTo>
                  <a:close/>
                </a:path>
              </a:pathLst>
            </a:custGeom>
            <a:solidFill>
              <a:srgbClr val="F7C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00" name="Freeform 785">
              <a:extLst>
                <a:ext uri="{FF2B5EF4-FFF2-40B4-BE49-F238E27FC236}">
                  <a16:creationId xmlns:a16="http://schemas.microsoft.com/office/drawing/2014/main" id="{26AA1C28-B3DF-4942-912C-F547AF82D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652"/>
              <a:ext cx="120" cy="124"/>
            </a:xfrm>
            <a:custGeom>
              <a:avLst/>
              <a:gdLst>
                <a:gd name="T0" fmla="*/ 0 w 67"/>
                <a:gd name="T1" fmla="*/ 328 h 65"/>
                <a:gd name="T2" fmla="*/ 131 w 67"/>
                <a:gd name="T3" fmla="*/ 422 h 65"/>
                <a:gd name="T4" fmla="*/ 16 w 67"/>
                <a:gd name="T5" fmla="*/ 261 h 65"/>
                <a:gd name="T6" fmla="*/ 161 w 67"/>
                <a:gd name="T7" fmla="*/ 361 h 65"/>
                <a:gd name="T8" fmla="*/ 122 w 67"/>
                <a:gd name="T9" fmla="*/ 176 h 65"/>
                <a:gd name="T10" fmla="*/ 317 w 67"/>
                <a:gd name="T11" fmla="*/ 269 h 65"/>
                <a:gd name="T12" fmla="*/ 333 w 67"/>
                <a:gd name="T13" fmla="*/ 99 h 65"/>
                <a:gd name="T14" fmla="*/ 235 w 67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65">
                  <a:moveTo>
                    <a:pt x="0" y="47"/>
                  </a:moveTo>
                  <a:cubicBezTo>
                    <a:pt x="7" y="52"/>
                    <a:pt x="14" y="60"/>
                    <a:pt x="23" y="61"/>
                  </a:cubicBezTo>
                  <a:cubicBezTo>
                    <a:pt x="20" y="53"/>
                    <a:pt x="6" y="48"/>
                    <a:pt x="3" y="38"/>
                  </a:cubicBezTo>
                  <a:cubicBezTo>
                    <a:pt x="9" y="34"/>
                    <a:pt x="22" y="49"/>
                    <a:pt x="28" y="52"/>
                  </a:cubicBezTo>
                  <a:cubicBezTo>
                    <a:pt x="56" y="65"/>
                    <a:pt x="31" y="32"/>
                    <a:pt x="21" y="25"/>
                  </a:cubicBezTo>
                  <a:cubicBezTo>
                    <a:pt x="23" y="3"/>
                    <a:pt x="49" y="40"/>
                    <a:pt x="55" y="39"/>
                  </a:cubicBezTo>
                  <a:cubicBezTo>
                    <a:pt x="67" y="38"/>
                    <a:pt x="62" y="21"/>
                    <a:pt x="58" y="14"/>
                  </a:cubicBezTo>
                  <a:cubicBezTo>
                    <a:pt x="54" y="6"/>
                    <a:pt x="46" y="1"/>
                    <a:pt x="41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01" name="Freeform 786">
              <a:extLst>
                <a:ext uri="{FF2B5EF4-FFF2-40B4-BE49-F238E27FC236}">
                  <a16:creationId xmlns:a16="http://schemas.microsoft.com/office/drawing/2014/main" id="{3EB17DD3-9FD4-4BD1-9D16-338D2A4EE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620"/>
              <a:ext cx="70" cy="61"/>
            </a:xfrm>
            <a:custGeom>
              <a:avLst/>
              <a:gdLst>
                <a:gd name="T0" fmla="*/ 0 w 39"/>
                <a:gd name="T1" fmla="*/ 69 h 32"/>
                <a:gd name="T2" fmla="*/ 74 w 39"/>
                <a:gd name="T3" fmla="*/ 221 h 32"/>
                <a:gd name="T4" fmla="*/ 52 w 39"/>
                <a:gd name="T5" fmla="*/ 55 h 32"/>
                <a:gd name="T6" fmla="*/ 174 w 39"/>
                <a:gd name="T7" fmla="*/ 181 h 32"/>
                <a:gd name="T8" fmla="*/ 133 w 39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2">
                  <a:moveTo>
                    <a:pt x="0" y="10"/>
                  </a:moveTo>
                  <a:cubicBezTo>
                    <a:pt x="4" y="17"/>
                    <a:pt x="6" y="28"/>
                    <a:pt x="13" y="32"/>
                  </a:cubicBezTo>
                  <a:cubicBezTo>
                    <a:pt x="22" y="26"/>
                    <a:pt x="10" y="15"/>
                    <a:pt x="9" y="8"/>
                  </a:cubicBezTo>
                  <a:cubicBezTo>
                    <a:pt x="17" y="12"/>
                    <a:pt x="23" y="32"/>
                    <a:pt x="30" y="26"/>
                  </a:cubicBezTo>
                  <a:cubicBezTo>
                    <a:pt x="39" y="20"/>
                    <a:pt x="27" y="6"/>
                    <a:pt x="23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02" name="Freeform 787">
              <a:extLst>
                <a:ext uri="{FF2B5EF4-FFF2-40B4-BE49-F238E27FC236}">
                  <a16:creationId xmlns:a16="http://schemas.microsoft.com/office/drawing/2014/main" id="{18A120BE-A2C1-4DFC-8FBE-86DB47FFB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441"/>
              <a:ext cx="58" cy="56"/>
            </a:xfrm>
            <a:custGeom>
              <a:avLst/>
              <a:gdLst>
                <a:gd name="T0" fmla="*/ 49 w 33"/>
                <a:gd name="T1" fmla="*/ 44 h 29"/>
                <a:gd name="T2" fmla="*/ 163 w 33"/>
                <a:gd name="T3" fmla="*/ 37 h 29"/>
                <a:gd name="T4" fmla="*/ 70 w 33"/>
                <a:gd name="T5" fmla="*/ 79 h 29"/>
                <a:gd name="T6" fmla="*/ 77 w 33"/>
                <a:gd name="T7" fmla="*/ 131 h 29"/>
                <a:gd name="T8" fmla="*/ 167 w 33"/>
                <a:gd name="T9" fmla="*/ 131 h 29"/>
                <a:gd name="T10" fmla="*/ 37 w 33"/>
                <a:gd name="T11" fmla="*/ 209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9">
                  <a:moveTo>
                    <a:pt x="9" y="6"/>
                  </a:moveTo>
                  <a:cubicBezTo>
                    <a:pt x="14" y="4"/>
                    <a:pt x="26" y="0"/>
                    <a:pt x="30" y="5"/>
                  </a:cubicBezTo>
                  <a:cubicBezTo>
                    <a:pt x="25" y="11"/>
                    <a:pt x="19" y="10"/>
                    <a:pt x="13" y="11"/>
                  </a:cubicBezTo>
                  <a:cubicBezTo>
                    <a:pt x="0" y="13"/>
                    <a:pt x="0" y="20"/>
                    <a:pt x="14" y="18"/>
                  </a:cubicBezTo>
                  <a:cubicBezTo>
                    <a:pt x="18" y="17"/>
                    <a:pt x="29" y="10"/>
                    <a:pt x="31" y="18"/>
                  </a:cubicBezTo>
                  <a:cubicBezTo>
                    <a:pt x="33" y="26"/>
                    <a:pt x="12" y="29"/>
                    <a:pt x="7" y="29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03" name="Freeform 788">
              <a:extLst>
                <a:ext uri="{FF2B5EF4-FFF2-40B4-BE49-F238E27FC236}">
                  <a16:creationId xmlns:a16="http://schemas.microsoft.com/office/drawing/2014/main" id="{50A21A3F-BDA4-4D68-85AE-8195ED866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415"/>
              <a:ext cx="43" cy="17"/>
            </a:xfrm>
            <a:custGeom>
              <a:avLst/>
              <a:gdLst>
                <a:gd name="T0" fmla="*/ 0 w 24"/>
                <a:gd name="T1" fmla="*/ 8 h 9"/>
                <a:gd name="T2" fmla="*/ 131 w 24"/>
                <a:gd name="T3" fmla="*/ 8 h 9"/>
                <a:gd name="T4" fmla="*/ 0 w 24"/>
                <a:gd name="T5" fmla="*/ 5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9">
                  <a:moveTo>
                    <a:pt x="0" y="1"/>
                  </a:moveTo>
                  <a:cubicBezTo>
                    <a:pt x="7" y="1"/>
                    <a:pt x="15" y="0"/>
                    <a:pt x="23" y="1"/>
                  </a:cubicBezTo>
                  <a:cubicBezTo>
                    <a:pt x="24" y="9"/>
                    <a:pt x="6" y="9"/>
                    <a:pt x="0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04" name="Freeform 789">
              <a:extLst>
                <a:ext uri="{FF2B5EF4-FFF2-40B4-BE49-F238E27FC236}">
                  <a16:creationId xmlns:a16="http://schemas.microsoft.com/office/drawing/2014/main" id="{D89826A2-9573-489D-8414-2F2A70FCC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438"/>
              <a:ext cx="78" cy="45"/>
            </a:xfrm>
            <a:custGeom>
              <a:avLst/>
              <a:gdLst>
                <a:gd name="T0" fmla="*/ 12 w 44"/>
                <a:gd name="T1" fmla="*/ 45 h 24"/>
                <a:gd name="T2" fmla="*/ 167 w 44"/>
                <a:gd name="T3" fmla="*/ 113 h 24"/>
                <a:gd name="T4" fmla="*/ 0 w 44"/>
                <a:gd name="T5" fmla="*/ 9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4">
                  <a:moveTo>
                    <a:pt x="2" y="7"/>
                  </a:moveTo>
                  <a:cubicBezTo>
                    <a:pt x="7" y="9"/>
                    <a:pt x="44" y="0"/>
                    <a:pt x="30" y="17"/>
                  </a:cubicBezTo>
                  <a:cubicBezTo>
                    <a:pt x="24" y="24"/>
                    <a:pt x="5" y="15"/>
                    <a:pt x="0" y="15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05" name="Freeform 790">
              <a:extLst>
                <a:ext uri="{FF2B5EF4-FFF2-40B4-BE49-F238E27FC236}">
                  <a16:creationId xmlns:a16="http://schemas.microsoft.com/office/drawing/2014/main" id="{2CF7AC8E-6CB1-4DA2-BBB2-50E10D2DD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641"/>
              <a:ext cx="16" cy="38"/>
            </a:xfrm>
            <a:custGeom>
              <a:avLst/>
              <a:gdLst>
                <a:gd name="T0" fmla="*/ 50 w 9"/>
                <a:gd name="T1" fmla="*/ 0 h 20"/>
                <a:gd name="T2" fmla="*/ 0 w 9"/>
                <a:gd name="T3" fmla="*/ 13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9" y="0"/>
                  </a:moveTo>
                  <a:cubicBezTo>
                    <a:pt x="6" y="6"/>
                    <a:pt x="1" y="16"/>
                    <a:pt x="0" y="2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06" name="Freeform 791">
              <a:extLst>
                <a:ext uri="{FF2B5EF4-FFF2-40B4-BE49-F238E27FC236}">
                  <a16:creationId xmlns:a16="http://schemas.microsoft.com/office/drawing/2014/main" id="{C3EB9C74-DE3E-4123-A8DF-BF34094E2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635"/>
              <a:ext cx="12" cy="38"/>
            </a:xfrm>
            <a:custGeom>
              <a:avLst/>
              <a:gdLst>
                <a:gd name="T0" fmla="*/ 36 w 7"/>
                <a:gd name="T1" fmla="*/ 0 h 20"/>
                <a:gd name="T2" fmla="*/ 0 w 7"/>
                <a:gd name="T3" fmla="*/ 13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4" y="6"/>
                    <a:pt x="0" y="14"/>
                    <a:pt x="0" y="2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07" name="Freeform 792">
              <a:extLst>
                <a:ext uri="{FF2B5EF4-FFF2-40B4-BE49-F238E27FC236}">
                  <a16:creationId xmlns:a16="http://schemas.microsoft.com/office/drawing/2014/main" id="{2E86B1D8-0DE8-47B8-BA6B-140A3718D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630"/>
              <a:ext cx="21" cy="43"/>
            </a:xfrm>
            <a:custGeom>
              <a:avLst/>
              <a:gdLst>
                <a:gd name="T0" fmla="*/ 65 w 12"/>
                <a:gd name="T1" fmla="*/ 0 h 23"/>
                <a:gd name="T2" fmla="*/ 0 w 12"/>
                <a:gd name="T3" fmla="*/ 1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12" y="0"/>
                  </a:moveTo>
                  <a:cubicBezTo>
                    <a:pt x="6" y="5"/>
                    <a:pt x="3" y="19"/>
                    <a:pt x="0" y="2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08" name="Freeform 793">
              <a:extLst>
                <a:ext uri="{FF2B5EF4-FFF2-40B4-BE49-F238E27FC236}">
                  <a16:creationId xmlns:a16="http://schemas.microsoft.com/office/drawing/2014/main" id="{45FC251C-F99A-41FC-BD49-80E4A73BC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620"/>
              <a:ext cx="14" cy="48"/>
            </a:xfrm>
            <a:custGeom>
              <a:avLst/>
              <a:gdLst>
                <a:gd name="T0" fmla="*/ 44 w 8"/>
                <a:gd name="T1" fmla="*/ 0 h 25"/>
                <a:gd name="T2" fmla="*/ 0 w 8"/>
                <a:gd name="T3" fmla="*/ 17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8" y="0"/>
                  </a:moveTo>
                  <a:cubicBezTo>
                    <a:pt x="4" y="9"/>
                    <a:pt x="2" y="16"/>
                    <a:pt x="0" y="25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09" name="Freeform 794">
              <a:extLst>
                <a:ext uri="{FF2B5EF4-FFF2-40B4-BE49-F238E27FC236}">
                  <a16:creationId xmlns:a16="http://schemas.microsoft.com/office/drawing/2014/main" id="{6B976435-EC3C-484F-846F-E048FFC87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666"/>
              <a:ext cx="105" cy="101"/>
            </a:xfrm>
            <a:custGeom>
              <a:avLst/>
              <a:gdLst>
                <a:gd name="T0" fmla="*/ 320 w 59"/>
                <a:gd name="T1" fmla="*/ 269 h 53"/>
                <a:gd name="T2" fmla="*/ 215 w 59"/>
                <a:gd name="T3" fmla="*/ 360 h 53"/>
                <a:gd name="T4" fmla="*/ 237 w 59"/>
                <a:gd name="T5" fmla="*/ 290 h 53"/>
                <a:gd name="T6" fmla="*/ 265 w 59"/>
                <a:gd name="T7" fmla="*/ 173 h 53"/>
                <a:gd name="T8" fmla="*/ 101 w 59"/>
                <a:gd name="T9" fmla="*/ 320 h 53"/>
                <a:gd name="T10" fmla="*/ 180 w 59"/>
                <a:gd name="T11" fmla="*/ 76 h 53"/>
                <a:gd name="T12" fmla="*/ 0 w 59"/>
                <a:gd name="T13" fmla="*/ 26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3">
                  <a:moveTo>
                    <a:pt x="57" y="39"/>
                  </a:moveTo>
                  <a:cubicBezTo>
                    <a:pt x="53" y="43"/>
                    <a:pt x="45" y="52"/>
                    <a:pt x="38" y="52"/>
                  </a:cubicBezTo>
                  <a:cubicBezTo>
                    <a:pt x="29" y="53"/>
                    <a:pt x="38" y="46"/>
                    <a:pt x="42" y="42"/>
                  </a:cubicBezTo>
                  <a:cubicBezTo>
                    <a:pt x="46" y="39"/>
                    <a:pt x="59" y="28"/>
                    <a:pt x="47" y="25"/>
                  </a:cubicBezTo>
                  <a:cubicBezTo>
                    <a:pt x="39" y="23"/>
                    <a:pt x="27" y="44"/>
                    <a:pt x="18" y="46"/>
                  </a:cubicBezTo>
                  <a:cubicBezTo>
                    <a:pt x="11" y="33"/>
                    <a:pt x="39" y="20"/>
                    <a:pt x="32" y="11"/>
                  </a:cubicBezTo>
                  <a:cubicBezTo>
                    <a:pt x="22" y="0"/>
                    <a:pt x="4" y="35"/>
                    <a:pt x="0" y="39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10" name="Freeform 795">
              <a:extLst>
                <a:ext uri="{FF2B5EF4-FFF2-40B4-BE49-F238E27FC236}">
                  <a16:creationId xmlns:a16="http://schemas.microsoft.com/office/drawing/2014/main" id="{88B086C6-6C2A-44A7-8B67-30C061CA4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656"/>
              <a:ext cx="14" cy="29"/>
            </a:xfrm>
            <a:custGeom>
              <a:avLst/>
              <a:gdLst>
                <a:gd name="T0" fmla="*/ 7 w 8"/>
                <a:gd name="T1" fmla="*/ 23 h 15"/>
                <a:gd name="T2" fmla="*/ 7 w 8"/>
                <a:gd name="T3" fmla="*/ 108 h 15"/>
                <a:gd name="T4" fmla="*/ 16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1" y="3"/>
                  </a:moveTo>
                  <a:cubicBezTo>
                    <a:pt x="0" y="6"/>
                    <a:pt x="0" y="11"/>
                    <a:pt x="1" y="15"/>
                  </a:cubicBezTo>
                  <a:cubicBezTo>
                    <a:pt x="4" y="11"/>
                    <a:pt x="8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11" name="Freeform 796">
              <a:extLst>
                <a:ext uri="{FF2B5EF4-FFF2-40B4-BE49-F238E27FC236}">
                  <a16:creationId xmlns:a16="http://schemas.microsoft.com/office/drawing/2014/main" id="{86618331-27AC-4F42-8305-7F2DACB8F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694"/>
              <a:ext cx="9" cy="12"/>
            </a:xfrm>
            <a:custGeom>
              <a:avLst/>
              <a:gdLst>
                <a:gd name="T0" fmla="*/ 13 w 5"/>
                <a:gd name="T1" fmla="*/ 16 h 6"/>
                <a:gd name="T2" fmla="*/ 13 w 5"/>
                <a:gd name="T3" fmla="*/ 48 h 6"/>
                <a:gd name="T4" fmla="*/ 1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12" name="Freeform 797">
              <a:extLst>
                <a:ext uri="{FF2B5EF4-FFF2-40B4-BE49-F238E27FC236}">
                  <a16:creationId xmlns:a16="http://schemas.microsoft.com/office/drawing/2014/main" id="{2EF19F57-91EF-4215-B0DE-9C5570A78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643"/>
              <a:ext cx="4" cy="7"/>
            </a:xfrm>
            <a:custGeom>
              <a:avLst/>
              <a:gdLst>
                <a:gd name="T0" fmla="*/ 8 w 2"/>
                <a:gd name="T1" fmla="*/ 12 h 4"/>
                <a:gd name="T2" fmla="*/ 8 w 2"/>
                <a:gd name="T3" fmla="*/ 21 h 4"/>
                <a:gd name="T4" fmla="*/ 8 w 2"/>
                <a:gd name="T5" fmla="*/ 0 h 4"/>
                <a:gd name="T6" fmla="*/ 0 w 2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1"/>
                    <a:pt x="2" y="2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13" name="Freeform 798">
              <a:extLst>
                <a:ext uri="{FF2B5EF4-FFF2-40B4-BE49-F238E27FC236}">
                  <a16:creationId xmlns:a16="http://schemas.microsoft.com/office/drawing/2014/main" id="{51C34960-23D5-426B-8850-B7EFD43DA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686"/>
              <a:ext cx="10" cy="86"/>
            </a:xfrm>
            <a:custGeom>
              <a:avLst/>
              <a:gdLst>
                <a:gd name="T0" fmla="*/ 0 w 6"/>
                <a:gd name="T1" fmla="*/ 0 h 45"/>
                <a:gd name="T2" fmla="*/ 8 w 6"/>
                <a:gd name="T3" fmla="*/ 31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5">
                  <a:moveTo>
                    <a:pt x="0" y="0"/>
                  </a:moveTo>
                  <a:cubicBezTo>
                    <a:pt x="6" y="15"/>
                    <a:pt x="1" y="30"/>
                    <a:pt x="2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14" name="Freeform 799">
              <a:extLst>
                <a:ext uri="{FF2B5EF4-FFF2-40B4-BE49-F238E27FC236}">
                  <a16:creationId xmlns:a16="http://schemas.microsoft.com/office/drawing/2014/main" id="{5B968708-136E-41C2-9B49-988DAF332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671"/>
              <a:ext cx="10" cy="12"/>
            </a:xfrm>
            <a:custGeom>
              <a:avLst/>
              <a:gdLst>
                <a:gd name="T0" fmla="*/ 0 w 6"/>
                <a:gd name="T1" fmla="*/ 0 h 6"/>
                <a:gd name="T2" fmla="*/ 22 w 6"/>
                <a:gd name="T3" fmla="*/ 48 h 6"/>
                <a:gd name="T4" fmla="*/ 8 w 6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3"/>
                    <a:pt x="2" y="6"/>
                    <a:pt x="5" y="6"/>
                  </a:cubicBezTo>
                  <a:cubicBezTo>
                    <a:pt x="6" y="4"/>
                    <a:pt x="4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15" name="Freeform 800">
              <a:extLst>
                <a:ext uri="{FF2B5EF4-FFF2-40B4-BE49-F238E27FC236}">
                  <a16:creationId xmlns:a16="http://schemas.microsoft.com/office/drawing/2014/main" id="{4D703CBD-A338-4BB8-A697-2AEB2B76E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776"/>
              <a:ext cx="10" cy="17"/>
            </a:xfrm>
            <a:custGeom>
              <a:avLst/>
              <a:gdLst>
                <a:gd name="T0" fmla="*/ 13 w 6"/>
                <a:gd name="T1" fmla="*/ 0 h 9"/>
                <a:gd name="T2" fmla="*/ 8 w 6"/>
                <a:gd name="T3" fmla="*/ 60 h 9"/>
                <a:gd name="T4" fmla="*/ 20 w 6"/>
                <a:gd name="T5" fmla="*/ 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6" y="8"/>
                    <a:pt x="6" y="5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16" name="Freeform 801">
              <a:extLst>
                <a:ext uri="{FF2B5EF4-FFF2-40B4-BE49-F238E27FC236}">
                  <a16:creationId xmlns:a16="http://schemas.microsoft.com/office/drawing/2014/main" id="{823DF49B-EA3A-4756-9AEE-4D67766E3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787"/>
              <a:ext cx="12" cy="61"/>
            </a:xfrm>
            <a:custGeom>
              <a:avLst/>
              <a:gdLst>
                <a:gd name="T0" fmla="*/ 36 w 7"/>
                <a:gd name="T1" fmla="*/ 0 h 32"/>
                <a:gd name="T2" fmla="*/ 15 w 7"/>
                <a:gd name="T3" fmla="*/ 2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2">
                  <a:moveTo>
                    <a:pt x="7" y="0"/>
                  </a:moveTo>
                  <a:cubicBezTo>
                    <a:pt x="3" y="8"/>
                    <a:pt x="0" y="23"/>
                    <a:pt x="3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17" name="Freeform 802">
              <a:extLst>
                <a:ext uri="{FF2B5EF4-FFF2-40B4-BE49-F238E27FC236}">
                  <a16:creationId xmlns:a16="http://schemas.microsoft.com/office/drawing/2014/main" id="{1E12AD20-F070-4C68-B9C7-C0139498C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772"/>
              <a:ext cx="5" cy="6"/>
            </a:xfrm>
            <a:custGeom>
              <a:avLst/>
              <a:gdLst>
                <a:gd name="T0" fmla="*/ 0 w 3"/>
                <a:gd name="T1" fmla="*/ 24 h 3"/>
                <a:gd name="T2" fmla="*/ 13 w 3"/>
                <a:gd name="T3" fmla="*/ 0 h 3"/>
                <a:gd name="T4" fmla="*/ 5 w 3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1"/>
                    <a:pt x="3" y="2"/>
                    <a:pt x="3" y="0"/>
                  </a:cubicBezTo>
                  <a:cubicBezTo>
                    <a:pt x="1" y="0"/>
                    <a:pt x="2" y="1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18" name="Freeform 803">
              <a:extLst>
                <a:ext uri="{FF2B5EF4-FFF2-40B4-BE49-F238E27FC236}">
                  <a16:creationId xmlns:a16="http://schemas.microsoft.com/office/drawing/2014/main" id="{8EFE5F58-41E9-487F-86DC-95F1D5D38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856"/>
              <a:ext cx="6" cy="13"/>
            </a:xfrm>
            <a:custGeom>
              <a:avLst/>
              <a:gdLst>
                <a:gd name="T0" fmla="*/ 0 w 3"/>
                <a:gd name="T1" fmla="*/ 0 h 7"/>
                <a:gd name="T2" fmla="*/ 8 w 3"/>
                <a:gd name="T3" fmla="*/ 45 h 7"/>
                <a:gd name="T4" fmla="*/ 0 w 3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3" y="1"/>
                    <a:pt x="3" y="4"/>
                    <a:pt x="1" y="7"/>
                  </a:cubicBezTo>
                  <a:cubicBezTo>
                    <a:pt x="0" y="6"/>
                    <a:pt x="0" y="5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19" name="Freeform 804">
              <a:extLst>
                <a:ext uri="{FF2B5EF4-FFF2-40B4-BE49-F238E27FC236}">
                  <a16:creationId xmlns:a16="http://schemas.microsoft.com/office/drawing/2014/main" id="{9A368F14-CDA2-4D46-B793-4178E45F3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563"/>
              <a:ext cx="14" cy="27"/>
            </a:xfrm>
            <a:custGeom>
              <a:avLst/>
              <a:gdLst>
                <a:gd name="T0" fmla="*/ 21 w 8"/>
                <a:gd name="T1" fmla="*/ 0 h 14"/>
                <a:gd name="T2" fmla="*/ 0 w 8"/>
                <a:gd name="T3" fmla="*/ 100 h 14"/>
                <a:gd name="T4" fmla="*/ 44 w 8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4" y="0"/>
                  </a:moveTo>
                  <a:cubicBezTo>
                    <a:pt x="1" y="4"/>
                    <a:pt x="0" y="9"/>
                    <a:pt x="0" y="14"/>
                  </a:cubicBezTo>
                  <a:cubicBezTo>
                    <a:pt x="2" y="10"/>
                    <a:pt x="6" y="4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20" name="Freeform 805">
              <a:extLst>
                <a:ext uri="{FF2B5EF4-FFF2-40B4-BE49-F238E27FC236}">
                  <a16:creationId xmlns:a16="http://schemas.microsoft.com/office/drawing/2014/main" id="{5ECEC165-DAEC-44A0-8C88-9D6BA6E35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555"/>
              <a:ext cx="10" cy="12"/>
            </a:xfrm>
            <a:custGeom>
              <a:avLst/>
              <a:gdLst>
                <a:gd name="T0" fmla="*/ 8 w 6"/>
                <a:gd name="T1" fmla="*/ 0 h 6"/>
                <a:gd name="T2" fmla="*/ 5 w 6"/>
                <a:gd name="T3" fmla="*/ 48 h 6"/>
                <a:gd name="T4" fmla="*/ 28 w 6"/>
                <a:gd name="T5" fmla="*/ 16 h 6"/>
                <a:gd name="T6" fmla="*/ 13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4" y="5"/>
                    <a:pt x="5" y="4"/>
                    <a:pt x="6" y="2"/>
                  </a:cubicBezTo>
                  <a:cubicBezTo>
                    <a:pt x="5" y="1"/>
                    <a:pt x="4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21" name="Freeform 806">
              <a:extLst>
                <a:ext uri="{FF2B5EF4-FFF2-40B4-BE49-F238E27FC236}">
                  <a16:creationId xmlns:a16="http://schemas.microsoft.com/office/drawing/2014/main" id="{992CC801-E7A5-4D5A-8673-4AF99D506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595"/>
              <a:ext cx="5" cy="10"/>
            </a:xfrm>
            <a:custGeom>
              <a:avLst/>
              <a:gdLst>
                <a:gd name="T0" fmla="*/ 13 w 3"/>
                <a:gd name="T1" fmla="*/ 0 h 5"/>
                <a:gd name="T2" fmla="*/ 0 w 3"/>
                <a:gd name="T3" fmla="*/ 32 h 5"/>
                <a:gd name="T4" fmla="*/ 8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2" y="3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22" name="Freeform 807">
              <a:extLst>
                <a:ext uri="{FF2B5EF4-FFF2-40B4-BE49-F238E27FC236}">
                  <a16:creationId xmlns:a16="http://schemas.microsoft.com/office/drawing/2014/main" id="{A1363878-2497-435D-A599-F8DD82314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525"/>
              <a:ext cx="164" cy="29"/>
            </a:xfrm>
            <a:custGeom>
              <a:avLst/>
              <a:gdLst>
                <a:gd name="T0" fmla="*/ 0 w 92"/>
                <a:gd name="T1" fmla="*/ 108 h 15"/>
                <a:gd name="T2" fmla="*/ 521 w 92"/>
                <a:gd name="T3" fmla="*/ 1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15">
                  <a:moveTo>
                    <a:pt x="0" y="15"/>
                  </a:moveTo>
                  <a:cubicBezTo>
                    <a:pt x="16" y="8"/>
                    <a:pt x="78" y="0"/>
                    <a:pt x="9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23" name="Freeform 808">
              <a:extLst>
                <a:ext uri="{FF2B5EF4-FFF2-40B4-BE49-F238E27FC236}">
                  <a16:creationId xmlns:a16="http://schemas.microsoft.com/office/drawing/2014/main" id="{7AFDD0CB-B840-4E15-8D58-4D3CFAD4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523"/>
              <a:ext cx="15" cy="10"/>
            </a:xfrm>
            <a:custGeom>
              <a:avLst/>
              <a:gdLst>
                <a:gd name="T0" fmla="*/ 28 w 8"/>
                <a:gd name="T1" fmla="*/ 0 h 5"/>
                <a:gd name="T2" fmla="*/ 0 w 8"/>
                <a:gd name="T3" fmla="*/ 32 h 5"/>
                <a:gd name="T4" fmla="*/ 53 w 8"/>
                <a:gd name="T5" fmla="*/ 40 h 5"/>
                <a:gd name="T6" fmla="*/ 39 w 8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3" y="1"/>
                    <a:pt x="1" y="2"/>
                    <a:pt x="0" y="4"/>
                  </a:cubicBezTo>
                  <a:cubicBezTo>
                    <a:pt x="2" y="5"/>
                    <a:pt x="6" y="5"/>
                    <a:pt x="8" y="5"/>
                  </a:cubicBezTo>
                  <a:cubicBezTo>
                    <a:pt x="8" y="3"/>
                    <a:pt x="7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24" name="Freeform 809">
              <a:extLst>
                <a:ext uri="{FF2B5EF4-FFF2-40B4-BE49-F238E27FC236}">
                  <a16:creationId xmlns:a16="http://schemas.microsoft.com/office/drawing/2014/main" id="{3CAB7C5D-C632-4B3C-A32A-E98751BE1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557"/>
              <a:ext cx="11" cy="8"/>
            </a:xfrm>
            <a:custGeom>
              <a:avLst/>
              <a:gdLst>
                <a:gd name="T0" fmla="*/ 13 w 6"/>
                <a:gd name="T1" fmla="*/ 0 h 4"/>
                <a:gd name="T2" fmla="*/ 0 w 6"/>
                <a:gd name="T3" fmla="*/ 32 h 4"/>
                <a:gd name="T4" fmla="*/ 31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4"/>
                    <a:pt x="6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25" name="Freeform 810">
              <a:extLst>
                <a:ext uri="{FF2B5EF4-FFF2-40B4-BE49-F238E27FC236}">
                  <a16:creationId xmlns:a16="http://schemas.microsoft.com/office/drawing/2014/main" id="{207DB489-6788-4492-8B7E-84FC964E5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542"/>
              <a:ext cx="359" cy="67"/>
            </a:xfrm>
            <a:custGeom>
              <a:avLst/>
              <a:gdLst>
                <a:gd name="T0" fmla="*/ 0 w 201"/>
                <a:gd name="T1" fmla="*/ 245 h 35"/>
                <a:gd name="T2" fmla="*/ 1145 w 201"/>
                <a:gd name="T3" fmla="*/ 153 h 35"/>
                <a:gd name="T4" fmla="*/ 0 w 201"/>
                <a:gd name="T5" fmla="*/ 24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1" h="35">
                  <a:moveTo>
                    <a:pt x="0" y="35"/>
                  </a:moveTo>
                  <a:cubicBezTo>
                    <a:pt x="21" y="23"/>
                    <a:pt x="131" y="0"/>
                    <a:pt x="201" y="22"/>
                  </a:cubicBezTo>
                  <a:cubicBezTo>
                    <a:pt x="177" y="19"/>
                    <a:pt x="62" y="12"/>
                    <a:pt x="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26" name="Freeform 811">
              <a:extLst>
                <a:ext uri="{FF2B5EF4-FFF2-40B4-BE49-F238E27FC236}">
                  <a16:creationId xmlns:a16="http://schemas.microsoft.com/office/drawing/2014/main" id="{C83E85E8-5F6D-4E5A-B864-01C25775D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582"/>
              <a:ext cx="27" cy="36"/>
            </a:xfrm>
            <a:custGeom>
              <a:avLst/>
              <a:gdLst>
                <a:gd name="T0" fmla="*/ 65 w 15"/>
                <a:gd name="T1" fmla="*/ 0 h 19"/>
                <a:gd name="T2" fmla="*/ 45 w 15"/>
                <a:gd name="T3" fmla="*/ 76 h 19"/>
                <a:gd name="T4" fmla="*/ 0 w 15"/>
                <a:gd name="T5" fmla="*/ 89 h 19"/>
                <a:gd name="T6" fmla="*/ 74 w 15"/>
                <a:gd name="T7" fmla="*/ 100 h 19"/>
                <a:gd name="T8" fmla="*/ 72 w 15"/>
                <a:gd name="T9" fmla="*/ 2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">
                  <a:moveTo>
                    <a:pt x="11" y="0"/>
                  </a:moveTo>
                  <a:cubicBezTo>
                    <a:pt x="9" y="4"/>
                    <a:pt x="11" y="7"/>
                    <a:pt x="8" y="11"/>
                  </a:cubicBezTo>
                  <a:cubicBezTo>
                    <a:pt x="6" y="13"/>
                    <a:pt x="4" y="14"/>
                    <a:pt x="0" y="13"/>
                  </a:cubicBezTo>
                  <a:cubicBezTo>
                    <a:pt x="4" y="15"/>
                    <a:pt x="10" y="19"/>
                    <a:pt x="13" y="15"/>
                  </a:cubicBezTo>
                  <a:cubicBezTo>
                    <a:pt x="15" y="13"/>
                    <a:pt x="12" y="6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27" name="Freeform 812">
              <a:extLst>
                <a:ext uri="{FF2B5EF4-FFF2-40B4-BE49-F238E27FC236}">
                  <a16:creationId xmlns:a16="http://schemas.microsoft.com/office/drawing/2014/main" id="{6700D510-6D4D-494C-B1B5-F1AB2E894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548"/>
              <a:ext cx="97" cy="91"/>
            </a:xfrm>
            <a:custGeom>
              <a:avLst/>
              <a:gdLst>
                <a:gd name="T0" fmla="*/ 271 w 54"/>
                <a:gd name="T1" fmla="*/ 116 h 48"/>
                <a:gd name="T2" fmla="*/ 181 w 54"/>
                <a:gd name="T3" fmla="*/ 229 h 48"/>
                <a:gd name="T4" fmla="*/ 0 w 54"/>
                <a:gd name="T5" fmla="*/ 328 h 48"/>
                <a:gd name="T6" fmla="*/ 271 w 54"/>
                <a:gd name="T7" fmla="*/ 197 h 48"/>
                <a:gd name="T8" fmla="*/ 313 w 54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8">
                  <a:moveTo>
                    <a:pt x="47" y="17"/>
                  </a:moveTo>
                  <a:cubicBezTo>
                    <a:pt x="43" y="27"/>
                    <a:pt x="41" y="30"/>
                    <a:pt x="31" y="34"/>
                  </a:cubicBezTo>
                  <a:cubicBezTo>
                    <a:pt x="20" y="39"/>
                    <a:pt x="10" y="41"/>
                    <a:pt x="0" y="48"/>
                  </a:cubicBezTo>
                  <a:cubicBezTo>
                    <a:pt x="14" y="40"/>
                    <a:pt x="36" y="41"/>
                    <a:pt x="47" y="29"/>
                  </a:cubicBezTo>
                  <a:cubicBezTo>
                    <a:pt x="53" y="22"/>
                    <a:pt x="50" y="9"/>
                    <a:pt x="5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28" name="Freeform 813">
              <a:extLst>
                <a:ext uri="{FF2B5EF4-FFF2-40B4-BE49-F238E27FC236}">
                  <a16:creationId xmlns:a16="http://schemas.microsoft.com/office/drawing/2014/main" id="{F44D463B-B81F-48DD-A08E-47CEBFB93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913"/>
              <a:ext cx="29" cy="30"/>
            </a:xfrm>
            <a:custGeom>
              <a:avLst/>
              <a:gdLst>
                <a:gd name="T0" fmla="*/ 0 w 16"/>
                <a:gd name="T1" fmla="*/ 0 h 16"/>
                <a:gd name="T2" fmla="*/ 96 w 16"/>
                <a:gd name="T3" fmla="*/ 68 h 16"/>
                <a:gd name="T4" fmla="*/ 36 w 16"/>
                <a:gd name="T5" fmla="*/ 99 h 16"/>
                <a:gd name="T6" fmla="*/ 0 w 16"/>
                <a:gd name="T7" fmla="*/ 28 h 16"/>
                <a:gd name="T8" fmla="*/ 0 w 16"/>
                <a:gd name="T9" fmla="*/ 2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0" y="9"/>
                    <a:pt x="8" y="16"/>
                    <a:pt x="16" y="10"/>
                  </a:cubicBezTo>
                  <a:cubicBezTo>
                    <a:pt x="15" y="14"/>
                    <a:pt x="10" y="16"/>
                    <a:pt x="6" y="15"/>
                  </a:cubicBezTo>
                  <a:cubicBezTo>
                    <a:pt x="1" y="13"/>
                    <a:pt x="2" y="8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29" name="Freeform 814">
              <a:extLst>
                <a:ext uri="{FF2B5EF4-FFF2-40B4-BE49-F238E27FC236}">
                  <a16:creationId xmlns:a16="http://schemas.microsoft.com/office/drawing/2014/main" id="{C51AE456-0A5A-4AB4-838A-D931D1E6C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837"/>
              <a:ext cx="5" cy="57"/>
            </a:xfrm>
            <a:custGeom>
              <a:avLst/>
              <a:gdLst>
                <a:gd name="T0" fmla="*/ 0 w 3"/>
                <a:gd name="T1" fmla="*/ 0 h 30"/>
                <a:gd name="T2" fmla="*/ 5 w 3"/>
                <a:gd name="T3" fmla="*/ 20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0">
                  <a:moveTo>
                    <a:pt x="0" y="0"/>
                  </a:moveTo>
                  <a:cubicBezTo>
                    <a:pt x="3" y="10"/>
                    <a:pt x="2" y="23"/>
                    <a:pt x="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30" name="Freeform 815">
              <a:extLst>
                <a:ext uri="{FF2B5EF4-FFF2-40B4-BE49-F238E27FC236}">
                  <a16:creationId xmlns:a16="http://schemas.microsoft.com/office/drawing/2014/main" id="{C61A8BBB-AFBC-47E1-AAC4-2832279C2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901"/>
              <a:ext cx="9" cy="12"/>
            </a:xfrm>
            <a:custGeom>
              <a:avLst/>
              <a:gdLst>
                <a:gd name="T0" fmla="*/ 13 w 5"/>
                <a:gd name="T1" fmla="*/ 0 h 6"/>
                <a:gd name="T2" fmla="*/ 7 w 5"/>
                <a:gd name="T3" fmla="*/ 48 h 6"/>
                <a:gd name="T4" fmla="*/ 1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4" y="5"/>
                    <a:pt x="5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31" name="Line 816">
              <a:extLst>
                <a:ext uri="{FF2B5EF4-FFF2-40B4-BE49-F238E27FC236}">
                  <a16:creationId xmlns:a16="http://schemas.microsoft.com/office/drawing/2014/main" id="{27E42BF7-9DC3-45BC-B1C7-FE4BA05F15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75" y="3717"/>
              <a:ext cx="109" cy="1"/>
            </a:xfrm>
            <a:prstGeom prst="line">
              <a:avLst/>
            </a:prstGeom>
            <a:noFill/>
            <a:ln w="44450" cap="rnd">
              <a:solidFill>
                <a:srgbClr val="FEF6F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32" name="Line 817">
              <a:extLst>
                <a:ext uri="{FF2B5EF4-FFF2-40B4-BE49-F238E27FC236}">
                  <a16:creationId xmlns:a16="http://schemas.microsoft.com/office/drawing/2014/main" id="{3409418D-DE40-4507-93C9-BF7CC377CB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66" y="3700"/>
              <a:ext cx="123" cy="1"/>
            </a:xfrm>
            <a:prstGeom prst="line">
              <a:avLst/>
            </a:prstGeom>
            <a:noFill/>
            <a:ln w="11113" cap="rnd">
              <a:solidFill>
                <a:srgbClr val="FEF6F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33" name="Line 818">
              <a:extLst>
                <a:ext uri="{FF2B5EF4-FFF2-40B4-BE49-F238E27FC236}">
                  <a16:creationId xmlns:a16="http://schemas.microsoft.com/office/drawing/2014/main" id="{626646E6-AA70-4C37-A7AC-3FA8E954EE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66" y="3685"/>
              <a:ext cx="123" cy="1"/>
            </a:xfrm>
            <a:prstGeom prst="line">
              <a:avLst/>
            </a:prstGeom>
            <a:noFill/>
            <a:ln w="11113" cap="rnd">
              <a:solidFill>
                <a:srgbClr val="FEF6F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34" name="Freeform 819">
              <a:extLst>
                <a:ext uri="{FF2B5EF4-FFF2-40B4-BE49-F238E27FC236}">
                  <a16:creationId xmlns:a16="http://schemas.microsoft.com/office/drawing/2014/main" id="{39DFD1F1-30CB-4AF8-B7AE-926DCDA3D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985"/>
              <a:ext cx="50" cy="40"/>
            </a:xfrm>
            <a:custGeom>
              <a:avLst/>
              <a:gdLst>
                <a:gd name="T0" fmla="*/ 52 w 28"/>
                <a:gd name="T1" fmla="*/ 145 h 21"/>
                <a:gd name="T2" fmla="*/ 143 w 28"/>
                <a:gd name="T3" fmla="*/ 124 h 21"/>
                <a:gd name="T4" fmla="*/ 52 w 28"/>
                <a:gd name="T5" fmla="*/ 109 h 21"/>
                <a:gd name="T6" fmla="*/ 80 w 28"/>
                <a:gd name="T7" fmla="*/ 84 h 21"/>
                <a:gd name="T8" fmla="*/ 159 w 28"/>
                <a:gd name="T9" fmla="*/ 48 h 21"/>
                <a:gd name="T10" fmla="*/ 13 w 28"/>
                <a:gd name="T11" fmla="*/ 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1">
                  <a:moveTo>
                    <a:pt x="9" y="21"/>
                  </a:moveTo>
                  <a:cubicBezTo>
                    <a:pt x="13" y="18"/>
                    <a:pt x="20" y="20"/>
                    <a:pt x="25" y="18"/>
                  </a:cubicBezTo>
                  <a:cubicBezTo>
                    <a:pt x="22" y="14"/>
                    <a:pt x="14" y="17"/>
                    <a:pt x="9" y="16"/>
                  </a:cubicBezTo>
                  <a:cubicBezTo>
                    <a:pt x="0" y="15"/>
                    <a:pt x="9" y="12"/>
                    <a:pt x="14" y="12"/>
                  </a:cubicBezTo>
                  <a:cubicBezTo>
                    <a:pt x="17" y="11"/>
                    <a:pt x="28" y="13"/>
                    <a:pt x="28" y="7"/>
                  </a:cubicBezTo>
                  <a:cubicBezTo>
                    <a:pt x="27" y="0"/>
                    <a:pt x="7" y="2"/>
                    <a:pt x="2" y="1"/>
                  </a:cubicBezTo>
                </a:path>
              </a:pathLst>
            </a:custGeom>
            <a:noFill/>
            <a:ln w="111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35" name="Freeform 820">
              <a:extLst>
                <a:ext uri="{FF2B5EF4-FFF2-40B4-BE49-F238E27FC236}">
                  <a16:creationId xmlns:a16="http://schemas.microsoft.com/office/drawing/2014/main" id="{756A7F9E-052D-4F37-AA77-1977B8E41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991"/>
              <a:ext cx="50" cy="34"/>
            </a:xfrm>
            <a:custGeom>
              <a:avLst/>
              <a:gdLst>
                <a:gd name="T0" fmla="*/ 23 w 28"/>
                <a:gd name="T1" fmla="*/ 113 h 18"/>
                <a:gd name="T2" fmla="*/ 125 w 28"/>
                <a:gd name="T3" fmla="*/ 100 h 18"/>
                <a:gd name="T4" fmla="*/ 0 w 28"/>
                <a:gd name="T5" fmla="*/ 68 h 18"/>
                <a:gd name="T6" fmla="*/ 138 w 28"/>
                <a:gd name="T7" fmla="*/ 40 h 18"/>
                <a:gd name="T8" fmla="*/ 7 w 2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8">
                  <a:moveTo>
                    <a:pt x="4" y="17"/>
                  </a:moveTo>
                  <a:cubicBezTo>
                    <a:pt x="7" y="17"/>
                    <a:pt x="21" y="18"/>
                    <a:pt x="22" y="15"/>
                  </a:cubicBezTo>
                  <a:cubicBezTo>
                    <a:pt x="24" y="11"/>
                    <a:pt x="3" y="13"/>
                    <a:pt x="0" y="10"/>
                  </a:cubicBezTo>
                  <a:cubicBezTo>
                    <a:pt x="6" y="5"/>
                    <a:pt x="20" y="12"/>
                    <a:pt x="24" y="6"/>
                  </a:cubicBezTo>
                  <a:cubicBezTo>
                    <a:pt x="28" y="1"/>
                    <a:pt x="4" y="0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36" name="Freeform 821">
              <a:extLst>
                <a:ext uri="{FF2B5EF4-FFF2-40B4-BE49-F238E27FC236}">
                  <a16:creationId xmlns:a16="http://schemas.microsoft.com/office/drawing/2014/main" id="{6BE67560-6789-4063-9B32-B0AA5926E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356"/>
              <a:ext cx="58" cy="49"/>
            </a:xfrm>
            <a:custGeom>
              <a:avLst/>
              <a:gdLst>
                <a:gd name="T0" fmla="*/ 49 w 33"/>
                <a:gd name="T1" fmla="*/ 21 h 26"/>
                <a:gd name="T2" fmla="*/ 135 w 33"/>
                <a:gd name="T3" fmla="*/ 32 h 26"/>
                <a:gd name="T4" fmla="*/ 58 w 33"/>
                <a:gd name="T5" fmla="*/ 53 h 26"/>
                <a:gd name="T6" fmla="*/ 70 w 33"/>
                <a:gd name="T7" fmla="*/ 81 h 26"/>
                <a:gd name="T8" fmla="*/ 135 w 33"/>
                <a:gd name="T9" fmla="*/ 136 h 26"/>
                <a:gd name="T10" fmla="*/ 16 w 33"/>
                <a:gd name="T11" fmla="*/ 13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6">
                  <a:moveTo>
                    <a:pt x="9" y="3"/>
                  </a:moveTo>
                  <a:cubicBezTo>
                    <a:pt x="14" y="3"/>
                    <a:pt x="23" y="0"/>
                    <a:pt x="25" y="5"/>
                  </a:cubicBezTo>
                  <a:cubicBezTo>
                    <a:pt x="23" y="9"/>
                    <a:pt x="15" y="7"/>
                    <a:pt x="11" y="8"/>
                  </a:cubicBezTo>
                  <a:cubicBezTo>
                    <a:pt x="0" y="9"/>
                    <a:pt x="5" y="12"/>
                    <a:pt x="13" y="12"/>
                  </a:cubicBezTo>
                  <a:cubicBezTo>
                    <a:pt x="17" y="12"/>
                    <a:pt x="33" y="12"/>
                    <a:pt x="25" y="20"/>
                  </a:cubicBezTo>
                  <a:cubicBezTo>
                    <a:pt x="21" y="24"/>
                    <a:pt x="6" y="26"/>
                    <a:pt x="3" y="20"/>
                  </a:cubicBezTo>
                </a:path>
              </a:pathLst>
            </a:custGeom>
            <a:noFill/>
            <a:ln w="111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37" name="Freeform 822">
              <a:extLst>
                <a:ext uri="{FF2B5EF4-FFF2-40B4-BE49-F238E27FC236}">
                  <a16:creationId xmlns:a16="http://schemas.microsoft.com/office/drawing/2014/main" id="{A3024DAB-BEE9-4614-A973-2A6AAFCDD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360"/>
              <a:ext cx="43" cy="47"/>
            </a:xfrm>
            <a:custGeom>
              <a:avLst/>
              <a:gdLst>
                <a:gd name="T0" fmla="*/ 13 w 24"/>
                <a:gd name="T1" fmla="*/ 15 h 25"/>
                <a:gd name="T2" fmla="*/ 102 w 24"/>
                <a:gd name="T3" fmla="*/ 32 h 25"/>
                <a:gd name="T4" fmla="*/ 0 w 24"/>
                <a:gd name="T5" fmla="*/ 73 h 25"/>
                <a:gd name="T6" fmla="*/ 122 w 24"/>
                <a:gd name="T7" fmla="*/ 85 h 25"/>
                <a:gd name="T8" fmla="*/ 13 w 24"/>
                <a:gd name="T9" fmla="*/ 145 h 25"/>
                <a:gd name="T10" fmla="*/ 138 w 24"/>
                <a:gd name="T11" fmla="*/ 14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5">
                  <a:moveTo>
                    <a:pt x="2" y="2"/>
                  </a:moveTo>
                  <a:cubicBezTo>
                    <a:pt x="7" y="1"/>
                    <a:pt x="14" y="0"/>
                    <a:pt x="18" y="5"/>
                  </a:cubicBezTo>
                  <a:cubicBezTo>
                    <a:pt x="14" y="8"/>
                    <a:pt x="1" y="5"/>
                    <a:pt x="0" y="11"/>
                  </a:cubicBezTo>
                  <a:cubicBezTo>
                    <a:pt x="4" y="15"/>
                    <a:pt x="19" y="6"/>
                    <a:pt x="21" y="13"/>
                  </a:cubicBezTo>
                  <a:cubicBezTo>
                    <a:pt x="23" y="18"/>
                    <a:pt x="5" y="20"/>
                    <a:pt x="2" y="22"/>
                  </a:cubicBezTo>
                  <a:cubicBezTo>
                    <a:pt x="8" y="25"/>
                    <a:pt x="18" y="24"/>
                    <a:pt x="24" y="22"/>
                  </a:cubicBezTo>
                </a:path>
              </a:pathLst>
            </a:custGeom>
            <a:noFill/>
            <a:ln w="111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38" name="Freeform 823">
              <a:extLst>
                <a:ext uri="{FF2B5EF4-FFF2-40B4-BE49-F238E27FC236}">
                  <a16:creationId xmlns:a16="http://schemas.microsoft.com/office/drawing/2014/main" id="{AF66AA2A-E4FC-4FCB-9115-01362B086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295"/>
              <a:ext cx="54" cy="260"/>
            </a:xfrm>
            <a:custGeom>
              <a:avLst/>
              <a:gdLst>
                <a:gd name="T0" fmla="*/ 169 w 30"/>
                <a:gd name="T1" fmla="*/ 21 h 137"/>
                <a:gd name="T2" fmla="*/ 0 w 30"/>
                <a:gd name="T3" fmla="*/ 936 h 137"/>
                <a:gd name="T4" fmla="*/ 169 w 30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7">
                  <a:moveTo>
                    <a:pt x="29" y="3"/>
                  </a:moveTo>
                  <a:cubicBezTo>
                    <a:pt x="29" y="28"/>
                    <a:pt x="29" y="80"/>
                    <a:pt x="0" y="137"/>
                  </a:cubicBezTo>
                  <a:cubicBezTo>
                    <a:pt x="5" y="120"/>
                    <a:pt x="30" y="28"/>
                    <a:pt x="29" y="0"/>
                  </a:cubicBezTo>
                </a:path>
              </a:pathLst>
            </a:custGeom>
            <a:solidFill>
              <a:srgbClr val="F7C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39" name="Freeform 824">
              <a:extLst>
                <a:ext uri="{FF2B5EF4-FFF2-40B4-BE49-F238E27FC236}">
                  <a16:creationId xmlns:a16="http://schemas.microsoft.com/office/drawing/2014/main" id="{0DB7857C-ED52-476F-9DFE-073A3B1D7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280"/>
              <a:ext cx="37" cy="224"/>
            </a:xfrm>
            <a:custGeom>
              <a:avLst/>
              <a:gdLst>
                <a:gd name="T0" fmla="*/ 0 w 21"/>
                <a:gd name="T1" fmla="*/ 0 h 118"/>
                <a:gd name="T2" fmla="*/ 115 w 21"/>
                <a:gd name="T3" fmla="*/ 807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8">
                  <a:moveTo>
                    <a:pt x="0" y="0"/>
                  </a:moveTo>
                  <a:cubicBezTo>
                    <a:pt x="0" y="34"/>
                    <a:pt x="9" y="86"/>
                    <a:pt x="21" y="118"/>
                  </a:cubicBezTo>
                </a:path>
              </a:pathLst>
            </a:custGeom>
            <a:solidFill>
              <a:srgbClr val="F7C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40" name="Freeform 825">
              <a:extLst>
                <a:ext uri="{FF2B5EF4-FFF2-40B4-BE49-F238E27FC236}">
                  <a16:creationId xmlns:a16="http://schemas.microsoft.com/office/drawing/2014/main" id="{FE6848F0-0271-49D1-9962-9DC430688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2384"/>
              <a:ext cx="9" cy="40"/>
            </a:xfrm>
            <a:custGeom>
              <a:avLst/>
              <a:gdLst>
                <a:gd name="T0" fmla="*/ 13 w 5"/>
                <a:gd name="T1" fmla="*/ 0 h 21"/>
                <a:gd name="T2" fmla="*/ 16 w 5"/>
                <a:gd name="T3" fmla="*/ 137 h 21"/>
                <a:gd name="T4" fmla="*/ 29 w 5"/>
                <a:gd name="T5" fmla="*/ 13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1">
                  <a:moveTo>
                    <a:pt x="2" y="0"/>
                  </a:moveTo>
                  <a:cubicBezTo>
                    <a:pt x="0" y="6"/>
                    <a:pt x="0" y="15"/>
                    <a:pt x="3" y="20"/>
                  </a:cubicBezTo>
                  <a:cubicBezTo>
                    <a:pt x="4" y="21"/>
                    <a:pt x="4" y="20"/>
                    <a:pt x="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41" name="Freeform 826">
              <a:extLst>
                <a:ext uri="{FF2B5EF4-FFF2-40B4-BE49-F238E27FC236}">
                  <a16:creationId xmlns:a16="http://schemas.microsoft.com/office/drawing/2014/main" id="{86D84CB4-BA65-426E-A902-6664204C3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358"/>
              <a:ext cx="5" cy="9"/>
            </a:xfrm>
            <a:custGeom>
              <a:avLst/>
              <a:gdLst>
                <a:gd name="T0" fmla="*/ 0 w 3"/>
                <a:gd name="T1" fmla="*/ 0 h 5"/>
                <a:gd name="T2" fmla="*/ 5 w 3"/>
                <a:gd name="T3" fmla="*/ 29 h 5"/>
                <a:gd name="T4" fmla="*/ 13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3"/>
                    <a:pt x="1" y="5"/>
                  </a:cubicBezTo>
                  <a:cubicBezTo>
                    <a:pt x="3" y="4"/>
                    <a:pt x="3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42" name="Freeform 827">
              <a:extLst>
                <a:ext uri="{FF2B5EF4-FFF2-40B4-BE49-F238E27FC236}">
                  <a16:creationId xmlns:a16="http://schemas.microsoft.com/office/drawing/2014/main" id="{074DDC05-5852-4358-9CF0-5A00C2216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420"/>
              <a:ext cx="17" cy="54"/>
            </a:xfrm>
            <a:custGeom>
              <a:avLst/>
              <a:gdLst>
                <a:gd name="T0" fmla="*/ 60 w 9"/>
                <a:gd name="T1" fmla="*/ 0 h 28"/>
                <a:gd name="T2" fmla="*/ 0 w 9"/>
                <a:gd name="T3" fmla="*/ 201 h 28"/>
                <a:gd name="T4" fmla="*/ 60 w 9"/>
                <a:gd name="T5" fmla="*/ 4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9" y="0"/>
                  </a:moveTo>
                  <a:cubicBezTo>
                    <a:pt x="2" y="6"/>
                    <a:pt x="0" y="19"/>
                    <a:pt x="0" y="28"/>
                  </a:cubicBezTo>
                  <a:cubicBezTo>
                    <a:pt x="6" y="24"/>
                    <a:pt x="8" y="13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43" name="Freeform 828">
              <a:extLst>
                <a:ext uri="{FF2B5EF4-FFF2-40B4-BE49-F238E27FC236}">
                  <a16:creationId xmlns:a16="http://schemas.microsoft.com/office/drawing/2014/main" id="{908C9C24-DA82-4071-8F66-D76BEC9B6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409"/>
              <a:ext cx="10" cy="10"/>
            </a:xfrm>
            <a:custGeom>
              <a:avLst/>
              <a:gdLst>
                <a:gd name="T0" fmla="*/ 8 w 6"/>
                <a:gd name="T1" fmla="*/ 0 h 5"/>
                <a:gd name="T2" fmla="*/ 13 w 6"/>
                <a:gd name="T3" fmla="*/ 40 h 5"/>
                <a:gd name="T4" fmla="*/ 2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2" y="2"/>
                    <a:pt x="0" y="4"/>
                    <a:pt x="3" y="5"/>
                  </a:cubicBezTo>
                  <a:cubicBezTo>
                    <a:pt x="6" y="3"/>
                    <a:pt x="4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44" name="Freeform 829">
              <a:extLst>
                <a:ext uri="{FF2B5EF4-FFF2-40B4-BE49-F238E27FC236}">
                  <a16:creationId xmlns:a16="http://schemas.microsoft.com/office/drawing/2014/main" id="{DEDB3D96-1798-4E5C-882B-7FEA6C31B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2540"/>
              <a:ext cx="48" cy="21"/>
            </a:xfrm>
            <a:custGeom>
              <a:avLst/>
              <a:gdLst>
                <a:gd name="T0" fmla="*/ 0 w 27"/>
                <a:gd name="T1" fmla="*/ 21 h 11"/>
                <a:gd name="T2" fmla="*/ 151 w 27"/>
                <a:gd name="T3" fmla="*/ 76 h 11"/>
                <a:gd name="T4" fmla="*/ 101 w 27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3"/>
                  </a:moveTo>
                  <a:cubicBezTo>
                    <a:pt x="8" y="5"/>
                    <a:pt x="27" y="0"/>
                    <a:pt x="27" y="11"/>
                  </a:cubicBezTo>
                  <a:cubicBezTo>
                    <a:pt x="24" y="9"/>
                    <a:pt x="19" y="11"/>
                    <a:pt x="1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45" name="Freeform 830">
              <a:extLst>
                <a:ext uri="{FF2B5EF4-FFF2-40B4-BE49-F238E27FC236}">
                  <a16:creationId xmlns:a16="http://schemas.microsoft.com/office/drawing/2014/main" id="{1B152BE3-4137-4025-B377-6FBB10D54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555"/>
              <a:ext cx="16" cy="14"/>
            </a:xfrm>
            <a:custGeom>
              <a:avLst/>
              <a:gdLst>
                <a:gd name="T0" fmla="*/ 37 w 9"/>
                <a:gd name="T1" fmla="*/ 8 h 7"/>
                <a:gd name="T2" fmla="*/ 0 w 9"/>
                <a:gd name="T3" fmla="*/ 8 h 7"/>
                <a:gd name="T4" fmla="*/ 50 w 9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7" y="1"/>
                  </a:moveTo>
                  <a:cubicBezTo>
                    <a:pt x="5" y="0"/>
                    <a:pt x="3" y="0"/>
                    <a:pt x="0" y="1"/>
                  </a:cubicBezTo>
                  <a:cubicBezTo>
                    <a:pt x="1" y="5"/>
                    <a:pt x="6" y="7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46" name="Line 831">
              <a:extLst>
                <a:ext uri="{FF2B5EF4-FFF2-40B4-BE49-F238E27FC236}">
                  <a16:creationId xmlns:a16="http://schemas.microsoft.com/office/drawing/2014/main" id="{CD31ABC7-AA46-4867-857E-CC9CCF5C7E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1" y="2485"/>
              <a:ext cx="7" cy="2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47" name="Line 832">
              <a:extLst>
                <a:ext uri="{FF2B5EF4-FFF2-40B4-BE49-F238E27FC236}">
                  <a16:creationId xmlns:a16="http://schemas.microsoft.com/office/drawing/2014/main" id="{077D46F8-4518-4E01-B7D6-E81BCE8D6A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7" y="2481"/>
              <a:ext cx="5" cy="23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48" name="Line 833">
              <a:extLst>
                <a:ext uri="{FF2B5EF4-FFF2-40B4-BE49-F238E27FC236}">
                  <a16:creationId xmlns:a16="http://schemas.microsoft.com/office/drawing/2014/main" id="{B7F71035-8343-4A32-87F3-6A937D8461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9" y="2483"/>
              <a:ext cx="7" cy="23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249" name="Line 834">
              <a:extLst>
                <a:ext uri="{FF2B5EF4-FFF2-40B4-BE49-F238E27FC236}">
                  <a16:creationId xmlns:a16="http://schemas.microsoft.com/office/drawing/2014/main" id="{C5FB3BDF-B842-4AD6-A549-F2D1DF7AED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" y="2489"/>
              <a:ext cx="7" cy="23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AA52AFBC-228E-4E73-8BC4-F4D83226482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Brain arteries (3)</a:t>
            </a:r>
          </a:p>
        </p:txBody>
      </p:sp>
      <p:grpSp>
        <p:nvGrpSpPr>
          <p:cNvPr id="61442" name="Brain-arteries-inferior-view-illustration">
            <a:extLst>
              <a:ext uri="{FF2B5EF4-FFF2-40B4-BE49-F238E27FC236}">
                <a16:creationId xmlns:a16="http://schemas.microsoft.com/office/drawing/2014/main" id="{67CFDC69-9D09-4A44-87C4-0F19183DD146}"/>
              </a:ext>
            </a:extLst>
          </p:cNvPr>
          <p:cNvGrpSpPr>
            <a:grpSpLocks/>
          </p:cNvGrpSpPr>
          <p:nvPr/>
        </p:nvGrpSpPr>
        <p:grpSpPr bwMode="auto">
          <a:xfrm>
            <a:off x="4260850" y="1601788"/>
            <a:ext cx="3675063" cy="4419600"/>
            <a:chOff x="1724" y="886"/>
            <a:chExt cx="2315" cy="2784"/>
          </a:xfrm>
        </p:grpSpPr>
        <p:grpSp>
          <p:nvGrpSpPr>
            <p:cNvPr id="61445" name="Group 4">
              <a:extLst>
                <a:ext uri="{FF2B5EF4-FFF2-40B4-BE49-F238E27FC236}">
                  <a16:creationId xmlns:a16="http://schemas.microsoft.com/office/drawing/2014/main" id="{B9AC6289-27DB-4288-B2AC-0ABD702C2A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24" y="886"/>
              <a:ext cx="2315" cy="2784"/>
              <a:chOff x="1724" y="886"/>
              <a:chExt cx="2315" cy="2784"/>
            </a:xfrm>
          </p:grpSpPr>
          <p:sp>
            <p:nvSpPr>
              <p:cNvPr id="61746" name="Freeform 5">
                <a:extLst>
                  <a:ext uri="{FF2B5EF4-FFF2-40B4-BE49-F238E27FC236}">
                    <a16:creationId xmlns:a16="http://schemas.microsoft.com/office/drawing/2014/main" id="{F29EACA1-4258-4103-8A56-5028C7B9C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886"/>
                <a:ext cx="2312" cy="2784"/>
              </a:xfrm>
              <a:custGeom>
                <a:avLst/>
                <a:gdLst>
                  <a:gd name="T0" fmla="*/ 9302 w 808"/>
                  <a:gd name="T1" fmla="*/ 20730 h 973"/>
                  <a:gd name="T2" fmla="*/ 9211 w 808"/>
                  <a:gd name="T3" fmla="*/ 21434 h 973"/>
                  <a:gd name="T4" fmla="*/ 8736 w 808"/>
                  <a:gd name="T5" fmla="*/ 22366 h 973"/>
                  <a:gd name="T6" fmla="*/ 6673 w 808"/>
                  <a:gd name="T7" fmla="*/ 22226 h 973"/>
                  <a:gd name="T8" fmla="*/ 5059 w 808"/>
                  <a:gd name="T9" fmla="*/ 21105 h 973"/>
                  <a:gd name="T10" fmla="*/ 2693 w 808"/>
                  <a:gd name="T11" fmla="*/ 20172 h 973"/>
                  <a:gd name="T12" fmla="*/ 1311 w 808"/>
                  <a:gd name="T13" fmla="*/ 18034 h 973"/>
                  <a:gd name="T14" fmla="*/ 916 w 808"/>
                  <a:gd name="T15" fmla="*/ 17871 h 973"/>
                  <a:gd name="T16" fmla="*/ 237 w 808"/>
                  <a:gd name="T17" fmla="*/ 14269 h 973"/>
                  <a:gd name="T18" fmla="*/ 401 w 808"/>
                  <a:gd name="T19" fmla="*/ 12624 h 973"/>
                  <a:gd name="T20" fmla="*/ 492 w 808"/>
                  <a:gd name="T21" fmla="*/ 10684 h 973"/>
                  <a:gd name="T22" fmla="*/ 916 w 808"/>
                  <a:gd name="T23" fmla="*/ 8999 h 973"/>
                  <a:gd name="T24" fmla="*/ 1359 w 808"/>
                  <a:gd name="T25" fmla="*/ 6532 h 973"/>
                  <a:gd name="T26" fmla="*/ 3159 w 808"/>
                  <a:gd name="T27" fmla="*/ 3628 h 973"/>
                  <a:gd name="T28" fmla="*/ 4429 w 808"/>
                  <a:gd name="T29" fmla="*/ 1874 h 973"/>
                  <a:gd name="T30" fmla="*/ 6492 w 808"/>
                  <a:gd name="T31" fmla="*/ 770 h 973"/>
                  <a:gd name="T32" fmla="*/ 8833 w 808"/>
                  <a:gd name="T33" fmla="*/ 401 h 973"/>
                  <a:gd name="T34" fmla="*/ 9277 w 808"/>
                  <a:gd name="T35" fmla="*/ 1923 h 973"/>
                  <a:gd name="T36" fmla="*/ 9955 w 808"/>
                  <a:gd name="T37" fmla="*/ 443 h 973"/>
                  <a:gd name="T38" fmla="*/ 12232 w 808"/>
                  <a:gd name="T39" fmla="*/ 867 h 973"/>
                  <a:gd name="T40" fmla="*/ 14147 w 808"/>
                  <a:gd name="T41" fmla="*/ 1548 h 973"/>
                  <a:gd name="T42" fmla="*/ 15065 w 808"/>
                  <a:gd name="T43" fmla="*/ 2203 h 973"/>
                  <a:gd name="T44" fmla="*/ 15975 w 808"/>
                  <a:gd name="T45" fmla="*/ 3937 h 973"/>
                  <a:gd name="T46" fmla="*/ 16728 w 808"/>
                  <a:gd name="T47" fmla="*/ 4970 h 973"/>
                  <a:gd name="T48" fmla="*/ 17217 w 808"/>
                  <a:gd name="T49" fmla="*/ 6166 h 973"/>
                  <a:gd name="T50" fmla="*/ 17217 w 808"/>
                  <a:gd name="T51" fmla="*/ 6933 h 973"/>
                  <a:gd name="T52" fmla="*/ 17546 w 808"/>
                  <a:gd name="T53" fmla="*/ 7451 h 973"/>
                  <a:gd name="T54" fmla="*/ 17849 w 808"/>
                  <a:gd name="T55" fmla="*/ 8195 h 973"/>
                  <a:gd name="T56" fmla="*/ 18462 w 808"/>
                  <a:gd name="T57" fmla="*/ 10684 h 973"/>
                  <a:gd name="T58" fmla="*/ 18553 w 808"/>
                  <a:gd name="T59" fmla="*/ 12624 h 973"/>
                  <a:gd name="T60" fmla="*/ 18716 w 808"/>
                  <a:gd name="T61" fmla="*/ 14269 h 973"/>
                  <a:gd name="T62" fmla="*/ 17849 w 808"/>
                  <a:gd name="T63" fmla="*/ 17783 h 973"/>
                  <a:gd name="T64" fmla="*/ 17454 w 808"/>
                  <a:gd name="T65" fmla="*/ 17986 h 973"/>
                  <a:gd name="T66" fmla="*/ 15909 w 808"/>
                  <a:gd name="T67" fmla="*/ 20123 h 973"/>
                  <a:gd name="T68" fmla="*/ 14573 w 808"/>
                  <a:gd name="T69" fmla="*/ 20942 h 973"/>
                  <a:gd name="T70" fmla="*/ 14172 w 808"/>
                  <a:gd name="T71" fmla="*/ 21385 h 973"/>
                  <a:gd name="T72" fmla="*/ 12272 w 808"/>
                  <a:gd name="T73" fmla="*/ 22226 h 973"/>
                  <a:gd name="T74" fmla="*/ 9769 w 808"/>
                  <a:gd name="T75" fmla="*/ 22301 h 973"/>
                  <a:gd name="T76" fmla="*/ 9417 w 808"/>
                  <a:gd name="T77" fmla="*/ 21319 h 973"/>
                  <a:gd name="T78" fmla="*/ 9302 w 808"/>
                  <a:gd name="T79" fmla="*/ 20730 h 9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08" h="973">
                    <a:moveTo>
                      <a:pt x="397" y="885"/>
                    </a:moveTo>
                    <a:cubicBezTo>
                      <a:pt x="397" y="885"/>
                      <a:pt x="396" y="898"/>
                      <a:pt x="393" y="915"/>
                    </a:cubicBezTo>
                    <a:cubicBezTo>
                      <a:pt x="389" y="932"/>
                      <a:pt x="399" y="936"/>
                      <a:pt x="373" y="955"/>
                    </a:cubicBezTo>
                    <a:cubicBezTo>
                      <a:pt x="348" y="973"/>
                      <a:pt x="314" y="953"/>
                      <a:pt x="285" y="949"/>
                    </a:cubicBezTo>
                    <a:cubicBezTo>
                      <a:pt x="255" y="946"/>
                      <a:pt x="220" y="925"/>
                      <a:pt x="216" y="901"/>
                    </a:cubicBezTo>
                    <a:cubicBezTo>
                      <a:pt x="207" y="909"/>
                      <a:pt x="161" y="890"/>
                      <a:pt x="115" y="861"/>
                    </a:cubicBezTo>
                    <a:cubicBezTo>
                      <a:pt x="85" y="838"/>
                      <a:pt x="50" y="802"/>
                      <a:pt x="56" y="770"/>
                    </a:cubicBezTo>
                    <a:cubicBezTo>
                      <a:pt x="56" y="770"/>
                      <a:pt x="58" y="778"/>
                      <a:pt x="39" y="763"/>
                    </a:cubicBezTo>
                    <a:cubicBezTo>
                      <a:pt x="21" y="748"/>
                      <a:pt x="11" y="654"/>
                      <a:pt x="10" y="609"/>
                    </a:cubicBezTo>
                    <a:cubicBezTo>
                      <a:pt x="8" y="565"/>
                      <a:pt x="8" y="543"/>
                      <a:pt x="17" y="539"/>
                    </a:cubicBezTo>
                    <a:cubicBezTo>
                      <a:pt x="0" y="526"/>
                      <a:pt x="19" y="491"/>
                      <a:pt x="21" y="456"/>
                    </a:cubicBezTo>
                    <a:cubicBezTo>
                      <a:pt x="23" y="421"/>
                      <a:pt x="21" y="395"/>
                      <a:pt x="39" y="384"/>
                    </a:cubicBezTo>
                    <a:cubicBezTo>
                      <a:pt x="32" y="373"/>
                      <a:pt x="47" y="327"/>
                      <a:pt x="58" y="279"/>
                    </a:cubicBezTo>
                    <a:cubicBezTo>
                      <a:pt x="69" y="231"/>
                      <a:pt x="106" y="159"/>
                      <a:pt x="135" y="155"/>
                    </a:cubicBezTo>
                    <a:cubicBezTo>
                      <a:pt x="132" y="137"/>
                      <a:pt x="168" y="78"/>
                      <a:pt x="189" y="80"/>
                    </a:cubicBezTo>
                    <a:cubicBezTo>
                      <a:pt x="196" y="67"/>
                      <a:pt x="255" y="35"/>
                      <a:pt x="277" y="33"/>
                    </a:cubicBezTo>
                    <a:cubicBezTo>
                      <a:pt x="288" y="16"/>
                      <a:pt x="333" y="0"/>
                      <a:pt x="377" y="17"/>
                    </a:cubicBezTo>
                    <a:cubicBezTo>
                      <a:pt x="392" y="22"/>
                      <a:pt x="395" y="39"/>
                      <a:pt x="396" y="82"/>
                    </a:cubicBezTo>
                    <a:cubicBezTo>
                      <a:pt x="392" y="34"/>
                      <a:pt x="410" y="25"/>
                      <a:pt x="425" y="19"/>
                    </a:cubicBezTo>
                    <a:cubicBezTo>
                      <a:pt x="470" y="3"/>
                      <a:pt x="500" y="19"/>
                      <a:pt x="522" y="37"/>
                    </a:cubicBezTo>
                    <a:cubicBezTo>
                      <a:pt x="537" y="32"/>
                      <a:pt x="580" y="51"/>
                      <a:pt x="604" y="66"/>
                    </a:cubicBezTo>
                    <a:cubicBezTo>
                      <a:pt x="612" y="72"/>
                      <a:pt x="635" y="85"/>
                      <a:pt x="643" y="94"/>
                    </a:cubicBezTo>
                    <a:cubicBezTo>
                      <a:pt x="655" y="107"/>
                      <a:pt x="674" y="144"/>
                      <a:pt x="682" y="168"/>
                    </a:cubicBezTo>
                    <a:cubicBezTo>
                      <a:pt x="686" y="178"/>
                      <a:pt x="705" y="201"/>
                      <a:pt x="714" y="212"/>
                    </a:cubicBezTo>
                    <a:cubicBezTo>
                      <a:pt x="723" y="223"/>
                      <a:pt x="730" y="243"/>
                      <a:pt x="735" y="263"/>
                    </a:cubicBezTo>
                    <a:cubicBezTo>
                      <a:pt x="738" y="274"/>
                      <a:pt x="735" y="296"/>
                      <a:pt x="735" y="296"/>
                    </a:cubicBezTo>
                    <a:cubicBezTo>
                      <a:pt x="735" y="296"/>
                      <a:pt x="747" y="311"/>
                      <a:pt x="749" y="318"/>
                    </a:cubicBezTo>
                    <a:cubicBezTo>
                      <a:pt x="753" y="330"/>
                      <a:pt x="758" y="341"/>
                      <a:pt x="762" y="350"/>
                    </a:cubicBezTo>
                    <a:cubicBezTo>
                      <a:pt x="769" y="367"/>
                      <a:pt x="786" y="421"/>
                      <a:pt x="788" y="456"/>
                    </a:cubicBezTo>
                    <a:cubicBezTo>
                      <a:pt x="790" y="491"/>
                      <a:pt x="808" y="526"/>
                      <a:pt x="792" y="539"/>
                    </a:cubicBezTo>
                    <a:cubicBezTo>
                      <a:pt x="801" y="543"/>
                      <a:pt x="801" y="565"/>
                      <a:pt x="799" y="609"/>
                    </a:cubicBezTo>
                    <a:cubicBezTo>
                      <a:pt x="797" y="628"/>
                      <a:pt x="778" y="739"/>
                      <a:pt x="762" y="759"/>
                    </a:cubicBezTo>
                    <a:cubicBezTo>
                      <a:pt x="756" y="767"/>
                      <a:pt x="745" y="768"/>
                      <a:pt x="745" y="768"/>
                    </a:cubicBezTo>
                    <a:cubicBezTo>
                      <a:pt x="750" y="779"/>
                      <a:pt x="725" y="825"/>
                      <a:pt x="679" y="859"/>
                    </a:cubicBezTo>
                    <a:cubicBezTo>
                      <a:pt x="656" y="874"/>
                      <a:pt x="634" y="898"/>
                      <a:pt x="622" y="894"/>
                    </a:cubicBezTo>
                    <a:cubicBezTo>
                      <a:pt x="617" y="897"/>
                      <a:pt x="616" y="905"/>
                      <a:pt x="605" y="913"/>
                    </a:cubicBezTo>
                    <a:cubicBezTo>
                      <a:pt x="582" y="929"/>
                      <a:pt x="544" y="947"/>
                      <a:pt x="524" y="949"/>
                    </a:cubicBezTo>
                    <a:cubicBezTo>
                      <a:pt x="494" y="953"/>
                      <a:pt x="465" y="972"/>
                      <a:pt x="417" y="952"/>
                    </a:cubicBezTo>
                    <a:cubicBezTo>
                      <a:pt x="401" y="946"/>
                      <a:pt x="405" y="926"/>
                      <a:pt x="402" y="910"/>
                    </a:cubicBezTo>
                    <a:cubicBezTo>
                      <a:pt x="398" y="893"/>
                      <a:pt x="397" y="885"/>
                      <a:pt x="397" y="885"/>
                    </a:cubicBezTo>
                    <a:close/>
                  </a:path>
                </a:pathLst>
              </a:custGeom>
              <a:solidFill>
                <a:srgbClr val="ED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7" name="Freeform 6">
                <a:extLst>
                  <a:ext uri="{FF2B5EF4-FFF2-40B4-BE49-F238E27FC236}">
                    <a16:creationId xmlns:a16="http://schemas.microsoft.com/office/drawing/2014/main" id="{531E4EA3-E1C5-4BAF-A5BF-689531531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498"/>
                <a:ext cx="254" cy="341"/>
              </a:xfrm>
              <a:custGeom>
                <a:avLst/>
                <a:gdLst>
                  <a:gd name="T0" fmla="*/ 49 w 89"/>
                  <a:gd name="T1" fmla="*/ 0 h 119"/>
                  <a:gd name="T2" fmla="*/ 628 w 89"/>
                  <a:gd name="T3" fmla="*/ 1338 h 119"/>
                  <a:gd name="T4" fmla="*/ 1981 w 89"/>
                  <a:gd name="T5" fmla="*/ 542 h 119"/>
                  <a:gd name="T6" fmla="*/ 716 w 89"/>
                  <a:gd name="T7" fmla="*/ 2258 h 119"/>
                  <a:gd name="T8" fmla="*/ 374 w 89"/>
                  <a:gd name="T9" fmla="*/ 2777 h 119"/>
                  <a:gd name="T10" fmla="*/ 0 w 89"/>
                  <a:gd name="T11" fmla="*/ 1249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119">
                    <a:moveTo>
                      <a:pt x="2" y="0"/>
                    </a:moveTo>
                    <a:cubicBezTo>
                      <a:pt x="12" y="17"/>
                      <a:pt x="7" y="44"/>
                      <a:pt x="27" y="57"/>
                    </a:cubicBezTo>
                    <a:cubicBezTo>
                      <a:pt x="40" y="65"/>
                      <a:pt x="79" y="37"/>
                      <a:pt x="85" y="23"/>
                    </a:cubicBezTo>
                    <a:cubicBezTo>
                      <a:pt x="89" y="40"/>
                      <a:pt x="40" y="83"/>
                      <a:pt x="31" y="96"/>
                    </a:cubicBezTo>
                    <a:cubicBezTo>
                      <a:pt x="27" y="101"/>
                      <a:pt x="23" y="118"/>
                      <a:pt x="16" y="118"/>
                    </a:cubicBezTo>
                    <a:cubicBezTo>
                      <a:pt x="6" y="119"/>
                      <a:pt x="1" y="61"/>
                      <a:pt x="0" y="5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8" name="Freeform 7">
                <a:extLst>
                  <a:ext uri="{FF2B5EF4-FFF2-40B4-BE49-F238E27FC236}">
                    <a16:creationId xmlns:a16="http://schemas.microsoft.com/office/drawing/2014/main" id="{ABEE9673-782F-4000-B572-D948BEFA2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026"/>
                <a:ext cx="154" cy="870"/>
              </a:xfrm>
              <a:custGeom>
                <a:avLst/>
                <a:gdLst>
                  <a:gd name="T0" fmla="*/ 536 w 54"/>
                  <a:gd name="T1" fmla="*/ 0 h 304"/>
                  <a:gd name="T2" fmla="*/ 553 w 54"/>
                  <a:gd name="T3" fmla="*/ 1245 h 304"/>
                  <a:gd name="T4" fmla="*/ 741 w 54"/>
                  <a:gd name="T5" fmla="*/ 2719 h 304"/>
                  <a:gd name="T6" fmla="*/ 465 w 54"/>
                  <a:gd name="T7" fmla="*/ 6044 h 304"/>
                  <a:gd name="T8" fmla="*/ 188 w 54"/>
                  <a:gd name="T9" fmla="*/ 6748 h 304"/>
                  <a:gd name="T10" fmla="*/ 790 w 54"/>
                  <a:gd name="T11" fmla="*/ 6725 h 304"/>
                  <a:gd name="T12" fmla="*/ 1115 w 54"/>
                  <a:gd name="T13" fmla="*/ 4668 h 304"/>
                  <a:gd name="T14" fmla="*/ 813 w 54"/>
                  <a:gd name="T15" fmla="*/ 982 h 3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304">
                    <a:moveTo>
                      <a:pt x="23" y="0"/>
                    </a:moveTo>
                    <a:cubicBezTo>
                      <a:pt x="0" y="3"/>
                      <a:pt x="20" y="42"/>
                      <a:pt x="24" y="53"/>
                    </a:cubicBezTo>
                    <a:cubicBezTo>
                      <a:pt x="29" y="73"/>
                      <a:pt x="31" y="96"/>
                      <a:pt x="32" y="116"/>
                    </a:cubicBezTo>
                    <a:cubicBezTo>
                      <a:pt x="34" y="163"/>
                      <a:pt x="33" y="213"/>
                      <a:pt x="20" y="258"/>
                    </a:cubicBezTo>
                    <a:cubicBezTo>
                      <a:pt x="18" y="266"/>
                      <a:pt x="8" y="280"/>
                      <a:pt x="8" y="288"/>
                    </a:cubicBezTo>
                    <a:cubicBezTo>
                      <a:pt x="9" y="304"/>
                      <a:pt x="28" y="298"/>
                      <a:pt x="34" y="287"/>
                    </a:cubicBezTo>
                    <a:cubicBezTo>
                      <a:pt x="49" y="262"/>
                      <a:pt x="45" y="226"/>
                      <a:pt x="48" y="199"/>
                    </a:cubicBezTo>
                    <a:cubicBezTo>
                      <a:pt x="54" y="145"/>
                      <a:pt x="42" y="95"/>
                      <a:pt x="35" y="42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9" name="Freeform 8">
                <a:extLst>
                  <a:ext uri="{FF2B5EF4-FFF2-40B4-BE49-F238E27FC236}">
                    <a16:creationId xmlns:a16="http://schemas.microsoft.com/office/drawing/2014/main" id="{9CE8B6B8-D0A0-4FAB-B914-4097CFD51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750"/>
                <a:ext cx="152" cy="132"/>
              </a:xfrm>
              <a:custGeom>
                <a:avLst/>
                <a:gdLst>
                  <a:gd name="T0" fmla="*/ 75 w 53"/>
                  <a:gd name="T1" fmla="*/ 264 h 46"/>
                  <a:gd name="T2" fmla="*/ 75 w 53"/>
                  <a:gd name="T3" fmla="*/ 542 h 46"/>
                  <a:gd name="T4" fmla="*/ 75 w 53"/>
                  <a:gd name="T5" fmla="*/ 996 h 46"/>
                  <a:gd name="T6" fmla="*/ 846 w 53"/>
                  <a:gd name="T7" fmla="*/ 921 h 46"/>
                  <a:gd name="T8" fmla="*/ 1202 w 53"/>
                  <a:gd name="T9" fmla="*/ 0 h 46"/>
                  <a:gd name="T10" fmla="*/ 969 w 53"/>
                  <a:gd name="T11" fmla="*/ 453 h 46"/>
                  <a:gd name="T12" fmla="*/ 617 w 53"/>
                  <a:gd name="T13" fmla="*/ 428 h 46"/>
                  <a:gd name="T14" fmla="*/ 264 w 53"/>
                  <a:gd name="T15" fmla="*/ 379 h 46"/>
                  <a:gd name="T16" fmla="*/ 141 w 53"/>
                  <a:gd name="T17" fmla="*/ 379 h 46"/>
                  <a:gd name="T18" fmla="*/ 75 w 53"/>
                  <a:gd name="T19" fmla="*/ 264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46">
                    <a:moveTo>
                      <a:pt x="3" y="11"/>
                    </a:moveTo>
                    <a:cubicBezTo>
                      <a:pt x="4" y="15"/>
                      <a:pt x="3" y="19"/>
                      <a:pt x="3" y="23"/>
                    </a:cubicBezTo>
                    <a:cubicBezTo>
                      <a:pt x="3" y="29"/>
                      <a:pt x="0" y="38"/>
                      <a:pt x="3" y="42"/>
                    </a:cubicBezTo>
                    <a:cubicBezTo>
                      <a:pt x="13" y="37"/>
                      <a:pt x="25" y="46"/>
                      <a:pt x="36" y="39"/>
                    </a:cubicBezTo>
                    <a:cubicBezTo>
                      <a:pt x="47" y="31"/>
                      <a:pt x="53" y="13"/>
                      <a:pt x="51" y="0"/>
                    </a:cubicBezTo>
                    <a:cubicBezTo>
                      <a:pt x="48" y="6"/>
                      <a:pt x="47" y="15"/>
                      <a:pt x="41" y="19"/>
                    </a:cubicBezTo>
                    <a:cubicBezTo>
                      <a:pt x="36" y="22"/>
                      <a:pt x="31" y="19"/>
                      <a:pt x="26" y="18"/>
                    </a:cubicBezTo>
                    <a:cubicBezTo>
                      <a:pt x="22" y="16"/>
                      <a:pt x="16" y="15"/>
                      <a:pt x="11" y="16"/>
                    </a:cubicBezTo>
                    <a:cubicBezTo>
                      <a:pt x="9" y="16"/>
                      <a:pt x="8" y="17"/>
                      <a:pt x="6" y="16"/>
                    </a:cubicBezTo>
                    <a:cubicBezTo>
                      <a:pt x="5" y="16"/>
                      <a:pt x="4" y="12"/>
                      <a:pt x="3" y="11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0" name="Freeform 9">
                <a:extLst>
                  <a:ext uri="{FF2B5EF4-FFF2-40B4-BE49-F238E27FC236}">
                    <a16:creationId xmlns:a16="http://schemas.microsoft.com/office/drawing/2014/main" id="{48543D0B-2CF2-4E00-AD63-C22A4865D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981"/>
                <a:ext cx="152" cy="892"/>
              </a:xfrm>
              <a:custGeom>
                <a:avLst/>
                <a:gdLst>
                  <a:gd name="T0" fmla="*/ 921 w 53"/>
                  <a:gd name="T1" fmla="*/ 0 h 312"/>
                  <a:gd name="T2" fmla="*/ 1061 w 53"/>
                  <a:gd name="T3" fmla="*/ 2076 h 312"/>
                  <a:gd name="T4" fmla="*/ 1136 w 53"/>
                  <a:gd name="T5" fmla="*/ 3923 h 312"/>
                  <a:gd name="T6" fmla="*/ 1202 w 53"/>
                  <a:gd name="T7" fmla="*/ 5884 h 312"/>
                  <a:gd name="T8" fmla="*/ 987 w 53"/>
                  <a:gd name="T9" fmla="*/ 7242 h 312"/>
                  <a:gd name="T10" fmla="*/ 519 w 53"/>
                  <a:gd name="T11" fmla="*/ 7102 h 312"/>
                  <a:gd name="T12" fmla="*/ 0 w 53"/>
                  <a:gd name="T13" fmla="*/ 6335 h 312"/>
                  <a:gd name="T14" fmla="*/ 542 w 53"/>
                  <a:gd name="T15" fmla="*/ 5884 h 312"/>
                  <a:gd name="T16" fmla="*/ 780 w 53"/>
                  <a:gd name="T17" fmla="*/ 3557 h 312"/>
                  <a:gd name="T18" fmla="*/ 921 w 53"/>
                  <a:gd name="T19" fmla="*/ 0 h 3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312">
                    <a:moveTo>
                      <a:pt x="39" y="0"/>
                    </a:moveTo>
                    <a:cubicBezTo>
                      <a:pt x="45" y="26"/>
                      <a:pt x="44" y="59"/>
                      <a:pt x="45" y="89"/>
                    </a:cubicBezTo>
                    <a:cubicBezTo>
                      <a:pt x="47" y="120"/>
                      <a:pt x="50" y="142"/>
                      <a:pt x="48" y="168"/>
                    </a:cubicBezTo>
                    <a:cubicBezTo>
                      <a:pt x="46" y="194"/>
                      <a:pt x="49" y="228"/>
                      <a:pt x="51" y="252"/>
                    </a:cubicBezTo>
                    <a:cubicBezTo>
                      <a:pt x="53" y="277"/>
                      <a:pt x="48" y="308"/>
                      <a:pt x="42" y="310"/>
                    </a:cubicBezTo>
                    <a:cubicBezTo>
                      <a:pt x="35" y="312"/>
                      <a:pt x="27" y="304"/>
                      <a:pt x="22" y="304"/>
                    </a:cubicBezTo>
                    <a:cubicBezTo>
                      <a:pt x="18" y="304"/>
                      <a:pt x="0" y="271"/>
                      <a:pt x="0" y="271"/>
                    </a:cubicBezTo>
                    <a:cubicBezTo>
                      <a:pt x="0" y="271"/>
                      <a:pt x="13" y="268"/>
                      <a:pt x="23" y="252"/>
                    </a:cubicBezTo>
                    <a:cubicBezTo>
                      <a:pt x="34" y="237"/>
                      <a:pt x="31" y="174"/>
                      <a:pt x="33" y="152"/>
                    </a:cubicBezTo>
                    <a:cubicBezTo>
                      <a:pt x="35" y="130"/>
                      <a:pt x="45" y="14"/>
                      <a:pt x="39" y="0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1" name="Freeform 10">
                <a:extLst>
                  <a:ext uri="{FF2B5EF4-FFF2-40B4-BE49-F238E27FC236}">
                    <a16:creationId xmlns:a16="http://schemas.microsoft.com/office/drawing/2014/main" id="{03492B44-F465-43D0-966D-14FF641D7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018"/>
                <a:ext cx="135" cy="875"/>
              </a:xfrm>
              <a:custGeom>
                <a:avLst/>
                <a:gdLst>
                  <a:gd name="T0" fmla="*/ 807 w 47"/>
                  <a:gd name="T1" fmla="*/ 0 h 306"/>
                  <a:gd name="T2" fmla="*/ 873 w 47"/>
                  <a:gd name="T3" fmla="*/ 915 h 306"/>
                  <a:gd name="T4" fmla="*/ 494 w 47"/>
                  <a:gd name="T5" fmla="*/ 2902 h 306"/>
                  <a:gd name="T6" fmla="*/ 569 w 47"/>
                  <a:gd name="T7" fmla="*/ 5822 h 306"/>
                  <a:gd name="T8" fmla="*/ 850 w 47"/>
                  <a:gd name="T9" fmla="*/ 7080 h 306"/>
                  <a:gd name="T10" fmla="*/ 520 w 47"/>
                  <a:gd name="T11" fmla="*/ 7154 h 306"/>
                  <a:gd name="T12" fmla="*/ 0 w 47"/>
                  <a:gd name="T13" fmla="*/ 6059 h 306"/>
                  <a:gd name="T14" fmla="*/ 190 w 47"/>
                  <a:gd name="T15" fmla="*/ 2714 h 306"/>
                  <a:gd name="T16" fmla="*/ 661 w 47"/>
                  <a:gd name="T17" fmla="*/ 655 h 3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306">
                    <a:moveTo>
                      <a:pt x="34" y="0"/>
                    </a:moveTo>
                    <a:cubicBezTo>
                      <a:pt x="47" y="3"/>
                      <a:pt x="43" y="22"/>
                      <a:pt x="37" y="39"/>
                    </a:cubicBezTo>
                    <a:cubicBezTo>
                      <a:pt x="32" y="56"/>
                      <a:pt x="22" y="93"/>
                      <a:pt x="21" y="124"/>
                    </a:cubicBezTo>
                    <a:cubicBezTo>
                      <a:pt x="20" y="156"/>
                      <a:pt x="17" y="222"/>
                      <a:pt x="24" y="249"/>
                    </a:cubicBezTo>
                    <a:cubicBezTo>
                      <a:pt x="31" y="276"/>
                      <a:pt x="36" y="303"/>
                      <a:pt x="36" y="303"/>
                    </a:cubicBezTo>
                    <a:cubicBezTo>
                      <a:pt x="22" y="306"/>
                      <a:pt x="22" y="306"/>
                      <a:pt x="22" y="306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8" y="116"/>
                      <a:pt x="8" y="116"/>
                      <a:pt x="8" y="116"/>
                    </a:cubicBezTo>
                    <a:cubicBezTo>
                      <a:pt x="28" y="28"/>
                      <a:pt x="28" y="28"/>
                      <a:pt x="28" y="28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2" name="Freeform 11">
                <a:extLst>
                  <a:ext uri="{FF2B5EF4-FFF2-40B4-BE49-F238E27FC236}">
                    <a16:creationId xmlns:a16="http://schemas.microsoft.com/office/drawing/2014/main" id="{D54C34DC-D9CF-4394-B0B6-60F55B898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736"/>
                <a:ext cx="149" cy="134"/>
              </a:xfrm>
              <a:custGeom>
                <a:avLst/>
                <a:gdLst>
                  <a:gd name="T0" fmla="*/ 49 w 52"/>
                  <a:gd name="T1" fmla="*/ 211 h 47"/>
                  <a:gd name="T2" fmla="*/ 163 w 52"/>
                  <a:gd name="T3" fmla="*/ 602 h 47"/>
                  <a:gd name="T4" fmla="*/ 330 w 52"/>
                  <a:gd name="T5" fmla="*/ 952 h 47"/>
                  <a:gd name="T6" fmla="*/ 352 w 52"/>
                  <a:gd name="T7" fmla="*/ 901 h 47"/>
                  <a:gd name="T8" fmla="*/ 779 w 52"/>
                  <a:gd name="T9" fmla="*/ 975 h 47"/>
                  <a:gd name="T10" fmla="*/ 1198 w 52"/>
                  <a:gd name="T11" fmla="*/ 1041 h 47"/>
                  <a:gd name="T12" fmla="*/ 1198 w 52"/>
                  <a:gd name="T13" fmla="*/ 676 h 47"/>
                  <a:gd name="T14" fmla="*/ 1175 w 52"/>
                  <a:gd name="T15" fmla="*/ 137 h 47"/>
                  <a:gd name="T16" fmla="*/ 1083 w 52"/>
                  <a:gd name="T17" fmla="*/ 413 h 47"/>
                  <a:gd name="T18" fmla="*/ 871 w 52"/>
                  <a:gd name="T19" fmla="*/ 439 h 47"/>
                  <a:gd name="T20" fmla="*/ 493 w 52"/>
                  <a:gd name="T21" fmla="*/ 465 h 47"/>
                  <a:gd name="T22" fmla="*/ 352 w 52"/>
                  <a:gd name="T23" fmla="*/ 536 h 47"/>
                  <a:gd name="T24" fmla="*/ 189 w 52"/>
                  <a:gd name="T25" fmla="*/ 351 h 47"/>
                  <a:gd name="T26" fmla="*/ 0 w 52"/>
                  <a:gd name="T27" fmla="*/ 0 h 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" h="47">
                    <a:moveTo>
                      <a:pt x="2" y="9"/>
                    </a:moveTo>
                    <a:cubicBezTo>
                      <a:pt x="4" y="14"/>
                      <a:pt x="4" y="20"/>
                      <a:pt x="7" y="26"/>
                    </a:cubicBezTo>
                    <a:cubicBezTo>
                      <a:pt x="9" y="31"/>
                      <a:pt x="11" y="36"/>
                      <a:pt x="14" y="41"/>
                    </a:cubicBezTo>
                    <a:cubicBezTo>
                      <a:pt x="14" y="40"/>
                      <a:pt x="15" y="40"/>
                      <a:pt x="15" y="39"/>
                    </a:cubicBezTo>
                    <a:cubicBezTo>
                      <a:pt x="16" y="47"/>
                      <a:pt x="26" y="42"/>
                      <a:pt x="33" y="42"/>
                    </a:cubicBezTo>
                    <a:cubicBezTo>
                      <a:pt x="39" y="42"/>
                      <a:pt x="44" y="44"/>
                      <a:pt x="51" y="45"/>
                    </a:cubicBezTo>
                    <a:cubicBezTo>
                      <a:pt x="52" y="40"/>
                      <a:pt x="51" y="34"/>
                      <a:pt x="51" y="29"/>
                    </a:cubicBezTo>
                    <a:cubicBezTo>
                      <a:pt x="51" y="21"/>
                      <a:pt x="51" y="14"/>
                      <a:pt x="50" y="6"/>
                    </a:cubicBezTo>
                    <a:cubicBezTo>
                      <a:pt x="49" y="9"/>
                      <a:pt x="50" y="15"/>
                      <a:pt x="46" y="18"/>
                    </a:cubicBezTo>
                    <a:cubicBezTo>
                      <a:pt x="44" y="19"/>
                      <a:pt x="39" y="19"/>
                      <a:pt x="37" y="19"/>
                    </a:cubicBezTo>
                    <a:cubicBezTo>
                      <a:pt x="31" y="19"/>
                      <a:pt x="27" y="17"/>
                      <a:pt x="21" y="20"/>
                    </a:cubicBezTo>
                    <a:cubicBezTo>
                      <a:pt x="19" y="21"/>
                      <a:pt x="17" y="24"/>
                      <a:pt x="15" y="23"/>
                    </a:cubicBezTo>
                    <a:cubicBezTo>
                      <a:pt x="12" y="23"/>
                      <a:pt x="9" y="17"/>
                      <a:pt x="8" y="15"/>
                    </a:cubicBezTo>
                    <a:cubicBezTo>
                      <a:pt x="5" y="11"/>
                      <a:pt x="0" y="5"/>
                      <a:pt x="0" y="0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3" name="Freeform 12">
                <a:extLst>
                  <a:ext uri="{FF2B5EF4-FFF2-40B4-BE49-F238E27FC236}">
                    <a16:creationId xmlns:a16="http://schemas.microsoft.com/office/drawing/2014/main" id="{49380991-E588-488A-A3D5-31CBC1084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450"/>
                <a:ext cx="775" cy="386"/>
              </a:xfrm>
              <a:custGeom>
                <a:avLst/>
                <a:gdLst>
                  <a:gd name="T0" fmla="*/ 0 w 271"/>
                  <a:gd name="T1" fmla="*/ 3157 h 135"/>
                  <a:gd name="T2" fmla="*/ 3254 w 271"/>
                  <a:gd name="T3" fmla="*/ 352 h 135"/>
                  <a:gd name="T4" fmla="*/ 4252 w 271"/>
                  <a:gd name="T5" fmla="*/ 1121 h 135"/>
                  <a:gd name="T6" fmla="*/ 4982 w 271"/>
                  <a:gd name="T7" fmla="*/ 1896 h 135"/>
                  <a:gd name="T8" fmla="*/ 5405 w 271"/>
                  <a:gd name="T9" fmla="*/ 2362 h 135"/>
                  <a:gd name="T10" fmla="*/ 5757 w 271"/>
                  <a:gd name="T11" fmla="*/ 2919 h 135"/>
                  <a:gd name="T12" fmla="*/ 6100 w 271"/>
                  <a:gd name="T13" fmla="*/ 2968 h 135"/>
                  <a:gd name="T14" fmla="*/ 6337 w 271"/>
                  <a:gd name="T15" fmla="*/ 629 h 135"/>
                  <a:gd name="T16" fmla="*/ 5660 w 271"/>
                  <a:gd name="T17" fmla="*/ 1710 h 135"/>
                  <a:gd name="T18" fmla="*/ 4727 w 271"/>
                  <a:gd name="T19" fmla="*/ 743 h 135"/>
                  <a:gd name="T20" fmla="*/ 3131 w 271"/>
                  <a:gd name="T21" fmla="*/ 74 h 135"/>
                  <a:gd name="T22" fmla="*/ 0 w 271"/>
                  <a:gd name="T23" fmla="*/ 3157 h 1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1" h="135">
                    <a:moveTo>
                      <a:pt x="0" y="135"/>
                    </a:moveTo>
                    <a:cubicBezTo>
                      <a:pt x="13" y="111"/>
                      <a:pt x="83" y="1"/>
                      <a:pt x="139" y="15"/>
                    </a:cubicBezTo>
                    <a:cubicBezTo>
                      <a:pt x="151" y="17"/>
                      <a:pt x="168" y="36"/>
                      <a:pt x="182" y="48"/>
                    </a:cubicBezTo>
                    <a:cubicBezTo>
                      <a:pt x="195" y="61"/>
                      <a:pt x="206" y="70"/>
                      <a:pt x="213" y="81"/>
                    </a:cubicBezTo>
                    <a:cubicBezTo>
                      <a:pt x="219" y="91"/>
                      <a:pt x="222" y="94"/>
                      <a:pt x="231" y="101"/>
                    </a:cubicBezTo>
                    <a:cubicBezTo>
                      <a:pt x="239" y="108"/>
                      <a:pt x="246" y="125"/>
                      <a:pt x="246" y="125"/>
                    </a:cubicBezTo>
                    <a:cubicBezTo>
                      <a:pt x="261" y="127"/>
                      <a:pt x="261" y="127"/>
                      <a:pt x="261" y="127"/>
                    </a:cubicBezTo>
                    <a:cubicBezTo>
                      <a:pt x="271" y="27"/>
                      <a:pt x="271" y="27"/>
                      <a:pt x="271" y="27"/>
                    </a:cubicBezTo>
                    <a:cubicBezTo>
                      <a:pt x="263" y="38"/>
                      <a:pt x="254" y="68"/>
                      <a:pt x="242" y="73"/>
                    </a:cubicBezTo>
                    <a:cubicBezTo>
                      <a:pt x="231" y="78"/>
                      <a:pt x="217" y="49"/>
                      <a:pt x="202" y="32"/>
                    </a:cubicBezTo>
                    <a:cubicBezTo>
                      <a:pt x="187" y="15"/>
                      <a:pt x="152" y="0"/>
                      <a:pt x="134" y="3"/>
                    </a:cubicBezTo>
                    <a:cubicBezTo>
                      <a:pt x="116" y="6"/>
                      <a:pt x="56" y="2"/>
                      <a:pt x="0" y="135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4" name="Freeform 13">
                <a:extLst>
                  <a:ext uri="{FF2B5EF4-FFF2-40B4-BE49-F238E27FC236}">
                    <a16:creationId xmlns:a16="http://schemas.microsoft.com/office/drawing/2014/main" id="{FA893746-DBB2-4E56-B63B-79E093EAC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813"/>
                <a:ext cx="515" cy="858"/>
              </a:xfrm>
              <a:custGeom>
                <a:avLst/>
                <a:gdLst>
                  <a:gd name="T0" fmla="*/ 114 w 180"/>
                  <a:gd name="T1" fmla="*/ 303 h 300"/>
                  <a:gd name="T2" fmla="*/ 378 w 180"/>
                  <a:gd name="T3" fmla="*/ 655 h 300"/>
                  <a:gd name="T4" fmla="*/ 770 w 180"/>
                  <a:gd name="T5" fmla="*/ 1284 h 300"/>
                  <a:gd name="T6" fmla="*/ 981 w 180"/>
                  <a:gd name="T7" fmla="*/ 2414 h 300"/>
                  <a:gd name="T8" fmla="*/ 303 w 180"/>
                  <a:gd name="T9" fmla="*/ 2780 h 300"/>
                  <a:gd name="T10" fmla="*/ 49 w 180"/>
                  <a:gd name="T11" fmla="*/ 3598 h 300"/>
                  <a:gd name="T12" fmla="*/ 564 w 180"/>
                  <a:gd name="T13" fmla="*/ 5268 h 300"/>
                  <a:gd name="T14" fmla="*/ 1096 w 180"/>
                  <a:gd name="T15" fmla="*/ 5989 h 300"/>
                  <a:gd name="T16" fmla="*/ 1825 w 180"/>
                  <a:gd name="T17" fmla="*/ 6455 h 300"/>
                  <a:gd name="T18" fmla="*/ 2112 w 180"/>
                  <a:gd name="T19" fmla="*/ 7018 h 300"/>
                  <a:gd name="T20" fmla="*/ 2112 w 180"/>
                  <a:gd name="T21" fmla="*/ 7018 h 300"/>
                  <a:gd name="T22" fmla="*/ 2415 w 180"/>
                  <a:gd name="T23" fmla="*/ 6455 h 300"/>
                  <a:gd name="T24" fmla="*/ 3119 w 180"/>
                  <a:gd name="T25" fmla="*/ 5989 h 300"/>
                  <a:gd name="T26" fmla="*/ 3677 w 180"/>
                  <a:gd name="T27" fmla="*/ 5268 h 300"/>
                  <a:gd name="T28" fmla="*/ 4192 w 180"/>
                  <a:gd name="T29" fmla="*/ 3598 h 300"/>
                  <a:gd name="T30" fmla="*/ 3937 w 180"/>
                  <a:gd name="T31" fmla="*/ 2780 h 300"/>
                  <a:gd name="T32" fmla="*/ 3259 w 180"/>
                  <a:gd name="T33" fmla="*/ 2414 h 300"/>
                  <a:gd name="T34" fmla="*/ 3448 w 180"/>
                  <a:gd name="T35" fmla="*/ 1284 h 300"/>
                  <a:gd name="T36" fmla="*/ 3863 w 180"/>
                  <a:gd name="T37" fmla="*/ 655 h 300"/>
                  <a:gd name="T38" fmla="*/ 4077 w 180"/>
                  <a:gd name="T39" fmla="*/ 352 h 300"/>
                  <a:gd name="T40" fmla="*/ 3748 w 180"/>
                  <a:gd name="T41" fmla="*/ 140 h 300"/>
                  <a:gd name="T42" fmla="*/ 3282 w 180"/>
                  <a:gd name="T43" fmla="*/ 563 h 300"/>
                  <a:gd name="T44" fmla="*/ 2692 w 180"/>
                  <a:gd name="T45" fmla="*/ 678 h 300"/>
                  <a:gd name="T46" fmla="*/ 1737 w 180"/>
                  <a:gd name="T47" fmla="*/ 629 h 300"/>
                  <a:gd name="T48" fmla="*/ 1122 w 180"/>
                  <a:gd name="T49" fmla="*/ 541 h 300"/>
                  <a:gd name="T50" fmla="*/ 629 w 180"/>
                  <a:gd name="T51" fmla="*/ 0 h 30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80" h="300">
                    <a:moveTo>
                      <a:pt x="5" y="13"/>
                    </a:moveTo>
                    <a:cubicBezTo>
                      <a:pt x="8" y="18"/>
                      <a:pt x="12" y="23"/>
                      <a:pt x="16" y="28"/>
                    </a:cubicBezTo>
                    <a:cubicBezTo>
                      <a:pt x="23" y="37"/>
                      <a:pt x="31" y="43"/>
                      <a:pt x="33" y="55"/>
                    </a:cubicBezTo>
                    <a:cubicBezTo>
                      <a:pt x="35" y="66"/>
                      <a:pt x="43" y="93"/>
                      <a:pt x="42" y="103"/>
                    </a:cubicBezTo>
                    <a:cubicBezTo>
                      <a:pt x="40" y="117"/>
                      <a:pt x="23" y="122"/>
                      <a:pt x="13" y="119"/>
                    </a:cubicBezTo>
                    <a:cubicBezTo>
                      <a:pt x="6" y="131"/>
                      <a:pt x="0" y="138"/>
                      <a:pt x="2" y="154"/>
                    </a:cubicBezTo>
                    <a:cubicBezTo>
                      <a:pt x="4" y="178"/>
                      <a:pt x="10" y="204"/>
                      <a:pt x="24" y="225"/>
                    </a:cubicBezTo>
                    <a:cubicBezTo>
                      <a:pt x="31" y="235"/>
                      <a:pt x="38" y="248"/>
                      <a:pt x="47" y="256"/>
                    </a:cubicBezTo>
                    <a:cubicBezTo>
                      <a:pt x="57" y="264"/>
                      <a:pt x="69" y="269"/>
                      <a:pt x="78" y="276"/>
                    </a:cubicBezTo>
                    <a:cubicBezTo>
                      <a:pt x="87" y="284"/>
                      <a:pt x="90" y="284"/>
                      <a:pt x="90" y="300"/>
                    </a:cubicBezTo>
                    <a:cubicBezTo>
                      <a:pt x="90" y="300"/>
                      <a:pt x="90" y="300"/>
                      <a:pt x="90" y="300"/>
                    </a:cubicBezTo>
                    <a:cubicBezTo>
                      <a:pt x="90" y="286"/>
                      <a:pt x="93" y="284"/>
                      <a:pt x="103" y="276"/>
                    </a:cubicBezTo>
                    <a:cubicBezTo>
                      <a:pt x="112" y="269"/>
                      <a:pt x="124" y="264"/>
                      <a:pt x="133" y="256"/>
                    </a:cubicBezTo>
                    <a:cubicBezTo>
                      <a:pt x="143" y="248"/>
                      <a:pt x="150" y="235"/>
                      <a:pt x="157" y="225"/>
                    </a:cubicBezTo>
                    <a:cubicBezTo>
                      <a:pt x="170" y="204"/>
                      <a:pt x="176" y="178"/>
                      <a:pt x="179" y="154"/>
                    </a:cubicBezTo>
                    <a:cubicBezTo>
                      <a:pt x="180" y="138"/>
                      <a:pt x="175" y="131"/>
                      <a:pt x="168" y="119"/>
                    </a:cubicBezTo>
                    <a:cubicBezTo>
                      <a:pt x="158" y="122"/>
                      <a:pt x="141" y="117"/>
                      <a:pt x="139" y="103"/>
                    </a:cubicBezTo>
                    <a:cubicBezTo>
                      <a:pt x="138" y="93"/>
                      <a:pt x="145" y="66"/>
                      <a:pt x="147" y="55"/>
                    </a:cubicBezTo>
                    <a:cubicBezTo>
                      <a:pt x="149" y="43"/>
                      <a:pt x="158" y="37"/>
                      <a:pt x="165" y="28"/>
                    </a:cubicBezTo>
                    <a:cubicBezTo>
                      <a:pt x="168" y="24"/>
                      <a:pt x="171" y="20"/>
                      <a:pt x="174" y="15"/>
                    </a:cubicBezTo>
                    <a:cubicBezTo>
                      <a:pt x="160" y="6"/>
                      <a:pt x="160" y="6"/>
                      <a:pt x="160" y="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15" y="29"/>
                      <a:pt x="115" y="29"/>
                      <a:pt x="115" y="29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FCD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5" name="Freeform 14">
                <a:extLst>
                  <a:ext uri="{FF2B5EF4-FFF2-40B4-BE49-F238E27FC236}">
                    <a16:creationId xmlns:a16="http://schemas.microsoft.com/office/drawing/2014/main" id="{D6700B14-7057-4AB8-81E1-A6FCA3F16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2008"/>
                <a:ext cx="83" cy="80"/>
              </a:xfrm>
              <a:custGeom>
                <a:avLst/>
                <a:gdLst>
                  <a:gd name="T0" fmla="*/ 326 w 29"/>
                  <a:gd name="T1" fmla="*/ 0 h 28"/>
                  <a:gd name="T2" fmla="*/ 681 w 29"/>
                  <a:gd name="T3" fmla="*/ 326 h 28"/>
                  <a:gd name="T4" fmla="*/ 326 w 29"/>
                  <a:gd name="T5" fmla="*/ 654 h 28"/>
                  <a:gd name="T6" fmla="*/ 0 w 29"/>
                  <a:gd name="T7" fmla="*/ 32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8">
                    <a:moveTo>
                      <a:pt x="14" y="0"/>
                    </a:moveTo>
                    <a:cubicBezTo>
                      <a:pt x="22" y="0"/>
                      <a:pt x="29" y="6"/>
                      <a:pt x="29" y="14"/>
                    </a:cubicBezTo>
                    <a:cubicBezTo>
                      <a:pt x="29" y="22"/>
                      <a:pt x="22" y="28"/>
                      <a:pt x="14" y="28"/>
                    </a:cubicBezTo>
                    <a:cubicBezTo>
                      <a:pt x="7" y="28"/>
                      <a:pt x="0" y="22"/>
                      <a:pt x="0" y="14"/>
                    </a:cubicBezTo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6" name="Freeform 15">
                <a:extLst>
                  <a:ext uri="{FF2B5EF4-FFF2-40B4-BE49-F238E27FC236}">
                    <a16:creationId xmlns:a16="http://schemas.microsoft.com/office/drawing/2014/main" id="{4C18BBEB-B411-44E2-9E2D-C2755F409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802"/>
                <a:ext cx="78" cy="45"/>
              </a:xfrm>
              <a:custGeom>
                <a:avLst/>
                <a:gdLst>
                  <a:gd name="T0" fmla="*/ 26 w 27"/>
                  <a:gd name="T1" fmla="*/ 270 h 16"/>
                  <a:gd name="T2" fmla="*/ 335 w 27"/>
                  <a:gd name="T3" fmla="*/ 270 h 16"/>
                  <a:gd name="T4" fmla="*/ 627 w 27"/>
                  <a:gd name="T5" fmla="*/ 87 h 16"/>
                  <a:gd name="T6" fmla="*/ 266 w 27"/>
                  <a:gd name="T7" fmla="*/ 110 h 16"/>
                  <a:gd name="T8" fmla="*/ 26 w 27"/>
                  <a:gd name="T9" fmla="*/ 27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" y="12"/>
                    </a:moveTo>
                    <a:cubicBezTo>
                      <a:pt x="1" y="16"/>
                      <a:pt x="9" y="14"/>
                      <a:pt x="14" y="12"/>
                    </a:cubicBezTo>
                    <a:cubicBezTo>
                      <a:pt x="20" y="9"/>
                      <a:pt x="27" y="7"/>
                      <a:pt x="26" y="4"/>
                    </a:cubicBezTo>
                    <a:cubicBezTo>
                      <a:pt x="25" y="0"/>
                      <a:pt x="15" y="4"/>
                      <a:pt x="11" y="5"/>
                    </a:cubicBezTo>
                    <a:cubicBezTo>
                      <a:pt x="8" y="6"/>
                      <a:pt x="0" y="9"/>
                      <a:pt x="1" y="12"/>
                    </a:cubicBezTo>
                    <a:close/>
                  </a:path>
                </a:pathLst>
              </a:custGeom>
              <a:solidFill>
                <a:srgbClr val="FFF4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7" name="Oval 16">
                <a:extLst>
                  <a:ext uri="{FF2B5EF4-FFF2-40B4-BE49-F238E27FC236}">
                    <a16:creationId xmlns:a16="http://schemas.microsoft.com/office/drawing/2014/main" id="{F23C18D6-3992-4AB9-A1B4-080AC8081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1887"/>
                <a:ext cx="138" cy="101"/>
              </a:xfrm>
              <a:prstGeom prst="ellipse">
                <a:avLst/>
              </a:pr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1758" name="Freeform 17">
                <a:extLst>
                  <a:ext uri="{FF2B5EF4-FFF2-40B4-BE49-F238E27FC236}">
                    <a16:creationId xmlns:a16="http://schemas.microsoft.com/office/drawing/2014/main" id="{9A650F8F-E64F-4352-8F96-D8E89015E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893"/>
                <a:ext cx="111" cy="69"/>
              </a:xfrm>
              <a:custGeom>
                <a:avLst/>
                <a:gdLst>
                  <a:gd name="T0" fmla="*/ 48 w 39"/>
                  <a:gd name="T1" fmla="*/ 454 h 24"/>
                  <a:gd name="T2" fmla="*/ 527 w 39"/>
                  <a:gd name="T3" fmla="*/ 101 h 24"/>
                  <a:gd name="T4" fmla="*/ 899 w 39"/>
                  <a:gd name="T5" fmla="*/ 216 h 24"/>
                  <a:gd name="T6" fmla="*/ 461 w 39"/>
                  <a:gd name="T7" fmla="*/ 0 h 24"/>
                  <a:gd name="T8" fmla="*/ 0 w 39"/>
                  <a:gd name="T9" fmla="*/ 357 h 24"/>
                  <a:gd name="T10" fmla="*/ 88 w 39"/>
                  <a:gd name="T11" fmla="*/ 569 h 24"/>
                  <a:gd name="T12" fmla="*/ 48 w 39"/>
                  <a:gd name="T13" fmla="*/ 45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4">
                    <a:moveTo>
                      <a:pt x="2" y="19"/>
                    </a:moveTo>
                    <a:cubicBezTo>
                      <a:pt x="2" y="10"/>
                      <a:pt x="12" y="4"/>
                      <a:pt x="23" y="4"/>
                    </a:cubicBezTo>
                    <a:cubicBezTo>
                      <a:pt x="29" y="4"/>
                      <a:pt x="35" y="6"/>
                      <a:pt x="39" y="9"/>
                    </a:cubicBezTo>
                    <a:cubicBezTo>
                      <a:pt x="36" y="4"/>
                      <a:pt x="28" y="0"/>
                      <a:pt x="20" y="0"/>
                    </a:cubicBezTo>
                    <a:cubicBezTo>
                      <a:pt x="9" y="0"/>
                      <a:pt x="0" y="7"/>
                      <a:pt x="0" y="15"/>
                    </a:cubicBezTo>
                    <a:cubicBezTo>
                      <a:pt x="0" y="19"/>
                      <a:pt x="1" y="22"/>
                      <a:pt x="4" y="24"/>
                    </a:cubicBezTo>
                    <a:cubicBezTo>
                      <a:pt x="3" y="23"/>
                      <a:pt x="2" y="21"/>
                      <a:pt x="2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9" name="Freeform 18">
                <a:extLst>
                  <a:ext uri="{FF2B5EF4-FFF2-40B4-BE49-F238E27FC236}">
                    <a16:creationId xmlns:a16="http://schemas.microsoft.com/office/drawing/2014/main" id="{E7A10F7C-358F-4374-ABA6-83713B633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008"/>
                <a:ext cx="83" cy="80"/>
              </a:xfrm>
              <a:custGeom>
                <a:avLst/>
                <a:gdLst>
                  <a:gd name="T0" fmla="*/ 326 w 29"/>
                  <a:gd name="T1" fmla="*/ 0 h 28"/>
                  <a:gd name="T2" fmla="*/ 0 w 29"/>
                  <a:gd name="T3" fmla="*/ 326 h 28"/>
                  <a:gd name="T4" fmla="*/ 326 w 29"/>
                  <a:gd name="T5" fmla="*/ 654 h 28"/>
                  <a:gd name="T6" fmla="*/ 681 w 29"/>
                  <a:gd name="T7" fmla="*/ 32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8"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2"/>
                      <a:pt x="6" y="28"/>
                      <a:pt x="14" y="28"/>
                    </a:cubicBezTo>
                    <a:cubicBezTo>
                      <a:pt x="22" y="28"/>
                      <a:pt x="29" y="22"/>
                      <a:pt x="29" y="14"/>
                    </a:cubicBezTo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0" name="Freeform 19">
                <a:extLst>
                  <a:ext uri="{FF2B5EF4-FFF2-40B4-BE49-F238E27FC236}">
                    <a16:creationId xmlns:a16="http://schemas.microsoft.com/office/drawing/2014/main" id="{7B8D49CA-D9AE-413E-B42C-A362750FD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802"/>
                <a:ext cx="78" cy="45"/>
              </a:xfrm>
              <a:custGeom>
                <a:avLst/>
                <a:gdLst>
                  <a:gd name="T0" fmla="*/ 627 w 27"/>
                  <a:gd name="T1" fmla="*/ 270 h 16"/>
                  <a:gd name="T2" fmla="*/ 318 w 27"/>
                  <a:gd name="T3" fmla="*/ 270 h 16"/>
                  <a:gd name="T4" fmla="*/ 26 w 27"/>
                  <a:gd name="T5" fmla="*/ 87 h 16"/>
                  <a:gd name="T6" fmla="*/ 358 w 27"/>
                  <a:gd name="T7" fmla="*/ 110 h 16"/>
                  <a:gd name="T8" fmla="*/ 627 w 27"/>
                  <a:gd name="T9" fmla="*/ 27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26" y="12"/>
                    </a:moveTo>
                    <a:cubicBezTo>
                      <a:pt x="25" y="16"/>
                      <a:pt x="18" y="14"/>
                      <a:pt x="13" y="12"/>
                    </a:cubicBezTo>
                    <a:cubicBezTo>
                      <a:pt x="7" y="9"/>
                      <a:pt x="0" y="7"/>
                      <a:pt x="1" y="4"/>
                    </a:cubicBezTo>
                    <a:cubicBezTo>
                      <a:pt x="1" y="0"/>
                      <a:pt x="12" y="4"/>
                      <a:pt x="15" y="5"/>
                    </a:cubicBezTo>
                    <a:cubicBezTo>
                      <a:pt x="19" y="6"/>
                      <a:pt x="27" y="9"/>
                      <a:pt x="26" y="12"/>
                    </a:cubicBezTo>
                    <a:close/>
                  </a:path>
                </a:pathLst>
              </a:custGeom>
              <a:solidFill>
                <a:srgbClr val="FFF4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1" name="Freeform 20">
                <a:extLst>
                  <a:ext uri="{FF2B5EF4-FFF2-40B4-BE49-F238E27FC236}">
                    <a16:creationId xmlns:a16="http://schemas.microsoft.com/office/drawing/2014/main" id="{B3591517-2EE9-48B1-A72D-621C69BC8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813"/>
                <a:ext cx="329" cy="295"/>
              </a:xfrm>
              <a:custGeom>
                <a:avLst/>
                <a:gdLst>
                  <a:gd name="T0" fmla="*/ 2692 w 115"/>
                  <a:gd name="T1" fmla="*/ 1246 h 103"/>
                  <a:gd name="T2" fmla="*/ 2226 w 115"/>
                  <a:gd name="T3" fmla="*/ 212 h 103"/>
                  <a:gd name="T4" fmla="*/ 2203 w 115"/>
                  <a:gd name="T5" fmla="*/ 212 h 103"/>
                  <a:gd name="T6" fmla="*/ 1923 w 115"/>
                  <a:gd name="T7" fmla="*/ 189 h 103"/>
                  <a:gd name="T8" fmla="*/ 1636 w 115"/>
                  <a:gd name="T9" fmla="*/ 0 h 103"/>
                  <a:gd name="T10" fmla="*/ 1636 w 115"/>
                  <a:gd name="T11" fmla="*/ 0 h 103"/>
                  <a:gd name="T12" fmla="*/ 1333 w 115"/>
                  <a:gd name="T13" fmla="*/ 444 h 103"/>
                  <a:gd name="T14" fmla="*/ 1333 w 115"/>
                  <a:gd name="T15" fmla="*/ 444 h 103"/>
                  <a:gd name="T16" fmla="*/ 1056 w 115"/>
                  <a:gd name="T17" fmla="*/ 0 h 103"/>
                  <a:gd name="T18" fmla="*/ 1056 w 115"/>
                  <a:gd name="T19" fmla="*/ 0 h 103"/>
                  <a:gd name="T20" fmla="*/ 770 w 115"/>
                  <a:gd name="T21" fmla="*/ 189 h 103"/>
                  <a:gd name="T22" fmla="*/ 466 w 115"/>
                  <a:gd name="T23" fmla="*/ 212 h 103"/>
                  <a:gd name="T24" fmla="*/ 466 w 115"/>
                  <a:gd name="T25" fmla="*/ 212 h 103"/>
                  <a:gd name="T26" fmla="*/ 0 w 115"/>
                  <a:gd name="T27" fmla="*/ 1246 h 103"/>
                  <a:gd name="T28" fmla="*/ 0 w 115"/>
                  <a:gd name="T29" fmla="*/ 1297 h 103"/>
                  <a:gd name="T30" fmla="*/ 212 w 115"/>
                  <a:gd name="T31" fmla="*/ 2394 h 103"/>
                  <a:gd name="T32" fmla="*/ 212 w 115"/>
                  <a:gd name="T33" fmla="*/ 2420 h 103"/>
                  <a:gd name="T34" fmla="*/ 818 w 115"/>
                  <a:gd name="T35" fmla="*/ 1148 h 103"/>
                  <a:gd name="T36" fmla="*/ 770 w 115"/>
                  <a:gd name="T37" fmla="*/ 1034 h 103"/>
                  <a:gd name="T38" fmla="*/ 1333 w 115"/>
                  <a:gd name="T39" fmla="*/ 607 h 103"/>
                  <a:gd name="T40" fmla="*/ 1900 w 115"/>
                  <a:gd name="T41" fmla="*/ 1034 h 103"/>
                  <a:gd name="T42" fmla="*/ 1874 w 115"/>
                  <a:gd name="T43" fmla="*/ 1174 h 103"/>
                  <a:gd name="T44" fmla="*/ 2480 w 115"/>
                  <a:gd name="T45" fmla="*/ 2420 h 103"/>
                  <a:gd name="T46" fmla="*/ 2480 w 115"/>
                  <a:gd name="T47" fmla="*/ 2394 h 103"/>
                  <a:gd name="T48" fmla="*/ 2669 w 115"/>
                  <a:gd name="T49" fmla="*/ 1297 h 103"/>
                  <a:gd name="T50" fmla="*/ 2692 w 115"/>
                  <a:gd name="T51" fmla="*/ 1246 h 10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5" h="103">
                    <a:moveTo>
                      <a:pt x="115" y="53"/>
                    </a:moveTo>
                    <a:cubicBezTo>
                      <a:pt x="103" y="36"/>
                      <a:pt x="89" y="39"/>
                      <a:pt x="95" y="9"/>
                    </a:cubicBezTo>
                    <a:cubicBezTo>
                      <a:pt x="94" y="9"/>
                      <a:pt x="94" y="9"/>
                      <a:pt x="94" y="9"/>
                    </a:cubicBezTo>
                    <a:cubicBezTo>
                      <a:pt x="93" y="11"/>
                      <a:pt x="87" y="10"/>
                      <a:pt x="82" y="8"/>
                    </a:cubicBezTo>
                    <a:cubicBezTo>
                      <a:pt x="76" y="5"/>
                      <a:pt x="69" y="3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8" y="11"/>
                      <a:pt x="65" y="19"/>
                      <a:pt x="57" y="19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0" y="19"/>
                      <a:pt x="46" y="11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3"/>
                      <a:pt x="39" y="5"/>
                      <a:pt x="33" y="8"/>
                    </a:cubicBezTo>
                    <a:cubicBezTo>
                      <a:pt x="28" y="10"/>
                      <a:pt x="22" y="11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6" y="39"/>
                      <a:pt x="11" y="36"/>
                      <a:pt x="0" y="53"/>
                    </a:cubicBezTo>
                    <a:cubicBezTo>
                      <a:pt x="0" y="54"/>
                      <a:pt x="0" y="54"/>
                      <a:pt x="0" y="55"/>
                    </a:cubicBezTo>
                    <a:cubicBezTo>
                      <a:pt x="2" y="65"/>
                      <a:pt x="10" y="91"/>
                      <a:pt x="9" y="102"/>
                    </a:cubicBezTo>
                    <a:cubicBezTo>
                      <a:pt x="9" y="102"/>
                      <a:pt x="9" y="103"/>
                      <a:pt x="9" y="103"/>
                    </a:cubicBezTo>
                    <a:cubicBezTo>
                      <a:pt x="9" y="73"/>
                      <a:pt x="21" y="57"/>
                      <a:pt x="35" y="49"/>
                    </a:cubicBezTo>
                    <a:cubicBezTo>
                      <a:pt x="34" y="48"/>
                      <a:pt x="33" y="46"/>
                      <a:pt x="33" y="44"/>
                    </a:cubicBezTo>
                    <a:cubicBezTo>
                      <a:pt x="33" y="34"/>
                      <a:pt x="44" y="26"/>
                      <a:pt x="57" y="26"/>
                    </a:cubicBezTo>
                    <a:cubicBezTo>
                      <a:pt x="71" y="26"/>
                      <a:pt x="81" y="34"/>
                      <a:pt x="81" y="44"/>
                    </a:cubicBezTo>
                    <a:cubicBezTo>
                      <a:pt x="81" y="46"/>
                      <a:pt x="81" y="48"/>
                      <a:pt x="80" y="50"/>
                    </a:cubicBezTo>
                    <a:cubicBezTo>
                      <a:pt x="93" y="57"/>
                      <a:pt x="106" y="73"/>
                      <a:pt x="106" y="103"/>
                    </a:cubicBezTo>
                    <a:cubicBezTo>
                      <a:pt x="106" y="102"/>
                      <a:pt x="106" y="102"/>
                      <a:pt x="106" y="102"/>
                    </a:cubicBezTo>
                    <a:cubicBezTo>
                      <a:pt x="105" y="91"/>
                      <a:pt x="113" y="65"/>
                      <a:pt x="114" y="55"/>
                    </a:cubicBezTo>
                    <a:cubicBezTo>
                      <a:pt x="114" y="54"/>
                      <a:pt x="114" y="54"/>
                      <a:pt x="115" y="53"/>
                    </a:cubicBezTo>
                    <a:close/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2" name="Freeform 21">
                <a:extLst>
                  <a:ext uri="{FF2B5EF4-FFF2-40B4-BE49-F238E27FC236}">
                    <a16:creationId xmlns:a16="http://schemas.microsoft.com/office/drawing/2014/main" id="{E7C72FD9-8AD9-4BF2-B8A6-99299640D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004"/>
                <a:ext cx="189" cy="921"/>
              </a:xfrm>
              <a:custGeom>
                <a:avLst/>
                <a:gdLst>
                  <a:gd name="T0" fmla="*/ 730 w 66"/>
                  <a:gd name="T1" fmla="*/ 3584 h 322"/>
                  <a:gd name="T2" fmla="*/ 238 w 66"/>
                  <a:gd name="T3" fmla="*/ 7019 h 322"/>
                  <a:gd name="T4" fmla="*/ 238 w 66"/>
                  <a:gd name="T5" fmla="*/ 7019 h 322"/>
                  <a:gd name="T6" fmla="*/ 401 w 66"/>
                  <a:gd name="T7" fmla="*/ 7534 h 322"/>
                  <a:gd name="T8" fmla="*/ 893 w 66"/>
                  <a:gd name="T9" fmla="*/ 6970 h 322"/>
                  <a:gd name="T10" fmla="*/ 1271 w 66"/>
                  <a:gd name="T11" fmla="*/ 7093 h 322"/>
                  <a:gd name="T12" fmla="*/ 1549 w 66"/>
                  <a:gd name="T13" fmla="*/ 6579 h 322"/>
                  <a:gd name="T14" fmla="*/ 1549 w 66"/>
                  <a:gd name="T15" fmla="*/ 6579 h 322"/>
                  <a:gd name="T16" fmla="*/ 1082 w 66"/>
                  <a:gd name="T17" fmla="*/ 4565 h 322"/>
                  <a:gd name="T18" fmla="*/ 682 w 66"/>
                  <a:gd name="T19" fmla="*/ 1196 h 322"/>
                  <a:gd name="T20" fmla="*/ 212 w 66"/>
                  <a:gd name="T21" fmla="*/ 49 h 322"/>
                  <a:gd name="T22" fmla="*/ 329 w 66"/>
                  <a:gd name="T23" fmla="*/ 981 h 322"/>
                  <a:gd name="T24" fmla="*/ 730 w 66"/>
                  <a:gd name="T25" fmla="*/ 3584 h 3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322">
                    <a:moveTo>
                      <a:pt x="31" y="153"/>
                    </a:moveTo>
                    <a:cubicBezTo>
                      <a:pt x="35" y="216"/>
                      <a:pt x="33" y="288"/>
                      <a:pt x="10" y="300"/>
                    </a:cubicBezTo>
                    <a:cubicBezTo>
                      <a:pt x="10" y="300"/>
                      <a:pt x="10" y="300"/>
                      <a:pt x="10" y="300"/>
                    </a:cubicBezTo>
                    <a:cubicBezTo>
                      <a:pt x="8" y="312"/>
                      <a:pt x="12" y="317"/>
                      <a:pt x="17" y="322"/>
                    </a:cubicBezTo>
                    <a:cubicBezTo>
                      <a:pt x="22" y="319"/>
                      <a:pt x="33" y="302"/>
                      <a:pt x="38" y="298"/>
                    </a:cubicBezTo>
                    <a:cubicBezTo>
                      <a:pt x="44" y="295"/>
                      <a:pt x="47" y="297"/>
                      <a:pt x="54" y="303"/>
                    </a:cubicBezTo>
                    <a:cubicBezTo>
                      <a:pt x="59" y="296"/>
                      <a:pt x="62" y="289"/>
                      <a:pt x="66" y="281"/>
                    </a:cubicBezTo>
                    <a:cubicBezTo>
                      <a:pt x="66" y="281"/>
                      <a:pt x="66" y="281"/>
                      <a:pt x="66" y="281"/>
                    </a:cubicBezTo>
                    <a:cubicBezTo>
                      <a:pt x="48" y="271"/>
                      <a:pt x="49" y="221"/>
                      <a:pt x="46" y="195"/>
                    </a:cubicBezTo>
                    <a:cubicBezTo>
                      <a:pt x="44" y="168"/>
                      <a:pt x="36" y="86"/>
                      <a:pt x="29" y="51"/>
                    </a:cubicBezTo>
                    <a:cubicBezTo>
                      <a:pt x="22" y="16"/>
                      <a:pt x="18" y="0"/>
                      <a:pt x="9" y="2"/>
                    </a:cubicBezTo>
                    <a:cubicBezTo>
                      <a:pt x="0" y="5"/>
                      <a:pt x="7" y="25"/>
                      <a:pt x="14" y="42"/>
                    </a:cubicBezTo>
                    <a:cubicBezTo>
                      <a:pt x="21" y="61"/>
                      <a:pt x="27" y="91"/>
                      <a:pt x="31" y="153"/>
                    </a:cubicBezTo>
                    <a:close/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3" name="Freeform 22">
                <a:extLst>
                  <a:ext uri="{FF2B5EF4-FFF2-40B4-BE49-F238E27FC236}">
                    <a16:creationId xmlns:a16="http://schemas.microsoft.com/office/drawing/2014/main" id="{35C6BFE7-FA75-4E02-B39E-DCA1B84CF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004"/>
                <a:ext cx="192" cy="921"/>
              </a:xfrm>
              <a:custGeom>
                <a:avLst/>
                <a:gdLst>
                  <a:gd name="T0" fmla="*/ 304 w 67"/>
                  <a:gd name="T1" fmla="*/ 7093 h 322"/>
                  <a:gd name="T2" fmla="*/ 330 w 67"/>
                  <a:gd name="T3" fmla="*/ 7068 h 322"/>
                  <a:gd name="T4" fmla="*/ 656 w 67"/>
                  <a:gd name="T5" fmla="*/ 6970 h 322"/>
                  <a:gd name="T6" fmla="*/ 1175 w 67"/>
                  <a:gd name="T7" fmla="*/ 7534 h 322"/>
                  <a:gd name="T8" fmla="*/ 1338 w 67"/>
                  <a:gd name="T9" fmla="*/ 7019 h 322"/>
                  <a:gd name="T10" fmla="*/ 1338 w 67"/>
                  <a:gd name="T11" fmla="*/ 7019 h 322"/>
                  <a:gd name="T12" fmla="*/ 845 w 67"/>
                  <a:gd name="T13" fmla="*/ 3584 h 322"/>
                  <a:gd name="T14" fmla="*/ 1249 w 67"/>
                  <a:gd name="T15" fmla="*/ 981 h 322"/>
                  <a:gd name="T16" fmla="*/ 1364 w 67"/>
                  <a:gd name="T17" fmla="*/ 49 h 322"/>
                  <a:gd name="T18" fmla="*/ 894 w 67"/>
                  <a:gd name="T19" fmla="*/ 1196 h 322"/>
                  <a:gd name="T20" fmla="*/ 467 w 67"/>
                  <a:gd name="T21" fmla="*/ 4565 h 322"/>
                  <a:gd name="T22" fmla="*/ 26 w 67"/>
                  <a:gd name="T23" fmla="*/ 6579 h 322"/>
                  <a:gd name="T24" fmla="*/ 0 w 67"/>
                  <a:gd name="T25" fmla="*/ 6579 h 322"/>
                  <a:gd name="T26" fmla="*/ 304 w 67"/>
                  <a:gd name="T27" fmla="*/ 7093 h 3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322">
                    <a:moveTo>
                      <a:pt x="13" y="303"/>
                    </a:moveTo>
                    <a:cubicBezTo>
                      <a:pt x="14" y="303"/>
                      <a:pt x="14" y="302"/>
                      <a:pt x="14" y="302"/>
                    </a:cubicBezTo>
                    <a:cubicBezTo>
                      <a:pt x="21" y="296"/>
                      <a:pt x="23" y="295"/>
                      <a:pt x="28" y="298"/>
                    </a:cubicBezTo>
                    <a:cubicBezTo>
                      <a:pt x="34" y="302"/>
                      <a:pt x="45" y="319"/>
                      <a:pt x="50" y="322"/>
                    </a:cubicBezTo>
                    <a:cubicBezTo>
                      <a:pt x="55" y="317"/>
                      <a:pt x="58" y="312"/>
                      <a:pt x="57" y="300"/>
                    </a:cubicBezTo>
                    <a:cubicBezTo>
                      <a:pt x="57" y="300"/>
                      <a:pt x="57" y="300"/>
                      <a:pt x="57" y="300"/>
                    </a:cubicBezTo>
                    <a:cubicBezTo>
                      <a:pt x="34" y="288"/>
                      <a:pt x="32" y="216"/>
                      <a:pt x="36" y="153"/>
                    </a:cubicBezTo>
                    <a:cubicBezTo>
                      <a:pt x="40" y="91"/>
                      <a:pt x="46" y="61"/>
                      <a:pt x="53" y="42"/>
                    </a:cubicBezTo>
                    <a:cubicBezTo>
                      <a:pt x="60" y="25"/>
                      <a:pt x="67" y="5"/>
                      <a:pt x="58" y="2"/>
                    </a:cubicBezTo>
                    <a:cubicBezTo>
                      <a:pt x="49" y="0"/>
                      <a:pt x="45" y="16"/>
                      <a:pt x="38" y="51"/>
                    </a:cubicBezTo>
                    <a:cubicBezTo>
                      <a:pt x="31" y="86"/>
                      <a:pt x="23" y="168"/>
                      <a:pt x="20" y="195"/>
                    </a:cubicBezTo>
                    <a:cubicBezTo>
                      <a:pt x="18" y="221"/>
                      <a:pt x="19" y="271"/>
                      <a:pt x="1" y="281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4" y="289"/>
                      <a:pt x="8" y="296"/>
                      <a:pt x="13" y="303"/>
                    </a:cubicBezTo>
                    <a:close/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4" name="Freeform 23">
                <a:extLst>
                  <a:ext uri="{FF2B5EF4-FFF2-40B4-BE49-F238E27FC236}">
                    <a16:creationId xmlns:a16="http://schemas.microsoft.com/office/drawing/2014/main" id="{C4A7E306-7632-40E7-B18F-9D5A8252B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497"/>
                <a:ext cx="301" cy="111"/>
              </a:xfrm>
              <a:custGeom>
                <a:avLst/>
                <a:gdLst>
                  <a:gd name="T0" fmla="*/ 2474 w 105"/>
                  <a:gd name="T1" fmla="*/ 137 h 39"/>
                  <a:gd name="T2" fmla="*/ 1250 w 105"/>
                  <a:gd name="T3" fmla="*/ 0 h 39"/>
                  <a:gd name="T4" fmla="*/ 1224 w 105"/>
                  <a:gd name="T5" fmla="*/ 0 h 39"/>
                  <a:gd name="T6" fmla="*/ 0 w 105"/>
                  <a:gd name="T7" fmla="*/ 137 h 39"/>
                  <a:gd name="T8" fmla="*/ 0 w 105"/>
                  <a:gd name="T9" fmla="*/ 137 h 39"/>
                  <a:gd name="T10" fmla="*/ 215 w 105"/>
                  <a:gd name="T11" fmla="*/ 390 h 39"/>
                  <a:gd name="T12" fmla="*/ 946 w 105"/>
                  <a:gd name="T13" fmla="*/ 851 h 39"/>
                  <a:gd name="T14" fmla="*/ 986 w 105"/>
                  <a:gd name="T15" fmla="*/ 874 h 39"/>
                  <a:gd name="T16" fmla="*/ 986 w 105"/>
                  <a:gd name="T17" fmla="*/ 874 h 39"/>
                  <a:gd name="T18" fmla="*/ 1201 w 105"/>
                  <a:gd name="T19" fmla="*/ 851 h 39"/>
                  <a:gd name="T20" fmla="*/ 1250 w 105"/>
                  <a:gd name="T21" fmla="*/ 851 h 39"/>
                  <a:gd name="T22" fmla="*/ 1488 w 105"/>
                  <a:gd name="T23" fmla="*/ 874 h 39"/>
                  <a:gd name="T24" fmla="*/ 1488 w 105"/>
                  <a:gd name="T25" fmla="*/ 899 h 39"/>
                  <a:gd name="T26" fmla="*/ 1528 w 105"/>
                  <a:gd name="T27" fmla="*/ 851 h 39"/>
                  <a:gd name="T28" fmla="*/ 2236 w 105"/>
                  <a:gd name="T29" fmla="*/ 390 h 39"/>
                  <a:gd name="T30" fmla="*/ 2474 w 105"/>
                  <a:gd name="T31" fmla="*/ 137 h 3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5" h="39">
                    <a:moveTo>
                      <a:pt x="105" y="6"/>
                    </a:moveTo>
                    <a:cubicBezTo>
                      <a:pt x="88" y="3"/>
                      <a:pt x="70" y="0"/>
                      <a:pt x="53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35" y="0"/>
                      <a:pt x="16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10"/>
                      <a:pt x="6" y="14"/>
                      <a:pt x="9" y="17"/>
                    </a:cubicBezTo>
                    <a:cubicBezTo>
                      <a:pt x="19" y="25"/>
                      <a:pt x="31" y="30"/>
                      <a:pt x="40" y="37"/>
                    </a:cubicBezTo>
                    <a:cubicBezTo>
                      <a:pt x="41" y="38"/>
                      <a:pt x="41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5" y="37"/>
                      <a:pt x="48" y="37"/>
                      <a:pt x="51" y="37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7" y="37"/>
                      <a:pt x="60" y="37"/>
                      <a:pt x="63" y="38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4" y="38"/>
                      <a:pt x="65" y="37"/>
                    </a:cubicBezTo>
                    <a:cubicBezTo>
                      <a:pt x="74" y="30"/>
                      <a:pt x="86" y="25"/>
                      <a:pt x="95" y="17"/>
                    </a:cubicBezTo>
                    <a:cubicBezTo>
                      <a:pt x="99" y="14"/>
                      <a:pt x="102" y="10"/>
                      <a:pt x="105" y="6"/>
                    </a:cubicBezTo>
                    <a:close/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5" name="Freeform 24">
                <a:extLst>
                  <a:ext uri="{FF2B5EF4-FFF2-40B4-BE49-F238E27FC236}">
                    <a16:creationId xmlns:a16="http://schemas.microsoft.com/office/drawing/2014/main" id="{2FCB38ED-314F-4274-B56D-FFCA8B615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359"/>
                <a:ext cx="103" cy="524"/>
              </a:xfrm>
              <a:custGeom>
                <a:avLst/>
                <a:gdLst>
                  <a:gd name="T0" fmla="*/ 770 w 36"/>
                  <a:gd name="T1" fmla="*/ 0 h 183"/>
                  <a:gd name="T2" fmla="*/ 426 w 36"/>
                  <a:gd name="T3" fmla="*/ 845 h 183"/>
                  <a:gd name="T4" fmla="*/ 401 w 36"/>
                  <a:gd name="T5" fmla="*/ 2016 h 183"/>
                  <a:gd name="T6" fmla="*/ 255 w 36"/>
                  <a:gd name="T7" fmla="*/ 3264 h 183"/>
                  <a:gd name="T8" fmla="*/ 140 w 36"/>
                  <a:gd name="T9" fmla="*/ 4295 h 183"/>
                  <a:gd name="T10" fmla="*/ 730 w 36"/>
                  <a:gd name="T11" fmla="*/ 2935 h 183"/>
                  <a:gd name="T12" fmla="*/ 844 w 36"/>
                  <a:gd name="T13" fmla="*/ 1787 h 183"/>
                  <a:gd name="T14" fmla="*/ 607 w 36"/>
                  <a:gd name="T15" fmla="*/ 1271 h 183"/>
                  <a:gd name="T16" fmla="*/ 629 w 36"/>
                  <a:gd name="T17" fmla="*/ 985 h 183"/>
                  <a:gd name="T18" fmla="*/ 752 w 36"/>
                  <a:gd name="T19" fmla="*/ 753 h 183"/>
                  <a:gd name="T20" fmla="*/ 704 w 36"/>
                  <a:gd name="T21" fmla="*/ 163 h 1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83">
                    <a:moveTo>
                      <a:pt x="33" y="0"/>
                    </a:moveTo>
                    <a:cubicBezTo>
                      <a:pt x="23" y="13"/>
                      <a:pt x="19" y="19"/>
                      <a:pt x="18" y="36"/>
                    </a:cubicBezTo>
                    <a:cubicBezTo>
                      <a:pt x="17" y="53"/>
                      <a:pt x="18" y="69"/>
                      <a:pt x="17" y="86"/>
                    </a:cubicBezTo>
                    <a:cubicBezTo>
                      <a:pt x="17" y="103"/>
                      <a:pt x="15" y="122"/>
                      <a:pt x="11" y="139"/>
                    </a:cubicBezTo>
                    <a:cubicBezTo>
                      <a:pt x="9" y="153"/>
                      <a:pt x="0" y="168"/>
                      <a:pt x="6" y="183"/>
                    </a:cubicBezTo>
                    <a:cubicBezTo>
                      <a:pt x="5" y="158"/>
                      <a:pt x="15" y="142"/>
                      <a:pt x="31" y="125"/>
                    </a:cubicBezTo>
                    <a:cubicBezTo>
                      <a:pt x="26" y="117"/>
                      <a:pt x="25" y="76"/>
                      <a:pt x="36" y="76"/>
                    </a:cubicBezTo>
                    <a:cubicBezTo>
                      <a:pt x="30" y="69"/>
                      <a:pt x="27" y="62"/>
                      <a:pt x="26" y="54"/>
                    </a:cubicBezTo>
                    <a:cubicBezTo>
                      <a:pt x="26" y="50"/>
                      <a:pt x="26" y="45"/>
                      <a:pt x="27" y="42"/>
                    </a:cubicBezTo>
                    <a:cubicBezTo>
                      <a:pt x="28" y="39"/>
                      <a:pt x="32" y="34"/>
                      <a:pt x="32" y="32"/>
                    </a:cubicBezTo>
                    <a:cubicBezTo>
                      <a:pt x="33" y="21"/>
                      <a:pt x="23" y="19"/>
                      <a:pt x="3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6" name="Freeform 25">
                <a:extLst>
                  <a:ext uri="{FF2B5EF4-FFF2-40B4-BE49-F238E27FC236}">
                    <a16:creationId xmlns:a16="http://schemas.microsoft.com/office/drawing/2014/main" id="{1E251508-FEF0-44B2-BA65-E654A68AB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942"/>
                <a:ext cx="52" cy="377"/>
              </a:xfrm>
              <a:custGeom>
                <a:avLst/>
                <a:gdLst>
                  <a:gd name="T0" fmla="*/ 217 w 18"/>
                  <a:gd name="T1" fmla="*/ 0 h 132"/>
                  <a:gd name="T2" fmla="*/ 26 w 18"/>
                  <a:gd name="T3" fmla="*/ 1542 h 132"/>
                  <a:gd name="T4" fmla="*/ 433 w 18"/>
                  <a:gd name="T5" fmla="*/ 3076 h 132"/>
                  <a:gd name="T6" fmla="*/ 410 w 18"/>
                  <a:gd name="T7" fmla="*/ 2211 h 132"/>
                  <a:gd name="T8" fmla="*/ 191 w 18"/>
                  <a:gd name="T9" fmla="*/ 1559 h 132"/>
                  <a:gd name="T10" fmla="*/ 292 w 18"/>
                  <a:gd name="T11" fmla="*/ 1305 h 132"/>
                  <a:gd name="T12" fmla="*/ 191 w 18"/>
                  <a:gd name="T13" fmla="*/ 1051 h 132"/>
                  <a:gd name="T14" fmla="*/ 217 w 18"/>
                  <a:gd name="T15" fmla="*/ 603 h 132"/>
                  <a:gd name="T16" fmla="*/ 168 w 18"/>
                  <a:gd name="T17" fmla="*/ 277 h 132"/>
                  <a:gd name="T18" fmla="*/ 191 w 18"/>
                  <a:gd name="T19" fmla="*/ 49 h 1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132">
                    <a:moveTo>
                      <a:pt x="9" y="0"/>
                    </a:moveTo>
                    <a:cubicBezTo>
                      <a:pt x="2" y="21"/>
                      <a:pt x="0" y="43"/>
                      <a:pt x="1" y="66"/>
                    </a:cubicBezTo>
                    <a:cubicBezTo>
                      <a:pt x="2" y="89"/>
                      <a:pt x="12" y="110"/>
                      <a:pt x="18" y="132"/>
                    </a:cubicBezTo>
                    <a:cubicBezTo>
                      <a:pt x="10" y="123"/>
                      <a:pt x="13" y="105"/>
                      <a:pt x="17" y="95"/>
                    </a:cubicBezTo>
                    <a:cubicBezTo>
                      <a:pt x="8" y="92"/>
                      <a:pt x="7" y="75"/>
                      <a:pt x="8" y="67"/>
                    </a:cubicBezTo>
                    <a:cubicBezTo>
                      <a:pt x="9" y="63"/>
                      <a:pt x="12" y="60"/>
                      <a:pt x="12" y="56"/>
                    </a:cubicBezTo>
                    <a:cubicBezTo>
                      <a:pt x="12" y="52"/>
                      <a:pt x="8" y="49"/>
                      <a:pt x="8" y="45"/>
                    </a:cubicBezTo>
                    <a:cubicBezTo>
                      <a:pt x="8" y="36"/>
                      <a:pt x="11" y="35"/>
                      <a:pt x="9" y="26"/>
                    </a:cubicBezTo>
                    <a:cubicBezTo>
                      <a:pt x="8" y="21"/>
                      <a:pt x="7" y="17"/>
                      <a:pt x="7" y="12"/>
                    </a:cubicBezTo>
                    <a:cubicBezTo>
                      <a:pt x="7" y="8"/>
                      <a:pt x="10" y="6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7" name="Freeform 26">
                <a:extLst>
                  <a:ext uri="{FF2B5EF4-FFF2-40B4-BE49-F238E27FC236}">
                    <a16:creationId xmlns:a16="http://schemas.microsoft.com/office/drawing/2014/main" id="{88CE84BA-6B34-4432-8072-E5C082FBE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908"/>
                <a:ext cx="112" cy="374"/>
              </a:xfrm>
              <a:custGeom>
                <a:avLst/>
                <a:gdLst>
                  <a:gd name="T0" fmla="*/ 215 w 39"/>
                  <a:gd name="T1" fmla="*/ 0 h 131"/>
                  <a:gd name="T2" fmla="*/ 0 w 39"/>
                  <a:gd name="T3" fmla="*/ 742 h 131"/>
                  <a:gd name="T4" fmla="*/ 164 w 39"/>
                  <a:gd name="T5" fmla="*/ 1556 h 131"/>
                  <a:gd name="T6" fmla="*/ 471 w 39"/>
                  <a:gd name="T7" fmla="*/ 2324 h 131"/>
                  <a:gd name="T8" fmla="*/ 709 w 39"/>
                  <a:gd name="T9" fmla="*/ 3049 h 131"/>
                  <a:gd name="T10" fmla="*/ 925 w 39"/>
                  <a:gd name="T11" fmla="*/ 2672 h 131"/>
                  <a:gd name="T12" fmla="*/ 784 w 39"/>
                  <a:gd name="T13" fmla="*/ 2004 h 131"/>
                  <a:gd name="T14" fmla="*/ 405 w 39"/>
                  <a:gd name="T15" fmla="*/ 1467 h 131"/>
                  <a:gd name="T16" fmla="*/ 353 w 39"/>
                  <a:gd name="T17" fmla="*/ 1142 h 131"/>
                  <a:gd name="T18" fmla="*/ 215 w 39"/>
                  <a:gd name="T19" fmla="*/ 1002 h 131"/>
                  <a:gd name="T20" fmla="*/ 164 w 39"/>
                  <a:gd name="T21" fmla="*/ 188 h 1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131">
                    <a:moveTo>
                      <a:pt x="9" y="0"/>
                    </a:moveTo>
                    <a:cubicBezTo>
                      <a:pt x="4" y="12"/>
                      <a:pt x="0" y="18"/>
                      <a:pt x="0" y="32"/>
                    </a:cubicBezTo>
                    <a:cubicBezTo>
                      <a:pt x="0" y="44"/>
                      <a:pt x="3" y="56"/>
                      <a:pt x="7" y="67"/>
                    </a:cubicBezTo>
                    <a:cubicBezTo>
                      <a:pt x="11" y="78"/>
                      <a:pt x="16" y="89"/>
                      <a:pt x="20" y="100"/>
                    </a:cubicBezTo>
                    <a:cubicBezTo>
                      <a:pt x="23" y="110"/>
                      <a:pt x="24" y="123"/>
                      <a:pt x="30" y="131"/>
                    </a:cubicBezTo>
                    <a:cubicBezTo>
                      <a:pt x="34" y="127"/>
                      <a:pt x="35" y="120"/>
                      <a:pt x="39" y="115"/>
                    </a:cubicBezTo>
                    <a:cubicBezTo>
                      <a:pt x="26" y="114"/>
                      <a:pt x="29" y="94"/>
                      <a:pt x="33" y="86"/>
                    </a:cubicBezTo>
                    <a:cubicBezTo>
                      <a:pt x="23" y="81"/>
                      <a:pt x="19" y="74"/>
                      <a:pt x="17" y="63"/>
                    </a:cubicBezTo>
                    <a:cubicBezTo>
                      <a:pt x="16" y="59"/>
                      <a:pt x="17" y="52"/>
                      <a:pt x="15" y="49"/>
                    </a:cubicBezTo>
                    <a:cubicBezTo>
                      <a:pt x="14" y="46"/>
                      <a:pt x="11" y="46"/>
                      <a:pt x="9" y="43"/>
                    </a:cubicBezTo>
                    <a:cubicBezTo>
                      <a:pt x="2" y="30"/>
                      <a:pt x="5" y="22"/>
                      <a:pt x="7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8" name="Freeform 27">
                <a:extLst>
                  <a:ext uri="{FF2B5EF4-FFF2-40B4-BE49-F238E27FC236}">
                    <a16:creationId xmlns:a16="http://schemas.microsoft.com/office/drawing/2014/main" id="{4A4A922A-AACA-466F-8714-FE382B1C1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377"/>
                <a:ext cx="48" cy="523"/>
              </a:xfrm>
              <a:custGeom>
                <a:avLst/>
                <a:gdLst>
                  <a:gd name="T0" fmla="*/ 158 w 17"/>
                  <a:gd name="T1" fmla="*/ 0 h 183"/>
                  <a:gd name="T2" fmla="*/ 136 w 17"/>
                  <a:gd name="T3" fmla="*/ 2075 h 183"/>
                  <a:gd name="T4" fmla="*/ 200 w 17"/>
                  <a:gd name="T5" fmla="*/ 3152 h 183"/>
                  <a:gd name="T6" fmla="*/ 184 w 17"/>
                  <a:gd name="T7" fmla="*/ 4273 h 183"/>
                  <a:gd name="T8" fmla="*/ 336 w 17"/>
                  <a:gd name="T9" fmla="*/ 2989 h 183"/>
                  <a:gd name="T10" fmla="*/ 319 w 17"/>
                  <a:gd name="T11" fmla="*/ 2589 h 183"/>
                  <a:gd name="T12" fmla="*/ 294 w 17"/>
                  <a:gd name="T13" fmla="*/ 2009 h 183"/>
                  <a:gd name="T14" fmla="*/ 223 w 17"/>
                  <a:gd name="T15" fmla="*/ 1609 h 183"/>
                  <a:gd name="T16" fmla="*/ 248 w 17"/>
                  <a:gd name="T17" fmla="*/ 1235 h 183"/>
                  <a:gd name="T18" fmla="*/ 158 w 17"/>
                  <a:gd name="T19" fmla="*/ 440 h 1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183">
                    <a:moveTo>
                      <a:pt x="7" y="0"/>
                    </a:moveTo>
                    <a:cubicBezTo>
                      <a:pt x="3" y="31"/>
                      <a:pt x="3" y="58"/>
                      <a:pt x="6" y="89"/>
                    </a:cubicBezTo>
                    <a:cubicBezTo>
                      <a:pt x="8" y="105"/>
                      <a:pt x="8" y="120"/>
                      <a:pt x="9" y="135"/>
                    </a:cubicBezTo>
                    <a:cubicBezTo>
                      <a:pt x="10" y="150"/>
                      <a:pt x="5" y="169"/>
                      <a:pt x="8" y="183"/>
                    </a:cubicBezTo>
                    <a:cubicBezTo>
                      <a:pt x="10" y="165"/>
                      <a:pt x="12" y="146"/>
                      <a:pt x="15" y="128"/>
                    </a:cubicBezTo>
                    <a:cubicBezTo>
                      <a:pt x="16" y="119"/>
                      <a:pt x="17" y="119"/>
                      <a:pt x="14" y="111"/>
                    </a:cubicBezTo>
                    <a:cubicBezTo>
                      <a:pt x="11" y="102"/>
                      <a:pt x="12" y="94"/>
                      <a:pt x="13" y="86"/>
                    </a:cubicBezTo>
                    <a:cubicBezTo>
                      <a:pt x="13" y="79"/>
                      <a:pt x="11" y="76"/>
                      <a:pt x="10" y="69"/>
                    </a:cubicBezTo>
                    <a:cubicBezTo>
                      <a:pt x="9" y="63"/>
                      <a:pt x="12" y="58"/>
                      <a:pt x="11" y="53"/>
                    </a:cubicBezTo>
                    <a:cubicBezTo>
                      <a:pt x="10" y="42"/>
                      <a:pt x="0" y="31"/>
                      <a:pt x="7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9" name="Freeform 28">
                <a:extLst>
                  <a:ext uri="{FF2B5EF4-FFF2-40B4-BE49-F238E27FC236}">
                    <a16:creationId xmlns:a16="http://schemas.microsoft.com/office/drawing/2014/main" id="{470F9722-49D0-4FCE-B957-4C48F2E11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803"/>
                <a:ext cx="85" cy="226"/>
              </a:xfrm>
              <a:custGeom>
                <a:avLst/>
                <a:gdLst>
                  <a:gd name="T0" fmla="*/ 683 w 30"/>
                  <a:gd name="T1" fmla="*/ 0 h 79"/>
                  <a:gd name="T2" fmla="*/ 272 w 30"/>
                  <a:gd name="T3" fmla="*/ 893 h 79"/>
                  <a:gd name="T4" fmla="*/ 0 w 30"/>
                  <a:gd name="T5" fmla="*/ 1851 h 79"/>
                  <a:gd name="T6" fmla="*/ 434 w 30"/>
                  <a:gd name="T7" fmla="*/ 1219 h 79"/>
                  <a:gd name="T8" fmla="*/ 547 w 30"/>
                  <a:gd name="T9" fmla="*/ 589 h 79"/>
                  <a:gd name="T10" fmla="*/ 657 w 30"/>
                  <a:gd name="T11" fmla="*/ 189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79">
                    <a:moveTo>
                      <a:pt x="30" y="0"/>
                    </a:moveTo>
                    <a:cubicBezTo>
                      <a:pt x="20" y="11"/>
                      <a:pt x="17" y="24"/>
                      <a:pt x="12" y="38"/>
                    </a:cubicBezTo>
                    <a:cubicBezTo>
                      <a:pt x="8" y="52"/>
                      <a:pt x="1" y="65"/>
                      <a:pt x="0" y="79"/>
                    </a:cubicBezTo>
                    <a:cubicBezTo>
                      <a:pt x="2" y="69"/>
                      <a:pt x="8" y="56"/>
                      <a:pt x="19" y="52"/>
                    </a:cubicBezTo>
                    <a:cubicBezTo>
                      <a:pt x="15" y="39"/>
                      <a:pt x="20" y="37"/>
                      <a:pt x="24" y="25"/>
                    </a:cubicBezTo>
                    <a:cubicBezTo>
                      <a:pt x="26" y="19"/>
                      <a:pt x="24" y="13"/>
                      <a:pt x="2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0" name="Freeform 29">
                <a:extLst>
                  <a:ext uri="{FF2B5EF4-FFF2-40B4-BE49-F238E27FC236}">
                    <a16:creationId xmlns:a16="http://schemas.microsoft.com/office/drawing/2014/main" id="{6B202448-3C0D-412E-8040-4B85C43D3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3106"/>
                <a:ext cx="163" cy="178"/>
              </a:xfrm>
              <a:custGeom>
                <a:avLst/>
                <a:gdLst>
                  <a:gd name="T0" fmla="*/ 0 w 57"/>
                  <a:gd name="T1" fmla="*/ 1467 h 62"/>
                  <a:gd name="T2" fmla="*/ 563 w 57"/>
                  <a:gd name="T3" fmla="*/ 520 h 62"/>
                  <a:gd name="T4" fmla="*/ 1333 w 57"/>
                  <a:gd name="T5" fmla="*/ 0 h 62"/>
                  <a:gd name="T6" fmla="*/ 915 w 57"/>
                  <a:gd name="T7" fmla="*/ 471 h 62"/>
                  <a:gd name="T8" fmla="*/ 678 w 57"/>
                  <a:gd name="T9" fmla="*/ 660 h 62"/>
                  <a:gd name="T10" fmla="*/ 466 w 57"/>
                  <a:gd name="T11" fmla="*/ 824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62">
                    <a:moveTo>
                      <a:pt x="0" y="62"/>
                    </a:moveTo>
                    <a:cubicBezTo>
                      <a:pt x="10" y="50"/>
                      <a:pt x="14" y="34"/>
                      <a:pt x="24" y="22"/>
                    </a:cubicBezTo>
                    <a:cubicBezTo>
                      <a:pt x="33" y="11"/>
                      <a:pt x="44" y="6"/>
                      <a:pt x="57" y="0"/>
                    </a:cubicBezTo>
                    <a:cubicBezTo>
                      <a:pt x="50" y="3"/>
                      <a:pt x="39" y="11"/>
                      <a:pt x="39" y="20"/>
                    </a:cubicBezTo>
                    <a:cubicBezTo>
                      <a:pt x="34" y="11"/>
                      <a:pt x="28" y="22"/>
                      <a:pt x="29" y="28"/>
                    </a:cubicBezTo>
                    <a:cubicBezTo>
                      <a:pt x="24" y="28"/>
                      <a:pt x="21" y="30"/>
                      <a:pt x="20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1" name="Freeform 30">
                <a:extLst>
                  <a:ext uri="{FF2B5EF4-FFF2-40B4-BE49-F238E27FC236}">
                    <a16:creationId xmlns:a16="http://schemas.microsoft.com/office/drawing/2014/main" id="{407EA026-43F5-4CD7-9B63-256B98C1D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149"/>
                <a:ext cx="163" cy="204"/>
              </a:xfrm>
              <a:custGeom>
                <a:avLst/>
                <a:gdLst>
                  <a:gd name="T0" fmla="*/ 49 w 57"/>
                  <a:gd name="T1" fmla="*/ 0 h 71"/>
                  <a:gd name="T2" fmla="*/ 277 w 57"/>
                  <a:gd name="T3" fmla="*/ 1213 h 71"/>
                  <a:gd name="T4" fmla="*/ 1333 w 57"/>
                  <a:gd name="T5" fmla="*/ 1661 h 71"/>
                  <a:gd name="T6" fmla="*/ 844 w 57"/>
                  <a:gd name="T7" fmla="*/ 1279 h 71"/>
                  <a:gd name="T8" fmla="*/ 418 w 57"/>
                  <a:gd name="T9" fmla="*/ 1040 h 71"/>
                  <a:gd name="T10" fmla="*/ 237 w 57"/>
                  <a:gd name="T11" fmla="*/ 661 h 71"/>
                  <a:gd name="T12" fmla="*/ 74 w 57"/>
                  <a:gd name="T13" fmla="*/ 92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71">
                    <a:moveTo>
                      <a:pt x="2" y="0"/>
                    </a:moveTo>
                    <a:cubicBezTo>
                      <a:pt x="2" y="18"/>
                      <a:pt x="0" y="35"/>
                      <a:pt x="12" y="51"/>
                    </a:cubicBezTo>
                    <a:cubicBezTo>
                      <a:pt x="24" y="67"/>
                      <a:pt x="37" y="70"/>
                      <a:pt x="57" y="70"/>
                    </a:cubicBezTo>
                    <a:cubicBezTo>
                      <a:pt x="49" y="71"/>
                      <a:pt x="28" y="66"/>
                      <a:pt x="36" y="54"/>
                    </a:cubicBezTo>
                    <a:cubicBezTo>
                      <a:pt x="27" y="64"/>
                      <a:pt x="17" y="54"/>
                      <a:pt x="18" y="44"/>
                    </a:cubicBezTo>
                    <a:cubicBezTo>
                      <a:pt x="8" y="44"/>
                      <a:pt x="11" y="34"/>
                      <a:pt x="10" y="28"/>
                    </a:cubicBezTo>
                    <a:cubicBezTo>
                      <a:pt x="7" y="19"/>
                      <a:pt x="2" y="14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2" name="Freeform 31">
                <a:extLst>
                  <a:ext uri="{FF2B5EF4-FFF2-40B4-BE49-F238E27FC236}">
                    <a16:creationId xmlns:a16="http://schemas.microsoft.com/office/drawing/2014/main" id="{B2C430E2-B402-4638-B605-2E2645B48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364"/>
                <a:ext cx="286" cy="86"/>
              </a:xfrm>
              <a:custGeom>
                <a:avLst/>
                <a:gdLst>
                  <a:gd name="T0" fmla="*/ 0 w 100"/>
                  <a:gd name="T1" fmla="*/ 378 h 30"/>
                  <a:gd name="T2" fmla="*/ 1359 w 100"/>
                  <a:gd name="T3" fmla="*/ 189 h 30"/>
                  <a:gd name="T4" fmla="*/ 2013 w 100"/>
                  <a:gd name="T5" fmla="*/ 140 h 30"/>
                  <a:gd name="T6" fmla="*/ 2339 w 100"/>
                  <a:gd name="T7" fmla="*/ 708 h 30"/>
                  <a:gd name="T8" fmla="*/ 1848 w 100"/>
                  <a:gd name="T9" fmla="*/ 427 h 30"/>
                  <a:gd name="T10" fmla="*/ 1496 w 100"/>
                  <a:gd name="T11" fmla="*/ 493 h 30"/>
                  <a:gd name="T12" fmla="*/ 1195 w 100"/>
                  <a:gd name="T13" fmla="*/ 27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30">
                    <a:moveTo>
                      <a:pt x="0" y="16"/>
                    </a:moveTo>
                    <a:cubicBezTo>
                      <a:pt x="20" y="11"/>
                      <a:pt x="38" y="10"/>
                      <a:pt x="58" y="8"/>
                    </a:cubicBezTo>
                    <a:cubicBezTo>
                      <a:pt x="66" y="7"/>
                      <a:pt x="78" y="3"/>
                      <a:pt x="86" y="6"/>
                    </a:cubicBezTo>
                    <a:cubicBezTo>
                      <a:pt x="94" y="10"/>
                      <a:pt x="99" y="21"/>
                      <a:pt x="100" y="30"/>
                    </a:cubicBezTo>
                    <a:cubicBezTo>
                      <a:pt x="95" y="25"/>
                      <a:pt x="86" y="0"/>
                      <a:pt x="79" y="18"/>
                    </a:cubicBezTo>
                    <a:cubicBezTo>
                      <a:pt x="75" y="9"/>
                      <a:pt x="68" y="15"/>
                      <a:pt x="64" y="21"/>
                    </a:cubicBezTo>
                    <a:cubicBezTo>
                      <a:pt x="65" y="13"/>
                      <a:pt x="57" y="13"/>
                      <a:pt x="5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3" name="Freeform 32">
                <a:extLst>
                  <a:ext uri="{FF2B5EF4-FFF2-40B4-BE49-F238E27FC236}">
                    <a16:creationId xmlns:a16="http://schemas.microsoft.com/office/drawing/2014/main" id="{96E7EC10-BBE9-4E70-BD06-36AAF32A0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204"/>
                <a:ext cx="83" cy="163"/>
              </a:xfrm>
              <a:custGeom>
                <a:avLst/>
                <a:gdLst>
                  <a:gd name="T0" fmla="*/ 681 w 29"/>
                  <a:gd name="T1" fmla="*/ 74 h 57"/>
                  <a:gd name="T2" fmla="*/ 326 w 29"/>
                  <a:gd name="T3" fmla="*/ 466 h 57"/>
                  <a:gd name="T4" fmla="*/ 0 w 29"/>
                  <a:gd name="T5" fmla="*/ 1095 h 57"/>
                  <a:gd name="T6" fmla="*/ 278 w 29"/>
                  <a:gd name="T7" fmla="*/ 1333 h 57"/>
                  <a:gd name="T8" fmla="*/ 352 w 29"/>
                  <a:gd name="T9" fmla="*/ 844 h 57"/>
                  <a:gd name="T10" fmla="*/ 492 w 29"/>
                  <a:gd name="T11" fmla="*/ 515 h 57"/>
                  <a:gd name="T12" fmla="*/ 564 w 29"/>
                  <a:gd name="T13" fmla="*/ 163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57">
                    <a:moveTo>
                      <a:pt x="29" y="3"/>
                    </a:moveTo>
                    <a:cubicBezTo>
                      <a:pt x="16" y="0"/>
                      <a:pt x="17" y="12"/>
                      <a:pt x="14" y="20"/>
                    </a:cubicBezTo>
                    <a:cubicBezTo>
                      <a:pt x="11" y="29"/>
                      <a:pt x="1" y="38"/>
                      <a:pt x="0" y="47"/>
                    </a:cubicBezTo>
                    <a:cubicBezTo>
                      <a:pt x="4" y="50"/>
                      <a:pt x="10" y="52"/>
                      <a:pt x="12" y="57"/>
                    </a:cubicBezTo>
                    <a:cubicBezTo>
                      <a:pt x="6" y="50"/>
                      <a:pt x="5" y="40"/>
                      <a:pt x="15" y="36"/>
                    </a:cubicBezTo>
                    <a:cubicBezTo>
                      <a:pt x="13" y="30"/>
                      <a:pt x="14" y="24"/>
                      <a:pt x="21" y="22"/>
                    </a:cubicBezTo>
                    <a:cubicBezTo>
                      <a:pt x="19" y="18"/>
                      <a:pt x="16" y="7"/>
                      <a:pt x="2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4" name="Freeform 33">
                <a:extLst>
                  <a:ext uri="{FF2B5EF4-FFF2-40B4-BE49-F238E27FC236}">
                    <a16:creationId xmlns:a16="http://schemas.microsoft.com/office/drawing/2014/main" id="{AE03BAD4-11D3-41D9-ADB3-B3040BC99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993"/>
                <a:ext cx="137" cy="449"/>
              </a:xfrm>
              <a:custGeom>
                <a:avLst/>
                <a:gdLst>
                  <a:gd name="T0" fmla="*/ 1067 w 48"/>
                  <a:gd name="T1" fmla="*/ 49 h 157"/>
                  <a:gd name="T2" fmla="*/ 742 w 48"/>
                  <a:gd name="T3" fmla="*/ 1939 h 157"/>
                  <a:gd name="T4" fmla="*/ 237 w 48"/>
                  <a:gd name="T5" fmla="*/ 2643 h 157"/>
                  <a:gd name="T6" fmla="*/ 188 w 48"/>
                  <a:gd name="T7" fmla="*/ 3672 h 157"/>
                  <a:gd name="T8" fmla="*/ 465 w 48"/>
                  <a:gd name="T9" fmla="*/ 2831 h 157"/>
                  <a:gd name="T10" fmla="*/ 813 w 48"/>
                  <a:gd name="T11" fmla="*/ 2225 h 157"/>
                  <a:gd name="T12" fmla="*/ 979 w 48"/>
                  <a:gd name="T13" fmla="*/ 1521 h 157"/>
                  <a:gd name="T14" fmla="*/ 1067 w 48"/>
                  <a:gd name="T15" fmla="*/ 867 h 157"/>
                  <a:gd name="T16" fmla="*/ 1090 w 48"/>
                  <a:gd name="T17" fmla="*/ 0 h 1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157">
                    <a:moveTo>
                      <a:pt x="46" y="2"/>
                    </a:moveTo>
                    <a:cubicBezTo>
                      <a:pt x="47" y="28"/>
                      <a:pt x="40" y="58"/>
                      <a:pt x="32" y="83"/>
                    </a:cubicBezTo>
                    <a:cubicBezTo>
                      <a:pt x="27" y="96"/>
                      <a:pt x="18" y="102"/>
                      <a:pt x="10" y="113"/>
                    </a:cubicBezTo>
                    <a:cubicBezTo>
                      <a:pt x="0" y="126"/>
                      <a:pt x="5" y="142"/>
                      <a:pt x="8" y="157"/>
                    </a:cubicBezTo>
                    <a:cubicBezTo>
                      <a:pt x="9" y="150"/>
                      <a:pt x="5" y="115"/>
                      <a:pt x="20" y="121"/>
                    </a:cubicBezTo>
                    <a:cubicBezTo>
                      <a:pt x="11" y="115"/>
                      <a:pt x="32" y="101"/>
                      <a:pt x="35" y="95"/>
                    </a:cubicBezTo>
                    <a:cubicBezTo>
                      <a:pt x="41" y="84"/>
                      <a:pt x="43" y="77"/>
                      <a:pt x="42" y="65"/>
                    </a:cubicBezTo>
                    <a:cubicBezTo>
                      <a:pt x="42" y="56"/>
                      <a:pt x="45" y="46"/>
                      <a:pt x="46" y="37"/>
                    </a:cubicBezTo>
                    <a:cubicBezTo>
                      <a:pt x="47" y="28"/>
                      <a:pt x="48" y="10"/>
                      <a:pt x="4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5" name="Freeform 34">
                <a:extLst>
                  <a:ext uri="{FF2B5EF4-FFF2-40B4-BE49-F238E27FC236}">
                    <a16:creationId xmlns:a16="http://schemas.microsoft.com/office/drawing/2014/main" id="{EEC06DC9-260F-4FD2-B84D-73518FC68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174"/>
                <a:ext cx="109" cy="586"/>
              </a:xfrm>
              <a:custGeom>
                <a:avLst/>
                <a:gdLst>
                  <a:gd name="T0" fmla="*/ 898 w 38"/>
                  <a:gd name="T1" fmla="*/ 0 h 205"/>
                  <a:gd name="T2" fmla="*/ 26 w 38"/>
                  <a:gd name="T3" fmla="*/ 2238 h 205"/>
                  <a:gd name="T4" fmla="*/ 353 w 38"/>
                  <a:gd name="T5" fmla="*/ 4788 h 205"/>
                  <a:gd name="T6" fmla="*/ 304 w 38"/>
                  <a:gd name="T7" fmla="*/ 3733 h 205"/>
                  <a:gd name="T8" fmla="*/ 353 w 38"/>
                  <a:gd name="T9" fmla="*/ 3693 h 205"/>
                  <a:gd name="T10" fmla="*/ 281 w 38"/>
                  <a:gd name="T11" fmla="*/ 3547 h 205"/>
                  <a:gd name="T12" fmla="*/ 264 w 38"/>
                  <a:gd name="T13" fmla="*/ 3204 h 205"/>
                  <a:gd name="T14" fmla="*/ 215 w 38"/>
                  <a:gd name="T15" fmla="*/ 2567 h 205"/>
                  <a:gd name="T16" fmla="*/ 215 w 38"/>
                  <a:gd name="T17" fmla="*/ 2058 h 205"/>
                  <a:gd name="T18" fmla="*/ 215 w 38"/>
                  <a:gd name="T19" fmla="*/ 1544 h 205"/>
                  <a:gd name="T20" fmla="*/ 353 w 38"/>
                  <a:gd name="T21" fmla="*/ 1358 h 205"/>
                  <a:gd name="T22" fmla="*/ 404 w 38"/>
                  <a:gd name="T23" fmla="*/ 1095 h 205"/>
                  <a:gd name="T24" fmla="*/ 542 w 38"/>
                  <a:gd name="T25" fmla="*/ 655 h 20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" h="205">
                    <a:moveTo>
                      <a:pt x="38" y="0"/>
                    </a:moveTo>
                    <a:cubicBezTo>
                      <a:pt x="19" y="30"/>
                      <a:pt x="0" y="60"/>
                      <a:pt x="1" y="96"/>
                    </a:cubicBezTo>
                    <a:cubicBezTo>
                      <a:pt x="3" y="132"/>
                      <a:pt x="3" y="171"/>
                      <a:pt x="15" y="205"/>
                    </a:cubicBezTo>
                    <a:cubicBezTo>
                      <a:pt x="2" y="196"/>
                      <a:pt x="12" y="173"/>
                      <a:pt x="13" y="160"/>
                    </a:cubicBezTo>
                    <a:cubicBezTo>
                      <a:pt x="13" y="159"/>
                      <a:pt x="14" y="158"/>
                      <a:pt x="15" y="158"/>
                    </a:cubicBezTo>
                    <a:cubicBezTo>
                      <a:pt x="15" y="155"/>
                      <a:pt x="12" y="154"/>
                      <a:pt x="12" y="152"/>
                    </a:cubicBezTo>
                    <a:cubicBezTo>
                      <a:pt x="11" y="147"/>
                      <a:pt x="10" y="142"/>
                      <a:pt x="11" y="137"/>
                    </a:cubicBezTo>
                    <a:cubicBezTo>
                      <a:pt x="12" y="127"/>
                      <a:pt x="9" y="120"/>
                      <a:pt x="9" y="110"/>
                    </a:cubicBezTo>
                    <a:cubicBezTo>
                      <a:pt x="10" y="100"/>
                      <a:pt x="11" y="97"/>
                      <a:pt x="9" y="88"/>
                    </a:cubicBezTo>
                    <a:cubicBezTo>
                      <a:pt x="8" y="82"/>
                      <a:pt x="7" y="71"/>
                      <a:pt x="9" y="66"/>
                    </a:cubicBezTo>
                    <a:cubicBezTo>
                      <a:pt x="10" y="62"/>
                      <a:pt x="14" y="61"/>
                      <a:pt x="15" y="58"/>
                    </a:cubicBezTo>
                    <a:cubicBezTo>
                      <a:pt x="17" y="54"/>
                      <a:pt x="16" y="51"/>
                      <a:pt x="17" y="47"/>
                    </a:cubicBezTo>
                    <a:cubicBezTo>
                      <a:pt x="19" y="41"/>
                      <a:pt x="21" y="35"/>
                      <a:pt x="23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6" name="Freeform 35">
                <a:extLst>
                  <a:ext uri="{FF2B5EF4-FFF2-40B4-BE49-F238E27FC236}">
                    <a16:creationId xmlns:a16="http://schemas.microsoft.com/office/drawing/2014/main" id="{E472E1B5-72A8-4DD8-A5A0-1C0B67EB0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457"/>
                <a:ext cx="46" cy="283"/>
              </a:xfrm>
              <a:custGeom>
                <a:avLst/>
                <a:gdLst>
                  <a:gd name="T0" fmla="*/ 239 w 16"/>
                  <a:gd name="T1" fmla="*/ 0 h 99"/>
                  <a:gd name="T2" fmla="*/ 167 w 16"/>
                  <a:gd name="T3" fmla="*/ 1121 h 99"/>
                  <a:gd name="T4" fmla="*/ 0 w 16"/>
                  <a:gd name="T5" fmla="*/ 2313 h 99"/>
                  <a:gd name="T6" fmla="*/ 290 w 16"/>
                  <a:gd name="T7" fmla="*/ 1169 h 99"/>
                  <a:gd name="T8" fmla="*/ 190 w 16"/>
                  <a:gd name="T9" fmla="*/ 114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9">
                    <a:moveTo>
                      <a:pt x="10" y="0"/>
                    </a:moveTo>
                    <a:cubicBezTo>
                      <a:pt x="3" y="15"/>
                      <a:pt x="9" y="32"/>
                      <a:pt x="7" y="48"/>
                    </a:cubicBezTo>
                    <a:cubicBezTo>
                      <a:pt x="5" y="65"/>
                      <a:pt x="1" y="82"/>
                      <a:pt x="0" y="99"/>
                    </a:cubicBezTo>
                    <a:cubicBezTo>
                      <a:pt x="5" y="83"/>
                      <a:pt x="8" y="66"/>
                      <a:pt x="12" y="50"/>
                    </a:cubicBezTo>
                    <a:cubicBezTo>
                      <a:pt x="16" y="33"/>
                      <a:pt x="8" y="21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7" name="Freeform 36">
                <a:extLst>
                  <a:ext uri="{FF2B5EF4-FFF2-40B4-BE49-F238E27FC236}">
                    <a16:creationId xmlns:a16="http://schemas.microsoft.com/office/drawing/2014/main" id="{9F1668FB-AA24-4970-9707-A2AFE7715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936"/>
                <a:ext cx="86" cy="352"/>
              </a:xfrm>
              <a:custGeom>
                <a:avLst/>
                <a:gdLst>
                  <a:gd name="T0" fmla="*/ 708 w 30"/>
                  <a:gd name="T1" fmla="*/ 0 h 123"/>
                  <a:gd name="T2" fmla="*/ 353 w 30"/>
                  <a:gd name="T3" fmla="*/ 1434 h 123"/>
                  <a:gd name="T4" fmla="*/ 238 w 30"/>
                  <a:gd name="T5" fmla="*/ 2089 h 123"/>
                  <a:gd name="T6" fmla="*/ 75 w 30"/>
                  <a:gd name="T7" fmla="*/ 2882 h 123"/>
                  <a:gd name="T8" fmla="*/ 115 w 30"/>
                  <a:gd name="T9" fmla="*/ 2578 h 123"/>
                  <a:gd name="T10" fmla="*/ 378 w 30"/>
                  <a:gd name="T11" fmla="*/ 2226 h 123"/>
                  <a:gd name="T12" fmla="*/ 330 w 30"/>
                  <a:gd name="T13" fmla="*/ 1826 h 123"/>
                  <a:gd name="T14" fmla="*/ 444 w 30"/>
                  <a:gd name="T15" fmla="*/ 1451 h 123"/>
                  <a:gd name="T16" fmla="*/ 591 w 30"/>
                  <a:gd name="T17" fmla="*/ 867 h 123"/>
                  <a:gd name="T18" fmla="*/ 634 w 30"/>
                  <a:gd name="T19" fmla="*/ 255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123">
                    <a:moveTo>
                      <a:pt x="30" y="0"/>
                    </a:moveTo>
                    <a:cubicBezTo>
                      <a:pt x="19" y="18"/>
                      <a:pt x="19" y="41"/>
                      <a:pt x="15" y="61"/>
                    </a:cubicBezTo>
                    <a:cubicBezTo>
                      <a:pt x="14" y="70"/>
                      <a:pt x="12" y="80"/>
                      <a:pt x="10" y="89"/>
                    </a:cubicBezTo>
                    <a:cubicBezTo>
                      <a:pt x="6" y="101"/>
                      <a:pt x="0" y="111"/>
                      <a:pt x="3" y="123"/>
                    </a:cubicBezTo>
                    <a:cubicBezTo>
                      <a:pt x="4" y="119"/>
                      <a:pt x="3" y="114"/>
                      <a:pt x="5" y="110"/>
                    </a:cubicBezTo>
                    <a:cubicBezTo>
                      <a:pt x="7" y="104"/>
                      <a:pt x="14" y="100"/>
                      <a:pt x="16" y="95"/>
                    </a:cubicBezTo>
                    <a:cubicBezTo>
                      <a:pt x="17" y="89"/>
                      <a:pt x="15" y="84"/>
                      <a:pt x="14" y="78"/>
                    </a:cubicBezTo>
                    <a:cubicBezTo>
                      <a:pt x="14" y="72"/>
                      <a:pt x="17" y="68"/>
                      <a:pt x="19" y="62"/>
                    </a:cubicBezTo>
                    <a:cubicBezTo>
                      <a:pt x="21" y="54"/>
                      <a:pt x="24" y="45"/>
                      <a:pt x="25" y="37"/>
                    </a:cubicBezTo>
                    <a:cubicBezTo>
                      <a:pt x="26" y="29"/>
                      <a:pt x="24" y="21"/>
                      <a:pt x="2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8" name="Freeform 37">
                <a:extLst>
                  <a:ext uri="{FF2B5EF4-FFF2-40B4-BE49-F238E27FC236}">
                    <a16:creationId xmlns:a16="http://schemas.microsoft.com/office/drawing/2014/main" id="{F5BAFC85-67CB-4C1B-AC1C-987EC671D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790"/>
                <a:ext cx="129" cy="26"/>
              </a:xfrm>
              <a:custGeom>
                <a:avLst/>
                <a:gdLst>
                  <a:gd name="T0" fmla="*/ 0 w 45"/>
                  <a:gd name="T1" fmla="*/ 217 h 9"/>
                  <a:gd name="T2" fmla="*/ 1061 w 45"/>
                  <a:gd name="T3" fmla="*/ 10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9">
                    <a:moveTo>
                      <a:pt x="0" y="9"/>
                    </a:moveTo>
                    <a:cubicBezTo>
                      <a:pt x="15" y="0"/>
                      <a:pt x="29" y="3"/>
                      <a:pt x="4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9" name="Freeform 38">
                <a:extLst>
                  <a:ext uri="{FF2B5EF4-FFF2-40B4-BE49-F238E27FC236}">
                    <a16:creationId xmlns:a16="http://schemas.microsoft.com/office/drawing/2014/main" id="{73560239-FD27-4986-97AA-AC98667F4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195"/>
                <a:ext cx="148" cy="75"/>
              </a:xfrm>
              <a:custGeom>
                <a:avLst/>
                <a:gdLst>
                  <a:gd name="T0" fmla="*/ 0 w 52"/>
                  <a:gd name="T1" fmla="*/ 623 h 26"/>
                  <a:gd name="T2" fmla="*/ 487 w 52"/>
                  <a:gd name="T3" fmla="*/ 265 h 26"/>
                  <a:gd name="T4" fmla="*/ 1198 w 52"/>
                  <a:gd name="T5" fmla="*/ 0 h 26"/>
                  <a:gd name="T6" fmla="*/ 763 w 52"/>
                  <a:gd name="T7" fmla="*/ 433 h 26"/>
                  <a:gd name="T8" fmla="*/ 438 w 52"/>
                  <a:gd name="T9" fmla="*/ 433 h 26"/>
                  <a:gd name="T10" fmla="*/ 250 w 52"/>
                  <a:gd name="T11" fmla="*/ 38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26">
                    <a:moveTo>
                      <a:pt x="0" y="26"/>
                    </a:moveTo>
                    <a:cubicBezTo>
                      <a:pt x="7" y="16"/>
                      <a:pt x="8" y="13"/>
                      <a:pt x="21" y="11"/>
                    </a:cubicBezTo>
                    <a:cubicBezTo>
                      <a:pt x="32" y="9"/>
                      <a:pt x="41" y="6"/>
                      <a:pt x="52" y="0"/>
                    </a:cubicBezTo>
                    <a:cubicBezTo>
                      <a:pt x="45" y="3"/>
                      <a:pt x="34" y="11"/>
                      <a:pt x="33" y="18"/>
                    </a:cubicBezTo>
                    <a:cubicBezTo>
                      <a:pt x="30" y="12"/>
                      <a:pt x="23" y="14"/>
                      <a:pt x="19" y="18"/>
                    </a:cubicBezTo>
                    <a:cubicBezTo>
                      <a:pt x="16" y="15"/>
                      <a:pt x="13" y="14"/>
                      <a:pt x="1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80" name="Freeform 39">
                <a:extLst>
                  <a:ext uri="{FF2B5EF4-FFF2-40B4-BE49-F238E27FC236}">
                    <a16:creationId xmlns:a16="http://schemas.microsoft.com/office/drawing/2014/main" id="{856AAA48-A47C-48DA-AD80-5121B862F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926"/>
                <a:ext cx="377" cy="169"/>
              </a:xfrm>
              <a:custGeom>
                <a:avLst/>
                <a:gdLst>
                  <a:gd name="T0" fmla="*/ 0 w 132"/>
                  <a:gd name="T1" fmla="*/ 1386 h 59"/>
                  <a:gd name="T2" fmla="*/ 1582 w 132"/>
                  <a:gd name="T3" fmla="*/ 633 h 59"/>
                  <a:gd name="T4" fmla="*/ 2185 w 132"/>
                  <a:gd name="T5" fmla="*/ 238 h 59"/>
                  <a:gd name="T6" fmla="*/ 3076 w 132"/>
                  <a:gd name="T7" fmla="*/ 92 h 59"/>
                  <a:gd name="T8" fmla="*/ 2422 w 132"/>
                  <a:gd name="T9" fmla="*/ 444 h 59"/>
                  <a:gd name="T10" fmla="*/ 1885 w 132"/>
                  <a:gd name="T11" fmla="*/ 730 h 59"/>
                  <a:gd name="T12" fmla="*/ 1745 w 132"/>
                  <a:gd name="T13" fmla="*/ 705 h 59"/>
                  <a:gd name="T14" fmla="*/ 1559 w 132"/>
                  <a:gd name="T15" fmla="*/ 796 h 59"/>
                  <a:gd name="T16" fmla="*/ 1280 w 132"/>
                  <a:gd name="T17" fmla="*/ 756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2" h="59">
                    <a:moveTo>
                      <a:pt x="0" y="59"/>
                    </a:moveTo>
                    <a:cubicBezTo>
                      <a:pt x="17" y="38"/>
                      <a:pt x="45" y="33"/>
                      <a:pt x="68" y="27"/>
                    </a:cubicBezTo>
                    <a:cubicBezTo>
                      <a:pt x="81" y="24"/>
                      <a:pt x="83" y="14"/>
                      <a:pt x="94" y="10"/>
                    </a:cubicBezTo>
                    <a:cubicBezTo>
                      <a:pt x="105" y="5"/>
                      <a:pt x="120" y="0"/>
                      <a:pt x="132" y="4"/>
                    </a:cubicBezTo>
                    <a:cubicBezTo>
                      <a:pt x="122" y="6"/>
                      <a:pt x="105" y="6"/>
                      <a:pt x="104" y="19"/>
                    </a:cubicBezTo>
                    <a:cubicBezTo>
                      <a:pt x="88" y="15"/>
                      <a:pt x="92" y="26"/>
                      <a:pt x="81" y="31"/>
                    </a:cubicBezTo>
                    <a:cubicBezTo>
                      <a:pt x="79" y="32"/>
                      <a:pt x="77" y="29"/>
                      <a:pt x="75" y="30"/>
                    </a:cubicBezTo>
                    <a:cubicBezTo>
                      <a:pt x="74" y="30"/>
                      <a:pt x="68" y="34"/>
                      <a:pt x="67" y="34"/>
                    </a:cubicBezTo>
                    <a:cubicBezTo>
                      <a:pt x="63" y="34"/>
                      <a:pt x="60" y="33"/>
                      <a:pt x="55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81" name="Freeform 40">
                <a:extLst>
                  <a:ext uri="{FF2B5EF4-FFF2-40B4-BE49-F238E27FC236}">
                    <a16:creationId xmlns:a16="http://schemas.microsoft.com/office/drawing/2014/main" id="{96B18A18-E6DE-42A3-A81A-CE2A90C1E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390"/>
                <a:ext cx="106" cy="180"/>
              </a:xfrm>
              <a:custGeom>
                <a:avLst/>
                <a:gdLst>
                  <a:gd name="T0" fmla="*/ 871 w 37"/>
                  <a:gd name="T1" fmla="*/ 0 h 63"/>
                  <a:gd name="T2" fmla="*/ 0 w 37"/>
                  <a:gd name="T3" fmla="*/ 1469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3">
                    <a:moveTo>
                      <a:pt x="37" y="0"/>
                    </a:moveTo>
                    <a:cubicBezTo>
                      <a:pt x="18" y="18"/>
                      <a:pt x="8" y="40"/>
                      <a:pt x="0" y="6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82" name="Freeform 41">
                <a:extLst>
                  <a:ext uri="{FF2B5EF4-FFF2-40B4-BE49-F238E27FC236}">
                    <a16:creationId xmlns:a16="http://schemas.microsoft.com/office/drawing/2014/main" id="{610C6E84-D768-4B45-BBCC-568A5171E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860"/>
                <a:ext cx="89" cy="263"/>
              </a:xfrm>
              <a:custGeom>
                <a:avLst/>
                <a:gdLst>
                  <a:gd name="T0" fmla="*/ 304 w 31"/>
                  <a:gd name="T1" fmla="*/ 0 h 92"/>
                  <a:gd name="T2" fmla="*/ 141 w 31"/>
                  <a:gd name="T3" fmla="*/ 629 h 92"/>
                  <a:gd name="T4" fmla="*/ 75 w 31"/>
                  <a:gd name="T5" fmla="*/ 1218 h 92"/>
                  <a:gd name="T6" fmla="*/ 471 w 31"/>
                  <a:gd name="T7" fmla="*/ 1587 h 92"/>
                  <a:gd name="T8" fmla="*/ 660 w 31"/>
                  <a:gd name="T9" fmla="*/ 2150 h 92"/>
                  <a:gd name="T10" fmla="*/ 735 w 31"/>
                  <a:gd name="T11" fmla="*/ 1732 h 92"/>
                  <a:gd name="T12" fmla="*/ 428 w 31"/>
                  <a:gd name="T13" fmla="*/ 1095 h 92"/>
                  <a:gd name="T14" fmla="*/ 281 w 31"/>
                  <a:gd name="T15" fmla="*/ 703 h 92"/>
                  <a:gd name="T16" fmla="*/ 304 w 31"/>
                  <a:gd name="T17" fmla="*/ 26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92">
                    <a:moveTo>
                      <a:pt x="13" y="0"/>
                    </a:moveTo>
                    <a:cubicBezTo>
                      <a:pt x="7" y="8"/>
                      <a:pt x="8" y="18"/>
                      <a:pt x="6" y="27"/>
                    </a:cubicBezTo>
                    <a:cubicBezTo>
                      <a:pt x="4" y="35"/>
                      <a:pt x="0" y="43"/>
                      <a:pt x="3" y="52"/>
                    </a:cubicBezTo>
                    <a:cubicBezTo>
                      <a:pt x="7" y="59"/>
                      <a:pt x="15" y="62"/>
                      <a:pt x="20" y="68"/>
                    </a:cubicBezTo>
                    <a:cubicBezTo>
                      <a:pt x="25" y="75"/>
                      <a:pt x="26" y="83"/>
                      <a:pt x="28" y="92"/>
                    </a:cubicBezTo>
                    <a:cubicBezTo>
                      <a:pt x="28" y="86"/>
                      <a:pt x="26" y="78"/>
                      <a:pt x="31" y="74"/>
                    </a:cubicBezTo>
                    <a:cubicBezTo>
                      <a:pt x="21" y="71"/>
                      <a:pt x="15" y="56"/>
                      <a:pt x="18" y="47"/>
                    </a:cubicBezTo>
                    <a:cubicBezTo>
                      <a:pt x="5" y="45"/>
                      <a:pt x="11" y="40"/>
                      <a:pt x="12" y="30"/>
                    </a:cubicBezTo>
                    <a:cubicBezTo>
                      <a:pt x="13" y="22"/>
                      <a:pt x="13" y="9"/>
                      <a:pt x="1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83" name="Freeform 42">
                <a:extLst>
                  <a:ext uri="{FF2B5EF4-FFF2-40B4-BE49-F238E27FC236}">
                    <a16:creationId xmlns:a16="http://schemas.microsoft.com/office/drawing/2014/main" id="{1B333078-9CA7-445B-88C5-5EA6F55D4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1959"/>
                <a:ext cx="92" cy="172"/>
              </a:xfrm>
              <a:custGeom>
                <a:avLst/>
                <a:gdLst>
                  <a:gd name="T0" fmla="*/ 0 w 32"/>
                  <a:gd name="T1" fmla="*/ 0 h 60"/>
                  <a:gd name="T2" fmla="*/ 290 w 32"/>
                  <a:gd name="T3" fmla="*/ 708 h 60"/>
                  <a:gd name="T4" fmla="*/ 736 w 32"/>
                  <a:gd name="T5" fmla="*/ 1413 h 60"/>
                  <a:gd name="T6" fmla="*/ 762 w 32"/>
                  <a:gd name="T7" fmla="*/ 1012 h 60"/>
                  <a:gd name="T8" fmla="*/ 480 w 32"/>
                  <a:gd name="T9" fmla="*/ 708 h 60"/>
                  <a:gd name="T10" fmla="*/ 405 w 32"/>
                  <a:gd name="T11" fmla="*/ 708 h 60"/>
                  <a:gd name="T12" fmla="*/ 357 w 32"/>
                  <a:gd name="T13" fmla="*/ 378 h 60"/>
                  <a:gd name="T14" fmla="*/ 167 w 32"/>
                  <a:gd name="T15" fmla="*/ 115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60">
                    <a:moveTo>
                      <a:pt x="0" y="0"/>
                    </a:moveTo>
                    <a:cubicBezTo>
                      <a:pt x="8" y="8"/>
                      <a:pt x="9" y="20"/>
                      <a:pt x="12" y="30"/>
                    </a:cubicBezTo>
                    <a:cubicBezTo>
                      <a:pt x="16" y="44"/>
                      <a:pt x="21" y="50"/>
                      <a:pt x="31" y="60"/>
                    </a:cubicBezTo>
                    <a:cubicBezTo>
                      <a:pt x="26" y="54"/>
                      <a:pt x="24" y="46"/>
                      <a:pt x="32" y="43"/>
                    </a:cubicBezTo>
                    <a:cubicBezTo>
                      <a:pt x="23" y="49"/>
                      <a:pt x="18" y="38"/>
                      <a:pt x="20" y="30"/>
                    </a:cubicBezTo>
                    <a:cubicBezTo>
                      <a:pt x="19" y="30"/>
                      <a:pt x="18" y="30"/>
                      <a:pt x="17" y="30"/>
                    </a:cubicBezTo>
                    <a:cubicBezTo>
                      <a:pt x="17" y="25"/>
                      <a:pt x="17" y="21"/>
                      <a:pt x="15" y="16"/>
                    </a:cubicBezTo>
                    <a:cubicBezTo>
                      <a:pt x="12" y="12"/>
                      <a:pt x="5" y="11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84" name="Freeform 43">
                <a:extLst>
                  <a:ext uri="{FF2B5EF4-FFF2-40B4-BE49-F238E27FC236}">
                    <a16:creationId xmlns:a16="http://schemas.microsoft.com/office/drawing/2014/main" id="{ACDA8898-32A0-43FE-BB44-F2636CFC2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576"/>
                <a:ext cx="215" cy="306"/>
              </a:xfrm>
              <a:custGeom>
                <a:avLst/>
                <a:gdLst>
                  <a:gd name="T0" fmla="*/ 0 w 75"/>
                  <a:gd name="T1" fmla="*/ 2502 h 107"/>
                  <a:gd name="T2" fmla="*/ 1766 w 75"/>
                  <a:gd name="T3" fmla="*/ 0 h 107"/>
                  <a:gd name="T4" fmla="*/ 1175 w 75"/>
                  <a:gd name="T5" fmla="*/ 867 h 107"/>
                  <a:gd name="T6" fmla="*/ 1084 w 75"/>
                  <a:gd name="T7" fmla="*/ 1095 h 107"/>
                  <a:gd name="T8" fmla="*/ 969 w 75"/>
                  <a:gd name="T9" fmla="*/ 1218 h 107"/>
                  <a:gd name="T10" fmla="*/ 894 w 75"/>
                  <a:gd name="T11" fmla="*/ 1547 h 107"/>
                  <a:gd name="T12" fmla="*/ 568 w 75"/>
                  <a:gd name="T13" fmla="*/ 1825 h 107"/>
                  <a:gd name="T14" fmla="*/ 238 w 75"/>
                  <a:gd name="T15" fmla="*/ 2085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07">
                    <a:moveTo>
                      <a:pt x="0" y="107"/>
                    </a:moveTo>
                    <a:cubicBezTo>
                      <a:pt x="15" y="69"/>
                      <a:pt x="47" y="29"/>
                      <a:pt x="75" y="0"/>
                    </a:cubicBezTo>
                    <a:cubicBezTo>
                      <a:pt x="68" y="8"/>
                      <a:pt x="54" y="28"/>
                      <a:pt x="50" y="37"/>
                    </a:cubicBezTo>
                    <a:cubicBezTo>
                      <a:pt x="48" y="40"/>
                      <a:pt x="47" y="45"/>
                      <a:pt x="46" y="47"/>
                    </a:cubicBezTo>
                    <a:cubicBezTo>
                      <a:pt x="45" y="49"/>
                      <a:pt x="42" y="51"/>
                      <a:pt x="41" y="52"/>
                    </a:cubicBezTo>
                    <a:cubicBezTo>
                      <a:pt x="37" y="57"/>
                      <a:pt x="33" y="58"/>
                      <a:pt x="38" y="66"/>
                    </a:cubicBezTo>
                    <a:cubicBezTo>
                      <a:pt x="28" y="64"/>
                      <a:pt x="24" y="68"/>
                      <a:pt x="24" y="78"/>
                    </a:cubicBezTo>
                    <a:cubicBezTo>
                      <a:pt x="15" y="75"/>
                      <a:pt x="13" y="83"/>
                      <a:pt x="10" y="8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85" name="Freeform 44">
                <a:extLst>
                  <a:ext uri="{FF2B5EF4-FFF2-40B4-BE49-F238E27FC236}">
                    <a16:creationId xmlns:a16="http://schemas.microsoft.com/office/drawing/2014/main" id="{ACADF8F5-89D0-4333-ADB6-10FDF073C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627"/>
                <a:ext cx="275" cy="461"/>
              </a:xfrm>
              <a:custGeom>
                <a:avLst/>
                <a:gdLst>
                  <a:gd name="T0" fmla="*/ 2257 w 96"/>
                  <a:gd name="T1" fmla="*/ 0 h 161"/>
                  <a:gd name="T2" fmla="*/ 1527 w 96"/>
                  <a:gd name="T3" fmla="*/ 870 h 161"/>
                  <a:gd name="T4" fmla="*/ 942 w 96"/>
                  <a:gd name="T5" fmla="*/ 1738 h 161"/>
                  <a:gd name="T6" fmla="*/ 329 w 96"/>
                  <a:gd name="T7" fmla="*/ 2583 h 161"/>
                  <a:gd name="T8" fmla="*/ 115 w 96"/>
                  <a:gd name="T9" fmla="*/ 3780 h 161"/>
                  <a:gd name="T10" fmla="*/ 444 w 96"/>
                  <a:gd name="T11" fmla="*/ 3264 h 161"/>
                  <a:gd name="T12" fmla="*/ 516 w 96"/>
                  <a:gd name="T13" fmla="*/ 2746 h 161"/>
                  <a:gd name="T14" fmla="*/ 590 w 96"/>
                  <a:gd name="T15" fmla="*/ 2442 h 161"/>
                  <a:gd name="T16" fmla="*/ 942 w 96"/>
                  <a:gd name="T17" fmla="*/ 2231 h 161"/>
                  <a:gd name="T18" fmla="*/ 1149 w 96"/>
                  <a:gd name="T19" fmla="*/ 1738 h 161"/>
                  <a:gd name="T20" fmla="*/ 1246 w 96"/>
                  <a:gd name="T21" fmla="*/ 1624 h 161"/>
                  <a:gd name="T22" fmla="*/ 1338 w 96"/>
                  <a:gd name="T23" fmla="*/ 1435 h 161"/>
                  <a:gd name="T24" fmla="*/ 1813 w 96"/>
                  <a:gd name="T25" fmla="*/ 656 h 1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6" h="161">
                    <a:moveTo>
                      <a:pt x="96" y="0"/>
                    </a:moveTo>
                    <a:cubicBezTo>
                      <a:pt x="84" y="11"/>
                      <a:pt x="76" y="25"/>
                      <a:pt x="65" y="37"/>
                    </a:cubicBezTo>
                    <a:cubicBezTo>
                      <a:pt x="53" y="49"/>
                      <a:pt x="48" y="60"/>
                      <a:pt x="40" y="74"/>
                    </a:cubicBezTo>
                    <a:cubicBezTo>
                      <a:pt x="33" y="88"/>
                      <a:pt x="23" y="98"/>
                      <a:pt x="14" y="110"/>
                    </a:cubicBezTo>
                    <a:cubicBezTo>
                      <a:pt x="6" y="121"/>
                      <a:pt x="0" y="148"/>
                      <a:pt x="5" y="161"/>
                    </a:cubicBezTo>
                    <a:cubicBezTo>
                      <a:pt x="6" y="153"/>
                      <a:pt x="9" y="139"/>
                      <a:pt x="19" y="139"/>
                    </a:cubicBezTo>
                    <a:cubicBezTo>
                      <a:pt x="7" y="130"/>
                      <a:pt x="18" y="123"/>
                      <a:pt x="22" y="117"/>
                    </a:cubicBezTo>
                    <a:cubicBezTo>
                      <a:pt x="24" y="113"/>
                      <a:pt x="22" y="108"/>
                      <a:pt x="25" y="104"/>
                    </a:cubicBezTo>
                    <a:cubicBezTo>
                      <a:pt x="28" y="100"/>
                      <a:pt x="36" y="97"/>
                      <a:pt x="40" y="95"/>
                    </a:cubicBezTo>
                    <a:cubicBezTo>
                      <a:pt x="33" y="85"/>
                      <a:pt x="44" y="79"/>
                      <a:pt x="49" y="74"/>
                    </a:cubicBezTo>
                    <a:cubicBezTo>
                      <a:pt x="51" y="71"/>
                      <a:pt x="51" y="71"/>
                      <a:pt x="53" y="69"/>
                    </a:cubicBezTo>
                    <a:cubicBezTo>
                      <a:pt x="55" y="67"/>
                      <a:pt x="56" y="63"/>
                      <a:pt x="57" y="61"/>
                    </a:cubicBezTo>
                    <a:cubicBezTo>
                      <a:pt x="62" y="51"/>
                      <a:pt x="68" y="35"/>
                      <a:pt x="77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86" name="Freeform 45">
                <a:extLst>
                  <a:ext uri="{FF2B5EF4-FFF2-40B4-BE49-F238E27FC236}">
                    <a16:creationId xmlns:a16="http://schemas.microsoft.com/office/drawing/2014/main" id="{436376D3-F6FB-44A7-881E-B9691A4BD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231"/>
                <a:ext cx="275" cy="1221"/>
              </a:xfrm>
              <a:custGeom>
                <a:avLst/>
                <a:gdLst>
                  <a:gd name="T0" fmla="*/ 1994 w 96"/>
                  <a:gd name="T1" fmla="*/ 0 h 427"/>
                  <a:gd name="T2" fmla="*/ 1149 w 96"/>
                  <a:gd name="T3" fmla="*/ 2413 h 427"/>
                  <a:gd name="T4" fmla="*/ 278 w 96"/>
                  <a:gd name="T5" fmla="*/ 3157 h 427"/>
                  <a:gd name="T6" fmla="*/ 49 w 96"/>
                  <a:gd name="T7" fmla="*/ 4564 h 427"/>
                  <a:gd name="T8" fmla="*/ 92 w 96"/>
                  <a:gd name="T9" fmla="*/ 7480 h 427"/>
                  <a:gd name="T10" fmla="*/ 140 w 96"/>
                  <a:gd name="T11" fmla="*/ 9982 h 427"/>
                  <a:gd name="T12" fmla="*/ 304 w 96"/>
                  <a:gd name="T13" fmla="*/ 7295 h 427"/>
                  <a:gd name="T14" fmla="*/ 278 w 96"/>
                  <a:gd name="T15" fmla="*/ 4235 h 427"/>
                  <a:gd name="T16" fmla="*/ 467 w 96"/>
                  <a:gd name="T17" fmla="*/ 3509 h 427"/>
                  <a:gd name="T18" fmla="*/ 1132 w 96"/>
                  <a:gd name="T19" fmla="*/ 2779 h 427"/>
                  <a:gd name="T20" fmla="*/ 1994 w 96"/>
                  <a:gd name="T21" fmla="*/ 0 h 4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427">
                    <a:moveTo>
                      <a:pt x="85" y="0"/>
                    </a:moveTo>
                    <a:cubicBezTo>
                      <a:pt x="88" y="32"/>
                      <a:pt x="78" y="67"/>
                      <a:pt x="49" y="103"/>
                    </a:cubicBezTo>
                    <a:cubicBezTo>
                      <a:pt x="19" y="139"/>
                      <a:pt x="23" y="129"/>
                      <a:pt x="12" y="135"/>
                    </a:cubicBezTo>
                    <a:cubicBezTo>
                      <a:pt x="2" y="140"/>
                      <a:pt x="4" y="152"/>
                      <a:pt x="2" y="195"/>
                    </a:cubicBezTo>
                    <a:cubicBezTo>
                      <a:pt x="0" y="238"/>
                      <a:pt x="7" y="291"/>
                      <a:pt x="4" y="320"/>
                    </a:cubicBezTo>
                    <a:cubicBezTo>
                      <a:pt x="1" y="348"/>
                      <a:pt x="3" y="403"/>
                      <a:pt x="6" y="427"/>
                    </a:cubicBezTo>
                    <a:cubicBezTo>
                      <a:pt x="3" y="403"/>
                      <a:pt x="7" y="340"/>
                      <a:pt x="13" y="312"/>
                    </a:cubicBezTo>
                    <a:cubicBezTo>
                      <a:pt x="19" y="284"/>
                      <a:pt x="8" y="206"/>
                      <a:pt x="12" y="181"/>
                    </a:cubicBezTo>
                    <a:cubicBezTo>
                      <a:pt x="14" y="170"/>
                      <a:pt x="15" y="160"/>
                      <a:pt x="20" y="150"/>
                    </a:cubicBezTo>
                    <a:cubicBezTo>
                      <a:pt x="27" y="137"/>
                      <a:pt x="35" y="134"/>
                      <a:pt x="48" y="119"/>
                    </a:cubicBezTo>
                    <a:cubicBezTo>
                      <a:pt x="71" y="93"/>
                      <a:pt x="96" y="36"/>
                      <a:pt x="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87" name="Freeform 46">
                <a:extLst>
                  <a:ext uri="{FF2B5EF4-FFF2-40B4-BE49-F238E27FC236}">
                    <a16:creationId xmlns:a16="http://schemas.microsoft.com/office/drawing/2014/main" id="{1B2D1629-532A-4843-ADB3-C7822A7FE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943"/>
                <a:ext cx="128" cy="824"/>
              </a:xfrm>
              <a:custGeom>
                <a:avLst/>
                <a:gdLst>
                  <a:gd name="T0" fmla="*/ 1035 w 45"/>
                  <a:gd name="T1" fmla="*/ 0 h 288"/>
                  <a:gd name="T2" fmla="*/ 114 w 45"/>
                  <a:gd name="T3" fmla="*/ 795 h 288"/>
                  <a:gd name="T4" fmla="*/ 162 w 45"/>
                  <a:gd name="T5" fmla="*/ 3210 h 288"/>
                  <a:gd name="T6" fmla="*/ 250 w 45"/>
                  <a:gd name="T7" fmla="*/ 6747 h 288"/>
                  <a:gd name="T8" fmla="*/ 347 w 45"/>
                  <a:gd name="T9" fmla="*/ 3021 h 288"/>
                  <a:gd name="T10" fmla="*/ 324 w 45"/>
                  <a:gd name="T11" fmla="*/ 752 h 288"/>
                  <a:gd name="T12" fmla="*/ 1035 w 45"/>
                  <a:gd name="T13" fmla="*/ 0 h 2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88">
                    <a:moveTo>
                      <a:pt x="45" y="0"/>
                    </a:moveTo>
                    <a:cubicBezTo>
                      <a:pt x="30" y="4"/>
                      <a:pt x="10" y="11"/>
                      <a:pt x="5" y="34"/>
                    </a:cubicBezTo>
                    <a:cubicBezTo>
                      <a:pt x="0" y="57"/>
                      <a:pt x="8" y="84"/>
                      <a:pt x="7" y="137"/>
                    </a:cubicBezTo>
                    <a:cubicBezTo>
                      <a:pt x="6" y="190"/>
                      <a:pt x="9" y="256"/>
                      <a:pt x="11" y="288"/>
                    </a:cubicBezTo>
                    <a:cubicBezTo>
                      <a:pt x="11" y="256"/>
                      <a:pt x="15" y="151"/>
                      <a:pt x="15" y="129"/>
                    </a:cubicBezTo>
                    <a:cubicBezTo>
                      <a:pt x="15" y="107"/>
                      <a:pt x="11" y="44"/>
                      <a:pt x="14" y="32"/>
                    </a:cubicBezTo>
                    <a:cubicBezTo>
                      <a:pt x="18" y="21"/>
                      <a:pt x="22" y="2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88" name="Freeform 47">
                <a:extLst>
                  <a:ext uri="{FF2B5EF4-FFF2-40B4-BE49-F238E27FC236}">
                    <a16:creationId xmlns:a16="http://schemas.microsoft.com/office/drawing/2014/main" id="{6FD244F7-DBAE-499B-9153-B701E3259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885"/>
                <a:ext cx="180" cy="515"/>
              </a:xfrm>
              <a:custGeom>
                <a:avLst/>
                <a:gdLst>
                  <a:gd name="T0" fmla="*/ 1143 w 63"/>
                  <a:gd name="T1" fmla="*/ 0 h 180"/>
                  <a:gd name="T2" fmla="*/ 1397 w 63"/>
                  <a:gd name="T3" fmla="*/ 1082 h 180"/>
                  <a:gd name="T4" fmla="*/ 1217 w 63"/>
                  <a:gd name="T5" fmla="*/ 2292 h 180"/>
                  <a:gd name="T6" fmla="*/ 726 w 63"/>
                  <a:gd name="T7" fmla="*/ 3259 h 180"/>
                  <a:gd name="T8" fmla="*/ 49 w 63"/>
                  <a:gd name="T9" fmla="*/ 4214 h 180"/>
                  <a:gd name="T10" fmla="*/ 0 w 63"/>
                  <a:gd name="T11" fmla="*/ 3840 h 180"/>
                  <a:gd name="T12" fmla="*/ 303 w 63"/>
                  <a:gd name="T13" fmla="*/ 2907 h 180"/>
                  <a:gd name="T14" fmla="*/ 743 w 63"/>
                  <a:gd name="T15" fmla="*/ 2366 h 180"/>
                  <a:gd name="T16" fmla="*/ 906 w 63"/>
                  <a:gd name="T17" fmla="*/ 1737 h 180"/>
                  <a:gd name="T18" fmla="*/ 931 w 63"/>
                  <a:gd name="T19" fmla="*/ 1056 h 180"/>
                  <a:gd name="T20" fmla="*/ 1117 w 63"/>
                  <a:gd name="T21" fmla="*/ 49 h 1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80">
                    <a:moveTo>
                      <a:pt x="49" y="0"/>
                    </a:moveTo>
                    <a:cubicBezTo>
                      <a:pt x="56" y="16"/>
                      <a:pt x="63" y="26"/>
                      <a:pt x="60" y="46"/>
                    </a:cubicBezTo>
                    <a:cubicBezTo>
                      <a:pt x="58" y="63"/>
                      <a:pt x="57" y="82"/>
                      <a:pt x="52" y="98"/>
                    </a:cubicBezTo>
                    <a:cubicBezTo>
                      <a:pt x="47" y="113"/>
                      <a:pt x="40" y="126"/>
                      <a:pt x="31" y="139"/>
                    </a:cubicBezTo>
                    <a:cubicBezTo>
                      <a:pt x="20" y="153"/>
                      <a:pt x="9" y="163"/>
                      <a:pt x="2" y="180"/>
                    </a:cubicBezTo>
                    <a:cubicBezTo>
                      <a:pt x="2" y="175"/>
                      <a:pt x="4" y="169"/>
                      <a:pt x="0" y="164"/>
                    </a:cubicBezTo>
                    <a:cubicBezTo>
                      <a:pt x="8" y="160"/>
                      <a:pt x="32" y="129"/>
                      <a:pt x="13" y="124"/>
                    </a:cubicBezTo>
                    <a:cubicBezTo>
                      <a:pt x="24" y="127"/>
                      <a:pt x="44" y="112"/>
                      <a:pt x="32" y="101"/>
                    </a:cubicBezTo>
                    <a:cubicBezTo>
                      <a:pt x="47" y="107"/>
                      <a:pt x="44" y="81"/>
                      <a:pt x="39" y="74"/>
                    </a:cubicBezTo>
                    <a:cubicBezTo>
                      <a:pt x="48" y="66"/>
                      <a:pt x="46" y="55"/>
                      <a:pt x="40" y="45"/>
                    </a:cubicBezTo>
                    <a:cubicBezTo>
                      <a:pt x="56" y="48"/>
                      <a:pt x="49" y="9"/>
                      <a:pt x="48" y="2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89" name="Freeform 48">
                <a:extLst>
                  <a:ext uri="{FF2B5EF4-FFF2-40B4-BE49-F238E27FC236}">
                    <a16:creationId xmlns:a16="http://schemas.microsoft.com/office/drawing/2014/main" id="{AFE43125-DE6B-4285-8E30-AEFE8DEA1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365"/>
                <a:ext cx="138" cy="658"/>
              </a:xfrm>
              <a:custGeom>
                <a:avLst/>
                <a:gdLst>
                  <a:gd name="T0" fmla="*/ 595 w 48"/>
                  <a:gd name="T1" fmla="*/ 770 h 230"/>
                  <a:gd name="T2" fmla="*/ 877 w 48"/>
                  <a:gd name="T3" fmla="*/ 0 h 230"/>
                  <a:gd name="T4" fmla="*/ 926 w 48"/>
                  <a:gd name="T5" fmla="*/ 1196 h 230"/>
                  <a:gd name="T6" fmla="*/ 1026 w 48"/>
                  <a:gd name="T7" fmla="*/ 2643 h 230"/>
                  <a:gd name="T8" fmla="*/ 710 w 48"/>
                  <a:gd name="T9" fmla="*/ 5384 h 230"/>
                  <a:gd name="T10" fmla="*/ 670 w 48"/>
                  <a:gd name="T11" fmla="*/ 4781 h 230"/>
                  <a:gd name="T12" fmla="*/ 762 w 48"/>
                  <a:gd name="T13" fmla="*/ 4288 h 230"/>
                  <a:gd name="T14" fmla="*/ 834 w 48"/>
                  <a:gd name="T15" fmla="*/ 3650 h 230"/>
                  <a:gd name="T16" fmla="*/ 520 w 48"/>
                  <a:gd name="T17" fmla="*/ 3559 h 230"/>
                  <a:gd name="T18" fmla="*/ 497 w 48"/>
                  <a:gd name="T19" fmla="*/ 2503 h 230"/>
                  <a:gd name="T20" fmla="*/ 644 w 48"/>
                  <a:gd name="T21" fmla="*/ 1759 h 230"/>
                  <a:gd name="T22" fmla="*/ 290 w 48"/>
                  <a:gd name="T23" fmla="*/ 1310 h 230"/>
                  <a:gd name="T24" fmla="*/ 26 w 48"/>
                  <a:gd name="T25" fmla="*/ 867 h 230"/>
                  <a:gd name="T26" fmla="*/ 480 w 48"/>
                  <a:gd name="T27" fmla="*/ 564 h 230"/>
                  <a:gd name="T28" fmla="*/ 670 w 48"/>
                  <a:gd name="T29" fmla="*/ 770 h 2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" h="230">
                    <a:moveTo>
                      <a:pt x="25" y="33"/>
                    </a:moveTo>
                    <a:cubicBezTo>
                      <a:pt x="25" y="20"/>
                      <a:pt x="29" y="10"/>
                      <a:pt x="37" y="0"/>
                    </a:cubicBezTo>
                    <a:cubicBezTo>
                      <a:pt x="44" y="6"/>
                      <a:pt x="40" y="42"/>
                      <a:pt x="39" y="51"/>
                    </a:cubicBezTo>
                    <a:cubicBezTo>
                      <a:pt x="38" y="73"/>
                      <a:pt x="40" y="92"/>
                      <a:pt x="43" y="113"/>
                    </a:cubicBezTo>
                    <a:cubicBezTo>
                      <a:pt x="48" y="154"/>
                      <a:pt x="34" y="189"/>
                      <a:pt x="30" y="230"/>
                    </a:cubicBezTo>
                    <a:cubicBezTo>
                      <a:pt x="32" y="221"/>
                      <a:pt x="28" y="212"/>
                      <a:pt x="28" y="204"/>
                    </a:cubicBezTo>
                    <a:cubicBezTo>
                      <a:pt x="28" y="196"/>
                      <a:pt x="30" y="190"/>
                      <a:pt x="32" y="183"/>
                    </a:cubicBezTo>
                    <a:cubicBezTo>
                      <a:pt x="33" y="177"/>
                      <a:pt x="37" y="162"/>
                      <a:pt x="35" y="156"/>
                    </a:cubicBezTo>
                    <a:cubicBezTo>
                      <a:pt x="32" y="149"/>
                      <a:pt x="29" y="151"/>
                      <a:pt x="22" y="152"/>
                    </a:cubicBezTo>
                    <a:cubicBezTo>
                      <a:pt x="36" y="140"/>
                      <a:pt x="36" y="117"/>
                      <a:pt x="21" y="107"/>
                    </a:cubicBezTo>
                    <a:cubicBezTo>
                      <a:pt x="25" y="97"/>
                      <a:pt x="29" y="86"/>
                      <a:pt x="27" y="75"/>
                    </a:cubicBezTo>
                    <a:cubicBezTo>
                      <a:pt x="24" y="66"/>
                      <a:pt x="18" y="64"/>
                      <a:pt x="12" y="56"/>
                    </a:cubicBezTo>
                    <a:cubicBezTo>
                      <a:pt x="10" y="54"/>
                      <a:pt x="0" y="39"/>
                      <a:pt x="1" y="37"/>
                    </a:cubicBezTo>
                    <a:cubicBezTo>
                      <a:pt x="2" y="33"/>
                      <a:pt x="16" y="29"/>
                      <a:pt x="20" y="24"/>
                    </a:cubicBezTo>
                    <a:cubicBezTo>
                      <a:pt x="5" y="36"/>
                      <a:pt x="21" y="54"/>
                      <a:pt x="28" y="3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90" name="Freeform 49">
                <a:extLst>
                  <a:ext uri="{FF2B5EF4-FFF2-40B4-BE49-F238E27FC236}">
                    <a16:creationId xmlns:a16="http://schemas.microsoft.com/office/drawing/2014/main" id="{86988D5D-F841-43E2-BF48-17F64FF75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832"/>
                <a:ext cx="238" cy="177"/>
              </a:xfrm>
              <a:custGeom>
                <a:avLst/>
                <a:gdLst>
                  <a:gd name="T0" fmla="*/ 26 w 83"/>
                  <a:gd name="T1" fmla="*/ 0 h 62"/>
                  <a:gd name="T2" fmla="*/ 75 w 83"/>
                  <a:gd name="T3" fmla="*/ 488 h 62"/>
                  <a:gd name="T4" fmla="*/ 0 w 83"/>
                  <a:gd name="T5" fmla="*/ 928 h 62"/>
                  <a:gd name="T6" fmla="*/ 353 w 83"/>
                  <a:gd name="T7" fmla="*/ 742 h 62"/>
                  <a:gd name="T8" fmla="*/ 379 w 83"/>
                  <a:gd name="T9" fmla="*/ 1028 h 62"/>
                  <a:gd name="T10" fmla="*/ 1176 w 83"/>
                  <a:gd name="T11" fmla="*/ 1190 h 62"/>
                  <a:gd name="T12" fmla="*/ 1867 w 83"/>
                  <a:gd name="T13" fmla="*/ 1442 h 62"/>
                  <a:gd name="T14" fmla="*/ 1061 w 83"/>
                  <a:gd name="T15" fmla="*/ 580 h 62"/>
                  <a:gd name="T16" fmla="*/ 115 w 83"/>
                  <a:gd name="T17" fmla="*/ 74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62">
                    <a:moveTo>
                      <a:pt x="1" y="0"/>
                    </a:moveTo>
                    <a:cubicBezTo>
                      <a:pt x="0" y="8"/>
                      <a:pt x="3" y="14"/>
                      <a:pt x="3" y="21"/>
                    </a:cubicBezTo>
                    <a:cubicBezTo>
                      <a:pt x="3" y="27"/>
                      <a:pt x="1" y="34"/>
                      <a:pt x="0" y="40"/>
                    </a:cubicBezTo>
                    <a:cubicBezTo>
                      <a:pt x="2" y="34"/>
                      <a:pt x="9" y="32"/>
                      <a:pt x="15" y="32"/>
                    </a:cubicBezTo>
                    <a:cubicBezTo>
                      <a:pt x="17" y="36"/>
                      <a:pt x="16" y="40"/>
                      <a:pt x="16" y="44"/>
                    </a:cubicBezTo>
                    <a:cubicBezTo>
                      <a:pt x="25" y="28"/>
                      <a:pt x="45" y="38"/>
                      <a:pt x="50" y="51"/>
                    </a:cubicBezTo>
                    <a:cubicBezTo>
                      <a:pt x="61" y="45"/>
                      <a:pt x="75" y="52"/>
                      <a:pt x="79" y="62"/>
                    </a:cubicBezTo>
                    <a:cubicBezTo>
                      <a:pt x="83" y="41"/>
                      <a:pt x="61" y="31"/>
                      <a:pt x="45" y="25"/>
                    </a:cubicBezTo>
                    <a:cubicBezTo>
                      <a:pt x="35" y="21"/>
                      <a:pt x="7" y="15"/>
                      <a:pt x="5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91" name="Freeform 50">
                <a:extLst>
                  <a:ext uri="{FF2B5EF4-FFF2-40B4-BE49-F238E27FC236}">
                    <a16:creationId xmlns:a16="http://schemas.microsoft.com/office/drawing/2014/main" id="{0C344518-F8DB-40E9-AC68-ACA18DF88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302"/>
                <a:ext cx="154" cy="570"/>
              </a:xfrm>
              <a:custGeom>
                <a:avLst/>
                <a:gdLst>
                  <a:gd name="T0" fmla="*/ 553 w 54"/>
                  <a:gd name="T1" fmla="*/ 0 h 199"/>
                  <a:gd name="T2" fmla="*/ 813 w 54"/>
                  <a:gd name="T3" fmla="*/ 1057 h 199"/>
                  <a:gd name="T4" fmla="*/ 861 w 54"/>
                  <a:gd name="T5" fmla="*/ 2208 h 199"/>
                  <a:gd name="T6" fmla="*/ 927 w 54"/>
                  <a:gd name="T7" fmla="*/ 3454 h 199"/>
                  <a:gd name="T8" fmla="*/ 1229 w 54"/>
                  <a:gd name="T9" fmla="*/ 4677 h 199"/>
                  <a:gd name="T10" fmla="*/ 741 w 54"/>
                  <a:gd name="T11" fmla="*/ 3996 h 199"/>
                  <a:gd name="T12" fmla="*/ 0 w 54"/>
                  <a:gd name="T13" fmla="*/ 3240 h 199"/>
                  <a:gd name="T14" fmla="*/ 251 w 54"/>
                  <a:gd name="T15" fmla="*/ 2280 h 199"/>
                  <a:gd name="T16" fmla="*/ 302 w 54"/>
                  <a:gd name="T17" fmla="*/ 1501 h 199"/>
                  <a:gd name="T18" fmla="*/ 439 w 54"/>
                  <a:gd name="T19" fmla="*/ 705 h 199"/>
                  <a:gd name="T20" fmla="*/ 602 w 54"/>
                  <a:gd name="T21" fmla="*/ 163 h 1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199">
                    <a:moveTo>
                      <a:pt x="24" y="0"/>
                    </a:moveTo>
                    <a:cubicBezTo>
                      <a:pt x="38" y="12"/>
                      <a:pt x="34" y="29"/>
                      <a:pt x="35" y="45"/>
                    </a:cubicBezTo>
                    <a:cubicBezTo>
                      <a:pt x="36" y="62"/>
                      <a:pt x="36" y="78"/>
                      <a:pt x="37" y="94"/>
                    </a:cubicBezTo>
                    <a:cubicBezTo>
                      <a:pt x="38" y="112"/>
                      <a:pt x="37" y="130"/>
                      <a:pt x="40" y="147"/>
                    </a:cubicBezTo>
                    <a:cubicBezTo>
                      <a:pt x="45" y="165"/>
                      <a:pt x="54" y="179"/>
                      <a:pt x="53" y="199"/>
                    </a:cubicBezTo>
                    <a:cubicBezTo>
                      <a:pt x="53" y="187"/>
                      <a:pt x="47" y="170"/>
                      <a:pt x="32" y="170"/>
                    </a:cubicBezTo>
                    <a:cubicBezTo>
                      <a:pt x="43" y="149"/>
                      <a:pt x="22" y="127"/>
                      <a:pt x="0" y="138"/>
                    </a:cubicBezTo>
                    <a:cubicBezTo>
                      <a:pt x="13" y="129"/>
                      <a:pt x="29" y="110"/>
                      <a:pt x="11" y="97"/>
                    </a:cubicBezTo>
                    <a:cubicBezTo>
                      <a:pt x="27" y="95"/>
                      <a:pt x="19" y="71"/>
                      <a:pt x="13" y="64"/>
                    </a:cubicBezTo>
                    <a:cubicBezTo>
                      <a:pt x="33" y="58"/>
                      <a:pt x="18" y="41"/>
                      <a:pt x="19" y="30"/>
                    </a:cubicBezTo>
                    <a:cubicBezTo>
                      <a:pt x="21" y="21"/>
                      <a:pt x="31" y="19"/>
                      <a:pt x="26" y="7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92" name="Freeform 51">
                <a:extLst>
                  <a:ext uri="{FF2B5EF4-FFF2-40B4-BE49-F238E27FC236}">
                    <a16:creationId xmlns:a16="http://schemas.microsoft.com/office/drawing/2014/main" id="{98CF973D-8A2A-488C-95B1-9A8EF7F60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988"/>
                <a:ext cx="126" cy="314"/>
              </a:xfrm>
              <a:custGeom>
                <a:avLst/>
                <a:gdLst>
                  <a:gd name="T0" fmla="*/ 304 w 44"/>
                  <a:gd name="T1" fmla="*/ 49 h 110"/>
                  <a:gd name="T2" fmla="*/ 444 w 44"/>
                  <a:gd name="T3" fmla="*/ 677 h 110"/>
                  <a:gd name="T4" fmla="*/ 819 w 44"/>
                  <a:gd name="T5" fmla="*/ 1353 h 110"/>
                  <a:gd name="T6" fmla="*/ 444 w 44"/>
                  <a:gd name="T7" fmla="*/ 2558 h 110"/>
                  <a:gd name="T8" fmla="*/ 0 w 44"/>
                  <a:gd name="T9" fmla="*/ 2095 h 110"/>
                  <a:gd name="T10" fmla="*/ 189 w 44"/>
                  <a:gd name="T11" fmla="*/ 1305 h 110"/>
                  <a:gd name="T12" fmla="*/ 263 w 44"/>
                  <a:gd name="T13" fmla="*/ 742 h 110"/>
                  <a:gd name="T14" fmla="*/ 238 w 44"/>
                  <a:gd name="T15" fmla="*/ 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10">
                    <a:moveTo>
                      <a:pt x="13" y="2"/>
                    </a:moveTo>
                    <a:cubicBezTo>
                      <a:pt x="17" y="11"/>
                      <a:pt x="18" y="20"/>
                      <a:pt x="19" y="29"/>
                    </a:cubicBezTo>
                    <a:cubicBezTo>
                      <a:pt x="22" y="42"/>
                      <a:pt x="28" y="46"/>
                      <a:pt x="35" y="58"/>
                    </a:cubicBezTo>
                    <a:cubicBezTo>
                      <a:pt x="44" y="74"/>
                      <a:pt x="21" y="93"/>
                      <a:pt x="19" y="110"/>
                    </a:cubicBezTo>
                    <a:cubicBezTo>
                      <a:pt x="18" y="102"/>
                      <a:pt x="12" y="81"/>
                      <a:pt x="0" y="90"/>
                    </a:cubicBezTo>
                    <a:cubicBezTo>
                      <a:pt x="17" y="86"/>
                      <a:pt x="26" y="69"/>
                      <a:pt x="8" y="56"/>
                    </a:cubicBezTo>
                    <a:cubicBezTo>
                      <a:pt x="16" y="50"/>
                      <a:pt x="11" y="40"/>
                      <a:pt x="11" y="32"/>
                    </a:cubicBezTo>
                    <a:cubicBezTo>
                      <a:pt x="10" y="22"/>
                      <a:pt x="15" y="10"/>
                      <a:pt x="10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93" name="Freeform 52">
                <a:extLst>
                  <a:ext uri="{FF2B5EF4-FFF2-40B4-BE49-F238E27FC236}">
                    <a16:creationId xmlns:a16="http://schemas.microsoft.com/office/drawing/2014/main" id="{48E5628E-EC45-4687-9F1E-0BBD1070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161"/>
                <a:ext cx="301" cy="206"/>
              </a:xfrm>
              <a:custGeom>
                <a:avLst/>
                <a:gdLst>
                  <a:gd name="T0" fmla="*/ 75 w 105"/>
                  <a:gd name="T1" fmla="*/ 1285 h 72"/>
                  <a:gd name="T2" fmla="*/ 708 w 105"/>
                  <a:gd name="T3" fmla="*/ 1597 h 72"/>
                  <a:gd name="T4" fmla="*/ 1651 w 105"/>
                  <a:gd name="T5" fmla="*/ 1473 h 72"/>
                  <a:gd name="T6" fmla="*/ 2333 w 105"/>
                  <a:gd name="T7" fmla="*/ 867 h 72"/>
                  <a:gd name="T8" fmla="*/ 2474 w 105"/>
                  <a:gd name="T9" fmla="*/ 466 h 72"/>
                  <a:gd name="T10" fmla="*/ 2285 w 105"/>
                  <a:gd name="T11" fmla="*/ 0 h 72"/>
                  <a:gd name="T12" fmla="*/ 1840 w 105"/>
                  <a:gd name="T13" fmla="*/ 893 h 72"/>
                  <a:gd name="T14" fmla="*/ 1505 w 105"/>
                  <a:gd name="T15" fmla="*/ 1285 h 72"/>
                  <a:gd name="T16" fmla="*/ 1224 w 105"/>
                  <a:gd name="T17" fmla="*/ 1267 h 72"/>
                  <a:gd name="T18" fmla="*/ 986 w 105"/>
                  <a:gd name="T19" fmla="*/ 1333 h 72"/>
                  <a:gd name="T20" fmla="*/ 444 w 105"/>
                  <a:gd name="T21" fmla="*/ 1267 h 72"/>
                  <a:gd name="T22" fmla="*/ 0 w 105"/>
                  <a:gd name="T23" fmla="*/ 1170 h 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5" h="72">
                    <a:moveTo>
                      <a:pt x="3" y="55"/>
                    </a:moveTo>
                    <a:cubicBezTo>
                      <a:pt x="7" y="72"/>
                      <a:pt x="16" y="71"/>
                      <a:pt x="30" y="68"/>
                    </a:cubicBezTo>
                    <a:cubicBezTo>
                      <a:pt x="43" y="65"/>
                      <a:pt x="56" y="65"/>
                      <a:pt x="70" y="63"/>
                    </a:cubicBezTo>
                    <a:cubicBezTo>
                      <a:pt x="85" y="60"/>
                      <a:pt x="93" y="51"/>
                      <a:pt x="99" y="37"/>
                    </a:cubicBezTo>
                    <a:cubicBezTo>
                      <a:pt x="101" y="32"/>
                      <a:pt x="105" y="25"/>
                      <a:pt x="105" y="20"/>
                    </a:cubicBezTo>
                    <a:cubicBezTo>
                      <a:pt x="105" y="13"/>
                      <a:pt x="99" y="7"/>
                      <a:pt x="97" y="0"/>
                    </a:cubicBezTo>
                    <a:cubicBezTo>
                      <a:pt x="97" y="11"/>
                      <a:pt x="102" y="52"/>
                      <a:pt x="78" y="38"/>
                    </a:cubicBezTo>
                    <a:cubicBezTo>
                      <a:pt x="76" y="49"/>
                      <a:pt x="77" y="55"/>
                      <a:pt x="64" y="55"/>
                    </a:cubicBezTo>
                    <a:cubicBezTo>
                      <a:pt x="60" y="55"/>
                      <a:pt x="57" y="54"/>
                      <a:pt x="52" y="54"/>
                    </a:cubicBezTo>
                    <a:cubicBezTo>
                      <a:pt x="49" y="54"/>
                      <a:pt x="45" y="57"/>
                      <a:pt x="42" y="57"/>
                    </a:cubicBezTo>
                    <a:cubicBezTo>
                      <a:pt x="34" y="58"/>
                      <a:pt x="26" y="54"/>
                      <a:pt x="19" y="54"/>
                    </a:cubicBezTo>
                    <a:cubicBezTo>
                      <a:pt x="12" y="53"/>
                      <a:pt x="6" y="55"/>
                      <a:pt x="0" y="5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94" name="Freeform 53">
                <a:extLst>
                  <a:ext uri="{FF2B5EF4-FFF2-40B4-BE49-F238E27FC236}">
                    <a16:creationId xmlns:a16="http://schemas.microsoft.com/office/drawing/2014/main" id="{F3193BDE-AD5C-4E3D-8F7E-33DAF10B5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1990"/>
                <a:ext cx="134" cy="730"/>
              </a:xfrm>
              <a:custGeom>
                <a:avLst/>
                <a:gdLst>
                  <a:gd name="T0" fmla="*/ 1001 w 47"/>
                  <a:gd name="T1" fmla="*/ 238 h 255"/>
                  <a:gd name="T2" fmla="*/ 627 w 47"/>
                  <a:gd name="T3" fmla="*/ 1761 h 255"/>
                  <a:gd name="T4" fmla="*/ 536 w 47"/>
                  <a:gd name="T5" fmla="*/ 2468 h 255"/>
                  <a:gd name="T6" fmla="*/ 838 w 47"/>
                  <a:gd name="T7" fmla="*/ 3049 h 255"/>
                  <a:gd name="T8" fmla="*/ 576 w 47"/>
                  <a:gd name="T9" fmla="*/ 3613 h 255"/>
                  <a:gd name="T10" fmla="*/ 513 w 47"/>
                  <a:gd name="T11" fmla="*/ 4360 h 255"/>
                  <a:gd name="T12" fmla="*/ 325 w 47"/>
                  <a:gd name="T13" fmla="*/ 5983 h 255"/>
                  <a:gd name="T14" fmla="*/ 211 w 47"/>
                  <a:gd name="T15" fmla="*/ 4761 h 255"/>
                  <a:gd name="T16" fmla="*/ 211 w 47"/>
                  <a:gd name="T17" fmla="*/ 4082 h 255"/>
                  <a:gd name="T18" fmla="*/ 237 w 47"/>
                  <a:gd name="T19" fmla="*/ 3541 h 255"/>
                  <a:gd name="T20" fmla="*/ 0 w 47"/>
                  <a:gd name="T21" fmla="*/ 2837 h 255"/>
                  <a:gd name="T22" fmla="*/ 163 w 47"/>
                  <a:gd name="T23" fmla="*/ 1878 h 255"/>
                  <a:gd name="T24" fmla="*/ 465 w 47"/>
                  <a:gd name="T25" fmla="*/ 1222 h 255"/>
                  <a:gd name="T26" fmla="*/ 413 w 47"/>
                  <a:gd name="T27" fmla="*/ 770 h 255"/>
                  <a:gd name="T28" fmla="*/ 536 w 47"/>
                  <a:gd name="T29" fmla="*/ 590 h 255"/>
                  <a:gd name="T30" fmla="*/ 1089 w 47"/>
                  <a:gd name="T31" fmla="*/ 0 h 2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7" h="255">
                    <a:moveTo>
                      <a:pt x="43" y="10"/>
                    </a:moveTo>
                    <a:cubicBezTo>
                      <a:pt x="39" y="32"/>
                      <a:pt x="32" y="53"/>
                      <a:pt x="27" y="75"/>
                    </a:cubicBezTo>
                    <a:cubicBezTo>
                      <a:pt x="25" y="85"/>
                      <a:pt x="21" y="94"/>
                      <a:pt x="23" y="105"/>
                    </a:cubicBezTo>
                    <a:cubicBezTo>
                      <a:pt x="24" y="116"/>
                      <a:pt x="35" y="120"/>
                      <a:pt x="36" y="130"/>
                    </a:cubicBezTo>
                    <a:cubicBezTo>
                      <a:pt x="37" y="142"/>
                      <a:pt x="29" y="145"/>
                      <a:pt x="25" y="154"/>
                    </a:cubicBezTo>
                    <a:cubicBezTo>
                      <a:pt x="21" y="163"/>
                      <a:pt x="21" y="177"/>
                      <a:pt x="22" y="186"/>
                    </a:cubicBezTo>
                    <a:cubicBezTo>
                      <a:pt x="23" y="210"/>
                      <a:pt x="23" y="233"/>
                      <a:pt x="14" y="255"/>
                    </a:cubicBezTo>
                    <a:cubicBezTo>
                      <a:pt x="20" y="243"/>
                      <a:pt x="24" y="210"/>
                      <a:pt x="9" y="203"/>
                    </a:cubicBezTo>
                    <a:cubicBezTo>
                      <a:pt x="15" y="193"/>
                      <a:pt x="14" y="185"/>
                      <a:pt x="9" y="174"/>
                    </a:cubicBezTo>
                    <a:cubicBezTo>
                      <a:pt x="4" y="162"/>
                      <a:pt x="4" y="163"/>
                      <a:pt x="10" y="151"/>
                    </a:cubicBezTo>
                    <a:cubicBezTo>
                      <a:pt x="17" y="136"/>
                      <a:pt x="15" y="129"/>
                      <a:pt x="0" y="121"/>
                    </a:cubicBezTo>
                    <a:cubicBezTo>
                      <a:pt x="17" y="114"/>
                      <a:pt x="8" y="93"/>
                      <a:pt x="7" y="80"/>
                    </a:cubicBezTo>
                    <a:cubicBezTo>
                      <a:pt x="6" y="66"/>
                      <a:pt x="16" y="63"/>
                      <a:pt x="20" y="52"/>
                    </a:cubicBezTo>
                    <a:cubicBezTo>
                      <a:pt x="22" y="44"/>
                      <a:pt x="18" y="39"/>
                      <a:pt x="18" y="33"/>
                    </a:cubicBezTo>
                    <a:cubicBezTo>
                      <a:pt x="19" y="25"/>
                      <a:pt x="18" y="30"/>
                      <a:pt x="23" y="25"/>
                    </a:cubicBezTo>
                    <a:cubicBezTo>
                      <a:pt x="32" y="17"/>
                      <a:pt x="38" y="7"/>
                      <a:pt x="47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95" name="Freeform 54">
                <a:extLst>
                  <a:ext uri="{FF2B5EF4-FFF2-40B4-BE49-F238E27FC236}">
                    <a16:creationId xmlns:a16="http://schemas.microsoft.com/office/drawing/2014/main" id="{F563497F-BED1-4299-812A-724871633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784"/>
                <a:ext cx="109" cy="247"/>
              </a:xfrm>
              <a:custGeom>
                <a:avLst/>
                <a:gdLst>
                  <a:gd name="T0" fmla="*/ 189 w 38"/>
                  <a:gd name="T1" fmla="*/ 2036 h 86"/>
                  <a:gd name="T2" fmla="*/ 898 w 38"/>
                  <a:gd name="T3" fmla="*/ 709 h 86"/>
                  <a:gd name="T4" fmla="*/ 846 w 38"/>
                  <a:gd name="T5" fmla="*/ 0 h 86"/>
                  <a:gd name="T6" fmla="*/ 519 w 38"/>
                  <a:gd name="T7" fmla="*/ 948 h 86"/>
                  <a:gd name="T8" fmla="*/ 164 w 38"/>
                  <a:gd name="T9" fmla="*/ 1304 h 86"/>
                  <a:gd name="T10" fmla="*/ 0 w 38"/>
                  <a:gd name="T11" fmla="*/ 1965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86">
                    <a:moveTo>
                      <a:pt x="8" y="86"/>
                    </a:moveTo>
                    <a:cubicBezTo>
                      <a:pt x="21" y="68"/>
                      <a:pt x="18" y="43"/>
                      <a:pt x="38" y="30"/>
                    </a:cubicBezTo>
                    <a:cubicBezTo>
                      <a:pt x="25" y="23"/>
                      <a:pt x="35" y="10"/>
                      <a:pt x="36" y="0"/>
                    </a:cubicBezTo>
                    <a:cubicBezTo>
                      <a:pt x="26" y="11"/>
                      <a:pt x="28" y="28"/>
                      <a:pt x="22" y="40"/>
                    </a:cubicBezTo>
                    <a:cubicBezTo>
                      <a:pt x="19" y="47"/>
                      <a:pt x="11" y="48"/>
                      <a:pt x="7" y="55"/>
                    </a:cubicBezTo>
                    <a:cubicBezTo>
                      <a:pt x="2" y="63"/>
                      <a:pt x="9" y="78"/>
                      <a:pt x="0" y="8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96" name="Freeform 55">
                <a:extLst>
                  <a:ext uri="{FF2B5EF4-FFF2-40B4-BE49-F238E27FC236}">
                    <a16:creationId xmlns:a16="http://schemas.microsoft.com/office/drawing/2014/main" id="{4F7185C4-2776-4988-B0C0-D340501F2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699"/>
                <a:ext cx="103" cy="100"/>
              </a:xfrm>
              <a:custGeom>
                <a:avLst/>
                <a:gdLst>
                  <a:gd name="T0" fmla="*/ 0 w 36"/>
                  <a:gd name="T1" fmla="*/ 817 h 35"/>
                  <a:gd name="T2" fmla="*/ 844 w 36"/>
                  <a:gd name="T3" fmla="*/ 489 h 35"/>
                  <a:gd name="T4" fmla="*/ 704 w 36"/>
                  <a:gd name="T5" fmla="*/ 0 h 35"/>
                  <a:gd name="T6" fmla="*/ 655 w 36"/>
                  <a:gd name="T7" fmla="*/ 277 h 35"/>
                  <a:gd name="T8" fmla="*/ 303 w 36"/>
                  <a:gd name="T9" fmla="*/ 514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0" y="35"/>
                    </a:moveTo>
                    <a:cubicBezTo>
                      <a:pt x="12" y="27"/>
                      <a:pt x="22" y="22"/>
                      <a:pt x="36" y="21"/>
                    </a:cubicBezTo>
                    <a:cubicBezTo>
                      <a:pt x="33" y="13"/>
                      <a:pt x="28" y="10"/>
                      <a:pt x="30" y="0"/>
                    </a:cubicBezTo>
                    <a:cubicBezTo>
                      <a:pt x="29" y="3"/>
                      <a:pt x="30" y="8"/>
                      <a:pt x="28" y="12"/>
                    </a:cubicBezTo>
                    <a:cubicBezTo>
                      <a:pt x="24" y="18"/>
                      <a:pt x="16" y="16"/>
                      <a:pt x="13" y="22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97" name="Freeform 56">
                <a:extLst>
                  <a:ext uri="{FF2B5EF4-FFF2-40B4-BE49-F238E27FC236}">
                    <a16:creationId xmlns:a16="http://schemas.microsoft.com/office/drawing/2014/main" id="{EC2D9534-5D7B-45B1-B681-DA55EC442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1699"/>
                <a:ext cx="163" cy="85"/>
              </a:xfrm>
              <a:custGeom>
                <a:avLst/>
                <a:gdLst>
                  <a:gd name="T0" fmla="*/ 74 w 57"/>
                  <a:gd name="T1" fmla="*/ 224 h 30"/>
                  <a:gd name="T2" fmla="*/ 1029 w 57"/>
                  <a:gd name="T3" fmla="*/ 595 h 30"/>
                  <a:gd name="T4" fmla="*/ 1333 w 57"/>
                  <a:gd name="T5" fmla="*/ 298 h 30"/>
                  <a:gd name="T6" fmla="*/ 844 w 57"/>
                  <a:gd name="T7" fmla="*/ 434 h 30"/>
                  <a:gd name="T8" fmla="*/ 581 w 57"/>
                  <a:gd name="T9" fmla="*/ 88 h 30"/>
                  <a:gd name="T10" fmla="*/ 49 w 57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30">
                    <a:moveTo>
                      <a:pt x="3" y="10"/>
                    </a:moveTo>
                    <a:cubicBezTo>
                      <a:pt x="0" y="30"/>
                      <a:pt x="34" y="18"/>
                      <a:pt x="44" y="26"/>
                    </a:cubicBezTo>
                    <a:cubicBezTo>
                      <a:pt x="48" y="22"/>
                      <a:pt x="52" y="18"/>
                      <a:pt x="57" y="13"/>
                    </a:cubicBezTo>
                    <a:cubicBezTo>
                      <a:pt x="50" y="17"/>
                      <a:pt x="43" y="19"/>
                      <a:pt x="36" y="19"/>
                    </a:cubicBezTo>
                    <a:cubicBezTo>
                      <a:pt x="24" y="17"/>
                      <a:pt x="27" y="13"/>
                      <a:pt x="25" y="4"/>
                    </a:cubicBezTo>
                    <a:cubicBezTo>
                      <a:pt x="19" y="8"/>
                      <a:pt x="3" y="13"/>
                      <a:pt x="2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98" name="Freeform 57">
                <a:extLst>
                  <a:ext uri="{FF2B5EF4-FFF2-40B4-BE49-F238E27FC236}">
                    <a16:creationId xmlns:a16="http://schemas.microsoft.com/office/drawing/2014/main" id="{909B5DBB-35DC-4035-B969-91B997DEB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805"/>
                <a:ext cx="134" cy="517"/>
              </a:xfrm>
              <a:custGeom>
                <a:avLst/>
                <a:gdLst>
                  <a:gd name="T0" fmla="*/ 237 w 47"/>
                  <a:gd name="T1" fmla="*/ 326 h 181"/>
                  <a:gd name="T2" fmla="*/ 878 w 47"/>
                  <a:gd name="T3" fmla="*/ 1257 h 181"/>
                  <a:gd name="T4" fmla="*/ 1063 w 47"/>
                  <a:gd name="T5" fmla="*/ 2374 h 181"/>
                  <a:gd name="T6" fmla="*/ 413 w 47"/>
                  <a:gd name="T7" fmla="*/ 2936 h 181"/>
                  <a:gd name="T8" fmla="*/ 211 w 47"/>
                  <a:gd name="T9" fmla="*/ 4219 h 181"/>
                  <a:gd name="T10" fmla="*/ 188 w 47"/>
                  <a:gd name="T11" fmla="*/ 2822 h 181"/>
                  <a:gd name="T12" fmla="*/ 251 w 47"/>
                  <a:gd name="T13" fmla="*/ 2611 h 181"/>
                  <a:gd name="T14" fmla="*/ 237 w 47"/>
                  <a:gd name="T15" fmla="*/ 2496 h 181"/>
                  <a:gd name="T16" fmla="*/ 325 w 47"/>
                  <a:gd name="T17" fmla="*/ 2399 h 181"/>
                  <a:gd name="T18" fmla="*/ 465 w 47"/>
                  <a:gd name="T19" fmla="*/ 1885 h 181"/>
                  <a:gd name="T20" fmla="*/ 325 w 47"/>
                  <a:gd name="T21" fmla="*/ 1745 h 181"/>
                  <a:gd name="T22" fmla="*/ 439 w 47"/>
                  <a:gd name="T23" fmla="*/ 1468 h 181"/>
                  <a:gd name="T24" fmla="*/ 299 w 47"/>
                  <a:gd name="T25" fmla="*/ 1231 h 181"/>
                  <a:gd name="T26" fmla="*/ 211 w 47"/>
                  <a:gd name="T27" fmla="*/ 980 h 181"/>
                  <a:gd name="T28" fmla="*/ 0 w 47"/>
                  <a:gd name="T29" fmla="*/ 0 h 1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181">
                    <a:moveTo>
                      <a:pt x="10" y="14"/>
                    </a:moveTo>
                    <a:cubicBezTo>
                      <a:pt x="15" y="34"/>
                      <a:pt x="26" y="39"/>
                      <a:pt x="38" y="54"/>
                    </a:cubicBezTo>
                    <a:cubicBezTo>
                      <a:pt x="46" y="66"/>
                      <a:pt x="47" y="88"/>
                      <a:pt x="46" y="102"/>
                    </a:cubicBezTo>
                    <a:cubicBezTo>
                      <a:pt x="46" y="122"/>
                      <a:pt x="28" y="111"/>
                      <a:pt x="18" y="126"/>
                    </a:cubicBezTo>
                    <a:cubicBezTo>
                      <a:pt x="6" y="143"/>
                      <a:pt x="9" y="161"/>
                      <a:pt x="9" y="181"/>
                    </a:cubicBezTo>
                    <a:cubicBezTo>
                      <a:pt x="2" y="161"/>
                      <a:pt x="3" y="140"/>
                      <a:pt x="8" y="121"/>
                    </a:cubicBezTo>
                    <a:cubicBezTo>
                      <a:pt x="9" y="118"/>
                      <a:pt x="10" y="115"/>
                      <a:pt x="11" y="112"/>
                    </a:cubicBezTo>
                    <a:cubicBezTo>
                      <a:pt x="12" y="111"/>
                      <a:pt x="10" y="108"/>
                      <a:pt x="10" y="107"/>
                    </a:cubicBezTo>
                    <a:cubicBezTo>
                      <a:pt x="11" y="105"/>
                      <a:pt x="13" y="105"/>
                      <a:pt x="14" y="103"/>
                    </a:cubicBezTo>
                    <a:cubicBezTo>
                      <a:pt x="18" y="95"/>
                      <a:pt x="23" y="91"/>
                      <a:pt x="20" y="81"/>
                    </a:cubicBezTo>
                    <a:cubicBezTo>
                      <a:pt x="19" y="77"/>
                      <a:pt x="14" y="79"/>
                      <a:pt x="14" y="75"/>
                    </a:cubicBezTo>
                    <a:cubicBezTo>
                      <a:pt x="14" y="71"/>
                      <a:pt x="19" y="68"/>
                      <a:pt x="19" y="63"/>
                    </a:cubicBezTo>
                    <a:cubicBezTo>
                      <a:pt x="18" y="58"/>
                      <a:pt x="15" y="57"/>
                      <a:pt x="13" y="53"/>
                    </a:cubicBezTo>
                    <a:cubicBezTo>
                      <a:pt x="9" y="47"/>
                      <a:pt x="10" y="50"/>
                      <a:pt x="9" y="42"/>
                    </a:cubicBezTo>
                    <a:cubicBezTo>
                      <a:pt x="8" y="33"/>
                      <a:pt x="9" y="5"/>
                      <a:pt x="0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99" name="Freeform 58">
                <a:extLst>
                  <a:ext uri="{FF2B5EF4-FFF2-40B4-BE49-F238E27FC236}">
                    <a16:creationId xmlns:a16="http://schemas.microsoft.com/office/drawing/2014/main" id="{2BB95281-1D26-498E-AC26-DA221A8B7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3427"/>
                <a:ext cx="309" cy="226"/>
              </a:xfrm>
              <a:custGeom>
                <a:avLst/>
                <a:gdLst>
                  <a:gd name="T0" fmla="*/ 378 w 108"/>
                  <a:gd name="T1" fmla="*/ 212 h 79"/>
                  <a:gd name="T2" fmla="*/ 2529 w 108"/>
                  <a:gd name="T3" fmla="*/ 1030 h 79"/>
                  <a:gd name="T4" fmla="*/ 2037 w 108"/>
                  <a:gd name="T5" fmla="*/ 1121 h 79"/>
                  <a:gd name="T6" fmla="*/ 1637 w 108"/>
                  <a:gd name="T7" fmla="*/ 629 h 79"/>
                  <a:gd name="T8" fmla="*/ 492 w 108"/>
                  <a:gd name="T9" fmla="*/ 0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79">
                    <a:moveTo>
                      <a:pt x="16" y="9"/>
                    </a:moveTo>
                    <a:cubicBezTo>
                      <a:pt x="0" y="33"/>
                      <a:pt x="89" y="79"/>
                      <a:pt x="108" y="44"/>
                    </a:cubicBezTo>
                    <a:cubicBezTo>
                      <a:pt x="102" y="48"/>
                      <a:pt x="95" y="50"/>
                      <a:pt x="87" y="48"/>
                    </a:cubicBezTo>
                    <a:cubicBezTo>
                      <a:pt x="72" y="45"/>
                      <a:pt x="77" y="36"/>
                      <a:pt x="70" y="27"/>
                    </a:cubicBezTo>
                    <a:cubicBezTo>
                      <a:pt x="52" y="39"/>
                      <a:pt x="22" y="21"/>
                      <a:pt x="21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00" name="Freeform 59">
                <a:extLst>
                  <a:ext uri="{FF2B5EF4-FFF2-40B4-BE49-F238E27FC236}">
                    <a16:creationId xmlns:a16="http://schemas.microsoft.com/office/drawing/2014/main" id="{FF790FA1-8BD0-463C-9C35-AB9C63EED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329"/>
                <a:ext cx="197" cy="301"/>
              </a:xfrm>
              <a:custGeom>
                <a:avLst/>
                <a:gdLst>
                  <a:gd name="T0" fmla="*/ 0 w 69"/>
                  <a:gd name="T1" fmla="*/ 2144 h 105"/>
                  <a:gd name="T2" fmla="*/ 725 w 69"/>
                  <a:gd name="T3" fmla="*/ 2359 h 105"/>
                  <a:gd name="T4" fmla="*/ 1370 w 69"/>
                  <a:gd name="T5" fmla="*/ 1766 h 105"/>
                  <a:gd name="T6" fmla="*/ 1556 w 69"/>
                  <a:gd name="T7" fmla="*/ 894 h 105"/>
                  <a:gd name="T8" fmla="*/ 1468 w 69"/>
                  <a:gd name="T9" fmla="*/ 0 h 105"/>
                  <a:gd name="T10" fmla="*/ 1093 w 69"/>
                  <a:gd name="T11" fmla="*/ 304 h 105"/>
                  <a:gd name="T12" fmla="*/ 702 w 69"/>
                  <a:gd name="T13" fmla="*/ 591 h 105"/>
                  <a:gd name="T14" fmla="*/ 677 w 69"/>
                  <a:gd name="T15" fmla="*/ 1109 h 105"/>
                  <a:gd name="T16" fmla="*/ 465 w 69"/>
                  <a:gd name="T17" fmla="*/ 1792 h 105"/>
                  <a:gd name="T18" fmla="*/ 49 w 69"/>
                  <a:gd name="T19" fmla="*/ 2070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105">
                    <a:moveTo>
                      <a:pt x="0" y="91"/>
                    </a:moveTo>
                    <a:cubicBezTo>
                      <a:pt x="11" y="100"/>
                      <a:pt x="15" y="105"/>
                      <a:pt x="31" y="100"/>
                    </a:cubicBezTo>
                    <a:cubicBezTo>
                      <a:pt x="46" y="96"/>
                      <a:pt x="56" y="89"/>
                      <a:pt x="59" y="75"/>
                    </a:cubicBezTo>
                    <a:cubicBezTo>
                      <a:pt x="61" y="63"/>
                      <a:pt x="66" y="50"/>
                      <a:pt x="67" y="38"/>
                    </a:cubicBezTo>
                    <a:cubicBezTo>
                      <a:pt x="69" y="25"/>
                      <a:pt x="65" y="13"/>
                      <a:pt x="63" y="0"/>
                    </a:cubicBezTo>
                    <a:cubicBezTo>
                      <a:pt x="57" y="5"/>
                      <a:pt x="55" y="10"/>
                      <a:pt x="47" y="13"/>
                    </a:cubicBezTo>
                    <a:cubicBezTo>
                      <a:pt x="41" y="16"/>
                      <a:pt x="33" y="19"/>
                      <a:pt x="30" y="25"/>
                    </a:cubicBezTo>
                    <a:cubicBezTo>
                      <a:pt x="47" y="26"/>
                      <a:pt x="44" y="59"/>
                      <a:pt x="29" y="47"/>
                    </a:cubicBezTo>
                    <a:cubicBezTo>
                      <a:pt x="43" y="59"/>
                      <a:pt x="33" y="72"/>
                      <a:pt x="20" y="76"/>
                    </a:cubicBezTo>
                    <a:cubicBezTo>
                      <a:pt x="7" y="80"/>
                      <a:pt x="3" y="77"/>
                      <a:pt x="2" y="88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01" name="Freeform 60">
                <a:extLst>
                  <a:ext uri="{FF2B5EF4-FFF2-40B4-BE49-F238E27FC236}">
                    <a16:creationId xmlns:a16="http://schemas.microsoft.com/office/drawing/2014/main" id="{D10DCD44-888B-4059-912E-271C5DE8E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3115"/>
                <a:ext cx="455" cy="343"/>
              </a:xfrm>
              <a:custGeom>
                <a:avLst/>
                <a:gdLst>
                  <a:gd name="T0" fmla="*/ 0 w 159"/>
                  <a:gd name="T1" fmla="*/ 0 h 120"/>
                  <a:gd name="T2" fmla="*/ 1737 w 159"/>
                  <a:gd name="T3" fmla="*/ 2009 h 120"/>
                  <a:gd name="T4" fmla="*/ 3514 w 159"/>
                  <a:gd name="T5" fmla="*/ 2638 h 120"/>
                  <a:gd name="T6" fmla="*/ 3700 w 159"/>
                  <a:gd name="T7" fmla="*/ 2312 h 120"/>
                  <a:gd name="T8" fmla="*/ 2481 w 159"/>
                  <a:gd name="T9" fmla="*/ 2009 h 120"/>
                  <a:gd name="T10" fmla="*/ 1826 w 159"/>
                  <a:gd name="T11" fmla="*/ 1218 h 120"/>
                  <a:gd name="T12" fmla="*/ 796 w 159"/>
                  <a:gd name="T13" fmla="*/ 629 h 120"/>
                  <a:gd name="T14" fmla="*/ 0 w 159"/>
                  <a:gd name="T15" fmla="*/ 0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9" h="120">
                    <a:moveTo>
                      <a:pt x="0" y="0"/>
                    </a:moveTo>
                    <a:cubicBezTo>
                      <a:pt x="1" y="25"/>
                      <a:pt x="20" y="55"/>
                      <a:pt x="74" y="86"/>
                    </a:cubicBezTo>
                    <a:cubicBezTo>
                      <a:pt x="129" y="118"/>
                      <a:pt x="141" y="120"/>
                      <a:pt x="150" y="113"/>
                    </a:cubicBezTo>
                    <a:cubicBezTo>
                      <a:pt x="159" y="107"/>
                      <a:pt x="158" y="99"/>
                      <a:pt x="158" y="99"/>
                    </a:cubicBezTo>
                    <a:cubicBezTo>
                      <a:pt x="148" y="107"/>
                      <a:pt x="105" y="97"/>
                      <a:pt x="106" y="86"/>
                    </a:cubicBezTo>
                    <a:cubicBezTo>
                      <a:pt x="91" y="86"/>
                      <a:pt x="75" y="69"/>
                      <a:pt x="78" y="52"/>
                    </a:cubicBezTo>
                    <a:cubicBezTo>
                      <a:pt x="60" y="62"/>
                      <a:pt x="29" y="41"/>
                      <a:pt x="34" y="27"/>
                    </a:cubicBezTo>
                    <a:cubicBezTo>
                      <a:pt x="17" y="33"/>
                      <a:pt x="1" y="21"/>
                      <a:pt x="0" y="0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02" name="Freeform 61">
                <a:extLst>
                  <a:ext uri="{FF2B5EF4-FFF2-40B4-BE49-F238E27FC236}">
                    <a16:creationId xmlns:a16="http://schemas.microsoft.com/office/drawing/2014/main" id="{D5E3F587-ADA2-46AA-80E2-834277DF1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442"/>
                <a:ext cx="209" cy="813"/>
              </a:xfrm>
              <a:custGeom>
                <a:avLst/>
                <a:gdLst>
                  <a:gd name="T0" fmla="*/ 0 w 73"/>
                  <a:gd name="T1" fmla="*/ 0 h 284"/>
                  <a:gd name="T2" fmla="*/ 959 w 73"/>
                  <a:gd name="T3" fmla="*/ 1148 h 284"/>
                  <a:gd name="T4" fmla="*/ 1641 w 73"/>
                  <a:gd name="T5" fmla="*/ 1992 h 284"/>
                  <a:gd name="T6" fmla="*/ 1663 w 73"/>
                  <a:gd name="T7" fmla="*/ 3590 h 284"/>
                  <a:gd name="T8" fmla="*/ 1663 w 73"/>
                  <a:gd name="T9" fmla="*/ 5113 h 284"/>
                  <a:gd name="T10" fmla="*/ 1575 w 73"/>
                  <a:gd name="T11" fmla="*/ 6661 h 284"/>
                  <a:gd name="T12" fmla="*/ 1082 w 73"/>
                  <a:gd name="T13" fmla="*/ 4506 h 284"/>
                  <a:gd name="T14" fmla="*/ 1549 w 73"/>
                  <a:gd name="T15" fmla="*/ 4197 h 284"/>
                  <a:gd name="T16" fmla="*/ 1311 w 73"/>
                  <a:gd name="T17" fmla="*/ 3075 h 284"/>
                  <a:gd name="T18" fmla="*/ 819 w 73"/>
                  <a:gd name="T19" fmla="*/ 1474 h 284"/>
                  <a:gd name="T20" fmla="*/ 0 w 73"/>
                  <a:gd name="T21" fmla="*/ 0 h 2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284">
                    <a:moveTo>
                      <a:pt x="0" y="0"/>
                    </a:moveTo>
                    <a:cubicBezTo>
                      <a:pt x="11" y="26"/>
                      <a:pt x="27" y="38"/>
                      <a:pt x="41" y="49"/>
                    </a:cubicBezTo>
                    <a:cubicBezTo>
                      <a:pt x="54" y="61"/>
                      <a:pt x="68" y="55"/>
                      <a:pt x="70" y="85"/>
                    </a:cubicBezTo>
                    <a:cubicBezTo>
                      <a:pt x="73" y="114"/>
                      <a:pt x="73" y="123"/>
                      <a:pt x="71" y="153"/>
                    </a:cubicBezTo>
                    <a:cubicBezTo>
                      <a:pt x="70" y="182"/>
                      <a:pt x="71" y="199"/>
                      <a:pt x="71" y="218"/>
                    </a:cubicBezTo>
                    <a:cubicBezTo>
                      <a:pt x="71" y="237"/>
                      <a:pt x="69" y="249"/>
                      <a:pt x="67" y="284"/>
                    </a:cubicBezTo>
                    <a:cubicBezTo>
                      <a:pt x="62" y="251"/>
                      <a:pt x="55" y="203"/>
                      <a:pt x="46" y="192"/>
                    </a:cubicBezTo>
                    <a:cubicBezTo>
                      <a:pt x="58" y="195"/>
                      <a:pt x="68" y="185"/>
                      <a:pt x="66" y="179"/>
                    </a:cubicBezTo>
                    <a:cubicBezTo>
                      <a:pt x="64" y="172"/>
                      <a:pt x="55" y="148"/>
                      <a:pt x="56" y="131"/>
                    </a:cubicBezTo>
                    <a:cubicBezTo>
                      <a:pt x="57" y="113"/>
                      <a:pt x="51" y="73"/>
                      <a:pt x="35" y="63"/>
                    </a:cubicBezTo>
                    <a:cubicBezTo>
                      <a:pt x="19" y="52"/>
                      <a:pt x="0" y="25"/>
                      <a:pt x="0" y="0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03" name="Freeform 62">
                <a:extLst>
                  <a:ext uri="{FF2B5EF4-FFF2-40B4-BE49-F238E27FC236}">
                    <a16:creationId xmlns:a16="http://schemas.microsoft.com/office/drawing/2014/main" id="{F74242E7-7E2A-4966-B720-481022EF7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239"/>
                <a:ext cx="152" cy="693"/>
              </a:xfrm>
              <a:custGeom>
                <a:avLst/>
                <a:gdLst>
                  <a:gd name="T0" fmla="*/ 617 w 53"/>
                  <a:gd name="T1" fmla="*/ 0 h 242"/>
                  <a:gd name="T2" fmla="*/ 1087 w 53"/>
                  <a:gd name="T3" fmla="*/ 682 h 242"/>
                  <a:gd name="T4" fmla="*/ 1202 w 53"/>
                  <a:gd name="T5" fmla="*/ 1412 h 242"/>
                  <a:gd name="T6" fmla="*/ 1136 w 53"/>
                  <a:gd name="T7" fmla="*/ 2887 h 242"/>
                  <a:gd name="T8" fmla="*/ 921 w 53"/>
                  <a:gd name="T9" fmla="*/ 4396 h 242"/>
                  <a:gd name="T10" fmla="*/ 657 w 53"/>
                  <a:gd name="T11" fmla="*/ 5026 h 242"/>
                  <a:gd name="T12" fmla="*/ 0 w 53"/>
                  <a:gd name="T13" fmla="*/ 5684 h 242"/>
                  <a:gd name="T14" fmla="*/ 238 w 53"/>
                  <a:gd name="T15" fmla="*/ 4321 h 242"/>
                  <a:gd name="T16" fmla="*/ 467 w 53"/>
                  <a:gd name="T17" fmla="*/ 3173 h 242"/>
                  <a:gd name="T18" fmla="*/ 780 w 53"/>
                  <a:gd name="T19" fmla="*/ 2698 h 242"/>
                  <a:gd name="T20" fmla="*/ 568 w 53"/>
                  <a:gd name="T21" fmla="*/ 2116 h 242"/>
                  <a:gd name="T22" fmla="*/ 591 w 53"/>
                  <a:gd name="T23" fmla="*/ 140 h 2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242">
                    <a:moveTo>
                      <a:pt x="26" y="0"/>
                    </a:moveTo>
                    <a:cubicBezTo>
                      <a:pt x="33" y="10"/>
                      <a:pt x="42" y="18"/>
                      <a:pt x="46" y="29"/>
                    </a:cubicBezTo>
                    <a:cubicBezTo>
                      <a:pt x="50" y="39"/>
                      <a:pt x="50" y="50"/>
                      <a:pt x="51" y="60"/>
                    </a:cubicBezTo>
                    <a:cubicBezTo>
                      <a:pt x="52" y="81"/>
                      <a:pt x="50" y="102"/>
                      <a:pt x="48" y="123"/>
                    </a:cubicBezTo>
                    <a:cubicBezTo>
                      <a:pt x="46" y="144"/>
                      <a:pt x="43" y="166"/>
                      <a:pt x="39" y="187"/>
                    </a:cubicBezTo>
                    <a:cubicBezTo>
                      <a:pt x="37" y="196"/>
                      <a:pt x="35" y="206"/>
                      <a:pt x="28" y="214"/>
                    </a:cubicBezTo>
                    <a:cubicBezTo>
                      <a:pt x="18" y="223"/>
                      <a:pt x="6" y="228"/>
                      <a:pt x="0" y="242"/>
                    </a:cubicBezTo>
                    <a:cubicBezTo>
                      <a:pt x="9" y="228"/>
                      <a:pt x="36" y="196"/>
                      <a:pt x="10" y="184"/>
                    </a:cubicBezTo>
                    <a:cubicBezTo>
                      <a:pt x="32" y="174"/>
                      <a:pt x="18" y="150"/>
                      <a:pt x="20" y="135"/>
                    </a:cubicBezTo>
                    <a:cubicBezTo>
                      <a:pt x="21" y="127"/>
                      <a:pt x="31" y="122"/>
                      <a:pt x="33" y="115"/>
                    </a:cubicBezTo>
                    <a:cubicBezTo>
                      <a:pt x="35" y="106"/>
                      <a:pt x="30" y="96"/>
                      <a:pt x="24" y="90"/>
                    </a:cubicBezTo>
                    <a:cubicBezTo>
                      <a:pt x="53" y="75"/>
                      <a:pt x="25" y="31"/>
                      <a:pt x="25" y="6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04" name="Freeform 63">
                <a:extLst>
                  <a:ext uri="{FF2B5EF4-FFF2-40B4-BE49-F238E27FC236}">
                    <a16:creationId xmlns:a16="http://schemas.microsoft.com/office/drawing/2014/main" id="{2F722CB0-4933-4B83-A804-A7E6733C6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873"/>
                <a:ext cx="74" cy="326"/>
              </a:xfrm>
              <a:custGeom>
                <a:avLst/>
                <a:gdLst>
                  <a:gd name="T0" fmla="*/ 601 w 26"/>
                  <a:gd name="T1" fmla="*/ 277 h 114"/>
                  <a:gd name="T2" fmla="*/ 413 w 26"/>
                  <a:gd name="T3" fmla="*/ 981 h 114"/>
                  <a:gd name="T4" fmla="*/ 390 w 26"/>
                  <a:gd name="T5" fmla="*/ 1587 h 114"/>
                  <a:gd name="T6" fmla="*/ 552 w 26"/>
                  <a:gd name="T7" fmla="*/ 2665 h 114"/>
                  <a:gd name="T8" fmla="*/ 26 w 26"/>
                  <a:gd name="T9" fmla="*/ 2010 h 114"/>
                  <a:gd name="T10" fmla="*/ 228 w 26"/>
                  <a:gd name="T11" fmla="*/ 1381 h 114"/>
                  <a:gd name="T12" fmla="*/ 48 w 26"/>
                  <a:gd name="T13" fmla="*/ 981 h 114"/>
                  <a:gd name="T14" fmla="*/ 390 w 26"/>
                  <a:gd name="T15" fmla="*/ 581 h 114"/>
                  <a:gd name="T16" fmla="*/ 601 w 26"/>
                  <a:gd name="T17" fmla="*/ 0 h 1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14">
                    <a:moveTo>
                      <a:pt x="26" y="12"/>
                    </a:moveTo>
                    <a:cubicBezTo>
                      <a:pt x="26" y="22"/>
                      <a:pt x="19" y="31"/>
                      <a:pt x="18" y="42"/>
                    </a:cubicBezTo>
                    <a:cubicBezTo>
                      <a:pt x="17" y="51"/>
                      <a:pt x="17" y="59"/>
                      <a:pt x="17" y="68"/>
                    </a:cubicBezTo>
                    <a:cubicBezTo>
                      <a:pt x="17" y="84"/>
                      <a:pt x="21" y="99"/>
                      <a:pt x="24" y="114"/>
                    </a:cubicBezTo>
                    <a:cubicBezTo>
                      <a:pt x="17" y="101"/>
                      <a:pt x="10" y="96"/>
                      <a:pt x="1" y="86"/>
                    </a:cubicBezTo>
                    <a:cubicBezTo>
                      <a:pt x="6" y="78"/>
                      <a:pt x="13" y="70"/>
                      <a:pt x="10" y="59"/>
                    </a:cubicBezTo>
                    <a:cubicBezTo>
                      <a:pt x="8" y="52"/>
                      <a:pt x="0" y="50"/>
                      <a:pt x="2" y="42"/>
                    </a:cubicBezTo>
                    <a:cubicBezTo>
                      <a:pt x="4" y="37"/>
                      <a:pt x="14" y="30"/>
                      <a:pt x="17" y="25"/>
                    </a:cubicBezTo>
                    <a:cubicBezTo>
                      <a:pt x="21" y="17"/>
                      <a:pt x="22" y="8"/>
                      <a:pt x="26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05" name="Freeform 64">
                <a:extLst>
                  <a:ext uri="{FF2B5EF4-FFF2-40B4-BE49-F238E27FC236}">
                    <a16:creationId xmlns:a16="http://schemas.microsoft.com/office/drawing/2014/main" id="{31689482-47EB-434A-804F-932EA5490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594"/>
                <a:ext cx="114" cy="401"/>
              </a:xfrm>
              <a:custGeom>
                <a:avLst/>
                <a:gdLst>
                  <a:gd name="T0" fmla="*/ 738 w 40"/>
                  <a:gd name="T1" fmla="*/ 0 h 140"/>
                  <a:gd name="T2" fmla="*/ 715 w 40"/>
                  <a:gd name="T3" fmla="*/ 1501 h 140"/>
                  <a:gd name="T4" fmla="*/ 373 w 40"/>
                  <a:gd name="T5" fmla="*/ 2142 h 140"/>
                  <a:gd name="T6" fmla="*/ 0 w 40"/>
                  <a:gd name="T7" fmla="*/ 3291 h 140"/>
                  <a:gd name="T8" fmla="*/ 351 w 40"/>
                  <a:gd name="T9" fmla="*/ 1716 h 140"/>
                  <a:gd name="T10" fmla="*/ 0 w 40"/>
                  <a:gd name="T11" fmla="*/ 1624 h 140"/>
                  <a:gd name="T12" fmla="*/ 624 w 40"/>
                  <a:gd name="T13" fmla="*/ 656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40">
                    <a:moveTo>
                      <a:pt x="32" y="0"/>
                    </a:moveTo>
                    <a:cubicBezTo>
                      <a:pt x="38" y="20"/>
                      <a:pt x="40" y="44"/>
                      <a:pt x="31" y="64"/>
                    </a:cubicBezTo>
                    <a:cubicBezTo>
                      <a:pt x="26" y="73"/>
                      <a:pt x="20" y="81"/>
                      <a:pt x="16" y="91"/>
                    </a:cubicBezTo>
                    <a:cubicBezTo>
                      <a:pt x="9" y="107"/>
                      <a:pt x="5" y="124"/>
                      <a:pt x="0" y="140"/>
                    </a:cubicBezTo>
                    <a:cubicBezTo>
                      <a:pt x="6" y="119"/>
                      <a:pt x="12" y="95"/>
                      <a:pt x="15" y="73"/>
                    </a:cubicBezTo>
                    <a:cubicBezTo>
                      <a:pt x="10" y="71"/>
                      <a:pt x="4" y="71"/>
                      <a:pt x="0" y="69"/>
                    </a:cubicBezTo>
                    <a:cubicBezTo>
                      <a:pt x="7" y="54"/>
                      <a:pt x="23" y="48"/>
                      <a:pt x="27" y="28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06" name="Freeform 65">
                <a:extLst>
                  <a:ext uri="{FF2B5EF4-FFF2-40B4-BE49-F238E27FC236}">
                    <a16:creationId xmlns:a16="http://schemas.microsoft.com/office/drawing/2014/main" id="{BA5A68EF-E7CA-4CF2-85A4-D28057345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454"/>
                <a:ext cx="252" cy="606"/>
              </a:xfrm>
              <a:custGeom>
                <a:avLst/>
                <a:gdLst>
                  <a:gd name="T0" fmla="*/ 1412 w 88"/>
                  <a:gd name="T1" fmla="*/ 0 h 212"/>
                  <a:gd name="T2" fmla="*/ 1294 w 88"/>
                  <a:gd name="T3" fmla="*/ 3179 h 212"/>
                  <a:gd name="T4" fmla="*/ 959 w 88"/>
                  <a:gd name="T5" fmla="*/ 4388 h 212"/>
                  <a:gd name="T6" fmla="*/ 607 w 88"/>
                  <a:gd name="T7" fmla="*/ 4862 h 212"/>
                  <a:gd name="T8" fmla="*/ 0 w 88"/>
                  <a:gd name="T9" fmla="*/ 4951 h 212"/>
                  <a:gd name="T10" fmla="*/ 796 w 88"/>
                  <a:gd name="T11" fmla="*/ 4062 h 212"/>
                  <a:gd name="T12" fmla="*/ 919 w 88"/>
                  <a:gd name="T13" fmla="*/ 3081 h 212"/>
                  <a:gd name="T14" fmla="*/ 1294 w 88"/>
                  <a:gd name="T15" fmla="*/ 2287 h 212"/>
                  <a:gd name="T16" fmla="*/ 1008 w 88"/>
                  <a:gd name="T17" fmla="*/ 1283 h 212"/>
                  <a:gd name="T18" fmla="*/ 1360 w 88"/>
                  <a:gd name="T19" fmla="*/ 769 h 212"/>
                  <a:gd name="T20" fmla="*/ 1312 w 88"/>
                  <a:gd name="T21" fmla="*/ 163 h 2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212">
                    <a:moveTo>
                      <a:pt x="60" y="0"/>
                    </a:moveTo>
                    <a:cubicBezTo>
                      <a:pt x="88" y="7"/>
                      <a:pt x="60" y="116"/>
                      <a:pt x="55" y="136"/>
                    </a:cubicBezTo>
                    <a:cubicBezTo>
                      <a:pt x="51" y="154"/>
                      <a:pt x="49" y="171"/>
                      <a:pt x="41" y="188"/>
                    </a:cubicBezTo>
                    <a:cubicBezTo>
                      <a:pt x="37" y="197"/>
                      <a:pt x="34" y="204"/>
                      <a:pt x="26" y="208"/>
                    </a:cubicBezTo>
                    <a:cubicBezTo>
                      <a:pt x="17" y="212"/>
                      <a:pt x="6" y="205"/>
                      <a:pt x="0" y="212"/>
                    </a:cubicBezTo>
                    <a:cubicBezTo>
                      <a:pt x="13" y="207"/>
                      <a:pt x="28" y="188"/>
                      <a:pt x="34" y="174"/>
                    </a:cubicBezTo>
                    <a:cubicBezTo>
                      <a:pt x="41" y="160"/>
                      <a:pt x="36" y="147"/>
                      <a:pt x="39" y="132"/>
                    </a:cubicBezTo>
                    <a:cubicBezTo>
                      <a:pt x="41" y="119"/>
                      <a:pt x="52" y="110"/>
                      <a:pt x="55" y="98"/>
                    </a:cubicBezTo>
                    <a:cubicBezTo>
                      <a:pt x="59" y="82"/>
                      <a:pt x="53" y="66"/>
                      <a:pt x="43" y="55"/>
                    </a:cubicBezTo>
                    <a:cubicBezTo>
                      <a:pt x="51" y="51"/>
                      <a:pt x="57" y="43"/>
                      <a:pt x="58" y="33"/>
                    </a:cubicBezTo>
                    <a:cubicBezTo>
                      <a:pt x="58" y="24"/>
                      <a:pt x="48" y="15"/>
                      <a:pt x="56" y="7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07" name="Freeform 66">
                <a:extLst>
                  <a:ext uri="{FF2B5EF4-FFF2-40B4-BE49-F238E27FC236}">
                    <a16:creationId xmlns:a16="http://schemas.microsoft.com/office/drawing/2014/main" id="{645BDDB2-D3D4-4374-BC2D-5DEAFE66C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696"/>
                <a:ext cx="260" cy="741"/>
              </a:xfrm>
              <a:custGeom>
                <a:avLst/>
                <a:gdLst>
                  <a:gd name="T0" fmla="*/ 0 w 91"/>
                  <a:gd name="T1" fmla="*/ 0 h 259"/>
                  <a:gd name="T2" fmla="*/ 1054 w 91"/>
                  <a:gd name="T3" fmla="*/ 1196 h 259"/>
                  <a:gd name="T4" fmla="*/ 1583 w 91"/>
                  <a:gd name="T5" fmla="*/ 2855 h 259"/>
                  <a:gd name="T6" fmla="*/ 1911 w 91"/>
                  <a:gd name="T7" fmla="*/ 4632 h 259"/>
                  <a:gd name="T8" fmla="*/ 2074 w 91"/>
                  <a:gd name="T9" fmla="*/ 5459 h 259"/>
                  <a:gd name="T10" fmla="*/ 1380 w 91"/>
                  <a:gd name="T11" fmla="*/ 6065 h 259"/>
                  <a:gd name="T12" fmla="*/ 1706 w 91"/>
                  <a:gd name="T13" fmla="*/ 5107 h 259"/>
                  <a:gd name="T14" fmla="*/ 1469 w 91"/>
                  <a:gd name="T15" fmla="*/ 4869 h 259"/>
                  <a:gd name="T16" fmla="*/ 1397 w 91"/>
                  <a:gd name="T17" fmla="*/ 4632 h 259"/>
                  <a:gd name="T18" fmla="*/ 1420 w 91"/>
                  <a:gd name="T19" fmla="*/ 4266 h 259"/>
                  <a:gd name="T20" fmla="*/ 1191 w 91"/>
                  <a:gd name="T21" fmla="*/ 3791 h 259"/>
                  <a:gd name="T22" fmla="*/ 1029 w 91"/>
                  <a:gd name="T23" fmla="*/ 3562 h 259"/>
                  <a:gd name="T24" fmla="*/ 1169 w 91"/>
                  <a:gd name="T25" fmla="*/ 3070 h 259"/>
                  <a:gd name="T26" fmla="*/ 906 w 91"/>
                  <a:gd name="T27" fmla="*/ 2292 h 259"/>
                  <a:gd name="T28" fmla="*/ 954 w 91"/>
                  <a:gd name="T29" fmla="*/ 1966 h 259"/>
                  <a:gd name="T30" fmla="*/ 769 w 91"/>
                  <a:gd name="T31" fmla="*/ 1614 h 259"/>
                  <a:gd name="T32" fmla="*/ 677 w 91"/>
                  <a:gd name="T33" fmla="*/ 867 h 259"/>
                  <a:gd name="T34" fmla="*/ 277 w 91"/>
                  <a:gd name="T35" fmla="*/ 140 h 25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1" h="259">
                    <a:moveTo>
                      <a:pt x="0" y="0"/>
                    </a:moveTo>
                    <a:cubicBezTo>
                      <a:pt x="23" y="0"/>
                      <a:pt x="39" y="33"/>
                      <a:pt x="45" y="51"/>
                    </a:cubicBezTo>
                    <a:cubicBezTo>
                      <a:pt x="52" y="76"/>
                      <a:pt x="63" y="96"/>
                      <a:pt x="68" y="122"/>
                    </a:cubicBezTo>
                    <a:cubicBezTo>
                      <a:pt x="72" y="148"/>
                      <a:pt x="77" y="173"/>
                      <a:pt x="82" y="198"/>
                    </a:cubicBezTo>
                    <a:cubicBezTo>
                      <a:pt x="85" y="208"/>
                      <a:pt x="91" y="223"/>
                      <a:pt x="89" y="233"/>
                    </a:cubicBezTo>
                    <a:cubicBezTo>
                      <a:pt x="88" y="243"/>
                      <a:pt x="68" y="258"/>
                      <a:pt x="59" y="259"/>
                    </a:cubicBezTo>
                    <a:cubicBezTo>
                      <a:pt x="67" y="248"/>
                      <a:pt x="79" y="234"/>
                      <a:pt x="73" y="218"/>
                    </a:cubicBezTo>
                    <a:cubicBezTo>
                      <a:pt x="70" y="212"/>
                      <a:pt x="66" y="212"/>
                      <a:pt x="63" y="208"/>
                    </a:cubicBezTo>
                    <a:cubicBezTo>
                      <a:pt x="60" y="203"/>
                      <a:pt x="61" y="207"/>
                      <a:pt x="60" y="198"/>
                    </a:cubicBezTo>
                    <a:cubicBezTo>
                      <a:pt x="59" y="194"/>
                      <a:pt x="62" y="188"/>
                      <a:pt x="61" y="182"/>
                    </a:cubicBezTo>
                    <a:cubicBezTo>
                      <a:pt x="60" y="174"/>
                      <a:pt x="55" y="169"/>
                      <a:pt x="51" y="162"/>
                    </a:cubicBezTo>
                    <a:cubicBezTo>
                      <a:pt x="48" y="156"/>
                      <a:pt x="45" y="157"/>
                      <a:pt x="44" y="152"/>
                    </a:cubicBezTo>
                    <a:cubicBezTo>
                      <a:pt x="43" y="146"/>
                      <a:pt x="50" y="138"/>
                      <a:pt x="50" y="131"/>
                    </a:cubicBezTo>
                    <a:cubicBezTo>
                      <a:pt x="49" y="119"/>
                      <a:pt x="41" y="109"/>
                      <a:pt x="39" y="98"/>
                    </a:cubicBezTo>
                    <a:cubicBezTo>
                      <a:pt x="39" y="93"/>
                      <a:pt x="41" y="89"/>
                      <a:pt x="41" y="84"/>
                    </a:cubicBezTo>
                    <a:cubicBezTo>
                      <a:pt x="40" y="76"/>
                      <a:pt x="36" y="75"/>
                      <a:pt x="33" y="69"/>
                    </a:cubicBezTo>
                    <a:cubicBezTo>
                      <a:pt x="29" y="58"/>
                      <a:pt x="34" y="48"/>
                      <a:pt x="29" y="37"/>
                    </a:cubicBezTo>
                    <a:cubicBezTo>
                      <a:pt x="24" y="26"/>
                      <a:pt x="13" y="19"/>
                      <a:pt x="12" y="6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08" name="Freeform 67">
                <a:extLst>
                  <a:ext uri="{FF2B5EF4-FFF2-40B4-BE49-F238E27FC236}">
                    <a16:creationId xmlns:a16="http://schemas.microsoft.com/office/drawing/2014/main" id="{0313AD27-C157-450A-A727-22D1EFCFF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201"/>
                <a:ext cx="661" cy="555"/>
              </a:xfrm>
              <a:custGeom>
                <a:avLst/>
                <a:gdLst>
                  <a:gd name="T0" fmla="*/ 0 w 231"/>
                  <a:gd name="T1" fmla="*/ 4543 h 194"/>
                  <a:gd name="T2" fmla="*/ 2793 w 231"/>
                  <a:gd name="T3" fmla="*/ 2292 h 194"/>
                  <a:gd name="T4" fmla="*/ 4143 w 231"/>
                  <a:gd name="T5" fmla="*/ 3093 h 194"/>
                  <a:gd name="T6" fmla="*/ 4707 w 231"/>
                  <a:gd name="T7" fmla="*/ 3676 h 194"/>
                  <a:gd name="T8" fmla="*/ 5411 w 231"/>
                  <a:gd name="T9" fmla="*/ 4100 h 194"/>
                  <a:gd name="T10" fmla="*/ 5225 w 231"/>
                  <a:gd name="T11" fmla="*/ 2995 h 194"/>
                  <a:gd name="T12" fmla="*/ 4618 w 231"/>
                  <a:gd name="T13" fmla="*/ 2128 h 194"/>
                  <a:gd name="T14" fmla="*/ 4029 w 231"/>
                  <a:gd name="T15" fmla="*/ 1262 h 194"/>
                  <a:gd name="T16" fmla="*/ 3563 w 231"/>
                  <a:gd name="T17" fmla="*/ 0 h 194"/>
                  <a:gd name="T18" fmla="*/ 3563 w 231"/>
                  <a:gd name="T19" fmla="*/ 1777 h 194"/>
                  <a:gd name="T20" fmla="*/ 4315 w 231"/>
                  <a:gd name="T21" fmla="*/ 2669 h 194"/>
                  <a:gd name="T22" fmla="*/ 3488 w 231"/>
                  <a:gd name="T23" fmla="*/ 2274 h 194"/>
                  <a:gd name="T24" fmla="*/ 2604 w 231"/>
                  <a:gd name="T25" fmla="*/ 1940 h 194"/>
                  <a:gd name="T26" fmla="*/ 1359 w 231"/>
                  <a:gd name="T27" fmla="*/ 2766 h 194"/>
                  <a:gd name="T28" fmla="*/ 352 w 231"/>
                  <a:gd name="T29" fmla="*/ 4077 h 19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1" h="194">
                    <a:moveTo>
                      <a:pt x="0" y="194"/>
                    </a:moveTo>
                    <a:cubicBezTo>
                      <a:pt x="30" y="167"/>
                      <a:pt x="71" y="93"/>
                      <a:pt x="119" y="98"/>
                    </a:cubicBezTo>
                    <a:cubicBezTo>
                      <a:pt x="139" y="100"/>
                      <a:pt x="162" y="119"/>
                      <a:pt x="177" y="132"/>
                    </a:cubicBezTo>
                    <a:cubicBezTo>
                      <a:pt x="185" y="140"/>
                      <a:pt x="190" y="150"/>
                      <a:pt x="201" y="157"/>
                    </a:cubicBezTo>
                    <a:cubicBezTo>
                      <a:pt x="207" y="162"/>
                      <a:pt x="224" y="176"/>
                      <a:pt x="231" y="175"/>
                    </a:cubicBezTo>
                    <a:cubicBezTo>
                      <a:pt x="226" y="161"/>
                      <a:pt x="228" y="143"/>
                      <a:pt x="223" y="128"/>
                    </a:cubicBezTo>
                    <a:cubicBezTo>
                      <a:pt x="218" y="111"/>
                      <a:pt x="208" y="103"/>
                      <a:pt x="197" y="91"/>
                    </a:cubicBezTo>
                    <a:cubicBezTo>
                      <a:pt x="187" y="80"/>
                      <a:pt x="177" y="67"/>
                      <a:pt x="172" y="54"/>
                    </a:cubicBezTo>
                    <a:cubicBezTo>
                      <a:pt x="165" y="37"/>
                      <a:pt x="164" y="14"/>
                      <a:pt x="152" y="0"/>
                    </a:cubicBezTo>
                    <a:cubicBezTo>
                      <a:pt x="163" y="21"/>
                      <a:pt x="187" y="62"/>
                      <a:pt x="152" y="76"/>
                    </a:cubicBezTo>
                    <a:cubicBezTo>
                      <a:pt x="160" y="78"/>
                      <a:pt x="205" y="100"/>
                      <a:pt x="184" y="114"/>
                    </a:cubicBezTo>
                    <a:cubicBezTo>
                      <a:pt x="178" y="118"/>
                      <a:pt x="155" y="100"/>
                      <a:pt x="149" y="97"/>
                    </a:cubicBezTo>
                    <a:cubicBezTo>
                      <a:pt x="138" y="91"/>
                      <a:pt x="124" y="85"/>
                      <a:pt x="111" y="83"/>
                    </a:cubicBezTo>
                    <a:cubicBezTo>
                      <a:pt x="85" y="79"/>
                      <a:pt x="76" y="104"/>
                      <a:pt x="58" y="118"/>
                    </a:cubicBezTo>
                    <a:cubicBezTo>
                      <a:pt x="41" y="130"/>
                      <a:pt x="24" y="155"/>
                      <a:pt x="15" y="174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09" name="Freeform 68">
                <a:extLst>
                  <a:ext uri="{FF2B5EF4-FFF2-40B4-BE49-F238E27FC236}">
                    <a16:creationId xmlns:a16="http://schemas.microsoft.com/office/drawing/2014/main" id="{DBD32BC8-47F0-45FA-B995-5382F9DD3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441"/>
                <a:ext cx="140" cy="215"/>
              </a:xfrm>
              <a:custGeom>
                <a:avLst/>
                <a:gdLst>
                  <a:gd name="T0" fmla="*/ 374 w 49"/>
                  <a:gd name="T1" fmla="*/ 163 h 75"/>
                  <a:gd name="T2" fmla="*/ 866 w 49"/>
                  <a:gd name="T3" fmla="*/ 0 h 75"/>
                  <a:gd name="T4" fmla="*/ 1143 w 49"/>
                  <a:gd name="T5" fmla="*/ 493 h 75"/>
                  <a:gd name="T6" fmla="*/ 326 w 49"/>
                  <a:gd name="T7" fmla="*/ 591 h 75"/>
                  <a:gd name="T8" fmla="*/ 277 w 49"/>
                  <a:gd name="T9" fmla="*/ 1766 h 75"/>
                  <a:gd name="T10" fmla="*/ 26 w 49"/>
                  <a:gd name="T11" fmla="*/ 568 h 75"/>
                  <a:gd name="T12" fmla="*/ 326 w 49"/>
                  <a:gd name="T13" fmla="*/ 92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75">
                    <a:moveTo>
                      <a:pt x="16" y="7"/>
                    </a:moveTo>
                    <a:cubicBezTo>
                      <a:pt x="25" y="8"/>
                      <a:pt x="31" y="2"/>
                      <a:pt x="37" y="0"/>
                    </a:cubicBezTo>
                    <a:cubicBezTo>
                      <a:pt x="31" y="9"/>
                      <a:pt x="38" y="20"/>
                      <a:pt x="49" y="21"/>
                    </a:cubicBezTo>
                    <a:cubicBezTo>
                      <a:pt x="32" y="33"/>
                      <a:pt x="25" y="6"/>
                      <a:pt x="14" y="25"/>
                    </a:cubicBezTo>
                    <a:cubicBezTo>
                      <a:pt x="5" y="39"/>
                      <a:pt x="13" y="59"/>
                      <a:pt x="12" y="75"/>
                    </a:cubicBezTo>
                    <a:cubicBezTo>
                      <a:pt x="10" y="58"/>
                      <a:pt x="3" y="42"/>
                      <a:pt x="1" y="24"/>
                    </a:cubicBezTo>
                    <a:cubicBezTo>
                      <a:pt x="0" y="11"/>
                      <a:pt x="2" y="9"/>
                      <a:pt x="14" y="4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0" name="Freeform 69">
                <a:extLst>
                  <a:ext uri="{FF2B5EF4-FFF2-40B4-BE49-F238E27FC236}">
                    <a16:creationId xmlns:a16="http://schemas.microsoft.com/office/drawing/2014/main" id="{897A6920-BE01-45D5-A2F5-6EC8436D3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041"/>
                <a:ext cx="357" cy="334"/>
              </a:xfrm>
              <a:custGeom>
                <a:avLst/>
                <a:gdLst>
                  <a:gd name="T0" fmla="*/ 303 w 125"/>
                  <a:gd name="T1" fmla="*/ 26 h 117"/>
                  <a:gd name="T2" fmla="*/ 1354 w 125"/>
                  <a:gd name="T3" fmla="*/ 440 h 117"/>
                  <a:gd name="T4" fmla="*/ 2048 w 125"/>
                  <a:gd name="T5" fmla="*/ 979 h 117"/>
                  <a:gd name="T6" fmla="*/ 2913 w 125"/>
                  <a:gd name="T7" fmla="*/ 2721 h 117"/>
                  <a:gd name="T8" fmla="*/ 2448 w 125"/>
                  <a:gd name="T9" fmla="*/ 2144 h 117"/>
                  <a:gd name="T10" fmla="*/ 1982 w 125"/>
                  <a:gd name="T11" fmla="*/ 2672 h 117"/>
                  <a:gd name="T12" fmla="*/ 2022 w 125"/>
                  <a:gd name="T13" fmla="*/ 1490 h 117"/>
                  <a:gd name="T14" fmla="*/ 1722 w 125"/>
                  <a:gd name="T15" fmla="*/ 1093 h 117"/>
                  <a:gd name="T16" fmla="*/ 1305 w 125"/>
                  <a:gd name="T17" fmla="*/ 1190 h 117"/>
                  <a:gd name="T18" fmla="*/ 725 w 125"/>
                  <a:gd name="T19" fmla="*/ 628 h 117"/>
                  <a:gd name="T20" fmla="*/ 0 w 125"/>
                  <a:gd name="T21" fmla="*/ 0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5" h="117">
                    <a:moveTo>
                      <a:pt x="13" y="1"/>
                    </a:moveTo>
                    <a:cubicBezTo>
                      <a:pt x="27" y="10"/>
                      <a:pt x="44" y="10"/>
                      <a:pt x="58" y="19"/>
                    </a:cubicBezTo>
                    <a:cubicBezTo>
                      <a:pt x="69" y="26"/>
                      <a:pt x="79" y="33"/>
                      <a:pt x="88" y="42"/>
                    </a:cubicBezTo>
                    <a:cubicBezTo>
                      <a:pt x="106" y="61"/>
                      <a:pt x="124" y="89"/>
                      <a:pt x="125" y="117"/>
                    </a:cubicBezTo>
                    <a:cubicBezTo>
                      <a:pt x="121" y="108"/>
                      <a:pt x="120" y="85"/>
                      <a:pt x="105" y="92"/>
                    </a:cubicBezTo>
                    <a:cubicBezTo>
                      <a:pt x="95" y="97"/>
                      <a:pt x="98" y="112"/>
                      <a:pt x="85" y="115"/>
                    </a:cubicBezTo>
                    <a:cubicBezTo>
                      <a:pt x="98" y="98"/>
                      <a:pt x="96" y="82"/>
                      <a:pt x="87" y="64"/>
                    </a:cubicBezTo>
                    <a:cubicBezTo>
                      <a:pt x="84" y="57"/>
                      <a:pt x="83" y="50"/>
                      <a:pt x="74" y="47"/>
                    </a:cubicBezTo>
                    <a:cubicBezTo>
                      <a:pt x="64" y="43"/>
                      <a:pt x="65" y="50"/>
                      <a:pt x="56" y="51"/>
                    </a:cubicBezTo>
                    <a:cubicBezTo>
                      <a:pt x="40" y="53"/>
                      <a:pt x="38" y="38"/>
                      <a:pt x="31" y="27"/>
                    </a:cubicBezTo>
                    <a:cubicBezTo>
                      <a:pt x="23" y="14"/>
                      <a:pt x="14" y="7"/>
                      <a:pt x="0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1" name="Freeform 70">
                <a:extLst>
                  <a:ext uri="{FF2B5EF4-FFF2-40B4-BE49-F238E27FC236}">
                    <a16:creationId xmlns:a16="http://schemas.microsoft.com/office/drawing/2014/main" id="{C4E9FCAC-3902-420F-9E71-EC37FC670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3381"/>
                <a:ext cx="612" cy="229"/>
              </a:xfrm>
              <a:custGeom>
                <a:avLst/>
                <a:gdLst>
                  <a:gd name="T0" fmla="*/ 26 w 214"/>
                  <a:gd name="T1" fmla="*/ 1122 h 80"/>
                  <a:gd name="T2" fmla="*/ 1055 w 214"/>
                  <a:gd name="T3" fmla="*/ 1878 h 80"/>
                  <a:gd name="T4" fmla="*/ 3043 w 214"/>
                  <a:gd name="T5" fmla="*/ 1523 h 80"/>
                  <a:gd name="T6" fmla="*/ 4702 w 214"/>
                  <a:gd name="T7" fmla="*/ 515 h 80"/>
                  <a:gd name="T8" fmla="*/ 5005 w 214"/>
                  <a:gd name="T9" fmla="*/ 0 h 80"/>
                  <a:gd name="T10" fmla="*/ 3509 w 214"/>
                  <a:gd name="T11" fmla="*/ 1056 h 80"/>
                  <a:gd name="T12" fmla="*/ 2502 w 214"/>
                  <a:gd name="T13" fmla="*/ 893 h 80"/>
                  <a:gd name="T14" fmla="*/ 1358 w 214"/>
                  <a:gd name="T15" fmla="*/ 1523 h 80"/>
                  <a:gd name="T16" fmla="*/ 26 w 214"/>
                  <a:gd name="T17" fmla="*/ 1122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4" h="80">
                    <a:moveTo>
                      <a:pt x="1" y="48"/>
                    </a:moveTo>
                    <a:cubicBezTo>
                      <a:pt x="1" y="74"/>
                      <a:pt x="15" y="80"/>
                      <a:pt x="45" y="80"/>
                    </a:cubicBezTo>
                    <a:cubicBezTo>
                      <a:pt x="74" y="80"/>
                      <a:pt x="107" y="69"/>
                      <a:pt x="130" y="65"/>
                    </a:cubicBezTo>
                    <a:cubicBezTo>
                      <a:pt x="153" y="61"/>
                      <a:pt x="191" y="39"/>
                      <a:pt x="201" y="22"/>
                    </a:cubicBezTo>
                    <a:cubicBezTo>
                      <a:pt x="211" y="4"/>
                      <a:pt x="214" y="0"/>
                      <a:pt x="214" y="0"/>
                    </a:cubicBezTo>
                    <a:cubicBezTo>
                      <a:pt x="198" y="9"/>
                      <a:pt x="180" y="43"/>
                      <a:pt x="150" y="45"/>
                    </a:cubicBezTo>
                    <a:cubicBezTo>
                      <a:pt x="119" y="46"/>
                      <a:pt x="107" y="38"/>
                      <a:pt x="107" y="38"/>
                    </a:cubicBezTo>
                    <a:cubicBezTo>
                      <a:pt x="109" y="52"/>
                      <a:pt x="78" y="69"/>
                      <a:pt x="58" y="65"/>
                    </a:cubicBezTo>
                    <a:cubicBezTo>
                      <a:pt x="49" y="71"/>
                      <a:pt x="0" y="69"/>
                      <a:pt x="1" y="48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2" name="Freeform 71">
                <a:extLst>
                  <a:ext uri="{FF2B5EF4-FFF2-40B4-BE49-F238E27FC236}">
                    <a16:creationId xmlns:a16="http://schemas.microsoft.com/office/drawing/2014/main" id="{804E81ED-CA6A-4BD0-9719-785559D3D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3112"/>
                <a:ext cx="271" cy="272"/>
              </a:xfrm>
              <a:custGeom>
                <a:avLst/>
                <a:gdLst>
                  <a:gd name="T0" fmla="*/ 0 w 95"/>
                  <a:gd name="T1" fmla="*/ 2230 h 95"/>
                  <a:gd name="T2" fmla="*/ 976 w 95"/>
                  <a:gd name="T3" fmla="*/ 1500 h 95"/>
                  <a:gd name="T4" fmla="*/ 2205 w 95"/>
                  <a:gd name="T5" fmla="*/ 0 h 95"/>
                  <a:gd name="T6" fmla="*/ 1506 w 95"/>
                  <a:gd name="T7" fmla="*/ 352 h 95"/>
                  <a:gd name="T8" fmla="*/ 953 w 95"/>
                  <a:gd name="T9" fmla="*/ 1171 h 95"/>
                  <a:gd name="T10" fmla="*/ 0 w 95"/>
                  <a:gd name="T11" fmla="*/ 1689 h 95"/>
                  <a:gd name="T12" fmla="*/ 0 w 95"/>
                  <a:gd name="T13" fmla="*/ 223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95">
                    <a:moveTo>
                      <a:pt x="0" y="95"/>
                    </a:moveTo>
                    <a:cubicBezTo>
                      <a:pt x="22" y="78"/>
                      <a:pt x="22" y="78"/>
                      <a:pt x="42" y="64"/>
                    </a:cubicBezTo>
                    <a:cubicBezTo>
                      <a:pt x="63" y="50"/>
                      <a:pt x="91" y="12"/>
                      <a:pt x="95" y="0"/>
                    </a:cubicBezTo>
                    <a:cubicBezTo>
                      <a:pt x="84" y="15"/>
                      <a:pt x="74" y="11"/>
                      <a:pt x="65" y="15"/>
                    </a:cubicBezTo>
                    <a:cubicBezTo>
                      <a:pt x="56" y="18"/>
                      <a:pt x="61" y="27"/>
                      <a:pt x="41" y="50"/>
                    </a:cubicBezTo>
                    <a:cubicBezTo>
                      <a:pt x="21" y="73"/>
                      <a:pt x="0" y="72"/>
                      <a:pt x="0" y="72"/>
                    </a:cubicBezTo>
                    <a:cubicBezTo>
                      <a:pt x="0" y="72"/>
                      <a:pt x="9" y="82"/>
                      <a:pt x="0" y="95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3" name="Freeform 72">
                <a:extLst>
                  <a:ext uri="{FF2B5EF4-FFF2-40B4-BE49-F238E27FC236}">
                    <a16:creationId xmlns:a16="http://schemas.microsoft.com/office/drawing/2014/main" id="{B1E52E28-4DE2-4A6B-82CB-AB5AF3320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932"/>
                <a:ext cx="92" cy="168"/>
              </a:xfrm>
              <a:custGeom>
                <a:avLst/>
                <a:gdLst>
                  <a:gd name="T0" fmla="*/ 265 w 32"/>
                  <a:gd name="T1" fmla="*/ 325 h 59"/>
                  <a:gd name="T2" fmla="*/ 0 w 32"/>
                  <a:gd name="T3" fmla="*/ 1361 h 59"/>
                  <a:gd name="T4" fmla="*/ 762 w 32"/>
                  <a:gd name="T5" fmla="*/ 1014 h 59"/>
                  <a:gd name="T6" fmla="*/ 520 w 32"/>
                  <a:gd name="T7" fmla="*/ 0 h 59"/>
                  <a:gd name="T8" fmla="*/ 331 w 32"/>
                  <a:gd name="T9" fmla="*/ 114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9">
                    <a:moveTo>
                      <a:pt x="11" y="14"/>
                    </a:moveTo>
                    <a:cubicBezTo>
                      <a:pt x="12" y="28"/>
                      <a:pt x="7" y="47"/>
                      <a:pt x="0" y="59"/>
                    </a:cubicBezTo>
                    <a:cubicBezTo>
                      <a:pt x="12" y="51"/>
                      <a:pt x="17" y="43"/>
                      <a:pt x="32" y="44"/>
                    </a:cubicBezTo>
                    <a:cubicBezTo>
                      <a:pt x="11" y="40"/>
                      <a:pt x="23" y="14"/>
                      <a:pt x="22" y="0"/>
                    </a:cubicBezTo>
                    <a:cubicBezTo>
                      <a:pt x="20" y="6"/>
                      <a:pt x="18" y="4"/>
                      <a:pt x="14" y="5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4" name="Freeform 73">
                <a:extLst>
                  <a:ext uri="{FF2B5EF4-FFF2-40B4-BE49-F238E27FC236}">
                    <a16:creationId xmlns:a16="http://schemas.microsoft.com/office/drawing/2014/main" id="{8D589C46-7714-4507-A3A2-07ADD237A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348"/>
                <a:ext cx="240" cy="873"/>
              </a:xfrm>
              <a:custGeom>
                <a:avLst/>
                <a:gdLst>
                  <a:gd name="T0" fmla="*/ 1746 w 84"/>
                  <a:gd name="T1" fmla="*/ 704 h 305"/>
                  <a:gd name="T2" fmla="*/ 1820 w 84"/>
                  <a:gd name="T3" fmla="*/ 4809 h 305"/>
                  <a:gd name="T4" fmla="*/ 1446 w 84"/>
                  <a:gd name="T5" fmla="*/ 6423 h 305"/>
                  <a:gd name="T6" fmla="*/ 0 w 84"/>
                  <a:gd name="T7" fmla="*/ 7104 h 305"/>
                  <a:gd name="T8" fmla="*/ 726 w 84"/>
                  <a:gd name="T9" fmla="*/ 6168 h 305"/>
                  <a:gd name="T10" fmla="*/ 1283 w 84"/>
                  <a:gd name="T11" fmla="*/ 5539 h 305"/>
                  <a:gd name="T12" fmla="*/ 1446 w 84"/>
                  <a:gd name="T13" fmla="*/ 4646 h 305"/>
                  <a:gd name="T14" fmla="*/ 1469 w 84"/>
                  <a:gd name="T15" fmla="*/ 3778 h 305"/>
                  <a:gd name="T16" fmla="*/ 889 w 84"/>
                  <a:gd name="T17" fmla="*/ 2834 h 305"/>
                  <a:gd name="T18" fmla="*/ 1380 w 84"/>
                  <a:gd name="T19" fmla="*/ 2155 h 305"/>
                  <a:gd name="T20" fmla="*/ 1257 w 84"/>
                  <a:gd name="T21" fmla="*/ 1826 h 305"/>
                  <a:gd name="T22" fmla="*/ 1494 w 84"/>
                  <a:gd name="T23" fmla="*/ 1434 h 305"/>
                  <a:gd name="T24" fmla="*/ 1469 w 84"/>
                  <a:gd name="T25" fmla="*/ 0 h 30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305">
                    <a:moveTo>
                      <a:pt x="75" y="30"/>
                    </a:moveTo>
                    <a:cubicBezTo>
                      <a:pt x="65" y="88"/>
                      <a:pt x="82" y="146"/>
                      <a:pt x="78" y="205"/>
                    </a:cubicBezTo>
                    <a:cubicBezTo>
                      <a:pt x="77" y="229"/>
                      <a:pt x="72" y="252"/>
                      <a:pt x="62" y="274"/>
                    </a:cubicBezTo>
                    <a:cubicBezTo>
                      <a:pt x="51" y="298"/>
                      <a:pt x="25" y="305"/>
                      <a:pt x="0" y="303"/>
                    </a:cubicBezTo>
                    <a:cubicBezTo>
                      <a:pt x="16" y="301"/>
                      <a:pt x="48" y="283"/>
                      <a:pt x="31" y="263"/>
                    </a:cubicBezTo>
                    <a:cubicBezTo>
                      <a:pt x="41" y="283"/>
                      <a:pt x="56" y="246"/>
                      <a:pt x="55" y="236"/>
                    </a:cubicBezTo>
                    <a:cubicBezTo>
                      <a:pt x="68" y="232"/>
                      <a:pt x="73" y="208"/>
                      <a:pt x="62" y="198"/>
                    </a:cubicBezTo>
                    <a:cubicBezTo>
                      <a:pt x="72" y="190"/>
                      <a:pt x="72" y="170"/>
                      <a:pt x="63" y="161"/>
                    </a:cubicBezTo>
                    <a:cubicBezTo>
                      <a:pt x="84" y="151"/>
                      <a:pt x="50" y="124"/>
                      <a:pt x="38" y="121"/>
                    </a:cubicBezTo>
                    <a:cubicBezTo>
                      <a:pt x="53" y="117"/>
                      <a:pt x="63" y="108"/>
                      <a:pt x="59" y="92"/>
                    </a:cubicBezTo>
                    <a:cubicBezTo>
                      <a:pt x="59" y="88"/>
                      <a:pt x="54" y="83"/>
                      <a:pt x="54" y="78"/>
                    </a:cubicBezTo>
                    <a:cubicBezTo>
                      <a:pt x="54" y="75"/>
                      <a:pt x="62" y="66"/>
                      <a:pt x="64" y="61"/>
                    </a:cubicBezTo>
                    <a:cubicBezTo>
                      <a:pt x="67" y="46"/>
                      <a:pt x="72" y="14"/>
                      <a:pt x="63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5" name="Freeform 74">
                <a:extLst>
                  <a:ext uri="{FF2B5EF4-FFF2-40B4-BE49-F238E27FC236}">
                    <a16:creationId xmlns:a16="http://schemas.microsoft.com/office/drawing/2014/main" id="{7009D577-4C43-43EB-BAA5-1A52534A9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962"/>
                <a:ext cx="154" cy="552"/>
              </a:xfrm>
              <a:custGeom>
                <a:avLst/>
                <a:gdLst>
                  <a:gd name="T0" fmla="*/ 414 w 54"/>
                  <a:gd name="T1" fmla="*/ 0 h 193"/>
                  <a:gd name="T2" fmla="*/ 838 w 54"/>
                  <a:gd name="T3" fmla="*/ 2199 h 193"/>
                  <a:gd name="T4" fmla="*/ 1181 w 54"/>
                  <a:gd name="T5" fmla="*/ 3272 h 193"/>
                  <a:gd name="T6" fmla="*/ 1138 w 54"/>
                  <a:gd name="T7" fmla="*/ 4516 h 193"/>
                  <a:gd name="T8" fmla="*/ 699 w 54"/>
                  <a:gd name="T9" fmla="*/ 3298 h 193"/>
                  <a:gd name="T10" fmla="*/ 391 w 54"/>
                  <a:gd name="T11" fmla="*/ 2314 h 193"/>
                  <a:gd name="T12" fmla="*/ 0 w 54"/>
                  <a:gd name="T13" fmla="*/ 1218 h 193"/>
                  <a:gd name="T14" fmla="*/ 351 w 54"/>
                  <a:gd name="T15" fmla="*/ 0 h 1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193">
                    <a:moveTo>
                      <a:pt x="18" y="0"/>
                    </a:moveTo>
                    <a:cubicBezTo>
                      <a:pt x="24" y="31"/>
                      <a:pt x="26" y="64"/>
                      <a:pt x="36" y="94"/>
                    </a:cubicBezTo>
                    <a:cubicBezTo>
                      <a:pt x="41" y="110"/>
                      <a:pt x="49" y="124"/>
                      <a:pt x="51" y="140"/>
                    </a:cubicBezTo>
                    <a:cubicBezTo>
                      <a:pt x="54" y="158"/>
                      <a:pt x="51" y="176"/>
                      <a:pt x="49" y="193"/>
                    </a:cubicBezTo>
                    <a:cubicBezTo>
                      <a:pt x="54" y="176"/>
                      <a:pt x="51" y="146"/>
                      <a:pt x="30" y="141"/>
                    </a:cubicBezTo>
                    <a:cubicBezTo>
                      <a:pt x="38" y="131"/>
                      <a:pt x="34" y="95"/>
                      <a:pt x="17" y="99"/>
                    </a:cubicBezTo>
                    <a:cubicBezTo>
                      <a:pt x="22" y="85"/>
                      <a:pt x="26" y="50"/>
                      <a:pt x="0" y="52"/>
                    </a:cubicBezTo>
                    <a:cubicBezTo>
                      <a:pt x="15" y="35"/>
                      <a:pt x="15" y="23"/>
                      <a:pt x="15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6" name="Freeform 75">
                <a:extLst>
                  <a:ext uri="{FF2B5EF4-FFF2-40B4-BE49-F238E27FC236}">
                    <a16:creationId xmlns:a16="http://schemas.microsoft.com/office/drawing/2014/main" id="{B55C9489-D453-4F65-9D39-7E47F6B26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722"/>
                <a:ext cx="226" cy="858"/>
              </a:xfrm>
              <a:custGeom>
                <a:avLst/>
                <a:gdLst>
                  <a:gd name="T0" fmla="*/ 163 w 79"/>
                  <a:gd name="T1" fmla="*/ 255 h 300"/>
                  <a:gd name="T2" fmla="*/ 466 w 79"/>
                  <a:gd name="T3" fmla="*/ 1030 h 300"/>
                  <a:gd name="T4" fmla="*/ 867 w 79"/>
                  <a:gd name="T5" fmla="*/ 1662 h 300"/>
                  <a:gd name="T6" fmla="*/ 1310 w 79"/>
                  <a:gd name="T7" fmla="*/ 3232 h 300"/>
                  <a:gd name="T8" fmla="*/ 1548 w 79"/>
                  <a:gd name="T9" fmla="*/ 7018 h 300"/>
                  <a:gd name="T10" fmla="*/ 1196 w 79"/>
                  <a:gd name="T11" fmla="*/ 6126 h 300"/>
                  <a:gd name="T12" fmla="*/ 1081 w 79"/>
                  <a:gd name="T13" fmla="*/ 4753 h 300"/>
                  <a:gd name="T14" fmla="*/ 678 w 79"/>
                  <a:gd name="T15" fmla="*/ 3395 h 300"/>
                  <a:gd name="T16" fmla="*/ 752 w 79"/>
                  <a:gd name="T17" fmla="*/ 2854 h 300"/>
                  <a:gd name="T18" fmla="*/ 466 w 79"/>
                  <a:gd name="T19" fmla="*/ 2414 h 300"/>
                  <a:gd name="T20" fmla="*/ 541 w 79"/>
                  <a:gd name="T21" fmla="*/ 1962 h 300"/>
                  <a:gd name="T22" fmla="*/ 49 w 79"/>
                  <a:gd name="T23" fmla="*/ 1873 h 300"/>
                  <a:gd name="T24" fmla="*/ 0 w 79"/>
                  <a:gd name="T25" fmla="*/ 0 h 3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9" h="300">
                    <a:moveTo>
                      <a:pt x="7" y="11"/>
                    </a:moveTo>
                    <a:cubicBezTo>
                      <a:pt x="18" y="18"/>
                      <a:pt x="20" y="33"/>
                      <a:pt x="20" y="44"/>
                    </a:cubicBezTo>
                    <a:cubicBezTo>
                      <a:pt x="21" y="60"/>
                      <a:pt x="28" y="60"/>
                      <a:pt x="37" y="71"/>
                    </a:cubicBezTo>
                    <a:cubicBezTo>
                      <a:pt x="50" y="88"/>
                      <a:pt x="52" y="117"/>
                      <a:pt x="56" y="138"/>
                    </a:cubicBezTo>
                    <a:cubicBezTo>
                      <a:pt x="65" y="191"/>
                      <a:pt x="79" y="246"/>
                      <a:pt x="66" y="300"/>
                    </a:cubicBezTo>
                    <a:cubicBezTo>
                      <a:pt x="66" y="287"/>
                      <a:pt x="69" y="263"/>
                      <a:pt x="51" y="262"/>
                    </a:cubicBezTo>
                    <a:cubicBezTo>
                      <a:pt x="59" y="246"/>
                      <a:pt x="71" y="212"/>
                      <a:pt x="46" y="203"/>
                    </a:cubicBezTo>
                    <a:cubicBezTo>
                      <a:pt x="52" y="181"/>
                      <a:pt x="52" y="157"/>
                      <a:pt x="29" y="145"/>
                    </a:cubicBezTo>
                    <a:cubicBezTo>
                      <a:pt x="35" y="138"/>
                      <a:pt x="34" y="131"/>
                      <a:pt x="32" y="122"/>
                    </a:cubicBezTo>
                    <a:cubicBezTo>
                      <a:pt x="30" y="115"/>
                      <a:pt x="21" y="108"/>
                      <a:pt x="20" y="103"/>
                    </a:cubicBezTo>
                    <a:cubicBezTo>
                      <a:pt x="19" y="96"/>
                      <a:pt x="27" y="91"/>
                      <a:pt x="23" y="84"/>
                    </a:cubicBezTo>
                    <a:cubicBezTo>
                      <a:pt x="19" y="76"/>
                      <a:pt x="10" y="77"/>
                      <a:pt x="2" y="80"/>
                    </a:cubicBezTo>
                    <a:cubicBezTo>
                      <a:pt x="14" y="56"/>
                      <a:pt x="14" y="23"/>
                      <a:pt x="0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7" name="Freeform 76">
                <a:extLst>
                  <a:ext uri="{FF2B5EF4-FFF2-40B4-BE49-F238E27FC236}">
                    <a16:creationId xmlns:a16="http://schemas.microsoft.com/office/drawing/2014/main" id="{38513DD9-555B-4258-93B7-42C871B61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942"/>
                <a:ext cx="111" cy="492"/>
              </a:xfrm>
              <a:custGeom>
                <a:avLst/>
                <a:gdLst>
                  <a:gd name="T0" fmla="*/ 0 w 39"/>
                  <a:gd name="T1" fmla="*/ 0 h 172"/>
                  <a:gd name="T2" fmla="*/ 373 w 39"/>
                  <a:gd name="T3" fmla="*/ 1776 h 172"/>
                  <a:gd name="T4" fmla="*/ 649 w 39"/>
                  <a:gd name="T5" fmla="*/ 4025 h 172"/>
                  <a:gd name="T6" fmla="*/ 874 w 39"/>
                  <a:gd name="T7" fmla="*/ 3158 h 172"/>
                  <a:gd name="T8" fmla="*/ 712 w 39"/>
                  <a:gd name="T9" fmla="*/ 2855 h 172"/>
                  <a:gd name="T10" fmla="*/ 712 w 39"/>
                  <a:gd name="T11" fmla="*/ 2503 h 172"/>
                  <a:gd name="T12" fmla="*/ 575 w 39"/>
                  <a:gd name="T13" fmla="*/ 1447 h 172"/>
                  <a:gd name="T14" fmla="*/ 390 w 39"/>
                  <a:gd name="T15" fmla="*/ 752 h 172"/>
                  <a:gd name="T16" fmla="*/ 0 w 39"/>
                  <a:gd name="T17" fmla="*/ 14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72">
                    <a:moveTo>
                      <a:pt x="0" y="0"/>
                    </a:moveTo>
                    <a:cubicBezTo>
                      <a:pt x="14" y="22"/>
                      <a:pt x="11" y="52"/>
                      <a:pt x="16" y="76"/>
                    </a:cubicBezTo>
                    <a:cubicBezTo>
                      <a:pt x="23" y="108"/>
                      <a:pt x="28" y="139"/>
                      <a:pt x="28" y="172"/>
                    </a:cubicBezTo>
                    <a:cubicBezTo>
                      <a:pt x="31" y="164"/>
                      <a:pt x="39" y="143"/>
                      <a:pt x="38" y="135"/>
                    </a:cubicBezTo>
                    <a:cubicBezTo>
                      <a:pt x="38" y="131"/>
                      <a:pt x="32" y="126"/>
                      <a:pt x="31" y="122"/>
                    </a:cubicBezTo>
                    <a:cubicBezTo>
                      <a:pt x="29" y="117"/>
                      <a:pt x="32" y="112"/>
                      <a:pt x="31" y="107"/>
                    </a:cubicBezTo>
                    <a:cubicBezTo>
                      <a:pt x="28" y="98"/>
                      <a:pt x="14" y="69"/>
                      <a:pt x="25" y="62"/>
                    </a:cubicBezTo>
                    <a:cubicBezTo>
                      <a:pt x="14" y="50"/>
                      <a:pt x="20" y="46"/>
                      <a:pt x="17" y="32"/>
                    </a:cubicBezTo>
                    <a:cubicBezTo>
                      <a:pt x="15" y="24"/>
                      <a:pt x="6" y="12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8" name="Freeform 77">
                <a:extLst>
                  <a:ext uri="{FF2B5EF4-FFF2-40B4-BE49-F238E27FC236}">
                    <a16:creationId xmlns:a16="http://schemas.microsoft.com/office/drawing/2014/main" id="{1F70A4C6-F155-4928-BCFB-6D2AE0830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999"/>
                <a:ext cx="66" cy="72"/>
              </a:xfrm>
              <a:custGeom>
                <a:avLst/>
                <a:gdLst>
                  <a:gd name="T0" fmla="*/ 542 w 23"/>
                  <a:gd name="T1" fmla="*/ 75 h 25"/>
                  <a:gd name="T2" fmla="*/ 304 w 23"/>
                  <a:gd name="T3" fmla="*/ 59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5">
                    <a:moveTo>
                      <a:pt x="23" y="3"/>
                    </a:moveTo>
                    <a:cubicBezTo>
                      <a:pt x="12" y="0"/>
                      <a:pt x="0" y="20"/>
                      <a:pt x="13" y="25"/>
                    </a:cubicBezTo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9" name="Freeform 78">
                <a:extLst>
                  <a:ext uri="{FF2B5EF4-FFF2-40B4-BE49-F238E27FC236}">
                    <a16:creationId xmlns:a16="http://schemas.microsoft.com/office/drawing/2014/main" id="{574B6813-6757-417B-9B14-1A9D6FF75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008"/>
                <a:ext cx="49" cy="45"/>
              </a:xfrm>
              <a:custGeom>
                <a:avLst/>
                <a:gdLst>
                  <a:gd name="T0" fmla="*/ 0 w 17"/>
                  <a:gd name="T1" fmla="*/ 0 h 16"/>
                  <a:gd name="T2" fmla="*/ 331 w 17"/>
                  <a:gd name="T3" fmla="*/ 35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3" y="0"/>
                      <a:pt x="17" y="6"/>
                      <a:pt x="14" y="16"/>
                    </a:cubicBezTo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0" name="Freeform 79">
                <a:extLst>
                  <a:ext uri="{FF2B5EF4-FFF2-40B4-BE49-F238E27FC236}">
                    <a16:creationId xmlns:a16="http://schemas.microsoft.com/office/drawing/2014/main" id="{A1FAE7F0-9D6E-464A-9445-15440F772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1936"/>
                <a:ext cx="80" cy="46"/>
              </a:xfrm>
              <a:custGeom>
                <a:avLst/>
                <a:gdLst>
                  <a:gd name="T0" fmla="*/ 0 w 28"/>
                  <a:gd name="T1" fmla="*/ 331 h 16"/>
                  <a:gd name="T2" fmla="*/ 654 w 28"/>
                  <a:gd name="T3" fmla="*/ 0 h 16"/>
                  <a:gd name="T4" fmla="*/ 0 w 28"/>
                  <a:gd name="T5" fmla="*/ 33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14"/>
                    </a:moveTo>
                    <a:cubicBezTo>
                      <a:pt x="8" y="16"/>
                      <a:pt x="25" y="14"/>
                      <a:pt x="28" y="0"/>
                    </a:cubicBezTo>
                    <a:cubicBezTo>
                      <a:pt x="27" y="4"/>
                      <a:pt x="12" y="16"/>
                      <a:pt x="0" y="14"/>
                    </a:cubicBezTo>
                    <a:close/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1" name="Freeform 80">
                <a:extLst>
                  <a:ext uri="{FF2B5EF4-FFF2-40B4-BE49-F238E27FC236}">
                    <a16:creationId xmlns:a16="http://schemas.microsoft.com/office/drawing/2014/main" id="{960A3E91-D57B-4229-9A7C-8CB20BD52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051"/>
                <a:ext cx="57" cy="37"/>
              </a:xfrm>
              <a:custGeom>
                <a:avLst/>
                <a:gdLst>
                  <a:gd name="T0" fmla="*/ 0 w 20"/>
                  <a:gd name="T1" fmla="*/ 137 h 13"/>
                  <a:gd name="T2" fmla="*/ 462 w 20"/>
                  <a:gd name="T3" fmla="*/ 0 h 13"/>
                  <a:gd name="T4" fmla="*/ 0 w 20"/>
                  <a:gd name="T5" fmla="*/ 13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6"/>
                    </a:moveTo>
                    <a:cubicBezTo>
                      <a:pt x="3" y="11"/>
                      <a:pt x="17" y="13"/>
                      <a:pt x="20" y="0"/>
                    </a:cubicBezTo>
                    <a:cubicBezTo>
                      <a:pt x="17" y="3"/>
                      <a:pt x="8" y="12"/>
                      <a:pt x="0" y="6"/>
                    </a:cubicBezTo>
                    <a:close/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2" name="Freeform 81">
                <a:extLst>
                  <a:ext uri="{FF2B5EF4-FFF2-40B4-BE49-F238E27FC236}">
                    <a16:creationId xmlns:a16="http://schemas.microsoft.com/office/drawing/2014/main" id="{49327F56-9917-4CAB-AD28-7D7B5949A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031"/>
                <a:ext cx="74" cy="60"/>
              </a:xfrm>
              <a:custGeom>
                <a:avLst/>
                <a:gdLst>
                  <a:gd name="T0" fmla="*/ 0 w 26"/>
                  <a:gd name="T1" fmla="*/ 254 h 21"/>
                  <a:gd name="T2" fmla="*/ 438 w 26"/>
                  <a:gd name="T3" fmla="*/ 351 h 21"/>
                  <a:gd name="T4" fmla="*/ 487 w 26"/>
                  <a:gd name="T5" fmla="*/ 0 h 21"/>
                  <a:gd name="T6" fmla="*/ 276 w 26"/>
                  <a:gd name="T7" fmla="*/ 303 h 21"/>
                  <a:gd name="T8" fmla="*/ 0 w 26"/>
                  <a:gd name="T9" fmla="*/ 25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0" y="11"/>
                    </a:moveTo>
                    <a:cubicBezTo>
                      <a:pt x="2" y="16"/>
                      <a:pt x="12" y="21"/>
                      <a:pt x="19" y="15"/>
                    </a:cubicBezTo>
                    <a:cubicBezTo>
                      <a:pt x="26" y="8"/>
                      <a:pt x="21" y="0"/>
                      <a:pt x="21" y="0"/>
                    </a:cubicBezTo>
                    <a:cubicBezTo>
                      <a:pt x="22" y="3"/>
                      <a:pt x="18" y="12"/>
                      <a:pt x="12" y="13"/>
                    </a:cubicBezTo>
                    <a:cubicBezTo>
                      <a:pt x="7" y="15"/>
                      <a:pt x="2" y="13"/>
                      <a:pt x="0" y="11"/>
                    </a:cubicBezTo>
                    <a:close/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3" name="Freeform 82">
                <a:extLst>
                  <a:ext uri="{FF2B5EF4-FFF2-40B4-BE49-F238E27FC236}">
                    <a16:creationId xmlns:a16="http://schemas.microsoft.com/office/drawing/2014/main" id="{E011BAD6-BD07-4DFC-8D3D-541A31B46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010"/>
                <a:ext cx="34" cy="32"/>
              </a:xfrm>
              <a:custGeom>
                <a:avLst/>
                <a:gdLst>
                  <a:gd name="T0" fmla="*/ 272 w 12"/>
                  <a:gd name="T1" fmla="*/ 26 h 11"/>
                  <a:gd name="T2" fmla="*/ 0 w 12"/>
                  <a:gd name="T3" fmla="*/ 27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12" y="1"/>
                    </a:moveTo>
                    <a:cubicBezTo>
                      <a:pt x="7" y="0"/>
                      <a:pt x="1" y="5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4" name="Freeform 83">
                <a:extLst>
                  <a:ext uri="{FF2B5EF4-FFF2-40B4-BE49-F238E27FC236}">
                    <a16:creationId xmlns:a16="http://schemas.microsoft.com/office/drawing/2014/main" id="{4713FE04-E2E0-4F2F-9567-B00AA42BF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013"/>
                <a:ext cx="34" cy="29"/>
              </a:xfrm>
              <a:custGeom>
                <a:avLst/>
                <a:gdLst>
                  <a:gd name="T0" fmla="*/ 272 w 12"/>
                  <a:gd name="T1" fmla="*/ 0 h 10"/>
                  <a:gd name="T2" fmla="*/ 0 w 12"/>
                  <a:gd name="T3" fmla="*/ 24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8" y="0"/>
                      <a:pt x="2" y="4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5" name="Freeform 84">
                <a:extLst>
                  <a:ext uri="{FF2B5EF4-FFF2-40B4-BE49-F238E27FC236}">
                    <a16:creationId xmlns:a16="http://schemas.microsoft.com/office/drawing/2014/main" id="{8CE20919-9D12-4FE2-9491-60ED7CD00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859"/>
                <a:ext cx="57" cy="94"/>
              </a:xfrm>
              <a:custGeom>
                <a:avLst/>
                <a:gdLst>
                  <a:gd name="T0" fmla="*/ 413 w 20"/>
                  <a:gd name="T1" fmla="*/ 439 h 33"/>
                  <a:gd name="T2" fmla="*/ 390 w 20"/>
                  <a:gd name="T3" fmla="*/ 0 h 33"/>
                  <a:gd name="T4" fmla="*/ 373 w 20"/>
                  <a:gd name="T5" fmla="*/ 299 h 33"/>
                  <a:gd name="T6" fmla="*/ 0 w 20"/>
                  <a:gd name="T7" fmla="*/ 763 h 33"/>
                  <a:gd name="T8" fmla="*/ 413 w 20"/>
                  <a:gd name="T9" fmla="*/ 43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3">
                    <a:moveTo>
                      <a:pt x="18" y="19"/>
                    </a:moveTo>
                    <a:cubicBezTo>
                      <a:pt x="20" y="12"/>
                      <a:pt x="18" y="7"/>
                      <a:pt x="17" y="0"/>
                    </a:cubicBezTo>
                    <a:cubicBezTo>
                      <a:pt x="17" y="0"/>
                      <a:pt x="18" y="3"/>
                      <a:pt x="16" y="13"/>
                    </a:cubicBezTo>
                    <a:cubicBezTo>
                      <a:pt x="15" y="24"/>
                      <a:pt x="5" y="27"/>
                      <a:pt x="0" y="33"/>
                    </a:cubicBezTo>
                    <a:cubicBezTo>
                      <a:pt x="3" y="31"/>
                      <a:pt x="14" y="27"/>
                      <a:pt x="18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6" name="Freeform 85">
                <a:extLst>
                  <a:ext uri="{FF2B5EF4-FFF2-40B4-BE49-F238E27FC236}">
                    <a16:creationId xmlns:a16="http://schemas.microsoft.com/office/drawing/2014/main" id="{7285600A-B4FF-4C00-A89E-D83B2C370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836"/>
                <a:ext cx="29" cy="37"/>
              </a:xfrm>
              <a:custGeom>
                <a:avLst/>
                <a:gdLst>
                  <a:gd name="T0" fmla="*/ 0 w 10"/>
                  <a:gd name="T1" fmla="*/ 299 h 13"/>
                  <a:gd name="T2" fmla="*/ 218 w 10"/>
                  <a:gd name="T3" fmla="*/ 0 h 13"/>
                  <a:gd name="T4" fmla="*/ 0 w 10"/>
                  <a:gd name="T5" fmla="*/ 29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13"/>
                    </a:moveTo>
                    <a:cubicBezTo>
                      <a:pt x="5" y="12"/>
                      <a:pt x="7" y="6"/>
                      <a:pt x="9" y="0"/>
                    </a:cubicBezTo>
                    <a:cubicBezTo>
                      <a:pt x="10" y="6"/>
                      <a:pt x="8" y="11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7" name="Freeform 86">
                <a:extLst>
                  <a:ext uri="{FF2B5EF4-FFF2-40B4-BE49-F238E27FC236}">
                    <a16:creationId xmlns:a16="http://schemas.microsoft.com/office/drawing/2014/main" id="{406F7724-5034-426E-993D-CA73568AA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885"/>
                <a:ext cx="131" cy="148"/>
              </a:xfrm>
              <a:custGeom>
                <a:avLst/>
                <a:gdLst>
                  <a:gd name="T0" fmla="*/ 0 w 46"/>
                  <a:gd name="T1" fmla="*/ 1198 h 52"/>
                  <a:gd name="T2" fmla="*/ 510 w 46"/>
                  <a:gd name="T3" fmla="*/ 527 h 52"/>
                  <a:gd name="T4" fmla="*/ 1062 w 46"/>
                  <a:gd name="T5" fmla="*/ 26 h 52"/>
                  <a:gd name="T6" fmla="*/ 487 w 46"/>
                  <a:gd name="T7" fmla="*/ 299 h 52"/>
                  <a:gd name="T8" fmla="*/ 211 w 46"/>
                  <a:gd name="T9" fmla="*/ 712 h 52"/>
                  <a:gd name="T10" fmla="*/ 0 w 46"/>
                  <a:gd name="T11" fmla="*/ 1198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52">
                    <a:moveTo>
                      <a:pt x="0" y="52"/>
                    </a:moveTo>
                    <a:cubicBezTo>
                      <a:pt x="4" y="36"/>
                      <a:pt x="16" y="26"/>
                      <a:pt x="22" y="23"/>
                    </a:cubicBezTo>
                    <a:cubicBezTo>
                      <a:pt x="21" y="17"/>
                      <a:pt x="25" y="2"/>
                      <a:pt x="46" y="1"/>
                    </a:cubicBezTo>
                    <a:cubicBezTo>
                      <a:pt x="38" y="1"/>
                      <a:pt x="26" y="0"/>
                      <a:pt x="21" y="13"/>
                    </a:cubicBezTo>
                    <a:cubicBezTo>
                      <a:pt x="16" y="26"/>
                      <a:pt x="13" y="26"/>
                      <a:pt x="9" y="31"/>
                    </a:cubicBezTo>
                    <a:cubicBezTo>
                      <a:pt x="5" y="37"/>
                      <a:pt x="0" y="46"/>
                      <a:pt x="0" y="52"/>
                    </a:cubicBezTo>
                    <a:close/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8" name="Freeform 87">
                <a:extLst>
                  <a:ext uri="{FF2B5EF4-FFF2-40B4-BE49-F238E27FC236}">
                    <a16:creationId xmlns:a16="http://schemas.microsoft.com/office/drawing/2014/main" id="{DEDCA291-AC92-4279-BE54-09EF0E8E8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882"/>
                <a:ext cx="178" cy="183"/>
              </a:xfrm>
              <a:custGeom>
                <a:avLst/>
                <a:gdLst>
                  <a:gd name="T0" fmla="*/ 660 w 62"/>
                  <a:gd name="T1" fmla="*/ 580 h 64"/>
                  <a:gd name="T2" fmla="*/ 1229 w 62"/>
                  <a:gd name="T3" fmla="*/ 1495 h 64"/>
                  <a:gd name="T4" fmla="*/ 1418 w 62"/>
                  <a:gd name="T5" fmla="*/ 678 h 64"/>
                  <a:gd name="T6" fmla="*/ 1418 w 62"/>
                  <a:gd name="T7" fmla="*/ 678 h 64"/>
                  <a:gd name="T8" fmla="*/ 1013 w 62"/>
                  <a:gd name="T9" fmla="*/ 606 h 64"/>
                  <a:gd name="T10" fmla="*/ 304 w 62"/>
                  <a:gd name="T11" fmla="*/ 74 h 64"/>
                  <a:gd name="T12" fmla="*/ 264 w 62"/>
                  <a:gd name="T13" fmla="*/ 74 h 64"/>
                  <a:gd name="T14" fmla="*/ 617 w 62"/>
                  <a:gd name="T15" fmla="*/ 563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64">
                    <a:moveTo>
                      <a:pt x="28" y="25"/>
                    </a:moveTo>
                    <a:cubicBezTo>
                      <a:pt x="34" y="28"/>
                      <a:pt x="48" y="42"/>
                      <a:pt x="52" y="64"/>
                    </a:cubicBezTo>
                    <a:cubicBezTo>
                      <a:pt x="60" y="29"/>
                      <a:pt x="60" y="29"/>
                      <a:pt x="60" y="29"/>
                    </a:cubicBezTo>
                    <a:cubicBezTo>
                      <a:pt x="60" y="29"/>
                      <a:pt x="62" y="26"/>
                      <a:pt x="60" y="29"/>
                    </a:cubicBezTo>
                    <a:cubicBezTo>
                      <a:pt x="57" y="32"/>
                      <a:pt x="49" y="30"/>
                      <a:pt x="43" y="26"/>
                    </a:cubicBezTo>
                    <a:cubicBezTo>
                      <a:pt x="37" y="23"/>
                      <a:pt x="26" y="5"/>
                      <a:pt x="13" y="3"/>
                    </a:cubicBezTo>
                    <a:cubicBezTo>
                      <a:pt x="0" y="1"/>
                      <a:pt x="4" y="0"/>
                      <a:pt x="11" y="3"/>
                    </a:cubicBezTo>
                    <a:cubicBezTo>
                      <a:pt x="19" y="6"/>
                      <a:pt x="30" y="13"/>
                      <a:pt x="26" y="24"/>
                    </a:cubicBezTo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9" name="Freeform 88">
                <a:extLst>
                  <a:ext uri="{FF2B5EF4-FFF2-40B4-BE49-F238E27FC236}">
                    <a16:creationId xmlns:a16="http://schemas.microsoft.com/office/drawing/2014/main" id="{D158B3E0-3B93-4D89-99B5-5F8319AC0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845"/>
                <a:ext cx="91" cy="145"/>
              </a:xfrm>
              <a:custGeom>
                <a:avLst/>
                <a:gdLst>
                  <a:gd name="T0" fmla="*/ 250 w 32"/>
                  <a:gd name="T1" fmla="*/ 0 h 51"/>
                  <a:gd name="T2" fmla="*/ 347 w 32"/>
                  <a:gd name="T3" fmla="*/ 597 h 51"/>
                  <a:gd name="T4" fmla="*/ 737 w 32"/>
                  <a:gd name="T5" fmla="*/ 1035 h 51"/>
                  <a:gd name="T6" fmla="*/ 574 w 32"/>
                  <a:gd name="T7" fmla="*/ 1058 h 51"/>
                  <a:gd name="T8" fmla="*/ 276 w 32"/>
                  <a:gd name="T9" fmla="*/ 873 h 51"/>
                  <a:gd name="T10" fmla="*/ 250 w 32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51">
                    <a:moveTo>
                      <a:pt x="11" y="0"/>
                    </a:moveTo>
                    <a:cubicBezTo>
                      <a:pt x="9" y="6"/>
                      <a:pt x="8" y="19"/>
                      <a:pt x="15" y="26"/>
                    </a:cubicBezTo>
                    <a:cubicBezTo>
                      <a:pt x="21" y="32"/>
                      <a:pt x="32" y="40"/>
                      <a:pt x="32" y="45"/>
                    </a:cubicBezTo>
                    <a:cubicBezTo>
                      <a:pt x="32" y="51"/>
                      <a:pt x="25" y="46"/>
                      <a:pt x="25" y="46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38"/>
                      <a:pt x="0" y="14"/>
                      <a:pt x="11" y="0"/>
                    </a:cubicBezTo>
                    <a:close/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0" name="Freeform 89">
                <a:extLst>
                  <a:ext uri="{FF2B5EF4-FFF2-40B4-BE49-F238E27FC236}">
                    <a16:creationId xmlns:a16="http://schemas.microsoft.com/office/drawing/2014/main" id="{72B939EB-C344-4CA2-BAB6-911EB38EF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887"/>
                <a:ext cx="34" cy="61"/>
              </a:xfrm>
              <a:custGeom>
                <a:avLst/>
                <a:gdLst>
                  <a:gd name="T0" fmla="*/ 0 w 12"/>
                  <a:gd name="T1" fmla="*/ 195 h 21"/>
                  <a:gd name="T2" fmla="*/ 136 w 12"/>
                  <a:gd name="T3" fmla="*/ 76 h 21"/>
                  <a:gd name="T4" fmla="*/ 249 w 12"/>
                  <a:gd name="T5" fmla="*/ 296 h 21"/>
                  <a:gd name="T6" fmla="*/ 249 w 12"/>
                  <a:gd name="T7" fmla="*/ 514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0" y="8"/>
                    </a:moveTo>
                    <a:cubicBezTo>
                      <a:pt x="3" y="10"/>
                      <a:pt x="6" y="7"/>
                      <a:pt x="6" y="3"/>
                    </a:cubicBezTo>
                    <a:cubicBezTo>
                      <a:pt x="6" y="0"/>
                      <a:pt x="11" y="12"/>
                      <a:pt x="11" y="12"/>
                    </a:cubicBezTo>
                    <a:cubicBezTo>
                      <a:pt x="11" y="13"/>
                      <a:pt x="12" y="21"/>
                      <a:pt x="11" y="21"/>
                    </a:cubicBezTo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1" name="Freeform 90">
                <a:extLst>
                  <a:ext uri="{FF2B5EF4-FFF2-40B4-BE49-F238E27FC236}">
                    <a16:creationId xmlns:a16="http://schemas.microsoft.com/office/drawing/2014/main" id="{1694DF4E-A983-45BB-857B-E78263E95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759"/>
                <a:ext cx="140" cy="160"/>
              </a:xfrm>
              <a:custGeom>
                <a:avLst/>
                <a:gdLst>
                  <a:gd name="T0" fmla="*/ 0 w 49"/>
                  <a:gd name="T1" fmla="*/ 1231 h 56"/>
                  <a:gd name="T2" fmla="*/ 237 w 49"/>
                  <a:gd name="T3" fmla="*/ 980 h 56"/>
                  <a:gd name="T4" fmla="*/ 440 w 49"/>
                  <a:gd name="T5" fmla="*/ 743 h 56"/>
                  <a:gd name="T6" fmla="*/ 654 w 49"/>
                  <a:gd name="T7" fmla="*/ 417 h 56"/>
                  <a:gd name="T8" fmla="*/ 743 w 49"/>
                  <a:gd name="T9" fmla="*/ 189 h 56"/>
                  <a:gd name="T10" fmla="*/ 817 w 49"/>
                  <a:gd name="T11" fmla="*/ 0 h 56"/>
                  <a:gd name="T12" fmla="*/ 906 w 49"/>
                  <a:gd name="T13" fmla="*/ 211 h 56"/>
                  <a:gd name="T14" fmla="*/ 980 w 49"/>
                  <a:gd name="T15" fmla="*/ 303 h 56"/>
                  <a:gd name="T16" fmla="*/ 1094 w 49"/>
                  <a:gd name="T17" fmla="*/ 374 h 56"/>
                  <a:gd name="T18" fmla="*/ 1029 w 49"/>
                  <a:gd name="T19" fmla="*/ 580 h 56"/>
                  <a:gd name="T20" fmla="*/ 889 w 49"/>
                  <a:gd name="T21" fmla="*/ 817 h 56"/>
                  <a:gd name="T22" fmla="*/ 791 w 49"/>
                  <a:gd name="T23" fmla="*/ 677 h 56"/>
                  <a:gd name="T24" fmla="*/ 603 w 49"/>
                  <a:gd name="T25" fmla="*/ 677 h 56"/>
                  <a:gd name="T26" fmla="*/ 400 w 49"/>
                  <a:gd name="T27" fmla="*/ 906 h 56"/>
                  <a:gd name="T28" fmla="*/ 49 w 49"/>
                  <a:gd name="T29" fmla="*/ 1306 h 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" h="56">
                    <a:moveTo>
                      <a:pt x="0" y="53"/>
                    </a:moveTo>
                    <a:cubicBezTo>
                      <a:pt x="4" y="51"/>
                      <a:pt x="7" y="45"/>
                      <a:pt x="10" y="42"/>
                    </a:cubicBezTo>
                    <a:cubicBezTo>
                      <a:pt x="13" y="39"/>
                      <a:pt x="16" y="35"/>
                      <a:pt x="19" y="32"/>
                    </a:cubicBezTo>
                    <a:cubicBezTo>
                      <a:pt x="23" y="28"/>
                      <a:pt x="25" y="23"/>
                      <a:pt x="28" y="18"/>
                    </a:cubicBezTo>
                    <a:cubicBezTo>
                      <a:pt x="30" y="15"/>
                      <a:pt x="31" y="12"/>
                      <a:pt x="32" y="8"/>
                    </a:cubicBezTo>
                    <a:cubicBezTo>
                      <a:pt x="33" y="6"/>
                      <a:pt x="34" y="2"/>
                      <a:pt x="35" y="0"/>
                    </a:cubicBezTo>
                    <a:cubicBezTo>
                      <a:pt x="37" y="3"/>
                      <a:pt x="37" y="6"/>
                      <a:pt x="39" y="9"/>
                    </a:cubicBezTo>
                    <a:cubicBezTo>
                      <a:pt x="40" y="10"/>
                      <a:pt x="41" y="11"/>
                      <a:pt x="42" y="13"/>
                    </a:cubicBezTo>
                    <a:cubicBezTo>
                      <a:pt x="44" y="14"/>
                      <a:pt x="46" y="15"/>
                      <a:pt x="47" y="16"/>
                    </a:cubicBezTo>
                    <a:cubicBezTo>
                      <a:pt x="49" y="19"/>
                      <a:pt x="45" y="23"/>
                      <a:pt x="44" y="25"/>
                    </a:cubicBezTo>
                    <a:cubicBezTo>
                      <a:pt x="42" y="29"/>
                      <a:pt x="40" y="32"/>
                      <a:pt x="38" y="35"/>
                    </a:cubicBezTo>
                    <a:cubicBezTo>
                      <a:pt x="37" y="32"/>
                      <a:pt x="37" y="30"/>
                      <a:pt x="34" y="29"/>
                    </a:cubicBezTo>
                    <a:cubicBezTo>
                      <a:pt x="32" y="28"/>
                      <a:pt x="29" y="28"/>
                      <a:pt x="26" y="29"/>
                    </a:cubicBezTo>
                    <a:cubicBezTo>
                      <a:pt x="23" y="31"/>
                      <a:pt x="19" y="35"/>
                      <a:pt x="17" y="39"/>
                    </a:cubicBezTo>
                    <a:cubicBezTo>
                      <a:pt x="13" y="43"/>
                      <a:pt x="2" y="56"/>
                      <a:pt x="2" y="56"/>
                    </a:cubicBezTo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2" name="Freeform 91">
                <a:extLst>
                  <a:ext uri="{FF2B5EF4-FFF2-40B4-BE49-F238E27FC236}">
                    <a16:creationId xmlns:a16="http://schemas.microsoft.com/office/drawing/2014/main" id="{1471F185-A09B-4307-8430-E54462830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862"/>
                <a:ext cx="34" cy="54"/>
              </a:xfrm>
              <a:custGeom>
                <a:avLst/>
                <a:gdLst>
                  <a:gd name="T0" fmla="*/ 26 w 12"/>
                  <a:gd name="T1" fmla="*/ 0 h 19"/>
                  <a:gd name="T2" fmla="*/ 162 w 12"/>
                  <a:gd name="T3" fmla="*/ 435 h 19"/>
                  <a:gd name="T4" fmla="*/ 272 w 12"/>
                  <a:gd name="T5" fmla="*/ 298 h 19"/>
                  <a:gd name="T6" fmla="*/ 48 w 12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1" y="0"/>
                    </a:moveTo>
                    <a:cubicBezTo>
                      <a:pt x="0" y="5"/>
                      <a:pt x="0" y="18"/>
                      <a:pt x="7" y="19"/>
                    </a:cubicBezTo>
                    <a:cubicBezTo>
                      <a:pt x="8" y="16"/>
                      <a:pt x="10" y="15"/>
                      <a:pt x="12" y="13"/>
                    </a:cubicBezTo>
                    <a:cubicBezTo>
                      <a:pt x="8" y="14"/>
                      <a:pt x="0" y="4"/>
                      <a:pt x="2" y="0"/>
                    </a:cubicBezTo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3" name="Freeform 92">
                <a:extLst>
                  <a:ext uri="{FF2B5EF4-FFF2-40B4-BE49-F238E27FC236}">
                    <a16:creationId xmlns:a16="http://schemas.microsoft.com/office/drawing/2014/main" id="{C0C4F24C-BCFC-421E-BB1C-F6C5C1700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825"/>
                <a:ext cx="69" cy="94"/>
              </a:xfrm>
              <a:custGeom>
                <a:avLst/>
                <a:gdLst>
                  <a:gd name="T0" fmla="*/ 0 w 24"/>
                  <a:gd name="T1" fmla="*/ 348 h 33"/>
                  <a:gd name="T2" fmla="*/ 141 w 24"/>
                  <a:gd name="T3" fmla="*/ 510 h 33"/>
                  <a:gd name="T4" fmla="*/ 265 w 24"/>
                  <a:gd name="T5" fmla="*/ 649 h 33"/>
                  <a:gd name="T6" fmla="*/ 380 w 24"/>
                  <a:gd name="T7" fmla="*/ 763 h 33"/>
                  <a:gd name="T8" fmla="*/ 480 w 24"/>
                  <a:gd name="T9" fmla="*/ 649 h 33"/>
                  <a:gd name="T10" fmla="*/ 497 w 24"/>
                  <a:gd name="T11" fmla="*/ 325 h 33"/>
                  <a:gd name="T12" fmla="*/ 431 w 24"/>
                  <a:gd name="T13" fmla="*/ 276 h 33"/>
                  <a:gd name="T14" fmla="*/ 357 w 24"/>
                  <a:gd name="T15" fmla="*/ 137 h 33"/>
                  <a:gd name="T16" fmla="*/ 290 w 24"/>
                  <a:gd name="T17" fmla="*/ 0 h 33"/>
                  <a:gd name="T18" fmla="*/ 331 w 24"/>
                  <a:gd name="T19" fmla="*/ 348 h 33"/>
                  <a:gd name="T20" fmla="*/ 216 w 24"/>
                  <a:gd name="T21" fmla="*/ 413 h 33"/>
                  <a:gd name="T22" fmla="*/ 0 w 24"/>
                  <a:gd name="T23" fmla="*/ 325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33">
                    <a:moveTo>
                      <a:pt x="0" y="15"/>
                    </a:moveTo>
                    <a:cubicBezTo>
                      <a:pt x="2" y="16"/>
                      <a:pt x="4" y="20"/>
                      <a:pt x="6" y="22"/>
                    </a:cubicBezTo>
                    <a:cubicBezTo>
                      <a:pt x="8" y="24"/>
                      <a:pt x="10" y="26"/>
                      <a:pt x="11" y="28"/>
                    </a:cubicBezTo>
                    <a:cubicBezTo>
                      <a:pt x="12" y="29"/>
                      <a:pt x="14" y="32"/>
                      <a:pt x="16" y="33"/>
                    </a:cubicBezTo>
                    <a:cubicBezTo>
                      <a:pt x="18" y="33"/>
                      <a:pt x="20" y="30"/>
                      <a:pt x="20" y="28"/>
                    </a:cubicBezTo>
                    <a:cubicBezTo>
                      <a:pt x="22" y="24"/>
                      <a:pt x="24" y="17"/>
                      <a:pt x="21" y="14"/>
                    </a:cubicBezTo>
                    <a:cubicBezTo>
                      <a:pt x="21" y="13"/>
                      <a:pt x="19" y="13"/>
                      <a:pt x="18" y="12"/>
                    </a:cubicBezTo>
                    <a:cubicBezTo>
                      <a:pt x="17" y="10"/>
                      <a:pt x="16" y="8"/>
                      <a:pt x="15" y="6"/>
                    </a:cubicBezTo>
                    <a:cubicBezTo>
                      <a:pt x="14" y="4"/>
                      <a:pt x="13" y="1"/>
                      <a:pt x="12" y="0"/>
                    </a:cubicBezTo>
                    <a:cubicBezTo>
                      <a:pt x="13" y="4"/>
                      <a:pt x="17" y="9"/>
                      <a:pt x="14" y="15"/>
                    </a:cubicBezTo>
                    <a:cubicBezTo>
                      <a:pt x="13" y="17"/>
                      <a:pt x="12" y="19"/>
                      <a:pt x="9" y="18"/>
                    </a:cubicBezTo>
                    <a:cubicBezTo>
                      <a:pt x="6" y="18"/>
                      <a:pt x="3" y="15"/>
                      <a:pt x="0" y="14"/>
                    </a:cubicBezTo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4" name="Freeform 93">
                <a:extLst>
                  <a:ext uri="{FF2B5EF4-FFF2-40B4-BE49-F238E27FC236}">
                    <a16:creationId xmlns:a16="http://schemas.microsoft.com/office/drawing/2014/main" id="{549EA4DA-F7E9-4A5A-BE17-2E2B2D92A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819"/>
                <a:ext cx="66" cy="46"/>
              </a:xfrm>
              <a:custGeom>
                <a:avLst/>
                <a:gdLst>
                  <a:gd name="T0" fmla="*/ 26 w 23"/>
                  <a:gd name="T1" fmla="*/ 0 h 16"/>
                  <a:gd name="T2" fmla="*/ 141 w 23"/>
                  <a:gd name="T3" fmla="*/ 239 h 16"/>
                  <a:gd name="T4" fmla="*/ 238 w 23"/>
                  <a:gd name="T5" fmla="*/ 380 h 16"/>
                  <a:gd name="T6" fmla="*/ 542 w 23"/>
                  <a:gd name="T7" fmla="*/ 265 h 16"/>
                  <a:gd name="T8" fmla="*/ 264 w 23"/>
                  <a:gd name="T9" fmla="*/ 190 h 16"/>
                  <a:gd name="T10" fmla="*/ 0 w 23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6">
                    <a:moveTo>
                      <a:pt x="1" y="0"/>
                    </a:moveTo>
                    <a:cubicBezTo>
                      <a:pt x="3" y="3"/>
                      <a:pt x="4" y="6"/>
                      <a:pt x="6" y="10"/>
                    </a:cubicBezTo>
                    <a:cubicBezTo>
                      <a:pt x="7" y="11"/>
                      <a:pt x="9" y="15"/>
                      <a:pt x="10" y="16"/>
                    </a:cubicBezTo>
                    <a:cubicBezTo>
                      <a:pt x="13" y="12"/>
                      <a:pt x="19" y="12"/>
                      <a:pt x="23" y="11"/>
                    </a:cubicBezTo>
                    <a:cubicBezTo>
                      <a:pt x="19" y="9"/>
                      <a:pt x="15" y="9"/>
                      <a:pt x="11" y="8"/>
                    </a:cubicBezTo>
                    <a:cubicBezTo>
                      <a:pt x="7" y="7"/>
                      <a:pt x="0" y="4"/>
                      <a:pt x="0" y="0"/>
                    </a:cubicBezTo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5" name="Freeform 94">
                <a:extLst>
                  <a:ext uri="{FF2B5EF4-FFF2-40B4-BE49-F238E27FC236}">
                    <a16:creationId xmlns:a16="http://schemas.microsoft.com/office/drawing/2014/main" id="{888066EB-DF30-4321-9491-1706703E9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402"/>
                <a:ext cx="43" cy="58"/>
              </a:xfrm>
              <a:custGeom>
                <a:avLst/>
                <a:gdLst>
                  <a:gd name="T0" fmla="*/ 115 w 15"/>
                  <a:gd name="T1" fmla="*/ 0 h 20"/>
                  <a:gd name="T2" fmla="*/ 238 w 15"/>
                  <a:gd name="T3" fmla="*/ 371 h 20"/>
                  <a:gd name="T4" fmla="*/ 0 w 15"/>
                  <a:gd name="T5" fmla="*/ 438 h 20"/>
                  <a:gd name="T6" fmla="*/ 304 w 15"/>
                  <a:gd name="T7" fmla="*/ 371 h 20"/>
                  <a:gd name="T8" fmla="*/ 115 w 15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5" y="0"/>
                    </a:moveTo>
                    <a:cubicBezTo>
                      <a:pt x="10" y="6"/>
                      <a:pt x="12" y="11"/>
                      <a:pt x="10" y="15"/>
                    </a:cubicBezTo>
                    <a:cubicBezTo>
                      <a:pt x="8" y="19"/>
                      <a:pt x="0" y="18"/>
                      <a:pt x="0" y="18"/>
                    </a:cubicBezTo>
                    <a:cubicBezTo>
                      <a:pt x="6" y="20"/>
                      <a:pt x="10" y="20"/>
                      <a:pt x="13" y="15"/>
                    </a:cubicBezTo>
                    <a:cubicBezTo>
                      <a:pt x="15" y="9"/>
                      <a:pt x="10" y="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6" name="Freeform 95">
                <a:extLst>
                  <a:ext uri="{FF2B5EF4-FFF2-40B4-BE49-F238E27FC236}">
                    <a16:creationId xmlns:a16="http://schemas.microsoft.com/office/drawing/2014/main" id="{42AF510D-0D7A-44C1-A2B1-2FB9F1AE5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236"/>
                <a:ext cx="223" cy="247"/>
              </a:xfrm>
              <a:custGeom>
                <a:avLst/>
                <a:gdLst>
                  <a:gd name="T0" fmla="*/ 1587 w 78"/>
                  <a:gd name="T1" fmla="*/ 494 h 86"/>
                  <a:gd name="T2" fmla="*/ 1169 w 78"/>
                  <a:gd name="T3" fmla="*/ 735 h 86"/>
                  <a:gd name="T4" fmla="*/ 743 w 78"/>
                  <a:gd name="T5" fmla="*/ 1163 h 86"/>
                  <a:gd name="T6" fmla="*/ 352 w 78"/>
                  <a:gd name="T7" fmla="*/ 1683 h 86"/>
                  <a:gd name="T8" fmla="*/ 0 w 78"/>
                  <a:gd name="T9" fmla="*/ 1965 h 86"/>
                  <a:gd name="T10" fmla="*/ 254 w 78"/>
                  <a:gd name="T11" fmla="*/ 1987 h 86"/>
                  <a:gd name="T12" fmla="*/ 606 w 78"/>
                  <a:gd name="T13" fmla="*/ 1516 h 86"/>
                  <a:gd name="T14" fmla="*/ 1055 w 78"/>
                  <a:gd name="T15" fmla="*/ 1255 h 86"/>
                  <a:gd name="T16" fmla="*/ 1258 w 78"/>
                  <a:gd name="T17" fmla="*/ 948 h 86"/>
                  <a:gd name="T18" fmla="*/ 1658 w 78"/>
                  <a:gd name="T19" fmla="*/ 661 h 86"/>
                  <a:gd name="T20" fmla="*/ 1472 w 78"/>
                  <a:gd name="T21" fmla="*/ 0 h 86"/>
                  <a:gd name="T22" fmla="*/ 1587 w 78"/>
                  <a:gd name="T23" fmla="*/ 494 h 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86">
                    <a:moveTo>
                      <a:pt x="68" y="21"/>
                    </a:moveTo>
                    <a:cubicBezTo>
                      <a:pt x="65" y="28"/>
                      <a:pt x="56" y="26"/>
                      <a:pt x="50" y="31"/>
                    </a:cubicBezTo>
                    <a:cubicBezTo>
                      <a:pt x="45" y="37"/>
                      <a:pt x="43" y="46"/>
                      <a:pt x="32" y="49"/>
                    </a:cubicBezTo>
                    <a:cubicBezTo>
                      <a:pt x="22" y="52"/>
                      <a:pt x="20" y="63"/>
                      <a:pt x="15" y="71"/>
                    </a:cubicBezTo>
                    <a:cubicBezTo>
                      <a:pt x="11" y="80"/>
                      <a:pt x="6" y="82"/>
                      <a:pt x="0" y="83"/>
                    </a:cubicBezTo>
                    <a:cubicBezTo>
                      <a:pt x="0" y="83"/>
                      <a:pt x="5" y="86"/>
                      <a:pt x="11" y="84"/>
                    </a:cubicBezTo>
                    <a:cubicBezTo>
                      <a:pt x="18" y="83"/>
                      <a:pt x="23" y="72"/>
                      <a:pt x="26" y="64"/>
                    </a:cubicBezTo>
                    <a:cubicBezTo>
                      <a:pt x="30" y="56"/>
                      <a:pt x="39" y="56"/>
                      <a:pt x="45" y="53"/>
                    </a:cubicBezTo>
                    <a:cubicBezTo>
                      <a:pt x="51" y="51"/>
                      <a:pt x="52" y="45"/>
                      <a:pt x="54" y="40"/>
                    </a:cubicBezTo>
                    <a:cubicBezTo>
                      <a:pt x="57" y="34"/>
                      <a:pt x="64" y="37"/>
                      <a:pt x="71" y="28"/>
                    </a:cubicBezTo>
                    <a:cubicBezTo>
                      <a:pt x="78" y="18"/>
                      <a:pt x="69" y="6"/>
                      <a:pt x="63" y="0"/>
                    </a:cubicBezTo>
                    <a:cubicBezTo>
                      <a:pt x="69" y="10"/>
                      <a:pt x="71" y="13"/>
                      <a:pt x="68" y="21"/>
                    </a:cubicBezTo>
                    <a:close/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7" name="Freeform 96">
                <a:extLst>
                  <a:ext uri="{FF2B5EF4-FFF2-40B4-BE49-F238E27FC236}">
                    <a16:creationId xmlns:a16="http://schemas.microsoft.com/office/drawing/2014/main" id="{2E9EF68D-34D4-4718-9043-94F18699B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517"/>
                <a:ext cx="189" cy="80"/>
              </a:xfrm>
              <a:custGeom>
                <a:avLst/>
                <a:gdLst>
                  <a:gd name="T0" fmla="*/ 189 w 66"/>
                  <a:gd name="T1" fmla="*/ 629 h 28"/>
                  <a:gd name="T2" fmla="*/ 633 w 66"/>
                  <a:gd name="T3" fmla="*/ 654 h 28"/>
                  <a:gd name="T4" fmla="*/ 1174 w 66"/>
                  <a:gd name="T5" fmla="*/ 351 h 28"/>
                  <a:gd name="T6" fmla="*/ 1549 w 66"/>
                  <a:gd name="T7" fmla="*/ 0 h 28"/>
                  <a:gd name="T8" fmla="*/ 942 w 66"/>
                  <a:gd name="T9" fmla="*/ 351 h 28"/>
                  <a:gd name="T10" fmla="*/ 0 w 66"/>
                  <a:gd name="T11" fmla="*/ 629 h 28"/>
                  <a:gd name="T12" fmla="*/ 189 w 66"/>
                  <a:gd name="T13" fmla="*/ 62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28">
                    <a:moveTo>
                      <a:pt x="8" y="27"/>
                    </a:moveTo>
                    <a:cubicBezTo>
                      <a:pt x="18" y="26"/>
                      <a:pt x="22" y="28"/>
                      <a:pt x="27" y="28"/>
                    </a:cubicBezTo>
                    <a:cubicBezTo>
                      <a:pt x="31" y="28"/>
                      <a:pt x="43" y="18"/>
                      <a:pt x="50" y="15"/>
                    </a:cubicBezTo>
                    <a:cubicBezTo>
                      <a:pt x="56" y="12"/>
                      <a:pt x="66" y="2"/>
                      <a:pt x="66" y="0"/>
                    </a:cubicBezTo>
                    <a:cubicBezTo>
                      <a:pt x="62" y="5"/>
                      <a:pt x="53" y="12"/>
                      <a:pt x="40" y="15"/>
                    </a:cubicBezTo>
                    <a:cubicBezTo>
                      <a:pt x="28" y="17"/>
                      <a:pt x="7" y="23"/>
                      <a:pt x="0" y="27"/>
                    </a:cubicBezTo>
                    <a:cubicBezTo>
                      <a:pt x="3" y="26"/>
                      <a:pt x="8" y="27"/>
                      <a:pt x="8" y="27"/>
                    </a:cubicBezTo>
                    <a:close/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8" name="Freeform 97">
                <a:extLst>
                  <a:ext uri="{FF2B5EF4-FFF2-40B4-BE49-F238E27FC236}">
                    <a16:creationId xmlns:a16="http://schemas.microsoft.com/office/drawing/2014/main" id="{260507D0-55C9-415D-94D7-16A01EC55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503"/>
                <a:ext cx="231" cy="17"/>
              </a:xfrm>
              <a:custGeom>
                <a:avLst/>
                <a:gdLst>
                  <a:gd name="T0" fmla="*/ 0 w 81"/>
                  <a:gd name="T1" fmla="*/ 136 h 6"/>
                  <a:gd name="T2" fmla="*/ 1879 w 81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6">
                    <a:moveTo>
                      <a:pt x="0" y="6"/>
                    </a:moveTo>
                    <a:cubicBezTo>
                      <a:pt x="19" y="0"/>
                      <a:pt x="65" y="0"/>
                      <a:pt x="8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9" name="Freeform 98">
                <a:extLst>
                  <a:ext uri="{FF2B5EF4-FFF2-40B4-BE49-F238E27FC236}">
                    <a16:creationId xmlns:a16="http://schemas.microsoft.com/office/drawing/2014/main" id="{6AF7807C-0175-4E8A-845A-B887339F4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621"/>
                <a:ext cx="68" cy="241"/>
              </a:xfrm>
              <a:custGeom>
                <a:avLst/>
                <a:gdLst>
                  <a:gd name="T0" fmla="*/ 411 w 24"/>
                  <a:gd name="T1" fmla="*/ 0 h 84"/>
                  <a:gd name="T2" fmla="*/ 0 w 24"/>
                  <a:gd name="T3" fmla="*/ 1983 h 84"/>
                  <a:gd name="T4" fmla="*/ 411 w 24"/>
                  <a:gd name="T5" fmla="*/ 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84">
                    <a:moveTo>
                      <a:pt x="18" y="0"/>
                    </a:moveTo>
                    <a:cubicBezTo>
                      <a:pt x="20" y="16"/>
                      <a:pt x="24" y="58"/>
                      <a:pt x="0" y="84"/>
                    </a:cubicBezTo>
                    <a:cubicBezTo>
                      <a:pt x="8" y="74"/>
                      <a:pt x="21" y="40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0" name="Freeform 99">
                <a:extLst>
                  <a:ext uri="{FF2B5EF4-FFF2-40B4-BE49-F238E27FC236}">
                    <a16:creationId xmlns:a16="http://schemas.microsoft.com/office/drawing/2014/main" id="{ED20A5E0-FE65-4205-A0DD-6CAF8932E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630"/>
                <a:ext cx="43" cy="180"/>
              </a:xfrm>
              <a:custGeom>
                <a:avLst/>
                <a:gdLst>
                  <a:gd name="T0" fmla="*/ 330 w 15"/>
                  <a:gd name="T1" fmla="*/ 0 h 63"/>
                  <a:gd name="T2" fmla="*/ 278 w 15"/>
                  <a:gd name="T3" fmla="*/ 954 h 63"/>
                  <a:gd name="T4" fmla="*/ 0 w 15"/>
                  <a:gd name="T5" fmla="*/ 1469 h 63"/>
                  <a:gd name="T6" fmla="*/ 330 w 15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3">
                    <a:moveTo>
                      <a:pt x="14" y="0"/>
                    </a:moveTo>
                    <a:cubicBezTo>
                      <a:pt x="14" y="13"/>
                      <a:pt x="15" y="29"/>
                      <a:pt x="12" y="41"/>
                    </a:cubicBezTo>
                    <a:cubicBezTo>
                      <a:pt x="10" y="52"/>
                      <a:pt x="6" y="58"/>
                      <a:pt x="0" y="63"/>
                    </a:cubicBezTo>
                    <a:cubicBezTo>
                      <a:pt x="8" y="54"/>
                      <a:pt x="15" y="12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1" name="Freeform 100">
                <a:extLst>
                  <a:ext uri="{FF2B5EF4-FFF2-40B4-BE49-F238E27FC236}">
                    <a16:creationId xmlns:a16="http://schemas.microsoft.com/office/drawing/2014/main" id="{4D8407B4-69FF-4C6F-8E6A-9E68FB401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673"/>
                <a:ext cx="126" cy="143"/>
              </a:xfrm>
              <a:custGeom>
                <a:avLst/>
                <a:gdLst>
                  <a:gd name="T0" fmla="*/ 0 w 44"/>
                  <a:gd name="T1" fmla="*/ 189 h 50"/>
                  <a:gd name="T2" fmla="*/ 140 w 44"/>
                  <a:gd name="T3" fmla="*/ 400 h 50"/>
                  <a:gd name="T4" fmla="*/ 378 w 44"/>
                  <a:gd name="T5" fmla="*/ 589 h 50"/>
                  <a:gd name="T6" fmla="*/ 567 w 44"/>
                  <a:gd name="T7" fmla="*/ 818 h 50"/>
                  <a:gd name="T8" fmla="*/ 704 w 44"/>
                  <a:gd name="T9" fmla="*/ 1030 h 50"/>
                  <a:gd name="T10" fmla="*/ 1008 w 44"/>
                  <a:gd name="T11" fmla="*/ 0 h 50"/>
                  <a:gd name="T12" fmla="*/ 730 w 44"/>
                  <a:gd name="T13" fmla="*/ 606 h 50"/>
                  <a:gd name="T14" fmla="*/ 493 w 44"/>
                  <a:gd name="T15" fmla="*/ 418 h 50"/>
                  <a:gd name="T16" fmla="*/ 140 w 44"/>
                  <a:gd name="T17" fmla="*/ 212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50">
                    <a:moveTo>
                      <a:pt x="0" y="8"/>
                    </a:moveTo>
                    <a:cubicBezTo>
                      <a:pt x="2" y="11"/>
                      <a:pt x="3" y="15"/>
                      <a:pt x="6" y="17"/>
                    </a:cubicBezTo>
                    <a:cubicBezTo>
                      <a:pt x="9" y="20"/>
                      <a:pt x="13" y="22"/>
                      <a:pt x="16" y="25"/>
                    </a:cubicBezTo>
                    <a:cubicBezTo>
                      <a:pt x="19" y="28"/>
                      <a:pt x="22" y="31"/>
                      <a:pt x="24" y="35"/>
                    </a:cubicBezTo>
                    <a:cubicBezTo>
                      <a:pt x="26" y="36"/>
                      <a:pt x="29" y="43"/>
                      <a:pt x="30" y="44"/>
                    </a:cubicBezTo>
                    <a:cubicBezTo>
                      <a:pt x="42" y="50"/>
                      <a:pt x="44" y="5"/>
                      <a:pt x="43" y="0"/>
                    </a:cubicBezTo>
                    <a:cubicBezTo>
                      <a:pt x="41" y="8"/>
                      <a:pt x="43" y="26"/>
                      <a:pt x="31" y="26"/>
                    </a:cubicBezTo>
                    <a:cubicBezTo>
                      <a:pt x="26" y="26"/>
                      <a:pt x="24" y="21"/>
                      <a:pt x="21" y="18"/>
                    </a:cubicBezTo>
                    <a:cubicBezTo>
                      <a:pt x="16" y="13"/>
                      <a:pt x="13" y="11"/>
                      <a:pt x="6" y="9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2" name="Freeform 101">
                <a:extLst>
                  <a:ext uri="{FF2B5EF4-FFF2-40B4-BE49-F238E27FC236}">
                    <a16:creationId xmlns:a16="http://schemas.microsoft.com/office/drawing/2014/main" id="{9E36DDB9-A2FF-4D8B-9616-4863220B7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696"/>
                <a:ext cx="112" cy="111"/>
              </a:xfrm>
              <a:custGeom>
                <a:avLst/>
                <a:gdLst>
                  <a:gd name="T0" fmla="*/ 0 w 39"/>
                  <a:gd name="T1" fmla="*/ 185 h 39"/>
                  <a:gd name="T2" fmla="*/ 141 w 39"/>
                  <a:gd name="T3" fmla="*/ 623 h 39"/>
                  <a:gd name="T4" fmla="*/ 238 w 39"/>
                  <a:gd name="T5" fmla="*/ 811 h 39"/>
                  <a:gd name="T6" fmla="*/ 353 w 39"/>
                  <a:gd name="T7" fmla="*/ 811 h 39"/>
                  <a:gd name="T8" fmla="*/ 617 w 39"/>
                  <a:gd name="T9" fmla="*/ 438 h 39"/>
                  <a:gd name="T10" fmla="*/ 925 w 39"/>
                  <a:gd name="T11" fmla="*/ 0 h 39"/>
                  <a:gd name="T12" fmla="*/ 471 w 39"/>
                  <a:gd name="T13" fmla="*/ 438 h 39"/>
                  <a:gd name="T14" fmla="*/ 75 w 39"/>
                  <a:gd name="T15" fmla="*/ 162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9">
                    <a:moveTo>
                      <a:pt x="0" y="8"/>
                    </a:moveTo>
                    <a:cubicBezTo>
                      <a:pt x="1" y="14"/>
                      <a:pt x="3" y="21"/>
                      <a:pt x="6" y="27"/>
                    </a:cubicBezTo>
                    <a:cubicBezTo>
                      <a:pt x="7" y="29"/>
                      <a:pt x="8" y="33"/>
                      <a:pt x="10" y="35"/>
                    </a:cubicBezTo>
                    <a:cubicBezTo>
                      <a:pt x="13" y="39"/>
                      <a:pt x="13" y="37"/>
                      <a:pt x="15" y="35"/>
                    </a:cubicBezTo>
                    <a:cubicBezTo>
                      <a:pt x="19" y="29"/>
                      <a:pt x="21" y="24"/>
                      <a:pt x="26" y="19"/>
                    </a:cubicBezTo>
                    <a:cubicBezTo>
                      <a:pt x="31" y="13"/>
                      <a:pt x="36" y="8"/>
                      <a:pt x="39" y="0"/>
                    </a:cubicBezTo>
                    <a:cubicBezTo>
                      <a:pt x="32" y="4"/>
                      <a:pt x="28" y="15"/>
                      <a:pt x="20" y="19"/>
                    </a:cubicBezTo>
                    <a:cubicBezTo>
                      <a:pt x="13" y="23"/>
                      <a:pt x="3" y="15"/>
                      <a:pt x="3" y="7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3" name="Freeform 102">
                <a:extLst>
                  <a:ext uri="{FF2B5EF4-FFF2-40B4-BE49-F238E27FC236}">
                    <a16:creationId xmlns:a16="http://schemas.microsoft.com/office/drawing/2014/main" id="{430AE689-C659-4785-B0CD-0719E4569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547"/>
                <a:ext cx="186" cy="155"/>
              </a:xfrm>
              <a:custGeom>
                <a:avLst/>
                <a:gdLst>
                  <a:gd name="T0" fmla="*/ 401 w 65"/>
                  <a:gd name="T1" fmla="*/ 353 h 54"/>
                  <a:gd name="T2" fmla="*/ 630 w 65"/>
                  <a:gd name="T3" fmla="*/ 594 h 54"/>
                  <a:gd name="T4" fmla="*/ 916 w 65"/>
                  <a:gd name="T5" fmla="*/ 824 h 54"/>
                  <a:gd name="T6" fmla="*/ 1522 w 65"/>
                  <a:gd name="T7" fmla="*/ 1277 h 54"/>
                  <a:gd name="T8" fmla="*/ 1408 w 65"/>
                  <a:gd name="T9" fmla="*/ 921 h 54"/>
                  <a:gd name="T10" fmla="*/ 1359 w 65"/>
                  <a:gd name="T11" fmla="*/ 428 h 54"/>
                  <a:gd name="T12" fmla="*/ 1096 w 65"/>
                  <a:gd name="T13" fmla="*/ 758 h 54"/>
                  <a:gd name="T14" fmla="*/ 681 w 65"/>
                  <a:gd name="T15" fmla="*/ 454 h 54"/>
                  <a:gd name="T16" fmla="*/ 278 w 65"/>
                  <a:gd name="T17" fmla="*/ 141 h 54"/>
                  <a:gd name="T18" fmla="*/ 0 w 65"/>
                  <a:gd name="T19" fmla="*/ 0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54">
                    <a:moveTo>
                      <a:pt x="17" y="15"/>
                    </a:moveTo>
                    <a:cubicBezTo>
                      <a:pt x="21" y="16"/>
                      <a:pt x="24" y="22"/>
                      <a:pt x="27" y="25"/>
                    </a:cubicBezTo>
                    <a:cubicBezTo>
                      <a:pt x="31" y="29"/>
                      <a:pt x="34" y="32"/>
                      <a:pt x="39" y="35"/>
                    </a:cubicBezTo>
                    <a:cubicBezTo>
                      <a:pt x="48" y="40"/>
                      <a:pt x="59" y="45"/>
                      <a:pt x="65" y="54"/>
                    </a:cubicBezTo>
                    <a:cubicBezTo>
                      <a:pt x="63" y="49"/>
                      <a:pt x="61" y="44"/>
                      <a:pt x="60" y="39"/>
                    </a:cubicBezTo>
                    <a:cubicBezTo>
                      <a:pt x="59" y="32"/>
                      <a:pt x="61" y="24"/>
                      <a:pt x="58" y="18"/>
                    </a:cubicBezTo>
                    <a:cubicBezTo>
                      <a:pt x="59" y="25"/>
                      <a:pt x="56" y="35"/>
                      <a:pt x="47" y="32"/>
                    </a:cubicBezTo>
                    <a:cubicBezTo>
                      <a:pt x="40" y="30"/>
                      <a:pt x="35" y="23"/>
                      <a:pt x="29" y="19"/>
                    </a:cubicBezTo>
                    <a:cubicBezTo>
                      <a:pt x="23" y="14"/>
                      <a:pt x="19" y="8"/>
                      <a:pt x="12" y="6"/>
                    </a:cubicBezTo>
                    <a:cubicBezTo>
                      <a:pt x="7" y="4"/>
                      <a:pt x="4" y="3"/>
                      <a:pt x="0" y="0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4" name="Freeform 103">
                <a:extLst>
                  <a:ext uri="{FF2B5EF4-FFF2-40B4-BE49-F238E27FC236}">
                    <a16:creationId xmlns:a16="http://schemas.microsoft.com/office/drawing/2014/main" id="{7DCC6A2B-3647-4487-A35C-6BEBFD734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68"/>
                <a:ext cx="89" cy="92"/>
              </a:xfrm>
              <a:custGeom>
                <a:avLst/>
                <a:gdLst>
                  <a:gd name="T0" fmla="*/ 735 w 31"/>
                  <a:gd name="T1" fmla="*/ 0 h 32"/>
                  <a:gd name="T2" fmla="*/ 405 w 31"/>
                  <a:gd name="T3" fmla="*/ 331 h 32"/>
                  <a:gd name="T4" fmla="*/ 0 w 31"/>
                  <a:gd name="T5" fmla="*/ 762 h 32"/>
                  <a:gd name="T6" fmla="*/ 405 w 31"/>
                  <a:gd name="T7" fmla="*/ 431 h 32"/>
                  <a:gd name="T8" fmla="*/ 735 w 31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31" y="0"/>
                    </a:moveTo>
                    <a:cubicBezTo>
                      <a:pt x="30" y="5"/>
                      <a:pt x="30" y="9"/>
                      <a:pt x="17" y="14"/>
                    </a:cubicBezTo>
                    <a:cubicBezTo>
                      <a:pt x="5" y="19"/>
                      <a:pt x="3" y="25"/>
                      <a:pt x="0" y="32"/>
                    </a:cubicBezTo>
                    <a:cubicBezTo>
                      <a:pt x="5" y="26"/>
                      <a:pt x="8" y="21"/>
                      <a:pt x="17" y="18"/>
                    </a:cubicBezTo>
                    <a:cubicBezTo>
                      <a:pt x="27" y="14"/>
                      <a:pt x="31" y="7"/>
                      <a:pt x="31" y="0"/>
                    </a:cubicBezTo>
                    <a:close/>
                  </a:path>
                </a:pathLst>
              </a:custGeom>
              <a:solidFill>
                <a:srgbClr val="FEE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5" name="Freeform 104">
                <a:extLst>
                  <a:ext uri="{FF2B5EF4-FFF2-40B4-BE49-F238E27FC236}">
                    <a16:creationId xmlns:a16="http://schemas.microsoft.com/office/drawing/2014/main" id="{C825EA7A-A348-4F73-834E-8B4E56AFA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600"/>
                <a:ext cx="43" cy="40"/>
              </a:xfrm>
              <a:custGeom>
                <a:avLst/>
                <a:gdLst>
                  <a:gd name="T0" fmla="*/ 0 w 15"/>
                  <a:gd name="T1" fmla="*/ 89 h 14"/>
                  <a:gd name="T2" fmla="*/ 189 w 15"/>
                  <a:gd name="T3" fmla="*/ 326 h 14"/>
                  <a:gd name="T4" fmla="*/ 353 w 15"/>
                  <a:gd name="T5" fmla="*/ 89 h 14"/>
                  <a:gd name="T6" fmla="*/ 26 w 15"/>
                  <a:gd name="T7" fmla="*/ 2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4">
                    <a:moveTo>
                      <a:pt x="0" y="4"/>
                    </a:moveTo>
                    <a:cubicBezTo>
                      <a:pt x="5" y="6"/>
                      <a:pt x="5" y="10"/>
                      <a:pt x="8" y="14"/>
                    </a:cubicBezTo>
                    <a:cubicBezTo>
                      <a:pt x="9" y="9"/>
                      <a:pt x="13" y="8"/>
                      <a:pt x="15" y="4"/>
                    </a:cubicBezTo>
                    <a:cubicBezTo>
                      <a:pt x="12" y="0"/>
                      <a:pt x="6" y="2"/>
                      <a:pt x="1" y="1"/>
                    </a:cubicBezTo>
                  </a:path>
                </a:pathLst>
              </a:custGeom>
              <a:solidFill>
                <a:srgbClr val="F9B8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6" name="Freeform 105">
                <a:extLst>
                  <a:ext uri="{FF2B5EF4-FFF2-40B4-BE49-F238E27FC236}">
                    <a16:creationId xmlns:a16="http://schemas.microsoft.com/office/drawing/2014/main" id="{E95391AD-DFC3-4412-B34E-DE59C0E95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151"/>
                <a:ext cx="95" cy="131"/>
              </a:xfrm>
              <a:custGeom>
                <a:avLst/>
                <a:gdLst>
                  <a:gd name="T0" fmla="*/ 265 w 33"/>
                  <a:gd name="T1" fmla="*/ 88 h 46"/>
                  <a:gd name="T2" fmla="*/ 49 w 33"/>
                  <a:gd name="T3" fmla="*/ 461 h 46"/>
                  <a:gd name="T4" fmla="*/ 75 w 33"/>
                  <a:gd name="T5" fmla="*/ 1062 h 46"/>
                  <a:gd name="T6" fmla="*/ 357 w 33"/>
                  <a:gd name="T7" fmla="*/ 510 h 46"/>
                  <a:gd name="T8" fmla="*/ 521 w 33"/>
                  <a:gd name="T9" fmla="*/ 228 h 46"/>
                  <a:gd name="T10" fmla="*/ 786 w 33"/>
                  <a:gd name="T11" fmla="*/ 0 h 46"/>
                  <a:gd name="T12" fmla="*/ 308 w 33"/>
                  <a:gd name="T13" fmla="*/ 74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46">
                    <a:moveTo>
                      <a:pt x="11" y="4"/>
                    </a:moveTo>
                    <a:cubicBezTo>
                      <a:pt x="9" y="9"/>
                      <a:pt x="4" y="14"/>
                      <a:pt x="2" y="20"/>
                    </a:cubicBezTo>
                    <a:cubicBezTo>
                      <a:pt x="0" y="28"/>
                      <a:pt x="1" y="39"/>
                      <a:pt x="3" y="46"/>
                    </a:cubicBezTo>
                    <a:cubicBezTo>
                      <a:pt x="2" y="38"/>
                      <a:pt x="11" y="29"/>
                      <a:pt x="15" y="22"/>
                    </a:cubicBezTo>
                    <a:cubicBezTo>
                      <a:pt x="17" y="18"/>
                      <a:pt x="19" y="13"/>
                      <a:pt x="22" y="10"/>
                    </a:cubicBezTo>
                    <a:cubicBezTo>
                      <a:pt x="24" y="6"/>
                      <a:pt x="29" y="3"/>
                      <a:pt x="33" y="0"/>
                    </a:cubicBezTo>
                    <a:cubicBezTo>
                      <a:pt x="27" y="4"/>
                      <a:pt x="19" y="8"/>
                      <a:pt x="13" y="3"/>
                    </a:cubicBezTo>
                  </a:path>
                </a:pathLst>
              </a:custGeom>
              <a:solidFill>
                <a:srgbClr val="F9B8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7" name="Freeform 106">
                <a:extLst>
                  <a:ext uri="{FF2B5EF4-FFF2-40B4-BE49-F238E27FC236}">
                    <a16:creationId xmlns:a16="http://schemas.microsoft.com/office/drawing/2014/main" id="{C436EDFB-9967-4F92-B804-90AB3B46E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156"/>
                <a:ext cx="77" cy="106"/>
              </a:xfrm>
              <a:custGeom>
                <a:avLst/>
                <a:gdLst>
                  <a:gd name="T0" fmla="*/ 26 w 27"/>
                  <a:gd name="T1" fmla="*/ 0 h 37"/>
                  <a:gd name="T2" fmla="*/ 325 w 27"/>
                  <a:gd name="T3" fmla="*/ 49 h 37"/>
                  <a:gd name="T4" fmla="*/ 465 w 27"/>
                  <a:gd name="T5" fmla="*/ 238 h 37"/>
                  <a:gd name="T6" fmla="*/ 627 w 27"/>
                  <a:gd name="T7" fmla="*/ 871 h 37"/>
                  <a:gd name="T8" fmla="*/ 325 w 27"/>
                  <a:gd name="T9" fmla="*/ 264 h 37"/>
                  <a:gd name="T10" fmla="*/ 163 w 27"/>
                  <a:gd name="T11" fmla="*/ 115 h 37"/>
                  <a:gd name="T12" fmla="*/ 0 w 27"/>
                  <a:gd name="T13" fmla="*/ 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7">
                    <a:moveTo>
                      <a:pt x="1" y="0"/>
                    </a:moveTo>
                    <a:cubicBezTo>
                      <a:pt x="5" y="3"/>
                      <a:pt x="9" y="1"/>
                      <a:pt x="14" y="2"/>
                    </a:cubicBezTo>
                    <a:cubicBezTo>
                      <a:pt x="18" y="3"/>
                      <a:pt x="19" y="6"/>
                      <a:pt x="20" y="10"/>
                    </a:cubicBezTo>
                    <a:cubicBezTo>
                      <a:pt x="24" y="18"/>
                      <a:pt x="27" y="27"/>
                      <a:pt x="27" y="37"/>
                    </a:cubicBezTo>
                    <a:cubicBezTo>
                      <a:pt x="26" y="28"/>
                      <a:pt x="21" y="18"/>
                      <a:pt x="14" y="11"/>
                    </a:cubicBezTo>
                    <a:cubicBezTo>
                      <a:pt x="12" y="9"/>
                      <a:pt x="10" y="7"/>
                      <a:pt x="7" y="5"/>
                    </a:cubicBezTo>
                    <a:cubicBezTo>
                      <a:pt x="5" y="4"/>
                      <a:pt x="1" y="4"/>
                      <a:pt x="0" y="1"/>
                    </a:cubicBezTo>
                  </a:path>
                </a:pathLst>
              </a:custGeom>
              <a:solidFill>
                <a:srgbClr val="F9B8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8" name="Freeform 107">
                <a:extLst>
                  <a:ext uri="{FF2B5EF4-FFF2-40B4-BE49-F238E27FC236}">
                    <a16:creationId xmlns:a16="http://schemas.microsoft.com/office/drawing/2014/main" id="{5DCDA0AE-36B8-4D5D-9632-5E3234930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165"/>
                <a:ext cx="63" cy="60"/>
              </a:xfrm>
              <a:custGeom>
                <a:avLst/>
                <a:gdLst>
                  <a:gd name="T0" fmla="*/ 0 w 22"/>
                  <a:gd name="T1" fmla="*/ 0 h 21"/>
                  <a:gd name="T2" fmla="*/ 515 w 22"/>
                  <a:gd name="T3" fmla="*/ 417 h 21"/>
                  <a:gd name="T4" fmla="*/ 304 w 22"/>
                  <a:gd name="T5" fmla="*/ 11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1">
                    <a:moveTo>
                      <a:pt x="0" y="0"/>
                    </a:moveTo>
                    <a:cubicBezTo>
                      <a:pt x="12" y="3"/>
                      <a:pt x="7" y="21"/>
                      <a:pt x="22" y="18"/>
                    </a:cubicBezTo>
                    <a:cubicBezTo>
                      <a:pt x="22" y="13"/>
                      <a:pt x="15" y="10"/>
                      <a:pt x="13" y="5"/>
                    </a:cubicBezTo>
                  </a:path>
                </a:pathLst>
              </a:custGeom>
              <a:solidFill>
                <a:srgbClr val="F9B8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9" name="Freeform 108">
                <a:extLst>
                  <a:ext uri="{FF2B5EF4-FFF2-40B4-BE49-F238E27FC236}">
                    <a16:creationId xmlns:a16="http://schemas.microsoft.com/office/drawing/2014/main" id="{55602DCA-8B50-4CF8-9A48-8CBEBE447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059"/>
                <a:ext cx="141" cy="49"/>
              </a:xfrm>
              <a:custGeom>
                <a:avLst/>
                <a:gdLst>
                  <a:gd name="T0" fmla="*/ 49 w 49"/>
                  <a:gd name="T1" fmla="*/ 242 h 17"/>
                  <a:gd name="T2" fmla="*/ 622 w 49"/>
                  <a:gd name="T3" fmla="*/ 0 h 17"/>
                  <a:gd name="T4" fmla="*/ 1168 w 49"/>
                  <a:gd name="T5" fmla="*/ 141 h 17"/>
                  <a:gd name="T6" fmla="*/ 688 w 49"/>
                  <a:gd name="T7" fmla="*/ 331 h 17"/>
                  <a:gd name="T8" fmla="*/ 547 w 49"/>
                  <a:gd name="T9" fmla="*/ 331 h 17"/>
                  <a:gd name="T10" fmla="*/ 357 w 49"/>
                  <a:gd name="T11" fmla="*/ 383 h 17"/>
                  <a:gd name="T12" fmla="*/ 0 w 49"/>
                  <a:gd name="T13" fmla="*/ 14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7">
                    <a:moveTo>
                      <a:pt x="2" y="10"/>
                    </a:moveTo>
                    <a:cubicBezTo>
                      <a:pt x="10" y="17"/>
                      <a:pt x="24" y="10"/>
                      <a:pt x="26" y="0"/>
                    </a:cubicBezTo>
                    <a:cubicBezTo>
                      <a:pt x="30" y="9"/>
                      <a:pt x="42" y="15"/>
                      <a:pt x="49" y="6"/>
                    </a:cubicBezTo>
                    <a:cubicBezTo>
                      <a:pt x="43" y="14"/>
                      <a:pt x="39" y="17"/>
                      <a:pt x="29" y="14"/>
                    </a:cubicBezTo>
                    <a:cubicBezTo>
                      <a:pt x="26" y="14"/>
                      <a:pt x="26" y="13"/>
                      <a:pt x="23" y="14"/>
                    </a:cubicBezTo>
                    <a:cubicBezTo>
                      <a:pt x="20" y="14"/>
                      <a:pt x="19" y="16"/>
                      <a:pt x="15" y="16"/>
                    </a:cubicBezTo>
                    <a:cubicBezTo>
                      <a:pt x="8" y="16"/>
                      <a:pt x="5" y="10"/>
                      <a:pt x="0" y="6"/>
                    </a:cubicBezTo>
                  </a:path>
                </a:pathLst>
              </a:custGeom>
              <a:solidFill>
                <a:srgbClr val="FAC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0" name="Freeform 109">
                <a:extLst>
                  <a:ext uri="{FF2B5EF4-FFF2-40B4-BE49-F238E27FC236}">
                    <a16:creationId xmlns:a16="http://schemas.microsoft.com/office/drawing/2014/main" id="{A66EB055-9730-45F2-BA42-DB757EC9C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953"/>
                <a:ext cx="249" cy="86"/>
              </a:xfrm>
              <a:custGeom>
                <a:avLst/>
                <a:gdLst>
                  <a:gd name="T0" fmla="*/ 467 w 87"/>
                  <a:gd name="T1" fmla="*/ 92 h 30"/>
                  <a:gd name="T2" fmla="*/ 74 w 87"/>
                  <a:gd name="T3" fmla="*/ 708 h 30"/>
                  <a:gd name="T4" fmla="*/ 630 w 87"/>
                  <a:gd name="T5" fmla="*/ 330 h 30"/>
                  <a:gd name="T6" fmla="*/ 1082 w 87"/>
                  <a:gd name="T7" fmla="*/ 568 h 30"/>
                  <a:gd name="T8" fmla="*/ 1523 w 87"/>
                  <a:gd name="T9" fmla="*/ 330 h 30"/>
                  <a:gd name="T10" fmla="*/ 2015 w 87"/>
                  <a:gd name="T11" fmla="*/ 591 h 30"/>
                  <a:gd name="T12" fmla="*/ 1574 w 87"/>
                  <a:gd name="T13" fmla="*/ 0 h 30"/>
                  <a:gd name="T14" fmla="*/ 1056 w 87"/>
                  <a:gd name="T15" fmla="*/ 264 h 30"/>
                  <a:gd name="T16" fmla="*/ 704 w 87"/>
                  <a:gd name="T17" fmla="*/ 238 h 30"/>
                  <a:gd name="T18" fmla="*/ 515 w 87"/>
                  <a:gd name="T19" fmla="*/ 49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30">
                    <a:moveTo>
                      <a:pt x="20" y="4"/>
                    </a:moveTo>
                    <a:cubicBezTo>
                      <a:pt x="13" y="8"/>
                      <a:pt x="0" y="21"/>
                      <a:pt x="3" y="30"/>
                    </a:cubicBezTo>
                    <a:cubicBezTo>
                      <a:pt x="10" y="21"/>
                      <a:pt x="14" y="10"/>
                      <a:pt x="27" y="14"/>
                    </a:cubicBezTo>
                    <a:cubicBezTo>
                      <a:pt x="34" y="16"/>
                      <a:pt x="46" y="14"/>
                      <a:pt x="46" y="24"/>
                    </a:cubicBezTo>
                    <a:cubicBezTo>
                      <a:pt x="48" y="15"/>
                      <a:pt x="57" y="15"/>
                      <a:pt x="65" y="14"/>
                    </a:cubicBezTo>
                    <a:cubicBezTo>
                      <a:pt x="74" y="11"/>
                      <a:pt x="82" y="17"/>
                      <a:pt x="86" y="25"/>
                    </a:cubicBezTo>
                    <a:cubicBezTo>
                      <a:pt x="87" y="15"/>
                      <a:pt x="74" y="5"/>
                      <a:pt x="67" y="0"/>
                    </a:cubicBezTo>
                    <a:cubicBezTo>
                      <a:pt x="64" y="10"/>
                      <a:pt x="53" y="10"/>
                      <a:pt x="45" y="11"/>
                    </a:cubicBezTo>
                    <a:cubicBezTo>
                      <a:pt x="40" y="11"/>
                      <a:pt x="35" y="12"/>
                      <a:pt x="30" y="10"/>
                    </a:cubicBezTo>
                    <a:cubicBezTo>
                      <a:pt x="25" y="8"/>
                      <a:pt x="25" y="5"/>
                      <a:pt x="22" y="2"/>
                    </a:cubicBezTo>
                  </a:path>
                </a:pathLst>
              </a:custGeom>
              <a:solidFill>
                <a:srgbClr val="FAC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1" name="Freeform 110">
                <a:extLst>
                  <a:ext uri="{FF2B5EF4-FFF2-40B4-BE49-F238E27FC236}">
                    <a16:creationId xmlns:a16="http://schemas.microsoft.com/office/drawing/2014/main" id="{BA82041B-3D37-47D3-A9FD-943C6E656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853"/>
                <a:ext cx="74" cy="46"/>
              </a:xfrm>
              <a:custGeom>
                <a:avLst/>
                <a:gdLst>
                  <a:gd name="T0" fmla="*/ 0 w 26"/>
                  <a:gd name="T1" fmla="*/ 167 h 16"/>
                  <a:gd name="T2" fmla="*/ 137 w 26"/>
                  <a:gd name="T3" fmla="*/ 357 h 16"/>
                  <a:gd name="T4" fmla="*/ 601 w 26"/>
                  <a:gd name="T5" fmla="*/ 380 h 16"/>
                  <a:gd name="T6" fmla="*/ 228 w 26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6">
                    <a:moveTo>
                      <a:pt x="0" y="7"/>
                    </a:moveTo>
                    <a:cubicBezTo>
                      <a:pt x="2" y="10"/>
                      <a:pt x="4" y="13"/>
                      <a:pt x="6" y="15"/>
                    </a:cubicBezTo>
                    <a:cubicBezTo>
                      <a:pt x="9" y="5"/>
                      <a:pt x="22" y="11"/>
                      <a:pt x="26" y="16"/>
                    </a:cubicBezTo>
                    <a:cubicBezTo>
                      <a:pt x="21" y="10"/>
                      <a:pt x="16" y="5"/>
                      <a:pt x="10" y="0"/>
                    </a:cubicBezTo>
                  </a:path>
                </a:pathLst>
              </a:custGeom>
              <a:solidFill>
                <a:srgbClr val="FAC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2" name="Freeform 111">
                <a:extLst>
                  <a:ext uri="{FF2B5EF4-FFF2-40B4-BE49-F238E27FC236}">
                    <a16:creationId xmlns:a16="http://schemas.microsoft.com/office/drawing/2014/main" id="{B0E08F46-3EA5-4A72-9EF6-971D0F50D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1856"/>
                <a:ext cx="71" cy="94"/>
              </a:xfrm>
              <a:custGeom>
                <a:avLst/>
                <a:gdLst>
                  <a:gd name="T0" fmla="*/ 298 w 25"/>
                  <a:gd name="T1" fmla="*/ 763 h 33"/>
                  <a:gd name="T2" fmla="*/ 275 w 25"/>
                  <a:gd name="T3" fmla="*/ 373 h 33"/>
                  <a:gd name="T4" fmla="*/ 574 w 25"/>
                  <a:gd name="T5" fmla="*/ 0 h 33"/>
                  <a:gd name="T6" fmla="*/ 185 w 25"/>
                  <a:gd name="T7" fmla="*/ 373 h 33"/>
                  <a:gd name="T8" fmla="*/ 26 w 25"/>
                  <a:gd name="T9" fmla="*/ 553 h 33"/>
                  <a:gd name="T10" fmla="*/ 210 w 25"/>
                  <a:gd name="T11" fmla="*/ 76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3">
                    <a:moveTo>
                      <a:pt x="13" y="33"/>
                    </a:moveTo>
                    <a:cubicBezTo>
                      <a:pt x="8" y="29"/>
                      <a:pt x="10" y="21"/>
                      <a:pt x="12" y="16"/>
                    </a:cubicBezTo>
                    <a:cubicBezTo>
                      <a:pt x="15" y="9"/>
                      <a:pt x="19" y="5"/>
                      <a:pt x="25" y="0"/>
                    </a:cubicBezTo>
                    <a:cubicBezTo>
                      <a:pt x="17" y="3"/>
                      <a:pt x="13" y="10"/>
                      <a:pt x="8" y="16"/>
                    </a:cubicBezTo>
                    <a:cubicBezTo>
                      <a:pt x="7" y="18"/>
                      <a:pt x="2" y="23"/>
                      <a:pt x="1" y="24"/>
                    </a:cubicBezTo>
                    <a:cubicBezTo>
                      <a:pt x="0" y="28"/>
                      <a:pt x="6" y="31"/>
                      <a:pt x="9" y="33"/>
                    </a:cubicBezTo>
                  </a:path>
                </a:pathLst>
              </a:custGeom>
              <a:solidFill>
                <a:srgbClr val="FAC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3" name="Freeform 112">
                <a:extLst>
                  <a:ext uri="{FF2B5EF4-FFF2-40B4-BE49-F238E27FC236}">
                    <a16:creationId xmlns:a16="http://schemas.microsoft.com/office/drawing/2014/main" id="{FED802D6-B372-4161-96DB-8829702DE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581"/>
                <a:ext cx="430" cy="1208"/>
              </a:xfrm>
              <a:custGeom>
                <a:avLst/>
                <a:gdLst>
                  <a:gd name="T0" fmla="*/ 3535 w 150"/>
                  <a:gd name="T1" fmla="*/ 352 h 422"/>
                  <a:gd name="T2" fmla="*/ 1881 w 150"/>
                  <a:gd name="T3" fmla="*/ 1008 h 422"/>
                  <a:gd name="T4" fmla="*/ 1413 w 150"/>
                  <a:gd name="T5" fmla="*/ 1760 h 422"/>
                  <a:gd name="T6" fmla="*/ 1339 w 150"/>
                  <a:gd name="T7" fmla="*/ 2393 h 422"/>
                  <a:gd name="T8" fmla="*/ 920 w 150"/>
                  <a:gd name="T9" fmla="*/ 3000 h 422"/>
                  <a:gd name="T10" fmla="*/ 656 w 150"/>
                  <a:gd name="T11" fmla="*/ 3844 h 422"/>
                  <a:gd name="T12" fmla="*/ 467 w 150"/>
                  <a:gd name="T13" fmla="*/ 4924 h 422"/>
                  <a:gd name="T14" fmla="*/ 304 w 150"/>
                  <a:gd name="T15" fmla="*/ 5908 h 422"/>
                  <a:gd name="T16" fmla="*/ 591 w 150"/>
                  <a:gd name="T17" fmla="*/ 6401 h 422"/>
                  <a:gd name="T18" fmla="*/ 215 w 150"/>
                  <a:gd name="T19" fmla="*/ 7105 h 422"/>
                  <a:gd name="T20" fmla="*/ 238 w 150"/>
                  <a:gd name="T21" fmla="*/ 8399 h 422"/>
                  <a:gd name="T22" fmla="*/ 75 w 150"/>
                  <a:gd name="T23" fmla="*/ 9899 h 4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0" h="422">
                    <a:moveTo>
                      <a:pt x="150" y="15"/>
                    </a:moveTo>
                    <a:cubicBezTo>
                      <a:pt x="127" y="0"/>
                      <a:pt x="95" y="26"/>
                      <a:pt x="80" y="43"/>
                    </a:cubicBezTo>
                    <a:cubicBezTo>
                      <a:pt x="72" y="53"/>
                      <a:pt x="65" y="64"/>
                      <a:pt x="60" y="75"/>
                    </a:cubicBezTo>
                    <a:cubicBezTo>
                      <a:pt x="52" y="90"/>
                      <a:pt x="53" y="95"/>
                      <a:pt x="57" y="102"/>
                    </a:cubicBezTo>
                    <a:cubicBezTo>
                      <a:pt x="45" y="111"/>
                      <a:pt x="46" y="113"/>
                      <a:pt x="39" y="128"/>
                    </a:cubicBezTo>
                    <a:cubicBezTo>
                      <a:pt x="34" y="140"/>
                      <a:pt x="30" y="151"/>
                      <a:pt x="28" y="164"/>
                    </a:cubicBezTo>
                    <a:cubicBezTo>
                      <a:pt x="26" y="179"/>
                      <a:pt x="24" y="195"/>
                      <a:pt x="20" y="210"/>
                    </a:cubicBezTo>
                    <a:cubicBezTo>
                      <a:pt x="17" y="222"/>
                      <a:pt x="9" y="239"/>
                      <a:pt x="13" y="252"/>
                    </a:cubicBezTo>
                    <a:cubicBezTo>
                      <a:pt x="16" y="264"/>
                      <a:pt x="26" y="262"/>
                      <a:pt x="25" y="273"/>
                    </a:cubicBezTo>
                    <a:cubicBezTo>
                      <a:pt x="25" y="285"/>
                      <a:pt x="12" y="292"/>
                      <a:pt x="9" y="303"/>
                    </a:cubicBezTo>
                    <a:cubicBezTo>
                      <a:pt x="5" y="320"/>
                      <a:pt x="13" y="340"/>
                      <a:pt x="10" y="358"/>
                    </a:cubicBezTo>
                    <a:cubicBezTo>
                      <a:pt x="7" y="381"/>
                      <a:pt x="0" y="398"/>
                      <a:pt x="3" y="422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4" name="Freeform 113">
                <a:extLst>
                  <a:ext uri="{FF2B5EF4-FFF2-40B4-BE49-F238E27FC236}">
                    <a16:creationId xmlns:a16="http://schemas.microsoft.com/office/drawing/2014/main" id="{481CD8D8-6436-4593-AB7D-198F961B3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865"/>
                <a:ext cx="344" cy="1430"/>
              </a:xfrm>
              <a:custGeom>
                <a:avLst/>
                <a:gdLst>
                  <a:gd name="T0" fmla="*/ 846 w 120"/>
                  <a:gd name="T1" fmla="*/ 0 h 500"/>
                  <a:gd name="T2" fmla="*/ 1250 w 120"/>
                  <a:gd name="T3" fmla="*/ 563 h 500"/>
                  <a:gd name="T4" fmla="*/ 1175 w 120"/>
                  <a:gd name="T5" fmla="*/ 1359 h 500"/>
                  <a:gd name="T6" fmla="*/ 708 w 120"/>
                  <a:gd name="T7" fmla="*/ 3183 h 500"/>
                  <a:gd name="T8" fmla="*/ 330 w 120"/>
                  <a:gd name="T9" fmla="*/ 3624 h 500"/>
                  <a:gd name="T10" fmla="*/ 140 w 120"/>
                  <a:gd name="T11" fmla="*/ 4213 h 500"/>
                  <a:gd name="T12" fmla="*/ 189 w 120"/>
                  <a:gd name="T13" fmla="*/ 5774 h 500"/>
                  <a:gd name="T14" fmla="*/ 330 w 120"/>
                  <a:gd name="T15" fmla="*/ 7582 h 500"/>
                  <a:gd name="T16" fmla="*/ 75 w 120"/>
                  <a:gd name="T17" fmla="*/ 8980 h 500"/>
                  <a:gd name="T18" fmla="*/ 75 w 120"/>
                  <a:gd name="T19" fmla="*/ 9661 h 500"/>
                  <a:gd name="T20" fmla="*/ 378 w 120"/>
                  <a:gd name="T21" fmla="*/ 9873 h 500"/>
                  <a:gd name="T22" fmla="*/ 656 w 120"/>
                  <a:gd name="T23" fmla="*/ 10436 h 500"/>
                  <a:gd name="T24" fmla="*/ 1717 w 120"/>
                  <a:gd name="T25" fmla="*/ 11254 h 500"/>
                  <a:gd name="T26" fmla="*/ 2827 w 120"/>
                  <a:gd name="T27" fmla="*/ 11697 h 5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0" h="500">
                    <a:moveTo>
                      <a:pt x="36" y="0"/>
                    </a:moveTo>
                    <a:cubicBezTo>
                      <a:pt x="38" y="10"/>
                      <a:pt x="50" y="15"/>
                      <a:pt x="53" y="24"/>
                    </a:cubicBezTo>
                    <a:cubicBezTo>
                      <a:pt x="56" y="33"/>
                      <a:pt x="51" y="49"/>
                      <a:pt x="50" y="58"/>
                    </a:cubicBezTo>
                    <a:cubicBezTo>
                      <a:pt x="48" y="86"/>
                      <a:pt x="44" y="112"/>
                      <a:pt x="30" y="136"/>
                    </a:cubicBezTo>
                    <a:cubicBezTo>
                      <a:pt x="26" y="144"/>
                      <a:pt x="21" y="149"/>
                      <a:pt x="14" y="155"/>
                    </a:cubicBezTo>
                    <a:cubicBezTo>
                      <a:pt x="3" y="167"/>
                      <a:pt x="3" y="164"/>
                      <a:pt x="6" y="180"/>
                    </a:cubicBezTo>
                    <a:cubicBezTo>
                      <a:pt x="10" y="202"/>
                      <a:pt x="6" y="224"/>
                      <a:pt x="8" y="247"/>
                    </a:cubicBezTo>
                    <a:cubicBezTo>
                      <a:pt x="9" y="272"/>
                      <a:pt x="14" y="298"/>
                      <a:pt x="14" y="324"/>
                    </a:cubicBezTo>
                    <a:cubicBezTo>
                      <a:pt x="14" y="345"/>
                      <a:pt x="3" y="361"/>
                      <a:pt x="3" y="384"/>
                    </a:cubicBezTo>
                    <a:cubicBezTo>
                      <a:pt x="3" y="392"/>
                      <a:pt x="0" y="406"/>
                      <a:pt x="3" y="413"/>
                    </a:cubicBezTo>
                    <a:cubicBezTo>
                      <a:pt x="4" y="415"/>
                      <a:pt x="13" y="419"/>
                      <a:pt x="16" y="422"/>
                    </a:cubicBezTo>
                    <a:cubicBezTo>
                      <a:pt x="22" y="429"/>
                      <a:pt x="24" y="438"/>
                      <a:pt x="28" y="446"/>
                    </a:cubicBezTo>
                    <a:cubicBezTo>
                      <a:pt x="40" y="465"/>
                      <a:pt x="52" y="475"/>
                      <a:pt x="73" y="481"/>
                    </a:cubicBezTo>
                    <a:cubicBezTo>
                      <a:pt x="87" y="486"/>
                      <a:pt x="112" y="485"/>
                      <a:pt x="120" y="50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5" name="Freeform 114">
                <a:extLst>
                  <a:ext uri="{FF2B5EF4-FFF2-40B4-BE49-F238E27FC236}">
                    <a16:creationId xmlns:a16="http://schemas.microsoft.com/office/drawing/2014/main" id="{2C51C8A5-3C49-414D-AB65-232909BE0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965"/>
                <a:ext cx="106" cy="941"/>
              </a:xfrm>
              <a:custGeom>
                <a:avLst/>
                <a:gdLst>
                  <a:gd name="T0" fmla="*/ 0 w 37"/>
                  <a:gd name="T1" fmla="*/ 0 h 329"/>
                  <a:gd name="T2" fmla="*/ 444 w 37"/>
                  <a:gd name="T3" fmla="*/ 1081 h 329"/>
                  <a:gd name="T4" fmla="*/ 779 w 37"/>
                  <a:gd name="T5" fmla="*/ 1799 h 329"/>
                  <a:gd name="T6" fmla="*/ 304 w 37"/>
                  <a:gd name="T7" fmla="*/ 2666 h 329"/>
                  <a:gd name="T8" fmla="*/ 74 w 37"/>
                  <a:gd name="T9" fmla="*/ 3558 h 329"/>
                  <a:gd name="T10" fmla="*/ 140 w 37"/>
                  <a:gd name="T11" fmla="*/ 5497 h 329"/>
                  <a:gd name="T12" fmla="*/ 444 w 37"/>
                  <a:gd name="T13" fmla="*/ 7625 h 329"/>
                  <a:gd name="T14" fmla="*/ 444 w 37"/>
                  <a:gd name="T15" fmla="*/ 7625 h 3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29">
                    <a:moveTo>
                      <a:pt x="0" y="0"/>
                    </a:moveTo>
                    <a:cubicBezTo>
                      <a:pt x="13" y="11"/>
                      <a:pt x="12" y="31"/>
                      <a:pt x="19" y="46"/>
                    </a:cubicBezTo>
                    <a:cubicBezTo>
                      <a:pt x="25" y="60"/>
                      <a:pt x="37" y="63"/>
                      <a:pt x="33" y="77"/>
                    </a:cubicBezTo>
                    <a:cubicBezTo>
                      <a:pt x="30" y="89"/>
                      <a:pt x="17" y="102"/>
                      <a:pt x="13" y="114"/>
                    </a:cubicBezTo>
                    <a:cubicBezTo>
                      <a:pt x="8" y="126"/>
                      <a:pt x="4" y="139"/>
                      <a:pt x="3" y="152"/>
                    </a:cubicBezTo>
                    <a:cubicBezTo>
                      <a:pt x="0" y="179"/>
                      <a:pt x="6" y="208"/>
                      <a:pt x="6" y="235"/>
                    </a:cubicBezTo>
                    <a:cubicBezTo>
                      <a:pt x="6" y="266"/>
                      <a:pt x="20" y="293"/>
                      <a:pt x="19" y="326"/>
                    </a:cubicBezTo>
                    <a:cubicBezTo>
                      <a:pt x="19" y="329"/>
                      <a:pt x="19" y="329"/>
                      <a:pt x="19" y="32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6" name="Freeform 115">
                <a:extLst>
                  <a:ext uri="{FF2B5EF4-FFF2-40B4-BE49-F238E27FC236}">
                    <a16:creationId xmlns:a16="http://schemas.microsoft.com/office/drawing/2014/main" id="{AE7096C3-7368-4502-8372-B6E671301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435"/>
                <a:ext cx="11" cy="34"/>
              </a:xfrm>
              <a:custGeom>
                <a:avLst/>
                <a:gdLst>
                  <a:gd name="T0" fmla="*/ 0 w 4"/>
                  <a:gd name="T1" fmla="*/ 272 h 12"/>
                  <a:gd name="T2" fmla="*/ 83 w 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0" y="12"/>
                    </a:moveTo>
                    <a:cubicBezTo>
                      <a:pt x="0" y="7"/>
                      <a:pt x="2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7" name="Freeform 116">
                <a:extLst>
                  <a:ext uri="{FF2B5EF4-FFF2-40B4-BE49-F238E27FC236}">
                    <a16:creationId xmlns:a16="http://schemas.microsoft.com/office/drawing/2014/main" id="{62A6E2BA-7726-44F7-BEAB-8EF620220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767"/>
                <a:ext cx="257" cy="63"/>
              </a:xfrm>
              <a:custGeom>
                <a:avLst/>
                <a:gdLst>
                  <a:gd name="T0" fmla="*/ 0 w 90"/>
                  <a:gd name="T1" fmla="*/ 515 h 22"/>
                  <a:gd name="T2" fmla="*/ 1068 w 90"/>
                  <a:gd name="T3" fmla="*/ 26 h 22"/>
                  <a:gd name="T4" fmla="*/ 2096 w 90"/>
                  <a:gd name="T5" fmla="*/ 42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22">
                    <a:moveTo>
                      <a:pt x="0" y="22"/>
                    </a:moveTo>
                    <a:cubicBezTo>
                      <a:pt x="17" y="3"/>
                      <a:pt x="21" y="1"/>
                      <a:pt x="46" y="1"/>
                    </a:cubicBezTo>
                    <a:cubicBezTo>
                      <a:pt x="66" y="1"/>
                      <a:pt x="80" y="0"/>
                      <a:pt x="90" y="18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8" name="Freeform 117">
                <a:extLst>
                  <a:ext uri="{FF2B5EF4-FFF2-40B4-BE49-F238E27FC236}">
                    <a16:creationId xmlns:a16="http://schemas.microsoft.com/office/drawing/2014/main" id="{8A5DC236-C250-4E35-BC84-5DC918348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1762"/>
                <a:ext cx="37" cy="22"/>
              </a:xfrm>
              <a:custGeom>
                <a:avLst/>
                <a:gdLst>
                  <a:gd name="T0" fmla="*/ 0 w 13"/>
                  <a:gd name="T1" fmla="*/ 168 h 8"/>
                  <a:gd name="T2" fmla="*/ 299 w 1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0" y="8"/>
                    </a:moveTo>
                    <a:cubicBezTo>
                      <a:pt x="5" y="6"/>
                      <a:pt x="10" y="5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9" name="Freeform 118">
                <a:extLst>
                  <a:ext uri="{FF2B5EF4-FFF2-40B4-BE49-F238E27FC236}">
                    <a16:creationId xmlns:a16="http://schemas.microsoft.com/office/drawing/2014/main" id="{0C962F6D-4179-4351-91A7-D43094B04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696"/>
                <a:ext cx="23" cy="74"/>
              </a:xfrm>
              <a:custGeom>
                <a:avLst/>
                <a:gdLst>
                  <a:gd name="T0" fmla="*/ 26 w 8"/>
                  <a:gd name="T1" fmla="*/ 0 h 26"/>
                  <a:gd name="T2" fmla="*/ 190 w 8"/>
                  <a:gd name="T3" fmla="*/ 60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6">
                    <a:moveTo>
                      <a:pt x="1" y="0"/>
                    </a:moveTo>
                    <a:cubicBezTo>
                      <a:pt x="1" y="10"/>
                      <a:pt x="0" y="19"/>
                      <a:pt x="8" y="2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0" name="Freeform 119">
                <a:extLst>
                  <a:ext uri="{FF2B5EF4-FFF2-40B4-BE49-F238E27FC236}">
                    <a16:creationId xmlns:a16="http://schemas.microsoft.com/office/drawing/2014/main" id="{919D4771-0815-4866-A0B3-2CE4DFE9C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115"/>
                <a:ext cx="66" cy="163"/>
              </a:xfrm>
              <a:custGeom>
                <a:avLst/>
                <a:gdLst>
                  <a:gd name="T0" fmla="*/ 542 w 23"/>
                  <a:gd name="T1" fmla="*/ 0 h 57"/>
                  <a:gd name="T2" fmla="*/ 428 w 23"/>
                  <a:gd name="T3" fmla="*/ 703 h 57"/>
                  <a:gd name="T4" fmla="*/ 0 w 23"/>
                  <a:gd name="T5" fmla="*/ 1333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7">
                    <a:moveTo>
                      <a:pt x="23" y="0"/>
                    </a:moveTo>
                    <a:cubicBezTo>
                      <a:pt x="23" y="10"/>
                      <a:pt x="22" y="20"/>
                      <a:pt x="18" y="30"/>
                    </a:cubicBezTo>
                    <a:cubicBezTo>
                      <a:pt x="13" y="40"/>
                      <a:pt x="4" y="46"/>
                      <a:pt x="0" y="57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1" name="Freeform 120">
                <a:extLst>
                  <a:ext uri="{FF2B5EF4-FFF2-40B4-BE49-F238E27FC236}">
                    <a16:creationId xmlns:a16="http://schemas.microsoft.com/office/drawing/2014/main" id="{ABF14A9C-E0E3-4A2E-A2CF-757CBC96D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1158"/>
                <a:ext cx="131" cy="66"/>
              </a:xfrm>
              <a:custGeom>
                <a:avLst/>
                <a:gdLst>
                  <a:gd name="T0" fmla="*/ 0 w 46"/>
                  <a:gd name="T1" fmla="*/ 542 h 23"/>
                  <a:gd name="T2" fmla="*/ 1062 w 4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3">
                    <a:moveTo>
                      <a:pt x="0" y="23"/>
                    </a:moveTo>
                    <a:cubicBezTo>
                      <a:pt x="17" y="13"/>
                      <a:pt x="33" y="16"/>
                      <a:pt x="46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2" name="Freeform 121">
                <a:extLst>
                  <a:ext uri="{FF2B5EF4-FFF2-40B4-BE49-F238E27FC236}">
                    <a16:creationId xmlns:a16="http://schemas.microsoft.com/office/drawing/2014/main" id="{D5683A9D-DE96-4BE0-B175-4A5564FF8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1344"/>
                <a:ext cx="449" cy="206"/>
              </a:xfrm>
              <a:custGeom>
                <a:avLst/>
                <a:gdLst>
                  <a:gd name="T0" fmla="*/ 0 w 157"/>
                  <a:gd name="T1" fmla="*/ 867 h 72"/>
                  <a:gd name="T2" fmla="*/ 1244 w 157"/>
                  <a:gd name="T3" fmla="*/ 326 h 72"/>
                  <a:gd name="T4" fmla="*/ 2414 w 157"/>
                  <a:gd name="T5" fmla="*/ 163 h 72"/>
                  <a:gd name="T6" fmla="*/ 2854 w 157"/>
                  <a:gd name="T7" fmla="*/ 26 h 72"/>
                  <a:gd name="T8" fmla="*/ 3206 w 157"/>
                  <a:gd name="T9" fmla="*/ 401 h 72"/>
                  <a:gd name="T10" fmla="*/ 3672 w 157"/>
                  <a:gd name="T11" fmla="*/ 1685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7" h="72">
                    <a:moveTo>
                      <a:pt x="0" y="37"/>
                    </a:moveTo>
                    <a:cubicBezTo>
                      <a:pt x="16" y="27"/>
                      <a:pt x="34" y="21"/>
                      <a:pt x="53" y="14"/>
                    </a:cubicBezTo>
                    <a:cubicBezTo>
                      <a:pt x="69" y="7"/>
                      <a:pt x="86" y="11"/>
                      <a:pt x="103" y="7"/>
                    </a:cubicBezTo>
                    <a:cubicBezTo>
                      <a:pt x="108" y="6"/>
                      <a:pt x="118" y="0"/>
                      <a:pt x="122" y="1"/>
                    </a:cubicBezTo>
                    <a:cubicBezTo>
                      <a:pt x="129" y="1"/>
                      <a:pt x="134" y="12"/>
                      <a:pt x="137" y="17"/>
                    </a:cubicBezTo>
                    <a:cubicBezTo>
                      <a:pt x="151" y="35"/>
                      <a:pt x="149" y="52"/>
                      <a:pt x="157" y="72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3" name="Freeform 122">
                <a:extLst>
                  <a:ext uri="{FF2B5EF4-FFF2-40B4-BE49-F238E27FC236}">
                    <a16:creationId xmlns:a16="http://schemas.microsoft.com/office/drawing/2014/main" id="{3E1DC012-029B-4DF1-9C66-38F8BE47D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1147"/>
                <a:ext cx="69" cy="200"/>
              </a:xfrm>
              <a:custGeom>
                <a:avLst/>
                <a:gdLst>
                  <a:gd name="T0" fmla="*/ 0 w 24"/>
                  <a:gd name="T1" fmla="*/ 1631 h 70"/>
                  <a:gd name="T2" fmla="*/ 497 w 24"/>
                  <a:gd name="T3" fmla="*/ 889 h 70"/>
                  <a:gd name="T4" fmla="*/ 546 w 24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70">
                    <a:moveTo>
                      <a:pt x="0" y="70"/>
                    </a:moveTo>
                    <a:cubicBezTo>
                      <a:pt x="7" y="59"/>
                      <a:pt x="17" y="50"/>
                      <a:pt x="21" y="38"/>
                    </a:cubicBezTo>
                    <a:cubicBezTo>
                      <a:pt x="24" y="25"/>
                      <a:pt x="21" y="12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4" name="Freeform 123">
                <a:extLst>
                  <a:ext uri="{FF2B5EF4-FFF2-40B4-BE49-F238E27FC236}">
                    <a16:creationId xmlns:a16="http://schemas.microsoft.com/office/drawing/2014/main" id="{93CF2931-15DD-45C7-92AA-3A3D6CB53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181"/>
                <a:ext cx="71" cy="40"/>
              </a:xfrm>
              <a:custGeom>
                <a:avLst/>
                <a:gdLst>
                  <a:gd name="T0" fmla="*/ 0 w 25"/>
                  <a:gd name="T1" fmla="*/ 326 h 14"/>
                  <a:gd name="T2" fmla="*/ 574 w 25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4">
                    <a:moveTo>
                      <a:pt x="0" y="14"/>
                    </a:moveTo>
                    <a:cubicBezTo>
                      <a:pt x="8" y="8"/>
                      <a:pt x="15" y="0"/>
                      <a:pt x="25" y="4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5" name="Freeform 124">
                <a:extLst>
                  <a:ext uri="{FF2B5EF4-FFF2-40B4-BE49-F238E27FC236}">
                    <a16:creationId xmlns:a16="http://schemas.microsoft.com/office/drawing/2014/main" id="{83D19A21-5CCC-46AD-82F0-D5F057092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301"/>
                <a:ext cx="45" cy="89"/>
              </a:xfrm>
              <a:custGeom>
                <a:avLst/>
                <a:gdLst>
                  <a:gd name="T0" fmla="*/ 0 w 16"/>
                  <a:gd name="T1" fmla="*/ 0 h 31"/>
                  <a:gd name="T2" fmla="*/ 357 w 16"/>
                  <a:gd name="T3" fmla="*/ 735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1">
                    <a:moveTo>
                      <a:pt x="0" y="0"/>
                    </a:moveTo>
                    <a:cubicBezTo>
                      <a:pt x="4" y="12"/>
                      <a:pt x="5" y="24"/>
                      <a:pt x="16" y="31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6" name="Freeform 125">
                <a:extLst>
                  <a:ext uri="{FF2B5EF4-FFF2-40B4-BE49-F238E27FC236}">
                    <a16:creationId xmlns:a16="http://schemas.microsoft.com/office/drawing/2014/main" id="{C0A482F1-B3DB-4544-A97E-49641C4B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802"/>
                <a:ext cx="78" cy="45"/>
              </a:xfrm>
              <a:custGeom>
                <a:avLst/>
                <a:gdLst>
                  <a:gd name="T0" fmla="*/ 26 w 27"/>
                  <a:gd name="T1" fmla="*/ 270 h 16"/>
                  <a:gd name="T2" fmla="*/ 335 w 27"/>
                  <a:gd name="T3" fmla="*/ 270 h 16"/>
                  <a:gd name="T4" fmla="*/ 627 w 27"/>
                  <a:gd name="T5" fmla="*/ 87 h 16"/>
                  <a:gd name="T6" fmla="*/ 266 w 27"/>
                  <a:gd name="T7" fmla="*/ 110 h 16"/>
                  <a:gd name="T8" fmla="*/ 26 w 27"/>
                  <a:gd name="T9" fmla="*/ 27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" y="12"/>
                    </a:moveTo>
                    <a:cubicBezTo>
                      <a:pt x="1" y="16"/>
                      <a:pt x="9" y="14"/>
                      <a:pt x="14" y="12"/>
                    </a:cubicBezTo>
                    <a:cubicBezTo>
                      <a:pt x="20" y="9"/>
                      <a:pt x="27" y="7"/>
                      <a:pt x="26" y="4"/>
                    </a:cubicBezTo>
                    <a:cubicBezTo>
                      <a:pt x="25" y="0"/>
                      <a:pt x="15" y="4"/>
                      <a:pt x="11" y="5"/>
                    </a:cubicBezTo>
                    <a:cubicBezTo>
                      <a:pt x="8" y="6"/>
                      <a:pt x="0" y="9"/>
                      <a:pt x="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8788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7" name="Oval 126">
                <a:extLst>
                  <a:ext uri="{FF2B5EF4-FFF2-40B4-BE49-F238E27FC236}">
                    <a16:creationId xmlns:a16="http://schemas.microsoft.com/office/drawing/2014/main" id="{6E4F9B5F-31C9-4D18-A0B6-AB7030200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1887"/>
                <a:ext cx="138" cy="101"/>
              </a:xfrm>
              <a:prstGeom prst="ellipse">
                <a:avLst/>
              </a:prstGeom>
              <a:noFill/>
              <a:ln w="7938" cap="rnd">
                <a:solidFill>
                  <a:srgbClr val="87888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1868" name="Freeform 127">
                <a:extLst>
                  <a:ext uri="{FF2B5EF4-FFF2-40B4-BE49-F238E27FC236}">
                    <a16:creationId xmlns:a16="http://schemas.microsoft.com/office/drawing/2014/main" id="{7955B10F-7F08-4917-8D3C-5446D68C3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3263"/>
                <a:ext cx="381" cy="178"/>
              </a:xfrm>
              <a:custGeom>
                <a:avLst/>
                <a:gdLst>
                  <a:gd name="T0" fmla="*/ 0 w 133"/>
                  <a:gd name="T1" fmla="*/ 0 h 62"/>
                  <a:gd name="T2" fmla="*/ 1853 w 133"/>
                  <a:gd name="T3" fmla="*/ 1163 h 62"/>
                  <a:gd name="T4" fmla="*/ 3125 w 133"/>
                  <a:gd name="T5" fmla="*/ 643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62">
                    <a:moveTo>
                      <a:pt x="0" y="0"/>
                    </a:moveTo>
                    <a:cubicBezTo>
                      <a:pt x="30" y="2"/>
                      <a:pt x="53" y="37"/>
                      <a:pt x="79" y="49"/>
                    </a:cubicBezTo>
                    <a:cubicBezTo>
                      <a:pt x="109" y="62"/>
                      <a:pt x="107" y="27"/>
                      <a:pt x="133" y="27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9" name="Freeform 128">
                <a:extLst>
                  <a:ext uri="{FF2B5EF4-FFF2-40B4-BE49-F238E27FC236}">
                    <a16:creationId xmlns:a16="http://schemas.microsoft.com/office/drawing/2014/main" id="{34F9F99F-9F33-4058-B397-9DABC46B7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409"/>
                <a:ext cx="69" cy="26"/>
              </a:xfrm>
              <a:custGeom>
                <a:avLst/>
                <a:gdLst>
                  <a:gd name="T0" fmla="*/ 0 w 24"/>
                  <a:gd name="T1" fmla="*/ 0 h 9"/>
                  <a:gd name="T2" fmla="*/ 569 w 24"/>
                  <a:gd name="T3" fmla="*/ 21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0" y="0"/>
                    </a:moveTo>
                    <a:cubicBezTo>
                      <a:pt x="9" y="0"/>
                      <a:pt x="16" y="6"/>
                      <a:pt x="24" y="9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0" name="Freeform 129">
                <a:extLst>
                  <a:ext uri="{FF2B5EF4-FFF2-40B4-BE49-F238E27FC236}">
                    <a16:creationId xmlns:a16="http://schemas.microsoft.com/office/drawing/2014/main" id="{D19108A0-E54F-4663-B98E-979875489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587"/>
                <a:ext cx="58" cy="25"/>
              </a:xfrm>
              <a:custGeom>
                <a:avLst/>
                <a:gdLst>
                  <a:gd name="T0" fmla="*/ 0 w 20"/>
                  <a:gd name="T1" fmla="*/ 169 h 9"/>
                  <a:gd name="T2" fmla="*/ 194 w 20"/>
                  <a:gd name="T3" fmla="*/ 108 h 9"/>
                  <a:gd name="T4" fmla="*/ 487 w 2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9">
                    <a:moveTo>
                      <a:pt x="0" y="8"/>
                    </a:moveTo>
                    <a:cubicBezTo>
                      <a:pt x="3" y="9"/>
                      <a:pt x="7" y="6"/>
                      <a:pt x="8" y="5"/>
                    </a:cubicBezTo>
                    <a:cubicBezTo>
                      <a:pt x="12" y="4"/>
                      <a:pt x="18" y="2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1" name="Freeform 130">
                <a:extLst>
                  <a:ext uri="{FF2B5EF4-FFF2-40B4-BE49-F238E27FC236}">
                    <a16:creationId xmlns:a16="http://schemas.microsoft.com/office/drawing/2014/main" id="{A5793854-D312-4093-BF81-CF45794A0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3601"/>
                <a:ext cx="37" cy="17"/>
              </a:xfrm>
              <a:custGeom>
                <a:avLst/>
                <a:gdLst>
                  <a:gd name="T0" fmla="*/ 0 w 13"/>
                  <a:gd name="T1" fmla="*/ 0 h 6"/>
                  <a:gd name="T2" fmla="*/ 299 w 13"/>
                  <a:gd name="T3" fmla="*/ 13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5" y="0"/>
                      <a:pt x="9" y="3"/>
                      <a:pt x="13" y="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2" name="Freeform 131">
                <a:extLst>
                  <a:ext uri="{FF2B5EF4-FFF2-40B4-BE49-F238E27FC236}">
                    <a16:creationId xmlns:a16="http://schemas.microsoft.com/office/drawing/2014/main" id="{633DB168-6842-4729-B210-B2F02992D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783"/>
                <a:ext cx="343" cy="186"/>
              </a:xfrm>
              <a:custGeom>
                <a:avLst/>
                <a:gdLst>
                  <a:gd name="T0" fmla="*/ 0 w 120"/>
                  <a:gd name="T1" fmla="*/ 0 h 65"/>
                  <a:gd name="T2" fmla="*/ 140 w 120"/>
                  <a:gd name="T3" fmla="*/ 212 h 65"/>
                  <a:gd name="T4" fmla="*/ 677 w 120"/>
                  <a:gd name="T5" fmla="*/ 630 h 65"/>
                  <a:gd name="T6" fmla="*/ 1872 w 120"/>
                  <a:gd name="T7" fmla="*/ 1219 h 65"/>
                  <a:gd name="T8" fmla="*/ 2238 w 120"/>
                  <a:gd name="T9" fmla="*/ 1474 h 65"/>
                  <a:gd name="T10" fmla="*/ 2638 w 120"/>
                  <a:gd name="T11" fmla="*/ 1499 h 65"/>
                  <a:gd name="T12" fmla="*/ 2801 w 120"/>
                  <a:gd name="T13" fmla="*/ 1499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65">
                    <a:moveTo>
                      <a:pt x="0" y="0"/>
                    </a:moveTo>
                    <a:cubicBezTo>
                      <a:pt x="2" y="2"/>
                      <a:pt x="4" y="6"/>
                      <a:pt x="6" y="9"/>
                    </a:cubicBezTo>
                    <a:cubicBezTo>
                      <a:pt x="11" y="18"/>
                      <a:pt x="20" y="23"/>
                      <a:pt x="29" y="27"/>
                    </a:cubicBezTo>
                    <a:cubicBezTo>
                      <a:pt x="45" y="36"/>
                      <a:pt x="67" y="40"/>
                      <a:pt x="80" y="52"/>
                    </a:cubicBezTo>
                    <a:cubicBezTo>
                      <a:pt x="86" y="59"/>
                      <a:pt x="87" y="61"/>
                      <a:pt x="96" y="63"/>
                    </a:cubicBezTo>
                    <a:cubicBezTo>
                      <a:pt x="102" y="64"/>
                      <a:pt x="107" y="65"/>
                      <a:pt x="113" y="64"/>
                    </a:cubicBezTo>
                    <a:cubicBezTo>
                      <a:pt x="116" y="64"/>
                      <a:pt x="118" y="63"/>
                      <a:pt x="120" y="64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3" name="Freeform 132">
                <a:extLst>
                  <a:ext uri="{FF2B5EF4-FFF2-40B4-BE49-F238E27FC236}">
                    <a16:creationId xmlns:a16="http://schemas.microsoft.com/office/drawing/2014/main" id="{0F7B286F-8B91-4800-AD52-01479454E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957"/>
                <a:ext cx="48" cy="80"/>
              </a:xfrm>
              <a:custGeom>
                <a:avLst/>
                <a:gdLst>
                  <a:gd name="T0" fmla="*/ 0 w 17"/>
                  <a:gd name="T1" fmla="*/ 0 h 28"/>
                  <a:gd name="T2" fmla="*/ 184 w 17"/>
                  <a:gd name="T3" fmla="*/ 163 h 28"/>
                  <a:gd name="T4" fmla="*/ 384 w 17"/>
                  <a:gd name="T5" fmla="*/ 65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0" y="0"/>
                    </a:moveTo>
                    <a:cubicBezTo>
                      <a:pt x="2" y="3"/>
                      <a:pt x="5" y="5"/>
                      <a:pt x="8" y="7"/>
                    </a:cubicBezTo>
                    <a:cubicBezTo>
                      <a:pt x="14" y="14"/>
                      <a:pt x="14" y="20"/>
                      <a:pt x="17" y="28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4" name="Freeform 133">
                <a:extLst>
                  <a:ext uri="{FF2B5EF4-FFF2-40B4-BE49-F238E27FC236}">
                    <a16:creationId xmlns:a16="http://schemas.microsoft.com/office/drawing/2014/main" id="{9E1AE2D5-596D-460F-ADB0-5BFFFB7A9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780"/>
                <a:ext cx="105" cy="266"/>
              </a:xfrm>
              <a:custGeom>
                <a:avLst/>
                <a:gdLst>
                  <a:gd name="T0" fmla="*/ 0 w 37"/>
                  <a:gd name="T1" fmla="*/ 0 h 93"/>
                  <a:gd name="T2" fmla="*/ 460 w 37"/>
                  <a:gd name="T3" fmla="*/ 867 h 93"/>
                  <a:gd name="T4" fmla="*/ 846 w 37"/>
                  <a:gd name="T5" fmla="*/ 2177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3">
                    <a:moveTo>
                      <a:pt x="0" y="0"/>
                    </a:moveTo>
                    <a:cubicBezTo>
                      <a:pt x="14" y="8"/>
                      <a:pt x="16" y="24"/>
                      <a:pt x="20" y="37"/>
                    </a:cubicBezTo>
                    <a:cubicBezTo>
                      <a:pt x="26" y="55"/>
                      <a:pt x="37" y="75"/>
                      <a:pt x="37" y="9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5" name="Freeform 134">
                <a:extLst>
                  <a:ext uri="{FF2B5EF4-FFF2-40B4-BE49-F238E27FC236}">
                    <a16:creationId xmlns:a16="http://schemas.microsoft.com/office/drawing/2014/main" id="{CAC3F31E-6C9A-4179-9BA6-FB411237E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800"/>
                <a:ext cx="161" cy="94"/>
              </a:xfrm>
              <a:custGeom>
                <a:avLst/>
                <a:gdLst>
                  <a:gd name="T0" fmla="*/ 0 w 56"/>
                  <a:gd name="T1" fmla="*/ 0 h 33"/>
                  <a:gd name="T2" fmla="*/ 762 w 56"/>
                  <a:gd name="T3" fmla="*/ 348 h 33"/>
                  <a:gd name="T4" fmla="*/ 1216 w 56"/>
                  <a:gd name="T5" fmla="*/ 601 h 33"/>
                  <a:gd name="T6" fmla="*/ 1331 w 56"/>
                  <a:gd name="T7" fmla="*/ 76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33">
                    <a:moveTo>
                      <a:pt x="0" y="0"/>
                    </a:moveTo>
                    <a:cubicBezTo>
                      <a:pt x="8" y="10"/>
                      <a:pt x="22" y="11"/>
                      <a:pt x="32" y="15"/>
                    </a:cubicBezTo>
                    <a:cubicBezTo>
                      <a:pt x="38" y="18"/>
                      <a:pt x="46" y="21"/>
                      <a:pt x="51" y="26"/>
                    </a:cubicBezTo>
                    <a:cubicBezTo>
                      <a:pt x="54" y="28"/>
                      <a:pt x="54" y="32"/>
                      <a:pt x="56" y="3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6" name="Freeform 135">
                <a:extLst>
                  <a:ext uri="{FF2B5EF4-FFF2-40B4-BE49-F238E27FC236}">
                    <a16:creationId xmlns:a16="http://schemas.microsoft.com/office/drawing/2014/main" id="{93B1A4DE-92B6-43F4-A337-57B8E8588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811"/>
                <a:ext cx="55" cy="38"/>
              </a:xfrm>
              <a:custGeom>
                <a:avLst/>
                <a:gdLst>
                  <a:gd name="T0" fmla="*/ 0 w 19"/>
                  <a:gd name="T1" fmla="*/ 324 h 13"/>
                  <a:gd name="T2" fmla="*/ 460 w 19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13"/>
                    </a:moveTo>
                    <a:cubicBezTo>
                      <a:pt x="8" y="11"/>
                      <a:pt x="13" y="6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7" name="Freeform 136">
                <a:extLst>
                  <a:ext uri="{FF2B5EF4-FFF2-40B4-BE49-F238E27FC236}">
                    <a16:creationId xmlns:a16="http://schemas.microsoft.com/office/drawing/2014/main" id="{2E998662-FC41-4AEE-B51F-1F6A330AF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334"/>
                <a:ext cx="55" cy="134"/>
              </a:xfrm>
              <a:custGeom>
                <a:avLst/>
                <a:gdLst>
                  <a:gd name="T0" fmla="*/ 26 w 19"/>
                  <a:gd name="T1" fmla="*/ 1089 h 47"/>
                  <a:gd name="T2" fmla="*/ 460 w 19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7">
                    <a:moveTo>
                      <a:pt x="1" y="47"/>
                    </a:moveTo>
                    <a:cubicBezTo>
                      <a:pt x="0" y="30"/>
                      <a:pt x="12" y="15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8" name="Freeform 137">
                <a:extLst>
                  <a:ext uri="{FF2B5EF4-FFF2-40B4-BE49-F238E27FC236}">
                    <a16:creationId xmlns:a16="http://schemas.microsoft.com/office/drawing/2014/main" id="{D95EB9E4-F499-422E-A440-37E224FB3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385"/>
                <a:ext cx="63" cy="35"/>
              </a:xfrm>
              <a:custGeom>
                <a:avLst/>
                <a:gdLst>
                  <a:gd name="T0" fmla="*/ 0 w 22"/>
                  <a:gd name="T1" fmla="*/ 222 h 12"/>
                  <a:gd name="T2" fmla="*/ 515 w 2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9"/>
                    </a:moveTo>
                    <a:cubicBezTo>
                      <a:pt x="6" y="12"/>
                      <a:pt x="19" y="4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9" name="Freeform 138">
                <a:extLst>
                  <a:ext uri="{FF2B5EF4-FFF2-40B4-BE49-F238E27FC236}">
                    <a16:creationId xmlns:a16="http://schemas.microsoft.com/office/drawing/2014/main" id="{2F6D494D-6362-47EE-A95D-D598EB71A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887"/>
                <a:ext cx="31" cy="55"/>
              </a:xfrm>
              <a:custGeom>
                <a:avLst/>
                <a:gdLst>
                  <a:gd name="T0" fmla="*/ 23 w 11"/>
                  <a:gd name="T1" fmla="*/ 460 h 19"/>
                  <a:gd name="T2" fmla="*/ 245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1" y="19"/>
                    </a:moveTo>
                    <a:cubicBezTo>
                      <a:pt x="0" y="12"/>
                      <a:pt x="6" y="4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0" name="Freeform 139">
                <a:extLst>
                  <a:ext uri="{FF2B5EF4-FFF2-40B4-BE49-F238E27FC236}">
                    <a16:creationId xmlns:a16="http://schemas.microsoft.com/office/drawing/2014/main" id="{385287FC-469B-4AEC-97AF-BB7487ABB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139"/>
                <a:ext cx="63" cy="57"/>
              </a:xfrm>
              <a:custGeom>
                <a:avLst/>
                <a:gdLst>
                  <a:gd name="T0" fmla="*/ 515 w 22"/>
                  <a:gd name="T1" fmla="*/ 0 h 20"/>
                  <a:gd name="T2" fmla="*/ 0 w 22"/>
                  <a:gd name="T3" fmla="*/ 46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0">
                    <a:moveTo>
                      <a:pt x="22" y="0"/>
                    </a:moveTo>
                    <a:cubicBezTo>
                      <a:pt x="7" y="1"/>
                      <a:pt x="8" y="10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1" name="Freeform 140">
                <a:extLst>
                  <a:ext uri="{FF2B5EF4-FFF2-40B4-BE49-F238E27FC236}">
                    <a16:creationId xmlns:a16="http://schemas.microsoft.com/office/drawing/2014/main" id="{2126940F-9CEF-4A57-8B48-89B79AD78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581"/>
                <a:ext cx="475" cy="1208"/>
              </a:xfrm>
              <a:custGeom>
                <a:avLst/>
                <a:gdLst>
                  <a:gd name="T0" fmla="*/ 0 w 166"/>
                  <a:gd name="T1" fmla="*/ 352 h 422"/>
                  <a:gd name="T2" fmla="*/ 1637 w 166"/>
                  <a:gd name="T3" fmla="*/ 1008 h 422"/>
                  <a:gd name="T4" fmla="*/ 2129 w 166"/>
                  <a:gd name="T5" fmla="*/ 1760 h 422"/>
                  <a:gd name="T6" fmla="*/ 2203 w 166"/>
                  <a:gd name="T7" fmla="*/ 2393 h 422"/>
                  <a:gd name="T8" fmla="*/ 2604 w 166"/>
                  <a:gd name="T9" fmla="*/ 3000 h 422"/>
                  <a:gd name="T10" fmla="*/ 2859 w 166"/>
                  <a:gd name="T11" fmla="*/ 3844 h 422"/>
                  <a:gd name="T12" fmla="*/ 3045 w 166"/>
                  <a:gd name="T13" fmla="*/ 4924 h 422"/>
                  <a:gd name="T14" fmla="*/ 3299 w 166"/>
                  <a:gd name="T15" fmla="*/ 7783 h 422"/>
                  <a:gd name="T16" fmla="*/ 3462 w 166"/>
                  <a:gd name="T17" fmla="*/ 9899 h 4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6" h="422">
                    <a:moveTo>
                      <a:pt x="0" y="15"/>
                    </a:moveTo>
                    <a:cubicBezTo>
                      <a:pt x="24" y="0"/>
                      <a:pt x="56" y="26"/>
                      <a:pt x="70" y="43"/>
                    </a:cubicBezTo>
                    <a:cubicBezTo>
                      <a:pt x="78" y="53"/>
                      <a:pt x="85" y="64"/>
                      <a:pt x="91" y="75"/>
                    </a:cubicBezTo>
                    <a:cubicBezTo>
                      <a:pt x="99" y="90"/>
                      <a:pt x="98" y="95"/>
                      <a:pt x="94" y="102"/>
                    </a:cubicBezTo>
                    <a:cubicBezTo>
                      <a:pt x="105" y="111"/>
                      <a:pt x="104" y="113"/>
                      <a:pt x="111" y="128"/>
                    </a:cubicBezTo>
                    <a:cubicBezTo>
                      <a:pt x="117" y="140"/>
                      <a:pt x="120" y="151"/>
                      <a:pt x="122" y="164"/>
                    </a:cubicBezTo>
                    <a:cubicBezTo>
                      <a:pt x="124" y="179"/>
                      <a:pt x="127" y="195"/>
                      <a:pt x="130" y="210"/>
                    </a:cubicBezTo>
                    <a:cubicBezTo>
                      <a:pt x="150" y="277"/>
                      <a:pt x="138" y="315"/>
                      <a:pt x="141" y="332"/>
                    </a:cubicBezTo>
                    <a:cubicBezTo>
                      <a:pt x="144" y="355"/>
                      <a:pt x="166" y="353"/>
                      <a:pt x="148" y="422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2" name="Freeform 141">
                <a:extLst>
                  <a:ext uri="{FF2B5EF4-FFF2-40B4-BE49-F238E27FC236}">
                    <a16:creationId xmlns:a16="http://schemas.microsoft.com/office/drawing/2014/main" id="{CE9B56E4-837B-43B4-B4C0-BC9241D71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865"/>
                <a:ext cx="309" cy="1430"/>
              </a:xfrm>
              <a:custGeom>
                <a:avLst/>
                <a:gdLst>
                  <a:gd name="T0" fmla="*/ 1966 w 108"/>
                  <a:gd name="T1" fmla="*/ 0 h 500"/>
                  <a:gd name="T2" fmla="*/ 1548 w 108"/>
                  <a:gd name="T3" fmla="*/ 563 h 500"/>
                  <a:gd name="T4" fmla="*/ 1614 w 108"/>
                  <a:gd name="T5" fmla="*/ 1359 h 500"/>
                  <a:gd name="T6" fmla="*/ 2366 w 108"/>
                  <a:gd name="T7" fmla="*/ 4327 h 500"/>
                  <a:gd name="T8" fmla="*/ 2455 w 108"/>
                  <a:gd name="T9" fmla="*/ 7582 h 500"/>
                  <a:gd name="T10" fmla="*/ 2529 w 108"/>
                  <a:gd name="T11" fmla="*/ 8843 h 500"/>
                  <a:gd name="T12" fmla="*/ 2129 w 108"/>
                  <a:gd name="T13" fmla="*/ 10436 h 500"/>
                  <a:gd name="T14" fmla="*/ 1096 w 108"/>
                  <a:gd name="T15" fmla="*/ 11254 h 500"/>
                  <a:gd name="T16" fmla="*/ 0 w 108"/>
                  <a:gd name="T17" fmla="*/ 11697 h 5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500">
                    <a:moveTo>
                      <a:pt x="84" y="0"/>
                    </a:moveTo>
                    <a:cubicBezTo>
                      <a:pt x="81" y="10"/>
                      <a:pt x="69" y="15"/>
                      <a:pt x="66" y="24"/>
                    </a:cubicBezTo>
                    <a:cubicBezTo>
                      <a:pt x="64" y="33"/>
                      <a:pt x="69" y="49"/>
                      <a:pt x="69" y="58"/>
                    </a:cubicBezTo>
                    <a:cubicBezTo>
                      <a:pt x="72" y="86"/>
                      <a:pt x="103" y="162"/>
                      <a:pt x="101" y="185"/>
                    </a:cubicBezTo>
                    <a:cubicBezTo>
                      <a:pt x="100" y="210"/>
                      <a:pt x="106" y="298"/>
                      <a:pt x="105" y="324"/>
                    </a:cubicBezTo>
                    <a:cubicBezTo>
                      <a:pt x="105" y="345"/>
                      <a:pt x="107" y="354"/>
                      <a:pt x="108" y="378"/>
                    </a:cubicBezTo>
                    <a:cubicBezTo>
                      <a:pt x="108" y="385"/>
                      <a:pt x="108" y="417"/>
                      <a:pt x="91" y="446"/>
                    </a:cubicBezTo>
                    <a:cubicBezTo>
                      <a:pt x="80" y="465"/>
                      <a:pt x="68" y="475"/>
                      <a:pt x="47" y="481"/>
                    </a:cubicBezTo>
                    <a:cubicBezTo>
                      <a:pt x="32" y="486"/>
                      <a:pt x="8" y="485"/>
                      <a:pt x="0" y="50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3" name="Freeform 142">
                <a:extLst>
                  <a:ext uri="{FF2B5EF4-FFF2-40B4-BE49-F238E27FC236}">
                    <a16:creationId xmlns:a16="http://schemas.microsoft.com/office/drawing/2014/main" id="{24AFEF78-0F5F-4D64-8E4F-A0D52C398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185"/>
                <a:ext cx="92" cy="721"/>
              </a:xfrm>
              <a:custGeom>
                <a:avLst/>
                <a:gdLst>
                  <a:gd name="T0" fmla="*/ 0 w 32"/>
                  <a:gd name="T1" fmla="*/ 0 h 252"/>
                  <a:gd name="T2" fmla="*/ 480 w 32"/>
                  <a:gd name="T3" fmla="*/ 867 h 252"/>
                  <a:gd name="T4" fmla="*/ 710 w 32"/>
                  <a:gd name="T5" fmla="*/ 1760 h 252"/>
                  <a:gd name="T6" fmla="*/ 621 w 32"/>
                  <a:gd name="T7" fmla="*/ 3699 h 252"/>
                  <a:gd name="T8" fmla="*/ 331 w 32"/>
                  <a:gd name="T9" fmla="*/ 5828 h 252"/>
                  <a:gd name="T10" fmla="*/ 331 w 32"/>
                  <a:gd name="T11" fmla="*/ 5828 h 2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52">
                    <a:moveTo>
                      <a:pt x="0" y="0"/>
                    </a:moveTo>
                    <a:cubicBezTo>
                      <a:pt x="3" y="12"/>
                      <a:pt x="15" y="25"/>
                      <a:pt x="20" y="37"/>
                    </a:cubicBezTo>
                    <a:cubicBezTo>
                      <a:pt x="24" y="49"/>
                      <a:pt x="29" y="62"/>
                      <a:pt x="30" y="75"/>
                    </a:cubicBezTo>
                    <a:cubicBezTo>
                      <a:pt x="32" y="102"/>
                      <a:pt x="26" y="131"/>
                      <a:pt x="26" y="158"/>
                    </a:cubicBezTo>
                    <a:cubicBezTo>
                      <a:pt x="27" y="189"/>
                      <a:pt x="13" y="216"/>
                      <a:pt x="14" y="249"/>
                    </a:cubicBezTo>
                    <a:cubicBezTo>
                      <a:pt x="14" y="252"/>
                      <a:pt x="14" y="252"/>
                      <a:pt x="14" y="249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4" name="Freeform 143">
                <a:extLst>
                  <a:ext uri="{FF2B5EF4-FFF2-40B4-BE49-F238E27FC236}">
                    <a16:creationId xmlns:a16="http://schemas.microsoft.com/office/drawing/2014/main" id="{E33C147B-9C78-4AE9-9E73-13284A67D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344"/>
                <a:ext cx="541" cy="149"/>
              </a:xfrm>
              <a:custGeom>
                <a:avLst/>
                <a:gdLst>
                  <a:gd name="T0" fmla="*/ 4434 w 189"/>
                  <a:gd name="T1" fmla="*/ 1224 h 52"/>
                  <a:gd name="T2" fmla="*/ 2467 w 189"/>
                  <a:gd name="T3" fmla="*/ 330 h 52"/>
                  <a:gd name="T4" fmla="*/ 1285 w 189"/>
                  <a:gd name="T5" fmla="*/ 163 h 52"/>
                  <a:gd name="T6" fmla="*/ 819 w 189"/>
                  <a:gd name="T7" fmla="*/ 26 h 52"/>
                  <a:gd name="T8" fmla="*/ 467 w 189"/>
                  <a:gd name="T9" fmla="*/ 401 h 52"/>
                  <a:gd name="T10" fmla="*/ 0 w 189"/>
                  <a:gd name="T11" fmla="*/ 779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9" h="52">
                    <a:moveTo>
                      <a:pt x="189" y="52"/>
                    </a:moveTo>
                    <a:cubicBezTo>
                      <a:pt x="173" y="35"/>
                      <a:pt x="123" y="21"/>
                      <a:pt x="105" y="14"/>
                    </a:cubicBezTo>
                    <a:cubicBezTo>
                      <a:pt x="88" y="7"/>
                      <a:pt x="72" y="11"/>
                      <a:pt x="55" y="7"/>
                    </a:cubicBezTo>
                    <a:cubicBezTo>
                      <a:pt x="50" y="6"/>
                      <a:pt x="39" y="0"/>
                      <a:pt x="35" y="1"/>
                    </a:cubicBezTo>
                    <a:cubicBezTo>
                      <a:pt x="29" y="1"/>
                      <a:pt x="24" y="12"/>
                      <a:pt x="20" y="17"/>
                    </a:cubicBezTo>
                    <a:cubicBezTo>
                      <a:pt x="16" y="27"/>
                      <a:pt x="8" y="31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5" name="Freeform 144">
                <a:extLst>
                  <a:ext uri="{FF2B5EF4-FFF2-40B4-BE49-F238E27FC236}">
                    <a16:creationId xmlns:a16="http://schemas.microsoft.com/office/drawing/2014/main" id="{D15FAF6B-3B83-4BA6-B26C-DC4D4147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066"/>
                <a:ext cx="89" cy="281"/>
              </a:xfrm>
              <a:custGeom>
                <a:avLst/>
                <a:gdLst>
                  <a:gd name="T0" fmla="*/ 735 w 31"/>
                  <a:gd name="T1" fmla="*/ 2311 h 98"/>
                  <a:gd name="T2" fmla="*/ 264 w 31"/>
                  <a:gd name="T3" fmla="*/ 1554 h 98"/>
                  <a:gd name="T4" fmla="*/ 0 w 31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98">
                    <a:moveTo>
                      <a:pt x="31" y="98"/>
                    </a:moveTo>
                    <a:cubicBezTo>
                      <a:pt x="25" y="87"/>
                      <a:pt x="15" y="78"/>
                      <a:pt x="11" y="66"/>
                    </a:cubicBezTo>
                    <a:cubicBezTo>
                      <a:pt x="8" y="53"/>
                      <a:pt x="11" y="1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6" name="Freeform 145">
                <a:extLst>
                  <a:ext uri="{FF2B5EF4-FFF2-40B4-BE49-F238E27FC236}">
                    <a16:creationId xmlns:a16="http://schemas.microsoft.com/office/drawing/2014/main" id="{9B9A847B-E221-426A-9CFC-29959751C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802"/>
                <a:ext cx="78" cy="45"/>
              </a:xfrm>
              <a:custGeom>
                <a:avLst/>
                <a:gdLst>
                  <a:gd name="T0" fmla="*/ 627 w 27"/>
                  <a:gd name="T1" fmla="*/ 270 h 16"/>
                  <a:gd name="T2" fmla="*/ 318 w 27"/>
                  <a:gd name="T3" fmla="*/ 270 h 16"/>
                  <a:gd name="T4" fmla="*/ 26 w 27"/>
                  <a:gd name="T5" fmla="*/ 87 h 16"/>
                  <a:gd name="T6" fmla="*/ 358 w 27"/>
                  <a:gd name="T7" fmla="*/ 110 h 16"/>
                  <a:gd name="T8" fmla="*/ 627 w 27"/>
                  <a:gd name="T9" fmla="*/ 27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26" y="12"/>
                    </a:moveTo>
                    <a:cubicBezTo>
                      <a:pt x="25" y="16"/>
                      <a:pt x="18" y="14"/>
                      <a:pt x="13" y="12"/>
                    </a:cubicBezTo>
                    <a:cubicBezTo>
                      <a:pt x="7" y="9"/>
                      <a:pt x="0" y="7"/>
                      <a:pt x="1" y="4"/>
                    </a:cubicBezTo>
                    <a:cubicBezTo>
                      <a:pt x="1" y="0"/>
                      <a:pt x="12" y="4"/>
                      <a:pt x="15" y="5"/>
                    </a:cubicBezTo>
                    <a:cubicBezTo>
                      <a:pt x="19" y="6"/>
                      <a:pt x="27" y="9"/>
                      <a:pt x="26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8788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7" name="Freeform 146">
                <a:extLst>
                  <a:ext uri="{FF2B5EF4-FFF2-40B4-BE49-F238E27FC236}">
                    <a16:creationId xmlns:a16="http://schemas.microsoft.com/office/drawing/2014/main" id="{86E1A46C-5AEC-457F-AF88-F97B1F25D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780"/>
                <a:ext cx="109" cy="266"/>
              </a:xfrm>
              <a:custGeom>
                <a:avLst/>
                <a:gdLst>
                  <a:gd name="T0" fmla="*/ 898 w 38"/>
                  <a:gd name="T1" fmla="*/ 0 h 93"/>
                  <a:gd name="T2" fmla="*/ 404 w 38"/>
                  <a:gd name="T3" fmla="*/ 867 h 93"/>
                  <a:gd name="T4" fmla="*/ 0 w 38"/>
                  <a:gd name="T5" fmla="*/ 2177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93">
                    <a:moveTo>
                      <a:pt x="38" y="0"/>
                    </a:moveTo>
                    <a:cubicBezTo>
                      <a:pt x="24" y="8"/>
                      <a:pt x="22" y="24"/>
                      <a:pt x="17" y="37"/>
                    </a:cubicBezTo>
                    <a:cubicBezTo>
                      <a:pt x="12" y="55"/>
                      <a:pt x="1" y="75"/>
                      <a:pt x="0" y="9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8" name="Freeform 147">
                <a:extLst>
                  <a:ext uri="{FF2B5EF4-FFF2-40B4-BE49-F238E27FC236}">
                    <a16:creationId xmlns:a16="http://schemas.microsoft.com/office/drawing/2014/main" id="{3199C20A-EC53-46AE-9901-77F4557D8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887"/>
                <a:ext cx="31" cy="55"/>
              </a:xfrm>
              <a:custGeom>
                <a:avLst/>
                <a:gdLst>
                  <a:gd name="T0" fmla="*/ 245 w 11"/>
                  <a:gd name="T1" fmla="*/ 460 h 19"/>
                  <a:gd name="T2" fmla="*/ 0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11" y="19"/>
                    </a:moveTo>
                    <a:cubicBezTo>
                      <a:pt x="11" y="12"/>
                      <a:pt x="5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9" name="Freeform 148">
                <a:extLst>
                  <a:ext uri="{FF2B5EF4-FFF2-40B4-BE49-F238E27FC236}">
                    <a16:creationId xmlns:a16="http://schemas.microsoft.com/office/drawing/2014/main" id="{845EFB27-DD71-412A-95CC-38BF28603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121"/>
                <a:ext cx="11" cy="744"/>
              </a:xfrm>
              <a:custGeom>
                <a:avLst/>
                <a:gdLst>
                  <a:gd name="T0" fmla="*/ 0 w 4"/>
                  <a:gd name="T1" fmla="*/ 0 h 260"/>
                  <a:gd name="T2" fmla="*/ 47 w 4"/>
                  <a:gd name="T3" fmla="*/ 2203 h 260"/>
                  <a:gd name="T4" fmla="*/ 22 w 4"/>
                  <a:gd name="T5" fmla="*/ 4521 h 260"/>
                  <a:gd name="T6" fmla="*/ 0 w 4"/>
                  <a:gd name="T7" fmla="*/ 6092 h 2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60">
                    <a:moveTo>
                      <a:pt x="0" y="0"/>
                    </a:moveTo>
                    <a:cubicBezTo>
                      <a:pt x="0" y="19"/>
                      <a:pt x="4" y="66"/>
                      <a:pt x="2" y="94"/>
                    </a:cubicBezTo>
                    <a:cubicBezTo>
                      <a:pt x="0" y="122"/>
                      <a:pt x="1" y="175"/>
                      <a:pt x="1" y="193"/>
                    </a:cubicBezTo>
                    <a:cubicBezTo>
                      <a:pt x="1" y="211"/>
                      <a:pt x="0" y="255"/>
                      <a:pt x="0" y="26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0" name="Freeform 149">
                <a:extLst>
                  <a:ext uri="{FF2B5EF4-FFF2-40B4-BE49-F238E27FC236}">
                    <a16:creationId xmlns:a16="http://schemas.microsoft.com/office/drawing/2014/main" id="{9CDAAC43-9414-49C7-B6DF-F0781466E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398"/>
                <a:ext cx="8" cy="464"/>
              </a:xfrm>
              <a:custGeom>
                <a:avLst/>
                <a:gdLst>
                  <a:gd name="T0" fmla="*/ 21 w 3"/>
                  <a:gd name="T1" fmla="*/ 0 h 162"/>
                  <a:gd name="T2" fmla="*/ 56 w 3"/>
                  <a:gd name="T3" fmla="*/ 3010 h 162"/>
                  <a:gd name="T4" fmla="*/ 0 w 3"/>
                  <a:gd name="T5" fmla="*/ 3807 h 1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62">
                    <a:moveTo>
                      <a:pt x="1" y="0"/>
                    </a:moveTo>
                    <a:cubicBezTo>
                      <a:pt x="0" y="13"/>
                      <a:pt x="3" y="105"/>
                      <a:pt x="3" y="128"/>
                    </a:cubicBezTo>
                    <a:cubicBezTo>
                      <a:pt x="2" y="151"/>
                      <a:pt x="0" y="162"/>
                      <a:pt x="0" y="16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1" name="Freeform 150">
                <a:extLst>
                  <a:ext uri="{FF2B5EF4-FFF2-40B4-BE49-F238E27FC236}">
                    <a16:creationId xmlns:a16="http://schemas.microsoft.com/office/drawing/2014/main" id="{F1F43A5A-8A04-4647-9846-7CEF5DBE4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813"/>
                <a:ext cx="329" cy="295"/>
              </a:xfrm>
              <a:custGeom>
                <a:avLst/>
                <a:gdLst>
                  <a:gd name="T0" fmla="*/ 2692 w 115"/>
                  <a:gd name="T1" fmla="*/ 1246 h 103"/>
                  <a:gd name="T2" fmla="*/ 2226 w 115"/>
                  <a:gd name="T3" fmla="*/ 212 h 103"/>
                  <a:gd name="T4" fmla="*/ 2203 w 115"/>
                  <a:gd name="T5" fmla="*/ 212 h 103"/>
                  <a:gd name="T6" fmla="*/ 1923 w 115"/>
                  <a:gd name="T7" fmla="*/ 189 h 103"/>
                  <a:gd name="T8" fmla="*/ 1636 w 115"/>
                  <a:gd name="T9" fmla="*/ 0 h 103"/>
                  <a:gd name="T10" fmla="*/ 1636 w 115"/>
                  <a:gd name="T11" fmla="*/ 0 h 103"/>
                  <a:gd name="T12" fmla="*/ 1333 w 115"/>
                  <a:gd name="T13" fmla="*/ 444 h 103"/>
                  <a:gd name="T14" fmla="*/ 1333 w 115"/>
                  <a:gd name="T15" fmla="*/ 444 h 103"/>
                  <a:gd name="T16" fmla="*/ 1056 w 115"/>
                  <a:gd name="T17" fmla="*/ 0 h 103"/>
                  <a:gd name="T18" fmla="*/ 1056 w 115"/>
                  <a:gd name="T19" fmla="*/ 0 h 103"/>
                  <a:gd name="T20" fmla="*/ 770 w 115"/>
                  <a:gd name="T21" fmla="*/ 189 h 103"/>
                  <a:gd name="T22" fmla="*/ 466 w 115"/>
                  <a:gd name="T23" fmla="*/ 212 h 103"/>
                  <a:gd name="T24" fmla="*/ 466 w 115"/>
                  <a:gd name="T25" fmla="*/ 212 h 103"/>
                  <a:gd name="T26" fmla="*/ 0 w 115"/>
                  <a:gd name="T27" fmla="*/ 1246 h 103"/>
                  <a:gd name="T28" fmla="*/ 0 w 115"/>
                  <a:gd name="T29" fmla="*/ 1297 h 103"/>
                  <a:gd name="T30" fmla="*/ 212 w 115"/>
                  <a:gd name="T31" fmla="*/ 2394 h 103"/>
                  <a:gd name="T32" fmla="*/ 212 w 115"/>
                  <a:gd name="T33" fmla="*/ 2420 h 103"/>
                  <a:gd name="T34" fmla="*/ 818 w 115"/>
                  <a:gd name="T35" fmla="*/ 1148 h 103"/>
                  <a:gd name="T36" fmla="*/ 770 w 115"/>
                  <a:gd name="T37" fmla="*/ 1034 h 103"/>
                  <a:gd name="T38" fmla="*/ 1333 w 115"/>
                  <a:gd name="T39" fmla="*/ 607 h 103"/>
                  <a:gd name="T40" fmla="*/ 1900 w 115"/>
                  <a:gd name="T41" fmla="*/ 1034 h 103"/>
                  <a:gd name="T42" fmla="*/ 1874 w 115"/>
                  <a:gd name="T43" fmla="*/ 1174 h 103"/>
                  <a:gd name="T44" fmla="*/ 2480 w 115"/>
                  <a:gd name="T45" fmla="*/ 2420 h 103"/>
                  <a:gd name="T46" fmla="*/ 2480 w 115"/>
                  <a:gd name="T47" fmla="*/ 2394 h 103"/>
                  <a:gd name="T48" fmla="*/ 2669 w 115"/>
                  <a:gd name="T49" fmla="*/ 1297 h 103"/>
                  <a:gd name="T50" fmla="*/ 2692 w 115"/>
                  <a:gd name="T51" fmla="*/ 1246 h 10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5" h="103">
                    <a:moveTo>
                      <a:pt x="115" y="53"/>
                    </a:moveTo>
                    <a:cubicBezTo>
                      <a:pt x="103" y="36"/>
                      <a:pt x="89" y="39"/>
                      <a:pt x="95" y="9"/>
                    </a:cubicBezTo>
                    <a:cubicBezTo>
                      <a:pt x="94" y="9"/>
                      <a:pt x="94" y="9"/>
                      <a:pt x="94" y="9"/>
                    </a:cubicBezTo>
                    <a:cubicBezTo>
                      <a:pt x="93" y="11"/>
                      <a:pt x="87" y="10"/>
                      <a:pt x="82" y="8"/>
                    </a:cubicBezTo>
                    <a:cubicBezTo>
                      <a:pt x="76" y="5"/>
                      <a:pt x="69" y="3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8" y="11"/>
                      <a:pt x="65" y="19"/>
                      <a:pt x="57" y="19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0" y="19"/>
                      <a:pt x="46" y="11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3"/>
                      <a:pt x="39" y="5"/>
                      <a:pt x="33" y="8"/>
                    </a:cubicBezTo>
                    <a:cubicBezTo>
                      <a:pt x="28" y="10"/>
                      <a:pt x="22" y="11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6" y="39"/>
                      <a:pt x="11" y="36"/>
                      <a:pt x="0" y="53"/>
                    </a:cubicBezTo>
                    <a:cubicBezTo>
                      <a:pt x="0" y="54"/>
                      <a:pt x="0" y="54"/>
                      <a:pt x="0" y="55"/>
                    </a:cubicBezTo>
                    <a:cubicBezTo>
                      <a:pt x="2" y="65"/>
                      <a:pt x="10" y="91"/>
                      <a:pt x="9" y="102"/>
                    </a:cubicBezTo>
                    <a:cubicBezTo>
                      <a:pt x="9" y="102"/>
                      <a:pt x="9" y="103"/>
                      <a:pt x="9" y="103"/>
                    </a:cubicBezTo>
                    <a:cubicBezTo>
                      <a:pt x="9" y="73"/>
                      <a:pt x="21" y="57"/>
                      <a:pt x="35" y="49"/>
                    </a:cubicBezTo>
                    <a:cubicBezTo>
                      <a:pt x="34" y="48"/>
                      <a:pt x="33" y="46"/>
                      <a:pt x="33" y="44"/>
                    </a:cubicBezTo>
                    <a:cubicBezTo>
                      <a:pt x="33" y="34"/>
                      <a:pt x="44" y="26"/>
                      <a:pt x="57" y="26"/>
                    </a:cubicBezTo>
                    <a:cubicBezTo>
                      <a:pt x="71" y="26"/>
                      <a:pt x="81" y="34"/>
                      <a:pt x="81" y="44"/>
                    </a:cubicBezTo>
                    <a:cubicBezTo>
                      <a:pt x="81" y="46"/>
                      <a:pt x="81" y="48"/>
                      <a:pt x="80" y="50"/>
                    </a:cubicBezTo>
                    <a:cubicBezTo>
                      <a:pt x="93" y="57"/>
                      <a:pt x="106" y="73"/>
                      <a:pt x="106" y="103"/>
                    </a:cubicBezTo>
                    <a:cubicBezTo>
                      <a:pt x="106" y="102"/>
                      <a:pt x="106" y="102"/>
                      <a:pt x="106" y="102"/>
                    </a:cubicBezTo>
                    <a:cubicBezTo>
                      <a:pt x="105" y="91"/>
                      <a:pt x="113" y="65"/>
                      <a:pt x="114" y="55"/>
                    </a:cubicBezTo>
                    <a:cubicBezTo>
                      <a:pt x="114" y="54"/>
                      <a:pt x="114" y="54"/>
                      <a:pt x="115" y="5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8788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2" name="Freeform 151">
                <a:extLst>
                  <a:ext uri="{FF2B5EF4-FFF2-40B4-BE49-F238E27FC236}">
                    <a16:creationId xmlns:a16="http://schemas.microsoft.com/office/drawing/2014/main" id="{256D84C1-32AE-4A7C-98DE-6388AC54E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004"/>
                <a:ext cx="189" cy="921"/>
              </a:xfrm>
              <a:custGeom>
                <a:avLst/>
                <a:gdLst>
                  <a:gd name="T0" fmla="*/ 730 w 66"/>
                  <a:gd name="T1" fmla="*/ 3584 h 322"/>
                  <a:gd name="T2" fmla="*/ 238 w 66"/>
                  <a:gd name="T3" fmla="*/ 7019 h 322"/>
                  <a:gd name="T4" fmla="*/ 238 w 66"/>
                  <a:gd name="T5" fmla="*/ 7019 h 322"/>
                  <a:gd name="T6" fmla="*/ 401 w 66"/>
                  <a:gd name="T7" fmla="*/ 7534 h 322"/>
                  <a:gd name="T8" fmla="*/ 893 w 66"/>
                  <a:gd name="T9" fmla="*/ 6970 h 322"/>
                  <a:gd name="T10" fmla="*/ 1271 w 66"/>
                  <a:gd name="T11" fmla="*/ 7093 h 322"/>
                  <a:gd name="T12" fmla="*/ 1549 w 66"/>
                  <a:gd name="T13" fmla="*/ 6579 h 322"/>
                  <a:gd name="T14" fmla="*/ 1549 w 66"/>
                  <a:gd name="T15" fmla="*/ 6579 h 322"/>
                  <a:gd name="T16" fmla="*/ 1082 w 66"/>
                  <a:gd name="T17" fmla="*/ 4565 h 322"/>
                  <a:gd name="T18" fmla="*/ 682 w 66"/>
                  <a:gd name="T19" fmla="*/ 1196 h 322"/>
                  <a:gd name="T20" fmla="*/ 212 w 66"/>
                  <a:gd name="T21" fmla="*/ 49 h 322"/>
                  <a:gd name="T22" fmla="*/ 329 w 66"/>
                  <a:gd name="T23" fmla="*/ 981 h 322"/>
                  <a:gd name="T24" fmla="*/ 730 w 66"/>
                  <a:gd name="T25" fmla="*/ 3584 h 3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322">
                    <a:moveTo>
                      <a:pt x="31" y="153"/>
                    </a:moveTo>
                    <a:cubicBezTo>
                      <a:pt x="35" y="216"/>
                      <a:pt x="33" y="288"/>
                      <a:pt x="10" y="300"/>
                    </a:cubicBezTo>
                    <a:cubicBezTo>
                      <a:pt x="10" y="300"/>
                      <a:pt x="10" y="300"/>
                      <a:pt x="10" y="300"/>
                    </a:cubicBezTo>
                    <a:cubicBezTo>
                      <a:pt x="8" y="312"/>
                      <a:pt x="12" y="317"/>
                      <a:pt x="17" y="322"/>
                    </a:cubicBezTo>
                    <a:cubicBezTo>
                      <a:pt x="22" y="319"/>
                      <a:pt x="33" y="302"/>
                      <a:pt x="38" y="298"/>
                    </a:cubicBezTo>
                    <a:cubicBezTo>
                      <a:pt x="44" y="295"/>
                      <a:pt x="47" y="297"/>
                      <a:pt x="54" y="303"/>
                    </a:cubicBezTo>
                    <a:cubicBezTo>
                      <a:pt x="59" y="296"/>
                      <a:pt x="62" y="289"/>
                      <a:pt x="66" y="281"/>
                    </a:cubicBezTo>
                    <a:cubicBezTo>
                      <a:pt x="66" y="281"/>
                      <a:pt x="66" y="281"/>
                      <a:pt x="66" y="281"/>
                    </a:cubicBezTo>
                    <a:cubicBezTo>
                      <a:pt x="48" y="271"/>
                      <a:pt x="49" y="221"/>
                      <a:pt x="46" y="195"/>
                    </a:cubicBezTo>
                    <a:cubicBezTo>
                      <a:pt x="44" y="168"/>
                      <a:pt x="36" y="86"/>
                      <a:pt x="29" y="51"/>
                    </a:cubicBezTo>
                    <a:cubicBezTo>
                      <a:pt x="22" y="16"/>
                      <a:pt x="18" y="0"/>
                      <a:pt x="9" y="2"/>
                    </a:cubicBezTo>
                    <a:cubicBezTo>
                      <a:pt x="0" y="5"/>
                      <a:pt x="7" y="25"/>
                      <a:pt x="14" y="42"/>
                    </a:cubicBezTo>
                    <a:cubicBezTo>
                      <a:pt x="21" y="61"/>
                      <a:pt x="27" y="91"/>
                      <a:pt x="31" y="15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8788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3" name="Freeform 152">
                <a:extLst>
                  <a:ext uri="{FF2B5EF4-FFF2-40B4-BE49-F238E27FC236}">
                    <a16:creationId xmlns:a16="http://schemas.microsoft.com/office/drawing/2014/main" id="{4632B426-3CD6-447A-A6DA-860620131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004"/>
                <a:ext cx="192" cy="921"/>
              </a:xfrm>
              <a:custGeom>
                <a:avLst/>
                <a:gdLst>
                  <a:gd name="T0" fmla="*/ 304 w 67"/>
                  <a:gd name="T1" fmla="*/ 7093 h 322"/>
                  <a:gd name="T2" fmla="*/ 330 w 67"/>
                  <a:gd name="T3" fmla="*/ 7068 h 322"/>
                  <a:gd name="T4" fmla="*/ 656 w 67"/>
                  <a:gd name="T5" fmla="*/ 6970 h 322"/>
                  <a:gd name="T6" fmla="*/ 1175 w 67"/>
                  <a:gd name="T7" fmla="*/ 7534 h 322"/>
                  <a:gd name="T8" fmla="*/ 1338 w 67"/>
                  <a:gd name="T9" fmla="*/ 7019 h 322"/>
                  <a:gd name="T10" fmla="*/ 1338 w 67"/>
                  <a:gd name="T11" fmla="*/ 7019 h 322"/>
                  <a:gd name="T12" fmla="*/ 845 w 67"/>
                  <a:gd name="T13" fmla="*/ 3584 h 322"/>
                  <a:gd name="T14" fmla="*/ 1249 w 67"/>
                  <a:gd name="T15" fmla="*/ 981 h 322"/>
                  <a:gd name="T16" fmla="*/ 1364 w 67"/>
                  <a:gd name="T17" fmla="*/ 49 h 322"/>
                  <a:gd name="T18" fmla="*/ 894 w 67"/>
                  <a:gd name="T19" fmla="*/ 1196 h 322"/>
                  <a:gd name="T20" fmla="*/ 467 w 67"/>
                  <a:gd name="T21" fmla="*/ 4565 h 322"/>
                  <a:gd name="T22" fmla="*/ 26 w 67"/>
                  <a:gd name="T23" fmla="*/ 6579 h 322"/>
                  <a:gd name="T24" fmla="*/ 0 w 67"/>
                  <a:gd name="T25" fmla="*/ 6579 h 322"/>
                  <a:gd name="T26" fmla="*/ 304 w 67"/>
                  <a:gd name="T27" fmla="*/ 7093 h 3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322">
                    <a:moveTo>
                      <a:pt x="13" y="303"/>
                    </a:moveTo>
                    <a:cubicBezTo>
                      <a:pt x="14" y="303"/>
                      <a:pt x="14" y="302"/>
                      <a:pt x="14" y="302"/>
                    </a:cubicBezTo>
                    <a:cubicBezTo>
                      <a:pt x="21" y="296"/>
                      <a:pt x="23" y="295"/>
                      <a:pt x="28" y="298"/>
                    </a:cubicBezTo>
                    <a:cubicBezTo>
                      <a:pt x="34" y="302"/>
                      <a:pt x="45" y="319"/>
                      <a:pt x="50" y="322"/>
                    </a:cubicBezTo>
                    <a:cubicBezTo>
                      <a:pt x="55" y="317"/>
                      <a:pt x="58" y="312"/>
                      <a:pt x="57" y="300"/>
                    </a:cubicBezTo>
                    <a:cubicBezTo>
                      <a:pt x="57" y="300"/>
                      <a:pt x="57" y="300"/>
                      <a:pt x="57" y="300"/>
                    </a:cubicBezTo>
                    <a:cubicBezTo>
                      <a:pt x="34" y="288"/>
                      <a:pt x="32" y="216"/>
                      <a:pt x="36" y="153"/>
                    </a:cubicBezTo>
                    <a:cubicBezTo>
                      <a:pt x="40" y="91"/>
                      <a:pt x="46" y="61"/>
                      <a:pt x="53" y="42"/>
                    </a:cubicBezTo>
                    <a:cubicBezTo>
                      <a:pt x="60" y="25"/>
                      <a:pt x="67" y="5"/>
                      <a:pt x="58" y="2"/>
                    </a:cubicBezTo>
                    <a:cubicBezTo>
                      <a:pt x="49" y="0"/>
                      <a:pt x="45" y="16"/>
                      <a:pt x="38" y="51"/>
                    </a:cubicBezTo>
                    <a:cubicBezTo>
                      <a:pt x="31" y="86"/>
                      <a:pt x="23" y="168"/>
                      <a:pt x="20" y="195"/>
                    </a:cubicBezTo>
                    <a:cubicBezTo>
                      <a:pt x="18" y="221"/>
                      <a:pt x="19" y="271"/>
                      <a:pt x="1" y="281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4" y="289"/>
                      <a:pt x="8" y="296"/>
                      <a:pt x="13" y="30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8788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4" name="Freeform 153">
                <a:extLst>
                  <a:ext uri="{FF2B5EF4-FFF2-40B4-BE49-F238E27FC236}">
                    <a16:creationId xmlns:a16="http://schemas.microsoft.com/office/drawing/2014/main" id="{8298D6E5-364D-4007-8232-C20BCE75D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497"/>
                <a:ext cx="301" cy="111"/>
              </a:xfrm>
              <a:custGeom>
                <a:avLst/>
                <a:gdLst>
                  <a:gd name="T0" fmla="*/ 2474 w 105"/>
                  <a:gd name="T1" fmla="*/ 137 h 39"/>
                  <a:gd name="T2" fmla="*/ 1250 w 105"/>
                  <a:gd name="T3" fmla="*/ 0 h 39"/>
                  <a:gd name="T4" fmla="*/ 1224 w 105"/>
                  <a:gd name="T5" fmla="*/ 0 h 39"/>
                  <a:gd name="T6" fmla="*/ 0 w 105"/>
                  <a:gd name="T7" fmla="*/ 137 h 39"/>
                  <a:gd name="T8" fmla="*/ 0 w 105"/>
                  <a:gd name="T9" fmla="*/ 137 h 39"/>
                  <a:gd name="T10" fmla="*/ 215 w 105"/>
                  <a:gd name="T11" fmla="*/ 390 h 39"/>
                  <a:gd name="T12" fmla="*/ 946 w 105"/>
                  <a:gd name="T13" fmla="*/ 851 h 39"/>
                  <a:gd name="T14" fmla="*/ 986 w 105"/>
                  <a:gd name="T15" fmla="*/ 874 h 39"/>
                  <a:gd name="T16" fmla="*/ 986 w 105"/>
                  <a:gd name="T17" fmla="*/ 874 h 39"/>
                  <a:gd name="T18" fmla="*/ 1201 w 105"/>
                  <a:gd name="T19" fmla="*/ 851 h 39"/>
                  <a:gd name="T20" fmla="*/ 1250 w 105"/>
                  <a:gd name="T21" fmla="*/ 851 h 39"/>
                  <a:gd name="T22" fmla="*/ 1488 w 105"/>
                  <a:gd name="T23" fmla="*/ 874 h 39"/>
                  <a:gd name="T24" fmla="*/ 1488 w 105"/>
                  <a:gd name="T25" fmla="*/ 899 h 39"/>
                  <a:gd name="T26" fmla="*/ 1528 w 105"/>
                  <a:gd name="T27" fmla="*/ 851 h 39"/>
                  <a:gd name="T28" fmla="*/ 2236 w 105"/>
                  <a:gd name="T29" fmla="*/ 390 h 39"/>
                  <a:gd name="T30" fmla="*/ 2474 w 105"/>
                  <a:gd name="T31" fmla="*/ 137 h 3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5" h="39">
                    <a:moveTo>
                      <a:pt x="105" y="6"/>
                    </a:moveTo>
                    <a:cubicBezTo>
                      <a:pt x="88" y="3"/>
                      <a:pt x="70" y="0"/>
                      <a:pt x="53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35" y="0"/>
                      <a:pt x="16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10"/>
                      <a:pt x="6" y="14"/>
                      <a:pt x="9" y="17"/>
                    </a:cubicBezTo>
                    <a:cubicBezTo>
                      <a:pt x="19" y="25"/>
                      <a:pt x="31" y="30"/>
                      <a:pt x="40" y="37"/>
                    </a:cubicBezTo>
                    <a:cubicBezTo>
                      <a:pt x="41" y="38"/>
                      <a:pt x="41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5" y="37"/>
                      <a:pt x="48" y="37"/>
                      <a:pt x="51" y="37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7" y="37"/>
                      <a:pt x="60" y="37"/>
                      <a:pt x="63" y="38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4" y="38"/>
                      <a:pt x="65" y="37"/>
                    </a:cubicBezTo>
                    <a:cubicBezTo>
                      <a:pt x="74" y="30"/>
                      <a:pt x="86" y="25"/>
                      <a:pt x="95" y="17"/>
                    </a:cubicBezTo>
                    <a:cubicBezTo>
                      <a:pt x="99" y="14"/>
                      <a:pt x="102" y="10"/>
                      <a:pt x="105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5" name="Freeform 154">
                <a:extLst>
                  <a:ext uri="{FF2B5EF4-FFF2-40B4-BE49-F238E27FC236}">
                    <a16:creationId xmlns:a16="http://schemas.microsoft.com/office/drawing/2014/main" id="{51BC8BA9-7531-4D24-9B5A-A47D923F6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671"/>
                <a:ext cx="15" cy="747"/>
              </a:xfrm>
              <a:custGeom>
                <a:avLst/>
                <a:gdLst>
                  <a:gd name="T0" fmla="*/ 54 w 5"/>
                  <a:gd name="T1" fmla="*/ 0 h 261"/>
                  <a:gd name="T2" fmla="*/ 54 w 5"/>
                  <a:gd name="T3" fmla="*/ 1597 h 261"/>
                  <a:gd name="T4" fmla="*/ 108 w 5"/>
                  <a:gd name="T5" fmla="*/ 2999 h 261"/>
                  <a:gd name="T6" fmla="*/ 54 w 5"/>
                  <a:gd name="T7" fmla="*/ 4359 h 261"/>
                  <a:gd name="T8" fmla="*/ 81 w 5"/>
                  <a:gd name="T9" fmla="*/ 6119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61">
                    <a:moveTo>
                      <a:pt x="2" y="0"/>
                    </a:moveTo>
                    <a:cubicBezTo>
                      <a:pt x="3" y="18"/>
                      <a:pt x="4" y="51"/>
                      <a:pt x="2" y="68"/>
                    </a:cubicBezTo>
                    <a:cubicBezTo>
                      <a:pt x="0" y="85"/>
                      <a:pt x="3" y="114"/>
                      <a:pt x="4" y="128"/>
                    </a:cubicBezTo>
                    <a:cubicBezTo>
                      <a:pt x="5" y="143"/>
                      <a:pt x="2" y="160"/>
                      <a:pt x="2" y="186"/>
                    </a:cubicBezTo>
                    <a:cubicBezTo>
                      <a:pt x="2" y="212"/>
                      <a:pt x="3" y="248"/>
                      <a:pt x="3" y="261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6" name="Freeform 155">
                <a:extLst>
                  <a:ext uri="{FF2B5EF4-FFF2-40B4-BE49-F238E27FC236}">
                    <a16:creationId xmlns:a16="http://schemas.microsoft.com/office/drawing/2014/main" id="{BD41C92A-2C5F-475A-BC7E-A8F080E75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900"/>
                <a:ext cx="17" cy="521"/>
              </a:xfrm>
              <a:custGeom>
                <a:avLst/>
                <a:gdLst>
                  <a:gd name="T0" fmla="*/ 113 w 6"/>
                  <a:gd name="T1" fmla="*/ 0 h 182"/>
                  <a:gd name="T2" fmla="*/ 74 w 6"/>
                  <a:gd name="T3" fmla="*/ 1337 h 182"/>
                  <a:gd name="T4" fmla="*/ 26 w 6"/>
                  <a:gd name="T5" fmla="*/ 2631 h 182"/>
                  <a:gd name="T6" fmla="*/ 136 w 6"/>
                  <a:gd name="T7" fmla="*/ 4268 h 1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82">
                    <a:moveTo>
                      <a:pt x="5" y="0"/>
                    </a:moveTo>
                    <a:cubicBezTo>
                      <a:pt x="5" y="9"/>
                      <a:pt x="3" y="38"/>
                      <a:pt x="3" y="57"/>
                    </a:cubicBezTo>
                    <a:cubicBezTo>
                      <a:pt x="3" y="77"/>
                      <a:pt x="2" y="94"/>
                      <a:pt x="1" y="112"/>
                    </a:cubicBezTo>
                    <a:cubicBezTo>
                      <a:pt x="0" y="129"/>
                      <a:pt x="6" y="171"/>
                      <a:pt x="6" y="18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7" name="Freeform 156">
                <a:extLst>
                  <a:ext uri="{FF2B5EF4-FFF2-40B4-BE49-F238E27FC236}">
                    <a16:creationId xmlns:a16="http://schemas.microsoft.com/office/drawing/2014/main" id="{475EBB27-C400-4182-AAAF-7E0DAAA19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992"/>
                <a:ext cx="46" cy="89"/>
              </a:xfrm>
              <a:custGeom>
                <a:avLst/>
                <a:gdLst>
                  <a:gd name="T0" fmla="*/ 0 w 16"/>
                  <a:gd name="T1" fmla="*/ 0 h 31"/>
                  <a:gd name="T2" fmla="*/ 239 w 16"/>
                  <a:gd name="T3" fmla="*/ 264 h 31"/>
                  <a:gd name="T4" fmla="*/ 380 w 16"/>
                  <a:gd name="T5" fmla="*/ 73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0" y="0"/>
                    </a:moveTo>
                    <a:cubicBezTo>
                      <a:pt x="4" y="3"/>
                      <a:pt x="8" y="6"/>
                      <a:pt x="10" y="11"/>
                    </a:cubicBezTo>
                    <a:cubicBezTo>
                      <a:pt x="13" y="17"/>
                      <a:pt x="11" y="27"/>
                      <a:pt x="16" y="31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8" name="Freeform 157">
                <a:extLst>
                  <a:ext uri="{FF2B5EF4-FFF2-40B4-BE49-F238E27FC236}">
                    <a16:creationId xmlns:a16="http://schemas.microsoft.com/office/drawing/2014/main" id="{282FB5F9-C46D-4E09-95B1-2CA018425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141"/>
                <a:ext cx="60" cy="123"/>
              </a:xfrm>
              <a:custGeom>
                <a:avLst/>
                <a:gdLst>
                  <a:gd name="T0" fmla="*/ 0 w 21"/>
                  <a:gd name="T1" fmla="*/ 0 h 43"/>
                  <a:gd name="T2" fmla="*/ 351 w 21"/>
                  <a:gd name="T3" fmla="*/ 352 h 43"/>
                  <a:gd name="T4" fmla="*/ 417 w 21"/>
                  <a:gd name="T5" fmla="*/ 1007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3">
                    <a:moveTo>
                      <a:pt x="0" y="0"/>
                    </a:moveTo>
                    <a:cubicBezTo>
                      <a:pt x="6" y="4"/>
                      <a:pt x="12" y="9"/>
                      <a:pt x="15" y="15"/>
                    </a:cubicBezTo>
                    <a:cubicBezTo>
                      <a:pt x="21" y="25"/>
                      <a:pt x="18" y="33"/>
                      <a:pt x="18" y="4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9" name="Freeform 158">
                <a:extLst>
                  <a:ext uri="{FF2B5EF4-FFF2-40B4-BE49-F238E27FC236}">
                    <a16:creationId xmlns:a16="http://schemas.microsoft.com/office/drawing/2014/main" id="{A911779E-5E2A-4053-AE2E-B2231BC4D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201"/>
                <a:ext cx="86" cy="29"/>
              </a:xfrm>
              <a:custGeom>
                <a:avLst/>
                <a:gdLst>
                  <a:gd name="T0" fmla="*/ 0 w 30"/>
                  <a:gd name="T1" fmla="*/ 0 h 10"/>
                  <a:gd name="T2" fmla="*/ 708 w 30"/>
                  <a:gd name="T3" fmla="*/ 24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0">
                    <a:moveTo>
                      <a:pt x="0" y="0"/>
                    </a:moveTo>
                    <a:cubicBezTo>
                      <a:pt x="10" y="0"/>
                      <a:pt x="22" y="2"/>
                      <a:pt x="30" y="1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0" name="Freeform 159">
                <a:extLst>
                  <a:ext uri="{FF2B5EF4-FFF2-40B4-BE49-F238E27FC236}">
                    <a16:creationId xmlns:a16="http://schemas.microsoft.com/office/drawing/2014/main" id="{0459CBEC-8EFB-44D4-8FEF-C4BB1D230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367"/>
                <a:ext cx="86" cy="54"/>
              </a:xfrm>
              <a:custGeom>
                <a:avLst/>
                <a:gdLst>
                  <a:gd name="T0" fmla="*/ 0 w 30"/>
                  <a:gd name="T1" fmla="*/ 387 h 19"/>
                  <a:gd name="T2" fmla="*/ 708 w 30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9">
                    <a:moveTo>
                      <a:pt x="0" y="17"/>
                    </a:moveTo>
                    <a:cubicBezTo>
                      <a:pt x="14" y="19"/>
                      <a:pt x="19" y="4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1" name="Freeform 160">
                <a:extLst>
                  <a:ext uri="{FF2B5EF4-FFF2-40B4-BE49-F238E27FC236}">
                    <a16:creationId xmlns:a16="http://schemas.microsoft.com/office/drawing/2014/main" id="{AEEFCEBD-E0E2-42AB-A622-2F0791C18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106"/>
                <a:ext cx="34" cy="46"/>
              </a:xfrm>
              <a:custGeom>
                <a:avLst/>
                <a:gdLst>
                  <a:gd name="T0" fmla="*/ 0 w 12"/>
                  <a:gd name="T1" fmla="*/ 380 h 16"/>
                  <a:gd name="T2" fmla="*/ 272 w 12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0" y="16"/>
                    </a:moveTo>
                    <a:cubicBezTo>
                      <a:pt x="0" y="8"/>
                      <a:pt x="6" y="4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2" name="Freeform 161">
                <a:extLst>
                  <a:ext uri="{FF2B5EF4-FFF2-40B4-BE49-F238E27FC236}">
                    <a16:creationId xmlns:a16="http://schemas.microsoft.com/office/drawing/2014/main" id="{76B93150-38F1-4189-8570-35A077191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401"/>
                <a:ext cx="14" cy="77"/>
              </a:xfrm>
              <a:custGeom>
                <a:avLst/>
                <a:gdLst>
                  <a:gd name="T0" fmla="*/ 109 w 5"/>
                  <a:gd name="T1" fmla="*/ 0 h 27"/>
                  <a:gd name="T2" fmla="*/ 109 w 5"/>
                  <a:gd name="T3" fmla="*/ 62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5" y="0"/>
                    </a:moveTo>
                    <a:cubicBezTo>
                      <a:pt x="3" y="10"/>
                      <a:pt x="0" y="21"/>
                      <a:pt x="5" y="27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3" name="Freeform 162">
                <a:extLst>
                  <a:ext uri="{FF2B5EF4-FFF2-40B4-BE49-F238E27FC236}">
                    <a16:creationId xmlns:a16="http://schemas.microsoft.com/office/drawing/2014/main" id="{9323B16B-7E2E-49F1-98A9-3DABBDEA9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800"/>
                <a:ext cx="129" cy="160"/>
              </a:xfrm>
              <a:custGeom>
                <a:avLst/>
                <a:gdLst>
                  <a:gd name="T0" fmla="*/ 1061 w 45"/>
                  <a:gd name="T1" fmla="*/ 0 h 56"/>
                  <a:gd name="T2" fmla="*/ 0 w 45"/>
                  <a:gd name="T3" fmla="*/ 1306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56">
                    <a:moveTo>
                      <a:pt x="45" y="0"/>
                    </a:moveTo>
                    <a:cubicBezTo>
                      <a:pt x="41" y="17"/>
                      <a:pt x="21" y="32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4" name="Freeform 163">
                <a:extLst>
                  <a:ext uri="{FF2B5EF4-FFF2-40B4-BE49-F238E27FC236}">
                    <a16:creationId xmlns:a16="http://schemas.microsoft.com/office/drawing/2014/main" id="{510DE2DA-1E57-4445-81A5-5504DCF2C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919"/>
                <a:ext cx="52" cy="355"/>
              </a:xfrm>
              <a:custGeom>
                <a:avLst/>
                <a:gdLst>
                  <a:gd name="T0" fmla="*/ 433 w 18"/>
                  <a:gd name="T1" fmla="*/ 0 h 124"/>
                  <a:gd name="T2" fmla="*/ 410 w 18"/>
                  <a:gd name="T3" fmla="*/ 2909 h 1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4">
                    <a:moveTo>
                      <a:pt x="18" y="0"/>
                    </a:moveTo>
                    <a:cubicBezTo>
                      <a:pt x="6" y="28"/>
                      <a:pt x="0" y="85"/>
                      <a:pt x="17" y="124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5" name="Freeform 164">
                <a:extLst>
                  <a:ext uri="{FF2B5EF4-FFF2-40B4-BE49-F238E27FC236}">
                    <a16:creationId xmlns:a16="http://schemas.microsoft.com/office/drawing/2014/main" id="{5A5A430B-05DC-4D46-9CDC-E1552A7BA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058"/>
                <a:ext cx="214" cy="231"/>
              </a:xfrm>
              <a:custGeom>
                <a:avLst/>
                <a:gdLst>
                  <a:gd name="T0" fmla="*/ 0 w 75"/>
                  <a:gd name="T1" fmla="*/ 1879 h 81"/>
                  <a:gd name="T2" fmla="*/ 1743 w 75"/>
                  <a:gd name="T3" fmla="*/ 211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81">
                    <a:moveTo>
                      <a:pt x="0" y="81"/>
                    </a:moveTo>
                    <a:cubicBezTo>
                      <a:pt x="4" y="59"/>
                      <a:pt x="47" y="0"/>
                      <a:pt x="75" y="9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6" name="Freeform 165">
                <a:extLst>
                  <a:ext uri="{FF2B5EF4-FFF2-40B4-BE49-F238E27FC236}">
                    <a16:creationId xmlns:a16="http://schemas.microsoft.com/office/drawing/2014/main" id="{C17F874F-10C8-41DD-AEA7-48CE4EFA9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3221"/>
                <a:ext cx="164" cy="51"/>
              </a:xfrm>
              <a:custGeom>
                <a:avLst/>
                <a:gdLst>
                  <a:gd name="T0" fmla="*/ 0 w 57"/>
                  <a:gd name="T1" fmla="*/ 0 h 18"/>
                  <a:gd name="T2" fmla="*/ 1358 w 57"/>
                  <a:gd name="T3" fmla="*/ 27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8">
                    <a:moveTo>
                      <a:pt x="0" y="0"/>
                    </a:moveTo>
                    <a:cubicBezTo>
                      <a:pt x="21" y="18"/>
                      <a:pt x="43" y="13"/>
                      <a:pt x="57" y="12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7" name="Freeform 166">
                <a:extLst>
                  <a:ext uri="{FF2B5EF4-FFF2-40B4-BE49-F238E27FC236}">
                    <a16:creationId xmlns:a16="http://schemas.microsoft.com/office/drawing/2014/main" id="{44206C30-E21D-4EFE-8643-5F0D35D65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550"/>
                <a:ext cx="43" cy="109"/>
              </a:xfrm>
              <a:custGeom>
                <a:avLst/>
                <a:gdLst>
                  <a:gd name="T0" fmla="*/ 215 w 15"/>
                  <a:gd name="T1" fmla="*/ 0 h 38"/>
                  <a:gd name="T2" fmla="*/ 353 w 15"/>
                  <a:gd name="T3" fmla="*/ 898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8">
                    <a:moveTo>
                      <a:pt x="9" y="0"/>
                    </a:moveTo>
                    <a:cubicBezTo>
                      <a:pt x="0" y="8"/>
                      <a:pt x="3" y="29"/>
                      <a:pt x="15" y="38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8" name="Freeform 167">
                <a:extLst>
                  <a:ext uri="{FF2B5EF4-FFF2-40B4-BE49-F238E27FC236}">
                    <a16:creationId xmlns:a16="http://schemas.microsoft.com/office/drawing/2014/main" id="{1C128D73-D85A-4625-BA11-B6579629F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239"/>
                <a:ext cx="72" cy="175"/>
              </a:xfrm>
              <a:custGeom>
                <a:avLst/>
                <a:gdLst>
                  <a:gd name="T0" fmla="*/ 596 w 25"/>
                  <a:gd name="T1" fmla="*/ 0 h 61"/>
                  <a:gd name="T2" fmla="*/ 0 w 25"/>
                  <a:gd name="T3" fmla="*/ 144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1">
                    <a:moveTo>
                      <a:pt x="25" y="0"/>
                    </a:moveTo>
                    <a:cubicBezTo>
                      <a:pt x="16" y="12"/>
                      <a:pt x="3" y="17"/>
                      <a:pt x="0" y="61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9" name="Freeform 168">
                <a:extLst>
                  <a:ext uri="{FF2B5EF4-FFF2-40B4-BE49-F238E27FC236}">
                    <a16:creationId xmlns:a16="http://schemas.microsoft.com/office/drawing/2014/main" id="{6EC31358-24B9-466B-8AF4-4D16E3A35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531"/>
                <a:ext cx="52" cy="186"/>
              </a:xfrm>
              <a:custGeom>
                <a:avLst/>
                <a:gdLst>
                  <a:gd name="T0" fmla="*/ 433 w 18"/>
                  <a:gd name="T1" fmla="*/ 0 h 65"/>
                  <a:gd name="T2" fmla="*/ 0 w 18"/>
                  <a:gd name="T3" fmla="*/ 1522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5">
                    <a:moveTo>
                      <a:pt x="18" y="0"/>
                    </a:moveTo>
                    <a:cubicBezTo>
                      <a:pt x="16" y="28"/>
                      <a:pt x="13" y="53"/>
                      <a:pt x="0" y="65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0" name="Freeform 169">
                <a:extLst>
                  <a:ext uri="{FF2B5EF4-FFF2-40B4-BE49-F238E27FC236}">
                    <a16:creationId xmlns:a16="http://schemas.microsoft.com/office/drawing/2014/main" id="{D2C6E412-A758-4ABF-89B2-A2309F1FA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422"/>
                <a:ext cx="60" cy="40"/>
              </a:xfrm>
              <a:custGeom>
                <a:avLst/>
                <a:gdLst>
                  <a:gd name="T0" fmla="*/ 0 w 21"/>
                  <a:gd name="T1" fmla="*/ 326 h 14"/>
                  <a:gd name="T2" fmla="*/ 489 w 21"/>
                  <a:gd name="T3" fmla="*/ 4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4">
                    <a:moveTo>
                      <a:pt x="0" y="14"/>
                    </a:moveTo>
                    <a:cubicBezTo>
                      <a:pt x="9" y="4"/>
                      <a:pt x="13" y="0"/>
                      <a:pt x="21" y="2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1" name="Freeform 170">
                <a:extLst>
                  <a:ext uri="{FF2B5EF4-FFF2-40B4-BE49-F238E27FC236}">
                    <a16:creationId xmlns:a16="http://schemas.microsoft.com/office/drawing/2014/main" id="{0F8CFB10-944D-49C1-B505-7977C8E64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3392"/>
                <a:ext cx="34" cy="52"/>
              </a:xfrm>
              <a:custGeom>
                <a:avLst/>
                <a:gdLst>
                  <a:gd name="T0" fmla="*/ 272 w 12"/>
                  <a:gd name="T1" fmla="*/ 0 h 18"/>
                  <a:gd name="T2" fmla="*/ 0 w 12"/>
                  <a:gd name="T3" fmla="*/ 43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6" y="6"/>
                      <a:pt x="4" y="1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2" name="Freeform 171">
                <a:extLst>
                  <a:ext uri="{FF2B5EF4-FFF2-40B4-BE49-F238E27FC236}">
                    <a16:creationId xmlns:a16="http://schemas.microsoft.com/office/drawing/2014/main" id="{F0C99385-224D-4949-AFEA-6D20BFF5D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078"/>
                <a:ext cx="80" cy="31"/>
              </a:xfrm>
              <a:custGeom>
                <a:avLst/>
                <a:gdLst>
                  <a:gd name="T0" fmla="*/ 0 w 28"/>
                  <a:gd name="T1" fmla="*/ 245 h 11"/>
                  <a:gd name="T2" fmla="*/ 654 w 28"/>
                  <a:gd name="T3" fmla="*/ 4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1">
                    <a:moveTo>
                      <a:pt x="0" y="11"/>
                    </a:moveTo>
                    <a:cubicBezTo>
                      <a:pt x="18" y="0"/>
                      <a:pt x="28" y="2"/>
                      <a:pt x="28" y="2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3" name="Freeform 172">
                <a:extLst>
                  <a:ext uri="{FF2B5EF4-FFF2-40B4-BE49-F238E27FC236}">
                    <a16:creationId xmlns:a16="http://schemas.microsoft.com/office/drawing/2014/main" id="{06946352-2F99-403C-8697-98927EB37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314"/>
                <a:ext cx="77" cy="120"/>
              </a:xfrm>
              <a:custGeom>
                <a:avLst/>
                <a:gdLst>
                  <a:gd name="T0" fmla="*/ 627 w 27"/>
                  <a:gd name="T1" fmla="*/ 0 h 42"/>
                  <a:gd name="T2" fmla="*/ 0 w 27"/>
                  <a:gd name="T3" fmla="*/ 98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2">
                    <a:moveTo>
                      <a:pt x="27" y="0"/>
                    </a:moveTo>
                    <a:cubicBezTo>
                      <a:pt x="16" y="11"/>
                      <a:pt x="3" y="13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4" name="Freeform 173">
                <a:extLst>
                  <a:ext uri="{FF2B5EF4-FFF2-40B4-BE49-F238E27FC236}">
                    <a16:creationId xmlns:a16="http://schemas.microsoft.com/office/drawing/2014/main" id="{EE3FDAB1-D8DE-432B-BF7C-1C89B15D5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282"/>
                <a:ext cx="35" cy="132"/>
              </a:xfrm>
              <a:custGeom>
                <a:avLst/>
                <a:gdLst>
                  <a:gd name="T0" fmla="*/ 0 w 12"/>
                  <a:gd name="T1" fmla="*/ 0 h 46"/>
                  <a:gd name="T2" fmla="*/ 271 w 12"/>
                  <a:gd name="T3" fmla="*/ 1088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6">
                    <a:moveTo>
                      <a:pt x="0" y="0"/>
                    </a:moveTo>
                    <a:cubicBezTo>
                      <a:pt x="11" y="3"/>
                      <a:pt x="12" y="17"/>
                      <a:pt x="11" y="4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5" name="Freeform 174">
                <a:extLst>
                  <a:ext uri="{FF2B5EF4-FFF2-40B4-BE49-F238E27FC236}">
                    <a16:creationId xmlns:a16="http://schemas.microsoft.com/office/drawing/2014/main" id="{2D1A7787-ECAF-49AB-99FE-963787D7B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930"/>
                <a:ext cx="37" cy="32"/>
              </a:xfrm>
              <a:custGeom>
                <a:avLst/>
                <a:gdLst>
                  <a:gd name="T0" fmla="*/ 114 w 13"/>
                  <a:gd name="T1" fmla="*/ 26 h 11"/>
                  <a:gd name="T2" fmla="*/ 299 w 13"/>
                  <a:gd name="T3" fmla="*/ 49 h 11"/>
                  <a:gd name="T4" fmla="*/ 0 w 13"/>
                  <a:gd name="T5" fmla="*/ 19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5" y="1"/>
                    </a:moveTo>
                    <a:cubicBezTo>
                      <a:pt x="8" y="0"/>
                      <a:pt x="11" y="0"/>
                      <a:pt x="13" y="2"/>
                    </a:cubicBezTo>
                    <a:cubicBezTo>
                      <a:pt x="12" y="8"/>
                      <a:pt x="6" y="11"/>
                      <a:pt x="0" y="8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6" name="Freeform 175">
                <a:extLst>
                  <a:ext uri="{FF2B5EF4-FFF2-40B4-BE49-F238E27FC236}">
                    <a16:creationId xmlns:a16="http://schemas.microsoft.com/office/drawing/2014/main" id="{20F53DC8-0C29-4D91-8A45-B98943616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1882"/>
                <a:ext cx="37" cy="31"/>
              </a:xfrm>
              <a:custGeom>
                <a:avLst/>
                <a:gdLst>
                  <a:gd name="T0" fmla="*/ 0 w 13"/>
                  <a:gd name="T1" fmla="*/ 245 h 11"/>
                  <a:gd name="T2" fmla="*/ 299 w 1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0" y="11"/>
                    </a:moveTo>
                    <a:cubicBezTo>
                      <a:pt x="5" y="8"/>
                      <a:pt x="9" y="4"/>
                      <a:pt x="13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7" name="Freeform 176">
                <a:extLst>
                  <a:ext uri="{FF2B5EF4-FFF2-40B4-BE49-F238E27FC236}">
                    <a16:creationId xmlns:a16="http://schemas.microsoft.com/office/drawing/2014/main" id="{04A099CD-4E16-4CF2-93C1-CDE419746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873"/>
                <a:ext cx="34" cy="6"/>
              </a:xfrm>
              <a:custGeom>
                <a:avLst/>
                <a:gdLst>
                  <a:gd name="T0" fmla="*/ 0 w 12"/>
                  <a:gd name="T1" fmla="*/ 0 h 2"/>
                  <a:gd name="T2" fmla="*/ 272 w 12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1"/>
                      <a:pt x="8" y="2"/>
                      <a:pt x="12" y="1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8" name="Freeform 177">
                <a:extLst>
                  <a:ext uri="{FF2B5EF4-FFF2-40B4-BE49-F238E27FC236}">
                    <a16:creationId xmlns:a16="http://schemas.microsoft.com/office/drawing/2014/main" id="{4AD09613-C21E-4572-A888-EA6C24413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1593"/>
                <a:ext cx="75" cy="57"/>
              </a:xfrm>
              <a:custGeom>
                <a:avLst/>
                <a:gdLst>
                  <a:gd name="T0" fmla="*/ 0 w 26"/>
                  <a:gd name="T1" fmla="*/ 351 h 20"/>
                  <a:gd name="T2" fmla="*/ 101 w 26"/>
                  <a:gd name="T3" fmla="*/ 0 h 20"/>
                  <a:gd name="T4" fmla="*/ 317 w 26"/>
                  <a:gd name="T5" fmla="*/ 325 h 20"/>
                  <a:gd name="T6" fmla="*/ 548 w 26"/>
                  <a:gd name="T7" fmla="*/ 0 h 20"/>
                  <a:gd name="T8" fmla="*/ 548 w 26"/>
                  <a:gd name="T9" fmla="*/ 46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0">
                    <a:moveTo>
                      <a:pt x="0" y="15"/>
                    </a:moveTo>
                    <a:cubicBezTo>
                      <a:pt x="2" y="10"/>
                      <a:pt x="1" y="5"/>
                      <a:pt x="4" y="0"/>
                    </a:cubicBezTo>
                    <a:cubicBezTo>
                      <a:pt x="8" y="4"/>
                      <a:pt x="11" y="9"/>
                      <a:pt x="13" y="14"/>
                    </a:cubicBezTo>
                    <a:cubicBezTo>
                      <a:pt x="19" y="10"/>
                      <a:pt x="15" y="2"/>
                      <a:pt x="23" y="0"/>
                    </a:cubicBezTo>
                    <a:cubicBezTo>
                      <a:pt x="26" y="6"/>
                      <a:pt x="24" y="13"/>
                      <a:pt x="23" y="2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9" name="Freeform 178">
                <a:extLst>
                  <a:ext uri="{FF2B5EF4-FFF2-40B4-BE49-F238E27FC236}">
                    <a16:creationId xmlns:a16="http://schemas.microsoft.com/office/drawing/2014/main" id="{BC027A68-6DE8-4D5C-A97B-809B317E4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524"/>
                <a:ext cx="71" cy="63"/>
              </a:xfrm>
              <a:custGeom>
                <a:avLst/>
                <a:gdLst>
                  <a:gd name="T0" fmla="*/ 574 w 25"/>
                  <a:gd name="T1" fmla="*/ 278 h 22"/>
                  <a:gd name="T2" fmla="*/ 574 w 25"/>
                  <a:gd name="T3" fmla="*/ 51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2">
                    <a:moveTo>
                      <a:pt x="25" y="12"/>
                    </a:moveTo>
                    <a:cubicBezTo>
                      <a:pt x="15" y="0"/>
                      <a:pt x="0" y="20"/>
                      <a:pt x="25" y="22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0" name="Freeform 179">
                <a:extLst>
                  <a:ext uri="{FF2B5EF4-FFF2-40B4-BE49-F238E27FC236}">
                    <a16:creationId xmlns:a16="http://schemas.microsoft.com/office/drawing/2014/main" id="{75E173D6-F117-4C78-9B08-127D9DC2B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886"/>
                <a:ext cx="100" cy="74"/>
              </a:xfrm>
              <a:custGeom>
                <a:avLst/>
                <a:gdLst>
                  <a:gd name="T0" fmla="*/ 0 w 35"/>
                  <a:gd name="T1" fmla="*/ 438 h 26"/>
                  <a:gd name="T2" fmla="*/ 237 w 35"/>
                  <a:gd name="T3" fmla="*/ 552 h 26"/>
                  <a:gd name="T4" fmla="*/ 163 w 35"/>
                  <a:gd name="T5" fmla="*/ 250 h 26"/>
                  <a:gd name="T6" fmla="*/ 440 w 35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6">
                    <a:moveTo>
                      <a:pt x="0" y="19"/>
                    </a:moveTo>
                    <a:cubicBezTo>
                      <a:pt x="3" y="24"/>
                      <a:pt x="5" y="26"/>
                      <a:pt x="10" y="24"/>
                    </a:cubicBezTo>
                    <a:cubicBezTo>
                      <a:pt x="11" y="20"/>
                      <a:pt x="10" y="15"/>
                      <a:pt x="7" y="11"/>
                    </a:cubicBezTo>
                    <a:cubicBezTo>
                      <a:pt x="20" y="25"/>
                      <a:pt x="35" y="14"/>
                      <a:pt x="19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1" name="Freeform 180">
                <a:extLst>
                  <a:ext uri="{FF2B5EF4-FFF2-40B4-BE49-F238E27FC236}">
                    <a16:creationId xmlns:a16="http://schemas.microsoft.com/office/drawing/2014/main" id="{19A99B63-8788-49B6-ABB5-76B59D49C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880"/>
                <a:ext cx="26" cy="6"/>
              </a:xfrm>
              <a:custGeom>
                <a:avLst/>
                <a:gdLst>
                  <a:gd name="T0" fmla="*/ 0 w 9"/>
                  <a:gd name="T1" fmla="*/ 54 h 2"/>
                  <a:gd name="T2" fmla="*/ 217 w 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1"/>
                      <a:pt x="6" y="0"/>
                      <a:pt x="9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2" name="Freeform 181">
                <a:extLst>
                  <a:ext uri="{FF2B5EF4-FFF2-40B4-BE49-F238E27FC236}">
                    <a16:creationId xmlns:a16="http://schemas.microsoft.com/office/drawing/2014/main" id="{DCB61495-ACED-486B-8A21-A32A4E5DD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3215"/>
                <a:ext cx="80" cy="74"/>
              </a:xfrm>
              <a:custGeom>
                <a:avLst/>
                <a:gdLst>
                  <a:gd name="T0" fmla="*/ 0 w 28"/>
                  <a:gd name="T1" fmla="*/ 211 h 26"/>
                  <a:gd name="T2" fmla="*/ 277 w 28"/>
                  <a:gd name="T3" fmla="*/ 0 h 26"/>
                  <a:gd name="T4" fmla="*/ 189 w 28"/>
                  <a:gd name="T5" fmla="*/ 413 h 26"/>
                  <a:gd name="T6" fmla="*/ 580 w 28"/>
                  <a:gd name="T7" fmla="*/ 162 h 26"/>
                  <a:gd name="T8" fmla="*/ 466 w 28"/>
                  <a:gd name="T9" fmla="*/ 60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0" y="9"/>
                    </a:moveTo>
                    <a:cubicBezTo>
                      <a:pt x="3" y="5"/>
                      <a:pt x="7" y="2"/>
                      <a:pt x="12" y="0"/>
                    </a:cubicBezTo>
                    <a:cubicBezTo>
                      <a:pt x="13" y="6"/>
                      <a:pt x="8" y="12"/>
                      <a:pt x="8" y="18"/>
                    </a:cubicBezTo>
                    <a:cubicBezTo>
                      <a:pt x="15" y="17"/>
                      <a:pt x="19" y="10"/>
                      <a:pt x="25" y="7"/>
                    </a:cubicBezTo>
                    <a:cubicBezTo>
                      <a:pt x="28" y="12"/>
                      <a:pt x="22" y="20"/>
                      <a:pt x="20" y="26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3" name="Freeform 182">
                <a:extLst>
                  <a:ext uri="{FF2B5EF4-FFF2-40B4-BE49-F238E27FC236}">
                    <a16:creationId xmlns:a16="http://schemas.microsoft.com/office/drawing/2014/main" id="{8638A640-3505-4F52-B4E4-85C643359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281"/>
                <a:ext cx="26" cy="11"/>
              </a:xfrm>
              <a:custGeom>
                <a:avLst/>
                <a:gdLst>
                  <a:gd name="T0" fmla="*/ 0 w 9"/>
                  <a:gd name="T1" fmla="*/ 0 h 4"/>
                  <a:gd name="T2" fmla="*/ 217 w 9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3" y="0"/>
                      <a:pt x="6" y="1"/>
                      <a:pt x="9" y="4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4" name="Freeform 183">
                <a:extLst>
                  <a:ext uri="{FF2B5EF4-FFF2-40B4-BE49-F238E27FC236}">
                    <a16:creationId xmlns:a16="http://schemas.microsoft.com/office/drawing/2014/main" id="{08CBD26A-E138-4DC3-9447-B423551D7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261"/>
                <a:ext cx="40" cy="31"/>
              </a:xfrm>
              <a:custGeom>
                <a:avLst/>
                <a:gdLst>
                  <a:gd name="T0" fmla="*/ 0 w 14"/>
                  <a:gd name="T1" fmla="*/ 65 h 11"/>
                  <a:gd name="T2" fmla="*/ 326 w 14"/>
                  <a:gd name="T3" fmla="*/ 110 h 11"/>
                  <a:gd name="T4" fmla="*/ 74 w 1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0" y="3"/>
                    </a:moveTo>
                    <a:cubicBezTo>
                      <a:pt x="3" y="10"/>
                      <a:pt x="11" y="11"/>
                      <a:pt x="14" y="5"/>
                    </a:cubicBezTo>
                    <a:cubicBezTo>
                      <a:pt x="11" y="3"/>
                      <a:pt x="7" y="0"/>
                      <a:pt x="3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5" name="Freeform 184">
                <a:extLst>
                  <a:ext uri="{FF2B5EF4-FFF2-40B4-BE49-F238E27FC236}">
                    <a16:creationId xmlns:a16="http://schemas.microsoft.com/office/drawing/2014/main" id="{E5F97AAE-DC31-469B-8FC6-0F6D8CD3F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3069"/>
                <a:ext cx="26" cy="49"/>
              </a:xfrm>
              <a:custGeom>
                <a:avLst/>
                <a:gdLst>
                  <a:gd name="T0" fmla="*/ 217 w 9"/>
                  <a:gd name="T1" fmla="*/ 0 h 17"/>
                  <a:gd name="T2" fmla="*/ 0 w 9"/>
                  <a:gd name="T3" fmla="*/ 40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7">
                    <a:moveTo>
                      <a:pt x="9" y="0"/>
                    </a:moveTo>
                    <a:cubicBezTo>
                      <a:pt x="4" y="4"/>
                      <a:pt x="0" y="10"/>
                      <a:pt x="0" y="17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6" name="Freeform 185">
                <a:extLst>
                  <a:ext uri="{FF2B5EF4-FFF2-40B4-BE49-F238E27FC236}">
                    <a16:creationId xmlns:a16="http://schemas.microsoft.com/office/drawing/2014/main" id="{0794EF54-3384-4E2D-A490-186215C1B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3003"/>
                <a:ext cx="32" cy="26"/>
              </a:xfrm>
              <a:custGeom>
                <a:avLst/>
                <a:gdLst>
                  <a:gd name="T0" fmla="*/ 271 w 11"/>
                  <a:gd name="T1" fmla="*/ 217 h 9"/>
                  <a:gd name="T2" fmla="*/ 0 w 11"/>
                  <a:gd name="T3" fmla="*/ 142 h 9"/>
                  <a:gd name="T4" fmla="*/ 244 w 11"/>
                  <a:gd name="T5" fmla="*/ 7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cubicBezTo>
                      <a:pt x="7" y="9"/>
                      <a:pt x="3" y="8"/>
                      <a:pt x="0" y="6"/>
                    </a:cubicBezTo>
                    <a:cubicBezTo>
                      <a:pt x="1" y="1"/>
                      <a:pt x="5" y="0"/>
                      <a:pt x="10" y="3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7" name="Freeform 186">
                <a:extLst>
                  <a:ext uri="{FF2B5EF4-FFF2-40B4-BE49-F238E27FC236}">
                    <a16:creationId xmlns:a16="http://schemas.microsoft.com/office/drawing/2014/main" id="{31411398-B8C7-41BF-A8D5-C806326A4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683"/>
                <a:ext cx="28" cy="28"/>
              </a:xfrm>
              <a:custGeom>
                <a:avLst/>
                <a:gdLst>
                  <a:gd name="T0" fmla="*/ 174 w 10"/>
                  <a:gd name="T1" fmla="*/ 218 h 10"/>
                  <a:gd name="T2" fmla="*/ 48 w 10"/>
                  <a:gd name="T3" fmla="*/ 0 h 10"/>
                  <a:gd name="T4" fmla="*/ 218 w 10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8" y="10"/>
                    </a:moveTo>
                    <a:cubicBezTo>
                      <a:pt x="2" y="9"/>
                      <a:pt x="0" y="5"/>
                      <a:pt x="2" y="0"/>
                    </a:cubicBezTo>
                    <a:cubicBezTo>
                      <a:pt x="5" y="0"/>
                      <a:pt x="7" y="1"/>
                      <a:pt x="10" y="2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8" name="Freeform 187">
                <a:extLst>
                  <a:ext uri="{FF2B5EF4-FFF2-40B4-BE49-F238E27FC236}">
                    <a16:creationId xmlns:a16="http://schemas.microsoft.com/office/drawing/2014/main" id="{ED2F196F-211D-483A-A4BB-39B79C3F6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228"/>
                <a:ext cx="34" cy="43"/>
              </a:xfrm>
              <a:custGeom>
                <a:avLst/>
                <a:gdLst>
                  <a:gd name="T0" fmla="*/ 136 w 12"/>
                  <a:gd name="T1" fmla="*/ 0 h 15"/>
                  <a:gd name="T2" fmla="*/ 272 w 12"/>
                  <a:gd name="T3" fmla="*/ 278 h 15"/>
                  <a:gd name="T4" fmla="*/ 0 w 12"/>
                  <a:gd name="T5" fmla="*/ 27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6" y="0"/>
                    </a:moveTo>
                    <a:cubicBezTo>
                      <a:pt x="7" y="4"/>
                      <a:pt x="9" y="8"/>
                      <a:pt x="12" y="12"/>
                    </a:cubicBezTo>
                    <a:cubicBezTo>
                      <a:pt x="8" y="15"/>
                      <a:pt x="4" y="15"/>
                      <a:pt x="0" y="12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9" name="Freeform 188">
                <a:extLst>
                  <a:ext uri="{FF2B5EF4-FFF2-40B4-BE49-F238E27FC236}">
                    <a16:creationId xmlns:a16="http://schemas.microsoft.com/office/drawing/2014/main" id="{CF6B09AF-0628-41B5-94C3-7BEF0D07E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305"/>
                <a:ext cx="29" cy="49"/>
              </a:xfrm>
              <a:custGeom>
                <a:avLst/>
                <a:gdLst>
                  <a:gd name="T0" fmla="*/ 218 w 10"/>
                  <a:gd name="T1" fmla="*/ 75 h 17"/>
                  <a:gd name="T2" fmla="*/ 168 w 10"/>
                  <a:gd name="T3" fmla="*/ 49 h 17"/>
                  <a:gd name="T4" fmla="*/ 244 w 10"/>
                  <a:gd name="T5" fmla="*/ 357 h 17"/>
                  <a:gd name="T6" fmla="*/ 0 w 10"/>
                  <a:gd name="T7" fmla="*/ 14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9" y="3"/>
                    </a:moveTo>
                    <a:cubicBezTo>
                      <a:pt x="8" y="0"/>
                      <a:pt x="7" y="0"/>
                      <a:pt x="7" y="2"/>
                    </a:cubicBezTo>
                    <a:cubicBezTo>
                      <a:pt x="9" y="6"/>
                      <a:pt x="10" y="11"/>
                      <a:pt x="10" y="15"/>
                    </a:cubicBezTo>
                    <a:cubicBezTo>
                      <a:pt x="5" y="17"/>
                      <a:pt x="1" y="12"/>
                      <a:pt x="0" y="6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0" name="Freeform 189">
                <a:extLst>
                  <a:ext uri="{FF2B5EF4-FFF2-40B4-BE49-F238E27FC236}">
                    <a16:creationId xmlns:a16="http://schemas.microsoft.com/office/drawing/2014/main" id="{FF92E934-2DD2-4FF8-924B-B771861EB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440"/>
                <a:ext cx="23" cy="25"/>
              </a:xfrm>
              <a:custGeom>
                <a:avLst/>
                <a:gdLst>
                  <a:gd name="T0" fmla="*/ 190 w 8"/>
                  <a:gd name="T1" fmla="*/ 192 h 9"/>
                  <a:gd name="T2" fmla="*/ 0 w 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8" y="9"/>
                    </a:moveTo>
                    <a:cubicBezTo>
                      <a:pt x="4" y="7"/>
                      <a:pt x="1" y="4"/>
                      <a:pt x="0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1" name="Freeform 190">
                <a:extLst>
                  <a:ext uri="{FF2B5EF4-FFF2-40B4-BE49-F238E27FC236}">
                    <a16:creationId xmlns:a16="http://schemas.microsoft.com/office/drawing/2014/main" id="{33DCE1BE-20DE-4A48-9380-551C5ACEB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064"/>
                <a:ext cx="25" cy="34"/>
              </a:xfrm>
              <a:custGeom>
                <a:avLst/>
                <a:gdLst>
                  <a:gd name="T0" fmla="*/ 0 w 9"/>
                  <a:gd name="T1" fmla="*/ 113 h 12"/>
                  <a:gd name="T2" fmla="*/ 192 w 9"/>
                  <a:gd name="T3" fmla="*/ 48 h 12"/>
                  <a:gd name="T4" fmla="*/ 0 w 9"/>
                  <a:gd name="T5" fmla="*/ 27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5"/>
                    </a:moveTo>
                    <a:cubicBezTo>
                      <a:pt x="2" y="3"/>
                      <a:pt x="6" y="0"/>
                      <a:pt x="9" y="2"/>
                    </a:cubicBezTo>
                    <a:cubicBezTo>
                      <a:pt x="9" y="7"/>
                      <a:pt x="4" y="10"/>
                      <a:pt x="0" y="12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2" name="Freeform 191">
                <a:extLst>
                  <a:ext uri="{FF2B5EF4-FFF2-40B4-BE49-F238E27FC236}">
                    <a16:creationId xmlns:a16="http://schemas.microsoft.com/office/drawing/2014/main" id="{FE735090-E77F-4A13-A3F0-F1C5194B2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1049"/>
                <a:ext cx="46" cy="23"/>
              </a:xfrm>
              <a:custGeom>
                <a:avLst/>
                <a:gdLst>
                  <a:gd name="T0" fmla="*/ 141 w 16"/>
                  <a:gd name="T1" fmla="*/ 190 h 8"/>
                  <a:gd name="T2" fmla="*/ 0 w 16"/>
                  <a:gd name="T3" fmla="*/ 7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6" y="8"/>
                    </a:moveTo>
                    <a:cubicBezTo>
                      <a:pt x="16" y="5"/>
                      <a:pt x="6" y="0"/>
                      <a:pt x="0" y="3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3" name="Freeform 192">
                <a:extLst>
                  <a:ext uri="{FF2B5EF4-FFF2-40B4-BE49-F238E27FC236}">
                    <a16:creationId xmlns:a16="http://schemas.microsoft.com/office/drawing/2014/main" id="{A2E7BC17-DDB4-4BEB-B7CC-00D6F3207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138"/>
                <a:ext cx="51" cy="49"/>
              </a:xfrm>
              <a:custGeom>
                <a:avLst/>
                <a:gdLst>
                  <a:gd name="T0" fmla="*/ 320 w 18"/>
                  <a:gd name="T1" fmla="*/ 0 h 17"/>
                  <a:gd name="T2" fmla="*/ 411 w 18"/>
                  <a:gd name="T3" fmla="*/ 7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7">
                    <a:moveTo>
                      <a:pt x="14" y="0"/>
                    </a:moveTo>
                    <a:cubicBezTo>
                      <a:pt x="0" y="1"/>
                      <a:pt x="14" y="17"/>
                      <a:pt x="18" y="3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4" name="Freeform 193">
                <a:extLst>
                  <a:ext uri="{FF2B5EF4-FFF2-40B4-BE49-F238E27FC236}">
                    <a16:creationId xmlns:a16="http://schemas.microsoft.com/office/drawing/2014/main" id="{13113071-F6C7-48C7-9F74-5E00722F2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241"/>
                <a:ext cx="28" cy="20"/>
              </a:xfrm>
              <a:custGeom>
                <a:avLst/>
                <a:gdLst>
                  <a:gd name="T0" fmla="*/ 0 w 10"/>
                  <a:gd name="T1" fmla="*/ 114 h 7"/>
                  <a:gd name="T2" fmla="*/ 218 w 10"/>
                  <a:gd name="T3" fmla="*/ 89 h 7"/>
                  <a:gd name="T4" fmla="*/ 48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5"/>
                    </a:moveTo>
                    <a:cubicBezTo>
                      <a:pt x="3" y="7"/>
                      <a:pt x="8" y="7"/>
                      <a:pt x="10" y="4"/>
                    </a:cubicBezTo>
                    <a:cubicBezTo>
                      <a:pt x="9" y="1"/>
                      <a:pt x="5" y="0"/>
                      <a:pt x="2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5" name="Freeform 194">
                <a:extLst>
                  <a:ext uri="{FF2B5EF4-FFF2-40B4-BE49-F238E27FC236}">
                    <a16:creationId xmlns:a16="http://schemas.microsoft.com/office/drawing/2014/main" id="{D2BB95C6-F980-40C1-BC7F-5245A541A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204"/>
                <a:ext cx="20" cy="34"/>
              </a:xfrm>
              <a:custGeom>
                <a:avLst/>
                <a:gdLst>
                  <a:gd name="T0" fmla="*/ 0 w 7"/>
                  <a:gd name="T1" fmla="*/ 272 h 12"/>
                  <a:gd name="T2" fmla="*/ 114 w 7"/>
                  <a:gd name="T3" fmla="*/ 0 h 12"/>
                  <a:gd name="T4" fmla="*/ 49 w 7"/>
                  <a:gd name="T5" fmla="*/ 2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4" y="9"/>
                      <a:pt x="7" y="4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6" name="Freeform 195">
                <a:extLst>
                  <a:ext uri="{FF2B5EF4-FFF2-40B4-BE49-F238E27FC236}">
                    <a16:creationId xmlns:a16="http://schemas.microsoft.com/office/drawing/2014/main" id="{F623DAA7-AEFA-4139-8E8A-6B2D08DA0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344"/>
                <a:ext cx="43" cy="37"/>
              </a:xfrm>
              <a:custGeom>
                <a:avLst/>
                <a:gdLst>
                  <a:gd name="T0" fmla="*/ 353 w 15"/>
                  <a:gd name="T1" fmla="*/ 299 h 13"/>
                  <a:gd name="T2" fmla="*/ 264 w 15"/>
                  <a:gd name="T3" fmla="*/ 29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15" y="13"/>
                    </a:moveTo>
                    <a:cubicBezTo>
                      <a:pt x="15" y="0"/>
                      <a:pt x="0" y="8"/>
                      <a:pt x="11" y="13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7" name="Freeform 196">
                <a:extLst>
                  <a:ext uri="{FF2B5EF4-FFF2-40B4-BE49-F238E27FC236}">
                    <a16:creationId xmlns:a16="http://schemas.microsoft.com/office/drawing/2014/main" id="{1E6F46D5-7186-435D-BBE9-3E4DEB7F5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467"/>
                <a:ext cx="32" cy="29"/>
              </a:xfrm>
              <a:custGeom>
                <a:avLst/>
                <a:gdLst>
                  <a:gd name="T0" fmla="*/ 271 w 11"/>
                  <a:gd name="T1" fmla="*/ 142 h 10"/>
                  <a:gd name="T2" fmla="*/ 128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11" y="6"/>
                    </a:moveTo>
                    <a:cubicBezTo>
                      <a:pt x="5" y="10"/>
                      <a:pt x="0" y="6"/>
                      <a:pt x="5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8" name="Freeform 197">
                <a:extLst>
                  <a:ext uri="{FF2B5EF4-FFF2-40B4-BE49-F238E27FC236}">
                    <a16:creationId xmlns:a16="http://schemas.microsoft.com/office/drawing/2014/main" id="{8F1B6F1B-CAAB-42AE-8910-D460D9C8E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433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9" name="Freeform 198">
                <a:extLst>
                  <a:ext uri="{FF2B5EF4-FFF2-40B4-BE49-F238E27FC236}">
                    <a16:creationId xmlns:a16="http://schemas.microsoft.com/office/drawing/2014/main" id="{47A64DFA-A5ED-4871-A3E1-8DE99FC8A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453"/>
                <a:ext cx="20" cy="23"/>
              </a:xfrm>
              <a:custGeom>
                <a:avLst/>
                <a:gdLst>
                  <a:gd name="T0" fmla="*/ 0 w 7"/>
                  <a:gd name="T1" fmla="*/ 190 h 8"/>
                  <a:gd name="T2" fmla="*/ 163 w 7"/>
                  <a:gd name="T3" fmla="*/ 49 h 8"/>
                  <a:gd name="T4" fmla="*/ 26 w 7"/>
                  <a:gd name="T5" fmla="*/ 2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3" y="7"/>
                      <a:pt x="6" y="5"/>
                      <a:pt x="7" y="2"/>
                    </a:cubicBezTo>
                    <a:cubicBezTo>
                      <a:pt x="6" y="1"/>
                      <a:pt x="4" y="0"/>
                      <a:pt x="1" y="1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0" name="Freeform 199">
                <a:extLst>
                  <a:ext uri="{FF2B5EF4-FFF2-40B4-BE49-F238E27FC236}">
                    <a16:creationId xmlns:a16="http://schemas.microsoft.com/office/drawing/2014/main" id="{B9478A7C-61BE-47B5-A624-D47BB1EB5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095"/>
                <a:ext cx="20" cy="32"/>
              </a:xfrm>
              <a:custGeom>
                <a:avLst/>
                <a:gdLst>
                  <a:gd name="T0" fmla="*/ 0 w 7"/>
                  <a:gd name="T1" fmla="*/ 0 h 11"/>
                  <a:gd name="T2" fmla="*/ 163 w 7"/>
                  <a:gd name="T3" fmla="*/ 27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1" y="5"/>
                      <a:pt x="3" y="8"/>
                      <a:pt x="7" y="11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1" name="Freeform 200">
                <a:extLst>
                  <a:ext uri="{FF2B5EF4-FFF2-40B4-BE49-F238E27FC236}">
                    <a16:creationId xmlns:a16="http://schemas.microsoft.com/office/drawing/2014/main" id="{FA885F73-44EC-4A22-A2B7-F607D395B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169"/>
                <a:ext cx="60" cy="35"/>
              </a:xfrm>
              <a:custGeom>
                <a:avLst/>
                <a:gdLst>
                  <a:gd name="T0" fmla="*/ 277 w 21"/>
                  <a:gd name="T1" fmla="*/ 298 h 12"/>
                  <a:gd name="T2" fmla="*/ 189 w 21"/>
                  <a:gd name="T3" fmla="*/ 24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2">
                    <a:moveTo>
                      <a:pt x="12" y="12"/>
                    </a:moveTo>
                    <a:cubicBezTo>
                      <a:pt x="21" y="0"/>
                      <a:pt x="0" y="0"/>
                      <a:pt x="8" y="1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2" name="Freeform 201">
                <a:extLst>
                  <a:ext uri="{FF2B5EF4-FFF2-40B4-BE49-F238E27FC236}">
                    <a16:creationId xmlns:a16="http://schemas.microsoft.com/office/drawing/2014/main" id="{26DBC977-C0BD-4240-9E03-2E9EE5B0F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149"/>
                <a:ext cx="26" cy="20"/>
              </a:xfrm>
              <a:custGeom>
                <a:avLst/>
                <a:gdLst>
                  <a:gd name="T0" fmla="*/ 0 w 9"/>
                  <a:gd name="T1" fmla="*/ 0 h 7"/>
                  <a:gd name="T2" fmla="*/ 217 w 9"/>
                  <a:gd name="T3" fmla="*/ 74 h 7"/>
                  <a:gd name="T4" fmla="*/ 0 w 9"/>
                  <a:gd name="T5" fmla="*/ 1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3" y="1"/>
                      <a:pt x="6" y="1"/>
                      <a:pt x="9" y="3"/>
                    </a:cubicBezTo>
                    <a:cubicBezTo>
                      <a:pt x="8" y="7"/>
                      <a:pt x="3" y="6"/>
                      <a:pt x="0" y="6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3" name="Freeform 202">
                <a:extLst>
                  <a:ext uri="{FF2B5EF4-FFF2-40B4-BE49-F238E27FC236}">
                    <a16:creationId xmlns:a16="http://schemas.microsoft.com/office/drawing/2014/main" id="{2C06DB5E-D4C5-487B-B11F-4FDB547D3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152"/>
                <a:ext cx="28" cy="32"/>
              </a:xfrm>
              <a:custGeom>
                <a:avLst/>
                <a:gdLst>
                  <a:gd name="T0" fmla="*/ 218 w 10"/>
                  <a:gd name="T1" fmla="*/ 169 h 11"/>
                  <a:gd name="T2" fmla="*/ 62 w 10"/>
                  <a:gd name="T3" fmla="*/ 0 h 11"/>
                  <a:gd name="T4" fmla="*/ 157 w 10"/>
                  <a:gd name="T5" fmla="*/ 27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7"/>
                    </a:moveTo>
                    <a:cubicBezTo>
                      <a:pt x="9" y="4"/>
                      <a:pt x="7" y="0"/>
                      <a:pt x="3" y="0"/>
                    </a:cubicBezTo>
                    <a:cubicBezTo>
                      <a:pt x="0" y="3"/>
                      <a:pt x="3" y="8"/>
                      <a:pt x="7" y="11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4" name="Freeform 203">
                <a:extLst>
                  <a:ext uri="{FF2B5EF4-FFF2-40B4-BE49-F238E27FC236}">
                    <a16:creationId xmlns:a16="http://schemas.microsoft.com/office/drawing/2014/main" id="{EE0A796C-2DCE-4A81-87DD-9DA8567E8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118"/>
                <a:ext cx="37" cy="40"/>
              </a:xfrm>
              <a:custGeom>
                <a:avLst/>
                <a:gdLst>
                  <a:gd name="T0" fmla="*/ 250 w 13"/>
                  <a:gd name="T1" fmla="*/ 0 h 14"/>
                  <a:gd name="T2" fmla="*/ 48 w 13"/>
                  <a:gd name="T3" fmla="*/ 140 h 14"/>
                  <a:gd name="T4" fmla="*/ 276 w 13"/>
                  <a:gd name="T5" fmla="*/ 163 h 14"/>
                  <a:gd name="T6" fmla="*/ 0 w 13"/>
                  <a:gd name="T7" fmla="*/ 30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1" y="0"/>
                    </a:moveTo>
                    <a:cubicBezTo>
                      <a:pt x="7" y="0"/>
                      <a:pt x="0" y="0"/>
                      <a:pt x="2" y="6"/>
                    </a:cubicBezTo>
                    <a:cubicBezTo>
                      <a:pt x="5" y="6"/>
                      <a:pt x="9" y="5"/>
                      <a:pt x="12" y="7"/>
                    </a:cubicBezTo>
                    <a:cubicBezTo>
                      <a:pt x="13" y="13"/>
                      <a:pt x="4" y="14"/>
                      <a:pt x="0" y="13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5" name="Freeform 204">
                <a:extLst>
                  <a:ext uri="{FF2B5EF4-FFF2-40B4-BE49-F238E27FC236}">
                    <a16:creationId xmlns:a16="http://schemas.microsoft.com/office/drawing/2014/main" id="{0DA0BD11-2F24-4241-A7DF-FF326A866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1255"/>
                <a:ext cx="11" cy="20"/>
              </a:xfrm>
              <a:custGeom>
                <a:avLst/>
                <a:gdLst>
                  <a:gd name="T0" fmla="*/ 0 w 4"/>
                  <a:gd name="T1" fmla="*/ 0 h 7"/>
                  <a:gd name="T2" fmla="*/ 83 w 4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1" y="2"/>
                      <a:pt x="3" y="4"/>
                      <a:pt x="4" y="7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1446" name="Group 205">
              <a:extLst>
                <a:ext uri="{FF2B5EF4-FFF2-40B4-BE49-F238E27FC236}">
                  <a16:creationId xmlns:a16="http://schemas.microsoft.com/office/drawing/2014/main" id="{81D7F978-516A-478E-BAFC-292202242F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24" y="886"/>
              <a:ext cx="2312" cy="2784"/>
              <a:chOff x="1724" y="886"/>
              <a:chExt cx="2312" cy="2784"/>
            </a:xfrm>
          </p:grpSpPr>
          <p:sp>
            <p:nvSpPr>
              <p:cNvPr id="61546" name="Freeform 206">
                <a:extLst>
                  <a:ext uri="{FF2B5EF4-FFF2-40B4-BE49-F238E27FC236}">
                    <a16:creationId xmlns:a16="http://schemas.microsoft.com/office/drawing/2014/main" id="{9F013830-9C5D-410A-A055-064680982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312"/>
                <a:ext cx="17" cy="23"/>
              </a:xfrm>
              <a:custGeom>
                <a:avLst/>
                <a:gdLst>
                  <a:gd name="T0" fmla="*/ 136 w 6"/>
                  <a:gd name="T1" fmla="*/ 0 h 8"/>
                  <a:gd name="T2" fmla="*/ 0 w 6"/>
                  <a:gd name="T3" fmla="*/ 115 h 8"/>
                  <a:gd name="T4" fmla="*/ 113 w 6"/>
                  <a:gd name="T5" fmla="*/ 19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3" y="0"/>
                      <a:pt x="1" y="2"/>
                      <a:pt x="0" y="5"/>
                    </a:cubicBezTo>
                    <a:cubicBezTo>
                      <a:pt x="1" y="7"/>
                      <a:pt x="3" y="8"/>
                      <a:pt x="5" y="8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47" name="Freeform 207">
                <a:extLst>
                  <a:ext uri="{FF2B5EF4-FFF2-40B4-BE49-F238E27FC236}">
                    <a16:creationId xmlns:a16="http://schemas.microsoft.com/office/drawing/2014/main" id="{D01AB197-9D64-4D60-9CD2-EA7EED248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1390"/>
                <a:ext cx="71" cy="68"/>
              </a:xfrm>
              <a:custGeom>
                <a:avLst/>
                <a:gdLst>
                  <a:gd name="T0" fmla="*/ 0 w 25"/>
                  <a:gd name="T1" fmla="*/ 547 h 24"/>
                  <a:gd name="T2" fmla="*/ 26 w 25"/>
                  <a:gd name="T3" fmla="*/ 363 h 24"/>
                  <a:gd name="T4" fmla="*/ 210 w 25"/>
                  <a:gd name="T5" fmla="*/ 547 h 24"/>
                  <a:gd name="T6" fmla="*/ 250 w 25"/>
                  <a:gd name="T7" fmla="*/ 298 h 24"/>
                  <a:gd name="T8" fmla="*/ 483 w 25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0" y="24"/>
                    </a:moveTo>
                    <a:cubicBezTo>
                      <a:pt x="1" y="21"/>
                      <a:pt x="0" y="18"/>
                      <a:pt x="1" y="16"/>
                    </a:cubicBezTo>
                    <a:cubicBezTo>
                      <a:pt x="3" y="17"/>
                      <a:pt x="6" y="24"/>
                      <a:pt x="9" y="24"/>
                    </a:cubicBezTo>
                    <a:cubicBezTo>
                      <a:pt x="13" y="23"/>
                      <a:pt x="11" y="15"/>
                      <a:pt x="11" y="13"/>
                    </a:cubicBezTo>
                    <a:cubicBezTo>
                      <a:pt x="25" y="24"/>
                      <a:pt x="24" y="11"/>
                      <a:pt x="21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48" name="Freeform 208">
                <a:extLst>
                  <a:ext uri="{FF2B5EF4-FFF2-40B4-BE49-F238E27FC236}">
                    <a16:creationId xmlns:a16="http://schemas.microsoft.com/office/drawing/2014/main" id="{444E4EEE-E2F6-4798-B165-E1DB92468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441"/>
                <a:ext cx="46" cy="109"/>
              </a:xfrm>
              <a:custGeom>
                <a:avLst/>
                <a:gdLst>
                  <a:gd name="T0" fmla="*/ 167 w 16"/>
                  <a:gd name="T1" fmla="*/ 898 h 38"/>
                  <a:gd name="T2" fmla="*/ 290 w 16"/>
                  <a:gd name="T3" fmla="*/ 783 h 38"/>
                  <a:gd name="T4" fmla="*/ 141 w 16"/>
                  <a:gd name="T5" fmla="*/ 806 h 38"/>
                  <a:gd name="T6" fmla="*/ 49 w 16"/>
                  <a:gd name="T7" fmla="*/ 568 h 38"/>
                  <a:gd name="T8" fmla="*/ 0 w 16"/>
                  <a:gd name="T9" fmla="*/ 16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8">
                    <a:moveTo>
                      <a:pt x="7" y="38"/>
                    </a:moveTo>
                    <a:cubicBezTo>
                      <a:pt x="9" y="37"/>
                      <a:pt x="10" y="35"/>
                      <a:pt x="12" y="33"/>
                    </a:cubicBezTo>
                    <a:cubicBezTo>
                      <a:pt x="10" y="34"/>
                      <a:pt x="7" y="33"/>
                      <a:pt x="6" y="34"/>
                    </a:cubicBezTo>
                    <a:cubicBezTo>
                      <a:pt x="13" y="24"/>
                      <a:pt x="16" y="22"/>
                      <a:pt x="2" y="24"/>
                    </a:cubicBezTo>
                    <a:cubicBezTo>
                      <a:pt x="5" y="20"/>
                      <a:pt x="15" y="0"/>
                      <a:pt x="0" y="7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49" name="Freeform 209">
                <a:extLst>
                  <a:ext uri="{FF2B5EF4-FFF2-40B4-BE49-F238E27FC236}">
                    <a16:creationId xmlns:a16="http://schemas.microsoft.com/office/drawing/2014/main" id="{55C2072A-2872-4835-AC78-FAA825E72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1579"/>
                <a:ext cx="60" cy="54"/>
              </a:xfrm>
              <a:custGeom>
                <a:avLst/>
                <a:gdLst>
                  <a:gd name="T0" fmla="*/ 466 w 21"/>
                  <a:gd name="T1" fmla="*/ 435 h 19"/>
                  <a:gd name="T2" fmla="*/ 466 w 21"/>
                  <a:gd name="T3" fmla="*/ 162 h 19"/>
                  <a:gd name="T4" fmla="*/ 303 w 21"/>
                  <a:gd name="T5" fmla="*/ 364 h 19"/>
                  <a:gd name="T6" fmla="*/ 211 w 21"/>
                  <a:gd name="T7" fmla="*/ 136 h 19"/>
                  <a:gd name="T8" fmla="*/ 0 w 21"/>
                  <a:gd name="T9" fmla="*/ 43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20" y="19"/>
                    </a:moveTo>
                    <a:cubicBezTo>
                      <a:pt x="21" y="16"/>
                      <a:pt x="21" y="11"/>
                      <a:pt x="20" y="7"/>
                    </a:cubicBezTo>
                    <a:cubicBezTo>
                      <a:pt x="17" y="10"/>
                      <a:pt x="15" y="13"/>
                      <a:pt x="13" y="16"/>
                    </a:cubicBezTo>
                    <a:cubicBezTo>
                      <a:pt x="13" y="13"/>
                      <a:pt x="12" y="8"/>
                      <a:pt x="9" y="6"/>
                    </a:cubicBezTo>
                    <a:cubicBezTo>
                      <a:pt x="0" y="0"/>
                      <a:pt x="0" y="13"/>
                      <a:pt x="0" y="19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0" name="Freeform 210">
                <a:extLst>
                  <a:ext uri="{FF2B5EF4-FFF2-40B4-BE49-F238E27FC236}">
                    <a16:creationId xmlns:a16="http://schemas.microsoft.com/office/drawing/2014/main" id="{0F308FC4-9D25-47F3-8598-B96022B22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805"/>
                <a:ext cx="34" cy="45"/>
              </a:xfrm>
              <a:custGeom>
                <a:avLst/>
                <a:gdLst>
                  <a:gd name="T0" fmla="*/ 0 w 12"/>
                  <a:gd name="T1" fmla="*/ 110 h 16"/>
                  <a:gd name="T2" fmla="*/ 74 w 12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0" y="5"/>
                    </a:moveTo>
                    <a:cubicBezTo>
                      <a:pt x="2" y="16"/>
                      <a:pt x="12" y="6"/>
                      <a:pt x="3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1" name="Freeform 211">
                <a:extLst>
                  <a:ext uri="{FF2B5EF4-FFF2-40B4-BE49-F238E27FC236}">
                    <a16:creationId xmlns:a16="http://schemas.microsoft.com/office/drawing/2014/main" id="{8BB7B49B-23B6-4AAA-9F0D-90829EFE9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704"/>
                <a:ext cx="17" cy="3"/>
              </a:xfrm>
              <a:custGeom>
                <a:avLst/>
                <a:gdLst>
                  <a:gd name="T0" fmla="*/ 0 w 6"/>
                  <a:gd name="T1" fmla="*/ 0 h 1"/>
                  <a:gd name="T2" fmla="*/ 136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2" name="Freeform 212">
                <a:extLst>
                  <a:ext uri="{FF2B5EF4-FFF2-40B4-BE49-F238E27FC236}">
                    <a16:creationId xmlns:a16="http://schemas.microsoft.com/office/drawing/2014/main" id="{685753E3-5BD8-470F-AAF8-B6C004AFB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1764"/>
                <a:ext cx="14" cy="20"/>
              </a:xfrm>
              <a:custGeom>
                <a:avLst/>
                <a:gdLst>
                  <a:gd name="T0" fmla="*/ 0 w 5"/>
                  <a:gd name="T1" fmla="*/ 0 h 7"/>
                  <a:gd name="T2" fmla="*/ 109 w 5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3"/>
                      <a:pt x="3" y="5"/>
                      <a:pt x="5" y="7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3" name="Freeform 213">
                <a:extLst>
                  <a:ext uri="{FF2B5EF4-FFF2-40B4-BE49-F238E27FC236}">
                    <a16:creationId xmlns:a16="http://schemas.microsoft.com/office/drawing/2014/main" id="{6A0A5A01-579E-46FB-9EDD-70E394A8D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1796"/>
                <a:ext cx="23" cy="17"/>
              </a:xfrm>
              <a:custGeom>
                <a:avLst/>
                <a:gdLst>
                  <a:gd name="T0" fmla="*/ 0 w 8"/>
                  <a:gd name="T1" fmla="*/ 136 h 6"/>
                  <a:gd name="T2" fmla="*/ 190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4" name="Freeform 214">
                <a:extLst>
                  <a:ext uri="{FF2B5EF4-FFF2-40B4-BE49-F238E27FC236}">
                    <a16:creationId xmlns:a16="http://schemas.microsoft.com/office/drawing/2014/main" id="{4B2D57DC-0FD7-4D04-A6DF-F5DB0C708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859"/>
                <a:ext cx="29" cy="37"/>
              </a:xfrm>
              <a:custGeom>
                <a:avLst/>
                <a:gdLst>
                  <a:gd name="T0" fmla="*/ 0 w 10"/>
                  <a:gd name="T1" fmla="*/ 185 h 13"/>
                  <a:gd name="T2" fmla="*/ 102 w 10"/>
                  <a:gd name="T3" fmla="*/ 29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0" y="8"/>
                    </a:moveTo>
                    <a:cubicBezTo>
                      <a:pt x="7" y="0"/>
                      <a:pt x="10" y="7"/>
                      <a:pt x="4" y="13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5" name="Freeform 215">
                <a:extLst>
                  <a:ext uri="{FF2B5EF4-FFF2-40B4-BE49-F238E27FC236}">
                    <a16:creationId xmlns:a16="http://schemas.microsoft.com/office/drawing/2014/main" id="{B94C4680-1059-4AE2-93C4-90DD5ED29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887"/>
                <a:ext cx="29" cy="23"/>
              </a:xfrm>
              <a:custGeom>
                <a:avLst/>
                <a:gdLst>
                  <a:gd name="T0" fmla="*/ 0 w 10"/>
                  <a:gd name="T1" fmla="*/ 0 h 8"/>
                  <a:gd name="T2" fmla="*/ 244 w 10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4" y="2"/>
                      <a:pt x="7" y="5"/>
                      <a:pt x="10" y="8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6" name="Freeform 216">
                <a:extLst>
                  <a:ext uri="{FF2B5EF4-FFF2-40B4-BE49-F238E27FC236}">
                    <a16:creationId xmlns:a16="http://schemas.microsoft.com/office/drawing/2014/main" id="{4910AFC5-BB81-42A4-886A-1E0E9E6D2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962"/>
                <a:ext cx="20" cy="28"/>
              </a:xfrm>
              <a:custGeom>
                <a:avLst/>
                <a:gdLst>
                  <a:gd name="T0" fmla="*/ 74 w 7"/>
                  <a:gd name="T1" fmla="*/ 0 h 10"/>
                  <a:gd name="T2" fmla="*/ 0 w 7"/>
                  <a:gd name="T3" fmla="*/ 196 h 10"/>
                  <a:gd name="T4" fmla="*/ 163 w 7"/>
                  <a:gd name="T5" fmla="*/ 15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cubicBezTo>
                      <a:pt x="1" y="3"/>
                      <a:pt x="0" y="6"/>
                      <a:pt x="0" y="9"/>
                    </a:cubicBezTo>
                    <a:cubicBezTo>
                      <a:pt x="3" y="10"/>
                      <a:pt x="5" y="9"/>
                      <a:pt x="7" y="7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7" name="Freeform 217">
                <a:extLst>
                  <a:ext uri="{FF2B5EF4-FFF2-40B4-BE49-F238E27FC236}">
                    <a16:creationId xmlns:a16="http://schemas.microsoft.com/office/drawing/2014/main" id="{78F6D3E7-7ADF-4AA3-8432-AE1AF7DEE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131"/>
                <a:ext cx="26" cy="31"/>
              </a:xfrm>
              <a:custGeom>
                <a:avLst/>
                <a:gdLst>
                  <a:gd name="T0" fmla="*/ 116 w 9"/>
                  <a:gd name="T1" fmla="*/ 0 h 11"/>
                  <a:gd name="T2" fmla="*/ 168 w 9"/>
                  <a:gd name="T3" fmla="*/ 245 h 11"/>
                  <a:gd name="T4" fmla="*/ 0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cubicBezTo>
                      <a:pt x="7" y="4"/>
                      <a:pt x="9" y="8"/>
                      <a:pt x="7" y="11"/>
                    </a:cubicBezTo>
                    <a:cubicBezTo>
                      <a:pt x="3" y="10"/>
                      <a:pt x="1" y="4"/>
                      <a:pt x="0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8" name="Freeform 218">
                <a:extLst>
                  <a:ext uri="{FF2B5EF4-FFF2-40B4-BE49-F238E27FC236}">
                    <a16:creationId xmlns:a16="http://schemas.microsoft.com/office/drawing/2014/main" id="{583870F3-3F90-41F5-9B8A-3976013A6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271"/>
                <a:ext cx="26" cy="37"/>
              </a:xfrm>
              <a:custGeom>
                <a:avLst/>
                <a:gdLst>
                  <a:gd name="T0" fmla="*/ 0 w 9"/>
                  <a:gd name="T1" fmla="*/ 228 h 13"/>
                  <a:gd name="T2" fmla="*/ 116 w 9"/>
                  <a:gd name="T3" fmla="*/ 0 h 13"/>
                  <a:gd name="T4" fmla="*/ 75 w 9"/>
                  <a:gd name="T5" fmla="*/ 29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10"/>
                    </a:moveTo>
                    <a:cubicBezTo>
                      <a:pt x="2" y="6"/>
                      <a:pt x="1" y="1"/>
                      <a:pt x="5" y="0"/>
                    </a:cubicBezTo>
                    <a:cubicBezTo>
                      <a:pt x="9" y="3"/>
                      <a:pt x="6" y="10"/>
                      <a:pt x="3" y="13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9" name="Freeform 219">
                <a:extLst>
                  <a:ext uri="{FF2B5EF4-FFF2-40B4-BE49-F238E27FC236}">
                    <a16:creationId xmlns:a16="http://schemas.microsoft.com/office/drawing/2014/main" id="{67A0CA9C-E627-4BA1-AB71-675659C56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405"/>
                <a:ext cx="5" cy="23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9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0" y="2"/>
                      <a:pt x="0" y="5"/>
                      <a:pt x="0" y="8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0" name="Freeform 220">
                <a:extLst>
                  <a:ext uri="{FF2B5EF4-FFF2-40B4-BE49-F238E27FC236}">
                    <a16:creationId xmlns:a16="http://schemas.microsoft.com/office/drawing/2014/main" id="{7F0B82D2-FF93-4117-8344-841361667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809"/>
                <a:ext cx="29" cy="54"/>
              </a:xfrm>
              <a:custGeom>
                <a:avLst/>
                <a:gdLst>
                  <a:gd name="T0" fmla="*/ 102 w 10"/>
                  <a:gd name="T1" fmla="*/ 0 h 19"/>
                  <a:gd name="T2" fmla="*/ 218 w 10"/>
                  <a:gd name="T3" fmla="*/ 250 h 19"/>
                  <a:gd name="T4" fmla="*/ 0 w 10"/>
                  <a:gd name="T5" fmla="*/ 4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4" y="0"/>
                    </a:moveTo>
                    <a:cubicBezTo>
                      <a:pt x="3" y="6"/>
                      <a:pt x="10" y="5"/>
                      <a:pt x="9" y="11"/>
                    </a:cubicBezTo>
                    <a:cubicBezTo>
                      <a:pt x="6" y="19"/>
                      <a:pt x="0" y="4"/>
                      <a:pt x="0" y="2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1" name="Freeform 221">
                <a:extLst>
                  <a:ext uri="{FF2B5EF4-FFF2-40B4-BE49-F238E27FC236}">
                    <a16:creationId xmlns:a16="http://schemas.microsoft.com/office/drawing/2014/main" id="{2556710E-7BE2-47AC-8965-24B782A0F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857"/>
                <a:ext cx="23" cy="35"/>
              </a:xfrm>
              <a:custGeom>
                <a:avLst/>
                <a:gdLst>
                  <a:gd name="T0" fmla="*/ 0 w 8"/>
                  <a:gd name="T1" fmla="*/ 298 h 12"/>
                  <a:gd name="T2" fmla="*/ 190 w 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cubicBezTo>
                      <a:pt x="2" y="7"/>
                      <a:pt x="4" y="3"/>
                      <a:pt x="8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2" name="Freeform 222">
                <a:extLst>
                  <a:ext uri="{FF2B5EF4-FFF2-40B4-BE49-F238E27FC236}">
                    <a16:creationId xmlns:a16="http://schemas.microsoft.com/office/drawing/2014/main" id="{B66645A6-B39B-4CBD-BBB7-90B0F9320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886"/>
                <a:ext cx="8" cy="6"/>
              </a:xfrm>
              <a:custGeom>
                <a:avLst/>
                <a:gdLst>
                  <a:gd name="T0" fmla="*/ 0 w 3"/>
                  <a:gd name="T1" fmla="*/ 54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3" name="Freeform 223">
                <a:extLst>
                  <a:ext uri="{FF2B5EF4-FFF2-40B4-BE49-F238E27FC236}">
                    <a16:creationId xmlns:a16="http://schemas.microsoft.com/office/drawing/2014/main" id="{F2D26416-13A8-4C33-A842-ACB8FF3E2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946"/>
                <a:ext cx="29" cy="40"/>
              </a:xfrm>
              <a:custGeom>
                <a:avLst/>
                <a:gdLst>
                  <a:gd name="T0" fmla="*/ 244 w 10"/>
                  <a:gd name="T1" fmla="*/ 254 h 14"/>
                  <a:gd name="T2" fmla="*/ 142 w 10"/>
                  <a:gd name="T3" fmla="*/ 0 h 14"/>
                  <a:gd name="T4" fmla="*/ 49 w 10"/>
                  <a:gd name="T5" fmla="*/ 32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10" y="11"/>
                    </a:moveTo>
                    <a:cubicBezTo>
                      <a:pt x="8" y="7"/>
                      <a:pt x="10" y="2"/>
                      <a:pt x="6" y="0"/>
                    </a:cubicBezTo>
                    <a:cubicBezTo>
                      <a:pt x="1" y="2"/>
                      <a:pt x="0" y="9"/>
                      <a:pt x="2" y="14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4" name="Freeform 224">
                <a:extLst>
                  <a:ext uri="{FF2B5EF4-FFF2-40B4-BE49-F238E27FC236}">
                    <a16:creationId xmlns:a16="http://schemas.microsoft.com/office/drawing/2014/main" id="{F5052F91-23E9-4317-93E6-41FDAA74F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023"/>
                <a:ext cx="14" cy="9"/>
              </a:xfrm>
              <a:custGeom>
                <a:avLst/>
                <a:gdLst>
                  <a:gd name="T0" fmla="*/ 0 w 5"/>
                  <a:gd name="T1" fmla="*/ 81 h 3"/>
                  <a:gd name="T2" fmla="*/ 10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2"/>
                      <a:pt x="3" y="0"/>
                      <a:pt x="5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5" name="Freeform 225">
                <a:extLst>
                  <a:ext uri="{FF2B5EF4-FFF2-40B4-BE49-F238E27FC236}">
                    <a16:creationId xmlns:a16="http://schemas.microsoft.com/office/drawing/2014/main" id="{F1F849F9-E09C-4238-85D1-91EDDE88A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969"/>
                <a:ext cx="35" cy="68"/>
              </a:xfrm>
              <a:custGeom>
                <a:avLst/>
                <a:gdLst>
                  <a:gd name="T0" fmla="*/ 76 w 12"/>
                  <a:gd name="T1" fmla="*/ 547 h 24"/>
                  <a:gd name="T2" fmla="*/ 248 w 12"/>
                  <a:gd name="T3" fmla="*/ 346 h 24"/>
                  <a:gd name="T4" fmla="*/ 26 w 12"/>
                  <a:gd name="T5" fmla="*/ 411 h 24"/>
                  <a:gd name="T6" fmla="*/ 222 w 12"/>
                  <a:gd name="T7" fmla="*/ 184 h 24"/>
                  <a:gd name="T8" fmla="*/ 0 w 12"/>
                  <a:gd name="T9" fmla="*/ 8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4">
                    <a:moveTo>
                      <a:pt x="3" y="24"/>
                    </a:moveTo>
                    <a:cubicBezTo>
                      <a:pt x="6" y="23"/>
                      <a:pt x="12" y="20"/>
                      <a:pt x="10" y="15"/>
                    </a:cubicBezTo>
                    <a:cubicBezTo>
                      <a:pt x="7" y="16"/>
                      <a:pt x="4" y="17"/>
                      <a:pt x="1" y="18"/>
                    </a:cubicBezTo>
                    <a:cubicBezTo>
                      <a:pt x="3" y="15"/>
                      <a:pt x="9" y="12"/>
                      <a:pt x="9" y="8"/>
                    </a:cubicBezTo>
                    <a:cubicBezTo>
                      <a:pt x="10" y="2"/>
                      <a:pt x="4" y="0"/>
                      <a:pt x="0" y="4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6" name="Freeform 226">
                <a:extLst>
                  <a:ext uri="{FF2B5EF4-FFF2-40B4-BE49-F238E27FC236}">
                    <a16:creationId xmlns:a16="http://schemas.microsoft.com/office/drawing/2014/main" id="{323A539C-911F-44EF-A537-2A1FD0127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3284"/>
                <a:ext cx="18" cy="5"/>
              </a:xfrm>
              <a:custGeom>
                <a:avLst/>
                <a:gdLst>
                  <a:gd name="T0" fmla="*/ 0 w 6"/>
                  <a:gd name="T1" fmla="*/ 33 h 2"/>
                  <a:gd name="T2" fmla="*/ 162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7" name="Freeform 227">
                <a:extLst>
                  <a:ext uri="{FF2B5EF4-FFF2-40B4-BE49-F238E27FC236}">
                    <a16:creationId xmlns:a16="http://schemas.microsoft.com/office/drawing/2014/main" id="{83E983B3-A46C-4965-AE3F-6B79A9AB6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324"/>
                <a:ext cx="26" cy="25"/>
              </a:xfrm>
              <a:custGeom>
                <a:avLst/>
                <a:gdLst>
                  <a:gd name="T0" fmla="*/ 191 w 9"/>
                  <a:gd name="T1" fmla="*/ 169 h 9"/>
                  <a:gd name="T2" fmla="*/ 101 w 9"/>
                  <a:gd name="T3" fmla="*/ 0 h 9"/>
                  <a:gd name="T4" fmla="*/ 26 w 9"/>
                  <a:gd name="T5" fmla="*/ 19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9" y="5"/>
                      <a:pt x="7" y="1"/>
                      <a:pt x="4" y="0"/>
                    </a:cubicBezTo>
                    <a:cubicBezTo>
                      <a:pt x="1" y="2"/>
                      <a:pt x="0" y="6"/>
                      <a:pt x="1" y="9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8" name="Freeform 228">
                <a:extLst>
                  <a:ext uri="{FF2B5EF4-FFF2-40B4-BE49-F238E27FC236}">
                    <a16:creationId xmlns:a16="http://schemas.microsoft.com/office/drawing/2014/main" id="{BCFA6BB9-58D2-43E5-B919-47A1A9474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427"/>
                <a:ext cx="3" cy="14"/>
              </a:xfrm>
              <a:custGeom>
                <a:avLst/>
                <a:gdLst>
                  <a:gd name="T0" fmla="*/ 27 w 1"/>
                  <a:gd name="T1" fmla="*/ 0 h 5"/>
                  <a:gd name="T2" fmla="*/ 0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1" y="3"/>
                      <a:pt x="0" y="5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9" name="Freeform 229">
                <a:extLst>
                  <a:ext uri="{FF2B5EF4-FFF2-40B4-BE49-F238E27FC236}">
                    <a16:creationId xmlns:a16="http://schemas.microsoft.com/office/drawing/2014/main" id="{32784C8A-6F1A-4B58-BC55-52900ABB8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3601"/>
                <a:ext cx="14" cy="14"/>
              </a:xfrm>
              <a:custGeom>
                <a:avLst/>
                <a:gdLst>
                  <a:gd name="T0" fmla="*/ 0 w 5"/>
                  <a:gd name="T1" fmla="*/ 109 h 5"/>
                  <a:gd name="T2" fmla="*/ 109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3"/>
                      <a:pt x="3" y="2"/>
                      <a:pt x="5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0" name="Freeform 230">
                <a:extLst>
                  <a:ext uri="{FF2B5EF4-FFF2-40B4-BE49-F238E27FC236}">
                    <a16:creationId xmlns:a16="http://schemas.microsoft.com/office/drawing/2014/main" id="{A6D82D7E-5B9D-4A3B-BEAD-4583EE605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378"/>
                <a:ext cx="46" cy="34"/>
              </a:xfrm>
              <a:custGeom>
                <a:avLst/>
                <a:gdLst>
                  <a:gd name="T0" fmla="*/ 380 w 16"/>
                  <a:gd name="T1" fmla="*/ 184 h 12"/>
                  <a:gd name="T2" fmla="*/ 216 w 16"/>
                  <a:gd name="T3" fmla="*/ 27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16" y="8"/>
                    </a:moveTo>
                    <a:cubicBezTo>
                      <a:pt x="9" y="0"/>
                      <a:pt x="0" y="8"/>
                      <a:pt x="9" y="12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1" name="Freeform 231">
                <a:extLst>
                  <a:ext uri="{FF2B5EF4-FFF2-40B4-BE49-F238E27FC236}">
                    <a16:creationId xmlns:a16="http://schemas.microsoft.com/office/drawing/2014/main" id="{45BCC245-8FF7-4445-BBA3-8243A8D45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083"/>
                <a:ext cx="46" cy="37"/>
              </a:xfrm>
              <a:custGeom>
                <a:avLst/>
                <a:gdLst>
                  <a:gd name="T0" fmla="*/ 0 w 16"/>
                  <a:gd name="T1" fmla="*/ 162 h 13"/>
                  <a:gd name="T2" fmla="*/ 141 w 16"/>
                  <a:gd name="T3" fmla="*/ 276 h 13"/>
                  <a:gd name="T4" fmla="*/ 141 w 16"/>
                  <a:gd name="T5" fmla="*/ 26 h 13"/>
                  <a:gd name="T6" fmla="*/ 265 w 16"/>
                  <a:gd name="T7" fmla="*/ 228 h 13"/>
                  <a:gd name="T8" fmla="*/ 380 w 16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0" y="7"/>
                    </a:moveTo>
                    <a:cubicBezTo>
                      <a:pt x="1" y="10"/>
                      <a:pt x="3" y="13"/>
                      <a:pt x="6" y="12"/>
                    </a:cubicBezTo>
                    <a:cubicBezTo>
                      <a:pt x="8" y="10"/>
                      <a:pt x="6" y="3"/>
                      <a:pt x="6" y="1"/>
                    </a:cubicBezTo>
                    <a:cubicBezTo>
                      <a:pt x="8" y="3"/>
                      <a:pt x="8" y="9"/>
                      <a:pt x="11" y="10"/>
                    </a:cubicBezTo>
                    <a:cubicBezTo>
                      <a:pt x="16" y="10"/>
                      <a:pt x="16" y="3"/>
                      <a:pt x="16" y="0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2" name="Freeform 232">
                <a:extLst>
                  <a:ext uri="{FF2B5EF4-FFF2-40B4-BE49-F238E27FC236}">
                    <a16:creationId xmlns:a16="http://schemas.microsoft.com/office/drawing/2014/main" id="{8BA527B3-5963-4BE6-AC09-92281B82A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196"/>
                <a:ext cx="17" cy="9"/>
              </a:xfrm>
              <a:custGeom>
                <a:avLst/>
                <a:gdLst>
                  <a:gd name="T0" fmla="*/ 136 w 6"/>
                  <a:gd name="T1" fmla="*/ 0 h 3"/>
                  <a:gd name="T2" fmla="*/ 0 w 6"/>
                  <a:gd name="T3" fmla="*/ 8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2" y="3"/>
                      <a:pt x="0" y="3"/>
                    </a:cubicBezTo>
                  </a:path>
                </a:pathLst>
              </a:custGeom>
              <a:noFill/>
              <a:ln w="2222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3" name="Freeform 233">
                <a:extLst>
                  <a:ext uri="{FF2B5EF4-FFF2-40B4-BE49-F238E27FC236}">
                    <a16:creationId xmlns:a16="http://schemas.microsoft.com/office/drawing/2014/main" id="{7EFEFE54-A65E-45B2-83CA-953E56D8F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902"/>
                <a:ext cx="6" cy="8"/>
              </a:xfrm>
              <a:custGeom>
                <a:avLst/>
                <a:gdLst>
                  <a:gd name="T0" fmla="*/ 27 w 2"/>
                  <a:gd name="T1" fmla="*/ 0 h 3"/>
                  <a:gd name="T2" fmla="*/ 27 w 2"/>
                  <a:gd name="T3" fmla="*/ 56 h 3"/>
                  <a:gd name="T4" fmla="*/ 54 w 2"/>
                  <a:gd name="T5" fmla="*/ 35 h 3"/>
                  <a:gd name="T6" fmla="*/ 27 w 2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1" y="3"/>
                      <a:pt x="2" y="2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4" name="Freeform 234">
                <a:extLst>
                  <a:ext uri="{FF2B5EF4-FFF2-40B4-BE49-F238E27FC236}">
                    <a16:creationId xmlns:a16="http://schemas.microsoft.com/office/drawing/2014/main" id="{51F5174E-5826-4649-B55D-C70ACC3A8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922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4 h 2"/>
                  <a:gd name="T4" fmla="*/ 0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5" name="Freeform 235">
                <a:extLst>
                  <a:ext uri="{FF2B5EF4-FFF2-40B4-BE49-F238E27FC236}">
                    <a16:creationId xmlns:a16="http://schemas.microsoft.com/office/drawing/2014/main" id="{5664BCE1-0D74-4B1C-A981-FEE163F7F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89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6" name="Freeform 236">
                <a:extLst>
                  <a:ext uri="{FF2B5EF4-FFF2-40B4-BE49-F238E27FC236}">
                    <a16:creationId xmlns:a16="http://schemas.microsoft.com/office/drawing/2014/main" id="{4AD1A4A0-F3B3-44FB-A000-D8FB16840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885"/>
                <a:ext cx="6" cy="5"/>
              </a:xfrm>
              <a:custGeom>
                <a:avLst/>
                <a:gdLst>
                  <a:gd name="T0" fmla="*/ 0 w 2"/>
                  <a:gd name="T1" fmla="*/ 0 h 2"/>
                  <a:gd name="T2" fmla="*/ 54 w 2"/>
                  <a:gd name="T3" fmla="*/ 20 h 2"/>
                  <a:gd name="T4" fmla="*/ 27 w 2"/>
                  <a:gd name="T5" fmla="*/ 0 h 2"/>
                  <a:gd name="T6" fmla="*/ 27 w 2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0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7" name="Freeform 237">
                <a:extLst>
                  <a:ext uri="{FF2B5EF4-FFF2-40B4-BE49-F238E27FC236}">
                    <a16:creationId xmlns:a16="http://schemas.microsoft.com/office/drawing/2014/main" id="{7C27995B-8623-4657-8CDB-CD1F7087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902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8" name="Freeform 238">
                <a:extLst>
                  <a:ext uri="{FF2B5EF4-FFF2-40B4-BE49-F238E27FC236}">
                    <a16:creationId xmlns:a16="http://schemas.microsoft.com/office/drawing/2014/main" id="{A1B217F0-2B6A-439E-821E-B59411F2C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913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54 h 2"/>
                  <a:gd name="T4" fmla="*/ 8 w 1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9" name="Freeform 239">
                <a:extLst>
                  <a:ext uri="{FF2B5EF4-FFF2-40B4-BE49-F238E27FC236}">
                    <a16:creationId xmlns:a16="http://schemas.microsoft.com/office/drawing/2014/main" id="{E4E7E198-35BE-4F0A-B865-70D39B058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1885"/>
                <a:ext cx="6" cy="8"/>
              </a:xfrm>
              <a:custGeom>
                <a:avLst/>
                <a:gdLst>
                  <a:gd name="T0" fmla="*/ 27 w 2"/>
                  <a:gd name="T1" fmla="*/ 0 h 3"/>
                  <a:gd name="T2" fmla="*/ 0 w 2"/>
                  <a:gd name="T3" fmla="*/ 56 h 3"/>
                  <a:gd name="T4" fmla="*/ 54 w 2"/>
                  <a:gd name="T5" fmla="*/ 35 h 3"/>
                  <a:gd name="T6" fmla="*/ 27 w 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1"/>
                      <a:pt x="0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0" name="Freeform 240">
                <a:extLst>
                  <a:ext uri="{FF2B5EF4-FFF2-40B4-BE49-F238E27FC236}">
                    <a16:creationId xmlns:a16="http://schemas.microsoft.com/office/drawing/2014/main" id="{DE5476FA-0ED1-4FE9-AC5D-042529D0F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1879"/>
                <a:ext cx="6" cy="6"/>
              </a:xfrm>
              <a:custGeom>
                <a:avLst/>
                <a:gdLst>
                  <a:gd name="T0" fmla="*/ 27 w 2"/>
                  <a:gd name="T1" fmla="*/ 54 h 2"/>
                  <a:gd name="T2" fmla="*/ 0 w 2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1" name="Freeform 241">
                <a:extLst>
                  <a:ext uri="{FF2B5EF4-FFF2-40B4-BE49-F238E27FC236}">
                    <a16:creationId xmlns:a16="http://schemas.microsoft.com/office/drawing/2014/main" id="{B350AA37-5567-4654-8B8F-761269DA9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90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2" name="Freeform 242">
                <a:extLst>
                  <a:ext uri="{FF2B5EF4-FFF2-40B4-BE49-F238E27FC236}">
                    <a16:creationId xmlns:a16="http://schemas.microsoft.com/office/drawing/2014/main" id="{8A089FF3-3709-4DF6-83CC-FD0B39F3B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930"/>
                <a:ext cx="6" cy="3"/>
              </a:xfrm>
              <a:custGeom>
                <a:avLst/>
                <a:gdLst>
                  <a:gd name="T0" fmla="*/ 54 w 2"/>
                  <a:gd name="T1" fmla="*/ 0 h 1"/>
                  <a:gd name="T2" fmla="*/ 27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0" y="1"/>
                      <a:pt x="1" y="0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3" name="Freeform 243">
                <a:extLst>
                  <a:ext uri="{FF2B5EF4-FFF2-40B4-BE49-F238E27FC236}">
                    <a16:creationId xmlns:a16="http://schemas.microsoft.com/office/drawing/2014/main" id="{0F67C480-9E86-4827-9621-B2F3D2A63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108"/>
                <a:ext cx="9" cy="5"/>
              </a:xfrm>
              <a:custGeom>
                <a:avLst/>
                <a:gdLst>
                  <a:gd name="T0" fmla="*/ 0 w 3"/>
                  <a:gd name="T1" fmla="*/ 0 h 2"/>
                  <a:gd name="T2" fmla="*/ 27 w 3"/>
                  <a:gd name="T3" fmla="*/ 33 h 2"/>
                  <a:gd name="T4" fmla="*/ 54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3" y="1"/>
                      <a:pt x="2" y="2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4" name="Freeform 244">
                <a:extLst>
                  <a:ext uri="{FF2B5EF4-FFF2-40B4-BE49-F238E27FC236}">
                    <a16:creationId xmlns:a16="http://schemas.microsoft.com/office/drawing/2014/main" id="{AC0C8289-1D03-46B3-914C-36464486A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125"/>
                <a:ext cx="6" cy="1"/>
              </a:xfrm>
              <a:custGeom>
                <a:avLst/>
                <a:gdLst>
                  <a:gd name="T0" fmla="*/ 0 w 2"/>
                  <a:gd name="T1" fmla="*/ 0 h 1"/>
                  <a:gd name="T2" fmla="*/ 54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5" name="Freeform 245">
                <a:extLst>
                  <a:ext uri="{FF2B5EF4-FFF2-40B4-BE49-F238E27FC236}">
                    <a16:creationId xmlns:a16="http://schemas.microsoft.com/office/drawing/2014/main" id="{932AD471-78EF-4065-801A-F98A91022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113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6" name="Freeform 246">
                <a:extLst>
                  <a:ext uri="{FF2B5EF4-FFF2-40B4-BE49-F238E27FC236}">
                    <a16:creationId xmlns:a16="http://schemas.microsoft.com/office/drawing/2014/main" id="{68A6246A-15C6-40B9-9E60-F65C6E781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133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0 h 2"/>
                  <a:gd name="T4" fmla="*/ 0 w 2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0" y="2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7" name="Freeform 247">
                <a:extLst>
                  <a:ext uri="{FF2B5EF4-FFF2-40B4-BE49-F238E27FC236}">
                    <a16:creationId xmlns:a16="http://schemas.microsoft.com/office/drawing/2014/main" id="{C73BDFBC-F172-4B33-A02C-B84D8B14A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122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8" name="Freeform 248">
                <a:extLst>
                  <a:ext uri="{FF2B5EF4-FFF2-40B4-BE49-F238E27FC236}">
                    <a16:creationId xmlns:a16="http://schemas.microsoft.com/office/drawing/2014/main" id="{A51BD7D6-6CC5-4EC0-A9E7-2A334B8C0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10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9" name="Freeform 249">
                <a:extLst>
                  <a:ext uri="{FF2B5EF4-FFF2-40B4-BE49-F238E27FC236}">
                    <a16:creationId xmlns:a16="http://schemas.microsoft.com/office/drawing/2014/main" id="{856BADDF-113B-43E8-8D35-63B5F3258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096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0" name="Freeform 250">
                <a:extLst>
                  <a:ext uri="{FF2B5EF4-FFF2-40B4-BE49-F238E27FC236}">
                    <a16:creationId xmlns:a16="http://schemas.microsoft.com/office/drawing/2014/main" id="{3F328DCB-E37B-478C-8CDC-6900D238F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11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1" name="Freeform 251">
                <a:extLst>
                  <a:ext uri="{FF2B5EF4-FFF2-40B4-BE49-F238E27FC236}">
                    <a16:creationId xmlns:a16="http://schemas.microsoft.com/office/drawing/2014/main" id="{5D17831C-FBD9-4B58-9F79-9789B9E01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116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0 h 2"/>
                  <a:gd name="T4" fmla="*/ 27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2" name="Freeform 252">
                <a:extLst>
                  <a:ext uri="{FF2B5EF4-FFF2-40B4-BE49-F238E27FC236}">
                    <a16:creationId xmlns:a16="http://schemas.microsoft.com/office/drawing/2014/main" id="{35F1BCFA-39C6-48D3-9DAE-80F91607B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13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3" name="Freeform 253">
                <a:extLst>
                  <a:ext uri="{FF2B5EF4-FFF2-40B4-BE49-F238E27FC236}">
                    <a16:creationId xmlns:a16="http://schemas.microsoft.com/office/drawing/2014/main" id="{FE09D1F7-1F8E-4DA0-B87E-97A317D80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09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22225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4" name="Freeform 254">
                <a:extLst>
                  <a:ext uri="{FF2B5EF4-FFF2-40B4-BE49-F238E27FC236}">
                    <a16:creationId xmlns:a16="http://schemas.microsoft.com/office/drawing/2014/main" id="{4690C4BE-B30C-4D44-81F9-39880E058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11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5" name="Freeform 255">
                <a:extLst>
                  <a:ext uri="{FF2B5EF4-FFF2-40B4-BE49-F238E27FC236}">
                    <a16:creationId xmlns:a16="http://schemas.microsoft.com/office/drawing/2014/main" id="{E0B30E2E-CE0E-43A5-A530-B42826F3C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1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6" name="Freeform 256">
                <a:extLst>
                  <a:ext uri="{FF2B5EF4-FFF2-40B4-BE49-F238E27FC236}">
                    <a16:creationId xmlns:a16="http://schemas.microsoft.com/office/drawing/2014/main" id="{E6DA65A6-E8B0-459A-AF42-314C70831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10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7" name="Freeform 257">
                <a:extLst>
                  <a:ext uri="{FF2B5EF4-FFF2-40B4-BE49-F238E27FC236}">
                    <a16:creationId xmlns:a16="http://schemas.microsoft.com/office/drawing/2014/main" id="{0396C518-6C63-4146-BD2F-AF299FF77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13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0 h 1"/>
                  <a:gd name="T4" fmla="*/ 27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8" name="Freeform 258">
                <a:extLst>
                  <a:ext uri="{FF2B5EF4-FFF2-40B4-BE49-F238E27FC236}">
                    <a16:creationId xmlns:a16="http://schemas.microsoft.com/office/drawing/2014/main" id="{273A3E3D-2946-43AC-91F6-B989E1991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14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9" name="Freeform 259">
                <a:extLst>
                  <a:ext uri="{FF2B5EF4-FFF2-40B4-BE49-F238E27FC236}">
                    <a16:creationId xmlns:a16="http://schemas.microsoft.com/office/drawing/2014/main" id="{9E56622F-A191-486D-89CD-98CC920B3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133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0" name="Freeform 260">
                <a:extLst>
                  <a:ext uri="{FF2B5EF4-FFF2-40B4-BE49-F238E27FC236}">
                    <a16:creationId xmlns:a16="http://schemas.microsoft.com/office/drawing/2014/main" id="{13C2FCFA-F50D-4D32-9ECF-4F6702B22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142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27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1" name="Freeform 261">
                <a:extLst>
                  <a:ext uri="{FF2B5EF4-FFF2-40B4-BE49-F238E27FC236}">
                    <a16:creationId xmlns:a16="http://schemas.microsoft.com/office/drawing/2014/main" id="{BE7A7F8B-8A4B-4671-A658-7934138B3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09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2" name="Freeform 262">
                <a:extLst>
                  <a:ext uri="{FF2B5EF4-FFF2-40B4-BE49-F238E27FC236}">
                    <a16:creationId xmlns:a16="http://schemas.microsoft.com/office/drawing/2014/main" id="{9C1D30BF-277D-44EA-A148-A82058DE2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11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3" name="Freeform 263">
                <a:extLst>
                  <a:ext uri="{FF2B5EF4-FFF2-40B4-BE49-F238E27FC236}">
                    <a16:creationId xmlns:a16="http://schemas.microsoft.com/office/drawing/2014/main" id="{F913475F-B59B-47DA-A88F-9235AA79E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088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4" name="Freeform 264">
                <a:extLst>
                  <a:ext uri="{FF2B5EF4-FFF2-40B4-BE49-F238E27FC236}">
                    <a16:creationId xmlns:a16="http://schemas.microsoft.com/office/drawing/2014/main" id="{B9116160-DFA9-41BB-849E-FF38F2567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08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0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5" name="Freeform 265">
                <a:extLst>
                  <a:ext uri="{FF2B5EF4-FFF2-40B4-BE49-F238E27FC236}">
                    <a16:creationId xmlns:a16="http://schemas.microsoft.com/office/drawing/2014/main" id="{5AC45530-2D2A-42B0-A590-E9C62E372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09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27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6" name="Freeform 266">
                <a:extLst>
                  <a:ext uri="{FF2B5EF4-FFF2-40B4-BE49-F238E27FC236}">
                    <a16:creationId xmlns:a16="http://schemas.microsoft.com/office/drawing/2014/main" id="{6CFF3757-68A0-41DC-BC32-C033C4760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10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8 w 1"/>
                  <a:gd name="T3" fmla="*/ 27 h 1"/>
                  <a:gd name="T4" fmla="*/ 8 w 1"/>
                  <a:gd name="T5" fmla="*/ 0 h 1"/>
                  <a:gd name="T6" fmla="*/ 0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7" name="Freeform 267">
                <a:extLst>
                  <a:ext uri="{FF2B5EF4-FFF2-40B4-BE49-F238E27FC236}">
                    <a16:creationId xmlns:a16="http://schemas.microsoft.com/office/drawing/2014/main" id="{838E9BF1-E0D7-4977-A15E-ACCDDA562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09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8" name="Freeform 268">
                <a:extLst>
                  <a:ext uri="{FF2B5EF4-FFF2-40B4-BE49-F238E27FC236}">
                    <a16:creationId xmlns:a16="http://schemas.microsoft.com/office/drawing/2014/main" id="{330B853C-F83A-4E26-968C-99B40CF58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13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9" name="Freeform 269">
                <a:extLst>
                  <a:ext uri="{FF2B5EF4-FFF2-40B4-BE49-F238E27FC236}">
                    <a16:creationId xmlns:a16="http://schemas.microsoft.com/office/drawing/2014/main" id="{A1BEE5C1-0A9E-43A2-AD44-475B1F1FD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905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0" name="Freeform 270">
                <a:extLst>
                  <a:ext uri="{FF2B5EF4-FFF2-40B4-BE49-F238E27FC236}">
                    <a16:creationId xmlns:a16="http://schemas.microsoft.com/office/drawing/2014/main" id="{8EF81C0D-047E-4F8C-98DB-42C6862F3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86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1" name="Freeform 271">
                <a:extLst>
                  <a:ext uri="{FF2B5EF4-FFF2-40B4-BE49-F238E27FC236}">
                    <a16:creationId xmlns:a16="http://schemas.microsoft.com/office/drawing/2014/main" id="{13E1B7DE-F0FF-4DE3-9B30-4587550A2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86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2" name="Freeform 272">
                <a:extLst>
                  <a:ext uri="{FF2B5EF4-FFF2-40B4-BE49-F238E27FC236}">
                    <a16:creationId xmlns:a16="http://schemas.microsoft.com/office/drawing/2014/main" id="{ECD257B5-39D0-468B-8A13-8574FF363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896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27 w 1"/>
                  <a:gd name="T5" fmla="*/ 27 h 1"/>
                  <a:gd name="T6" fmla="*/ 27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3" name="Freeform 273">
                <a:extLst>
                  <a:ext uri="{FF2B5EF4-FFF2-40B4-BE49-F238E27FC236}">
                    <a16:creationId xmlns:a16="http://schemas.microsoft.com/office/drawing/2014/main" id="{1D885B64-F355-4CE0-BD50-8F276B240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190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4" name="Freeform 274">
                <a:extLst>
                  <a:ext uri="{FF2B5EF4-FFF2-40B4-BE49-F238E27FC236}">
                    <a16:creationId xmlns:a16="http://schemas.microsoft.com/office/drawing/2014/main" id="{10D49353-427B-4E42-8C88-CE6147F6E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870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5" name="Freeform 275">
                <a:extLst>
                  <a:ext uri="{FF2B5EF4-FFF2-40B4-BE49-F238E27FC236}">
                    <a16:creationId xmlns:a16="http://schemas.microsoft.com/office/drawing/2014/main" id="{FF3084F4-D4D0-4DF3-9C8D-D5F8CA98C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92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27 w 1"/>
                  <a:gd name="T5" fmla="*/ 27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6" name="Freeform 276">
                <a:extLst>
                  <a:ext uri="{FF2B5EF4-FFF2-40B4-BE49-F238E27FC236}">
                    <a16:creationId xmlns:a16="http://schemas.microsoft.com/office/drawing/2014/main" id="{FFE20A10-184C-49E8-B8FC-49CAA73D1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887"/>
                <a:ext cx="6" cy="3"/>
              </a:xfrm>
              <a:custGeom>
                <a:avLst/>
                <a:gdLst>
                  <a:gd name="T0" fmla="*/ 27 w 2"/>
                  <a:gd name="T1" fmla="*/ 0 h 1"/>
                  <a:gd name="T2" fmla="*/ 27 w 2"/>
                  <a:gd name="T3" fmla="*/ 27 h 1"/>
                  <a:gd name="T4" fmla="*/ 27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7" name="Freeform 277">
                <a:extLst>
                  <a:ext uri="{FF2B5EF4-FFF2-40B4-BE49-F238E27FC236}">
                    <a16:creationId xmlns:a16="http://schemas.microsoft.com/office/drawing/2014/main" id="{9816CD1C-D18D-4DAF-9001-39D1CBB1B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939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8" name="Freeform 278">
                <a:extLst>
                  <a:ext uri="{FF2B5EF4-FFF2-40B4-BE49-F238E27FC236}">
                    <a16:creationId xmlns:a16="http://schemas.microsoft.com/office/drawing/2014/main" id="{1CEF1B65-18AE-47C5-8ED3-B2F833391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92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9" name="Freeform 279">
                <a:extLst>
                  <a:ext uri="{FF2B5EF4-FFF2-40B4-BE49-F238E27FC236}">
                    <a16:creationId xmlns:a16="http://schemas.microsoft.com/office/drawing/2014/main" id="{F57779E3-57FC-4A37-AFB3-BE2E58DA2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145"/>
                <a:ext cx="6" cy="11"/>
              </a:xfrm>
              <a:custGeom>
                <a:avLst/>
                <a:gdLst>
                  <a:gd name="T0" fmla="*/ 0 w 2"/>
                  <a:gd name="T1" fmla="*/ 47 h 4"/>
                  <a:gd name="T2" fmla="*/ 0 w 2"/>
                  <a:gd name="T3" fmla="*/ 61 h 4"/>
                  <a:gd name="T4" fmla="*/ 0 w 2"/>
                  <a:gd name="T5" fmla="*/ 47 h 4"/>
                  <a:gd name="T6" fmla="*/ 0 w 2"/>
                  <a:gd name="T7" fmla="*/ 4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2" y="4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E6B0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0" name="Freeform 280">
                <a:extLst>
                  <a:ext uri="{FF2B5EF4-FFF2-40B4-BE49-F238E27FC236}">
                    <a16:creationId xmlns:a16="http://schemas.microsoft.com/office/drawing/2014/main" id="{05FD3D1B-7795-4DB2-B649-E4E909BBB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886"/>
                <a:ext cx="2312" cy="2784"/>
              </a:xfrm>
              <a:custGeom>
                <a:avLst/>
                <a:gdLst>
                  <a:gd name="T0" fmla="*/ 9302 w 808"/>
                  <a:gd name="T1" fmla="*/ 20730 h 973"/>
                  <a:gd name="T2" fmla="*/ 9211 w 808"/>
                  <a:gd name="T3" fmla="*/ 21434 h 973"/>
                  <a:gd name="T4" fmla="*/ 8736 w 808"/>
                  <a:gd name="T5" fmla="*/ 22366 h 973"/>
                  <a:gd name="T6" fmla="*/ 6673 w 808"/>
                  <a:gd name="T7" fmla="*/ 22226 h 973"/>
                  <a:gd name="T8" fmla="*/ 5059 w 808"/>
                  <a:gd name="T9" fmla="*/ 21105 h 973"/>
                  <a:gd name="T10" fmla="*/ 2693 w 808"/>
                  <a:gd name="T11" fmla="*/ 20172 h 973"/>
                  <a:gd name="T12" fmla="*/ 1311 w 808"/>
                  <a:gd name="T13" fmla="*/ 18034 h 973"/>
                  <a:gd name="T14" fmla="*/ 916 w 808"/>
                  <a:gd name="T15" fmla="*/ 17871 h 973"/>
                  <a:gd name="T16" fmla="*/ 237 w 808"/>
                  <a:gd name="T17" fmla="*/ 14269 h 973"/>
                  <a:gd name="T18" fmla="*/ 401 w 808"/>
                  <a:gd name="T19" fmla="*/ 12624 h 973"/>
                  <a:gd name="T20" fmla="*/ 492 w 808"/>
                  <a:gd name="T21" fmla="*/ 10684 h 973"/>
                  <a:gd name="T22" fmla="*/ 916 w 808"/>
                  <a:gd name="T23" fmla="*/ 8999 h 973"/>
                  <a:gd name="T24" fmla="*/ 1359 w 808"/>
                  <a:gd name="T25" fmla="*/ 6532 h 973"/>
                  <a:gd name="T26" fmla="*/ 3159 w 808"/>
                  <a:gd name="T27" fmla="*/ 3628 h 973"/>
                  <a:gd name="T28" fmla="*/ 4429 w 808"/>
                  <a:gd name="T29" fmla="*/ 1874 h 973"/>
                  <a:gd name="T30" fmla="*/ 6492 w 808"/>
                  <a:gd name="T31" fmla="*/ 770 h 973"/>
                  <a:gd name="T32" fmla="*/ 8833 w 808"/>
                  <a:gd name="T33" fmla="*/ 401 h 973"/>
                  <a:gd name="T34" fmla="*/ 9277 w 808"/>
                  <a:gd name="T35" fmla="*/ 1923 h 973"/>
                  <a:gd name="T36" fmla="*/ 9955 w 808"/>
                  <a:gd name="T37" fmla="*/ 443 h 973"/>
                  <a:gd name="T38" fmla="*/ 12232 w 808"/>
                  <a:gd name="T39" fmla="*/ 867 h 973"/>
                  <a:gd name="T40" fmla="*/ 14147 w 808"/>
                  <a:gd name="T41" fmla="*/ 1548 h 973"/>
                  <a:gd name="T42" fmla="*/ 15065 w 808"/>
                  <a:gd name="T43" fmla="*/ 2203 h 973"/>
                  <a:gd name="T44" fmla="*/ 15975 w 808"/>
                  <a:gd name="T45" fmla="*/ 3937 h 973"/>
                  <a:gd name="T46" fmla="*/ 16728 w 808"/>
                  <a:gd name="T47" fmla="*/ 4970 h 973"/>
                  <a:gd name="T48" fmla="*/ 17217 w 808"/>
                  <a:gd name="T49" fmla="*/ 6166 h 973"/>
                  <a:gd name="T50" fmla="*/ 17217 w 808"/>
                  <a:gd name="T51" fmla="*/ 6933 h 973"/>
                  <a:gd name="T52" fmla="*/ 17546 w 808"/>
                  <a:gd name="T53" fmla="*/ 7451 h 973"/>
                  <a:gd name="T54" fmla="*/ 17849 w 808"/>
                  <a:gd name="T55" fmla="*/ 8195 h 973"/>
                  <a:gd name="T56" fmla="*/ 18462 w 808"/>
                  <a:gd name="T57" fmla="*/ 10684 h 973"/>
                  <a:gd name="T58" fmla="*/ 18553 w 808"/>
                  <a:gd name="T59" fmla="*/ 12624 h 973"/>
                  <a:gd name="T60" fmla="*/ 18716 w 808"/>
                  <a:gd name="T61" fmla="*/ 14269 h 973"/>
                  <a:gd name="T62" fmla="*/ 17849 w 808"/>
                  <a:gd name="T63" fmla="*/ 17783 h 973"/>
                  <a:gd name="T64" fmla="*/ 17454 w 808"/>
                  <a:gd name="T65" fmla="*/ 17986 h 973"/>
                  <a:gd name="T66" fmla="*/ 15909 w 808"/>
                  <a:gd name="T67" fmla="*/ 20123 h 973"/>
                  <a:gd name="T68" fmla="*/ 14573 w 808"/>
                  <a:gd name="T69" fmla="*/ 20942 h 973"/>
                  <a:gd name="T70" fmla="*/ 14172 w 808"/>
                  <a:gd name="T71" fmla="*/ 21385 h 973"/>
                  <a:gd name="T72" fmla="*/ 12272 w 808"/>
                  <a:gd name="T73" fmla="*/ 22226 h 973"/>
                  <a:gd name="T74" fmla="*/ 9769 w 808"/>
                  <a:gd name="T75" fmla="*/ 22301 h 973"/>
                  <a:gd name="T76" fmla="*/ 9417 w 808"/>
                  <a:gd name="T77" fmla="*/ 21319 h 973"/>
                  <a:gd name="T78" fmla="*/ 9302 w 808"/>
                  <a:gd name="T79" fmla="*/ 20730 h 9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08" h="973">
                    <a:moveTo>
                      <a:pt x="397" y="885"/>
                    </a:moveTo>
                    <a:cubicBezTo>
                      <a:pt x="397" y="885"/>
                      <a:pt x="396" y="898"/>
                      <a:pt x="393" y="915"/>
                    </a:cubicBezTo>
                    <a:cubicBezTo>
                      <a:pt x="389" y="932"/>
                      <a:pt x="399" y="936"/>
                      <a:pt x="373" y="955"/>
                    </a:cubicBezTo>
                    <a:cubicBezTo>
                      <a:pt x="348" y="973"/>
                      <a:pt x="314" y="953"/>
                      <a:pt x="285" y="949"/>
                    </a:cubicBezTo>
                    <a:cubicBezTo>
                      <a:pt x="255" y="946"/>
                      <a:pt x="220" y="925"/>
                      <a:pt x="216" y="901"/>
                    </a:cubicBezTo>
                    <a:cubicBezTo>
                      <a:pt x="207" y="909"/>
                      <a:pt x="161" y="890"/>
                      <a:pt x="115" y="861"/>
                    </a:cubicBezTo>
                    <a:cubicBezTo>
                      <a:pt x="85" y="838"/>
                      <a:pt x="50" y="802"/>
                      <a:pt x="56" y="770"/>
                    </a:cubicBezTo>
                    <a:cubicBezTo>
                      <a:pt x="56" y="770"/>
                      <a:pt x="58" y="778"/>
                      <a:pt x="39" y="763"/>
                    </a:cubicBezTo>
                    <a:cubicBezTo>
                      <a:pt x="21" y="748"/>
                      <a:pt x="11" y="654"/>
                      <a:pt x="10" y="609"/>
                    </a:cubicBezTo>
                    <a:cubicBezTo>
                      <a:pt x="8" y="565"/>
                      <a:pt x="8" y="543"/>
                      <a:pt x="17" y="539"/>
                    </a:cubicBezTo>
                    <a:cubicBezTo>
                      <a:pt x="0" y="526"/>
                      <a:pt x="19" y="491"/>
                      <a:pt x="21" y="456"/>
                    </a:cubicBezTo>
                    <a:cubicBezTo>
                      <a:pt x="23" y="421"/>
                      <a:pt x="21" y="395"/>
                      <a:pt x="39" y="384"/>
                    </a:cubicBezTo>
                    <a:cubicBezTo>
                      <a:pt x="32" y="373"/>
                      <a:pt x="47" y="327"/>
                      <a:pt x="58" y="279"/>
                    </a:cubicBezTo>
                    <a:cubicBezTo>
                      <a:pt x="69" y="231"/>
                      <a:pt x="106" y="159"/>
                      <a:pt x="135" y="155"/>
                    </a:cubicBezTo>
                    <a:cubicBezTo>
                      <a:pt x="132" y="137"/>
                      <a:pt x="168" y="78"/>
                      <a:pt x="189" y="80"/>
                    </a:cubicBezTo>
                    <a:cubicBezTo>
                      <a:pt x="196" y="67"/>
                      <a:pt x="255" y="35"/>
                      <a:pt x="277" y="33"/>
                    </a:cubicBezTo>
                    <a:cubicBezTo>
                      <a:pt x="288" y="16"/>
                      <a:pt x="333" y="0"/>
                      <a:pt x="377" y="17"/>
                    </a:cubicBezTo>
                    <a:cubicBezTo>
                      <a:pt x="392" y="22"/>
                      <a:pt x="395" y="39"/>
                      <a:pt x="396" y="82"/>
                    </a:cubicBezTo>
                    <a:cubicBezTo>
                      <a:pt x="392" y="34"/>
                      <a:pt x="410" y="25"/>
                      <a:pt x="425" y="19"/>
                    </a:cubicBezTo>
                    <a:cubicBezTo>
                      <a:pt x="470" y="3"/>
                      <a:pt x="500" y="19"/>
                      <a:pt x="522" y="37"/>
                    </a:cubicBezTo>
                    <a:cubicBezTo>
                      <a:pt x="537" y="32"/>
                      <a:pt x="580" y="51"/>
                      <a:pt x="604" y="66"/>
                    </a:cubicBezTo>
                    <a:cubicBezTo>
                      <a:pt x="612" y="72"/>
                      <a:pt x="635" y="85"/>
                      <a:pt x="643" y="94"/>
                    </a:cubicBezTo>
                    <a:cubicBezTo>
                      <a:pt x="655" y="107"/>
                      <a:pt x="674" y="144"/>
                      <a:pt x="682" y="168"/>
                    </a:cubicBezTo>
                    <a:cubicBezTo>
                      <a:pt x="686" y="178"/>
                      <a:pt x="705" y="201"/>
                      <a:pt x="714" y="212"/>
                    </a:cubicBezTo>
                    <a:cubicBezTo>
                      <a:pt x="723" y="223"/>
                      <a:pt x="730" y="243"/>
                      <a:pt x="735" y="263"/>
                    </a:cubicBezTo>
                    <a:cubicBezTo>
                      <a:pt x="738" y="274"/>
                      <a:pt x="735" y="296"/>
                      <a:pt x="735" y="296"/>
                    </a:cubicBezTo>
                    <a:cubicBezTo>
                      <a:pt x="735" y="296"/>
                      <a:pt x="747" y="311"/>
                      <a:pt x="749" y="318"/>
                    </a:cubicBezTo>
                    <a:cubicBezTo>
                      <a:pt x="753" y="330"/>
                      <a:pt x="758" y="341"/>
                      <a:pt x="762" y="350"/>
                    </a:cubicBezTo>
                    <a:cubicBezTo>
                      <a:pt x="769" y="367"/>
                      <a:pt x="786" y="421"/>
                      <a:pt x="788" y="456"/>
                    </a:cubicBezTo>
                    <a:cubicBezTo>
                      <a:pt x="790" y="491"/>
                      <a:pt x="808" y="526"/>
                      <a:pt x="792" y="539"/>
                    </a:cubicBezTo>
                    <a:cubicBezTo>
                      <a:pt x="801" y="543"/>
                      <a:pt x="801" y="565"/>
                      <a:pt x="799" y="609"/>
                    </a:cubicBezTo>
                    <a:cubicBezTo>
                      <a:pt x="797" y="628"/>
                      <a:pt x="778" y="739"/>
                      <a:pt x="762" y="759"/>
                    </a:cubicBezTo>
                    <a:cubicBezTo>
                      <a:pt x="756" y="767"/>
                      <a:pt x="745" y="768"/>
                      <a:pt x="745" y="768"/>
                    </a:cubicBezTo>
                    <a:cubicBezTo>
                      <a:pt x="750" y="779"/>
                      <a:pt x="725" y="825"/>
                      <a:pt x="679" y="859"/>
                    </a:cubicBezTo>
                    <a:cubicBezTo>
                      <a:pt x="656" y="874"/>
                      <a:pt x="634" y="898"/>
                      <a:pt x="622" y="894"/>
                    </a:cubicBezTo>
                    <a:cubicBezTo>
                      <a:pt x="617" y="897"/>
                      <a:pt x="616" y="905"/>
                      <a:pt x="605" y="913"/>
                    </a:cubicBezTo>
                    <a:cubicBezTo>
                      <a:pt x="582" y="929"/>
                      <a:pt x="544" y="947"/>
                      <a:pt x="524" y="949"/>
                    </a:cubicBezTo>
                    <a:cubicBezTo>
                      <a:pt x="494" y="953"/>
                      <a:pt x="465" y="972"/>
                      <a:pt x="417" y="952"/>
                    </a:cubicBezTo>
                    <a:cubicBezTo>
                      <a:pt x="401" y="946"/>
                      <a:pt x="405" y="926"/>
                      <a:pt x="402" y="910"/>
                    </a:cubicBezTo>
                    <a:cubicBezTo>
                      <a:pt x="398" y="893"/>
                      <a:pt x="397" y="885"/>
                      <a:pt x="397" y="885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1" name="Freeform 281">
                <a:extLst>
                  <a:ext uri="{FF2B5EF4-FFF2-40B4-BE49-F238E27FC236}">
                    <a16:creationId xmlns:a16="http://schemas.microsoft.com/office/drawing/2014/main" id="{7215E9C3-0BD9-490F-AACE-6777E04B7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481"/>
                <a:ext cx="833" cy="627"/>
              </a:xfrm>
              <a:custGeom>
                <a:avLst/>
                <a:gdLst>
                  <a:gd name="T0" fmla="*/ 26 w 291"/>
                  <a:gd name="T1" fmla="*/ 5139 h 219"/>
                  <a:gd name="T2" fmla="*/ 212 w 291"/>
                  <a:gd name="T3" fmla="*/ 4017 h 219"/>
                  <a:gd name="T4" fmla="*/ 630 w 291"/>
                  <a:gd name="T5" fmla="*/ 3378 h 219"/>
                  <a:gd name="T6" fmla="*/ 1171 w 291"/>
                  <a:gd name="T7" fmla="*/ 2468 h 219"/>
                  <a:gd name="T8" fmla="*/ 1760 w 291"/>
                  <a:gd name="T9" fmla="*/ 1804 h 219"/>
                  <a:gd name="T10" fmla="*/ 2794 w 291"/>
                  <a:gd name="T11" fmla="*/ 656 h 219"/>
                  <a:gd name="T12" fmla="*/ 3893 w 291"/>
                  <a:gd name="T13" fmla="*/ 74 h 219"/>
                  <a:gd name="T14" fmla="*/ 5768 w 291"/>
                  <a:gd name="T15" fmla="*/ 1271 h 219"/>
                  <a:gd name="T16" fmla="*/ 6824 w 291"/>
                  <a:gd name="T17" fmla="*/ 2064 h 2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1" h="219">
                    <a:moveTo>
                      <a:pt x="1" y="219"/>
                    </a:moveTo>
                    <a:cubicBezTo>
                      <a:pt x="0" y="209"/>
                      <a:pt x="7" y="182"/>
                      <a:pt x="9" y="171"/>
                    </a:cubicBezTo>
                    <a:cubicBezTo>
                      <a:pt x="11" y="159"/>
                      <a:pt x="20" y="153"/>
                      <a:pt x="27" y="144"/>
                    </a:cubicBezTo>
                    <a:cubicBezTo>
                      <a:pt x="37" y="133"/>
                      <a:pt x="43" y="118"/>
                      <a:pt x="50" y="105"/>
                    </a:cubicBezTo>
                    <a:cubicBezTo>
                      <a:pt x="56" y="94"/>
                      <a:pt x="68" y="88"/>
                      <a:pt x="75" y="77"/>
                    </a:cubicBezTo>
                    <a:cubicBezTo>
                      <a:pt x="87" y="57"/>
                      <a:pt x="103" y="45"/>
                      <a:pt x="119" y="28"/>
                    </a:cubicBezTo>
                    <a:cubicBezTo>
                      <a:pt x="132" y="14"/>
                      <a:pt x="145" y="0"/>
                      <a:pt x="166" y="3"/>
                    </a:cubicBezTo>
                    <a:cubicBezTo>
                      <a:pt x="200" y="9"/>
                      <a:pt x="225" y="29"/>
                      <a:pt x="246" y="54"/>
                    </a:cubicBezTo>
                    <a:cubicBezTo>
                      <a:pt x="264" y="66"/>
                      <a:pt x="285" y="80"/>
                      <a:pt x="291" y="8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2" name="Freeform 282">
                <a:extLst>
                  <a:ext uri="{FF2B5EF4-FFF2-40B4-BE49-F238E27FC236}">
                    <a16:creationId xmlns:a16="http://schemas.microsoft.com/office/drawing/2014/main" id="{51B5DF61-A243-4093-A11B-D73A4E817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254"/>
                <a:ext cx="507" cy="417"/>
              </a:xfrm>
              <a:custGeom>
                <a:avLst/>
                <a:gdLst>
                  <a:gd name="T0" fmla="*/ 0 w 177"/>
                  <a:gd name="T1" fmla="*/ 0 h 146"/>
                  <a:gd name="T2" fmla="*/ 516 w 177"/>
                  <a:gd name="T3" fmla="*/ 1657 h 146"/>
                  <a:gd name="T4" fmla="*/ 1060 w 177"/>
                  <a:gd name="T5" fmla="*/ 2373 h 146"/>
                  <a:gd name="T6" fmla="*/ 1787 w 177"/>
                  <a:gd name="T7" fmla="*/ 2839 h 146"/>
                  <a:gd name="T8" fmla="*/ 2068 w 177"/>
                  <a:gd name="T9" fmla="*/ 3402 h 146"/>
                  <a:gd name="T10" fmla="*/ 2068 w 177"/>
                  <a:gd name="T11" fmla="*/ 3402 h 146"/>
                  <a:gd name="T12" fmla="*/ 2372 w 177"/>
                  <a:gd name="T13" fmla="*/ 2839 h 146"/>
                  <a:gd name="T14" fmla="*/ 3076 w 177"/>
                  <a:gd name="T15" fmla="*/ 2373 h 146"/>
                  <a:gd name="T16" fmla="*/ 3644 w 177"/>
                  <a:gd name="T17" fmla="*/ 1657 h 146"/>
                  <a:gd name="T18" fmla="*/ 4159 w 177"/>
                  <a:gd name="T19" fmla="*/ 0 h 1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7" h="146">
                    <a:moveTo>
                      <a:pt x="0" y="0"/>
                    </a:moveTo>
                    <a:cubicBezTo>
                      <a:pt x="2" y="24"/>
                      <a:pt x="8" y="50"/>
                      <a:pt x="22" y="71"/>
                    </a:cubicBezTo>
                    <a:cubicBezTo>
                      <a:pt x="29" y="81"/>
                      <a:pt x="36" y="94"/>
                      <a:pt x="45" y="102"/>
                    </a:cubicBezTo>
                    <a:cubicBezTo>
                      <a:pt x="55" y="110"/>
                      <a:pt x="67" y="115"/>
                      <a:pt x="76" y="122"/>
                    </a:cubicBezTo>
                    <a:cubicBezTo>
                      <a:pt x="85" y="130"/>
                      <a:pt x="88" y="130"/>
                      <a:pt x="88" y="14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88" y="132"/>
                      <a:pt x="91" y="130"/>
                      <a:pt x="101" y="122"/>
                    </a:cubicBezTo>
                    <a:cubicBezTo>
                      <a:pt x="110" y="115"/>
                      <a:pt x="122" y="110"/>
                      <a:pt x="131" y="102"/>
                    </a:cubicBezTo>
                    <a:cubicBezTo>
                      <a:pt x="141" y="94"/>
                      <a:pt x="148" y="81"/>
                      <a:pt x="155" y="71"/>
                    </a:cubicBezTo>
                    <a:cubicBezTo>
                      <a:pt x="168" y="50"/>
                      <a:pt x="174" y="24"/>
                      <a:pt x="177" y="0"/>
                    </a:cubicBezTo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3" name="Freeform 283">
                <a:extLst>
                  <a:ext uri="{FF2B5EF4-FFF2-40B4-BE49-F238E27FC236}">
                    <a16:creationId xmlns:a16="http://schemas.microsoft.com/office/drawing/2014/main" id="{03EAF559-21CE-439B-9F65-9D9D08575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481"/>
                <a:ext cx="887" cy="627"/>
              </a:xfrm>
              <a:custGeom>
                <a:avLst/>
                <a:gdLst>
                  <a:gd name="T0" fmla="*/ 0 w 310"/>
                  <a:gd name="T1" fmla="*/ 4131 h 219"/>
                  <a:gd name="T2" fmla="*/ 114 w 310"/>
                  <a:gd name="T3" fmla="*/ 3753 h 219"/>
                  <a:gd name="T4" fmla="*/ 426 w 310"/>
                  <a:gd name="T5" fmla="*/ 2960 h 219"/>
                  <a:gd name="T6" fmla="*/ 1474 w 310"/>
                  <a:gd name="T7" fmla="*/ 1409 h 219"/>
                  <a:gd name="T8" fmla="*/ 3373 w 310"/>
                  <a:gd name="T9" fmla="*/ 74 h 219"/>
                  <a:gd name="T10" fmla="*/ 4478 w 310"/>
                  <a:gd name="T11" fmla="*/ 656 h 219"/>
                  <a:gd name="T12" fmla="*/ 5502 w 310"/>
                  <a:gd name="T13" fmla="*/ 1804 h 219"/>
                  <a:gd name="T14" fmla="*/ 6092 w 310"/>
                  <a:gd name="T15" fmla="*/ 2468 h 219"/>
                  <a:gd name="T16" fmla="*/ 6632 w 310"/>
                  <a:gd name="T17" fmla="*/ 3378 h 219"/>
                  <a:gd name="T18" fmla="*/ 7024 w 310"/>
                  <a:gd name="T19" fmla="*/ 4017 h 219"/>
                  <a:gd name="T20" fmla="*/ 7236 w 310"/>
                  <a:gd name="T21" fmla="*/ 5139 h 2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0" h="219">
                    <a:moveTo>
                      <a:pt x="0" y="176"/>
                    </a:moveTo>
                    <a:cubicBezTo>
                      <a:pt x="0" y="172"/>
                      <a:pt x="4" y="164"/>
                      <a:pt x="5" y="160"/>
                    </a:cubicBezTo>
                    <a:cubicBezTo>
                      <a:pt x="9" y="149"/>
                      <a:pt x="13" y="137"/>
                      <a:pt x="18" y="126"/>
                    </a:cubicBezTo>
                    <a:cubicBezTo>
                      <a:pt x="30" y="103"/>
                      <a:pt x="46" y="80"/>
                      <a:pt x="63" y="60"/>
                    </a:cubicBezTo>
                    <a:cubicBezTo>
                      <a:pt x="84" y="35"/>
                      <a:pt x="110" y="9"/>
                      <a:pt x="144" y="3"/>
                    </a:cubicBezTo>
                    <a:cubicBezTo>
                      <a:pt x="165" y="0"/>
                      <a:pt x="178" y="14"/>
                      <a:pt x="191" y="28"/>
                    </a:cubicBezTo>
                    <a:cubicBezTo>
                      <a:pt x="206" y="45"/>
                      <a:pt x="223" y="57"/>
                      <a:pt x="235" y="77"/>
                    </a:cubicBezTo>
                    <a:cubicBezTo>
                      <a:pt x="242" y="88"/>
                      <a:pt x="253" y="94"/>
                      <a:pt x="260" y="105"/>
                    </a:cubicBezTo>
                    <a:cubicBezTo>
                      <a:pt x="267" y="118"/>
                      <a:pt x="273" y="133"/>
                      <a:pt x="283" y="144"/>
                    </a:cubicBezTo>
                    <a:cubicBezTo>
                      <a:pt x="290" y="153"/>
                      <a:pt x="298" y="159"/>
                      <a:pt x="300" y="171"/>
                    </a:cubicBezTo>
                    <a:cubicBezTo>
                      <a:pt x="302" y="182"/>
                      <a:pt x="310" y="209"/>
                      <a:pt x="309" y="21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4" name="Freeform 284">
                <a:extLst>
                  <a:ext uri="{FF2B5EF4-FFF2-40B4-BE49-F238E27FC236}">
                    <a16:creationId xmlns:a16="http://schemas.microsoft.com/office/drawing/2014/main" id="{8F3B5BFF-DA38-44CE-8ED5-A99745596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474"/>
                <a:ext cx="251" cy="789"/>
              </a:xfrm>
              <a:custGeom>
                <a:avLst/>
                <a:gdLst>
                  <a:gd name="T0" fmla="*/ 0 w 88"/>
                  <a:gd name="T1" fmla="*/ 212 h 276"/>
                  <a:gd name="T2" fmla="*/ 1164 w 88"/>
                  <a:gd name="T3" fmla="*/ 212 h 276"/>
                  <a:gd name="T4" fmla="*/ 1669 w 88"/>
                  <a:gd name="T5" fmla="*/ 1872 h 276"/>
                  <a:gd name="T6" fmla="*/ 975 w 88"/>
                  <a:gd name="T7" fmla="*/ 4388 h 276"/>
                  <a:gd name="T8" fmla="*/ 1018 w 88"/>
                  <a:gd name="T9" fmla="*/ 6449 h 2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276">
                    <a:moveTo>
                      <a:pt x="0" y="9"/>
                    </a:moveTo>
                    <a:cubicBezTo>
                      <a:pt x="9" y="0"/>
                      <a:pt x="38" y="4"/>
                      <a:pt x="50" y="9"/>
                    </a:cubicBezTo>
                    <a:cubicBezTo>
                      <a:pt x="63" y="14"/>
                      <a:pt x="88" y="41"/>
                      <a:pt x="72" y="80"/>
                    </a:cubicBezTo>
                    <a:cubicBezTo>
                      <a:pt x="57" y="118"/>
                      <a:pt x="41" y="150"/>
                      <a:pt x="42" y="188"/>
                    </a:cubicBezTo>
                    <a:cubicBezTo>
                      <a:pt x="44" y="225"/>
                      <a:pt x="44" y="276"/>
                      <a:pt x="44" y="276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5" name="Freeform 285">
                <a:extLst>
                  <a:ext uri="{FF2B5EF4-FFF2-40B4-BE49-F238E27FC236}">
                    <a16:creationId xmlns:a16="http://schemas.microsoft.com/office/drawing/2014/main" id="{5584BDAE-BFAE-4443-8878-A0584BA3F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155"/>
                <a:ext cx="125" cy="183"/>
              </a:xfrm>
              <a:custGeom>
                <a:avLst/>
                <a:gdLst>
                  <a:gd name="T0" fmla="*/ 0 w 44"/>
                  <a:gd name="T1" fmla="*/ 237 h 64"/>
                  <a:gd name="T2" fmla="*/ 435 w 44"/>
                  <a:gd name="T3" fmla="*/ 0 h 64"/>
                  <a:gd name="T4" fmla="*/ 645 w 44"/>
                  <a:gd name="T5" fmla="*/ 89 h 64"/>
                  <a:gd name="T6" fmla="*/ 798 w 44"/>
                  <a:gd name="T7" fmla="*/ 212 h 64"/>
                  <a:gd name="T8" fmla="*/ 1009 w 44"/>
                  <a:gd name="T9" fmla="*/ 892 h 64"/>
                  <a:gd name="T10" fmla="*/ 364 w 44"/>
                  <a:gd name="T11" fmla="*/ 1473 h 64"/>
                  <a:gd name="T12" fmla="*/ 0 w 44"/>
                  <a:gd name="T13" fmla="*/ 1244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4">
                    <a:moveTo>
                      <a:pt x="0" y="10"/>
                    </a:moveTo>
                    <a:cubicBezTo>
                      <a:pt x="0" y="3"/>
                      <a:pt x="11" y="0"/>
                      <a:pt x="19" y="0"/>
                    </a:cubicBezTo>
                    <a:cubicBezTo>
                      <a:pt x="23" y="1"/>
                      <a:pt x="26" y="4"/>
                      <a:pt x="28" y="4"/>
                    </a:cubicBezTo>
                    <a:cubicBezTo>
                      <a:pt x="30" y="5"/>
                      <a:pt x="33" y="6"/>
                      <a:pt x="35" y="9"/>
                    </a:cubicBezTo>
                    <a:cubicBezTo>
                      <a:pt x="41" y="15"/>
                      <a:pt x="44" y="26"/>
                      <a:pt x="44" y="38"/>
                    </a:cubicBezTo>
                    <a:cubicBezTo>
                      <a:pt x="44" y="55"/>
                      <a:pt x="31" y="62"/>
                      <a:pt x="16" y="63"/>
                    </a:cubicBezTo>
                    <a:cubicBezTo>
                      <a:pt x="0" y="64"/>
                      <a:pt x="0" y="58"/>
                      <a:pt x="0" y="5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6" name="Freeform 286">
                <a:extLst>
                  <a:ext uri="{FF2B5EF4-FFF2-40B4-BE49-F238E27FC236}">
                    <a16:creationId xmlns:a16="http://schemas.microsoft.com/office/drawing/2014/main" id="{AEA55DA0-32C2-43E6-BDD7-9C0376894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488"/>
                <a:ext cx="835" cy="1056"/>
              </a:xfrm>
              <a:custGeom>
                <a:avLst/>
                <a:gdLst>
                  <a:gd name="T0" fmla="*/ 0 w 292"/>
                  <a:gd name="T1" fmla="*/ 6774 h 369"/>
                  <a:gd name="T2" fmla="*/ 1095 w 292"/>
                  <a:gd name="T3" fmla="*/ 8560 h 369"/>
                  <a:gd name="T4" fmla="*/ 4112 w 292"/>
                  <a:gd name="T5" fmla="*/ 8019 h 369"/>
                  <a:gd name="T6" fmla="*/ 6100 w 292"/>
                  <a:gd name="T7" fmla="*/ 6282 h 369"/>
                  <a:gd name="T8" fmla="*/ 6640 w 292"/>
                  <a:gd name="T9" fmla="*/ 4479 h 369"/>
                  <a:gd name="T10" fmla="*/ 6614 w 292"/>
                  <a:gd name="T11" fmla="*/ 3325 h 369"/>
                  <a:gd name="T12" fmla="*/ 6248 w 292"/>
                  <a:gd name="T13" fmla="*/ 2278 h 369"/>
                  <a:gd name="T14" fmla="*/ 5796 w 292"/>
                  <a:gd name="T15" fmla="*/ 1803 h 369"/>
                  <a:gd name="T16" fmla="*/ 5193 w 292"/>
                  <a:gd name="T17" fmla="*/ 1474 h 369"/>
                  <a:gd name="T18" fmla="*/ 4630 w 292"/>
                  <a:gd name="T19" fmla="*/ 1271 h 369"/>
                  <a:gd name="T20" fmla="*/ 4089 w 292"/>
                  <a:gd name="T21" fmla="*/ 1105 h 369"/>
                  <a:gd name="T22" fmla="*/ 3812 w 292"/>
                  <a:gd name="T23" fmla="*/ 770 h 369"/>
                  <a:gd name="T24" fmla="*/ 3434 w 292"/>
                  <a:gd name="T25" fmla="*/ 541 h 369"/>
                  <a:gd name="T26" fmla="*/ 3108 w 292"/>
                  <a:gd name="T27" fmla="*/ 278 h 369"/>
                  <a:gd name="T28" fmla="*/ 2691 w 292"/>
                  <a:gd name="T29" fmla="*/ 163 h 369"/>
                  <a:gd name="T30" fmla="*/ 2265 w 292"/>
                  <a:gd name="T31" fmla="*/ 114 h 369"/>
                  <a:gd name="T32" fmla="*/ 1733 w 292"/>
                  <a:gd name="T33" fmla="*/ 26 h 3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2" h="369">
                    <a:moveTo>
                      <a:pt x="0" y="289"/>
                    </a:moveTo>
                    <a:cubicBezTo>
                      <a:pt x="0" y="323"/>
                      <a:pt x="11" y="361"/>
                      <a:pt x="47" y="365"/>
                    </a:cubicBezTo>
                    <a:cubicBezTo>
                      <a:pt x="83" y="369"/>
                      <a:pt x="136" y="359"/>
                      <a:pt x="176" y="342"/>
                    </a:cubicBezTo>
                    <a:cubicBezTo>
                      <a:pt x="215" y="325"/>
                      <a:pt x="235" y="304"/>
                      <a:pt x="261" y="268"/>
                    </a:cubicBezTo>
                    <a:cubicBezTo>
                      <a:pt x="287" y="232"/>
                      <a:pt x="279" y="211"/>
                      <a:pt x="284" y="191"/>
                    </a:cubicBezTo>
                    <a:cubicBezTo>
                      <a:pt x="290" y="170"/>
                      <a:pt x="292" y="157"/>
                      <a:pt x="283" y="142"/>
                    </a:cubicBezTo>
                    <a:cubicBezTo>
                      <a:pt x="274" y="127"/>
                      <a:pt x="277" y="103"/>
                      <a:pt x="267" y="97"/>
                    </a:cubicBezTo>
                    <a:cubicBezTo>
                      <a:pt x="266" y="91"/>
                      <a:pt x="258" y="79"/>
                      <a:pt x="248" y="77"/>
                    </a:cubicBezTo>
                    <a:cubicBezTo>
                      <a:pt x="248" y="73"/>
                      <a:pt x="232" y="63"/>
                      <a:pt x="222" y="63"/>
                    </a:cubicBezTo>
                    <a:cubicBezTo>
                      <a:pt x="222" y="59"/>
                      <a:pt x="208" y="51"/>
                      <a:pt x="198" y="54"/>
                    </a:cubicBezTo>
                    <a:cubicBezTo>
                      <a:pt x="198" y="47"/>
                      <a:pt x="184" y="45"/>
                      <a:pt x="175" y="47"/>
                    </a:cubicBezTo>
                    <a:cubicBezTo>
                      <a:pt x="175" y="44"/>
                      <a:pt x="172" y="32"/>
                      <a:pt x="163" y="33"/>
                    </a:cubicBezTo>
                    <a:cubicBezTo>
                      <a:pt x="163" y="29"/>
                      <a:pt x="157" y="22"/>
                      <a:pt x="147" y="23"/>
                    </a:cubicBezTo>
                    <a:cubicBezTo>
                      <a:pt x="147" y="23"/>
                      <a:pt x="144" y="12"/>
                      <a:pt x="133" y="12"/>
                    </a:cubicBezTo>
                    <a:cubicBezTo>
                      <a:pt x="133" y="12"/>
                      <a:pt x="127" y="5"/>
                      <a:pt x="115" y="7"/>
                    </a:cubicBezTo>
                    <a:cubicBezTo>
                      <a:pt x="115" y="7"/>
                      <a:pt x="116" y="0"/>
                      <a:pt x="97" y="5"/>
                    </a:cubicBezTo>
                    <a:cubicBezTo>
                      <a:pt x="74" y="1"/>
                      <a:pt x="74" y="1"/>
                      <a:pt x="74" y="1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7" name="Freeform 287">
                <a:extLst>
                  <a:ext uri="{FF2B5EF4-FFF2-40B4-BE49-F238E27FC236}">
                    <a16:creationId xmlns:a16="http://schemas.microsoft.com/office/drawing/2014/main" id="{FDC52C95-7C38-4FC5-A8B4-B01B010DF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543"/>
                <a:ext cx="135" cy="128"/>
              </a:xfrm>
              <a:custGeom>
                <a:avLst/>
                <a:gdLst>
                  <a:gd name="T0" fmla="*/ 405 w 47"/>
                  <a:gd name="T1" fmla="*/ 0 h 45"/>
                  <a:gd name="T2" fmla="*/ 1114 w 47"/>
                  <a:gd name="T3" fmla="*/ 922 h 45"/>
                  <a:gd name="T4" fmla="*/ 684 w 47"/>
                  <a:gd name="T5" fmla="*/ 825 h 45"/>
                  <a:gd name="T6" fmla="*/ 190 w 47"/>
                  <a:gd name="T7" fmla="*/ 737 h 45"/>
                  <a:gd name="T8" fmla="*/ 0 w 47"/>
                  <a:gd name="T9" fmla="*/ 48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5">
                    <a:moveTo>
                      <a:pt x="17" y="0"/>
                    </a:moveTo>
                    <a:cubicBezTo>
                      <a:pt x="22" y="15"/>
                      <a:pt x="34" y="29"/>
                      <a:pt x="47" y="40"/>
                    </a:cubicBezTo>
                    <a:cubicBezTo>
                      <a:pt x="39" y="45"/>
                      <a:pt x="34" y="40"/>
                      <a:pt x="29" y="36"/>
                    </a:cubicBezTo>
                    <a:cubicBezTo>
                      <a:pt x="21" y="30"/>
                      <a:pt x="16" y="33"/>
                      <a:pt x="8" y="32"/>
                    </a:cubicBezTo>
                    <a:cubicBezTo>
                      <a:pt x="10" y="21"/>
                      <a:pt x="3" y="12"/>
                      <a:pt x="0" y="2"/>
                    </a:cubicBezTo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8" name="Freeform 288">
                <a:extLst>
                  <a:ext uri="{FF2B5EF4-FFF2-40B4-BE49-F238E27FC236}">
                    <a16:creationId xmlns:a16="http://schemas.microsoft.com/office/drawing/2014/main" id="{689D60EF-2B0F-4F21-9F47-85645995D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769"/>
                <a:ext cx="587" cy="769"/>
              </a:xfrm>
              <a:custGeom>
                <a:avLst/>
                <a:gdLst>
                  <a:gd name="T0" fmla="*/ 1108 w 205"/>
                  <a:gd name="T1" fmla="*/ 1521 h 269"/>
                  <a:gd name="T2" fmla="*/ 1108 w 205"/>
                  <a:gd name="T3" fmla="*/ 3571 h 269"/>
                  <a:gd name="T4" fmla="*/ 942 w 205"/>
                  <a:gd name="T5" fmla="*/ 4437 h 269"/>
                  <a:gd name="T6" fmla="*/ 74 w 205"/>
                  <a:gd name="T7" fmla="*/ 4600 h 269"/>
                  <a:gd name="T8" fmla="*/ 541 w 205"/>
                  <a:gd name="T9" fmla="*/ 5909 h 269"/>
                  <a:gd name="T10" fmla="*/ 1712 w 205"/>
                  <a:gd name="T11" fmla="*/ 6235 h 269"/>
                  <a:gd name="T12" fmla="*/ 4413 w 205"/>
                  <a:gd name="T13" fmla="*/ 5443 h 269"/>
                  <a:gd name="T14" fmla="*/ 4813 w 205"/>
                  <a:gd name="T15" fmla="*/ 5091 h 269"/>
                  <a:gd name="T16" fmla="*/ 4206 w 205"/>
                  <a:gd name="T17" fmla="*/ 5394 h 269"/>
                  <a:gd name="T18" fmla="*/ 3871 w 205"/>
                  <a:gd name="T19" fmla="*/ 5043 h 269"/>
                  <a:gd name="T20" fmla="*/ 3542 w 205"/>
                  <a:gd name="T21" fmla="*/ 5140 h 269"/>
                  <a:gd name="T22" fmla="*/ 3871 w 205"/>
                  <a:gd name="T23" fmla="*/ 4651 h 269"/>
                  <a:gd name="T24" fmla="*/ 3428 w 205"/>
                  <a:gd name="T25" fmla="*/ 4814 h 269"/>
                  <a:gd name="T26" fmla="*/ 3568 w 205"/>
                  <a:gd name="T27" fmla="*/ 4537 h 269"/>
                  <a:gd name="T28" fmla="*/ 3009 w 205"/>
                  <a:gd name="T29" fmla="*/ 4511 h 269"/>
                  <a:gd name="T30" fmla="*/ 3150 w 205"/>
                  <a:gd name="T31" fmla="*/ 4111 h 269"/>
                  <a:gd name="T32" fmla="*/ 2609 w 205"/>
                  <a:gd name="T33" fmla="*/ 4062 h 269"/>
                  <a:gd name="T34" fmla="*/ 2583 w 205"/>
                  <a:gd name="T35" fmla="*/ 3596 h 269"/>
                  <a:gd name="T36" fmla="*/ 2984 w 205"/>
                  <a:gd name="T37" fmla="*/ 3056 h 269"/>
                  <a:gd name="T38" fmla="*/ 2961 w 205"/>
                  <a:gd name="T39" fmla="*/ 2853 h 269"/>
                  <a:gd name="T40" fmla="*/ 3173 w 205"/>
                  <a:gd name="T41" fmla="*/ 2730 h 269"/>
                  <a:gd name="T42" fmla="*/ 3568 w 205"/>
                  <a:gd name="T43" fmla="*/ 2524 h 269"/>
                  <a:gd name="T44" fmla="*/ 3871 w 205"/>
                  <a:gd name="T45" fmla="*/ 2198 h 269"/>
                  <a:gd name="T46" fmla="*/ 3943 w 205"/>
                  <a:gd name="T47" fmla="*/ 1938 h 269"/>
                  <a:gd name="T48" fmla="*/ 4181 w 205"/>
                  <a:gd name="T49" fmla="*/ 1684 h 269"/>
                  <a:gd name="T50" fmla="*/ 4370 w 205"/>
                  <a:gd name="T51" fmla="*/ 655 h 269"/>
                  <a:gd name="T52" fmla="*/ 3805 w 205"/>
                  <a:gd name="T53" fmla="*/ 1732 h 269"/>
                  <a:gd name="T54" fmla="*/ 2935 w 205"/>
                  <a:gd name="T55" fmla="*/ 2264 h 269"/>
                  <a:gd name="T56" fmla="*/ 2319 w 205"/>
                  <a:gd name="T57" fmla="*/ 2590 h 269"/>
                  <a:gd name="T58" fmla="*/ 1787 w 205"/>
                  <a:gd name="T59" fmla="*/ 2730 h 269"/>
                  <a:gd name="T60" fmla="*/ 1412 w 205"/>
                  <a:gd name="T61" fmla="*/ 2616 h 269"/>
                  <a:gd name="T62" fmla="*/ 1289 w 205"/>
                  <a:gd name="T63" fmla="*/ 1381 h 269"/>
                  <a:gd name="T64" fmla="*/ 1575 w 205"/>
                  <a:gd name="T65" fmla="*/ 0 h 269"/>
                  <a:gd name="T66" fmla="*/ 1108 w 205"/>
                  <a:gd name="T67" fmla="*/ 1306 h 26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05" h="269">
                    <a:moveTo>
                      <a:pt x="47" y="65"/>
                    </a:moveTo>
                    <a:cubicBezTo>
                      <a:pt x="42" y="92"/>
                      <a:pt x="47" y="125"/>
                      <a:pt x="47" y="153"/>
                    </a:cubicBezTo>
                    <a:cubicBezTo>
                      <a:pt x="47" y="166"/>
                      <a:pt x="50" y="181"/>
                      <a:pt x="40" y="190"/>
                    </a:cubicBezTo>
                    <a:cubicBezTo>
                      <a:pt x="31" y="199"/>
                      <a:pt x="15" y="200"/>
                      <a:pt x="3" y="197"/>
                    </a:cubicBezTo>
                    <a:cubicBezTo>
                      <a:pt x="0" y="212"/>
                      <a:pt x="12" y="242"/>
                      <a:pt x="23" y="253"/>
                    </a:cubicBezTo>
                    <a:cubicBezTo>
                      <a:pt x="37" y="269"/>
                      <a:pt x="55" y="268"/>
                      <a:pt x="73" y="267"/>
                    </a:cubicBezTo>
                    <a:cubicBezTo>
                      <a:pt x="110" y="265"/>
                      <a:pt x="157" y="255"/>
                      <a:pt x="188" y="233"/>
                    </a:cubicBezTo>
                    <a:cubicBezTo>
                      <a:pt x="194" y="229"/>
                      <a:pt x="199" y="223"/>
                      <a:pt x="205" y="218"/>
                    </a:cubicBezTo>
                    <a:cubicBezTo>
                      <a:pt x="197" y="224"/>
                      <a:pt x="188" y="230"/>
                      <a:pt x="179" y="231"/>
                    </a:cubicBezTo>
                    <a:cubicBezTo>
                      <a:pt x="164" y="233"/>
                      <a:pt x="166" y="227"/>
                      <a:pt x="165" y="216"/>
                    </a:cubicBezTo>
                    <a:cubicBezTo>
                      <a:pt x="161" y="217"/>
                      <a:pt x="155" y="219"/>
                      <a:pt x="151" y="220"/>
                    </a:cubicBezTo>
                    <a:cubicBezTo>
                      <a:pt x="152" y="212"/>
                      <a:pt x="163" y="208"/>
                      <a:pt x="165" y="199"/>
                    </a:cubicBezTo>
                    <a:cubicBezTo>
                      <a:pt x="159" y="202"/>
                      <a:pt x="152" y="206"/>
                      <a:pt x="146" y="206"/>
                    </a:cubicBezTo>
                    <a:cubicBezTo>
                      <a:pt x="146" y="202"/>
                      <a:pt x="149" y="197"/>
                      <a:pt x="152" y="194"/>
                    </a:cubicBezTo>
                    <a:cubicBezTo>
                      <a:pt x="146" y="195"/>
                      <a:pt x="132" y="197"/>
                      <a:pt x="128" y="193"/>
                    </a:cubicBezTo>
                    <a:cubicBezTo>
                      <a:pt x="136" y="190"/>
                      <a:pt x="136" y="183"/>
                      <a:pt x="134" y="176"/>
                    </a:cubicBezTo>
                    <a:cubicBezTo>
                      <a:pt x="127" y="171"/>
                      <a:pt x="119" y="173"/>
                      <a:pt x="111" y="174"/>
                    </a:cubicBezTo>
                    <a:cubicBezTo>
                      <a:pt x="108" y="168"/>
                      <a:pt x="107" y="160"/>
                      <a:pt x="110" y="154"/>
                    </a:cubicBezTo>
                    <a:cubicBezTo>
                      <a:pt x="87" y="148"/>
                      <a:pt x="124" y="135"/>
                      <a:pt x="127" y="131"/>
                    </a:cubicBezTo>
                    <a:cubicBezTo>
                      <a:pt x="129" y="129"/>
                      <a:pt x="124" y="125"/>
                      <a:pt x="126" y="122"/>
                    </a:cubicBezTo>
                    <a:cubicBezTo>
                      <a:pt x="128" y="120"/>
                      <a:pt x="132" y="119"/>
                      <a:pt x="135" y="117"/>
                    </a:cubicBezTo>
                    <a:cubicBezTo>
                      <a:pt x="140" y="113"/>
                      <a:pt x="146" y="111"/>
                      <a:pt x="152" y="108"/>
                    </a:cubicBezTo>
                    <a:cubicBezTo>
                      <a:pt x="161" y="103"/>
                      <a:pt x="162" y="102"/>
                      <a:pt x="165" y="94"/>
                    </a:cubicBezTo>
                    <a:cubicBezTo>
                      <a:pt x="167" y="91"/>
                      <a:pt x="166" y="87"/>
                      <a:pt x="168" y="83"/>
                    </a:cubicBezTo>
                    <a:cubicBezTo>
                      <a:pt x="170" y="79"/>
                      <a:pt x="175" y="76"/>
                      <a:pt x="178" y="72"/>
                    </a:cubicBezTo>
                    <a:cubicBezTo>
                      <a:pt x="186" y="58"/>
                      <a:pt x="182" y="42"/>
                      <a:pt x="186" y="28"/>
                    </a:cubicBezTo>
                    <a:cubicBezTo>
                      <a:pt x="178" y="42"/>
                      <a:pt x="173" y="60"/>
                      <a:pt x="162" y="74"/>
                    </a:cubicBezTo>
                    <a:cubicBezTo>
                      <a:pt x="153" y="86"/>
                      <a:pt x="136" y="92"/>
                      <a:pt x="125" y="97"/>
                    </a:cubicBezTo>
                    <a:cubicBezTo>
                      <a:pt x="119" y="102"/>
                      <a:pt x="110" y="107"/>
                      <a:pt x="99" y="111"/>
                    </a:cubicBezTo>
                    <a:cubicBezTo>
                      <a:pt x="87" y="115"/>
                      <a:pt x="81" y="115"/>
                      <a:pt x="76" y="117"/>
                    </a:cubicBezTo>
                    <a:cubicBezTo>
                      <a:pt x="71" y="118"/>
                      <a:pt x="65" y="119"/>
                      <a:pt x="60" y="112"/>
                    </a:cubicBezTo>
                    <a:cubicBezTo>
                      <a:pt x="55" y="105"/>
                      <a:pt x="49" y="99"/>
                      <a:pt x="55" y="59"/>
                    </a:cubicBezTo>
                    <a:cubicBezTo>
                      <a:pt x="61" y="20"/>
                      <a:pt x="67" y="0"/>
                      <a:pt x="67" y="0"/>
                    </a:cubicBezTo>
                    <a:cubicBezTo>
                      <a:pt x="67" y="0"/>
                      <a:pt x="47" y="44"/>
                      <a:pt x="47" y="56"/>
                    </a:cubicBezTo>
                  </a:path>
                </a:pathLst>
              </a:custGeom>
              <a:solidFill>
                <a:srgbClr val="D3CE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9" name="Freeform 289">
                <a:extLst>
                  <a:ext uri="{FF2B5EF4-FFF2-40B4-BE49-F238E27FC236}">
                    <a16:creationId xmlns:a16="http://schemas.microsoft.com/office/drawing/2014/main" id="{446D1CBB-015D-43B0-9180-DA64043A7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617"/>
                <a:ext cx="266" cy="114"/>
              </a:xfrm>
              <a:custGeom>
                <a:avLst/>
                <a:gdLst>
                  <a:gd name="T0" fmla="*/ 89 w 93"/>
                  <a:gd name="T1" fmla="*/ 211 h 40"/>
                  <a:gd name="T2" fmla="*/ 400 w 93"/>
                  <a:gd name="T3" fmla="*/ 413 h 40"/>
                  <a:gd name="T4" fmla="*/ 629 w 93"/>
                  <a:gd name="T5" fmla="*/ 764 h 40"/>
                  <a:gd name="T6" fmla="*/ 1144 w 93"/>
                  <a:gd name="T7" fmla="*/ 926 h 40"/>
                  <a:gd name="T8" fmla="*/ 1424 w 93"/>
                  <a:gd name="T9" fmla="*/ 878 h 40"/>
                  <a:gd name="T10" fmla="*/ 1662 w 93"/>
                  <a:gd name="T11" fmla="*/ 838 h 40"/>
                  <a:gd name="T12" fmla="*/ 1899 w 93"/>
                  <a:gd name="T13" fmla="*/ 852 h 40"/>
                  <a:gd name="T14" fmla="*/ 2177 w 93"/>
                  <a:gd name="T15" fmla="*/ 852 h 40"/>
                  <a:gd name="T16" fmla="*/ 2036 w 93"/>
                  <a:gd name="T17" fmla="*/ 764 h 40"/>
                  <a:gd name="T18" fmla="*/ 1848 w 93"/>
                  <a:gd name="T19" fmla="*/ 764 h 40"/>
                  <a:gd name="T20" fmla="*/ 1988 w 93"/>
                  <a:gd name="T21" fmla="*/ 576 h 40"/>
                  <a:gd name="T22" fmla="*/ 1473 w 93"/>
                  <a:gd name="T23" fmla="*/ 764 h 40"/>
                  <a:gd name="T24" fmla="*/ 1587 w 93"/>
                  <a:gd name="T25" fmla="*/ 513 h 40"/>
                  <a:gd name="T26" fmla="*/ 1333 w 93"/>
                  <a:gd name="T27" fmla="*/ 715 h 40"/>
                  <a:gd name="T28" fmla="*/ 1055 w 93"/>
                  <a:gd name="T29" fmla="*/ 601 h 40"/>
                  <a:gd name="T30" fmla="*/ 1244 w 93"/>
                  <a:gd name="T31" fmla="*/ 299 h 40"/>
                  <a:gd name="T32" fmla="*/ 892 w 93"/>
                  <a:gd name="T33" fmla="*/ 601 h 40"/>
                  <a:gd name="T34" fmla="*/ 932 w 93"/>
                  <a:gd name="T35" fmla="*/ 26 h 40"/>
                  <a:gd name="T36" fmla="*/ 932 w 93"/>
                  <a:gd name="T37" fmla="*/ 26 h 40"/>
                  <a:gd name="T38" fmla="*/ 629 w 93"/>
                  <a:gd name="T39" fmla="*/ 413 h 40"/>
                  <a:gd name="T40" fmla="*/ 352 w 93"/>
                  <a:gd name="T41" fmla="*/ 211 h 40"/>
                  <a:gd name="T42" fmla="*/ 0 w 93"/>
                  <a:gd name="T43" fmla="*/ 114 h 4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3" h="40">
                    <a:moveTo>
                      <a:pt x="4" y="9"/>
                    </a:moveTo>
                    <a:cubicBezTo>
                      <a:pt x="8" y="9"/>
                      <a:pt x="15" y="15"/>
                      <a:pt x="17" y="18"/>
                    </a:cubicBezTo>
                    <a:cubicBezTo>
                      <a:pt x="22" y="22"/>
                      <a:pt x="26" y="27"/>
                      <a:pt x="27" y="33"/>
                    </a:cubicBezTo>
                    <a:cubicBezTo>
                      <a:pt x="36" y="31"/>
                      <a:pt x="43" y="33"/>
                      <a:pt x="49" y="40"/>
                    </a:cubicBezTo>
                    <a:cubicBezTo>
                      <a:pt x="53" y="37"/>
                      <a:pt x="56" y="38"/>
                      <a:pt x="61" y="38"/>
                    </a:cubicBezTo>
                    <a:cubicBezTo>
                      <a:pt x="64" y="37"/>
                      <a:pt x="67" y="36"/>
                      <a:pt x="71" y="36"/>
                    </a:cubicBezTo>
                    <a:cubicBezTo>
                      <a:pt x="75" y="35"/>
                      <a:pt x="78" y="37"/>
                      <a:pt x="81" y="37"/>
                    </a:cubicBezTo>
                    <a:cubicBezTo>
                      <a:pt x="85" y="37"/>
                      <a:pt x="89" y="36"/>
                      <a:pt x="93" y="37"/>
                    </a:cubicBezTo>
                    <a:cubicBezTo>
                      <a:pt x="91" y="36"/>
                      <a:pt x="89" y="34"/>
                      <a:pt x="87" y="33"/>
                    </a:cubicBezTo>
                    <a:cubicBezTo>
                      <a:pt x="85" y="32"/>
                      <a:pt x="81" y="34"/>
                      <a:pt x="79" y="33"/>
                    </a:cubicBezTo>
                    <a:cubicBezTo>
                      <a:pt x="75" y="29"/>
                      <a:pt x="82" y="26"/>
                      <a:pt x="85" y="25"/>
                    </a:cubicBezTo>
                    <a:cubicBezTo>
                      <a:pt x="77" y="23"/>
                      <a:pt x="71" y="31"/>
                      <a:pt x="63" y="33"/>
                    </a:cubicBezTo>
                    <a:cubicBezTo>
                      <a:pt x="61" y="29"/>
                      <a:pt x="65" y="24"/>
                      <a:pt x="68" y="22"/>
                    </a:cubicBezTo>
                    <a:cubicBezTo>
                      <a:pt x="64" y="23"/>
                      <a:pt x="59" y="26"/>
                      <a:pt x="57" y="31"/>
                    </a:cubicBezTo>
                    <a:cubicBezTo>
                      <a:pt x="52" y="31"/>
                      <a:pt x="46" y="33"/>
                      <a:pt x="45" y="26"/>
                    </a:cubicBezTo>
                    <a:cubicBezTo>
                      <a:pt x="45" y="21"/>
                      <a:pt x="50" y="17"/>
                      <a:pt x="53" y="13"/>
                    </a:cubicBezTo>
                    <a:cubicBezTo>
                      <a:pt x="44" y="13"/>
                      <a:pt x="42" y="20"/>
                      <a:pt x="38" y="26"/>
                    </a:cubicBezTo>
                    <a:cubicBezTo>
                      <a:pt x="28" y="21"/>
                      <a:pt x="37" y="8"/>
                      <a:pt x="40" y="1"/>
                    </a:cubicBezTo>
                    <a:cubicBezTo>
                      <a:pt x="40" y="0"/>
                      <a:pt x="40" y="0"/>
                      <a:pt x="40" y="1"/>
                    </a:cubicBezTo>
                    <a:cubicBezTo>
                      <a:pt x="33" y="5"/>
                      <a:pt x="29" y="11"/>
                      <a:pt x="27" y="18"/>
                    </a:cubicBezTo>
                    <a:cubicBezTo>
                      <a:pt x="22" y="17"/>
                      <a:pt x="19" y="11"/>
                      <a:pt x="15" y="9"/>
                    </a:cubicBezTo>
                    <a:cubicBezTo>
                      <a:pt x="11" y="8"/>
                      <a:pt x="4" y="7"/>
                      <a:pt x="0" y="5"/>
                    </a:cubicBezTo>
                  </a:path>
                </a:pathLst>
              </a:custGeom>
              <a:solidFill>
                <a:srgbClr val="D3CE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0" name="Freeform 290">
                <a:extLst>
                  <a:ext uri="{FF2B5EF4-FFF2-40B4-BE49-F238E27FC236}">
                    <a16:creationId xmlns:a16="http://schemas.microsoft.com/office/drawing/2014/main" id="{AC56BCDD-105C-4438-BDAD-42AC592FA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3289"/>
                <a:ext cx="154" cy="143"/>
              </a:xfrm>
              <a:custGeom>
                <a:avLst/>
                <a:gdLst>
                  <a:gd name="T0" fmla="*/ 163 w 54"/>
                  <a:gd name="T1" fmla="*/ 818 h 50"/>
                  <a:gd name="T2" fmla="*/ 813 w 54"/>
                  <a:gd name="T3" fmla="*/ 440 h 50"/>
                  <a:gd name="T4" fmla="*/ 1252 w 54"/>
                  <a:gd name="T5" fmla="*/ 0 h 50"/>
                  <a:gd name="T6" fmla="*/ 716 w 54"/>
                  <a:gd name="T7" fmla="*/ 678 h 50"/>
                  <a:gd name="T8" fmla="*/ 0 w 54"/>
                  <a:gd name="T9" fmla="*/ 112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0">
                    <a:moveTo>
                      <a:pt x="7" y="35"/>
                    </a:moveTo>
                    <a:cubicBezTo>
                      <a:pt x="16" y="34"/>
                      <a:pt x="28" y="24"/>
                      <a:pt x="35" y="19"/>
                    </a:cubicBezTo>
                    <a:cubicBezTo>
                      <a:pt x="41" y="14"/>
                      <a:pt x="49" y="7"/>
                      <a:pt x="54" y="0"/>
                    </a:cubicBezTo>
                    <a:cubicBezTo>
                      <a:pt x="46" y="10"/>
                      <a:pt x="40" y="21"/>
                      <a:pt x="31" y="29"/>
                    </a:cubicBezTo>
                    <a:cubicBezTo>
                      <a:pt x="24" y="36"/>
                      <a:pt x="10" y="50"/>
                      <a:pt x="0" y="48"/>
                    </a:cubicBezTo>
                  </a:path>
                </a:pathLst>
              </a:custGeom>
              <a:solidFill>
                <a:srgbClr val="D3CE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1" name="Freeform 291">
                <a:extLst>
                  <a:ext uri="{FF2B5EF4-FFF2-40B4-BE49-F238E27FC236}">
                    <a16:creationId xmlns:a16="http://schemas.microsoft.com/office/drawing/2014/main" id="{9E55CA94-AFE3-48DC-A2D3-4C41C471F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046"/>
                <a:ext cx="361" cy="369"/>
              </a:xfrm>
              <a:custGeom>
                <a:avLst/>
                <a:gdLst>
                  <a:gd name="T0" fmla="*/ 986 w 126"/>
                  <a:gd name="T1" fmla="*/ 629 h 129"/>
                  <a:gd name="T2" fmla="*/ 986 w 126"/>
                  <a:gd name="T3" fmla="*/ 1244 h 129"/>
                  <a:gd name="T4" fmla="*/ 943 w 126"/>
                  <a:gd name="T5" fmla="*/ 1799 h 129"/>
                  <a:gd name="T6" fmla="*/ 212 w 126"/>
                  <a:gd name="T7" fmla="*/ 2366 h 129"/>
                  <a:gd name="T8" fmla="*/ 26 w 126"/>
                  <a:gd name="T9" fmla="*/ 2340 h 129"/>
                  <a:gd name="T10" fmla="*/ 74 w 126"/>
                  <a:gd name="T11" fmla="*/ 2577 h 129"/>
                  <a:gd name="T12" fmla="*/ 212 w 126"/>
                  <a:gd name="T13" fmla="*/ 2740 h 129"/>
                  <a:gd name="T14" fmla="*/ 304 w 126"/>
                  <a:gd name="T15" fmla="*/ 2692 h 129"/>
                  <a:gd name="T16" fmla="*/ 378 w 126"/>
                  <a:gd name="T17" fmla="*/ 2783 h 129"/>
                  <a:gd name="T18" fmla="*/ 607 w 126"/>
                  <a:gd name="T19" fmla="*/ 3021 h 129"/>
                  <a:gd name="T20" fmla="*/ 444 w 126"/>
                  <a:gd name="T21" fmla="*/ 2480 h 129"/>
                  <a:gd name="T22" fmla="*/ 894 w 126"/>
                  <a:gd name="T23" fmla="*/ 2692 h 129"/>
                  <a:gd name="T24" fmla="*/ 986 w 126"/>
                  <a:gd name="T25" fmla="*/ 2692 h 129"/>
                  <a:gd name="T26" fmla="*/ 822 w 126"/>
                  <a:gd name="T27" fmla="*/ 2388 h 129"/>
                  <a:gd name="T28" fmla="*/ 1175 w 126"/>
                  <a:gd name="T29" fmla="*/ 2265 h 129"/>
                  <a:gd name="T30" fmla="*/ 1034 w 126"/>
                  <a:gd name="T31" fmla="*/ 2037 h 129"/>
                  <a:gd name="T32" fmla="*/ 1175 w 126"/>
                  <a:gd name="T33" fmla="*/ 1939 h 129"/>
                  <a:gd name="T34" fmla="*/ 1312 w 126"/>
                  <a:gd name="T35" fmla="*/ 1613 h 129"/>
                  <a:gd name="T36" fmla="*/ 1060 w 126"/>
                  <a:gd name="T37" fmla="*/ 1310 h 129"/>
                  <a:gd name="T38" fmla="*/ 1338 w 126"/>
                  <a:gd name="T39" fmla="*/ 1081 h 129"/>
                  <a:gd name="T40" fmla="*/ 1312 w 126"/>
                  <a:gd name="T41" fmla="*/ 818 h 129"/>
                  <a:gd name="T42" fmla="*/ 1739 w 126"/>
                  <a:gd name="T43" fmla="*/ 792 h 129"/>
                  <a:gd name="T44" fmla="*/ 1905 w 126"/>
                  <a:gd name="T45" fmla="*/ 492 h 129"/>
                  <a:gd name="T46" fmla="*/ 2332 w 126"/>
                  <a:gd name="T47" fmla="*/ 418 h 129"/>
                  <a:gd name="T48" fmla="*/ 2750 w 126"/>
                  <a:gd name="T49" fmla="*/ 326 h 129"/>
                  <a:gd name="T50" fmla="*/ 2874 w 126"/>
                  <a:gd name="T51" fmla="*/ 189 h 129"/>
                  <a:gd name="T52" fmla="*/ 2962 w 126"/>
                  <a:gd name="T53" fmla="*/ 26 h 129"/>
                  <a:gd name="T54" fmla="*/ 2725 w 126"/>
                  <a:gd name="T55" fmla="*/ 49 h 129"/>
                  <a:gd name="T56" fmla="*/ 2495 w 126"/>
                  <a:gd name="T57" fmla="*/ 140 h 129"/>
                  <a:gd name="T58" fmla="*/ 2332 w 126"/>
                  <a:gd name="T59" fmla="*/ 277 h 129"/>
                  <a:gd name="T60" fmla="*/ 2043 w 126"/>
                  <a:gd name="T61" fmla="*/ 400 h 129"/>
                  <a:gd name="T62" fmla="*/ 1553 w 126"/>
                  <a:gd name="T63" fmla="*/ 515 h 129"/>
                  <a:gd name="T64" fmla="*/ 1060 w 126"/>
                  <a:gd name="T65" fmla="*/ 606 h 12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6" h="129">
                    <a:moveTo>
                      <a:pt x="42" y="27"/>
                    </a:moveTo>
                    <a:cubicBezTo>
                      <a:pt x="39" y="34"/>
                      <a:pt x="42" y="45"/>
                      <a:pt x="42" y="53"/>
                    </a:cubicBezTo>
                    <a:cubicBezTo>
                      <a:pt x="42" y="61"/>
                      <a:pt x="41" y="69"/>
                      <a:pt x="40" y="77"/>
                    </a:cubicBezTo>
                    <a:cubicBezTo>
                      <a:pt x="39" y="96"/>
                      <a:pt x="26" y="102"/>
                      <a:pt x="9" y="101"/>
                    </a:cubicBezTo>
                    <a:cubicBezTo>
                      <a:pt x="6" y="101"/>
                      <a:pt x="3" y="100"/>
                      <a:pt x="1" y="100"/>
                    </a:cubicBezTo>
                    <a:cubicBezTo>
                      <a:pt x="0" y="102"/>
                      <a:pt x="2" y="107"/>
                      <a:pt x="3" y="110"/>
                    </a:cubicBezTo>
                    <a:cubicBezTo>
                      <a:pt x="4" y="114"/>
                      <a:pt x="5" y="118"/>
                      <a:pt x="9" y="117"/>
                    </a:cubicBezTo>
                    <a:cubicBezTo>
                      <a:pt x="11" y="117"/>
                      <a:pt x="9" y="114"/>
                      <a:pt x="13" y="115"/>
                    </a:cubicBezTo>
                    <a:cubicBezTo>
                      <a:pt x="14" y="116"/>
                      <a:pt x="15" y="118"/>
                      <a:pt x="16" y="119"/>
                    </a:cubicBezTo>
                    <a:cubicBezTo>
                      <a:pt x="19" y="122"/>
                      <a:pt x="22" y="127"/>
                      <a:pt x="26" y="129"/>
                    </a:cubicBezTo>
                    <a:cubicBezTo>
                      <a:pt x="26" y="122"/>
                      <a:pt x="11" y="112"/>
                      <a:pt x="19" y="106"/>
                    </a:cubicBezTo>
                    <a:cubicBezTo>
                      <a:pt x="26" y="100"/>
                      <a:pt x="33" y="112"/>
                      <a:pt x="38" y="115"/>
                    </a:cubicBezTo>
                    <a:cubicBezTo>
                      <a:pt x="40" y="114"/>
                      <a:pt x="41" y="114"/>
                      <a:pt x="42" y="115"/>
                    </a:cubicBezTo>
                    <a:cubicBezTo>
                      <a:pt x="39" y="113"/>
                      <a:pt x="33" y="106"/>
                      <a:pt x="35" y="102"/>
                    </a:cubicBezTo>
                    <a:cubicBezTo>
                      <a:pt x="37" y="99"/>
                      <a:pt x="47" y="96"/>
                      <a:pt x="50" y="97"/>
                    </a:cubicBezTo>
                    <a:cubicBezTo>
                      <a:pt x="49" y="94"/>
                      <a:pt x="45" y="90"/>
                      <a:pt x="44" y="87"/>
                    </a:cubicBezTo>
                    <a:cubicBezTo>
                      <a:pt x="47" y="86"/>
                      <a:pt x="49" y="85"/>
                      <a:pt x="50" y="83"/>
                    </a:cubicBezTo>
                    <a:cubicBezTo>
                      <a:pt x="45" y="76"/>
                      <a:pt x="54" y="74"/>
                      <a:pt x="56" y="69"/>
                    </a:cubicBezTo>
                    <a:cubicBezTo>
                      <a:pt x="50" y="68"/>
                      <a:pt x="48" y="60"/>
                      <a:pt x="45" y="56"/>
                    </a:cubicBezTo>
                    <a:cubicBezTo>
                      <a:pt x="51" y="56"/>
                      <a:pt x="64" y="56"/>
                      <a:pt x="57" y="46"/>
                    </a:cubicBezTo>
                    <a:cubicBezTo>
                      <a:pt x="56" y="44"/>
                      <a:pt x="45" y="30"/>
                      <a:pt x="56" y="35"/>
                    </a:cubicBezTo>
                    <a:cubicBezTo>
                      <a:pt x="55" y="27"/>
                      <a:pt x="70" y="36"/>
                      <a:pt x="74" y="34"/>
                    </a:cubicBezTo>
                    <a:cubicBezTo>
                      <a:pt x="76" y="28"/>
                      <a:pt x="73" y="25"/>
                      <a:pt x="81" y="21"/>
                    </a:cubicBezTo>
                    <a:cubicBezTo>
                      <a:pt x="87" y="19"/>
                      <a:pt x="93" y="20"/>
                      <a:pt x="99" y="18"/>
                    </a:cubicBezTo>
                    <a:cubicBezTo>
                      <a:pt x="105" y="16"/>
                      <a:pt x="111" y="15"/>
                      <a:pt x="117" y="14"/>
                    </a:cubicBezTo>
                    <a:cubicBezTo>
                      <a:pt x="122" y="12"/>
                      <a:pt x="120" y="12"/>
                      <a:pt x="122" y="8"/>
                    </a:cubicBezTo>
                    <a:cubicBezTo>
                      <a:pt x="123" y="6"/>
                      <a:pt x="125" y="3"/>
                      <a:pt x="126" y="1"/>
                    </a:cubicBezTo>
                    <a:cubicBezTo>
                      <a:pt x="122" y="0"/>
                      <a:pt x="119" y="1"/>
                      <a:pt x="116" y="2"/>
                    </a:cubicBezTo>
                    <a:cubicBezTo>
                      <a:pt x="113" y="4"/>
                      <a:pt x="109" y="5"/>
                      <a:pt x="106" y="6"/>
                    </a:cubicBezTo>
                    <a:cubicBezTo>
                      <a:pt x="103" y="7"/>
                      <a:pt x="102" y="10"/>
                      <a:pt x="99" y="12"/>
                    </a:cubicBezTo>
                    <a:cubicBezTo>
                      <a:pt x="96" y="14"/>
                      <a:pt x="91" y="16"/>
                      <a:pt x="87" y="17"/>
                    </a:cubicBezTo>
                    <a:cubicBezTo>
                      <a:pt x="80" y="19"/>
                      <a:pt x="73" y="20"/>
                      <a:pt x="66" y="22"/>
                    </a:cubicBezTo>
                    <a:cubicBezTo>
                      <a:pt x="61" y="23"/>
                      <a:pt x="49" y="28"/>
                      <a:pt x="45" y="26"/>
                    </a:cubicBezTo>
                  </a:path>
                </a:pathLst>
              </a:custGeom>
              <a:solidFill>
                <a:srgbClr val="B6AD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2" name="Freeform 292">
                <a:extLst>
                  <a:ext uri="{FF2B5EF4-FFF2-40B4-BE49-F238E27FC236}">
                    <a16:creationId xmlns:a16="http://schemas.microsoft.com/office/drawing/2014/main" id="{3A491419-A33E-4FB5-8A51-1401E8798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058"/>
                <a:ext cx="138" cy="97"/>
              </a:xfrm>
              <a:custGeom>
                <a:avLst/>
                <a:gdLst>
                  <a:gd name="T0" fmla="*/ 1141 w 48"/>
                  <a:gd name="T1" fmla="*/ 0 h 34"/>
                  <a:gd name="T2" fmla="*/ 0 w 48"/>
                  <a:gd name="T3" fmla="*/ 790 h 34"/>
                  <a:gd name="T4" fmla="*/ 1141 w 48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4">
                    <a:moveTo>
                      <a:pt x="48" y="0"/>
                    </a:moveTo>
                    <a:cubicBezTo>
                      <a:pt x="35" y="18"/>
                      <a:pt x="10" y="33"/>
                      <a:pt x="0" y="34"/>
                    </a:cubicBezTo>
                    <a:cubicBezTo>
                      <a:pt x="20" y="34"/>
                      <a:pt x="39" y="15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3" name="Freeform 293">
                <a:extLst>
                  <a:ext uri="{FF2B5EF4-FFF2-40B4-BE49-F238E27FC236}">
                    <a16:creationId xmlns:a16="http://schemas.microsoft.com/office/drawing/2014/main" id="{7EE95E73-D038-4D49-864B-D6AACBC52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737"/>
                <a:ext cx="80" cy="255"/>
              </a:xfrm>
              <a:custGeom>
                <a:avLst/>
                <a:gdLst>
                  <a:gd name="T0" fmla="*/ 654 w 28"/>
                  <a:gd name="T1" fmla="*/ 0 h 89"/>
                  <a:gd name="T2" fmla="*/ 0 w 28"/>
                  <a:gd name="T3" fmla="*/ 2094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9">
                    <a:moveTo>
                      <a:pt x="28" y="0"/>
                    </a:moveTo>
                    <a:cubicBezTo>
                      <a:pt x="11" y="36"/>
                      <a:pt x="3" y="72"/>
                      <a:pt x="0" y="8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4" name="Freeform 294">
                <a:extLst>
                  <a:ext uri="{FF2B5EF4-FFF2-40B4-BE49-F238E27FC236}">
                    <a16:creationId xmlns:a16="http://schemas.microsoft.com/office/drawing/2014/main" id="{2DA86D8B-A02D-416C-8DC7-F4D26C927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826"/>
                <a:ext cx="89" cy="180"/>
              </a:xfrm>
              <a:custGeom>
                <a:avLst/>
                <a:gdLst>
                  <a:gd name="T0" fmla="*/ 735 w 31"/>
                  <a:gd name="T1" fmla="*/ 0 h 63"/>
                  <a:gd name="T2" fmla="*/ 0 w 31"/>
                  <a:gd name="T3" fmla="*/ 1469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3">
                    <a:moveTo>
                      <a:pt x="31" y="0"/>
                    </a:moveTo>
                    <a:cubicBezTo>
                      <a:pt x="15" y="26"/>
                      <a:pt x="6" y="45"/>
                      <a:pt x="0" y="6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5" name="Freeform 295">
                <a:extLst>
                  <a:ext uri="{FF2B5EF4-FFF2-40B4-BE49-F238E27FC236}">
                    <a16:creationId xmlns:a16="http://schemas.microsoft.com/office/drawing/2014/main" id="{72CF2525-7101-4FB1-8CF1-0A91851DE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2840"/>
                <a:ext cx="105" cy="206"/>
              </a:xfrm>
              <a:custGeom>
                <a:avLst/>
                <a:gdLst>
                  <a:gd name="T0" fmla="*/ 846 w 37"/>
                  <a:gd name="T1" fmla="*/ 0 h 72"/>
                  <a:gd name="T2" fmla="*/ 0 w 37"/>
                  <a:gd name="T3" fmla="*/ 168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72">
                    <a:moveTo>
                      <a:pt x="37" y="0"/>
                    </a:moveTo>
                    <a:cubicBezTo>
                      <a:pt x="32" y="14"/>
                      <a:pt x="11" y="58"/>
                      <a:pt x="0" y="7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6" name="Freeform 296">
                <a:extLst>
                  <a:ext uri="{FF2B5EF4-FFF2-40B4-BE49-F238E27FC236}">
                    <a16:creationId xmlns:a16="http://schemas.microsoft.com/office/drawing/2014/main" id="{9DCD825E-7BC4-4428-9BF5-6BC397954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909"/>
                <a:ext cx="60" cy="103"/>
              </a:xfrm>
              <a:custGeom>
                <a:avLst/>
                <a:gdLst>
                  <a:gd name="T0" fmla="*/ 489 w 21"/>
                  <a:gd name="T1" fmla="*/ 0 h 36"/>
                  <a:gd name="T2" fmla="*/ 0 w 21"/>
                  <a:gd name="T3" fmla="*/ 844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21" y="0"/>
                    </a:moveTo>
                    <a:cubicBezTo>
                      <a:pt x="14" y="18"/>
                      <a:pt x="9" y="26"/>
                      <a:pt x="0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7" name="Freeform 297">
                <a:extLst>
                  <a:ext uri="{FF2B5EF4-FFF2-40B4-BE49-F238E27FC236}">
                    <a16:creationId xmlns:a16="http://schemas.microsoft.com/office/drawing/2014/main" id="{AC98D136-762D-4416-AF3A-F2293B350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075"/>
                <a:ext cx="155" cy="134"/>
              </a:xfrm>
              <a:custGeom>
                <a:avLst/>
                <a:gdLst>
                  <a:gd name="T0" fmla="*/ 1277 w 54"/>
                  <a:gd name="T1" fmla="*/ 0 h 47"/>
                  <a:gd name="T2" fmla="*/ 0 w 54"/>
                  <a:gd name="T3" fmla="*/ 1089 h 47"/>
                  <a:gd name="T4" fmla="*/ 1277 w 54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7">
                    <a:moveTo>
                      <a:pt x="54" y="0"/>
                    </a:moveTo>
                    <a:cubicBezTo>
                      <a:pt x="44" y="16"/>
                      <a:pt x="22" y="42"/>
                      <a:pt x="0" y="47"/>
                    </a:cubicBezTo>
                    <a:cubicBezTo>
                      <a:pt x="30" y="39"/>
                      <a:pt x="43" y="26"/>
                      <a:pt x="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8" name="Freeform 298">
                <a:extLst>
                  <a:ext uri="{FF2B5EF4-FFF2-40B4-BE49-F238E27FC236}">
                    <a16:creationId xmlns:a16="http://schemas.microsoft.com/office/drawing/2014/main" id="{0E02990B-BB97-4900-A610-147D3508A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674"/>
                <a:ext cx="100" cy="23"/>
              </a:xfrm>
              <a:custGeom>
                <a:avLst/>
                <a:gdLst>
                  <a:gd name="T0" fmla="*/ 0 w 35"/>
                  <a:gd name="T1" fmla="*/ 190 h 8"/>
                  <a:gd name="T2" fmla="*/ 817 w 35"/>
                  <a:gd name="T3" fmla="*/ 7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8">
                    <a:moveTo>
                      <a:pt x="0" y="8"/>
                    </a:moveTo>
                    <a:cubicBezTo>
                      <a:pt x="16" y="0"/>
                      <a:pt x="29" y="2"/>
                      <a:pt x="3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9" name="Freeform 299">
                <a:extLst>
                  <a:ext uri="{FF2B5EF4-FFF2-40B4-BE49-F238E27FC236}">
                    <a16:creationId xmlns:a16="http://schemas.microsoft.com/office/drawing/2014/main" id="{D685E755-0C08-49FD-B7F3-CB17C069D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651"/>
                <a:ext cx="63" cy="26"/>
              </a:xfrm>
              <a:custGeom>
                <a:avLst/>
                <a:gdLst>
                  <a:gd name="T0" fmla="*/ 0 w 22"/>
                  <a:gd name="T1" fmla="*/ 217 h 9"/>
                  <a:gd name="T2" fmla="*/ 515 w 2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9"/>
                    </a:moveTo>
                    <a:cubicBezTo>
                      <a:pt x="10" y="4"/>
                      <a:pt x="16" y="0"/>
                      <a:pt x="2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0" name="Freeform 300">
                <a:extLst>
                  <a:ext uri="{FF2B5EF4-FFF2-40B4-BE49-F238E27FC236}">
                    <a16:creationId xmlns:a16="http://schemas.microsoft.com/office/drawing/2014/main" id="{132F8CCA-8E98-4A45-BA8E-6AB845251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594"/>
                <a:ext cx="46" cy="46"/>
              </a:xfrm>
              <a:custGeom>
                <a:avLst/>
                <a:gdLst>
                  <a:gd name="T0" fmla="*/ 0 w 16"/>
                  <a:gd name="T1" fmla="*/ 380 h 16"/>
                  <a:gd name="T2" fmla="*/ 380 w 1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0" y="16"/>
                    </a:moveTo>
                    <a:cubicBezTo>
                      <a:pt x="6" y="4"/>
                      <a:pt x="16" y="0"/>
                      <a:pt x="1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1" name="Freeform 301">
                <a:extLst>
                  <a:ext uri="{FF2B5EF4-FFF2-40B4-BE49-F238E27FC236}">
                    <a16:creationId xmlns:a16="http://schemas.microsoft.com/office/drawing/2014/main" id="{F01B8A6D-9D5B-4FE9-9D7D-8691CA8C4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2565"/>
                <a:ext cx="60" cy="43"/>
              </a:xfrm>
              <a:custGeom>
                <a:avLst/>
                <a:gdLst>
                  <a:gd name="T0" fmla="*/ 0 w 21"/>
                  <a:gd name="T1" fmla="*/ 353 h 15"/>
                  <a:gd name="T2" fmla="*/ 489 w 21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0" y="15"/>
                    </a:moveTo>
                    <a:cubicBezTo>
                      <a:pt x="4" y="6"/>
                      <a:pt x="17" y="1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2" name="Freeform 302">
                <a:extLst>
                  <a:ext uri="{FF2B5EF4-FFF2-40B4-BE49-F238E27FC236}">
                    <a16:creationId xmlns:a16="http://schemas.microsoft.com/office/drawing/2014/main" id="{19A4A3C2-9B40-47CE-8AB9-4EE45978B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543"/>
                <a:ext cx="49" cy="45"/>
              </a:xfrm>
              <a:custGeom>
                <a:avLst/>
                <a:gdLst>
                  <a:gd name="T0" fmla="*/ 0 w 17"/>
                  <a:gd name="T1" fmla="*/ 357 h 16"/>
                  <a:gd name="T2" fmla="*/ 406 w 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16"/>
                    </a:moveTo>
                    <a:cubicBezTo>
                      <a:pt x="7" y="4"/>
                      <a:pt x="15" y="0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3" name="Freeform 303">
                <a:extLst>
                  <a:ext uri="{FF2B5EF4-FFF2-40B4-BE49-F238E27FC236}">
                    <a16:creationId xmlns:a16="http://schemas.microsoft.com/office/drawing/2014/main" id="{3805A900-6710-4895-81AA-EB9F04924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474"/>
                <a:ext cx="251" cy="789"/>
              </a:xfrm>
              <a:custGeom>
                <a:avLst/>
                <a:gdLst>
                  <a:gd name="T0" fmla="*/ 2042 w 88"/>
                  <a:gd name="T1" fmla="*/ 212 h 276"/>
                  <a:gd name="T2" fmla="*/ 878 w 88"/>
                  <a:gd name="T3" fmla="*/ 212 h 276"/>
                  <a:gd name="T4" fmla="*/ 374 w 88"/>
                  <a:gd name="T5" fmla="*/ 1872 h 276"/>
                  <a:gd name="T6" fmla="*/ 1067 w 88"/>
                  <a:gd name="T7" fmla="*/ 4388 h 276"/>
                  <a:gd name="T8" fmla="*/ 1018 w 88"/>
                  <a:gd name="T9" fmla="*/ 6449 h 2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276">
                    <a:moveTo>
                      <a:pt x="88" y="9"/>
                    </a:moveTo>
                    <a:cubicBezTo>
                      <a:pt x="79" y="0"/>
                      <a:pt x="50" y="4"/>
                      <a:pt x="38" y="9"/>
                    </a:cubicBezTo>
                    <a:cubicBezTo>
                      <a:pt x="25" y="14"/>
                      <a:pt x="0" y="41"/>
                      <a:pt x="16" y="80"/>
                    </a:cubicBezTo>
                    <a:cubicBezTo>
                      <a:pt x="31" y="118"/>
                      <a:pt x="47" y="150"/>
                      <a:pt x="46" y="188"/>
                    </a:cubicBezTo>
                    <a:cubicBezTo>
                      <a:pt x="44" y="225"/>
                      <a:pt x="44" y="276"/>
                      <a:pt x="44" y="276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4" name="Freeform 304">
                <a:extLst>
                  <a:ext uri="{FF2B5EF4-FFF2-40B4-BE49-F238E27FC236}">
                    <a16:creationId xmlns:a16="http://schemas.microsoft.com/office/drawing/2014/main" id="{7323FBBF-FC40-49FC-89E4-463E63957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155"/>
                <a:ext cx="125" cy="183"/>
              </a:xfrm>
              <a:custGeom>
                <a:avLst/>
                <a:gdLst>
                  <a:gd name="T0" fmla="*/ 1009 w 44"/>
                  <a:gd name="T1" fmla="*/ 237 h 64"/>
                  <a:gd name="T2" fmla="*/ 574 w 44"/>
                  <a:gd name="T3" fmla="*/ 0 h 64"/>
                  <a:gd name="T4" fmla="*/ 364 w 44"/>
                  <a:gd name="T5" fmla="*/ 89 h 64"/>
                  <a:gd name="T6" fmla="*/ 210 w 44"/>
                  <a:gd name="T7" fmla="*/ 212 h 64"/>
                  <a:gd name="T8" fmla="*/ 0 w 44"/>
                  <a:gd name="T9" fmla="*/ 892 h 64"/>
                  <a:gd name="T10" fmla="*/ 645 w 44"/>
                  <a:gd name="T11" fmla="*/ 1473 h 64"/>
                  <a:gd name="T12" fmla="*/ 1009 w 44"/>
                  <a:gd name="T13" fmla="*/ 1244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4">
                    <a:moveTo>
                      <a:pt x="44" y="10"/>
                    </a:moveTo>
                    <a:cubicBezTo>
                      <a:pt x="44" y="3"/>
                      <a:pt x="34" y="0"/>
                      <a:pt x="25" y="0"/>
                    </a:cubicBezTo>
                    <a:cubicBezTo>
                      <a:pt x="21" y="1"/>
                      <a:pt x="18" y="4"/>
                      <a:pt x="16" y="4"/>
                    </a:cubicBezTo>
                    <a:cubicBezTo>
                      <a:pt x="14" y="5"/>
                      <a:pt x="11" y="6"/>
                      <a:pt x="9" y="9"/>
                    </a:cubicBezTo>
                    <a:cubicBezTo>
                      <a:pt x="3" y="15"/>
                      <a:pt x="0" y="26"/>
                      <a:pt x="0" y="38"/>
                    </a:cubicBezTo>
                    <a:cubicBezTo>
                      <a:pt x="0" y="55"/>
                      <a:pt x="13" y="62"/>
                      <a:pt x="28" y="63"/>
                    </a:cubicBezTo>
                    <a:cubicBezTo>
                      <a:pt x="44" y="64"/>
                      <a:pt x="44" y="58"/>
                      <a:pt x="44" y="5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5" name="Freeform 305">
                <a:extLst>
                  <a:ext uri="{FF2B5EF4-FFF2-40B4-BE49-F238E27FC236}">
                    <a16:creationId xmlns:a16="http://schemas.microsoft.com/office/drawing/2014/main" id="{D2C0B86B-3FC8-4751-8A63-83E66C565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488"/>
                <a:ext cx="835" cy="1056"/>
              </a:xfrm>
              <a:custGeom>
                <a:avLst/>
                <a:gdLst>
                  <a:gd name="T0" fmla="*/ 6829 w 292"/>
                  <a:gd name="T1" fmla="*/ 6774 h 369"/>
                  <a:gd name="T2" fmla="*/ 5733 w 292"/>
                  <a:gd name="T3" fmla="*/ 8560 h 369"/>
                  <a:gd name="T4" fmla="*/ 2714 w 292"/>
                  <a:gd name="T5" fmla="*/ 8019 h 369"/>
                  <a:gd name="T6" fmla="*/ 729 w 292"/>
                  <a:gd name="T7" fmla="*/ 6282 h 369"/>
                  <a:gd name="T8" fmla="*/ 189 w 292"/>
                  <a:gd name="T9" fmla="*/ 4479 h 369"/>
                  <a:gd name="T10" fmla="*/ 212 w 292"/>
                  <a:gd name="T11" fmla="*/ 3325 h 369"/>
                  <a:gd name="T12" fmla="*/ 580 w 292"/>
                  <a:gd name="T13" fmla="*/ 2278 h 369"/>
                  <a:gd name="T14" fmla="*/ 1029 w 292"/>
                  <a:gd name="T15" fmla="*/ 1803 h 369"/>
                  <a:gd name="T16" fmla="*/ 1636 w 292"/>
                  <a:gd name="T17" fmla="*/ 1474 h 369"/>
                  <a:gd name="T18" fmla="*/ 2199 w 292"/>
                  <a:gd name="T19" fmla="*/ 1271 h 369"/>
                  <a:gd name="T20" fmla="*/ 2739 w 292"/>
                  <a:gd name="T21" fmla="*/ 1105 h 369"/>
                  <a:gd name="T22" fmla="*/ 3017 w 292"/>
                  <a:gd name="T23" fmla="*/ 770 h 369"/>
                  <a:gd name="T24" fmla="*/ 3394 w 292"/>
                  <a:gd name="T25" fmla="*/ 541 h 369"/>
                  <a:gd name="T26" fmla="*/ 3720 w 292"/>
                  <a:gd name="T27" fmla="*/ 278 h 369"/>
                  <a:gd name="T28" fmla="*/ 4138 w 292"/>
                  <a:gd name="T29" fmla="*/ 163 h 369"/>
                  <a:gd name="T30" fmla="*/ 4564 w 292"/>
                  <a:gd name="T31" fmla="*/ 114 h 369"/>
                  <a:gd name="T32" fmla="*/ 5096 w 292"/>
                  <a:gd name="T33" fmla="*/ 26 h 3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2" h="369">
                    <a:moveTo>
                      <a:pt x="292" y="289"/>
                    </a:moveTo>
                    <a:cubicBezTo>
                      <a:pt x="292" y="323"/>
                      <a:pt x="281" y="361"/>
                      <a:pt x="245" y="365"/>
                    </a:cubicBezTo>
                    <a:cubicBezTo>
                      <a:pt x="209" y="369"/>
                      <a:pt x="156" y="359"/>
                      <a:pt x="116" y="342"/>
                    </a:cubicBezTo>
                    <a:cubicBezTo>
                      <a:pt x="77" y="325"/>
                      <a:pt x="57" y="304"/>
                      <a:pt x="31" y="268"/>
                    </a:cubicBezTo>
                    <a:cubicBezTo>
                      <a:pt x="5" y="232"/>
                      <a:pt x="13" y="211"/>
                      <a:pt x="8" y="191"/>
                    </a:cubicBezTo>
                    <a:cubicBezTo>
                      <a:pt x="2" y="170"/>
                      <a:pt x="0" y="157"/>
                      <a:pt x="9" y="142"/>
                    </a:cubicBezTo>
                    <a:cubicBezTo>
                      <a:pt x="18" y="127"/>
                      <a:pt x="15" y="103"/>
                      <a:pt x="25" y="97"/>
                    </a:cubicBezTo>
                    <a:cubicBezTo>
                      <a:pt x="26" y="91"/>
                      <a:pt x="34" y="79"/>
                      <a:pt x="44" y="77"/>
                    </a:cubicBezTo>
                    <a:cubicBezTo>
                      <a:pt x="44" y="73"/>
                      <a:pt x="60" y="63"/>
                      <a:pt x="70" y="63"/>
                    </a:cubicBezTo>
                    <a:cubicBezTo>
                      <a:pt x="70" y="59"/>
                      <a:pt x="84" y="51"/>
                      <a:pt x="94" y="54"/>
                    </a:cubicBezTo>
                    <a:cubicBezTo>
                      <a:pt x="94" y="47"/>
                      <a:pt x="108" y="45"/>
                      <a:pt x="117" y="47"/>
                    </a:cubicBezTo>
                    <a:cubicBezTo>
                      <a:pt x="117" y="44"/>
                      <a:pt x="120" y="32"/>
                      <a:pt x="129" y="33"/>
                    </a:cubicBezTo>
                    <a:cubicBezTo>
                      <a:pt x="129" y="29"/>
                      <a:pt x="135" y="22"/>
                      <a:pt x="145" y="23"/>
                    </a:cubicBezTo>
                    <a:cubicBezTo>
                      <a:pt x="145" y="23"/>
                      <a:pt x="148" y="12"/>
                      <a:pt x="159" y="12"/>
                    </a:cubicBezTo>
                    <a:cubicBezTo>
                      <a:pt x="159" y="12"/>
                      <a:pt x="165" y="5"/>
                      <a:pt x="177" y="7"/>
                    </a:cubicBezTo>
                    <a:cubicBezTo>
                      <a:pt x="177" y="7"/>
                      <a:pt x="176" y="0"/>
                      <a:pt x="195" y="5"/>
                    </a:cubicBezTo>
                    <a:cubicBezTo>
                      <a:pt x="218" y="1"/>
                      <a:pt x="218" y="1"/>
                      <a:pt x="218" y="1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6" name="Freeform 306">
                <a:extLst>
                  <a:ext uri="{FF2B5EF4-FFF2-40B4-BE49-F238E27FC236}">
                    <a16:creationId xmlns:a16="http://schemas.microsoft.com/office/drawing/2014/main" id="{06D234F8-DF52-47B6-8D97-4D1C9B069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131"/>
                <a:ext cx="606" cy="1235"/>
              </a:xfrm>
              <a:custGeom>
                <a:avLst/>
                <a:gdLst>
                  <a:gd name="T0" fmla="*/ 2401 w 212"/>
                  <a:gd name="T1" fmla="*/ 9554 h 432"/>
                  <a:gd name="T2" fmla="*/ 1586 w 212"/>
                  <a:gd name="T3" fmla="*/ 9694 h 432"/>
                  <a:gd name="T4" fmla="*/ 1381 w 212"/>
                  <a:gd name="T5" fmla="*/ 9062 h 432"/>
                  <a:gd name="T6" fmla="*/ 1421 w 212"/>
                  <a:gd name="T7" fmla="*/ 6824 h 432"/>
                  <a:gd name="T8" fmla="*/ 703 w 212"/>
                  <a:gd name="T9" fmla="*/ 4603 h 432"/>
                  <a:gd name="T10" fmla="*/ 726 w 212"/>
                  <a:gd name="T11" fmla="*/ 3571 h 432"/>
                  <a:gd name="T12" fmla="*/ 114 w 212"/>
                  <a:gd name="T13" fmla="*/ 2919 h 432"/>
                  <a:gd name="T14" fmla="*/ 326 w 212"/>
                  <a:gd name="T15" fmla="*/ 1635 h 432"/>
                  <a:gd name="T16" fmla="*/ 1421 w 212"/>
                  <a:gd name="T17" fmla="*/ 89 h 432"/>
                  <a:gd name="T18" fmla="*/ 2401 w 212"/>
                  <a:gd name="T19" fmla="*/ 212 h 432"/>
                  <a:gd name="T20" fmla="*/ 2550 w 212"/>
                  <a:gd name="T21" fmla="*/ 212 h 432"/>
                  <a:gd name="T22" fmla="*/ 3530 w 212"/>
                  <a:gd name="T23" fmla="*/ 89 h 432"/>
                  <a:gd name="T24" fmla="*/ 4625 w 212"/>
                  <a:gd name="T25" fmla="*/ 1635 h 432"/>
                  <a:gd name="T26" fmla="*/ 4837 w 212"/>
                  <a:gd name="T27" fmla="*/ 2919 h 432"/>
                  <a:gd name="T28" fmla="*/ 4225 w 212"/>
                  <a:gd name="T29" fmla="*/ 3571 h 432"/>
                  <a:gd name="T30" fmla="*/ 4248 w 212"/>
                  <a:gd name="T31" fmla="*/ 4603 h 432"/>
                  <a:gd name="T32" fmla="*/ 3530 w 212"/>
                  <a:gd name="T33" fmla="*/ 6824 h 432"/>
                  <a:gd name="T34" fmla="*/ 3570 w 212"/>
                  <a:gd name="T35" fmla="*/ 9062 h 432"/>
                  <a:gd name="T36" fmla="*/ 3367 w 212"/>
                  <a:gd name="T37" fmla="*/ 9694 h 432"/>
                  <a:gd name="T38" fmla="*/ 2550 w 212"/>
                  <a:gd name="T39" fmla="*/ 9554 h 4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12" h="432">
                    <a:moveTo>
                      <a:pt x="103" y="409"/>
                    </a:moveTo>
                    <a:cubicBezTo>
                      <a:pt x="101" y="432"/>
                      <a:pt x="78" y="420"/>
                      <a:pt x="68" y="415"/>
                    </a:cubicBezTo>
                    <a:cubicBezTo>
                      <a:pt x="58" y="410"/>
                      <a:pt x="59" y="388"/>
                      <a:pt x="59" y="388"/>
                    </a:cubicBezTo>
                    <a:cubicBezTo>
                      <a:pt x="59" y="388"/>
                      <a:pt x="60" y="316"/>
                      <a:pt x="61" y="292"/>
                    </a:cubicBezTo>
                    <a:cubicBezTo>
                      <a:pt x="61" y="268"/>
                      <a:pt x="37" y="216"/>
                      <a:pt x="30" y="197"/>
                    </a:cubicBezTo>
                    <a:cubicBezTo>
                      <a:pt x="23" y="178"/>
                      <a:pt x="26" y="169"/>
                      <a:pt x="31" y="153"/>
                    </a:cubicBezTo>
                    <a:cubicBezTo>
                      <a:pt x="31" y="153"/>
                      <a:pt x="9" y="141"/>
                      <a:pt x="5" y="125"/>
                    </a:cubicBezTo>
                    <a:cubicBezTo>
                      <a:pt x="2" y="110"/>
                      <a:pt x="0" y="90"/>
                      <a:pt x="14" y="70"/>
                    </a:cubicBezTo>
                    <a:cubicBezTo>
                      <a:pt x="28" y="50"/>
                      <a:pt x="43" y="8"/>
                      <a:pt x="61" y="4"/>
                    </a:cubicBezTo>
                    <a:cubicBezTo>
                      <a:pt x="79" y="0"/>
                      <a:pt x="90" y="9"/>
                      <a:pt x="103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22" y="9"/>
                      <a:pt x="133" y="0"/>
                      <a:pt x="151" y="4"/>
                    </a:cubicBezTo>
                    <a:cubicBezTo>
                      <a:pt x="169" y="8"/>
                      <a:pt x="184" y="50"/>
                      <a:pt x="198" y="70"/>
                    </a:cubicBezTo>
                    <a:cubicBezTo>
                      <a:pt x="212" y="90"/>
                      <a:pt x="210" y="110"/>
                      <a:pt x="207" y="125"/>
                    </a:cubicBezTo>
                    <a:cubicBezTo>
                      <a:pt x="203" y="141"/>
                      <a:pt x="181" y="153"/>
                      <a:pt x="181" y="153"/>
                    </a:cubicBezTo>
                    <a:cubicBezTo>
                      <a:pt x="186" y="169"/>
                      <a:pt x="189" y="178"/>
                      <a:pt x="182" y="197"/>
                    </a:cubicBezTo>
                    <a:cubicBezTo>
                      <a:pt x="175" y="216"/>
                      <a:pt x="151" y="268"/>
                      <a:pt x="151" y="292"/>
                    </a:cubicBezTo>
                    <a:cubicBezTo>
                      <a:pt x="152" y="316"/>
                      <a:pt x="153" y="388"/>
                      <a:pt x="153" y="388"/>
                    </a:cubicBezTo>
                    <a:cubicBezTo>
                      <a:pt x="153" y="388"/>
                      <a:pt x="154" y="410"/>
                      <a:pt x="144" y="415"/>
                    </a:cubicBezTo>
                    <a:cubicBezTo>
                      <a:pt x="134" y="420"/>
                      <a:pt x="111" y="432"/>
                      <a:pt x="109" y="409"/>
                    </a:cubicBezTo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7" name="Freeform 307">
                <a:extLst>
                  <a:ext uri="{FF2B5EF4-FFF2-40B4-BE49-F238E27FC236}">
                    <a16:creationId xmlns:a16="http://schemas.microsoft.com/office/drawing/2014/main" id="{13E53282-2018-4D3B-BA97-7B1F32ED8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551"/>
                <a:ext cx="92" cy="363"/>
              </a:xfrm>
              <a:custGeom>
                <a:avLst/>
                <a:gdLst>
                  <a:gd name="T0" fmla="*/ 331 w 32"/>
                  <a:gd name="T1" fmla="*/ 89 h 127"/>
                  <a:gd name="T2" fmla="*/ 265 w 32"/>
                  <a:gd name="T3" fmla="*/ 1169 h 127"/>
                  <a:gd name="T4" fmla="*/ 670 w 32"/>
                  <a:gd name="T5" fmla="*/ 2198 h 127"/>
                  <a:gd name="T6" fmla="*/ 687 w 32"/>
                  <a:gd name="T7" fmla="*/ 2967 h 127"/>
                  <a:gd name="T8" fmla="*/ 569 w 32"/>
                  <a:gd name="T9" fmla="*/ 2312 h 127"/>
                  <a:gd name="T10" fmla="*/ 190 w 32"/>
                  <a:gd name="T11" fmla="*/ 1569 h 127"/>
                  <a:gd name="T12" fmla="*/ 26 w 32"/>
                  <a:gd name="T13" fmla="*/ 677 h 127"/>
                  <a:gd name="T14" fmla="*/ 305 w 32"/>
                  <a:gd name="T15" fmla="*/ 49 h 127"/>
                  <a:gd name="T16" fmla="*/ 331 w 32"/>
                  <a:gd name="T17" fmla="*/ 0 h 1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27">
                    <a:moveTo>
                      <a:pt x="14" y="4"/>
                    </a:moveTo>
                    <a:cubicBezTo>
                      <a:pt x="5" y="15"/>
                      <a:pt x="7" y="38"/>
                      <a:pt x="11" y="50"/>
                    </a:cubicBezTo>
                    <a:cubicBezTo>
                      <a:pt x="16" y="65"/>
                      <a:pt x="24" y="79"/>
                      <a:pt x="28" y="94"/>
                    </a:cubicBezTo>
                    <a:cubicBezTo>
                      <a:pt x="31" y="105"/>
                      <a:pt x="30" y="116"/>
                      <a:pt x="29" y="127"/>
                    </a:cubicBezTo>
                    <a:cubicBezTo>
                      <a:pt x="32" y="118"/>
                      <a:pt x="27" y="107"/>
                      <a:pt x="24" y="99"/>
                    </a:cubicBezTo>
                    <a:cubicBezTo>
                      <a:pt x="21" y="88"/>
                      <a:pt x="14" y="77"/>
                      <a:pt x="8" y="67"/>
                    </a:cubicBezTo>
                    <a:cubicBezTo>
                      <a:pt x="1" y="56"/>
                      <a:pt x="0" y="43"/>
                      <a:pt x="1" y="29"/>
                    </a:cubicBezTo>
                    <a:cubicBezTo>
                      <a:pt x="2" y="18"/>
                      <a:pt x="6" y="11"/>
                      <a:pt x="13" y="2"/>
                    </a:cubicBezTo>
                    <a:cubicBezTo>
                      <a:pt x="13" y="1"/>
                      <a:pt x="13" y="1"/>
                      <a:pt x="14" y="0"/>
                    </a:cubicBezTo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8" name="Freeform 308">
                <a:extLst>
                  <a:ext uri="{FF2B5EF4-FFF2-40B4-BE49-F238E27FC236}">
                    <a16:creationId xmlns:a16="http://schemas.microsoft.com/office/drawing/2014/main" id="{AF087252-C270-4A4B-9084-187759C72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543"/>
                <a:ext cx="135" cy="128"/>
              </a:xfrm>
              <a:custGeom>
                <a:avLst/>
                <a:gdLst>
                  <a:gd name="T0" fmla="*/ 709 w 47"/>
                  <a:gd name="T1" fmla="*/ 0 h 45"/>
                  <a:gd name="T2" fmla="*/ 0 w 47"/>
                  <a:gd name="T3" fmla="*/ 922 h 45"/>
                  <a:gd name="T4" fmla="*/ 454 w 47"/>
                  <a:gd name="T5" fmla="*/ 825 h 45"/>
                  <a:gd name="T6" fmla="*/ 925 w 47"/>
                  <a:gd name="T7" fmla="*/ 737 h 45"/>
                  <a:gd name="T8" fmla="*/ 1114 w 47"/>
                  <a:gd name="T9" fmla="*/ 48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5">
                    <a:moveTo>
                      <a:pt x="30" y="0"/>
                    </a:moveTo>
                    <a:cubicBezTo>
                      <a:pt x="25" y="15"/>
                      <a:pt x="13" y="29"/>
                      <a:pt x="0" y="40"/>
                    </a:cubicBezTo>
                    <a:cubicBezTo>
                      <a:pt x="8" y="45"/>
                      <a:pt x="13" y="40"/>
                      <a:pt x="19" y="36"/>
                    </a:cubicBezTo>
                    <a:cubicBezTo>
                      <a:pt x="26" y="30"/>
                      <a:pt x="31" y="33"/>
                      <a:pt x="39" y="32"/>
                    </a:cubicBezTo>
                    <a:cubicBezTo>
                      <a:pt x="37" y="21"/>
                      <a:pt x="44" y="12"/>
                      <a:pt x="47" y="2"/>
                    </a:cubicBezTo>
                  </a:path>
                </a:pathLst>
              </a:custGeom>
              <a:solidFill>
                <a:srgbClr val="FEE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9" name="Freeform 309">
                <a:extLst>
                  <a:ext uri="{FF2B5EF4-FFF2-40B4-BE49-F238E27FC236}">
                    <a16:creationId xmlns:a16="http://schemas.microsoft.com/office/drawing/2014/main" id="{2B14F0CE-DE8E-4EC2-AAE4-2FB08E50C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769"/>
                <a:ext cx="587" cy="769"/>
              </a:xfrm>
              <a:custGeom>
                <a:avLst/>
                <a:gdLst>
                  <a:gd name="T0" fmla="*/ 3705 w 205"/>
                  <a:gd name="T1" fmla="*/ 1521 h 269"/>
                  <a:gd name="T2" fmla="*/ 3705 w 205"/>
                  <a:gd name="T3" fmla="*/ 3571 h 269"/>
                  <a:gd name="T4" fmla="*/ 3871 w 205"/>
                  <a:gd name="T5" fmla="*/ 4437 h 269"/>
                  <a:gd name="T6" fmla="*/ 4739 w 205"/>
                  <a:gd name="T7" fmla="*/ 4600 h 269"/>
                  <a:gd name="T8" fmla="*/ 4272 w 205"/>
                  <a:gd name="T9" fmla="*/ 5909 h 269"/>
                  <a:gd name="T10" fmla="*/ 3098 w 205"/>
                  <a:gd name="T11" fmla="*/ 6235 h 269"/>
                  <a:gd name="T12" fmla="*/ 401 w 205"/>
                  <a:gd name="T13" fmla="*/ 5443 h 269"/>
                  <a:gd name="T14" fmla="*/ 0 w 205"/>
                  <a:gd name="T15" fmla="*/ 5091 h 269"/>
                  <a:gd name="T16" fmla="*/ 607 w 205"/>
                  <a:gd name="T17" fmla="*/ 5394 h 269"/>
                  <a:gd name="T18" fmla="*/ 942 w 205"/>
                  <a:gd name="T19" fmla="*/ 5043 h 269"/>
                  <a:gd name="T20" fmla="*/ 1289 w 205"/>
                  <a:gd name="T21" fmla="*/ 5140 h 269"/>
                  <a:gd name="T22" fmla="*/ 942 w 205"/>
                  <a:gd name="T23" fmla="*/ 4651 h 269"/>
                  <a:gd name="T24" fmla="*/ 1412 w 205"/>
                  <a:gd name="T25" fmla="*/ 4814 h 269"/>
                  <a:gd name="T26" fmla="*/ 1246 w 205"/>
                  <a:gd name="T27" fmla="*/ 4537 h 269"/>
                  <a:gd name="T28" fmla="*/ 1804 w 205"/>
                  <a:gd name="T29" fmla="*/ 4511 h 269"/>
                  <a:gd name="T30" fmla="*/ 1664 w 205"/>
                  <a:gd name="T31" fmla="*/ 4111 h 269"/>
                  <a:gd name="T32" fmla="*/ 2205 w 205"/>
                  <a:gd name="T33" fmla="*/ 4062 h 269"/>
                  <a:gd name="T34" fmla="*/ 2231 w 205"/>
                  <a:gd name="T35" fmla="*/ 3596 h 269"/>
                  <a:gd name="T36" fmla="*/ 1830 w 205"/>
                  <a:gd name="T37" fmla="*/ 3056 h 269"/>
                  <a:gd name="T38" fmla="*/ 1853 w 205"/>
                  <a:gd name="T39" fmla="*/ 2853 h 269"/>
                  <a:gd name="T40" fmla="*/ 1641 w 205"/>
                  <a:gd name="T41" fmla="*/ 2730 h 269"/>
                  <a:gd name="T42" fmla="*/ 1246 w 205"/>
                  <a:gd name="T43" fmla="*/ 2524 h 269"/>
                  <a:gd name="T44" fmla="*/ 942 w 205"/>
                  <a:gd name="T45" fmla="*/ 2198 h 269"/>
                  <a:gd name="T46" fmla="*/ 870 w 205"/>
                  <a:gd name="T47" fmla="*/ 1938 h 269"/>
                  <a:gd name="T48" fmla="*/ 630 w 205"/>
                  <a:gd name="T49" fmla="*/ 1684 h 269"/>
                  <a:gd name="T50" fmla="*/ 444 w 205"/>
                  <a:gd name="T51" fmla="*/ 655 h 269"/>
                  <a:gd name="T52" fmla="*/ 1008 w 205"/>
                  <a:gd name="T53" fmla="*/ 1732 h 269"/>
                  <a:gd name="T54" fmla="*/ 1878 w 205"/>
                  <a:gd name="T55" fmla="*/ 2264 h 269"/>
                  <a:gd name="T56" fmla="*/ 2491 w 205"/>
                  <a:gd name="T57" fmla="*/ 2590 h 269"/>
                  <a:gd name="T58" fmla="*/ 3027 w 205"/>
                  <a:gd name="T59" fmla="*/ 2730 h 269"/>
                  <a:gd name="T60" fmla="*/ 3402 w 205"/>
                  <a:gd name="T61" fmla="*/ 2616 h 269"/>
                  <a:gd name="T62" fmla="*/ 3525 w 205"/>
                  <a:gd name="T63" fmla="*/ 1381 h 269"/>
                  <a:gd name="T64" fmla="*/ 3239 w 205"/>
                  <a:gd name="T65" fmla="*/ 0 h 269"/>
                  <a:gd name="T66" fmla="*/ 3705 w 205"/>
                  <a:gd name="T67" fmla="*/ 1306 h 26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05" h="269">
                    <a:moveTo>
                      <a:pt x="158" y="65"/>
                    </a:moveTo>
                    <a:cubicBezTo>
                      <a:pt x="163" y="92"/>
                      <a:pt x="158" y="125"/>
                      <a:pt x="158" y="153"/>
                    </a:cubicBezTo>
                    <a:cubicBezTo>
                      <a:pt x="158" y="166"/>
                      <a:pt x="155" y="181"/>
                      <a:pt x="165" y="190"/>
                    </a:cubicBezTo>
                    <a:cubicBezTo>
                      <a:pt x="175" y="199"/>
                      <a:pt x="190" y="200"/>
                      <a:pt x="202" y="197"/>
                    </a:cubicBezTo>
                    <a:cubicBezTo>
                      <a:pt x="205" y="212"/>
                      <a:pt x="193" y="242"/>
                      <a:pt x="182" y="253"/>
                    </a:cubicBezTo>
                    <a:cubicBezTo>
                      <a:pt x="168" y="269"/>
                      <a:pt x="150" y="268"/>
                      <a:pt x="132" y="267"/>
                    </a:cubicBezTo>
                    <a:cubicBezTo>
                      <a:pt x="95" y="265"/>
                      <a:pt x="48" y="255"/>
                      <a:pt x="17" y="233"/>
                    </a:cubicBezTo>
                    <a:cubicBezTo>
                      <a:pt x="11" y="229"/>
                      <a:pt x="6" y="223"/>
                      <a:pt x="0" y="218"/>
                    </a:cubicBezTo>
                    <a:cubicBezTo>
                      <a:pt x="8" y="224"/>
                      <a:pt x="17" y="230"/>
                      <a:pt x="26" y="231"/>
                    </a:cubicBezTo>
                    <a:cubicBezTo>
                      <a:pt x="41" y="233"/>
                      <a:pt x="39" y="227"/>
                      <a:pt x="40" y="216"/>
                    </a:cubicBezTo>
                    <a:cubicBezTo>
                      <a:pt x="44" y="217"/>
                      <a:pt x="50" y="219"/>
                      <a:pt x="55" y="220"/>
                    </a:cubicBezTo>
                    <a:cubicBezTo>
                      <a:pt x="53" y="212"/>
                      <a:pt x="42" y="208"/>
                      <a:pt x="40" y="199"/>
                    </a:cubicBezTo>
                    <a:cubicBezTo>
                      <a:pt x="46" y="202"/>
                      <a:pt x="53" y="206"/>
                      <a:pt x="60" y="206"/>
                    </a:cubicBezTo>
                    <a:cubicBezTo>
                      <a:pt x="59" y="202"/>
                      <a:pt x="56" y="197"/>
                      <a:pt x="53" y="194"/>
                    </a:cubicBezTo>
                    <a:cubicBezTo>
                      <a:pt x="59" y="195"/>
                      <a:pt x="73" y="197"/>
                      <a:pt x="77" y="193"/>
                    </a:cubicBezTo>
                    <a:cubicBezTo>
                      <a:pt x="69" y="190"/>
                      <a:pt x="69" y="183"/>
                      <a:pt x="71" y="176"/>
                    </a:cubicBezTo>
                    <a:cubicBezTo>
                      <a:pt x="78" y="171"/>
                      <a:pt x="86" y="173"/>
                      <a:pt x="94" y="174"/>
                    </a:cubicBezTo>
                    <a:cubicBezTo>
                      <a:pt x="97" y="168"/>
                      <a:pt x="98" y="160"/>
                      <a:pt x="95" y="154"/>
                    </a:cubicBezTo>
                    <a:cubicBezTo>
                      <a:pt x="118" y="148"/>
                      <a:pt x="81" y="135"/>
                      <a:pt x="78" y="131"/>
                    </a:cubicBezTo>
                    <a:cubicBezTo>
                      <a:pt x="76" y="129"/>
                      <a:pt x="81" y="125"/>
                      <a:pt x="79" y="122"/>
                    </a:cubicBezTo>
                    <a:cubicBezTo>
                      <a:pt x="78" y="120"/>
                      <a:pt x="73" y="119"/>
                      <a:pt x="70" y="117"/>
                    </a:cubicBezTo>
                    <a:cubicBezTo>
                      <a:pt x="65" y="113"/>
                      <a:pt x="59" y="111"/>
                      <a:pt x="53" y="108"/>
                    </a:cubicBezTo>
                    <a:cubicBezTo>
                      <a:pt x="44" y="103"/>
                      <a:pt x="43" y="102"/>
                      <a:pt x="40" y="94"/>
                    </a:cubicBezTo>
                    <a:cubicBezTo>
                      <a:pt x="38" y="91"/>
                      <a:pt x="39" y="87"/>
                      <a:pt x="37" y="83"/>
                    </a:cubicBezTo>
                    <a:cubicBezTo>
                      <a:pt x="35" y="79"/>
                      <a:pt x="30" y="76"/>
                      <a:pt x="27" y="72"/>
                    </a:cubicBezTo>
                    <a:cubicBezTo>
                      <a:pt x="20" y="58"/>
                      <a:pt x="23" y="42"/>
                      <a:pt x="19" y="28"/>
                    </a:cubicBezTo>
                    <a:cubicBezTo>
                      <a:pt x="27" y="42"/>
                      <a:pt x="32" y="60"/>
                      <a:pt x="43" y="74"/>
                    </a:cubicBezTo>
                    <a:cubicBezTo>
                      <a:pt x="52" y="86"/>
                      <a:pt x="69" y="92"/>
                      <a:pt x="80" y="97"/>
                    </a:cubicBezTo>
                    <a:cubicBezTo>
                      <a:pt x="86" y="102"/>
                      <a:pt x="95" y="107"/>
                      <a:pt x="106" y="111"/>
                    </a:cubicBezTo>
                    <a:cubicBezTo>
                      <a:pt x="118" y="115"/>
                      <a:pt x="124" y="115"/>
                      <a:pt x="129" y="117"/>
                    </a:cubicBezTo>
                    <a:cubicBezTo>
                      <a:pt x="134" y="118"/>
                      <a:pt x="140" y="119"/>
                      <a:pt x="145" y="112"/>
                    </a:cubicBezTo>
                    <a:cubicBezTo>
                      <a:pt x="150" y="105"/>
                      <a:pt x="156" y="99"/>
                      <a:pt x="150" y="59"/>
                    </a:cubicBezTo>
                    <a:cubicBezTo>
                      <a:pt x="144" y="20"/>
                      <a:pt x="138" y="0"/>
                      <a:pt x="138" y="0"/>
                    </a:cubicBezTo>
                    <a:cubicBezTo>
                      <a:pt x="138" y="0"/>
                      <a:pt x="158" y="44"/>
                      <a:pt x="158" y="56"/>
                    </a:cubicBezTo>
                  </a:path>
                </a:pathLst>
              </a:custGeom>
              <a:solidFill>
                <a:srgbClr val="D3CE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0" name="Freeform 310">
                <a:extLst>
                  <a:ext uri="{FF2B5EF4-FFF2-40B4-BE49-F238E27FC236}">
                    <a16:creationId xmlns:a16="http://schemas.microsoft.com/office/drawing/2014/main" id="{AE9B4385-D115-41D5-A23F-BBF1A11C7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2617"/>
                <a:ext cx="263" cy="114"/>
              </a:xfrm>
              <a:custGeom>
                <a:avLst/>
                <a:gdLst>
                  <a:gd name="T0" fmla="*/ 2058 w 92"/>
                  <a:gd name="T1" fmla="*/ 211 h 40"/>
                  <a:gd name="T2" fmla="*/ 1750 w 92"/>
                  <a:gd name="T3" fmla="*/ 413 h 40"/>
                  <a:gd name="T4" fmla="*/ 1521 w 92"/>
                  <a:gd name="T5" fmla="*/ 764 h 40"/>
                  <a:gd name="T6" fmla="*/ 1006 w 92"/>
                  <a:gd name="T7" fmla="*/ 926 h 40"/>
                  <a:gd name="T8" fmla="*/ 726 w 92"/>
                  <a:gd name="T9" fmla="*/ 878 h 40"/>
                  <a:gd name="T10" fmla="*/ 492 w 92"/>
                  <a:gd name="T11" fmla="*/ 838 h 40"/>
                  <a:gd name="T12" fmla="*/ 254 w 92"/>
                  <a:gd name="T13" fmla="*/ 852 h 40"/>
                  <a:gd name="T14" fmla="*/ 0 w 92"/>
                  <a:gd name="T15" fmla="*/ 852 h 40"/>
                  <a:gd name="T16" fmla="*/ 114 w 92"/>
                  <a:gd name="T17" fmla="*/ 764 h 40"/>
                  <a:gd name="T18" fmla="*/ 303 w 92"/>
                  <a:gd name="T19" fmla="*/ 764 h 40"/>
                  <a:gd name="T20" fmla="*/ 163 w 92"/>
                  <a:gd name="T21" fmla="*/ 576 h 40"/>
                  <a:gd name="T22" fmla="*/ 678 w 92"/>
                  <a:gd name="T23" fmla="*/ 764 h 40"/>
                  <a:gd name="T24" fmla="*/ 563 w 92"/>
                  <a:gd name="T25" fmla="*/ 513 h 40"/>
                  <a:gd name="T26" fmla="*/ 818 w 92"/>
                  <a:gd name="T27" fmla="*/ 715 h 40"/>
                  <a:gd name="T28" fmla="*/ 1095 w 92"/>
                  <a:gd name="T29" fmla="*/ 601 h 40"/>
                  <a:gd name="T30" fmla="*/ 906 w 92"/>
                  <a:gd name="T31" fmla="*/ 299 h 40"/>
                  <a:gd name="T32" fmla="*/ 1258 w 92"/>
                  <a:gd name="T33" fmla="*/ 601 h 40"/>
                  <a:gd name="T34" fmla="*/ 1218 w 92"/>
                  <a:gd name="T35" fmla="*/ 26 h 40"/>
                  <a:gd name="T36" fmla="*/ 1218 w 92"/>
                  <a:gd name="T37" fmla="*/ 26 h 40"/>
                  <a:gd name="T38" fmla="*/ 1544 w 92"/>
                  <a:gd name="T39" fmla="*/ 413 h 40"/>
                  <a:gd name="T40" fmla="*/ 1798 w 92"/>
                  <a:gd name="T41" fmla="*/ 211 h 40"/>
                  <a:gd name="T42" fmla="*/ 2150 w 92"/>
                  <a:gd name="T43" fmla="*/ 114 h 4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2" h="40">
                    <a:moveTo>
                      <a:pt x="88" y="9"/>
                    </a:moveTo>
                    <a:cubicBezTo>
                      <a:pt x="84" y="9"/>
                      <a:pt x="77" y="15"/>
                      <a:pt x="75" y="18"/>
                    </a:cubicBezTo>
                    <a:cubicBezTo>
                      <a:pt x="70" y="22"/>
                      <a:pt x="66" y="27"/>
                      <a:pt x="65" y="33"/>
                    </a:cubicBezTo>
                    <a:cubicBezTo>
                      <a:pt x="56" y="31"/>
                      <a:pt x="49" y="33"/>
                      <a:pt x="43" y="40"/>
                    </a:cubicBezTo>
                    <a:cubicBezTo>
                      <a:pt x="39" y="37"/>
                      <a:pt x="36" y="38"/>
                      <a:pt x="31" y="38"/>
                    </a:cubicBezTo>
                    <a:cubicBezTo>
                      <a:pt x="28" y="37"/>
                      <a:pt x="25" y="36"/>
                      <a:pt x="21" y="36"/>
                    </a:cubicBezTo>
                    <a:cubicBezTo>
                      <a:pt x="17" y="35"/>
                      <a:pt x="14" y="37"/>
                      <a:pt x="11" y="37"/>
                    </a:cubicBezTo>
                    <a:cubicBezTo>
                      <a:pt x="7" y="37"/>
                      <a:pt x="3" y="36"/>
                      <a:pt x="0" y="37"/>
                    </a:cubicBezTo>
                    <a:cubicBezTo>
                      <a:pt x="1" y="36"/>
                      <a:pt x="3" y="34"/>
                      <a:pt x="5" y="33"/>
                    </a:cubicBezTo>
                    <a:cubicBezTo>
                      <a:pt x="7" y="32"/>
                      <a:pt x="11" y="34"/>
                      <a:pt x="13" y="33"/>
                    </a:cubicBezTo>
                    <a:cubicBezTo>
                      <a:pt x="17" y="29"/>
                      <a:pt x="10" y="26"/>
                      <a:pt x="7" y="25"/>
                    </a:cubicBezTo>
                    <a:cubicBezTo>
                      <a:pt x="15" y="23"/>
                      <a:pt x="21" y="31"/>
                      <a:pt x="29" y="33"/>
                    </a:cubicBezTo>
                    <a:cubicBezTo>
                      <a:pt x="31" y="29"/>
                      <a:pt x="27" y="24"/>
                      <a:pt x="24" y="22"/>
                    </a:cubicBezTo>
                    <a:cubicBezTo>
                      <a:pt x="28" y="23"/>
                      <a:pt x="33" y="26"/>
                      <a:pt x="35" y="31"/>
                    </a:cubicBezTo>
                    <a:cubicBezTo>
                      <a:pt x="40" y="31"/>
                      <a:pt x="46" y="33"/>
                      <a:pt x="47" y="26"/>
                    </a:cubicBezTo>
                    <a:cubicBezTo>
                      <a:pt x="47" y="21"/>
                      <a:pt x="42" y="17"/>
                      <a:pt x="39" y="13"/>
                    </a:cubicBezTo>
                    <a:cubicBezTo>
                      <a:pt x="48" y="13"/>
                      <a:pt x="50" y="20"/>
                      <a:pt x="54" y="26"/>
                    </a:cubicBezTo>
                    <a:cubicBezTo>
                      <a:pt x="64" y="21"/>
                      <a:pt x="55" y="8"/>
                      <a:pt x="52" y="1"/>
                    </a:cubicBezTo>
                    <a:cubicBezTo>
                      <a:pt x="52" y="0"/>
                      <a:pt x="52" y="0"/>
                      <a:pt x="52" y="1"/>
                    </a:cubicBezTo>
                    <a:cubicBezTo>
                      <a:pt x="59" y="5"/>
                      <a:pt x="63" y="11"/>
                      <a:pt x="66" y="18"/>
                    </a:cubicBezTo>
                    <a:cubicBezTo>
                      <a:pt x="70" y="17"/>
                      <a:pt x="73" y="11"/>
                      <a:pt x="77" y="9"/>
                    </a:cubicBezTo>
                    <a:cubicBezTo>
                      <a:pt x="81" y="8"/>
                      <a:pt x="88" y="7"/>
                      <a:pt x="92" y="5"/>
                    </a:cubicBezTo>
                  </a:path>
                </a:pathLst>
              </a:custGeom>
              <a:solidFill>
                <a:srgbClr val="D3CE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1" name="Freeform 311">
                <a:extLst>
                  <a:ext uri="{FF2B5EF4-FFF2-40B4-BE49-F238E27FC236}">
                    <a16:creationId xmlns:a16="http://schemas.microsoft.com/office/drawing/2014/main" id="{7FE8A6A6-FE86-406D-BEA1-6C54CE622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289"/>
                <a:ext cx="154" cy="143"/>
              </a:xfrm>
              <a:custGeom>
                <a:avLst/>
                <a:gdLst>
                  <a:gd name="T0" fmla="*/ 1089 w 54"/>
                  <a:gd name="T1" fmla="*/ 818 h 50"/>
                  <a:gd name="T2" fmla="*/ 439 w 54"/>
                  <a:gd name="T3" fmla="*/ 440 h 50"/>
                  <a:gd name="T4" fmla="*/ 0 w 54"/>
                  <a:gd name="T5" fmla="*/ 0 h 50"/>
                  <a:gd name="T6" fmla="*/ 536 w 54"/>
                  <a:gd name="T7" fmla="*/ 678 h 50"/>
                  <a:gd name="T8" fmla="*/ 1252 w 54"/>
                  <a:gd name="T9" fmla="*/ 112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0">
                    <a:moveTo>
                      <a:pt x="47" y="35"/>
                    </a:moveTo>
                    <a:cubicBezTo>
                      <a:pt x="38" y="34"/>
                      <a:pt x="26" y="24"/>
                      <a:pt x="19" y="19"/>
                    </a:cubicBezTo>
                    <a:cubicBezTo>
                      <a:pt x="13" y="14"/>
                      <a:pt x="5" y="7"/>
                      <a:pt x="0" y="0"/>
                    </a:cubicBezTo>
                    <a:cubicBezTo>
                      <a:pt x="9" y="10"/>
                      <a:pt x="14" y="21"/>
                      <a:pt x="23" y="29"/>
                    </a:cubicBezTo>
                    <a:cubicBezTo>
                      <a:pt x="30" y="36"/>
                      <a:pt x="44" y="50"/>
                      <a:pt x="54" y="48"/>
                    </a:cubicBezTo>
                  </a:path>
                </a:pathLst>
              </a:custGeom>
              <a:solidFill>
                <a:srgbClr val="D3CE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2" name="Freeform 312">
                <a:extLst>
                  <a:ext uri="{FF2B5EF4-FFF2-40B4-BE49-F238E27FC236}">
                    <a16:creationId xmlns:a16="http://schemas.microsoft.com/office/drawing/2014/main" id="{EF90747E-E115-42FA-A41B-3DE6CC39D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3046"/>
                <a:ext cx="361" cy="369"/>
              </a:xfrm>
              <a:custGeom>
                <a:avLst/>
                <a:gdLst>
                  <a:gd name="T0" fmla="*/ 1977 w 126"/>
                  <a:gd name="T1" fmla="*/ 629 h 129"/>
                  <a:gd name="T2" fmla="*/ 1977 w 126"/>
                  <a:gd name="T3" fmla="*/ 1244 h 129"/>
                  <a:gd name="T4" fmla="*/ 2020 w 126"/>
                  <a:gd name="T5" fmla="*/ 1799 h 129"/>
                  <a:gd name="T6" fmla="*/ 2750 w 126"/>
                  <a:gd name="T7" fmla="*/ 2366 h 129"/>
                  <a:gd name="T8" fmla="*/ 2940 w 126"/>
                  <a:gd name="T9" fmla="*/ 2340 h 129"/>
                  <a:gd name="T10" fmla="*/ 2914 w 126"/>
                  <a:gd name="T11" fmla="*/ 2577 h 129"/>
                  <a:gd name="T12" fmla="*/ 2750 w 126"/>
                  <a:gd name="T13" fmla="*/ 2740 h 129"/>
                  <a:gd name="T14" fmla="*/ 2685 w 126"/>
                  <a:gd name="T15" fmla="*/ 2692 h 129"/>
                  <a:gd name="T16" fmla="*/ 2587 w 126"/>
                  <a:gd name="T17" fmla="*/ 2783 h 129"/>
                  <a:gd name="T18" fmla="*/ 2372 w 126"/>
                  <a:gd name="T19" fmla="*/ 3021 h 129"/>
                  <a:gd name="T20" fmla="*/ 2521 w 126"/>
                  <a:gd name="T21" fmla="*/ 2480 h 129"/>
                  <a:gd name="T22" fmla="*/ 2069 w 126"/>
                  <a:gd name="T23" fmla="*/ 2692 h 129"/>
                  <a:gd name="T24" fmla="*/ 1977 w 126"/>
                  <a:gd name="T25" fmla="*/ 2692 h 129"/>
                  <a:gd name="T26" fmla="*/ 2143 w 126"/>
                  <a:gd name="T27" fmla="*/ 2388 h 129"/>
                  <a:gd name="T28" fmla="*/ 1791 w 126"/>
                  <a:gd name="T29" fmla="*/ 2265 h 129"/>
                  <a:gd name="T30" fmla="*/ 1928 w 126"/>
                  <a:gd name="T31" fmla="*/ 2037 h 129"/>
                  <a:gd name="T32" fmla="*/ 1791 w 126"/>
                  <a:gd name="T33" fmla="*/ 1939 h 129"/>
                  <a:gd name="T34" fmla="*/ 1650 w 126"/>
                  <a:gd name="T35" fmla="*/ 1613 h 129"/>
                  <a:gd name="T36" fmla="*/ 1905 w 126"/>
                  <a:gd name="T37" fmla="*/ 1310 h 129"/>
                  <a:gd name="T38" fmla="*/ 1625 w 126"/>
                  <a:gd name="T39" fmla="*/ 1081 h 129"/>
                  <a:gd name="T40" fmla="*/ 1650 w 126"/>
                  <a:gd name="T41" fmla="*/ 818 h 129"/>
                  <a:gd name="T42" fmla="*/ 1223 w 126"/>
                  <a:gd name="T43" fmla="*/ 792 h 129"/>
                  <a:gd name="T44" fmla="*/ 1060 w 126"/>
                  <a:gd name="T45" fmla="*/ 492 h 129"/>
                  <a:gd name="T46" fmla="*/ 633 w 126"/>
                  <a:gd name="T47" fmla="*/ 418 h 129"/>
                  <a:gd name="T48" fmla="*/ 212 w 126"/>
                  <a:gd name="T49" fmla="*/ 326 h 129"/>
                  <a:gd name="T50" fmla="*/ 92 w 126"/>
                  <a:gd name="T51" fmla="*/ 189 h 129"/>
                  <a:gd name="T52" fmla="*/ 0 w 126"/>
                  <a:gd name="T53" fmla="*/ 26 h 129"/>
                  <a:gd name="T54" fmla="*/ 238 w 126"/>
                  <a:gd name="T55" fmla="*/ 49 h 129"/>
                  <a:gd name="T56" fmla="*/ 467 w 126"/>
                  <a:gd name="T57" fmla="*/ 140 h 129"/>
                  <a:gd name="T58" fmla="*/ 633 w 126"/>
                  <a:gd name="T59" fmla="*/ 277 h 129"/>
                  <a:gd name="T60" fmla="*/ 920 w 126"/>
                  <a:gd name="T61" fmla="*/ 400 h 129"/>
                  <a:gd name="T62" fmla="*/ 1412 w 126"/>
                  <a:gd name="T63" fmla="*/ 515 h 129"/>
                  <a:gd name="T64" fmla="*/ 1928 w 126"/>
                  <a:gd name="T65" fmla="*/ 606 h 12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6" h="129">
                    <a:moveTo>
                      <a:pt x="84" y="27"/>
                    </a:moveTo>
                    <a:cubicBezTo>
                      <a:pt x="87" y="34"/>
                      <a:pt x="84" y="45"/>
                      <a:pt x="84" y="53"/>
                    </a:cubicBezTo>
                    <a:cubicBezTo>
                      <a:pt x="84" y="61"/>
                      <a:pt x="85" y="69"/>
                      <a:pt x="86" y="77"/>
                    </a:cubicBezTo>
                    <a:cubicBezTo>
                      <a:pt x="87" y="96"/>
                      <a:pt x="100" y="102"/>
                      <a:pt x="117" y="101"/>
                    </a:cubicBezTo>
                    <a:cubicBezTo>
                      <a:pt x="120" y="101"/>
                      <a:pt x="123" y="100"/>
                      <a:pt x="125" y="100"/>
                    </a:cubicBezTo>
                    <a:cubicBezTo>
                      <a:pt x="126" y="102"/>
                      <a:pt x="124" y="107"/>
                      <a:pt x="124" y="110"/>
                    </a:cubicBezTo>
                    <a:cubicBezTo>
                      <a:pt x="122" y="114"/>
                      <a:pt x="121" y="118"/>
                      <a:pt x="117" y="117"/>
                    </a:cubicBezTo>
                    <a:cubicBezTo>
                      <a:pt x="115" y="117"/>
                      <a:pt x="117" y="114"/>
                      <a:pt x="114" y="115"/>
                    </a:cubicBezTo>
                    <a:cubicBezTo>
                      <a:pt x="112" y="116"/>
                      <a:pt x="111" y="118"/>
                      <a:pt x="110" y="119"/>
                    </a:cubicBezTo>
                    <a:cubicBezTo>
                      <a:pt x="107" y="122"/>
                      <a:pt x="104" y="127"/>
                      <a:pt x="101" y="129"/>
                    </a:cubicBezTo>
                    <a:cubicBezTo>
                      <a:pt x="100" y="122"/>
                      <a:pt x="115" y="112"/>
                      <a:pt x="107" y="106"/>
                    </a:cubicBezTo>
                    <a:cubicBezTo>
                      <a:pt x="100" y="100"/>
                      <a:pt x="93" y="112"/>
                      <a:pt x="88" y="115"/>
                    </a:cubicBezTo>
                    <a:cubicBezTo>
                      <a:pt x="86" y="114"/>
                      <a:pt x="85" y="114"/>
                      <a:pt x="84" y="115"/>
                    </a:cubicBezTo>
                    <a:cubicBezTo>
                      <a:pt x="87" y="113"/>
                      <a:pt x="93" y="106"/>
                      <a:pt x="91" y="102"/>
                    </a:cubicBezTo>
                    <a:cubicBezTo>
                      <a:pt x="89" y="99"/>
                      <a:pt x="79" y="96"/>
                      <a:pt x="76" y="97"/>
                    </a:cubicBezTo>
                    <a:cubicBezTo>
                      <a:pt x="77" y="94"/>
                      <a:pt x="81" y="90"/>
                      <a:pt x="82" y="87"/>
                    </a:cubicBezTo>
                    <a:cubicBezTo>
                      <a:pt x="80" y="86"/>
                      <a:pt x="77" y="85"/>
                      <a:pt x="76" y="83"/>
                    </a:cubicBezTo>
                    <a:cubicBezTo>
                      <a:pt x="81" y="76"/>
                      <a:pt x="72" y="74"/>
                      <a:pt x="70" y="69"/>
                    </a:cubicBezTo>
                    <a:cubicBezTo>
                      <a:pt x="76" y="68"/>
                      <a:pt x="78" y="60"/>
                      <a:pt x="81" y="56"/>
                    </a:cubicBezTo>
                    <a:cubicBezTo>
                      <a:pt x="75" y="56"/>
                      <a:pt x="62" y="56"/>
                      <a:pt x="69" y="46"/>
                    </a:cubicBezTo>
                    <a:cubicBezTo>
                      <a:pt x="70" y="44"/>
                      <a:pt x="82" y="30"/>
                      <a:pt x="70" y="35"/>
                    </a:cubicBezTo>
                    <a:cubicBezTo>
                      <a:pt x="71" y="27"/>
                      <a:pt x="56" y="36"/>
                      <a:pt x="52" y="34"/>
                    </a:cubicBezTo>
                    <a:cubicBezTo>
                      <a:pt x="50" y="28"/>
                      <a:pt x="53" y="25"/>
                      <a:pt x="45" y="21"/>
                    </a:cubicBezTo>
                    <a:cubicBezTo>
                      <a:pt x="39" y="19"/>
                      <a:pt x="33" y="20"/>
                      <a:pt x="27" y="18"/>
                    </a:cubicBezTo>
                    <a:cubicBezTo>
                      <a:pt x="21" y="16"/>
                      <a:pt x="15" y="15"/>
                      <a:pt x="9" y="14"/>
                    </a:cubicBezTo>
                    <a:cubicBezTo>
                      <a:pt x="4" y="12"/>
                      <a:pt x="6" y="12"/>
                      <a:pt x="4" y="8"/>
                    </a:cubicBezTo>
                    <a:cubicBezTo>
                      <a:pt x="3" y="6"/>
                      <a:pt x="1" y="3"/>
                      <a:pt x="0" y="1"/>
                    </a:cubicBezTo>
                    <a:cubicBezTo>
                      <a:pt x="4" y="0"/>
                      <a:pt x="7" y="1"/>
                      <a:pt x="10" y="2"/>
                    </a:cubicBezTo>
                    <a:cubicBezTo>
                      <a:pt x="13" y="4"/>
                      <a:pt x="17" y="5"/>
                      <a:pt x="20" y="6"/>
                    </a:cubicBezTo>
                    <a:cubicBezTo>
                      <a:pt x="23" y="7"/>
                      <a:pt x="24" y="10"/>
                      <a:pt x="27" y="12"/>
                    </a:cubicBezTo>
                    <a:cubicBezTo>
                      <a:pt x="30" y="14"/>
                      <a:pt x="35" y="16"/>
                      <a:pt x="39" y="17"/>
                    </a:cubicBezTo>
                    <a:cubicBezTo>
                      <a:pt x="46" y="19"/>
                      <a:pt x="53" y="20"/>
                      <a:pt x="60" y="22"/>
                    </a:cubicBezTo>
                    <a:cubicBezTo>
                      <a:pt x="65" y="23"/>
                      <a:pt x="77" y="28"/>
                      <a:pt x="82" y="26"/>
                    </a:cubicBezTo>
                  </a:path>
                </a:pathLst>
              </a:custGeom>
              <a:solidFill>
                <a:srgbClr val="B6AD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3" name="Freeform 313">
                <a:extLst>
                  <a:ext uri="{FF2B5EF4-FFF2-40B4-BE49-F238E27FC236}">
                    <a16:creationId xmlns:a16="http://schemas.microsoft.com/office/drawing/2014/main" id="{051070B8-66EF-4DC4-BD51-591746AEA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3058"/>
                <a:ext cx="138" cy="97"/>
              </a:xfrm>
              <a:custGeom>
                <a:avLst/>
                <a:gdLst>
                  <a:gd name="T0" fmla="*/ 0 w 48"/>
                  <a:gd name="T1" fmla="*/ 0 h 34"/>
                  <a:gd name="T2" fmla="*/ 1141 w 48"/>
                  <a:gd name="T3" fmla="*/ 790 h 34"/>
                  <a:gd name="T4" fmla="*/ 0 w 48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4">
                    <a:moveTo>
                      <a:pt x="0" y="0"/>
                    </a:moveTo>
                    <a:cubicBezTo>
                      <a:pt x="13" y="18"/>
                      <a:pt x="38" y="33"/>
                      <a:pt x="48" y="34"/>
                    </a:cubicBezTo>
                    <a:cubicBezTo>
                      <a:pt x="28" y="34"/>
                      <a:pt x="9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4" name="Freeform 314">
                <a:extLst>
                  <a:ext uri="{FF2B5EF4-FFF2-40B4-BE49-F238E27FC236}">
                    <a16:creationId xmlns:a16="http://schemas.microsoft.com/office/drawing/2014/main" id="{CD048964-8820-45B1-BA85-421973E2C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737"/>
                <a:ext cx="80" cy="255"/>
              </a:xfrm>
              <a:custGeom>
                <a:avLst/>
                <a:gdLst>
                  <a:gd name="T0" fmla="*/ 0 w 28"/>
                  <a:gd name="T1" fmla="*/ 0 h 89"/>
                  <a:gd name="T2" fmla="*/ 654 w 28"/>
                  <a:gd name="T3" fmla="*/ 2094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9">
                    <a:moveTo>
                      <a:pt x="0" y="0"/>
                    </a:moveTo>
                    <a:cubicBezTo>
                      <a:pt x="17" y="36"/>
                      <a:pt x="25" y="72"/>
                      <a:pt x="28" y="8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5" name="Freeform 315">
                <a:extLst>
                  <a:ext uri="{FF2B5EF4-FFF2-40B4-BE49-F238E27FC236}">
                    <a16:creationId xmlns:a16="http://schemas.microsoft.com/office/drawing/2014/main" id="{85F36BFF-1DFF-4341-8F9E-00E06E57B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826"/>
                <a:ext cx="89" cy="180"/>
              </a:xfrm>
              <a:custGeom>
                <a:avLst/>
                <a:gdLst>
                  <a:gd name="T0" fmla="*/ 0 w 31"/>
                  <a:gd name="T1" fmla="*/ 0 h 63"/>
                  <a:gd name="T2" fmla="*/ 735 w 31"/>
                  <a:gd name="T3" fmla="*/ 1469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3">
                    <a:moveTo>
                      <a:pt x="0" y="0"/>
                    </a:moveTo>
                    <a:cubicBezTo>
                      <a:pt x="16" y="26"/>
                      <a:pt x="25" y="45"/>
                      <a:pt x="31" y="6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6" name="Freeform 316">
                <a:extLst>
                  <a:ext uri="{FF2B5EF4-FFF2-40B4-BE49-F238E27FC236}">
                    <a16:creationId xmlns:a16="http://schemas.microsoft.com/office/drawing/2014/main" id="{1E6F9A1A-0E57-49DB-96C5-9F82FDD0B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840"/>
                <a:ext cx="105" cy="206"/>
              </a:xfrm>
              <a:custGeom>
                <a:avLst/>
                <a:gdLst>
                  <a:gd name="T0" fmla="*/ 0 w 37"/>
                  <a:gd name="T1" fmla="*/ 0 h 72"/>
                  <a:gd name="T2" fmla="*/ 846 w 37"/>
                  <a:gd name="T3" fmla="*/ 168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72">
                    <a:moveTo>
                      <a:pt x="0" y="0"/>
                    </a:moveTo>
                    <a:cubicBezTo>
                      <a:pt x="5" y="14"/>
                      <a:pt x="26" y="58"/>
                      <a:pt x="37" y="7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7" name="Freeform 317">
                <a:extLst>
                  <a:ext uri="{FF2B5EF4-FFF2-40B4-BE49-F238E27FC236}">
                    <a16:creationId xmlns:a16="http://schemas.microsoft.com/office/drawing/2014/main" id="{64BE2102-824F-42B7-B60C-7599B3666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909"/>
                <a:ext cx="60" cy="103"/>
              </a:xfrm>
              <a:custGeom>
                <a:avLst/>
                <a:gdLst>
                  <a:gd name="T0" fmla="*/ 0 w 21"/>
                  <a:gd name="T1" fmla="*/ 0 h 36"/>
                  <a:gd name="T2" fmla="*/ 489 w 21"/>
                  <a:gd name="T3" fmla="*/ 844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0" y="0"/>
                    </a:moveTo>
                    <a:cubicBezTo>
                      <a:pt x="7" y="18"/>
                      <a:pt x="12" y="26"/>
                      <a:pt x="21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8" name="Freeform 318">
                <a:extLst>
                  <a:ext uri="{FF2B5EF4-FFF2-40B4-BE49-F238E27FC236}">
                    <a16:creationId xmlns:a16="http://schemas.microsoft.com/office/drawing/2014/main" id="{BEE72ACA-51D1-442C-8F42-435144300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075"/>
                <a:ext cx="155" cy="134"/>
              </a:xfrm>
              <a:custGeom>
                <a:avLst/>
                <a:gdLst>
                  <a:gd name="T0" fmla="*/ 0 w 54"/>
                  <a:gd name="T1" fmla="*/ 0 h 47"/>
                  <a:gd name="T2" fmla="*/ 1277 w 54"/>
                  <a:gd name="T3" fmla="*/ 1089 h 47"/>
                  <a:gd name="T4" fmla="*/ 0 w 54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7">
                    <a:moveTo>
                      <a:pt x="0" y="0"/>
                    </a:moveTo>
                    <a:cubicBezTo>
                      <a:pt x="10" y="16"/>
                      <a:pt x="32" y="42"/>
                      <a:pt x="54" y="47"/>
                    </a:cubicBezTo>
                    <a:cubicBezTo>
                      <a:pt x="24" y="39"/>
                      <a:pt x="11" y="2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9" name="Freeform 319">
                <a:extLst>
                  <a:ext uri="{FF2B5EF4-FFF2-40B4-BE49-F238E27FC236}">
                    <a16:creationId xmlns:a16="http://schemas.microsoft.com/office/drawing/2014/main" id="{6152316C-270C-4EC3-B832-D443ADBC9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674"/>
                <a:ext cx="100" cy="23"/>
              </a:xfrm>
              <a:custGeom>
                <a:avLst/>
                <a:gdLst>
                  <a:gd name="T0" fmla="*/ 817 w 35"/>
                  <a:gd name="T1" fmla="*/ 190 h 8"/>
                  <a:gd name="T2" fmla="*/ 0 w 35"/>
                  <a:gd name="T3" fmla="*/ 7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8">
                    <a:moveTo>
                      <a:pt x="35" y="8"/>
                    </a:moveTo>
                    <a:cubicBezTo>
                      <a:pt x="19" y="0"/>
                      <a:pt x="6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0" name="Freeform 320">
                <a:extLst>
                  <a:ext uri="{FF2B5EF4-FFF2-40B4-BE49-F238E27FC236}">
                    <a16:creationId xmlns:a16="http://schemas.microsoft.com/office/drawing/2014/main" id="{2196CE74-EDC8-4F06-97ED-AC0BFAFDE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651"/>
                <a:ext cx="63" cy="26"/>
              </a:xfrm>
              <a:custGeom>
                <a:avLst/>
                <a:gdLst>
                  <a:gd name="T0" fmla="*/ 515 w 22"/>
                  <a:gd name="T1" fmla="*/ 217 h 9"/>
                  <a:gd name="T2" fmla="*/ 0 w 2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22" y="9"/>
                    </a:moveTo>
                    <a:cubicBezTo>
                      <a:pt x="12" y="4"/>
                      <a:pt x="6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1" name="Freeform 321">
                <a:extLst>
                  <a:ext uri="{FF2B5EF4-FFF2-40B4-BE49-F238E27FC236}">
                    <a16:creationId xmlns:a16="http://schemas.microsoft.com/office/drawing/2014/main" id="{CCC9495C-3F06-4297-90B9-DB901C528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594"/>
                <a:ext cx="46" cy="46"/>
              </a:xfrm>
              <a:custGeom>
                <a:avLst/>
                <a:gdLst>
                  <a:gd name="T0" fmla="*/ 380 w 16"/>
                  <a:gd name="T1" fmla="*/ 380 h 16"/>
                  <a:gd name="T2" fmla="*/ 0 w 1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16" y="16"/>
                    </a:moveTo>
                    <a:cubicBezTo>
                      <a:pt x="10" y="4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2" name="Freeform 322">
                <a:extLst>
                  <a:ext uri="{FF2B5EF4-FFF2-40B4-BE49-F238E27FC236}">
                    <a16:creationId xmlns:a16="http://schemas.microsoft.com/office/drawing/2014/main" id="{349DB034-ED0B-4105-BCA6-00B856B43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565"/>
                <a:ext cx="60" cy="43"/>
              </a:xfrm>
              <a:custGeom>
                <a:avLst/>
                <a:gdLst>
                  <a:gd name="T0" fmla="*/ 489 w 21"/>
                  <a:gd name="T1" fmla="*/ 353 h 15"/>
                  <a:gd name="T2" fmla="*/ 0 w 21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15"/>
                    </a:moveTo>
                    <a:cubicBezTo>
                      <a:pt x="17" y="6"/>
                      <a:pt x="4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3" name="Freeform 323">
                <a:extLst>
                  <a:ext uri="{FF2B5EF4-FFF2-40B4-BE49-F238E27FC236}">
                    <a16:creationId xmlns:a16="http://schemas.microsoft.com/office/drawing/2014/main" id="{4235221A-C042-4E06-AB39-5A7267EB9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543"/>
                <a:ext cx="49" cy="45"/>
              </a:xfrm>
              <a:custGeom>
                <a:avLst/>
                <a:gdLst>
                  <a:gd name="T0" fmla="*/ 406 w 17"/>
                  <a:gd name="T1" fmla="*/ 357 h 16"/>
                  <a:gd name="T2" fmla="*/ 0 w 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17" y="16"/>
                    </a:moveTo>
                    <a:cubicBezTo>
                      <a:pt x="10" y="4"/>
                      <a:pt x="2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4" name="Freeform 324">
                <a:extLst>
                  <a:ext uri="{FF2B5EF4-FFF2-40B4-BE49-F238E27FC236}">
                    <a16:creationId xmlns:a16="http://schemas.microsoft.com/office/drawing/2014/main" id="{53B6F216-ED37-4E8D-9112-BB03FACCC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545"/>
                <a:ext cx="100" cy="387"/>
              </a:xfrm>
              <a:custGeom>
                <a:avLst/>
                <a:gdLst>
                  <a:gd name="T0" fmla="*/ 351 w 35"/>
                  <a:gd name="T1" fmla="*/ 0 h 135"/>
                  <a:gd name="T2" fmla="*/ 514 w 35"/>
                  <a:gd name="T3" fmla="*/ 493 h 135"/>
                  <a:gd name="T4" fmla="*/ 514 w 35"/>
                  <a:gd name="T5" fmla="*/ 1061 h 135"/>
                  <a:gd name="T6" fmla="*/ 74 w 35"/>
                  <a:gd name="T7" fmla="*/ 2210 h 135"/>
                  <a:gd name="T8" fmla="*/ 0 w 35"/>
                  <a:gd name="T9" fmla="*/ 2712 h 135"/>
                  <a:gd name="T10" fmla="*/ 89 w 35"/>
                  <a:gd name="T11" fmla="*/ 3179 h 135"/>
                  <a:gd name="T12" fmla="*/ 400 w 35"/>
                  <a:gd name="T13" fmla="*/ 1858 h 135"/>
                  <a:gd name="T14" fmla="*/ 654 w 35"/>
                  <a:gd name="T15" fmla="*/ 427 h 135"/>
                  <a:gd name="T16" fmla="*/ 514 w 35"/>
                  <a:gd name="T17" fmla="*/ 92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35">
                    <a:moveTo>
                      <a:pt x="15" y="0"/>
                    </a:moveTo>
                    <a:cubicBezTo>
                      <a:pt x="20" y="5"/>
                      <a:pt x="21" y="14"/>
                      <a:pt x="22" y="21"/>
                    </a:cubicBezTo>
                    <a:cubicBezTo>
                      <a:pt x="23" y="29"/>
                      <a:pt x="24" y="37"/>
                      <a:pt x="22" y="45"/>
                    </a:cubicBezTo>
                    <a:cubicBezTo>
                      <a:pt x="18" y="62"/>
                      <a:pt x="6" y="77"/>
                      <a:pt x="3" y="94"/>
                    </a:cubicBezTo>
                    <a:cubicBezTo>
                      <a:pt x="1" y="101"/>
                      <a:pt x="0" y="108"/>
                      <a:pt x="0" y="115"/>
                    </a:cubicBezTo>
                    <a:cubicBezTo>
                      <a:pt x="0" y="121"/>
                      <a:pt x="5" y="128"/>
                      <a:pt x="4" y="135"/>
                    </a:cubicBezTo>
                    <a:cubicBezTo>
                      <a:pt x="4" y="116"/>
                      <a:pt x="10" y="96"/>
                      <a:pt x="17" y="79"/>
                    </a:cubicBezTo>
                    <a:cubicBezTo>
                      <a:pt x="25" y="62"/>
                      <a:pt x="35" y="37"/>
                      <a:pt x="28" y="18"/>
                    </a:cubicBezTo>
                    <a:cubicBezTo>
                      <a:pt x="26" y="14"/>
                      <a:pt x="23" y="9"/>
                      <a:pt x="22" y="4"/>
                    </a:cubicBezTo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5" name="Freeform 325">
                <a:extLst>
                  <a:ext uri="{FF2B5EF4-FFF2-40B4-BE49-F238E27FC236}">
                    <a16:creationId xmlns:a16="http://schemas.microsoft.com/office/drawing/2014/main" id="{5E467644-AFE3-4F86-AC34-B8E6DE3EB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583"/>
                <a:ext cx="60" cy="572"/>
              </a:xfrm>
              <a:custGeom>
                <a:avLst/>
                <a:gdLst>
                  <a:gd name="T0" fmla="*/ 211 w 21"/>
                  <a:gd name="T1" fmla="*/ 140 h 200"/>
                  <a:gd name="T2" fmla="*/ 74 w 21"/>
                  <a:gd name="T3" fmla="*/ 704 h 200"/>
                  <a:gd name="T4" fmla="*/ 0 w 21"/>
                  <a:gd name="T5" fmla="*/ 1284 h 200"/>
                  <a:gd name="T6" fmla="*/ 163 w 21"/>
                  <a:gd name="T7" fmla="*/ 2388 h 200"/>
                  <a:gd name="T8" fmla="*/ 211 w 21"/>
                  <a:gd name="T9" fmla="*/ 3509 h 200"/>
                  <a:gd name="T10" fmla="*/ 237 w 21"/>
                  <a:gd name="T11" fmla="*/ 4050 h 200"/>
                  <a:gd name="T12" fmla="*/ 189 w 21"/>
                  <a:gd name="T13" fmla="*/ 4605 h 200"/>
                  <a:gd name="T14" fmla="*/ 237 w 21"/>
                  <a:gd name="T15" fmla="*/ 4587 h 200"/>
                  <a:gd name="T16" fmla="*/ 254 w 21"/>
                  <a:gd name="T17" fmla="*/ 4679 h 200"/>
                  <a:gd name="T18" fmla="*/ 440 w 21"/>
                  <a:gd name="T19" fmla="*/ 4164 h 200"/>
                  <a:gd name="T20" fmla="*/ 440 w 21"/>
                  <a:gd name="T21" fmla="*/ 3584 h 200"/>
                  <a:gd name="T22" fmla="*/ 400 w 21"/>
                  <a:gd name="T23" fmla="*/ 2969 h 200"/>
                  <a:gd name="T24" fmla="*/ 351 w 21"/>
                  <a:gd name="T25" fmla="*/ 2388 h 200"/>
                  <a:gd name="T26" fmla="*/ 374 w 21"/>
                  <a:gd name="T27" fmla="*/ 1473 h 200"/>
                  <a:gd name="T28" fmla="*/ 400 w 21"/>
                  <a:gd name="T29" fmla="*/ 0 h 20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" h="200">
                    <a:moveTo>
                      <a:pt x="9" y="6"/>
                    </a:moveTo>
                    <a:cubicBezTo>
                      <a:pt x="5" y="13"/>
                      <a:pt x="5" y="23"/>
                      <a:pt x="3" y="30"/>
                    </a:cubicBezTo>
                    <a:cubicBezTo>
                      <a:pt x="1" y="38"/>
                      <a:pt x="0" y="47"/>
                      <a:pt x="0" y="55"/>
                    </a:cubicBezTo>
                    <a:cubicBezTo>
                      <a:pt x="1" y="72"/>
                      <a:pt x="6" y="86"/>
                      <a:pt x="7" y="102"/>
                    </a:cubicBezTo>
                    <a:cubicBezTo>
                      <a:pt x="9" y="118"/>
                      <a:pt x="9" y="134"/>
                      <a:pt x="9" y="150"/>
                    </a:cubicBezTo>
                    <a:cubicBezTo>
                      <a:pt x="9" y="158"/>
                      <a:pt x="10" y="165"/>
                      <a:pt x="10" y="173"/>
                    </a:cubicBezTo>
                    <a:cubicBezTo>
                      <a:pt x="9" y="181"/>
                      <a:pt x="8" y="189"/>
                      <a:pt x="8" y="197"/>
                    </a:cubicBezTo>
                    <a:cubicBezTo>
                      <a:pt x="9" y="196"/>
                      <a:pt x="10" y="196"/>
                      <a:pt x="10" y="196"/>
                    </a:cubicBezTo>
                    <a:cubicBezTo>
                      <a:pt x="10" y="197"/>
                      <a:pt x="11" y="199"/>
                      <a:pt x="11" y="200"/>
                    </a:cubicBezTo>
                    <a:cubicBezTo>
                      <a:pt x="11" y="192"/>
                      <a:pt x="18" y="186"/>
                      <a:pt x="19" y="178"/>
                    </a:cubicBezTo>
                    <a:cubicBezTo>
                      <a:pt x="19" y="170"/>
                      <a:pt x="19" y="161"/>
                      <a:pt x="19" y="153"/>
                    </a:cubicBezTo>
                    <a:cubicBezTo>
                      <a:pt x="18" y="144"/>
                      <a:pt x="18" y="136"/>
                      <a:pt x="17" y="127"/>
                    </a:cubicBezTo>
                    <a:cubicBezTo>
                      <a:pt x="17" y="118"/>
                      <a:pt x="15" y="110"/>
                      <a:pt x="15" y="102"/>
                    </a:cubicBezTo>
                    <a:cubicBezTo>
                      <a:pt x="15" y="89"/>
                      <a:pt x="16" y="76"/>
                      <a:pt x="16" y="63"/>
                    </a:cubicBezTo>
                    <a:cubicBezTo>
                      <a:pt x="17" y="42"/>
                      <a:pt x="21" y="21"/>
                      <a:pt x="17" y="0"/>
                    </a:cubicBezTo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6" name="Freeform 326">
                <a:extLst>
                  <a:ext uri="{FF2B5EF4-FFF2-40B4-BE49-F238E27FC236}">
                    <a16:creationId xmlns:a16="http://schemas.microsoft.com/office/drawing/2014/main" id="{EE2F25AD-C373-4291-9D55-E84A1F0D9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151"/>
                <a:ext cx="140" cy="663"/>
              </a:xfrm>
              <a:custGeom>
                <a:avLst/>
                <a:gdLst>
                  <a:gd name="T0" fmla="*/ 1143 w 49"/>
                  <a:gd name="T1" fmla="*/ 114 h 232"/>
                  <a:gd name="T2" fmla="*/ 603 w 49"/>
                  <a:gd name="T3" fmla="*/ 189 h 232"/>
                  <a:gd name="T4" fmla="*/ 277 w 49"/>
                  <a:gd name="T5" fmla="*/ 580 h 232"/>
                  <a:gd name="T6" fmla="*/ 277 w 49"/>
                  <a:gd name="T7" fmla="*/ 1772 h 232"/>
                  <a:gd name="T8" fmla="*/ 417 w 49"/>
                  <a:gd name="T9" fmla="*/ 4198 h 232"/>
                  <a:gd name="T10" fmla="*/ 514 w 49"/>
                  <a:gd name="T11" fmla="*/ 4835 h 232"/>
                  <a:gd name="T12" fmla="*/ 603 w 49"/>
                  <a:gd name="T13" fmla="*/ 5415 h 232"/>
                  <a:gd name="T14" fmla="*/ 351 w 49"/>
                  <a:gd name="T15" fmla="*/ 4687 h 232"/>
                  <a:gd name="T16" fmla="*/ 189 w 49"/>
                  <a:gd name="T17" fmla="*/ 4018 h 232"/>
                  <a:gd name="T18" fmla="*/ 74 w 49"/>
                  <a:gd name="T19" fmla="*/ 3569 h 232"/>
                  <a:gd name="T20" fmla="*/ 0 w 49"/>
                  <a:gd name="T21" fmla="*/ 2963 h 232"/>
                  <a:gd name="T22" fmla="*/ 26 w 49"/>
                  <a:gd name="T23" fmla="*/ 2098 h 232"/>
                  <a:gd name="T24" fmla="*/ 49 w 49"/>
                  <a:gd name="T25" fmla="*/ 1332 h 232"/>
                  <a:gd name="T26" fmla="*/ 89 w 49"/>
                  <a:gd name="T27" fmla="*/ 677 h 232"/>
                  <a:gd name="T28" fmla="*/ 163 w 49"/>
                  <a:gd name="T29" fmla="*/ 303 h 232"/>
                  <a:gd name="T30" fmla="*/ 489 w 49"/>
                  <a:gd name="T31" fmla="*/ 26 h 2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9" h="232">
                    <a:moveTo>
                      <a:pt x="49" y="5"/>
                    </a:moveTo>
                    <a:cubicBezTo>
                      <a:pt x="43" y="0"/>
                      <a:pt x="32" y="6"/>
                      <a:pt x="26" y="8"/>
                    </a:cubicBezTo>
                    <a:cubicBezTo>
                      <a:pt x="17" y="11"/>
                      <a:pt x="14" y="15"/>
                      <a:pt x="12" y="25"/>
                    </a:cubicBezTo>
                    <a:cubicBezTo>
                      <a:pt x="9" y="40"/>
                      <a:pt x="11" y="60"/>
                      <a:pt x="12" y="76"/>
                    </a:cubicBezTo>
                    <a:cubicBezTo>
                      <a:pt x="14" y="111"/>
                      <a:pt x="12" y="146"/>
                      <a:pt x="18" y="180"/>
                    </a:cubicBezTo>
                    <a:cubicBezTo>
                      <a:pt x="19" y="189"/>
                      <a:pt x="21" y="198"/>
                      <a:pt x="22" y="207"/>
                    </a:cubicBezTo>
                    <a:cubicBezTo>
                      <a:pt x="24" y="214"/>
                      <a:pt x="29" y="225"/>
                      <a:pt x="26" y="232"/>
                    </a:cubicBezTo>
                    <a:cubicBezTo>
                      <a:pt x="22" y="222"/>
                      <a:pt x="19" y="211"/>
                      <a:pt x="15" y="201"/>
                    </a:cubicBezTo>
                    <a:cubicBezTo>
                      <a:pt x="12" y="191"/>
                      <a:pt x="9" y="182"/>
                      <a:pt x="8" y="172"/>
                    </a:cubicBezTo>
                    <a:cubicBezTo>
                      <a:pt x="7" y="165"/>
                      <a:pt x="5" y="159"/>
                      <a:pt x="3" y="153"/>
                    </a:cubicBezTo>
                    <a:cubicBezTo>
                      <a:pt x="1" y="145"/>
                      <a:pt x="1" y="136"/>
                      <a:pt x="0" y="127"/>
                    </a:cubicBezTo>
                    <a:cubicBezTo>
                      <a:pt x="0" y="115"/>
                      <a:pt x="1" y="102"/>
                      <a:pt x="1" y="90"/>
                    </a:cubicBezTo>
                    <a:cubicBezTo>
                      <a:pt x="0" y="79"/>
                      <a:pt x="1" y="68"/>
                      <a:pt x="2" y="57"/>
                    </a:cubicBezTo>
                    <a:cubicBezTo>
                      <a:pt x="4" y="48"/>
                      <a:pt x="4" y="38"/>
                      <a:pt x="4" y="29"/>
                    </a:cubicBezTo>
                    <a:cubicBezTo>
                      <a:pt x="4" y="23"/>
                      <a:pt x="4" y="18"/>
                      <a:pt x="7" y="13"/>
                    </a:cubicBezTo>
                    <a:cubicBezTo>
                      <a:pt x="10" y="8"/>
                      <a:pt x="16" y="3"/>
                      <a:pt x="21" y="1"/>
                    </a:cubicBezTo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7" name="Freeform 327">
                <a:extLst>
                  <a:ext uri="{FF2B5EF4-FFF2-40B4-BE49-F238E27FC236}">
                    <a16:creationId xmlns:a16="http://schemas.microsoft.com/office/drawing/2014/main" id="{895ADEFC-A9E2-4560-B9D1-8D565239B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348"/>
                <a:ext cx="80" cy="143"/>
              </a:xfrm>
              <a:custGeom>
                <a:avLst/>
                <a:gdLst>
                  <a:gd name="T0" fmla="*/ 514 w 28"/>
                  <a:gd name="T1" fmla="*/ 49 h 50"/>
                  <a:gd name="T2" fmla="*/ 514 w 28"/>
                  <a:gd name="T3" fmla="*/ 655 h 50"/>
                  <a:gd name="T4" fmla="*/ 26 w 28"/>
                  <a:gd name="T5" fmla="*/ 1170 h 50"/>
                  <a:gd name="T6" fmla="*/ 74 w 28"/>
                  <a:gd name="T7" fmla="*/ 95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0">
                    <a:moveTo>
                      <a:pt x="22" y="2"/>
                    </a:moveTo>
                    <a:cubicBezTo>
                      <a:pt x="28" y="0"/>
                      <a:pt x="23" y="24"/>
                      <a:pt x="22" y="28"/>
                    </a:cubicBezTo>
                    <a:cubicBezTo>
                      <a:pt x="19" y="34"/>
                      <a:pt x="10" y="50"/>
                      <a:pt x="1" y="50"/>
                    </a:cubicBezTo>
                    <a:cubicBezTo>
                      <a:pt x="0" y="47"/>
                      <a:pt x="1" y="44"/>
                      <a:pt x="3" y="41"/>
                    </a:cubicBezTo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8" name="Freeform 328">
                <a:extLst>
                  <a:ext uri="{FF2B5EF4-FFF2-40B4-BE49-F238E27FC236}">
                    <a16:creationId xmlns:a16="http://schemas.microsoft.com/office/drawing/2014/main" id="{B13AB017-F466-47EB-B339-DA0241A9B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337"/>
                <a:ext cx="60" cy="143"/>
              </a:xfrm>
              <a:custGeom>
                <a:avLst/>
                <a:gdLst>
                  <a:gd name="T0" fmla="*/ 0 w 21"/>
                  <a:gd name="T1" fmla="*/ 140 h 50"/>
                  <a:gd name="T2" fmla="*/ 326 w 21"/>
                  <a:gd name="T3" fmla="*/ 704 h 50"/>
                  <a:gd name="T4" fmla="*/ 466 w 21"/>
                  <a:gd name="T5" fmla="*/ 1081 h 50"/>
                  <a:gd name="T6" fmla="*/ 351 w 21"/>
                  <a:gd name="T7" fmla="*/ 1081 h 50"/>
                  <a:gd name="T8" fmla="*/ 74 w 21"/>
                  <a:gd name="T9" fmla="*/ 589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0" y="6"/>
                    </a:moveTo>
                    <a:cubicBezTo>
                      <a:pt x="8" y="0"/>
                      <a:pt x="12" y="25"/>
                      <a:pt x="14" y="30"/>
                    </a:cubicBezTo>
                    <a:cubicBezTo>
                      <a:pt x="15" y="33"/>
                      <a:pt x="21" y="43"/>
                      <a:pt x="20" y="46"/>
                    </a:cubicBezTo>
                    <a:cubicBezTo>
                      <a:pt x="19" y="50"/>
                      <a:pt x="17" y="48"/>
                      <a:pt x="15" y="46"/>
                    </a:cubicBezTo>
                    <a:cubicBezTo>
                      <a:pt x="8" y="41"/>
                      <a:pt x="6" y="32"/>
                      <a:pt x="3" y="25"/>
                    </a:cubicBezTo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9" name="Freeform 329">
                <a:extLst>
                  <a:ext uri="{FF2B5EF4-FFF2-40B4-BE49-F238E27FC236}">
                    <a16:creationId xmlns:a16="http://schemas.microsoft.com/office/drawing/2014/main" id="{F6AA2E74-28B0-464D-BAF7-ED783ADF5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832"/>
                <a:ext cx="78" cy="88"/>
              </a:xfrm>
              <a:custGeom>
                <a:avLst/>
                <a:gdLst>
                  <a:gd name="T0" fmla="*/ 168 w 27"/>
                  <a:gd name="T1" fmla="*/ 710 h 31"/>
                  <a:gd name="T2" fmla="*/ 292 w 27"/>
                  <a:gd name="T3" fmla="*/ 412 h 31"/>
                  <a:gd name="T4" fmla="*/ 552 w 27"/>
                  <a:gd name="T5" fmla="*/ 185 h 31"/>
                  <a:gd name="T6" fmla="*/ 459 w 27"/>
                  <a:gd name="T7" fmla="*/ 48 h 31"/>
                  <a:gd name="T8" fmla="*/ 0 w 27"/>
                  <a:gd name="T9" fmla="*/ 48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1">
                    <a:moveTo>
                      <a:pt x="7" y="31"/>
                    </a:moveTo>
                    <a:cubicBezTo>
                      <a:pt x="9" y="28"/>
                      <a:pt x="9" y="22"/>
                      <a:pt x="12" y="18"/>
                    </a:cubicBezTo>
                    <a:cubicBezTo>
                      <a:pt x="15" y="13"/>
                      <a:pt x="20" y="12"/>
                      <a:pt x="23" y="8"/>
                    </a:cubicBezTo>
                    <a:cubicBezTo>
                      <a:pt x="27" y="4"/>
                      <a:pt x="24" y="0"/>
                      <a:pt x="19" y="2"/>
                    </a:cubicBezTo>
                    <a:cubicBezTo>
                      <a:pt x="12" y="4"/>
                      <a:pt x="3" y="15"/>
                      <a:pt x="0" y="21"/>
                    </a:cubicBezTo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0" name="Freeform 330">
                <a:extLst>
                  <a:ext uri="{FF2B5EF4-FFF2-40B4-BE49-F238E27FC236}">
                    <a16:creationId xmlns:a16="http://schemas.microsoft.com/office/drawing/2014/main" id="{9C834913-DDD4-4EAD-9E6A-14323F580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846"/>
                <a:ext cx="57" cy="294"/>
              </a:xfrm>
              <a:custGeom>
                <a:avLst/>
                <a:gdLst>
                  <a:gd name="T0" fmla="*/ 462 w 20"/>
                  <a:gd name="T1" fmla="*/ 49 h 103"/>
                  <a:gd name="T2" fmla="*/ 351 w 20"/>
                  <a:gd name="T3" fmla="*/ 676 h 103"/>
                  <a:gd name="T4" fmla="*/ 276 w 20"/>
                  <a:gd name="T5" fmla="*/ 1419 h 103"/>
                  <a:gd name="T6" fmla="*/ 276 w 20"/>
                  <a:gd name="T7" fmla="*/ 2021 h 103"/>
                  <a:gd name="T8" fmla="*/ 251 w 20"/>
                  <a:gd name="T9" fmla="*/ 2306 h 103"/>
                  <a:gd name="T10" fmla="*/ 162 w 20"/>
                  <a:gd name="T11" fmla="*/ 2306 h 103"/>
                  <a:gd name="T12" fmla="*/ 88 w 20"/>
                  <a:gd name="T13" fmla="*/ 2095 h 103"/>
                  <a:gd name="T14" fmla="*/ 26 w 20"/>
                  <a:gd name="T15" fmla="*/ 1230 h 103"/>
                  <a:gd name="T16" fmla="*/ 114 w 20"/>
                  <a:gd name="T17" fmla="*/ 651 h 103"/>
                  <a:gd name="T18" fmla="*/ 188 w 20"/>
                  <a:gd name="T19" fmla="*/ 0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103">
                    <a:moveTo>
                      <a:pt x="20" y="2"/>
                    </a:moveTo>
                    <a:cubicBezTo>
                      <a:pt x="14" y="7"/>
                      <a:pt x="16" y="22"/>
                      <a:pt x="15" y="29"/>
                    </a:cubicBezTo>
                    <a:cubicBezTo>
                      <a:pt x="14" y="39"/>
                      <a:pt x="13" y="50"/>
                      <a:pt x="12" y="61"/>
                    </a:cubicBezTo>
                    <a:cubicBezTo>
                      <a:pt x="12" y="70"/>
                      <a:pt x="13" y="78"/>
                      <a:pt x="12" y="87"/>
                    </a:cubicBezTo>
                    <a:cubicBezTo>
                      <a:pt x="12" y="90"/>
                      <a:pt x="13" y="96"/>
                      <a:pt x="11" y="99"/>
                    </a:cubicBezTo>
                    <a:cubicBezTo>
                      <a:pt x="9" y="103"/>
                      <a:pt x="10" y="102"/>
                      <a:pt x="7" y="99"/>
                    </a:cubicBezTo>
                    <a:cubicBezTo>
                      <a:pt x="5" y="96"/>
                      <a:pt x="5" y="93"/>
                      <a:pt x="4" y="90"/>
                    </a:cubicBezTo>
                    <a:cubicBezTo>
                      <a:pt x="1" y="79"/>
                      <a:pt x="0" y="64"/>
                      <a:pt x="1" y="53"/>
                    </a:cubicBezTo>
                    <a:cubicBezTo>
                      <a:pt x="2" y="44"/>
                      <a:pt x="4" y="36"/>
                      <a:pt x="5" y="28"/>
                    </a:cubicBezTo>
                    <a:cubicBezTo>
                      <a:pt x="5" y="19"/>
                      <a:pt x="4" y="8"/>
                      <a:pt x="8" y="0"/>
                    </a:cubicBezTo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1" name="Freeform 331">
                <a:extLst>
                  <a:ext uri="{FF2B5EF4-FFF2-40B4-BE49-F238E27FC236}">
                    <a16:creationId xmlns:a16="http://schemas.microsoft.com/office/drawing/2014/main" id="{135DE3D7-40E7-4376-92EA-FF75DA353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660"/>
                <a:ext cx="83" cy="478"/>
              </a:xfrm>
              <a:custGeom>
                <a:avLst/>
                <a:gdLst>
                  <a:gd name="T0" fmla="*/ 326 w 29"/>
                  <a:gd name="T1" fmla="*/ 3867 h 167"/>
                  <a:gd name="T2" fmla="*/ 541 w 29"/>
                  <a:gd name="T3" fmla="*/ 3678 h 167"/>
                  <a:gd name="T4" fmla="*/ 607 w 29"/>
                  <a:gd name="T5" fmla="*/ 3260 h 167"/>
                  <a:gd name="T6" fmla="*/ 681 w 29"/>
                  <a:gd name="T7" fmla="*/ 2507 h 167"/>
                  <a:gd name="T8" fmla="*/ 515 w 29"/>
                  <a:gd name="T9" fmla="*/ 2064 h 167"/>
                  <a:gd name="T10" fmla="*/ 401 w 29"/>
                  <a:gd name="T11" fmla="*/ 1385 h 167"/>
                  <a:gd name="T12" fmla="*/ 212 w 29"/>
                  <a:gd name="T13" fmla="*/ 819 h 167"/>
                  <a:gd name="T14" fmla="*/ 0 w 29"/>
                  <a:gd name="T15" fmla="*/ 0 h 1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67">
                    <a:moveTo>
                      <a:pt x="14" y="165"/>
                    </a:moveTo>
                    <a:cubicBezTo>
                      <a:pt x="21" y="167"/>
                      <a:pt x="22" y="164"/>
                      <a:pt x="23" y="157"/>
                    </a:cubicBezTo>
                    <a:cubicBezTo>
                      <a:pt x="24" y="151"/>
                      <a:pt x="25" y="145"/>
                      <a:pt x="26" y="139"/>
                    </a:cubicBezTo>
                    <a:cubicBezTo>
                      <a:pt x="27" y="129"/>
                      <a:pt x="23" y="116"/>
                      <a:pt x="29" y="107"/>
                    </a:cubicBezTo>
                    <a:cubicBezTo>
                      <a:pt x="22" y="102"/>
                      <a:pt x="22" y="96"/>
                      <a:pt x="22" y="88"/>
                    </a:cubicBezTo>
                    <a:cubicBezTo>
                      <a:pt x="21" y="78"/>
                      <a:pt x="21" y="68"/>
                      <a:pt x="17" y="59"/>
                    </a:cubicBezTo>
                    <a:cubicBezTo>
                      <a:pt x="15" y="51"/>
                      <a:pt x="12" y="44"/>
                      <a:pt x="9" y="35"/>
                    </a:cubicBezTo>
                    <a:cubicBezTo>
                      <a:pt x="6" y="25"/>
                      <a:pt x="0" y="11"/>
                      <a:pt x="0" y="0"/>
                    </a:cubicBezTo>
                  </a:path>
                </a:pathLst>
              </a:custGeom>
              <a:solidFill>
                <a:srgbClr val="FDD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2" name="Freeform 332">
                <a:extLst>
                  <a:ext uri="{FF2B5EF4-FFF2-40B4-BE49-F238E27FC236}">
                    <a16:creationId xmlns:a16="http://schemas.microsoft.com/office/drawing/2014/main" id="{3AE743D1-D448-434D-94FA-9A09BA6D5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545"/>
                <a:ext cx="63" cy="181"/>
              </a:xfrm>
              <a:custGeom>
                <a:avLst/>
                <a:gdLst>
                  <a:gd name="T0" fmla="*/ 515 w 22"/>
                  <a:gd name="T1" fmla="*/ 0 h 63"/>
                  <a:gd name="T2" fmla="*/ 49 w 22"/>
                  <a:gd name="T3" fmla="*/ 520 h 63"/>
                  <a:gd name="T4" fmla="*/ 115 w 22"/>
                  <a:gd name="T5" fmla="*/ 1066 h 63"/>
                  <a:gd name="T6" fmla="*/ 263 w 22"/>
                  <a:gd name="T7" fmla="*/ 1353 h 63"/>
                  <a:gd name="T8" fmla="*/ 352 w 22"/>
                  <a:gd name="T9" fmla="*/ 1494 h 63"/>
                  <a:gd name="T10" fmla="*/ 467 w 22"/>
                  <a:gd name="T11" fmla="*/ 0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63">
                    <a:moveTo>
                      <a:pt x="22" y="0"/>
                    </a:moveTo>
                    <a:cubicBezTo>
                      <a:pt x="12" y="0"/>
                      <a:pt x="3" y="13"/>
                      <a:pt x="2" y="22"/>
                    </a:cubicBezTo>
                    <a:cubicBezTo>
                      <a:pt x="2" y="29"/>
                      <a:pt x="2" y="38"/>
                      <a:pt x="5" y="45"/>
                    </a:cubicBezTo>
                    <a:cubicBezTo>
                      <a:pt x="6" y="49"/>
                      <a:pt x="9" y="53"/>
                      <a:pt x="11" y="57"/>
                    </a:cubicBezTo>
                    <a:cubicBezTo>
                      <a:pt x="12" y="60"/>
                      <a:pt x="14" y="60"/>
                      <a:pt x="15" y="63"/>
                    </a:cubicBezTo>
                    <a:cubicBezTo>
                      <a:pt x="7" y="46"/>
                      <a:pt x="0" y="13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3" name="Freeform 333">
                <a:extLst>
                  <a:ext uri="{FF2B5EF4-FFF2-40B4-BE49-F238E27FC236}">
                    <a16:creationId xmlns:a16="http://schemas.microsoft.com/office/drawing/2014/main" id="{0ED37D38-6EB3-4DF5-8C6F-4C9071CC1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168"/>
                <a:ext cx="164" cy="323"/>
              </a:xfrm>
              <a:custGeom>
                <a:avLst/>
                <a:gdLst>
                  <a:gd name="T0" fmla="*/ 1358 w 57"/>
                  <a:gd name="T1" fmla="*/ 89 h 113"/>
                  <a:gd name="T2" fmla="*/ 644 w 57"/>
                  <a:gd name="T3" fmla="*/ 743 h 113"/>
                  <a:gd name="T4" fmla="*/ 167 w 57"/>
                  <a:gd name="T5" fmla="*/ 1706 h 113"/>
                  <a:gd name="T6" fmla="*/ 26 w 57"/>
                  <a:gd name="T7" fmla="*/ 2150 h 113"/>
                  <a:gd name="T8" fmla="*/ 190 w 57"/>
                  <a:gd name="T9" fmla="*/ 2638 h 113"/>
                  <a:gd name="T10" fmla="*/ 455 w 57"/>
                  <a:gd name="T11" fmla="*/ 1586 h 113"/>
                  <a:gd name="T12" fmla="*/ 621 w 57"/>
                  <a:gd name="T13" fmla="*/ 1006 h 113"/>
                  <a:gd name="T14" fmla="*/ 860 w 57"/>
                  <a:gd name="T15" fmla="*/ 515 h 113"/>
                  <a:gd name="T16" fmla="*/ 1332 w 57"/>
                  <a:gd name="T17" fmla="*/ 89 h 1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113">
                    <a:moveTo>
                      <a:pt x="57" y="4"/>
                    </a:moveTo>
                    <a:cubicBezTo>
                      <a:pt x="44" y="0"/>
                      <a:pt x="32" y="23"/>
                      <a:pt x="27" y="32"/>
                    </a:cubicBezTo>
                    <a:cubicBezTo>
                      <a:pt x="20" y="46"/>
                      <a:pt x="14" y="59"/>
                      <a:pt x="7" y="73"/>
                    </a:cubicBezTo>
                    <a:cubicBezTo>
                      <a:pt x="4" y="79"/>
                      <a:pt x="2" y="85"/>
                      <a:pt x="1" y="92"/>
                    </a:cubicBezTo>
                    <a:cubicBezTo>
                      <a:pt x="0" y="100"/>
                      <a:pt x="5" y="106"/>
                      <a:pt x="8" y="113"/>
                    </a:cubicBezTo>
                    <a:cubicBezTo>
                      <a:pt x="0" y="96"/>
                      <a:pt x="13" y="82"/>
                      <a:pt x="19" y="68"/>
                    </a:cubicBezTo>
                    <a:cubicBezTo>
                      <a:pt x="23" y="59"/>
                      <a:pt x="23" y="51"/>
                      <a:pt x="26" y="43"/>
                    </a:cubicBezTo>
                    <a:cubicBezTo>
                      <a:pt x="28" y="36"/>
                      <a:pt x="32" y="28"/>
                      <a:pt x="36" y="22"/>
                    </a:cubicBezTo>
                    <a:cubicBezTo>
                      <a:pt x="38" y="19"/>
                      <a:pt x="47" y="5"/>
                      <a:pt x="5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4" name="Freeform 334">
                <a:extLst>
                  <a:ext uri="{FF2B5EF4-FFF2-40B4-BE49-F238E27FC236}">
                    <a16:creationId xmlns:a16="http://schemas.microsoft.com/office/drawing/2014/main" id="{1DA045DD-EE3C-4998-9E90-994438400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474"/>
                <a:ext cx="251" cy="789"/>
              </a:xfrm>
              <a:custGeom>
                <a:avLst/>
                <a:gdLst>
                  <a:gd name="T0" fmla="*/ 0 w 88"/>
                  <a:gd name="T1" fmla="*/ 212 h 276"/>
                  <a:gd name="T2" fmla="*/ 1164 w 88"/>
                  <a:gd name="T3" fmla="*/ 212 h 276"/>
                  <a:gd name="T4" fmla="*/ 1669 w 88"/>
                  <a:gd name="T5" fmla="*/ 1872 h 276"/>
                  <a:gd name="T6" fmla="*/ 975 w 88"/>
                  <a:gd name="T7" fmla="*/ 4388 h 276"/>
                  <a:gd name="T8" fmla="*/ 1018 w 88"/>
                  <a:gd name="T9" fmla="*/ 6449 h 2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276">
                    <a:moveTo>
                      <a:pt x="0" y="9"/>
                    </a:moveTo>
                    <a:cubicBezTo>
                      <a:pt x="9" y="0"/>
                      <a:pt x="38" y="4"/>
                      <a:pt x="50" y="9"/>
                    </a:cubicBezTo>
                    <a:cubicBezTo>
                      <a:pt x="63" y="14"/>
                      <a:pt x="88" y="41"/>
                      <a:pt x="72" y="80"/>
                    </a:cubicBezTo>
                    <a:cubicBezTo>
                      <a:pt x="57" y="118"/>
                      <a:pt x="41" y="150"/>
                      <a:pt x="42" y="188"/>
                    </a:cubicBezTo>
                    <a:cubicBezTo>
                      <a:pt x="44" y="225"/>
                      <a:pt x="44" y="276"/>
                      <a:pt x="44" y="27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5" name="Freeform 335">
                <a:extLst>
                  <a:ext uri="{FF2B5EF4-FFF2-40B4-BE49-F238E27FC236}">
                    <a16:creationId xmlns:a16="http://schemas.microsoft.com/office/drawing/2014/main" id="{EC91A50A-75F9-4E1D-AC45-A31ECB66D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560"/>
                <a:ext cx="88" cy="395"/>
              </a:xfrm>
              <a:custGeom>
                <a:avLst/>
                <a:gdLst>
                  <a:gd name="T0" fmla="*/ 525 w 31"/>
                  <a:gd name="T1" fmla="*/ 0 h 138"/>
                  <a:gd name="T2" fmla="*/ 363 w 31"/>
                  <a:gd name="T3" fmla="*/ 1597 h 138"/>
                  <a:gd name="T4" fmla="*/ 88 w 31"/>
                  <a:gd name="T5" fmla="*/ 3237 h 1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38">
                    <a:moveTo>
                      <a:pt x="23" y="0"/>
                    </a:moveTo>
                    <a:cubicBezTo>
                      <a:pt x="31" y="16"/>
                      <a:pt x="31" y="37"/>
                      <a:pt x="16" y="68"/>
                    </a:cubicBezTo>
                    <a:cubicBezTo>
                      <a:pt x="0" y="99"/>
                      <a:pt x="4" y="132"/>
                      <a:pt x="4" y="138"/>
                    </a:cubicBezTo>
                  </a:path>
                </a:pathLst>
              </a:custGeom>
              <a:noFill/>
              <a:ln w="7938" cap="rnd">
                <a:solidFill>
                  <a:srgbClr val="CEA97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6" name="Freeform 336">
                <a:extLst>
                  <a:ext uri="{FF2B5EF4-FFF2-40B4-BE49-F238E27FC236}">
                    <a16:creationId xmlns:a16="http://schemas.microsoft.com/office/drawing/2014/main" id="{22D0ACDD-2DF0-44A4-9056-06F1AF31B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131"/>
                <a:ext cx="294" cy="437"/>
              </a:xfrm>
              <a:custGeom>
                <a:avLst/>
                <a:gdLst>
                  <a:gd name="T0" fmla="*/ 0 w 103"/>
                  <a:gd name="T1" fmla="*/ 211 h 153"/>
                  <a:gd name="T2" fmla="*/ 979 w 103"/>
                  <a:gd name="T3" fmla="*/ 89 h 153"/>
                  <a:gd name="T4" fmla="*/ 2069 w 103"/>
                  <a:gd name="T5" fmla="*/ 1631 h 153"/>
                  <a:gd name="T6" fmla="*/ 2281 w 103"/>
                  <a:gd name="T7" fmla="*/ 2913 h 153"/>
                  <a:gd name="T8" fmla="*/ 1678 w 103"/>
                  <a:gd name="T9" fmla="*/ 3565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153">
                    <a:moveTo>
                      <a:pt x="0" y="9"/>
                    </a:moveTo>
                    <a:cubicBezTo>
                      <a:pt x="13" y="9"/>
                      <a:pt x="24" y="0"/>
                      <a:pt x="42" y="4"/>
                    </a:cubicBezTo>
                    <a:cubicBezTo>
                      <a:pt x="60" y="8"/>
                      <a:pt x="75" y="50"/>
                      <a:pt x="89" y="70"/>
                    </a:cubicBezTo>
                    <a:cubicBezTo>
                      <a:pt x="103" y="90"/>
                      <a:pt x="101" y="110"/>
                      <a:pt x="98" y="125"/>
                    </a:cubicBezTo>
                    <a:cubicBezTo>
                      <a:pt x="94" y="141"/>
                      <a:pt x="72" y="153"/>
                      <a:pt x="72" y="15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7" name="Freeform 337">
                <a:extLst>
                  <a:ext uri="{FF2B5EF4-FFF2-40B4-BE49-F238E27FC236}">
                    <a16:creationId xmlns:a16="http://schemas.microsoft.com/office/drawing/2014/main" id="{9058713B-4A9A-4227-9330-F4A870894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568"/>
                <a:ext cx="14" cy="135"/>
              </a:xfrm>
              <a:custGeom>
                <a:avLst/>
                <a:gdLst>
                  <a:gd name="T0" fmla="*/ 109 w 5"/>
                  <a:gd name="T1" fmla="*/ 0 h 47"/>
                  <a:gd name="T2" fmla="*/ 109 w 5"/>
                  <a:gd name="T3" fmla="*/ 111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7">
                    <a:moveTo>
                      <a:pt x="5" y="0"/>
                    </a:moveTo>
                    <a:cubicBezTo>
                      <a:pt x="0" y="9"/>
                      <a:pt x="4" y="27"/>
                      <a:pt x="5" y="4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8" name="Freeform 338">
                <a:extLst>
                  <a:ext uri="{FF2B5EF4-FFF2-40B4-BE49-F238E27FC236}">
                    <a16:creationId xmlns:a16="http://schemas.microsoft.com/office/drawing/2014/main" id="{D7A2D84C-CEF7-4306-BA44-9781402BB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488"/>
                <a:ext cx="835" cy="1056"/>
              </a:xfrm>
              <a:custGeom>
                <a:avLst/>
                <a:gdLst>
                  <a:gd name="T0" fmla="*/ 2265 w 292"/>
                  <a:gd name="T1" fmla="*/ 114 h 369"/>
                  <a:gd name="T2" fmla="*/ 2691 w 292"/>
                  <a:gd name="T3" fmla="*/ 163 h 369"/>
                  <a:gd name="T4" fmla="*/ 3108 w 292"/>
                  <a:gd name="T5" fmla="*/ 278 h 369"/>
                  <a:gd name="T6" fmla="*/ 3434 w 292"/>
                  <a:gd name="T7" fmla="*/ 541 h 369"/>
                  <a:gd name="T8" fmla="*/ 3812 w 292"/>
                  <a:gd name="T9" fmla="*/ 770 h 369"/>
                  <a:gd name="T10" fmla="*/ 4089 w 292"/>
                  <a:gd name="T11" fmla="*/ 1105 h 369"/>
                  <a:gd name="T12" fmla="*/ 4630 w 292"/>
                  <a:gd name="T13" fmla="*/ 1271 h 369"/>
                  <a:gd name="T14" fmla="*/ 5193 w 292"/>
                  <a:gd name="T15" fmla="*/ 1474 h 369"/>
                  <a:gd name="T16" fmla="*/ 5796 w 292"/>
                  <a:gd name="T17" fmla="*/ 1803 h 369"/>
                  <a:gd name="T18" fmla="*/ 6248 w 292"/>
                  <a:gd name="T19" fmla="*/ 2278 h 369"/>
                  <a:gd name="T20" fmla="*/ 6614 w 292"/>
                  <a:gd name="T21" fmla="*/ 3325 h 369"/>
                  <a:gd name="T22" fmla="*/ 6640 w 292"/>
                  <a:gd name="T23" fmla="*/ 4479 h 369"/>
                  <a:gd name="T24" fmla="*/ 6100 w 292"/>
                  <a:gd name="T25" fmla="*/ 6282 h 369"/>
                  <a:gd name="T26" fmla="*/ 4112 w 292"/>
                  <a:gd name="T27" fmla="*/ 8019 h 369"/>
                  <a:gd name="T28" fmla="*/ 1095 w 292"/>
                  <a:gd name="T29" fmla="*/ 8560 h 369"/>
                  <a:gd name="T30" fmla="*/ 0 w 292"/>
                  <a:gd name="T31" fmla="*/ 6774 h 36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92" h="369">
                    <a:moveTo>
                      <a:pt x="97" y="5"/>
                    </a:moveTo>
                    <a:cubicBezTo>
                      <a:pt x="116" y="0"/>
                      <a:pt x="115" y="7"/>
                      <a:pt x="115" y="7"/>
                    </a:cubicBezTo>
                    <a:cubicBezTo>
                      <a:pt x="127" y="5"/>
                      <a:pt x="133" y="12"/>
                      <a:pt x="133" y="12"/>
                    </a:cubicBezTo>
                    <a:cubicBezTo>
                      <a:pt x="144" y="12"/>
                      <a:pt x="147" y="23"/>
                      <a:pt x="147" y="23"/>
                    </a:cubicBezTo>
                    <a:cubicBezTo>
                      <a:pt x="157" y="22"/>
                      <a:pt x="163" y="29"/>
                      <a:pt x="163" y="33"/>
                    </a:cubicBezTo>
                    <a:cubicBezTo>
                      <a:pt x="172" y="32"/>
                      <a:pt x="175" y="44"/>
                      <a:pt x="175" y="47"/>
                    </a:cubicBezTo>
                    <a:cubicBezTo>
                      <a:pt x="184" y="45"/>
                      <a:pt x="198" y="47"/>
                      <a:pt x="198" y="54"/>
                    </a:cubicBezTo>
                    <a:cubicBezTo>
                      <a:pt x="208" y="51"/>
                      <a:pt x="222" y="59"/>
                      <a:pt x="222" y="63"/>
                    </a:cubicBezTo>
                    <a:cubicBezTo>
                      <a:pt x="232" y="63"/>
                      <a:pt x="248" y="73"/>
                      <a:pt x="248" y="77"/>
                    </a:cubicBezTo>
                    <a:cubicBezTo>
                      <a:pt x="258" y="79"/>
                      <a:pt x="266" y="91"/>
                      <a:pt x="267" y="97"/>
                    </a:cubicBezTo>
                    <a:cubicBezTo>
                      <a:pt x="277" y="103"/>
                      <a:pt x="274" y="127"/>
                      <a:pt x="283" y="142"/>
                    </a:cubicBezTo>
                    <a:cubicBezTo>
                      <a:pt x="292" y="157"/>
                      <a:pt x="290" y="170"/>
                      <a:pt x="284" y="191"/>
                    </a:cubicBezTo>
                    <a:cubicBezTo>
                      <a:pt x="279" y="211"/>
                      <a:pt x="287" y="232"/>
                      <a:pt x="261" y="268"/>
                    </a:cubicBezTo>
                    <a:cubicBezTo>
                      <a:pt x="235" y="304"/>
                      <a:pt x="215" y="325"/>
                      <a:pt x="176" y="342"/>
                    </a:cubicBezTo>
                    <a:cubicBezTo>
                      <a:pt x="136" y="359"/>
                      <a:pt x="83" y="369"/>
                      <a:pt x="47" y="365"/>
                    </a:cubicBezTo>
                    <a:cubicBezTo>
                      <a:pt x="11" y="361"/>
                      <a:pt x="0" y="323"/>
                      <a:pt x="0" y="28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9" name="Freeform 339">
                <a:extLst>
                  <a:ext uri="{FF2B5EF4-FFF2-40B4-BE49-F238E27FC236}">
                    <a16:creationId xmlns:a16="http://schemas.microsoft.com/office/drawing/2014/main" id="{4277DC88-FD04-40FE-BEE7-0C50475D1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623"/>
                <a:ext cx="684" cy="852"/>
              </a:xfrm>
              <a:custGeom>
                <a:avLst/>
                <a:gdLst>
                  <a:gd name="T0" fmla="*/ 1408 w 239"/>
                  <a:gd name="T1" fmla="*/ 114 h 298"/>
                  <a:gd name="T2" fmla="*/ 1966 w 239"/>
                  <a:gd name="T3" fmla="*/ 326 h 298"/>
                  <a:gd name="T4" fmla="*/ 2696 w 239"/>
                  <a:gd name="T5" fmla="*/ 726 h 298"/>
                  <a:gd name="T6" fmla="*/ 3162 w 239"/>
                  <a:gd name="T7" fmla="*/ 866 h 298"/>
                  <a:gd name="T8" fmla="*/ 3489 w 239"/>
                  <a:gd name="T9" fmla="*/ 892 h 298"/>
                  <a:gd name="T10" fmla="*/ 3915 w 239"/>
                  <a:gd name="T11" fmla="*/ 866 h 298"/>
                  <a:gd name="T12" fmla="*/ 4522 w 239"/>
                  <a:gd name="T13" fmla="*/ 1055 h 298"/>
                  <a:gd name="T14" fmla="*/ 4782 w 239"/>
                  <a:gd name="T15" fmla="*/ 1332 h 298"/>
                  <a:gd name="T16" fmla="*/ 5134 w 239"/>
                  <a:gd name="T17" fmla="*/ 1495 h 298"/>
                  <a:gd name="T18" fmla="*/ 5463 w 239"/>
                  <a:gd name="T19" fmla="*/ 2853 h 298"/>
                  <a:gd name="T20" fmla="*/ 4293 w 239"/>
                  <a:gd name="T21" fmla="*/ 5518 h 298"/>
                  <a:gd name="T22" fmla="*/ 1033 w 239"/>
                  <a:gd name="T23" fmla="*/ 6916 h 298"/>
                  <a:gd name="T24" fmla="*/ 0 w 239"/>
                  <a:gd name="T25" fmla="*/ 5821 h 29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9" h="298">
                    <a:moveTo>
                      <a:pt x="60" y="5"/>
                    </a:moveTo>
                    <a:cubicBezTo>
                      <a:pt x="71" y="0"/>
                      <a:pt x="83" y="10"/>
                      <a:pt x="84" y="14"/>
                    </a:cubicBezTo>
                    <a:cubicBezTo>
                      <a:pt x="97" y="9"/>
                      <a:pt x="113" y="20"/>
                      <a:pt x="115" y="31"/>
                    </a:cubicBezTo>
                    <a:cubicBezTo>
                      <a:pt x="124" y="26"/>
                      <a:pt x="134" y="32"/>
                      <a:pt x="135" y="37"/>
                    </a:cubicBezTo>
                    <a:cubicBezTo>
                      <a:pt x="141" y="32"/>
                      <a:pt x="148" y="36"/>
                      <a:pt x="149" y="38"/>
                    </a:cubicBezTo>
                    <a:cubicBezTo>
                      <a:pt x="158" y="29"/>
                      <a:pt x="164" y="35"/>
                      <a:pt x="167" y="37"/>
                    </a:cubicBezTo>
                    <a:cubicBezTo>
                      <a:pt x="179" y="32"/>
                      <a:pt x="192" y="37"/>
                      <a:pt x="193" y="45"/>
                    </a:cubicBezTo>
                    <a:cubicBezTo>
                      <a:pt x="203" y="44"/>
                      <a:pt x="204" y="55"/>
                      <a:pt x="204" y="57"/>
                    </a:cubicBezTo>
                    <a:cubicBezTo>
                      <a:pt x="213" y="55"/>
                      <a:pt x="218" y="57"/>
                      <a:pt x="219" y="64"/>
                    </a:cubicBezTo>
                    <a:cubicBezTo>
                      <a:pt x="226" y="65"/>
                      <a:pt x="239" y="84"/>
                      <a:pt x="233" y="122"/>
                    </a:cubicBezTo>
                    <a:cubicBezTo>
                      <a:pt x="227" y="160"/>
                      <a:pt x="210" y="205"/>
                      <a:pt x="183" y="236"/>
                    </a:cubicBezTo>
                    <a:cubicBezTo>
                      <a:pt x="156" y="267"/>
                      <a:pt x="77" y="298"/>
                      <a:pt x="44" y="296"/>
                    </a:cubicBezTo>
                    <a:cubicBezTo>
                      <a:pt x="11" y="295"/>
                      <a:pt x="3" y="260"/>
                      <a:pt x="0" y="24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0" name="Freeform 340">
                <a:extLst>
                  <a:ext uri="{FF2B5EF4-FFF2-40B4-BE49-F238E27FC236}">
                    <a16:creationId xmlns:a16="http://schemas.microsoft.com/office/drawing/2014/main" id="{A7C6A29B-C155-4B69-8215-69842173A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3338"/>
                <a:ext cx="120" cy="197"/>
              </a:xfrm>
              <a:custGeom>
                <a:avLst/>
                <a:gdLst>
                  <a:gd name="T0" fmla="*/ 0 w 42"/>
                  <a:gd name="T1" fmla="*/ 0 h 69"/>
                  <a:gd name="T2" fmla="*/ 980 w 42"/>
                  <a:gd name="T3" fmla="*/ 1605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9">
                    <a:moveTo>
                      <a:pt x="0" y="0"/>
                    </a:moveTo>
                    <a:cubicBezTo>
                      <a:pt x="1" y="20"/>
                      <a:pt x="21" y="63"/>
                      <a:pt x="42" y="69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1" name="Freeform 341">
                <a:extLst>
                  <a:ext uri="{FF2B5EF4-FFF2-40B4-BE49-F238E27FC236}">
                    <a16:creationId xmlns:a16="http://schemas.microsoft.com/office/drawing/2014/main" id="{6DBC0F78-9E67-49D1-B482-E4C2DE888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960"/>
                <a:ext cx="595" cy="441"/>
              </a:xfrm>
              <a:custGeom>
                <a:avLst/>
                <a:gdLst>
                  <a:gd name="T0" fmla="*/ 0 w 208"/>
                  <a:gd name="T1" fmla="*/ 2961 h 154"/>
                  <a:gd name="T2" fmla="*/ 867 w 208"/>
                  <a:gd name="T3" fmla="*/ 3617 h 154"/>
                  <a:gd name="T4" fmla="*/ 3536 w 208"/>
                  <a:gd name="T5" fmla="*/ 2509 h 154"/>
                  <a:gd name="T6" fmla="*/ 4591 w 208"/>
                  <a:gd name="T7" fmla="*/ 1246 h 154"/>
                  <a:gd name="T8" fmla="*/ 4869 w 208"/>
                  <a:gd name="T9" fmla="*/ 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154">
                    <a:moveTo>
                      <a:pt x="0" y="126"/>
                    </a:moveTo>
                    <a:cubicBezTo>
                      <a:pt x="5" y="143"/>
                      <a:pt x="19" y="154"/>
                      <a:pt x="37" y="154"/>
                    </a:cubicBezTo>
                    <a:cubicBezTo>
                      <a:pt x="55" y="154"/>
                      <a:pt x="125" y="125"/>
                      <a:pt x="151" y="107"/>
                    </a:cubicBezTo>
                    <a:cubicBezTo>
                      <a:pt x="178" y="90"/>
                      <a:pt x="190" y="84"/>
                      <a:pt x="196" y="53"/>
                    </a:cubicBezTo>
                    <a:cubicBezTo>
                      <a:pt x="203" y="21"/>
                      <a:pt x="205" y="26"/>
                      <a:pt x="208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2" name="Freeform 342">
                <a:extLst>
                  <a:ext uri="{FF2B5EF4-FFF2-40B4-BE49-F238E27FC236}">
                    <a16:creationId xmlns:a16="http://schemas.microsoft.com/office/drawing/2014/main" id="{D265C4A3-2E4D-4D39-B5DE-9E2C54D91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849"/>
                <a:ext cx="558" cy="495"/>
              </a:xfrm>
              <a:custGeom>
                <a:avLst/>
                <a:gdLst>
                  <a:gd name="T0" fmla="*/ 4495 w 195"/>
                  <a:gd name="T1" fmla="*/ 0 h 173"/>
                  <a:gd name="T2" fmla="*/ 4052 w 195"/>
                  <a:gd name="T3" fmla="*/ 2203 h 173"/>
                  <a:gd name="T4" fmla="*/ 2089 w 195"/>
                  <a:gd name="T5" fmla="*/ 3725 h 173"/>
                  <a:gd name="T6" fmla="*/ 770 w 195"/>
                  <a:gd name="T7" fmla="*/ 3980 h 173"/>
                  <a:gd name="T8" fmla="*/ 0 w 195"/>
                  <a:gd name="T9" fmla="*/ 3585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173">
                    <a:moveTo>
                      <a:pt x="192" y="0"/>
                    </a:moveTo>
                    <a:cubicBezTo>
                      <a:pt x="195" y="15"/>
                      <a:pt x="188" y="69"/>
                      <a:pt x="173" y="94"/>
                    </a:cubicBezTo>
                    <a:cubicBezTo>
                      <a:pt x="159" y="119"/>
                      <a:pt x="123" y="145"/>
                      <a:pt x="89" y="159"/>
                    </a:cubicBezTo>
                    <a:cubicBezTo>
                      <a:pt x="54" y="173"/>
                      <a:pt x="49" y="173"/>
                      <a:pt x="33" y="170"/>
                    </a:cubicBezTo>
                    <a:cubicBezTo>
                      <a:pt x="16" y="167"/>
                      <a:pt x="0" y="153"/>
                      <a:pt x="0" y="153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3" name="Freeform 343">
                <a:extLst>
                  <a:ext uri="{FF2B5EF4-FFF2-40B4-BE49-F238E27FC236}">
                    <a16:creationId xmlns:a16="http://schemas.microsoft.com/office/drawing/2014/main" id="{35282265-C94B-42AE-9B1A-5DF7DCDD5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3195"/>
                <a:ext cx="235" cy="120"/>
              </a:xfrm>
              <a:custGeom>
                <a:avLst/>
                <a:gdLst>
                  <a:gd name="T0" fmla="*/ 0 w 82"/>
                  <a:gd name="T1" fmla="*/ 0 h 42"/>
                  <a:gd name="T2" fmla="*/ 1929 w 82"/>
                  <a:gd name="T3" fmla="*/ 563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42">
                    <a:moveTo>
                      <a:pt x="0" y="0"/>
                    </a:moveTo>
                    <a:cubicBezTo>
                      <a:pt x="7" y="12"/>
                      <a:pt x="47" y="42"/>
                      <a:pt x="82" y="24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4" name="Freeform 344">
                <a:extLst>
                  <a:ext uri="{FF2B5EF4-FFF2-40B4-BE49-F238E27FC236}">
                    <a16:creationId xmlns:a16="http://schemas.microsoft.com/office/drawing/2014/main" id="{46F18077-FF36-48B5-B763-2E06FD0A5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771"/>
                <a:ext cx="401" cy="352"/>
              </a:xfrm>
              <a:custGeom>
                <a:avLst/>
                <a:gdLst>
                  <a:gd name="T0" fmla="*/ 0 w 140"/>
                  <a:gd name="T1" fmla="*/ 2833 h 123"/>
                  <a:gd name="T2" fmla="*/ 329 w 140"/>
                  <a:gd name="T3" fmla="*/ 2810 h 123"/>
                  <a:gd name="T4" fmla="*/ 633 w 140"/>
                  <a:gd name="T5" fmla="*/ 2719 h 123"/>
                  <a:gd name="T6" fmla="*/ 1034 w 140"/>
                  <a:gd name="T7" fmla="*/ 2630 h 123"/>
                  <a:gd name="T8" fmla="*/ 1501 w 140"/>
                  <a:gd name="T9" fmla="*/ 2415 h 123"/>
                  <a:gd name="T10" fmla="*/ 1813 w 140"/>
                  <a:gd name="T11" fmla="*/ 2278 h 123"/>
                  <a:gd name="T12" fmla="*/ 2535 w 140"/>
                  <a:gd name="T13" fmla="*/ 1900 h 123"/>
                  <a:gd name="T14" fmla="*/ 3291 w 140"/>
                  <a:gd name="T15" fmla="*/ 0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123">
                    <a:moveTo>
                      <a:pt x="0" y="121"/>
                    </a:moveTo>
                    <a:cubicBezTo>
                      <a:pt x="10" y="123"/>
                      <a:pt x="14" y="120"/>
                      <a:pt x="14" y="120"/>
                    </a:cubicBezTo>
                    <a:cubicBezTo>
                      <a:pt x="22" y="120"/>
                      <a:pt x="25" y="118"/>
                      <a:pt x="27" y="116"/>
                    </a:cubicBezTo>
                    <a:cubicBezTo>
                      <a:pt x="39" y="116"/>
                      <a:pt x="44" y="112"/>
                      <a:pt x="44" y="112"/>
                    </a:cubicBezTo>
                    <a:cubicBezTo>
                      <a:pt x="55" y="110"/>
                      <a:pt x="62" y="106"/>
                      <a:pt x="64" y="103"/>
                    </a:cubicBezTo>
                    <a:cubicBezTo>
                      <a:pt x="70" y="103"/>
                      <a:pt x="77" y="97"/>
                      <a:pt x="77" y="97"/>
                    </a:cubicBezTo>
                    <a:cubicBezTo>
                      <a:pt x="87" y="95"/>
                      <a:pt x="97" y="92"/>
                      <a:pt x="108" y="81"/>
                    </a:cubicBezTo>
                    <a:cubicBezTo>
                      <a:pt x="119" y="70"/>
                      <a:pt x="134" y="54"/>
                      <a:pt x="14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5" name="Freeform 345">
                <a:extLst>
                  <a:ext uri="{FF2B5EF4-FFF2-40B4-BE49-F238E27FC236}">
                    <a16:creationId xmlns:a16="http://schemas.microsoft.com/office/drawing/2014/main" id="{84899273-4118-41FE-AB1C-898AEEA68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791"/>
                <a:ext cx="363" cy="309"/>
              </a:xfrm>
              <a:custGeom>
                <a:avLst/>
                <a:gdLst>
                  <a:gd name="T0" fmla="*/ 0 w 127"/>
                  <a:gd name="T1" fmla="*/ 2506 h 108"/>
                  <a:gd name="T2" fmla="*/ 1029 w 127"/>
                  <a:gd name="T3" fmla="*/ 2340 h 108"/>
                  <a:gd name="T4" fmla="*/ 2101 w 127"/>
                  <a:gd name="T5" fmla="*/ 1825 h 108"/>
                  <a:gd name="T6" fmla="*/ 2967 w 127"/>
                  <a:gd name="T7" fmla="*/ 0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108">
                    <a:moveTo>
                      <a:pt x="0" y="107"/>
                    </a:moveTo>
                    <a:cubicBezTo>
                      <a:pt x="18" y="108"/>
                      <a:pt x="28" y="102"/>
                      <a:pt x="44" y="100"/>
                    </a:cubicBezTo>
                    <a:cubicBezTo>
                      <a:pt x="59" y="98"/>
                      <a:pt x="77" y="92"/>
                      <a:pt x="90" y="78"/>
                    </a:cubicBezTo>
                    <a:cubicBezTo>
                      <a:pt x="102" y="64"/>
                      <a:pt x="123" y="20"/>
                      <a:pt x="127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6" name="Freeform 346">
                <a:extLst>
                  <a:ext uri="{FF2B5EF4-FFF2-40B4-BE49-F238E27FC236}">
                    <a16:creationId xmlns:a16="http://schemas.microsoft.com/office/drawing/2014/main" id="{D9F3E74C-4B9B-4892-AF4D-7C0526930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877"/>
                <a:ext cx="429" cy="275"/>
              </a:xfrm>
              <a:custGeom>
                <a:avLst/>
                <a:gdLst>
                  <a:gd name="T0" fmla="*/ 0 w 150"/>
                  <a:gd name="T1" fmla="*/ 1954 h 96"/>
                  <a:gd name="T2" fmla="*/ 1310 w 150"/>
                  <a:gd name="T3" fmla="*/ 2209 h 96"/>
                  <a:gd name="T4" fmla="*/ 2780 w 150"/>
                  <a:gd name="T5" fmla="*/ 1386 h 96"/>
                  <a:gd name="T6" fmla="*/ 3509 w 150"/>
                  <a:gd name="T7" fmla="*/ 0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96">
                    <a:moveTo>
                      <a:pt x="0" y="83"/>
                    </a:moveTo>
                    <a:cubicBezTo>
                      <a:pt x="13" y="88"/>
                      <a:pt x="27" y="96"/>
                      <a:pt x="56" y="94"/>
                    </a:cubicBezTo>
                    <a:cubicBezTo>
                      <a:pt x="85" y="92"/>
                      <a:pt x="97" y="83"/>
                      <a:pt x="119" y="59"/>
                    </a:cubicBezTo>
                    <a:cubicBezTo>
                      <a:pt x="141" y="36"/>
                      <a:pt x="141" y="42"/>
                      <a:pt x="15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7" name="Freeform 347">
                <a:extLst>
                  <a:ext uri="{FF2B5EF4-FFF2-40B4-BE49-F238E27FC236}">
                    <a16:creationId xmlns:a16="http://schemas.microsoft.com/office/drawing/2014/main" id="{F35FFDC1-98A6-4006-94DE-083F9A617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917"/>
                <a:ext cx="509" cy="301"/>
              </a:xfrm>
              <a:custGeom>
                <a:avLst/>
                <a:gdLst>
                  <a:gd name="T0" fmla="*/ 0 w 178"/>
                  <a:gd name="T1" fmla="*/ 1651 h 105"/>
                  <a:gd name="T2" fmla="*/ 1333 w 178"/>
                  <a:gd name="T3" fmla="*/ 2448 h 105"/>
                  <a:gd name="T4" fmla="*/ 3271 w 178"/>
                  <a:gd name="T5" fmla="*/ 1628 h 105"/>
                  <a:gd name="T6" fmla="*/ 4164 w 178"/>
                  <a:gd name="T7" fmla="*/ 0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8" h="105">
                    <a:moveTo>
                      <a:pt x="0" y="70"/>
                    </a:moveTo>
                    <a:cubicBezTo>
                      <a:pt x="12" y="83"/>
                      <a:pt x="33" y="102"/>
                      <a:pt x="57" y="104"/>
                    </a:cubicBezTo>
                    <a:cubicBezTo>
                      <a:pt x="80" y="105"/>
                      <a:pt x="113" y="101"/>
                      <a:pt x="140" y="69"/>
                    </a:cubicBezTo>
                    <a:cubicBezTo>
                      <a:pt x="168" y="37"/>
                      <a:pt x="175" y="25"/>
                      <a:pt x="178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8" name="Freeform 348">
                <a:extLst>
                  <a:ext uri="{FF2B5EF4-FFF2-40B4-BE49-F238E27FC236}">
                    <a16:creationId xmlns:a16="http://schemas.microsoft.com/office/drawing/2014/main" id="{38A32B63-9B65-4D23-8C5A-7C31D7FEA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729"/>
                <a:ext cx="206" cy="366"/>
              </a:xfrm>
              <a:custGeom>
                <a:avLst/>
                <a:gdLst>
                  <a:gd name="T0" fmla="*/ 1685 w 72"/>
                  <a:gd name="T1" fmla="*/ 0 h 128"/>
                  <a:gd name="T2" fmla="*/ 0 w 72"/>
                  <a:gd name="T3" fmla="*/ 2994 h 1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28">
                    <a:moveTo>
                      <a:pt x="72" y="0"/>
                    </a:moveTo>
                    <a:cubicBezTo>
                      <a:pt x="68" y="9"/>
                      <a:pt x="21" y="116"/>
                      <a:pt x="0" y="12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9" name="Freeform 349">
                <a:extLst>
                  <a:ext uri="{FF2B5EF4-FFF2-40B4-BE49-F238E27FC236}">
                    <a16:creationId xmlns:a16="http://schemas.microsoft.com/office/drawing/2014/main" id="{2DDCB088-8DDB-457D-BAFC-D8BCD5823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709"/>
                <a:ext cx="186" cy="394"/>
              </a:xfrm>
              <a:custGeom>
                <a:avLst/>
                <a:gdLst>
                  <a:gd name="T0" fmla="*/ 1522 w 65"/>
                  <a:gd name="T1" fmla="*/ 0 h 138"/>
                  <a:gd name="T2" fmla="*/ 74 w 65"/>
                  <a:gd name="T3" fmla="*/ 3212 h 1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38">
                    <a:moveTo>
                      <a:pt x="65" y="0"/>
                    </a:moveTo>
                    <a:cubicBezTo>
                      <a:pt x="49" y="15"/>
                      <a:pt x="0" y="121"/>
                      <a:pt x="3" y="13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0" name="Freeform 350">
                <a:extLst>
                  <a:ext uri="{FF2B5EF4-FFF2-40B4-BE49-F238E27FC236}">
                    <a16:creationId xmlns:a16="http://schemas.microsoft.com/office/drawing/2014/main" id="{5B1A2C6F-BDDB-43DA-87FE-EDC231238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663"/>
                <a:ext cx="134" cy="452"/>
              </a:xfrm>
              <a:custGeom>
                <a:avLst/>
                <a:gdLst>
                  <a:gd name="T0" fmla="*/ 1089 w 47"/>
                  <a:gd name="T1" fmla="*/ 0 h 158"/>
                  <a:gd name="T2" fmla="*/ 0 w 47"/>
                  <a:gd name="T3" fmla="*/ 3699 h 1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58">
                    <a:moveTo>
                      <a:pt x="47" y="0"/>
                    </a:moveTo>
                    <a:cubicBezTo>
                      <a:pt x="34" y="19"/>
                      <a:pt x="0" y="124"/>
                      <a:pt x="0" y="15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1" name="Freeform 351">
                <a:extLst>
                  <a:ext uri="{FF2B5EF4-FFF2-40B4-BE49-F238E27FC236}">
                    <a16:creationId xmlns:a16="http://schemas.microsoft.com/office/drawing/2014/main" id="{C2A3D667-F136-4662-8B2B-670E765EB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729"/>
                <a:ext cx="203" cy="354"/>
              </a:xfrm>
              <a:custGeom>
                <a:avLst/>
                <a:gdLst>
                  <a:gd name="T0" fmla="*/ 1658 w 71"/>
                  <a:gd name="T1" fmla="*/ 0 h 124"/>
                  <a:gd name="T2" fmla="*/ 0 w 71"/>
                  <a:gd name="T3" fmla="*/ 2886 h 1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24">
                    <a:moveTo>
                      <a:pt x="71" y="0"/>
                    </a:moveTo>
                    <a:cubicBezTo>
                      <a:pt x="69" y="14"/>
                      <a:pt x="25" y="105"/>
                      <a:pt x="0" y="124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2" name="Freeform 352">
                <a:extLst>
                  <a:ext uri="{FF2B5EF4-FFF2-40B4-BE49-F238E27FC236}">
                    <a16:creationId xmlns:a16="http://schemas.microsoft.com/office/drawing/2014/main" id="{497B6943-2726-43D5-8A7F-CC12AE3C6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817"/>
                <a:ext cx="132" cy="235"/>
              </a:xfrm>
              <a:custGeom>
                <a:avLst/>
                <a:gdLst>
                  <a:gd name="T0" fmla="*/ 1088 w 46"/>
                  <a:gd name="T1" fmla="*/ 0 h 82"/>
                  <a:gd name="T2" fmla="*/ 0 w 46"/>
                  <a:gd name="T3" fmla="*/ 1929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82">
                    <a:moveTo>
                      <a:pt x="46" y="0"/>
                    </a:moveTo>
                    <a:cubicBezTo>
                      <a:pt x="46" y="21"/>
                      <a:pt x="26" y="65"/>
                      <a:pt x="0" y="82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3" name="Freeform 353">
                <a:extLst>
                  <a:ext uri="{FF2B5EF4-FFF2-40B4-BE49-F238E27FC236}">
                    <a16:creationId xmlns:a16="http://schemas.microsoft.com/office/drawing/2014/main" id="{9425F1B3-3BAB-482E-A29D-3EB83C654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523"/>
                <a:ext cx="77" cy="117"/>
              </a:xfrm>
              <a:custGeom>
                <a:avLst/>
                <a:gdLst>
                  <a:gd name="T0" fmla="*/ 627 w 27"/>
                  <a:gd name="T1" fmla="*/ 0 h 41"/>
                  <a:gd name="T2" fmla="*/ 88 w 27"/>
                  <a:gd name="T3" fmla="*/ 953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1">
                    <a:moveTo>
                      <a:pt x="27" y="0"/>
                    </a:moveTo>
                    <a:cubicBezTo>
                      <a:pt x="15" y="4"/>
                      <a:pt x="0" y="28"/>
                      <a:pt x="4" y="41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4" name="Freeform 354">
                <a:extLst>
                  <a:ext uri="{FF2B5EF4-FFF2-40B4-BE49-F238E27FC236}">
                    <a16:creationId xmlns:a16="http://schemas.microsoft.com/office/drawing/2014/main" id="{1FB5AD89-237F-4A8C-8DE9-5861BE7DC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543"/>
                <a:ext cx="80" cy="108"/>
              </a:xfrm>
              <a:custGeom>
                <a:avLst/>
                <a:gdLst>
                  <a:gd name="T0" fmla="*/ 0 w 28"/>
                  <a:gd name="T1" fmla="*/ 0 h 38"/>
                  <a:gd name="T2" fmla="*/ 654 w 28"/>
                  <a:gd name="T3" fmla="*/ 873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8">
                    <a:moveTo>
                      <a:pt x="0" y="0"/>
                    </a:moveTo>
                    <a:cubicBezTo>
                      <a:pt x="3" y="14"/>
                      <a:pt x="20" y="34"/>
                      <a:pt x="28" y="3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5" name="Freeform 355">
                <a:extLst>
                  <a:ext uri="{FF2B5EF4-FFF2-40B4-BE49-F238E27FC236}">
                    <a16:creationId xmlns:a16="http://schemas.microsoft.com/office/drawing/2014/main" id="{AA453539-FB49-4834-9719-B407F549C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508"/>
                <a:ext cx="60" cy="106"/>
              </a:xfrm>
              <a:custGeom>
                <a:avLst/>
                <a:gdLst>
                  <a:gd name="T0" fmla="*/ 489 w 21"/>
                  <a:gd name="T1" fmla="*/ 0 h 37"/>
                  <a:gd name="T2" fmla="*/ 140 w 21"/>
                  <a:gd name="T3" fmla="*/ 871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21" y="0"/>
                    </a:moveTo>
                    <a:cubicBezTo>
                      <a:pt x="13" y="5"/>
                      <a:pt x="0" y="22"/>
                      <a:pt x="6" y="37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6" name="Freeform 356">
                <a:extLst>
                  <a:ext uri="{FF2B5EF4-FFF2-40B4-BE49-F238E27FC236}">
                    <a16:creationId xmlns:a16="http://schemas.microsoft.com/office/drawing/2014/main" id="{344A0E6B-5014-4C40-96C5-037274F98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554"/>
                <a:ext cx="86" cy="112"/>
              </a:xfrm>
              <a:custGeom>
                <a:avLst/>
                <a:gdLst>
                  <a:gd name="T0" fmla="*/ 708 w 30"/>
                  <a:gd name="T1" fmla="*/ 0 h 39"/>
                  <a:gd name="T2" fmla="*/ 75 w 30"/>
                  <a:gd name="T3" fmla="*/ 92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9">
                    <a:moveTo>
                      <a:pt x="30" y="0"/>
                    </a:moveTo>
                    <a:cubicBezTo>
                      <a:pt x="19" y="3"/>
                      <a:pt x="0" y="18"/>
                      <a:pt x="3" y="39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7" name="Freeform 357">
                <a:extLst>
                  <a:ext uri="{FF2B5EF4-FFF2-40B4-BE49-F238E27FC236}">
                    <a16:creationId xmlns:a16="http://schemas.microsoft.com/office/drawing/2014/main" id="{D96F6E8E-3AA9-419C-8D04-F785CE949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583"/>
                <a:ext cx="83" cy="123"/>
              </a:xfrm>
              <a:custGeom>
                <a:avLst/>
                <a:gdLst>
                  <a:gd name="T0" fmla="*/ 681 w 29"/>
                  <a:gd name="T1" fmla="*/ 0 h 43"/>
                  <a:gd name="T2" fmla="*/ 89 w 29"/>
                  <a:gd name="T3" fmla="*/ 1007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3">
                    <a:moveTo>
                      <a:pt x="29" y="0"/>
                    </a:moveTo>
                    <a:cubicBezTo>
                      <a:pt x="19" y="4"/>
                      <a:pt x="0" y="25"/>
                      <a:pt x="4" y="43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8" name="Freeform 358">
                <a:extLst>
                  <a:ext uri="{FF2B5EF4-FFF2-40B4-BE49-F238E27FC236}">
                    <a16:creationId xmlns:a16="http://schemas.microsoft.com/office/drawing/2014/main" id="{968BC7B7-45D5-42C0-A1A8-E9C0EB629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623"/>
                <a:ext cx="83" cy="88"/>
              </a:xfrm>
              <a:custGeom>
                <a:avLst/>
                <a:gdLst>
                  <a:gd name="T0" fmla="*/ 681 w 29"/>
                  <a:gd name="T1" fmla="*/ 0 h 31"/>
                  <a:gd name="T2" fmla="*/ 74 w 29"/>
                  <a:gd name="T3" fmla="*/ 71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31">
                    <a:moveTo>
                      <a:pt x="29" y="0"/>
                    </a:moveTo>
                    <a:cubicBezTo>
                      <a:pt x="21" y="4"/>
                      <a:pt x="0" y="16"/>
                      <a:pt x="3" y="31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9" name="Freeform 359">
                <a:extLst>
                  <a:ext uri="{FF2B5EF4-FFF2-40B4-BE49-F238E27FC236}">
                    <a16:creationId xmlns:a16="http://schemas.microsoft.com/office/drawing/2014/main" id="{FACBFB86-2CEE-4337-A150-1F8C64C25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643"/>
                <a:ext cx="103" cy="86"/>
              </a:xfrm>
              <a:custGeom>
                <a:avLst/>
                <a:gdLst>
                  <a:gd name="T0" fmla="*/ 844 w 36"/>
                  <a:gd name="T1" fmla="*/ 0 h 30"/>
                  <a:gd name="T2" fmla="*/ 74 w 36"/>
                  <a:gd name="T3" fmla="*/ 70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0">
                    <a:moveTo>
                      <a:pt x="36" y="0"/>
                    </a:moveTo>
                    <a:cubicBezTo>
                      <a:pt x="23" y="3"/>
                      <a:pt x="0" y="14"/>
                      <a:pt x="3" y="3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0" name="Freeform 360">
                <a:extLst>
                  <a:ext uri="{FF2B5EF4-FFF2-40B4-BE49-F238E27FC236}">
                    <a16:creationId xmlns:a16="http://schemas.microsoft.com/office/drawing/2014/main" id="{EE66FBD5-8DFF-4A21-B3E9-C8E523B79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668"/>
                <a:ext cx="120" cy="52"/>
              </a:xfrm>
              <a:custGeom>
                <a:avLst/>
                <a:gdLst>
                  <a:gd name="T0" fmla="*/ 980 w 42"/>
                  <a:gd name="T1" fmla="*/ 0 h 18"/>
                  <a:gd name="T2" fmla="*/ 0 w 42"/>
                  <a:gd name="T3" fmla="*/ 43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8">
                    <a:moveTo>
                      <a:pt x="42" y="0"/>
                    </a:moveTo>
                    <a:cubicBezTo>
                      <a:pt x="33" y="0"/>
                      <a:pt x="5" y="1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1" name="Freeform 361">
                <a:extLst>
                  <a:ext uri="{FF2B5EF4-FFF2-40B4-BE49-F238E27FC236}">
                    <a16:creationId xmlns:a16="http://schemas.microsoft.com/office/drawing/2014/main" id="{8B2DEE9D-1E19-496B-B81B-C6036454C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700"/>
                <a:ext cx="157" cy="23"/>
              </a:xfrm>
              <a:custGeom>
                <a:avLst/>
                <a:gdLst>
                  <a:gd name="T0" fmla="*/ 0 w 55"/>
                  <a:gd name="T1" fmla="*/ 190 h 8"/>
                  <a:gd name="T2" fmla="*/ 1279 w 55"/>
                  <a:gd name="T3" fmla="*/ 7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8">
                    <a:moveTo>
                      <a:pt x="0" y="8"/>
                    </a:moveTo>
                    <a:cubicBezTo>
                      <a:pt x="9" y="0"/>
                      <a:pt x="44" y="0"/>
                      <a:pt x="55" y="3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2" name="Freeform 362">
                <a:extLst>
                  <a:ext uri="{FF2B5EF4-FFF2-40B4-BE49-F238E27FC236}">
                    <a16:creationId xmlns:a16="http://schemas.microsoft.com/office/drawing/2014/main" id="{AA95C0AE-C0DE-44D2-A73D-A8DCECFF6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734"/>
                <a:ext cx="160" cy="32"/>
              </a:xfrm>
              <a:custGeom>
                <a:avLst/>
                <a:gdLst>
                  <a:gd name="T0" fmla="*/ 0 w 56"/>
                  <a:gd name="T1" fmla="*/ 76 h 11"/>
                  <a:gd name="T2" fmla="*/ 1306 w 56"/>
                  <a:gd name="T3" fmla="*/ 27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1">
                    <a:moveTo>
                      <a:pt x="0" y="3"/>
                    </a:moveTo>
                    <a:cubicBezTo>
                      <a:pt x="11" y="1"/>
                      <a:pt x="43" y="0"/>
                      <a:pt x="56" y="11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3" name="Freeform 363">
                <a:extLst>
                  <a:ext uri="{FF2B5EF4-FFF2-40B4-BE49-F238E27FC236}">
                    <a16:creationId xmlns:a16="http://schemas.microsoft.com/office/drawing/2014/main" id="{EE9E167E-334B-4EF6-A434-DD092A19B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760"/>
                <a:ext cx="300" cy="681"/>
              </a:xfrm>
              <a:custGeom>
                <a:avLst/>
                <a:gdLst>
                  <a:gd name="T0" fmla="*/ 1191 w 105"/>
                  <a:gd name="T1" fmla="*/ 114 h 238"/>
                  <a:gd name="T2" fmla="*/ 2171 w 105"/>
                  <a:gd name="T3" fmla="*/ 444 h 238"/>
                  <a:gd name="T4" fmla="*/ 2334 w 105"/>
                  <a:gd name="T5" fmla="*/ 2177 h 238"/>
                  <a:gd name="T6" fmla="*/ 1723 w 105"/>
                  <a:gd name="T7" fmla="*/ 3889 h 238"/>
                  <a:gd name="T8" fmla="*/ 0 w 105"/>
                  <a:gd name="T9" fmla="*/ 5577 h 2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38">
                    <a:moveTo>
                      <a:pt x="51" y="5"/>
                    </a:moveTo>
                    <a:cubicBezTo>
                      <a:pt x="68" y="0"/>
                      <a:pt x="84" y="4"/>
                      <a:pt x="93" y="19"/>
                    </a:cubicBezTo>
                    <a:cubicBezTo>
                      <a:pt x="101" y="35"/>
                      <a:pt x="105" y="54"/>
                      <a:pt x="100" y="93"/>
                    </a:cubicBezTo>
                    <a:cubicBezTo>
                      <a:pt x="95" y="132"/>
                      <a:pt x="83" y="138"/>
                      <a:pt x="74" y="166"/>
                    </a:cubicBezTo>
                    <a:cubicBezTo>
                      <a:pt x="65" y="195"/>
                      <a:pt x="45" y="218"/>
                      <a:pt x="0" y="23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4" name="Freeform 364">
                <a:extLst>
                  <a:ext uri="{FF2B5EF4-FFF2-40B4-BE49-F238E27FC236}">
                    <a16:creationId xmlns:a16="http://schemas.microsoft.com/office/drawing/2014/main" id="{E880B993-7686-41C0-95AB-228594AD3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474"/>
                <a:ext cx="251" cy="789"/>
              </a:xfrm>
              <a:custGeom>
                <a:avLst/>
                <a:gdLst>
                  <a:gd name="T0" fmla="*/ 2042 w 88"/>
                  <a:gd name="T1" fmla="*/ 212 h 276"/>
                  <a:gd name="T2" fmla="*/ 878 w 88"/>
                  <a:gd name="T3" fmla="*/ 212 h 276"/>
                  <a:gd name="T4" fmla="*/ 374 w 88"/>
                  <a:gd name="T5" fmla="*/ 1872 h 276"/>
                  <a:gd name="T6" fmla="*/ 1067 w 88"/>
                  <a:gd name="T7" fmla="*/ 4388 h 276"/>
                  <a:gd name="T8" fmla="*/ 1018 w 88"/>
                  <a:gd name="T9" fmla="*/ 6449 h 2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276">
                    <a:moveTo>
                      <a:pt x="88" y="9"/>
                    </a:moveTo>
                    <a:cubicBezTo>
                      <a:pt x="79" y="0"/>
                      <a:pt x="50" y="4"/>
                      <a:pt x="38" y="9"/>
                    </a:cubicBezTo>
                    <a:cubicBezTo>
                      <a:pt x="25" y="14"/>
                      <a:pt x="0" y="41"/>
                      <a:pt x="16" y="80"/>
                    </a:cubicBezTo>
                    <a:cubicBezTo>
                      <a:pt x="31" y="118"/>
                      <a:pt x="47" y="150"/>
                      <a:pt x="46" y="188"/>
                    </a:cubicBezTo>
                    <a:cubicBezTo>
                      <a:pt x="44" y="225"/>
                      <a:pt x="44" y="276"/>
                      <a:pt x="44" y="27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5" name="Freeform 365">
                <a:extLst>
                  <a:ext uri="{FF2B5EF4-FFF2-40B4-BE49-F238E27FC236}">
                    <a16:creationId xmlns:a16="http://schemas.microsoft.com/office/drawing/2014/main" id="{8885DDB8-2951-4B91-80A3-49CE2AF12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560"/>
                <a:ext cx="88" cy="395"/>
              </a:xfrm>
              <a:custGeom>
                <a:avLst/>
                <a:gdLst>
                  <a:gd name="T0" fmla="*/ 185 w 31"/>
                  <a:gd name="T1" fmla="*/ 0 h 138"/>
                  <a:gd name="T2" fmla="*/ 346 w 31"/>
                  <a:gd name="T3" fmla="*/ 1597 h 138"/>
                  <a:gd name="T4" fmla="*/ 622 w 31"/>
                  <a:gd name="T5" fmla="*/ 3237 h 1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38">
                    <a:moveTo>
                      <a:pt x="8" y="0"/>
                    </a:moveTo>
                    <a:cubicBezTo>
                      <a:pt x="0" y="16"/>
                      <a:pt x="0" y="37"/>
                      <a:pt x="15" y="68"/>
                    </a:cubicBezTo>
                    <a:cubicBezTo>
                      <a:pt x="31" y="99"/>
                      <a:pt x="27" y="132"/>
                      <a:pt x="27" y="138"/>
                    </a:cubicBezTo>
                  </a:path>
                </a:pathLst>
              </a:custGeom>
              <a:noFill/>
              <a:ln w="7938" cap="rnd">
                <a:solidFill>
                  <a:srgbClr val="CEA97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6" name="Freeform 366">
                <a:extLst>
                  <a:ext uri="{FF2B5EF4-FFF2-40B4-BE49-F238E27FC236}">
                    <a16:creationId xmlns:a16="http://schemas.microsoft.com/office/drawing/2014/main" id="{8BD0982D-6B8C-443A-8407-4D13585EA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131"/>
                <a:ext cx="294" cy="437"/>
              </a:xfrm>
              <a:custGeom>
                <a:avLst/>
                <a:gdLst>
                  <a:gd name="T0" fmla="*/ 2395 w 103"/>
                  <a:gd name="T1" fmla="*/ 211 h 153"/>
                  <a:gd name="T2" fmla="*/ 1419 w 103"/>
                  <a:gd name="T3" fmla="*/ 89 h 153"/>
                  <a:gd name="T4" fmla="*/ 325 w 103"/>
                  <a:gd name="T5" fmla="*/ 1631 h 153"/>
                  <a:gd name="T6" fmla="*/ 114 w 103"/>
                  <a:gd name="T7" fmla="*/ 2913 h 153"/>
                  <a:gd name="T8" fmla="*/ 716 w 103"/>
                  <a:gd name="T9" fmla="*/ 3565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153">
                    <a:moveTo>
                      <a:pt x="103" y="9"/>
                    </a:moveTo>
                    <a:cubicBezTo>
                      <a:pt x="90" y="9"/>
                      <a:pt x="79" y="0"/>
                      <a:pt x="61" y="4"/>
                    </a:cubicBezTo>
                    <a:cubicBezTo>
                      <a:pt x="43" y="8"/>
                      <a:pt x="28" y="50"/>
                      <a:pt x="14" y="70"/>
                    </a:cubicBezTo>
                    <a:cubicBezTo>
                      <a:pt x="0" y="90"/>
                      <a:pt x="2" y="110"/>
                      <a:pt x="5" y="125"/>
                    </a:cubicBezTo>
                    <a:cubicBezTo>
                      <a:pt x="9" y="141"/>
                      <a:pt x="31" y="153"/>
                      <a:pt x="31" y="15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7" name="Freeform 367">
                <a:extLst>
                  <a:ext uri="{FF2B5EF4-FFF2-40B4-BE49-F238E27FC236}">
                    <a16:creationId xmlns:a16="http://schemas.microsoft.com/office/drawing/2014/main" id="{CC99CAC8-EE63-4653-A34C-9A5B4BD06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568"/>
                <a:ext cx="14" cy="135"/>
              </a:xfrm>
              <a:custGeom>
                <a:avLst/>
                <a:gdLst>
                  <a:gd name="T0" fmla="*/ 0 w 5"/>
                  <a:gd name="T1" fmla="*/ 0 h 47"/>
                  <a:gd name="T2" fmla="*/ 0 w 5"/>
                  <a:gd name="T3" fmla="*/ 111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7">
                    <a:moveTo>
                      <a:pt x="0" y="0"/>
                    </a:moveTo>
                    <a:cubicBezTo>
                      <a:pt x="5" y="9"/>
                      <a:pt x="1" y="27"/>
                      <a:pt x="0" y="4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8" name="Freeform 368">
                <a:extLst>
                  <a:ext uri="{FF2B5EF4-FFF2-40B4-BE49-F238E27FC236}">
                    <a16:creationId xmlns:a16="http://schemas.microsoft.com/office/drawing/2014/main" id="{76F9BA6D-E22A-4F15-A2A4-12498BAAA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488"/>
                <a:ext cx="835" cy="1056"/>
              </a:xfrm>
              <a:custGeom>
                <a:avLst/>
                <a:gdLst>
                  <a:gd name="T0" fmla="*/ 4564 w 292"/>
                  <a:gd name="T1" fmla="*/ 114 h 369"/>
                  <a:gd name="T2" fmla="*/ 4138 w 292"/>
                  <a:gd name="T3" fmla="*/ 163 h 369"/>
                  <a:gd name="T4" fmla="*/ 3720 w 292"/>
                  <a:gd name="T5" fmla="*/ 278 h 369"/>
                  <a:gd name="T6" fmla="*/ 3394 w 292"/>
                  <a:gd name="T7" fmla="*/ 541 h 369"/>
                  <a:gd name="T8" fmla="*/ 3017 w 292"/>
                  <a:gd name="T9" fmla="*/ 770 h 369"/>
                  <a:gd name="T10" fmla="*/ 2739 w 292"/>
                  <a:gd name="T11" fmla="*/ 1105 h 369"/>
                  <a:gd name="T12" fmla="*/ 2199 w 292"/>
                  <a:gd name="T13" fmla="*/ 1271 h 369"/>
                  <a:gd name="T14" fmla="*/ 1636 w 292"/>
                  <a:gd name="T15" fmla="*/ 1474 h 369"/>
                  <a:gd name="T16" fmla="*/ 1029 w 292"/>
                  <a:gd name="T17" fmla="*/ 1803 h 369"/>
                  <a:gd name="T18" fmla="*/ 580 w 292"/>
                  <a:gd name="T19" fmla="*/ 2278 h 369"/>
                  <a:gd name="T20" fmla="*/ 212 w 292"/>
                  <a:gd name="T21" fmla="*/ 3325 h 369"/>
                  <a:gd name="T22" fmla="*/ 189 w 292"/>
                  <a:gd name="T23" fmla="*/ 4479 h 369"/>
                  <a:gd name="T24" fmla="*/ 729 w 292"/>
                  <a:gd name="T25" fmla="*/ 6282 h 369"/>
                  <a:gd name="T26" fmla="*/ 2714 w 292"/>
                  <a:gd name="T27" fmla="*/ 8019 h 369"/>
                  <a:gd name="T28" fmla="*/ 5733 w 292"/>
                  <a:gd name="T29" fmla="*/ 8560 h 369"/>
                  <a:gd name="T30" fmla="*/ 6829 w 292"/>
                  <a:gd name="T31" fmla="*/ 6774 h 36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92" h="369">
                    <a:moveTo>
                      <a:pt x="195" y="5"/>
                    </a:moveTo>
                    <a:cubicBezTo>
                      <a:pt x="176" y="0"/>
                      <a:pt x="177" y="7"/>
                      <a:pt x="177" y="7"/>
                    </a:cubicBezTo>
                    <a:cubicBezTo>
                      <a:pt x="165" y="5"/>
                      <a:pt x="159" y="12"/>
                      <a:pt x="159" y="12"/>
                    </a:cubicBezTo>
                    <a:cubicBezTo>
                      <a:pt x="148" y="12"/>
                      <a:pt x="145" y="23"/>
                      <a:pt x="145" y="23"/>
                    </a:cubicBezTo>
                    <a:cubicBezTo>
                      <a:pt x="135" y="22"/>
                      <a:pt x="129" y="29"/>
                      <a:pt x="129" y="33"/>
                    </a:cubicBezTo>
                    <a:cubicBezTo>
                      <a:pt x="120" y="32"/>
                      <a:pt x="117" y="44"/>
                      <a:pt x="117" y="47"/>
                    </a:cubicBezTo>
                    <a:cubicBezTo>
                      <a:pt x="108" y="45"/>
                      <a:pt x="94" y="47"/>
                      <a:pt x="94" y="54"/>
                    </a:cubicBezTo>
                    <a:cubicBezTo>
                      <a:pt x="84" y="51"/>
                      <a:pt x="70" y="59"/>
                      <a:pt x="70" y="63"/>
                    </a:cubicBezTo>
                    <a:cubicBezTo>
                      <a:pt x="60" y="63"/>
                      <a:pt x="44" y="73"/>
                      <a:pt x="44" y="77"/>
                    </a:cubicBezTo>
                    <a:cubicBezTo>
                      <a:pt x="34" y="79"/>
                      <a:pt x="26" y="91"/>
                      <a:pt x="25" y="97"/>
                    </a:cubicBezTo>
                    <a:cubicBezTo>
                      <a:pt x="15" y="103"/>
                      <a:pt x="18" y="127"/>
                      <a:pt x="9" y="142"/>
                    </a:cubicBezTo>
                    <a:cubicBezTo>
                      <a:pt x="0" y="157"/>
                      <a:pt x="2" y="170"/>
                      <a:pt x="8" y="191"/>
                    </a:cubicBezTo>
                    <a:cubicBezTo>
                      <a:pt x="13" y="211"/>
                      <a:pt x="5" y="232"/>
                      <a:pt x="31" y="268"/>
                    </a:cubicBezTo>
                    <a:cubicBezTo>
                      <a:pt x="57" y="304"/>
                      <a:pt x="77" y="325"/>
                      <a:pt x="116" y="342"/>
                    </a:cubicBezTo>
                    <a:cubicBezTo>
                      <a:pt x="156" y="359"/>
                      <a:pt x="209" y="369"/>
                      <a:pt x="245" y="365"/>
                    </a:cubicBezTo>
                    <a:cubicBezTo>
                      <a:pt x="281" y="361"/>
                      <a:pt x="292" y="323"/>
                      <a:pt x="292" y="28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9" name="Freeform 369">
                <a:extLst>
                  <a:ext uri="{FF2B5EF4-FFF2-40B4-BE49-F238E27FC236}">
                    <a16:creationId xmlns:a16="http://schemas.microsoft.com/office/drawing/2014/main" id="{88682C1D-7F6E-470D-A503-6BE5344D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623"/>
                <a:ext cx="684" cy="852"/>
              </a:xfrm>
              <a:custGeom>
                <a:avLst/>
                <a:gdLst>
                  <a:gd name="T0" fmla="*/ 4193 w 239"/>
                  <a:gd name="T1" fmla="*/ 114 h 298"/>
                  <a:gd name="T2" fmla="*/ 3638 w 239"/>
                  <a:gd name="T3" fmla="*/ 326 h 298"/>
                  <a:gd name="T4" fmla="*/ 2908 w 239"/>
                  <a:gd name="T5" fmla="*/ 726 h 298"/>
                  <a:gd name="T6" fmla="*/ 2441 w 239"/>
                  <a:gd name="T7" fmla="*/ 866 h 298"/>
                  <a:gd name="T8" fmla="*/ 2112 w 239"/>
                  <a:gd name="T9" fmla="*/ 892 h 298"/>
                  <a:gd name="T10" fmla="*/ 1689 w 239"/>
                  <a:gd name="T11" fmla="*/ 866 h 298"/>
                  <a:gd name="T12" fmla="*/ 1082 w 239"/>
                  <a:gd name="T13" fmla="*/ 1055 h 298"/>
                  <a:gd name="T14" fmla="*/ 819 w 239"/>
                  <a:gd name="T15" fmla="*/ 1332 h 298"/>
                  <a:gd name="T16" fmla="*/ 466 w 239"/>
                  <a:gd name="T17" fmla="*/ 1495 h 298"/>
                  <a:gd name="T18" fmla="*/ 140 w 239"/>
                  <a:gd name="T19" fmla="*/ 2853 h 298"/>
                  <a:gd name="T20" fmla="*/ 1311 w 239"/>
                  <a:gd name="T21" fmla="*/ 5518 h 298"/>
                  <a:gd name="T22" fmla="*/ 4570 w 239"/>
                  <a:gd name="T23" fmla="*/ 6916 h 298"/>
                  <a:gd name="T24" fmla="*/ 5604 w 239"/>
                  <a:gd name="T25" fmla="*/ 5821 h 29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9" h="298">
                    <a:moveTo>
                      <a:pt x="179" y="5"/>
                    </a:moveTo>
                    <a:cubicBezTo>
                      <a:pt x="168" y="0"/>
                      <a:pt x="156" y="10"/>
                      <a:pt x="155" y="14"/>
                    </a:cubicBezTo>
                    <a:cubicBezTo>
                      <a:pt x="142" y="9"/>
                      <a:pt x="126" y="20"/>
                      <a:pt x="124" y="31"/>
                    </a:cubicBezTo>
                    <a:cubicBezTo>
                      <a:pt x="115" y="26"/>
                      <a:pt x="105" y="32"/>
                      <a:pt x="104" y="37"/>
                    </a:cubicBezTo>
                    <a:cubicBezTo>
                      <a:pt x="98" y="32"/>
                      <a:pt x="91" y="36"/>
                      <a:pt x="90" y="38"/>
                    </a:cubicBezTo>
                    <a:cubicBezTo>
                      <a:pt x="81" y="29"/>
                      <a:pt x="75" y="35"/>
                      <a:pt x="72" y="37"/>
                    </a:cubicBezTo>
                    <a:cubicBezTo>
                      <a:pt x="60" y="32"/>
                      <a:pt x="47" y="37"/>
                      <a:pt x="46" y="45"/>
                    </a:cubicBezTo>
                    <a:cubicBezTo>
                      <a:pt x="36" y="44"/>
                      <a:pt x="35" y="55"/>
                      <a:pt x="35" y="57"/>
                    </a:cubicBezTo>
                    <a:cubicBezTo>
                      <a:pt x="26" y="55"/>
                      <a:pt x="21" y="57"/>
                      <a:pt x="20" y="64"/>
                    </a:cubicBezTo>
                    <a:cubicBezTo>
                      <a:pt x="13" y="65"/>
                      <a:pt x="0" y="84"/>
                      <a:pt x="6" y="122"/>
                    </a:cubicBezTo>
                    <a:cubicBezTo>
                      <a:pt x="12" y="160"/>
                      <a:pt x="29" y="205"/>
                      <a:pt x="56" y="236"/>
                    </a:cubicBezTo>
                    <a:cubicBezTo>
                      <a:pt x="83" y="267"/>
                      <a:pt x="162" y="298"/>
                      <a:pt x="195" y="296"/>
                    </a:cubicBezTo>
                    <a:cubicBezTo>
                      <a:pt x="228" y="295"/>
                      <a:pt x="236" y="260"/>
                      <a:pt x="239" y="24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0" name="Freeform 370">
                <a:extLst>
                  <a:ext uri="{FF2B5EF4-FFF2-40B4-BE49-F238E27FC236}">
                    <a16:creationId xmlns:a16="http://schemas.microsoft.com/office/drawing/2014/main" id="{FE996C11-19B0-46D8-A95B-E802B1E5B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338"/>
                <a:ext cx="120" cy="197"/>
              </a:xfrm>
              <a:custGeom>
                <a:avLst/>
                <a:gdLst>
                  <a:gd name="T0" fmla="*/ 980 w 42"/>
                  <a:gd name="T1" fmla="*/ 0 h 69"/>
                  <a:gd name="T2" fmla="*/ 0 w 42"/>
                  <a:gd name="T3" fmla="*/ 1605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9">
                    <a:moveTo>
                      <a:pt x="42" y="0"/>
                    </a:moveTo>
                    <a:cubicBezTo>
                      <a:pt x="41" y="20"/>
                      <a:pt x="21" y="63"/>
                      <a:pt x="0" y="69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1" name="Freeform 371">
                <a:extLst>
                  <a:ext uri="{FF2B5EF4-FFF2-40B4-BE49-F238E27FC236}">
                    <a16:creationId xmlns:a16="http://schemas.microsoft.com/office/drawing/2014/main" id="{3DB1E36C-98A9-4F25-83EF-A48AF7A7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960"/>
                <a:ext cx="595" cy="441"/>
              </a:xfrm>
              <a:custGeom>
                <a:avLst/>
                <a:gdLst>
                  <a:gd name="T0" fmla="*/ 4869 w 208"/>
                  <a:gd name="T1" fmla="*/ 2961 h 154"/>
                  <a:gd name="T2" fmla="*/ 4002 w 208"/>
                  <a:gd name="T3" fmla="*/ 3617 h 154"/>
                  <a:gd name="T4" fmla="*/ 1333 w 208"/>
                  <a:gd name="T5" fmla="*/ 2509 h 154"/>
                  <a:gd name="T6" fmla="*/ 277 w 208"/>
                  <a:gd name="T7" fmla="*/ 1246 h 154"/>
                  <a:gd name="T8" fmla="*/ 0 w 208"/>
                  <a:gd name="T9" fmla="*/ 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154">
                    <a:moveTo>
                      <a:pt x="208" y="126"/>
                    </a:moveTo>
                    <a:cubicBezTo>
                      <a:pt x="203" y="143"/>
                      <a:pt x="189" y="154"/>
                      <a:pt x="171" y="154"/>
                    </a:cubicBezTo>
                    <a:cubicBezTo>
                      <a:pt x="153" y="154"/>
                      <a:pt x="83" y="125"/>
                      <a:pt x="57" y="107"/>
                    </a:cubicBezTo>
                    <a:cubicBezTo>
                      <a:pt x="30" y="90"/>
                      <a:pt x="18" y="84"/>
                      <a:pt x="12" y="53"/>
                    </a:cubicBezTo>
                    <a:cubicBezTo>
                      <a:pt x="5" y="21"/>
                      <a:pt x="3" y="2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2" name="Freeform 372">
                <a:extLst>
                  <a:ext uri="{FF2B5EF4-FFF2-40B4-BE49-F238E27FC236}">
                    <a16:creationId xmlns:a16="http://schemas.microsoft.com/office/drawing/2014/main" id="{3B1712CF-209B-4515-8FFE-375C5423E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849"/>
                <a:ext cx="558" cy="495"/>
              </a:xfrm>
              <a:custGeom>
                <a:avLst/>
                <a:gdLst>
                  <a:gd name="T0" fmla="*/ 74 w 195"/>
                  <a:gd name="T1" fmla="*/ 0 h 173"/>
                  <a:gd name="T2" fmla="*/ 515 w 195"/>
                  <a:gd name="T3" fmla="*/ 2203 h 173"/>
                  <a:gd name="T4" fmla="*/ 2481 w 195"/>
                  <a:gd name="T5" fmla="*/ 3725 h 173"/>
                  <a:gd name="T6" fmla="*/ 3800 w 195"/>
                  <a:gd name="T7" fmla="*/ 3980 h 173"/>
                  <a:gd name="T8" fmla="*/ 4570 w 195"/>
                  <a:gd name="T9" fmla="*/ 3585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173">
                    <a:moveTo>
                      <a:pt x="3" y="0"/>
                    </a:moveTo>
                    <a:cubicBezTo>
                      <a:pt x="0" y="15"/>
                      <a:pt x="7" y="69"/>
                      <a:pt x="22" y="94"/>
                    </a:cubicBezTo>
                    <a:cubicBezTo>
                      <a:pt x="36" y="119"/>
                      <a:pt x="72" y="145"/>
                      <a:pt x="106" y="159"/>
                    </a:cubicBezTo>
                    <a:cubicBezTo>
                      <a:pt x="141" y="173"/>
                      <a:pt x="146" y="173"/>
                      <a:pt x="162" y="170"/>
                    </a:cubicBezTo>
                    <a:cubicBezTo>
                      <a:pt x="179" y="167"/>
                      <a:pt x="195" y="153"/>
                      <a:pt x="195" y="153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3" name="Freeform 373">
                <a:extLst>
                  <a:ext uri="{FF2B5EF4-FFF2-40B4-BE49-F238E27FC236}">
                    <a16:creationId xmlns:a16="http://schemas.microsoft.com/office/drawing/2014/main" id="{9DF6549E-A3C2-4AB6-AE19-4600FDA7E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3195"/>
                <a:ext cx="252" cy="117"/>
              </a:xfrm>
              <a:custGeom>
                <a:avLst/>
                <a:gdLst>
                  <a:gd name="T0" fmla="*/ 2068 w 88"/>
                  <a:gd name="T1" fmla="*/ 0 h 41"/>
                  <a:gd name="T2" fmla="*/ 0 w 88"/>
                  <a:gd name="T3" fmla="*/ 514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41">
                    <a:moveTo>
                      <a:pt x="88" y="0"/>
                    </a:moveTo>
                    <a:cubicBezTo>
                      <a:pt x="81" y="12"/>
                      <a:pt x="35" y="41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4" name="Freeform 374">
                <a:extLst>
                  <a:ext uri="{FF2B5EF4-FFF2-40B4-BE49-F238E27FC236}">
                    <a16:creationId xmlns:a16="http://schemas.microsoft.com/office/drawing/2014/main" id="{0B4974BE-2A20-4ED0-A7F2-C065E80AC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771"/>
                <a:ext cx="401" cy="352"/>
              </a:xfrm>
              <a:custGeom>
                <a:avLst/>
                <a:gdLst>
                  <a:gd name="T0" fmla="*/ 3291 w 140"/>
                  <a:gd name="T1" fmla="*/ 2833 h 123"/>
                  <a:gd name="T2" fmla="*/ 2962 w 140"/>
                  <a:gd name="T3" fmla="*/ 2810 h 123"/>
                  <a:gd name="T4" fmla="*/ 2658 w 140"/>
                  <a:gd name="T5" fmla="*/ 2719 h 123"/>
                  <a:gd name="T6" fmla="*/ 2257 w 140"/>
                  <a:gd name="T7" fmla="*/ 2630 h 123"/>
                  <a:gd name="T8" fmla="*/ 1787 w 140"/>
                  <a:gd name="T9" fmla="*/ 2415 h 123"/>
                  <a:gd name="T10" fmla="*/ 1478 w 140"/>
                  <a:gd name="T11" fmla="*/ 2278 h 123"/>
                  <a:gd name="T12" fmla="*/ 756 w 140"/>
                  <a:gd name="T13" fmla="*/ 1900 h 123"/>
                  <a:gd name="T14" fmla="*/ 0 w 140"/>
                  <a:gd name="T15" fmla="*/ 0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123">
                    <a:moveTo>
                      <a:pt x="140" y="121"/>
                    </a:moveTo>
                    <a:cubicBezTo>
                      <a:pt x="130" y="123"/>
                      <a:pt x="126" y="120"/>
                      <a:pt x="126" y="120"/>
                    </a:cubicBezTo>
                    <a:cubicBezTo>
                      <a:pt x="118" y="120"/>
                      <a:pt x="115" y="118"/>
                      <a:pt x="113" y="116"/>
                    </a:cubicBezTo>
                    <a:cubicBezTo>
                      <a:pt x="101" y="116"/>
                      <a:pt x="96" y="112"/>
                      <a:pt x="96" y="112"/>
                    </a:cubicBezTo>
                    <a:cubicBezTo>
                      <a:pt x="85" y="110"/>
                      <a:pt x="78" y="106"/>
                      <a:pt x="76" y="103"/>
                    </a:cubicBezTo>
                    <a:cubicBezTo>
                      <a:pt x="70" y="103"/>
                      <a:pt x="63" y="97"/>
                      <a:pt x="63" y="97"/>
                    </a:cubicBezTo>
                    <a:cubicBezTo>
                      <a:pt x="53" y="95"/>
                      <a:pt x="43" y="92"/>
                      <a:pt x="32" y="81"/>
                    </a:cubicBezTo>
                    <a:cubicBezTo>
                      <a:pt x="21" y="70"/>
                      <a:pt x="6" y="5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5" name="Freeform 375">
                <a:extLst>
                  <a:ext uri="{FF2B5EF4-FFF2-40B4-BE49-F238E27FC236}">
                    <a16:creationId xmlns:a16="http://schemas.microsoft.com/office/drawing/2014/main" id="{2D82FF48-67EA-4DA5-83B3-3749AC029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791"/>
                <a:ext cx="363" cy="309"/>
              </a:xfrm>
              <a:custGeom>
                <a:avLst/>
                <a:gdLst>
                  <a:gd name="T0" fmla="*/ 2967 w 127"/>
                  <a:gd name="T1" fmla="*/ 2506 h 108"/>
                  <a:gd name="T2" fmla="*/ 1935 w 127"/>
                  <a:gd name="T3" fmla="*/ 2340 h 108"/>
                  <a:gd name="T4" fmla="*/ 866 w 127"/>
                  <a:gd name="T5" fmla="*/ 1825 h 108"/>
                  <a:gd name="T6" fmla="*/ 0 w 127"/>
                  <a:gd name="T7" fmla="*/ 0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108">
                    <a:moveTo>
                      <a:pt x="127" y="107"/>
                    </a:moveTo>
                    <a:cubicBezTo>
                      <a:pt x="109" y="108"/>
                      <a:pt x="99" y="102"/>
                      <a:pt x="83" y="100"/>
                    </a:cubicBezTo>
                    <a:cubicBezTo>
                      <a:pt x="68" y="98"/>
                      <a:pt x="50" y="92"/>
                      <a:pt x="37" y="78"/>
                    </a:cubicBezTo>
                    <a:cubicBezTo>
                      <a:pt x="25" y="64"/>
                      <a:pt x="4" y="2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6" name="Freeform 376">
                <a:extLst>
                  <a:ext uri="{FF2B5EF4-FFF2-40B4-BE49-F238E27FC236}">
                    <a16:creationId xmlns:a16="http://schemas.microsoft.com/office/drawing/2014/main" id="{0AB91B99-B829-4935-90F7-F112E383D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877"/>
                <a:ext cx="429" cy="275"/>
              </a:xfrm>
              <a:custGeom>
                <a:avLst/>
                <a:gdLst>
                  <a:gd name="T0" fmla="*/ 3509 w 150"/>
                  <a:gd name="T1" fmla="*/ 1954 h 96"/>
                  <a:gd name="T2" fmla="*/ 2199 w 150"/>
                  <a:gd name="T3" fmla="*/ 2209 h 96"/>
                  <a:gd name="T4" fmla="*/ 729 w 150"/>
                  <a:gd name="T5" fmla="*/ 1386 h 96"/>
                  <a:gd name="T6" fmla="*/ 0 w 150"/>
                  <a:gd name="T7" fmla="*/ 0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96">
                    <a:moveTo>
                      <a:pt x="150" y="83"/>
                    </a:moveTo>
                    <a:cubicBezTo>
                      <a:pt x="137" y="88"/>
                      <a:pt x="123" y="96"/>
                      <a:pt x="94" y="94"/>
                    </a:cubicBezTo>
                    <a:cubicBezTo>
                      <a:pt x="65" y="92"/>
                      <a:pt x="53" y="83"/>
                      <a:pt x="31" y="59"/>
                    </a:cubicBezTo>
                    <a:cubicBezTo>
                      <a:pt x="9" y="36"/>
                      <a:pt x="9" y="4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7" name="Freeform 377">
                <a:extLst>
                  <a:ext uri="{FF2B5EF4-FFF2-40B4-BE49-F238E27FC236}">
                    <a16:creationId xmlns:a16="http://schemas.microsoft.com/office/drawing/2014/main" id="{CB24A86B-6D3A-444B-8B9E-B4CCDA6F4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917"/>
                <a:ext cx="509" cy="301"/>
              </a:xfrm>
              <a:custGeom>
                <a:avLst/>
                <a:gdLst>
                  <a:gd name="T0" fmla="*/ 4164 w 178"/>
                  <a:gd name="T1" fmla="*/ 1651 h 105"/>
                  <a:gd name="T2" fmla="*/ 2828 w 178"/>
                  <a:gd name="T3" fmla="*/ 2448 h 105"/>
                  <a:gd name="T4" fmla="*/ 892 w 178"/>
                  <a:gd name="T5" fmla="*/ 1628 h 105"/>
                  <a:gd name="T6" fmla="*/ 0 w 178"/>
                  <a:gd name="T7" fmla="*/ 0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8" h="105">
                    <a:moveTo>
                      <a:pt x="178" y="70"/>
                    </a:moveTo>
                    <a:cubicBezTo>
                      <a:pt x="166" y="83"/>
                      <a:pt x="145" y="102"/>
                      <a:pt x="121" y="104"/>
                    </a:cubicBezTo>
                    <a:cubicBezTo>
                      <a:pt x="98" y="105"/>
                      <a:pt x="65" y="101"/>
                      <a:pt x="38" y="69"/>
                    </a:cubicBezTo>
                    <a:cubicBezTo>
                      <a:pt x="10" y="37"/>
                      <a:pt x="3" y="2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8" name="Freeform 378">
                <a:extLst>
                  <a:ext uri="{FF2B5EF4-FFF2-40B4-BE49-F238E27FC236}">
                    <a16:creationId xmlns:a16="http://schemas.microsoft.com/office/drawing/2014/main" id="{BD47951F-70CE-40DF-A09F-D6EE3FDC7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729"/>
                <a:ext cx="206" cy="366"/>
              </a:xfrm>
              <a:custGeom>
                <a:avLst/>
                <a:gdLst>
                  <a:gd name="T0" fmla="*/ 0 w 72"/>
                  <a:gd name="T1" fmla="*/ 0 h 128"/>
                  <a:gd name="T2" fmla="*/ 1685 w 72"/>
                  <a:gd name="T3" fmla="*/ 2994 h 1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28">
                    <a:moveTo>
                      <a:pt x="0" y="0"/>
                    </a:moveTo>
                    <a:cubicBezTo>
                      <a:pt x="4" y="9"/>
                      <a:pt x="51" y="116"/>
                      <a:pt x="72" y="12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9" name="Freeform 379">
                <a:extLst>
                  <a:ext uri="{FF2B5EF4-FFF2-40B4-BE49-F238E27FC236}">
                    <a16:creationId xmlns:a16="http://schemas.microsoft.com/office/drawing/2014/main" id="{F5C9D314-389F-45BF-B43E-9FA13D27F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709"/>
                <a:ext cx="186" cy="394"/>
              </a:xfrm>
              <a:custGeom>
                <a:avLst/>
                <a:gdLst>
                  <a:gd name="T0" fmla="*/ 0 w 65"/>
                  <a:gd name="T1" fmla="*/ 0 h 138"/>
                  <a:gd name="T2" fmla="*/ 1448 w 65"/>
                  <a:gd name="T3" fmla="*/ 3212 h 1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38">
                    <a:moveTo>
                      <a:pt x="0" y="0"/>
                    </a:moveTo>
                    <a:cubicBezTo>
                      <a:pt x="16" y="15"/>
                      <a:pt x="65" y="121"/>
                      <a:pt x="62" y="13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0" name="Freeform 380">
                <a:extLst>
                  <a:ext uri="{FF2B5EF4-FFF2-40B4-BE49-F238E27FC236}">
                    <a16:creationId xmlns:a16="http://schemas.microsoft.com/office/drawing/2014/main" id="{72010F44-B338-478C-8D68-6290BAD17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663"/>
                <a:ext cx="134" cy="452"/>
              </a:xfrm>
              <a:custGeom>
                <a:avLst/>
                <a:gdLst>
                  <a:gd name="T0" fmla="*/ 0 w 47"/>
                  <a:gd name="T1" fmla="*/ 0 h 158"/>
                  <a:gd name="T2" fmla="*/ 1089 w 47"/>
                  <a:gd name="T3" fmla="*/ 3699 h 1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58">
                    <a:moveTo>
                      <a:pt x="0" y="0"/>
                    </a:moveTo>
                    <a:cubicBezTo>
                      <a:pt x="13" y="19"/>
                      <a:pt x="47" y="124"/>
                      <a:pt x="47" y="15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1" name="Freeform 381">
                <a:extLst>
                  <a:ext uri="{FF2B5EF4-FFF2-40B4-BE49-F238E27FC236}">
                    <a16:creationId xmlns:a16="http://schemas.microsoft.com/office/drawing/2014/main" id="{E219E9F9-8D56-4182-86EE-1AE6113B8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729"/>
                <a:ext cx="203" cy="354"/>
              </a:xfrm>
              <a:custGeom>
                <a:avLst/>
                <a:gdLst>
                  <a:gd name="T0" fmla="*/ 0 w 71"/>
                  <a:gd name="T1" fmla="*/ 0 h 124"/>
                  <a:gd name="T2" fmla="*/ 1658 w 71"/>
                  <a:gd name="T3" fmla="*/ 2886 h 1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24">
                    <a:moveTo>
                      <a:pt x="0" y="0"/>
                    </a:moveTo>
                    <a:cubicBezTo>
                      <a:pt x="2" y="14"/>
                      <a:pt x="46" y="105"/>
                      <a:pt x="71" y="124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2" name="Freeform 382">
                <a:extLst>
                  <a:ext uri="{FF2B5EF4-FFF2-40B4-BE49-F238E27FC236}">
                    <a16:creationId xmlns:a16="http://schemas.microsoft.com/office/drawing/2014/main" id="{1D8EF8AD-99E8-4744-BD1E-45058E215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817"/>
                <a:ext cx="132" cy="235"/>
              </a:xfrm>
              <a:custGeom>
                <a:avLst/>
                <a:gdLst>
                  <a:gd name="T0" fmla="*/ 0 w 46"/>
                  <a:gd name="T1" fmla="*/ 0 h 82"/>
                  <a:gd name="T2" fmla="*/ 1088 w 46"/>
                  <a:gd name="T3" fmla="*/ 1929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82">
                    <a:moveTo>
                      <a:pt x="0" y="0"/>
                    </a:moveTo>
                    <a:cubicBezTo>
                      <a:pt x="0" y="21"/>
                      <a:pt x="20" y="65"/>
                      <a:pt x="46" y="82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3" name="Freeform 383">
                <a:extLst>
                  <a:ext uri="{FF2B5EF4-FFF2-40B4-BE49-F238E27FC236}">
                    <a16:creationId xmlns:a16="http://schemas.microsoft.com/office/drawing/2014/main" id="{B6D254D3-50F4-4A97-B26E-72DBEC59A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523"/>
                <a:ext cx="77" cy="117"/>
              </a:xfrm>
              <a:custGeom>
                <a:avLst/>
                <a:gdLst>
                  <a:gd name="T0" fmla="*/ 0 w 27"/>
                  <a:gd name="T1" fmla="*/ 0 h 41"/>
                  <a:gd name="T2" fmla="*/ 536 w 27"/>
                  <a:gd name="T3" fmla="*/ 953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1">
                    <a:moveTo>
                      <a:pt x="0" y="0"/>
                    </a:moveTo>
                    <a:cubicBezTo>
                      <a:pt x="12" y="4"/>
                      <a:pt x="27" y="28"/>
                      <a:pt x="23" y="41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4" name="Freeform 384">
                <a:extLst>
                  <a:ext uri="{FF2B5EF4-FFF2-40B4-BE49-F238E27FC236}">
                    <a16:creationId xmlns:a16="http://schemas.microsoft.com/office/drawing/2014/main" id="{0C642E8F-C81C-41E0-BED4-E009507D9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543"/>
                <a:ext cx="83" cy="108"/>
              </a:xfrm>
              <a:custGeom>
                <a:avLst/>
                <a:gdLst>
                  <a:gd name="T0" fmla="*/ 681 w 29"/>
                  <a:gd name="T1" fmla="*/ 0 h 38"/>
                  <a:gd name="T2" fmla="*/ 0 w 29"/>
                  <a:gd name="T3" fmla="*/ 873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38">
                    <a:moveTo>
                      <a:pt x="29" y="0"/>
                    </a:moveTo>
                    <a:cubicBezTo>
                      <a:pt x="25" y="14"/>
                      <a:pt x="8" y="34"/>
                      <a:pt x="0" y="3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5" name="Freeform 385">
                <a:extLst>
                  <a:ext uri="{FF2B5EF4-FFF2-40B4-BE49-F238E27FC236}">
                    <a16:creationId xmlns:a16="http://schemas.microsoft.com/office/drawing/2014/main" id="{78792EFE-89DF-4AA1-B2BE-A942F24AE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508"/>
                <a:ext cx="60" cy="106"/>
              </a:xfrm>
              <a:custGeom>
                <a:avLst/>
                <a:gdLst>
                  <a:gd name="T0" fmla="*/ 0 w 21"/>
                  <a:gd name="T1" fmla="*/ 0 h 37"/>
                  <a:gd name="T2" fmla="*/ 351 w 21"/>
                  <a:gd name="T3" fmla="*/ 871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cubicBezTo>
                      <a:pt x="8" y="5"/>
                      <a:pt x="21" y="22"/>
                      <a:pt x="15" y="37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6" name="Freeform 386">
                <a:extLst>
                  <a:ext uri="{FF2B5EF4-FFF2-40B4-BE49-F238E27FC236}">
                    <a16:creationId xmlns:a16="http://schemas.microsoft.com/office/drawing/2014/main" id="{30CF9C1A-E276-40D1-97E3-7BDE8441C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554"/>
                <a:ext cx="86" cy="112"/>
              </a:xfrm>
              <a:custGeom>
                <a:avLst/>
                <a:gdLst>
                  <a:gd name="T0" fmla="*/ 0 w 30"/>
                  <a:gd name="T1" fmla="*/ 0 h 39"/>
                  <a:gd name="T2" fmla="*/ 634 w 30"/>
                  <a:gd name="T3" fmla="*/ 92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9">
                    <a:moveTo>
                      <a:pt x="0" y="0"/>
                    </a:moveTo>
                    <a:cubicBezTo>
                      <a:pt x="11" y="3"/>
                      <a:pt x="30" y="18"/>
                      <a:pt x="27" y="39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7" name="Freeform 387">
                <a:extLst>
                  <a:ext uri="{FF2B5EF4-FFF2-40B4-BE49-F238E27FC236}">
                    <a16:creationId xmlns:a16="http://schemas.microsoft.com/office/drawing/2014/main" id="{B3DD696E-AE84-42B2-913C-1A2F0A2EE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583"/>
                <a:ext cx="83" cy="123"/>
              </a:xfrm>
              <a:custGeom>
                <a:avLst/>
                <a:gdLst>
                  <a:gd name="T0" fmla="*/ 0 w 29"/>
                  <a:gd name="T1" fmla="*/ 0 h 43"/>
                  <a:gd name="T2" fmla="*/ 590 w 29"/>
                  <a:gd name="T3" fmla="*/ 1007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3">
                    <a:moveTo>
                      <a:pt x="0" y="0"/>
                    </a:moveTo>
                    <a:cubicBezTo>
                      <a:pt x="10" y="4"/>
                      <a:pt x="29" y="25"/>
                      <a:pt x="25" y="43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8" name="Freeform 388">
                <a:extLst>
                  <a:ext uri="{FF2B5EF4-FFF2-40B4-BE49-F238E27FC236}">
                    <a16:creationId xmlns:a16="http://schemas.microsoft.com/office/drawing/2014/main" id="{9817B5F3-3220-40BE-8E24-C2F617447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623"/>
                <a:ext cx="80" cy="88"/>
              </a:xfrm>
              <a:custGeom>
                <a:avLst/>
                <a:gdLst>
                  <a:gd name="T0" fmla="*/ 0 w 28"/>
                  <a:gd name="T1" fmla="*/ 0 h 31"/>
                  <a:gd name="T2" fmla="*/ 580 w 28"/>
                  <a:gd name="T3" fmla="*/ 71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0" y="0"/>
                    </a:moveTo>
                    <a:cubicBezTo>
                      <a:pt x="8" y="4"/>
                      <a:pt x="28" y="16"/>
                      <a:pt x="25" y="31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9" name="Freeform 389">
                <a:extLst>
                  <a:ext uri="{FF2B5EF4-FFF2-40B4-BE49-F238E27FC236}">
                    <a16:creationId xmlns:a16="http://schemas.microsoft.com/office/drawing/2014/main" id="{B9ACB3F4-A75A-4041-B257-352CBACF5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643"/>
                <a:ext cx="103" cy="86"/>
              </a:xfrm>
              <a:custGeom>
                <a:avLst/>
                <a:gdLst>
                  <a:gd name="T0" fmla="*/ 0 w 36"/>
                  <a:gd name="T1" fmla="*/ 0 h 30"/>
                  <a:gd name="T2" fmla="*/ 770 w 36"/>
                  <a:gd name="T3" fmla="*/ 70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0">
                    <a:moveTo>
                      <a:pt x="0" y="0"/>
                    </a:moveTo>
                    <a:cubicBezTo>
                      <a:pt x="13" y="3"/>
                      <a:pt x="36" y="14"/>
                      <a:pt x="33" y="3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0" name="Freeform 390">
                <a:extLst>
                  <a:ext uri="{FF2B5EF4-FFF2-40B4-BE49-F238E27FC236}">
                    <a16:creationId xmlns:a16="http://schemas.microsoft.com/office/drawing/2014/main" id="{BF29B517-4DE5-4860-BB6B-6DB4A3C52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668"/>
                <a:ext cx="120" cy="52"/>
              </a:xfrm>
              <a:custGeom>
                <a:avLst/>
                <a:gdLst>
                  <a:gd name="T0" fmla="*/ 0 w 42"/>
                  <a:gd name="T1" fmla="*/ 0 h 18"/>
                  <a:gd name="T2" fmla="*/ 980 w 42"/>
                  <a:gd name="T3" fmla="*/ 43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8">
                    <a:moveTo>
                      <a:pt x="0" y="0"/>
                    </a:moveTo>
                    <a:cubicBezTo>
                      <a:pt x="9" y="0"/>
                      <a:pt x="37" y="1"/>
                      <a:pt x="42" y="1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1" name="Freeform 391">
                <a:extLst>
                  <a:ext uri="{FF2B5EF4-FFF2-40B4-BE49-F238E27FC236}">
                    <a16:creationId xmlns:a16="http://schemas.microsoft.com/office/drawing/2014/main" id="{882B4C44-88C2-48E4-9B5F-E841BDDE6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2700"/>
                <a:ext cx="157" cy="23"/>
              </a:xfrm>
              <a:custGeom>
                <a:avLst/>
                <a:gdLst>
                  <a:gd name="T0" fmla="*/ 1279 w 55"/>
                  <a:gd name="T1" fmla="*/ 190 h 8"/>
                  <a:gd name="T2" fmla="*/ 0 w 55"/>
                  <a:gd name="T3" fmla="*/ 7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8">
                    <a:moveTo>
                      <a:pt x="55" y="8"/>
                    </a:moveTo>
                    <a:cubicBezTo>
                      <a:pt x="46" y="0"/>
                      <a:pt x="11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2" name="Freeform 392">
                <a:extLst>
                  <a:ext uri="{FF2B5EF4-FFF2-40B4-BE49-F238E27FC236}">
                    <a16:creationId xmlns:a16="http://schemas.microsoft.com/office/drawing/2014/main" id="{A2F6107A-E457-4530-9E7D-06475223C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734"/>
                <a:ext cx="164" cy="32"/>
              </a:xfrm>
              <a:custGeom>
                <a:avLst/>
                <a:gdLst>
                  <a:gd name="T0" fmla="*/ 1358 w 57"/>
                  <a:gd name="T1" fmla="*/ 76 h 11"/>
                  <a:gd name="T2" fmla="*/ 0 w 57"/>
                  <a:gd name="T3" fmla="*/ 27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1">
                    <a:moveTo>
                      <a:pt x="57" y="3"/>
                    </a:moveTo>
                    <a:cubicBezTo>
                      <a:pt x="46" y="1"/>
                      <a:pt x="13" y="0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3" name="Freeform 393">
                <a:extLst>
                  <a:ext uri="{FF2B5EF4-FFF2-40B4-BE49-F238E27FC236}">
                    <a16:creationId xmlns:a16="http://schemas.microsoft.com/office/drawing/2014/main" id="{DD31B3A3-A31A-405D-ADAD-976F9F615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760"/>
                <a:ext cx="300" cy="681"/>
              </a:xfrm>
              <a:custGeom>
                <a:avLst/>
                <a:gdLst>
                  <a:gd name="T0" fmla="*/ 1257 w 105"/>
                  <a:gd name="T1" fmla="*/ 114 h 238"/>
                  <a:gd name="T2" fmla="*/ 277 w 105"/>
                  <a:gd name="T3" fmla="*/ 444 h 238"/>
                  <a:gd name="T4" fmla="*/ 114 w 105"/>
                  <a:gd name="T5" fmla="*/ 2177 h 238"/>
                  <a:gd name="T6" fmla="*/ 726 w 105"/>
                  <a:gd name="T7" fmla="*/ 3889 h 238"/>
                  <a:gd name="T8" fmla="*/ 2449 w 105"/>
                  <a:gd name="T9" fmla="*/ 5577 h 2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38">
                    <a:moveTo>
                      <a:pt x="54" y="5"/>
                    </a:moveTo>
                    <a:cubicBezTo>
                      <a:pt x="38" y="0"/>
                      <a:pt x="21" y="4"/>
                      <a:pt x="12" y="19"/>
                    </a:cubicBezTo>
                    <a:cubicBezTo>
                      <a:pt x="4" y="35"/>
                      <a:pt x="0" y="54"/>
                      <a:pt x="5" y="93"/>
                    </a:cubicBezTo>
                    <a:cubicBezTo>
                      <a:pt x="10" y="132"/>
                      <a:pt x="22" y="138"/>
                      <a:pt x="31" y="166"/>
                    </a:cubicBezTo>
                    <a:cubicBezTo>
                      <a:pt x="40" y="195"/>
                      <a:pt x="60" y="218"/>
                      <a:pt x="105" y="23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4" name="Freeform 394">
                <a:extLst>
                  <a:ext uri="{FF2B5EF4-FFF2-40B4-BE49-F238E27FC236}">
                    <a16:creationId xmlns:a16="http://schemas.microsoft.com/office/drawing/2014/main" id="{2BDE8F8C-BDD2-44EE-BA91-889D2D9BE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771"/>
                <a:ext cx="43" cy="72"/>
              </a:xfrm>
              <a:custGeom>
                <a:avLst/>
                <a:gdLst>
                  <a:gd name="T0" fmla="*/ 238 w 15"/>
                  <a:gd name="T1" fmla="*/ 75 h 25"/>
                  <a:gd name="T2" fmla="*/ 49 w 15"/>
                  <a:gd name="T3" fmla="*/ 141 h 25"/>
                  <a:gd name="T4" fmla="*/ 189 w 15"/>
                  <a:gd name="T5" fmla="*/ 265 h 25"/>
                  <a:gd name="T6" fmla="*/ 353 w 15"/>
                  <a:gd name="T7" fmla="*/ 380 h 25"/>
                  <a:gd name="T8" fmla="*/ 115 w 15"/>
                  <a:gd name="T9" fmla="*/ 596 h 25"/>
                  <a:gd name="T10" fmla="*/ 92 w 15"/>
                  <a:gd name="T11" fmla="*/ 49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5">
                    <a:moveTo>
                      <a:pt x="10" y="3"/>
                    </a:moveTo>
                    <a:cubicBezTo>
                      <a:pt x="8" y="0"/>
                      <a:pt x="3" y="1"/>
                      <a:pt x="2" y="6"/>
                    </a:cubicBezTo>
                    <a:cubicBezTo>
                      <a:pt x="0" y="13"/>
                      <a:pt x="5" y="9"/>
                      <a:pt x="8" y="11"/>
                    </a:cubicBezTo>
                    <a:cubicBezTo>
                      <a:pt x="13" y="13"/>
                      <a:pt x="15" y="8"/>
                      <a:pt x="15" y="16"/>
                    </a:cubicBezTo>
                    <a:cubicBezTo>
                      <a:pt x="15" y="19"/>
                      <a:pt x="8" y="24"/>
                      <a:pt x="5" y="25"/>
                    </a:cubicBezTo>
                    <a:cubicBezTo>
                      <a:pt x="4" y="23"/>
                      <a:pt x="4" y="22"/>
                      <a:pt x="4" y="21"/>
                    </a:cubicBezTo>
                  </a:path>
                </a:pathLst>
              </a:custGeom>
              <a:noFill/>
              <a:ln w="17463" cap="rnd">
                <a:solidFill>
                  <a:srgbClr val="E2DF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5" name="Freeform 395">
                <a:extLst>
                  <a:ext uri="{FF2B5EF4-FFF2-40B4-BE49-F238E27FC236}">
                    <a16:creationId xmlns:a16="http://schemas.microsoft.com/office/drawing/2014/main" id="{D6C0FAF9-5C11-456D-820D-0F6380EF4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826"/>
                <a:ext cx="17" cy="6"/>
              </a:xfrm>
              <a:custGeom>
                <a:avLst/>
                <a:gdLst>
                  <a:gd name="T0" fmla="*/ 136 w 6"/>
                  <a:gd name="T1" fmla="*/ 0 h 2"/>
                  <a:gd name="T2" fmla="*/ 0 w 6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17463" cap="rnd">
                <a:solidFill>
                  <a:srgbClr val="E2DF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6" name="Freeform 396">
                <a:extLst>
                  <a:ext uri="{FF2B5EF4-FFF2-40B4-BE49-F238E27FC236}">
                    <a16:creationId xmlns:a16="http://schemas.microsoft.com/office/drawing/2014/main" id="{3DFF952C-C5FC-4A9E-BD88-81114E243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789"/>
                <a:ext cx="48" cy="51"/>
              </a:xfrm>
              <a:custGeom>
                <a:avLst/>
                <a:gdLst>
                  <a:gd name="T0" fmla="*/ 294 w 17"/>
                  <a:gd name="T1" fmla="*/ 0 h 18"/>
                  <a:gd name="T2" fmla="*/ 158 w 17"/>
                  <a:gd name="T3" fmla="*/ 224 h 18"/>
                  <a:gd name="T4" fmla="*/ 336 w 17"/>
                  <a:gd name="T5" fmla="*/ 224 h 18"/>
                  <a:gd name="T6" fmla="*/ 248 w 17"/>
                  <a:gd name="T7" fmla="*/ 41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13" y="0"/>
                    </a:moveTo>
                    <a:cubicBezTo>
                      <a:pt x="9" y="1"/>
                      <a:pt x="0" y="10"/>
                      <a:pt x="7" y="10"/>
                    </a:cubicBezTo>
                    <a:cubicBezTo>
                      <a:pt x="10" y="9"/>
                      <a:pt x="14" y="7"/>
                      <a:pt x="15" y="10"/>
                    </a:cubicBezTo>
                    <a:cubicBezTo>
                      <a:pt x="17" y="14"/>
                      <a:pt x="13" y="17"/>
                      <a:pt x="11" y="18"/>
                    </a:cubicBezTo>
                  </a:path>
                </a:pathLst>
              </a:custGeom>
              <a:noFill/>
              <a:ln w="17463" cap="rnd">
                <a:solidFill>
                  <a:srgbClr val="E2DF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7" name="Freeform 397">
                <a:extLst>
                  <a:ext uri="{FF2B5EF4-FFF2-40B4-BE49-F238E27FC236}">
                    <a16:creationId xmlns:a16="http://schemas.microsoft.com/office/drawing/2014/main" id="{6BFC7F3D-77AA-4B5A-B26F-86D319A09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880"/>
                <a:ext cx="29" cy="23"/>
              </a:xfrm>
              <a:custGeom>
                <a:avLst/>
                <a:gdLst>
                  <a:gd name="T0" fmla="*/ 194 w 10"/>
                  <a:gd name="T1" fmla="*/ 0 h 8"/>
                  <a:gd name="T2" fmla="*/ 49 w 10"/>
                  <a:gd name="T3" fmla="*/ 141 h 8"/>
                  <a:gd name="T4" fmla="*/ 168 w 10"/>
                  <a:gd name="T5" fmla="*/ 190 h 8"/>
                  <a:gd name="T6" fmla="*/ 244 w 10"/>
                  <a:gd name="T7" fmla="*/ 19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8" y="0"/>
                    </a:moveTo>
                    <a:cubicBezTo>
                      <a:pt x="5" y="0"/>
                      <a:pt x="0" y="2"/>
                      <a:pt x="2" y="6"/>
                    </a:cubicBezTo>
                    <a:cubicBezTo>
                      <a:pt x="3" y="8"/>
                      <a:pt x="5" y="8"/>
                      <a:pt x="7" y="8"/>
                    </a:cubicBezTo>
                    <a:cubicBezTo>
                      <a:pt x="8" y="7"/>
                      <a:pt x="10" y="6"/>
                      <a:pt x="10" y="8"/>
                    </a:cubicBezTo>
                  </a:path>
                </a:pathLst>
              </a:custGeom>
              <a:noFill/>
              <a:ln w="17463" cap="rnd">
                <a:solidFill>
                  <a:srgbClr val="E2DF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8" name="Freeform 398">
                <a:extLst>
                  <a:ext uri="{FF2B5EF4-FFF2-40B4-BE49-F238E27FC236}">
                    <a16:creationId xmlns:a16="http://schemas.microsoft.com/office/drawing/2014/main" id="{84633A6D-C724-4B3D-814B-0AFDE32AA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923"/>
                <a:ext cx="37" cy="34"/>
              </a:xfrm>
              <a:custGeom>
                <a:avLst/>
                <a:gdLst>
                  <a:gd name="T0" fmla="*/ 228 w 13"/>
                  <a:gd name="T1" fmla="*/ 0 h 12"/>
                  <a:gd name="T2" fmla="*/ 26 w 13"/>
                  <a:gd name="T3" fmla="*/ 162 h 12"/>
                  <a:gd name="T4" fmla="*/ 299 w 13"/>
                  <a:gd name="T5" fmla="*/ 13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0" y="0"/>
                    </a:moveTo>
                    <a:cubicBezTo>
                      <a:pt x="7" y="0"/>
                      <a:pt x="0" y="3"/>
                      <a:pt x="1" y="7"/>
                    </a:cubicBezTo>
                    <a:cubicBezTo>
                      <a:pt x="3" y="12"/>
                      <a:pt x="10" y="10"/>
                      <a:pt x="13" y="6"/>
                    </a:cubicBezTo>
                  </a:path>
                </a:pathLst>
              </a:custGeom>
              <a:noFill/>
              <a:ln w="17463" cap="rnd">
                <a:solidFill>
                  <a:srgbClr val="E2DF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9" name="Freeform 399">
                <a:extLst>
                  <a:ext uri="{FF2B5EF4-FFF2-40B4-BE49-F238E27FC236}">
                    <a16:creationId xmlns:a16="http://schemas.microsoft.com/office/drawing/2014/main" id="{F386CB3A-5803-42C2-804C-3DACC0033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846"/>
                <a:ext cx="45" cy="66"/>
              </a:xfrm>
              <a:custGeom>
                <a:avLst/>
                <a:gdLst>
                  <a:gd name="T0" fmla="*/ 309 w 16"/>
                  <a:gd name="T1" fmla="*/ 115 h 23"/>
                  <a:gd name="T2" fmla="*/ 197 w 16"/>
                  <a:gd name="T3" fmla="*/ 304 h 23"/>
                  <a:gd name="T4" fmla="*/ 309 w 16"/>
                  <a:gd name="T5" fmla="*/ 428 h 23"/>
                  <a:gd name="T6" fmla="*/ 135 w 16"/>
                  <a:gd name="T7" fmla="*/ 49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14" y="5"/>
                    </a:moveTo>
                    <a:cubicBezTo>
                      <a:pt x="7" y="0"/>
                      <a:pt x="0" y="11"/>
                      <a:pt x="9" y="13"/>
                    </a:cubicBezTo>
                    <a:cubicBezTo>
                      <a:pt x="12" y="13"/>
                      <a:pt x="16" y="14"/>
                      <a:pt x="14" y="18"/>
                    </a:cubicBezTo>
                    <a:cubicBezTo>
                      <a:pt x="12" y="20"/>
                      <a:pt x="8" y="23"/>
                      <a:pt x="6" y="21"/>
                    </a:cubicBezTo>
                  </a:path>
                </a:pathLst>
              </a:custGeom>
              <a:noFill/>
              <a:ln w="17463" cap="rnd">
                <a:solidFill>
                  <a:srgbClr val="E2DF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0" name="Freeform 400">
                <a:extLst>
                  <a:ext uri="{FF2B5EF4-FFF2-40B4-BE49-F238E27FC236}">
                    <a16:creationId xmlns:a16="http://schemas.microsoft.com/office/drawing/2014/main" id="{12B2A7A5-FCC1-4BC9-81DC-7C39AA89B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969"/>
                <a:ext cx="12" cy="6"/>
              </a:xfrm>
              <a:custGeom>
                <a:avLst/>
                <a:gdLst>
                  <a:gd name="T0" fmla="*/ 0 w 4"/>
                  <a:gd name="T1" fmla="*/ 54 h 2"/>
                  <a:gd name="T2" fmla="*/ 10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17463" cap="rnd">
                <a:solidFill>
                  <a:srgbClr val="E2DF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1" name="Freeform 401">
                <a:extLst>
                  <a:ext uri="{FF2B5EF4-FFF2-40B4-BE49-F238E27FC236}">
                    <a16:creationId xmlns:a16="http://schemas.microsoft.com/office/drawing/2014/main" id="{19007C45-B077-42C6-B456-B71F8268D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749"/>
                <a:ext cx="74" cy="80"/>
              </a:xfrm>
              <a:custGeom>
                <a:avLst/>
                <a:gdLst>
                  <a:gd name="T0" fmla="*/ 26 w 26"/>
                  <a:gd name="T1" fmla="*/ 0 h 28"/>
                  <a:gd name="T2" fmla="*/ 250 w 26"/>
                  <a:gd name="T3" fmla="*/ 0 h 28"/>
                  <a:gd name="T4" fmla="*/ 299 w 26"/>
                  <a:gd name="T5" fmla="*/ 254 h 28"/>
                  <a:gd name="T6" fmla="*/ 461 w 26"/>
                  <a:gd name="T7" fmla="*/ 374 h 28"/>
                  <a:gd name="T8" fmla="*/ 461 w 26"/>
                  <a:gd name="T9" fmla="*/ 65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8">
                    <a:moveTo>
                      <a:pt x="1" y="0"/>
                    </a:moveTo>
                    <a:cubicBezTo>
                      <a:pt x="0" y="4"/>
                      <a:pt x="9" y="0"/>
                      <a:pt x="11" y="0"/>
                    </a:cubicBezTo>
                    <a:cubicBezTo>
                      <a:pt x="17" y="1"/>
                      <a:pt x="15" y="7"/>
                      <a:pt x="13" y="11"/>
                    </a:cubicBezTo>
                    <a:cubicBezTo>
                      <a:pt x="11" y="18"/>
                      <a:pt x="16" y="15"/>
                      <a:pt x="20" y="16"/>
                    </a:cubicBezTo>
                    <a:cubicBezTo>
                      <a:pt x="26" y="17"/>
                      <a:pt x="21" y="25"/>
                      <a:pt x="20" y="28"/>
                    </a:cubicBezTo>
                  </a:path>
                </a:pathLst>
              </a:custGeom>
              <a:noFill/>
              <a:ln w="17463" cap="rnd">
                <a:solidFill>
                  <a:srgbClr val="E2DF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2" name="Freeform 402">
                <a:extLst>
                  <a:ext uri="{FF2B5EF4-FFF2-40B4-BE49-F238E27FC236}">
                    <a16:creationId xmlns:a16="http://schemas.microsoft.com/office/drawing/2014/main" id="{F680B153-54ED-4FD7-9D59-75BA5AD22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820"/>
                <a:ext cx="37" cy="43"/>
              </a:xfrm>
              <a:custGeom>
                <a:avLst/>
                <a:gdLst>
                  <a:gd name="T0" fmla="*/ 228 w 13"/>
                  <a:gd name="T1" fmla="*/ 0 h 15"/>
                  <a:gd name="T2" fmla="*/ 114 w 13"/>
                  <a:gd name="T3" fmla="*/ 49 h 15"/>
                  <a:gd name="T4" fmla="*/ 185 w 13"/>
                  <a:gd name="T5" fmla="*/ 140 h 15"/>
                  <a:gd name="T6" fmla="*/ 211 w 13"/>
                  <a:gd name="T7" fmla="*/ 278 h 15"/>
                  <a:gd name="T8" fmla="*/ 0 w 13"/>
                  <a:gd name="T9" fmla="*/ 33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10" y="0"/>
                    </a:moveTo>
                    <a:cubicBezTo>
                      <a:pt x="8" y="0"/>
                      <a:pt x="6" y="0"/>
                      <a:pt x="5" y="2"/>
                    </a:cubicBezTo>
                    <a:cubicBezTo>
                      <a:pt x="3" y="4"/>
                      <a:pt x="6" y="5"/>
                      <a:pt x="8" y="6"/>
                    </a:cubicBezTo>
                    <a:cubicBezTo>
                      <a:pt x="11" y="8"/>
                      <a:pt x="13" y="10"/>
                      <a:pt x="9" y="12"/>
                    </a:cubicBezTo>
                    <a:cubicBezTo>
                      <a:pt x="7" y="13"/>
                      <a:pt x="2" y="15"/>
                      <a:pt x="0" y="14"/>
                    </a:cubicBezTo>
                  </a:path>
                </a:pathLst>
              </a:custGeom>
              <a:noFill/>
              <a:ln w="17463" cap="rnd">
                <a:solidFill>
                  <a:srgbClr val="E2DF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3" name="Freeform 403">
                <a:extLst>
                  <a:ext uri="{FF2B5EF4-FFF2-40B4-BE49-F238E27FC236}">
                    <a16:creationId xmlns:a16="http://schemas.microsoft.com/office/drawing/2014/main" id="{DA35F0E9-74DB-4C70-822A-5A1BA9A33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800"/>
                <a:ext cx="51" cy="89"/>
              </a:xfrm>
              <a:custGeom>
                <a:avLst/>
                <a:gdLst>
                  <a:gd name="T0" fmla="*/ 363 w 18"/>
                  <a:gd name="T1" fmla="*/ 75 h 31"/>
                  <a:gd name="T2" fmla="*/ 363 w 18"/>
                  <a:gd name="T3" fmla="*/ 49 h 31"/>
                  <a:gd name="T4" fmla="*/ 249 w 18"/>
                  <a:gd name="T5" fmla="*/ 115 h 31"/>
                  <a:gd name="T6" fmla="*/ 385 w 18"/>
                  <a:gd name="T7" fmla="*/ 238 h 31"/>
                  <a:gd name="T8" fmla="*/ 298 w 18"/>
                  <a:gd name="T9" fmla="*/ 304 h 31"/>
                  <a:gd name="T10" fmla="*/ 113 w 18"/>
                  <a:gd name="T11" fmla="*/ 353 h 31"/>
                  <a:gd name="T12" fmla="*/ 184 w 18"/>
                  <a:gd name="T13" fmla="*/ 520 h 31"/>
                  <a:gd name="T14" fmla="*/ 184 w 18"/>
                  <a:gd name="T15" fmla="*/ 643 h 31"/>
                  <a:gd name="T16" fmla="*/ 0 w 18"/>
                  <a:gd name="T17" fmla="*/ 735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16" y="3"/>
                    </a:moveTo>
                    <a:cubicBezTo>
                      <a:pt x="16" y="3"/>
                      <a:pt x="16" y="2"/>
                      <a:pt x="16" y="2"/>
                    </a:cubicBezTo>
                    <a:cubicBezTo>
                      <a:pt x="14" y="0"/>
                      <a:pt x="6" y="3"/>
                      <a:pt x="11" y="5"/>
                    </a:cubicBezTo>
                    <a:cubicBezTo>
                      <a:pt x="13" y="6"/>
                      <a:pt x="17" y="7"/>
                      <a:pt x="17" y="10"/>
                    </a:cubicBezTo>
                    <a:cubicBezTo>
                      <a:pt x="18" y="12"/>
                      <a:pt x="15" y="13"/>
                      <a:pt x="13" y="13"/>
                    </a:cubicBezTo>
                    <a:cubicBezTo>
                      <a:pt x="11" y="13"/>
                      <a:pt x="6" y="13"/>
                      <a:pt x="5" y="15"/>
                    </a:cubicBezTo>
                    <a:cubicBezTo>
                      <a:pt x="4" y="17"/>
                      <a:pt x="7" y="20"/>
                      <a:pt x="8" y="22"/>
                    </a:cubicBezTo>
                    <a:cubicBezTo>
                      <a:pt x="10" y="24"/>
                      <a:pt x="11" y="26"/>
                      <a:pt x="8" y="27"/>
                    </a:cubicBezTo>
                    <a:cubicBezTo>
                      <a:pt x="6" y="29"/>
                      <a:pt x="3" y="30"/>
                      <a:pt x="0" y="31"/>
                    </a:cubicBezTo>
                  </a:path>
                </a:pathLst>
              </a:custGeom>
              <a:noFill/>
              <a:ln w="17463" cap="rnd">
                <a:solidFill>
                  <a:srgbClr val="E2DF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4" name="Freeform 404">
                <a:extLst>
                  <a:ext uri="{FF2B5EF4-FFF2-40B4-BE49-F238E27FC236}">
                    <a16:creationId xmlns:a16="http://schemas.microsoft.com/office/drawing/2014/main" id="{08DABD83-9D4E-4B19-A711-ABBC29CB1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883"/>
                <a:ext cx="31" cy="46"/>
              </a:xfrm>
              <a:custGeom>
                <a:avLst/>
                <a:gdLst>
                  <a:gd name="T0" fmla="*/ 245 w 11"/>
                  <a:gd name="T1" fmla="*/ 0 h 16"/>
                  <a:gd name="T2" fmla="*/ 48 w 11"/>
                  <a:gd name="T3" fmla="*/ 101 h 16"/>
                  <a:gd name="T4" fmla="*/ 135 w 11"/>
                  <a:gd name="T5" fmla="*/ 190 h 16"/>
                  <a:gd name="T6" fmla="*/ 197 w 11"/>
                  <a:gd name="T7" fmla="*/ 305 h 16"/>
                  <a:gd name="T8" fmla="*/ 0 w 11"/>
                  <a:gd name="T9" fmla="*/ 38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cubicBezTo>
                      <a:pt x="8" y="0"/>
                      <a:pt x="4" y="1"/>
                      <a:pt x="2" y="4"/>
                    </a:cubicBezTo>
                    <a:cubicBezTo>
                      <a:pt x="1" y="7"/>
                      <a:pt x="3" y="8"/>
                      <a:pt x="6" y="8"/>
                    </a:cubicBezTo>
                    <a:cubicBezTo>
                      <a:pt x="8" y="9"/>
                      <a:pt x="11" y="10"/>
                      <a:pt x="9" y="13"/>
                    </a:cubicBezTo>
                    <a:cubicBezTo>
                      <a:pt x="7" y="16"/>
                      <a:pt x="3" y="16"/>
                      <a:pt x="0" y="16"/>
                    </a:cubicBezTo>
                  </a:path>
                </a:pathLst>
              </a:custGeom>
              <a:noFill/>
              <a:ln w="17463" cap="rnd">
                <a:solidFill>
                  <a:srgbClr val="E2DF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5" name="Freeform 405">
                <a:extLst>
                  <a:ext uri="{FF2B5EF4-FFF2-40B4-BE49-F238E27FC236}">
                    <a16:creationId xmlns:a16="http://schemas.microsoft.com/office/drawing/2014/main" id="{696F18AD-BEC4-4A52-BD26-EC07A8328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777"/>
                <a:ext cx="34" cy="9"/>
              </a:xfrm>
              <a:custGeom>
                <a:avLst/>
                <a:gdLst>
                  <a:gd name="T0" fmla="*/ 272 w 12"/>
                  <a:gd name="T1" fmla="*/ 0 h 3"/>
                  <a:gd name="T2" fmla="*/ 0 w 12"/>
                  <a:gd name="T3" fmla="*/ 8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12" y="0"/>
                    </a:moveTo>
                    <a:cubicBezTo>
                      <a:pt x="9" y="0"/>
                      <a:pt x="4" y="1"/>
                      <a:pt x="0" y="3"/>
                    </a:cubicBezTo>
                  </a:path>
                </a:pathLst>
              </a:custGeom>
              <a:noFill/>
              <a:ln w="17463" cap="rnd">
                <a:solidFill>
                  <a:srgbClr val="E2DFE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1447" name="Freeform 406">
              <a:extLst>
                <a:ext uri="{FF2B5EF4-FFF2-40B4-BE49-F238E27FC236}">
                  <a16:creationId xmlns:a16="http://schemas.microsoft.com/office/drawing/2014/main" id="{3C9C41A6-823A-45C8-9D45-AAF3396DB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920"/>
              <a:ext cx="34" cy="26"/>
            </a:xfrm>
            <a:custGeom>
              <a:avLst/>
              <a:gdLst>
                <a:gd name="T0" fmla="*/ 249 w 12"/>
                <a:gd name="T1" fmla="*/ 75 h 9"/>
                <a:gd name="T2" fmla="*/ 74 w 12"/>
                <a:gd name="T3" fmla="*/ 101 h 9"/>
                <a:gd name="T4" fmla="*/ 272 w 12"/>
                <a:gd name="T5" fmla="*/ 2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1" y="3"/>
                  </a:moveTo>
                  <a:cubicBezTo>
                    <a:pt x="10" y="0"/>
                    <a:pt x="4" y="2"/>
                    <a:pt x="3" y="4"/>
                  </a:cubicBezTo>
                  <a:cubicBezTo>
                    <a:pt x="0" y="9"/>
                    <a:pt x="9" y="9"/>
                    <a:pt x="12" y="9"/>
                  </a:cubicBezTo>
                </a:path>
              </a:pathLst>
            </a:custGeom>
            <a:noFill/>
            <a:ln w="17463" cap="rnd">
              <a:solidFill>
                <a:srgbClr val="E2DFE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8" name="Freeform 407">
              <a:extLst>
                <a:ext uri="{FF2B5EF4-FFF2-40B4-BE49-F238E27FC236}">
                  <a16:creationId xmlns:a16="http://schemas.microsoft.com/office/drawing/2014/main" id="{D04EF262-8199-4D79-9370-C67E9D074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849"/>
              <a:ext cx="43" cy="60"/>
            </a:xfrm>
            <a:custGeom>
              <a:avLst/>
              <a:gdLst>
                <a:gd name="T0" fmla="*/ 238 w 15"/>
                <a:gd name="T1" fmla="*/ 26 h 21"/>
                <a:gd name="T2" fmla="*/ 75 w 15"/>
                <a:gd name="T3" fmla="*/ 89 h 21"/>
                <a:gd name="T4" fmla="*/ 163 w 15"/>
                <a:gd name="T5" fmla="*/ 189 h 21"/>
                <a:gd name="T6" fmla="*/ 278 w 15"/>
                <a:gd name="T7" fmla="*/ 351 h 21"/>
                <a:gd name="T8" fmla="*/ 0 w 15"/>
                <a:gd name="T9" fmla="*/ 48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1">
                  <a:moveTo>
                    <a:pt x="10" y="1"/>
                  </a:moveTo>
                  <a:cubicBezTo>
                    <a:pt x="9" y="0"/>
                    <a:pt x="4" y="3"/>
                    <a:pt x="3" y="4"/>
                  </a:cubicBezTo>
                  <a:cubicBezTo>
                    <a:pt x="1" y="7"/>
                    <a:pt x="4" y="7"/>
                    <a:pt x="7" y="8"/>
                  </a:cubicBezTo>
                  <a:cubicBezTo>
                    <a:pt x="10" y="9"/>
                    <a:pt x="15" y="11"/>
                    <a:pt x="12" y="15"/>
                  </a:cubicBezTo>
                  <a:cubicBezTo>
                    <a:pt x="9" y="18"/>
                    <a:pt x="3" y="20"/>
                    <a:pt x="0" y="21"/>
                  </a:cubicBezTo>
                </a:path>
              </a:pathLst>
            </a:custGeom>
            <a:noFill/>
            <a:ln w="17463" cap="rnd">
              <a:solidFill>
                <a:srgbClr val="E2DFE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9" name="Freeform 408">
              <a:extLst>
                <a:ext uri="{FF2B5EF4-FFF2-40B4-BE49-F238E27FC236}">
                  <a16:creationId xmlns:a16="http://schemas.microsoft.com/office/drawing/2014/main" id="{7E30F5D1-BE82-4502-988C-80CC59E7D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969"/>
              <a:ext cx="20" cy="3"/>
            </a:xfrm>
            <a:custGeom>
              <a:avLst/>
              <a:gdLst>
                <a:gd name="T0" fmla="*/ 0 w 7"/>
                <a:gd name="T1" fmla="*/ 0 h 1"/>
                <a:gd name="T2" fmla="*/ 163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5" y="1"/>
                    <a:pt x="7" y="0"/>
                  </a:cubicBezTo>
                </a:path>
              </a:pathLst>
            </a:custGeom>
            <a:noFill/>
            <a:ln w="17463" cap="rnd">
              <a:solidFill>
                <a:srgbClr val="E2DFE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0" name="Freeform 409">
              <a:extLst>
                <a:ext uri="{FF2B5EF4-FFF2-40B4-BE49-F238E27FC236}">
                  <a16:creationId xmlns:a16="http://schemas.microsoft.com/office/drawing/2014/main" id="{84EEA0FD-D9DD-42EC-9F5E-DB9AD2B1B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249"/>
              <a:ext cx="3" cy="17"/>
            </a:xfrm>
            <a:custGeom>
              <a:avLst/>
              <a:gdLst>
                <a:gd name="T0" fmla="*/ 27 w 1"/>
                <a:gd name="T1" fmla="*/ 136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7463" cap="rnd">
              <a:solidFill>
                <a:srgbClr val="E2DFE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1" name="Freeform 410">
              <a:extLst>
                <a:ext uri="{FF2B5EF4-FFF2-40B4-BE49-F238E27FC236}">
                  <a16:creationId xmlns:a16="http://schemas.microsoft.com/office/drawing/2014/main" id="{08D80BEF-7590-4B07-BFE8-DD30FB5A1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255"/>
              <a:ext cx="14" cy="20"/>
            </a:xfrm>
            <a:custGeom>
              <a:avLst/>
              <a:gdLst>
                <a:gd name="T0" fmla="*/ 109 w 5"/>
                <a:gd name="T1" fmla="*/ 0 h 7"/>
                <a:gd name="T2" fmla="*/ 0 w 5"/>
                <a:gd name="T3" fmla="*/ 16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2"/>
                    <a:pt x="2" y="5"/>
                    <a:pt x="0" y="7"/>
                  </a:cubicBezTo>
                </a:path>
              </a:pathLst>
            </a:custGeom>
            <a:noFill/>
            <a:ln w="17463" cap="rnd">
              <a:solidFill>
                <a:srgbClr val="E2DFE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2" name="Freeform 411">
              <a:extLst>
                <a:ext uri="{FF2B5EF4-FFF2-40B4-BE49-F238E27FC236}">
                  <a16:creationId xmlns:a16="http://schemas.microsoft.com/office/drawing/2014/main" id="{DAEE60D7-D20D-4DF0-B436-2E45AF01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560"/>
              <a:ext cx="20" cy="8"/>
            </a:xfrm>
            <a:custGeom>
              <a:avLst/>
              <a:gdLst>
                <a:gd name="T0" fmla="*/ 0 w 7"/>
                <a:gd name="T1" fmla="*/ 0 h 3"/>
                <a:gd name="T2" fmla="*/ 163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5" y="3"/>
                    <a:pt x="7" y="3"/>
                  </a:cubicBezTo>
                </a:path>
              </a:pathLst>
            </a:custGeom>
            <a:noFill/>
            <a:ln w="17463" cap="flat">
              <a:solidFill>
                <a:srgbClr val="FEEA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3" name="Freeform 412">
              <a:extLst>
                <a:ext uri="{FF2B5EF4-FFF2-40B4-BE49-F238E27FC236}">
                  <a16:creationId xmlns:a16="http://schemas.microsoft.com/office/drawing/2014/main" id="{CD284614-AB10-4A04-9D5B-49B090EFD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560"/>
              <a:ext cx="23" cy="11"/>
            </a:xfrm>
            <a:custGeom>
              <a:avLst/>
              <a:gdLst>
                <a:gd name="T0" fmla="*/ 0 w 8"/>
                <a:gd name="T1" fmla="*/ 83 h 4"/>
                <a:gd name="T2" fmla="*/ 190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3"/>
                    <a:pt x="5" y="1"/>
                    <a:pt x="8" y="0"/>
                  </a:cubicBezTo>
                </a:path>
              </a:pathLst>
            </a:custGeom>
            <a:noFill/>
            <a:ln w="17463" cap="flat">
              <a:solidFill>
                <a:srgbClr val="FEEA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4" name="Freeform 413">
              <a:extLst>
                <a:ext uri="{FF2B5EF4-FFF2-40B4-BE49-F238E27FC236}">
                  <a16:creationId xmlns:a16="http://schemas.microsoft.com/office/drawing/2014/main" id="{4D0B4068-2B13-4E6C-86D7-B5151A9B2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115"/>
              <a:ext cx="37" cy="23"/>
            </a:xfrm>
            <a:custGeom>
              <a:avLst/>
              <a:gdLst>
                <a:gd name="T0" fmla="*/ 276 w 13"/>
                <a:gd name="T1" fmla="*/ 115 h 8"/>
                <a:gd name="T2" fmla="*/ 137 w 13"/>
                <a:gd name="T3" fmla="*/ 190 h 8"/>
                <a:gd name="T4" fmla="*/ 0 w 13"/>
                <a:gd name="T5" fmla="*/ 101 h 8"/>
                <a:gd name="T6" fmla="*/ 162 w 13"/>
                <a:gd name="T7" fmla="*/ 26 h 8"/>
                <a:gd name="T8" fmla="*/ 276 w 13"/>
                <a:gd name="T9" fmla="*/ 11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2" y="5"/>
                  </a:moveTo>
                  <a:cubicBezTo>
                    <a:pt x="12" y="7"/>
                    <a:pt x="9" y="8"/>
                    <a:pt x="6" y="8"/>
                  </a:cubicBezTo>
                  <a:cubicBezTo>
                    <a:pt x="3" y="7"/>
                    <a:pt x="0" y="6"/>
                    <a:pt x="0" y="4"/>
                  </a:cubicBezTo>
                  <a:cubicBezTo>
                    <a:pt x="1" y="2"/>
                    <a:pt x="3" y="0"/>
                    <a:pt x="7" y="1"/>
                  </a:cubicBezTo>
                  <a:cubicBezTo>
                    <a:pt x="10" y="1"/>
                    <a:pt x="13" y="3"/>
                    <a:pt x="12" y="5"/>
                  </a:cubicBez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5" name="Freeform 414">
              <a:extLst>
                <a:ext uri="{FF2B5EF4-FFF2-40B4-BE49-F238E27FC236}">
                  <a16:creationId xmlns:a16="http://schemas.microsoft.com/office/drawing/2014/main" id="{05749815-9527-4246-926E-6033A37A7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115"/>
              <a:ext cx="37" cy="23"/>
            </a:xfrm>
            <a:custGeom>
              <a:avLst/>
              <a:gdLst>
                <a:gd name="T0" fmla="*/ 26 w 13"/>
                <a:gd name="T1" fmla="*/ 115 h 8"/>
                <a:gd name="T2" fmla="*/ 162 w 13"/>
                <a:gd name="T3" fmla="*/ 190 h 8"/>
                <a:gd name="T4" fmla="*/ 299 w 13"/>
                <a:gd name="T5" fmla="*/ 101 h 8"/>
                <a:gd name="T6" fmla="*/ 137 w 13"/>
                <a:gd name="T7" fmla="*/ 26 h 8"/>
                <a:gd name="T8" fmla="*/ 26 w 13"/>
                <a:gd name="T9" fmla="*/ 11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" y="5"/>
                  </a:moveTo>
                  <a:cubicBezTo>
                    <a:pt x="1" y="7"/>
                    <a:pt x="4" y="8"/>
                    <a:pt x="7" y="8"/>
                  </a:cubicBezTo>
                  <a:cubicBezTo>
                    <a:pt x="10" y="7"/>
                    <a:pt x="13" y="6"/>
                    <a:pt x="13" y="4"/>
                  </a:cubicBezTo>
                  <a:cubicBezTo>
                    <a:pt x="12" y="2"/>
                    <a:pt x="10" y="0"/>
                    <a:pt x="6" y="1"/>
                  </a:cubicBezTo>
                  <a:cubicBezTo>
                    <a:pt x="3" y="1"/>
                    <a:pt x="0" y="3"/>
                    <a:pt x="1" y="5"/>
                  </a:cubicBez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6" name="Oval 415">
              <a:extLst>
                <a:ext uri="{FF2B5EF4-FFF2-40B4-BE49-F238E27FC236}">
                  <a16:creationId xmlns:a16="http://schemas.microsoft.com/office/drawing/2014/main" id="{BCD729F5-EB8D-416C-A05F-05E6C3BEF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8" y="1865"/>
              <a:ext cx="58" cy="34"/>
            </a:xfrm>
            <a:prstGeom prst="ellipse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1457" name="Oval 416">
              <a:extLst>
                <a:ext uri="{FF2B5EF4-FFF2-40B4-BE49-F238E27FC236}">
                  <a16:creationId xmlns:a16="http://schemas.microsoft.com/office/drawing/2014/main" id="{317AE188-9622-4BF6-826B-02F5B9761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1865"/>
              <a:ext cx="57" cy="34"/>
            </a:xfrm>
            <a:prstGeom prst="ellipse">
              <a:avLst/>
            </a:prstGeom>
            <a:noFill/>
            <a:ln w="174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1458" name="Freeform 417">
              <a:extLst>
                <a:ext uri="{FF2B5EF4-FFF2-40B4-BE49-F238E27FC236}">
                  <a16:creationId xmlns:a16="http://schemas.microsoft.com/office/drawing/2014/main" id="{08578B97-1221-4FDB-B577-6CB6C7B647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0" y="1747"/>
              <a:ext cx="1425" cy="1637"/>
            </a:xfrm>
            <a:custGeom>
              <a:avLst/>
              <a:gdLst>
                <a:gd name="T0" fmla="*/ 11037 w 498"/>
                <a:gd name="T1" fmla="*/ 5349 h 572"/>
                <a:gd name="T2" fmla="*/ 5648 w 498"/>
                <a:gd name="T3" fmla="*/ 5841 h 572"/>
                <a:gd name="T4" fmla="*/ 8785 w 498"/>
                <a:gd name="T5" fmla="*/ 49 h 572"/>
                <a:gd name="T6" fmla="*/ 10398 w 498"/>
                <a:gd name="T7" fmla="*/ 3537 h 572"/>
                <a:gd name="T8" fmla="*/ 9251 w 498"/>
                <a:gd name="T9" fmla="*/ 1614 h 572"/>
                <a:gd name="T10" fmla="*/ 9603 w 498"/>
                <a:gd name="T11" fmla="*/ 2318 h 572"/>
                <a:gd name="T12" fmla="*/ 9743 w 498"/>
                <a:gd name="T13" fmla="*/ 1786 h 572"/>
                <a:gd name="T14" fmla="*/ 8785 w 498"/>
                <a:gd name="T15" fmla="*/ 49 h 572"/>
                <a:gd name="T16" fmla="*/ 8762 w 498"/>
                <a:gd name="T17" fmla="*/ 5881 h 572"/>
                <a:gd name="T18" fmla="*/ 8599 w 498"/>
                <a:gd name="T19" fmla="*/ 5529 h 572"/>
                <a:gd name="T20" fmla="*/ 8713 w 498"/>
                <a:gd name="T21" fmla="*/ 5463 h 572"/>
                <a:gd name="T22" fmla="*/ 9065 w 498"/>
                <a:gd name="T23" fmla="*/ 5134 h 572"/>
                <a:gd name="T24" fmla="*/ 8647 w 498"/>
                <a:gd name="T25" fmla="*/ 5063 h 572"/>
                <a:gd name="T26" fmla="*/ 9065 w 498"/>
                <a:gd name="T27" fmla="*/ 4619 h 572"/>
                <a:gd name="T28" fmla="*/ 8925 w 498"/>
                <a:gd name="T29" fmla="*/ 4570 h 572"/>
                <a:gd name="T30" fmla="*/ 8876 w 498"/>
                <a:gd name="T31" fmla="*/ 4170 h 572"/>
                <a:gd name="T32" fmla="*/ 9162 w 498"/>
                <a:gd name="T33" fmla="*/ 4170 h 572"/>
                <a:gd name="T34" fmla="*/ 8973 w 498"/>
                <a:gd name="T35" fmla="*/ 4153 h 572"/>
                <a:gd name="T36" fmla="*/ 9303 w 498"/>
                <a:gd name="T37" fmla="*/ 3374 h 572"/>
                <a:gd name="T38" fmla="*/ 10799 w 498"/>
                <a:gd name="T39" fmla="*/ 3678 h 572"/>
                <a:gd name="T40" fmla="*/ 9325 w 498"/>
                <a:gd name="T41" fmla="*/ 9796 h 572"/>
                <a:gd name="T42" fmla="*/ 10218 w 498"/>
                <a:gd name="T43" fmla="*/ 7315 h 572"/>
                <a:gd name="T44" fmla="*/ 8507 w 498"/>
                <a:gd name="T45" fmla="*/ 10288 h 572"/>
                <a:gd name="T46" fmla="*/ 8458 w 498"/>
                <a:gd name="T47" fmla="*/ 9633 h 572"/>
                <a:gd name="T48" fmla="*/ 10121 w 498"/>
                <a:gd name="T49" fmla="*/ 10100 h 572"/>
                <a:gd name="T50" fmla="*/ 8384 w 498"/>
                <a:gd name="T51" fmla="*/ 10434 h 572"/>
                <a:gd name="T52" fmla="*/ 8367 w 498"/>
                <a:gd name="T53" fmla="*/ 11253 h 572"/>
                <a:gd name="T54" fmla="*/ 8507 w 498"/>
                <a:gd name="T55" fmla="*/ 11230 h 572"/>
                <a:gd name="T56" fmla="*/ 7099 w 498"/>
                <a:gd name="T57" fmla="*/ 11319 h 572"/>
                <a:gd name="T58" fmla="*/ 7966 w 498"/>
                <a:gd name="T59" fmla="*/ 9001 h 572"/>
                <a:gd name="T60" fmla="*/ 8344 w 498"/>
                <a:gd name="T61" fmla="*/ 10100 h 572"/>
                <a:gd name="T62" fmla="*/ 6607 w 498"/>
                <a:gd name="T63" fmla="*/ 7945 h 572"/>
                <a:gd name="T64" fmla="*/ 7943 w 498"/>
                <a:gd name="T65" fmla="*/ 7896 h 572"/>
                <a:gd name="T66" fmla="*/ 7337 w 498"/>
                <a:gd name="T67" fmla="*/ 13382 h 572"/>
                <a:gd name="T68" fmla="*/ 6493 w 498"/>
                <a:gd name="T69" fmla="*/ 4430 h 572"/>
                <a:gd name="T70" fmla="*/ 8058 w 498"/>
                <a:gd name="T71" fmla="*/ 3889 h 572"/>
                <a:gd name="T72" fmla="*/ 8221 w 498"/>
                <a:gd name="T73" fmla="*/ 4055 h 572"/>
                <a:gd name="T74" fmla="*/ 7354 w 498"/>
                <a:gd name="T75" fmla="*/ 4193 h 572"/>
                <a:gd name="T76" fmla="*/ 8221 w 498"/>
                <a:gd name="T77" fmla="*/ 4153 h 572"/>
                <a:gd name="T78" fmla="*/ 7526 w 498"/>
                <a:gd name="T79" fmla="*/ 4596 h 572"/>
                <a:gd name="T80" fmla="*/ 8221 w 498"/>
                <a:gd name="T81" fmla="*/ 4897 h 572"/>
                <a:gd name="T82" fmla="*/ 7451 w 498"/>
                <a:gd name="T83" fmla="*/ 5086 h 572"/>
                <a:gd name="T84" fmla="*/ 8221 w 498"/>
                <a:gd name="T85" fmla="*/ 5300 h 572"/>
                <a:gd name="T86" fmla="*/ 7614 w 498"/>
                <a:gd name="T87" fmla="*/ 5415 h 572"/>
                <a:gd name="T88" fmla="*/ 8221 w 498"/>
                <a:gd name="T89" fmla="*/ 5692 h 572"/>
                <a:gd name="T90" fmla="*/ 8032 w 498"/>
                <a:gd name="T91" fmla="*/ 5904 h 572"/>
                <a:gd name="T92" fmla="*/ 7892 w 498"/>
                <a:gd name="T93" fmla="*/ 114 h 572"/>
                <a:gd name="T94" fmla="*/ 7311 w 498"/>
                <a:gd name="T95" fmla="*/ 1737 h 572"/>
                <a:gd name="T96" fmla="*/ 7239 w 498"/>
                <a:gd name="T97" fmla="*/ 2278 h 572"/>
                <a:gd name="T98" fmla="*/ 7591 w 498"/>
                <a:gd name="T99" fmla="*/ 1663 h 572"/>
                <a:gd name="T100" fmla="*/ 6066 w 498"/>
                <a:gd name="T101" fmla="*/ 3589 h 572"/>
                <a:gd name="T102" fmla="*/ 6347 w 498"/>
                <a:gd name="T103" fmla="*/ 4241 h 572"/>
                <a:gd name="T104" fmla="*/ 7729 w 498"/>
                <a:gd name="T105" fmla="*/ 1637 h 572"/>
                <a:gd name="T106" fmla="*/ 7288 w 498"/>
                <a:gd name="T107" fmla="*/ 730 h 572"/>
                <a:gd name="T108" fmla="*/ 8836 w 498"/>
                <a:gd name="T109" fmla="*/ 1105 h 572"/>
                <a:gd name="T110" fmla="*/ 8410 w 498"/>
                <a:gd name="T111" fmla="*/ 3326 h 572"/>
                <a:gd name="T112" fmla="*/ 8058 w 498"/>
                <a:gd name="T113" fmla="*/ 8838 h 572"/>
                <a:gd name="T114" fmla="*/ 8785 w 498"/>
                <a:gd name="T115" fmla="*/ 8838 h 57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98" h="572">
                  <a:moveTo>
                    <a:pt x="0" y="80"/>
                  </a:moveTo>
                  <a:cubicBezTo>
                    <a:pt x="1" y="80"/>
                    <a:pt x="0" y="80"/>
                    <a:pt x="0" y="80"/>
                  </a:cubicBezTo>
                  <a:close/>
                  <a:moveTo>
                    <a:pt x="20" y="493"/>
                  </a:moveTo>
                  <a:cubicBezTo>
                    <a:pt x="20" y="493"/>
                    <a:pt x="20" y="493"/>
                    <a:pt x="20" y="493"/>
                  </a:cubicBezTo>
                  <a:close/>
                  <a:moveTo>
                    <a:pt x="498" y="265"/>
                  </a:moveTo>
                  <a:cubicBezTo>
                    <a:pt x="487" y="262"/>
                    <a:pt x="485" y="254"/>
                    <a:pt x="476" y="237"/>
                  </a:cubicBezTo>
                  <a:cubicBezTo>
                    <a:pt x="471" y="228"/>
                    <a:pt x="471" y="228"/>
                    <a:pt x="471" y="228"/>
                  </a:cubicBezTo>
                  <a:cubicBezTo>
                    <a:pt x="466" y="216"/>
                    <a:pt x="466" y="216"/>
                    <a:pt x="466" y="216"/>
                  </a:cubicBezTo>
                  <a:cubicBezTo>
                    <a:pt x="466" y="217"/>
                    <a:pt x="464" y="219"/>
                    <a:pt x="463" y="220"/>
                  </a:cubicBezTo>
                  <a:cubicBezTo>
                    <a:pt x="461" y="221"/>
                    <a:pt x="464" y="228"/>
                    <a:pt x="463" y="227"/>
                  </a:cubicBezTo>
                  <a:cubicBezTo>
                    <a:pt x="464" y="231"/>
                    <a:pt x="464" y="231"/>
                    <a:pt x="464" y="231"/>
                  </a:cubicBezTo>
                  <a:cubicBezTo>
                    <a:pt x="468" y="240"/>
                    <a:pt x="468" y="240"/>
                    <a:pt x="468" y="240"/>
                  </a:cubicBezTo>
                  <a:cubicBezTo>
                    <a:pt x="478" y="258"/>
                    <a:pt x="485" y="263"/>
                    <a:pt x="498" y="268"/>
                  </a:cubicBezTo>
                  <a:moveTo>
                    <a:pt x="241" y="249"/>
                  </a:moveTo>
                  <a:cubicBezTo>
                    <a:pt x="243" y="246"/>
                    <a:pt x="250" y="241"/>
                    <a:pt x="253" y="234"/>
                  </a:cubicBezTo>
                  <a:cubicBezTo>
                    <a:pt x="254" y="233"/>
                    <a:pt x="254" y="233"/>
                    <a:pt x="254" y="233"/>
                  </a:cubicBezTo>
                  <a:cubicBezTo>
                    <a:pt x="254" y="233"/>
                    <a:pt x="253" y="231"/>
                    <a:pt x="253" y="228"/>
                  </a:cubicBezTo>
                  <a:cubicBezTo>
                    <a:pt x="252" y="226"/>
                    <a:pt x="251" y="224"/>
                    <a:pt x="250" y="223"/>
                  </a:cubicBezTo>
                  <a:cubicBezTo>
                    <a:pt x="247" y="228"/>
                    <a:pt x="247" y="228"/>
                    <a:pt x="247" y="228"/>
                  </a:cubicBezTo>
                  <a:cubicBezTo>
                    <a:pt x="243" y="236"/>
                    <a:pt x="242" y="242"/>
                    <a:pt x="240" y="246"/>
                  </a:cubicBezTo>
                  <a:moveTo>
                    <a:pt x="375" y="2"/>
                  </a:moveTo>
                  <a:cubicBezTo>
                    <a:pt x="376" y="3"/>
                    <a:pt x="373" y="4"/>
                    <a:pt x="372" y="4"/>
                  </a:cubicBezTo>
                  <a:cubicBezTo>
                    <a:pt x="365" y="3"/>
                    <a:pt x="352" y="3"/>
                    <a:pt x="346" y="4"/>
                  </a:cubicBezTo>
                  <a:cubicBezTo>
                    <a:pt x="345" y="4"/>
                    <a:pt x="345" y="3"/>
                    <a:pt x="345" y="2"/>
                  </a:cubicBezTo>
                  <a:cubicBezTo>
                    <a:pt x="345" y="2"/>
                    <a:pt x="344" y="1"/>
                    <a:pt x="344" y="0"/>
                  </a:cubicBezTo>
                  <a:cubicBezTo>
                    <a:pt x="344" y="0"/>
                    <a:pt x="344" y="0"/>
                    <a:pt x="344" y="0"/>
                  </a:cubicBezTo>
                  <a:moveTo>
                    <a:pt x="459" y="155"/>
                  </a:moveTo>
                  <a:cubicBezTo>
                    <a:pt x="455" y="156"/>
                    <a:pt x="450" y="154"/>
                    <a:pt x="444" y="151"/>
                  </a:cubicBezTo>
                  <a:cubicBezTo>
                    <a:pt x="444" y="151"/>
                    <a:pt x="443" y="151"/>
                    <a:pt x="442" y="151"/>
                  </a:cubicBezTo>
                  <a:cubicBezTo>
                    <a:pt x="435" y="142"/>
                    <a:pt x="426" y="134"/>
                    <a:pt x="417" y="130"/>
                  </a:cubicBezTo>
                  <a:cubicBezTo>
                    <a:pt x="407" y="125"/>
                    <a:pt x="397" y="124"/>
                    <a:pt x="388" y="125"/>
                  </a:cubicBezTo>
                  <a:cubicBezTo>
                    <a:pt x="388" y="121"/>
                    <a:pt x="390" y="116"/>
                    <a:pt x="392" y="111"/>
                  </a:cubicBezTo>
                  <a:cubicBezTo>
                    <a:pt x="393" y="107"/>
                    <a:pt x="395" y="104"/>
                    <a:pt x="395" y="100"/>
                  </a:cubicBezTo>
                  <a:cubicBezTo>
                    <a:pt x="396" y="92"/>
                    <a:pt x="395" y="81"/>
                    <a:pt x="394" y="70"/>
                  </a:cubicBezTo>
                  <a:cubicBezTo>
                    <a:pt x="394" y="70"/>
                    <a:pt x="394" y="69"/>
                    <a:pt x="395" y="69"/>
                  </a:cubicBezTo>
                  <a:cubicBezTo>
                    <a:pt x="396" y="70"/>
                    <a:pt x="398" y="71"/>
                    <a:pt x="399" y="72"/>
                  </a:cubicBezTo>
                  <a:cubicBezTo>
                    <a:pt x="400" y="72"/>
                    <a:pt x="400" y="73"/>
                    <a:pt x="400" y="73"/>
                  </a:cubicBezTo>
                  <a:cubicBezTo>
                    <a:pt x="400" y="74"/>
                    <a:pt x="401" y="75"/>
                    <a:pt x="401" y="76"/>
                  </a:cubicBezTo>
                  <a:cubicBezTo>
                    <a:pt x="401" y="78"/>
                    <a:pt x="401" y="78"/>
                    <a:pt x="401" y="78"/>
                  </a:cubicBezTo>
                  <a:cubicBezTo>
                    <a:pt x="402" y="81"/>
                    <a:pt x="402" y="85"/>
                    <a:pt x="403" y="88"/>
                  </a:cubicBezTo>
                  <a:cubicBezTo>
                    <a:pt x="404" y="91"/>
                    <a:pt x="407" y="94"/>
                    <a:pt x="409" y="97"/>
                  </a:cubicBezTo>
                  <a:cubicBezTo>
                    <a:pt x="409" y="97"/>
                    <a:pt x="410" y="99"/>
                    <a:pt x="410" y="99"/>
                  </a:cubicBezTo>
                  <a:cubicBezTo>
                    <a:pt x="410" y="99"/>
                    <a:pt x="410" y="100"/>
                    <a:pt x="411" y="100"/>
                  </a:cubicBezTo>
                  <a:cubicBezTo>
                    <a:pt x="412" y="102"/>
                    <a:pt x="413" y="93"/>
                    <a:pt x="413" y="93"/>
                  </a:cubicBezTo>
                  <a:cubicBezTo>
                    <a:pt x="411" y="90"/>
                    <a:pt x="410" y="88"/>
                    <a:pt x="409" y="86"/>
                  </a:cubicBezTo>
                  <a:cubicBezTo>
                    <a:pt x="408" y="83"/>
                    <a:pt x="407" y="80"/>
                    <a:pt x="407" y="77"/>
                  </a:cubicBezTo>
                  <a:cubicBezTo>
                    <a:pt x="407" y="75"/>
                    <a:pt x="407" y="75"/>
                    <a:pt x="407" y="75"/>
                  </a:cubicBezTo>
                  <a:cubicBezTo>
                    <a:pt x="407" y="75"/>
                    <a:pt x="407" y="74"/>
                    <a:pt x="408" y="74"/>
                  </a:cubicBezTo>
                  <a:cubicBezTo>
                    <a:pt x="410" y="75"/>
                    <a:pt x="413" y="76"/>
                    <a:pt x="416" y="76"/>
                  </a:cubicBezTo>
                  <a:cubicBezTo>
                    <a:pt x="417" y="76"/>
                    <a:pt x="417" y="72"/>
                    <a:pt x="418" y="69"/>
                  </a:cubicBezTo>
                  <a:cubicBezTo>
                    <a:pt x="420" y="66"/>
                    <a:pt x="423" y="63"/>
                    <a:pt x="422" y="63"/>
                  </a:cubicBezTo>
                  <a:cubicBezTo>
                    <a:pt x="419" y="64"/>
                    <a:pt x="416" y="63"/>
                    <a:pt x="413" y="63"/>
                  </a:cubicBezTo>
                  <a:cubicBezTo>
                    <a:pt x="412" y="62"/>
                    <a:pt x="412" y="61"/>
                    <a:pt x="413" y="60"/>
                  </a:cubicBezTo>
                  <a:cubicBezTo>
                    <a:pt x="420" y="49"/>
                    <a:pt x="421" y="37"/>
                    <a:pt x="414" y="26"/>
                  </a:cubicBezTo>
                  <a:cubicBezTo>
                    <a:pt x="406" y="16"/>
                    <a:pt x="393" y="8"/>
                    <a:pt x="380" y="5"/>
                  </a:cubicBezTo>
                  <a:cubicBezTo>
                    <a:pt x="380" y="5"/>
                    <a:pt x="376" y="2"/>
                    <a:pt x="375" y="2"/>
                  </a:cubicBezTo>
                  <a:cubicBezTo>
                    <a:pt x="375" y="1"/>
                    <a:pt x="376" y="2"/>
                    <a:pt x="375" y="2"/>
                  </a:cubicBezTo>
                  <a:moveTo>
                    <a:pt x="438" y="356"/>
                  </a:moveTo>
                  <a:cubicBezTo>
                    <a:pt x="438" y="351"/>
                    <a:pt x="441" y="345"/>
                    <a:pt x="442" y="340"/>
                  </a:cubicBezTo>
                  <a:cubicBezTo>
                    <a:pt x="443" y="337"/>
                    <a:pt x="443" y="337"/>
                    <a:pt x="444" y="311"/>
                  </a:cubicBezTo>
                  <a:cubicBezTo>
                    <a:pt x="443" y="276"/>
                    <a:pt x="418" y="260"/>
                    <a:pt x="395" y="256"/>
                  </a:cubicBezTo>
                  <a:cubicBezTo>
                    <a:pt x="389" y="255"/>
                    <a:pt x="381" y="254"/>
                    <a:pt x="375" y="252"/>
                  </a:cubicBezTo>
                  <a:cubicBezTo>
                    <a:pt x="374" y="252"/>
                    <a:pt x="374" y="252"/>
                    <a:pt x="374" y="251"/>
                  </a:cubicBezTo>
                  <a:cubicBezTo>
                    <a:pt x="380" y="253"/>
                    <a:pt x="387" y="254"/>
                    <a:pt x="393" y="253"/>
                  </a:cubicBezTo>
                  <a:cubicBezTo>
                    <a:pt x="401" y="252"/>
                    <a:pt x="427" y="258"/>
                    <a:pt x="436" y="266"/>
                  </a:cubicBezTo>
                  <a:cubicBezTo>
                    <a:pt x="438" y="268"/>
                    <a:pt x="439" y="268"/>
                    <a:pt x="441" y="266"/>
                  </a:cubicBezTo>
                  <a:cubicBezTo>
                    <a:pt x="442" y="265"/>
                    <a:pt x="442" y="263"/>
                    <a:pt x="440" y="262"/>
                  </a:cubicBezTo>
                  <a:cubicBezTo>
                    <a:pt x="429" y="252"/>
                    <a:pt x="402" y="246"/>
                    <a:pt x="392" y="247"/>
                  </a:cubicBezTo>
                  <a:cubicBezTo>
                    <a:pt x="385" y="248"/>
                    <a:pt x="374" y="246"/>
                    <a:pt x="367" y="243"/>
                  </a:cubicBezTo>
                  <a:cubicBezTo>
                    <a:pt x="367" y="236"/>
                    <a:pt x="367" y="236"/>
                    <a:pt x="367" y="236"/>
                  </a:cubicBezTo>
                  <a:cubicBezTo>
                    <a:pt x="368" y="236"/>
                    <a:pt x="369" y="236"/>
                    <a:pt x="371" y="236"/>
                  </a:cubicBezTo>
                  <a:cubicBezTo>
                    <a:pt x="374" y="237"/>
                    <a:pt x="374" y="237"/>
                    <a:pt x="374" y="237"/>
                  </a:cubicBezTo>
                  <a:cubicBezTo>
                    <a:pt x="377" y="238"/>
                    <a:pt x="381" y="237"/>
                    <a:pt x="384" y="236"/>
                  </a:cubicBezTo>
                  <a:cubicBezTo>
                    <a:pt x="384" y="236"/>
                    <a:pt x="384" y="236"/>
                    <a:pt x="384" y="235"/>
                  </a:cubicBezTo>
                  <a:cubicBezTo>
                    <a:pt x="384" y="234"/>
                    <a:pt x="384" y="234"/>
                    <a:pt x="383" y="234"/>
                  </a:cubicBezTo>
                  <a:cubicBezTo>
                    <a:pt x="381" y="235"/>
                    <a:pt x="378" y="234"/>
                    <a:pt x="375" y="234"/>
                  </a:cubicBezTo>
                  <a:cubicBezTo>
                    <a:pt x="372" y="233"/>
                    <a:pt x="372" y="233"/>
                    <a:pt x="372" y="233"/>
                  </a:cubicBezTo>
                  <a:cubicBezTo>
                    <a:pt x="370" y="232"/>
                    <a:pt x="369" y="232"/>
                    <a:pt x="367" y="232"/>
                  </a:cubicBezTo>
                  <a:cubicBezTo>
                    <a:pt x="367" y="219"/>
                    <a:pt x="367" y="219"/>
                    <a:pt x="367" y="219"/>
                  </a:cubicBezTo>
                  <a:cubicBezTo>
                    <a:pt x="368" y="221"/>
                    <a:pt x="370" y="222"/>
                    <a:pt x="373" y="222"/>
                  </a:cubicBezTo>
                  <a:cubicBezTo>
                    <a:pt x="376" y="223"/>
                    <a:pt x="377" y="221"/>
                    <a:pt x="378" y="220"/>
                  </a:cubicBezTo>
                  <a:cubicBezTo>
                    <a:pt x="379" y="219"/>
                    <a:pt x="379" y="219"/>
                    <a:pt x="380" y="218"/>
                  </a:cubicBezTo>
                  <a:cubicBezTo>
                    <a:pt x="381" y="218"/>
                    <a:pt x="385" y="218"/>
                    <a:pt x="386" y="219"/>
                  </a:cubicBezTo>
                  <a:cubicBezTo>
                    <a:pt x="387" y="219"/>
                    <a:pt x="387" y="219"/>
                    <a:pt x="387" y="219"/>
                  </a:cubicBezTo>
                  <a:cubicBezTo>
                    <a:pt x="387" y="220"/>
                    <a:pt x="388" y="219"/>
                    <a:pt x="388" y="219"/>
                  </a:cubicBezTo>
                  <a:cubicBezTo>
                    <a:pt x="388" y="218"/>
                    <a:pt x="388" y="218"/>
                    <a:pt x="388" y="217"/>
                  </a:cubicBezTo>
                  <a:cubicBezTo>
                    <a:pt x="386" y="217"/>
                    <a:pt x="386" y="217"/>
                    <a:pt x="386" y="217"/>
                  </a:cubicBezTo>
                  <a:cubicBezTo>
                    <a:pt x="385" y="216"/>
                    <a:pt x="382" y="214"/>
                    <a:pt x="379" y="214"/>
                  </a:cubicBezTo>
                  <a:cubicBezTo>
                    <a:pt x="377" y="215"/>
                    <a:pt x="376" y="216"/>
                    <a:pt x="375" y="217"/>
                  </a:cubicBezTo>
                  <a:cubicBezTo>
                    <a:pt x="374" y="218"/>
                    <a:pt x="374" y="219"/>
                    <a:pt x="373" y="218"/>
                  </a:cubicBezTo>
                  <a:cubicBezTo>
                    <a:pt x="372" y="218"/>
                    <a:pt x="371" y="217"/>
                    <a:pt x="369" y="216"/>
                  </a:cubicBezTo>
                  <a:cubicBezTo>
                    <a:pt x="369" y="215"/>
                    <a:pt x="368" y="214"/>
                    <a:pt x="367" y="214"/>
                  </a:cubicBezTo>
                  <a:cubicBezTo>
                    <a:pt x="367" y="196"/>
                    <a:pt x="367" y="196"/>
                    <a:pt x="367" y="196"/>
                  </a:cubicBezTo>
                  <a:cubicBezTo>
                    <a:pt x="368" y="196"/>
                    <a:pt x="368" y="197"/>
                    <a:pt x="369" y="197"/>
                  </a:cubicBezTo>
                  <a:cubicBezTo>
                    <a:pt x="372" y="199"/>
                    <a:pt x="372" y="199"/>
                    <a:pt x="372" y="199"/>
                  </a:cubicBezTo>
                  <a:cubicBezTo>
                    <a:pt x="373" y="200"/>
                    <a:pt x="375" y="201"/>
                    <a:pt x="379" y="201"/>
                  </a:cubicBezTo>
                  <a:cubicBezTo>
                    <a:pt x="383" y="199"/>
                    <a:pt x="383" y="199"/>
                    <a:pt x="383" y="199"/>
                  </a:cubicBezTo>
                  <a:cubicBezTo>
                    <a:pt x="384" y="198"/>
                    <a:pt x="385" y="197"/>
                    <a:pt x="387" y="197"/>
                  </a:cubicBezTo>
                  <a:cubicBezTo>
                    <a:pt x="389" y="198"/>
                    <a:pt x="389" y="198"/>
                    <a:pt x="389" y="198"/>
                  </a:cubicBezTo>
                  <a:cubicBezTo>
                    <a:pt x="391" y="199"/>
                    <a:pt x="395" y="198"/>
                    <a:pt x="397" y="197"/>
                  </a:cubicBezTo>
                  <a:cubicBezTo>
                    <a:pt x="397" y="197"/>
                    <a:pt x="398" y="196"/>
                    <a:pt x="397" y="196"/>
                  </a:cubicBezTo>
                  <a:cubicBezTo>
                    <a:pt x="397" y="195"/>
                    <a:pt x="397" y="195"/>
                    <a:pt x="396" y="195"/>
                  </a:cubicBezTo>
                  <a:cubicBezTo>
                    <a:pt x="395" y="196"/>
                    <a:pt x="392" y="195"/>
                    <a:pt x="391" y="194"/>
                  </a:cubicBezTo>
                  <a:cubicBezTo>
                    <a:pt x="387" y="193"/>
                    <a:pt x="387" y="193"/>
                    <a:pt x="387" y="193"/>
                  </a:cubicBezTo>
                  <a:cubicBezTo>
                    <a:pt x="384" y="193"/>
                    <a:pt x="382" y="195"/>
                    <a:pt x="381" y="195"/>
                  </a:cubicBezTo>
                  <a:cubicBezTo>
                    <a:pt x="378" y="197"/>
                    <a:pt x="378" y="197"/>
                    <a:pt x="378" y="197"/>
                  </a:cubicBezTo>
                  <a:cubicBezTo>
                    <a:pt x="376" y="197"/>
                    <a:pt x="375" y="197"/>
                    <a:pt x="374" y="196"/>
                  </a:cubicBezTo>
                  <a:cubicBezTo>
                    <a:pt x="371" y="193"/>
                    <a:pt x="371" y="193"/>
                    <a:pt x="371" y="193"/>
                  </a:cubicBezTo>
                  <a:cubicBezTo>
                    <a:pt x="369" y="193"/>
                    <a:pt x="368" y="192"/>
                    <a:pt x="367" y="192"/>
                  </a:cubicBezTo>
                  <a:cubicBezTo>
                    <a:pt x="367" y="182"/>
                    <a:pt x="367" y="182"/>
                    <a:pt x="367" y="182"/>
                  </a:cubicBezTo>
                  <a:cubicBezTo>
                    <a:pt x="369" y="181"/>
                    <a:pt x="370" y="180"/>
                    <a:pt x="371" y="179"/>
                  </a:cubicBezTo>
                  <a:cubicBezTo>
                    <a:pt x="373" y="178"/>
                    <a:pt x="375" y="176"/>
                    <a:pt x="379" y="178"/>
                  </a:cubicBezTo>
                  <a:cubicBezTo>
                    <a:pt x="379" y="178"/>
                    <a:pt x="379" y="178"/>
                    <a:pt x="379" y="178"/>
                  </a:cubicBezTo>
                  <a:cubicBezTo>
                    <a:pt x="379" y="178"/>
                    <a:pt x="379" y="178"/>
                    <a:pt x="379" y="178"/>
                  </a:cubicBezTo>
                  <a:cubicBezTo>
                    <a:pt x="380" y="179"/>
                    <a:pt x="380" y="180"/>
                    <a:pt x="382" y="181"/>
                  </a:cubicBezTo>
                  <a:cubicBezTo>
                    <a:pt x="384" y="181"/>
                    <a:pt x="385" y="180"/>
                    <a:pt x="386" y="179"/>
                  </a:cubicBezTo>
                  <a:cubicBezTo>
                    <a:pt x="389" y="178"/>
                    <a:pt x="389" y="178"/>
                    <a:pt x="389" y="178"/>
                  </a:cubicBezTo>
                  <a:cubicBezTo>
                    <a:pt x="390" y="178"/>
                    <a:pt x="390" y="178"/>
                    <a:pt x="390" y="178"/>
                  </a:cubicBezTo>
                  <a:cubicBezTo>
                    <a:pt x="391" y="178"/>
                    <a:pt x="391" y="178"/>
                    <a:pt x="391" y="178"/>
                  </a:cubicBezTo>
                  <a:cubicBezTo>
                    <a:pt x="392" y="178"/>
                    <a:pt x="392" y="177"/>
                    <a:pt x="392" y="177"/>
                  </a:cubicBezTo>
                  <a:cubicBezTo>
                    <a:pt x="392" y="176"/>
                    <a:pt x="392" y="176"/>
                    <a:pt x="391" y="176"/>
                  </a:cubicBezTo>
                  <a:cubicBezTo>
                    <a:pt x="390" y="176"/>
                    <a:pt x="390" y="176"/>
                    <a:pt x="390" y="176"/>
                  </a:cubicBezTo>
                  <a:cubicBezTo>
                    <a:pt x="389" y="176"/>
                    <a:pt x="389" y="176"/>
                    <a:pt x="389" y="176"/>
                  </a:cubicBezTo>
                  <a:cubicBezTo>
                    <a:pt x="385" y="176"/>
                    <a:pt x="385" y="176"/>
                    <a:pt x="385" y="176"/>
                  </a:cubicBezTo>
                  <a:cubicBezTo>
                    <a:pt x="385" y="177"/>
                    <a:pt x="383" y="177"/>
                    <a:pt x="383" y="177"/>
                  </a:cubicBezTo>
                  <a:cubicBezTo>
                    <a:pt x="383" y="177"/>
                    <a:pt x="383" y="177"/>
                    <a:pt x="383" y="177"/>
                  </a:cubicBezTo>
                  <a:cubicBezTo>
                    <a:pt x="383" y="176"/>
                    <a:pt x="382" y="176"/>
                    <a:pt x="382" y="176"/>
                  </a:cubicBezTo>
                  <a:cubicBezTo>
                    <a:pt x="380" y="174"/>
                    <a:pt x="380" y="174"/>
                    <a:pt x="380" y="174"/>
                  </a:cubicBezTo>
                  <a:cubicBezTo>
                    <a:pt x="374" y="172"/>
                    <a:pt x="371" y="174"/>
                    <a:pt x="369" y="176"/>
                  </a:cubicBezTo>
                  <a:cubicBezTo>
                    <a:pt x="368" y="177"/>
                    <a:pt x="368" y="177"/>
                    <a:pt x="367" y="177"/>
                  </a:cubicBezTo>
                  <a:cubicBezTo>
                    <a:pt x="367" y="164"/>
                    <a:pt x="367" y="164"/>
                    <a:pt x="367" y="164"/>
                  </a:cubicBezTo>
                  <a:cubicBezTo>
                    <a:pt x="367" y="164"/>
                    <a:pt x="367" y="155"/>
                    <a:pt x="372" y="151"/>
                  </a:cubicBezTo>
                  <a:cubicBezTo>
                    <a:pt x="379" y="146"/>
                    <a:pt x="388" y="144"/>
                    <a:pt x="397" y="144"/>
                  </a:cubicBezTo>
                  <a:cubicBezTo>
                    <a:pt x="419" y="146"/>
                    <a:pt x="435" y="162"/>
                    <a:pt x="441" y="189"/>
                  </a:cubicBezTo>
                  <a:cubicBezTo>
                    <a:pt x="441" y="191"/>
                    <a:pt x="444" y="192"/>
                    <a:pt x="446" y="192"/>
                  </a:cubicBezTo>
                  <a:cubicBezTo>
                    <a:pt x="447" y="191"/>
                    <a:pt x="448" y="191"/>
                    <a:pt x="448" y="190"/>
                  </a:cubicBezTo>
                  <a:cubicBezTo>
                    <a:pt x="449" y="190"/>
                    <a:pt x="450" y="191"/>
                    <a:pt x="451" y="191"/>
                  </a:cubicBezTo>
                  <a:cubicBezTo>
                    <a:pt x="453" y="191"/>
                    <a:pt x="455" y="190"/>
                    <a:pt x="455" y="188"/>
                  </a:cubicBezTo>
                  <a:cubicBezTo>
                    <a:pt x="456" y="179"/>
                    <a:pt x="453" y="169"/>
                    <a:pt x="448" y="159"/>
                  </a:cubicBezTo>
                  <a:cubicBezTo>
                    <a:pt x="453" y="161"/>
                    <a:pt x="457" y="159"/>
                    <a:pt x="461" y="157"/>
                  </a:cubicBezTo>
                  <a:moveTo>
                    <a:pt x="404" y="570"/>
                  </a:moveTo>
                  <a:cubicBezTo>
                    <a:pt x="399" y="554"/>
                    <a:pt x="399" y="535"/>
                    <a:pt x="399" y="525"/>
                  </a:cubicBezTo>
                  <a:cubicBezTo>
                    <a:pt x="400" y="509"/>
                    <a:pt x="410" y="494"/>
                    <a:pt x="421" y="481"/>
                  </a:cubicBezTo>
                  <a:cubicBezTo>
                    <a:pt x="429" y="472"/>
                    <a:pt x="438" y="464"/>
                    <a:pt x="441" y="455"/>
                  </a:cubicBezTo>
                  <a:cubicBezTo>
                    <a:pt x="446" y="443"/>
                    <a:pt x="445" y="433"/>
                    <a:pt x="439" y="426"/>
                  </a:cubicBezTo>
                  <a:cubicBezTo>
                    <a:pt x="433" y="418"/>
                    <a:pt x="423" y="415"/>
                    <a:pt x="412" y="416"/>
                  </a:cubicBezTo>
                  <a:cubicBezTo>
                    <a:pt x="405" y="418"/>
                    <a:pt x="401" y="418"/>
                    <a:pt x="398" y="418"/>
                  </a:cubicBezTo>
                  <a:cubicBezTo>
                    <a:pt x="396" y="417"/>
                    <a:pt x="395" y="413"/>
                    <a:pt x="395" y="412"/>
                  </a:cubicBezTo>
                  <a:cubicBezTo>
                    <a:pt x="391" y="382"/>
                    <a:pt x="385" y="357"/>
                    <a:pt x="379" y="337"/>
                  </a:cubicBezTo>
                  <a:cubicBezTo>
                    <a:pt x="375" y="321"/>
                    <a:pt x="368" y="304"/>
                    <a:pt x="367" y="288"/>
                  </a:cubicBezTo>
                  <a:cubicBezTo>
                    <a:pt x="367" y="257"/>
                    <a:pt x="367" y="257"/>
                    <a:pt x="367" y="257"/>
                  </a:cubicBezTo>
                  <a:cubicBezTo>
                    <a:pt x="369" y="258"/>
                    <a:pt x="371" y="259"/>
                    <a:pt x="373" y="260"/>
                  </a:cubicBezTo>
                  <a:cubicBezTo>
                    <a:pt x="379" y="261"/>
                    <a:pt x="387" y="263"/>
                    <a:pt x="394" y="264"/>
                  </a:cubicBezTo>
                  <a:cubicBezTo>
                    <a:pt x="401" y="265"/>
                    <a:pt x="435" y="272"/>
                    <a:pt x="436" y="312"/>
                  </a:cubicBezTo>
                  <a:cubicBezTo>
                    <a:pt x="436" y="312"/>
                    <a:pt x="436" y="320"/>
                    <a:pt x="436" y="324"/>
                  </a:cubicBezTo>
                  <a:cubicBezTo>
                    <a:pt x="436" y="330"/>
                    <a:pt x="437" y="334"/>
                    <a:pt x="436" y="339"/>
                  </a:cubicBezTo>
                  <a:cubicBezTo>
                    <a:pt x="435" y="344"/>
                    <a:pt x="435" y="350"/>
                    <a:pt x="435" y="355"/>
                  </a:cubicBezTo>
                  <a:moveTo>
                    <a:pt x="364" y="456"/>
                  </a:moveTo>
                  <a:cubicBezTo>
                    <a:pt x="364" y="451"/>
                    <a:pt x="364" y="451"/>
                    <a:pt x="364" y="451"/>
                  </a:cubicBezTo>
                  <a:cubicBezTo>
                    <a:pt x="364" y="448"/>
                    <a:pt x="364" y="448"/>
                    <a:pt x="364" y="448"/>
                  </a:cubicBezTo>
                  <a:cubicBezTo>
                    <a:pt x="364" y="445"/>
                    <a:pt x="363" y="442"/>
                    <a:pt x="363" y="439"/>
                  </a:cubicBezTo>
                  <a:cubicBezTo>
                    <a:pt x="362" y="436"/>
                    <a:pt x="362" y="434"/>
                    <a:pt x="362" y="431"/>
                  </a:cubicBezTo>
                  <a:cubicBezTo>
                    <a:pt x="362" y="428"/>
                    <a:pt x="362" y="428"/>
                    <a:pt x="362" y="428"/>
                  </a:cubicBezTo>
                  <a:cubicBezTo>
                    <a:pt x="362" y="421"/>
                    <a:pt x="362" y="421"/>
                    <a:pt x="362" y="421"/>
                  </a:cubicBezTo>
                  <a:cubicBezTo>
                    <a:pt x="361" y="417"/>
                    <a:pt x="361" y="417"/>
                    <a:pt x="361" y="417"/>
                  </a:cubicBezTo>
                  <a:cubicBezTo>
                    <a:pt x="361" y="415"/>
                    <a:pt x="360" y="414"/>
                    <a:pt x="361" y="413"/>
                  </a:cubicBezTo>
                  <a:cubicBezTo>
                    <a:pt x="361" y="413"/>
                    <a:pt x="361" y="412"/>
                    <a:pt x="361" y="412"/>
                  </a:cubicBezTo>
                  <a:cubicBezTo>
                    <a:pt x="361" y="412"/>
                    <a:pt x="361" y="411"/>
                    <a:pt x="361" y="411"/>
                  </a:cubicBezTo>
                  <a:cubicBezTo>
                    <a:pt x="363" y="395"/>
                    <a:pt x="367" y="391"/>
                    <a:pt x="375" y="384"/>
                  </a:cubicBezTo>
                  <a:cubicBezTo>
                    <a:pt x="376" y="383"/>
                    <a:pt x="377" y="383"/>
                    <a:pt x="378" y="385"/>
                  </a:cubicBezTo>
                  <a:cubicBezTo>
                    <a:pt x="383" y="412"/>
                    <a:pt x="387" y="445"/>
                    <a:pt x="384" y="482"/>
                  </a:cubicBezTo>
                  <a:cubicBezTo>
                    <a:pt x="396" y="483"/>
                    <a:pt x="396" y="483"/>
                    <a:pt x="396" y="483"/>
                  </a:cubicBezTo>
                  <a:cubicBezTo>
                    <a:pt x="398" y="462"/>
                    <a:pt x="398" y="443"/>
                    <a:pt x="396" y="425"/>
                  </a:cubicBezTo>
                  <a:cubicBezTo>
                    <a:pt x="401" y="426"/>
                    <a:pt x="406" y="426"/>
                    <a:pt x="414" y="424"/>
                  </a:cubicBezTo>
                  <a:cubicBezTo>
                    <a:pt x="421" y="423"/>
                    <a:pt x="428" y="426"/>
                    <a:pt x="432" y="431"/>
                  </a:cubicBezTo>
                  <a:cubicBezTo>
                    <a:pt x="437" y="436"/>
                    <a:pt x="439" y="443"/>
                    <a:pt x="436" y="451"/>
                  </a:cubicBezTo>
                  <a:cubicBezTo>
                    <a:pt x="432" y="460"/>
                    <a:pt x="424" y="468"/>
                    <a:pt x="416" y="477"/>
                  </a:cubicBezTo>
                  <a:cubicBezTo>
                    <a:pt x="405" y="490"/>
                    <a:pt x="392" y="506"/>
                    <a:pt x="391" y="525"/>
                  </a:cubicBezTo>
                  <a:cubicBezTo>
                    <a:pt x="391" y="536"/>
                    <a:pt x="395" y="553"/>
                    <a:pt x="400" y="571"/>
                  </a:cubicBezTo>
                  <a:moveTo>
                    <a:pt x="357" y="447"/>
                  </a:moveTo>
                  <a:cubicBezTo>
                    <a:pt x="357" y="445"/>
                    <a:pt x="357" y="445"/>
                    <a:pt x="357" y="445"/>
                  </a:cubicBezTo>
                  <a:cubicBezTo>
                    <a:pt x="358" y="445"/>
                    <a:pt x="358" y="445"/>
                    <a:pt x="358" y="445"/>
                  </a:cubicBezTo>
                  <a:cubicBezTo>
                    <a:pt x="358" y="447"/>
                    <a:pt x="358" y="449"/>
                    <a:pt x="358" y="451"/>
                  </a:cubicBezTo>
                  <a:cubicBezTo>
                    <a:pt x="357" y="454"/>
                    <a:pt x="357" y="454"/>
                    <a:pt x="357" y="454"/>
                  </a:cubicBezTo>
                  <a:cubicBezTo>
                    <a:pt x="356" y="456"/>
                    <a:pt x="356" y="458"/>
                    <a:pt x="356" y="460"/>
                  </a:cubicBezTo>
                  <a:cubicBezTo>
                    <a:pt x="357" y="467"/>
                    <a:pt x="357" y="467"/>
                    <a:pt x="357" y="467"/>
                  </a:cubicBezTo>
                  <a:cubicBezTo>
                    <a:pt x="358" y="471"/>
                    <a:pt x="358" y="471"/>
                    <a:pt x="358" y="471"/>
                  </a:cubicBezTo>
                  <a:cubicBezTo>
                    <a:pt x="358" y="473"/>
                    <a:pt x="358" y="475"/>
                    <a:pt x="357" y="478"/>
                  </a:cubicBezTo>
                  <a:cubicBezTo>
                    <a:pt x="357" y="480"/>
                    <a:pt x="357" y="480"/>
                    <a:pt x="357" y="480"/>
                  </a:cubicBezTo>
                  <a:cubicBezTo>
                    <a:pt x="356" y="487"/>
                    <a:pt x="356" y="487"/>
                    <a:pt x="356" y="487"/>
                  </a:cubicBezTo>
                  <a:cubicBezTo>
                    <a:pt x="356" y="490"/>
                    <a:pt x="356" y="490"/>
                    <a:pt x="356" y="490"/>
                  </a:cubicBezTo>
                  <a:cubicBezTo>
                    <a:pt x="356" y="492"/>
                    <a:pt x="358" y="493"/>
                    <a:pt x="359" y="493"/>
                  </a:cubicBezTo>
                  <a:cubicBezTo>
                    <a:pt x="361" y="493"/>
                    <a:pt x="362" y="492"/>
                    <a:pt x="362" y="490"/>
                  </a:cubicBezTo>
                  <a:cubicBezTo>
                    <a:pt x="362" y="487"/>
                    <a:pt x="362" y="487"/>
                    <a:pt x="362" y="487"/>
                  </a:cubicBezTo>
                  <a:cubicBezTo>
                    <a:pt x="363" y="481"/>
                    <a:pt x="363" y="481"/>
                    <a:pt x="363" y="481"/>
                  </a:cubicBezTo>
                  <a:cubicBezTo>
                    <a:pt x="363" y="479"/>
                    <a:pt x="363" y="479"/>
                    <a:pt x="363" y="479"/>
                  </a:cubicBezTo>
                  <a:cubicBezTo>
                    <a:pt x="364" y="477"/>
                    <a:pt x="364" y="474"/>
                    <a:pt x="364" y="470"/>
                  </a:cubicBezTo>
                  <a:cubicBezTo>
                    <a:pt x="363" y="465"/>
                    <a:pt x="363" y="465"/>
                    <a:pt x="363" y="465"/>
                  </a:cubicBezTo>
                  <a:cubicBezTo>
                    <a:pt x="362" y="460"/>
                    <a:pt x="362" y="460"/>
                    <a:pt x="362" y="460"/>
                  </a:cubicBezTo>
                  <a:cubicBezTo>
                    <a:pt x="362" y="459"/>
                    <a:pt x="362" y="456"/>
                    <a:pt x="362" y="454"/>
                  </a:cubicBezTo>
                  <a:moveTo>
                    <a:pt x="316" y="572"/>
                  </a:moveTo>
                  <a:cubicBezTo>
                    <a:pt x="321" y="555"/>
                    <a:pt x="325" y="537"/>
                    <a:pt x="324" y="526"/>
                  </a:cubicBezTo>
                  <a:cubicBezTo>
                    <a:pt x="323" y="507"/>
                    <a:pt x="313" y="495"/>
                    <a:pt x="303" y="483"/>
                  </a:cubicBezTo>
                  <a:cubicBezTo>
                    <a:pt x="297" y="476"/>
                    <a:pt x="290" y="469"/>
                    <a:pt x="287" y="461"/>
                  </a:cubicBezTo>
                  <a:cubicBezTo>
                    <a:pt x="283" y="451"/>
                    <a:pt x="283" y="442"/>
                    <a:pt x="287" y="436"/>
                  </a:cubicBezTo>
                  <a:cubicBezTo>
                    <a:pt x="290" y="432"/>
                    <a:pt x="297" y="429"/>
                    <a:pt x="303" y="429"/>
                  </a:cubicBezTo>
                  <a:cubicBezTo>
                    <a:pt x="311" y="429"/>
                    <a:pt x="317" y="429"/>
                    <a:pt x="322" y="427"/>
                  </a:cubicBezTo>
                  <a:cubicBezTo>
                    <a:pt x="320" y="444"/>
                    <a:pt x="320" y="463"/>
                    <a:pt x="322" y="483"/>
                  </a:cubicBezTo>
                  <a:cubicBezTo>
                    <a:pt x="334" y="482"/>
                    <a:pt x="334" y="482"/>
                    <a:pt x="334" y="482"/>
                  </a:cubicBezTo>
                  <a:cubicBezTo>
                    <a:pt x="331" y="445"/>
                    <a:pt x="335" y="412"/>
                    <a:pt x="340" y="384"/>
                  </a:cubicBezTo>
                  <a:cubicBezTo>
                    <a:pt x="340" y="384"/>
                    <a:pt x="342" y="384"/>
                    <a:pt x="342" y="384"/>
                  </a:cubicBezTo>
                  <a:cubicBezTo>
                    <a:pt x="350" y="392"/>
                    <a:pt x="352" y="398"/>
                    <a:pt x="354" y="414"/>
                  </a:cubicBezTo>
                  <a:cubicBezTo>
                    <a:pt x="354" y="414"/>
                    <a:pt x="354" y="414"/>
                    <a:pt x="355" y="414"/>
                  </a:cubicBezTo>
                  <a:cubicBezTo>
                    <a:pt x="355" y="416"/>
                    <a:pt x="355" y="417"/>
                    <a:pt x="356" y="419"/>
                  </a:cubicBezTo>
                  <a:cubicBezTo>
                    <a:pt x="356" y="422"/>
                    <a:pt x="356" y="422"/>
                    <a:pt x="356" y="422"/>
                  </a:cubicBezTo>
                  <a:cubicBezTo>
                    <a:pt x="356" y="427"/>
                    <a:pt x="356" y="427"/>
                    <a:pt x="356" y="427"/>
                  </a:cubicBezTo>
                  <a:cubicBezTo>
                    <a:pt x="356" y="431"/>
                    <a:pt x="356" y="431"/>
                    <a:pt x="356" y="431"/>
                  </a:cubicBezTo>
                  <a:cubicBezTo>
                    <a:pt x="356" y="432"/>
                    <a:pt x="356" y="433"/>
                    <a:pt x="356" y="434"/>
                  </a:cubicBezTo>
                  <a:cubicBezTo>
                    <a:pt x="356" y="436"/>
                    <a:pt x="355" y="437"/>
                    <a:pt x="355" y="438"/>
                  </a:cubicBezTo>
                  <a:cubicBezTo>
                    <a:pt x="356" y="440"/>
                    <a:pt x="356" y="440"/>
                    <a:pt x="356" y="440"/>
                  </a:cubicBezTo>
                  <a:cubicBezTo>
                    <a:pt x="355" y="442"/>
                    <a:pt x="356" y="444"/>
                    <a:pt x="355" y="446"/>
                  </a:cubicBezTo>
                  <a:cubicBezTo>
                    <a:pt x="354" y="448"/>
                    <a:pt x="354" y="448"/>
                    <a:pt x="354" y="448"/>
                  </a:cubicBezTo>
                  <a:moveTo>
                    <a:pt x="282" y="357"/>
                  </a:moveTo>
                  <a:cubicBezTo>
                    <a:pt x="282" y="351"/>
                    <a:pt x="283" y="344"/>
                    <a:pt x="282" y="339"/>
                  </a:cubicBezTo>
                  <a:cubicBezTo>
                    <a:pt x="281" y="334"/>
                    <a:pt x="281" y="330"/>
                    <a:pt x="282" y="324"/>
                  </a:cubicBezTo>
                  <a:cubicBezTo>
                    <a:pt x="282" y="320"/>
                    <a:pt x="282" y="312"/>
                    <a:pt x="282" y="312"/>
                  </a:cubicBezTo>
                  <a:cubicBezTo>
                    <a:pt x="283" y="272"/>
                    <a:pt x="317" y="265"/>
                    <a:pt x="323" y="264"/>
                  </a:cubicBezTo>
                  <a:cubicBezTo>
                    <a:pt x="330" y="263"/>
                    <a:pt x="338" y="261"/>
                    <a:pt x="345" y="260"/>
                  </a:cubicBezTo>
                  <a:cubicBezTo>
                    <a:pt x="347" y="259"/>
                    <a:pt x="349" y="258"/>
                    <a:pt x="351" y="257"/>
                  </a:cubicBezTo>
                  <a:cubicBezTo>
                    <a:pt x="351" y="288"/>
                    <a:pt x="351" y="288"/>
                    <a:pt x="351" y="288"/>
                  </a:cubicBezTo>
                  <a:cubicBezTo>
                    <a:pt x="350" y="304"/>
                    <a:pt x="343" y="321"/>
                    <a:pt x="339" y="337"/>
                  </a:cubicBezTo>
                  <a:cubicBezTo>
                    <a:pt x="333" y="358"/>
                    <a:pt x="326" y="384"/>
                    <a:pt x="323" y="417"/>
                  </a:cubicBezTo>
                  <a:cubicBezTo>
                    <a:pt x="319" y="420"/>
                    <a:pt x="314" y="421"/>
                    <a:pt x="303" y="421"/>
                  </a:cubicBezTo>
                  <a:cubicBezTo>
                    <a:pt x="294" y="421"/>
                    <a:pt x="286" y="425"/>
                    <a:pt x="282" y="431"/>
                  </a:cubicBezTo>
                  <a:cubicBezTo>
                    <a:pt x="276" y="440"/>
                    <a:pt x="276" y="451"/>
                    <a:pt x="281" y="464"/>
                  </a:cubicBezTo>
                  <a:cubicBezTo>
                    <a:pt x="284" y="474"/>
                    <a:pt x="291" y="481"/>
                    <a:pt x="297" y="489"/>
                  </a:cubicBezTo>
                  <a:cubicBezTo>
                    <a:pt x="307" y="500"/>
                    <a:pt x="318" y="510"/>
                    <a:pt x="318" y="527"/>
                  </a:cubicBezTo>
                  <a:cubicBezTo>
                    <a:pt x="319" y="537"/>
                    <a:pt x="318" y="555"/>
                    <a:pt x="313" y="571"/>
                  </a:cubicBezTo>
                  <a:moveTo>
                    <a:pt x="258" y="155"/>
                  </a:moveTo>
                  <a:cubicBezTo>
                    <a:pt x="263" y="156"/>
                    <a:pt x="267" y="159"/>
                    <a:pt x="271" y="158"/>
                  </a:cubicBezTo>
                  <a:cubicBezTo>
                    <a:pt x="265" y="168"/>
                    <a:pt x="262" y="179"/>
                    <a:pt x="263" y="188"/>
                  </a:cubicBezTo>
                  <a:cubicBezTo>
                    <a:pt x="263" y="190"/>
                    <a:pt x="265" y="191"/>
                    <a:pt x="268" y="191"/>
                  </a:cubicBezTo>
                  <a:cubicBezTo>
                    <a:pt x="268" y="191"/>
                    <a:pt x="269" y="190"/>
                    <a:pt x="270" y="190"/>
                  </a:cubicBezTo>
                  <a:cubicBezTo>
                    <a:pt x="270" y="191"/>
                    <a:pt x="271" y="191"/>
                    <a:pt x="272" y="192"/>
                  </a:cubicBezTo>
                  <a:cubicBezTo>
                    <a:pt x="275" y="192"/>
                    <a:pt x="277" y="191"/>
                    <a:pt x="277" y="189"/>
                  </a:cubicBezTo>
                  <a:cubicBezTo>
                    <a:pt x="283" y="162"/>
                    <a:pt x="299" y="146"/>
                    <a:pt x="321" y="144"/>
                  </a:cubicBezTo>
                  <a:cubicBezTo>
                    <a:pt x="331" y="143"/>
                    <a:pt x="340" y="146"/>
                    <a:pt x="347" y="152"/>
                  </a:cubicBezTo>
                  <a:cubicBezTo>
                    <a:pt x="351" y="155"/>
                    <a:pt x="351" y="162"/>
                    <a:pt x="351" y="162"/>
                  </a:cubicBezTo>
                  <a:cubicBezTo>
                    <a:pt x="351" y="165"/>
                    <a:pt x="351" y="165"/>
                    <a:pt x="351" y="165"/>
                  </a:cubicBezTo>
                  <a:cubicBezTo>
                    <a:pt x="351" y="166"/>
                    <a:pt x="350" y="166"/>
                    <a:pt x="350" y="166"/>
                  </a:cubicBezTo>
                  <a:cubicBezTo>
                    <a:pt x="349" y="167"/>
                    <a:pt x="348" y="168"/>
                    <a:pt x="347" y="168"/>
                  </a:cubicBezTo>
                  <a:cubicBezTo>
                    <a:pt x="346" y="168"/>
                    <a:pt x="345" y="167"/>
                    <a:pt x="344" y="166"/>
                  </a:cubicBezTo>
                  <a:cubicBezTo>
                    <a:pt x="342" y="165"/>
                    <a:pt x="337" y="164"/>
                    <a:pt x="335" y="166"/>
                  </a:cubicBezTo>
                  <a:cubicBezTo>
                    <a:pt x="335" y="166"/>
                    <a:pt x="335" y="167"/>
                    <a:pt x="335" y="167"/>
                  </a:cubicBezTo>
                  <a:cubicBezTo>
                    <a:pt x="335" y="168"/>
                    <a:pt x="336" y="168"/>
                    <a:pt x="336" y="167"/>
                  </a:cubicBezTo>
                  <a:cubicBezTo>
                    <a:pt x="337" y="167"/>
                    <a:pt x="340" y="168"/>
                    <a:pt x="342" y="169"/>
                  </a:cubicBezTo>
                  <a:cubicBezTo>
                    <a:pt x="343" y="170"/>
                    <a:pt x="344" y="172"/>
                    <a:pt x="346" y="172"/>
                  </a:cubicBezTo>
                  <a:cubicBezTo>
                    <a:pt x="348" y="172"/>
                    <a:pt x="350" y="171"/>
                    <a:pt x="351" y="170"/>
                  </a:cubicBezTo>
                  <a:cubicBezTo>
                    <a:pt x="351" y="173"/>
                    <a:pt x="351" y="173"/>
                    <a:pt x="351" y="173"/>
                  </a:cubicBezTo>
                  <a:cubicBezTo>
                    <a:pt x="349" y="173"/>
                    <a:pt x="348" y="174"/>
                    <a:pt x="346" y="175"/>
                  </a:cubicBezTo>
                  <a:cubicBezTo>
                    <a:pt x="344" y="177"/>
                    <a:pt x="344" y="177"/>
                    <a:pt x="344" y="177"/>
                  </a:cubicBezTo>
                  <a:cubicBezTo>
                    <a:pt x="340" y="179"/>
                    <a:pt x="339" y="179"/>
                    <a:pt x="335" y="176"/>
                  </a:cubicBezTo>
                  <a:cubicBezTo>
                    <a:pt x="332" y="174"/>
                    <a:pt x="332" y="174"/>
                    <a:pt x="332" y="174"/>
                  </a:cubicBezTo>
                  <a:cubicBezTo>
                    <a:pt x="331" y="173"/>
                    <a:pt x="329" y="171"/>
                    <a:pt x="324" y="172"/>
                  </a:cubicBezTo>
                  <a:cubicBezTo>
                    <a:pt x="320" y="173"/>
                    <a:pt x="315" y="176"/>
                    <a:pt x="314" y="178"/>
                  </a:cubicBezTo>
                  <a:cubicBezTo>
                    <a:pt x="313" y="178"/>
                    <a:pt x="313" y="179"/>
                    <a:pt x="314" y="179"/>
                  </a:cubicBezTo>
                  <a:cubicBezTo>
                    <a:pt x="314" y="179"/>
                    <a:pt x="315" y="179"/>
                    <a:pt x="315" y="179"/>
                  </a:cubicBezTo>
                  <a:cubicBezTo>
                    <a:pt x="316" y="178"/>
                    <a:pt x="321" y="175"/>
                    <a:pt x="324" y="175"/>
                  </a:cubicBezTo>
                  <a:cubicBezTo>
                    <a:pt x="327" y="174"/>
                    <a:pt x="328" y="176"/>
                    <a:pt x="330" y="177"/>
                  </a:cubicBezTo>
                  <a:cubicBezTo>
                    <a:pt x="333" y="180"/>
                    <a:pt x="333" y="180"/>
                    <a:pt x="333" y="180"/>
                  </a:cubicBezTo>
                  <a:cubicBezTo>
                    <a:pt x="338" y="183"/>
                    <a:pt x="340" y="183"/>
                    <a:pt x="346" y="180"/>
                  </a:cubicBezTo>
                  <a:cubicBezTo>
                    <a:pt x="349" y="179"/>
                    <a:pt x="349" y="179"/>
                    <a:pt x="349" y="179"/>
                  </a:cubicBezTo>
                  <a:cubicBezTo>
                    <a:pt x="350" y="178"/>
                    <a:pt x="350" y="177"/>
                    <a:pt x="351" y="177"/>
                  </a:cubicBezTo>
                  <a:cubicBezTo>
                    <a:pt x="351" y="194"/>
                    <a:pt x="351" y="194"/>
                    <a:pt x="351" y="194"/>
                  </a:cubicBezTo>
                  <a:cubicBezTo>
                    <a:pt x="349" y="194"/>
                    <a:pt x="347" y="193"/>
                    <a:pt x="347" y="193"/>
                  </a:cubicBezTo>
                  <a:cubicBezTo>
                    <a:pt x="343" y="194"/>
                    <a:pt x="342" y="195"/>
                    <a:pt x="341" y="196"/>
                  </a:cubicBezTo>
                  <a:cubicBezTo>
                    <a:pt x="340" y="197"/>
                    <a:pt x="340" y="198"/>
                    <a:pt x="338" y="198"/>
                  </a:cubicBezTo>
                  <a:cubicBezTo>
                    <a:pt x="336" y="199"/>
                    <a:pt x="335" y="198"/>
                    <a:pt x="333" y="196"/>
                  </a:cubicBezTo>
                  <a:cubicBezTo>
                    <a:pt x="330" y="193"/>
                    <a:pt x="324" y="192"/>
                    <a:pt x="322" y="194"/>
                  </a:cubicBezTo>
                  <a:cubicBezTo>
                    <a:pt x="321" y="195"/>
                    <a:pt x="321" y="195"/>
                    <a:pt x="321" y="196"/>
                  </a:cubicBezTo>
                  <a:cubicBezTo>
                    <a:pt x="322" y="196"/>
                    <a:pt x="322" y="196"/>
                    <a:pt x="323" y="196"/>
                  </a:cubicBezTo>
                  <a:cubicBezTo>
                    <a:pt x="324" y="195"/>
                    <a:pt x="327" y="196"/>
                    <a:pt x="330" y="198"/>
                  </a:cubicBezTo>
                  <a:cubicBezTo>
                    <a:pt x="332" y="201"/>
                    <a:pt x="335" y="204"/>
                    <a:pt x="340" y="202"/>
                  </a:cubicBezTo>
                  <a:cubicBezTo>
                    <a:pt x="342" y="201"/>
                    <a:pt x="343" y="200"/>
                    <a:pt x="344" y="199"/>
                  </a:cubicBezTo>
                  <a:cubicBezTo>
                    <a:pt x="344" y="198"/>
                    <a:pt x="345" y="198"/>
                    <a:pt x="347" y="197"/>
                  </a:cubicBezTo>
                  <a:cubicBezTo>
                    <a:pt x="348" y="197"/>
                    <a:pt x="349" y="198"/>
                    <a:pt x="351" y="198"/>
                  </a:cubicBezTo>
                  <a:cubicBezTo>
                    <a:pt x="351" y="209"/>
                    <a:pt x="351" y="209"/>
                    <a:pt x="351" y="209"/>
                  </a:cubicBezTo>
                  <a:cubicBezTo>
                    <a:pt x="350" y="210"/>
                    <a:pt x="350" y="211"/>
                    <a:pt x="349" y="211"/>
                  </a:cubicBezTo>
                  <a:cubicBezTo>
                    <a:pt x="346" y="213"/>
                    <a:pt x="346" y="213"/>
                    <a:pt x="346" y="213"/>
                  </a:cubicBezTo>
                  <a:cubicBezTo>
                    <a:pt x="344" y="214"/>
                    <a:pt x="344" y="214"/>
                    <a:pt x="343" y="213"/>
                  </a:cubicBezTo>
                  <a:cubicBezTo>
                    <a:pt x="342" y="212"/>
                    <a:pt x="341" y="211"/>
                    <a:pt x="338" y="210"/>
                  </a:cubicBezTo>
                  <a:cubicBezTo>
                    <a:pt x="334" y="210"/>
                    <a:pt x="331" y="212"/>
                    <a:pt x="329" y="214"/>
                  </a:cubicBezTo>
                  <a:cubicBezTo>
                    <a:pt x="326" y="217"/>
                    <a:pt x="321" y="218"/>
                    <a:pt x="319" y="217"/>
                  </a:cubicBezTo>
                  <a:cubicBezTo>
                    <a:pt x="319" y="216"/>
                    <a:pt x="318" y="217"/>
                    <a:pt x="318" y="217"/>
                  </a:cubicBezTo>
                  <a:cubicBezTo>
                    <a:pt x="318" y="217"/>
                    <a:pt x="318" y="218"/>
                    <a:pt x="318" y="218"/>
                  </a:cubicBezTo>
                  <a:cubicBezTo>
                    <a:pt x="322" y="220"/>
                    <a:pt x="329" y="220"/>
                    <a:pt x="332" y="217"/>
                  </a:cubicBezTo>
                  <a:cubicBezTo>
                    <a:pt x="334" y="215"/>
                    <a:pt x="335" y="214"/>
                    <a:pt x="337" y="214"/>
                  </a:cubicBezTo>
                  <a:cubicBezTo>
                    <a:pt x="339" y="215"/>
                    <a:pt x="339" y="215"/>
                    <a:pt x="340" y="216"/>
                  </a:cubicBezTo>
                  <a:cubicBezTo>
                    <a:pt x="342" y="218"/>
                    <a:pt x="344" y="219"/>
                    <a:pt x="348" y="217"/>
                  </a:cubicBezTo>
                  <a:cubicBezTo>
                    <a:pt x="351" y="215"/>
                    <a:pt x="351" y="215"/>
                    <a:pt x="351" y="215"/>
                  </a:cubicBezTo>
                  <a:cubicBezTo>
                    <a:pt x="351" y="226"/>
                    <a:pt x="351" y="226"/>
                    <a:pt x="351" y="226"/>
                  </a:cubicBezTo>
                  <a:cubicBezTo>
                    <a:pt x="351" y="226"/>
                    <a:pt x="351" y="226"/>
                    <a:pt x="351" y="226"/>
                  </a:cubicBezTo>
                  <a:cubicBezTo>
                    <a:pt x="348" y="227"/>
                    <a:pt x="348" y="227"/>
                    <a:pt x="348" y="227"/>
                  </a:cubicBezTo>
                  <a:cubicBezTo>
                    <a:pt x="346" y="228"/>
                    <a:pt x="346" y="227"/>
                    <a:pt x="345" y="226"/>
                  </a:cubicBezTo>
                  <a:cubicBezTo>
                    <a:pt x="344" y="225"/>
                    <a:pt x="342" y="224"/>
                    <a:pt x="340" y="224"/>
                  </a:cubicBezTo>
                  <a:cubicBezTo>
                    <a:pt x="337" y="224"/>
                    <a:pt x="335" y="225"/>
                    <a:pt x="333" y="227"/>
                  </a:cubicBezTo>
                  <a:cubicBezTo>
                    <a:pt x="331" y="228"/>
                    <a:pt x="327" y="230"/>
                    <a:pt x="326" y="230"/>
                  </a:cubicBezTo>
                  <a:cubicBezTo>
                    <a:pt x="325" y="230"/>
                    <a:pt x="325" y="231"/>
                    <a:pt x="325" y="231"/>
                  </a:cubicBezTo>
                  <a:cubicBezTo>
                    <a:pt x="325" y="232"/>
                    <a:pt x="325" y="232"/>
                    <a:pt x="326" y="232"/>
                  </a:cubicBezTo>
                  <a:cubicBezTo>
                    <a:pt x="328" y="232"/>
                    <a:pt x="333" y="232"/>
                    <a:pt x="336" y="230"/>
                  </a:cubicBezTo>
                  <a:cubicBezTo>
                    <a:pt x="337" y="229"/>
                    <a:pt x="339" y="228"/>
                    <a:pt x="340" y="228"/>
                  </a:cubicBezTo>
                  <a:cubicBezTo>
                    <a:pt x="341" y="228"/>
                    <a:pt x="341" y="228"/>
                    <a:pt x="342" y="229"/>
                  </a:cubicBezTo>
                  <a:cubicBezTo>
                    <a:pt x="343" y="230"/>
                    <a:pt x="345" y="232"/>
                    <a:pt x="348" y="231"/>
                  </a:cubicBezTo>
                  <a:cubicBezTo>
                    <a:pt x="351" y="230"/>
                    <a:pt x="351" y="230"/>
                    <a:pt x="351" y="230"/>
                  </a:cubicBezTo>
                  <a:cubicBezTo>
                    <a:pt x="351" y="243"/>
                    <a:pt x="351" y="243"/>
                    <a:pt x="351" y="243"/>
                  </a:cubicBezTo>
                  <a:cubicBezTo>
                    <a:pt x="345" y="246"/>
                    <a:pt x="333" y="248"/>
                    <a:pt x="326" y="247"/>
                  </a:cubicBezTo>
                  <a:cubicBezTo>
                    <a:pt x="316" y="246"/>
                    <a:pt x="288" y="252"/>
                    <a:pt x="277" y="262"/>
                  </a:cubicBezTo>
                  <a:cubicBezTo>
                    <a:pt x="276" y="263"/>
                    <a:pt x="276" y="265"/>
                    <a:pt x="277" y="266"/>
                  </a:cubicBezTo>
                  <a:cubicBezTo>
                    <a:pt x="278" y="268"/>
                    <a:pt x="280" y="268"/>
                    <a:pt x="281" y="266"/>
                  </a:cubicBezTo>
                  <a:cubicBezTo>
                    <a:pt x="291" y="258"/>
                    <a:pt x="316" y="252"/>
                    <a:pt x="325" y="253"/>
                  </a:cubicBezTo>
                  <a:cubicBezTo>
                    <a:pt x="330" y="254"/>
                    <a:pt x="338" y="253"/>
                    <a:pt x="344" y="251"/>
                  </a:cubicBezTo>
                  <a:cubicBezTo>
                    <a:pt x="344" y="252"/>
                    <a:pt x="343" y="252"/>
                    <a:pt x="343" y="252"/>
                  </a:cubicBezTo>
                  <a:cubicBezTo>
                    <a:pt x="336" y="254"/>
                    <a:pt x="329" y="255"/>
                    <a:pt x="322" y="256"/>
                  </a:cubicBezTo>
                  <a:cubicBezTo>
                    <a:pt x="299" y="260"/>
                    <a:pt x="275" y="276"/>
                    <a:pt x="274" y="311"/>
                  </a:cubicBezTo>
                  <a:cubicBezTo>
                    <a:pt x="274" y="311"/>
                    <a:pt x="275" y="335"/>
                    <a:pt x="277" y="341"/>
                  </a:cubicBezTo>
                  <a:cubicBezTo>
                    <a:pt x="278" y="345"/>
                    <a:pt x="280" y="352"/>
                    <a:pt x="280" y="357"/>
                  </a:cubicBezTo>
                  <a:moveTo>
                    <a:pt x="344" y="0"/>
                  </a:moveTo>
                  <a:cubicBezTo>
                    <a:pt x="344" y="1"/>
                    <a:pt x="342" y="3"/>
                    <a:pt x="342" y="3"/>
                  </a:cubicBezTo>
                  <a:cubicBezTo>
                    <a:pt x="341" y="4"/>
                    <a:pt x="338" y="5"/>
                    <a:pt x="337" y="5"/>
                  </a:cubicBezTo>
                  <a:cubicBezTo>
                    <a:pt x="325" y="9"/>
                    <a:pt x="312" y="16"/>
                    <a:pt x="305" y="26"/>
                  </a:cubicBezTo>
                  <a:cubicBezTo>
                    <a:pt x="297" y="37"/>
                    <a:pt x="298" y="49"/>
                    <a:pt x="306" y="61"/>
                  </a:cubicBezTo>
                  <a:cubicBezTo>
                    <a:pt x="306" y="61"/>
                    <a:pt x="306" y="62"/>
                    <a:pt x="305" y="63"/>
                  </a:cubicBezTo>
                  <a:cubicBezTo>
                    <a:pt x="303" y="63"/>
                    <a:pt x="300" y="64"/>
                    <a:pt x="296" y="63"/>
                  </a:cubicBezTo>
                  <a:cubicBezTo>
                    <a:pt x="295" y="63"/>
                    <a:pt x="299" y="66"/>
                    <a:pt x="300" y="69"/>
                  </a:cubicBezTo>
                  <a:cubicBezTo>
                    <a:pt x="302" y="72"/>
                    <a:pt x="302" y="76"/>
                    <a:pt x="303" y="76"/>
                  </a:cubicBezTo>
                  <a:cubicBezTo>
                    <a:pt x="306" y="76"/>
                    <a:pt x="309" y="75"/>
                    <a:pt x="312" y="74"/>
                  </a:cubicBezTo>
                  <a:cubicBezTo>
                    <a:pt x="311" y="75"/>
                    <a:pt x="311" y="75"/>
                    <a:pt x="311" y="75"/>
                  </a:cubicBezTo>
                  <a:cubicBezTo>
                    <a:pt x="311" y="77"/>
                    <a:pt x="311" y="77"/>
                    <a:pt x="311" y="77"/>
                  </a:cubicBezTo>
                  <a:cubicBezTo>
                    <a:pt x="311" y="80"/>
                    <a:pt x="310" y="83"/>
                    <a:pt x="309" y="86"/>
                  </a:cubicBezTo>
                  <a:cubicBezTo>
                    <a:pt x="309" y="88"/>
                    <a:pt x="308" y="89"/>
                    <a:pt x="306" y="91"/>
                  </a:cubicBezTo>
                  <a:cubicBezTo>
                    <a:pt x="308" y="99"/>
                    <a:pt x="308" y="99"/>
                    <a:pt x="308" y="99"/>
                  </a:cubicBezTo>
                  <a:cubicBezTo>
                    <a:pt x="308" y="99"/>
                    <a:pt x="308" y="99"/>
                    <a:pt x="308" y="99"/>
                  </a:cubicBezTo>
                  <a:cubicBezTo>
                    <a:pt x="309" y="97"/>
                    <a:pt x="309" y="97"/>
                    <a:pt x="309" y="97"/>
                  </a:cubicBezTo>
                  <a:cubicBezTo>
                    <a:pt x="311" y="94"/>
                    <a:pt x="314" y="91"/>
                    <a:pt x="315" y="88"/>
                  </a:cubicBezTo>
                  <a:cubicBezTo>
                    <a:pt x="316" y="85"/>
                    <a:pt x="317" y="81"/>
                    <a:pt x="317" y="78"/>
                  </a:cubicBezTo>
                  <a:cubicBezTo>
                    <a:pt x="317" y="78"/>
                    <a:pt x="317" y="76"/>
                    <a:pt x="317" y="76"/>
                  </a:cubicBezTo>
                  <a:cubicBezTo>
                    <a:pt x="317" y="75"/>
                    <a:pt x="318" y="74"/>
                    <a:pt x="318" y="73"/>
                  </a:cubicBezTo>
                  <a:cubicBezTo>
                    <a:pt x="318" y="73"/>
                    <a:pt x="318" y="72"/>
                    <a:pt x="319" y="72"/>
                  </a:cubicBezTo>
                  <a:cubicBezTo>
                    <a:pt x="320" y="71"/>
                    <a:pt x="322" y="70"/>
                    <a:pt x="323" y="69"/>
                  </a:cubicBezTo>
                  <a:cubicBezTo>
                    <a:pt x="323" y="69"/>
                    <a:pt x="324" y="70"/>
                    <a:pt x="324" y="71"/>
                  </a:cubicBezTo>
                  <a:cubicBezTo>
                    <a:pt x="323" y="81"/>
                    <a:pt x="322" y="92"/>
                    <a:pt x="323" y="100"/>
                  </a:cubicBezTo>
                  <a:cubicBezTo>
                    <a:pt x="323" y="104"/>
                    <a:pt x="325" y="107"/>
                    <a:pt x="326" y="111"/>
                  </a:cubicBezTo>
                  <a:cubicBezTo>
                    <a:pt x="328" y="116"/>
                    <a:pt x="330" y="121"/>
                    <a:pt x="330" y="125"/>
                  </a:cubicBezTo>
                  <a:cubicBezTo>
                    <a:pt x="321" y="124"/>
                    <a:pt x="311" y="125"/>
                    <a:pt x="301" y="130"/>
                  </a:cubicBezTo>
                  <a:cubicBezTo>
                    <a:pt x="292" y="134"/>
                    <a:pt x="283" y="142"/>
                    <a:pt x="276" y="151"/>
                  </a:cubicBezTo>
                  <a:cubicBezTo>
                    <a:pt x="275" y="151"/>
                    <a:pt x="274" y="151"/>
                    <a:pt x="274" y="151"/>
                  </a:cubicBezTo>
                  <a:cubicBezTo>
                    <a:pt x="271" y="153"/>
                    <a:pt x="265" y="154"/>
                    <a:pt x="259" y="153"/>
                  </a:cubicBezTo>
                  <a:moveTo>
                    <a:pt x="413" y="137"/>
                  </a:moveTo>
                  <a:cubicBezTo>
                    <a:pt x="432" y="146"/>
                    <a:pt x="446" y="166"/>
                    <a:pt x="447" y="181"/>
                  </a:cubicBezTo>
                  <a:cubicBezTo>
                    <a:pt x="439" y="155"/>
                    <a:pt x="421" y="138"/>
                    <a:pt x="398" y="136"/>
                  </a:cubicBezTo>
                  <a:cubicBezTo>
                    <a:pt x="389" y="136"/>
                    <a:pt x="380" y="137"/>
                    <a:pt x="373" y="141"/>
                  </a:cubicBezTo>
                  <a:cubicBezTo>
                    <a:pt x="388" y="129"/>
                    <a:pt x="403" y="132"/>
                    <a:pt x="413" y="137"/>
                  </a:cubicBezTo>
                  <a:close/>
                  <a:moveTo>
                    <a:pt x="320" y="136"/>
                  </a:moveTo>
                  <a:cubicBezTo>
                    <a:pt x="297" y="138"/>
                    <a:pt x="279" y="155"/>
                    <a:pt x="271" y="181"/>
                  </a:cubicBezTo>
                  <a:cubicBezTo>
                    <a:pt x="272" y="166"/>
                    <a:pt x="286" y="146"/>
                    <a:pt x="305" y="137"/>
                  </a:cubicBezTo>
                  <a:cubicBezTo>
                    <a:pt x="315" y="132"/>
                    <a:pt x="330" y="129"/>
                    <a:pt x="345" y="141"/>
                  </a:cubicBezTo>
                  <a:cubicBezTo>
                    <a:pt x="338" y="137"/>
                    <a:pt x="329" y="136"/>
                    <a:pt x="320" y="136"/>
                  </a:cubicBezTo>
                  <a:close/>
                  <a:moveTo>
                    <a:pt x="336" y="127"/>
                  </a:moveTo>
                  <a:cubicBezTo>
                    <a:pt x="337" y="121"/>
                    <a:pt x="334" y="114"/>
                    <a:pt x="332" y="109"/>
                  </a:cubicBezTo>
                  <a:cubicBezTo>
                    <a:pt x="330" y="105"/>
                    <a:pt x="329" y="102"/>
                    <a:pt x="329" y="100"/>
                  </a:cubicBezTo>
                  <a:cubicBezTo>
                    <a:pt x="328" y="92"/>
                    <a:pt x="329" y="81"/>
                    <a:pt x="330" y="70"/>
                  </a:cubicBezTo>
                  <a:cubicBezTo>
                    <a:pt x="331" y="65"/>
                    <a:pt x="331" y="65"/>
                    <a:pt x="331" y="65"/>
                  </a:cubicBezTo>
                  <a:cubicBezTo>
                    <a:pt x="331" y="65"/>
                    <a:pt x="332" y="63"/>
                    <a:pt x="332" y="62"/>
                  </a:cubicBezTo>
                  <a:cubicBezTo>
                    <a:pt x="337" y="58"/>
                    <a:pt x="340" y="53"/>
                    <a:pt x="341" y="47"/>
                  </a:cubicBezTo>
                  <a:cubicBezTo>
                    <a:pt x="321" y="46"/>
                    <a:pt x="321" y="46"/>
                    <a:pt x="321" y="46"/>
                  </a:cubicBezTo>
                  <a:cubicBezTo>
                    <a:pt x="321" y="46"/>
                    <a:pt x="319" y="51"/>
                    <a:pt x="315" y="56"/>
                  </a:cubicBezTo>
                  <a:cubicBezTo>
                    <a:pt x="315" y="56"/>
                    <a:pt x="312" y="56"/>
                    <a:pt x="312" y="55"/>
                  </a:cubicBezTo>
                  <a:cubicBezTo>
                    <a:pt x="306" y="47"/>
                    <a:pt x="306" y="38"/>
                    <a:pt x="311" y="31"/>
                  </a:cubicBezTo>
                  <a:cubicBezTo>
                    <a:pt x="318" y="20"/>
                    <a:pt x="333" y="14"/>
                    <a:pt x="344" y="12"/>
                  </a:cubicBezTo>
                  <a:cubicBezTo>
                    <a:pt x="349" y="11"/>
                    <a:pt x="371" y="11"/>
                    <a:pt x="376" y="13"/>
                  </a:cubicBezTo>
                  <a:cubicBezTo>
                    <a:pt x="387" y="15"/>
                    <a:pt x="400" y="21"/>
                    <a:pt x="407" y="31"/>
                  </a:cubicBezTo>
                  <a:cubicBezTo>
                    <a:pt x="413" y="39"/>
                    <a:pt x="412" y="47"/>
                    <a:pt x="405" y="57"/>
                  </a:cubicBezTo>
                  <a:cubicBezTo>
                    <a:pt x="405" y="57"/>
                    <a:pt x="404" y="57"/>
                    <a:pt x="404" y="57"/>
                  </a:cubicBezTo>
                  <a:cubicBezTo>
                    <a:pt x="399" y="52"/>
                    <a:pt x="397" y="46"/>
                    <a:pt x="397" y="46"/>
                  </a:cubicBezTo>
                  <a:cubicBezTo>
                    <a:pt x="377" y="47"/>
                    <a:pt x="377" y="47"/>
                    <a:pt x="377" y="47"/>
                  </a:cubicBezTo>
                  <a:cubicBezTo>
                    <a:pt x="379" y="53"/>
                    <a:pt x="382" y="59"/>
                    <a:pt x="387" y="64"/>
                  </a:cubicBezTo>
                  <a:cubicBezTo>
                    <a:pt x="388" y="70"/>
                    <a:pt x="388" y="70"/>
                    <a:pt x="388" y="70"/>
                  </a:cubicBezTo>
                  <a:cubicBezTo>
                    <a:pt x="389" y="81"/>
                    <a:pt x="390" y="92"/>
                    <a:pt x="389" y="100"/>
                  </a:cubicBezTo>
                  <a:cubicBezTo>
                    <a:pt x="389" y="102"/>
                    <a:pt x="388" y="105"/>
                    <a:pt x="386" y="109"/>
                  </a:cubicBezTo>
                  <a:cubicBezTo>
                    <a:pt x="384" y="114"/>
                    <a:pt x="381" y="121"/>
                    <a:pt x="382" y="127"/>
                  </a:cubicBezTo>
                  <a:cubicBezTo>
                    <a:pt x="375" y="129"/>
                    <a:pt x="369" y="133"/>
                    <a:pt x="363" y="139"/>
                  </a:cubicBezTo>
                  <a:cubicBezTo>
                    <a:pt x="363" y="139"/>
                    <a:pt x="361" y="142"/>
                    <a:pt x="359" y="142"/>
                  </a:cubicBezTo>
                  <a:cubicBezTo>
                    <a:pt x="357" y="142"/>
                    <a:pt x="355" y="139"/>
                    <a:pt x="355" y="139"/>
                  </a:cubicBezTo>
                  <a:cubicBezTo>
                    <a:pt x="349" y="133"/>
                    <a:pt x="343" y="129"/>
                    <a:pt x="336" y="127"/>
                  </a:cubicBezTo>
                  <a:close/>
                  <a:moveTo>
                    <a:pt x="375" y="377"/>
                  </a:moveTo>
                  <a:cubicBezTo>
                    <a:pt x="374" y="378"/>
                    <a:pt x="374" y="378"/>
                    <a:pt x="374" y="378"/>
                  </a:cubicBezTo>
                  <a:cubicBezTo>
                    <a:pt x="367" y="384"/>
                    <a:pt x="362" y="388"/>
                    <a:pt x="358" y="396"/>
                  </a:cubicBezTo>
                  <a:cubicBezTo>
                    <a:pt x="358" y="397"/>
                    <a:pt x="357" y="397"/>
                    <a:pt x="357" y="397"/>
                  </a:cubicBezTo>
                  <a:cubicBezTo>
                    <a:pt x="354" y="389"/>
                    <a:pt x="350" y="383"/>
                    <a:pt x="344" y="377"/>
                  </a:cubicBezTo>
                  <a:cubicBezTo>
                    <a:pt x="343" y="377"/>
                    <a:pt x="342" y="375"/>
                    <a:pt x="343" y="373"/>
                  </a:cubicBezTo>
                  <a:cubicBezTo>
                    <a:pt x="345" y="366"/>
                    <a:pt x="349" y="348"/>
                    <a:pt x="352" y="340"/>
                  </a:cubicBezTo>
                  <a:cubicBezTo>
                    <a:pt x="354" y="330"/>
                    <a:pt x="357" y="321"/>
                    <a:pt x="358" y="315"/>
                  </a:cubicBezTo>
                  <a:cubicBezTo>
                    <a:pt x="358" y="314"/>
                    <a:pt x="360" y="312"/>
                    <a:pt x="360" y="315"/>
                  </a:cubicBezTo>
                  <a:cubicBezTo>
                    <a:pt x="361" y="322"/>
                    <a:pt x="364" y="330"/>
                    <a:pt x="367" y="340"/>
                  </a:cubicBezTo>
                  <a:cubicBezTo>
                    <a:pt x="369" y="350"/>
                    <a:pt x="372" y="361"/>
                    <a:pt x="375" y="374"/>
                  </a:cubicBezTo>
                  <a:cubicBezTo>
                    <a:pt x="376" y="376"/>
                    <a:pt x="375" y="377"/>
                    <a:pt x="375" y="377"/>
                  </a:cubicBezTo>
                  <a:close/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9" name="Freeform 418">
              <a:extLst>
                <a:ext uri="{FF2B5EF4-FFF2-40B4-BE49-F238E27FC236}">
                  <a16:creationId xmlns:a16="http://schemas.microsoft.com/office/drawing/2014/main" id="{D08AB0D5-9A31-46B0-AF3D-B136ACD70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941"/>
              <a:ext cx="558" cy="1187"/>
            </a:xfrm>
            <a:custGeom>
              <a:avLst/>
              <a:gdLst>
                <a:gd name="T0" fmla="*/ 1385 w 195"/>
                <a:gd name="T1" fmla="*/ 8303 h 415"/>
                <a:gd name="T2" fmla="*/ 1637 w 195"/>
                <a:gd name="T3" fmla="*/ 9596 h 415"/>
                <a:gd name="T4" fmla="*/ 1685 w 195"/>
                <a:gd name="T5" fmla="*/ 8123 h 415"/>
                <a:gd name="T6" fmla="*/ 1219 w 195"/>
                <a:gd name="T7" fmla="*/ 7322 h 415"/>
                <a:gd name="T8" fmla="*/ 3234 w 195"/>
                <a:gd name="T9" fmla="*/ 7674 h 415"/>
                <a:gd name="T10" fmla="*/ 2907 w 195"/>
                <a:gd name="T11" fmla="*/ 9636 h 415"/>
                <a:gd name="T12" fmla="*/ 3185 w 195"/>
                <a:gd name="T13" fmla="*/ 8215 h 415"/>
                <a:gd name="T14" fmla="*/ 3514 w 195"/>
                <a:gd name="T15" fmla="*/ 8870 h 415"/>
                <a:gd name="T16" fmla="*/ 3471 w 195"/>
                <a:gd name="T17" fmla="*/ 8352 h 415"/>
                <a:gd name="T18" fmla="*/ 3611 w 195"/>
                <a:gd name="T19" fmla="*/ 8000 h 415"/>
                <a:gd name="T20" fmla="*/ 2744 w 195"/>
                <a:gd name="T21" fmla="*/ 6527 h 415"/>
                <a:gd name="T22" fmla="*/ 2996 w 195"/>
                <a:gd name="T23" fmla="*/ 6364 h 415"/>
                <a:gd name="T24" fmla="*/ 3677 w 195"/>
                <a:gd name="T25" fmla="*/ 6742 h 415"/>
                <a:gd name="T26" fmla="*/ 4332 w 195"/>
                <a:gd name="T27" fmla="*/ 7133 h 415"/>
                <a:gd name="T28" fmla="*/ 4103 w 195"/>
                <a:gd name="T29" fmla="*/ 6905 h 415"/>
                <a:gd name="T30" fmla="*/ 3488 w 195"/>
                <a:gd name="T31" fmla="*/ 6438 h 415"/>
                <a:gd name="T32" fmla="*/ 2907 w 195"/>
                <a:gd name="T33" fmla="*/ 6112 h 415"/>
                <a:gd name="T34" fmla="*/ 2810 w 195"/>
                <a:gd name="T35" fmla="*/ 5194 h 415"/>
                <a:gd name="T36" fmla="*/ 4144 w 195"/>
                <a:gd name="T37" fmla="*/ 4754 h 415"/>
                <a:gd name="T38" fmla="*/ 4192 w 195"/>
                <a:gd name="T39" fmla="*/ 4654 h 415"/>
                <a:gd name="T40" fmla="*/ 4455 w 195"/>
                <a:gd name="T41" fmla="*/ 4187 h 415"/>
                <a:gd name="T42" fmla="*/ 2930 w 195"/>
                <a:gd name="T43" fmla="*/ 4565 h 415"/>
                <a:gd name="T44" fmla="*/ 3866 w 195"/>
                <a:gd name="T45" fmla="*/ 1685 h 415"/>
                <a:gd name="T46" fmla="*/ 3980 w 195"/>
                <a:gd name="T47" fmla="*/ 378 h 415"/>
                <a:gd name="T48" fmla="*/ 3259 w 195"/>
                <a:gd name="T49" fmla="*/ 2903 h 415"/>
                <a:gd name="T50" fmla="*/ 2767 w 195"/>
                <a:gd name="T51" fmla="*/ 5057 h 415"/>
                <a:gd name="T52" fmla="*/ 2441 w 195"/>
                <a:gd name="T53" fmla="*/ 3861 h 415"/>
                <a:gd name="T54" fmla="*/ 2392 w 195"/>
                <a:gd name="T55" fmla="*/ 4073 h 415"/>
                <a:gd name="T56" fmla="*/ 2530 w 195"/>
                <a:gd name="T57" fmla="*/ 5546 h 415"/>
                <a:gd name="T58" fmla="*/ 2621 w 195"/>
                <a:gd name="T59" fmla="*/ 6619 h 415"/>
                <a:gd name="T60" fmla="*/ 2178 w 195"/>
                <a:gd name="T61" fmla="*/ 6061 h 415"/>
                <a:gd name="T62" fmla="*/ 2112 w 195"/>
                <a:gd name="T63" fmla="*/ 5286 h 415"/>
                <a:gd name="T64" fmla="*/ 2155 w 195"/>
                <a:gd name="T65" fmla="*/ 4425 h 415"/>
                <a:gd name="T66" fmla="*/ 2341 w 195"/>
                <a:gd name="T67" fmla="*/ 3158 h 415"/>
                <a:gd name="T68" fmla="*/ 2112 w 195"/>
                <a:gd name="T69" fmla="*/ 3601 h 415"/>
                <a:gd name="T70" fmla="*/ 2015 w 195"/>
                <a:gd name="T71" fmla="*/ 5243 h 415"/>
                <a:gd name="T72" fmla="*/ 1874 w 195"/>
                <a:gd name="T73" fmla="*/ 3836 h 415"/>
                <a:gd name="T74" fmla="*/ 1923 w 195"/>
                <a:gd name="T75" fmla="*/ 2291 h 415"/>
                <a:gd name="T76" fmla="*/ 2040 w 195"/>
                <a:gd name="T77" fmla="*/ 892 h 415"/>
                <a:gd name="T78" fmla="*/ 1777 w 195"/>
                <a:gd name="T79" fmla="*/ 277 h 415"/>
                <a:gd name="T80" fmla="*/ 1777 w 195"/>
                <a:gd name="T81" fmla="*/ 1873 h 415"/>
                <a:gd name="T82" fmla="*/ 1685 w 195"/>
                <a:gd name="T83" fmla="*/ 2880 h 415"/>
                <a:gd name="T84" fmla="*/ 1285 w 195"/>
                <a:gd name="T85" fmla="*/ 1922 h 415"/>
                <a:gd name="T86" fmla="*/ 1522 w 195"/>
                <a:gd name="T87" fmla="*/ 2691 h 415"/>
                <a:gd name="T88" fmla="*/ 1760 w 195"/>
                <a:gd name="T89" fmla="*/ 3887 h 415"/>
                <a:gd name="T90" fmla="*/ 1170 w 195"/>
                <a:gd name="T91" fmla="*/ 4605 h 415"/>
                <a:gd name="T92" fmla="*/ 916 w 195"/>
                <a:gd name="T93" fmla="*/ 4328 h 415"/>
                <a:gd name="T94" fmla="*/ 607 w 195"/>
                <a:gd name="T95" fmla="*/ 5220 h 415"/>
                <a:gd name="T96" fmla="*/ 303 w 195"/>
                <a:gd name="T97" fmla="*/ 5409 h 415"/>
                <a:gd name="T98" fmla="*/ 1311 w 195"/>
                <a:gd name="T99" fmla="*/ 4917 h 415"/>
                <a:gd name="T100" fmla="*/ 2015 w 195"/>
                <a:gd name="T101" fmla="*/ 6275 h 415"/>
                <a:gd name="T102" fmla="*/ 1385 w 195"/>
                <a:gd name="T103" fmla="*/ 6112 h 415"/>
                <a:gd name="T104" fmla="*/ 704 w 195"/>
                <a:gd name="T105" fmla="*/ 6693 h 415"/>
                <a:gd name="T106" fmla="*/ 163 w 195"/>
                <a:gd name="T107" fmla="*/ 6716 h 415"/>
                <a:gd name="T108" fmla="*/ 1033 w 195"/>
                <a:gd name="T109" fmla="*/ 6527 h 415"/>
                <a:gd name="T110" fmla="*/ 1685 w 195"/>
                <a:gd name="T111" fmla="*/ 6275 h 415"/>
                <a:gd name="T112" fmla="*/ 1923 w 195"/>
                <a:gd name="T113" fmla="*/ 6644 h 415"/>
                <a:gd name="T114" fmla="*/ 959 w 195"/>
                <a:gd name="T115" fmla="*/ 8215 h 415"/>
                <a:gd name="T116" fmla="*/ 1096 w 195"/>
                <a:gd name="T117" fmla="*/ 8729 h 41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5" h="415">
                  <a:moveTo>
                    <a:pt x="49" y="381"/>
                  </a:moveTo>
                  <a:cubicBezTo>
                    <a:pt x="50" y="379"/>
                    <a:pt x="50" y="379"/>
                    <a:pt x="50" y="379"/>
                  </a:cubicBezTo>
                  <a:cubicBezTo>
                    <a:pt x="52" y="376"/>
                    <a:pt x="55" y="373"/>
                    <a:pt x="56" y="370"/>
                  </a:cubicBezTo>
                  <a:cubicBezTo>
                    <a:pt x="57" y="367"/>
                    <a:pt x="58" y="363"/>
                    <a:pt x="58" y="360"/>
                  </a:cubicBezTo>
                  <a:cubicBezTo>
                    <a:pt x="58" y="360"/>
                    <a:pt x="58" y="358"/>
                    <a:pt x="58" y="358"/>
                  </a:cubicBezTo>
                  <a:cubicBezTo>
                    <a:pt x="58" y="357"/>
                    <a:pt x="59" y="356"/>
                    <a:pt x="59" y="355"/>
                  </a:cubicBezTo>
                  <a:cubicBezTo>
                    <a:pt x="59" y="355"/>
                    <a:pt x="59" y="354"/>
                    <a:pt x="60" y="354"/>
                  </a:cubicBezTo>
                  <a:cubicBezTo>
                    <a:pt x="61" y="353"/>
                    <a:pt x="63" y="352"/>
                    <a:pt x="64" y="351"/>
                  </a:cubicBezTo>
                  <a:cubicBezTo>
                    <a:pt x="64" y="351"/>
                    <a:pt x="65" y="352"/>
                    <a:pt x="65" y="353"/>
                  </a:cubicBezTo>
                  <a:cubicBezTo>
                    <a:pt x="64" y="363"/>
                    <a:pt x="63" y="374"/>
                    <a:pt x="64" y="382"/>
                  </a:cubicBezTo>
                  <a:cubicBezTo>
                    <a:pt x="64" y="386"/>
                    <a:pt x="66" y="389"/>
                    <a:pt x="67" y="393"/>
                  </a:cubicBezTo>
                  <a:cubicBezTo>
                    <a:pt x="70" y="399"/>
                    <a:pt x="72" y="405"/>
                    <a:pt x="70" y="410"/>
                  </a:cubicBezTo>
                  <a:cubicBezTo>
                    <a:pt x="70" y="412"/>
                    <a:pt x="71" y="414"/>
                    <a:pt x="72" y="414"/>
                  </a:cubicBezTo>
                  <a:cubicBezTo>
                    <a:pt x="74" y="415"/>
                    <a:pt x="75" y="414"/>
                    <a:pt x="76" y="412"/>
                  </a:cubicBezTo>
                  <a:cubicBezTo>
                    <a:pt x="79" y="405"/>
                    <a:pt x="76" y="397"/>
                    <a:pt x="73" y="391"/>
                  </a:cubicBezTo>
                  <a:cubicBezTo>
                    <a:pt x="71" y="387"/>
                    <a:pt x="70" y="384"/>
                    <a:pt x="70" y="382"/>
                  </a:cubicBezTo>
                  <a:cubicBezTo>
                    <a:pt x="69" y="374"/>
                    <a:pt x="70" y="363"/>
                    <a:pt x="71" y="352"/>
                  </a:cubicBezTo>
                  <a:cubicBezTo>
                    <a:pt x="72" y="347"/>
                    <a:pt x="72" y="347"/>
                    <a:pt x="72" y="347"/>
                  </a:cubicBezTo>
                  <a:cubicBezTo>
                    <a:pt x="72" y="347"/>
                    <a:pt x="73" y="345"/>
                    <a:pt x="73" y="344"/>
                  </a:cubicBezTo>
                  <a:cubicBezTo>
                    <a:pt x="78" y="340"/>
                    <a:pt x="81" y="335"/>
                    <a:pt x="82" y="329"/>
                  </a:cubicBezTo>
                  <a:cubicBezTo>
                    <a:pt x="62" y="328"/>
                    <a:pt x="62" y="328"/>
                    <a:pt x="62" y="328"/>
                  </a:cubicBezTo>
                  <a:cubicBezTo>
                    <a:pt x="62" y="328"/>
                    <a:pt x="60" y="333"/>
                    <a:pt x="56" y="338"/>
                  </a:cubicBezTo>
                  <a:cubicBezTo>
                    <a:pt x="56" y="338"/>
                    <a:pt x="53" y="338"/>
                    <a:pt x="53" y="337"/>
                  </a:cubicBezTo>
                  <a:cubicBezTo>
                    <a:pt x="47" y="329"/>
                    <a:pt x="47" y="320"/>
                    <a:pt x="52" y="313"/>
                  </a:cubicBezTo>
                  <a:cubicBezTo>
                    <a:pt x="59" y="302"/>
                    <a:pt x="74" y="296"/>
                    <a:pt x="85" y="294"/>
                  </a:cubicBezTo>
                  <a:cubicBezTo>
                    <a:pt x="90" y="293"/>
                    <a:pt x="112" y="293"/>
                    <a:pt x="117" y="295"/>
                  </a:cubicBezTo>
                  <a:cubicBezTo>
                    <a:pt x="128" y="297"/>
                    <a:pt x="141" y="303"/>
                    <a:pt x="148" y="313"/>
                  </a:cubicBezTo>
                  <a:cubicBezTo>
                    <a:pt x="154" y="321"/>
                    <a:pt x="153" y="329"/>
                    <a:pt x="146" y="339"/>
                  </a:cubicBezTo>
                  <a:cubicBezTo>
                    <a:pt x="146" y="339"/>
                    <a:pt x="145" y="339"/>
                    <a:pt x="145" y="339"/>
                  </a:cubicBezTo>
                  <a:cubicBezTo>
                    <a:pt x="140" y="334"/>
                    <a:pt x="138" y="328"/>
                    <a:pt x="138" y="328"/>
                  </a:cubicBezTo>
                  <a:cubicBezTo>
                    <a:pt x="118" y="329"/>
                    <a:pt x="118" y="329"/>
                    <a:pt x="118" y="329"/>
                  </a:cubicBezTo>
                  <a:cubicBezTo>
                    <a:pt x="120" y="335"/>
                    <a:pt x="123" y="341"/>
                    <a:pt x="128" y="346"/>
                  </a:cubicBezTo>
                  <a:cubicBezTo>
                    <a:pt x="129" y="352"/>
                    <a:pt x="129" y="352"/>
                    <a:pt x="129" y="352"/>
                  </a:cubicBezTo>
                  <a:cubicBezTo>
                    <a:pt x="130" y="363"/>
                    <a:pt x="131" y="374"/>
                    <a:pt x="130" y="382"/>
                  </a:cubicBezTo>
                  <a:cubicBezTo>
                    <a:pt x="130" y="384"/>
                    <a:pt x="129" y="387"/>
                    <a:pt x="127" y="391"/>
                  </a:cubicBezTo>
                  <a:cubicBezTo>
                    <a:pt x="124" y="397"/>
                    <a:pt x="121" y="405"/>
                    <a:pt x="124" y="412"/>
                  </a:cubicBezTo>
                  <a:cubicBezTo>
                    <a:pt x="125" y="414"/>
                    <a:pt x="126" y="415"/>
                    <a:pt x="128" y="414"/>
                  </a:cubicBezTo>
                  <a:cubicBezTo>
                    <a:pt x="129" y="414"/>
                    <a:pt x="130" y="412"/>
                    <a:pt x="130" y="410"/>
                  </a:cubicBezTo>
                  <a:cubicBezTo>
                    <a:pt x="128" y="405"/>
                    <a:pt x="130" y="399"/>
                    <a:pt x="133" y="393"/>
                  </a:cubicBezTo>
                  <a:cubicBezTo>
                    <a:pt x="134" y="389"/>
                    <a:pt x="136" y="386"/>
                    <a:pt x="136" y="382"/>
                  </a:cubicBezTo>
                  <a:cubicBezTo>
                    <a:pt x="137" y="374"/>
                    <a:pt x="136" y="363"/>
                    <a:pt x="135" y="352"/>
                  </a:cubicBezTo>
                  <a:cubicBezTo>
                    <a:pt x="135" y="352"/>
                    <a:pt x="135" y="351"/>
                    <a:pt x="136" y="351"/>
                  </a:cubicBezTo>
                  <a:cubicBezTo>
                    <a:pt x="137" y="352"/>
                    <a:pt x="139" y="353"/>
                    <a:pt x="140" y="354"/>
                  </a:cubicBezTo>
                  <a:cubicBezTo>
                    <a:pt x="141" y="354"/>
                    <a:pt x="141" y="355"/>
                    <a:pt x="141" y="355"/>
                  </a:cubicBezTo>
                  <a:cubicBezTo>
                    <a:pt x="141" y="356"/>
                    <a:pt x="142" y="357"/>
                    <a:pt x="142" y="358"/>
                  </a:cubicBezTo>
                  <a:cubicBezTo>
                    <a:pt x="142" y="360"/>
                    <a:pt x="142" y="360"/>
                    <a:pt x="142" y="360"/>
                  </a:cubicBezTo>
                  <a:cubicBezTo>
                    <a:pt x="143" y="363"/>
                    <a:pt x="143" y="367"/>
                    <a:pt x="144" y="370"/>
                  </a:cubicBezTo>
                  <a:cubicBezTo>
                    <a:pt x="145" y="373"/>
                    <a:pt x="148" y="376"/>
                    <a:pt x="150" y="379"/>
                  </a:cubicBezTo>
                  <a:cubicBezTo>
                    <a:pt x="150" y="379"/>
                    <a:pt x="151" y="381"/>
                    <a:pt x="151" y="381"/>
                  </a:cubicBezTo>
                  <a:cubicBezTo>
                    <a:pt x="151" y="381"/>
                    <a:pt x="151" y="382"/>
                    <a:pt x="152" y="382"/>
                  </a:cubicBezTo>
                  <a:cubicBezTo>
                    <a:pt x="153" y="384"/>
                    <a:pt x="154" y="375"/>
                    <a:pt x="154" y="375"/>
                  </a:cubicBezTo>
                  <a:cubicBezTo>
                    <a:pt x="152" y="372"/>
                    <a:pt x="151" y="370"/>
                    <a:pt x="150" y="368"/>
                  </a:cubicBezTo>
                  <a:cubicBezTo>
                    <a:pt x="149" y="365"/>
                    <a:pt x="148" y="362"/>
                    <a:pt x="148" y="359"/>
                  </a:cubicBezTo>
                  <a:cubicBezTo>
                    <a:pt x="148" y="357"/>
                    <a:pt x="148" y="357"/>
                    <a:pt x="148" y="357"/>
                  </a:cubicBezTo>
                  <a:cubicBezTo>
                    <a:pt x="148" y="357"/>
                    <a:pt x="148" y="356"/>
                    <a:pt x="149" y="356"/>
                  </a:cubicBezTo>
                  <a:cubicBezTo>
                    <a:pt x="151" y="357"/>
                    <a:pt x="154" y="358"/>
                    <a:pt x="157" y="358"/>
                  </a:cubicBezTo>
                  <a:cubicBezTo>
                    <a:pt x="158" y="358"/>
                    <a:pt x="158" y="354"/>
                    <a:pt x="159" y="351"/>
                  </a:cubicBezTo>
                  <a:cubicBezTo>
                    <a:pt x="161" y="348"/>
                    <a:pt x="164" y="345"/>
                    <a:pt x="163" y="345"/>
                  </a:cubicBezTo>
                  <a:cubicBezTo>
                    <a:pt x="160" y="346"/>
                    <a:pt x="157" y="345"/>
                    <a:pt x="154" y="345"/>
                  </a:cubicBezTo>
                  <a:cubicBezTo>
                    <a:pt x="153" y="344"/>
                    <a:pt x="153" y="343"/>
                    <a:pt x="154" y="342"/>
                  </a:cubicBezTo>
                  <a:cubicBezTo>
                    <a:pt x="161" y="331"/>
                    <a:pt x="162" y="319"/>
                    <a:pt x="155" y="308"/>
                  </a:cubicBezTo>
                  <a:cubicBezTo>
                    <a:pt x="147" y="298"/>
                    <a:pt x="134" y="290"/>
                    <a:pt x="121" y="287"/>
                  </a:cubicBezTo>
                  <a:cubicBezTo>
                    <a:pt x="121" y="287"/>
                    <a:pt x="119" y="285"/>
                    <a:pt x="119" y="285"/>
                  </a:cubicBezTo>
                  <a:cubicBezTo>
                    <a:pt x="118" y="284"/>
                    <a:pt x="118" y="283"/>
                    <a:pt x="118" y="282"/>
                  </a:cubicBezTo>
                  <a:cubicBezTo>
                    <a:pt x="118" y="282"/>
                    <a:pt x="118" y="282"/>
                    <a:pt x="118" y="282"/>
                  </a:cubicBezTo>
                  <a:cubicBezTo>
                    <a:pt x="117" y="279"/>
                    <a:pt x="117" y="279"/>
                    <a:pt x="117" y="279"/>
                  </a:cubicBezTo>
                  <a:cubicBezTo>
                    <a:pt x="115" y="275"/>
                    <a:pt x="113" y="269"/>
                    <a:pt x="115" y="266"/>
                  </a:cubicBezTo>
                  <a:cubicBezTo>
                    <a:pt x="115" y="264"/>
                    <a:pt x="116" y="263"/>
                    <a:pt x="117" y="263"/>
                  </a:cubicBezTo>
                  <a:cubicBezTo>
                    <a:pt x="119" y="262"/>
                    <a:pt x="120" y="263"/>
                    <a:pt x="121" y="264"/>
                  </a:cubicBezTo>
                  <a:cubicBezTo>
                    <a:pt x="124" y="267"/>
                    <a:pt x="124" y="267"/>
                    <a:pt x="124" y="267"/>
                  </a:cubicBezTo>
                  <a:cubicBezTo>
                    <a:pt x="124" y="268"/>
                    <a:pt x="124" y="268"/>
                    <a:pt x="124" y="268"/>
                  </a:cubicBezTo>
                  <a:cubicBezTo>
                    <a:pt x="125" y="269"/>
                    <a:pt x="126" y="271"/>
                    <a:pt x="128" y="272"/>
                  </a:cubicBezTo>
                  <a:cubicBezTo>
                    <a:pt x="131" y="273"/>
                    <a:pt x="133" y="272"/>
                    <a:pt x="135" y="271"/>
                  </a:cubicBezTo>
                  <a:cubicBezTo>
                    <a:pt x="137" y="270"/>
                    <a:pt x="139" y="269"/>
                    <a:pt x="140" y="270"/>
                  </a:cubicBezTo>
                  <a:cubicBezTo>
                    <a:pt x="143" y="270"/>
                    <a:pt x="144" y="272"/>
                    <a:pt x="145" y="276"/>
                  </a:cubicBezTo>
                  <a:cubicBezTo>
                    <a:pt x="146" y="280"/>
                    <a:pt x="149" y="281"/>
                    <a:pt x="151" y="282"/>
                  </a:cubicBezTo>
                  <a:cubicBezTo>
                    <a:pt x="154" y="283"/>
                    <a:pt x="154" y="283"/>
                    <a:pt x="154" y="283"/>
                  </a:cubicBezTo>
                  <a:cubicBezTo>
                    <a:pt x="155" y="284"/>
                    <a:pt x="156" y="286"/>
                    <a:pt x="157" y="288"/>
                  </a:cubicBezTo>
                  <a:cubicBezTo>
                    <a:pt x="160" y="292"/>
                    <a:pt x="160" y="292"/>
                    <a:pt x="160" y="292"/>
                  </a:cubicBezTo>
                  <a:cubicBezTo>
                    <a:pt x="163" y="296"/>
                    <a:pt x="167" y="297"/>
                    <a:pt x="170" y="298"/>
                  </a:cubicBezTo>
                  <a:cubicBezTo>
                    <a:pt x="173" y="299"/>
                    <a:pt x="173" y="299"/>
                    <a:pt x="173" y="299"/>
                  </a:cubicBezTo>
                  <a:cubicBezTo>
                    <a:pt x="174" y="299"/>
                    <a:pt x="174" y="299"/>
                    <a:pt x="174" y="299"/>
                  </a:cubicBezTo>
                  <a:cubicBezTo>
                    <a:pt x="177" y="300"/>
                    <a:pt x="181" y="302"/>
                    <a:pt x="183" y="304"/>
                  </a:cubicBezTo>
                  <a:cubicBezTo>
                    <a:pt x="185" y="305"/>
                    <a:pt x="185" y="305"/>
                    <a:pt x="185" y="305"/>
                  </a:cubicBezTo>
                  <a:cubicBezTo>
                    <a:pt x="189" y="308"/>
                    <a:pt x="189" y="308"/>
                    <a:pt x="189" y="308"/>
                  </a:cubicBezTo>
                  <a:cubicBezTo>
                    <a:pt x="189" y="308"/>
                    <a:pt x="190" y="305"/>
                    <a:pt x="191" y="305"/>
                  </a:cubicBezTo>
                  <a:cubicBezTo>
                    <a:pt x="188" y="303"/>
                    <a:pt x="188" y="303"/>
                    <a:pt x="188" y="303"/>
                  </a:cubicBezTo>
                  <a:cubicBezTo>
                    <a:pt x="186" y="301"/>
                    <a:pt x="186" y="301"/>
                    <a:pt x="186" y="301"/>
                  </a:cubicBezTo>
                  <a:cubicBezTo>
                    <a:pt x="183" y="298"/>
                    <a:pt x="179" y="297"/>
                    <a:pt x="175" y="295"/>
                  </a:cubicBezTo>
                  <a:cubicBezTo>
                    <a:pt x="175" y="295"/>
                    <a:pt x="175" y="295"/>
                    <a:pt x="175" y="295"/>
                  </a:cubicBezTo>
                  <a:cubicBezTo>
                    <a:pt x="172" y="294"/>
                    <a:pt x="172" y="294"/>
                    <a:pt x="172" y="294"/>
                  </a:cubicBezTo>
                  <a:cubicBezTo>
                    <a:pt x="168" y="293"/>
                    <a:pt x="165" y="292"/>
                    <a:pt x="163" y="290"/>
                  </a:cubicBezTo>
                  <a:cubicBezTo>
                    <a:pt x="160" y="286"/>
                    <a:pt x="160" y="286"/>
                    <a:pt x="160" y="286"/>
                  </a:cubicBezTo>
                  <a:cubicBezTo>
                    <a:pt x="159" y="284"/>
                    <a:pt x="158" y="282"/>
                    <a:pt x="156" y="280"/>
                  </a:cubicBezTo>
                  <a:cubicBezTo>
                    <a:pt x="152" y="278"/>
                    <a:pt x="152" y="278"/>
                    <a:pt x="152" y="278"/>
                  </a:cubicBezTo>
                  <a:cubicBezTo>
                    <a:pt x="150" y="277"/>
                    <a:pt x="149" y="277"/>
                    <a:pt x="149" y="275"/>
                  </a:cubicBezTo>
                  <a:cubicBezTo>
                    <a:pt x="148" y="271"/>
                    <a:pt x="147" y="267"/>
                    <a:pt x="141" y="266"/>
                  </a:cubicBezTo>
                  <a:cubicBezTo>
                    <a:pt x="138" y="265"/>
                    <a:pt x="136" y="266"/>
                    <a:pt x="134" y="267"/>
                  </a:cubicBezTo>
                  <a:cubicBezTo>
                    <a:pt x="132" y="268"/>
                    <a:pt x="131" y="268"/>
                    <a:pt x="129" y="268"/>
                  </a:cubicBezTo>
                  <a:cubicBezTo>
                    <a:pt x="129" y="268"/>
                    <a:pt x="129" y="267"/>
                    <a:pt x="128" y="266"/>
                  </a:cubicBezTo>
                  <a:cubicBezTo>
                    <a:pt x="127" y="265"/>
                    <a:pt x="127" y="265"/>
                    <a:pt x="127" y="265"/>
                  </a:cubicBezTo>
                  <a:cubicBezTo>
                    <a:pt x="124" y="261"/>
                    <a:pt x="124" y="261"/>
                    <a:pt x="124" y="261"/>
                  </a:cubicBezTo>
                  <a:cubicBezTo>
                    <a:pt x="121" y="259"/>
                    <a:pt x="119" y="258"/>
                    <a:pt x="116" y="259"/>
                  </a:cubicBezTo>
                  <a:cubicBezTo>
                    <a:pt x="115" y="259"/>
                    <a:pt x="113" y="260"/>
                    <a:pt x="112" y="262"/>
                  </a:cubicBezTo>
                  <a:cubicBezTo>
                    <a:pt x="112" y="261"/>
                    <a:pt x="112" y="260"/>
                    <a:pt x="111" y="259"/>
                  </a:cubicBezTo>
                  <a:cubicBezTo>
                    <a:pt x="111" y="258"/>
                    <a:pt x="111" y="257"/>
                    <a:pt x="111" y="256"/>
                  </a:cubicBezTo>
                  <a:cubicBezTo>
                    <a:pt x="111" y="246"/>
                    <a:pt x="116" y="232"/>
                    <a:pt x="120" y="222"/>
                  </a:cubicBezTo>
                  <a:cubicBezTo>
                    <a:pt x="120" y="222"/>
                    <a:pt x="120" y="222"/>
                    <a:pt x="120" y="222"/>
                  </a:cubicBezTo>
                  <a:cubicBezTo>
                    <a:pt x="120" y="221"/>
                    <a:pt x="120" y="221"/>
                    <a:pt x="120" y="221"/>
                  </a:cubicBezTo>
                  <a:cubicBezTo>
                    <a:pt x="120" y="221"/>
                    <a:pt x="120" y="221"/>
                    <a:pt x="121" y="221"/>
                  </a:cubicBezTo>
                  <a:cubicBezTo>
                    <a:pt x="124" y="212"/>
                    <a:pt x="131" y="209"/>
                    <a:pt x="144" y="210"/>
                  </a:cubicBezTo>
                  <a:cubicBezTo>
                    <a:pt x="153" y="211"/>
                    <a:pt x="159" y="209"/>
                    <a:pt x="165" y="204"/>
                  </a:cubicBezTo>
                  <a:cubicBezTo>
                    <a:pt x="167" y="203"/>
                    <a:pt x="167" y="203"/>
                    <a:pt x="167" y="203"/>
                  </a:cubicBezTo>
                  <a:cubicBezTo>
                    <a:pt x="171" y="202"/>
                    <a:pt x="173" y="201"/>
                    <a:pt x="177" y="203"/>
                  </a:cubicBezTo>
                  <a:cubicBezTo>
                    <a:pt x="181" y="205"/>
                    <a:pt x="181" y="205"/>
                    <a:pt x="181" y="205"/>
                  </a:cubicBezTo>
                  <a:cubicBezTo>
                    <a:pt x="184" y="208"/>
                    <a:pt x="193" y="208"/>
                    <a:pt x="195" y="206"/>
                  </a:cubicBezTo>
                  <a:cubicBezTo>
                    <a:pt x="195" y="206"/>
                    <a:pt x="195" y="206"/>
                    <a:pt x="194" y="205"/>
                  </a:cubicBezTo>
                  <a:cubicBezTo>
                    <a:pt x="194" y="205"/>
                    <a:pt x="194" y="205"/>
                    <a:pt x="194" y="205"/>
                  </a:cubicBezTo>
                  <a:cubicBezTo>
                    <a:pt x="193" y="206"/>
                    <a:pt x="188" y="206"/>
                    <a:pt x="183" y="202"/>
                  </a:cubicBezTo>
                  <a:cubicBezTo>
                    <a:pt x="179" y="199"/>
                    <a:pt x="179" y="199"/>
                    <a:pt x="179" y="199"/>
                  </a:cubicBezTo>
                  <a:cubicBezTo>
                    <a:pt x="175" y="197"/>
                    <a:pt x="172" y="198"/>
                    <a:pt x="169" y="198"/>
                  </a:cubicBezTo>
                  <a:cubicBezTo>
                    <a:pt x="169" y="198"/>
                    <a:pt x="170" y="197"/>
                    <a:pt x="170" y="196"/>
                  </a:cubicBezTo>
                  <a:cubicBezTo>
                    <a:pt x="175" y="188"/>
                    <a:pt x="187" y="184"/>
                    <a:pt x="190" y="181"/>
                  </a:cubicBezTo>
                  <a:cubicBezTo>
                    <a:pt x="191" y="181"/>
                    <a:pt x="191" y="181"/>
                    <a:pt x="191" y="181"/>
                  </a:cubicBezTo>
                  <a:cubicBezTo>
                    <a:pt x="191" y="180"/>
                    <a:pt x="191" y="180"/>
                    <a:pt x="191" y="179"/>
                  </a:cubicBezTo>
                  <a:cubicBezTo>
                    <a:pt x="191" y="179"/>
                    <a:pt x="190" y="179"/>
                    <a:pt x="190" y="179"/>
                  </a:cubicBezTo>
                  <a:cubicBezTo>
                    <a:pt x="189" y="180"/>
                    <a:pt x="189" y="180"/>
                    <a:pt x="189" y="180"/>
                  </a:cubicBezTo>
                  <a:cubicBezTo>
                    <a:pt x="186" y="182"/>
                    <a:pt x="172" y="186"/>
                    <a:pt x="167" y="194"/>
                  </a:cubicBezTo>
                  <a:cubicBezTo>
                    <a:pt x="161" y="204"/>
                    <a:pt x="156" y="207"/>
                    <a:pt x="145" y="206"/>
                  </a:cubicBezTo>
                  <a:cubicBezTo>
                    <a:pt x="138" y="206"/>
                    <a:pt x="130" y="206"/>
                    <a:pt x="124" y="210"/>
                  </a:cubicBezTo>
                  <a:cubicBezTo>
                    <a:pt x="125" y="208"/>
                    <a:pt x="125" y="207"/>
                    <a:pt x="125" y="206"/>
                  </a:cubicBezTo>
                  <a:cubicBezTo>
                    <a:pt x="126" y="202"/>
                    <a:pt x="126" y="199"/>
                    <a:pt x="125" y="195"/>
                  </a:cubicBezTo>
                  <a:cubicBezTo>
                    <a:pt x="125" y="189"/>
                    <a:pt x="125" y="189"/>
                    <a:pt x="125" y="189"/>
                  </a:cubicBezTo>
                  <a:cubicBezTo>
                    <a:pt x="126" y="177"/>
                    <a:pt x="132" y="167"/>
                    <a:pt x="139" y="159"/>
                  </a:cubicBezTo>
                  <a:cubicBezTo>
                    <a:pt x="147" y="149"/>
                    <a:pt x="145" y="139"/>
                    <a:pt x="143" y="129"/>
                  </a:cubicBezTo>
                  <a:cubicBezTo>
                    <a:pt x="143" y="123"/>
                    <a:pt x="143" y="123"/>
                    <a:pt x="143" y="123"/>
                  </a:cubicBezTo>
                  <a:cubicBezTo>
                    <a:pt x="141" y="111"/>
                    <a:pt x="145" y="106"/>
                    <a:pt x="153" y="97"/>
                  </a:cubicBezTo>
                  <a:cubicBezTo>
                    <a:pt x="160" y="90"/>
                    <a:pt x="162" y="81"/>
                    <a:pt x="165" y="72"/>
                  </a:cubicBezTo>
                  <a:cubicBezTo>
                    <a:pt x="166" y="68"/>
                    <a:pt x="168" y="63"/>
                    <a:pt x="170" y="58"/>
                  </a:cubicBezTo>
                  <a:cubicBezTo>
                    <a:pt x="174" y="50"/>
                    <a:pt x="173" y="45"/>
                    <a:pt x="171" y="38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69" y="29"/>
                    <a:pt x="170" y="19"/>
                    <a:pt x="171" y="18"/>
                  </a:cubicBezTo>
                  <a:cubicBezTo>
                    <a:pt x="172" y="17"/>
                    <a:pt x="172" y="17"/>
                    <a:pt x="171" y="16"/>
                  </a:cubicBezTo>
                  <a:cubicBezTo>
                    <a:pt x="171" y="16"/>
                    <a:pt x="170" y="16"/>
                    <a:pt x="170" y="16"/>
                  </a:cubicBezTo>
                  <a:cubicBezTo>
                    <a:pt x="167" y="19"/>
                    <a:pt x="166" y="32"/>
                    <a:pt x="167" y="36"/>
                  </a:cubicBezTo>
                  <a:cubicBezTo>
                    <a:pt x="167" y="39"/>
                    <a:pt x="167" y="39"/>
                    <a:pt x="167" y="39"/>
                  </a:cubicBezTo>
                  <a:cubicBezTo>
                    <a:pt x="169" y="46"/>
                    <a:pt x="170" y="49"/>
                    <a:pt x="166" y="56"/>
                  </a:cubicBezTo>
                  <a:cubicBezTo>
                    <a:pt x="164" y="61"/>
                    <a:pt x="162" y="66"/>
                    <a:pt x="161" y="71"/>
                  </a:cubicBezTo>
                  <a:cubicBezTo>
                    <a:pt x="159" y="80"/>
                    <a:pt x="156" y="88"/>
                    <a:pt x="150" y="95"/>
                  </a:cubicBezTo>
                  <a:cubicBezTo>
                    <a:pt x="141" y="104"/>
                    <a:pt x="137" y="110"/>
                    <a:pt x="139" y="124"/>
                  </a:cubicBezTo>
                  <a:cubicBezTo>
                    <a:pt x="140" y="129"/>
                    <a:pt x="140" y="129"/>
                    <a:pt x="140" y="129"/>
                  </a:cubicBezTo>
                  <a:cubicBezTo>
                    <a:pt x="141" y="140"/>
                    <a:pt x="143" y="148"/>
                    <a:pt x="136" y="157"/>
                  </a:cubicBezTo>
                  <a:cubicBezTo>
                    <a:pt x="129" y="165"/>
                    <a:pt x="122" y="175"/>
                    <a:pt x="121" y="188"/>
                  </a:cubicBezTo>
                  <a:cubicBezTo>
                    <a:pt x="121" y="195"/>
                    <a:pt x="121" y="195"/>
                    <a:pt x="121" y="195"/>
                  </a:cubicBezTo>
                  <a:cubicBezTo>
                    <a:pt x="122" y="199"/>
                    <a:pt x="122" y="202"/>
                    <a:pt x="121" y="205"/>
                  </a:cubicBezTo>
                  <a:cubicBezTo>
                    <a:pt x="121" y="209"/>
                    <a:pt x="119" y="213"/>
                    <a:pt x="118" y="216"/>
                  </a:cubicBezTo>
                  <a:cubicBezTo>
                    <a:pt x="117" y="220"/>
                    <a:pt x="117" y="220"/>
                    <a:pt x="117" y="220"/>
                  </a:cubicBezTo>
                  <a:cubicBezTo>
                    <a:pt x="116" y="222"/>
                    <a:pt x="115" y="224"/>
                    <a:pt x="114" y="226"/>
                  </a:cubicBezTo>
                  <a:cubicBezTo>
                    <a:pt x="115" y="219"/>
                    <a:pt x="112" y="212"/>
                    <a:pt x="110" y="205"/>
                  </a:cubicBezTo>
                  <a:cubicBezTo>
                    <a:pt x="107" y="195"/>
                    <a:pt x="107" y="195"/>
                    <a:pt x="107" y="195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4" y="171"/>
                    <a:pt x="104" y="168"/>
                    <a:pt x="104" y="165"/>
                  </a:cubicBezTo>
                  <a:cubicBezTo>
                    <a:pt x="103" y="164"/>
                    <a:pt x="102" y="152"/>
                    <a:pt x="102" y="147"/>
                  </a:cubicBezTo>
                  <a:cubicBezTo>
                    <a:pt x="102" y="143"/>
                    <a:pt x="102" y="143"/>
                    <a:pt x="102" y="143"/>
                  </a:cubicBezTo>
                  <a:cubicBezTo>
                    <a:pt x="102" y="141"/>
                    <a:pt x="101" y="142"/>
                    <a:pt x="101" y="143"/>
                  </a:cubicBezTo>
                  <a:cubicBezTo>
                    <a:pt x="101" y="147"/>
                    <a:pt x="101" y="147"/>
                    <a:pt x="101" y="147"/>
                  </a:cubicBezTo>
                  <a:cubicBezTo>
                    <a:pt x="101" y="158"/>
                    <a:pt x="101" y="165"/>
                    <a:pt x="101" y="166"/>
                  </a:cubicBezTo>
                  <a:cubicBezTo>
                    <a:pt x="102" y="168"/>
                    <a:pt x="102" y="171"/>
                    <a:pt x="102" y="174"/>
                  </a:cubicBezTo>
                  <a:cubicBezTo>
                    <a:pt x="102" y="180"/>
                    <a:pt x="102" y="180"/>
                    <a:pt x="102" y="180"/>
                  </a:cubicBezTo>
                  <a:cubicBezTo>
                    <a:pt x="102" y="187"/>
                    <a:pt x="102" y="187"/>
                    <a:pt x="102" y="187"/>
                  </a:cubicBezTo>
                  <a:cubicBezTo>
                    <a:pt x="103" y="195"/>
                    <a:pt x="103" y="195"/>
                    <a:pt x="103" y="195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08" y="213"/>
                    <a:pt x="111" y="220"/>
                    <a:pt x="110" y="226"/>
                  </a:cubicBezTo>
                  <a:cubicBezTo>
                    <a:pt x="108" y="237"/>
                    <a:pt x="108" y="237"/>
                    <a:pt x="108" y="237"/>
                  </a:cubicBezTo>
                  <a:cubicBezTo>
                    <a:pt x="107" y="243"/>
                    <a:pt x="106" y="250"/>
                    <a:pt x="107" y="257"/>
                  </a:cubicBezTo>
                  <a:cubicBezTo>
                    <a:pt x="107" y="257"/>
                    <a:pt x="107" y="258"/>
                    <a:pt x="107" y="258"/>
                  </a:cubicBezTo>
                  <a:cubicBezTo>
                    <a:pt x="107" y="259"/>
                    <a:pt x="107" y="259"/>
                    <a:pt x="107" y="259"/>
                  </a:cubicBezTo>
                  <a:cubicBezTo>
                    <a:pt x="107" y="259"/>
                    <a:pt x="107" y="259"/>
                    <a:pt x="107" y="259"/>
                  </a:cubicBezTo>
                  <a:cubicBezTo>
                    <a:pt x="108" y="265"/>
                    <a:pt x="109" y="271"/>
                    <a:pt x="110" y="277"/>
                  </a:cubicBezTo>
                  <a:cubicBezTo>
                    <a:pt x="112" y="283"/>
                    <a:pt x="112" y="283"/>
                    <a:pt x="112" y="283"/>
                  </a:cubicBezTo>
                  <a:cubicBezTo>
                    <a:pt x="113" y="284"/>
                    <a:pt x="114" y="286"/>
                    <a:pt x="113" y="286"/>
                  </a:cubicBezTo>
                  <a:cubicBezTo>
                    <a:pt x="106" y="285"/>
                    <a:pt x="93" y="285"/>
                    <a:pt x="87" y="286"/>
                  </a:cubicBezTo>
                  <a:cubicBezTo>
                    <a:pt x="86" y="286"/>
                    <a:pt x="86" y="285"/>
                    <a:pt x="86" y="284"/>
                  </a:cubicBezTo>
                  <a:cubicBezTo>
                    <a:pt x="86" y="284"/>
                    <a:pt x="86" y="283"/>
                    <a:pt x="87" y="282"/>
                  </a:cubicBezTo>
                  <a:cubicBezTo>
                    <a:pt x="89" y="277"/>
                    <a:pt x="89" y="277"/>
                    <a:pt x="89" y="277"/>
                  </a:cubicBezTo>
                  <a:cubicBezTo>
                    <a:pt x="90" y="271"/>
                    <a:pt x="92" y="265"/>
                    <a:pt x="93" y="259"/>
                  </a:cubicBezTo>
                  <a:cubicBezTo>
                    <a:pt x="93" y="259"/>
                    <a:pt x="93" y="259"/>
                    <a:pt x="93" y="259"/>
                  </a:cubicBezTo>
                  <a:cubicBezTo>
                    <a:pt x="93" y="259"/>
                    <a:pt x="93" y="259"/>
                    <a:pt x="93" y="258"/>
                  </a:cubicBezTo>
                  <a:cubicBezTo>
                    <a:pt x="93" y="258"/>
                    <a:pt x="93" y="257"/>
                    <a:pt x="93" y="257"/>
                  </a:cubicBezTo>
                  <a:cubicBezTo>
                    <a:pt x="94" y="250"/>
                    <a:pt x="93" y="243"/>
                    <a:pt x="92" y="237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5"/>
                    <a:pt x="90" y="224"/>
                    <a:pt x="90" y="224"/>
                  </a:cubicBezTo>
                  <a:cubicBezTo>
                    <a:pt x="90" y="219"/>
                    <a:pt x="89" y="214"/>
                    <a:pt x="89" y="209"/>
                  </a:cubicBezTo>
                  <a:cubicBezTo>
                    <a:pt x="89" y="207"/>
                    <a:pt x="89" y="206"/>
                    <a:pt x="89" y="204"/>
                  </a:cubicBezTo>
                  <a:cubicBezTo>
                    <a:pt x="91" y="199"/>
                    <a:pt x="91" y="199"/>
                    <a:pt x="91" y="199"/>
                  </a:cubicBezTo>
                  <a:cubicBezTo>
                    <a:pt x="92" y="195"/>
                    <a:pt x="92" y="195"/>
                    <a:pt x="92" y="195"/>
                  </a:cubicBezTo>
                  <a:cubicBezTo>
                    <a:pt x="92" y="193"/>
                    <a:pt x="92" y="191"/>
                    <a:pt x="92" y="189"/>
                  </a:cubicBezTo>
                  <a:cubicBezTo>
                    <a:pt x="92" y="187"/>
                    <a:pt x="92" y="185"/>
                    <a:pt x="92" y="184"/>
                  </a:cubicBezTo>
                  <a:cubicBezTo>
                    <a:pt x="92" y="184"/>
                    <a:pt x="92" y="183"/>
                    <a:pt x="92" y="183"/>
                  </a:cubicBezTo>
                  <a:cubicBezTo>
                    <a:pt x="92" y="179"/>
                    <a:pt x="91" y="176"/>
                    <a:pt x="91" y="173"/>
                  </a:cubicBezTo>
                  <a:cubicBezTo>
                    <a:pt x="91" y="167"/>
                    <a:pt x="92" y="161"/>
                    <a:pt x="94" y="156"/>
                  </a:cubicBezTo>
                  <a:cubicBezTo>
                    <a:pt x="97" y="148"/>
                    <a:pt x="97" y="148"/>
                    <a:pt x="97" y="148"/>
                  </a:cubicBezTo>
                  <a:cubicBezTo>
                    <a:pt x="99" y="144"/>
                    <a:pt x="99" y="140"/>
                    <a:pt x="100" y="135"/>
                  </a:cubicBezTo>
                  <a:cubicBezTo>
                    <a:pt x="102" y="120"/>
                    <a:pt x="102" y="120"/>
                    <a:pt x="102" y="120"/>
                  </a:cubicBezTo>
                  <a:cubicBezTo>
                    <a:pt x="102" y="116"/>
                    <a:pt x="102" y="116"/>
                    <a:pt x="102" y="116"/>
                  </a:cubicBezTo>
                  <a:cubicBezTo>
                    <a:pt x="101" y="119"/>
                    <a:pt x="99" y="123"/>
                    <a:pt x="98" y="128"/>
                  </a:cubicBezTo>
                  <a:cubicBezTo>
                    <a:pt x="98" y="133"/>
                    <a:pt x="98" y="133"/>
                    <a:pt x="98" y="133"/>
                  </a:cubicBezTo>
                  <a:cubicBezTo>
                    <a:pt x="97" y="138"/>
                    <a:pt x="95" y="142"/>
                    <a:pt x="93" y="146"/>
                  </a:cubicBezTo>
                  <a:cubicBezTo>
                    <a:pt x="90" y="154"/>
                    <a:pt x="90" y="154"/>
                    <a:pt x="90" y="154"/>
                  </a:cubicBezTo>
                  <a:cubicBezTo>
                    <a:pt x="87" y="164"/>
                    <a:pt x="87" y="174"/>
                    <a:pt x="88" y="183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88" y="187"/>
                    <a:pt x="88" y="191"/>
                    <a:pt x="88" y="194"/>
                  </a:cubicBezTo>
                  <a:cubicBezTo>
                    <a:pt x="88" y="194"/>
                    <a:pt x="87" y="198"/>
                    <a:pt x="87" y="198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5" y="211"/>
                    <a:pt x="85" y="217"/>
                    <a:pt x="86" y="224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5" y="224"/>
                    <a:pt x="84" y="221"/>
                    <a:pt x="83" y="219"/>
                  </a:cubicBezTo>
                  <a:cubicBezTo>
                    <a:pt x="82" y="216"/>
                    <a:pt x="80" y="214"/>
                    <a:pt x="78" y="212"/>
                  </a:cubicBezTo>
                  <a:cubicBezTo>
                    <a:pt x="75" y="204"/>
                    <a:pt x="75" y="195"/>
                    <a:pt x="75" y="187"/>
                  </a:cubicBezTo>
                  <a:cubicBezTo>
                    <a:pt x="76" y="180"/>
                    <a:pt x="77" y="174"/>
                    <a:pt x="79" y="167"/>
                  </a:cubicBezTo>
                  <a:cubicBezTo>
                    <a:pt x="80" y="164"/>
                    <a:pt x="80" y="164"/>
                    <a:pt x="80" y="164"/>
                  </a:cubicBezTo>
                  <a:cubicBezTo>
                    <a:pt x="82" y="157"/>
                    <a:pt x="83" y="151"/>
                    <a:pt x="82" y="145"/>
                  </a:cubicBezTo>
                  <a:cubicBezTo>
                    <a:pt x="79" y="136"/>
                    <a:pt x="79" y="136"/>
                    <a:pt x="79" y="136"/>
                  </a:cubicBezTo>
                  <a:cubicBezTo>
                    <a:pt x="77" y="130"/>
                    <a:pt x="77" y="130"/>
                    <a:pt x="77" y="130"/>
                  </a:cubicBezTo>
                  <a:cubicBezTo>
                    <a:pt x="76" y="126"/>
                    <a:pt x="76" y="121"/>
                    <a:pt x="78" y="115"/>
                  </a:cubicBezTo>
                  <a:cubicBezTo>
                    <a:pt x="79" y="112"/>
                    <a:pt x="79" y="112"/>
                    <a:pt x="79" y="112"/>
                  </a:cubicBezTo>
                  <a:cubicBezTo>
                    <a:pt x="80" y="107"/>
                    <a:pt x="82" y="103"/>
                    <a:pt x="82" y="98"/>
                  </a:cubicBezTo>
                  <a:cubicBezTo>
                    <a:pt x="83" y="94"/>
                    <a:pt x="82" y="91"/>
                    <a:pt x="81" y="87"/>
                  </a:cubicBezTo>
                  <a:cubicBezTo>
                    <a:pt x="80" y="80"/>
                    <a:pt x="80" y="80"/>
                    <a:pt x="80" y="80"/>
                  </a:cubicBezTo>
                  <a:cubicBezTo>
                    <a:pt x="79" y="76"/>
                    <a:pt x="80" y="73"/>
                    <a:pt x="81" y="69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3" y="57"/>
                    <a:pt x="84" y="53"/>
                    <a:pt x="85" y="50"/>
                  </a:cubicBezTo>
                  <a:cubicBezTo>
                    <a:pt x="86" y="46"/>
                    <a:pt x="87" y="42"/>
                    <a:pt x="87" y="38"/>
                  </a:cubicBezTo>
                  <a:cubicBezTo>
                    <a:pt x="88" y="28"/>
                    <a:pt x="86" y="20"/>
                    <a:pt x="81" y="13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5" y="7"/>
                    <a:pt x="71" y="3"/>
                    <a:pt x="71" y="1"/>
                  </a:cubicBezTo>
                  <a:cubicBezTo>
                    <a:pt x="71" y="0"/>
                    <a:pt x="70" y="0"/>
                    <a:pt x="69" y="0"/>
                  </a:cubicBezTo>
                  <a:cubicBezTo>
                    <a:pt x="69" y="0"/>
                    <a:pt x="68" y="0"/>
                    <a:pt x="68" y="1"/>
                  </a:cubicBezTo>
                  <a:cubicBezTo>
                    <a:pt x="68" y="4"/>
                    <a:pt x="72" y="8"/>
                    <a:pt x="76" y="12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3" y="21"/>
                    <a:pt x="84" y="29"/>
                    <a:pt x="83" y="37"/>
                  </a:cubicBezTo>
                  <a:cubicBezTo>
                    <a:pt x="83" y="41"/>
                    <a:pt x="82" y="45"/>
                    <a:pt x="81" y="49"/>
                  </a:cubicBezTo>
                  <a:cubicBezTo>
                    <a:pt x="80" y="52"/>
                    <a:pt x="79" y="56"/>
                    <a:pt x="79" y="60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6" y="72"/>
                    <a:pt x="75" y="76"/>
                    <a:pt x="76" y="80"/>
                  </a:cubicBezTo>
                  <a:cubicBezTo>
                    <a:pt x="77" y="88"/>
                    <a:pt x="77" y="88"/>
                    <a:pt x="77" y="88"/>
                  </a:cubicBezTo>
                  <a:cubicBezTo>
                    <a:pt x="78" y="91"/>
                    <a:pt x="79" y="95"/>
                    <a:pt x="78" y="98"/>
                  </a:cubicBezTo>
                  <a:cubicBezTo>
                    <a:pt x="78" y="102"/>
                    <a:pt x="77" y="106"/>
                    <a:pt x="75" y="110"/>
                  </a:cubicBezTo>
                  <a:cubicBezTo>
                    <a:pt x="74" y="114"/>
                    <a:pt x="74" y="114"/>
                    <a:pt x="74" y="114"/>
                  </a:cubicBezTo>
                  <a:cubicBezTo>
                    <a:pt x="73" y="117"/>
                    <a:pt x="72" y="121"/>
                    <a:pt x="72" y="124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71" y="122"/>
                    <a:pt x="71" y="121"/>
                    <a:pt x="71" y="120"/>
                  </a:cubicBezTo>
                  <a:cubicBezTo>
                    <a:pt x="71" y="118"/>
                    <a:pt x="70" y="115"/>
                    <a:pt x="68" y="113"/>
                  </a:cubicBezTo>
                  <a:cubicBezTo>
                    <a:pt x="64" y="107"/>
                    <a:pt x="59" y="104"/>
                    <a:pt x="59" y="97"/>
                  </a:cubicBezTo>
                  <a:cubicBezTo>
                    <a:pt x="59" y="97"/>
                    <a:pt x="59" y="93"/>
                    <a:pt x="59" y="93"/>
                  </a:cubicBezTo>
                  <a:cubicBezTo>
                    <a:pt x="60" y="89"/>
                    <a:pt x="61" y="84"/>
                    <a:pt x="57" y="82"/>
                  </a:cubicBezTo>
                  <a:cubicBezTo>
                    <a:pt x="56" y="82"/>
                    <a:pt x="55" y="82"/>
                    <a:pt x="55" y="82"/>
                  </a:cubicBezTo>
                  <a:cubicBezTo>
                    <a:pt x="55" y="82"/>
                    <a:pt x="54" y="83"/>
                    <a:pt x="54" y="83"/>
                  </a:cubicBezTo>
                  <a:cubicBezTo>
                    <a:pt x="54" y="83"/>
                    <a:pt x="55" y="84"/>
                    <a:pt x="55" y="84"/>
                  </a:cubicBezTo>
                  <a:cubicBezTo>
                    <a:pt x="57" y="84"/>
                    <a:pt x="57" y="85"/>
                    <a:pt x="57" y="86"/>
                  </a:cubicBezTo>
                  <a:cubicBezTo>
                    <a:pt x="57" y="87"/>
                    <a:pt x="57" y="91"/>
                    <a:pt x="57" y="93"/>
                  </a:cubicBezTo>
                  <a:cubicBezTo>
                    <a:pt x="56" y="97"/>
                    <a:pt x="56" y="97"/>
                    <a:pt x="56" y="97"/>
                  </a:cubicBezTo>
                  <a:cubicBezTo>
                    <a:pt x="57" y="106"/>
                    <a:pt x="61" y="110"/>
                    <a:pt x="65" y="115"/>
                  </a:cubicBezTo>
                  <a:cubicBezTo>
                    <a:pt x="66" y="117"/>
                    <a:pt x="67" y="118"/>
                    <a:pt x="67" y="120"/>
                  </a:cubicBezTo>
                  <a:cubicBezTo>
                    <a:pt x="67" y="122"/>
                    <a:pt x="67" y="124"/>
                    <a:pt x="68" y="125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8" y="145"/>
                    <a:pt x="78" y="145"/>
                    <a:pt x="78" y="145"/>
                  </a:cubicBezTo>
                  <a:cubicBezTo>
                    <a:pt x="79" y="151"/>
                    <a:pt x="78" y="157"/>
                    <a:pt x="76" y="163"/>
                  </a:cubicBezTo>
                  <a:cubicBezTo>
                    <a:pt x="75" y="166"/>
                    <a:pt x="75" y="166"/>
                    <a:pt x="75" y="166"/>
                  </a:cubicBezTo>
                  <a:cubicBezTo>
                    <a:pt x="73" y="173"/>
                    <a:pt x="72" y="180"/>
                    <a:pt x="71" y="187"/>
                  </a:cubicBezTo>
                  <a:cubicBezTo>
                    <a:pt x="71" y="193"/>
                    <a:pt x="71" y="201"/>
                    <a:pt x="73" y="208"/>
                  </a:cubicBezTo>
                  <a:cubicBezTo>
                    <a:pt x="67" y="206"/>
                    <a:pt x="61" y="206"/>
                    <a:pt x="55" y="206"/>
                  </a:cubicBezTo>
                  <a:cubicBezTo>
                    <a:pt x="55" y="206"/>
                    <a:pt x="55" y="206"/>
                    <a:pt x="55" y="206"/>
                  </a:cubicBezTo>
                  <a:cubicBezTo>
                    <a:pt x="54" y="207"/>
                    <a:pt x="53" y="206"/>
                    <a:pt x="52" y="206"/>
                  </a:cubicBezTo>
                  <a:cubicBezTo>
                    <a:pt x="50" y="204"/>
                    <a:pt x="50" y="200"/>
                    <a:pt x="50" y="197"/>
                  </a:cubicBezTo>
                  <a:cubicBezTo>
                    <a:pt x="50" y="194"/>
                    <a:pt x="50" y="194"/>
                    <a:pt x="50" y="194"/>
                  </a:cubicBezTo>
                  <a:cubicBezTo>
                    <a:pt x="50" y="188"/>
                    <a:pt x="45" y="186"/>
                    <a:pt x="41" y="183"/>
                  </a:cubicBezTo>
                  <a:cubicBezTo>
                    <a:pt x="38" y="180"/>
                    <a:pt x="35" y="177"/>
                    <a:pt x="35" y="176"/>
                  </a:cubicBezTo>
                  <a:cubicBezTo>
                    <a:pt x="34" y="175"/>
                    <a:pt x="34" y="175"/>
                    <a:pt x="33" y="175"/>
                  </a:cubicBezTo>
                  <a:cubicBezTo>
                    <a:pt x="32" y="175"/>
                    <a:pt x="32" y="176"/>
                    <a:pt x="32" y="176"/>
                  </a:cubicBezTo>
                  <a:cubicBezTo>
                    <a:pt x="33" y="179"/>
                    <a:pt x="36" y="182"/>
                    <a:pt x="39" y="185"/>
                  </a:cubicBezTo>
                  <a:cubicBezTo>
                    <a:pt x="43" y="187"/>
                    <a:pt x="46" y="190"/>
                    <a:pt x="46" y="194"/>
                  </a:cubicBezTo>
                  <a:cubicBezTo>
                    <a:pt x="46" y="197"/>
                    <a:pt x="46" y="197"/>
                    <a:pt x="46" y="197"/>
                  </a:cubicBezTo>
                  <a:cubicBezTo>
                    <a:pt x="46" y="201"/>
                    <a:pt x="46" y="205"/>
                    <a:pt x="49" y="208"/>
                  </a:cubicBezTo>
                  <a:cubicBezTo>
                    <a:pt x="46" y="210"/>
                    <a:pt x="44" y="213"/>
                    <a:pt x="41" y="216"/>
                  </a:cubicBezTo>
                  <a:cubicBezTo>
                    <a:pt x="39" y="219"/>
                    <a:pt x="36" y="222"/>
                    <a:pt x="33" y="223"/>
                  </a:cubicBezTo>
                  <a:cubicBezTo>
                    <a:pt x="31" y="224"/>
                    <a:pt x="29" y="223"/>
                    <a:pt x="26" y="223"/>
                  </a:cubicBezTo>
                  <a:cubicBezTo>
                    <a:pt x="24" y="222"/>
                    <a:pt x="21" y="221"/>
                    <a:pt x="18" y="221"/>
                  </a:cubicBezTo>
                  <a:cubicBezTo>
                    <a:pt x="14" y="222"/>
                    <a:pt x="12" y="229"/>
                    <a:pt x="11" y="230"/>
                  </a:cubicBezTo>
                  <a:cubicBezTo>
                    <a:pt x="11" y="231"/>
                    <a:pt x="10" y="232"/>
                    <a:pt x="10" y="232"/>
                  </a:cubicBezTo>
                  <a:cubicBezTo>
                    <a:pt x="9" y="232"/>
                    <a:pt x="9" y="232"/>
                    <a:pt x="9" y="233"/>
                  </a:cubicBezTo>
                  <a:cubicBezTo>
                    <a:pt x="9" y="233"/>
                    <a:pt x="10" y="234"/>
                    <a:pt x="10" y="234"/>
                  </a:cubicBezTo>
                  <a:cubicBezTo>
                    <a:pt x="12" y="233"/>
                    <a:pt x="12" y="232"/>
                    <a:pt x="13" y="231"/>
                  </a:cubicBezTo>
                  <a:cubicBezTo>
                    <a:pt x="13" y="230"/>
                    <a:pt x="17" y="225"/>
                    <a:pt x="19" y="225"/>
                  </a:cubicBezTo>
                  <a:cubicBezTo>
                    <a:pt x="21" y="225"/>
                    <a:pt x="23" y="226"/>
                    <a:pt x="25" y="226"/>
                  </a:cubicBezTo>
                  <a:cubicBezTo>
                    <a:pt x="28" y="227"/>
                    <a:pt x="31" y="229"/>
                    <a:pt x="35" y="227"/>
                  </a:cubicBezTo>
                  <a:cubicBezTo>
                    <a:pt x="39" y="226"/>
                    <a:pt x="42" y="222"/>
                    <a:pt x="45" y="218"/>
                  </a:cubicBezTo>
                  <a:cubicBezTo>
                    <a:pt x="48" y="214"/>
                    <a:pt x="51" y="210"/>
                    <a:pt x="55" y="211"/>
                  </a:cubicBezTo>
                  <a:cubicBezTo>
                    <a:pt x="55" y="211"/>
                    <a:pt x="56" y="211"/>
                    <a:pt x="56" y="210"/>
                  </a:cubicBezTo>
                  <a:cubicBezTo>
                    <a:pt x="65" y="209"/>
                    <a:pt x="71" y="211"/>
                    <a:pt x="75" y="214"/>
                  </a:cubicBezTo>
                  <a:cubicBezTo>
                    <a:pt x="77" y="216"/>
                    <a:pt x="79" y="220"/>
                    <a:pt x="80" y="221"/>
                  </a:cubicBezTo>
                  <a:cubicBezTo>
                    <a:pt x="84" y="231"/>
                    <a:pt x="89" y="246"/>
                    <a:pt x="89" y="256"/>
                  </a:cubicBezTo>
                  <a:cubicBezTo>
                    <a:pt x="89" y="257"/>
                    <a:pt x="89" y="258"/>
                    <a:pt x="89" y="259"/>
                  </a:cubicBezTo>
                  <a:cubicBezTo>
                    <a:pt x="88" y="262"/>
                    <a:pt x="88" y="265"/>
                    <a:pt x="87" y="268"/>
                  </a:cubicBezTo>
                  <a:cubicBezTo>
                    <a:pt x="87" y="268"/>
                    <a:pt x="87" y="268"/>
                    <a:pt x="86" y="268"/>
                  </a:cubicBezTo>
                  <a:cubicBezTo>
                    <a:pt x="84" y="265"/>
                    <a:pt x="81" y="264"/>
                    <a:pt x="77" y="264"/>
                  </a:cubicBezTo>
                  <a:cubicBezTo>
                    <a:pt x="75" y="264"/>
                    <a:pt x="75" y="264"/>
                    <a:pt x="75" y="264"/>
                  </a:cubicBezTo>
                  <a:cubicBezTo>
                    <a:pt x="74" y="265"/>
                    <a:pt x="73" y="265"/>
                    <a:pt x="73" y="265"/>
                  </a:cubicBezTo>
                  <a:cubicBezTo>
                    <a:pt x="72" y="264"/>
                    <a:pt x="72" y="264"/>
                    <a:pt x="72" y="264"/>
                  </a:cubicBezTo>
                  <a:cubicBezTo>
                    <a:pt x="70" y="262"/>
                    <a:pt x="70" y="262"/>
                    <a:pt x="70" y="262"/>
                  </a:cubicBezTo>
                  <a:cubicBezTo>
                    <a:pt x="67" y="260"/>
                    <a:pt x="62" y="259"/>
                    <a:pt x="59" y="261"/>
                  </a:cubicBezTo>
                  <a:cubicBezTo>
                    <a:pt x="56" y="262"/>
                    <a:pt x="53" y="265"/>
                    <a:pt x="50" y="268"/>
                  </a:cubicBezTo>
                  <a:cubicBezTo>
                    <a:pt x="46" y="273"/>
                    <a:pt x="46" y="273"/>
                    <a:pt x="46" y="273"/>
                  </a:cubicBezTo>
                  <a:cubicBezTo>
                    <a:pt x="42" y="275"/>
                    <a:pt x="42" y="275"/>
                    <a:pt x="42" y="275"/>
                  </a:cubicBezTo>
                  <a:cubicBezTo>
                    <a:pt x="37" y="279"/>
                    <a:pt x="37" y="279"/>
                    <a:pt x="37" y="279"/>
                  </a:cubicBezTo>
                  <a:cubicBezTo>
                    <a:pt x="33" y="283"/>
                    <a:pt x="33" y="283"/>
                    <a:pt x="33" y="283"/>
                  </a:cubicBezTo>
                  <a:cubicBezTo>
                    <a:pt x="30" y="286"/>
                    <a:pt x="30" y="286"/>
                    <a:pt x="30" y="286"/>
                  </a:cubicBezTo>
                  <a:cubicBezTo>
                    <a:pt x="26" y="290"/>
                    <a:pt x="25" y="289"/>
                    <a:pt x="22" y="286"/>
                  </a:cubicBezTo>
                  <a:cubicBezTo>
                    <a:pt x="20" y="285"/>
                    <a:pt x="18" y="283"/>
                    <a:pt x="16" y="282"/>
                  </a:cubicBezTo>
                  <a:cubicBezTo>
                    <a:pt x="13" y="281"/>
                    <a:pt x="9" y="282"/>
                    <a:pt x="5" y="284"/>
                  </a:cubicBezTo>
                  <a:cubicBezTo>
                    <a:pt x="3" y="285"/>
                    <a:pt x="1" y="287"/>
                    <a:pt x="0" y="288"/>
                  </a:cubicBezTo>
                  <a:cubicBezTo>
                    <a:pt x="0" y="289"/>
                    <a:pt x="3" y="293"/>
                    <a:pt x="3" y="292"/>
                  </a:cubicBezTo>
                  <a:cubicBezTo>
                    <a:pt x="3" y="290"/>
                    <a:pt x="5" y="289"/>
                    <a:pt x="7" y="287"/>
                  </a:cubicBezTo>
                  <a:cubicBezTo>
                    <a:pt x="9" y="286"/>
                    <a:pt x="13" y="285"/>
                    <a:pt x="14" y="286"/>
                  </a:cubicBezTo>
                  <a:cubicBezTo>
                    <a:pt x="16" y="287"/>
                    <a:pt x="18" y="288"/>
                    <a:pt x="19" y="289"/>
                  </a:cubicBezTo>
                  <a:cubicBezTo>
                    <a:pt x="22" y="292"/>
                    <a:pt x="26" y="295"/>
                    <a:pt x="33" y="289"/>
                  </a:cubicBezTo>
                  <a:cubicBezTo>
                    <a:pt x="36" y="285"/>
                    <a:pt x="36" y="285"/>
                    <a:pt x="36" y="285"/>
                  </a:cubicBezTo>
                  <a:cubicBezTo>
                    <a:pt x="39" y="282"/>
                    <a:pt x="39" y="282"/>
                    <a:pt x="39" y="282"/>
                  </a:cubicBezTo>
                  <a:cubicBezTo>
                    <a:pt x="44" y="279"/>
                    <a:pt x="44" y="279"/>
                    <a:pt x="44" y="279"/>
                  </a:cubicBezTo>
                  <a:cubicBezTo>
                    <a:pt x="48" y="276"/>
                    <a:pt x="48" y="276"/>
                    <a:pt x="48" y="276"/>
                  </a:cubicBezTo>
                  <a:cubicBezTo>
                    <a:pt x="53" y="271"/>
                    <a:pt x="53" y="271"/>
                    <a:pt x="53" y="271"/>
                  </a:cubicBezTo>
                  <a:cubicBezTo>
                    <a:pt x="56" y="268"/>
                    <a:pt x="58" y="265"/>
                    <a:pt x="61" y="264"/>
                  </a:cubicBezTo>
                  <a:cubicBezTo>
                    <a:pt x="63" y="263"/>
                    <a:pt x="66" y="264"/>
                    <a:pt x="68" y="265"/>
                  </a:cubicBezTo>
                  <a:cubicBezTo>
                    <a:pt x="69" y="266"/>
                    <a:pt x="69" y="266"/>
                    <a:pt x="69" y="266"/>
                  </a:cubicBezTo>
                  <a:cubicBezTo>
                    <a:pt x="72" y="268"/>
                    <a:pt x="72" y="268"/>
                    <a:pt x="72" y="268"/>
                  </a:cubicBezTo>
                  <a:cubicBezTo>
                    <a:pt x="73" y="269"/>
                    <a:pt x="75" y="268"/>
                    <a:pt x="76" y="268"/>
                  </a:cubicBezTo>
                  <a:cubicBezTo>
                    <a:pt x="78" y="268"/>
                    <a:pt x="78" y="268"/>
                    <a:pt x="78" y="268"/>
                  </a:cubicBezTo>
                  <a:cubicBezTo>
                    <a:pt x="80" y="268"/>
                    <a:pt x="82" y="268"/>
                    <a:pt x="83" y="270"/>
                  </a:cubicBezTo>
                  <a:cubicBezTo>
                    <a:pt x="85" y="272"/>
                    <a:pt x="85" y="275"/>
                    <a:pt x="84" y="278"/>
                  </a:cubicBezTo>
                  <a:cubicBezTo>
                    <a:pt x="83" y="278"/>
                    <a:pt x="83" y="281"/>
                    <a:pt x="83" y="281"/>
                  </a:cubicBezTo>
                  <a:cubicBezTo>
                    <a:pt x="83" y="282"/>
                    <a:pt x="82" y="283"/>
                    <a:pt x="82" y="284"/>
                  </a:cubicBezTo>
                  <a:cubicBezTo>
                    <a:pt x="81" y="285"/>
                    <a:pt x="79" y="287"/>
                    <a:pt x="78" y="287"/>
                  </a:cubicBezTo>
                  <a:cubicBezTo>
                    <a:pt x="66" y="291"/>
                    <a:pt x="53" y="298"/>
                    <a:pt x="45" y="308"/>
                  </a:cubicBezTo>
                  <a:cubicBezTo>
                    <a:pt x="38" y="319"/>
                    <a:pt x="39" y="331"/>
                    <a:pt x="47" y="343"/>
                  </a:cubicBezTo>
                  <a:cubicBezTo>
                    <a:pt x="47" y="343"/>
                    <a:pt x="47" y="344"/>
                    <a:pt x="46" y="345"/>
                  </a:cubicBezTo>
                  <a:cubicBezTo>
                    <a:pt x="44" y="345"/>
                    <a:pt x="41" y="346"/>
                    <a:pt x="37" y="345"/>
                  </a:cubicBezTo>
                  <a:cubicBezTo>
                    <a:pt x="36" y="345"/>
                    <a:pt x="40" y="348"/>
                    <a:pt x="41" y="351"/>
                  </a:cubicBezTo>
                  <a:cubicBezTo>
                    <a:pt x="43" y="354"/>
                    <a:pt x="43" y="358"/>
                    <a:pt x="44" y="358"/>
                  </a:cubicBezTo>
                  <a:cubicBezTo>
                    <a:pt x="47" y="358"/>
                    <a:pt x="50" y="357"/>
                    <a:pt x="53" y="356"/>
                  </a:cubicBezTo>
                  <a:cubicBezTo>
                    <a:pt x="52" y="357"/>
                    <a:pt x="52" y="357"/>
                    <a:pt x="52" y="357"/>
                  </a:cubicBezTo>
                  <a:cubicBezTo>
                    <a:pt x="52" y="359"/>
                    <a:pt x="52" y="359"/>
                    <a:pt x="52" y="359"/>
                  </a:cubicBezTo>
                  <a:cubicBezTo>
                    <a:pt x="52" y="362"/>
                    <a:pt x="51" y="365"/>
                    <a:pt x="50" y="368"/>
                  </a:cubicBezTo>
                  <a:cubicBezTo>
                    <a:pt x="50" y="370"/>
                    <a:pt x="49" y="371"/>
                    <a:pt x="47" y="373"/>
                  </a:cubicBezTo>
                  <a:cubicBezTo>
                    <a:pt x="49" y="381"/>
                    <a:pt x="49" y="381"/>
                    <a:pt x="49" y="381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0" name="Freeform 419">
              <a:extLst>
                <a:ext uri="{FF2B5EF4-FFF2-40B4-BE49-F238E27FC236}">
                  <a16:creationId xmlns:a16="http://schemas.microsoft.com/office/drawing/2014/main" id="{E86FB5F7-6DA6-43CE-8A44-C2FA9BE0FE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4" y="1147"/>
              <a:ext cx="2152" cy="2385"/>
            </a:xfrm>
            <a:custGeom>
              <a:avLst/>
              <a:gdLst>
                <a:gd name="T0" fmla="*/ 4997 w 752"/>
                <a:gd name="T1" fmla="*/ 10198 h 834"/>
                <a:gd name="T2" fmla="*/ 2507 w 752"/>
                <a:gd name="T3" fmla="*/ 10590 h 834"/>
                <a:gd name="T4" fmla="*/ 2015 w 752"/>
                <a:gd name="T5" fmla="*/ 5871 h 834"/>
                <a:gd name="T6" fmla="*/ 3022 w 752"/>
                <a:gd name="T7" fmla="*/ 3949 h 834"/>
                <a:gd name="T8" fmla="*/ 238 w 752"/>
                <a:gd name="T9" fmla="*/ 7295 h 834"/>
                <a:gd name="T10" fmla="*/ 704 w 752"/>
                <a:gd name="T11" fmla="*/ 11579 h 834"/>
                <a:gd name="T12" fmla="*/ 3963 w 752"/>
                <a:gd name="T13" fmla="*/ 11719 h 834"/>
                <a:gd name="T14" fmla="*/ 564 w 752"/>
                <a:gd name="T15" fmla="*/ 13544 h 834"/>
                <a:gd name="T16" fmla="*/ 630 w 752"/>
                <a:gd name="T17" fmla="*/ 15251 h 834"/>
                <a:gd name="T18" fmla="*/ 2767 w 752"/>
                <a:gd name="T19" fmla="*/ 12234 h 834"/>
                <a:gd name="T20" fmla="*/ 6184 w 752"/>
                <a:gd name="T21" fmla="*/ 3131 h 834"/>
                <a:gd name="T22" fmla="*/ 5529 w 752"/>
                <a:gd name="T23" fmla="*/ 1447 h 834"/>
                <a:gd name="T24" fmla="*/ 4593 w 752"/>
                <a:gd name="T25" fmla="*/ 540 h 834"/>
                <a:gd name="T26" fmla="*/ 4333 w 752"/>
                <a:gd name="T27" fmla="*/ 0 h 834"/>
                <a:gd name="T28" fmla="*/ 14486 w 752"/>
                <a:gd name="T29" fmla="*/ 2968 h 834"/>
                <a:gd name="T30" fmla="*/ 13496 w 752"/>
                <a:gd name="T31" fmla="*/ 1962 h 834"/>
                <a:gd name="T32" fmla="*/ 11670 w 752"/>
                <a:gd name="T33" fmla="*/ 1587 h 834"/>
                <a:gd name="T34" fmla="*/ 10989 w 752"/>
                <a:gd name="T35" fmla="*/ 2265 h 834"/>
                <a:gd name="T36" fmla="*/ 13922 w 752"/>
                <a:gd name="T37" fmla="*/ 2291 h 834"/>
                <a:gd name="T38" fmla="*/ 17436 w 752"/>
                <a:gd name="T39" fmla="*/ 10058 h 834"/>
                <a:gd name="T40" fmla="*/ 13759 w 752"/>
                <a:gd name="T41" fmla="*/ 11482 h 834"/>
                <a:gd name="T42" fmla="*/ 15911 w 752"/>
                <a:gd name="T43" fmla="*/ 10827 h 834"/>
                <a:gd name="T44" fmla="*/ 16214 w 752"/>
                <a:gd name="T45" fmla="*/ 9543 h 834"/>
                <a:gd name="T46" fmla="*/ 15510 w 752"/>
                <a:gd name="T47" fmla="*/ 10149 h 834"/>
                <a:gd name="T48" fmla="*/ 13708 w 752"/>
                <a:gd name="T49" fmla="*/ 11393 h 834"/>
                <a:gd name="T50" fmla="*/ 11015 w 752"/>
                <a:gd name="T51" fmla="*/ 10524 h 834"/>
                <a:gd name="T52" fmla="*/ 15633 w 752"/>
                <a:gd name="T53" fmla="*/ 15431 h 834"/>
                <a:gd name="T54" fmla="*/ 16149 w 752"/>
                <a:gd name="T55" fmla="*/ 13729 h 834"/>
                <a:gd name="T56" fmla="*/ 13896 w 752"/>
                <a:gd name="T57" fmla="*/ 17330 h 834"/>
                <a:gd name="T58" fmla="*/ 13848 w 752"/>
                <a:gd name="T59" fmla="*/ 15294 h 834"/>
                <a:gd name="T60" fmla="*/ 13055 w 752"/>
                <a:gd name="T61" fmla="*/ 15831 h 834"/>
                <a:gd name="T62" fmla="*/ 9303 w 752"/>
                <a:gd name="T63" fmla="*/ 14547 h 834"/>
                <a:gd name="T64" fmla="*/ 9115 w 752"/>
                <a:gd name="T65" fmla="*/ 10035 h 834"/>
                <a:gd name="T66" fmla="*/ 9352 w 752"/>
                <a:gd name="T67" fmla="*/ 9494 h 834"/>
                <a:gd name="T68" fmla="*/ 9189 w 752"/>
                <a:gd name="T69" fmla="*/ 9077 h 834"/>
                <a:gd name="T70" fmla="*/ 10500 w 752"/>
                <a:gd name="T71" fmla="*/ 9406 h 834"/>
                <a:gd name="T72" fmla="*/ 11933 w 752"/>
                <a:gd name="T73" fmla="*/ 9920 h 834"/>
                <a:gd name="T74" fmla="*/ 12071 w 752"/>
                <a:gd name="T75" fmla="*/ 7670 h 834"/>
                <a:gd name="T76" fmla="*/ 13473 w 752"/>
                <a:gd name="T77" fmla="*/ 7670 h 834"/>
                <a:gd name="T78" fmla="*/ 14062 w 752"/>
                <a:gd name="T79" fmla="*/ 4816 h 834"/>
                <a:gd name="T80" fmla="*/ 13333 w 752"/>
                <a:gd name="T81" fmla="*/ 7132 h 834"/>
                <a:gd name="T82" fmla="*/ 11458 w 752"/>
                <a:gd name="T83" fmla="*/ 6829 h 834"/>
                <a:gd name="T84" fmla="*/ 5815 w 752"/>
                <a:gd name="T85" fmla="*/ 8276 h 834"/>
                <a:gd name="T86" fmla="*/ 3586 w 752"/>
                <a:gd name="T87" fmla="*/ 6918 h 834"/>
                <a:gd name="T88" fmla="*/ 3423 w 752"/>
                <a:gd name="T89" fmla="*/ 7204 h 834"/>
                <a:gd name="T90" fmla="*/ 2415 w 752"/>
                <a:gd name="T91" fmla="*/ 9960 h 834"/>
                <a:gd name="T92" fmla="*/ 5160 w 752"/>
                <a:gd name="T93" fmla="*/ 7418 h 834"/>
                <a:gd name="T94" fmla="*/ 7566 w 752"/>
                <a:gd name="T95" fmla="*/ 8276 h 834"/>
                <a:gd name="T96" fmla="*/ 7830 w 752"/>
                <a:gd name="T97" fmla="*/ 8979 h 834"/>
                <a:gd name="T98" fmla="*/ 7566 w 752"/>
                <a:gd name="T99" fmla="*/ 9494 h 834"/>
                <a:gd name="T100" fmla="*/ 7944 w 752"/>
                <a:gd name="T101" fmla="*/ 9920 h 834"/>
                <a:gd name="T102" fmla="*/ 8270 w 752"/>
                <a:gd name="T103" fmla="*/ 10289 h 834"/>
                <a:gd name="T104" fmla="*/ 4733 w 752"/>
                <a:gd name="T105" fmla="*/ 18359 h 834"/>
                <a:gd name="T106" fmla="*/ 3915 w 752"/>
                <a:gd name="T107" fmla="*/ 17075 h 834"/>
                <a:gd name="T108" fmla="*/ 4407 w 752"/>
                <a:gd name="T109" fmla="*/ 18033 h 834"/>
                <a:gd name="T110" fmla="*/ 2507 w 752"/>
                <a:gd name="T111" fmla="*/ 16887 h 834"/>
                <a:gd name="T112" fmla="*/ 7878 w 752"/>
                <a:gd name="T113" fmla="*/ 16183 h 834"/>
                <a:gd name="T114" fmla="*/ 8296 w 752"/>
                <a:gd name="T115" fmla="*/ 15580 h 834"/>
                <a:gd name="T116" fmla="*/ 8556 w 752"/>
                <a:gd name="T117" fmla="*/ 16160 h 834"/>
                <a:gd name="T118" fmla="*/ 8508 w 752"/>
                <a:gd name="T119" fmla="*/ 14573 h 834"/>
                <a:gd name="T120" fmla="*/ 11530 w 752"/>
                <a:gd name="T121" fmla="*/ 19317 h 834"/>
                <a:gd name="T122" fmla="*/ 14978 w 752"/>
                <a:gd name="T123" fmla="*/ 16257 h 834"/>
                <a:gd name="T124" fmla="*/ 8296 w 752"/>
                <a:gd name="T125" fmla="*/ 12863 h 8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52" h="834">
                  <a:moveTo>
                    <a:pt x="136" y="520"/>
                  </a:moveTo>
                  <a:cubicBezTo>
                    <a:pt x="150" y="519"/>
                    <a:pt x="163" y="518"/>
                    <a:pt x="175" y="504"/>
                  </a:cubicBezTo>
                  <a:cubicBezTo>
                    <a:pt x="181" y="496"/>
                    <a:pt x="186" y="495"/>
                    <a:pt x="192" y="493"/>
                  </a:cubicBezTo>
                  <a:cubicBezTo>
                    <a:pt x="199" y="491"/>
                    <a:pt x="207" y="489"/>
                    <a:pt x="219" y="481"/>
                  </a:cubicBezTo>
                  <a:cubicBezTo>
                    <a:pt x="232" y="472"/>
                    <a:pt x="232" y="472"/>
                    <a:pt x="232" y="472"/>
                  </a:cubicBezTo>
                  <a:cubicBezTo>
                    <a:pt x="242" y="466"/>
                    <a:pt x="242" y="468"/>
                    <a:pt x="255" y="444"/>
                  </a:cubicBezTo>
                  <a:cubicBezTo>
                    <a:pt x="256" y="443"/>
                    <a:pt x="256" y="443"/>
                    <a:pt x="256" y="443"/>
                  </a:cubicBezTo>
                  <a:cubicBezTo>
                    <a:pt x="256" y="443"/>
                    <a:pt x="255" y="441"/>
                    <a:pt x="255" y="438"/>
                  </a:cubicBezTo>
                  <a:cubicBezTo>
                    <a:pt x="254" y="436"/>
                    <a:pt x="253" y="434"/>
                    <a:pt x="252" y="433"/>
                  </a:cubicBezTo>
                  <a:cubicBezTo>
                    <a:pt x="249" y="438"/>
                    <a:pt x="249" y="438"/>
                    <a:pt x="249" y="438"/>
                  </a:cubicBezTo>
                  <a:cubicBezTo>
                    <a:pt x="237" y="461"/>
                    <a:pt x="237" y="461"/>
                    <a:pt x="228" y="466"/>
                  </a:cubicBezTo>
                  <a:cubicBezTo>
                    <a:pt x="215" y="475"/>
                    <a:pt x="215" y="475"/>
                    <a:pt x="215" y="475"/>
                  </a:cubicBezTo>
                  <a:cubicBezTo>
                    <a:pt x="215" y="475"/>
                    <a:pt x="216" y="474"/>
                    <a:pt x="216" y="474"/>
                  </a:cubicBezTo>
                  <a:cubicBezTo>
                    <a:pt x="216" y="471"/>
                    <a:pt x="215" y="469"/>
                    <a:pt x="214" y="467"/>
                  </a:cubicBezTo>
                  <a:cubicBezTo>
                    <a:pt x="213" y="465"/>
                    <a:pt x="212" y="463"/>
                    <a:pt x="212" y="462"/>
                  </a:cubicBezTo>
                  <a:cubicBezTo>
                    <a:pt x="212" y="453"/>
                    <a:pt x="212" y="440"/>
                    <a:pt x="213" y="437"/>
                  </a:cubicBezTo>
                  <a:cubicBezTo>
                    <a:pt x="213" y="437"/>
                    <a:pt x="213" y="436"/>
                    <a:pt x="213" y="436"/>
                  </a:cubicBezTo>
                  <a:cubicBezTo>
                    <a:pt x="213" y="436"/>
                    <a:pt x="212" y="436"/>
                    <a:pt x="212" y="437"/>
                  </a:cubicBezTo>
                  <a:cubicBezTo>
                    <a:pt x="211" y="440"/>
                    <a:pt x="208" y="454"/>
                    <a:pt x="208" y="462"/>
                  </a:cubicBezTo>
                  <a:cubicBezTo>
                    <a:pt x="208" y="464"/>
                    <a:pt x="209" y="466"/>
                    <a:pt x="210" y="468"/>
                  </a:cubicBezTo>
                  <a:cubicBezTo>
                    <a:pt x="211" y="470"/>
                    <a:pt x="212" y="472"/>
                    <a:pt x="212" y="474"/>
                  </a:cubicBezTo>
                  <a:cubicBezTo>
                    <a:pt x="211" y="475"/>
                    <a:pt x="209" y="478"/>
                    <a:pt x="207" y="480"/>
                  </a:cubicBezTo>
                  <a:cubicBezTo>
                    <a:pt x="207" y="480"/>
                    <a:pt x="207" y="480"/>
                    <a:pt x="207" y="480"/>
                  </a:cubicBezTo>
                  <a:cubicBezTo>
                    <a:pt x="200" y="484"/>
                    <a:pt x="195" y="486"/>
                    <a:pt x="191" y="487"/>
                  </a:cubicBezTo>
                  <a:cubicBezTo>
                    <a:pt x="185" y="489"/>
                    <a:pt x="181" y="489"/>
                    <a:pt x="176" y="494"/>
                  </a:cubicBezTo>
                  <a:cubicBezTo>
                    <a:pt x="164" y="499"/>
                    <a:pt x="150" y="500"/>
                    <a:pt x="138" y="493"/>
                  </a:cubicBezTo>
                  <a:cubicBezTo>
                    <a:pt x="126" y="486"/>
                    <a:pt x="122" y="489"/>
                    <a:pt x="115" y="491"/>
                  </a:cubicBezTo>
                  <a:cubicBezTo>
                    <a:pt x="110" y="492"/>
                    <a:pt x="110" y="492"/>
                    <a:pt x="110" y="492"/>
                  </a:cubicBezTo>
                  <a:cubicBezTo>
                    <a:pt x="108" y="490"/>
                    <a:pt x="109" y="484"/>
                    <a:pt x="110" y="479"/>
                  </a:cubicBezTo>
                  <a:cubicBezTo>
                    <a:pt x="110" y="473"/>
                    <a:pt x="110" y="473"/>
                    <a:pt x="110" y="473"/>
                  </a:cubicBezTo>
                  <a:cubicBezTo>
                    <a:pt x="110" y="463"/>
                    <a:pt x="110" y="463"/>
                    <a:pt x="110" y="463"/>
                  </a:cubicBezTo>
                  <a:cubicBezTo>
                    <a:pt x="110" y="459"/>
                    <a:pt x="109" y="454"/>
                    <a:pt x="108" y="452"/>
                  </a:cubicBezTo>
                  <a:cubicBezTo>
                    <a:pt x="108" y="452"/>
                    <a:pt x="108" y="452"/>
                    <a:pt x="108" y="452"/>
                  </a:cubicBezTo>
                  <a:cubicBezTo>
                    <a:pt x="107" y="452"/>
                    <a:pt x="107" y="452"/>
                    <a:pt x="107" y="453"/>
                  </a:cubicBezTo>
                  <a:cubicBezTo>
                    <a:pt x="108" y="454"/>
                    <a:pt x="107" y="459"/>
                    <a:pt x="107" y="463"/>
                  </a:cubicBezTo>
                  <a:cubicBezTo>
                    <a:pt x="106" y="473"/>
                    <a:pt x="106" y="473"/>
                    <a:pt x="106" y="473"/>
                  </a:cubicBezTo>
                  <a:cubicBezTo>
                    <a:pt x="106" y="479"/>
                    <a:pt x="106" y="479"/>
                    <a:pt x="106" y="479"/>
                  </a:cubicBezTo>
                  <a:cubicBezTo>
                    <a:pt x="105" y="483"/>
                    <a:pt x="104" y="489"/>
                    <a:pt x="106" y="493"/>
                  </a:cubicBezTo>
                  <a:cubicBezTo>
                    <a:pt x="99" y="493"/>
                    <a:pt x="96" y="488"/>
                    <a:pt x="90" y="476"/>
                  </a:cubicBezTo>
                  <a:cubicBezTo>
                    <a:pt x="81" y="459"/>
                    <a:pt x="81" y="459"/>
                    <a:pt x="81" y="459"/>
                  </a:cubicBezTo>
                  <a:cubicBezTo>
                    <a:pt x="77" y="451"/>
                    <a:pt x="77" y="451"/>
                    <a:pt x="77" y="451"/>
                  </a:cubicBezTo>
                  <a:cubicBezTo>
                    <a:pt x="69" y="438"/>
                    <a:pt x="69" y="438"/>
                    <a:pt x="58" y="430"/>
                  </a:cubicBezTo>
                  <a:cubicBezTo>
                    <a:pt x="52" y="426"/>
                    <a:pt x="52" y="426"/>
                    <a:pt x="52" y="426"/>
                  </a:cubicBezTo>
                  <a:cubicBezTo>
                    <a:pt x="37" y="415"/>
                    <a:pt x="36" y="415"/>
                    <a:pt x="34" y="399"/>
                  </a:cubicBezTo>
                  <a:cubicBezTo>
                    <a:pt x="33" y="389"/>
                    <a:pt x="36" y="377"/>
                    <a:pt x="39" y="363"/>
                  </a:cubicBezTo>
                  <a:cubicBezTo>
                    <a:pt x="41" y="354"/>
                    <a:pt x="43" y="344"/>
                    <a:pt x="45" y="334"/>
                  </a:cubicBezTo>
                  <a:cubicBezTo>
                    <a:pt x="48" y="308"/>
                    <a:pt x="50" y="299"/>
                    <a:pt x="58" y="279"/>
                  </a:cubicBezTo>
                  <a:cubicBezTo>
                    <a:pt x="63" y="268"/>
                    <a:pt x="66" y="264"/>
                    <a:pt x="69" y="262"/>
                  </a:cubicBezTo>
                  <a:cubicBezTo>
                    <a:pt x="70" y="261"/>
                    <a:pt x="71" y="260"/>
                    <a:pt x="71" y="259"/>
                  </a:cubicBezTo>
                  <a:cubicBezTo>
                    <a:pt x="71" y="259"/>
                    <a:pt x="71" y="259"/>
                    <a:pt x="71" y="259"/>
                  </a:cubicBezTo>
                  <a:cubicBezTo>
                    <a:pt x="77" y="255"/>
                    <a:pt x="82" y="252"/>
                    <a:pt x="86" y="251"/>
                  </a:cubicBezTo>
                  <a:cubicBezTo>
                    <a:pt x="91" y="248"/>
                    <a:pt x="96" y="246"/>
                    <a:pt x="102" y="241"/>
                  </a:cubicBezTo>
                  <a:cubicBezTo>
                    <a:pt x="105" y="238"/>
                    <a:pt x="105" y="238"/>
                    <a:pt x="105" y="238"/>
                  </a:cubicBezTo>
                  <a:cubicBezTo>
                    <a:pt x="114" y="229"/>
                    <a:pt x="124" y="220"/>
                    <a:pt x="135" y="219"/>
                  </a:cubicBezTo>
                  <a:cubicBezTo>
                    <a:pt x="144" y="218"/>
                    <a:pt x="144" y="218"/>
                    <a:pt x="144" y="218"/>
                  </a:cubicBezTo>
                  <a:cubicBezTo>
                    <a:pt x="152" y="218"/>
                    <a:pt x="162" y="217"/>
                    <a:pt x="166" y="219"/>
                  </a:cubicBezTo>
                  <a:cubicBezTo>
                    <a:pt x="167" y="219"/>
                    <a:pt x="167" y="219"/>
                    <a:pt x="168" y="218"/>
                  </a:cubicBezTo>
                  <a:cubicBezTo>
                    <a:pt x="168" y="218"/>
                    <a:pt x="168" y="217"/>
                    <a:pt x="167" y="217"/>
                  </a:cubicBezTo>
                  <a:cubicBezTo>
                    <a:pt x="162" y="215"/>
                    <a:pt x="152" y="214"/>
                    <a:pt x="144" y="214"/>
                  </a:cubicBezTo>
                  <a:cubicBezTo>
                    <a:pt x="135" y="215"/>
                    <a:pt x="135" y="215"/>
                    <a:pt x="135" y="215"/>
                  </a:cubicBezTo>
                  <a:cubicBezTo>
                    <a:pt x="122" y="216"/>
                    <a:pt x="111" y="226"/>
                    <a:pt x="102" y="235"/>
                  </a:cubicBezTo>
                  <a:cubicBezTo>
                    <a:pt x="99" y="238"/>
                    <a:pt x="99" y="238"/>
                    <a:pt x="99" y="238"/>
                  </a:cubicBezTo>
                  <a:cubicBezTo>
                    <a:pt x="94" y="243"/>
                    <a:pt x="89" y="245"/>
                    <a:pt x="84" y="247"/>
                  </a:cubicBezTo>
                  <a:cubicBezTo>
                    <a:pt x="82" y="248"/>
                    <a:pt x="79" y="249"/>
                    <a:pt x="76" y="251"/>
                  </a:cubicBezTo>
                  <a:cubicBezTo>
                    <a:pt x="75" y="252"/>
                    <a:pt x="75" y="250"/>
                    <a:pt x="75" y="250"/>
                  </a:cubicBezTo>
                  <a:cubicBezTo>
                    <a:pt x="75" y="229"/>
                    <a:pt x="81" y="219"/>
                    <a:pt x="95" y="202"/>
                  </a:cubicBezTo>
                  <a:cubicBezTo>
                    <a:pt x="109" y="185"/>
                    <a:pt x="123" y="174"/>
                    <a:pt x="129" y="171"/>
                  </a:cubicBezTo>
                  <a:cubicBezTo>
                    <a:pt x="129" y="170"/>
                    <a:pt x="130" y="170"/>
                    <a:pt x="129" y="169"/>
                  </a:cubicBezTo>
                  <a:cubicBezTo>
                    <a:pt x="129" y="169"/>
                    <a:pt x="128" y="169"/>
                    <a:pt x="128" y="169"/>
                  </a:cubicBezTo>
                  <a:cubicBezTo>
                    <a:pt x="121" y="172"/>
                    <a:pt x="106" y="182"/>
                    <a:pt x="92" y="199"/>
                  </a:cubicBezTo>
                  <a:cubicBezTo>
                    <a:pt x="77" y="217"/>
                    <a:pt x="70" y="229"/>
                    <a:pt x="70" y="251"/>
                  </a:cubicBezTo>
                  <a:cubicBezTo>
                    <a:pt x="69" y="255"/>
                    <a:pt x="68" y="256"/>
                    <a:pt x="66" y="259"/>
                  </a:cubicBezTo>
                  <a:cubicBezTo>
                    <a:pt x="63" y="262"/>
                    <a:pt x="59" y="266"/>
                    <a:pt x="55" y="277"/>
                  </a:cubicBezTo>
                  <a:cubicBezTo>
                    <a:pt x="46" y="298"/>
                    <a:pt x="44" y="308"/>
                    <a:pt x="41" y="333"/>
                  </a:cubicBezTo>
                  <a:cubicBezTo>
                    <a:pt x="40" y="339"/>
                    <a:pt x="39" y="344"/>
                    <a:pt x="38" y="349"/>
                  </a:cubicBezTo>
                  <a:cubicBezTo>
                    <a:pt x="37" y="342"/>
                    <a:pt x="32" y="340"/>
                    <a:pt x="28" y="338"/>
                  </a:cubicBezTo>
                  <a:cubicBezTo>
                    <a:pt x="26" y="336"/>
                    <a:pt x="24" y="335"/>
                    <a:pt x="22" y="333"/>
                  </a:cubicBezTo>
                  <a:cubicBezTo>
                    <a:pt x="18" y="329"/>
                    <a:pt x="17" y="324"/>
                    <a:pt x="16" y="318"/>
                  </a:cubicBezTo>
                  <a:cubicBezTo>
                    <a:pt x="14" y="310"/>
                    <a:pt x="14" y="310"/>
                    <a:pt x="14" y="310"/>
                  </a:cubicBezTo>
                  <a:cubicBezTo>
                    <a:pt x="13" y="308"/>
                    <a:pt x="12" y="305"/>
                    <a:pt x="10" y="303"/>
                  </a:cubicBezTo>
                  <a:cubicBezTo>
                    <a:pt x="7" y="299"/>
                    <a:pt x="3" y="297"/>
                    <a:pt x="4" y="293"/>
                  </a:cubicBezTo>
                  <a:cubicBezTo>
                    <a:pt x="4" y="292"/>
                    <a:pt x="4" y="291"/>
                    <a:pt x="3" y="290"/>
                  </a:cubicBezTo>
                  <a:cubicBezTo>
                    <a:pt x="2" y="290"/>
                    <a:pt x="3" y="289"/>
                    <a:pt x="2" y="290"/>
                  </a:cubicBezTo>
                  <a:cubicBezTo>
                    <a:pt x="0" y="296"/>
                    <a:pt x="4" y="301"/>
                    <a:pt x="7" y="305"/>
                  </a:cubicBezTo>
                  <a:cubicBezTo>
                    <a:pt x="8" y="307"/>
                    <a:pt x="10" y="309"/>
                    <a:pt x="10" y="312"/>
                  </a:cubicBezTo>
                  <a:cubicBezTo>
                    <a:pt x="12" y="319"/>
                    <a:pt x="12" y="319"/>
                    <a:pt x="12" y="319"/>
                  </a:cubicBezTo>
                  <a:cubicBezTo>
                    <a:pt x="13" y="325"/>
                    <a:pt x="14" y="331"/>
                    <a:pt x="19" y="336"/>
                  </a:cubicBezTo>
                  <a:cubicBezTo>
                    <a:pt x="21" y="338"/>
                    <a:pt x="24" y="340"/>
                    <a:pt x="27" y="341"/>
                  </a:cubicBezTo>
                  <a:cubicBezTo>
                    <a:pt x="31" y="343"/>
                    <a:pt x="33" y="345"/>
                    <a:pt x="34" y="351"/>
                  </a:cubicBezTo>
                  <a:cubicBezTo>
                    <a:pt x="35" y="357"/>
                    <a:pt x="32" y="372"/>
                    <a:pt x="33" y="372"/>
                  </a:cubicBezTo>
                  <a:cubicBezTo>
                    <a:pt x="31" y="382"/>
                    <a:pt x="29" y="391"/>
                    <a:pt x="30" y="399"/>
                  </a:cubicBezTo>
                  <a:cubicBezTo>
                    <a:pt x="32" y="414"/>
                    <a:pt x="34" y="418"/>
                    <a:pt x="43" y="424"/>
                  </a:cubicBezTo>
                  <a:cubicBezTo>
                    <a:pt x="43" y="425"/>
                    <a:pt x="43" y="425"/>
                    <a:pt x="42" y="425"/>
                  </a:cubicBezTo>
                  <a:cubicBezTo>
                    <a:pt x="40" y="431"/>
                    <a:pt x="36" y="436"/>
                    <a:pt x="33" y="441"/>
                  </a:cubicBezTo>
                  <a:cubicBezTo>
                    <a:pt x="32" y="441"/>
                    <a:pt x="32" y="441"/>
                    <a:pt x="32" y="441"/>
                  </a:cubicBezTo>
                  <a:cubicBezTo>
                    <a:pt x="27" y="448"/>
                    <a:pt x="26" y="453"/>
                    <a:pt x="26" y="460"/>
                  </a:cubicBezTo>
                  <a:cubicBezTo>
                    <a:pt x="26" y="470"/>
                    <a:pt x="26" y="470"/>
                    <a:pt x="26" y="470"/>
                  </a:cubicBezTo>
                  <a:cubicBezTo>
                    <a:pt x="26" y="478"/>
                    <a:pt x="26" y="478"/>
                    <a:pt x="26" y="478"/>
                  </a:cubicBezTo>
                  <a:cubicBezTo>
                    <a:pt x="27" y="489"/>
                    <a:pt x="27" y="489"/>
                    <a:pt x="27" y="489"/>
                  </a:cubicBezTo>
                  <a:cubicBezTo>
                    <a:pt x="27" y="491"/>
                    <a:pt x="28" y="493"/>
                    <a:pt x="27" y="494"/>
                  </a:cubicBezTo>
                  <a:cubicBezTo>
                    <a:pt x="27" y="495"/>
                    <a:pt x="28" y="496"/>
                    <a:pt x="28" y="496"/>
                  </a:cubicBezTo>
                  <a:cubicBezTo>
                    <a:pt x="29" y="496"/>
                    <a:pt x="30" y="495"/>
                    <a:pt x="30" y="495"/>
                  </a:cubicBezTo>
                  <a:cubicBezTo>
                    <a:pt x="30" y="493"/>
                    <a:pt x="29" y="491"/>
                    <a:pt x="29" y="489"/>
                  </a:cubicBezTo>
                  <a:cubicBezTo>
                    <a:pt x="29" y="479"/>
                    <a:pt x="29" y="479"/>
                    <a:pt x="29" y="479"/>
                  </a:cubicBezTo>
                  <a:cubicBezTo>
                    <a:pt x="30" y="470"/>
                    <a:pt x="30" y="470"/>
                    <a:pt x="30" y="470"/>
                  </a:cubicBezTo>
                  <a:cubicBezTo>
                    <a:pt x="30" y="460"/>
                    <a:pt x="30" y="460"/>
                    <a:pt x="30" y="460"/>
                  </a:cubicBezTo>
                  <a:cubicBezTo>
                    <a:pt x="30" y="453"/>
                    <a:pt x="30" y="450"/>
                    <a:pt x="35" y="444"/>
                  </a:cubicBezTo>
                  <a:cubicBezTo>
                    <a:pt x="36" y="443"/>
                    <a:pt x="36" y="443"/>
                    <a:pt x="36" y="443"/>
                  </a:cubicBezTo>
                  <a:cubicBezTo>
                    <a:pt x="39" y="439"/>
                    <a:pt x="43" y="434"/>
                    <a:pt x="45" y="428"/>
                  </a:cubicBezTo>
                  <a:cubicBezTo>
                    <a:pt x="46" y="428"/>
                    <a:pt x="47" y="427"/>
                    <a:pt x="47" y="428"/>
                  </a:cubicBezTo>
                  <a:cubicBezTo>
                    <a:pt x="48" y="428"/>
                    <a:pt x="49" y="428"/>
                    <a:pt x="49" y="429"/>
                  </a:cubicBezTo>
                  <a:cubicBezTo>
                    <a:pt x="56" y="434"/>
                    <a:pt x="56" y="434"/>
                    <a:pt x="56" y="434"/>
                  </a:cubicBezTo>
                  <a:cubicBezTo>
                    <a:pt x="66" y="441"/>
                    <a:pt x="66" y="441"/>
                    <a:pt x="73" y="453"/>
                  </a:cubicBezTo>
                  <a:cubicBezTo>
                    <a:pt x="78" y="461"/>
                    <a:pt x="78" y="461"/>
                    <a:pt x="78" y="461"/>
                  </a:cubicBezTo>
                  <a:cubicBezTo>
                    <a:pt x="86" y="477"/>
                    <a:pt x="86" y="477"/>
                    <a:pt x="86" y="477"/>
                  </a:cubicBezTo>
                  <a:cubicBezTo>
                    <a:pt x="93" y="490"/>
                    <a:pt x="97" y="498"/>
                    <a:pt x="108" y="496"/>
                  </a:cubicBezTo>
                  <a:cubicBezTo>
                    <a:pt x="116" y="495"/>
                    <a:pt x="116" y="495"/>
                    <a:pt x="116" y="495"/>
                  </a:cubicBezTo>
                  <a:cubicBezTo>
                    <a:pt x="122" y="493"/>
                    <a:pt x="124" y="493"/>
                    <a:pt x="135" y="499"/>
                  </a:cubicBezTo>
                  <a:cubicBezTo>
                    <a:pt x="146" y="505"/>
                    <a:pt x="158" y="504"/>
                    <a:pt x="169" y="501"/>
                  </a:cubicBezTo>
                  <a:cubicBezTo>
                    <a:pt x="160" y="512"/>
                    <a:pt x="149" y="513"/>
                    <a:pt x="136" y="514"/>
                  </a:cubicBezTo>
                  <a:cubicBezTo>
                    <a:pt x="130" y="515"/>
                    <a:pt x="124" y="515"/>
                    <a:pt x="117" y="517"/>
                  </a:cubicBezTo>
                  <a:cubicBezTo>
                    <a:pt x="97" y="520"/>
                    <a:pt x="85" y="526"/>
                    <a:pt x="68" y="536"/>
                  </a:cubicBezTo>
                  <a:cubicBezTo>
                    <a:pt x="68" y="536"/>
                    <a:pt x="53" y="544"/>
                    <a:pt x="48" y="550"/>
                  </a:cubicBezTo>
                  <a:cubicBezTo>
                    <a:pt x="43" y="555"/>
                    <a:pt x="40" y="560"/>
                    <a:pt x="38" y="568"/>
                  </a:cubicBezTo>
                  <a:cubicBezTo>
                    <a:pt x="36" y="577"/>
                    <a:pt x="36" y="577"/>
                    <a:pt x="36" y="577"/>
                  </a:cubicBezTo>
                  <a:cubicBezTo>
                    <a:pt x="35" y="581"/>
                    <a:pt x="34" y="584"/>
                    <a:pt x="33" y="587"/>
                  </a:cubicBezTo>
                  <a:cubicBezTo>
                    <a:pt x="33" y="585"/>
                    <a:pt x="32" y="584"/>
                    <a:pt x="31" y="582"/>
                  </a:cubicBezTo>
                  <a:cubicBezTo>
                    <a:pt x="30" y="580"/>
                    <a:pt x="28" y="578"/>
                    <a:pt x="26" y="576"/>
                  </a:cubicBezTo>
                  <a:cubicBezTo>
                    <a:pt x="24" y="574"/>
                    <a:pt x="22" y="572"/>
                    <a:pt x="22" y="569"/>
                  </a:cubicBezTo>
                  <a:cubicBezTo>
                    <a:pt x="20" y="561"/>
                    <a:pt x="21" y="552"/>
                    <a:pt x="23" y="546"/>
                  </a:cubicBezTo>
                  <a:cubicBezTo>
                    <a:pt x="24" y="543"/>
                    <a:pt x="23" y="540"/>
                    <a:pt x="24" y="538"/>
                  </a:cubicBezTo>
                  <a:cubicBezTo>
                    <a:pt x="24" y="538"/>
                    <a:pt x="23" y="537"/>
                    <a:pt x="23" y="537"/>
                  </a:cubicBezTo>
                  <a:cubicBezTo>
                    <a:pt x="22" y="537"/>
                    <a:pt x="22" y="538"/>
                    <a:pt x="22" y="538"/>
                  </a:cubicBezTo>
                  <a:cubicBezTo>
                    <a:pt x="22" y="540"/>
                    <a:pt x="21" y="542"/>
                    <a:pt x="20" y="546"/>
                  </a:cubicBezTo>
                  <a:cubicBezTo>
                    <a:pt x="19" y="552"/>
                    <a:pt x="16" y="561"/>
                    <a:pt x="18" y="570"/>
                  </a:cubicBezTo>
                  <a:cubicBezTo>
                    <a:pt x="19" y="574"/>
                    <a:pt x="21" y="576"/>
                    <a:pt x="24" y="579"/>
                  </a:cubicBezTo>
                  <a:cubicBezTo>
                    <a:pt x="25" y="581"/>
                    <a:pt x="27" y="582"/>
                    <a:pt x="28" y="584"/>
                  </a:cubicBezTo>
                  <a:cubicBezTo>
                    <a:pt x="29" y="587"/>
                    <a:pt x="32" y="593"/>
                    <a:pt x="33" y="598"/>
                  </a:cubicBezTo>
                  <a:cubicBezTo>
                    <a:pt x="33" y="599"/>
                    <a:pt x="33" y="600"/>
                    <a:pt x="33" y="602"/>
                  </a:cubicBezTo>
                  <a:cubicBezTo>
                    <a:pt x="33" y="602"/>
                    <a:pt x="33" y="602"/>
                    <a:pt x="33" y="602"/>
                  </a:cubicBezTo>
                  <a:cubicBezTo>
                    <a:pt x="33" y="603"/>
                    <a:pt x="33" y="603"/>
                    <a:pt x="33" y="603"/>
                  </a:cubicBezTo>
                  <a:cubicBezTo>
                    <a:pt x="33" y="603"/>
                    <a:pt x="33" y="603"/>
                    <a:pt x="33" y="603"/>
                  </a:cubicBezTo>
                  <a:cubicBezTo>
                    <a:pt x="32" y="606"/>
                    <a:pt x="32" y="608"/>
                    <a:pt x="32" y="611"/>
                  </a:cubicBezTo>
                  <a:cubicBezTo>
                    <a:pt x="32" y="616"/>
                    <a:pt x="32" y="616"/>
                    <a:pt x="32" y="616"/>
                  </a:cubicBezTo>
                  <a:cubicBezTo>
                    <a:pt x="32" y="621"/>
                    <a:pt x="30" y="625"/>
                    <a:pt x="29" y="628"/>
                  </a:cubicBezTo>
                  <a:cubicBezTo>
                    <a:pt x="27" y="633"/>
                    <a:pt x="27" y="633"/>
                    <a:pt x="27" y="633"/>
                  </a:cubicBezTo>
                  <a:cubicBezTo>
                    <a:pt x="24" y="639"/>
                    <a:pt x="22" y="645"/>
                    <a:pt x="23" y="653"/>
                  </a:cubicBezTo>
                  <a:cubicBezTo>
                    <a:pt x="25" y="663"/>
                    <a:pt x="24" y="668"/>
                    <a:pt x="20" y="676"/>
                  </a:cubicBezTo>
                  <a:cubicBezTo>
                    <a:pt x="16" y="684"/>
                    <a:pt x="16" y="694"/>
                    <a:pt x="20" y="702"/>
                  </a:cubicBezTo>
                  <a:cubicBezTo>
                    <a:pt x="20" y="703"/>
                    <a:pt x="21" y="703"/>
                    <a:pt x="22" y="703"/>
                  </a:cubicBezTo>
                  <a:cubicBezTo>
                    <a:pt x="22" y="703"/>
                    <a:pt x="22" y="704"/>
                    <a:pt x="22" y="703"/>
                  </a:cubicBezTo>
                  <a:cubicBezTo>
                    <a:pt x="19" y="696"/>
                    <a:pt x="20" y="684"/>
                    <a:pt x="24" y="677"/>
                  </a:cubicBezTo>
                  <a:cubicBezTo>
                    <a:pt x="28" y="669"/>
                    <a:pt x="29" y="663"/>
                    <a:pt x="27" y="652"/>
                  </a:cubicBezTo>
                  <a:cubicBezTo>
                    <a:pt x="26" y="645"/>
                    <a:pt x="28" y="641"/>
                    <a:pt x="31" y="634"/>
                  </a:cubicBezTo>
                  <a:cubicBezTo>
                    <a:pt x="33" y="630"/>
                    <a:pt x="33" y="630"/>
                    <a:pt x="33" y="630"/>
                  </a:cubicBezTo>
                  <a:cubicBezTo>
                    <a:pt x="34" y="626"/>
                    <a:pt x="35" y="622"/>
                    <a:pt x="36" y="617"/>
                  </a:cubicBezTo>
                  <a:cubicBezTo>
                    <a:pt x="36" y="614"/>
                    <a:pt x="36" y="614"/>
                    <a:pt x="36" y="614"/>
                  </a:cubicBezTo>
                  <a:cubicBezTo>
                    <a:pt x="37" y="615"/>
                    <a:pt x="37" y="616"/>
                    <a:pt x="38" y="617"/>
                  </a:cubicBezTo>
                  <a:cubicBezTo>
                    <a:pt x="48" y="640"/>
                    <a:pt x="53" y="653"/>
                    <a:pt x="53" y="656"/>
                  </a:cubicBezTo>
                  <a:cubicBezTo>
                    <a:pt x="53" y="657"/>
                    <a:pt x="54" y="657"/>
                    <a:pt x="54" y="657"/>
                  </a:cubicBezTo>
                  <a:cubicBezTo>
                    <a:pt x="54" y="657"/>
                    <a:pt x="55" y="657"/>
                    <a:pt x="55" y="656"/>
                  </a:cubicBezTo>
                  <a:cubicBezTo>
                    <a:pt x="55" y="652"/>
                    <a:pt x="50" y="635"/>
                    <a:pt x="42" y="616"/>
                  </a:cubicBezTo>
                  <a:cubicBezTo>
                    <a:pt x="39" y="610"/>
                    <a:pt x="38" y="605"/>
                    <a:pt x="37" y="601"/>
                  </a:cubicBezTo>
                  <a:cubicBezTo>
                    <a:pt x="37" y="600"/>
                    <a:pt x="37" y="599"/>
                    <a:pt x="37" y="597"/>
                  </a:cubicBezTo>
                  <a:cubicBezTo>
                    <a:pt x="36" y="591"/>
                    <a:pt x="38" y="585"/>
                    <a:pt x="40" y="579"/>
                  </a:cubicBezTo>
                  <a:cubicBezTo>
                    <a:pt x="42" y="569"/>
                    <a:pt x="42" y="569"/>
                    <a:pt x="42" y="569"/>
                  </a:cubicBezTo>
                  <a:cubicBezTo>
                    <a:pt x="44" y="561"/>
                    <a:pt x="47" y="556"/>
                    <a:pt x="52" y="552"/>
                  </a:cubicBezTo>
                  <a:cubicBezTo>
                    <a:pt x="54" y="550"/>
                    <a:pt x="62" y="546"/>
                    <a:pt x="65" y="544"/>
                  </a:cubicBezTo>
                  <a:cubicBezTo>
                    <a:pt x="68" y="543"/>
                    <a:pt x="71" y="541"/>
                    <a:pt x="71" y="541"/>
                  </a:cubicBezTo>
                  <a:cubicBezTo>
                    <a:pt x="88" y="531"/>
                    <a:pt x="99" y="526"/>
                    <a:pt x="118" y="523"/>
                  </a:cubicBezTo>
                  <a:cubicBezTo>
                    <a:pt x="125" y="521"/>
                    <a:pt x="130" y="521"/>
                    <a:pt x="136" y="520"/>
                  </a:cubicBezTo>
                  <a:close/>
                  <a:moveTo>
                    <a:pt x="88" y="155"/>
                  </a:moveTo>
                  <a:cubicBezTo>
                    <a:pt x="89" y="149"/>
                    <a:pt x="93" y="139"/>
                    <a:pt x="97" y="131"/>
                  </a:cubicBezTo>
                  <a:cubicBezTo>
                    <a:pt x="102" y="122"/>
                    <a:pt x="108" y="113"/>
                    <a:pt x="118" y="105"/>
                  </a:cubicBezTo>
                  <a:cubicBezTo>
                    <a:pt x="126" y="98"/>
                    <a:pt x="135" y="93"/>
                    <a:pt x="148" y="89"/>
                  </a:cubicBezTo>
                  <a:cubicBezTo>
                    <a:pt x="156" y="86"/>
                    <a:pt x="156" y="86"/>
                    <a:pt x="156" y="86"/>
                  </a:cubicBezTo>
                  <a:cubicBezTo>
                    <a:pt x="163" y="84"/>
                    <a:pt x="170" y="81"/>
                    <a:pt x="178" y="80"/>
                  </a:cubicBezTo>
                  <a:cubicBezTo>
                    <a:pt x="190" y="80"/>
                    <a:pt x="190" y="80"/>
                    <a:pt x="190" y="80"/>
                  </a:cubicBezTo>
                  <a:cubicBezTo>
                    <a:pt x="197" y="79"/>
                    <a:pt x="204" y="79"/>
                    <a:pt x="210" y="77"/>
                  </a:cubicBezTo>
                  <a:cubicBezTo>
                    <a:pt x="214" y="75"/>
                    <a:pt x="214" y="75"/>
                    <a:pt x="214" y="75"/>
                  </a:cubicBezTo>
                  <a:cubicBezTo>
                    <a:pt x="218" y="74"/>
                    <a:pt x="221" y="72"/>
                    <a:pt x="224" y="72"/>
                  </a:cubicBezTo>
                  <a:cubicBezTo>
                    <a:pt x="225" y="72"/>
                    <a:pt x="225" y="72"/>
                    <a:pt x="226" y="73"/>
                  </a:cubicBezTo>
                  <a:cubicBezTo>
                    <a:pt x="226" y="73"/>
                    <a:pt x="226" y="73"/>
                    <a:pt x="227" y="73"/>
                  </a:cubicBezTo>
                  <a:cubicBezTo>
                    <a:pt x="227" y="73"/>
                    <a:pt x="227" y="73"/>
                    <a:pt x="227" y="73"/>
                  </a:cubicBezTo>
                  <a:cubicBezTo>
                    <a:pt x="232" y="74"/>
                    <a:pt x="241" y="77"/>
                    <a:pt x="245" y="88"/>
                  </a:cubicBezTo>
                  <a:cubicBezTo>
                    <a:pt x="252" y="98"/>
                    <a:pt x="255" y="103"/>
                    <a:pt x="256" y="112"/>
                  </a:cubicBezTo>
                  <a:cubicBezTo>
                    <a:pt x="257" y="117"/>
                    <a:pt x="262" y="133"/>
                    <a:pt x="264" y="134"/>
                  </a:cubicBezTo>
                  <a:cubicBezTo>
                    <a:pt x="265" y="134"/>
                    <a:pt x="265" y="134"/>
                    <a:pt x="265" y="133"/>
                  </a:cubicBezTo>
                  <a:cubicBezTo>
                    <a:pt x="265" y="133"/>
                    <a:pt x="265" y="132"/>
                    <a:pt x="265" y="132"/>
                  </a:cubicBezTo>
                  <a:cubicBezTo>
                    <a:pt x="264" y="132"/>
                    <a:pt x="262" y="122"/>
                    <a:pt x="260" y="111"/>
                  </a:cubicBezTo>
                  <a:cubicBezTo>
                    <a:pt x="259" y="102"/>
                    <a:pt x="256" y="96"/>
                    <a:pt x="249" y="86"/>
                  </a:cubicBezTo>
                  <a:cubicBezTo>
                    <a:pt x="246" y="78"/>
                    <a:pt x="241" y="74"/>
                    <a:pt x="235" y="71"/>
                  </a:cubicBezTo>
                  <a:cubicBezTo>
                    <a:pt x="235" y="71"/>
                    <a:pt x="234" y="71"/>
                    <a:pt x="234" y="70"/>
                  </a:cubicBezTo>
                  <a:cubicBezTo>
                    <a:pt x="234" y="70"/>
                    <a:pt x="234" y="70"/>
                    <a:pt x="234" y="70"/>
                  </a:cubicBezTo>
                  <a:cubicBezTo>
                    <a:pt x="234" y="70"/>
                    <a:pt x="235" y="70"/>
                    <a:pt x="236" y="69"/>
                  </a:cubicBezTo>
                  <a:cubicBezTo>
                    <a:pt x="237" y="68"/>
                    <a:pt x="238" y="66"/>
                    <a:pt x="239" y="63"/>
                  </a:cubicBezTo>
                  <a:cubicBezTo>
                    <a:pt x="241" y="59"/>
                    <a:pt x="243" y="56"/>
                    <a:pt x="247" y="53"/>
                  </a:cubicBezTo>
                  <a:cubicBezTo>
                    <a:pt x="248" y="51"/>
                    <a:pt x="248" y="51"/>
                    <a:pt x="248" y="51"/>
                  </a:cubicBezTo>
                  <a:cubicBezTo>
                    <a:pt x="255" y="43"/>
                    <a:pt x="257" y="25"/>
                    <a:pt x="255" y="21"/>
                  </a:cubicBezTo>
                  <a:cubicBezTo>
                    <a:pt x="255" y="20"/>
                    <a:pt x="255" y="20"/>
                    <a:pt x="254" y="20"/>
                  </a:cubicBezTo>
                  <a:cubicBezTo>
                    <a:pt x="254" y="20"/>
                    <a:pt x="253" y="21"/>
                    <a:pt x="254" y="21"/>
                  </a:cubicBezTo>
                  <a:cubicBezTo>
                    <a:pt x="255" y="25"/>
                    <a:pt x="251" y="41"/>
                    <a:pt x="245" y="48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0" y="54"/>
                    <a:pt x="238" y="57"/>
                    <a:pt x="236" y="62"/>
                  </a:cubicBezTo>
                  <a:cubicBezTo>
                    <a:pt x="234" y="66"/>
                    <a:pt x="231" y="68"/>
                    <a:pt x="228" y="69"/>
                  </a:cubicBezTo>
                  <a:cubicBezTo>
                    <a:pt x="227" y="69"/>
                    <a:pt x="225" y="68"/>
                    <a:pt x="224" y="68"/>
                  </a:cubicBezTo>
                  <a:cubicBezTo>
                    <a:pt x="220" y="68"/>
                    <a:pt x="217" y="70"/>
                    <a:pt x="213" y="72"/>
                  </a:cubicBezTo>
                  <a:cubicBezTo>
                    <a:pt x="209" y="73"/>
                    <a:pt x="209" y="73"/>
                    <a:pt x="209" y="73"/>
                  </a:cubicBezTo>
                  <a:cubicBezTo>
                    <a:pt x="204" y="75"/>
                    <a:pt x="197" y="75"/>
                    <a:pt x="190" y="76"/>
                  </a:cubicBezTo>
                  <a:cubicBezTo>
                    <a:pt x="177" y="76"/>
                    <a:pt x="177" y="76"/>
                    <a:pt x="177" y="76"/>
                  </a:cubicBezTo>
                  <a:cubicBezTo>
                    <a:pt x="169" y="77"/>
                    <a:pt x="162" y="80"/>
                    <a:pt x="155" y="82"/>
                  </a:cubicBezTo>
                  <a:cubicBezTo>
                    <a:pt x="155" y="82"/>
                    <a:pt x="155" y="82"/>
                    <a:pt x="155" y="82"/>
                  </a:cubicBezTo>
                  <a:cubicBezTo>
                    <a:pt x="149" y="77"/>
                    <a:pt x="145" y="69"/>
                    <a:pt x="145" y="62"/>
                  </a:cubicBezTo>
                  <a:cubicBezTo>
                    <a:pt x="145" y="55"/>
                    <a:pt x="149" y="52"/>
                    <a:pt x="155" y="49"/>
                  </a:cubicBezTo>
                  <a:cubicBezTo>
                    <a:pt x="158" y="48"/>
                    <a:pt x="158" y="48"/>
                    <a:pt x="158" y="48"/>
                  </a:cubicBezTo>
                  <a:cubicBezTo>
                    <a:pt x="164" y="45"/>
                    <a:pt x="172" y="39"/>
                    <a:pt x="175" y="32"/>
                  </a:cubicBezTo>
                  <a:cubicBezTo>
                    <a:pt x="175" y="32"/>
                    <a:pt x="176" y="31"/>
                    <a:pt x="176" y="29"/>
                  </a:cubicBezTo>
                  <a:cubicBezTo>
                    <a:pt x="177" y="28"/>
                    <a:pt x="177" y="28"/>
                    <a:pt x="177" y="28"/>
                  </a:cubicBezTo>
                  <a:cubicBezTo>
                    <a:pt x="179" y="27"/>
                    <a:pt x="181" y="25"/>
                    <a:pt x="183" y="24"/>
                  </a:cubicBezTo>
                  <a:cubicBezTo>
                    <a:pt x="185" y="24"/>
                    <a:pt x="187" y="24"/>
                    <a:pt x="189" y="24"/>
                  </a:cubicBezTo>
                  <a:cubicBezTo>
                    <a:pt x="196" y="23"/>
                    <a:pt x="196" y="23"/>
                    <a:pt x="196" y="23"/>
                  </a:cubicBezTo>
                  <a:cubicBezTo>
                    <a:pt x="199" y="22"/>
                    <a:pt x="202" y="21"/>
                    <a:pt x="205" y="19"/>
                  </a:cubicBezTo>
                  <a:cubicBezTo>
                    <a:pt x="208" y="17"/>
                    <a:pt x="208" y="17"/>
                    <a:pt x="208" y="17"/>
                  </a:cubicBezTo>
                  <a:cubicBezTo>
                    <a:pt x="216" y="12"/>
                    <a:pt x="216" y="12"/>
                    <a:pt x="216" y="12"/>
                  </a:cubicBezTo>
                  <a:cubicBezTo>
                    <a:pt x="217" y="11"/>
                    <a:pt x="218" y="11"/>
                    <a:pt x="219" y="10"/>
                  </a:cubicBezTo>
                  <a:cubicBezTo>
                    <a:pt x="219" y="10"/>
                    <a:pt x="219" y="9"/>
                    <a:pt x="219" y="9"/>
                  </a:cubicBezTo>
                  <a:cubicBezTo>
                    <a:pt x="219" y="9"/>
                    <a:pt x="218" y="9"/>
                    <a:pt x="218" y="9"/>
                  </a:cubicBezTo>
                  <a:cubicBezTo>
                    <a:pt x="218" y="10"/>
                    <a:pt x="217" y="10"/>
                    <a:pt x="216" y="11"/>
                  </a:cubicBezTo>
                  <a:cubicBezTo>
                    <a:pt x="206" y="14"/>
                    <a:pt x="206" y="14"/>
                    <a:pt x="206" y="14"/>
                  </a:cubicBezTo>
                  <a:cubicBezTo>
                    <a:pt x="203" y="15"/>
                    <a:pt x="203" y="15"/>
                    <a:pt x="203" y="15"/>
                  </a:cubicBezTo>
                  <a:cubicBezTo>
                    <a:pt x="200" y="17"/>
                    <a:pt x="197" y="18"/>
                    <a:pt x="195" y="19"/>
                  </a:cubicBezTo>
                  <a:cubicBezTo>
                    <a:pt x="189" y="20"/>
                    <a:pt x="189" y="20"/>
                    <a:pt x="189" y="20"/>
                  </a:cubicBezTo>
                  <a:cubicBezTo>
                    <a:pt x="187" y="20"/>
                    <a:pt x="184" y="20"/>
                    <a:pt x="182" y="21"/>
                  </a:cubicBezTo>
                  <a:cubicBezTo>
                    <a:pt x="181" y="21"/>
                    <a:pt x="180" y="22"/>
                    <a:pt x="179" y="22"/>
                  </a:cubicBezTo>
                  <a:cubicBezTo>
                    <a:pt x="180" y="20"/>
                    <a:pt x="184" y="15"/>
                    <a:pt x="184" y="15"/>
                  </a:cubicBezTo>
                  <a:cubicBezTo>
                    <a:pt x="185" y="12"/>
                    <a:pt x="185" y="6"/>
                    <a:pt x="186" y="4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86" y="0"/>
                    <a:pt x="186" y="0"/>
                    <a:pt x="185" y="0"/>
                  </a:cubicBezTo>
                  <a:cubicBezTo>
                    <a:pt x="185" y="0"/>
                    <a:pt x="184" y="0"/>
                    <a:pt x="184" y="0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3" y="5"/>
                    <a:pt x="181" y="10"/>
                    <a:pt x="180" y="13"/>
                  </a:cubicBezTo>
                  <a:cubicBezTo>
                    <a:pt x="178" y="17"/>
                    <a:pt x="178" y="17"/>
                    <a:pt x="178" y="17"/>
                  </a:cubicBezTo>
                  <a:cubicBezTo>
                    <a:pt x="175" y="22"/>
                    <a:pt x="175" y="22"/>
                    <a:pt x="175" y="22"/>
                  </a:cubicBezTo>
                  <a:cubicBezTo>
                    <a:pt x="173" y="25"/>
                    <a:pt x="173" y="25"/>
                    <a:pt x="173" y="25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169" y="36"/>
                    <a:pt x="161" y="42"/>
                    <a:pt x="156" y="45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47" y="49"/>
                    <a:pt x="140" y="52"/>
                    <a:pt x="141" y="62"/>
                  </a:cubicBezTo>
                  <a:cubicBezTo>
                    <a:pt x="141" y="70"/>
                    <a:pt x="145" y="78"/>
                    <a:pt x="151" y="83"/>
                  </a:cubicBezTo>
                  <a:cubicBezTo>
                    <a:pt x="147" y="84"/>
                    <a:pt x="147" y="84"/>
                    <a:pt x="147" y="84"/>
                  </a:cubicBezTo>
                  <a:cubicBezTo>
                    <a:pt x="133" y="88"/>
                    <a:pt x="123" y="93"/>
                    <a:pt x="115" y="101"/>
                  </a:cubicBezTo>
                  <a:cubicBezTo>
                    <a:pt x="105" y="109"/>
                    <a:pt x="97" y="119"/>
                    <a:pt x="92" y="128"/>
                  </a:cubicBezTo>
                  <a:cubicBezTo>
                    <a:pt x="87" y="138"/>
                    <a:pt x="82" y="154"/>
                    <a:pt x="81" y="158"/>
                  </a:cubicBezTo>
                  <a:cubicBezTo>
                    <a:pt x="81" y="159"/>
                    <a:pt x="88" y="156"/>
                    <a:pt x="88" y="155"/>
                  </a:cubicBezTo>
                  <a:close/>
                  <a:moveTo>
                    <a:pt x="618" y="127"/>
                  </a:moveTo>
                  <a:cubicBezTo>
                    <a:pt x="618" y="117"/>
                    <a:pt x="613" y="107"/>
                    <a:pt x="607" y="101"/>
                  </a:cubicBezTo>
                  <a:cubicBezTo>
                    <a:pt x="605" y="99"/>
                    <a:pt x="603" y="98"/>
                    <a:pt x="602" y="96"/>
                  </a:cubicBezTo>
                  <a:cubicBezTo>
                    <a:pt x="602" y="96"/>
                    <a:pt x="603" y="96"/>
                    <a:pt x="604" y="95"/>
                  </a:cubicBezTo>
                  <a:cubicBezTo>
                    <a:pt x="609" y="91"/>
                    <a:pt x="611" y="83"/>
                    <a:pt x="611" y="78"/>
                  </a:cubicBezTo>
                  <a:cubicBezTo>
                    <a:pt x="611" y="74"/>
                    <a:pt x="611" y="74"/>
                    <a:pt x="611" y="74"/>
                  </a:cubicBezTo>
                  <a:cubicBezTo>
                    <a:pt x="610" y="70"/>
                    <a:pt x="610" y="67"/>
                    <a:pt x="612" y="64"/>
                  </a:cubicBezTo>
                  <a:cubicBezTo>
                    <a:pt x="614" y="59"/>
                    <a:pt x="614" y="59"/>
                    <a:pt x="614" y="59"/>
                  </a:cubicBezTo>
                  <a:cubicBezTo>
                    <a:pt x="615" y="57"/>
                    <a:pt x="616" y="56"/>
                    <a:pt x="616" y="52"/>
                  </a:cubicBezTo>
                  <a:cubicBezTo>
                    <a:pt x="616" y="52"/>
                    <a:pt x="615" y="51"/>
                    <a:pt x="615" y="51"/>
                  </a:cubicBezTo>
                  <a:cubicBezTo>
                    <a:pt x="614" y="51"/>
                    <a:pt x="613" y="52"/>
                    <a:pt x="613" y="52"/>
                  </a:cubicBezTo>
                  <a:cubicBezTo>
                    <a:pt x="613" y="55"/>
                    <a:pt x="613" y="56"/>
                    <a:pt x="612" y="57"/>
                  </a:cubicBezTo>
                  <a:cubicBezTo>
                    <a:pt x="610" y="60"/>
                    <a:pt x="610" y="60"/>
                    <a:pt x="610" y="60"/>
                  </a:cubicBezTo>
                  <a:cubicBezTo>
                    <a:pt x="609" y="62"/>
                    <a:pt x="606" y="70"/>
                    <a:pt x="607" y="74"/>
                  </a:cubicBezTo>
                  <a:cubicBezTo>
                    <a:pt x="607" y="78"/>
                    <a:pt x="607" y="78"/>
                    <a:pt x="607" y="78"/>
                  </a:cubicBezTo>
                  <a:cubicBezTo>
                    <a:pt x="607" y="82"/>
                    <a:pt x="605" y="89"/>
                    <a:pt x="601" y="92"/>
                  </a:cubicBezTo>
                  <a:cubicBezTo>
                    <a:pt x="600" y="93"/>
                    <a:pt x="598" y="93"/>
                    <a:pt x="597" y="93"/>
                  </a:cubicBezTo>
                  <a:cubicBezTo>
                    <a:pt x="591" y="90"/>
                    <a:pt x="584" y="87"/>
                    <a:pt x="576" y="84"/>
                  </a:cubicBezTo>
                  <a:cubicBezTo>
                    <a:pt x="567" y="82"/>
                    <a:pt x="567" y="82"/>
                    <a:pt x="567" y="82"/>
                  </a:cubicBezTo>
                  <a:cubicBezTo>
                    <a:pt x="563" y="80"/>
                    <a:pt x="558" y="79"/>
                    <a:pt x="553" y="78"/>
                  </a:cubicBezTo>
                  <a:cubicBezTo>
                    <a:pt x="553" y="77"/>
                    <a:pt x="552" y="77"/>
                    <a:pt x="551" y="77"/>
                  </a:cubicBezTo>
                  <a:cubicBezTo>
                    <a:pt x="551" y="77"/>
                    <a:pt x="551" y="77"/>
                    <a:pt x="551" y="77"/>
                  </a:cubicBezTo>
                  <a:cubicBezTo>
                    <a:pt x="550" y="77"/>
                    <a:pt x="549" y="77"/>
                    <a:pt x="548" y="77"/>
                  </a:cubicBezTo>
                  <a:cubicBezTo>
                    <a:pt x="546" y="74"/>
                    <a:pt x="546" y="66"/>
                    <a:pt x="547" y="60"/>
                  </a:cubicBezTo>
                  <a:cubicBezTo>
                    <a:pt x="548" y="54"/>
                    <a:pt x="547" y="47"/>
                    <a:pt x="545" y="42"/>
                  </a:cubicBezTo>
                  <a:cubicBezTo>
                    <a:pt x="544" y="37"/>
                    <a:pt x="548" y="29"/>
                    <a:pt x="549" y="26"/>
                  </a:cubicBezTo>
                  <a:cubicBezTo>
                    <a:pt x="549" y="25"/>
                    <a:pt x="549" y="25"/>
                    <a:pt x="548" y="24"/>
                  </a:cubicBezTo>
                  <a:cubicBezTo>
                    <a:pt x="548" y="24"/>
                    <a:pt x="547" y="25"/>
                    <a:pt x="547" y="25"/>
                  </a:cubicBezTo>
                  <a:cubicBezTo>
                    <a:pt x="546" y="29"/>
                    <a:pt x="541" y="38"/>
                    <a:pt x="542" y="43"/>
                  </a:cubicBezTo>
                  <a:cubicBezTo>
                    <a:pt x="543" y="48"/>
                    <a:pt x="544" y="54"/>
                    <a:pt x="543" y="59"/>
                  </a:cubicBezTo>
                  <a:cubicBezTo>
                    <a:pt x="543" y="60"/>
                    <a:pt x="541" y="70"/>
                    <a:pt x="543" y="76"/>
                  </a:cubicBezTo>
                  <a:cubicBezTo>
                    <a:pt x="532" y="76"/>
                    <a:pt x="532" y="76"/>
                    <a:pt x="532" y="76"/>
                  </a:cubicBezTo>
                  <a:cubicBezTo>
                    <a:pt x="525" y="75"/>
                    <a:pt x="519" y="75"/>
                    <a:pt x="513" y="73"/>
                  </a:cubicBezTo>
                  <a:cubicBezTo>
                    <a:pt x="509" y="72"/>
                    <a:pt x="509" y="72"/>
                    <a:pt x="509" y="72"/>
                  </a:cubicBezTo>
                  <a:cubicBezTo>
                    <a:pt x="506" y="70"/>
                    <a:pt x="502" y="68"/>
                    <a:pt x="498" y="68"/>
                  </a:cubicBezTo>
                  <a:cubicBezTo>
                    <a:pt x="497" y="68"/>
                    <a:pt x="495" y="69"/>
                    <a:pt x="494" y="69"/>
                  </a:cubicBezTo>
                  <a:cubicBezTo>
                    <a:pt x="491" y="68"/>
                    <a:pt x="488" y="66"/>
                    <a:pt x="487" y="62"/>
                  </a:cubicBezTo>
                  <a:cubicBezTo>
                    <a:pt x="484" y="57"/>
                    <a:pt x="482" y="54"/>
                    <a:pt x="479" y="50"/>
                  </a:cubicBezTo>
                  <a:cubicBezTo>
                    <a:pt x="477" y="48"/>
                    <a:pt x="477" y="48"/>
                    <a:pt x="477" y="48"/>
                  </a:cubicBezTo>
                  <a:cubicBezTo>
                    <a:pt x="471" y="41"/>
                    <a:pt x="468" y="27"/>
                    <a:pt x="470" y="20"/>
                  </a:cubicBezTo>
                  <a:cubicBezTo>
                    <a:pt x="470" y="19"/>
                    <a:pt x="470" y="18"/>
                    <a:pt x="469" y="18"/>
                  </a:cubicBezTo>
                  <a:cubicBezTo>
                    <a:pt x="468" y="18"/>
                    <a:pt x="468" y="18"/>
                    <a:pt x="467" y="19"/>
                  </a:cubicBezTo>
                  <a:cubicBezTo>
                    <a:pt x="465" y="27"/>
                    <a:pt x="467" y="43"/>
                    <a:pt x="474" y="51"/>
                  </a:cubicBezTo>
                  <a:cubicBezTo>
                    <a:pt x="476" y="53"/>
                    <a:pt x="476" y="53"/>
                    <a:pt x="476" y="53"/>
                  </a:cubicBezTo>
                  <a:cubicBezTo>
                    <a:pt x="479" y="56"/>
                    <a:pt x="481" y="59"/>
                    <a:pt x="483" y="63"/>
                  </a:cubicBezTo>
                  <a:cubicBezTo>
                    <a:pt x="484" y="67"/>
                    <a:pt x="486" y="69"/>
                    <a:pt x="488" y="70"/>
                  </a:cubicBezTo>
                  <a:cubicBezTo>
                    <a:pt x="483" y="73"/>
                    <a:pt x="479" y="78"/>
                    <a:pt x="475" y="86"/>
                  </a:cubicBezTo>
                  <a:cubicBezTo>
                    <a:pt x="475" y="86"/>
                    <a:pt x="468" y="94"/>
                    <a:pt x="468" y="94"/>
                  </a:cubicBezTo>
                  <a:cubicBezTo>
                    <a:pt x="467" y="95"/>
                    <a:pt x="467" y="95"/>
                    <a:pt x="467" y="95"/>
                  </a:cubicBezTo>
                  <a:cubicBezTo>
                    <a:pt x="467" y="95"/>
                    <a:pt x="467" y="95"/>
                    <a:pt x="467" y="96"/>
                  </a:cubicBezTo>
                  <a:cubicBezTo>
                    <a:pt x="467" y="96"/>
                    <a:pt x="467" y="96"/>
                    <a:pt x="467" y="97"/>
                  </a:cubicBezTo>
                  <a:cubicBezTo>
                    <a:pt x="468" y="97"/>
                    <a:pt x="468" y="97"/>
                    <a:pt x="469" y="97"/>
                  </a:cubicBezTo>
                  <a:cubicBezTo>
                    <a:pt x="470" y="95"/>
                    <a:pt x="470" y="95"/>
                    <a:pt x="470" y="95"/>
                  </a:cubicBezTo>
                  <a:cubicBezTo>
                    <a:pt x="476" y="88"/>
                    <a:pt x="476" y="88"/>
                    <a:pt x="476" y="88"/>
                  </a:cubicBezTo>
                  <a:cubicBezTo>
                    <a:pt x="476" y="88"/>
                    <a:pt x="477" y="88"/>
                    <a:pt x="477" y="88"/>
                  </a:cubicBezTo>
                  <a:cubicBezTo>
                    <a:pt x="482" y="77"/>
                    <a:pt x="490" y="74"/>
                    <a:pt x="495" y="73"/>
                  </a:cubicBezTo>
                  <a:cubicBezTo>
                    <a:pt x="495" y="73"/>
                    <a:pt x="495" y="73"/>
                    <a:pt x="495" y="73"/>
                  </a:cubicBezTo>
                  <a:cubicBezTo>
                    <a:pt x="496" y="73"/>
                    <a:pt x="496" y="73"/>
                    <a:pt x="496" y="73"/>
                  </a:cubicBezTo>
                  <a:cubicBezTo>
                    <a:pt x="497" y="72"/>
                    <a:pt x="497" y="72"/>
                    <a:pt x="498" y="72"/>
                  </a:cubicBezTo>
                  <a:cubicBezTo>
                    <a:pt x="501" y="72"/>
                    <a:pt x="504" y="74"/>
                    <a:pt x="508" y="75"/>
                  </a:cubicBezTo>
                  <a:cubicBezTo>
                    <a:pt x="512" y="77"/>
                    <a:pt x="512" y="77"/>
                    <a:pt x="512" y="77"/>
                  </a:cubicBezTo>
                  <a:cubicBezTo>
                    <a:pt x="518" y="79"/>
                    <a:pt x="525" y="79"/>
                    <a:pt x="532" y="80"/>
                  </a:cubicBezTo>
                  <a:cubicBezTo>
                    <a:pt x="545" y="80"/>
                    <a:pt x="545" y="80"/>
                    <a:pt x="545" y="80"/>
                  </a:cubicBezTo>
                  <a:cubicBezTo>
                    <a:pt x="545" y="80"/>
                    <a:pt x="546" y="80"/>
                    <a:pt x="547" y="81"/>
                  </a:cubicBezTo>
                  <a:cubicBezTo>
                    <a:pt x="547" y="81"/>
                    <a:pt x="549" y="82"/>
                    <a:pt x="550" y="81"/>
                  </a:cubicBezTo>
                  <a:cubicBezTo>
                    <a:pt x="556" y="83"/>
                    <a:pt x="561" y="84"/>
                    <a:pt x="566" y="86"/>
                  </a:cubicBezTo>
                  <a:cubicBezTo>
                    <a:pt x="574" y="88"/>
                    <a:pt x="574" y="88"/>
                    <a:pt x="574" y="88"/>
                  </a:cubicBezTo>
                  <a:cubicBezTo>
                    <a:pt x="582" y="90"/>
                    <a:pt x="588" y="94"/>
                    <a:pt x="593" y="97"/>
                  </a:cubicBezTo>
                  <a:cubicBezTo>
                    <a:pt x="593" y="97"/>
                    <a:pt x="594" y="97"/>
                    <a:pt x="594" y="98"/>
                  </a:cubicBezTo>
                  <a:cubicBezTo>
                    <a:pt x="594" y="98"/>
                    <a:pt x="594" y="98"/>
                    <a:pt x="594" y="98"/>
                  </a:cubicBezTo>
                  <a:cubicBezTo>
                    <a:pt x="598" y="100"/>
                    <a:pt x="601" y="103"/>
                    <a:pt x="603" y="105"/>
                  </a:cubicBezTo>
                  <a:cubicBezTo>
                    <a:pt x="609" y="110"/>
                    <a:pt x="611" y="122"/>
                    <a:pt x="611" y="131"/>
                  </a:cubicBezTo>
                  <a:cubicBezTo>
                    <a:pt x="611" y="133"/>
                    <a:pt x="613" y="132"/>
                    <a:pt x="615" y="134"/>
                  </a:cubicBezTo>
                  <a:cubicBezTo>
                    <a:pt x="617" y="135"/>
                    <a:pt x="617" y="136"/>
                    <a:pt x="617" y="136"/>
                  </a:cubicBezTo>
                  <a:cubicBezTo>
                    <a:pt x="617" y="136"/>
                    <a:pt x="618" y="132"/>
                    <a:pt x="618" y="127"/>
                  </a:cubicBezTo>
                  <a:close/>
                  <a:moveTo>
                    <a:pt x="752" y="502"/>
                  </a:moveTo>
                  <a:cubicBezTo>
                    <a:pt x="752" y="502"/>
                    <a:pt x="751" y="502"/>
                    <a:pt x="751" y="502"/>
                  </a:cubicBezTo>
                  <a:cubicBezTo>
                    <a:pt x="750" y="503"/>
                    <a:pt x="750" y="503"/>
                    <a:pt x="750" y="503"/>
                  </a:cubicBezTo>
                  <a:cubicBezTo>
                    <a:pt x="749" y="503"/>
                    <a:pt x="745" y="504"/>
                    <a:pt x="745" y="505"/>
                  </a:cubicBezTo>
                  <a:cubicBezTo>
                    <a:pt x="744" y="504"/>
                    <a:pt x="744" y="504"/>
                    <a:pt x="743" y="502"/>
                  </a:cubicBezTo>
                  <a:cubicBezTo>
                    <a:pt x="743" y="501"/>
                    <a:pt x="742" y="499"/>
                    <a:pt x="739" y="498"/>
                  </a:cubicBezTo>
                  <a:cubicBezTo>
                    <a:pt x="737" y="497"/>
                    <a:pt x="736" y="498"/>
                    <a:pt x="734" y="499"/>
                  </a:cubicBezTo>
                  <a:cubicBezTo>
                    <a:pt x="736" y="494"/>
                    <a:pt x="735" y="492"/>
                    <a:pt x="735" y="488"/>
                  </a:cubicBezTo>
                  <a:cubicBezTo>
                    <a:pt x="735" y="484"/>
                    <a:pt x="734" y="478"/>
                    <a:pt x="736" y="463"/>
                  </a:cubicBezTo>
                  <a:cubicBezTo>
                    <a:pt x="737" y="453"/>
                    <a:pt x="737" y="453"/>
                    <a:pt x="737" y="453"/>
                  </a:cubicBezTo>
                  <a:cubicBezTo>
                    <a:pt x="740" y="429"/>
                    <a:pt x="742" y="432"/>
                    <a:pt x="744" y="430"/>
                  </a:cubicBezTo>
                  <a:cubicBezTo>
                    <a:pt x="744" y="430"/>
                    <a:pt x="744" y="429"/>
                    <a:pt x="743" y="429"/>
                  </a:cubicBezTo>
                  <a:cubicBezTo>
                    <a:pt x="743" y="429"/>
                    <a:pt x="743" y="429"/>
                    <a:pt x="742" y="429"/>
                  </a:cubicBezTo>
                  <a:cubicBezTo>
                    <a:pt x="741" y="431"/>
                    <a:pt x="736" y="428"/>
                    <a:pt x="733" y="452"/>
                  </a:cubicBezTo>
                  <a:cubicBezTo>
                    <a:pt x="732" y="462"/>
                    <a:pt x="732" y="462"/>
                    <a:pt x="732" y="462"/>
                  </a:cubicBezTo>
                  <a:cubicBezTo>
                    <a:pt x="730" y="478"/>
                    <a:pt x="731" y="484"/>
                    <a:pt x="731" y="488"/>
                  </a:cubicBezTo>
                  <a:cubicBezTo>
                    <a:pt x="731" y="493"/>
                    <a:pt x="732" y="495"/>
                    <a:pt x="728" y="504"/>
                  </a:cubicBezTo>
                  <a:cubicBezTo>
                    <a:pt x="724" y="515"/>
                    <a:pt x="722" y="515"/>
                    <a:pt x="717" y="517"/>
                  </a:cubicBezTo>
                  <a:cubicBezTo>
                    <a:pt x="714" y="518"/>
                    <a:pt x="709" y="520"/>
                    <a:pt x="702" y="525"/>
                  </a:cubicBezTo>
                  <a:cubicBezTo>
                    <a:pt x="701" y="526"/>
                    <a:pt x="701" y="526"/>
                    <a:pt x="701" y="526"/>
                  </a:cubicBezTo>
                  <a:cubicBezTo>
                    <a:pt x="687" y="536"/>
                    <a:pt x="681" y="541"/>
                    <a:pt x="671" y="544"/>
                  </a:cubicBezTo>
                  <a:cubicBezTo>
                    <a:pt x="669" y="544"/>
                    <a:pt x="666" y="543"/>
                    <a:pt x="665" y="542"/>
                  </a:cubicBezTo>
                  <a:cubicBezTo>
                    <a:pt x="654" y="536"/>
                    <a:pt x="654" y="536"/>
                    <a:pt x="654" y="536"/>
                  </a:cubicBezTo>
                  <a:cubicBezTo>
                    <a:pt x="643" y="529"/>
                    <a:pt x="643" y="529"/>
                    <a:pt x="643" y="529"/>
                  </a:cubicBezTo>
                  <a:cubicBezTo>
                    <a:pt x="632" y="521"/>
                    <a:pt x="621" y="514"/>
                    <a:pt x="604" y="517"/>
                  </a:cubicBezTo>
                  <a:cubicBezTo>
                    <a:pt x="585" y="521"/>
                    <a:pt x="561" y="519"/>
                    <a:pt x="552" y="501"/>
                  </a:cubicBezTo>
                  <a:cubicBezTo>
                    <a:pt x="552" y="500"/>
                    <a:pt x="552" y="500"/>
                    <a:pt x="552" y="500"/>
                  </a:cubicBezTo>
                  <a:cubicBezTo>
                    <a:pt x="564" y="504"/>
                    <a:pt x="574" y="499"/>
                    <a:pt x="587" y="491"/>
                  </a:cubicBezTo>
                  <a:cubicBezTo>
                    <a:pt x="594" y="488"/>
                    <a:pt x="594" y="488"/>
                    <a:pt x="594" y="488"/>
                  </a:cubicBezTo>
                  <a:cubicBezTo>
                    <a:pt x="602" y="482"/>
                    <a:pt x="601" y="482"/>
                    <a:pt x="612" y="484"/>
                  </a:cubicBezTo>
                  <a:cubicBezTo>
                    <a:pt x="625" y="486"/>
                    <a:pt x="629" y="486"/>
                    <a:pt x="639" y="469"/>
                  </a:cubicBezTo>
                  <a:cubicBezTo>
                    <a:pt x="640" y="469"/>
                    <a:pt x="640" y="469"/>
                    <a:pt x="641" y="468"/>
                  </a:cubicBezTo>
                  <a:cubicBezTo>
                    <a:pt x="642" y="463"/>
                    <a:pt x="648" y="458"/>
                    <a:pt x="654" y="457"/>
                  </a:cubicBezTo>
                  <a:cubicBezTo>
                    <a:pt x="659" y="456"/>
                    <a:pt x="662" y="458"/>
                    <a:pt x="666" y="460"/>
                  </a:cubicBezTo>
                  <a:cubicBezTo>
                    <a:pt x="670" y="462"/>
                    <a:pt x="670" y="462"/>
                    <a:pt x="670" y="462"/>
                  </a:cubicBezTo>
                  <a:cubicBezTo>
                    <a:pt x="671" y="462"/>
                    <a:pt x="672" y="463"/>
                    <a:pt x="672" y="463"/>
                  </a:cubicBezTo>
                  <a:cubicBezTo>
                    <a:pt x="672" y="464"/>
                    <a:pt x="673" y="464"/>
                    <a:pt x="674" y="465"/>
                  </a:cubicBezTo>
                  <a:cubicBezTo>
                    <a:pt x="683" y="469"/>
                    <a:pt x="690" y="476"/>
                    <a:pt x="692" y="483"/>
                  </a:cubicBezTo>
                  <a:cubicBezTo>
                    <a:pt x="694" y="489"/>
                    <a:pt x="692" y="494"/>
                    <a:pt x="691" y="500"/>
                  </a:cubicBezTo>
                  <a:cubicBezTo>
                    <a:pt x="690" y="504"/>
                    <a:pt x="690" y="507"/>
                    <a:pt x="690" y="509"/>
                  </a:cubicBezTo>
                  <a:cubicBezTo>
                    <a:pt x="690" y="510"/>
                    <a:pt x="691" y="510"/>
                    <a:pt x="691" y="510"/>
                  </a:cubicBezTo>
                  <a:cubicBezTo>
                    <a:pt x="692" y="510"/>
                    <a:pt x="692" y="510"/>
                    <a:pt x="692" y="509"/>
                  </a:cubicBezTo>
                  <a:cubicBezTo>
                    <a:pt x="692" y="508"/>
                    <a:pt x="694" y="505"/>
                    <a:pt x="695" y="501"/>
                  </a:cubicBezTo>
                  <a:cubicBezTo>
                    <a:pt x="696" y="495"/>
                    <a:pt x="698" y="489"/>
                    <a:pt x="696" y="482"/>
                  </a:cubicBezTo>
                  <a:cubicBezTo>
                    <a:pt x="694" y="475"/>
                    <a:pt x="688" y="468"/>
                    <a:pt x="679" y="463"/>
                  </a:cubicBezTo>
                  <a:cubicBezTo>
                    <a:pt x="681" y="462"/>
                    <a:pt x="682" y="461"/>
                    <a:pt x="683" y="460"/>
                  </a:cubicBezTo>
                  <a:cubicBezTo>
                    <a:pt x="686" y="457"/>
                    <a:pt x="686" y="457"/>
                    <a:pt x="686" y="457"/>
                  </a:cubicBezTo>
                  <a:cubicBezTo>
                    <a:pt x="689" y="455"/>
                    <a:pt x="690" y="455"/>
                    <a:pt x="693" y="456"/>
                  </a:cubicBezTo>
                  <a:cubicBezTo>
                    <a:pt x="695" y="457"/>
                    <a:pt x="699" y="457"/>
                    <a:pt x="702" y="455"/>
                  </a:cubicBezTo>
                  <a:cubicBezTo>
                    <a:pt x="702" y="455"/>
                    <a:pt x="702" y="454"/>
                    <a:pt x="702" y="454"/>
                  </a:cubicBezTo>
                  <a:cubicBezTo>
                    <a:pt x="702" y="453"/>
                    <a:pt x="701" y="453"/>
                    <a:pt x="701" y="454"/>
                  </a:cubicBezTo>
                  <a:cubicBezTo>
                    <a:pt x="699" y="454"/>
                    <a:pt x="696" y="454"/>
                    <a:pt x="694" y="453"/>
                  </a:cubicBezTo>
                  <a:cubicBezTo>
                    <a:pt x="692" y="452"/>
                    <a:pt x="688" y="450"/>
                    <a:pt x="684" y="454"/>
                  </a:cubicBezTo>
                  <a:cubicBezTo>
                    <a:pt x="684" y="454"/>
                    <a:pt x="680" y="457"/>
                    <a:pt x="680" y="457"/>
                  </a:cubicBezTo>
                  <a:cubicBezTo>
                    <a:pt x="677" y="460"/>
                    <a:pt x="677" y="461"/>
                    <a:pt x="672" y="458"/>
                  </a:cubicBezTo>
                  <a:cubicBezTo>
                    <a:pt x="668" y="456"/>
                    <a:pt x="668" y="456"/>
                    <a:pt x="668" y="456"/>
                  </a:cubicBezTo>
                  <a:cubicBezTo>
                    <a:pt x="663" y="454"/>
                    <a:pt x="660" y="452"/>
                    <a:pt x="653" y="453"/>
                  </a:cubicBezTo>
                  <a:cubicBezTo>
                    <a:pt x="651" y="453"/>
                    <a:pt x="650" y="454"/>
                    <a:pt x="648" y="455"/>
                  </a:cubicBezTo>
                  <a:cubicBezTo>
                    <a:pt x="655" y="444"/>
                    <a:pt x="657" y="442"/>
                    <a:pt x="664" y="438"/>
                  </a:cubicBezTo>
                  <a:cubicBezTo>
                    <a:pt x="674" y="431"/>
                    <a:pt x="674" y="431"/>
                    <a:pt x="674" y="431"/>
                  </a:cubicBezTo>
                  <a:cubicBezTo>
                    <a:pt x="680" y="427"/>
                    <a:pt x="680" y="427"/>
                    <a:pt x="680" y="427"/>
                  </a:cubicBezTo>
                  <a:cubicBezTo>
                    <a:pt x="690" y="421"/>
                    <a:pt x="691" y="420"/>
                    <a:pt x="692" y="408"/>
                  </a:cubicBezTo>
                  <a:cubicBezTo>
                    <a:pt x="692" y="404"/>
                    <a:pt x="692" y="404"/>
                    <a:pt x="692" y="404"/>
                  </a:cubicBezTo>
                  <a:cubicBezTo>
                    <a:pt x="694" y="393"/>
                    <a:pt x="690" y="379"/>
                    <a:pt x="687" y="364"/>
                  </a:cubicBezTo>
                  <a:cubicBezTo>
                    <a:pt x="685" y="354"/>
                    <a:pt x="683" y="343"/>
                    <a:pt x="681" y="333"/>
                  </a:cubicBezTo>
                  <a:cubicBezTo>
                    <a:pt x="678" y="308"/>
                    <a:pt x="676" y="298"/>
                    <a:pt x="667" y="277"/>
                  </a:cubicBezTo>
                  <a:cubicBezTo>
                    <a:pt x="663" y="266"/>
                    <a:pt x="659" y="262"/>
                    <a:pt x="656" y="259"/>
                  </a:cubicBezTo>
                  <a:cubicBezTo>
                    <a:pt x="654" y="256"/>
                    <a:pt x="653" y="255"/>
                    <a:pt x="652" y="251"/>
                  </a:cubicBezTo>
                  <a:cubicBezTo>
                    <a:pt x="652" y="250"/>
                    <a:pt x="651" y="249"/>
                    <a:pt x="650" y="249"/>
                  </a:cubicBezTo>
                  <a:cubicBezTo>
                    <a:pt x="649" y="249"/>
                    <a:pt x="648" y="250"/>
                    <a:pt x="648" y="251"/>
                  </a:cubicBezTo>
                  <a:cubicBezTo>
                    <a:pt x="649" y="257"/>
                    <a:pt x="651" y="259"/>
                    <a:pt x="653" y="262"/>
                  </a:cubicBezTo>
                  <a:cubicBezTo>
                    <a:pt x="656" y="264"/>
                    <a:pt x="659" y="268"/>
                    <a:pt x="664" y="279"/>
                  </a:cubicBezTo>
                  <a:cubicBezTo>
                    <a:pt x="672" y="299"/>
                    <a:pt x="674" y="308"/>
                    <a:pt x="677" y="334"/>
                  </a:cubicBezTo>
                  <a:cubicBezTo>
                    <a:pt x="679" y="344"/>
                    <a:pt x="681" y="354"/>
                    <a:pt x="683" y="365"/>
                  </a:cubicBezTo>
                  <a:cubicBezTo>
                    <a:pt x="686" y="379"/>
                    <a:pt x="689" y="393"/>
                    <a:pt x="688" y="404"/>
                  </a:cubicBezTo>
                  <a:cubicBezTo>
                    <a:pt x="688" y="408"/>
                    <a:pt x="688" y="408"/>
                    <a:pt x="688" y="408"/>
                  </a:cubicBezTo>
                  <a:cubicBezTo>
                    <a:pt x="687" y="418"/>
                    <a:pt x="687" y="418"/>
                    <a:pt x="678" y="424"/>
                  </a:cubicBezTo>
                  <a:cubicBezTo>
                    <a:pt x="672" y="428"/>
                    <a:pt x="672" y="428"/>
                    <a:pt x="672" y="428"/>
                  </a:cubicBezTo>
                  <a:cubicBezTo>
                    <a:pt x="662" y="434"/>
                    <a:pt x="662" y="434"/>
                    <a:pt x="662" y="434"/>
                  </a:cubicBezTo>
                  <a:cubicBezTo>
                    <a:pt x="654" y="440"/>
                    <a:pt x="651" y="441"/>
                    <a:pt x="641" y="459"/>
                  </a:cubicBezTo>
                  <a:cubicBezTo>
                    <a:pt x="628" y="482"/>
                    <a:pt x="625" y="482"/>
                    <a:pt x="613" y="480"/>
                  </a:cubicBezTo>
                  <a:cubicBezTo>
                    <a:pt x="610" y="479"/>
                    <a:pt x="608" y="479"/>
                    <a:pt x="606" y="479"/>
                  </a:cubicBezTo>
                  <a:cubicBezTo>
                    <a:pt x="607" y="476"/>
                    <a:pt x="607" y="473"/>
                    <a:pt x="606" y="470"/>
                  </a:cubicBezTo>
                  <a:cubicBezTo>
                    <a:pt x="606" y="467"/>
                    <a:pt x="606" y="464"/>
                    <a:pt x="606" y="461"/>
                  </a:cubicBezTo>
                  <a:cubicBezTo>
                    <a:pt x="608" y="456"/>
                    <a:pt x="607" y="453"/>
                    <a:pt x="607" y="448"/>
                  </a:cubicBezTo>
                  <a:cubicBezTo>
                    <a:pt x="606" y="438"/>
                    <a:pt x="606" y="438"/>
                    <a:pt x="606" y="438"/>
                  </a:cubicBezTo>
                  <a:cubicBezTo>
                    <a:pt x="604" y="426"/>
                    <a:pt x="604" y="426"/>
                    <a:pt x="604" y="426"/>
                  </a:cubicBezTo>
                  <a:cubicBezTo>
                    <a:pt x="604" y="425"/>
                    <a:pt x="604" y="425"/>
                    <a:pt x="603" y="425"/>
                  </a:cubicBezTo>
                  <a:cubicBezTo>
                    <a:pt x="603" y="425"/>
                    <a:pt x="602" y="425"/>
                    <a:pt x="602" y="426"/>
                  </a:cubicBezTo>
                  <a:cubicBezTo>
                    <a:pt x="602" y="438"/>
                    <a:pt x="602" y="438"/>
                    <a:pt x="602" y="438"/>
                  </a:cubicBezTo>
                  <a:cubicBezTo>
                    <a:pt x="603" y="448"/>
                    <a:pt x="603" y="448"/>
                    <a:pt x="603" y="448"/>
                  </a:cubicBezTo>
                  <a:cubicBezTo>
                    <a:pt x="603" y="453"/>
                    <a:pt x="603" y="456"/>
                    <a:pt x="602" y="460"/>
                  </a:cubicBezTo>
                  <a:cubicBezTo>
                    <a:pt x="602" y="464"/>
                    <a:pt x="602" y="467"/>
                    <a:pt x="602" y="470"/>
                  </a:cubicBezTo>
                  <a:cubicBezTo>
                    <a:pt x="603" y="474"/>
                    <a:pt x="603" y="477"/>
                    <a:pt x="602" y="479"/>
                  </a:cubicBezTo>
                  <a:cubicBezTo>
                    <a:pt x="598" y="479"/>
                    <a:pt x="596" y="481"/>
                    <a:pt x="591" y="484"/>
                  </a:cubicBezTo>
                  <a:cubicBezTo>
                    <a:pt x="585" y="487"/>
                    <a:pt x="585" y="487"/>
                    <a:pt x="585" y="487"/>
                  </a:cubicBezTo>
                  <a:cubicBezTo>
                    <a:pt x="571" y="495"/>
                    <a:pt x="560" y="499"/>
                    <a:pt x="548" y="493"/>
                  </a:cubicBezTo>
                  <a:cubicBezTo>
                    <a:pt x="543" y="481"/>
                    <a:pt x="540" y="481"/>
                    <a:pt x="519" y="477"/>
                  </a:cubicBezTo>
                  <a:cubicBezTo>
                    <a:pt x="516" y="477"/>
                    <a:pt x="516" y="477"/>
                    <a:pt x="516" y="477"/>
                  </a:cubicBezTo>
                  <a:cubicBezTo>
                    <a:pt x="514" y="476"/>
                    <a:pt x="512" y="476"/>
                    <a:pt x="511" y="476"/>
                  </a:cubicBezTo>
                  <a:cubicBezTo>
                    <a:pt x="513" y="472"/>
                    <a:pt x="513" y="467"/>
                    <a:pt x="513" y="463"/>
                  </a:cubicBezTo>
                  <a:cubicBezTo>
                    <a:pt x="513" y="460"/>
                    <a:pt x="512" y="458"/>
                    <a:pt x="513" y="456"/>
                  </a:cubicBezTo>
                  <a:cubicBezTo>
                    <a:pt x="513" y="455"/>
                    <a:pt x="512" y="454"/>
                    <a:pt x="512" y="454"/>
                  </a:cubicBezTo>
                  <a:cubicBezTo>
                    <a:pt x="511" y="454"/>
                    <a:pt x="510" y="455"/>
                    <a:pt x="510" y="455"/>
                  </a:cubicBezTo>
                  <a:cubicBezTo>
                    <a:pt x="509" y="457"/>
                    <a:pt x="509" y="460"/>
                    <a:pt x="509" y="463"/>
                  </a:cubicBezTo>
                  <a:cubicBezTo>
                    <a:pt x="509" y="469"/>
                    <a:pt x="509" y="473"/>
                    <a:pt x="506" y="475"/>
                  </a:cubicBezTo>
                  <a:cubicBezTo>
                    <a:pt x="491" y="471"/>
                    <a:pt x="488" y="466"/>
                    <a:pt x="478" y="447"/>
                  </a:cubicBezTo>
                  <a:cubicBezTo>
                    <a:pt x="473" y="438"/>
                    <a:pt x="473" y="438"/>
                    <a:pt x="473" y="438"/>
                  </a:cubicBezTo>
                  <a:cubicBezTo>
                    <a:pt x="468" y="426"/>
                    <a:pt x="468" y="426"/>
                    <a:pt x="468" y="426"/>
                  </a:cubicBezTo>
                  <a:cubicBezTo>
                    <a:pt x="468" y="427"/>
                    <a:pt x="466" y="429"/>
                    <a:pt x="465" y="430"/>
                  </a:cubicBezTo>
                  <a:cubicBezTo>
                    <a:pt x="463" y="431"/>
                    <a:pt x="466" y="438"/>
                    <a:pt x="465" y="437"/>
                  </a:cubicBezTo>
                  <a:cubicBezTo>
                    <a:pt x="466" y="441"/>
                    <a:pt x="466" y="441"/>
                    <a:pt x="466" y="441"/>
                  </a:cubicBezTo>
                  <a:cubicBezTo>
                    <a:pt x="470" y="450"/>
                    <a:pt x="470" y="450"/>
                    <a:pt x="470" y="450"/>
                  </a:cubicBezTo>
                  <a:cubicBezTo>
                    <a:pt x="483" y="474"/>
                    <a:pt x="488" y="478"/>
                    <a:pt x="515" y="483"/>
                  </a:cubicBezTo>
                  <a:cubicBezTo>
                    <a:pt x="518" y="483"/>
                    <a:pt x="518" y="483"/>
                    <a:pt x="518" y="483"/>
                  </a:cubicBezTo>
                  <a:cubicBezTo>
                    <a:pt x="539" y="487"/>
                    <a:pt x="539" y="487"/>
                    <a:pt x="544" y="498"/>
                  </a:cubicBezTo>
                  <a:cubicBezTo>
                    <a:pt x="547" y="504"/>
                    <a:pt x="547" y="504"/>
                    <a:pt x="547" y="504"/>
                  </a:cubicBezTo>
                  <a:cubicBezTo>
                    <a:pt x="557" y="525"/>
                    <a:pt x="586" y="526"/>
                    <a:pt x="607" y="521"/>
                  </a:cubicBezTo>
                  <a:cubicBezTo>
                    <a:pt x="622" y="518"/>
                    <a:pt x="629" y="525"/>
                    <a:pt x="640" y="533"/>
                  </a:cubicBezTo>
                  <a:cubicBezTo>
                    <a:pt x="651" y="540"/>
                    <a:pt x="651" y="540"/>
                    <a:pt x="651" y="540"/>
                  </a:cubicBezTo>
                  <a:cubicBezTo>
                    <a:pt x="662" y="546"/>
                    <a:pt x="662" y="546"/>
                    <a:pt x="662" y="546"/>
                  </a:cubicBezTo>
                  <a:cubicBezTo>
                    <a:pt x="663" y="547"/>
                    <a:pt x="666" y="549"/>
                    <a:pt x="667" y="550"/>
                  </a:cubicBezTo>
                  <a:cubicBezTo>
                    <a:pt x="674" y="554"/>
                    <a:pt x="677" y="559"/>
                    <a:pt x="680" y="569"/>
                  </a:cubicBezTo>
                  <a:cubicBezTo>
                    <a:pt x="682" y="579"/>
                    <a:pt x="682" y="579"/>
                    <a:pt x="682" y="579"/>
                  </a:cubicBezTo>
                  <a:cubicBezTo>
                    <a:pt x="684" y="585"/>
                    <a:pt x="686" y="590"/>
                    <a:pt x="686" y="596"/>
                  </a:cubicBezTo>
                  <a:cubicBezTo>
                    <a:pt x="685" y="597"/>
                    <a:pt x="685" y="598"/>
                    <a:pt x="685" y="599"/>
                  </a:cubicBezTo>
                  <a:cubicBezTo>
                    <a:pt x="685" y="599"/>
                    <a:pt x="685" y="599"/>
                    <a:pt x="685" y="599"/>
                  </a:cubicBezTo>
                  <a:cubicBezTo>
                    <a:pt x="685" y="604"/>
                    <a:pt x="683" y="609"/>
                    <a:pt x="681" y="616"/>
                  </a:cubicBezTo>
                  <a:cubicBezTo>
                    <a:pt x="672" y="635"/>
                    <a:pt x="667" y="655"/>
                    <a:pt x="667" y="659"/>
                  </a:cubicBezTo>
                  <a:cubicBezTo>
                    <a:pt x="667" y="660"/>
                    <a:pt x="667" y="660"/>
                    <a:pt x="667" y="660"/>
                  </a:cubicBezTo>
                  <a:cubicBezTo>
                    <a:pt x="668" y="660"/>
                    <a:pt x="668" y="660"/>
                    <a:pt x="668" y="659"/>
                  </a:cubicBezTo>
                  <a:cubicBezTo>
                    <a:pt x="668" y="656"/>
                    <a:pt x="674" y="640"/>
                    <a:pt x="684" y="617"/>
                  </a:cubicBezTo>
                  <a:cubicBezTo>
                    <a:pt x="688" y="609"/>
                    <a:pt x="689" y="602"/>
                    <a:pt x="690" y="596"/>
                  </a:cubicBezTo>
                  <a:cubicBezTo>
                    <a:pt x="690" y="591"/>
                    <a:pt x="694" y="585"/>
                    <a:pt x="697" y="580"/>
                  </a:cubicBezTo>
                  <a:cubicBezTo>
                    <a:pt x="702" y="573"/>
                    <a:pt x="702" y="573"/>
                    <a:pt x="702" y="573"/>
                  </a:cubicBezTo>
                  <a:cubicBezTo>
                    <a:pt x="703" y="570"/>
                    <a:pt x="703" y="570"/>
                    <a:pt x="703" y="570"/>
                  </a:cubicBezTo>
                  <a:cubicBezTo>
                    <a:pt x="705" y="567"/>
                    <a:pt x="707" y="563"/>
                    <a:pt x="707" y="559"/>
                  </a:cubicBezTo>
                  <a:cubicBezTo>
                    <a:pt x="707" y="553"/>
                    <a:pt x="707" y="553"/>
                    <a:pt x="707" y="553"/>
                  </a:cubicBezTo>
                  <a:cubicBezTo>
                    <a:pt x="707" y="550"/>
                    <a:pt x="706" y="547"/>
                    <a:pt x="707" y="545"/>
                  </a:cubicBezTo>
                  <a:cubicBezTo>
                    <a:pt x="707" y="545"/>
                    <a:pt x="707" y="544"/>
                    <a:pt x="706" y="544"/>
                  </a:cubicBezTo>
                  <a:cubicBezTo>
                    <a:pt x="706" y="543"/>
                    <a:pt x="705" y="544"/>
                    <a:pt x="705" y="544"/>
                  </a:cubicBezTo>
                  <a:cubicBezTo>
                    <a:pt x="704" y="546"/>
                    <a:pt x="703" y="550"/>
                    <a:pt x="703" y="553"/>
                  </a:cubicBezTo>
                  <a:cubicBezTo>
                    <a:pt x="703" y="559"/>
                    <a:pt x="703" y="559"/>
                    <a:pt x="703" y="559"/>
                  </a:cubicBezTo>
                  <a:cubicBezTo>
                    <a:pt x="703" y="562"/>
                    <a:pt x="701" y="565"/>
                    <a:pt x="700" y="568"/>
                  </a:cubicBezTo>
                  <a:cubicBezTo>
                    <a:pt x="698" y="571"/>
                    <a:pt x="698" y="571"/>
                    <a:pt x="698" y="571"/>
                  </a:cubicBezTo>
                  <a:cubicBezTo>
                    <a:pt x="694" y="578"/>
                    <a:pt x="694" y="578"/>
                    <a:pt x="694" y="578"/>
                  </a:cubicBezTo>
                  <a:cubicBezTo>
                    <a:pt x="692" y="581"/>
                    <a:pt x="690" y="584"/>
                    <a:pt x="689" y="587"/>
                  </a:cubicBezTo>
                  <a:cubicBezTo>
                    <a:pt x="688" y="584"/>
                    <a:pt x="687" y="581"/>
                    <a:pt x="686" y="577"/>
                  </a:cubicBezTo>
                  <a:cubicBezTo>
                    <a:pt x="684" y="568"/>
                    <a:pt x="684" y="568"/>
                    <a:pt x="684" y="568"/>
                  </a:cubicBezTo>
                  <a:cubicBezTo>
                    <a:pt x="681" y="558"/>
                    <a:pt x="677" y="553"/>
                    <a:pt x="671" y="548"/>
                  </a:cubicBezTo>
                  <a:cubicBezTo>
                    <a:pt x="682" y="545"/>
                    <a:pt x="689" y="540"/>
                    <a:pt x="703" y="529"/>
                  </a:cubicBezTo>
                  <a:cubicBezTo>
                    <a:pt x="705" y="528"/>
                    <a:pt x="705" y="528"/>
                    <a:pt x="705" y="528"/>
                  </a:cubicBezTo>
                  <a:cubicBezTo>
                    <a:pt x="711" y="523"/>
                    <a:pt x="715" y="522"/>
                    <a:pt x="718" y="521"/>
                  </a:cubicBezTo>
                  <a:cubicBezTo>
                    <a:pt x="723" y="519"/>
                    <a:pt x="726" y="518"/>
                    <a:pt x="729" y="512"/>
                  </a:cubicBezTo>
                  <a:cubicBezTo>
                    <a:pt x="731" y="508"/>
                    <a:pt x="731" y="508"/>
                    <a:pt x="731" y="508"/>
                  </a:cubicBezTo>
                  <a:cubicBezTo>
                    <a:pt x="734" y="504"/>
                    <a:pt x="736" y="501"/>
                    <a:pt x="738" y="502"/>
                  </a:cubicBezTo>
                  <a:cubicBezTo>
                    <a:pt x="739" y="502"/>
                    <a:pt x="739" y="503"/>
                    <a:pt x="739" y="504"/>
                  </a:cubicBezTo>
                  <a:cubicBezTo>
                    <a:pt x="740" y="505"/>
                    <a:pt x="741" y="508"/>
                    <a:pt x="744" y="508"/>
                  </a:cubicBezTo>
                  <a:cubicBezTo>
                    <a:pt x="747" y="509"/>
                    <a:pt x="750" y="505"/>
                    <a:pt x="751" y="504"/>
                  </a:cubicBezTo>
                  <a:cubicBezTo>
                    <a:pt x="752" y="504"/>
                    <a:pt x="752" y="504"/>
                    <a:pt x="752" y="504"/>
                  </a:cubicBezTo>
                  <a:cubicBezTo>
                    <a:pt x="752" y="503"/>
                    <a:pt x="752" y="503"/>
                    <a:pt x="752" y="502"/>
                  </a:cubicBezTo>
                  <a:close/>
                  <a:moveTo>
                    <a:pt x="639" y="695"/>
                  </a:moveTo>
                  <a:cubicBezTo>
                    <a:pt x="638" y="695"/>
                    <a:pt x="638" y="695"/>
                    <a:pt x="637" y="696"/>
                  </a:cubicBezTo>
                  <a:cubicBezTo>
                    <a:pt x="632" y="716"/>
                    <a:pt x="611" y="734"/>
                    <a:pt x="593" y="741"/>
                  </a:cubicBezTo>
                  <a:cubicBezTo>
                    <a:pt x="582" y="745"/>
                    <a:pt x="582" y="745"/>
                    <a:pt x="582" y="745"/>
                  </a:cubicBezTo>
                  <a:cubicBezTo>
                    <a:pt x="568" y="752"/>
                    <a:pt x="565" y="757"/>
                    <a:pt x="561" y="765"/>
                  </a:cubicBezTo>
                  <a:cubicBezTo>
                    <a:pt x="558" y="770"/>
                    <a:pt x="555" y="775"/>
                    <a:pt x="549" y="783"/>
                  </a:cubicBezTo>
                  <a:cubicBezTo>
                    <a:pt x="538" y="797"/>
                    <a:pt x="532" y="797"/>
                    <a:pt x="522" y="797"/>
                  </a:cubicBezTo>
                  <a:cubicBezTo>
                    <a:pt x="517" y="797"/>
                    <a:pt x="511" y="797"/>
                    <a:pt x="502" y="798"/>
                  </a:cubicBezTo>
                  <a:cubicBezTo>
                    <a:pt x="511" y="790"/>
                    <a:pt x="516" y="782"/>
                    <a:pt x="516" y="768"/>
                  </a:cubicBezTo>
                  <a:cubicBezTo>
                    <a:pt x="514" y="756"/>
                    <a:pt x="514" y="756"/>
                    <a:pt x="514" y="756"/>
                  </a:cubicBezTo>
                  <a:cubicBezTo>
                    <a:pt x="512" y="746"/>
                    <a:pt x="511" y="739"/>
                    <a:pt x="519" y="728"/>
                  </a:cubicBezTo>
                  <a:cubicBezTo>
                    <a:pt x="525" y="720"/>
                    <a:pt x="529" y="715"/>
                    <a:pt x="533" y="712"/>
                  </a:cubicBezTo>
                  <a:cubicBezTo>
                    <a:pt x="533" y="711"/>
                    <a:pt x="533" y="711"/>
                    <a:pt x="533" y="711"/>
                  </a:cubicBezTo>
                  <a:cubicBezTo>
                    <a:pt x="537" y="708"/>
                    <a:pt x="542" y="706"/>
                    <a:pt x="549" y="704"/>
                  </a:cubicBezTo>
                  <a:cubicBezTo>
                    <a:pt x="564" y="700"/>
                    <a:pt x="565" y="700"/>
                    <a:pt x="571" y="686"/>
                  </a:cubicBezTo>
                  <a:cubicBezTo>
                    <a:pt x="571" y="684"/>
                    <a:pt x="571" y="684"/>
                    <a:pt x="571" y="684"/>
                  </a:cubicBezTo>
                  <a:cubicBezTo>
                    <a:pt x="574" y="678"/>
                    <a:pt x="577" y="676"/>
                    <a:pt x="581" y="673"/>
                  </a:cubicBezTo>
                  <a:cubicBezTo>
                    <a:pt x="586" y="670"/>
                    <a:pt x="591" y="660"/>
                    <a:pt x="593" y="654"/>
                  </a:cubicBezTo>
                  <a:cubicBezTo>
                    <a:pt x="593" y="654"/>
                    <a:pt x="593" y="653"/>
                    <a:pt x="592" y="653"/>
                  </a:cubicBezTo>
                  <a:cubicBezTo>
                    <a:pt x="592" y="653"/>
                    <a:pt x="591" y="653"/>
                    <a:pt x="591" y="654"/>
                  </a:cubicBezTo>
                  <a:cubicBezTo>
                    <a:pt x="590" y="659"/>
                    <a:pt x="583" y="667"/>
                    <a:pt x="578" y="670"/>
                  </a:cubicBezTo>
                  <a:cubicBezTo>
                    <a:pt x="575" y="673"/>
                    <a:pt x="571" y="675"/>
                    <a:pt x="568" y="682"/>
                  </a:cubicBezTo>
                  <a:cubicBezTo>
                    <a:pt x="567" y="684"/>
                    <a:pt x="567" y="684"/>
                    <a:pt x="567" y="684"/>
                  </a:cubicBezTo>
                  <a:cubicBezTo>
                    <a:pt x="561" y="697"/>
                    <a:pt x="561" y="697"/>
                    <a:pt x="548" y="701"/>
                  </a:cubicBezTo>
                  <a:cubicBezTo>
                    <a:pt x="544" y="701"/>
                    <a:pt x="541" y="702"/>
                    <a:pt x="539" y="703"/>
                  </a:cubicBezTo>
                  <a:cubicBezTo>
                    <a:pt x="544" y="696"/>
                    <a:pt x="544" y="696"/>
                    <a:pt x="544" y="696"/>
                  </a:cubicBezTo>
                  <a:cubicBezTo>
                    <a:pt x="549" y="688"/>
                    <a:pt x="550" y="687"/>
                    <a:pt x="559" y="681"/>
                  </a:cubicBezTo>
                  <a:cubicBezTo>
                    <a:pt x="573" y="672"/>
                    <a:pt x="573" y="666"/>
                    <a:pt x="574" y="658"/>
                  </a:cubicBezTo>
                  <a:cubicBezTo>
                    <a:pt x="575" y="655"/>
                    <a:pt x="575" y="655"/>
                    <a:pt x="575" y="655"/>
                  </a:cubicBezTo>
                  <a:cubicBezTo>
                    <a:pt x="576" y="651"/>
                    <a:pt x="580" y="645"/>
                    <a:pt x="581" y="644"/>
                  </a:cubicBezTo>
                  <a:cubicBezTo>
                    <a:pt x="582" y="642"/>
                    <a:pt x="583" y="641"/>
                    <a:pt x="583" y="639"/>
                  </a:cubicBezTo>
                  <a:cubicBezTo>
                    <a:pt x="584" y="639"/>
                    <a:pt x="583" y="638"/>
                    <a:pt x="583" y="638"/>
                  </a:cubicBezTo>
                  <a:cubicBezTo>
                    <a:pt x="582" y="638"/>
                    <a:pt x="582" y="638"/>
                    <a:pt x="581" y="638"/>
                  </a:cubicBezTo>
                  <a:cubicBezTo>
                    <a:pt x="581" y="640"/>
                    <a:pt x="580" y="641"/>
                    <a:pt x="579" y="642"/>
                  </a:cubicBezTo>
                  <a:cubicBezTo>
                    <a:pt x="578" y="644"/>
                    <a:pt x="572" y="650"/>
                    <a:pt x="571" y="655"/>
                  </a:cubicBezTo>
                  <a:cubicBezTo>
                    <a:pt x="571" y="655"/>
                    <a:pt x="570" y="657"/>
                    <a:pt x="570" y="657"/>
                  </a:cubicBezTo>
                  <a:cubicBezTo>
                    <a:pt x="569" y="665"/>
                    <a:pt x="569" y="670"/>
                    <a:pt x="557" y="677"/>
                  </a:cubicBezTo>
                  <a:cubicBezTo>
                    <a:pt x="547" y="684"/>
                    <a:pt x="546" y="686"/>
                    <a:pt x="541" y="694"/>
                  </a:cubicBezTo>
                  <a:cubicBezTo>
                    <a:pt x="531" y="708"/>
                    <a:pt x="531" y="708"/>
                    <a:pt x="531" y="708"/>
                  </a:cubicBezTo>
                  <a:cubicBezTo>
                    <a:pt x="526" y="712"/>
                    <a:pt x="522" y="717"/>
                    <a:pt x="516" y="725"/>
                  </a:cubicBezTo>
                  <a:cubicBezTo>
                    <a:pt x="507" y="738"/>
                    <a:pt x="508" y="747"/>
                    <a:pt x="510" y="757"/>
                  </a:cubicBezTo>
                  <a:cubicBezTo>
                    <a:pt x="512" y="769"/>
                    <a:pt x="512" y="769"/>
                    <a:pt x="512" y="769"/>
                  </a:cubicBezTo>
                  <a:cubicBezTo>
                    <a:pt x="512" y="784"/>
                    <a:pt x="505" y="792"/>
                    <a:pt x="491" y="802"/>
                  </a:cubicBezTo>
                  <a:cubicBezTo>
                    <a:pt x="487" y="804"/>
                    <a:pt x="485" y="807"/>
                    <a:pt x="482" y="809"/>
                  </a:cubicBezTo>
                  <a:cubicBezTo>
                    <a:pt x="480" y="812"/>
                    <a:pt x="470" y="817"/>
                    <a:pt x="469" y="817"/>
                  </a:cubicBezTo>
                  <a:cubicBezTo>
                    <a:pt x="464" y="820"/>
                    <a:pt x="459" y="822"/>
                    <a:pt x="452" y="825"/>
                  </a:cubicBezTo>
                  <a:cubicBezTo>
                    <a:pt x="444" y="827"/>
                    <a:pt x="438" y="826"/>
                    <a:pt x="431" y="821"/>
                  </a:cubicBezTo>
                  <a:cubicBezTo>
                    <a:pt x="410" y="805"/>
                    <a:pt x="400" y="756"/>
                    <a:pt x="401" y="735"/>
                  </a:cubicBezTo>
                  <a:cubicBezTo>
                    <a:pt x="402" y="719"/>
                    <a:pt x="412" y="704"/>
                    <a:pt x="423" y="691"/>
                  </a:cubicBezTo>
                  <a:cubicBezTo>
                    <a:pt x="431" y="682"/>
                    <a:pt x="440" y="674"/>
                    <a:pt x="443" y="665"/>
                  </a:cubicBezTo>
                  <a:cubicBezTo>
                    <a:pt x="448" y="653"/>
                    <a:pt x="447" y="643"/>
                    <a:pt x="441" y="636"/>
                  </a:cubicBezTo>
                  <a:cubicBezTo>
                    <a:pt x="435" y="628"/>
                    <a:pt x="425" y="625"/>
                    <a:pt x="414" y="626"/>
                  </a:cubicBezTo>
                  <a:cubicBezTo>
                    <a:pt x="407" y="628"/>
                    <a:pt x="403" y="628"/>
                    <a:pt x="400" y="628"/>
                  </a:cubicBezTo>
                  <a:cubicBezTo>
                    <a:pt x="398" y="627"/>
                    <a:pt x="397" y="623"/>
                    <a:pt x="397" y="622"/>
                  </a:cubicBezTo>
                  <a:cubicBezTo>
                    <a:pt x="393" y="592"/>
                    <a:pt x="387" y="567"/>
                    <a:pt x="381" y="547"/>
                  </a:cubicBezTo>
                  <a:cubicBezTo>
                    <a:pt x="377" y="531"/>
                    <a:pt x="370" y="514"/>
                    <a:pt x="369" y="498"/>
                  </a:cubicBezTo>
                  <a:cubicBezTo>
                    <a:pt x="369" y="446"/>
                    <a:pt x="369" y="446"/>
                    <a:pt x="369" y="446"/>
                  </a:cubicBezTo>
                  <a:cubicBezTo>
                    <a:pt x="370" y="446"/>
                    <a:pt x="371" y="446"/>
                    <a:pt x="373" y="446"/>
                  </a:cubicBezTo>
                  <a:cubicBezTo>
                    <a:pt x="376" y="447"/>
                    <a:pt x="376" y="447"/>
                    <a:pt x="376" y="447"/>
                  </a:cubicBezTo>
                  <a:cubicBezTo>
                    <a:pt x="379" y="448"/>
                    <a:pt x="383" y="447"/>
                    <a:pt x="386" y="446"/>
                  </a:cubicBezTo>
                  <a:cubicBezTo>
                    <a:pt x="386" y="446"/>
                    <a:pt x="386" y="446"/>
                    <a:pt x="386" y="445"/>
                  </a:cubicBezTo>
                  <a:cubicBezTo>
                    <a:pt x="386" y="444"/>
                    <a:pt x="386" y="444"/>
                    <a:pt x="385" y="444"/>
                  </a:cubicBezTo>
                  <a:cubicBezTo>
                    <a:pt x="383" y="445"/>
                    <a:pt x="380" y="444"/>
                    <a:pt x="377" y="444"/>
                  </a:cubicBezTo>
                  <a:cubicBezTo>
                    <a:pt x="374" y="443"/>
                    <a:pt x="374" y="443"/>
                    <a:pt x="374" y="443"/>
                  </a:cubicBezTo>
                  <a:cubicBezTo>
                    <a:pt x="372" y="442"/>
                    <a:pt x="371" y="442"/>
                    <a:pt x="369" y="442"/>
                  </a:cubicBezTo>
                  <a:cubicBezTo>
                    <a:pt x="369" y="429"/>
                    <a:pt x="369" y="429"/>
                    <a:pt x="369" y="429"/>
                  </a:cubicBezTo>
                  <a:cubicBezTo>
                    <a:pt x="370" y="431"/>
                    <a:pt x="372" y="432"/>
                    <a:pt x="375" y="432"/>
                  </a:cubicBezTo>
                  <a:cubicBezTo>
                    <a:pt x="378" y="433"/>
                    <a:pt x="379" y="431"/>
                    <a:pt x="380" y="430"/>
                  </a:cubicBezTo>
                  <a:cubicBezTo>
                    <a:pt x="381" y="429"/>
                    <a:pt x="381" y="429"/>
                    <a:pt x="382" y="428"/>
                  </a:cubicBezTo>
                  <a:cubicBezTo>
                    <a:pt x="383" y="428"/>
                    <a:pt x="387" y="428"/>
                    <a:pt x="388" y="429"/>
                  </a:cubicBezTo>
                  <a:cubicBezTo>
                    <a:pt x="389" y="429"/>
                    <a:pt x="389" y="429"/>
                    <a:pt x="389" y="429"/>
                  </a:cubicBezTo>
                  <a:cubicBezTo>
                    <a:pt x="389" y="430"/>
                    <a:pt x="390" y="429"/>
                    <a:pt x="390" y="429"/>
                  </a:cubicBezTo>
                  <a:cubicBezTo>
                    <a:pt x="390" y="428"/>
                    <a:pt x="390" y="428"/>
                    <a:pt x="390" y="427"/>
                  </a:cubicBezTo>
                  <a:cubicBezTo>
                    <a:pt x="388" y="427"/>
                    <a:pt x="388" y="427"/>
                    <a:pt x="388" y="427"/>
                  </a:cubicBezTo>
                  <a:cubicBezTo>
                    <a:pt x="387" y="426"/>
                    <a:pt x="384" y="424"/>
                    <a:pt x="381" y="424"/>
                  </a:cubicBezTo>
                  <a:cubicBezTo>
                    <a:pt x="379" y="425"/>
                    <a:pt x="378" y="426"/>
                    <a:pt x="377" y="427"/>
                  </a:cubicBezTo>
                  <a:cubicBezTo>
                    <a:pt x="376" y="428"/>
                    <a:pt x="376" y="429"/>
                    <a:pt x="375" y="428"/>
                  </a:cubicBezTo>
                  <a:cubicBezTo>
                    <a:pt x="374" y="428"/>
                    <a:pt x="373" y="427"/>
                    <a:pt x="371" y="426"/>
                  </a:cubicBezTo>
                  <a:cubicBezTo>
                    <a:pt x="371" y="425"/>
                    <a:pt x="370" y="424"/>
                    <a:pt x="369" y="424"/>
                  </a:cubicBezTo>
                  <a:cubicBezTo>
                    <a:pt x="369" y="406"/>
                    <a:pt x="369" y="406"/>
                    <a:pt x="369" y="406"/>
                  </a:cubicBezTo>
                  <a:cubicBezTo>
                    <a:pt x="370" y="406"/>
                    <a:pt x="370" y="407"/>
                    <a:pt x="371" y="407"/>
                  </a:cubicBezTo>
                  <a:cubicBezTo>
                    <a:pt x="374" y="409"/>
                    <a:pt x="374" y="409"/>
                    <a:pt x="374" y="409"/>
                  </a:cubicBezTo>
                  <a:cubicBezTo>
                    <a:pt x="375" y="410"/>
                    <a:pt x="377" y="411"/>
                    <a:pt x="381" y="411"/>
                  </a:cubicBezTo>
                  <a:cubicBezTo>
                    <a:pt x="385" y="409"/>
                    <a:pt x="385" y="409"/>
                    <a:pt x="385" y="409"/>
                  </a:cubicBezTo>
                  <a:cubicBezTo>
                    <a:pt x="386" y="408"/>
                    <a:pt x="387" y="407"/>
                    <a:pt x="389" y="407"/>
                  </a:cubicBezTo>
                  <a:cubicBezTo>
                    <a:pt x="391" y="408"/>
                    <a:pt x="391" y="408"/>
                    <a:pt x="391" y="408"/>
                  </a:cubicBezTo>
                  <a:cubicBezTo>
                    <a:pt x="393" y="409"/>
                    <a:pt x="397" y="408"/>
                    <a:pt x="399" y="407"/>
                  </a:cubicBezTo>
                  <a:cubicBezTo>
                    <a:pt x="399" y="407"/>
                    <a:pt x="400" y="406"/>
                    <a:pt x="399" y="406"/>
                  </a:cubicBezTo>
                  <a:cubicBezTo>
                    <a:pt x="399" y="405"/>
                    <a:pt x="399" y="405"/>
                    <a:pt x="398" y="405"/>
                  </a:cubicBezTo>
                  <a:cubicBezTo>
                    <a:pt x="397" y="406"/>
                    <a:pt x="394" y="405"/>
                    <a:pt x="393" y="404"/>
                  </a:cubicBezTo>
                  <a:cubicBezTo>
                    <a:pt x="389" y="403"/>
                    <a:pt x="389" y="403"/>
                    <a:pt x="389" y="403"/>
                  </a:cubicBezTo>
                  <a:cubicBezTo>
                    <a:pt x="386" y="403"/>
                    <a:pt x="384" y="405"/>
                    <a:pt x="383" y="405"/>
                  </a:cubicBezTo>
                  <a:cubicBezTo>
                    <a:pt x="380" y="407"/>
                    <a:pt x="380" y="407"/>
                    <a:pt x="380" y="407"/>
                  </a:cubicBezTo>
                  <a:cubicBezTo>
                    <a:pt x="378" y="407"/>
                    <a:pt x="377" y="407"/>
                    <a:pt x="376" y="406"/>
                  </a:cubicBezTo>
                  <a:cubicBezTo>
                    <a:pt x="373" y="403"/>
                    <a:pt x="373" y="403"/>
                    <a:pt x="373" y="403"/>
                  </a:cubicBezTo>
                  <a:cubicBezTo>
                    <a:pt x="371" y="403"/>
                    <a:pt x="370" y="402"/>
                    <a:pt x="369" y="402"/>
                  </a:cubicBezTo>
                  <a:cubicBezTo>
                    <a:pt x="369" y="392"/>
                    <a:pt x="369" y="392"/>
                    <a:pt x="369" y="392"/>
                  </a:cubicBezTo>
                  <a:cubicBezTo>
                    <a:pt x="371" y="391"/>
                    <a:pt x="372" y="390"/>
                    <a:pt x="373" y="389"/>
                  </a:cubicBezTo>
                  <a:cubicBezTo>
                    <a:pt x="375" y="388"/>
                    <a:pt x="377" y="386"/>
                    <a:pt x="381" y="388"/>
                  </a:cubicBezTo>
                  <a:cubicBezTo>
                    <a:pt x="381" y="388"/>
                    <a:pt x="381" y="388"/>
                    <a:pt x="381" y="388"/>
                  </a:cubicBezTo>
                  <a:cubicBezTo>
                    <a:pt x="381" y="388"/>
                    <a:pt x="381" y="388"/>
                    <a:pt x="381" y="388"/>
                  </a:cubicBezTo>
                  <a:cubicBezTo>
                    <a:pt x="382" y="389"/>
                    <a:pt x="382" y="390"/>
                    <a:pt x="384" y="391"/>
                  </a:cubicBezTo>
                  <a:cubicBezTo>
                    <a:pt x="386" y="391"/>
                    <a:pt x="387" y="390"/>
                    <a:pt x="388" y="389"/>
                  </a:cubicBezTo>
                  <a:cubicBezTo>
                    <a:pt x="391" y="388"/>
                    <a:pt x="391" y="388"/>
                    <a:pt x="391" y="388"/>
                  </a:cubicBezTo>
                  <a:cubicBezTo>
                    <a:pt x="392" y="388"/>
                    <a:pt x="392" y="388"/>
                    <a:pt x="392" y="388"/>
                  </a:cubicBezTo>
                  <a:cubicBezTo>
                    <a:pt x="393" y="388"/>
                    <a:pt x="393" y="388"/>
                    <a:pt x="393" y="388"/>
                  </a:cubicBezTo>
                  <a:cubicBezTo>
                    <a:pt x="394" y="388"/>
                    <a:pt x="394" y="387"/>
                    <a:pt x="394" y="387"/>
                  </a:cubicBezTo>
                  <a:cubicBezTo>
                    <a:pt x="394" y="386"/>
                    <a:pt x="394" y="386"/>
                    <a:pt x="393" y="386"/>
                  </a:cubicBezTo>
                  <a:cubicBezTo>
                    <a:pt x="392" y="386"/>
                    <a:pt x="392" y="386"/>
                    <a:pt x="392" y="386"/>
                  </a:cubicBezTo>
                  <a:cubicBezTo>
                    <a:pt x="391" y="386"/>
                    <a:pt x="391" y="386"/>
                    <a:pt x="391" y="386"/>
                  </a:cubicBezTo>
                  <a:cubicBezTo>
                    <a:pt x="387" y="386"/>
                    <a:pt x="387" y="386"/>
                    <a:pt x="387" y="386"/>
                  </a:cubicBezTo>
                  <a:cubicBezTo>
                    <a:pt x="387" y="387"/>
                    <a:pt x="385" y="387"/>
                    <a:pt x="385" y="387"/>
                  </a:cubicBezTo>
                  <a:cubicBezTo>
                    <a:pt x="385" y="387"/>
                    <a:pt x="385" y="387"/>
                    <a:pt x="385" y="387"/>
                  </a:cubicBezTo>
                  <a:cubicBezTo>
                    <a:pt x="385" y="386"/>
                    <a:pt x="384" y="386"/>
                    <a:pt x="384" y="386"/>
                  </a:cubicBezTo>
                  <a:cubicBezTo>
                    <a:pt x="382" y="384"/>
                    <a:pt x="382" y="384"/>
                    <a:pt x="382" y="384"/>
                  </a:cubicBezTo>
                  <a:cubicBezTo>
                    <a:pt x="376" y="382"/>
                    <a:pt x="373" y="384"/>
                    <a:pt x="371" y="386"/>
                  </a:cubicBezTo>
                  <a:cubicBezTo>
                    <a:pt x="370" y="387"/>
                    <a:pt x="370" y="387"/>
                    <a:pt x="369" y="387"/>
                  </a:cubicBezTo>
                  <a:cubicBezTo>
                    <a:pt x="369" y="374"/>
                    <a:pt x="369" y="374"/>
                    <a:pt x="369" y="374"/>
                  </a:cubicBezTo>
                  <a:cubicBezTo>
                    <a:pt x="369" y="374"/>
                    <a:pt x="369" y="365"/>
                    <a:pt x="374" y="361"/>
                  </a:cubicBezTo>
                  <a:cubicBezTo>
                    <a:pt x="381" y="356"/>
                    <a:pt x="390" y="354"/>
                    <a:pt x="399" y="354"/>
                  </a:cubicBezTo>
                  <a:cubicBezTo>
                    <a:pt x="421" y="356"/>
                    <a:pt x="437" y="372"/>
                    <a:pt x="443" y="399"/>
                  </a:cubicBezTo>
                  <a:cubicBezTo>
                    <a:pt x="443" y="401"/>
                    <a:pt x="446" y="402"/>
                    <a:pt x="448" y="402"/>
                  </a:cubicBezTo>
                  <a:cubicBezTo>
                    <a:pt x="449" y="401"/>
                    <a:pt x="450" y="401"/>
                    <a:pt x="450" y="400"/>
                  </a:cubicBezTo>
                  <a:cubicBezTo>
                    <a:pt x="451" y="400"/>
                    <a:pt x="452" y="401"/>
                    <a:pt x="453" y="401"/>
                  </a:cubicBezTo>
                  <a:cubicBezTo>
                    <a:pt x="455" y="401"/>
                    <a:pt x="457" y="400"/>
                    <a:pt x="457" y="398"/>
                  </a:cubicBezTo>
                  <a:cubicBezTo>
                    <a:pt x="458" y="389"/>
                    <a:pt x="455" y="379"/>
                    <a:pt x="450" y="369"/>
                  </a:cubicBezTo>
                  <a:cubicBezTo>
                    <a:pt x="455" y="371"/>
                    <a:pt x="459" y="371"/>
                    <a:pt x="463" y="369"/>
                  </a:cubicBezTo>
                  <a:cubicBezTo>
                    <a:pt x="464" y="369"/>
                    <a:pt x="464" y="368"/>
                    <a:pt x="465" y="368"/>
                  </a:cubicBezTo>
                  <a:cubicBezTo>
                    <a:pt x="476" y="365"/>
                    <a:pt x="480" y="372"/>
                    <a:pt x="486" y="381"/>
                  </a:cubicBezTo>
                  <a:cubicBezTo>
                    <a:pt x="490" y="387"/>
                    <a:pt x="490" y="387"/>
                    <a:pt x="490" y="387"/>
                  </a:cubicBezTo>
                  <a:cubicBezTo>
                    <a:pt x="492" y="389"/>
                    <a:pt x="493" y="389"/>
                    <a:pt x="495" y="390"/>
                  </a:cubicBezTo>
                  <a:cubicBezTo>
                    <a:pt x="496" y="391"/>
                    <a:pt x="497" y="391"/>
                    <a:pt x="497" y="392"/>
                  </a:cubicBezTo>
                  <a:cubicBezTo>
                    <a:pt x="498" y="393"/>
                    <a:pt x="498" y="395"/>
                    <a:pt x="498" y="397"/>
                  </a:cubicBezTo>
                  <a:cubicBezTo>
                    <a:pt x="498" y="399"/>
                    <a:pt x="498" y="402"/>
                    <a:pt x="498" y="404"/>
                  </a:cubicBezTo>
                  <a:cubicBezTo>
                    <a:pt x="500" y="406"/>
                    <a:pt x="501" y="408"/>
                    <a:pt x="503" y="409"/>
                  </a:cubicBezTo>
                  <a:cubicBezTo>
                    <a:pt x="505" y="410"/>
                    <a:pt x="506" y="411"/>
                    <a:pt x="507" y="413"/>
                  </a:cubicBezTo>
                  <a:cubicBezTo>
                    <a:pt x="508" y="415"/>
                    <a:pt x="509" y="420"/>
                    <a:pt x="509" y="422"/>
                  </a:cubicBezTo>
                  <a:cubicBezTo>
                    <a:pt x="509" y="423"/>
                    <a:pt x="509" y="423"/>
                    <a:pt x="509" y="423"/>
                  </a:cubicBezTo>
                  <a:cubicBezTo>
                    <a:pt x="509" y="424"/>
                    <a:pt x="509" y="424"/>
                    <a:pt x="509" y="424"/>
                  </a:cubicBezTo>
                  <a:cubicBezTo>
                    <a:pt x="510" y="424"/>
                    <a:pt x="510" y="424"/>
                    <a:pt x="510" y="423"/>
                  </a:cubicBezTo>
                  <a:cubicBezTo>
                    <a:pt x="510" y="422"/>
                    <a:pt x="510" y="422"/>
                    <a:pt x="510" y="422"/>
                  </a:cubicBezTo>
                  <a:cubicBezTo>
                    <a:pt x="510" y="420"/>
                    <a:pt x="512" y="414"/>
                    <a:pt x="510" y="411"/>
                  </a:cubicBezTo>
                  <a:cubicBezTo>
                    <a:pt x="509" y="409"/>
                    <a:pt x="507" y="407"/>
                    <a:pt x="506" y="406"/>
                  </a:cubicBezTo>
                  <a:cubicBezTo>
                    <a:pt x="504" y="405"/>
                    <a:pt x="503" y="403"/>
                    <a:pt x="502" y="402"/>
                  </a:cubicBezTo>
                  <a:cubicBezTo>
                    <a:pt x="502" y="401"/>
                    <a:pt x="502" y="399"/>
                    <a:pt x="502" y="398"/>
                  </a:cubicBezTo>
                  <a:cubicBezTo>
                    <a:pt x="502" y="395"/>
                    <a:pt x="502" y="392"/>
                    <a:pt x="501" y="390"/>
                  </a:cubicBezTo>
                  <a:cubicBezTo>
                    <a:pt x="500" y="388"/>
                    <a:pt x="498" y="387"/>
                    <a:pt x="496" y="386"/>
                  </a:cubicBezTo>
                  <a:cubicBezTo>
                    <a:pt x="495" y="386"/>
                    <a:pt x="494" y="386"/>
                    <a:pt x="494" y="385"/>
                  </a:cubicBezTo>
                  <a:cubicBezTo>
                    <a:pt x="489" y="379"/>
                    <a:pt x="489" y="379"/>
                    <a:pt x="489" y="379"/>
                  </a:cubicBezTo>
                  <a:cubicBezTo>
                    <a:pt x="484" y="371"/>
                    <a:pt x="479" y="364"/>
                    <a:pt x="470" y="363"/>
                  </a:cubicBezTo>
                  <a:cubicBezTo>
                    <a:pt x="473" y="360"/>
                    <a:pt x="476" y="354"/>
                    <a:pt x="478" y="347"/>
                  </a:cubicBezTo>
                  <a:cubicBezTo>
                    <a:pt x="481" y="337"/>
                    <a:pt x="483" y="334"/>
                    <a:pt x="485" y="332"/>
                  </a:cubicBezTo>
                  <a:cubicBezTo>
                    <a:pt x="487" y="329"/>
                    <a:pt x="489" y="327"/>
                    <a:pt x="491" y="320"/>
                  </a:cubicBezTo>
                  <a:cubicBezTo>
                    <a:pt x="491" y="317"/>
                    <a:pt x="492" y="316"/>
                    <a:pt x="492" y="316"/>
                  </a:cubicBezTo>
                  <a:cubicBezTo>
                    <a:pt x="493" y="316"/>
                    <a:pt x="497" y="318"/>
                    <a:pt x="500" y="320"/>
                  </a:cubicBezTo>
                  <a:cubicBezTo>
                    <a:pt x="505" y="323"/>
                    <a:pt x="510" y="327"/>
                    <a:pt x="515" y="328"/>
                  </a:cubicBezTo>
                  <a:cubicBezTo>
                    <a:pt x="520" y="328"/>
                    <a:pt x="522" y="329"/>
                    <a:pt x="525" y="330"/>
                  </a:cubicBezTo>
                  <a:cubicBezTo>
                    <a:pt x="529" y="331"/>
                    <a:pt x="534" y="333"/>
                    <a:pt x="548" y="333"/>
                  </a:cubicBezTo>
                  <a:cubicBezTo>
                    <a:pt x="555" y="333"/>
                    <a:pt x="560" y="332"/>
                    <a:pt x="564" y="331"/>
                  </a:cubicBezTo>
                  <a:cubicBezTo>
                    <a:pt x="567" y="331"/>
                    <a:pt x="570" y="332"/>
                    <a:pt x="571" y="332"/>
                  </a:cubicBezTo>
                  <a:cubicBezTo>
                    <a:pt x="572" y="332"/>
                    <a:pt x="572" y="332"/>
                    <a:pt x="573" y="332"/>
                  </a:cubicBezTo>
                  <a:cubicBezTo>
                    <a:pt x="574" y="333"/>
                    <a:pt x="575" y="334"/>
                    <a:pt x="576" y="338"/>
                  </a:cubicBezTo>
                  <a:cubicBezTo>
                    <a:pt x="580" y="351"/>
                    <a:pt x="580" y="351"/>
                    <a:pt x="580" y="351"/>
                  </a:cubicBezTo>
                  <a:cubicBezTo>
                    <a:pt x="582" y="357"/>
                    <a:pt x="584" y="362"/>
                    <a:pt x="587" y="373"/>
                  </a:cubicBezTo>
                  <a:cubicBezTo>
                    <a:pt x="587" y="375"/>
                    <a:pt x="587" y="375"/>
                    <a:pt x="587" y="375"/>
                  </a:cubicBezTo>
                  <a:cubicBezTo>
                    <a:pt x="592" y="394"/>
                    <a:pt x="596" y="403"/>
                    <a:pt x="598" y="404"/>
                  </a:cubicBezTo>
                  <a:cubicBezTo>
                    <a:pt x="598" y="404"/>
                    <a:pt x="598" y="404"/>
                    <a:pt x="599" y="404"/>
                  </a:cubicBezTo>
                  <a:cubicBezTo>
                    <a:pt x="599" y="404"/>
                    <a:pt x="599" y="403"/>
                    <a:pt x="599" y="403"/>
                  </a:cubicBezTo>
                  <a:cubicBezTo>
                    <a:pt x="597" y="402"/>
                    <a:pt x="595" y="390"/>
                    <a:pt x="591" y="374"/>
                  </a:cubicBezTo>
                  <a:cubicBezTo>
                    <a:pt x="591" y="372"/>
                    <a:pt x="591" y="372"/>
                    <a:pt x="591" y="372"/>
                  </a:cubicBezTo>
                  <a:cubicBezTo>
                    <a:pt x="588" y="361"/>
                    <a:pt x="586" y="355"/>
                    <a:pt x="584" y="350"/>
                  </a:cubicBezTo>
                  <a:cubicBezTo>
                    <a:pt x="580" y="337"/>
                    <a:pt x="580" y="337"/>
                    <a:pt x="580" y="337"/>
                  </a:cubicBezTo>
                  <a:cubicBezTo>
                    <a:pt x="579" y="333"/>
                    <a:pt x="577" y="330"/>
                    <a:pt x="575" y="328"/>
                  </a:cubicBezTo>
                  <a:cubicBezTo>
                    <a:pt x="575" y="328"/>
                    <a:pt x="574" y="328"/>
                    <a:pt x="574" y="328"/>
                  </a:cubicBezTo>
                  <a:cubicBezTo>
                    <a:pt x="576" y="325"/>
                    <a:pt x="575" y="323"/>
                    <a:pt x="575" y="318"/>
                  </a:cubicBezTo>
                  <a:cubicBezTo>
                    <a:pt x="573" y="304"/>
                    <a:pt x="573" y="304"/>
                    <a:pt x="573" y="304"/>
                  </a:cubicBezTo>
                  <a:cubicBezTo>
                    <a:pt x="572" y="284"/>
                    <a:pt x="572" y="284"/>
                    <a:pt x="572" y="284"/>
                  </a:cubicBezTo>
                  <a:cubicBezTo>
                    <a:pt x="571" y="271"/>
                    <a:pt x="571" y="271"/>
                    <a:pt x="571" y="271"/>
                  </a:cubicBezTo>
                  <a:cubicBezTo>
                    <a:pt x="572" y="271"/>
                    <a:pt x="572" y="271"/>
                    <a:pt x="572" y="270"/>
                  </a:cubicBezTo>
                  <a:cubicBezTo>
                    <a:pt x="570" y="259"/>
                    <a:pt x="571" y="237"/>
                    <a:pt x="582" y="230"/>
                  </a:cubicBezTo>
                  <a:cubicBezTo>
                    <a:pt x="587" y="227"/>
                    <a:pt x="587" y="227"/>
                    <a:pt x="587" y="227"/>
                  </a:cubicBezTo>
                  <a:cubicBezTo>
                    <a:pt x="590" y="224"/>
                    <a:pt x="594" y="222"/>
                    <a:pt x="597" y="217"/>
                  </a:cubicBezTo>
                  <a:cubicBezTo>
                    <a:pt x="598" y="214"/>
                    <a:pt x="598" y="214"/>
                    <a:pt x="598" y="214"/>
                  </a:cubicBezTo>
                  <a:cubicBezTo>
                    <a:pt x="599" y="213"/>
                    <a:pt x="601" y="208"/>
                    <a:pt x="602" y="208"/>
                  </a:cubicBezTo>
                  <a:cubicBezTo>
                    <a:pt x="602" y="207"/>
                    <a:pt x="603" y="207"/>
                    <a:pt x="604" y="207"/>
                  </a:cubicBezTo>
                  <a:cubicBezTo>
                    <a:pt x="605" y="206"/>
                    <a:pt x="606" y="206"/>
                    <a:pt x="607" y="205"/>
                  </a:cubicBezTo>
                  <a:cubicBezTo>
                    <a:pt x="608" y="205"/>
                    <a:pt x="608" y="204"/>
                    <a:pt x="607" y="204"/>
                  </a:cubicBezTo>
                  <a:cubicBezTo>
                    <a:pt x="607" y="203"/>
                    <a:pt x="606" y="203"/>
                    <a:pt x="606" y="204"/>
                  </a:cubicBezTo>
                  <a:cubicBezTo>
                    <a:pt x="605" y="204"/>
                    <a:pt x="604" y="204"/>
                    <a:pt x="604" y="205"/>
                  </a:cubicBezTo>
                  <a:cubicBezTo>
                    <a:pt x="603" y="205"/>
                    <a:pt x="601" y="205"/>
                    <a:pt x="600" y="206"/>
                  </a:cubicBezTo>
                  <a:cubicBezTo>
                    <a:pt x="599" y="207"/>
                    <a:pt x="595" y="211"/>
                    <a:pt x="594" y="213"/>
                  </a:cubicBezTo>
                  <a:cubicBezTo>
                    <a:pt x="593" y="215"/>
                    <a:pt x="593" y="215"/>
                    <a:pt x="593" y="215"/>
                  </a:cubicBezTo>
                  <a:cubicBezTo>
                    <a:pt x="591" y="220"/>
                    <a:pt x="588" y="221"/>
                    <a:pt x="585" y="223"/>
                  </a:cubicBezTo>
                  <a:cubicBezTo>
                    <a:pt x="579" y="226"/>
                    <a:pt x="579" y="226"/>
                    <a:pt x="579" y="226"/>
                  </a:cubicBezTo>
                  <a:cubicBezTo>
                    <a:pt x="572" y="231"/>
                    <a:pt x="569" y="242"/>
                    <a:pt x="568" y="252"/>
                  </a:cubicBezTo>
                  <a:cubicBezTo>
                    <a:pt x="565" y="248"/>
                    <a:pt x="563" y="244"/>
                    <a:pt x="560" y="241"/>
                  </a:cubicBezTo>
                  <a:cubicBezTo>
                    <a:pt x="553" y="233"/>
                    <a:pt x="547" y="225"/>
                    <a:pt x="549" y="209"/>
                  </a:cubicBezTo>
                  <a:cubicBezTo>
                    <a:pt x="553" y="183"/>
                    <a:pt x="548" y="178"/>
                    <a:pt x="544" y="173"/>
                  </a:cubicBezTo>
                  <a:cubicBezTo>
                    <a:pt x="543" y="171"/>
                    <a:pt x="543" y="171"/>
                    <a:pt x="543" y="171"/>
                  </a:cubicBezTo>
                  <a:cubicBezTo>
                    <a:pt x="542" y="171"/>
                    <a:pt x="542" y="171"/>
                    <a:pt x="541" y="171"/>
                  </a:cubicBezTo>
                  <a:cubicBezTo>
                    <a:pt x="541" y="172"/>
                    <a:pt x="541" y="172"/>
                    <a:pt x="541" y="173"/>
                  </a:cubicBezTo>
                  <a:cubicBezTo>
                    <a:pt x="542" y="174"/>
                    <a:pt x="542" y="174"/>
                    <a:pt x="542" y="174"/>
                  </a:cubicBezTo>
                  <a:cubicBezTo>
                    <a:pt x="546" y="178"/>
                    <a:pt x="549" y="183"/>
                    <a:pt x="545" y="209"/>
                  </a:cubicBezTo>
                  <a:cubicBezTo>
                    <a:pt x="543" y="226"/>
                    <a:pt x="550" y="236"/>
                    <a:pt x="557" y="244"/>
                  </a:cubicBezTo>
                  <a:cubicBezTo>
                    <a:pt x="562" y="250"/>
                    <a:pt x="566" y="255"/>
                    <a:pt x="567" y="264"/>
                  </a:cubicBezTo>
                  <a:cubicBezTo>
                    <a:pt x="568" y="285"/>
                    <a:pt x="568" y="285"/>
                    <a:pt x="568" y="285"/>
                  </a:cubicBezTo>
                  <a:cubicBezTo>
                    <a:pt x="569" y="305"/>
                    <a:pt x="569" y="305"/>
                    <a:pt x="569" y="305"/>
                  </a:cubicBezTo>
                  <a:cubicBezTo>
                    <a:pt x="571" y="319"/>
                    <a:pt x="571" y="319"/>
                    <a:pt x="571" y="319"/>
                  </a:cubicBezTo>
                  <a:cubicBezTo>
                    <a:pt x="571" y="323"/>
                    <a:pt x="572" y="325"/>
                    <a:pt x="571" y="326"/>
                  </a:cubicBezTo>
                  <a:cubicBezTo>
                    <a:pt x="569" y="326"/>
                    <a:pt x="566" y="326"/>
                    <a:pt x="563" y="327"/>
                  </a:cubicBezTo>
                  <a:cubicBezTo>
                    <a:pt x="559" y="327"/>
                    <a:pt x="554" y="328"/>
                    <a:pt x="548" y="328"/>
                  </a:cubicBezTo>
                  <a:cubicBezTo>
                    <a:pt x="535" y="328"/>
                    <a:pt x="531" y="327"/>
                    <a:pt x="527" y="325"/>
                  </a:cubicBezTo>
                  <a:cubicBezTo>
                    <a:pt x="524" y="324"/>
                    <a:pt x="521" y="323"/>
                    <a:pt x="516" y="323"/>
                  </a:cubicBezTo>
                  <a:cubicBezTo>
                    <a:pt x="512" y="322"/>
                    <a:pt x="508" y="319"/>
                    <a:pt x="504" y="316"/>
                  </a:cubicBezTo>
                  <a:cubicBezTo>
                    <a:pt x="499" y="313"/>
                    <a:pt x="495" y="310"/>
                    <a:pt x="492" y="310"/>
                  </a:cubicBezTo>
                  <a:cubicBezTo>
                    <a:pt x="491" y="309"/>
                    <a:pt x="491" y="308"/>
                    <a:pt x="491" y="307"/>
                  </a:cubicBezTo>
                  <a:cubicBezTo>
                    <a:pt x="491" y="303"/>
                    <a:pt x="491" y="299"/>
                    <a:pt x="492" y="297"/>
                  </a:cubicBezTo>
                  <a:cubicBezTo>
                    <a:pt x="493" y="294"/>
                    <a:pt x="493" y="294"/>
                    <a:pt x="493" y="294"/>
                  </a:cubicBezTo>
                  <a:cubicBezTo>
                    <a:pt x="495" y="290"/>
                    <a:pt x="497" y="286"/>
                    <a:pt x="497" y="282"/>
                  </a:cubicBezTo>
                  <a:cubicBezTo>
                    <a:pt x="497" y="276"/>
                    <a:pt x="501" y="266"/>
                    <a:pt x="503" y="264"/>
                  </a:cubicBezTo>
                  <a:cubicBezTo>
                    <a:pt x="504" y="263"/>
                    <a:pt x="504" y="263"/>
                    <a:pt x="503" y="262"/>
                  </a:cubicBezTo>
                  <a:cubicBezTo>
                    <a:pt x="503" y="262"/>
                    <a:pt x="502" y="262"/>
                    <a:pt x="502" y="262"/>
                  </a:cubicBezTo>
                  <a:cubicBezTo>
                    <a:pt x="499" y="265"/>
                    <a:pt x="493" y="275"/>
                    <a:pt x="493" y="282"/>
                  </a:cubicBezTo>
                  <a:cubicBezTo>
                    <a:pt x="493" y="285"/>
                    <a:pt x="491" y="289"/>
                    <a:pt x="489" y="292"/>
                  </a:cubicBezTo>
                  <a:cubicBezTo>
                    <a:pt x="488" y="296"/>
                    <a:pt x="488" y="296"/>
                    <a:pt x="488" y="296"/>
                  </a:cubicBezTo>
                  <a:cubicBezTo>
                    <a:pt x="487" y="299"/>
                    <a:pt x="487" y="303"/>
                    <a:pt x="487" y="307"/>
                  </a:cubicBezTo>
                  <a:cubicBezTo>
                    <a:pt x="487" y="309"/>
                    <a:pt x="488" y="311"/>
                    <a:pt x="488" y="313"/>
                  </a:cubicBezTo>
                  <a:cubicBezTo>
                    <a:pt x="486" y="314"/>
                    <a:pt x="485" y="316"/>
                    <a:pt x="485" y="318"/>
                  </a:cubicBezTo>
                  <a:cubicBezTo>
                    <a:pt x="483" y="325"/>
                    <a:pt x="482" y="326"/>
                    <a:pt x="481" y="328"/>
                  </a:cubicBezTo>
                  <a:cubicBezTo>
                    <a:pt x="478" y="331"/>
                    <a:pt x="476" y="334"/>
                    <a:pt x="472" y="346"/>
                  </a:cubicBezTo>
                  <a:cubicBezTo>
                    <a:pt x="469" y="355"/>
                    <a:pt x="465" y="361"/>
                    <a:pt x="460" y="363"/>
                  </a:cubicBezTo>
                  <a:cubicBezTo>
                    <a:pt x="457" y="365"/>
                    <a:pt x="452" y="364"/>
                    <a:pt x="446" y="361"/>
                  </a:cubicBezTo>
                  <a:cubicBezTo>
                    <a:pt x="446" y="361"/>
                    <a:pt x="445" y="361"/>
                    <a:pt x="444" y="361"/>
                  </a:cubicBezTo>
                  <a:cubicBezTo>
                    <a:pt x="437" y="352"/>
                    <a:pt x="428" y="344"/>
                    <a:pt x="419" y="340"/>
                  </a:cubicBezTo>
                  <a:cubicBezTo>
                    <a:pt x="399" y="330"/>
                    <a:pt x="380" y="334"/>
                    <a:pt x="365" y="349"/>
                  </a:cubicBezTo>
                  <a:cubicBezTo>
                    <a:pt x="365" y="349"/>
                    <a:pt x="363" y="352"/>
                    <a:pt x="361" y="352"/>
                  </a:cubicBezTo>
                  <a:cubicBezTo>
                    <a:pt x="359" y="352"/>
                    <a:pt x="357" y="349"/>
                    <a:pt x="357" y="349"/>
                  </a:cubicBezTo>
                  <a:cubicBezTo>
                    <a:pt x="342" y="334"/>
                    <a:pt x="323" y="330"/>
                    <a:pt x="303" y="340"/>
                  </a:cubicBezTo>
                  <a:cubicBezTo>
                    <a:pt x="294" y="344"/>
                    <a:pt x="285" y="352"/>
                    <a:pt x="278" y="361"/>
                  </a:cubicBezTo>
                  <a:cubicBezTo>
                    <a:pt x="277" y="361"/>
                    <a:pt x="276" y="361"/>
                    <a:pt x="276" y="361"/>
                  </a:cubicBezTo>
                  <a:cubicBezTo>
                    <a:pt x="271" y="364"/>
                    <a:pt x="258" y="363"/>
                    <a:pt x="248" y="354"/>
                  </a:cubicBezTo>
                  <a:cubicBezTo>
                    <a:pt x="237" y="345"/>
                    <a:pt x="230" y="329"/>
                    <a:pt x="229" y="322"/>
                  </a:cubicBezTo>
                  <a:cubicBezTo>
                    <a:pt x="228" y="319"/>
                    <a:pt x="227" y="316"/>
                    <a:pt x="225" y="314"/>
                  </a:cubicBezTo>
                  <a:cubicBezTo>
                    <a:pt x="224" y="310"/>
                    <a:pt x="221" y="305"/>
                    <a:pt x="221" y="301"/>
                  </a:cubicBezTo>
                  <a:cubicBezTo>
                    <a:pt x="221" y="298"/>
                    <a:pt x="221" y="298"/>
                    <a:pt x="221" y="298"/>
                  </a:cubicBezTo>
                  <a:cubicBezTo>
                    <a:pt x="221" y="288"/>
                    <a:pt x="216" y="280"/>
                    <a:pt x="214" y="277"/>
                  </a:cubicBezTo>
                  <a:cubicBezTo>
                    <a:pt x="213" y="276"/>
                    <a:pt x="213" y="276"/>
                    <a:pt x="212" y="277"/>
                  </a:cubicBezTo>
                  <a:cubicBezTo>
                    <a:pt x="211" y="277"/>
                    <a:pt x="211" y="278"/>
                    <a:pt x="212" y="279"/>
                  </a:cubicBezTo>
                  <a:cubicBezTo>
                    <a:pt x="214" y="282"/>
                    <a:pt x="217" y="290"/>
                    <a:pt x="217" y="297"/>
                  </a:cubicBezTo>
                  <a:cubicBezTo>
                    <a:pt x="217" y="300"/>
                    <a:pt x="217" y="300"/>
                    <a:pt x="217" y="300"/>
                  </a:cubicBezTo>
                  <a:cubicBezTo>
                    <a:pt x="218" y="302"/>
                    <a:pt x="218" y="305"/>
                    <a:pt x="218" y="308"/>
                  </a:cubicBezTo>
                  <a:cubicBezTo>
                    <a:pt x="209" y="304"/>
                    <a:pt x="198" y="305"/>
                    <a:pt x="192" y="306"/>
                  </a:cubicBezTo>
                  <a:cubicBezTo>
                    <a:pt x="183" y="307"/>
                    <a:pt x="169" y="315"/>
                    <a:pt x="159" y="321"/>
                  </a:cubicBezTo>
                  <a:cubicBezTo>
                    <a:pt x="156" y="323"/>
                    <a:pt x="153" y="325"/>
                    <a:pt x="151" y="326"/>
                  </a:cubicBezTo>
                  <a:cubicBezTo>
                    <a:pt x="152" y="322"/>
                    <a:pt x="152" y="322"/>
                    <a:pt x="152" y="322"/>
                  </a:cubicBezTo>
                  <a:cubicBezTo>
                    <a:pt x="152" y="319"/>
                    <a:pt x="151" y="316"/>
                    <a:pt x="151" y="314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50" y="304"/>
                    <a:pt x="152" y="300"/>
                    <a:pt x="153" y="296"/>
                  </a:cubicBezTo>
                  <a:cubicBezTo>
                    <a:pt x="154" y="291"/>
                    <a:pt x="155" y="287"/>
                    <a:pt x="155" y="282"/>
                  </a:cubicBezTo>
                  <a:cubicBezTo>
                    <a:pt x="156" y="281"/>
                    <a:pt x="156" y="269"/>
                    <a:pt x="162" y="263"/>
                  </a:cubicBezTo>
                  <a:cubicBezTo>
                    <a:pt x="166" y="259"/>
                    <a:pt x="167" y="252"/>
                    <a:pt x="167" y="250"/>
                  </a:cubicBezTo>
                  <a:cubicBezTo>
                    <a:pt x="168" y="247"/>
                    <a:pt x="168" y="247"/>
                    <a:pt x="168" y="247"/>
                  </a:cubicBezTo>
                  <a:cubicBezTo>
                    <a:pt x="168" y="246"/>
                    <a:pt x="168" y="246"/>
                    <a:pt x="168" y="245"/>
                  </a:cubicBezTo>
                  <a:cubicBezTo>
                    <a:pt x="167" y="245"/>
                    <a:pt x="166" y="245"/>
                    <a:pt x="166" y="246"/>
                  </a:cubicBezTo>
                  <a:cubicBezTo>
                    <a:pt x="165" y="250"/>
                    <a:pt x="165" y="250"/>
                    <a:pt x="165" y="250"/>
                  </a:cubicBezTo>
                  <a:cubicBezTo>
                    <a:pt x="164" y="252"/>
                    <a:pt x="162" y="257"/>
                    <a:pt x="159" y="260"/>
                  </a:cubicBezTo>
                  <a:cubicBezTo>
                    <a:pt x="156" y="263"/>
                    <a:pt x="154" y="266"/>
                    <a:pt x="152" y="270"/>
                  </a:cubicBezTo>
                  <a:cubicBezTo>
                    <a:pt x="150" y="266"/>
                    <a:pt x="147" y="262"/>
                    <a:pt x="144" y="259"/>
                  </a:cubicBezTo>
                  <a:cubicBezTo>
                    <a:pt x="139" y="253"/>
                    <a:pt x="134" y="247"/>
                    <a:pt x="134" y="242"/>
                  </a:cubicBezTo>
                  <a:cubicBezTo>
                    <a:pt x="134" y="241"/>
                    <a:pt x="134" y="241"/>
                    <a:pt x="133" y="241"/>
                  </a:cubicBezTo>
                  <a:cubicBezTo>
                    <a:pt x="133" y="241"/>
                    <a:pt x="132" y="241"/>
                    <a:pt x="132" y="242"/>
                  </a:cubicBezTo>
                  <a:cubicBezTo>
                    <a:pt x="132" y="248"/>
                    <a:pt x="136" y="255"/>
                    <a:pt x="141" y="261"/>
                  </a:cubicBezTo>
                  <a:cubicBezTo>
                    <a:pt x="146" y="267"/>
                    <a:pt x="151" y="273"/>
                    <a:pt x="151" y="281"/>
                  </a:cubicBezTo>
                  <a:cubicBezTo>
                    <a:pt x="151" y="285"/>
                    <a:pt x="150" y="290"/>
                    <a:pt x="149" y="295"/>
                  </a:cubicBezTo>
                  <a:cubicBezTo>
                    <a:pt x="148" y="299"/>
                    <a:pt x="146" y="304"/>
                    <a:pt x="146" y="308"/>
                  </a:cubicBezTo>
                  <a:cubicBezTo>
                    <a:pt x="147" y="314"/>
                    <a:pt x="147" y="314"/>
                    <a:pt x="147" y="314"/>
                  </a:cubicBezTo>
                  <a:cubicBezTo>
                    <a:pt x="148" y="317"/>
                    <a:pt x="148" y="319"/>
                    <a:pt x="148" y="322"/>
                  </a:cubicBezTo>
                  <a:cubicBezTo>
                    <a:pt x="145" y="332"/>
                    <a:pt x="145" y="332"/>
                    <a:pt x="145" y="332"/>
                  </a:cubicBezTo>
                  <a:cubicBezTo>
                    <a:pt x="144" y="336"/>
                    <a:pt x="143" y="342"/>
                    <a:pt x="142" y="348"/>
                  </a:cubicBezTo>
                  <a:cubicBezTo>
                    <a:pt x="140" y="355"/>
                    <a:pt x="140" y="355"/>
                    <a:pt x="140" y="355"/>
                  </a:cubicBezTo>
                  <a:cubicBezTo>
                    <a:pt x="137" y="366"/>
                    <a:pt x="134" y="375"/>
                    <a:pt x="131" y="382"/>
                  </a:cubicBezTo>
                  <a:cubicBezTo>
                    <a:pt x="128" y="387"/>
                    <a:pt x="125" y="390"/>
                    <a:pt x="121" y="393"/>
                  </a:cubicBezTo>
                  <a:cubicBezTo>
                    <a:pt x="118" y="396"/>
                    <a:pt x="115" y="398"/>
                    <a:pt x="113" y="401"/>
                  </a:cubicBezTo>
                  <a:cubicBezTo>
                    <a:pt x="109" y="408"/>
                    <a:pt x="109" y="408"/>
                    <a:pt x="109" y="408"/>
                  </a:cubicBezTo>
                  <a:cubicBezTo>
                    <a:pt x="106" y="413"/>
                    <a:pt x="106" y="413"/>
                    <a:pt x="106" y="413"/>
                  </a:cubicBezTo>
                  <a:cubicBezTo>
                    <a:pt x="103" y="416"/>
                    <a:pt x="103" y="416"/>
                    <a:pt x="103" y="416"/>
                  </a:cubicBezTo>
                  <a:cubicBezTo>
                    <a:pt x="101" y="418"/>
                    <a:pt x="99" y="420"/>
                    <a:pt x="99" y="424"/>
                  </a:cubicBezTo>
                  <a:cubicBezTo>
                    <a:pt x="94" y="430"/>
                    <a:pt x="89" y="443"/>
                    <a:pt x="89" y="449"/>
                  </a:cubicBezTo>
                  <a:cubicBezTo>
                    <a:pt x="89" y="449"/>
                    <a:pt x="89" y="450"/>
                    <a:pt x="89" y="450"/>
                  </a:cubicBezTo>
                  <a:cubicBezTo>
                    <a:pt x="89" y="451"/>
                    <a:pt x="89" y="451"/>
                    <a:pt x="89" y="452"/>
                  </a:cubicBezTo>
                  <a:cubicBezTo>
                    <a:pt x="90" y="452"/>
                    <a:pt x="90" y="451"/>
                    <a:pt x="90" y="450"/>
                  </a:cubicBezTo>
                  <a:cubicBezTo>
                    <a:pt x="90" y="444"/>
                    <a:pt x="98" y="431"/>
                    <a:pt x="103" y="426"/>
                  </a:cubicBezTo>
                  <a:cubicBezTo>
                    <a:pt x="103" y="425"/>
                    <a:pt x="103" y="425"/>
                    <a:pt x="103" y="424"/>
                  </a:cubicBezTo>
                  <a:cubicBezTo>
                    <a:pt x="103" y="422"/>
                    <a:pt x="104" y="421"/>
                    <a:pt x="106" y="419"/>
                  </a:cubicBezTo>
                  <a:cubicBezTo>
                    <a:pt x="109" y="416"/>
                    <a:pt x="109" y="416"/>
                    <a:pt x="109" y="416"/>
                  </a:cubicBezTo>
                  <a:cubicBezTo>
                    <a:pt x="112" y="410"/>
                    <a:pt x="112" y="410"/>
                    <a:pt x="112" y="410"/>
                  </a:cubicBezTo>
                  <a:cubicBezTo>
                    <a:pt x="116" y="404"/>
                    <a:pt x="116" y="404"/>
                    <a:pt x="116" y="404"/>
                  </a:cubicBezTo>
                  <a:cubicBezTo>
                    <a:pt x="118" y="401"/>
                    <a:pt x="121" y="399"/>
                    <a:pt x="124" y="397"/>
                  </a:cubicBezTo>
                  <a:cubicBezTo>
                    <a:pt x="128" y="393"/>
                    <a:pt x="132" y="389"/>
                    <a:pt x="134" y="384"/>
                  </a:cubicBezTo>
                  <a:cubicBezTo>
                    <a:pt x="138" y="376"/>
                    <a:pt x="141" y="367"/>
                    <a:pt x="144" y="356"/>
                  </a:cubicBezTo>
                  <a:cubicBezTo>
                    <a:pt x="146" y="348"/>
                    <a:pt x="146" y="348"/>
                    <a:pt x="146" y="348"/>
                  </a:cubicBezTo>
                  <a:cubicBezTo>
                    <a:pt x="146" y="344"/>
                    <a:pt x="147" y="340"/>
                    <a:pt x="148" y="336"/>
                  </a:cubicBezTo>
                  <a:cubicBezTo>
                    <a:pt x="149" y="335"/>
                    <a:pt x="149" y="335"/>
                    <a:pt x="149" y="335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49" y="333"/>
                    <a:pt x="150" y="332"/>
                    <a:pt x="150" y="332"/>
                  </a:cubicBezTo>
                  <a:cubicBezTo>
                    <a:pt x="150" y="332"/>
                    <a:pt x="151" y="331"/>
                    <a:pt x="151" y="331"/>
                  </a:cubicBezTo>
                  <a:cubicBezTo>
                    <a:pt x="153" y="329"/>
                    <a:pt x="154" y="329"/>
                    <a:pt x="160" y="325"/>
                  </a:cubicBezTo>
                  <a:cubicBezTo>
                    <a:pt x="170" y="320"/>
                    <a:pt x="184" y="312"/>
                    <a:pt x="191" y="311"/>
                  </a:cubicBezTo>
                  <a:cubicBezTo>
                    <a:pt x="205" y="310"/>
                    <a:pt x="215" y="312"/>
                    <a:pt x="220" y="317"/>
                  </a:cubicBezTo>
                  <a:cubicBezTo>
                    <a:pt x="220" y="318"/>
                    <a:pt x="223" y="322"/>
                    <a:pt x="223" y="323"/>
                  </a:cubicBezTo>
                  <a:cubicBezTo>
                    <a:pt x="225" y="332"/>
                    <a:pt x="233" y="349"/>
                    <a:pt x="244" y="359"/>
                  </a:cubicBezTo>
                  <a:cubicBezTo>
                    <a:pt x="245" y="359"/>
                    <a:pt x="245" y="359"/>
                    <a:pt x="245" y="359"/>
                  </a:cubicBezTo>
                  <a:cubicBezTo>
                    <a:pt x="238" y="362"/>
                    <a:pt x="235" y="370"/>
                    <a:pt x="233" y="376"/>
                  </a:cubicBezTo>
                  <a:cubicBezTo>
                    <a:pt x="231" y="381"/>
                    <a:pt x="229" y="387"/>
                    <a:pt x="227" y="389"/>
                  </a:cubicBezTo>
                  <a:cubicBezTo>
                    <a:pt x="227" y="389"/>
                    <a:pt x="227" y="390"/>
                    <a:pt x="227" y="390"/>
                  </a:cubicBezTo>
                  <a:cubicBezTo>
                    <a:pt x="227" y="391"/>
                    <a:pt x="228" y="391"/>
                    <a:pt x="229" y="391"/>
                  </a:cubicBezTo>
                  <a:cubicBezTo>
                    <a:pt x="231" y="388"/>
                    <a:pt x="234" y="383"/>
                    <a:pt x="236" y="378"/>
                  </a:cubicBezTo>
                  <a:cubicBezTo>
                    <a:pt x="239" y="371"/>
                    <a:pt x="242" y="364"/>
                    <a:pt x="249" y="362"/>
                  </a:cubicBezTo>
                  <a:cubicBezTo>
                    <a:pt x="249" y="362"/>
                    <a:pt x="249" y="362"/>
                    <a:pt x="249" y="362"/>
                  </a:cubicBezTo>
                  <a:cubicBezTo>
                    <a:pt x="257" y="367"/>
                    <a:pt x="266" y="369"/>
                    <a:pt x="273" y="368"/>
                  </a:cubicBezTo>
                  <a:cubicBezTo>
                    <a:pt x="267" y="378"/>
                    <a:pt x="264" y="389"/>
                    <a:pt x="265" y="398"/>
                  </a:cubicBezTo>
                  <a:cubicBezTo>
                    <a:pt x="265" y="400"/>
                    <a:pt x="267" y="401"/>
                    <a:pt x="270" y="401"/>
                  </a:cubicBezTo>
                  <a:cubicBezTo>
                    <a:pt x="270" y="401"/>
                    <a:pt x="271" y="400"/>
                    <a:pt x="272" y="400"/>
                  </a:cubicBezTo>
                  <a:cubicBezTo>
                    <a:pt x="272" y="401"/>
                    <a:pt x="273" y="401"/>
                    <a:pt x="274" y="402"/>
                  </a:cubicBezTo>
                  <a:cubicBezTo>
                    <a:pt x="277" y="402"/>
                    <a:pt x="279" y="401"/>
                    <a:pt x="279" y="399"/>
                  </a:cubicBezTo>
                  <a:cubicBezTo>
                    <a:pt x="285" y="372"/>
                    <a:pt x="301" y="356"/>
                    <a:pt x="323" y="354"/>
                  </a:cubicBezTo>
                  <a:cubicBezTo>
                    <a:pt x="333" y="353"/>
                    <a:pt x="342" y="356"/>
                    <a:pt x="349" y="362"/>
                  </a:cubicBezTo>
                  <a:cubicBezTo>
                    <a:pt x="353" y="365"/>
                    <a:pt x="353" y="372"/>
                    <a:pt x="353" y="372"/>
                  </a:cubicBezTo>
                  <a:cubicBezTo>
                    <a:pt x="353" y="375"/>
                    <a:pt x="353" y="375"/>
                    <a:pt x="353" y="375"/>
                  </a:cubicBezTo>
                  <a:cubicBezTo>
                    <a:pt x="353" y="376"/>
                    <a:pt x="352" y="376"/>
                    <a:pt x="352" y="376"/>
                  </a:cubicBezTo>
                  <a:cubicBezTo>
                    <a:pt x="351" y="377"/>
                    <a:pt x="350" y="378"/>
                    <a:pt x="349" y="378"/>
                  </a:cubicBezTo>
                  <a:cubicBezTo>
                    <a:pt x="348" y="378"/>
                    <a:pt x="347" y="377"/>
                    <a:pt x="346" y="376"/>
                  </a:cubicBezTo>
                  <a:cubicBezTo>
                    <a:pt x="344" y="375"/>
                    <a:pt x="339" y="374"/>
                    <a:pt x="337" y="376"/>
                  </a:cubicBezTo>
                  <a:cubicBezTo>
                    <a:pt x="337" y="376"/>
                    <a:pt x="337" y="377"/>
                    <a:pt x="337" y="377"/>
                  </a:cubicBezTo>
                  <a:cubicBezTo>
                    <a:pt x="337" y="378"/>
                    <a:pt x="338" y="378"/>
                    <a:pt x="338" y="377"/>
                  </a:cubicBezTo>
                  <a:cubicBezTo>
                    <a:pt x="339" y="377"/>
                    <a:pt x="342" y="378"/>
                    <a:pt x="344" y="379"/>
                  </a:cubicBezTo>
                  <a:cubicBezTo>
                    <a:pt x="345" y="380"/>
                    <a:pt x="346" y="382"/>
                    <a:pt x="348" y="382"/>
                  </a:cubicBezTo>
                  <a:cubicBezTo>
                    <a:pt x="350" y="382"/>
                    <a:pt x="352" y="381"/>
                    <a:pt x="353" y="380"/>
                  </a:cubicBezTo>
                  <a:cubicBezTo>
                    <a:pt x="353" y="383"/>
                    <a:pt x="353" y="383"/>
                    <a:pt x="353" y="383"/>
                  </a:cubicBezTo>
                  <a:cubicBezTo>
                    <a:pt x="351" y="383"/>
                    <a:pt x="350" y="384"/>
                    <a:pt x="348" y="385"/>
                  </a:cubicBezTo>
                  <a:cubicBezTo>
                    <a:pt x="346" y="387"/>
                    <a:pt x="346" y="387"/>
                    <a:pt x="346" y="387"/>
                  </a:cubicBezTo>
                  <a:cubicBezTo>
                    <a:pt x="342" y="389"/>
                    <a:pt x="341" y="389"/>
                    <a:pt x="337" y="386"/>
                  </a:cubicBezTo>
                  <a:cubicBezTo>
                    <a:pt x="334" y="384"/>
                    <a:pt x="334" y="384"/>
                    <a:pt x="334" y="384"/>
                  </a:cubicBezTo>
                  <a:cubicBezTo>
                    <a:pt x="333" y="383"/>
                    <a:pt x="331" y="381"/>
                    <a:pt x="326" y="382"/>
                  </a:cubicBezTo>
                  <a:cubicBezTo>
                    <a:pt x="322" y="383"/>
                    <a:pt x="317" y="386"/>
                    <a:pt x="316" y="388"/>
                  </a:cubicBezTo>
                  <a:cubicBezTo>
                    <a:pt x="315" y="388"/>
                    <a:pt x="315" y="389"/>
                    <a:pt x="316" y="389"/>
                  </a:cubicBezTo>
                  <a:cubicBezTo>
                    <a:pt x="316" y="389"/>
                    <a:pt x="317" y="389"/>
                    <a:pt x="317" y="389"/>
                  </a:cubicBezTo>
                  <a:cubicBezTo>
                    <a:pt x="318" y="388"/>
                    <a:pt x="323" y="385"/>
                    <a:pt x="326" y="385"/>
                  </a:cubicBezTo>
                  <a:cubicBezTo>
                    <a:pt x="329" y="384"/>
                    <a:pt x="330" y="386"/>
                    <a:pt x="332" y="387"/>
                  </a:cubicBezTo>
                  <a:cubicBezTo>
                    <a:pt x="335" y="390"/>
                    <a:pt x="335" y="390"/>
                    <a:pt x="335" y="390"/>
                  </a:cubicBezTo>
                  <a:cubicBezTo>
                    <a:pt x="340" y="393"/>
                    <a:pt x="342" y="393"/>
                    <a:pt x="348" y="390"/>
                  </a:cubicBezTo>
                  <a:cubicBezTo>
                    <a:pt x="351" y="389"/>
                    <a:pt x="351" y="389"/>
                    <a:pt x="351" y="389"/>
                  </a:cubicBezTo>
                  <a:cubicBezTo>
                    <a:pt x="352" y="388"/>
                    <a:pt x="352" y="387"/>
                    <a:pt x="353" y="387"/>
                  </a:cubicBezTo>
                  <a:cubicBezTo>
                    <a:pt x="353" y="404"/>
                    <a:pt x="353" y="404"/>
                    <a:pt x="353" y="404"/>
                  </a:cubicBezTo>
                  <a:cubicBezTo>
                    <a:pt x="351" y="404"/>
                    <a:pt x="349" y="403"/>
                    <a:pt x="349" y="403"/>
                  </a:cubicBezTo>
                  <a:cubicBezTo>
                    <a:pt x="345" y="404"/>
                    <a:pt x="344" y="405"/>
                    <a:pt x="343" y="406"/>
                  </a:cubicBezTo>
                  <a:cubicBezTo>
                    <a:pt x="342" y="407"/>
                    <a:pt x="342" y="408"/>
                    <a:pt x="340" y="408"/>
                  </a:cubicBezTo>
                  <a:cubicBezTo>
                    <a:pt x="338" y="409"/>
                    <a:pt x="337" y="408"/>
                    <a:pt x="335" y="406"/>
                  </a:cubicBezTo>
                  <a:cubicBezTo>
                    <a:pt x="332" y="403"/>
                    <a:pt x="326" y="402"/>
                    <a:pt x="324" y="404"/>
                  </a:cubicBezTo>
                  <a:cubicBezTo>
                    <a:pt x="323" y="405"/>
                    <a:pt x="323" y="405"/>
                    <a:pt x="323" y="406"/>
                  </a:cubicBezTo>
                  <a:cubicBezTo>
                    <a:pt x="324" y="406"/>
                    <a:pt x="324" y="406"/>
                    <a:pt x="325" y="406"/>
                  </a:cubicBezTo>
                  <a:cubicBezTo>
                    <a:pt x="326" y="405"/>
                    <a:pt x="329" y="406"/>
                    <a:pt x="332" y="408"/>
                  </a:cubicBezTo>
                  <a:cubicBezTo>
                    <a:pt x="334" y="411"/>
                    <a:pt x="337" y="414"/>
                    <a:pt x="342" y="412"/>
                  </a:cubicBezTo>
                  <a:cubicBezTo>
                    <a:pt x="344" y="411"/>
                    <a:pt x="345" y="410"/>
                    <a:pt x="346" y="409"/>
                  </a:cubicBezTo>
                  <a:cubicBezTo>
                    <a:pt x="346" y="408"/>
                    <a:pt x="347" y="408"/>
                    <a:pt x="349" y="407"/>
                  </a:cubicBezTo>
                  <a:cubicBezTo>
                    <a:pt x="350" y="407"/>
                    <a:pt x="351" y="408"/>
                    <a:pt x="353" y="408"/>
                  </a:cubicBezTo>
                  <a:cubicBezTo>
                    <a:pt x="353" y="419"/>
                    <a:pt x="353" y="419"/>
                    <a:pt x="353" y="419"/>
                  </a:cubicBezTo>
                  <a:cubicBezTo>
                    <a:pt x="352" y="420"/>
                    <a:pt x="352" y="421"/>
                    <a:pt x="351" y="421"/>
                  </a:cubicBezTo>
                  <a:cubicBezTo>
                    <a:pt x="348" y="423"/>
                    <a:pt x="348" y="423"/>
                    <a:pt x="348" y="423"/>
                  </a:cubicBezTo>
                  <a:cubicBezTo>
                    <a:pt x="346" y="424"/>
                    <a:pt x="346" y="424"/>
                    <a:pt x="345" y="423"/>
                  </a:cubicBezTo>
                  <a:cubicBezTo>
                    <a:pt x="344" y="422"/>
                    <a:pt x="343" y="421"/>
                    <a:pt x="340" y="420"/>
                  </a:cubicBezTo>
                  <a:cubicBezTo>
                    <a:pt x="336" y="420"/>
                    <a:pt x="333" y="422"/>
                    <a:pt x="331" y="424"/>
                  </a:cubicBezTo>
                  <a:cubicBezTo>
                    <a:pt x="328" y="427"/>
                    <a:pt x="323" y="428"/>
                    <a:pt x="321" y="427"/>
                  </a:cubicBezTo>
                  <a:cubicBezTo>
                    <a:pt x="321" y="426"/>
                    <a:pt x="320" y="427"/>
                    <a:pt x="320" y="427"/>
                  </a:cubicBezTo>
                  <a:cubicBezTo>
                    <a:pt x="320" y="427"/>
                    <a:pt x="320" y="428"/>
                    <a:pt x="320" y="428"/>
                  </a:cubicBezTo>
                  <a:cubicBezTo>
                    <a:pt x="324" y="430"/>
                    <a:pt x="331" y="430"/>
                    <a:pt x="334" y="427"/>
                  </a:cubicBezTo>
                  <a:cubicBezTo>
                    <a:pt x="336" y="425"/>
                    <a:pt x="337" y="424"/>
                    <a:pt x="339" y="424"/>
                  </a:cubicBezTo>
                  <a:cubicBezTo>
                    <a:pt x="341" y="425"/>
                    <a:pt x="341" y="425"/>
                    <a:pt x="342" y="426"/>
                  </a:cubicBezTo>
                  <a:cubicBezTo>
                    <a:pt x="344" y="428"/>
                    <a:pt x="346" y="429"/>
                    <a:pt x="350" y="427"/>
                  </a:cubicBezTo>
                  <a:cubicBezTo>
                    <a:pt x="353" y="425"/>
                    <a:pt x="353" y="425"/>
                    <a:pt x="353" y="425"/>
                  </a:cubicBezTo>
                  <a:cubicBezTo>
                    <a:pt x="353" y="436"/>
                    <a:pt x="353" y="436"/>
                    <a:pt x="353" y="436"/>
                  </a:cubicBezTo>
                  <a:cubicBezTo>
                    <a:pt x="353" y="436"/>
                    <a:pt x="353" y="436"/>
                    <a:pt x="353" y="436"/>
                  </a:cubicBezTo>
                  <a:cubicBezTo>
                    <a:pt x="350" y="437"/>
                    <a:pt x="350" y="437"/>
                    <a:pt x="350" y="437"/>
                  </a:cubicBezTo>
                  <a:cubicBezTo>
                    <a:pt x="348" y="438"/>
                    <a:pt x="348" y="437"/>
                    <a:pt x="347" y="436"/>
                  </a:cubicBezTo>
                  <a:cubicBezTo>
                    <a:pt x="346" y="435"/>
                    <a:pt x="344" y="434"/>
                    <a:pt x="342" y="434"/>
                  </a:cubicBezTo>
                  <a:cubicBezTo>
                    <a:pt x="339" y="434"/>
                    <a:pt x="337" y="435"/>
                    <a:pt x="335" y="437"/>
                  </a:cubicBezTo>
                  <a:cubicBezTo>
                    <a:pt x="333" y="438"/>
                    <a:pt x="329" y="440"/>
                    <a:pt x="328" y="440"/>
                  </a:cubicBezTo>
                  <a:cubicBezTo>
                    <a:pt x="327" y="440"/>
                    <a:pt x="327" y="441"/>
                    <a:pt x="327" y="441"/>
                  </a:cubicBezTo>
                  <a:cubicBezTo>
                    <a:pt x="327" y="442"/>
                    <a:pt x="327" y="442"/>
                    <a:pt x="328" y="442"/>
                  </a:cubicBezTo>
                  <a:cubicBezTo>
                    <a:pt x="330" y="442"/>
                    <a:pt x="335" y="442"/>
                    <a:pt x="338" y="440"/>
                  </a:cubicBezTo>
                  <a:cubicBezTo>
                    <a:pt x="339" y="439"/>
                    <a:pt x="341" y="438"/>
                    <a:pt x="342" y="438"/>
                  </a:cubicBezTo>
                  <a:cubicBezTo>
                    <a:pt x="343" y="438"/>
                    <a:pt x="343" y="438"/>
                    <a:pt x="344" y="439"/>
                  </a:cubicBezTo>
                  <a:cubicBezTo>
                    <a:pt x="345" y="440"/>
                    <a:pt x="347" y="442"/>
                    <a:pt x="350" y="441"/>
                  </a:cubicBezTo>
                  <a:cubicBezTo>
                    <a:pt x="353" y="440"/>
                    <a:pt x="353" y="440"/>
                    <a:pt x="353" y="440"/>
                  </a:cubicBezTo>
                  <a:cubicBezTo>
                    <a:pt x="353" y="498"/>
                    <a:pt x="353" y="498"/>
                    <a:pt x="353" y="498"/>
                  </a:cubicBezTo>
                  <a:cubicBezTo>
                    <a:pt x="352" y="514"/>
                    <a:pt x="345" y="531"/>
                    <a:pt x="341" y="547"/>
                  </a:cubicBezTo>
                  <a:cubicBezTo>
                    <a:pt x="335" y="568"/>
                    <a:pt x="328" y="594"/>
                    <a:pt x="325" y="627"/>
                  </a:cubicBezTo>
                  <a:cubicBezTo>
                    <a:pt x="321" y="630"/>
                    <a:pt x="316" y="631"/>
                    <a:pt x="305" y="631"/>
                  </a:cubicBezTo>
                  <a:cubicBezTo>
                    <a:pt x="296" y="631"/>
                    <a:pt x="288" y="635"/>
                    <a:pt x="284" y="641"/>
                  </a:cubicBezTo>
                  <a:cubicBezTo>
                    <a:pt x="278" y="650"/>
                    <a:pt x="278" y="661"/>
                    <a:pt x="283" y="674"/>
                  </a:cubicBezTo>
                  <a:cubicBezTo>
                    <a:pt x="286" y="684"/>
                    <a:pt x="293" y="691"/>
                    <a:pt x="299" y="699"/>
                  </a:cubicBezTo>
                  <a:cubicBezTo>
                    <a:pt x="309" y="710"/>
                    <a:pt x="320" y="720"/>
                    <a:pt x="320" y="737"/>
                  </a:cubicBezTo>
                  <a:cubicBezTo>
                    <a:pt x="321" y="758"/>
                    <a:pt x="311" y="807"/>
                    <a:pt x="290" y="822"/>
                  </a:cubicBezTo>
                  <a:cubicBezTo>
                    <a:pt x="284" y="826"/>
                    <a:pt x="278" y="827"/>
                    <a:pt x="270" y="825"/>
                  </a:cubicBezTo>
                  <a:cubicBezTo>
                    <a:pt x="266" y="823"/>
                    <a:pt x="262" y="821"/>
                    <a:pt x="258" y="820"/>
                  </a:cubicBezTo>
                  <a:cubicBezTo>
                    <a:pt x="256" y="819"/>
                    <a:pt x="248" y="814"/>
                    <a:pt x="246" y="814"/>
                  </a:cubicBezTo>
                  <a:cubicBezTo>
                    <a:pt x="240" y="811"/>
                    <a:pt x="235" y="809"/>
                    <a:pt x="229" y="809"/>
                  </a:cubicBezTo>
                  <a:cubicBezTo>
                    <a:pt x="220" y="808"/>
                    <a:pt x="214" y="808"/>
                    <a:pt x="210" y="801"/>
                  </a:cubicBezTo>
                  <a:cubicBezTo>
                    <a:pt x="208" y="799"/>
                    <a:pt x="208" y="799"/>
                    <a:pt x="208" y="799"/>
                  </a:cubicBezTo>
                  <a:cubicBezTo>
                    <a:pt x="206" y="796"/>
                    <a:pt x="204" y="792"/>
                    <a:pt x="203" y="789"/>
                  </a:cubicBezTo>
                  <a:cubicBezTo>
                    <a:pt x="202" y="785"/>
                    <a:pt x="202" y="785"/>
                    <a:pt x="202" y="785"/>
                  </a:cubicBezTo>
                  <a:cubicBezTo>
                    <a:pt x="202" y="782"/>
                    <a:pt x="202" y="779"/>
                    <a:pt x="200" y="777"/>
                  </a:cubicBezTo>
                  <a:cubicBezTo>
                    <a:pt x="198" y="772"/>
                    <a:pt x="194" y="770"/>
                    <a:pt x="190" y="767"/>
                  </a:cubicBezTo>
                  <a:cubicBezTo>
                    <a:pt x="186" y="765"/>
                    <a:pt x="182" y="762"/>
                    <a:pt x="180" y="759"/>
                  </a:cubicBezTo>
                  <a:cubicBezTo>
                    <a:pt x="178" y="755"/>
                    <a:pt x="177" y="751"/>
                    <a:pt x="176" y="748"/>
                  </a:cubicBezTo>
                  <a:cubicBezTo>
                    <a:pt x="175" y="745"/>
                    <a:pt x="174" y="742"/>
                    <a:pt x="172" y="739"/>
                  </a:cubicBezTo>
                  <a:cubicBezTo>
                    <a:pt x="172" y="737"/>
                    <a:pt x="172" y="735"/>
                    <a:pt x="172" y="734"/>
                  </a:cubicBezTo>
                  <a:cubicBezTo>
                    <a:pt x="171" y="729"/>
                    <a:pt x="171" y="729"/>
                    <a:pt x="171" y="729"/>
                  </a:cubicBezTo>
                  <a:cubicBezTo>
                    <a:pt x="170" y="727"/>
                    <a:pt x="170" y="727"/>
                    <a:pt x="170" y="727"/>
                  </a:cubicBezTo>
                  <a:cubicBezTo>
                    <a:pt x="170" y="722"/>
                    <a:pt x="169" y="718"/>
                    <a:pt x="165" y="713"/>
                  </a:cubicBezTo>
                  <a:cubicBezTo>
                    <a:pt x="162" y="708"/>
                    <a:pt x="159" y="705"/>
                    <a:pt x="155" y="702"/>
                  </a:cubicBezTo>
                  <a:cubicBezTo>
                    <a:pt x="151" y="698"/>
                    <a:pt x="145" y="693"/>
                    <a:pt x="144" y="691"/>
                  </a:cubicBezTo>
                  <a:cubicBezTo>
                    <a:pt x="144" y="690"/>
                    <a:pt x="143" y="690"/>
                    <a:pt x="143" y="690"/>
                  </a:cubicBezTo>
                  <a:cubicBezTo>
                    <a:pt x="142" y="690"/>
                    <a:pt x="142" y="691"/>
                    <a:pt x="142" y="691"/>
                  </a:cubicBezTo>
                  <a:cubicBezTo>
                    <a:pt x="143" y="694"/>
                    <a:pt x="148" y="701"/>
                    <a:pt x="153" y="705"/>
                  </a:cubicBezTo>
                  <a:cubicBezTo>
                    <a:pt x="156" y="708"/>
                    <a:pt x="159" y="711"/>
                    <a:pt x="162" y="715"/>
                  </a:cubicBezTo>
                  <a:cubicBezTo>
                    <a:pt x="165" y="719"/>
                    <a:pt x="166" y="723"/>
                    <a:pt x="167" y="728"/>
                  </a:cubicBezTo>
                  <a:cubicBezTo>
                    <a:pt x="167" y="730"/>
                    <a:pt x="167" y="730"/>
                    <a:pt x="167" y="730"/>
                  </a:cubicBezTo>
                  <a:cubicBezTo>
                    <a:pt x="167" y="734"/>
                    <a:pt x="167" y="734"/>
                    <a:pt x="167" y="734"/>
                  </a:cubicBezTo>
                  <a:cubicBezTo>
                    <a:pt x="166" y="733"/>
                    <a:pt x="165" y="732"/>
                    <a:pt x="163" y="731"/>
                  </a:cubicBezTo>
                  <a:cubicBezTo>
                    <a:pt x="158" y="728"/>
                    <a:pt x="158" y="728"/>
                    <a:pt x="158" y="728"/>
                  </a:cubicBezTo>
                  <a:cubicBezTo>
                    <a:pt x="150" y="725"/>
                    <a:pt x="145" y="722"/>
                    <a:pt x="140" y="714"/>
                  </a:cubicBezTo>
                  <a:cubicBezTo>
                    <a:pt x="128" y="696"/>
                    <a:pt x="123" y="670"/>
                    <a:pt x="122" y="662"/>
                  </a:cubicBezTo>
                  <a:cubicBezTo>
                    <a:pt x="122" y="662"/>
                    <a:pt x="121" y="661"/>
                    <a:pt x="121" y="661"/>
                  </a:cubicBezTo>
                  <a:cubicBezTo>
                    <a:pt x="120" y="661"/>
                    <a:pt x="120" y="662"/>
                    <a:pt x="120" y="662"/>
                  </a:cubicBezTo>
                  <a:cubicBezTo>
                    <a:pt x="120" y="662"/>
                    <a:pt x="120" y="662"/>
                    <a:pt x="120" y="662"/>
                  </a:cubicBezTo>
                  <a:cubicBezTo>
                    <a:pt x="121" y="671"/>
                    <a:pt x="124" y="698"/>
                    <a:pt x="136" y="716"/>
                  </a:cubicBezTo>
                  <a:cubicBezTo>
                    <a:pt x="142" y="725"/>
                    <a:pt x="148" y="728"/>
                    <a:pt x="156" y="732"/>
                  </a:cubicBezTo>
                  <a:cubicBezTo>
                    <a:pt x="161" y="734"/>
                    <a:pt x="161" y="734"/>
                    <a:pt x="161" y="734"/>
                  </a:cubicBezTo>
                  <a:cubicBezTo>
                    <a:pt x="165" y="736"/>
                    <a:pt x="167" y="738"/>
                    <a:pt x="168" y="741"/>
                  </a:cubicBezTo>
                  <a:cubicBezTo>
                    <a:pt x="169" y="742"/>
                    <a:pt x="169" y="744"/>
                    <a:pt x="170" y="745"/>
                  </a:cubicBezTo>
                  <a:cubicBezTo>
                    <a:pt x="170" y="745"/>
                    <a:pt x="170" y="745"/>
                    <a:pt x="171" y="745"/>
                  </a:cubicBezTo>
                  <a:cubicBezTo>
                    <a:pt x="171" y="746"/>
                    <a:pt x="172" y="748"/>
                    <a:pt x="172" y="749"/>
                  </a:cubicBezTo>
                  <a:cubicBezTo>
                    <a:pt x="173" y="753"/>
                    <a:pt x="174" y="757"/>
                    <a:pt x="177" y="761"/>
                  </a:cubicBezTo>
                  <a:cubicBezTo>
                    <a:pt x="179" y="765"/>
                    <a:pt x="184" y="768"/>
                    <a:pt x="188" y="771"/>
                  </a:cubicBezTo>
                  <a:cubicBezTo>
                    <a:pt x="191" y="773"/>
                    <a:pt x="195" y="775"/>
                    <a:pt x="197" y="779"/>
                  </a:cubicBezTo>
                  <a:cubicBezTo>
                    <a:pt x="198" y="781"/>
                    <a:pt x="198" y="783"/>
                    <a:pt x="198" y="785"/>
                  </a:cubicBezTo>
                  <a:cubicBezTo>
                    <a:pt x="199" y="790"/>
                    <a:pt x="199" y="790"/>
                    <a:pt x="199" y="790"/>
                  </a:cubicBezTo>
                  <a:cubicBezTo>
                    <a:pt x="200" y="794"/>
                    <a:pt x="203" y="798"/>
                    <a:pt x="205" y="801"/>
                  </a:cubicBezTo>
                  <a:cubicBezTo>
                    <a:pt x="206" y="803"/>
                    <a:pt x="206" y="803"/>
                    <a:pt x="206" y="803"/>
                  </a:cubicBezTo>
                  <a:cubicBezTo>
                    <a:pt x="212" y="812"/>
                    <a:pt x="218" y="813"/>
                    <a:pt x="228" y="814"/>
                  </a:cubicBezTo>
                  <a:cubicBezTo>
                    <a:pt x="232" y="814"/>
                    <a:pt x="238" y="815"/>
                    <a:pt x="243" y="816"/>
                  </a:cubicBezTo>
                  <a:cubicBezTo>
                    <a:pt x="241" y="816"/>
                    <a:pt x="239" y="816"/>
                    <a:pt x="238" y="816"/>
                  </a:cubicBezTo>
                  <a:cubicBezTo>
                    <a:pt x="230" y="816"/>
                    <a:pt x="223" y="815"/>
                    <a:pt x="214" y="812"/>
                  </a:cubicBezTo>
                  <a:cubicBezTo>
                    <a:pt x="207" y="809"/>
                    <a:pt x="207" y="809"/>
                    <a:pt x="207" y="809"/>
                  </a:cubicBezTo>
                  <a:cubicBezTo>
                    <a:pt x="192" y="804"/>
                    <a:pt x="182" y="801"/>
                    <a:pt x="168" y="791"/>
                  </a:cubicBezTo>
                  <a:cubicBezTo>
                    <a:pt x="149" y="778"/>
                    <a:pt x="134" y="766"/>
                    <a:pt x="123" y="748"/>
                  </a:cubicBezTo>
                  <a:cubicBezTo>
                    <a:pt x="118" y="740"/>
                    <a:pt x="114" y="730"/>
                    <a:pt x="111" y="721"/>
                  </a:cubicBezTo>
                  <a:cubicBezTo>
                    <a:pt x="107" y="710"/>
                    <a:pt x="103" y="694"/>
                    <a:pt x="96" y="690"/>
                  </a:cubicBezTo>
                  <a:cubicBezTo>
                    <a:pt x="95" y="690"/>
                    <a:pt x="94" y="689"/>
                    <a:pt x="93" y="690"/>
                  </a:cubicBezTo>
                  <a:cubicBezTo>
                    <a:pt x="92" y="690"/>
                    <a:pt x="92" y="690"/>
                    <a:pt x="93" y="691"/>
                  </a:cubicBezTo>
                  <a:cubicBezTo>
                    <a:pt x="99" y="695"/>
                    <a:pt x="103" y="711"/>
                    <a:pt x="107" y="722"/>
                  </a:cubicBezTo>
                  <a:cubicBezTo>
                    <a:pt x="111" y="732"/>
                    <a:pt x="114" y="741"/>
                    <a:pt x="120" y="750"/>
                  </a:cubicBezTo>
                  <a:cubicBezTo>
                    <a:pt x="131" y="769"/>
                    <a:pt x="147" y="781"/>
                    <a:pt x="166" y="795"/>
                  </a:cubicBezTo>
                  <a:cubicBezTo>
                    <a:pt x="180" y="804"/>
                    <a:pt x="190" y="808"/>
                    <a:pt x="205" y="813"/>
                  </a:cubicBezTo>
                  <a:cubicBezTo>
                    <a:pt x="212" y="816"/>
                    <a:pt x="212" y="816"/>
                    <a:pt x="212" y="816"/>
                  </a:cubicBezTo>
                  <a:cubicBezTo>
                    <a:pt x="222" y="819"/>
                    <a:pt x="229" y="820"/>
                    <a:pt x="238" y="820"/>
                  </a:cubicBezTo>
                  <a:cubicBezTo>
                    <a:pt x="240" y="820"/>
                    <a:pt x="243" y="820"/>
                    <a:pt x="246" y="821"/>
                  </a:cubicBezTo>
                  <a:cubicBezTo>
                    <a:pt x="247" y="821"/>
                    <a:pt x="254" y="824"/>
                    <a:pt x="256" y="825"/>
                  </a:cubicBezTo>
                  <a:cubicBezTo>
                    <a:pt x="259" y="827"/>
                    <a:pt x="264" y="829"/>
                    <a:pt x="269" y="830"/>
                  </a:cubicBezTo>
                  <a:cubicBezTo>
                    <a:pt x="279" y="834"/>
                    <a:pt x="287" y="834"/>
                    <a:pt x="295" y="828"/>
                  </a:cubicBezTo>
                  <a:cubicBezTo>
                    <a:pt x="319" y="810"/>
                    <a:pt x="327" y="759"/>
                    <a:pt x="326" y="736"/>
                  </a:cubicBezTo>
                  <a:cubicBezTo>
                    <a:pt x="325" y="717"/>
                    <a:pt x="315" y="705"/>
                    <a:pt x="305" y="693"/>
                  </a:cubicBezTo>
                  <a:cubicBezTo>
                    <a:pt x="299" y="686"/>
                    <a:pt x="292" y="679"/>
                    <a:pt x="289" y="671"/>
                  </a:cubicBezTo>
                  <a:cubicBezTo>
                    <a:pt x="285" y="661"/>
                    <a:pt x="285" y="652"/>
                    <a:pt x="289" y="646"/>
                  </a:cubicBezTo>
                  <a:cubicBezTo>
                    <a:pt x="292" y="642"/>
                    <a:pt x="299" y="639"/>
                    <a:pt x="305" y="639"/>
                  </a:cubicBezTo>
                  <a:cubicBezTo>
                    <a:pt x="313" y="639"/>
                    <a:pt x="319" y="639"/>
                    <a:pt x="324" y="637"/>
                  </a:cubicBezTo>
                  <a:cubicBezTo>
                    <a:pt x="322" y="654"/>
                    <a:pt x="322" y="673"/>
                    <a:pt x="324" y="693"/>
                  </a:cubicBezTo>
                  <a:cubicBezTo>
                    <a:pt x="336" y="692"/>
                    <a:pt x="336" y="692"/>
                    <a:pt x="336" y="692"/>
                  </a:cubicBezTo>
                  <a:cubicBezTo>
                    <a:pt x="333" y="655"/>
                    <a:pt x="337" y="622"/>
                    <a:pt x="342" y="594"/>
                  </a:cubicBezTo>
                  <a:cubicBezTo>
                    <a:pt x="342" y="594"/>
                    <a:pt x="344" y="594"/>
                    <a:pt x="344" y="594"/>
                  </a:cubicBezTo>
                  <a:cubicBezTo>
                    <a:pt x="352" y="602"/>
                    <a:pt x="354" y="608"/>
                    <a:pt x="356" y="624"/>
                  </a:cubicBezTo>
                  <a:cubicBezTo>
                    <a:pt x="356" y="624"/>
                    <a:pt x="356" y="624"/>
                    <a:pt x="357" y="624"/>
                  </a:cubicBezTo>
                  <a:cubicBezTo>
                    <a:pt x="357" y="626"/>
                    <a:pt x="357" y="627"/>
                    <a:pt x="358" y="629"/>
                  </a:cubicBezTo>
                  <a:cubicBezTo>
                    <a:pt x="358" y="632"/>
                    <a:pt x="358" y="632"/>
                    <a:pt x="358" y="632"/>
                  </a:cubicBezTo>
                  <a:cubicBezTo>
                    <a:pt x="358" y="637"/>
                    <a:pt x="358" y="637"/>
                    <a:pt x="358" y="637"/>
                  </a:cubicBezTo>
                  <a:cubicBezTo>
                    <a:pt x="358" y="641"/>
                    <a:pt x="358" y="641"/>
                    <a:pt x="358" y="641"/>
                  </a:cubicBezTo>
                  <a:cubicBezTo>
                    <a:pt x="358" y="642"/>
                    <a:pt x="358" y="643"/>
                    <a:pt x="358" y="644"/>
                  </a:cubicBezTo>
                  <a:cubicBezTo>
                    <a:pt x="358" y="646"/>
                    <a:pt x="357" y="647"/>
                    <a:pt x="357" y="648"/>
                  </a:cubicBezTo>
                  <a:cubicBezTo>
                    <a:pt x="357" y="649"/>
                    <a:pt x="357" y="649"/>
                    <a:pt x="357" y="649"/>
                  </a:cubicBezTo>
                  <a:cubicBezTo>
                    <a:pt x="357" y="652"/>
                    <a:pt x="357" y="653"/>
                    <a:pt x="356" y="654"/>
                  </a:cubicBezTo>
                  <a:cubicBezTo>
                    <a:pt x="355" y="656"/>
                    <a:pt x="355" y="656"/>
                    <a:pt x="355" y="656"/>
                  </a:cubicBezTo>
                  <a:cubicBezTo>
                    <a:pt x="353" y="660"/>
                    <a:pt x="353" y="663"/>
                    <a:pt x="352" y="665"/>
                  </a:cubicBezTo>
                  <a:cubicBezTo>
                    <a:pt x="352" y="665"/>
                    <a:pt x="352" y="665"/>
                    <a:pt x="352" y="665"/>
                  </a:cubicBezTo>
                  <a:cubicBezTo>
                    <a:pt x="352" y="666"/>
                    <a:pt x="352" y="666"/>
                    <a:pt x="353" y="666"/>
                  </a:cubicBezTo>
                  <a:cubicBezTo>
                    <a:pt x="353" y="666"/>
                    <a:pt x="354" y="666"/>
                    <a:pt x="354" y="666"/>
                  </a:cubicBezTo>
                  <a:cubicBezTo>
                    <a:pt x="354" y="665"/>
                    <a:pt x="354" y="665"/>
                    <a:pt x="354" y="665"/>
                  </a:cubicBezTo>
                  <a:cubicBezTo>
                    <a:pt x="354" y="664"/>
                    <a:pt x="357" y="660"/>
                    <a:pt x="359" y="657"/>
                  </a:cubicBezTo>
                  <a:cubicBezTo>
                    <a:pt x="359" y="655"/>
                    <a:pt x="359" y="655"/>
                    <a:pt x="359" y="655"/>
                  </a:cubicBezTo>
                  <a:cubicBezTo>
                    <a:pt x="360" y="655"/>
                    <a:pt x="360" y="655"/>
                    <a:pt x="360" y="655"/>
                  </a:cubicBezTo>
                  <a:cubicBezTo>
                    <a:pt x="360" y="657"/>
                    <a:pt x="360" y="659"/>
                    <a:pt x="360" y="661"/>
                  </a:cubicBezTo>
                  <a:cubicBezTo>
                    <a:pt x="359" y="664"/>
                    <a:pt x="359" y="664"/>
                    <a:pt x="359" y="664"/>
                  </a:cubicBezTo>
                  <a:cubicBezTo>
                    <a:pt x="358" y="666"/>
                    <a:pt x="358" y="668"/>
                    <a:pt x="358" y="670"/>
                  </a:cubicBezTo>
                  <a:cubicBezTo>
                    <a:pt x="359" y="677"/>
                    <a:pt x="359" y="677"/>
                    <a:pt x="359" y="677"/>
                  </a:cubicBezTo>
                  <a:cubicBezTo>
                    <a:pt x="360" y="681"/>
                    <a:pt x="360" y="681"/>
                    <a:pt x="360" y="681"/>
                  </a:cubicBezTo>
                  <a:cubicBezTo>
                    <a:pt x="360" y="683"/>
                    <a:pt x="360" y="685"/>
                    <a:pt x="359" y="688"/>
                  </a:cubicBezTo>
                  <a:cubicBezTo>
                    <a:pt x="359" y="690"/>
                    <a:pt x="359" y="690"/>
                    <a:pt x="359" y="690"/>
                  </a:cubicBezTo>
                  <a:cubicBezTo>
                    <a:pt x="358" y="697"/>
                    <a:pt x="358" y="697"/>
                    <a:pt x="358" y="697"/>
                  </a:cubicBezTo>
                  <a:cubicBezTo>
                    <a:pt x="358" y="700"/>
                    <a:pt x="358" y="700"/>
                    <a:pt x="358" y="700"/>
                  </a:cubicBezTo>
                  <a:cubicBezTo>
                    <a:pt x="358" y="702"/>
                    <a:pt x="360" y="703"/>
                    <a:pt x="361" y="703"/>
                  </a:cubicBezTo>
                  <a:cubicBezTo>
                    <a:pt x="363" y="703"/>
                    <a:pt x="364" y="702"/>
                    <a:pt x="364" y="700"/>
                  </a:cubicBezTo>
                  <a:cubicBezTo>
                    <a:pt x="364" y="697"/>
                    <a:pt x="364" y="697"/>
                    <a:pt x="364" y="697"/>
                  </a:cubicBezTo>
                  <a:cubicBezTo>
                    <a:pt x="365" y="691"/>
                    <a:pt x="365" y="691"/>
                    <a:pt x="365" y="691"/>
                  </a:cubicBezTo>
                  <a:cubicBezTo>
                    <a:pt x="365" y="689"/>
                    <a:pt x="365" y="689"/>
                    <a:pt x="365" y="689"/>
                  </a:cubicBezTo>
                  <a:cubicBezTo>
                    <a:pt x="366" y="687"/>
                    <a:pt x="366" y="684"/>
                    <a:pt x="366" y="680"/>
                  </a:cubicBezTo>
                  <a:cubicBezTo>
                    <a:pt x="365" y="675"/>
                    <a:pt x="365" y="675"/>
                    <a:pt x="365" y="675"/>
                  </a:cubicBezTo>
                  <a:cubicBezTo>
                    <a:pt x="364" y="670"/>
                    <a:pt x="364" y="670"/>
                    <a:pt x="364" y="670"/>
                  </a:cubicBezTo>
                  <a:cubicBezTo>
                    <a:pt x="364" y="669"/>
                    <a:pt x="364" y="667"/>
                    <a:pt x="365" y="666"/>
                  </a:cubicBezTo>
                  <a:cubicBezTo>
                    <a:pt x="366" y="669"/>
                    <a:pt x="366" y="669"/>
                    <a:pt x="366" y="669"/>
                  </a:cubicBezTo>
                  <a:cubicBezTo>
                    <a:pt x="366" y="669"/>
                    <a:pt x="366" y="669"/>
                    <a:pt x="367" y="669"/>
                  </a:cubicBezTo>
                  <a:cubicBezTo>
                    <a:pt x="368" y="669"/>
                    <a:pt x="368" y="668"/>
                    <a:pt x="368" y="668"/>
                  </a:cubicBezTo>
                  <a:cubicBezTo>
                    <a:pt x="367" y="665"/>
                    <a:pt x="367" y="665"/>
                    <a:pt x="367" y="665"/>
                  </a:cubicBezTo>
                  <a:cubicBezTo>
                    <a:pt x="367" y="661"/>
                    <a:pt x="367" y="661"/>
                    <a:pt x="367" y="661"/>
                  </a:cubicBezTo>
                  <a:cubicBezTo>
                    <a:pt x="366" y="658"/>
                    <a:pt x="366" y="658"/>
                    <a:pt x="366" y="658"/>
                  </a:cubicBezTo>
                  <a:cubicBezTo>
                    <a:pt x="366" y="654"/>
                    <a:pt x="365" y="652"/>
                    <a:pt x="365" y="649"/>
                  </a:cubicBezTo>
                  <a:cubicBezTo>
                    <a:pt x="364" y="646"/>
                    <a:pt x="364" y="644"/>
                    <a:pt x="364" y="641"/>
                  </a:cubicBezTo>
                  <a:cubicBezTo>
                    <a:pt x="364" y="638"/>
                    <a:pt x="364" y="638"/>
                    <a:pt x="364" y="638"/>
                  </a:cubicBezTo>
                  <a:cubicBezTo>
                    <a:pt x="364" y="631"/>
                    <a:pt x="364" y="631"/>
                    <a:pt x="364" y="631"/>
                  </a:cubicBezTo>
                  <a:cubicBezTo>
                    <a:pt x="363" y="627"/>
                    <a:pt x="363" y="627"/>
                    <a:pt x="363" y="627"/>
                  </a:cubicBezTo>
                  <a:cubicBezTo>
                    <a:pt x="363" y="625"/>
                    <a:pt x="362" y="624"/>
                    <a:pt x="363" y="623"/>
                  </a:cubicBezTo>
                  <a:cubicBezTo>
                    <a:pt x="363" y="623"/>
                    <a:pt x="363" y="622"/>
                    <a:pt x="363" y="622"/>
                  </a:cubicBezTo>
                  <a:cubicBezTo>
                    <a:pt x="363" y="622"/>
                    <a:pt x="363" y="621"/>
                    <a:pt x="363" y="621"/>
                  </a:cubicBezTo>
                  <a:cubicBezTo>
                    <a:pt x="365" y="605"/>
                    <a:pt x="369" y="601"/>
                    <a:pt x="377" y="594"/>
                  </a:cubicBezTo>
                  <a:cubicBezTo>
                    <a:pt x="378" y="593"/>
                    <a:pt x="379" y="593"/>
                    <a:pt x="380" y="595"/>
                  </a:cubicBezTo>
                  <a:cubicBezTo>
                    <a:pt x="385" y="622"/>
                    <a:pt x="389" y="655"/>
                    <a:pt x="386" y="692"/>
                  </a:cubicBezTo>
                  <a:cubicBezTo>
                    <a:pt x="398" y="693"/>
                    <a:pt x="398" y="693"/>
                    <a:pt x="398" y="693"/>
                  </a:cubicBezTo>
                  <a:cubicBezTo>
                    <a:pt x="400" y="672"/>
                    <a:pt x="400" y="653"/>
                    <a:pt x="398" y="635"/>
                  </a:cubicBezTo>
                  <a:cubicBezTo>
                    <a:pt x="403" y="636"/>
                    <a:pt x="408" y="636"/>
                    <a:pt x="416" y="634"/>
                  </a:cubicBezTo>
                  <a:cubicBezTo>
                    <a:pt x="423" y="633"/>
                    <a:pt x="430" y="636"/>
                    <a:pt x="434" y="641"/>
                  </a:cubicBezTo>
                  <a:cubicBezTo>
                    <a:pt x="439" y="646"/>
                    <a:pt x="441" y="653"/>
                    <a:pt x="438" y="661"/>
                  </a:cubicBezTo>
                  <a:cubicBezTo>
                    <a:pt x="434" y="670"/>
                    <a:pt x="426" y="678"/>
                    <a:pt x="418" y="687"/>
                  </a:cubicBezTo>
                  <a:cubicBezTo>
                    <a:pt x="407" y="700"/>
                    <a:pt x="394" y="716"/>
                    <a:pt x="393" y="735"/>
                  </a:cubicBezTo>
                  <a:cubicBezTo>
                    <a:pt x="392" y="758"/>
                    <a:pt x="403" y="810"/>
                    <a:pt x="426" y="828"/>
                  </a:cubicBezTo>
                  <a:cubicBezTo>
                    <a:pt x="435" y="834"/>
                    <a:pt x="444" y="834"/>
                    <a:pt x="454" y="830"/>
                  </a:cubicBezTo>
                  <a:cubicBezTo>
                    <a:pt x="458" y="829"/>
                    <a:pt x="462" y="828"/>
                    <a:pt x="465" y="826"/>
                  </a:cubicBezTo>
                  <a:cubicBezTo>
                    <a:pt x="467" y="825"/>
                    <a:pt x="477" y="824"/>
                    <a:pt x="479" y="825"/>
                  </a:cubicBezTo>
                  <a:cubicBezTo>
                    <a:pt x="484" y="825"/>
                    <a:pt x="488" y="825"/>
                    <a:pt x="492" y="826"/>
                  </a:cubicBezTo>
                  <a:cubicBezTo>
                    <a:pt x="503" y="828"/>
                    <a:pt x="517" y="824"/>
                    <a:pt x="520" y="821"/>
                  </a:cubicBezTo>
                  <a:cubicBezTo>
                    <a:pt x="521" y="821"/>
                    <a:pt x="521" y="820"/>
                    <a:pt x="520" y="820"/>
                  </a:cubicBezTo>
                  <a:cubicBezTo>
                    <a:pt x="520" y="820"/>
                    <a:pt x="520" y="820"/>
                    <a:pt x="519" y="820"/>
                  </a:cubicBezTo>
                  <a:cubicBezTo>
                    <a:pt x="516" y="822"/>
                    <a:pt x="503" y="824"/>
                    <a:pt x="493" y="822"/>
                  </a:cubicBezTo>
                  <a:cubicBezTo>
                    <a:pt x="487" y="821"/>
                    <a:pt x="481" y="820"/>
                    <a:pt x="475" y="821"/>
                  </a:cubicBezTo>
                  <a:cubicBezTo>
                    <a:pt x="480" y="817"/>
                    <a:pt x="484" y="816"/>
                    <a:pt x="486" y="813"/>
                  </a:cubicBezTo>
                  <a:cubicBezTo>
                    <a:pt x="488" y="811"/>
                    <a:pt x="490" y="809"/>
                    <a:pt x="493" y="807"/>
                  </a:cubicBezTo>
                  <a:cubicBezTo>
                    <a:pt x="493" y="807"/>
                    <a:pt x="494" y="807"/>
                    <a:pt x="494" y="807"/>
                  </a:cubicBezTo>
                  <a:cubicBezTo>
                    <a:pt x="494" y="807"/>
                    <a:pt x="494" y="807"/>
                    <a:pt x="494" y="807"/>
                  </a:cubicBezTo>
                  <a:cubicBezTo>
                    <a:pt x="496" y="806"/>
                    <a:pt x="500" y="804"/>
                    <a:pt x="504" y="803"/>
                  </a:cubicBezTo>
                  <a:cubicBezTo>
                    <a:pt x="512" y="801"/>
                    <a:pt x="518" y="802"/>
                    <a:pt x="523" y="802"/>
                  </a:cubicBezTo>
                  <a:cubicBezTo>
                    <a:pt x="533" y="802"/>
                    <a:pt x="540" y="801"/>
                    <a:pt x="552" y="786"/>
                  </a:cubicBezTo>
                  <a:cubicBezTo>
                    <a:pt x="558" y="778"/>
                    <a:pt x="562" y="772"/>
                    <a:pt x="564" y="767"/>
                  </a:cubicBezTo>
                  <a:cubicBezTo>
                    <a:pt x="569" y="759"/>
                    <a:pt x="571" y="755"/>
                    <a:pt x="584" y="749"/>
                  </a:cubicBezTo>
                  <a:cubicBezTo>
                    <a:pt x="595" y="744"/>
                    <a:pt x="595" y="744"/>
                    <a:pt x="595" y="744"/>
                  </a:cubicBezTo>
                  <a:cubicBezTo>
                    <a:pt x="613" y="737"/>
                    <a:pt x="634" y="718"/>
                    <a:pt x="640" y="697"/>
                  </a:cubicBezTo>
                  <a:cubicBezTo>
                    <a:pt x="640" y="696"/>
                    <a:pt x="640" y="695"/>
                    <a:pt x="639" y="695"/>
                  </a:cubicBezTo>
                  <a:close/>
                  <a:moveTo>
                    <a:pt x="415" y="347"/>
                  </a:moveTo>
                  <a:cubicBezTo>
                    <a:pt x="434" y="356"/>
                    <a:pt x="448" y="376"/>
                    <a:pt x="449" y="391"/>
                  </a:cubicBezTo>
                  <a:cubicBezTo>
                    <a:pt x="441" y="365"/>
                    <a:pt x="423" y="348"/>
                    <a:pt x="400" y="346"/>
                  </a:cubicBezTo>
                  <a:cubicBezTo>
                    <a:pt x="391" y="346"/>
                    <a:pt x="382" y="347"/>
                    <a:pt x="375" y="351"/>
                  </a:cubicBezTo>
                  <a:cubicBezTo>
                    <a:pt x="390" y="339"/>
                    <a:pt x="405" y="342"/>
                    <a:pt x="415" y="347"/>
                  </a:cubicBezTo>
                  <a:close/>
                  <a:moveTo>
                    <a:pt x="322" y="346"/>
                  </a:moveTo>
                  <a:cubicBezTo>
                    <a:pt x="299" y="348"/>
                    <a:pt x="281" y="365"/>
                    <a:pt x="273" y="391"/>
                  </a:cubicBezTo>
                  <a:cubicBezTo>
                    <a:pt x="274" y="376"/>
                    <a:pt x="288" y="356"/>
                    <a:pt x="307" y="347"/>
                  </a:cubicBezTo>
                  <a:cubicBezTo>
                    <a:pt x="317" y="342"/>
                    <a:pt x="332" y="339"/>
                    <a:pt x="347" y="351"/>
                  </a:cubicBezTo>
                  <a:cubicBezTo>
                    <a:pt x="340" y="347"/>
                    <a:pt x="331" y="346"/>
                    <a:pt x="322" y="346"/>
                  </a:cubicBezTo>
                  <a:close/>
                  <a:moveTo>
                    <a:pt x="377" y="587"/>
                  </a:moveTo>
                  <a:cubicBezTo>
                    <a:pt x="376" y="588"/>
                    <a:pt x="376" y="588"/>
                    <a:pt x="376" y="588"/>
                  </a:cubicBezTo>
                  <a:cubicBezTo>
                    <a:pt x="369" y="594"/>
                    <a:pt x="364" y="598"/>
                    <a:pt x="360" y="606"/>
                  </a:cubicBezTo>
                  <a:cubicBezTo>
                    <a:pt x="360" y="607"/>
                    <a:pt x="359" y="607"/>
                    <a:pt x="359" y="607"/>
                  </a:cubicBezTo>
                  <a:cubicBezTo>
                    <a:pt x="356" y="599"/>
                    <a:pt x="352" y="593"/>
                    <a:pt x="346" y="587"/>
                  </a:cubicBezTo>
                  <a:cubicBezTo>
                    <a:pt x="345" y="587"/>
                    <a:pt x="344" y="585"/>
                    <a:pt x="345" y="583"/>
                  </a:cubicBezTo>
                  <a:cubicBezTo>
                    <a:pt x="347" y="576"/>
                    <a:pt x="351" y="558"/>
                    <a:pt x="354" y="550"/>
                  </a:cubicBezTo>
                  <a:cubicBezTo>
                    <a:pt x="356" y="540"/>
                    <a:pt x="359" y="531"/>
                    <a:pt x="360" y="525"/>
                  </a:cubicBezTo>
                  <a:cubicBezTo>
                    <a:pt x="360" y="524"/>
                    <a:pt x="362" y="522"/>
                    <a:pt x="362" y="525"/>
                  </a:cubicBezTo>
                  <a:cubicBezTo>
                    <a:pt x="363" y="532"/>
                    <a:pt x="366" y="540"/>
                    <a:pt x="369" y="550"/>
                  </a:cubicBezTo>
                  <a:cubicBezTo>
                    <a:pt x="371" y="560"/>
                    <a:pt x="374" y="571"/>
                    <a:pt x="377" y="584"/>
                  </a:cubicBezTo>
                  <a:cubicBezTo>
                    <a:pt x="378" y="586"/>
                    <a:pt x="377" y="587"/>
                    <a:pt x="377" y="587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1" name="Freeform 420">
              <a:extLst>
                <a:ext uri="{FF2B5EF4-FFF2-40B4-BE49-F238E27FC236}">
                  <a16:creationId xmlns:a16="http://schemas.microsoft.com/office/drawing/2014/main" id="{D935E160-ED0F-4F70-BD7A-312A78F1D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274"/>
              <a:ext cx="74" cy="91"/>
            </a:xfrm>
            <a:custGeom>
              <a:avLst/>
              <a:gdLst>
                <a:gd name="T0" fmla="*/ 527 w 26"/>
                <a:gd name="T1" fmla="*/ 48 h 32"/>
                <a:gd name="T2" fmla="*/ 390 w 26"/>
                <a:gd name="T3" fmla="*/ 347 h 32"/>
                <a:gd name="T4" fmla="*/ 88 w 26"/>
                <a:gd name="T5" fmla="*/ 663 h 32"/>
                <a:gd name="T6" fmla="*/ 324 w 26"/>
                <a:gd name="T7" fmla="*/ 185 h 32"/>
                <a:gd name="T8" fmla="*/ 527 w 26"/>
                <a:gd name="T9" fmla="*/ 4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23" y="2"/>
                  </a:moveTo>
                  <a:cubicBezTo>
                    <a:pt x="26" y="4"/>
                    <a:pt x="21" y="8"/>
                    <a:pt x="17" y="15"/>
                  </a:cubicBezTo>
                  <a:cubicBezTo>
                    <a:pt x="12" y="22"/>
                    <a:pt x="9" y="32"/>
                    <a:pt x="4" y="29"/>
                  </a:cubicBezTo>
                  <a:cubicBezTo>
                    <a:pt x="0" y="26"/>
                    <a:pt x="9" y="14"/>
                    <a:pt x="14" y="8"/>
                  </a:cubicBezTo>
                  <a:cubicBezTo>
                    <a:pt x="18" y="2"/>
                    <a:pt x="20" y="0"/>
                    <a:pt x="23" y="2"/>
                  </a:cubicBezTo>
                  <a:close/>
                </a:path>
              </a:pathLst>
            </a:custGeom>
            <a:solidFill>
              <a:srgbClr val="FFF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2" name="Freeform 421">
              <a:extLst>
                <a:ext uri="{FF2B5EF4-FFF2-40B4-BE49-F238E27FC236}">
                  <a16:creationId xmlns:a16="http://schemas.microsoft.com/office/drawing/2014/main" id="{6AF95710-87F9-4985-9AAA-7556D0B99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279"/>
              <a:ext cx="94" cy="149"/>
            </a:xfrm>
            <a:custGeom>
              <a:avLst/>
              <a:gdLst>
                <a:gd name="T0" fmla="*/ 0 w 33"/>
                <a:gd name="T1" fmla="*/ 633 h 52"/>
                <a:gd name="T2" fmla="*/ 299 w 33"/>
                <a:gd name="T3" fmla="*/ 304 h 52"/>
                <a:gd name="T4" fmla="*/ 439 w 33"/>
                <a:gd name="T5" fmla="*/ 0 h 52"/>
                <a:gd name="T6" fmla="*/ 763 w 33"/>
                <a:gd name="T7" fmla="*/ 49 h 52"/>
                <a:gd name="T8" fmla="*/ 738 w 33"/>
                <a:gd name="T9" fmla="*/ 92 h 52"/>
                <a:gd name="T10" fmla="*/ 536 w 33"/>
                <a:gd name="T11" fmla="*/ 427 h 52"/>
                <a:gd name="T12" fmla="*/ 276 w 33"/>
                <a:gd name="T13" fmla="*/ 1198 h 52"/>
                <a:gd name="T14" fmla="*/ 276 w 33"/>
                <a:gd name="T15" fmla="*/ 1224 h 52"/>
                <a:gd name="T16" fmla="*/ 0 w 33"/>
                <a:gd name="T17" fmla="*/ 633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52">
                  <a:moveTo>
                    <a:pt x="0" y="27"/>
                  </a:moveTo>
                  <a:cubicBezTo>
                    <a:pt x="5" y="30"/>
                    <a:pt x="8" y="20"/>
                    <a:pt x="13" y="13"/>
                  </a:cubicBezTo>
                  <a:cubicBezTo>
                    <a:pt x="17" y="6"/>
                    <a:pt x="21" y="3"/>
                    <a:pt x="19" y="0"/>
                  </a:cubicBezTo>
                  <a:cubicBezTo>
                    <a:pt x="20" y="1"/>
                    <a:pt x="26" y="3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9" y="9"/>
                    <a:pt x="26" y="14"/>
                    <a:pt x="23" y="18"/>
                  </a:cubicBezTo>
                  <a:cubicBezTo>
                    <a:pt x="15" y="29"/>
                    <a:pt x="12" y="41"/>
                    <a:pt x="12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38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3" name="Freeform 422">
              <a:extLst>
                <a:ext uri="{FF2B5EF4-FFF2-40B4-BE49-F238E27FC236}">
                  <a16:creationId xmlns:a16="http://schemas.microsoft.com/office/drawing/2014/main" id="{61378C5F-65BB-4E3D-9954-4B5DA98D8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274"/>
              <a:ext cx="74" cy="91"/>
            </a:xfrm>
            <a:custGeom>
              <a:avLst/>
              <a:gdLst>
                <a:gd name="T0" fmla="*/ 527 w 26"/>
                <a:gd name="T1" fmla="*/ 48 h 32"/>
                <a:gd name="T2" fmla="*/ 390 w 26"/>
                <a:gd name="T3" fmla="*/ 347 h 32"/>
                <a:gd name="T4" fmla="*/ 88 w 26"/>
                <a:gd name="T5" fmla="*/ 663 h 32"/>
                <a:gd name="T6" fmla="*/ 324 w 26"/>
                <a:gd name="T7" fmla="*/ 185 h 32"/>
                <a:gd name="T8" fmla="*/ 527 w 26"/>
                <a:gd name="T9" fmla="*/ 4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23" y="2"/>
                  </a:moveTo>
                  <a:cubicBezTo>
                    <a:pt x="26" y="4"/>
                    <a:pt x="21" y="8"/>
                    <a:pt x="17" y="15"/>
                  </a:cubicBezTo>
                  <a:cubicBezTo>
                    <a:pt x="12" y="22"/>
                    <a:pt x="9" y="32"/>
                    <a:pt x="4" y="29"/>
                  </a:cubicBezTo>
                  <a:cubicBezTo>
                    <a:pt x="0" y="26"/>
                    <a:pt x="9" y="14"/>
                    <a:pt x="14" y="8"/>
                  </a:cubicBezTo>
                  <a:cubicBezTo>
                    <a:pt x="18" y="2"/>
                    <a:pt x="20" y="0"/>
                    <a:pt x="2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4" name="Freeform 423">
              <a:extLst>
                <a:ext uri="{FF2B5EF4-FFF2-40B4-BE49-F238E27FC236}">
                  <a16:creationId xmlns:a16="http://schemas.microsoft.com/office/drawing/2014/main" id="{6E6958F3-ED4C-4FBE-983D-B0A7DE518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279"/>
              <a:ext cx="94" cy="149"/>
            </a:xfrm>
            <a:custGeom>
              <a:avLst/>
              <a:gdLst>
                <a:gd name="T0" fmla="*/ 0 w 33"/>
                <a:gd name="T1" fmla="*/ 633 h 52"/>
                <a:gd name="T2" fmla="*/ 299 w 33"/>
                <a:gd name="T3" fmla="*/ 304 h 52"/>
                <a:gd name="T4" fmla="*/ 439 w 33"/>
                <a:gd name="T5" fmla="*/ 0 h 52"/>
                <a:gd name="T6" fmla="*/ 763 w 33"/>
                <a:gd name="T7" fmla="*/ 49 h 52"/>
                <a:gd name="T8" fmla="*/ 738 w 33"/>
                <a:gd name="T9" fmla="*/ 92 h 52"/>
                <a:gd name="T10" fmla="*/ 536 w 33"/>
                <a:gd name="T11" fmla="*/ 427 h 52"/>
                <a:gd name="T12" fmla="*/ 276 w 33"/>
                <a:gd name="T13" fmla="*/ 1198 h 52"/>
                <a:gd name="T14" fmla="*/ 276 w 33"/>
                <a:gd name="T15" fmla="*/ 1224 h 52"/>
                <a:gd name="T16" fmla="*/ 0 w 33"/>
                <a:gd name="T17" fmla="*/ 633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52">
                  <a:moveTo>
                    <a:pt x="0" y="27"/>
                  </a:moveTo>
                  <a:cubicBezTo>
                    <a:pt x="5" y="30"/>
                    <a:pt x="8" y="20"/>
                    <a:pt x="13" y="13"/>
                  </a:cubicBezTo>
                  <a:cubicBezTo>
                    <a:pt x="17" y="6"/>
                    <a:pt x="21" y="3"/>
                    <a:pt x="19" y="0"/>
                  </a:cubicBezTo>
                  <a:cubicBezTo>
                    <a:pt x="20" y="1"/>
                    <a:pt x="26" y="3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9" y="9"/>
                    <a:pt x="26" y="14"/>
                    <a:pt x="23" y="18"/>
                  </a:cubicBezTo>
                  <a:cubicBezTo>
                    <a:pt x="15" y="29"/>
                    <a:pt x="12" y="41"/>
                    <a:pt x="12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38"/>
                    <a:pt x="0" y="27"/>
                    <a:pt x="0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5" name="Oval 424">
              <a:extLst>
                <a:ext uri="{FF2B5EF4-FFF2-40B4-BE49-F238E27FC236}">
                  <a16:creationId xmlns:a16="http://schemas.microsoft.com/office/drawing/2014/main" id="{3EBC68FE-955A-4164-9FB2-65BB929DB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8" y="1865"/>
              <a:ext cx="58" cy="34"/>
            </a:xfrm>
            <a:prstGeom prst="ellipse">
              <a:avLst/>
            </a:prstGeom>
            <a:solidFill>
              <a:srgbClr val="F6B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1466" name="Oval 425">
              <a:extLst>
                <a:ext uri="{FF2B5EF4-FFF2-40B4-BE49-F238E27FC236}">
                  <a16:creationId xmlns:a16="http://schemas.microsoft.com/office/drawing/2014/main" id="{B6CFEB82-0D2B-4F64-9BD4-9606FF19E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867"/>
              <a:ext cx="46" cy="26"/>
            </a:xfrm>
            <a:prstGeom prst="ellipse">
              <a:avLst/>
            </a:pr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1467" name="Freeform 426">
              <a:extLst>
                <a:ext uri="{FF2B5EF4-FFF2-40B4-BE49-F238E27FC236}">
                  <a16:creationId xmlns:a16="http://schemas.microsoft.com/office/drawing/2014/main" id="{FB4DD91A-E085-40E8-994A-453593662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876"/>
              <a:ext cx="40" cy="17"/>
            </a:xfrm>
            <a:custGeom>
              <a:avLst/>
              <a:gdLst>
                <a:gd name="T0" fmla="*/ 0 w 14"/>
                <a:gd name="T1" fmla="*/ 88 h 6"/>
                <a:gd name="T2" fmla="*/ 140 w 14"/>
                <a:gd name="T3" fmla="*/ 136 h 6"/>
                <a:gd name="T4" fmla="*/ 326 w 14"/>
                <a:gd name="T5" fmla="*/ 74 h 6"/>
                <a:gd name="T6" fmla="*/ 140 w 14"/>
                <a:gd name="T7" fmla="*/ 26 h 6"/>
                <a:gd name="T8" fmla="*/ 0 w 14"/>
                <a:gd name="T9" fmla="*/ 8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">
                  <a:moveTo>
                    <a:pt x="0" y="4"/>
                  </a:moveTo>
                  <a:cubicBezTo>
                    <a:pt x="1" y="5"/>
                    <a:pt x="4" y="6"/>
                    <a:pt x="6" y="6"/>
                  </a:cubicBezTo>
                  <a:cubicBezTo>
                    <a:pt x="10" y="6"/>
                    <a:pt x="13" y="4"/>
                    <a:pt x="14" y="3"/>
                  </a:cubicBezTo>
                  <a:cubicBezTo>
                    <a:pt x="13" y="1"/>
                    <a:pt x="9" y="0"/>
                    <a:pt x="6" y="1"/>
                  </a:cubicBezTo>
                  <a:cubicBezTo>
                    <a:pt x="3" y="1"/>
                    <a:pt x="1" y="2"/>
                    <a:pt x="0" y="4"/>
                  </a:cubicBezTo>
                  <a:close/>
                </a:path>
              </a:pathLst>
            </a:custGeom>
            <a:solidFill>
              <a:srgbClr val="A80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8" name="Oval 427">
              <a:extLst>
                <a:ext uri="{FF2B5EF4-FFF2-40B4-BE49-F238E27FC236}">
                  <a16:creationId xmlns:a16="http://schemas.microsoft.com/office/drawing/2014/main" id="{1AFE9A0B-82EE-4C34-8BA3-D0DB38D48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1865"/>
              <a:ext cx="57" cy="34"/>
            </a:xfrm>
            <a:prstGeom prst="ellipse">
              <a:avLst/>
            </a:prstGeom>
            <a:solidFill>
              <a:srgbClr val="F6B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1469" name="Oval 428">
              <a:extLst>
                <a:ext uri="{FF2B5EF4-FFF2-40B4-BE49-F238E27FC236}">
                  <a16:creationId xmlns:a16="http://schemas.microsoft.com/office/drawing/2014/main" id="{61EFBE16-02F8-41E6-AE87-058ADF870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1867"/>
              <a:ext cx="46" cy="26"/>
            </a:xfrm>
            <a:prstGeom prst="ellipse">
              <a:avLst/>
            </a:pr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1470" name="Freeform 429">
              <a:extLst>
                <a:ext uri="{FF2B5EF4-FFF2-40B4-BE49-F238E27FC236}">
                  <a16:creationId xmlns:a16="http://schemas.microsoft.com/office/drawing/2014/main" id="{26FB4412-90FA-4832-A7C1-62866AAD3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876"/>
              <a:ext cx="40" cy="17"/>
            </a:xfrm>
            <a:custGeom>
              <a:avLst/>
              <a:gdLst>
                <a:gd name="T0" fmla="*/ 326 w 14"/>
                <a:gd name="T1" fmla="*/ 88 h 6"/>
                <a:gd name="T2" fmla="*/ 189 w 14"/>
                <a:gd name="T3" fmla="*/ 136 h 6"/>
                <a:gd name="T4" fmla="*/ 0 w 14"/>
                <a:gd name="T5" fmla="*/ 74 h 6"/>
                <a:gd name="T6" fmla="*/ 189 w 14"/>
                <a:gd name="T7" fmla="*/ 26 h 6"/>
                <a:gd name="T8" fmla="*/ 326 w 14"/>
                <a:gd name="T9" fmla="*/ 8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">
                  <a:moveTo>
                    <a:pt x="14" y="4"/>
                  </a:moveTo>
                  <a:cubicBezTo>
                    <a:pt x="13" y="5"/>
                    <a:pt x="11" y="6"/>
                    <a:pt x="8" y="6"/>
                  </a:cubicBezTo>
                  <a:cubicBezTo>
                    <a:pt x="4" y="6"/>
                    <a:pt x="1" y="4"/>
                    <a:pt x="0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1" y="1"/>
                    <a:pt x="13" y="2"/>
                    <a:pt x="14" y="4"/>
                  </a:cubicBezTo>
                  <a:close/>
                </a:path>
              </a:pathLst>
            </a:custGeom>
            <a:solidFill>
              <a:srgbClr val="A80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1" name="Freeform 430">
              <a:extLst>
                <a:ext uri="{FF2B5EF4-FFF2-40B4-BE49-F238E27FC236}">
                  <a16:creationId xmlns:a16="http://schemas.microsoft.com/office/drawing/2014/main" id="{11EB0CF9-964D-4C2A-9787-8C9D811DF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039"/>
              <a:ext cx="60" cy="100"/>
            </a:xfrm>
            <a:custGeom>
              <a:avLst/>
              <a:gdLst>
                <a:gd name="T0" fmla="*/ 26 w 21"/>
                <a:gd name="T1" fmla="*/ 817 h 35"/>
                <a:gd name="T2" fmla="*/ 114 w 21"/>
                <a:gd name="T3" fmla="*/ 817 h 35"/>
                <a:gd name="T4" fmla="*/ 140 w 21"/>
                <a:gd name="T5" fmla="*/ 769 h 35"/>
                <a:gd name="T6" fmla="*/ 466 w 21"/>
                <a:gd name="T7" fmla="*/ 89 h 35"/>
                <a:gd name="T8" fmla="*/ 417 w 21"/>
                <a:gd name="T9" fmla="*/ 26 h 35"/>
                <a:gd name="T10" fmla="*/ 326 w 21"/>
                <a:gd name="T11" fmla="*/ 49 h 35"/>
                <a:gd name="T12" fmla="*/ 0 w 21"/>
                <a:gd name="T13" fmla="*/ 769 h 35"/>
                <a:gd name="T14" fmla="*/ 26 w 21"/>
                <a:gd name="T15" fmla="*/ 81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5">
                  <a:moveTo>
                    <a:pt x="1" y="35"/>
                  </a:moveTo>
                  <a:cubicBezTo>
                    <a:pt x="2" y="35"/>
                    <a:pt x="4" y="35"/>
                    <a:pt x="5" y="35"/>
                  </a:cubicBezTo>
                  <a:cubicBezTo>
                    <a:pt x="5" y="34"/>
                    <a:pt x="6" y="34"/>
                    <a:pt x="6" y="33"/>
                  </a:cubicBezTo>
                  <a:cubicBezTo>
                    <a:pt x="7" y="26"/>
                    <a:pt x="9" y="16"/>
                    <a:pt x="20" y="4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0"/>
                    <a:pt x="15" y="1"/>
                    <a:pt x="14" y="2"/>
                  </a:cubicBezTo>
                  <a:cubicBezTo>
                    <a:pt x="3" y="15"/>
                    <a:pt x="1" y="25"/>
                    <a:pt x="0" y="33"/>
                  </a:cubicBezTo>
                  <a:cubicBezTo>
                    <a:pt x="0" y="34"/>
                    <a:pt x="0" y="34"/>
                    <a:pt x="1" y="35"/>
                  </a:cubicBezTo>
                  <a:close/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2" name="Freeform 431">
              <a:extLst>
                <a:ext uri="{FF2B5EF4-FFF2-40B4-BE49-F238E27FC236}">
                  <a16:creationId xmlns:a16="http://schemas.microsoft.com/office/drawing/2014/main" id="{6CD25D08-29D1-4F15-B6C0-8F5B41764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039"/>
              <a:ext cx="60" cy="100"/>
            </a:xfrm>
            <a:custGeom>
              <a:avLst/>
              <a:gdLst>
                <a:gd name="T0" fmla="*/ 26 w 21"/>
                <a:gd name="T1" fmla="*/ 817 h 35"/>
                <a:gd name="T2" fmla="*/ 114 w 21"/>
                <a:gd name="T3" fmla="*/ 817 h 35"/>
                <a:gd name="T4" fmla="*/ 140 w 21"/>
                <a:gd name="T5" fmla="*/ 769 h 35"/>
                <a:gd name="T6" fmla="*/ 466 w 21"/>
                <a:gd name="T7" fmla="*/ 89 h 35"/>
                <a:gd name="T8" fmla="*/ 417 w 21"/>
                <a:gd name="T9" fmla="*/ 26 h 35"/>
                <a:gd name="T10" fmla="*/ 326 w 21"/>
                <a:gd name="T11" fmla="*/ 49 h 35"/>
                <a:gd name="T12" fmla="*/ 0 w 21"/>
                <a:gd name="T13" fmla="*/ 769 h 35"/>
                <a:gd name="T14" fmla="*/ 26 w 21"/>
                <a:gd name="T15" fmla="*/ 81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5">
                  <a:moveTo>
                    <a:pt x="1" y="35"/>
                  </a:moveTo>
                  <a:cubicBezTo>
                    <a:pt x="2" y="35"/>
                    <a:pt x="4" y="35"/>
                    <a:pt x="5" y="35"/>
                  </a:cubicBezTo>
                  <a:cubicBezTo>
                    <a:pt x="5" y="34"/>
                    <a:pt x="6" y="34"/>
                    <a:pt x="6" y="33"/>
                  </a:cubicBezTo>
                  <a:cubicBezTo>
                    <a:pt x="7" y="26"/>
                    <a:pt x="9" y="16"/>
                    <a:pt x="20" y="4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0"/>
                    <a:pt x="15" y="1"/>
                    <a:pt x="14" y="2"/>
                  </a:cubicBezTo>
                  <a:cubicBezTo>
                    <a:pt x="3" y="15"/>
                    <a:pt x="1" y="25"/>
                    <a:pt x="0" y="33"/>
                  </a:cubicBezTo>
                  <a:cubicBezTo>
                    <a:pt x="0" y="34"/>
                    <a:pt x="0" y="34"/>
                    <a:pt x="1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3" name="Freeform 432">
              <a:extLst>
                <a:ext uri="{FF2B5EF4-FFF2-40B4-BE49-F238E27FC236}">
                  <a16:creationId xmlns:a16="http://schemas.microsoft.com/office/drawing/2014/main" id="{F435E70E-B1DB-4C0C-9CB5-7E68474E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042"/>
              <a:ext cx="14" cy="9"/>
            </a:xfrm>
            <a:custGeom>
              <a:avLst/>
              <a:gdLst>
                <a:gd name="T0" fmla="*/ 0 w 5"/>
                <a:gd name="T1" fmla="*/ 27 h 3"/>
                <a:gd name="T2" fmla="*/ 62 w 5"/>
                <a:gd name="T3" fmla="*/ 27 h 3"/>
                <a:gd name="T4" fmla="*/ 109 w 5"/>
                <a:gd name="T5" fmla="*/ 54 h 3"/>
                <a:gd name="T6" fmla="*/ 48 w 5"/>
                <a:gd name="T7" fmla="*/ 81 h 3"/>
                <a:gd name="T8" fmla="*/ 0 w 5"/>
                <a:gd name="T9" fmla="*/ 2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4" name="Freeform 433">
              <a:extLst>
                <a:ext uri="{FF2B5EF4-FFF2-40B4-BE49-F238E27FC236}">
                  <a16:creationId xmlns:a16="http://schemas.microsoft.com/office/drawing/2014/main" id="{4C793446-D3D5-499D-9DFD-E1DBED857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039"/>
              <a:ext cx="57" cy="100"/>
            </a:xfrm>
            <a:custGeom>
              <a:avLst/>
              <a:gdLst>
                <a:gd name="T0" fmla="*/ 439 w 20"/>
                <a:gd name="T1" fmla="*/ 817 h 35"/>
                <a:gd name="T2" fmla="*/ 351 w 20"/>
                <a:gd name="T3" fmla="*/ 817 h 35"/>
                <a:gd name="T4" fmla="*/ 325 w 20"/>
                <a:gd name="T5" fmla="*/ 769 h 35"/>
                <a:gd name="T6" fmla="*/ 0 w 20"/>
                <a:gd name="T7" fmla="*/ 89 h 35"/>
                <a:gd name="T8" fmla="*/ 48 w 20"/>
                <a:gd name="T9" fmla="*/ 26 h 35"/>
                <a:gd name="T10" fmla="*/ 137 w 20"/>
                <a:gd name="T11" fmla="*/ 49 h 35"/>
                <a:gd name="T12" fmla="*/ 462 w 20"/>
                <a:gd name="T13" fmla="*/ 769 h 35"/>
                <a:gd name="T14" fmla="*/ 439 w 20"/>
                <a:gd name="T15" fmla="*/ 81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5">
                  <a:moveTo>
                    <a:pt x="19" y="35"/>
                  </a:moveTo>
                  <a:cubicBezTo>
                    <a:pt x="18" y="35"/>
                    <a:pt x="17" y="35"/>
                    <a:pt x="15" y="35"/>
                  </a:cubicBezTo>
                  <a:cubicBezTo>
                    <a:pt x="15" y="34"/>
                    <a:pt x="14" y="34"/>
                    <a:pt x="14" y="33"/>
                  </a:cubicBezTo>
                  <a:cubicBezTo>
                    <a:pt x="13" y="26"/>
                    <a:pt x="11" y="16"/>
                    <a:pt x="0" y="4"/>
                  </a:cubicBezTo>
                  <a:cubicBezTo>
                    <a:pt x="0" y="3"/>
                    <a:pt x="0" y="2"/>
                    <a:pt x="2" y="1"/>
                  </a:cubicBezTo>
                  <a:cubicBezTo>
                    <a:pt x="3" y="0"/>
                    <a:pt x="5" y="1"/>
                    <a:pt x="6" y="2"/>
                  </a:cubicBezTo>
                  <a:cubicBezTo>
                    <a:pt x="17" y="15"/>
                    <a:pt x="20" y="25"/>
                    <a:pt x="20" y="33"/>
                  </a:cubicBezTo>
                  <a:cubicBezTo>
                    <a:pt x="20" y="34"/>
                    <a:pt x="20" y="34"/>
                    <a:pt x="19" y="35"/>
                  </a:cubicBezTo>
                  <a:close/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5" name="Freeform 434">
              <a:extLst>
                <a:ext uri="{FF2B5EF4-FFF2-40B4-BE49-F238E27FC236}">
                  <a16:creationId xmlns:a16="http://schemas.microsoft.com/office/drawing/2014/main" id="{8BE3A183-517A-427F-9B1D-C85BD1793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039"/>
              <a:ext cx="57" cy="100"/>
            </a:xfrm>
            <a:custGeom>
              <a:avLst/>
              <a:gdLst>
                <a:gd name="T0" fmla="*/ 439 w 20"/>
                <a:gd name="T1" fmla="*/ 817 h 35"/>
                <a:gd name="T2" fmla="*/ 351 w 20"/>
                <a:gd name="T3" fmla="*/ 817 h 35"/>
                <a:gd name="T4" fmla="*/ 325 w 20"/>
                <a:gd name="T5" fmla="*/ 769 h 35"/>
                <a:gd name="T6" fmla="*/ 0 w 20"/>
                <a:gd name="T7" fmla="*/ 89 h 35"/>
                <a:gd name="T8" fmla="*/ 48 w 20"/>
                <a:gd name="T9" fmla="*/ 26 h 35"/>
                <a:gd name="T10" fmla="*/ 137 w 20"/>
                <a:gd name="T11" fmla="*/ 49 h 35"/>
                <a:gd name="T12" fmla="*/ 462 w 20"/>
                <a:gd name="T13" fmla="*/ 769 h 35"/>
                <a:gd name="T14" fmla="*/ 439 w 20"/>
                <a:gd name="T15" fmla="*/ 81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5">
                  <a:moveTo>
                    <a:pt x="19" y="35"/>
                  </a:moveTo>
                  <a:cubicBezTo>
                    <a:pt x="18" y="35"/>
                    <a:pt x="17" y="35"/>
                    <a:pt x="15" y="35"/>
                  </a:cubicBezTo>
                  <a:cubicBezTo>
                    <a:pt x="15" y="34"/>
                    <a:pt x="14" y="34"/>
                    <a:pt x="14" y="33"/>
                  </a:cubicBezTo>
                  <a:cubicBezTo>
                    <a:pt x="13" y="26"/>
                    <a:pt x="11" y="16"/>
                    <a:pt x="0" y="4"/>
                  </a:cubicBezTo>
                  <a:cubicBezTo>
                    <a:pt x="0" y="3"/>
                    <a:pt x="0" y="2"/>
                    <a:pt x="2" y="1"/>
                  </a:cubicBezTo>
                  <a:cubicBezTo>
                    <a:pt x="3" y="0"/>
                    <a:pt x="5" y="1"/>
                    <a:pt x="6" y="2"/>
                  </a:cubicBezTo>
                  <a:cubicBezTo>
                    <a:pt x="17" y="15"/>
                    <a:pt x="20" y="25"/>
                    <a:pt x="20" y="33"/>
                  </a:cubicBezTo>
                  <a:cubicBezTo>
                    <a:pt x="20" y="34"/>
                    <a:pt x="20" y="34"/>
                    <a:pt x="19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6" name="Freeform 435">
              <a:extLst>
                <a:ext uri="{FF2B5EF4-FFF2-40B4-BE49-F238E27FC236}">
                  <a16:creationId xmlns:a16="http://schemas.microsoft.com/office/drawing/2014/main" id="{2D91778E-3C20-40C5-A0B0-69A0BB570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042"/>
              <a:ext cx="17" cy="9"/>
            </a:xfrm>
            <a:custGeom>
              <a:avLst/>
              <a:gdLst>
                <a:gd name="T0" fmla="*/ 113 w 6"/>
                <a:gd name="T1" fmla="*/ 27 h 3"/>
                <a:gd name="T2" fmla="*/ 48 w 6"/>
                <a:gd name="T3" fmla="*/ 27 h 3"/>
                <a:gd name="T4" fmla="*/ 0 w 6"/>
                <a:gd name="T5" fmla="*/ 54 h 3"/>
                <a:gd name="T6" fmla="*/ 88 w 6"/>
                <a:gd name="T7" fmla="*/ 81 h 3"/>
                <a:gd name="T8" fmla="*/ 113 w 6"/>
                <a:gd name="T9" fmla="*/ 2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5" y="1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1" y="3"/>
                    <a:pt x="2" y="3"/>
                    <a:pt x="4" y="3"/>
                  </a:cubicBezTo>
                  <a:cubicBezTo>
                    <a:pt x="5" y="2"/>
                    <a:pt x="6" y="2"/>
                    <a:pt x="5" y="1"/>
                  </a:cubicBezTo>
                  <a:close/>
                </a:path>
              </a:pathLst>
            </a:custGeom>
            <a:solidFill>
              <a:srgbClr val="FFF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7" name="Freeform 436">
              <a:extLst>
                <a:ext uri="{FF2B5EF4-FFF2-40B4-BE49-F238E27FC236}">
                  <a16:creationId xmlns:a16="http://schemas.microsoft.com/office/drawing/2014/main" id="{1D0B2C6F-3285-4307-9974-F89FF355A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136"/>
              <a:ext cx="72" cy="20"/>
            </a:xfrm>
            <a:custGeom>
              <a:avLst/>
              <a:gdLst>
                <a:gd name="T0" fmla="*/ 573 w 25"/>
                <a:gd name="T1" fmla="*/ 163 h 7"/>
                <a:gd name="T2" fmla="*/ 596 w 25"/>
                <a:gd name="T3" fmla="*/ 0 h 7"/>
                <a:gd name="T4" fmla="*/ 0 w 25"/>
                <a:gd name="T5" fmla="*/ 11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7">
                  <a:moveTo>
                    <a:pt x="24" y="7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6" y="0"/>
                    <a:pt x="7" y="1"/>
                    <a:pt x="0" y="5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8" name="Freeform 437">
              <a:extLst>
                <a:ext uri="{FF2B5EF4-FFF2-40B4-BE49-F238E27FC236}">
                  <a16:creationId xmlns:a16="http://schemas.microsoft.com/office/drawing/2014/main" id="{F25AA4B3-FE55-421C-975B-D6B067026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136"/>
              <a:ext cx="72" cy="15"/>
            </a:xfrm>
            <a:custGeom>
              <a:avLst/>
              <a:gdLst>
                <a:gd name="T0" fmla="*/ 596 w 25"/>
                <a:gd name="T1" fmla="*/ 135 h 5"/>
                <a:gd name="T2" fmla="*/ 0 w 25"/>
                <a:gd name="T3" fmla="*/ 0 h 5"/>
                <a:gd name="T4" fmla="*/ 26 w 25"/>
                <a:gd name="T5" fmla="*/ 13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">
                  <a:moveTo>
                    <a:pt x="25" y="5"/>
                  </a:moveTo>
                  <a:cubicBezTo>
                    <a:pt x="18" y="1"/>
                    <a:pt x="9" y="0"/>
                    <a:pt x="0" y="0"/>
                  </a:cubicBezTo>
                  <a:cubicBezTo>
                    <a:pt x="1" y="5"/>
                    <a:pt x="1" y="5"/>
                    <a:pt x="1" y="5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9" name="Freeform 438">
              <a:extLst>
                <a:ext uri="{FF2B5EF4-FFF2-40B4-BE49-F238E27FC236}">
                  <a16:creationId xmlns:a16="http://schemas.microsoft.com/office/drawing/2014/main" id="{DBF603CC-CFBB-4DB2-8B87-658C83146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115"/>
              <a:ext cx="37" cy="23"/>
            </a:xfrm>
            <a:custGeom>
              <a:avLst/>
              <a:gdLst>
                <a:gd name="T0" fmla="*/ 276 w 13"/>
                <a:gd name="T1" fmla="*/ 115 h 8"/>
                <a:gd name="T2" fmla="*/ 137 w 13"/>
                <a:gd name="T3" fmla="*/ 190 h 8"/>
                <a:gd name="T4" fmla="*/ 0 w 13"/>
                <a:gd name="T5" fmla="*/ 101 h 8"/>
                <a:gd name="T6" fmla="*/ 162 w 13"/>
                <a:gd name="T7" fmla="*/ 26 h 8"/>
                <a:gd name="T8" fmla="*/ 276 w 13"/>
                <a:gd name="T9" fmla="*/ 11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2" y="5"/>
                  </a:moveTo>
                  <a:cubicBezTo>
                    <a:pt x="12" y="7"/>
                    <a:pt x="9" y="8"/>
                    <a:pt x="6" y="8"/>
                  </a:cubicBezTo>
                  <a:cubicBezTo>
                    <a:pt x="3" y="7"/>
                    <a:pt x="0" y="6"/>
                    <a:pt x="0" y="4"/>
                  </a:cubicBezTo>
                  <a:cubicBezTo>
                    <a:pt x="1" y="2"/>
                    <a:pt x="3" y="0"/>
                    <a:pt x="7" y="1"/>
                  </a:cubicBezTo>
                  <a:cubicBezTo>
                    <a:pt x="10" y="1"/>
                    <a:pt x="13" y="3"/>
                    <a:pt x="12" y="5"/>
                  </a:cubicBezTo>
                  <a:close/>
                </a:path>
              </a:pathLst>
            </a:custGeom>
            <a:solidFill>
              <a:srgbClr val="F6B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0" name="Freeform 439">
              <a:extLst>
                <a:ext uri="{FF2B5EF4-FFF2-40B4-BE49-F238E27FC236}">
                  <a16:creationId xmlns:a16="http://schemas.microsoft.com/office/drawing/2014/main" id="{EEEBAF3F-0295-4969-9734-C330B9A42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120"/>
              <a:ext cx="29" cy="15"/>
            </a:xfrm>
            <a:custGeom>
              <a:avLst/>
              <a:gdLst>
                <a:gd name="T0" fmla="*/ 244 w 10"/>
                <a:gd name="T1" fmla="*/ 81 h 5"/>
                <a:gd name="T2" fmla="*/ 128 w 10"/>
                <a:gd name="T3" fmla="*/ 135 h 5"/>
                <a:gd name="T4" fmla="*/ 26 w 10"/>
                <a:gd name="T5" fmla="*/ 54 h 5"/>
                <a:gd name="T6" fmla="*/ 142 w 10"/>
                <a:gd name="T7" fmla="*/ 0 h 5"/>
                <a:gd name="T8" fmla="*/ 244 w 10"/>
                <a:gd name="T9" fmla="*/ 8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3"/>
                  </a:moveTo>
                  <a:cubicBezTo>
                    <a:pt x="10" y="4"/>
                    <a:pt x="8" y="5"/>
                    <a:pt x="5" y="5"/>
                  </a:cubicBezTo>
                  <a:cubicBezTo>
                    <a:pt x="3" y="5"/>
                    <a:pt x="0" y="3"/>
                    <a:pt x="1" y="2"/>
                  </a:cubicBezTo>
                  <a:cubicBezTo>
                    <a:pt x="1" y="1"/>
                    <a:pt x="3" y="0"/>
                    <a:pt x="6" y="0"/>
                  </a:cubicBezTo>
                  <a:cubicBezTo>
                    <a:pt x="8" y="0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1" name="Freeform 440">
              <a:extLst>
                <a:ext uri="{FF2B5EF4-FFF2-40B4-BE49-F238E27FC236}">
                  <a16:creationId xmlns:a16="http://schemas.microsoft.com/office/drawing/2014/main" id="{E930553C-0EAF-42FB-A0E7-C3BF6F46A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3120"/>
              <a:ext cx="23" cy="9"/>
            </a:xfrm>
            <a:custGeom>
              <a:avLst/>
              <a:gdLst>
                <a:gd name="T0" fmla="*/ 101 w 8"/>
                <a:gd name="T1" fmla="*/ 54 h 3"/>
                <a:gd name="T2" fmla="*/ 190 w 8"/>
                <a:gd name="T3" fmla="*/ 54 h 3"/>
                <a:gd name="T4" fmla="*/ 101 w 8"/>
                <a:gd name="T5" fmla="*/ 0 h 3"/>
                <a:gd name="T6" fmla="*/ 0 w 8"/>
                <a:gd name="T7" fmla="*/ 27 h 3"/>
                <a:gd name="T8" fmla="*/ 101 w 8"/>
                <a:gd name="T9" fmla="*/ 5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">
                  <a:moveTo>
                    <a:pt x="4" y="2"/>
                  </a:moveTo>
                  <a:cubicBezTo>
                    <a:pt x="5" y="3"/>
                    <a:pt x="7" y="2"/>
                    <a:pt x="8" y="2"/>
                  </a:cubicBezTo>
                  <a:cubicBezTo>
                    <a:pt x="7" y="1"/>
                    <a:pt x="5" y="0"/>
                    <a:pt x="4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A80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2" name="Freeform 441">
              <a:extLst>
                <a:ext uri="{FF2B5EF4-FFF2-40B4-BE49-F238E27FC236}">
                  <a16:creationId xmlns:a16="http://schemas.microsoft.com/office/drawing/2014/main" id="{187A01BE-6E19-479D-9070-F4570D456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149"/>
              <a:ext cx="20" cy="9"/>
            </a:xfrm>
            <a:custGeom>
              <a:avLst/>
              <a:gdLst>
                <a:gd name="T0" fmla="*/ 163 w 7"/>
                <a:gd name="T1" fmla="*/ 54 h 3"/>
                <a:gd name="T2" fmla="*/ 74 w 7"/>
                <a:gd name="T3" fmla="*/ 81 h 3"/>
                <a:gd name="T4" fmla="*/ 0 w 7"/>
                <a:gd name="T5" fmla="*/ 27 h 3"/>
                <a:gd name="T6" fmla="*/ 74 w 7"/>
                <a:gd name="T7" fmla="*/ 0 h 3"/>
                <a:gd name="T8" fmla="*/ 163 w 7"/>
                <a:gd name="T9" fmla="*/ 5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7" y="2"/>
                  </a:moveTo>
                  <a:cubicBezTo>
                    <a:pt x="7" y="3"/>
                    <a:pt x="5" y="3"/>
                    <a:pt x="3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5" y="0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F6B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3" name="Freeform 442">
              <a:extLst>
                <a:ext uri="{FF2B5EF4-FFF2-40B4-BE49-F238E27FC236}">
                  <a16:creationId xmlns:a16="http://schemas.microsoft.com/office/drawing/2014/main" id="{AD0A1066-2BB0-4FDF-A1F2-FD7B1AE7E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3149"/>
              <a:ext cx="15" cy="9"/>
            </a:xfrm>
            <a:custGeom>
              <a:avLst/>
              <a:gdLst>
                <a:gd name="T0" fmla="*/ 135 w 5"/>
                <a:gd name="T1" fmla="*/ 54 h 3"/>
                <a:gd name="T2" fmla="*/ 54 w 5"/>
                <a:gd name="T3" fmla="*/ 81 h 3"/>
                <a:gd name="T4" fmla="*/ 0 w 5"/>
                <a:gd name="T5" fmla="*/ 27 h 3"/>
                <a:gd name="T6" fmla="*/ 54 w 5"/>
                <a:gd name="T7" fmla="*/ 0 h 3"/>
                <a:gd name="T8" fmla="*/ 135 w 5"/>
                <a:gd name="T9" fmla="*/ 5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5" y="2"/>
                    <a:pt x="4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4" name="Freeform 443">
              <a:extLst>
                <a:ext uri="{FF2B5EF4-FFF2-40B4-BE49-F238E27FC236}">
                  <a16:creationId xmlns:a16="http://schemas.microsoft.com/office/drawing/2014/main" id="{805A5064-6804-40DC-86B9-445611E61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3149"/>
              <a:ext cx="15" cy="6"/>
            </a:xfrm>
            <a:custGeom>
              <a:avLst/>
              <a:gdLst>
                <a:gd name="T0" fmla="*/ 54 w 5"/>
                <a:gd name="T1" fmla="*/ 54 h 2"/>
                <a:gd name="T2" fmla="*/ 135 w 5"/>
                <a:gd name="T3" fmla="*/ 27 h 2"/>
                <a:gd name="T4" fmla="*/ 54 w 5"/>
                <a:gd name="T5" fmla="*/ 0 h 2"/>
                <a:gd name="T6" fmla="*/ 0 w 5"/>
                <a:gd name="T7" fmla="*/ 27 h 2"/>
                <a:gd name="T8" fmla="*/ 54 w 5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cubicBezTo>
                    <a:pt x="3" y="2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A80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5" name="Freeform 444">
              <a:extLst>
                <a:ext uri="{FF2B5EF4-FFF2-40B4-BE49-F238E27FC236}">
                  <a16:creationId xmlns:a16="http://schemas.microsoft.com/office/drawing/2014/main" id="{BF73D817-CAE3-4614-BD87-34AA70360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115"/>
              <a:ext cx="37" cy="23"/>
            </a:xfrm>
            <a:custGeom>
              <a:avLst/>
              <a:gdLst>
                <a:gd name="T0" fmla="*/ 26 w 13"/>
                <a:gd name="T1" fmla="*/ 115 h 8"/>
                <a:gd name="T2" fmla="*/ 162 w 13"/>
                <a:gd name="T3" fmla="*/ 190 h 8"/>
                <a:gd name="T4" fmla="*/ 299 w 13"/>
                <a:gd name="T5" fmla="*/ 101 h 8"/>
                <a:gd name="T6" fmla="*/ 137 w 13"/>
                <a:gd name="T7" fmla="*/ 26 h 8"/>
                <a:gd name="T8" fmla="*/ 26 w 13"/>
                <a:gd name="T9" fmla="*/ 11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" y="5"/>
                  </a:moveTo>
                  <a:cubicBezTo>
                    <a:pt x="1" y="7"/>
                    <a:pt x="4" y="8"/>
                    <a:pt x="7" y="8"/>
                  </a:cubicBezTo>
                  <a:cubicBezTo>
                    <a:pt x="10" y="7"/>
                    <a:pt x="13" y="6"/>
                    <a:pt x="13" y="4"/>
                  </a:cubicBezTo>
                  <a:cubicBezTo>
                    <a:pt x="12" y="2"/>
                    <a:pt x="10" y="0"/>
                    <a:pt x="6" y="1"/>
                  </a:cubicBezTo>
                  <a:cubicBezTo>
                    <a:pt x="3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6B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6" name="Freeform 445">
              <a:extLst>
                <a:ext uri="{FF2B5EF4-FFF2-40B4-BE49-F238E27FC236}">
                  <a16:creationId xmlns:a16="http://schemas.microsoft.com/office/drawing/2014/main" id="{4C825EF5-A951-4271-9E98-B3815627B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120"/>
              <a:ext cx="29" cy="15"/>
            </a:xfrm>
            <a:custGeom>
              <a:avLst/>
              <a:gdLst>
                <a:gd name="T0" fmla="*/ 0 w 10"/>
                <a:gd name="T1" fmla="*/ 81 h 5"/>
                <a:gd name="T2" fmla="*/ 128 w 10"/>
                <a:gd name="T3" fmla="*/ 135 h 5"/>
                <a:gd name="T4" fmla="*/ 218 w 10"/>
                <a:gd name="T5" fmla="*/ 54 h 5"/>
                <a:gd name="T6" fmla="*/ 102 w 10"/>
                <a:gd name="T7" fmla="*/ 0 h 5"/>
                <a:gd name="T8" fmla="*/ 0 w 10"/>
                <a:gd name="T9" fmla="*/ 8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4"/>
                    <a:pt x="2" y="5"/>
                    <a:pt x="5" y="5"/>
                  </a:cubicBezTo>
                  <a:cubicBezTo>
                    <a:pt x="8" y="5"/>
                    <a:pt x="10" y="3"/>
                    <a:pt x="9" y="2"/>
                  </a:cubicBezTo>
                  <a:cubicBezTo>
                    <a:pt x="9" y="1"/>
                    <a:pt x="7" y="0"/>
                    <a:pt x="4" y="0"/>
                  </a:cubicBezTo>
                  <a:cubicBezTo>
                    <a:pt x="2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7" name="Freeform 446">
              <a:extLst>
                <a:ext uri="{FF2B5EF4-FFF2-40B4-BE49-F238E27FC236}">
                  <a16:creationId xmlns:a16="http://schemas.microsoft.com/office/drawing/2014/main" id="{F1866EC5-D5EE-426D-87A7-83C27DC31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120"/>
              <a:ext cx="23" cy="9"/>
            </a:xfrm>
            <a:custGeom>
              <a:avLst/>
              <a:gdLst>
                <a:gd name="T0" fmla="*/ 101 w 8"/>
                <a:gd name="T1" fmla="*/ 54 h 3"/>
                <a:gd name="T2" fmla="*/ 0 w 8"/>
                <a:gd name="T3" fmla="*/ 54 h 3"/>
                <a:gd name="T4" fmla="*/ 101 w 8"/>
                <a:gd name="T5" fmla="*/ 0 h 3"/>
                <a:gd name="T6" fmla="*/ 190 w 8"/>
                <a:gd name="T7" fmla="*/ 27 h 3"/>
                <a:gd name="T8" fmla="*/ 101 w 8"/>
                <a:gd name="T9" fmla="*/ 5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">
                  <a:moveTo>
                    <a:pt x="4" y="2"/>
                  </a:moveTo>
                  <a:cubicBezTo>
                    <a:pt x="3" y="3"/>
                    <a:pt x="1" y="2"/>
                    <a:pt x="0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8" y="2"/>
                    <a:pt x="6" y="2"/>
                    <a:pt x="4" y="2"/>
                  </a:cubicBezTo>
                  <a:close/>
                </a:path>
              </a:pathLst>
            </a:custGeom>
            <a:solidFill>
              <a:srgbClr val="A80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8" name="Freeform 447">
              <a:extLst>
                <a:ext uri="{FF2B5EF4-FFF2-40B4-BE49-F238E27FC236}">
                  <a16:creationId xmlns:a16="http://schemas.microsoft.com/office/drawing/2014/main" id="{525E5CC5-533E-45FD-8841-16FECA46B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274"/>
              <a:ext cx="77" cy="91"/>
            </a:xfrm>
            <a:custGeom>
              <a:avLst/>
              <a:gdLst>
                <a:gd name="T0" fmla="*/ 74 w 27"/>
                <a:gd name="T1" fmla="*/ 48 h 32"/>
                <a:gd name="T2" fmla="*/ 211 w 27"/>
                <a:gd name="T3" fmla="*/ 347 h 32"/>
                <a:gd name="T4" fmla="*/ 513 w 27"/>
                <a:gd name="T5" fmla="*/ 663 h 32"/>
                <a:gd name="T6" fmla="*/ 277 w 27"/>
                <a:gd name="T7" fmla="*/ 185 h 32"/>
                <a:gd name="T8" fmla="*/ 74 w 27"/>
                <a:gd name="T9" fmla="*/ 4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2">
                  <a:moveTo>
                    <a:pt x="3" y="2"/>
                  </a:moveTo>
                  <a:cubicBezTo>
                    <a:pt x="0" y="4"/>
                    <a:pt x="5" y="8"/>
                    <a:pt x="9" y="15"/>
                  </a:cubicBezTo>
                  <a:cubicBezTo>
                    <a:pt x="14" y="22"/>
                    <a:pt x="18" y="32"/>
                    <a:pt x="22" y="29"/>
                  </a:cubicBezTo>
                  <a:cubicBezTo>
                    <a:pt x="27" y="26"/>
                    <a:pt x="17" y="14"/>
                    <a:pt x="12" y="8"/>
                  </a:cubicBezTo>
                  <a:cubicBezTo>
                    <a:pt x="8" y="2"/>
                    <a:pt x="7" y="0"/>
                    <a:pt x="3" y="2"/>
                  </a:cubicBezTo>
                  <a:close/>
                </a:path>
              </a:pathLst>
            </a:custGeom>
            <a:solidFill>
              <a:srgbClr val="FFF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9" name="Freeform 448">
              <a:extLst>
                <a:ext uri="{FF2B5EF4-FFF2-40B4-BE49-F238E27FC236}">
                  <a16:creationId xmlns:a16="http://schemas.microsoft.com/office/drawing/2014/main" id="{88CDAF0B-9337-4EF5-B97A-BBD3595C2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279"/>
              <a:ext cx="92" cy="149"/>
            </a:xfrm>
            <a:custGeom>
              <a:avLst/>
              <a:gdLst>
                <a:gd name="T0" fmla="*/ 762 w 32"/>
                <a:gd name="T1" fmla="*/ 633 h 52"/>
                <a:gd name="T2" fmla="*/ 454 w 32"/>
                <a:gd name="T3" fmla="*/ 304 h 52"/>
                <a:gd name="T4" fmla="*/ 305 w 32"/>
                <a:gd name="T5" fmla="*/ 0 h 52"/>
                <a:gd name="T6" fmla="*/ 0 w 32"/>
                <a:gd name="T7" fmla="*/ 49 h 52"/>
                <a:gd name="T8" fmla="*/ 0 w 32"/>
                <a:gd name="T9" fmla="*/ 92 h 52"/>
                <a:gd name="T10" fmla="*/ 216 w 32"/>
                <a:gd name="T11" fmla="*/ 427 h 52"/>
                <a:gd name="T12" fmla="*/ 480 w 32"/>
                <a:gd name="T13" fmla="*/ 1198 h 52"/>
                <a:gd name="T14" fmla="*/ 497 w 32"/>
                <a:gd name="T15" fmla="*/ 1224 h 52"/>
                <a:gd name="T16" fmla="*/ 762 w 32"/>
                <a:gd name="T17" fmla="*/ 633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52">
                  <a:moveTo>
                    <a:pt x="32" y="27"/>
                  </a:moveTo>
                  <a:cubicBezTo>
                    <a:pt x="28" y="30"/>
                    <a:pt x="24" y="20"/>
                    <a:pt x="19" y="13"/>
                  </a:cubicBezTo>
                  <a:cubicBezTo>
                    <a:pt x="15" y="6"/>
                    <a:pt x="11" y="3"/>
                    <a:pt x="13" y="0"/>
                  </a:cubicBezTo>
                  <a:cubicBezTo>
                    <a:pt x="12" y="1"/>
                    <a:pt x="6" y="3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9"/>
                    <a:pt x="6" y="14"/>
                    <a:pt x="9" y="18"/>
                  </a:cubicBezTo>
                  <a:cubicBezTo>
                    <a:pt x="17" y="29"/>
                    <a:pt x="20" y="41"/>
                    <a:pt x="20" y="51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1" y="38"/>
                    <a:pt x="32" y="27"/>
                    <a:pt x="32" y="27"/>
                  </a:cubicBezTo>
                  <a:close/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0" name="Freeform 449">
              <a:extLst>
                <a:ext uri="{FF2B5EF4-FFF2-40B4-BE49-F238E27FC236}">
                  <a16:creationId xmlns:a16="http://schemas.microsoft.com/office/drawing/2014/main" id="{E58202C4-5F3E-4AE8-901D-59CC61999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325"/>
              <a:ext cx="49" cy="66"/>
            </a:xfrm>
            <a:custGeom>
              <a:avLst/>
              <a:gdLst>
                <a:gd name="T0" fmla="*/ 0 w 17"/>
                <a:gd name="T1" fmla="*/ 0 h 23"/>
                <a:gd name="T2" fmla="*/ 265 w 17"/>
                <a:gd name="T3" fmla="*/ 542 h 23"/>
                <a:gd name="T4" fmla="*/ 406 w 17"/>
                <a:gd name="T5" fmla="*/ 353 h 23"/>
                <a:gd name="T6" fmla="*/ 242 w 17"/>
                <a:gd name="T7" fmla="*/ 9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0" y="0"/>
                  </a:moveTo>
                  <a:cubicBezTo>
                    <a:pt x="7" y="5"/>
                    <a:pt x="11" y="15"/>
                    <a:pt x="11" y="23"/>
                  </a:cubicBezTo>
                  <a:cubicBezTo>
                    <a:pt x="12" y="20"/>
                    <a:pt x="15" y="17"/>
                    <a:pt x="17" y="15"/>
                  </a:cubicBezTo>
                  <a:cubicBezTo>
                    <a:pt x="14" y="12"/>
                    <a:pt x="11" y="8"/>
                    <a:pt x="10" y="4"/>
                  </a:cubicBezTo>
                </a:path>
              </a:pathLst>
            </a:custGeom>
            <a:solidFill>
              <a:srgbClr val="FDD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1" name="Freeform 450">
              <a:extLst>
                <a:ext uri="{FF2B5EF4-FFF2-40B4-BE49-F238E27FC236}">
                  <a16:creationId xmlns:a16="http://schemas.microsoft.com/office/drawing/2014/main" id="{19CBCE28-CA38-401C-BFCC-8BAEBFB31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274"/>
              <a:ext cx="77" cy="91"/>
            </a:xfrm>
            <a:custGeom>
              <a:avLst/>
              <a:gdLst>
                <a:gd name="T0" fmla="*/ 74 w 27"/>
                <a:gd name="T1" fmla="*/ 48 h 32"/>
                <a:gd name="T2" fmla="*/ 211 w 27"/>
                <a:gd name="T3" fmla="*/ 347 h 32"/>
                <a:gd name="T4" fmla="*/ 513 w 27"/>
                <a:gd name="T5" fmla="*/ 663 h 32"/>
                <a:gd name="T6" fmla="*/ 277 w 27"/>
                <a:gd name="T7" fmla="*/ 185 h 32"/>
                <a:gd name="T8" fmla="*/ 74 w 27"/>
                <a:gd name="T9" fmla="*/ 4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2">
                  <a:moveTo>
                    <a:pt x="3" y="2"/>
                  </a:moveTo>
                  <a:cubicBezTo>
                    <a:pt x="0" y="4"/>
                    <a:pt x="5" y="8"/>
                    <a:pt x="9" y="15"/>
                  </a:cubicBezTo>
                  <a:cubicBezTo>
                    <a:pt x="14" y="22"/>
                    <a:pt x="18" y="32"/>
                    <a:pt x="22" y="29"/>
                  </a:cubicBezTo>
                  <a:cubicBezTo>
                    <a:pt x="27" y="26"/>
                    <a:pt x="17" y="14"/>
                    <a:pt x="12" y="8"/>
                  </a:cubicBezTo>
                  <a:cubicBezTo>
                    <a:pt x="8" y="2"/>
                    <a:pt x="7" y="0"/>
                    <a:pt x="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2" name="Freeform 451">
              <a:extLst>
                <a:ext uri="{FF2B5EF4-FFF2-40B4-BE49-F238E27FC236}">
                  <a16:creationId xmlns:a16="http://schemas.microsoft.com/office/drawing/2014/main" id="{148F0AB3-7C2E-4539-A7A4-C67593B7C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279"/>
              <a:ext cx="92" cy="149"/>
            </a:xfrm>
            <a:custGeom>
              <a:avLst/>
              <a:gdLst>
                <a:gd name="T0" fmla="*/ 762 w 32"/>
                <a:gd name="T1" fmla="*/ 633 h 52"/>
                <a:gd name="T2" fmla="*/ 454 w 32"/>
                <a:gd name="T3" fmla="*/ 304 h 52"/>
                <a:gd name="T4" fmla="*/ 305 w 32"/>
                <a:gd name="T5" fmla="*/ 0 h 52"/>
                <a:gd name="T6" fmla="*/ 0 w 32"/>
                <a:gd name="T7" fmla="*/ 49 h 52"/>
                <a:gd name="T8" fmla="*/ 0 w 32"/>
                <a:gd name="T9" fmla="*/ 92 h 52"/>
                <a:gd name="T10" fmla="*/ 216 w 32"/>
                <a:gd name="T11" fmla="*/ 427 h 52"/>
                <a:gd name="T12" fmla="*/ 480 w 32"/>
                <a:gd name="T13" fmla="*/ 1198 h 52"/>
                <a:gd name="T14" fmla="*/ 497 w 32"/>
                <a:gd name="T15" fmla="*/ 1224 h 52"/>
                <a:gd name="T16" fmla="*/ 762 w 32"/>
                <a:gd name="T17" fmla="*/ 633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52">
                  <a:moveTo>
                    <a:pt x="32" y="27"/>
                  </a:moveTo>
                  <a:cubicBezTo>
                    <a:pt x="28" y="30"/>
                    <a:pt x="24" y="20"/>
                    <a:pt x="19" y="13"/>
                  </a:cubicBezTo>
                  <a:cubicBezTo>
                    <a:pt x="15" y="6"/>
                    <a:pt x="11" y="3"/>
                    <a:pt x="13" y="0"/>
                  </a:cubicBezTo>
                  <a:cubicBezTo>
                    <a:pt x="12" y="1"/>
                    <a:pt x="6" y="3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9"/>
                    <a:pt x="6" y="14"/>
                    <a:pt x="9" y="18"/>
                  </a:cubicBezTo>
                  <a:cubicBezTo>
                    <a:pt x="17" y="29"/>
                    <a:pt x="20" y="41"/>
                    <a:pt x="20" y="51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1" y="38"/>
                    <a:pt x="32" y="27"/>
                    <a:pt x="32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3" name="Freeform 452">
              <a:extLst>
                <a:ext uri="{FF2B5EF4-FFF2-40B4-BE49-F238E27FC236}">
                  <a16:creationId xmlns:a16="http://schemas.microsoft.com/office/drawing/2014/main" id="{50DFFEAF-5523-4C6D-8109-C066399BD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175"/>
              <a:ext cx="106" cy="143"/>
            </a:xfrm>
            <a:custGeom>
              <a:avLst/>
              <a:gdLst>
                <a:gd name="T0" fmla="*/ 0 w 37"/>
                <a:gd name="T1" fmla="*/ 400 h 50"/>
                <a:gd name="T2" fmla="*/ 163 w 37"/>
                <a:gd name="T3" fmla="*/ 378 h 50"/>
                <a:gd name="T4" fmla="*/ 633 w 37"/>
                <a:gd name="T5" fmla="*/ 49 h 50"/>
                <a:gd name="T6" fmla="*/ 705 w 37"/>
                <a:gd name="T7" fmla="*/ 704 h 50"/>
                <a:gd name="T8" fmla="*/ 541 w 37"/>
                <a:gd name="T9" fmla="*/ 932 h 50"/>
                <a:gd name="T10" fmla="*/ 567 w 37"/>
                <a:gd name="T11" fmla="*/ 1144 h 50"/>
                <a:gd name="T12" fmla="*/ 401 w 37"/>
                <a:gd name="T13" fmla="*/ 981 h 50"/>
                <a:gd name="T14" fmla="*/ 115 w 37"/>
                <a:gd name="T15" fmla="*/ 844 h 50"/>
                <a:gd name="T16" fmla="*/ 0 w 37"/>
                <a:gd name="T17" fmla="*/ 844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50">
                  <a:moveTo>
                    <a:pt x="0" y="17"/>
                  </a:moveTo>
                  <a:cubicBezTo>
                    <a:pt x="3" y="17"/>
                    <a:pt x="6" y="17"/>
                    <a:pt x="7" y="16"/>
                  </a:cubicBezTo>
                  <a:cubicBezTo>
                    <a:pt x="9" y="16"/>
                    <a:pt x="17" y="0"/>
                    <a:pt x="27" y="2"/>
                  </a:cubicBezTo>
                  <a:cubicBezTo>
                    <a:pt x="37" y="5"/>
                    <a:pt x="36" y="24"/>
                    <a:pt x="30" y="30"/>
                  </a:cubicBezTo>
                  <a:cubicBezTo>
                    <a:pt x="25" y="37"/>
                    <a:pt x="20" y="36"/>
                    <a:pt x="23" y="40"/>
                  </a:cubicBezTo>
                  <a:cubicBezTo>
                    <a:pt x="25" y="44"/>
                    <a:pt x="26" y="48"/>
                    <a:pt x="24" y="49"/>
                  </a:cubicBezTo>
                  <a:cubicBezTo>
                    <a:pt x="23" y="50"/>
                    <a:pt x="20" y="47"/>
                    <a:pt x="17" y="42"/>
                  </a:cubicBezTo>
                  <a:cubicBezTo>
                    <a:pt x="13" y="36"/>
                    <a:pt x="10" y="36"/>
                    <a:pt x="5" y="36"/>
                  </a:cubicBezTo>
                  <a:cubicBezTo>
                    <a:pt x="1" y="36"/>
                    <a:pt x="0" y="36"/>
                    <a:pt x="0" y="36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4" name="Freeform 453">
              <a:extLst>
                <a:ext uri="{FF2B5EF4-FFF2-40B4-BE49-F238E27FC236}">
                  <a16:creationId xmlns:a16="http://schemas.microsoft.com/office/drawing/2014/main" id="{B846F98C-1A30-4166-AD54-AA677E6E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132"/>
              <a:ext cx="274" cy="234"/>
            </a:xfrm>
            <a:custGeom>
              <a:avLst/>
              <a:gdLst>
                <a:gd name="T0" fmla="*/ 26 w 96"/>
                <a:gd name="T1" fmla="*/ 88 h 82"/>
                <a:gd name="T2" fmla="*/ 26 w 96"/>
                <a:gd name="T3" fmla="*/ 879 h 82"/>
                <a:gd name="T4" fmla="*/ 237 w 96"/>
                <a:gd name="T5" fmla="*/ 1507 h 82"/>
                <a:gd name="T6" fmla="*/ 1042 w 96"/>
                <a:gd name="T7" fmla="*/ 1367 h 82"/>
                <a:gd name="T8" fmla="*/ 1190 w 96"/>
                <a:gd name="T9" fmla="*/ 1367 h 82"/>
                <a:gd name="T10" fmla="*/ 1995 w 96"/>
                <a:gd name="T11" fmla="*/ 1507 h 82"/>
                <a:gd name="T12" fmla="*/ 2206 w 96"/>
                <a:gd name="T13" fmla="*/ 879 h 82"/>
                <a:gd name="T14" fmla="*/ 2206 w 96"/>
                <a:gd name="T15" fmla="*/ 0 h 82"/>
                <a:gd name="T16" fmla="*/ 1981 w 96"/>
                <a:gd name="T17" fmla="*/ 114 h 82"/>
                <a:gd name="T18" fmla="*/ 1533 w 96"/>
                <a:gd name="T19" fmla="*/ 88 h 82"/>
                <a:gd name="T20" fmla="*/ 1279 w 96"/>
                <a:gd name="T21" fmla="*/ 188 h 82"/>
                <a:gd name="T22" fmla="*/ 1142 w 96"/>
                <a:gd name="T23" fmla="*/ 302 h 82"/>
                <a:gd name="T24" fmla="*/ 1002 w 96"/>
                <a:gd name="T25" fmla="*/ 188 h 82"/>
                <a:gd name="T26" fmla="*/ 791 w 96"/>
                <a:gd name="T27" fmla="*/ 114 h 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82">
                  <a:moveTo>
                    <a:pt x="1" y="4"/>
                  </a:moveTo>
                  <a:cubicBezTo>
                    <a:pt x="1" y="23"/>
                    <a:pt x="1" y="38"/>
                    <a:pt x="1" y="38"/>
                  </a:cubicBezTo>
                  <a:cubicBezTo>
                    <a:pt x="1" y="38"/>
                    <a:pt x="0" y="60"/>
                    <a:pt x="10" y="65"/>
                  </a:cubicBezTo>
                  <a:cubicBezTo>
                    <a:pt x="20" y="70"/>
                    <a:pt x="43" y="82"/>
                    <a:pt x="45" y="59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53" y="82"/>
                    <a:pt x="76" y="70"/>
                    <a:pt x="86" y="65"/>
                  </a:cubicBezTo>
                  <a:cubicBezTo>
                    <a:pt x="96" y="60"/>
                    <a:pt x="95" y="38"/>
                    <a:pt x="95" y="38"/>
                  </a:cubicBezTo>
                  <a:cubicBezTo>
                    <a:pt x="95" y="38"/>
                    <a:pt x="95" y="20"/>
                    <a:pt x="95" y="0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34" y="5"/>
                    <a:pt x="34" y="5"/>
                    <a:pt x="34" y="5"/>
                  </a:cubicBezTo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5" name="Freeform 454">
              <a:extLst>
                <a:ext uri="{FF2B5EF4-FFF2-40B4-BE49-F238E27FC236}">
                  <a16:creationId xmlns:a16="http://schemas.microsoft.com/office/drawing/2014/main" id="{6C1E7EF9-DE79-4103-9DC4-F2AB0463F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155"/>
              <a:ext cx="134" cy="183"/>
            </a:xfrm>
            <a:custGeom>
              <a:avLst/>
              <a:gdLst>
                <a:gd name="T0" fmla="*/ 0 w 47"/>
                <a:gd name="T1" fmla="*/ 237 h 64"/>
                <a:gd name="T2" fmla="*/ 513 w 47"/>
                <a:gd name="T3" fmla="*/ 0 h 64"/>
                <a:gd name="T4" fmla="*/ 716 w 47"/>
                <a:gd name="T5" fmla="*/ 89 h 64"/>
                <a:gd name="T6" fmla="*/ 878 w 47"/>
                <a:gd name="T7" fmla="*/ 212 h 64"/>
                <a:gd name="T8" fmla="*/ 1089 w 47"/>
                <a:gd name="T9" fmla="*/ 892 h 64"/>
                <a:gd name="T10" fmla="*/ 439 w 47"/>
                <a:gd name="T11" fmla="*/ 1473 h 64"/>
                <a:gd name="T12" fmla="*/ 0 w 47"/>
                <a:gd name="T13" fmla="*/ 1244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64">
                  <a:moveTo>
                    <a:pt x="0" y="10"/>
                  </a:moveTo>
                  <a:cubicBezTo>
                    <a:pt x="0" y="3"/>
                    <a:pt x="14" y="0"/>
                    <a:pt x="22" y="0"/>
                  </a:cubicBezTo>
                  <a:cubicBezTo>
                    <a:pt x="26" y="1"/>
                    <a:pt x="29" y="4"/>
                    <a:pt x="31" y="4"/>
                  </a:cubicBezTo>
                  <a:cubicBezTo>
                    <a:pt x="33" y="5"/>
                    <a:pt x="36" y="6"/>
                    <a:pt x="38" y="9"/>
                  </a:cubicBezTo>
                  <a:cubicBezTo>
                    <a:pt x="44" y="15"/>
                    <a:pt x="47" y="26"/>
                    <a:pt x="47" y="38"/>
                  </a:cubicBezTo>
                  <a:cubicBezTo>
                    <a:pt x="47" y="55"/>
                    <a:pt x="34" y="62"/>
                    <a:pt x="19" y="63"/>
                  </a:cubicBezTo>
                  <a:cubicBezTo>
                    <a:pt x="3" y="64"/>
                    <a:pt x="0" y="58"/>
                    <a:pt x="0" y="53"/>
                  </a:cubicBezTo>
                </a:path>
              </a:pathLst>
            </a:custGeom>
            <a:solidFill>
              <a:srgbClr val="FBC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6" name="Freeform 455">
              <a:extLst>
                <a:ext uri="{FF2B5EF4-FFF2-40B4-BE49-F238E27FC236}">
                  <a16:creationId xmlns:a16="http://schemas.microsoft.com/office/drawing/2014/main" id="{12B13BC2-3A07-47FE-89D0-DEB4EA43D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175"/>
              <a:ext cx="106" cy="143"/>
            </a:xfrm>
            <a:custGeom>
              <a:avLst/>
              <a:gdLst>
                <a:gd name="T0" fmla="*/ 0 w 37"/>
                <a:gd name="T1" fmla="*/ 400 h 50"/>
                <a:gd name="T2" fmla="*/ 163 w 37"/>
                <a:gd name="T3" fmla="*/ 378 h 50"/>
                <a:gd name="T4" fmla="*/ 633 w 37"/>
                <a:gd name="T5" fmla="*/ 49 h 50"/>
                <a:gd name="T6" fmla="*/ 705 w 37"/>
                <a:gd name="T7" fmla="*/ 704 h 50"/>
                <a:gd name="T8" fmla="*/ 541 w 37"/>
                <a:gd name="T9" fmla="*/ 932 h 50"/>
                <a:gd name="T10" fmla="*/ 567 w 37"/>
                <a:gd name="T11" fmla="*/ 1144 h 50"/>
                <a:gd name="T12" fmla="*/ 401 w 37"/>
                <a:gd name="T13" fmla="*/ 981 h 50"/>
                <a:gd name="T14" fmla="*/ 115 w 37"/>
                <a:gd name="T15" fmla="*/ 844 h 50"/>
                <a:gd name="T16" fmla="*/ 0 w 37"/>
                <a:gd name="T17" fmla="*/ 844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50">
                  <a:moveTo>
                    <a:pt x="0" y="17"/>
                  </a:moveTo>
                  <a:cubicBezTo>
                    <a:pt x="3" y="17"/>
                    <a:pt x="6" y="17"/>
                    <a:pt x="7" y="16"/>
                  </a:cubicBezTo>
                  <a:cubicBezTo>
                    <a:pt x="9" y="16"/>
                    <a:pt x="17" y="0"/>
                    <a:pt x="27" y="2"/>
                  </a:cubicBezTo>
                  <a:cubicBezTo>
                    <a:pt x="37" y="5"/>
                    <a:pt x="36" y="24"/>
                    <a:pt x="30" y="30"/>
                  </a:cubicBezTo>
                  <a:cubicBezTo>
                    <a:pt x="25" y="37"/>
                    <a:pt x="20" y="36"/>
                    <a:pt x="23" y="40"/>
                  </a:cubicBezTo>
                  <a:cubicBezTo>
                    <a:pt x="25" y="44"/>
                    <a:pt x="26" y="48"/>
                    <a:pt x="24" y="49"/>
                  </a:cubicBezTo>
                  <a:cubicBezTo>
                    <a:pt x="23" y="50"/>
                    <a:pt x="20" y="47"/>
                    <a:pt x="17" y="42"/>
                  </a:cubicBezTo>
                  <a:cubicBezTo>
                    <a:pt x="13" y="36"/>
                    <a:pt x="10" y="36"/>
                    <a:pt x="5" y="36"/>
                  </a:cubicBezTo>
                  <a:cubicBezTo>
                    <a:pt x="1" y="36"/>
                    <a:pt x="0" y="36"/>
                    <a:pt x="0" y="36"/>
                  </a:cubicBezTo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7" name="Freeform 456">
              <a:extLst>
                <a:ext uri="{FF2B5EF4-FFF2-40B4-BE49-F238E27FC236}">
                  <a16:creationId xmlns:a16="http://schemas.microsoft.com/office/drawing/2014/main" id="{53F05079-9DFD-40A0-A4D3-03B94CD3D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175"/>
              <a:ext cx="103" cy="143"/>
            </a:xfrm>
            <a:custGeom>
              <a:avLst/>
              <a:gdLst>
                <a:gd name="T0" fmla="*/ 844 w 36"/>
                <a:gd name="T1" fmla="*/ 400 h 50"/>
                <a:gd name="T2" fmla="*/ 678 w 36"/>
                <a:gd name="T3" fmla="*/ 378 h 50"/>
                <a:gd name="T4" fmla="*/ 212 w 36"/>
                <a:gd name="T5" fmla="*/ 49 h 50"/>
                <a:gd name="T6" fmla="*/ 140 w 36"/>
                <a:gd name="T7" fmla="*/ 704 h 50"/>
                <a:gd name="T8" fmla="*/ 326 w 36"/>
                <a:gd name="T9" fmla="*/ 932 h 50"/>
                <a:gd name="T10" fmla="*/ 278 w 36"/>
                <a:gd name="T11" fmla="*/ 1144 h 50"/>
                <a:gd name="T12" fmla="*/ 443 w 36"/>
                <a:gd name="T13" fmla="*/ 981 h 50"/>
                <a:gd name="T14" fmla="*/ 730 w 36"/>
                <a:gd name="T15" fmla="*/ 844 h 50"/>
                <a:gd name="T16" fmla="*/ 844 w 36"/>
                <a:gd name="T17" fmla="*/ 844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0">
                  <a:moveTo>
                    <a:pt x="36" y="17"/>
                  </a:moveTo>
                  <a:cubicBezTo>
                    <a:pt x="34" y="17"/>
                    <a:pt x="30" y="17"/>
                    <a:pt x="29" y="16"/>
                  </a:cubicBezTo>
                  <a:cubicBezTo>
                    <a:pt x="27" y="16"/>
                    <a:pt x="19" y="0"/>
                    <a:pt x="9" y="2"/>
                  </a:cubicBezTo>
                  <a:cubicBezTo>
                    <a:pt x="0" y="5"/>
                    <a:pt x="1" y="24"/>
                    <a:pt x="6" y="30"/>
                  </a:cubicBezTo>
                  <a:cubicBezTo>
                    <a:pt x="12" y="37"/>
                    <a:pt x="16" y="36"/>
                    <a:pt x="14" y="40"/>
                  </a:cubicBezTo>
                  <a:cubicBezTo>
                    <a:pt x="11" y="44"/>
                    <a:pt x="10" y="48"/>
                    <a:pt x="12" y="49"/>
                  </a:cubicBezTo>
                  <a:cubicBezTo>
                    <a:pt x="13" y="50"/>
                    <a:pt x="16" y="47"/>
                    <a:pt x="19" y="42"/>
                  </a:cubicBezTo>
                  <a:cubicBezTo>
                    <a:pt x="23" y="36"/>
                    <a:pt x="26" y="36"/>
                    <a:pt x="31" y="36"/>
                  </a:cubicBezTo>
                  <a:cubicBezTo>
                    <a:pt x="35" y="36"/>
                    <a:pt x="36" y="36"/>
                    <a:pt x="36" y="36"/>
                  </a:cubicBezTo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8" name="Freeform 457">
              <a:extLst>
                <a:ext uri="{FF2B5EF4-FFF2-40B4-BE49-F238E27FC236}">
                  <a16:creationId xmlns:a16="http://schemas.microsoft.com/office/drawing/2014/main" id="{5331E149-9375-4E41-B8BF-6F787E71C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155"/>
              <a:ext cx="134" cy="183"/>
            </a:xfrm>
            <a:custGeom>
              <a:avLst/>
              <a:gdLst>
                <a:gd name="T0" fmla="*/ 1089 w 47"/>
                <a:gd name="T1" fmla="*/ 237 h 64"/>
                <a:gd name="T2" fmla="*/ 576 w 47"/>
                <a:gd name="T3" fmla="*/ 0 h 64"/>
                <a:gd name="T4" fmla="*/ 373 w 47"/>
                <a:gd name="T5" fmla="*/ 89 h 64"/>
                <a:gd name="T6" fmla="*/ 211 w 47"/>
                <a:gd name="T7" fmla="*/ 212 h 64"/>
                <a:gd name="T8" fmla="*/ 0 w 47"/>
                <a:gd name="T9" fmla="*/ 892 h 64"/>
                <a:gd name="T10" fmla="*/ 650 w 47"/>
                <a:gd name="T11" fmla="*/ 1473 h 64"/>
                <a:gd name="T12" fmla="*/ 1089 w 47"/>
                <a:gd name="T13" fmla="*/ 1244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64">
                  <a:moveTo>
                    <a:pt x="47" y="10"/>
                  </a:moveTo>
                  <a:cubicBezTo>
                    <a:pt x="47" y="3"/>
                    <a:pt x="34" y="0"/>
                    <a:pt x="25" y="0"/>
                  </a:cubicBezTo>
                  <a:cubicBezTo>
                    <a:pt x="21" y="1"/>
                    <a:pt x="18" y="4"/>
                    <a:pt x="16" y="4"/>
                  </a:cubicBezTo>
                  <a:cubicBezTo>
                    <a:pt x="14" y="5"/>
                    <a:pt x="11" y="6"/>
                    <a:pt x="9" y="9"/>
                  </a:cubicBezTo>
                  <a:cubicBezTo>
                    <a:pt x="3" y="15"/>
                    <a:pt x="0" y="26"/>
                    <a:pt x="0" y="38"/>
                  </a:cubicBezTo>
                  <a:cubicBezTo>
                    <a:pt x="0" y="55"/>
                    <a:pt x="13" y="62"/>
                    <a:pt x="28" y="63"/>
                  </a:cubicBezTo>
                  <a:cubicBezTo>
                    <a:pt x="44" y="64"/>
                    <a:pt x="47" y="58"/>
                    <a:pt x="47" y="53"/>
                  </a:cubicBezTo>
                </a:path>
              </a:pathLst>
            </a:custGeom>
            <a:solidFill>
              <a:srgbClr val="FBC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9" name="Freeform 458">
              <a:extLst>
                <a:ext uri="{FF2B5EF4-FFF2-40B4-BE49-F238E27FC236}">
                  <a16:creationId xmlns:a16="http://schemas.microsoft.com/office/drawing/2014/main" id="{FF4635E8-4389-46C8-A3C9-157174C36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175"/>
              <a:ext cx="106" cy="143"/>
            </a:xfrm>
            <a:custGeom>
              <a:avLst/>
              <a:gdLst>
                <a:gd name="T0" fmla="*/ 845 w 37"/>
                <a:gd name="T1" fmla="*/ 400 h 50"/>
                <a:gd name="T2" fmla="*/ 682 w 37"/>
                <a:gd name="T3" fmla="*/ 378 h 50"/>
                <a:gd name="T4" fmla="*/ 212 w 37"/>
                <a:gd name="T5" fmla="*/ 49 h 50"/>
                <a:gd name="T6" fmla="*/ 140 w 37"/>
                <a:gd name="T7" fmla="*/ 704 h 50"/>
                <a:gd name="T8" fmla="*/ 329 w 37"/>
                <a:gd name="T9" fmla="*/ 932 h 50"/>
                <a:gd name="T10" fmla="*/ 278 w 37"/>
                <a:gd name="T11" fmla="*/ 1144 h 50"/>
                <a:gd name="T12" fmla="*/ 444 w 37"/>
                <a:gd name="T13" fmla="*/ 981 h 50"/>
                <a:gd name="T14" fmla="*/ 731 w 37"/>
                <a:gd name="T15" fmla="*/ 844 h 50"/>
                <a:gd name="T16" fmla="*/ 871 w 37"/>
                <a:gd name="T17" fmla="*/ 844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50">
                  <a:moveTo>
                    <a:pt x="36" y="17"/>
                  </a:moveTo>
                  <a:cubicBezTo>
                    <a:pt x="34" y="17"/>
                    <a:pt x="30" y="17"/>
                    <a:pt x="29" y="16"/>
                  </a:cubicBezTo>
                  <a:cubicBezTo>
                    <a:pt x="27" y="16"/>
                    <a:pt x="19" y="0"/>
                    <a:pt x="9" y="2"/>
                  </a:cubicBezTo>
                  <a:cubicBezTo>
                    <a:pt x="0" y="5"/>
                    <a:pt x="1" y="24"/>
                    <a:pt x="6" y="30"/>
                  </a:cubicBezTo>
                  <a:cubicBezTo>
                    <a:pt x="12" y="37"/>
                    <a:pt x="16" y="36"/>
                    <a:pt x="14" y="40"/>
                  </a:cubicBezTo>
                  <a:cubicBezTo>
                    <a:pt x="11" y="44"/>
                    <a:pt x="10" y="48"/>
                    <a:pt x="12" y="49"/>
                  </a:cubicBezTo>
                  <a:cubicBezTo>
                    <a:pt x="13" y="50"/>
                    <a:pt x="16" y="47"/>
                    <a:pt x="19" y="42"/>
                  </a:cubicBezTo>
                  <a:cubicBezTo>
                    <a:pt x="23" y="36"/>
                    <a:pt x="26" y="36"/>
                    <a:pt x="31" y="36"/>
                  </a:cubicBezTo>
                  <a:cubicBezTo>
                    <a:pt x="35" y="36"/>
                    <a:pt x="37" y="36"/>
                    <a:pt x="37" y="36"/>
                  </a:cubicBezTo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0" name="Freeform 459">
              <a:extLst>
                <a:ext uri="{FF2B5EF4-FFF2-40B4-BE49-F238E27FC236}">
                  <a16:creationId xmlns:a16="http://schemas.microsoft.com/office/drawing/2014/main" id="{6BDC6DD9-CF7D-4060-ACE3-655B8E079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155"/>
              <a:ext cx="134" cy="183"/>
            </a:xfrm>
            <a:custGeom>
              <a:avLst/>
              <a:gdLst>
                <a:gd name="T0" fmla="*/ 0 w 47"/>
                <a:gd name="T1" fmla="*/ 237 h 64"/>
                <a:gd name="T2" fmla="*/ 513 w 47"/>
                <a:gd name="T3" fmla="*/ 0 h 64"/>
                <a:gd name="T4" fmla="*/ 716 w 47"/>
                <a:gd name="T5" fmla="*/ 89 h 64"/>
                <a:gd name="T6" fmla="*/ 878 w 47"/>
                <a:gd name="T7" fmla="*/ 212 h 64"/>
                <a:gd name="T8" fmla="*/ 1089 w 47"/>
                <a:gd name="T9" fmla="*/ 892 h 64"/>
                <a:gd name="T10" fmla="*/ 439 w 47"/>
                <a:gd name="T11" fmla="*/ 1473 h 64"/>
                <a:gd name="T12" fmla="*/ 0 w 47"/>
                <a:gd name="T13" fmla="*/ 1244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64">
                  <a:moveTo>
                    <a:pt x="0" y="10"/>
                  </a:moveTo>
                  <a:cubicBezTo>
                    <a:pt x="0" y="3"/>
                    <a:pt x="14" y="0"/>
                    <a:pt x="22" y="0"/>
                  </a:cubicBezTo>
                  <a:cubicBezTo>
                    <a:pt x="26" y="1"/>
                    <a:pt x="29" y="4"/>
                    <a:pt x="31" y="4"/>
                  </a:cubicBezTo>
                  <a:cubicBezTo>
                    <a:pt x="33" y="5"/>
                    <a:pt x="36" y="6"/>
                    <a:pt x="38" y="9"/>
                  </a:cubicBezTo>
                  <a:cubicBezTo>
                    <a:pt x="44" y="15"/>
                    <a:pt x="47" y="26"/>
                    <a:pt x="47" y="38"/>
                  </a:cubicBezTo>
                  <a:cubicBezTo>
                    <a:pt x="47" y="55"/>
                    <a:pt x="34" y="62"/>
                    <a:pt x="19" y="63"/>
                  </a:cubicBezTo>
                  <a:cubicBezTo>
                    <a:pt x="3" y="64"/>
                    <a:pt x="0" y="58"/>
                    <a:pt x="0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1" name="Freeform 460">
              <a:extLst>
                <a:ext uri="{FF2B5EF4-FFF2-40B4-BE49-F238E27FC236}">
                  <a16:creationId xmlns:a16="http://schemas.microsoft.com/office/drawing/2014/main" id="{B6278C47-15A6-42B1-9BDB-28370F5C3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155"/>
              <a:ext cx="134" cy="183"/>
            </a:xfrm>
            <a:custGeom>
              <a:avLst/>
              <a:gdLst>
                <a:gd name="T0" fmla="*/ 1089 w 47"/>
                <a:gd name="T1" fmla="*/ 237 h 64"/>
                <a:gd name="T2" fmla="*/ 576 w 47"/>
                <a:gd name="T3" fmla="*/ 0 h 64"/>
                <a:gd name="T4" fmla="*/ 373 w 47"/>
                <a:gd name="T5" fmla="*/ 89 h 64"/>
                <a:gd name="T6" fmla="*/ 211 w 47"/>
                <a:gd name="T7" fmla="*/ 212 h 64"/>
                <a:gd name="T8" fmla="*/ 0 w 47"/>
                <a:gd name="T9" fmla="*/ 892 h 64"/>
                <a:gd name="T10" fmla="*/ 650 w 47"/>
                <a:gd name="T11" fmla="*/ 1473 h 64"/>
                <a:gd name="T12" fmla="*/ 1089 w 47"/>
                <a:gd name="T13" fmla="*/ 1244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64">
                  <a:moveTo>
                    <a:pt x="47" y="10"/>
                  </a:moveTo>
                  <a:cubicBezTo>
                    <a:pt x="47" y="3"/>
                    <a:pt x="34" y="0"/>
                    <a:pt x="25" y="0"/>
                  </a:cubicBezTo>
                  <a:cubicBezTo>
                    <a:pt x="21" y="1"/>
                    <a:pt x="18" y="4"/>
                    <a:pt x="16" y="4"/>
                  </a:cubicBezTo>
                  <a:cubicBezTo>
                    <a:pt x="14" y="5"/>
                    <a:pt x="11" y="6"/>
                    <a:pt x="9" y="9"/>
                  </a:cubicBezTo>
                  <a:cubicBezTo>
                    <a:pt x="3" y="15"/>
                    <a:pt x="0" y="26"/>
                    <a:pt x="0" y="38"/>
                  </a:cubicBezTo>
                  <a:cubicBezTo>
                    <a:pt x="0" y="55"/>
                    <a:pt x="13" y="62"/>
                    <a:pt x="28" y="63"/>
                  </a:cubicBezTo>
                  <a:cubicBezTo>
                    <a:pt x="44" y="64"/>
                    <a:pt x="47" y="58"/>
                    <a:pt x="47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2" name="Oval 461">
              <a:extLst>
                <a:ext uri="{FF2B5EF4-FFF2-40B4-BE49-F238E27FC236}">
                  <a16:creationId xmlns:a16="http://schemas.microsoft.com/office/drawing/2014/main" id="{BBCE45CF-8636-4FBD-A061-B43A86182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3246"/>
              <a:ext cx="15" cy="9"/>
            </a:xfrm>
            <a:prstGeom prst="ellipse">
              <a:avLst/>
            </a:prstGeom>
            <a:solidFill>
              <a:srgbClr val="FBC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1503" name="Freeform 462">
              <a:extLst>
                <a:ext uri="{FF2B5EF4-FFF2-40B4-BE49-F238E27FC236}">
                  <a16:creationId xmlns:a16="http://schemas.microsoft.com/office/drawing/2014/main" id="{6720C945-E1D6-49DA-8106-5AD8F06A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434"/>
              <a:ext cx="661" cy="603"/>
            </a:xfrm>
            <a:custGeom>
              <a:avLst/>
              <a:gdLst>
                <a:gd name="T0" fmla="*/ 5362 w 231"/>
                <a:gd name="T1" fmla="*/ 4018 h 211"/>
                <a:gd name="T2" fmla="*/ 5159 w 231"/>
                <a:gd name="T3" fmla="*/ 3872 h 211"/>
                <a:gd name="T4" fmla="*/ 4455 w 231"/>
                <a:gd name="T5" fmla="*/ 3667 h 211"/>
                <a:gd name="T6" fmla="*/ 4078 w 231"/>
                <a:gd name="T7" fmla="*/ 3667 h 211"/>
                <a:gd name="T8" fmla="*/ 3162 w 231"/>
                <a:gd name="T9" fmla="*/ 3592 h 211"/>
                <a:gd name="T10" fmla="*/ 2718 w 231"/>
                <a:gd name="T11" fmla="*/ 3644 h 211"/>
                <a:gd name="T12" fmla="*/ 2621 w 231"/>
                <a:gd name="T13" fmla="*/ 3455 h 211"/>
                <a:gd name="T14" fmla="*/ 2744 w 231"/>
                <a:gd name="T15" fmla="*/ 3292 h 211"/>
                <a:gd name="T16" fmla="*/ 2859 w 231"/>
                <a:gd name="T17" fmla="*/ 2892 h 211"/>
                <a:gd name="T18" fmla="*/ 3119 w 231"/>
                <a:gd name="T19" fmla="*/ 2449 h 211"/>
                <a:gd name="T20" fmla="*/ 3096 w 231"/>
                <a:gd name="T21" fmla="*/ 2361 h 211"/>
                <a:gd name="T22" fmla="*/ 3045 w 231"/>
                <a:gd name="T23" fmla="*/ 2449 h 211"/>
                <a:gd name="T24" fmla="*/ 2767 w 231"/>
                <a:gd name="T25" fmla="*/ 2875 h 211"/>
                <a:gd name="T26" fmla="*/ 2670 w 231"/>
                <a:gd name="T27" fmla="*/ 3218 h 211"/>
                <a:gd name="T28" fmla="*/ 2530 w 231"/>
                <a:gd name="T29" fmla="*/ 3292 h 211"/>
                <a:gd name="T30" fmla="*/ 2178 w 231"/>
                <a:gd name="T31" fmla="*/ 3104 h 211"/>
                <a:gd name="T32" fmla="*/ 1966 w 231"/>
                <a:gd name="T33" fmla="*/ 2335 h 211"/>
                <a:gd name="T34" fmla="*/ 867 w 231"/>
                <a:gd name="T35" fmla="*/ 374 h 211"/>
                <a:gd name="T36" fmla="*/ 378 w 231"/>
                <a:gd name="T37" fmla="*/ 254 h 211"/>
                <a:gd name="T38" fmla="*/ 1826 w 231"/>
                <a:gd name="T39" fmla="*/ 603 h 211"/>
                <a:gd name="T40" fmla="*/ 1923 w 231"/>
                <a:gd name="T41" fmla="*/ 514 h 211"/>
                <a:gd name="T42" fmla="*/ 140 w 231"/>
                <a:gd name="T43" fmla="*/ 26 h 211"/>
                <a:gd name="T44" fmla="*/ 49 w 231"/>
                <a:gd name="T45" fmla="*/ 140 h 211"/>
                <a:gd name="T46" fmla="*/ 74 w 231"/>
                <a:gd name="T47" fmla="*/ 189 h 211"/>
                <a:gd name="T48" fmla="*/ 844 w 231"/>
                <a:gd name="T49" fmla="*/ 563 h 211"/>
                <a:gd name="T50" fmla="*/ 1826 w 231"/>
                <a:gd name="T51" fmla="*/ 1960 h 211"/>
                <a:gd name="T52" fmla="*/ 1826 w 231"/>
                <a:gd name="T53" fmla="*/ 2989 h 211"/>
                <a:gd name="T54" fmla="*/ 2341 w 231"/>
                <a:gd name="T55" fmla="*/ 3292 h 211"/>
                <a:gd name="T56" fmla="*/ 2530 w 231"/>
                <a:gd name="T57" fmla="*/ 3569 h 211"/>
                <a:gd name="T58" fmla="*/ 2793 w 231"/>
                <a:gd name="T59" fmla="*/ 3781 h 211"/>
                <a:gd name="T60" fmla="*/ 2744 w 231"/>
                <a:gd name="T61" fmla="*/ 4247 h 211"/>
                <a:gd name="T62" fmla="*/ 2621 w 231"/>
                <a:gd name="T63" fmla="*/ 4524 h 211"/>
                <a:gd name="T64" fmla="*/ 2341 w 231"/>
                <a:gd name="T65" fmla="*/ 4875 h 211"/>
                <a:gd name="T66" fmla="*/ 2366 w 231"/>
                <a:gd name="T67" fmla="*/ 4901 h 211"/>
                <a:gd name="T68" fmla="*/ 2718 w 231"/>
                <a:gd name="T69" fmla="*/ 4573 h 211"/>
                <a:gd name="T70" fmla="*/ 2807 w 231"/>
                <a:gd name="T71" fmla="*/ 4295 h 211"/>
                <a:gd name="T72" fmla="*/ 2882 w 231"/>
                <a:gd name="T73" fmla="*/ 3781 h 211"/>
                <a:gd name="T74" fmla="*/ 3282 w 231"/>
                <a:gd name="T75" fmla="*/ 3667 h 211"/>
                <a:gd name="T76" fmla="*/ 4315 w 231"/>
                <a:gd name="T77" fmla="*/ 3829 h 211"/>
                <a:gd name="T78" fmla="*/ 4658 w 231"/>
                <a:gd name="T79" fmla="*/ 3707 h 211"/>
                <a:gd name="T80" fmla="*/ 5225 w 231"/>
                <a:gd name="T81" fmla="*/ 4084 h 211"/>
                <a:gd name="T82" fmla="*/ 5411 w 231"/>
                <a:gd name="T83" fmla="*/ 4018 h 21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31" h="211">
                  <a:moveTo>
                    <a:pt x="231" y="172"/>
                  </a:moveTo>
                  <a:cubicBezTo>
                    <a:pt x="230" y="171"/>
                    <a:pt x="230" y="171"/>
                    <a:pt x="229" y="172"/>
                  </a:cubicBezTo>
                  <a:cubicBezTo>
                    <a:pt x="228" y="172"/>
                    <a:pt x="226" y="173"/>
                    <a:pt x="223" y="172"/>
                  </a:cubicBezTo>
                  <a:cubicBezTo>
                    <a:pt x="221" y="171"/>
                    <a:pt x="220" y="168"/>
                    <a:pt x="220" y="166"/>
                  </a:cubicBezTo>
                  <a:cubicBezTo>
                    <a:pt x="217" y="157"/>
                    <a:pt x="210" y="153"/>
                    <a:pt x="198" y="155"/>
                  </a:cubicBezTo>
                  <a:cubicBezTo>
                    <a:pt x="195" y="155"/>
                    <a:pt x="192" y="156"/>
                    <a:pt x="190" y="157"/>
                  </a:cubicBezTo>
                  <a:cubicBezTo>
                    <a:pt x="183" y="160"/>
                    <a:pt x="183" y="160"/>
                    <a:pt x="183" y="160"/>
                  </a:cubicBezTo>
                  <a:cubicBezTo>
                    <a:pt x="178" y="161"/>
                    <a:pt x="178" y="160"/>
                    <a:pt x="174" y="157"/>
                  </a:cubicBezTo>
                  <a:cubicBezTo>
                    <a:pt x="163" y="147"/>
                    <a:pt x="149" y="150"/>
                    <a:pt x="139" y="153"/>
                  </a:cubicBezTo>
                  <a:cubicBezTo>
                    <a:pt x="135" y="154"/>
                    <a:pt x="135" y="154"/>
                    <a:pt x="135" y="154"/>
                  </a:cubicBezTo>
                  <a:cubicBezTo>
                    <a:pt x="132" y="155"/>
                    <a:pt x="128" y="157"/>
                    <a:pt x="124" y="157"/>
                  </a:cubicBezTo>
                  <a:cubicBezTo>
                    <a:pt x="121" y="158"/>
                    <a:pt x="116" y="157"/>
                    <a:pt x="116" y="156"/>
                  </a:cubicBezTo>
                  <a:cubicBezTo>
                    <a:pt x="114" y="155"/>
                    <a:pt x="114" y="154"/>
                    <a:pt x="114" y="152"/>
                  </a:cubicBezTo>
                  <a:cubicBezTo>
                    <a:pt x="112" y="148"/>
                    <a:pt x="112" y="148"/>
                    <a:pt x="112" y="148"/>
                  </a:cubicBezTo>
                  <a:cubicBezTo>
                    <a:pt x="112" y="147"/>
                    <a:pt x="111" y="145"/>
                    <a:pt x="111" y="144"/>
                  </a:cubicBezTo>
                  <a:cubicBezTo>
                    <a:pt x="113" y="144"/>
                    <a:pt x="116" y="142"/>
                    <a:pt x="117" y="141"/>
                  </a:cubicBezTo>
                  <a:cubicBezTo>
                    <a:pt x="121" y="136"/>
                    <a:pt x="121" y="132"/>
                    <a:pt x="121" y="128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22" y="120"/>
                    <a:pt x="124" y="115"/>
                    <a:pt x="127" y="113"/>
                  </a:cubicBezTo>
                  <a:cubicBezTo>
                    <a:pt x="131" y="109"/>
                    <a:pt x="132" y="107"/>
                    <a:pt x="133" y="105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3" y="102"/>
                    <a:pt x="133" y="101"/>
                    <a:pt x="132" y="101"/>
                  </a:cubicBezTo>
                  <a:cubicBezTo>
                    <a:pt x="132" y="101"/>
                    <a:pt x="131" y="101"/>
                    <a:pt x="131" y="102"/>
                  </a:cubicBezTo>
                  <a:cubicBezTo>
                    <a:pt x="130" y="105"/>
                    <a:pt x="130" y="105"/>
                    <a:pt x="130" y="105"/>
                  </a:cubicBezTo>
                  <a:cubicBezTo>
                    <a:pt x="130" y="106"/>
                    <a:pt x="128" y="108"/>
                    <a:pt x="125" y="111"/>
                  </a:cubicBezTo>
                  <a:cubicBezTo>
                    <a:pt x="122" y="114"/>
                    <a:pt x="119" y="118"/>
                    <a:pt x="118" y="123"/>
                  </a:cubicBezTo>
                  <a:cubicBezTo>
                    <a:pt x="117" y="128"/>
                    <a:pt x="117" y="128"/>
                    <a:pt x="117" y="128"/>
                  </a:cubicBezTo>
                  <a:cubicBezTo>
                    <a:pt x="117" y="132"/>
                    <a:pt x="117" y="135"/>
                    <a:pt x="114" y="138"/>
                  </a:cubicBezTo>
                  <a:cubicBezTo>
                    <a:pt x="113" y="139"/>
                    <a:pt x="111" y="141"/>
                    <a:pt x="108" y="141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06" y="139"/>
                    <a:pt x="105" y="137"/>
                    <a:pt x="103" y="136"/>
                  </a:cubicBezTo>
                  <a:cubicBezTo>
                    <a:pt x="100" y="134"/>
                    <a:pt x="96" y="133"/>
                    <a:pt x="93" y="133"/>
                  </a:cubicBezTo>
                  <a:cubicBezTo>
                    <a:pt x="89" y="131"/>
                    <a:pt x="85" y="130"/>
                    <a:pt x="83" y="126"/>
                  </a:cubicBezTo>
                  <a:cubicBezTo>
                    <a:pt x="80" y="118"/>
                    <a:pt x="82" y="108"/>
                    <a:pt x="84" y="100"/>
                  </a:cubicBezTo>
                  <a:cubicBezTo>
                    <a:pt x="85" y="95"/>
                    <a:pt x="86" y="71"/>
                    <a:pt x="86" y="71"/>
                  </a:cubicBezTo>
                  <a:cubicBezTo>
                    <a:pt x="85" y="36"/>
                    <a:pt x="60" y="20"/>
                    <a:pt x="37" y="16"/>
                  </a:cubicBezTo>
                  <a:cubicBezTo>
                    <a:pt x="31" y="15"/>
                    <a:pt x="23" y="14"/>
                    <a:pt x="17" y="12"/>
                  </a:cubicBezTo>
                  <a:cubicBezTo>
                    <a:pt x="16" y="12"/>
                    <a:pt x="16" y="12"/>
                    <a:pt x="16" y="11"/>
                  </a:cubicBezTo>
                  <a:cubicBezTo>
                    <a:pt x="22" y="13"/>
                    <a:pt x="29" y="14"/>
                    <a:pt x="35" y="13"/>
                  </a:cubicBezTo>
                  <a:cubicBezTo>
                    <a:pt x="43" y="12"/>
                    <a:pt x="69" y="18"/>
                    <a:pt x="78" y="26"/>
                  </a:cubicBezTo>
                  <a:cubicBezTo>
                    <a:pt x="80" y="28"/>
                    <a:pt x="81" y="28"/>
                    <a:pt x="83" y="26"/>
                  </a:cubicBezTo>
                  <a:cubicBezTo>
                    <a:pt x="84" y="25"/>
                    <a:pt x="84" y="23"/>
                    <a:pt x="82" y="22"/>
                  </a:cubicBezTo>
                  <a:cubicBezTo>
                    <a:pt x="71" y="12"/>
                    <a:pt x="44" y="6"/>
                    <a:pt x="34" y="7"/>
                  </a:cubicBezTo>
                  <a:cubicBezTo>
                    <a:pt x="25" y="9"/>
                    <a:pt x="10" y="4"/>
                    <a:pt x="6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1" y="5"/>
                    <a:pt x="2" y="6"/>
                  </a:cubicBezTo>
                  <a:cubicBezTo>
                    <a:pt x="3" y="6"/>
                    <a:pt x="4" y="7"/>
                    <a:pt x="5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14"/>
                    <a:pt x="10" y="18"/>
                    <a:pt x="15" y="20"/>
                  </a:cubicBezTo>
                  <a:cubicBezTo>
                    <a:pt x="21" y="21"/>
                    <a:pt x="29" y="23"/>
                    <a:pt x="36" y="24"/>
                  </a:cubicBezTo>
                  <a:cubicBezTo>
                    <a:pt x="43" y="25"/>
                    <a:pt x="77" y="32"/>
                    <a:pt x="78" y="72"/>
                  </a:cubicBezTo>
                  <a:cubicBezTo>
                    <a:pt x="78" y="72"/>
                    <a:pt x="78" y="80"/>
                    <a:pt x="78" y="84"/>
                  </a:cubicBezTo>
                  <a:cubicBezTo>
                    <a:pt x="78" y="90"/>
                    <a:pt x="79" y="94"/>
                    <a:pt x="78" y="99"/>
                  </a:cubicBezTo>
                  <a:cubicBezTo>
                    <a:pt x="76" y="108"/>
                    <a:pt x="74" y="119"/>
                    <a:pt x="78" y="128"/>
                  </a:cubicBezTo>
                  <a:cubicBezTo>
                    <a:pt x="81" y="135"/>
                    <a:pt x="87" y="137"/>
                    <a:pt x="92" y="138"/>
                  </a:cubicBezTo>
                  <a:cubicBezTo>
                    <a:pt x="95" y="139"/>
                    <a:pt x="97" y="140"/>
                    <a:pt x="100" y="141"/>
                  </a:cubicBezTo>
                  <a:cubicBezTo>
                    <a:pt x="102" y="143"/>
                    <a:pt x="105" y="147"/>
                    <a:pt x="107" y="150"/>
                  </a:cubicBezTo>
                  <a:cubicBezTo>
                    <a:pt x="108" y="153"/>
                    <a:pt x="108" y="153"/>
                    <a:pt x="108" y="153"/>
                  </a:cubicBezTo>
                  <a:cubicBezTo>
                    <a:pt x="108" y="155"/>
                    <a:pt x="109" y="158"/>
                    <a:pt x="112" y="160"/>
                  </a:cubicBezTo>
                  <a:cubicBezTo>
                    <a:pt x="114" y="161"/>
                    <a:pt x="116" y="162"/>
                    <a:pt x="119" y="162"/>
                  </a:cubicBezTo>
                  <a:cubicBezTo>
                    <a:pt x="119" y="163"/>
                    <a:pt x="119" y="164"/>
                    <a:pt x="120" y="164"/>
                  </a:cubicBezTo>
                  <a:cubicBezTo>
                    <a:pt x="122" y="169"/>
                    <a:pt x="119" y="178"/>
                    <a:pt x="117" y="182"/>
                  </a:cubicBezTo>
                  <a:cubicBezTo>
                    <a:pt x="114" y="188"/>
                    <a:pt x="114" y="188"/>
                    <a:pt x="114" y="188"/>
                  </a:cubicBezTo>
                  <a:cubicBezTo>
                    <a:pt x="114" y="190"/>
                    <a:pt x="113" y="192"/>
                    <a:pt x="112" y="194"/>
                  </a:cubicBezTo>
                  <a:cubicBezTo>
                    <a:pt x="110" y="197"/>
                    <a:pt x="109" y="200"/>
                    <a:pt x="106" y="202"/>
                  </a:cubicBezTo>
                  <a:cubicBezTo>
                    <a:pt x="104" y="205"/>
                    <a:pt x="101" y="208"/>
                    <a:pt x="100" y="209"/>
                  </a:cubicBezTo>
                  <a:cubicBezTo>
                    <a:pt x="100" y="210"/>
                    <a:pt x="100" y="210"/>
                    <a:pt x="100" y="211"/>
                  </a:cubicBezTo>
                  <a:cubicBezTo>
                    <a:pt x="101" y="211"/>
                    <a:pt x="101" y="211"/>
                    <a:pt x="101" y="210"/>
                  </a:cubicBezTo>
                  <a:cubicBezTo>
                    <a:pt x="102" y="209"/>
                    <a:pt x="106" y="207"/>
                    <a:pt x="108" y="205"/>
                  </a:cubicBezTo>
                  <a:cubicBezTo>
                    <a:pt x="111" y="202"/>
                    <a:pt x="113" y="199"/>
                    <a:pt x="116" y="196"/>
                  </a:cubicBezTo>
                  <a:cubicBezTo>
                    <a:pt x="117" y="194"/>
                    <a:pt x="118" y="191"/>
                    <a:pt x="118" y="189"/>
                  </a:cubicBezTo>
                  <a:cubicBezTo>
                    <a:pt x="120" y="184"/>
                    <a:pt x="120" y="184"/>
                    <a:pt x="120" y="184"/>
                  </a:cubicBezTo>
                  <a:cubicBezTo>
                    <a:pt x="121" y="182"/>
                    <a:pt x="127" y="170"/>
                    <a:pt x="123" y="163"/>
                  </a:cubicBezTo>
                  <a:cubicBezTo>
                    <a:pt x="123" y="162"/>
                    <a:pt x="123" y="162"/>
                    <a:pt x="123" y="162"/>
                  </a:cubicBezTo>
                  <a:cubicBezTo>
                    <a:pt x="127" y="161"/>
                    <a:pt x="133" y="159"/>
                    <a:pt x="137" y="158"/>
                  </a:cubicBezTo>
                  <a:cubicBezTo>
                    <a:pt x="140" y="157"/>
                    <a:pt x="140" y="157"/>
                    <a:pt x="140" y="157"/>
                  </a:cubicBezTo>
                  <a:cubicBezTo>
                    <a:pt x="149" y="154"/>
                    <a:pt x="161" y="152"/>
                    <a:pt x="171" y="160"/>
                  </a:cubicBezTo>
                  <a:cubicBezTo>
                    <a:pt x="176" y="164"/>
                    <a:pt x="177" y="165"/>
                    <a:pt x="184" y="164"/>
                  </a:cubicBezTo>
                  <a:cubicBezTo>
                    <a:pt x="191" y="161"/>
                    <a:pt x="191" y="161"/>
                    <a:pt x="191" y="161"/>
                  </a:cubicBezTo>
                  <a:cubicBezTo>
                    <a:pt x="194" y="160"/>
                    <a:pt x="196" y="159"/>
                    <a:pt x="199" y="159"/>
                  </a:cubicBezTo>
                  <a:cubicBezTo>
                    <a:pt x="211" y="157"/>
                    <a:pt x="214" y="161"/>
                    <a:pt x="216" y="167"/>
                  </a:cubicBezTo>
                  <a:cubicBezTo>
                    <a:pt x="217" y="171"/>
                    <a:pt x="219" y="173"/>
                    <a:pt x="223" y="175"/>
                  </a:cubicBezTo>
                  <a:cubicBezTo>
                    <a:pt x="226" y="176"/>
                    <a:pt x="229" y="174"/>
                    <a:pt x="231" y="173"/>
                  </a:cubicBezTo>
                  <a:cubicBezTo>
                    <a:pt x="231" y="173"/>
                    <a:pt x="231" y="172"/>
                    <a:pt x="231" y="172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4" name="Freeform 463">
              <a:extLst>
                <a:ext uri="{FF2B5EF4-FFF2-40B4-BE49-F238E27FC236}">
                  <a16:creationId xmlns:a16="http://schemas.microsoft.com/office/drawing/2014/main" id="{DBB25BAB-0B62-4B38-8BC6-555A45F79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348"/>
              <a:ext cx="78" cy="137"/>
            </a:xfrm>
            <a:custGeom>
              <a:avLst/>
              <a:gdLst>
                <a:gd name="T0" fmla="*/ 168 w 27"/>
                <a:gd name="T1" fmla="*/ 1116 h 48"/>
                <a:gd name="T2" fmla="*/ 650 w 27"/>
                <a:gd name="T3" fmla="*/ 49 h 48"/>
                <a:gd name="T4" fmla="*/ 601 w 27"/>
                <a:gd name="T5" fmla="*/ 0 h 48"/>
                <a:gd name="T6" fmla="*/ 534 w 27"/>
                <a:gd name="T7" fmla="*/ 26 h 48"/>
                <a:gd name="T8" fmla="*/ 0 w 27"/>
                <a:gd name="T9" fmla="*/ 1090 h 48"/>
                <a:gd name="T10" fmla="*/ 0 w 27"/>
                <a:gd name="T11" fmla="*/ 1116 h 48"/>
                <a:gd name="T12" fmla="*/ 168 w 27"/>
                <a:gd name="T13" fmla="*/ 111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8">
                  <a:moveTo>
                    <a:pt x="7" y="48"/>
                  </a:moveTo>
                  <a:cubicBezTo>
                    <a:pt x="17" y="38"/>
                    <a:pt x="26" y="11"/>
                    <a:pt x="27" y="2"/>
                  </a:cubicBezTo>
                  <a:cubicBezTo>
                    <a:pt x="27" y="1"/>
                    <a:pt x="26" y="0"/>
                    <a:pt x="25" y="0"/>
                  </a:cubicBezTo>
                  <a:cubicBezTo>
                    <a:pt x="24" y="0"/>
                    <a:pt x="22" y="0"/>
                    <a:pt x="22" y="1"/>
                  </a:cubicBezTo>
                  <a:cubicBezTo>
                    <a:pt x="21" y="12"/>
                    <a:pt x="9" y="43"/>
                    <a:pt x="0" y="47"/>
                  </a:cubicBezTo>
                  <a:cubicBezTo>
                    <a:pt x="0" y="47"/>
                    <a:pt x="0" y="48"/>
                    <a:pt x="0" y="48"/>
                  </a:cubicBezTo>
                  <a:cubicBezTo>
                    <a:pt x="2" y="48"/>
                    <a:pt x="5" y="48"/>
                    <a:pt x="7" y="48"/>
                  </a:cubicBezTo>
                  <a:close/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5" name="Freeform 464">
              <a:extLst>
                <a:ext uri="{FF2B5EF4-FFF2-40B4-BE49-F238E27FC236}">
                  <a16:creationId xmlns:a16="http://schemas.microsoft.com/office/drawing/2014/main" id="{1C8ED157-7429-41B0-B01E-C2944A3AF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348"/>
              <a:ext cx="78" cy="137"/>
            </a:xfrm>
            <a:custGeom>
              <a:avLst/>
              <a:gdLst>
                <a:gd name="T0" fmla="*/ 168 w 27"/>
                <a:gd name="T1" fmla="*/ 1116 h 48"/>
                <a:gd name="T2" fmla="*/ 650 w 27"/>
                <a:gd name="T3" fmla="*/ 49 h 48"/>
                <a:gd name="T4" fmla="*/ 601 w 27"/>
                <a:gd name="T5" fmla="*/ 0 h 48"/>
                <a:gd name="T6" fmla="*/ 534 w 27"/>
                <a:gd name="T7" fmla="*/ 26 h 48"/>
                <a:gd name="T8" fmla="*/ 0 w 27"/>
                <a:gd name="T9" fmla="*/ 1090 h 48"/>
                <a:gd name="T10" fmla="*/ 0 w 27"/>
                <a:gd name="T11" fmla="*/ 1116 h 48"/>
                <a:gd name="T12" fmla="*/ 168 w 27"/>
                <a:gd name="T13" fmla="*/ 111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8">
                  <a:moveTo>
                    <a:pt x="7" y="48"/>
                  </a:moveTo>
                  <a:cubicBezTo>
                    <a:pt x="17" y="38"/>
                    <a:pt x="26" y="11"/>
                    <a:pt x="27" y="2"/>
                  </a:cubicBezTo>
                  <a:cubicBezTo>
                    <a:pt x="27" y="1"/>
                    <a:pt x="26" y="0"/>
                    <a:pt x="25" y="0"/>
                  </a:cubicBezTo>
                  <a:cubicBezTo>
                    <a:pt x="24" y="0"/>
                    <a:pt x="22" y="0"/>
                    <a:pt x="22" y="1"/>
                  </a:cubicBezTo>
                  <a:cubicBezTo>
                    <a:pt x="21" y="12"/>
                    <a:pt x="9" y="43"/>
                    <a:pt x="0" y="47"/>
                  </a:cubicBezTo>
                  <a:cubicBezTo>
                    <a:pt x="0" y="47"/>
                    <a:pt x="0" y="48"/>
                    <a:pt x="0" y="48"/>
                  </a:cubicBezTo>
                  <a:cubicBezTo>
                    <a:pt x="2" y="48"/>
                    <a:pt x="5" y="48"/>
                    <a:pt x="7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6" name="Freeform 465">
              <a:extLst>
                <a:ext uri="{FF2B5EF4-FFF2-40B4-BE49-F238E27FC236}">
                  <a16:creationId xmlns:a16="http://schemas.microsoft.com/office/drawing/2014/main" id="{E0B10FB3-C3DD-4D45-B561-1768F783D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348"/>
              <a:ext cx="15" cy="9"/>
            </a:xfrm>
            <a:custGeom>
              <a:avLst/>
              <a:gdLst>
                <a:gd name="T0" fmla="*/ 0 w 5"/>
                <a:gd name="T1" fmla="*/ 27 h 3"/>
                <a:gd name="T2" fmla="*/ 81 w 5"/>
                <a:gd name="T3" fmla="*/ 0 h 3"/>
                <a:gd name="T4" fmla="*/ 135 w 5"/>
                <a:gd name="T5" fmla="*/ 54 h 3"/>
                <a:gd name="T6" fmla="*/ 81 w 5"/>
                <a:gd name="T7" fmla="*/ 81 h 3"/>
                <a:gd name="T8" fmla="*/ 0 w 5"/>
                <a:gd name="T9" fmla="*/ 2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7" name="Oval 466">
              <a:extLst>
                <a:ext uri="{FF2B5EF4-FFF2-40B4-BE49-F238E27FC236}">
                  <a16:creationId xmlns:a16="http://schemas.microsoft.com/office/drawing/2014/main" id="{50CEAD52-49A4-4774-91D8-D7D0389ED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497"/>
              <a:ext cx="15" cy="14"/>
            </a:xfrm>
            <a:prstGeom prst="ellipse">
              <a:avLst/>
            </a:prstGeom>
            <a:solidFill>
              <a:srgbClr val="F6B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1508" name="Oval 467">
              <a:extLst>
                <a:ext uri="{FF2B5EF4-FFF2-40B4-BE49-F238E27FC236}">
                  <a16:creationId xmlns:a16="http://schemas.microsoft.com/office/drawing/2014/main" id="{FB6E9191-9230-4566-9121-CCE2552DA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500"/>
              <a:ext cx="9" cy="8"/>
            </a:xfrm>
            <a:prstGeom prst="ellipse">
              <a:avLst/>
            </a:prstGeom>
            <a:solidFill>
              <a:srgbClr val="A80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1509" name="Oval 468">
              <a:extLst>
                <a:ext uri="{FF2B5EF4-FFF2-40B4-BE49-F238E27FC236}">
                  <a16:creationId xmlns:a16="http://schemas.microsoft.com/office/drawing/2014/main" id="{5C9D7335-A2A5-49A6-A674-58A5BA034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497"/>
              <a:ext cx="17" cy="14"/>
            </a:xfrm>
            <a:prstGeom prst="ellipse">
              <a:avLst/>
            </a:prstGeom>
            <a:solidFill>
              <a:srgbClr val="F6B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1510" name="Oval 469">
              <a:extLst>
                <a:ext uri="{FF2B5EF4-FFF2-40B4-BE49-F238E27FC236}">
                  <a16:creationId xmlns:a16="http://schemas.microsoft.com/office/drawing/2014/main" id="{87BF388C-0708-4858-BF77-5B77C1F77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2500"/>
              <a:ext cx="9" cy="8"/>
            </a:xfrm>
            <a:prstGeom prst="ellipse">
              <a:avLst/>
            </a:prstGeom>
            <a:solidFill>
              <a:srgbClr val="A80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1511" name="Freeform 470">
              <a:extLst>
                <a:ext uri="{FF2B5EF4-FFF2-40B4-BE49-F238E27FC236}">
                  <a16:creationId xmlns:a16="http://schemas.microsoft.com/office/drawing/2014/main" id="{C1EE1EF7-C148-4956-92DA-DAD74A959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468"/>
              <a:ext cx="57" cy="26"/>
            </a:xfrm>
            <a:custGeom>
              <a:avLst/>
              <a:gdLst>
                <a:gd name="T0" fmla="*/ 0 w 20"/>
                <a:gd name="T1" fmla="*/ 0 h 9"/>
                <a:gd name="T2" fmla="*/ 462 w 20"/>
                <a:gd name="T3" fmla="*/ 101 h 9"/>
                <a:gd name="T4" fmla="*/ 439 w 20"/>
                <a:gd name="T5" fmla="*/ 217 h 9"/>
                <a:gd name="T6" fmla="*/ 188 w 20"/>
                <a:gd name="T7" fmla="*/ 1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cubicBezTo>
                    <a:pt x="6" y="2"/>
                    <a:pt x="14" y="3"/>
                    <a:pt x="20" y="4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8" y="6"/>
                    <a:pt x="8" y="6"/>
                    <a:pt x="8" y="6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2" name="Freeform 471">
              <a:extLst>
                <a:ext uri="{FF2B5EF4-FFF2-40B4-BE49-F238E27FC236}">
                  <a16:creationId xmlns:a16="http://schemas.microsoft.com/office/drawing/2014/main" id="{70EE06FF-2F72-483C-BD2A-D11A0A8DF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348"/>
              <a:ext cx="80" cy="137"/>
            </a:xfrm>
            <a:custGeom>
              <a:avLst/>
              <a:gdLst>
                <a:gd name="T0" fmla="*/ 466 w 28"/>
                <a:gd name="T1" fmla="*/ 1116 h 48"/>
                <a:gd name="T2" fmla="*/ 0 w 28"/>
                <a:gd name="T3" fmla="*/ 49 h 48"/>
                <a:gd name="T4" fmla="*/ 49 w 28"/>
                <a:gd name="T5" fmla="*/ 0 h 48"/>
                <a:gd name="T6" fmla="*/ 114 w 28"/>
                <a:gd name="T7" fmla="*/ 26 h 48"/>
                <a:gd name="T8" fmla="*/ 629 w 28"/>
                <a:gd name="T9" fmla="*/ 1090 h 48"/>
                <a:gd name="T10" fmla="*/ 654 w 28"/>
                <a:gd name="T11" fmla="*/ 1116 h 48"/>
                <a:gd name="T12" fmla="*/ 466 w 28"/>
                <a:gd name="T13" fmla="*/ 111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8">
                  <a:moveTo>
                    <a:pt x="20" y="48"/>
                  </a:moveTo>
                  <a:cubicBezTo>
                    <a:pt x="10" y="38"/>
                    <a:pt x="1" y="11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5" y="0"/>
                    <a:pt x="5" y="1"/>
                  </a:cubicBezTo>
                  <a:cubicBezTo>
                    <a:pt x="6" y="12"/>
                    <a:pt x="18" y="43"/>
                    <a:pt x="27" y="47"/>
                  </a:cubicBezTo>
                  <a:cubicBezTo>
                    <a:pt x="27" y="47"/>
                    <a:pt x="27" y="48"/>
                    <a:pt x="28" y="48"/>
                  </a:cubicBezTo>
                  <a:cubicBezTo>
                    <a:pt x="26" y="48"/>
                    <a:pt x="22" y="48"/>
                    <a:pt x="20" y="48"/>
                  </a:cubicBezTo>
                  <a:close/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3" name="Freeform 472">
              <a:extLst>
                <a:ext uri="{FF2B5EF4-FFF2-40B4-BE49-F238E27FC236}">
                  <a16:creationId xmlns:a16="http://schemas.microsoft.com/office/drawing/2014/main" id="{8D0A0067-71DF-474B-BD0D-D7B5F9954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348"/>
              <a:ext cx="80" cy="137"/>
            </a:xfrm>
            <a:custGeom>
              <a:avLst/>
              <a:gdLst>
                <a:gd name="T0" fmla="*/ 466 w 28"/>
                <a:gd name="T1" fmla="*/ 1116 h 48"/>
                <a:gd name="T2" fmla="*/ 0 w 28"/>
                <a:gd name="T3" fmla="*/ 49 h 48"/>
                <a:gd name="T4" fmla="*/ 49 w 28"/>
                <a:gd name="T5" fmla="*/ 0 h 48"/>
                <a:gd name="T6" fmla="*/ 114 w 28"/>
                <a:gd name="T7" fmla="*/ 26 h 48"/>
                <a:gd name="T8" fmla="*/ 629 w 28"/>
                <a:gd name="T9" fmla="*/ 1090 h 48"/>
                <a:gd name="T10" fmla="*/ 654 w 28"/>
                <a:gd name="T11" fmla="*/ 1116 h 48"/>
                <a:gd name="T12" fmla="*/ 466 w 28"/>
                <a:gd name="T13" fmla="*/ 111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8">
                  <a:moveTo>
                    <a:pt x="20" y="48"/>
                  </a:moveTo>
                  <a:cubicBezTo>
                    <a:pt x="10" y="38"/>
                    <a:pt x="1" y="11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5" y="0"/>
                    <a:pt x="5" y="1"/>
                  </a:cubicBezTo>
                  <a:cubicBezTo>
                    <a:pt x="6" y="12"/>
                    <a:pt x="18" y="43"/>
                    <a:pt x="27" y="47"/>
                  </a:cubicBezTo>
                  <a:cubicBezTo>
                    <a:pt x="27" y="47"/>
                    <a:pt x="27" y="48"/>
                    <a:pt x="28" y="48"/>
                  </a:cubicBezTo>
                  <a:cubicBezTo>
                    <a:pt x="26" y="48"/>
                    <a:pt x="22" y="48"/>
                    <a:pt x="20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4" name="Freeform 473">
              <a:extLst>
                <a:ext uri="{FF2B5EF4-FFF2-40B4-BE49-F238E27FC236}">
                  <a16:creationId xmlns:a16="http://schemas.microsoft.com/office/drawing/2014/main" id="{DB87C379-B201-453B-A741-F51617DC7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348"/>
              <a:ext cx="15" cy="9"/>
            </a:xfrm>
            <a:custGeom>
              <a:avLst/>
              <a:gdLst>
                <a:gd name="T0" fmla="*/ 135 w 5"/>
                <a:gd name="T1" fmla="*/ 27 h 3"/>
                <a:gd name="T2" fmla="*/ 54 w 5"/>
                <a:gd name="T3" fmla="*/ 0 h 3"/>
                <a:gd name="T4" fmla="*/ 0 w 5"/>
                <a:gd name="T5" fmla="*/ 54 h 3"/>
                <a:gd name="T6" fmla="*/ 54 w 5"/>
                <a:gd name="T7" fmla="*/ 81 h 3"/>
                <a:gd name="T8" fmla="*/ 135 w 5"/>
                <a:gd name="T9" fmla="*/ 2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4" y="3"/>
                    <a:pt x="5" y="2"/>
                    <a:pt x="5" y="1"/>
                  </a:cubicBezTo>
                  <a:close/>
                </a:path>
              </a:pathLst>
            </a:custGeom>
            <a:solidFill>
              <a:srgbClr val="FFF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5" name="Freeform 474">
              <a:extLst>
                <a:ext uri="{FF2B5EF4-FFF2-40B4-BE49-F238E27FC236}">
                  <a16:creationId xmlns:a16="http://schemas.microsoft.com/office/drawing/2014/main" id="{954CB670-EB58-4C4D-8DB5-ED50C9F08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468"/>
              <a:ext cx="57" cy="26"/>
            </a:xfrm>
            <a:custGeom>
              <a:avLst/>
              <a:gdLst>
                <a:gd name="T0" fmla="*/ 462 w 20"/>
                <a:gd name="T1" fmla="*/ 0 h 9"/>
                <a:gd name="T2" fmla="*/ 0 w 20"/>
                <a:gd name="T3" fmla="*/ 101 h 9"/>
                <a:gd name="T4" fmla="*/ 26 w 20"/>
                <a:gd name="T5" fmla="*/ 217 h 9"/>
                <a:gd name="T6" fmla="*/ 276 w 20"/>
                <a:gd name="T7" fmla="*/ 1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cubicBezTo>
                    <a:pt x="14" y="2"/>
                    <a:pt x="6" y="3"/>
                    <a:pt x="0" y="4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2" y="6"/>
                    <a:pt x="12" y="6"/>
                    <a:pt x="12" y="6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6" name="Freeform 475">
              <a:extLst>
                <a:ext uri="{FF2B5EF4-FFF2-40B4-BE49-F238E27FC236}">
                  <a16:creationId xmlns:a16="http://schemas.microsoft.com/office/drawing/2014/main" id="{9758B718-BD0F-48FB-8EFB-4461CB257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434"/>
              <a:ext cx="658" cy="695"/>
            </a:xfrm>
            <a:custGeom>
              <a:avLst/>
              <a:gdLst>
                <a:gd name="T0" fmla="*/ 5270 w 230"/>
                <a:gd name="T1" fmla="*/ 26 h 243"/>
                <a:gd name="T2" fmla="*/ 3462 w 230"/>
                <a:gd name="T3" fmla="*/ 515 h 243"/>
                <a:gd name="T4" fmla="*/ 3559 w 230"/>
                <a:gd name="T5" fmla="*/ 606 h 243"/>
                <a:gd name="T6" fmla="*/ 5032 w 230"/>
                <a:gd name="T7" fmla="*/ 255 h 243"/>
                <a:gd name="T8" fmla="*/ 4517 w 230"/>
                <a:gd name="T9" fmla="*/ 378 h 243"/>
                <a:gd name="T10" fmla="*/ 3444 w 230"/>
                <a:gd name="T11" fmla="*/ 2340 h 243"/>
                <a:gd name="T12" fmla="*/ 3207 w 230"/>
                <a:gd name="T13" fmla="*/ 3109 h 243"/>
                <a:gd name="T14" fmla="*/ 3136 w 230"/>
                <a:gd name="T15" fmla="*/ 3109 h 243"/>
                <a:gd name="T16" fmla="*/ 3093 w 230"/>
                <a:gd name="T17" fmla="*/ 3092 h 243"/>
                <a:gd name="T18" fmla="*/ 2881 w 230"/>
                <a:gd name="T19" fmla="*/ 3092 h 243"/>
                <a:gd name="T20" fmla="*/ 2669 w 230"/>
                <a:gd name="T21" fmla="*/ 2929 h 243"/>
                <a:gd name="T22" fmla="*/ 2440 w 230"/>
                <a:gd name="T23" fmla="*/ 2666 h 243"/>
                <a:gd name="T24" fmla="*/ 2340 w 230"/>
                <a:gd name="T25" fmla="*/ 2643 h 243"/>
                <a:gd name="T26" fmla="*/ 2415 w 230"/>
                <a:gd name="T27" fmla="*/ 2717 h 243"/>
                <a:gd name="T28" fmla="*/ 2603 w 230"/>
                <a:gd name="T29" fmla="*/ 2929 h 243"/>
                <a:gd name="T30" fmla="*/ 2907 w 230"/>
                <a:gd name="T31" fmla="*/ 3158 h 243"/>
                <a:gd name="T32" fmla="*/ 3021 w 230"/>
                <a:gd name="T33" fmla="*/ 3158 h 243"/>
                <a:gd name="T34" fmla="*/ 2995 w 230"/>
                <a:gd name="T35" fmla="*/ 3183 h 243"/>
                <a:gd name="T36" fmla="*/ 2855 w 230"/>
                <a:gd name="T37" fmla="*/ 3298 h 243"/>
                <a:gd name="T38" fmla="*/ 2766 w 230"/>
                <a:gd name="T39" fmla="*/ 3461 h 243"/>
                <a:gd name="T40" fmla="*/ 2692 w 230"/>
                <a:gd name="T41" fmla="*/ 3649 h 243"/>
                <a:gd name="T42" fmla="*/ 2226 w 230"/>
                <a:gd name="T43" fmla="*/ 3598 h 243"/>
                <a:gd name="T44" fmla="*/ 1333 w 230"/>
                <a:gd name="T45" fmla="*/ 3672 h 243"/>
                <a:gd name="T46" fmla="*/ 958 w 230"/>
                <a:gd name="T47" fmla="*/ 3672 h 243"/>
                <a:gd name="T48" fmla="*/ 255 w 230"/>
                <a:gd name="T49" fmla="*/ 3887 h 243"/>
                <a:gd name="T50" fmla="*/ 26 w 230"/>
                <a:gd name="T51" fmla="*/ 4024 h 243"/>
                <a:gd name="T52" fmla="*/ 0 w 230"/>
                <a:gd name="T53" fmla="*/ 4050 h 243"/>
                <a:gd name="T54" fmla="*/ 352 w 230"/>
                <a:gd name="T55" fmla="*/ 3910 h 243"/>
                <a:gd name="T56" fmla="*/ 933 w 230"/>
                <a:gd name="T57" fmla="*/ 3764 h 243"/>
                <a:gd name="T58" fmla="*/ 1408 w 230"/>
                <a:gd name="T59" fmla="*/ 3747 h 243"/>
                <a:gd name="T60" fmla="*/ 2203 w 230"/>
                <a:gd name="T61" fmla="*/ 3698 h 243"/>
                <a:gd name="T62" fmla="*/ 2340 w 230"/>
                <a:gd name="T63" fmla="*/ 3812 h 243"/>
                <a:gd name="T64" fmla="*/ 1596 w 230"/>
                <a:gd name="T65" fmla="*/ 4590 h 243"/>
                <a:gd name="T66" fmla="*/ 1170 w 230"/>
                <a:gd name="T67" fmla="*/ 5220 h 243"/>
                <a:gd name="T68" fmla="*/ 1262 w 230"/>
                <a:gd name="T69" fmla="*/ 5611 h 243"/>
                <a:gd name="T70" fmla="*/ 1333 w 230"/>
                <a:gd name="T71" fmla="*/ 5686 h 243"/>
                <a:gd name="T72" fmla="*/ 1310 w 230"/>
                <a:gd name="T73" fmla="*/ 5594 h 243"/>
                <a:gd name="T74" fmla="*/ 1262 w 230"/>
                <a:gd name="T75" fmla="*/ 5357 h 243"/>
                <a:gd name="T76" fmla="*/ 1244 w 230"/>
                <a:gd name="T77" fmla="*/ 5220 h 243"/>
                <a:gd name="T78" fmla="*/ 1614 w 230"/>
                <a:gd name="T79" fmla="*/ 4679 h 243"/>
                <a:gd name="T80" fmla="*/ 2366 w 230"/>
                <a:gd name="T81" fmla="*/ 3910 h 243"/>
                <a:gd name="T82" fmla="*/ 2784 w 230"/>
                <a:gd name="T83" fmla="*/ 3747 h 243"/>
                <a:gd name="T84" fmla="*/ 2907 w 230"/>
                <a:gd name="T85" fmla="*/ 3509 h 243"/>
                <a:gd name="T86" fmla="*/ 3259 w 230"/>
                <a:gd name="T87" fmla="*/ 3232 h 243"/>
                <a:gd name="T88" fmla="*/ 3585 w 230"/>
                <a:gd name="T89" fmla="*/ 2314 h 243"/>
                <a:gd name="T90" fmla="*/ 3585 w 230"/>
                <a:gd name="T91" fmla="*/ 1685 h 243"/>
                <a:gd name="T92" fmla="*/ 5058 w 230"/>
                <a:gd name="T93" fmla="*/ 466 h 243"/>
                <a:gd name="T94" fmla="*/ 5295 w 230"/>
                <a:gd name="T95" fmla="*/ 163 h 243"/>
                <a:gd name="T96" fmla="*/ 5361 w 230"/>
                <a:gd name="T97" fmla="*/ 49 h 24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30" h="243">
                  <a:moveTo>
                    <a:pt x="229" y="2"/>
                  </a:moveTo>
                  <a:cubicBezTo>
                    <a:pt x="228" y="0"/>
                    <a:pt x="226" y="0"/>
                    <a:pt x="225" y="1"/>
                  </a:cubicBezTo>
                  <a:cubicBezTo>
                    <a:pt x="220" y="4"/>
                    <a:pt x="206" y="9"/>
                    <a:pt x="197" y="7"/>
                  </a:cubicBezTo>
                  <a:cubicBezTo>
                    <a:pt x="187" y="6"/>
                    <a:pt x="159" y="12"/>
                    <a:pt x="148" y="22"/>
                  </a:cubicBezTo>
                  <a:cubicBezTo>
                    <a:pt x="147" y="23"/>
                    <a:pt x="147" y="25"/>
                    <a:pt x="148" y="26"/>
                  </a:cubicBezTo>
                  <a:cubicBezTo>
                    <a:pt x="149" y="28"/>
                    <a:pt x="151" y="28"/>
                    <a:pt x="152" y="26"/>
                  </a:cubicBezTo>
                  <a:cubicBezTo>
                    <a:pt x="162" y="18"/>
                    <a:pt x="187" y="12"/>
                    <a:pt x="196" y="13"/>
                  </a:cubicBezTo>
                  <a:cubicBezTo>
                    <a:pt x="201" y="14"/>
                    <a:pt x="209" y="13"/>
                    <a:pt x="215" y="11"/>
                  </a:cubicBezTo>
                  <a:cubicBezTo>
                    <a:pt x="215" y="12"/>
                    <a:pt x="214" y="12"/>
                    <a:pt x="214" y="12"/>
                  </a:cubicBezTo>
                  <a:cubicBezTo>
                    <a:pt x="207" y="14"/>
                    <a:pt x="200" y="15"/>
                    <a:pt x="193" y="16"/>
                  </a:cubicBezTo>
                  <a:cubicBezTo>
                    <a:pt x="170" y="20"/>
                    <a:pt x="146" y="36"/>
                    <a:pt x="145" y="71"/>
                  </a:cubicBezTo>
                  <a:cubicBezTo>
                    <a:pt x="145" y="71"/>
                    <a:pt x="146" y="95"/>
                    <a:pt x="147" y="100"/>
                  </a:cubicBezTo>
                  <a:cubicBezTo>
                    <a:pt x="149" y="108"/>
                    <a:pt x="151" y="118"/>
                    <a:pt x="147" y="126"/>
                  </a:cubicBezTo>
                  <a:cubicBezTo>
                    <a:pt x="145" y="130"/>
                    <a:pt x="142" y="131"/>
                    <a:pt x="137" y="133"/>
                  </a:cubicBezTo>
                  <a:cubicBezTo>
                    <a:pt x="137" y="133"/>
                    <a:pt x="136" y="133"/>
                    <a:pt x="136" y="133"/>
                  </a:cubicBezTo>
                  <a:cubicBezTo>
                    <a:pt x="134" y="133"/>
                    <a:pt x="134" y="133"/>
                    <a:pt x="134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0" y="131"/>
                    <a:pt x="130" y="131"/>
                    <a:pt x="130" y="131"/>
                  </a:cubicBezTo>
                  <a:cubicBezTo>
                    <a:pt x="127" y="130"/>
                    <a:pt x="125" y="131"/>
                    <a:pt x="123" y="132"/>
                  </a:cubicBezTo>
                  <a:cubicBezTo>
                    <a:pt x="121" y="132"/>
                    <a:pt x="120" y="133"/>
                    <a:pt x="119" y="132"/>
                  </a:cubicBezTo>
                  <a:cubicBezTo>
                    <a:pt x="116" y="131"/>
                    <a:pt x="115" y="128"/>
                    <a:pt x="114" y="125"/>
                  </a:cubicBezTo>
                  <a:cubicBezTo>
                    <a:pt x="112" y="120"/>
                    <a:pt x="112" y="120"/>
                    <a:pt x="112" y="120"/>
                  </a:cubicBezTo>
                  <a:cubicBezTo>
                    <a:pt x="110" y="117"/>
                    <a:pt x="105" y="115"/>
                    <a:pt x="104" y="114"/>
                  </a:cubicBezTo>
                  <a:cubicBezTo>
                    <a:pt x="102" y="113"/>
                    <a:pt x="102" y="113"/>
                    <a:pt x="102" y="113"/>
                  </a:cubicBezTo>
                  <a:cubicBezTo>
                    <a:pt x="101" y="112"/>
                    <a:pt x="100" y="112"/>
                    <a:pt x="100" y="113"/>
                  </a:cubicBezTo>
                  <a:cubicBezTo>
                    <a:pt x="100" y="113"/>
                    <a:pt x="100" y="114"/>
                    <a:pt x="100" y="114"/>
                  </a:cubicBezTo>
                  <a:cubicBezTo>
                    <a:pt x="103" y="116"/>
                    <a:pt x="103" y="116"/>
                    <a:pt x="103" y="116"/>
                  </a:cubicBezTo>
                  <a:cubicBezTo>
                    <a:pt x="104" y="117"/>
                    <a:pt x="108" y="119"/>
                    <a:pt x="109" y="121"/>
                  </a:cubicBezTo>
                  <a:cubicBezTo>
                    <a:pt x="111" y="125"/>
                    <a:pt x="111" y="125"/>
                    <a:pt x="111" y="125"/>
                  </a:cubicBezTo>
                  <a:cubicBezTo>
                    <a:pt x="112" y="129"/>
                    <a:pt x="113" y="135"/>
                    <a:pt x="118" y="136"/>
                  </a:cubicBezTo>
                  <a:cubicBezTo>
                    <a:pt x="120" y="137"/>
                    <a:pt x="123" y="136"/>
                    <a:pt x="124" y="135"/>
                  </a:cubicBezTo>
                  <a:cubicBezTo>
                    <a:pt x="126" y="135"/>
                    <a:pt x="127" y="134"/>
                    <a:pt x="128" y="135"/>
                  </a:cubicBezTo>
                  <a:cubicBezTo>
                    <a:pt x="129" y="135"/>
                    <a:pt x="129" y="135"/>
                    <a:pt x="129" y="135"/>
                  </a:cubicBezTo>
                  <a:cubicBezTo>
                    <a:pt x="129" y="135"/>
                    <a:pt x="129" y="135"/>
                    <a:pt x="129" y="135"/>
                  </a:cubicBezTo>
                  <a:cubicBezTo>
                    <a:pt x="129" y="136"/>
                    <a:pt x="128" y="136"/>
                    <a:pt x="128" y="136"/>
                  </a:cubicBezTo>
                  <a:cubicBezTo>
                    <a:pt x="126" y="137"/>
                    <a:pt x="124" y="139"/>
                    <a:pt x="123" y="141"/>
                  </a:cubicBezTo>
                  <a:cubicBezTo>
                    <a:pt x="123" y="141"/>
                    <a:pt x="122" y="141"/>
                    <a:pt x="122" y="141"/>
                  </a:cubicBezTo>
                  <a:cubicBezTo>
                    <a:pt x="120" y="144"/>
                    <a:pt x="120" y="144"/>
                    <a:pt x="120" y="144"/>
                  </a:cubicBezTo>
                  <a:cubicBezTo>
                    <a:pt x="119" y="145"/>
                    <a:pt x="119" y="147"/>
                    <a:pt x="118" y="148"/>
                  </a:cubicBezTo>
                  <a:cubicBezTo>
                    <a:pt x="117" y="152"/>
                    <a:pt x="117" y="152"/>
                    <a:pt x="117" y="152"/>
                  </a:cubicBezTo>
                  <a:cubicBezTo>
                    <a:pt x="116" y="154"/>
                    <a:pt x="116" y="155"/>
                    <a:pt x="115" y="156"/>
                  </a:cubicBezTo>
                  <a:cubicBezTo>
                    <a:pt x="114" y="157"/>
                    <a:pt x="110" y="158"/>
                    <a:pt x="106" y="157"/>
                  </a:cubicBezTo>
                  <a:cubicBezTo>
                    <a:pt x="103" y="157"/>
                    <a:pt x="99" y="155"/>
                    <a:pt x="95" y="154"/>
                  </a:cubicBezTo>
                  <a:cubicBezTo>
                    <a:pt x="92" y="153"/>
                    <a:pt x="92" y="153"/>
                    <a:pt x="92" y="153"/>
                  </a:cubicBezTo>
                  <a:cubicBezTo>
                    <a:pt x="81" y="150"/>
                    <a:pt x="68" y="147"/>
                    <a:pt x="57" y="157"/>
                  </a:cubicBezTo>
                  <a:cubicBezTo>
                    <a:pt x="53" y="160"/>
                    <a:pt x="53" y="161"/>
                    <a:pt x="48" y="160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38" y="156"/>
                    <a:pt x="36" y="155"/>
                    <a:pt x="33" y="155"/>
                  </a:cubicBezTo>
                  <a:cubicBezTo>
                    <a:pt x="20" y="153"/>
                    <a:pt x="14" y="157"/>
                    <a:pt x="11" y="166"/>
                  </a:cubicBezTo>
                  <a:cubicBezTo>
                    <a:pt x="10" y="168"/>
                    <a:pt x="10" y="171"/>
                    <a:pt x="7" y="172"/>
                  </a:cubicBezTo>
                  <a:cubicBezTo>
                    <a:pt x="5" y="173"/>
                    <a:pt x="2" y="172"/>
                    <a:pt x="1" y="172"/>
                  </a:cubicBezTo>
                  <a:cubicBezTo>
                    <a:pt x="1" y="171"/>
                    <a:pt x="0" y="171"/>
                    <a:pt x="0" y="172"/>
                  </a:cubicBezTo>
                  <a:cubicBezTo>
                    <a:pt x="0" y="172"/>
                    <a:pt x="0" y="173"/>
                    <a:pt x="0" y="173"/>
                  </a:cubicBezTo>
                  <a:cubicBezTo>
                    <a:pt x="2" y="174"/>
                    <a:pt x="4" y="176"/>
                    <a:pt x="8" y="175"/>
                  </a:cubicBezTo>
                  <a:cubicBezTo>
                    <a:pt x="11" y="173"/>
                    <a:pt x="14" y="171"/>
                    <a:pt x="15" y="167"/>
                  </a:cubicBezTo>
                  <a:cubicBezTo>
                    <a:pt x="17" y="161"/>
                    <a:pt x="20" y="157"/>
                    <a:pt x="32" y="159"/>
                  </a:cubicBezTo>
                  <a:cubicBezTo>
                    <a:pt x="35" y="159"/>
                    <a:pt x="37" y="160"/>
                    <a:pt x="40" y="161"/>
                  </a:cubicBezTo>
                  <a:cubicBezTo>
                    <a:pt x="47" y="164"/>
                    <a:pt x="47" y="164"/>
                    <a:pt x="47" y="164"/>
                  </a:cubicBezTo>
                  <a:cubicBezTo>
                    <a:pt x="53" y="165"/>
                    <a:pt x="55" y="164"/>
                    <a:pt x="60" y="160"/>
                  </a:cubicBezTo>
                  <a:cubicBezTo>
                    <a:pt x="69" y="152"/>
                    <a:pt x="81" y="154"/>
                    <a:pt x="91" y="157"/>
                  </a:cubicBezTo>
                  <a:cubicBezTo>
                    <a:pt x="94" y="158"/>
                    <a:pt x="94" y="158"/>
                    <a:pt x="94" y="158"/>
                  </a:cubicBezTo>
                  <a:cubicBezTo>
                    <a:pt x="97" y="159"/>
                    <a:pt x="102" y="161"/>
                    <a:pt x="106" y="161"/>
                  </a:cubicBezTo>
                  <a:cubicBezTo>
                    <a:pt x="104" y="162"/>
                    <a:pt x="102" y="163"/>
                    <a:pt x="100" y="163"/>
                  </a:cubicBezTo>
                  <a:cubicBezTo>
                    <a:pt x="94" y="165"/>
                    <a:pt x="82" y="168"/>
                    <a:pt x="80" y="179"/>
                  </a:cubicBezTo>
                  <a:cubicBezTo>
                    <a:pt x="79" y="187"/>
                    <a:pt x="77" y="193"/>
                    <a:pt x="68" y="196"/>
                  </a:cubicBezTo>
                  <a:cubicBezTo>
                    <a:pt x="59" y="199"/>
                    <a:pt x="53" y="204"/>
                    <a:pt x="50" y="212"/>
                  </a:cubicBezTo>
                  <a:cubicBezTo>
                    <a:pt x="48" y="217"/>
                    <a:pt x="49" y="220"/>
                    <a:pt x="50" y="223"/>
                  </a:cubicBezTo>
                  <a:cubicBezTo>
                    <a:pt x="50" y="223"/>
                    <a:pt x="51" y="235"/>
                    <a:pt x="53" y="238"/>
                  </a:cubicBezTo>
                  <a:cubicBezTo>
                    <a:pt x="54" y="240"/>
                    <a:pt x="54" y="240"/>
                    <a:pt x="54" y="240"/>
                  </a:cubicBezTo>
                  <a:cubicBezTo>
                    <a:pt x="54" y="241"/>
                    <a:pt x="55" y="242"/>
                    <a:pt x="56" y="243"/>
                  </a:cubicBezTo>
                  <a:cubicBezTo>
                    <a:pt x="56" y="243"/>
                    <a:pt x="57" y="243"/>
                    <a:pt x="57" y="243"/>
                  </a:cubicBezTo>
                  <a:cubicBezTo>
                    <a:pt x="57" y="242"/>
                    <a:pt x="57" y="242"/>
                    <a:pt x="57" y="241"/>
                  </a:cubicBezTo>
                  <a:cubicBezTo>
                    <a:pt x="56" y="241"/>
                    <a:pt x="56" y="240"/>
                    <a:pt x="56" y="239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55" y="236"/>
                    <a:pt x="54" y="231"/>
                    <a:pt x="54" y="229"/>
                  </a:cubicBezTo>
                  <a:cubicBezTo>
                    <a:pt x="54" y="228"/>
                    <a:pt x="54" y="228"/>
                    <a:pt x="54" y="228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52" y="220"/>
                    <a:pt x="52" y="217"/>
                    <a:pt x="53" y="214"/>
                  </a:cubicBezTo>
                  <a:cubicBezTo>
                    <a:pt x="56" y="207"/>
                    <a:pt x="62" y="202"/>
                    <a:pt x="69" y="200"/>
                  </a:cubicBezTo>
                  <a:cubicBezTo>
                    <a:pt x="81" y="196"/>
                    <a:pt x="83" y="188"/>
                    <a:pt x="84" y="179"/>
                  </a:cubicBezTo>
                  <a:cubicBezTo>
                    <a:pt x="85" y="172"/>
                    <a:pt x="93" y="169"/>
                    <a:pt x="101" y="167"/>
                  </a:cubicBezTo>
                  <a:cubicBezTo>
                    <a:pt x="106" y="166"/>
                    <a:pt x="110" y="164"/>
                    <a:pt x="114" y="162"/>
                  </a:cubicBezTo>
                  <a:cubicBezTo>
                    <a:pt x="116" y="162"/>
                    <a:pt x="117" y="161"/>
                    <a:pt x="119" y="160"/>
                  </a:cubicBezTo>
                  <a:cubicBezTo>
                    <a:pt x="121" y="158"/>
                    <a:pt x="122" y="155"/>
                    <a:pt x="123" y="153"/>
                  </a:cubicBezTo>
                  <a:cubicBezTo>
                    <a:pt x="124" y="150"/>
                    <a:pt x="124" y="150"/>
                    <a:pt x="124" y="150"/>
                  </a:cubicBezTo>
                  <a:cubicBezTo>
                    <a:pt x="125" y="147"/>
                    <a:pt x="128" y="143"/>
                    <a:pt x="131" y="141"/>
                  </a:cubicBezTo>
                  <a:cubicBezTo>
                    <a:pt x="133" y="140"/>
                    <a:pt x="136" y="139"/>
                    <a:pt x="139" y="138"/>
                  </a:cubicBezTo>
                  <a:cubicBezTo>
                    <a:pt x="144" y="137"/>
                    <a:pt x="150" y="135"/>
                    <a:pt x="153" y="128"/>
                  </a:cubicBezTo>
                  <a:cubicBezTo>
                    <a:pt x="157" y="119"/>
                    <a:pt x="155" y="108"/>
                    <a:pt x="153" y="99"/>
                  </a:cubicBezTo>
                  <a:cubicBezTo>
                    <a:pt x="152" y="94"/>
                    <a:pt x="152" y="90"/>
                    <a:pt x="153" y="84"/>
                  </a:cubicBezTo>
                  <a:cubicBezTo>
                    <a:pt x="153" y="80"/>
                    <a:pt x="153" y="72"/>
                    <a:pt x="153" y="72"/>
                  </a:cubicBezTo>
                  <a:cubicBezTo>
                    <a:pt x="154" y="32"/>
                    <a:pt x="188" y="25"/>
                    <a:pt x="194" y="24"/>
                  </a:cubicBezTo>
                  <a:cubicBezTo>
                    <a:pt x="201" y="23"/>
                    <a:pt x="209" y="21"/>
                    <a:pt x="216" y="20"/>
                  </a:cubicBezTo>
                  <a:cubicBezTo>
                    <a:pt x="221" y="18"/>
                    <a:pt x="226" y="14"/>
                    <a:pt x="228" y="8"/>
                  </a:cubicBezTo>
                  <a:cubicBezTo>
                    <a:pt x="226" y="7"/>
                    <a:pt x="226" y="7"/>
                    <a:pt x="226" y="7"/>
                  </a:cubicBezTo>
                  <a:cubicBezTo>
                    <a:pt x="227" y="7"/>
                    <a:pt x="228" y="6"/>
                    <a:pt x="229" y="6"/>
                  </a:cubicBezTo>
                  <a:cubicBezTo>
                    <a:pt x="230" y="5"/>
                    <a:pt x="230" y="3"/>
                    <a:pt x="229" y="2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7" name="Freeform 476">
              <a:extLst>
                <a:ext uri="{FF2B5EF4-FFF2-40B4-BE49-F238E27FC236}">
                  <a16:creationId xmlns:a16="http://schemas.microsoft.com/office/drawing/2014/main" id="{40375C19-C8D8-4805-82B7-A5C658B4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012"/>
              <a:ext cx="5" cy="251"/>
            </a:xfrm>
            <a:custGeom>
              <a:avLst/>
              <a:gdLst>
                <a:gd name="T0" fmla="*/ 0 w 2"/>
                <a:gd name="T1" fmla="*/ 0 h 88"/>
                <a:gd name="T2" fmla="*/ 33 w 2"/>
                <a:gd name="T3" fmla="*/ 2042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8">
                  <a:moveTo>
                    <a:pt x="0" y="0"/>
                  </a:moveTo>
                  <a:cubicBezTo>
                    <a:pt x="2" y="37"/>
                    <a:pt x="2" y="88"/>
                    <a:pt x="2" y="8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8" name="Freeform 477">
              <a:extLst>
                <a:ext uri="{FF2B5EF4-FFF2-40B4-BE49-F238E27FC236}">
                  <a16:creationId xmlns:a16="http://schemas.microsoft.com/office/drawing/2014/main" id="{FEA3AA61-82A2-4CD9-A1D9-9F5BA7C83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012"/>
              <a:ext cx="5" cy="251"/>
            </a:xfrm>
            <a:custGeom>
              <a:avLst/>
              <a:gdLst>
                <a:gd name="T0" fmla="*/ 33 w 2"/>
                <a:gd name="T1" fmla="*/ 0 h 88"/>
                <a:gd name="T2" fmla="*/ 0 w 2"/>
                <a:gd name="T3" fmla="*/ 2042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8">
                  <a:moveTo>
                    <a:pt x="2" y="0"/>
                  </a:moveTo>
                  <a:cubicBezTo>
                    <a:pt x="0" y="37"/>
                    <a:pt x="0" y="88"/>
                    <a:pt x="0" y="8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9" name="Freeform 478">
              <a:extLst>
                <a:ext uri="{FF2B5EF4-FFF2-40B4-BE49-F238E27FC236}">
                  <a16:creationId xmlns:a16="http://schemas.microsoft.com/office/drawing/2014/main" id="{4DC12E2F-8934-42E7-8809-709611C6A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345"/>
              <a:ext cx="29" cy="37"/>
            </a:xfrm>
            <a:custGeom>
              <a:avLst/>
              <a:gdLst>
                <a:gd name="T0" fmla="*/ 128 w 10"/>
                <a:gd name="T1" fmla="*/ 0 h 13"/>
                <a:gd name="T2" fmla="*/ 0 w 10"/>
                <a:gd name="T3" fmla="*/ 114 h 13"/>
                <a:gd name="T4" fmla="*/ 142 w 10"/>
                <a:gd name="T5" fmla="*/ 299 h 13"/>
                <a:gd name="T6" fmla="*/ 244 w 10"/>
                <a:gd name="T7" fmla="*/ 88 h 13"/>
                <a:gd name="T8" fmla="*/ 142 w 10"/>
                <a:gd name="T9" fmla="*/ 2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5" y="0"/>
                  </a:moveTo>
                  <a:cubicBezTo>
                    <a:pt x="3" y="2"/>
                    <a:pt x="2" y="4"/>
                    <a:pt x="0" y="5"/>
                  </a:cubicBezTo>
                  <a:cubicBezTo>
                    <a:pt x="2" y="8"/>
                    <a:pt x="4" y="11"/>
                    <a:pt x="6" y="13"/>
                  </a:cubicBezTo>
                  <a:cubicBezTo>
                    <a:pt x="8" y="11"/>
                    <a:pt x="8" y="7"/>
                    <a:pt x="10" y="4"/>
                  </a:cubicBezTo>
                  <a:cubicBezTo>
                    <a:pt x="8" y="4"/>
                    <a:pt x="6" y="3"/>
                    <a:pt x="6" y="1"/>
                  </a:cubicBezTo>
                </a:path>
              </a:pathLst>
            </a:custGeom>
            <a:solidFill>
              <a:srgbClr val="FDD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0" name="Freeform 479">
              <a:extLst>
                <a:ext uri="{FF2B5EF4-FFF2-40B4-BE49-F238E27FC236}">
                  <a16:creationId xmlns:a16="http://schemas.microsoft.com/office/drawing/2014/main" id="{E5345054-902D-4000-B8EA-40B081220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497"/>
              <a:ext cx="91" cy="423"/>
            </a:xfrm>
            <a:custGeom>
              <a:avLst/>
              <a:gdLst>
                <a:gd name="T0" fmla="*/ 688 w 32"/>
                <a:gd name="T1" fmla="*/ 0 h 148"/>
                <a:gd name="T2" fmla="*/ 509 w 32"/>
                <a:gd name="T3" fmla="*/ 1258 h 148"/>
                <a:gd name="T4" fmla="*/ 0 w 32"/>
                <a:gd name="T5" fmla="*/ 3455 h 148"/>
                <a:gd name="T6" fmla="*/ 597 w 32"/>
                <a:gd name="T7" fmla="*/ 1332 h 148"/>
                <a:gd name="T8" fmla="*/ 688 w 32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8">
                  <a:moveTo>
                    <a:pt x="30" y="0"/>
                  </a:moveTo>
                  <a:cubicBezTo>
                    <a:pt x="30" y="14"/>
                    <a:pt x="30" y="32"/>
                    <a:pt x="22" y="54"/>
                  </a:cubicBezTo>
                  <a:cubicBezTo>
                    <a:pt x="15" y="75"/>
                    <a:pt x="3" y="119"/>
                    <a:pt x="0" y="148"/>
                  </a:cubicBezTo>
                  <a:cubicBezTo>
                    <a:pt x="8" y="107"/>
                    <a:pt x="20" y="75"/>
                    <a:pt x="26" y="57"/>
                  </a:cubicBezTo>
                  <a:cubicBezTo>
                    <a:pt x="32" y="39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1" name="Freeform 480">
              <a:extLst>
                <a:ext uri="{FF2B5EF4-FFF2-40B4-BE49-F238E27FC236}">
                  <a16:creationId xmlns:a16="http://schemas.microsoft.com/office/drawing/2014/main" id="{3D84EB6E-6001-4D3A-93E7-11F50EFED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740"/>
              <a:ext cx="60" cy="346"/>
            </a:xfrm>
            <a:custGeom>
              <a:avLst/>
              <a:gdLst>
                <a:gd name="T0" fmla="*/ 400 w 21"/>
                <a:gd name="T1" fmla="*/ 2828 h 121"/>
                <a:gd name="T2" fmla="*/ 0 w 21"/>
                <a:gd name="T3" fmla="*/ 0 h 121"/>
                <a:gd name="T4" fmla="*/ 400 w 21"/>
                <a:gd name="T5" fmla="*/ 2828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1">
                  <a:moveTo>
                    <a:pt x="17" y="121"/>
                  </a:moveTo>
                  <a:cubicBezTo>
                    <a:pt x="20" y="71"/>
                    <a:pt x="9" y="20"/>
                    <a:pt x="0" y="0"/>
                  </a:cubicBezTo>
                  <a:cubicBezTo>
                    <a:pt x="7" y="26"/>
                    <a:pt x="21" y="99"/>
                    <a:pt x="17" y="1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2" name="Freeform 481">
              <a:extLst>
                <a:ext uri="{FF2B5EF4-FFF2-40B4-BE49-F238E27FC236}">
                  <a16:creationId xmlns:a16="http://schemas.microsoft.com/office/drawing/2014/main" id="{DC536D97-105D-4CD8-94B5-29C3584F9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960"/>
              <a:ext cx="57" cy="86"/>
            </a:xfrm>
            <a:custGeom>
              <a:avLst/>
              <a:gdLst>
                <a:gd name="T0" fmla="*/ 462 w 20"/>
                <a:gd name="T1" fmla="*/ 0 h 30"/>
                <a:gd name="T2" fmla="*/ 88 w 20"/>
                <a:gd name="T3" fmla="*/ 708 h 30"/>
                <a:gd name="T4" fmla="*/ 462 w 2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20" y="0"/>
                  </a:moveTo>
                  <a:cubicBezTo>
                    <a:pt x="12" y="1"/>
                    <a:pt x="0" y="13"/>
                    <a:pt x="4" y="30"/>
                  </a:cubicBezTo>
                  <a:cubicBezTo>
                    <a:pt x="5" y="17"/>
                    <a:pt x="7" y="6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3" name="Freeform 482">
              <a:extLst>
                <a:ext uri="{FF2B5EF4-FFF2-40B4-BE49-F238E27FC236}">
                  <a16:creationId xmlns:a16="http://schemas.microsoft.com/office/drawing/2014/main" id="{CCA5949B-8DE3-4D55-807F-18418E3F5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972"/>
              <a:ext cx="57" cy="106"/>
            </a:xfrm>
            <a:custGeom>
              <a:avLst/>
              <a:gdLst>
                <a:gd name="T0" fmla="*/ 211 w 20"/>
                <a:gd name="T1" fmla="*/ 444 h 37"/>
                <a:gd name="T2" fmla="*/ 88 w 20"/>
                <a:gd name="T3" fmla="*/ 0 h 37"/>
                <a:gd name="T4" fmla="*/ 0 w 20"/>
                <a:gd name="T5" fmla="*/ 871 h 37"/>
                <a:gd name="T6" fmla="*/ 211 w 20"/>
                <a:gd name="T7" fmla="*/ 44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7">
                  <a:moveTo>
                    <a:pt x="9" y="19"/>
                  </a:moveTo>
                  <a:cubicBezTo>
                    <a:pt x="11" y="13"/>
                    <a:pt x="9" y="6"/>
                    <a:pt x="4" y="0"/>
                  </a:cubicBezTo>
                  <a:cubicBezTo>
                    <a:pt x="9" y="6"/>
                    <a:pt x="20" y="18"/>
                    <a:pt x="0" y="37"/>
                  </a:cubicBezTo>
                  <a:cubicBezTo>
                    <a:pt x="4" y="32"/>
                    <a:pt x="8" y="26"/>
                    <a:pt x="9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4" name="Freeform 483">
              <a:extLst>
                <a:ext uri="{FF2B5EF4-FFF2-40B4-BE49-F238E27FC236}">
                  <a16:creationId xmlns:a16="http://schemas.microsoft.com/office/drawing/2014/main" id="{161156B1-E23F-4E7B-95FC-B23C134DC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914"/>
              <a:ext cx="23" cy="152"/>
            </a:xfrm>
            <a:custGeom>
              <a:avLst/>
              <a:gdLst>
                <a:gd name="T0" fmla="*/ 26 w 8"/>
                <a:gd name="T1" fmla="*/ 0 h 53"/>
                <a:gd name="T2" fmla="*/ 101 w 8"/>
                <a:gd name="T3" fmla="*/ 304 h 53"/>
                <a:gd name="T4" fmla="*/ 101 w 8"/>
                <a:gd name="T5" fmla="*/ 634 h 53"/>
                <a:gd name="T6" fmla="*/ 141 w 8"/>
                <a:gd name="T7" fmla="*/ 969 h 53"/>
                <a:gd name="T8" fmla="*/ 101 w 8"/>
                <a:gd name="T9" fmla="*/ 1250 h 53"/>
                <a:gd name="T10" fmla="*/ 190 w 8"/>
                <a:gd name="T11" fmla="*/ 969 h 53"/>
                <a:gd name="T12" fmla="*/ 115 w 8"/>
                <a:gd name="T13" fmla="*/ 657 h 53"/>
                <a:gd name="T14" fmla="*/ 115 w 8"/>
                <a:gd name="T15" fmla="*/ 330 h 53"/>
                <a:gd name="T16" fmla="*/ 26 w 8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53">
                  <a:moveTo>
                    <a:pt x="1" y="0"/>
                  </a:moveTo>
                  <a:cubicBezTo>
                    <a:pt x="1" y="5"/>
                    <a:pt x="4" y="8"/>
                    <a:pt x="4" y="13"/>
                  </a:cubicBezTo>
                  <a:cubicBezTo>
                    <a:pt x="5" y="18"/>
                    <a:pt x="3" y="22"/>
                    <a:pt x="4" y="27"/>
                  </a:cubicBezTo>
                  <a:cubicBezTo>
                    <a:pt x="5" y="32"/>
                    <a:pt x="7" y="36"/>
                    <a:pt x="6" y="41"/>
                  </a:cubicBezTo>
                  <a:cubicBezTo>
                    <a:pt x="6" y="45"/>
                    <a:pt x="3" y="49"/>
                    <a:pt x="4" y="53"/>
                  </a:cubicBezTo>
                  <a:cubicBezTo>
                    <a:pt x="5" y="49"/>
                    <a:pt x="7" y="45"/>
                    <a:pt x="8" y="41"/>
                  </a:cubicBezTo>
                  <a:cubicBezTo>
                    <a:pt x="8" y="36"/>
                    <a:pt x="6" y="32"/>
                    <a:pt x="5" y="28"/>
                  </a:cubicBezTo>
                  <a:cubicBezTo>
                    <a:pt x="4" y="23"/>
                    <a:pt x="6" y="19"/>
                    <a:pt x="5" y="14"/>
                  </a:cubicBezTo>
                  <a:cubicBezTo>
                    <a:pt x="5" y="10"/>
                    <a:pt x="0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5" name="Freeform 484">
              <a:extLst>
                <a:ext uri="{FF2B5EF4-FFF2-40B4-BE49-F238E27FC236}">
                  <a16:creationId xmlns:a16="http://schemas.microsoft.com/office/drawing/2014/main" id="{D21341D8-BB1C-4A03-9313-E5F644FEA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133"/>
              <a:ext cx="157" cy="75"/>
            </a:xfrm>
            <a:custGeom>
              <a:avLst/>
              <a:gdLst>
                <a:gd name="T0" fmla="*/ 0 w 55"/>
                <a:gd name="T1" fmla="*/ 141 h 26"/>
                <a:gd name="T2" fmla="*/ 1279 w 55"/>
                <a:gd name="T3" fmla="*/ 623 h 26"/>
                <a:gd name="T4" fmla="*/ 0 w 55"/>
                <a:gd name="T5" fmla="*/ 14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6">
                  <a:moveTo>
                    <a:pt x="0" y="6"/>
                  </a:moveTo>
                  <a:cubicBezTo>
                    <a:pt x="9" y="2"/>
                    <a:pt x="38" y="0"/>
                    <a:pt x="55" y="26"/>
                  </a:cubicBezTo>
                  <a:cubicBezTo>
                    <a:pt x="47" y="19"/>
                    <a:pt x="32" y="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6" name="Freeform 485">
              <a:extLst>
                <a:ext uri="{FF2B5EF4-FFF2-40B4-BE49-F238E27FC236}">
                  <a16:creationId xmlns:a16="http://schemas.microsoft.com/office/drawing/2014/main" id="{CEF879AE-4EB4-4CD8-84F6-D3C8D43CD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119"/>
              <a:ext cx="172" cy="100"/>
            </a:xfrm>
            <a:custGeom>
              <a:avLst/>
              <a:gdLst>
                <a:gd name="T0" fmla="*/ 0 w 60"/>
                <a:gd name="T1" fmla="*/ 817 h 35"/>
                <a:gd name="T2" fmla="*/ 1413 w 60"/>
                <a:gd name="T3" fmla="*/ 237 h 35"/>
                <a:gd name="T4" fmla="*/ 0 w 60"/>
                <a:gd name="T5" fmla="*/ 79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5">
                  <a:moveTo>
                    <a:pt x="0" y="35"/>
                  </a:moveTo>
                  <a:cubicBezTo>
                    <a:pt x="8" y="21"/>
                    <a:pt x="28" y="0"/>
                    <a:pt x="60" y="10"/>
                  </a:cubicBezTo>
                  <a:cubicBezTo>
                    <a:pt x="50" y="9"/>
                    <a:pt x="23" y="5"/>
                    <a:pt x="0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7" name="Freeform 486">
              <a:extLst>
                <a:ext uri="{FF2B5EF4-FFF2-40B4-BE49-F238E27FC236}">
                  <a16:creationId xmlns:a16="http://schemas.microsoft.com/office/drawing/2014/main" id="{78DE98F6-8706-4CC4-87AA-33C7F4BD8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520"/>
              <a:ext cx="57" cy="100"/>
            </a:xfrm>
            <a:custGeom>
              <a:avLst/>
              <a:gdLst>
                <a:gd name="T0" fmla="*/ 0 w 20"/>
                <a:gd name="T1" fmla="*/ 817 h 35"/>
                <a:gd name="T2" fmla="*/ 462 w 20"/>
                <a:gd name="T3" fmla="*/ 0 h 35"/>
                <a:gd name="T4" fmla="*/ 0 w 20"/>
                <a:gd name="T5" fmla="*/ 817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5">
                  <a:moveTo>
                    <a:pt x="0" y="35"/>
                  </a:moveTo>
                  <a:cubicBezTo>
                    <a:pt x="0" y="20"/>
                    <a:pt x="11" y="6"/>
                    <a:pt x="20" y="0"/>
                  </a:cubicBezTo>
                  <a:cubicBezTo>
                    <a:pt x="14" y="5"/>
                    <a:pt x="3" y="23"/>
                    <a:pt x="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8" name="Oval 487">
              <a:extLst>
                <a:ext uri="{FF2B5EF4-FFF2-40B4-BE49-F238E27FC236}">
                  <a16:creationId xmlns:a16="http://schemas.microsoft.com/office/drawing/2014/main" id="{2622B983-4C4E-4E93-B831-6B626624B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497"/>
              <a:ext cx="17" cy="14"/>
            </a:xfrm>
            <a:prstGeom prst="ellipse">
              <a:avLst/>
            </a:prstGeom>
            <a:solidFill>
              <a:srgbClr val="F6B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1529" name="Oval 488">
              <a:extLst>
                <a:ext uri="{FF2B5EF4-FFF2-40B4-BE49-F238E27FC236}">
                  <a16:creationId xmlns:a16="http://schemas.microsoft.com/office/drawing/2014/main" id="{22D41A79-0BDD-424A-8220-FC21A8B6F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2500"/>
              <a:ext cx="9" cy="8"/>
            </a:xfrm>
            <a:prstGeom prst="ellipse">
              <a:avLst/>
            </a:prstGeom>
            <a:solidFill>
              <a:srgbClr val="A80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1530" name="Freeform 489">
              <a:extLst>
                <a:ext uri="{FF2B5EF4-FFF2-40B4-BE49-F238E27FC236}">
                  <a16:creationId xmlns:a16="http://schemas.microsoft.com/office/drawing/2014/main" id="{0B2B8512-ABBE-4151-806B-380B51C25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528"/>
              <a:ext cx="57" cy="149"/>
            </a:xfrm>
            <a:custGeom>
              <a:avLst/>
              <a:gdLst>
                <a:gd name="T0" fmla="*/ 0 w 20"/>
                <a:gd name="T1" fmla="*/ 0 h 52"/>
                <a:gd name="T2" fmla="*/ 413 w 20"/>
                <a:gd name="T3" fmla="*/ 1224 h 52"/>
                <a:gd name="T4" fmla="*/ 0 w 20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2">
                  <a:moveTo>
                    <a:pt x="0" y="0"/>
                  </a:moveTo>
                  <a:cubicBezTo>
                    <a:pt x="8" y="6"/>
                    <a:pt x="20" y="17"/>
                    <a:pt x="18" y="52"/>
                  </a:cubicBezTo>
                  <a:cubicBezTo>
                    <a:pt x="20" y="26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1" name="Freeform 490">
              <a:extLst>
                <a:ext uri="{FF2B5EF4-FFF2-40B4-BE49-F238E27FC236}">
                  <a16:creationId xmlns:a16="http://schemas.microsoft.com/office/drawing/2014/main" id="{0674FD7B-EFF0-47B2-A700-5E2FADA76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234"/>
              <a:ext cx="14" cy="214"/>
            </a:xfrm>
            <a:custGeom>
              <a:avLst/>
              <a:gdLst>
                <a:gd name="T0" fmla="*/ 0 w 5"/>
                <a:gd name="T1" fmla="*/ 0 h 75"/>
                <a:gd name="T2" fmla="*/ 22 w 5"/>
                <a:gd name="T3" fmla="*/ 1743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5">
                  <a:moveTo>
                    <a:pt x="0" y="0"/>
                  </a:moveTo>
                  <a:cubicBezTo>
                    <a:pt x="3" y="12"/>
                    <a:pt x="5" y="57"/>
                    <a:pt x="1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2" name="Freeform 491">
              <a:extLst>
                <a:ext uri="{FF2B5EF4-FFF2-40B4-BE49-F238E27FC236}">
                  <a16:creationId xmlns:a16="http://schemas.microsoft.com/office/drawing/2014/main" id="{DB677B5E-83B5-430B-8A41-812628FB3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082"/>
              <a:ext cx="46" cy="74"/>
            </a:xfrm>
            <a:custGeom>
              <a:avLst/>
              <a:gdLst>
                <a:gd name="T0" fmla="*/ 0 w 16"/>
                <a:gd name="T1" fmla="*/ 0 h 26"/>
                <a:gd name="T2" fmla="*/ 380 w 16"/>
                <a:gd name="T3" fmla="*/ 60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3" y="10"/>
                    <a:pt x="10" y="21"/>
                    <a:pt x="16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3" name="Freeform 492">
              <a:extLst>
                <a:ext uri="{FF2B5EF4-FFF2-40B4-BE49-F238E27FC236}">
                  <a16:creationId xmlns:a16="http://schemas.microsoft.com/office/drawing/2014/main" id="{9E598AE6-3B17-4BAC-932B-DA350544F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2111"/>
              <a:ext cx="89" cy="63"/>
            </a:xfrm>
            <a:custGeom>
              <a:avLst/>
              <a:gdLst>
                <a:gd name="T0" fmla="*/ 735 w 31"/>
                <a:gd name="T1" fmla="*/ 0 h 22"/>
                <a:gd name="T2" fmla="*/ 0 w 31"/>
                <a:gd name="T3" fmla="*/ 515 h 22"/>
                <a:gd name="T4" fmla="*/ 735 w 3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2">
                  <a:moveTo>
                    <a:pt x="31" y="0"/>
                  </a:moveTo>
                  <a:cubicBezTo>
                    <a:pt x="19" y="3"/>
                    <a:pt x="6" y="13"/>
                    <a:pt x="0" y="22"/>
                  </a:cubicBezTo>
                  <a:cubicBezTo>
                    <a:pt x="8" y="12"/>
                    <a:pt x="26" y="2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4" name="Freeform 493">
              <a:extLst>
                <a:ext uri="{FF2B5EF4-FFF2-40B4-BE49-F238E27FC236}">
                  <a16:creationId xmlns:a16="http://schemas.microsoft.com/office/drawing/2014/main" id="{86B6617E-56B4-42B3-9846-90D71E6CE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119"/>
              <a:ext cx="46" cy="72"/>
            </a:xfrm>
            <a:custGeom>
              <a:avLst/>
              <a:gdLst>
                <a:gd name="T0" fmla="*/ 380 w 16"/>
                <a:gd name="T1" fmla="*/ 0 h 25"/>
                <a:gd name="T2" fmla="*/ 0 w 16"/>
                <a:gd name="T3" fmla="*/ 596 h 25"/>
                <a:gd name="T4" fmla="*/ 331 w 16"/>
                <a:gd name="T5" fmla="*/ 291 h 25"/>
                <a:gd name="T6" fmla="*/ 380 w 16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cubicBezTo>
                    <a:pt x="14" y="4"/>
                    <a:pt x="12" y="24"/>
                    <a:pt x="0" y="25"/>
                  </a:cubicBezTo>
                  <a:cubicBezTo>
                    <a:pt x="10" y="23"/>
                    <a:pt x="12" y="19"/>
                    <a:pt x="14" y="12"/>
                  </a:cubicBezTo>
                  <a:cubicBezTo>
                    <a:pt x="16" y="5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5" name="Freeform 494">
              <a:extLst>
                <a:ext uri="{FF2B5EF4-FFF2-40B4-BE49-F238E27FC236}">
                  <a16:creationId xmlns:a16="http://schemas.microsoft.com/office/drawing/2014/main" id="{89DE4343-F51D-470B-8721-A1B85605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773"/>
              <a:ext cx="100" cy="109"/>
            </a:xfrm>
            <a:custGeom>
              <a:avLst/>
              <a:gdLst>
                <a:gd name="T0" fmla="*/ 817 w 35"/>
                <a:gd name="T1" fmla="*/ 0 h 38"/>
                <a:gd name="T2" fmla="*/ 140 w 35"/>
                <a:gd name="T3" fmla="*/ 898 h 38"/>
                <a:gd name="T4" fmla="*/ 817 w 35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8">
                  <a:moveTo>
                    <a:pt x="35" y="0"/>
                  </a:moveTo>
                  <a:cubicBezTo>
                    <a:pt x="23" y="3"/>
                    <a:pt x="0" y="20"/>
                    <a:pt x="6" y="38"/>
                  </a:cubicBezTo>
                  <a:cubicBezTo>
                    <a:pt x="5" y="24"/>
                    <a:pt x="16" y="8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6" name="Freeform 495">
              <a:extLst>
                <a:ext uri="{FF2B5EF4-FFF2-40B4-BE49-F238E27FC236}">
                  <a16:creationId xmlns:a16="http://schemas.microsoft.com/office/drawing/2014/main" id="{F268358B-AC42-4A09-A32C-19BCF83DB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902"/>
              <a:ext cx="57" cy="34"/>
            </a:xfrm>
            <a:custGeom>
              <a:avLst/>
              <a:gdLst>
                <a:gd name="T0" fmla="*/ 373 w 20"/>
                <a:gd name="T1" fmla="*/ 0 h 12"/>
                <a:gd name="T2" fmla="*/ 0 w 20"/>
                <a:gd name="T3" fmla="*/ 272 h 12"/>
                <a:gd name="T4" fmla="*/ 462 w 20"/>
                <a:gd name="T5" fmla="*/ 2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16" y="0"/>
                  </a:moveTo>
                  <a:cubicBezTo>
                    <a:pt x="14" y="4"/>
                    <a:pt x="5" y="11"/>
                    <a:pt x="0" y="12"/>
                  </a:cubicBezTo>
                  <a:cubicBezTo>
                    <a:pt x="16" y="9"/>
                    <a:pt x="19" y="2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7" name="Freeform 496">
              <a:extLst>
                <a:ext uri="{FF2B5EF4-FFF2-40B4-BE49-F238E27FC236}">
                  <a16:creationId xmlns:a16="http://schemas.microsoft.com/office/drawing/2014/main" id="{62357372-0F08-40AF-B7FF-6013C70BD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908"/>
              <a:ext cx="54" cy="37"/>
            </a:xfrm>
            <a:custGeom>
              <a:avLst/>
              <a:gdLst>
                <a:gd name="T0" fmla="*/ 0 w 19"/>
                <a:gd name="T1" fmla="*/ 26 h 13"/>
                <a:gd name="T2" fmla="*/ 435 w 19"/>
                <a:gd name="T3" fmla="*/ 299 h 13"/>
                <a:gd name="T4" fmla="*/ 74 w 1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"/>
                  </a:moveTo>
                  <a:cubicBezTo>
                    <a:pt x="3" y="5"/>
                    <a:pt x="11" y="12"/>
                    <a:pt x="19" y="13"/>
                  </a:cubicBezTo>
                  <a:cubicBezTo>
                    <a:pt x="12" y="10"/>
                    <a:pt x="3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8" name="Freeform 497">
              <a:extLst>
                <a:ext uri="{FF2B5EF4-FFF2-40B4-BE49-F238E27FC236}">
                  <a16:creationId xmlns:a16="http://schemas.microsoft.com/office/drawing/2014/main" id="{0E41D3FC-761A-4EA4-823A-5D734D243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988"/>
              <a:ext cx="25" cy="103"/>
            </a:xfrm>
            <a:custGeom>
              <a:avLst/>
              <a:gdLst>
                <a:gd name="T0" fmla="*/ 192 w 9"/>
                <a:gd name="T1" fmla="*/ 401 h 36"/>
                <a:gd name="T2" fmla="*/ 0 w 9"/>
                <a:gd name="T3" fmla="*/ 844 h 36"/>
                <a:gd name="T4" fmla="*/ 131 w 9"/>
                <a:gd name="T5" fmla="*/ 443 h 36"/>
                <a:gd name="T6" fmla="*/ 147 w 9"/>
                <a:gd name="T7" fmla="*/ 0 h 36"/>
                <a:gd name="T8" fmla="*/ 192 w 9"/>
                <a:gd name="T9" fmla="*/ 40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6">
                  <a:moveTo>
                    <a:pt x="9" y="17"/>
                  </a:moveTo>
                  <a:cubicBezTo>
                    <a:pt x="8" y="23"/>
                    <a:pt x="2" y="29"/>
                    <a:pt x="0" y="36"/>
                  </a:cubicBezTo>
                  <a:cubicBezTo>
                    <a:pt x="1" y="32"/>
                    <a:pt x="5" y="24"/>
                    <a:pt x="6" y="19"/>
                  </a:cubicBezTo>
                  <a:cubicBezTo>
                    <a:pt x="8" y="13"/>
                    <a:pt x="8" y="6"/>
                    <a:pt x="7" y="0"/>
                  </a:cubicBezTo>
                  <a:cubicBezTo>
                    <a:pt x="8" y="4"/>
                    <a:pt x="9" y="13"/>
                    <a:pt x="9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9" name="Freeform 498">
              <a:extLst>
                <a:ext uri="{FF2B5EF4-FFF2-40B4-BE49-F238E27FC236}">
                  <a16:creationId xmlns:a16="http://schemas.microsoft.com/office/drawing/2014/main" id="{43C43CC6-3858-481F-898E-A2C0E96E9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970"/>
              <a:ext cx="6" cy="66"/>
            </a:xfrm>
            <a:custGeom>
              <a:avLst/>
              <a:gdLst>
                <a:gd name="T0" fmla="*/ 54 w 2"/>
                <a:gd name="T1" fmla="*/ 0 h 23"/>
                <a:gd name="T2" fmla="*/ 27 w 2"/>
                <a:gd name="T3" fmla="*/ 5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0" y="7"/>
                    <a:pt x="0" y="17"/>
                    <a:pt x="1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0" name="Freeform 499">
              <a:extLst>
                <a:ext uri="{FF2B5EF4-FFF2-40B4-BE49-F238E27FC236}">
                  <a16:creationId xmlns:a16="http://schemas.microsoft.com/office/drawing/2014/main" id="{CA23D8C8-C465-4818-9AF2-3CBA76BF3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412"/>
              <a:ext cx="97" cy="120"/>
            </a:xfrm>
            <a:custGeom>
              <a:avLst/>
              <a:gdLst>
                <a:gd name="T0" fmla="*/ 0 w 34"/>
                <a:gd name="T1" fmla="*/ 840 h 42"/>
                <a:gd name="T2" fmla="*/ 790 w 34"/>
                <a:gd name="T3" fmla="*/ 0 h 42"/>
                <a:gd name="T4" fmla="*/ 0 w 34"/>
                <a:gd name="T5" fmla="*/ 84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2">
                  <a:moveTo>
                    <a:pt x="0" y="36"/>
                  </a:moveTo>
                  <a:cubicBezTo>
                    <a:pt x="8" y="36"/>
                    <a:pt x="20" y="33"/>
                    <a:pt x="34" y="0"/>
                  </a:cubicBezTo>
                  <a:cubicBezTo>
                    <a:pt x="29" y="21"/>
                    <a:pt x="16" y="42"/>
                    <a:pt x="0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1" name="Freeform 500">
              <a:extLst>
                <a:ext uri="{FF2B5EF4-FFF2-40B4-BE49-F238E27FC236}">
                  <a16:creationId xmlns:a16="http://schemas.microsoft.com/office/drawing/2014/main" id="{004847D3-E3D3-414F-8C26-EA8EFA1E8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375"/>
              <a:ext cx="49" cy="112"/>
            </a:xfrm>
            <a:custGeom>
              <a:avLst/>
              <a:gdLst>
                <a:gd name="T0" fmla="*/ 190 w 17"/>
                <a:gd name="T1" fmla="*/ 494 h 39"/>
                <a:gd name="T2" fmla="*/ 406 w 17"/>
                <a:gd name="T3" fmla="*/ 925 h 39"/>
                <a:gd name="T4" fmla="*/ 0 w 17"/>
                <a:gd name="T5" fmla="*/ 0 h 39"/>
                <a:gd name="T6" fmla="*/ 190 w 17"/>
                <a:gd name="T7" fmla="*/ 49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9">
                  <a:moveTo>
                    <a:pt x="8" y="21"/>
                  </a:moveTo>
                  <a:cubicBezTo>
                    <a:pt x="12" y="31"/>
                    <a:pt x="17" y="39"/>
                    <a:pt x="17" y="39"/>
                  </a:cubicBezTo>
                  <a:cubicBezTo>
                    <a:pt x="10" y="32"/>
                    <a:pt x="2" y="11"/>
                    <a:pt x="0" y="0"/>
                  </a:cubicBezTo>
                  <a:cubicBezTo>
                    <a:pt x="1" y="3"/>
                    <a:pt x="4" y="13"/>
                    <a:pt x="8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2" name="Freeform 501">
              <a:extLst>
                <a:ext uri="{FF2B5EF4-FFF2-40B4-BE49-F238E27FC236}">
                  <a16:creationId xmlns:a16="http://schemas.microsoft.com/office/drawing/2014/main" id="{9BAAB48A-1B6B-48E9-9D53-BC16C8298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610"/>
              <a:ext cx="14" cy="63"/>
            </a:xfrm>
            <a:custGeom>
              <a:avLst/>
              <a:gdLst>
                <a:gd name="T0" fmla="*/ 0 w 5"/>
                <a:gd name="T1" fmla="*/ 0 h 22"/>
                <a:gd name="T2" fmla="*/ 87 w 5"/>
                <a:gd name="T3" fmla="*/ 51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0" y="0"/>
                  </a:moveTo>
                  <a:cubicBezTo>
                    <a:pt x="3" y="8"/>
                    <a:pt x="5" y="16"/>
                    <a:pt x="4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3" name="Freeform 502">
              <a:extLst>
                <a:ext uri="{FF2B5EF4-FFF2-40B4-BE49-F238E27FC236}">
                  <a16:creationId xmlns:a16="http://schemas.microsoft.com/office/drawing/2014/main" id="{6ADDE10C-EB06-4734-B615-2A9BF1623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599"/>
              <a:ext cx="14" cy="71"/>
            </a:xfrm>
            <a:custGeom>
              <a:avLst/>
              <a:gdLst>
                <a:gd name="T0" fmla="*/ 109 w 5"/>
                <a:gd name="T1" fmla="*/ 0 h 25"/>
                <a:gd name="T2" fmla="*/ 22 w 5"/>
                <a:gd name="T3" fmla="*/ 57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5" y="0"/>
                  </a:moveTo>
                  <a:cubicBezTo>
                    <a:pt x="2" y="9"/>
                    <a:pt x="0" y="16"/>
                    <a:pt x="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4" name="Freeform 503">
              <a:extLst>
                <a:ext uri="{FF2B5EF4-FFF2-40B4-BE49-F238E27FC236}">
                  <a16:creationId xmlns:a16="http://schemas.microsoft.com/office/drawing/2014/main" id="{748812FC-1574-4359-A251-86C53EA1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490"/>
              <a:ext cx="229" cy="146"/>
            </a:xfrm>
            <a:custGeom>
              <a:avLst/>
              <a:gdLst>
                <a:gd name="T0" fmla="*/ 0 w 80"/>
                <a:gd name="T1" fmla="*/ 0 h 51"/>
                <a:gd name="T2" fmla="*/ 1878 w 80"/>
                <a:gd name="T3" fmla="*/ 1197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51">
                  <a:moveTo>
                    <a:pt x="0" y="0"/>
                  </a:moveTo>
                  <a:cubicBezTo>
                    <a:pt x="34" y="6"/>
                    <a:pt x="59" y="26"/>
                    <a:pt x="80" y="5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5" name="Freeform 504">
              <a:extLst>
                <a:ext uri="{FF2B5EF4-FFF2-40B4-BE49-F238E27FC236}">
                  <a16:creationId xmlns:a16="http://schemas.microsoft.com/office/drawing/2014/main" id="{745ECDAB-38D1-4B3D-B927-61DA01045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490"/>
              <a:ext cx="232" cy="163"/>
            </a:xfrm>
            <a:custGeom>
              <a:avLst/>
              <a:gdLst>
                <a:gd name="T0" fmla="*/ 0 w 81"/>
                <a:gd name="T1" fmla="*/ 1333 h 57"/>
                <a:gd name="T2" fmla="*/ 1902 w 81"/>
                <a:gd name="T3" fmla="*/ 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57">
                  <a:moveTo>
                    <a:pt x="0" y="57"/>
                  </a:moveTo>
                  <a:cubicBezTo>
                    <a:pt x="21" y="32"/>
                    <a:pt x="47" y="6"/>
                    <a:pt x="81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460" name="Text Box 505">
            <a:extLst>
              <a:ext uri="{FF2B5EF4-FFF2-40B4-BE49-F238E27FC236}">
                <a16:creationId xmlns:a16="http://schemas.microsoft.com/office/drawing/2014/main" id="{FB705A7C-736E-4094-B304-6F8A40CEE3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1500" y="3328988"/>
            <a:ext cx="12827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Tahoma" charset="0"/>
              </a:rPr>
              <a:t>Circle of Willis</a:t>
            </a:r>
          </a:p>
        </p:txBody>
      </p:sp>
      <p:sp>
        <p:nvSpPr>
          <p:cNvPr id="19461" name="Line 506">
            <a:extLst>
              <a:ext uri="{FF2B5EF4-FFF2-40B4-BE49-F238E27FC236}">
                <a16:creationId xmlns:a16="http://schemas.microsoft.com/office/drawing/2014/main" id="{7AFA5A17-74DA-4B1B-8E4D-62E5D48473E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96000" y="3471863"/>
            <a:ext cx="2133600" cy="152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D2D0D081-845C-4BBF-AEF3-5DBE3F846D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Circle of Willis</a:t>
            </a:r>
          </a:p>
        </p:txBody>
      </p:sp>
      <p:grpSp>
        <p:nvGrpSpPr>
          <p:cNvPr id="62466" name="circle-of-willis-brain-arteries">
            <a:extLst>
              <a:ext uri="{FF2B5EF4-FFF2-40B4-BE49-F238E27FC236}">
                <a16:creationId xmlns:a16="http://schemas.microsoft.com/office/drawing/2014/main" id="{1FD07145-8AB5-4BAD-8B53-81CCDBA03B75}"/>
              </a:ext>
            </a:extLst>
          </p:cNvPr>
          <p:cNvGrpSpPr>
            <a:grpSpLocks/>
          </p:cNvGrpSpPr>
          <p:nvPr/>
        </p:nvGrpSpPr>
        <p:grpSpPr bwMode="auto">
          <a:xfrm>
            <a:off x="4410075" y="1222375"/>
            <a:ext cx="3373438" cy="5127625"/>
            <a:chOff x="1818" y="770"/>
            <a:chExt cx="2125" cy="3230"/>
          </a:xfrm>
        </p:grpSpPr>
        <p:sp>
          <p:nvSpPr>
            <p:cNvPr id="62467" name="Freeform 4">
              <a:extLst>
                <a:ext uri="{FF2B5EF4-FFF2-40B4-BE49-F238E27FC236}">
                  <a16:creationId xmlns:a16="http://schemas.microsoft.com/office/drawing/2014/main" id="{CC08660B-1B7D-4F41-88C9-2E54ECA8A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510"/>
              <a:ext cx="105" cy="120"/>
            </a:xfrm>
            <a:custGeom>
              <a:avLst/>
              <a:gdLst>
                <a:gd name="T0" fmla="*/ 363 w 52"/>
                <a:gd name="T1" fmla="*/ 177 h 55"/>
                <a:gd name="T2" fmla="*/ 339 w 52"/>
                <a:gd name="T3" fmla="*/ 508 h 55"/>
                <a:gd name="T4" fmla="*/ 65 w 52"/>
                <a:gd name="T5" fmla="*/ 386 h 55"/>
                <a:gd name="T6" fmla="*/ 89 w 52"/>
                <a:gd name="T7" fmla="*/ 52 h 55"/>
                <a:gd name="T8" fmla="*/ 363 w 52"/>
                <a:gd name="T9" fmla="*/ 17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5">
                  <a:moveTo>
                    <a:pt x="44" y="17"/>
                  </a:moveTo>
                  <a:cubicBezTo>
                    <a:pt x="52" y="29"/>
                    <a:pt x="51" y="43"/>
                    <a:pt x="41" y="49"/>
                  </a:cubicBezTo>
                  <a:cubicBezTo>
                    <a:pt x="31" y="55"/>
                    <a:pt x="16" y="49"/>
                    <a:pt x="8" y="37"/>
                  </a:cubicBezTo>
                  <a:cubicBezTo>
                    <a:pt x="0" y="25"/>
                    <a:pt x="1" y="11"/>
                    <a:pt x="11" y="5"/>
                  </a:cubicBezTo>
                  <a:cubicBezTo>
                    <a:pt x="21" y="0"/>
                    <a:pt x="36" y="5"/>
                    <a:pt x="44" y="17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68" name="Freeform 5">
              <a:extLst>
                <a:ext uri="{FF2B5EF4-FFF2-40B4-BE49-F238E27FC236}">
                  <a16:creationId xmlns:a16="http://schemas.microsoft.com/office/drawing/2014/main" id="{90E0557B-655E-4DA7-AD56-240E9A031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87"/>
              <a:ext cx="6" cy="6"/>
            </a:xfrm>
            <a:custGeom>
              <a:avLst/>
              <a:gdLst>
                <a:gd name="T0" fmla="*/ 24 w 3"/>
                <a:gd name="T1" fmla="*/ 24 h 3"/>
                <a:gd name="T2" fmla="*/ 0 w 3"/>
                <a:gd name="T3" fmla="*/ 0 h 3"/>
                <a:gd name="T4" fmla="*/ 24 w 3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69" name="Freeform 6">
              <a:extLst>
                <a:ext uri="{FF2B5EF4-FFF2-40B4-BE49-F238E27FC236}">
                  <a16:creationId xmlns:a16="http://schemas.microsoft.com/office/drawing/2014/main" id="{A34FFC48-7BDA-4F3F-BED6-4CC47C31B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246"/>
              <a:ext cx="79" cy="128"/>
            </a:xfrm>
            <a:custGeom>
              <a:avLst/>
              <a:gdLst>
                <a:gd name="T0" fmla="*/ 41 w 39"/>
                <a:gd name="T1" fmla="*/ 338 h 59"/>
                <a:gd name="T2" fmla="*/ 83 w 39"/>
                <a:gd name="T3" fmla="*/ 20 h 59"/>
                <a:gd name="T4" fmla="*/ 284 w 39"/>
                <a:gd name="T5" fmla="*/ 254 h 59"/>
                <a:gd name="T6" fmla="*/ 243 w 39"/>
                <a:gd name="T7" fmla="*/ 571 h 59"/>
                <a:gd name="T8" fmla="*/ 41 w 39"/>
                <a:gd name="T9" fmla="*/ 33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9">
                  <a:moveTo>
                    <a:pt x="5" y="33"/>
                  </a:moveTo>
                  <a:cubicBezTo>
                    <a:pt x="0" y="18"/>
                    <a:pt x="2" y="4"/>
                    <a:pt x="10" y="2"/>
                  </a:cubicBezTo>
                  <a:cubicBezTo>
                    <a:pt x="18" y="0"/>
                    <a:pt x="29" y="10"/>
                    <a:pt x="34" y="25"/>
                  </a:cubicBezTo>
                  <a:cubicBezTo>
                    <a:pt x="39" y="40"/>
                    <a:pt x="37" y="54"/>
                    <a:pt x="29" y="56"/>
                  </a:cubicBezTo>
                  <a:cubicBezTo>
                    <a:pt x="21" y="59"/>
                    <a:pt x="10" y="48"/>
                    <a:pt x="5" y="33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0" name="Oval 7">
              <a:extLst>
                <a:ext uri="{FF2B5EF4-FFF2-40B4-BE49-F238E27FC236}">
                  <a16:creationId xmlns:a16="http://schemas.microsoft.com/office/drawing/2014/main" id="{15376269-3487-4FA2-87D2-EE07E822C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7" y="1942"/>
              <a:ext cx="38" cy="24"/>
            </a:xfrm>
            <a:prstGeom prst="ellipse">
              <a:avLst/>
            </a:pr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471" name="Freeform 8">
              <a:extLst>
                <a:ext uri="{FF2B5EF4-FFF2-40B4-BE49-F238E27FC236}">
                  <a16:creationId xmlns:a16="http://schemas.microsoft.com/office/drawing/2014/main" id="{5465EB9F-07E4-442F-83B7-4A72C1C45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684"/>
              <a:ext cx="105" cy="271"/>
            </a:xfrm>
            <a:custGeom>
              <a:avLst/>
              <a:gdLst>
                <a:gd name="T0" fmla="*/ 347 w 52"/>
                <a:gd name="T1" fmla="*/ 0 h 125"/>
                <a:gd name="T2" fmla="*/ 188 w 52"/>
                <a:gd name="T3" fmla="*/ 0 h 125"/>
                <a:gd name="T4" fmla="*/ 196 w 52"/>
                <a:gd name="T5" fmla="*/ 488 h 125"/>
                <a:gd name="T6" fmla="*/ 16 w 52"/>
                <a:gd name="T7" fmla="*/ 1275 h 125"/>
                <a:gd name="T8" fmla="*/ 89 w 52"/>
                <a:gd name="T9" fmla="*/ 1212 h 125"/>
                <a:gd name="T10" fmla="*/ 172 w 52"/>
                <a:gd name="T11" fmla="*/ 1275 h 125"/>
                <a:gd name="T12" fmla="*/ 355 w 52"/>
                <a:gd name="T13" fmla="*/ 488 h 125"/>
                <a:gd name="T14" fmla="*/ 347 w 52"/>
                <a:gd name="T15" fmla="*/ 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25">
                  <a:moveTo>
                    <a:pt x="4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32" y="20"/>
                    <a:pt x="33" y="30"/>
                    <a:pt x="24" y="48"/>
                  </a:cubicBezTo>
                  <a:cubicBezTo>
                    <a:pt x="16" y="67"/>
                    <a:pt x="0" y="90"/>
                    <a:pt x="2" y="125"/>
                  </a:cubicBezTo>
                  <a:cubicBezTo>
                    <a:pt x="2" y="122"/>
                    <a:pt x="6" y="119"/>
                    <a:pt x="11" y="119"/>
                  </a:cubicBezTo>
                  <a:cubicBezTo>
                    <a:pt x="17" y="119"/>
                    <a:pt x="21" y="122"/>
                    <a:pt x="21" y="125"/>
                  </a:cubicBezTo>
                  <a:cubicBezTo>
                    <a:pt x="20" y="90"/>
                    <a:pt x="35" y="67"/>
                    <a:pt x="43" y="48"/>
                  </a:cubicBezTo>
                  <a:cubicBezTo>
                    <a:pt x="52" y="30"/>
                    <a:pt x="51" y="20"/>
                    <a:pt x="42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2" name="Freeform 9">
              <a:extLst>
                <a:ext uri="{FF2B5EF4-FFF2-40B4-BE49-F238E27FC236}">
                  <a16:creationId xmlns:a16="http://schemas.microsoft.com/office/drawing/2014/main" id="{34031833-0CC5-42CF-9E68-E273A572B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054"/>
              <a:ext cx="25" cy="18"/>
            </a:xfrm>
            <a:custGeom>
              <a:avLst/>
              <a:gdLst>
                <a:gd name="T0" fmla="*/ 0 w 12"/>
                <a:gd name="T1" fmla="*/ 56 h 8"/>
                <a:gd name="T2" fmla="*/ 44 w 12"/>
                <a:gd name="T3" fmla="*/ 11 h 8"/>
                <a:gd name="T4" fmla="*/ 108 w 12"/>
                <a:gd name="T5" fmla="*/ 25 h 8"/>
                <a:gd name="T6" fmla="*/ 65 w 12"/>
                <a:gd name="T7" fmla="*/ 81 h 8"/>
                <a:gd name="T8" fmla="*/ 0 w 12"/>
                <a:gd name="T9" fmla="*/ 5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0" y="5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1" y="0"/>
                    <a:pt x="12" y="2"/>
                  </a:cubicBezTo>
                  <a:cubicBezTo>
                    <a:pt x="12" y="4"/>
                    <a:pt x="10" y="6"/>
                    <a:pt x="7" y="7"/>
                  </a:cubicBezTo>
                  <a:cubicBezTo>
                    <a:pt x="4" y="8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3" name="Oval 10">
              <a:extLst>
                <a:ext uri="{FF2B5EF4-FFF2-40B4-BE49-F238E27FC236}">
                  <a16:creationId xmlns:a16="http://schemas.microsoft.com/office/drawing/2014/main" id="{119F5CD7-F0AC-4F6C-BEB4-0CC554E1C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770"/>
              <a:ext cx="49" cy="28"/>
            </a:xfrm>
            <a:prstGeom prst="ellipse">
              <a:avLst/>
            </a:pr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474" name="Freeform 11">
              <a:extLst>
                <a:ext uri="{FF2B5EF4-FFF2-40B4-BE49-F238E27FC236}">
                  <a16:creationId xmlns:a16="http://schemas.microsoft.com/office/drawing/2014/main" id="{1E8260DB-9164-44D7-930A-A321E882E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840"/>
              <a:ext cx="18" cy="15"/>
            </a:xfrm>
            <a:custGeom>
              <a:avLst/>
              <a:gdLst>
                <a:gd name="T0" fmla="*/ 64 w 9"/>
                <a:gd name="T1" fmla="*/ 9 h 7"/>
                <a:gd name="T2" fmla="*/ 48 w 9"/>
                <a:gd name="T3" fmla="*/ 51 h 7"/>
                <a:gd name="T4" fmla="*/ 8 w 9"/>
                <a:gd name="T5" fmla="*/ 60 h 7"/>
                <a:gd name="T6" fmla="*/ 24 w 9"/>
                <a:gd name="T7" fmla="*/ 9 h 7"/>
                <a:gd name="T8" fmla="*/ 64 w 9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1"/>
                  </a:moveTo>
                  <a:cubicBezTo>
                    <a:pt x="9" y="2"/>
                    <a:pt x="8" y="4"/>
                    <a:pt x="6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5" name="Oval 12">
              <a:extLst>
                <a:ext uri="{FF2B5EF4-FFF2-40B4-BE49-F238E27FC236}">
                  <a16:creationId xmlns:a16="http://schemas.microsoft.com/office/drawing/2014/main" id="{C8D836B1-DFE6-49AB-9641-8FA3670C7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498"/>
              <a:ext cx="29" cy="58"/>
            </a:xfrm>
            <a:prstGeom prst="ellipse">
              <a:avLst/>
            </a:pr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476" name="Freeform 13">
              <a:extLst>
                <a:ext uri="{FF2B5EF4-FFF2-40B4-BE49-F238E27FC236}">
                  <a16:creationId xmlns:a16="http://schemas.microsoft.com/office/drawing/2014/main" id="{A83B20C0-0F46-4138-A7E9-158435EBA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3685"/>
              <a:ext cx="55" cy="65"/>
            </a:xfrm>
            <a:custGeom>
              <a:avLst/>
              <a:gdLst>
                <a:gd name="T0" fmla="*/ 49 w 27"/>
                <a:gd name="T1" fmla="*/ 193 h 30"/>
                <a:gd name="T2" fmla="*/ 33 w 27"/>
                <a:gd name="T3" fmla="*/ 33 h 30"/>
                <a:gd name="T4" fmla="*/ 179 w 27"/>
                <a:gd name="T5" fmla="*/ 113 h 30"/>
                <a:gd name="T6" fmla="*/ 196 w 27"/>
                <a:gd name="T7" fmla="*/ 273 h 30"/>
                <a:gd name="T8" fmla="*/ 49 w 27"/>
                <a:gd name="T9" fmla="*/ 19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6" y="19"/>
                  </a:moveTo>
                  <a:cubicBezTo>
                    <a:pt x="1" y="13"/>
                    <a:pt x="0" y="5"/>
                    <a:pt x="4" y="3"/>
                  </a:cubicBezTo>
                  <a:cubicBezTo>
                    <a:pt x="8" y="0"/>
                    <a:pt x="15" y="4"/>
                    <a:pt x="21" y="11"/>
                  </a:cubicBezTo>
                  <a:cubicBezTo>
                    <a:pt x="26" y="17"/>
                    <a:pt x="27" y="25"/>
                    <a:pt x="23" y="27"/>
                  </a:cubicBezTo>
                  <a:cubicBezTo>
                    <a:pt x="19" y="30"/>
                    <a:pt x="12" y="26"/>
                    <a:pt x="6" y="19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7" name="Freeform 14">
              <a:extLst>
                <a:ext uri="{FF2B5EF4-FFF2-40B4-BE49-F238E27FC236}">
                  <a16:creationId xmlns:a16="http://schemas.microsoft.com/office/drawing/2014/main" id="{DADF4CBC-3AB1-4C0E-8408-B7AA3688E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3420"/>
              <a:ext cx="22" cy="37"/>
            </a:xfrm>
            <a:custGeom>
              <a:avLst/>
              <a:gdLst>
                <a:gd name="T0" fmla="*/ 8 w 11"/>
                <a:gd name="T1" fmla="*/ 104 h 17"/>
                <a:gd name="T2" fmla="*/ 16 w 11"/>
                <a:gd name="T3" fmla="*/ 0 h 17"/>
                <a:gd name="T4" fmla="*/ 72 w 11"/>
                <a:gd name="T5" fmla="*/ 72 h 17"/>
                <a:gd name="T6" fmla="*/ 72 w 11"/>
                <a:gd name="T7" fmla="*/ 165 h 17"/>
                <a:gd name="T8" fmla="*/ 8 w 11"/>
                <a:gd name="T9" fmla="*/ 10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1" y="10"/>
                  </a:moveTo>
                  <a:cubicBezTo>
                    <a:pt x="0" y="6"/>
                    <a:pt x="0" y="1"/>
                    <a:pt x="2" y="0"/>
                  </a:cubicBezTo>
                  <a:cubicBezTo>
                    <a:pt x="4" y="0"/>
                    <a:pt x="8" y="2"/>
                    <a:pt x="9" y="7"/>
                  </a:cubicBezTo>
                  <a:cubicBezTo>
                    <a:pt x="11" y="11"/>
                    <a:pt x="11" y="15"/>
                    <a:pt x="9" y="16"/>
                  </a:cubicBezTo>
                  <a:cubicBezTo>
                    <a:pt x="6" y="17"/>
                    <a:pt x="3" y="14"/>
                    <a:pt x="1" y="10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8" name="Freeform 15">
              <a:extLst>
                <a:ext uri="{FF2B5EF4-FFF2-40B4-BE49-F238E27FC236}">
                  <a16:creationId xmlns:a16="http://schemas.microsoft.com/office/drawing/2014/main" id="{63D19730-2858-46D7-9052-955354880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510"/>
              <a:ext cx="108" cy="120"/>
            </a:xfrm>
            <a:custGeom>
              <a:avLst/>
              <a:gdLst>
                <a:gd name="T0" fmla="*/ 75 w 53"/>
                <a:gd name="T1" fmla="*/ 177 h 55"/>
                <a:gd name="T2" fmla="*/ 100 w 53"/>
                <a:gd name="T3" fmla="*/ 508 h 55"/>
                <a:gd name="T4" fmla="*/ 373 w 53"/>
                <a:gd name="T5" fmla="*/ 386 h 55"/>
                <a:gd name="T6" fmla="*/ 348 w 53"/>
                <a:gd name="T7" fmla="*/ 52 h 55"/>
                <a:gd name="T8" fmla="*/ 75 w 53"/>
                <a:gd name="T9" fmla="*/ 17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5">
                  <a:moveTo>
                    <a:pt x="9" y="17"/>
                  </a:moveTo>
                  <a:cubicBezTo>
                    <a:pt x="0" y="29"/>
                    <a:pt x="2" y="43"/>
                    <a:pt x="12" y="49"/>
                  </a:cubicBezTo>
                  <a:cubicBezTo>
                    <a:pt x="22" y="55"/>
                    <a:pt x="36" y="49"/>
                    <a:pt x="44" y="37"/>
                  </a:cubicBezTo>
                  <a:cubicBezTo>
                    <a:pt x="53" y="25"/>
                    <a:pt x="51" y="11"/>
                    <a:pt x="41" y="5"/>
                  </a:cubicBezTo>
                  <a:cubicBezTo>
                    <a:pt x="32" y="0"/>
                    <a:pt x="17" y="5"/>
                    <a:pt x="9" y="17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9" name="Freeform 16">
              <a:extLst>
                <a:ext uri="{FF2B5EF4-FFF2-40B4-BE49-F238E27FC236}">
                  <a16:creationId xmlns:a16="http://schemas.microsoft.com/office/drawing/2014/main" id="{11ABCCE6-59B4-4E04-89A5-08FFDA38E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287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0" name="Freeform 17">
              <a:extLst>
                <a:ext uri="{FF2B5EF4-FFF2-40B4-BE49-F238E27FC236}">
                  <a16:creationId xmlns:a16="http://schemas.microsoft.com/office/drawing/2014/main" id="{1A28DF8D-CB72-4722-86FA-9D1084098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246"/>
              <a:ext cx="79" cy="128"/>
            </a:xfrm>
            <a:custGeom>
              <a:avLst/>
              <a:gdLst>
                <a:gd name="T0" fmla="*/ 284 w 39"/>
                <a:gd name="T1" fmla="*/ 338 h 59"/>
                <a:gd name="T2" fmla="*/ 243 w 39"/>
                <a:gd name="T3" fmla="*/ 20 h 59"/>
                <a:gd name="T4" fmla="*/ 41 w 39"/>
                <a:gd name="T5" fmla="*/ 254 h 59"/>
                <a:gd name="T6" fmla="*/ 83 w 39"/>
                <a:gd name="T7" fmla="*/ 571 h 59"/>
                <a:gd name="T8" fmla="*/ 284 w 39"/>
                <a:gd name="T9" fmla="*/ 33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9">
                  <a:moveTo>
                    <a:pt x="34" y="33"/>
                  </a:moveTo>
                  <a:cubicBezTo>
                    <a:pt x="39" y="18"/>
                    <a:pt x="37" y="4"/>
                    <a:pt x="29" y="2"/>
                  </a:cubicBezTo>
                  <a:cubicBezTo>
                    <a:pt x="21" y="0"/>
                    <a:pt x="10" y="10"/>
                    <a:pt x="5" y="25"/>
                  </a:cubicBezTo>
                  <a:cubicBezTo>
                    <a:pt x="0" y="40"/>
                    <a:pt x="2" y="54"/>
                    <a:pt x="10" y="56"/>
                  </a:cubicBezTo>
                  <a:cubicBezTo>
                    <a:pt x="18" y="59"/>
                    <a:pt x="29" y="48"/>
                    <a:pt x="34" y="33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1" name="Oval 18">
              <a:extLst>
                <a:ext uri="{FF2B5EF4-FFF2-40B4-BE49-F238E27FC236}">
                  <a16:creationId xmlns:a16="http://schemas.microsoft.com/office/drawing/2014/main" id="{52965F45-827B-43F6-BA6A-908C882FD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1942"/>
              <a:ext cx="38" cy="24"/>
            </a:xfrm>
            <a:prstGeom prst="ellipse">
              <a:avLst/>
            </a:pr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482" name="Freeform 19">
              <a:extLst>
                <a:ext uri="{FF2B5EF4-FFF2-40B4-BE49-F238E27FC236}">
                  <a16:creationId xmlns:a16="http://schemas.microsoft.com/office/drawing/2014/main" id="{5C48AF4E-99CD-4323-80A3-0C286E679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684"/>
              <a:ext cx="105" cy="271"/>
            </a:xfrm>
            <a:custGeom>
              <a:avLst/>
              <a:gdLst>
                <a:gd name="T0" fmla="*/ 81 w 52"/>
                <a:gd name="T1" fmla="*/ 0 h 125"/>
                <a:gd name="T2" fmla="*/ 240 w 52"/>
                <a:gd name="T3" fmla="*/ 0 h 125"/>
                <a:gd name="T4" fmla="*/ 232 w 52"/>
                <a:gd name="T5" fmla="*/ 488 h 125"/>
                <a:gd name="T6" fmla="*/ 420 w 52"/>
                <a:gd name="T7" fmla="*/ 1275 h 125"/>
                <a:gd name="T8" fmla="*/ 339 w 52"/>
                <a:gd name="T9" fmla="*/ 1212 h 125"/>
                <a:gd name="T10" fmla="*/ 265 w 52"/>
                <a:gd name="T11" fmla="*/ 1275 h 125"/>
                <a:gd name="T12" fmla="*/ 73 w 52"/>
                <a:gd name="T13" fmla="*/ 488 h 125"/>
                <a:gd name="T14" fmla="*/ 81 w 52"/>
                <a:gd name="T15" fmla="*/ 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25">
                  <a:moveTo>
                    <a:pt x="1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1" y="20"/>
                    <a:pt x="19" y="30"/>
                    <a:pt x="28" y="48"/>
                  </a:cubicBezTo>
                  <a:cubicBezTo>
                    <a:pt x="37" y="67"/>
                    <a:pt x="52" y="90"/>
                    <a:pt x="51" y="125"/>
                  </a:cubicBezTo>
                  <a:cubicBezTo>
                    <a:pt x="51" y="122"/>
                    <a:pt x="47" y="119"/>
                    <a:pt x="41" y="119"/>
                  </a:cubicBezTo>
                  <a:cubicBezTo>
                    <a:pt x="36" y="119"/>
                    <a:pt x="32" y="122"/>
                    <a:pt x="32" y="125"/>
                  </a:cubicBezTo>
                  <a:cubicBezTo>
                    <a:pt x="33" y="90"/>
                    <a:pt x="18" y="67"/>
                    <a:pt x="9" y="48"/>
                  </a:cubicBezTo>
                  <a:cubicBezTo>
                    <a:pt x="0" y="30"/>
                    <a:pt x="2" y="20"/>
                    <a:pt x="1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3" name="Freeform 20">
              <a:extLst>
                <a:ext uri="{FF2B5EF4-FFF2-40B4-BE49-F238E27FC236}">
                  <a16:creationId xmlns:a16="http://schemas.microsoft.com/office/drawing/2014/main" id="{B0AA9CA5-FA09-4894-B2CB-84696F7DD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054"/>
              <a:ext cx="26" cy="18"/>
            </a:xfrm>
            <a:custGeom>
              <a:avLst/>
              <a:gdLst>
                <a:gd name="T0" fmla="*/ 104 w 13"/>
                <a:gd name="T1" fmla="*/ 56 h 8"/>
                <a:gd name="T2" fmla="*/ 64 w 13"/>
                <a:gd name="T3" fmla="*/ 11 h 8"/>
                <a:gd name="T4" fmla="*/ 8 w 13"/>
                <a:gd name="T5" fmla="*/ 25 h 8"/>
                <a:gd name="T6" fmla="*/ 48 w 13"/>
                <a:gd name="T7" fmla="*/ 81 h 8"/>
                <a:gd name="T8" fmla="*/ 104 w 13"/>
                <a:gd name="T9" fmla="*/ 5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3" y="5"/>
                  </a:moveTo>
                  <a:cubicBezTo>
                    <a:pt x="13" y="3"/>
                    <a:pt x="11" y="1"/>
                    <a:pt x="8" y="1"/>
                  </a:cubicBezTo>
                  <a:cubicBezTo>
                    <a:pt x="4" y="0"/>
                    <a:pt x="1" y="0"/>
                    <a:pt x="1" y="2"/>
                  </a:cubicBezTo>
                  <a:cubicBezTo>
                    <a:pt x="0" y="4"/>
                    <a:pt x="3" y="6"/>
                    <a:pt x="6" y="7"/>
                  </a:cubicBezTo>
                  <a:cubicBezTo>
                    <a:pt x="9" y="8"/>
                    <a:pt x="12" y="7"/>
                    <a:pt x="13" y="5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4" name="Oval 21">
              <a:extLst>
                <a:ext uri="{FF2B5EF4-FFF2-40B4-BE49-F238E27FC236}">
                  <a16:creationId xmlns:a16="http://schemas.microsoft.com/office/drawing/2014/main" id="{56711F99-6BDF-409F-A5C5-4F872D9DE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4" y="770"/>
              <a:ext cx="49" cy="28"/>
            </a:xfrm>
            <a:prstGeom prst="ellipse">
              <a:avLst/>
            </a:pr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485" name="Freeform 22">
              <a:extLst>
                <a:ext uri="{FF2B5EF4-FFF2-40B4-BE49-F238E27FC236}">
                  <a16:creationId xmlns:a16="http://schemas.microsoft.com/office/drawing/2014/main" id="{A06C72D0-EF13-448B-BAA2-3AC988AED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840"/>
              <a:ext cx="16" cy="15"/>
            </a:xfrm>
            <a:custGeom>
              <a:avLst/>
              <a:gdLst>
                <a:gd name="T0" fmla="*/ 8 w 8"/>
                <a:gd name="T1" fmla="*/ 9 h 7"/>
                <a:gd name="T2" fmla="*/ 24 w 8"/>
                <a:gd name="T3" fmla="*/ 51 h 7"/>
                <a:gd name="T4" fmla="*/ 64 w 8"/>
                <a:gd name="T5" fmla="*/ 60 h 7"/>
                <a:gd name="T6" fmla="*/ 40 w 8"/>
                <a:gd name="T7" fmla="*/ 9 h 7"/>
                <a:gd name="T8" fmla="*/ 8 w 8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1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7"/>
                    <a:pt x="7" y="7"/>
                    <a:pt x="8" y="6"/>
                  </a:cubicBezTo>
                  <a:cubicBezTo>
                    <a:pt x="8" y="4"/>
                    <a:pt x="7" y="2"/>
                    <a:pt x="5" y="1"/>
                  </a:cubicBezTo>
                  <a:cubicBezTo>
                    <a:pt x="3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6" name="Oval 23">
              <a:extLst>
                <a:ext uri="{FF2B5EF4-FFF2-40B4-BE49-F238E27FC236}">
                  <a16:creationId xmlns:a16="http://schemas.microsoft.com/office/drawing/2014/main" id="{0B1D1171-D9DE-4C59-BFEF-8BA4ADDA1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498"/>
              <a:ext cx="29" cy="58"/>
            </a:xfrm>
            <a:prstGeom prst="ellipse">
              <a:avLst/>
            </a:pr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487" name="Freeform 24">
              <a:extLst>
                <a:ext uri="{FF2B5EF4-FFF2-40B4-BE49-F238E27FC236}">
                  <a16:creationId xmlns:a16="http://schemas.microsoft.com/office/drawing/2014/main" id="{C4B7E7FB-A664-4531-9D03-7EAEDEF63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685"/>
              <a:ext cx="55" cy="65"/>
            </a:xfrm>
            <a:custGeom>
              <a:avLst/>
              <a:gdLst>
                <a:gd name="T0" fmla="*/ 171 w 27"/>
                <a:gd name="T1" fmla="*/ 193 h 30"/>
                <a:gd name="T2" fmla="*/ 196 w 27"/>
                <a:gd name="T3" fmla="*/ 33 h 30"/>
                <a:gd name="T4" fmla="*/ 49 w 27"/>
                <a:gd name="T5" fmla="*/ 113 h 30"/>
                <a:gd name="T6" fmla="*/ 33 w 27"/>
                <a:gd name="T7" fmla="*/ 273 h 30"/>
                <a:gd name="T8" fmla="*/ 171 w 27"/>
                <a:gd name="T9" fmla="*/ 19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20" y="19"/>
                  </a:moveTo>
                  <a:cubicBezTo>
                    <a:pt x="26" y="13"/>
                    <a:pt x="27" y="5"/>
                    <a:pt x="23" y="3"/>
                  </a:cubicBezTo>
                  <a:cubicBezTo>
                    <a:pt x="19" y="0"/>
                    <a:pt x="11" y="4"/>
                    <a:pt x="6" y="11"/>
                  </a:cubicBezTo>
                  <a:cubicBezTo>
                    <a:pt x="1" y="17"/>
                    <a:pt x="0" y="25"/>
                    <a:pt x="4" y="27"/>
                  </a:cubicBezTo>
                  <a:cubicBezTo>
                    <a:pt x="8" y="30"/>
                    <a:pt x="15" y="26"/>
                    <a:pt x="20" y="19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8" name="Freeform 25">
              <a:extLst>
                <a:ext uri="{FF2B5EF4-FFF2-40B4-BE49-F238E27FC236}">
                  <a16:creationId xmlns:a16="http://schemas.microsoft.com/office/drawing/2014/main" id="{EDE83E78-7805-4AEB-AF7C-F966A2D2A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420"/>
              <a:ext cx="24" cy="37"/>
            </a:xfrm>
            <a:custGeom>
              <a:avLst/>
              <a:gdLst>
                <a:gd name="T0" fmla="*/ 80 w 12"/>
                <a:gd name="T1" fmla="*/ 104 h 17"/>
                <a:gd name="T2" fmla="*/ 80 w 12"/>
                <a:gd name="T3" fmla="*/ 0 h 17"/>
                <a:gd name="T4" fmla="*/ 16 w 12"/>
                <a:gd name="T5" fmla="*/ 72 h 17"/>
                <a:gd name="T6" fmla="*/ 24 w 12"/>
                <a:gd name="T7" fmla="*/ 165 h 17"/>
                <a:gd name="T8" fmla="*/ 80 w 12"/>
                <a:gd name="T9" fmla="*/ 10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10" y="10"/>
                  </a:moveTo>
                  <a:cubicBezTo>
                    <a:pt x="12" y="6"/>
                    <a:pt x="12" y="1"/>
                    <a:pt x="10" y="0"/>
                  </a:cubicBezTo>
                  <a:cubicBezTo>
                    <a:pt x="7" y="0"/>
                    <a:pt x="4" y="2"/>
                    <a:pt x="2" y="7"/>
                  </a:cubicBezTo>
                  <a:cubicBezTo>
                    <a:pt x="0" y="11"/>
                    <a:pt x="1" y="15"/>
                    <a:pt x="3" y="16"/>
                  </a:cubicBezTo>
                  <a:cubicBezTo>
                    <a:pt x="5" y="17"/>
                    <a:pt x="9" y="14"/>
                    <a:pt x="10" y="10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9" name="Freeform 26">
              <a:extLst>
                <a:ext uri="{FF2B5EF4-FFF2-40B4-BE49-F238E27FC236}">
                  <a16:creationId xmlns:a16="http://schemas.microsoft.com/office/drawing/2014/main" id="{7F432E9C-748B-462D-92B9-63CB231189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8" y="785"/>
              <a:ext cx="2125" cy="3215"/>
            </a:xfrm>
            <a:custGeom>
              <a:avLst/>
              <a:gdLst>
                <a:gd name="T0" fmla="*/ 7313 w 1044"/>
                <a:gd name="T1" fmla="*/ 3634 h 1481"/>
                <a:gd name="T2" fmla="*/ 5498 w 1044"/>
                <a:gd name="T3" fmla="*/ 1719 h 1481"/>
                <a:gd name="T4" fmla="*/ 5186 w 1044"/>
                <a:gd name="T5" fmla="*/ 278 h 1481"/>
                <a:gd name="T6" fmla="*/ 4722 w 1044"/>
                <a:gd name="T7" fmla="*/ 890 h 1481"/>
                <a:gd name="T8" fmla="*/ 3853 w 1044"/>
                <a:gd name="T9" fmla="*/ 0 h 1481"/>
                <a:gd name="T10" fmla="*/ 3550 w 1044"/>
                <a:gd name="T11" fmla="*/ 315 h 1481"/>
                <a:gd name="T12" fmla="*/ 3112 w 1044"/>
                <a:gd name="T13" fmla="*/ 1329 h 1481"/>
                <a:gd name="T14" fmla="*/ 49 w 1044"/>
                <a:gd name="T15" fmla="*/ 3714 h 1481"/>
                <a:gd name="T16" fmla="*/ 757 w 1044"/>
                <a:gd name="T17" fmla="*/ 6903 h 1481"/>
                <a:gd name="T18" fmla="*/ 3745 w 1044"/>
                <a:gd name="T19" fmla="*/ 8379 h 1481"/>
                <a:gd name="T20" fmla="*/ 3949 w 1044"/>
                <a:gd name="T21" fmla="*/ 9576 h 1481"/>
                <a:gd name="T22" fmla="*/ 3713 w 1044"/>
                <a:gd name="T23" fmla="*/ 9962 h 1481"/>
                <a:gd name="T24" fmla="*/ 3641 w 1044"/>
                <a:gd name="T25" fmla="*/ 10075 h 1481"/>
                <a:gd name="T26" fmla="*/ 3696 w 1044"/>
                <a:gd name="T27" fmla="*/ 10107 h 1481"/>
                <a:gd name="T28" fmla="*/ 3257 w 1044"/>
                <a:gd name="T29" fmla="*/ 10505 h 1481"/>
                <a:gd name="T30" fmla="*/ 3641 w 1044"/>
                <a:gd name="T31" fmla="*/ 10694 h 1481"/>
                <a:gd name="T32" fmla="*/ 2949 w 1044"/>
                <a:gd name="T33" fmla="*/ 12493 h 1481"/>
                <a:gd name="T34" fmla="*/ 2249 w 1044"/>
                <a:gd name="T35" fmla="*/ 13780 h 1481"/>
                <a:gd name="T36" fmla="*/ 3761 w 1044"/>
                <a:gd name="T37" fmla="*/ 14147 h 1481"/>
                <a:gd name="T38" fmla="*/ 4985 w 1044"/>
                <a:gd name="T39" fmla="*/ 14128 h 1481"/>
                <a:gd name="T40" fmla="*/ 6517 w 1044"/>
                <a:gd name="T41" fmla="*/ 13935 h 1481"/>
                <a:gd name="T42" fmla="*/ 5854 w 1044"/>
                <a:gd name="T43" fmla="*/ 12582 h 1481"/>
                <a:gd name="T44" fmla="*/ 5034 w 1044"/>
                <a:gd name="T45" fmla="*/ 10711 h 1481"/>
                <a:gd name="T46" fmla="*/ 5365 w 1044"/>
                <a:gd name="T47" fmla="*/ 10466 h 1481"/>
                <a:gd name="T48" fmla="*/ 5101 w 1044"/>
                <a:gd name="T49" fmla="*/ 10086 h 1481"/>
                <a:gd name="T50" fmla="*/ 5221 w 1044"/>
                <a:gd name="T51" fmla="*/ 10127 h 1481"/>
                <a:gd name="T52" fmla="*/ 5302 w 1044"/>
                <a:gd name="T53" fmla="*/ 9986 h 1481"/>
                <a:gd name="T54" fmla="*/ 4966 w 1044"/>
                <a:gd name="T55" fmla="*/ 9619 h 1481"/>
                <a:gd name="T56" fmla="*/ 6290 w 1044"/>
                <a:gd name="T57" fmla="*/ 8073 h 1481"/>
                <a:gd name="T58" fmla="*/ 8046 w 1044"/>
                <a:gd name="T59" fmla="*/ 6903 h 1481"/>
                <a:gd name="T60" fmla="*/ 8722 w 1044"/>
                <a:gd name="T61" fmla="*/ 4053 h 1481"/>
                <a:gd name="T62" fmla="*/ 4089 w 1044"/>
                <a:gd name="T63" fmla="*/ 13615 h 1481"/>
                <a:gd name="T64" fmla="*/ 6426 w 1044"/>
                <a:gd name="T65" fmla="*/ 3469 h 1481"/>
                <a:gd name="T66" fmla="*/ 5793 w 1044"/>
                <a:gd name="T67" fmla="*/ 4665 h 1481"/>
                <a:gd name="T68" fmla="*/ 5886 w 1044"/>
                <a:gd name="T69" fmla="*/ 4919 h 1481"/>
                <a:gd name="T70" fmla="*/ 5449 w 1044"/>
                <a:gd name="T71" fmla="*/ 5052 h 1481"/>
                <a:gd name="T72" fmla="*/ 5994 w 1044"/>
                <a:gd name="T73" fmla="*/ 5067 h 1481"/>
                <a:gd name="T74" fmla="*/ 5589 w 1044"/>
                <a:gd name="T75" fmla="*/ 5321 h 1481"/>
                <a:gd name="T76" fmla="*/ 5946 w 1044"/>
                <a:gd name="T77" fmla="*/ 5618 h 1481"/>
                <a:gd name="T78" fmla="*/ 5626 w 1044"/>
                <a:gd name="T79" fmla="*/ 5546 h 1481"/>
                <a:gd name="T80" fmla="*/ 5610 w 1044"/>
                <a:gd name="T81" fmla="*/ 5731 h 1481"/>
                <a:gd name="T82" fmla="*/ 5589 w 1044"/>
                <a:gd name="T83" fmla="*/ 5994 h 1481"/>
                <a:gd name="T84" fmla="*/ 4806 w 1044"/>
                <a:gd name="T85" fmla="*/ 7531 h 1481"/>
                <a:gd name="T86" fmla="*/ 3216 w 1044"/>
                <a:gd name="T87" fmla="*/ 5976 h 1481"/>
                <a:gd name="T88" fmla="*/ 3281 w 1044"/>
                <a:gd name="T89" fmla="*/ 5462 h 1481"/>
                <a:gd name="T90" fmla="*/ 2966 w 1044"/>
                <a:gd name="T91" fmla="*/ 5217 h 1481"/>
                <a:gd name="T92" fmla="*/ 3004 w 1044"/>
                <a:gd name="T93" fmla="*/ 4685 h 1481"/>
                <a:gd name="T94" fmla="*/ 2453 w 1044"/>
                <a:gd name="T95" fmla="*/ 4287 h 1481"/>
                <a:gd name="T96" fmla="*/ 1848 w 1044"/>
                <a:gd name="T97" fmla="*/ 3365 h 1481"/>
                <a:gd name="T98" fmla="*/ 3713 w 1044"/>
                <a:gd name="T99" fmla="*/ 2499 h 1481"/>
                <a:gd name="T100" fmla="*/ 3998 w 1044"/>
                <a:gd name="T101" fmla="*/ 2362 h 1481"/>
                <a:gd name="T102" fmla="*/ 4234 w 1044"/>
                <a:gd name="T103" fmla="*/ 2140 h 1481"/>
                <a:gd name="T104" fmla="*/ 4429 w 1044"/>
                <a:gd name="T105" fmla="*/ 2436 h 1481"/>
                <a:gd name="T106" fmla="*/ 4682 w 1044"/>
                <a:gd name="T107" fmla="*/ 2568 h 1481"/>
                <a:gd name="T108" fmla="*/ 4893 w 1044"/>
                <a:gd name="T109" fmla="*/ 2262 h 1481"/>
                <a:gd name="T110" fmla="*/ 5026 w 1044"/>
                <a:gd name="T111" fmla="*/ 2447 h 148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44" h="1481">
                  <a:moveTo>
                    <a:pt x="660" y="539"/>
                  </a:moveTo>
                  <a:cubicBezTo>
                    <a:pt x="660" y="538"/>
                    <a:pt x="660" y="538"/>
                    <a:pt x="661" y="538"/>
                  </a:cubicBezTo>
                  <a:cubicBezTo>
                    <a:pt x="660" y="538"/>
                    <a:pt x="660" y="539"/>
                    <a:pt x="660" y="539"/>
                  </a:cubicBezTo>
                  <a:close/>
                  <a:moveTo>
                    <a:pt x="1038" y="363"/>
                  </a:moveTo>
                  <a:cubicBezTo>
                    <a:pt x="1034" y="352"/>
                    <a:pt x="1029" y="346"/>
                    <a:pt x="1023" y="343"/>
                  </a:cubicBezTo>
                  <a:cubicBezTo>
                    <a:pt x="1021" y="342"/>
                    <a:pt x="1010" y="347"/>
                    <a:pt x="1000" y="351"/>
                  </a:cubicBezTo>
                  <a:cubicBezTo>
                    <a:pt x="971" y="362"/>
                    <a:pt x="923" y="369"/>
                    <a:pt x="909" y="369"/>
                  </a:cubicBezTo>
                  <a:cubicBezTo>
                    <a:pt x="888" y="368"/>
                    <a:pt x="877" y="366"/>
                    <a:pt x="867" y="355"/>
                  </a:cubicBezTo>
                  <a:cubicBezTo>
                    <a:pt x="858" y="343"/>
                    <a:pt x="855" y="335"/>
                    <a:pt x="830" y="302"/>
                  </a:cubicBezTo>
                  <a:cubicBezTo>
                    <a:pt x="785" y="243"/>
                    <a:pt x="695" y="191"/>
                    <a:pt x="682" y="178"/>
                  </a:cubicBezTo>
                  <a:cubicBezTo>
                    <a:pt x="668" y="166"/>
                    <a:pt x="672" y="141"/>
                    <a:pt x="674" y="130"/>
                  </a:cubicBezTo>
                  <a:cubicBezTo>
                    <a:pt x="674" y="130"/>
                    <a:pt x="674" y="130"/>
                    <a:pt x="674" y="130"/>
                  </a:cubicBezTo>
                  <a:cubicBezTo>
                    <a:pt x="673" y="131"/>
                    <a:pt x="671" y="132"/>
                    <a:pt x="668" y="131"/>
                  </a:cubicBezTo>
                  <a:cubicBezTo>
                    <a:pt x="665" y="130"/>
                    <a:pt x="663" y="128"/>
                    <a:pt x="663" y="127"/>
                  </a:cubicBezTo>
                  <a:cubicBezTo>
                    <a:pt x="660" y="135"/>
                    <a:pt x="659" y="148"/>
                    <a:pt x="661" y="160"/>
                  </a:cubicBezTo>
                  <a:cubicBezTo>
                    <a:pt x="661" y="164"/>
                    <a:pt x="659" y="170"/>
                    <a:pt x="652" y="168"/>
                  </a:cubicBezTo>
                  <a:cubicBezTo>
                    <a:pt x="645" y="165"/>
                    <a:pt x="636" y="163"/>
                    <a:pt x="619" y="150"/>
                  </a:cubicBezTo>
                  <a:cubicBezTo>
                    <a:pt x="604" y="138"/>
                    <a:pt x="595" y="126"/>
                    <a:pt x="591" y="113"/>
                  </a:cubicBezTo>
                  <a:cubicBezTo>
                    <a:pt x="588" y="100"/>
                    <a:pt x="589" y="91"/>
                    <a:pt x="596" y="77"/>
                  </a:cubicBezTo>
                  <a:cubicBezTo>
                    <a:pt x="603" y="63"/>
                    <a:pt x="622" y="31"/>
                    <a:pt x="622" y="31"/>
                  </a:cubicBezTo>
                  <a:cubicBezTo>
                    <a:pt x="623" y="31"/>
                    <a:pt x="623" y="31"/>
                    <a:pt x="623" y="31"/>
                  </a:cubicBezTo>
                  <a:cubicBezTo>
                    <a:pt x="622" y="32"/>
                    <a:pt x="620" y="32"/>
                    <a:pt x="618" y="30"/>
                  </a:cubicBezTo>
                  <a:cubicBezTo>
                    <a:pt x="616" y="29"/>
                    <a:pt x="615" y="27"/>
                    <a:pt x="616" y="26"/>
                  </a:cubicBezTo>
                  <a:cubicBezTo>
                    <a:pt x="615" y="26"/>
                    <a:pt x="615" y="26"/>
                    <a:pt x="615" y="27"/>
                  </a:cubicBezTo>
                  <a:cubicBezTo>
                    <a:pt x="606" y="41"/>
                    <a:pt x="597" y="54"/>
                    <a:pt x="592" y="58"/>
                  </a:cubicBezTo>
                  <a:cubicBezTo>
                    <a:pt x="586" y="64"/>
                    <a:pt x="585" y="61"/>
                    <a:pt x="585" y="55"/>
                  </a:cubicBezTo>
                  <a:cubicBezTo>
                    <a:pt x="585" y="37"/>
                    <a:pt x="587" y="20"/>
                    <a:pt x="587" y="2"/>
                  </a:cubicBezTo>
                  <a:cubicBezTo>
                    <a:pt x="587" y="1"/>
                    <a:pt x="587" y="0"/>
                    <a:pt x="587" y="0"/>
                  </a:cubicBezTo>
                  <a:cubicBezTo>
                    <a:pt x="587" y="3"/>
                    <a:pt x="581" y="6"/>
                    <a:pt x="575" y="6"/>
                  </a:cubicBezTo>
                  <a:cubicBezTo>
                    <a:pt x="569" y="6"/>
                    <a:pt x="564" y="4"/>
                    <a:pt x="563" y="0"/>
                  </a:cubicBezTo>
                  <a:cubicBezTo>
                    <a:pt x="563" y="1"/>
                    <a:pt x="563" y="1"/>
                    <a:pt x="563" y="2"/>
                  </a:cubicBezTo>
                  <a:cubicBezTo>
                    <a:pt x="561" y="21"/>
                    <a:pt x="560" y="64"/>
                    <a:pt x="560" y="87"/>
                  </a:cubicBezTo>
                  <a:cubicBezTo>
                    <a:pt x="559" y="105"/>
                    <a:pt x="559" y="123"/>
                    <a:pt x="551" y="130"/>
                  </a:cubicBezTo>
                  <a:cubicBezTo>
                    <a:pt x="546" y="134"/>
                    <a:pt x="537" y="134"/>
                    <a:pt x="526" y="135"/>
                  </a:cubicBezTo>
                  <a:cubicBezTo>
                    <a:pt x="518" y="135"/>
                    <a:pt x="509" y="136"/>
                    <a:pt x="501" y="133"/>
                  </a:cubicBezTo>
                  <a:cubicBezTo>
                    <a:pt x="482" y="127"/>
                    <a:pt x="484" y="110"/>
                    <a:pt x="484" y="87"/>
                  </a:cubicBezTo>
                  <a:cubicBezTo>
                    <a:pt x="484" y="64"/>
                    <a:pt x="482" y="21"/>
                    <a:pt x="481" y="2"/>
                  </a:cubicBezTo>
                  <a:cubicBezTo>
                    <a:pt x="481" y="1"/>
                    <a:pt x="481" y="1"/>
                    <a:pt x="481" y="0"/>
                  </a:cubicBezTo>
                  <a:cubicBezTo>
                    <a:pt x="480" y="4"/>
                    <a:pt x="475" y="6"/>
                    <a:pt x="469" y="6"/>
                  </a:cubicBezTo>
                  <a:cubicBezTo>
                    <a:pt x="462" y="6"/>
                    <a:pt x="457" y="3"/>
                    <a:pt x="457" y="0"/>
                  </a:cubicBezTo>
                  <a:cubicBezTo>
                    <a:pt x="457" y="0"/>
                    <a:pt x="457" y="1"/>
                    <a:pt x="457" y="2"/>
                  </a:cubicBezTo>
                  <a:cubicBezTo>
                    <a:pt x="457" y="20"/>
                    <a:pt x="458" y="37"/>
                    <a:pt x="459" y="55"/>
                  </a:cubicBezTo>
                  <a:cubicBezTo>
                    <a:pt x="459" y="61"/>
                    <a:pt x="458" y="64"/>
                    <a:pt x="451" y="58"/>
                  </a:cubicBezTo>
                  <a:cubicBezTo>
                    <a:pt x="447" y="54"/>
                    <a:pt x="437" y="41"/>
                    <a:pt x="429" y="27"/>
                  </a:cubicBezTo>
                  <a:cubicBezTo>
                    <a:pt x="429" y="26"/>
                    <a:pt x="428" y="26"/>
                    <a:pt x="428" y="26"/>
                  </a:cubicBezTo>
                  <a:cubicBezTo>
                    <a:pt x="429" y="27"/>
                    <a:pt x="428" y="29"/>
                    <a:pt x="426" y="30"/>
                  </a:cubicBezTo>
                  <a:cubicBezTo>
                    <a:pt x="424" y="32"/>
                    <a:pt x="422" y="32"/>
                    <a:pt x="421" y="31"/>
                  </a:cubicBezTo>
                  <a:cubicBezTo>
                    <a:pt x="421" y="31"/>
                    <a:pt x="421" y="31"/>
                    <a:pt x="421" y="31"/>
                  </a:cubicBezTo>
                  <a:cubicBezTo>
                    <a:pt x="421" y="31"/>
                    <a:pt x="441" y="63"/>
                    <a:pt x="448" y="77"/>
                  </a:cubicBezTo>
                  <a:cubicBezTo>
                    <a:pt x="455" y="91"/>
                    <a:pt x="458" y="108"/>
                    <a:pt x="454" y="121"/>
                  </a:cubicBezTo>
                  <a:cubicBezTo>
                    <a:pt x="451" y="134"/>
                    <a:pt x="444" y="142"/>
                    <a:pt x="429" y="153"/>
                  </a:cubicBezTo>
                  <a:cubicBezTo>
                    <a:pt x="416" y="159"/>
                    <a:pt x="400" y="167"/>
                    <a:pt x="391" y="168"/>
                  </a:cubicBezTo>
                  <a:cubicBezTo>
                    <a:pt x="388" y="169"/>
                    <a:pt x="384" y="164"/>
                    <a:pt x="385" y="160"/>
                  </a:cubicBezTo>
                  <a:cubicBezTo>
                    <a:pt x="386" y="148"/>
                    <a:pt x="384" y="135"/>
                    <a:pt x="381" y="127"/>
                  </a:cubicBezTo>
                  <a:cubicBezTo>
                    <a:pt x="381" y="128"/>
                    <a:pt x="379" y="130"/>
                    <a:pt x="376" y="131"/>
                  </a:cubicBezTo>
                  <a:cubicBezTo>
                    <a:pt x="373" y="132"/>
                    <a:pt x="370" y="131"/>
                    <a:pt x="369" y="130"/>
                  </a:cubicBezTo>
                  <a:cubicBezTo>
                    <a:pt x="369" y="130"/>
                    <a:pt x="369" y="130"/>
                    <a:pt x="369" y="130"/>
                  </a:cubicBezTo>
                  <a:cubicBezTo>
                    <a:pt x="372" y="141"/>
                    <a:pt x="376" y="166"/>
                    <a:pt x="362" y="178"/>
                  </a:cubicBezTo>
                  <a:cubicBezTo>
                    <a:pt x="349" y="191"/>
                    <a:pt x="255" y="242"/>
                    <a:pt x="214" y="302"/>
                  </a:cubicBezTo>
                  <a:cubicBezTo>
                    <a:pt x="190" y="336"/>
                    <a:pt x="186" y="343"/>
                    <a:pt x="176" y="355"/>
                  </a:cubicBezTo>
                  <a:cubicBezTo>
                    <a:pt x="167" y="366"/>
                    <a:pt x="156" y="368"/>
                    <a:pt x="134" y="369"/>
                  </a:cubicBezTo>
                  <a:cubicBezTo>
                    <a:pt x="121" y="369"/>
                    <a:pt x="73" y="362"/>
                    <a:pt x="43" y="351"/>
                  </a:cubicBezTo>
                  <a:cubicBezTo>
                    <a:pt x="34" y="347"/>
                    <a:pt x="23" y="342"/>
                    <a:pt x="21" y="343"/>
                  </a:cubicBezTo>
                  <a:cubicBezTo>
                    <a:pt x="15" y="346"/>
                    <a:pt x="10" y="352"/>
                    <a:pt x="6" y="363"/>
                  </a:cubicBezTo>
                  <a:cubicBezTo>
                    <a:pt x="0" y="378"/>
                    <a:pt x="2" y="393"/>
                    <a:pt x="9" y="396"/>
                  </a:cubicBezTo>
                  <a:cubicBezTo>
                    <a:pt x="9" y="396"/>
                    <a:pt x="122" y="448"/>
                    <a:pt x="238" y="414"/>
                  </a:cubicBezTo>
                  <a:cubicBezTo>
                    <a:pt x="238" y="414"/>
                    <a:pt x="238" y="414"/>
                    <a:pt x="238" y="414"/>
                  </a:cubicBezTo>
                  <a:cubicBezTo>
                    <a:pt x="254" y="410"/>
                    <a:pt x="291" y="449"/>
                    <a:pt x="297" y="494"/>
                  </a:cubicBezTo>
                  <a:cubicBezTo>
                    <a:pt x="304" y="540"/>
                    <a:pt x="301" y="569"/>
                    <a:pt x="301" y="601"/>
                  </a:cubicBezTo>
                  <a:cubicBezTo>
                    <a:pt x="301" y="626"/>
                    <a:pt x="298" y="659"/>
                    <a:pt x="280" y="660"/>
                  </a:cubicBezTo>
                  <a:cubicBezTo>
                    <a:pt x="259" y="661"/>
                    <a:pt x="232" y="656"/>
                    <a:pt x="181" y="660"/>
                  </a:cubicBezTo>
                  <a:cubicBezTo>
                    <a:pt x="130" y="664"/>
                    <a:pt x="90" y="675"/>
                    <a:pt x="90" y="675"/>
                  </a:cubicBezTo>
                  <a:cubicBezTo>
                    <a:pt x="90" y="675"/>
                    <a:pt x="90" y="675"/>
                    <a:pt x="90" y="675"/>
                  </a:cubicBezTo>
                  <a:cubicBezTo>
                    <a:pt x="90" y="675"/>
                    <a:pt x="91" y="674"/>
                    <a:pt x="91" y="675"/>
                  </a:cubicBezTo>
                  <a:cubicBezTo>
                    <a:pt x="99" y="674"/>
                    <a:pt x="108" y="684"/>
                    <a:pt x="113" y="698"/>
                  </a:cubicBezTo>
                  <a:cubicBezTo>
                    <a:pt x="118" y="713"/>
                    <a:pt x="116" y="727"/>
                    <a:pt x="108" y="729"/>
                  </a:cubicBezTo>
                  <a:cubicBezTo>
                    <a:pt x="108" y="729"/>
                    <a:pt x="108" y="729"/>
                    <a:pt x="108" y="729"/>
                  </a:cubicBezTo>
                  <a:cubicBezTo>
                    <a:pt x="154" y="718"/>
                    <a:pt x="238" y="708"/>
                    <a:pt x="339" y="737"/>
                  </a:cubicBezTo>
                  <a:cubicBezTo>
                    <a:pt x="447" y="769"/>
                    <a:pt x="466" y="822"/>
                    <a:pt x="467" y="828"/>
                  </a:cubicBezTo>
                  <a:cubicBezTo>
                    <a:pt x="468" y="834"/>
                    <a:pt x="457" y="825"/>
                    <a:pt x="444" y="819"/>
                  </a:cubicBezTo>
                  <a:cubicBezTo>
                    <a:pt x="431" y="813"/>
                    <a:pt x="364" y="783"/>
                    <a:pt x="298" y="789"/>
                  </a:cubicBezTo>
                  <a:cubicBezTo>
                    <a:pt x="298" y="789"/>
                    <a:pt x="298" y="789"/>
                    <a:pt x="298" y="789"/>
                  </a:cubicBezTo>
                  <a:cubicBezTo>
                    <a:pt x="298" y="789"/>
                    <a:pt x="298" y="789"/>
                    <a:pt x="298" y="789"/>
                  </a:cubicBezTo>
                  <a:cubicBezTo>
                    <a:pt x="302" y="789"/>
                    <a:pt x="305" y="795"/>
                    <a:pt x="305" y="802"/>
                  </a:cubicBezTo>
                  <a:cubicBezTo>
                    <a:pt x="305" y="809"/>
                    <a:pt x="302" y="815"/>
                    <a:pt x="299" y="816"/>
                  </a:cubicBezTo>
                  <a:cubicBezTo>
                    <a:pt x="338" y="816"/>
                    <a:pt x="422" y="829"/>
                    <a:pt x="450" y="858"/>
                  </a:cubicBezTo>
                  <a:cubicBezTo>
                    <a:pt x="478" y="887"/>
                    <a:pt x="472" y="903"/>
                    <a:pt x="472" y="919"/>
                  </a:cubicBezTo>
                  <a:cubicBezTo>
                    <a:pt x="472" y="926"/>
                    <a:pt x="474" y="933"/>
                    <a:pt x="468" y="936"/>
                  </a:cubicBezTo>
                  <a:cubicBezTo>
                    <a:pt x="464" y="937"/>
                    <a:pt x="460" y="939"/>
                    <a:pt x="455" y="940"/>
                  </a:cubicBezTo>
                  <a:cubicBezTo>
                    <a:pt x="452" y="941"/>
                    <a:pt x="447" y="940"/>
                    <a:pt x="444" y="940"/>
                  </a:cubicBezTo>
                  <a:cubicBezTo>
                    <a:pt x="435" y="942"/>
                    <a:pt x="431" y="948"/>
                    <a:pt x="419" y="950"/>
                  </a:cubicBezTo>
                  <a:cubicBezTo>
                    <a:pt x="432" y="949"/>
                    <a:pt x="434" y="945"/>
                    <a:pt x="442" y="944"/>
                  </a:cubicBezTo>
                  <a:cubicBezTo>
                    <a:pt x="446" y="943"/>
                    <a:pt x="450" y="945"/>
                    <a:pt x="455" y="945"/>
                  </a:cubicBezTo>
                  <a:cubicBezTo>
                    <a:pt x="462" y="944"/>
                    <a:pt x="469" y="941"/>
                    <a:pt x="471" y="944"/>
                  </a:cubicBezTo>
                  <a:cubicBezTo>
                    <a:pt x="473" y="947"/>
                    <a:pt x="474" y="962"/>
                    <a:pt x="471" y="966"/>
                  </a:cubicBezTo>
                  <a:cubicBezTo>
                    <a:pt x="468" y="970"/>
                    <a:pt x="451" y="972"/>
                    <a:pt x="440" y="974"/>
                  </a:cubicBezTo>
                  <a:cubicBezTo>
                    <a:pt x="434" y="975"/>
                    <a:pt x="425" y="976"/>
                    <a:pt x="415" y="976"/>
                  </a:cubicBezTo>
                  <a:cubicBezTo>
                    <a:pt x="412" y="976"/>
                    <a:pt x="409" y="974"/>
                    <a:pt x="406" y="974"/>
                  </a:cubicBezTo>
                  <a:cubicBezTo>
                    <a:pt x="399" y="974"/>
                    <a:pt x="394" y="975"/>
                    <a:pt x="389" y="973"/>
                  </a:cubicBezTo>
                  <a:cubicBezTo>
                    <a:pt x="392" y="974"/>
                    <a:pt x="394" y="976"/>
                    <a:pt x="397" y="977"/>
                  </a:cubicBezTo>
                  <a:cubicBezTo>
                    <a:pt x="400" y="977"/>
                    <a:pt x="402" y="977"/>
                    <a:pt x="405" y="978"/>
                  </a:cubicBezTo>
                  <a:cubicBezTo>
                    <a:pt x="411" y="979"/>
                    <a:pt x="416" y="981"/>
                    <a:pt x="420" y="981"/>
                  </a:cubicBezTo>
                  <a:cubicBezTo>
                    <a:pt x="428" y="980"/>
                    <a:pt x="432" y="979"/>
                    <a:pt x="433" y="982"/>
                  </a:cubicBezTo>
                  <a:cubicBezTo>
                    <a:pt x="433" y="983"/>
                    <a:pt x="433" y="984"/>
                    <a:pt x="432" y="985"/>
                  </a:cubicBezTo>
                  <a:cubicBezTo>
                    <a:pt x="431" y="989"/>
                    <a:pt x="428" y="989"/>
                    <a:pt x="425" y="990"/>
                  </a:cubicBezTo>
                  <a:cubicBezTo>
                    <a:pt x="422" y="991"/>
                    <a:pt x="422" y="991"/>
                    <a:pt x="422" y="991"/>
                  </a:cubicBezTo>
                  <a:cubicBezTo>
                    <a:pt x="420" y="992"/>
                    <a:pt x="418" y="993"/>
                    <a:pt x="416" y="994"/>
                  </a:cubicBezTo>
                  <a:cubicBezTo>
                    <a:pt x="413" y="997"/>
                    <a:pt x="410" y="1000"/>
                    <a:pt x="407" y="999"/>
                  </a:cubicBezTo>
                  <a:cubicBezTo>
                    <a:pt x="412" y="1000"/>
                    <a:pt x="415" y="1000"/>
                    <a:pt x="418" y="997"/>
                  </a:cubicBezTo>
                  <a:cubicBezTo>
                    <a:pt x="420" y="996"/>
                    <a:pt x="422" y="995"/>
                    <a:pt x="423" y="995"/>
                  </a:cubicBezTo>
                  <a:cubicBezTo>
                    <a:pt x="426" y="994"/>
                    <a:pt x="426" y="994"/>
                    <a:pt x="426" y="994"/>
                  </a:cubicBezTo>
                  <a:cubicBezTo>
                    <a:pt x="430" y="993"/>
                    <a:pt x="436" y="993"/>
                    <a:pt x="438" y="988"/>
                  </a:cubicBezTo>
                  <a:cubicBezTo>
                    <a:pt x="438" y="987"/>
                    <a:pt x="439" y="986"/>
                    <a:pt x="439" y="986"/>
                  </a:cubicBezTo>
                  <a:cubicBezTo>
                    <a:pt x="445" y="977"/>
                    <a:pt x="453" y="979"/>
                    <a:pt x="461" y="977"/>
                  </a:cubicBezTo>
                  <a:cubicBezTo>
                    <a:pt x="470" y="975"/>
                    <a:pt x="471" y="977"/>
                    <a:pt x="471" y="989"/>
                  </a:cubicBezTo>
                  <a:cubicBezTo>
                    <a:pt x="471" y="1008"/>
                    <a:pt x="471" y="1008"/>
                    <a:pt x="471" y="1008"/>
                  </a:cubicBezTo>
                  <a:cubicBezTo>
                    <a:pt x="471" y="1011"/>
                    <a:pt x="465" y="1013"/>
                    <a:pt x="459" y="1013"/>
                  </a:cubicBezTo>
                  <a:cubicBezTo>
                    <a:pt x="449" y="1013"/>
                    <a:pt x="443" y="1021"/>
                    <a:pt x="427" y="1020"/>
                  </a:cubicBezTo>
                  <a:cubicBezTo>
                    <a:pt x="421" y="1020"/>
                    <a:pt x="413" y="1019"/>
                    <a:pt x="406" y="1020"/>
                  </a:cubicBezTo>
                  <a:cubicBezTo>
                    <a:pt x="396" y="1022"/>
                    <a:pt x="388" y="1026"/>
                    <a:pt x="386" y="1027"/>
                  </a:cubicBezTo>
                  <a:cubicBezTo>
                    <a:pt x="391" y="1026"/>
                    <a:pt x="399" y="1024"/>
                    <a:pt x="407" y="1023"/>
                  </a:cubicBezTo>
                  <a:cubicBezTo>
                    <a:pt x="414" y="1023"/>
                    <a:pt x="422" y="1024"/>
                    <a:pt x="427" y="1025"/>
                  </a:cubicBezTo>
                  <a:cubicBezTo>
                    <a:pt x="437" y="1027"/>
                    <a:pt x="446" y="1022"/>
                    <a:pt x="453" y="1020"/>
                  </a:cubicBezTo>
                  <a:cubicBezTo>
                    <a:pt x="460" y="1018"/>
                    <a:pt x="468" y="1022"/>
                    <a:pt x="469" y="1028"/>
                  </a:cubicBezTo>
                  <a:cubicBezTo>
                    <a:pt x="471" y="1034"/>
                    <a:pt x="469" y="1041"/>
                    <a:pt x="469" y="1041"/>
                  </a:cubicBezTo>
                  <a:cubicBezTo>
                    <a:pt x="470" y="1047"/>
                    <a:pt x="463" y="1048"/>
                    <a:pt x="459" y="1047"/>
                  </a:cubicBezTo>
                  <a:cubicBezTo>
                    <a:pt x="456" y="1046"/>
                    <a:pt x="452" y="1044"/>
                    <a:pt x="447" y="1044"/>
                  </a:cubicBezTo>
                  <a:cubicBezTo>
                    <a:pt x="442" y="1043"/>
                    <a:pt x="436" y="1044"/>
                    <a:pt x="432" y="1045"/>
                  </a:cubicBezTo>
                  <a:cubicBezTo>
                    <a:pt x="437" y="1045"/>
                    <a:pt x="442" y="1046"/>
                    <a:pt x="447" y="1047"/>
                  </a:cubicBezTo>
                  <a:cubicBezTo>
                    <a:pt x="450" y="1047"/>
                    <a:pt x="453" y="1049"/>
                    <a:pt x="456" y="1049"/>
                  </a:cubicBezTo>
                  <a:cubicBezTo>
                    <a:pt x="461" y="1051"/>
                    <a:pt x="468" y="1050"/>
                    <a:pt x="469" y="1055"/>
                  </a:cubicBezTo>
                  <a:cubicBezTo>
                    <a:pt x="470" y="1060"/>
                    <a:pt x="469" y="1073"/>
                    <a:pt x="469" y="1084"/>
                  </a:cubicBezTo>
                  <a:cubicBezTo>
                    <a:pt x="470" y="1094"/>
                    <a:pt x="467" y="1124"/>
                    <a:pt x="461" y="1139"/>
                  </a:cubicBezTo>
                  <a:cubicBezTo>
                    <a:pt x="453" y="1158"/>
                    <a:pt x="406" y="1188"/>
                    <a:pt x="375" y="1201"/>
                  </a:cubicBezTo>
                  <a:cubicBezTo>
                    <a:pt x="349" y="1212"/>
                    <a:pt x="344" y="1214"/>
                    <a:pt x="343" y="1214"/>
                  </a:cubicBezTo>
                  <a:cubicBezTo>
                    <a:pt x="346" y="1214"/>
                    <a:pt x="349" y="1216"/>
                    <a:pt x="350" y="1221"/>
                  </a:cubicBezTo>
                  <a:cubicBezTo>
                    <a:pt x="352" y="1225"/>
                    <a:pt x="352" y="1229"/>
                    <a:pt x="350" y="1230"/>
                  </a:cubicBezTo>
                  <a:cubicBezTo>
                    <a:pt x="350" y="1230"/>
                    <a:pt x="350" y="1230"/>
                    <a:pt x="350" y="1230"/>
                  </a:cubicBezTo>
                  <a:cubicBezTo>
                    <a:pt x="350" y="1230"/>
                    <a:pt x="372" y="1223"/>
                    <a:pt x="397" y="1211"/>
                  </a:cubicBezTo>
                  <a:cubicBezTo>
                    <a:pt x="419" y="1201"/>
                    <a:pt x="456" y="1177"/>
                    <a:pt x="464" y="1169"/>
                  </a:cubicBezTo>
                  <a:cubicBezTo>
                    <a:pt x="472" y="1162"/>
                    <a:pt x="476" y="1181"/>
                    <a:pt x="462" y="1194"/>
                  </a:cubicBezTo>
                  <a:cubicBezTo>
                    <a:pt x="451" y="1205"/>
                    <a:pt x="405" y="1241"/>
                    <a:pt x="373" y="1257"/>
                  </a:cubicBezTo>
                  <a:cubicBezTo>
                    <a:pt x="344" y="1271"/>
                    <a:pt x="275" y="1297"/>
                    <a:pt x="250" y="1339"/>
                  </a:cubicBezTo>
                  <a:cubicBezTo>
                    <a:pt x="254" y="1337"/>
                    <a:pt x="261" y="1340"/>
                    <a:pt x="267" y="1347"/>
                  </a:cubicBezTo>
                  <a:cubicBezTo>
                    <a:pt x="271" y="1352"/>
                    <a:pt x="273" y="1359"/>
                    <a:pt x="270" y="1362"/>
                  </a:cubicBezTo>
                  <a:cubicBezTo>
                    <a:pt x="283" y="1349"/>
                    <a:pt x="293" y="1331"/>
                    <a:pt x="331" y="1312"/>
                  </a:cubicBezTo>
                  <a:cubicBezTo>
                    <a:pt x="370" y="1293"/>
                    <a:pt x="427" y="1262"/>
                    <a:pt x="447" y="1246"/>
                  </a:cubicBezTo>
                  <a:cubicBezTo>
                    <a:pt x="465" y="1231"/>
                    <a:pt x="466" y="1227"/>
                    <a:pt x="470" y="1230"/>
                  </a:cubicBezTo>
                  <a:cubicBezTo>
                    <a:pt x="475" y="1234"/>
                    <a:pt x="457" y="1266"/>
                    <a:pt x="436" y="1291"/>
                  </a:cubicBezTo>
                  <a:cubicBezTo>
                    <a:pt x="415" y="1316"/>
                    <a:pt x="312" y="1438"/>
                    <a:pt x="290" y="1462"/>
                  </a:cubicBezTo>
                  <a:cubicBezTo>
                    <a:pt x="381" y="1462"/>
                    <a:pt x="381" y="1462"/>
                    <a:pt x="381" y="1462"/>
                  </a:cubicBezTo>
                  <a:cubicBezTo>
                    <a:pt x="397" y="1443"/>
                    <a:pt x="423" y="1411"/>
                    <a:pt x="446" y="1383"/>
                  </a:cubicBezTo>
                  <a:cubicBezTo>
                    <a:pt x="448" y="1379"/>
                    <a:pt x="452" y="1380"/>
                    <a:pt x="453" y="1381"/>
                  </a:cubicBezTo>
                  <a:cubicBezTo>
                    <a:pt x="476" y="1395"/>
                    <a:pt x="495" y="1417"/>
                    <a:pt x="504" y="1431"/>
                  </a:cubicBezTo>
                  <a:cubicBezTo>
                    <a:pt x="506" y="1435"/>
                    <a:pt x="510" y="1442"/>
                    <a:pt x="511" y="1451"/>
                  </a:cubicBezTo>
                  <a:cubicBezTo>
                    <a:pt x="512" y="1461"/>
                    <a:pt x="512" y="1475"/>
                    <a:pt x="512" y="1481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532" y="1475"/>
                    <a:pt x="532" y="1461"/>
                    <a:pt x="533" y="1451"/>
                  </a:cubicBezTo>
                  <a:cubicBezTo>
                    <a:pt x="533" y="1442"/>
                    <a:pt x="537" y="1435"/>
                    <a:pt x="540" y="1431"/>
                  </a:cubicBezTo>
                  <a:cubicBezTo>
                    <a:pt x="549" y="1417"/>
                    <a:pt x="568" y="1395"/>
                    <a:pt x="591" y="1381"/>
                  </a:cubicBezTo>
                  <a:cubicBezTo>
                    <a:pt x="592" y="1380"/>
                    <a:pt x="595" y="1379"/>
                    <a:pt x="598" y="1383"/>
                  </a:cubicBezTo>
                  <a:cubicBezTo>
                    <a:pt x="621" y="1411"/>
                    <a:pt x="647" y="1443"/>
                    <a:pt x="663" y="1462"/>
                  </a:cubicBezTo>
                  <a:cubicBezTo>
                    <a:pt x="754" y="1462"/>
                    <a:pt x="754" y="1462"/>
                    <a:pt x="754" y="1462"/>
                  </a:cubicBezTo>
                  <a:cubicBezTo>
                    <a:pt x="732" y="1438"/>
                    <a:pt x="631" y="1317"/>
                    <a:pt x="610" y="1292"/>
                  </a:cubicBezTo>
                  <a:cubicBezTo>
                    <a:pt x="588" y="1267"/>
                    <a:pt x="570" y="1235"/>
                    <a:pt x="575" y="1231"/>
                  </a:cubicBezTo>
                  <a:cubicBezTo>
                    <a:pt x="579" y="1228"/>
                    <a:pt x="581" y="1232"/>
                    <a:pt x="599" y="1247"/>
                  </a:cubicBezTo>
                  <a:cubicBezTo>
                    <a:pt x="618" y="1263"/>
                    <a:pt x="673" y="1293"/>
                    <a:pt x="713" y="1312"/>
                  </a:cubicBezTo>
                  <a:cubicBezTo>
                    <a:pt x="751" y="1331"/>
                    <a:pt x="761" y="1349"/>
                    <a:pt x="773" y="1362"/>
                  </a:cubicBezTo>
                  <a:cubicBezTo>
                    <a:pt x="771" y="1359"/>
                    <a:pt x="773" y="1352"/>
                    <a:pt x="777" y="1347"/>
                  </a:cubicBezTo>
                  <a:cubicBezTo>
                    <a:pt x="782" y="1340"/>
                    <a:pt x="790" y="1337"/>
                    <a:pt x="794" y="1339"/>
                  </a:cubicBezTo>
                  <a:cubicBezTo>
                    <a:pt x="769" y="1297"/>
                    <a:pt x="700" y="1271"/>
                    <a:pt x="671" y="1257"/>
                  </a:cubicBezTo>
                  <a:cubicBezTo>
                    <a:pt x="639" y="1241"/>
                    <a:pt x="593" y="1208"/>
                    <a:pt x="582" y="1196"/>
                  </a:cubicBezTo>
                  <a:cubicBezTo>
                    <a:pt x="568" y="1180"/>
                    <a:pt x="572" y="1164"/>
                    <a:pt x="580" y="1172"/>
                  </a:cubicBezTo>
                  <a:cubicBezTo>
                    <a:pt x="589" y="1180"/>
                    <a:pt x="624" y="1201"/>
                    <a:pt x="647" y="1211"/>
                  </a:cubicBezTo>
                  <a:cubicBezTo>
                    <a:pt x="672" y="1223"/>
                    <a:pt x="694" y="1230"/>
                    <a:pt x="694" y="1230"/>
                  </a:cubicBezTo>
                  <a:cubicBezTo>
                    <a:pt x="694" y="1230"/>
                    <a:pt x="694" y="1230"/>
                    <a:pt x="694" y="1230"/>
                  </a:cubicBezTo>
                  <a:cubicBezTo>
                    <a:pt x="692" y="1229"/>
                    <a:pt x="691" y="1225"/>
                    <a:pt x="693" y="1221"/>
                  </a:cubicBezTo>
                  <a:cubicBezTo>
                    <a:pt x="695" y="1216"/>
                    <a:pt x="698" y="1214"/>
                    <a:pt x="700" y="1214"/>
                  </a:cubicBezTo>
                  <a:cubicBezTo>
                    <a:pt x="699" y="1214"/>
                    <a:pt x="695" y="1212"/>
                    <a:pt x="669" y="1201"/>
                  </a:cubicBezTo>
                  <a:cubicBezTo>
                    <a:pt x="638" y="1188"/>
                    <a:pt x="591" y="1158"/>
                    <a:pt x="583" y="1139"/>
                  </a:cubicBezTo>
                  <a:cubicBezTo>
                    <a:pt x="576" y="1124"/>
                    <a:pt x="574" y="1094"/>
                    <a:pt x="574" y="1084"/>
                  </a:cubicBezTo>
                  <a:cubicBezTo>
                    <a:pt x="575" y="1073"/>
                    <a:pt x="574" y="1060"/>
                    <a:pt x="575" y="1055"/>
                  </a:cubicBezTo>
                  <a:cubicBezTo>
                    <a:pt x="576" y="1050"/>
                    <a:pt x="582" y="1051"/>
                    <a:pt x="588" y="1049"/>
                  </a:cubicBezTo>
                  <a:cubicBezTo>
                    <a:pt x="590" y="1049"/>
                    <a:pt x="593" y="1047"/>
                    <a:pt x="597" y="1047"/>
                  </a:cubicBezTo>
                  <a:cubicBezTo>
                    <a:pt x="601" y="1046"/>
                    <a:pt x="606" y="1045"/>
                    <a:pt x="612" y="1045"/>
                  </a:cubicBezTo>
                  <a:cubicBezTo>
                    <a:pt x="608" y="1044"/>
                    <a:pt x="602" y="1043"/>
                    <a:pt x="597" y="1044"/>
                  </a:cubicBezTo>
                  <a:cubicBezTo>
                    <a:pt x="592" y="1044"/>
                    <a:pt x="587" y="1046"/>
                    <a:pt x="585" y="1047"/>
                  </a:cubicBezTo>
                  <a:cubicBezTo>
                    <a:pt x="581" y="1048"/>
                    <a:pt x="574" y="1047"/>
                    <a:pt x="574" y="1041"/>
                  </a:cubicBezTo>
                  <a:cubicBezTo>
                    <a:pt x="574" y="1041"/>
                    <a:pt x="573" y="1034"/>
                    <a:pt x="574" y="1028"/>
                  </a:cubicBezTo>
                  <a:cubicBezTo>
                    <a:pt x="576" y="1022"/>
                    <a:pt x="584" y="1018"/>
                    <a:pt x="591" y="1020"/>
                  </a:cubicBezTo>
                  <a:cubicBezTo>
                    <a:pt x="597" y="1022"/>
                    <a:pt x="606" y="1027"/>
                    <a:pt x="617" y="1025"/>
                  </a:cubicBezTo>
                  <a:cubicBezTo>
                    <a:pt x="622" y="1024"/>
                    <a:pt x="629" y="1023"/>
                    <a:pt x="636" y="1023"/>
                  </a:cubicBezTo>
                  <a:cubicBezTo>
                    <a:pt x="645" y="1024"/>
                    <a:pt x="652" y="1026"/>
                    <a:pt x="658" y="1027"/>
                  </a:cubicBezTo>
                  <a:cubicBezTo>
                    <a:pt x="656" y="1026"/>
                    <a:pt x="648" y="1022"/>
                    <a:pt x="638" y="1020"/>
                  </a:cubicBezTo>
                  <a:cubicBezTo>
                    <a:pt x="631" y="1019"/>
                    <a:pt x="623" y="1020"/>
                    <a:pt x="616" y="1020"/>
                  </a:cubicBezTo>
                  <a:cubicBezTo>
                    <a:pt x="601" y="1021"/>
                    <a:pt x="595" y="1013"/>
                    <a:pt x="585" y="1013"/>
                  </a:cubicBezTo>
                  <a:cubicBezTo>
                    <a:pt x="578" y="1013"/>
                    <a:pt x="573" y="1011"/>
                    <a:pt x="573" y="1008"/>
                  </a:cubicBezTo>
                  <a:cubicBezTo>
                    <a:pt x="573" y="989"/>
                    <a:pt x="573" y="989"/>
                    <a:pt x="573" y="989"/>
                  </a:cubicBezTo>
                  <a:cubicBezTo>
                    <a:pt x="573" y="977"/>
                    <a:pt x="574" y="975"/>
                    <a:pt x="582" y="977"/>
                  </a:cubicBezTo>
                  <a:cubicBezTo>
                    <a:pt x="591" y="979"/>
                    <a:pt x="599" y="977"/>
                    <a:pt x="605" y="986"/>
                  </a:cubicBezTo>
                  <a:cubicBezTo>
                    <a:pt x="605" y="986"/>
                    <a:pt x="606" y="987"/>
                    <a:pt x="606" y="988"/>
                  </a:cubicBezTo>
                  <a:cubicBezTo>
                    <a:pt x="608" y="993"/>
                    <a:pt x="614" y="993"/>
                    <a:pt x="618" y="994"/>
                  </a:cubicBezTo>
                  <a:cubicBezTo>
                    <a:pt x="620" y="995"/>
                    <a:pt x="620" y="995"/>
                    <a:pt x="620" y="995"/>
                  </a:cubicBezTo>
                  <a:cubicBezTo>
                    <a:pt x="622" y="995"/>
                    <a:pt x="624" y="996"/>
                    <a:pt x="625" y="997"/>
                  </a:cubicBezTo>
                  <a:cubicBezTo>
                    <a:pt x="628" y="1000"/>
                    <a:pt x="631" y="1000"/>
                    <a:pt x="637" y="999"/>
                  </a:cubicBezTo>
                  <a:cubicBezTo>
                    <a:pt x="633" y="1000"/>
                    <a:pt x="631" y="997"/>
                    <a:pt x="628" y="994"/>
                  </a:cubicBezTo>
                  <a:cubicBezTo>
                    <a:pt x="626" y="993"/>
                    <a:pt x="624" y="992"/>
                    <a:pt x="621" y="991"/>
                  </a:cubicBezTo>
                  <a:cubicBezTo>
                    <a:pt x="619" y="990"/>
                    <a:pt x="619" y="990"/>
                    <a:pt x="619" y="990"/>
                  </a:cubicBezTo>
                  <a:cubicBezTo>
                    <a:pt x="615" y="989"/>
                    <a:pt x="613" y="989"/>
                    <a:pt x="612" y="985"/>
                  </a:cubicBezTo>
                  <a:cubicBezTo>
                    <a:pt x="611" y="984"/>
                    <a:pt x="610" y="983"/>
                    <a:pt x="611" y="982"/>
                  </a:cubicBezTo>
                  <a:cubicBezTo>
                    <a:pt x="612" y="979"/>
                    <a:pt x="615" y="980"/>
                    <a:pt x="624" y="981"/>
                  </a:cubicBezTo>
                  <a:cubicBezTo>
                    <a:pt x="628" y="981"/>
                    <a:pt x="633" y="979"/>
                    <a:pt x="638" y="978"/>
                  </a:cubicBezTo>
                  <a:cubicBezTo>
                    <a:pt x="641" y="977"/>
                    <a:pt x="644" y="977"/>
                    <a:pt x="647" y="977"/>
                  </a:cubicBezTo>
                  <a:cubicBezTo>
                    <a:pt x="649" y="976"/>
                    <a:pt x="652" y="974"/>
                    <a:pt x="654" y="973"/>
                  </a:cubicBezTo>
                  <a:cubicBezTo>
                    <a:pt x="650" y="975"/>
                    <a:pt x="644" y="974"/>
                    <a:pt x="638" y="974"/>
                  </a:cubicBezTo>
                  <a:cubicBezTo>
                    <a:pt x="635" y="974"/>
                    <a:pt x="632" y="976"/>
                    <a:pt x="629" y="976"/>
                  </a:cubicBezTo>
                  <a:cubicBezTo>
                    <a:pt x="619" y="976"/>
                    <a:pt x="609" y="975"/>
                    <a:pt x="604" y="974"/>
                  </a:cubicBezTo>
                  <a:cubicBezTo>
                    <a:pt x="593" y="972"/>
                    <a:pt x="576" y="970"/>
                    <a:pt x="573" y="966"/>
                  </a:cubicBezTo>
                  <a:cubicBezTo>
                    <a:pt x="570" y="962"/>
                    <a:pt x="570" y="947"/>
                    <a:pt x="573" y="944"/>
                  </a:cubicBezTo>
                  <a:cubicBezTo>
                    <a:pt x="574" y="941"/>
                    <a:pt x="582" y="944"/>
                    <a:pt x="589" y="945"/>
                  </a:cubicBezTo>
                  <a:cubicBezTo>
                    <a:pt x="593" y="945"/>
                    <a:pt x="598" y="943"/>
                    <a:pt x="601" y="944"/>
                  </a:cubicBezTo>
                  <a:cubicBezTo>
                    <a:pt x="610" y="945"/>
                    <a:pt x="612" y="949"/>
                    <a:pt x="625" y="950"/>
                  </a:cubicBezTo>
                  <a:cubicBezTo>
                    <a:pt x="613" y="948"/>
                    <a:pt x="609" y="942"/>
                    <a:pt x="600" y="940"/>
                  </a:cubicBezTo>
                  <a:cubicBezTo>
                    <a:pt x="596" y="940"/>
                    <a:pt x="592" y="941"/>
                    <a:pt x="589" y="940"/>
                  </a:cubicBezTo>
                  <a:cubicBezTo>
                    <a:pt x="583" y="939"/>
                    <a:pt x="579" y="937"/>
                    <a:pt x="576" y="936"/>
                  </a:cubicBezTo>
                  <a:cubicBezTo>
                    <a:pt x="570" y="933"/>
                    <a:pt x="571" y="926"/>
                    <a:pt x="571" y="919"/>
                  </a:cubicBezTo>
                  <a:cubicBezTo>
                    <a:pt x="572" y="903"/>
                    <a:pt x="566" y="887"/>
                    <a:pt x="594" y="858"/>
                  </a:cubicBezTo>
                  <a:cubicBezTo>
                    <a:pt x="621" y="829"/>
                    <a:pt x="705" y="816"/>
                    <a:pt x="745" y="816"/>
                  </a:cubicBezTo>
                  <a:cubicBezTo>
                    <a:pt x="741" y="815"/>
                    <a:pt x="739" y="809"/>
                    <a:pt x="739" y="802"/>
                  </a:cubicBezTo>
                  <a:cubicBezTo>
                    <a:pt x="739" y="795"/>
                    <a:pt x="742" y="789"/>
                    <a:pt x="746" y="789"/>
                  </a:cubicBezTo>
                  <a:cubicBezTo>
                    <a:pt x="746" y="789"/>
                    <a:pt x="746" y="789"/>
                    <a:pt x="746" y="789"/>
                  </a:cubicBezTo>
                  <a:cubicBezTo>
                    <a:pt x="746" y="789"/>
                    <a:pt x="746" y="789"/>
                    <a:pt x="746" y="789"/>
                  </a:cubicBezTo>
                  <a:cubicBezTo>
                    <a:pt x="680" y="783"/>
                    <a:pt x="613" y="813"/>
                    <a:pt x="600" y="819"/>
                  </a:cubicBezTo>
                  <a:cubicBezTo>
                    <a:pt x="587" y="825"/>
                    <a:pt x="576" y="834"/>
                    <a:pt x="577" y="828"/>
                  </a:cubicBezTo>
                  <a:cubicBezTo>
                    <a:pt x="578" y="822"/>
                    <a:pt x="597" y="769"/>
                    <a:pt x="705" y="737"/>
                  </a:cubicBezTo>
                  <a:cubicBezTo>
                    <a:pt x="806" y="708"/>
                    <a:pt x="890" y="718"/>
                    <a:pt x="935" y="729"/>
                  </a:cubicBezTo>
                  <a:cubicBezTo>
                    <a:pt x="936" y="729"/>
                    <a:pt x="936" y="729"/>
                    <a:pt x="936" y="729"/>
                  </a:cubicBezTo>
                  <a:cubicBezTo>
                    <a:pt x="928" y="727"/>
                    <a:pt x="926" y="713"/>
                    <a:pt x="931" y="698"/>
                  </a:cubicBezTo>
                  <a:cubicBezTo>
                    <a:pt x="936" y="684"/>
                    <a:pt x="945" y="674"/>
                    <a:pt x="953" y="675"/>
                  </a:cubicBezTo>
                  <a:cubicBezTo>
                    <a:pt x="953" y="674"/>
                    <a:pt x="954" y="675"/>
                    <a:pt x="954" y="675"/>
                  </a:cubicBezTo>
                  <a:cubicBezTo>
                    <a:pt x="954" y="675"/>
                    <a:pt x="954" y="675"/>
                    <a:pt x="954" y="675"/>
                  </a:cubicBezTo>
                  <a:cubicBezTo>
                    <a:pt x="954" y="675"/>
                    <a:pt x="913" y="664"/>
                    <a:pt x="862" y="660"/>
                  </a:cubicBezTo>
                  <a:cubicBezTo>
                    <a:pt x="811" y="656"/>
                    <a:pt x="784" y="661"/>
                    <a:pt x="764" y="660"/>
                  </a:cubicBezTo>
                  <a:cubicBezTo>
                    <a:pt x="745" y="659"/>
                    <a:pt x="742" y="626"/>
                    <a:pt x="742" y="601"/>
                  </a:cubicBezTo>
                  <a:cubicBezTo>
                    <a:pt x="742" y="569"/>
                    <a:pt x="739" y="540"/>
                    <a:pt x="746" y="494"/>
                  </a:cubicBezTo>
                  <a:cubicBezTo>
                    <a:pt x="753" y="449"/>
                    <a:pt x="790" y="410"/>
                    <a:pt x="806" y="414"/>
                  </a:cubicBezTo>
                  <a:cubicBezTo>
                    <a:pt x="806" y="414"/>
                    <a:pt x="806" y="414"/>
                    <a:pt x="806" y="414"/>
                  </a:cubicBezTo>
                  <a:cubicBezTo>
                    <a:pt x="921" y="448"/>
                    <a:pt x="1034" y="396"/>
                    <a:pt x="1034" y="396"/>
                  </a:cubicBezTo>
                  <a:cubicBezTo>
                    <a:pt x="1042" y="393"/>
                    <a:pt x="1044" y="378"/>
                    <a:pt x="1038" y="363"/>
                  </a:cubicBezTo>
                  <a:close/>
                  <a:moveTo>
                    <a:pt x="580" y="1361"/>
                  </a:moveTo>
                  <a:cubicBezTo>
                    <a:pt x="582" y="1363"/>
                    <a:pt x="584" y="1367"/>
                    <a:pt x="580" y="1371"/>
                  </a:cubicBezTo>
                  <a:cubicBezTo>
                    <a:pt x="558" y="1386"/>
                    <a:pt x="539" y="1408"/>
                    <a:pt x="531" y="1421"/>
                  </a:cubicBezTo>
                  <a:cubicBezTo>
                    <a:pt x="526" y="1427"/>
                    <a:pt x="517" y="1428"/>
                    <a:pt x="513" y="1421"/>
                  </a:cubicBezTo>
                  <a:cubicBezTo>
                    <a:pt x="504" y="1408"/>
                    <a:pt x="486" y="1386"/>
                    <a:pt x="464" y="1371"/>
                  </a:cubicBezTo>
                  <a:cubicBezTo>
                    <a:pt x="460" y="1367"/>
                    <a:pt x="462" y="1363"/>
                    <a:pt x="463" y="1361"/>
                  </a:cubicBezTo>
                  <a:cubicBezTo>
                    <a:pt x="473" y="1349"/>
                    <a:pt x="480" y="1339"/>
                    <a:pt x="485" y="1331"/>
                  </a:cubicBezTo>
                  <a:cubicBezTo>
                    <a:pt x="495" y="1317"/>
                    <a:pt x="504" y="1304"/>
                    <a:pt x="514" y="1300"/>
                  </a:cubicBezTo>
                  <a:cubicBezTo>
                    <a:pt x="529" y="1300"/>
                    <a:pt x="529" y="1300"/>
                    <a:pt x="529" y="1300"/>
                  </a:cubicBezTo>
                  <a:cubicBezTo>
                    <a:pt x="540" y="1304"/>
                    <a:pt x="548" y="1317"/>
                    <a:pt x="558" y="1331"/>
                  </a:cubicBezTo>
                  <a:cubicBezTo>
                    <a:pt x="563" y="1339"/>
                    <a:pt x="571" y="1349"/>
                    <a:pt x="580" y="1361"/>
                  </a:cubicBezTo>
                  <a:close/>
                  <a:moveTo>
                    <a:pt x="828" y="363"/>
                  </a:moveTo>
                  <a:cubicBezTo>
                    <a:pt x="814" y="362"/>
                    <a:pt x="772" y="345"/>
                    <a:pt x="761" y="338"/>
                  </a:cubicBezTo>
                  <a:cubicBezTo>
                    <a:pt x="761" y="339"/>
                    <a:pt x="761" y="339"/>
                    <a:pt x="761" y="339"/>
                  </a:cubicBezTo>
                  <a:cubicBezTo>
                    <a:pt x="761" y="339"/>
                    <a:pt x="762" y="339"/>
                    <a:pt x="762" y="339"/>
                  </a:cubicBezTo>
                  <a:cubicBezTo>
                    <a:pt x="772" y="345"/>
                    <a:pt x="774" y="359"/>
                    <a:pt x="765" y="371"/>
                  </a:cubicBezTo>
                  <a:cubicBezTo>
                    <a:pt x="758" y="383"/>
                    <a:pt x="745" y="388"/>
                    <a:pt x="735" y="384"/>
                  </a:cubicBezTo>
                  <a:cubicBezTo>
                    <a:pt x="741" y="388"/>
                    <a:pt x="748" y="390"/>
                    <a:pt x="754" y="393"/>
                  </a:cubicBezTo>
                  <a:cubicBezTo>
                    <a:pt x="764" y="399"/>
                    <a:pt x="758" y="408"/>
                    <a:pt x="753" y="419"/>
                  </a:cubicBezTo>
                  <a:cubicBezTo>
                    <a:pt x="748" y="430"/>
                    <a:pt x="728" y="451"/>
                    <a:pt x="724" y="452"/>
                  </a:cubicBezTo>
                  <a:cubicBezTo>
                    <a:pt x="718" y="454"/>
                    <a:pt x="706" y="454"/>
                    <a:pt x="704" y="454"/>
                  </a:cubicBezTo>
                  <a:cubicBezTo>
                    <a:pt x="698" y="456"/>
                    <a:pt x="698" y="456"/>
                    <a:pt x="698" y="456"/>
                  </a:cubicBezTo>
                  <a:cubicBezTo>
                    <a:pt x="695" y="457"/>
                    <a:pt x="690" y="457"/>
                    <a:pt x="687" y="456"/>
                  </a:cubicBezTo>
                  <a:cubicBezTo>
                    <a:pt x="693" y="459"/>
                    <a:pt x="696" y="460"/>
                    <a:pt x="699" y="459"/>
                  </a:cubicBezTo>
                  <a:cubicBezTo>
                    <a:pt x="703" y="457"/>
                    <a:pt x="703" y="457"/>
                    <a:pt x="703" y="457"/>
                  </a:cubicBezTo>
                  <a:cubicBezTo>
                    <a:pt x="705" y="457"/>
                    <a:pt x="707" y="457"/>
                    <a:pt x="709" y="457"/>
                  </a:cubicBezTo>
                  <a:cubicBezTo>
                    <a:pt x="711" y="458"/>
                    <a:pt x="720" y="456"/>
                    <a:pt x="723" y="456"/>
                  </a:cubicBezTo>
                  <a:cubicBezTo>
                    <a:pt x="723" y="456"/>
                    <a:pt x="731" y="456"/>
                    <a:pt x="728" y="461"/>
                  </a:cubicBezTo>
                  <a:cubicBezTo>
                    <a:pt x="726" y="467"/>
                    <a:pt x="724" y="472"/>
                    <a:pt x="722" y="480"/>
                  </a:cubicBezTo>
                  <a:cubicBezTo>
                    <a:pt x="720" y="487"/>
                    <a:pt x="720" y="491"/>
                    <a:pt x="716" y="489"/>
                  </a:cubicBezTo>
                  <a:cubicBezTo>
                    <a:pt x="710" y="484"/>
                    <a:pt x="706" y="482"/>
                    <a:pt x="698" y="481"/>
                  </a:cubicBezTo>
                  <a:cubicBezTo>
                    <a:pt x="694" y="480"/>
                    <a:pt x="694" y="480"/>
                    <a:pt x="694" y="480"/>
                  </a:cubicBezTo>
                  <a:cubicBezTo>
                    <a:pt x="684" y="478"/>
                    <a:pt x="670" y="478"/>
                    <a:pt x="666" y="470"/>
                  </a:cubicBezTo>
                  <a:cubicBezTo>
                    <a:pt x="671" y="479"/>
                    <a:pt x="679" y="482"/>
                    <a:pt x="688" y="484"/>
                  </a:cubicBezTo>
                  <a:cubicBezTo>
                    <a:pt x="687" y="484"/>
                    <a:pt x="684" y="487"/>
                    <a:pt x="683" y="487"/>
                  </a:cubicBezTo>
                  <a:cubicBezTo>
                    <a:pt x="680" y="488"/>
                    <a:pt x="677" y="487"/>
                    <a:pt x="673" y="487"/>
                  </a:cubicBezTo>
                  <a:cubicBezTo>
                    <a:pt x="670" y="486"/>
                    <a:pt x="667" y="485"/>
                    <a:pt x="664" y="485"/>
                  </a:cubicBezTo>
                  <a:cubicBezTo>
                    <a:pt x="660" y="485"/>
                    <a:pt x="657" y="487"/>
                    <a:pt x="654" y="488"/>
                  </a:cubicBezTo>
                  <a:cubicBezTo>
                    <a:pt x="651" y="489"/>
                    <a:pt x="647" y="494"/>
                    <a:pt x="646" y="494"/>
                  </a:cubicBezTo>
                  <a:cubicBezTo>
                    <a:pt x="650" y="495"/>
                    <a:pt x="652" y="494"/>
                    <a:pt x="656" y="492"/>
                  </a:cubicBezTo>
                  <a:cubicBezTo>
                    <a:pt x="658" y="491"/>
                    <a:pt x="662" y="490"/>
                    <a:pt x="664" y="490"/>
                  </a:cubicBezTo>
                  <a:cubicBezTo>
                    <a:pt x="666" y="490"/>
                    <a:pt x="669" y="491"/>
                    <a:pt x="672" y="491"/>
                  </a:cubicBezTo>
                  <a:cubicBezTo>
                    <a:pt x="675" y="492"/>
                    <a:pt x="680" y="496"/>
                    <a:pt x="685" y="495"/>
                  </a:cubicBezTo>
                  <a:cubicBezTo>
                    <a:pt x="688" y="494"/>
                    <a:pt x="690" y="493"/>
                    <a:pt x="693" y="491"/>
                  </a:cubicBezTo>
                  <a:cubicBezTo>
                    <a:pt x="696" y="489"/>
                    <a:pt x="697" y="489"/>
                    <a:pt x="699" y="489"/>
                  </a:cubicBezTo>
                  <a:cubicBezTo>
                    <a:pt x="699" y="489"/>
                    <a:pt x="699" y="489"/>
                    <a:pt x="699" y="489"/>
                  </a:cubicBezTo>
                  <a:cubicBezTo>
                    <a:pt x="704" y="490"/>
                    <a:pt x="707" y="491"/>
                    <a:pt x="711" y="495"/>
                  </a:cubicBezTo>
                  <a:cubicBezTo>
                    <a:pt x="715" y="498"/>
                    <a:pt x="718" y="499"/>
                    <a:pt x="718" y="503"/>
                  </a:cubicBezTo>
                  <a:cubicBezTo>
                    <a:pt x="717" y="505"/>
                    <a:pt x="718" y="511"/>
                    <a:pt x="717" y="514"/>
                  </a:cubicBezTo>
                  <a:cubicBezTo>
                    <a:pt x="715" y="516"/>
                    <a:pt x="711" y="514"/>
                    <a:pt x="704" y="514"/>
                  </a:cubicBezTo>
                  <a:cubicBezTo>
                    <a:pt x="701" y="513"/>
                    <a:pt x="699" y="513"/>
                    <a:pt x="696" y="513"/>
                  </a:cubicBezTo>
                  <a:cubicBezTo>
                    <a:pt x="693" y="514"/>
                    <a:pt x="690" y="517"/>
                    <a:pt x="688" y="518"/>
                  </a:cubicBezTo>
                  <a:cubicBezTo>
                    <a:pt x="686" y="518"/>
                    <a:pt x="685" y="519"/>
                    <a:pt x="683" y="519"/>
                  </a:cubicBezTo>
                  <a:cubicBezTo>
                    <a:pt x="681" y="520"/>
                    <a:pt x="678" y="519"/>
                    <a:pt x="675" y="519"/>
                  </a:cubicBezTo>
                  <a:cubicBezTo>
                    <a:pt x="671" y="518"/>
                    <a:pt x="668" y="518"/>
                    <a:pt x="663" y="520"/>
                  </a:cubicBezTo>
                  <a:cubicBezTo>
                    <a:pt x="666" y="519"/>
                    <a:pt x="671" y="523"/>
                    <a:pt x="674" y="524"/>
                  </a:cubicBezTo>
                  <a:cubicBezTo>
                    <a:pt x="677" y="524"/>
                    <a:pt x="681" y="525"/>
                    <a:pt x="685" y="525"/>
                  </a:cubicBezTo>
                  <a:cubicBezTo>
                    <a:pt x="687" y="524"/>
                    <a:pt x="690" y="523"/>
                    <a:pt x="692" y="522"/>
                  </a:cubicBezTo>
                  <a:cubicBezTo>
                    <a:pt x="693" y="521"/>
                    <a:pt x="695" y="520"/>
                    <a:pt x="696" y="520"/>
                  </a:cubicBezTo>
                  <a:cubicBezTo>
                    <a:pt x="697" y="520"/>
                    <a:pt x="700" y="521"/>
                    <a:pt x="702" y="521"/>
                  </a:cubicBezTo>
                  <a:cubicBezTo>
                    <a:pt x="708" y="522"/>
                    <a:pt x="717" y="523"/>
                    <a:pt x="717" y="526"/>
                  </a:cubicBezTo>
                  <a:cubicBezTo>
                    <a:pt x="717" y="530"/>
                    <a:pt x="716" y="533"/>
                    <a:pt x="716" y="540"/>
                  </a:cubicBezTo>
                  <a:cubicBezTo>
                    <a:pt x="716" y="547"/>
                    <a:pt x="711" y="547"/>
                    <a:pt x="705" y="549"/>
                  </a:cubicBezTo>
                  <a:cubicBezTo>
                    <a:pt x="703" y="550"/>
                    <a:pt x="698" y="550"/>
                    <a:pt x="698" y="550"/>
                  </a:cubicBezTo>
                  <a:cubicBezTo>
                    <a:pt x="696" y="550"/>
                    <a:pt x="694" y="549"/>
                    <a:pt x="692" y="547"/>
                  </a:cubicBezTo>
                  <a:cubicBezTo>
                    <a:pt x="690" y="545"/>
                    <a:pt x="687" y="543"/>
                    <a:pt x="679" y="544"/>
                  </a:cubicBezTo>
                  <a:cubicBezTo>
                    <a:pt x="678" y="544"/>
                    <a:pt x="677" y="544"/>
                    <a:pt x="675" y="544"/>
                  </a:cubicBezTo>
                  <a:cubicBezTo>
                    <a:pt x="675" y="544"/>
                    <a:pt x="675" y="543"/>
                    <a:pt x="675" y="543"/>
                  </a:cubicBezTo>
                  <a:cubicBezTo>
                    <a:pt x="674" y="542"/>
                    <a:pt x="672" y="540"/>
                    <a:pt x="669" y="539"/>
                  </a:cubicBezTo>
                  <a:cubicBezTo>
                    <a:pt x="667" y="538"/>
                    <a:pt x="663" y="538"/>
                    <a:pt x="661" y="538"/>
                  </a:cubicBezTo>
                  <a:cubicBezTo>
                    <a:pt x="662" y="538"/>
                    <a:pt x="666" y="542"/>
                    <a:pt x="667" y="542"/>
                  </a:cubicBezTo>
                  <a:cubicBezTo>
                    <a:pt x="667" y="542"/>
                    <a:pt x="667" y="542"/>
                    <a:pt x="667" y="542"/>
                  </a:cubicBezTo>
                  <a:cubicBezTo>
                    <a:pt x="667" y="543"/>
                    <a:pt x="667" y="544"/>
                    <a:pt x="667" y="544"/>
                  </a:cubicBezTo>
                  <a:cubicBezTo>
                    <a:pt x="668" y="545"/>
                    <a:pt x="669" y="547"/>
                    <a:pt x="671" y="548"/>
                  </a:cubicBezTo>
                  <a:cubicBezTo>
                    <a:pt x="674" y="549"/>
                    <a:pt x="677" y="549"/>
                    <a:pt x="679" y="549"/>
                  </a:cubicBezTo>
                  <a:cubicBezTo>
                    <a:pt x="681" y="549"/>
                    <a:pt x="682" y="549"/>
                    <a:pt x="683" y="549"/>
                  </a:cubicBezTo>
                  <a:cubicBezTo>
                    <a:pt x="683" y="550"/>
                    <a:pt x="683" y="550"/>
                    <a:pt x="683" y="550"/>
                  </a:cubicBezTo>
                  <a:cubicBezTo>
                    <a:pt x="676" y="550"/>
                    <a:pt x="668" y="552"/>
                    <a:pt x="664" y="561"/>
                  </a:cubicBezTo>
                  <a:cubicBezTo>
                    <a:pt x="665" y="560"/>
                    <a:pt x="665" y="560"/>
                    <a:pt x="665" y="560"/>
                  </a:cubicBezTo>
                  <a:cubicBezTo>
                    <a:pt x="668" y="554"/>
                    <a:pt x="683" y="555"/>
                    <a:pt x="689" y="556"/>
                  </a:cubicBezTo>
                  <a:cubicBezTo>
                    <a:pt x="691" y="556"/>
                    <a:pt x="693" y="557"/>
                    <a:pt x="695" y="557"/>
                  </a:cubicBezTo>
                  <a:cubicBezTo>
                    <a:pt x="697" y="558"/>
                    <a:pt x="701" y="558"/>
                    <a:pt x="702" y="558"/>
                  </a:cubicBezTo>
                  <a:cubicBezTo>
                    <a:pt x="710" y="557"/>
                    <a:pt x="714" y="555"/>
                    <a:pt x="714" y="563"/>
                  </a:cubicBezTo>
                  <a:cubicBezTo>
                    <a:pt x="714" y="572"/>
                    <a:pt x="717" y="580"/>
                    <a:pt x="708" y="581"/>
                  </a:cubicBezTo>
                  <a:cubicBezTo>
                    <a:pt x="705" y="581"/>
                    <a:pt x="702" y="582"/>
                    <a:pt x="699" y="584"/>
                  </a:cubicBezTo>
                  <a:cubicBezTo>
                    <a:pt x="697" y="584"/>
                    <a:pt x="697" y="584"/>
                    <a:pt x="697" y="584"/>
                  </a:cubicBezTo>
                  <a:cubicBezTo>
                    <a:pt x="694" y="585"/>
                    <a:pt x="663" y="586"/>
                    <a:pt x="663" y="586"/>
                  </a:cubicBezTo>
                  <a:cubicBezTo>
                    <a:pt x="669" y="588"/>
                    <a:pt x="669" y="588"/>
                    <a:pt x="669" y="588"/>
                  </a:cubicBezTo>
                  <a:cubicBezTo>
                    <a:pt x="673" y="589"/>
                    <a:pt x="693" y="589"/>
                    <a:pt x="699" y="587"/>
                  </a:cubicBezTo>
                  <a:cubicBezTo>
                    <a:pt x="701" y="586"/>
                    <a:pt x="701" y="586"/>
                    <a:pt x="701" y="586"/>
                  </a:cubicBezTo>
                  <a:cubicBezTo>
                    <a:pt x="707" y="584"/>
                    <a:pt x="709" y="584"/>
                    <a:pt x="714" y="589"/>
                  </a:cubicBezTo>
                  <a:cubicBezTo>
                    <a:pt x="717" y="593"/>
                    <a:pt x="714" y="603"/>
                    <a:pt x="714" y="616"/>
                  </a:cubicBezTo>
                  <a:cubicBezTo>
                    <a:pt x="715" y="629"/>
                    <a:pt x="716" y="642"/>
                    <a:pt x="713" y="656"/>
                  </a:cubicBezTo>
                  <a:cubicBezTo>
                    <a:pt x="710" y="670"/>
                    <a:pt x="686" y="675"/>
                    <a:pt x="662" y="683"/>
                  </a:cubicBezTo>
                  <a:cubicBezTo>
                    <a:pt x="639" y="691"/>
                    <a:pt x="602" y="710"/>
                    <a:pt x="570" y="736"/>
                  </a:cubicBezTo>
                  <a:cubicBezTo>
                    <a:pt x="538" y="762"/>
                    <a:pt x="538" y="772"/>
                    <a:pt x="522" y="772"/>
                  </a:cubicBezTo>
                  <a:cubicBezTo>
                    <a:pt x="505" y="772"/>
                    <a:pt x="506" y="762"/>
                    <a:pt x="474" y="736"/>
                  </a:cubicBezTo>
                  <a:cubicBezTo>
                    <a:pt x="442" y="710"/>
                    <a:pt x="405" y="691"/>
                    <a:pt x="382" y="683"/>
                  </a:cubicBezTo>
                  <a:cubicBezTo>
                    <a:pt x="358" y="675"/>
                    <a:pt x="334" y="670"/>
                    <a:pt x="331" y="656"/>
                  </a:cubicBezTo>
                  <a:cubicBezTo>
                    <a:pt x="327" y="642"/>
                    <a:pt x="329" y="629"/>
                    <a:pt x="329" y="616"/>
                  </a:cubicBezTo>
                  <a:cubicBezTo>
                    <a:pt x="330" y="603"/>
                    <a:pt x="329" y="596"/>
                    <a:pt x="329" y="590"/>
                  </a:cubicBezTo>
                  <a:cubicBezTo>
                    <a:pt x="328" y="580"/>
                    <a:pt x="341" y="584"/>
                    <a:pt x="349" y="583"/>
                  </a:cubicBezTo>
                  <a:cubicBezTo>
                    <a:pt x="357" y="581"/>
                    <a:pt x="368" y="583"/>
                    <a:pt x="381" y="584"/>
                  </a:cubicBezTo>
                  <a:cubicBezTo>
                    <a:pt x="374" y="582"/>
                    <a:pt x="362" y="580"/>
                    <a:pt x="349" y="580"/>
                  </a:cubicBezTo>
                  <a:cubicBezTo>
                    <a:pt x="337" y="580"/>
                    <a:pt x="334" y="579"/>
                    <a:pt x="329" y="573"/>
                  </a:cubicBezTo>
                  <a:cubicBezTo>
                    <a:pt x="324" y="568"/>
                    <a:pt x="324" y="561"/>
                    <a:pt x="325" y="554"/>
                  </a:cubicBezTo>
                  <a:cubicBezTo>
                    <a:pt x="326" y="546"/>
                    <a:pt x="336" y="548"/>
                    <a:pt x="343" y="548"/>
                  </a:cubicBezTo>
                  <a:cubicBezTo>
                    <a:pt x="351" y="548"/>
                    <a:pt x="363" y="546"/>
                    <a:pt x="370" y="546"/>
                  </a:cubicBezTo>
                  <a:cubicBezTo>
                    <a:pt x="378" y="546"/>
                    <a:pt x="403" y="560"/>
                    <a:pt x="406" y="568"/>
                  </a:cubicBezTo>
                  <a:cubicBezTo>
                    <a:pt x="402" y="557"/>
                    <a:pt x="381" y="546"/>
                    <a:pt x="379" y="543"/>
                  </a:cubicBezTo>
                  <a:cubicBezTo>
                    <a:pt x="376" y="539"/>
                    <a:pt x="382" y="538"/>
                    <a:pt x="389" y="534"/>
                  </a:cubicBezTo>
                  <a:cubicBezTo>
                    <a:pt x="396" y="530"/>
                    <a:pt x="412" y="527"/>
                    <a:pt x="417" y="519"/>
                  </a:cubicBezTo>
                  <a:cubicBezTo>
                    <a:pt x="412" y="524"/>
                    <a:pt x="399" y="526"/>
                    <a:pt x="385" y="531"/>
                  </a:cubicBezTo>
                  <a:cubicBezTo>
                    <a:pt x="370" y="535"/>
                    <a:pt x="365" y="540"/>
                    <a:pt x="356" y="541"/>
                  </a:cubicBezTo>
                  <a:cubicBezTo>
                    <a:pt x="347" y="541"/>
                    <a:pt x="328" y="537"/>
                    <a:pt x="328" y="533"/>
                  </a:cubicBezTo>
                  <a:cubicBezTo>
                    <a:pt x="328" y="528"/>
                    <a:pt x="325" y="517"/>
                    <a:pt x="327" y="514"/>
                  </a:cubicBezTo>
                  <a:cubicBezTo>
                    <a:pt x="329" y="510"/>
                    <a:pt x="335" y="510"/>
                    <a:pt x="341" y="512"/>
                  </a:cubicBezTo>
                  <a:cubicBezTo>
                    <a:pt x="347" y="513"/>
                    <a:pt x="359" y="514"/>
                    <a:pt x="363" y="520"/>
                  </a:cubicBezTo>
                  <a:cubicBezTo>
                    <a:pt x="362" y="516"/>
                    <a:pt x="356" y="513"/>
                    <a:pt x="352" y="510"/>
                  </a:cubicBezTo>
                  <a:cubicBezTo>
                    <a:pt x="349" y="507"/>
                    <a:pt x="350" y="507"/>
                    <a:pt x="356" y="502"/>
                  </a:cubicBezTo>
                  <a:cubicBezTo>
                    <a:pt x="363" y="497"/>
                    <a:pt x="369" y="491"/>
                    <a:pt x="372" y="481"/>
                  </a:cubicBezTo>
                  <a:cubicBezTo>
                    <a:pt x="368" y="493"/>
                    <a:pt x="355" y="496"/>
                    <a:pt x="347" y="500"/>
                  </a:cubicBezTo>
                  <a:cubicBezTo>
                    <a:pt x="340" y="503"/>
                    <a:pt x="332" y="505"/>
                    <a:pt x="327" y="503"/>
                  </a:cubicBezTo>
                  <a:cubicBezTo>
                    <a:pt x="322" y="502"/>
                    <a:pt x="323" y="498"/>
                    <a:pt x="321" y="488"/>
                  </a:cubicBezTo>
                  <a:cubicBezTo>
                    <a:pt x="320" y="478"/>
                    <a:pt x="319" y="476"/>
                    <a:pt x="328" y="474"/>
                  </a:cubicBezTo>
                  <a:cubicBezTo>
                    <a:pt x="334" y="472"/>
                    <a:pt x="341" y="469"/>
                    <a:pt x="347" y="465"/>
                  </a:cubicBezTo>
                  <a:cubicBezTo>
                    <a:pt x="350" y="463"/>
                    <a:pt x="354" y="461"/>
                    <a:pt x="356" y="458"/>
                  </a:cubicBezTo>
                  <a:cubicBezTo>
                    <a:pt x="363" y="452"/>
                    <a:pt x="369" y="446"/>
                    <a:pt x="378" y="441"/>
                  </a:cubicBezTo>
                  <a:cubicBezTo>
                    <a:pt x="378" y="441"/>
                    <a:pt x="366" y="446"/>
                    <a:pt x="359" y="452"/>
                  </a:cubicBezTo>
                  <a:cubicBezTo>
                    <a:pt x="351" y="459"/>
                    <a:pt x="341" y="463"/>
                    <a:pt x="335" y="466"/>
                  </a:cubicBezTo>
                  <a:cubicBezTo>
                    <a:pt x="328" y="469"/>
                    <a:pt x="317" y="468"/>
                    <a:pt x="315" y="466"/>
                  </a:cubicBezTo>
                  <a:cubicBezTo>
                    <a:pt x="313" y="464"/>
                    <a:pt x="310" y="456"/>
                    <a:pt x="310" y="451"/>
                  </a:cubicBezTo>
                  <a:cubicBezTo>
                    <a:pt x="310" y="446"/>
                    <a:pt x="325" y="440"/>
                    <a:pt x="333" y="433"/>
                  </a:cubicBezTo>
                  <a:cubicBezTo>
                    <a:pt x="326" y="438"/>
                    <a:pt x="312" y="447"/>
                    <a:pt x="306" y="444"/>
                  </a:cubicBezTo>
                  <a:cubicBezTo>
                    <a:pt x="301" y="442"/>
                    <a:pt x="296" y="430"/>
                    <a:pt x="291" y="419"/>
                  </a:cubicBezTo>
                  <a:cubicBezTo>
                    <a:pt x="285" y="408"/>
                    <a:pt x="280" y="399"/>
                    <a:pt x="289" y="393"/>
                  </a:cubicBezTo>
                  <a:cubicBezTo>
                    <a:pt x="296" y="390"/>
                    <a:pt x="302" y="388"/>
                    <a:pt x="309" y="384"/>
                  </a:cubicBezTo>
                  <a:cubicBezTo>
                    <a:pt x="299" y="388"/>
                    <a:pt x="286" y="383"/>
                    <a:pt x="278" y="371"/>
                  </a:cubicBezTo>
                  <a:cubicBezTo>
                    <a:pt x="270" y="359"/>
                    <a:pt x="271" y="345"/>
                    <a:pt x="281" y="339"/>
                  </a:cubicBezTo>
                  <a:cubicBezTo>
                    <a:pt x="282" y="339"/>
                    <a:pt x="282" y="339"/>
                    <a:pt x="283" y="339"/>
                  </a:cubicBezTo>
                  <a:cubicBezTo>
                    <a:pt x="283" y="338"/>
                    <a:pt x="283" y="338"/>
                    <a:pt x="283" y="338"/>
                  </a:cubicBezTo>
                  <a:cubicBezTo>
                    <a:pt x="272" y="345"/>
                    <a:pt x="230" y="362"/>
                    <a:pt x="216" y="363"/>
                  </a:cubicBezTo>
                  <a:cubicBezTo>
                    <a:pt x="202" y="364"/>
                    <a:pt x="206" y="351"/>
                    <a:pt x="219" y="329"/>
                  </a:cubicBezTo>
                  <a:cubicBezTo>
                    <a:pt x="249" y="279"/>
                    <a:pt x="386" y="174"/>
                    <a:pt x="451" y="171"/>
                  </a:cubicBezTo>
                  <a:cubicBezTo>
                    <a:pt x="465" y="170"/>
                    <a:pt x="462" y="189"/>
                    <a:pt x="462" y="201"/>
                  </a:cubicBezTo>
                  <a:cubicBezTo>
                    <a:pt x="461" y="205"/>
                    <a:pt x="459" y="218"/>
                    <a:pt x="457" y="221"/>
                  </a:cubicBezTo>
                  <a:cubicBezTo>
                    <a:pt x="456" y="223"/>
                    <a:pt x="454" y="223"/>
                    <a:pt x="452" y="225"/>
                  </a:cubicBezTo>
                  <a:cubicBezTo>
                    <a:pt x="450" y="228"/>
                    <a:pt x="450" y="231"/>
                    <a:pt x="450" y="232"/>
                  </a:cubicBezTo>
                  <a:cubicBezTo>
                    <a:pt x="450" y="234"/>
                    <a:pt x="448" y="235"/>
                    <a:pt x="446" y="236"/>
                  </a:cubicBezTo>
                  <a:cubicBezTo>
                    <a:pt x="445" y="238"/>
                    <a:pt x="443" y="239"/>
                    <a:pt x="442" y="241"/>
                  </a:cubicBezTo>
                  <a:cubicBezTo>
                    <a:pt x="440" y="244"/>
                    <a:pt x="440" y="244"/>
                    <a:pt x="440" y="244"/>
                  </a:cubicBezTo>
                  <a:cubicBezTo>
                    <a:pt x="438" y="249"/>
                    <a:pt x="437" y="253"/>
                    <a:pt x="432" y="253"/>
                  </a:cubicBezTo>
                  <a:cubicBezTo>
                    <a:pt x="440" y="254"/>
                    <a:pt x="441" y="249"/>
                    <a:pt x="443" y="244"/>
                  </a:cubicBezTo>
                  <a:cubicBezTo>
                    <a:pt x="444" y="242"/>
                    <a:pt x="444" y="242"/>
                    <a:pt x="444" y="242"/>
                  </a:cubicBezTo>
                  <a:cubicBezTo>
                    <a:pt x="445" y="241"/>
                    <a:pt x="448" y="240"/>
                    <a:pt x="449" y="239"/>
                  </a:cubicBezTo>
                  <a:cubicBezTo>
                    <a:pt x="451" y="237"/>
                    <a:pt x="453" y="236"/>
                    <a:pt x="454" y="234"/>
                  </a:cubicBezTo>
                  <a:cubicBezTo>
                    <a:pt x="454" y="231"/>
                    <a:pt x="454" y="230"/>
                    <a:pt x="455" y="228"/>
                  </a:cubicBezTo>
                  <a:cubicBezTo>
                    <a:pt x="456" y="226"/>
                    <a:pt x="461" y="223"/>
                    <a:pt x="463" y="224"/>
                  </a:cubicBezTo>
                  <a:cubicBezTo>
                    <a:pt x="467" y="225"/>
                    <a:pt x="471" y="228"/>
                    <a:pt x="474" y="231"/>
                  </a:cubicBezTo>
                  <a:cubicBezTo>
                    <a:pt x="471" y="227"/>
                    <a:pt x="467" y="221"/>
                    <a:pt x="466" y="216"/>
                  </a:cubicBezTo>
                  <a:cubicBezTo>
                    <a:pt x="465" y="210"/>
                    <a:pt x="470" y="196"/>
                    <a:pt x="471" y="183"/>
                  </a:cubicBezTo>
                  <a:cubicBezTo>
                    <a:pt x="472" y="169"/>
                    <a:pt x="473" y="168"/>
                    <a:pt x="480" y="168"/>
                  </a:cubicBezTo>
                  <a:cubicBezTo>
                    <a:pt x="488" y="167"/>
                    <a:pt x="492" y="171"/>
                    <a:pt x="492" y="187"/>
                  </a:cubicBezTo>
                  <a:cubicBezTo>
                    <a:pt x="493" y="203"/>
                    <a:pt x="493" y="218"/>
                    <a:pt x="492" y="225"/>
                  </a:cubicBezTo>
                  <a:cubicBezTo>
                    <a:pt x="490" y="233"/>
                    <a:pt x="487" y="243"/>
                    <a:pt x="480" y="249"/>
                  </a:cubicBezTo>
                  <a:cubicBezTo>
                    <a:pt x="487" y="245"/>
                    <a:pt x="493" y="236"/>
                    <a:pt x="496" y="225"/>
                  </a:cubicBezTo>
                  <a:cubicBezTo>
                    <a:pt x="499" y="215"/>
                    <a:pt x="498" y="209"/>
                    <a:pt x="502" y="209"/>
                  </a:cubicBezTo>
                  <a:cubicBezTo>
                    <a:pt x="505" y="209"/>
                    <a:pt x="514" y="228"/>
                    <a:pt x="513" y="236"/>
                  </a:cubicBezTo>
                  <a:cubicBezTo>
                    <a:pt x="515" y="222"/>
                    <a:pt x="506" y="209"/>
                    <a:pt x="502" y="204"/>
                  </a:cubicBezTo>
                  <a:cubicBezTo>
                    <a:pt x="498" y="199"/>
                    <a:pt x="499" y="184"/>
                    <a:pt x="499" y="177"/>
                  </a:cubicBezTo>
                  <a:cubicBezTo>
                    <a:pt x="499" y="171"/>
                    <a:pt x="505" y="167"/>
                    <a:pt x="514" y="168"/>
                  </a:cubicBezTo>
                  <a:cubicBezTo>
                    <a:pt x="523" y="169"/>
                    <a:pt x="526" y="175"/>
                    <a:pt x="527" y="187"/>
                  </a:cubicBezTo>
                  <a:cubicBezTo>
                    <a:pt x="527" y="196"/>
                    <a:pt x="528" y="207"/>
                    <a:pt x="528" y="215"/>
                  </a:cubicBezTo>
                  <a:cubicBezTo>
                    <a:pt x="528" y="220"/>
                    <a:pt x="527" y="230"/>
                    <a:pt x="526" y="233"/>
                  </a:cubicBezTo>
                  <a:cubicBezTo>
                    <a:pt x="525" y="238"/>
                    <a:pt x="525" y="238"/>
                    <a:pt x="525" y="238"/>
                  </a:cubicBezTo>
                  <a:cubicBezTo>
                    <a:pt x="524" y="244"/>
                    <a:pt x="529" y="251"/>
                    <a:pt x="529" y="255"/>
                  </a:cubicBezTo>
                  <a:cubicBezTo>
                    <a:pt x="529" y="259"/>
                    <a:pt x="527" y="262"/>
                    <a:pt x="526" y="266"/>
                  </a:cubicBezTo>
                  <a:cubicBezTo>
                    <a:pt x="526" y="270"/>
                    <a:pt x="529" y="279"/>
                    <a:pt x="529" y="279"/>
                  </a:cubicBezTo>
                  <a:cubicBezTo>
                    <a:pt x="529" y="279"/>
                    <a:pt x="528" y="269"/>
                    <a:pt x="530" y="265"/>
                  </a:cubicBezTo>
                  <a:cubicBezTo>
                    <a:pt x="531" y="261"/>
                    <a:pt x="533" y="259"/>
                    <a:pt x="533" y="256"/>
                  </a:cubicBezTo>
                  <a:cubicBezTo>
                    <a:pt x="534" y="252"/>
                    <a:pt x="531" y="245"/>
                    <a:pt x="531" y="239"/>
                  </a:cubicBezTo>
                  <a:cubicBezTo>
                    <a:pt x="532" y="236"/>
                    <a:pt x="534" y="233"/>
                    <a:pt x="537" y="233"/>
                  </a:cubicBezTo>
                  <a:cubicBezTo>
                    <a:pt x="545" y="233"/>
                    <a:pt x="554" y="248"/>
                    <a:pt x="555" y="251"/>
                  </a:cubicBezTo>
                  <a:cubicBezTo>
                    <a:pt x="554" y="241"/>
                    <a:pt x="546" y="234"/>
                    <a:pt x="542" y="227"/>
                  </a:cubicBezTo>
                  <a:cubicBezTo>
                    <a:pt x="537" y="220"/>
                    <a:pt x="535" y="215"/>
                    <a:pt x="535" y="196"/>
                  </a:cubicBezTo>
                  <a:cubicBezTo>
                    <a:pt x="535" y="178"/>
                    <a:pt x="534" y="171"/>
                    <a:pt x="542" y="168"/>
                  </a:cubicBezTo>
                  <a:cubicBezTo>
                    <a:pt x="550" y="166"/>
                    <a:pt x="561" y="164"/>
                    <a:pt x="565" y="178"/>
                  </a:cubicBezTo>
                  <a:cubicBezTo>
                    <a:pt x="569" y="192"/>
                    <a:pt x="571" y="210"/>
                    <a:pt x="569" y="220"/>
                  </a:cubicBezTo>
                  <a:cubicBezTo>
                    <a:pt x="567" y="230"/>
                    <a:pt x="562" y="240"/>
                    <a:pt x="560" y="241"/>
                  </a:cubicBezTo>
                  <a:cubicBezTo>
                    <a:pt x="565" y="238"/>
                    <a:pt x="568" y="226"/>
                    <a:pt x="573" y="221"/>
                  </a:cubicBezTo>
                  <a:cubicBezTo>
                    <a:pt x="576" y="218"/>
                    <a:pt x="576" y="219"/>
                    <a:pt x="580" y="221"/>
                  </a:cubicBezTo>
                  <a:cubicBezTo>
                    <a:pt x="585" y="224"/>
                    <a:pt x="586" y="228"/>
                    <a:pt x="589" y="234"/>
                  </a:cubicBezTo>
                  <a:cubicBezTo>
                    <a:pt x="590" y="237"/>
                    <a:pt x="591" y="240"/>
                    <a:pt x="594" y="242"/>
                  </a:cubicBezTo>
                  <a:cubicBezTo>
                    <a:pt x="596" y="243"/>
                    <a:pt x="598" y="243"/>
                    <a:pt x="599" y="243"/>
                  </a:cubicBezTo>
                  <a:cubicBezTo>
                    <a:pt x="601" y="243"/>
                    <a:pt x="601" y="243"/>
                    <a:pt x="601" y="243"/>
                  </a:cubicBezTo>
                  <a:cubicBezTo>
                    <a:pt x="603" y="243"/>
                    <a:pt x="606" y="243"/>
                    <a:pt x="608" y="245"/>
                  </a:cubicBezTo>
                  <a:cubicBezTo>
                    <a:pt x="605" y="242"/>
                    <a:pt x="604" y="241"/>
                    <a:pt x="601" y="241"/>
                  </a:cubicBezTo>
                  <a:cubicBezTo>
                    <a:pt x="601" y="241"/>
                    <a:pt x="598" y="240"/>
                    <a:pt x="598" y="240"/>
                  </a:cubicBezTo>
                  <a:cubicBezTo>
                    <a:pt x="597" y="240"/>
                    <a:pt x="597" y="240"/>
                    <a:pt x="596" y="239"/>
                  </a:cubicBezTo>
                  <a:cubicBezTo>
                    <a:pt x="594" y="238"/>
                    <a:pt x="592" y="234"/>
                    <a:pt x="591" y="231"/>
                  </a:cubicBezTo>
                  <a:cubicBezTo>
                    <a:pt x="589" y="226"/>
                    <a:pt x="583" y="217"/>
                    <a:pt x="579" y="212"/>
                  </a:cubicBezTo>
                  <a:cubicBezTo>
                    <a:pt x="572" y="202"/>
                    <a:pt x="578" y="187"/>
                    <a:pt x="579" y="177"/>
                  </a:cubicBezTo>
                  <a:cubicBezTo>
                    <a:pt x="579" y="167"/>
                    <a:pt x="586" y="171"/>
                    <a:pt x="595" y="171"/>
                  </a:cubicBezTo>
                  <a:cubicBezTo>
                    <a:pt x="593" y="171"/>
                    <a:pt x="593" y="171"/>
                    <a:pt x="593" y="171"/>
                  </a:cubicBezTo>
                  <a:cubicBezTo>
                    <a:pt x="667" y="175"/>
                    <a:pt x="799" y="282"/>
                    <a:pt x="825" y="329"/>
                  </a:cubicBezTo>
                  <a:cubicBezTo>
                    <a:pt x="837" y="351"/>
                    <a:pt x="842" y="364"/>
                    <a:pt x="828" y="36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0" name="Freeform 27">
              <a:extLst>
                <a:ext uri="{FF2B5EF4-FFF2-40B4-BE49-F238E27FC236}">
                  <a16:creationId xmlns:a16="http://schemas.microsoft.com/office/drawing/2014/main" id="{5F89BA1C-93E5-4459-A190-745E0C0B8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272"/>
              <a:ext cx="563" cy="163"/>
            </a:xfrm>
            <a:custGeom>
              <a:avLst/>
              <a:gdLst>
                <a:gd name="T0" fmla="*/ 0 w 277"/>
                <a:gd name="T1" fmla="*/ 769 h 75"/>
                <a:gd name="T2" fmla="*/ 2325 w 277"/>
                <a:gd name="T3" fmla="*/ 359 h 75"/>
                <a:gd name="T4" fmla="*/ 0 w 277"/>
                <a:gd name="T5" fmla="*/ 769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7" h="75">
                  <a:moveTo>
                    <a:pt x="0" y="75"/>
                  </a:moveTo>
                  <a:cubicBezTo>
                    <a:pt x="42" y="50"/>
                    <a:pt x="139" y="10"/>
                    <a:pt x="277" y="35"/>
                  </a:cubicBezTo>
                  <a:cubicBezTo>
                    <a:pt x="222" y="10"/>
                    <a:pt x="91" y="0"/>
                    <a:pt x="0" y="75"/>
                  </a:cubicBezTo>
                  <a:close/>
                </a:path>
              </a:pathLst>
            </a:custGeom>
            <a:solidFill>
              <a:srgbClr val="C51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1" name="Freeform 28">
              <a:extLst>
                <a:ext uri="{FF2B5EF4-FFF2-40B4-BE49-F238E27FC236}">
                  <a16:creationId xmlns:a16="http://schemas.microsoft.com/office/drawing/2014/main" id="{8950A96D-3D0C-4CF7-B7FB-82EB3C30F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525"/>
              <a:ext cx="71" cy="83"/>
            </a:xfrm>
            <a:custGeom>
              <a:avLst/>
              <a:gdLst>
                <a:gd name="T0" fmla="*/ 243 w 35"/>
                <a:gd name="T1" fmla="*/ 125 h 38"/>
                <a:gd name="T2" fmla="*/ 243 w 35"/>
                <a:gd name="T3" fmla="*/ 363 h 38"/>
                <a:gd name="T4" fmla="*/ 49 w 35"/>
                <a:gd name="T5" fmla="*/ 282 h 38"/>
                <a:gd name="T6" fmla="*/ 57 w 35"/>
                <a:gd name="T7" fmla="*/ 44 h 38"/>
                <a:gd name="T8" fmla="*/ 243 w 35"/>
                <a:gd name="T9" fmla="*/ 12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8">
                  <a:moveTo>
                    <a:pt x="29" y="12"/>
                  </a:moveTo>
                  <a:cubicBezTo>
                    <a:pt x="35" y="20"/>
                    <a:pt x="35" y="31"/>
                    <a:pt x="29" y="35"/>
                  </a:cubicBezTo>
                  <a:cubicBezTo>
                    <a:pt x="23" y="38"/>
                    <a:pt x="11" y="34"/>
                    <a:pt x="6" y="27"/>
                  </a:cubicBezTo>
                  <a:cubicBezTo>
                    <a:pt x="1" y="19"/>
                    <a:pt x="0" y="7"/>
                    <a:pt x="7" y="4"/>
                  </a:cubicBezTo>
                  <a:cubicBezTo>
                    <a:pt x="13" y="0"/>
                    <a:pt x="24" y="5"/>
                    <a:pt x="29" y="12"/>
                  </a:cubicBezTo>
                  <a:close/>
                </a:path>
              </a:pathLst>
            </a:cu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2" name="Freeform 29">
              <a:extLst>
                <a:ext uri="{FF2B5EF4-FFF2-40B4-BE49-F238E27FC236}">
                  <a16:creationId xmlns:a16="http://schemas.microsoft.com/office/drawing/2014/main" id="{C6AB84B2-9560-44AF-A059-194E0224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547"/>
              <a:ext cx="49" cy="57"/>
            </a:xfrm>
            <a:custGeom>
              <a:avLst/>
              <a:gdLst>
                <a:gd name="T0" fmla="*/ 163 w 24"/>
                <a:gd name="T1" fmla="*/ 105 h 26"/>
                <a:gd name="T2" fmla="*/ 8 w 24"/>
                <a:gd name="T3" fmla="*/ 0 h 26"/>
                <a:gd name="T4" fmla="*/ 41 w 24"/>
                <a:gd name="T5" fmla="*/ 178 h 26"/>
                <a:gd name="T6" fmla="*/ 196 w 24"/>
                <a:gd name="T7" fmla="*/ 274 h 26"/>
                <a:gd name="T8" fmla="*/ 163 w 24"/>
                <a:gd name="T9" fmla="*/ 10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9" y="10"/>
                  </a:moveTo>
                  <a:cubicBezTo>
                    <a:pt x="15" y="4"/>
                    <a:pt x="8" y="0"/>
                    <a:pt x="1" y="0"/>
                  </a:cubicBezTo>
                  <a:cubicBezTo>
                    <a:pt x="0" y="5"/>
                    <a:pt x="1" y="12"/>
                    <a:pt x="5" y="17"/>
                  </a:cubicBezTo>
                  <a:cubicBezTo>
                    <a:pt x="9" y="23"/>
                    <a:pt x="17" y="26"/>
                    <a:pt x="23" y="26"/>
                  </a:cubicBezTo>
                  <a:cubicBezTo>
                    <a:pt x="24" y="21"/>
                    <a:pt x="23" y="15"/>
                    <a:pt x="19" y="10"/>
                  </a:cubicBezTo>
                  <a:close/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3" name="Freeform 30">
              <a:extLst>
                <a:ext uri="{FF2B5EF4-FFF2-40B4-BE49-F238E27FC236}">
                  <a16:creationId xmlns:a16="http://schemas.microsoft.com/office/drawing/2014/main" id="{912EE179-B499-4CE2-9B94-475DA54C6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266"/>
              <a:ext cx="53" cy="91"/>
            </a:xfrm>
            <a:custGeom>
              <a:avLst/>
              <a:gdLst>
                <a:gd name="T0" fmla="*/ 24 w 26"/>
                <a:gd name="T1" fmla="*/ 245 h 42"/>
                <a:gd name="T2" fmla="*/ 49 w 26"/>
                <a:gd name="T3" fmla="*/ 20 h 42"/>
                <a:gd name="T4" fmla="*/ 196 w 26"/>
                <a:gd name="T5" fmla="*/ 184 h 42"/>
                <a:gd name="T6" fmla="*/ 171 w 26"/>
                <a:gd name="T7" fmla="*/ 410 h 42"/>
                <a:gd name="T8" fmla="*/ 24 w 26"/>
                <a:gd name="T9" fmla="*/ 24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2">
                  <a:moveTo>
                    <a:pt x="3" y="24"/>
                  </a:moveTo>
                  <a:cubicBezTo>
                    <a:pt x="0" y="14"/>
                    <a:pt x="1" y="3"/>
                    <a:pt x="6" y="2"/>
                  </a:cubicBezTo>
                  <a:cubicBezTo>
                    <a:pt x="11" y="0"/>
                    <a:pt x="19" y="8"/>
                    <a:pt x="23" y="18"/>
                  </a:cubicBezTo>
                  <a:cubicBezTo>
                    <a:pt x="26" y="27"/>
                    <a:pt x="25" y="39"/>
                    <a:pt x="20" y="40"/>
                  </a:cubicBezTo>
                  <a:cubicBezTo>
                    <a:pt x="15" y="42"/>
                    <a:pt x="6" y="34"/>
                    <a:pt x="3" y="24"/>
                  </a:cubicBezTo>
                  <a:close/>
                </a:path>
              </a:pathLst>
            </a:cu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4" name="Freeform 31">
              <a:extLst>
                <a:ext uri="{FF2B5EF4-FFF2-40B4-BE49-F238E27FC236}">
                  <a16:creationId xmlns:a16="http://schemas.microsoft.com/office/drawing/2014/main" id="{15D2AC90-F203-4F1F-84E2-45C336770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270"/>
              <a:ext cx="33" cy="74"/>
            </a:xfrm>
            <a:custGeom>
              <a:avLst/>
              <a:gdLst>
                <a:gd name="T0" fmla="*/ 8 w 16"/>
                <a:gd name="T1" fmla="*/ 0 h 34"/>
                <a:gd name="T2" fmla="*/ 17 w 16"/>
                <a:gd name="T3" fmla="*/ 185 h 34"/>
                <a:gd name="T4" fmla="*/ 124 w 16"/>
                <a:gd name="T5" fmla="*/ 350 h 34"/>
                <a:gd name="T6" fmla="*/ 124 w 16"/>
                <a:gd name="T7" fmla="*/ 165 h 34"/>
                <a:gd name="T8" fmla="*/ 8 w 16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1" y="0"/>
                  </a:moveTo>
                  <a:cubicBezTo>
                    <a:pt x="0" y="5"/>
                    <a:pt x="0" y="12"/>
                    <a:pt x="2" y="18"/>
                  </a:cubicBezTo>
                  <a:cubicBezTo>
                    <a:pt x="5" y="25"/>
                    <a:pt x="10" y="32"/>
                    <a:pt x="14" y="34"/>
                  </a:cubicBezTo>
                  <a:cubicBezTo>
                    <a:pt x="16" y="29"/>
                    <a:pt x="16" y="22"/>
                    <a:pt x="14" y="16"/>
                  </a:cubicBezTo>
                  <a:cubicBezTo>
                    <a:pt x="11" y="8"/>
                    <a:pt x="6" y="2"/>
                    <a:pt x="1" y="0"/>
                  </a:cubicBezTo>
                  <a:close/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5" name="Oval 32">
              <a:extLst>
                <a:ext uri="{FF2B5EF4-FFF2-40B4-BE49-F238E27FC236}">
                  <a16:creationId xmlns:a16="http://schemas.microsoft.com/office/drawing/2014/main" id="{35412F70-655A-4CBF-ACB4-90D9D15C5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3" y="1949"/>
              <a:ext cx="24" cy="13"/>
            </a:xfrm>
            <a:prstGeom prst="ellipse">
              <a:avLst/>
            </a:pr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496" name="Freeform 33">
              <a:extLst>
                <a:ext uri="{FF2B5EF4-FFF2-40B4-BE49-F238E27FC236}">
                  <a16:creationId xmlns:a16="http://schemas.microsoft.com/office/drawing/2014/main" id="{64F354C3-E6C5-40D6-A489-0C4EF1D87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949"/>
              <a:ext cx="20" cy="6"/>
            </a:xfrm>
            <a:custGeom>
              <a:avLst/>
              <a:gdLst>
                <a:gd name="T0" fmla="*/ 40 w 10"/>
                <a:gd name="T1" fmla="*/ 0 h 3"/>
                <a:gd name="T2" fmla="*/ 0 w 10"/>
                <a:gd name="T3" fmla="*/ 16 h 3"/>
                <a:gd name="T4" fmla="*/ 40 w 10"/>
                <a:gd name="T5" fmla="*/ 24 h 3"/>
                <a:gd name="T6" fmla="*/ 80 w 10"/>
                <a:gd name="T7" fmla="*/ 16 h 3"/>
                <a:gd name="T8" fmla="*/ 40 w 1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">
                  <a:moveTo>
                    <a:pt x="5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1" y="3"/>
                    <a:pt x="3" y="3"/>
                    <a:pt x="5" y="3"/>
                  </a:cubicBezTo>
                  <a:cubicBezTo>
                    <a:pt x="7" y="3"/>
                    <a:pt x="9" y="2"/>
                    <a:pt x="10" y="2"/>
                  </a:cubicBezTo>
                  <a:cubicBezTo>
                    <a:pt x="9" y="1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7" name="Freeform 34">
              <a:extLst>
                <a:ext uri="{FF2B5EF4-FFF2-40B4-BE49-F238E27FC236}">
                  <a16:creationId xmlns:a16="http://schemas.microsoft.com/office/drawing/2014/main" id="{EA57E486-6AF5-4A3D-AE2E-493099CB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057"/>
              <a:ext cx="16" cy="11"/>
            </a:xfrm>
            <a:custGeom>
              <a:avLst/>
              <a:gdLst>
                <a:gd name="T0" fmla="*/ 0 w 8"/>
                <a:gd name="T1" fmla="*/ 44 h 5"/>
                <a:gd name="T2" fmla="*/ 24 w 8"/>
                <a:gd name="T3" fmla="*/ 9 h 5"/>
                <a:gd name="T4" fmla="*/ 64 w 8"/>
                <a:gd name="T5" fmla="*/ 20 h 5"/>
                <a:gd name="T6" fmla="*/ 32 w 8"/>
                <a:gd name="T7" fmla="*/ 44 h 5"/>
                <a:gd name="T8" fmla="*/ 0 w 8"/>
                <a:gd name="T9" fmla="*/ 4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0" y="4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6" y="0"/>
                    <a:pt x="7" y="1"/>
                    <a:pt x="8" y="2"/>
                  </a:cubicBezTo>
                  <a:cubicBezTo>
                    <a:pt x="8" y="3"/>
                    <a:pt x="6" y="4"/>
                    <a:pt x="4" y="4"/>
                  </a:cubicBezTo>
                  <a:cubicBezTo>
                    <a:pt x="2" y="5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8" name="Oval 35">
              <a:extLst>
                <a:ext uri="{FF2B5EF4-FFF2-40B4-BE49-F238E27FC236}">
                  <a16:creationId xmlns:a16="http://schemas.microsoft.com/office/drawing/2014/main" id="{6B7CC9D5-2CB5-4678-ACDB-154E3C290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6" y="777"/>
              <a:ext cx="31" cy="15"/>
            </a:xfrm>
            <a:prstGeom prst="ellipse">
              <a:avLst/>
            </a:pr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499" name="Freeform 36">
              <a:extLst>
                <a:ext uri="{FF2B5EF4-FFF2-40B4-BE49-F238E27FC236}">
                  <a16:creationId xmlns:a16="http://schemas.microsoft.com/office/drawing/2014/main" id="{CECAE17A-A306-4C1A-9778-39B0212A7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783"/>
              <a:ext cx="25" cy="9"/>
            </a:xfrm>
            <a:custGeom>
              <a:avLst/>
              <a:gdLst>
                <a:gd name="T0" fmla="*/ 0 w 12"/>
                <a:gd name="T1" fmla="*/ 25 h 4"/>
                <a:gd name="T2" fmla="*/ 56 w 12"/>
                <a:gd name="T3" fmla="*/ 45 h 4"/>
                <a:gd name="T4" fmla="*/ 108 w 12"/>
                <a:gd name="T5" fmla="*/ 25 h 4"/>
                <a:gd name="T6" fmla="*/ 56 w 12"/>
                <a:gd name="T7" fmla="*/ 0 h 4"/>
                <a:gd name="T8" fmla="*/ 0 w 12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">
                  <a:moveTo>
                    <a:pt x="0" y="2"/>
                  </a:moveTo>
                  <a:cubicBezTo>
                    <a:pt x="1" y="3"/>
                    <a:pt x="3" y="4"/>
                    <a:pt x="6" y="4"/>
                  </a:cubicBezTo>
                  <a:cubicBezTo>
                    <a:pt x="9" y="4"/>
                    <a:pt x="11" y="3"/>
                    <a:pt x="12" y="2"/>
                  </a:cubicBezTo>
                  <a:cubicBezTo>
                    <a:pt x="11" y="1"/>
                    <a:pt x="9" y="0"/>
                    <a:pt x="6" y="0"/>
                  </a:cubicBezTo>
                  <a:cubicBezTo>
                    <a:pt x="3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0" name="Freeform 37">
              <a:extLst>
                <a:ext uri="{FF2B5EF4-FFF2-40B4-BE49-F238E27FC236}">
                  <a16:creationId xmlns:a16="http://schemas.microsoft.com/office/drawing/2014/main" id="{80796E95-551E-4EF5-8627-63BA3E3FB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842"/>
              <a:ext cx="10" cy="8"/>
            </a:xfrm>
            <a:custGeom>
              <a:avLst/>
              <a:gdLst>
                <a:gd name="T0" fmla="*/ 40 w 5"/>
                <a:gd name="T1" fmla="*/ 8 h 4"/>
                <a:gd name="T2" fmla="*/ 24 w 5"/>
                <a:gd name="T3" fmla="*/ 24 h 4"/>
                <a:gd name="T4" fmla="*/ 0 w 5"/>
                <a:gd name="T5" fmla="*/ 32 h 4"/>
                <a:gd name="T6" fmla="*/ 16 w 5"/>
                <a:gd name="T7" fmla="*/ 8 h 4"/>
                <a:gd name="T8" fmla="*/ 40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5" y="1"/>
                    <a:pt x="4" y="2"/>
                    <a:pt x="3" y="3"/>
                  </a:cubicBezTo>
                  <a:cubicBezTo>
                    <a:pt x="2" y="4"/>
                    <a:pt x="1" y="4"/>
                    <a:pt x="0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1" name="Oval 38">
              <a:extLst>
                <a:ext uri="{FF2B5EF4-FFF2-40B4-BE49-F238E27FC236}">
                  <a16:creationId xmlns:a16="http://schemas.microsoft.com/office/drawing/2014/main" id="{2319F173-1C56-44B2-84B9-74BD057B1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6" y="2509"/>
              <a:ext cx="17" cy="37"/>
            </a:xfrm>
            <a:prstGeom prst="ellipse">
              <a:avLst/>
            </a:pr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502" name="Freeform 39">
              <a:extLst>
                <a:ext uri="{FF2B5EF4-FFF2-40B4-BE49-F238E27FC236}">
                  <a16:creationId xmlns:a16="http://schemas.microsoft.com/office/drawing/2014/main" id="{B59F73F9-6DEE-485A-B2BC-34B2A7133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509"/>
              <a:ext cx="10" cy="34"/>
            </a:xfrm>
            <a:custGeom>
              <a:avLst/>
              <a:gdLst>
                <a:gd name="T0" fmla="*/ 16 w 5"/>
                <a:gd name="T1" fmla="*/ 0 h 16"/>
                <a:gd name="T2" fmla="*/ 0 w 5"/>
                <a:gd name="T3" fmla="*/ 77 h 16"/>
                <a:gd name="T4" fmla="*/ 16 w 5"/>
                <a:gd name="T5" fmla="*/ 153 h 16"/>
                <a:gd name="T6" fmla="*/ 40 w 5"/>
                <a:gd name="T7" fmla="*/ 77 h 16"/>
                <a:gd name="T8" fmla="*/ 16 w 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6">
                  <a:moveTo>
                    <a:pt x="2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0" y="12"/>
                    <a:pt x="1" y="15"/>
                    <a:pt x="2" y="16"/>
                  </a:cubicBezTo>
                  <a:cubicBezTo>
                    <a:pt x="4" y="15"/>
                    <a:pt x="5" y="12"/>
                    <a:pt x="5" y="8"/>
                  </a:cubicBezTo>
                  <a:cubicBezTo>
                    <a:pt x="5" y="5"/>
                    <a:pt x="4" y="2"/>
                    <a:pt x="2" y="0"/>
                  </a:cubicBezTo>
                  <a:close/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3" name="Freeform 40">
              <a:extLst>
                <a:ext uri="{FF2B5EF4-FFF2-40B4-BE49-F238E27FC236}">
                  <a16:creationId xmlns:a16="http://schemas.microsoft.com/office/drawing/2014/main" id="{95FC5F42-5CEE-4193-9258-E38308DF8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3698"/>
              <a:ext cx="34" cy="39"/>
            </a:xfrm>
            <a:custGeom>
              <a:avLst/>
              <a:gdLst>
                <a:gd name="T0" fmla="*/ 40 w 17"/>
                <a:gd name="T1" fmla="*/ 113 h 18"/>
                <a:gd name="T2" fmla="*/ 16 w 17"/>
                <a:gd name="T3" fmla="*/ 9 h 18"/>
                <a:gd name="T4" fmla="*/ 96 w 17"/>
                <a:gd name="T5" fmla="*/ 72 h 18"/>
                <a:gd name="T6" fmla="*/ 120 w 17"/>
                <a:gd name="T7" fmla="*/ 173 h 18"/>
                <a:gd name="T8" fmla="*/ 40 w 17"/>
                <a:gd name="T9" fmla="*/ 11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5" y="11"/>
                  </a:moveTo>
                  <a:cubicBezTo>
                    <a:pt x="1" y="7"/>
                    <a:pt x="0" y="3"/>
                    <a:pt x="2" y="1"/>
                  </a:cubicBezTo>
                  <a:cubicBezTo>
                    <a:pt x="4" y="0"/>
                    <a:pt x="9" y="2"/>
                    <a:pt x="12" y="7"/>
                  </a:cubicBezTo>
                  <a:cubicBezTo>
                    <a:pt x="16" y="11"/>
                    <a:pt x="17" y="15"/>
                    <a:pt x="15" y="17"/>
                  </a:cubicBezTo>
                  <a:cubicBezTo>
                    <a:pt x="12" y="18"/>
                    <a:pt x="8" y="16"/>
                    <a:pt x="5" y="11"/>
                  </a:cubicBezTo>
                  <a:close/>
                </a:path>
              </a:pathLst>
            </a:cu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4" name="Freeform 41">
              <a:extLst>
                <a:ext uri="{FF2B5EF4-FFF2-40B4-BE49-F238E27FC236}">
                  <a16:creationId xmlns:a16="http://schemas.microsoft.com/office/drawing/2014/main" id="{1CD73DB2-AA46-4E82-989F-266A532A1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700"/>
              <a:ext cx="26" cy="28"/>
            </a:xfrm>
            <a:custGeom>
              <a:avLst/>
              <a:gdLst>
                <a:gd name="T0" fmla="*/ 0 w 13"/>
                <a:gd name="T1" fmla="*/ 0 h 13"/>
                <a:gd name="T2" fmla="*/ 32 w 13"/>
                <a:gd name="T3" fmla="*/ 69 h 13"/>
                <a:gd name="T4" fmla="*/ 104 w 13"/>
                <a:gd name="T5" fmla="*/ 129 h 13"/>
                <a:gd name="T6" fmla="*/ 72 w 13"/>
                <a:gd name="T7" fmla="*/ 60 h 13"/>
                <a:gd name="T8" fmla="*/ 0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2"/>
                    <a:pt x="2" y="5"/>
                    <a:pt x="4" y="7"/>
                  </a:cubicBezTo>
                  <a:cubicBezTo>
                    <a:pt x="7" y="11"/>
                    <a:pt x="10" y="13"/>
                    <a:pt x="13" y="13"/>
                  </a:cubicBezTo>
                  <a:cubicBezTo>
                    <a:pt x="13" y="11"/>
                    <a:pt x="11" y="8"/>
                    <a:pt x="9" y="6"/>
                  </a:cubicBezTo>
                  <a:cubicBezTo>
                    <a:pt x="6" y="2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5" name="Freeform 42">
              <a:extLst>
                <a:ext uri="{FF2B5EF4-FFF2-40B4-BE49-F238E27FC236}">
                  <a16:creationId xmlns:a16="http://schemas.microsoft.com/office/drawing/2014/main" id="{44D97BD5-F267-46E8-B64A-16E879634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427"/>
              <a:ext cx="14" cy="24"/>
            </a:xfrm>
            <a:custGeom>
              <a:avLst/>
              <a:gdLst>
                <a:gd name="T0" fmla="*/ 8 w 7"/>
                <a:gd name="T1" fmla="*/ 61 h 11"/>
                <a:gd name="T2" fmla="*/ 8 w 7"/>
                <a:gd name="T3" fmla="*/ 0 h 11"/>
                <a:gd name="T4" fmla="*/ 48 w 7"/>
                <a:gd name="T5" fmla="*/ 44 h 11"/>
                <a:gd name="T6" fmla="*/ 40 w 7"/>
                <a:gd name="T7" fmla="*/ 105 h 11"/>
                <a:gd name="T8" fmla="*/ 8 w 7"/>
                <a:gd name="T9" fmla="*/ 6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1" y="6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3" y="0"/>
                    <a:pt x="4" y="2"/>
                    <a:pt x="6" y="4"/>
                  </a:cubicBezTo>
                  <a:cubicBezTo>
                    <a:pt x="7" y="7"/>
                    <a:pt x="7" y="10"/>
                    <a:pt x="5" y="10"/>
                  </a:cubicBezTo>
                  <a:cubicBezTo>
                    <a:pt x="4" y="11"/>
                    <a:pt x="2" y="9"/>
                    <a:pt x="1" y="6"/>
                  </a:cubicBezTo>
                  <a:close/>
                </a:path>
              </a:pathLst>
            </a:cu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6" name="Freeform 43">
              <a:extLst>
                <a:ext uri="{FF2B5EF4-FFF2-40B4-BE49-F238E27FC236}">
                  <a16:creationId xmlns:a16="http://schemas.microsoft.com/office/drawing/2014/main" id="{11B63B1A-38A1-4620-B628-7857B393F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427"/>
              <a:ext cx="10" cy="19"/>
            </a:xfrm>
            <a:custGeom>
              <a:avLst/>
              <a:gdLst>
                <a:gd name="T0" fmla="*/ 0 w 5"/>
                <a:gd name="T1" fmla="*/ 0 h 9"/>
                <a:gd name="T2" fmla="*/ 8 w 5"/>
                <a:gd name="T3" fmla="*/ 49 h 9"/>
                <a:gd name="T4" fmla="*/ 32 w 5"/>
                <a:gd name="T5" fmla="*/ 84 h 9"/>
                <a:gd name="T6" fmla="*/ 32 w 5"/>
                <a:gd name="T7" fmla="*/ 36 h 9"/>
                <a:gd name="T8" fmla="*/ 0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2" y="8"/>
                    <a:pt x="3" y="9"/>
                    <a:pt x="4" y="9"/>
                  </a:cubicBezTo>
                  <a:cubicBezTo>
                    <a:pt x="5" y="8"/>
                    <a:pt x="4" y="6"/>
                    <a:pt x="4" y="4"/>
                  </a:cubicBezTo>
                  <a:cubicBezTo>
                    <a:pt x="3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7" name="Freeform 44">
              <a:extLst>
                <a:ext uri="{FF2B5EF4-FFF2-40B4-BE49-F238E27FC236}">
                  <a16:creationId xmlns:a16="http://schemas.microsoft.com/office/drawing/2014/main" id="{F45D19CF-2A08-4A6F-8642-3B5E063EE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525"/>
              <a:ext cx="69" cy="83"/>
            </a:xfrm>
            <a:custGeom>
              <a:avLst/>
              <a:gdLst>
                <a:gd name="T0" fmla="*/ 41 w 34"/>
                <a:gd name="T1" fmla="*/ 125 h 38"/>
                <a:gd name="T2" fmla="*/ 49 w 34"/>
                <a:gd name="T3" fmla="*/ 363 h 38"/>
                <a:gd name="T4" fmla="*/ 244 w 34"/>
                <a:gd name="T5" fmla="*/ 282 h 38"/>
                <a:gd name="T6" fmla="*/ 235 w 34"/>
                <a:gd name="T7" fmla="*/ 44 h 38"/>
                <a:gd name="T8" fmla="*/ 41 w 34"/>
                <a:gd name="T9" fmla="*/ 12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8">
                  <a:moveTo>
                    <a:pt x="5" y="12"/>
                  </a:moveTo>
                  <a:cubicBezTo>
                    <a:pt x="0" y="20"/>
                    <a:pt x="0" y="31"/>
                    <a:pt x="6" y="35"/>
                  </a:cubicBezTo>
                  <a:cubicBezTo>
                    <a:pt x="12" y="38"/>
                    <a:pt x="24" y="34"/>
                    <a:pt x="29" y="27"/>
                  </a:cubicBezTo>
                  <a:cubicBezTo>
                    <a:pt x="34" y="19"/>
                    <a:pt x="34" y="7"/>
                    <a:pt x="28" y="4"/>
                  </a:cubicBezTo>
                  <a:cubicBezTo>
                    <a:pt x="22" y="0"/>
                    <a:pt x="10" y="5"/>
                    <a:pt x="5" y="12"/>
                  </a:cubicBezTo>
                  <a:close/>
                </a:path>
              </a:pathLst>
            </a:cu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8" name="Freeform 45">
              <a:extLst>
                <a:ext uri="{FF2B5EF4-FFF2-40B4-BE49-F238E27FC236}">
                  <a16:creationId xmlns:a16="http://schemas.microsoft.com/office/drawing/2014/main" id="{F0B3A086-039C-4978-9E4B-91CC65AE0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266"/>
              <a:ext cx="53" cy="91"/>
            </a:xfrm>
            <a:custGeom>
              <a:avLst/>
              <a:gdLst>
                <a:gd name="T0" fmla="*/ 196 w 26"/>
                <a:gd name="T1" fmla="*/ 245 h 42"/>
                <a:gd name="T2" fmla="*/ 171 w 26"/>
                <a:gd name="T3" fmla="*/ 20 h 42"/>
                <a:gd name="T4" fmla="*/ 24 w 26"/>
                <a:gd name="T5" fmla="*/ 184 h 42"/>
                <a:gd name="T6" fmla="*/ 49 w 26"/>
                <a:gd name="T7" fmla="*/ 410 h 42"/>
                <a:gd name="T8" fmla="*/ 196 w 26"/>
                <a:gd name="T9" fmla="*/ 24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2">
                  <a:moveTo>
                    <a:pt x="23" y="24"/>
                  </a:moveTo>
                  <a:cubicBezTo>
                    <a:pt x="26" y="14"/>
                    <a:pt x="25" y="3"/>
                    <a:pt x="20" y="2"/>
                  </a:cubicBezTo>
                  <a:cubicBezTo>
                    <a:pt x="15" y="0"/>
                    <a:pt x="6" y="8"/>
                    <a:pt x="3" y="18"/>
                  </a:cubicBezTo>
                  <a:cubicBezTo>
                    <a:pt x="0" y="27"/>
                    <a:pt x="1" y="39"/>
                    <a:pt x="6" y="40"/>
                  </a:cubicBezTo>
                  <a:cubicBezTo>
                    <a:pt x="11" y="42"/>
                    <a:pt x="19" y="34"/>
                    <a:pt x="23" y="24"/>
                  </a:cubicBezTo>
                  <a:close/>
                </a:path>
              </a:pathLst>
            </a:cu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9" name="Oval 46">
              <a:extLst>
                <a:ext uri="{FF2B5EF4-FFF2-40B4-BE49-F238E27FC236}">
                  <a16:creationId xmlns:a16="http://schemas.microsoft.com/office/drawing/2014/main" id="{2CCB49DD-BC96-4714-8776-5851DA2F8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1949"/>
              <a:ext cx="24" cy="13"/>
            </a:xfrm>
            <a:prstGeom prst="ellipse">
              <a:avLst/>
            </a:pr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510" name="Freeform 47">
              <a:extLst>
                <a:ext uri="{FF2B5EF4-FFF2-40B4-BE49-F238E27FC236}">
                  <a16:creationId xmlns:a16="http://schemas.microsoft.com/office/drawing/2014/main" id="{3065CFD7-780D-4EE6-89C0-B528C8EDF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059"/>
              <a:ext cx="16" cy="9"/>
            </a:xfrm>
            <a:custGeom>
              <a:avLst/>
              <a:gdLst>
                <a:gd name="T0" fmla="*/ 56 w 8"/>
                <a:gd name="T1" fmla="*/ 36 h 4"/>
                <a:gd name="T2" fmla="*/ 32 w 8"/>
                <a:gd name="T3" fmla="*/ 0 h 4"/>
                <a:gd name="T4" fmla="*/ 0 w 8"/>
                <a:gd name="T5" fmla="*/ 11 h 4"/>
                <a:gd name="T6" fmla="*/ 24 w 8"/>
                <a:gd name="T7" fmla="*/ 45 h 4"/>
                <a:gd name="T8" fmla="*/ 56 w 8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">
                  <a:moveTo>
                    <a:pt x="7" y="3"/>
                  </a:moveTo>
                  <a:cubicBezTo>
                    <a:pt x="8" y="2"/>
                    <a:pt x="6" y="1"/>
                    <a:pt x="4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2"/>
                    <a:pt x="1" y="3"/>
                    <a:pt x="3" y="4"/>
                  </a:cubicBezTo>
                  <a:cubicBezTo>
                    <a:pt x="5" y="4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1" name="Oval 48">
              <a:extLst>
                <a:ext uri="{FF2B5EF4-FFF2-40B4-BE49-F238E27FC236}">
                  <a16:creationId xmlns:a16="http://schemas.microsoft.com/office/drawing/2014/main" id="{B5D42D2A-9CB7-4F06-A9B1-71134BD38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777"/>
              <a:ext cx="31" cy="15"/>
            </a:xfrm>
            <a:prstGeom prst="ellipse">
              <a:avLst/>
            </a:pr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512" name="Freeform 49">
              <a:extLst>
                <a:ext uri="{FF2B5EF4-FFF2-40B4-BE49-F238E27FC236}">
                  <a16:creationId xmlns:a16="http://schemas.microsoft.com/office/drawing/2014/main" id="{6D8AB9EF-B6ED-4A5A-8BC2-1998338E3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842"/>
              <a:ext cx="10" cy="8"/>
            </a:xfrm>
            <a:custGeom>
              <a:avLst/>
              <a:gdLst>
                <a:gd name="T0" fmla="*/ 0 w 5"/>
                <a:gd name="T1" fmla="*/ 8 h 4"/>
                <a:gd name="T2" fmla="*/ 16 w 5"/>
                <a:gd name="T3" fmla="*/ 24 h 4"/>
                <a:gd name="T4" fmla="*/ 32 w 5"/>
                <a:gd name="T5" fmla="*/ 32 h 4"/>
                <a:gd name="T6" fmla="*/ 24 w 5"/>
                <a:gd name="T7" fmla="*/ 8 h 4"/>
                <a:gd name="T8" fmla="*/ 0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1"/>
                    <a:pt x="0" y="2"/>
                    <a:pt x="2" y="3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5" y="3"/>
                    <a:pt x="4" y="2"/>
                    <a:pt x="3" y="1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3" name="Oval 50">
              <a:extLst>
                <a:ext uri="{FF2B5EF4-FFF2-40B4-BE49-F238E27FC236}">
                  <a16:creationId xmlns:a16="http://schemas.microsoft.com/office/drawing/2014/main" id="{FB11D5E2-6452-4EE5-B7C3-EB59E9AAB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8" y="2509"/>
              <a:ext cx="15" cy="37"/>
            </a:xfrm>
            <a:prstGeom prst="ellipse">
              <a:avLst/>
            </a:pr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514" name="Freeform 51">
              <a:extLst>
                <a:ext uri="{FF2B5EF4-FFF2-40B4-BE49-F238E27FC236}">
                  <a16:creationId xmlns:a16="http://schemas.microsoft.com/office/drawing/2014/main" id="{083650D1-4109-4C42-A618-5D8382BA9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698"/>
              <a:ext cx="34" cy="39"/>
            </a:xfrm>
            <a:custGeom>
              <a:avLst/>
              <a:gdLst>
                <a:gd name="T0" fmla="*/ 96 w 17"/>
                <a:gd name="T1" fmla="*/ 113 h 18"/>
                <a:gd name="T2" fmla="*/ 112 w 17"/>
                <a:gd name="T3" fmla="*/ 9 h 18"/>
                <a:gd name="T4" fmla="*/ 32 w 17"/>
                <a:gd name="T5" fmla="*/ 72 h 18"/>
                <a:gd name="T6" fmla="*/ 16 w 17"/>
                <a:gd name="T7" fmla="*/ 173 h 18"/>
                <a:gd name="T8" fmla="*/ 96 w 17"/>
                <a:gd name="T9" fmla="*/ 11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2" y="11"/>
                  </a:moveTo>
                  <a:cubicBezTo>
                    <a:pt x="16" y="7"/>
                    <a:pt x="17" y="3"/>
                    <a:pt x="14" y="1"/>
                  </a:cubicBezTo>
                  <a:cubicBezTo>
                    <a:pt x="12" y="0"/>
                    <a:pt x="8" y="2"/>
                    <a:pt x="4" y="7"/>
                  </a:cubicBezTo>
                  <a:cubicBezTo>
                    <a:pt x="1" y="11"/>
                    <a:pt x="0" y="15"/>
                    <a:pt x="2" y="17"/>
                  </a:cubicBezTo>
                  <a:cubicBezTo>
                    <a:pt x="4" y="18"/>
                    <a:pt x="9" y="16"/>
                    <a:pt x="12" y="11"/>
                  </a:cubicBezTo>
                  <a:close/>
                </a:path>
              </a:pathLst>
            </a:cu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5" name="Freeform 52">
              <a:extLst>
                <a:ext uri="{FF2B5EF4-FFF2-40B4-BE49-F238E27FC236}">
                  <a16:creationId xmlns:a16="http://schemas.microsoft.com/office/drawing/2014/main" id="{13BF22E7-9BD4-4F58-A2BB-4DE97C296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427"/>
              <a:ext cx="14" cy="24"/>
            </a:xfrm>
            <a:custGeom>
              <a:avLst/>
              <a:gdLst>
                <a:gd name="T0" fmla="*/ 40 w 7"/>
                <a:gd name="T1" fmla="*/ 61 h 11"/>
                <a:gd name="T2" fmla="*/ 40 w 7"/>
                <a:gd name="T3" fmla="*/ 0 h 11"/>
                <a:gd name="T4" fmla="*/ 8 w 7"/>
                <a:gd name="T5" fmla="*/ 44 h 11"/>
                <a:gd name="T6" fmla="*/ 8 w 7"/>
                <a:gd name="T7" fmla="*/ 105 h 11"/>
                <a:gd name="T8" fmla="*/ 40 w 7"/>
                <a:gd name="T9" fmla="*/ 6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5" y="6"/>
                  </a:moveTo>
                  <a:cubicBezTo>
                    <a:pt x="7" y="3"/>
                    <a:pt x="7" y="1"/>
                    <a:pt x="5" y="0"/>
                  </a:cubicBezTo>
                  <a:cubicBezTo>
                    <a:pt x="4" y="0"/>
                    <a:pt x="2" y="2"/>
                    <a:pt x="1" y="4"/>
                  </a:cubicBezTo>
                  <a:cubicBezTo>
                    <a:pt x="0" y="7"/>
                    <a:pt x="0" y="10"/>
                    <a:pt x="1" y="10"/>
                  </a:cubicBezTo>
                  <a:cubicBezTo>
                    <a:pt x="2" y="11"/>
                    <a:pt x="4" y="9"/>
                    <a:pt x="5" y="6"/>
                  </a:cubicBezTo>
                  <a:close/>
                </a:path>
              </a:pathLst>
            </a:custGeom>
            <a:solidFill>
              <a:srgbClr val="D5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6" name="Freeform 53">
              <a:extLst>
                <a:ext uri="{FF2B5EF4-FFF2-40B4-BE49-F238E27FC236}">
                  <a16:creationId xmlns:a16="http://schemas.microsoft.com/office/drawing/2014/main" id="{F18F9DCD-C4A2-4FB5-A4C6-61785CD78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844"/>
              <a:ext cx="6" cy="6"/>
            </a:xfrm>
            <a:custGeom>
              <a:avLst/>
              <a:gdLst>
                <a:gd name="T0" fmla="*/ 8 w 3"/>
                <a:gd name="T1" fmla="*/ 16 h 3"/>
                <a:gd name="T2" fmla="*/ 0 w 3"/>
                <a:gd name="T3" fmla="*/ 24 h 3"/>
                <a:gd name="T4" fmla="*/ 24 w 3"/>
                <a:gd name="T5" fmla="*/ 0 h 3"/>
                <a:gd name="T6" fmla="*/ 8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1" y="2"/>
                    <a:pt x="3" y="1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7" name="Freeform 54">
              <a:extLst>
                <a:ext uri="{FF2B5EF4-FFF2-40B4-BE49-F238E27FC236}">
                  <a16:creationId xmlns:a16="http://schemas.microsoft.com/office/drawing/2014/main" id="{BDAE625F-6AB3-4DA3-96BF-0562D3E43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061"/>
              <a:ext cx="10" cy="7"/>
            </a:xfrm>
            <a:custGeom>
              <a:avLst/>
              <a:gdLst>
                <a:gd name="T0" fmla="*/ 0 w 5"/>
                <a:gd name="T1" fmla="*/ 28 h 3"/>
                <a:gd name="T2" fmla="*/ 40 w 5"/>
                <a:gd name="T3" fmla="*/ 0 h 3"/>
                <a:gd name="T4" fmla="*/ 0 w 5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1" y="3"/>
                    <a:pt x="4" y="2"/>
                    <a:pt x="5" y="0"/>
                  </a:cubicBez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8" name="Freeform 55">
              <a:extLst>
                <a:ext uri="{FF2B5EF4-FFF2-40B4-BE49-F238E27FC236}">
                  <a16:creationId xmlns:a16="http://schemas.microsoft.com/office/drawing/2014/main" id="{4A35FA38-3D53-40EB-B447-4157D05B1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547"/>
              <a:ext cx="49" cy="57"/>
            </a:xfrm>
            <a:custGeom>
              <a:avLst/>
              <a:gdLst>
                <a:gd name="T0" fmla="*/ 33 w 24"/>
                <a:gd name="T1" fmla="*/ 105 h 26"/>
                <a:gd name="T2" fmla="*/ 196 w 24"/>
                <a:gd name="T3" fmla="*/ 0 h 26"/>
                <a:gd name="T4" fmla="*/ 163 w 24"/>
                <a:gd name="T5" fmla="*/ 178 h 26"/>
                <a:gd name="T6" fmla="*/ 8 w 24"/>
                <a:gd name="T7" fmla="*/ 274 h 26"/>
                <a:gd name="T8" fmla="*/ 33 w 24"/>
                <a:gd name="T9" fmla="*/ 10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4" y="10"/>
                  </a:moveTo>
                  <a:cubicBezTo>
                    <a:pt x="8" y="4"/>
                    <a:pt x="16" y="0"/>
                    <a:pt x="23" y="0"/>
                  </a:cubicBezTo>
                  <a:cubicBezTo>
                    <a:pt x="24" y="5"/>
                    <a:pt x="22" y="12"/>
                    <a:pt x="19" y="17"/>
                  </a:cubicBezTo>
                  <a:cubicBezTo>
                    <a:pt x="15" y="23"/>
                    <a:pt x="7" y="26"/>
                    <a:pt x="1" y="26"/>
                  </a:cubicBezTo>
                  <a:cubicBezTo>
                    <a:pt x="0" y="21"/>
                    <a:pt x="1" y="15"/>
                    <a:pt x="4" y="10"/>
                  </a:cubicBezTo>
                  <a:close/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9" name="Freeform 56">
              <a:extLst>
                <a:ext uri="{FF2B5EF4-FFF2-40B4-BE49-F238E27FC236}">
                  <a16:creationId xmlns:a16="http://schemas.microsoft.com/office/drawing/2014/main" id="{1121E0B4-1544-456A-92B2-C1025E8E3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270"/>
              <a:ext cx="33" cy="74"/>
            </a:xfrm>
            <a:custGeom>
              <a:avLst/>
              <a:gdLst>
                <a:gd name="T0" fmla="*/ 132 w 16"/>
                <a:gd name="T1" fmla="*/ 0 h 34"/>
                <a:gd name="T2" fmla="*/ 116 w 16"/>
                <a:gd name="T3" fmla="*/ 185 h 34"/>
                <a:gd name="T4" fmla="*/ 8 w 16"/>
                <a:gd name="T5" fmla="*/ 350 h 34"/>
                <a:gd name="T6" fmla="*/ 17 w 16"/>
                <a:gd name="T7" fmla="*/ 165 h 34"/>
                <a:gd name="T8" fmla="*/ 132 w 16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15" y="0"/>
                  </a:moveTo>
                  <a:cubicBezTo>
                    <a:pt x="16" y="5"/>
                    <a:pt x="16" y="12"/>
                    <a:pt x="13" y="18"/>
                  </a:cubicBezTo>
                  <a:cubicBezTo>
                    <a:pt x="11" y="25"/>
                    <a:pt x="6" y="32"/>
                    <a:pt x="1" y="34"/>
                  </a:cubicBezTo>
                  <a:cubicBezTo>
                    <a:pt x="0" y="29"/>
                    <a:pt x="0" y="22"/>
                    <a:pt x="2" y="16"/>
                  </a:cubicBezTo>
                  <a:cubicBezTo>
                    <a:pt x="5" y="8"/>
                    <a:pt x="10" y="2"/>
                    <a:pt x="15" y="0"/>
                  </a:cubicBezTo>
                  <a:close/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0" name="Freeform 57">
              <a:extLst>
                <a:ext uri="{FF2B5EF4-FFF2-40B4-BE49-F238E27FC236}">
                  <a16:creationId xmlns:a16="http://schemas.microsoft.com/office/drawing/2014/main" id="{689651C4-E990-4948-B8A5-81FA0DB91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949"/>
              <a:ext cx="18" cy="6"/>
            </a:xfrm>
            <a:custGeom>
              <a:avLst/>
              <a:gdLst>
                <a:gd name="T0" fmla="*/ 32 w 9"/>
                <a:gd name="T1" fmla="*/ 0 h 3"/>
                <a:gd name="T2" fmla="*/ 72 w 9"/>
                <a:gd name="T3" fmla="*/ 16 h 3"/>
                <a:gd name="T4" fmla="*/ 40 w 9"/>
                <a:gd name="T5" fmla="*/ 24 h 3"/>
                <a:gd name="T6" fmla="*/ 0 w 9"/>
                <a:gd name="T7" fmla="*/ 16 h 3"/>
                <a:gd name="T8" fmla="*/ 32 w 9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">
                  <a:moveTo>
                    <a:pt x="4" y="0"/>
                  </a:moveTo>
                  <a:cubicBezTo>
                    <a:pt x="7" y="0"/>
                    <a:pt x="8" y="1"/>
                    <a:pt x="9" y="2"/>
                  </a:cubicBezTo>
                  <a:cubicBezTo>
                    <a:pt x="8" y="3"/>
                    <a:pt x="7" y="3"/>
                    <a:pt x="5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1" name="Freeform 58">
              <a:extLst>
                <a:ext uri="{FF2B5EF4-FFF2-40B4-BE49-F238E27FC236}">
                  <a16:creationId xmlns:a16="http://schemas.microsoft.com/office/drawing/2014/main" id="{7995F1B0-BB1E-4057-902A-7B3EE4E68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783"/>
              <a:ext cx="27" cy="9"/>
            </a:xfrm>
            <a:custGeom>
              <a:avLst/>
              <a:gdLst>
                <a:gd name="T0" fmla="*/ 116 w 13"/>
                <a:gd name="T1" fmla="*/ 25 h 4"/>
                <a:gd name="T2" fmla="*/ 64 w 13"/>
                <a:gd name="T3" fmla="*/ 45 h 4"/>
                <a:gd name="T4" fmla="*/ 0 w 13"/>
                <a:gd name="T5" fmla="*/ 25 h 4"/>
                <a:gd name="T6" fmla="*/ 64 w 13"/>
                <a:gd name="T7" fmla="*/ 0 h 4"/>
                <a:gd name="T8" fmla="*/ 116 w 13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13" y="2"/>
                  </a:moveTo>
                  <a:cubicBezTo>
                    <a:pt x="12" y="3"/>
                    <a:pt x="9" y="4"/>
                    <a:pt x="7" y="4"/>
                  </a:cubicBezTo>
                  <a:cubicBezTo>
                    <a:pt x="4" y="4"/>
                    <a:pt x="2" y="3"/>
                    <a:pt x="0" y="2"/>
                  </a:cubicBezTo>
                  <a:cubicBezTo>
                    <a:pt x="2" y="1"/>
                    <a:pt x="4" y="0"/>
                    <a:pt x="7" y="0"/>
                  </a:cubicBezTo>
                  <a:cubicBezTo>
                    <a:pt x="9" y="0"/>
                    <a:pt x="12" y="1"/>
                    <a:pt x="13" y="2"/>
                  </a:cubicBezTo>
                  <a:close/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2" name="Freeform 59">
              <a:extLst>
                <a:ext uri="{FF2B5EF4-FFF2-40B4-BE49-F238E27FC236}">
                  <a16:creationId xmlns:a16="http://schemas.microsoft.com/office/drawing/2014/main" id="{8883BAE5-0D77-4236-9DBA-23A34A6BE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509"/>
              <a:ext cx="11" cy="34"/>
            </a:xfrm>
            <a:custGeom>
              <a:avLst/>
              <a:gdLst>
                <a:gd name="T0" fmla="*/ 20 w 5"/>
                <a:gd name="T1" fmla="*/ 0 h 16"/>
                <a:gd name="T2" fmla="*/ 53 w 5"/>
                <a:gd name="T3" fmla="*/ 77 h 16"/>
                <a:gd name="T4" fmla="*/ 20 w 5"/>
                <a:gd name="T5" fmla="*/ 153 h 16"/>
                <a:gd name="T6" fmla="*/ 0 w 5"/>
                <a:gd name="T7" fmla="*/ 77 h 16"/>
                <a:gd name="T8" fmla="*/ 20 w 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6">
                  <a:moveTo>
                    <a:pt x="2" y="0"/>
                  </a:moveTo>
                  <a:cubicBezTo>
                    <a:pt x="4" y="2"/>
                    <a:pt x="5" y="5"/>
                    <a:pt x="5" y="8"/>
                  </a:cubicBezTo>
                  <a:cubicBezTo>
                    <a:pt x="5" y="12"/>
                    <a:pt x="4" y="15"/>
                    <a:pt x="2" y="16"/>
                  </a:cubicBezTo>
                  <a:cubicBezTo>
                    <a:pt x="1" y="15"/>
                    <a:pt x="0" y="12"/>
                    <a:pt x="0" y="8"/>
                  </a:cubicBezTo>
                  <a:cubicBezTo>
                    <a:pt x="0" y="5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3" name="Freeform 60">
              <a:extLst>
                <a:ext uri="{FF2B5EF4-FFF2-40B4-BE49-F238E27FC236}">
                  <a16:creationId xmlns:a16="http://schemas.microsoft.com/office/drawing/2014/main" id="{E4E49001-26DE-4908-AB30-B31821763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700"/>
              <a:ext cx="26" cy="28"/>
            </a:xfrm>
            <a:custGeom>
              <a:avLst/>
              <a:gdLst>
                <a:gd name="T0" fmla="*/ 104 w 13"/>
                <a:gd name="T1" fmla="*/ 0 h 13"/>
                <a:gd name="T2" fmla="*/ 72 w 13"/>
                <a:gd name="T3" fmla="*/ 69 h 13"/>
                <a:gd name="T4" fmla="*/ 0 w 13"/>
                <a:gd name="T5" fmla="*/ 129 h 13"/>
                <a:gd name="T6" fmla="*/ 24 w 13"/>
                <a:gd name="T7" fmla="*/ 60 h 13"/>
                <a:gd name="T8" fmla="*/ 104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cubicBezTo>
                    <a:pt x="12" y="2"/>
                    <a:pt x="11" y="5"/>
                    <a:pt x="9" y="7"/>
                  </a:cubicBezTo>
                  <a:cubicBezTo>
                    <a:pt x="6" y="11"/>
                    <a:pt x="2" y="13"/>
                    <a:pt x="0" y="13"/>
                  </a:cubicBezTo>
                  <a:cubicBezTo>
                    <a:pt x="0" y="11"/>
                    <a:pt x="1" y="8"/>
                    <a:pt x="3" y="6"/>
                  </a:cubicBezTo>
                  <a:cubicBezTo>
                    <a:pt x="6" y="2"/>
                    <a:pt x="10" y="0"/>
                    <a:pt x="13" y="0"/>
                  </a:cubicBezTo>
                  <a:close/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4" name="Freeform 61">
              <a:extLst>
                <a:ext uri="{FF2B5EF4-FFF2-40B4-BE49-F238E27FC236}">
                  <a16:creationId xmlns:a16="http://schemas.microsoft.com/office/drawing/2014/main" id="{9B4D3601-D377-4428-9BB5-87FB742EA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427"/>
              <a:ext cx="10" cy="19"/>
            </a:xfrm>
            <a:custGeom>
              <a:avLst/>
              <a:gdLst>
                <a:gd name="T0" fmla="*/ 40 w 5"/>
                <a:gd name="T1" fmla="*/ 0 h 9"/>
                <a:gd name="T2" fmla="*/ 32 w 5"/>
                <a:gd name="T3" fmla="*/ 49 h 9"/>
                <a:gd name="T4" fmla="*/ 8 w 5"/>
                <a:gd name="T5" fmla="*/ 84 h 9"/>
                <a:gd name="T6" fmla="*/ 8 w 5"/>
                <a:gd name="T7" fmla="*/ 36 h 9"/>
                <a:gd name="T8" fmla="*/ 40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1"/>
                    <a:pt x="5" y="3"/>
                    <a:pt x="4" y="5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0" y="8"/>
                    <a:pt x="0" y="6"/>
                    <a:pt x="1" y="4"/>
                  </a:cubicBezTo>
                  <a:cubicBezTo>
                    <a:pt x="2" y="2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5" name="Freeform 62">
              <a:extLst>
                <a:ext uri="{FF2B5EF4-FFF2-40B4-BE49-F238E27FC236}">
                  <a16:creationId xmlns:a16="http://schemas.microsoft.com/office/drawing/2014/main" id="{1C8A56B8-60B8-4AD8-AAD0-6D78E3B91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844"/>
              <a:ext cx="6" cy="6"/>
            </a:xfrm>
            <a:custGeom>
              <a:avLst/>
              <a:gdLst>
                <a:gd name="T0" fmla="*/ 16 w 3"/>
                <a:gd name="T1" fmla="*/ 16 h 3"/>
                <a:gd name="T2" fmla="*/ 24 w 3"/>
                <a:gd name="T3" fmla="*/ 24 h 3"/>
                <a:gd name="T4" fmla="*/ 0 w 3"/>
                <a:gd name="T5" fmla="*/ 0 h 3"/>
                <a:gd name="T6" fmla="*/ 16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3" y="2"/>
                    <a:pt x="3" y="3"/>
                  </a:cubicBezTo>
                  <a:cubicBezTo>
                    <a:pt x="2" y="2"/>
                    <a:pt x="0" y="1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6" name="Freeform 63">
              <a:extLst>
                <a:ext uri="{FF2B5EF4-FFF2-40B4-BE49-F238E27FC236}">
                  <a16:creationId xmlns:a16="http://schemas.microsoft.com/office/drawing/2014/main" id="{529EBFED-8539-4651-A5A0-C5D3564F3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061"/>
              <a:ext cx="10" cy="7"/>
            </a:xfrm>
            <a:custGeom>
              <a:avLst/>
              <a:gdLst>
                <a:gd name="T0" fmla="*/ 40 w 5"/>
                <a:gd name="T1" fmla="*/ 28 h 3"/>
                <a:gd name="T2" fmla="*/ 0 w 5"/>
                <a:gd name="T3" fmla="*/ 0 h 3"/>
                <a:gd name="T4" fmla="*/ 40 w 5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4" y="3"/>
                    <a:pt x="0" y="2"/>
                    <a:pt x="0" y="0"/>
                  </a:cubicBezTo>
                  <a:cubicBezTo>
                    <a:pt x="1" y="0"/>
                    <a:pt x="3" y="1"/>
                    <a:pt x="5" y="2"/>
                  </a:cubicBezTo>
                </a:path>
              </a:pathLst>
            </a:custGeom>
            <a:solidFill>
              <a:srgbClr val="B40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7" name="Freeform 64">
              <a:extLst>
                <a:ext uri="{FF2B5EF4-FFF2-40B4-BE49-F238E27FC236}">
                  <a16:creationId xmlns:a16="http://schemas.microsoft.com/office/drawing/2014/main" id="{D8C48DEE-640E-4C93-A8B7-4AFBAA30B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334"/>
              <a:ext cx="470" cy="289"/>
            </a:xfrm>
            <a:custGeom>
              <a:avLst/>
              <a:gdLst>
                <a:gd name="T0" fmla="*/ 0 w 231"/>
                <a:gd name="T1" fmla="*/ 1058 h 133"/>
                <a:gd name="T2" fmla="*/ 1084 w 231"/>
                <a:gd name="T3" fmla="*/ 1199 h 133"/>
                <a:gd name="T4" fmla="*/ 1312 w 231"/>
                <a:gd name="T5" fmla="*/ 902 h 133"/>
                <a:gd name="T6" fmla="*/ 1945 w 231"/>
                <a:gd name="T7" fmla="*/ 0 h 133"/>
                <a:gd name="T8" fmla="*/ 1349 w 231"/>
                <a:gd name="T9" fmla="*/ 934 h 133"/>
                <a:gd name="T10" fmla="*/ 936 w 231"/>
                <a:gd name="T11" fmla="*/ 1332 h 133"/>
                <a:gd name="T12" fmla="*/ 0 w 231"/>
                <a:gd name="T13" fmla="*/ 1058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1" h="133">
                  <a:moveTo>
                    <a:pt x="0" y="103"/>
                  </a:moveTo>
                  <a:cubicBezTo>
                    <a:pt x="45" y="116"/>
                    <a:pt x="106" y="131"/>
                    <a:pt x="129" y="117"/>
                  </a:cubicBezTo>
                  <a:cubicBezTo>
                    <a:pt x="142" y="109"/>
                    <a:pt x="146" y="102"/>
                    <a:pt x="156" y="88"/>
                  </a:cubicBezTo>
                  <a:cubicBezTo>
                    <a:pt x="168" y="72"/>
                    <a:pt x="204" y="17"/>
                    <a:pt x="231" y="0"/>
                  </a:cubicBezTo>
                  <a:cubicBezTo>
                    <a:pt x="213" y="10"/>
                    <a:pt x="171" y="73"/>
                    <a:pt x="160" y="91"/>
                  </a:cubicBezTo>
                  <a:cubicBezTo>
                    <a:pt x="149" y="109"/>
                    <a:pt x="141" y="127"/>
                    <a:pt x="111" y="130"/>
                  </a:cubicBezTo>
                  <a:cubicBezTo>
                    <a:pt x="77" y="133"/>
                    <a:pt x="0" y="103"/>
                    <a:pt x="0" y="1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8" name="Freeform 65">
              <a:extLst>
                <a:ext uri="{FF2B5EF4-FFF2-40B4-BE49-F238E27FC236}">
                  <a16:creationId xmlns:a16="http://schemas.microsoft.com/office/drawing/2014/main" id="{14C59CA3-C1C1-4261-9590-30D60F94B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795"/>
              <a:ext cx="45" cy="132"/>
            </a:xfrm>
            <a:custGeom>
              <a:avLst/>
              <a:gdLst>
                <a:gd name="T0" fmla="*/ 188 w 22"/>
                <a:gd name="T1" fmla="*/ 0 h 61"/>
                <a:gd name="T2" fmla="*/ 0 w 22"/>
                <a:gd name="T3" fmla="*/ 619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1">
                  <a:moveTo>
                    <a:pt x="22" y="0"/>
                  </a:moveTo>
                  <a:cubicBezTo>
                    <a:pt x="12" y="14"/>
                    <a:pt x="1" y="36"/>
                    <a:pt x="0" y="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9" name="Freeform 66">
              <a:extLst>
                <a:ext uri="{FF2B5EF4-FFF2-40B4-BE49-F238E27FC236}">
                  <a16:creationId xmlns:a16="http://schemas.microsoft.com/office/drawing/2014/main" id="{89C97373-B886-4D9A-A3B5-DBCD9EED9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795"/>
              <a:ext cx="45" cy="351"/>
            </a:xfrm>
            <a:custGeom>
              <a:avLst/>
              <a:gdLst>
                <a:gd name="T0" fmla="*/ 59 w 22"/>
                <a:gd name="T1" fmla="*/ 1649 h 162"/>
                <a:gd name="T2" fmla="*/ 0 w 22"/>
                <a:gd name="T3" fmla="*/ 0 h 162"/>
                <a:gd name="T4" fmla="*/ 59 w 22"/>
                <a:gd name="T5" fmla="*/ 1649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2">
                  <a:moveTo>
                    <a:pt x="7" y="162"/>
                  </a:moveTo>
                  <a:cubicBezTo>
                    <a:pt x="22" y="60"/>
                    <a:pt x="16" y="30"/>
                    <a:pt x="0" y="0"/>
                  </a:cubicBezTo>
                  <a:cubicBezTo>
                    <a:pt x="11" y="38"/>
                    <a:pt x="17" y="94"/>
                    <a:pt x="7" y="1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0" name="Freeform 67">
              <a:extLst>
                <a:ext uri="{FF2B5EF4-FFF2-40B4-BE49-F238E27FC236}">
                  <a16:creationId xmlns:a16="http://schemas.microsoft.com/office/drawing/2014/main" id="{E98811DF-63D3-46C9-8572-1D26F8E9A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257"/>
              <a:ext cx="416" cy="293"/>
            </a:xfrm>
            <a:custGeom>
              <a:avLst/>
              <a:gdLst>
                <a:gd name="T0" fmla="*/ 0 w 204"/>
                <a:gd name="T1" fmla="*/ 838 h 135"/>
                <a:gd name="T2" fmla="*/ 279 w 204"/>
                <a:gd name="T3" fmla="*/ 1022 h 135"/>
                <a:gd name="T4" fmla="*/ 628 w 204"/>
                <a:gd name="T5" fmla="*/ 716 h 135"/>
                <a:gd name="T6" fmla="*/ 1729 w 204"/>
                <a:gd name="T7" fmla="*/ 0 h 135"/>
                <a:gd name="T8" fmla="*/ 516 w 204"/>
                <a:gd name="T9" fmla="*/ 1055 h 135"/>
                <a:gd name="T10" fmla="*/ 0 w 204"/>
                <a:gd name="T11" fmla="*/ 838 h 1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135">
                  <a:moveTo>
                    <a:pt x="0" y="82"/>
                  </a:moveTo>
                  <a:cubicBezTo>
                    <a:pt x="17" y="101"/>
                    <a:pt x="23" y="100"/>
                    <a:pt x="33" y="100"/>
                  </a:cubicBezTo>
                  <a:cubicBezTo>
                    <a:pt x="44" y="100"/>
                    <a:pt x="53" y="90"/>
                    <a:pt x="74" y="70"/>
                  </a:cubicBezTo>
                  <a:cubicBezTo>
                    <a:pt x="101" y="44"/>
                    <a:pt x="134" y="22"/>
                    <a:pt x="204" y="0"/>
                  </a:cubicBezTo>
                  <a:cubicBezTo>
                    <a:pt x="172" y="15"/>
                    <a:pt x="89" y="71"/>
                    <a:pt x="61" y="103"/>
                  </a:cubicBezTo>
                  <a:cubicBezTo>
                    <a:pt x="33" y="135"/>
                    <a:pt x="6" y="106"/>
                    <a:pt x="0" y="82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1" name="Freeform 68">
              <a:extLst>
                <a:ext uri="{FF2B5EF4-FFF2-40B4-BE49-F238E27FC236}">
                  <a16:creationId xmlns:a16="http://schemas.microsoft.com/office/drawing/2014/main" id="{86C7FB4F-ED2B-4002-B3B2-8597857F3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506"/>
              <a:ext cx="259" cy="79"/>
            </a:xfrm>
            <a:custGeom>
              <a:avLst/>
              <a:gdLst>
                <a:gd name="T0" fmla="*/ 1077 w 127"/>
                <a:gd name="T1" fmla="*/ 0 h 36"/>
                <a:gd name="T2" fmla="*/ 0 w 127"/>
                <a:gd name="T3" fmla="*/ 380 h 36"/>
                <a:gd name="T4" fmla="*/ 1077 w 127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36">
                  <a:moveTo>
                    <a:pt x="127" y="0"/>
                  </a:moveTo>
                  <a:cubicBezTo>
                    <a:pt x="72" y="3"/>
                    <a:pt x="23" y="23"/>
                    <a:pt x="0" y="36"/>
                  </a:cubicBezTo>
                  <a:cubicBezTo>
                    <a:pt x="20" y="26"/>
                    <a:pt x="113" y="1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2" name="Freeform 69">
              <a:extLst>
                <a:ext uri="{FF2B5EF4-FFF2-40B4-BE49-F238E27FC236}">
                  <a16:creationId xmlns:a16="http://schemas.microsoft.com/office/drawing/2014/main" id="{C6418534-BF09-4422-BCE5-1B7EAE507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548"/>
              <a:ext cx="118" cy="74"/>
            </a:xfrm>
            <a:custGeom>
              <a:avLst/>
              <a:gdLst>
                <a:gd name="T0" fmla="*/ 0 w 58"/>
                <a:gd name="T1" fmla="*/ 61 h 34"/>
                <a:gd name="T2" fmla="*/ 360 w 58"/>
                <a:gd name="T3" fmla="*/ 246 h 34"/>
                <a:gd name="T4" fmla="*/ 328 w 58"/>
                <a:gd name="T5" fmla="*/ 0 h 34"/>
                <a:gd name="T6" fmla="*/ 372 w 58"/>
                <a:gd name="T7" fmla="*/ 331 h 34"/>
                <a:gd name="T8" fmla="*/ 0 w 58"/>
                <a:gd name="T9" fmla="*/ 6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4">
                  <a:moveTo>
                    <a:pt x="0" y="6"/>
                  </a:moveTo>
                  <a:cubicBezTo>
                    <a:pt x="23" y="15"/>
                    <a:pt x="35" y="25"/>
                    <a:pt x="43" y="24"/>
                  </a:cubicBezTo>
                  <a:cubicBezTo>
                    <a:pt x="50" y="22"/>
                    <a:pt x="47" y="16"/>
                    <a:pt x="39" y="0"/>
                  </a:cubicBezTo>
                  <a:cubicBezTo>
                    <a:pt x="55" y="17"/>
                    <a:pt x="58" y="34"/>
                    <a:pt x="44" y="32"/>
                  </a:cubicBezTo>
                  <a:cubicBezTo>
                    <a:pt x="31" y="29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3" name="Freeform 70">
              <a:extLst>
                <a:ext uri="{FF2B5EF4-FFF2-40B4-BE49-F238E27FC236}">
                  <a16:creationId xmlns:a16="http://schemas.microsoft.com/office/drawing/2014/main" id="{687C93E6-31D2-492C-AF33-8AAC9F1EE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3294"/>
              <a:ext cx="179" cy="115"/>
            </a:xfrm>
            <a:custGeom>
              <a:avLst/>
              <a:gdLst>
                <a:gd name="T0" fmla="*/ 0 w 88"/>
                <a:gd name="T1" fmla="*/ 542 h 53"/>
                <a:gd name="T2" fmla="*/ 740 w 88"/>
                <a:gd name="T3" fmla="*/ 0 h 53"/>
                <a:gd name="T4" fmla="*/ 0 w 88"/>
                <a:gd name="T5" fmla="*/ 54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53">
                  <a:moveTo>
                    <a:pt x="0" y="53"/>
                  </a:moveTo>
                  <a:cubicBezTo>
                    <a:pt x="17" y="48"/>
                    <a:pt x="72" y="29"/>
                    <a:pt x="88" y="0"/>
                  </a:cubicBezTo>
                  <a:cubicBezTo>
                    <a:pt x="69" y="21"/>
                    <a:pt x="9" y="52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4" name="Freeform 71">
              <a:extLst>
                <a:ext uri="{FF2B5EF4-FFF2-40B4-BE49-F238E27FC236}">
                  <a16:creationId xmlns:a16="http://schemas.microsoft.com/office/drawing/2014/main" id="{054D897A-0FB2-456E-9C09-FF7EC8E29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3429"/>
              <a:ext cx="357" cy="241"/>
            </a:xfrm>
            <a:custGeom>
              <a:avLst/>
              <a:gdLst>
                <a:gd name="T0" fmla="*/ 0 w 175"/>
                <a:gd name="T1" fmla="*/ 1136 h 111"/>
                <a:gd name="T2" fmla="*/ 636 w 175"/>
                <a:gd name="T3" fmla="*/ 612 h 111"/>
                <a:gd name="T4" fmla="*/ 1485 w 175"/>
                <a:gd name="T5" fmla="*/ 0 h 111"/>
                <a:gd name="T6" fmla="*/ 653 w 175"/>
                <a:gd name="T7" fmla="*/ 697 h 111"/>
                <a:gd name="T8" fmla="*/ 0 w 175"/>
                <a:gd name="T9" fmla="*/ 1136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111">
                  <a:moveTo>
                    <a:pt x="0" y="111"/>
                  </a:moveTo>
                  <a:cubicBezTo>
                    <a:pt x="20" y="88"/>
                    <a:pt x="33" y="79"/>
                    <a:pt x="75" y="60"/>
                  </a:cubicBezTo>
                  <a:cubicBezTo>
                    <a:pt x="118" y="41"/>
                    <a:pt x="135" y="36"/>
                    <a:pt x="175" y="0"/>
                  </a:cubicBezTo>
                  <a:cubicBezTo>
                    <a:pt x="146" y="30"/>
                    <a:pt x="103" y="56"/>
                    <a:pt x="77" y="68"/>
                  </a:cubicBezTo>
                  <a:cubicBezTo>
                    <a:pt x="50" y="80"/>
                    <a:pt x="33" y="80"/>
                    <a:pt x="0" y="1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5" name="Freeform 72">
              <a:extLst>
                <a:ext uri="{FF2B5EF4-FFF2-40B4-BE49-F238E27FC236}">
                  <a16:creationId xmlns:a16="http://schemas.microsoft.com/office/drawing/2014/main" id="{4D3E3787-029E-4970-8A77-C1DF09D25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568"/>
              <a:ext cx="271" cy="354"/>
            </a:xfrm>
            <a:custGeom>
              <a:avLst/>
              <a:gdLst>
                <a:gd name="T0" fmla="*/ 1125 w 133"/>
                <a:gd name="T1" fmla="*/ 0 h 163"/>
                <a:gd name="T2" fmla="*/ 0 w 133"/>
                <a:gd name="T3" fmla="*/ 1670 h 1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3" h="163">
                  <a:moveTo>
                    <a:pt x="133" y="0"/>
                  </a:moveTo>
                  <a:cubicBezTo>
                    <a:pt x="121" y="31"/>
                    <a:pt x="34" y="138"/>
                    <a:pt x="0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6" name="Freeform 73">
              <a:extLst>
                <a:ext uri="{FF2B5EF4-FFF2-40B4-BE49-F238E27FC236}">
                  <a16:creationId xmlns:a16="http://schemas.microsoft.com/office/drawing/2014/main" id="{22B7DF7E-E052-42EF-95C9-07DAC2453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548"/>
              <a:ext cx="132" cy="189"/>
            </a:xfrm>
            <a:custGeom>
              <a:avLst/>
              <a:gdLst>
                <a:gd name="T0" fmla="*/ 0 w 65"/>
                <a:gd name="T1" fmla="*/ 202 h 87"/>
                <a:gd name="T2" fmla="*/ 268 w 65"/>
                <a:gd name="T3" fmla="*/ 411 h 87"/>
                <a:gd name="T4" fmla="*/ 544 w 65"/>
                <a:gd name="T5" fmla="*/ 893 h 87"/>
                <a:gd name="T6" fmla="*/ 0 w 65"/>
                <a:gd name="T7" fmla="*/ 202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87">
                  <a:moveTo>
                    <a:pt x="0" y="20"/>
                  </a:moveTo>
                  <a:cubicBezTo>
                    <a:pt x="16" y="19"/>
                    <a:pt x="17" y="20"/>
                    <a:pt x="32" y="40"/>
                  </a:cubicBezTo>
                  <a:cubicBezTo>
                    <a:pt x="46" y="59"/>
                    <a:pt x="65" y="87"/>
                    <a:pt x="65" y="87"/>
                  </a:cubicBezTo>
                  <a:cubicBezTo>
                    <a:pt x="48" y="55"/>
                    <a:pt x="33" y="0"/>
                    <a:pt x="0" y="2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7" name="Freeform 74">
              <a:extLst>
                <a:ext uri="{FF2B5EF4-FFF2-40B4-BE49-F238E27FC236}">
                  <a16:creationId xmlns:a16="http://schemas.microsoft.com/office/drawing/2014/main" id="{064B5CA6-9605-4A1F-9128-46B371690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3785"/>
              <a:ext cx="95" cy="102"/>
            </a:xfrm>
            <a:custGeom>
              <a:avLst/>
              <a:gdLst>
                <a:gd name="T0" fmla="*/ 0 w 47"/>
                <a:gd name="T1" fmla="*/ 480 h 47"/>
                <a:gd name="T2" fmla="*/ 115 w 47"/>
                <a:gd name="T3" fmla="*/ 349 h 47"/>
                <a:gd name="T4" fmla="*/ 388 w 47"/>
                <a:gd name="T5" fmla="*/ 0 h 47"/>
                <a:gd name="T6" fmla="*/ 156 w 47"/>
                <a:gd name="T7" fmla="*/ 326 h 47"/>
                <a:gd name="T8" fmla="*/ 0 w 47"/>
                <a:gd name="T9" fmla="*/ 48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47"/>
                  </a:moveTo>
                  <a:cubicBezTo>
                    <a:pt x="7" y="46"/>
                    <a:pt x="10" y="43"/>
                    <a:pt x="14" y="34"/>
                  </a:cubicBezTo>
                  <a:cubicBezTo>
                    <a:pt x="18" y="26"/>
                    <a:pt x="36" y="6"/>
                    <a:pt x="47" y="0"/>
                  </a:cubicBezTo>
                  <a:cubicBezTo>
                    <a:pt x="37" y="7"/>
                    <a:pt x="24" y="23"/>
                    <a:pt x="19" y="32"/>
                  </a:cubicBezTo>
                  <a:cubicBezTo>
                    <a:pt x="13" y="42"/>
                    <a:pt x="6" y="47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8" name="Freeform 75">
              <a:extLst>
                <a:ext uri="{FF2B5EF4-FFF2-40B4-BE49-F238E27FC236}">
                  <a16:creationId xmlns:a16="http://schemas.microsoft.com/office/drawing/2014/main" id="{67121A3E-3F98-4063-96F0-A1B3740CF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3329"/>
              <a:ext cx="110" cy="65"/>
            </a:xfrm>
            <a:custGeom>
              <a:avLst/>
              <a:gdLst>
                <a:gd name="T0" fmla="*/ 0 w 54"/>
                <a:gd name="T1" fmla="*/ 0 h 30"/>
                <a:gd name="T2" fmla="*/ 456 w 54"/>
                <a:gd name="T3" fmla="*/ 306 h 30"/>
                <a:gd name="T4" fmla="*/ 0 w 5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0">
                  <a:moveTo>
                    <a:pt x="0" y="0"/>
                  </a:moveTo>
                  <a:cubicBezTo>
                    <a:pt x="9" y="8"/>
                    <a:pt x="36" y="29"/>
                    <a:pt x="54" y="30"/>
                  </a:cubicBezTo>
                  <a:cubicBezTo>
                    <a:pt x="35" y="2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9" name="Freeform 76">
              <a:extLst>
                <a:ext uri="{FF2B5EF4-FFF2-40B4-BE49-F238E27FC236}">
                  <a16:creationId xmlns:a16="http://schemas.microsoft.com/office/drawing/2014/main" id="{812D3D78-65BD-4B87-A1BE-F96FBC083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3416"/>
              <a:ext cx="212" cy="132"/>
            </a:xfrm>
            <a:custGeom>
              <a:avLst/>
              <a:gdLst>
                <a:gd name="T0" fmla="*/ 0 w 104"/>
                <a:gd name="T1" fmla="*/ 0 h 61"/>
                <a:gd name="T2" fmla="*/ 881 w 104"/>
                <a:gd name="T3" fmla="*/ 619 h 61"/>
                <a:gd name="T4" fmla="*/ 0 w 10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61">
                  <a:moveTo>
                    <a:pt x="0" y="0"/>
                  </a:moveTo>
                  <a:cubicBezTo>
                    <a:pt x="12" y="15"/>
                    <a:pt x="48" y="48"/>
                    <a:pt x="104" y="61"/>
                  </a:cubicBezTo>
                  <a:cubicBezTo>
                    <a:pt x="91" y="58"/>
                    <a:pt x="16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0" name="Freeform 77">
              <a:extLst>
                <a:ext uri="{FF2B5EF4-FFF2-40B4-BE49-F238E27FC236}">
                  <a16:creationId xmlns:a16="http://schemas.microsoft.com/office/drawing/2014/main" id="{868512DE-5BB7-49A6-BD7A-4EF46F6F9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678"/>
              <a:ext cx="45" cy="679"/>
            </a:xfrm>
            <a:custGeom>
              <a:avLst/>
              <a:gdLst>
                <a:gd name="T0" fmla="*/ 0 w 22"/>
                <a:gd name="T1" fmla="*/ 0 h 313"/>
                <a:gd name="T2" fmla="*/ 16 w 22"/>
                <a:gd name="T3" fmla="*/ 3195 h 3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3">
                  <a:moveTo>
                    <a:pt x="0" y="0"/>
                  </a:moveTo>
                  <a:cubicBezTo>
                    <a:pt x="20" y="34"/>
                    <a:pt x="22" y="238"/>
                    <a:pt x="2" y="313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1" name="Freeform 78">
              <a:extLst>
                <a:ext uri="{FF2B5EF4-FFF2-40B4-BE49-F238E27FC236}">
                  <a16:creationId xmlns:a16="http://schemas.microsoft.com/office/drawing/2014/main" id="{D66BF56C-C859-43F3-85DB-F654195B5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521"/>
              <a:ext cx="112" cy="80"/>
            </a:xfrm>
            <a:custGeom>
              <a:avLst/>
              <a:gdLst>
                <a:gd name="T0" fmla="*/ 0 w 55"/>
                <a:gd name="T1" fmla="*/ 192 h 37"/>
                <a:gd name="T2" fmla="*/ 373 w 55"/>
                <a:gd name="T3" fmla="*/ 262 h 37"/>
                <a:gd name="T4" fmla="*/ 356 w 55"/>
                <a:gd name="T5" fmla="*/ 0 h 37"/>
                <a:gd name="T6" fmla="*/ 365 w 55"/>
                <a:gd name="T7" fmla="*/ 355 h 37"/>
                <a:gd name="T8" fmla="*/ 0 w 55"/>
                <a:gd name="T9" fmla="*/ 19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7">
                  <a:moveTo>
                    <a:pt x="0" y="19"/>
                  </a:moveTo>
                  <a:cubicBezTo>
                    <a:pt x="22" y="26"/>
                    <a:pt x="36" y="33"/>
                    <a:pt x="44" y="26"/>
                  </a:cubicBezTo>
                  <a:cubicBezTo>
                    <a:pt x="51" y="20"/>
                    <a:pt x="42" y="0"/>
                    <a:pt x="42" y="0"/>
                  </a:cubicBezTo>
                  <a:cubicBezTo>
                    <a:pt x="55" y="25"/>
                    <a:pt x="53" y="33"/>
                    <a:pt x="43" y="35"/>
                  </a:cubicBezTo>
                  <a:cubicBezTo>
                    <a:pt x="33" y="37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2" name="Freeform 79">
              <a:extLst>
                <a:ext uri="{FF2B5EF4-FFF2-40B4-BE49-F238E27FC236}">
                  <a16:creationId xmlns:a16="http://schemas.microsoft.com/office/drawing/2014/main" id="{75FC459F-24D1-4B7B-A019-8A64C4BDD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556"/>
              <a:ext cx="177" cy="48"/>
            </a:xfrm>
            <a:custGeom>
              <a:avLst/>
              <a:gdLst>
                <a:gd name="T0" fmla="*/ 0 w 87"/>
                <a:gd name="T1" fmla="*/ 209 h 22"/>
                <a:gd name="T2" fmla="*/ 732 w 8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22">
                  <a:moveTo>
                    <a:pt x="0" y="20"/>
                  </a:moveTo>
                  <a:cubicBezTo>
                    <a:pt x="24" y="22"/>
                    <a:pt x="77" y="8"/>
                    <a:pt x="8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3" name="Freeform 80">
              <a:extLst>
                <a:ext uri="{FF2B5EF4-FFF2-40B4-BE49-F238E27FC236}">
                  <a16:creationId xmlns:a16="http://schemas.microsoft.com/office/drawing/2014/main" id="{5B49B5A8-9FBC-4193-BF60-089F3AECE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738"/>
              <a:ext cx="61" cy="191"/>
            </a:xfrm>
            <a:custGeom>
              <a:avLst/>
              <a:gdLst>
                <a:gd name="T0" fmla="*/ 8 w 30"/>
                <a:gd name="T1" fmla="*/ 0 h 88"/>
                <a:gd name="T2" fmla="*/ 108 w 30"/>
                <a:gd name="T3" fmla="*/ 378 h 88"/>
                <a:gd name="T4" fmla="*/ 236 w 30"/>
                <a:gd name="T5" fmla="*/ 901 h 88"/>
                <a:gd name="T6" fmla="*/ 136 w 30"/>
                <a:gd name="T7" fmla="*/ 349 h 88"/>
                <a:gd name="T8" fmla="*/ 8 w 30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8">
                  <a:moveTo>
                    <a:pt x="1" y="0"/>
                  </a:moveTo>
                  <a:cubicBezTo>
                    <a:pt x="0" y="13"/>
                    <a:pt x="4" y="20"/>
                    <a:pt x="13" y="37"/>
                  </a:cubicBezTo>
                  <a:cubicBezTo>
                    <a:pt x="23" y="54"/>
                    <a:pt x="29" y="69"/>
                    <a:pt x="28" y="88"/>
                  </a:cubicBezTo>
                  <a:cubicBezTo>
                    <a:pt x="30" y="65"/>
                    <a:pt x="22" y="44"/>
                    <a:pt x="16" y="34"/>
                  </a:cubicBezTo>
                  <a:cubicBezTo>
                    <a:pt x="4" y="1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4" name="Freeform 81">
              <a:extLst>
                <a:ext uri="{FF2B5EF4-FFF2-40B4-BE49-F238E27FC236}">
                  <a16:creationId xmlns:a16="http://schemas.microsoft.com/office/drawing/2014/main" id="{1E5F1F56-1C01-4F4B-90AD-08F1B5839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829"/>
              <a:ext cx="85" cy="267"/>
            </a:xfrm>
            <a:custGeom>
              <a:avLst/>
              <a:gdLst>
                <a:gd name="T0" fmla="*/ 267 w 42"/>
                <a:gd name="T1" fmla="*/ 1164 h 123"/>
                <a:gd name="T2" fmla="*/ 283 w 42"/>
                <a:gd name="T3" fmla="*/ 0 h 123"/>
                <a:gd name="T4" fmla="*/ 259 w 42"/>
                <a:gd name="T5" fmla="*/ 1003 h 123"/>
                <a:gd name="T6" fmla="*/ 0 w 42"/>
                <a:gd name="T7" fmla="*/ 1207 h 123"/>
                <a:gd name="T8" fmla="*/ 267 w 42"/>
                <a:gd name="T9" fmla="*/ 1164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23">
                  <a:moveTo>
                    <a:pt x="32" y="114"/>
                  </a:moveTo>
                  <a:cubicBezTo>
                    <a:pt x="42" y="97"/>
                    <a:pt x="39" y="45"/>
                    <a:pt x="34" y="0"/>
                  </a:cubicBezTo>
                  <a:cubicBezTo>
                    <a:pt x="34" y="0"/>
                    <a:pt x="34" y="82"/>
                    <a:pt x="31" y="98"/>
                  </a:cubicBezTo>
                  <a:cubicBezTo>
                    <a:pt x="28" y="115"/>
                    <a:pt x="23" y="116"/>
                    <a:pt x="0" y="118"/>
                  </a:cubicBezTo>
                  <a:cubicBezTo>
                    <a:pt x="10" y="120"/>
                    <a:pt x="20" y="123"/>
                    <a:pt x="32" y="1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5" name="Freeform 82">
              <a:extLst>
                <a:ext uri="{FF2B5EF4-FFF2-40B4-BE49-F238E27FC236}">
                  <a16:creationId xmlns:a16="http://schemas.microsoft.com/office/drawing/2014/main" id="{F77583A9-87D6-4744-9699-F602D9ABD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855"/>
              <a:ext cx="19" cy="84"/>
            </a:xfrm>
            <a:custGeom>
              <a:avLst/>
              <a:gdLst>
                <a:gd name="T0" fmla="*/ 49 w 9"/>
                <a:gd name="T1" fmla="*/ 0 h 39"/>
                <a:gd name="T2" fmla="*/ 0 w 9"/>
                <a:gd name="T3" fmla="*/ 349 h 39"/>
                <a:gd name="T4" fmla="*/ 49 w 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7" y="25"/>
                    <a:pt x="4" y="37"/>
                    <a:pt x="0" y="35"/>
                  </a:cubicBezTo>
                  <a:cubicBezTo>
                    <a:pt x="9" y="39"/>
                    <a:pt x="9" y="24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6" name="Freeform 83">
              <a:extLst>
                <a:ext uri="{FF2B5EF4-FFF2-40B4-BE49-F238E27FC236}">
                  <a16:creationId xmlns:a16="http://schemas.microsoft.com/office/drawing/2014/main" id="{B77F203C-CA1C-4A6D-A297-3F4322EE7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065"/>
              <a:ext cx="61" cy="63"/>
            </a:xfrm>
            <a:custGeom>
              <a:avLst/>
              <a:gdLst>
                <a:gd name="T0" fmla="*/ 0 w 30"/>
                <a:gd name="T1" fmla="*/ 298 h 29"/>
                <a:gd name="T2" fmla="*/ 252 w 30"/>
                <a:gd name="T3" fmla="*/ 0 h 29"/>
                <a:gd name="T4" fmla="*/ 0 w 30"/>
                <a:gd name="T5" fmla="*/ 29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22" y="22"/>
                    <a:pt x="27" y="13"/>
                    <a:pt x="30" y="0"/>
                  </a:cubicBezTo>
                  <a:cubicBezTo>
                    <a:pt x="25" y="15"/>
                    <a:pt x="10" y="24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7" name="Freeform 84">
              <a:extLst>
                <a:ext uri="{FF2B5EF4-FFF2-40B4-BE49-F238E27FC236}">
                  <a16:creationId xmlns:a16="http://schemas.microsoft.com/office/drawing/2014/main" id="{DF496FE5-750B-49FC-851E-682A25C22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220"/>
              <a:ext cx="318" cy="35"/>
            </a:xfrm>
            <a:custGeom>
              <a:avLst/>
              <a:gdLst>
                <a:gd name="T0" fmla="*/ 0 w 156"/>
                <a:gd name="T1" fmla="*/ 168 h 16"/>
                <a:gd name="T2" fmla="*/ 1321 w 156"/>
                <a:gd name="T3" fmla="*/ 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6" h="16">
                  <a:moveTo>
                    <a:pt x="0" y="16"/>
                  </a:moveTo>
                  <a:cubicBezTo>
                    <a:pt x="36" y="7"/>
                    <a:pt x="104" y="0"/>
                    <a:pt x="15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8" name="Freeform 85">
              <a:extLst>
                <a:ext uri="{FF2B5EF4-FFF2-40B4-BE49-F238E27FC236}">
                  <a16:creationId xmlns:a16="http://schemas.microsoft.com/office/drawing/2014/main" id="{0186555C-7494-4B49-9C04-DAC55AC90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311"/>
              <a:ext cx="161" cy="128"/>
            </a:xfrm>
            <a:custGeom>
              <a:avLst/>
              <a:gdLst>
                <a:gd name="T0" fmla="*/ 0 w 79"/>
                <a:gd name="T1" fmla="*/ 603 h 59"/>
                <a:gd name="T2" fmla="*/ 668 w 79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59">
                  <a:moveTo>
                    <a:pt x="0" y="59"/>
                  </a:moveTo>
                  <a:cubicBezTo>
                    <a:pt x="19" y="35"/>
                    <a:pt x="72" y="2"/>
                    <a:pt x="7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9" name="Freeform 86">
              <a:extLst>
                <a:ext uri="{FF2B5EF4-FFF2-40B4-BE49-F238E27FC236}">
                  <a16:creationId xmlns:a16="http://schemas.microsoft.com/office/drawing/2014/main" id="{A4A79299-2178-4AD6-B366-D2D525638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465"/>
              <a:ext cx="34" cy="26"/>
            </a:xfrm>
            <a:custGeom>
              <a:avLst/>
              <a:gdLst>
                <a:gd name="T0" fmla="*/ 0 w 17"/>
                <a:gd name="T1" fmla="*/ 72 h 12"/>
                <a:gd name="T2" fmla="*/ 136 w 17"/>
                <a:gd name="T3" fmla="*/ 0 h 12"/>
                <a:gd name="T4" fmla="*/ 104 w 17"/>
                <a:gd name="T5" fmla="*/ 113 h 12"/>
                <a:gd name="T6" fmla="*/ 8 w 17"/>
                <a:gd name="T7" fmla="*/ 10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6" y="10"/>
                    <a:pt x="13" y="4"/>
                    <a:pt x="17" y="0"/>
                  </a:cubicBezTo>
                  <a:cubicBezTo>
                    <a:pt x="15" y="2"/>
                    <a:pt x="15" y="9"/>
                    <a:pt x="13" y="11"/>
                  </a:cubicBezTo>
                  <a:cubicBezTo>
                    <a:pt x="10" y="12"/>
                    <a:pt x="4" y="11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0" name="Freeform 87">
              <a:extLst>
                <a:ext uri="{FF2B5EF4-FFF2-40B4-BE49-F238E27FC236}">
                  <a16:creationId xmlns:a16="http://schemas.microsoft.com/office/drawing/2014/main" id="{BAFE5427-3C78-4F9B-A9AB-6D4F2E59D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480"/>
              <a:ext cx="8" cy="9"/>
            </a:xfrm>
            <a:custGeom>
              <a:avLst/>
              <a:gdLst>
                <a:gd name="T0" fmla="*/ 0 w 4"/>
                <a:gd name="T1" fmla="*/ 0 h 4"/>
                <a:gd name="T2" fmla="*/ 16 w 4"/>
                <a:gd name="T3" fmla="*/ 45 h 4"/>
                <a:gd name="T4" fmla="*/ 32 w 4"/>
                <a:gd name="T5" fmla="*/ 25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1" name="Freeform 88">
              <a:extLst>
                <a:ext uri="{FF2B5EF4-FFF2-40B4-BE49-F238E27FC236}">
                  <a16:creationId xmlns:a16="http://schemas.microsoft.com/office/drawing/2014/main" id="{F5B57A29-0B90-4C23-8825-CD6B69649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454"/>
              <a:ext cx="15" cy="16"/>
            </a:xfrm>
            <a:custGeom>
              <a:avLst/>
              <a:gdLst>
                <a:gd name="T0" fmla="*/ 9 w 7"/>
                <a:gd name="T1" fmla="*/ 57 h 7"/>
                <a:gd name="T2" fmla="*/ 0 w 7"/>
                <a:gd name="T3" fmla="*/ 85 h 7"/>
                <a:gd name="T4" fmla="*/ 69 w 7"/>
                <a:gd name="T5" fmla="*/ 0 h 7"/>
                <a:gd name="T6" fmla="*/ 19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0" y="6"/>
                    <a:pt x="0" y="6"/>
                    <a:pt x="0" y="7"/>
                  </a:cubicBezTo>
                  <a:cubicBezTo>
                    <a:pt x="3" y="6"/>
                    <a:pt x="6" y="3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2" name="Freeform 89">
              <a:extLst>
                <a:ext uri="{FF2B5EF4-FFF2-40B4-BE49-F238E27FC236}">
                  <a16:creationId xmlns:a16="http://schemas.microsoft.com/office/drawing/2014/main" id="{299A3340-3045-4548-A4B1-00AEB484D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852"/>
              <a:ext cx="8" cy="267"/>
            </a:xfrm>
            <a:custGeom>
              <a:avLst/>
              <a:gdLst>
                <a:gd name="T0" fmla="*/ 0 w 4"/>
                <a:gd name="T1" fmla="*/ 0 h 123"/>
                <a:gd name="T2" fmla="*/ 0 w 4"/>
                <a:gd name="T3" fmla="*/ 1259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3">
                  <a:moveTo>
                    <a:pt x="0" y="0"/>
                  </a:moveTo>
                  <a:cubicBezTo>
                    <a:pt x="4" y="18"/>
                    <a:pt x="4" y="105"/>
                    <a:pt x="0" y="1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3" name="Freeform 90">
              <a:extLst>
                <a:ext uri="{FF2B5EF4-FFF2-40B4-BE49-F238E27FC236}">
                  <a16:creationId xmlns:a16="http://schemas.microsoft.com/office/drawing/2014/main" id="{F83240A1-4B4D-4688-8CD4-8474073A1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594"/>
              <a:ext cx="49" cy="65"/>
            </a:xfrm>
            <a:custGeom>
              <a:avLst/>
              <a:gdLst>
                <a:gd name="T0" fmla="*/ 8 w 24"/>
                <a:gd name="T1" fmla="*/ 0 h 30"/>
                <a:gd name="T2" fmla="*/ 204 w 24"/>
                <a:gd name="T3" fmla="*/ 306 h 30"/>
                <a:gd name="T4" fmla="*/ 67 w 24"/>
                <a:gd name="T5" fmla="*/ 80 h 30"/>
                <a:gd name="T6" fmla="*/ 0 w 24"/>
                <a:gd name="T7" fmla="*/ 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0">
                  <a:moveTo>
                    <a:pt x="1" y="0"/>
                  </a:moveTo>
                  <a:cubicBezTo>
                    <a:pt x="15" y="7"/>
                    <a:pt x="18" y="17"/>
                    <a:pt x="24" y="30"/>
                  </a:cubicBezTo>
                  <a:cubicBezTo>
                    <a:pt x="19" y="23"/>
                    <a:pt x="15" y="14"/>
                    <a:pt x="8" y="8"/>
                  </a:cubicBezTo>
                  <a:cubicBezTo>
                    <a:pt x="6" y="6"/>
                    <a:pt x="3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4" name="Freeform 91">
              <a:extLst>
                <a:ext uri="{FF2B5EF4-FFF2-40B4-BE49-F238E27FC236}">
                  <a16:creationId xmlns:a16="http://schemas.microsoft.com/office/drawing/2014/main" id="{AEBB3F24-9700-48E9-8762-CF3526027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3583"/>
              <a:ext cx="22" cy="13"/>
            </a:xfrm>
            <a:custGeom>
              <a:avLst/>
              <a:gdLst>
                <a:gd name="T0" fmla="*/ 48 w 11"/>
                <a:gd name="T1" fmla="*/ 0 h 6"/>
                <a:gd name="T2" fmla="*/ 80 w 11"/>
                <a:gd name="T3" fmla="*/ 43 h 6"/>
                <a:gd name="T4" fmla="*/ 72 w 11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6" y="0"/>
                  </a:moveTo>
                  <a:cubicBezTo>
                    <a:pt x="0" y="2"/>
                    <a:pt x="5" y="6"/>
                    <a:pt x="10" y="4"/>
                  </a:cubicBezTo>
                  <a:cubicBezTo>
                    <a:pt x="11" y="3"/>
                    <a:pt x="9" y="3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5" name="Freeform 92">
              <a:extLst>
                <a:ext uri="{FF2B5EF4-FFF2-40B4-BE49-F238E27FC236}">
                  <a16:creationId xmlns:a16="http://schemas.microsoft.com/office/drawing/2014/main" id="{3B82250E-562D-4BD8-9FDC-099CCCC4F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580"/>
              <a:ext cx="37" cy="37"/>
            </a:xfrm>
            <a:custGeom>
              <a:avLst/>
              <a:gdLst>
                <a:gd name="T0" fmla="*/ 0 w 18"/>
                <a:gd name="T1" fmla="*/ 104 h 17"/>
                <a:gd name="T2" fmla="*/ 140 w 18"/>
                <a:gd name="T3" fmla="*/ 0 h 17"/>
                <a:gd name="T4" fmla="*/ 25 w 18"/>
                <a:gd name="T5" fmla="*/ 9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0" y="10"/>
                  </a:moveTo>
                  <a:cubicBezTo>
                    <a:pt x="12" y="17"/>
                    <a:pt x="18" y="14"/>
                    <a:pt x="16" y="0"/>
                  </a:cubicBezTo>
                  <a:cubicBezTo>
                    <a:pt x="18" y="8"/>
                    <a:pt x="8" y="11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6" name="Freeform 93">
              <a:extLst>
                <a:ext uri="{FF2B5EF4-FFF2-40B4-BE49-F238E27FC236}">
                  <a16:creationId xmlns:a16="http://schemas.microsoft.com/office/drawing/2014/main" id="{C76DE4FC-39D6-4232-BF7F-C28486142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593"/>
              <a:ext cx="14" cy="9"/>
            </a:xfrm>
            <a:custGeom>
              <a:avLst/>
              <a:gdLst>
                <a:gd name="T0" fmla="*/ 0 w 7"/>
                <a:gd name="T1" fmla="*/ 0 h 4"/>
                <a:gd name="T2" fmla="*/ 56 w 7"/>
                <a:gd name="T3" fmla="*/ 36 h 4"/>
                <a:gd name="T4" fmla="*/ 24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3"/>
                    <a:pt x="4" y="4"/>
                    <a:pt x="7" y="3"/>
                  </a:cubicBezTo>
                  <a:cubicBezTo>
                    <a:pt x="6" y="2"/>
                    <a:pt x="5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7" name="Freeform 94">
              <a:extLst>
                <a:ext uri="{FF2B5EF4-FFF2-40B4-BE49-F238E27FC236}">
                  <a16:creationId xmlns:a16="http://schemas.microsoft.com/office/drawing/2014/main" id="{B06DAA9F-317F-4E02-AA1C-756BE96B2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574"/>
              <a:ext cx="8" cy="8"/>
            </a:xfrm>
            <a:custGeom>
              <a:avLst/>
              <a:gdLst>
                <a:gd name="T0" fmla="*/ 0 w 4"/>
                <a:gd name="T1" fmla="*/ 0 h 4"/>
                <a:gd name="T2" fmla="*/ 16 w 4"/>
                <a:gd name="T3" fmla="*/ 32 h 4"/>
                <a:gd name="T4" fmla="*/ 32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3"/>
                    <a:pt x="3" y="2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8" name="Freeform 95">
              <a:extLst>
                <a:ext uri="{FF2B5EF4-FFF2-40B4-BE49-F238E27FC236}">
                  <a16:creationId xmlns:a16="http://schemas.microsoft.com/office/drawing/2014/main" id="{57E5C78D-FDC2-4148-B3F3-34B417EB9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613"/>
              <a:ext cx="94" cy="579"/>
            </a:xfrm>
            <a:custGeom>
              <a:avLst/>
              <a:gdLst>
                <a:gd name="T0" fmla="*/ 392 w 46"/>
                <a:gd name="T1" fmla="*/ 0 h 267"/>
                <a:gd name="T2" fmla="*/ 67 w 46"/>
                <a:gd name="T3" fmla="*/ 620 h 267"/>
                <a:gd name="T4" fmla="*/ 121 w 46"/>
                <a:gd name="T5" fmla="*/ 2724 h 267"/>
                <a:gd name="T6" fmla="*/ 0 w 46"/>
                <a:gd name="T7" fmla="*/ 724 h 267"/>
                <a:gd name="T8" fmla="*/ 392 w 46"/>
                <a:gd name="T9" fmla="*/ 0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67">
                  <a:moveTo>
                    <a:pt x="46" y="0"/>
                  </a:moveTo>
                  <a:cubicBezTo>
                    <a:pt x="29" y="13"/>
                    <a:pt x="10" y="31"/>
                    <a:pt x="8" y="61"/>
                  </a:cubicBezTo>
                  <a:cubicBezTo>
                    <a:pt x="6" y="91"/>
                    <a:pt x="14" y="267"/>
                    <a:pt x="14" y="267"/>
                  </a:cubicBezTo>
                  <a:cubicBezTo>
                    <a:pt x="4" y="198"/>
                    <a:pt x="0" y="107"/>
                    <a:pt x="0" y="71"/>
                  </a:cubicBezTo>
                  <a:cubicBezTo>
                    <a:pt x="0" y="35"/>
                    <a:pt x="25" y="7"/>
                    <a:pt x="46" y="0"/>
                  </a:cubicBezTo>
                  <a:close/>
                </a:path>
              </a:pathLst>
            </a:custGeom>
            <a:solidFill>
              <a:srgbClr val="C51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9" name="Freeform 96">
              <a:extLst>
                <a:ext uri="{FF2B5EF4-FFF2-40B4-BE49-F238E27FC236}">
                  <a16:creationId xmlns:a16="http://schemas.microsoft.com/office/drawing/2014/main" id="{AD091843-521F-41F4-9F07-80243783D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590"/>
              <a:ext cx="294" cy="362"/>
            </a:xfrm>
            <a:custGeom>
              <a:avLst/>
              <a:gdLst>
                <a:gd name="T0" fmla="*/ 0 w 144"/>
                <a:gd name="T1" fmla="*/ 0 h 167"/>
                <a:gd name="T2" fmla="*/ 1225 w 144"/>
                <a:gd name="T3" fmla="*/ 1702 h 167"/>
                <a:gd name="T4" fmla="*/ 0 w 144"/>
                <a:gd name="T5" fmla="*/ 0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67">
                  <a:moveTo>
                    <a:pt x="0" y="0"/>
                  </a:moveTo>
                  <a:cubicBezTo>
                    <a:pt x="21" y="26"/>
                    <a:pt x="144" y="167"/>
                    <a:pt x="144" y="167"/>
                  </a:cubicBezTo>
                  <a:cubicBezTo>
                    <a:pt x="113" y="154"/>
                    <a:pt x="14" y="28"/>
                    <a:pt x="0" y="0"/>
                  </a:cubicBezTo>
                  <a:close/>
                </a:path>
              </a:pathLst>
            </a:custGeom>
            <a:solidFill>
              <a:srgbClr val="C51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0" name="Freeform 97">
              <a:extLst>
                <a:ext uri="{FF2B5EF4-FFF2-40B4-BE49-F238E27FC236}">
                  <a16:creationId xmlns:a16="http://schemas.microsoft.com/office/drawing/2014/main" id="{B1BC39F5-AEA1-49C2-BB96-0EFE0C4A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510"/>
              <a:ext cx="105" cy="120"/>
            </a:xfrm>
            <a:custGeom>
              <a:avLst/>
              <a:gdLst>
                <a:gd name="T0" fmla="*/ 363 w 52"/>
                <a:gd name="T1" fmla="*/ 177 h 55"/>
                <a:gd name="T2" fmla="*/ 339 w 52"/>
                <a:gd name="T3" fmla="*/ 508 h 55"/>
                <a:gd name="T4" fmla="*/ 65 w 52"/>
                <a:gd name="T5" fmla="*/ 386 h 55"/>
                <a:gd name="T6" fmla="*/ 89 w 52"/>
                <a:gd name="T7" fmla="*/ 52 h 55"/>
                <a:gd name="T8" fmla="*/ 363 w 52"/>
                <a:gd name="T9" fmla="*/ 17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5">
                  <a:moveTo>
                    <a:pt x="44" y="17"/>
                  </a:moveTo>
                  <a:cubicBezTo>
                    <a:pt x="52" y="29"/>
                    <a:pt x="51" y="43"/>
                    <a:pt x="41" y="49"/>
                  </a:cubicBezTo>
                  <a:cubicBezTo>
                    <a:pt x="31" y="55"/>
                    <a:pt x="16" y="49"/>
                    <a:pt x="8" y="37"/>
                  </a:cubicBezTo>
                  <a:cubicBezTo>
                    <a:pt x="0" y="25"/>
                    <a:pt x="1" y="11"/>
                    <a:pt x="11" y="5"/>
                  </a:cubicBezTo>
                  <a:cubicBezTo>
                    <a:pt x="21" y="0"/>
                    <a:pt x="36" y="5"/>
                    <a:pt x="44" y="1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1" name="Freeform 98">
              <a:extLst>
                <a:ext uri="{FF2B5EF4-FFF2-40B4-BE49-F238E27FC236}">
                  <a16:creationId xmlns:a16="http://schemas.microsoft.com/office/drawing/2014/main" id="{4F050690-7635-4C36-B40F-D7F3C3F78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87"/>
              <a:ext cx="6" cy="6"/>
            </a:xfrm>
            <a:custGeom>
              <a:avLst/>
              <a:gdLst>
                <a:gd name="T0" fmla="*/ 24 w 3"/>
                <a:gd name="T1" fmla="*/ 24 h 3"/>
                <a:gd name="T2" fmla="*/ 0 w 3"/>
                <a:gd name="T3" fmla="*/ 0 h 3"/>
                <a:gd name="T4" fmla="*/ 24 w 3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2" name="Freeform 99">
              <a:extLst>
                <a:ext uri="{FF2B5EF4-FFF2-40B4-BE49-F238E27FC236}">
                  <a16:creationId xmlns:a16="http://schemas.microsoft.com/office/drawing/2014/main" id="{6333AB72-F6BA-4242-A69F-E65743C54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525"/>
              <a:ext cx="71" cy="83"/>
            </a:xfrm>
            <a:custGeom>
              <a:avLst/>
              <a:gdLst>
                <a:gd name="T0" fmla="*/ 243 w 35"/>
                <a:gd name="T1" fmla="*/ 125 h 38"/>
                <a:gd name="T2" fmla="*/ 243 w 35"/>
                <a:gd name="T3" fmla="*/ 363 h 38"/>
                <a:gd name="T4" fmla="*/ 49 w 35"/>
                <a:gd name="T5" fmla="*/ 282 h 38"/>
                <a:gd name="T6" fmla="*/ 57 w 35"/>
                <a:gd name="T7" fmla="*/ 44 h 38"/>
                <a:gd name="T8" fmla="*/ 243 w 35"/>
                <a:gd name="T9" fmla="*/ 12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8">
                  <a:moveTo>
                    <a:pt x="29" y="12"/>
                  </a:moveTo>
                  <a:cubicBezTo>
                    <a:pt x="35" y="20"/>
                    <a:pt x="35" y="31"/>
                    <a:pt x="29" y="35"/>
                  </a:cubicBezTo>
                  <a:cubicBezTo>
                    <a:pt x="23" y="38"/>
                    <a:pt x="11" y="34"/>
                    <a:pt x="6" y="27"/>
                  </a:cubicBezTo>
                  <a:cubicBezTo>
                    <a:pt x="1" y="19"/>
                    <a:pt x="0" y="7"/>
                    <a:pt x="7" y="4"/>
                  </a:cubicBezTo>
                  <a:cubicBezTo>
                    <a:pt x="13" y="0"/>
                    <a:pt x="24" y="5"/>
                    <a:pt x="29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3" name="Freeform 100">
              <a:extLst>
                <a:ext uri="{FF2B5EF4-FFF2-40B4-BE49-F238E27FC236}">
                  <a16:creationId xmlns:a16="http://schemas.microsoft.com/office/drawing/2014/main" id="{7DE44E94-4FE2-4F11-9F15-583BAFEEC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246"/>
              <a:ext cx="79" cy="128"/>
            </a:xfrm>
            <a:custGeom>
              <a:avLst/>
              <a:gdLst>
                <a:gd name="T0" fmla="*/ 41 w 39"/>
                <a:gd name="T1" fmla="*/ 338 h 59"/>
                <a:gd name="T2" fmla="*/ 83 w 39"/>
                <a:gd name="T3" fmla="*/ 20 h 59"/>
                <a:gd name="T4" fmla="*/ 284 w 39"/>
                <a:gd name="T5" fmla="*/ 254 h 59"/>
                <a:gd name="T6" fmla="*/ 243 w 39"/>
                <a:gd name="T7" fmla="*/ 571 h 59"/>
                <a:gd name="T8" fmla="*/ 41 w 39"/>
                <a:gd name="T9" fmla="*/ 33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9">
                  <a:moveTo>
                    <a:pt x="5" y="33"/>
                  </a:moveTo>
                  <a:cubicBezTo>
                    <a:pt x="0" y="18"/>
                    <a:pt x="2" y="4"/>
                    <a:pt x="10" y="2"/>
                  </a:cubicBezTo>
                  <a:cubicBezTo>
                    <a:pt x="18" y="0"/>
                    <a:pt x="29" y="10"/>
                    <a:pt x="34" y="25"/>
                  </a:cubicBezTo>
                  <a:cubicBezTo>
                    <a:pt x="39" y="40"/>
                    <a:pt x="37" y="54"/>
                    <a:pt x="29" y="56"/>
                  </a:cubicBezTo>
                  <a:cubicBezTo>
                    <a:pt x="21" y="59"/>
                    <a:pt x="10" y="48"/>
                    <a:pt x="5" y="3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4" name="Freeform 101">
              <a:extLst>
                <a:ext uri="{FF2B5EF4-FFF2-40B4-BE49-F238E27FC236}">
                  <a16:creationId xmlns:a16="http://schemas.microsoft.com/office/drawing/2014/main" id="{E3025971-9BCF-409E-B722-B58536854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266"/>
              <a:ext cx="53" cy="91"/>
            </a:xfrm>
            <a:custGeom>
              <a:avLst/>
              <a:gdLst>
                <a:gd name="T0" fmla="*/ 24 w 26"/>
                <a:gd name="T1" fmla="*/ 245 h 42"/>
                <a:gd name="T2" fmla="*/ 49 w 26"/>
                <a:gd name="T3" fmla="*/ 20 h 42"/>
                <a:gd name="T4" fmla="*/ 196 w 26"/>
                <a:gd name="T5" fmla="*/ 184 h 42"/>
                <a:gd name="T6" fmla="*/ 171 w 26"/>
                <a:gd name="T7" fmla="*/ 410 h 42"/>
                <a:gd name="T8" fmla="*/ 24 w 26"/>
                <a:gd name="T9" fmla="*/ 24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2">
                  <a:moveTo>
                    <a:pt x="3" y="24"/>
                  </a:moveTo>
                  <a:cubicBezTo>
                    <a:pt x="0" y="14"/>
                    <a:pt x="1" y="3"/>
                    <a:pt x="6" y="2"/>
                  </a:cubicBezTo>
                  <a:cubicBezTo>
                    <a:pt x="11" y="0"/>
                    <a:pt x="19" y="8"/>
                    <a:pt x="23" y="18"/>
                  </a:cubicBezTo>
                  <a:cubicBezTo>
                    <a:pt x="26" y="27"/>
                    <a:pt x="25" y="39"/>
                    <a:pt x="20" y="40"/>
                  </a:cubicBezTo>
                  <a:cubicBezTo>
                    <a:pt x="15" y="42"/>
                    <a:pt x="6" y="34"/>
                    <a:pt x="3" y="2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5" name="Oval 102">
              <a:extLst>
                <a:ext uri="{FF2B5EF4-FFF2-40B4-BE49-F238E27FC236}">
                  <a16:creationId xmlns:a16="http://schemas.microsoft.com/office/drawing/2014/main" id="{00C38BFF-0D55-467D-89B2-5E6B95D02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7" y="1942"/>
              <a:ext cx="38" cy="24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566" name="Freeform 103">
              <a:extLst>
                <a:ext uri="{FF2B5EF4-FFF2-40B4-BE49-F238E27FC236}">
                  <a16:creationId xmlns:a16="http://schemas.microsoft.com/office/drawing/2014/main" id="{DE735177-04A7-40CD-9862-BD7D52CCF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684"/>
              <a:ext cx="11" cy="24"/>
            </a:xfrm>
            <a:custGeom>
              <a:avLst/>
              <a:gdLst>
                <a:gd name="T0" fmla="*/ 0 w 5"/>
                <a:gd name="T1" fmla="*/ 0 h 11"/>
                <a:gd name="T2" fmla="*/ 53 w 5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2" y="4"/>
                    <a:pt x="4" y="8"/>
                    <a:pt x="5" y="1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7" name="Freeform 104">
              <a:extLst>
                <a:ext uri="{FF2B5EF4-FFF2-40B4-BE49-F238E27FC236}">
                  <a16:creationId xmlns:a16="http://schemas.microsoft.com/office/drawing/2014/main" id="{08F4EBBE-D8BD-4CD5-A2C9-44CA216B8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684"/>
              <a:ext cx="105" cy="271"/>
            </a:xfrm>
            <a:custGeom>
              <a:avLst/>
              <a:gdLst>
                <a:gd name="T0" fmla="*/ 232 w 52"/>
                <a:gd name="T1" fmla="*/ 113 h 125"/>
                <a:gd name="T2" fmla="*/ 196 w 52"/>
                <a:gd name="T3" fmla="*/ 488 h 125"/>
                <a:gd name="T4" fmla="*/ 16 w 52"/>
                <a:gd name="T5" fmla="*/ 1275 h 125"/>
                <a:gd name="T6" fmla="*/ 89 w 52"/>
                <a:gd name="T7" fmla="*/ 1212 h 125"/>
                <a:gd name="T8" fmla="*/ 172 w 52"/>
                <a:gd name="T9" fmla="*/ 1275 h 125"/>
                <a:gd name="T10" fmla="*/ 355 w 52"/>
                <a:gd name="T11" fmla="*/ 488 h 125"/>
                <a:gd name="T12" fmla="*/ 347 w 52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25">
                  <a:moveTo>
                    <a:pt x="28" y="11"/>
                  </a:moveTo>
                  <a:cubicBezTo>
                    <a:pt x="32" y="25"/>
                    <a:pt x="31" y="34"/>
                    <a:pt x="24" y="48"/>
                  </a:cubicBezTo>
                  <a:cubicBezTo>
                    <a:pt x="16" y="67"/>
                    <a:pt x="0" y="90"/>
                    <a:pt x="2" y="125"/>
                  </a:cubicBezTo>
                  <a:cubicBezTo>
                    <a:pt x="2" y="122"/>
                    <a:pt x="6" y="119"/>
                    <a:pt x="11" y="119"/>
                  </a:cubicBezTo>
                  <a:cubicBezTo>
                    <a:pt x="17" y="119"/>
                    <a:pt x="21" y="122"/>
                    <a:pt x="21" y="125"/>
                  </a:cubicBezTo>
                  <a:cubicBezTo>
                    <a:pt x="20" y="90"/>
                    <a:pt x="35" y="67"/>
                    <a:pt x="43" y="48"/>
                  </a:cubicBezTo>
                  <a:cubicBezTo>
                    <a:pt x="52" y="30"/>
                    <a:pt x="51" y="20"/>
                    <a:pt x="4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8" name="Freeform 105">
              <a:extLst>
                <a:ext uri="{FF2B5EF4-FFF2-40B4-BE49-F238E27FC236}">
                  <a16:creationId xmlns:a16="http://schemas.microsoft.com/office/drawing/2014/main" id="{572AEA20-0DAF-406B-B15A-8CCE0843F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054"/>
              <a:ext cx="25" cy="18"/>
            </a:xfrm>
            <a:custGeom>
              <a:avLst/>
              <a:gdLst>
                <a:gd name="T0" fmla="*/ 0 w 12"/>
                <a:gd name="T1" fmla="*/ 56 h 8"/>
                <a:gd name="T2" fmla="*/ 44 w 12"/>
                <a:gd name="T3" fmla="*/ 11 h 8"/>
                <a:gd name="T4" fmla="*/ 108 w 12"/>
                <a:gd name="T5" fmla="*/ 25 h 8"/>
                <a:gd name="T6" fmla="*/ 65 w 12"/>
                <a:gd name="T7" fmla="*/ 81 h 8"/>
                <a:gd name="T8" fmla="*/ 0 w 12"/>
                <a:gd name="T9" fmla="*/ 5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0" y="5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1" y="0"/>
                    <a:pt x="12" y="2"/>
                  </a:cubicBezTo>
                  <a:cubicBezTo>
                    <a:pt x="12" y="4"/>
                    <a:pt x="10" y="6"/>
                    <a:pt x="7" y="7"/>
                  </a:cubicBezTo>
                  <a:cubicBezTo>
                    <a:pt x="4" y="8"/>
                    <a:pt x="1" y="7"/>
                    <a:pt x="0" y="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9" name="Oval 106">
              <a:extLst>
                <a:ext uri="{FF2B5EF4-FFF2-40B4-BE49-F238E27FC236}">
                  <a16:creationId xmlns:a16="http://schemas.microsoft.com/office/drawing/2014/main" id="{472E8CF5-A54D-4B9E-9668-620E3376F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770"/>
              <a:ext cx="49" cy="28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570" name="Oval 107">
              <a:extLst>
                <a:ext uri="{FF2B5EF4-FFF2-40B4-BE49-F238E27FC236}">
                  <a16:creationId xmlns:a16="http://schemas.microsoft.com/office/drawing/2014/main" id="{C7C8B7E7-7ED4-49F8-B213-3EBFCBB41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6" y="777"/>
              <a:ext cx="31" cy="15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571" name="Freeform 108">
              <a:extLst>
                <a:ext uri="{FF2B5EF4-FFF2-40B4-BE49-F238E27FC236}">
                  <a16:creationId xmlns:a16="http://schemas.microsoft.com/office/drawing/2014/main" id="{7626A1E3-BE1A-449D-9EC6-402441477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840"/>
              <a:ext cx="18" cy="15"/>
            </a:xfrm>
            <a:custGeom>
              <a:avLst/>
              <a:gdLst>
                <a:gd name="T0" fmla="*/ 64 w 9"/>
                <a:gd name="T1" fmla="*/ 9 h 7"/>
                <a:gd name="T2" fmla="*/ 48 w 9"/>
                <a:gd name="T3" fmla="*/ 51 h 7"/>
                <a:gd name="T4" fmla="*/ 8 w 9"/>
                <a:gd name="T5" fmla="*/ 60 h 7"/>
                <a:gd name="T6" fmla="*/ 24 w 9"/>
                <a:gd name="T7" fmla="*/ 9 h 7"/>
                <a:gd name="T8" fmla="*/ 64 w 9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1"/>
                  </a:moveTo>
                  <a:cubicBezTo>
                    <a:pt x="9" y="2"/>
                    <a:pt x="8" y="4"/>
                    <a:pt x="6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0"/>
                    <a:pt x="8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2" name="Oval 109">
              <a:extLst>
                <a:ext uri="{FF2B5EF4-FFF2-40B4-BE49-F238E27FC236}">
                  <a16:creationId xmlns:a16="http://schemas.microsoft.com/office/drawing/2014/main" id="{5B9886E5-4146-461A-8A62-30CD369FC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498"/>
              <a:ext cx="29" cy="58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573" name="Oval 110">
              <a:extLst>
                <a:ext uri="{FF2B5EF4-FFF2-40B4-BE49-F238E27FC236}">
                  <a16:creationId xmlns:a16="http://schemas.microsoft.com/office/drawing/2014/main" id="{ADEB1B06-6388-4A9D-B1DF-C243BDFFD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6" y="2509"/>
              <a:ext cx="17" cy="37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574" name="Freeform 111">
              <a:extLst>
                <a:ext uri="{FF2B5EF4-FFF2-40B4-BE49-F238E27FC236}">
                  <a16:creationId xmlns:a16="http://schemas.microsoft.com/office/drawing/2014/main" id="{AC19716B-26F7-4BE0-BD87-148999723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3685"/>
              <a:ext cx="55" cy="65"/>
            </a:xfrm>
            <a:custGeom>
              <a:avLst/>
              <a:gdLst>
                <a:gd name="T0" fmla="*/ 49 w 27"/>
                <a:gd name="T1" fmla="*/ 193 h 30"/>
                <a:gd name="T2" fmla="*/ 33 w 27"/>
                <a:gd name="T3" fmla="*/ 33 h 30"/>
                <a:gd name="T4" fmla="*/ 179 w 27"/>
                <a:gd name="T5" fmla="*/ 113 h 30"/>
                <a:gd name="T6" fmla="*/ 196 w 27"/>
                <a:gd name="T7" fmla="*/ 273 h 30"/>
                <a:gd name="T8" fmla="*/ 49 w 27"/>
                <a:gd name="T9" fmla="*/ 19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6" y="19"/>
                  </a:moveTo>
                  <a:cubicBezTo>
                    <a:pt x="1" y="13"/>
                    <a:pt x="0" y="5"/>
                    <a:pt x="4" y="3"/>
                  </a:cubicBezTo>
                  <a:cubicBezTo>
                    <a:pt x="8" y="0"/>
                    <a:pt x="15" y="4"/>
                    <a:pt x="21" y="11"/>
                  </a:cubicBezTo>
                  <a:cubicBezTo>
                    <a:pt x="26" y="17"/>
                    <a:pt x="27" y="25"/>
                    <a:pt x="23" y="27"/>
                  </a:cubicBezTo>
                  <a:cubicBezTo>
                    <a:pt x="19" y="30"/>
                    <a:pt x="12" y="26"/>
                    <a:pt x="6" y="1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5" name="Freeform 112">
              <a:extLst>
                <a:ext uri="{FF2B5EF4-FFF2-40B4-BE49-F238E27FC236}">
                  <a16:creationId xmlns:a16="http://schemas.microsoft.com/office/drawing/2014/main" id="{819ADDC1-1DEB-4144-868D-C5E8163E5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3698"/>
              <a:ext cx="34" cy="39"/>
            </a:xfrm>
            <a:custGeom>
              <a:avLst/>
              <a:gdLst>
                <a:gd name="T0" fmla="*/ 40 w 17"/>
                <a:gd name="T1" fmla="*/ 113 h 18"/>
                <a:gd name="T2" fmla="*/ 16 w 17"/>
                <a:gd name="T3" fmla="*/ 9 h 18"/>
                <a:gd name="T4" fmla="*/ 96 w 17"/>
                <a:gd name="T5" fmla="*/ 72 h 18"/>
                <a:gd name="T6" fmla="*/ 120 w 17"/>
                <a:gd name="T7" fmla="*/ 173 h 18"/>
                <a:gd name="T8" fmla="*/ 40 w 17"/>
                <a:gd name="T9" fmla="*/ 11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5" y="11"/>
                  </a:moveTo>
                  <a:cubicBezTo>
                    <a:pt x="1" y="7"/>
                    <a:pt x="0" y="3"/>
                    <a:pt x="2" y="1"/>
                  </a:cubicBezTo>
                  <a:cubicBezTo>
                    <a:pt x="4" y="0"/>
                    <a:pt x="9" y="2"/>
                    <a:pt x="12" y="7"/>
                  </a:cubicBezTo>
                  <a:cubicBezTo>
                    <a:pt x="16" y="11"/>
                    <a:pt x="17" y="15"/>
                    <a:pt x="15" y="17"/>
                  </a:cubicBezTo>
                  <a:cubicBezTo>
                    <a:pt x="12" y="18"/>
                    <a:pt x="8" y="16"/>
                    <a:pt x="5" y="1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6" name="Freeform 113">
              <a:extLst>
                <a:ext uri="{FF2B5EF4-FFF2-40B4-BE49-F238E27FC236}">
                  <a16:creationId xmlns:a16="http://schemas.microsoft.com/office/drawing/2014/main" id="{15B23691-E7DE-4E3B-8BAC-D6E781DAF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3420"/>
              <a:ext cx="22" cy="37"/>
            </a:xfrm>
            <a:custGeom>
              <a:avLst/>
              <a:gdLst>
                <a:gd name="T0" fmla="*/ 8 w 11"/>
                <a:gd name="T1" fmla="*/ 104 h 17"/>
                <a:gd name="T2" fmla="*/ 16 w 11"/>
                <a:gd name="T3" fmla="*/ 0 h 17"/>
                <a:gd name="T4" fmla="*/ 72 w 11"/>
                <a:gd name="T5" fmla="*/ 72 h 17"/>
                <a:gd name="T6" fmla="*/ 72 w 11"/>
                <a:gd name="T7" fmla="*/ 165 h 17"/>
                <a:gd name="T8" fmla="*/ 8 w 11"/>
                <a:gd name="T9" fmla="*/ 10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1" y="10"/>
                  </a:moveTo>
                  <a:cubicBezTo>
                    <a:pt x="0" y="6"/>
                    <a:pt x="0" y="1"/>
                    <a:pt x="2" y="0"/>
                  </a:cubicBezTo>
                  <a:cubicBezTo>
                    <a:pt x="4" y="0"/>
                    <a:pt x="8" y="2"/>
                    <a:pt x="9" y="7"/>
                  </a:cubicBezTo>
                  <a:cubicBezTo>
                    <a:pt x="11" y="11"/>
                    <a:pt x="11" y="15"/>
                    <a:pt x="9" y="16"/>
                  </a:cubicBezTo>
                  <a:cubicBezTo>
                    <a:pt x="6" y="17"/>
                    <a:pt x="3" y="14"/>
                    <a:pt x="1" y="1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7" name="Freeform 114">
              <a:extLst>
                <a:ext uri="{FF2B5EF4-FFF2-40B4-BE49-F238E27FC236}">
                  <a16:creationId xmlns:a16="http://schemas.microsoft.com/office/drawing/2014/main" id="{FDF55837-7C27-4E1C-85B2-1096F350A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675"/>
              <a:ext cx="790" cy="2283"/>
            </a:xfrm>
            <a:custGeom>
              <a:avLst/>
              <a:gdLst>
                <a:gd name="T0" fmla="*/ 2918 w 388"/>
                <a:gd name="T1" fmla="*/ 9004 h 1052"/>
                <a:gd name="T2" fmla="*/ 3013 w 388"/>
                <a:gd name="T3" fmla="*/ 8544 h 1052"/>
                <a:gd name="T4" fmla="*/ 1517 w 388"/>
                <a:gd name="T5" fmla="*/ 9731 h 1052"/>
                <a:gd name="T6" fmla="*/ 1352 w 388"/>
                <a:gd name="T7" fmla="*/ 9494 h 1052"/>
                <a:gd name="T8" fmla="*/ 3138 w 388"/>
                <a:gd name="T9" fmla="*/ 8010 h 1052"/>
                <a:gd name="T10" fmla="*/ 2592 w 388"/>
                <a:gd name="T11" fmla="*/ 8186 h 1052"/>
                <a:gd name="T12" fmla="*/ 2193 w 388"/>
                <a:gd name="T13" fmla="*/ 8383 h 1052"/>
                <a:gd name="T14" fmla="*/ 2136 w 388"/>
                <a:gd name="T15" fmla="*/ 8218 h 1052"/>
                <a:gd name="T16" fmla="*/ 3129 w 388"/>
                <a:gd name="T17" fmla="*/ 7450 h 1052"/>
                <a:gd name="T18" fmla="*/ 3201 w 388"/>
                <a:gd name="T19" fmla="*/ 6593 h 1052"/>
                <a:gd name="T20" fmla="*/ 3013 w 388"/>
                <a:gd name="T21" fmla="*/ 6508 h 1052"/>
                <a:gd name="T22" fmla="*/ 3013 w 388"/>
                <a:gd name="T23" fmla="*/ 6480 h 1052"/>
                <a:gd name="T24" fmla="*/ 3201 w 388"/>
                <a:gd name="T25" fmla="*/ 6448 h 1052"/>
                <a:gd name="T26" fmla="*/ 3064 w 388"/>
                <a:gd name="T27" fmla="*/ 6235 h 1052"/>
                <a:gd name="T28" fmla="*/ 2673 w 388"/>
                <a:gd name="T29" fmla="*/ 6263 h 1052"/>
                <a:gd name="T30" fmla="*/ 2665 w 388"/>
                <a:gd name="T31" fmla="*/ 6235 h 1052"/>
                <a:gd name="T32" fmla="*/ 3113 w 388"/>
                <a:gd name="T33" fmla="*/ 6165 h 1052"/>
                <a:gd name="T34" fmla="*/ 3217 w 388"/>
                <a:gd name="T35" fmla="*/ 5920 h 1052"/>
                <a:gd name="T36" fmla="*/ 2948 w 388"/>
                <a:gd name="T37" fmla="*/ 5888 h 1052"/>
                <a:gd name="T38" fmla="*/ 2836 w 388"/>
                <a:gd name="T39" fmla="*/ 5968 h 1052"/>
                <a:gd name="T40" fmla="*/ 2769 w 388"/>
                <a:gd name="T41" fmla="*/ 6000 h 1052"/>
                <a:gd name="T42" fmla="*/ 2753 w 388"/>
                <a:gd name="T43" fmla="*/ 5968 h 1052"/>
                <a:gd name="T44" fmla="*/ 2828 w 388"/>
                <a:gd name="T45" fmla="*/ 5929 h 1052"/>
                <a:gd name="T46" fmla="*/ 2893 w 388"/>
                <a:gd name="T47" fmla="*/ 5844 h 1052"/>
                <a:gd name="T48" fmla="*/ 2657 w 388"/>
                <a:gd name="T49" fmla="*/ 5807 h 1052"/>
                <a:gd name="T50" fmla="*/ 2525 w 388"/>
                <a:gd name="T51" fmla="*/ 5755 h 1052"/>
                <a:gd name="T52" fmla="*/ 2745 w 388"/>
                <a:gd name="T53" fmla="*/ 5783 h 1052"/>
                <a:gd name="T54" fmla="*/ 3217 w 388"/>
                <a:gd name="T55" fmla="*/ 5684 h 1052"/>
                <a:gd name="T56" fmla="*/ 3081 w 388"/>
                <a:gd name="T57" fmla="*/ 5469 h 1052"/>
                <a:gd name="T58" fmla="*/ 2777 w 388"/>
                <a:gd name="T59" fmla="*/ 5519 h 1052"/>
                <a:gd name="T60" fmla="*/ 3081 w 388"/>
                <a:gd name="T61" fmla="*/ 5417 h 1052"/>
                <a:gd name="T62" fmla="*/ 3225 w 388"/>
                <a:gd name="T63" fmla="*/ 5204 h 1052"/>
                <a:gd name="T64" fmla="*/ 1765 w 388"/>
                <a:gd name="T65" fmla="*/ 4149 h 1052"/>
                <a:gd name="T66" fmla="*/ 1757 w 388"/>
                <a:gd name="T67" fmla="*/ 3872 h 1052"/>
                <a:gd name="T68" fmla="*/ 1757 w 388"/>
                <a:gd name="T69" fmla="*/ 3872 h 1052"/>
                <a:gd name="T70" fmla="*/ 3184 w 388"/>
                <a:gd name="T71" fmla="*/ 4271 h 1052"/>
                <a:gd name="T72" fmla="*/ 153 w 388"/>
                <a:gd name="T73" fmla="*/ 3260 h 1052"/>
                <a:gd name="T74" fmla="*/ 195 w 388"/>
                <a:gd name="T75" fmla="*/ 2943 h 1052"/>
                <a:gd name="T76" fmla="*/ 0 w 388"/>
                <a:gd name="T77" fmla="*/ 2708 h 1052"/>
                <a:gd name="T78" fmla="*/ 768 w 388"/>
                <a:gd name="T79" fmla="*/ 2556 h 1052"/>
                <a:gd name="T80" fmla="*/ 1784 w 388"/>
                <a:gd name="T81" fmla="*/ 1949 h 1052"/>
                <a:gd name="T82" fmla="*/ 1248 w 388"/>
                <a:gd name="T83" fmla="*/ 43 h 1052"/>
                <a:gd name="T84" fmla="*/ 733 w 388"/>
                <a:gd name="T85" fmla="*/ 141 h 10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88" h="1052">
                  <a:moveTo>
                    <a:pt x="200" y="1052"/>
                  </a:moveTo>
                  <a:cubicBezTo>
                    <a:pt x="222" y="1028"/>
                    <a:pt x="325" y="906"/>
                    <a:pt x="346" y="881"/>
                  </a:cubicBezTo>
                  <a:cubicBezTo>
                    <a:pt x="367" y="856"/>
                    <a:pt x="385" y="824"/>
                    <a:pt x="380" y="820"/>
                  </a:cubicBezTo>
                  <a:cubicBezTo>
                    <a:pt x="376" y="817"/>
                    <a:pt x="375" y="821"/>
                    <a:pt x="357" y="836"/>
                  </a:cubicBezTo>
                  <a:cubicBezTo>
                    <a:pt x="337" y="852"/>
                    <a:pt x="280" y="883"/>
                    <a:pt x="241" y="902"/>
                  </a:cubicBezTo>
                  <a:cubicBezTo>
                    <a:pt x="203" y="921"/>
                    <a:pt x="193" y="939"/>
                    <a:pt x="180" y="952"/>
                  </a:cubicBezTo>
                  <a:cubicBezTo>
                    <a:pt x="183" y="949"/>
                    <a:pt x="181" y="942"/>
                    <a:pt x="177" y="937"/>
                  </a:cubicBezTo>
                  <a:cubicBezTo>
                    <a:pt x="171" y="930"/>
                    <a:pt x="164" y="927"/>
                    <a:pt x="160" y="929"/>
                  </a:cubicBezTo>
                  <a:cubicBezTo>
                    <a:pt x="185" y="887"/>
                    <a:pt x="254" y="861"/>
                    <a:pt x="283" y="847"/>
                  </a:cubicBezTo>
                  <a:cubicBezTo>
                    <a:pt x="315" y="831"/>
                    <a:pt x="361" y="795"/>
                    <a:pt x="372" y="784"/>
                  </a:cubicBezTo>
                  <a:cubicBezTo>
                    <a:pt x="386" y="771"/>
                    <a:pt x="382" y="752"/>
                    <a:pt x="374" y="759"/>
                  </a:cubicBezTo>
                  <a:cubicBezTo>
                    <a:pt x="366" y="767"/>
                    <a:pt x="329" y="791"/>
                    <a:pt x="307" y="801"/>
                  </a:cubicBezTo>
                  <a:cubicBezTo>
                    <a:pt x="282" y="813"/>
                    <a:pt x="260" y="820"/>
                    <a:pt x="260" y="820"/>
                  </a:cubicBezTo>
                  <a:cubicBezTo>
                    <a:pt x="260" y="820"/>
                    <a:pt x="260" y="820"/>
                    <a:pt x="260" y="820"/>
                  </a:cubicBezTo>
                  <a:cubicBezTo>
                    <a:pt x="262" y="819"/>
                    <a:pt x="262" y="815"/>
                    <a:pt x="260" y="811"/>
                  </a:cubicBezTo>
                  <a:cubicBezTo>
                    <a:pt x="259" y="806"/>
                    <a:pt x="256" y="804"/>
                    <a:pt x="253" y="804"/>
                  </a:cubicBezTo>
                  <a:cubicBezTo>
                    <a:pt x="254" y="804"/>
                    <a:pt x="259" y="802"/>
                    <a:pt x="285" y="791"/>
                  </a:cubicBezTo>
                  <a:cubicBezTo>
                    <a:pt x="316" y="778"/>
                    <a:pt x="363" y="748"/>
                    <a:pt x="371" y="729"/>
                  </a:cubicBezTo>
                  <a:cubicBezTo>
                    <a:pt x="377" y="714"/>
                    <a:pt x="380" y="684"/>
                    <a:pt x="379" y="674"/>
                  </a:cubicBezTo>
                  <a:cubicBezTo>
                    <a:pt x="379" y="663"/>
                    <a:pt x="380" y="650"/>
                    <a:pt x="379" y="645"/>
                  </a:cubicBezTo>
                  <a:cubicBezTo>
                    <a:pt x="378" y="640"/>
                    <a:pt x="371" y="641"/>
                    <a:pt x="366" y="639"/>
                  </a:cubicBezTo>
                  <a:cubicBezTo>
                    <a:pt x="363" y="639"/>
                    <a:pt x="360" y="637"/>
                    <a:pt x="357" y="637"/>
                  </a:cubicBezTo>
                  <a:cubicBezTo>
                    <a:pt x="352" y="636"/>
                    <a:pt x="347" y="635"/>
                    <a:pt x="342" y="635"/>
                  </a:cubicBezTo>
                  <a:cubicBezTo>
                    <a:pt x="346" y="634"/>
                    <a:pt x="352" y="633"/>
                    <a:pt x="357" y="634"/>
                  </a:cubicBezTo>
                  <a:cubicBezTo>
                    <a:pt x="362" y="634"/>
                    <a:pt x="366" y="636"/>
                    <a:pt x="369" y="637"/>
                  </a:cubicBezTo>
                  <a:cubicBezTo>
                    <a:pt x="373" y="638"/>
                    <a:pt x="380" y="637"/>
                    <a:pt x="379" y="631"/>
                  </a:cubicBezTo>
                  <a:cubicBezTo>
                    <a:pt x="379" y="631"/>
                    <a:pt x="381" y="624"/>
                    <a:pt x="379" y="618"/>
                  </a:cubicBezTo>
                  <a:cubicBezTo>
                    <a:pt x="378" y="612"/>
                    <a:pt x="370" y="608"/>
                    <a:pt x="363" y="610"/>
                  </a:cubicBezTo>
                  <a:cubicBezTo>
                    <a:pt x="356" y="612"/>
                    <a:pt x="347" y="617"/>
                    <a:pt x="337" y="615"/>
                  </a:cubicBezTo>
                  <a:cubicBezTo>
                    <a:pt x="332" y="614"/>
                    <a:pt x="324" y="613"/>
                    <a:pt x="317" y="613"/>
                  </a:cubicBezTo>
                  <a:cubicBezTo>
                    <a:pt x="309" y="614"/>
                    <a:pt x="301" y="616"/>
                    <a:pt x="296" y="617"/>
                  </a:cubicBezTo>
                  <a:cubicBezTo>
                    <a:pt x="298" y="616"/>
                    <a:pt x="306" y="612"/>
                    <a:pt x="316" y="610"/>
                  </a:cubicBezTo>
                  <a:cubicBezTo>
                    <a:pt x="323" y="609"/>
                    <a:pt x="331" y="610"/>
                    <a:pt x="337" y="610"/>
                  </a:cubicBezTo>
                  <a:cubicBezTo>
                    <a:pt x="353" y="611"/>
                    <a:pt x="359" y="603"/>
                    <a:pt x="369" y="603"/>
                  </a:cubicBezTo>
                  <a:cubicBezTo>
                    <a:pt x="375" y="603"/>
                    <a:pt x="381" y="601"/>
                    <a:pt x="381" y="598"/>
                  </a:cubicBezTo>
                  <a:cubicBezTo>
                    <a:pt x="381" y="579"/>
                    <a:pt x="381" y="579"/>
                    <a:pt x="381" y="579"/>
                  </a:cubicBezTo>
                  <a:cubicBezTo>
                    <a:pt x="381" y="567"/>
                    <a:pt x="380" y="565"/>
                    <a:pt x="371" y="567"/>
                  </a:cubicBezTo>
                  <a:cubicBezTo>
                    <a:pt x="363" y="569"/>
                    <a:pt x="355" y="567"/>
                    <a:pt x="349" y="576"/>
                  </a:cubicBezTo>
                  <a:cubicBezTo>
                    <a:pt x="349" y="576"/>
                    <a:pt x="348" y="577"/>
                    <a:pt x="348" y="578"/>
                  </a:cubicBezTo>
                  <a:cubicBezTo>
                    <a:pt x="346" y="583"/>
                    <a:pt x="340" y="583"/>
                    <a:pt x="336" y="584"/>
                  </a:cubicBezTo>
                  <a:cubicBezTo>
                    <a:pt x="333" y="585"/>
                    <a:pt x="333" y="585"/>
                    <a:pt x="333" y="585"/>
                  </a:cubicBezTo>
                  <a:cubicBezTo>
                    <a:pt x="332" y="585"/>
                    <a:pt x="330" y="586"/>
                    <a:pt x="328" y="587"/>
                  </a:cubicBezTo>
                  <a:cubicBezTo>
                    <a:pt x="325" y="590"/>
                    <a:pt x="322" y="590"/>
                    <a:pt x="317" y="589"/>
                  </a:cubicBezTo>
                  <a:cubicBezTo>
                    <a:pt x="320" y="590"/>
                    <a:pt x="323" y="587"/>
                    <a:pt x="326" y="584"/>
                  </a:cubicBezTo>
                  <a:cubicBezTo>
                    <a:pt x="328" y="583"/>
                    <a:pt x="330" y="582"/>
                    <a:pt x="332" y="581"/>
                  </a:cubicBezTo>
                  <a:cubicBezTo>
                    <a:pt x="335" y="580"/>
                    <a:pt x="335" y="580"/>
                    <a:pt x="335" y="580"/>
                  </a:cubicBezTo>
                  <a:cubicBezTo>
                    <a:pt x="338" y="579"/>
                    <a:pt x="341" y="579"/>
                    <a:pt x="342" y="575"/>
                  </a:cubicBezTo>
                  <a:cubicBezTo>
                    <a:pt x="343" y="574"/>
                    <a:pt x="343" y="573"/>
                    <a:pt x="343" y="572"/>
                  </a:cubicBezTo>
                  <a:cubicBezTo>
                    <a:pt x="342" y="569"/>
                    <a:pt x="338" y="570"/>
                    <a:pt x="330" y="571"/>
                  </a:cubicBezTo>
                  <a:cubicBezTo>
                    <a:pt x="326" y="571"/>
                    <a:pt x="321" y="569"/>
                    <a:pt x="315" y="568"/>
                  </a:cubicBezTo>
                  <a:cubicBezTo>
                    <a:pt x="312" y="567"/>
                    <a:pt x="310" y="567"/>
                    <a:pt x="307" y="567"/>
                  </a:cubicBezTo>
                  <a:cubicBezTo>
                    <a:pt x="304" y="566"/>
                    <a:pt x="302" y="564"/>
                    <a:pt x="299" y="563"/>
                  </a:cubicBezTo>
                  <a:cubicBezTo>
                    <a:pt x="304" y="565"/>
                    <a:pt x="309" y="564"/>
                    <a:pt x="316" y="564"/>
                  </a:cubicBezTo>
                  <a:cubicBezTo>
                    <a:pt x="319" y="564"/>
                    <a:pt x="322" y="566"/>
                    <a:pt x="325" y="566"/>
                  </a:cubicBezTo>
                  <a:cubicBezTo>
                    <a:pt x="335" y="566"/>
                    <a:pt x="344" y="565"/>
                    <a:pt x="350" y="564"/>
                  </a:cubicBezTo>
                  <a:cubicBezTo>
                    <a:pt x="361" y="562"/>
                    <a:pt x="378" y="560"/>
                    <a:pt x="381" y="556"/>
                  </a:cubicBezTo>
                  <a:cubicBezTo>
                    <a:pt x="384" y="552"/>
                    <a:pt x="383" y="537"/>
                    <a:pt x="381" y="534"/>
                  </a:cubicBezTo>
                  <a:cubicBezTo>
                    <a:pt x="379" y="531"/>
                    <a:pt x="372" y="534"/>
                    <a:pt x="365" y="535"/>
                  </a:cubicBezTo>
                  <a:cubicBezTo>
                    <a:pt x="360" y="535"/>
                    <a:pt x="356" y="533"/>
                    <a:pt x="352" y="534"/>
                  </a:cubicBezTo>
                  <a:cubicBezTo>
                    <a:pt x="344" y="535"/>
                    <a:pt x="342" y="539"/>
                    <a:pt x="329" y="540"/>
                  </a:cubicBezTo>
                  <a:cubicBezTo>
                    <a:pt x="341" y="538"/>
                    <a:pt x="345" y="532"/>
                    <a:pt x="354" y="530"/>
                  </a:cubicBezTo>
                  <a:cubicBezTo>
                    <a:pt x="357" y="530"/>
                    <a:pt x="362" y="531"/>
                    <a:pt x="365" y="530"/>
                  </a:cubicBezTo>
                  <a:cubicBezTo>
                    <a:pt x="370" y="529"/>
                    <a:pt x="374" y="527"/>
                    <a:pt x="378" y="526"/>
                  </a:cubicBezTo>
                  <a:cubicBezTo>
                    <a:pt x="384" y="523"/>
                    <a:pt x="382" y="516"/>
                    <a:pt x="382" y="509"/>
                  </a:cubicBezTo>
                  <a:cubicBezTo>
                    <a:pt x="382" y="493"/>
                    <a:pt x="388" y="477"/>
                    <a:pt x="360" y="448"/>
                  </a:cubicBezTo>
                  <a:cubicBezTo>
                    <a:pt x="332" y="419"/>
                    <a:pt x="248" y="406"/>
                    <a:pt x="209" y="406"/>
                  </a:cubicBezTo>
                  <a:cubicBezTo>
                    <a:pt x="212" y="405"/>
                    <a:pt x="215" y="399"/>
                    <a:pt x="215" y="392"/>
                  </a:cubicBezTo>
                  <a:cubicBezTo>
                    <a:pt x="215" y="385"/>
                    <a:pt x="212" y="379"/>
                    <a:pt x="208" y="379"/>
                  </a:cubicBezTo>
                  <a:cubicBezTo>
                    <a:pt x="208" y="379"/>
                    <a:pt x="208" y="379"/>
                    <a:pt x="208" y="379"/>
                  </a:cubicBezTo>
                  <a:cubicBezTo>
                    <a:pt x="208" y="379"/>
                    <a:pt x="208" y="379"/>
                    <a:pt x="208" y="379"/>
                  </a:cubicBezTo>
                  <a:cubicBezTo>
                    <a:pt x="274" y="373"/>
                    <a:pt x="341" y="403"/>
                    <a:pt x="354" y="409"/>
                  </a:cubicBezTo>
                  <a:cubicBezTo>
                    <a:pt x="367" y="415"/>
                    <a:pt x="378" y="424"/>
                    <a:pt x="377" y="418"/>
                  </a:cubicBezTo>
                  <a:cubicBezTo>
                    <a:pt x="376" y="412"/>
                    <a:pt x="357" y="359"/>
                    <a:pt x="249" y="327"/>
                  </a:cubicBezTo>
                  <a:cubicBezTo>
                    <a:pt x="148" y="298"/>
                    <a:pt x="64" y="308"/>
                    <a:pt x="18" y="319"/>
                  </a:cubicBezTo>
                  <a:cubicBezTo>
                    <a:pt x="18" y="319"/>
                    <a:pt x="18" y="319"/>
                    <a:pt x="18" y="319"/>
                  </a:cubicBezTo>
                  <a:cubicBezTo>
                    <a:pt x="26" y="317"/>
                    <a:pt x="28" y="303"/>
                    <a:pt x="23" y="288"/>
                  </a:cubicBezTo>
                  <a:cubicBezTo>
                    <a:pt x="18" y="274"/>
                    <a:pt x="9" y="264"/>
                    <a:pt x="1" y="265"/>
                  </a:cubicBezTo>
                  <a:cubicBezTo>
                    <a:pt x="1" y="264"/>
                    <a:pt x="0" y="265"/>
                    <a:pt x="0" y="265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0" y="265"/>
                    <a:pt x="40" y="254"/>
                    <a:pt x="91" y="250"/>
                  </a:cubicBezTo>
                  <a:cubicBezTo>
                    <a:pt x="142" y="246"/>
                    <a:pt x="169" y="251"/>
                    <a:pt x="190" y="250"/>
                  </a:cubicBezTo>
                  <a:cubicBezTo>
                    <a:pt x="208" y="249"/>
                    <a:pt x="211" y="216"/>
                    <a:pt x="211" y="191"/>
                  </a:cubicBezTo>
                  <a:cubicBezTo>
                    <a:pt x="211" y="159"/>
                    <a:pt x="214" y="130"/>
                    <a:pt x="207" y="84"/>
                  </a:cubicBezTo>
                  <a:cubicBezTo>
                    <a:pt x="201" y="39"/>
                    <a:pt x="164" y="0"/>
                    <a:pt x="148" y="4"/>
                  </a:cubicBezTo>
                  <a:cubicBezTo>
                    <a:pt x="148" y="4"/>
                    <a:pt x="148" y="4"/>
                    <a:pt x="148" y="4"/>
                  </a:cubicBezTo>
                  <a:cubicBezTo>
                    <a:pt x="127" y="10"/>
                    <a:pt x="107" y="13"/>
                    <a:pt x="87" y="1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8" name="Freeform 115">
              <a:extLst>
                <a:ext uri="{FF2B5EF4-FFF2-40B4-BE49-F238E27FC236}">
                  <a16:creationId xmlns:a16="http://schemas.microsoft.com/office/drawing/2014/main" id="{760078B8-E446-4DD9-9CF3-2ECE7ACE9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778"/>
              <a:ext cx="266" cy="222"/>
            </a:xfrm>
            <a:custGeom>
              <a:avLst/>
              <a:gdLst>
                <a:gd name="T0" fmla="*/ 1096 w 131"/>
                <a:gd name="T1" fmla="*/ 1051 h 102"/>
                <a:gd name="T2" fmla="*/ 1088 w 131"/>
                <a:gd name="T3" fmla="*/ 744 h 102"/>
                <a:gd name="T4" fmla="*/ 1032 w 131"/>
                <a:gd name="T5" fmla="*/ 535 h 102"/>
                <a:gd name="T6" fmla="*/ 601 w 131"/>
                <a:gd name="T7" fmla="*/ 20 h 102"/>
                <a:gd name="T8" fmla="*/ 544 w 131"/>
                <a:gd name="T9" fmla="*/ 44 h 102"/>
                <a:gd name="T10" fmla="*/ 0 w 131"/>
                <a:gd name="T11" fmla="*/ 858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102">
                  <a:moveTo>
                    <a:pt x="131" y="102"/>
                  </a:moveTo>
                  <a:cubicBezTo>
                    <a:pt x="131" y="96"/>
                    <a:pt x="131" y="82"/>
                    <a:pt x="130" y="72"/>
                  </a:cubicBezTo>
                  <a:cubicBezTo>
                    <a:pt x="129" y="63"/>
                    <a:pt x="125" y="56"/>
                    <a:pt x="123" y="52"/>
                  </a:cubicBezTo>
                  <a:cubicBezTo>
                    <a:pt x="114" y="38"/>
                    <a:pt x="95" y="16"/>
                    <a:pt x="72" y="2"/>
                  </a:cubicBezTo>
                  <a:cubicBezTo>
                    <a:pt x="71" y="1"/>
                    <a:pt x="67" y="0"/>
                    <a:pt x="65" y="4"/>
                  </a:cubicBezTo>
                  <a:cubicBezTo>
                    <a:pt x="42" y="32"/>
                    <a:pt x="16" y="64"/>
                    <a:pt x="0" y="8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9" name="Freeform 116">
              <a:extLst>
                <a:ext uri="{FF2B5EF4-FFF2-40B4-BE49-F238E27FC236}">
                  <a16:creationId xmlns:a16="http://schemas.microsoft.com/office/drawing/2014/main" id="{CEE417C3-F308-4D53-84FA-5BC33E3D2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778"/>
              <a:ext cx="267" cy="222"/>
            </a:xfrm>
            <a:custGeom>
              <a:avLst/>
              <a:gdLst>
                <a:gd name="T0" fmla="*/ 1109 w 131"/>
                <a:gd name="T1" fmla="*/ 858 h 102"/>
                <a:gd name="T2" fmla="*/ 560 w 131"/>
                <a:gd name="T3" fmla="*/ 44 h 102"/>
                <a:gd name="T4" fmla="*/ 499 w 131"/>
                <a:gd name="T5" fmla="*/ 20 h 102"/>
                <a:gd name="T6" fmla="*/ 67 w 131"/>
                <a:gd name="T7" fmla="*/ 535 h 102"/>
                <a:gd name="T8" fmla="*/ 8 w 131"/>
                <a:gd name="T9" fmla="*/ 744 h 102"/>
                <a:gd name="T10" fmla="*/ 0 w 131"/>
                <a:gd name="T11" fmla="*/ 1051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102">
                  <a:moveTo>
                    <a:pt x="131" y="83"/>
                  </a:moveTo>
                  <a:cubicBezTo>
                    <a:pt x="115" y="64"/>
                    <a:pt x="89" y="32"/>
                    <a:pt x="66" y="4"/>
                  </a:cubicBezTo>
                  <a:cubicBezTo>
                    <a:pt x="63" y="0"/>
                    <a:pt x="60" y="1"/>
                    <a:pt x="59" y="2"/>
                  </a:cubicBezTo>
                  <a:cubicBezTo>
                    <a:pt x="36" y="16"/>
                    <a:pt x="17" y="38"/>
                    <a:pt x="8" y="52"/>
                  </a:cubicBezTo>
                  <a:cubicBezTo>
                    <a:pt x="5" y="56"/>
                    <a:pt x="1" y="63"/>
                    <a:pt x="1" y="72"/>
                  </a:cubicBezTo>
                  <a:cubicBezTo>
                    <a:pt x="0" y="82"/>
                    <a:pt x="0" y="96"/>
                    <a:pt x="0" y="10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0" name="Freeform 117">
              <a:extLst>
                <a:ext uri="{FF2B5EF4-FFF2-40B4-BE49-F238E27FC236}">
                  <a16:creationId xmlns:a16="http://schemas.microsoft.com/office/drawing/2014/main" id="{699AE83E-50CD-46A7-A3D2-566C98024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675"/>
              <a:ext cx="790" cy="2283"/>
            </a:xfrm>
            <a:custGeom>
              <a:avLst/>
              <a:gdLst>
                <a:gd name="T0" fmla="*/ 2028 w 388"/>
                <a:gd name="T1" fmla="*/ 43 h 1052"/>
                <a:gd name="T2" fmla="*/ 1517 w 388"/>
                <a:gd name="T3" fmla="*/ 857 h 1052"/>
                <a:gd name="T4" fmla="*/ 1672 w 388"/>
                <a:gd name="T5" fmla="*/ 2556 h 1052"/>
                <a:gd name="T6" fmla="*/ 3276 w 388"/>
                <a:gd name="T7" fmla="*/ 2708 h 1052"/>
                <a:gd name="T8" fmla="*/ 3266 w 388"/>
                <a:gd name="T9" fmla="*/ 2708 h 1052"/>
                <a:gd name="T10" fmla="*/ 3121 w 388"/>
                <a:gd name="T11" fmla="*/ 3260 h 1052"/>
                <a:gd name="T12" fmla="*/ 1173 w 388"/>
                <a:gd name="T13" fmla="*/ 3344 h 1052"/>
                <a:gd name="T14" fmla="*/ 285 w 388"/>
                <a:gd name="T15" fmla="*/ 4182 h 1052"/>
                <a:gd name="T16" fmla="*/ 1517 w 388"/>
                <a:gd name="T17" fmla="*/ 3872 h 1052"/>
                <a:gd name="T18" fmla="*/ 1460 w 388"/>
                <a:gd name="T19" fmla="*/ 4008 h 1052"/>
                <a:gd name="T20" fmla="*/ 236 w 388"/>
                <a:gd name="T21" fmla="*/ 4577 h 1052"/>
                <a:gd name="T22" fmla="*/ 83 w 388"/>
                <a:gd name="T23" fmla="*/ 5378 h 1052"/>
                <a:gd name="T24" fmla="*/ 285 w 388"/>
                <a:gd name="T25" fmla="*/ 5417 h 1052"/>
                <a:gd name="T26" fmla="*/ 295 w 388"/>
                <a:gd name="T27" fmla="*/ 5458 h 1052"/>
                <a:gd name="T28" fmla="*/ 59 w 388"/>
                <a:gd name="T29" fmla="*/ 5458 h 1052"/>
                <a:gd name="T30" fmla="*/ 320 w 388"/>
                <a:gd name="T31" fmla="*/ 5764 h 1052"/>
                <a:gd name="T32" fmla="*/ 609 w 388"/>
                <a:gd name="T33" fmla="*/ 5764 h 1052"/>
                <a:gd name="T34" fmla="*/ 684 w 388"/>
                <a:gd name="T35" fmla="*/ 5792 h 1052"/>
                <a:gd name="T36" fmla="*/ 489 w 388"/>
                <a:gd name="T37" fmla="*/ 5836 h 1052"/>
                <a:gd name="T38" fmla="*/ 389 w 388"/>
                <a:gd name="T39" fmla="*/ 5877 h 1052"/>
                <a:gd name="T40" fmla="*/ 464 w 388"/>
                <a:gd name="T41" fmla="*/ 5940 h 1052"/>
                <a:gd name="T42" fmla="*/ 601 w 388"/>
                <a:gd name="T43" fmla="*/ 6018 h 1052"/>
                <a:gd name="T44" fmla="*/ 456 w 388"/>
                <a:gd name="T45" fmla="*/ 5981 h 1052"/>
                <a:gd name="T46" fmla="*/ 336 w 388"/>
                <a:gd name="T47" fmla="*/ 5905 h 1052"/>
                <a:gd name="T48" fmla="*/ 136 w 388"/>
                <a:gd name="T49" fmla="*/ 5792 h 1052"/>
                <a:gd name="T50" fmla="*/ 59 w 388"/>
                <a:gd name="T51" fmla="*/ 6113 h 1052"/>
                <a:gd name="T52" fmla="*/ 424 w 388"/>
                <a:gd name="T53" fmla="*/ 6235 h 1052"/>
                <a:gd name="T54" fmla="*/ 776 w 388"/>
                <a:gd name="T55" fmla="*/ 6306 h 1052"/>
                <a:gd name="T56" fmla="*/ 432 w 388"/>
                <a:gd name="T57" fmla="*/ 6287 h 1052"/>
                <a:gd name="T58" fmla="*/ 67 w 388"/>
                <a:gd name="T59" fmla="*/ 6315 h 1052"/>
                <a:gd name="T60" fmla="*/ 161 w 388"/>
                <a:gd name="T61" fmla="*/ 6508 h 1052"/>
                <a:gd name="T62" fmla="*/ 389 w 388"/>
                <a:gd name="T63" fmla="*/ 6489 h 1052"/>
                <a:gd name="T64" fmla="*/ 187 w 388"/>
                <a:gd name="T65" fmla="*/ 6532 h 1052"/>
                <a:gd name="T66" fmla="*/ 67 w 388"/>
                <a:gd name="T67" fmla="*/ 6890 h 1052"/>
                <a:gd name="T68" fmla="*/ 871 w 388"/>
                <a:gd name="T69" fmla="*/ 8086 h 1052"/>
                <a:gd name="T70" fmla="*/ 1073 w 388"/>
                <a:gd name="T71" fmla="*/ 8288 h 1052"/>
                <a:gd name="T72" fmla="*/ 1081 w 388"/>
                <a:gd name="T73" fmla="*/ 8383 h 1052"/>
                <a:gd name="T74" fmla="*/ 120 w 388"/>
                <a:gd name="T75" fmla="*/ 7789 h 1052"/>
                <a:gd name="T76" fmla="*/ 888 w 388"/>
                <a:gd name="T77" fmla="*/ 8657 h 1052"/>
                <a:gd name="T78" fmla="*/ 1784 w 388"/>
                <a:gd name="T79" fmla="*/ 9575 h 1052"/>
                <a:gd name="T80" fmla="*/ 1240 w 388"/>
                <a:gd name="T81" fmla="*/ 9217 h 1052"/>
                <a:gd name="T82" fmla="*/ 75 w 388"/>
                <a:gd name="T83" fmla="*/ 8392 h 1052"/>
                <a:gd name="T84" fmla="*/ 1588 w 388"/>
                <a:gd name="T85" fmla="*/ 10751 h 10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88" h="1052">
                  <a:moveTo>
                    <a:pt x="301" y="14"/>
                  </a:moveTo>
                  <a:cubicBezTo>
                    <a:pt x="281" y="13"/>
                    <a:pt x="260" y="10"/>
                    <a:pt x="240" y="4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24" y="0"/>
                    <a:pt x="187" y="39"/>
                    <a:pt x="180" y="84"/>
                  </a:cubicBezTo>
                  <a:cubicBezTo>
                    <a:pt x="173" y="130"/>
                    <a:pt x="176" y="159"/>
                    <a:pt x="176" y="191"/>
                  </a:cubicBezTo>
                  <a:cubicBezTo>
                    <a:pt x="176" y="216"/>
                    <a:pt x="179" y="249"/>
                    <a:pt x="198" y="250"/>
                  </a:cubicBezTo>
                  <a:cubicBezTo>
                    <a:pt x="218" y="251"/>
                    <a:pt x="245" y="246"/>
                    <a:pt x="296" y="250"/>
                  </a:cubicBezTo>
                  <a:cubicBezTo>
                    <a:pt x="347" y="254"/>
                    <a:pt x="388" y="265"/>
                    <a:pt x="388" y="265"/>
                  </a:cubicBezTo>
                  <a:cubicBezTo>
                    <a:pt x="388" y="265"/>
                    <a:pt x="388" y="265"/>
                    <a:pt x="388" y="265"/>
                  </a:cubicBezTo>
                  <a:cubicBezTo>
                    <a:pt x="388" y="265"/>
                    <a:pt x="387" y="264"/>
                    <a:pt x="387" y="265"/>
                  </a:cubicBezTo>
                  <a:cubicBezTo>
                    <a:pt x="379" y="264"/>
                    <a:pt x="370" y="274"/>
                    <a:pt x="365" y="288"/>
                  </a:cubicBezTo>
                  <a:cubicBezTo>
                    <a:pt x="360" y="303"/>
                    <a:pt x="362" y="317"/>
                    <a:pt x="370" y="319"/>
                  </a:cubicBezTo>
                  <a:cubicBezTo>
                    <a:pt x="370" y="319"/>
                    <a:pt x="370" y="319"/>
                    <a:pt x="369" y="319"/>
                  </a:cubicBezTo>
                  <a:cubicBezTo>
                    <a:pt x="324" y="308"/>
                    <a:pt x="240" y="298"/>
                    <a:pt x="139" y="327"/>
                  </a:cubicBezTo>
                  <a:cubicBezTo>
                    <a:pt x="31" y="359"/>
                    <a:pt x="12" y="412"/>
                    <a:pt x="11" y="418"/>
                  </a:cubicBezTo>
                  <a:cubicBezTo>
                    <a:pt x="10" y="424"/>
                    <a:pt x="21" y="415"/>
                    <a:pt x="34" y="409"/>
                  </a:cubicBezTo>
                  <a:cubicBezTo>
                    <a:pt x="47" y="403"/>
                    <a:pt x="114" y="373"/>
                    <a:pt x="180" y="379"/>
                  </a:cubicBezTo>
                  <a:cubicBezTo>
                    <a:pt x="180" y="379"/>
                    <a:pt x="180" y="379"/>
                    <a:pt x="180" y="379"/>
                  </a:cubicBezTo>
                  <a:cubicBezTo>
                    <a:pt x="180" y="379"/>
                    <a:pt x="180" y="379"/>
                    <a:pt x="180" y="379"/>
                  </a:cubicBezTo>
                  <a:cubicBezTo>
                    <a:pt x="176" y="379"/>
                    <a:pt x="173" y="385"/>
                    <a:pt x="173" y="392"/>
                  </a:cubicBezTo>
                  <a:cubicBezTo>
                    <a:pt x="173" y="399"/>
                    <a:pt x="175" y="405"/>
                    <a:pt x="179" y="406"/>
                  </a:cubicBezTo>
                  <a:cubicBezTo>
                    <a:pt x="139" y="406"/>
                    <a:pt x="55" y="419"/>
                    <a:pt x="28" y="448"/>
                  </a:cubicBezTo>
                  <a:cubicBezTo>
                    <a:pt x="0" y="477"/>
                    <a:pt x="6" y="493"/>
                    <a:pt x="5" y="509"/>
                  </a:cubicBezTo>
                  <a:cubicBezTo>
                    <a:pt x="5" y="516"/>
                    <a:pt x="4" y="523"/>
                    <a:pt x="10" y="526"/>
                  </a:cubicBezTo>
                  <a:cubicBezTo>
                    <a:pt x="13" y="527"/>
                    <a:pt x="17" y="529"/>
                    <a:pt x="23" y="530"/>
                  </a:cubicBezTo>
                  <a:cubicBezTo>
                    <a:pt x="26" y="531"/>
                    <a:pt x="30" y="530"/>
                    <a:pt x="34" y="530"/>
                  </a:cubicBezTo>
                  <a:cubicBezTo>
                    <a:pt x="43" y="532"/>
                    <a:pt x="47" y="538"/>
                    <a:pt x="59" y="540"/>
                  </a:cubicBezTo>
                  <a:cubicBezTo>
                    <a:pt x="46" y="539"/>
                    <a:pt x="44" y="535"/>
                    <a:pt x="35" y="534"/>
                  </a:cubicBezTo>
                  <a:cubicBezTo>
                    <a:pt x="32" y="533"/>
                    <a:pt x="27" y="535"/>
                    <a:pt x="23" y="535"/>
                  </a:cubicBezTo>
                  <a:cubicBezTo>
                    <a:pt x="16" y="534"/>
                    <a:pt x="8" y="531"/>
                    <a:pt x="7" y="534"/>
                  </a:cubicBezTo>
                  <a:cubicBezTo>
                    <a:pt x="4" y="537"/>
                    <a:pt x="4" y="552"/>
                    <a:pt x="7" y="556"/>
                  </a:cubicBezTo>
                  <a:cubicBezTo>
                    <a:pt x="10" y="560"/>
                    <a:pt x="27" y="562"/>
                    <a:pt x="38" y="564"/>
                  </a:cubicBezTo>
                  <a:cubicBezTo>
                    <a:pt x="43" y="565"/>
                    <a:pt x="53" y="566"/>
                    <a:pt x="63" y="566"/>
                  </a:cubicBezTo>
                  <a:cubicBezTo>
                    <a:pt x="66" y="566"/>
                    <a:pt x="69" y="564"/>
                    <a:pt x="72" y="564"/>
                  </a:cubicBezTo>
                  <a:cubicBezTo>
                    <a:pt x="78" y="564"/>
                    <a:pt x="84" y="565"/>
                    <a:pt x="88" y="563"/>
                  </a:cubicBezTo>
                  <a:cubicBezTo>
                    <a:pt x="86" y="564"/>
                    <a:pt x="83" y="566"/>
                    <a:pt x="81" y="567"/>
                  </a:cubicBezTo>
                  <a:cubicBezTo>
                    <a:pt x="78" y="567"/>
                    <a:pt x="75" y="567"/>
                    <a:pt x="72" y="568"/>
                  </a:cubicBezTo>
                  <a:cubicBezTo>
                    <a:pt x="67" y="569"/>
                    <a:pt x="62" y="571"/>
                    <a:pt x="58" y="571"/>
                  </a:cubicBezTo>
                  <a:cubicBezTo>
                    <a:pt x="49" y="570"/>
                    <a:pt x="46" y="569"/>
                    <a:pt x="45" y="572"/>
                  </a:cubicBezTo>
                  <a:cubicBezTo>
                    <a:pt x="44" y="573"/>
                    <a:pt x="45" y="574"/>
                    <a:pt x="46" y="575"/>
                  </a:cubicBezTo>
                  <a:cubicBezTo>
                    <a:pt x="47" y="579"/>
                    <a:pt x="49" y="579"/>
                    <a:pt x="53" y="580"/>
                  </a:cubicBezTo>
                  <a:cubicBezTo>
                    <a:pt x="55" y="581"/>
                    <a:pt x="55" y="581"/>
                    <a:pt x="55" y="581"/>
                  </a:cubicBezTo>
                  <a:cubicBezTo>
                    <a:pt x="58" y="582"/>
                    <a:pt x="60" y="583"/>
                    <a:pt x="62" y="584"/>
                  </a:cubicBezTo>
                  <a:cubicBezTo>
                    <a:pt x="65" y="587"/>
                    <a:pt x="67" y="590"/>
                    <a:pt x="71" y="589"/>
                  </a:cubicBezTo>
                  <a:cubicBezTo>
                    <a:pt x="65" y="590"/>
                    <a:pt x="62" y="590"/>
                    <a:pt x="59" y="587"/>
                  </a:cubicBezTo>
                  <a:cubicBezTo>
                    <a:pt x="58" y="586"/>
                    <a:pt x="56" y="585"/>
                    <a:pt x="54" y="585"/>
                  </a:cubicBezTo>
                  <a:cubicBezTo>
                    <a:pt x="52" y="584"/>
                    <a:pt x="52" y="584"/>
                    <a:pt x="52" y="584"/>
                  </a:cubicBezTo>
                  <a:cubicBezTo>
                    <a:pt x="48" y="583"/>
                    <a:pt x="42" y="583"/>
                    <a:pt x="40" y="578"/>
                  </a:cubicBezTo>
                  <a:cubicBezTo>
                    <a:pt x="40" y="577"/>
                    <a:pt x="39" y="576"/>
                    <a:pt x="39" y="576"/>
                  </a:cubicBezTo>
                  <a:cubicBezTo>
                    <a:pt x="33" y="567"/>
                    <a:pt x="25" y="569"/>
                    <a:pt x="16" y="567"/>
                  </a:cubicBezTo>
                  <a:cubicBezTo>
                    <a:pt x="8" y="565"/>
                    <a:pt x="7" y="567"/>
                    <a:pt x="7" y="579"/>
                  </a:cubicBezTo>
                  <a:cubicBezTo>
                    <a:pt x="7" y="598"/>
                    <a:pt x="7" y="598"/>
                    <a:pt x="7" y="598"/>
                  </a:cubicBezTo>
                  <a:cubicBezTo>
                    <a:pt x="7" y="601"/>
                    <a:pt x="12" y="603"/>
                    <a:pt x="19" y="603"/>
                  </a:cubicBezTo>
                  <a:cubicBezTo>
                    <a:pt x="29" y="603"/>
                    <a:pt x="35" y="611"/>
                    <a:pt x="50" y="610"/>
                  </a:cubicBezTo>
                  <a:cubicBezTo>
                    <a:pt x="57" y="610"/>
                    <a:pt x="65" y="609"/>
                    <a:pt x="72" y="610"/>
                  </a:cubicBezTo>
                  <a:cubicBezTo>
                    <a:pt x="82" y="612"/>
                    <a:pt x="90" y="616"/>
                    <a:pt x="92" y="617"/>
                  </a:cubicBezTo>
                  <a:cubicBezTo>
                    <a:pt x="86" y="616"/>
                    <a:pt x="79" y="614"/>
                    <a:pt x="70" y="613"/>
                  </a:cubicBezTo>
                  <a:cubicBezTo>
                    <a:pt x="63" y="613"/>
                    <a:pt x="56" y="614"/>
                    <a:pt x="51" y="615"/>
                  </a:cubicBezTo>
                  <a:cubicBezTo>
                    <a:pt x="40" y="617"/>
                    <a:pt x="31" y="612"/>
                    <a:pt x="25" y="610"/>
                  </a:cubicBezTo>
                  <a:cubicBezTo>
                    <a:pt x="18" y="608"/>
                    <a:pt x="10" y="612"/>
                    <a:pt x="8" y="618"/>
                  </a:cubicBezTo>
                  <a:cubicBezTo>
                    <a:pt x="7" y="624"/>
                    <a:pt x="8" y="631"/>
                    <a:pt x="8" y="631"/>
                  </a:cubicBezTo>
                  <a:cubicBezTo>
                    <a:pt x="8" y="637"/>
                    <a:pt x="15" y="638"/>
                    <a:pt x="19" y="637"/>
                  </a:cubicBezTo>
                  <a:cubicBezTo>
                    <a:pt x="21" y="636"/>
                    <a:pt x="26" y="634"/>
                    <a:pt x="31" y="634"/>
                  </a:cubicBezTo>
                  <a:cubicBezTo>
                    <a:pt x="36" y="633"/>
                    <a:pt x="42" y="634"/>
                    <a:pt x="46" y="635"/>
                  </a:cubicBezTo>
                  <a:cubicBezTo>
                    <a:pt x="40" y="635"/>
                    <a:pt x="35" y="636"/>
                    <a:pt x="31" y="637"/>
                  </a:cubicBezTo>
                  <a:cubicBezTo>
                    <a:pt x="27" y="637"/>
                    <a:pt x="24" y="639"/>
                    <a:pt x="22" y="639"/>
                  </a:cubicBezTo>
                  <a:cubicBezTo>
                    <a:pt x="16" y="641"/>
                    <a:pt x="10" y="640"/>
                    <a:pt x="9" y="645"/>
                  </a:cubicBezTo>
                  <a:cubicBezTo>
                    <a:pt x="8" y="650"/>
                    <a:pt x="9" y="663"/>
                    <a:pt x="8" y="674"/>
                  </a:cubicBezTo>
                  <a:cubicBezTo>
                    <a:pt x="8" y="684"/>
                    <a:pt x="10" y="714"/>
                    <a:pt x="17" y="729"/>
                  </a:cubicBezTo>
                  <a:cubicBezTo>
                    <a:pt x="25" y="748"/>
                    <a:pt x="72" y="778"/>
                    <a:pt x="103" y="791"/>
                  </a:cubicBezTo>
                  <a:cubicBezTo>
                    <a:pt x="129" y="802"/>
                    <a:pt x="133" y="804"/>
                    <a:pt x="134" y="804"/>
                  </a:cubicBezTo>
                  <a:cubicBezTo>
                    <a:pt x="132" y="804"/>
                    <a:pt x="129" y="806"/>
                    <a:pt x="127" y="811"/>
                  </a:cubicBezTo>
                  <a:cubicBezTo>
                    <a:pt x="125" y="815"/>
                    <a:pt x="126" y="819"/>
                    <a:pt x="128" y="820"/>
                  </a:cubicBezTo>
                  <a:cubicBezTo>
                    <a:pt x="128" y="820"/>
                    <a:pt x="128" y="820"/>
                    <a:pt x="128" y="820"/>
                  </a:cubicBezTo>
                  <a:cubicBezTo>
                    <a:pt x="128" y="820"/>
                    <a:pt x="106" y="813"/>
                    <a:pt x="81" y="801"/>
                  </a:cubicBezTo>
                  <a:cubicBezTo>
                    <a:pt x="58" y="791"/>
                    <a:pt x="23" y="770"/>
                    <a:pt x="14" y="762"/>
                  </a:cubicBezTo>
                  <a:cubicBezTo>
                    <a:pt x="6" y="754"/>
                    <a:pt x="2" y="770"/>
                    <a:pt x="16" y="786"/>
                  </a:cubicBezTo>
                  <a:cubicBezTo>
                    <a:pt x="27" y="798"/>
                    <a:pt x="73" y="831"/>
                    <a:pt x="105" y="847"/>
                  </a:cubicBezTo>
                  <a:cubicBezTo>
                    <a:pt x="134" y="861"/>
                    <a:pt x="203" y="887"/>
                    <a:pt x="228" y="929"/>
                  </a:cubicBezTo>
                  <a:cubicBezTo>
                    <a:pt x="224" y="927"/>
                    <a:pt x="216" y="930"/>
                    <a:pt x="211" y="937"/>
                  </a:cubicBezTo>
                  <a:cubicBezTo>
                    <a:pt x="207" y="942"/>
                    <a:pt x="205" y="949"/>
                    <a:pt x="207" y="952"/>
                  </a:cubicBezTo>
                  <a:cubicBezTo>
                    <a:pt x="195" y="939"/>
                    <a:pt x="185" y="921"/>
                    <a:pt x="147" y="902"/>
                  </a:cubicBezTo>
                  <a:cubicBezTo>
                    <a:pt x="107" y="883"/>
                    <a:pt x="52" y="853"/>
                    <a:pt x="33" y="837"/>
                  </a:cubicBezTo>
                  <a:cubicBezTo>
                    <a:pt x="15" y="822"/>
                    <a:pt x="13" y="818"/>
                    <a:pt x="9" y="821"/>
                  </a:cubicBezTo>
                  <a:cubicBezTo>
                    <a:pt x="4" y="825"/>
                    <a:pt x="22" y="857"/>
                    <a:pt x="44" y="882"/>
                  </a:cubicBezTo>
                  <a:cubicBezTo>
                    <a:pt x="65" y="907"/>
                    <a:pt x="166" y="1028"/>
                    <a:pt x="188" y="105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1" name="Freeform 118">
              <a:extLst>
                <a:ext uri="{FF2B5EF4-FFF2-40B4-BE49-F238E27FC236}">
                  <a16:creationId xmlns:a16="http://schemas.microsoft.com/office/drawing/2014/main" id="{80B256F5-D0B9-4C96-A33E-4E5C518CD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785"/>
              <a:ext cx="2125" cy="925"/>
            </a:xfrm>
            <a:custGeom>
              <a:avLst/>
              <a:gdLst>
                <a:gd name="T0" fmla="*/ 75 w 1044"/>
                <a:gd name="T1" fmla="*/ 4054 h 426"/>
                <a:gd name="T2" fmla="*/ 179 w 1044"/>
                <a:gd name="T3" fmla="*/ 3513 h 426"/>
                <a:gd name="T4" fmla="*/ 1132 w 1044"/>
                <a:gd name="T5" fmla="*/ 3776 h 426"/>
                <a:gd name="T6" fmla="*/ 1805 w 1044"/>
                <a:gd name="T7" fmla="*/ 3092 h 426"/>
                <a:gd name="T8" fmla="*/ 3112 w 1044"/>
                <a:gd name="T9" fmla="*/ 1329 h 426"/>
                <a:gd name="T10" fmla="*/ 3169 w 1044"/>
                <a:gd name="T11" fmla="*/ 1340 h 426"/>
                <a:gd name="T12" fmla="*/ 3249 w 1044"/>
                <a:gd name="T13" fmla="*/ 1635 h 426"/>
                <a:gd name="T14" fmla="*/ 3609 w 1044"/>
                <a:gd name="T15" fmla="*/ 1566 h 426"/>
                <a:gd name="T16" fmla="*/ 3778 w 1044"/>
                <a:gd name="T17" fmla="*/ 788 h 426"/>
                <a:gd name="T18" fmla="*/ 3550 w 1044"/>
                <a:gd name="T19" fmla="*/ 315 h 426"/>
                <a:gd name="T20" fmla="*/ 3609 w 1044"/>
                <a:gd name="T21" fmla="*/ 265 h 426"/>
                <a:gd name="T22" fmla="*/ 3804 w 1044"/>
                <a:gd name="T23" fmla="*/ 595 h 426"/>
                <a:gd name="T24" fmla="*/ 3853 w 1044"/>
                <a:gd name="T25" fmla="*/ 20 h 426"/>
                <a:gd name="T26" fmla="*/ 3957 w 1044"/>
                <a:gd name="T27" fmla="*/ 61 h 426"/>
                <a:gd name="T28" fmla="*/ 4057 w 1044"/>
                <a:gd name="T29" fmla="*/ 20 h 426"/>
                <a:gd name="T30" fmla="*/ 4226 w 1044"/>
                <a:gd name="T31" fmla="*/ 1364 h 426"/>
                <a:gd name="T32" fmla="*/ 4649 w 1044"/>
                <a:gd name="T33" fmla="*/ 1329 h 426"/>
                <a:gd name="T34" fmla="*/ 4749 w 1044"/>
                <a:gd name="T35" fmla="*/ 20 h 426"/>
                <a:gd name="T36" fmla="*/ 4846 w 1044"/>
                <a:gd name="T37" fmla="*/ 61 h 426"/>
                <a:gd name="T38" fmla="*/ 4950 w 1044"/>
                <a:gd name="T39" fmla="*/ 20 h 426"/>
                <a:gd name="T40" fmla="*/ 4993 w 1044"/>
                <a:gd name="T41" fmla="*/ 595 h 426"/>
                <a:gd name="T42" fmla="*/ 5194 w 1044"/>
                <a:gd name="T43" fmla="*/ 265 h 426"/>
                <a:gd name="T44" fmla="*/ 5253 w 1044"/>
                <a:gd name="T45" fmla="*/ 315 h 426"/>
                <a:gd name="T46" fmla="*/ 5026 w 1044"/>
                <a:gd name="T47" fmla="*/ 788 h 426"/>
                <a:gd name="T48" fmla="*/ 5221 w 1044"/>
                <a:gd name="T49" fmla="*/ 1537 h 426"/>
                <a:gd name="T50" fmla="*/ 5573 w 1044"/>
                <a:gd name="T51" fmla="*/ 1635 h 426"/>
                <a:gd name="T52" fmla="*/ 5634 w 1044"/>
                <a:gd name="T53" fmla="*/ 1340 h 426"/>
                <a:gd name="T54" fmla="*/ 5685 w 1044"/>
                <a:gd name="T55" fmla="*/ 1329 h 426"/>
                <a:gd name="T56" fmla="*/ 6998 w 1044"/>
                <a:gd name="T57" fmla="*/ 3092 h 426"/>
                <a:gd name="T58" fmla="*/ 7665 w 1044"/>
                <a:gd name="T59" fmla="*/ 3776 h 426"/>
                <a:gd name="T60" fmla="*/ 8626 w 1044"/>
                <a:gd name="T61" fmla="*/ 3513 h 426"/>
                <a:gd name="T62" fmla="*/ 8722 w 1044"/>
                <a:gd name="T63" fmla="*/ 4054 h 4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44" h="426">
                  <a:moveTo>
                    <a:pt x="157" y="425"/>
                  </a:moveTo>
                  <a:cubicBezTo>
                    <a:pt x="75" y="426"/>
                    <a:pt x="9" y="396"/>
                    <a:pt x="9" y="396"/>
                  </a:cubicBezTo>
                  <a:cubicBezTo>
                    <a:pt x="2" y="393"/>
                    <a:pt x="0" y="378"/>
                    <a:pt x="6" y="363"/>
                  </a:cubicBezTo>
                  <a:cubicBezTo>
                    <a:pt x="10" y="352"/>
                    <a:pt x="15" y="346"/>
                    <a:pt x="21" y="343"/>
                  </a:cubicBezTo>
                  <a:cubicBezTo>
                    <a:pt x="23" y="342"/>
                    <a:pt x="34" y="347"/>
                    <a:pt x="43" y="351"/>
                  </a:cubicBezTo>
                  <a:cubicBezTo>
                    <a:pt x="73" y="362"/>
                    <a:pt x="121" y="369"/>
                    <a:pt x="134" y="369"/>
                  </a:cubicBezTo>
                  <a:cubicBezTo>
                    <a:pt x="156" y="368"/>
                    <a:pt x="167" y="366"/>
                    <a:pt x="176" y="355"/>
                  </a:cubicBezTo>
                  <a:cubicBezTo>
                    <a:pt x="186" y="343"/>
                    <a:pt x="189" y="335"/>
                    <a:pt x="214" y="302"/>
                  </a:cubicBezTo>
                  <a:cubicBezTo>
                    <a:pt x="267" y="230"/>
                    <a:pt x="349" y="191"/>
                    <a:pt x="362" y="178"/>
                  </a:cubicBezTo>
                  <a:cubicBezTo>
                    <a:pt x="376" y="166"/>
                    <a:pt x="372" y="141"/>
                    <a:pt x="369" y="130"/>
                  </a:cubicBezTo>
                  <a:cubicBezTo>
                    <a:pt x="369" y="130"/>
                    <a:pt x="369" y="130"/>
                    <a:pt x="369" y="130"/>
                  </a:cubicBezTo>
                  <a:cubicBezTo>
                    <a:pt x="370" y="131"/>
                    <a:pt x="373" y="132"/>
                    <a:pt x="376" y="131"/>
                  </a:cubicBezTo>
                  <a:cubicBezTo>
                    <a:pt x="379" y="130"/>
                    <a:pt x="381" y="128"/>
                    <a:pt x="381" y="127"/>
                  </a:cubicBezTo>
                  <a:cubicBezTo>
                    <a:pt x="384" y="135"/>
                    <a:pt x="386" y="148"/>
                    <a:pt x="385" y="160"/>
                  </a:cubicBezTo>
                  <a:cubicBezTo>
                    <a:pt x="384" y="164"/>
                    <a:pt x="387" y="169"/>
                    <a:pt x="392" y="168"/>
                  </a:cubicBezTo>
                  <a:cubicBezTo>
                    <a:pt x="401" y="165"/>
                    <a:pt x="414" y="160"/>
                    <a:pt x="428" y="153"/>
                  </a:cubicBezTo>
                  <a:cubicBezTo>
                    <a:pt x="443" y="144"/>
                    <a:pt x="450" y="137"/>
                    <a:pt x="454" y="124"/>
                  </a:cubicBezTo>
                  <a:cubicBezTo>
                    <a:pt x="457" y="111"/>
                    <a:pt x="455" y="91"/>
                    <a:pt x="448" y="77"/>
                  </a:cubicBezTo>
                  <a:cubicBezTo>
                    <a:pt x="441" y="63"/>
                    <a:pt x="421" y="31"/>
                    <a:pt x="421" y="31"/>
                  </a:cubicBezTo>
                  <a:cubicBezTo>
                    <a:pt x="421" y="31"/>
                    <a:pt x="421" y="31"/>
                    <a:pt x="421" y="31"/>
                  </a:cubicBezTo>
                  <a:cubicBezTo>
                    <a:pt x="422" y="32"/>
                    <a:pt x="424" y="32"/>
                    <a:pt x="426" y="30"/>
                  </a:cubicBezTo>
                  <a:cubicBezTo>
                    <a:pt x="428" y="29"/>
                    <a:pt x="429" y="27"/>
                    <a:pt x="428" y="26"/>
                  </a:cubicBezTo>
                  <a:cubicBezTo>
                    <a:pt x="428" y="26"/>
                    <a:pt x="429" y="26"/>
                    <a:pt x="429" y="27"/>
                  </a:cubicBezTo>
                  <a:cubicBezTo>
                    <a:pt x="437" y="41"/>
                    <a:pt x="447" y="54"/>
                    <a:pt x="451" y="58"/>
                  </a:cubicBezTo>
                  <a:cubicBezTo>
                    <a:pt x="458" y="64"/>
                    <a:pt x="459" y="61"/>
                    <a:pt x="459" y="55"/>
                  </a:cubicBezTo>
                  <a:cubicBezTo>
                    <a:pt x="458" y="37"/>
                    <a:pt x="457" y="20"/>
                    <a:pt x="457" y="2"/>
                  </a:cubicBezTo>
                  <a:cubicBezTo>
                    <a:pt x="457" y="1"/>
                    <a:pt x="457" y="0"/>
                    <a:pt x="457" y="0"/>
                  </a:cubicBezTo>
                  <a:cubicBezTo>
                    <a:pt x="457" y="3"/>
                    <a:pt x="462" y="6"/>
                    <a:pt x="469" y="6"/>
                  </a:cubicBezTo>
                  <a:cubicBezTo>
                    <a:pt x="475" y="6"/>
                    <a:pt x="480" y="4"/>
                    <a:pt x="481" y="0"/>
                  </a:cubicBezTo>
                  <a:cubicBezTo>
                    <a:pt x="481" y="1"/>
                    <a:pt x="481" y="1"/>
                    <a:pt x="481" y="2"/>
                  </a:cubicBezTo>
                  <a:cubicBezTo>
                    <a:pt x="482" y="21"/>
                    <a:pt x="484" y="64"/>
                    <a:pt x="484" y="87"/>
                  </a:cubicBezTo>
                  <a:cubicBezTo>
                    <a:pt x="484" y="110"/>
                    <a:pt x="482" y="127"/>
                    <a:pt x="501" y="133"/>
                  </a:cubicBezTo>
                  <a:cubicBezTo>
                    <a:pt x="509" y="136"/>
                    <a:pt x="518" y="135"/>
                    <a:pt x="526" y="135"/>
                  </a:cubicBezTo>
                  <a:cubicBezTo>
                    <a:pt x="537" y="134"/>
                    <a:pt x="546" y="134"/>
                    <a:pt x="551" y="130"/>
                  </a:cubicBezTo>
                  <a:cubicBezTo>
                    <a:pt x="559" y="123"/>
                    <a:pt x="559" y="105"/>
                    <a:pt x="560" y="87"/>
                  </a:cubicBezTo>
                  <a:cubicBezTo>
                    <a:pt x="560" y="64"/>
                    <a:pt x="561" y="21"/>
                    <a:pt x="563" y="2"/>
                  </a:cubicBezTo>
                  <a:cubicBezTo>
                    <a:pt x="563" y="1"/>
                    <a:pt x="563" y="1"/>
                    <a:pt x="563" y="0"/>
                  </a:cubicBezTo>
                  <a:cubicBezTo>
                    <a:pt x="564" y="4"/>
                    <a:pt x="569" y="6"/>
                    <a:pt x="575" y="6"/>
                  </a:cubicBezTo>
                  <a:cubicBezTo>
                    <a:pt x="581" y="6"/>
                    <a:pt x="587" y="3"/>
                    <a:pt x="587" y="0"/>
                  </a:cubicBezTo>
                  <a:cubicBezTo>
                    <a:pt x="587" y="0"/>
                    <a:pt x="587" y="1"/>
                    <a:pt x="587" y="2"/>
                  </a:cubicBezTo>
                  <a:cubicBezTo>
                    <a:pt x="587" y="20"/>
                    <a:pt x="585" y="37"/>
                    <a:pt x="585" y="55"/>
                  </a:cubicBezTo>
                  <a:cubicBezTo>
                    <a:pt x="585" y="61"/>
                    <a:pt x="586" y="64"/>
                    <a:pt x="592" y="58"/>
                  </a:cubicBezTo>
                  <a:cubicBezTo>
                    <a:pt x="597" y="54"/>
                    <a:pt x="606" y="41"/>
                    <a:pt x="615" y="27"/>
                  </a:cubicBezTo>
                  <a:cubicBezTo>
                    <a:pt x="615" y="26"/>
                    <a:pt x="615" y="26"/>
                    <a:pt x="616" y="26"/>
                  </a:cubicBezTo>
                  <a:cubicBezTo>
                    <a:pt x="615" y="27"/>
                    <a:pt x="616" y="29"/>
                    <a:pt x="618" y="30"/>
                  </a:cubicBezTo>
                  <a:cubicBezTo>
                    <a:pt x="620" y="32"/>
                    <a:pt x="622" y="32"/>
                    <a:pt x="623" y="31"/>
                  </a:cubicBezTo>
                  <a:cubicBezTo>
                    <a:pt x="623" y="31"/>
                    <a:pt x="623" y="31"/>
                    <a:pt x="622" y="31"/>
                  </a:cubicBezTo>
                  <a:cubicBezTo>
                    <a:pt x="622" y="31"/>
                    <a:pt x="603" y="63"/>
                    <a:pt x="596" y="77"/>
                  </a:cubicBezTo>
                  <a:cubicBezTo>
                    <a:pt x="589" y="91"/>
                    <a:pt x="588" y="100"/>
                    <a:pt x="591" y="113"/>
                  </a:cubicBezTo>
                  <a:cubicBezTo>
                    <a:pt x="595" y="126"/>
                    <a:pt x="604" y="138"/>
                    <a:pt x="619" y="150"/>
                  </a:cubicBezTo>
                  <a:cubicBezTo>
                    <a:pt x="636" y="163"/>
                    <a:pt x="645" y="165"/>
                    <a:pt x="652" y="168"/>
                  </a:cubicBezTo>
                  <a:cubicBezTo>
                    <a:pt x="659" y="170"/>
                    <a:pt x="661" y="164"/>
                    <a:pt x="661" y="160"/>
                  </a:cubicBezTo>
                  <a:cubicBezTo>
                    <a:pt x="659" y="148"/>
                    <a:pt x="660" y="135"/>
                    <a:pt x="663" y="127"/>
                  </a:cubicBezTo>
                  <a:cubicBezTo>
                    <a:pt x="663" y="128"/>
                    <a:pt x="665" y="130"/>
                    <a:pt x="668" y="131"/>
                  </a:cubicBezTo>
                  <a:cubicBezTo>
                    <a:pt x="671" y="132"/>
                    <a:pt x="673" y="131"/>
                    <a:pt x="674" y="130"/>
                  </a:cubicBezTo>
                  <a:cubicBezTo>
                    <a:pt x="674" y="130"/>
                    <a:pt x="674" y="130"/>
                    <a:pt x="674" y="130"/>
                  </a:cubicBezTo>
                  <a:cubicBezTo>
                    <a:pt x="672" y="141"/>
                    <a:pt x="668" y="166"/>
                    <a:pt x="682" y="178"/>
                  </a:cubicBezTo>
                  <a:cubicBezTo>
                    <a:pt x="695" y="191"/>
                    <a:pt x="783" y="240"/>
                    <a:pt x="830" y="302"/>
                  </a:cubicBezTo>
                  <a:cubicBezTo>
                    <a:pt x="855" y="335"/>
                    <a:pt x="858" y="343"/>
                    <a:pt x="867" y="355"/>
                  </a:cubicBezTo>
                  <a:cubicBezTo>
                    <a:pt x="877" y="366"/>
                    <a:pt x="888" y="368"/>
                    <a:pt x="909" y="369"/>
                  </a:cubicBezTo>
                  <a:cubicBezTo>
                    <a:pt x="923" y="369"/>
                    <a:pt x="971" y="362"/>
                    <a:pt x="1000" y="351"/>
                  </a:cubicBezTo>
                  <a:cubicBezTo>
                    <a:pt x="1010" y="347"/>
                    <a:pt x="1021" y="342"/>
                    <a:pt x="1023" y="343"/>
                  </a:cubicBezTo>
                  <a:cubicBezTo>
                    <a:pt x="1029" y="346"/>
                    <a:pt x="1034" y="352"/>
                    <a:pt x="1038" y="363"/>
                  </a:cubicBezTo>
                  <a:cubicBezTo>
                    <a:pt x="1044" y="378"/>
                    <a:pt x="1042" y="393"/>
                    <a:pt x="1034" y="396"/>
                  </a:cubicBezTo>
                  <a:cubicBezTo>
                    <a:pt x="1034" y="396"/>
                    <a:pt x="969" y="426"/>
                    <a:pt x="886" y="4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2" name="Freeform 119">
              <a:extLst>
                <a:ext uri="{FF2B5EF4-FFF2-40B4-BE49-F238E27FC236}">
                  <a16:creationId xmlns:a16="http://schemas.microsoft.com/office/drawing/2014/main" id="{8BD7EAE9-AD59-49CF-BC72-53EDD8430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510"/>
              <a:ext cx="108" cy="120"/>
            </a:xfrm>
            <a:custGeom>
              <a:avLst/>
              <a:gdLst>
                <a:gd name="T0" fmla="*/ 75 w 53"/>
                <a:gd name="T1" fmla="*/ 177 h 55"/>
                <a:gd name="T2" fmla="*/ 100 w 53"/>
                <a:gd name="T3" fmla="*/ 508 h 55"/>
                <a:gd name="T4" fmla="*/ 373 w 53"/>
                <a:gd name="T5" fmla="*/ 386 h 55"/>
                <a:gd name="T6" fmla="*/ 348 w 53"/>
                <a:gd name="T7" fmla="*/ 52 h 55"/>
                <a:gd name="T8" fmla="*/ 75 w 53"/>
                <a:gd name="T9" fmla="*/ 17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5">
                  <a:moveTo>
                    <a:pt x="9" y="17"/>
                  </a:moveTo>
                  <a:cubicBezTo>
                    <a:pt x="0" y="29"/>
                    <a:pt x="2" y="43"/>
                    <a:pt x="12" y="49"/>
                  </a:cubicBezTo>
                  <a:cubicBezTo>
                    <a:pt x="22" y="55"/>
                    <a:pt x="36" y="49"/>
                    <a:pt x="44" y="37"/>
                  </a:cubicBezTo>
                  <a:cubicBezTo>
                    <a:pt x="53" y="25"/>
                    <a:pt x="51" y="11"/>
                    <a:pt x="41" y="5"/>
                  </a:cubicBezTo>
                  <a:cubicBezTo>
                    <a:pt x="32" y="0"/>
                    <a:pt x="17" y="5"/>
                    <a:pt x="9" y="1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3" name="Freeform 120">
              <a:extLst>
                <a:ext uri="{FF2B5EF4-FFF2-40B4-BE49-F238E27FC236}">
                  <a16:creationId xmlns:a16="http://schemas.microsoft.com/office/drawing/2014/main" id="{8CEAE068-1EBB-4C4C-AF86-09C4CE6F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287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4" name="Freeform 121">
              <a:extLst>
                <a:ext uri="{FF2B5EF4-FFF2-40B4-BE49-F238E27FC236}">
                  <a16:creationId xmlns:a16="http://schemas.microsoft.com/office/drawing/2014/main" id="{BA016D37-FF2D-47F7-8697-28CCB0BAB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525"/>
              <a:ext cx="69" cy="83"/>
            </a:xfrm>
            <a:custGeom>
              <a:avLst/>
              <a:gdLst>
                <a:gd name="T0" fmla="*/ 41 w 34"/>
                <a:gd name="T1" fmla="*/ 125 h 38"/>
                <a:gd name="T2" fmla="*/ 49 w 34"/>
                <a:gd name="T3" fmla="*/ 363 h 38"/>
                <a:gd name="T4" fmla="*/ 244 w 34"/>
                <a:gd name="T5" fmla="*/ 282 h 38"/>
                <a:gd name="T6" fmla="*/ 235 w 34"/>
                <a:gd name="T7" fmla="*/ 44 h 38"/>
                <a:gd name="T8" fmla="*/ 41 w 34"/>
                <a:gd name="T9" fmla="*/ 12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8">
                  <a:moveTo>
                    <a:pt x="5" y="12"/>
                  </a:moveTo>
                  <a:cubicBezTo>
                    <a:pt x="0" y="20"/>
                    <a:pt x="0" y="31"/>
                    <a:pt x="6" y="35"/>
                  </a:cubicBezTo>
                  <a:cubicBezTo>
                    <a:pt x="12" y="38"/>
                    <a:pt x="24" y="34"/>
                    <a:pt x="29" y="27"/>
                  </a:cubicBezTo>
                  <a:cubicBezTo>
                    <a:pt x="34" y="19"/>
                    <a:pt x="34" y="7"/>
                    <a:pt x="28" y="4"/>
                  </a:cubicBezTo>
                  <a:cubicBezTo>
                    <a:pt x="22" y="0"/>
                    <a:pt x="10" y="5"/>
                    <a:pt x="5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5" name="Freeform 122">
              <a:extLst>
                <a:ext uri="{FF2B5EF4-FFF2-40B4-BE49-F238E27FC236}">
                  <a16:creationId xmlns:a16="http://schemas.microsoft.com/office/drawing/2014/main" id="{42DF0DD8-09C9-40F7-9E1C-A5E221E7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246"/>
              <a:ext cx="79" cy="128"/>
            </a:xfrm>
            <a:custGeom>
              <a:avLst/>
              <a:gdLst>
                <a:gd name="T0" fmla="*/ 284 w 39"/>
                <a:gd name="T1" fmla="*/ 338 h 59"/>
                <a:gd name="T2" fmla="*/ 243 w 39"/>
                <a:gd name="T3" fmla="*/ 20 h 59"/>
                <a:gd name="T4" fmla="*/ 41 w 39"/>
                <a:gd name="T5" fmla="*/ 254 h 59"/>
                <a:gd name="T6" fmla="*/ 83 w 39"/>
                <a:gd name="T7" fmla="*/ 571 h 59"/>
                <a:gd name="T8" fmla="*/ 284 w 39"/>
                <a:gd name="T9" fmla="*/ 33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9">
                  <a:moveTo>
                    <a:pt x="34" y="33"/>
                  </a:moveTo>
                  <a:cubicBezTo>
                    <a:pt x="39" y="18"/>
                    <a:pt x="37" y="4"/>
                    <a:pt x="29" y="2"/>
                  </a:cubicBezTo>
                  <a:cubicBezTo>
                    <a:pt x="21" y="0"/>
                    <a:pt x="10" y="10"/>
                    <a:pt x="5" y="25"/>
                  </a:cubicBezTo>
                  <a:cubicBezTo>
                    <a:pt x="0" y="40"/>
                    <a:pt x="2" y="54"/>
                    <a:pt x="10" y="56"/>
                  </a:cubicBezTo>
                  <a:cubicBezTo>
                    <a:pt x="18" y="59"/>
                    <a:pt x="29" y="48"/>
                    <a:pt x="34" y="3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6" name="Freeform 123">
              <a:extLst>
                <a:ext uri="{FF2B5EF4-FFF2-40B4-BE49-F238E27FC236}">
                  <a16:creationId xmlns:a16="http://schemas.microsoft.com/office/drawing/2014/main" id="{22FCBEA0-82A9-489A-AAFD-99370387A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266"/>
              <a:ext cx="53" cy="91"/>
            </a:xfrm>
            <a:custGeom>
              <a:avLst/>
              <a:gdLst>
                <a:gd name="T0" fmla="*/ 196 w 26"/>
                <a:gd name="T1" fmla="*/ 245 h 42"/>
                <a:gd name="T2" fmla="*/ 171 w 26"/>
                <a:gd name="T3" fmla="*/ 20 h 42"/>
                <a:gd name="T4" fmla="*/ 24 w 26"/>
                <a:gd name="T5" fmla="*/ 184 h 42"/>
                <a:gd name="T6" fmla="*/ 49 w 26"/>
                <a:gd name="T7" fmla="*/ 410 h 42"/>
                <a:gd name="T8" fmla="*/ 196 w 26"/>
                <a:gd name="T9" fmla="*/ 24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2">
                  <a:moveTo>
                    <a:pt x="23" y="24"/>
                  </a:moveTo>
                  <a:cubicBezTo>
                    <a:pt x="26" y="14"/>
                    <a:pt x="25" y="3"/>
                    <a:pt x="20" y="2"/>
                  </a:cubicBezTo>
                  <a:cubicBezTo>
                    <a:pt x="15" y="0"/>
                    <a:pt x="6" y="8"/>
                    <a:pt x="3" y="18"/>
                  </a:cubicBezTo>
                  <a:cubicBezTo>
                    <a:pt x="0" y="27"/>
                    <a:pt x="1" y="39"/>
                    <a:pt x="6" y="40"/>
                  </a:cubicBezTo>
                  <a:cubicBezTo>
                    <a:pt x="11" y="42"/>
                    <a:pt x="19" y="34"/>
                    <a:pt x="23" y="2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7" name="Oval 124">
              <a:extLst>
                <a:ext uri="{FF2B5EF4-FFF2-40B4-BE49-F238E27FC236}">
                  <a16:creationId xmlns:a16="http://schemas.microsoft.com/office/drawing/2014/main" id="{76AF5B0E-10B1-46F3-B2CD-CFB5EF6F2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1942"/>
              <a:ext cx="38" cy="24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588" name="Freeform 125">
              <a:extLst>
                <a:ext uri="{FF2B5EF4-FFF2-40B4-BE49-F238E27FC236}">
                  <a16:creationId xmlns:a16="http://schemas.microsoft.com/office/drawing/2014/main" id="{3415BF3F-A9A6-4A0C-A2E7-F6B2E7194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684"/>
              <a:ext cx="105" cy="271"/>
            </a:xfrm>
            <a:custGeom>
              <a:avLst/>
              <a:gdLst>
                <a:gd name="T0" fmla="*/ 240 w 52"/>
                <a:gd name="T1" fmla="*/ 0 h 125"/>
                <a:gd name="T2" fmla="*/ 232 w 52"/>
                <a:gd name="T3" fmla="*/ 488 h 125"/>
                <a:gd name="T4" fmla="*/ 420 w 52"/>
                <a:gd name="T5" fmla="*/ 1275 h 125"/>
                <a:gd name="T6" fmla="*/ 339 w 52"/>
                <a:gd name="T7" fmla="*/ 1212 h 125"/>
                <a:gd name="T8" fmla="*/ 265 w 52"/>
                <a:gd name="T9" fmla="*/ 1275 h 125"/>
                <a:gd name="T10" fmla="*/ 73 w 52"/>
                <a:gd name="T11" fmla="*/ 488 h 125"/>
                <a:gd name="T12" fmla="*/ 81 w 52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25">
                  <a:moveTo>
                    <a:pt x="29" y="0"/>
                  </a:moveTo>
                  <a:cubicBezTo>
                    <a:pt x="21" y="20"/>
                    <a:pt x="19" y="30"/>
                    <a:pt x="28" y="48"/>
                  </a:cubicBezTo>
                  <a:cubicBezTo>
                    <a:pt x="37" y="67"/>
                    <a:pt x="52" y="90"/>
                    <a:pt x="51" y="125"/>
                  </a:cubicBezTo>
                  <a:cubicBezTo>
                    <a:pt x="51" y="122"/>
                    <a:pt x="47" y="119"/>
                    <a:pt x="41" y="119"/>
                  </a:cubicBezTo>
                  <a:cubicBezTo>
                    <a:pt x="36" y="119"/>
                    <a:pt x="32" y="122"/>
                    <a:pt x="32" y="125"/>
                  </a:cubicBezTo>
                  <a:cubicBezTo>
                    <a:pt x="33" y="90"/>
                    <a:pt x="18" y="67"/>
                    <a:pt x="9" y="48"/>
                  </a:cubicBezTo>
                  <a:cubicBezTo>
                    <a:pt x="0" y="30"/>
                    <a:pt x="2" y="2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9" name="Freeform 126">
              <a:extLst>
                <a:ext uri="{FF2B5EF4-FFF2-40B4-BE49-F238E27FC236}">
                  <a16:creationId xmlns:a16="http://schemas.microsoft.com/office/drawing/2014/main" id="{4D7FFC6F-41F4-426F-B8D7-A57937B1A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054"/>
              <a:ext cx="26" cy="18"/>
            </a:xfrm>
            <a:custGeom>
              <a:avLst/>
              <a:gdLst>
                <a:gd name="T0" fmla="*/ 104 w 13"/>
                <a:gd name="T1" fmla="*/ 56 h 8"/>
                <a:gd name="T2" fmla="*/ 64 w 13"/>
                <a:gd name="T3" fmla="*/ 11 h 8"/>
                <a:gd name="T4" fmla="*/ 8 w 13"/>
                <a:gd name="T5" fmla="*/ 25 h 8"/>
                <a:gd name="T6" fmla="*/ 48 w 13"/>
                <a:gd name="T7" fmla="*/ 81 h 8"/>
                <a:gd name="T8" fmla="*/ 104 w 13"/>
                <a:gd name="T9" fmla="*/ 5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3" y="5"/>
                  </a:moveTo>
                  <a:cubicBezTo>
                    <a:pt x="13" y="3"/>
                    <a:pt x="11" y="1"/>
                    <a:pt x="8" y="1"/>
                  </a:cubicBezTo>
                  <a:cubicBezTo>
                    <a:pt x="4" y="0"/>
                    <a:pt x="1" y="0"/>
                    <a:pt x="1" y="2"/>
                  </a:cubicBezTo>
                  <a:cubicBezTo>
                    <a:pt x="0" y="4"/>
                    <a:pt x="3" y="6"/>
                    <a:pt x="6" y="7"/>
                  </a:cubicBezTo>
                  <a:cubicBezTo>
                    <a:pt x="9" y="8"/>
                    <a:pt x="12" y="7"/>
                    <a:pt x="13" y="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0" name="Oval 127">
              <a:extLst>
                <a:ext uri="{FF2B5EF4-FFF2-40B4-BE49-F238E27FC236}">
                  <a16:creationId xmlns:a16="http://schemas.microsoft.com/office/drawing/2014/main" id="{07ACA8F5-5501-4842-BBC7-336A64169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4" y="770"/>
              <a:ext cx="49" cy="28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591" name="Oval 128">
              <a:extLst>
                <a:ext uri="{FF2B5EF4-FFF2-40B4-BE49-F238E27FC236}">
                  <a16:creationId xmlns:a16="http://schemas.microsoft.com/office/drawing/2014/main" id="{A35E933D-E7F5-43F4-8D61-8B0C7BFF0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777"/>
              <a:ext cx="31" cy="15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592" name="Freeform 129">
              <a:extLst>
                <a:ext uri="{FF2B5EF4-FFF2-40B4-BE49-F238E27FC236}">
                  <a16:creationId xmlns:a16="http://schemas.microsoft.com/office/drawing/2014/main" id="{D2FC4071-48FA-4734-901D-DC5141F33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840"/>
              <a:ext cx="16" cy="15"/>
            </a:xfrm>
            <a:custGeom>
              <a:avLst/>
              <a:gdLst>
                <a:gd name="T0" fmla="*/ 8 w 8"/>
                <a:gd name="T1" fmla="*/ 9 h 7"/>
                <a:gd name="T2" fmla="*/ 24 w 8"/>
                <a:gd name="T3" fmla="*/ 51 h 7"/>
                <a:gd name="T4" fmla="*/ 64 w 8"/>
                <a:gd name="T5" fmla="*/ 60 h 7"/>
                <a:gd name="T6" fmla="*/ 40 w 8"/>
                <a:gd name="T7" fmla="*/ 9 h 7"/>
                <a:gd name="T8" fmla="*/ 8 w 8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1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7"/>
                    <a:pt x="7" y="7"/>
                    <a:pt x="8" y="6"/>
                  </a:cubicBezTo>
                  <a:cubicBezTo>
                    <a:pt x="8" y="4"/>
                    <a:pt x="7" y="2"/>
                    <a:pt x="5" y="1"/>
                  </a:cubicBezTo>
                  <a:cubicBezTo>
                    <a:pt x="3" y="0"/>
                    <a:pt x="1" y="0"/>
                    <a:pt x="1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3" name="Oval 130">
              <a:extLst>
                <a:ext uri="{FF2B5EF4-FFF2-40B4-BE49-F238E27FC236}">
                  <a16:creationId xmlns:a16="http://schemas.microsoft.com/office/drawing/2014/main" id="{58224589-8C26-469A-9051-0F0D678B9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498"/>
              <a:ext cx="29" cy="58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594" name="Oval 131">
              <a:extLst>
                <a:ext uri="{FF2B5EF4-FFF2-40B4-BE49-F238E27FC236}">
                  <a16:creationId xmlns:a16="http://schemas.microsoft.com/office/drawing/2014/main" id="{5323536F-2603-44E9-BBDF-160FAE0FD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8" y="2509"/>
              <a:ext cx="15" cy="37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2595" name="Freeform 132">
              <a:extLst>
                <a:ext uri="{FF2B5EF4-FFF2-40B4-BE49-F238E27FC236}">
                  <a16:creationId xmlns:a16="http://schemas.microsoft.com/office/drawing/2014/main" id="{977D55B3-A141-4DA8-9EB5-0802561BA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685"/>
              <a:ext cx="55" cy="65"/>
            </a:xfrm>
            <a:custGeom>
              <a:avLst/>
              <a:gdLst>
                <a:gd name="T0" fmla="*/ 171 w 27"/>
                <a:gd name="T1" fmla="*/ 193 h 30"/>
                <a:gd name="T2" fmla="*/ 196 w 27"/>
                <a:gd name="T3" fmla="*/ 33 h 30"/>
                <a:gd name="T4" fmla="*/ 49 w 27"/>
                <a:gd name="T5" fmla="*/ 113 h 30"/>
                <a:gd name="T6" fmla="*/ 33 w 27"/>
                <a:gd name="T7" fmla="*/ 273 h 30"/>
                <a:gd name="T8" fmla="*/ 171 w 27"/>
                <a:gd name="T9" fmla="*/ 19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20" y="19"/>
                  </a:moveTo>
                  <a:cubicBezTo>
                    <a:pt x="26" y="13"/>
                    <a:pt x="27" y="5"/>
                    <a:pt x="23" y="3"/>
                  </a:cubicBezTo>
                  <a:cubicBezTo>
                    <a:pt x="19" y="0"/>
                    <a:pt x="11" y="4"/>
                    <a:pt x="6" y="11"/>
                  </a:cubicBezTo>
                  <a:cubicBezTo>
                    <a:pt x="1" y="17"/>
                    <a:pt x="0" y="25"/>
                    <a:pt x="4" y="27"/>
                  </a:cubicBezTo>
                  <a:cubicBezTo>
                    <a:pt x="8" y="30"/>
                    <a:pt x="15" y="26"/>
                    <a:pt x="20" y="1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6" name="Freeform 133">
              <a:extLst>
                <a:ext uri="{FF2B5EF4-FFF2-40B4-BE49-F238E27FC236}">
                  <a16:creationId xmlns:a16="http://schemas.microsoft.com/office/drawing/2014/main" id="{FFF7C0C7-21B8-4DCF-A2F5-B6718FE2D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698"/>
              <a:ext cx="34" cy="39"/>
            </a:xfrm>
            <a:custGeom>
              <a:avLst/>
              <a:gdLst>
                <a:gd name="T0" fmla="*/ 96 w 17"/>
                <a:gd name="T1" fmla="*/ 113 h 18"/>
                <a:gd name="T2" fmla="*/ 112 w 17"/>
                <a:gd name="T3" fmla="*/ 9 h 18"/>
                <a:gd name="T4" fmla="*/ 32 w 17"/>
                <a:gd name="T5" fmla="*/ 72 h 18"/>
                <a:gd name="T6" fmla="*/ 16 w 17"/>
                <a:gd name="T7" fmla="*/ 173 h 18"/>
                <a:gd name="T8" fmla="*/ 96 w 17"/>
                <a:gd name="T9" fmla="*/ 11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2" y="11"/>
                  </a:moveTo>
                  <a:cubicBezTo>
                    <a:pt x="16" y="7"/>
                    <a:pt x="17" y="3"/>
                    <a:pt x="14" y="1"/>
                  </a:cubicBezTo>
                  <a:cubicBezTo>
                    <a:pt x="12" y="0"/>
                    <a:pt x="8" y="2"/>
                    <a:pt x="4" y="7"/>
                  </a:cubicBezTo>
                  <a:cubicBezTo>
                    <a:pt x="1" y="11"/>
                    <a:pt x="0" y="15"/>
                    <a:pt x="2" y="17"/>
                  </a:cubicBezTo>
                  <a:cubicBezTo>
                    <a:pt x="4" y="18"/>
                    <a:pt x="9" y="16"/>
                    <a:pt x="12" y="1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7" name="Freeform 134">
              <a:extLst>
                <a:ext uri="{FF2B5EF4-FFF2-40B4-BE49-F238E27FC236}">
                  <a16:creationId xmlns:a16="http://schemas.microsoft.com/office/drawing/2014/main" id="{3C5521DF-5E89-4C1B-A4C0-287915289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420"/>
              <a:ext cx="24" cy="37"/>
            </a:xfrm>
            <a:custGeom>
              <a:avLst/>
              <a:gdLst>
                <a:gd name="T0" fmla="*/ 80 w 12"/>
                <a:gd name="T1" fmla="*/ 104 h 17"/>
                <a:gd name="T2" fmla="*/ 80 w 12"/>
                <a:gd name="T3" fmla="*/ 0 h 17"/>
                <a:gd name="T4" fmla="*/ 16 w 12"/>
                <a:gd name="T5" fmla="*/ 72 h 17"/>
                <a:gd name="T6" fmla="*/ 24 w 12"/>
                <a:gd name="T7" fmla="*/ 165 h 17"/>
                <a:gd name="T8" fmla="*/ 80 w 12"/>
                <a:gd name="T9" fmla="*/ 10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10" y="10"/>
                  </a:moveTo>
                  <a:cubicBezTo>
                    <a:pt x="12" y="6"/>
                    <a:pt x="12" y="1"/>
                    <a:pt x="10" y="0"/>
                  </a:cubicBezTo>
                  <a:cubicBezTo>
                    <a:pt x="7" y="0"/>
                    <a:pt x="4" y="2"/>
                    <a:pt x="2" y="7"/>
                  </a:cubicBezTo>
                  <a:cubicBezTo>
                    <a:pt x="0" y="11"/>
                    <a:pt x="1" y="15"/>
                    <a:pt x="3" y="16"/>
                  </a:cubicBezTo>
                  <a:cubicBezTo>
                    <a:pt x="5" y="17"/>
                    <a:pt x="9" y="14"/>
                    <a:pt x="10" y="1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8" name="Freeform 135">
              <a:extLst>
                <a:ext uri="{FF2B5EF4-FFF2-40B4-BE49-F238E27FC236}">
                  <a16:creationId xmlns:a16="http://schemas.microsoft.com/office/drawing/2014/main" id="{4E2D2E3F-C9F5-408C-ABC9-DF239E67C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141"/>
              <a:ext cx="1303" cy="1320"/>
            </a:xfrm>
            <a:custGeom>
              <a:avLst/>
              <a:gdLst>
                <a:gd name="T0" fmla="*/ 3282 w 640"/>
                <a:gd name="T1" fmla="*/ 684 h 608"/>
                <a:gd name="T2" fmla="*/ 3429 w 640"/>
                <a:gd name="T3" fmla="*/ 829 h 608"/>
                <a:gd name="T4" fmla="*/ 3308 w 640"/>
                <a:gd name="T5" fmla="*/ 797 h 608"/>
                <a:gd name="T6" fmla="*/ 3021 w 640"/>
                <a:gd name="T7" fmla="*/ 788 h 608"/>
                <a:gd name="T8" fmla="*/ 2810 w 640"/>
                <a:gd name="T9" fmla="*/ 326 h 608"/>
                <a:gd name="T10" fmla="*/ 2777 w 640"/>
                <a:gd name="T11" fmla="*/ 769 h 608"/>
                <a:gd name="T12" fmla="*/ 2761 w 640"/>
                <a:gd name="T13" fmla="*/ 1179 h 608"/>
                <a:gd name="T14" fmla="*/ 2736 w 640"/>
                <a:gd name="T15" fmla="*/ 708 h 608"/>
                <a:gd name="T16" fmla="*/ 2508 w 640"/>
                <a:gd name="T17" fmla="*/ 132 h 608"/>
                <a:gd name="T18" fmla="*/ 2484 w 640"/>
                <a:gd name="T19" fmla="*/ 623 h 608"/>
                <a:gd name="T20" fmla="*/ 2345 w 640"/>
                <a:gd name="T21" fmla="*/ 43 h 608"/>
                <a:gd name="T22" fmla="*/ 2201 w 640"/>
                <a:gd name="T23" fmla="*/ 612 h 608"/>
                <a:gd name="T24" fmla="*/ 2044 w 640"/>
                <a:gd name="T25" fmla="*/ 797 h 608"/>
                <a:gd name="T26" fmla="*/ 2009 w 640"/>
                <a:gd name="T27" fmla="*/ 821 h 608"/>
                <a:gd name="T28" fmla="*/ 2109 w 640"/>
                <a:gd name="T29" fmla="*/ 623 h 608"/>
                <a:gd name="T30" fmla="*/ 145 w 640"/>
                <a:gd name="T31" fmla="*/ 1687 h 608"/>
                <a:gd name="T32" fmla="*/ 668 w 640"/>
                <a:gd name="T33" fmla="*/ 1791 h 608"/>
                <a:gd name="T34" fmla="*/ 751 w 640"/>
                <a:gd name="T35" fmla="*/ 2612 h 608"/>
                <a:gd name="T36" fmla="*/ 953 w 640"/>
                <a:gd name="T37" fmla="*/ 3092 h 608"/>
                <a:gd name="T38" fmla="*/ 1301 w 640"/>
                <a:gd name="T39" fmla="*/ 3007 h 608"/>
                <a:gd name="T40" fmla="*/ 1053 w 640"/>
                <a:gd name="T41" fmla="*/ 3469 h 608"/>
                <a:gd name="T42" fmla="*/ 1264 w 640"/>
                <a:gd name="T43" fmla="*/ 3539 h 608"/>
                <a:gd name="T44" fmla="*/ 1065 w 640"/>
                <a:gd name="T45" fmla="*/ 3775 h 608"/>
                <a:gd name="T46" fmla="*/ 1580 w 640"/>
                <a:gd name="T47" fmla="*/ 3784 h 608"/>
                <a:gd name="T48" fmla="*/ 1189 w 640"/>
                <a:gd name="T49" fmla="*/ 3932 h 608"/>
                <a:gd name="T50" fmla="*/ 1509 w 640"/>
                <a:gd name="T51" fmla="*/ 4299 h 608"/>
                <a:gd name="T52" fmla="*/ 1089 w 640"/>
                <a:gd name="T53" fmla="*/ 5035 h 608"/>
                <a:gd name="T54" fmla="*/ 3105 w 640"/>
                <a:gd name="T55" fmla="*/ 5853 h 608"/>
                <a:gd name="T56" fmla="*/ 4318 w 640"/>
                <a:gd name="T57" fmla="*/ 4351 h 608"/>
                <a:gd name="T58" fmla="*/ 3893 w 640"/>
                <a:gd name="T59" fmla="*/ 4318 h 608"/>
                <a:gd name="T60" fmla="*/ 4269 w 640"/>
                <a:gd name="T61" fmla="*/ 4266 h 608"/>
                <a:gd name="T62" fmla="*/ 4113 w 640"/>
                <a:gd name="T63" fmla="*/ 4012 h 608"/>
                <a:gd name="T64" fmla="*/ 4058 w 640"/>
                <a:gd name="T65" fmla="*/ 3940 h 608"/>
                <a:gd name="T66" fmla="*/ 3925 w 640"/>
                <a:gd name="T67" fmla="*/ 3869 h 608"/>
                <a:gd name="T68" fmla="*/ 3872 w 640"/>
                <a:gd name="T69" fmla="*/ 3828 h 608"/>
                <a:gd name="T70" fmla="*/ 3992 w 640"/>
                <a:gd name="T71" fmla="*/ 3888 h 608"/>
                <a:gd name="T72" fmla="*/ 4245 w 640"/>
                <a:gd name="T73" fmla="*/ 3940 h 608"/>
                <a:gd name="T74" fmla="*/ 4170 w 640"/>
                <a:gd name="T75" fmla="*/ 3643 h 608"/>
                <a:gd name="T76" fmla="*/ 3893 w 640"/>
                <a:gd name="T77" fmla="*/ 3643 h 608"/>
                <a:gd name="T78" fmla="*/ 4100 w 640"/>
                <a:gd name="T79" fmla="*/ 3626 h 608"/>
                <a:gd name="T80" fmla="*/ 4357 w 640"/>
                <a:gd name="T81" fmla="*/ 3469 h 608"/>
                <a:gd name="T82" fmla="*/ 4145 w 640"/>
                <a:gd name="T83" fmla="*/ 3346 h 608"/>
                <a:gd name="T84" fmla="*/ 3830 w 640"/>
                <a:gd name="T85" fmla="*/ 3356 h 608"/>
                <a:gd name="T86" fmla="*/ 3901 w 640"/>
                <a:gd name="T87" fmla="*/ 3285 h 608"/>
                <a:gd name="T88" fmla="*/ 3917 w 640"/>
                <a:gd name="T89" fmla="*/ 3131 h 608"/>
                <a:gd name="T90" fmla="*/ 4337 w 640"/>
                <a:gd name="T91" fmla="*/ 3328 h 608"/>
                <a:gd name="T92" fmla="*/ 4278 w 640"/>
                <a:gd name="T93" fmla="*/ 2998 h 608"/>
                <a:gd name="T94" fmla="*/ 4090 w 640"/>
                <a:gd name="T95" fmla="*/ 2987 h 608"/>
                <a:gd name="T96" fmla="*/ 4650 w 640"/>
                <a:gd name="T97" fmla="*/ 2612 h 608"/>
                <a:gd name="T98" fmla="*/ 4725 w 640"/>
                <a:gd name="T99" fmla="*/ 1791 h 608"/>
                <a:gd name="T100" fmla="*/ 5257 w 640"/>
                <a:gd name="T101" fmla="*/ 1687 h 60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40" h="608">
                  <a:moveTo>
                    <a:pt x="393" y="7"/>
                  </a:moveTo>
                  <a:cubicBezTo>
                    <a:pt x="384" y="7"/>
                    <a:pt x="377" y="3"/>
                    <a:pt x="377" y="13"/>
                  </a:cubicBezTo>
                  <a:cubicBezTo>
                    <a:pt x="376" y="23"/>
                    <a:pt x="370" y="38"/>
                    <a:pt x="377" y="48"/>
                  </a:cubicBezTo>
                  <a:cubicBezTo>
                    <a:pt x="381" y="53"/>
                    <a:pt x="387" y="62"/>
                    <a:pt x="389" y="67"/>
                  </a:cubicBezTo>
                  <a:cubicBezTo>
                    <a:pt x="390" y="70"/>
                    <a:pt x="392" y="74"/>
                    <a:pt x="394" y="75"/>
                  </a:cubicBezTo>
                  <a:cubicBezTo>
                    <a:pt x="395" y="76"/>
                    <a:pt x="395" y="76"/>
                    <a:pt x="396" y="76"/>
                  </a:cubicBezTo>
                  <a:cubicBezTo>
                    <a:pt x="396" y="76"/>
                    <a:pt x="399" y="77"/>
                    <a:pt x="399" y="77"/>
                  </a:cubicBezTo>
                  <a:cubicBezTo>
                    <a:pt x="402" y="77"/>
                    <a:pt x="403" y="78"/>
                    <a:pt x="406" y="81"/>
                  </a:cubicBezTo>
                  <a:cubicBezTo>
                    <a:pt x="406" y="81"/>
                    <a:pt x="406" y="81"/>
                    <a:pt x="406" y="81"/>
                  </a:cubicBezTo>
                  <a:cubicBezTo>
                    <a:pt x="404" y="79"/>
                    <a:pt x="401" y="79"/>
                    <a:pt x="399" y="79"/>
                  </a:cubicBezTo>
                  <a:cubicBezTo>
                    <a:pt x="397" y="79"/>
                    <a:pt x="397" y="79"/>
                    <a:pt x="397" y="79"/>
                  </a:cubicBezTo>
                  <a:cubicBezTo>
                    <a:pt x="396" y="79"/>
                    <a:pt x="394" y="79"/>
                    <a:pt x="392" y="78"/>
                  </a:cubicBezTo>
                  <a:cubicBezTo>
                    <a:pt x="389" y="76"/>
                    <a:pt x="388" y="73"/>
                    <a:pt x="387" y="70"/>
                  </a:cubicBezTo>
                  <a:cubicBezTo>
                    <a:pt x="384" y="64"/>
                    <a:pt x="383" y="60"/>
                    <a:pt x="378" y="57"/>
                  </a:cubicBezTo>
                  <a:cubicBezTo>
                    <a:pt x="374" y="55"/>
                    <a:pt x="374" y="54"/>
                    <a:pt x="371" y="57"/>
                  </a:cubicBezTo>
                  <a:cubicBezTo>
                    <a:pt x="366" y="62"/>
                    <a:pt x="363" y="74"/>
                    <a:pt x="358" y="77"/>
                  </a:cubicBezTo>
                  <a:cubicBezTo>
                    <a:pt x="360" y="76"/>
                    <a:pt x="365" y="66"/>
                    <a:pt x="367" y="56"/>
                  </a:cubicBezTo>
                  <a:cubicBezTo>
                    <a:pt x="369" y="46"/>
                    <a:pt x="367" y="28"/>
                    <a:pt x="363" y="14"/>
                  </a:cubicBezTo>
                  <a:cubicBezTo>
                    <a:pt x="359" y="0"/>
                    <a:pt x="348" y="2"/>
                    <a:pt x="340" y="4"/>
                  </a:cubicBezTo>
                  <a:cubicBezTo>
                    <a:pt x="332" y="7"/>
                    <a:pt x="333" y="14"/>
                    <a:pt x="333" y="32"/>
                  </a:cubicBezTo>
                  <a:cubicBezTo>
                    <a:pt x="333" y="51"/>
                    <a:pt x="335" y="56"/>
                    <a:pt x="340" y="63"/>
                  </a:cubicBezTo>
                  <a:cubicBezTo>
                    <a:pt x="344" y="70"/>
                    <a:pt x="352" y="77"/>
                    <a:pt x="353" y="87"/>
                  </a:cubicBezTo>
                  <a:cubicBezTo>
                    <a:pt x="352" y="84"/>
                    <a:pt x="343" y="69"/>
                    <a:pt x="335" y="69"/>
                  </a:cubicBezTo>
                  <a:cubicBezTo>
                    <a:pt x="332" y="69"/>
                    <a:pt x="330" y="72"/>
                    <a:pt x="329" y="75"/>
                  </a:cubicBezTo>
                  <a:cubicBezTo>
                    <a:pt x="329" y="81"/>
                    <a:pt x="332" y="88"/>
                    <a:pt x="331" y="92"/>
                  </a:cubicBezTo>
                  <a:cubicBezTo>
                    <a:pt x="331" y="95"/>
                    <a:pt x="329" y="97"/>
                    <a:pt x="328" y="101"/>
                  </a:cubicBezTo>
                  <a:cubicBezTo>
                    <a:pt x="326" y="105"/>
                    <a:pt x="327" y="115"/>
                    <a:pt x="327" y="115"/>
                  </a:cubicBezTo>
                  <a:cubicBezTo>
                    <a:pt x="327" y="115"/>
                    <a:pt x="327" y="115"/>
                    <a:pt x="327" y="115"/>
                  </a:cubicBezTo>
                  <a:cubicBezTo>
                    <a:pt x="327" y="115"/>
                    <a:pt x="324" y="106"/>
                    <a:pt x="324" y="102"/>
                  </a:cubicBezTo>
                  <a:cubicBezTo>
                    <a:pt x="325" y="98"/>
                    <a:pt x="327" y="95"/>
                    <a:pt x="327" y="91"/>
                  </a:cubicBezTo>
                  <a:cubicBezTo>
                    <a:pt x="327" y="87"/>
                    <a:pt x="322" y="80"/>
                    <a:pt x="323" y="74"/>
                  </a:cubicBezTo>
                  <a:cubicBezTo>
                    <a:pt x="324" y="69"/>
                    <a:pt x="324" y="69"/>
                    <a:pt x="324" y="69"/>
                  </a:cubicBezTo>
                  <a:cubicBezTo>
                    <a:pt x="325" y="66"/>
                    <a:pt x="326" y="56"/>
                    <a:pt x="326" y="51"/>
                  </a:cubicBezTo>
                  <a:cubicBezTo>
                    <a:pt x="326" y="43"/>
                    <a:pt x="325" y="32"/>
                    <a:pt x="325" y="23"/>
                  </a:cubicBezTo>
                  <a:cubicBezTo>
                    <a:pt x="324" y="11"/>
                    <a:pt x="321" y="5"/>
                    <a:pt x="312" y="4"/>
                  </a:cubicBezTo>
                  <a:cubicBezTo>
                    <a:pt x="303" y="3"/>
                    <a:pt x="297" y="7"/>
                    <a:pt x="297" y="13"/>
                  </a:cubicBezTo>
                  <a:cubicBezTo>
                    <a:pt x="297" y="20"/>
                    <a:pt x="296" y="35"/>
                    <a:pt x="300" y="40"/>
                  </a:cubicBezTo>
                  <a:cubicBezTo>
                    <a:pt x="304" y="45"/>
                    <a:pt x="313" y="58"/>
                    <a:pt x="311" y="72"/>
                  </a:cubicBezTo>
                  <a:cubicBezTo>
                    <a:pt x="312" y="64"/>
                    <a:pt x="303" y="45"/>
                    <a:pt x="300" y="45"/>
                  </a:cubicBezTo>
                  <a:cubicBezTo>
                    <a:pt x="296" y="45"/>
                    <a:pt x="297" y="51"/>
                    <a:pt x="294" y="61"/>
                  </a:cubicBezTo>
                  <a:cubicBezTo>
                    <a:pt x="291" y="72"/>
                    <a:pt x="285" y="81"/>
                    <a:pt x="278" y="85"/>
                  </a:cubicBezTo>
                  <a:cubicBezTo>
                    <a:pt x="285" y="79"/>
                    <a:pt x="288" y="69"/>
                    <a:pt x="290" y="61"/>
                  </a:cubicBezTo>
                  <a:cubicBezTo>
                    <a:pt x="291" y="54"/>
                    <a:pt x="291" y="39"/>
                    <a:pt x="290" y="23"/>
                  </a:cubicBezTo>
                  <a:cubicBezTo>
                    <a:pt x="290" y="7"/>
                    <a:pt x="286" y="3"/>
                    <a:pt x="278" y="4"/>
                  </a:cubicBezTo>
                  <a:cubicBezTo>
                    <a:pt x="271" y="4"/>
                    <a:pt x="270" y="5"/>
                    <a:pt x="269" y="19"/>
                  </a:cubicBezTo>
                  <a:cubicBezTo>
                    <a:pt x="268" y="32"/>
                    <a:pt x="263" y="46"/>
                    <a:pt x="264" y="52"/>
                  </a:cubicBezTo>
                  <a:cubicBezTo>
                    <a:pt x="265" y="57"/>
                    <a:pt x="269" y="63"/>
                    <a:pt x="272" y="67"/>
                  </a:cubicBezTo>
                  <a:cubicBezTo>
                    <a:pt x="269" y="64"/>
                    <a:pt x="265" y="61"/>
                    <a:pt x="261" y="60"/>
                  </a:cubicBezTo>
                  <a:cubicBezTo>
                    <a:pt x="259" y="59"/>
                    <a:pt x="254" y="62"/>
                    <a:pt x="253" y="64"/>
                  </a:cubicBezTo>
                  <a:cubicBezTo>
                    <a:pt x="252" y="66"/>
                    <a:pt x="252" y="67"/>
                    <a:pt x="252" y="70"/>
                  </a:cubicBezTo>
                  <a:cubicBezTo>
                    <a:pt x="251" y="72"/>
                    <a:pt x="249" y="73"/>
                    <a:pt x="247" y="75"/>
                  </a:cubicBezTo>
                  <a:cubicBezTo>
                    <a:pt x="246" y="76"/>
                    <a:pt x="243" y="77"/>
                    <a:pt x="242" y="78"/>
                  </a:cubicBezTo>
                  <a:cubicBezTo>
                    <a:pt x="241" y="80"/>
                    <a:pt x="241" y="80"/>
                    <a:pt x="241" y="80"/>
                  </a:cubicBezTo>
                  <a:cubicBezTo>
                    <a:pt x="239" y="85"/>
                    <a:pt x="238" y="90"/>
                    <a:pt x="230" y="89"/>
                  </a:cubicBezTo>
                  <a:cubicBezTo>
                    <a:pt x="230" y="89"/>
                    <a:pt x="230" y="89"/>
                    <a:pt x="230" y="89"/>
                  </a:cubicBezTo>
                  <a:cubicBezTo>
                    <a:pt x="235" y="89"/>
                    <a:pt x="236" y="85"/>
                    <a:pt x="238" y="80"/>
                  </a:cubicBezTo>
                  <a:cubicBezTo>
                    <a:pt x="240" y="77"/>
                    <a:pt x="240" y="77"/>
                    <a:pt x="240" y="77"/>
                  </a:cubicBezTo>
                  <a:cubicBezTo>
                    <a:pt x="241" y="75"/>
                    <a:pt x="243" y="74"/>
                    <a:pt x="244" y="72"/>
                  </a:cubicBezTo>
                  <a:cubicBezTo>
                    <a:pt x="246" y="71"/>
                    <a:pt x="248" y="70"/>
                    <a:pt x="248" y="68"/>
                  </a:cubicBezTo>
                  <a:cubicBezTo>
                    <a:pt x="248" y="67"/>
                    <a:pt x="248" y="64"/>
                    <a:pt x="250" y="61"/>
                  </a:cubicBezTo>
                  <a:cubicBezTo>
                    <a:pt x="252" y="59"/>
                    <a:pt x="254" y="59"/>
                    <a:pt x="255" y="57"/>
                  </a:cubicBezTo>
                  <a:cubicBezTo>
                    <a:pt x="257" y="54"/>
                    <a:pt x="259" y="41"/>
                    <a:pt x="260" y="37"/>
                  </a:cubicBezTo>
                  <a:cubicBezTo>
                    <a:pt x="260" y="25"/>
                    <a:pt x="263" y="6"/>
                    <a:pt x="249" y="7"/>
                  </a:cubicBezTo>
                  <a:cubicBezTo>
                    <a:pt x="184" y="11"/>
                    <a:pt x="54" y="106"/>
                    <a:pt x="17" y="165"/>
                  </a:cubicBezTo>
                  <a:cubicBezTo>
                    <a:pt x="4" y="186"/>
                    <a:pt x="0" y="200"/>
                    <a:pt x="14" y="199"/>
                  </a:cubicBezTo>
                  <a:cubicBezTo>
                    <a:pt x="28" y="198"/>
                    <a:pt x="70" y="181"/>
                    <a:pt x="81" y="174"/>
                  </a:cubicBezTo>
                  <a:cubicBezTo>
                    <a:pt x="81" y="175"/>
                    <a:pt x="81" y="175"/>
                    <a:pt x="81" y="175"/>
                  </a:cubicBezTo>
                  <a:cubicBezTo>
                    <a:pt x="80" y="175"/>
                    <a:pt x="80" y="175"/>
                    <a:pt x="79" y="175"/>
                  </a:cubicBezTo>
                  <a:cubicBezTo>
                    <a:pt x="69" y="181"/>
                    <a:pt x="68" y="195"/>
                    <a:pt x="76" y="207"/>
                  </a:cubicBezTo>
                  <a:cubicBezTo>
                    <a:pt x="84" y="219"/>
                    <a:pt x="97" y="224"/>
                    <a:pt x="107" y="220"/>
                  </a:cubicBezTo>
                  <a:cubicBezTo>
                    <a:pt x="100" y="224"/>
                    <a:pt x="94" y="226"/>
                    <a:pt x="87" y="229"/>
                  </a:cubicBezTo>
                  <a:cubicBezTo>
                    <a:pt x="78" y="235"/>
                    <a:pt x="83" y="244"/>
                    <a:pt x="89" y="255"/>
                  </a:cubicBezTo>
                  <a:cubicBezTo>
                    <a:pt x="94" y="266"/>
                    <a:pt x="99" y="278"/>
                    <a:pt x="104" y="280"/>
                  </a:cubicBezTo>
                  <a:cubicBezTo>
                    <a:pt x="110" y="283"/>
                    <a:pt x="124" y="274"/>
                    <a:pt x="131" y="269"/>
                  </a:cubicBezTo>
                  <a:cubicBezTo>
                    <a:pt x="123" y="276"/>
                    <a:pt x="108" y="282"/>
                    <a:pt x="108" y="287"/>
                  </a:cubicBezTo>
                  <a:cubicBezTo>
                    <a:pt x="108" y="292"/>
                    <a:pt x="111" y="300"/>
                    <a:pt x="113" y="302"/>
                  </a:cubicBezTo>
                  <a:cubicBezTo>
                    <a:pt x="115" y="304"/>
                    <a:pt x="126" y="305"/>
                    <a:pt x="133" y="302"/>
                  </a:cubicBezTo>
                  <a:cubicBezTo>
                    <a:pt x="139" y="299"/>
                    <a:pt x="149" y="295"/>
                    <a:pt x="157" y="288"/>
                  </a:cubicBezTo>
                  <a:cubicBezTo>
                    <a:pt x="164" y="282"/>
                    <a:pt x="176" y="277"/>
                    <a:pt x="176" y="277"/>
                  </a:cubicBezTo>
                  <a:cubicBezTo>
                    <a:pt x="167" y="282"/>
                    <a:pt x="161" y="288"/>
                    <a:pt x="154" y="294"/>
                  </a:cubicBezTo>
                  <a:cubicBezTo>
                    <a:pt x="152" y="297"/>
                    <a:pt x="148" y="299"/>
                    <a:pt x="145" y="301"/>
                  </a:cubicBezTo>
                  <a:cubicBezTo>
                    <a:pt x="139" y="305"/>
                    <a:pt x="132" y="308"/>
                    <a:pt x="126" y="310"/>
                  </a:cubicBezTo>
                  <a:cubicBezTo>
                    <a:pt x="117" y="312"/>
                    <a:pt x="118" y="314"/>
                    <a:pt x="119" y="324"/>
                  </a:cubicBezTo>
                  <a:cubicBezTo>
                    <a:pt x="121" y="334"/>
                    <a:pt x="120" y="338"/>
                    <a:pt x="125" y="339"/>
                  </a:cubicBezTo>
                  <a:cubicBezTo>
                    <a:pt x="130" y="341"/>
                    <a:pt x="138" y="339"/>
                    <a:pt x="145" y="336"/>
                  </a:cubicBezTo>
                  <a:cubicBezTo>
                    <a:pt x="153" y="332"/>
                    <a:pt x="166" y="329"/>
                    <a:pt x="170" y="317"/>
                  </a:cubicBezTo>
                  <a:cubicBezTo>
                    <a:pt x="167" y="327"/>
                    <a:pt x="161" y="333"/>
                    <a:pt x="154" y="338"/>
                  </a:cubicBezTo>
                  <a:cubicBezTo>
                    <a:pt x="148" y="343"/>
                    <a:pt x="147" y="343"/>
                    <a:pt x="150" y="346"/>
                  </a:cubicBezTo>
                  <a:cubicBezTo>
                    <a:pt x="154" y="349"/>
                    <a:pt x="160" y="352"/>
                    <a:pt x="161" y="356"/>
                  </a:cubicBezTo>
                  <a:cubicBezTo>
                    <a:pt x="157" y="350"/>
                    <a:pt x="145" y="349"/>
                    <a:pt x="139" y="348"/>
                  </a:cubicBezTo>
                  <a:cubicBezTo>
                    <a:pt x="133" y="346"/>
                    <a:pt x="127" y="346"/>
                    <a:pt x="125" y="350"/>
                  </a:cubicBezTo>
                  <a:cubicBezTo>
                    <a:pt x="123" y="353"/>
                    <a:pt x="126" y="364"/>
                    <a:pt x="126" y="369"/>
                  </a:cubicBezTo>
                  <a:cubicBezTo>
                    <a:pt x="126" y="373"/>
                    <a:pt x="145" y="377"/>
                    <a:pt x="154" y="377"/>
                  </a:cubicBezTo>
                  <a:cubicBezTo>
                    <a:pt x="163" y="376"/>
                    <a:pt x="168" y="371"/>
                    <a:pt x="183" y="367"/>
                  </a:cubicBezTo>
                  <a:cubicBezTo>
                    <a:pt x="197" y="362"/>
                    <a:pt x="210" y="360"/>
                    <a:pt x="215" y="355"/>
                  </a:cubicBezTo>
                  <a:cubicBezTo>
                    <a:pt x="210" y="363"/>
                    <a:pt x="194" y="366"/>
                    <a:pt x="187" y="370"/>
                  </a:cubicBezTo>
                  <a:cubicBezTo>
                    <a:pt x="180" y="374"/>
                    <a:pt x="174" y="375"/>
                    <a:pt x="177" y="379"/>
                  </a:cubicBezTo>
                  <a:cubicBezTo>
                    <a:pt x="179" y="382"/>
                    <a:pt x="200" y="393"/>
                    <a:pt x="204" y="404"/>
                  </a:cubicBezTo>
                  <a:cubicBezTo>
                    <a:pt x="201" y="396"/>
                    <a:pt x="176" y="382"/>
                    <a:pt x="168" y="382"/>
                  </a:cubicBezTo>
                  <a:cubicBezTo>
                    <a:pt x="161" y="382"/>
                    <a:pt x="149" y="384"/>
                    <a:pt x="141" y="384"/>
                  </a:cubicBezTo>
                  <a:cubicBezTo>
                    <a:pt x="134" y="384"/>
                    <a:pt x="124" y="382"/>
                    <a:pt x="123" y="390"/>
                  </a:cubicBezTo>
                  <a:cubicBezTo>
                    <a:pt x="122" y="397"/>
                    <a:pt x="122" y="404"/>
                    <a:pt x="127" y="409"/>
                  </a:cubicBezTo>
                  <a:cubicBezTo>
                    <a:pt x="132" y="415"/>
                    <a:pt x="135" y="416"/>
                    <a:pt x="147" y="416"/>
                  </a:cubicBezTo>
                  <a:cubicBezTo>
                    <a:pt x="160" y="416"/>
                    <a:pt x="172" y="418"/>
                    <a:pt x="179" y="420"/>
                  </a:cubicBezTo>
                  <a:cubicBezTo>
                    <a:pt x="166" y="419"/>
                    <a:pt x="155" y="417"/>
                    <a:pt x="147" y="419"/>
                  </a:cubicBezTo>
                  <a:cubicBezTo>
                    <a:pt x="139" y="420"/>
                    <a:pt x="126" y="416"/>
                    <a:pt x="127" y="426"/>
                  </a:cubicBezTo>
                  <a:cubicBezTo>
                    <a:pt x="127" y="432"/>
                    <a:pt x="128" y="439"/>
                    <a:pt x="127" y="452"/>
                  </a:cubicBezTo>
                  <a:cubicBezTo>
                    <a:pt x="127" y="465"/>
                    <a:pt x="125" y="478"/>
                    <a:pt x="129" y="492"/>
                  </a:cubicBezTo>
                  <a:cubicBezTo>
                    <a:pt x="132" y="506"/>
                    <a:pt x="156" y="511"/>
                    <a:pt x="180" y="519"/>
                  </a:cubicBezTo>
                  <a:cubicBezTo>
                    <a:pt x="203" y="527"/>
                    <a:pt x="240" y="546"/>
                    <a:pt x="272" y="572"/>
                  </a:cubicBezTo>
                  <a:cubicBezTo>
                    <a:pt x="304" y="598"/>
                    <a:pt x="303" y="608"/>
                    <a:pt x="320" y="608"/>
                  </a:cubicBezTo>
                  <a:cubicBezTo>
                    <a:pt x="336" y="608"/>
                    <a:pt x="336" y="598"/>
                    <a:pt x="368" y="572"/>
                  </a:cubicBezTo>
                  <a:cubicBezTo>
                    <a:pt x="400" y="546"/>
                    <a:pt x="437" y="527"/>
                    <a:pt x="460" y="519"/>
                  </a:cubicBezTo>
                  <a:cubicBezTo>
                    <a:pt x="484" y="511"/>
                    <a:pt x="508" y="506"/>
                    <a:pt x="511" y="492"/>
                  </a:cubicBezTo>
                  <a:cubicBezTo>
                    <a:pt x="514" y="478"/>
                    <a:pt x="513" y="465"/>
                    <a:pt x="512" y="452"/>
                  </a:cubicBezTo>
                  <a:cubicBezTo>
                    <a:pt x="512" y="439"/>
                    <a:pt x="515" y="429"/>
                    <a:pt x="512" y="425"/>
                  </a:cubicBezTo>
                  <a:cubicBezTo>
                    <a:pt x="507" y="420"/>
                    <a:pt x="505" y="420"/>
                    <a:pt x="499" y="422"/>
                  </a:cubicBezTo>
                  <a:cubicBezTo>
                    <a:pt x="497" y="423"/>
                    <a:pt x="497" y="423"/>
                    <a:pt x="497" y="423"/>
                  </a:cubicBezTo>
                  <a:cubicBezTo>
                    <a:pt x="491" y="425"/>
                    <a:pt x="471" y="425"/>
                    <a:pt x="467" y="424"/>
                  </a:cubicBezTo>
                  <a:cubicBezTo>
                    <a:pt x="461" y="422"/>
                    <a:pt x="461" y="422"/>
                    <a:pt x="461" y="422"/>
                  </a:cubicBezTo>
                  <a:cubicBezTo>
                    <a:pt x="461" y="422"/>
                    <a:pt x="461" y="422"/>
                    <a:pt x="461" y="422"/>
                  </a:cubicBezTo>
                  <a:cubicBezTo>
                    <a:pt x="461" y="422"/>
                    <a:pt x="492" y="421"/>
                    <a:pt x="495" y="420"/>
                  </a:cubicBezTo>
                  <a:cubicBezTo>
                    <a:pt x="497" y="420"/>
                    <a:pt x="497" y="420"/>
                    <a:pt x="497" y="420"/>
                  </a:cubicBezTo>
                  <a:cubicBezTo>
                    <a:pt x="500" y="418"/>
                    <a:pt x="503" y="417"/>
                    <a:pt x="506" y="417"/>
                  </a:cubicBezTo>
                  <a:cubicBezTo>
                    <a:pt x="515" y="416"/>
                    <a:pt x="512" y="408"/>
                    <a:pt x="512" y="399"/>
                  </a:cubicBezTo>
                  <a:cubicBezTo>
                    <a:pt x="512" y="391"/>
                    <a:pt x="508" y="393"/>
                    <a:pt x="500" y="394"/>
                  </a:cubicBezTo>
                  <a:cubicBezTo>
                    <a:pt x="499" y="394"/>
                    <a:pt x="495" y="394"/>
                    <a:pt x="493" y="393"/>
                  </a:cubicBezTo>
                  <a:cubicBezTo>
                    <a:pt x="491" y="393"/>
                    <a:pt x="489" y="392"/>
                    <a:pt x="487" y="392"/>
                  </a:cubicBezTo>
                  <a:cubicBezTo>
                    <a:pt x="481" y="391"/>
                    <a:pt x="466" y="390"/>
                    <a:pt x="463" y="396"/>
                  </a:cubicBezTo>
                  <a:cubicBezTo>
                    <a:pt x="462" y="397"/>
                    <a:pt x="462" y="397"/>
                    <a:pt x="462" y="397"/>
                  </a:cubicBezTo>
                  <a:cubicBezTo>
                    <a:pt x="466" y="388"/>
                    <a:pt x="474" y="386"/>
                    <a:pt x="481" y="386"/>
                  </a:cubicBezTo>
                  <a:cubicBezTo>
                    <a:pt x="481" y="385"/>
                    <a:pt x="481" y="385"/>
                    <a:pt x="481" y="385"/>
                  </a:cubicBezTo>
                  <a:cubicBezTo>
                    <a:pt x="480" y="385"/>
                    <a:pt x="479" y="385"/>
                    <a:pt x="477" y="385"/>
                  </a:cubicBezTo>
                  <a:cubicBezTo>
                    <a:pt x="475" y="385"/>
                    <a:pt x="472" y="385"/>
                    <a:pt x="469" y="384"/>
                  </a:cubicBezTo>
                  <a:cubicBezTo>
                    <a:pt x="467" y="383"/>
                    <a:pt x="466" y="381"/>
                    <a:pt x="465" y="380"/>
                  </a:cubicBezTo>
                  <a:cubicBezTo>
                    <a:pt x="465" y="380"/>
                    <a:pt x="465" y="379"/>
                    <a:pt x="465" y="378"/>
                  </a:cubicBezTo>
                  <a:cubicBezTo>
                    <a:pt x="465" y="378"/>
                    <a:pt x="465" y="378"/>
                    <a:pt x="465" y="378"/>
                  </a:cubicBezTo>
                  <a:cubicBezTo>
                    <a:pt x="464" y="378"/>
                    <a:pt x="460" y="374"/>
                    <a:pt x="459" y="374"/>
                  </a:cubicBezTo>
                  <a:cubicBezTo>
                    <a:pt x="457" y="375"/>
                    <a:pt x="461" y="375"/>
                    <a:pt x="459" y="374"/>
                  </a:cubicBezTo>
                  <a:cubicBezTo>
                    <a:pt x="459" y="374"/>
                    <a:pt x="459" y="374"/>
                    <a:pt x="459" y="374"/>
                  </a:cubicBezTo>
                  <a:cubicBezTo>
                    <a:pt x="459" y="375"/>
                    <a:pt x="457" y="375"/>
                    <a:pt x="459" y="374"/>
                  </a:cubicBezTo>
                  <a:cubicBezTo>
                    <a:pt x="461" y="374"/>
                    <a:pt x="465" y="374"/>
                    <a:pt x="467" y="375"/>
                  </a:cubicBezTo>
                  <a:cubicBezTo>
                    <a:pt x="470" y="376"/>
                    <a:pt x="472" y="378"/>
                    <a:pt x="473" y="379"/>
                  </a:cubicBezTo>
                  <a:cubicBezTo>
                    <a:pt x="473" y="379"/>
                    <a:pt x="473" y="380"/>
                    <a:pt x="473" y="380"/>
                  </a:cubicBezTo>
                  <a:cubicBezTo>
                    <a:pt x="475" y="380"/>
                    <a:pt x="476" y="380"/>
                    <a:pt x="477" y="380"/>
                  </a:cubicBezTo>
                  <a:cubicBezTo>
                    <a:pt x="485" y="379"/>
                    <a:pt x="488" y="381"/>
                    <a:pt x="490" y="383"/>
                  </a:cubicBezTo>
                  <a:cubicBezTo>
                    <a:pt x="492" y="385"/>
                    <a:pt x="494" y="386"/>
                    <a:pt x="496" y="386"/>
                  </a:cubicBezTo>
                  <a:cubicBezTo>
                    <a:pt x="496" y="386"/>
                    <a:pt x="501" y="386"/>
                    <a:pt x="503" y="385"/>
                  </a:cubicBezTo>
                  <a:cubicBezTo>
                    <a:pt x="509" y="383"/>
                    <a:pt x="514" y="383"/>
                    <a:pt x="514" y="376"/>
                  </a:cubicBezTo>
                  <a:cubicBezTo>
                    <a:pt x="514" y="369"/>
                    <a:pt x="515" y="366"/>
                    <a:pt x="515" y="362"/>
                  </a:cubicBezTo>
                  <a:cubicBezTo>
                    <a:pt x="515" y="359"/>
                    <a:pt x="506" y="358"/>
                    <a:pt x="500" y="357"/>
                  </a:cubicBezTo>
                  <a:cubicBezTo>
                    <a:pt x="498" y="357"/>
                    <a:pt x="495" y="356"/>
                    <a:pt x="494" y="356"/>
                  </a:cubicBezTo>
                  <a:cubicBezTo>
                    <a:pt x="493" y="356"/>
                    <a:pt x="491" y="357"/>
                    <a:pt x="490" y="358"/>
                  </a:cubicBezTo>
                  <a:cubicBezTo>
                    <a:pt x="488" y="359"/>
                    <a:pt x="485" y="360"/>
                    <a:pt x="483" y="361"/>
                  </a:cubicBezTo>
                  <a:cubicBezTo>
                    <a:pt x="479" y="361"/>
                    <a:pt x="475" y="360"/>
                    <a:pt x="472" y="360"/>
                  </a:cubicBezTo>
                  <a:cubicBezTo>
                    <a:pt x="469" y="359"/>
                    <a:pt x="464" y="355"/>
                    <a:pt x="461" y="356"/>
                  </a:cubicBezTo>
                  <a:cubicBezTo>
                    <a:pt x="461" y="356"/>
                    <a:pt x="461" y="356"/>
                    <a:pt x="461" y="356"/>
                  </a:cubicBezTo>
                  <a:cubicBezTo>
                    <a:pt x="466" y="354"/>
                    <a:pt x="469" y="354"/>
                    <a:pt x="473" y="355"/>
                  </a:cubicBezTo>
                  <a:cubicBezTo>
                    <a:pt x="476" y="355"/>
                    <a:pt x="479" y="356"/>
                    <a:pt x="481" y="355"/>
                  </a:cubicBezTo>
                  <a:cubicBezTo>
                    <a:pt x="483" y="355"/>
                    <a:pt x="484" y="354"/>
                    <a:pt x="486" y="354"/>
                  </a:cubicBezTo>
                  <a:cubicBezTo>
                    <a:pt x="488" y="353"/>
                    <a:pt x="491" y="350"/>
                    <a:pt x="494" y="349"/>
                  </a:cubicBezTo>
                  <a:cubicBezTo>
                    <a:pt x="497" y="349"/>
                    <a:pt x="499" y="349"/>
                    <a:pt x="502" y="350"/>
                  </a:cubicBezTo>
                  <a:cubicBezTo>
                    <a:pt x="509" y="350"/>
                    <a:pt x="513" y="352"/>
                    <a:pt x="515" y="350"/>
                  </a:cubicBezTo>
                  <a:cubicBezTo>
                    <a:pt x="516" y="347"/>
                    <a:pt x="515" y="341"/>
                    <a:pt x="516" y="339"/>
                  </a:cubicBezTo>
                  <a:cubicBezTo>
                    <a:pt x="516" y="335"/>
                    <a:pt x="513" y="334"/>
                    <a:pt x="509" y="331"/>
                  </a:cubicBezTo>
                  <a:cubicBezTo>
                    <a:pt x="505" y="327"/>
                    <a:pt x="502" y="326"/>
                    <a:pt x="497" y="325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5" y="325"/>
                    <a:pt x="494" y="325"/>
                    <a:pt x="491" y="327"/>
                  </a:cubicBezTo>
                  <a:cubicBezTo>
                    <a:pt x="488" y="329"/>
                    <a:pt x="486" y="330"/>
                    <a:pt x="483" y="331"/>
                  </a:cubicBezTo>
                  <a:cubicBezTo>
                    <a:pt x="478" y="332"/>
                    <a:pt x="473" y="328"/>
                    <a:pt x="470" y="327"/>
                  </a:cubicBezTo>
                  <a:cubicBezTo>
                    <a:pt x="467" y="327"/>
                    <a:pt x="464" y="326"/>
                    <a:pt x="462" y="326"/>
                  </a:cubicBezTo>
                  <a:cubicBezTo>
                    <a:pt x="460" y="326"/>
                    <a:pt x="456" y="327"/>
                    <a:pt x="454" y="328"/>
                  </a:cubicBezTo>
                  <a:cubicBezTo>
                    <a:pt x="450" y="330"/>
                    <a:pt x="448" y="331"/>
                    <a:pt x="444" y="330"/>
                  </a:cubicBezTo>
                  <a:cubicBezTo>
                    <a:pt x="444" y="330"/>
                    <a:pt x="444" y="330"/>
                    <a:pt x="444" y="330"/>
                  </a:cubicBezTo>
                  <a:cubicBezTo>
                    <a:pt x="445" y="330"/>
                    <a:pt x="449" y="325"/>
                    <a:pt x="452" y="324"/>
                  </a:cubicBezTo>
                  <a:cubicBezTo>
                    <a:pt x="455" y="323"/>
                    <a:pt x="458" y="321"/>
                    <a:pt x="462" y="321"/>
                  </a:cubicBezTo>
                  <a:cubicBezTo>
                    <a:pt x="465" y="321"/>
                    <a:pt x="468" y="322"/>
                    <a:pt x="471" y="323"/>
                  </a:cubicBezTo>
                  <a:cubicBezTo>
                    <a:pt x="475" y="323"/>
                    <a:pt x="478" y="324"/>
                    <a:pt x="481" y="323"/>
                  </a:cubicBezTo>
                  <a:cubicBezTo>
                    <a:pt x="482" y="323"/>
                    <a:pt x="485" y="320"/>
                    <a:pt x="486" y="320"/>
                  </a:cubicBezTo>
                  <a:cubicBezTo>
                    <a:pt x="477" y="318"/>
                    <a:pt x="469" y="315"/>
                    <a:pt x="464" y="306"/>
                  </a:cubicBezTo>
                  <a:cubicBezTo>
                    <a:pt x="464" y="306"/>
                    <a:pt x="464" y="306"/>
                    <a:pt x="464" y="306"/>
                  </a:cubicBezTo>
                  <a:cubicBezTo>
                    <a:pt x="468" y="314"/>
                    <a:pt x="482" y="314"/>
                    <a:pt x="492" y="316"/>
                  </a:cubicBezTo>
                  <a:cubicBezTo>
                    <a:pt x="496" y="317"/>
                    <a:pt x="496" y="317"/>
                    <a:pt x="496" y="317"/>
                  </a:cubicBezTo>
                  <a:cubicBezTo>
                    <a:pt x="504" y="318"/>
                    <a:pt x="508" y="320"/>
                    <a:pt x="514" y="325"/>
                  </a:cubicBezTo>
                  <a:cubicBezTo>
                    <a:pt x="518" y="327"/>
                    <a:pt x="518" y="323"/>
                    <a:pt x="520" y="316"/>
                  </a:cubicBezTo>
                  <a:cubicBezTo>
                    <a:pt x="522" y="308"/>
                    <a:pt x="524" y="303"/>
                    <a:pt x="526" y="297"/>
                  </a:cubicBezTo>
                  <a:cubicBezTo>
                    <a:pt x="529" y="292"/>
                    <a:pt x="521" y="292"/>
                    <a:pt x="521" y="292"/>
                  </a:cubicBezTo>
                  <a:cubicBezTo>
                    <a:pt x="518" y="292"/>
                    <a:pt x="509" y="294"/>
                    <a:pt x="507" y="293"/>
                  </a:cubicBezTo>
                  <a:cubicBezTo>
                    <a:pt x="505" y="293"/>
                    <a:pt x="503" y="293"/>
                    <a:pt x="501" y="293"/>
                  </a:cubicBezTo>
                  <a:cubicBezTo>
                    <a:pt x="497" y="295"/>
                    <a:pt x="497" y="295"/>
                    <a:pt x="497" y="295"/>
                  </a:cubicBezTo>
                  <a:cubicBezTo>
                    <a:pt x="494" y="296"/>
                    <a:pt x="491" y="295"/>
                    <a:pt x="485" y="292"/>
                  </a:cubicBezTo>
                  <a:cubicBezTo>
                    <a:pt x="485" y="292"/>
                    <a:pt x="485" y="292"/>
                    <a:pt x="485" y="292"/>
                  </a:cubicBezTo>
                  <a:cubicBezTo>
                    <a:pt x="488" y="293"/>
                    <a:pt x="493" y="293"/>
                    <a:pt x="496" y="292"/>
                  </a:cubicBezTo>
                  <a:cubicBezTo>
                    <a:pt x="502" y="290"/>
                    <a:pt x="502" y="290"/>
                    <a:pt x="502" y="290"/>
                  </a:cubicBezTo>
                  <a:cubicBezTo>
                    <a:pt x="504" y="290"/>
                    <a:pt x="516" y="290"/>
                    <a:pt x="522" y="288"/>
                  </a:cubicBezTo>
                  <a:cubicBezTo>
                    <a:pt x="526" y="287"/>
                    <a:pt x="546" y="266"/>
                    <a:pt x="551" y="255"/>
                  </a:cubicBezTo>
                  <a:cubicBezTo>
                    <a:pt x="556" y="244"/>
                    <a:pt x="562" y="235"/>
                    <a:pt x="552" y="229"/>
                  </a:cubicBezTo>
                  <a:cubicBezTo>
                    <a:pt x="546" y="226"/>
                    <a:pt x="539" y="224"/>
                    <a:pt x="533" y="220"/>
                  </a:cubicBezTo>
                  <a:cubicBezTo>
                    <a:pt x="543" y="224"/>
                    <a:pt x="556" y="219"/>
                    <a:pt x="563" y="207"/>
                  </a:cubicBezTo>
                  <a:cubicBezTo>
                    <a:pt x="572" y="195"/>
                    <a:pt x="570" y="181"/>
                    <a:pt x="560" y="175"/>
                  </a:cubicBezTo>
                  <a:cubicBezTo>
                    <a:pt x="560" y="175"/>
                    <a:pt x="559" y="175"/>
                    <a:pt x="559" y="175"/>
                  </a:cubicBezTo>
                  <a:cubicBezTo>
                    <a:pt x="559" y="174"/>
                    <a:pt x="559" y="174"/>
                    <a:pt x="559" y="174"/>
                  </a:cubicBezTo>
                  <a:cubicBezTo>
                    <a:pt x="570" y="181"/>
                    <a:pt x="612" y="198"/>
                    <a:pt x="626" y="199"/>
                  </a:cubicBezTo>
                  <a:cubicBezTo>
                    <a:pt x="640" y="200"/>
                    <a:pt x="636" y="187"/>
                    <a:pt x="623" y="165"/>
                  </a:cubicBezTo>
                  <a:cubicBezTo>
                    <a:pt x="589" y="110"/>
                    <a:pt x="472" y="17"/>
                    <a:pt x="391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9" name="Freeform 136">
              <a:extLst>
                <a:ext uri="{FF2B5EF4-FFF2-40B4-BE49-F238E27FC236}">
                  <a16:creationId xmlns:a16="http://schemas.microsoft.com/office/drawing/2014/main" id="{9BD04E20-D513-4EB9-BE23-9942DAF9C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607"/>
              <a:ext cx="253" cy="278"/>
            </a:xfrm>
            <a:custGeom>
              <a:avLst/>
              <a:gdLst>
                <a:gd name="T0" fmla="*/ 449 w 124"/>
                <a:gd name="T1" fmla="*/ 1240 h 128"/>
                <a:gd name="T2" fmla="*/ 33 w 124"/>
                <a:gd name="T3" fmla="*/ 725 h 128"/>
                <a:gd name="T4" fmla="*/ 24 w 124"/>
                <a:gd name="T5" fmla="*/ 623 h 128"/>
                <a:gd name="T6" fmla="*/ 212 w 124"/>
                <a:gd name="T7" fmla="*/ 317 h 128"/>
                <a:gd name="T8" fmla="*/ 457 w 124"/>
                <a:gd name="T9" fmla="*/ 0 h 128"/>
                <a:gd name="T10" fmla="*/ 588 w 124"/>
                <a:gd name="T11" fmla="*/ 0 h 128"/>
                <a:gd name="T12" fmla="*/ 832 w 124"/>
                <a:gd name="T13" fmla="*/ 317 h 128"/>
                <a:gd name="T14" fmla="*/ 1020 w 124"/>
                <a:gd name="T15" fmla="*/ 623 h 128"/>
                <a:gd name="T16" fmla="*/ 1020 w 124"/>
                <a:gd name="T17" fmla="*/ 725 h 128"/>
                <a:gd name="T18" fmla="*/ 604 w 124"/>
                <a:gd name="T19" fmla="*/ 1240 h 128"/>
                <a:gd name="T20" fmla="*/ 449 w 124"/>
                <a:gd name="T21" fmla="*/ 124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128">
                  <a:moveTo>
                    <a:pt x="53" y="121"/>
                  </a:moveTo>
                  <a:cubicBezTo>
                    <a:pt x="44" y="108"/>
                    <a:pt x="26" y="86"/>
                    <a:pt x="4" y="71"/>
                  </a:cubicBezTo>
                  <a:cubicBezTo>
                    <a:pt x="0" y="67"/>
                    <a:pt x="2" y="63"/>
                    <a:pt x="3" y="61"/>
                  </a:cubicBezTo>
                  <a:cubicBezTo>
                    <a:pt x="13" y="49"/>
                    <a:pt x="20" y="39"/>
                    <a:pt x="25" y="31"/>
                  </a:cubicBezTo>
                  <a:cubicBezTo>
                    <a:pt x="35" y="17"/>
                    <a:pt x="44" y="4"/>
                    <a:pt x="54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80" y="4"/>
                    <a:pt x="88" y="17"/>
                    <a:pt x="98" y="31"/>
                  </a:cubicBezTo>
                  <a:cubicBezTo>
                    <a:pt x="103" y="39"/>
                    <a:pt x="111" y="49"/>
                    <a:pt x="120" y="61"/>
                  </a:cubicBezTo>
                  <a:cubicBezTo>
                    <a:pt x="122" y="63"/>
                    <a:pt x="124" y="67"/>
                    <a:pt x="120" y="71"/>
                  </a:cubicBezTo>
                  <a:cubicBezTo>
                    <a:pt x="98" y="86"/>
                    <a:pt x="79" y="108"/>
                    <a:pt x="71" y="121"/>
                  </a:cubicBezTo>
                  <a:cubicBezTo>
                    <a:pt x="66" y="127"/>
                    <a:pt x="57" y="128"/>
                    <a:pt x="53" y="12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0" name="Freeform 137">
              <a:extLst>
                <a:ext uri="{FF2B5EF4-FFF2-40B4-BE49-F238E27FC236}">
                  <a16:creationId xmlns:a16="http://schemas.microsoft.com/office/drawing/2014/main" id="{67676957-109D-455D-AEDB-3A4975EFF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684"/>
              <a:ext cx="19" cy="15"/>
            </a:xfrm>
            <a:custGeom>
              <a:avLst/>
              <a:gdLst>
                <a:gd name="T0" fmla="*/ 0 w 9"/>
                <a:gd name="T1" fmla="*/ 28 h 7"/>
                <a:gd name="T2" fmla="*/ 57 w 9"/>
                <a:gd name="T3" fmla="*/ 9 h 7"/>
                <a:gd name="T4" fmla="*/ 17 w 9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3"/>
                  </a:moveTo>
                  <a:cubicBezTo>
                    <a:pt x="1" y="2"/>
                    <a:pt x="5" y="0"/>
                    <a:pt x="6" y="1"/>
                  </a:cubicBezTo>
                  <a:cubicBezTo>
                    <a:pt x="9" y="4"/>
                    <a:pt x="3" y="7"/>
                    <a:pt x="2" y="7"/>
                  </a:cubicBezTo>
                </a:path>
              </a:pathLst>
            </a:custGeom>
            <a:noFill/>
            <a:ln w="952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1" name="Freeform 138">
              <a:extLst>
                <a:ext uri="{FF2B5EF4-FFF2-40B4-BE49-F238E27FC236}">
                  <a16:creationId xmlns:a16="http://schemas.microsoft.com/office/drawing/2014/main" id="{B6631513-8FB6-4DA9-BFA7-E79B5391D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682"/>
              <a:ext cx="20" cy="8"/>
            </a:xfrm>
            <a:custGeom>
              <a:avLst/>
              <a:gdLst>
                <a:gd name="T0" fmla="*/ 0 w 10"/>
                <a:gd name="T1" fmla="*/ 32 h 4"/>
                <a:gd name="T2" fmla="*/ 8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2"/>
                    <a:pt x="7" y="2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2" name="Freeform 139">
              <a:extLst>
                <a:ext uri="{FF2B5EF4-FFF2-40B4-BE49-F238E27FC236}">
                  <a16:creationId xmlns:a16="http://schemas.microsoft.com/office/drawing/2014/main" id="{17EAB2BC-3CD5-4098-B725-09BD0B3B5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677"/>
              <a:ext cx="20" cy="20"/>
            </a:xfrm>
            <a:custGeom>
              <a:avLst/>
              <a:gdLst>
                <a:gd name="T0" fmla="*/ 80 w 10"/>
                <a:gd name="T1" fmla="*/ 44 h 9"/>
                <a:gd name="T2" fmla="*/ 16 w 10"/>
                <a:gd name="T3" fmla="*/ 36 h 9"/>
                <a:gd name="T4" fmla="*/ 72 w 10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4"/>
                  </a:moveTo>
                  <a:cubicBezTo>
                    <a:pt x="9" y="2"/>
                    <a:pt x="4" y="0"/>
                    <a:pt x="2" y="3"/>
                  </a:cubicBezTo>
                  <a:cubicBezTo>
                    <a:pt x="0" y="6"/>
                    <a:pt x="7" y="8"/>
                    <a:pt x="9" y="9"/>
                  </a:cubicBezTo>
                </a:path>
              </a:pathLst>
            </a:custGeom>
            <a:noFill/>
            <a:ln w="952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3" name="Freeform 140">
              <a:extLst>
                <a:ext uri="{FF2B5EF4-FFF2-40B4-BE49-F238E27FC236}">
                  <a16:creationId xmlns:a16="http://schemas.microsoft.com/office/drawing/2014/main" id="{FE0CAF2C-A4C2-4F25-9E75-103911ACD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82"/>
              <a:ext cx="23" cy="15"/>
            </a:xfrm>
            <a:custGeom>
              <a:avLst/>
              <a:gdLst>
                <a:gd name="T0" fmla="*/ 92 w 11"/>
                <a:gd name="T1" fmla="*/ 19 h 7"/>
                <a:gd name="T2" fmla="*/ 27 w 11"/>
                <a:gd name="T3" fmla="*/ 19 h 7"/>
                <a:gd name="T4" fmla="*/ 100 w 11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0" y="2"/>
                  </a:moveTo>
                  <a:cubicBezTo>
                    <a:pt x="8" y="1"/>
                    <a:pt x="5" y="0"/>
                    <a:pt x="3" y="2"/>
                  </a:cubicBezTo>
                  <a:cubicBezTo>
                    <a:pt x="0" y="4"/>
                    <a:pt x="9" y="7"/>
                    <a:pt x="11" y="6"/>
                  </a:cubicBezTo>
                </a:path>
              </a:pathLst>
            </a:custGeom>
            <a:noFill/>
            <a:ln w="952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146014D5-8408-443E-A46D-E4CB03A327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Brain sections (1)</a:t>
            </a:r>
          </a:p>
        </p:txBody>
      </p:sp>
      <p:grpSp>
        <p:nvGrpSpPr>
          <p:cNvPr id="63490" name="coronal-brain-cross-section-diagram">
            <a:extLst>
              <a:ext uri="{FF2B5EF4-FFF2-40B4-BE49-F238E27FC236}">
                <a16:creationId xmlns:a16="http://schemas.microsoft.com/office/drawing/2014/main" id="{0BACD0DE-55E6-419F-8A57-28876BCF96A7}"/>
              </a:ext>
            </a:extLst>
          </p:cNvPr>
          <p:cNvGrpSpPr>
            <a:grpSpLocks/>
          </p:cNvGrpSpPr>
          <p:nvPr/>
        </p:nvGrpSpPr>
        <p:grpSpPr bwMode="auto">
          <a:xfrm>
            <a:off x="1998663" y="2362200"/>
            <a:ext cx="2649537" cy="2543175"/>
            <a:chOff x="1831" y="1148"/>
            <a:chExt cx="2098" cy="2014"/>
          </a:xfrm>
        </p:grpSpPr>
        <p:sp>
          <p:nvSpPr>
            <p:cNvPr id="63724" name="Freeform 130">
              <a:extLst>
                <a:ext uri="{FF2B5EF4-FFF2-40B4-BE49-F238E27FC236}">
                  <a16:creationId xmlns:a16="http://schemas.microsoft.com/office/drawing/2014/main" id="{6429D4FA-2F21-4442-95C9-2954F6BB8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617"/>
              <a:ext cx="115" cy="126"/>
            </a:xfrm>
            <a:custGeom>
              <a:avLst/>
              <a:gdLst>
                <a:gd name="T0" fmla="*/ 533 w 46"/>
                <a:gd name="T1" fmla="*/ 0 h 47"/>
                <a:gd name="T2" fmla="*/ 720 w 46"/>
                <a:gd name="T3" fmla="*/ 330 h 47"/>
                <a:gd name="T4" fmla="*/ 595 w 46"/>
                <a:gd name="T5" fmla="*/ 445 h 47"/>
                <a:gd name="T6" fmla="*/ 238 w 46"/>
                <a:gd name="T7" fmla="*/ 812 h 47"/>
                <a:gd name="T8" fmla="*/ 83 w 46"/>
                <a:gd name="T9" fmla="*/ 847 h 47"/>
                <a:gd name="T10" fmla="*/ 0 w 46"/>
                <a:gd name="T11" fmla="*/ 732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7">
                  <a:moveTo>
                    <a:pt x="34" y="0"/>
                  </a:moveTo>
                  <a:cubicBezTo>
                    <a:pt x="34" y="9"/>
                    <a:pt x="42" y="11"/>
                    <a:pt x="46" y="17"/>
                  </a:cubicBezTo>
                  <a:cubicBezTo>
                    <a:pt x="44" y="20"/>
                    <a:pt x="40" y="21"/>
                    <a:pt x="38" y="23"/>
                  </a:cubicBezTo>
                  <a:cubicBezTo>
                    <a:pt x="30" y="29"/>
                    <a:pt x="24" y="37"/>
                    <a:pt x="15" y="42"/>
                  </a:cubicBezTo>
                  <a:cubicBezTo>
                    <a:pt x="12" y="45"/>
                    <a:pt x="9" y="47"/>
                    <a:pt x="5" y="44"/>
                  </a:cubicBezTo>
                  <a:cubicBezTo>
                    <a:pt x="3" y="43"/>
                    <a:pt x="3" y="40"/>
                    <a:pt x="0" y="38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5" name="Freeform 131">
              <a:extLst>
                <a:ext uri="{FF2B5EF4-FFF2-40B4-BE49-F238E27FC236}">
                  <a16:creationId xmlns:a16="http://schemas.microsoft.com/office/drawing/2014/main" id="{7F7B7EB8-5839-4866-A60C-0C70F38DC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132"/>
              <a:ext cx="162" cy="120"/>
            </a:xfrm>
            <a:custGeom>
              <a:avLst/>
              <a:gdLst>
                <a:gd name="T0" fmla="*/ 92 w 65"/>
                <a:gd name="T1" fmla="*/ 149 h 45"/>
                <a:gd name="T2" fmla="*/ 187 w 65"/>
                <a:gd name="T3" fmla="*/ 491 h 45"/>
                <a:gd name="T4" fmla="*/ 42 w 65"/>
                <a:gd name="T5" fmla="*/ 533 h 45"/>
                <a:gd name="T6" fmla="*/ 496 w 65"/>
                <a:gd name="T7" fmla="*/ 704 h 45"/>
                <a:gd name="T8" fmla="*/ 728 w 65"/>
                <a:gd name="T9" fmla="*/ 797 h 45"/>
                <a:gd name="T10" fmla="*/ 882 w 65"/>
                <a:gd name="T11" fmla="*/ 661 h 45"/>
                <a:gd name="T12" fmla="*/ 994 w 65"/>
                <a:gd name="T13" fmla="*/ 341 h 45"/>
                <a:gd name="T14" fmla="*/ 882 w 65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45">
                  <a:moveTo>
                    <a:pt x="6" y="8"/>
                  </a:moveTo>
                  <a:cubicBezTo>
                    <a:pt x="10" y="12"/>
                    <a:pt x="14" y="21"/>
                    <a:pt x="12" y="26"/>
                  </a:cubicBezTo>
                  <a:cubicBezTo>
                    <a:pt x="11" y="27"/>
                    <a:pt x="4" y="27"/>
                    <a:pt x="3" y="28"/>
                  </a:cubicBezTo>
                  <a:cubicBezTo>
                    <a:pt x="0" y="45"/>
                    <a:pt x="23" y="35"/>
                    <a:pt x="32" y="37"/>
                  </a:cubicBezTo>
                  <a:cubicBezTo>
                    <a:pt x="38" y="39"/>
                    <a:pt x="40" y="43"/>
                    <a:pt x="47" y="42"/>
                  </a:cubicBezTo>
                  <a:cubicBezTo>
                    <a:pt x="52" y="40"/>
                    <a:pt x="54" y="38"/>
                    <a:pt x="57" y="35"/>
                  </a:cubicBezTo>
                  <a:cubicBezTo>
                    <a:pt x="61" y="30"/>
                    <a:pt x="63" y="25"/>
                    <a:pt x="64" y="18"/>
                  </a:cubicBezTo>
                  <a:cubicBezTo>
                    <a:pt x="65" y="10"/>
                    <a:pt x="62" y="6"/>
                    <a:pt x="57" y="0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6" name="Freeform 132">
              <a:extLst>
                <a:ext uri="{FF2B5EF4-FFF2-40B4-BE49-F238E27FC236}">
                  <a16:creationId xmlns:a16="http://schemas.microsoft.com/office/drawing/2014/main" id="{10BEF85E-C3AA-487F-BC9A-E5909D1D7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593"/>
              <a:ext cx="73" cy="126"/>
            </a:xfrm>
            <a:custGeom>
              <a:avLst/>
              <a:gdLst>
                <a:gd name="T0" fmla="*/ 0 w 29"/>
                <a:gd name="T1" fmla="*/ 0 h 47"/>
                <a:gd name="T2" fmla="*/ 126 w 29"/>
                <a:gd name="T3" fmla="*/ 445 h 47"/>
                <a:gd name="T4" fmla="*/ 413 w 29"/>
                <a:gd name="T5" fmla="*/ 753 h 47"/>
                <a:gd name="T6" fmla="*/ 380 w 29"/>
                <a:gd name="T7" fmla="*/ 461 h 47"/>
                <a:gd name="T8" fmla="*/ 159 w 29"/>
                <a:gd name="T9" fmla="*/ 5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7">
                  <a:moveTo>
                    <a:pt x="0" y="0"/>
                  </a:moveTo>
                  <a:cubicBezTo>
                    <a:pt x="0" y="7"/>
                    <a:pt x="5" y="16"/>
                    <a:pt x="8" y="23"/>
                  </a:cubicBezTo>
                  <a:cubicBezTo>
                    <a:pt x="11" y="27"/>
                    <a:pt x="19" y="47"/>
                    <a:pt x="26" y="39"/>
                  </a:cubicBezTo>
                  <a:cubicBezTo>
                    <a:pt x="29" y="34"/>
                    <a:pt x="26" y="28"/>
                    <a:pt x="24" y="24"/>
                  </a:cubicBezTo>
                  <a:cubicBezTo>
                    <a:pt x="21" y="18"/>
                    <a:pt x="17" y="6"/>
                    <a:pt x="10" y="3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7" name="Freeform 133">
              <a:extLst>
                <a:ext uri="{FF2B5EF4-FFF2-40B4-BE49-F238E27FC236}">
                  <a16:creationId xmlns:a16="http://schemas.microsoft.com/office/drawing/2014/main" id="{A73260C4-BD93-4D91-AC81-0DD1A7512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247"/>
              <a:ext cx="145" cy="258"/>
            </a:xfrm>
            <a:custGeom>
              <a:avLst/>
              <a:gdLst>
                <a:gd name="T0" fmla="*/ 250 w 58"/>
                <a:gd name="T1" fmla="*/ 0 h 97"/>
                <a:gd name="T2" fmla="*/ 95 w 58"/>
                <a:gd name="T3" fmla="*/ 114 h 97"/>
                <a:gd name="T4" fmla="*/ 125 w 58"/>
                <a:gd name="T5" fmla="*/ 715 h 97"/>
                <a:gd name="T6" fmla="*/ 425 w 58"/>
                <a:gd name="T7" fmla="*/ 1620 h 97"/>
                <a:gd name="T8" fmla="*/ 908 w 58"/>
                <a:gd name="T9" fmla="*/ 58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97">
                  <a:moveTo>
                    <a:pt x="16" y="0"/>
                  </a:moveTo>
                  <a:cubicBezTo>
                    <a:pt x="13" y="3"/>
                    <a:pt x="9" y="4"/>
                    <a:pt x="6" y="6"/>
                  </a:cubicBezTo>
                  <a:cubicBezTo>
                    <a:pt x="0" y="12"/>
                    <a:pt x="7" y="31"/>
                    <a:pt x="8" y="38"/>
                  </a:cubicBezTo>
                  <a:cubicBezTo>
                    <a:pt x="10" y="55"/>
                    <a:pt x="8" y="77"/>
                    <a:pt x="27" y="86"/>
                  </a:cubicBezTo>
                  <a:cubicBezTo>
                    <a:pt x="50" y="97"/>
                    <a:pt x="56" y="46"/>
                    <a:pt x="58" y="31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8" name="Freeform 134">
              <a:extLst>
                <a:ext uri="{FF2B5EF4-FFF2-40B4-BE49-F238E27FC236}">
                  <a16:creationId xmlns:a16="http://schemas.microsoft.com/office/drawing/2014/main" id="{D7C8AE7D-473C-4AD4-8115-2777B314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247"/>
              <a:ext cx="127" cy="144"/>
            </a:xfrm>
            <a:custGeom>
              <a:avLst/>
              <a:gdLst>
                <a:gd name="T0" fmla="*/ 787 w 51"/>
                <a:gd name="T1" fmla="*/ 171 h 54"/>
                <a:gd name="T2" fmla="*/ 446 w 51"/>
                <a:gd name="T3" fmla="*/ 56 h 54"/>
                <a:gd name="T4" fmla="*/ 787 w 51"/>
                <a:gd name="T5" fmla="*/ 739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4">
                  <a:moveTo>
                    <a:pt x="51" y="9"/>
                  </a:moveTo>
                  <a:cubicBezTo>
                    <a:pt x="46" y="4"/>
                    <a:pt x="37" y="0"/>
                    <a:pt x="29" y="3"/>
                  </a:cubicBezTo>
                  <a:cubicBezTo>
                    <a:pt x="0" y="12"/>
                    <a:pt x="20" y="54"/>
                    <a:pt x="51" y="39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9" name="Freeform 135">
              <a:extLst>
                <a:ext uri="{FF2B5EF4-FFF2-40B4-BE49-F238E27FC236}">
                  <a16:creationId xmlns:a16="http://schemas.microsoft.com/office/drawing/2014/main" id="{D51992DD-B453-4CD7-B5BF-8D494DB56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148"/>
              <a:ext cx="313" cy="699"/>
            </a:xfrm>
            <a:custGeom>
              <a:avLst/>
              <a:gdLst>
                <a:gd name="T0" fmla="*/ 83 w 125"/>
                <a:gd name="T1" fmla="*/ 192 h 262"/>
                <a:gd name="T2" fmla="*/ 376 w 125"/>
                <a:gd name="T3" fmla="*/ 704 h 262"/>
                <a:gd name="T4" fmla="*/ 689 w 125"/>
                <a:gd name="T5" fmla="*/ 1139 h 262"/>
                <a:gd name="T6" fmla="*/ 751 w 125"/>
                <a:gd name="T7" fmla="*/ 2108 h 262"/>
                <a:gd name="T8" fmla="*/ 689 w 125"/>
                <a:gd name="T9" fmla="*/ 3076 h 262"/>
                <a:gd name="T10" fmla="*/ 613 w 125"/>
                <a:gd name="T11" fmla="*/ 3644 h 262"/>
                <a:gd name="T12" fmla="*/ 95 w 125"/>
                <a:gd name="T13" fmla="*/ 3743 h 262"/>
                <a:gd name="T14" fmla="*/ 676 w 125"/>
                <a:gd name="T15" fmla="*/ 3802 h 262"/>
                <a:gd name="T16" fmla="*/ 709 w 125"/>
                <a:gd name="T17" fmla="*/ 4690 h 262"/>
                <a:gd name="T18" fmla="*/ 300 w 125"/>
                <a:gd name="T19" fmla="*/ 4954 h 262"/>
                <a:gd name="T20" fmla="*/ 784 w 125"/>
                <a:gd name="T21" fmla="*/ 4976 h 262"/>
                <a:gd name="T22" fmla="*/ 784 w 125"/>
                <a:gd name="T23" fmla="*/ 4976 h 262"/>
                <a:gd name="T24" fmla="*/ 1147 w 125"/>
                <a:gd name="T25" fmla="*/ 4954 h 262"/>
                <a:gd name="T26" fmla="*/ 1147 w 125"/>
                <a:gd name="T27" fmla="*/ 4954 h 262"/>
                <a:gd name="T28" fmla="*/ 896 w 125"/>
                <a:gd name="T29" fmla="*/ 4690 h 262"/>
                <a:gd name="T30" fmla="*/ 896 w 125"/>
                <a:gd name="T31" fmla="*/ 3700 h 262"/>
                <a:gd name="T32" fmla="*/ 1192 w 125"/>
                <a:gd name="T33" fmla="*/ 3460 h 262"/>
                <a:gd name="T34" fmla="*/ 1442 w 125"/>
                <a:gd name="T35" fmla="*/ 3346 h 262"/>
                <a:gd name="T36" fmla="*/ 834 w 125"/>
                <a:gd name="T37" fmla="*/ 3290 h 262"/>
                <a:gd name="T38" fmla="*/ 784 w 125"/>
                <a:gd name="T39" fmla="*/ 2847 h 262"/>
                <a:gd name="T40" fmla="*/ 816 w 125"/>
                <a:gd name="T41" fmla="*/ 2198 h 262"/>
                <a:gd name="T42" fmla="*/ 879 w 125"/>
                <a:gd name="T43" fmla="*/ 1139 h 262"/>
                <a:gd name="T44" fmla="*/ 1505 w 125"/>
                <a:gd name="T45" fmla="*/ 192 h 262"/>
                <a:gd name="T46" fmla="*/ 1963 w 125"/>
                <a:gd name="T47" fmla="*/ 171 h 262"/>
                <a:gd name="T48" fmla="*/ 1943 w 125"/>
                <a:gd name="T49" fmla="*/ 149 h 262"/>
                <a:gd name="T50" fmla="*/ 804 w 125"/>
                <a:gd name="T51" fmla="*/ 662 h 262"/>
                <a:gd name="T52" fmla="*/ 0 w 125"/>
                <a:gd name="T53" fmla="*/ 149 h 262"/>
                <a:gd name="T54" fmla="*/ 0 w 125"/>
                <a:gd name="T55" fmla="*/ 149 h 262"/>
                <a:gd name="T56" fmla="*/ 83 w 125"/>
                <a:gd name="T57" fmla="*/ 192 h 2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25" h="262">
                  <a:moveTo>
                    <a:pt x="5" y="10"/>
                  </a:moveTo>
                  <a:cubicBezTo>
                    <a:pt x="12" y="13"/>
                    <a:pt x="36" y="19"/>
                    <a:pt x="24" y="37"/>
                  </a:cubicBezTo>
                  <a:cubicBezTo>
                    <a:pt x="40" y="30"/>
                    <a:pt x="40" y="51"/>
                    <a:pt x="44" y="60"/>
                  </a:cubicBezTo>
                  <a:cubicBezTo>
                    <a:pt x="50" y="80"/>
                    <a:pt x="48" y="87"/>
                    <a:pt x="48" y="111"/>
                  </a:cubicBezTo>
                  <a:cubicBezTo>
                    <a:pt x="48" y="134"/>
                    <a:pt x="40" y="151"/>
                    <a:pt x="44" y="162"/>
                  </a:cubicBezTo>
                  <a:cubicBezTo>
                    <a:pt x="49" y="174"/>
                    <a:pt x="47" y="189"/>
                    <a:pt x="39" y="192"/>
                  </a:cubicBezTo>
                  <a:cubicBezTo>
                    <a:pt x="30" y="195"/>
                    <a:pt x="9" y="186"/>
                    <a:pt x="6" y="197"/>
                  </a:cubicBezTo>
                  <a:cubicBezTo>
                    <a:pt x="3" y="209"/>
                    <a:pt x="36" y="190"/>
                    <a:pt x="43" y="200"/>
                  </a:cubicBezTo>
                  <a:cubicBezTo>
                    <a:pt x="50" y="211"/>
                    <a:pt x="55" y="238"/>
                    <a:pt x="45" y="247"/>
                  </a:cubicBezTo>
                  <a:cubicBezTo>
                    <a:pt x="37" y="255"/>
                    <a:pt x="31" y="259"/>
                    <a:pt x="19" y="261"/>
                  </a:cubicBezTo>
                  <a:cubicBezTo>
                    <a:pt x="29" y="262"/>
                    <a:pt x="40" y="262"/>
                    <a:pt x="50" y="262"/>
                  </a:cubicBezTo>
                  <a:cubicBezTo>
                    <a:pt x="50" y="262"/>
                    <a:pt x="50" y="262"/>
                    <a:pt x="50" y="262"/>
                  </a:cubicBezTo>
                  <a:cubicBezTo>
                    <a:pt x="58" y="262"/>
                    <a:pt x="66" y="262"/>
                    <a:pt x="73" y="261"/>
                  </a:cubicBezTo>
                  <a:cubicBezTo>
                    <a:pt x="73" y="261"/>
                    <a:pt x="73" y="261"/>
                    <a:pt x="73" y="261"/>
                  </a:cubicBezTo>
                  <a:cubicBezTo>
                    <a:pt x="61" y="258"/>
                    <a:pt x="57" y="260"/>
                    <a:pt x="57" y="247"/>
                  </a:cubicBezTo>
                  <a:cubicBezTo>
                    <a:pt x="56" y="236"/>
                    <a:pt x="53" y="210"/>
                    <a:pt x="57" y="195"/>
                  </a:cubicBezTo>
                  <a:cubicBezTo>
                    <a:pt x="61" y="184"/>
                    <a:pt x="71" y="182"/>
                    <a:pt x="76" y="182"/>
                  </a:cubicBezTo>
                  <a:cubicBezTo>
                    <a:pt x="89" y="183"/>
                    <a:pt x="99" y="181"/>
                    <a:pt x="92" y="176"/>
                  </a:cubicBezTo>
                  <a:cubicBezTo>
                    <a:pt x="85" y="171"/>
                    <a:pt x="55" y="180"/>
                    <a:pt x="53" y="173"/>
                  </a:cubicBezTo>
                  <a:cubicBezTo>
                    <a:pt x="50" y="166"/>
                    <a:pt x="49" y="158"/>
                    <a:pt x="50" y="150"/>
                  </a:cubicBezTo>
                  <a:cubicBezTo>
                    <a:pt x="52" y="141"/>
                    <a:pt x="53" y="132"/>
                    <a:pt x="52" y="116"/>
                  </a:cubicBezTo>
                  <a:cubicBezTo>
                    <a:pt x="52" y="93"/>
                    <a:pt x="51" y="80"/>
                    <a:pt x="56" y="60"/>
                  </a:cubicBezTo>
                  <a:cubicBezTo>
                    <a:pt x="61" y="51"/>
                    <a:pt x="64" y="20"/>
                    <a:pt x="96" y="10"/>
                  </a:cubicBezTo>
                  <a:cubicBezTo>
                    <a:pt x="103" y="6"/>
                    <a:pt x="113" y="6"/>
                    <a:pt x="125" y="9"/>
                  </a:cubicBezTo>
                  <a:cubicBezTo>
                    <a:pt x="124" y="8"/>
                    <a:pt x="125" y="9"/>
                    <a:pt x="124" y="8"/>
                  </a:cubicBezTo>
                  <a:cubicBezTo>
                    <a:pt x="104" y="0"/>
                    <a:pt x="55" y="13"/>
                    <a:pt x="51" y="35"/>
                  </a:cubicBezTo>
                  <a:cubicBezTo>
                    <a:pt x="51" y="21"/>
                    <a:pt x="26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9"/>
                    <a:pt x="5" y="10"/>
                  </a:cubicBezTo>
                  <a:close/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0" name="Freeform 136">
              <a:extLst>
                <a:ext uri="{FF2B5EF4-FFF2-40B4-BE49-F238E27FC236}">
                  <a16:creationId xmlns:a16="http://schemas.microsoft.com/office/drawing/2014/main" id="{0E18D33B-21BD-4A93-8AF7-E6EF4C4F2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623"/>
              <a:ext cx="290" cy="328"/>
            </a:xfrm>
            <a:custGeom>
              <a:avLst/>
              <a:gdLst>
                <a:gd name="T0" fmla="*/ 1533 w 116"/>
                <a:gd name="T1" fmla="*/ 589 h 123"/>
                <a:gd name="T2" fmla="*/ 363 w 116"/>
                <a:gd name="T3" fmla="*/ 435 h 123"/>
                <a:gd name="T4" fmla="*/ 988 w 116"/>
                <a:gd name="T5" fmla="*/ 1899 h 123"/>
                <a:gd name="T6" fmla="*/ 1813 w 116"/>
                <a:gd name="T7" fmla="*/ 1160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123">
                  <a:moveTo>
                    <a:pt x="98" y="31"/>
                  </a:moveTo>
                  <a:cubicBezTo>
                    <a:pt x="79" y="22"/>
                    <a:pt x="40" y="0"/>
                    <a:pt x="23" y="23"/>
                  </a:cubicBezTo>
                  <a:cubicBezTo>
                    <a:pt x="0" y="52"/>
                    <a:pt x="44" y="85"/>
                    <a:pt x="63" y="100"/>
                  </a:cubicBezTo>
                  <a:cubicBezTo>
                    <a:pt x="95" y="123"/>
                    <a:pt x="110" y="90"/>
                    <a:pt x="116" y="61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1" name="Freeform 137">
              <a:extLst>
                <a:ext uri="{FF2B5EF4-FFF2-40B4-BE49-F238E27FC236}">
                  <a16:creationId xmlns:a16="http://schemas.microsoft.com/office/drawing/2014/main" id="{CCCF57BB-B8D2-4A46-B420-2700CE184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159"/>
              <a:ext cx="2098" cy="2003"/>
            </a:xfrm>
            <a:custGeom>
              <a:avLst/>
              <a:gdLst>
                <a:gd name="T0" fmla="*/ 6584 w 839"/>
                <a:gd name="T1" fmla="*/ 4894 h 751"/>
                <a:gd name="T2" fmla="*/ 6942 w 839"/>
                <a:gd name="T3" fmla="*/ 4873 h 751"/>
                <a:gd name="T4" fmla="*/ 6692 w 839"/>
                <a:gd name="T5" fmla="*/ 4609 h 751"/>
                <a:gd name="T6" fmla="*/ 6992 w 839"/>
                <a:gd name="T7" fmla="*/ 3379 h 751"/>
                <a:gd name="T8" fmla="*/ 6629 w 839"/>
                <a:gd name="T9" fmla="*/ 3209 h 751"/>
                <a:gd name="T10" fmla="*/ 6617 w 839"/>
                <a:gd name="T11" fmla="*/ 2126 h 751"/>
                <a:gd name="T12" fmla="*/ 7304 w 839"/>
                <a:gd name="T13" fmla="*/ 115 h 751"/>
                <a:gd name="T14" fmla="*/ 9130 w 839"/>
                <a:gd name="T15" fmla="*/ 704 h 751"/>
                <a:gd name="T16" fmla="*/ 9285 w 839"/>
                <a:gd name="T17" fmla="*/ 739 h 751"/>
                <a:gd name="T18" fmla="*/ 10192 w 839"/>
                <a:gd name="T19" fmla="*/ 1800 h 751"/>
                <a:gd name="T20" fmla="*/ 11775 w 839"/>
                <a:gd name="T21" fmla="*/ 2902 h 751"/>
                <a:gd name="T22" fmla="*/ 11505 w 839"/>
                <a:gd name="T23" fmla="*/ 3985 h 751"/>
                <a:gd name="T24" fmla="*/ 11305 w 839"/>
                <a:gd name="T25" fmla="*/ 4267 h 751"/>
                <a:gd name="T26" fmla="*/ 11493 w 839"/>
                <a:gd name="T27" fmla="*/ 4233 h 751"/>
                <a:gd name="T28" fmla="*/ 12193 w 839"/>
                <a:gd name="T29" fmla="*/ 3622 h 751"/>
                <a:gd name="T30" fmla="*/ 12868 w 839"/>
                <a:gd name="T31" fmla="*/ 5713 h 751"/>
                <a:gd name="T32" fmla="*/ 12963 w 839"/>
                <a:gd name="T33" fmla="*/ 6865 h 751"/>
                <a:gd name="T34" fmla="*/ 12913 w 839"/>
                <a:gd name="T35" fmla="*/ 9412 h 751"/>
                <a:gd name="T36" fmla="*/ 11775 w 839"/>
                <a:gd name="T37" fmla="*/ 9562 h 751"/>
                <a:gd name="T38" fmla="*/ 12713 w 839"/>
                <a:gd name="T39" fmla="*/ 11381 h 751"/>
                <a:gd name="T40" fmla="*/ 11913 w 839"/>
                <a:gd name="T41" fmla="*/ 13416 h 751"/>
                <a:gd name="T42" fmla="*/ 10255 w 839"/>
                <a:gd name="T43" fmla="*/ 13965 h 751"/>
                <a:gd name="T44" fmla="*/ 8272 w 839"/>
                <a:gd name="T45" fmla="*/ 13773 h 751"/>
                <a:gd name="T46" fmla="*/ 7909 w 839"/>
                <a:gd name="T47" fmla="*/ 12221 h 751"/>
                <a:gd name="T48" fmla="*/ 9272 w 839"/>
                <a:gd name="T49" fmla="*/ 11231 h 751"/>
                <a:gd name="T50" fmla="*/ 8022 w 839"/>
                <a:gd name="T51" fmla="*/ 11061 h 751"/>
                <a:gd name="T52" fmla="*/ 6584 w 839"/>
                <a:gd name="T53" fmla="*/ 10036 h 751"/>
                <a:gd name="T54" fmla="*/ 5784 w 839"/>
                <a:gd name="T55" fmla="*/ 10927 h 751"/>
                <a:gd name="T56" fmla="*/ 4301 w 839"/>
                <a:gd name="T57" fmla="*/ 11141 h 751"/>
                <a:gd name="T58" fmla="*/ 4739 w 839"/>
                <a:gd name="T59" fmla="*/ 11325 h 751"/>
                <a:gd name="T60" fmla="*/ 5146 w 839"/>
                <a:gd name="T61" fmla="*/ 12882 h 751"/>
                <a:gd name="T62" fmla="*/ 3833 w 839"/>
                <a:gd name="T63" fmla="*/ 14213 h 751"/>
                <a:gd name="T64" fmla="*/ 1938 w 839"/>
                <a:gd name="T65" fmla="*/ 13944 h 751"/>
                <a:gd name="T66" fmla="*/ 813 w 839"/>
                <a:gd name="T67" fmla="*/ 12690 h 751"/>
                <a:gd name="T68" fmla="*/ 188 w 839"/>
                <a:gd name="T69" fmla="*/ 10036 h 751"/>
                <a:gd name="T70" fmla="*/ 675 w 839"/>
                <a:gd name="T71" fmla="*/ 9562 h 751"/>
                <a:gd name="T72" fmla="*/ 33 w 839"/>
                <a:gd name="T73" fmla="*/ 8295 h 751"/>
                <a:gd name="T74" fmla="*/ 958 w 839"/>
                <a:gd name="T75" fmla="*/ 7455 h 751"/>
                <a:gd name="T76" fmla="*/ 583 w 839"/>
                <a:gd name="T77" fmla="*/ 7383 h 751"/>
                <a:gd name="T78" fmla="*/ 300 w 839"/>
                <a:gd name="T79" fmla="*/ 5713 h 751"/>
                <a:gd name="T80" fmla="*/ 925 w 839"/>
                <a:gd name="T81" fmla="*/ 4289 h 751"/>
                <a:gd name="T82" fmla="*/ 1520 w 839"/>
                <a:gd name="T83" fmla="*/ 2790 h 751"/>
                <a:gd name="T84" fmla="*/ 2396 w 839"/>
                <a:gd name="T85" fmla="*/ 3721 h 751"/>
                <a:gd name="T86" fmla="*/ 2363 w 839"/>
                <a:gd name="T87" fmla="*/ 1800 h 751"/>
                <a:gd name="T88" fmla="*/ 3176 w 839"/>
                <a:gd name="T89" fmla="*/ 1118 h 751"/>
                <a:gd name="T90" fmla="*/ 4364 w 839"/>
                <a:gd name="T91" fmla="*/ 1272 h 751"/>
                <a:gd name="T92" fmla="*/ 4284 w 839"/>
                <a:gd name="T93" fmla="*/ 704 h 751"/>
                <a:gd name="T94" fmla="*/ 5879 w 839"/>
                <a:gd name="T95" fmla="*/ 115 h 751"/>
                <a:gd name="T96" fmla="*/ 6492 w 839"/>
                <a:gd name="T97" fmla="*/ 1059 h 751"/>
                <a:gd name="T98" fmla="*/ 6492 w 839"/>
                <a:gd name="T99" fmla="*/ 2995 h 751"/>
                <a:gd name="T100" fmla="*/ 5896 w 839"/>
                <a:gd name="T101" fmla="*/ 3665 h 751"/>
                <a:gd name="T102" fmla="*/ 6504 w 839"/>
                <a:gd name="T103" fmla="*/ 4609 h 75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39" h="751">
                  <a:moveTo>
                    <a:pt x="389" y="256"/>
                  </a:moveTo>
                  <a:cubicBezTo>
                    <a:pt x="400" y="258"/>
                    <a:pt x="410" y="258"/>
                    <a:pt x="421" y="258"/>
                  </a:cubicBezTo>
                  <a:cubicBezTo>
                    <a:pt x="421" y="258"/>
                    <a:pt x="421" y="258"/>
                    <a:pt x="421" y="258"/>
                  </a:cubicBezTo>
                  <a:cubicBezTo>
                    <a:pt x="429" y="258"/>
                    <a:pt x="437" y="258"/>
                    <a:pt x="444" y="257"/>
                  </a:cubicBezTo>
                  <a:cubicBezTo>
                    <a:pt x="444" y="257"/>
                    <a:pt x="444" y="257"/>
                    <a:pt x="444" y="257"/>
                  </a:cubicBezTo>
                  <a:cubicBezTo>
                    <a:pt x="432" y="254"/>
                    <a:pt x="428" y="256"/>
                    <a:pt x="428" y="243"/>
                  </a:cubicBezTo>
                  <a:cubicBezTo>
                    <a:pt x="427" y="232"/>
                    <a:pt x="424" y="206"/>
                    <a:pt x="428" y="191"/>
                  </a:cubicBezTo>
                  <a:cubicBezTo>
                    <a:pt x="432" y="180"/>
                    <a:pt x="442" y="178"/>
                    <a:pt x="447" y="178"/>
                  </a:cubicBezTo>
                  <a:cubicBezTo>
                    <a:pt x="460" y="179"/>
                    <a:pt x="470" y="177"/>
                    <a:pt x="463" y="172"/>
                  </a:cubicBezTo>
                  <a:cubicBezTo>
                    <a:pt x="456" y="167"/>
                    <a:pt x="426" y="176"/>
                    <a:pt x="424" y="169"/>
                  </a:cubicBezTo>
                  <a:cubicBezTo>
                    <a:pt x="421" y="162"/>
                    <a:pt x="420" y="154"/>
                    <a:pt x="421" y="146"/>
                  </a:cubicBezTo>
                  <a:cubicBezTo>
                    <a:pt x="423" y="137"/>
                    <a:pt x="424" y="128"/>
                    <a:pt x="423" y="112"/>
                  </a:cubicBezTo>
                  <a:cubicBezTo>
                    <a:pt x="423" y="89"/>
                    <a:pt x="422" y="76"/>
                    <a:pt x="427" y="56"/>
                  </a:cubicBezTo>
                  <a:cubicBezTo>
                    <a:pt x="432" y="47"/>
                    <a:pt x="435" y="16"/>
                    <a:pt x="467" y="6"/>
                  </a:cubicBezTo>
                  <a:cubicBezTo>
                    <a:pt x="479" y="0"/>
                    <a:pt x="498" y="3"/>
                    <a:pt x="523" y="15"/>
                  </a:cubicBezTo>
                  <a:cubicBezTo>
                    <a:pt x="548" y="26"/>
                    <a:pt x="587" y="27"/>
                    <a:pt x="584" y="37"/>
                  </a:cubicBezTo>
                  <a:cubicBezTo>
                    <a:pt x="580" y="51"/>
                    <a:pt x="565" y="67"/>
                    <a:pt x="572" y="66"/>
                  </a:cubicBezTo>
                  <a:cubicBezTo>
                    <a:pt x="580" y="65"/>
                    <a:pt x="584" y="35"/>
                    <a:pt x="594" y="39"/>
                  </a:cubicBezTo>
                  <a:cubicBezTo>
                    <a:pt x="616" y="45"/>
                    <a:pt x="621" y="45"/>
                    <a:pt x="640" y="59"/>
                  </a:cubicBezTo>
                  <a:cubicBezTo>
                    <a:pt x="659" y="72"/>
                    <a:pt x="644" y="91"/>
                    <a:pt x="652" y="95"/>
                  </a:cubicBezTo>
                  <a:cubicBezTo>
                    <a:pt x="659" y="100"/>
                    <a:pt x="675" y="83"/>
                    <a:pt x="691" y="95"/>
                  </a:cubicBezTo>
                  <a:cubicBezTo>
                    <a:pt x="706" y="105"/>
                    <a:pt x="739" y="139"/>
                    <a:pt x="753" y="153"/>
                  </a:cubicBezTo>
                  <a:cubicBezTo>
                    <a:pt x="763" y="163"/>
                    <a:pt x="760" y="173"/>
                    <a:pt x="759" y="176"/>
                  </a:cubicBezTo>
                  <a:cubicBezTo>
                    <a:pt x="755" y="190"/>
                    <a:pt x="747" y="204"/>
                    <a:pt x="736" y="210"/>
                  </a:cubicBezTo>
                  <a:cubicBezTo>
                    <a:pt x="719" y="220"/>
                    <a:pt x="715" y="214"/>
                    <a:pt x="700" y="208"/>
                  </a:cubicBezTo>
                  <a:cubicBezTo>
                    <a:pt x="692" y="206"/>
                    <a:pt x="715" y="219"/>
                    <a:pt x="723" y="225"/>
                  </a:cubicBezTo>
                  <a:cubicBezTo>
                    <a:pt x="741" y="239"/>
                    <a:pt x="731" y="273"/>
                    <a:pt x="742" y="271"/>
                  </a:cubicBezTo>
                  <a:cubicBezTo>
                    <a:pt x="754" y="267"/>
                    <a:pt x="734" y="233"/>
                    <a:pt x="735" y="223"/>
                  </a:cubicBezTo>
                  <a:cubicBezTo>
                    <a:pt x="736" y="211"/>
                    <a:pt x="758" y="192"/>
                    <a:pt x="766" y="186"/>
                  </a:cubicBezTo>
                  <a:cubicBezTo>
                    <a:pt x="766" y="186"/>
                    <a:pt x="775" y="180"/>
                    <a:pt x="780" y="191"/>
                  </a:cubicBezTo>
                  <a:cubicBezTo>
                    <a:pt x="784" y="197"/>
                    <a:pt x="801" y="226"/>
                    <a:pt x="807" y="243"/>
                  </a:cubicBezTo>
                  <a:cubicBezTo>
                    <a:pt x="813" y="261"/>
                    <a:pt x="818" y="277"/>
                    <a:pt x="823" y="301"/>
                  </a:cubicBezTo>
                  <a:cubicBezTo>
                    <a:pt x="827" y="314"/>
                    <a:pt x="830" y="327"/>
                    <a:pt x="816" y="335"/>
                  </a:cubicBezTo>
                  <a:cubicBezTo>
                    <a:pt x="828" y="335"/>
                    <a:pt x="831" y="354"/>
                    <a:pt x="829" y="362"/>
                  </a:cubicBezTo>
                  <a:cubicBezTo>
                    <a:pt x="830" y="388"/>
                    <a:pt x="839" y="415"/>
                    <a:pt x="837" y="433"/>
                  </a:cubicBezTo>
                  <a:cubicBezTo>
                    <a:pt x="836" y="454"/>
                    <a:pt x="834" y="481"/>
                    <a:pt x="826" y="496"/>
                  </a:cubicBezTo>
                  <a:cubicBezTo>
                    <a:pt x="819" y="510"/>
                    <a:pt x="812" y="501"/>
                    <a:pt x="800" y="504"/>
                  </a:cubicBezTo>
                  <a:cubicBezTo>
                    <a:pt x="788" y="507"/>
                    <a:pt x="753" y="499"/>
                    <a:pt x="753" y="504"/>
                  </a:cubicBezTo>
                  <a:cubicBezTo>
                    <a:pt x="753" y="510"/>
                    <a:pt x="831" y="499"/>
                    <a:pt x="831" y="529"/>
                  </a:cubicBezTo>
                  <a:cubicBezTo>
                    <a:pt x="831" y="560"/>
                    <a:pt x="819" y="573"/>
                    <a:pt x="813" y="600"/>
                  </a:cubicBezTo>
                  <a:cubicBezTo>
                    <a:pt x="807" y="626"/>
                    <a:pt x="809" y="653"/>
                    <a:pt x="791" y="669"/>
                  </a:cubicBezTo>
                  <a:cubicBezTo>
                    <a:pt x="774" y="685"/>
                    <a:pt x="765" y="686"/>
                    <a:pt x="762" y="707"/>
                  </a:cubicBezTo>
                  <a:cubicBezTo>
                    <a:pt x="759" y="727"/>
                    <a:pt x="749" y="726"/>
                    <a:pt x="719" y="735"/>
                  </a:cubicBezTo>
                  <a:cubicBezTo>
                    <a:pt x="690" y="743"/>
                    <a:pt x="678" y="735"/>
                    <a:pt x="656" y="736"/>
                  </a:cubicBezTo>
                  <a:cubicBezTo>
                    <a:pt x="634" y="738"/>
                    <a:pt x="618" y="751"/>
                    <a:pt x="598" y="749"/>
                  </a:cubicBezTo>
                  <a:cubicBezTo>
                    <a:pt x="577" y="748"/>
                    <a:pt x="549" y="746"/>
                    <a:pt x="529" y="726"/>
                  </a:cubicBezTo>
                  <a:cubicBezTo>
                    <a:pt x="509" y="706"/>
                    <a:pt x="524" y="686"/>
                    <a:pt x="514" y="679"/>
                  </a:cubicBezTo>
                  <a:cubicBezTo>
                    <a:pt x="504" y="672"/>
                    <a:pt x="505" y="657"/>
                    <a:pt x="506" y="644"/>
                  </a:cubicBezTo>
                  <a:cubicBezTo>
                    <a:pt x="507" y="631"/>
                    <a:pt x="521" y="593"/>
                    <a:pt x="540" y="597"/>
                  </a:cubicBezTo>
                  <a:cubicBezTo>
                    <a:pt x="559" y="601"/>
                    <a:pt x="593" y="605"/>
                    <a:pt x="593" y="592"/>
                  </a:cubicBezTo>
                  <a:cubicBezTo>
                    <a:pt x="593" y="579"/>
                    <a:pt x="584" y="589"/>
                    <a:pt x="568" y="587"/>
                  </a:cubicBezTo>
                  <a:cubicBezTo>
                    <a:pt x="552" y="585"/>
                    <a:pt x="537" y="584"/>
                    <a:pt x="513" y="583"/>
                  </a:cubicBezTo>
                  <a:cubicBezTo>
                    <a:pt x="489" y="582"/>
                    <a:pt x="492" y="578"/>
                    <a:pt x="473" y="576"/>
                  </a:cubicBezTo>
                  <a:cubicBezTo>
                    <a:pt x="454" y="574"/>
                    <a:pt x="421" y="563"/>
                    <a:pt x="421" y="529"/>
                  </a:cubicBezTo>
                  <a:cubicBezTo>
                    <a:pt x="421" y="529"/>
                    <a:pt x="421" y="529"/>
                    <a:pt x="421" y="529"/>
                  </a:cubicBezTo>
                  <a:cubicBezTo>
                    <a:pt x="421" y="563"/>
                    <a:pt x="389" y="574"/>
                    <a:pt x="370" y="576"/>
                  </a:cubicBezTo>
                  <a:cubicBezTo>
                    <a:pt x="351" y="578"/>
                    <a:pt x="354" y="582"/>
                    <a:pt x="330" y="583"/>
                  </a:cubicBezTo>
                  <a:cubicBezTo>
                    <a:pt x="306" y="584"/>
                    <a:pt x="291" y="585"/>
                    <a:pt x="275" y="587"/>
                  </a:cubicBezTo>
                  <a:cubicBezTo>
                    <a:pt x="259" y="589"/>
                    <a:pt x="250" y="579"/>
                    <a:pt x="250" y="592"/>
                  </a:cubicBezTo>
                  <a:cubicBezTo>
                    <a:pt x="250" y="605"/>
                    <a:pt x="284" y="601"/>
                    <a:pt x="303" y="597"/>
                  </a:cubicBezTo>
                  <a:cubicBezTo>
                    <a:pt x="322" y="593"/>
                    <a:pt x="336" y="631"/>
                    <a:pt x="337" y="644"/>
                  </a:cubicBezTo>
                  <a:cubicBezTo>
                    <a:pt x="338" y="657"/>
                    <a:pt x="339" y="672"/>
                    <a:pt x="329" y="679"/>
                  </a:cubicBezTo>
                  <a:cubicBezTo>
                    <a:pt x="319" y="686"/>
                    <a:pt x="334" y="706"/>
                    <a:pt x="314" y="726"/>
                  </a:cubicBezTo>
                  <a:cubicBezTo>
                    <a:pt x="294" y="746"/>
                    <a:pt x="266" y="748"/>
                    <a:pt x="245" y="749"/>
                  </a:cubicBezTo>
                  <a:cubicBezTo>
                    <a:pt x="225" y="751"/>
                    <a:pt x="209" y="738"/>
                    <a:pt x="187" y="736"/>
                  </a:cubicBezTo>
                  <a:cubicBezTo>
                    <a:pt x="165" y="735"/>
                    <a:pt x="153" y="743"/>
                    <a:pt x="124" y="735"/>
                  </a:cubicBezTo>
                  <a:cubicBezTo>
                    <a:pt x="94" y="726"/>
                    <a:pt x="84" y="727"/>
                    <a:pt x="81" y="707"/>
                  </a:cubicBezTo>
                  <a:cubicBezTo>
                    <a:pt x="78" y="686"/>
                    <a:pt x="69" y="685"/>
                    <a:pt x="52" y="669"/>
                  </a:cubicBezTo>
                  <a:cubicBezTo>
                    <a:pt x="34" y="653"/>
                    <a:pt x="36" y="626"/>
                    <a:pt x="30" y="600"/>
                  </a:cubicBezTo>
                  <a:cubicBezTo>
                    <a:pt x="24" y="573"/>
                    <a:pt x="12" y="560"/>
                    <a:pt x="12" y="529"/>
                  </a:cubicBezTo>
                  <a:cubicBezTo>
                    <a:pt x="12" y="499"/>
                    <a:pt x="90" y="510"/>
                    <a:pt x="90" y="504"/>
                  </a:cubicBezTo>
                  <a:cubicBezTo>
                    <a:pt x="90" y="499"/>
                    <a:pt x="55" y="507"/>
                    <a:pt x="43" y="504"/>
                  </a:cubicBezTo>
                  <a:cubicBezTo>
                    <a:pt x="31" y="501"/>
                    <a:pt x="24" y="510"/>
                    <a:pt x="17" y="496"/>
                  </a:cubicBezTo>
                  <a:cubicBezTo>
                    <a:pt x="9" y="481"/>
                    <a:pt x="3" y="457"/>
                    <a:pt x="2" y="437"/>
                  </a:cubicBezTo>
                  <a:cubicBezTo>
                    <a:pt x="0" y="416"/>
                    <a:pt x="6" y="396"/>
                    <a:pt x="15" y="393"/>
                  </a:cubicBezTo>
                  <a:cubicBezTo>
                    <a:pt x="24" y="390"/>
                    <a:pt x="53" y="394"/>
                    <a:pt x="61" y="393"/>
                  </a:cubicBezTo>
                  <a:cubicBezTo>
                    <a:pt x="68" y="391"/>
                    <a:pt x="67" y="389"/>
                    <a:pt x="61" y="387"/>
                  </a:cubicBezTo>
                  <a:cubicBezTo>
                    <a:pt x="55" y="386"/>
                    <a:pt x="46" y="389"/>
                    <a:pt x="37" y="389"/>
                  </a:cubicBezTo>
                  <a:cubicBezTo>
                    <a:pt x="28" y="389"/>
                    <a:pt x="17" y="381"/>
                    <a:pt x="14" y="362"/>
                  </a:cubicBezTo>
                  <a:cubicBezTo>
                    <a:pt x="11" y="343"/>
                    <a:pt x="14" y="324"/>
                    <a:pt x="19" y="301"/>
                  </a:cubicBezTo>
                  <a:cubicBezTo>
                    <a:pt x="25" y="277"/>
                    <a:pt x="30" y="261"/>
                    <a:pt x="36" y="243"/>
                  </a:cubicBezTo>
                  <a:cubicBezTo>
                    <a:pt x="41" y="226"/>
                    <a:pt x="65" y="230"/>
                    <a:pt x="59" y="226"/>
                  </a:cubicBezTo>
                  <a:cubicBezTo>
                    <a:pt x="53" y="221"/>
                    <a:pt x="49" y="215"/>
                    <a:pt x="55" y="205"/>
                  </a:cubicBezTo>
                  <a:cubicBezTo>
                    <a:pt x="61" y="195"/>
                    <a:pt x="81" y="158"/>
                    <a:pt x="97" y="147"/>
                  </a:cubicBezTo>
                  <a:cubicBezTo>
                    <a:pt x="113" y="135"/>
                    <a:pt x="130" y="161"/>
                    <a:pt x="136" y="174"/>
                  </a:cubicBezTo>
                  <a:cubicBezTo>
                    <a:pt x="141" y="187"/>
                    <a:pt x="156" y="210"/>
                    <a:pt x="153" y="196"/>
                  </a:cubicBezTo>
                  <a:cubicBezTo>
                    <a:pt x="150" y="183"/>
                    <a:pt x="124" y="158"/>
                    <a:pt x="121" y="141"/>
                  </a:cubicBezTo>
                  <a:cubicBezTo>
                    <a:pt x="118" y="123"/>
                    <a:pt x="129" y="110"/>
                    <a:pt x="151" y="95"/>
                  </a:cubicBezTo>
                  <a:cubicBezTo>
                    <a:pt x="168" y="83"/>
                    <a:pt x="184" y="100"/>
                    <a:pt x="191" y="95"/>
                  </a:cubicBezTo>
                  <a:cubicBezTo>
                    <a:pt x="198" y="91"/>
                    <a:pt x="184" y="72"/>
                    <a:pt x="203" y="59"/>
                  </a:cubicBezTo>
                  <a:cubicBezTo>
                    <a:pt x="222" y="45"/>
                    <a:pt x="229" y="42"/>
                    <a:pt x="251" y="37"/>
                  </a:cubicBezTo>
                  <a:cubicBezTo>
                    <a:pt x="273" y="31"/>
                    <a:pt x="278" y="54"/>
                    <a:pt x="279" y="67"/>
                  </a:cubicBezTo>
                  <a:cubicBezTo>
                    <a:pt x="281" y="81"/>
                    <a:pt x="289" y="116"/>
                    <a:pt x="290" y="98"/>
                  </a:cubicBezTo>
                  <a:cubicBezTo>
                    <a:pt x="292" y="81"/>
                    <a:pt x="277" y="47"/>
                    <a:pt x="274" y="37"/>
                  </a:cubicBezTo>
                  <a:cubicBezTo>
                    <a:pt x="271" y="27"/>
                    <a:pt x="295" y="26"/>
                    <a:pt x="320" y="15"/>
                  </a:cubicBezTo>
                  <a:cubicBezTo>
                    <a:pt x="345" y="3"/>
                    <a:pt x="364" y="0"/>
                    <a:pt x="376" y="6"/>
                  </a:cubicBezTo>
                  <a:cubicBezTo>
                    <a:pt x="383" y="9"/>
                    <a:pt x="407" y="15"/>
                    <a:pt x="395" y="33"/>
                  </a:cubicBezTo>
                  <a:cubicBezTo>
                    <a:pt x="411" y="26"/>
                    <a:pt x="411" y="47"/>
                    <a:pt x="415" y="56"/>
                  </a:cubicBezTo>
                  <a:cubicBezTo>
                    <a:pt x="421" y="76"/>
                    <a:pt x="419" y="83"/>
                    <a:pt x="419" y="107"/>
                  </a:cubicBezTo>
                  <a:cubicBezTo>
                    <a:pt x="419" y="130"/>
                    <a:pt x="411" y="147"/>
                    <a:pt x="415" y="158"/>
                  </a:cubicBezTo>
                  <a:cubicBezTo>
                    <a:pt x="420" y="170"/>
                    <a:pt x="418" y="185"/>
                    <a:pt x="410" y="188"/>
                  </a:cubicBezTo>
                  <a:cubicBezTo>
                    <a:pt x="401" y="191"/>
                    <a:pt x="380" y="182"/>
                    <a:pt x="377" y="193"/>
                  </a:cubicBezTo>
                  <a:cubicBezTo>
                    <a:pt x="374" y="205"/>
                    <a:pt x="407" y="186"/>
                    <a:pt x="414" y="196"/>
                  </a:cubicBezTo>
                  <a:cubicBezTo>
                    <a:pt x="421" y="207"/>
                    <a:pt x="426" y="234"/>
                    <a:pt x="416" y="243"/>
                  </a:cubicBezTo>
                  <a:cubicBezTo>
                    <a:pt x="408" y="251"/>
                    <a:pt x="402" y="255"/>
                    <a:pt x="390" y="257"/>
                  </a:cubicBezTo>
                </a:path>
              </a:pathLst>
            </a:custGeom>
            <a:solidFill>
              <a:srgbClr val="E8E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2" name="Freeform 138">
              <a:extLst>
                <a:ext uri="{FF2B5EF4-FFF2-40B4-BE49-F238E27FC236}">
                  <a16:creationId xmlns:a16="http://schemas.microsoft.com/office/drawing/2014/main" id="{7DCB77D9-C6B1-40F1-A575-B6E3F022C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236"/>
              <a:ext cx="1865" cy="1835"/>
            </a:xfrm>
            <a:custGeom>
              <a:avLst/>
              <a:gdLst>
                <a:gd name="T0" fmla="*/ 11500 w 746"/>
                <a:gd name="T1" fmla="*/ 5897 h 688"/>
                <a:gd name="T2" fmla="*/ 11595 w 746"/>
                <a:gd name="T3" fmla="*/ 5086 h 688"/>
                <a:gd name="T4" fmla="*/ 11283 w 746"/>
                <a:gd name="T5" fmla="*/ 5372 h 688"/>
                <a:gd name="T6" fmla="*/ 10145 w 746"/>
                <a:gd name="T7" fmla="*/ 5462 h 688"/>
                <a:gd name="T8" fmla="*/ 9833 w 746"/>
                <a:gd name="T9" fmla="*/ 3926 h 688"/>
                <a:gd name="T10" fmla="*/ 10145 w 746"/>
                <a:gd name="T11" fmla="*/ 2526 h 688"/>
                <a:gd name="T12" fmla="*/ 8675 w 746"/>
                <a:gd name="T13" fmla="*/ 1558 h 688"/>
                <a:gd name="T14" fmla="*/ 8300 w 746"/>
                <a:gd name="T15" fmla="*/ 1536 h 688"/>
                <a:gd name="T16" fmla="*/ 7458 w 746"/>
                <a:gd name="T17" fmla="*/ 1139 h 688"/>
                <a:gd name="T18" fmla="*/ 6875 w 746"/>
                <a:gd name="T19" fmla="*/ 717 h 688"/>
                <a:gd name="T20" fmla="*/ 7125 w 746"/>
                <a:gd name="T21" fmla="*/ 2296 h 688"/>
                <a:gd name="T22" fmla="*/ 6688 w 746"/>
                <a:gd name="T23" fmla="*/ 3585 h 688"/>
                <a:gd name="T24" fmla="*/ 5863 w 746"/>
                <a:gd name="T25" fmla="*/ 4347 h 688"/>
                <a:gd name="T26" fmla="*/ 4675 w 746"/>
                <a:gd name="T27" fmla="*/ 3073 h 688"/>
                <a:gd name="T28" fmla="*/ 5220 w 746"/>
                <a:gd name="T29" fmla="*/ 717 h 688"/>
                <a:gd name="T30" fmla="*/ 4363 w 746"/>
                <a:gd name="T31" fmla="*/ 1003 h 688"/>
                <a:gd name="T32" fmla="*/ 3345 w 746"/>
                <a:gd name="T33" fmla="*/ 2014 h 688"/>
                <a:gd name="T34" fmla="*/ 2470 w 746"/>
                <a:gd name="T35" fmla="*/ 1822 h 688"/>
                <a:gd name="T36" fmla="*/ 2250 w 746"/>
                <a:gd name="T37" fmla="*/ 3038 h 688"/>
                <a:gd name="T38" fmla="*/ 1470 w 746"/>
                <a:gd name="T39" fmla="*/ 4041 h 688"/>
                <a:gd name="T40" fmla="*/ 750 w 746"/>
                <a:gd name="T41" fmla="*/ 4006 h 688"/>
                <a:gd name="T42" fmla="*/ 250 w 746"/>
                <a:gd name="T43" fmla="*/ 5692 h 688"/>
                <a:gd name="T44" fmla="*/ 1063 w 746"/>
                <a:gd name="T45" fmla="*/ 6700 h 688"/>
                <a:gd name="T46" fmla="*/ 550 w 746"/>
                <a:gd name="T47" fmla="*/ 7668 h 688"/>
                <a:gd name="T48" fmla="*/ 800 w 746"/>
                <a:gd name="T49" fmla="*/ 7988 h 688"/>
                <a:gd name="T50" fmla="*/ 2488 w 746"/>
                <a:gd name="T51" fmla="*/ 8103 h 688"/>
                <a:gd name="T52" fmla="*/ 2188 w 746"/>
                <a:gd name="T53" fmla="*/ 9276 h 688"/>
                <a:gd name="T54" fmla="*/ 1675 w 746"/>
                <a:gd name="T55" fmla="*/ 11175 h 688"/>
                <a:gd name="T56" fmla="*/ 908 w 746"/>
                <a:gd name="T57" fmla="*/ 10719 h 688"/>
                <a:gd name="T58" fmla="*/ 738 w 746"/>
                <a:gd name="T59" fmla="*/ 9903 h 688"/>
                <a:gd name="T60" fmla="*/ 613 w 746"/>
                <a:gd name="T61" fmla="*/ 11082 h 688"/>
                <a:gd name="T62" fmla="*/ 1363 w 746"/>
                <a:gd name="T63" fmla="*/ 11879 h 688"/>
                <a:gd name="T64" fmla="*/ 1783 w 746"/>
                <a:gd name="T65" fmla="*/ 12221 h 688"/>
                <a:gd name="T66" fmla="*/ 1845 w 746"/>
                <a:gd name="T67" fmla="*/ 11631 h 688"/>
                <a:gd name="T68" fmla="*/ 2533 w 746"/>
                <a:gd name="T69" fmla="*/ 11573 h 688"/>
                <a:gd name="T70" fmla="*/ 3083 w 746"/>
                <a:gd name="T71" fmla="*/ 12280 h 688"/>
                <a:gd name="T72" fmla="*/ 3738 w 746"/>
                <a:gd name="T73" fmla="*/ 12450 h 688"/>
                <a:gd name="T74" fmla="*/ 3283 w 746"/>
                <a:gd name="T75" fmla="*/ 11381 h 688"/>
                <a:gd name="T76" fmla="*/ 3270 w 746"/>
                <a:gd name="T77" fmla="*/ 10570 h 688"/>
                <a:gd name="T78" fmla="*/ 4438 w 746"/>
                <a:gd name="T79" fmla="*/ 10514 h 688"/>
                <a:gd name="T80" fmla="*/ 5863 w 746"/>
                <a:gd name="T81" fmla="*/ 9490 h 688"/>
                <a:gd name="T82" fmla="*/ 6675 w 746"/>
                <a:gd name="T83" fmla="*/ 10378 h 688"/>
                <a:gd name="T84" fmla="*/ 8158 w 746"/>
                <a:gd name="T85" fmla="*/ 10586 h 688"/>
                <a:gd name="T86" fmla="*/ 8500 w 746"/>
                <a:gd name="T87" fmla="*/ 10549 h 688"/>
                <a:gd name="T88" fmla="*/ 8188 w 746"/>
                <a:gd name="T89" fmla="*/ 11253 h 688"/>
                <a:gd name="T90" fmla="*/ 8645 w 746"/>
                <a:gd name="T91" fmla="*/ 12712 h 688"/>
                <a:gd name="T92" fmla="*/ 9563 w 746"/>
                <a:gd name="T93" fmla="*/ 11709 h 688"/>
                <a:gd name="T94" fmla="*/ 10175 w 746"/>
                <a:gd name="T95" fmla="*/ 12221 h 688"/>
                <a:gd name="T96" fmla="*/ 10863 w 746"/>
                <a:gd name="T97" fmla="*/ 11482 h 688"/>
                <a:gd name="T98" fmla="*/ 11425 w 746"/>
                <a:gd name="T99" fmla="*/ 10322 h 688"/>
                <a:gd name="T100" fmla="*/ 10408 w 746"/>
                <a:gd name="T101" fmla="*/ 10549 h 688"/>
                <a:gd name="T102" fmla="*/ 9300 w 746"/>
                <a:gd name="T103" fmla="*/ 10642 h 688"/>
                <a:gd name="T104" fmla="*/ 9345 w 746"/>
                <a:gd name="T105" fmla="*/ 9106 h 688"/>
                <a:gd name="T106" fmla="*/ 9658 w 746"/>
                <a:gd name="T107" fmla="*/ 6700 h 688"/>
                <a:gd name="T108" fmla="*/ 11188 w 746"/>
                <a:gd name="T109" fmla="*/ 7041 h 688"/>
                <a:gd name="T110" fmla="*/ 10988 w 746"/>
                <a:gd name="T111" fmla="*/ 8103 h 688"/>
                <a:gd name="T112" fmla="*/ 11438 w 746"/>
                <a:gd name="T113" fmla="*/ 6225 h 6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46" h="688">
                  <a:moveTo>
                    <a:pt x="732" y="328"/>
                  </a:moveTo>
                  <a:cubicBezTo>
                    <a:pt x="734" y="322"/>
                    <a:pt x="737" y="317"/>
                    <a:pt x="736" y="311"/>
                  </a:cubicBezTo>
                  <a:cubicBezTo>
                    <a:pt x="735" y="307"/>
                    <a:pt x="730" y="306"/>
                    <a:pt x="729" y="301"/>
                  </a:cubicBezTo>
                  <a:cubicBezTo>
                    <a:pt x="727" y="288"/>
                    <a:pt x="743" y="282"/>
                    <a:pt x="742" y="268"/>
                  </a:cubicBezTo>
                  <a:cubicBezTo>
                    <a:pt x="741" y="261"/>
                    <a:pt x="735" y="252"/>
                    <a:pt x="727" y="257"/>
                  </a:cubicBezTo>
                  <a:cubicBezTo>
                    <a:pt x="723" y="260"/>
                    <a:pt x="723" y="279"/>
                    <a:pt x="722" y="283"/>
                  </a:cubicBezTo>
                  <a:cubicBezTo>
                    <a:pt x="717" y="299"/>
                    <a:pt x="704" y="312"/>
                    <a:pt x="686" y="314"/>
                  </a:cubicBezTo>
                  <a:cubicBezTo>
                    <a:pt x="667" y="316"/>
                    <a:pt x="652" y="306"/>
                    <a:pt x="649" y="288"/>
                  </a:cubicBezTo>
                  <a:cubicBezTo>
                    <a:pt x="647" y="274"/>
                    <a:pt x="655" y="261"/>
                    <a:pt x="653" y="248"/>
                  </a:cubicBezTo>
                  <a:cubicBezTo>
                    <a:pt x="651" y="234"/>
                    <a:pt x="639" y="216"/>
                    <a:pt x="629" y="207"/>
                  </a:cubicBezTo>
                  <a:cubicBezTo>
                    <a:pt x="617" y="196"/>
                    <a:pt x="603" y="189"/>
                    <a:pt x="605" y="169"/>
                  </a:cubicBezTo>
                  <a:cubicBezTo>
                    <a:pt x="609" y="138"/>
                    <a:pt x="671" y="162"/>
                    <a:pt x="649" y="133"/>
                  </a:cubicBezTo>
                  <a:cubicBezTo>
                    <a:pt x="632" y="111"/>
                    <a:pt x="611" y="103"/>
                    <a:pt x="584" y="100"/>
                  </a:cubicBezTo>
                  <a:cubicBezTo>
                    <a:pt x="570" y="98"/>
                    <a:pt x="559" y="99"/>
                    <a:pt x="555" y="82"/>
                  </a:cubicBezTo>
                  <a:cubicBezTo>
                    <a:pt x="553" y="76"/>
                    <a:pt x="558" y="57"/>
                    <a:pt x="543" y="65"/>
                  </a:cubicBezTo>
                  <a:cubicBezTo>
                    <a:pt x="539" y="67"/>
                    <a:pt x="536" y="78"/>
                    <a:pt x="531" y="81"/>
                  </a:cubicBezTo>
                  <a:cubicBezTo>
                    <a:pt x="526" y="84"/>
                    <a:pt x="518" y="87"/>
                    <a:pt x="512" y="87"/>
                  </a:cubicBezTo>
                  <a:cubicBezTo>
                    <a:pt x="499" y="86"/>
                    <a:pt x="484" y="71"/>
                    <a:pt x="477" y="60"/>
                  </a:cubicBezTo>
                  <a:cubicBezTo>
                    <a:pt x="472" y="50"/>
                    <a:pt x="479" y="39"/>
                    <a:pt x="470" y="33"/>
                  </a:cubicBezTo>
                  <a:cubicBezTo>
                    <a:pt x="461" y="27"/>
                    <a:pt x="447" y="32"/>
                    <a:pt x="440" y="38"/>
                  </a:cubicBezTo>
                  <a:cubicBezTo>
                    <a:pt x="432" y="46"/>
                    <a:pt x="415" y="98"/>
                    <a:pt x="426" y="107"/>
                  </a:cubicBezTo>
                  <a:cubicBezTo>
                    <a:pt x="435" y="116"/>
                    <a:pt x="448" y="106"/>
                    <a:pt x="456" y="121"/>
                  </a:cubicBezTo>
                  <a:cubicBezTo>
                    <a:pt x="463" y="133"/>
                    <a:pt x="466" y="157"/>
                    <a:pt x="457" y="168"/>
                  </a:cubicBezTo>
                  <a:cubicBezTo>
                    <a:pt x="447" y="179"/>
                    <a:pt x="432" y="175"/>
                    <a:pt x="428" y="189"/>
                  </a:cubicBezTo>
                  <a:cubicBezTo>
                    <a:pt x="425" y="199"/>
                    <a:pt x="429" y="216"/>
                    <a:pt x="438" y="221"/>
                  </a:cubicBezTo>
                  <a:cubicBezTo>
                    <a:pt x="438" y="221"/>
                    <a:pt x="411" y="228"/>
                    <a:pt x="375" y="229"/>
                  </a:cubicBezTo>
                  <a:cubicBezTo>
                    <a:pt x="340" y="230"/>
                    <a:pt x="308" y="218"/>
                    <a:pt x="308" y="218"/>
                  </a:cubicBezTo>
                  <a:cubicBezTo>
                    <a:pt x="326" y="196"/>
                    <a:pt x="298" y="189"/>
                    <a:pt x="299" y="162"/>
                  </a:cubicBezTo>
                  <a:cubicBezTo>
                    <a:pt x="300" y="136"/>
                    <a:pt x="328" y="140"/>
                    <a:pt x="330" y="116"/>
                  </a:cubicBezTo>
                  <a:cubicBezTo>
                    <a:pt x="331" y="92"/>
                    <a:pt x="343" y="53"/>
                    <a:pt x="334" y="38"/>
                  </a:cubicBezTo>
                  <a:cubicBezTo>
                    <a:pt x="324" y="24"/>
                    <a:pt x="294" y="0"/>
                    <a:pt x="296" y="17"/>
                  </a:cubicBezTo>
                  <a:cubicBezTo>
                    <a:pt x="299" y="34"/>
                    <a:pt x="283" y="53"/>
                    <a:pt x="279" y="53"/>
                  </a:cubicBezTo>
                  <a:cubicBezTo>
                    <a:pt x="275" y="53"/>
                    <a:pt x="279" y="88"/>
                    <a:pt x="270" y="96"/>
                  </a:cubicBezTo>
                  <a:cubicBezTo>
                    <a:pt x="260" y="104"/>
                    <a:pt x="228" y="116"/>
                    <a:pt x="214" y="106"/>
                  </a:cubicBezTo>
                  <a:cubicBezTo>
                    <a:pt x="199" y="97"/>
                    <a:pt x="195" y="56"/>
                    <a:pt x="191" y="69"/>
                  </a:cubicBezTo>
                  <a:cubicBezTo>
                    <a:pt x="187" y="82"/>
                    <a:pt x="172" y="96"/>
                    <a:pt x="158" y="96"/>
                  </a:cubicBezTo>
                  <a:cubicBezTo>
                    <a:pt x="143" y="96"/>
                    <a:pt x="140" y="106"/>
                    <a:pt x="156" y="116"/>
                  </a:cubicBezTo>
                  <a:cubicBezTo>
                    <a:pt x="172" y="125"/>
                    <a:pt x="156" y="152"/>
                    <a:pt x="144" y="160"/>
                  </a:cubicBezTo>
                  <a:cubicBezTo>
                    <a:pt x="132" y="168"/>
                    <a:pt x="142" y="178"/>
                    <a:pt x="136" y="190"/>
                  </a:cubicBezTo>
                  <a:cubicBezTo>
                    <a:pt x="131" y="202"/>
                    <a:pt x="122" y="218"/>
                    <a:pt x="94" y="213"/>
                  </a:cubicBezTo>
                  <a:cubicBezTo>
                    <a:pt x="66" y="208"/>
                    <a:pt x="70" y="170"/>
                    <a:pt x="60" y="178"/>
                  </a:cubicBezTo>
                  <a:cubicBezTo>
                    <a:pt x="47" y="188"/>
                    <a:pt x="49" y="196"/>
                    <a:pt x="48" y="211"/>
                  </a:cubicBezTo>
                  <a:cubicBezTo>
                    <a:pt x="47" y="224"/>
                    <a:pt x="43" y="230"/>
                    <a:pt x="35" y="239"/>
                  </a:cubicBezTo>
                  <a:cubicBezTo>
                    <a:pt x="26" y="250"/>
                    <a:pt x="0" y="288"/>
                    <a:pt x="16" y="300"/>
                  </a:cubicBezTo>
                  <a:cubicBezTo>
                    <a:pt x="26" y="308"/>
                    <a:pt x="40" y="289"/>
                    <a:pt x="53" y="299"/>
                  </a:cubicBezTo>
                  <a:cubicBezTo>
                    <a:pt x="68" y="309"/>
                    <a:pt x="70" y="337"/>
                    <a:pt x="68" y="353"/>
                  </a:cubicBezTo>
                  <a:cubicBezTo>
                    <a:pt x="67" y="365"/>
                    <a:pt x="65" y="382"/>
                    <a:pt x="62" y="393"/>
                  </a:cubicBezTo>
                  <a:cubicBezTo>
                    <a:pt x="57" y="409"/>
                    <a:pt x="49" y="407"/>
                    <a:pt x="35" y="404"/>
                  </a:cubicBezTo>
                  <a:cubicBezTo>
                    <a:pt x="26" y="403"/>
                    <a:pt x="6" y="405"/>
                    <a:pt x="18" y="420"/>
                  </a:cubicBezTo>
                  <a:cubicBezTo>
                    <a:pt x="24" y="428"/>
                    <a:pt x="45" y="425"/>
                    <a:pt x="51" y="421"/>
                  </a:cubicBezTo>
                  <a:cubicBezTo>
                    <a:pt x="71" y="408"/>
                    <a:pt x="80" y="366"/>
                    <a:pt x="111" y="365"/>
                  </a:cubicBezTo>
                  <a:cubicBezTo>
                    <a:pt x="138" y="365"/>
                    <a:pt x="161" y="403"/>
                    <a:pt x="159" y="427"/>
                  </a:cubicBezTo>
                  <a:cubicBezTo>
                    <a:pt x="157" y="443"/>
                    <a:pt x="145" y="445"/>
                    <a:pt x="135" y="455"/>
                  </a:cubicBezTo>
                  <a:cubicBezTo>
                    <a:pt x="121" y="469"/>
                    <a:pt x="133" y="475"/>
                    <a:pt x="140" y="489"/>
                  </a:cubicBezTo>
                  <a:cubicBezTo>
                    <a:pt x="151" y="509"/>
                    <a:pt x="160" y="535"/>
                    <a:pt x="159" y="558"/>
                  </a:cubicBezTo>
                  <a:cubicBezTo>
                    <a:pt x="157" y="582"/>
                    <a:pt x="128" y="592"/>
                    <a:pt x="107" y="589"/>
                  </a:cubicBezTo>
                  <a:cubicBezTo>
                    <a:pt x="97" y="588"/>
                    <a:pt x="86" y="581"/>
                    <a:pt x="78" y="577"/>
                  </a:cubicBezTo>
                  <a:cubicBezTo>
                    <a:pt x="72" y="575"/>
                    <a:pt x="60" y="571"/>
                    <a:pt x="58" y="565"/>
                  </a:cubicBezTo>
                  <a:cubicBezTo>
                    <a:pt x="55" y="555"/>
                    <a:pt x="63" y="557"/>
                    <a:pt x="66" y="549"/>
                  </a:cubicBezTo>
                  <a:cubicBezTo>
                    <a:pt x="71" y="534"/>
                    <a:pt x="59" y="524"/>
                    <a:pt x="47" y="522"/>
                  </a:cubicBezTo>
                  <a:cubicBezTo>
                    <a:pt x="26" y="519"/>
                    <a:pt x="23" y="528"/>
                    <a:pt x="28" y="547"/>
                  </a:cubicBezTo>
                  <a:cubicBezTo>
                    <a:pt x="32" y="559"/>
                    <a:pt x="36" y="571"/>
                    <a:pt x="39" y="584"/>
                  </a:cubicBezTo>
                  <a:cubicBezTo>
                    <a:pt x="43" y="602"/>
                    <a:pt x="49" y="599"/>
                    <a:pt x="65" y="602"/>
                  </a:cubicBezTo>
                  <a:cubicBezTo>
                    <a:pt x="78" y="605"/>
                    <a:pt x="87" y="613"/>
                    <a:pt x="87" y="626"/>
                  </a:cubicBezTo>
                  <a:cubicBezTo>
                    <a:pt x="87" y="637"/>
                    <a:pt x="74" y="648"/>
                    <a:pt x="87" y="656"/>
                  </a:cubicBezTo>
                  <a:cubicBezTo>
                    <a:pt x="99" y="663"/>
                    <a:pt x="114" y="656"/>
                    <a:pt x="114" y="644"/>
                  </a:cubicBezTo>
                  <a:cubicBezTo>
                    <a:pt x="113" y="637"/>
                    <a:pt x="108" y="635"/>
                    <a:pt x="109" y="628"/>
                  </a:cubicBezTo>
                  <a:cubicBezTo>
                    <a:pt x="110" y="624"/>
                    <a:pt x="116" y="617"/>
                    <a:pt x="118" y="613"/>
                  </a:cubicBezTo>
                  <a:cubicBezTo>
                    <a:pt x="122" y="603"/>
                    <a:pt x="124" y="595"/>
                    <a:pt x="136" y="594"/>
                  </a:cubicBezTo>
                  <a:cubicBezTo>
                    <a:pt x="152" y="593"/>
                    <a:pt x="147" y="606"/>
                    <a:pt x="162" y="610"/>
                  </a:cubicBezTo>
                  <a:cubicBezTo>
                    <a:pt x="174" y="614"/>
                    <a:pt x="185" y="604"/>
                    <a:pt x="195" y="615"/>
                  </a:cubicBezTo>
                  <a:cubicBezTo>
                    <a:pt x="202" y="624"/>
                    <a:pt x="202" y="639"/>
                    <a:pt x="197" y="647"/>
                  </a:cubicBezTo>
                  <a:cubicBezTo>
                    <a:pt x="193" y="657"/>
                    <a:pt x="182" y="667"/>
                    <a:pt x="198" y="678"/>
                  </a:cubicBezTo>
                  <a:cubicBezTo>
                    <a:pt x="214" y="688"/>
                    <a:pt x="232" y="669"/>
                    <a:pt x="239" y="656"/>
                  </a:cubicBezTo>
                  <a:cubicBezTo>
                    <a:pt x="244" y="647"/>
                    <a:pt x="249" y="627"/>
                    <a:pt x="243" y="618"/>
                  </a:cubicBezTo>
                  <a:cubicBezTo>
                    <a:pt x="237" y="610"/>
                    <a:pt x="219" y="604"/>
                    <a:pt x="210" y="600"/>
                  </a:cubicBezTo>
                  <a:cubicBezTo>
                    <a:pt x="169" y="582"/>
                    <a:pt x="176" y="555"/>
                    <a:pt x="208" y="556"/>
                  </a:cubicBezTo>
                  <a:cubicBezTo>
                    <a:pt x="209" y="557"/>
                    <a:pt x="209" y="557"/>
                    <a:pt x="209" y="557"/>
                  </a:cubicBezTo>
                  <a:cubicBezTo>
                    <a:pt x="213" y="557"/>
                    <a:pt x="220" y="560"/>
                    <a:pt x="229" y="558"/>
                  </a:cubicBezTo>
                  <a:cubicBezTo>
                    <a:pt x="245" y="556"/>
                    <a:pt x="260" y="555"/>
                    <a:pt x="284" y="554"/>
                  </a:cubicBezTo>
                  <a:cubicBezTo>
                    <a:pt x="308" y="553"/>
                    <a:pt x="305" y="549"/>
                    <a:pt x="324" y="547"/>
                  </a:cubicBezTo>
                  <a:cubicBezTo>
                    <a:pt x="343" y="545"/>
                    <a:pt x="375" y="534"/>
                    <a:pt x="375" y="500"/>
                  </a:cubicBezTo>
                  <a:cubicBezTo>
                    <a:pt x="375" y="500"/>
                    <a:pt x="375" y="500"/>
                    <a:pt x="375" y="500"/>
                  </a:cubicBezTo>
                  <a:cubicBezTo>
                    <a:pt x="375" y="534"/>
                    <a:pt x="408" y="545"/>
                    <a:pt x="427" y="547"/>
                  </a:cubicBezTo>
                  <a:cubicBezTo>
                    <a:pt x="446" y="549"/>
                    <a:pt x="443" y="553"/>
                    <a:pt x="467" y="554"/>
                  </a:cubicBezTo>
                  <a:cubicBezTo>
                    <a:pt x="491" y="555"/>
                    <a:pt x="506" y="556"/>
                    <a:pt x="522" y="558"/>
                  </a:cubicBezTo>
                  <a:cubicBezTo>
                    <a:pt x="531" y="560"/>
                    <a:pt x="538" y="557"/>
                    <a:pt x="542" y="557"/>
                  </a:cubicBezTo>
                  <a:cubicBezTo>
                    <a:pt x="544" y="556"/>
                    <a:pt x="544" y="556"/>
                    <a:pt x="544" y="556"/>
                  </a:cubicBezTo>
                  <a:cubicBezTo>
                    <a:pt x="554" y="559"/>
                    <a:pt x="552" y="571"/>
                    <a:pt x="547" y="578"/>
                  </a:cubicBezTo>
                  <a:cubicBezTo>
                    <a:pt x="543" y="585"/>
                    <a:pt x="532" y="589"/>
                    <a:pt x="524" y="593"/>
                  </a:cubicBezTo>
                  <a:cubicBezTo>
                    <a:pt x="499" y="607"/>
                    <a:pt x="515" y="628"/>
                    <a:pt x="526" y="648"/>
                  </a:cubicBezTo>
                  <a:cubicBezTo>
                    <a:pt x="531" y="657"/>
                    <a:pt x="538" y="678"/>
                    <a:pt x="553" y="670"/>
                  </a:cubicBezTo>
                  <a:cubicBezTo>
                    <a:pt x="566" y="662"/>
                    <a:pt x="558" y="646"/>
                    <a:pt x="557" y="636"/>
                  </a:cubicBezTo>
                  <a:cubicBezTo>
                    <a:pt x="552" y="605"/>
                    <a:pt x="594" y="598"/>
                    <a:pt x="612" y="617"/>
                  </a:cubicBezTo>
                  <a:cubicBezTo>
                    <a:pt x="623" y="629"/>
                    <a:pt x="620" y="653"/>
                    <a:pt x="634" y="660"/>
                  </a:cubicBezTo>
                  <a:cubicBezTo>
                    <a:pt x="648" y="667"/>
                    <a:pt x="651" y="655"/>
                    <a:pt x="651" y="644"/>
                  </a:cubicBezTo>
                  <a:cubicBezTo>
                    <a:pt x="650" y="629"/>
                    <a:pt x="646" y="617"/>
                    <a:pt x="664" y="609"/>
                  </a:cubicBezTo>
                  <a:cubicBezTo>
                    <a:pt x="675" y="604"/>
                    <a:pt x="685" y="613"/>
                    <a:pt x="695" y="605"/>
                  </a:cubicBezTo>
                  <a:cubicBezTo>
                    <a:pt x="703" y="599"/>
                    <a:pt x="705" y="584"/>
                    <a:pt x="709" y="575"/>
                  </a:cubicBezTo>
                  <a:cubicBezTo>
                    <a:pt x="713" y="564"/>
                    <a:pt x="729" y="554"/>
                    <a:pt x="731" y="544"/>
                  </a:cubicBezTo>
                  <a:cubicBezTo>
                    <a:pt x="735" y="527"/>
                    <a:pt x="719" y="519"/>
                    <a:pt x="705" y="521"/>
                  </a:cubicBezTo>
                  <a:cubicBezTo>
                    <a:pt x="688" y="523"/>
                    <a:pt x="673" y="541"/>
                    <a:pt x="666" y="556"/>
                  </a:cubicBezTo>
                  <a:cubicBezTo>
                    <a:pt x="655" y="581"/>
                    <a:pt x="646" y="609"/>
                    <a:pt x="612" y="593"/>
                  </a:cubicBezTo>
                  <a:cubicBezTo>
                    <a:pt x="595" y="585"/>
                    <a:pt x="599" y="576"/>
                    <a:pt x="595" y="561"/>
                  </a:cubicBezTo>
                  <a:cubicBezTo>
                    <a:pt x="591" y="549"/>
                    <a:pt x="582" y="542"/>
                    <a:pt x="576" y="532"/>
                  </a:cubicBezTo>
                  <a:cubicBezTo>
                    <a:pt x="563" y="510"/>
                    <a:pt x="586" y="497"/>
                    <a:pt x="598" y="480"/>
                  </a:cubicBezTo>
                  <a:cubicBezTo>
                    <a:pt x="610" y="462"/>
                    <a:pt x="633" y="442"/>
                    <a:pt x="629" y="418"/>
                  </a:cubicBezTo>
                  <a:cubicBezTo>
                    <a:pt x="624" y="394"/>
                    <a:pt x="586" y="373"/>
                    <a:pt x="618" y="353"/>
                  </a:cubicBezTo>
                  <a:cubicBezTo>
                    <a:pt x="634" y="343"/>
                    <a:pt x="648" y="336"/>
                    <a:pt x="667" y="340"/>
                  </a:cubicBezTo>
                  <a:cubicBezTo>
                    <a:pt x="685" y="343"/>
                    <a:pt x="708" y="353"/>
                    <a:pt x="716" y="371"/>
                  </a:cubicBezTo>
                  <a:cubicBezTo>
                    <a:pt x="722" y="384"/>
                    <a:pt x="720" y="395"/>
                    <a:pt x="713" y="407"/>
                  </a:cubicBezTo>
                  <a:cubicBezTo>
                    <a:pt x="710" y="412"/>
                    <a:pt x="697" y="421"/>
                    <a:pt x="703" y="427"/>
                  </a:cubicBezTo>
                  <a:cubicBezTo>
                    <a:pt x="713" y="436"/>
                    <a:pt x="735" y="421"/>
                    <a:pt x="738" y="412"/>
                  </a:cubicBezTo>
                  <a:cubicBezTo>
                    <a:pt x="746" y="384"/>
                    <a:pt x="725" y="353"/>
                    <a:pt x="732" y="328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3" name="Freeform 139">
              <a:extLst>
                <a:ext uri="{FF2B5EF4-FFF2-40B4-BE49-F238E27FC236}">
                  <a16:creationId xmlns:a16="http://schemas.microsoft.com/office/drawing/2014/main" id="{CA866D90-16DA-44C7-A279-C1F0A4852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735"/>
              <a:ext cx="695" cy="237"/>
            </a:xfrm>
            <a:custGeom>
              <a:avLst/>
              <a:gdLst>
                <a:gd name="T0" fmla="*/ 613 w 278"/>
                <a:gd name="T1" fmla="*/ 205 h 89"/>
                <a:gd name="T2" fmla="*/ 3845 w 278"/>
                <a:gd name="T3" fmla="*/ 149 h 89"/>
                <a:gd name="T4" fmla="*/ 4250 w 278"/>
                <a:gd name="T5" fmla="*/ 1036 h 89"/>
                <a:gd name="T6" fmla="*/ 2020 w 278"/>
                <a:gd name="T7" fmla="*/ 1680 h 89"/>
                <a:gd name="T8" fmla="*/ 958 w 278"/>
                <a:gd name="T9" fmla="*/ 1531 h 89"/>
                <a:gd name="T10" fmla="*/ 0 w 278"/>
                <a:gd name="T11" fmla="*/ 943 h 89"/>
                <a:gd name="T12" fmla="*/ 613 w 278"/>
                <a:gd name="T13" fmla="*/ 205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8" h="89">
                  <a:moveTo>
                    <a:pt x="39" y="11"/>
                  </a:moveTo>
                  <a:cubicBezTo>
                    <a:pt x="56" y="36"/>
                    <a:pt x="155" y="71"/>
                    <a:pt x="246" y="8"/>
                  </a:cubicBezTo>
                  <a:cubicBezTo>
                    <a:pt x="246" y="8"/>
                    <a:pt x="278" y="47"/>
                    <a:pt x="272" y="55"/>
                  </a:cubicBezTo>
                  <a:cubicBezTo>
                    <a:pt x="267" y="63"/>
                    <a:pt x="129" y="89"/>
                    <a:pt x="129" y="89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21" y="0"/>
                    <a:pt x="3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4" name="Freeform 140">
              <a:extLst>
                <a:ext uri="{FF2B5EF4-FFF2-40B4-BE49-F238E27FC236}">
                  <a16:creationId xmlns:a16="http://schemas.microsoft.com/office/drawing/2014/main" id="{3A7D65CE-016C-450E-B2FC-BF30DB789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260"/>
              <a:ext cx="280" cy="232"/>
            </a:xfrm>
            <a:custGeom>
              <a:avLst/>
              <a:gdLst>
                <a:gd name="T0" fmla="*/ 1750 w 112"/>
                <a:gd name="T1" fmla="*/ 1365 h 87"/>
                <a:gd name="T2" fmla="*/ 283 w 112"/>
                <a:gd name="T3" fmla="*/ 264 h 87"/>
                <a:gd name="T4" fmla="*/ 645 w 112"/>
                <a:gd name="T5" fmla="*/ 1651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87">
                  <a:moveTo>
                    <a:pt x="112" y="72"/>
                  </a:moveTo>
                  <a:cubicBezTo>
                    <a:pt x="87" y="80"/>
                    <a:pt x="47" y="0"/>
                    <a:pt x="18" y="14"/>
                  </a:cubicBezTo>
                  <a:cubicBezTo>
                    <a:pt x="0" y="24"/>
                    <a:pt x="17" y="70"/>
                    <a:pt x="41" y="87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5" name="Freeform 141">
              <a:extLst>
                <a:ext uri="{FF2B5EF4-FFF2-40B4-BE49-F238E27FC236}">
                  <a16:creationId xmlns:a16="http://schemas.microsoft.com/office/drawing/2014/main" id="{6BE4F62D-7DE0-4187-B4AF-AC32C33A0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847"/>
              <a:ext cx="743" cy="584"/>
            </a:xfrm>
            <a:custGeom>
              <a:avLst/>
              <a:gdLst>
                <a:gd name="T0" fmla="*/ 2317 w 297"/>
                <a:gd name="T1" fmla="*/ 2731 h 219"/>
                <a:gd name="T2" fmla="*/ 2784 w 297"/>
                <a:gd name="T3" fmla="*/ 3776 h 219"/>
                <a:gd name="T4" fmla="*/ 2959 w 297"/>
                <a:gd name="T5" fmla="*/ 3699 h 219"/>
                <a:gd name="T6" fmla="*/ 3130 w 297"/>
                <a:gd name="T7" fmla="*/ 1651 h 219"/>
                <a:gd name="T8" fmla="*/ 4038 w 297"/>
                <a:gd name="T9" fmla="*/ 605 h 219"/>
                <a:gd name="T10" fmla="*/ 4476 w 297"/>
                <a:gd name="T11" fmla="*/ 149 h 219"/>
                <a:gd name="T12" fmla="*/ 3255 w 297"/>
                <a:gd name="T13" fmla="*/ 605 h 219"/>
                <a:gd name="T14" fmla="*/ 2317 w 297"/>
                <a:gd name="T15" fmla="*/ 776 h 219"/>
                <a:gd name="T16" fmla="*/ 2317 w 297"/>
                <a:gd name="T17" fmla="*/ 776 h 219"/>
                <a:gd name="T18" fmla="*/ 1396 w 297"/>
                <a:gd name="T19" fmla="*/ 605 h 219"/>
                <a:gd name="T20" fmla="*/ 175 w 297"/>
                <a:gd name="T21" fmla="*/ 149 h 219"/>
                <a:gd name="T22" fmla="*/ 613 w 297"/>
                <a:gd name="T23" fmla="*/ 605 h 219"/>
                <a:gd name="T24" fmla="*/ 1521 w 297"/>
                <a:gd name="T25" fmla="*/ 1651 h 219"/>
                <a:gd name="T26" fmla="*/ 1689 w 297"/>
                <a:gd name="T27" fmla="*/ 3699 h 219"/>
                <a:gd name="T28" fmla="*/ 1866 w 297"/>
                <a:gd name="T29" fmla="*/ 3776 h 219"/>
                <a:gd name="T30" fmla="*/ 2317 w 297"/>
                <a:gd name="T31" fmla="*/ 2731 h 2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7" h="219">
                  <a:moveTo>
                    <a:pt x="148" y="144"/>
                  </a:moveTo>
                  <a:cubicBezTo>
                    <a:pt x="163" y="144"/>
                    <a:pt x="167" y="180"/>
                    <a:pt x="178" y="199"/>
                  </a:cubicBezTo>
                  <a:cubicBezTo>
                    <a:pt x="189" y="218"/>
                    <a:pt x="201" y="219"/>
                    <a:pt x="189" y="195"/>
                  </a:cubicBezTo>
                  <a:cubicBezTo>
                    <a:pt x="169" y="148"/>
                    <a:pt x="189" y="105"/>
                    <a:pt x="200" y="87"/>
                  </a:cubicBezTo>
                  <a:cubicBezTo>
                    <a:pt x="211" y="68"/>
                    <a:pt x="232" y="44"/>
                    <a:pt x="258" y="32"/>
                  </a:cubicBezTo>
                  <a:cubicBezTo>
                    <a:pt x="273" y="24"/>
                    <a:pt x="297" y="19"/>
                    <a:pt x="286" y="8"/>
                  </a:cubicBezTo>
                  <a:cubicBezTo>
                    <a:pt x="278" y="0"/>
                    <a:pt x="232" y="27"/>
                    <a:pt x="208" y="32"/>
                  </a:cubicBezTo>
                  <a:cubicBezTo>
                    <a:pt x="184" y="37"/>
                    <a:pt x="166" y="41"/>
                    <a:pt x="148" y="41"/>
                  </a:cubicBezTo>
                  <a:cubicBezTo>
                    <a:pt x="148" y="41"/>
                    <a:pt x="148" y="41"/>
                    <a:pt x="148" y="41"/>
                  </a:cubicBezTo>
                  <a:cubicBezTo>
                    <a:pt x="131" y="41"/>
                    <a:pt x="113" y="37"/>
                    <a:pt x="89" y="32"/>
                  </a:cubicBezTo>
                  <a:cubicBezTo>
                    <a:pt x="65" y="27"/>
                    <a:pt x="19" y="0"/>
                    <a:pt x="11" y="8"/>
                  </a:cubicBezTo>
                  <a:cubicBezTo>
                    <a:pt x="0" y="19"/>
                    <a:pt x="24" y="24"/>
                    <a:pt x="39" y="32"/>
                  </a:cubicBezTo>
                  <a:cubicBezTo>
                    <a:pt x="65" y="44"/>
                    <a:pt x="86" y="68"/>
                    <a:pt x="97" y="87"/>
                  </a:cubicBezTo>
                  <a:cubicBezTo>
                    <a:pt x="108" y="105"/>
                    <a:pt x="128" y="148"/>
                    <a:pt x="108" y="195"/>
                  </a:cubicBezTo>
                  <a:cubicBezTo>
                    <a:pt x="96" y="219"/>
                    <a:pt x="108" y="218"/>
                    <a:pt x="119" y="199"/>
                  </a:cubicBezTo>
                  <a:cubicBezTo>
                    <a:pt x="130" y="180"/>
                    <a:pt x="134" y="144"/>
                    <a:pt x="148" y="144"/>
                  </a:cubicBezTo>
                  <a:close/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6" name="Freeform 142">
              <a:extLst>
                <a:ext uri="{FF2B5EF4-FFF2-40B4-BE49-F238E27FC236}">
                  <a16:creationId xmlns:a16="http://schemas.microsoft.com/office/drawing/2014/main" id="{4353089C-04D4-4392-93B4-2B7B24C6A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847"/>
              <a:ext cx="738" cy="298"/>
            </a:xfrm>
            <a:custGeom>
              <a:avLst/>
              <a:gdLst>
                <a:gd name="T0" fmla="*/ 3222 w 295"/>
                <a:gd name="T1" fmla="*/ 601 h 112"/>
                <a:gd name="T2" fmla="*/ 2284 w 295"/>
                <a:gd name="T3" fmla="*/ 772 h 112"/>
                <a:gd name="T4" fmla="*/ 2284 w 295"/>
                <a:gd name="T5" fmla="*/ 772 h 112"/>
                <a:gd name="T6" fmla="*/ 1363 w 295"/>
                <a:gd name="T7" fmla="*/ 601 h 112"/>
                <a:gd name="T8" fmla="*/ 145 w 295"/>
                <a:gd name="T9" fmla="*/ 149 h 112"/>
                <a:gd name="T10" fmla="*/ 458 w 295"/>
                <a:gd name="T11" fmla="*/ 545 h 112"/>
                <a:gd name="T12" fmla="*/ 458 w 295"/>
                <a:gd name="T13" fmla="*/ 532 h 112"/>
                <a:gd name="T14" fmla="*/ 1001 w 295"/>
                <a:gd name="T15" fmla="*/ 716 h 112"/>
                <a:gd name="T16" fmla="*/ 1676 w 295"/>
                <a:gd name="T17" fmla="*/ 886 h 112"/>
                <a:gd name="T18" fmla="*/ 2159 w 295"/>
                <a:gd name="T19" fmla="*/ 1373 h 112"/>
                <a:gd name="T20" fmla="*/ 2242 w 295"/>
                <a:gd name="T21" fmla="*/ 1714 h 112"/>
                <a:gd name="T22" fmla="*/ 2222 w 295"/>
                <a:gd name="T23" fmla="*/ 2110 h 112"/>
                <a:gd name="T24" fmla="*/ 2317 w 295"/>
                <a:gd name="T25" fmla="*/ 1804 h 112"/>
                <a:gd name="T26" fmla="*/ 2459 w 295"/>
                <a:gd name="T27" fmla="*/ 1471 h 112"/>
                <a:gd name="T28" fmla="*/ 2709 w 295"/>
                <a:gd name="T29" fmla="*/ 1019 h 112"/>
                <a:gd name="T30" fmla="*/ 3180 w 295"/>
                <a:gd name="T31" fmla="*/ 793 h 112"/>
                <a:gd name="T32" fmla="*/ 3272 w 295"/>
                <a:gd name="T33" fmla="*/ 1112 h 112"/>
                <a:gd name="T34" fmla="*/ 3022 w 295"/>
                <a:gd name="T35" fmla="*/ 1769 h 112"/>
                <a:gd name="T36" fmla="*/ 3097 w 295"/>
                <a:gd name="T37" fmla="*/ 1636 h 112"/>
                <a:gd name="T38" fmla="*/ 4005 w 295"/>
                <a:gd name="T39" fmla="*/ 601 h 112"/>
                <a:gd name="T40" fmla="*/ 4443 w 295"/>
                <a:gd name="T41" fmla="*/ 149 h 112"/>
                <a:gd name="T42" fmla="*/ 3222 w 295"/>
                <a:gd name="T43" fmla="*/ 601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95" h="112">
                  <a:moveTo>
                    <a:pt x="206" y="32"/>
                  </a:moveTo>
                  <a:cubicBezTo>
                    <a:pt x="182" y="37"/>
                    <a:pt x="164" y="41"/>
                    <a:pt x="146" y="41"/>
                  </a:cubicBezTo>
                  <a:cubicBezTo>
                    <a:pt x="146" y="41"/>
                    <a:pt x="146" y="41"/>
                    <a:pt x="146" y="41"/>
                  </a:cubicBezTo>
                  <a:cubicBezTo>
                    <a:pt x="129" y="41"/>
                    <a:pt x="111" y="37"/>
                    <a:pt x="87" y="32"/>
                  </a:cubicBezTo>
                  <a:cubicBezTo>
                    <a:pt x="63" y="27"/>
                    <a:pt x="17" y="0"/>
                    <a:pt x="9" y="8"/>
                  </a:cubicBezTo>
                  <a:cubicBezTo>
                    <a:pt x="0" y="17"/>
                    <a:pt x="15" y="22"/>
                    <a:pt x="29" y="29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30" y="17"/>
                    <a:pt x="60" y="35"/>
                    <a:pt x="64" y="38"/>
                  </a:cubicBezTo>
                  <a:cubicBezTo>
                    <a:pt x="77" y="46"/>
                    <a:pt x="92" y="45"/>
                    <a:pt x="107" y="47"/>
                  </a:cubicBezTo>
                  <a:cubicBezTo>
                    <a:pt x="121" y="50"/>
                    <a:pt x="132" y="59"/>
                    <a:pt x="138" y="73"/>
                  </a:cubicBezTo>
                  <a:cubicBezTo>
                    <a:pt x="140" y="79"/>
                    <a:pt x="142" y="85"/>
                    <a:pt x="143" y="91"/>
                  </a:cubicBezTo>
                  <a:cubicBezTo>
                    <a:pt x="143" y="98"/>
                    <a:pt x="141" y="105"/>
                    <a:pt x="142" y="112"/>
                  </a:cubicBezTo>
                  <a:cubicBezTo>
                    <a:pt x="145" y="108"/>
                    <a:pt x="146" y="101"/>
                    <a:pt x="148" y="96"/>
                  </a:cubicBezTo>
                  <a:cubicBezTo>
                    <a:pt x="150" y="90"/>
                    <a:pt x="154" y="84"/>
                    <a:pt x="157" y="78"/>
                  </a:cubicBezTo>
                  <a:cubicBezTo>
                    <a:pt x="161" y="69"/>
                    <a:pt x="165" y="61"/>
                    <a:pt x="173" y="54"/>
                  </a:cubicBezTo>
                  <a:cubicBezTo>
                    <a:pt x="180" y="47"/>
                    <a:pt x="194" y="43"/>
                    <a:pt x="203" y="42"/>
                  </a:cubicBezTo>
                  <a:cubicBezTo>
                    <a:pt x="217" y="39"/>
                    <a:pt x="215" y="51"/>
                    <a:pt x="209" y="59"/>
                  </a:cubicBezTo>
                  <a:cubicBezTo>
                    <a:pt x="202" y="69"/>
                    <a:pt x="197" y="79"/>
                    <a:pt x="193" y="94"/>
                  </a:cubicBezTo>
                  <a:cubicBezTo>
                    <a:pt x="195" y="91"/>
                    <a:pt x="196" y="89"/>
                    <a:pt x="198" y="87"/>
                  </a:cubicBezTo>
                  <a:cubicBezTo>
                    <a:pt x="209" y="68"/>
                    <a:pt x="230" y="44"/>
                    <a:pt x="256" y="32"/>
                  </a:cubicBezTo>
                  <a:cubicBezTo>
                    <a:pt x="271" y="24"/>
                    <a:pt x="295" y="19"/>
                    <a:pt x="284" y="8"/>
                  </a:cubicBezTo>
                  <a:cubicBezTo>
                    <a:pt x="276" y="0"/>
                    <a:pt x="230" y="27"/>
                    <a:pt x="206" y="32"/>
                  </a:cubicBezTo>
                  <a:close/>
                </a:path>
              </a:pathLst>
            </a:custGeom>
            <a:solidFill>
              <a:srgbClr val="675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7" name="Freeform 143">
              <a:extLst>
                <a:ext uri="{FF2B5EF4-FFF2-40B4-BE49-F238E27FC236}">
                  <a16:creationId xmlns:a16="http://schemas.microsoft.com/office/drawing/2014/main" id="{62F3AA5F-D202-4ADB-9AE4-26E9DD082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924"/>
              <a:ext cx="117" cy="307"/>
            </a:xfrm>
            <a:custGeom>
              <a:avLst/>
              <a:gdLst>
                <a:gd name="T0" fmla="*/ 383 w 47"/>
                <a:gd name="T1" fmla="*/ 0 h 115"/>
                <a:gd name="T2" fmla="*/ 0 w 47"/>
                <a:gd name="T3" fmla="*/ 192 h 115"/>
                <a:gd name="T4" fmla="*/ 0 w 47"/>
                <a:gd name="T5" fmla="*/ 206 h 115"/>
                <a:gd name="T6" fmla="*/ 229 w 47"/>
                <a:gd name="T7" fmla="*/ 606 h 115"/>
                <a:gd name="T8" fmla="*/ 309 w 47"/>
                <a:gd name="T9" fmla="*/ 1596 h 115"/>
                <a:gd name="T10" fmla="*/ 353 w 47"/>
                <a:gd name="T11" fmla="*/ 2189 h 115"/>
                <a:gd name="T12" fmla="*/ 353 w 47"/>
                <a:gd name="T13" fmla="*/ 2189 h 115"/>
                <a:gd name="T14" fmla="*/ 353 w 47"/>
                <a:gd name="T15" fmla="*/ 2189 h 115"/>
                <a:gd name="T16" fmla="*/ 353 w 47"/>
                <a:gd name="T17" fmla="*/ 2189 h 115"/>
                <a:gd name="T18" fmla="*/ 341 w 47"/>
                <a:gd name="T19" fmla="*/ 1596 h 115"/>
                <a:gd name="T20" fmla="*/ 495 w 47"/>
                <a:gd name="T21" fmla="*/ 606 h 115"/>
                <a:gd name="T22" fmla="*/ 724 w 47"/>
                <a:gd name="T23" fmla="*/ 206 h 115"/>
                <a:gd name="T24" fmla="*/ 712 w 47"/>
                <a:gd name="T25" fmla="*/ 192 h 115"/>
                <a:gd name="T26" fmla="*/ 433 w 47"/>
                <a:gd name="T27" fmla="*/ 35 h 115"/>
                <a:gd name="T28" fmla="*/ 383 w 47"/>
                <a:gd name="T29" fmla="*/ 0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115">
                  <a:moveTo>
                    <a:pt x="25" y="0"/>
                  </a:moveTo>
                  <a:cubicBezTo>
                    <a:pt x="18" y="0"/>
                    <a:pt x="9" y="12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12"/>
                    <a:pt x="11" y="24"/>
                    <a:pt x="15" y="32"/>
                  </a:cubicBezTo>
                  <a:cubicBezTo>
                    <a:pt x="18" y="38"/>
                    <a:pt x="19" y="51"/>
                    <a:pt x="20" y="84"/>
                  </a:cubicBezTo>
                  <a:cubicBezTo>
                    <a:pt x="21" y="92"/>
                    <a:pt x="23" y="99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4" y="103"/>
                    <a:pt x="22" y="93"/>
                    <a:pt x="22" y="84"/>
                  </a:cubicBezTo>
                  <a:cubicBezTo>
                    <a:pt x="24" y="51"/>
                    <a:pt x="29" y="38"/>
                    <a:pt x="32" y="32"/>
                  </a:cubicBezTo>
                  <a:cubicBezTo>
                    <a:pt x="36" y="24"/>
                    <a:pt x="40" y="12"/>
                    <a:pt x="47" y="11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38" y="12"/>
                    <a:pt x="35" y="2"/>
                    <a:pt x="28" y="2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8" name="Freeform 144">
              <a:extLst>
                <a:ext uri="{FF2B5EF4-FFF2-40B4-BE49-F238E27FC236}">
                  <a16:creationId xmlns:a16="http://schemas.microsoft.com/office/drawing/2014/main" id="{C8DB2790-AA6C-4107-9E8C-B4ED3B5AB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260"/>
              <a:ext cx="280" cy="232"/>
            </a:xfrm>
            <a:custGeom>
              <a:avLst/>
              <a:gdLst>
                <a:gd name="T0" fmla="*/ 0 w 112"/>
                <a:gd name="T1" fmla="*/ 1365 h 87"/>
                <a:gd name="T2" fmla="*/ 1470 w 112"/>
                <a:gd name="T3" fmla="*/ 264 h 87"/>
                <a:gd name="T4" fmla="*/ 1113 w 112"/>
                <a:gd name="T5" fmla="*/ 1651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87">
                  <a:moveTo>
                    <a:pt x="0" y="72"/>
                  </a:moveTo>
                  <a:cubicBezTo>
                    <a:pt x="25" y="80"/>
                    <a:pt x="65" y="0"/>
                    <a:pt x="94" y="14"/>
                  </a:cubicBezTo>
                  <a:cubicBezTo>
                    <a:pt x="112" y="24"/>
                    <a:pt x="95" y="70"/>
                    <a:pt x="71" y="87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9" name="Freeform 145">
              <a:extLst>
                <a:ext uri="{FF2B5EF4-FFF2-40B4-BE49-F238E27FC236}">
                  <a16:creationId xmlns:a16="http://schemas.microsoft.com/office/drawing/2014/main" id="{C7222414-5124-4465-8666-30AF2AC63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972"/>
              <a:ext cx="38" cy="53"/>
            </a:xfrm>
            <a:custGeom>
              <a:avLst/>
              <a:gdLst>
                <a:gd name="T0" fmla="*/ 0 w 15"/>
                <a:gd name="T1" fmla="*/ 0 h 20"/>
                <a:gd name="T2" fmla="*/ 117 w 15"/>
                <a:gd name="T3" fmla="*/ 371 h 20"/>
                <a:gd name="T4" fmla="*/ 243 w 15"/>
                <a:gd name="T5" fmla="*/ 0 h 20"/>
                <a:gd name="T6" fmla="*/ 0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0" y="0"/>
                  </a:moveTo>
                  <a:cubicBezTo>
                    <a:pt x="5" y="6"/>
                    <a:pt x="8" y="12"/>
                    <a:pt x="7" y="20"/>
                  </a:cubicBezTo>
                  <a:cubicBezTo>
                    <a:pt x="10" y="10"/>
                    <a:pt x="13" y="2"/>
                    <a:pt x="15" y="0"/>
                  </a:cubicBezTo>
                  <a:cubicBezTo>
                    <a:pt x="11" y="2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0" name="Freeform 146">
              <a:extLst>
                <a:ext uri="{FF2B5EF4-FFF2-40B4-BE49-F238E27FC236}">
                  <a16:creationId xmlns:a16="http://schemas.microsoft.com/office/drawing/2014/main" id="{3ED389A5-A1A5-48E0-B503-935B9D3EF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924"/>
              <a:ext cx="1077" cy="725"/>
            </a:xfrm>
            <a:custGeom>
              <a:avLst/>
              <a:gdLst>
                <a:gd name="T0" fmla="*/ 5183 w 431"/>
                <a:gd name="T1" fmla="*/ 0 h 272"/>
                <a:gd name="T2" fmla="*/ 5070 w 431"/>
                <a:gd name="T3" fmla="*/ 56 h 272"/>
                <a:gd name="T4" fmla="*/ 4166 w 431"/>
                <a:gd name="T5" fmla="*/ 1101 h 272"/>
                <a:gd name="T6" fmla="*/ 3996 w 431"/>
                <a:gd name="T7" fmla="*/ 3140 h 272"/>
                <a:gd name="T8" fmla="*/ 3821 w 431"/>
                <a:gd name="T9" fmla="*/ 3217 h 272"/>
                <a:gd name="T10" fmla="*/ 3353 w 431"/>
                <a:gd name="T11" fmla="*/ 2180 h 272"/>
                <a:gd name="T12" fmla="*/ 3353 w 431"/>
                <a:gd name="T13" fmla="*/ 2180 h 272"/>
                <a:gd name="T14" fmla="*/ 3353 w 431"/>
                <a:gd name="T15" fmla="*/ 2180 h 272"/>
                <a:gd name="T16" fmla="*/ 2904 w 431"/>
                <a:gd name="T17" fmla="*/ 3217 h 272"/>
                <a:gd name="T18" fmla="*/ 2729 w 431"/>
                <a:gd name="T19" fmla="*/ 3140 h 272"/>
                <a:gd name="T20" fmla="*/ 2561 w 431"/>
                <a:gd name="T21" fmla="*/ 1101 h 272"/>
                <a:gd name="T22" fmla="*/ 1654 w 431"/>
                <a:gd name="T23" fmla="*/ 56 h 272"/>
                <a:gd name="T24" fmla="*/ 1542 w 431"/>
                <a:gd name="T25" fmla="*/ 0 h 272"/>
                <a:gd name="T26" fmla="*/ 187 w 431"/>
                <a:gd name="T27" fmla="*/ 2538 h 272"/>
                <a:gd name="T28" fmla="*/ 792 w 431"/>
                <a:gd name="T29" fmla="*/ 4150 h 272"/>
                <a:gd name="T30" fmla="*/ 3353 w 431"/>
                <a:gd name="T31" fmla="*/ 4107 h 272"/>
                <a:gd name="T32" fmla="*/ 3353 w 431"/>
                <a:gd name="T33" fmla="*/ 4107 h 272"/>
                <a:gd name="T34" fmla="*/ 3353 w 431"/>
                <a:gd name="T35" fmla="*/ 4107 h 272"/>
                <a:gd name="T36" fmla="*/ 5932 w 431"/>
                <a:gd name="T37" fmla="*/ 4150 h 272"/>
                <a:gd name="T38" fmla="*/ 6537 w 431"/>
                <a:gd name="T39" fmla="*/ 2538 h 272"/>
                <a:gd name="T40" fmla="*/ 5183 w 431"/>
                <a:gd name="T41" fmla="*/ 0 h 2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1" h="272">
                  <a:moveTo>
                    <a:pt x="332" y="0"/>
                  </a:moveTo>
                  <a:cubicBezTo>
                    <a:pt x="330" y="1"/>
                    <a:pt x="328" y="2"/>
                    <a:pt x="325" y="3"/>
                  </a:cubicBezTo>
                  <a:cubicBezTo>
                    <a:pt x="299" y="15"/>
                    <a:pt x="278" y="39"/>
                    <a:pt x="267" y="58"/>
                  </a:cubicBezTo>
                  <a:cubicBezTo>
                    <a:pt x="256" y="76"/>
                    <a:pt x="236" y="119"/>
                    <a:pt x="256" y="166"/>
                  </a:cubicBezTo>
                  <a:cubicBezTo>
                    <a:pt x="268" y="190"/>
                    <a:pt x="256" y="189"/>
                    <a:pt x="245" y="170"/>
                  </a:cubicBezTo>
                  <a:cubicBezTo>
                    <a:pt x="234" y="151"/>
                    <a:pt x="230" y="115"/>
                    <a:pt x="215" y="115"/>
                  </a:cubicBezTo>
                  <a:cubicBezTo>
                    <a:pt x="215" y="115"/>
                    <a:pt x="215" y="115"/>
                    <a:pt x="215" y="115"/>
                  </a:cubicBezTo>
                  <a:cubicBezTo>
                    <a:pt x="215" y="115"/>
                    <a:pt x="215" y="115"/>
                    <a:pt x="215" y="115"/>
                  </a:cubicBezTo>
                  <a:cubicBezTo>
                    <a:pt x="201" y="115"/>
                    <a:pt x="197" y="151"/>
                    <a:pt x="186" y="170"/>
                  </a:cubicBezTo>
                  <a:cubicBezTo>
                    <a:pt x="175" y="189"/>
                    <a:pt x="163" y="190"/>
                    <a:pt x="175" y="166"/>
                  </a:cubicBezTo>
                  <a:cubicBezTo>
                    <a:pt x="195" y="119"/>
                    <a:pt x="175" y="76"/>
                    <a:pt x="164" y="58"/>
                  </a:cubicBezTo>
                  <a:cubicBezTo>
                    <a:pt x="153" y="39"/>
                    <a:pt x="132" y="15"/>
                    <a:pt x="106" y="3"/>
                  </a:cubicBezTo>
                  <a:cubicBezTo>
                    <a:pt x="103" y="2"/>
                    <a:pt x="101" y="1"/>
                    <a:pt x="99" y="0"/>
                  </a:cubicBezTo>
                  <a:cubicBezTo>
                    <a:pt x="60" y="3"/>
                    <a:pt x="0" y="43"/>
                    <a:pt x="12" y="134"/>
                  </a:cubicBezTo>
                  <a:cubicBezTo>
                    <a:pt x="16" y="166"/>
                    <a:pt x="23" y="190"/>
                    <a:pt x="51" y="219"/>
                  </a:cubicBezTo>
                  <a:cubicBezTo>
                    <a:pt x="88" y="257"/>
                    <a:pt x="159" y="272"/>
                    <a:pt x="215" y="217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71" y="272"/>
                    <a:pt x="343" y="257"/>
                    <a:pt x="380" y="219"/>
                  </a:cubicBezTo>
                  <a:cubicBezTo>
                    <a:pt x="408" y="190"/>
                    <a:pt x="415" y="166"/>
                    <a:pt x="419" y="134"/>
                  </a:cubicBezTo>
                  <a:cubicBezTo>
                    <a:pt x="431" y="43"/>
                    <a:pt x="371" y="3"/>
                    <a:pt x="332" y="0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1" name="Freeform 147">
              <a:extLst>
                <a:ext uri="{FF2B5EF4-FFF2-40B4-BE49-F238E27FC236}">
                  <a16:creationId xmlns:a16="http://schemas.microsoft.com/office/drawing/2014/main" id="{EF7E3701-B253-4D50-A484-15573EDEE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727"/>
              <a:ext cx="257" cy="58"/>
            </a:xfrm>
            <a:custGeom>
              <a:avLst/>
              <a:gdLst>
                <a:gd name="T0" fmla="*/ 821 w 103"/>
                <a:gd name="T1" fmla="*/ 55 h 22"/>
                <a:gd name="T2" fmla="*/ 1432 w 103"/>
                <a:gd name="T3" fmla="*/ 0 h 22"/>
                <a:gd name="T4" fmla="*/ 1599 w 103"/>
                <a:gd name="T5" fmla="*/ 200 h 22"/>
                <a:gd name="T6" fmla="*/ 1599 w 103"/>
                <a:gd name="T7" fmla="*/ 200 h 22"/>
                <a:gd name="T8" fmla="*/ 1432 w 103"/>
                <a:gd name="T9" fmla="*/ 403 h 22"/>
                <a:gd name="T10" fmla="*/ 821 w 103"/>
                <a:gd name="T11" fmla="*/ 369 h 22"/>
                <a:gd name="T12" fmla="*/ 759 w 103"/>
                <a:gd name="T13" fmla="*/ 369 h 22"/>
                <a:gd name="T14" fmla="*/ 167 w 103"/>
                <a:gd name="T15" fmla="*/ 403 h 22"/>
                <a:gd name="T16" fmla="*/ 0 w 103"/>
                <a:gd name="T17" fmla="*/ 200 h 22"/>
                <a:gd name="T18" fmla="*/ 0 w 103"/>
                <a:gd name="T19" fmla="*/ 200 h 22"/>
                <a:gd name="T20" fmla="*/ 167 w 103"/>
                <a:gd name="T21" fmla="*/ 0 h 22"/>
                <a:gd name="T22" fmla="*/ 759 w 103"/>
                <a:gd name="T23" fmla="*/ 55 h 22"/>
                <a:gd name="T24" fmla="*/ 821 w 103"/>
                <a:gd name="T25" fmla="*/ 5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22">
                  <a:moveTo>
                    <a:pt x="53" y="3"/>
                  </a:moveTo>
                  <a:cubicBezTo>
                    <a:pt x="81" y="3"/>
                    <a:pt x="92" y="0"/>
                    <a:pt x="92" y="0"/>
                  </a:cubicBezTo>
                  <a:cubicBezTo>
                    <a:pt x="98" y="0"/>
                    <a:pt x="103" y="5"/>
                    <a:pt x="103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3" y="17"/>
                    <a:pt x="98" y="22"/>
                    <a:pt x="92" y="22"/>
                  </a:cubicBezTo>
                  <a:cubicBezTo>
                    <a:pt x="92" y="22"/>
                    <a:pt x="71" y="20"/>
                    <a:pt x="53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32" y="20"/>
                    <a:pt x="11" y="22"/>
                    <a:pt x="11" y="22"/>
                  </a:cubicBezTo>
                  <a:cubicBezTo>
                    <a:pt x="5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1" y="0"/>
                    <a:pt x="22" y="3"/>
                    <a:pt x="49" y="3"/>
                  </a:cubicBezTo>
                  <a:lnTo>
                    <a:pt x="53" y="3"/>
                  </a:lnTo>
                  <a:close/>
                </a:path>
              </a:pathLst>
            </a:custGeom>
            <a:solidFill>
              <a:srgbClr val="E8E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2" name="Freeform 148">
              <a:extLst>
                <a:ext uri="{FF2B5EF4-FFF2-40B4-BE49-F238E27FC236}">
                  <a16:creationId xmlns:a16="http://schemas.microsoft.com/office/drawing/2014/main" id="{0496F5B8-AB28-45E4-B8D8-3D95A555F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756"/>
              <a:ext cx="367" cy="144"/>
            </a:xfrm>
            <a:custGeom>
              <a:avLst/>
              <a:gdLst>
                <a:gd name="T0" fmla="*/ 1945 w 147"/>
                <a:gd name="T1" fmla="*/ 0 h 54"/>
                <a:gd name="T2" fmla="*/ 2212 w 147"/>
                <a:gd name="T3" fmla="*/ 589 h 54"/>
                <a:gd name="T4" fmla="*/ 1870 w 147"/>
                <a:gd name="T5" fmla="*/ 717 h 54"/>
                <a:gd name="T6" fmla="*/ 1166 w 147"/>
                <a:gd name="T7" fmla="*/ 363 h 54"/>
                <a:gd name="T8" fmla="*/ 1103 w 147"/>
                <a:gd name="T9" fmla="*/ 363 h 54"/>
                <a:gd name="T10" fmla="*/ 417 w 147"/>
                <a:gd name="T11" fmla="*/ 717 h 54"/>
                <a:gd name="T12" fmla="*/ 75 w 147"/>
                <a:gd name="T13" fmla="*/ 589 h 54"/>
                <a:gd name="T14" fmla="*/ 342 w 147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54">
                  <a:moveTo>
                    <a:pt x="125" y="0"/>
                  </a:moveTo>
                  <a:cubicBezTo>
                    <a:pt x="125" y="8"/>
                    <a:pt x="137" y="20"/>
                    <a:pt x="142" y="31"/>
                  </a:cubicBezTo>
                  <a:cubicBezTo>
                    <a:pt x="147" y="39"/>
                    <a:pt x="133" y="54"/>
                    <a:pt x="120" y="38"/>
                  </a:cubicBezTo>
                  <a:cubicBezTo>
                    <a:pt x="111" y="26"/>
                    <a:pt x="99" y="19"/>
                    <a:pt x="75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48" y="19"/>
                    <a:pt x="36" y="26"/>
                    <a:pt x="27" y="38"/>
                  </a:cubicBezTo>
                  <a:cubicBezTo>
                    <a:pt x="14" y="54"/>
                    <a:pt x="0" y="39"/>
                    <a:pt x="5" y="31"/>
                  </a:cubicBezTo>
                  <a:cubicBezTo>
                    <a:pt x="10" y="20"/>
                    <a:pt x="22" y="8"/>
                    <a:pt x="22" y="0"/>
                  </a:cubicBezTo>
                </a:path>
              </a:pathLst>
            </a:custGeom>
            <a:solidFill>
              <a:srgbClr val="E8E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3" name="Freeform 149">
              <a:extLst>
                <a:ext uri="{FF2B5EF4-FFF2-40B4-BE49-F238E27FC236}">
                  <a16:creationId xmlns:a16="http://schemas.microsoft.com/office/drawing/2014/main" id="{B06AB4DA-1DEE-46B1-A216-EB240467D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569"/>
              <a:ext cx="857" cy="438"/>
            </a:xfrm>
            <a:custGeom>
              <a:avLst/>
              <a:gdLst>
                <a:gd name="T0" fmla="*/ 3995 w 343"/>
                <a:gd name="T1" fmla="*/ 2190 h 164"/>
                <a:gd name="T2" fmla="*/ 4525 w 343"/>
                <a:gd name="T3" fmla="*/ 1298 h 164"/>
                <a:gd name="T4" fmla="*/ 5349 w 343"/>
                <a:gd name="T5" fmla="*/ 1199 h 164"/>
                <a:gd name="T6" fmla="*/ 4962 w 343"/>
                <a:gd name="T7" fmla="*/ 1106 h 164"/>
                <a:gd name="T8" fmla="*/ 4103 w 343"/>
                <a:gd name="T9" fmla="*/ 1028 h 164"/>
                <a:gd name="T10" fmla="*/ 3478 w 343"/>
                <a:gd name="T11" fmla="*/ 900 h 164"/>
                <a:gd name="T12" fmla="*/ 2666 w 343"/>
                <a:gd name="T13" fmla="*/ 0 h 164"/>
                <a:gd name="T14" fmla="*/ 2666 w 343"/>
                <a:gd name="T15" fmla="*/ 0 h 164"/>
                <a:gd name="T16" fmla="*/ 1874 w 343"/>
                <a:gd name="T17" fmla="*/ 900 h 164"/>
                <a:gd name="T18" fmla="*/ 1249 w 343"/>
                <a:gd name="T19" fmla="*/ 1028 h 164"/>
                <a:gd name="T20" fmla="*/ 387 w 343"/>
                <a:gd name="T21" fmla="*/ 1106 h 164"/>
                <a:gd name="T22" fmla="*/ 0 w 343"/>
                <a:gd name="T23" fmla="*/ 1199 h 164"/>
                <a:gd name="T24" fmla="*/ 825 w 343"/>
                <a:gd name="T25" fmla="*/ 1298 h 164"/>
                <a:gd name="T26" fmla="*/ 1354 w 343"/>
                <a:gd name="T27" fmla="*/ 2190 h 164"/>
                <a:gd name="T28" fmla="*/ 1354 w 343"/>
                <a:gd name="T29" fmla="*/ 2588 h 164"/>
                <a:gd name="T30" fmla="*/ 2571 w 343"/>
                <a:gd name="T31" fmla="*/ 2575 h 164"/>
                <a:gd name="T32" fmla="*/ 2696 w 343"/>
                <a:gd name="T33" fmla="*/ 2382 h 164"/>
                <a:gd name="T34" fmla="*/ 2778 w 343"/>
                <a:gd name="T35" fmla="*/ 2575 h 164"/>
                <a:gd name="T36" fmla="*/ 3995 w 343"/>
                <a:gd name="T37" fmla="*/ 2588 h 164"/>
                <a:gd name="T38" fmla="*/ 3995 w 343"/>
                <a:gd name="T39" fmla="*/ 2190 h 1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3" h="164">
                  <a:moveTo>
                    <a:pt x="256" y="115"/>
                  </a:moveTo>
                  <a:cubicBezTo>
                    <a:pt x="257" y="102"/>
                    <a:pt x="271" y="64"/>
                    <a:pt x="290" y="68"/>
                  </a:cubicBezTo>
                  <a:cubicBezTo>
                    <a:pt x="309" y="72"/>
                    <a:pt x="343" y="76"/>
                    <a:pt x="343" y="63"/>
                  </a:cubicBezTo>
                  <a:cubicBezTo>
                    <a:pt x="343" y="50"/>
                    <a:pt x="334" y="60"/>
                    <a:pt x="318" y="58"/>
                  </a:cubicBezTo>
                  <a:cubicBezTo>
                    <a:pt x="302" y="56"/>
                    <a:pt x="287" y="55"/>
                    <a:pt x="263" y="54"/>
                  </a:cubicBezTo>
                  <a:cubicBezTo>
                    <a:pt x="239" y="53"/>
                    <a:pt x="242" y="49"/>
                    <a:pt x="223" y="47"/>
                  </a:cubicBezTo>
                  <a:cubicBezTo>
                    <a:pt x="204" y="45"/>
                    <a:pt x="171" y="34"/>
                    <a:pt x="171" y="0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71" y="34"/>
                    <a:pt x="139" y="45"/>
                    <a:pt x="120" y="47"/>
                  </a:cubicBezTo>
                  <a:cubicBezTo>
                    <a:pt x="101" y="49"/>
                    <a:pt x="104" y="53"/>
                    <a:pt x="80" y="54"/>
                  </a:cubicBezTo>
                  <a:cubicBezTo>
                    <a:pt x="56" y="55"/>
                    <a:pt x="41" y="56"/>
                    <a:pt x="25" y="58"/>
                  </a:cubicBezTo>
                  <a:cubicBezTo>
                    <a:pt x="9" y="60"/>
                    <a:pt x="0" y="50"/>
                    <a:pt x="0" y="63"/>
                  </a:cubicBezTo>
                  <a:cubicBezTo>
                    <a:pt x="0" y="76"/>
                    <a:pt x="34" y="72"/>
                    <a:pt x="53" y="68"/>
                  </a:cubicBezTo>
                  <a:cubicBezTo>
                    <a:pt x="72" y="64"/>
                    <a:pt x="86" y="102"/>
                    <a:pt x="87" y="115"/>
                  </a:cubicBezTo>
                  <a:cubicBezTo>
                    <a:pt x="88" y="122"/>
                    <a:pt x="88" y="130"/>
                    <a:pt x="87" y="136"/>
                  </a:cubicBezTo>
                  <a:cubicBezTo>
                    <a:pt x="107" y="146"/>
                    <a:pt x="147" y="148"/>
                    <a:pt x="165" y="135"/>
                  </a:cubicBezTo>
                  <a:cubicBezTo>
                    <a:pt x="170" y="129"/>
                    <a:pt x="173" y="125"/>
                    <a:pt x="173" y="125"/>
                  </a:cubicBezTo>
                  <a:cubicBezTo>
                    <a:pt x="174" y="131"/>
                    <a:pt x="172" y="130"/>
                    <a:pt x="178" y="135"/>
                  </a:cubicBezTo>
                  <a:cubicBezTo>
                    <a:pt x="187" y="146"/>
                    <a:pt x="244" y="164"/>
                    <a:pt x="256" y="136"/>
                  </a:cubicBezTo>
                  <a:cubicBezTo>
                    <a:pt x="255" y="130"/>
                    <a:pt x="255" y="122"/>
                    <a:pt x="256" y="115"/>
                  </a:cubicBezTo>
                  <a:close/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4" name="Freeform 150">
              <a:extLst>
                <a:ext uri="{FF2B5EF4-FFF2-40B4-BE49-F238E27FC236}">
                  <a16:creationId xmlns:a16="http://schemas.microsoft.com/office/drawing/2014/main" id="{8D4D8966-0B0C-4109-8CCB-7CC9FCBF2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756"/>
              <a:ext cx="367" cy="144"/>
            </a:xfrm>
            <a:custGeom>
              <a:avLst/>
              <a:gdLst>
                <a:gd name="T0" fmla="*/ 1945 w 147"/>
                <a:gd name="T1" fmla="*/ 0 h 54"/>
                <a:gd name="T2" fmla="*/ 2212 w 147"/>
                <a:gd name="T3" fmla="*/ 589 h 54"/>
                <a:gd name="T4" fmla="*/ 1870 w 147"/>
                <a:gd name="T5" fmla="*/ 717 h 54"/>
                <a:gd name="T6" fmla="*/ 1166 w 147"/>
                <a:gd name="T7" fmla="*/ 363 h 54"/>
                <a:gd name="T8" fmla="*/ 1103 w 147"/>
                <a:gd name="T9" fmla="*/ 363 h 54"/>
                <a:gd name="T10" fmla="*/ 417 w 147"/>
                <a:gd name="T11" fmla="*/ 717 h 54"/>
                <a:gd name="T12" fmla="*/ 75 w 147"/>
                <a:gd name="T13" fmla="*/ 589 h 54"/>
                <a:gd name="T14" fmla="*/ 342 w 147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54">
                  <a:moveTo>
                    <a:pt x="125" y="0"/>
                  </a:moveTo>
                  <a:cubicBezTo>
                    <a:pt x="125" y="8"/>
                    <a:pt x="137" y="20"/>
                    <a:pt x="142" y="31"/>
                  </a:cubicBezTo>
                  <a:cubicBezTo>
                    <a:pt x="147" y="39"/>
                    <a:pt x="133" y="54"/>
                    <a:pt x="120" y="38"/>
                  </a:cubicBezTo>
                  <a:cubicBezTo>
                    <a:pt x="111" y="26"/>
                    <a:pt x="99" y="19"/>
                    <a:pt x="75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48" y="19"/>
                    <a:pt x="36" y="26"/>
                    <a:pt x="27" y="38"/>
                  </a:cubicBezTo>
                  <a:cubicBezTo>
                    <a:pt x="14" y="54"/>
                    <a:pt x="0" y="39"/>
                    <a:pt x="5" y="31"/>
                  </a:cubicBezTo>
                  <a:cubicBezTo>
                    <a:pt x="10" y="20"/>
                    <a:pt x="22" y="8"/>
                    <a:pt x="22" y="0"/>
                  </a:cubicBezTo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5" name="Freeform 151">
              <a:extLst>
                <a:ext uri="{FF2B5EF4-FFF2-40B4-BE49-F238E27FC236}">
                  <a16:creationId xmlns:a16="http://schemas.microsoft.com/office/drawing/2014/main" id="{92A07DEB-12F5-4DF6-826B-83B978F82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727"/>
              <a:ext cx="257" cy="58"/>
            </a:xfrm>
            <a:custGeom>
              <a:avLst/>
              <a:gdLst>
                <a:gd name="T0" fmla="*/ 821 w 103"/>
                <a:gd name="T1" fmla="*/ 55 h 22"/>
                <a:gd name="T2" fmla="*/ 1432 w 103"/>
                <a:gd name="T3" fmla="*/ 0 h 22"/>
                <a:gd name="T4" fmla="*/ 1599 w 103"/>
                <a:gd name="T5" fmla="*/ 200 h 22"/>
                <a:gd name="T6" fmla="*/ 1599 w 103"/>
                <a:gd name="T7" fmla="*/ 200 h 22"/>
                <a:gd name="T8" fmla="*/ 1432 w 103"/>
                <a:gd name="T9" fmla="*/ 403 h 22"/>
                <a:gd name="T10" fmla="*/ 821 w 103"/>
                <a:gd name="T11" fmla="*/ 369 h 22"/>
                <a:gd name="T12" fmla="*/ 759 w 103"/>
                <a:gd name="T13" fmla="*/ 369 h 22"/>
                <a:gd name="T14" fmla="*/ 167 w 103"/>
                <a:gd name="T15" fmla="*/ 403 h 22"/>
                <a:gd name="T16" fmla="*/ 0 w 103"/>
                <a:gd name="T17" fmla="*/ 200 h 22"/>
                <a:gd name="T18" fmla="*/ 0 w 103"/>
                <a:gd name="T19" fmla="*/ 200 h 22"/>
                <a:gd name="T20" fmla="*/ 167 w 103"/>
                <a:gd name="T21" fmla="*/ 0 h 22"/>
                <a:gd name="T22" fmla="*/ 759 w 103"/>
                <a:gd name="T23" fmla="*/ 55 h 22"/>
                <a:gd name="T24" fmla="*/ 821 w 103"/>
                <a:gd name="T25" fmla="*/ 5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22">
                  <a:moveTo>
                    <a:pt x="53" y="3"/>
                  </a:moveTo>
                  <a:cubicBezTo>
                    <a:pt x="81" y="3"/>
                    <a:pt x="92" y="0"/>
                    <a:pt x="92" y="0"/>
                  </a:cubicBezTo>
                  <a:cubicBezTo>
                    <a:pt x="98" y="0"/>
                    <a:pt x="103" y="5"/>
                    <a:pt x="103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3" y="17"/>
                    <a:pt x="98" y="22"/>
                    <a:pt x="92" y="22"/>
                  </a:cubicBezTo>
                  <a:cubicBezTo>
                    <a:pt x="92" y="22"/>
                    <a:pt x="71" y="20"/>
                    <a:pt x="53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32" y="20"/>
                    <a:pt x="11" y="22"/>
                    <a:pt x="11" y="22"/>
                  </a:cubicBezTo>
                  <a:cubicBezTo>
                    <a:pt x="5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1" y="0"/>
                    <a:pt x="22" y="3"/>
                    <a:pt x="49" y="3"/>
                  </a:cubicBezTo>
                  <a:lnTo>
                    <a:pt x="53" y="3"/>
                  </a:lnTo>
                  <a:close/>
                </a:path>
              </a:pathLst>
            </a:custGeom>
            <a:solidFill>
              <a:srgbClr val="FEE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6" name="Freeform 152">
              <a:extLst>
                <a:ext uri="{FF2B5EF4-FFF2-40B4-BE49-F238E27FC236}">
                  <a16:creationId xmlns:a16="http://schemas.microsoft.com/office/drawing/2014/main" id="{6F840053-3A80-4AC3-A21E-C067BCE39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729"/>
              <a:ext cx="102" cy="134"/>
            </a:xfrm>
            <a:custGeom>
              <a:avLst/>
              <a:gdLst>
                <a:gd name="T0" fmla="*/ 632 w 41"/>
                <a:gd name="T1" fmla="*/ 287 h 50"/>
                <a:gd name="T2" fmla="*/ 341 w 41"/>
                <a:gd name="T3" fmla="*/ 0 h 50"/>
                <a:gd name="T4" fmla="*/ 445 w 41"/>
                <a:gd name="T5" fmla="*/ 330 h 50"/>
                <a:gd name="T6" fmla="*/ 199 w 41"/>
                <a:gd name="T7" fmla="*/ 287 h 50"/>
                <a:gd name="T8" fmla="*/ 30 w 41"/>
                <a:gd name="T9" fmla="*/ 539 h 50"/>
                <a:gd name="T10" fmla="*/ 0 w 41"/>
                <a:gd name="T11" fmla="*/ 884 h 50"/>
                <a:gd name="T12" fmla="*/ 259 w 41"/>
                <a:gd name="T13" fmla="*/ 96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0">
                  <a:moveTo>
                    <a:pt x="41" y="15"/>
                  </a:moveTo>
                  <a:cubicBezTo>
                    <a:pt x="36" y="9"/>
                    <a:pt x="28" y="6"/>
                    <a:pt x="22" y="0"/>
                  </a:cubicBezTo>
                  <a:cubicBezTo>
                    <a:pt x="27" y="4"/>
                    <a:pt x="29" y="11"/>
                    <a:pt x="29" y="17"/>
                  </a:cubicBezTo>
                  <a:cubicBezTo>
                    <a:pt x="24" y="15"/>
                    <a:pt x="18" y="11"/>
                    <a:pt x="13" y="15"/>
                  </a:cubicBezTo>
                  <a:cubicBezTo>
                    <a:pt x="23" y="24"/>
                    <a:pt x="11" y="29"/>
                    <a:pt x="2" y="28"/>
                  </a:cubicBezTo>
                  <a:cubicBezTo>
                    <a:pt x="9" y="34"/>
                    <a:pt x="11" y="43"/>
                    <a:pt x="0" y="46"/>
                  </a:cubicBezTo>
                  <a:cubicBezTo>
                    <a:pt x="5" y="49"/>
                    <a:pt x="11" y="49"/>
                    <a:pt x="17" y="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7" name="Freeform 153">
              <a:extLst>
                <a:ext uri="{FF2B5EF4-FFF2-40B4-BE49-F238E27FC236}">
                  <a16:creationId xmlns:a16="http://schemas.microsoft.com/office/drawing/2014/main" id="{A08008C3-D387-40CD-9B12-F20E38231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743"/>
              <a:ext cx="112" cy="125"/>
            </a:xfrm>
            <a:custGeom>
              <a:avLst/>
              <a:gdLst>
                <a:gd name="T0" fmla="*/ 0 w 45"/>
                <a:gd name="T1" fmla="*/ 261 h 47"/>
                <a:gd name="T2" fmla="*/ 371 w 45"/>
                <a:gd name="T3" fmla="*/ 0 h 47"/>
                <a:gd name="T4" fmla="*/ 291 w 45"/>
                <a:gd name="T5" fmla="*/ 226 h 47"/>
                <a:gd name="T6" fmla="*/ 508 w 45"/>
                <a:gd name="T7" fmla="*/ 170 h 47"/>
                <a:gd name="T8" fmla="*/ 465 w 45"/>
                <a:gd name="T9" fmla="*/ 303 h 47"/>
                <a:gd name="T10" fmla="*/ 508 w 45"/>
                <a:gd name="T11" fmla="*/ 396 h 47"/>
                <a:gd name="T12" fmla="*/ 620 w 45"/>
                <a:gd name="T13" fmla="*/ 580 h 47"/>
                <a:gd name="T14" fmla="*/ 694 w 45"/>
                <a:gd name="T15" fmla="*/ 750 h 47"/>
                <a:gd name="T16" fmla="*/ 261 w 45"/>
                <a:gd name="T17" fmla="*/ 827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47">
                  <a:moveTo>
                    <a:pt x="0" y="14"/>
                  </a:moveTo>
                  <a:cubicBezTo>
                    <a:pt x="9" y="12"/>
                    <a:pt x="15" y="2"/>
                    <a:pt x="24" y="0"/>
                  </a:cubicBezTo>
                  <a:cubicBezTo>
                    <a:pt x="22" y="4"/>
                    <a:pt x="18" y="7"/>
                    <a:pt x="19" y="12"/>
                  </a:cubicBezTo>
                  <a:cubicBezTo>
                    <a:pt x="24" y="12"/>
                    <a:pt x="29" y="9"/>
                    <a:pt x="33" y="9"/>
                  </a:cubicBezTo>
                  <a:cubicBezTo>
                    <a:pt x="32" y="10"/>
                    <a:pt x="30" y="14"/>
                    <a:pt x="30" y="16"/>
                  </a:cubicBezTo>
                  <a:cubicBezTo>
                    <a:pt x="30" y="19"/>
                    <a:pt x="33" y="19"/>
                    <a:pt x="33" y="21"/>
                  </a:cubicBezTo>
                  <a:cubicBezTo>
                    <a:pt x="34" y="26"/>
                    <a:pt x="32" y="32"/>
                    <a:pt x="40" y="31"/>
                  </a:cubicBezTo>
                  <a:cubicBezTo>
                    <a:pt x="38" y="35"/>
                    <a:pt x="40" y="39"/>
                    <a:pt x="45" y="40"/>
                  </a:cubicBezTo>
                  <a:cubicBezTo>
                    <a:pt x="39" y="47"/>
                    <a:pt x="25" y="42"/>
                    <a:pt x="17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8" name="Freeform 154">
              <a:extLst>
                <a:ext uri="{FF2B5EF4-FFF2-40B4-BE49-F238E27FC236}">
                  <a16:creationId xmlns:a16="http://schemas.microsoft.com/office/drawing/2014/main" id="{A6888D8C-581B-42A8-887B-04A0BBF96E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3" y="2188"/>
              <a:ext cx="113" cy="243"/>
            </a:xfrm>
            <a:custGeom>
              <a:avLst/>
              <a:gdLst>
                <a:gd name="T0" fmla="*/ 630 w 45"/>
                <a:gd name="T1" fmla="*/ 435 h 91"/>
                <a:gd name="T2" fmla="*/ 505 w 45"/>
                <a:gd name="T3" fmla="*/ 649 h 91"/>
                <a:gd name="T4" fmla="*/ 429 w 45"/>
                <a:gd name="T5" fmla="*/ 513 h 91"/>
                <a:gd name="T6" fmla="*/ 304 w 45"/>
                <a:gd name="T7" fmla="*/ 150 h 91"/>
                <a:gd name="T8" fmla="*/ 188 w 45"/>
                <a:gd name="T9" fmla="*/ 1276 h 91"/>
                <a:gd name="T10" fmla="*/ 367 w 45"/>
                <a:gd name="T11" fmla="*/ 1354 h 91"/>
                <a:gd name="T12" fmla="*/ 713 w 45"/>
                <a:gd name="T13" fmla="*/ 379 h 91"/>
                <a:gd name="T14" fmla="*/ 630 w 45"/>
                <a:gd name="T15" fmla="*/ 435 h 91"/>
                <a:gd name="T16" fmla="*/ 284 w 45"/>
                <a:gd name="T17" fmla="*/ 0 h 91"/>
                <a:gd name="T18" fmla="*/ 284 w 45"/>
                <a:gd name="T19" fmla="*/ 35 h 91"/>
                <a:gd name="T20" fmla="*/ 304 w 45"/>
                <a:gd name="T21" fmla="*/ 93 h 91"/>
                <a:gd name="T22" fmla="*/ 284 w 45"/>
                <a:gd name="T23" fmla="*/ 0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91">
                  <a:moveTo>
                    <a:pt x="40" y="23"/>
                  </a:moveTo>
                  <a:cubicBezTo>
                    <a:pt x="36" y="25"/>
                    <a:pt x="35" y="32"/>
                    <a:pt x="32" y="34"/>
                  </a:cubicBezTo>
                  <a:cubicBezTo>
                    <a:pt x="27" y="36"/>
                    <a:pt x="28" y="31"/>
                    <a:pt x="27" y="27"/>
                  </a:cubicBezTo>
                  <a:cubicBezTo>
                    <a:pt x="25" y="21"/>
                    <a:pt x="23" y="14"/>
                    <a:pt x="19" y="8"/>
                  </a:cubicBezTo>
                  <a:cubicBezTo>
                    <a:pt x="22" y="26"/>
                    <a:pt x="21" y="46"/>
                    <a:pt x="12" y="67"/>
                  </a:cubicBezTo>
                  <a:cubicBezTo>
                    <a:pt x="0" y="91"/>
                    <a:pt x="12" y="90"/>
                    <a:pt x="23" y="71"/>
                  </a:cubicBezTo>
                  <a:cubicBezTo>
                    <a:pt x="32" y="56"/>
                    <a:pt x="36" y="29"/>
                    <a:pt x="45" y="20"/>
                  </a:cubicBezTo>
                  <a:cubicBezTo>
                    <a:pt x="43" y="21"/>
                    <a:pt x="41" y="21"/>
                    <a:pt x="40" y="23"/>
                  </a:cubicBezTo>
                  <a:close/>
                  <a:moveTo>
                    <a:pt x="18" y="0"/>
                  </a:moveTo>
                  <a:cubicBezTo>
                    <a:pt x="18" y="1"/>
                    <a:pt x="18" y="1"/>
                    <a:pt x="18" y="2"/>
                  </a:cubicBezTo>
                  <a:cubicBezTo>
                    <a:pt x="18" y="3"/>
                    <a:pt x="19" y="4"/>
                    <a:pt x="19" y="5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675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9" name="Freeform 155">
              <a:extLst>
                <a:ext uri="{FF2B5EF4-FFF2-40B4-BE49-F238E27FC236}">
                  <a16:creationId xmlns:a16="http://schemas.microsoft.com/office/drawing/2014/main" id="{1BD6D566-7CFD-4CD4-B497-957074180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265"/>
              <a:ext cx="98" cy="166"/>
            </a:xfrm>
            <a:custGeom>
              <a:avLst/>
              <a:gdLst>
                <a:gd name="T0" fmla="*/ 284 w 39"/>
                <a:gd name="T1" fmla="*/ 21 h 62"/>
                <a:gd name="T2" fmla="*/ 239 w 39"/>
                <a:gd name="T3" fmla="*/ 458 h 62"/>
                <a:gd name="T4" fmla="*/ 50 w 39"/>
                <a:gd name="T5" fmla="*/ 137 h 62"/>
                <a:gd name="T6" fmla="*/ 0 w 39"/>
                <a:gd name="T7" fmla="*/ 0 h 62"/>
                <a:gd name="T8" fmla="*/ 254 w 39"/>
                <a:gd name="T9" fmla="*/ 803 h 62"/>
                <a:gd name="T10" fmla="*/ 430 w 39"/>
                <a:gd name="T11" fmla="*/ 731 h 62"/>
                <a:gd name="T12" fmla="*/ 284 w 39"/>
                <a:gd name="T13" fmla="*/ 21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62">
                  <a:moveTo>
                    <a:pt x="18" y="1"/>
                  </a:moveTo>
                  <a:cubicBezTo>
                    <a:pt x="17" y="8"/>
                    <a:pt x="18" y="24"/>
                    <a:pt x="15" y="24"/>
                  </a:cubicBezTo>
                  <a:cubicBezTo>
                    <a:pt x="12" y="25"/>
                    <a:pt x="6" y="12"/>
                    <a:pt x="3" y="7"/>
                  </a:cubicBezTo>
                  <a:cubicBezTo>
                    <a:pt x="2" y="5"/>
                    <a:pt x="1" y="2"/>
                    <a:pt x="0" y="0"/>
                  </a:cubicBezTo>
                  <a:cubicBezTo>
                    <a:pt x="5" y="12"/>
                    <a:pt x="9" y="31"/>
                    <a:pt x="16" y="42"/>
                  </a:cubicBezTo>
                  <a:cubicBezTo>
                    <a:pt x="27" y="61"/>
                    <a:pt x="39" y="62"/>
                    <a:pt x="27" y="38"/>
                  </a:cubicBezTo>
                  <a:cubicBezTo>
                    <a:pt x="21" y="25"/>
                    <a:pt x="19" y="13"/>
                    <a:pt x="18" y="1"/>
                  </a:cubicBezTo>
                  <a:close/>
                </a:path>
              </a:pathLst>
            </a:custGeom>
            <a:solidFill>
              <a:srgbClr val="675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0" name="Freeform 156">
              <a:extLst>
                <a:ext uri="{FF2B5EF4-FFF2-40B4-BE49-F238E27FC236}">
                  <a16:creationId xmlns:a16="http://schemas.microsoft.com/office/drawing/2014/main" id="{C3B159BC-EA7F-4C0C-BF37-FFC20E135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089"/>
              <a:ext cx="50" cy="182"/>
            </a:xfrm>
            <a:custGeom>
              <a:avLst/>
              <a:gdLst>
                <a:gd name="T0" fmla="*/ 313 w 20"/>
                <a:gd name="T1" fmla="*/ 0 h 68"/>
                <a:gd name="T2" fmla="*/ 95 w 20"/>
                <a:gd name="T3" fmla="*/ 1303 h 68"/>
                <a:gd name="T4" fmla="*/ 313 w 20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8">
                  <a:moveTo>
                    <a:pt x="20" y="0"/>
                  </a:moveTo>
                  <a:cubicBezTo>
                    <a:pt x="9" y="22"/>
                    <a:pt x="2" y="43"/>
                    <a:pt x="6" y="68"/>
                  </a:cubicBezTo>
                  <a:cubicBezTo>
                    <a:pt x="0" y="49"/>
                    <a:pt x="1" y="19"/>
                    <a:pt x="20" y="0"/>
                  </a:cubicBezTo>
                  <a:close/>
                </a:path>
              </a:pathLst>
            </a:custGeom>
            <a:solidFill>
              <a:srgbClr val="C8B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1" name="Freeform 157">
              <a:extLst>
                <a:ext uri="{FF2B5EF4-FFF2-40B4-BE49-F238E27FC236}">
                  <a16:creationId xmlns:a16="http://schemas.microsoft.com/office/drawing/2014/main" id="{D9AF0B06-7ECF-42A8-BF4F-B7AA7E6C0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607"/>
              <a:ext cx="48" cy="130"/>
            </a:xfrm>
            <a:custGeom>
              <a:avLst/>
              <a:gdLst>
                <a:gd name="T0" fmla="*/ 147 w 19"/>
                <a:gd name="T1" fmla="*/ 0 h 49"/>
                <a:gd name="T2" fmla="*/ 114 w 19"/>
                <a:gd name="T3" fmla="*/ 486 h 49"/>
                <a:gd name="T4" fmla="*/ 83 w 19"/>
                <a:gd name="T5" fmla="*/ 711 h 49"/>
                <a:gd name="T6" fmla="*/ 0 w 19"/>
                <a:gd name="T7" fmla="*/ 894 h 49"/>
                <a:gd name="T8" fmla="*/ 306 w 19"/>
                <a:gd name="T9" fmla="*/ 881 h 49"/>
                <a:gd name="T10" fmla="*/ 147 w 19"/>
                <a:gd name="T11" fmla="*/ 26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9">
                  <a:moveTo>
                    <a:pt x="9" y="0"/>
                  </a:moveTo>
                  <a:cubicBezTo>
                    <a:pt x="9" y="9"/>
                    <a:pt x="8" y="18"/>
                    <a:pt x="7" y="26"/>
                  </a:cubicBezTo>
                  <a:cubicBezTo>
                    <a:pt x="6" y="30"/>
                    <a:pt x="6" y="34"/>
                    <a:pt x="5" y="38"/>
                  </a:cubicBezTo>
                  <a:cubicBezTo>
                    <a:pt x="4" y="41"/>
                    <a:pt x="0" y="45"/>
                    <a:pt x="0" y="48"/>
                  </a:cubicBezTo>
                  <a:cubicBezTo>
                    <a:pt x="6" y="49"/>
                    <a:pt x="13" y="48"/>
                    <a:pt x="19" y="47"/>
                  </a:cubicBezTo>
                  <a:cubicBezTo>
                    <a:pt x="13" y="37"/>
                    <a:pt x="4" y="27"/>
                    <a:pt x="9" y="14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2" name="Freeform 158">
              <a:extLst>
                <a:ext uri="{FF2B5EF4-FFF2-40B4-BE49-F238E27FC236}">
                  <a16:creationId xmlns:a16="http://schemas.microsoft.com/office/drawing/2014/main" id="{0F666E7E-784F-4227-9884-763426C9C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796"/>
              <a:ext cx="355" cy="165"/>
            </a:xfrm>
            <a:custGeom>
              <a:avLst/>
              <a:gdLst>
                <a:gd name="T0" fmla="*/ 1145 w 142"/>
                <a:gd name="T1" fmla="*/ 908 h 62"/>
                <a:gd name="T2" fmla="*/ 1800 w 142"/>
                <a:gd name="T3" fmla="*/ 1147 h 62"/>
                <a:gd name="T4" fmla="*/ 2113 w 142"/>
                <a:gd name="T5" fmla="*/ 1091 h 62"/>
                <a:gd name="T6" fmla="*/ 2220 w 142"/>
                <a:gd name="T7" fmla="*/ 660 h 62"/>
                <a:gd name="T8" fmla="*/ 2033 w 142"/>
                <a:gd name="T9" fmla="*/ 963 h 62"/>
                <a:gd name="T10" fmla="*/ 1770 w 142"/>
                <a:gd name="T11" fmla="*/ 772 h 62"/>
                <a:gd name="T12" fmla="*/ 1375 w 142"/>
                <a:gd name="T13" fmla="*/ 192 h 62"/>
                <a:gd name="T14" fmla="*/ 438 w 142"/>
                <a:gd name="T15" fmla="*/ 205 h 62"/>
                <a:gd name="T16" fmla="*/ 720 w 142"/>
                <a:gd name="T17" fmla="*/ 737 h 62"/>
                <a:gd name="T18" fmla="*/ 0 w 142"/>
                <a:gd name="T19" fmla="*/ 1019 h 62"/>
                <a:gd name="T20" fmla="*/ 783 w 142"/>
                <a:gd name="T21" fmla="*/ 908 h 62"/>
                <a:gd name="T22" fmla="*/ 970 w 142"/>
                <a:gd name="T23" fmla="*/ 623 h 62"/>
                <a:gd name="T24" fmla="*/ 1033 w 142"/>
                <a:gd name="T25" fmla="*/ 248 h 62"/>
                <a:gd name="T26" fmla="*/ 1050 w 142"/>
                <a:gd name="T27" fmla="*/ 793 h 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2" h="62">
                  <a:moveTo>
                    <a:pt x="73" y="48"/>
                  </a:moveTo>
                  <a:cubicBezTo>
                    <a:pt x="86" y="57"/>
                    <a:pt x="100" y="59"/>
                    <a:pt x="115" y="61"/>
                  </a:cubicBezTo>
                  <a:cubicBezTo>
                    <a:pt x="121" y="62"/>
                    <a:pt x="129" y="62"/>
                    <a:pt x="135" y="58"/>
                  </a:cubicBezTo>
                  <a:cubicBezTo>
                    <a:pt x="142" y="53"/>
                    <a:pt x="141" y="43"/>
                    <a:pt x="142" y="35"/>
                  </a:cubicBezTo>
                  <a:cubicBezTo>
                    <a:pt x="139" y="41"/>
                    <a:pt x="137" y="49"/>
                    <a:pt x="130" y="51"/>
                  </a:cubicBezTo>
                  <a:cubicBezTo>
                    <a:pt x="122" y="54"/>
                    <a:pt x="116" y="47"/>
                    <a:pt x="113" y="41"/>
                  </a:cubicBezTo>
                  <a:cubicBezTo>
                    <a:pt x="106" y="28"/>
                    <a:pt x="102" y="18"/>
                    <a:pt x="88" y="10"/>
                  </a:cubicBezTo>
                  <a:cubicBezTo>
                    <a:pt x="71" y="1"/>
                    <a:pt x="45" y="0"/>
                    <a:pt x="28" y="11"/>
                  </a:cubicBezTo>
                  <a:cubicBezTo>
                    <a:pt x="43" y="10"/>
                    <a:pt x="59" y="26"/>
                    <a:pt x="46" y="39"/>
                  </a:cubicBezTo>
                  <a:cubicBezTo>
                    <a:pt x="39" y="46"/>
                    <a:pt x="8" y="60"/>
                    <a:pt x="0" y="54"/>
                  </a:cubicBezTo>
                  <a:cubicBezTo>
                    <a:pt x="15" y="60"/>
                    <a:pt x="36" y="58"/>
                    <a:pt x="50" y="48"/>
                  </a:cubicBezTo>
                  <a:cubicBezTo>
                    <a:pt x="56" y="44"/>
                    <a:pt x="60" y="40"/>
                    <a:pt x="62" y="33"/>
                  </a:cubicBezTo>
                  <a:cubicBezTo>
                    <a:pt x="64" y="27"/>
                    <a:pt x="63" y="17"/>
                    <a:pt x="66" y="13"/>
                  </a:cubicBezTo>
                  <a:cubicBezTo>
                    <a:pt x="74" y="23"/>
                    <a:pt x="62" y="33"/>
                    <a:pt x="67" y="42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3" name="Freeform 159">
              <a:extLst>
                <a:ext uri="{FF2B5EF4-FFF2-40B4-BE49-F238E27FC236}">
                  <a16:creationId xmlns:a16="http://schemas.microsoft.com/office/drawing/2014/main" id="{3FBCE786-E64F-4C52-A29D-EA5294AC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2708"/>
              <a:ext cx="257" cy="83"/>
            </a:xfrm>
            <a:custGeom>
              <a:avLst/>
              <a:gdLst>
                <a:gd name="T0" fmla="*/ 0 w 103"/>
                <a:gd name="T1" fmla="*/ 0 h 31"/>
                <a:gd name="T2" fmla="*/ 230 w 103"/>
                <a:gd name="T3" fmla="*/ 171 h 31"/>
                <a:gd name="T4" fmla="*/ 250 w 103"/>
                <a:gd name="T5" fmla="*/ 594 h 31"/>
                <a:gd name="T6" fmla="*/ 604 w 103"/>
                <a:gd name="T7" fmla="*/ 308 h 31"/>
                <a:gd name="T8" fmla="*/ 996 w 103"/>
                <a:gd name="T9" fmla="*/ 345 h 31"/>
                <a:gd name="T10" fmla="*/ 1525 w 103"/>
                <a:gd name="T11" fmla="*/ 137 h 31"/>
                <a:gd name="T12" fmla="*/ 1245 w 103"/>
                <a:gd name="T13" fmla="*/ 94 h 31"/>
                <a:gd name="T14" fmla="*/ 903 w 103"/>
                <a:gd name="T15" fmla="*/ 94 h 31"/>
                <a:gd name="T16" fmla="*/ 155 w 103"/>
                <a:gd name="T17" fmla="*/ 7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31">
                  <a:moveTo>
                    <a:pt x="0" y="0"/>
                  </a:moveTo>
                  <a:cubicBezTo>
                    <a:pt x="4" y="5"/>
                    <a:pt x="11" y="4"/>
                    <a:pt x="15" y="9"/>
                  </a:cubicBezTo>
                  <a:cubicBezTo>
                    <a:pt x="21" y="16"/>
                    <a:pt x="15" y="24"/>
                    <a:pt x="16" y="31"/>
                  </a:cubicBezTo>
                  <a:cubicBezTo>
                    <a:pt x="25" y="26"/>
                    <a:pt x="27" y="17"/>
                    <a:pt x="39" y="16"/>
                  </a:cubicBezTo>
                  <a:cubicBezTo>
                    <a:pt x="47" y="14"/>
                    <a:pt x="56" y="17"/>
                    <a:pt x="64" y="18"/>
                  </a:cubicBezTo>
                  <a:cubicBezTo>
                    <a:pt x="72" y="19"/>
                    <a:pt x="103" y="24"/>
                    <a:pt x="98" y="7"/>
                  </a:cubicBezTo>
                  <a:cubicBezTo>
                    <a:pt x="97" y="1"/>
                    <a:pt x="86" y="5"/>
                    <a:pt x="80" y="5"/>
                  </a:cubicBezTo>
                  <a:cubicBezTo>
                    <a:pt x="72" y="6"/>
                    <a:pt x="65" y="6"/>
                    <a:pt x="58" y="5"/>
                  </a:cubicBezTo>
                  <a:cubicBezTo>
                    <a:pt x="42" y="3"/>
                    <a:pt x="26" y="4"/>
                    <a:pt x="10" y="4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4" name="Freeform 160">
              <a:extLst>
                <a:ext uri="{FF2B5EF4-FFF2-40B4-BE49-F238E27FC236}">
                  <a16:creationId xmlns:a16="http://schemas.microsoft.com/office/drawing/2014/main" id="{F4E85B0B-43BF-4259-8DCA-BB42433C2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673"/>
              <a:ext cx="375" cy="88"/>
            </a:xfrm>
            <a:custGeom>
              <a:avLst/>
              <a:gdLst>
                <a:gd name="T0" fmla="*/ 2345 w 150"/>
                <a:gd name="T1" fmla="*/ 0 h 33"/>
                <a:gd name="T2" fmla="*/ 2300 w 150"/>
                <a:gd name="T3" fmla="*/ 0 h 33"/>
                <a:gd name="T4" fmla="*/ 1875 w 150"/>
                <a:gd name="T5" fmla="*/ 149 h 33"/>
                <a:gd name="T6" fmla="*/ 1250 w 150"/>
                <a:gd name="T7" fmla="*/ 285 h 33"/>
                <a:gd name="T8" fmla="*/ 395 w 150"/>
                <a:gd name="T9" fmla="*/ 363 h 33"/>
                <a:gd name="T10" fmla="*/ 33 w 150"/>
                <a:gd name="T11" fmla="*/ 341 h 33"/>
                <a:gd name="T12" fmla="*/ 83 w 150"/>
                <a:gd name="T13" fmla="*/ 363 h 33"/>
                <a:gd name="T14" fmla="*/ 0 w 150"/>
                <a:gd name="T15" fmla="*/ 456 h 33"/>
                <a:gd name="T16" fmla="*/ 0 w 150"/>
                <a:gd name="T17" fmla="*/ 456 h 33"/>
                <a:gd name="T18" fmla="*/ 270 w 150"/>
                <a:gd name="T19" fmla="*/ 627 h 33"/>
                <a:gd name="T20" fmla="*/ 395 w 150"/>
                <a:gd name="T21" fmla="*/ 605 h 33"/>
                <a:gd name="T22" fmla="*/ 750 w 150"/>
                <a:gd name="T23" fmla="*/ 568 h 33"/>
                <a:gd name="T24" fmla="*/ 1063 w 150"/>
                <a:gd name="T25" fmla="*/ 477 h 33"/>
                <a:gd name="T26" fmla="*/ 1470 w 150"/>
                <a:gd name="T27" fmla="*/ 477 h 33"/>
                <a:gd name="T28" fmla="*/ 1783 w 150"/>
                <a:gd name="T29" fmla="*/ 341 h 33"/>
                <a:gd name="T30" fmla="*/ 2345 w 150"/>
                <a:gd name="T31" fmla="*/ 0 h 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0" h="33">
                  <a:moveTo>
                    <a:pt x="150" y="0"/>
                  </a:moveTo>
                  <a:cubicBezTo>
                    <a:pt x="149" y="0"/>
                    <a:pt x="148" y="0"/>
                    <a:pt x="147" y="0"/>
                  </a:cubicBezTo>
                  <a:cubicBezTo>
                    <a:pt x="138" y="5"/>
                    <a:pt x="128" y="8"/>
                    <a:pt x="120" y="8"/>
                  </a:cubicBezTo>
                  <a:cubicBezTo>
                    <a:pt x="101" y="10"/>
                    <a:pt x="104" y="14"/>
                    <a:pt x="80" y="15"/>
                  </a:cubicBezTo>
                  <a:cubicBezTo>
                    <a:pt x="56" y="16"/>
                    <a:pt x="41" y="17"/>
                    <a:pt x="25" y="19"/>
                  </a:cubicBezTo>
                  <a:cubicBezTo>
                    <a:pt x="14" y="21"/>
                    <a:pt x="6" y="16"/>
                    <a:pt x="2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3" y="19"/>
                    <a:pt x="1" y="21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0"/>
                    <a:pt x="7" y="33"/>
                    <a:pt x="17" y="33"/>
                  </a:cubicBezTo>
                  <a:cubicBezTo>
                    <a:pt x="20" y="33"/>
                    <a:pt x="22" y="32"/>
                    <a:pt x="25" y="32"/>
                  </a:cubicBezTo>
                  <a:cubicBezTo>
                    <a:pt x="32" y="32"/>
                    <a:pt x="40" y="31"/>
                    <a:pt x="48" y="30"/>
                  </a:cubicBezTo>
                  <a:cubicBezTo>
                    <a:pt x="55" y="29"/>
                    <a:pt x="61" y="26"/>
                    <a:pt x="68" y="25"/>
                  </a:cubicBezTo>
                  <a:cubicBezTo>
                    <a:pt x="76" y="24"/>
                    <a:pt x="86" y="28"/>
                    <a:pt x="94" y="25"/>
                  </a:cubicBezTo>
                  <a:cubicBezTo>
                    <a:pt x="101" y="23"/>
                    <a:pt x="106" y="20"/>
                    <a:pt x="114" y="18"/>
                  </a:cubicBezTo>
                  <a:cubicBezTo>
                    <a:pt x="126" y="16"/>
                    <a:pt x="145" y="16"/>
                    <a:pt x="150" y="0"/>
                  </a:cubicBezTo>
                  <a:close/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5" name="Freeform 161">
              <a:extLst>
                <a:ext uri="{FF2B5EF4-FFF2-40B4-BE49-F238E27FC236}">
                  <a16:creationId xmlns:a16="http://schemas.microsoft.com/office/drawing/2014/main" id="{8DBED4CC-0343-4A31-9313-BBB067F48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724"/>
              <a:ext cx="125" cy="139"/>
            </a:xfrm>
            <a:custGeom>
              <a:avLst/>
              <a:gdLst>
                <a:gd name="T0" fmla="*/ 625 w 50"/>
                <a:gd name="T1" fmla="*/ 513 h 52"/>
                <a:gd name="T2" fmla="*/ 783 w 50"/>
                <a:gd name="T3" fmla="*/ 136 h 52"/>
                <a:gd name="T4" fmla="*/ 563 w 50"/>
                <a:gd name="T5" fmla="*/ 0 h 52"/>
                <a:gd name="T6" fmla="*/ 0 w 50"/>
                <a:gd name="T7" fmla="*/ 94 h 52"/>
                <a:gd name="T8" fmla="*/ 145 w 50"/>
                <a:gd name="T9" fmla="*/ 209 h 52"/>
                <a:gd name="T10" fmla="*/ 208 w 50"/>
                <a:gd name="T11" fmla="*/ 192 h 52"/>
                <a:gd name="T12" fmla="*/ 720 w 50"/>
                <a:gd name="T13" fmla="*/ 973 h 52"/>
                <a:gd name="T14" fmla="*/ 720 w 50"/>
                <a:gd name="T15" fmla="*/ 994 h 52"/>
                <a:gd name="T16" fmla="*/ 625 w 50"/>
                <a:gd name="T17" fmla="*/ 513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52">
                  <a:moveTo>
                    <a:pt x="40" y="27"/>
                  </a:moveTo>
                  <a:cubicBezTo>
                    <a:pt x="38" y="21"/>
                    <a:pt x="36" y="9"/>
                    <a:pt x="50" y="7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6"/>
                    <a:pt x="5" y="10"/>
                    <a:pt x="9" y="11"/>
                  </a:cubicBezTo>
                  <a:cubicBezTo>
                    <a:pt x="11" y="11"/>
                    <a:pt x="12" y="11"/>
                    <a:pt x="13" y="10"/>
                  </a:cubicBezTo>
                  <a:cubicBezTo>
                    <a:pt x="30" y="7"/>
                    <a:pt x="43" y="35"/>
                    <a:pt x="46" y="51"/>
                  </a:cubicBezTo>
                  <a:cubicBezTo>
                    <a:pt x="46" y="51"/>
                    <a:pt x="46" y="51"/>
                    <a:pt x="46" y="52"/>
                  </a:cubicBezTo>
                  <a:cubicBezTo>
                    <a:pt x="46" y="43"/>
                    <a:pt x="44" y="36"/>
                    <a:pt x="40" y="27"/>
                  </a:cubicBezTo>
                  <a:close/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6" name="Freeform 162">
              <a:extLst>
                <a:ext uri="{FF2B5EF4-FFF2-40B4-BE49-F238E27FC236}">
                  <a16:creationId xmlns:a16="http://schemas.microsoft.com/office/drawing/2014/main" id="{9E859704-2792-4312-BA4F-8609DD7A3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737"/>
              <a:ext cx="83" cy="38"/>
            </a:xfrm>
            <a:custGeom>
              <a:avLst/>
              <a:gdLst>
                <a:gd name="T0" fmla="*/ 50 w 33"/>
                <a:gd name="T1" fmla="*/ 176 h 14"/>
                <a:gd name="T2" fmla="*/ 176 w 33"/>
                <a:gd name="T3" fmla="*/ 0 h 14"/>
                <a:gd name="T4" fmla="*/ 317 w 33"/>
                <a:gd name="T5" fmla="*/ 38 h 14"/>
                <a:gd name="T6" fmla="*/ 526 w 33"/>
                <a:gd name="T7" fmla="*/ 60 h 14"/>
                <a:gd name="T8" fmla="*/ 83 w 33"/>
                <a:gd name="T9" fmla="*/ 280 h 14"/>
                <a:gd name="T10" fmla="*/ 63 w 33"/>
                <a:gd name="T11" fmla="*/ 24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4">
                  <a:moveTo>
                    <a:pt x="3" y="9"/>
                  </a:moveTo>
                  <a:cubicBezTo>
                    <a:pt x="2" y="4"/>
                    <a:pt x="6" y="0"/>
                    <a:pt x="11" y="0"/>
                  </a:cubicBezTo>
                  <a:cubicBezTo>
                    <a:pt x="14" y="0"/>
                    <a:pt x="17" y="1"/>
                    <a:pt x="20" y="2"/>
                  </a:cubicBezTo>
                  <a:cubicBezTo>
                    <a:pt x="25" y="2"/>
                    <a:pt x="29" y="2"/>
                    <a:pt x="33" y="3"/>
                  </a:cubicBezTo>
                  <a:cubicBezTo>
                    <a:pt x="27" y="3"/>
                    <a:pt x="0" y="1"/>
                    <a:pt x="5" y="14"/>
                  </a:cubicBezTo>
                  <a:cubicBezTo>
                    <a:pt x="5" y="13"/>
                    <a:pt x="4" y="13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7" name="Freeform 163">
              <a:extLst>
                <a:ext uri="{FF2B5EF4-FFF2-40B4-BE49-F238E27FC236}">
                  <a16:creationId xmlns:a16="http://schemas.microsoft.com/office/drawing/2014/main" id="{08FF11CF-3B29-44AA-B935-9D8BECA25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791"/>
              <a:ext cx="30" cy="48"/>
            </a:xfrm>
            <a:custGeom>
              <a:avLst/>
              <a:gdLst>
                <a:gd name="T0" fmla="*/ 0 w 12"/>
                <a:gd name="T1" fmla="*/ 341 h 18"/>
                <a:gd name="T2" fmla="*/ 188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5" y="14"/>
                    <a:pt x="10" y="8"/>
                    <a:pt x="12" y="0"/>
                  </a:cubicBezTo>
                </a:path>
              </a:pathLst>
            </a:custGeom>
            <a:solidFill>
              <a:srgbClr val="FEE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8" name="Freeform 164">
              <a:extLst>
                <a:ext uri="{FF2B5EF4-FFF2-40B4-BE49-F238E27FC236}">
                  <a16:creationId xmlns:a16="http://schemas.microsoft.com/office/drawing/2014/main" id="{0CEC1EDE-0029-4A73-BDA4-E5FD197C0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313"/>
              <a:ext cx="260" cy="171"/>
            </a:xfrm>
            <a:custGeom>
              <a:avLst/>
              <a:gdLst>
                <a:gd name="T0" fmla="*/ 0 w 104"/>
                <a:gd name="T1" fmla="*/ 1221 h 64"/>
                <a:gd name="T2" fmla="*/ 438 w 104"/>
                <a:gd name="T3" fmla="*/ 799 h 64"/>
                <a:gd name="T4" fmla="*/ 908 w 104"/>
                <a:gd name="T5" fmla="*/ 820 h 64"/>
                <a:gd name="T6" fmla="*/ 1145 w 104"/>
                <a:gd name="T7" fmla="*/ 436 h 64"/>
                <a:gd name="T8" fmla="*/ 1625 w 104"/>
                <a:gd name="T9" fmla="*/ 0 h 64"/>
                <a:gd name="T10" fmla="*/ 1220 w 104"/>
                <a:gd name="T11" fmla="*/ 513 h 64"/>
                <a:gd name="T12" fmla="*/ 1095 w 104"/>
                <a:gd name="T13" fmla="*/ 1013 h 64"/>
                <a:gd name="T14" fmla="*/ 1000 w 104"/>
                <a:gd name="T15" fmla="*/ 957 h 64"/>
                <a:gd name="T16" fmla="*/ 845 w 104"/>
                <a:gd name="T17" fmla="*/ 935 h 64"/>
                <a:gd name="T18" fmla="*/ 563 w 104"/>
                <a:gd name="T19" fmla="*/ 900 h 64"/>
                <a:gd name="T20" fmla="*/ 188 w 104"/>
                <a:gd name="T21" fmla="*/ 1013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64">
                  <a:moveTo>
                    <a:pt x="0" y="64"/>
                  </a:moveTo>
                  <a:cubicBezTo>
                    <a:pt x="5" y="55"/>
                    <a:pt x="19" y="45"/>
                    <a:pt x="28" y="42"/>
                  </a:cubicBezTo>
                  <a:cubicBezTo>
                    <a:pt x="38" y="39"/>
                    <a:pt x="48" y="44"/>
                    <a:pt x="58" y="43"/>
                  </a:cubicBezTo>
                  <a:cubicBezTo>
                    <a:pt x="71" y="43"/>
                    <a:pt x="70" y="33"/>
                    <a:pt x="73" y="23"/>
                  </a:cubicBezTo>
                  <a:cubicBezTo>
                    <a:pt x="77" y="7"/>
                    <a:pt x="89" y="1"/>
                    <a:pt x="104" y="0"/>
                  </a:cubicBezTo>
                  <a:cubicBezTo>
                    <a:pt x="90" y="1"/>
                    <a:pt x="81" y="14"/>
                    <a:pt x="78" y="27"/>
                  </a:cubicBezTo>
                  <a:cubicBezTo>
                    <a:pt x="76" y="33"/>
                    <a:pt x="77" y="51"/>
                    <a:pt x="70" y="53"/>
                  </a:cubicBezTo>
                  <a:cubicBezTo>
                    <a:pt x="68" y="53"/>
                    <a:pt x="66" y="50"/>
                    <a:pt x="64" y="50"/>
                  </a:cubicBezTo>
                  <a:cubicBezTo>
                    <a:pt x="60" y="49"/>
                    <a:pt x="57" y="49"/>
                    <a:pt x="54" y="49"/>
                  </a:cubicBezTo>
                  <a:cubicBezTo>
                    <a:pt x="48" y="48"/>
                    <a:pt x="42" y="47"/>
                    <a:pt x="36" y="47"/>
                  </a:cubicBezTo>
                  <a:cubicBezTo>
                    <a:pt x="29" y="48"/>
                    <a:pt x="18" y="49"/>
                    <a:pt x="12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9" name="Freeform 165">
              <a:extLst>
                <a:ext uri="{FF2B5EF4-FFF2-40B4-BE49-F238E27FC236}">
                  <a16:creationId xmlns:a16="http://schemas.microsoft.com/office/drawing/2014/main" id="{57E6A48D-4662-47E1-A525-61930BD15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185"/>
              <a:ext cx="168" cy="408"/>
            </a:xfrm>
            <a:custGeom>
              <a:avLst/>
              <a:gdLst>
                <a:gd name="T0" fmla="*/ 1056 w 67"/>
                <a:gd name="T1" fmla="*/ 35 h 153"/>
                <a:gd name="T2" fmla="*/ 333 w 67"/>
                <a:gd name="T3" fmla="*/ 376 h 153"/>
                <a:gd name="T4" fmla="*/ 50 w 67"/>
                <a:gd name="T5" fmla="*/ 1229 h 153"/>
                <a:gd name="T6" fmla="*/ 50 w 67"/>
                <a:gd name="T7" fmla="*/ 2197 h 153"/>
                <a:gd name="T8" fmla="*/ 20 w 67"/>
                <a:gd name="T9" fmla="*/ 2653 h 153"/>
                <a:gd name="T10" fmla="*/ 396 w 67"/>
                <a:gd name="T11" fmla="*/ 2808 h 153"/>
                <a:gd name="T12" fmla="*/ 145 w 67"/>
                <a:gd name="T13" fmla="*/ 2368 h 153"/>
                <a:gd name="T14" fmla="*/ 283 w 67"/>
                <a:gd name="T15" fmla="*/ 1763 h 153"/>
                <a:gd name="T16" fmla="*/ 271 w 67"/>
                <a:gd name="T17" fmla="*/ 1251 h 153"/>
                <a:gd name="T18" fmla="*/ 208 w 67"/>
                <a:gd name="T19" fmla="*/ 1003 h 153"/>
                <a:gd name="T20" fmla="*/ 271 w 67"/>
                <a:gd name="T21" fmla="*/ 832 h 153"/>
                <a:gd name="T22" fmla="*/ 364 w 67"/>
                <a:gd name="T23" fmla="*/ 512 h 153"/>
                <a:gd name="T24" fmla="*/ 772 w 67"/>
                <a:gd name="T25" fmla="*/ 56 h 1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" h="153">
                  <a:moveTo>
                    <a:pt x="67" y="2"/>
                  </a:moveTo>
                  <a:cubicBezTo>
                    <a:pt x="48" y="0"/>
                    <a:pt x="32" y="4"/>
                    <a:pt x="21" y="20"/>
                  </a:cubicBezTo>
                  <a:cubicBezTo>
                    <a:pt x="11" y="33"/>
                    <a:pt x="5" y="49"/>
                    <a:pt x="3" y="65"/>
                  </a:cubicBezTo>
                  <a:cubicBezTo>
                    <a:pt x="1" y="82"/>
                    <a:pt x="2" y="99"/>
                    <a:pt x="3" y="116"/>
                  </a:cubicBezTo>
                  <a:cubicBezTo>
                    <a:pt x="3" y="124"/>
                    <a:pt x="0" y="132"/>
                    <a:pt x="1" y="140"/>
                  </a:cubicBezTo>
                  <a:cubicBezTo>
                    <a:pt x="1" y="153"/>
                    <a:pt x="15" y="147"/>
                    <a:pt x="25" y="148"/>
                  </a:cubicBezTo>
                  <a:cubicBezTo>
                    <a:pt x="9" y="147"/>
                    <a:pt x="10" y="137"/>
                    <a:pt x="9" y="125"/>
                  </a:cubicBezTo>
                  <a:cubicBezTo>
                    <a:pt x="9" y="117"/>
                    <a:pt x="3" y="91"/>
                    <a:pt x="18" y="93"/>
                  </a:cubicBezTo>
                  <a:cubicBezTo>
                    <a:pt x="10" y="85"/>
                    <a:pt x="6" y="74"/>
                    <a:pt x="17" y="66"/>
                  </a:cubicBezTo>
                  <a:cubicBezTo>
                    <a:pt x="15" y="62"/>
                    <a:pt x="13" y="58"/>
                    <a:pt x="13" y="53"/>
                  </a:cubicBezTo>
                  <a:cubicBezTo>
                    <a:pt x="13" y="49"/>
                    <a:pt x="16" y="48"/>
                    <a:pt x="17" y="44"/>
                  </a:cubicBezTo>
                  <a:cubicBezTo>
                    <a:pt x="20" y="38"/>
                    <a:pt x="18" y="33"/>
                    <a:pt x="23" y="27"/>
                  </a:cubicBezTo>
                  <a:cubicBezTo>
                    <a:pt x="31" y="16"/>
                    <a:pt x="35" y="7"/>
                    <a:pt x="4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0" name="Freeform 166">
              <a:extLst>
                <a:ext uri="{FF2B5EF4-FFF2-40B4-BE49-F238E27FC236}">
                  <a16:creationId xmlns:a16="http://schemas.microsoft.com/office/drawing/2014/main" id="{5D83F1AE-9DE2-4060-8F62-A91CF8B82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649"/>
              <a:ext cx="55" cy="150"/>
            </a:xfrm>
            <a:custGeom>
              <a:avLst/>
              <a:gdLst>
                <a:gd name="T0" fmla="*/ 345 w 22"/>
                <a:gd name="T1" fmla="*/ 21 h 56"/>
                <a:gd name="T2" fmla="*/ 125 w 22"/>
                <a:gd name="T3" fmla="*/ 56 h 56"/>
                <a:gd name="T4" fmla="*/ 33 w 22"/>
                <a:gd name="T5" fmla="*/ 308 h 56"/>
                <a:gd name="T6" fmla="*/ 50 w 22"/>
                <a:gd name="T7" fmla="*/ 710 h 56"/>
                <a:gd name="T8" fmla="*/ 63 w 22"/>
                <a:gd name="T9" fmla="*/ 1077 h 56"/>
                <a:gd name="T10" fmla="*/ 145 w 22"/>
                <a:gd name="T11" fmla="*/ 747 h 56"/>
                <a:gd name="T12" fmla="*/ 208 w 22"/>
                <a:gd name="T13" fmla="*/ 388 h 56"/>
                <a:gd name="T14" fmla="*/ 220 w 22"/>
                <a:gd name="T15" fmla="*/ 209 h 56"/>
                <a:gd name="T16" fmla="*/ 250 w 22"/>
                <a:gd name="T17" fmla="*/ 21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56">
                  <a:moveTo>
                    <a:pt x="22" y="1"/>
                  </a:moveTo>
                  <a:cubicBezTo>
                    <a:pt x="17" y="2"/>
                    <a:pt x="13" y="0"/>
                    <a:pt x="8" y="3"/>
                  </a:cubicBezTo>
                  <a:cubicBezTo>
                    <a:pt x="5" y="6"/>
                    <a:pt x="2" y="12"/>
                    <a:pt x="2" y="16"/>
                  </a:cubicBezTo>
                  <a:cubicBezTo>
                    <a:pt x="1" y="23"/>
                    <a:pt x="3" y="31"/>
                    <a:pt x="3" y="37"/>
                  </a:cubicBezTo>
                  <a:cubicBezTo>
                    <a:pt x="4" y="43"/>
                    <a:pt x="3" y="50"/>
                    <a:pt x="4" y="56"/>
                  </a:cubicBezTo>
                  <a:cubicBezTo>
                    <a:pt x="3" y="51"/>
                    <a:pt x="3" y="41"/>
                    <a:pt x="9" y="39"/>
                  </a:cubicBezTo>
                  <a:cubicBezTo>
                    <a:pt x="0" y="35"/>
                    <a:pt x="6" y="23"/>
                    <a:pt x="13" y="20"/>
                  </a:cubicBezTo>
                  <a:cubicBezTo>
                    <a:pt x="8" y="17"/>
                    <a:pt x="6" y="7"/>
                    <a:pt x="14" y="11"/>
                  </a:cubicBezTo>
                  <a:cubicBezTo>
                    <a:pt x="10" y="7"/>
                    <a:pt x="11" y="2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1" name="Freeform 167">
              <a:extLst>
                <a:ext uri="{FF2B5EF4-FFF2-40B4-BE49-F238E27FC236}">
                  <a16:creationId xmlns:a16="http://schemas.microsoft.com/office/drawing/2014/main" id="{0C746429-BFF2-4C8B-BE2C-7DCCB7CC3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588"/>
              <a:ext cx="90" cy="115"/>
            </a:xfrm>
            <a:custGeom>
              <a:avLst/>
              <a:gdLst>
                <a:gd name="T0" fmla="*/ 0 w 36"/>
                <a:gd name="T1" fmla="*/ 824 h 43"/>
                <a:gd name="T2" fmla="*/ 563 w 36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3">
                  <a:moveTo>
                    <a:pt x="0" y="43"/>
                  </a:moveTo>
                  <a:cubicBezTo>
                    <a:pt x="9" y="27"/>
                    <a:pt x="19" y="8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2" name="Freeform 168">
              <a:extLst>
                <a:ext uri="{FF2B5EF4-FFF2-40B4-BE49-F238E27FC236}">
                  <a16:creationId xmlns:a16="http://schemas.microsoft.com/office/drawing/2014/main" id="{5D53F8AA-ECE9-419A-9FFE-493C63F54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617"/>
              <a:ext cx="38" cy="86"/>
            </a:xfrm>
            <a:custGeom>
              <a:avLst/>
              <a:gdLst>
                <a:gd name="T0" fmla="*/ 117 w 15"/>
                <a:gd name="T1" fmla="*/ 0 h 32"/>
                <a:gd name="T2" fmla="*/ 0 w 15"/>
                <a:gd name="T3" fmla="*/ 449 h 32"/>
                <a:gd name="T4" fmla="*/ 117 w 15"/>
                <a:gd name="T5" fmla="*/ 621 h 32"/>
                <a:gd name="T6" fmla="*/ 243 w 15"/>
                <a:gd name="T7" fmla="*/ 159 h 32"/>
                <a:gd name="T8" fmla="*/ 96 w 15"/>
                <a:gd name="T9" fmla="*/ 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2">
                  <a:moveTo>
                    <a:pt x="7" y="0"/>
                  </a:moveTo>
                  <a:cubicBezTo>
                    <a:pt x="5" y="9"/>
                    <a:pt x="5" y="15"/>
                    <a:pt x="0" y="23"/>
                  </a:cubicBezTo>
                  <a:cubicBezTo>
                    <a:pt x="6" y="23"/>
                    <a:pt x="7" y="28"/>
                    <a:pt x="7" y="32"/>
                  </a:cubicBezTo>
                  <a:cubicBezTo>
                    <a:pt x="7" y="23"/>
                    <a:pt x="8" y="14"/>
                    <a:pt x="15" y="8"/>
                  </a:cubicBezTo>
                  <a:cubicBezTo>
                    <a:pt x="11" y="8"/>
                    <a:pt x="7" y="5"/>
                    <a:pt x="6" y="2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3" name="Freeform 169">
              <a:extLst>
                <a:ext uri="{FF2B5EF4-FFF2-40B4-BE49-F238E27FC236}">
                  <a16:creationId xmlns:a16="http://schemas.microsoft.com/office/drawing/2014/main" id="{13C0D3D8-1950-4CF1-997E-8C0CDB9A7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807"/>
              <a:ext cx="60" cy="40"/>
            </a:xfrm>
            <a:custGeom>
              <a:avLst/>
              <a:gdLst>
                <a:gd name="T0" fmla="*/ 220 w 24"/>
                <a:gd name="T1" fmla="*/ 21 h 15"/>
                <a:gd name="T2" fmla="*/ 0 w 24"/>
                <a:gd name="T3" fmla="*/ 285 h 15"/>
                <a:gd name="T4" fmla="*/ 375 w 24"/>
                <a:gd name="T5" fmla="*/ 227 h 15"/>
                <a:gd name="T6" fmla="*/ 238 w 24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14" y="1"/>
                  </a:moveTo>
                  <a:cubicBezTo>
                    <a:pt x="11" y="6"/>
                    <a:pt x="5" y="13"/>
                    <a:pt x="0" y="15"/>
                  </a:cubicBezTo>
                  <a:cubicBezTo>
                    <a:pt x="7" y="14"/>
                    <a:pt x="18" y="15"/>
                    <a:pt x="24" y="12"/>
                  </a:cubicBezTo>
                  <a:cubicBezTo>
                    <a:pt x="18" y="12"/>
                    <a:pt x="15" y="6"/>
                    <a:pt x="15" y="0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4" name="Freeform 170">
              <a:extLst>
                <a:ext uri="{FF2B5EF4-FFF2-40B4-BE49-F238E27FC236}">
                  <a16:creationId xmlns:a16="http://schemas.microsoft.com/office/drawing/2014/main" id="{6C3F9225-9745-4E28-B935-CBE7854BC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865"/>
              <a:ext cx="63" cy="257"/>
            </a:xfrm>
            <a:custGeom>
              <a:avLst/>
              <a:gdLst>
                <a:gd name="T0" fmla="*/ 192 w 25"/>
                <a:gd name="T1" fmla="*/ 1842 h 96"/>
                <a:gd name="T2" fmla="*/ 350 w 25"/>
                <a:gd name="T3" fmla="*/ 1304 h 96"/>
                <a:gd name="T4" fmla="*/ 126 w 25"/>
                <a:gd name="T5" fmla="*/ 653 h 96"/>
                <a:gd name="T6" fmla="*/ 192 w 25"/>
                <a:gd name="T7" fmla="*/ 0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6">
                  <a:moveTo>
                    <a:pt x="12" y="96"/>
                  </a:moveTo>
                  <a:cubicBezTo>
                    <a:pt x="21" y="91"/>
                    <a:pt x="25" y="82"/>
                    <a:pt x="22" y="68"/>
                  </a:cubicBezTo>
                  <a:cubicBezTo>
                    <a:pt x="19" y="54"/>
                    <a:pt x="16" y="51"/>
                    <a:pt x="8" y="34"/>
                  </a:cubicBezTo>
                  <a:cubicBezTo>
                    <a:pt x="0" y="17"/>
                    <a:pt x="11" y="12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5" name="Freeform 171">
              <a:extLst>
                <a:ext uri="{FF2B5EF4-FFF2-40B4-BE49-F238E27FC236}">
                  <a16:creationId xmlns:a16="http://schemas.microsoft.com/office/drawing/2014/main" id="{C5F0C144-84C7-4DB0-84D1-CD25B89B2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937"/>
              <a:ext cx="87" cy="67"/>
            </a:xfrm>
            <a:custGeom>
              <a:avLst/>
              <a:gdLst>
                <a:gd name="T0" fmla="*/ 0 w 35"/>
                <a:gd name="T1" fmla="*/ 482 h 25"/>
                <a:gd name="T2" fmla="*/ 291 w 35"/>
                <a:gd name="T3" fmla="*/ 273 h 25"/>
                <a:gd name="T4" fmla="*/ 537 w 3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5">
                  <a:moveTo>
                    <a:pt x="0" y="25"/>
                  </a:moveTo>
                  <a:cubicBezTo>
                    <a:pt x="7" y="25"/>
                    <a:pt x="11" y="25"/>
                    <a:pt x="19" y="14"/>
                  </a:cubicBezTo>
                  <a:cubicBezTo>
                    <a:pt x="27" y="3"/>
                    <a:pt x="31" y="1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6" name="Freeform 172">
              <a:extLst>
                <a:ext uri="{FF2B5EF4-FFF2-40B4-BE49-F238E27FC236}">
                  <a16:creationId xmlns:a16="http://schemas.microsoft.com/office/drawing/2014/main" id="{BDA1A25C-A1AB-4485-91CE-9251B9D14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260"/>
              <a:ext cx="280" cy="232"/>
            </a:xfrm>
            <a:custGeom>
              <a:avLst/>
              <a:gdLst>
                <a:gd name="T0" fmla="*/ 1750 w 112"/>
                <a:gd name="T1" fmla="*/ 1365 h 87"/>
                <a:gd name="T2" fmla="*/ 283 w 112"/>
                <a:gd name="T3" fmla="*/ 264 h 87"/>
                <a:gd name="T4" fmla="*/ 645 w 112"/>
                <a:gd name="T5" fmla="*/ 1651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87">
                  <a:moveTo>
                    <a:pt x="112" y="72"/>
                  </a:moveTo>
                  <a:cubicBezTo>
                    <a:pt x="87" y="80"/>
                    <a:pt x="47" y="0"/>
                    <a:pt x="18" y="14"/>
                  </a:cubicBezTo>
                  <a:cubicBezTo>
                    <a:pt x="0" y="24"/>
                    <a:pt x="17" y="70"/>
                    <a:pt x="41" y="87"/>
                  </a:cubicBezTo>
                </a:path>
              </a:pathLst>
            </a:custGeom>
            <a:solidFill>
              <a:srgbClr val="FEDA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7" name="Freeform 173">
              <a:extLst>
                <a:ext uri="{FF2B5EF4-FFF2-40B4-BE49-F238E27FC236}">
                  <a16:creationId xmlns:a16="http://schemas.microsoft.com/office/drawing/2014/main" id="{BC99CE0D-29FB-40EA-80E7-BE87A7951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985"/>
              <a:ext cx="380" cy="531"/>
            </a:xfrm>
            <a:custGeom>
              <a:avLst/>
              <a:gdLst>
                <a:gd name="T0" fmla="*/ 1438 w 152"/>
                <a:gd name="T1" fmla="*/ 3461 h 199"/>
                <a:gd name="T2" fmla="*/ 1313 w 152"/>
                <a:gd name="T3" fmla="*/ 3439 h 199"/>
                <a:gd name="T4" fmla="*/ 1363 w 152"/>
                <a:gd name="T5" fmla="*/ 3290 h 199"/>
                <a:gd name="T6" fmla="*/ 1270 w 152"/>
                <a:gd name="T7" fmla="*/ 3005 h 199"/>
                <a:gd name="T8" fmla="*/ 1188 w 152"/>
                <a:gd name="T9" fmla="*/ 2719 h 199"/>
                <a:gd name="T10" fmla="*/ 1175 w 152"/>
                <a:gd name="T11" fmla="*/ 2436 h 199"/>
                <a:gd name="T12" fmla="*/ 1188 w 152"/>
                <a:gd name="T13" fmla="*/ 2265 h 199"/>
                <a:gd name="T14" fmla="*/ 1158 w 152"/>
                <a:gd name="T15" fmla="*/ 2223 h 199"/>
                <a:gd name="T16" fmla="*/ 1300 w 152"/>
                <a:gd name="T17" fmla="*/ 2207 h 199"/>
                <a:gd name="T18" fmla="*/ 1313 w 152"/>
                <a:gd name="T19" fmla="*/ 2207 h 199"/>
                <a:gd name="T20" fmla="*/ 2270 w 152"/>
                <a:gd name="T21" fmla="*/ 3154 h 199"/>
                <a:gd name="T22" fmla="*/ 2220 w 152"/>
                <a:gd name="T23" fmla="*/ 3018 h 199"/>
                <a:gd name="T24" fmla="*/ 2270 w 152"/>
                <a:gd name="T25" fmla="*/ 2756 h 199"/>
                <a:gd name="T26" fmla="*/ 2363 w 152"/>
                <a:gd name="T27" fmla="*/ 2506 h 199"/>
                <a:gd name="T28" fmla="*/ 2283 w 152"/>
                <a:gd name="T29" fmla="*/ 2265 h 199"/>
                <a:gd name="T30" fmla="*/ 2283 w 152"/>
                <a:gd name="T31" fmla="*/ 1993 h 199"/>
                <a:gd name="T32" fmla="*/ 2125 w 152"/>
                <a:gd name="T33" fmla="*/ 1801 h 199"/>
                <a:gd name="T34" fmla="*/ 1958 w 152"/>
                <a:gd name="T35" fmla="*/ 1822 h 199"/>
                <a:gd name="T36" fmla="*/ 1970 w 152"/>
                <a:gd name="T37" fmla="*/ 1652 h 199"/>
                <a:gd name="T38" fmla="*/ 1833 w 152"/>
                <a:gd name="T39" fmla="*/ 1537 h 199"/>
                <a:gd name="T40" fmla="*/ 1658 w 152"/>
                <a:gd name="T41" fmla="*/ 1574 h 199"/>
                <a:gd name="T42" fmla="*/ 1783 w 152"/>
                <a:gd name="T43" fmla="*/ 1118 h 199"/>
                <a:gd name="T44" fmla="*/ 1520 w 152"/>
                <a:gd name="T45" fmla="*/ 1289 h 199"/>
                <a:gd name="T46" fmla="*/ 1533 w 152"/>
                <a:gd name="T47" fmla="*/ 1233 h 199"/>
                <a:gd name="T48" fmla="*/ 1333 w 152"/>
                <a:gd name="T49" fmla="*/ 990 h 199"/>
                <a:gd name="T50" fmla="*/ 1175 w 152"/>
                <a:gd name="T51" fmla="*/ 720 h 199"/>
                <a:gd name="T52" fmla="*/ 1020 w 152"/>
                <a:gd name="T53" fmla="*/ 534 h 199"/>
                <a:gd name="T54" fmla="*/ 845 w 152"/>
                <a:gd name="T55" fmla="*/ 264 h 199"/>
                <a:gd name="T56" fmla="*/ 613 w 152"/>
                <a:gd name="T57" fmla="*/ 342 h 199"/>
                <a:gd name="T58" fmla="*/ 708 w 152"/>
                <a:gd name="T59" fmla="*/ 93 h 199"/>
                <a:gd name="T60" fmla="*/ 458 w 152"/>
                <a:gd name="T61" fmla="*/ 0 h 199"/>
                <a:gd name="T62" fmla="*/ 0 w 152"/>
                <a:gd name="T63" fmla="*/ 819 h 199"/>
                <a:gd name="T64" fmla="*/ 158 w 152"/>
                <a:gd name="T65" fmla="*/ 969 h 199"/>
                <a:gd name="T66" fmla="*/ 395 w 152"/>
                <a:gd name="T67" fmla="*/ 1046 h 199"/>
                <a:gd name="T68" fmla="*/ 613 w 152"/>
                <a:gd name="T69" fmla="*/ 1289 h 199"/>
                <a:gd name="T70" fmla="*/ 800 w 152"/>
                <a:gd name="T71" fmla="*/ 1516 h 199"/>
                <a:gd name="T72" fmla="*/ 1063 w 152"/>
                <a:gd name="T73" fmla="*/ 1345 h 199"/>
                <a:gd name="T74" fmla="*/ 1033 w 152"/>
                <a:gd name="T75" fmla="*/ 1729 h 199"/>
                <a:gd name="T76" fmla="*/ 1020 w 152"/>
                <a:gd name="T77" fmla="*/ 1729 h 199"/>
                <a:gd name="T78" fmla="*/ 813 w 152"/>
                <a:gd name="T79" fmla="*/ 1937 h 199"/>
                <a:gd name="T80" fmla="*/ 833 w 152"/>
                <a:gd name="T81" fmla="*/ 2207 h 199"/>
                <a:gd name="T82" fmla="*/ 770 w 152"/>
                <a:gd name="T83" fmla="*/ 2586 h 199"/>
                <a:gd name="T84" fmla="*/ 783 w 152"/>
                <a:gd name="T85" fmla="*/ 2868 h 199"/>
                <a:gd name="T86" fmla="*/ 875 w 152"/>
                <a:gd name="T87" fmla="*/ 3119 h 199"/>
                <a:gd name="T88" fmla="*/ 1000 w 152"/>
                <a:gd name="T89" fmla="*/ 3381 h 199"/>
                <a:gd name="T90" fmla="*/ 1083 w 152"/>
                <a:gd name="T91" fmla="*/ 3589 h 199"/>
                <a:gd name="T92" fmla="*/ 1145 w 152"/>
                <a:gd name="T93" fmla="*/ 3725 h 199"/>
                <a:gd name="T94" fmla="*/ 1250 w 152"/>
                <a:gd name="T95" fmla="*/ 3781 h 199"/>
                <a:gd name="T96" fmla="*/ 1533 w 152"/>
                <a:gd name="T97" fmla="*/ 3645 h 199"/>
                <a:gd name="T98" fmla="*/ 1438 w 152"/>
                <a:gd name="T99" fmla="*/ 3461 h 19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52" h="199">
                  <a:moveTo>
                    <a:pt x="92" y="182"/>
                  </a:moveTo>
                  <a:cubicBezTo>
                    <a:pt x="90" y="182"/>
                    <a:pt x="87" y="181"/>
                    <a:pt x="84" y="181"/>
                  </a:cubicBezTo>
                  <a:cubicBezTo>
                    <a:pt x="85" y="179"/>
                    <a:pt x="86" y="175"/>
                    <a:pt x="87" y="173"/>
                  </a:cubicBezTo>
                  <a:cubicBezTo>
                    <a:pt x="79" y="172"/>
                    <a:pt x="75" y="165"/>
                    <a:pt x="81" y="158"/>
                  </a:cubicBezTo>
                  <a:cubicBezTo>
                    <a:pt x="76" y="156"/>
                    <a:pt x="67" y="147"/>
                    <a:pt x="76" y="143"/>
                  </a:cubicBezTo>
                  <a:cubicBezTo>
                    <a:pt x="74" y="139"/>
                    <a:pt x="70" y="130"/>
                    <a:pt x="75" y="128"/>
                  </a:cubicBezTo>
                  <a:cubicBezTo>
                    <a:pt x="74" y="124"/>
                    <a:pt x="74" y="121"/>
                    <a:pt x="76" y="119"/>
                  </a:cubicBezTo>
                  <a:cubicBezTo>
                    <a:pt x="74" y="117"/>
                    <a:pt x="74" y="117"/>
                    <a:pt x="74" y="117"/>
                  </a:cubicBezTo>
                  <a:cubicBezTo>
                    <a:pt x="77" y="116"/>
                    <a:pt x="80" y="116"/>
                    <a:pt x="83" y="116"/>
                  </a:cubicBezTo>
                  <a:cubicBezTo>
                    <a:pt x="83" y="115"/>
                    <a:pt x="85" y="115"/>
                    <a:pt x="84" y="116"/>
                  </a:cubicBezTo>
                  <a:cubicBezTo>
                    <a:pt x="103" y="118"/>
                    <a:pt x="125" y="149"/>
                    <a:pt x="145" y="166"/>
                  </a:cubicBezTo>
                  <a:cubicBezTo>
                    <a:pt x="144" y="163"/>
                    <a:pt x="143" y="161"/>
                    <a:pt x="142" y="159"/>
                  </a:cubicBezTo>
                  <a:cubicBezTo>
                    <a:pt x="144" y="155"/>
                    <a:pt x="143" y="150"/>
                    <a:pt x="145" y="145"/>
                  </a:cubicBezTo>
                  <a:cubicBezTo>
                    <a:pt x="146" y="141"/>
                    <a:pt x="150" y="136"/>
                    <a:pt x="151" y="132"/>
                  </a:cubicBezTo>
                  <a:cubicBezTo>
                    <a:pt x="152" y="126"/>
                    <a:pt x="147" y="123"/>
                    <a:pt x="146" y="119"/>
                  </a:cubicBezTo>
                  <a:cubicBezTo>
                    <a:pt x="145" y="114"/>
                    <a:pt x="146" y="110"/>
                    <a:pt x="146" y="105"/>
                  </a:cubicBezTo>
                  <a:cubicBezTo>
                    <a:pt x="135" y="110"/>
                    <a:pt x="135" y="103"/>
                    <a:pt x="136" y="95"/>
                  </a:cubicBezTo>
                  <a:cubicBezTo>
                    <a:pt x="132" y="96"/>
                    <a:pt x="128" y="97"/>
                    <a:pt x="125" y="96"/>
                  </a:cubicBezTo>
                  <a:cubicBezTo>
                    <a:pt x="125" y="94"/>
                    <a:pt x="124" y="90"/>
                    <a:pt x="126" y="87"/>
                  </a:cubicBezTo>
                  <a:cubicBezTo>
                    <a:pt x="119" y="90"/>
                    <a:pt x="111" y="89"/>
                    <a:pt x="117" y="81"/>
                  </a:cubicBezTo>
                  <a:cubicBezTo>
                    <a:pt x="113" y="83"/>
                    <a:pt x="110" y="84"/>
                    <a:pt x="106" y="83"/>
                  </a:cubicBezTo>
                  <a:cubicBezTo>
                    <a:pt x="104" y="75"/>
                    <a:pt x="110" y="66"/>
                    <a:pt x="114" y="59"/>
                  </a:cubicBezTo>
                  <a:cubicBezTo>
                    <a:pt x="107" y="61"/>
                    <a:pt x="103" y="66"/>
                    <a:pt x="97" y="68"/>
                  </a:cubicBezTo>
                  <a:cubicBezTo>
                    <a:pt x="98" y="67"/>
                    <a:pt x="98" y="65"/>
                    <a:pt x="98" y="65"/>
                  </a:cubicBezTo>
                  <a:cubicBezTo>
                    <a:pt x="83" y="70"/>
                    <a:pt x="76" y="65"/>
                    <a:pt x="85" y="52"/>
                  </a:cubicBezTo>
                  <a:cubicBezTo>
                    <a:pt x="75" y="47"/>
                    <a:pt x="66" y="55"/>
                    <a:pt x="75" y="38"/>
                  </a:cubicBezTo>
                  <a:cubicBezTo>
                    <a:pt x="64" y="43"/>
                    <a:pt x="54" y="38"/>
                    <a:pt x="65" y="28"/>
                  </a:cubicBezTo>
                  <a:cubicBezTo>
                    <a:pt x="51" y="36"/>
                    <a:pt x="52" y="23"/>
                    <a:pt x="54" y="14"/>
                  </a:cubicBezTo>
                  <a:cubicBezTo>
                    <a:pt x="49" y="14"/>
                    <a:pt x="44" y="17"/>
                    <a:pt x="39" y="18"/>
                  </a:cubicBezTo>
                  <a:cubicBezTo>
                    <a:pt x="37" y="13"/>
                    <a:pt x="43" y="10"/>
                    <a:pt x="45" y="5"/>
                  </a:cubicBezTo>
                  <a:cubicBezTo>
                    <a:pt x="38" y="7"/>
                    <a:pt x="28" y="7"/>
                    <a:pt x="29" y="0"/>
                  </a:cubicBezTo>
                  <a:cubicBezTo>
                    <a:pt x="17" y="11"/>
                    <a:pt x="6" y="25"/>
                    <a:pt x="0" y="43"/>
                  </a:cubicBezTo>
                  <a:cubicBezTo>
                    <a:pt x="4" y="44"/>
                    <a:pt x="8" y="46"/>
                    <a:pt x="10" y="51"/>
                  </a:cubicBezTo>
                  <a:cubicBezTo>
                    <a:pt x="17" y="46"/>
                    <a:pt x="26" y="43"/>
                    <a:pt x="25" y="55"/>
                  </a:cubicBezTo>
                  <a:cubicBezTo>
                    <a:pt x="36" y="48"/>
                    <a:pt x="41" y="53"/>
                    <a:pt x="39" y="68"/>
                  </a:cubicBezTo>
                  <a:cubicBezTo>
                    <a:pt x="51" y="61"/>
                    <a:pt x="51" y="72"/>
                    <a:pt x="51" y="80"/>
                  </a:cubicBezTo>
                  <a:cubicBezTo>
                    <a:pt x="57" y="78"/>
                    <a:pt x="62" y="73"/>
                    <a:pt x="68" y="71"/>
                  </a:cubicBezTo>
                  <a:cubicBezTo>
                    <a:pt x="71" y="78"/>
                    <a:pt x="69" y="85"/>
                    <a:pt x="66" y="91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2" y="96"/>
                    <a:pt x="56" y="98"/>
                    <a:pt x="52" y="102"/>
                  </a:cubicBezTo>
                  <a:cubicBezTo>
                    <a:pt x="63" y="105"/>
                    <a:pt x="59" y="111"/>
                    <a:pt x="53" y="116"/>
                  </a:cubicBezTo>
                  <a:cubicBezTo>
                    <a:pt x="63" y="124"/>
                    <a:pt x="55" y="130"/>
                    <a:pt x="49" y="136"/>
                  </a:cubicBezTo>
                  <a:cubicBezTo>
                    <a:pt x="60" y="136"/>
                    <a:pt x="52" y="146"/>
                    <a:pt x="50" y="151"/>
                  </a:cubicBezTo>
                  <a:cubicBezTo>
                    <a:pt x="60" y="148"/>
                    <a:pt x="64" y="159"/>
                    <a:pt x="56" y="164"/>
                  </a:cubicBezTo>
                  <a:cubicBezTo>
                    <a:pt x="68" y="159"/>
                    <a:pt x="68" y="171"/>
                    <a:pt x="64" y="178"/>
                  </a:cubicBezTo>
                  <a:cubicBezTo>
                    <a:pt x="73" y="171"/>
                    <a:pt x="72" y="184"/>
                    <a:pt x="69" y="189"/>
                  </a:cubicBezTo>
                  <a:cubicBezTo>
                    <a:pt x="74" y="188"/>
                    <a:pt x="75" y="192"/>
                    <a:pt x="73" y="196"/>
                  </a:cubicBezTo>
                  <a:cubicBezTo>
                    <a:pt x="77" y="193"/>
                    <a:pt x="79" y="195"/>
                    <a:pt x="80" y="199"/>
                  </a:cubicBezTo>
                  <a:cubicBezTo>
                    <a:pt x="85" y="196"/>
                    <a:pt x="92" y="194"/>
                    <a:pt x="98" y="192"/>
                  </a:cubicBezTo>
                  <a:cubicBezTo>
                    <a:pt x="94" y="190"/>
                    <a:pt x="91" y="187"/>
                    <a:pt x="92" y="182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8" name="Freeform 174">
              <a:extLst>
                <a:ext uri="{FF2B5EF4-FFF2-40B4-BE49-F238E27FC236}">
                  <a16:creationId xmlns:a16="http://schemas.microsoft.com/office/drawing/2014/main" id="{9F08E370-6166-4CA3-A596-D96E8C5FA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572"/>
              <a:ext cx="102" cy="56"/>
            </a:xfrm>
            <a:custGeom>
              <a:avLst/>
              <a:gdLst>
                <a:gd name="T0" fmla="*/ 0 w 41"/>
                <a:gd name="T1" fmla="*/ 0 h 21"/>
                <a:gd name="T2" fmla="*/ 632 w 41"/>
                <a:gd name="T3" fmla="*/ 136 h 21"/>
                <a:gd name="T4" fmla="*/ 124 w 41"/>
                <a:gd name="T5" fmla="*/ 20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">
                  <a:moveTo>
                    <a:pt x="0" y="0"/>
                  </a:moveTo>
                  <a:cubicBezTo>
                    <a:pt x="8" y="21"/>
                    <a:pt x="29" y="3"/>
                    <a:pt x="41" y="7"/>
                  </a:cubicBezTo>
                  <a:cubicBezTo>
                    <a:pt x="37" y="18"/>
                    <a:pt x="16" y="15"/>
                    <a:pt x="8" y="11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69" name="Freeform 175">
              <a:extLst>
                <a:ext uri="{FF2B5EF4-FFF2-40B4-BE49-F238E27FC236}">
                  <a16:creationId xmlns:a16="http://schemas.microsoft.com/office/drawing/2014/main" id="{94609F04-186D-4781-B8C7-9B556299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572"/>
              <a:ext cx="102" cy="56"/>
            </a:xfrm>
            <a:custGeom>
              <a:avLst/>
              <a:gdLst>
                <a:gd name="T0" fmla="*/ 0 w 41"/>
                <a:gd name="T1" fmla="*/ 0 h 21"/>
                <a:gd name="T2" fmla="*/ 632 w 41"/>
                <a:gd name="T3" fmla="*/ 136 h 21"/>
                <a:gd name="T4" fmla="*/ 124 w 41"/>
                <a:gd name="T5" fmla="*/ 20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">
                  <a:moveTo>
                    <a:pt x="0" y="0"/>
                  </a:moveTo>
                  <a:cubicBezTo>
                    <a:pt x="8" y="21"/>
                    <a:pt x="29" y="3"/>
                    <a:pt x="41" y="7"/>
                  </a:cubicBezTo>
                  <a:cubicBezTo>
                    <a:pt x="37" y="18"/>
                    <a:pt x="16" y="15"/>
                    <a:pt x="8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0" name="Freeform 176">
              <a:extLst>
                <a:ext uri="{FF2B5EF4-FFF2-40B4-BE49-F238E27FC236}">
                  <a16:creationId xmlns:a16="http://schemas.microsoft.com/office/drawing/2014/main" id="{C2F82BBE-BC30-4E1C-9D6A-05A62745F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260"/>
              <a:ext cx="90" cy="77"/>
            </a:xfrm>
            <a:custGeom>
              <a:avLst/>
              <a:gdLst>
                <a:gd name="T0" fmla="*/ 95 w 36"/>
                <a:gd name="T1" fmla="*/ 396 h 29"/>
                <a:gd name="T2" fmla="*/ 563 w 36"/>
                <a:gd name="T3" fmla="*/ 316 h 29"/>
                <a:gd name="T4" fmla="*/ 50 w 36"/>
                <a:gd name="T5" fmla="*/ 133 h 29"/>
                <a:gd name="T6" fmla="*/ 0 w 36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9">
                  <a:moveTo>
                    <a:pt x="6" y="21"/>
                  </a:moveTo>
                  <a:cubicBezTo>
                    <a:pt x="14" y="24"/>
                    <a:pt x="36" y="29"/>
                    <a:pt x="36" y="17"/>
                  </a:cubicBezTo>
                  <a:cubicBezTo>
                    <a:pt x="16" y="20"/>
                    <a:pt x="15" y="23"/>
                    <a:pt x="3" y="7"/>
                  </a:cubicBezTo>
                  <a:cubicBezTo>
                    <a:pt x="1" y="5"/>
                    <a:pt x="0" y="0"/>
                    <a:pt x="0" y="0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71" name="Freeform 177">
              <a:extLst>
                <a:ext uri="{FF2B5EF4-FFF2-40B4-BE49-F238E27FC236}">
                  <a16:creationId xmlns:a16="http://schemas.microsoft.com/office/drawing/2014/main" id="{3F341A6D-0F7D-469A-B191-2C7ED70EF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260"/>
              <a:ext cx="90" cy="77"/>
            </a:xfrm>
            <a:custGeom>
              <a:avLst/>
              <a:gdLst>
                <a:gd name="T0" fmla="*/ 95 w 36"/>
                <a:gd name="T1" fmla="*/ 396 h 29"/>
                <a:gd name="T2" fmla="*/ 563 w 36"/>
                <a:gd name="T3" fmla="*/ 316 h 29"/>
                <a:gd name="T4" fmla="*/ 50 w 36"/>
                <a:gd name="T5" fmla="*/ 133 h 29"/>
                <a:gd name="T6" fmla="*/ 0 w 36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9">
                  <a:moveTo>
                    <a:pt x="6" y="21"/>
                  </a:moveTo>
                  <a:cubicBezTo>
                    <a:pt x="14" y="24"/>
                    <a:pt x="36" y="29"/>
                    <a:pt x="36" y="17"/>
                  </a:cubicBezTo>
                  <a:cubicBezTo>
                    <a:pt x="16" y="20"/>
                    <a:pt x="15" y="23"/>
                    <a:pt x="3" y="7"/>
                  </a:cubicBezTo>
                  <a:cubicBezTo>
                    <a:pt x="1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2" name="Freeform 178">
              <a:extLst>
                <a:ext uri="{FF2B5EF4-FFF2-40B4-BE49-F238E27FC236}">
                  <a16:creationId xmlns:a16="http://schemas.microsoft.com/office/drawing/2014/main" id="{EB6901A2-5AE0-47D8-BB58-9E4024F02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916"/>
              <a:ext cx="88" cy="64"/>
            </a:xfrm>
            <a:custGeom>
              <a:avLst/>
              <a:gdLst>
                <a:gd name="T0" fmla="*/ 83 w 35"/>
                <a:gd name="T1" fmla="*/ 456 h 24"/>
                <a:gd name="T2" fmla="*/ 556 w 35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5" y="24"/>
                  </a:moveTo>
                  <a:cubicBezTo>
                    <a:pt x="0" y="5"/>
                    <a:pt x="25" y="10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3" name="Freeform 179">
              <a:extLst>
                <a:ext uri="{FF2B5EF4-FFF2-40B4-BE49-F238E27FC236}">
                  <a16:creationId xmlns:a16="http://schemas.microsoft.com/office/drawing/2014/main" id="{020A90BD-931C-402B-A0F3-243A2F03C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148"/>
              <a:ext cx="58" cy="91"/>
            </a:xfrm>
            <a:custGeom>
              <a:avLst/>
              <a:gdLst>
                <a:gd name="T0" fmla="*/ 0 w 23"/>
                <a:gd name="T1" fmla="*/ 308 h 34"/>
                <a:gd name="T2" fmla="*/ 368 w 23"/>
                <a:gd name="T3" fmla="*/ 0 h 34"/>
                <a:gd name="T4" fmla="*/ 209 w 23"/>
                <a:gd name="T5" fmla="*/ 653 h 34"/>
                <a:gd name="T6" fmla="*/ 50 w 23"/>
                <a:gd name="T7" fmla="*/ 4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4">
                  <a:moveTo>
                    <a:pt x="0" y="16"/>
                  </a:moveTo>
                  <a:cubicBezTo>
                    <a:pt x="13" y="15"/>
                    <a:pt x="17" y="6"/>
                    <a:pt x="23" y="0"/>
                  </a:cubicBezTo>
                  <a:cubicBezTo>
                    <a:pt x="20" y="14"/>
                    <a:pt x="8" y="19"/>
                    <a:pt x="13" y="34"/>
                  </a:cubicBezTo>
                  <a:cubicBezTo>
                    <a:pt x="12" y="31"/>
                    <a:pt x="11" y="21"/>
                    <a:pt x="3" y="22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74" name="Freeform 180">
              <a:extLst>
                <a:ext uri="{FF2B5EF4-FFF2-40B4-BE49-F238E27FC236}">
                  <a16:creationId xmlns:a16="http://schemas.microsoft.com/office/drawing/2014/main" id="{41B656DB-C057-4CD2-AA61-F0B040C05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148"/>
              <a:ext cx="58" cy="91"/>
            </a:xfrm>
            <a:custGeom>
              <a:avLst/>
              <a:gdLst>
                <a:gd name="T0" fmla="*/ 0 w 23"/>
                <a:gd name="T1" fmla="*/ 308 h 34"/>
                <a:gd name="T2" fmla="*/ 368 w 23"/>
                <a:gd name="T3" fmla="*/ 0 h 34"/>
                <a:gd name="T4" fmla="*/ 209 w 23"/>
                <a:gd name="T5" fmla="*/ 653 h 34"/>
                <a:gd name="T6" fmla="*/ 50 w 23"/>
                <a:gd name="T7" fmla="*/ 4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4">
                  <a:moveTo>
                    <a:pt x="0" y="16"/>
                  </a:moveTo>
                  <a:cubicBezTo>
                    <a:pt x="13" y="15"/>
                    <a:pt x="17" y="6"/>
                    <a:pt x="23" y="0"/>
                  </a:cubicBezTo>
                  <a:cubicBezTo>
                    <a:pt x="20" y="14"/>
                    <a:pt x="8" y="19"/>
                    <a:pt x="13" y="34"/>
                  </a:cubicBezTo>
                  <a:cubicBezTo>
                    <a:pt x="12" y="31"/>
                    <a:pt x="11" y="21"/>
                    <a:pt x="3" y="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5" name="Freeform 181">
              <a:extLst>
                <a:ext uri="{FF2B5EF4-FFF2-40B4-BE49-F238E27FC236}">
                  <a16:creationId xmlns:a16="http://schemas.microsoft.com/office/drawing/2014/main" id="{52A836D4-15B9-46CF-B4FE-DD9433B01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591"/>
              <a:ext cx="42" cy="144"/>
            </a:xfrm>
            <a:custGeom>
              <a:avLst/>
              <a:gdLst>
                <a:gd name="T0" fmla="*/ 183 w 17"/>
                <a:gd name="T1" fmla="*/ 0 h 54"/>
                <a:gd name="T2" fmla="*/ 0 w 17"/>
                <a:gd name="T3" fmla="*/ 1003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4">
                  <a:moveTo>
                    <a:pt x="12" y="0"/>
                  </a:moveTo>
                  <a:cubicBezTo>
                    <a:pt x="11" y="19"/>
                    <a:pt x="17" y="54"/>
                    <a:pt x="0" y="5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6" name="Freeform 182">
              <a:extLst>
                <a:ext uri="{FF2B5EF4-FFF2-40B4-BE49-F238E27FC236}">
                  <a16:creationId xmlns:a16="http://schemas.microsoft.com/office/drawing/2014/main" id="{538C3D5E-6F83-4985-8D5D-12784089B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847"/>
              <a:ext cx="743" cy="584"/>
            </a:xfrm>
            <a:custGeom>
              <a:avLst/>
              <a:gdLst>
                <a:gd name="T0" fmla="*/ 1991 w 297"/>
                <a:gd name="T1" fmla="*/ 760 h 219"/>
                <a:gd name="T2" fmla="*/ 1396 w 297"/>
                <a:gd name="T3" fmla="*/ 605 h 219"/>
                <a:gd name="T4" fmla="*/ 175 w 297"/>
                <a:gd name="T5" fmla="*/ 149 h 219"/>
                <a:gd name="T6" fmla="*/ 613 w 297"/>
                <a:gd name="T7" fmla="*/ 605 h 219"/>
                <a:gd name="T8" fmla="*/ 1521 w 297"/>
                <a:gd name="T9" fmla="*/ 1651 h 219"/>
                <a:gd name="T10" fmla="*/ 1689 w 297"/>
                <a:gd name="T11" fmla="*/ 3699 h 219"/>
                <a:gd name="T12" fmla="*/ 1866 w 297"/>
                <a:gd name="T13" fmla="*/ 3776 h 219"/>
                <a:gd name="T14" fmla="*/ 2317 w 297"/>
                <a:gd name="T15" fmla="*/ 2731 h 219"/>
                <a:gd name="T16" fmla="*/ 2317 w 297"/>
                <a:gd name="T17" fmla="*/ 2731 h 219"/>
                <a:gd name="T18" fmla="*/ 2784 w 297"/>
                <a:gd name="T19" fmla="*/ 3776 h 219"/>
                <a:gd name="T20" fmla="*/ 2959 w 297"/>
                <a:gd name="T21" fmla="*/ 3699 h 219"/>
                <a:gd name="T22" fmla="*/ 3130 w 297"/>
                <a:gd name="T23" fmla="*/ 1651 h 219"/>
                <a:gd name="T24" fmla="*/ 4038 w 297"/>
                <a:gd name="T25" fmla="*/ 605 h 219"/>
                <a:gd name="T26" fmla="*/ 4476 w 297"/>
                <a:gd name="T27" fmla="*/ 149 h 219"/>
                <a:gd name="T28" fmla="*/ 3255 w 297"/>
                <a:gd name="T29" fmla="*/ 605 h 219"/>
                <a:gd name="T30" fmla="*/ 2659 w 297"/>
                <a:gd name="T31" fmla="*/ 760 h 2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7" h="219">
                  <a:moveTo>
                    <a:pt x="127" y="40"/>
                  </a:moveTo>
                  <a:cubicBezTo>
                    <a:pt x="116" y="38"/>
                    <a:pt x="104" y="35"/>
                    <a:pt x="89" y="32"/>
                  </a:cubicBezTo>
                  <a:cubicBezTo>
                    <a:pt x="65" y="27"/>
                    <a:pt x="19" y="0"/>
                    <a:pt x="11" y="8"/>
                  </a:cubicBezTo>
                  <a:cubicBezTo>
                    <a:pt x="0" y="19"/>
                    <a:pt x="24" y="24"/>
                    <a:pt x="39" y="32"/>
                  </a:cubicBezTo>
                  <a:cubicBezTo>
                    <a:pt x="65" y="44"/>
                    <a:pt x="86" y="68"/>
                    <a:pt x="97" y="87"/>
                  </a:cubicBezTo>
                  <a:cubicBezTo>
                    <a:pt x="108" y="105"/>
                    <a:pt x="128" y="148"/>
                    <a:pt x="108" y="195"/>
                  </a:cubicBezTo>
                  <a:cubicBezTo>
                    <a:pt x="96" y="219"/>
                    <a:pt x="108" y="218"/>
                    <a:pt x="119" y="199"/>
                  </a:cubicBezTo>
                  <a:cubicBezTo>
                    <a:pt x="130" y="180"/>
                    <a:pt x="134" y="144"/>
                    <a:pt x="148" y="144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63" y="144"/>
                    <a:pt x="167" y="180"/>
                    <a:pt x="178" y="199"/>
                  </a:cubicBezTo>
                  <a:cubicBezTo>
                    <a:pt x="189" y="218"/>
                    <a:pt x="201" y="219"/>
                    <a:pt x="189" y="195"/>
                  </a:cubicBezTo>
                  <a:cubicBezTo>
                    <a:pt x="169" y="148"/>
                    <a:pt x="189" y="105"/>
                    <a:pt x="200" y="87"/>
                  </a:cubicBezTo>
                  <a:cubicBezTo>
                    <a:pt x="211" y="68"/>
                    <a:pt x="232" y="44"/>
                    <a:pt x="258" y="32"/>
                  </a:cubicBezTo>
                  <a:cubicBezTo>
                    <a:pt x="273" y="24"/>
                    <a:pt x="297" y="19"/>
                    <a:pt x="286" y="8"/>
                  </a:cubicBezTo>
                  <a:cubicBezTo>
                    <a:pt x="278" y="0"/>
                    <a:pt x="232" y="27"/>
                    <a:pt x="208" y="32"/>
                  </a:cubicBezTo>
                  <a:cubicBezTo>
                    <a:pt x="193" y="35"/>
                    <a:pt x="181" y="38"/>
                    <a:pt x="170" y="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7" name="Freeform 183">
              <a:extLst>
                <a:ext uri="{FF2B5EF4-FFF2-40B4-BE49-F238E27FC236}">
                  <a16:creationId xmlns:a16="http://schemas.microsoft.com/office/drawing/2014/main" id="{C0810FDD-D1E8-48E0-B4B3-657B2C93F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951"/>
              <a:ext cx="117" cy="280"/>
            </a:xfrm>
            <a:custGeom>
              <a:avLst/>
              <a:gdLst>
                <a:gd name="T0" fmla="*/ 0 w 47"/>
                <a:gd name="T1" fmla="*/ 0 h 105"/>
                <a:gd name="T2" fmla="*/ 0 w 47"/>
                <a:gd name="T3" fmla="*/ 21 h 105"/>
                <a:gd name="T4" fmla="*/ 229 w 47"/>
                <a:gd name="T5" fmla="*/ 419 h 105"/>
                <a:gd name="T6" fmla="*/ 309 w 47"/>
                <a:gd name="T7" fmla="*/ 1400 h 105"/>
                <a:gd name="T8" fmla="*/ 353 w 47"/>
                <a:gd name="T9" fmla="*/ 1992 h 105"/>
                <a:gd name="T10" fmla="*/ 353 w 47"/>
                <a:gd name="T11" fmla="*/ 1992 h 105"/>
                <a:gd name="T12" fmla="*/ 353 w 47"/>
                <a:gd name="T13" fmla="*/ 1992 h 105"/>
                <a:gd name="T14" fmla="*/ 353 w 47"/>
                <a:gd name="T15" fmla="*/ 1992 h 105"/>
                <a:gd name="T16" fmla="*/ 341 w 47"/>
                <a:gd name="T17" fmla="*/ 1400 h 105"/>
                <a:gd name="T18" fmla="*/ 495 w 47"/>
                <a:gd name="T19" fmla="*/ 419 h 105"/>
                <a:gd name="T20" fmla="*/ 724 w 47"/>
                <a:gd name="T21" fmla="*/ 21 h 105"/>
                <a:gd name="T22" fmla="*/ 712 w 47"/>
                <a:gd name="T23" fmla="*/ 0 h 1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0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7" y="2"/>
                    <a:pt x="11" y="14"/>
                    <a:pt x="15" y="22"/>
                  </a:cubicBezTo>
                  <a:cubicBezTo>
                    <a:pt x="18" y="28"/>
                    <a:pt x="19" y="41"/>
                    <a:pt x="20" y="74"/>
                  </a:cubicBezTo>
                  <a:cubicBezTo>
                    <a:pt x="21" y="82"/>
                    <a:pt x="23" y="89"/>
                    <a:pt x="23" y="105"/>
                  </a:cubicBezTo>
                  <a:cubicBezTo>
                    <a:pt x="23" y="105"/>
                    <a:pt x="23" y="105"/>
                    <a:pt x="23" y="105"/>
                  </a:cubicBezTo>
                  <a:cubicBezTo>
                    <a:pt x="23" y="105"/>
                    <a:pt x="23" y="105"/>
                    <a:pt x="23" y="105"/>
                  </a:cubicBezTo>
                  <a:cubicBezTo>
                    <a:pt x="23" y="105"/>
                    <a:pt x="23" y="105"/>
                    <a:pt x="23" y="105"/>
                  </a:cubicBezTo>
                  <a:cubicBezTo>
                    <a:pt x="24" y="93"/>
                    <a:pt x="22" y="83"/>
                    <a:pt x="22" y="74"/>
                  </a:cubicBezTo>
                  <a:cubicBezTo>
                    <a:pt x="24" y="41"/>
                    <a:pt x="29" y="28"/>
                    <a:pt x="32" y="22"/>
                  </a:cubicBezTo>
                  <a:cubicBezTo>
                    <a:pt x="36" y="14"/>
                    <a:pt x="40" y="2"/>
                    <a:pt x="47" y="1"/>
                  </a:cubicBezTo>
                  <a:cubicBezTo>
                    <a:pt x="46" y="0"/>
                    <a:pt x="46" y="0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8" name="Freeform 184">
              <a:extLst>
                <a:ext uri="{FF2B5EF4-FFF2-40B4-BE49-F238E27FC236}">
                  <a16:creationId xmlns:a16="http://schemas.microsoft.com/office/drawing/2014/main" id="{B0727B9B-8A60-4D90-9861-8AD572D40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260"/>
              <a:ext cx="280" cy="232"/>
            </a:xfrm>
            <a:custGeom>
              <a:avLst/>
              <a:gdLst>
                <a:gd name="T0" fmla="*/ 0 w 112"/>
                <a:gd name="T1" fmla="*/ 1365 h 87"/>
                <a:gd name="T2" fmla="*/ 1470 w 112"/>
                <a:gd name="T3" fmla="*/ 264 h 87"/>
                <a:gd name="T4" fmla="*/ 1113 w 112"/>
                <a:gd name="T5" fmla="*/ 1651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87">
                  <a:moveTo>
                    <a:pt x="0" y="72"/>
                  </a:moveTo>
                  <a:cubicBezTo>
                    <a:pt x="25" y="80"/>
                    <a:pt x="65" y="0"/>
                    <a:pt x="94" y="14"/>
                  </a:cubicBezTo>
                  <a:cubicBezTo>
                    <a:pt x="112" y="24"/>
                    <a:pt x="95" y="70"/>
                    <a:pt x="71" y="87"/>
                  </a:cubicBezTo>
                </a:path>
              </a:pathLst>
            </a:custGeom>
            <a:solidFill>
              <a:srgbClr val="FEDA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9" name="Freeform 185">
              <a:extLst>
                <a:ext uri="{FF2B5EF4-FFF2-40B4-BE49-F238E27FC236}">
                  <a16:creationId xmlns:a16="http://schemas.microsoft.com/office/drawing/2014/main" id="{BE6DBE5B-C988-4626-A426-0FC9F9A2F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85"/>
              <a:ext cx="380" cy="531"/>
            </a:xfrm>
            <a:custGeom>
              <a:avLst/>
              <a:gdLst>
                <a:gd name="T0" fmla="*/ 938 w 152"/>
                <a:gd name="T1" fmla="*/ 3461 h 199"/>
                <a:gd name="T2" fmla="*/ 1050 w 152"/>
                <a:gd name="T3" fmla="*/ 3439 h 199"/>
                <a:gd name="T4" fmla="*/ 1020 w 152"/>
                <a:gd name="T5" fmla="*/ 3290 h 199"/>
                <a:gd name="T6" fmla="*/ 1113 w 152"/>
                <a:gd name="T7" fmla="*/ 3005 h 199"/>
                <a:gd name="T8" fmla="*/ 1188 w 152"/>
                <a:gd name="T9" fmla="*/ 2719 h 199"/>
                <a:gd name="T10" fmla="*/ 1208 w 152"/>
                <a:gd name="T11" fmla="*/ 2436 h 199"/>
                <a:gd name="T12" fmla="*/ 1188 w 152"/>
                <a:gd name="T13" fmla="*/ 2265 h 199"/>
                <a:gd name="T14" fmla="*/ 1220 w 152"/>
                <a:gd name="T15" fmla="*/ 2223 h 199"/>
                <a:gd name="T16" fmla="*/ 1083 w 152"/>
                <a:gd name="T17" fmla="*/ 2207 h 199"/>
                <a:gd name="T18" fmla="*/ 1063 w 152"/>
                <a:gd name="T19" fmla="*/ 2207 h 199"/>
                <a:gd name="T20" fmla="*/ 113 w 152"/>
                <a:gd name="T21" fmla="*/ 3154 h 199"/>
                <a:gd name="T22" fmla="*/ 158 w 152"/>
                <a:gd name="T23" fmla="*/ 3018 h 199"/>
                <a:gd name="T24" fmla="*/ 113 w 152"/>
                <a:gd name="T25" fmla="*/ 2756 h 199"/>
                <a:gd name="T26" fmla="*/ 20 w 152"/>
                <a:gd name="T27" fmla="*/ 2506 h 199"/>
                <a:gd name="T28" fmla="*/ 95 w 152"/>
                <a:gd name="T29" fmla="*/ 2265 h 199"/>
                <a:gd name="T30" fmla="*/ 95 w 152"/>
                <a:gd name="T31" fmla="*/ 1993 h 199"/>
                <a:gd name="T32" fmla="*/ 250 w 152"/>
                <a:gd name="T33" fmla="*/ 1801 h 199"/>
                <a:gd name="T34" fmla="*/ 425 w 152"/>
                <a:gd name="T35" fmla="*/ 1822 h 199"/>
                <a:gd name="T36" fmla="*/ 408 w 152"/>
                <a:gd name="T37" fmla="*/ 1652 h 199"/>
                <a:gd name="T38" fmla="*/ 550 w 152"/>
                <a:gd name="T39" fmla="*/ 1537 h 199"/>
                <a:gd name="T40" fmla="*/ 720 w 152"/>
                <a:gd name="T41" fmla="*/ 1574 h 199"/>
                <a:gd name="T42" fmla="*/ 595 w 152"/>
                <a:gd name="T43" fmla="*/ 1118 h 199"/>
                <a:gd name="T44" fmla="*/ 863 w 152"/>
                <a:gd name="T45" fmla="*/ 1289 h 199"/>
                <a:gd name="T46" fmla="*/ 833 w 152"/>
                <a:gd name="T47" fmla="*/ 1233 h 199"/>
                <a:gd name="T48" fmla="*/ 1050 w 152"/>
                <a:gd name="T49" fmla="*/ 990 h 199"/>
                <a:gd name="T50" fmla="*/ 1208 w 152"/>
                <a:gd name="T51" fmla="*/ 720 h 199"/>
                <a:gd name="T52" fmla="*/ 1363 w 152"/>
                <a:gd name="T53" fmla="*/ 534 h 199"/>
                <a:gd name="T54" fmla="*/ 1533 w 152"/>
                <a:gd name="T55" fmla="*/ 264 h 199"/>
                <a:gd name="T56" fmla="*/ 1770 w 152"/>
                <a:gd name="T57" fmla="*/ 342 h 199"/>
                <a:gd name="T58" fmla="*/ 1675 w 152"/>
                <a:gd name="T59" fmla="*/ 93 h 199"/>
                <a:gd name="T60" fmla="*/ 1925 w 152"/>
                <a:gd name="T61" fmla="*/ 0 h 199"/>
                <a:gd name="T62" fmla="*/ 2375 w 152"/>
                <a:gd name="T63" fmla="*/ 819 h 199"/>
                <a:gd name="T64" fmla="*/ 2220 w 152"/>
                <a:gd name="T65" fmla="*/ 969 h 199"/>
                <a:gd name="T66" fmla="*/ 1988 w 152"/>
                <a:gd name="T67" fmla="*/ 1046 h 199"/>
                <a:gd name="T68" fmla="*/ 1770 w 152"/>
                <a:gd name="T69" fmla="*/ 1289 h 199"/>
                <a:gd name="T70" fmla="*/ 1583 w 152"/>
                <a:gd name="T71" fmla="*/ 1516 h 199"/>
                <a:gd name="T72" fmla="*/ 1313 w 152"/>
                <a:gd name="T73" fmla="*/ 1345 h 199"/>
                <a:gd name="T74" fmla="*/ 1345 w 152"/>
                <a:gd name="T75" fmla="*/ 1729 h 199"/>
                <a:gd name="T76" fmla="*/ 1363 w 152"/>
                <a:gd name="T77" fmla="*/ 1729 h 199"/>
                <a:gd name="T78" fmla="*/ 1563 w 152"/>
                <a:gd name="T79" fmla="*/ 1937 h 199"/>
                <a:gd name="T80" fmla="*/ 1550 w 152"/>
                <a:gd name="T81" fmla="*/ 2207 h 199"/>
                <a:gd name="T82" fmla="*/ 1613 w 152"/>
                <a:gd name="T83" fmla="*/ 2586 h 199"/>
                <a:gd name="T84" fmla="*/ 1583 w 152"/>
                <a:gd name="T85" fmla="*/ 2868 h 199"/>
                <a:gd name="T86" fmla="*/ 1500 w 152"/>
                <a:gd name="T87" fmla="*/ 3119 h 199"/>
                <a:gd name="T88" fmla="*/ 1375 w 152"/>
                <a:gd name="T89" fmla="*/ 3381 h 199"/>
                <a:gd name="T90" fmla="*/ 1300 w 152"/>
                <a:gd name="T91" fmla="*/ 3589 h 199"/>
                <a:gd name="T92" fmla="*/ 1238 w 152"/>
                <a:gd name="T93" fmla="*/ 3725 h 199"/>
                <a:gd name="T94" fmla="*/ 1125 w 152"/>
                <a:gd name="T95" fmla="*/ 3781 h 199"/>
                <a:gd name="T96" fmla="*/ 845 w 152"/>
                <a:gd name="T97" fmla="*/ 3645 h 199"/>
                <a:gd name="T98" fmla="*/ 938 w 152"/>
                <a:gd name="T99" fmla="*/ 3461 h 19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52" h="199">
                  <a:moveTo>
                    <a:pt x="60" y="182"/>
                  </a:moveTo>
                  <a:cubicBezTo>
                    <a:pt x="62" y="182"/>
                    <a:pt x="65" y="181"/>
                    <a:pt x="67" y="181"/>
                  </a:cubicBezTo>
                  <a:cubicBezTo>
                    <a:pt x="66" y="179"/>
                    <a:pt x="66" y="175"/>
                    <a:pt x="65" y="173"/>
                  </a:cubicBezTo>
                  <a:cubicBezTo>
                    <a:pt x="73" y="172"/>
                    <a:pt x="77" y="165"/>
                    <a:pt x="71" y="158"/>
                  </a:cubicBezTo>
                  <a:cubicBezTo>
                    <a:pt x="76" y="156"/>
                    <a:pt x="85" y="147"/>
                    <a:pt x="76" y="143"/>
                  </a:cubicBezTo>
                  <a:cubicBezTo>
                    <a:pt x="78" y="139"/>
                    <a:pt x="82" y="130"/>
                    <a:pt x="77" y="128"/>
                  </a:cubicBezTo>
                  <a:cubicBezTo>
                    <a:pt x="78" y="124"/>
                    <a:pt x="78" y="121"/>
                    <a:pt x="76" y="119"/>
                  </a:cubicBezTo>
                  <a:cubicBezTo>
                    <a:pt x="78" y="117"/>
                    <a:pt x="78" y="117"/>
                    <a:pt x="78" y="117"/>
                  </a:cubicBezTo>
                  <a:cubicBezTo>
                    <a:pt x="75" y="116"/>
                    <a:pt x="72" y="116"/>
                    <a:pt x="69" y="116"/>
                  </a:cubicBezTo>
                  <a:cubicBezTo>
                    <a:pt x="69" y="115"/>
                    <a:pt x="67" y="115"/>
                    <a:pt x="68" y="116"/>
                  </a:cubicBezTo>
                  <a:cubicBezTo>
                    <a:pt x="49" y="118"/>
                    <a:pt x="27" y="149"/>
                    <a:pt x="7" y="166"/>
                  </a:cubicBezTo>
                  <a:cubicBezTo>
                    <a:pt x="8" y="163"/>
                    <a:pt x="9" y="161"/>
                    <a:pt x="10" y="159"/>
                  </a:cubicBezTo>
                  <a:cubicBezTo>
                    <a:pt x="8" y="155"/>
                    <a:pt x="9" y="150"/>
                    <a:pt x="7" y="145"/>
                  </a:cubicBezTo>
                  <a:cubicBezTo>
                    <a:pt x="6" y="141"/>
                    <a:pt x="1" y="136"/>
                    <a:pt x="1" y="132"/>
                  </a:cubicBezTo>
                  <a:cubicBezTo>
                    <a:pt x="0" y="126"/>
                    <a:pt x="5" y="123"/>
                    <a:pt x="6" y="119"/>
                  </a:cubicBezTo>
                  <a:cubicBezTo>
                    <a:pt x="7" y="114"/>
                    <a:pt x="6" y="110"/>
                    <a:pt x="6" y="105"/>
                  </a:cubicBezTo>
                  <a:cubicBezTo>
                    <a:pt x="17" y="110"/>
                    <a:pt x="17" y="103"/>
                    <a:pt x="16" y="95"/>
                  </a:cubicBezTo>
                  <a:cubicBezTo>
                    <a:pt x="20" y="96"/>
                    <a:pt x="24" y="97"/>
                    <a:pt x="27" y="96"/>
                  </a:cubicBezTo>
                  <a:cubicBezTo>
                    <a:pt x="27" y="94"/>
                    <a:pt x="28" y="90"/>
                    <a:pt x="26" y="87"/>
                  </a:cubicBezTo>
                  <a:cubicBezTo>
                    <a:pt x="32" y="90"/>
                    <a:pt x="40" y="89"/>
                    <a:pt x="35" y="81"/>
                  </a:cubicBezTo>
                  <a:cubicBezTo>
                    <a:pt x="39" y="83"/>
                    <a:pt x="42" y="84"/>
                    <a:pt x="46" y="83"/>
                  </a:cubicBezTo>
                  <a:cubicBezTo>
                    <a:pt x="48" y="75"/>
                    <a:pt x="42" y="66"/>
                    <a:pt x="38" y="59"/>
                  </a:cubicBezTo>
                  <a:cubicBezTo>
                    <a:pt x="45" y="61"/>
                    <a:pt x="49" y="66"/>
                    <a:pt x="55" y="68"/>
                  </a:cubicBezTo>
                  <a:cubicBezTo>
                    <a:pt x="54" y="67"/>
                    <a:pt x="54" y="65"/>
                    <a:pt x="53" y="65"/>
                  </a:cubicBezTo>
                  <a:cubicBezTo>
                    <a:pt x="69" y="70"/>
                    <a:pt x="76" y="65"/>
                    <a:pt x="67" y="52"/>
                  </a:cubicBezTo>
                  <a:cubicBezTo>
                    <a:pt x="77" y="47"/>
                    <a:pt x="86" y="55"/>
                    <a:pt x="77" y="38"/>
                  </a:cubicBezTo>
                  <a:cubicBezTo>
                    <a:pt x="88" y="43"/>
                    <a:pt x="98" y="38"/>
                    <a:pt x="87" y="28"/>
                  </a:cubicBezTo>
                  <a:cubicBezTo>
                    <a:pt x="101" y="36"/>
                    <a:pt x="100" y="23"/>
                    <a:pt x="98" y="14"/>
                  </a:cubicBezTo>
                  <a:cubicBezTo>
                    <a:pt x="103" y="14"/>
                    <a:pt x="108" y="17"/>
                    <a:pt x="113" y="18"/>
                  </a:cubicBezTo>
                  <a:cubicBezTo>
                    <a:pt x="115" y="13"/>
                    <a:pt x="109" y="10"/>
                    <a:pt x="107" y="5"/>
                  </a:cubicBezTo>
                  <a:cubicBezTo>
                    <a:pt x="114" y="7"/>
                    <a:pt x="124" y="7"/>
                    <a:pt x="123" y="0"/>
                  </a:cubicBezTo>
                  <a:cubicBezTo>
                    <a:pt x="135" y="11"/>
                    <a:pt x="145" y="25"/>
                    <a:pt x="152" y="43"/>
                  </a:cubicBezTo>
                  <a:cubicBezTo>
                    <a:pt x="148" y="44"/>
                    <a:pt x="144" y="46"/>
                    <a:pt x="142" y="51"/>
                  </a:cubicBezTo>
                  <a:cubicBezTo>
                    <a:pt x="135" y="46"/>
                    <a:pt x="126" y="43"/>
                    <a:pt x="127" y="55"/>
                  </a:cubicBezTo>
                  <a:cubicBezTo>
                    <a:pt x="116" y="48"/>
                    <a:pt x="111" y="53"/>
                    <a:pt x="113" y="68"/>
                  </a:cubicBezTo>
                  <a:cubicBezTo>
                    <a:pt x="101" y="61"/>
                    <a:pt x="101" y="72"/>
                    <a:pt x="101" y="80"/>
                  </a:cubicBezTo>
                  <a:cubicBezTo>
                    <a:pt x="95" y="78"/>
                    <a:pt x="90" y="73"/>
                    <a:pt x="84" y="71"/>
                  </a:cubicBezTo>
                  <a:cubicBezTo>
                    <a:pt x="81" y="78"/>
                    <a:pt x="83" y="85"/>
                    <a:pt x="86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90" y="96"/>
                    <a:pt x="96" y="98"/>
                    <a:pt x="100" y="102"/>
                  </a:cubicBezTo>
                  <a:cubicBezTo>
                    <a:pt x="89" y="105"/>
                    <a:pt x="93" y="111"/>
                    <a:pt x="99" y="116"/>
                  </a:cubicBezTo>
                  <a:cubicBezTo>
                    <a:pt x="89" y="124"/>
                    <a:pt x="97" y="130"/>
                    <a:pt x="103" y="136"/>
                  </a:cubicBezTo>
                  <a:cubicBezTo>
                    <a:pt x="91" y="136"/>
                    <a:pt x="99" y="146"/>
                    <a:pt x="101" y="151"/>
                  </a:cubicBezTo>
                  <a:cubicBezTo>
                    <a:pt x="92" y="148"/>
                    <a:pt x="88" y="159"/>
                    <a:pt x="96" y="164"/>
                  </a:cubicBezTo>
                  <a:cubicBezTo>
                    <a:pt x="84" y="159"/>
                    <a:pt x="84" y="171"/>
                    <a:pt x="88" y="178"/>
                  </a:cubicBezTo>
                  <a:cubicBezTo>
                    <a:pt x="79" y="171"/>
                    <a:pt x="80" y="184"/>
                    <a:pt x="83" y="189"/>
                  </a:cubicBezTo>
                  <a:cubicBezTo>
                    <a:pt x="78" y="188"/>
                    <a:pt x="77" y="192"/>
                    <a:pt x="79" y="196"/>
                  </a:cubicBezTo>
                  <a:cubicBezTo>
                    <a:pt x="75" y="193"/>
                    <a:pt x="73" y="195"/>
                    <a:pt x="72" y="199"/>
                  </a:cubicBezTo>
                  <a:cubicBezTo>
                    <a:pt x="67" y="196"/>
                    <a:pt x="60" y="194"/>
                    <a:pt x="54" y="192"/>
                  </a:cubicBezTo>
                  <a:cubicBezTo>
                    <a:pt x="58" y="190"/>
                    <a:pt x="61" y="187"/>
                    <a:pt x="60" y="182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0" name="Freeform 186">
              <a:extLst>
                <a:ext uri="{FF2B5EF4-FFF2-40B4-BE49-F238E27FC236}">
                  <a16:creationId xmlns:a16="http://schemas.microsoft.com/office/drawing/2014/main" id="{9FD83E6C-8301-4891-8D5C-3E8F5248A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25"/>
              <a:ext cx="27" cy="179"/>
            </a:xfrm>
            <a:custGeom>
              <a:avLst/>
              <a:gdLst>
                <a:gd name="T0" fmla="*/ 91 w 11"/>
                <a:gd name="T1" fmla="*/ 1242 h 67"/>
                <a:gd name="T2" fmla="*/ 61 w 11"/>
                <a:gd name="T3" fmla="*/ 492 h 67"/>
                <a:gd name="T4" fmla="*/ 29 w 11"/>
                <a:gd name="T5" fmla="*/ 150 h 67"/>
                <a:gd name="T6" fmla="*/ 150 w 11"/>
                <a:gd name="T7" fmla="*/ 150 h 67"/>
                <a:gd name="T8" fmla="*/ 120 w 11"/>
                <a:gd name="T9" fmla="*/ 422 h 67"/>
                <a:gd name="T10" fmla="*/ 150 w 11"/>
                <a:gd name="T11" fmla="*/ 743 h 67"/>
                <a:gd name="T12" fmla="*/ 133 w 11"/>
                <a:gd name="T13" fmla="*/ 1277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67">
                  <a:moveTo>
                    <a:pt x="6" y="65"/>
                  </a:moveTo>
                  <a:cubicBezTo>
                    <a:pt x="7" y="55"/>
                    <a:pt x="6" y="35"/>
                    <a:pt x="4" y="26"/>
                  </a:cubicBezTo>
                  <a:cubicBezTo>
                    <a:pt x="2" y="20"/>
                    <a:pt x="0" y="13"/>
                    <a:pt x="2" y="8"/>
                  </a:cubicBezTo>
                  <a:cubicBezTo>
                    <a:pt x="4" y="3"/>
                    <a:pt x="9" y="0"/>
                    <a:pt x="10" y="8"/>
                  </a:cubicBezTo>
                  <a:cubicBezTo>
                    <a:pt x="11" y="12"/>
                    <a:pt x="8" y="17"/>
                    <a:pt x="8" y="22"/>
                  </a:cubicBezTo>
                  <a:cubicBezTo>
                    <a:pt x="8" y="28"/>
                    <a:pt x="10" y="33"/>
                    <a:pt x="10" y="39"/>
                  </a:cubicBezTo>
                  <a:cubicBezTo>
                    <a:pt x="9" y="48"/>
                    <a:pt x="8" y="56"/>
                    <a:pt x="9" y="67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81" name="Freeform 187">
              <a:extLst>
                <a:ext uri="{FF2B5EF4-FFF2-40B4-BE49-F238E27FC236}">
                  <a16:creationId xmlns:a16="http://schemas.microsoft.com/office/drawing/2014/main" id="{A4CE40D1-E302-4CC4-A10E-26175C625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25"/>
              <a:ext cx="27" cy="179"/>
            </a:xfrm>
            <a:custGeom>
              <a:avLst/>
              <a:gdLst>
                <a:gd name="T0" fmla="*/ 91 w 11"/>
                <a:gd name="T1" fmla="*/ 1242 h 67"/>
                <a:gd name="T2" fmla="*/ 61 w 11"/>
                <a:gd name="T3" fmla="*/ 492 h 67"/>
                <a:gd name="T4" fmla="*/ 29 w 11"/>
                <a:gd name="T5" fmla="*/ 150 h 67"/>
                <a:gd name="T6" fmla="*/ 150 w 11"/>
                <a:gd name="T7" fmla="*/ 150 h 67"/>
                <a:gd name="T8" fmla="*/ 120 w 11"/>
                <a:gd name="T9" fmla="*/ 422 h 67"/>
                <a:gd name="T10" fmla="*/ 150 w 11"/>
                <a:gd name="T11" fmla="*/ 743 h 67"/>
                <a:gd name="T12" fmla="*/ 133 w 11"/>
                <a:gd name="T13" fmla="*/ 1277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67">
                  <a:moveTo>
                    <a:pt x="6" y="65"/>
                  </a:moveTo>
                  <a:cubicBezTo>
                    <a:pt x="7" y="55"/>
                    <a:pt x="6" y="35"/>
                    <a:pt x="4" y="26"/>
                  </a:cubicBezTo>
                  <a:cubicBezTo>
                    <a:pt x="2" y="20"/>
                    <a:pt x="0" y="13"/>
                    <a:pt x="2" y="8"/>
                  </a:cubicBezTo>
                  <a:cubicBezTo>
                    <a:pt x="4" y="3"/>
                    <a:pt x="9" y="0"/>
                    <a:pt x="10" y="8"/>
                  </a:cubicBezTo>
                  <a:cubicBezTo>
                    <a:pt x="11" y="12"/>
                    <a:pt x="8" y="17"/>
                    <a:pt x="8" y="22"/>
                  </a:cubicBezTo>
                  <a:cubicBezTo>
                    <a:pt x="8" y="28"/>
                    <a:pt x="10" y="33"/>
                    <a:pt x="10" y="39"/>
                  </a:cubicBezTo>
                  <a:cubicBezTo>
                    <a:pt x="9" y="48"/>
                    <a:pt x="8" y="56"/>
                    <a:pt x="9" y="6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2" name="Freeform 188">
              <a:extLst>
                <a:ext uri="{FF2B5EF4-FFF2-40B4-BE49-F238E27FC236}">
                  <a16:creationId xmlns:a16="http://schemas.microsoft.com/office/drawing/2014/main" id="{5DC07D7D-92F1-472A-B2B6-BE6A4557C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447"/>
              <a:ext cx="807" cy="181"/>
            </a:xfrm>
            <a:custGeom>
              <a:avLst/>
              <a:gdLst>
                <a:gd name="T0" fmla="*/ 2508 w 323"/>
                <a:gd name="T1" fmla="*/ 453 h 68"/>
                <a:gd name="T2" fmla="*/ 4525 w 323"/>
                <a:gd name="T3" fmla="*/ 1057 h 68"/>
                <a:gd name="T4" fmla="*/ 4745 w 323"/>
                <a:gd name="T5" fmla="*/ 1283 h 68"/>
                <a:gd name="T6" fmla="*/ 4869 w 323"/>
                <a:gd name="T7" fmla="*/ 1246 h 68"/>
                <a:gd name="T8" fmla="*/ 4757 w 323"/>
                <a:gd name="T9" fmla="*/ 998 h 68"/>
                <a:gd name="T10" fmla="*/ 4962 w 323"/>
                <a:gd name="T11" fmla="*/ 1078 h 68"/>
                <a:gd name="T12" fmla="*/ 4837 w 323"/>
                <a:gd name="T13" fmla="*/ 908 h 68"/>
                <a:gd name="T14" fmla="*/ 5037 w 323"/>
                <a:gd name="T15" fmla="*/ 977 h 68"/>
                <a:gd name="T16" fmla="*/ 4775 w 323"/>
                <a:gd name="T17" fmla="*/ 737 h 68"/>
                <a:gd name="T18" fmla="*/ 2508 w 323"/>
                <a:gd name="T19" fmla="*/ 0 h 68"/>
                <a:gd name="T20" fmla="*/ 2508 w 323"/>
                <a:gd name="T21" fmla="*/ 0 h 68"/>
                <a:gd name="T22" fmla="*/ 262 w 323"/>
                <a:gd name="T23" fmla="*/ 737 h 68"/>
                <a:gd name="T24" fmla="*/ 0 w 323"/>
                <a:gd name="T25" fmla="*/ 977 h 68"/>
                <a:gd name="T26" fmla="*/ 200 w 323"/>
                <a:gd name="T27" fmla="*/ 908 h 68"/>
                <a:gd name="T28" fmla="*/ 75 w 323"/>
                <a:gd name="T29" fmla="*/ 1078 h 68"/>
                <a:gd name="T30" fmla="*/ 280 w 323"/>
                <a:gd name="T31" fmla="*/ 998 h 68"/>
                <a:gd name="T32" fmla="*/ 155 w 323"/>
                <a:gd name="T33" fmla="*/ 1246 h 68"/>
                <a:gd name="T34" fmla="*/ 292 w 323"/>
                <a:gd name="T35" fmla="*/ 1283 h 68"/>
                <a:gd name="T36" fmla="*/ 512 w 323"/>
                <a:gd name="T37" fmla="*/ 1057 h 68"/>
                <a:gd name="T38" fmla="*/ 2508 w 323"/>
                <a:gd name="T39" fmla="*/ 453 h 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23" h="68">
                  <a:moveTo>
                    <a:pt x="161" y="24"/>
                  </a:moveTo>
                  <a:cubicBezTo>
                    <a:pt x="211" y="24"/>
                    <a:pt x="263" y="39"/>
                    <a:pt x="290" y="56"/>
                  </a:cubicBezTo>
                  <a:cubicBezTo>
                    <a:pt x="293" y="59"/>
                    <a:pt x="302" y="66"/>
                    <a:pt x="304" y="68"/>
                  </a:cubicBezTo>
                  <a:cubicBezTo>
                    <a:pt x="299" y="53"/>
                    <a:pt x="312" y="66"/>
                    <a:pt x="312" y="66"/>
                  </a:cubicBezTo>
                  <a:cubicBezTo>
                    <a:pt x="305" y="53"/>
                    <a:pt x="305" y="53"/>
                    <a:pt x="305" y="53"/>
                  </a:cubicBezTo>
                  <a:cubicBezTo>
                    <a:pt x="305" y="53"/>
                    <a:pt x="315" y="55"/>
                    <a:pt x="318" y="57"/>
                  </a:cubicBezTo>
                  <a:cubicBezTo>
                    <a:pt x="316" y="54"/>
                    <a:pt x="313" y="51"/>
                    <a:pt x="310" y="48"/>
                  </a:cubicBezTo>
                  <a:cubicBezTo>
                    <a:pt x="313" y="50"/>
                    <a:pt x="319" y="49"/>
                    <a:pt x="323" y="52"/>
                  </a:cubicBezTo>
                  <a:cubicBezTo>
                    <a:pt x="319" y="48"/>
                    <a:pt x="311" y="42"/>
                    <a:pt x="306" y="39"/>
                  </a:cubicBezTo>
                  <a:cubicBezTo>
                    <a:pt x="285" y="23"/>
                    <a:pt x="208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15" y="0"/>
                    <a:pt x="38" y="23"/>
                    <a:pt x="17" y="39"/>
                  </a:cubicBezTo>
                  <a:cubicBezTo>
                    <a:pt x="12" y="42"/>
                    <a:pt x="4" y="48"/>
                    <a:pt x="0" y="52"/>
                  </a:cubicBezTo>
                  <a:cubicBezTo>
                    <a:pt x="4" y="49"/>
                    <a:pt x="10" y="50"/>
                    <a:pt x="13" y="48"/>
                  </a:cubicBezTo>
                  <a:cubicBezTo>
                    <a:pt x="10" y="51"/>
                    <a:pt x="7" y="54"/>
                    <a:pt x="5" y="57"/>
                  </a:cubicBezTo>
                  <a:cubicBezTo>
                    <a:pt x="7" y="55"/>
                    <a:pt x="18" y="53"/>
                    <a:pt x="18" y="53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0" y="66"/>
                    <a:pt x="24" y="53"/>
                    <a:pt x="19" y="68"/>
                  </a:cubicBezTo>
                  <a:cubicBezTo>
                    <a:pt x="20" y="66"/>
                    <a:pt x="30" y="59"/>
                    <a:pt x="33" y="56"/>
                  </a:cubicBezTo>
                  <a:cubicBezTo>
                    <a:pt x="59" y="39"/>
                    <a:pt x="112" y="24"/>
                    <a:pt x="161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3" name="Freeform 189">
              <a:extLst>
                <a:ext uri="{FF2B5EF4-FFF2-40B4-BE49-F238E27FC236}">
                  <a16:creationId xmlns:a16="http://schemas.microsoft.com/office/drawing/2014/main" id="{96420C21-A42F-40F6-818E-FA9868741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727"/>
              <a:ext cx="257" cy="58"/>
            </a:xfrm>
            <a:custGeom>
              <a:avLst/>
              <a:gdLst>
                <a:gd name="T0" fmla="*/ 821 w 103"/>
                <a:gd name="T1" fmla="*/ 55 h 22"/>
                <a:gd name="T2" fmla="*/ 1432 w 103"/>
                <a:gd name="T3" fmla="*/ 0 h 22"/>
                <a:gd name="T4" fmla="*/ 1599 w 103"/>
                <a:gd name="T5" fmla="*/ 200 h 22"/>
                <a:gd name="T6" fmla="*/ 1599 w 103"/>
                <a:gd name="T7" fmla="*/ 200 h 22"/>
                <a:gd name="T8" fmla="*/ 1432 w 103"/>
                <a:gd name="T9" fmla="*/ 403 h 22"/>
                <a:gd name="T10" fmla="*/ 821 w 103"/>
                <a:gd name="T11" fmla="*/ 369 h 22"/>
                <a:gd name="T12" fmla="*/ 759 w 103"/>
                <a:gd name="T13" fmla="*/ 369 h 22"/>
                <a:gd name="T14" fmla="*/ 167 w 103"/>
                <a:gd name="T15" fmla="*/ 403 h 22"/>
                <a:gd name="T16" fmla="*/ 0 w 103"/>
                <a:gd name="T17" fmla="*/ 200 h 22"/>
                <a:gd name="T18" fmla="*/ 0 w 103"/>
                <a:gd name="T19" fmla="*/ 200 h 22"/>
                <a:gd name="T20" fmla="*/ 167 w 103"/>
                <a:gd name="T21" fmla="*/ 0 h 22"/>
                <a:gd name="T22" fmla="*/ 759 w 103"/>
                <a:gd name="T23" fmla="*/ 55 h 22"/>
                <a:gd name="T24" fmla="*/ 821 w 103"/>
                <a:gd name="T25" fmla="*/ 5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22">
                  <a:moveTo>
                    <a:pt x="53" y="3"/>
                  </a:moveTo>
                  <a:cubicBezTo>
                    <a:pt x="81" y="3"/>
                    <a:pt x="92" y="0"/>
                    <a:pt x="92" y="0"/>
                  </a:cubicBezTo>
                  <a:cubicBezTo>
                    <a:pt x="98" y="0"/>
                    <a:pt x="103" y="5"/>
                    <a:pt x="103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3" y="17"/>
                    <a:pt x="98" y="22"/>
                    <a:pt x="92" y="22"/>
                  </a:cubicBezTo>
                  <a:cubicBezTo>
                    <a:pt x="92" y="22"/>
                    <a:pt x="71" y="20"/>
                    <a:pt x="53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32" y="20"/>
                    <a:pt x="11" y="22"/>
                    <a:pt x="11" y="22"/>
                  </a:cubicBezTo>
                  <a:cubicBezTo>
                    <a:pt x="5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1" y="0"/>
                    <a:pt x="22" y="3"/>
                    <a:pt x="49" y="3"/>
                  </a:cubicBezTo>
                  <a:lnTo>
                    <a:pt x="53" y="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4" name="Freeform 190">
              <a:extLst>
                <a:ext uri="{FF2B5EF4-FFF2-40B4-BE49-F238E27FC236}">
                  <a16:creationId xmlns:a16="http://schemas.microsoft.com/office/drawing/2014/main" id="{6884AB45-A40E-44FA-89D7-4D1DC36A4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756"/>
              <a:ext cx="43" cy="83"/>
            </a:xfrm>
            <a:custGeom>
              <a:avLst/>
              <a:gdLst>
                <a:gd name="T0" fmla="*/ 0 w 17"/>
                <a:gd name="T1" fmla="*/ 594 h 31"/>
                <a:gd name="T2" fmla="*/ 276 w 17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31"/>
                  </a:moveTo>
                  <a:cubicBezTo>
                    <a:pt x="5" y="20"/>
                    <a:pt x="17" y="8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5" name="Freeform 191">
              <a:extLst>
                <a:ext uri="{FF2B5EF4-FFF2-40B4-BE49-F238E27FC236}">
                  <a16:creationId xmlns:a16="http://schemas.microsoft.com/office/drawing/2014/main" id="{D950115F-F426-4835-90A1-8110D2EC7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807"/>
              <a:ext cx="233" cy="50"/>
            </a:xfrm>
            <a:custGeom>
              <a:avLst/>
              <a:gdLst>
                <a:gd name="T0" fmla="*/ 1463 w 93"/>
                <a:gd name="T1" fmla="*/ 347 h 19"/>
                <a:gd name="T2" fmla="*/ 754 w 93"/>
                <a:gd name="T3" fmla="*/ 0 h 19"/>
                <a:gd name="T4" fmla="*/ 691 w 93"/>
                <a:gd name="T5" fmla="*/ 0 h 19"/>
                <a:gd name="T6" fmla="*/ 0 w 93"/>
                <a:gd name="T7" fmla="*/ 34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9">
                  <a:moveTo>
                    <a:pt x="93" y="19"/>
                  </a:moveTo>
                  <a:cubicBezTo>
                    <a:pt x="84" y="7"/>
                    <a:pt x="72" y="0"/>
                    <a:pt x="48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21" y="0"/>
                    <a:pt x="9" y="7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6" name="Freeform 192">
              <a:extLst>
                <a:ext uri="{FF2B5EF4-FFF2-40B4-BE49-F238E27FC236}">
                  <a16:creationId xmlns:a16="http://schemas.microsoft.com/office/drawing/2014/main" id="{F6BE350C-F19E-4EE2-95E0-19F0333F0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756"/>
              <a:ext cx="43" cy="83"/>
            </a:xfrm>
            <a:custGeom>
              <a:avLst/>
              <a:gdLst>
                <a:gd name="T0" fmla="*/ 0 w 17"/>
                <a:gd name="T1" fmla="*/ 0 h 31"/>
                <a:gd name="T2" fmla="*/ 276 w 17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0" y="8"/>
                    <a:pt x="12" y="20"/>
                    <a:pt x="17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7" name="Freeform 193">
              <a:extLst>
                <a:ext uri="{FF2B5EF4-FFF2-40B4-BE49-F238E27FC236}">
                  <a16:creationId xmlns:a16="http://schemas.microsoft.com/office/drawing/2014/main" id="{F6100730-0487-4A1E-9BFF-A20BA7E5F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591"/>
              <a:ext cx="40" cy="141"/>
            </a:xfrm>
            <a:custGeom>
              <a:avLst/>
              <a:gdLst>
                <a:gd name="T0" fmla="*/ 63 w 16"/>
                <a:gd name="T1" fmla="*/ 0 h 53"/>
                <a:gd name="T2" fmla="*/ 250 w 16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3">
                  <a:moveTo>
                    <a:pt x="4" y="0"/>
                  </a:moveTo>
                  <a:cubicBezTo>
                    <a:pt x="5" y="19"/>
                    <a:pt x="0" y="50"/>
                    <a:pt x="16" y="5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8" name="Freeform 194">
              <a:extLst>
                <a:ext uri="{FF2B5EF4-FFF2-40B4-BE49-F238E27FC236}">
                  <a16:creationId xmlns:a16="http://schemas.microsoft.com/office/drawing/2014/main" id="{AE845D1F-1662-4723-9AC1-94958BA93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972"/>
              <a:ext cx="38" cy="53"/>
            </a:xfrm>
            <a:custGeom>
              <a:avLst/>
              <a:gdLst>
                <a:gd name="T0" fmla="*/ 0 w 15"/>
                <a:gd name="T1" fmla="*/ 0 h 20"/>
                <a:gd name="T2" fmla="*/ 117 w 15"/>
                <a:gd name="T3" fmla="*/ 371 h 20"/>
                <a:gd name="T4" fmla="*/ 243 w 15"/>
                <a:gd name="T5" fmla="*/ 0 h 20"/>
                <a:gd name="T6" fmla="*/ 0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0" y="0"/>
                  </a:moveTo>
                  <a:cubicBezTo>
                    <a:pt x="5" y="6"/>
                    <a:pt x="8" y="12"/>
                    <a:pt x="7" y="20"/>
                  </a:cubicBezTo>
                  <a:cubicBezTo>
                    <a:pt x="10" y="10"/>
                    <a:pt x="13" y="2"/>
                    <a:pt x="15" y="0"/>
                  </a:cubicBezTo>
                  <a:cubicBezTo>
                    <a:pt x="11" y="2"/>
                    <a:pt x="2" y="3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9" name="Freeform 195">
              <a:extLst>
                <a:ext uri="{FF2B5EF4-FFF2-40B4-BE49-F238E27FC236}">
                  <a16:creationId xmlns:a16="http://schemas.microsoft.com/office/drawing/2014/main" id="{0716A38C-9BE7-4A7B-8900-C2585C427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569"/>
              <a:ext cx="857" cy="438"/>
            </a:xfrm>
            <a:custGeom>
              <a:avLst/>
              <a:gdLst>
                <a:gd name="T0" fmla="*/ 3995 w 343"/>
                <a:gd name="T1" fmla="*/ 2190 h 164"/>
                <a:gd name="T2" fmla="*/ 4525 w 343"/>
                <a:gd name="T3" fmla="*/ 1298 h 164"/>
                <a:gd name="T4" fmla="*/ 5349 w 343"/>
                <a:gd name="T5" fmla="*/ 1199 h 164"/>
                <a:gd name="T6" fmla="*/ 4962 w 343"/>
                <a:gd name="T7" fmla="*/ 1106 h 164"/>
                <a:gd name="T8" fmla="*/ 4103 w 343"/>
                <a:gd name="T9" fmla="*/ 1028 h 164"/>
                <a:gd name="T10" fmla="*/ 3478 w 343"/>
                <a:gd name="T11" fmla="*/ 900 h 164"/>
                <a:gd name="T12" fmla="*/ 2666 w 343"/>
                <a:gd name="T13" fmla="*/ 0 h 164"/>
                <a:gd name="T14" fmla="*/ 2666 w 343"/>
                <a:gd name="T15" fmla="*/ 0 h 164"/>
                <a:gd name="T16" fmla="*/ 1874 w 343"/>
                <a:gd name="T17" fmla="*/ 900 h 164"/>
                <a:gd name="T18" fmla="*/ 1249 w 343"/>
                <a:gd name="T19" fmla="*/ 1028 h 164"/>
                <a:gd name="T20" fmla="*/ 387 w 343"/>
                <a:gd name="T21" fmla="*/ 1106 h 164"/>
                <a:gd name="T22" fmla="*/ 0 w 343"/>
                <a:gd name="T23" fmla="*/ 1199 h 164"/>
                <a:gd name="T24" fmla="*/ 825 w 343"/>
                <a:gd name="T25" fmla="*/ 1298 h 164"/>
                <a:gd name="T26" fmla="*/ 1354 w 343"/>
                <a:gd name="T27" fmla="*/ 2190 h 164"/>
                <a:gd name="T28" fmla="*/ 1354 w 343"/>
                <a:gd name="T29" fmla="*/ 2588 h 164"/>
                <a:gd name="T30" fmla="*/ 2571 w 343"/>
                <a:gd name="T31" fmla="*/ 2575 h 164"/>
                <a:gd name="T32" fmla="*/ 2696 w 343"/>
                <a:gd name="T33" fmla="*/ 2382 h 164"/>
                <a:gd name="T34" fmla="*/ 2778 w 343"/>
                <a:gd name="T35" fmla="*/ 2575 h 164"/>
                <a:gd name="T36" fmla="*/ 3995 w 343"/>
                <a:gd name="T37" fmla="*/ 2588 h 164"/>
                <a:gd name="T38" fmla="*/ 3995 w 343"/>
                <a:gd name="T39" fmla="*/ 2190 h 1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3" h="164">
                  <a:moveTo>
                    <a:pt x="256" y="115"/>
                  </a:moveTo>
                  <a:cubicBezTo>
                    <a:pt x="257" y="102"/>
                    <a:pt x="271" y="64"/>
                    <a:pt x="290" y="68"/>
                  </a:cubicBezTo>
                  <a:cubicBezTo>
                    <a:pt x="309" y="72"/>
                    <a:pt x="343" y="76"/>
                    <a:pt x="343" y="63"/>
                  </a:cubicBezTo>
                  <a:cubicBezTo>
                    <a:pt x="343" y="50"/>
                    <a:pt x="334" y="60"/>
                    <a:pt x="318" y="58"/>
                  </a:cubicBezTo>
                  <a:cubicBezTo>
                    <a:pt x="302" y="56"/>
                    <a:pt x="287" y="55"/>
                    <a:pt x="263" y="54"/>
                  </a:cubicBezTo>
                  <a:cubicBezTo>
                    <a:pt x="239" y="53"/>
                    <a:pt x="242" y="49"/>
                    <a:pt x="223" y="47"/>
                  </a:cubicBezTo>
                  <a:cubicBezTo>
                    <a:pt x="204" y="45"/>
                    <a:pt x="171" y="34"/>
                    <a:pt x="171" y="0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71" y="34"/>
                    <a:pt x="139" y="45"/>
                    <a:pt x="120" y="47"/>
                  </a:cubicBezTo>
                  <a:cubicBezTo>
                    <a:pt x="101" y="49"/>
                    <a:pt x="104" y="53"/>
                    <a:pt x="80" y="54"/>
                  </a:cubicBezTo>
                  <a:cubicBezTo>
                    <a:pt x="56" y="55"/>
                    <a:pt x="41" y="56"/>
                    <a:pt x="25" y="58"/>
                  </a:cubicBezTo>
                  <a:cubicBezTo>
                    <a:pt x="9" y="60"/>
                    <a:pt x="0" y="50"/>
                    <a:pt x="0" y="63"/>
                  </a:cubicBezTo>
                  <a:cubicBezTo>
                    <a:pt x="0" y="76"/>
                    <a:pt x="34" y="72"/>
                    <a:pt x="53" y="68"/>
                  </a:cubicBezTo>
                  <a:cubicBezTo>
                    <a:pt x="72" y="64"/>
                    <a:pt x="86" y="102"/>
                    <a:pt x="87" y="115"/>
                  </a:cubicBezTo>
                  <a:cubicBezTo>
                    <a:pt x="88" y="122"/>
                    <a:pt x="88" y="130"/>
                    <a:pt x="87" y="136"/>
                  </a:cubicBezTo>
                  <a:cubicBezTo>
                    <a:pt x="107" y="146"/>
                    <a:pt x="147" y="148"/>
                    <a:pt x="165" y="135"/>
                  </a:cubicBezTo>
                  <a:cubicBezTo>
                    <a:pt x="170" y="129"/>
                    <a:pt x="173" y="125"/>
                    <a:pt x="173" y="125"/>
                  </a:cubicBezTo>
                  <a:cubicBezTo>
                    <a:pt x="174" y="131"/>
                    <a:pt x="172" y="130"/>
                    <a:pt x="178" y="135"/>
                  </a:cubicBezTo>
                  <a:cubicBezTo>
                    <a:pt x="187" y="146"/>
                    <a:pt x="244" y="164"/>
                    <a:pt x="256" y="136"/>
                  </a:cubicBezTo>
                  <a:cubicBezTo>
                    <a:pt x="255" y="130"/>
                    <a:pt x="255" y="122"/>
                    <a:pt x="256" y="1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0" name="Freeform 196">
              <a:extLst>
                <a:ext uri="{FF2B5EF4-FFF2-40B4-BE49-F238E27FC236}">
                  <a16:creationId xmlns:a16="http://schemas.microsoft.com/office/drawing/2014/main" id="{329C2CCD-71D4-4EAD-93A0-4B4293A32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807"/>
              <a:ext cx="12" cy="101"/>
            </a:xfrm>
            <a:custGeom>
              <a:avLst/>
              <a:gdLst>
                <a:gd name="T0" fmla="*/ 12 w 5"/>
                <a:gd name="T1" fmla="*/ 0 h 38"/>
                <a:gd name="T2" fmla="*/ 0 w 5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8">
                  <a:moveTo>
                    <a:pt x="1" y="0"/>
                  </a:moveTo>
                  <a:cubicBezTo>
                    <a:pt x="4" y="9"/>
                    <a:pt x="5" y="25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1" name="Freeform 197">
              <a:extLst>
                <a:ext uri="{FF2B5EF4-FFF2-40B4-BE49-F238E27FC236}">
                  <a16:creationId xmlns:a16="http://schemas.microsoft.com/office/drawing/2014/main" id="{D70CAF81-D7F1-48A0-B6FB-A3A800549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927"/>
              <a:ext cx="153" cy="203"/>
            </a:xfrm>
            <a:custGeom>
              <a:avLst/>
              <a:gdLst>
                <a:gd name="T0" fmla="*/ 271 w 61"/>
                <a:gd name="T1" fmla="*/ 1448 h 76"/>
                <a:gd name="T2" fmla="*/ 314 w 61"/>
                <a:gd name="T3" fmla="*/ 0 h 76"/>
                <a:gd name="T4" fmla="*/ 429 w 61"/>
                <a:gd name="T5" fmla="*/ 342 h 76"/>
                <a:gd name="T6" fmla="*/ 567 w 61"/>
                <a:gd name="T7" fmla="*/ 705 h 76"/>
                <a:gd name="T8" fmla="*/ 680 w 61"/>
                <a:gd name="T9" fmla="*/ 137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76">
                  <a:moveTo>
                    <a:pt x="17" y="76"/>
                  </a:moveTo>
                  <a:cubicBezTo>
                    <a:pt x="61" y="60"/>
                    <a:pt x="0" y="14"/>
                    <a:pt x="20" y="0"/>
                  </a:cubicBezTo>
                  <a:cubicBezTo>
                    <a:pt x="27" y="5"/>
                    <a:pt x="26" y="11"/>
                    <a:pt x="27" y="18"/>
                  </a:cubicBezTo>
                  <a:cubicBezTo>
                    <a:pt x="29" y="27"/>
                    <a:pt x="32" y="30"/>
                    <a:pt x="36" y="37"/>
                  </a:cubicBezTo>
                  <a:cubicBezTo>
                    <a:pt x="40" y="46"/>
                    <a:pt x="30" y="73"/>
                    <a:pt x="43" y="72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92" name="Freeform 198">
              <a:extLst>
                <a:ext uri="{FF2B5EF4-FFF2-40B4-BE49-F238E27FC236}">
                  <a16:creationId xmlns:a16="http://schemas.microsoft.com/office/drawing/2014/main" id="{42791FF6-1021-4087-99B1-8358844CB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927"/>
              <a:ext cx="153" cy="203"/>
            </a:xfrm>
            <a:custGeom>
              <a:avLst/>
              <a:gdLst>
                <a:gd name="T0" fmla="*/ 271 w 61"/>
                <a:gd name="T1" fmla="*/ 1448 h 76"/>
                <a:gd name="T2" fmla="*/ 314 w 61"/>
                <a:gd name="T3" fmla="*/ 0 h 76"/>
                <a:gd name="T4" fmla="*/ 429 w 61"/>
                <a:gd name="T5" fmla="*/ 342 h 76"/>
                <a:gd name="T6" fmla="*/ 567 w 61"/>
                <a:gd name="T7" fmla="*/ 705 h 76"/>
                <a:gd name="T8" fmla="*/ 680 w 61"/>
                <a:gd name="T9" fmla="*/ 137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76">
                  <a:moveTo>
                    <a:pt x="17" y="76"/>
                  </a:moveTo>
                  <a:cubicBezTo>
                    <a:pt x="61" y="60"/>
                    <a:pt x="0" y="14"/>
                    <a:pt x="20" y="0"/>
                  </a:cubicBezTo>
                  <a:cubicBezTo>
                    <a:pt x="27" y="5"/>
                    <a:pt x="26" y="11"/>
                    <a:pt x="27" y="18"/>
                  </a:cubicBezTo>
                  <a:cubicBezTo>
                    <a:pt x="29" y="27"/>
                    <a:pt x="32" y="30"/>
                    <a:pt x="36" y="37"/>
                  </a:cubicBezTo>
                  <a:cubicBezTo>
                    <a:pt x="40" y="46"/>
                    <a:pt x="30" y="73"/>
                    <a:pt x="43" y="7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3" name="Freeform 199">
              <a:extLst>
                <a:ext uri="{FF2B5EF4-FFF2-40B4-BE49-F238E27FC236}">
                  <a16:creationId xmlns:a16="http://schemas.microsoft.com/office/drawing/2014/main" id="{87DB3003-7EB3-44AC-BBA9-E8D844BBF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948"/>
              <a:ext cx="120" cy="91"/>
            </a:xfrm>
            <a:custGeom>
              <a:avLst/>
              <a:gdLst>
                <a:gd name="T0" fmla="*/ 750 w 48"/>
                <a:gd name="T1" fmla="*/ 252 h 34"/>
                <a:gd name="T2" fmla="*/ 345 w 48"/>
                <a:gd name="T3" fmla="*/ 137 h 34"/>
                <a:gd name="T4" fmla="*/ 145 w 48"/>
                <a:gd name="T5" fmla="*/ 193 h 34"/>
                <a:gd name="T6" fmla="*/ 458 w 48"/>
                <a:gd name="T7" fmla="*/ 329 h 34"/>
                <a:gd name="T8" fmla="*/ 595 w 48"/>
                <a:gd name="T9" fmla="*/ 65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4">
                  <a:moveTo>
                    <a:pt x="48" y="13"/>
                  </a:moveTo>
                  <a:cubicBezTo>
                    <a:pt x="34" y="19"/>
                    <a:pt x="32" y="13"/>
                    <a:pt x="22" y="7"/>
                  </a:cubicBezTo>
                  <a:cubicBezTo>
                    <a:pt x="16" y="2"/>
                    <a:pt x="0" y="0"/>
                    <a:pt x="9" y="10"/>
                  </a:cubicBezTo>
                  <a:cubicBezTo>
                    <a:pt x="15" y="16"/>
                    <a:pt x="24" y="13"/>
                    <a:pt x="29" y="17"/>
                  </a:cubicBezTo>
                  <a:cubicBezTo>
                    <a:pt x="37" y="21"/>
                    <a:pt x="34" y="28"/>
                    <a:pt x="38" y="34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94" name="Freeform 200">
              <a:extLst>
                <a:ext uri="{FF2B5EF4-FFF2-40B4-BE49-F238E27FC236}">
                  <a16:creationId xmlns:a16="http://schemas.microsoft.com/office/drawing/2014/main" id="{1BB1E893-08DB-412A-8495-85E19F891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948"/>
              <a:ext cx="120" cy="91"/>
            </a:xfrm>
            <a:custGeom>
              <a:avLst/>
              <a:gdLst>
                <a:gd name="T0" fmla="*/ 750 w 48"/>
                <a:gd name="T1" fmla="*/ 252 h 34"/>
                <a:gd name="T2" fmla="*/ 345 w 48"/>
                <a:gd name="T3" fmla="*/ 137 h 34"/>
                <a:gd name="T4" fmla="*/ 145 w 48"/>
                <a:gd name="T5" fmla="*/ 193 h 34"/>
                <a:gd name="T6" fmla="*/ 458 w 48"/>
                <a:gd name="T7" fmla="*/ 329 h 34"/>
                <a:gd name="T8" fmla="*/ 595 w 48"/>
                <a:gd name="T9" fmla="*/ 65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4">
                  <a:moveTo>
                    <a:pt x="48" y="13"/>
                  </a:moveTo>
                  <a:cubicBezTo>
                    <a:pt x="34" y="19"/>
                    <a:pt x="32" y="13"/>
                    <a:pt x="22" y="7"/>
                  </a:cubicBezTo>
                  <a:cubicBezTo>
                    <a:pt x="16" y="2"/>
                    <a:pt x="0" y="0"/>
                    <a:pt x="9" y="10"/>
                  </a:cubicBezTo>
                  <a:cubicBezTo>
                    <a:pt x="15" y="16"/>
                    <a:pt x="24" y="13"/>
                    <a:pt x="29" y="17"/>
                  </a:cubicBezTo>
                  <a:cubicBezTo>
                    <a:pt x="37" y="21"/>
                    <a:pt x="34" y="28"/>
                    <a:pt x="38" y="3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5" name="Freeform 201">
              <a:extLst>
                <a:ext uri="{FF2B5EF4-FFF2-40B4-BE49-F238E27FC236}">
                  <a16:creationId xmlns:a16="http://schemas.microsoft.com/office/drawing/2014/main" id="{E871E43C-F2DA-494E-A019-DAFB099FA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159"/>
              <a:ext cx="388" cy="685"/>
            </a:xfrm>
            <a:custGeom>
              <a:avLst/>
              <a:gdLst>
                <a:gd name="T0" fmla="*/ 50 w 155"/>
                <a:gd name="T1" fmla="*/ 704 h 257"/>
                <a:gd name="T2" fmla="*/ 771 w 155"/>
                <a:gd name="T3" fmla="*/ 285 h 257"/>
                <a:gd name="T4" fmla="*/ 1647 w 155"/>
                <a:gd name="T5" fmla="*/ 115 h 257"/>
                <a:gd name="T6" fmla="*/ 1943 w 155"/>
                <a:gd name="T7" fmla="*/ 626 h 257"/>
                <a:gd name="T8" fmla="*/ 2255 w 155"/>
                <a:gd name="T9" fmla="*/ 1058 h 257"/>
                <a:gd name="T10" fmla="*/ 2318 w 155"/>
                <a:gd name="T11" fmla="*/ 2026 h 257"/>
                <a:gd name="T12" fmla="*/ 2255 w 155"/>
                <a:gd name="T13" fmla="*/ 2991 h 257"/>
                <a:gd name="T14" fmla="*/ 2180 w 155"/>
                <a:gd name="T15" fmla="*/ 3558 h 257"/>
                <a:gd name="T16" fmla="*/ 1660 w 155"/>
                <a:gd name="T17" fmla="*/ 3652 h 257"/>
                <a:gd name="T18" fmla="*/ 2243 w 155"/>
                <a:gd name="T19" fmla="*/ 3708 h 257"/>
                <a:gd name="T20" fmla="*/ 2275 w 155"/>
                <a:gd name="T21" fmla="*/ 4603 h 257"/>
                <a:gd name="T22" fmla="*/ 1867 w 155"/>
                <a:gd name="T23" fmla="*/ 4867 h 2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5" h="257">
                  <a:moveTo>
                    <a:pt x="3" y="37"/>
                  </a:moveTo>
                  <a:cubicBezTo>
                    <a:pt x="0" y="27"/>
                    <a:pt x="24" y="26"/>
                    <a:pt x="49" y="15"/>
                  </a:cubicBezTo>
                  <a:cubicBezTo>
                    <a:pt x="74" y="3"/>
                    <a:pt x="93" y="0"/>
                    <a:pt x="105" y="6"/>
                  </a:cubicBezTo>
                  <a:cubicBezTo>
                    <a:pt x="112" y="9"/>
                    <a:pt x="136" y="15"/>
                    <a:pt x="124" y="33"/>
                  </a:cubicBezTo>
                  <a:cubicBezTo>
                    <a:pt x="140" y="26"/>
                    <a:pt x="140" y="47"/>
                    <a:pt x="144" y="56"/>
                  </a:cubicBezTo>
                  <a:cubicBezTo>
                    <a:pt x="150" y="76"/>
                    <a:pt x="148" y="83"/>
                    <a:pt x="148" y="107"/>
                  </a:cubicBezTo>
                  <a:cubicBezTo>
                    <a:pt x="148" y="130"/>
                    <a:pt x="140" y="147"/>
                    <a:pt x="144" y="158"/>
                  </a:cubicBezTo>
                  <a:cubicBezTo>
                    <a:pt x="149" y="170"/>
                    <a:pt x="147" y="185"/>
                    <a:pt x="139" y="188"/>
                  </a:cubicBezTo>
                  <a:cubicBezTo>
                    <a:pt x="130" y="191"/>
                    <a:pt x="109" y="182"/>
                    <a:pt x="106" y="193"/>
                  </a:cubicBezTo>
                  <a:cubicBezTo>
                    <a:pt x="103" y="205"/>
                    <a:pt x="136" y="186"/>
                    <a:pt x="143" y="196"/>
                  </a:cubicBezTo>
                  <a:cubicBezTo>
                    <a:pt x="150" y="207"/>
                    <a:pt x="155" y="234"/>
                    <a:pt x="145" y="243"/>
                  </a:cubicBezTo>
                  <a:cubicBezTo>
                    <a:pt x="137" y="251"/>
                    <a:pt x="131" y="255"/>
                    <a:pt x="119" y="25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6" name="Freeform 202">
              <a:extLst>
                <a:ext uri="{FF2B5EF4-FFF2-40B4-BE49-F238E27FC236}">
                  <a16:creationId xmlns:a16="http://schemas.microsoft.com/office/drawing/2014/main" id="{B9791D96-34C3-40B2-923D-F721AA626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241"/>
              <a:ext cx="700" cy="955"/>
            </a:xfrm>
            <a:custGeom>
              <a:avLst/>
              <a:gdLst>
                <a:gd name="T0" fmla="*/ 783 w 280"/>
                <a:gd name="T1" fmla="*/ 6760 h 358"/>
                <a:gd name="T2" fmla="*/ 408 w 280"/>
                <a:gd name="T3" fmla="*/ 6797 h 358"/>
                <a:gd name="T4" fmla="*/ 50 w 280"/>
                <a:gd name="T5" fmla="*/ 6282 h 358"/>
                <a:gd name="T6" fmla="*/ 125 w 280"/>
                <a:gd name="T7" fmla="*/ 5124 h 358"/>
                <a:gd name="T8" fmla="*/ 395 w 280"/>
                <a:gd name="T9" fmla="*/ 4028 h 358"/>
                <a:gd name="T10" fmla="*/ 750 w 280"/>
                <a:gd name="T11" fmla="*/ 3700 h 358"/>
                <a:gd name="T12" fmla="*/ 688 w 280"/>
                <a:gd name="T13" fmla="*/ 3302 h 358"/>
                <a:gd name="T14" fmla="*/ 1345 w 280"/>
                <a:gd name="T15" fmla="*/ 2198 h 358"/>
                <a:gd name="T16" fmla="*/ 1958 w 280"/>
                <a:gd name="T17" fmla="*/ 2710 h 358"/>
                <a:gd name="T18" fmla="*/ 2220 w 280"/>
                <a:gd name="T19" fmla="*/ 3132 h 358"/>
                <a:gd name="T20" fmla="*/ 1720 w 280"/>
                <a:gd name="T21" fmla="*/ 2086 h 358"/>
                <a:gd name="T22" fmla="*/ 2188 w 280"/>
                <a:gd name="T23" fmla="*/ 1216 h 358"/>
                <a:gd name="T24" fmla="*/ 2813 w 280"/>
                <a:gd name="T25" fmla="*/ 1216 h 358"/>
                <a:gd name="T26" fmla="*/ 3000 w 280"/>
                <a:gd name="T27" fmla="*/ 534 h 358"/>
                <a:gd name="T28" fmla="*/ 3750 w 280"/>
                <a:gd name="T29" fmla="*/ 115 h 358"/>
                <a:gd name="T30" fmla="*/ 4188 w 280"/>
                <a:gd name="T31" fmla="*/ 683 h 358"/>
                <a:gd name="T32" fmla="*/ 4363 w 280"/>
                <a:gd name="T33" fmla="*/ 1275 h 358"/>
                <a:gd name="T34" fmla="*/ 4238 w 280"/>
                <a:gd name="T35" fmla="*/ 534 h 35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0" h="358">
                  <a:moveTo>
                    <a:pt x="50" y="356"/>
                  </a:moveTo>
                  <a:cubicBezTo>
                    <a:pt x="44" y="355"/>
                    <a:pt x="35" y="358"/>
                    <a:pt x="26" y="358"/>
                  </a:cubicBezTo>
                  <a:cubicBezTo>
                    <a:pt x="17" y="358"/>
                    <a:pt x="6" y="350"/>
                    <a:pt x="3" y="331"/>
                  </a:cubicBezTo>
                  <a:cubicBezTo>
                    <a:pt x="0" y="312"/>
                    <a:pt x="3" y="293"/>
                    <a:pt x="8" y="270"/>
                  </a:cubicBezTo>
                  <a:cubicBezTo>
                    <a:pt x="14" y="246"/>
                    <a:pt x="19" y="230"/>
                    <a:pt x="25" y="212"/>
                  </a:cubicBezTo>
                  <a:cubicBezTo>
                    <a:pt x="30" y="195"/>
                    <a:pt x="54" y="199"/>
                    <a:pt x="48" y="195"/>
                  </a:cubicBezTo>
                  <a:cubicBezTo>
                    <a:pt x="42" y="190"/>
                    <a:pt x="38" y="184"/>
                    <a:pt x="44" y="174"/>
                  </a:cubicBezTo>
                  <a:cubicBezTo>
                    <a:pt x="50" y="164"/>
                    <a:pt x="70" y="127"/>
                    <a:pt x="86" y="116"/>
                  </a:cubicBezTo>
                  <a:cubicBezTo>
                    <a:pt x="102" y="104"/>
                    <a:pt x="119" y="130"/>
                    <a:pt x="125" y="143"/>
                  </a:cubicBezTo>
                  <a:cubicBezTo>
                    <a:pt x="130" y="156"/>
                    <a:pt x="145" y="179"/>
                    <a:pt x="142" y="165"/>
                  </a:cubicBezTo>
                  <a:cubicBezTo>
                    <a:pt x="139" y="152"/>
                    <a:pt x="113" y="127"/>
                    <a:pt x="110" y="110"/>
                  </a:cubicBezTo>
                  <a:cubicBezTo>
                    <a:pt x="107" y="92"/>
                    <a:pt x="118" y="79"/>
                    <a:pt x="140" y="64"/>
                  </a:cubicBezTo>
                  <a:cubicBezTo>
                    <a:pt x="157" y="52"/>
                    <a:pt x="173" y="69"/>
                    <a:pt x="180" y="64"/>
                  </a:cubicBezTo>
                  <a:cubicBezTo>
                    <a:pt x="187" y="60"/>
                    <a:pt x="173" y="41"/>
                    <a:pt x="192" y="28"/>
                  </a:cubicBezTo>
                  <a:cubicBezTo>
                    <a:pt x="211" y="14"/>
                    <a:pt x="218" y="11"/>
                    <a:pt x="240" y="6"/>
                  </a:cubicBezTo>
                  <a:cubicBezTo>
                    <a:pt x="262" y="0"/>
                    <a:pt x="267" y="23"/>
                    <a:pt x="268" y="36"/>
                  </a:cubicBezTo>
                  <a:cubicBezTo>
                    <a:pt x="270" y="50"/>
                    <a:pt x="278" y="85"/>
                    <a:pt x="279" y="67"/>
                  </a:cubicBezTo>
                  <a:cubicBezTo>
                    <a:pt x="280" y="57"/>
                    <a:pt x="276" y="42"/>
                    <a:pt x="271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7" name="Freeform 203">
              <a:extLst>
                <a:ext uri="{FF2B5EF4-FFF2-40B4-BE49-F238E27FC236}">
                  <a16:creationId xmlns:a16="http://schemas.microsoft.com/office/drawing/2014/main" id="{55FA798D-D5BD-4DDD-A05F-A5438C401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199"/>
              <a:ext cx="152" cy="320"/>
            </a:xfrm>
            <a:custGeom>
              <a:avLst/>
              <a:gdLst>
                <a:gd name="T0" fmla="*/ 882 w 61"/>
                <a:gd name="T1" fmla="*/ 2184 h 120"/>
                <a:gd name="T2" fmla="*/ 665 w 61"/>
                <a:gd name="T3" fmla="*/ 2163 h 120"/>
                <a:gd name="T4" fmla="*/ 262 w 61"/>
                <a:gd name="T5" fmla="*/ 2013 h 120"/>
                <a:gd name="T6" fmla="*/ 30 w 61"/>
                <a:gd name="T7" fmla="*/ 888 h 120"/>
                <a:gd name="T8" fmla="*/ 229 w 61"/>
                <a:gd name="T9" fmla="*/ 56 h 120"/>
                <a:gd name="T10" fmla="*/ 944 w 61"/>
                <a:gd name="T11" fmla="*/ 56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20">
                  <a:moveTo>
                    <a:pt x="57" y="115"/>
                  </a:moveTo>
                  <a:cubicBezTo>
                    <a:pt x="51" y="115"/>
                    <a:pt x="46" y="115"/>
                    <a:pt x="43" y="114"/>
                  </a:cubicBezTo>
                  <a:cubicBezTo>
                    <a:pt x="31" y="111"/>
                    <a:pt x="24" y="120"/>
                    <a:pt x="17" y="106"/>
                  </a:cubicBezTo>
                  <a:cubicBezTo>
                    <a:pt x="9" y="91"/>
                    <a:pt x="3" y="67"/>
                    <a:pt x="2" y="47"/>
                  </a:cubicBezTo>
                  <a:cubicBezTo>
                    <a:pt x="0" y="26"/>
                    <a:pt x="6" y="6"/>
                    <a:pt x="15" y="3"/>
                  </a:cubicBezTo>
                  <a:cubicBezTo>
                    <a:pt x="24" y="0"/>
                    <a:pt x="53" y="4"/>
                    <a:pt x="61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8" name="Freeform 204">
              <a:extLst>
                <a:ext uri="{FF2B5EF4-FFF2-40B4-BE49-F238E27FC236}">
                  <a16:creationId xmlns:a16="http://schemas.microsoft.com/office/drawing/2014/main" id="{551AA33A-D1F4-412E-AB6B-C93A88C78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236"/>
              <a:ext cx="857" cy="1141"/>
            </a:xfrm>
            <a:custGeom>
              <a:avLst/>
              <a:gdLst>
                <a:gd name="T0" fmla="*/ 2479 w 343"/>
                <a:gd name="T1" fmla="*/ 8088 h 428"/>
                <a:gd name="T2" fmla="*/ 1729 w 343"/>
                <a:gd name="T3" fmla="*/ 6915 h 428"/>
                <a:gd name="T4" fmla="*/ 792 w 343"/>
                <a:gd name="T5" fmla="*/ 7974 h 428"/>
                <a:gd name="T6" fmla="*/ 280 w 343"/>
                <a:gd name="T7" fmla="*/ 7960 h 428"/>
                <a:gd name="T8" fmla="*/ 542 w 343"/>
                <a:gd name="T9" fmla="*/ 7654 h 428"/>
                <a:gd name="T10" fmla="*/ 967 w 343"/>
                <a:gd name="T11" fmla="*/ 7448 h 428"/>
                <a:gd name="T12" fmla="*/ 1062 w 343"/>
                <a:gd name="T13" fmla="*/ 6689 h 428"/>
                <a:gd name="T14" fmla="*/ 825 w 343"/>
                <a:gd name="T15" fmla="*/ 5665 h 428"/>
                <a:gd name="T16" fmla="*/ 250 w 343"/>
                <a:gd name="T17" fmla="*/ 5686 h 428"/>
                <a:gd name="T18" fmla="*/ 542 w 343"/>
                <a:gd name="T19" fmla="*/ 4527 h 428"/>
                <a:gd name="T20" fmla="*/ 750 w 343"/>
                <a:gd name="T21" fmla="*/ 4001 h 428"/>
                <a:gd name="T22" fmla="*/ 937 w 343"/>
                <a:gd name="T23" fmla="*/ 3375 h 428"/>
                <a:gd name="T24" fmla="*/ 1467 w 343"/>
                <a:gd name="T25" fmla="*/ 4036 h 428"/>
                <a:gd name="T26" fmla="*/ 2124 w 343"/>
                <a:gd name="T27" fmla="*/ 3604 h 428"/>
                <a:gd name="T28" fmla="*/ 2246 w 343"/>
                <a:gd name="T29" fmla="*/ 3034 h 428"/>
                <a:gd name="T30" fmla="*/ 2434 w 343"/>
                <a:gd name="T31" fmla="*/ 2197 h 428"/>
                <a:gd name="T32" fmla="*/ 2466 w 343"/>
                <a:gd name="T33" fmla="*/ 1818 h 428"/>
                <a:gd name="T34" fmla="*/ 2978 w 343"/>
                <a:gd name="T35" fmla="*/ 1309 h 428"/>
                <a:gd name="T36" fmla="*/ 3341 w 343"/>
                <a:gd name="T37" fmla="*/ 2010 h 428"/>
                <a:gd name="T38" fmla="*/ 4215 w 343"/>
                <a:gd name="T39" fmla="*/ 1818 h 428"/>
                <a:gd name="T40" fmla="*/ 4350 w 343"/>
                <a:gd name="T41" fmla="*/ 1002 h 428"/>
                <a:gd name="T42" fmla="*/ 4620 w 343"/>
                <a:gd name="T43" fmla="*/ 320 h 428"/>
                <a:gd name="T44" fmla="*/ 5212 w 343"/>
                <a:gd name="T45" fmla="*/ 717 h 428"/>
                <a:gd name="T46" fmla="*/ 5149 w 343"/>
                <a:gd name="T47" fmla="*/ 2197 h 428"/>
                <a:gd name="T48" fmla="*/ 4662 w 343"/>
                <a:gd name="T49" fmla="*/ 3071 h 428"/>
                <a:gd name="T50" fmla="*/ 4807 w 343"/>
                <a:gd name="T51" fmla="*/ 4129 h 4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43" h="428">
                  <a:moveTo>
                    <a:pt x="159" y="427"/>
                  </a:moveTo>
                  <a:cubicBezTo>
                    <a:pt x="161" y="403"/>
                    <a:pt x="138" y="365"/>
                    <a:pt x="111" y="365"/>
                  </a:cubicBezTo>
                  <a:cubicBezTo>
                    <a:pt x="80" y="366"/>
                    <a:pt x="71" y="408"/>
                    <a:pt x="51" y="421"/>
                  </a:cubicBezTo>
                  <a:cubicBezTo>
                    <a:pt x="45" y="425"/>
                    <a:pt x="24" y="428"/>
                    <a:pt x="18" y="420"/>
                  </a:cubicBezTo>
                  <a:cubicBezTo>
                    <a:pt x="6" y="405"/>
                    <a:pt x="26" y="403"/>
                    <a:pt x="35" y="404"/>
                  </a:cubicBezTo>
                  <a:cubicBezTo>
                    <a:pt x="49" y="407"/>
                    <a:pt x="57" y="409"/>
                    <a:pt x="62" y="393"/>
                  </a:cubicBezTo>
                  <a:cubicBezTo>
                    <a:pt x="65" y="382"/>
                    <a:pt x="67" y="365"/>
                    <a:pt x="68" y="353"/>
                  </a:cubicBezTo>
                  <a:cubicBezTo>
                    <a:pt x="70" y="337"/>
                    <a:pt x="68" y="309"/>
                    <a:pt x="53" y="299"/>
                  </a:cubicBezTo>
                  <a:cubicBezTo>
                    <a:pt x="40" y="289"/>
                    <a:pt x="26" y="308"/>
                    <a:pt x="16" y="300"/>
                  </a:cubicBezTo>
                  <a:cubicBezTo>
                    <a:pt x="0" y="288"/>
                    <a:pt x="26" y="250"/>
                    <a:pt x="35" y="239"/>
                  </a:cubicBezTo>
                  <a:cubicBezTo>
                    <a:pt x="43" y="230"/>
                    <a:pt x="47" y="224"/>
                    <a:pt x="48" y="211"/>
                  </a:cubicBezTo>
                  <a:cubicBezTo>
                    <a:pt x="49" y="196"/>
                    <a:pt x="47" y="188"/>
                    <a:pt x="60" y="178"/>
                  </a:cubicBezTo>
                  <a:cubicBezTo>
                    <a:pt x="70" y="170"/>
                    <a:pt x="66" y="208"/>
                    <a:pt x="94" y="213"/>
                  </a:cubicBezTo>
                  <a:cubicBezTo>
                    <a:pt x="122" y="218"/>
                    <a:pt x="131" y="202"/>
                    <a:pt x="136" y="190"/>
                  </a:cubicBezTo>
                  <a:cubicBezTo>
                    <a:pt x="142" y="178"/>
                    <a:pt x="132" y="168"/>
                    <a:pt x="144" y="160"/>
                  </a:cubicBezTo>
                  <a:cubicBezTo>
                    <a:pt x="156" y="152"/>
                    <a:pt x="172" y="125"/>
                    <a:pt x="156" y="116"/>
                  </a:cubicBezTo>
                  <a:cubicBezTo>
                    <a:pt x="140" y="106"/>
                    <a:pt x="143" y="96"/>
                    <a:pt x="158" y="96"/>
                  </a:cubicBezTo>
                  <a:cubicBezTo>
                    <a:pt x="172" y="96"/>
                    <a:pt x="187" y="82"/>
                    <a:pt x="191" y="69"/>
                  </a:cubicBezTo>
                  <a:cubicBezTo>
                    <a:pt x="195" y="56"/>
                    <a:pt x="199" y="97"/>
                    <a:pt x="214" y="106"/>
                  </a:cubicBezTo>
                  <a:cubicBezTo>
                    <a:pt x="228" y="116"/>
                    <a:pt x="260" y="104"/>
                    <a:pt x="270" y="96"/>
                  </a:cubicBezTo>
                  <a:cubicBezTo>
                    <a:pt x="279" y="88"/>
                    <a:pt x="275" y="53"/>
                    <a:pt x="279" y="53"/>
                  </a:cubicBezTo>
                  <a:cubicBezTo>
                    <a:pt x="283" y="53"/>
                    <a:pt x="299" y="34"/>
                    <a:pt x="296" y="17"/>
                  </a:cubicBezTo>
                  <a:cubicBezTo>
                    <a:pt x="294" y="0"/>
                    <a:pt x="324" y="24"/>
                    <a:pt x="334" y="38"/>
                  </a:cubicBezTo>
                  <a:cubicBezTo>
                    <a:pt x="343" y="53"/>
                    <a:pt x="331" y="92"/>
                    <a:pt x="330" y="116"/>
                  </a:cubicBezTo>
                  <a:cubicBezTo>
                    <a:pt x="328" y="140"/>
                    <a:pt x="300" y="136"/>
                    <a:pt x="299" y="162"/>
                  </a:cubicBezTo>
                  <a:cubicBezTo>
                    <a:pt x="298" y="189"/>
                    <a:pt x="326" y="196"/>
                    <a:pt x="308" y="218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9" name="Freeform 205">
              <a:extLst>
                <a:ext uri="{FF2B5EF4-FFF2-40B4-BE49-F238E27FC236}">
                  <a16:creationId xmlns:a16="http://schemas.microsoft.com/office/drawing/2014/main" id="{A0144A33-4FB0-4E43-AF8E-84AFFAB44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449"/>
              <a:ext cx="565" cy="622"/>
            </a:xfrm>
            <a:custGeom>
              <a:avLst/>
              <a:gdLst>
                <a:gd name="T0" fmla="*/ 2895 w 226"/>
                <a:gd name="T1" fmla="*/ 1925 h 233"/>
                <a:gd name="T2" fmla="*/ 2925 w 226"/>
                <a:gd name="T3" fmla="*/ 2758 h 233"/>
                <a:gd name="T4" fmla="*/ 3438 w 226"/>
                <a:gd name="T5" fmla="*/ 3099 h 233"/>
                <a:gd name="T6" fmla="*/ 3375 w 226"/>
                <a:gd name="T7" fmla="*/ 3828 h 233"/>
                <a:gd name="T8" fmla="*/ 2738 w 226"/>
                <a:gd name="T9" fmla="*/ 4239 h 233"/>
                <a:gd name="T10" fmla="*/ 2720 w 226"/>
                <a:gd name="T11" fmla="*/ 3655 h 233"/>
                <a:gd name="T12" fmla="*/ 2688 w 226"/>
                <a:gd name="T13" fmla="*/ 3043 h 233"/>
                <a:gd name="T14" fmla="*/ 2175 w 226"/>
                <a:gd name="T15" fmla="*/ 2950 h 233"/>
                <a:gd name="T16" fmla="*/ 1770 w 226"/>
                <a:gd name="T17" fmla="*/ 2643 h 233"/>
                <a:gd name="T18" fmla="*/ 1488 w 226"/>
                <a:gd name="T19" fmla="*/ 3009 h 233"/>
                <a:gd name="T20" fmla="*/ 1345 w 226"/>
                <a:gd name="T21" fmla="*/ 3292 h 233"/>
                <a:gd name="T22" fmla="*/ 1425 w 226"/>
                <a:gd name="T23" fmla="*/ 3599 h 233"/>
                <a:gd name="T24" fmla="*/ 1000 w 226"/>
                <a:gd name="T25" fmla="*/ 3828 h 233"/>
                <a:gd name="T26" fmla="*/ 1000 w 226"/>
                <a:gd name="T27" fmla="*/ 3249 h 233"/>
                <a:gd name="T28" fmla="*/ 658 w 226"/>
                <a:gd name="T29" fmla="*/ 2792 h 233"/>
                <a:gd name="T30" fmla="*/ 250 w 226"/>
                <a:gd name="T31" fmla="*/ 2451 h 233"/>
                <a:gd name="T32" fmla="*/ 83 w 226"/>
                <a:gd name="T33" fmla="*/ 1754 h 233"/>
                <a:gd name="T34" fmla="*/ 375 w 226"/>
                <a:gd name="T35" fmla="*/ 1276 h 233"/>
                <a:gd name="T36" fmla="*/ 675 w 226"/>
                <a:gd name="T37" fmla="*/ 1789 h 233"/>
                <a:gd name="T38" fmla="*/ 550 w 226"/>
                <a:gd name="T39" fmla="*/ 2096 h 233"/>
                <a:gd name="T40" fmla="*/ 863 w 226"/>
                <a:gd name="T41" fmla="*/ 2322 h 233"/>
                <a:gd name="T42" fmla="*/ 1313 w 226"/>
                <a:gd name="T43" fmla="*/ 2552 h 233"/>
                <a:gd name="T44" fmla="*/ 2125 w 226"/>
                <a:gd name="T45" fmla="*/ 1959 h 233"/>
                <a:gd name="T46" fmla="*/ 1833 w 226"/>
                <a:gd name="T47" fmla="*/ 649 h 233"/>
                <a:gd name="T48" fmla="*/ 1750 w 226"/>
                <a:gd name="T49" fmla="*/ 0 h 23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6" h="233">
                  <a:moveTo>
                    <a:pt x="185" y="101"/>
                  </a:moveTo>
                  <a:cubicBezTo>
                    <a:pt x="153" y="100"/>
                    <a:pt x="146" y="127"/>
                    <a:pt x="187" y="145"/>
                  </a:cubicBezTo>
                  <a:cubicBezTo>
                    <a:pt x="196" y="149"/>
                    <a:pt x="214" y="155"/>
                    <a:pt x="220" y="163"/>
                  </a:cubicBezTo>
                  <a:cubicBezTo>
                    <a:pt x="226" y="172"/>
                    <a:pt x="221" y="192"/>
                    <a:pt x="216" y="201"/>
                  </a:cubicBezTo>
                  <a:cubicBezTo>
                    <a:pt x="209" y="214"/>
                    <a:pt x="191" y="233"/>
                    <a:pt x="175" y="223"/>
                  </a:cubicBezTo>
                  <a:cubicBezTo>
                    <a:pt x="159" y="212"/>
                    <a:pt x="170" y="202"/>
                    <a:pt x="174" y="192"/>
                  </a:cubicBezTo>
                  <a:cubicBezTo>
                    <a:pt x="179" y="184"/>
                    <a:pt x="179" y="169"/>
                    <a:pt x="172" y="160"/>
                  </a:cubicBezTo>
                  <a:cubicBezTo>
                    <a:pt x="162" y="149"/>
                    <a:pt x="151" y="159"/>
                    <a:pt x="139" y="155"/>
                  </a:cubicBezTo>
                  <a:cubicBezTo>
                    <a:pt x="124" y="151"/>
                    <a:pt x="129" y="138"/>
                    <a:pt x="113" y="139"/>
                  </a:cubicBezTo>
                  <a:cubicBezTo>
                    <a:pt x="101" y="140"/>
                    <a:pt x="99" y="148"/>
                    <a:pt x="95" y="158"/>
                  </a:cubicBezTo>
                  <a:cubicBezTo>
                    <a:pt x="93" y="162"/>
                    <a:pt x="87" y="169"/>
                    <a:pt x="86" y="173"/>
                  </a:cubicBezTo>
                  <a:cubicBezTo>
                    <a:pt x="85" y="180"/>
                    <a:pt x="90" y="182"/>
                    <a:pt x="91" y="189"/>
                  </a:cubicBezTo>
                  <a:cubicBezTo>
                    <a:pt x="91" y="201"/>
                    <a:pt x="76" y="208"/>
                    <a:pt x="64" y="201"/>
                  </a:cubicBezTo>
                  <a:cubicBezTo>
                    <a:pt x="51" y="193"/>
                    <a:pt x="64" y="182"/>
                    <a:pt x="64" y="171"/>
                  </a:cubicBezTo>
                  <a:cubicBezTo>
                    <a:pt x="64" y="158"/>
                    <a:pt x="55" y="150"/>
                    <a:pt x="42" y="147"/>
                  </a:cubicBezTo>
                  <a:cubicBezTo>
                    <a:pt x="26" y="144"/>
                    <a:pt x="20" y="147"/>
                    <a:pt x="16" y="129"/>
                  </a:cubicBezTo>
                  <a:cubicBezTo>
                    <a:pt x="13" y="116"/>
                    <a:pt x="9" y="104"/>
                    <a:pt x="5" y="92"/>
                  </a:cubicBezTo>
                  <a:cubicBezTo>
                    <a:pt x="0" y="73"/>
                    <a:pt x="3" y="64"/>
                    <a:pt x="24" y="67"/>
                  </a:cubicBezTo>
                  <a:cubicBezTo>
                    <a:pt x="36" y="69"/>
                    <a:pt x="48" y="79"/>
                    <a:pt x="43" y="94"/>
                  </a:cubicBezTo>
                  <a:cubicBezTo>
                    <a:pt x="40" y="102"/>
                    <a:pt x="32" y="100"/>
                    <a:pt x="35" y="110"/>
                  </a:cubicBezTo>
                  <a:cubicBezTo>
                    <a:pt x="37" y="116"/>
                    <a:pt x="49" y="120"/>
                    <a:pt x="55" y="122"/>
                  </a:cubicBezTo>
                  <a:cubicBezTo>
                    <a:pt x="63" y="126"/>
                    <a:pt x="74" y="133"/>
                    <a:pt x="84" y="134"/>
                  </a:cubicBezTo>
                  <a:cubicBezTo>
                    <a:pt x="105" y="137"/>
                    <a:pt x="134" y="127"/>
                    <a:pt x="136" y="103"/>
                  </a:cubicBezTo>
                  <a:cubicBezTo>
                    <a:pt x="137" y="80"/>
                    <a:pt x="128" y="54"/>
                    <a:pt x="117" y="34"/>
                  </a:cubicBezTo>
                  <a:cubicBezTo>
                    <a:pt x="110" y="20"/>
                    <a:pt x="98" y="14"/>
                    <a:pt x="112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0" name="Freeform 206">
              <a:extLst>
                <a:ext uri="{FF2B5EF4-FFF2-40B4-BE49-F238E27FC236}">
                  <a16:creationId xmlns:a16="http://schemas.microsoft.com/office/drawing/2014/main" id="{F7F92C84-9015-44BD-B272-CAE0989BC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308"/>
              <a:ext cx="828" cy="1736"/>
            </a:xfrm>
            <a:custGeom>
              <a:avLst/>
              <a:gdLst>
                <a:gd name="T0" fmla="*/ 363 w 331"/>
                <a:gd name="T1" fmla="*/ 3677 h 651"/>
                <a:gd name="T2" fmla="*/ 208 w 331"/>
                <a:gd name="T3" fmla="*/ 3072 h 651"/>
                <a:gd name="T4" fmla="*/ 658 w 331"/>
                <a:gd name="T5" fmla="*/ 2675 h 651"/>
                <a:gd name="T6" fmla="*/ 645 w 331"/>
                <a:gd name="T7" fmla="*/ 1784 h 651"/>
                <a:gd name="T8" fmla="*/ 175 w 331"/>
                <a:gd name="T9" fmla="*/ 1515 h 651"/>
                <a:gd name="T10" fmla="*/ 395 w 331"/>
                <a:gd name="T11" fmla="*/ 205 h 651"/>
                <a:gd name="T12" fmla="*/ 863 w 331"/>
                <a:gd name="T13" fmla="*/ 115 h 651"/>
                <a:gd name="T14" fmla="*/ 971 w 331"/>
                <a:gd name="T15" fmla="*/ 627 h 651"/>
                <a:gd name="T16" fmla="*/ 1521 w 331"/>
                <a:gd name="T17" fmla="*/ 1139 h 651"/>
                <a:gd name="T18" fmla="*/ 1814 w 331"/>
                <a:gd name="T19" fmla="*/ 1024 h 651"/>
                <a:gd name="T20" fmla="*/ 2001 w 331"/>
                <a:gd name="T21" fmla="*/ 717 h 651"/>
                <a:gd name="T22" fmla="*/ 2191 w 331"/>
                <a:gd name="T23" fmla="*/ 1045 h 651"/>
                <a:gd name="T24" fmla="*/ 2647 w 331"/>
                <a:gd name="T25" fmla="*/ 1387 h 651"/>
                <a:gd name="T26" fmla="*/ 3660 w 331"/>
                <a:gd name="T27" fmla="*/ 2013 h 651"/>
                <a:gd name="T28" fmla="*/ 2972 w 331"/>
                <a:gd name="T29" fmla="*/ 2696 h 651"/>
                <a:gd name="T30" fmla="*/ 3347 w 331"/>
                <a:gd name="T31" fmla="*/ 3413 h 651"/>
                <a:gd name="T32" fmla="*/ 3722 w 331"/>
                <a:gd name="T33" fmla="*/ 4189 h 651"/>
                <a:gd name="T34" fmla="*/ 3660 w 331"/>
                <a:gd name="T35" fmla="*/ 4949 h 651"/>
                <a:gd name="T36" fmla="*/ 4243 w 331"/>
                <a:gd name="T37" fmla="*/ 5440 h 651"/>
                <a:gd name="T38" fmla="*/ 4805 w 331"/>
                <a:gd name="T39" fmla="*/ 4856 h 651"/>
                <a:gd name="T40" fmla="*/ 4880 w 331"/>
                <a:gd name="T41" fmla="*/ 4360 h 651"/>
                <a:gd name="T42" fmla="*/ 5118 w 331"/>
                <a:gd name="T43" fmla="*/ 4573 h 651"/>
                <a:gd name="T44" fmla="*/ 4913 w 331"/>
                <a:gd name="T45" fmla="*/ 5197 h 651"/>
                <a:gd name="T46" fmla="*/ 5026 w 331"/>
                <a:gd name="T47" fmla="*/ 5384 h 651"/>
                <a:gd name="T48" fmla="*/ 4963 w 331"/>
                <a:gd name="T49" fmla="*/ 5709 h 651"/>
                <a:gd name="T50" fmla="*/ 5056 w 331"/>
                <a:gd name="T51" fmla="*/ 7304 h 651"/>
                <a:gd name="T52" fmla="*/ 4505 w 331"/>
                <a:gd name="T53" fmla="*/ 7587 h 651"/>
                <a:gd name="T54" fmla="*/ 4663 w 331"/>
                <a:gd name="T55" fmla="*/ 7203 h 651"/>
                <a:gd name="T56" fmla="*/ 4713 w 331"/>
                <a:gd name="T57" fmla="*/ 6520 h 651"/>
                <a:gd name="T58" fmla="*/ 3942 w 331"/>
                <a:gd name="T59" fmla="*/ 5939 h 651"/>
                <a:gd name="T60" fmla="*/ 3179 w 331"/>
                <a:gd name="T61" fmla="*/ 6179 h 651"/>
                <a:gd name="T62" fmla="*/ 3347 w 331"/>
                <a:gd name="T63" fmla="*/ 7416 h 651"/>
                <a:gd name="T64" fmla="*/ 2867 w 331"/>
                <a:gd name="T65" fmla="*/ 8589 h 651"/>
                <a:gd name="T66" fmla="*/ 2522 w 331"/>
                <a:gd name="T67" fmla="*/ 9579 h 651"/>
                <a:gd name="T68" fmla="*/ 2817 w 331"/>
                <a:gd name="T69" fmla="*/ 10125 h 651"/>
                <a:gd name="T70" fmla="*/ 3084 w 331"/>
                <a:gd name="T71" fmla="*/ 10731 h 651"/>
                <a:gd name="T72" fmla="*/ 3930 w 331"/>
                <a:gd name="T73" fmla="*/ 10035 h 651"/>
                <a:gd name="T74" fmla="*/ 4538 w 331"/>
                <a:gd name="T75" fmla="*/ 9365 h 651"/>
                <a:gd name="T76" fmla="*/ 4943 w 331"/>
                <a:gd name="T77" fmla="*/ 9805 h 651"/>
                <a:gd name="T78" fmla="*/ 4600 w 331"/>
                <a:gd name="T79" fmla="*/ 10389 h 651"/>
                <a:gd name="T80" fmla="*/ 4380 w 331"/>
                <a:gd name="T81" fmla="*/ 10957 h 651"/>
                <a:gd name="T82" fmla="*/ 3897 w 331"/>
                <a:gd name="T83" fmla="*/ 11037 h 651"/>
                <a:gd name="T84" fmla="*/ 3692 w 331"/>
                <a:gd name="T85" fmla="*/ 11699 h 651"/>
                <a:gd name="T86" fmla="*/ 3430 w 331"/>
                <a:gd name="T87" fmla="*/ 12003 h 651"/>
                <a:gd name="T88" fmla="*/ 3084 w 331"/>
                <a:gd name="T89" fmla="*/ 11187 h 651"/>
                <a:gd name="T90" fmla="*/ 2221 w 331"/>
                <a:gd name="T91" fmla="*/ 11549 h 651"/>
                <a:gd name="T92" fmla="*/ 2159 w 331"/>
                <a:gd name="T93" fmla="*/ 12195 h 651"/>
                <a:gd name="T94" fmla="*/ 1739 w 331"/>
                <a:gd name="T95" fmla="*/ 11776 h 651"/>
                <a:gd name="T96" fmla="*/ 1709 w 331"/>
                <a:gd name="T97" fmla="*/ 10731 h 651"/>
                <a:gd name="T98" fmla="*/ 2064 w 331"/>
                <a:gd name="T99" fmla="*/ 10445 h 651"/>
                <a:gd name="T100" fmla="*/ 2021 w 331"/>
                <a:gd name="T101" fmla="*/ 10035 h 65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31" h="651">
                  <a:moveTo>
                    <a:pt x="23" y="194"/>
                  </a:moveTo>
                  <a:cubicBezTo>
                    <a:pt x="14" y="189"/>
                    <a:pt x="10" y="172"/>
                    <a:pt x="13" y="162"/>
                  </a:cubicBezTo>
                  <a:cubicBezTo>
                    <a:pt x="17" y="148"/>
                    <a:pt x="32" y="152"/>
                    <a:pt x="42" y="141"/>
                  </a:cubicBezTo>
                  <a:cubicBezTo>
                    <a:pt x="51" y="130"/>
                    <a:pt x="48" y="106"/>
                    <a:pt x="41" y="94"/>
                  </a:cubicBezTo>
                  <a:cubicBezTo>
                    <a:pt x="33" y="79"/>
                    <a:pt x="20" y="89"/>
                    <a:pt x="11" y="80"/>
                  </a:cubicBezTo>
                  <a:cubicBezTo>
                    <a:pt x="0" y="71"/>
                    <a:pt x="17" y="19"/>
                    <a:pt x="25" y="11"/>
                  </a:cubicBezTo>
                  <a:cubicBezTo>
                    <a:pt x="32" y="5"/>
                    <a:pt x="46" y="0"/>
                    <a:pt x="55" y="6"/>
                  </a:cubicBezTo>
                  <a:cubicBezTo>
                    <a:pt x="64" y="12"/>
                    <a:pt x="57" y="23"/>
                    <a:pt x="62" y="33"/>
                  </a:cubicBezTo>
                  <a:cubicBezTo>
                    <a:pt x="69" y="44"/>
                    <a:pt x="84" y="59"/>
                    <a:pt x="97" y="60"/>
                  </a:cubicBezTo>
                  <a:cubicBezTo>
                    <a:pt x="103" y="60"/>
                    <a:pt x="111" y="57"/>
                    <a:pt x="116" y="54"/>
                  </a:cubicBezTo>
                  <a:cubicBezTo>
                    <a:pt x="121" y="51"/>
                    <a:pt x="124" y="40"/>
                    <a:pt x="128" y="38"/>
                  </a:cubicBezTo>
                  <a:cubicBezTo>
                    <a:pt x="143" y="30"/>
                    <a:pt x="138" y="49"/>
                    <a:pt x="140" y="55"/>
                  </a:cubicBezTo>
                  <a:cubicBezTo>
                    <a:pt x="144" y="72"/>
                    <a:pt x="155" y="71"/>
                    <a:pt x="169" y="73"/>
                  </a:cubicBezTo>
                  <a:cubicBezTo>
                    <a:pt x="196" y="76"/>
                    <a:pt x="217" y="84"/>
                    <a:pt x="234" y="106"/>
                  </a:cubicBezTo>
                  <a:cubicBezTo>
                    <a:pt x="256" y="135"/>
                    <a:pt x="194" y="111"/>
                    <a:pt x="190" y="142"/>
                  </a:cubicBezTo>
                  <a:cubicBezTo>
                    <a:pt x="188" y="162"/>
                    <a:pt x="202" y="169"/>
                    <a:pt x="214" y="180"/>
                  </a:cubicBezTo>
                  <a:cubicBezTo>
                    <a:pt x="224" y="189"/>
                    <a:pt x="236" y="207"/>
                    <a:pt x="238" y="221"/>
                  </a:cubicBezTo>
                  <a:cubicBezTo>
                    <a:pt x="240" y="234"/>
                    <a:pt x="232" y="247"/>
                    <a:pt x="234" y="261"/>
                  </a:cubicBezTo>
                  <a:cubicBezTo>
                    <a:pt x="237" y="279"/>
                    <a:pt x="252" y="289"/>
                    <a:pt x="271" y="287"/>
                  </a:cubicBezTo>
                  <a:cubicBezTo>
                    <a:pt x="289" y="285"/>
                    <a:pt x="302" y="272"/>
                    <a:pt x="307" y="256"/>
                  </a:cubicBezTo>
                  <a:cubicBezTo>
                    <a:pt x="308" y="252"/>
                    <a:pt x="308" y="233"/>
                    <a:pt x="312" y="230"/>
                  </a:cubicBezTo>
                  <a:cubicBezTo>
                    <a:pt x="320" y="225"/>
                    <a:pt x="326" y="234"/>
                    <a:pt x="327" y="241"/>
                  </a:cubicBezTo>
                  <a:cubicBezTo>
                    <a:pt x="328" y="255"/>
                    <a:pt x="312" y="261"/>
                    <a:pt x="314" y="274"/>
                  </a:cubicBezTo>
                  <a:cubicBezTo>
                    <a:pt x="315" y="279"/>
                    <a:pt x="320" y="280"/>
                    <a:pt x="321" y="284"/>
                  </a:cubicBezTo>
                  <a:cubicBezTo>
                    <a:pt x="322" y="290"/>
                    <a:pt x="319" y="295"/>
                    <a:pt x="317" y="301"/>
                  </a:cubicBezTo>
                  <a:cubicBezTo>
                    <a:pt x="310" y="326"/>
                    <a:pt x="331" y="357"/>
                    <a:pt x="323" y="385"/>
                  </a:cubicBezTo>
                  <a:cubicBezTo>
                    <a:pt x="320" y="394"/>
                    <a:pt x="298" y="409"/>
                    <a:pt x="288" y="400"/>
                  </a:cubicBezTo>
                  <a:cubicBezTo>
                    <a:pt x="282" y="394"/>
                    <a:pt x="295" y="385"/>
                    <a:pt x="298" y="380"/>
                  </a:cubicBezTo>
                  <a:cubicBezTo>
                    <a:pt x="305" y="368"/>
                    <a:pt x="307" y="357"/>
                    <a:pt x="301" y="344"/>
                  </a:cubicBezTo>
                  <a:cubicBezTo>
                    <a:pt x="293" y="326"/>
                    <a:pt x="270" y="316"/>
                    <a:pt x="252" y="313"/>
                  </a:cubicBezTo>
                  <a:cubicBezTo>
                    <a:pt x="233" y="309"/>
                    <a:pt x="219" y="316"/>
                    <a:pt x="203" y="326"/>
                  </a:cubicBezTo>
                  <a:cubicBezTo>
                    <a:pt x="171" y="346"/>
                    <a:pt x="209" y="367"/>
                    <a:pt x="214" y="391"/>
                  </a:cubicBezTo>
                  <a:cubicBezTo>
                    <a:pt x="218" y="415"/>
                    <a:pt x="195" y="435"/>
                    <a:pt x="183" y="453"/>
                  </a:cubicBezTo>
                  <a:cubicBezTo>
                    <a:pt x="171" y="470"/>
                    <a:pt x="148" y="483"/>
                    <a:pt x="161" y="505"/>
                  </a:cubicBezTo>
                  <a:cubicBezTo>
                    <a:pt x="167" y="515"/>
                    <a:pt x="176" y="522"/>
                    <a:pt x="180" y="534"/>
                  </a:cubicBezTo>
                  <a:cubicBezTo>
                    <a:pt x="184" y="549"/>
                    <a:pt x="180" y="558"/>
                    <a:pt x="197" y="566"/>
                  </a:cubicBezTo>
                  <a:cubicBezTo>
                    <a:pt x="231" y="582"/>
                    <a:pt x="240" y="554"/>
                    <a:pt x="251" y="529"/>
                  </a:cubicBezTo>
                  <a:cubicBezTo>
                    <a:pt x="258" y="514"/>
                    <a:pt x="273" y="496"/>
                    <a:pt x="290" y="494"/>
                  </a:cubicBezTo>
                  <a:cubicBezTo>
                    <a:pt x="304" y="492"/>
                    <a:pt x="320" y="500"/>
                    <a:pt x="316" y="517"/>
                  </a:cubicBezTo>
                  <a:cubicBezTo>
                    <a:pt x="314" y="527"/>
                    <a:pt x="298" y="537"/>
                    <a:pt x="294" y="548"/>
                  </a:cubicBezTo>
                  <a:cubicBezTo>
                    <a:pt x="290" y="557"/>
                    <a:pt x="288" y="572"/>
                    <a:pt x="280" y="578"/>
                  </a:cubicBezTo>
                  <a:cubicBezTo>
                    <a:pt x="270" y="586"/>
                    <a:pt x="260" y="577"/>
                    <a:pt x="249" y="582"/>
                  </a:cubicBezTo>
                  <a:cubicBezTo>
                    <a:pt x="231" y="590"/>
                    <a:pt x="235" y="602"/>
                    <a:pt x="236" y="617"/>
                  </a:cubicBezTo>
                  <a:cubicBezTo>
                    <a:pt x="236" y="628"/>
                    <a:pt x="233" y="640"/>
                    <a:pt x="219" y="633"/>
                  </a:cubicBezTo>
                  <a:cubicBezTo>
                    <a:pt x="205" y="626"/>
                    <a:pt x="208" y="602"/>
                    <a:pt x="197" y="590"/>
                  </a:cubicBezTo>
                  <a:cubicBezTo>
                    <a:pt x="179" y="571"/>
                    <a:pt x="137" y="578"/>
                    <a:pt x="142" y="609"/>
                  </a:cubicBezTo>
                  <a:cubicBezTo>
                    <a:pt x="143" y="619"/>
                    <a:pt x="151" y="635"/>
                    <a:pt x="138" y="643"/>
                  </a:cubicBezTo>
                  <a:cubicBezTo>
                    <a:pt x="123" y="651"/>
                    <a:pt x="116" y="630"/>
                    <a:pt x="111" y="621"/>
                  </a:cubicBezTo>
                  <a:cubicBezTo>
                    <a:pt x="100" y="601"/>
                    <a:pt x="84" y="580"/>
                    <a:pt x="109" y="566"/>
                  </a:cubicBezTo>
                  <a:cubicBezTo>
                    <a:pt x="117" y="562"/>
                    <a:pt x="128" y="558"/>
                    <a:pt x="132" y="551"/>
                  </a:cubicBezTo>
                  <a:cubicBezTo>
                    <a:pt x="137" y="544"/>
                    <a:pt x="139" y="532"/>
                    <a:pt x="129" y="529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1" name="Freeform 207">
              <a:extLst>
                <a:ext uri="{FF2B5EF4-FFF2-40B4-BE49-F238E27FC236}">
                  <a16:creationId xmlns:a16="http://schemas.microsoft.com/office/drawing/2014/main" id="{86335D9A-50FC-4B48-930F-1A107179C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148"/>
              <a:ext cx="313" cy="699"/>
            </a:xfrm>
            <a:custGeom>
              <a:avLst/>
              <a:gdLst>
                <a:gd name="T0" fmla="*/ 83 w 125"/>
                <a:gd name="T1" fmla="*/ 192 h 262"/>
                <a:gd name="T2" fmla="*/ 376 w 125"/>
                <a:gd name="T3" fmla="*/ 704 h 262"/>
                <a:gd name="T4" fmla="*/ 689 w 125"/>
                <a:gd name="T5" fmla="*/ 1139 h 262"/>
                <a:gd name="T6" fmla="*/ 751 w 125"/>
                <a:gd name="T7" fmla="*/ 2108 h 262"/>
                <a:gd name="T8" fmla="*/ 689 w 125"/>
                <a:gd name="T9" fmla="*/ 3076 h 262"/>
                <a:gd name="T10" fmla="*/ 613 w 125"/>
                <a:gd name="T11" fmla="*/ 3644 h 262"/>
                <a:gd name="T12" fmla="*/ 95 w 125"/>
                <a:gd name="T13" fmla="*/ 3743 h 262"/>
                <a:gd name="T14" fmla="*/ 676 w 125"/>
                <a:gd name="T15" fmla="*/ 3802 h 262"/>
                <a:gd name="T16" fmla="*/ 709 w 125"/>
                <a:gd name="T17" fmla="*/ 4690 h 262"/>
                <a:gd name="T18" fmla="*/ 300 w 125"/>
                <a:gd name="T19" fmla="*/ 4954 h 262"/>
                <a:gd name="T20" fmla="*/ 784 w 125"/>
                <a:gd name="T21" fmla="*/ 4976 h 262"/>
                <a:gd name="T22" fmla="*/ 784 w 125"/>
                <a:gd name="T23" fmla="*/ 4976 h 262"/>
                <a:gd name="T24" fmla="*/ 1147 w 125"/>
                <a:gd name="T25" fmla="*/ 4954 h 262"/>
                <a:gd name="T26" fmla="*/ 1147 w 125"/>
                <a:gd name="T27" fmla="*/ 4954 h 262"/>
                <a:gd name="T28" fmla="*/ 896 w 125"/>
                <a:gd name="T29" fmla="*/ 4690 h 262"/>
                <a:gd name="T30" fmla="*/ 896 w 125"/>
                <a:gd name="T31" fmla="*/ 3700 h 262"/>
                <a:gd name="T32" fmla="*/ 1192 w 125"/>
                <a:gd name="T33" fmla="*/ 3460 h 262"/>
                <a:gd name="T34" fmla="*/ 1442 w 125"/>
                <a:gd name="T35" fmla="*/ 3346 h 262"/>
                <a:gd name="T36" fmla="*/ 834 w 125"/>
                <a:gd name="T37" fmla="*/ 3290 h 262"/>
                <a:gd name="T38" fmla="*/ 784 w 125"/>
                <a:gd name="T39" fmla="*/ 2847 h 262"/>
                <a:gd name="T40" fmla="*/ 816 w 125"/>
                <a:gd name="T41" fmla="*/ 2198 h 262"/>
                <a:gd name="T42" fmla="*/ 879 w 125"/>
                <a:gd name="T43" fmla="*/ 1139 h 262"/>
                <a:gd name="T44" fmla="*/ 1505 w 125"/>
                <a:gd name="T45" fmla="*/ 192 h 262"/>
                <a:gd name="T46" fmla="*/ 1963 w 125"/>
                <a:gd name="T47" fmla="*/ 171 h 262"/>
                <a:gd name="T48" fmla="*/ 1943 w 125"/>
                <a:gd name="T49" fmla="*/ 149 h 262"/>
                <a:gd name="T50" fmla="*/ 804 w 125"/>
                <a:gd name="T51" fmla="*/ 662 h 262"/>
                <a:gd name="T52" fmla="*/ 0 w 125"/>
                <a:gd name="T53" fmla="*/ 149 h 262"/>
                <a:gd name="T54" fmla="*/ 0 w 125"/>
                <a:gd name="T55" fmla="*/ 149 h 262"/>
                <a:gd name="T56" fmla="*/ 83 w 125"/>
                <a:gd name="T57" fmla="*/ 192 h 2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25" h="262">
                  <a:moveTo>
                    <a:pt x="5" y="10"/>
                  </a:moveTo>
                  <a:cubicBezTo>
                    <a:pt x="12" y="13"/>
                    <a:pt x="36" y="19"/>
                    <a:pt x="24" y="37"/>
                  </a:cubicBezTo>
                  <a:cubicBezTo>
                    <a:pt x="40" y="30"/>
                    <a:pt x="40" y="51"/>
                    <a:pt x="44" y="60"/>
                  </a:cubicBezTo>
                  <a:cubicBezTo>
                    <a:pt x="50" y="80"/>
                    <a:pt x="48" y="87"/>
                    <a:pt x="48" y="111"/>
                  </a:cubicBezTo>
                  <a:cubicBezTo>
                    <a:pt x="48" y="134"/>
                    <a:pt x="40" y="151"/>
                    <a:pt x="44" y="162"/>
                  </a:cubicBezTo>
                  <a:cubicBezTo>
                    <a:pt x="49" y="174"/>
                    <a:pt x="47" y="189"/>
                    <a:pt x="39" y="192"/>
                  </a:cubicBezTo>
                  <a:cubicBezTo>
                    <a:pt x="30" y="195"/>
                    <a:pt x="9" y="186"/>
                    <a:pt x="6" y="197"/>
                  </a:cubicBezTo>
                  <a:cubicBezTo>
                    <a:pt x="3" y="209"/>
                    <a:pt x="36" y="190"/>
                    <a:pt x="43" y="200"/>
                  </a:cubicBezTo>
                  <a:cubicBezTo>
                    <a:pt x="50" y="211"/>
                    <a:pt x="55" y="238"/>
                    <a:pt x="45" y="247"/>
                  </a:cubicBezTo>
                  <a:cubicBezTo>
                    <a:pt x="37" y="255"/>
                    <a:pt x="31" y="259"/>
                    <a:pt x="19" y="261"/>
                  </a:cubicBezTo>
                  <a:cubicBezTo>
                    <a:pt x="29" y="262"/>
                    <a:pt x="40" y="262"/>
                    <a:pt x="50" y="262"/>
                  </a:cubicBezTo>
                  <a:cubicBezTo>
                    <a:pt x="50" y="262"/>
                    <a:pt x="50" y="262"/>
                    <a:pt x="50" y="262"/>
                  </a:cubicBezTo>
                  <a:cubicBezTo>
                    <a:pt x="58" y="262"/>
                    <a:pt x="66" y="262"/>
                    <a:pt x="73" y="261"/>
                  </a:cubicBezTo>
                  <a:cubicBezTo>
                    <a:pt x="73" y="261"/>
                    <a:pt x="73" y="261"/>
                    <a:pt x="73" y="261"/>
                  </a:cubicBezTo>
                  <a:cubicBezTo>
                    <a:pt x="61" y="258"/>
                    <a:pt x="57" y="260"/>
                    <a:pt x="57" y="247"/>
                  </a:cubicBezTo>
                  <a:cubicBezTo>
                    <a:pt x="56" y="236"/>
                    <a:pt x="53" y="210"/>
                    <a:pt x="57" y="195"/>
                  </a:cubicBezTo>
                  <a:cubicBezTo>
                    <a:pt x="61" y="184"/>
                    <a:pt x="71" y="182"/>
                    <a:pt x="76" y="182"/>
                  </a:cubicBezTo>
                  <a:cubicBezTo>
                    <a:pt x="89" y="183"/>
                    <a:pt x="99" y="181"/>
                    <a:pt x="92" y="176"/>
                  </a:cubicBezTo>
                  <a:cubicBezTo>
                    <a:pt x="85" y="171"/>
                    <a:pt x="55" y="180"/>
                    <a:pt x="53" y="173"/>
                  </a:cubicBezTo>
                  <a:cubicBezTo>
                    <a:pt x="50" y="166"/>
                    <a:pt x="49" y="158"/>
                    <a:pt x="50" y="150"/>
                  </a:cubicBezTo>
                  <a:cubicBezTo>
                    <a:pt x="52" y="141"/>
                    <a:pt x="53" y="132"/>
                    <a:pt x="52" y="116"/>
                  </a:cubicBezTo>
                  <a:cubicBezTo>
                    <a:pt x="52" y="93"/>
                    <a:pt x="51" y="80"/>
                    <a:pt x="56" y="60"/>
                  </a:cubicBezTo>
                  <a:cubicBezTo>
                    <a:pt x="61" y="51"/>
                    <a:pt x="64" y="20"/>
                    <a:pt x="96" y="10"/>
                  </a:cubicBezTo>
                  <a:cubicBezTo>
                    <a:pt x="103" y="6"/>
                    <a:pt x="113" y="6"/>
                    <a:pt x="125" y="9"/>
                  </a:cubicBezTo>
                  <a:cubicBezTo>
                    <a:pt x="124" y="8"/>
                    <a:pt x="125" y="9"/>
                    <a:pt x="124" y="8"/>
                  </a:cubicBezTo>
                  <a:cubicBezTo>
                    <a:pt x="104" y="0"/>
                    <a:pt x="55" y="13"/>
                    <a:pt x="51" y="35"/>
                  </a:cubicBezTo>
                  <a:cubicBezTo>
                    <a:pt x="51" y="21"/>
                    <a:pt x="26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9"/>
                    <a:pt x="5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2" name="Freeform 208">
              <a:extLst>
                <a:ext uri="{FF2B5EF4-FFF2-40B4-BE49-F238E27FC236}">
                  <a16:creationId xmlns:a16="http://schemas.microsoft.com/office/drawing/2014/main" id="{D6F36854-4584-4D37-A535-51F87EA08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236"/>
              <a:ext cx="8" cy="139"/>
            </a:xfrm>
            <a:custGeom>
              <a:avLst/>
              <a:gdLst>
                <a:gd name="T0" fmla="*/ 21 w 3"/>
                <a:gd name="T1" fmla="*/ 0 h 52"/>
                <a:gd name="T2" fmla="*/ 0 w 3"/>
                <a:gd name="T3" fmla="*/ 99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2">
                  <a:moveTo>
                    <a:pt x="1" y="0"/>
                  </a:moveTo>
                  <a:cubicBezTo>
                    <a:pt x="3" y="7"/>
                    <a:pt x="3" y="30"/>
                    <a:pt x="0" y="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3" name="Freeform 209">
              <a:extLst>
                <a:ext uri="{FF2B5EF4-FFF2-40B4-BE49-F238E27FC236}">
                  <a16:creationId xmlns:a16="http://schemas.microsoft.com/office/drawing/2014/main" id="{8540E060-2BF0-4393-8AE7-2F626836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793"/>
              <a:ext cx="407" cy="54"/>
            </a:xfrm>
            <a:custGeom>
              <a:avLst/>
              <a:gdLst>
                <a:gd name="T0" fmla="*/ 2537 w 163"/>
                <a:gd name="T1" fmla="*/ 0 h 20"/>
                <a:gd name="T2" fmla="*/ 1258 w 163"/>
                <a:gd name="T3" fmla="*/ 394 h 20"/>
                <a:gd name="T4" fmla="*/ 1258 w 163"/>
                <a:gd name="T5" fmla="*/ 394 h 20"/>
                <a:gd name="T6" fmla="*/ 0 w 163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20">
                  <a:moveTo>
                    <a:pt x="163" y="0"/>
                  </a:moveTo>
                  <a:cubicBezTo>
                    <a:pt x="141" y="17"/>
                    <a:pt x="112" y="20"/>
                    <a:pt x="81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51" y="20"/>
                    <a:pt x="22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4" name="Freeform 210">
              <a:extLst>
                <a:ext uri="{FF2B5EF4-FFF2-40B4-BE49-F238E27FC236}">
                  <a16:creationId xmlns:a16="http://schemas.microsoft.com/office/drawing/2014/main" id="{E7F2AD99-2A50-4ECF-9A0A-9EC0A2BA8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268"/>
              <a:ext cx="400" cy="480"/>
            </a:xfrm>
            <a:custGeom>
              <a:avLst/>
              <a:gdLst>
                <a:gd name="T0" fmla="*/ 875 w 160"/>
                <a:gd name="T1" fmla="*/ 1459 h 180"/>
                <a:gd name="T2" fmla="*/ 958 w 160"/>
                <a:gd name="T3" fmla="*/ 363 h 180"/>
                <a:gd name="T4" fmla="*/ 1083 w 160"/>
                <a:gd name="T5" fmla="*/ 0 h 180"/>
                <a:gd name="T6" fmla="*/ 675 w 160"/>
                <a:gd name="T7" fmla="*/ 363 h 180"/>
                <a:gd name="T8" fmla="*/ 500 w 160"/>
                <a:gd name="T9" fmla="*/ 363 h 180"/>
                <a:gd name="T10" fmla="*/ 708 w 160"/>
                <a:gd name="T11" fmla="*/ 1651 h 180"/>
                <a:gd name="T12" fmla="*/ 583 w 160"/>
                <a:gd name="T13" fmla="*/ 2083 h 180"/>
                <a:gd name="T14" fmla="*/ 250 w 160"/>
                <a:gd name="T15" fmla="*/ 2637 h 180"/>
                <a:gd name="T16" fmla="*/ 0 w 160"/>
                <a:gd name="T17" fmla="*/ 2731 h 180"/>
                <a:gd name="T18" fmla="*/ 313 w 160"/>
                <a:gd name="T19" fmla="*/ 2824 h 180"/>
                <a:gd name="T20" fmla="*/ 208 w 160"/>
                <a:gd name="T21" fmla="*/ 3208 h 180"/>
                <a:gd name="T22" fmla="*/ 800 w 160"/>
                <a:gd name="T23" fmla="*/ 1912 h 180"/>
                <a:gd name="T24" fmla="*/ 2500 w 160"/>
                <a:gd name="T25" fmla="*/ 1877 h 180"/>
                <a:gd name="T26" fmla="*/ 2438 w 160"/>
                <a:gd name="T27" fmla="*/ 1672 h 180"/>
                <a:gd name="T28" fmla="*/ 875 w 160"/>
                <a:gd name="T29" fmla="*/ 1459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0" h="180">
                  <a:moveTo>
                    <a:pt x="56" y="77"/>
                  </a:moveTo>
                  <a:cubicBezTo>
                    <a:pt x="49" y="71"/>
                    <a:pt x="51" y="33"/>
                    <a:pt x="61" y="19"/>
                  </a:cubicBezTo>
                  <a:cubicBezTo>
                    <a:pt x="65" y="15"/>
                    <a:pt x="71" y="5"/>
                    <a:pt x="69" y="0"/>
                  </a:cubicBezTo>
                  <a:cubicBezTo>
                    <a:pt x="57" y="0"/>
                    <a:pt x="54" y="32"/>
                    <a:pt x="43" y="19"/>
                  </a:cubicBezTo>
                  <a:cubicBezTo>
                    <a:pt x="25" y="3"/>
                    <a:pt x="22" y="4"/>
                    <a:pt x="32" y="19"/>
                  </a:cubicBezTo>
                  <a:cubicBezTo>
                    <a:pt x="42" y="34"/>
                    <a:pt x="51" y="64"/>
                    <a:pt x="45" y="87"/>
                  </a:cubicBezTo>
                  <a:cubicBezTo>
                    <a:pt x="43" y="95"/>
                    <a:pt x="41" y="103"/>
                    <a:pt x="37" y="110"/>
                  </a:cubicBezTo>
                  <a:cubicBezTo>
                    <a:pt x="34" y="117"/>
                    <a:pt x="28" y="133"/>
                    <a:pt x="16" y="139"/>
                  </a:cubicBezTo>
                  <a:cubicBezTo>
                    <a:pt x="8" y="141"/>
                    <a:pt x="0" y="142"/>
                    <a:pt x="0" y="144"/>
                  </a:cubicBezTo>
                  <a:cubicBezTo>
                    <a:pt x="3" y="153"/>
                    <a:pt x="19" y="140"/>
                    <a:pt x="20" y="149"/>
                  </a:cubicBezTo>
                  <a:cubicBezTo>
                    <a:pt x="18" y="155"/>
                    <a:pt x="16" y="162"/>
                    <a:pt x="13" y="169"/>
                  </a:cubicBezTo>
                  <a:cubicBezTo>
                    <a:pt x="14" y="180"/>
                    <a:pt x="41" y="118"/>
                    <a:pt x="51" y="101"/>
                  </a:cubicBezTo>
                  <a:cubicBezTo>
                    <a:pt x="60" y="85"/>
                    <a:pt x="128" y="90"/>
                    <a:pt x="160" y="99"/>
                  </a:cubicBezTo>
                  <a:cubicBezTo>
                    <a:pt x="150" y="93"/>
                    <a:pt x="154" y="89"/>
                    <a:pt x="156" y="88"/>
                  </a:cubicBezTo>
                  <a:cubicBezTo>
                    <a:pt x="132" y="87"/>
                    <a:pt x="66" y="86"/>
                    <a:pt x="56" y="77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805" name="Freeform 211">
              <a:extLst>
                <a:ext uri="{FF2B5EF4-FFF2-40B4-BE49-F238E27FC236}">
                  <a16:creationId xmlns:a16="http://schemas.microsoft.com/office/drawing/2014/main" id="{496B9F21-B04D-45C8-917C-482F5D7B2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188"/>
              <a:ext cx="7" cy="16"/>
            </a:xfrm>
            <a:custGeom>
              <a:avLst/>
              <a:gdLst>
                <a:gd name="T0" fmla="*/ 0 w 3"/>
                <a:gd name="T1" fmla="*/ 0 h 6"/>
                <a:gd name="T2" fmla="*/ 28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3" y="3"/>
                    <a:pt x="2" y="5"/>
                    <a:pt x="2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6" name="Freeform 212">
              <a:extLst>
                <a:ext uri="{FF2B5EF4-FFF2-40B4-BE49-F238E27FC236}">
                  <a16:creationId xmlns:a16="http://schemas.microsoft.com/office/drawing/2014/main" id="{EC7502FC-0E17-4DC0-8C37-7736FFD24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249"/>
              <a:ext cx="20" cy="11"/>
            </a:xfrm>
            <a:custGeom>
              <a:avLst/>
              <a:gdLst>
                <a:gd name="T0" fmla="*/ 0 w 8"/>
                <a:gd name="T1" fmla="*/ 61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3"/>
                  </a:moveTo>
                  <a:cubicBezTo>
                    <a:pt x="2" y="4"/>
                    <a:pt x="7" y="2"/>
                    <a:pt x="8" y="0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807" name="Freeform 213">
              <a:extLst>
                <a:ext uri="{FF2B5EF4-FFF2-40B4-BE49-F238E27FC236}">
                  <a16:creationId xmlns:a16="http://schemas.microsoft.com/office/drawing/2014/main" id="{C0DB089D-49E6-49B6-9D3A-291FC1B9E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249"/>
              <a:ext cx="20" cy="11"/>
            </a:xfrm>
            <a:custGeom>
              <a:avLst/>
              <a:gdLst>
                <a:gd name="T0" fmla="*/ 0 w 8"/>
                <a:gd name="T1" fmla="*/ 61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3"/>
                  </a:moveTo>
                  <a:cubicBezTo>
                    <a:pt x="2" y="4"/>
                    <a:pt x="7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8" name="Freeform 214">
              <a:extLst>
                <a:ext uri="{FF2B5EF4-FFF2-40B4-BE49-F238E27FC236}">
                  <a16:creationId xmlns:a16="http://schemas.microsoft.com/office/drawing/2014/main" id="{1289A524-3A5E-44DD-941C-68BA402E7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255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3"/>
                    <a:pt x="4" y="3"/>
                    <a:pt x="6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9" name="Freeform 215">
              <a:extLst>
                <a:ext uri="{FF2B5EF4-FFF2-40B4-BE49-F238E27FC236}">
                  <a16:creationId xmlns:a16="http://schemas.microsoft.com/office/drawing/2014/main" id="{AC283868-E278-4BD7-BA51-9972706F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615"/>
              <a:ext cx="25" cy="37"/>
            </a:xfrm>
            <a:custGeom>
              <a:avLst/>
              <a:gdLst>
                <a:gd name="T0" fmla="*/ 20 w 10"/>
                <a:gd name="T1" fmla="*/ 0 h 14"/>
                <a:gd name="T2" fmla="*/ 158 w 10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" y="0"/>
                  </a:moveTo>
                  <a:cubicBezTo>
                    <a:pt x="0" y="7"/>
                    <a:pt x="3" y="12"/>
                    <a:pt x="10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0" name="Freeform 216">
              <a:extLst>
                <a:ext uri="{FF2B5EF4-FFF2-40B4-BE49-F238E27FC236}">
                  <a16:creationId xmlns:a16="http://schemas.microsoft.com/office/drawing/2014/main" id="{A1E35F9A-9CE1-40D7-8BD6-D0082AA33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303"/>
              <a:ext cx="340" cy="429"/>
            </a:xfrm>
            <a:custGeom>
              <a:avLst/>
              <a:gdLst>
                <a:gd name="T0" fmla="*/ 1925 w 136"/>
                <a:gd name="T1" fmla="*/ 285 h 161"/>
                <a:gd name="T2" fmla="*/ 1845 w 136"/>
                <a:gd name="T3" fmla="*/ 320 h 161"/>
                <a:gd name="T4" fmla="*/ 1345 w 136"/>
                <a:gd name="T5" fmla="*/ 1215 h 161"/>
                <a:gd name="T6" fmla="*/ 0 w 136"/>
                <a:gd name="T7" fmla="*/ 1420 h 161"/>
                <a:gd name="T8" fmla="*/ 63 w 136"/>
                <a:gd name="T9" fmla="*/ 1498 h 161"/>
                <a:gd name="T10" fmla="*/ 1500 w 136"/>
                <a:gd name="T11" fmla="*/ 1684 h 161"/>
                <a:gd name="T12" fmla="*/ 1675 w 136"/>
                <a:gd name="T13" fmla="*/ 2116 h 161"/>
                <a:gd name="T14" fmla="*/ 1720 w 136"/>
                <a:gd name="T15" fmla="*/ 2534 h 161"/>
                <a:gd name="T16" fmla="*/ 1500 w 136"/>
                <a:gd name="T17" fmla="*/ 2840 h 161"/>
                <a:gd name="T18" fmla="*/ 1833 w 136"/>
                <a:gd name="T19" fmla="*/ 2670 h 161"/>
                <a:gd name="T20" fmla="*/ 2020 w 136"/>
                <a:gd name="T21" fmla="*/ 2952 h 161"/>
                <a:gd name="T22" fmla="*/ 1520 w 136"/>
                <a:gd name="T23" fmla="*/ 1399 h 161"/>
                <a:gd name="T24" fmla="*/ 1925 w 136"/>
                <a:gd name="T25" fmla="*/ 285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6" h="161">
                  <a:moveTo>
                    <a:pt x="123" y="15"/>
                  </a:moveTo>
                  <a:cubicBezTo>
                    <a:pt x="133" y="0"/>
                    <a:pt x="136" y="1"/>
                    <a:pt x="118" y="17"/>
                  </a:cubicBezTo>
                  <a:cubicBezTo>
                    <a:pt x="100" y="33"/>
                    <a:pt x="96" y="55"/>
                    <a:pt x="86" y="64"/>
                  </a:cubicBezTo>
                  <a:cubicBezTo>
                    <a:pt x="76" y="73"/>
                    <a:pt x="27" y="71"/>
                    <a:pt x="0" y="75"/>
                  </a:cubicBezTo>
                  <a:cubicBezTo>
                    <a:pt x="4" y="75"/>
                    <a:pt x="12" y="75"/>
                    <a:pt x="4" y="79"/>
                  </a:cubicBezTo>
                  <a:cubicBezTo>
                    <a:pt x="30" y="80"/>
                    <a:pt x="88" y="75"/>
                    <a:pt x="96" y="89"/>
                  </a:cubicBezTo>
                  <a:cubicBezTo>
                    <a:pt x="99" y="94"/>
                    <a:pt x="103" y="103"/>
                    <a:pt x="107" y="112"/>
                  </a:cubicBezTo>
                  <a:cubicBezTo>
                    <a:pt x="109" y="117"/>
                    <a:pt x="113" y="127"/>
                    <a:pt x="110" y="134"/>
                  </a:cubicBezTo>
                  <a:cubicBezTo>
                    <a:pt x="107" y="140"/>
                    <a:pt x="100" y="146"/>
                    <a:pt x="96" y="150"/>
                  </a:cubicBezTo>
                  <a:cubicBezTo>
                    <a:pt x="97" y="155"/>
                    <a:pt x="115" y="134"/>
                    <a:pt x="117" y="141"/>
                  </a:cubicBezTo>
                  <a:cubicBezTo>
                    <a:pt x="123" y="156"/>
                    <a:pt x="129" y="161"/>
                    <a:pt x="129" y="156"/>
                  </a:cubicBezTo>
                  <a:cubicBezTo>
                    <a:pt x="117" y="120"/>
                    <a:pt x="102" y="98"/>
                    <a:pt x="97" y="74"/>
                  </a:cubicBezTo>
                  <a:cubicBezTo>
                    <a:pt x="91" y="51"/>
                    <a:pt x="113" y="30"/>
                    <a:pt x="123" y="15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811" name="Freeform 217">
              <a:extLst>
                <a:ext uri="{FF2B5EF4-FFF2-40B4-BE49-F238E27FC236}">
                  <a16:creationId xmlns:a16="http://schemas.microsoft.com/office/drawing/2014/main" id="{7892DA32-5406-4FB2-9AF7-129C9170F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473"/>
              <a:ext cx="63" cy="56"/>
            </a:xfrm>
            <a:custGeom>
              <a:avLst/>
              <a:gdLst>
                <a:gd name="T0" fmla="*/ 50 w 25"/>
                <a:gd name="T1" fmla="*/ 136 h 21"/>
                <a:gd name="T2" fmla="*/ 338 w 25"/>
                <a:gd name="T3" fmla="*/ 0 h 21"/>
                <a:gd name="T4" fmla="*/ 368 w 25"/>
                <a:gd name="T5" fmla="*/ 192 h 21"/>
                <a:gd name="T6" fmla="*/ 401 w 25"/>
                <a:gd name="T7" fmla="*/ 397 h 21"/>
                <a:gd name="T8" fmla="*/ 179 w 25"/>
                <a:gd name="T9" fmla="*/ 264 h 21"/>
                <a:gd name="T10" fmla="*/ 0 w 25"/>
                <a:gd name="T11" fmla="*/ 14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1">
                  <a:moveTo>
                    <a:pt x="3" y="7"/>
                  </a:moveTo>
                  <a:cubicBezTo>
                    <a:pt x="10" y="6"/>
                    <a:pt x="15" y="4"/>
                    <a:pt x="21" y="0"/>
                  </a:cubicBezTo>
                  <a:cubicBezTo>
                    <a:pt x="22" y="3"/>
                    <a:pt x="22" y="7"/>
                    <a:pt x="23" y="10"/>
                  </a:cubicBezTo>
                  <a:cubicBezTo>
                    <a:pt x="23" y="14"/>
                    <a:pt x="25" y="18"/>
                    <a:pt x="25" y="21"/>
                  </a:cubicBezTo>
                  <a:cubicBezTo>
                    <a:pt x="25" y="15"/>
                    <a:pt x="16" y="15"/>
                    <a:pt x="11" y="14"/>
                  </a:cubicBezTo>
                  <a:cubicBezTo>
                    <a:pt x="8" y="12"/>
                    <a:pt x="4" y="7"/>
                    <a:pt x="0" y="8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2" name="Freeform 218">
              <a:extLst>
                <a:ext uri="{FF2B5EF4-FFF2-40B4-BE49-F238E27FC236}">
                  <a16:creationId xmlns:a16="http://schemas.microsoft.com/office/drawing/2014/main" id="{0DB586DA-CB38-40E3-BA6D-537D0AD8B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3047"/>
              <a:ext cx="58" cy="77"/>
            </a:xfrm>
            <a:custGeom>
              <a:avLst/>
              <a:gdLst>
                <a:gd name="T0" fmla="*/ 0 w 23"/>
                <a:gd name="T1" fmla="*/ 520 h 29"/>
                <a:gd name="T2" fmla="*/ 96 w 23"/>
                <a:gd name="T3" fmla="*/ 520 h 29"/>
                <a:gd name="T4" fmla="*/ 192 w 23"/>
                <a:gd name="T5" fmla="*/ 542 h 29"/>
                <a:gd name="T6" fmla="*/ 318 w 23"/>
                <a:gd name="T7" fmla="*/ 0 h 29"/>
                <a:gd name="T8" fmla="*/ 0 w 23"/>
                <a:gd name="T9" fmla="*/ 52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9">
                  <a:moveTo>
                    <a:pt x="0" y="28"/>
                  </a:moveTo>
                  <a:cubicBezTo>
                    <a:pt x="2" y="28"/>
                    <a:pt x="4" y="28"/>
                    <a:pt x="6" y="28"/>
                  </a:cubicBezTo>
                  <a:cubicBezTo>
                    <a:pt x="8" y="28"/>
                    <a:pt x="10" y="29"/>
                    <a:pt x="12" y="29"/>
                  </a:cubicBezTo>
                  <a:cubicBezTo>
                    <a:pt x="23" y="18"/>
                    <a:pt x="22" y="6"/>
                    <a:pt x="20" y="0"/>
                  </a:cubicBezTo>
                  <a:cubicBezTo>
                    <a:pt x="22" y="16"/>
                    <a:pt x="10" y="23"/>
                    <a:pt x="0" y="28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813" name="Freeform 219">
              <a:extLst>
                <a:ext uri="{FF2B5EF4-FFF2-40B4-BE49-F238E27FC236}">
                  <a16:creationId xmlns:a16="http://schemas.microsoft.com/office/drawing/2014/main" id="{677CAFD7-A0CD-4A8A-83B3-DA90F7406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953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21 h 6"/>
                <a:gd name="T4" fmla="*/ 63 w 4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  <a:cubicBezTo>
                    <a:pt x="4" y="3"/>
                    <a:pt x="3" y="4"/>
                    <a:pt x="4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4" name="Freeform 220">
              <a:extLst>
                <a:ext uri="{FF2B5EF4-FFF2-40B4-BE49-F238E27FC236}">
                  <a16:creationId xmlns:a16="http://schemas.microsoft.com/office/drawing/2014/main" id="{DF3AE23F-58FB-401E-9EDF-D4E17E23B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3004"/>
              <a:ext cx="12" cy="16"/>
            </a:xfrm>
            <a:custGeom>
              <a:avLst/>
              <a:gdLst>
                <a:gd name="T0" fmla="*/ 70 w 5"/>
                <a:gd name="T1" fmla="*/ 0 h 6"/>
                <a:gd name="T2" fmla="*/ 29 w 5"/>
                <a:gd name="T3" fmla="*/ 115 h 6"/>
                <a:gd name="T4" fmla="*/ 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2" y="4"/>
                    <a:pt x="2" y="6"/>
                  </a:cubicBezTo>
                  <a:cubicBezTo>
                    <a:pt x="1" y="5"/>
                    <a:pt x="1" y="2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5" name="Freeform 221">
              <a:extLst>
                <a:ext uri="{FF2B5EF4-FFF2-40B4-BE49-F238E27FC236}">
                  <a16:creationId xmlns:a16="http://schemas.microsoft.com/office/drawing/2014/main" id="{03435415-2668-4D36-A43B-EF833ACD9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929"/>
              <a:ext cx="35" cy="38"/>
            </a:xfrm>
            <a:custGeom>
              <a:avLst/>
              <a:gdLst>
                <a:gd name="T0" fmla="*/ 220 w 14"/>
                <a:gd name="T1" fmla="*/ 117 h 14"/>
                <a:gd name="T2" fmla="*/ 145 w 14"/>
                <a:gd name="T3" fmla="*/ 0 h 14"/>
                <a:gd name="T4" fmla="*/ 188 w 14"/>
                <a:gd name="T5" fmla="*/ 220 h 14"/>
                <a:gd name="T6" fmla="*/ 0 w 14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4" y="6"/>
                  </a:moveTo>
                  <a:cubicBezTo>
                    <a:pt x="14" y="4"/>
                    <a:pt x="11" y="0"/>
                    <a:pt x="9" y="0"/>
                  </a:cubicBezTo>
                  <a:cubicBezTo>
                    <a:pt x="8" y="3"/>
                    <a:pt x="14" y="8"/>
                    <a:pt x="12" y="11"/>
                  </a:cubicBezTo>
                  <a:cubicBezTo>
                    <a:pt x="8" y="14"/>
                    <a:pt x="2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6" name="Freeform 222">
              <a:extLst>
                <a:ext uri="{FF2B5EF4-FFF2-40B4-BE49-F238E27FC236}">
                  <a16:creationId xmlns:a16="http://schemas.microsoft.com/office/drawing/2014/main" id="{152333C1-3572-4D73-B3EE-0ABEBA346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863"/>
              <a:ext cx="25" cy="29"/>
            </a:xfrm>
            <a:custGeom>
              <a:avLst/>
              <a:gdLst>
                <a:gd name="T0" fmla="*/ 158 w 10"/>
                <a:gd name="T1" fmla="*/ 76 h 11"/>
                <a:gd name="T2" fmla="*/ 0 w 10"/>
                <a:gd name="T3" fmla="*/ 76 h 11"/>
                <a:gd name="T4" fmla="*/ 158 w 10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4"/>
                  </a:moveTo>
                  <a:cubicBezTo>
                    <a:pt x="9" y="1"/>
                    <a:pt x="1" y="0"/>
                    <a:pt x="0" y="4"/>
                  </a:cubicBezTo>
                  <a:cubicBezTo>
                    <a:pt x="0" y="9"/>
                    <a:pt x="7" y="11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7" name="Freeform 223">
              <a:extLst>
                <a:ext uri="{FF2B5EF4-FFF2-40B4-BE49-F238E27FC236}">
                  <a16:creationId xmlns:a16="http://schemas.microsoft.com/office/drawing/2014/main" id="{B6F7C1DF-1BAC-4F65-8C7C-EDADD4AA3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905"/>
              <a:ext cx="33" cy="40"/>
            </a:xfrm>
            <a:custGeom>
              <a:avLst/>
              <a:gdLst>
                <a:gd name="T0" fmla="*/ 213 w 13"/>
                <a:gd name="T1" fmla="*/ 171 h 15"/>
                <a:gd name="T2" fmla="*/ 117 w 13"/>
                <a:gd name="T3" fmla="*/ 21 h 15"/>
                <a:gd name="T4" fmla="*/ 117 w 13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3" y="9"/>
                  </a:moveTo>
                  <a:cubicBezTo>
                    <a:pt x="12" y="7"/>
                    <a:pt x="10" y="0"/>
                    <a:pt x="7" y="1"/>
                  </a:cubicBezTo>
                  <a:cubicBezTo>
                    <a:pt x="0" y="2"/>
                    <a:pt x="6" y="12"/>
                    <a:pt x="7" y="1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8" name="Freeform 224">
              <a:extLst>
                <a:ext uri="{FF2B5EF4-FFF2-40B4-BE49-F238E27FC236}">
                  <a16:creationId xmlns:a16="http://schemas.microsoft.com/office/drawing/2014/main" id="{C0864CB6-C1EE-4950-8B88-3E6D96DE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511"/>
              <a:ext cx="2048" cy="651"/>
            </a:xfrm>
            <a:custGeom>
              <a:avLst/>
              <a:gdLst>
                <a:gd name="T0" fmla="*/ 12663 w 819"/>
                <a:gd name="T1" fmla="*/ 149 h 244"/>
                <a:gd name="T2" fmla="*/ 12806 w 819"/>
                <a:gd name="T3" fmla="*/ 419 h 244"/>
                <a:gd name="T4" fmla="*/ 12526 w 819"/>
                <a:gd name="T5" fmla="*/ 1766 h 244"/>
                <a:gd name="T6" fmla="*/ 12180 w 819"/>
                <a:gd name="T7" fmla="*/ 3076 h 244"/>
                <a:gd name="T8" fmla="*/ 11725 w 819"/>
                <a:gd name="T9" fmla="*/ 3802 h 244"/>
                <a:gd name="T10" fmla="*/ 11055 w 819"/>
                <a:gd name="T11" fmla="*/ 4328 h 244"/>
                <a:gd name="T12" fmla="*/ 10067 w 819"/>
                <a:gd name="T13" fmla="*/ 4349 h 244"/>
                <a:gd name="T14" fmla="*/ 9160 w 819"/>
                <a:gd name="T15" fmla="*/ 4600 h 244"/>
                <a:gd name="T16" fmla="*/ 8084 w 819"/>
                <a:gd name="T17" fmla="*/ 4157 h 244"/>
                <a:gd name="T18" fmla="*/ 7847 w 819"/>
                <a:gd name="T19" fmla="*/ 3268 h 244"/>
                <a:gd name="T20" fmla="*/ 7722 w 819"/>
                <a:gd name="T21" fmla="*/ 2607 h 244"/>
                <a:gd name="T22" fmla="*/ 8255 w 819"/>
                <a:gd name="T23" fmla="*/ 1708 h 244"/>
                <a:gd name="T24" fmla="*/ 9085 w 819"/>
                <a:gd name="T25" fmla="*/ 1617 h 244"/>
                <a:gd name="T26" fmla="*/ 8692 w 819"/>
                <a:gd name="T27" fmla="*/ 1515 h 244"/>
                <a:gd name="T28" fmla="*/ 7834 w 819"/>
                <a:gd name="T29" fmla="*/ 1446 h 244"/>
                <a:gd name="T30" fmla="*/ 7209 w 819"/>
                <a:gd name="T31" fmla="*/ 1310 h 244"/>
                <a:gd name="T32" fmla="*/ 6397 w 819"/>
                <a:gd name="T33" fmla="*/ 419 h 244"/>
                <a:gd name="T34" fmla="*/ 6397 w 819"/>
                <a:gd name="T35" fmla="*/ 419 h 244"/>
                <a:gd name="T36" fmla="*/ 5596 w 819"/>
                <a:gd name="T37" fmla="*/ 1310 h 244"/>
                <a:gd name="T38" fmla="*/ 4971 w 819"/>
                <a:gd name="T39" fmla="*/ 1446 h 244"/>
                <a:gd name="T40" fmla="*/ 4114 w 819"/>
                <a:gd name="T41" fmla="*/ 1515 h 244"/>
                <a:gd name="T42" fmla="*/ 3721 w 819"/>
                <a:gd name="T43" fmla="*/ 1617 h 244"/>
                <a:gd name="T44" fmla="*/ 4551 w 819"/>
                <a:gd name="T45" fmla="*/ 1708 h 244"/>
                <a:gd name="T46" fmla="*/ 5084 w 819"/>
                <a:gd name="T47" fmla="*/ 2607 h 244"/>
                <a:gd name="T48" fmla="*/ 4959 w 819"/>
                <a:gd name="T49" fmla="*/ 3268 h 244"/>
                <a:gd name="T50" fmla="*/ 4721 w 819"/>
                <a:gd name="T51" fmla="*/ 4157 h 244"/>
                <a:gd name="T52" fmla="*/ 3646 w 819"/>
                <a:gd name="T53" fmla="*/ 4600 h 244"/>
                <a:gd name="T54" fmla="*/ 2738 w 819"/>
                <a:gd name="T55" fmla="*/ 4349 h 244"/>
                <a:gd name="T56" fmla="*/ 1750 w 819"/>
                <a:gd name="T57" fmla="*/ 4328 h 244"/>
                <a:gd name="T58" fmla="*/ 1083 w 819"/>
                <a:gd name="T59" fmla="*/ 3802 h 244"/>
                <a:gd name="T60" fmla="*/ 625 w 819"/>
                <a:gd name="T61" fmla="*/ 3076 h 244"/>
                <a:gd name="T62" fmla="*/ 283 w 819"/>
                <a:gd name="T63" fmla="*/ 1766 h 244"/>
                <a:gd name="T64" fmla="*/ 0 w 819"/>
                <a:gd name="T65" fmla="*/ 419 h 244"/>
                <a:gd name="T66" fmla="*/ 708 w 819"/>
                <a:gd name="T67" fmla="*/ 0 h 24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19" h="244">
                  <a:moveTo>
                    <a:pt x="810" y="8"/>
                  </a:moveTo>
                  <a:cubicBezTo>
                    <a:pt x="816" y="12"/>
                    <a:pt x="819" y="16"/>
                    <a:pt x="819" y="22"/>
                  </a:cubicBezTo>
                  <a:cubicBezTo>
                    <a:pt x="819" y="53"/>
                    <a:pt x="807" y="66"/>
                    <a:pt x="801" y="93"/>
                  </a:cubicBezTo>
                  <a:cubicBezTo>
                    <a:pt x="795" y="119"/>
                    <a:pt x="797" y="146"/>
                    <a:pt x="779" y="162"/>
                  </a:cubicBezTo>
                  <a:cubicBezTo>
                    <a:pt x="762" y="178"/>
                    <a:pt x="753" y="179"/>
                    <a:pt x="750" y="200"/>
                  </a:cubicBezTo>
                  <a:cubicBezTo>
                    <a:pt x="747" y="220"/>
                    <a:pt x="737" y="219"/>
                    <a:pt x="707" y="228"/>
                  </a:cubicBezTo>
                  <a:cubicBezTo>
                    <a:pt x="678" y="236"/>
                    <a:pt x="666" y="228"/>
                    <a:pt x="644" y="229"/>
                  </a:cubicBezTo>
                  <a:cubicBezTo>
                    <a:pt x="622" y="231"/>
                    <a:pt x="606" y="244"/>
                    <a:pt x="586" y="242"/>
                  </a:cubicBezTo>
                  <a:cubicBezTo>
                    <a:pt x="565" y="241"/>
                    <a:pt x="537" y="239"/>
                    <a:pt x="517" y="219"/>
                  </a:cubicBezTo>
                  <a:cubicBezTo>
                    <a:pt x="497" y="199"/>
                    <a:pt x="512" y="179"/>
                    <a:pt x="502" y="172"/>
                  </a:cubicBezTo>
                  <a:cubicBezTo>
                    <a:pt x="492" y="165"/>
                    <a:pt x="493" y="150"/>
                    <a:pt x="494" y="137"/>
                  </a:cubicBezTo>
                  <a:cubicBezTo>
                    <a:pt x="495" y="124"/>
                    <a:pt x="509" y="86"/>
                    <a:pt x="528" y="90"/>
                  </a:cubicBezTo>
                  <a:cubicBezTo>
                    <a:pt x="547" y="94"/>
                    <a:pt x="581" y="98"/>
                    <a:pt x="581" y="85"/>
                  </a:cubicBezTo>
                  <a:cubicBezTo>
                    <a:pt x="581" y="72"/>
                    <a:pt x="572" y="82"/>
                    <a:pt x="556" y="80"/>
                  </a:cubicBezTo>
                  <a:cubicBezTo>
                    <a:pt x="540" y="78"/>
                    <a:pt x="525" y="77"/>
                    <a:pt x="501" y="76"/>
                  </a:cubicBezTo>
                  <a:cubicBezTo>
                    <a:pt x="477" y="75"/>
                    <a:pt x="480" y="71"/>
                    <a:pt x="461" y="69"/>
                  </a:cubicBezTo>
                  <a:cubicBezTo>
                    <a:pt x="442" y="67"/>
                    <a:pt x="409" y="56"/>
                    <a:pt x="409" y="22"/>
                  </a:cubicBezTo>
                  <a:cubicBezTo>
                    <a:pt x="409" y="22"/>
                    <a:pt x="409" y="22"/>
                    <a:pt x="409" y="22"/>
                  </a:cubicBezTo>
                  <a:cubicBezTo>
                    <a:pt x="409" y="56"/>
                    <a:pt x="377" y="67"/>
                    <a:pt x="358" y="69"/>
                  </a:cubicBezTo>
                  <a:cubicBezTo>
                    <a:pt x="339" y="71"/>
                    <a:pt x="342" y="75"/>
                    <a:pt x="318" y="76"/>
                  </a:cubicBezTo>
                  <a:cubicBezTo>
                    <a:pt x="294" y="77"/>
                    <a:pt x="279" y="78"/>
                    <a:pt x="263" y="80"/>
                  </a:cubicBezTo>
                  <a:cubicBezTo>
                    <a:pt x="247" y="82"/>
                    <a:pt x="238" y="72"/>
                    <a:pt x="238" y="85"/>
                  </a:cubicBezTo>
                  <a:cubicBezTo>
                    <a:pt x="238" y="98"/>
                    <a:pt x="272" y="94"/>
                    <a:pt x="291" y="90"/>
                  </a:cubicBezTo>
                  <a:cubicBezTo>
                    <a:pt x="310" y="86"/>
                    <a:pt x="324" y="124"/>
                    <a:pt x="325" y="137"/>
                  </a:cubicBezTo>
                  <a:cubicBezTo>
                    <a:pt x="326" y="150"/>
                    <a:pt x="327" y="165"/>
                    <a:pt x="317" y="172"/>
                  </a:cubicBezTo>
                  <a:cubicBezTo>
                    <a:pt x="307" y="179"/>
                    <a:pt x="322" y="199"/>
                    <a:pt x="302" y="219"/>
                  </a:cubicBezTo>
                  <a:cubicBezTo>
                    <a:pt x="282" y="239"/>
                    <a:pt x="254" y="241"/>
                    <a:pt x="233" y="242"/>
                  </a:cubicBezTo>
                  <a:cubicBezTo>
                    <a:pt x="213" y="244"/>
                    <a:pt x="197" y="231"/>
                    <a:pt x="175" y="229"/>
                  </a:cubicBezTo>
                  <a:cubicBezTo>
                    <a:pt x="153" y="228"/>
                    <a:pt x="141" y="236"/>
                    <a:pt x="112" y="228"/>
                  </a:cubicBezTo>
                  <a:cubicBezTo>
                    <a:pt x="82" y="219"/>
                    <a:pt x="72" y="220"/>
                    <a:pt x="69" y="200"/>
                  </a:cubicBezTo>
                  <a:cubicBezTo>
                    <a:pt x="66" y="179"/>
                    <a:pt x="57" y="178"/>
                    <a:pt x="40" y="162"/>
                  </a:cubicBezTo>
                  <a:cubicBezTo>
                    <a:pt x="22" y="146"/>
                    <a:pt x="24" y="119"/>
                    <a:pt x="18" y="93"/>
                  </a:cubicBezTo>
                  <a:cubicBezTo>
                    <a:pt x="12" y="66"/>
                    <a:pt x="0" y="53"/>
                    <a:pt x="0" y="22"/>
                  </a:cubicBezTo>
                  <a:cubicBezTo>
                    <a:pt x="0" y="5"/>
                    <a:pt x="24" y="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9" name="Freeform 225">
              <a:extLst>
                <a:ext uri="{FF2B5EF4-FFF2-40B4-BE49-F238E27FC236}">
                  <a16:creationId xmlns:a16="http://schemas.microsoft.com/office/drawing/2014/main" id="{19576EBC-FFDF-4519-A8BC-EA0A75D53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159"/>
              <a:ext cx="1126" cy="1352"/>
            </a:xfrm>
            <a:custGeom>
              <a:avLst/>
              <a:gdLst>
                <a:gd name="T0" fmla="*/ 0 w 450"/>
                <a:gd name="T1" fmla="*/ 4856 h 507"/>
                <a:gd name="T2" fmla="*/ 500 w 450"/>
                <a:gd name="T3" fmla="*/ 4893 h 507"/>
                <a:gd name="T4" fmla="*/ 500 w 450"/>
                <a:gd name="T5" fmla="*/ 4893 h 507"/>
                <a:gd name="T6" fmla="*/ 863 w 450"/>
                <a:gd name="T7" fmla="*/ 4872 h 507"/>
                <a:gd name="T8" fmla="*/ 863 w 450"/>
                <a:gd name="T9" fmla="*/ 4872 h 507"/>
                <a:gd name="T10" fmla="*/ 613 w 450"/>
                <a:gd name="T11" fmla="*/ 4608 h 507"/>
                <a:gd name="T12" fmla="*/ 613 w 450"/>
                <a:gd name="T13" fmla="*/ 3619 h 507"/>
                <a:gd name="T14" fmla="*/ 908 w 450"/>
                <a:gd name="T15" fmla="*/ 3379 h 507"/>
                <a:gd name="T16" fmla="*/ 1159 w 450"/>
                <a:gd name="T17" fmla="*/ 3264 h 507"/>
                <a:gd name="T18" fmla="*/ 550 w 450"/>
                <a:gd name="T19" fmla="*/ 3208 h 507"/>
                <a:gd name="T20" fmla="*/ 500 w 450"/>
                <a:gd name="T21" fmla="*/ 2765 h 507"/>
                <a:gd name="T22" fmla="*/ 533 w 450"/>
                <a:gd name="T23" fmla="*/ 2125 h 507"/>
                <a:gd name="T24" fmla="*/ 596 w 450"/>
                <a:gd name="T25" fmla="*/ 1059 h 507"/>
                <a:gd name="T26" fmla="*/ 1221 w 450"/>
                <a:gd name="T27" fmla="*/ 115 h 507"/>
                <a:gd name="T28" fmla="*/ 2097 w 450"/>
                <a:gd name="T29" fmla="*/ 285 h 507"/>
                <a:gd name="T30" fmla="*/ 3055 w 450"/>
                <a:gd name="T31" fmla="*/ 704 h 507"/>
                <a:gd name="T32" fmla="*/ 2868 w 450"/>
                <a:gd name="T33" fmla="*/ 1251 h 507"/>
                <a:gd name="T34" fmla="*/ 3213 w 450"/>
                <a:gd name="T35" fmla="*/ 739 h 507"/>
                <a:gd name="T36" fmla="*/ 3931 w 450"/>
                <a:gd name="T37" fmla="*/ 1117 h 507"/>
                <a:gd name="T38" fmla="*/ 4119 w 450"/>
                <a:gd name="T39" fmla="*/ 1800 h 507"/>
                <a:gd name="T40" fmla="*/ 4734 w 450"/>
                <a:gd name="T41" fmla="*/ 1800 h 507"/>
                <a:gd name="T42" fmla="*/ 5705 w 450"/>
                <a:gd name="T43" fmla="*/ 2901 h 507"/>
                <a:gd name="T44" fmla="*/ 5798 w 450"/>
                <a:gd name="T45" fmla="*/ 3336 h 507"/>
                <a:gd name="T46" fmla="*/ 5435 w 450"/>
                <a:gd name="T47" fmla="*/ 3981 h 507"/>
                <a:gd name="T48" fmla="*/ 4872 w 450"/>
                <a:gd name="T49" fmla="*/ 3947 h 507"/>
                <a:gd name="T50" fmla="*/ 5235 w 450"/>
                <a:gd name="T51" fmla="*/ 4267 h 507"/>
                <a:gd name="T52" fmla="*/ 5527 w 450"/>
                <a:gd name="T53" fmla="*/ 5141 h 507"/>
                <a:gd name="T54" fmla="*/ 5422 w 450"/>
                <a:gd name="T55" fmla="*/ 4232 h 507"/>
                <a:gd name="T56" fmla="*/ 5905 w 450"/>
                <a:gd name="T57" fmla="*/ 3528 h 507"/>
                <a:gd name="T58" fmla="*/ 6123 w 450"/>
                <a:gd name="T59" fmla="*/ 3619 h 507"/>
                <a:gd name="T60" fmla="*/ 6548 w 450"/>
                <a:gd name="T61" fmla="*/ 4608 h 507"/>
                <a:gd name="T62" fmla="*/ 6799 w 450"/>
                <a:gd name="T63" fmla="*/ 5709 h 507"/>
                <a:gd name="T64" fmla="*/ 6686 w 450"/>
                <a:gd name="T65" fmla="*/ 6349 h 507"/>
                <a:gd name="T66" fmla="*/ 6894 w 450"/>
                <a:gd name="T67" fmla="*/ 6861 h 507"/>
                <a:gd name="T68" fmla="*/ 7019 w 450"/>
                <a:gd name="T69" fmla="*/ 8213 h 507"/>
                <a:gd name="T70" fmla="*/ 6844 w 450"/>
                <a:gd name="T71" fmla="*/ 9408 h 507"/>
                <a:gd name="T72" fmla="*/ 6561 w 450"/>
                <a:gd name="T73" fmla="*/ 9557 h 5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50" h="507">
                  <a:moveTo>
                    <a:pt x="0" y="256"/>
                  </a:moveTo>
                  <a:cubicBezTo>
                    <a:pt x="11" y="258"/>
                    <a:pt x="21" y="258"/>
                    <a:pt x="32" y="258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40" y="258"/>
                    <a:pt x="48" y="258"/>
                    <a:pt x="55" y="257"/>
                  </a:cubicBezTo>
                  <a:cubicBezTo>
                    <a:pt x="55" y="257"/>
                    <a:pt x="55" y="257"/>
                    <a:pt x="55" y="257"/>
                  </a:cubicBezTo>
                  <a:cubicBezTo>
                    <a:pt x="43" y="254"/>
                    <a:pt x="39" y="256"/>
                    <a:pt x="39" y="243"/>
                  </a:cubicBezTo>
                  <a:cubicBezTo>
                    <a:pt x="38" y="232"/>
                    <a:pt x="35" y="206"/>
                    <a:pt x="39" y="191"/>
                  </a:cubicBezTo>
                  <a:cubicBezTo>
                    <a:pt x="43" y="180"/>
                    <a:pt x="53" y="178"/>
                    <a:pt x="58" y="178"/>
                  </a:cubicBezTo>
                  <a:cubicBezTo>
                    <a:pt x="71" y="179"/>
                    <a:pt x="81" y="177"/>
                    <a:pt x="74" y="172"/>
                  </a:cubicBezTo>
                  <a:cubicBezTo>
                    <a:pt x="67" y="167"/>
                    <a:pt x="37" y="176"/>
                    <a:pt x="35" y="169"/>
                  </a:cubicBezTo>
                  <a:cubicBezTo>
                    <a:pt x="32" y="162"/>
                    <a:pt x="31" y="154"/>
                    <a:pt x="32" y="146"/>
                  </a:cubicBezTo>
                  <a:cubicBezTo>
                    <a:pt x="34" y="137"/>
                    <a:pt x="35" y="128"/>
                    <a:pt x="34" y="112"/>
                  </a:cubicBezTo>
                  <a:cubicBezTo>
                    <a:pt x="34" y="89"/>
                    <a:pt x="33" y="76"/>
                    <a:pt x="38" y="56"/>
                  </a:cubicBezTo>
                  <a:cubicBezTo>
                    <a:pt x="43" y="47"/>
                    <a:pt x="46" y="16"/>
                    <a:pt x="78" y="6"/>
                  </a:cubicBezTo>
                  <a:cubicBezTo>
                    <a:pt x="90" y="0"/>
                    <a:pt x="109" y="3"/>
                    <a:pt x="134" y="15"/>
                  </a:cubicBezTo>
                  <a:cubicBezTo>
                    <a:pt x="159" y="26"/>
                    <a:pt x="198" y="27"/>
                    <a:pt x="195" y="37"/>
                  </a:cubicBezTo>
                  <a:cubicBezTo>
                    <a:pt x="191" y="51"/>
                    <a:pt x="176" y="67"/>
                    <a:pt x="183" y="66"/>
                  </a:cubicBezTo>
                  <a:cubicBezTo>
                    <a:pt x="191" y="65"/>
                    <a:pt x="195" y="35"/>
                    <a:pt x="205" y="39"/>
                  </a:cubicBezTo>
                  <a:cubicBezTo>
                    <a:pt x="227" y="45"/>
                    <a:pt x="232" y="45"/>
                    <a:pt x="251" y="59"/>
                  </a:cubicBezTo>
                  <a:cubicBezTo>
                    <a:pt x="270" y="72"/>
                    <a:pt x="255" y="91"/>
                    <a:pt x="263" y="95"/>
                  </a:cubicBezTo>
                  <a:cubicBezTo>
                    <a:pt x="270" y="100"/>
                    <a:pt x="286" y="83"/>
                    <a:pt x="302" y="95"/>
                  </a:cubicBezTo>
                  <a:cubicBezTo>
                    <a:pt x="317" y="105"/>
                    <a:pt x="350" y="139"/>
                    <a:pt x="364" y="153"/>
                  </a:cubicBezTo>
                  <a:cubicBezTo>
                    <a:pt x="374" y="163"/>
                    <a:pt x="371" y="173"/>
                    <a:pt x="370" y="176"/>
                  </a:cubicBezTo>
                  <a:cubicBezTo>
                    <a:pt x="366" y="190"/>
                    <a:pt x="358" y="204"/>
                    <a:pt x="347" y="210"/>
                  </a:cubicBezTo>
                  <a:cubicBezTo>
                    <a:pt x="330" y="220"/>
                    <a:pt x="326" y="214"/>
                    <a:pt x="311" y="208"/>
                  </a:cubicBezTo>
                  <a:cubicBezTo>
                    <a:pt x="303" y="206"/>
                    <a:pt x="326" y="219"/>
                    <a:pt x="334" y="225"/>
                  </a:cubicBezTo>
                  <a:cubicBezTo>
                    <a:pt x="352" y="239"/>
                    <a:pt x="342" y="273"/>
                    <a:pt x="353" y="271"/>
                  </a:cubicBezTo>
                  <a:cubicBezTo>
                    <a:pt x="365" y="267"/>
                    <a:pt x="345" y="233"/>
                    <a:pt x="346" y="223"/>
                  </a:cubicBezTo>
                  <a:cubicBezTo>
                    <a:pt x="347" y="211"/>
                    <a:pt x="369" y="192"/>
                    <a:pt x="377" y="186"/>
                  </a:cubicBezTo>
                  <a:cubicBezTo>
                    <a:pt x="377" y="186"/>
                    <a:pt x="386" y="180"/>
                    <a:pt x="391" y="191"/>
                  </a:cubicBezTo>
                  <a:cubicBezTo>
                    <a:pt x="395" y="197"/>
                    <a:pt x="412" y="226"/>
                    <a:pt x="418" y="243"/>
                  </a:cubicBezTo>
                  <a:cubicBezTo>
                    <a:pt x="424" y="261"/>
                    <a:pt x="429" y="277"/>
                    <a:pt x="434" y="301"/>
                  </a:cubicBezTo>
                  <a:cubicBezTo>
                    <a:pt x="438" y="314"/>
                    <a:pt x="441" y="327"/>
                    <a:pt x="427" y="335"/>
                  </a:cubicBezTo>
                  <a:cubicBezTo>
                    <a:pt x="439" y="335"/>
                    <a:pt x="442" y="354"/>
                    <a:pt x="440" y="362"/>
                  </a:cubicBezTo>
                  <a:cubicBezTo>
                    <a:pt x="441" y="388"/>
                    <a:pt x="450" y="415"/>
                    <a:pt x="448" y="433"/>
                  </a:cubicBezTo>
                  <a:cubicBezTo>
                    <a:pt x="447" y="454"/>
                    <a:pt x="445" y="481"/>
                    <a:pt x="437" y="496"/>
                  </a:cubicBezTo>
                  <a:cubicBezTo>
                    <a:pt x="432" y="507"/>
                    <a:pt x="426" y="504"/>
                    <a:pt x="419" y="50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0" name="Freeform 226">
              <a:extLst>
                <a:ext uri="{FF2B5EF4-FFF2-40B4-BE49-F238E27FC236}">
                  <a16:creationId xmlns:a16="http://schemas.microsoft.com/office/drawing/2014/main" id="{3A6FEBB7-97D4-4C65-AD86-45315F039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532"/>
              <a:ext cx="130" cy="48"/>
            </a:xfrm>
            <a:custGeom>
              <a:avLst/>
              <a:gdLst>
                <a:gd name="T0" fmla="*/ 813 w 52"/>
                <a:gd name="T1" fmla="*/ 0 h 18"/>
                <a:gd name="T2" fmla="*/ 625 w 52"/>
                <a:gd name="T3" fmla="*/ 77 h 18"/>
                <a:gd name="T4" fmla="*/ 470 w 52"/>
                <a:gd name="T5" fmla="*/ 264 h 18"/>
                <a:gd name="T6" fmla="*/ 488 w 52"/>
                <a:gd name="T7" fmla="*/ 205 h 18"/>
                <a:gd name="T8" fmla="*/ 313 w 52"/>
                <a:gd name="T9" fmla="*/ 341 h 18"/>
                <a:gd name="T10" fmla="*/ 0 w 52"/>
                <a:gd name="T11" fmla="*/ 22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8">
                  <a:moveTo>
                    <a:pt x="52" y="0"/>
                  </a:moveTo>
                  <a:cubicBezTo>
                    <a:pt x="48" y="2"/>
                    <a:pt x="43" y="2"/>
                    <a:pt x="40" y="4"/>
                  </a:cubicBezTo>
                  <a:cubicBezTo>
                    <a:pt x="36" y="6"/>
                    <a:pt x="33" y="11"/>
                    <a:pt x="30" y="14"/>
                  </a:cubicBezTo>
                  <a:cubicBezTo>
                    <a:pt x="31" y="13"/>
                    <a:pt x="31" y="12"/>
                    <a:pt x="31" y="11"/>
                  </a:cubicBezTo>
                  <a:cubicBezTo>
                    <a:pt x="27" y="11"/>
                    <a:pt x="23" y="14"/>
                    <a:pt x="20" y="18"/>
                  </a:cubicBezTo>
                  <a:cubicBezTo>
                    <a:pt x="25" y="6"/>
                    <a:pt x="4" y="14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1" name="Freeform 227">
              <a:extLst>
                <a:ext uri="{FF2B5EF4-FFF2-40B4-BE49-F238E27FC236}">
                  <a16:creationId xmlns:a16="http://schemas.microsoft.com/office/drawing/2014/main" id="{E22E0C06-6379-471C-B983-D2D3DEA97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519"/>
              <a:ext cx="185" cy="72"/>
            </a:xfrm>
            <a:custGeom>
              <a:avLst/>
              <a:gdLst>
                <a:gd name="T0" fmla="*/ 0 w 74"/>
                <a:gd name="T1" fmla="*/ 0 h 27"/>
                <a:gd name="T2" fmla="*/ 658 w 74"/>
                <a:gd name="T3" fmla="*/ 456 h 27"/>
                <a:gd name="T4" fmla="*/ 613 w 74"/>
                <a:gd name="T5" fmla="*/ 320 h 27"/>
                <a:gd name="T6" fmla="*/ 800 w 74"/>
                <a:gd name="T7" fmla="*/ 477 h 27"/>
                <a:gd name="T8" fmla="*/ 750 w 74"/>
                <a:gd name="T9" fmla="*/ 341 h 27"/>
                <a:gd name="T10" fmla="*/ 938 w 74"/>
                <a:gd name="T11" fmla="*/ 456 h 27"/>
                <a:gd name="T12" fmla="*/ 1158 w 74"/>
                <a:gd name="T13" fmla="*/ 477 h 27"/>
                <a:gd name="T14" fmla="*/ 1020 w 74"/>
                <a:gd name="T15" fmla="*/ 9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27">
                  <a:moveTo>
                    <a:pt x="0" y="0"/>
                  </a:moveTo>
                  <a:cubicBezTo>
                    <a:pt x="16" y="4"/>
                    <a:pt x="35" y="9"/>
                    <a:pt x="42" y="24"/>
                  </a:cubicBezTo>
                  <a:cubicBezTo>
                    <a:pt x="41" y="22"/>
                    <a:pt x="40" y="20"/>
                    <a:pt x="39" y="17"/>
                  </a:cubicBezTo>
                  <a:cubicBezTo>
                    <a:pt x="43" y="18"/>
                    <a:pt x="49" y="21"/>
                    <a:pt x="51" y="25"/>
                  </a:cubicBezTo>
                  <a:cubicBezTo>
                    <a:pt x="50" y="23"/>
                    <a:pt x="48" y="20"/>
                    <a:pt x="48" y="18"/>
                  </a:cubicBezTo>
                  <a:cubicBezTo>
                    <a:pt x="52" y="21"/>
                    <a:pt x="57" y="20"/>
                    <a:pt x="60" y="24"/>
                  </a:cubicBezTo>
                  <a:cubicBezTo>
                    <a:pt x="61" y="16"/>
                    <a:pt x="69" y="27"/>
                    <a:pt x="74" y="25"/>
                  </a:cubicBezTo>
                  <a:cubicBezTo>
                    <a:pt x="74" y="18"/>
                    <a:pt x="70" y="10"/>
                    <a:pt x="6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2" name="Freeform 228">
              <a:extLst>
                <a:ext uri="{FF2B5EF4-FFF2-40B4-BE49-F238E27FC236}">
                  <a16:creationId xmlns:a16="http://schemas.microsoft.com/office/drawing/2014/main" id="{A93E1B55-238F-4C91-AC8B-2A3F8B4C1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511"/>
              <a:ext cx="235" cy="82"/>
            </a:xfrm>
            <a:custGeom>
              <a:avLst/>
              <a:gdLst>
                <a:gd name="T0" fmla="*/ 1470 w 94"/>
                <a:gd name="T1" fmla="*/ 34 h 31"/>
                <a:gd name="T2" fmla="*/ 800 w 94"/>
                <a:gd name="T3" fmla="*/ 484 h 31"/>
                <a:gd name="T4" fmla="*/ 833 w 94"/>
                <a:gd name="T5" fmla="*/ 294 h 31"/>
                <a:gd name="T6" fmla="*/ 720 w 94"/>
                <a:gd name="T7" fmla="*/ 391 h 31"/>
                <a:gd name="T8" fmla="*/ 708 w 94"/>
                <a:gd name="T9" fmla="*/ 315 h 31"/>
                <a:gd name="T10" fmla="*/ 563 w 94"/>
                <a:gd name="T11" fmla="*/ 497 h 31"/>
                <a:gd name="T12" fmla="*/ 563 w 94"/>
                <a:gd name="T13" fmla="*/ 405 h 31"/>
                <a:gd name="T14" fmla="*/ 375 w 94"/>
                <a:gd name="T15" fmla="*/ 574 h 31"/>
                <a:gd name="T16" fmla="*/ 238 w 94"/>
                <a:gd name="T17" fmla="*/ 484 h 31"/>
                <a:gd name="T18" fmla="*/ 0 w 94"/>
                <a:gd name="T19" fmla="*/ 463 h 31"/>
                <a:gd name="T20" fmla="*/ 583 w 94"/>
                <a:gd name="T21" fmla="*/ 183 h 31"/>
                <a:gd name="T22" fmla="*/ 1158 w 94"/>
                <a:gd name="T23" fmla="*/ 21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31">
                  <a:moveTo>
                    <a:pt x="94" y="2"/>
                  </a:moveTo>
                  <a:cubicBezTo>
                    <a:pt x="78" y="0"/>
                    <a:pt x="59" y="15"/>
                    <a:pt x="51" y="26"/>
                  </a:cubicBezTo>
                  <a:cubicBezTo>
                    <a:pt x="52" y="23"/>
                    <a:pt x="53" y="20"/>
                    <a:pt x="53" y="16"/>
                  </a:cubicBezTo>
                  <a:cubicBezTo>
                    <a:pt x="50" y="15"/>
                    <a:pt x="47" y="17"/>
                    <a:pt x="46" y="21"/>
                  </a:cubicBezTo>
                  <a:cubicBezTo>
                    <a:pt x="46" y="19"/>
                    <a:pt x="45" y="18"/>
                    <a:pt x="45" y="17"/>
                  </a:cubicBezTo>
                  <a:cubicBezTo>
                    <a:pt x="41" y="19"/>
                    <a:pt x="39" y="23"/>
                    <a:pt x="36" y="27"/>
                  </a:cubicBezTo>
                  <a:cubicBezTo>
                    <a:pt x="37" y="25"/>
                    <a:pt x="36" y="24"/>
                    <a:pt x="36" y="22"/>
                  </a:cubicBezTo>
                  <a:cubicBezTo>
                    <a:pt x="31" y="22"/>
                    <a:pt x="28" y="27"/>
                    <a:pt x="24" y="31"/>
                  </a:cubicBezTo>
                  <a:cubicBezTo>
                    <a:pt x="24" y="25"/>
                    <a:pt x="19" y="26"/>
                    <a:pt x="15" y="26"/>
                  </a:cubicBezTo>
                  <a:cubicBezTo>
                    <a:pt x="10" y="25"/>
                    <a:pt x="5" y="23"/>
                    <a:pt x="0" y="25"/>
                  </a:cubicBezTo>
                  <a:cubicBezTo>
                    <a:pt x="8" y="17"/>
                    <a:pt x="26" y="14"/>
                    <a:pt x="37" y="10"/>
                  </a:cubicBezTo>
                  <a:cubicBezTo>
                    <a:pt x="49" y="6"/>
                    <a:pt x="65" y="7"/>
                    <a:pt x="7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3" name="Freeform 229">
              <a:extLst>
                <a:ext uri="{FF2B5EF4-FFF2-40B4-BE49-F238E27FC236}">
                  <a16:creationId xmlns:a16="http://schemas.microsoft.com/office/drawing/2014/main" id="{9F9EE9CD-D59A-46A6-B3F6-2B5255C73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143"/>
              <a:ext cx="75" cy="320"/>
            </a:xfrm>
            <a:custGeom>
              <a:avLst/>
              <a:gdLst>
                <a:gd name="T0" fmla="*/ 470 w 30"/>
                <a:gd name="T1" fmla="*/ 2275 h 120"/>
                <a:gd name="T2" fmla="*/ 83 w 30"/>
                <a:gd name="T3" fmla="*/ 0 h 120"/>
                <a:gd name="T4" fmla="*/ 470 w 30"/>
                <a:gd name="T5" fmla="*/ 2275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20">
                  <a:moveTo>
                    <a:pt x="30" y="120"/>
                  </a:moveTo>
                  <a:cubicBezTo>
                    <a:pt x="0" y="82"/>
                    <a:pt x="1" y="28"/>
                    <a:pt x="5" y="0"/>
                  </a:cubicBezTo>
                  <a:cubicBezTo>
                    <a:pt x="4" y="34"/>
                    <a:pt x="11" y="80"/>
                    <a:pt x="30" y="1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4" name="Freeform 230">
              <a:extLst>
                <a:ext uri="{FF2B5EF4-FFF2-40B4-BE49-F238E27FC236}">
                  <a16:creationId xmlns:a16="http://schemas.microsoft.com/office/drawing/2014/main" id="{64D962BF-0387-4DC3-8C40-C6431F7A8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956"/>
              <a:ext cx="173" cy="272"/>
            </a:xfrm>
            <a:custGeom>
              <a:avLst/>
              <a:gdLst>
                <a:gd name="T0" fmla="*/ 1088 w 69"/>
                <a:gd name="T1" fmla="*/ 0 h 102"/>
                <a:gd name="T2" fmla="*/ 0 w 69"/>
                <a:gd name="T3" fmla="*/ 1933 h 102"/>
                <a:gd name="T4" fmla="*/ 1088 w 69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02">
                  <a:moveTo>
                    <a:pt x="69" y="0"/>
                  </a:moveTo>
                  <a:cubicBezTo>
                    <a:pt x="52" y="5"/>
                    <a:pt x="5" y="47"/>
                    <a:pt x="0" y="102"/>
                  </a:cubicBezTo>
                  <a:cubicBezTo>
                    <a:pt x="3" y="84"/>
                    <a:pt x="29" y="28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5" name="Freeform 231">
              <a:extLst>
                <a:ext uri="{FF2B5EF4-FFF2-40B4-BE49-F238E27FC236}">
                  <a16:creationId xmlns:a16="http://schemas.microsoft.com/office/drawing/2014/main" id="{8D45B61B-C49A-4A73-8A33-CC403C2E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249"/>
              <a:ext cx="87" cy="176"/>
            </a:xfrm>
            <a:custGeom>
              <a:avLst/>
              <a:gdLst>
                <a:gd name="T0" fmla="*/ 537 w 35"/>
                <a:gd name="T1" fmla="*/ 0 h 66"/>
                <a:gd name="T2" fmla="*/ 259 w 35"/>
                <a:gd name="T3" fmla="*/ 717 h 66"/>
                <a:gd name="T4" fmla="*/ 0 w 35"/>
                <a:gd name="T5" fmla="*/ 1251 h 66"/>
                <a:gd name="T6" fmla="*/ 370 w 35"/>
                <a:gd name="T7" fmla="*/ 661 h 66"/>
                <a:gd name="T8" fmla="*/ 537 w 35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6">
                  <a:moveTo>
                    <a:pt x="35" y="0"/>
                  </a:moveTo>
                  <a:cubicBezTo>
                    <a:pt x="29" y="3"/>
                    <a:pt x="22" y="23"/>
                    <a:pt x="17" y="38"/>
                  </a:cubicBezTo>
                  <a:cubicBezTo>
                    <a:pt x="12" y="54"/>
                    <a:pt x="5" y="64"/>
                    <a:pt x="0" y="66"/>
                  </a:cubicBezTo>
                  <a:cubicBezTo>
                    <a:pt x="12" y="64"/>
                    <a:pt x="20" y="44"/>
                    <a:pt x="24" y="35"/>
                  </a:cubicBezTo>
                  <a:cubicBezTo>
                    <a:pt x="27" y="26"/>
                    <a:pt x="28" y="5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6" name="Freeform 232">
              <a:extLst>
                <a:ext uri="{FF2B5EF4-FFF2-40B4-BE49-F238E27FC236}">
                  <a16:creationId xmlns:a16="http://schemas.microsoft.com/office/drawing/2014/main" id="{E774C392-5F52-431E-896B-D0B7CFAB7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447"/>
              <a:ext cx="755" cy="122"/>
            </a:xfrm>
            <a:custGeom>
              <a:avLst/>
              <a:gdLst>
                <a:gd name="T0" fmla="*/ 4720 w 302"/>
                <a:gd name="T1" fmla="*/ 859 h 46"/>
                <a:gd name="T2" fmla="*/ 4583 w 302"/>
                <a:gd name="T3" fmla="*/ 724 h 46"/>
                <a:gd name="T4" fmla="*/ 2313 w 302"/>
                <a:gd name="T5" fmla="*/ 0 h 46"/>
                <a:gd name="T6" fmla="*/ 2313 w 302"/>
                <a:gd name="T7" fmla="*/ 0 h 46"/>
                <a:gd name="T8" fmla="*/ 63 w 302"/>
                <a:gd name="T9" fmla="*/ 724 h 46"/>
                <a:gd name="T10" fmla="*/ 0 w 302"/>
                <a:gd name="T11" fmla="*/ 78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2" h="46">
                  <a:moveTo>
                    <a:pt x="302" y="46"/>
                  </a:moveTo>
                  <a:cubicBezTo>
                    <a:pt x="299" y="43"/>
                    <a:pt x="295" y="41"/>
                    <a:pt x="293" y="39"/>
                  </a:cubicBezTo>
                  <a:cubicBezTo>
                    <a:pt x="272" y="23"/>
                    <a:pt x="195" y="0"/>
                    <a:pt x="148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02" y="0"/>
                    <a:pt x="25" y="23"/>
                    <a:pt x="4" y="39"/>
                  </a:cubicBezTo>
                  <a:cubicBezTo>
                    <a:pt x="3" y="40"/>
                    <a:pt x="1" y="41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7" name="Freeform 233">
              <a:extLst>
                <a:ext uri="{FF2B5EF4-FFF2-40B4-BE49-F238E27FC236}">
                  <a16:creationId xmlns:a16="http://schemas.microsoft.com/office/drawing/2014/main" id="{40818E3E-013E-4EE8-B75B-040A68436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463"/>
              <a:ext cx="670" cy="106"/>
            </a:xfrm>
            <a:custGeom>
              <a:avLst/>
              <a:gdLst>
                <a:gd name="T0" fmla="*/ 0 w 268"/>
                <a:gd name="T1" fmla="*/ 689 h 40"/>
                <a:gd name="T2" fmla="*/ 63 w 268"/>
                <a:gd name="T3" fmla="*/ 633 h 40"/>
                <a:gd name="T4" fmla="*/ 2050 w 268"/>
                <a:gd name="T5" fmla="*/ 0 h 40"/>
                <a:gd name="T6" fmla="*/ 2050 w 268"/>
                <a:gd name="T7" fmla="*/ 0 h 40"/>
                <a:gd name="T8" fmla="*/ 4083 w 268"/>
                <a:gd name="T9" fmla="*/ 633 h 40"/>
                <a:gd name="T10" fmla="*/ 4188 w 268"/>
                <a:gd name="T11" fmla="*/ 74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8" h="40">
                  <a:moveTo>
                    <a:pt x="0" y="37"/>
                  </a:moveTo>
                  <a:cubicBezTo>
                    <a:pt x="1" y="36"/>
                    <a:pt x="3" y="35"/>
                    <a:pt x="4" y="34"/>
                  </a:cubicBezTo>
                  <a:cubicBezTo>
                    <a:pt x="25" y="17"/>
                    <a:pt x="90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72" y="0"/>
                    <a:pt x="240" y="18"/>
                    <a:pt x="261" y="34"/>
                  </a:cubicBezTo>
                  <a:cubicBezTo>
                    <a:pt x="263" y="36"/>
                    <a:pt x="266" y="38"/>
                    <a:pt x="268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8" name="Freeform 234">
              <a:extLst>
                <a:ext uri="{FF2B5EF4-FFF2-40B4-BE49-F238E27FC236}">
                  <a16:creationId xmlns:a16="http://schemas.microsoft.com/office/drawing/2014/main" id="{1012BE3A-677E-4938-995A-78F9D4864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479"/>
              <a:ext cx="588" cy="93"/>
            </a:xfrm>
            <a:custGeom>
              <a:avLst/>
              <a:gdLst>
                <a:gd name="T0" fmla="*/ 0 w 235"/>
                <a:gd name="T1" fmla="*/ 601 h 35"/>
                <a:gd name="T2" fmla="*/ 63 w 235"/>
                <a:gd name="T3" fmla="*/ 545 h 35"/>
                <a:gd name="T4" fmla="*/ 1784 w 235"/>
                <a:gd name="T5" fmla="*/ 0 h 35"/>
                <a:gd name="T6" fmla="*/ 1784 w 235"/>
                <a:gd name="T7" fmla="*/ 0 h 35"/>
                <a:gd name="T8" fmla="*/ 3588 w 235"/>
                <a:gd name="T9" fmla="*/ 545 h 35"/>
                <a:gd name="T10" fmla="*/ 3681 w 235"/>
                <a:gd name="T11" fmla="*/ 65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5" h="35">
                  <a:moveTo>
                    <a:pt x="0" y="32"/>
                  </a:moveTo>
                  <a:cubicBezTo>
                    <a:pt x="2" y="31"/>
                    <a:pt x="3" y="30"/>
                    <a:pt x="4" y="29"/>
                  </a:cubicBezTo>
                  <a:cubicBezTo>
                    <a:pt x="24" y="11"/>
                    <a:pt x="79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49" y="0"/>
                    <a:pt x="209" y="13"/>
                    <a:pt x="229" y="29"/>
                  </a:cubicBezTo>
                  <a:cubicBezTo>
                    <a:pt x="231" y="31"/>
                    <a:pt x="233" y="33"/>
                    <a:pt x="235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9" name="Freeform 235">
              <a:extLst>
                <a:ext uri="{FF2B5EF4-FFF2-40B4-BE49-F238E27FC236}">
                  <a16:creationId xmlns:a16="http://schemas.microsoft.com/office/drawing/2014/main" id="{1E0B3317-475D-448E-BF2D-29985B99C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495"/>
              <a:ext cx="503" cy="80"/>
            </a:xfrm>
            <a:custGeom>
              <a:avLst/>
              <a:gdLst>
                <a:gd name="T0" fmla="*/ 0 w 201"/>
                <a:gd name="T1" fmla="*/ 512 h 30"/>
                <a:gd name="T2" fmla="*/ 33 w 201"/>
                <a:gd name="T3" fmla="*/ 456 h 30"/>
                <a:gd name="T4" fmla="*/ 1504 w 201"/>
                <a:gd name="T5" fmla="*/ 0 h 30"/>
                <a:gd name="T6" fmla="*/ 1522 w 201"/>
                <a:gd name="T7" fmla="*/ 0 h 30"/>
                <a:gd name="T8" fmla="*/ 3068 w 201"/>
                <a:gd name="T9" fmla="*/ 477 h 30"/>
                <a:gd name="T10" fmla="*/ 3151 w 201"/>
                <a:gd name="T11" fmla="*/ 5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" h="30">
                  <a:moveTo>
                    <a:pt x="0" y="27"/>
                  </a:moveTo>
                  <a:cubicBezTo>
                    <a:pt x="1" y="26"/>
                    <a:pt x="2" y="25"/>
                    <a:pt x="2" y="24"/>
                  </a:cubicBezTo>
                  <a:cubicBezTo>
                    <a:pt x="23" y="5"/>
                    <a:pt x="67" y="0"/>
                    <a:pt x="96" y="0"/>
                  </a:cubicBezTo>
                  <a:cubicBezTo>
                    <a:pt x="96" y="0"/>
                    <a:pt x="96" y="0"/>
                    <a:pt x="97" y="0"/>
                  </a:cubicBezTo>
                  <a:cubicBezTo>
                    <a:pt x="125" y="0"/>
                    <a:pt x="177" y="8"/>
                    <a:pt x="196" y="25"/>
                  </a:cubicBezTo>
                  <a:cubicBezTo>
                    <a:pt x="197" y="26"/>
                    <a:pt x="199" y="28"/>
                    <a:pt x="201" y="3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0" name="Freeform 236">
              <a:extLst>
                <a:ext uri="{FF2B5EF4-FFF2-40B4-BE49-F238E27FC236}">
                  <a16:creationId xmlns:a16="http://schemas.microsoft.com/office/drawing/2014/main" id="{5F1B990E-FF08-4212-AC70-8F3CEF154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508"/>
              <a:ext cx="412" cy="67"/>
            </a:xfrm>
            <a:custGeom>
              <a:avLst/>
              <a:gdLst>
                <a:gd name="T0" fmla="*/ 0 w 165"/>
                <a:gd name="T1" fmla="*/ 423 h 25"/>
                <a:gd name="T2" fmla="*/ 1229 w 165"/>
                <a:gd name="T3" fmla="*/ 21 h 25"/>
                <a:gd name="T4" fmla="*/ 2569 w 165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25">
                  <a:moveTo>
                    <a:pt x="0" y="22"/>
                  </a:moveTo>
                  <a:cubicBezTo>
                    <a:pt x="20" y="0"/>
                    <a:pt x="55" y="1"/>
                    <a:pt x="79" y="1"/>
                  </a:cubicBezTo>
                  <a:cubicBezTo>
                    <a:pt x="104" y="1"/>
                    <a:pt x="151" y="4"/>
                    <a:pt x="165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1" name="Freeform 237">
              <a:extLst>
                <a:ext uri="{FF2B5EF4-FFF2-40B4-BE49-F238E27FC236}">
                  <a16:creationId xmlns:a16="http://schemas.microsoft.com/office/drawing/2014/main" id="{541F5E12-FB4E-4B3E-BF9D-5BD0DBAE6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532"/>
              <a:ext cx="48" cy="32"/>
            </a:xfrm>
            <a:custGeom>
              <a:avLst/>
              <a:gdLst>
                <a:gd name="T0" fmla="*/ 20 w 19"/>
                <a:gd name="T1" fmla="*/ 227 h 12"/>
                <a:gd name="T2" fmla="*/ 0 w 19"/>
                <a:gd name="T3" fmla="*/ 171 h 12"/>
                <a:gd name="T4" fmla="*/ 63 w 19"/>
                <a:gd name="T5" fmla="*/ 192 h 12"/>
                <a:gd name="T6" fmla="*/ 63 w 19"/>
                <a:gd name="T7" fmla="*/ 115 h 12"/>
                <a:gd name="T8" fmla="*/ 159 w 19"/>
                <a:gd name="T9" fmla="*/ 136 h 12"/>
                <a:gd name="T10" fmla="*/ 179 w 19"/>
                <a:gd name="T11" fmla="*/ 0 h 12"/>
                <a:gd name="T12" fmla="*/ 306 w 19"/>
                <a:gd name="T13" fmla="*/ 5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2">
                  <a:moveTo>
                    <a:pt x="1" y="12"/>
                  </a:moveTo>
                  <a:cubicBezTo>
                    <a:pt x="0" y="11"/>
                    <a:pt x="0" y="10"/>
                    <a:pt x="0" y="9"/>
                  </a:cubicBezTo>
                  <a:cubicBezTo>
                    <a:pt x="1" y="8"/>
                    <a:pt x="3" y="9"/>
                    <a:pt x="4" y="10"/>
                  </a:cubicBezTo>
                  <a:cubicBezTo>
                    <a:pt x="5" y="9"/>
                    <a:pt x="4" y="7"/>
                    <a:pt x="4" y="6"/>
                  </a:cubicBezTo>
                  <a:cubicBezTo>
                    <a:pt x="6" y="5"/>
                    <a:pt x="8" y="7"/>
                    <a:pt x="10" y="7"/>
                  </a:cubicBezTo>
                  <a:cubicBezTo>
                    <a:pt x="10" y="5"/>
                    <a:pt x="10" y="2"/>
                    <a:pt x="11" y="0"/>
                  </a:cubicBezTo>
                  <a:cubicBezTo>
                    <a:pt x="14" y="1"/>
                    <a:pt x="17" y="4"/>
                    <a:pt x="19" y="3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2" name="Freeform 238">
              <a:extLst>
                <a:ext uri="{FF2B5EF4-FFF2-40B4-BE49-F238E27FC236}">
                  <a16:creationId xmlns:a16="http://schemas.microsoft.com/office/drawing/2014/main" id="{AEB58D3A-F1B9-45BE-B33F-920052183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553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2" y="1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3" name="Freeform 239">
              <a:extLst>
                <a:ext uri="{FF2B5EF4-FFF2-40B4-BE49-F238E27FC236}">
                  <a16:creationId xmlns:a16="http://schemas.microsoft.com/office/drawing/2014/main" id="{5CF09E5D-1068-4EBB-B223-4A46DD7F4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524"/>
              <a:ext cx="63" cy="43"/>
            </a:xfrm>
            <a:custGeom>
              <a:avLst/>
              <a:gdLst>
                <a:gd name="T0" fmla="*/ 0 w 25"/>
                <a:gd name="T1" fmla="*/ 312 h 16"/>
                <a:gd name="T2" fmla="*/ 0 w 25"/>
                <a:gd name="T3" fmla="*/ 253 h 16"/>
                <a:gd name="T4" fmla="*/ 83 w 25"/>
                <a:gd name="T5" fmla="*/ 274 h 16"/>
                <a:gd name="T6" fmla="*/ 113 w 25"/>
                <a:gd name="T7" fmla="*/ 137 h 16"/>
                <a:gd name="T8" fmla="*/ 179 w 25"/>
                <a:gd name="T9" fmla="*/ 196 h 16"/>
                <a:gd name="T10" fmla="*/ 222 w 25"/>
                <a:gd name="T11" fmla="*/ 59 h 16"/>
                <a:gd name="T12" fmla="*/ 285 w 25"/>
                <a:gd name="T13" fmla="*/ 137 h 16"/>
                <a:gd name="T14" fmla="*/ 318 w 25"/>
                <a:gd name="T15" fmla="*/ 22 h 16"/>
                <a:gd name="T16" fmla="*/ 401 w 25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6">
                  <a:moveTo>
                    <a:pt x="0" y="16"/>
                  </a:moveTo>
                  <a:cubicBezTo>
                    <a:pt x="0" y="15"/>
                    <a:pt x="0" y="14"/>
                    <a:pt x="0" y="13"/>
                  </a:cubicBezTo>
                  <a:cubicBezTo>
                    <a:pt x="2" y="12"/>
                    <a:pt x="3" y="15"/>
                    <a:pt x="5" y="14"/>
                  </a:cubicBezTo>
                  <a:cubicBezTo>
                    <a:pt x="7" y="13"/>
                    <a:pt x="6" y="9"/>
                    <a:pt x="7" y="7"/>
                  </a:cubicBezTo>
                  <a:cubicBezTo>
                    <a:pt x="8" y="8"/>
                    <a:pt x="10" y="10"/>
                    <a:pt x="11" y="10"/>
                  </a:cubicBezTo>
                  <a:cubicBezTo>
                    <a:pt x="13" y="9"/>
                    <a:pt x="13" y="5"/>
                    <a:pt x="14" y="3"/>
                  </a:cubicBezTo>
                  <a:cubicBezTo>
                    <a:pt x="15" y="4"/>
                    <a:pt x="16" y="6"/>
                    <a:pt x="18" y="7"/>
                  </a:cubicBezTo>
                  <a:cubicBezTo>
                    <a:pt x="19" y="5"/>
                    <a:pt x="18" y="2"/>
                    <a:pt x="20" y="1"/>
                  </a:cubicBezTo>
                  <a:cubicBezTo>
                    <a:pt x="22" y="0"/>
                    <a:pt x="23" y="2"/>
                    <a:pt x="25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4" name="Freeform 240">
              <a:extLst>
                <a:ext uri="{FF2B5EF4-FFF2-40B4-BE49-F238E27FC236}">
                  <a16:creationId xmlns:a16="http://schemas.microsoft.com/office/drawing/2014/main" id="{E0973253-E0A7-4930-8543-9CE2A04FA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548"/>
              <a:ext cx="20" cy="19"/>
            </a:xfrm>
            <a:custGeom>
              <a:avLst/>
              <a:gdLst>
                <a:gd name="T0" fmla="*/ 50 w 8"/>
                <a:gd name="T1" fmla="*/ 141 h 7"/>
                <a:gd name="T2" fmla="*/ 125 w 8"/>
                <a:gd name="T3" fmla="*/ 8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3" y="7"/>
                  </a:moveTo>
                  <a:cubicBezTo>
                    <a:pt x="0" y="0"/>
                    <a:pt x="5" y="4"/>
                    <a:pt x="8" y="4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5" name="Freeform 241">
              <a:extLst>
                <a:ext uri="{FF2B5EF4-FFF2-40B4-BE49-F238E27FC236}">
                  <a16:creationId xmlns:a16="http://schemas.microsoft.com/office/drawing/2014/main" id="{B70C3D97-C8E9-4C71-B552-756255D1B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548"/>
              <a:ext cx="20" cy="19"/>
            </a:xfrm>
            <a:custGeom>
              <a:avLst/>
              <a:gdLst>
                <a:gd name="T0" fmla="*/ 0 w 8"/>
                <a:gd name="T1" fmla="*/ 141 h 7"/>
                <a:gd name="T2" fmla="*/ 33 w 8"/>
                <a:gd name="T3" fmla="*/ 81 h 7"/>
                <a:gd name="T4" fmla="*/ 63 w 8"/>
                <a:gd name="T5" fmla="*/ 103 h 7"/>
                <a:gd name="T6" fmla="*/ 125 w 8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0" y="6"/>
                    <a:pt x="1" y="4"/>
                    <a:pt x="2" y="4"/>
                  </a:cubicBezTo>
                  <a:cubicBezTo>
                    <a:pt x="2" y="4"/>
                    <a:pt x="3" y="5"/>
                    <a:pt x="4" y="5"/>
                  </a:cubicBezTo>
                  <a:cubicBezTo>
                    <a:pt x="1" y="0"/>
                    <a:pt x="5" y="1"/>
                    <a:pt x="8" y="1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6" name="Freeform 242">
              <a:extLst>
                <a:ext uri="{FF2B5EF4-FFF2-40B4-BE49-F238E27FC236}">
                  <a16:creationId xmlns:a16="http://schemas.microsoft.com/office/drawing/2014/main" id="{23A51ACC-D035-47E8-9814-2FD0F438D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476"/>
              <a:ext cx="193" cy="21"/>
            </a:xfrm>
            <a:custGeom>
              <a:avLst/>
              <a:gdLst>
                <a:gd name="T0" fmla="*/ 0 w 77"/>
                <a:gd name="T1" fmla="*/ 110 h 8"/>
                <a:gd name="T2" fmla="*/ 50 w 77"/>
                <a:gd name="T3" fmla="*/ 34 h 8"/>
                <a:gd name="T4" fmla="*/ 125 w 77"/>
                <a:gd name="T5" fmla="*/ 34 h 8"/>
                <a:gd name="T6" fmla="*/ 188 w 77"/>
                <a:gd name="T7" fmla="*/ 76 h 8"/>
                <a:gd name="T8" fmla="*/ 271 w 77"/>
                <a:gd name="T9" fmla="*/ 0 h 8"/>
                <a:gd name="T10" fmla="*/ 396 w 77"/>
                <a:gd name="T11" fmla="*/ 21 h 8"/>
                <a:gd name="T12" fmla="*/ 534 w 77"/>
                <a:gd name="T13" fmla="*/ 0 h 8"/>
                <a:gd name="T14" fmla="*/ 692 w 77"/>
                <a:gd name="T15" fmla="*/ 21 h 8"/>
                <a:gd name="T16" fmla="*/ 867 w 77"/>
                <a:gd name="T17" fmla="*/ 55 h 8"/>
                <a:gd name="T18" fmla="*/ 1005 w 77"/>
                <a:gd name="T19" fmla="*/ 55 h 8"/>
                <a:gd name="T20" fmla="*/ 1100 w 77"/>
                <a:gd name="T21" fmla="*/ 123 h 8"/>
                <a:gd name="T22" fmla="*/ 1213 w 77"/>
                <a:gd name="T23" fmla="*/ 89 h 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8">
                  <a:moveTo>
                    <a:pt x="0" y="6"/>
                  </a:moveTo>
                  <a:cubicBezTo>
                    <a:pt x="1" y="5"/>
                    <a:pt x="2" y="3"/>
                    <a:pt x="3" y="2"/>
                  </a:cubicBezTo>
                  <a:cubicBezTo>
                    <a:pt x="6" y="1"/>
                    <a:pt x="5" y="1"/>
                    <a:pt x="8" y="2"/>
                  </a:cubicBezTo>
                  <a:cubicBezTo>
                    <a:pt x="9" y="3"/>
                    <a:pt x="9" y="5"/>
                    <a:pt x="12" y="4"/>
                  </a:cubicBezTo>
                  <a:cubicBezTo>
                    <a:pt x="14" y="4"/>
                    <a:pt x="15" y="2"/>
                    <a:pt x="17" y="0"/>
                  </a:cubicBezTo>
                  <a:cubicBezTo>
                    <a:pt x="19" y="4"/>
                    <a:pt x="21" y="4"/>
                    <a:pt x="25" y="1"/>
                  </a:cubicBezTo>
                  <a:cubicBezTo>
                    <a:pt x="27" y="5"/>
                    <a:pt x="31" y="2"/>
                    <a:pt x="34" y="0"/>
                  </a:cubicBezTo>
                  <a:cubicBezTo>
                    <a:pt x="37" y="7"/>
                    <a:pt x="40" y="3"/>
                    <a:pt x="44" y="1"/>
                  </a:cubicBezTo>
                  <a:cubicBezTo>
                    <a:pt x="47" y="8"/>
                    <a:pt x="51" y="4"/>
                    <a:pt x="55" y="3"/>
                  </a:cubicBezTo>
                  <a:cubicBezTo>
                    <a:pt x="58" y="7"/>
                    <a:pt x="61" y="7"/>
                    <a:pt x="64" y="3"/>
                  </a:cubicBezTo>
                  <a:cubicBezTo>
                    <a:pt x="67" y="3"/>
                    <a:pt x="67" y="6"/>
                    <a:pt x="70" y="7"/>
                  </a:cubicBezTo>
                  <a:cubicBezTo>
                    <a:pt x="73" y="7"/>
                    <a:pt x="75" y="6"/>
                    <a:pt x="77" y="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7" name="Freeform 243">
              <a:extLst>
                <a:ext uri="{FF2B5EF4-FFF2-40B4-BE49-F238E27FC236}">
                  <a16:creationId xmlns:a16="http://schemas.microsoft.com/office/drawing/2014/main" id="{6ED36B98-AC19-4EC4-BB6E-111CD56F5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460"/>
              <a:ext cx="192" cy="37"/>
            </a:xfrm>
            <a:custGeom>
              <a:avLst/>
              <a:gdLst>
                <a:gd name="T0" fmla="*/ 0 w 77"/>
                <a:gd name="T1" fmla="*/ 77 h 14"/>
                <a:gd name="T2" fmla="*/ 62 w 77"/>
                <a:gd name="T3" fmla="*/ 21 h 14"/>
                <a:gd name="T4" fmla="*/ 125 w 77"/>
                <a:gd name="T5" fmla="*/ 56 h 14"/>
                <a:gd name="T6" fmla="*/ 199 w 77"/>
                <a:gd name="T7" fmla="*/ 34 h 14"/>
                <a:gd name="T8" fmla="*/ 312 w 77"/>
                <a:gd name="T9" fmla="*/ 56 h 14"/>
                <a:gd name="T10" fmla="*/ 416 w 77"/>
                <a:gd name="T11" fmla="*/ 90 h 14"/>
                <a:gd name="T12" fmla="*/ 509 w 77"/>
                <a:gd name="T13" fmla="*/ 56 h 14"/>
                <a:gd name="T14" fmla="*/ 571 w 77"/>
                <a:gd name="T15" fmla="*/ 132 h 14"/>
                <a:gd name="T16" fmla="*/ 666 w 77"/>
                <a:gd name="T17" fmla="*/ 77 h 14"/>
                <a:gd name="T18" fmla="*/ 758 w 77"/>
                <a:gd name="T19" fmla="*/ 148 h 14"/>
                <a:gd name="T20" fmla="*/ 808 w 77"/>
                <a:gd name="T21" fmla="*/ 111 h 14"/>
                <a:gd name="T22" fmla="*/ 883 w 77"/>
                <a:gd name="T23" fmla="*/ 167 h 14"/>
                <a:gd name="T24" fmla="*/ 962 w 77"/>
                <a:gd name="T25" fmla="*/ 182 h 14"/>
                <a:gd name="T26" fmla="*/ 1025 w 77"/>
                <a:gd name="T27" fmla="*/ 204 h 14"/>
                <a:gd name="T28" fmla="*/ 1194 w 77"/>
                <a:gd name="T29" fmla="*/ 225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" h="14">
                  <a:moveTo>
                    <a:pt x="0" y="4"/>
                  </a:moveTo>
                  <a:cubicBezTo>
                    <a:pt x="1" y="4"/>
                    <a:pt x="2" y="1"/>
                    <a:pt x="4" y="1"/>
                  </a:cubicBezTo>
                  <a:cubicBezTo>
                    <a:pt x="6" y="0"/>
                    <a:pt x="6" y="2"/>
                    <a:pt x="8" y="3"/>
                  </a:cubicBezTo>
                  <a:cubicBezTo>
                    <a:pt x="10" y="3"/>
                    <a:pt x="11" y="3"/>
                    <a:pt x="13" y="2"/>
                  </a:cubicBezTo>
                  <a:cubicBezTo>
                    <a:pt x="17" y="1"/>
                    <a:pt x="17" y="1"/>
                    <a:pt x="20" y="3"/>
                  </a:cubicBezTo>
                  <a:cubicBezTo>
                    <a:pt x="22" y="5"/>
                    <a:pt x="23" y="6"/>
                    <a:pt x="27" y="5"/>
                  </a:cubicBezTo>
                  <a:cubicBezTo>
                    <a:pt x="29" y="5"/>
                    <a:pt x="31" y="3"/>
                    <a:pt x="33" y="3"/>
                  </a:cubicBezTo>
                  <a:cubicBezTo>
                    <a:pt x="35" y="4"/>
                    <a:pt x="35" y="7"/>
                    <a:pt x="37" y="7"/>
                  </a:cubicBezTo>
                  <a:cubicBezTo>
                    <a:pt x="40" y="8"/>
                    <a:pt x="41" y="5"/>
                    <a:pt x="43" y="4"/>
                  </a:cubicBezTo>
                  <a:cubicBezTo>
                    <a:pt x="45" y="8"/>
                    <a:pt x="46" y="9"/>
                    <a:pt x="49" y="8"/>
                  </a:cubicBezTo>
                  <a:cubicBezTo>
                    <a:pt x="50" y="8"/>
                    <a:pt x="51" y="6"/>
                    <a:pt x="52" y="6"/>
                  </a:cubicBezTo>
                  <a:cubicBezTo>
                    <a:pt x="53" y="6"/>
                    <a:pt x="56" y="9"/>
                    <a:pt x="57" y="9"/>
                  </a:cubicBezTo>
                  <a:cubicBezTo>
                    <a:pt x="59" y="10"/>
                    <a:pt x="60" y="10"/>
                    <a:pt x="62" y="10"/>
                  </a:cubicBezTo>
                  <a:cubicBezTo>
                    <a:pt x="66" y="10"/>
                    <a:pt x="64" y="10"/>
                    <a:pt x="66" y="11"/>
                  </a:cubicBezTo>
                  <a:cubicBezTo>
                    <a:pt x="70" y="14"/>
                    <a:pt x="73" y="14"/>
                    <a:pt x="77" y="12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8" name="Freeform 244">
              <a:extLst>
                <a:ext uri="{FF2B5EF4-FFF2-40B4-BE49-F238E27FC236}">
                  <a16:creationId xmlns:a16="http://schemas.microsoft.com/office/drawing/2014/main" id="{045EF79D-6AB0-4004-B07B-DA4C12865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524"/>
              <a:ext cx="53" cy="51"/>
            </a:xfrm>
            <a:custGeom>
              <a:avLst/>
              <a:gdLst>
                <a:gd name="T0" fmla="*/ 305 w 21"/>
                <a:gd name="T1" fmla="*/ 346 h 19"/>
                <a:gd name="T2" fmla="*/ 318 w 21"/>
                <a:gd name="T3" fmla="*/ 368 h 19"/>
                <a:gd name="T4" fmla="*/ 338 w 21"/>
                <a:gd name="T5" fmla="*/ 330 h 19"/>
                <a:gd name="T6" fmla="*/ 275 w 21"/>
                <a:gd name="T7" fmla="*/ 330 h 19"/>
                <a:gd name="T8" fmla="*/ 275 w 21"/>
                <a:gd name="T9" fmla="*/ 274 h 19"/>
                <a:gd name="T10" fmla="*/ 192 w 21"/>
                <a:gd name="T11" fmla="*/ 252 h 19"/>
                <a:gd name="T12" fmla="*/ 209 w 21"/>
                <a:gd name="T13" fmla="*/ 172 h 19"/>
                <a:gd name="T14" fmla="*/ 114 w 21"/>
                <a:gd name="T15" fmla="*/ 231 h 19"/>
                <a:gd name="T16" fmla="*/ 0 w 21"/>
                <a:gd name="T17" fmla="*/ 15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9">
                  <a:moveTo>
                    <a:pt x="19" y="18"/>
                  </a:moveTo>
                  <a:cubicBezTo>
                    <a:pt x="19" y="18"/>
                    <a:pt x="19" y="18"/>
                    <a:pt x="20" y="19"/>
                  </a:cubicBezTo>
                  <a:cubicBezTo>
                    <a:pt x="20" y="18"/>
                    <a:pt x="21" y="18"/>
                    <a:pt x="21" y="17"/>
                  </a:cubicBezTo>
                  <a:cubicBezTo>
                    <a:pt x="20" y="16"/>
                    <a:pt x="18" y="16"/>
                    <a:pt x="17" y="17"/>
                  </a:cubicBezTo>
                  <a:cubicBezTo>
                    <a:pt x="17" y="16"/>
                    <a:pt x="17" y="15"/>
                    <a:pt x="17" y="14"/>
                  </a:cubicBezTo>
                  <a:cubicBezTo>
                    <a:pt x="16" y="13"/>
                    <a:pt x="13" y="15"/>
                    <a:pt x="12" y="13"/>
                  </a:cubicBezTo>
                  <a:cubicBezTo>
                    <a:pt x="13" y="12"/>
                    <a:pt x="14" y="11"/>
                    <a:pt x="13" y="9"/>
                  </a:cubicBezTo>
                  <a:cubicBezTo>
                    <a:pt x="11" y="9"/>
                    <a:pt x="9" y="11"/>
                    <a:pt x="7" y="12"/>
                  </a:cubicBezTo>
                  <a:cubicBezTo>
                    <a:pt x="10" y="6"/>
                    <a:pt x="5" y="0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9" name="Freeform 245">
              <a:extLst>
                <a:ext uri="{FF2B5EF4-FFF2-40B4-BE49-F238E27FC236}">
                  <a16:creationId xmlns:a16="http://schemas.microsoft.com/office/drawing/2014/main" id="{C8541FD5-D0D2-4736-B4A4-B64D72530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527"/>
              <a:ext cx="60" cy="45"/>
            </a:xfrm>
            <a:custGeom>
              <a:avLst/>
              <a:gdLst>
                <a:gd name="T0" fmla="*/ 333 w 24"/>
                <a:gd name="T1" fmla="*/ 315 h 17"/>
                <a:gd name="T2" fmla="*/ 375 w 24"/>
                <a:gd name="T3" fmla="*/ 238 h 17"/>
                <a:gd name="T4" fmla="*/ 250 w 24"/>
                <a:gd name="T5" fmla="*/ 281 h 17"/>
                <a:gd name="T6" fmla="*/ 283 w 24"/>
                <a:gd name="T7" fmla="*/ 169 h 17"/>
                <a:gd name="T8" fmla="*/ 175 w 24"/>
                <a:gd name="T9" fmla="*/ 169 h 17"/>
                <a:gd name="T10" fmla="*/ 175 w 24"/>
                <a:gd name="T11" fmla="*/ 34 h 17"/>
                <a:gd name="T12" fmla="*/ 0 w 24"/>
                <a:gd name="T13" fmla="*/ 14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7">
                  <a:moveTo>
                    <a:pt x="21" y="17"/>
                  </a:moveTo>
                  <a:cubicBezTo>
                    <a:pt x="23" y="17"/>
                    <a:pt x="24" y="15"/>
                    <a:pt x="24" y="13"/>
                  </a:cubicBezTo>
                  <a:cubicBezTo>
                    <a:pt x="22" y="13"/>
                    <a:pt x="19" y="14"/>
                    <a:pt x="16" y="15"/>
                  </a:cubicBezTo>
                  <a:cubicBezTo>
                    <a:pt x="17" y="13"/>
                    <a:pt x="19" y="11"/>
                    <a:pt x="18" y="9"/>
                  </a:cubicBezTo>
                  <a:cubicBezTo>
                    <a:pt x="17" y="7"/>
                    <a:pt x="13" y="9"/>
                    <a:pt x="11" y="9"/>
                  </a:cubicBezTo>
                  <a:cubicBezTo>
                    <a:pt x="12" y="7"/>
                    <a:pt x="13" y="4"/>
                    <a:pt x="11" y="2"/>
                  </a:cubicBezTo>
                  <a:cubicBezTo>
                    <a:pt x="8" y="0"/>
                    <a:pt x="1" y="5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0" name="Freeform 246">
              <a:extLst>
                <a:ext uri="{FF2B5EF4-FFF2-40B4-BE49-F238E27FC236}">
                  <a16:creationId xmlns:a16="http://schemas.microsoft.com/office/drawing/2014/main" id="{638AEA49-9FAE-4A46-BA2B-627E96B8C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532"/>
              <a:ext cx="52" cy="48"/>
            </a:xfrm>
            <a:custGeom>
              <a:avLst/>
              <a:gdLst>
                <a:gd name="T0" fmla="*/ 245 w 21"/>
                <a:gd name="T1" fmla="*/ 285 h 18"/>
                <a:gd name="T2" fmla="*/ 183 w 21"/>
                <a:gd name="T3" fmla="*/ 205 h 18"/>
                <a:gd name="T4" fmla="*/ 228 w 21"/>
                <a:gd name="T5" fmla="*/ 77 h 18"/>
                <a:gd name="T6" fmla="*/ 0 w 21"/>
                <a:gd name="T7" fmla="*/ 17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16" y="15"/>
                  </a:moveTo>
                  <a:cubicBezTo>
                    <a:pt x="20" y="18"/>
                    <a:pt x="21" y="6"/>
                    <a:pt x="12" y="11"/>
                  </a:cubicBezTo>
                  <a:cubicBezTo>
                    <a:pt x="14" y="10"/>
                    <a:pt x="16" y="7"/>
                    <a:pt x="15" y="4"/>
                  </a:cubicBezTo>
                  <a:cubicBezTo>
                    <a:pt x="12" y="0"/>
                    <a:pt x="1" y="5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1" name="Freeform 247">
              <a:extLst>
                <a:ext uri="{FF2B5EF4-FFF2-40B4-BE49-F238E27FC236}">
                  <a16:creationId xmlns:a16="http://schemas.microsoft.com/office/drawing/2014/main" id="{E4361248-484E-43A8-86F1-C249FF6C3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564"/>
              <a:ext cx="5" cy="5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2" name="Freeform 248">
              <a:extLst>
                <a:ext uri="{FF2B5EF4-FFF2-40B4-BE49-F238E27FC236}">
                  <a16:creationId xmlns:a16="http://schemas.microsoft.com/office/drawing/2014/main" id="{AA10DF2E-9242-45DF-AD29-BA3F34566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463"/>
              <a:ext cx="138" cy="32"/>
            </a:xfrm>
            <a:custGeom>
              <a:avLst/>
              <a:gdLst>
                <a:gd name="T0" fmla="*/ 0 w 55"/>
                <a:gd name="T1" fmla="*/ 227 h 12"/>
                <a:gd name="T2" fmla="*/ 83 w 55"/>
                <a:gd name="T3" fmla="*/ 136 h 12"/>
                <a:gd name="T4" fmla="*/ 125 w 55"/>
                <a:gd name="T5" fmla="*/ 205 h 12"/>
                <a:gd name="T6" fmla="*/ 208 w 55"/>
                <a:gd name="T7" fmla="*/ 93 h 12"/>
                <a:gd name="T8" fmla="*/ 284 w 55"/>
                <a:gd name="T9" fmla="*/ 149 h 12"/>
                <a:gd name="T10" fmla="*/ 379 w 55"/>
                <a:gd name="T11" fmla="*/ 56 h 12"/>
                <a:gd name="T12" fmla="*/ 472 w 55"/>
                <a:gd name="T13" fmla="*/ 136 h 12"/>
                <a:gd name="T14" fmla="*/ 555 w 55"/>
                <a:gd name="T15" fmla="*/ 35 h 12"/>
                <a:gd name="T16" fmla="*/ 693 w 55"/>
                <a:gd name="T17" fmla="*/ 93 h 12"/>
                <a:gd name="T18" fmla="*/ 775 w 55"/>
                <a:gd name="T19" fmla="*/ 0 h 12"/>
                <a:gd name="T20" fmla="*/ 868 w 55"/>
                <a:gd name="T21" fmla="*/ 3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12">
                  <a:moveTo>
                    <a:pt x="0" y="12"/>
                  </a:moveTo>
                  <a:cubicBezTo>
                    <a:pt x="1" y="11"/>
                    <a:pt x="1" y="6"/>
                    <a:pt x="5" y="7"/>
                  </a:cubicBezTo>
                  <a:cubicBezTo>
                    <a:pt x="6" y="8"/>
                    <a:pt x="6" y="11"/>
                    <a:pt x="8" y="11"/>
                  </a:cubicBezTo>
                  <a:cubicBezTo>
                    <a:pt x="10" y="11"/>
                    <a:pt x="12" y="6"/>
                    <a:pt x="13" y="5"/>
                  </a:cubicBezTo>
                  <a:cubicBezTo>
                    <a:pt x="15" y="6"/>
                    <a:pt x="16" y="8"/>
                    <a:pt x="18" y="8"/>
                  </a:cubicBezTo>
                  <a:cubicBezTo>
                    <a:pt x="20" y="8"/>
                    <a:pt x="22" y="4"/>
                    <a:pt x="24" y="3"/>
                  </a:cubicBezTo>
                  <a:cubicBezTo>
                    <a:pt x="25" y="5"/>
                    <a:pt x="27" y="8"/>
                    <a:pt x="30" y="7"/>
                  </a:cubicBezTo>
                  <a:cubicBezTo>
                    <a:pt x="33" y="6"/>
                    <a:pt x="32" y="3"/>
                    <a:pt x="35" y="2"/>
                  </a:cubicBezTo>
                  <a:cubicBezTo>
                    <a:pt x="37" y="2"/>
                    <a:pt x="40" y="7"/>
                    <a:pt x="44" y="5"/>
                  </a:cubicBezTo>
                  <a:cubicBezTo>
                    <a:pt x="46" y="4"/>
                    <a:pt x="47" y="1"/>
                    <a:pt x="49" y="0"/>
                  </a:cubicBezTo>
                  <a:cubicBezTo>
                    <a:pt x="50" y="2"/>
                    <a:pt x="53" y="4"/>
                    <a:pt x="55" y="2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3" name="Freeform 249">
              <a:extLst>
                <a:ext uri="{FF2B5EF4-FFF2-40B4-BE49-F238E27FC236}">
                  <a16:creationId xmlns:a16="http://schemas.microsoft.com/office/drawing/2014/main" id="{45ACCE89-FED3-4412-8BAF-1A5462020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460"/>
              <a:ext cx="50" cy="5"/>
            </a:xfrm>
            <a:custGeom>
              <a:avLst/>
              <a:gdLst>
                <a:gd name="T0" fmla="*/ 20 w 20"/>
                <a:gd name="T1" fmla="*/ 33 h 2"/>
                <a:gd name="T2" fmla="*/ 0 w 20"/>
                <a:gd name="T3" fmla="*/ 33 h 2"/>
                <a:gd name="T4" fmla="*/ 313 w 20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6" y="0"/>
                    <a:pt x="13" y="2"/>
                    <a:pt x="20" y="1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4" name="Freeform 250">
              <a:extLst>
                <a:ext uri="{FF2B5EF4-FFF2-40B4-BE49-F238E27FC236}">
                  <a16:creationId xmlns:a16="http://schemas.microsoft.com/office/drawing/2014/main" id="{C68CD682-BB0B-47CA-9F62-C7B6CD902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489"/>
              <a:ext cx="153" cy="32"/>
            </a:xfrm>
            <a:custGeom>
              <a:avLst/>
              <a:gdLst>
                <a:gd name="T0" fmla="*/ 0 w 61"/>
                <a:gd name="T1" fmla="*/ 227 h 12"/>
                <a:gd name="T2" fmla="*/ 50 w 61"/>
                <a:gd name="T3" fmla="*/ 136 h 12"/>
                <a:gd name="T4" fmla="*/ 95 w 61"/>
                <a:gd name="T5" fmla="*/ 136 h 12"/>
                <a:gd name="T6" fmla="*/ 145 w 61"/>
                <a:gd name="T7" fmla="*/ 149 h 12"/>
                <a:gd name="T8" fmla="*/ 176 w 61"/>
                <a:gd name="T9" fmla="*/ 93 h 12"/>
                <a:gd name="T10" fmla="*/ 314 w 61"/>
                <a:gd name="T11" fmla="*/ 56 h 12"/>
                <a:gd name="T12" fmla="*/ 396 w 61"/>
                <a:gd name="T13" fmla="*/ 115 h 12"/>
                <a:gd name="T14" fmla="*/ 472 w 61"/>
                <a:gd name="T15" fmla="*/ 56 h 12"/>
                <a:gd name="T16" fmla="*/ 647 w 61"/>
                <a:gd name="T17" fmla="*/ 0 h 12"/>
                <a:gd name="T18" fmla="*/ 805 w 61"/>
                <a:gd name="T19" fmla="*/ 21 h 12"/>
                <a:gd name="T20" fmla="*/ 963 w 61"/>
                <a:gd name="T21" fmla="*/ 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2">
                  <a:moveTo>
                    <a:pt x="0" y="12"/>
                  </a:moveTo>
                  <a:cubicBezTo>
                    <a:pt x="0" y="10"/>
                    <a:pt x="2" y="8"/>
                    <a:pt x="3" y="7"/>
                  </a:cubicBezTo>
                  <a:cubicBezTo>
                    <a:pt x="5" y="6"/>
                    <a:pt x="5" y="7"/>
                    <a:pt x="6" y="7"/>
                  </a:cubicBezTo>
                  <a:cubicBezTo>
                    <a:pt x="7" y="7"/>
                    <a:pt x="7" y="8"/>
                    <a:pt x="9" y="8"/>
                  </a:cubicBezTo>
                  <a:cubicBezTo>
                    <a:pt x="9" y="7"/>
                    <a:pt x="10" y="5"/>
                    <a:pt x="11" y="5"/>
                  </a:cubicBezTo>
                  <a:cubicBezTo>
                    <a:pt x="15" y="10"/>
                    <a:pt x="16" y="6"/>
                    <a:pt x="20" y="3"/>
                  </a:cubicBezTo>
                  <a:cubicBezTo>
                    <a:pt x="22" y="4"/>
                    <a:pt x="22" y="6"/>
                    <a:pt x="25" y="6"/>
                  </a:cubicBezTo>
                  <a:cubicBezTo>
                    <a:pt x="27" y="6"/>
                    <a:pt x="29" y="4"/>
                    <a:pt x="30" y="3"/>
                  </a:cubicBezTo>
                  <a:cubicBezTo>
                    <a:pt x="35" y="8"/>
                    <a:pt x="37" y="4"/>
                    <a:pt x="41" y="0"/>
                  </a:cubicBezTo>
                  <a:cubicBezTo>
                    <a:pt x="45" y="3"/>
                    <a:pt x="47" y="7"/>
                    <a:pt x="51" y="1"/>
                  </a:cubicBezTo>
                  <a:cubicBezTo>
                    <a:pt x="54" y="7"/>
                    <a:pt x="58" y="1"/>
                    <a:pt x="61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5" name="Freeform 251">
              <a:extLst>
                <a:ext uri="{FF2B5EF4-FFF2-40B4-BE49-F238E27FC236}">
                  <a16:creationId xmlns:a16="http://schemas.microsoft.com/office/drawing/2014/main" id="{D0D61356-8522-4D30-B955-BC5518C82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473"/>
              <a:ext cx="52" cy="67"/>
            </a:xfrm>
            <a:custGeom>
              <a:avLst/>
              <a:gdLst>
                <a:gd name="T0" fmla="*/ 74 w 21"/>
                <a:gd name="T1" fmla="*/ 0 h 25"/>
                <a:gd name="T2" fmla="*/ 0 w 21"/>
                <a:gd name="T3" fmla="*/ 482 h 25"/>
                <a:gd name="T4" fmla="*/ 319 w 21"/>
                <a:gd name="T5" fmla="*/ 150 h 25"/>
                <a:gd name="T6" fmla="*/ 92 w 21"/>
                <a:gd name="T7" fmla="*/ 3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5">
                  <a:moveTo>
                    <a:pt x="5" y="0"/>
                  </a:moveTo>
                  <a:cubicBezTo>
                    <a:pt x="5" y="9"/>
                    <a:pt x="1" y="16"/>
                    <a:pt x="0" y="25"/>
                  </a:cubicBezTo>
                  <a:cubicBezTo>
                    <a:pt x="3" y="15"/>
                    <a:pt x="12" y="11"/>
                    <a:pt x="21" y="8"/>
                  </a:cubicBezTo>
                  <a:cubicBezTo>
                    <a:pt x="17" y="6"/>
                    <a:pt x="10" y="5"/>
                    <a:pt x="6" y="2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491" name="Axial-cross-section-of-brain">
            <a:extLst>
              <a:ext uri="{FF2B5EF4-FFF2-40B4-BE49-F238E27FC236}">
                <a16:creationId xmlns:a16="http://schemas.microsoft.com/office/drawing/2014/main" id="{AD19B411-83A6-46F5-A64D-D820600BFB9A}"/>
              </a:ext>
            </a:extLst>
          </p:cNvPr>
          <p:cNvGrpSpPr>
            <a:grpSpLocks/>
          </p:cNvGrpSpPr>
          <p:nvPr/>
        </p:nvGrpSpPr>
        <p:grpSpPr bwMode="auto">
          <a:xfrm>
            <a:off x="4781550" y="1981200"/>
            <a:ext cx="2209800" cy="3019425"/>
            <a:chOff x="-12" y="941"/>
            <a:chExt cx="1750" cy="2392"/>
          </a:xfrm>
        </p:grpSpPr>
        <p:sp>
          <p:nvSpPr>
            <p:cNvPr id="63614" name="Freeform 253">
              <a:extLst>
                <a:ext uri="{FF2B5EF4-FFF2-40B4-BE49-F238E27FC236}">
                  <a16:creationId xmlns:a16="http://schemas.microsoft.com/office/drawing/2014/main" id="{E3D3C2A2-AACE-4182-9B8A-6E3E64BB3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-12" y="941"/>
              <a:ext cx="1750" cy="2392"/>
            </a:xfrm>
            <a:custGeom>
              <a:avLst/>
              <a:gdLst>
                <a:gd name="T0" fmla="*/ 5470 w 700"/>
                <a:gd name="T1" fmla="*/ 15565 h 897"/>
                <a:gd name="T2" fmla="*/ 5408 w 700"/>
                <a:gd name="T3" fmla="*/ 16064 h 897"/>
                <a:gd name="T4" fmla="*/ 5050 w 700"/>
                <a:gd name="T5" fmla="*/ 16704 h 897"/>
                <a:gd name="T6" fmla="*/ 3845 w 700"/>
                <a:gd name="T7" fmla="*/ 16632 h 897"/>
                <a:gd name="T8" fmla="*/ 2925 w 700"/>
                <a:gd name="T9" fmla="*/ 15837 h 897"/>
                <a:gd name="T10" fmla="*/ 1550 w 700"/>
                <a:gd name="T11" fmla="*/ 15168 h 897"/>
                <a:gd name="T12" fmla="*/ 750 w 700"/>
                <a:gd name="T13" fmla="*/ 12651 h 897"/>
                <a:gd name="T14" fmla="*/ 520 w 700"/>
                <a:gd name="T15" fmla="*/ 12536 h 897"/>
                <a:gd name="T16" fmla="*/ 125 w 700"/>
                <a:gd name="T17" fmla="*/ 10013 h 897"/>
                <a:gd name="T18" fmla="*/ 220 w 700"/>
                <a:gd name="T19" fmla="*/ 8853 h 897"/>
                <a:gd name="T20" fmla="*/ 270 w 700"/>
                <a:gd name="T21" fmla="*/ 7488 h 897"/>
                <a:gd name="T22" fmla="*/ 533 w 700"/>
                <a:gd name="T23" fmla="*/ 6336 h 897"/>
                <a:gd name="T24" fmla="*/ 770 w 700"/>
                <a:gd name="T25" fmla="*/ 4573 h 897"/>
                <a:gd name="T26" fmla="*/ 1050 w 700"/>
                <a:gd name="T27" fmla="*/ 4019 h 897"/>
                <a:gd name="T28" fmla="*/ 1175 w 700"/>
                <a:gd name="T29" fmla="*/ 3357 h 897"/>
                <a:gd name="T30" fmla="*/ 1813 w 700"/>
                <a:gd name="T31" fmla="*/ 2539 h 897"/>
                <a:gd name="T32" fmla="*/ 2550 w 700"/>
                <a:gd name="T33" fmla="*/ 1309 h 897"/>
                <a:gd name="T34" fmla="*/ 3750 w 700"/>
                <a:gd name="T35" fmla="*/ 547 h 897"/>
                <a:gd name="T36" fmla="*/ 5095 w 700"/>
                <a:gd name="T37" fmla="*/ 264 h 897"/>
                <a:gd name="T38" fmla="*/ 5470 w 700"/>
                <a:gd name="T39" fmla="*/ 1365 h 897"/>
                <a:gd name="T40" fmla="*/ 5800 w 700"/>
                <a:gd name="T41" fmla="*/ 320 h 897"/>
                <a:gd name="T42" fmla="*/ 7050 w 700"/>
                <a:gd name="T43" fmla="*/ 605 h 897"/>
                <a:gd name="T44" fmla="*/ 7458 w 700"/>
                <a:gd name="T45" fmla="*/ 683 h 897"/>
                <a:gd name="T46" fmla="*/ 7658 w 700"/>
                <a:gd name="T47" fmla="*/ 760 h 897"/>
                <a:gd name="T48" fmla="*/ 7750 w 700"/>
                <a:gd name="T49" fmla="*/ 1024 h 897"/>
                <a:gd name="T50" fmla="*/ 7938 w 700"/>
                <a:gd name="T51" fmla="*/ 931 h 897"/>
                <a:gd name="T52" fmla="*/ 8175 w 700"/>
                <a:gd name="T53" fmla="*/ 1080 h 897"/>
                <a:gd name="T54" fmla="*/ 8688 w 700"/>
                <a:gd name="T55" fmla="*/ 1536 h 897"/>
                <a:gd name="T56" fmla="*/ 9238 w 700"/>
                <a:gd name="T57" fmla="*/ 2752 h 897"/>
                <a:gd name="T58" fmla="*/ 9658 w 700"/>
                <a:gd name="T59" fmla="*/ 3491 h 897"/>
                <a:gd name="T60" fmla="*/ 9938 w 700"/>
                <a:gd name="T61" fmla="*/ 4323 h 897"/>
                <a:gd name="T62" fmla="*/ 9938 w 700"/>
                <a:gd name="T63" fmla="*/ 4856 h 897"/>
                <a:gd name="T64" fmla="*/ 10125 w 700"/>
                <a:gd name="T65" fmla="*/ 5213 h 897"/>
                <a:gd name="T66" fmla="*/ 10300 w 700"/>
                <a:gd name="T67" fmla="*/ 5747 h 897"/>
                <a:gd name="T68" fmla="*/ 10345 w 700"/>
                <a:gd name="T69" fmla="*/ 6520 h 897"/>
                <a:gd name="T70" fmla="*/ 10658 w 700"/>
                <a:gd name="T71" fmla="*/ 7488 h 897"/>
                <a:gd name="T72" fmla="*/ 10708 w 700"/>
                <a:gd name="T73" fmla="*/ 8853 h 897"/>
                <a:gd name="T74" fmla="*/ 10813 w 700"/>
                <a:gd name="T75" fmla="*/ 10013 h 897"/>
                <a:gd name="T76" fmla="*/ 10300 w 700"/>
                <a:gd name="T77" fmla="*/ 12459 h 897"/>
                <a:gd name="T78" fmla="*/ 10083 w 700"/>
                <a:gd name="T79" fmla="*/ 12608 h 897"/>
                <a:gd name="T80" fmla="*/ 9175 w 700"/>
                <a:gd name="T81" fmla="*/ 15133 h 897"/>
                <a:gd name="T82" fmla="*/ 8408 w 700"/>
                <a:gd name="T83" fmla="*/ 15723 h 897"/>
                <a:gd name="T84" fmla="*/ 8175 w 700"/>
                <a:gd name="T85" fmla="*/ 16021 h 897"/>
                <a:gd name="T86" fmla="*/ 7083 w 700"/>
                <a:gd name="T87" fmla="*/ 16632 h 897"/>
                <a:gd name="T88" fmla="*/ 5688 w 700"/>
                <a:gd name="T89" fmla="*/ 16704 h 897"/>
                <a:gd name="T90" fmla="*/ 5533 w 700"/>
                <a:gd name="T91" fmla="*/ 15965 h 897"/>
                <a:gd name="T92" fmla="*/ 5470 w 700"/>
                <a:gd name="T93" fmla="*/ 15565 h 89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00" h="897">
                  <a:moveTo>
                    <a:pt x="350" y="821"/>
                  </a:moveTo>
                  <a:cubicBezTo>
                    <a:pt x="350" y="821"/>
                    <a:pt x="349" y="833"/>
                    <a:pt x="346" y="847"/>
                  </a:cubicBezTo>
                  <a:cubicBezTo>
                    <a:pt x="343" y="861"/>
                    <a:pt x="345" y="865"/>
                    <a:pt x="323" y="881"/>
                  </a:cubicBezTo>
                  <a:cubicBezTo>
                    <a:pt x="300" y="897"/>
                    <a:pt x="272" y="880"/>
                    <a:pt x="246" y="877"/>
                  </a:cubicBezTo>
                  <a:cubicBezTo>
                    <a:pt x="220" y="873"/>
                    <a:pt x="190" y="856"/>
                    <a:pt x="187" y="835"/>
                  </a:cubicBezTo>
                  <a:cubicBezTo>
                    <a:pt x="179" y="841"/>
                    <a:pt x="139" y="825"/>
                    <a:pt x="99" y="800"/>
                  </a:cubicBezTo>
                  <a:cubicBezTo>
                    <a:pt x="73" y="781"/>
                    <a:pt x="43" y="694"/>
                    <a:pt x="48" y="667"/>
                  </a:cubicBezTo>
                  <a:cubicBezTo>
                    <a:pt x="48" y="667"/>
                    <a:pt x="49" y="673"/>
                    <a:pt x="33" y="661"/>
                  </a:cubicBezTo>
                  <a:cubicBezTo>
                    <a:pt x="17" y="648"/>
                    <a:pt x="9" y="566"/>
                    <a:pt x="8" y="528"/>
                  </a:cubicBezTo>
                  <a:cubicBezTo>
                    <a:pt x="6" y="489"/>
                    <a:pt x="6" y="470"/>
                    <a:pt x="14" y="467"/>
                  </a:cubicBezTo>
                  <a:cubicBezTo>
                    <a:pt x="0" y="456"/>
                    <a:pt x="16" y="425"/>
                    <a:pt x="17" y="395"/>
                  </a:cubicBezTo>
                  <a:cubicBezTo>
                    <a:pt x="19" y="365"/>
                    <a:pt x="18" y="344"/>
                    <a:pt x="34" y="334"/>
                  </a:cubicBezTo>
                  <a:cubicBezTo>
                    <a:pt x="28" y="325"/>
                    <a:pt x="40" y="283"/>
                    <a:pt x="49" y="241"/>
                  </a:cubicBezTo>
                  <a:cubicBezTo>
                    <a:pt x="52" y="232"/>
                    <a:pt x="56" y="215"/>
                    <a:pt x="67" y="212"/>
                  </a:cubicBezTo>
                  <a:cubicBezTo>
                    <a:pt x="60" y="201"/>
                    <a:pt x="69" y="187"/>
                    <a:pt x="75" y="177"/>
                  </a:cubicBezTo>
                  <a:cubicBezTo>
                    <a:pt x="88" y="154"/>
                    <a:pt x="103" y="136"/>
                    <a:pt x="116" y="134"/>
                  </a:cubicBezTo>
                  <a:cubicBezTo>
                    <a:pt x="113" y="118"/>
                    <a:pt x="145" y="67"/>
                    <a:pt x="163" y="69"/>
                  </a:cubicBezTo>
                  <a:cubicBezTo>
                    <a:pt x="169" y="57"/>
                    <a:pt x="220" y="30"/>
                    <a:pt x="240" y="29"/>
                  </a:cubicBezTo>
                  <a:cubicBezTo>
                    <a:pt x="241" y="13"/>
                    <a:pt x="288" y="0"/>
                    <a:pt x="326" y="14"/>
                  </a:cubicBezTo>
                  <a:cubicBezTo>
                    <a:pt x="339" y="19"/>
                    <a:pt x="349" y="34"/>
                    <a:pt x="350" y="72"/>
                  </a:cubicBezTo>
                  <a:cubicBezTo>
                    <a:pt x="346" y="30"/>
                    <a:pt x="358" y="22"/>
                    <a:pt x="371" y="17"/>
                  </a:cubicBezTo>
                  <a:cubicBezTo>
                    <a:pt x="409" y="3"/>
                    <a:pt x="433" y="16"/>
                    <a:pt x="451" y="32"/>
                  </a:cubicBezTo>
                  <a:cubicBezTo>
                    <a:pt x="457" y="30"/>
                    <a:pt x="466" y="32"/>
                    <a:pt x="477" y="36"/>
                  </a:cubicBezTo>
                  <a:cubicBezTo>
                    <a:pt x="481" y="37"/>
                    <a:pt x="486" y="39"/>
                    <a:pt x="490" y="40"/>
                  </a:cubicBezTo>
                  <a:cubicBezTo>
                    <a:pt x="493" y="42"/>
                    <a:pt x="498" y="46"/>
                    <a:pt x="496" y="54"/>
                  </a:cubicBezTo>
                  <a:cubicBezTo>
                    <a:pt x="498" y="55"/>
                    <a:pt x="505" y="47"/>
                    <a:pt x="508" y="49"/>
                  </a:cubicBezTo>
                  <a:cubicBezTo>
                    <a:pt x="513" y="51"/>
                    <a:pt x="518" y="54"/>
                    <a:pt x="523" y="57"/>
                  </a:cubicBezTo>
                  <a:cubicBezTo>
                    <a:pt x="530" y="62"/>
                    <a:pt x="549" y="73"/>
                    <a:pt x="556" y="81"/>
                  </a:cubicBezTo>
                  <a:cubicBezTo>
                    <a:pt x="567" y="92"/>
                    <a:pt x="583" y="124"/>
                    <a:pt x="591" y="145"/>
                  </a:cubicBezTo>
                  <a:cubicBezTo>
                    <a:pt x="594" y="154"/>
                    <a:pt x="610" y="174"/>
                    <a:pt x="618" y="184"/>
                  </a:cubicBezTo>
                  <a:cubicBezTo>
                    <a:pt x="626" y="193"/>
                    <a:pt x="632" y="210"/>
                    <a:pt x="636" y="228"/>
                  </a:cubicBezTo>
                  <a:cubicBezTo>
                    <a:pt x="639" y="237"/>
                    <a:pt x="636" y="256"/>
                    <a:pt x="636" y="256"/>
                  </a:cubicBezTo>
                  <a:cubicBezTo>
                    <a:pt x="636" y="256"/>
                    <a:pt x="646" y="269"/>
                    <a:pt x="648" y="275"/>
                  </a:cubicBezTo>
                  <a:cubicBezTo>
                    <a:pt x="652" y="286"/>
                    <a:pt x="656" y="295"/>
                    <a:pt x="659" y="303"/>
                  </a:cubicBezTo>
                  <a:cubicBezTo>
                    <a:pt x="662" y="310"/>
                    <a:pt x="669" y="331"/>
                    <a:pt x="662" y="344"/>
                  </a:cubicBezTo>
                  <a:cubicBezTo>
                    <a:pt x="669" y="346"/>
                    <a:pt x="681" y="379"/>
                    <a:pt x="682" y="395"/>
                  </a:cubicBezTo>
                  <a:cubicBezTo>
                    <a:pt x="684" y="425"/>
                    <a:pt x="700" y="456"/>
                    <a:pt x="685" y="467"/>
                  </a:cubicBezTo>
                  <a:cubicBezTo>
                    <a:pt x="693" y="470"/>
                    <a:pt x="693" y="489"/>
                    <a:pt x="692" y="528"/>
                  </a:cubicBezTo>
                  <a:cubicBezTo>
                    <a:pt x="690" y="544"/>
                    <a:pt x="673" y="640"/>
                    <a:pt x="659" y="657"/>
                  </a:cubicBezTo>
                  <a:cubicBezTo>
                    <a:pt x="654" y="664"/>
                    <a:pt x="645" y="665"/>
                    <a:pt x="645" y="665"/>
                  </a:cubicBezTo>
                  <a:cubicBezTo>
                    <a:pt x="649" y="674"/>
                    <a:pt x="627" y="769"/>
                    <a:pt x="587" y="798"/>
                  </a:cubicBezTo>
                  <a:cubicBezTo>
                    <a:pt x="567" y="811"/>
                    <a:pt x="549" y="833"/>
                    <a:pt x="538" y="829"/>
                  </a:cubicBezTo>
                  <a:cubicBezTo>
                    <a:pt x="534" y="831"/>
                    <a:pt x="533" y="839"/>
                    <a:pt x="523" y="845"/>
                  </a:cubicBezTo>
                  <a:cubicBezTo>
                    <a:pt x="504" y="859"/>
                    <a:pt x="470" y="874"/>
                    <a:pt x="453" y="877"/>
                  </a:cubicBezTo>
                  <a:cubicBezTo>
                    <a:pt x="428" y="880"/>
                    <a:pt x="405" y="897"/>
                    <a:pt x="364" y="881"/>
                  </a:cubicBezTo>
                  <a:cubicBezTo>
                    <a:pt x="350" y="875"/>
                    <a:pt x="357" y="857"/>
                    <a:pt x="354" y="842"/>
                  </a:cubicBezTo>
                  <a:cubicBezTo>
                    <a:pt x="351" y="828"/>
                    <a:pt x="350" y="821"/>
                    <a:pt x="350" y="821"/>
                  </a:cubicBezTo>
                  <a:close/>
                </a:path>
              </a:pathLst>
            </a:custGeom>
            <a:solidFill>
              <a:srgbClr val="E8E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5" name="Freeform 254">
              <a:extLst>
                <a:ext uri="{FF2B5EF4-FFF2-40B4-BE49-F238E27FC236}">
                  <a16:creationId xmlns:a16="http://schemas.microsoft.com/office/drawing/2014/main" id="{C7C2524D-ED98-4C7E-B4E7-09C7C37D7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" y="1373"/>
              <a:ext cx="162" cy="398"/>
            </a:xfrm>
            <a:custGeom>
              <a:avLst/>
              <a:gdLst>
                <a:gd name="T0" fmla="*/ 758 w 65"/>
                <a:gd name="T1" fmla="*/ 93 h 149"/>
                <a:gd name="T2" fmla="*/ 508 w 65"/>
                <a:gd name="T3" fmla="*/ 628 h 149"/>
                <a:gd name="T4" fmla="*/ 446 w 65"/>
                <a:gd name="T5" fmla="*/ 1141 h 149"/>
                <a:gd name="T6" fmla="*/ 199 w 65"/>
                <a:gd name="T7" fmla="*/ 1597 h 149"/>
                <a:gd name="T8" fmla="*/ 75 w 65"/>
                <a:gd name="T9" fmla="*/ 2746 h 149"/>
                <a:gd name="T10" fmla="*/ 404 w 65"/>
                <a:gd name="T11" fmla="*/ 1848 h 149"/>
                <a:gd name="T12" fmla="*/ 633 w 65"/>
                <a:gd name="T13" fmla="*/ 1357 h 149"/>
                <a:gd name="T14" fmla="*/ 820 w 65"/>
                <a:gd name="T15" fmla="*/ 628 h 149"/>
                <a:gd name="T16" fmla="*/ 974 w 65"/>
                <a:gd name="T17" fmla="*/ 286 h 149"/>
                <a:gd name="T18" fmla="*/ 808 w 65"/>
                <a:gd name="T19" fmla="*/ 77 h 149"/>
                <a:gd name="T20" fmla="*/ 758 w 65"/>
                <a:gd name="T21" fmla="*/ 93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149">
                  <a:moveTo>
                    <a:pt x="49" y="5"/>
                  </a:moveTo>
                  <a:cubicBezTo>
                    <a:pt x="41" y="12"/>
                    <a:pt x="32" y="20"/>
                    <a:pt x="33" y="33"/>
                  </a:cubicBezTo>
                  <a:cubicBezTo>
                    <a:pt x="35" y="47"/>
                    <a:pt x="39" y="49"/>
                    <a:pt x="29" y="60"/>
                  </a:cubicBezTo>
                  <a:cubicBezTo>
                    <a:pt x="21" y="68"/>
                    <a:pt x="16" y="73"/>
                    <a:pt x="13" y="84"/>
                  </a:cubicBezTo>
                  <a:cubicBezTo>
                    <a:pt x="12" y="89"/>
                    <a:pt x="0" y="141"/>
                    <a:pt x="5" y="144"/>
                  </a:cubicBezTo>
                  <a:cubicBezTo>
                    <a:pt x="14" y="149"/>
                    <a:pt x="25" y="102"/>
                    <a:pt x="26" y="97"/>
                  </a:cubicBezTo>
                  <a:cubicBezTo>
                    <a:pt x="30" y="87"/>
                    <a:pt x="35" y="80"/>
                    <a:pt x="41" y="71"/>
                  </a:cubicBezTo>
                  <a:cubicBezTo>
                    <a:pt x="49" y="60"/>
                    <a:pt x="54" y="46"/>
                    <a:pt x="53" y="33"/>
                  </a:cubicBezTo>
                  <a:cubicBezTo>
                    <a:pt x="53" y="30"/>
                    <a:pt x="61" y="21"/>
                    <a:pt x="63" y="15"/>
                  </a:cubicBezTo>
                  <a:cubicBezTo>
                    <a:pt x="65" y="6"/>
                    <a:pt x="59" y="0"/>
                    <a:pt x="52" y="4"/>
                  </a:cubicBezTo>
                  <a:lnTo>
                    <a:pt x="49" y="5"/>
                  </a:ln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6" name="Freeform 255">
              <a:extLst>
                <a:ext uri="{FF2B5EF4-FFF2-40B4-BE49-F238E27FC236}">
                  <a16:creationId xmlns:a16="http://schemas.microsoft.com/office/drawing/2014/main" id="{EB56DC8D-EC05-4EBB-AC5F-9872973BD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672"/>
              <a:ext cx="155" cy="232"/>
            </a:xfrm>
            <a:custGeom>
              <a:avLst/>
              <a:gdLst>
                <a:gd name="T0" fmla="*/ 658 w 62"/>
                <a:gd name="T1" fmla="*/ 171 h 87"/>
                <a:gd name="T2" fmla="*/ 188 w 62"/>
                <a:gd name="T3" fmla="*/ 264 h 87"/>
                <a:gd name="T4" fmla="*/ 95 w 62"/>
                <a:gd name="T5" fmla="*/ 627 h 87"/>
                <a:gd name="T6" fmla="*/ 20 w 62"/>
                <a:gd name="T7" fmla="*/ 1117 h 87"/>
                <a:gd name="T8" fmla="*/ 175 w 62"/>
                <a:gd name="T9" fmla="*/ 1459 h 87"/>
                <a:gd name="T10" fmla="*/ 158 w 62"/>
                <a:gd name="T11" fmla="*/ 1117 h 87"/>
                <a:gd name="T12" fmla="*/ 250 w 62"/>
                <a:gd name="T13" fmla="*/ 853 h 87"/>
                <a:gd name="T14" fmla="*/ 625 w 62"/>
                <a:gd name="T15" fmla="*/ 989 h 87"/>
                <a:gd name="T16" fmla="*/ 658 w 62"/>
                <a:gd name="T17" fmla="*/ 149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87">
                  <a:moveTo>
                    <a:pt x="42" y="9"/>
                  </a:moveTo>
                  <a:cubicBezTo>
                    <a:pt x="38" y="0"/>
                    <a:pt x="20" y="11"/>
                    <a:pt x="12" y="14"/>
                  </a:cubicBezTo>
                  <a:cubicBezTo>
                    <a:pt x="1" y="17"/>
                    <a:pt x="4" y="23"/>
                    <a:pt x="6" y="33"/>
                  </a:cubicBezTo>
                  <a:cubicBezTo>
                    <a:pt x="8" y="42"/>
                    <a:pt x="2" y="51"/>
                    <a:pt x="1" y="59"/>
                  </a:cubicBezTo>
                  <a:cubicBezTo>
                    <a:pt x="0" y="64"/>
                    <a:pt x="5" y="87"/>
                    <a:pt x="11" y="77"/>
                  </a:cubicBezTo>
                  <a:cubicBezTo>
                    <a:pt x="13" y="74"/>
                    <a:pt x="10" y="63"/>
                    <a:pt x="10" y="59"/>
                  </a:cubicBezTo>
                  <a:cubicBezTo>
                    <a:pt x="11" y="54"/>
                    <a:pt x="12" y="48"/>
                    <a:pt x="16" y="45"/>
                  </a:cubicBezTo>
                  <a:cubicBezTo>
                    <a:pt x="27" y="39"/>
                    <a:pt x="31" y="50"/>
                    <a:pt x="40" y="52"/>
                  </a:cubicBezTo>
                  <a:cubicBezTo>
                    <a:pt x="62" y="56"/>
                    <a:pt x="43" y="17"/>
                    <a:pt x="42" y="8"/>
                  </a:cubicBezTo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7" name="Freeform 256">
              <a:extLst>
                <a:ext uri="{FF2B5EF4-FFF2-40B4-BE49-F238E27FC236}">
                  <a16:creationId xmlns:a16="http://schemas.microsoft.com/office/drawing/2014/main" id="{87A1860D-C661-47A4-A24D-F43C10571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952"/>
              <a:ext cx="227" cy="176"/>
            </a:xfrm>
            <a:custGeom>
              <a:avLst/>
              <a:gdLst>
                <a:gd name="T0" fmla="*/ 1245 w 91"/>
                <a:gd name="T1" fmla="*/ 0 h 66"/>
                <a:gd name="T2" fmla="*/ 945 w 91"/>
                <a:gd name="T3" fmla="*/ 456 h 66"/>
                <a:gd name="T4" fmla="*/ 791 w 91"/>
                <a:gd name="T5" fmla="*/ 192 h 66"/>
                <a:gd name="T6" fmla="*/ 529 w 91"/>
                <a:gd name="T7" fmla="*/ 192 h 66"/>
                <a:gd name="T8" fmla="*/ 155 w 91"/>
                <a:gd name="T9" fmla="*/ 533 h 66"/>
                <a:gd name="T10" fmla="*/ 417 w 91"/>
                <a:gd name="T11" fmla="*/ 456 h 66"/>
                <a:gd name="T12" fmla="*/ 696 w 91"/>
                <a:gd name="T13" fmla="*/ 435 h 66"/>
                <a:gd name="T14" fmla="*/ 821 w 91"/>
                <a:gd name="T15" fmla="*/ 704 h 66"/>
                <a:gd name="T16" fmla="*/ 666 w 91"/>
                <a:gd name="T17" fmla="*/ 931 h 66"/>
                <a:gd name="T18" fmla="*/ 1133 w 91"/>
                <a:gd name="T19" fmla="*/ 1229 h 66"/>
                <a:gd name="T20" fmla="*/ 1399 w 91"/>
                <a:gd name="T21" fmla="*/ 704 h 66"/>
                <a:gd name="T22" fmla="*/ 1320 w 91"/>
                <a:gd name="T23" fmla="*/ 341 h 66"/>
                <a:gd name="T24" fmla="*/ 1245 w 91"/>
                <a:gd name="T25" fmla="*/ 0 h 66"/>
                <a:gd name="T26" fmla="*/ 1245 w 91"/>
                <a:gd name="T27" fmla="*/ 0 h 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" h="66">
                  <a:moveTo>
                    <a:pt x="80" y="0"/>
                  </a:moveTo>
                  <a:cubicBezTo>
                    <a:pt x="74" y="6"/>
                    <a:pt x="73" y="28"/>
                    <a:pt x="61" y="24"/>
                  </a:cubicBezTo>
                  <a:cubicBezTo>
                    <a:pt x="56" y="22"/>
                    <a:pt x="54" y="14"/>
                    <a:pt x="51" y="10"/>
                  </a:cubicBezTo>
                  <a:cubicBezTo>
                    <a:pt x="45" y="4"/>
                    <a:pt x="41" y="8"/>
                    <a:pt x="34" y="10"/>
                  </a:cubicBezTo>
                  <a:cubicBezTo>
                    <a:pt x="30" y="11"/>
                    <a:pt x="0" y="17"/>
                    <a:pt x="10" y="28"/>
                  </a:cubicBezTo>
                  <a:cubicBezTo>
                    <a:pt x="14" y="33"/>
                    <a:pt x="23" y="26"/>
                    <a:pt x="27" y="24"/>
                  </a:cubicBezTo>
                  <a:cubicBezTo>
                    <a:pt x="33" y="21"/>
                    <a:pt x="39" y="19"/>
                    <a:pt x="45" y="23"/>
                  </a:cubicBezTo>
                  <a:cubicBezTo>
                    <a:pt x="50" y="26"/>
                    <a:pt x="55" y="31"/>
                    <a:pt x="53" y="37"/>
                  </a:cubicBezTo>
                  <a:cubicBezTo>
                    <a:pt x="51" y="44"/>
                    <a:pt x="43" y="43"/>
                    <a:pt x="43" y="49"/>
                  </a:cubicBezTo>
                  <a:cubicBezTo>
                    <a:pt x="42" y="59"/>
                    <a:pt x="66" y="64"/>
                    <a:pt x="73" y="65"/>
                  </a:cubicBezTo>
                  <a:cubicBezTo>
                    <a:pt x="86" y="66"/>
                    <a:pt x="91" y="49"/>
                    <a:pt x="90" y="37"/>
                  </a:cubicBezTo>
                  <a:cubicBezTo>
                    <a:pt x="89" y="31"/>
                    <a:pt x="86" y="25"/>
                    <a:pt x="85" y="18"/>
                  </a:cubicBezTo>
                  <a:cubicBezTo>
                    <a:pt x="85" y="15"/>
                    <a:pt x="83" y="3"/>
                    <a:pt x="80" y="0"/>
                  </a:cubicBezTo>
                  <a:cubicBezTo>
                    <a:pt x="80" y="0"/>
                    <a:pt x="81" y="1"/>
                    <a:pt x="80" y="0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8" name="Freeform 257">
              <a:extLst>
                <a:ext uri="{FF2B5EF4-FFF2-40B4-BE49-F238E27FC236}">
                  <a16:creationId xmlns:a16="http://schemas.microsoft.com/office/drawing/2014/main" id="{95DF1C1D-0950-4923-84FE-A3A2E0BCD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" y="1011"/>
              <a:ext cx="1593" cy="2256"/>
            </a:xfrm>
            <a:custGeom>
              <a:avLst/>
              <a:gdLst>
                <a:gd name="T0" fmla="*/ 4159 w 637"/>
                <a:gd name="T1" fmla="*/ 13389 h 846"/>
                <a:gd name="T2" fmla="*/ 4409 w 637"/>
                <a:gd name="T3" fmla="*/ 14584 h 846"/>
                <a:gd name="T4" fmla="*/ 3876 w 637"/>
                <a:gd name="T5" fmla="*/ 14827 h 846"/>
                <a:gd name="T6" fmla="*/ 4379 w 637"/>
                <a:gd name="T7" fmla="*/ 15645 h 846"/>
                <a:gd name="T8" fmla="*/ 3596 w 637"/>
                <a:gd name="T9" fmla="*/ 15872 h 846"/>
                <a:gd name="T10" fmla="*/ 3626 w 637"/>
                <a:gd name="T11" fmla="*/ 14997 h 846"/>
                <a:gd name="T12" fmla="*/ 2833 w 637"/>
                <a:gd name="T13" fmla="*/ 13107 h 846"/>
                <a:gd name="T14" fmla="*/ 1783 w 637"/>
                <a:gd name="T15" fmla="*/ 14677 h 846"/>
                <a:gd name="T16" fmla="*/ 750 w 637"/>
                <a:gd name="T17" fmla="*/ 12685 h 846"/>
                <a:gd name="T18" fmla="*/ 1345 w 637"/>
                <a:gd name="T19" fmla="*/ 11661 h 846"/>
                <a:gd name="T20" fmla="*/ 125 w 637"/>
                <a:gd name="T21" fmla="*/ 10616 h 846"/>
                <a:gd name="T22" fmla="*/ 783 w 637"/>
                <a:gd name="T23" fmla="*/ 8875 h 846"/>
                <a:gd name="T24" fmla="*/ 1438 w 637"/>
                <a:gd name="T25" fmla="*/ 8077 h 846"/>
                <a:gd name="T26" fmla="*/ 83 w 637"/>
                <a:gd name="T27" fmla="*/ 7531 h 846"/>
                <a:gd name="T28" fmla="*/ 363 w 637"/>
                <a:gd name="T29" fmla="*/ 6259 h 846"/>
                <a:gd name="T30" fmla="*/ 1313 w 637"/>
                <a:gd name="T31" fmla="*/ 6635 h 846"/>
                <a:gd name="T32" fmla="*/ 1563 w 637"/>
                <a:gd name="T33" fmla="*/ 5611 h 846"/>
                <a:gd name="T34" fmla="*/ 2208 w 637"/>
                <a:gd name="T35" fmla="*/ 4173 h 846"/>
                <a:gd name="T36" fmla="*/ 2471 w 637"/>
                <a:gd name="T37" fmla="*/ 3549 h 846"/>
                <a:gd name="T38" fmla="*/ 2126 w 637"/>
                <a:gd name="T39" fmla="*/ 2048 h 846"/>
                <a:gd name="T40" fmla="*/ 2563 w 637"/>
                <a:gd name="T41" fmla="*/ 1651 h 846"/>
                <a:gd name="T42" fmla="*/ 3001 w 637"/>
                <a:gd name="T43" fmla="*/ 717 h 846"/>
                <a:gd name="T44" fmla="*/ 3771 w 637"/>
                <a:gd name="T45" fmla="*/ 397 h 846"/>
                <a:gd name="T46" fmla="*/ 4241 w 637"/>
                <a:gd name="T47" fmla="*/ 1800 h 846"/>
                <a:gd name="T48" fmla="*/ 4096 w 637"/>
                <a:gd name="T49" fmla="*/ 2483 h 846"/>
                <a:gd name="T50" fmla="*/ 4379 w 637"/>
                <a:gd name="T51" fmla="*/ 3699 h 846"/>
                <a:gd name="T52" fmla="*/ 5847 w 637"/>
                <a:gd name="T53" fmla="*/ 3528 h 846"/>
                <a:gd name="T54" fmla="*/ 5692 w 637"/>
                <a:gd name="T55" fmla="*/ 2787 h 846"/>
                <a:gd name="T56" fmla="*/ 5722 w 637"/>
                <a:gd name="T57" fmla="*/ 1536 h 846"/>
                <a:gd name="T58" fmla="*/ 6004 w 637"/>
                <a:gd name="T59" fmla="*/ 627 h 846"/>
                <a:gd name="T60" fmla="*/ 6880 w 637"/>
                <a:gd name="T61" fmla="*/ 832 h 846"/>
                <a:gd name="T62" fmla="*/ 7910 w 637"/>
                <a:gd name="T63" fmla="*/ 1216 h 846"/>
                <a:gd name="T64" fmla="*/ 7630 w 637"/>
                <a:gd name="T65" fmla="*/ 2048 h 846"/>
                <a:gd name="T66" fmla="*/ 7630 w 637"/>
                <a:gd name="T67" fmla="*/ 3107 h 846"/>
                <a:gd name="T68" fmla="*/ 8868 w 637"/>
                <a:gd name="T69" fmla="*/ 4189 h 846"/>
                <a:gd name="T70" fmla="*/ 7993 w 637"/>
                <a:gd name="T71" fmla="*/ 4757 h 846"/>
                <a:gd name="T72" fmla="*/ 8118 w 637"/>
                <a:gd name="T73" fmla="*/ 5995 h 846"/>
                <a:gd name="T74" fmla="*/ 8243 w 637"/>
                <a:gd name="T75" fmla="*/ 7736 h 846"/>
                <a:gd name="T76" fmla="*/ 9413 w 637"/>
                <a:gd name="T77" fmla="*/ 8875 h 846"/>
                <a:gd name="T78" fmla="*/ 9631 w 637"/>
                <a:gd name="T79" fmla="*/ 10888 h 846"/>
                <a:gd name="T80" fmla="*/ 8650 w 637"/>
                <a:gd name="T81" fmla="*/ 11264 h 846"/>
                <a:gd name="T82" fmla="*/ 9025 w 637"/>
                <a:gd name="T83" fmla="*/ 12309 h 846"/>
                <a:gd name="T84" fmla="*/ 8400 w 637"/>
                <a:gd name="T85" fmla="*/ 13483 h 846"/>
                <a:gd name="T86" fmla="*/ 7210 w 637"/>
                <a:gd name="T87" fmla="*/ 14016 h 846"/>
                <a:gd name="T88" fmla="*/ 5959 w 637"/>
                <a:gd name="T89" fmla="*/ 15779 h 846"/>
                <a:gd name="T90" fmla="*/ 6492 w 637"/>
                <a:gd name="T91" fmla="*/ 15325 h 846"/>
                <a:gd name="T92" fmla="*/ 6692 w 637"/>
                <a:gd name="T93" fmla="*/ 13277 h 846"/>
                <a:gd name="T94" fmla="*/ 5584 w 637"/>
                <a:gd name="T95" fmla="*/ 13653 h 846"/>
                <a:gd name="T96" fmla="*/ 5909 w 637"/>
                <a:gd name="T97" fmla="*/ 12877 h 846"/>
                <a:gd name="T98" fmla="*/ 5942 w 637"/>
                <a:gd name="T99" fmla="*/ 12173 h 846"/>
                <a:gd name="T100" fmla="*/ 4004 w 637"/>
                <a:gd name="T101" fmla="*/ 12309 h 84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37" h="846">
                  <a:moveTo>
                    <a:pt x="244" y="662"/>
                  </a:moveTo>
                  <a:cubicBezTo>
                    <a:pt x="245" y="670"/>
                    <a:pt x="261" y="661"/>
                    <a:pt x="274" y="660"/>
                  </a:cubicBezTo>
                  <a:cubicBezTo>
                    <a:pt x="288" y="659"/>
                    <a:pt x="299" y="665"/>
                    <a:pt x="300" y="678"/>
                  </a:cubicBezTo>
                  <a:cubicBezTo>
                    <a:pt x="302" y="706"/>
                    <a:pt x="274" y="703"/>
                    <a:pt x="266" y="706"/>
                  </a:cubicBezTo>
                  <a:cubicBezTo>
                    <a:pt x="247" y="713"/>
                    <a:pt x="257" y="733"/>
                    <a:pt x="266" y="741"/>
                  </a:cubicBezTo>
                  <a:cubicBezTo>
                    <a:pt x="271" y="745"/>
                    <a:pt x="274" y="748"/>
                    <a:pt x="280" y="749"/>
                  </a:cubicBezTo>
                  <a:cubicBezTo>
                    <a:pt x="285" y="750"/>
                    <a:pt x="292" y="749"/>
                    <a:pt x="295" y="754"/>
                  </a:cubicBezTo>
                  <a:cubicBezTo>
                    <a:pt x="299" y="762"/>
                    <a:pt x="289" y="770"/>
                    <a:pt x="282" y="769"/>
                  </a:cubicBezTo>
                  <a:cubicBezTo>
                    <a:pt x="274" y="768"/>
                    <a:pt x="270" y="759"/>
                    <a:pt x="266" y="753"/>
                  </a:cubicBezTo>
                  <a:cubicBezTo>
                    <a:pt x="263" y="747"/>
                    <a:pt x="259" y="741"/>
                    <a:pt x="252" y="743"/>
                  </a:cubicBezTo>
                  <a:cubicBezTo>
                    <a:pt x="244" y="746"/>
                    <a:pt x="241" y="755"/>
                    <a:pt x="243" y="762"/>
                  </a:cubicBezTo>
                  <a:cubicBezTo>
                    <a:pt x="245" y="770"/>
                    <a:pt x="249" y="774"/>
                    <a:pt x="248" y="782"/>
                  </a:cubicBezTo>
                  <a:cubicBezTo>
                    <a:pt x="247" y="785"/>
                    <a:pt x="247" y="788"/>
                    <a:pt x="245" y="791"/>
                  </a:cubicBezTo>
                  <a:cubicBezTo>
                    <a:pt x="243" y="792"/>
                    <a:pt x="232" y="801"/>
                    <a:pt x="230" y="806"/>
                  </a:cubicBezTo>
                  <a:cubicBezTo>
                    <a:pt x="229" y="812"/>
                    <a:pt x="230" y="818"/>
                    <a:pt x="237" y="824"/>
                  </a:cubicBezTo>
                  <a:cubicBezTo>
                    <a:pt x="250" y="835"/>
                    <a:pt x="267" y="832"/>
                    <a:pt x="280" y="825"/>
                  </a:cubicBezTo>
                  <a:cubicBezTo>
                    <a:pt x="288" y="821"/>
                    <a:pt x="293" y="818"/>
                    <a:pt x="296" y="828"/>
                  </a:cubicBezTo>
                  <a:cubicBezTo>
                    <a:pt x="298" y="836"/>
                    <a:pt x="293" y="840"/>
                    <a:pt x="285" y="843"/>
                  </a:cubicBezTo>
                  <a:cubicBezTo>
                    <a:pt x="275" y="846"/>
                    <a:pt x="261" y="846"/>
                    <a:pt x="250" y="844"/>
                  </a:cubicBezTo>
                  <a:cubicBezTo>
                    <a:pt x="243" y="842"/>
                    <a:pt x="237" y="839"/>
                    <a:pt x="230" y="837"/>
                  </a:cubicBezTo>
                  <a:cubicBezTo>
                    <a:pt x="223" y="834"/>
                    <a:pt x="216" y="833"/>
                    <a:pt x="210" y="829"/>
                  </a:cubicBezTo>
                  <a:cubicBezTo>
                    <a:pt x="205" y="827"/>
                    <a:pt x="198" y="823"/>
                    <a:pt x="195" y="819"/>
                  </a:cubicBezTo>
                  <a:cubicBezTo>
                    <a:pt x="190" y="814"/>
                    <a:pt x="193" y="809"/>
                    <a:pt x="196" y="804"/>
                  </a:cubicBezTo>
                  <a:cubicBezTo>
                    <a:pt x="205" y="786"/>
                    <a:pt x="221" y="804"/>
                    <a:pt x="232" y="791"/>
                  </a:cubicBezTo>
                  <a:cubicBezTo>
                    <a:pt x="239" y="781"/>
                    <a:pt x="244" y="762"/>
                    <a:pt x="234" y="753"/>
                  </a:cubicBezTo>
                  <a:cubicBezTo>
                    <a:pt x="227" y="748"/>
                    <a:pt x="218" y="750"/>
                    <a:pt x="211" y="745"/>
                  </a:cubicBezTo>
                  <a:cubicBezTo>
                    <a:pt x="206" y="741"/>
                    <a:pt x="205" y="733"/>
                    <a:pt x="203" y="727"/>
                  </a:cubicBezTo>
                  <a:cubicBezTo>
                    <a:pt x="199" y="713"/>
                    <a:pt x="202" y="691"/>
                    <a:pt x="181" y="691"/>
                  </a:cubicBezTo>
                  <a:cubicBezTo>
                    <a:pt x="156" y="691"/>
                    <a:pt x="149" y="717"/>
                    <a:pt x="152" y="732"/>
                  </a:cubicBezTo>
                  <a:cubicBezTo>
                    <a:pt x="155" y="746"/>
                    <a:pt x="156" y="764"/>
                    <a:pt x="149" y="776"/>
                  </a:cubicBezTo>
                  <a:cubicBezTo>
                    <a:pt x="141" y="789"/>
                    <a:pt x="134" y="787"/>
                    <a:pt x="124" y="780"/>
                  </a:cubicBezTo>
                  <a:cubicBezTo>
                    <a:pt x="121" y="779"/>
                    <a:pt x="117" y="776"/>
                    <a:pt x="114" y="774"/>
                  </a:cubicBezTo>
                  <a:cubicBezTo>
                    <a:pt x="112" y="771"/>
                    <a:pt x="96" y="763"/>
                    <a:pt x="90" y="761"/>
                  </a:cubicBezTo>
                  <a:cubicBezTo>
                    <a:pt x="76" y="758"/>
                    <a:pt x="69" y="744"/>
                    <a:pt x="64" y="733"/>
                  </a:cubicBezTo>
                  <a:cubicBezTo>
                    <a:pt x="56" y="718"/>
                    <a:pt x="53" y="701"/>
                    <a:pt x="46" y="686"/>
                  </a:cubicBezTo>
                  <a:cubicBezTo>
                    <a:pt x="44" y="677"/>
                    <a:pt x="44" y="672"/>
                    <a:pt x="48" y="669"/>
                  </a:cubicBezTo>
                  <a:cubicBezTo>
                    <a:pt x="52" y="666"/>
                    <a:pt x="54" y="675"/>
                    <a:pt x="64" y="678"/>
                  </a:cubicBezTo>
                  <a:cubicBezTo>
                    <a:pt x="75" y="680"/>
                    <a:pt x="81" y="675"/>
                    <a:pt x="86" y="666"/>
                  </a:cubicBezTo>
                  <a:cubicBezTo>
                    <a:pt x="91" y="657"/>
                    <a:pt x="89" y="652"/>
                    <a:pt x="87" y="642"/>
                  </a:cubicBezTo>
                  <a:cubicBezTo>
                    <a:pt x="86" y="633"/>
                    <a:pt x="87" y="624"/>
                    <a:pt x="86" y="615"/>
                  </a:cubicBezTo>
                  <a:cubicBezTo>
                    <a:pt x="85" y="608"/>
                    <a:pt x="86" y="604"/>
                    <a:pt x="87" y="598"/>
                  </a:cubicBezTo>
                  <a:cubicBezTo>
                    <a:pt x="88" y="585"/>
                    <a:pt x="82" y="568"/>
                    <a:pt x="67" y="566"/>
                  </a:cubicBezTo>
                  <a:cubicBezTo>
                    <a:pt x="43" y="562"/>
                    <a:pt x="54" y="596"/>
                    <a:pt x="33" y="601"/>
                  </a:cubicBezTo>
                  <a:cubicBezTo>
                    <a:pt x="16" y="605"/>
                    <a:pt x="11" y="571"/>
                    <a:pt x="8" y="560"/>
                  </a:cubicBezTo>
                  <a:cubicBezTo>
                    <a:pt x="2" y="544"/>
                    <a:pt x="0" y="528"/>
                    <a:pt x="3" y="511"/>
                  </a:cubicBezTo>
                  <a:cubicBezTo>
                    <a:pt x="6" y="500"/>
                    <a:pt x="8" y="500"/>
                    <a:pt x="16" y="503"/>
                  </a:cubicBezTo>
                  <a:cubicBezTo>
                    <a:pt x="25" y="505"/>
                    <a:pt x="32" y="504"/>
                    <a:pt x="38" y="498"/>
                  </a:cubicBezTo>
                  <a:cubicBezTo>
                    <a:pt x="45" y="491"/>
                    <a:pt x="52" y="477"/>
                    <a:pt x="50" y="468"/>
                  </a:cubicBezTo>
                  <a:cubicBezTo>
                    <a:pt x="49" y="456"/>
                    <a:pt x="39" y="459"/>
                    <a:pt x="33" y="452"/>
                  </a:cubicBezTo>
                  <a:cubicBezTo>
                    <a:pt x="35" y="444"/>
                    <a:pt x="53" y="435"/>
                    <a:pt x="61" y="437"/>
                  </a:cubicBezTo>
                  <a:cubicBezTo>
                    <a:pt x="68" y="439"/>
                    <a:pt x="72" y="442"/>
                    <a:pt x="80" y="438"/>
                  </a:cubicBezTo>
                  <a:cubicBezTo>
                    <a:pt x="85" y="436"/>
                    <a:pt x="90" y="431"/>
                    <a:pt x="92" y="426"/>
                  </a:cubicBezTo>
                  <a:cubicBezTo>
                    <a:pt x="100" y="400"/>
                    <a:pt x="63" y="398"/>
                    <a:pt x="47" y="394"/>
                  </a:cubicBezTo>
                  <a:cubicBezTo>
                    <a:pt x="32" y="391"/>
                    <a:pt x="52" y="361"/>
                    <a:pt x="34" y="356"/>
                  </a:cubicBezTo>
                  <a:cubicBezTo>
                    <a:pt x="23" y="353"/>
                    <a:pt x="23" y="356"/>
                    <a:pt x="19" y="365"/>
                  </a:cubicBezTo>
                  <a:cubicBezTo>
                    <a:pt x="17" y="370"/>
                    <a:pt x="10" y="396"/>
                    <a:pt x="5" y="397"/>
                  </a:cubicBezTo>
                  <a:cubicBezTo>
                    <a:pt x="1" y="393"/>
                    <a:pt x="8" y="384"/>
                    <a:pt x="9" y="379"/>
                  </a:cubicBezTo>
                  <a:cubicBezTo>
                    <a:pt x="11" y="374"/>
                    <a:pt x="12" y="368"/>
                    <a:pt x="11" y="362"/>
                  </a:cubicBezTo>
                  <a:cubicBezTo>
                    <a:pt x="10" y="357"/>
                    <a:pt x="4" y="346"/>
                    <a:pt x="7" y="341"/>
                  </a:cubicBezTo>
                  <a:cubicBezTo>
                    <a:pt x="10" y="336"/>
                    <a:pt x="18" y="331"/>
                    <a:pt x="23" y="330"/>
                  </a:cubicBezTo>
                  <a:cubicBezTo>
                    <a:pt x="31" y="330"/>
                    <a:pt x="41" y="339"/>
                    <a:pt x="46" y="343"/>
                  </a:cubicBezTo>
                  <a:cubicBezTo>
                    <a:pt x="50" y="347"/>
                    <a:pt x="49" y="376"/>
                    <a:pt x="55" y="383"/>
                  </a:cubicBezTo>
                  <a:cubicBezTo>
                    <a:pt x="61" y="390"/>
                    <a:pt x="75" y="392"/>
                    <a:pt x="80" y="383"/>
                  </a:cubicBezTo>
                  <a:cubicBezTo>
                    <a:pt x="86" y="371"/>
                    <a:pt x="86" y="363"/>
                    <a:pt x="84" y="350"/>
                  </a:cubicBezTo>
                  <a:cubicBezTo>
                    <a:pt x="84" y="345"/>
                    <a:pt x="81" y="338"/>
                    <a:pt x="82" y="332"/>
                  </a:cubicBezTo>
                  <a:cubicBezTo>
                    <a:pt x="82" y="324"/>
                    <a:pt x="82" y="326"/>
                    <a:pt x="90" y="322"/>
                  </a:cubicBezTo>
                  <a:cubicBezTo>
                    <a:pt x="97" y="319"/>
                    <a:pt x="100" y="322"/>
                    <a:pt x="103" y="312"/>
                  </a:cubicBezTo>
                  <a:cubicBezTo>
                    <a:pt x="104" y="308"/>
                    <a:pt x="103" y="301"/>
                    <a:pt x="100" y="296"/>
                  </a:cubicBezTo>
                  <a:cubicBezTo>
                    <a:pt x="97" y="290"/>
                    <a:pt x="92" y="291"/>
                    <a:pt x="93" y="282"/>
                  </a:cubicBezTo>
                  <a:cubicBezTo>
                    <a:pt x="93" y="279"/>
                    <a:pt x="97" y="270"/>
                    <a:pt x="99" y="265"/>
                  </a:cubicBezTo>
                  <a:cubicBezTo>
                    <a:pt x="109" y="240"/>
                    <a:pt x="131" y="273"/>
                    <a:pt x="141" y="249"/>
                  </a:cubicBezTo>
                  <a:cubicBezTo>
                    <a:pt x="144" y="241"/>
                    <a:pt x="147" y="229"/>
                    <a:pt x="141" y="220"/>
                  </a:cubicBezTo>
                  <a:cubicBezTo>
                    <a:pt x="137" y="213"/>
                    <a:pt x="125" y="212"/>
                    <a:pt x="122" y="204"/>
                  </a:cubicBezTo>
                  <a:cubicBezTo>
                    <a:pt x="121" y="201"/>
                    <a:pt x="122" y="194"/>
                    <a:pt x="125" y="192"/>
                  </a:cubicBezTo>
                  <a:cubicBezTo>
                    <a:pt x="129" y="191"/>
                    <a:pt x="134" y="198"/>
                    <a:pt x="137" y="199"/>
                  </a:cubicBezTo>
                  <a:cubicBezTo>
                    <a:pt x="146" y="201"/>
                    <a:pt x="155" y="195"/>
                    <a:pt x="158" y="187"/>
                  </a:cubicBezTo>
                  <a:cubicBezTo>
                    <a:pt x="162" y="176"/>
                    <a:pt x="157" y="167"/>
                    <a:pt x="153" y="158"/>
                  </a:cubicBezTo>
                  <a:cubicBezTo>
                    <a:pt x="148" y="144"/>
                    <a:pt x="151" y="146"/>
                    <a:pt x="159" y="136"/>
                  </a:cubicBezTo>
                  <a:cubicBezTo>
                    <a:pt x="164" y="131"/>
                    <a:pt x="169" y="118"/>
                    <a:pt x="160" y="112"/>
                  </a:cubicBezTo>
                  <a:cubicBezTo>
                    <a:pt x="156" y="109"/>
                    <a:pt x="142" y="109"/>
                    <a:pt x="136" y="108"/>
                  </a:cubicBezTo>
                  <a:cubicBezTo>
                    <a:pt x="133" y="107"/>
                    <a:pt x="122" y="110"/>
                    <a:pt x="124" y="101"/>
                  </a:cubicBezTo>
                  <a:cubicBezTo>
                    <a:pt x="126" y="94"/>
                    <a:pt x="131" y="98"/>
                    <a:pt x="134" y="99"/>
                  </a:cubicBezTo>
                  <a:cubicBezTo>
                    <a:pt x="142" y="102"/>
                    <a:pt x="150" y="109"/>
                    <a:pt x="158" y="100"/>
                  </a:cubicBezTo>
                  <a:cubicBezTo>
                    <a:pt x="162" y="96"/>
                    <a:pt x="161" y="91"/>
                    <a:pt x="164" y="87"/>
                  </a:cubicBezTo>
                  <a:cubicBezTo>
                    <a:pt x="167" y="85"/>
                    <a:pt x="170" y="85"/>
                    <a:pt x="173" y="84"/>
                  </a:cubicBezTo>
                  <a:cubicBezTo>
                    <a:pt x="181" y="80"/>
                    <a:pt x="188" y="77"/>
                    <a:pt x="190" y="67"/>
                  </a:cubicBezTo>
                  <a:cubicBezTo>
                    <a:pt x="193" y="55"/>
                    <a:pt x="183" y="54"/>
                    <a:pt x="178" y="45"/>
                  </a:cubicBezTo>
                  <a:cubicBezTo>
                    <a:pt x="174" y="37"/>
                    <a:pt x="186" y="29"/>
                    <a:pt x="192" y="38"/>
                  </a:cubicBezTo>
                  <a:cubicBezTo>
                    <a:pt x="195" y="42"/>
                    <a:pt x="198" y="47"/>
                    <a:pt x="201" y="52"/>
                  </a:cubicBezTo>
                  <a:cubicBezTo>
                    <a:pt x="206" y="59"/>
                    <a:pt x="206" y="66"/>
                    <a:pt x="216" y="67"/>
                  </a:cubicBezTo>
                  <a:cubicBezTo>
                    <a:pt x="223" y="67"/>
                    <a:pt x="234" y="62"/>
                    <a:pt x="238" y="56"/>
                  </a:cubicBezTo>
                  <a:cubicBezTo>
                    <a:pt x="244" y="46"/>
                    <a:pt x="237" y="32"/>
                    <a:pt x="241" y="21"/>
                  </a:cubicBezTo>
                  <a:cubicBezTo>
                    <a:pt x="243" y="10"/>
                    <a:pt x="246" y="10"/>
                    <a:pt x="256" y="8"/>
                  </a:cubicBezTo>
                  <a:cubicBezTo>
                    <a:pt x="271" y="4"/>
                    <a:pt x="288" y="0"/>
                    <a:pt x="297" y="16"/>
                  </a:cubicBezTo>
                  <a:cubicBezTo>
                    <a:pt x="305" y="30"/>
                    <a:pt x="306" y="53"/>
                    <a:pt x="297" y="66"/>
                  </a:cubicBezTo>
                  <a:cubicBezTo>
                    <a:pt x="287" y="79"/>
                    <a:pt x="263" y="72"/>
                    <a:pt x="271" y="95"/>
                  </a:cubicBezTo>
                  <a:cubicBezTo>
                    <a:pt x="273" y="101"/>
                    <a:pt x="274" y="103"/>
                    <a:pt x="279" y="106"/>
                  </a:cubicBezTo>
                  <a:cubicBezTo>
                    <a:pt x="283" y="109"/>
                    <a:pt x="288" y="108"/>
                    <a:pt x="291" y="110"/>
                  </a:cubicBezTo>
                  <a:cubicBezTo>
                    <a:pt x="303" y="117"/>
                    <a:pt x="290" y="119"/>
                    <a:pt x="282" y="119"/>
                  </a:cubicBezTo>
                  <a:cubicBezTo>
                    <a:pt x="272" y="120"/>
                    <a:pt x="264" y="119"/>
                    <a:pt x="262" y="131"/>
                  </a:cubicBezTo>
                  <a:cubicBezTo>
                    <a:pt x="262" y="138"/>
                    <a:pt x="266" y="147"/>
                    <a:pt x="271" y="151"/>
                  </a:cubicBezTo>
                  <a:cubicBezTo>
                    <a:pt x="281" y="159"/>
                    <a:pt x="315" y="152"/>
                    <a:pt x="305" y="172"/>
                  </a:cubicBezTo>
                  <a:cubicBezTo>
                    <a:pt x="299" y="186"/>
                    <a:pt x="278" y="185"/>
                    <a:pt x="266" y="188"/>
                  </a:cubicBezTo>
                  <a:cubicBezTo>
                    <a:pt x="280" y="195"/>
                    <a:pt x="280" y="195"/>
                    <a:pt x="280" y="195"/>
                  </a:cubicBezTo>
                  <a:cubicBezTo>
                    <a:pt x="316" y="196"/>
                    <a:pt x="316" y="196"/>
                    <a:pt x="316" y="196"/>
                  </a:cubicBezTo>
                  <a:cubicBezTo>
                    <a:pt x="339" y="192"/>
                    <a:pt x="339" y="192"/>
                    <a:pt x="339" y="192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74" y="186"/>
                    <a:pt x="374" y="186"/>
                    <a:pt x="374" y="186"/>
                  </a:cubicBezTo>
                  <a:cubicBezTo>
                    <a:pt x="376" y="183"/>
                    <a:pt x="376" y="183"/>
                    <a:pt x="376" y="183"/>
                  </a:cubicBezTo>
                  <a:cubicBezTo>
                    <a:pt x="372" y="184"/>
                    <a:pt x="365" y="182"/>
                    <a:pt x="362" y="179"/>
                  </a:cubicBezTo>
                  <a:cubicBezTo>
                    <a:pt x="353" y="174"/>
                    <a:pt x="358" y="172"/>
                    <a:pt x="362" y="166"/>
                  </a:cubicBezTo>
                  <a:cubicBezTo>
                    <a:pt x="367" y="160"/>
                    <a:pt x="369" y="152"/>
                    <a:pt x="364" y="147"/>
                  </a:cubicBezTo>
                  <a:cubicBezTo>
                    <a:pt x="359" y="141"/>
                    <a:pt x="353" y="144"/>
                    <a:pt x="348" y="141"/>
                  </a:cubicBezTo>
                  <a:cubicBezTo>
                    <a:pt x="344" y="138"/>
                    <a:pt x="343" y="128"/>
                    <a:pt x="348" y="125"/>
                  </a:cubicBezTo>
                  <a:cubicBezTo>
                    <a:pt x="354" y="121"/>
                    <a:pt x="362" y="125"/>
                    <a:pt x="369" y="120"/>
                  </a:cubicBezTo>
                  <a:cubicBezTo>
                    <a:pt x="379" y="111"/>
                    <a:pt x="378" y="88"/>
                    <a:pt x="366" y="81"/>
                  </a:cubicBezTo>
                  <a:cubicBezTo>
                    <a:pt x="361" y="78"/>
                    <a:pt x="356" y="80"/>
                    <a:pt x="352" y="78"/>
                  </a:cubicBezTo>
                  <a:cubicBezTo>
                    <a:pt x="344" y="75"/>
                    <a:pt x="348" y="64"/>
                    <a:pt x="348" y="57"/>
                  </a:cubicBezTo>
                  <a:cubicBezTo>
                    <a:pt x="348" y="41"/>
                    <a:pt x="352" y="31"/>
                    <a:pt x="369" y="28"/>
                  </a:cubicBezTo>
                  <a:cubicBezTo>
                    <a:pt x="375" y="27"/>
                    <a:pt x="382" y="26"/>
                    <a:pt x="384" y="33"/>
                  </a:cubicBezTo>
                  <a:cubicBezTo>
                    <a:pt x="385" y="40"/>
                    <a:pt x="378" y="43"/>
                    <a:pt x="383" y="51"/>
                  </a:cubicBezTo>
                  <a:cubicBezTo>
                    <a:pt x="386" y="56"/>
                    <a:pt x="397" y="62"/>
                    <a:pt x="404" y="65"/>
                  </a:cubicBezTo>
                  <a:cubicBezTo>
                    <a:pt x="413" y="69"/>
                    <a:pt x="423" y="66"/>
                    <a:pt x="428" y="57"/>
                  </a:cubicBezTo>
                  <a:cubicBezTo>
                    <a:pt x="431" y="51"/>
                    <a:pt x="430" y="41"/>
                    <a:pt x="440" y="44"/>
                  </a:cubicBezTo>
                  <a:cubicBezTo>
                    <a:pt x="449" y="46"/>
                    <a:pt x="447" y="57"/>
                    <a:pt x="447" y="64"/>
                  </a:cubicBezTo>
                  <a:cubicBezTo>
                    <a:pt x="447" y="71"/>
                    <a:pt x="448" y="80"/>
                    <a:pt x="455" y="84"/>
                  </a:cubicBezTo>
                  <a:cubicBezTo>
                    <a:pt x="460" y="88"/>
                    <a:pt x="476" y="95"/>
                    <a:pt x="483" y="92"/>
                  </a:cubicBezTo>
                  <a:cubicBezTo>
                    <a:pt x="497" y="86"/>
                    <a:pt x="485" y="49"/>
                    <a:pt x="506" y="64"/>
                  </a:cubicBezTo>
                  <a:cubicBezTo>
                    <a:pt x="514" y="70"/>
                    <a:pt x="518" y="79"/>
                    <a:pt x="522" y="87"/>
                  </a:cubicBezTo>
                  <a:cubicBezTo>
                    <a:pt x="525" y="92"/>
                    <a:pt x="539" y="103"/>
                    <a:pt x="531" y="109"/>
                  </a:cubicBezTo>
                  <a:cubicBezTo>
                    <a:pt x="526" y="113"/>
                    <a:pt x="515" y="101"/>
                    <a:pt x="510" y="100"/>
                  </a:cubicBezTo>
                  <a:cubicBezTo>
                    <a:pt x="501" y="97"/>
                    <a:pt x="494" y="101"/>
                    <a:pt x="488" y="108"/>
                  </a:cubicBezTo>
                  <a:cubicBezTo>
                    <a:pt x="485" y="113"/>
                    <a:pt x="480" y="123"/>
                    <a:pt x="480" y="129"/>
                  </a:cubicBezTo>
                  <a:cubicBezTo>
                    <a:pt x="480" y="140"/>
                    <a:pt x="486" y="140"/>
                    <a:pt x="493" y="144"/>
                  </a:cubicBezTo>
                  <a:cubicBezTo>
                    <a:pt x="499" y="147"/>
                    <a:pt x="503" y="154"/>
                    <a:pt x="497" y="160"/>
                  </a:cubicBezTo>
                  <a:cubicBezTo>
                    <a:pt x="494" y="162"/>
                    <a:pt x="491" y="161"/>
                    <a:pt x="488" y="164"/>
                  </a:cubicBezTo>
                  <a:cubicBezTo>
                    <a:pt x="485" y="169"/>
                    <a:pt x="489" y="175"/>
                    <a:pt x="491" y="179"/>
                  </a:cubicBezTo>
                  <a:cubicBezTo>
                    <a:pt x="496" y="184"/>
                    <a:pt x="506" y="190"/>
                    <a:pt x="514" y="192"/>
                  </a:cubicBezTo>
                  <a:cubicBezTo>
                    <a:pt x="531" y="197"/>
                    <a:pt x="534" y="188"/>
                    <a:pt x="544" y="177"/>
                  </a:cubicBezTo>
                  <a:cubicBezTo>
                    <a:pt x="571" y="146"/>
                    <a:pt x="586" y="219"/>
                    <a:pt x="567" y="221"/>
                  </a:cubicBezTo>
                  <a:cubicBezTo>
                    <a:pt x="558" y="221"/>
                    <a:pt x="546" y="210"/>
                    <a:pt x="540" y="205"/>
                  </a:cubicBezTo>
                  <a:cubicBezTo>
                    <a:pt x="529" y="198"/>
                    <a:pt x="517" y="194"/>
                    <a:pt x="504" y="197"/>
                  </a:cubicBezTo>
                  <a:cubicBezTo>
                    <a:pt x="489" y="200"/>
                    <a:pt x="486" y="215"/>
                    <a:pt x="494" y="227"/>
                  </a:cubicBezTo>
                  <a:cubicBezTo>
                    <a:pt x="499" y="234"/>
                    <a:pt x="516" y="241"/>
                    <a:pt x="511" y="251"/>
                  </a:cubicBezTo>
                  <a:cubicBezTo>
                    <a:pt x="508" y="256"/>
                    <a:pt x="499" y="257"/>
                    <a:pt x="496" y="264"/>
                  </a:cubicBezTo>
                  <a:cubicBezTo>
                    <a:pt x="494" y="269"/>
                    <a:pt x="494" y="276"/>
                    <a:pt x="494" y="282"/>
                  </a:cubicBezTo>
                  <a:cubicBezTo>
                    <a:pt x="493" y="291"/>
                    <a:pt x="501" y="307"/>
                    <a:pt x="512" y="306"/>
                  </a:cubicBezTo>
                  <a:cubicBezTo>
                    <a:pt x="514" y="305"/>
                    <a:pt x="522" y="307"/>
                    <a:pt x="519" y="316"/>
                  </a:cubicBezTo>
                  <a:cubicBezTo>
                    <a:pt x="514" y="329"/>
                    <a:pt x="532" y="339"/>
                    <a:pt x="528" y="353"/>
                  </a:cubicBezTo>
                  <a:cubicBezTo>
                    <a:pt x="526" y="359"/>
                    <a:pt x="522" y="363"/>
                    <a:pt x="521" y="369"/>
                  </a:cubicBezTo>
                  <a:cubicBezTo>
                    <a:pt x="520" y="375"/>
                    <a:pt x="522" y="381"/>
                    <a:pt x="524" y="386"/>
                  </a:cubicBezTo>
                  <a:cubicBezTo>
                    <a:pt x="526" y="393"/>
                    <a:pt x="527" y="401"/>
                    <a:pt x="527" y="408"/>
                  </a:cubicBezTo>
                  <a:cubicBezTo>
                    <a:pt x="526" y="417"/>
                    <a:pt x="519" y="422"/>
                    <a:pt x="516" y="431"/>
                  </a:cubicBezTo>
                  <a:cubicBezTo>
                    <a:pt x="511" y="450"/>
                    <a:pt x="522" y="468"/>
                    <a:pt x="530" y="485"/>
                  </a:cubicBezTo>
                  <a:cubicBezTo>
                    <a:pt x="536" y="499"/>
                    <a:pt x="546" y="512"/>
                    <a:pt x="564" y="508"/>
                  </a:cubicBezTo>
                  <a:cubicBezTo>
                    <a:pt x="585" y="503"/>
                    <a:pt x="582" y="472"/>
                    <a:pt x="602" y="468"/>
                  </a:cubicBezTo>
                  <a:cubicBezTo>
                    <a:pt x="609" y="467"/>
                    <a:pt x="620" y="471"/>
                    <a:pt x="627" y="475"/>
                  </a:cubicBezTo>
                  <a:cubicBezTo>
                    <a:pt x="636" y="481"/>
                    <a:pt x="637" y="490"/>
                    <a:pt x="636" y="501"/>
                  </a:cubicBezTo>
                  <a:cubicBezTo>
                    <a:pt x="636" y="515"/>
                    <a:pt x="633" y="530"/>
                    <a:pt x="630" y="543"/>
                  </a:cubicBezTo>
                  <a:cubicBezTo>
                    <a:pt x="627" y="552"/>
                    <a:pt x="625" y="569"/>
                    <a:pt x="616" y="574"/>
                  </a:cubicBezTo>
                  <a:cubicBezTo>
                    <a:pt x="605" y="580"/>
                    <a:pt x="605" y="565"/>
                    <a:pt x="602" y="558"/>
                  </a:cubicBezTo>
                  <a:cubicBezTo>
                    <a:pt x="598" y="549"/>
                    <a:pt x="588" y="536"/>
                    <a:pt x="579" y="528"/>
                  </a:cubicBezTo>
                  <a:cubicBezTo>
                    <a:pt x="565" y="517"/>
                    <a:pt x="536" y="519"/>
                    <a:pt x="540" y="545"/>
                  </a:cubicBezTo>
                  <a:cubicBezTo>
                    <a:pt x="543" y="561"/>
                    <a:pt x="560" y="578"/>
                    <a:pt x="553" y="594"/>
                  </a:cubicBezTo>
                  <a:cubicBezTo>
                    <a:pt x="549" y="603"/>
                    <a:pt x="542" y="603"/>
                    <a:pt x="536" y="609"/>
                  </a:cubicBezTo>
                  <a:cubicBezTo>
                    <a:pt x="529" y="615"/>
                    <a:pt x="529" y="633"/>
                    <a:pt x="532" y="642"/>
                  </a:cubicBezTo>
                  <a:cubicBezTo>
                    <a:pt x="535" y="650"/>
                    <a:pt x="545" y="655"/>
                    <a:pt x="552" y="655"/>
                  </a:cubicBezTo>
                  <a:cubicBezTo>
                    <a:pt x="562" y="656"/>
                    <a:pt x="568" y="649"/>
                    <a:pt x="577" y="649"/>
                  </a:cubicBezTo>
                  <a:cubicBezTo>
                    <a:pt x="609" y="646"/>
                    <a:pt x="590" y="679"/>
                    <a:pt x="583" y="693"/>
                  </a:cubicBezTo>
                  <a:cubicBezTo>
                    <a:pt x="578" y="703"/>
                    <a:pt x="573" y="733"/>
                    <a:pt x="563" y="739"/>
                  </a:cubicBezTo>
                  <a:cubicBezTo>
                    <a:pt x="549" y="747"/>
                    <a:pt x="556" y="730"/>
                    <a:pt x="555" y="724"/>
                  </a:cubicBezTo>
                  <a:cubicBezTo>
                    <a:pt x="554" y="716"/>
                    <a:pt x="546" y="710"/>
                    <a:pt x="537" y="711"/>
                  </a:cubicBezTo>
                  <a:cubicBezTo>
                    <a:pt x="525" y="714"/>
                    <a:pt x="520" y="734"/>
                    <a:pt x="509" y="717"/>
                  </a:cubicBezTo>
                  <a:cubicBezTo>
                    <a:pt x="504" y="710"/>
                    <a:pt x="506" y="700"/>
                    <a:pt x="501" y="692"/>
                  </a:cubicBezTo>
                  <a:cubicBezTo>
                    <a:pt x="487" y="673"/>
                    <a:pt x="457" y="688"/>
                    <a:pt x="459" y="710"/>
                  </a:cubicBezTo>
                  <a:cubicBezTo>
                    <a:pt x="461" y="720"/>
                    <a:pt x="472" y="730"/>
                    <a:pt x="461" y="739"/>
                  </a:cubicBezTo>
                  <a:cubicBezTo>
                    <a:pt x="453" y="744"/>
                    <a:pt x="444" y="737"/>
                    <a:pt x="440" y="750"/>
                  </a:cubicBezTo>
                  <a:cubicBezTo>
                    <a:pt x="435" y="768"/>
                    <a:pt x="453" y="774"/>
                    <a:pt x="464" y="782"/>
                  </a:cubicBezTo>
                  <a:cubicBezTo>
                    <a:pt x="486" y="798"/>
                    <a:pt x="463" y="809"/>
                    <a:pt x="447" y="815"/>
                  </a:cubicBezTo>
                  <a:cubicBezTo>
                    <a:pt x="427" y="823"/>
                    <a:pt x="403" y="832"/>
                    <a:pt x="381" y="832"/>
                  </a:cubicBezTo>
                  <a:cubicBezTo>
                    <a:pt x="367" y="833"/>
                    <a:pt x="359" y="829"/>
                    <a:pt x="357" y="815"/>
                  </a:cubicBezTo>
                  <a:cubicBezTo>
                    <a:pt x="356" y="806"/>
                    <a:pt x="356" y="791"/>
                    <a:pt x="364" y="787"/>
                  </a:cubicBezTo>
                  <a:cubicBezTo>
                    <a:pt x="370" y="785"/>
                    <a:pt x="389" y="786"/>
                    <a:pt x="395" y="790"/>
                  </a:cubicBezTo>
                  <a:cubicBezTo>
                    <a:pt x="405" y="796"/>
                    <a:pt x="402" y="805"/>
                    <a:pt x="415" y="808"/>
                  </a:cubicBezTo>
                  <a:cubicBezTo>
                    <a:pt x="429" y="811"/>
                    <a:pt x="441" y="804"/>
                    <a:pt x="446" y="791"/>
                  </a:cubicBezTo>
                  <a:cubicBezTo>
                    <a:pt x="452" y="776"/>
                    <a:pt x="443" y="771"/>
                    <a:pt x="435" y="760"/>
                  </a:cubicBezTo>
                  <a:cubicBezTo>
                    <a:pt x="420" y="738"/>
                    <a:pt x="453" y="737"/>
                    <a:pt x="449" y="715"/>
                  </a:cubicBezTo>
                  <a:cubicBezTo>
                    <a:pt x="448" y="704"/>
                    <a:pt x="440" y="699"/>
                    <a:pt x="428" y="700"/>
                  </a:cubicBezTo>
                  <a:cubicBezTo>
                    <a:pt x="417" y="702"/>
                    <a:pt x="418" y="711"/>
                    <a:pt x="411" y="718"/>
                  </a:cubicBezTo>
                  <a:cubicBezTo>
                    <a:pt x="409" y="720"/>
                    <a:pt x="399" y="734"/>
                    <a:pt x="388" y="739"/>
                  </a:cubicBezTo>
                  <a:cubicBezTo>
                    <a:pt x="373" y="746"/>
                    <a:pt x="355" y="743"/>
                    <a:pt x="352" y="736"/>
                  </a:cubicBezTo>
                  <a:cubicBezTo>
                    <a:pt x="350" y="731"/>
                    <a:pt x="350" y="722"/>
                    <a:pt x="357" y="720"/>
                  </a:cubicBezTo>
                  <a:cubicBezTo>
                    <a:pt x="365" y="718"/>
                    <a:pt x="381" y="722"/>
                    <a:pt x="384" y="722"/>
                  </a:cubicBezTo>
                  <a:cubicBezTo>
                    <a:pt x="392" y="722"/>
                    <a:pt x="402" y="723"/>
                    <a:pt x="408" y="716"/>
                  </a:cubicBezTo>
                  <a:cubicBezTo>
                    <a:pt x="414" y="709"/>
                    <a:pt x="417" y="700"/>
                    <a:pt x="414" y="691"/>
                  </a:cubicBezTo>
                  <a:cubicBezTo>
                    <a:pt x="412" y="682"/>
                    <a:pt x="393" y="679"/>
                    <a:pt x="378" y="679"/>
                  </a:cubicBezTo>
                  <a:cubicBezTo>
                    <a:pt x="362" y="679"/>
                    <a:pt x="345" y="683"/>
                    <a:pt x="345" y="669"/>
                  </a:cubicBezTo>
                  <a:cubicBezTo>
                    <a:pt x="345" y="657"/>
                    <a:pt x="355" y="651"/>
                    <a:pt x="367" y="652"/>
                  </a:cubicBezTo>
                  <a:cubicBezTo>
                    <a:pt x="377" y="653"/>
                    <a:pt x="393" y="662"/>
                    <a:pt x="399" y="655"/>
                  </a:cubicBezTo>
                  <a:cubicBezTo>
                    <a:pt x="380" y="642"/>
                    <a:pt x="380" y="642"/>
                    <a:pt x="380" y="642"/>
                  </a:cubicBezTo>
                  <a:cubicBezTo>
                    <a:pt x="333" y="629"/>
                    <a:pt x="333" y="629"/>
                    <a:pt x="333" y="629"/>
                  </a:cubicBezTo>
                  <a:cubicBezTo>
                    <a:pt x="294" y="631"/>
                    <a:pt x="294" y="631"/>
                    <a:pt x="294" y="631"/>
                  </a:cubicBezTo>
                  <a:cubicBezTo>
                    <a:pt x="294" y="631"/>
                    <a:pt x="279" y="639"/>
                    <a:pt x="278" y="639"/>
                  </a:cubicBezTo>
                  <a:cubicBezTo>
                    <a:pt x="276" y="640"/>
                    <a:pt x="256" y="649"/>
                    <a:pt x="256" y="649"/>
                  </a:cubicBezTo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9" name="Freeform 258">
              <a:extLst>
                <a:ext uri="{FF2B5EF4-FFF2-40B4-BE49-F238E27FC236}">
                  <a16:creationId xmlns:a16="http://schemas.microsoft.com/office/drawing/2014/main" id="{CEFB468B-F32E-441C-ADB2-C4A59CE36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589"/>
              <a:ext cx="285" cy="366"/>
            </a:xfrm>
            <a:custGeom>
              <a:avLst/>
              <a:gdLst>
                <a:gd name="T0" fmla="*/ 1688 w 114"/>
                <a:gd name="T1" fmla="*/ 2613 h 137"/>
                <a:gd name="T2" fmla="*/ 1708 w 114"/>
                <a:gd name="T3" fmla="*/ 2591 h 137"/>
                <a:gd name="T4" fmla="*/ 1720 w 114"/>
                <a:gd name="T5" fmla="*/ 2383 h 137"/>
                <a:gd name="T6" fmla="*/ 1613 w 114"/>
                <a:gd name="T7" fmla="*/ 1050 h 137"/>
                <a:gd name="T8" fmla="*/ 845 w 114"/>
                <a:gd name="T9" fmla="*/ 478 h 137"/>
                <a:gd name="T10" fmla="*/ 563 w 114"/>
                <a:gd name="T11" fmla="*/ 0 h 137"/>
                <a:gd name="T12" fmla="*/ 1688 w 114"/>
                <a:gd name="T13" fmla="*/ 2613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37">
                  <a:moveTo>
                    <a:pt x="108" y="137"/>
                  </a:move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10" y="129"/>
                    <a:pt x="110" y="125"/>
                  </a:cubicBezTo>
                  <a:cubicBezTo>
                    <a:pt x="112" y="104"/>
                    <a:pt x="114" y="67"/>
                    <a:pt x="103" y="55"/>
                  </a:cubicBezTo>
                  <a:cubicBezTo>
                    <a:pt x="91" y="42"/>
                    <a:pt x="72" y="44"/>
                    <a:pt x="54" y="25"/>
                  </a:cubicBezTo>
                  <a:cubicBezTo>
                    <a:pt x="45" y="17"/>
                    <a:pt x="37" y="7"/>
                    <a:pt x="36" y="0"/>
                  </a:cubicBezTo>
                  <a:cubicBezTo>
                    <a:pt x="15" y="23"/>
                    <a:pt x="0" y="89"/>
                    <a:pt x="108" y="137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0" name="Freeform 259">
              <a:extLst>
                <a:ext uri="{FF2B5EF4-FFF2-40B4-BE49-F238E27FC236}">
                  <a16:creationId xmlns:a16="http://schemas.microsoft.com/office/drawing/2014/main" id="{43033253-A1C7-4527-ABCF-C12F16C3C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" y="1712"/>
              <a:ext cx="262" cy="707"/>
            </a:xfrm>
            <a:custGeom>
              <a:avLst/>
              <a:gdLst>
                <a:gd name="T0" fmla="*/ 666 w 105"/>
                <a:gd name="T1" fmla="*/ 264 h 265"/>
                <a:gd name="T2" fmla="*/ 125 w 105"/>
                <a:gd name="T3" fmla="*/ 2142 h 265"/>
                <a:gd name="T4" fmla="*/ 217 w 105"/>
                <a:gd name="T5" fmla="*/ 4463 h 265"/>
                <a:gd name="T6" fmla="*/ 404 w 105"/>
                <a:gd name="T7" fmla="*/ 5010 h 265"/>
                <a:gd name="T8" fmla="*/ 684 w 105"/>
                <a:gd name="T9" fmla="*/ 4085 h 265"/>
                <a:gd name="T10" fmla="*/ 1278 w 105"/>
                <a:gd name="T11" fmla="*/ 2220 h 265"/>
                <a:gd name="T12" fmla="*/ 1495 w 105"/>
                <a:gd name="T13" fmla="*/ 1446 h 265"/>
                <a:gd name="T14" fmla="*/ 1058 w 105"/>
                <a:gd name="T15" fmla="*/ 534 h 265"/>
                <a:gd name="T16" fmla="*/ 666 w 105"/>
                <a:gd name="T17" fmla="*/ 264 h 2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265">
                  <a:moveTo>
                    <a:pt x="43" y="14"/>
                  </a:moveTo>
                  <a:cubicBezTo>
                    <a:pt x="24" y="33"/>
                    <a:pt x="16" y="56"/>
                    <a:pt x="8" y="113"/>
                  </a:cubicBezTo>
                  <a:cubicBezTo>
                    <a:pt x="0" y="170"/>
                    <a:pt x="14" y="219"/>
                    <a:pt x="14" y="235"/>
                  </a:cubicBezTo>
                  <a:cubicBezTo>
                    <a:pt x="14" y="251"/>
                    <a:pt x="14" y="265"/>
                    <a:pt x="26" y="264"/>
                  </a:cubicBezTo>
                  <a:cubicBezTo>
                    <a:pt x="37" y="263"/>
                    <a:pt x="44" y="232"/>
                    <a:pt x="44" y="215"/>
                  </a:cubicBezTo>
                  <a:cubicBezTo>
                    <a:pt x="44" y="198"/>
                    <a:pt x="59" y="134"/>
                    <a:pt x="82" y="117"/>
                  </a:cubicBezTo>
                  <a:cubicBezTo>
                    <a:pt x="105" y="101"/>
                    <a:pt x="105" y="93"/>
                    <a:pt x="96" y="76"/>
                  </a:cubicBezTo>
                  <a:cubicBezTo>
                    <a:pt x="86" y="59"/>
                    <a:pt x="72" y="41"/>
                    <a:pt x="68" y="28"/>
                  </a:cubicBezTo>
                  <a:cubicBezTo>
                    <a:pt x="63" y="11"/>
                    <a:pt x="55" y="0"/>
                    <a:pt x="43" y="14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1" name="Freeform 260">
              <a:extLst>
                <a:ext uri="{FF2B5EF4-FFF2-40B4-BE49-F238E27FC236}">
                  <a16:creationId xmlns:a16="http://schemas.microsoft.com/office/drawing/2014/main" id="{3E42B828-3D42-4827-93B6-5EC8DB983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1992"/>
              <a:ext cx="183" cy="368"/>
            </a:xfrm>
            <a:custGeom>
              <a:avLst/>
              <a:gdLst>
                <a:gd name="T0" fmla="*/ 805 w 73"/>
                <a:gd name="T1" fmla="*/ 227 h 138"/>
                <a:gd name="T2" fmla="*/ 221 w 73"/>
                <a:gd name="T3" fmla="*/ 1173 h 138"/>
                <a:gd name="T4" fmla="*/ 83 w 73"/>
                <a:gd name="T5" fmla="*/ 2253 h 138"/>
                <a:gd name="T6" fmla="*/ 1038 w 73"/>
                <a:gd name="T7" fmla="*/ 853 h 138"/>
                <a:gd name="T8" fmla="*/ 805 w 73"/>
                <a:gd name="T9" fmla="*/ 227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38">
                  <a:moveTo>
                    <a:pt x="51" y="12"/>
                  </a:moveTo>
                  <a:cubicBezTo>
                    <a:pt x="33" y="23"/>
                    <a:pt x="21" y="35"/>
                    <a:pt x="14" y="62"/>
                  </a:cubicBezTo>
                  <a:cubicBezTo>
                    <a:pt x="8" y="90"/>
                    <a:pt x="0" y="111"/>
                    <a:pt x="5" y="119"/>
                  </a:cubicBezTo>
                  <a:cubicBezTo>
                    <a:pt x="16" y="138"/>
                    <a:pt x="59" y="58"/>
                    <a:pt x="66" y="45"/>
                  </a:cubicBezTo>
                  <a:cubicBezTo>
                    <a:pt x="73" y="32"/>
                    <a:pt x="73" y="0"/>
                    <a:pt x="51" y="12"/>
                  </a:cubicBezTo>
                  <a:close/>
                </a:path>
              </a:pathLst>
            </a:custGeom>
            <a:solidFill>
              <a:srgbClr val="FEDA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2" name="Freeform 261">
              <a:extLst>
                <a:ext uri="{FF2B5EF4-FFF2-40B4-BE49-F238E27FC236}">
                  <a16:creationId xmlns:a16="http://schemas.microsoft.com/office/drawing/2014/main" id="{99DCE052-7AD6-4F01-BD65-6C22801EF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2088"/>
              <a:ext cx="303" cy="445"/>
            </a:xfrm>
            <a:custGeom>
              <a:avLst/>
              <a:gdLst>
                <a:gd name="T0" fmla="*/ 145 w 121"/>
                <a:gd name="T1" fmla="*/ 3160 h 167"/>
                <a:gd name="T2" fmla="*/ 596 w 121"/>
                <a:gd name="T3" fmla="*/ 3011 h 167"/>
                <a:gd name="T4" fmla="*/ 1901 w 121"/>
                <a:gd name="T5" fmla="*/ 1023 h 167"/>
                <a:gd name="T6" fmla="*/ 1680 w 121"/>
                <a:gd name="T7" fmla="*/ 171 h 167"/>
                <a:gd name="T8" fmla="*/ 834 w 121"/>
                <a:gd name="T9" fmla="*/ 1228 h 167"/>
                <a:gd name="T10" fmla="*/ 145 w 121"/>
                <a:gd name="T11" fmla="*/ 3123 h 167"/>
                <a:gd name="T12" fmla="*/ 145 w 121"/>
                <a:gd name="T13" fmla="*/ 3160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167">
                  <a:moveTo>
                    <a:pt x="9" y="167"/>
                  </a:moveTo>
                  <a:cubicBezTo>
                    <a:pt x="16" y="164"/>
                    <a:pt x="26" y="161"/>
                    <a:pt x="38" y="159"/>
                  </a:cubicBezTo>
                  <a:cubicBezTo>
                    <a:pt x="100" y="146"/>
                    <a:pt x="121" y="76"/>
                    <a:pt x="121" y="54"/>
                  </a:cubicBezTo>
                  <a:cubicBezTo>
                    <a:pt x="121" y="34"/>
                    <a:pt x="112" y="23"/>
                    <a:pt x="107" y="9"/>
                  </a:cubicBezTo>
                  <a:cubicBezTo>
                    <a:pt x="87" y="0"/>
                    <a:pt x="69" y="45"/>
                    <a:pt x="53" y="65"/>
                  </a:cubicBezTo>
                  <a:cubicBezTo>
                    <a:pt x="23" y="101"/>
                    <a:pt x="0" y="143"/>
                    <a:pt x="9" y="165"/>
                  </a:cubicBezTo>
                  <a:cubicBezTo>
                    <a:pt x="9" y="166"/>
                    <a:pt x="9" y="166"/>
                    <a:pt x="9" y="167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3" name="Freeform 262">
              <a:extLst>
                <a:ext uri="{FF2B5EF4-FFF2-40B4-BE49-F238E27FC236}">
                  <a16:creationId xmlns:a16="http://schemas.microsoft.com/office/drawing/2014/main" id="{74CB2BB0-9299-4437-8099-C0A243708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2448"/>
              <a:ext cx="87" cy="99"/>
            </a:xfrm>
            <a:custGeom>
              <a:avLst/>
              <a:gdLst>
                <a:gd name="T0" fmla="*/ 475 w 35"/>
                <a:gd name="T1" fmla="*/ 321 h 37"/>
                <a:gd name="T2" fmla="*/ 137 w 35"/>
                <a:gd name="T3" fmla="*/ 709 h 37"/>
                <a:gd name="T4" fmla="*/ 475 w 35"/>
                <a:gd name="T5" fmla="*/ 32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7">
                  <a:moveTo>
                    <a:pt x="31" y="17"/>
                  </a:moveTo>
                  <a:cubicBezTo>
                    <a:pt x="35" y="27"/>
                    <a:pt x="19" y="37"/>
                    <a:pt x="9" y="37"/>
                  </a:cubicBezTo>
                  <a:cubicBezTo>
                    <a:pt x="0" y="37"/>
                    <a:pt x="21" y="0"/>
                    <a:pt x="31" y="17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4" name="Freeform 263">
              <a:extLst>
                <a:ext uri="{FF2B5EF4-FFF2-40B4-BE49-F238E27FC236}">
                  <a16:creationId xmlns:a16="http://schemas.microsoft.com/office/drawing/2014/main" id="{CD4C63AE-4F37-4960-8932-D608F9551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712"/>
              <a:ext cx="262" cy="707"/>
            </a:xfrm>
            <a:custGeom>
              <a:avLst/>
              <a:gdLst>
                <a:gd name="T0" fmla="*/ 978 w 105"/>
                <a:gd name="T1" fmla="*/ 264 h 265"/>
                <a:gd name="T2" fmla="*/ 1507 w 105"/>
                <a:gd name="T3" fmla="*/ 2142 h 265"/>
                <a:gd name="T4" fmla="*/ 1432 w 105"/>
                <a:gd name="T5" fmla="*/ 4463 h 265"/>
                <a:gd name="T6" fmla="*/ 1245 w 105"/>
                <a:gd name="T7" fmla="*/ 5010 h 265"/>
                <a:gd name="T8" fmla="*/ 966 w 105"/>
                <a:gd name="T9" fmla="*/ 4085 h 265"/>
                <a:gd name="T10" fmla="*/ 354 w 105"/>
                <a:gd name="T11" fmla="*/ 2220 h 265"/>
                <a:gd name="T12" fmla="*/ 155 w 105"/>
                <a:gd name="T13" fmla="*/ 1446 h 265"/>
                <a:gd name="T14" fmla="*/ 591 w 105"/>
                <a:gd name="T15" fmla="*/ 534 h 265"/>
                <a:gd name="T16" fmla="*/ 978 w 105"/>
                <a:gd name="T17" fmla="*/ 264 h 2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265">
                  <a:moveTo>
                    <a:pt x="63" y="14"/>
                  </a:moveTo>
                  <a:cubicBezTo>
                    <a:pt x="82" y="33"/>
                    <a:pt x="89" y="56"/>
                    <a:pt x="97" y="113"/>
                  </a:cubicBezTo>
                  <a:cubicBezTo>
                    <a:pt x="105" y="170"/>
                    <a:pt x="92" y="219"/>
                    <a:pt x="92" y="235"/>
                  </a:cubicBezTo>
                  <a:cubicBezTo>
                    <a:pt x="92" y="251"/>
                    <a:pt x="92" y="265"/>
                    <a:pt x="80" y="264"/>
                  </a:cubicBezTo>
                  <a:cubicBezTo>
                    <a:pt x="68" y="263"/>
                    <a:pt x="62" y="232"/>
                    <a:pt x="62" y="215"/>
                  </a:cubicBezTo>
                  <a:cubicBezTo>
                    <a:pt x="62" y="198"/>
                    <a:pt x="47" y="134"/>
                    <a:pt x="23" y="117"/>
                  </a:cubicBezTo>
                  <a:cubicBezTo>
                    <a:pt x="0" y="101"/>
                    <a:pt x="1" y="93"/>
                    <a:pt x="10" y="76"/>
                  </a:cubicBezTo>
                  <a:cubicBezTo>
                    <a:pt x="19" y="59"/>
                    <a:pt x="34" y="41"/>
                    <a:pt x="38" y="28"/>
                  </a:cubicBezTo>
                  <a:cubicBezTo>
                    <a:pt x="43" y="11"/>
                    <a:pt x="51" y="0"/>
                    <a:pt x="63" y="14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5" name="Freeform 264">
              <a:extLst>
                <a:ext uri="{FF2B5EF4-FFF2-40B4-BE49-F238E27FC236}">
                  <a16:creationId xmlns:a16="http://schemas.microsoft.com/office/drawing/2014/main" id="{716C3F9C-0B7C-4DAF-8B46-C940A0322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992"/>
              <a:ext cx="182" cy="368"/>
            </a:xfrm>
            <a:custGeom>
              <a:avLst/>
              <a:gdLst>
                <a:gd name="T0" fmla="*/ 324 w 73"/>
                <a:gd name="T1" fmla="*/ 227 h 138"/>
                <a:gd name="T2" fmla="*/ 903 w 73"/>
                <a:gd name="T3" fmla="*/ 1173 h 138"/>
                <a:gd name="T4" fmla="*/ 1057 w 73"/>
                <a:gd name="T5" fmla="*/ 2253 h 138"/>
                <a:gd name="T6" fmla="*/ 105 w 73"/>
                <a:gd name="T7" fmla="*/ 853 h 138"/>
                <a:gd name="T8" fmla="*/ 324 w 73"/>
                <a:gd name="T9" fmla="*/ 227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38">
                  <a:moveTo>
                    <a:pt x="21" y="12"/>
                  </a:moveTo>
                  <a:cubicBezTo>
                    <a:pt x="40" y="23"/>
                    <a:pt x="52" y="35"/>
                    <a:pt x="58" y="62"/>
                  </a:cubicBezTo>
                  <a:cubicBezTo>
                    <a:pt x="65" y="90"/>
                    <a:pt x="73" y="111"/>
                    <a:pt x="68" y="119"/>
                  </a:cubicBezTo>
                  <a:cubicBezTo>
                    <a:pt x="57" y="138"/>
                    <a:pt x="13" y="58"/>
                    <a:pt x="7" y="45"/>
                  </a:cubicBezTo>
                  <a:cubicBezTo>
                    <a:pt x="0" y="32"/>
                    <a:pt x="0" y="0"/>
                    <a:pt x="21" y="12"/>
                  </a:cubicBezTo>
                  <a:close/>
                </a:path>
              </a:pathLst>
            </a:custGeom>
            <a:solidFill>
              <a:srgbClr val="FEDA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6" name="Freeform 265">
              <a:extLst>
                <a:ext uri="{FF2B5EF4-FFF2-40B4-BE49-F238E27FC236}">
                  <a16:creationId xmlns:a16="http://schemas.microsoft.com/office/drawing/2014/main" id="{2F484940-059C-4B8F-9E1B-A8C51B014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088"/>
              <a:ext cx="302" cy="445"/>
            </a:xfrm>
            <a:custGeom>
              <a:avLst/>
              <a:gdLst>
                <a:gd name="T0" fmla="*/ 1725 w 121"/>
                <a:gd name="T1" fmla="*/ 3160 h 167"/>
                <a:gd name="T2" fmla="*/ 1290 w 121"/>
                <a:gd name="T3" fmla="*/ 3011 h 167"/>
                <a:gd name="T4" fmla="*/ 0 w 121"/>
                <a:gd name="T5" fmla="*/ 1023 h 167"/>
                <a:gd name="T6" fmla="*/ 217 w 121"/>
                <a:gd name="T7" fmla="*/ 171 h 167"/>
                <a:gd name="T8" fmla="*/ 1058 w 121"/>
                <a:gd name="T9" fmla="*/ 1228 h 167"/>
                <a:gd name="T10" fmla="*/ 1745 w 121"/>
                <a:gd name="T11" fmla="*/ 3123 h 167"/>
                <a:gd name="T12" fmla="*/ 1725 w 121"/>
                <a:gd name="T13" fmla="*/ 3160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167">
                  <a:moveTo>
                    <a:pt x="111" y="167"/>
                  </a:moveTo>
                  <a:cubicBezTo>
                    <a:pt x="105" y="164"/>
                    <a:pt x="95" y="161"/>
                    <a:pt x="83" y="159"/>
                  </a:cubicBezTo>
                  <a:cubicBezTo>
                    <a:pt x="20" y="146"/>
                    <a:pt x="0" y="76"/>
                    <a:pt x="0" y="54"/>
                  </a:cubicBezTo>
                  <a:cubicBezTo>
                    <a:pt x="0" y="34"/>
                    <a:pt x="8" y="23"/>
                    <a:pt x="14" y="9"/>
                  </a:cubicBezTo>
                  <a:cubicBezTo>
                    <a:pt x="34" y="0"/>
                    <a:pt x="52" y="45"/>
                    <a:pt x="68" y="65"/>
                  </a:cubicBezTo>
                  <a:cubicBezTo>
                    <a:pt x="97" y="101"/>
                    <a:pt x="121" y="143"/>
                    <a:pt x="112" y="165"/>
                  </a:cubicBezTo>
                  <a:cubicBezTo>
                    <a:pt x="112" y="166"/>
                    <a:pt x="111" y="166"/>
                    <a:pt x="111" y="167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7" name="Freeform 266">
              <a:extLst>
                <a:ext uri="{FF2B5EF4-FFF2-40B4-BE49-F238E27FC236}">
                  <a16:creationId xmlns:a16="http://schemas.microsoft.com/office/drawing/2014/main" id="{E59F9977-74A3-4406-9A39-F63A3BD29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448"/>
              <a:ext cx="85" cy="99"/>
            </a:xfrm>
            <a:custGeom>
              <a:avLst/>
              <a:gdLst>
                <a:gd name="T0" fmla="*/ 63 w 34"/>
                <a:gd name="T1" fmla="*/ 321 h 37"/>
                <a:gd name="T2" fmla="*/ 395 w 34"/>
                <a:gd name="T3" fmla="*/ 709 h 37"/>
                <a:gd name="T4" fmla="*/ 63 w 34"/>
                <a:gd name="T5" fmla="*/ 32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7">
                  <a:moveTo>
                    <a:pt x="4" y="17"/>
                  </a:moveTo>
                  <a:cubicBezTo>
                    <a:pt x="0" y="27"/>
                    <a:pt x="16" y="37"/>
                    <a:pt x="25" y="37"/>
                  </a:cubicBezTo>
                  <a:cubicBezTo>
                    <a:pt x="34" y="37"/>
                    <a:pt x="13" y="0"/>
                    <a:pt x="4" y="17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8" name="Freeform 267">
              <a:extLst>
                <a:ext uri="{FF2B5EF4-FFF2-40B4-BE49-F238E27FC236}">
                  <a16:creationId xmlns:a16="http://schemas.microsoft.com/office/drawing/2014/main" id="{2A4A57B7-DB91-4B06-8C30-BE4F08CCA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589"/>
              <a:ext cx="285" cy="366"/>
            </a:xfrm>
            <a:custGeom>
              <a:avLst/>
              <a:gdLst>
                <a:gd name="T0" fmla="*/ 113 w 114"/>
                <a:gd name="T1" fmla="*/ 2613 h 137"/>
                <a:gd name="T2" fmla="*/ 95 w 114"/>
                <a:gd name="T3" fmla="*/ 2591 h 137"/>
                <a:gd name="T4" fmla="*/ 83 w 114"/>
                <a:gd name="T5" fmla="*/ 2383 h 137"/>
                <a:gd name="T6" fmla="*/ 188 w 114"/>
                <a:gd name="T7" fmla="*/ 1050 h 137"/>
                <a:gd name="T8" fmla="*/ 958 w 114"/>
                <a:gd name="T9" fmla="*/ 478 h 137"/>
                <a:gd name="T10" fmla="*/ 1220 w 114"/>
                <a:gd name="T11" fmla="*/ 0 h 137"/>
                <a:gd name="T12" fmla="*/ 113 w 114"/>
                <a:gd name="T13" fmla="*/ 2613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37">
                  <a:moveTo>
                    <a:pt x="7" y="137"/>
                  </a:moveTo>
                  <a:cubicBezTo>
                    <a:pt x="6" y="136"/>
                    <a:pt x="6" y="136"/>
                    <a:pt x="6" y="136"/>
                  </a:cubicBezTo>
                  <a:cubicBezTo>
                    <a:pt x="5" y="133"/>
                    <a:pt x="5" y="129"/>
                    <a:pt x="5" y="125"/>
                  </a:cubicBezTo>
                  <a:cubicBezTo>
                    <a:pt x="2" y="104"/>
                    <a:pt x="0" y="67"/>
                    <a:pt x="12" y="55"/>
                  </a:cubicBezTo>
                  <a:cubicBezTo>
                    <a:pt x="24" y="42"/>
                    <a:pt x="43" y="44"/>
                    <a:pt x="61" y="25"/>
                  </a:cubicBezTo>
                  <a:cubicBezTo>
                    <a:pt x="69" y="17"/>
                    <a:pt x="77" y="7"/>
                    <a:pt x="78" y="0"/>
                  </a:cubicBezTo>
                  <a:cubicBezTo>
                    <a:pt x="100" y="23"/>
                    <a:pt x="114" y="89"/>
                    <a:pt x="7" y="137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9" name="Freeform 268">
              <a:extLst>
                <a:ext uri="{FF2B5EF4-FFF2-40B4-BE49-F238E27FC236}">
                  <a16:creationId xmlns:a16="http://schemas.microsoft.com/office/drawing/2014/main" id="{A039DF4F-36F5-48C4-84CB-79D7C168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2533"/>
              <a:ext cx="193" cy="299"/>
            </a:xfrm>
            <a:custGeom>
              <a:avLst/>
              <a:gdLst>
                <a:gd name="T0" fmla="*/ 897 w 77"/>
                <a:gd name="T1" fmla="*/ 115 h 112"/>
                <a:gd name="T2" fmla="*/ 835 w 77"/>
                <a:gd name="T3" fmla="*/ 491 h 112"/>
                <a:gd name="T4" fmla="*/ 1005 w 77"/>
                <a:gd name="T5" fmla="*/ 705 h 112"/>
                <a:gd name="T6" fmla="*/ 1193 w 77"/>
                <a:gd name="T7" fmla="*/ 876 h 112"/>
                <a:gd name="T8" fmla="*/ 1181 w 77"/>
                <a:gd name="T9" fmla="*/ 990 h 112"/>
                <a:gd name="T10" fmla="*/ 471 w 77"/>
                <a:gd name="T11" fmla="*/ 1823 h 112"/>
                <a:gd name="T12" fmla="*/ 83 w 77"/>
                <a:gd name="T13" fmla="*/ 1183 h 112"/>
                <a:gd name="T14" fmla="*/ 897 w 77"/>
                <a:gd name="T15" fmla="*/ 115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112">
                  <a:moveTo>
                    <a:pt x="57" y="6"/>
                  </a:moveTo>
                  <a:cubicBezTo>
                    <a:pt x="61" y="8"/>
                    <a:pt x="58" y="20"/>
                    <a:pt x="53" y="26"/>
                  </a:cubicBezTo>
                  <a:cubicBezTo>
                    <a:pt x="48" y="33"/>
                    <a:pt x="53" y="33"/>
                    <a:pt x="64" y="37"/>
                  </a:cubicBezTo>
                  <a:cubicBezTo>
                    <a:pt x="70" y="39"/>
                    <a:pt x="73" y="43"/>
                    <a:pt x="76" y="46"/>
                  </a:cubicBezTo>
                  <a:cubicBezTo>
                    <a:pt x="77" y="48"/>
                    <a:pt x="77" y="51"/>
                    <a:pt x="75" y="52"/>
                  </a:cubicBezTo>
                  <a:cubicBezTo>
                    <a:pt x="61" y="59"/>
                    <a:pt x="38" y="82"/>
                    <a:pt x="30" y="96"/>
                  </a:cubicBezTo>
                  <a:cubicBezTo>
                    <a:pt x="23" y="112"/>
                    <a:pt x="0" y="93"/>
                    <a:pt x="5" y="62"/>
                  </a:cubicBezTo>
                  <a:cubicBezTo>
                    <a:pt x="11" y="32"/>
                    <a:pt x="46" y="0"/>
                    <a:pt x="57" y="6"/>
                  </a:cubicBezTo>
                  <a:close/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0" name="Freeform 269">
              <a:extLst>
                <a:ext uri="{FF2B5EF4-FFF2-40B4-BE49-F238E27FC236}">
                  <a16:creationId xmlns:a16="http://schemas.microsoft.com/office/drawing/2014/main" id="{3129F699-42A2-426D-9C4D-2C672BE22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1541"/>
              <a:ext cx="685" cy="1115"/>
            </a:xfrm>
            <a:custGeom>
              <a:avLst/>
              <a:gdLst>
                <a:gd name="T0" fmla="*/ 2145 w 274"/>
                <a:gd name="T1" fmla="*/ 6965 h 418"/>
                <a:gd name="T2" fmla="*/ 3708 w 274"/>
                <a:gd name="T3" fmla="*/ 7856 h 418"/>
                <a:gd name="T4" fmla="*/ 3908 w 274"/>
                <a:gd name="T5" fmla="*/ 7842 h 418"/>
                <a:gd name="T6" fmla="*/ 4158 w 274"/>
                <a:gd name="T7" fmla="*/ 7672 h 418"/>
                <a:gd name="T8" fmla="*/ 4113 w 274"/>
                <a:gd name="T9" fmla="*/ 7173 h 418"/>
                <a:gd name="T10" fmla="*/ 3583 w 274"/>
                <a:gd name="T11" fmla="*/ 6909 h 418"/>
                <a:gd name="T12" fmla="*/ 2283 w 274"/>
                <a:gd name="T13" fmla="*/ 4916 h 418"/>
                <a:gd name="T14" fmla="*/ 2550 w 274"/>
                <a:gd name="T15" fmla="*/ 3814 h 418"/>
                <a:gd name="T16" fmla="*/ 2595 w 274"/>
                <a:gd name="T17" fmla="*/ 2710 h 418"/>
                <a:gd name="T18" fmla="*/ 2708 w 274"/>
                <a:gd name="T19" fmla="*/ 1387 h 418"/>
                <a:gd name="T20" fmla="*/ 3470 w 274"/>
                <a:gd name="T21" fmla="*/ 819 h 418"/>
                <a:gd name="T22" fmla="*/ 3688 w 274"/>
                <a:gd name="T23" fmla="*/ 205 h 418"/>
                <a:gd name="T24" fmla="*/ 2958 w 274"/>
                <a:gd name="T25" fmla="*/ 662 h 418"/>
                <a:gd name="T26" fmla="*/ 2208 w 274"/>
                <a:gd name="T27" fmla="*/ 1766 h 418"/>
                <a:gd name="T28" fmla="*/ 2208 w 274"/>
                <a:gd name="T29" fmla="*/ 2790 h 418"/>
                <a:gd name="T30" fmla="*/ 2313 w 274"/>
                <a:gd name="T31" fmla="*/ 3380 h 418"/>
                <a:gd name="T32" fmla="*/ 2145 w 274"/>
                <a:gd name="T33" fmla="*/ 3529 h 418"/>
                <a:gd name="T34" fmla="*/ 1958 w 274"/>
                <a:gd name="T35" fmla="*/ 3380 h 418"/>
                <a:gd name="T36" fmla="*/ 2063 w 274"/>
                <a:gd name="T37" fmla="*/ 2790 h 418"/>
                <a:gd name="T38" fmla="*/ 2063 w 274"/>
                <a:gd name="T39" fmla="*/ 1766 h 418"/>
                <a:gd name="T40" fmla="*/ 1333 w 274"/>
                <a:gd name="T41" fmla="*/ 662 h 418"/>
                <a:gd name="T42" fmla="*/ 595 w 274"/>
                <a:gd name="T43" fmla="*/ 205 h 418"/>
                <a:gd name="T44" fmla="*/ 813 w 274"/>
                <a:gd name="T45" fmla="*/ 819 h 418"/>
                <a:gd name="T46" fmla="*/ 1583 w 274"/>
                <a:gd name="T47" fmla="*/ 1387 h 418"/>
                <a:gd name="T48" fmla="*/ 1688 w 274"/>
                <a:gd name="T49" fmla="*/ 2710 h 418"/>
                <a:gd name="T50" fmla="*/ 1720 w 274"/>
                <a:gd name="T51" fmla="*/ 3814 h 418"/>
                <a:gd name="T52" fmla="*/ 2000 w 274"/>
                <a:gd name="T53" fmla="*/ 4916 h 418"/>
                <a:gd name="T54" fmla="*/ 708 w 274"/>
                <a:gd name="T55" fmla="*/ 6909 h 418"/>
                <a:gd name="T56" fmla="*/ 175 w 274"/>
                <a:gd name="T57" fmla="*/ 7173 h 418"/>
                <a:gd name="T58" fmla="*/ 125 w 274"/>
                <a:gd name="T59" fmla="*/ 7672 h 418"/>
                <a:gd name="T60" fmla="*/ 375 w 274"/>
                <a:gd name="T61" fmla="*/ 7842 h 418"/>
                <a:gd name="T62" fmla="*/ 583 w 274"/>
                <a:gd name="T63" fmla="*/ 7856 h 418"/>
                <a:gd name="T64" fmla="*/ 2145 w 274"/>
                <a:gd name="T65" fmla="*/ 6965 h 41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4" h="418">
                  <a:moveTo>
                    <a:pt x="137" y="367"/>
                  </a:moveTo>
                  <a:cubicBezTo>
                    <a:pt x="187" y="367"/>
                    <a:pt x="222" y="402"/>
                    <a:pt x="237" y="414"/>
                  </a:cubicBezTo>
                  <a:cubicBezTo>
                    <a:pt x="242" y="418"/>
                    <a:pt x="248" y="415"/>
                    <a:pt x="250" y="413"/>
                  </a:cubicBezTo>
                  <a:cubicBezTo>
                    <a:pt x="254" y="409"/>
                    <a:pt x="260" y="406"/>
                    <a:pt x="266" y="404"/>
                  </a:cubicBezTo>
                  <a:cubicBezTo>
                    <a:pt x="274" y="401"/>
                    <a:pt x="259" y="387"/>
                    <a:pt x="263" y="378"/>
                  </a:cubicBezTo>
                  <a:cubicBezTo>
                    <a:pt x="265" y="372"/>
                    <a:pt x="249" y="368"/>
                    <a:pt x="229" y="364"/>
                  </a:cubicBezTo>
                  <a:cubicBezTo>
                    <a:pt x="166" y="351"/>
                    <a:pt x="146" y="281"/>
                    <a:pt x="146" y="259"/>
                  </a:cubicBezTo>
                  <a:cubicBezTo>
                    <a:pt x="146" y="234"/>
                    <a:pt x="160" y="222"/>
                    <a:pt x="163" y="201"/>
                  </a:cubicBezTo>
                  <a:cubicBezTo>
                    <a:pt x="169" y="173"/>
                    <a:pt x="168" y="163"/>
                    <a:pt x="166" y="143"/>
                  </a:cubicBezTo>
                  <a:cubicBezTo>
                    <a:pt x="163" y="122"/>
                    <a:pt x="161" y="85"/>
                    <a:pt x="173" y="73"/>
                  </a:cubicBezTo>
                  <a:cubicBezTo>
                    <a:pt x="185" y="60"/>
                    <a:pt x="204" y="62"/>
                    <a:pt x="222" y="43"/>
                  </a:cubicBezTo>
                  <a:cubicBezTo>
                    <a:pt x="234" y="31"/>
                    <a:pt x="245" y="17"/>
                    <a:pt x="236" y="11"/>
                  </a:cubicBezTo>
                  <a:cubicBezTo>
                    <a:pt x="224" y="0"/>
                    <a:pt x="203" y="30"/>
                    <a:pt x="189" y="35"/>
                  </a:cubicBezTo>
                  <a:cubicBezTo>
                    <a:pt x="166" y="43"/>
                    <a:pt x="141" y="63"/>
                    <a:pt x="141" y="93"/>
                  </a:cubicBezTo>
                  <a:cubicBezTo>
                    <a:pt x="141" y="123"/>
                    <a:pt x="141" y="136"/>
                    <a:pt x="141" y="147"/>
                  </a:cubicBezTo>
                  <a:cubicBezTo>
                    <a:pt x="141" y="159"/>
                    <a:pt x="149" y="167"/>
                    <a:pt x="148" y="178"/>
                  </a:cubicBezTo>
                  <a:cubicBezTo>
                    <a:pt x="147" y="190"/>
                    <a:pt x="139" y="193"/>
                    <a:pt x="137" y="186"/>
                  </a:cubicBezTo>
                  <a:cubicBezTo>
                    <a:pt x="135" y="193"/>
                    <a:pt x="127" y="190"/>
                    <a:pt x="125" y="178"/>
                  </a:cubicBezTo>
                  <a:cubicBezTo>
                    <a:pt x="124" y="167"/>
                    <a:pt x="132" y="159"/>
                    <a:pt x="132" y="147"/>
                  </a:cubicBezTo>
                  <a:cubicBezTo>
                    <a:pt x="132" y="136"/>
                    <a:pt x="132" y="123"/>
                    <a:pt x="132" y="93"/>
                  </a:cubicBezTo>
                  <a:cubicBezTo>
                    <a:pt x="132" y="63"/>
                    <a:pt x="107" y="43"/>
                    <a:pt x="85" y="35"/>
                  </a:cubicBezTo>
                  <a:cubicBezTo>
                    <a:pt x="71" y="30"/>
                    <a:pt x="49" y="0"/>
                    <a:pt x="38" y="11"/>
                  </a:cubicBezTo>
                  <a:cubicBezTo>
                    <a:pt x="28" y="17"/>
                    <a:pt x="39" y="31"/>
                    <a:pt x="52" y="43"/>
                  </a:cubicBezTo>
                  <a:cubicBezTo>
                    <a:pt x="70" y="62"/>
                    <a:pt x="89" y="60"/>
                    <a:pt x="101" y="73"/>
                  </a:cubicBezTo>
                  <a:cubicBezTo>
                    <a:pt x="112" y="85"/>
                    <a:pt x="110" y="122"/>
                    <a:pt x="108" y="143"/>
                  </a:cubicBezTo>
                  <a:cubicBezTo>
                    <a:pt x="106" y="163"/>
                    <a:pt x="105" y="173"/>
                    <a:pt x="110" y="201"/>
                  </a:cubicBezTo>
                  <a:cubicBezTo>
                    <a:pt x="113" y="222"/>
                    <a:pt x="128" y="234"/>
                    <a:pt x="128" y="259"/>
                  </a:cubicBezTo>
                  <a:cubicBezTo>
                    <a:pt x="128" y="281"/>
                    <a:pt x="107" y="351"/>
                    <a:pt x="45" y="364"/>
                  </a:cubicBezTo>
                  <a:cubicBezTo>
                    <a:pt x="25" y="368"/>
                    <a:pt x="9" y="372"/>
                    <a:pt x="11" y="378"/>
                  </a:cubicBezTo>
                  <a:cubicBezTo>
                    <a:pt x="15" y="387"/>
                    <a:pt x="0" y="401"/>
                    <a:pt x="8" y="404"/>
                  </a:cubicBezTo>
                  <a:cubicBezTo>
                    <a:pt x="14" y="406"/>
                    <a:pt x="19" y="409"/>
                    <a:pt x="24" y="413"/>
                  </a:cubicBezTo>
                  <a:cubicBezTo>
                    <a:pt x="25" y="415"/>
                    <a:pt x="32" y="418"/>
                    <a:pt x="37" y="414"/>
                  </a:cubicBezTo>
                  <a:cubicBezTo>
                    <a:pt x="52" y="402"/>
                    <a:pt x="87" y="367"/>
                    <a:pt x="137" y="367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1" name="Freeform 270">
              <a:extLst>
                <a:ext uri="{FF2B5EF4-FFF2-40B4-BE49-F238E27FC236}">
                  <a16:creationId xmlns:a16="http://schemas.microsoft.com/office/drawing/2014/main" id="{F174BCD4-4B70-41BE-8750-92C84E8FF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285"/>
              <a:ext cx="112" cy="235"/>
            </a:xfrm>
            <a:custGeom>
              <a:avLst/>
              <a:gdLst>
                <a:gd name="T0" fmla="*/ 528 w 45"/>
                <a:gd name="T1" fmla="*/ 1391 h 88"/>
                <a:gd name="T2" fmla="*/ 433 w 45"/>
                <a:gd name="T3" fmla="*/ 1183 h 88"/>
                <a:gd name="T4" fmla="*/ 650 w 45"/>
                <a:gd name="T5" fmla="*/ 841 h 88"/>
                <a:gd name="T6" fmla="*/ 600 w 45"/>
                <a:gd name="T7" fmla="*/ 248 h 88"/>
                <a:gd name="T8" fmla="*/ 540 w 45"/>
                <a:gd name="T9" fmla="*/ 0 h 88"/>
                <a:gd name="T10" fmla="*/ 508 w 45"/>
                <a:gd name="T11" fmla="*/ 798 h 88"/>
                <a:gd name="T12" fmla="*/ 371 w 45"/>
                <a:gd name="T13" fmla="*/ 1049 h 88"/>
                <a:gd name="T14" fmla="*/ 341 w 45"/>
                <a:gd name="T15" fmla="*/ 1049 h 88"/>
                <a:gd name="T16" fmla="*/ 187 w 45"/>
                <a:gd name="T17" fmla="*/ 798 h 88"/>
                <a:gd name="T18" fmla="*/ 167 w 45"/>
                <a:gd name="T19" fmla="*/ 0 h 88"/>
                <a:gd name="T20" fmla="*/ 105 w 45"/>
                <a:gd name="T21" fmla="*/ 248 h 88"/>
                <a:gd name="T22" fmla="*/ 42 w 45"/>
                <a:gd name="T23" fmla="*/ 841 h 88"/>
                <a:gd name="T24" fmla="*/ 261 w 45"/>
                <a:gd name="T25" fmla="*/ 1183 h 88"/>
                <a:gd name="T26" fmla="*/ 187 w 45"/>
                <a:gd name="T27" fmla="*/ 1413 h 88"/>
                <a:gd name="T28" fmla="*/ 353 w 45"/>
                <a:gd name="T29" fmla="*/ 1677 h 88"/>
                <a:gd name="T30" fmla="*/ 528 w 45"/>
                <a:gd name="T31" fmla="*/ 1391 h 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" h="88">
                  <a:moveTo>
                    <a:pt x="34" y="73"/>
                  </a:moveTo>
                  <a:cubicBezTo>
                    <a:pt x="33" y="68"/>
                    <a:pt x="28" y="64"/>
                    <a:pt x="28" y="62"/>
                  </a:cubicBezTo>
                  <a:cubicBezTo>
                    <a:pt x="28" y="57"/>
                    <a:pt x="37" y="55"/>
                    <a:pt x="42" y="44"/>
                  </a:cubicBezTo>
                  <a:cubicBezTo>
                    <a:pt x="45" y="38"/>
                    <a:pt x="45" y="32"/>
                    <a:pt x="39" y="13"/>
                  </a:cubicBezTo>
                  <a:cubicBezTo>
                    <a:pt x="37" y="8"/>
                    <a:pt x="36" y="4"/>
                    <a:pt x="35" y="0"/>
                  </a:cubicBezTo>
                  <a:cubicBezTo>
                    <a:pt x="38" y="14"/>
                    <a:pt x="43" y="35"/>
                    <a:pt x="33" y="42"/>
                  </a:cubicBezTo>
                  <a:cubicBezTo>
                    <a:pt x="28" y="46"/>
                    <a:pt x="25" y="50"/>
                    <a:pt x="24" y="55"/>
                  </a:cubicBezTo>
                  <a:cubicBezTo>
                    <a:pt x="23" y="57"/>
                    <a:pt x="23" y="57"/>
                    <a:pt x="22" y="55"/>
                  </a:cubicBezTo>
                  <a:cubicBezTo>
                    <a:pt x="21" y="50"/>
                    <a:pt x="18" y="46"/>
                    <a:pt x="12" y="42"/>
                  </a:cubicBezTo>
                  <a:cubicBezTo>
                    <a:pt x="3" y="35"/>
                    <a:pt x="8" y="14"/>
                    <a:pt x="11" y="0"/>
                  </a:cubicBezTo>
                  <a:cubicBezTo>
                    <a:pt x="10" y="4"/>
                    <a:pt x="8" y="8"/>
                    <a:pt x="7" y="13"/>
                  </a:cubicBezTo>
                  <a:cubicBezTo>
                    <a:pt x="0" y="32"/>
                    <a:pt x="1" y="38"/>
                    <a:pt x="3" y="44"/>
                  </a:cubicBezTo>
                  <a:cubicBezTo>
                    <a:pt x="8" y="55"/>
                    <a:pt x="17" y="57"/>
                    <a:pt x="17" y="62"/>
                  </a:cubicBezTo>
                  <a:cubicBezTo>
                    <a:pt x="17" y="65"/>
                    <a:pt x="13" y="68"/>
                    <a:pt x="12" y="74"/>
                  </a:cubicBezTo>
                  <a:cubicBezTo>
                    <a:pt x="11" y="80"/>
                    <a:pt x="13" y="88"/>
                    <a:pt x="23" y="88"/>
                  </a:cubicBezTo>
                  <a:cubicBezTo>
                    <a:pt x="33" y="88"/>
                    <a:pt x="35" y="80"/>
                    <a:pt x="34" y="73"/>
                  </a:cubicBezTo>
                  <a:close/>
                </a:path>
              </a:pathLst>
            </a:custGeom>
            <a:solidFill>
              <a:srgbClr val="FEDA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2" name="Freeform 271">
              <a:extLst>
                <a:ext uri="{FF2B5EF4-FFF2-40B4-BE49-F238E27FC236}">
                  <a16:creationId xmlns:a16="http://schemas.microsoft.com/office/drawing/2014/main" id="{5AED752E-03B9-462F-8F3B-A6625939A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339"/>
              <a:ext cx="143" cy="181"/>
            </a:xfrm>
            <a:custGeom>
              <a:avLst/>
              <a:gdLst>
                <a:gd name="T0" fmla="*/ 301 w 57"/>
                <a:gd name="T1" fmla="*/ 0 h 68"/>
                <a:gd name="T2" fmla="*/ 283 w 57"/>
                <a:gd name="T3" fmla="*/ 21 h 68"/>
                <a:gd name="T4" fmla="*/ 301 w 57"/>
                <a:gd name="T5" fmla="*/ 453 h 68"/>
                <a:gd name="T6" fmla="*/ 83 w 57"/>
                <a:gd name="T7" fmla="*/ 793 h 68"/>
                <a:gd name="T8" fmla="*/ 176 w 57"/>
                <a:gd name="T9" fmla="*/ 998 h 68"/>
                <a:gd name="T10" fmla="*/ 0 w 57"/>
                <a:gd name="T11" fmla="*/ 1283 h 68"/>
                <a:gd name="T12" fmla="*/ 901 w 57"/>
                <a:gd name="T13" fmla="*/ 921 h 68"/>
                <a:gd name="T14" fmla="*/ 301 w 57"/>
                <a:gd name="T15" fmla="*/ 0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8">
                  <a:moveTo>
                    <a:pt x="19" y="0"/>
                  </a:moveTo>
                  <a:cubicBezTo>
                    <a:pt x="19" y="0"/>
                    <a:pt x="18" y="0"/>
                    <a:pt x="18" y="1"/>
                  </a:cubicBezTo>
                  <a:cubicBezTo>
                    <a:pt x="22" y="14"/>
                    <a:pt x="22" y="19"/>
                    <a:pt x="19" y="24"/>
                  </a:cubicBezTo>
                  <a:cubicBezTo>
                    <a:pt x="14" y="35"/>
                    <a:pt x="5" y="37"/>
                    <a:pt x="5" y="42"/>
                  </a:cubicBezTo>
                  <a:cubicBezTo>
                    <a:pt x="5" y="44"/>
                    <a:pt x="10" y="48"/>
                    <a:pt x="11" y="53"/>
                  </a:cubicBezTo>
                  <a:cubicBezTo>
                    <a:pt x="12" y="60"/>
                    <a:pt x="10" y="68"/>
                    <a:pt x="0" y="68"/>
                  </a:cubicBezTo>
                  <a:cubicBezTo>
                    <a:pt x="23" y="68"/>
                    <a:pt x="44" y="64"/>
                    <a:pt x="57" y="49"/>
                  </a:cubicBezTo>
                  <a:cubicBezTo>
                    <a:pt x="38" y="36"/>
                    <a:pt x="26" y="17"/>
                    <a:pt x="19" y="0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633" name="Freeform 272">
              <a:extLst>
                <a:ext uri="{FF2B5EF4-FFF2-40B4-BE49-F238E27FC236}">
                  <a16:creationId xmlns:a16="http://schemas.microsoft.com/office/drawing/2014/main" id="{DFD19C39-31B7-4CA8-8108-5BD8B0EB3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339"/>
              <a:ext cx="142" cy="181"/>
            </a:xfrm>
            <a:custGeom>
              <a:avLst/>
              <a:gdLst>
                <a:gd name="T0" fmla="*/ 712 w 57"/>
                <a:gd name="T1" fmla="*/ 1019 h 68"/>
                <a:gd name="T2" fmla="*/ 787 w 57"/>
                <a:gd name="T3" fmla="*/ 793 h 68"/>
                <a:gd name="T4" fmla="*/ 570 w 57"/>
                <a:gd name="T5" fmla="*/ 453 h 68"/>
                <a:gd name="T6" fmla="*/ 590 w 57"/>
                <a:gd name="T7" fmla="*/ 21 h 68"/>
                <a:gd name="T8" fmla="*/ 590 w 57"/>
                <a:gd name="T9" fmla="*/ 0 h 68"/>
                <a:gd name="T10" fmla="*/ 0 w 57"/>
                <a:gd name="T11" fmla="*/ 921 h 68"/>
                <a:gd name="T12" fmla="*/ 882 w 57"/>
                <a:gd name="T13" fmla="*/ 1283 h 68"/>
                <a:gd name="T14" fmla="*/ 712 w 57"/>
                <a:gd name="T15" fmla="*/ 1019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8">
                  <a:moveTo>
                    <a:pt x="46" y="54"/>
                  </a:moveTo>
                  <a:cubicBezTo>
                    <a:pt x="47" y="48"/>
                    <a:pt x="51" y="45"/>
                    <a:pt x="51" y="42"/>
                  </a:cubicBezTo>
                  <a:cubicBezTo>
                    <a:pt x="51" y="37"/>
                    <a:pt x="42" y="35"/>
                    <a:pt x="37" y="24"/>
                  </a:cubicBezTo>
                  <a:cubicBezTo>
                    <a:pt x="35" y="19"/>
                    <a:pt x="35" y="14"/>
                    <a:pt x="38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1" y="17"/>
                    <a:pt x="18" y="36"/>
                    <a:pt x="0" y="49"/>
                  </a:cubicBezTo>
                  <a:cubicBezTo>
                    <a:pt x="13" y="64"/>
                    <a:pt x="33" y="68"/>
                    <a:pt x="57" y="68"/>
                  </a:cubicBezTo>
                  <a:cubicBezTo>
                    <a:pt x="47" y="68"/>
                    <a:pt x="45" y="60"/>
                    <a:pt x="46" y="54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634" name="Freeform 273">
              <a:extLst>
                <a:ext uri="{FF2B5EF4-FFF2-40B4-BE49-F238E27FC236}">
                  <a16:creationId xmlns:a16="http://schemas.microsoft.com/office/drawing/2014/main" id="{14B0471D-3F22-445E-AFAF-85B091421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339"/>
              <a:ext cx="143" cy="181"/>
            </a:xfrm>
            <a:custGeom>
              <a:avLst/>
              <a:gdLst>
                <a:gd name="T0" fmla="*/ 301 w 57"/>
                <a:gd name="T1" fmla="*/ 0 h 68"/>
                <a:gd name="T2" fmla="*/ 283 w 57"/>
                <a:gd name="T3" fmla="*/ 21 h 68"/>
                <a:gd name="T4" fmla="*/ 301 w 57"/>
                <a:gd name="T5" fmla="*/ 453 h 68"/>
                <a:gd name="T6" fmla="*/ 83 w 57"/>
                <a:gd name="T7" fmla="*/ 793 h 68"/>
                <a:gd name="T8" fmla="*/ 176 w 57"/>
                <a:gd name="T9" fmla="*/ 998 h 68"/>
                <a:gd name="T10" fmla="*/ 0 w 57"/>
                <a:gd name="T11" fmla="*/ 1283 h 68"/>
                <a:gd name="T12" fmla="*/ 901 w 57"/>
                <a:gd name="T13" fmla="*/ 921 h 68"/>
                <a:gd name="T14" fmla="*/ 301 w 57"/>
                <a:gd name="T15" fmla="*/ 0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8">
                  <a:moveTo>
                    <a:pt x="19" y="0"/>
                  </a:moveTo>
                  <a:cubicBezTo>
                    <a:pt x="19" y="0"/>
                    <a:pt x="18" y="0"/>
                    <a:pt x="18" y="1"/>
                  </a:cubicBezTo>
                  <a:cubicBezTo>
                    <a:pt x="22" y="14"/>
                    <a:pt x="22" y="19"/>
                    <a:pt x="19" y="24"/>
                  </a:cubicBezTo>
                  <a:cubicBezTo>
                    <a:pt x="14" y="35"/>
                    <a:pt x="5" y="37"/>
                    <a:pt x="5" y="42"/>
                  </a:cubicBezTo>
                  <a:cubicBezTo>
                    <a:pt x="5" y="44"/>
                    <a:pt x="10" y="48"/>
                    <a:pt x="11" y="53"/>
                  </a:cubicBezTo>
                  <a:cubicBezTo>
                    <a:pt x="12" y="60"/>
                    <a:pt x="10" y="68"/>
                    <a:pt x="0" y="68"/>
                  </a:cubicBezTo>
                  <a:cubicBezTo>
                    <a:pt x="23" y="68"/>
                    <a:pt x="44" y="64"/>
                    <a:pt x="57" y="49"/>
                  </a:cubicBezTo>
                  <a:cubicBezTo>
                    <a:pt x="38" y="36"/>
                    <a:pt x="26" y="17"/>
                    <a:pt x="19" y="0"/>
                  </a:cubicBezTo>
                  <a:close/>
                </a:path>
              </a:pathLst>
            </a:custGeom>
            <a:solidFill>
              <a:srgbClr val="FD9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5" name="Freeform 274">
              <a:extLst>
                <a:ext uri="{FF2B5EF4-FFF2-40B4-BE49-F238E27FC236}">
                  <a16:creationId xmlns:a16="http://schemas.microsoft.com/office/drawing/2014/main" id="{03AADEA7-50ED-468C-A4FD-C5BA2C03E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339"/>
              <a:ext cx="142" cy="181"/>
            </a:xfrm>
            <a:custGeom>
              <a:avLst/>
              <a:gdLst>
                <a:gd name="T0" fmla="*/ 712 w 57"/>
                <a:gd name="T1" fmla="*/ 1019 h 68"/>
                <a:gd name="T2" fmla="*/ 787 w 57"/>
                <a:gd name="T3" fmla="*/ 793 h 68"/>
                <a:gd name="T4" fmla="*/ 570 w 57"/>
                <a:gd name="T5" fmla="*/ 453 h 68"/>
                <a:gd name="T6" fmla="*/ 590 w 57"/>
                <a:gd name="T7" fmla="*/ 21 h 68"/>
                <a:gd name="T8" fmla="*/ 590 w 57"/>
                <a:gd name="T9" fmla="*/ 0 h 68"/>
                <a:gd name="T10" fmla="*/ 0 w 57"/>
                <a:gd name="T11" fmla="*/ 921 h 68"/>
                <a:gd name="T12" fmla="*/ 882 w 57"/>
                <a:gd name="T13" fmla="*/ 1283 h 68"/>
                <a:gd name="T14" fmla="*/ 712 w 57"/>
                <a:gd name="T15" fmla="*/ 1019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8">
                  <a:moveTo>
                    <a:pt x="46" y="54"/>
                  </a:moveTo>
                  <a:cubicBezTo>
                    <a:pt x="47" y="48"/>
                    <a:pt x="51" y="45"/>
                    <a:pt x="51" y="42"/>
                  </a:cubicBezTo>
                  <a:cubicBezTo>
                    <a:pt x="51" y="37"/>
                    <a:pt x="42" y="35"/>
                    <a:pt x="37" y="24"/>
                  </a:cubicBezTo>
                  <a:cubicBezTo>
                    <a:pt x="35" y="19"/>
                    <a:pt x="35" y="14"/>
                    <a:pt x="38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1" y="17"/>
                    <a:pt x="18" y="36"/>
                    <a:pt x="0" y="49"/>
                  </a:cubicBezTo>
                  <a:cubicBezTo>
                    <a:pt x="13" y="64"/>
                    <a:pt x="33" y="68"/>
                    <a:pt x="57" y="68"/>
                  </a:cubicBezTo>
                  <a:cubicBezTo>
                    <a:pt x="47" y="68"/>
                    <a:pt x="45" y="60"/>
                    <a:pt x="46" y="54"/>
                  </a:cubicBezTo>
                  <a:close/>
                </a:path>
              </a:pathLst>
            </a:custGeom>
            <a:solidFill>
              <a:srgbClr val="FD9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6" name="Freeform 275">
              <a:extLst>
                <a:ext uri="{FF2B5EF4-FFF2-40B4-BE49-F238E27FC236}">
                  <a16:creationId xmlns:a16="http://schemas.microsoft.com/office/drawing/2014/main" id="{27AD2610-5D38-4D3F-B300-7AE56B40AF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" y="2467"/>
              <a:ext cx="685" cy="184"/>
            </a:xfrm>
            <a:custGeom>
              <a:avLst/>
              <a:gdLst>
                <a:gd name="T0" fmla="*/ 4113 w 274"/>
                <a:gd name="T1" fmla="*/ 589 h 69"/>
                <a:gd name="T2" fmla="*/ 3583 w 274"/>
                <a:gd name="T3" fmla="*/ 320 h 69"/>
                <a:gd name="T4" fmla="*/ 3000 w 274"/>
                <a:gd name="T5" fmla="*/ 0 h 69"/>
                <a:gd name="T6" fmla="*/ 3033 w 274"/>
                <a:gd name="T7" fmla="*/ 21 h 69"/>
                <a:gd name="T8" fmla="*/ 2145 w 274"/>
                <a:gd name="T9" fmla="*/ 376 h 69"/>
                <a:gd name="T10" fmla="*/ 2783 w 274"/>
                <a:gd name="T11" fmla="*/ 533 h 69"/>
                <a:gd name="T12" fmla="*/ 2970 w 274"/>
                <a:gd name="T13" fmla="*/ 477 h 69"/>
                <a:gd name="T14" fmla="*/ 3500 w 274"/>
                <a:gd name="T15" fmla="*/ 605 h 69"/>
                <a:gd name="T16" fmla="*/ 3938 w 274"/>
                <a:gd name="T17" fmla="*/ 888 h 69"/>
                <a:gd name="T18" fmla="*/ 3845 w 274"/>
                <a:gd name="T19" fmla="*/ 1251 h 69"/>
                <a:gd name="T20" fmla="*/ 3783 w 274"/>
                <a:gd name="T21" fmla="*/ 1309 h 69"/>
                <a:gd name="T22" fmla="*/ 3908 w 274"/>
                <a:gd name="T23" fmla="*/ 1251 h 69"/>
                <a:gd name="T24" fmla="*/ 4158 w 274"/>
                <a:gd name="T25" fmla="*/ 1080 h 69"/>
                <a:gd name="T26" fmla="*/ 4113 w 274"/>
                <a:gd name="T27" fmla="*/ 589 h 69"/>
                <a:gd name="T28" fmla="*/ 1250 w 274"/>
                <a:gd name="T29" fmla="*/ 21 h 69"/>
                <a:gd name="T30" fmla="*/ 1283 w 274"/>
                <a:gd name="T31" fmla="*/ 0 h 69"/>
                <a:gd name="T32" fmla="*/ 708 w 274"/>
                <a:gd name="T33" fmla="*/ 320 h 69"/>
                <a:gd name="T34" fmla="*/ 175 w 274"/>
                <a:gd name="T35" fmla="*/ 589 h 69"/>
                <a:gd name="T36" fmla="*/ 125 w 274"/>
                <a:gd name="T37" fmla="*/ 1080 h 69"/>
                <a:gd name="T38" fmla="*/ 375 w 274"/>
                <a:gd name="T39" fmla="*/ 1251 h 69"/>
                <a:gd name="T40" fmla="*/ 470 w 274"/>
                <a:gd name="T41" fmla="*/ 1309 h 69"/>
                <a:gd name="T42" fmla="*/ 458 w 274"/>
                <a:gd name="T43" fmla="*/ 1216 h 69"/>
                <a:gd name="T44" fmla="*/ 283 w 274"/>
                <a:gd name="T45" fmla="*/ 1024 h 69"/>
                <a:gd name="T46" fmla="*/ 425 w 274"/>
                <a:gd name="T47" fmla="*/ 717 h 69"/>
                <a:gd name="T48" fmla="*/ 613 w 274"/>
                <a:gd name="T49" fmla="*/ 589 h 69"/>
                <a:gd name="T50" fmla="*/ 925 w 274"/>
                <a:gd name="T51" fmla="*/ 533 h 69"/>
                <a:gd name="T52" fmla="*/ 1438 w 274"/>
                <a:gd name="T53" fmla="*/ 397 h 69"/>
                <a:gd name="T54" fmla="*/ 1625 w 274"/>
                <a:gd name="T55" fmla="*/ 491 h 69"/>
                <a:gd name="T56" fmla="*/ 2145 w 274"/>
                <a:gd name="T57" fmla="*/ 376 h 69"/>
                <a:gd name="T58" fmla="*/ 1250 w 274"/>
                <a:gd name="T59" fmla="*/ 21 h 6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74" h="69">
                  <a:moveTo>
                    <a:pt x="263" y="31"/>
                  </a:moveTo>
                  <a:cubicBezTo>
                    <a:pt x="265" y="25"/>
                    <a:pt x="249" y="21"/>
                    <a:pt x="229" y="17"/>
                  </a:cubicBezTo>
                  <a:cubicBezTo>
                    <a:pt x="215" y="14"/>
                    <a:pt x="202" y="8"/>
                    <a:pt x="192" y="0"/>
                  </a:cubicBezTo>
                  <a:cubicBezTo>
                    <a:pt x="193" y="1"/>
                    <a:pt x="193" y="1"/>
                    <a:pt x="194" y="1"/>
                  </a:cubicBezTo>
                  <a:cubicBezTo>
                    <a:pt x="181" y="16"/>
                    <a:pt x="160" y="20"/>
                    <a:pt x="137" y="20"/>
                  </a:cubicBezTo>
                  <a:cubicBezTo>
                    <a:pt x="152" y="20"/>
                    <a:pt x="165" y="23"/>
                    <a:pt x="178" y="28"/>
                  </a:cubicBezTo>
                  <a:cubicBezTo>
                    <a:pt x="182" y="27"/>
                    <a:pt x="186" y="26"/>
                    <a:pt x="190" y="25"/>
                  </a:cubicBezTo>
                  <a:cubicBezTo>
                    <a:pt x="203" y="20"/>
                    <a:pt x="212" y="28"/>
                    <a:pt x="224" y="32"/>
                  </a:cubicBezTo>
                  <a:cubicBezTo>
                    <a:pt x="234" y="36"/>
                    <a:pt x="247" y="36"/>
                    <a:pt x="252" y="47"/>
                  </a:cubicBezTo>
                  <a:cubicBezTo>
                    <a:pt x="255" y="55"/>
                    <a:pt x="252" y="60"/>
                    <a:pt x="246" y="66"/>
                  </a:cubicBezTo>
                  <a:cubicBezTo>
                    <a:pt x="245" y="67"/>
                    <a:pt x="243" y="68"/>
                    <a:pt x="242" y="69"/>
                  </a:cubicBezTo>
                  <a:cubicBezTo>
                    <a:pt x="245" y="69"/>
                    <a:pt x="249" y="67"/>
                    <a:pt x="250" y="66"/>
                  </a:cubicBezTo>
                  <a:cubicBezTo>
                    <a:pt x="254" y="62"/>
                    <a:pt x="260" y="59"/>
                    <a:pt x="266" y="57"/>
                  </a:cubicBezTo>
                  <a:cubicBezTo>
                    <a:pt x="274" y="54"/>
                    <a:pt x="259" y="40"/>
                    <a:pt x="263" y="31"/>
                  </a:cubicBezTo>
                  <a:close/>
                  <a:moveTo>
                    <a:pt x="80" y="1"/>
                  </a:moveTo>
                  <a:cubicBezTo>
                    <a:pt x="81" y="1"/>
                    <a:pt x="81" y="1"/>
                    <a:pt x="82" y="0"/>
                  </a:cubicBezTo>
                  <a:cubicBezTo>
                    <a:pt x="71" y="8"/>
                    <a:pt x="59" y="14"/>
                    <a:pt x="45" y="17"/>
                  </a:cubicBezTo>
                  <a:cubicBezTo>
                    <a:pt x="25" y="21"/>
                    <a:pt x="9" y="25"/>
                    <a:pt x="11" y="31"/>
                  </a:cubicBezTo>
                  <a:cubicBezTo>
                    <a:pt x="15" y="40"/>
                    <a:pt x="0" y="54"/>
                    <a:pt x="8" y="57"/>
                  </a:cubicBezTo>
                  <a:cubicBezTo>
                    <a:pt x="14" y="59"/>
                    <a:pt x="19" y="62"/>
                    <a:pt x="24" y="66"/>
                  </a:cubicBezTo>
                  <a:cubicBezTo>
                    <a:pt x="25" y="67"/>
                    <a:pt x="27" y="68"/>
                    <a:pt x="30" y="69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26" y="61"/>
                    <a:pt x="19" y="59"/>
                    <a:pt x="18" y="54"/>
                  </a:cubicBezTo>
                  <a:cubicBezTo>
                    <a:pt x="17" y="48"/>
                    <a:pt x="24" y="43"/>
                    <a:pt x="27" y="38"/>
                  </a:cubicBezTo>
                  <a:cubicBezTo>
                    <a:pt x="31" y="32"/>
                    <a:pt x="31" y="32"/>
                    <a:pt x="39" y="31"/>
                  </a:cubicBezTo>
                  <a:cubicBezTo>
                    <a:pt x="46" y="31"/>
                    <a:pt x="52" y="30"/>
                    <a:pt x="59" y="28"/>
                  </a:cubicBezTo>
                  <a:cubicBezTo>
                    <a:pt x="70" y="24"/>
                    <a:pt x="80" y="17"/>
                    <a:pt x="92" y="21"/>
                  </a:cubicBezTo>
                  <a:cubicBezTo>
                    <a:pt x="96" y="22"/>
                    <a:pt x="100" y="24"/>
                    <a:pt x="104" y="26"/>
                  </a:cubicBezTo>
                  <a:cubicBezTo>
                    <a:pt x="114" y="22"/>
                    <a:pt x="125" y="20"/>
                    <a:pt x="137" y="20"/>
                  </a:cubicBezTo>
                  <a:cubicBezTo>
                    <a:pt x="113" y="20"/>
                    <a:pt x="93" y="16"/>
                    <a:pt x="80" y="1"/>
                  </a:cubicBezTo>
                  <a:close/>
                </a:path>
              </a:pathLst>
            </a:custGeom>
            <a:solidFill>
              <a:srgbClr val="675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7" name="Freeform 276">
              <a:extLst>
                <a:ext uri="{FF2B5EF4-FFF2-40B4-BE49-F238E27FC236}">
                  <a16:creationId xmlns:a16="http://schemas.microsoft.com/office/drawing/2014/main" id="{D9CD29BD-6276-4E48-A914-179F778FE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533"/>
              <a:ext cx="192" cy="299"/>
            </a:xfrm>
            <a:custGeom>
              <a:avLst/>
              <a:gdLst>
                <a:gd name="T0" fmla="*/ 312 w 77"/>
                <a:gd name="T1" fmla="*/ 115 h 112"/>
                <a:gd name="T2" fmla="*/ 374 w 77"/>
                <a:gd name="T3" fmla="*/ 491 h 112"/>
                <a:gd name="T4" fmla="*/ 199 w 77"/>
                <a:gd name="T5" fmla="*/ 705 h 112"/>
                <a:gd name="T6" fmla="*/ 12 w 77"/>
                <a:gd name="T7" fmla="*/ 876 h 112"/>
                <a:gd name="T8" fmla="*/ 30 w 77"/>
                <a:gd name="T9" fmla="*/ 990 h 112"/>
                <a:gd name="T10" fmla="*/ 716 w 77"/>
                <a:gd name="T11" fmla="*/ 1823 h 112"/>
                <a:gd name="T12" fmla="*/ 1100 w 77"/>
                <a:gd name="T13" fmla="*/ 1183 h 112"/>
                <a:gd name="T14" fmla="*/ 312 w 77"/>
                <a:gd name="T15" fmla="*/ 115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112">
                  <a:moveTo>
                    <a:pt x="20" y="6"/>
                  </a:moveTo>
                  <a:cubicBezTo>
                    <a:pt x="16" y="8"/>
                    <a:pt x="18" y="20"/>
                    <a:pt x="24" y="26"/>
                  </a:cubicBezTo>
                  <a:cubicBezTo>
                    <a:pt x="29" y="33"/>
                    <a:pt x="24" y="33"/>
                    <a:pt x="13" y="37"/>
                  </a:cubicBezTo>
                  <a:cubicBezTo>
                    <a:pt x="6" y="39"/>
                    <a:pt x="3" y="43"/>
                    <a:pt x="1" y="46"/>
                  </a:cubicBezTo>
                  <a:cubicBezTo>
                    <a:pt x="0" y="48"/>
                    <a:pt x="0" y="51"/>
                    <a:pt x="2" y="52"/>
                  </a:cubicBezTo>
                  <a:cubicBezTo>
                    <a:pt x="15" y="59"/>
                    <a:pt x="39" y="82"/>
                    <a:pt x="46" y="96"/>
                  </a:cubicBezTo>
                  <a:cubicBezTo>
                    <a:pt x="54" y="112"/>
                    <a:pt x="77" y="93"/>
                    <a:pt x="71" y="62"/>
                  </a:cubicBezTo>
                  <a:cubicBezTo>
                    <a:pt x="66" y="32"/>
                    <a:pt x="30" y="0"/>
                    <a:pt x="20" y="6"/>
                  </a:cubicBezTo>
                  <a:close/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8" name="Freeform 277">
              <a:extLst>
                <a:ext uri="{FF2B5EF4-FFF2-40B4-BE49-F238E27FC236}">
                  <a16:creationId xmlns:a16="http://schemas.microsoft.com/office/drawing/2014/main" id="{37BCC531-0F52-4C0A-9A28-682208C74B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8" y="1541"/>
              <a:ext cx="537" cy="560"/>
            </a:xfrm>
            <a:custGeom>
              <a:avLst/>
              <a:gdLst>
                <a:gd name="T0" fmla="*/ 3212 w 215"/>
                <a:gd name="T1" fmla="*/ 205 h 210"/>
                <a:gd name="T2" fmla="*/ 2478 w 215"/>
                <a:gd name="T3" fmla="*/ 661 h 210"/>
                <a:gd name="T4" fmla="*/ 1871 w 215"/>
                <a:gd name="T5" fmla="*/ 1229 h 210"/>
                <a:gd name="T6" fmla="*/ 2121 w 215"/>
                <a:gd name="T7" fmla="*/ 1024 h 210"/>
                <a:gd name="T8" fmla="*/ 2603 w 215"/>
                <a:gd name="T9" fmla="*/ 776 h 210"/>
                <a:gd name="T10" fmla="*/ 2787 w 215"/>
                <a:gd name="T11" fmla="*/ 819 h 210"/>
                <a:gd name="T12" fmla="*/ 2540 w 215"/>
                <a:gd name="T13" fmla="*/ 1045 h 210"/>
                <a:gd name="T14" fmla="*/ 2041 w 215"/>
                <a:gd name="T15" fmla="*/ 1501 h 210"/>
                <a:gd name="T16" fmla="*/ 1933 w 215"/>
                <a:gd name="T17" fmla="*/ 2253 h 210"/>
                <a:gd name="T18" fmla="*/ 2041 w 215"/>
                <a:gd name="T19" fmla="*/ 3981 h 210"/>
                <a:gd name="T20" fmla="*/ 2071 w 215"/>
                <a:gd name="T21" fmla="*/ 3811 h 210"/>
                <a:gd name="T22" fmla="*/ 2121 w 215"/>
                <a:gd name="T23" fmla="*/ 2709 h 210"/>
                <a:gd name="T24" fmla="*/ 2228 w 215"/>
                <a:gd name="T25" fmla="*/ 1387 h 210"/>
                <a:gd name="T26" fmla="*/ 2995 w 215"/>
                <a:gd name="T27" fmla="*/ 819 h 210"/>
                <a:gd name="T28" fmla="*/ 3212 w 215"/>
                <a:gd name="T29" fmla="*/ 205 h 210"/>
                <a:gd name="T30" fmla="*/ 854 w 215"/>
                <a:gd name="T31" fmla="*/ 661 h 210"/>
                <a:gd name="T32" fmla="*/ 125 w 215"/>
                <a:gd name="T33" fmla="*/ 205 h 210"/>
                <a:gd name="T34" fmla="*/ 262 w 215"/>
                <a:gd name="T35" fmla="*/ 739 h 210"/>
                <a:gd name="T36" fmla="*/ 375 w 215"/>
                <a:gd name="T37" fmla="*/ 627 h 210"/>
                <a:gd name="T38" fmla="*/ 624 w 215"/>
                <a:gd name="T39" fmla="*/ 797 h 210"/>
                <a:gd name="T40" fmla="*/ 1124 w 215"/>
                <a:gd name="T41" fmla="*/ 1080 h 210"/>
                <a:gd name="T42" fmla="*/ 1591 w 215"/>
                <a:gd name="T43" fmla="*/ 2027 h 210"/>
                <a:gd name="T44" fmla="*/ 1591 w 215"/>
                <a:gd name="T45" fmla="*/ 1763 h 210"/>
                <a:gd name="T46" fmla="*/ 854 w 215"/>
                <a:gd name="T47" fmla="*/ 661 h 21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5" h="210">
                  <a:moveTo>
                    <a:pt x="206" y="11"/>
                  </a:moveTo>
                  <a:cubicBezTo>
                    <a:pt x="194" y="0"/>
                    <a:pt x="173" y="30"/>
                    <a:pt x="159" y="35"/>
                  </a:cubicBezTo>
                  <a:cubicBezTo>
                    <a:pt x="145" y="41"/>
                    <a:pt x="129" y="50"/>
                    <a:pt x="120" y="65"/>
                  </a:cubicBezTo>
                  <a:cubicBezTo>
                    <a:pt x="123" y="60"/>
                    <a:pt x="129" y="56"/>
                    <a:pt x="136" y="54"/>
                  </a:cubicBezTo>
                  <a:cubicBezTo>
                    <a:pt x="148" y="51"/>
                    <a:pt x="156" y="48"/>
                    <a:pt x="167" y="41"/>
                  </a:cubicBezTo>
                  <a:cubicBezTo>
                    <a:pt x="171" y="38"/>
                    <a:pt x="178" y="34"/>
                    <a:pt x="179" y="43"/>
                  </a:cubicBezTo>
                  <a:cubicBezTo>
                    <a:pt x="179" y="49"/>
                    <a:pt x="167" y="53"/>
                    <a:pt x="163" y="55"/>
                  </a:cubicBezTo>
                  <a:cubicBezTo>
                    <a:pt x="152" y="61"/>
                    <a:pt x="138" y="68"/>
                    <a:pt x="131" y="79"/>
                  </a:cubicBezTo>
                  <a:cubicBezTo>
                    <a:pt x="124" y="90"/>
                    <a:pt x="124" y="106"/>
                    <a:pt x="124" y="119"/>
                  </a:cubicBezTo>
                  <a:cubicBezTo>
                    <a:pt x="124" y="149"/>
                    <a:pt x="134" y="180"/>
                    <a:pt x="131" y="210"/>
                  </a:cubicBezTo>
                  <a:cubicBezTo>
                    <a:pt x="132" y="207"/>
                    <a:pt x="133" y="204"/>
                    <a:pt x="133" y="201"/>
                  </a:cubicBezTo>
                  <a:cubicBezTo>
                    <a:pt x="139" y="173"/>
                    <a:pt x="138" y="163"/>
                    <a:pt x="136" y="143"/>
                  </a:cubicBezTo>
                  <a:cubicBezTo>
                    <a:pt x="133" y="122"/>
                    <a:pt x="131" y="85"/>
                    <a:pt x="143" y="73"/>
                  </a:cubicBezTo>
                  <a:cubicBezTo>
                    <a:pt x="155" y="60"/>
                    <a:pt x="174" y="62"/>
                    <a:pt x="192" y="43"/>
                  </a:cubicBezTo>
                  <a:cubicBezTo>
                    <a:pt x="204" y="31"/>
                    <a:pt x="215" y="17"/>
                    <a:pt x="206" y="11"/>
                  </a:cubicBezTo>
                  <a:close/>
                  <a:moveTo>
                    <a:pt x="55" y="35"/>
                  </a:moveTo>
                  <a:cubicBezTo>
                    <a:pt x="41" y="30"/>
                    <a:pt x="19" y="0"/>
                    <a:pt x="8" y="11"/>
                  </a:cubicBezTo>
                  <a:cubicBezTo>
                    <a:pt x="0" y="16"/>
                    <a:pt x="7" y="28"/>
                    <a:pt x="17" y="39"/>
                  </a:cubicBezTo>
                  <a:cubicBezTo>
                    <a:pt x="17" y="35"/>
                    <a:pt x="19" y="32"/>
                    <a:pt x="24" y="33"/>
                  </a:cubicBezTo>
                  <a:cubicBezTo>
                    <a:pt x="30" y="34"/>
                    <a:pt x="35" y="39"/>
                    <a:pt x="40" y="42"/>
                  </a:cubicBezTo>
                  <a:cubicBezTo>
                    <a:pt x="50" y="48"/>
                    <a:pt x="62" y="52"/>
                    <a:pt x="72" y="57"/>
                  </a:cubicBezTo>
                  <a:cubicBezTo>
                    <a:pt x="93" y="69"/>
                    <a:pt x="100" y="87"/>
                    <a:pt x="102" y="107"/>
                  </a:cubicBezTo>
                  <a:cubicBezTo>
                    <a:pt x="102" y="93"/>
                    <a:pt x="102" y="93"/>
                    <a:pt x="102" y="93"/>
                  </a:cubicBezTo>
                  <a:cubicBezTo>
                    <a:pt x="102" y="63"/>
                    <a:pt x="77" y="43"/>
                    <a:pt x="55" y="35"/>
                  </a:cubicBezTo>
                  <a:close/>
                </a:path>
              </a:pathLst>
            </a:custGeom>
            <a:solidFill>
              <a:srgbClr val="675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9" name="Freeform 278">
              <a:extLst>
                <a:ext uri="{FF2B5EF4-FFF2-40B4-BE49-F238E27FC236}">
                  <a16:creationId xmlns:a16="http://schemas.microsoft.com/office/drawing/2014/main" id="{40484B02-C37C-4093-816B-E0F937322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749"/>
              <a:ext cx="130" cy="502"/>
            </a:xfrm>
            <a:custGeom>
              <a:avLst/>
              <a:gdLst>
                <a:gd name="T0" fmla="*/ 658 w 52"/>
                <a:gd name="T1" fmla="*/ 3445 h 188"/>
                <a:gd name="T2" fmla="*/ 813 w 52"/>
                <a:gd name="T3" fmla="*/ 2780 h 188"/>
                <a:gd name="T4" fmla="*/ 550 w 52"/>
                <a:gd name="T5" fmla="*/ 2895 h 188"/>
                <a:gd name="T6" fmla="*/ 333 w 52"/>
                <a:gd name="T7" fmla="*/ 2689 h 188"/>
                <a:gd name="T8" fmla="*/ 158 w 52"/>
                <a:gd name="T9" fmla="*/ 1810 h 188"/>
                <a:gd name="T10" fmla="*/ 145 w 52"/>
                <a:gd name="T11" fmla="*/ 969 h 188"/>
                <a:gd name="T12" fmla="*/ 113 w 52"/>
                <a:gd name="T13" fmla="*/ 457 h 188"/>
                <a:gd name="T14" fmla="*/ 20 w 52"/>
                <a:gd name="T15" fmla="*/ 0 h 188"/>
                <a:gd name="T16" fmla="*/ 0 w 52"/>
                <a:gd name="T17" fmla="*/ 0 h 188"/>
                <a:gd name="T18" fmla="*/ 63 w 52"/>
                <a:gd name="T19" fmla="*/ 1242 h 188"/>
                <a:gd name="T20" fmla="*/ 95 w 52"/>
                <a:gd name="T21" fmla="*/ 2339 h 188"/>
                <a:gd name="T22" fmla="*/ 375 w 52"/>
                <a:gd name="T23" fmla="*/ 3445 h 188"/>
                <a:gd name="T24" fmla="*/ 375 w 52"/>
                <a:gd name="T25" fmla="*/ 3557 h 188"/>
                <a:gd name="T26" fmla="*/ 658 w 52"/>
                <a:gd name="T27" fmla="*/ 3501 h 188"/>
                <a:gd name="T28" fmla="*/ 658 w 52"/>
                <a:gd name="T29" fmla="*/ 3445 h 1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2" h="188">
                  <a:moveTo>
                    <a:pt x="42" y="181"/>
                  </a:moveTo>
                  <a:cubicBezTo>
                    <a:pt x="42" y="166"/>
                    <a:pt x="47" y="156"/>
                    <a:pt x="52" y="146"/>
                  </a:cubicBezTo>
                  <a:cubicBezTo>
                    <a:pt x="46" y="149"/>
                    <a:pt x="43" y="153"/>
                    <a:pt x="35" y="152"/>
                  </a:cubicBezTo>
                  <a:cubicBezTo>
                    <a:pt x="26" y="151"/>
                    <a:pt x="24" y="149"/>
                    <a:pt x="21" y="141"/>
                  </a:cubicBezTo>
                  <a:cubicBezTo>
                    <a:pt x="15" y="126"/>
                    <a:pt x="11" y="111"/>
                    <a:pt x="10" y="95"/>
                  </a:cubicBezTo>
                  <a:cubicBezTo>
                    <a:pt x="9" y="80"/>
                    <a:pt x="10" y="65"/>
                    <a:pt x="9" y="51"/>
                  </a:cubicBezTo>
                  <a:cubicBezTo>
                    <a:pt x="8" y="42"/>
                    <a:pt x="8" y="33"/>
                    <a:pt x="7" y="24"/>
                  </a:cubicBezTo>
                  <a:cubicBezTo>
                    <a:pt x="6" y="16"/>
                    <a:pt x="7" y="6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16"/>
                    <a:pt x="6" y="46"/>
                    <a:pt x="4" y="65"/>
                  </a:cubicBezTo>
                  <a:cubicBezTo>
                    <a:pt x="2" y="85"/>
                    <a:pt x="1" y="95"/>
                    <a:pt x="6" y="123"/>
                  </a:cubicBezTo>
                  <a:cubicBezTo>
                    <a:pt x="9" y="144"/>
                    <a:pt x="24" y="156"/>
                    <a:pt x="24" y="181"/>
                  </a:cubicBezTo>
                  <a:cubicBezTo>
                    <a:pt x="24" y="183"/>
                    <a:pt x="24" y="185"/>
                    <a:pt x="24" y="187"/>
                  </a:cubicBezTo>
                  <a:cubicBezTo>
                    <a:pt x="30" y="188"/>
                    <a:pt x="37" y="187"/>
                    <a:pt x="42" y="184"/>
                  </a:cubicBezTo>
                  <a:cubicBezTo>
                    <a:pt x="42" y="183"/>
                    <a:pt x="42" y="182"/>
                    <a:pt x="42" y="181"/>
                  </a:cubicBezTo>
                  <a:close/>
                </a:path>
              </a:pathLst>
            </a:custGeom>
            <a:solidFill>
              <a:srgbClr val="675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0" name="Freeform 279">
              <a:extLst>
                <a:ext uri="{FF2B5EF4-FFF2-40B4-BE49-F238E27FC236}">
                  <a16:creationId xmlns:a16="http://schemas.microsoft.com/office/drawing/2014/main" id="{59F21F40-3F09-41B6-811D-1A772D4CD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1675"/>
              <a:ext cx="112" cy="394"/>
            </a:xfrm>
            <a:custGeom>
              <a:avLst/>
              <a:gdLst>
                <a:gd name="T0" fmla="*/ 446 w 45"/>
                <a:gd name="T1" fmla="*/ 2508 h 148"/>
                <a:gd name="T2" fmla="*/ 341 w 45"/>
                <a:gd name="T3" fmla="*/ 1603 h 148"/>
                <a:gd name="T4" fmla="*/ 353 w 45"/>
                <a:gd name="T5" fmla="*/ 977 h 148"/>
                <a:gd name="T6" fmla="*/ 416 w 45"/>
                <a:gd name="T7" fmla="*/ 431 h 148"/>
                <a:gd name="T8" fmla="*/ 694 w 45"/>
                <a:gd name="T9" fmla="*/ 21 h 148"/>
                <a:gd name="T10" fmla="*/ 600 w 45"/>
                <a:gd name="T11" fmla="*/ 0 h 148"/>
                <a:gd name="T12" fmla="*/ 261 w 45"/>
                <a:gd name="T13" fmla="*/ 807 h 148"/>
                <a:gd name="T14" fmla="*/ 261 w 45"/>
                <a:gd name="T15" fmla="*/ 1829 h 148"/>
                <a:gd name="T16" fmla="*/ 371 w 45"/>
                <a:gd name="T17" fmla="*/ 2417 h 148"/>
                <a:gd name="T18" fmla="*/ 199 w 45"/>
                <a:gd name="T19" fmla="*/ 2566 h 148"/>
                <a:gd name="T20" fmla="*/ 12 w 45"/>
                <a:gd name="T21" fmla="*/ 2417 h 148"/>
                <a:gd name="T22" fmla="*/ 124 w 45"/>
                <a:gd name="T23" fmla="*/ 1829 h 148"/>
                <a:gd name="T24" fmla="*/ 124 w 45"/>
                <a:gd name="T25" fmla="*/ 908 h 148"/>
                <a:gd name="T26" fmla="*/ 137 w 45"/>
                <a:gd name="T27" fmla="*/ 1872 h 148"/>
                <a:gd name="T28" fmla="*/ 12 w 45"/>
                <a:gd name="T29" fmla="*/ 2473 h 148"/>
                <a:gd name="T30" fmla="*/ 249 w 45"/>
                <a:gd name="T31" fmla="*/ 2793 h 148"/>
                <a:gd name="T32" fmla="*/ 446 w 45"/>
                <a:gd name="T33" fmla="*/ 2508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48">
                  <a:moveTo>
                    <a:pt x="29" y="133"/>
                  </a:moveTo>
                  <a:cubicBezTo>
                    <a:pt x="33" y="116"/>
                    <a:pt x="22" y="103"/>
                    <a:pt x="22" y="85"/>
                  </a:cubicBezTo>
                  <a:cubicBezTo>
                    <a:pt x="22" y="75"/>
                    <a:pt x="22" y="63"/>
                    <a:pt x="23" y="52"/>
                  </a:cubicBezTo>
                  <a:cubicBezTo>
                    <a:pt x="23" y="48"/>
                    <a:pt x="22" y="34"/>
                    <a:pt x="27" y="23"/>
                  </a:cubicBezTo>
                  <a:cubicBezTo>
                    <a:pt x="31" y="12"/>
                    <a:pt x="39" y="5"/>
                    <a:pt x="45" y="1"/>
                  </a:cubicBezTo>
                  <a:cubicBezTo>
                    <a:pt x="45" y="1"/>
                    <a:pt x="42" y="0"/>
                    <a:pt x="39" y="0"/>
                  </a:cubicBezTo>
                  <a:cubicBezTo>
                    <a:pt x="27" y="10"/>
                    <a:pt x="17" y="24"/>
                    <a:pt x="17" y="43"/>
                  </a:cubicBezTo>
                  <a:cubicBezTo>
                    <a:pt x="17" y="97"/>
                    <a:pt x="17" y="97"/>
                    <a:pt x="17" y="97"/>
                  </a:cubicBezTo>
                  <a:cubicBezTo>
                    <a:pt x="17" y="109"/>
                    <a:pt x="25" y="117"/>
                    <a:pt x="24" y="128"/>
                  </a:cubicBezTo>
                  <a:cubicBezTo>
                    <a:pt x="23" y="140"/>
                    <a:pt x="15" y="143"/>
                    <a:pt x="13" y="136"/>
                  </a:cubicBezTo>
                  <a:cubicBezTo>
                    <a:pt x="11" y="143"/>
                    <a:pt x="3" y="140"/>
                    <a:pt x="1" y="128"/>
                  </a:cubicBezTo>
                  <a:cubicBezTo>
                    <a:pt x="0" y="117"/>
                    <a:pt x="8" y="109"/>
                    <a:pt x="8" y="97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2" y="141"/>
                    <a:pt x="6" y="148"/>
                    <a:pt x="16" y="148"/>
                  </a:cubicBezTo>
                  <a:cubicBezTo>
                    <a:pt x="24" y="147"/>
                    <a:pt x="27" y="142"/>
                    <a:pt x="29" y="133"/>
                  </a:cubicBezTo>
                  <a:close/>
                </a:path>
              </a:pathLst>
            </a:custGeom>
            <a:solidFill>
              <a:srgbClr val="675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1" name="Freeform 280">
              <a:extLst>
                <a:ext uri="{FF2B5EF4-FFF2-40B4-BE49-F238E27FC236}">
                  <a16:creationId xmlns:a16="http://schemas.microsoft.com/office/drawing/2014/main" id="{7FB96E03-B02D-4A37-8CCE-537B69C10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189"/>
              <a:ext cx="52" cy="94"/>
            </a:xfrm>
            <a:custGeom>
              <a:avLst/>
              <a:gdLst>
                <a:gd name="T0" fmla="*/ 319 w 21"/>
                <a:gd name="T1" fmla="*/ 585 h 35"/>
                <a:gd name="T2" fmla="*/ 307 w 21"/>
                <a:gd name="T3" fmla="*/ 309 h 35"/>
                <a:gd name="T4" fmla="*/ 319 w 21"/>
                <a:gd name="T5" fmla="*/ 81 h 35"/>
                <a:gd name="T6" fmla="*/ 166 w 21"/>
                <a:gd name="T7" fmla="*/ 0 h 35"/>
                <a:gd name="T8" fmla="*/ 12 w 21"/>
                <a:gd name="T9" fmla="*/ 81 h 35"/>
                <a:gd name="T10" fmla="*/ 30 w 21"/>
                <a:gd name="T11" fmla="*/ 309 h 35"/>
                <a:gd name="T12" fmla="*/ 0 w 21"/>
                <a:gd name="T13" fmla="*/ 585 h 35"/>
                <a:gd name="T14" fmla="*/ 166 w 21"/>
                <a:gd name="T15" fmla="*/ 677 h 35"/>
                <a:gd name="T16" fmla="*/ 319 w 21"/>
                <a:gd name="T17" fmla="*/ 58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5">
                  <a:moveTo>
                    <a:pt x="21" y="30"/>
                  </a:moveTo>
                  <a:cubicBezTo>
                    <a:pt x="20" y="24"/>
                    <a:pt x="20" y="19"/>
                    <a:pt x="20" y="16"/>
                  </a:cubicBezTo>
                  <a:cubicBezTo>
                    <a:pt x="20" y="11"/>
                    <a:pt x="20" y="7"/>
                    <a:pt x="21" y="4"/>
                  </a:cubicBezTo>
                  <a:cubicBezTo>
                    <a:pt x="18" y="2"/>
                    <a:pt x="17" y="0"/>
                    <a:pt x="11" y="0"/>
                  </a:cubicBezTo>
                  <a:cubicBezTo>
                    <a:pt x="5" y="0"/>
                    <a:pt x="3" y="2"/>
                    <a:pt x="1" y="4"/>
                  </a:cubicBezTo>
                  <a:cubicBezTo>
                    <a:pt x="2" y="7"/>
                    <a:pt x="2" y="11"/>
                    <a:pt x="2" y="16"/>
                  </a:cubicBezTo>
                  <a:cubicBezTo>
                    <a:pt x="2" y="19"/>
                    <a:pt x="2" y="24"/>
                    <a:pt x="0" y="30"/>
                  </a:cubicBezTo>
                  <a:cubicBezTo>
                    <a:pt x="3" y="33"/>
                    <a:pt x="4" y="35"/>
                    <a:pt x="11" y="35"/>
                  </a:cubicBezTo>
                  <a:cubicBezTo>
                    <a:pt x="17" y="35"/>
                    <a:pt x="19" y="33"/>
                    <a:pt x="21" y="30"/>
                  </a:cubicBezTo>
                  <a:close/>
                </a:path>
              </a:pathLst>
            </a:custGeom>
            <a:solidFill>
              <a:srgbClr val="FEDA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2" name="Freeform 281">
              <a:extLst>
                <a:ext uri="{FF2B5EF4-FFF2-40B4-BE49-F238E27FC236}">
                  <a16:creationId xmlns:a16="http://schemas.microsoft.com/office/drawing/2014/main" id="{A3618921-56B5-4FA6-83C1-2ACA20BAD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275"/>
              <a:ext cx="87" cy="157"/>
            </a:xfrm>
            <a:custGeom>
              <a:avLst/>
              <a:gdLst>
                <a:gd name="T0" fmla="*/ 383 w 35"/>
                <a:gd name="T1" fmla="*/ 35 h 59"/>
                <a:gd name="T2" fmla="*/ 104 w 35"/>
                <a:gd name="T3" fmla="*/ 77 h 59"/>
                <a:gd name="T4" fmla="*/ 30 w 35"/>
                <a:gd name="T5" fmla="*/ 418 h 59"/>
                <a:gd name="T6" fmla="*/ 42 w 35"/>
                <a:gd name="T7" fmla="*/ 806 h 59"/>
                <a:gd name="T8" fmla="*/ 246 w 35"/>
                <a:gd name="T9" fmla="*/ 1112 h 59"/>
                <a:gd name="T10" fmla="*/ 445 w 35"/>
                <a:gd name="T11" fmla="*/ 431 h 59"/>
                <a:gd name="T12" fmla="*/ 370 w 35"/>
                <a:gd name="T13" fmla="*/ 716 h 59"/>
                <a:gd name="T14" fmla="*/ 167 w 35"/>
                <a:gd name="T15" fmla="*/ 601 h 59"/>
                <a:gd name="T16" fmla="*/ 403 w 35"/>
                <a:gd name="T17" fmla="*/ 35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59">
                  <a:moveTo>
                    <a:pt x="25" y="2"/>
                  </a:moveTo>
                  <a:cubicBezTo>
                    <a:pt x="20" y="9"/>
                    <a:pt x="12" y="0"/>
                    <a:pt x="7" y="4"/>
                  </a:cubicBezTo>
                  <a:cubicBezTo>
                    <a:pt x="4" y="6"/>
                    <a:pt x="3" y="18"/>
                    <a:pt x="2" y="22"/>
                  </a:cubicBezTo>
                  <a:cubicBezTo>
                    <a:pt x="1" y="28"/>
                    <a:pt x="0" y="37"/>
                    <a:pt x="3" y="43"/>
                  </a:cubicBezTo>
                  <a:cubicBezTo>
                    <a:pt x="6" y="49"/>
                    <a:pt x="13" y="53"/>
                    <a:pt x="16" y="59"/>
                  </a:cubicBezTo>
                  <a:cubicBezTo>
                    <a:pt x="17" y="44"/>
                    <a:pt x="35" y="41"/>
                    <a:pt x="29" y="23"/>
                  </a:cubicBezTo>
                  <a:cubicBezTo>
                    <a:pt x="28" y="28"/>
                    <a:pt x="29" y="35"/>
                    <a:pt x="24" y="38"/>
                  </a:cubicBezTo>
                  <a:cubicBezTo>
                    <a:pt x="18" y="41"/>
                    <a:pt x="12" y="37"/>
                    <a:pt x="11" y="32"/>
                  </a:cubicBezTo>
                  <a:cubicBezTo>
                    <a:pt x="5" y="15"/>
                    <a:pt x="23" y="15"/>
                    <a:pt x="26" y="2"/>
                  </a:cubicBezTo>
                </a:path>
              </a:pathLst>
            </a:custGeom>
            <a:solidFill>
              <a:srgbClr val="675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3" name="Freeform 282">
              <a:extLst>
                <a:ext uri="{FF2B5EF4-FFF2-40B4-BE49-F238E27FC236}">
                  <a16:creationId xmlns:a16="http://schemas.microsoft.com/office/drawing/2014/main" id="{06DE8460-A54C-4134-978E-677C5075A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533"/>
              <a:ext cx="175" cy="240"/>
            </a:xfrm>
            <a:custGeom>
              <a:avLst/>
              <a:gdLst>
                <a:gd name="T0" fmla="*/ 313 w 70"/>
                <a:gd name="T1" fmla="*/ 115 h 90"/>
                <a:gd name="T2" fmla="*/ 375 w 70"/>
                <a:gd name="T3" fmla="*/ 491 h 90"/>
                <a:gd name="T4" fmla="*/ 208 w 70"/>
                <a:gd name="T5" fmla="*/ 704 h 90"/>
                <a:gd name="T6" fmla="*/ 20 w 70"/>
                <a:gd name="T7" fmla="*/ 875 h 90"/>
                <a:gd name="T8" fmla="*/ 33 w 70"/>
                <a:gd name="T9" fmla="*/ 989 h 90"/>
                <a:gd name="T10" fmla="*/ 175 w 70"/>
                <a:gd name="T11" fmla="*/ 1101 h 90"/>
                <a:gd name="T12" fmla="*/ 158 w 70"/>
                <a:gd name="T13" fmla="*/ 968 h 90"/>
                <a:gd name="T14" fmla="*/ 520 w 70"/>
                <a:gd name="T15" fmla="*/ 1480 h 90"/>
                <a:gd name="T16" fmla="*/ 675 w 70"/>
                <a:gd name="T17" fmla="*/ 1557 h 90"/>
                <a:gd name="T18" fmla="*/ 833 w 70"/>
                <a:gd name="T19" fmla="*/ 1685 h 90"/>
                <a:gd name="T20" fmla="*/ 1020 w 70"/>
                <a:gd name="T21" fmla="*/ 1288 h 90"/>
                <a:gd name="T22" fmla="*/ 988 w 70"/>
                <a:gd name="T23" fmla="*/ 1101 h 90"/>
                <a:gd name="T24" fmla="*/ 1063 w 70"/>
                <a:gd name="T25" fmla="*/ 1101 h 90"/>
                <a:gd name="T26" fmla="*/ 1095 w 70"/>
                <a:gd name="T27" fmla="*/ 1101 h 90"/>
                <a:gd name="T28" fmla="*/ 313 w 70"/>
                <a:gd name="T29" fmla="*/ 115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0" h="90">
                  <a:moveTo>
                    <a:pt x="20" y="6"/>
                  </a:moveTo>
                  <a:cubicBezTo>
                    <a:pt x="16" y="8"/>
                    <a:pt x="18" y="20"/>
                    <a:pt x="24" y="26"/>
                  </a:cubicBezTo>
                  <a:cubicBezTo>
                    <a:pt x="29" y="33"/>
                    <a:pt x="24" y="33"/>
                    <a:pt x="13" y="37"/>
                  </a:cubicBezTo>
                  <a:cubicBezTo>
                    <a:pt x="6" y="39"/>
                    <a:pt x="3" y="43"/>
                    <a:pt x="1" y="46"/>
                  </a:cubicBezTo>
                  <a:cubicBezTo>
                    <a:pt x="0" y="48"/>
                    <a:pt x="0" y="51"/>
                    <a:pt x="2" y="52"/>
                  </a:cubicBezTo>
                  <a:cubicBezTo>
                    <a:pt x="4" y="53"/>
                    <a:pt x="7" y="55"/>
                    <a:pt x="11" y="58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21" y="36"/>
                    <a:pt x="28" y="73"/>
                    <a:pt x="33" y="78"/>
                  </a:cubicBezTo>
                  <a:cubicBezTo>
                    <a:pt x="36" y="80"/>
                    <a:pt x="40" y="79"/>
                    <a:pt x="43" y="82"/>
                  </a:cubicBezTo>
                  <a:cubicBezTo>
                    <a:pt x="46" y="85"/>
                    <a:pt x="46" y="90"/>
                    <a:pt x="53" y="89"/>
                  </a:cubicBezTo>
                  <a:cubicBezTo>
                    <a:pt x="60" y="88"/>
                    <a:pt x="66" y="75"/>
                    <a:pt x="65" y="68"/>
                  </a:cubicBezTo>
                  <a:cubicBezTo>
                    <a:pt x="65" y="65"/>
                    <a:pt x="62" y="61"/>
                    <a:pt x="63" y="58"/>
                  </a:cubicBezTo>
                  <a:cubicBezTo>
                    <a:pt x="63" y="51"/>
                    <a:pt x="63" y="57"/>
                    <a:pt x="68" y="58"/>
                  </a:cubicBezTo>
                  <a:cubicBezTo>
                    <a:pt x="69" y="58"/>
                    <a:pt x="70" y="58"/>
                    <a:pt x="70" y="58"/>
                  </a:cubicBezTo>
                  <a:cubicBezTo>
                    <a:pt x="63" y="29"/>
                    <a:pt x="30" y="0"/>
                    <a:pt x="20" y="6"/>
                  </a:cubicBezTo>
                  <a:close/>
                </a:path>
              </a:pathLst>
            </a:custGeom>
            <a:solidFill>
              <a:srgbClr val="675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4" name="Freeform 283">
              <a:extLst>
                <a:ext uri="{FF2B5EF4-FFF2-40B4-BE49-F238E27FC236}">
                  <a16:creationId xmlns:a16="http://schemas.microsoft.com/office/drawing/2014/main" id="{2D7566F8-E6B3-4C08-86D3-28E6702BD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2533"/>
              <a:ext cx="188" cy="270"/>
            </a:xfrm>
            <a:custGeom>
              <a:avLst/>
              <a:gdLst>
                <a:gd name="T0" fmla="*/ 975 w 75"/>
                <a:gd name="T1" fmla="*/ 708 h 101"/>
                <a:gd name="T2" fmla="*/ 805 w 75"/>
                <a:gd name="T3" fmla="*/ 500 h 101"/>
                <a:gd name="T4" fmla="*/ 867 w 75"/>
                <a:gd name="T5" fmla="*/ 115 h 101"/>
                <a:gd name="T6" fmla="*/ 50 w 75"/>
                <a:gd name="T7" fmla="*/ 1187 h 101"/>
                <a:gd name="T8" fmla="*/ 251 w 75"/>
                <a:gd name="T9" fmla="*/ 1930 h 101"/>
                <a:gd name="T10" fmla="*/ 283 w 75"/>
                <a:gd name="T11" fmla="*/ 1759 h 101"/>
                <a:gd name="T12" fmla="*/ 459 w 75"/>
                <a:gd name="T13" fmla="*/ 1564 h 101"/>
                <a:gd name="T14" fmla="*/ 709 w 75"/>
                <a:gd name="T15" fmla="*/ 1200 h 101"/>
                <a:gd name="T16" fmla="*/ 943 w 75"/>
                <a:gd name="T17" fmla="*/ 901 h 101"/>
                <a:gd name="T18" fmla="*/ 975 w 75"/>
                <a:gd name="T19" fmla="*/ 1128 h 101"/>
                <a:gd name="T20" fmla="*/ 1151 w 75"/>
                <a:gd name="T21" fmla="*/ 994 h 101"/>
                <a:gd name="T22" fmla="*/ 1163 w 75"/>
                <a:gd name="T23" fmla="*/ 880 h 101"/>
                <a:gd name="T24" fmla="*/ 975 w 75"/>
                <a:gd name="T25" fmla="*/ 708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101">
                  <a:moveTo>
                    <a:pt x="62" y="37"/>
                  </a:moveTo>
                  <a:cubicBezTo>
                    <a:pt x="51" y="33"/>
                    <a:pt x="46" y="33"/>
                    <a:pt x="51" y="26"/>
                  </a:cubicBezTo>
                  <a:cubicBezTo>
                    <a:pt x="56" y="20"/>
                    <a:pt x="59" y="8"/>
                    <a:pt x="55" y="6"/>
                  </a:cubicBezTo>
                  <a:cubicBezTo>
                    <a:pt x="44" y="0"/>
                    <a:pt x="9" y="32"/>
                    <a:pt x="3" y="62"/>
                  </a:cubicBezTo>
                  <a:cubicBezTo>
                    <a:pt x="0" y="81"/>
                    <a:pt x="8" y="96"/>
                    <a:pt x="16" y="101"/>
                  </a:cubicBezTo>
                  <a:cubicBezTo>
                    <a:pt x="17" y="98"/>
                    <a:pt x="17" y="94"/>
                    <a:pt x="18" y="92"/>
                  </a:cubicBezTo>
                  <a:cubicBezTo>
                    <a:pt x="21" y="88"/>
                    <a:pt x="26" y="86"/>
                    <a:pt x="29" y="82"/>
                  </a:cubicBezTo>
                  <a:cubicBezTo>
                    <a:pt x="33" y="74"/>
                    <a:pt x="41" y="72"/>
                    <a:pt x="45" y="63"/>
                  </a:cubicBezTo>
                  <a:cubicBezTo>
                    <a:pt x="47" y="57"/>
                    <a:pt x="49" y="37"/>
                    <a:pt x="60" y="47"/>
                  </a:cubicBezTo>
                  <a:cubicBezTo>
                    <a:pt x="64" y="51"/>
                    <a:pt x="62" y="55"/>
                    <a:pt x="62" y="59"/>
                  </a:cubicBezTo>
                  <a:cubicBezTo>
                    <a:pt x="66" y="56"/>
                    <a:pt x="70" y="53"/>
                    <a:pt x="73" y="52"/>
                  </a:cubicBezTo>
                  <a:cubicBezTo>
                    <a:pt x="75" y="51"/>
                    <a:pt x="75" y="48"/>
                    <a:pt x="74" y="46"/>
                  </a:cubicBezTo>
                  <a:cubicBezTo>
                    <a:pt x="71" y="43"/>
                    <a:pt x="68" y="39"/>
                    <a:pt x="62" y="37"/>
                  </a:cubicBezTo>
                  <a:close/>
                </a:path>
              </a:pathLst>
            </a:custGeom>
            <a:solidFill>
              <a:srgbClr val="675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5" name="Freeform 284">
              <a:extLst>
                <a:ext uri="{FF2B5EF4-FFF2-40B4-BE49-F238E27FC236}">
                  <a16:creationId xmlns:a16="http://schemas.microsoft.com/office/drawing/2014/main" id="{B28AB64E-1DFB-4A22-9CB8-F6E5BB1D7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2728"/>
              <a:ext cx="57" cy="67"/>
            </a:xfrm>
            <a:custGeom>
              <a:avLst/>
              <a:gdLst>
                <a:gd name="T0" fmla="*/ 196 w 23"/>
                <a:gd name="T1" fmla="*/ 445 h 25"/>
                <a:gd name="T2" fmla="*/ 136 w 23"/>
                <a:gd name="T3" fmla="*/ 0 h 25"/>
                <a:gd name="T4" fmla="*/ 216 w 23"/>
                <a:gd name="T5" fmla="*/ 287 h 25"/>
                <a:gd name="T6" fmla="*/ 320 w 23"/>
                <a:gd name="T7" fmla="*/ 308 h 25"/>
                <a:gd name="T8" fmla="*/ 287 w 23"/>
                <a:gd name="T9" fmla="*/ 46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13" y="23"/>
                  </a:moveTo>
                  <a:cubicBezTo>
                    <a:pt x="6" y="25"/>
                    <a:pt x="0" y="1"/>
                    <a:pt x="9" y="0"/>
                  </a:cubicBezTo>
                  <a:cubicBezTo>
                    <a:pt x="12" y="5"/>
                    <a:pt x="9" y="12"/>
                    <a:pt x="14" y="15"/>
                  </a:cubicBezTo>
                  <a:cubicBezTo>
                    <a:pt x="16" y="16"/>
                    <a:pt x="20" y="15"/>
                    <a:pt x="21" y="16"/>
                  </a:cubicBezTo>
                  <a:cubicBezTo>
                    <a:pt x="23" y="19"/>
                    <a:pt x="20" y="22"/>
                    <a:pt x="19" y="24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6" name="Freeform 285">
              <a:extLst>
                <a:ext uri="{FF2B5EF4-FFF2-40B4-BE49-F238E27FC236}">
                  <a16:creationId xmlns:a16="http://schemas.microsoft.com/office/drawing/2014/main" id="{4623347B-474B-4F48-9461-5D267FD9A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573"/>
              <a:ext cx="42" cy="32"/>
            </a:xfrm>
            <a:custGeom>
              <a:avLst/>
              <a:gdLst>
                <a:gd name="T0" fmla="*/ 153 w 17"/>
                <a:gd name="T1" fmla="*/ 192 h 12"/>
                <a:gd name="T2" fmla="*/ 12 w 17"/>
                <a:gd name="T3" fmla="*/ 21 h 12"/>
                <a:gd name="T4" fmla="*/ 257 w 17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10" y="10"/>
                  </a:moveTo>
                  <a:cubicBezTo>
                    <a:pt x="5" y="10"/>
                    <a:pt x="0" y="6"/>
                    <a:pt x="1" y="1"/>
                  </a:cubicBezTo>
                  <a:cubicBezTo>
                    <a:pt x="9" y="0"/>
                    <a:pt x="12" y="7"/>
                    <a:pt x="17" y="12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7" name="Freeform 286">
              <a:extLst>
                <a:ext uri="{FF2B5EF4-FFF2-40B4-BE49-F238E27FC236}">
                  <a16:creationId xmlns:a16="http://schemas.microsoft.com/office/drawing/2014/main" id="{4A4FC5B1-8C00-4189-AE6A-BFC5CFEA4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565"/>
              <a:ext cx="48" cy="35"/>
            </a:xfrm>
            <a:custGeom>
              <a:avLst/>
              <a:gdLst>
                <a:gd name="T0" fmla="*/ 0 w 19"/>
                <a:gd name="T1" fmla="*/ 253 h 13"/>
                <a:gd name="T2" fmla="*/ 275 w 19"/>
                <a:gd name="T3" fmla="*/ 22 h 13"/>
                <a:gd name="T4" fmla="*/ 63 w 19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3"/>
                  </a:moveTo>
                  <a:cubicBezTo>
                    <a:pt x="4" y="9"/>
                    <a:pt x="11" y="0"/>
                    <a:pt x="17" y="1"/>
                  </a:cubicBezTo>
                  <a:cubicBezTo>
                    <a:pt x="19" y="8"/>
                    <a:pt x="9" y="12"/>
                    <a:pt x="4" y="13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8" name="Freeform 287">
              <a:extLst>
                <a:ext uri="{FF2B5EF4-FFF2-40B4-BE49-F238E27FC236}">
                  <a16:creationId xmlns:a16="http://schemas.microsoft.com/office/drawing/2014/main" id="{9D33E523-741F-420E-AB5A-629D46DB6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547"/>
              <a:ext cx="105" cy="80"/>
            </a:xfrm>
            <a:custGeom>
              <a:avLst/>
              <a:gdLst>
                <a:gd name="T0" fmla="*/ 658 w 42"/>
                <a:gd name="T1" fmla="*/ 0 h 30"/>
                <a:gd name="T2" fmla="*/ 0 w 42"/>
                <a:gd name="T3" fmla="*/ 568 h 30"/>
                <a:gd name="T4" fmla="*/ 658 w 42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0">
                  <a:moveTo>
                    <a:pt x="42" y="0"/>
                  </a:moveTo>
                  <a:cubicBezTo>
                    <a:pt x="27" y="6"/>
                    <a:pt x="9" y="19"/>
                    <a:pt x="0" y="30"/>
                  </a:cubicBezTo>
                  <a:cubicBezTo>
                    <a:pt x="8" y="13"/>
                    <a:pt x="23" y="0"/>
                    <a:pt x="42" y="0"/>
                  </a:cubicBezTo>
                  <a:close/>
                </a:path>
              </a:pathLst>
            </a:custGeom>
            <a:solidFill>
              <a:srgbClr val="C8B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9" name="Freeform 288">
              <a:extLst>
                <a:ext uri="{FF2B5EF4-FFF2-40B4-BE49-F238E27FC236}">
                  <a16:creationId xmlns:a16="http://schemas.microsoft.com/office/drawing/2014/main" id="{29795A94-2CCD-4D09-939B-FFC854D81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832"/>
              <a:ext cx="22" cy="200"/>
            </a:xfrm>
            <a:custGeom>
              <a:avLst/>
              <a:gdLst>
                <a:gd name="T0" fmla="*/ 103 w 9"/>
                <a:gd name="T1" fmla="*/ 0 h 75"/>
                <a:gd name="T2" fmla="*/ 103 w 9"/>
                <a:gd name="T3" fmla="*/ 832 h 75"/>
                <a:gd name="T4" fmla="*/ 42 w 9"/>
                <a:gd name="T5" fmla="*/ 1421 h 75"/>
                <a:gd name="T6" fmla="*/ 42 w 9"/>
                <a:gd name="T7" fmla="*/ 832 h 75"/>
                <a:gd name="T8" fmla="*/ 103 w 9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5">
                  <a:moveTo>
                    <a:pt x="7" y="0"/>
                  </a:moveTo>
                  <a:cubicBezTo>
                    <a:pt x="9" y="13"/>
                    <a:pt x="9" y="34"/>
                    <a:pt x="7" y="44"/>
                  </a:cubicBezTo>
                  <a:cubicBezTo>
                    <a:pt x="5" y="54"/>
                    <a:pt x="1" y="64"/>
                    <a:pt x="3" y="75"/>
                  </a:cubicBezTo>
                  <a:cubicBezTo>
                    <a:pt x="0" y="63"/>
                    <a:pt x="1" y="54"/>
                    <a:pt x="3" y="44"/>
                  </a:cubicBezTo>
                  <a:cubicBezTo>
                    <a:pt x="5" y="34"/>
                    <a:pt x="7" y="11"/>
                    <a:pt x="7" y="0"/>
                  </a:cubicBezTo>
                  <a:close/>
                </a:path>
              </a:pathLst>
            </a:custGeom>
            <a:solidFill>
              <a:srgbClr val="C8B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0" name="Freeform 289">
              <a:extLst>
                <a:ext uri="{FF2B5EF4-FFF2-40B4-BE49-F238E27FC236}">
                  <a16:creationId xmlns:a16="http://schemas.microsoft.com/office/drawing/2014/main" id="{FEC901E8-E9F8-46D1-A28B-3B56A0FCA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552"/>
              <a:ext cx="90" cy="72"/>
            </a:xfrm>
            <a:custGeom>
              <a:avLst/>
              <a:gdLst>
                <a:gd name="T0" fmla="*/ 0 w 36"/>
                <a:gd name="T1" fmla="*/ 0 h 27"/>
                <a:gd name="T2" fmla="*/ 563 w 36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7">
                  <a:moveTo>
                    <a:pt x="0" y="0"/>
                  </a:moveTo>
                  <a:cubicBezTo>
                    <a:pt x="11" y="5"/>
                    <a:pt x="32" y="19"/>
                    <a:pt x="36" y="27"/>
                  </a:cubicBezTo>
                </a:path>
              </a:pathLst>
            </a:custGeom>
            <a:solidFill>
              <a:srgbClr val="C8B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1" name="Freeform 290">
              <a:extLst>
                <a:ext uri="{FF2B5EF4-FFF2-40B4-BE49-F238E27FC236}">
                  <a16:creationId xmlns:a16="http://schemas.microsoft.com/office/drawing/2014/main" id="{FC57C2B5-BEE8-48D8-B5E9-C1C355205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381"/>
              <a:ext cx="67" cy="78"/>
            </a:xfrm>
            <a:custGeom>
              <a:avLst/>
              <a:gdLst>
                <a:gd name="T0" fmla="*/ 320 w 27"/>
                <a:gd name="T1" fmla="*/ 0 h 29"/>
                <a:gd name="T2" fmla="*/ 258 w 27"/>
                <a:gd name="T3" fmla="*/ 565 h 29"/>
                <a:gd name="T4" fmla="*/ 246 w 27"/>
                <a:gd name="T5" fmla="*/ 368 h 29"/>
                <a:gd name="T6" fmla="*/ 350 w 27"/>
                <a:gd name="T7" fmla="*/ 290 h 29"/>
                <a:gd name="T8" fmla="*/ 337 w 2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9">
                  <a:moveTo>
                    <a:pt x="21" y="0"/>
                  </a:moveTo>
                  <a:cubicBezTo>
                    <a:pt x="18" y="8"/>
                    <a:pt x="0" y="27"/>
                    <a:pt x="17" y="29"/>
                  </a:cubicBezTo>
                  <a:cubicBezTo>
                    <a:pt x="16" y="26"/>
                    <a:pt x="15" y="22"/>
                    <a:pt x="16" y="19"/>
                  </a:cubicBezTo>
                  <a:cubicBezTo>
                    <a:pt x="18" y="16"/>
                    <a:pt x="21" y="17"/>
                    <a:pt x="23" y="15"/>
                  </a:cubicBezTo>
                  <a:cubicBezTo>
                    <a:pt x="27" y="10"/>
                    <a:pt x="20" y="6"/>
                    <a:pt x="22" y="0"/>
                  </a:cubicBezTo>
                </a:path>
              </a:pathLst>
            </a:custGeom>
            <a:solidFill>
              <a:srgbClr val="EE8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2" name="Freeform 291">
              <a:extLst>
                <a:ext uri="{FF2B5EF4-FFF2-40B4-BE49-F238E27FC236}">
                  <a16:creationId xmlns:a16="http://schemas.microsoft.com/office/drawing/2014/main" id="{2FD19ECC-7073-4EDE-9418-EF346DBFB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453"/>
              <a:ext cx="52" cy="30"/>
            </a:xfrm>
            <a:custGeom>
              <a:avLst/>
              <a:gdLst>
                <a:gd name="T0" fmla="*/ 0 w 21"/>
                <a:gd name="T1" fmla="*/ 142 h 11"/>
                <a:gd name="T2" fmla="*/ 124 w 21"/>
                <a:gd name="T3" fmla="*/ 0 h 11"/>
                <a:gd name="T4" fmla="*/ 319 w 21"/>
                <a:gd name="T5" fmla="*/ 224 h 11"/>
                <a:gd name="T6" fmla="*/ 154 w 21"/>
                <a:gd name="T7" fmla="*/ 202 h 11"/>
                <a:gd name="T8" fmla="*/ 12 w 21"/>
                <a:gd name="T9" fmla="*/ 14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">
                  <a:moveTo>
                    <a:pt x="0" y="7"/>
                  </a:moveTo>
                  <a:cubicBezTo>
                    <a:pt x="3" y="5"/>
                    <a:pt x="5" y="2"/>
                    <a:pt x="8" y="0"/>
                  </a:cubicBezTo>
                  <a:cubicBezTo>
                    <a:pt x="11" y="5"/>
                    <a:pt x="16" y="8"/>
                    <a:pt x="21" y="11"/>
                  </a:cubicBezTo>
                  <a:cubicBezTo>
                    <a:pt x="18" y="10"/>
                    <a:pt x="14" y="11"/>
                    <a:pt x="10" y="10"/>
                  </a:cubicBezTo>
                  <a:cubicBezTo>
                    <a:pt x="7" y="9"/>
                    <a:pt x="5" y="7"/>
                    <a:pt x="1" y="7"/>
                  </a:cubicBezTo>
                </a:path>
              </a:pathLst>
            </a:custGeom>
            <a:solidFill>
              <a:srgbClr val="EE8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3" name="Freeform 292">
              <a:extLst>
                <a:ext uri="{FF2B5EF4-FFF2-40B4-BE49-F238E27FC236}">
                  <a16:creationId xmlns:a16="http://schemas.microsoft.com/office/drawing/2014/main" id="{26851B80-611F-4888-B287-A9C13D87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387"/>
              <a:ext cx="55" cy="82"/>
            </a:xfrm>
            <a:custGeom>
              <a:avLst/>
              <a:gdLst>
                <a:gd name="T0" fmla="*/ 0 w 22"/>
                <a:gd name="T1" fmla="*/ 553 h 31"/>
                <a:gd name="T2" fmla="*/ 345 w 22"/>
                <a:gd name="T3" fmla="*/ 370 h 31"/>
                <a:gd name="T4" fmla="*/ 175 w 22"/>
                <a:gd name="T5" fmla="*/ 0 h 31"/>
                <a:gd name="T6" fmla="*/ 188 w 22"/>
                <a:gd name="T7" fmla="*/ 315 h 31"/>
                <a:gd name="T8" fmla="*/ 0 w 22"/>
                <a:gd name="T9" fmla="*/ 55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1">
                  <a:moveTo>
                    <a:pt x="0" y="30"/>
                  </a:moveTo>
                  <a:cubicBezTo>
                    <a:pt x="7" y="31"/>
                    <a:pt x="20" y="29"/>
                    <a:pt x="22" y="20"/>
                  </a:cubicBezTo>
                  <a:cubicBezTo>
                    <a:pt x="22" y="16"/>
                    <a:pt x="14" y="4"/>
                    <a:pt x="11" y="0"/>
                  </a:cubicBezTo>
                  <a:cubicBezTo>
                    <a:pt x="14" y="6"/>
                    <a:pt x="14" y="12"/>
                    <a:pt x="12" y="17"/>
                  </a:cubicBezTo>
                  <a:cubicBezTo>
                    <a:pt x="10" y="25"/>
                    <a:pt x="6" y="25"/>
                    <a:pt x="0" y="30"/>
                  </a:cubicBezTo>
                </a:path>
              </a:pathLst>
            </a:custGeom>
            <a:solidFill>
              <a:srgbClr val="EE8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4" name="Freeform 293">
              <a:extLst>
                <a:ext uri="{FF2B5EF4-FFF2-40B4-BE49-F238E27FC236}">
                  <a16:creationId xmlns:a16="http://schemas.microsoft.com/office/drawing/2014/main" id="{453563D1-0EDA-418B-B005-7D2BBAEB5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453"/>
              <a:ext cx="103" cy="56"/>
            </a:xfrm>
            <a:custGeom>
              <a:avLst/>
              <a:gdLst>
                <a:gd name="T0" fmla="*/ 33 w 41"/>
                <a:gd name="T1" fmla="*/ 227 h 21"/>
                <a:gd name="T2" fmla="*/ 0 w 41"/>
                <a:gd name="T3" fmla="*/ 397 h 21"/>
                <a:gd name="T4" fmla="*/ 409 w 41"/>
                <a:gd name="T5" fmla="*/ 285 h 21"/>
                <a:gd name="T6" fmla="*/ 505 w 41"/>
                <a:gd name="T7" fmla="*/ 0 h 21"/>
                <a:gd name="T8" fmla="*/ 95 w 41"/>
                <a:gd name="T9" fmla="*/ 26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1">
                  <a:moveTo>
                    <a:pt x="2" y="12"/>
                  </a:moveTo>
                  <a:cubicBezTo>
                    <a:pt x="4" y="15"/>
                    <a:pt x="3" y="19"/>
                    <a:pt x="0" y="21"/>
                  </a:cubicBezTo>
                  <a:cubicBezTo>
                    <a:pt x="9" y="19"/>
                    <a:pt x="17" y="19"/>
                    <a:pt x="26" y="15"/>
                  </a:cubicBezTo>
                  <a:cubicBezTo>
                    <a:pt x="34" y="12"/>
                    <a:pt x="41" y="7"/>
                    <a:pt x="32" y="0"/>
                  </a:cubicBezTo>
                  <a:cubicBezTo>
                    <a:pt x="32" y="11"/>
                    <a:pt x="13" y="12"/>
                    <a:pt x="6" y="14"/>
                  </a:cubicBezTo>
                </a:path>
              </a:pathLst>
            </a:custGeom>
            <a:solidFill>
              <a:srgbClr val="EE8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5" name="Freeform 294">
              <a:extLst>
                <a:ext uri="{FF2B5EF4-FFF2-40B4-BE49-F238E27FC236}">
                  <a16:creationId xmlns:a16="http://schemas.microsoft.com/office/drawing/2014/main" id="{0A25C13D-04B0-4103-818D-BCBC05131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461"/>
              <a:ext cx="18" cy="54"/>
            </a:xfrm>
            <a:custGeom>
              <a:avLst/>
              <a:gdLst>
                <a:gd name="T0" fmla="*/ 118 w 7"/>
                <a:gd name="T1" fmla="*/ 0 h 20"/>
                <a:gd name="T2" fmla="*/ 118 w 7"/>
                <a:gd name="T3" fmla="*/ 394 h 20"/>
                <a:gd name="T4" fmla="*/ 118 w 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0" y="5"/>
                    <a:pt x="1" y="16"/>
                    <a:pt x="7" y="20"/>
                  </a:cubicBezTo>
                  <a:cubicBezTo>
                    <a:pt x="6" y="17"/>
                    <a:pt x="2" y="8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6" name="Freeform 295">
              <a:extLst>
                <a:ext uri="{FF2B5EF4-FFF2-40B4-BE49-F238E27FC236}">
                  <a16:creationId xmlns:a16="http://schemas.microsoft.com/office/drawing/2014/main" id="{38C469E0-D45C-47C0-9440-DC83542A5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757"/>
              <a:ext cx="102" cy="203"/>
            </a:xfrm>
            <a:custGeom>
              <a:avLst/>
              <a:gdLst>
                <a:gd name="T0" fmla="*/ 632 w 41"/>
                <a:gd name="T1" fmla="*/ 0 h 76"/>
                <a:gd name="T2" fmla="*/ 433 w 41"/>
                <a:gd name="T3" fmla="*/ 478 h 76"/>
                <a:gd name="T4" fmla="*/ 12 w 41"/>
                <a:gd name="T5" fmla="*/ 1448 h 76"/>
                <a:gd name="T6" fmla="*/ 415 w 41"/>
                <a:gd name="T7" fmla="*/ 649 h 76"/>
                <a:gd name="T8" fmla="*/ 632 w 41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76">
                  <a:moveTo>
                    <a:pt x="41" y="0"/>
                  </a:moveTo>
                  <a:cubicBezTo>
                    <a:pt x="35" y="2"/>
                    <a:pt x="33" y="17"/>
                    <a:pt x="28" y="25"/>
                  </a:cubicBezTo>
                  <a:cubicBezTo>
                    <a:pt x="23" y="33"/>
                    <a:pt x="0" y="62"/>
                    <a:pt x="1" y="76"/>
                  </a:cubicBezTo>
                  <a:cubicBezTo>
                    <a:pt x="6" y="64"/>
                    <a:pt x="17" y="46"/>
                    <a:pt x="27" y="34"/>
                  </a:cubicBezTo>
                  <a:cubicBezTo>
                    <a:pt x="37" y="23"/>
                    <a:pt x="35" y="6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7" name="Freeform 296">
              <a:extLst>
                <a:ext uri="{FF2B5EF4-FFF2-40B4-BE49-F238E27FC236}">
                  <a16:creationId xmlns:a16="http://schemas.microsoft.com/office/drawing/2014/main" id="{E05881DC-344F-4DFB-9F68-A6D6C7DE1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1771"/>
              <a:ext cx="88" cy="466"/>
            </a:xfrm>
            <a:custGeom>
              <a:avLst/>
              <a:gdLst>
                <a:gd name="T0" fmla="*/ 556 w 35"/>
                <a:gd name="T1" fmla="*/ 0 h 175"/>
                <a:gd name="T2" fmla="*/ 113 w 35"/>
                <a:gd name="T3" fmla="*/ 1587 h 175"/>
                <a:gd name="T4" fmla="*/ 113 w 35"/>
                <a:gd name="T5" fmla="*/ 3305 h 175"/>
                <a:gd name="T6" fmla="*/ 221 w 35"/>
                <a:gd name="T7" fmla="*/ 1419 h 175"/>
                <a:gd name="T8" fmla="*/ 556 w 35"/>
                <a:gd name="T9" fmla="*/ 0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5">
                  <a:moveTo>
                    <a:pt x="35" y="0"/>
                  </a:moveTo>
                  <a:cubicBezTo>
                    <a:pt x="24" y="9"/>
                    <a:pt x="14" y="36"/>
                    <a:pt x="7" y="84"/>
                  </a:cubicBezTo>
                  <a:cubicBezTo>
                    <a:pt x="0" y="132"/>
                    <a:pt x="6" y="164"/>
                    <a:pt x="7" y="175"/>
                  </a:cubicBezTo>
                  <a:cubicBezTo>
                    <a:pt x="6" y="139"/>
                    <a:pt x="8" y="105"/>
                    <a:pt x="14" y="75"/>
                  </a:cubicBezTo>
                  <a:cubicBezTo>
                    <a:pt x="20" y="44"/>
                    <a:pt x="26" y="10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8" name="Freeform 297">
              <a:extLst>
                <a:ext uri="{FF2B5EF4-FFF2-40B4-BE49-F238E27FC236}">
                  <a16:creationId xmlns:a16="http://schemas.microsoft.com/office/drawing/2014/main" id="{CD5A992A-A221-43D5-A542-EFFC21F18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2027"/>
              <a:ext cx="120" cy="226"/>
            </a:xfrm>
            <a:custGeom>
              <a:avLst/>
              <a:gdLst>
                <a:gd name="T0" fmla="*/ 750 w 48"/>
                <a:gd name="T1" fmla="*/ 0 h 85"/>
                <a:gd name="T2" fmla="*/ 238 w 48"/>
                <a:gd name="T3" fmla="*/ 622 h 85"/>
                <a:gd name="T4" fmla="*/ 0 w 48"/>
                <a:gd name="T5" fmla="*/ 1598 h 85"/>
                <a:gd name="T6" fmla="*/ 345 w 48"/>
                <a:gd name="T7" fmla="*/ 545 h 85"/>
                <a:gd name="T8" fmla="*/ 750 w 48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5">
                  <a:moveTo>
                    <a:pt x="48" y="0"/>
                  </a:moveTo>
                  <a:cubicBezTo>
                    <a:pt x="39" y="5"/>
                    <a:pt x="22" y="19"/>
                    <a:pt x="15" y="33"/>
                  </a:cubicBezTo>
                  <a:cubicBezTo>
                    <a:pt x="9" y="46"/>
                    <a:pt x="2" y="77"/>
                    <a:pt x="0" y="85"/>
                  </a:cubicBezTo>
                  <a:cubicBezTo>
                    <a:pt x="7" y="69"/>
                    <a:pt x="13" y="41"/>
                    <a:pt x="22" y="29"/>
                  </a:cubicBezTo>
                  <a:cubicBezTo>
                    <a:pt x="31" y="17"/>
                    <a:pt x="43" y="2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9" name="Freeform 298">
              <a:extLst>
                <a:ext uri="{FF2B5EF4-FFF2-40B4-BE49-F238E27FC236}">
                  <a16:creationId xmlns:a16="http://schemas.microsoft.com/office/drawing/2014/main" id="{6BF16ED2-EA3C-46A8-AAD5-9B0AD7C5A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157"/>
              <a:ext cx="180" cy="286"/>
            </a:xfrm>
            <a:custGeom>
              <a:avLst/>
              <a:gdLst>
                <a:gd name="T0" fmla="*/ 1125 w 72"/>
                <a:gd name="T1" fmla="*/ 0 h 107"/>
                <a:gd name="T2" fmla="*/ 500 w 72"/>
                <a:gd name="T3" fmla="*/ 994 h 107"/>
                <a:gd name="T4" fmla="*/ 0 w 72"/>
                <a:gd name="T5" fmla="*/ 2042 h 107"/>
                <a:gd name="T6" fmla="*/ 533 w 72"/>
                <a:gd name="T7" fmla="*/ 1050 h 107"/>
                <a:gd name="T8" fmla="*/ 1125 w 72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07">
                  <a:moveTo>
                    <a:pt x="72" y="0"/>
                  </a:moveTo>
                  <a:cubicBezTo>
                    <a:pt x="63" y="6"/>
                    <a:pt x="47" y="36"/>
                    <a:pt x="32" y="52"/>
                  </a:cubicBezTo>
                  <a:cubicBezTo>
                    <a:pt x="18" y="68"/>
                    <a:pt x="3" y="95"/>
                    <a:pt x="0" y="107"/>
                  </a:cubicBezTo>
                  <a:cubicBezTo>
                    <a:pt x="6" y="96"/>
                    <a:pt x="20" y="68"/>
                    <a:pt x="34" y="55"/>
                  </a:cubicBezTo>
                  <a:cubicBezTo>
                    <a:pt x="49" y="42"/>
                    <a:pt x="67" y="9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0" name="Freeform 299">
              <a:extLst>
                <a:ext uri="{FF2B5EF4-FFF2-40B4-BE49-F238E27FC236}">
                  <a16:creationId xmlns:a16="http://schemas.microsoft.com/office/drawing/2014/main" id="{315DBFD9-EF8B-4E33-8AD8-CBB51FD67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168"/>
              <a:ext cx="75" cy="235"/>
            </a:xfrm>
            <a:custGeom>
              <a:avLst/>
              <a:gdLst>
                <a:gd name="T0" fmla="*/ 175 w 30"/>
                <a:gd name="T1" fmla="*/ 0 h 88"/>
                <a:gd name="T2" fmla="*/ 470 w 30"/>
                <a:gd name="T3" fmla="*/ 1677 h 88"/>
                <a:gd name="T4" fmla="*/ 175 w 30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88">
                  <a:moveTo>
                    <a:pt x="11" y="0"/>
                  </a:moveTo>
                  <a:cubicBezTo>
                    <a:pt x="3" y="15"/>
                    <a:pt x="0" y="47"/>
                    <a:pt x="30" y="88"/>
                  </a:cubicBezTo>
                  <a:cubicBezTo>
                    <a:pt x="20" y="77"/>
                    <a:pt x="1" y="21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1" name="Freeform 300">
              <a:extLst>
                <a:ext uri="{FF2B5EF4-FFF2-40B4-BE49-F238E27FC236}">
                  <a16:creationId xmlns:a16="http://schemas.microsoft.com/office/drawing/2014/main" id="{A1D7FF13-4497-4804-96AF-627DBFD4B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045"/>
              <a:ext cx="92" cy="192"/>
            </a:xfrm>
            <a:custGeom>
              <a:avLst/>
              <a:gdLst>
                <a:gd name="T0" fmla="*/ 104 w 37"/>
                <a:gd name="T1" fmla="*/ 0 h 72"/>
                <a:gd name="T2" fmla="*/ 569 w 37"/>
                <a:gd name="T3" fmla="*/ 1365 h 72"/>
                <a:gd name="T4" fmla="*/ 104 w 37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2">
                  <a:moveTo>
                    <a:pt x="7" y="0"/>
                  </a:moveTo>
                  <a:cubicBezTo>
                    <a:pt x="3" y="7"/>
                    <a:pt x="0" y="17"/>
                    <a:pt x="37" y="72"/>
                  </a:cubicBezTo>
                  <a:cubicBezTo>
                    <a:pt x="31" y="63"/>
                    <a:pt x="4" y="14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2" name="Freeform 301">
              <a:extLst>
                <a:ext uri="{FF2B5EF4-FFF2-40B4-BE49-F238E27FC236}">
                  <a16:creationId xmlns:a16="http://schemas.microsoft.com/office/drawing/2014/main" id="{FBA650FC-D5C7-4803-B04E-1F55CD4DD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643"/>
              <a:ext cx="60" cy="189"/>
            </a:xfrm>
            <a:custGeom>
              <a:avLst/>
              <a:gdLst>
                <a:gd name="T0" fmla="*/ 375 w 24"/>
                <a:gd name="T1" fmla="*/ 1339 h 71"/>
                <a:gd name="T2" fmla="*/ 113 w 24"/>
                <a:gd name="T3" fmla="*/ 0 h 71"/>
                <a:gd name="T4" fmla="*/ 375 w 24"/>
                <a:gd name="T5" fmla="*/ 1339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1">
                  <a:moveTo>
                    <a:pt x="24" y="71"/>
                  </a:moveTo>
                  <a:cubicBezTo>
                    <a:pt x="4" y="47"/>
                    <a:pt x="0" y="21"/>
                    <a:pt x="7" y="0"/>
                  </a:cubicBezTo>
                  <a:cubicBezTo>
                    <a:pt x="4" y="9"/>
                    <a:pt x="7" y="50"/>
                    <a:pt x="24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3" name="Freeform 302">
              <a:extLst>
                <a:ext uri="{FF2B5EF4-FFF2-40B4-BE49-F238E27FC236}">
                  <a16:creationId xmlns:a16="http://schemas.microsoft.com/office/drawing/2014/main" id="{05C38D25-96E5-47D9-B58F-F695251DB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715"/>
              <a:ext cx="85" cy="205"/>
            </a:xfrm>
            <a:custGeom>
              <a:avLst/>
              <a:gdLst>
                <a:gd name="T0" fmla="*/ 533 w 34"/>
                <a:gd name="T1" fmla="*/ 0 h 77"/>
                <a:gd name="T2" fmla="*/ 83 w 34"/>
                <a:gd name="T3" fmla="*/ 602 h 77"/>
                <a:gd name="T4" fmla="*/ 95 w 34"/>
                <a:gd name="T5" fmla="*/ 1454 h 77"/>
                <a:gd name="T6" fmla="*/ 175 w 34"/>
                <a:gd name="T7" fmla="*/ 490 h 77"/>
                <a:gd name="T8" fmla="*/ 533 w 3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7">
                  <a:moveTo>
                    <a:pt x="34" y="0"/>
                  </a:moveTo>
                  <a:cubicBezTo>
                    <a:pt x="19" y="3"/>
                    <a:pt x="10" y="9"/>
                    <a:pt x="5" y="32"/>
                  </a:cubicBezTo>
                  <a:cubicBezTo>
                    <a:pt x="0" y="54"/>
                    <a:pt x="7" y="71"/>
                    <a:pt x="6" y="77"/>
                  </a:cubicBezTo>
                  <a:cubicBezTo>
                    <a:pt x="7" y="62"/>
                    <a:pt x="5" y="40"/>
                    <a:pt x="11" y="26"/>
                  </a:cubicBezTo>
                  <a:cubicBezTo>
                    <a:pt x="17" y="11"/>
                    <a:pt x="26" y="4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4" name="Freeform 303">
              <a:extLst>
                <a:ext uri="{FF2B5EF4-FFF2-40B4-BE49-F238E27FC236}">
                  <a16:creationId xmlns:a16="http://schemas.microsoft.com/office/drawing/2014/main" id="{FD35B847-5B14-4A4D-9E87-8A8364C79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392"/>
              <a:ext cx="40" cy="67"/>
            </a:xfrm>
            <a:custGeom>
              <a:avLst/>
              <a:gdLst>
                <a:gd name="T0" fmla="*/ 33 w 16"/>
                <a:gd name="T1" fmla="*/ 445 h 25"/>
                <a:gd name="T2" fmla="*/ 113 w 16"/>
                <a:gd name="T3" fmla="*/ 287 h 25"/>
                <a:gd name="T4" fmla="*/ 238 w 16"/>
                <a:gd name="T5" fmla="*/ 0 h 25"/>
                <a:gd name="T6" fmla="*/ 158 w 16"/>
                <a:gd name="T7" fmla="*/ 287 h 25"/>
                <a:gd name="T8" fmla="*/ 50 w 16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2" y="23"/>
                  </a:moveTo>
                  <a:cubicBezTo>
                    <a:pt x="0" y="20"/>
                    <a:pt x="5" y="17"/>
                    <a:pt x="7" y="15"/>
                  </a:cubicBezTo>
                  <a:cubicBezTo>
                    <a:pt x="10" y="12"/>
                    <a:pt x="15" y="5"/>
                    <a:pt x="15" y="0"/>
                  </a:cubicBezTo>
                  <a:cubicBezTo>
                    <a:pt x="16" y="6"/>
                    <a:pt x="13" y="11"/>
                    <a:pt x="10" y="15"/>
                  </a:cubicBezTo>
                  <a:cubicBezTo>
                    <a:pt x="7" y="17"/>
                    <a:pt x="0" y="22"/>
                    <a:pt x="3" y="25"/>
                  </a:cubicBezTo>
                </a:path>
              </a:pathLst>
            </a:custGeom>
            <a:solidFill>
              <a:srgbClr val="FDC4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5" name="Freeform 304">
              <a:extLst>
                <a:ext uri="{FF2B5EF4-FFF2-40B4-BE49-F238E27FC236}">
                  <a16:creationId xmlns:a16="http://schemas.microsoft.com/office/drawing/2014/main" id="{B43971B0-B5A6-4068-9FBB-A32C89C6D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21"/>
              <a:ext cx="32" cy="46"/>
            </a:xfrm>
            <a:custGeom>
              <a:avLst/>
              <a:gdLst>
                <a:gd name="T0" fmla="*/ 0 w 13"/>
                <a:gd name="T1" fmla="*/ 0 h 17"/>
                <a:gd name="T2" fmla="*/ 133 w 13"/>
                <a:gd name="T3" fmla="*/ 138 h 17"/>
                <a:gd name="T4" fmla="*/ 121 w 13"/>
                <a:gd name="T5" fmla="*/ 336 h 17"/>
                <a:gd name="T6" fmla="*/ 30 w 13"/>
                <a:gd name="T7" fmla="*/ 3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2" y="4"/>
                    <a:pt x="5" y="4"/>
                    <a:pt x="9" y="7"/>
                  </a:cubicBezTo>
                  <a:cubicBezTo>
                    <a:pt x="13" y="10"/>
                    <a:pt x="10" y="13"/>
                    <a:pt x="8" y="17"/>
                  </a:cubicBezTo>
                  <a:cubicBezTo>
                    <a:pt x="13" y="10"/>
                    <a:pt x="4" y="9"/>
                    <a:pt x="2" y="2"/>
                  </a:cubicBezTo>
                </a:path>
              </a:pathLst>
            </a:custGeom>
            <a:solidFill>
              <a:srgbClr val="FDC4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6" name="Freeform 305">
              <a:extLst>
                <a:ext uri="{FF2B5EF4-FFF2-40B4-BE49-F238E27FC236}">
                  <a16:creationId xmlns:a16="http://schemas.microsoft.com/office/drawing/2014/main" id="{5135E492-BFE0-400A-8BC0-98E32F2A0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2533"/>
              <a:ext cx="193" cy="299"/>
            </a:xfrm>
            <a:custGeom>
              <a:avLst/>
              <a:gdLst>
                <a:gd name="T0" fmla="*/ 897 w 77"/>
                <a:gd name="T1" fmla="*/ 115 h 112"/>
                <a:gd name="T2" fmla="*/ 835 w 77"/>
                <a:gd name="T3" fmla="*/ 491 h 112"/>
                <a:gd name="T4" fmla="*/ 1005 w 77"/>
                <a:gd name="T5" fmla="*/ 705 h 112"/>
                <a:gd name="T6" fmla="*/ 1193 w 77"/>
                <a:gd name="T7" fmla="*/ 876 h 112"/>
                <a:gd name="T8" fmla="*/ 1181 w 77"/>
                <a:gd name="T9" fmla="*/ 990 h 112"/>
                <a:gd name="T10" fmla="*/ 471 w 77"/>
                <a:gd name="T11" fmla="*/ 1823 h 112"/>
                <a:gd name="T12" fmla="*/ 83 w 77"/>
                <a:gd name="T13" fmla="*/ 1183 h 112"/>
                <a:gd name="T14" fmla="*/ 897 w 77"/>
                <a:gd name="T15" fmla="*/ 115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112">
                  <a:moveTo>
                    <a:pt x="57" y="6"/>
                  </a:moveTo>
                  <a:cubicBezTo>
                    <a:pt x="61" y="8"/>
                    <a:pt x="58" y="20"/>
                    <a:pt x="53" y="26"/>
                  </a:cubicBezTo>
                  <a:cubicBezTo>
                    <a:pt x="48" y="33"/>
                    <a:pt x="53" y="33"/>
                    <a:pt x="64" y="37"/>
                  </a:cubicBezTo>
                  <a:cubicBezTo>
                    <a:pt x="70" y="39"/>
                    <a:pt x="73" y="43"/>
                    <a:pt x="76" y="46"/>
                  </a:cubicBezTo>
                  <a:cubicBezTo>
                    <a:pt x="77" y="48"/>
                    <a:pt x="77" y="51"/>
                    <a:pt x="75" y="52"/>
                  </a:cubicBezTo>
                  <a:cubicBezTo>
                    <a:pt x="61" y="59"/>
                    <a:pt x="38" y="82"/>
                    <a:pt x="30" y="96"/>
                  </a:cubicBezTo>
                  <a:cubicBezTo>
                    <a:pt x="23" y="112"/>
                    <a:pt x="0" y="93"/>
                    <a:pt x="5" y="62"/>
                  </a:cubicBezTo>
                  <a:cubicBezTo>
                    <a:pt x="11" y="32"/>
                    <a:pt x="46" y="0"/>
                    <a:pt x="57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7" name="Freeform 306">
              <a:extLst>
                <a:ext uri="{FF2B5EF4-FFF2-40B4-BE49-F238E27FC236}">
                  <a16:creationId xmlns:a16="http://schemas.microsoft.com/office/drawing/2014/main" id="{FEA1920F-E197-47FC-AEB5-AD3773FD1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600"/>
              <a:ext cx="118" cy="157"/>
            </a:xfrm>
            <a:custGeom>
              <a:avLst/>
              <a:gdLst>
                <a:gd name="T0" fmla="*/ 600 w 47"/>
                <a:gd name="T1" fmla="*/ 0 h 59"/>
                <a:gd name="T2" fmla="*/ 304 w 47"/>
                <a:gd name="T3" fmla="*/ 192 h 59"/>
                <a:gd name="T4" fmla="*/ 271 w 47"/>
                <a:gd name="T5" fmla="*/ 341 h 59"/>
                <a:gd name="T6" fmla="*/ 126 w 47"/>
                <a:gd name="T7" fmla="*/ 341 h 59"/>
                <a:gd name="T8" fmla="*/ 251 w 47"/>
                <a:gd name="T9" fmla="*/ 431 h 59"/>
                <a:gd name="T10" fmla="*/ 50 w 47"/>
                <a:gd name="T11" fmla="*/ 532 h 59"/>
                <a:gd name="T12" fmla="*/ 176 w 47"/>
                <a:gd name="T13" fmla="*/ 601 h 59"/>
                <a:gd name="T14" fmla="*/ 0 w 47"/>
                <a:gd name="T15" fmla="*/ 772 h 59"/>
                <a:gd name="T16" fmla="*/ 176 w 47"/>
                <a:gd name="T17" fmla="*/ 737 h 59"/>
                <a:gd name="T18" fmla="*/ 113 w 47"/>
                <a:gd name="T19" fmla="*/ 1035 h 59"/>
                <a:gd name="T20" fmla="*/ 271 w 47"/>
                <a:gd name="T21" fmla="*/ 750 h 59"/>
                <a:gd name="T22" fmla="*/ 346 w 47"/>
                <a:gd name="T23" fmla="*/ 793 h 59"/>
                <a:gd name="T24" fmla="*/ 379 w 47"/>
                <a:gd name="T25" fmla="*/ 695 h 59"/>
                <a:gd name="T26" fmla="*/ 316 w 47"/>
                <a:gd name="T27" fmla="*/ 567 h 59"/>
                <a:gd name="T28" fmla="*/ 429 w 47"/>
                <a:gd name="T29" fmla="*/ 636 h 59"/>
                <a:gd name="T30" fmla="*/ 367 w 47"/>
                <a:gd name="T31" fmla="*/ 490 h 59"/>
                <a:gd name="T32" fmla="*/ 379 w 47"/>
                <a:gd name="T33" fmla="*/ 375 h 59"/>
                <a:gd name="T34" fmla="*/ 442 w 47"/>
                <a:gd name="T35" fmla="*/ 431 h 59"/>
                <a:gd name="T36" fmla="*/ 459 w 47"/>
                <a:gd name="T37" fmla="*/ 192 h 59"/>
                <a:gd name="T38" fmla="*/ 522 w 47"/>
                <a:gd name="T39" fmla="*/ 282 h 59"/>
                <a:gd name="T40" fmla="*/ 743 w 47"/>
                <a:gd name="T41" fmla="*/ 226 h 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" h="59">
                  <a:moveTo>
                    <a:pt x="38" y="0"/>
                  </a:moveTo>
                  <a:cubicBezTo>
                    <a:pt x="33" y="7"/>
                    <a:pt x="21" y="7"/>
                    <a:pt x="19" y="10"/>
                  </a:cubicBezTo>
                  <a:cubicBezTo>
                    <a:pt x="17" y="12"/>
                    <a:pt x="18" y="16"/>
                    <a:pt x="17" y="18"/>
                  </a:cubicBezTo>
                  <a:cubicBezTo>
                    <a:pt x="15" y="20"/>
                    <a:pt x="10" y="14"/>
                    <a:pt x="8" y="18"/>
                  </a:cubicBezTo>
                  <a:cubicBezTo>
                    <a:pt x="7" y="21"/>
                    <a:pt x="15" y="19"/>
                    <a:pt x="16" y="23"/>
                  </a:cubicBezTo>
                  <a:cubicBezTo>
                    <a:pt x="17" y="28"/>
                    <a:pt x="3" y="25"/>
                    <a:pt x="3" y="28"/>
                  </a:cubicBezTo>
                  <a:cubicBezTo>
                    <a:pt x="2" y="31"/>
                    <a:pt x="12" y="28"/>
                    <a:pt x="11" y="32"/>
                  </a:cubicBezTo>
                  <a:cubicBezTo>
                    <a:pt x="11" y="36"/>
                    <a:pt x="0" y="37"/>
                    <a:pt x="0" y="41"/>
                  </a:cubicBezTo>
                  <a:cubicBezTo>
                    <a:pt x="0" y="44"/>
                    <a:pt x="7" y="43"/>
                    <a:pt x="11" y="39"/>
                  </a:cubicBezTo>
                  <a:cubicBezTo>
                    <a:pt x="12" y="44"/>
                    <a:pt x="2" y="51"/>
                    <a:pt x="7" y="55"/>
                  </a:cubicBezTo>
                  <a:cubicBezTo>
                    <a:pt x="14" y="59"/>
                    <a:pt x="15" y="43"/>
                    <a:pt x="17" y="40"/>
                  </a:cubicBezTo>
                  <a:cubicBezTo>
                    <a:pt x="18" y="40"/>
                    <a:pt x="20" y="42"/>
                    <a:pt x="22" y="42"/>
                  </a:cubicBezTo>
                  <a:cubicBezTo>
                    <a:pt x="25" y="42"/>
                    <a:pt x="25" y="40"/>
                    <a:pt x="24" y="37"/>
                  </a:cubicBezTo>
                  <a:cubicBezTo>
                    <a:pt x="23" y="35"/>
                    <a:pt x="19" y="32"/>
                    <a:pt x="20" y="30"/>
                  </a:cubicBezTo>
                  <a:cubicBezTo>
                    <a:pt x="21" y="29"/>
                    <a:pt x="25" y="36"/>
                    <a:pt x="27" y="34"/>
                  </a:cubicBezTo>
                  <a:cubicBezTo>
                    <a:pt x="30" y="32"/>
                    <a:pt x="25" y="29"/>
                    <a:pt x="23" y="26"/>
                  </a:cubicBezTo>
                  <a:cubicBezTo>
                    <a:pt x="21" y="23"/>
                    <a:pt x="22" y="21"/>
                    <a:pt x="24" y="20"/>
                  </a:cubicBezTo>
                  <a:cubicBezTo>
                    <a:pt x="26" y="19"/>
                    <a:pt x="25" y="24"/>
                    <a:pt x="28" y="23"/>
                  </a:cubicBezTo>
                  <a:cubicBezTo>
                    <a:pt x="30" y="23"/>
                    <a:pt x="27" y="12"/>
                    <a:pt x="29" y="10"/>
                  </a:cubicBezTo>
                  <a:cubicBezTo>
                    <a:pt x="31" y="8"/>
                    <a:pt x="30" y="16"/>
                    <a:pt x="33" y="15"/>
                  </a:cubicBezTo>
                  <a:cubicBezTo>
                    <a:pt x="36" y="14"/>
                    <a:pt x="41" y="9"/>
                    <a:pt x="47" y="12"/>
                  </a:cubicBezTo>
                </a:path>
              </a:pathLst>
            </a:custGeom>
            <a:solidFill>
              <a:srgbClr val="F6F5F7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668" name="Freeform 307">
              <a:extLst>
                <a:ext uri="{FF2B5EF4-FFF2-40B4-BE49-F238E27FC236}">
                  <a16:creationId xmlns:a16="http://schemas.microsoft.com/office/drawing/2014/main" id="{169E5C68-3D5E-43B0-AD93-52B23B655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600"/>
              <a:ext cx="118" cy="157"/>
            </a:xfrm>
            <a:custGeom>
              <a:avLst/>
              <a:gdLst>
                <a:gd name="T0" fmla="*/ 600 w 47"/>
                <a:gd name="T1" fmla="*/ 0 h 59"/>
                <a:gd name="T2" fmla="*/ 304 w 47"/>
                <a:gd name="T3" fmla="*/ 192 h 59"/>
                <a:gd name="T4" fmla="*/ 271 w 47"/>
                <a:gd name="T5" fmla="*/ 341 h 59"/>
                <a:gd name="T6" fmla="*/ 126 w 47"/>
                <a:gd name="T7" fmla="*/ 341 h 59"/>
                <a:gd name="T8" fmla="*/ 251 w 47"/>
                <a:gd name="T9" fmla="*/ 431 h 59"/>
                <a:gd name="T10" fmla="*/ 50 w 47"/>
                <a:gd name="T11" fmla="*/ 532 h 59"/>
                <a:gd name="T12" fmla="*/ 176 w 47"/>
                <a:gd name="T13" fmla="*/ 601 h 59"/>
                <a:gd name="T14" fmla="*/ 0 w 47"/>
                <a:gd name="T15" fmla="*/ 772 h 59"/>
                <a:gd name="T16" fmla="*/ 176 w 47"/>
                <a:gd name="T17" fmla="*/ 737 h 59"/>
                <a:gd name="T18" fmla="*/ 113 w 47"/>
                <a:gd name="T19" fmla="*/ 1035 h 59"/>
                <a:gd name="T20" fmla="*/ 271 w 47"/>
                <a:gd name="T21" fmla="*/ 750 h 59"/>
                <a:gd name="T22" fmla="*/ 346 w 47"/>
                <a:gd name="T23" fmla="*/ 793 h 59"/>
                <a:gd name="T24" fmla="*/ 379 w 47"/>
                <a:gd name="T25" fmla="*/ 695 h 59"/>
                <a:gd name="T26" fmla="*/ 316 w 47"/>
                <a:gd name="T27" fmla="*/ 567 h 59"/>
                <a:gd name="T28" fmla="*/ 429 w 47"/>
                <a:gd name="T29" fmla="*/ 636 h 59"/>
                <a:gd name="T30" fmla="*/ 367 w 47"/>
                <a:gd name="T31" fmla="*/ 490 h 59"/>
                <a:gd name="T32" fmla="*/ 379 w 47"/>
                <a:gd name="T33" fmla="*/ 375 h 59"/>
                <a:gd name="T34" fmla="*/ 442 w 47"/>
                <a:gd name="T35" fmla="*/ 431 h 59"/>
                <a:gd name="T36" fmla="*/ 459 w 47"/>
                <a:gd name="T37" fmla="*/ 192 h 59"/>
                <a:gd name="T38" fmla="*/ 522 w 47"/>
                <a:gd name="T39" fmla="*/ 282 h 59"/>
                <a:gd name="T40" fmla="*/ 743 w 47"/>
                <a:gd name="T41" fmla="*/ 226 h 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" h="59">
                  <a:moveTo>
                    <a:pt x="38" y="0"/>
                  </a:moveTo>
                  <a:cubicBezTo>
                    <a:pt x="33" y="7"/>
                    <a:pt x="21" y="7"/>
                    <a:pt x="19" y="10"/>
                  </a:cubicBezTo>
                  <a:cubicBezTo>
                    <a:pt x="17" y="12"/>
                    <a:pt x="18" y="16"/>
                    <a:pt x="17" y="18"/>
                  </a:cubicBezTo>
                  <a:cubicBezTo>
                    <a:pt x="15" y="20"/>
                    <a:pt x="10" y="14"/>
                    <a:pt x="8" y="18"/>
                  </a:cubicBezTo>
                  <a:cubicBezTo>
                    <a:pt x="7" y="21"/>
                    <a:pt x="15" y="19"/>
                    <a:pt x="16" y="23"/>
                  </a:cubicBezTo>
                  <a:cubicBezTo>
                    <a:pt x="17" y="28"/>
                    <a:pt x="3" y="25"/>
                    <a:pt x="3" y="28"/>
                  </a:cubicBezTo>
                  <a:cubicBezTo>
                    <a:pt x="2" y="31"/>
                    <a:pt x="12" y="28"/>
                    <a:pt x="11" y="32"/>
                  </a:cubicBezTo>
                  <a:cubicBezTo>
                    <a:pt x="11" y="36"/>
                    <a:pt x="0" y="37"/>
                    <a:pt x="0" y="41"/>
                  </a:cubicBezTo>
                  <a:cubicBezTo>
                    <a:pt x="0" y="44"/>
                    <a:pt x="7" y="43"/>
                    <a:pt x="11" y="39"/>
                  </a:cubicBezTo>
                  <a:cubicBezTo>
                    <a:pt x="12" y="44"/>
                    <a:pt x="2" y="51"/>
                    <a:pt x="7" y="55"/>
                  </a:cubicBezTo>
                  <a:cubicBezTo>
                    <a:pt x="14" y="59"/>
                    <a:pt x="15" y="43"/>
                    <a:pt x="17" y="40"/>
                  </a:cubicBezTo>
                  <a:cubicBezTo>
                    <a:pt x="18" y="40"/>
                    <a:pt x="20" y="42"/>
                    <a:pt x="22" y="42"/>
                  </a:cubicBezTo>
                  <a:cubicBezTo>
                    <a:pt x="25" y="42"/>
                    <a:pt x="25" y="40"/>
                    <a:pt x="24" y="37"/>
                  </a:cubicBezTo>
                  <a:cubicBezTo>
                    <a:pt x="23" y="35"/>
                    <a:pt x="19" y="32"/>
                    <a:pt x="20" y="30"/>
                  </a:cubicBezTo>
                  <a:cubicBezTo>
                    <a:pt x="21" y="29"/>
                    <a:pt x="25" y="36"/>
                    <a:pt x="27" y="34"/>
                  </a:cubicBezTo>
                  <a:cubicBezTo>
                    <a:pt x="30" y="32"/>
                    <a:pt x="25" y="29"/>
                    <a:pt x="23" y="26"/>
                  </a:cubicBezTo>
                  <a:cubicBezTo>
                    <a:pt x="21" y="23"/>
                    <a:pt x="22" y="21"/>
                    <a:pt x="24" y="20"/>
                  </a:cubicBezTo>
                  <a:cubicBezTo>
                    <a:pt x="26" y="19"/>
                    <a:pt x="25" y="24"/>
                    <a:pt x="28" y="23"/>
                  </a:cubicBezTo>
                  <a:cubicBezTo>
                    <a:pt x="30" y="23"/>
                    <a:pt x="27" y="12"/>
                    <a:pt x="29" y="10"/>
                  </a:cubicBezTo>
                  <a:cubicBezTo>
                    <a:pt x="31" y="8"/>
                    <a:pt x="30" y="16"/>
                    <a:pt x="33" y="15"/>
                  </a:cubicBezTo>
                  <a:cubicBezTo>
                    <a:pt x="36" y="14"/>
                    <a:pt x="41" y="9"/>
                    <a:pt x="47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9" name="Line 308">
              <a:extLst>
                <a:ext uri="{FF2B5EF4-FFF2-40B4-BE49-F238E27FC236}">
                  <a16:creationId xmlns:a16="http://schemas.microsoft.com/office/drawing/2014/main" id="{0803FD94-D468-4811-ADC4-8960954738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" y="2659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0" name="Freeform 309">
              <a:extLst>
                <a:ext uri="{FF2B5EF4-FFF2-40B4-BE49-F238E27FC236}">
                  <a16:creationId xmlns:a16="http://schemas.microsoft.com/office/drawing/2014/main" id="{E71D1019-468B-4C97-8552-594A82992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1541"/>
              <a:ext cx="685" cy="1115"/>
            </a:xfrm>
            <a:custGeom>
              <a:avLst/>
              <a:gdLst>
                <a:gd name="T0" fmla="*/ 2145 w 274"/>
                <a:gd name="T1" fmla="*/ 6965 h 418"/>
                <a:gd name="T2" fmla="*/ 3708 w 274"/>
                <a:gd name="T3" fmla="*/ 7856 h 418"/>
                <a:gd name="T4" fmla="*/ 3908 w 274"/>
                <a:gd name="T5" fmla="*/ 7842 h 418"/>
                <a:gd name="T6" fmla="*/ 4158 w 274"/>
                <a:gd name="T7" fmla="*/ 7672 h 418"/>
                <a:gd name="T8" fmla="*/ 4113 w 274"/>
                <a:gd name="T9" fmla="*/ 7173 h 418"/>
                <a:gd name="T10" fmla="*/ 3583 w 274"/>
                <a:gd name="T11" fmla="*/ 6909 h 418"/>
                <a:gd name="T12" fmla="*/ 2283 w 274"/>
                <a:gd name="T13" fmla="*/ 4916 h 418"/>
                <a:gd name="T14" fmla="*/ 2550 w 274"/>
                <a:gd name="T15" fmla="*/ 3814 h 418"/>
                <a:gd name="T16" fmla="*/ 2595 w 274"/>
                <a:gd name="T17" fmla="*/ 2710 h 418"/>
                <a:gd name="T18" fmla="*/ 2708 w 274"/>
                <a:gd name="T19" fmla="*/ 1387 h 418"/>
                <a:gd name="T20" fmla="*/ 3470 w 274"/>
                <a:gd name="T21" fmla="*/ 819 h 418"/>
                <a:gd name="T22" fmla="*/ 3688 w 274"/>
                <a:gd name="T23" fmla="*/ 205 h 418"/>
                <a:gd name="T24" fmla="*/ 2958 w 274"/>
                <a:gd name="T25" fmla="*/ 662 h 418"/>
                <a:gd name="T26" fmla="*/ 2208 w 274"/>
                <a:gd name="T27" fmla="*/ 1766 h 418"/>
                <a:gd name="T28" fmla="*/ 2208 w 274"/>
                <a:gd name="T29" fmla="*/ 2790 h 418"/>
                <a:gd name="T30" fmla="*/ 2313 w 274"/>
                <a:gd name="T31" fmla="*/ 3380 h 418"/>
                <a:gd name="T32" fmla="*/ 2145 w 274"/>
                <a:gd name="T33" fmla="*/ 3529 h 418"/>
                <a:gd name="T34" fmla="*/ 1958 w 274"/>
                <a:gd name="T35" fmla="*/ 3380 h 418"/>
                <a:gd name="T36" fmla="*/ 2063 w 274"/>
                <a:gd name="T37" fmla="*/ 2790 h 418"/>
                <a:gd name="T38" fmla="*/ 2063 w 274"/>
                <a:gd name="T39" fmla="*/ 1766 h 418"/>
                <a:gd name="T40" fmla="*/ 1333 w 274"/>
                <a:gd name="T41" fmla="*/ 662 h 418"/>
                <a:gd name="T42" fmla="*/ 595 w 274"/>
                <a:gd name="T43" fmla="*/ 205 h 418"/>
                <a:gd name="T44" fmla="*/ 813 w 274"/>
                <a:gd name="T45" fmla="*/ 819 h 418"/>
                <a:gd name="T46" fmla="*/ 1583 w 274"/>
                <a:gd name="T47" fmla="*/ 1387 h 418"/>
                <a:gd name="T48" fmla="*/ 1688 w 274"/>
                <a:gd name="T49" fmla="*/ 2710 h 418"/>
                <a:gd name="T50" fmla="*/ 1720 w 274"/>
                <a:gd name="T51" fmla="*/ 3814 h 418"/>
                <a:gd name="T52" fmla="*/ 2000 w 274"/>
                <a:gd name="T53" fmla="*/ 4916 h 418"/>
                <a:gd name="T54" fmla="*/ 708 w 274"/>
                <a:gd name="T55" fmla="*/ 6909 h 418"/>
                <a:gd name="T56" fmla="*/ 175 w 274"/>
                <a:gd name="T57" fmla="*/ 7173 h 418"/>
                <a:gd name="T58" fmla="*/ 125 w 274"/>
                <a:gd name="T59" fmla="*/ 7672 h 418"/>
                <a:gd name="T60" fmla="*/ 375 w 274"/>
                <a:gd name="T61" fmla="*/ 7842 h 418"/>
                <a:gd name="T62" fmla="*/ 583 w 274"/>
                <a:gd name="T63" fmla="*/ 7856 h 418"/>
                <a:gd name="T64" fmla="*/ 2145 w 274"/>
                <a:gd name="T65" fmla="*/ 6965 h 41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4" h="418">
                  <a:moveTo>
                    <a:pt x="137" y="367"/>
                  </a:moveTo>
                  <a:cubicBezTo>
                    <a:pt x="187" y="367"/>
                    <a:pt x="222" y="402"/>
                    <a:pt x="237" y="414"/>
                  </a:cubicBezTo>
                  <a:cubicBezTo>
                    <a:pt x="242" y="418"/>
                    <a:pt x="248" y="415"/>
                    <a:pt x="250" y="413"/>
                  </a:cubicBezTo>
                  <a:cubicBezTo>
                    <a:pt x="254" y="409"/>
                    <a:pt x="260" y="406"/>
                    <a:pt x="266" y="404"/>
                  </a:cubicBezTo>
                  <a:cubicBezTo>
                    <a:pt x="274" y="401"/>
                    <a:pt x="259" y="387"/>
                    <a:pt x="263" y="378"/>
                  </a:cubicBezTo>
                  <a:cubicBezTo>
                    <a:pt x="265" y="372"/>
                    <a:pt x="249" y="368"/>
                    <a:pt x="229" y="364"/>
                  </a:cubicBezTo>
                  <a:cubicBezTo>
                    <a:pt x="166" y="351"/>
                    <a:pt x="146" y="281"/>
                    <a:pt x="146" y="259"/>
                  </a:cubicBezTo>
                  <a:cubicBezTo>
                    <a:pt x="146" y="234"/>
                    <a:pt x="160" y="222"/>
                    <a:pt x="163" y="201"/>
                  </a:cubicBezTo>
                  <a:cubicBezTo>
                    <a:pt x="169" y="173"/>
                    <a:pt x="168" y="163"/>
                    <a:pt x="166" y="143"/>
                  </a:cubicBezTo>
                  <a:cubicBezTo>
                    <a:pt x="163" y="122"/>
                    <a:pt x="161" y="85"/>
                    <a:pt x="173" y="73"/>
                  </a:cubicBezTo>
                  <a:cubicBezTo>
                    <a:pt x="185" y="60"/>
                    <a:pt x="204" y="62"/>
                    <a:pt x="222" y="43"/>
                  </a:cubicBezTo>
                  <a:cubicBezTo>
                    <a:pt x="234" y="31"/>
                    <a:pt x="245" y="17"/>
                    <a:pt x="236" y="11"/>
                  </a:cubicBezTo>
                  <a:cubicBezTo>
                    <a:pt x="224" y="0"/>
                    <a:pt x="203" y="30"/>
                    <a:pt x="189" y="35"/>
                  </a:cubicBezTo>
                  <a:cubicBezTo>
                    <a:pt x="166" y="43"/>
                    <a:pt x="141" y="63"/>
                    <a:pt x="141" y="93"/>
                  </a:cubicBezTo>
                  <a:cubicBezTo>
                    <a:pt x="141" y="123"/>
                    <a:pt x="141" y="136"/>
                    <a:pt x="141" y="147"/>
                  </a:cubicBezTo>
                  <a:cubicBezTo>
                    <a:pt x="141" y="159"/>
                    <a:pt x="149" y="167"/>
                    <a:pt x="148" y="178"/>
                  </a:cubicBezTo>
                  <a:cubicBezTo>
                    <a:pt x="147" y="190"/>
                    <a:pt x="139" y="193"/>
                    <a:pt x="137" y="186"/>
                  </a:cubicBezTo>
                  <a:cubicBezTo>
                    <a:pt x="135" y="193"/>
                    <a:pt x="127" y="190"/>
                    <a:pt x="125" y="178"/>
                  </a:cubicBezTo>
                  <a:cubicBezTo>
                    <a:pt x="124" y="167"/>
                    <a:pt x="132" y="159"/>
                    <a:pt x="132" y="147"/>
                  </a:cubicBezTo>
                  <a:cubicBezTo>
                    <a:pt x="132" y="136"/>
                    <a:pt x="132" y="123"/>
                    <a:pt x="132" y="93"/>
                  </a:cubicBezTo>
                  <a:cubicBezTo>
                    <a:pt x="132" y="63"/>
                    <a:pt x="107" y="43"/>
                    <a:pt x="85" y="35"/>
                  </a:cubicBezTo>
                  <a:cubicBezTo>
                    <a:pt x="71" y="30"/>
                    <a:pt x="49" y="0"/>
                    <a:pt x="38" y="11"/>
                  </a:cubicBezTo>
                  <a:cubicBezTo>
                    <a:pt x="28" y="17"/>
                    <a:pt x="39" y="31"/>
                    <a:pt x="52" y="43"/>
                  </a:cubicBezTo>
                  <a:cubicBezTo>
                    <a:pt x="70" y="62"/>
                    <a:pt x="89" y="60"/>
                    <a:pt x="101" y="73"/>
                  </a:cubicBezTo>
                  <a:cubicBezTo>
                    <a:pt x="112" y="85"/>
                    <a:pt x="110" y="122"/>
                    <a:pt x="108" y="143"/>
                  </a:cubicBezTo>
                  <a:cubicBezTo>
                    <a:pt x="106" y="163"/>
                    <a:pt x="105" y="173"/>
                    <a:pt x="110" y="201"/>
                  </a:cubicBezTo>
                  <a:cubicBezTo>
                    <a:pt x="113" y="222"/>
                    <a:pt x="128" y="234"/>
                    <a:pt x="128" y="259"/>
                  </a:cubicBezTo>
                  <a:cubicBezTo>
                    <a:pt x="128" y="281"/>
                    <a:pt x="107" y="351"/>
                    <a:pt x="45" y="364"/>
                  </a:cubicBezTo>
                  <a:cubicBezTo>
                    <a:pt x="25" y="368"/>
                    <a:pt x="9" y="372"/>
                    <a:pt x="11" y="378"/>
                  </a:cubicBezTo>
                  <a:cubicBezTo>
                    <a:pt x="15" y="387"/>
                    <a:pt x="0" y="401"/>
                    <a:pt x="8" y="404"/>
                  </a:cubicBezTo>
                  <a:cubicBezTo>
                    <a:pt x="14" y="406"/>
                    <a:pt x="19" y="409"/>
                    <a:pt x="24" y="413"/>
                  </a:cubicBezTo>
                  <a:cubicBezTo>
                    <a:pt x="25" y="415"/>
                    <a:pt x="32" y="418"/>
                    <a:pt x="37" y="414"/>
                  </a:cubicBezTo>
                  <a:cubicBezTo>
                    <a:pt x="52" y="402"/>
                    <a:pt x="87" y="367"/>
                    <a:pt x="137" y="36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1" name="Freeform 310">
              <a:extLst>
                <a:ext uri="{FF2B5EF4-FFF2-40B4-BE49-F238E27FC236}">
                  <a16:creationId xmlns:a16="http://schemas.microsoft.com/office/drawing/2014/main" id="{6ABFEB70-E8B0-4374-BBEC-99633A204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533"/>
              <a:ext cx="192" cy="299"/>
            </a:xfrm>
            <a:custGeom>
              <a:avLst/>
              <a:gdLst>
                <a:gd name="T0" fmla="*/ 312 w 77"/>
                <a:gd name="T1" fmla="*/ 115 h 112"/>
                <a:gd name="T2" fmla="*/ 374 w 77"/>
                <a:gd name="T3" fmla="*/ 491 h 112"/>
                <a:gd name="T4" fmla="*/ 199 w 77"/>
                <a:gd name="T5" fmla="*/ 705 h 112"/>
                <a:gd name="T6" fmla="*/ 12 w 77"/>
                <a:gd name="T7" fmla="*/ 876 h 112"/>
                <a:gd name="T8" fmla="*/ 30 w 77"/>
                <a:gd name="T9" fmla="*/ 990 h 112"/>
                <a:gd name="T10" fmla="*/ 716 w 77"/>
                <a:gd name="T11" fmla="*/ 1823 h 112"/>
                <a:gd name="T12" fmla="*/ 1100 w 77"/>
                <a:gd name="T13" fmla="*/ 1183 h 112"/>
                <a:gd name="T14" fmla="*/ 312 w 77"/>
                <a:gd name="T15" fmla="*/ 115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112">
                  <a:moveTo>
                    <a:pt x="20" y="6"/>
                  </a:moveTo>
                  <a:cubicBezTo>
                    <a:pt x="16" y="8"/>
                    <a:pt x="18" y="20"/>
                    <a:pt x="24" y="26"/>
                  </a:cubicBezTo>
                  <a:cubicBezTo>
                    <a:pt x="29" y="33"/>
                    <a:pt x="24" y="33"/>
                    <a:pt x="13" y="37"/>
                  </a:cubicBezTo>
                  <a:cubicBezTo>
                    <a:pt x="6" y="39"/>
                    <a:pt x="3" y="43"/>
                    <a:pt x="1" y="46"/>
                  </a:cubicBezTo>
                  <a:cubicBezTo>
                    <a:pt x="0" y="48"/>
                    <a:pt x="0" y="51"/>
                    <a:pt x="2" y="52"/>
                  </a:cubicBezTo>
                  <a:cubicBezTo>
                    <a:pt x="15" y="59"/>
                    <a:pt x="39" y="82"/>
                    <a:pt x="46" y="96"/>
                  </a:cubicBezTo>
                  <a:cubicBezTo>
                    <a:pt x="54" y="112"/>
                    <a:pt x="77" y="93"/>
                    <a:pt x="71" y="62"/>
                  </a:cubicBezTo>
                  <a:cubicBezTo>
                    <a:pt x="66" y="32"/>
                    <a:pt x="30" y="0"/>
                    <a:pt x="20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2" name="Freeform 311">
              <a:extLst>
                <a:ext uri="{FF2B5EF4-FFF2-40B4-BE49-F238E27FC236}">
                  <a16:creationId xmlns:a16="http://schemas.microsoft.com/office/drawing/2014/main" id="{12C66278-0846-414A-A9A5-EE5DFC5CD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600"/>
              <a:ext cx="120" cy="157"/>
            </a:xfrm>
            <a:custGeom>
              <a:avLst/>
              <a:gdLst>
                <a:gd name="T0" fmla="*/ 158 w 48"/>
                <a:gd name="T1" fmla="*/ 0 h 59"/>
                <a:gd name="T2" fmla="*/ 458 w 48"/>
                <a:gd name="T3" fmla="*/ 192 h 59"/>
                <a:gd name="T4" fmla="*/ 488 w 48"/>
                <a:gd name="T5" fmla="*/ 341 h 59"/>
                <a:gd name="T6" fmla="*/ 613 w 48"/>
                <a:gd name="T7" fmla="*/ 341 h 59"/>
                <a:gd name="T8" fmla="*/ 500 w 48"/>
                <a:gd name="T9" fmla="*/ 431 h 59"/>
                <a:gd name="T10" fmla="*/ 708 w 48"/>
                <a:gd name="T11" fmla="*/ 532 h 59"/>
                <a:gd name="T12" fmla="*/ 563 w 48"/>
                <a:gd name="T13" fmla="*/ 601 h 59"/>
                <a:gd name="T14" fmla="*/ 750 w 48"/>
                <a:gd name="T15" fmla="*/ 772 h 59"/>
                <a:gd name="T16" fmla="*/ 583 w 48"/>
                <a:gd name="T17" fmla="*/ 737 h 59"/>
                <a:gd name="T18" fmla="*/ 625 w 48"/>
                <a:gd name="T19" fmla="*/ 1035 h 59"/>
                <a:gd name="T20" fmla="*/ 488 w 48"/>
                <a:gd name="T21" fmla="*/ 750 h 59"/>
                <a:gd name="T22" fmla="*/ 395 w 48"/>
                <a:gd name="T23" fmla="*/ 793 h 59"/>
                <a:gd name="T24" fmla="*/ 375 w 48"/>
                <a:gd name="T25" fmla="*/ 695 h 59"/>
                <a:gd name="T26" fmla="*/ 438 w 48"/>
                <a:gd name="T27" fmla="*/ 567 h 59"/>
                <a:gd name="T28" fmla="*/ 313 w 48"/>
                <a:gd name="T29" fmla="*/ 636 h 59"/>
                <a:gd name="T30" fmla="*/ 395 w 48"/>
                <a:gd name="T31" fmla="*/ 490 h 59"/>
                <a:gd name="T32" fmla="*/ 375 w 48"/>
                <a:gd name="T33" fmla="*/ 375 h 59"/>
                <a:gd name="T34" fmla="*/ 313 w 48"/>
                <a:gd name="T35" fmla="*/ 431 h 59"/>
                <a:gd name="T36" fmla="*/ 300 w 48"/>
                <a:gd name="T37" fmla="*/ 192 h 59"/>
                <a:gd name="T38" fmla="*/ 220 w 48"/>
                <a:gd name="T39" fmla="*/ 282 h 59"/>
                <a:gd name="T40" fmla="*/ 0 w 48"/>
                <a:gd name="T41" fmla="*/ 226 h 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8" h="59">
                  <a:moveTo>
                    <a:pt x="10" y="0"/>
                  </a:moveTo>
                  <a:cubicBezTo>
                    <a:pt x="15" y="7"/>
                    <a:pt x="27" y="7"/>
                    <a:pt x="29" y="10"/>
                  </a:cubicBezTo>
                  <a:cubicBezTo>
                    <a:pt x="31" y="12"/>
                    <a:pt x="29" y="16"/>
                    <a:pt x="31" y="18"/>
                  </a:cubicBezTo>
                  <a:cubicBezTo>
                    <a:pt x="33" y="20"/>
                    <a:pt x="38" y="14"/>
                    <a:pt x="39" y="18"/>
                  </a:cubicBezTo>
                  <a:cubicBezTo>
                    <a:pt x="41" y="21"/>
                    <a:pt x="33" y="19"/>
                    <a:pt x="32" y="23"/>
                  </a:cubicBezTo>
                  <a:cubicBezTo>
                    <a:pt x="30" y="28"/>
                    <a:pt x="44" y="25"/>
                    <a:pt x="45" y="28"/>
                  </a:cubicBezTo>
                  <a:cubicBezTo>
                    <a:pt x="46" y="31"/>
                    <a:pt x="36" y="28"/>
                    <a:pt x="36" y="32"/>
                  </a:cubicBezTo>
                  <a:cubicBezTo>
                    <a:pt x="37" y="36"/>
                    <a:pt x="48" y="37"/>
                    <a:pt x="48" y="41"/>
                  </a:cubicBezTo>
                  <a:cubicBezTo>
                    <a:pt x="48" y="44"/>
                    <a:pt x="41" y="43"/>
                    <a:pt x="37" y="39"/>
                  </a:cubicBezTo>
                  <a:cubicBezTo>
                    <a:pt x="36" y="44"/>
                    <a:pt x="45" y="51"/>
                    <a:pt x="40" y="55"/>
                  </a:cubicBezTo>
                  <a:cubicBezTo>
                    <a:pt x="34" y="59"/>
                    <a:pt x="32" y="43"/>
                    <a:pt x="31" y="40"/>
                  </a:cubicBezTo>
                  <a:cubicBezTo>
                    <a:pt x="30" y="40"/>
                    <a:pt x="28" y="42"/>
                    <a:pt x="25" y="42"/>
                  </a:cubicBezTo>
                  <a:cubicBezTo>
                    <a:pt x="23" y="42"/>
                    <a:pt x="23" y="40"/>
                    <a:pt x="24" y="37"/>
                  </a:cubicBezTo>
                  <a:cubicBezTo>
                    <a:pt x="25" y="35"/>
                    <a:pt x="29" y="32"/>
                    <a:pt x="28" y="30"/>
                  </a:cubicBezTo>
                  <a:cubicBezTo>
                    <a:pt x="27" y="29"/>
                    <a:pt x="23" y="36"/>
                    <a:pt x="20" y="34"/>
                  </a:cubicBezTo>
                  <a:cubicBezTo>
                    <a:pt x="18" y="32"/>
                    <a:pt x="23" y="29"/>
                    <a:pt x="25" y="26"/>
                  </a:cubicBezTo>
                  <a:cubicBezTo>
                    <a:pt x="27" y="23"/>
                    <a:pt x="26" y="21"/>
                    <a:pt x="24" y="20"/>
                  </a:cubicBezTo>
                  <a:cubicBezTo>
                    <a:pt x="21" y="19"/>
                    <a:pt x="22" y="24"/>
                    <a:pt x="20" y="23"/>
                  </a:cubicBezTo>
                  <a:cubicBezTo>
                    <a:pt x="18" y="23"/>
                    <a:pt x="21" y="12"/>
                    <a:pt x="19" y="10"/>
                  </a:cubicBezTo>
                  <a:cubicBezTo>
                    <a:pt x="16" y="8"/>
                    <a:pt x="17" y="16"/>
                    <a:pt x="14" y="15"/>
                  </a:cubicBezTo>
                  <a:cubicBezTo>
                    <a:pt x="11" y="14"/>
                    <a:pt x="6" y="9"/>
                    <a:pt x="0" y="12"/>
                  </a:cubicBezTo>
                </a:path>
              </a:pathLst>
            </a:custGeom>
            <a:solidFill>
              <a:srgbClr val="F6F5F7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673" name="Freeform 312">
              <a:extLst>
                <a:ext uri="{FF2B5EF4-FFF2-40B4-BE49-F238E27FC236}">
                  <a16:creationId xmlns:a16="http://schemas.microsoft.com/office/drawing/2014/main" id="{E1E5292B-21EF-45BB-9B91-E8311CB38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600"/>
              <a:ext cx="120" cy="157"/>
            </a:xfrm>
            <a:custGeom>
              <a:avLst/>
              <a:gdLst>
                <a:gd name="T0" fmla="*/ 158 w 48"/>
                <a:gd name="T1" fmla="*/ 0 h 59"/>
                <a:gd name="T2" fmla="*/ 458 w 48"/>
                <a:gd name="T3" fmla="*/ 192 h 59"/>
                <a:gd name="T4" fmla="*/ 488 w 48"/>
                <a:gd name="T5" fmla="*/ 341 h 59"/>
                <a:gd name="T6" fmla="*/ 613 w 48"/>
                <a:gd name="T7" fmla="*/ 341 h 59"/>
                <a:gd name="T8" fmla="*/ 500 w 48"/>
                <a:gd name="T9" fmla="*/ 431 h 59"/>
                <a:gd name="T10" fmla="*/ 708 w 48"/>
                <a:gd name="T11" fmla="*/ 532 h 59"/>
                <a:gd name="T12" fmla="*/ 563 w 48"/>
                <a:gd name="T13" fmla="*/ 601 h 59"/>
                <a:gd name="T14" fmla="*/ 750 w 48"/>
                <a:gd name="T15" fmla="*/ 772 h 59"/>
                <a:gd name="T16" fmla="*/ 583 w 48"/>
                <a:gd name="T17" fmla="*/ 737 h 59"/>
                <a:gd name="T18" fmla="*/ 625 w 48"/>
                <a:gd name="T19" fmla="*/ 1035 h 59"/>
                <a:gd name="T20" fmla="*/ 488 w 48"/>
                <a:gd name="T21" fmla="*/ 750 h 59"/>
                <a:gd name="T22" fmla="*/ 395 w 48"/>
                <a:gd name="T23" fmla="*/ 793 h 59"/>
                <a:gd name="T24" fmla="*/ 375 w 48"/>
                <a:gd name="T25" fmla="*/ 695 h 59"/>
                <a:gd name="T26" fmla="*/ 438 w 48"/>
                <a:gd name="T27" fmla="*/ 567 h 59"/>
                <a:gd name="T28" fmla="*/ 313 w 48"/>
                <a:gd name="T29" fmla="*/ 636 h 59"/>
                <a:gd name="T30" fmla="*/ 395 w 48"/>
                <a:gd name="T31" fmla="*/ 490 h 59"/>
                <a:gd name="T32" fmla="*/ 375 w 48"/>
                <a:gd name="T33" fmla="*/ 375 h 59"/>
                <a:gd name="T34" fmla="*/ 313 w 48"/>
                <a:gd name="T35" fmla="*/ 431 h 59"/>
                <a:gd name="T36" fmla="*/ 300 w 48"/>
                <a:gd name="T37" fmla="*/ 192 h 59"/>
                <a:gd name="T38" fmla="*/ 220 w 48"/>
                <a:gd name="T39" fmla="*/ 282 h 59"/>
                <a:gd name="T40" fmla="*/ 0 w 48"/>
                <a:gd name="T41" fmla="*/ 226 h 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8" h="59">
                  <a:moveTo>
                    <a:pt x="10" y="0"/>
                  </a:moveTo>
                  <a:cubicBezTo>
                    <a:pt x="15" y="7"/>
                    <a:pt x="27" y="7"/>
                    <a:pt x="29" y="10"/>
                  </a:cubicBezTo>
                  <a:cubicBezTo>
                    <a:pt x="31" y="12"/>
                    <a:pt x="29" y="16"/>
                    <a:pt x="31" y="18"/>
                  </a:cubicBezTo>
                  <a:cubicBezTo>
                    <a:pt x="33" y="20"/>
                    <a:pt x="38" y="14"/>
                    <a:pt x="39" y="18"/>
                  </a:cubicBezTo>
                  <a:cubicBezTo>
                    <a:pt x="41" y="21"/>
                    <a:pt x="33" y="19"/>
                    <a:pt x="32" y="23"/>
                  </a:cubicBezTo>
                  <a:cubicBezTo>
                    <a:pt x="30" y="28"/>
                    <a:pt x="44" y="25"/>
                    <a:pt x="45" y="28"/>
                  </a:cubicBezTo>
                  <a:cubicBezTo>
                    <a:pt x="46" y="31"/>
                    <a:pt x="36" y="28"/>
                    <a:pt x="36" y="32"/>
                  </a:cubicBezTo>
                  <a:cubicBezTo>
                    <a:pt x="37" y="36"/>
                    <a:pt x="48" y="37"/>
                    <a:pt x="48" y="41"/>
                  </a:cubicBezTo>
                  <a:cubicBezTo>
                    <a:pt x="48" y="44"/>
                    <a:pt x="41" y="43"/>
                    <a:pt x="37" y="39"/>
                  </a:cubicBezTo>
                  <a:cubicBezTo>
                    <a:pt x="36" y="44"/>
                    <a:pt x="45" y="51"/>
                    <a:pt x="40" y="55"/>
                  </a:cubicBezTo>
                  <a:cubicBezTo>
                    <a:pt x="34" y="59"/>
                    <a:pt x="32" y="43"/>
                    <a:pt x="31" y="40"/>
                  </a:cubicBezTo>
                  <a:cubicBezTo>
                    <a:pt x="30" y="40"/>
                    <a:pt x="28" y="42"/>
                    <a:pt x="25" y="42"/>
                  </a:cubicBezTo>
                  <a:cubicBezTo>
                    <a:pt x="23" y="42"/>
                    <a:pt x="23" y="40"/>
                    <a:pt x="24" y="37"/>
                  </a:cubicBezTo>
                  <a:cubicBezTo>
                    <a:pt x="25" y="35"/>
                    <a:pt x="29" y="32"/>
                    <a:pt x="28" y="30"/>
                  </a:cubicBezTo>
                  <a:cubicBezTo>
                    <a:pt x="27" y="29"/>
                    <a:pt x="23" y="36"/>
                    <a:pt x="20" y="34"/>
                  </a:cubicBezTo>
                  <a:cubicBezTo>
                    <a:pt x="18" y="32"/>
                    <a:pt x="23" y="29"/>
                    <a:pt x="25" y="26"/>
                  </a:cubicBezTo>
                  <a:cubicBezTo>
                    <a:pt x="27" y="23"/>
                    <a:pt x="26" y="21"/>
                    <a:pt x="24" y="20"/>
                  </a:cubicBezTo>
                  <a:cubicBezTo>
                    <a:pt x="21" y="19"/>
                    <a:pt x="22" y="24"/>
                    <a:pt x="20" y="23"/>
                  </a:cubicBezTo>
                  <a:cubicBezTo>
                    <a:pt x="18" y="23"/>
                    <a:pt x="21" y="12"/>
                    <a:pt x="19" y="10"/>
                  </a:cubicBezTo>
                  <a:cubicBezTo>
                    <a:pt x="16" y="8"/>
                    <a:pt x="17" y="16"/>
                    <a:pt x="14" y="15"/>
                  </a:cubicBezTo>
                  <a:cubicBezTo>
                    <a:pt x="11" y="14"/>
                    <a:pt x="6" y="9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4" name="Freeform 313">
              <a:extLst>
                <a:ext uri="{FF2B5EF4-FFF2-40B4-BE49-F238E27FC236}">
                  <a16:creationId xmlns:a16="http://schemas.microsoft.com/office/drawing/2014/main" id="{AB08ECBC-5D36-4918-89A6-5221584BA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285"/>
              <a:ext cx="112" cy="235"/>
            </a:xfrm>
            <a:custGeom>
              <a:avLst/>
              <a:gdLst>
                <a:gd name="T0" fmla="*/ 528 w 45"/>
                <a:gd name="T1" fmla="*/ 1391 h 88"/>
                <a:gd name="T2" fmla="*/ 433 w 45"/>
                <a:gd name="T3" fmla="*/ 1183 h 88"/>
                <a:gd name="T4" fmla="*/ 650 w 45"/>
                <a:gd name="T5" fmla="*/ 841 h 88"/>
                <a:gd name="T6" fmla="*/ 600 w 45"/>
                <a:gd name="T7" fmla="*/ 248 h 88"/>
                <a:gd name="T8" fmla="*/ 540 w 45"/>
                <a:gd name="T9" fmla="*/ 0 h 88"/>
                <a:gd name="T10" fmla="*/ 508 w 45"/>
                <a:gd name="T11" fmla="*/ 798 h 88"/>
                <a:gd name="T12" fmla="*/ 371 w 45"/>
                <a:gd name="T13" fmla="*/ 1049 h 88"/>
                <a:gd name="T14" fmla="*/ 341 w 45"/>
                <a:gd name="T15" fmla="*/ 1049 h 88"/>
                <a:gd name="T16" fmla="*/ 187 w 45"/>
                <a:gd name="T17" fmla="*/ 798 h 88"/>
                <a:gd name="T18" fmla="*/ 167 w 45"/>
                <a:gd name="T19" fmla="*/ 0 h 88"/>
                <a:gd name="T20" fmla="*/ 105 w 45"/>
                <a:gd name="T21" fmla="*/ 248 h 88"/>
                <a:gd name="T22" fmla="*/ 42 w 45"/>
                <a:gd name="T23" fmla="*/ 841 h 88"/>
                <a:gd name="T24" fmla="*/ 261 w 45"/>
                <a:gd name="T25" fmla="*/ 1183 h 88"/>
                <a:gd name="T26" fmla="*/ 187 w 45"/>
                <a:gd name="T27" fmla="*/ 1413 h 88"/>
                <a:gd name="T28" fmla="*/ 353 w 45"/>
                <a:gd name="T29" fmla="*/ 1677 h 88"/>
                <a:gd name="T30" fmla="*/ 528 w 45"/>
                <a:gd name="T31" fmla="*/ 1391 h 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" h="88">
                  <a:moveTo>
                    <a:pt x="34" y="73"/>
                  </a:moveTo>
                  <a:cubicBezTo>
                    <a:pt x="33" y="68"/>
                    <a:pt x="28" y="64"/>
                    <a:pt x="28" y="62"/>
                  </a:cubicBezTo>
                  <a:cubicBezTo>
                    <a:pt x="28" y="57"/>
                    <a:pt x="37" y="55"/>
                    <a:pt x="42" y="44"/>
                  </a:cubicBezTo>
                  <a:cubicBezTo>
                    <a:pt x="45" y="38"/>
                    <a:pt x="45" y="32"/>
                    <a:pt x="39" y="13"/>
                  </a:cubicBezTo>
                  <a:cubicBezTo>
                    <a:pt x="37" y="8"/>
                    <a:pt x="36" y="4"/>
                    <a:pt x="35" y="0"/>
                  </a:cubicBezTo>
                  <a:cubicBezTo>
                    <a:pt x="38" y="14"/>
                    <a:pt x="43" y="35"/>
                    <a:pt x="33" y="42"/>
                  </a:cubicBezTo>
                  <a:cubicBezTo>
                    <a:pt x="28" y="46"/>
                    <a:pt x="25" y="50"/>
                    <a:pt x="24" y="55"/>
                  </a:cubicBezTo>
                  <a:cubicBezTo>
                    <a:pt x="23" y="57"/>
                    <a:pt x="23" y="57"/>
                    <a:pt x="22" y="55"/>
                  </a:cubicBezTo>
                  <a:cubicBezTo>
                    <a:pt x="21" y="50"/>
                    <a:pt x="18" y="46"/>
                    <a:pt x="12" y="42"/>
                  </a:cubicBezTo>
                  <a:cubicBezTo>
                    <a:pt x="3" y="35"/>
                    <a:pt x="8" y="14"/>
                    <a:pt x="11" y="0"/>
                  </a:cubicBezTo>
                  <a:cubicBezTo>
                    <a:pt x="10" y="4"/>
                    <a:pt x="8" y="8"/>
                    <a:pt x="7" y="13"/>
                  </a:cubicBezTo>
                  <a:cubicBezTo>
                    <a:pt x="0" y="32"/>
                    <a:pt x="1" y="38"/>
                    <a:pt x="3" y="44"/>
                  </a:cubicBezTo>
                  <a:cubicBezTo>
                    <a:pt x="8" y="55"/>
                    <a:pt x="17" y="57"/>
                    <a:pt x="17" y="62"/>
                  </a:cubicBezTo>
                  <a:cubicBezTo>
                    <a:pt x="17" y="65"/>
                    <a:pt x="13" y="68"/>
                    <a:pt x="12" y="74"/>
                  </a:cubicBezTo>
                  <a:cubicBezTo>
                    <a:pt x="11" y="80"/>
                    <a:pt x="13" y="88"/>
                    <a:pt x="23" y="88"/>
                  </a:cubicBezTo>
                  <a:cubicBezTo>
                    <a:pt x="33" y="88"/>
                    <a:pt x="35" y="80"/>
                    <a:pt x="34" y="7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5" name="Freeform 314">
              <a:extLst>
                <a:ext uri="{FF2B5EF4-FFF2-40B4-BE49-F238E27FC236}">
                  <a16:creationId xmlns:a16="http://schemas.microsoft.com/office/drawing/2014/main" id="{8C65EA9E-FE70-4EFD-B257-954505BC1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339"/>
              <a:ext cx="143" cy="181"/>
            </a:xfrm>
            <a:custGeom>
              <a:avLst/>
              <a:gdLst>
                <a:gd name="T0" fmla="*/ 301 w 57"/>
                <a:gd name="T1" fmla="*/ 0 h 68"/>
                <a:gd name="T2" fmla="*/ 283 w 57"/>
                <a:gd name="T3" fmla="*/ 21 h 68"/>
                <a:gd name="T4" fmla="*/ 301 w 57"/>
                <a:gd name="T5" fmla="*/ 453 h 68"/>
                <a:gd name="T6" fmla="*/ 83 w 57"/>
                <a:gd name="T7" fmla="*/ 793 h 68"/>
                <a:gd name="T8" fmla="*/ 176 w 57"/>
                <a:gd name="T9" fmla="*/ 998 h 68"/>
                <a:gd name="T10" fmla="*/ 0 w 57"/>
                <a:gd name="T11" fmla="*/ 1283 h 68"/>
                <a:gd name="T12" fmla="*/ 901 w 57"/>
                <a:gd name="T13" fmla="*/ 921 h 68"/>
                <a:gd name="T14" fmla="*/ 301 w 57"/>
                <a:gd name="T15" fmla="*/ 0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8">
                  <a:moveTo>
                    <a:pt x="19" y="0"/>
                  </a:moveTo>
                  <a:cubicBezTo>
                    <a:pt x="19" y="0"/>
                    <a:pt x="18" y="0"/>
                    <a:pt x="18" y="1"/>
                  </a:cubicBezTo>
                  <a:cubicBezTo>
                    <a:pt x="22" y="14"/>
                    <a:pt x="22" y="19"/>
                    <a:pt x="19" y="24"/>
                  </a:cubicBezTo>
                  <a:cubicBezTo>
                    <a:pt x="14" y="35"/>
                    <a:pt x="5" y="37"/>
                    <a:pt x="5" y="42"/>
                  </a:cubicBezTo>
                  <a:cubicBezTo>
                    <a:pt x="5" y="44"/>
                    <a:pt x="10" y="48"/>
                    <a:pt x="11" y="53"/>
                  </a:cubicBezTo>
                  <a:cubicBezTo>
                    <a:pt x="12" y="60"/>
                    <a:pt x="10" y="68"/>
                    <a:pt x="0" y="68"/>
                  </a:cubicBezTo>
                  <a:cubicBezTo>
                    <a:pt x="23" y="68"/>
                    <a:pt x="44" y="64"/>
                    <a:pt x="57" y="49"/>
                  </a:cubicBezTo>
                  <a:cubicBezTo>
                    <a:pt x="38" y="36"/>
                    <a:pt x="26" y="17"/>
                    <a:pt x="19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6" name="Line 315">
              <a:extLst>
                <a:ext uri="{FF2B5EF4-FFF2-40B4-BE49-F238E27FC236}">
                  <a16:creationId xmlns:a16="http://schemas.microsoft.com/office/drawing/2014/main" id="{CFC18638-A764-44B4-B7A4-0BAC666CD7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8" y="2659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7" name="Freeform 316">
              <a:extLst>
                <a:ext uri="{FF2B5EF4-FFF2-40B4-BE49-F238E27FC236}">
                  <a16:creationId xmlns:a16="http://schemas.microsoft.com/office/drawing/2014/main" id="{DC8034FE-8BA5-4888-968C-7FDFE3EFD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189"/>
              <a:ext cx="52" cy="94"/>
            </a:xfrm>
            <a:custGeom>
              <a:avLst/>
              <a:gdLst>
                <a:gd name="T0" fmla="*/ 319 w 21"/>
                <a:gd name="T1" fmla="*/ 585 h 35"/>
                <a:gd name="T2" fmla="*/ 307 w 21"/>
                <a:gd name="T3" fmla="*/ 309 h 35"/>
                <a:gd name="T4" fmla="*/ 319 w 21"/>
                <a:gd name="T5" fmla="*/ 81 h 35"/>
                <a:gd name="T6" fmla="*/ 166 w 21"/>
                <a:gd name="T7" fmla="*/ 0 h 35"/>
                <a:gd name="T8" fmla="*/ 12 w 21"/>
                <a:gd name="T9" fmla="*/ 81 h 35"/>
                <a:gd name="T10" fmla="*/ 30 w 21"/>
                <a:gd name="T11" fmla="*/ 309 h 35"/>
                <a:gd name="T12" fmla="*/ 0 w 21"/>
                <a:gd name="T13" fmla="*/ 585 h 35"/>
                <a:gd name="T14" fmla="*/ 166 w 21"/>
                <a:gd name="T15" fmla="*/ 677 h 35"/>
                <a:gd name="T16" fmla="*/ 319 w 21"/>
                <a:gd name="T17" fmla="*/ 58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5">
                  <a:moveTo>
                    <a:pt x="21" y="30"/>
                  </a:moveTo>
                  <a:cubicBezTo>
                    <a:pt x="20" y="24"/>
                    <a:pt x="20" y="19"/>
                    <a:pt x="20" y="16"/>
                  </a:cubicBezTo>
                  <a:cubicBezTo>
                    <a:pt x="20" y="11"/>
                    <a:pt x="20" y="7"/>
                    <a:pt x="21" y="4"/>
                  </a:cubicBezTo>
                  <a:cubicBezTo>
                    <a:pt x="18" y="2"/>
                    <a:pt x="17" y="0"/>
                    <a:pt x="11" y="0"/>
                  </a:cubicBezTo>
                  <a:cubicBezTo>
                    <a:pt x="5" y="0"/>
                    <a:pt x="3" y="2"/>
                    <a:pt x="1" y="4"/>
                  </a:cubicBezTo>
                  <a:cubicBezTo>
                    <a:pt x="2" y="7"/>
                    <a:pt x="2" y="11"/>
                    <a:pt x="2" y="16"/>
                  </a:cubicBezTo>
                  <a:cubicBezTo>
                    <a:pt x="2" y="19"/>
                    <a:pt x="2" y="24"/>
                    <a:pt x="0" y="30"/>
                  </a:cubicBezTo>
                  <a:cubicBezTo>
                    <a:pt x="3" y="33"/>
                    <a:pt x="4" y="35"/>
                    <a:pt x="11" y="35"/>
                  </a:cubicBezTo>
                  <a:cubicBezTo>
                    <a:pt x="17" y="35"/>
                    <a:pt x="19" y="33"/>
                    <a:pt x="21" y="3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8" name="Freeform 317">
              <a:extLst>
                <a:ext uri="{FF2B5EF4-FFF2-40B4-BE49-F238E27FC236}">
                  <a16:creationId xmlns:a16="http://schemas.microsoft.com/office/drawing/2014/main" id="{A8EE4576-1158-450F-B206-FD703B406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005"/>
              <a:ext cx="3" cy="35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3"/>
                    <a:pt x="0" y="9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9" name="Freeform 318">
              <a:extLst>
                <a:ext uri="{FF2B5EF4-FFF2-40B4-BE49-F238E27FC236}">
                  <a16:creationId xmlns:a16="http://schemas.microsoft.com/office/drawing/2014/main" id="{5C0BB013-83C5-4541-9EB7-9075796F9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339"/>
              <a:ext cx="142" cy="181"/>
            </a:xfrm>
            <a:custGeom>
              <a:avLst/>
              <a:gdLst>
                <a:gd name="T0" fmla="*/ 712 w 57"/>
                <a:gd name="T1" fmla="*/ 1019 h 68"/>
                <a:gd name="T2" fmla="*/ 787 w 57"/>
                <a:gd name="T3" fmla="*/ 793 h 68"/>
                <a:gd name="T4" fmla="*/ 570 w 57"/>
                <a:gd name="T5" fmla="*/ 453 h 68"/>
                <a:gd name="T6" fmla="*/ 590 w 57"/>
                <a:gd name="T7" fmla="*/ 21 h 68"/>
                <a:gd name="T8" fmla="*/ 590 w 57"/>
                <a:gd name="T9" fmla="*/ 0 h 68"/>
                <a:gd name="T10" fmla="*/ 0 w 57"/>
                <a:gd name="T11" fmla="*/ 921 h 68"/>
                <a:gd name="T12" fmla="*/ 882 w 57"/>
                <a:gd name="T13" fmla="*/ 1283 h 68"/>
                <a:gd name="T14" fmla="*/ 712 w 57"/>
                <a:gd name="T15" fmla="*/ 1019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8">
                  <a:moveTo>
                    <a:pt x="46" y="54"/>
                  </a:moveTo>
                  <a:cubicBezTo>
                    <a:pt x="47" y="48"/>
                    <a:pt x="51" y="45"/>
                    <a:pt x="51" y="42"/>
                  </a:cubicBezTo>
                  <a:cubicBezTo>
                    <a:pt x="51" y="37"/>
                    <a:pt x="42" y="35"/>
                    <a:pt x="37" y="24"/>
                  </a:cubicBezTo>
                  <a:cubicBezTo>
                    <a:pt x="35" y="19"/>
                    <a:pt x="35" y="14"/>
                    <a:pt x="38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1" y="17"/>
                    <a:pt x="18" y="36"/>
                    <a:pt x="0" y="49"/>
                  </a:cubicBezTo>
                  <a:cubicBezTo>
                    <a:pt x="13" y="64"/>
                    <a:pt x="33" y="68"/>
                    <a:pt x="57" y="68"/>
                  </a:cubicBezTo>
                  <a:cubicBezTo>
                    <a:pt x="47" y="68"/>
                    <a:pt x="45" y="60"/>
                    <a:pt x="46" y="5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0" name="Freeform 319">
              <a:extLst>
                <a:ext uri="{FF2B5EF4-FFF2-40B4-BE49-F238E27FC236}">
                  <a16:creationId xmlns:a16="http://schemas.microsoft.com/office/drawing/2014/main" id="{81281AFF-0BBB-4E43-B660-A4EE1B82D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435"/>
              <a:ext cx="77" cy="58"/>
            </a:xfrm>
            <a:custGeom>
              <a:avLst/>
              <a:gdLst>
                <a:gd name="T0" fmla="*/ 0 w 31"/>
                <a:gd name="T1" fmla="*/ 0 h 22"/>
                <a:gd name="T2" fmla="*/ 474 w 31"/>
                <a:gd name="T3" fmla="*/ 29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2">
                  <a:moveTo>
                    <a:pt x="0" y="0"/>
                  </a:moveTo>
                  <a:cubicBezTo>
                    <a:pt x="3" y="13"/>
                    <a:pt x="20" y="22"/>
                    <a:pt x="31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1" name="Freeform 320">
              <a:extLst>
                <a:ext uri="{FF2B5EF4-FFF2-40B4-BE49-F238E27FC236}">
                  <a16:creationId xmlns:a16="http://schemas.microsoft.com/office/drawing/2014/main" id="{43C0B30A-9150-4F3E-BD1E-93258D95F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440"/>
              <a:ext cx="75" cy="45"/>
            </a:xfrm>
            <a:custGeom>
              <a:avLst/>
              <a:gdLst>
                <a:gd name="T0" fmla="*/ 0 w 30"/>
                <a:gd name="T1" fmla="*/ 238 h 17"/>
                <a:gd name="T2" fmla="*/ 470 w 30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7">
                  <a:moveTo>
                    <a:pt x="0" y="13"/>
                  </a:moveTo>
                  <a:cubicBezTo>
                    <a:pt x="5" y="17"/>
                    <a:pt x="30" y="12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2" name="Freeform 321">
              <a:extLst>
                <a:ext uri="{FF2B5EF4-FFF2-40B4-BE49-F238E27FC236}">
                  <a16:creationId xmlns:a16="http://schemas.microsoft.com/office/drawing/2014/main" id="{1C42F966-A302-46E2-99FC-08B50E033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317"/>
              <a:ext cx="195" cy="206"/>
            </a:xfrm>
            <a:custGeom>
              <a:avLst/>
              <a:gdLst>
                <a:gd name="T0" fmla="*/ 1083 w 78"/>
                <a:gd name="T1" fmla="*/ 35 h 77"/>
                <a:gd name="T2" fmla="*/ 813 w 78"/>
                <a:gd name="T3" fmla="*/ 516 h 77"/>
                <a:gd name="T4" fmla="*/ 425 w 78"/>
                <a:gd name="T5" fmla="*/ 251 h 77"/>
                <a:gd name="T6" fmla="*/ 145 w 78"/>
                <a:gd name="T7" fmla="*/ 286 h 77"/>
                <a:gd name="T8" fmla="*/ 583 w 78"/>
                <a:gd name="T9" fmla="*/ 672 h 77"/>
                <a:gd name="T10" fmla="*/ 333 w 78"/>
                <a:gd name="T11" fmla="*/ 1110 h 77"/>
                <a:gd name="T12" fmla="*/ 595 w 78"/>
                <a:gd name="T13" fmla="*/ 958 h 77"/>
                <a:gd name="T14" fmla="*/ 845 w 78"/>
                <a:gd name="T15" fmla="*/ 650 h 77"/>
                <a:gd name="T16" fmla="*/ 1020 w 78"/>
                <a:gd name="T17" fmla="*/ 457 h 77"/>
                <a:gd name="T18" fmla="*/ 1220 w 78"/>
                <a:gd name="T19" fmla="*/ 321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77">
                  <a:moveTo>
                    <a:pt x="69" y="2"/>
                  </a:moveTo>
                  <a:cubicBezTo>
                    <a:pt x="67" y="11"/>
                    <a:pt x="61" y="23"/>
                    <a:pt x="52" y="27"/>
                  </a:cubicBezTo>
                  <a:cubicBezTo>
                    <a:pt x="38" y="32"/>
                    <a:pt x="35" y="20"/>
                    <a:pt x="27" y="13"/>
                  </a:cubicBezTo>
                  <a:cubicBezTo>
                    <a:pt x="20" y="7"/>
                    <a:pt x="0" y="0"/>
                    <a:pt x="9" y="15"/>
                  </a:cubicBezTo>
                  <a:cubicBezTo>
                    <a:pt x="13" y="23"/>
                    <a:pt x="36" y="22"/>
                    <a:pt x="37" y="35"/>
                  </a:cubicBezTo>
                  <a:cubicBezTo>
                    <a:pt x="37" y="44"/>
                    <a:pt x="19" y="48"/>
                    <a:pt x="21" y="58"/>
                  </a:cubicBezTo>
                  <a:cubicBezTo>
                    <a:pt x="23" y="77"/>
                    <a:pt x="35" y="54"/>
                    <a:pt x="38" y="50"/>
                  </a:cubicBezTo>
                  <a:cubicBezTo>
                    <a:pt x="43" y="42"/>
                    <a:pt x="47" y="40"/>
                    <a:pt x="54" y="34"/>
                  </a:cubicBezTo>
                  <a:cubicBezTo>
                    <a:pt x="59" y="31"/>
                    <a:pt x="61" y="27"/>
                    <a:pt x="65" y="24"/>
                  </a:cubicBezTo>
                  <a:cubicBezTo>
                    <a:pt x="70" y="20"/>
                    <a:pt x="71" y="16"/>
                    <a:pt x="78" y="17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683" name="Freeform 322">
              <a:extLst>
                <a:ext uri="{FF2B5EF4-FFF2-40B4-BE49-F238E27FC236}">
                  <a16:creationId xmlns:a16="http://schemas.microsoft.com/office/drawing/2014/main" id="{D3A0821E-3476-428B-ACEF-F0ABD327D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317"/>
              <a:ext cx="195" cy="206"/>
            </a:xfrm>
            <a:custGeom>
              <a:avLst/>
              <a:gdLst>
                <a:gd name="T0" fmla="*/ 1083 w 78"/>
                <a:gd name="T1" fmla="*/ 35 h 77"/>
                <a:gd name="T2" fmla="*/ 813 w 78"/>
                <a:gd name="T3" fmla="*/ 516 h 77"/>
                <a:gd name="T4" fmla="*/ 425 w 78"/>
                <a:gd name="T5" fmla="*/ 251 h 77"/>
                <a:gd name="T6" fmla="*/ 145 w 78"/>
                <a:gd name="T7" fmla="*/ 286 h 77"/>
                <a:gd name="T8" fmla="*/ 583 w 78"/>
                <a:gd name="T9" fmla="*/ 672 h 77"/>
                <a:gd name="T10" fmla="*/ 333 w 78"/>
                <a:gd name="T11" fmla="*/ 1110 h 77"/>
                <a:gd name="T12" fmla="*/ 595 w 78"/>
                <a:gd name="T13" fmla="*/ 958 h 77"/>
                <a:gd name="T14" fmla="*/ 845 w 78"/>
                <a:gd name="T15" fmla="*/ 650 h 77"/>
                <a:gd name="T16" fmla="*/ 1020 w 78"/>
                <a:gd name="T17" fmla="*/ 457 h 77"/>
                <a:gd name="T18" fmla="*/ 1220 w 78"/>
                <a:gd name="T19" fmla="*/ 321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77">
                  <a:moveTo>
                    <a:pt x="69" y="2"/>
                  </a:moveTo>
                  <a:cubicBezTo>
                    <a:pt x="67" y="11"/>
                    <a:pt x="61" y="23"/>
                    <a:pt x="52" y="27"/>
                  </a:cubicBezTo>
                  <a:cubicBezTo>
                    <a:pt x="38" y="32"/>
                    <a:pt x="35" y="20"/>
                    <a:pt x="27" y="13"/>
                  </a:cubicBezTo>
                  <a:cubicBezTo>
                    <a:pt x="20" y="7"/>
                    <a:pt x="0" y="0"/>
                    <a:pt x="9" y="15"/>
                  </a:cubicBezTo>
                  <a:cubicBezTo>
                    <a:pt x="13" y="23"/>
                    <a:pt x="36" y="22"/>
                    <a:pt x="37" y="35"/>
                  </a:cubicBezTo>
                  <a:cubicBezTo>
                    <a:pt x="37" y="44"/>
                    <a:pt x="19" y="48"/>
                    <a:pt x="21" y="58"/>
                  </a:cubicBezTo>
                  <a:cubicBezTo>
                    <a:pt x="23" y="77"/>
                    <a:pt x="35" y="54"/>
                    <a:pt x="38" y="50"/>
                  </a:cubicBezTo>
                  <a:cubicBezTo>
                    <a:pt x="43" y="42"/>
                    <a:pt x="47" y="40"/>
                    <a:pt x="54" y="34"/>
                  </a:cubicBezTo>
                  <a:cubicBezTo>
                    <a:pt x="59" y="31"/>
                    <a:pt x="61" y="27"/>
                    <a:pt x="65" y="24"/>
                  </a:cubicBezTo>
                  <a:cubicBezTo>
                    <a:pt x="70" y="20"/>
                    <a:pt x="71" y="16"/>
                    <a:pt x="78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4" name="Freeform 323">
              <a:extLst>
                <a:ext uri="{FF2B5EF4-FFF2-40B4-BE49-F238E27FC236}">
                  <a16:creationId xmlns:a16="http://schemas.microsoft.com/office/drawing/2014/main" id="{3EFC91FF-C880-49EB-BD23-26B8249B0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" y="1373"/>
              <a:ext cx="162" cy="398"/>
            </a:xfrm>
            <a:custGeom>
              <a:avLst/>
              <a:gdLst>
                <a:gd name="T0" fmla="*/ 758 w 65"/>
                <a:gd name="T1" fmla="*/ 93 h 149"/>
                <a:gd name="T2" fmla="*/ 508 w 65"/>
                <a:gd name="T3" fmla="*/ 628 h 149"/>
                <a:gd name="T4" fmla="*/ 446 w 65"/>
                <a:gd name="T5" fmla="*/ 1141 h 149"/>
                <a:gd name="T6" fmla="*/ 199 w 65"/>
                <a:gd name="T7" fmla="*/ 1597 h 149"/>
                <a:gd name="T8" fmla="*/ 75 w 65"/>
                <a:gd name="T9" fmla="*/ 2746 h 149"/>
                <a:gd name="T10" fmla="*/ 404 w 65"/>
                <a:gd name="T11" fmla="*/ 1848 h 149"/>
                <a:gd name="T12" fmla="*/ 633 w 65"/>
                <a:gd name="T13" fmla="*/ 1357 h 149"/>
                <a:gd name="T14" fmla="*/ 820 w 65"/>
                <a:gd name="T15" fmla="*/ 628 h 149"/>
                <a:gd name="T16" fmla="*/ 974 w 65"/>
                <a:gd name="T17" fmla="*/ 286 h 149"/>
                <a:gd name="T18" fmla="*/ 808 w 65"/>
                <a:gd name="T19" fmla="*/ 77 h 149"/>
                <a:gd name="T20" fmla="*/ 758 w 65"/>
                <a:gd name="T21" fmla="*/ 93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149">
                  <a:moveTo>
                    <a:pt x="49" y="5"/>
                  </a:moveTo>
                  <a:cubicBezTo>
                    <a:pt x="41" y="12"/>
                    <a:pt x="32" y="20"/>
                    <a:pt x="33" y="33"/>
                  </a:cubicBezTo>
                  <a:cubicBezTo>
                    <a:pt x="35" y="47"/>
                    <a:pt x="39" y="49"/>
                    <a:pt x="29" y="60"/>
                  </a:cubicBezTo>
                  <a:cubicBezTo>
                    <a:pt x="21" y="68"/>
                    <a:pt x="16" y="73"/>
                    <a:pt x="13" y="84"/>
                  </a:cubicBezTo>
                  <a:cubicBezTo>
                    <a:pt x="12" y="89"/>
                    <a:pt x="0" y="141"/>
                    <a:pt x="5" y="144"/>
                  </a:cubicBezTo>
                  <a:cubicBezTo>
                    <a:pt x="14" y="149"/>
                    <a:pt x="25" y="102"/>
                    <a:pt x="26" y="97"/>
                  </a:cubicBezTo>
                  <a:cubicBezTo>
                    <a:pt x="30" y="87"/>
                    <a:pt x="35" y="80"/>
                    <a:pt x="41" y="71"/>
                  </a:cubicBezTo>
                  <a:cubicBezTo>
                    <a:pt x="49" y="60"/>
                    <a:pt x="54" y="46"/>
                    <a:pt x="53" y="33"/>
                  </a:cubicBezTo>
                  <a:cubicBezTo>
                    <a:pt x="53" y="30"/>
                    <a:pt x="61" y="21"/>
                    <a:pt x="63" y="15"/>
                  </a:cubicBezTo>
                  <a:cubicBezTo>
                    <a:pt x="65" y="6"/>
                    <a:pt x="59" y="0"/>
                    <a:pt x="52" y="4"/>
                  </a:cubicBezTo>
                  <a:lnTo>
                    <a:pt x="49" y="5"/>
                  </a:lnTo>
                  <a:close/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5" name="Freeform 324">
              <a:extLst>
                <a:ext uri="{FF2B5EF4-FFF2-40B4-BE49-F238E27FC236}">
                  <a16:creationId xmlns:a16="http://schemas.microsoft.com/office/drawing/2014/main" id="{F7EED443-B16E-4C33-B201-B0E5791AC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" y="1011"/>
              <a:ext cx="788" cy="2256"/>
            </a:xfrm>
            <a:custGeom>
              <a:avLst/>
              <a:gdLst>
                <a:gd name="T0" fmla="*/ 4776 w 315"/>
                <a:gd name="T1" fmla="*/ 3264 h 846"/>
                <a:gd name="T2" fmla="*/ 4100 w 315"/>
                <a:gd name="T3" fmla="*/ 2483 h 846"/>
                <a:gd name="T4" fmla="*/ 4555 w 315"/>
                <a:gd name="T5" fmla="*/ 2083 h 846"/>
                <a:gd name="T6" fmla="*/ 4243 w 315"/>
                <a:gd name="T7" fmla="*/ 1800 h 846"/>
                <a:gd name="T8" fmla="*/ 4650 w 315"/>
                <a:gd name="T9" fmla="*/ 307 h 846"/>
                <a:gd name="T10" fmla="*/ 3772 w 315"/>
                <a:gd name="T11" fmla="*/ 397 h 846"/>
                <a:gd name="T12" fmla="*/ 3380 w 315"/>
                <a:gd name="T13" fmla="*/ 1272 h 846"/>
                <a:gd name="T14" fmla="*/ 3004 w 315"/>
                <a:gd name="T15" fmla="*/ 717 h 846"/>
                <a:gd name="T16" fmla="*/ 2972 w 315"/>
                <a:gd name="T17" fmla="*/ 1272 h 846"/>
                <a:gd name="T18" fmla="*/ 2567 w 315"/>
                <a:gd name="T19" fmla="*/ 1651 h 846"/>
                <a:gd name="T20" fmla="*/ 2096 w 315"/>
                <a:gd name="T21" fmla="*/ 1877 h 846"/>
                <a:gd name="T22" fmla="*/ 2129 w 315"/>
                <a:gd name="T23" fmla="*/ 2048 h 846"/>
                <a:gd name="T24" fmla="*/ 2492 w 315"/>
                <a:gd name="T25" fmla="*/ 2581 h 846"/>
                <a:gd name="T26" fmla="*/ 2472 w 315"/>
                <a:gd name="T27" fmla="*/ 3549 h 846"/>
                <a:gd name="T28" fmla="*/ 1959 w 315"/>
                <a:gd name="T29" fmla="*/ 3640 h 846"/>
                <a:gd name="T30" fmla="*/ 2209 w 315"/>
                <a:gd name="T31" fmla="*/ 4173 h 846"/>
                <a:gd name="T32" fmla="*/ 1551 w 315"/>
                <a:gd name="T33" fmla="*/ 5027 h 846"/>
                <a:gd name="T34" fmla="*/ 1563 w 315"/>
                <a:gd name="T35" fmla="*/ 5611 h 846"/>
                <a:gd name="T36" fmla="*/ 1408 w 315"/>
                <a:gd name="T37" fmla="*/ 6109 h 846"/>
                <a:gd name="T38" fmla="*/ 1313 w 315"/>
                <a:gd name="T39" fmla="*/ 6635 h 846"/>
                <a:gd name="T40" fmla="*/ 863 w 315"/>
                <a:gd name="T41" fmla="*/ 7261 h 846"/>
                <a:gd name="T42" fmla="*/ 363 w 315"/>
                <a:gd name="T43" fmla="*/ 6259 h 846"/>
                <a:gd name="T44" fmla="*/ 175 w 315"/>
                <a:gd name="T45" fmla="*/ 6861 h 846"/>
                <a:gd name="T46" fmla="*/ 83 w 315"/>
                <a:gd name="T47" fmla="*/ 7531 h 846"/>
                <a:gd name="T48" fmla="*/ 533 w 315"/>
                <a:gd name="T49" fmla="*/ 6749 h 846"/>
                <a:gd name="T50" fmla="*/ 1438 w 315"/>
                <a:gd name="T51" fmla="*/ 8077 h 846"/>
                <a:gd name="T52" fmla="*/ 958 w 315"/>
                <a:gd name="T53" fmla="*/ 8285 h 846"/>
                <a:gd name="T54" fmla="*/ 783 w 315"/>
                <a:gd name="T55" fmla="*/ 8875 h 846"/>
                <a:gd name="T56" fmla="*/ 250 w 315"/>
                <a:gd name="T57" fmla="*/ 9536 h 846"/>
                <a:gd name="T58" fmla="*/ 125 w 315"/>
                <a:gd name="T59" fmla="*/ 10616 h 846"/>
                <a:gd name="T60" fmla="*/ 1051 w 315"/>
                <a:gd name="T61" fmla="*/ 10731 h 846"/>
                <a:gd name="T62" fmla="*/ 1346 w 315"/>
                <a:gd name="T63" fmla="*/ 11661 h 846"/>
                <a:gd name="T64" fmla="*/ 1346 w 315"/>
                <a:gd name="T65" fmla="*/ 12629 h 846"/>
                <a:gd name="T66" fmla="*/ 750 w 315"/>
                <a:gd name="T67" fmla="*/ 12685 h 846"/>
                <a:gd name="T68" fmla="*/ 1001 w 315"/>
                <a:gd name="T69" fmla="*/ 13901 h 846"/>
                <a:gd name="T70" fmla="*/ 1784 w 315"/>
                <a:gd name="T71" fmla="*/ 14677 h 846"/>
                <a:gd name="T72" fmla="*/ 2334 w 315"/>
                <a:gd name="T73" fmla="*/ 14712 h 846"/>
                <a:gd name="T74" fmla="*/ 2834 w 315"/>
                <a:gd name="T75" fmla="*/ 13107 h 846"/>
                <a:gd name="T76" fmla="*/ 3305 w 315"/>
                <a:gd name="T77" fmla="*/ 14131 h 846"/>
                <a:gd name="T78" fmla="*/ 3630 w 315"/>
                <a:gd name="T79" fmla="*/ 14997 h 846"/>
                <a:gd name="T80" fmla="*/ 3054 w 315"/>
                <a:gd name="T81" fmla="*/ 15531 h 846"/>
                <a:gd name="T82" fmla="*/ 3597 w 315"/>
                <a:gd name="T83" fmla="*/ 15872 h 846"/>
                <a:gd name="T84" fmla="*/ 4463 w 315"/>
                <a:gd name="T85" fmla="*/ 15987 h 846"/>
                <a:gd name="T86" fmla="*/ 4380 w 315"/>
                <a:gd name="T87" fmla="*/ 15645 h 846"/>
                <a:gd name="T88" fmla="*/ 3597 w 315"/>
                <a:gd name="T89" fmla="*/ 15283 h 846"/>
                <a:gd name="T90" fmla="*/ 3880 w 315"/>
                <a:gd name="T91" fmla="*/ 14827 h 846"/>
                <a:gd name="T92" fmla="*/ 3943 w 315"/>
                <a:gd name="T93" fmla="*/ 14088 h 846"/>
                <a:gd name="T94" fmla="*/ 4413 w 315"/>
                <a:gd name="T95" fmla="*/ 14584 h 846"/>
                <a:gd name="T96" fmla="*/ 4380 w 315"/>
                <a:gd name="T97" fmla="*/ 14200 h 846"/>
                <a:gd name="T98" fmla="*/ 4163 w 315"/>
                <a:gd name="T99" fmla="*/ 13389 h 846"/>
                <a:gd name="T100" fmla="*/ 4288 w 315"/>
                <a:gd name="T101" fmla="*/ 12515 h 84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15" h="846">
                  <a:moveTo>
                    <a:pt x="266" y="188"/>
                  </a:moveTo>
                  <a:cubicBezTo>
                    <a:pt x="278" y="185"/>
                    <a:pt x="299" y="186"/>
                    <a:pt x="305" y="172"/>
                  </a:cubicBezTo>
                  <a:cubicBezTo>
                    <a:pt x="315" y="152"/>
                    <a:pt x="281" y="159"/>
                    <a:pt x="271" y="151"/>
                  </a:cubicBezTo>
                  <a:cubicBezTo>
                    <a:pt x="266" y="147"/>
                    <a:pt x="262" y="138"/>
                    <a:pt x="262" y="131"/>
                  </a:cubicBezTo>
                  <a:cubicBezTo>
                    <a:pt x="264" y="119"/>
                    <a:pt x="272" y="120"/>
                    <a:pt x="282" y="119"/>
                  </a:cubicBezTo>
                  <a:cubicBezTo>
                    <a:pt x="290" y="119"/>
                    <a:pt x="303" y="117"/>
                    <a:pt x="291" y="110"/>
                  </a:cubicBezTo>
                  <a:cubicBezTo>
                    <a:pt x="288" y="108"/>
                    <a:pt x="283" y="109"/>
                    <a:pt x="279" y="106"/>
                  </a:cubicBezTo>
                  <a:cubicBezTo>
                    <a:pt x="274" y="103"/>
                    <a:pt x="273" y="101"/>
                    <a:pt x="271" y="95"/>
                  </a:cubicBezTo>
                  <a:cubicBezTo>
                    <a:pt x="263" y="72"/>
                    <a:pt x="287" y="79"/>
                    <a:pt x="297" y="66"/>
                  </a:cubicBezTo>
                  <a:cubicBezTo>
                    <a:pt x="306" y="53"/>
                    <a:pt x="305" y="30"/>
                    <a:pt x="297" y="16"/>
                  </a:cubicBezTo>
                  <a:cubicBezTo>
                    <a:pt x="288" y="0"/>
                    <a:pt x="271" y="4"/>
                    <a:pt x="256" y="8"/>
                  </a:cubicBezTo>
                  <a:cubicBezTo>
                    <a:pt x="246" y="10"/>
                    <a:pt x="243" y="10"/>
                    <a:pt x="241" y="21"/>
                  </a:cubicBezTo>
                  <a:cubicBezTo>
                    <a:pt x="237" y="32"/>
                    <a:pt x="244" y="46"/>
                    <a:pt x="238" y="56"/>
                  </a:cubicBezTo>
                  <a:cubicBezTo>
                    <a:pt x="234" y="62"/>
                    <a:pt x="223" y="67"/>
                    <a:pt x="216" y="67"/>
                  </a:cubicBezTo>
                  <a:cubicBezTo>
                    <a:pt x="206" y="66"/>
                    <a:pt x="206" y="59"/>
                    <a:pt x="201" y="52"/>
                  </a:cubicBezTo>
                  <a:cubicBezTo>
                    <a:pt x="198" y="47"/>
                    <a:pt x="195" y="42"/>
                    <a:pt x="192" y="38"/>
                  </a:cubicBezTo>
                  <a:cubicBezTo>
                    <a:pt x="186" y="29"/>
                    <a:pt x="174" y="37"/>
                    <a:pt x="178" y="45"/>
                  </a:cubicBezTo>
                  <a:cubicBezTo>
                    <a:pt x="183" y="54"/>
                    <a:pt x="193" y="55"/>
                    <a:pt x="190" y="67"/>
                  </a:cubicBezTo>
                  <a:cubicBezTo>
                    <a:pt x="188" y="77"/>
                    <a:pt x="181" y="80"/>
                    <a:pt x="173" y="84"/>
                  </a:cubicBezTo>
                  <a:cubicBezTo>
                    <a:pt x="170" y="85"/>
                    <a:pt x="167" y="85"/>
                    <a:pt x="164" y="87"/>
                  </a:cubicBezTo>
                  <a:cubicBezTo>
                    <a:pt x="161" y="91"/>
                    <a:pt x="162" y="96"/>
                    <a:pt x="158" y="100"/>
                  </a:cubicBezTo>
                  <a:cubicBezTo>
                    <a:pt x="150" y="109"/>
                    <a:pt x="142" y="102"/>
                    <a:pt x="134" y="99"/>
                  </a:cubicBezTo>
                  <a:cubicBezTo>
                    <a:pt x="131" y="98"/>
                    <a:pt x="126" y="94"/>
                    <a:pt x="124" y="101"/>
                  </a:cubicBezTo>
                  <a:cubicBezTo>
                    <a:pt x="122" y="110"/>
                    <a:pt x="133" y="107"/>
                    <a:pt x="136" y="108"/>
                  </a:cubicBezTo>
                  <a:cubicBezTo>
                    <a:pt x="142" y="109"/>
                    <a:pt x="156" y="109"/>
                    <a:pt x="160" y="112"/>
                  </a:cubicBezTo>
                  <a:cubicBezTo>
                    <a:pt x="169" y="118"/>
                    <a:pt x="164" y="131"/>
                    <a:pt x="159" y="136"/>
                  </a:cubicBezTo>
                  <a:cubicBezTo>
                    <a:pt x="151" y="146"/>
                    <a:pt x="148" y="144"/>
                    <a:pt x="153" y="158"/>
                  </a:cubicBezTo>
                  <a:cubicBezTo>
                    <a:pt x="157" y="167"/>
                    <a:pt x="162" y="176"/>
                    <a:pt x="158" y="187"/>
                  </a:cubicBezTo>
                  <a:cubicBezTo>
                    <a:pt x="155" y="195"/>
                    <a:pt x="146" y="201"/>
                    <a:pt x="137" y="199"/>
                  </a:cubicBezTo>
                  <a:cubicBezTo>
                    <a:pt x="134" y="198"/>
                    <a:pt x="129" y="191"/>
                    <a:pt x="125" y="192"/>
                  </a:cubicBezTo>
                  <a:cubicBezTo>
                    <a:pt x="122" y="194"/>
                    <a:pt x="121" y="201"/>
                    <a:pt x="122" y="204"/>
                  </a:cubicBezTo>
                  <a:cubicBezTo>
                    <a:pt x="125" y="212"/>
                    <a:pt x="137" y="213"/>
                    <a:pt x="141" y="220"/>
                  </a:cubicBezTo>
                  <a:cubicBezTo>
                    <a:pt x="147" y="229"/>
                    <a:pt x="144" y="241"/>
                    <a:pt x="141" y="249"/>
                  </a:cubicBezTo>
                  <a:cubicBezTo>
                    <a:pt x="131" y="273"/>
                    <a:pt x="109" y="240"/>
                    <a:pt x="99" y="265"/>
                  </a:cubicBezTo>
                  <a:cubicBezTo>
                    <a:pt x="97" y="270"/>
                    <a:pt x="93" y="279"/>
                    <a:pt x="93" y="282"/>
                  </a:cubicBezTo>
                  <a:cubicBezTo>
                    <a:pt x="92" y="291"/>
                    <a:pt x="97" y="290"/>
                    <a:pt x="100" y="296"/>
                  </a:cubicBezTo>
                  <a:cubicBezTo>
                    <a:pt x="103" y="301"/>
                    <a:pt x="104" y="308"/>
                    <a:pt x="103" y="312"/>
                  </a:cubicBezTo>
                  <a:cubicBezTo>
                    <a:pt x="100" y="322"/>
                    <a:pt x="97" y="319"/>
                    <a:pt x="90" y="322"/>
                  </a:cubicBezTo>
                  <a:cubicBezTo>
                    <a:pt x="82" y="326"/>
                    <a:pt x="82" y="324"/>
                    <a:pt x="82" y="332"/>
                  </a:cubicBezTo>
                  <a:cubicBezTo>
                    <a:pt x="81" y="338"/>
                    <a:pt x="84" y="345"/>
                    <a:pt x="84" y="350"/>
                  </a:cubicBezTo>
                  <a:cubicBezTo>
                    <a:pt x="86" y="363"/>
                    <a:pt x="86" y="371"/>
                    <a:pt x="80" y="383"/>
                  </a:cubicBezTo>
                  <a:cubicBezTo>
                    <a:pt x="75" y="392"/>
                    <a:pt x="61" y="390"/>
                    <a:pt x="55" y="383"/>
                  </a:cubicBezTo>
                  <a:cubicBezTo>
                    <a:pt x="49" y="376"/>
                    <a:pt x="50" y="347"/>
                    <a:pt x="46" y="343"/>
                  </a:cubicBezTo>
                  <a:cubicBezTo>
                    <a:pt x="41" y="339"/>
                    <a:pt x="31" y="330"/>
                    <a:pt x="23" y="330"/>
                  </a:cubicBezTo>
                  <a:cubicBezTo>
                    <a:pt x="18" y="331"/>
                    <a:pt x="10" y="336"/>
                    <a:pt x="7" y="341"/>
                  </a:cubicBezTo>
                  <a:cubicBezTo>
                    <a:pt x="4" y="346"/>
                    <a:pt x="10" y="357"/>
                    <a:pt x="11" y="362"/>
                  </a:cubicBezTo>
                  <a:cubicBezTo>
                    <a:pt x="12" y="368"/>
                    <a:pt x="11" y="374"/>
                    <a:pt x="9" y="379"/>
                  </a:cubicBezTo>
                  <a:cubicBezTo>
                    <a:pt x="8" y="384"/>
                    <a:pt x="1" y="393"/>
                    <a:pt x="5" y="397"/>
                  </a:cubicBezTo>
                  <a:cubicBezTo>
                    <a:pt x="10" y="396"/>
                    <a:pt x="17" y="370"/>
                    <a:pt x="19" y="365"/>
                  </a:cubicBezTo>
                  <a:cubicBezTo>
                    <a:pt x="23" y="356"/>
                    <a:pt x="23" y="353"/>
                    <a:pt x="34" y="356"/>
                  </a:cubicBezTo>
                  <a:cubicBezTo>
                    <a:pt x="52" y="361"/>
                    <a:pt x="32" y="391"/>
                    <a:pt x="47" y="394"/>
                  </a:cubicBezTo>
                  <a:cubicBezTo>
                    <a:pt x="63" y="398"/>
                    <a:pt x="100" y="400"/>
                    <a:pt x="92" y="426"/>
                  </a:cubicBezTo>
                  <a:cubicBezTo>
                    <a:pt x="90" y="431"/>
                    <a:pt x="85" y="436"/>
                    <a:pt x="80" y="438"/>
                  </a:cubicBezTo>
                  <a:cubicBezTo>
                    <a:pt x="72" y="442"/>
                    <a:pt x="68" y="439"/>
                    <a:pt x="61" y="437"/>
                  </a:cubicBezTo>
                  <a:cubicBezTo>
                    <a:pt x="53" y="435"/>
                    <a:pt x="35" y="444"/>
                    <a:pt x="33" y="452"/>
                  </a:cubicBezTo>
                  <a:cubicBezTo>
                    <a:pt x="39" y="459"/>
                    <a:pt x="49" y="456"/>
                    <a:pt x="50" y="468"/>
                  </a:cubicBezTo>
                  <a:cubicBezTo>
                    <a:pt x="52" y="477"/>
                    <a:pt x="45" y="491"/>
                    <a:pt x="38" y="498"/>
                  </a:cubicBezTo>
                  <a:cubicBezTo>
                    <a:pt x="32" y="504"/>
                    <a:pt x="25" y="505"/>
                    <a:pt x="16" y="503"/>
                  </a:cubicBezTo>
                  <a:cubicBezTo>
                    <a:pt x="8" y="500"/>
                    <a:pt x="6" y="500"/>
                    <a:pt x="3" y="511"/>
                  </a:cubicBezTo>
                  <a:cubicBezTo>
                    <a:pt x="0" y="528"/>
                    <a:pt x="2" y="544"/>
                    <a:pt x="8" y="560"/>
                  </a:cubicBezTo>
                  <a:cubicBezTo>
                    <a:pt x="11" y="571"/>
                    <a:pt x="16" y="605"/>
                    <a:pt x="33" y="601"/>
                  </a:cubicBezTo>
                  <a:cubicBezTo>
                    <a:pt x="54" y="596"/>
                    <a:pt x="43" y="562"/>
                    <a:pt x="67" y="566"/>
                  </a:cubicBezTo>
                  <a:cubicBezTo>
                    <a:pt x="82" y="568"/>
                    <a:pt x="88" y="585"/>
                    <a:pt x="87" y="598"/>
                  </a:cubicBezTo>
                  <a:cubicBezTo>
                    <a:pt x="86" y="604"/>
                    <a:pt x="85" y="608"/>
                    <a:pt x="86" y="615"/>
                  </a:cubicBezTo>
                  <a:cubicBezTo>
                    <a:pt x="87" y="624"/>
                    <a:pt x="86" y="633"/>
                    <a:pt x="87" y="642"/>
                  </a:cubicBezTo>
                  <a:cubicBezTo>
                    <a:pt x="89" y="652"/>
                    <a:pt x="91" y="657"/>
                    <a:pt x="86" y="666"/>
                  </a:cubicBezTo>
                  <a:cubicBezTo>
                    <a:pt x="81" y="675"/>
                    <a:pt x="75" y="680"/>
                    <a:pt x="64" y="678"/>
                  </a:cubicBezTo>
                  <a:cubicBezTo>
                    <a:pt x="54" y="675"/>
                    <a:pt x="52" y="666"/>
                    <a:pt x="48" y="669"/>
                  </a:cubicBezTo>
                  <a:cubicBezTo>
                    <a:pt x="44" y="672"/>
                    <a:pt x="44" y="677"/>
                    <a:pt x="46" y="686"/>
                  </a:cubicBezTo>
                  <a:cubicBezTo>
                    <a:pt x="53" y="701"/>
                    <a:pt x="56" y="718"/>
                    <a:pt x="64" y="733"/>
                  </a:cubicBezTo>
                  <a:cubicBezTo>
                    <a:pt x="69" y="744"/>
                    <a:pt x="76" y="758"/>
                    <a:pt x="90" y="761"/>
                  </a:cubicBezTo>
                  <a:cubicBezTo>
                    <a:pt x="96" y="763"/>
                    <a:pt x="112" y="771"/>
                    <a:pt x="114" y="774"/>
                  </a:cubicBezTo>
                  <a:cubicBezTo>
                    <a:pt x="117" y="776"/>
                    <a:pt x="121" y="779"/>
                    <a:pt x="124" y="780"/>
                  </a:cubicBezTo>
                  <a:cubicBezTo>
                    <a:pt x="134" y="787"/>
                    <a:pt x="141" y="789"/>
                    <a:pt x="149" y="776"/>
                  </a:cubicBezTo>
                  <a:cubicBezTo>
                    <a:pt x="156" y="764"/>
                    <a:pt x="155" y="746"/>
                    <a:pt x="152" y="732"/>
                  </a:cubicBezTo>
                  <a:cubicBezTo>
                    <a:pt x="149" y="717"/>
                    <a:pt x="156" y="691"/>
                    <a:pt x="181" y="691"/>
                  </a:cubicBezTo>
                  <a:cubicBezTo>
                    <a:pt x="202" y="691"/>
                    <a:pt x="199" y="713"/>
                    <a:pt x="203" y="727"/>
                  </a:cubicBezTo>
                  <a:cubicBezTo>
                    <a:pt x="205" y="733"/>
                    <a:pt x="206" y="741"/>
                    <a:pt x="211" y="745"/>
                  </a:cubicBezTo>
                  <a:cubicBezTo>
                    <a:pt x="218" y="750"/>
                    <a:pt x="227" y="748"/>
                    <a:pt x="234" y="753"/>
                  </a:cubicBezTo>
                  <a:cubicBezTo>
                    <a:pt x="244" y="762"/>
                    <a:pt x="239" y="781"/>
                    <a:pt x="232" y="791"/>
                  </a:cubicBezTo>
                  <a:cubicBezTo>
                    <a:pt x="221" y="804"/>
                    <a:pt x="205" y="786"/>
                    <a:pt x="196" y="804"/>
                  </a:cubicBezTo>
                  <a:cubicBezTo>
                    <a:pt x="193" y="809"/>
                    <a:pt x="190" y="814"/>
                    <a:pt x="195" y="819"/>
                  </a:cubicBezTo>
                  <a:cubicBezTo>
                    <a:pt x="198" y="823"/>
                    <a:pt x="205" y="827"/>
                    <a:pt x="210" y="829"/>
                  </a:cubicBezTo>
                  <a:cubicBezTo>
                    <a:pt x="216" y="833"/>
                    <a:pt x="223" y="834"/>
                    <a:pt x="230" y="837"/>
                  </a:cubicBezTo>
                  <a:cubicBezTo>
                    <a:pt x="237" y="839"/>
                    <a:pt x="243" y="842"/>
                    <a:pt x="250" y="844"/>
                  </a:cubicBezTo>
                  <a:cubicBezTo>
                    <a:pt x="261" y="846"/>
                    <a:pt x="275" y="846"/>
                    <a:pt x="285" y="843"/>
                  </a:cubicBezTo>
                  <a:cubicBezTo>
                    <a:pt x="293" y="840"/>
                    <a:pt x="298" y="836"/>
                    <a:pt x="296" y="828"/>
                  </a:cubicBezTo>
                  <a:cubicBezTo>
                    <a:pt x="293" y="818"/>
                    <a:pt x="288" y="821"/>
                    <a:pt x="280" y="825"/>
                  </a:cubicBezTo>
                  <a:cubicBezTo>
                    <a:pt x="267" y="832"/>
                    <a:pt x="250" y="835"/>
                    <a:pt x="237" y="824"/>
                  </a:cubicBezTo>
                  <a:cubicBezTo>
                    <a:pt x="230" y="818"/>
                    <a:pt x="229" y="812"/>
                    <a:pt x="230" y="806"/>
                  </a:cubicBezTo>
                  <a:cubicBezTo>
                    <a:pt x="232" y="801"/>
                    <a:pt x="243" y="792"/>
                    <a:pt x="245" y="791"/>
                  </a:cubicBezTo>
                  <a:cubicBezTo>
                    <a:pt x="247" y="788"/>
                    <a:pt x="247" y="785"/>
                    <a:pt x="248" y="782"/>
                  </a:cubicBezTo>
                  <a:cubicBezTo>
                    <a:pt x="249" y="774"/>
                    <a:pt x="245" y="770"/>
                    <a:pt x="243" y="762"/>
                  </a:cubicBezTo>
                  <a:cubicBezTo>
                    <a:pt x="241" y="755"/>
                    <a:pt x="244" y="746"/>
                    <a:pt x="252" y="743"/>
                  </a:cubicBezTo>
                  <a:cubicBezTo>
                    <a:pt x="259" y="741"/>
                    <a:pt x="263" y="747"/>
                    <a:pt x="266" y="753"/>
                  </a:cubicBezTo>
                  <a:cubicBezTo>
                    <a:pt x="270" y="759"/>
                    <a:pt x="274" y="768"/>
                    <a:pt x="282" y="769"/>
                  </a:cubicBezTo>
                  <a:cubicBezTo>
                    <a:pt x="289" y="770"/>
                    <a:pt x="299" y="762"/>
                    <a:pt x="295" y="754"/>
                  </a:cubicBezTo>
                  <a:cubicBezTo>
                    <a:pt x="292" y="749"/>
                    <a:pt x="285" y="750"/>
                    <a:pt x="280" y="749"/>
                  </a:cubicBezTo>
                  <a:cubicBezTo>
                    <a:pt x="274" y="748"/>
                    <a:pt x="271" y="745"/>
                    <a:pt x="266" y="741"/>
                  </a:cubicBezTo>
                  <a:cubicBezTo>
                    <a:pt x="257" y="733"/>
                    <a:pt x="247" y="713"/>
                    <a:pt x="266" y="706"/>
                  </a:cubicBezTo>
                  <a:cubicBezTo>
                    <a:pt x="274" y="703"/>
                    <a:pt x="302" y="706"/>
                    <a:pt x="300" y="678"/>
                  </a:cubicBezTo>
                  <a:cubicBezTo>
                    <a:pt x="299" y="665"/>
                    <a:pt x="288" y="659"/>
                    <a:pt x="274" y="660"/>
                  </a:cubicBezTo>
                  <a:cubicBezTo>
                    <a:pt x="261" y="661"/>
                    <a:pt x="245" y="670"/>
                    <a:pt x="244" y="662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6" name="Freeform 325">
              <a:extLst>
                <a:ext uri="{FF2B5EF4-FFF2-40B4-BE49-F238E27FC236}">
                  <a16:creationId xmlns:a16="http://schemas.microsoft.com/office/drawing/2014/main" id="{9D3594AA-C37E-4C2B-AD82-D715F1B41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672"/>
              <a:ext cx="155" cy="232"/>
            </a:xfrm>
            <a:custGeom>
              <a:avLst/>
              <a:gdLst>
                <a:gd name="T0" fmla="*/ 658 w 62"/>
                <a:gd name="T1" fmla="*/ 171 h 87"/>
                <a:gd name="T2" fmla="*/ 188 w 62"/>
                <a:gd name="T3" fmla="*/ 264 h 87"/>
                <a:gd name="T4" fmla="*/ 95 w 62"/>
                <a:gd name="T5" fmla="*/ 627 h 87"/>
                <a:gd name="T6" fmla="*/ 20 w 62"/>
                <a:gd name="T7" fmla="*/ 1117 h 87"/>
                <a:gd name="T8" fmla="*/ 175 w 62"/>
                <a:gd name="T9" fmla="*/ 1459 h 87"/>
                <a:gd name="T10" fmla="*/ 158 w 62"/>
                <a:gd name="T11" fmla="*/ 1117 h 87"/>
                <a:gd name="T12" fmla="*/ 250 w 62"/>
                <a:gd name="T13" fmla="*/ 853 h 87"/>
                <a:gd name="T14" fmla="*/ 625 w 62"/>
                <a:gd name="T15" fmla="*/ 989 h 87"/>
                <a:gd name="T16" fmla="*/ 658 w 62"/>
                <a:gd name="T17" fmla="*/ 149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87">
                  <a:moveTo>
                    <a:pt x="42" y="9"/>
                  </a:moveTo>
                  <a:cubicBezTo>
                    <a:pt x="38" y="0"/>
                    <a:pt x="20" y="11"/>
                    <a:pt x="12" y="14"/>
                  </a:cubicBezTo>
                  <a:cubicBezTo>
                    <a:pt x="1" y="17"/>
                    <a:pt x="4" y="23"/>
                    <a:pt x="6" y="33"/>
                  </a:cubicBezTo>
                  <a:cubicBezTo>
                    <a:pt x="8" y="42"/>
                    <a:pt x="2" y="51"/>
                    <a:pt x="1" y="59"/>
                  </a:cubicBezTo>
                  <a:cubicBezTo>
                    <a:pt x="0" y="64"/>
                    <a:pt x="5" y="87"/>
                    <a:pt x="11" y="77"/>
                  </a:cubicBezTo>
                  <a:cubicBezTo>
                    <a:pt x="13" y="74"/>
                    <a:pt x="10" y="63"/>
                    <a:pt x="10" y="59"/>
                  </a:cubicBezTo>
                  <a:cubicBezTo>
                    <a:pt x="11" y="54"/>
                    <a:pt x="12" y="48"/>
                    <a:pt x="16" y="45"/>
                  </a:cubicBezTo>
                  <a:cubicBezTo>
                    <a:pt x="27" y="39"/>
                    <a:pt x="31" y="50"/>
                    <a:pt x="40" y="52"/>
                  </a:cubicBezTo>
                  <a:cubicBezTo>
                    <a:pt x="62" y="56"/>
                    <a:pt x="43" y="17"/>
                    <a:pt x="42" y="8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7" name="Freeform 326">
              <a:extLst>
                <a:ext uri="{FF2B5EF4-FFF2-40B4-BE49-F238E27FC236}">
                  <a16:creationId xmlns:a16="http://schemas.microsoft.com/office/drawing/2014/main" id="{A54D0CB4-4129-47FF-AD2B-96257AF30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952"/>
              <a:ext cx="227" cy="176"/>
            </a:xfrm>
            <a:custGeom>
              <a:avLst/>
              <a:gdLst>
                <a:gd name="T0" fmla="*/ 1245 w 91"/>
                <a:gd name="T1" fmla="*/ 0 h 66"/>
                <a:gd name="T2" fmla="*/ 945 w 91"/>
                <a:gd name="T3" fmla="*/ 456 h 66"/>
                <a:gd name="T4" fmla="*/ 791 w 91"/>
                <a:gd name="T5" fmla="*/ 192 h 66"/>
                <a:gd name="T6" fmla="*/ 529 w 91"/>
                <a:gd name="T7" fmla="*/ 192 h 66"/>
                <a:gd name="T8" fmla="*/ 155 w 91"/>
                <a:gd name="T9" fmla="*/ 533 h 66"/>
                <a:gd name="T10" fmla="*/ 417 w 91"/>
                <a:gd name="T11" fmla="*/ 456 h 66"/>
                <a:gd name="T12" fmla="*/ 696 w 91"/>
                <a:gd name="T13" fmla="*/ 435 h 66"/>
                <a:gd name="T14" fmla="*/ 821 w 91"/>
                <a:gd name="T15" fmla="*/ 704 h 66"/>
                <a:gd name="T16" fmla="*/ 666 w 91"/>
                <a:gd name="T17" fmla="*/ 931 h 66"/>
                <a:gd name="T18" fmla="*/ 1133 w 91"/>
                <a:gd name="T19" fmla="*/ 1229 h 66"/>
                <a:gd name="T20" fmla="*/ 1399 w 91"/>
                <a:gd name="T21" fmla="*/ 704 h 66"/>
                <a:gd name="T22" fmla="*/ 1320 w 91"/>
                <a:gd name="T23" fmla="*/ 341 h 66"/>
                <a:gd name="T24" fmla="*/ 1245 w 91"/>
                <a:gd name="T25" fmla="*/ 0 h 66"/>
                <a:gd name="T26" fmla="*/ 1245 w 91"/>
                <a:gd name="T27" fmla="*/ 0 h 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" h="66">
                  <a:moveTo>
                    <a:pt x="80" y="0"/>
                  </a:moveTo>
                  <a:cubicBezTo>
                    <a:pt x="74" y="6"/>
                    <a:pt x="73" y="28"/>
                    <a:pt x="61" y="24"/>
                  </a:cubicBezTo>
                  <a:cubicBezTo>
                    <a:pt x="56" y="22"/>
                    <a:pt x="54" y="14"/>
                    <a:pt x="51" y="10"/>
                  </a:cubicBezTo>
                  <a:cubicBezTo>
                    <a:pt x="45" y="4"/>
                    <a:pt x="41" y="8"/>
                    <a:pt x="34" y="10"/>
                  </a:cubicBezTo>
                  <a:cubicBezTo>
                    <a:pt x="30" y="11"/>
                    <a:pt x="0" y="17"/>
                    <a:pt x="10" y="28"/>
                  </a:cubicBezTo>
                  <a:cubicBezTo>
                    <a:pt x="14" y="33"/>
                    <a:pt x="23" y="26"/>
                    <a:pt x="27" y="24"/>
                  </a:cubicBezTo>
                  <a:cubicBezTo>
                    <a:pt x="33" y="21"/>
                    <a:pt x="39" y="19"/>
                    <a:pt x="45" y="23"/>
                  </a:cubicBezTo>
                  <a:cubicBezTo>
                    <a:pt x="50" y="26"/>
                    <a:pt x="55" y="31"/>
                    <a:pt x="53" y="37"/>
                  </a:cubicBezTo>
                  <a:cubicBezTo>
                    <a:pt x="51" y="44"/>
                    <a:pt x="43" y="43"/>
                    <a:pt x="43" y="49"/>
                  </a:cubicBezTo>
                  <a:cubicBezTo>
                    <a:pt x="42" y="59"/>
                    <a:pt x="66" y="64"/>
                    <a:pt x="73" y="65"/>
                  </a:cubicBezTo>
                  <a:cubicBezTo>
                    <a:pt x="86" y="66"/>
                    <a:pt x="91" y="49"/>
                    <a:pt x="90" y="37"/>
                  </a:cubicBezTo>
                  <a:cubicBezTo>
                    <a:pt x="89" y="31"/>
                    <a:pt x="86" y="25"/>
                    <a:pt x="85" y="18"/>
                  </a:cubicBezTo>
                  <a:cubicBezTo>
                    <a:pt x="85" y="15"/>
                    <a:pt x="83" y="3"/>
                    <a:pt x="80" y="0"/>
                  </a:cubicBezTo>
                  <a:cubicBezTo>
                    <a:pt x="80" y="0"/>
                    <a:pt x="81" y="1"/>
                    <a:pt x="80" y="0"/>
                  </a:cubicBezTo>
                  <a:close/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8" name="Freeform 327">
              <a:extLst>
                <a:ext uri="{FF2B5EF4-FFF2-40B4-BE49-F238E27FC236}">
                  <a16:creationId xmlns:a16="http://schemas.microsoft.com/office/drawing/2014/main" id="{5C832BD7-378C-40CC-8811-37490EA31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080"/>
              <a:ext cx="735" cy="2152"/>
            </a:xfrm>
            <a:custGeom>
              <a:avLst/>
              <a:gdLst>
                <a:gd name="T0" fmla="*/ 300 w 294"/>
                <a:gd name="T1" fmla="*/ 2901 h 807"/>
                <a:gd name="T2" fmla="*/ 333 w 294"/>
                <a:gd name="T3" fmla="*/ 2296 h 807"/>
                <a:gd name="T4" fmla="*/ 83 w 294"/>
                <a:gd name="T5" fmla="*/ 1877 h 807"/>
                <a:gd name="T6" fmla="*/ 363 w 294"/>
                <a:gd name="T7" fmla="*/ 1045 h 807"/>
                <a:gd name="T8" fmla="*/ 83 w 294"/>
                <a:gd name="T9" fmla="*/ 589 h 807"/>
                <a:gd name="T10" fmla="*/ 645 w 294"/>
                <a:gd name="T11" fmla="*/ 136 h 807"/>
                <a:gd name="T12" fmla="*/ 958 w 294"/>
                <a:gd name="T13" fmla="*/ 739 h 807"/>
                <a:gd name="T14" fmla="*/ 1520 w 294"/>
                <a:gd name="T15" fmla="*/ 341 h 807"/>
                <a:gd name="T16" fmla="*/ 1750 w 294"/>
                <a:gd name="T17" fmla="*/ 1101 h 807"/>
                <a:gd name="T18" fmla="*/ 2550 w 294"/>
                <a:gd name="T19" fmla="*/ 717 h 807"/>
                <a:gd name="T20" fmla="*/ 2938 w 294"/>
                <a:gd name="T21" fmla="*/ 1571 h 807"/>
                <a:gd name="T22" fmla="*/ 2270 w 294"/>
                <a:gd name="T23" fmla="*/ 1557 h 807"/>
                <a:gd name="T24" fmla="*/ 2345 w 294"/>
                <a:gd name="T25" fmla="*/ 2240 h 807"/>
                <a:gd name="T26" fmla="*/ 2270 w 294"/>
                <a:gd name="T27" fmla="*/ 2616 h 807"/>
                <a:gd name="T28" fmla="*/ 2675 w 294"/>
                <a:gd name="T29" fmla="*/ 3149 h 807"/>
                <a:gd name="T30" fmla="*/ 3500 w 294"/>
                <a:gd name="T31" fmla="*/ 3699 h 807"/>
                <a:gd name="T32" fmla="*/ 2520 w 294"/>
                <a:gd name="T33" fmla="*/ 3243 h 807"/>
                <a:gd name="T34" fmla="*/ 2625 w 294"/>
                <a:gd name="T35" fmla="*/ 4267 h 807"/>
                <a:gd name="T36" fmla="*/ 2363 w 294"/>
                <a:gd name="T37" fmla="*/ 4856 h 807"/>
                <a:gd name="T38" fmla="*/ 2750 w 294"/>
                <a:gd name="T39" fmla="*/ 5496 h 807"/>
                <a:gd name="T40" fmla="*/ 2783 w 294"/>
                <a:gd name="T41" fmla="*/ 6507 h 807"/>
                <a:gd name="T42" fmla="*/ 2875 w 294"/>
                <a:gd name="T43" fmla="*/ 7245 h 807"/>
                <a:gd name="T44" fmla="*/ 2925 w 294"/>
                <a:gd name="T45" fmla="*/ 8704 h 807"/>
                <a:gd name="T46" fmla="*/ 4050 w 294"/>
                <a:gd name="T47" fmla="*/ 8384 h 807"/>
                <a:gd name="T48" fmla="*/ 4583 w 294"/>
                <a:gd name="T49" fmla="*/ 9011 h 807"/>
                <a:gd name="T50" fmla="*/ 4270 w 294"/>
                <a:gd name="T51" fmla="*/ 10389 h 807"/>
                <a:gd name="T52" fmla="*/ 3688 w 294"/>
                <a:gd name="T53" fmla="*/ 9523 h 807"/>
                <a:gd name="T54" fmla="*/ 3283 w 294"/>
                <a:gd name="T55" fmla="*/ 10773 h 807"/>
                <a:gd name="T56" fmla="*/ 2958 w 294"/>
                <a:gd name="T57" fmla="*/ 11683 h 807"/>
                <a:gd name="T58" fmla="*/ 3658 w 294"/>
                <a:gd name="T59" fmla="*/ 11811 h 807"/>
                <a:gd name="T60" fmla="*/ 3438 w 294"/>
                <a:gd name="T61" fmla="*/ 13517 h 807"/>
                <a:gd name="T62" fmla="*/ 3033 w 294"/>
                <a:gd name="T63" fmla="*/ 12992 h 807"/>
                <a:gd name="T64" fmla="*/ 2470 w 294"/>
                <a:gd name="T65" fmla="*/ 12629 h 807"/>
                <a:gd name="T66" fmla="*/ 1845 w 294"/>
                <a:gd name="T67" fmla="*/ 13517 h 807"/>
                <a:gd name="T68" fmla="*/ 1895 w 294"/>
                <a:gd name="T69" fmla="*/ 14336 h 807"/>
                <a:gd name="T70" fmla="*/ 595 w 294"/>
                <a:gd name="T71" fmla="*/ 15283 h 807"/>
                <a:gd name="T72" fmla="*/ 333 w 294"/>
                <a:gd name="T73" fmla="*/ 14429 h 807"/>
                <a:gd name="T74" fmla="*/ 1125 w 294"/>
                <a:gd name="T75" fmla="*/ 14827 h 807"/>
                <a:gd name="T76" fmla="*/ 1438 w 294"/>
                <a:gd name="T77" fmla="*/ 13917 h 807"/>
                <a:gd name="T78" fmla="*/ 1333 w 294"/>
                <a:gd name="T79" fmla="*/ 12779 h 807"/>
                <a:gd name="T80" fmla="*/ 708 w 294"/>
                <a:gd name="T81" fmla="*/ 13517 h 807"/>
                <a:gd name="T82" fmla="*/ 220 w 294"/>
                <a:gd name="T83" fmla="*/ 13163 h 807"/>
                <a:gd name="T84" fmla="*/ 1020 w 294"/>
                <a:gd name="T85" fmla="*/ 13085 h 807"/>
                <a:gd name="T86" fmla="*/ 550 w 294"/>
                <a:gd name="T87" fmla="*/ 12381 h 807"/>
                <a:gd name="T88" fmla="*/ 375 w 294"/>
                <a:gd name="T89" fmla="*/ 11869 h 80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94" h="807">
                  <a:moveTo>
                    <a:pt x="33" y="157"/>
                  </a:moveTo>
                  <a:cubicBezTo>
                    <a:pt x="29" y="158"/>
                    <a:pt x="22" y="156"/>
                    <a:pt x="19" y="153"/>
                  </a:cubicBezTo>
                  <a:cubicBezTo>
                    <a:pt x="10" y="148"/>
                    <a:pt x="15" y="146"/>
                    <a:pt x="19" y="140"/>
                  </a:cubicBezTo>
                  <a:cubicBezTo>
                    <a:pt x="24" y="134"/>
                    <a:pt x="26" y="126"/>
                    <a:pt x="21" y="121"/>
                  </a:cubicBezTo>
                  <a:cubicBezTo>
                    <a:pt x="16" y="115"/>
                    <a:pt x="10" y="118"/>
                    <a:pt x="5" y="115"/>
                  </a:cubicBezTo>
                  <a:cubicBezTo>
                    <a:pt x="1" y="112"/>
                    <a:pt x="0" y="102"/>
                    <a:pt x="5" y="99"/>
                  </a:cubicBezTo>
                  <a:cubicBezTo>
                    <a:pt x="11" y="95"/>
                    <a:pt x="19" y="99"/>
                    <a:pt x="26" y="94"/>
                  </a:cubicBezTo>
                  <a:cubicBezTo>
                    <a:pt x="36" y="85"/>
                    <a:pt x="35" y="62"/>
                    <a:pt x="23" y="55"/>
                  </a:cubicBezTo>
                  <a:cubicBezTo>
                    <a:pt x="18" y="52"/>
                    <a:pt x="13" y="54"/>
                    <a:pt x="9" y="52"/>
                  </a:cubicBezTo>
                  <a:cubicBezTo>
                    <a:pt x="1" y="49"/>
                    <a:pt x="5" y="38"/>
                    <a:pt x="5" y="31"/>
                  </a:cubicBezTo>
                  <a:cubicBezTo>
                    <a:pt x="5" y="15"/>
                    <a:pt x="9" y="5"/>
                    <a:pt x="26" y="2"/>
                  </a:cubicBezTo>
                  <a:cubicBezTo>
                    <a:pt x="32" y="1"/>
                    <a:pt x="39" y="0"/>
                    <a:pt x="41" y="7"/>
                  </a:cubicBezTo>
                  <a:cubicBezTo>
                    <a:pt x="42" y="14"/>
                    <a:pt x="35" y="17"/>
                    <a:pt x="40" y="25"/>
                  </a:cubicBezTo>
                  <a:cubicBezTo>
                    <a:pt x="43" y="30"/>
                    <a:pt x="54" y="36"/>
                    <a:pt x="61" y="39"/>
                  </a:cubicBezTo>
                  <a:cubicBezTo>
                    <a:pt x="70" y="43"/>
                    <a:pt x="80" y="40"/>
                    <a:pt x="85" y="31"/>
                  </a:cubicBezTo>
                  <a:cubicBezTo>
                    <a:pt x="88" y="25"/>
                    <a:pt x="87" y="15"/>
                    <a:pt x="97" y="18"/>
                  </a:cubicBezTo>
                  <a:cubicBezTo>
                    <a:pt x="106" y="20"/>
                    <a:pt x="104" y="31"/>
                    <a:pt x="104" y="38"/>
                  </a:cubicBezTo>
                  <a:cubicBezTo>
                    <a:pt x="104" y="45"/>
                    <a:pt x="105" y="54"/>
                    <a:pt x="112" y="58"/>
                  </a:cubicBezTo>
                  <a:cubicBezTo>
                    <a:pt x="117" y="62"/>
                    <a:pt x="133" y="69"/>
                    <a:pt x="140" y="66"/>
                  </a:cubicBezTo>
                  <a:cubicBezTo>
                    <a:pt x="154" y="60"/>
                    <a:pt x="142" y="23"/>
                    <a:pt x="163" y="38"/>
                  </a:cubicBezTo>
                  <a:cubicBezTo>
                    <a:pt x="171" y="44"/>
                    <a:pt x="175" y="53"/>
                    <a:pt x="179" y="61"/>
                  </a:cubicBezTo>
                  <a:cubicBezTo>
                    <a:pt x="182" y="66"/>
                    <a:pt x="196" y="77"/>
                    <a:pt x="188" y="83"/>
                  </a:cubicBezTo>
                  <a:cubicBezTo>
                    <a:pt x="183" y="87"/>
                    <a:pt x="172" y="75"/>
                    <a:pt x="167" y="74"/>
                  </a:cubicBezTo>
                  <a:cubicBezTo>
                    <a:pt x="158" y="71"/>
                    <a:pt x="151" y="75"/>
                    <a:pt x="145" y="82"/>
                  </a:cubicBezTo>
                  <a:cubicBezTo>
                    <a:pt x="142" y="87"/>
                    <a:pt x="137" y="97"/>
                    <a:pt x="137" y="103"/>
                  </a:cubicBezTo>
                  <a:cubicBezTo>
                    <a:pt x="137" y="114"/>
                    <a:pt x="143" y="114"/>
                    <a:pt x="150" y="118"/>
                  </a:cubicBezTo>
                  <a:cubicBezTo>
                    <a:pt x="156" y="121"/>
                    <a:pt x="160" y="128"/>
                    <a:pt x="154" y="134"/>
                  </a:cubicBezTo>
                  <a:cubicBezTo>
                    <a:pt x="151" y="136"/>
                    <a:pt x="148" y="135"/>
                    <a:pt x="145" y="138"/>
                  </a:cubicBezTo>
                  <a:cubicBezTo>
                    <a:pt x="142" y="143"/>
                    <a:pt x="146" y="149"/>
                    <a:pt x="148" y="153"/>
                  </a:cubicBezTo>
                  <a:cubicBezTo>
                    <a:pt x="153" y="158"/>
                    <a:pt x="163" y="164"/>
                    <a:pt x="171" y="166"/>
                  </a:cubicBezTo>
                  <a:cubicBezTo>
                    <a:pt x="188" y="171"/>
                    <a:pt x="191" y="162"/>
                    <a:pt x="201" y="151"/>
                  </a:cubicBezTo>
                  <a:cubicBezTo>
                    <a:pt x="228" y="120"/>
                    <a:pt x="243" y="193"/>
                    <a:pt x="224" y="195"/>
                  </a:cubicBezTo>
                  <a:cubicBezTo>
                    <a:pt x="215" y="195"/>
                    <a:pt x="203" y="184"/>
                    <a:pt x="197" y="179"/>
                  </a:cubicBezTo>
                  <a:cubicBezTo>
                    <a:pt x="186" y="172"/>
                    <a:pt x="174" y="168"/>
                    <a:pt x="161" y="171"/>
                  </a:cubicBezTo>
                  <a:cubicBezTo>
                    <a:pt x="146" y="174"/>
                    <a:pt x="143" y="189"/>
                    <a:pt x="151" y="201"/>
                  </a:cubicBezTo>
                  <a:cubicBezTo>
                    <a:pt x="156" y="208"/>
                    <a:pt x="173" y="215"/>
                    <a:pt x="168" y="225"/>
                  </a:cubicBezTo>
                  <a:cubicBezTo>
                    <a:pt x="165" y="230"/>
                    <a:pt x="156" y="231"/>
                    <a:pt x="153" y="238"/>
                  </a:cubicBezTo>
                  <a:cubicBezTo>
                    <a:pt x="151" y="243"/>
                    <a:pt x="151" y="250"/>
                    <a:pt x="151" y="256"/>
                  </a:cubicBezTo>
                  <a:cubicBezTo>
                    <a:pt x="150" y="265"/>
                    <a:pt x="158" y="281"/>
                    <a:pt x="169" y="280"/>
                  </a:cubicBezTo>
                  <a:cubicBezTo>
                    <a:pt x="171" y="279"/>
                    <a:pt x="179" y="281"/>
                    <a:pt x="176" y="290"/>
                  </a:cubicBezTo>
                  <a:cubicBezTo>
                    <a:pt x="171" y="303"/>
                    <a:pt x="189" y="313"/>
                    <a:pt x="185" y="327"/>
                  </a:cubicBezTo>
                  <a:cubicBezTo>
                    <a:pt x="183" y="333"/>
                    <a:pt x="179" y="337"/>
                    <a:pt x="178" y="343"/>
                  </a:cubicBezTo>
                  <a:cubicBezTo>
                    <a:pt x="177" y="349"/>
                    <a:pt x="179" y="355"/>
                    <a:pt x="181" y="360"/>
                  </a:cubicBezTo>
                  <a:cubicBezTo>
                    <a:pt x="183" y="367"/>
                    <a:pt x="184" y="375"/>
                    <a:pt x="184" y="382"/>
                  </a:cubicBezTo>
                  <a:cubicBezTo>
                    <a:pt x="183" y="391"/>
                    <a:pt x="176" y="396"/>
                    <a:pt x="173" y="405"/>
                  </a:cubicBezTo>
                  <a:cubicBezTo>
                    <a:pt x="168" y="424"/>
                    <a:pt x="179" y="442"/>
                    <a:pt x="187" y="459"/>
                  </a:cubicBezTo>
                  <a:cubicBezTo>
                    <a:pt x="193" y="473"/>
                    <a:pt x="203" y="486"/>
                    <a:pt x="221" y="482"/>
                  </a:cubicBezTo>
                  <a:cubicBezTo>
                    <a:pt x="242" y="477"/>
                    <a:pt x="239" y="446"/>
                    <a:pt x="259" y="442"/>
                  </a:cubicBezTo>
                  <a:cubicBezTo>
                    <a:pt x="266" y="441"/>
                    <a:pt x="277" y="445"/>
                    <a:pt x="284" y="449"/>
                  </a:cubicBezTo>
                  <a:cubicBezTo>
                    <a:pt x="293" y="455"/>
                    <a:pt x="294" y="464"/>
                    <a:pt x="293" y="475"/>
                  </a:cubicBezTo>
                  <a:cubicBezTo>
                    <a:pt x="293" y="489"/>
                    <a:pt x="290" y="504"/>
                    <a:pt x="287" y="517"/>
                  </a:cubicBezTo>
                  <a:cubicBezTo>
                    <a:pt x="284" y="526"/>
                    <a:pt x="282" y="543"/>
                    <a:pt x="273" y="548"/>
                  </a:cubicBezTo>
                  <a:cubicBezTo>
                    <a:pt x="262" y="554"/>
                    <a:pt x="262" y="539"/>
                    <a:pt x="259" y="532"/>
                  </a:cubicBezTo>
                  <a:cubicBezTo>
                    <a:pt x="255" y="523"/>
                    <a:pt x="245" y="510"/>
                    <a:pt x="236" y="502"/>
                  </a:cubicBezTo>
                  <a:cubicBezTo>
                    <a:pt x="222" y="491"/>
                    <a:pt x="193" y="493"/>
                    <a:pt x="197" y="519"/>
                  </a:cubicBezTo>
                  <a:cubicBezTo>
                    <a:pt x="200" y="535"/>
                    <a:pt x="217" y="552"/>
                    <a:pt x="210" y="568"/>
                  </a:cubicBezTo>
                  <a:cubicBezTo>
                    <a:pt x="206" y="577"/>
                    <a:pt x="199" y="577"/>
                    <a:pt x="193" y="583"/>
                  </a:cubicBezTo>
                  <a:cubicBezTo>
                    <a:pt x="186" y="589"/>
                    <a:pt x="186" y="607"/>
                    <a:pt x="189" y="616"/>
                  </a:cubicBezTo>
                  <a:cubicBezTo>
                    <a:pt x="192" y="624"/>
                    <a:pt x="202" y="629"/>
                    <a:pt x="209" y="629"/>
                  </a:cubicBezTo>
                  <a:cubicBezTo>
                    <a:pt x="219" y="630"/>
                    <a:pt x="225" y="623"/>
                    <a:pt x="234" y="623"/>
                  </a:cubicBezTo>
                  <a:cubicBezTo>
                    <a:pt x="266" y="620"/>
                    <a:pt x="247" y="653"/>
                    <a:pt x="240" y="667"/>
                  </a:cubicBezTo>
                  <a:cubicBezTo>
                    <a:pt x="235" y="677"/>
                    <a:pt x="230" y="707"/>
                    <a:pt x="220" y="713"/>
                  </a:cubicBezTo>
                  <a:cubicBezTo>
                    <a:pt x="206" y="721"/>
                    <a:pt x="213" y="704"/>
                    <a:pt x="212" y="698"/>
                  </a:cubicBezTo>
                  <a:cubicBezTo>
                    <a:pt x="211" y="690"/>
                    <a:pt x="203" y="684"/>
                    <a:pt x="194" y="685"/>
                  </a:cubicBezTo>
                  <a:cubicBezTo>
                    <a:pt x="182" y="688"/>
                    <a:pt x="177" y="708"/>
                    <a:pt x="166" y="691"/>
                  </a:cubicBezTo>
                  <a:cubicBezTo>
                    <a:pt x="161" y="684"/>
                    <a:pt x="163" y="674"/>
                    <a:pt x="158" y="666"/>
                  </a:cubicBezTo>
                  <a:cubicBezTo>
                    <a:pt x="144" y="647"/>
                    <a:pt x="114" y="662"/>
                    <a:pt x="116" y="684"/>
                  </a:cubicBezTo>
                  <a:cubicBezTo>
                    <a:pt x="118" y="694"/>
                    <a:pt x="129" y="704"/>
                    <a:pt x="118" y="713"/>
                  </a:cubicBezTo>
                  <a:cubicBezTo>
                    <a:pt x="110" y="718"/>
                    <a:pt x="101" y="711"/>
                    <a:pt x="97" y="724"/>
                  </a:cubicBezTo>
                  <a:cubicBezTo>
                    <a:pt x="92" y="742"/>
                    <a:pt x="110" y="748"/>
                    <a:pt x="121" y="756"/>
                  </a:cubicBezTo>
                  <a:cubicBezTo>
                    <a:pt x="143" y="772"/>
                    <a:pt x="120" y="783"/>
                    <a:pt x="104" y="789"/>
                  </a:cubicBezTo>
                  <a:cubicBezTo>
                    <a:pt x="84" y="797"/>
                    <a:pt x="60" y="806"/>
                    <a:pt x="38" y="806"/>
                  </a:cubicBezTo>
                  <a:cubicBezTo>
                    <a:pt x="24" y="807"/>
                    <a:pt x="16" y="803"/>
                    <a:pt x="14" y="789"/>
                  </a:cubicBezTo>
                  <a:cubicBezTo>
                    <a:pt x="13" y="780"/>
                    <a:pt x="13" y="765"/>
                    <a:pt x="21" y="761"/>
                  </a:cubicBezTo>
                  <a:cubicBezTo>
                    <a:pt x="27" y="759"/>
                    <a:pt x="46" y="760"/>
                    <a:pt x="52" y="764"/>
                  </a:cubicBezTo>
                  <a:cubicBezTo>
                    <a:pt x="62" y="770"/>
                    <a:pt x="59" y="779"/>
                    <a:pt x="72" y="782"/>
                  </a:cubicBezTo>
                  <a:cubicBezTo>
                    <a:pt x="86" y="785"/>
                    <a:pt x="98" y="778"/>
                    <a:pt x="103" y="765"/>
                  </a:cubicBezTo>
                  <a:cubicBezTo>
                    <a:pt x="109" y="750"/>
                    <a:pt x="100" y="745"/>
                    <a:pt x="92" y="734"/>
                  </a:cubicBezTo>
                  <a:cubicBezTo>
                    <a:pt x="77" y="712"/>
                    <a:pt x="110" y="711"/>
                    <a:pt x="106" y="689"/>
                  </a:cubicBezTo>
                  <a:cubicBezTo>
                    <a:pt x="105" y="678"/>
                    <a:pt x="97" y="673"/>
                    <a:pt x="85" y="674"/>
                  </a:cubicBezTo>
                  <a:cubicBezTo>
                    <a:pt x="74" y="676"/>
                    <a:pt x="75" y="685"/>
                    <a:pt x="68" y="692"/>
                  </a:cubicBezTo>
                  <a:cubicBezTo>
                    <a:pt x="66" y="694"/>
                    <a:pt x="56" y="708"/>
                    <a:pt x="45" y="713"/>
                  </a:cubicBezTo>
                  <a:cubicBezTo>
                    <a:pt x="30" y="720"/>
                    <a:pt x="12" y="717"/>
                    <a:pt x="9" y="710"/>
                  </a:cubicBezTo>
                  <a:cubicBezTo>
                    <a:pt x="7" y="705"/>
                    <a:pt x="7" y="696"/>
                    <a:pt x="14" y="694"/>
                  </a:cubicBezTo>
                  <a:cubicBezTo>
                    <a:pt x="22" y="692"/>
                    <a:pt x="38" y="696"/>
                    <a:pt x="41" y="696"/>
                  </a:cubicBezTo>
                  <a:cubicBezTo>
                    <a:pt x="49" y="696"/>
                    <a:pt x="59" y="697"/>
                    <a:pt x="65" y="690"/>
                  </a:cubicBezTo>
                  <a:cubicBezTo>
                    <a:pt x="71" y="683"/>
                    <a:pt x="74" y="674"/>
                    <a:pt x="71" y="665"/>
                  </a:cubicBezTo>
                  <a:cubicBezTo>
                    <a:pt x="69" y="656"/>
                    <a:pt x="50" y="653"/>
                    <a:pt x="35" y="653"/>
                  </a:cubicBezTo>
                  <a:cubicBezTo>
                    <a:pt x="19" y="653"/>
                    <a:pt x="2" y="657"/>
                    <a:pt x="2" y="643"/>
                  </a:cubicBezTo>
                  <a:cubicBezTo>
                    <a:pt x="2" y="631"/>
                    <a:pt x="12" y="625"/>
                    <a:pt x="24" y="626"/>
                  </a:cubicBezTo>
                  <a:cubicBezTo>
                    <a:pt x="34" y="627"/>
                    <a:pt x="50" y="636"/>
                    <a:pt x="56" y="629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9" name="Line 328">
              <a:extLst>
                <a:ext uri="{FF2B5EF4-FFF2-40B4-BE49-F238E27FC236}">
                  <a16:creationId xmlns:a16="http://schemas.microsoft.com/office/drawing/2014/main" id="{4A8A6545-1E9A-495D-B9A2-7305D8C5A7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3" y="2760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0" name="Freeform 329">
              <a:extLst>
                <a:ext uri="{FF2B5EF4-FFF2-40B4-BE49-F238E27FC236}">
                  <a16:creationId xmlns:a16="http://schemas.microsoft.com/office/drawing/2014/main" id="{B571CE8C-8C22-4F8A-BC15-ABDD6CC37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-12" y="941"/>
              <a:ext cx="1750" cy="2392"/>
            </a:xfrm>
            <a:custGeom>
              <a:avLst/>
              <a:gdLst>
                <a:gd name="T0" fmla="*/ 5470 w 700"/>
                <a:gd name="T1" fmla="*/ 15565 h 897"/>
                <a:gd name="T2" fmla="*/ 5408 w 700"/>
                <a:gd name="T3" fmla="*/ 16064 h 897"/>
                <a:gd name="T4" fmla="*/ 5050 w 700"/>
                <a:gd name="T5" fmla="*/ 16704 h 897"/>
                <a:gd name="T6" fmla="*/ 3845 w 700"/>
                <a:gd name="T7" fmla="*/ 16632 h 897"/>
                <a:gd name="T8" fmla="*/ 2925 w 700"/>
                <a:gd name="T9" fmla="*/ 15837 h 897"/>
                <a:gd name="T10" fmla="*/ 1550 w 700"/>
                <a:gd name="T11" fmla="*/ 15168 h 897"/>
                <a:gd name="T12" fmla="*/ 750 w 700"/>
                <a:gd name="T13" fmla="*/ 12651 h 897"/>
                <a:gd name="T14" fmla="*/ 520 w 700"/>
                <a:gd name="T15" fmla="*/ 12536 h 897"/>
                <a:gd name="T16" fmla="*/ 125 w 700"/>
                <a:gd name="T17" fmla="*/ 10013 h 897"/>
                <a:gd name="T18" fmla="*/ 220 w 700"/>
                <a:gd name="T19" fmla="*/ 8853 h 897"/>
                <a:gd name="T20" fmla="*/ 270 w 700"/>
                <a:gd name="T21" fmla="*/ 7488 h 897"/>
                <a:gd name="T22" fmla="*/ 533 w 700"/>
                <a:gd name="T23" fmla="*/ 6336 h 897"/>
                <a:gd name="T24" fmla="*/ 770 w 700"/>
                <a:gd name="T25" fmla="*/ 4573 h 897"/>
                <a:gd name="T26" fmla="*/ 1050 w 700"/>
                <a:gd name="T27" fmla="*/ 4019 h 897"/>
                <a:gd name="T28" fmla="*/ 1175 w 700"/>
                <a:gd name="T29" fmla="*/ 3357 h 897"/>
                <a:gd name="T30" fmla="*/ 1813 w 700"/>
                <a:gd name="T31" fmla="*/ 2539 h 897"/>
                <a:gd name="T32" fmla="*/ 2550 w 700"/>
                <a:gd name="T33" fmla="*/ 1309 h 897"/>
                <a:gd name="T34" fmla="*/ 3750 w 700"/>
                <a:gd name="T35" fmla="*/ 547 h 897"/>
                <a:gd name="T36" fmla="*/ 5095 w 700"/>
                <a:gd name="T37" fmla="*/ 264 h 897"/>
                <a:gd name="T38" fmla="*/ 5470 w 700"/>
                <a:gd name="T39" fmla="*/ 1365 h 897"/>
                <a:gd name="T40" fmla="*/ 5800 w 700"/>
                <a:gd name="T41" fmla="*/ 320 h 897"/>
                <a:gd name="T42" fmla="*/ 7050 w 700"/>
                <a:gd name="T43" fmla="*/ 605 h 897"/>
                <a:gd name="T44" fmla="*/ 7458 w 700"/>
                <a:gd name="T45" fmla="*/ 683 h 897"/>
                <a:gd name="T46" fmla="*/ 7658 w 700"/>
                <a:gd name="T47" fmla="*/ 760 h 897"/>
                <a:gd name="T48" fmla="*/ 7750 w 700"/>
                <a:gd name="T49" fmla="*/ 1024 h 897"/>
                <a:gd name="T50" fmla="*/ 7938 w 700"/>
                <a:gd name="T51" fmla="*/ 931 h 897"/>
                <a:gd name="T52" fmla="*/ 8175 w 700"/>
                <a:gd name="T53" fmla="*/ 1080 h 897"/>
                <a:gd name="T54" fmla="*/ 8688 w 700"/>
                <a:gd name="T55" fmla="*/ 1536 h 897"/>
                <a:gd name="T56" fmla="*/ 9238 w 700"/>
                <a:gd name="T57" fmla="*/ 2752 h 897"/>
                <a:gd name="T58" fmla="*/ 9658 w 700"/>
                <a:gd name="T59" fmla="*/ 3491 h 897"/>
                <a:gd name="T60" fmla="*/ 9938 w 700"/>
                <a:gd name="T61" fmla="*/ 4323 h 897"/>
                <a:gd name="T62" fmla="*/ 9938 w 700"/>
                <a:gd name="T63" fmla="*/ 4856 h 897"/>
                <a:gd name="T64" fmla="*/ 10125 w 700"/>
                <a:gd name="T65" fmla="*/ 5213 h 897"/>
                <a:gd name="T66" fmla="*/ 10300 w 700"/>
                <a:gd name="T67" fmla="*/ 5747 h 897"/>
                <a:gd name="T68" fmla="*/ 10345 w 700"/>
                <a:gd name="T69" fmla="*/ 6520 h 897"/>
                <a:gd name="T70" fmla="*/ 10658 w 700"/>
                <a:gd name="T71" fmla="*/ 7488 h 897"/>
                <a:gd name="T72" fmla="*/ 10708 w 700"/>
                <a:gd name="T73" fmla="*/ 8853 h 897"/>
                <a:gd name="T74" fmla="*/ 10813 w 700"/>
                <a:gd name="T75" fmla="*/ 10013 h 897"/>
                <a:gd name="T76" fmla="*/ 10300 w 700"/>
                <a:gd name="T77" fmla="*/ 12459 h 897"/>
                <a:gd name="T78" fmla="*/ 10083 w 700"/>
                <a:gd name="T79" fmla="*/ 12608 h 897"/>
                <a:gd name="T80" fmla="*/ 9175 w 700"/>
                <a:gd name="T81" fmla="*/ 15133 h 897"/>
                <a:gd name="T82" fmla="*/ 8408 w 700"/>
                <a:gd name="T83" fmla="*/ 15723 h 897"/>
                <a:gd name="T84" fmla="*/ 8175 w 700"/>
                <a:gd name="T85" fmla="*/ 16021 h 897"/>
                <a:gd name="T86" fmla="*/ 7083 w 700"/>
                <a:gd name="T87" fmla="*/ 16632 h 897"/>
                <a:gd name="T88" fmla="*/ 5688 w 700"/>
                <a:gd name="T89" fmla="*/ 16704 h 897"/>
                <a:gd name="T90" fmla="*/ 5533 w 700"/>
                <a:gd name="T91" fmla="*/ 15965 h 897"/>
                <a:gd name="T92" fmla="*/ 5470 w 700"/>
                <a:gd name="T93" fmla="*/ 15565 h 89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00" h="897">
                  <a:moveTo>
                    <a:pt x="350" y="821"/>
                  </a:moveTo>
                  <a:cubicBezTo>
                    <a:pt x="350" y="821"/>
                    <a:pt x="349" y="833"/>
                    <a:pt x="346" y="847"/>
                  </a:cubicBezTo>
                  <a:cubicBezTo>
                    <a:pt x="343" y="861"/>
                    <a:pt x="345" y="865"/>
                    <a:pt x="323" y="881"/>
                  </a:cubicBezTo>
                  <a:cubicBezTo>
                    <a:pt x="300" y="897"/>
                    <a:pt x="272" y="880"/>
                    <a:pt x="246" y="877"/>
                  </a:cubicBezTo>
                  <a:cubicBezTo>
                    <a:pt x="220" y="873"/>
                    <a:pt x="190" y="856"/>
                    <a:pt x="187" y="835"/>
                  </a:cubicBezTo>
                  <a:cubicBezTo>
                    <a:pt x="179" y="841"/>
                    <a:pt x="139" y="825"/>
                    <a:pt x="99" y="800"/>
                  </a:cubicBezTo>
                  <a:cubicBezTo>
                    <a:pt x="73" y="781"/>
                    <a:pt x="43" y="694"/>
                    <a:pt x="48" y="667"/>
                  </a:cubicBezTo>
                  <a:cubicBezTo>
                    <a:pt x="48" y="667"/>
                    <a:pt x="49" y="673"/>
                    <a:pt x="33" y="661"/>
                  </a:cubicBezTo>
                  <a:cubicBezTo>
                    <a:pt x="17" y="648"/>
                    <a:pt x="9" y="566"/>
                    <a:pt x="8" y="528"/>
                  </a:cubicBezTo>
                  <a:cubicBezTo>
                    <a:pt x="6" y="489"/>
                    <a:pt x="6" y="470"/>
                    <a:pt x="14" y="467"/>
                  </a:cubicBezTo>
                  <a:cubicBezTo>
                    <a:pt x="0" y="456"/>
                    <a:pt x="16" y="425"/>
                    <a:pt x="17" y="395"/>
                  </a:cubicBezTo>
                  <a:cubicBezTo>
                    <a:pt x="19" y="365"/>
                    <a:pt x="18" y="344"/>
                    <a:pt x="34" y="334"/>
                  </a:cubicBezTo>
                  <a:cubicBezTo>
                    <a:pt x="28" y="325"/>
                    <a:pt x="40" y="283"/>
                    <a:pt x="49" y="241"/>
                  </a:cubicBezTo>
                  <a:cubicBezTo>
                    <a:pt x="52" y="232"/>
                    <a:pt x="56" y="215"/>
                    <a:pt x="67" y="212"/>
                  </a:cubicBezTo>
                  <a:cubicBezTo>
                    <a:pt x="60" y="201"/>
                    <a:pt x="69" y="187"/>
                    <a:pt x="75" y="177"/>
                  </a:cubicBezTo>
                  <a:cubicBezTo>
                    <a:pt x="88" y="154"/>
                    <a:pt x="103" y="136"/>
                    <a:pt x="116" y="134"/>
                  </a:cubicBezTo>
                  <a:cubicBezTo>
                    <a:pt x="113" y="118"/>
                    <a:pt x="145" y="67"/>
                    <a:pt x="163" y="69"/>
                  </a:cubicBezTo>
                  <a:cubicBezTo>
                    <a:pt x="169" y="57"/>
                    <a:pt x="220" y="30"/>
                    <a:pt x="240" y="29"/>
                  </a:cubicBezTo>
                  <a:cubicBezTo>
                    <a:pt x="241" y="13"/>
                    <a:pt x="288" y="0"/>
                    <a:pt x="326" y="14"/>
                  </a:cubicBezTo>
                  <a:cubicBezTo>
                    <a:pt x="339" y="19"/>
                    <a:pt x="349" y="34"/>
                    <a:pt x="350" y="72"/>
                  </a:cubicBezTo>
                  <a:cubicBezTo>
                    <a:pt x="346" y="30"/>
                    <a:pt x="358" y="22"/>
                    <a:pt x="371" y="17"/>
                  </a:cubicBezTo>
                  <a:cubicBezTo>
                    <a:pt x="409" y="3"/>
                    <a:pt x="433" y="16"/>
                    <a:pt x="451" y="32"/>
                  </a:cubicBezTo>
                  <a:cubicBezTo>
                    <a:pt x="457" y="30"/>
                    <a:pt x="466" y="32"/>
                    <a:pt x="477" y="36"/>
                  </a:cubicBezTo>
                  <a:cubicBezTo>
                    <a:pt x="481" y="37"/>
                    <a:pt x="486" y="39"/>
                    <a:pt x="490" y="40"/>
                  </a:cubicBezTo>
                  <a:cubicBezTo>
                    <a:pt x="493" y="42"/>
                    <a:pt x="498" y="46"/>
                    <a:pt x="496" y="54"/>
                  </a:cubicBezTo>
                  <a:cubicBezTo>
                    <a:pt x="498" y="55"/>
                    <a:pt x="505" y="47"/>
                    <a:pt x="508" y="49"/>
                  </a:cubicBezTo>
                  <a:cubicBezTo>
                    <a:pt x="513" y="51"/>
                    <a:pt x="518" y="54"/>
                    <a:pt x="523" y="57"/>
                  </a:cubicBezTo>
                  <a:cubicBezTo>
                    <a:pt x="530" y="62"/>
                    <a:pt x="549" y="73"/>
                    <a:pt x="556" y="81"/>
                  </a:cubicBezTo>
                  <a:cubicBezTo>
                    <a:pt x="567" y="92"/>
                    <a:pt x="583" y="124"/>
                    <a:pt x="591" y="145"/>
                  </a:cubicBezTo>
                  <a:cubicBezTo>
                    <a:pt x="594" y="154"/>
                    <a:pt x="610" y="174"/>
                    <a:pt x="618" y="184"/>
                  </a:cubicBezTo>
                  <a:cubicBezTo>
                    <a:pt x="626" y="193"/>
                    <a:pt x="632" y="210"/>
                    <a:pt x="636" y="228"/>
                  </a:cubicBezTo>
                  <a:cubicBezTo>
                    <a:pt x="639" y="237"/>
                    <a:pt x="636" y="256"/>
                    <a:pt x="636" y="256"/>
                  </a:cubicBezTo>
                  <a:cubicBezTo>
                    <a:pt x="636" y="256"/>
                    <a:pt x="646" y="269"/>
                    <a:pt x="648" y="275"/>
                  </a:cubicBezTo>
                  <a:cubicBezTo>
                    <a:pt x="652" y="286"/>
                    <a:pt x="656" y="295"/>
                    <a:pt x="659" y="303"/>
                  </a:cubicBezTo>
                  <a:cubicBezTo>
                    <a:pt x="662" y="310"/>
                    <a:pt x="669" y="331"/>
                    <a:pt x="662" y="344"/>
                  </a:cubicBezTo>
                  <a:cubicBezTo>
                    <a:pt x="669" y="346"/>
                    <a:pt x="681" y="379"/>
                    <a:pt x="682" y="395"/>
                  </a:cubicBezTo>
                  <a:cubicBezTo>
                    <a:pt x="684" y="425"/>
                    <a:pt x="700" y="456"/>
                    <a:pt x="685" y="467"/>
                  </a:cubicBezTo>
                  <a:cubicBezTo>
                    <a:pt x="693" y="470"/>
                    <a:pt x="693" y="489"/>
                    <a:pt x="692" y="528"/>
                  </a:cubicBezTo>
                  <a:cubicBezTo>
                    <a:pt x="690" y="544"/>
                    <a:pt x="673" y="640"/>
                    <a:pt x="659" y="657"/>
                  </a:cubicBezTo>
                  <a:cubicBezTo>
                    <a:pt x="654" y="664"/>
                    <a:pt x="645" y="665"/>
                    <a:pt x="645" y="665"/>
                  </a:cubicBezTo>
                  <a:cubicBezTo>
                    <a:pt x="649" y="674"/>
                    <a:pt x="627" y="769"/>
                    <a:pt x="587" y="798"/>
                  </a:cubicBezTo>
                  <a:cubicBezTo>
                    <a:pt x="567" y="811"/>
                    <a:pt x="549" y="833"/>
                    <a:pt x="538" y="829"/>
                  </a:cubicBezTo>
                  <a:cubicBezTo>
                    <a:pt x="534" y="831"/>
                    <a:pt x="533" y="839"/>
                    <a:pt x="523" y="845"/>
                  </a:cubicBezTo>
                  <a:cubicBezTo>
                    <a:pt x="504" y="859"/>
                    <a:pt x="470" y="874"/>
                    <a:pt x="453" y="877"/>
                  </a:cubicBezTo>
                  <a:cubicBezTo>
                    <a:pt x="428" y="880"/>
                    <a:pt x="405" y="897"/>
                    <a:pt x="364" y="881"/>
                  </a:cubicBezTo>
                  <a:cubicBezTo>
                    <a:pt x="350" y="875"/>
                    <a:pt x="357" y="857"/>
                    <a:pt x="354" y="842"/>
                  </a:cubicBezTo>
                  <a:cubicBezTo>
                    <a:pt x="351" y="828"/>
                    <a:pt x="350" y="821"/>
                    <a:pt x="350" y="82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1" name="Freeform 330">
              <a:extLst>
                <a:ext uri="{FF2B5EF4-FFF2-40B4-BE49-F238E27FC236}">
                  <a16:creationId xmlns:a16="http://schemas.microsoft.com/office/drawing/2014/main" id="{1AEDA691-9A65-499E-9CF3-DA9AE7261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096"/>
              <a:ext cx="300" cy="448"/>
            </a:xfrm>
            <a:custGeom>
              <a:avLst/>
              <a:gdLst>
                <a:gd name="T0" fmla="*/ 958 w 120"/>
                <a:gd name="T1" fmla="*/ 21 h 168"/>
                <a:gd name="T2" fmla="*/ 895 w 120"/>
                <a:gd name="T3" fmla="*/ 888 h 168"/>
                <a:gd name="T4" fmla="*/ 438 w 120"/>
                <a:gd name="T5" fmla="*/ 1117 h 168"/>
                <a:gd name="T6" fmla="*/ 875 w 120"/>
                <a:gd name="T7" fmla="*/ 1045 h 168"/>
                <a:gd name="T8" fmla="*/ 908 w 120"/>
                <a:gd name="T9" fmla="*/ 1843 h 168"/>
                <a:gd name="T10" fmla="*/ 270 w 120"/>
                <a:gd name="T11" fmla="*/ 1933 h 168"/>
                <a:gd name="T12" fmla="*/ 845 w 120"/>
                <a:gd name="T13" fmla="*/ 1992 h 168"/>
                <a:gd name="T14" fmla="*/ 958 w 120"/>
                <a:gd name="T15" fmla="*/ 2765 h 168"/>
                <a:gd name="T16" fmla="*/ 345 w 120"/>
                <a:gd name="T17" fmla="*/ 3037 h 168"/>
                <a:gd name="T18" fmla="*/ 95 w 120"/>
                <a:gd name="T19" fmla="*/ 2979 h 168"/>
                <a:gd name="T20" fmla="*/ 63 w 120"/>
                <a:gd name="T21" fmla="*/ 2995 h 168"/>
                <a:gd name="T22" fmla="*/ 845 w 120"/>
                <a:gd name="T23" fmla="*/ 3128 h 168"/>
                <a:gd name="T24" fmla="*/ 1313 w 120"/>
                <a:gd name="T25" fmla="*/ 3072 h 168"/>
                <a:gd name="T26" fmla="*/ 1533 w 120"/>
                <a:gd name="T27" fmla="*/ 3051 h 168"/>
                <a:gd name="T28" fmla="*/ 1783 w 120"/>
                <a:gd name="T29" fmla="*/ 2845 h 168"/>
                <a:gd name="T30" fmla="*/ 1550 w 120"/>
                <a:gd name="T31" fmla="*/ 2995 h 168"/>
                <a:gd name="T32" fmla="*/ 1175 w 120"/>
                <a:gd name="T33" fmla="*/ 2923 h 168"/>
                <a:gd name="T34" fmla="*/ 1020 w 120"/>
                <a:gd name="T35" fmla="*/ 2504 h 168"/>
                <a:gd name="T36" fmla="*/ 1300 w 120"/>
                <a:gd name="T37" fmla="*/ 2355 h 168"/>
                <a:gd name="T38" fmla="*/ 1020 w 120"/>
                <a:gd name="T39" fmla="*/ 2253 h 168"/>
                <a:gd name="T40" fmla="*/ 1113 w 120"/>
                <a:gd name="T41" fmla="*/ 1400 h 168"/>
                <a:gd name="T42" fmla="*/ 1438 w 120"/>
                <a:gd name="T43" fmla="*/ 1251 h 168"/>
                <a:gd name="T44" fmla="*/ 1083 w 120"/>
                <a:gd name="T45" fmla="*/ 1216 h 168"/>
                <a:gd name="T46" fmla="*/ 958 w 120"/>
                <a:gd name="T47" fmla="*/ 0 h 16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0" h="168">
                  <a:moveTo>
                    <a:pt x="61" y="1"/>
                  </a:moveTo>
                  <a:cubicBezTo>
                    <a:pt x="60" y="12"/>
                    <a:pt x="62" y="39"/>
                    <a:pt x="57" y="47"/>
                  </a:cubicBezTo>
                  <a:cubicBezTo>
                    <a:pt x="49" y="61"/>
                    <a:pt x="27" y="49"/>
                    <a:pt x="28" y="59"/>
                  </a:cubicBezTo>
                  <a:cubicBezTo>
                    <a:pt x="29" y="68"/>
                    <a:pt x="49" y="51"/>
                    <a:pt x="56" y="55"/>
                  </a:cubicBezTo>
                  <a:cubicBezTo>
                    <a:pt x="62" y="60"/>
                    <a:pt x="62" y="91"/>
                    <a:pt x="58" y="97"/>
                  </a:cubicBezTo>
                  <a:cubicBezTo>
                    <a:pt x="47" y="113"/>
                    <a:pt x="19" y="91"/>
                    <a:pt x="17" y="102"/>
                  </a:cubicBezTo>
                  <a:cubicBezTo>
                    <a:pt x="15" y="113"/>
                    <a:pt x="44" y="99"/>
                    <a:pt x="54" y="105"/>
                  </a:cubicBezTo>
                  <a:cubicBezTo>
                    <a:pt x="63" y="110"/>
                    <a:pt x="63" y="136"/>
                    <a:pt x="61" y="146"/>
                  </a:cubicBezTo>
                  <a:cubicBezTo>
                    <a:pt x="58" y="159"/>
                    <a:pt x="35" y="161"/>
                    <a:pt x="22" y="160"/>
                  </a:cubicBezTo>
                  <a:cubicBezTo>
                    <a:pt x="15" y="160"/>
                    <a:pt x="10" y="159"/>
                    <a:pt x="6" y="157"/>
                  </a:cubicBezTo>
                  <a:cubicBezTo>
                    <a:pt x="1" y="154"/>
                    <a:pt x="0" y="155"/>
                    <a:pt x="4" y="158"/>
                  </a:cubicBezTo>
                  <a:cubicBezTo>
                    <a:pt x="17" y="168"/>
                    <a:pt x="38" y="166"/>
                    <a:pt x="54" y="165"/>
                  </a:cubicBezTo>
                  <a:cubicBezTo>
                    <a:pt x="66" y="164"/>
                    <a:pt x="72" y="163"/>
                    <a:pt x="84" y="162"/>
                  </a:cubicBezTo>
                  <a:cubicBezTo>
                    <a:pt x="86" y="162"/>
                    <a:pt x="92" y="162"/>
                    <a:pt x="98" y="161"/>
                  </a:cubicBezTo>
                  <a:cubicBezTo>
                    <a:pt x="111" y="160"/>
                    <a:pt x="120" y="150"/>
                    <a:pt x="114" y="150"/>
                  </a:cubicBezTo>
                  <a:cubicBezTo>
                    <a:pt x="109" y="150"/>
                    <a:pt x="108" y="156"/>
                    <a:pt x="99" y="158"/>
                  </a:cubicBezTo>
                  <a:cubicBezTo>
                    <a:pt x="90" y="159"/>
                    <a:pt x="82" y="159"/>
                    <a:pt x="75" y="154"/>
                  </a:cubicBezTo>
                  <a:cubicBezTo>
                    <a:pt x="71" y="151"/>
                    <a:pt x="62" y="141"/>
                    <a:pt x="65" y="132"/>
                  </a:cubicBezTo>
                  <a:cubicBezTo>
                    <a:pt x="67" y="124"/>
                    <a:pt x="83" y="132"/>
                    <a:pt x="83" y="124"/>
                  </a:cubicBezTo>
                  <a:cubicBezTo>
                    <a:pt x="83" y="115"/>
                    <a:pt x="68" y="126"/>
                    <a:pt x="65" y="119"/>
                  </a:cubicBezTo>
                  <a:cubicBezTo>
                    <a:pt x="59" y="110"/>
                    <a:pt x="61" y="81"/>
                    <a:pt x="71" y="74"/>
                  </a:cubicBezTo>
                  <a:cubicBezTo>
                    <a:pt x="76" y="70"/>
                    <a:pt x="93" y="75"/>
                    <a:pt x="92" y="66"/>
                  </a:cubicBezTo>
                  <a:cubicBezTo>
                    <a:pt x="92" y="57"/>
                    <a:pt x="77" y="69"/>
                    <a:pt x="69" y="64"/>
                  </a:cubicBezTo>
                  <a:cubicBezTo>
                    <a:pt x="60" y="58"/>
                    <a:pt x="65" y="22"/>
                    <a:pt x="61" y="0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692" name="Freeform 331">
              <a:extLst>
                <a:ext uri="{FF2B5EF4-FFF2-40B4-BE49-F238E27FC236}">
                  <a16:creationId xmlns:a16="http://schemas.microsoft.com/office/drawing/2014/main" id="{5F08D13D-28F9-4349-BC06-05596AB52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096"/>
              <a:ext cx="300" cy="448"/>
            </a:xfrm>
            <a:custGeom>
              <a:avLst/>
              <a:gdLst>
                <a:gd name="T0" fmla="*/ 958 w 120"/>
                <a:gd name="T1" fmla="*/ 21 h 168"/>
                <a:gd name="T2" fmla="*/ 895 w 120"/>
                <a:gd name="T3" fmla="*/ 888 h 168"/>
                <a:gd name="T4" fmla="*/ 438 w 120"/>
                <a:gd name="T5" fmla="*/ 1117 h 168"/>
                <a:gd name="T6" fmla="*/ 875 w 120"/>
                <a:gd name="T7" fmla="*/ 1045 h 168"/>
                <a:gd name="T8" fmla="*/ 908 w 120"/>
                <a:gd name="T9" fmla="*/ 1843 h 168"/>
                <a:gd name="T10" fmla="*/ 270 w 120"/>
                <a:gd name="T11" fmla="*/ 1933 h 168"/>
                <a:gd name="T12" fmla="*/ 845 w 120"/>
                <a:gd name="T13" fmla="*/ 1992 h 168"/>
                <a:gd name="T14" fmla="*/ 958 w 120"/>
                <a:gd name="T15" fmla="*/ 2765 h 168"/>
                <a:gd name="T16" fmla="*/ 345 w 120"/>
                <a:gd name="T17" fmla="*/ 3037 h 168"/>
                <a:gd name="T18" fmla="*/ 95 w 120"/>
                <a:gd name="T19" fmla="*/ 2979 h 168"/>
                <a:gd name="T20" fmla="*/ 63 w 120"/>
                <a:gd name="T21" fmla="*/ 2995 h 168"/>
                <a:gd name="T22" fmla="*/ 845 w 120"/>
                <a:gd name="T23" fmla="*/ 3128 h 168"/>
                <a:gd name="T24" fmla="*/ 1313 w 120"/>
                <a:gd name="T25" fmla="*/ 3072 h 168"/>
                <a:gd name="T26" fmla="*/ 1533 w 120"/>
                <a:gd name="T27" fmla="*/ 3051 h 168"/>
                <a:gd name="T28" fmla="*/ 1783 w 120"/>
                <a:gd name="T29" fmla="*/ 2845 h 168"/>
                <a:gd name="T30" fmla="*/ 1550 w 120"/>
                <a:gd name="T31" fmla="*/ 2995 h 168"/>
                <a:gd name="T32" fmla="*/ 1175 w 120"/>
                <a:gd name="T33" fmla="*/ 2923 h 168"/>
                <a:gd name="T34" fmla="*/ 1020 w 120"/>
                <a:gd name="T35" fmla="*/ 2504 h 168"/>
                <a:gd name="T36" fmla="*/ 1300 w 120"/>
                <a:gd name="T37" fmla="*/ 2355 h 168"/>
                <a:gd name="T38" fmla="*/ 1020 w 120"/>
                <a:gd name="T39" fmla="*/ 2253 h 168"/>
                <a:gd name="T40" fmla="*/ 1113 w 120"/>
                <a:gd name="T41" fmla="*/ 1400 h 168"/>
                <a:gd name="T42" fmla="*/ 1438 w 120"/>
                <a:gd name="T43" fmla="*/ 1251 h 168"/>
                <a:gd name="T44" fmla="*/ 1083 w 120"/>
                <a:gd name="T45" fmla="*/ 1216 h 168"/>
                <a:gd name="T46" fmla="*/ 958 w 120"/>
                <a:gd name="T47" fmla="*/ 0 h 16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0" h="168">
                  <a:moveTo>
                    <a:pt x="61" y="1"/>
                  </a:moveTo>
                  <a:cubicBezTo>
                    <a:pt x="60" y="12"/>
                    <a:pt x="62" y="39"/>
                    <a:pt x="57" y="47"/>
                  </a:cubicBezTo>
                  <a:cubicBezTo>
                    <a:pt x="49" y="61"/>
                    <a:pt x="27" y="49"/>
                    <a:pt x="28" y="59"/>
                  </a:cubicBezTo>
                  <a:cubicBezTo>
                    <a:pt x="29" y="68"/>
                    <a:pt x="49" y="51"/>
                    <a:pt x="56" y="55"/>
                  </a:cubicBezTo>
                  <a:cubicBezTo>
                    <a:pt x="62" y="60"/>
                    <a:pt x="62" y="91"/>
                    <a:pt x="58" y="97"/>
                  </a:cubicBezTo>
                  <a:cubicBezTo>
                    <a:pt x="47" y="113"/>
                    <a:pt x="19" y="91"/>
                    <a:pt x="17" y="102"/>
                  </a:cubicBezTo>
                  <a:cubicBezTo>
                    <a:pt x="15" y="113"/>
                    <a:pt x="44" y="99"/>
                    <a:pt x="54" y="105"/>
                  </a:cubicBezTo>
                  <a:cubicBezTo>
                    <a:pt x="63" y="110"/>
                    <a:pt x="63" y="136"/>
                    <a:pt x="61" y="146"/>
                  </a:cubicBezTo>
                  <a:cubicBezTo>
                    <a:pt x="58" y="159"/>
                    <a:pt x="35" y="161"/>
                    <a:pt x="22" y="160"/>
                  </a:cubicBezTo>
                  <a:cubicBezTo>
                    <a:pt x="15" y="160"/>
                    <a:pt x="10" y="159"/>
                    <a:pt x="6" y="157"/>
                  </a:cubicBezTo>
                  <a:cubicBezTo>
                    <a:pt x="1" y="154"/>
                    <a:pt x="0" y="155"/>
                    <a:pt x="4" y="158"/>
                  </a:cubicBezTo>
                  <a:cubicBezTo>
                    <a:pt x="17" y="168"/>
                    <a:pt x="38" y="166"/>
                    <a:pt x="54" y="165"/>
                  </a:cubicBezTo>
                  <a:cubicBezTo>
                    <a:pt x="66" y="164"/>
                    <a:pt x="72" y="163"/>
                    <a:pt x="84" y="162"/>
                  </a:cubicBezTo>
                  <a:cubicBezTo>
                    <a:pt x="86" y="162"/>
                    <a:pt x="92" y="162"/>
                    <a:pt x="98" y="161"/>
                  </a:cubicBezTo>
                  <a:cubicBezTo>
                    <a:pt x="111" y="160"/>
                    <a:pt x="120" y="150"/>
                    <a:pt x="114" y="150"/>
                  </a:cubicBezTo>
                  <a:cubicBezTo>
                    <a:pt x="109" y="150"/>
                    <a:pt x="108" y="156"/>
                    <a:pt x="99" y="158"/>
                  </a:cubicBezTo>
                  <a:cubicBezTo>
                    <a:pt x="90" y="159"/>
                    <a:pt x="82" y="159"/>
                    <a:pt x="75" y="154"/>
                  </a:cubicBezTo>
                  <a:cubicBezTo>
                    <a:pt x="71" y="151"/>
                    <a:pt x="62" y="141"/>
                    <a:pt x="65" y="132"/>
                  </a:cubicBezTo>
                  <a:cubicBezTo>
                    <a:pt x="67" y="124"/>
                    <a:pt x="83" y="132"/>
                    <a:pt x="83" y="124"/>
                  </a:cubicBezTo>
                  <a:cubicBezTo>
                    <a:pt x="83" y="115"/>
                    <a:pt x="68" y="126"/>
                    <a:pt x="65" y="119"/>
                  </a:cubicBezTo>
                  <a:cubicBezTo>
                    <a:pt x="59" y="110"/>
                    <a:pt x="61" y="81"/>
                    <a:pt x="71" y="74"/>
                  </a:cubicBezTo>
                  <a:cubicBezTo>
                    <a:pt x="76" y="70"/>
                    <a:pt x="93" y="75"/>
                    <a:pt x="92" y="66"/>
                  </a:cubicBezTo>
                  <a:cubicBezTo>
                    <a:pt x="92" y="57"/>
                    <a:pt x="77" y="69"/>
                    <a:pt x="69" y="64"/>
                  </a:cubicBezTo>
                  <a:cubicBezTo>
                    <a:pt x="60" y="58"/>
                    <a:pt x="65" y="22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3" name="Freeform 332">
              <a:extLst>
                <a:ext uri="{FF2B5EF4-FFF2-40B4-BE49-F238E27FC236}">
                  <a16:creationId xmlns:a16="http://schemas.microsoft.com/office/drawing/2014/main" id="{734F8E9E-1CD4-4797-BB95-46FFD9A93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005"/>
              <a:ext cx="15" cy="14"/>
            </a:xfrm>
            <a:custGeom>
              <a:avLst/>
              <a:gdLst>
                <a:gd name="T0" fmla="*/ 20 w 6"/>
                <a:gd name="T1" fmla="*/ 22 h 5"/>
                <a:gd name="T2" fmla="*/ 95 w 6"/>
                <a:gd name="T3" fmla="*/ 48 h 5"/>
                <a:gd name="T4" fmla="*/ 0 w 6"/>
                <a:gd name="T5" fmla="*/ 8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3" y="0"/>
                    <a:pt x="6" y="0"/>
                    <a:pt x="6" y="2"/>
                  </a:cubicBezTo>
                  <a:cubicBezTo>
                    <a:pt x="6" y="5"/>
                    <a:pt x="2" y="5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6F5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4" name="Freeform 333">
              <a:extLst>
                <a:ext uri="{FF2B5EF4-FFF2-40B4-BE49-F238E27FC236}">
                  <a16:creationId xmlns:a16="http://schemas.microsoft.com/office/drawing/2014/main" id="{567897BA-7367-4074-A38D-288C29E64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000"/>
              <a:ext cx="37" cy="144"/>
            </a:xfrm>
            <a:custGeom>
              <a:avLst/>
              <a:gdLst>
                <a:gd name="T0" fmla="*/ 104 w 15"/>
                <a:gd name="T1" fmla="*/ 0 h 54"/>
                <a:gd name="T2" fmla="*/ 133 w 15"/>
                <a:gd name="T3" fmla="*/ 968 h 54"/>
                <a:gd name="T4" fmla="*/ 0 w 15"/>
                <a:gd name="T5" fmla="*/ 136 h 54"/>
                <a:gd name="T6" fmla="*/ 104 w 15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4">
                  <a:moveTo>
                    <a:pt x="7" y="0"/>
                  </a:moveTo>
                  <a:cubicBezTo>
                    <a:pt x="4" y="11"/>
                    <a:pt x="15" y="54"/>
                    <a:pt x="9" y="51"/>
                  </a:cubicBezTo>
                  <a:cubicBezTo>
                    <a:pt x="2" y="49"/>
                    <a:pt x="9" y="22"/>
                    <a:pt x="0" y="7"/>
                  </a:cubicBezTo>
                  <a:cubicBezTo>
                    <a:pt x="3" y="7"/>
                    <a:pt x="6" y="2"/>
                    <a:pt x="7" y="0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695" name="Freeform 334">
              <a:extLst>
                <a:ext uri="{FF2B5EF4-FFF2-40B4-BE49-F238E27FC236}">
                  <a16:creationId xmlns:a16="http://schemas.microsoft.com/office/drawing/2014/main" id="{7F2A5521-A430-43CE-8FEA-E8D9562CE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1112"/>
              <a:ext cx="95" cy="117"/>
            </a:xfrm>
            <a:custGeom>
              <a:avLst/>
              <a:gdLst>
                <a:gd name="T0" fmla="*/ 113 w 38"/>
                <a:gd name="T1" fmla="*/ 0 h 44"/>
                <a:gd name="T2" fmla="*/ 283 w 38"/>
                <a:gd name="T3" fmla="*/ 452 h 44"/>
                <a:gd name="T4" fmla="*/ 563 w 38"/>
                <a:gd name="T5" fmla="*/ 417 h 44"/>
                <a:gd name="T6" fmla="*/ 220 w 38"/>
                <a:gd name="T7" fmla="*/ 827 h 44"/>
                <a:gd name="T8" fmla="*/ 175 w 38"/>
                <a:gd name="T9" fmla="*/ 452 h 44"/>
                <a:gd name="T10" fmla="*/ 0 w 38"/>
                <a:gd name="T11" fmla="*/ 93 h 44"/>
                <a:gd name="T12" fmla="*/ 113 w 38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4">
                  <a:moveTo>
                    <a:pt x="7" y="0"/>
                  </a:moveTo>
                  <a:cubicBezTo>
                    <a:pt x="5" y="5"/>
                    <a:pt x="13" y="21"/>
                    <a:pt x="18" y="24"/>
                  </a:cubicBezTo>
                  <a:cubicBezTo>
                    <a:pt x="23" y="27"/>
                    <a:pt x="30" y="23"/>
                    <a:pt x="36" y="22"/>
                  </a:cubicBezTo>
                  <a:cubicBezTo>
                    <a:pt x="38" y="32"/>
                    <a:pt x="15" y="28"/>
                    <a:pt x="14" y="44"/>
                  </a:cubicBezTo>
                  <a:cubicBezTo>
                    <a:pt x="7" y="37"/>
                    <a:pt x="13" y="32"/>
                    <a:pt x="11" y="24"/>
                  </a:cubicBezTo>
                  <a:cubicBezTo>
                    <a:pt x="10" y="18"/>
                    <a:pt x="4" y="9"/>
                    <a:pt x="0" y="5"/>
                  </a:cubicBezTo>
                  <a:cubicBezTo>
                    <a:pt x="3" y="5"/>
                    <a:pt x="5" y="4"/>
                    <a:pt x="7" y="0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696" name="Freeform 335">
              <a:extLst>
                <a:ext uri="{FF2B5EF4-FFF2-40B4-BE49-F238E27FC236}">
                  <a16:creationId xmlns:a16="http://schemas.microsoft.com/office/drawing/2014/main" id="{BE111EA9-6237-466A-AC88-D4CEA5354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" y="1277"/>
              <a:ext cx="362" cy="742"/>
            </a:xfrm>
            <a:custGeom>
              <a:avLst/>
              <a:gdLst>
                <a:gd name="T0" fmla="*/ 1291 w 145"/>
                <a:gd name="T1" fmla="*/ 171 h 278"/>
                <a:gd name="T2" fmla="*/ 1590 w 145"/>
                <a:gd name="T3" fmla="*/ 1004 h 278"/>
                <a:gd name="T4" fmla="*/ 1416 w 145"/>
                <a:gd name="T5" fmla="*/ 1289 h 278"/>
                <a:gd name="T6" fmla="*/ 1383 w 145"/>
                <a:gd name="T7" fmla="*/ 1754 h 278"/>
                <a:gd name="T8" fmla="*/ 1121 w 145"/>
                <a:gd name="T9" fmla="*/ 2586 h 278"/>
                <a:gd name="T10" fmla="*/ 886 w 145"/>
                <a:gd name="T11" fmla="*/ 3462 h 278"/>
                <a:gd name="T12" fmla="*/ 325 w 145"/>
                <a:gd name="T13" fmla="*/ 3918 h 278"/>
                <a:gd name="T14" fmla="*/ 62 w 145"/>
                <a:gd name="T15" fmla="*/ 3897 h 278"/>
                <a:gd name="T16" fmla="*/ 42 w 145"/>
                <a:gd name="T17" fmla="*/ 3953 h 278"/>
                <a:gd name="T18" fmla="*/ 12 w 145"/>
                <a:gd name="T19" fmla="*/ 4012 h 278"/>
                <a:gd name="T20" fmla="*/ 262 w 145"/>
                <a:gd name="T21" fmla="*/ 4054 h 278"/>
                <a:gd name="T22" fmla="*/ 779 w 145"/>
                <a:gd name="T23" fmla="*/ 4375 h 278"/>
                <a:gd name="T24" fmla="*/ 841 w 145"/>
                <a:gd name="T25" fmla="*/ 4852 h 278"/>
                <a:gd name="T26" fmla="*/ 934 w 145"/>
                <a:gd name="T27" fmla="*/ 5207 h 278"/>
                <a:gd name="T28" fmla="*/ 916 w 145"/>
                <a:gd name="T29" fmla="*/ 4772 h 278"/>
                <a:gd name="T30" fmla="*/ 996 w 145"/>
                <a:gd name="T31" fmla="*/ 3932 h 278"/>
                <a:gd name="T32" fmla="*/ 1133 w 145"/>
                <a:gd name="T33" fmla="*/ 3819 h 278"/>
                <a:gd name="T34" fmla="*/ 966 w 145"/>
                <a:gd name="T35" fmla="*/ 3705 h 278"/>
                <a:gd name="T36" fmla="*/ 1091 w 145"/>
                <a:gd name="T37" fmla="*/ 3363 h 278"/>
                <a:gd name="T38" fmla="*/ 1403 w 145"/>
                <a:gd name="T39" fmla="*/ 2509 h 278"/>
                <a:gd name="T40" fmla="*/ 1808 w 145"/>
                <a:gd name="T41" fmla="*/ 2621 h 278"/>
                <a:gd name="T42" fmla="*/ 1446 w 145"/>
                <a:gd name="T43" fmla="*/ 2245 h 278"/>
                <a:gd name="T44" fmla="*/ 1508 w 145"/>
                <a:gd name="T45" fmla="*/ 1882 h 278"/>
                <a:gd name="T46" fmla="*/ 1495 w 145"/>
                <a:gd name="T47" fmla="*/ 1524 h 278"/>
                <a:gd name="T48" fmla="*/ 1778 w 145"/>
                <a:gd name="T49" fmla="*/ 1025 h 278"/>
                <a:gd name="T50" fmla="*/ 2037 w 145"/>
                <a:gd name="T51" fmla="*/ 1425 h 278"/>
                <a:gd name="T52" fmla="*/ 1837 w 145"/>
                <a:gd name="T53" fmla="*/ 875 h 278"/>
                <a:gd name="T54" fmla="*/ 2162 w 145"/>
                <a:gd name="T55" fmla="*/ 435 h 278"/>
                <a:gd name="T56" fmla="*/ 1620 w 145"/>
                <a:gd name="T57" fmla="*/ 534 h 278"/>
                <a:gd name="T58" fmla="*/ 1341 w 145"/>
                <a:gd name="T59" fmla="*/ 0 h 278"/>
                <a:gd name="T60" fmla="*/ 1291 w 145"/>
                <a:gd name="T61" fmla="*/ 171 h 27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5" h="278">
                  <a:moveTo>
                    <a:pt x="83" y="9"/>
                  </a:moveTo>
                  <a:cubicBezTo>
                    <a:pt x="87" y="26"/>
                    <a:pt x="107" y="34"/>
                    <a:pt x="102" y="53"/>
                  </a:cubicBezTo>
                  <a:cubicBezTo>
                    <a:pt x="100" y="60"/>
                    <a:pt x="94" y="63"/>
                    <a:pt x="91" y="68"/>
                  </a:cubicBezTo>
                  <a:cubicBezTo>
                    <a:pt x="88" y="76"/>
                    <a:pt x="89" y="84"/>
                    <a:pt x="89" y="92"/>
                  </a:cubicBezTo>
                  <a:cubicBezTo>
                    <a:pt x="88" y="110"/>
                    <a:pt x="78" y="120"/>
                    <a:pt x="72" y="136"/>
                  </a:cubicBezTo>
                  <a:cubicBezTo>
                    <a:pt x="65" y="151"/>
                    <a:pt x="62" y="167"/>
                    <a:pt x="57" y="182"/>
                  </a:cubicBezTo>
                  <a:cubicBezTo>
                    <a:pt x="50" y="201"/>
                    <a:pt x="40" y="205"/>
                    <a:pt x="21" y="206"/>
                  </a:cubicBezTo>
                  <a:cubicBezTo>
                    <a:pt x="18" y="206"/>
                    <a:pt x="9" y="204"/>
                    <a:pt x="4" y="205"/>
                  </a:cubicBezTo>
                  <a:cubicBezTo>
                    <a:pt x="1" y="205"/>
                    <a:pt x="4" y="207"/>
                    <a:pt x="3" y="208"/>
                  </a:cubicBezTo>
                  <a:cubicBezTo>
                    <a:pt x="3" y="210"/>
                    <a:pt x="0" y="211"/>
                    <a:pt x="1" y="211"/>
                  </a:cubicBezTo>
                  <a:cubicBezTo>
                    <a:pt x="4" y="214"/>
                    <a:pt x="14" y="212"/>
                    <a:pt x="17" y="213"/>
                  </a:cubicBezTo>
                  <a:cubicBezTo>
                    <a:pt x="30" y="213"/>
                    <a:pt x="46" y="217"/>
                    <a:pt x="50" y="230"/>
                  </a:cubicBezTo>
                  <a:cubicBezTo>
                    <a:pt x="53" y="237"/>
                    <a:pt x="53" y="247"/>
                    <a:pt x="54" y="255"/>
                  </a:cubicBezTo>
                  <a:cubicBezTo>
                    <a:pt x="56" y="265"/>
                    <a:pt x="58" y="278"/>
                    <a:pt x="60" y="274"/>
                  </a:cubicBezTo>
                  <a:cubicBezTo>
                    <a:pt x="62" y="271"/>
                    <a:pt x="60" y="267"/>
                    <a:pt x="59" y="251"/>
                  </a:cubicBezTo>
                  <a:cubicBezTo>
                    <a:pt x="59" y="243"/>
                    <a:pt x="52" y="212"/>
                    <a:pt x="64" y="207"/>
                  </a:cubicBezTo>
                  <a:cubicBezTo>
                    <a:pt x="74" y="206"/>
                    <a:pt x="74" y="202"/>
                    <a:pt x="73" y="201"/>
                  </a:cubicBezTo>
                  <a:cubicBezTo>
                    <a:pt x="70" y="199"/>
                    <a:pt x="64" y="200"/>
                    <a:pt x="62" y="195"/>
                  </a:cubicBezTo>
                  <a:cubicBezTo>
                    <a:pt x="60" y="189"/>
                    <a:pt x="68" y="181"/>
                    <a:pt x="70" y="177"/>
                  </a:cubicBezTo>
                  <a:cubicBezTo>
                    <a:pt x="74" y="164"/>
                    <a:pt x="76" y="139"/>
                    <a:pt x="90" y="132"/>
                  </a:cubicBezTo>
                  <a:cubicBezTo>
                    <a:pt x="99" y="129"/>
                    <a:pt x="112" y="144"/>
                    <a:pt x="116" y="138"/>
                  </a:cubicBezTo>
                  <a:cubicBezTo>
                    <a:pt x="122" y="131"/>
                    <a:pt x="95" y="128"/>
                    <a:pt x="93" y="118"/>
                  </a:cubicBezTo>
                  <a:cubicBezTo>
                    <a:pt x="91" y="112"/>
                    <a:pt x="96" y="105"/>
                    <a:pt x="97" y="99"/>
                  </a:cubicBezTo>
                  <a:cubicBezTo>
                    <a:pt x="97" y="92"/>
                    <a:pt x="94" y="86"/>
                    <a:pt x="96" y="80"/>
                  </a:cubicBezTo>
                  <a:cubicBezTo>
                    <a:pt x="97" y="72"/>
                    <a:pt x="108" y="53"/>
                    <a:pt x="114" y="54"/>
                  </a:cubicBezTo>
                  <a:cubicBezTo>
                    <a:pt x="120" y="54"/>
                    <a:pt x="122" y="78"/>
                    <a:pt x="131" y="75"/>
                  </a:cubicBezTo>
                  <a:cubicBezTo>
                    <a:pt x="140" y="71"/>
                    <a:pt x="116" y="55"/>
                    <a:pt x="118" y="46"/>
                  </a:cubicBezTo>
                  <a:cubicBezTo>
                    <a:pt x="120" y="38"/>
                    <a:pt x="145" y="31"/>
                    <a:pt x="139" y="23"/>
                  </a:cubicBezTo>
                  <a:cubicBezTo>
                    <a:pt x="132" y="16"/>
                    <a:pt x="120" y="53"/>
                    <a:pt x="104" y="28"/>
                  </a:cubicBezTo>
                  <a:cubicBezTo>
                    <a:pt x="98" y="20"/>
                    <a:pt x="88" y="9"/>
                    <a:pt x="86" y="0"/>
                  </a:cubicBezTo>
                  <a:cubicBezTo>
                    <a:pt x="86" y="4"/>
                    <a:pt x="87" y="8"/>
                    <a:pt x="83" y="9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697" name="Freeform 336">
              <a:extLst>
                <a:ext uri="{FF2B5EF4-FFF2-40B4-BE49-F238E27FC236}">
                  <a16:creationId xmlns:a16="http://schemas.microsoft.com/office/drawing/2014/main" id="{0F51EDD5-5668-403B-BB6C-F686639D8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" y="2005"/>
              <a:ext cx="242" cy="326"/>
            </a:xfrm>
            <a:custGeom>
              <a:avLst/>
              <a:gdLst>
                <a:gd name="T0" fmla="*/ 0 w 97"/>
                <a:gd name="T1" fmla="*/ 1243 h 122"/>
                <a:gd name="T2" fmla="*/ 561 w 97"/>
                <a:gd name="T3" fmla="*/ 935 h 122"/>
                <a:gd name="T4" fmla="*/ 746 w 97"/>
                <a:gd name="T5" fmla="*/ 94 h 122"/>
                <a:gd name="T6" fmla="*/ 716 w 97"/>
                <a:gd name="T7" fmla="*/ 534 h 122"/>
                <a:gd name="T8" fmla="*/ 1008 w 97"/>
                <a:gd name="T9" fmla="*/ 671 h 122"/>
                <a:gd name="T10" fmla="*/ 1307 w 97"/>
                <a:gd name="T11" fmla="*/ 879 h 122"/>
                <a:gd name="T12" fmla="*/ 841 w 97"/>
                <a:gd name="T13" fmla="*/ 764 h 122"/>
                <a:gd name="T14" fmla="*/ 574 w 97"/>
                <a:gd name="T15" fmla="*/ 1072 h 122"/>
                <a:gd name="T16" fmla="*/ 249 w 97"/>
                <a:gd name="T17" fmla="*/ 1427 h 122"/>
                <a:gd name="T18" fmla="*/ 292 w 97"/>
                <a:gd name="T19" fmla="*/ 1777 h 122"/>
                <a:gd name="T20" fmla="*/ 654 w 97"/>
                <a:gd name="T21" fmla="*/ 1927 h 122"/>
                <a:gd name="T22" fmla="*/ 249 w 97"/>
                <a:gd name="T23" fmla="*/ 1892 h 122"/>
                <a:gd name="T24" fmla="*/ 105 w 97"/>
                <a:gd name="T25" fmla="*/ 1643 h 122"/>
                <a:gd name="T26" fmla="*/ 0 w 97"/>
                <a:gd name="T27" fmla="*/ 1357 h 122"/>
                <a:gd name="T28" fmla="*/ 0 w 97"/>
                <a:gd name="T29" fmla="*/ 1243 h 1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7" h="122">
                  <a:moveTo>
                    <a:pt x="0" y="65"/>
                  </a:moveTo>
                  <a:cubicBezTo>
                    <a:pt x="12" y="69"/>
                    <a:pt x="30" y="59"/>
                    <a:pt x="36" y="49"/>
                  </a:cubicBezTo>
                  <a:cubicBezTo>
                    <a:pt x="44" y="36"/>
                    <a:pt x="35" y="14"/>
                    <a:pt x="48" y="5"/>
                  </a:cubicBezTo>
                  <a:cubicBezTo>
                    <a:pt x="56" y="0"/>
                    <a:pt x="44" y="20"/>
                    <a:pt x="46" y="28"/>
                  </a:cubicBezTo>
                  <a:cubicBezTo>
                    <a:pt x="49" y="41"/>
                    <a:pt x="55" y="35"/>
                    <a:pt x="65" y="35"/>
                  </a:cubicBezTo>
                  <a:cubicBezTo>
                    <a:pt x="74" y="35"/>
                    <a:pt x="97" y="38"/>
                    <a:pt x="84" y="46"/>
                  </a:cubicBezTo>
                  <a:cubicBezTo>
                    <a:pt x="77" y="51"/>
                    <a:pt x="62" y="38"/>
                    <a:pt x="54" y="40"/>
                  </a:cubicBezTo>
                  <a:cubicBezTo>
                    <a:pt x="49" y="42"/>
                    <a:pt x="41" y="51"/>
                    <a:pt x="37" y="56"/>
                  </a:cubicBezTo>
                  <a:cubicBezTo>
                    <a:pt x="31" y="63"/>
                    <a:pt x="22" y="68"/>
                    <a:pt x="16" y="75"/>
                  </a:cubicBezTo>
                  <a:cubicBezTo>
                    <a:pt x="9" y="83"/>
                    <a:pt x="11" y="86"/>
                    <a:pt x="19" y="93"/>
                  </a:cubicBezTo>
                  <a:cubicBezTo>
                    <a:pt x="27" y="101"/>
                    <a:pt x="39" y="90"/>
                    <a:pt x="42" y="101"/>
                  </a:cubicBezTo>
                  <a:cubicBezTo>
                    <a:pt x="40" y="122"/>
                    <a:pt x="21" y="105"/>
                    <a:pt x="16" y="99"/>
                  </a:cubicBezTo>
                  <a:cubicBezTo>
                    <a:pt x="13" y="95"/>
                    <a:pt x="8" y="90"/>
                    <a:pt x="7" y="86"/>
                  </a:cubicBezTo>
                  <a:cubicBezTo>
                    <a:pt x="4" y="80"/>
                    <a:pt x="6" y="75"/>
                    <a:pt x="0" y="71"/>
                  </a:cubicBezTo>
                  <a:cubicBezTo>
                    <a:pt x="3" y="68"/>
                    <a:pt x="4" y="66"/>
                    <a:pt x="0" y="65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698" name="Freeform 337">
              <a:extLst>
                <a:ext uri="{FF2B5EF4-FFF2-40B4-BE49-F238E27FC236}">
                  <a16:creationId xmlns:a16="http://schemas.microsoft.com/office/drawing/2014/main" id="{F6297D34-AA0A-41E8-BE95-FE83B106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" y="2592"/>
              <a:ext cx="153" cy="176"/>
            </a:xfrm>
            <a:custGeom>
              <a:avLst/>
              <a:gdLst>
                <a:gd name="T0" fmla="*/ 0 w 61"/>
                <a:gd name="T1" fmla="*/ 888 h 66"/>
                <a:gd name="T2" fmla="*/ 534 w 61"/>
                <a:gd name="T3" fmla="*/ 627 h 66"/>
                <a:gd name="T4" fmla="*/ 788 w 61"/>
                <a:gd name="T5" fmla="*/ 307 h 66"/>
                <a:gd name="T6" fmla="*/ 838 w 61"/>
                <a:gd name="T7" fmla="*/ 0 h 66"/>
                <a:gd name="T8" fmla="*/ 788 w 61"/>
                <a:gd name="T9" fmla="*/ 568 h 66"/>
                <a:gd name="T10" fmla="*/ 838 w 61"/>
                <a:gd name="T11" fmla="*/ 1173 h 66"/>
                <a:gd name="T12" fmla="*/ 692 w 61"/>
                <a:gd name="T13" fmla="*/ 797 h 66"/>
                <a:gd name="T14" fmla="*/ 567 w 61"/>
                <a:gd name="T15" fmla="*/ 760 h 66"/>
                <a:gd name="T16" fmla="*/ 95 w 61"/>
                <a:gd name="T17" fmla="*/ 1139 h 66"/>
                <a:gd name="T18" fmla="*/ 0 w 61"/>
                <a:gd name="T19" fmla="*/ 888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66">
                  <a:moveTo>
                    <a:pt x="0" y="47"/>
                  </a:moveTo>
                  <a:cubicBezTo>
                    <a:pt x="12" y="48"/>
                    <a:pt x="24" y="41"/>
                    <a:pt x="34" y="33"/>
                  </a:cubicBezTo>
                  <a:cubicBezTo>
                    <a:pt x="40" y="29"/>
                    <a:pt x="47" y="24"/>
                    <a:pt x="50" y="16"/>
                  </a:cubicBezTo>
                  <a:cubicBezTo>
                    <a:pt x="52" y="10"/>
                    <a:pt x="46" y="0"/>
                    <a:pt x="53" y="0"/>
                  </a:cubicBezTo>
                  <a:cubicBezTo>
                    <a:pt x="61" y="0"/>
                    <a:pt x="52" y="19"/>
                    <a:pt x="50" y="30"/>
                  </a:cubicBezTo>
                  <a:cubicBezTo>
                    <a:pt x="48" y="40"/>
                    <a:pt x="59" y="58"/>
                    <a:pt x="53" y="62"/>
                  </a:cubicBezTo>
                  <a:cubicBezTo>
                    <a:pt x="46" y="66"/>
                    <a:pt x="46" y="49"/>
                    <a:pt x="44" y="42"/>
                  </a:cubicBezTo>
                  <a:cubicBezTo>
                    <a:pt x="42" y="39"/>
                    <a:pt x="38" y="39"/>
                    <a:pt x="36" y="40"/>
                  </a:cubicBezTo>
                  <a:cubicBezTo>
                    <a:pt x="24" y="45"/>
                    <a:pt x="13" y="50"/>
                    <a:pt x="6" y="60"/>
                  </a:cubicBezTo>
                  <a:cubicBezTo>
                    <a:pt x="6" y="55"/>
                    <a:pt x="6" y="51"/>
                    <a:pt x="0" y="47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699" name="Freeform 338">
              <a:extLst>
                <a:ext uri="{FF2B5EF4-FFF2-40B4-BE49-F238E27FC236}">
                  <a16:creationId xmlns:a16="http://schemas.microsoft.com/office/drawing/2014/main" id="{3DB350B7-4A78-4C11-95E5-1EDABE8C3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912"/>
              <a:ext cx="180" cy="275"/>
            </a:xfrm>
            <a:custGeom>
              <a:avLst/>
              <a:gdLst>
                <a:gd name="T0" fmla="*/ 158 w 72"/>
                <a:gd name="T1" fmla="*/ 1960 h 103"/>
                <a:gd name="T2" fmla="*/ 438 w 72"/>
                <a:gd name="T3" fmla="*/ 1298 h 103"/>
                <a:gd name="T4" fmla="*/ 1050 w 72"/>
                <a:gd name="T5" fmla="*/ 1276 h 103"/>
                <a:gd name="T6" fmla="*/ 563 w 72"/>
                <a:gd name="T7" fmla="*/ 991 h 103"/>
                <a:gd name="T8" fmla="*/ 395 w 72"/>
                <a:gd name="T9" fmla="*/ 21 h 103"/>
                <a:gd name="T10" fmla="*/ 363 w 72"/>
                <a:gd name="T11" fmla="*/ 478 h 103"/>
                <a:gd name="T12" fmla="*/ 313 w 72"/>
                <a:gd name="T13" fmla="*/ 1242 h 103"/>
                <a:gd name="T14" fmla="*/ 0 w 72"/>
                <a:gd name="T15" fmla="*/ 1848 h 103"/>
                <a:gd name="T16" fmla="*/ 158 w 72"/>
                <a:gd name="T17" fmla="*/ 196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103">
                  <a:moveTo>
                    <a:pt x="10" y="103"/>
                  </a:moveTo>
                  <a:cubicBezTo>
                    <a:pt x="15" y="93"/>
                    <a:pt x="20" y="77"/>
                    <a:pt x="28" y="68"/>
                  </a:cubicBezTo>
                  <a:cubicBezTo>
                    <a:pt x="41" y="54"/>
                    <a:pt x="62" y="78"/>
                    <a:pt x="67" y="67"/>
                  </a:cubicBezTo>
                  <a:cubicBezTo>
                    <a:pt x="72" y="54"/>
                    <a:pt x="43" y="64"/>
                    <a:pt x="36" y="52"/>
                  </a:cubicBezTo>
                  <a:cubicBezTo>
                    <a:pt x="28" y="38"/>
                    <a:pt x="35" y="3"/>
                    <a:pt x="25" y="1"/>
                  </a:cubicBezTo>
                  <a:cubicBezTo>
                    <a:pt x="15" y="0"/>
                    <a:pt x="21" y="18"/>
                    <a:pt x="23" y="25"/>
                  </a:cubicBezTo>
                  <a:cubicBezTo>
                    <a:pt x="27" y="39"/>
                    <a:pt x="24" y="51"/>
                    <a:pt x="20" y="65"/>
                  </a:cubicBezTo>
                  <a:cubicBezTo>
                    <a:pt x="16" y="79"/>
                    <a:pt x="16" y="89"/>
                    <a:pt x="0" y="97"/>
                  </a:cubicBezTo>
                  <a:cubicBezTo>
                    <a:pt x="5" y="97"/>
                    <a:pt x="9" y="98"/>
                    <a:pt x="10" y="103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00" name="Freeform 339">
              <a:extLst>
                <a:ext uri="{FF2B5EF4-FFF2-40B4-BE49-F238E27FC236}">
                  <a16:creationId xmlns:a16="http://schemas.microsoft.com/office/drawing/2014/main" id="{9EB5F8CA-CFDA-4B28-B47A-66747AF42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2669"/>
              <a:ext cx="500" cy="542"/>
            </a:xfrm>
            <a:custGeom>
              <a:avLst/>
              <a:gdLst>
                <a:gd name="T0" fmla="*/ 1250 w 200"/>
                <a:gd name="T1" fmla="*/ 3749 h 203"/>
                <a:gd name="T2" fmla="*/ 658 w 200"/>
                <a:gd name="T3" fmla="*/ 3487 h 203"/>
                <a:gd name="T4" fmla="*/ 83 w 200"/>
                <a:gd name="T5" fmla="*/ 3578 h 203"/>
                <a:gd name="T6" fmla="*/ 470 w 200"/>
                <a:gd name="T7" fmla="*/ 3372 h 203"/>
                <a:gd name="T8" fmla="*/ 188 w 200"/>
                <a:gd name="T9" fmla="*/ 2625 h 203"/>
                <a:gd name="T10" fmla="*/ 595 w 200"/>
                <a:gd name="T11" fmla="*/ 3100 h 203"/>
                <a:gd name="T12" fmla="*/ 1283 w 200"/>
                <a:gd name="T13" fmla="*/ 2779 h 203"/>
                <a:gd name="T14" fmla="*/ 1313 w 200"/>
                <a:gd name="T15" fmla="*/ 2301 h 203"/>
                <a:gd name="T16" fmla="*/ 1020 w 200"/>
                <a:gd name="T17" fmla="*/ 1904 h 203"/>
                <a:gd name="T18" fmla="*/ 458 w 200"/>
                <a:gd name="T19" fmla="*/ 1981 h 203"/>
                <a:gd name="T20" fmla="*/ 1250 w 200"/>
                <a:gd name="T21" fmla="*/ 1503 h 203"/>
                <a:gd name="T22" fmla="*/ 1063 w 200"/>
                <a:gd name="T23" fmla="*/ 513 h 203"/>
                <a:gd name="T24" fmla="*/ 50 w 200"/>
                <a:gd name="T25" fmla="*/ 742 h 203"/>
                <a:gd name="T26" fmla="*/ 1313 w 200"/>
                <a:gd name="T27" fmla="*/ 0 h 203"/>
                <a:gd name="T28" fmla="*/ 2425 w 200"/>
                <a:gd name="T29" fmla="*/ 571 h 203"/>
                <a:gd name="T30" fmla="*/ 2438 w 200"/>
                <a:gd name="T31" fmla="*/ 627 h 203"/>
                <a:gd name="T32" fmla="*/ 1470 w 200"/>
                <a:gd name="T33" fmla="*/ 379 h 203"/>
                <a:gd name="T34" fmla="*/ 1425 w 200"/>
                <a:gd name="T35" fmla="*/ 1311 h 203"/>
                <a:gd name="T36" fmla="*/ 2363 w 200"/>
                <a:gd name="T37" fmla="*/ 1503 h 203"/>
                <a:gd name="T38" fmla="*/ 1770 w 200"/>
                <a:gd name="T39" fmla="*/ 1525 h 203"/>
                <a:gd name="T40" fmla="*/ 1425 w 200"/>
                <a:gd name="T41" fmla="*/ 1848 h 203"/>
                <a:gd name="T42" fmla="*/ 1470 w 200"/>
                <a:gd name="T43" fmla="*/ 2451 h 203"/>
                <a:gd name="T44" fmla="*/ 2425 w 200"/>
                <a:gd name="T45" fmla="*/ 2472 h 203"/>
                <a:gd name="T46" fmla="*/ 2958 w 200"/>
                <a:gd name="T47" fmla="*/ 1810 h 203"/>
                <a:gd name="T48" fmla="*/ 2658 w 200"/>
                <a:gd name="T49" fmla="*/ 2395 h 203"/>
                <a:gd name="T50" fmla="*/ 2875 w 200"/>
                <a:gd name="T51" fmla="*/ 3086 h 203"/>
                <a:gd name="T52" fmla="*/ 2500 w 200"/>
                <a:gd name="T53" fmla="*/ 2795 h 203"/>
                <a:gd name="T54" fmla="*/ 1800 w 200"/>
                <a:gd name="T55" fmla="*/ 2681 h 203"/>
                <a:gd name="T56" fmla="*/ 1408 w 200"/>
                <a:gd name="T57" fmla="*/ 3009 h 203"/>
                <a:gd name="T58" fmla="*/ 1395 w 200"/>
                <a:gd name="T59" fmla="*/ 3863 h 203"/>
                <a:gd name="T60" fmla="*/ 1250 w 200"/>
                <a:gd name="T61" fmla="*/ 3749 h 20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00" h="203">
                  <a:moveTo>
                    <a:pt x="80" y="197"/>
                  </a:moveTo>
                  <a:cubicBezTo>
                    <a:pt x="81" y="150"/>
                    <a:pt x="53" y="181"/>
                    <a:pt x="42" y="183"/>
                  </a:cubicBezTo>
                  <a:cubicBezTo>
                    <a:pt x="31" y="186"/>
                    <a:pt x="6" y="200"/>
                    <a:pt x="5" y="188"/>
                  </a:cubicBezTo>
                  <a:cubicBezTo>
                    <a:pt x="4" y="177"/>
                    <a:pt x="25" y="187"/>
                    <a:pt x="30" y="177"/>
                  </a:cubicBezTo>
                  <a:cubicBezTo>
                    <a:pt x="35" y="166"/>
                    <a:pt x="9" y="145"/>
                    <a:pt x="12" y="138"/>
                  </a:cubicBezTo>
                  <a:cubicBezTo>
                    <a:pt x="14" y="132"/>
                    <a:pt x="26" y="159"/>
                    <a:pt x="38" y="163"/>
                  </a:cubicBezTo>
                  <a:cubicBezTo>
                    <a:pt x="50" y="167"/>
                    <a:pt x="78" y="163"/>
                    <a:pt x="82" y="146"/>
                  </a:cubicBezTo>
                  <a:cubicBezTo>
                    <a:pt x="85" y="135"/>
                    <a:pt x="85" y="129"/>
                    <a:pt x="84" y="121"/>
                  </a:cubicBezTo>
                  <a:cubicBezTo>
                    <a:pt x="83" y="116"/>
                    <a:pt x="78" y="95"/>
                    <a:pt x="65" y="100"/>
                  </a:cubicBezTo>
                  <a:cubicBezTo>
                    <a:pt x="49" y="102"/>
                    <a:pt x="25" y="113"/>
                    <a:pt x="29" y="104"/>
                  </a:cubicBezTo>
                  <a:cubicBezTo>
                    <a:pt x="34" y="91"/>
                    <a:pt x="78" y="92"/>
                    <a:pt x="80" y="79"/>
                  </a:cubicBezTo>
                  <a:cubicBezTo>
                    <a:pt x="81" y="65"/>
                    <a:pt x="88" y="45"/>
                    <a:pt x="68" y="27"/>
                  </a:cubicBezTo>
                  <a:cubicBezTo>
                    <a:pt x="47" y="10"/>
                    <a:pt x="4" y="40"/>
                    <a:pt x="3" y="39"/>
                  </a:cubicBezTo>
                  <a:cubicBezTo>
                    <a:pt x="0" y="38"/>
                    <a:pt x="30" y="0"/>
                    <a:pt x="84" y="0"/>
                  </a:cubicBezTo>
                  <a:cubicBezTo>
                    <a:pt x="119" y="0"/>
                    <a:pt x="141" y="17"/>
                    <a:pt x="155" y="30"/>
                  </a:cubicBezTo>
                  <a:cubicBezTo>
                    <a:pt x="158" y="32"/>
                    <a:pt x="161" y="35"/>
                    <a:pt x="156" y="33"/>
                  </a:cubicBezTo>
                  <a:cubicBezTo>
                    <a:pt x="143" y="25"/>
                    <a:pt x="107" y="6"/>
                    <a:pt x="94" y="20"/>
                  </a:cubicBezTo>
                  <a:cubicBezTo>
                    <a:pt x="79" y="35"/>
                    <a:pt x="86" y="57"/>
                    <a:pt x="91" y="69"/>
                  </a:cubicBezTo>
                  <a:cubicBezTo>
                    <a:pt x="97" y="81"/>
                    <a:pt x="145" y="64"/>
                    <a:pt x="151" y="79"/>
                  </a:cubicBezTo>
                  <a:cubicBezTo>
                    <a:pt x="156" y="93"/>
                    <a:pt x="128" y="80"/>
                    <a:pt x="113" y="80"/>
                  </a:cubicBezTo>
                  <a:cubicBezTo>
                    <a:pt x="103" y="80"/>
                    <a:pt x="95" y="86"/>
                    <a:pt x="91" y="97"/>
                  </a:cubicBezTo>
                  <a:cubicBezTo>
                    <a:pt x="89" y="101"/>
                    <a:pt x="84" y="121"/>
                    <a:pt x="94" y="129"/>
                  </a:cubicBezTo>
                  <a:cubicBezTo>
                    <a:pt x="109" y="140"/>
                    <a:pt x="144" y="138"/>
                    <a:pt x="155" y="130"/>
                  </a:cubicBezTo>
                  <a:cubicBezTo>
                    <a:pt x="169" y="120"/>
                    <a:pt x="179" y="95"/>
                    <a:pt x="189" y="95"/>
                  </a:cubicBezTo>
                  <a:cubicBezTo>
                    <a:pt x="200" y="95"/>
                    <a:pt x="178" y="112"/>
                    <a:pt x="170" y="126"/>
                  </a:cubicBezTo>
                  <a:cubicBezTo>
                    <a:pt x="162" y="141"/>
                    <a:pt x="188" y="147"/>
                    <a:pt x="184" y="162"/>
                  </a:cubicBezTo>
                  <a:cubicBezTo>
                    <a:pt x="180" y="177"/>
                    <a:pt x="169" y="149"/>
                    <a:pt x="160" y="147"/>
                  </a:cubicBezTo>
                  <a:cubicBezTo>
                    <a:pt x="151" y="146"/>
                    <a:pt x="128" y="142"/>
                    <a:pt x="115" y="141"/>
                  </a:cubicBezTo>
                  <a:cubicBezTo>
                    <a:pt x="102" y="139"/>
                    <a:pt x="90" y="145"/>
                    <a:pt x="90" y="158"/>
                  </a:cubicBezTo>
                  <a:cubicBezTo>
                    <a:pt x="90" y="171"/>
                    <a:pt x="89" y="203"/>
                    <a:pt x="89" y="203"/>
                  </a:cubicBezTo>
                  <a:cubicBezTo>
                    <a:pt x="88" y="201"/>
                    <a:pt x="84" y="187"/>
                    <a:pt x="80" y="197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01" name="Freeform 340">
              <a:extLst>
                <a:ext uri="{FF2B5EF4-FFF2-40B4-BE49-F238E27FC236}">
                  <a16:creationId xmlns:a16="http://schemas.microsoft.com/office/drawing/2014/main" id="{DC5BCDA6-6614-43B6-BD69-1D6131385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77"/>
              <a:ext cx="237" cy="291"/>
            </a:xfrm>
            <a:custGeom>
              <a:avLst/>
              <a:gdLst>
                <a:gd name="T0" fmla="*/ 1257 w 95"/>
                <a:gd name="T1" fmla="*/ 1938 h 109"/>
                <a:gd name="T2" fmla="*/ 1153 w 95"/>
                <a:gd name="T3" fmla="*/ 1583 h 109"/>
                <a:gd name="T4" fmla="*/ 1103 w 95"/>
                <a:gd name="T5" fmla="*/ 1255 h 109"/>
                <a:gd name="T6" fmla="*/ 1412 w 95"/>
                <a:gd name="T7" fmla="*/ 1105 h 109"/>
                <a:gd name="T8" fmla="*/ 1432 w 95"/>
                <a:gd name="T9" fmla="*/ 833 h 109"/>
                <a:gd name="T10" fmla="*/ 1370 w 95"/>
                <a:gd name="T11" fmla="*/ 833 h 109"/>
                <a:gd name="T12" fmla="*/ 746 w 95"/>
                <a:gd name="T13" fmla="*/ 320 h 109"/>
                <a:gd name="T14" fmla="*/ 621 w 95"/>
                <a:gd name="T15" fmla="*/ 77 h 109"/>
                <a:gd name="T16" fmla="*/ 634 w 95"/>
                <a:gd name="T17" fmla="*/ 422 h 109"/>
                <a:gd name="T18" fmla="*/ 758 w 95"/>
                <a:gd name="T19" fmla="*/ 948 h 109"/>
                <a:gd name="T20" fmla="*/ 249 w 95"/>
                <a:gd name="T21" fmla="*/ 1004 h 109"/>
                <a:gd name="T22" fmla="*/ 529 w 95"/>
                <a:gd name="T23" fmla="*/ 1161 h 109"/>
                <a:gd name="T24" fmla="*/ 978 w 95"/>
                <a:gd name="T25" fmla="*/ 1447 h 109"/>
                <a:gd name="T26" fmla="*/ 1058 w 95"/>
                <a:gd name="T27" fmla="*/ 2074 h 109"/>
                <a:gd name="T28" fmla="*/ 1257 w 95"/>
                <a:gd name="T29" fmla="*/ 1938 h 1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5" h="109">
                  <a:moveTo>
                    <a:pt x="81" y="102"/>
                  </a:moveTo>
                  <a:cubicBezTo>
                    <a:pt x="80" y="96"/>
                    <a:pt x="76" y="90"/>
                    <a:pt x="74" y="83"/>
                  </a:cubicBezTo>
                  <a:cubicBezTo>
                    <a:pt x="74" y="81"/>
                    <a:pt x="69" y="74"/>
                    <a:pt x="71" y="66"/>
                  </a:cubicBezTo>
                  <a:cubicBezTo>
                    <a:pt x="72" y="58"/>
                    <a:pt x="85" y="63"/>
                    <a:pt x="91" y="58"/>
                  </a:cubicBezTo>
                  <a:cubicBezTo>
                    <a:pt x="94" y="55"/>
                    <a:pt x="95" y="48"/>
                    <a:pt x="92" y="44"/>
                  </a:cubicBezTo>
                  <a:cubicBezTo>
                    <a:pt x="92" y="43"/>
                    <a:pt x="89" y="41"/>
                    <a:pt x="88" y="44"/>
                  </a:cubicBezTo>
                  <a:cubicBezTo>
                    <a:pt x="78" y="77"/>
                    <a:pt x="52" y="31"/>
                    <a:pt x="48" y="17"/>
                  </a:cubicBezTo>
                  <a:cubicBezTo>
                    <a:pt x="47" y="14"/>
                    <a:pt x="49" y="0"/>
                    <a:pt x="40" y="4"/>
                  </a:cubicBezTo>
                  <a:cubicBezTo>
                    <a:pt x="36" y="5"/>
                    <a:pt x="40" y="18"/>
                    <a:pt x="41" y="22"/>
                  </a:cubicBezTo>
                  <a:cubicBezTo>
                    <a:pt x="45" y="32"/>
                    <a:pt x="58" y="41"/>
                    <a:pt x="49" y="50"/>
                  </a:cubicBezTo>
                  <a:cubicBezTo>
                    <a:pt x="40" y="61"/>
                    <a:pt x="27" y="50"/>
                    <a:pt x="16" y="53"/>
                  </a:cubicBezTo>
                  <a:cubicBezTo>
                    <a:pt x="0" y="58"/>
                    <a:pt x="29" y="62"/>
                    <a:pt x="34" y="61"/>
                  </a:cubicBezTo>
                  <a:cubicBezTo>
                    <a:pt x="52" y="61"/>
                    <a:pt x="54" y="64"/>
                    <a:pt x="63" y="76"/>
                  </a:cubicBezTo>
                  <a:cubicBezTo>
                    <a:pt x="69" y="84"/>
                    <a:pt x="75" y="100"/>
                    <a:pt x="68" y="109"/>
                  </a:cubicBezTo>
                  <a:cubicBezTo>
                    <a:pt x="72" y="104"/>
                    <a:pt x="76" y="103"/>
                    <a:pt x="81" y="102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02" name="Freeform 341">
              <a:extLst>
                <a:ext uri="{FF2B5EF4-FFF2-40B4-BE49-F238E27FC236}">
                  <a16:creationId xmlns:a16="http://schemas.microsoft.com/office/drawing/2014/main" id="{6860070B-1C8A-4401-9684-B8B8A2959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435"/>
              <a:ext cx="205" cy="317"/>
            </a:xfrm>
            <a:custGeom>
              <a:avLst/>
              <a:gdLst>
                <a:gd name="T0" fmla="*/ 1283 w 82"/>
                <a:gd name="T1" fmla="*/ 1966 h 119"/>
                <a:gd name="T2" fmla="*/ 908 w 82"/>
                <a:gd name="T3" fmla="*/ 1319 h 119"/>
                <a:gd name="T4" fmla="*/ 488 w 82"/>
                <a:gd name="T5" fmla="*/ 418 h 119"/>
                <a:gd name="T6" fmla="*/ 313 w 82"/>
                <a:gd name="T7" fmla="*/ 341 h 119"/>
                <a:gd name="T8" fmla="*/ 688 w 82"/>
                <a:gd name="T9" fmla="*/ 1305 h 119"/>
                <a:gd name="T10" fmla="*/ 95 w 82"/>
                <a:gd name="T11" fmla="*/ 1817 h 119"/>
                <a:gd name="T12" fmla="*/ 250 w 82"/>
                <a:gd name="T13" fmla="*/ 1873 h 119"/>
                <a:gd name="T14" fmla="*/ 813 w 82"/>
                <a:gd name="T15" fmla="*/ 1569 h 119"/>
                <a:gd name="T16" fmla="*/ 1220 w 82"/>
                <a:gd name="T17" fmla="*/ 2192 h 119"/>
                <a:gd name="T18" fmla="*/ 1283 w 82"/>
                <a:gd name="T19" fmla="*/ 1966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119">
                  <a:moveTo>
                    <a:pt x="82" y="104"/>
                  </a:moveTo>
                  <a:cubicBezTo>
                    <a:pt x="68" y="104"/>
                    <a:pt x="68" y="88"/>
                    <a:pt x="58" y="70"/>
                  </a:cubicBezTo>
                  <a:cubicBezTo>
                    <a:pt x="47" y="51"/>
                    <a:pt x="39" y="43"/>
                    <a:pt x="31" y="22"/>
                  </a:cubicBezTo>
                  <a:cubicBezTo>
                    <a:pt x="23" y="0"/>
                    <a:pt x="15" y="2"/>
                    <a:pt x="20" y="18"/>
                  </a:cubicBezTo>
                  <a:cubicBezTo>
                    <a:pt x="26" y="34"/>
                    <a:pt x="44" y="53"/>
                    <a:pt x="44" y="69"/>
                  </a:cubicBezTo>
                  <a:cubicBezTo>
                    <a:pt x="44" y="85"/>
                    <a:pt x="11" y="83"/>
                    <a:pt x="6" y="96"/>
                  </a:cubicBezTo>
                  <a:cubicBezTo>
                    <a:pt x="0" y="110"/>
                    <a:pt x="8" y="106"/>
                    <a:pt x="16" y="99"/>
                  </a:cubicBezTo>
                  <a:cubicBezTo>
                    <a:pt x="24" y="92"/>
                    <a:pt x="46" y="78"/>
                    <a:pt x="52" y="83"/>
                  </a:cubicBezTo>
                  <a:cubicBezTo>
                    <a:pt x="59" y="89"/>
                    <a:pt x="67" y="119"/>
                    <a:pt x="78" y="116"/>
                  </a:cubicBezTo>
                  <a:cubicBezTo>
                    <a:pt x="78" y="109"/>
                    <a:pt x="78" y="106"/>
                    <a:pt x="82" y="104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03" name="Freeform 342">
              <a:extLst>
                <a:ext uri="{FF2B5EF4-FFF2-40B4-BE49-F238E27FC236}">
                  <a16:creationId xmlns:a16="http://schemas.microsoft.com/office/drawing/2014/main" id="{F3238676-9D23-4048-90CD-3D7F4D2B5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560"/>
              <a:ext cx="400" cy="760"/>
            </a:xfrm>
            <a:custGeom>
              <a:avLst/>
              <a:gdLst>
                <a:gd name="T0" fmla="*/ 2488 w 160"/>
                <a:gd name="T1" fmla="*/ 4531 h 285"/>
                <a:gd name="T2" fmla="*/ 2050 w 160"/>
                <a:gd name="T3" fmla="*/ 4493 h 285"/>
                <a:gd name="T4" fmla="*/ 1063 w 160"/>
                <a:gd name="T5" fmla="*/ 4515 h 285"/>
                <a:gd name="T6" fmla="*/ 938 w 160"/>
                <a:gd name="T7" fmla="*/ 5064 h 285"/>
                <a:gd name="T8" fmla="*/ 708 w 160"/>
                <a:gd name="T9" fmla="*/ 5197 h 285"/>
                <a:gd name="T10" fmla="*/ 533 w 160"/>
                <a:gd name="T11" fmla="*/ 4472 h 285"/>
                <a:gd name="T12" fmla="*/ 708 w 160"/>
                <a:gd name="T13" fmla="*/ 3869 h 285"/>
                <a:gd name="T14" fmla="*/ 583 w 160"/>
                <a:gd name="T15" fmla="*/ 3379 h 285"/>
                <a:gd name="T16" fmla="*/ 813 w 160"/>
                <a:gd name="T17" fmla="*/ 2867 h 285"/>
                <a:gd name="T18" fmla="*/ 625 w 160"/>
                <a:gd name="T19" fmla="*/ 2312 h 285"/>
                <a:gd name="T20" fmla="*/ 438 w 160"/>
                <a:gd name="T21" fmla="*/ 1344 h 285"/>
                <a:gd name="T22" fmla="*/ 208 w 160"/>
                <a:gd name="T23" fmla="*/ 1515 h 285"/>
                <a:gd name="T24" fmla="*/ 220 w 160"/>
                <a:gd name="T25" fmla="*/ 1288 h 285"/>
                <a:gd name="T26" fmla="*/ 520 w 160"/>
                <a:gd name="T27" fmla="*/ 875 h 285"/>
                <a:gd name="T28" fmla="*/ 300 w 160"/>
                <a:gd name="T29" fmla="*/ 363 h 285"/>
                <a:gd name="T30" fmla="*/ 33 w 160"/>
                <a:gd name="T31" fmla="*/ 93 h 285"/>
                <a:gd name="T32" fmla="*/ 750 w 160"/>
                <a:gd name="T33" fmla="*/ 661 h 285"/>
                <a:gd name="T34" fmla="*/ 1238 w 160"/>
                <a:gd name="T35" fmla="*/ 589 h 285"/>
                <a:gd name="T36" fmla="*/ 1675 w 160"/>
                <a:gd name="T37" fmla="*/ 264 h 285"/>
                <a:gd name="T38" fmla="*/ 1738 w 160"/>
                <a:gd name="T39" fmla="*/ 533 h 285"/>
                <a:gd name="T40" fmla="*/ 1270 w 160"/>
                <a:gd name="T41" fmla="*/ 683 h 285"/>
                <a:gd name="T42" fmla="*/ 770 w 160"/>
                <a:gd name="T43" fmla="*/ 797 h 285"/>
                <a:gd name="T44" fmla="*/ 645 w 160"/>
                <a:gd name="T45" fmla="*/ 1024 h 285"/>
                <a:gd name="T46" fmla="*/ 770 w 160"/>
                <a:gd name="T47" fmla="*/ 1501 h 285"/>
                <a:gd name="T48" fmla="*/ 708 w 160"/>
                <a:gd name="T49" fmla="*/ 2240 h 285"/>
                <a:gd name="T50" fmla="*/ 908 w 160"/>
                <a:gd name="T51" fmla="*/ 2616 h 285"/>
                <a:gd name="T52" fmla="*/ 1175 w 160"/>
                <a:gd name="T53" fmla="*/ 2731 h 285"/>
                <a:gd name="T54" fmla="*/ 925 w 160"/>
                <a:gd name="T55" fmla="*/ 2824 h 285"/>
                <a:gd name="T56" fmla="*/ 720 w 160"/>
                <a:gd name="T57" fmla="*/ 3208 h 285"/>
                <a:gd name="T58" fmla="*/ 738 w 160"/>
                <a:gd name="T59" fmla="*/ 3619 h 285"/>
                <a:gd name="T60" fmla="*/ 1050 w 160"/>
                <a:gd name="T61" fmla="*/ 3677 h 285"/>
                <a:gd name="T62" fmla="*/ 1425 w 160"/>
                <a:gd name="T63" fmla="*/ 3448 h 285"/>
                <a:gd name="T64" fmla="*/ 1220 w 160"/>
                <a:gd name="T65" fmla="*/ 3677 h 285"/>
                <a:gd name="T66" fmla="*/ 1175 w 160"/>
                <a:gd name="T67" fmla="*/ 3947 h 285"/>
                <a:gd name="T68" fmla="*/ 1145 w 160"/>
                <a:gd name="T69" fmla="*/ 4075 h 285"/>
                <a:gd name="T70" fmla="*/ 833 w 160"/>
                <a:gd name="T71" fmla="*/ 3947 h 285"/>
                <a:gd name="T72" fmla="*/ 645 w 160"/>
                <a:gd name="T73" fmla="*/ 4437 h 285"/>
                <a:gd name="T74" fmla="*/ 708 w 160"/>
                <a:gd name="T75" fmla="*/ 4813 h 285"/>
                <a:gd name="T76" fmla="*/ 863 w 160"/>
                <a:gd name="T77" fmla="*/ 4779 h 285"/>
                <a:gd name="T78" fmla="*/ 1175 w 160"/>
                <a:gd name="T79" fmla="*/ 4323 h 285"/>
                <a:gd name="T80" fmla="*/ 1970 w 160"/>
                <a:gd name="T81" fmla="*/ 4360 h 285"/>
                <a:gd name="T82" fmla="*/ 2500 w 160"/>
                <a:gd name="T83" fmla="*/ 4323 h 285"/>
                <a:gd name="T84" fmla="*/ 2488 w 160"/>
                <a:gd name="T85" fmla="*/ 4531 h 28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0" h="285">
                  <a:moveTo>
                    <a:pt x="159" y="239"/>
                  </a:moveTo>
                  <a:cubicBezTo>
                    <a:pt x="152" y="238"/>
                    <a:pt x="140" y="236"/>
                    <a:pt x="131" y="237"/>
                  </a:cubicBezTo>
                  <a:cubicBezTo>
                    <a:pt x="112" y="239"/>
                    <a:pt x="83" y="224"/>
                    <a:pt x="68" y="238"/>
                  </a:cubicBezTo>
                  <a:cubicBezTo>
                    <a:pt x="63" y="242"/>
                    <a:pt x="61" y="255"/>
                    <a:pt x="60" y="267"/>
                  </a:cubicBezTo>
                  <a:cubicBezTo>
                    <a:pt x="58" y="285"/>
                    <a:pt x="46" y="283"/>
                    <a:pt x="45" y="274"/>
                  </a:cubicBezTo>
                  <a:cubicBezTo>
                    <a:pt x="44" y="260"/>
                    <a:pt x="30" y="250"/>
                    <a:pt x="34" y="236"/>
                  </a:cubicBezTo>
                  <a:cubicBezTo>
                    <a:pt x="37" y="225"/>
                    <a:pt x="46" y="217"/>
                    <a:pt x="45" y="204"/>
                  </a:cubicBezTo>
                  <a:cubicBezTo>
                    <a:pt x="44" y="195"/>
                    <a:pt x="37" y="187"/>
                    <a:pt x="37" y="178"/>
                  </a:cubicBezTo>
                  <a:cubicBezTo>
                    <a:pt x="37" y="165"/>
                    <a:pt x="48" y="161"/>
                    <a:pt x="52" y="151"/>
                  </a:cubicBezTo>
                  <a:cubicBezTo>
                    <a:pt x="56" y="137"/>
                    <a:pt x="46" y="131"/>
                    <a:pt x="40" y="122"/>
                  </a:cubicBezTo>
                  <a:cubicBezTo>
                    <a:pt x="32" y="108"/>
                    <a:pt x="50" y="65"/>
                    <a:pt x="28" y="71"/>
                  </a:cubicBezTo>
                  <a:cubicBezTo>
                    <a:pt x="23" y="72"/>
                    <a:pt x="20" y="82"/>
                    <a:pt x="13" y="80"/>
                  </a:cubicBezTo>
                  <a:cubicBezTo>
                    <a:pt x="6" y="78"/>
                    <a:pt x="11" y="72"/>
                    <a:pt x="14" y="68"/>
                  </a:cubicBezTo>
                  <a:cubicBezTo>
                    <a:pt x="20" y="59"/>
                    <a:pt x="35" y="63"/>
                    <a:pt x="33" y="46"/>
                  </a:cubicBezTo>
                  <a:cubicBezTo>
                    <a:pt x="33" y="39"/>
                    <a:pt x="24" y="24"/>
                    <a:pt x="19" y="19"/>
                  </a:cubicBezTo>
                  <a:cubicBezTo>
                    <a:pt x="12" y="14"/>
                    <a:pt x="0" y="16"/>
                    <a:pt x="2" y="5"/>
                  </a:cubicBezTo>
                  <a:cubicBezTo>
                    <a:pt x="17" y="0"/>
                    <a:pt x="31" y="32"/>
                    <a:pt x="48" y="35"/>
                  </a:cubicBezTo>
                  <a:cubicBezTo>
                    <a:pt x="55" y="36"/>
                    <a:pt x="71" y="32"/>
                    <a:pt x="79" y="31"/>
                  </a:cubicBezTo>
                  <a:cubicBezTo>
                    <a:pt x="89" y="30"/>
                    <a:pt x="104" y="25"/>
                    <a:pt x="107" y="14"/>
                  </a:cubicBezTo>
                  <a:cubicBezTo>
                    <a:pt x="105" y="21"/>
                    <a:pt x="107" y="24"/>
                    <a:pt x="111" y="28"/>
                  </a:cubicBezTo>
                  <a:cubicBezTo>
                    <a:pt x="103" y="30"/>
                    <a:pt x="89" y="33"/>
                    <a:pt x="81" y="36"/>
                  </a:cubicBezTo>
                  <a:cubicBezTo>
                    <a:pt x="73" y="38"/>
                    <a:pt x="57" y="42"/>
                    <a:pt x="49" y="42"/>
                  </a:cubicBezTo>
                  <a:cubicBezTo>
                    <a:pt x="41" y="41"/>
                    <a:pt x="42" y="48"/>
                    <a:pt x="41" y="54"/>
                  </a:cubicBezTo>
                  <a:cubicBezTo>
                    <a:pt x="41" y="60"/>
                    <a:pt x="50" y="67"/>
                    <a:pt x="49" y="79"/>
                  </a:cubicBezTo>
                  <a:cubicBezTo>
                    <a:pt x="49" y="91"/>
                    <a:pt x="43" y="109"/>
                    <a:pt x="45" y="118"/>
                  </a:cubicBezTo>
                  <a:cubicBezTo>
                    <a:pt x="47" y="126"/>
                    <a:pt x="53" y="134"/>
                    <a:pt x="58" y="138"/>
                  </a:cubicBezTo>
                  <a:cubicBezTo>
                    <a:pt x="63" y="143"/>
                    <a:pt x="71" y="137"/>
                    <a:pt x="75" y="144"/>
                  </a:cubicBezTo>
                  <a:cubicBezTo>
                    <a:pt x="79" y="152"/>
                    <a:pt x="63" y="141"/>
                    <a:pt x="59" y="149"/>
                  </a:cubicBezTo>
                  <a:cubicBezTo>
                    <a:pt x="55" y="157"/>
                    <a:pt x="51" y="161"/>
                    <a:pt x="46" y="169"/>
                  </a:cubicBezTo>
                  <a:cubicBezTo>
                    <a:pt x="41" y="177"/>
                    <a:pt x="45" y="184"/>
                    <a:pt x="47" y="191"/>
                  </a:cubicBezTo>
                  <a:cubicBezTo>
                    <a:pt x="50" y="198"/>
                    <a:pt x="57" y="200"/>
                    <a:pt x="67" y="194"/>
                  </a:cubicBezTo>
                  <a:cubicBezTo>
                    <a:pt x="76" y="189"/>
                    <a:pt x="87" y="179"/>
                    <a:pt x="91" y="182"/>
                  </a:cubicBezTo>
                  <a:cubicBezTo>
                    <a:pt x="95" y="186"/>
                    <a:pt x="84" y="190"/>
                    <a:pt x="78" y="194"/>
                  </a:cubicBezTo>
                  <a:cubicBezTo>
                    <a:pt x="72" y="198"/>
                    <a:pt x="71" y="204"/>
                    <a:pt x="75" y="208"/>
                  </a:cubicBezTo>
                  <a:cubicBezTo>
                    <a:pt x="80" y="212"/>
                    <a:pt x="81" y="218"/>
                    <a:pt x="73" y="215"/>
                  </a:cubicBezTo>
                  <a:cubicBezTo>
                    <a:pt x="64" y="212"/>
                    <a:pt x="58" y="204"/>
                    <a:pt x="53" y="208"/>
                  </a:cubicBezTo>
                  <a:cubicBezTo>
                    <a:pt x="49" y="211"/>
                    <a:pt x="48" y="227"/>
                    <a:pt x="41" y="234"/>
                  </a:cubicBezTo>
                  <a:cubicBezTo>
                    <a:pt x="35" y="242"/>
                    <a:pt x="44" y="248"/>
                    <a:pt x="45" y="254"/>
                  </a:cubicBezTo>
                  <a:cubicBezTo>
                    <a:pt x="45" y="260"/>
                    <a:pt x="53" y="260"/>
                    <a:pt x="55" y="252"/>
                  </a:cubicBezTo>
                  <a:cubicBezTo>
                    <a:pt x="58" y="244"/>
                    <a:pt x="61" y="230"/>
                    <a:pt x="75" y="228"/>
                  </a:cubicBezTo>
                  <a:cubicBezTo>
                    <a:pt x="88" y="225"/>
                    <a:pt x="115" y="230"/>
                    <a:pt x="126" y="230"/>
                  </a:cubicBezTo>
                  <a:cubicBezTo>
                    <a:pt x="137" y="231"/>
                    <a:pt x="155" y="232"/>
                    <a:pt x="160" y="228"/>
                  </a:cubicBezTo>
                  <a:cubicBezTo>
                    <a:pt x="156" y="232"/>
                    <a:pt x="156" y="238"/>
                    <a:pt x="159" y="239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04" name="Freeform 343">
              <a:extLst>
                <a:ext uri="{FF2B5EF4-FFF2-40B4-BE49-F238E27FC236}">
                  <a16:creationId xmlns:a16="http://schemas.microsoft.com/office/drawing/2014/main" id="{9C986CF5-A2DE-4324-A388-BBF96C486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827"/>
              <a:ext cx="142" cy="133"/>
            </a:xfrm>
            <a:custGeom>
              <a:avLst/>
              <a:gdLst>
                <a:gd name="T0" fmla="*/ 882 w 57"/>
                <a:gd name="T1" fmla="*/ 319 h 50"/>
                <a:gd name="T2" fmla="*/ 570 w 57"/>
                <a:gd name="T3" fmla="*/ 489 h 50"/>
                <a:gd name="T4" fmla="*/ 478 w 57"/>
                <a:gd name="T5" fmla="*/ 942 h 50"/>
                <a:gd name="T6" fmla="*/ 446 w 57"/>
                <a:gd name="T7" fmla="*/ 375 h 50"/>
                <a:gd name="T8" fmla="*/ 187 w 57"/>
                <a:gd name="T9" fmla="*/ 35 h 50"/>
                <a:gd name="T10" fmla="*/ 837 w 57"/>
                <a:gd name="T11" fmla="*/ 170 h 50"/>
                <a:gd name="T12" fmla="*/ 882 w 57"/>
                <a:gd name="T13" fmla="*/ 31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50">
                  <a:moveTo>
                    <a:pt x="57" y="17"/>
                  </a:moveTo>
                  <a:cubicBezTo>
                    <a:pt x="50" y="15"/>
                    <a:pt x="41" y="21"/>
                    <a:pt x="37" y="26"/>
                  </a:cubicBezTo>
                  <a:cubicBezTo>
                    <a:pt x="32" y="34"/>
                    <a:pt x="38" y="43"/>
                    <a:pt x="31" y="50"/>
                  </a:cubicBezTo>
                  <a:cubicBezTo>
                    <a:pt x="23" y="41"/>
                    <a:pt x="35" y="30"/>
                    <a:pt x="29" y="20"/>
                  </a:cubicBezTo>
                  <a:cubicBezTo>
                    <a:pt x="25" y="13"/>
                    <a:pt x="0" y="0"/>
                    <a:pt x="12" y="2"/>
                  </a:cubicBezTo>
                  <a:cubicBezTo>
                    <a:pt x="22" y="4"/>
                    <a:pt x="43" y="24"/>
                    <a:pt x="54" y="9"/>
                  </a:cubicBezTo>
                  <a:cubicBezTo>
                    <a:pt x="53" y="11"/>
                    <a:pt x="54" y="16"/>
                    <a:pt x="57" y="17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05" name="Freeform 344">
              <a:extLst>
                <a:ext uri="{FF2B5EF4-FFF2-40B4-BE49-F238E27FC236}">
                  <a16:creationId xmlns:a16="http://schemas.microsoft.com/office/drawing/2014/main" id="{CF469A3A-8A0F-4772-8D50-47BAB418D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072"/>
              <a:ext cx="65" cy="117"/>
            </a:xfrm>
            <a:custGeom>
              <a:avLst/>
              <a:gdLst>
                <a:gd name="T0" fmla="*/ 408 w 26"/>
                <a:gd name="T1" fmla="*/ 21 h 44"/>
                <a:gd name="T2" fmla="*/ 238 w 26"/>
                <a:gd name="T3" fmla="*/ 362 h 44"/>
                <a:gd name="T4" fmla="*/ 333 w 26"/>
                <a:gd name="T5" fmla="*/ 715 h 44"/>
                <a:gd name="T6" fmla="*/ 283 w 26"/>
                <a:gd name="T7" fmla="*/ 771 h 44"/>
                <a:gd name="T8" fmla="*/ 158 w 26"/>
                <a:gd name="T9" fmla="*/ 468 h 44"/>
                <a:gd name="T10" fmla="*/ 83 w 26"/>
                <a:gd name="T11" fmla="*/ 136 h 44"/>
                <a:gd name="T12" fmla="*/ 83 w 26"/>
                <a:gd name="T13" fmla="*/ 77 h 44"/>
                <a:gd name="T14" fmla="*/ 300 w 26"/>
                <a:gd name="T15" fmla="*/ 0 h 44"/>
                <a:gd name="T16" fmla="*/ 408 w 26"/>
                <a:gd name="T17" fmla="*/ 21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44">
                  <a:moveTo>
                    <a:pt x="26" y="1"/>
                  </a:moveTo>
                  <a:cubicBezTo>
                    <a:pt x="21" y="5"/>
                    <a:pt x="17" y="12"/>
                    <a:pt x="15" y="19"/>
                  </a:cubicBezTo>
                  <a:cubicBezTo>
                    <a:pt x="14" y="26"/>
                    <a:pt x="16" y="32"/>
                    <a:pt x="21" y="38"/>
                  </a:cubicBezTo>
                  <a:cubicBezTo>
                    <a:pt x="25" y="44"/>
                    <a:pt x="21" y="44"/>
                    <a:pt x="18" y="41"/>
                  </a:cubicBezTo>
                  <a:cubicBezTo>
                    <a:pt x="16" y="37"/>
                    <a:pt x="10" y="33"/>
                    <a:pt x="10" y="25"/>
                  </a:cubicBezTo>
                  <a:cubicBezTo>
                    <a:pt x="10" y="17"/>
                    <a:pt x="8" y="8"/>
                    <a:pt x="5" y="7"/>
                  </a:cubicBezTo>
                  <a:cubicBezTo>
                    <a:pt x="2" y="7"/>
                    <a:pt x="0" y="3"/>
                    <a:pt x="5" y="4"/>
                  </a:cubicBezTo>
                  <a:cubicBezTo>
                    <a:pt x="10" y="5"/>
                    <a:pt x="17" y="7"/>
                    <a:pt x="19" y="0"/>
                  </a:cubicBezTo>
                  <a:cubicBezTo>
                    <a:pt x="19" y="3"/>
                    <a:pt x="19" y="6"/>
                    <a:pt x="26" y="1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06" name="Freeform 345">
              <a:extLst>
                <a:ext uri="{FF2B5EF4-FFF2-40B4-BE49-F238E27FC236}">
                  <a16:creationId xmlns:a16="http://schemas.microsoft.com/office/drawing/2014/main" id="{E03EC73F-A4C4-4015-AB76-59E84C7DA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1016"/>
              <a:ext cx="83" cy="136"/>
            </a:xfrm>
            <a:custGeom>
              <a:avLst/>
              <a:gdLst>
                <a:gd name="T0" fmla="*/ 506 w 33"/>
                <a:gd name="T1" fmla="*/ 77 h 51"/>
                <a:gd name="T2" fmla="*/ 113 w 33"/>
                <a:gd name="T3" fmla="*/ 739 h 51"/>
                <a:gd name="T4" fmla="*/ 367 w 33"/>
                <a:gd name="T5" fmla="*/ 0 h 51"/>
                <a:gd name="T6" fmla="*/ 506 w 33"/>
                <a:gd name="T7" fmla="*/ 77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1">
                  <a:moveTo>
                    <a:pt x="32" y="4"/>
                  </a:moveTo>
                  <a:cubicBezTo>
                    <a:pt x="30" y="11"/>
                    <a:pt x="24" y="51"/>
                    <a:pt x="7" y="39"/>
                  </a:cubicBezTo>
                  <a:cubicBezTo>
                    <a:pt x="0" y="30"/>
                    <a:pt x="33" y="18"/>
                    <a:pt x="23" y="0"/>
                  </a:cubicBezTo>
                  <a:cubicBezTo>
                    <a:pt x="26" y="5"/>
                    <a:pt x="28" y="5"/>
                    <a:pt x="32" y="4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07" name="Freeform 346">
              <a:extLst>
                <a:ext uri="{FF2B5EF4-FFF2-40B4-BE49-F238E27FC236}">
                  <a16:creationId xmlns:a16="http://schemas.microsoft.com/office/drawing/2014/main" id="{F86BE75C-E3F0-4873-AF35-0025C64C5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2680"/>
              <a:ext cx="237" cy="75"/>
            </a:xfrm>
            <a:custGeom>
              <a:avLst/>
              <a:gdLst>
                <a:gd name="T0" fmla="*/ 12 w 95"/>
                <a:gd name="T1" fmla="*/ 308 h 28"/>
                <a:gd name="T2" fmla="*/ 728 w 95"/>
                <a:gd name="T3" fmla="*/ 35 h 28"/>
                <a:gd name="T4" fmla="*/ 1474 w 95"/>
                <a:gd name="T5" fmla="*/ 193 h 28"/>
                <a:gd name="T6" fmla="*/ 871 w 95"/>
                <a:gd name="T7" fmla="*/ 538 h 28"/>
                <a:gd name="T8" fmla="*/ 684 w 95"/>
                <a:gd name="T9" fmla="*/ 367 h 28"/>
                <a:gd name="T10" fmla="*/ 404 w 95"/>
                <a:gd name="T11" fmla="*/ 273 h 28"/>
                <a:gd name="T12" fmla="*/ 0 w 95"/>
                <a:gd name="T13" fmla="*/ 36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28">
                  <a:moveTo>
                    <a:pt x="1" y="16"/>
                  </a:moveTo>
                  <a:cubicBezTo>
                    <a:pt x="17" y="4"/>
                    <a:pt x="28" y="5"/>
                    <a:pt x="47" y="2"/>
                  </a:cubicBezTo>
                  <a:cubicBezTo>
                    <a:pt x="65" y="0"/>
                    <a:pt x="85" y="1"/>
                    <a:pt x="95" y="10"/>
                  </a:cubicBezTo>
                  <a:cubicBezTo>
                    <a:pt x="75" y="5"/>
                    <a:pt x="58" y="3"/>
                    <a:pt x="56" y="28"/>
                  </a:cubicBezTo>
                  <a:cubicBezTo>
                    <a:pt x="51" y="28"/>
                    <a:pt x="48" y="21"/>
                    <a:pt x="44" y="19"/>
                  </a:cubicBezTo>
                  <a:cubicBezTo>
                    <a:pt x="39" y="16"/>
                    <a:pt x="32" y="14"/>
                    <a:pt x="26" y="14"/>
                  </a:cubicBezTo>
                  <a:cubicBezTo>
                    <a:pt x="17" y="15"/>
                    <a:pt x="8" y="14"/>
                    <a:pt x="0" y="19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8" name="Freeform 347">
              <a:extLst>
                <a:ext uri="{FF2B5EF4-FFF2-40B4-BE49-F238E27FC236}">
                  <a16:creationId xmlns:a16="http://schemas.microsoft.com/office/drawing/2014/main" id="{88CEEB17-16AB-481B-ACE6-A5570287B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867"/>
              <a:ext cx="65" cy="72"/>
            </a:xfrm>
            <a:custGeom>
              <a:avLst/>
              <a:gdLst>
                <a:gd name="T0" fmla="*/ 270 w 26"/>
                <a:gd name="T1" fmla="*/ 21 h 27"/>
                <a:gd name="T2" fmla="*/ 0 w 26"/>
                <a:gd name="T3" fmla="*/ 397 h 27"/>
                <a:gd name="T4" fmla="*/ 238 w 26"/>
                <a:gd name="T5" fmla="*/ 512 h 27"/>
                <a:gd name="T6" fmla="*/ 408 w 26"/>
                <a:gd name="T7" fmla="*/ 136 h 27"/>
                <a:gd name="T8" fmla="*/ 300 w 26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17" y="1"/>
                  </a:moveTo>
                  <a:cubicBezTo>
                    <a:pt x="18" y="13"/>
                    <a:pt x="9" y="16"/>
                    <a:pt x="0" y="21"/>
                  </a:cubicBezTo>
                  <a:cubicBezTo>
                    <a:pt x="7" y="22"/>
                    <a:pt x="10" y="21"/>
                    <a:pt x="15" y="27"/>
                  </a:cubicBezTo>
                  <a:cubicBezTo>
                    <a:pt x="18" y="18"/>
                    <a:pt x="21" y="14"/>
                    <a:pt x="26" y="7"/>
                  </a:cubicBezTo>
                  <a:cubicBezTo>
                    <a:pt x="23" y="6"/>
                    <a:pt x="19" y="4"/>
                    <a:pt x="19" y="0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9" name="Freeform 348">
              <a:extLst>
                <a:ext uri="{FF2B5EF4-FFF2-40B4-BE49-F238E27FC236}">
                  <a16:creationId xmlns:a16="http://schemas.microsoft.com/office/drawing/2014/main" id="{F4F5E7C5-18E0-47F1-A372-95289DD50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3021"/>
              <a:ext cx="25" cy="48"/>
            </a:xfrm>
            <a:custGeom>
              <a:avLst/>
              <a:gdLst>
                <a:gd name="T0" fmla="*/ 33 w 10"/>
                <a:gd name="T1" fmla="*/ 0 h 18"/>
                <a:gd name="T2" fmla="*/ 0 w 10"/>
                <a:gd name="T3" fmla="*/ 341 h 18"/>
                <a:gd name="T4" fmla="*/ 158 w 10"/>
                <a:gd name="T5" fmla="*/ 93 h 18"/>
                <a:gd name="T6" fmla="*/ 83 w 10"/>
                <a:gd name="T7" fmla="*/ 3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2" y="0"/>
                  </a:moveTo>
                  <a:cubicBezTo>
                    <a:pt x="4" y="7"/>
                    <a:pt x="0" y="12"/>
                    <a:pt x="0" y="18"/>
                  </a:cubicBezTo>
                  <a:cubicBezTo>
                    <a:pt x="3" y="13"/>
                    <a:pt x="4" y="8"/>
                    <a:pt x="10" y="5"/>
                  </a:cubicBezTo>
                  <a:cubicBezTo>
                    <a:pt x="8" y="5"/>
                    <a:pt x="6" y="3"/>
                    <a:pt x="5" y="2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0" name="Freeform 349">
              <a:extLst>
                <a:ext uri="{FF2B5EF4-FFF2-40B4-BE49-F238E27FC236}">
                  <a16:creationId xmlns:a16="http://schemas.microsoft.com/office/drawing/2014/main" id="{7E2776C7-564B-49BF-A174-8EFF8773A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3115"/>
              <a:ext cx="60" cy="40"/>
            </a:xfrm>
            <a:custGeom>
              <a:avLst/>
              <a:gdLst>
                <a:gd name="T0" fmla="*/ 50 w 24"/>
                <a:gd name="T1" fmla="*/ 35 h 15"/>
                <a:gd name="T2" fmla="*/ 0 w 24"/>
                <a:gd name="T3" fmla="*/ 285 h 15"/>
                <a:gd name="T4" fmla="*/ 375 w 24"/>
                <a:gd name="T5" fmla="*/ 0 h 15"/>
                <a:gd name="T6" fmla="*/ 50 w 24"/>
                <a:gd name="T7" fmla="*/ 3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3" y="2"/>
                  </a:moveTo>
                  <a:cubicBezTo>
                    <a:pt x="5" y="7"/>
                    <a:pt x="4" y="12"/>
                    <a:pt x="0" y="15"/>
                  </a:cubicBezTo>
                  <a:cubicBezTo>
                    <a:pt x="7" y="10"/>
                    <a:pt x="19" y="8"/>
                    <a:pt x="24" y="0"/>
                  </a:cubicBezTo>
                  <a:cubicBezTo>
                    <a:pt x="17" y="5"/>
                    <a:pt x="11" y="4"/>
                    <a:pt x="3" y="2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1" name="Freeform 350">
              <a:extLst>
                <a:ext uri="{FF2B5EF4-FFF2-40B4-BE49-F238E27FC236}">
                  <a16:creationId xmlns:a16="http://schemas.microsoft.com/office/drawing/2014/main" id="{C1B71B70-DF11-4A95-88A3-C8F1BD793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3032"/>
              <a:ext cx="22" cy="56"/>
            </a:xfrm>
            <a:custGeom>
              <a:avLst/>
              <a:gdLst>
                <a:gd name="T0" fmla="*/ 42 w 9"/>
                <a:gd name="T1" fmla="*/ 35 h 21"/>
                <a:gd name="T2" fmla="*/ 0 w 9"/>
                <a:gd name="T3" fmla="*/ 397 h 21"/>
                <a:gd name="T4" fmla="*/ 132 w 9"/>
                <a:gd name="T5" fmla="*/ 248 h 21"/>
                <a:gd name="T6" fmla="*/ 59 w 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1">
                  <a:moveTo>
                    <a:pt x="3" y="2"/>
                  </a:moveTo>
                  <a:cubicBezTo>
                    <a:pt x="1" y="9"/>
                    <a:pt x="0" y="15"/>
                    <a:pt x="0" y="21"/>
                  </a:cubicBezTo>
                  <a:cubicBezTo>
                    <a:pt x="1" y="17"/>
                    <a:pt x="4" y="14"/>
                    <a:pt x="9" y="13"/>
                  </a:cubicBezTo>
                  <a:cubicBezTo>
                    <a:pt x="7" y="8"/>
                    <a:pt x="5" y="5"/>
                    <a:pt x="4" y="0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2" name="Freeform 351">
              <a:extLst>
                <a:ext uri="{FF2B5EF4-FFF2-40B4-BE49-F238E27FC236}">
                  <a16:creationId xmlns:a16="http://schemas.microsoft.com/office/drawing/2014/main" id="{17BFE44D-D1CE-406B-A2F2-CC264760C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003"/>
              <a:ext cx="48" cy="56"/>
            </a:xfrm>
            <a:custGeom>
              <a:avLst/>
              <a:gdLst>
                <a:gd name="T0" fmla="*/ 129 w 19"/>
                <a:gd name="T1" fmla="*/ 0 h 21"/>
                <a:gd name="T2" fmla="*/ 0 w 19"/>
                <a:gd name="T3" fmla="*/ 205 h 21"/>
                <a:gd name="T4" fmla="*/ 255 w 19"/>
                <a:gd name="T5" fmla="*/ 397 h 21"/>
                <a:gd name="T6" fmla="*/ 306 w 19"/>
                <a:gd name="T7" fmla="*/ 248 h 21"/>
                <a:gd name="T8" fmla="*/ 179 w 19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8" y="0"/>
                  </a:moveTo>
                  <a:cubicBezTo>
                    <a:pt x="10" y="6"/>
                    <a:pt x="4" y="9"/>
                    <a:pt x="0" y="11"/>
                  </a:cubicBezTo>
                  <a:cubicBezTo>
                    <a:pt x="8" y="10"/>
                    <a:pt x="11" y="16"/>
                    <a:pt x="16" y="21"/>
                  </a:cubicBezTo>
                  <a:cubicBezTo>
                    <a:pt x="16" y="17"/>
                    <a:pt x="16" y="15"/>
                    <a:pt x="19" y="13"/>
                  </a:cubicBezTo>
                  <a:cubicBezTo>
                    <a:pt x="14" y="11"/>
                    <a:pt x="13" y="5"/>
                    <a:pt x="11" y="1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3" name="Freeform 352">
              <a:extLst>
                <a:ext uri="{FF2B5EF4-FFF2-40B4-BE49-F238E27FC236}">
                  <a16:creationId xmlns:a16="http://schemas.microsoft.com/office/drawing/2014/main" id="{50E6C252-B051-4713-B181-847C71288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600"/>
              <a:ext cx="25" cy="48"/>
            </a:xfrm>
            <a:custGeom>
              <a:avLst/>
              <a:gdLst>
                <a:gd name="T0" fmla="*/ 0 w 10"/>
                <a:gd name="T1" fmla="*/ 0 h 18"/>
                <a:gd name="T2" fmla="*/ 0 w 10"/>
                <a:gd name="T3" fmla="*/ 264 h 18"/>
                <a:gd name="T4" fmla="*/ 158 w 10"/>
                <a:gd name="T5" fmla="*/ 341 h 18"/>
                <a:gd name="T6" fmla="*/ 33 w 10"/>
                <a:gd name="T7" fmla="*/ 7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2" y="6"/>
                    <a:pt x="2" y="9"/>
                    <a:pt x="0" y="14"/>
                  </a:cubicBezTo>
                  <a:cubicBezTo>
                    <a:pt x="4" y="12"/>
                    <a:pt x="8" y="15"/>
                    <a:pt x="10" y="18"/>
                  </a:cubicBezTo>
                  <a:cubicBezTo>
                    <a:pt x="6" y="14"/>
                    <a:pt x="7" y="6"/>
                    <a:pt x="2" y="4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4" name="Freeform 353">
              <a:extLst>
                <a:ext uri="{FF2B5EF4-FFF2-40B4-BE49-F238E27FC236}">
                  <a16:creationId xmlns:a16="http://schemas.microsoft.com/office/drawing/2014/main" id="{12A54881-3BED-432F-994F-44D06965B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704"/>
              <a:ext cx="38" cy="45"/>
            </a:xfrm>
            <a:custGeom>
              <a:avLst/>
              <a:gdLst>
                <a:gd name="T0" fmla="*/ 160 w 15"/>
                <a:gd name="T1" fmla="*/ 0 h 17"/>
                <a:gd name="T2" fmla="*/ 0 w 15"/>
                <a:gd name="T3" fmla="*/ 204 h 17"/>
                <a:gd name="T4" fmla="*/ 243 w 15"/>
                <a:gd name="T5" fmla="*/ 315 h 17"/>
                <a:gd name="T6" fmla="*/ 180 w 15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10" y="0"/>
                  </a:moveTo>
                  <a:cubicBezTo>
                    <a:pt x="9" y="5"/>
                    <a:pt x="4" y="8"/>
                    <a:pt x="0" y="11"/>
                  </a:cubicBezTo>
                  <a:cubicBezTo>
                    <a:pt x="5" y="14"/>
                    <a:pt x="11" y="11"/>
                    <a:pt x="15" y="17"/>
                  </a:cubicBezTo>
                  <a:cubicBezTo>
                    <a:pt x="14" y="12"/>
                    <a:pt x="6" y="5"/>
                    <a:pt x="11" y="0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5" name="Freeform 354">
              <a:extLst>
                <a:ext uri="{FF2B5EF4-FFF2-40B4-BE49-F238E27FC236}">
                  <a16:creationId xmlns:a16="http://schemas.microsoft.com/office/drawing/2014/main" id="{4A862DCC-722D-44B2-B799-C80C5DFF0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400"/>
              <a:ext cx="23" cy="27"/>
            </a:xfrm>
            <a:custGeom>
              <a:avLst/>
              <a:gdLst>
                <a:gd name="T0" fmla="*/ 0 w 9"/>
                <a:gd name="T1" fmla="*/ 0 h 10"/>
                <a:gd name="T2" fmla="*/ 20 w 9"/>
                <a:gd name="T3" fmla="*/ 197 h 10"/>
                <a:gd name="T4" fmla="*/ 151 w 9"/>
                <a:gd name="T5" fmla="*/ 38 h 10"/>
                <a:gd name="T6" fmla="*/ 20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1" y="4"/>
                    <a:pt x="1" y="7"/>
                    <a:pt x="1" y="10"/>
                  </a:cubicBezTo>
                  <a:cubicBezTo>
                    <a:pt x="3" y="7"/>
                    <a:pt x="5" y="4"/>
                    <a:pt x="9" y="2"/>
                  </a:cubicBezTo>
                  <a:cubicBezTo>
                    <a:pt x="6" y="3"/>
                    <a:pt x="3" y="3"/>
                    <a:pt x="1" y="0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6" name="Freeform 355">
              <a:extLst>
                <a:ext uri="{FF2B5EF4-FFF2-40B4-BE49-F238E27FC236}">
                  <a16:creationId xmlns:a16="http://schemas.microsoft.com/office/drawing/2014/main" id="{BB54D1DE-0C93-4666-9D01-DC7AA1F60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077"/>
              <a:ext cx="28" cy="40"/>
            </a:xfrm>
            <a:custGeom>
              <a:avLst/>
              <a:gdLst>
                <a:gd name="T0" fmla="*/ 163 w 11"/>
                <a:gd name="T1" fmla="*/ 0 h 15"/>
                <a:gd name="T2" fmla="*/ 0 w 11"/>
                <a:gd name="T3" fmla="*/ 248 h 15"/>
                <a:gd name="T4" fmla="*/ 150 w 11"/>
                <a:gd name="T5" fmla="*/ 248 h 15"/>
                <a:gd name="T6" fmla="*/ 181 w 11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10" y="0"/>
                  </a:moveTo>
                  <a:cubicBezTo>
                    <a:pt x="7" y="4"/>
                    <a:pt x="0" y="9"/>
                    <a:pt x="0" y="13"/>
                  </a:cubicBezTo>
                  <a:cubicBezTo>
                    <a:pt x="2" y="15"/>
                    <a:pt x="6" y="15"/>
                    <a:pt x="9" y="13"/>
                  </a:cubicBezTo>
                  <a:cubicBezTo>
                    <a:pt x="4" y="10"/>
                    <a:pt x="7" y="4"/>
                    <a:pt x="11" y="1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7" name="Freeform 356">
              <a:extLst>
                <a:ext uri="{FF2B5EF4-FFF2-40B4-BE49-F238E27FC236}">
                  <a16:creationId xmlns:a16="http://schemas.microsoft.com/office/drawing/2014/main" id="{FBB80B4D-F97A-4681-8163-379FE3BF3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485"/>
              <a:ext cx="98" cy="46"/>
            </a:xfrm>
            <a:custGeom>
              <a:avLst/>
              <a:gdLst>
                <a:gd name="T0" fmla="*/ 410 w 39"/>
                <a:gd name="T1" fmla="*/ 0 h 17"/>
                <a:gd name="T2" fmla="*/ 0 w 39"/>
                <a:gd name="T3" fmla="*/ 336 h 17"/>
                <a:gd name="T4" fmla="*/ 618 w 39"/>
                <a:gd name="T5" fmla="*/ 235 h 17"/>
                <a:gd name="T6" fmla="*/ 442 w 39"/>
                <a:gd name="T7" fmla="*/ 2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7">
                  <a:moveTo>
                    <a:pt x="26" y="0"/>
                  </a:moveTo>
                  <a:cubicBezTo>
                    <a:pt x="28" y="15"/>
                    <a:pt x="8" y="14"/>
                    <a:pt x="0" y="17"/>
                  </a:cubicBezTo>
                  <a:cubicBezTo>
                    <a:pt x="12" y="14"/>
                    <a:pt x="26" y="14"/>
                    <a:pt x="39" y="12"/>
                  </a:cubicBezTo>
                  <a:cubicBezTo>
                    <a:pt x="32" y="10"/>
                    <a:pt x="31" y="6"/>
                    <a:pt x="28" y="1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8" name="Freeform 357">
              <a:extLst>
                <a:ext uri="{FF2B5EF4-FFF2-40B4-BE49-F238E27FC236}">
                  <a16:creationId xmlns:a16="http://schemas.microsoft.com/office/drawing/2014/main" id="{A1740716-76D8-4F16-8998-1E2304295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1373"/>
              <a:ext cx="30" cy="46"/>
            </a:xfrm>
            <a:custGeom>
              <a:avLst/>
              <a:gdLst>
                <a:gd name="T0" fmla="*/ 0 w 12"/>
                <a:gd name="T1" fmla="*/ 0 h 17"/>
                <a:gd name="T2" fmla="*/ 50 w 12"/>
                <a:gd name="T3" fmla="*/ 336 h 17"/>
                <a:gd name="T4" fmla="*/ 158 w 12"/>
                <a:gd name="T5" fmla="*/ 257 h 17"/>
                <a:gd name="T6" fmla="*/ 188 w 12"/>
                <a:gd name="T7" fmla="*/ 103 h 17"/>
                <a:gd name="T8" fmla="*/ 33 w 1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3" y="6"/>
                    <a:pt x="4" y="11"/>
                    <a:pt x="3" y="17"/>
                  </a:cubicBezTo>
                  <a:cubicBezTo>
                    <a:pt x="5" y="15"/>
                    <a:pt x="9" y="15"/>
                    <a:pt x="10" y="13"/>
                  </a:cubicBezTo>
                  <a:cubicBezTo>
                    <a:pt x="12" y="10"/>
                    <a:pt x="9" y="8"/>
                    <a:pt x="12" y="5"/>
                  </a:cubicBezTo>
                  <a:cubicBezTo>
                    <a:pt x="8" y="6"/>
                    <a:pt x="4" y="3"/>
                    <a:pt x="2" y="0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9" name="Freeform 358">
              <a:extLst>
                <a:ext uri="{FF2B5EF4-FFF2-40B4-BE49-F238E27FC236}">
                  <a16:creationId xmlns:a16="http://schemas.microsoft.com/office/drawing/2014/main" id="{455D89DB-C8AB-4C09-8F3C-AD6CDC327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" y="1573"/>
              <a:ext cx="35" cy="67"/>
            </a:xfrm>
            <a:custGeom>
              <a:avLst/>
              <a:gdLst>
                <a:gd name="T0" fmla="*/ 145 w 14"/>
                <a:gd name="T1" fmla="*/ 56 h 25"/>
                <a:gd name="T2" fmla="*/ 0 w 14"/>
                <a:gd name="T3" fmla="*/ 482 h 25"/>
                <a:gd name="T4" fmla="*/ 220 w 14"/>
                <a:gd name="T5" fmla="*/ 273 h 25"/>
                <a:gd name="T6" fmla="*/ 145 w 14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9" y="3"/>
                  </a:moveTo>
                  <a:cubicBezTo>
                    <a:pt x="7" y="10"/>
                    <a:pt x="2" y="16"/>
                    <a:pt x="0" y="25"/>
                  </a:cubicBezTo>
                  <a:cubicBezTo>
                    <a:pt x="4" y="18"/>
                    <a:pt x="7" y="16"/>
                    <a:pt x="14" y="14"/>
                  </a:cubicBezTo>
                  <a:cubicBezTo>
                    <a:pt x="8" y="15"/>
                    <a:pt x="8" y="4"/>
                    <a:pt x="9" y="0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0" name="Freeform 359">
              <a:extLst>
                <a:ext uri="{FF2B5EF4-FFF2-40B4-BE49-F238E27FC236}">
                  <a16:creationId xmlns:a16="http://schemas.microsoft.com/office/drawing/2014/main" id="{5CBD0E9C-FBB4-454E-8F67-16D5B2CF7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" y="1789"/>
              <a:ext cx="50" cy="88"/>
            </a:xfrm>
            <a:custGeom>
              <a:avLst/>
              <a:gdLst>
                <a:gd name="T0" fmla="*/ 250 w 20"/>
                <a:gd name="T1" fmla="*/ 0 h 33"/>
                <a:gd name="T2" fmla="*/ 0 w 20"/>
                <a:gd name="T3" fmla="*/ 341 h 33"/>
                <a:gd name="T4" fmla="*/ 188 w 20"/>
                <a:gd name="T5" fmla="*/ 627 h 33"/>
                <a:gd name="T6" fmla="*/ 313 w 20"/>
                <a:gd name="T7" fmla="*/ 205 h 33"/>
                <a:gd name="T8" fmla="*/ 270 w 20"/>
                <a:gd name="T9" fmla="*/ 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6" y="0"/>
                  </a:moveTo>
                  <a:cubicBezTo>
                    <a:pt x="12" y="7"/>
                    <a:pt x="8" y="15"/>
                    <a:pt x="0" y="18"/>
                  </a:cubicBezTo>
                  <a:cubicBezTo>
                    <a:pt x="1" y="22"/>
                    <a:pt x="9" y="28"/>
                    <a:pt x="12" y="33"/>
                  </a:cubicBezTo>
                  <a:cubicBezTo>
                    <a:pt x="12" y="22"/>
                    <a:pt x="15" y="19"/>
                    <a:pt x="20" y="11"/>
                  </a:cubicBezTo>
                  <a:cubicBezTo>
                    <a:pt x="16" y="10"/>
                    <a:pt x="14" y="7"/>
                    <a:pt x="17" y="2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1" name="Freeform 360">
              <a:extLst>
                <a:ext uri="{FF2B5EF4-FFF2-40B4-BE49-F238E27FC236}">
                  <a16:creationId xmlns:a16="http://schemas.microsoft.com/office/drawing/2014/main" id="{9D829695-10E6-4C66-9FB4-CCD723809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" y="2088"/>
              <a:ext cx="13" cy="40"/>
            </a:xfrm>
            <a:custGeom>
              <a:avLst/>
              <a:gdLst>
                <a:gd name="T0" fmla="*/ 0 w 5"/>
                <a:gd name="T1" fmla="*/ 0 h 15"/>
                <a:gd name="T2" fmla="*/ 0 w 5"/>
                <a:gd name="T3" fmla="*/ 285 h 15"/>
                <a:gd name="T4" fmla="*/ 88 w 5"/>
                <a:gd name="T5" fmla="*/ 171 h 15"/>
                <a:gd name="T6" fmla="*/ 34 w 5"/>
                <a:gd name="T7" fmla="*/ 7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1" y="5"/>
                    <a:pt x="1" y="10"/>
                    <a:pt x="0" y="15"/>
                  </a:cubicBezTo>
                  <a:cubicBezTo>
                    <a:pt x="1" y="12"/>
                    <a:pt x="3" y="10"/>
                    <a:pt x="5" y="9"/>
                  </a:cubicBezTo>
                  <a:cubicBezTo>
                    <a:pt x="3" y="8"/>
                    <a:pt x="3" y="6"/>
                    <a:pt x="2" y="4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2" name="Freeform 361">
              <a:extLst>
                <a:ext uri="{FF2B5EF4-FFF2-40B4-BE49-F238E27FC236}">
                  <a16:creationId xmlns:a16="http://schemas.microsoft.com/office/drawing/2014/main" id="{D7FE9A86-73B6-4AC6-9097-EFDECBC98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256"/>
              <a:ext cx="18" cy="45"/>
            </a:xfrm>
            <a:custGeom>
              <a:avLst/>
              <a:gdLst>
                <a:gd name="T0" fmla="*/ 0 w 7"/>
                <a:gd name="T1" fmla="*/ 0 h 17"/>
                <a:gd name="T2" fmla="*/ 33 w 7"/>
                <a:gd name="T3" fmla="*/ 315 h 17"/>
                <a:gd name="T4" fmla="*/ 118 w 7"/>
                <a:gd name="T5" fmla="*/ 183 h 17"/>
                <a:gd name="T6" fmla="*/ 21 w 7"/>
                <a:gd name="T7" fmla="*/ 5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7">
                  <a:moveTo>
                    <a:pt x="0" y="0"/>
                  </a:moveTo>
                  <a:cubicBezTo>
                    <a:pt x="0" y="6"/>
                    <a:pt x="0" y="12"/>
                    <a:pt x="2" y="17"/>
                  </a:cubicBezTo>
                  <a:cubicBezTo>
                    <a:pt x="1" y="13"/>
                    <a:pt x="3" y="11"/>
                    <a:pt x="7" y="10"/>
                  </a:cubicBezTo>
                  <a:cubicBezTo>
                    <a:pt x="3" y="9"/>
                    <a:pt x="2" y="6"/>
                    <a:pt x="1" y="3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3" name="Freeform 362">
              <a:extLst>
                <a:ext uri="{FF2B5EF4-FFF2-40B4-BE49-F238E27FC236}">
                  <a16:creationId xmlns:a16="http://schemas.microsoft.com/office/drawing/2014/main" id="{B0DE2FFC-E176-4769-8832-296AB2797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" y="2661"/>
              <a:ext cx="28" cy="32"/>
            </a:xfrm>
            <a:custGeom>
              <a:avLst/>
              <a:gdLst>
                <a:gd name="T0" fmla="*/ 0 w 11"/>
                <a:gd name="T1" fmla="*/ 171 h 12"/>
                <a:gd name="T2" fmla="*/ 181 w 11"/>
                <a:gd name="T3" fmla="*/ 0 h 12"/>
                <a:gd name="T4" fmla="*/ 163 w 11"/>
                <a:gd name="T5" fmla="*/ 227 h 12"/>
                <a:gd name="T6" fmla="*/ 33 w 11"/>
                <a:gd name="T7" fmla="*/ 1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9"/>
                  </a:moveTo>
                  <a:cubicBezTo>
                    <a:pt x="4" y="6"/>
                    <a:pt x="8" y="3"/>
                    <a:pt x="11" y="0"/>
                  </a:cubicBezTo>
                  <a:cubicBezTo>
                    <a:pt x="9" y="3"/>
                    <a:pt x="10" y="8"/>
                    <a:pt x="10" y="12"/>
                  </a:cubicBezTo>
                  <a:cubicBezTo>
                    <a:pt x="8" y="10"/>
                    <a:pt x="5" y="9"/>
                    <a:pt x="2" y="8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492" name="Coronal-section-of-human-brain">
            <a:extLst>
              <a:ext uri="{FF2B5EF4-FFF2-40B4-BE49-F238E27FC236}">
                <a16:creationId xmlns:a16="http://schemas.microsoft.com/office/drawing/2014/main" id="{E1D69874-BE38-4419-A6E3-40856A3064C5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2300288"/>
            <a:ext cx="3067050" cy="2700337"/>
            <a:chOff x="3156" y="960"/>
            <a:chExt cx="2429" cy="2139"/>
          </a:xfrm>
        </p:grpSpPr>
        <p:sp>
          <p:nvSpPr>
            <p:cNvPr id="63493" name="Freeform 8">
              <a:extLst>
                <a:ext uri="{FF2B5EF4-FFF2-40B4-BE49-F238E27FC236}">
                  <a16:creationId xmlns:a16="http://schemas.microsoft.com/office/drawing/2014/main" id="{9E72DE88-24EF-44B2-BBCE-EF83D458A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181"/>
              <a:ext cx="105" cy="192"/>
            </a:xfrm>
            <a:custGeom>
              <a:avLst/>
              <a:gdLst>
                <a:gd name="T0" fmla="*/ 0 w 42"/>
                <a:gd name="T1" fmla="*/ 419 h 72"/>
                <a:gd name="T2" fmla="*/ 470 w 42"/>
                <a:gd name="T3" fmla="*/ 0 h 72"/>
                <a:gd name="T4" fmla="*/ 625 w 42"/>
                <a:gd name="T5" fmla="*/ 739 h 72"/>
                <a:gd name="T6" fmla="*/ 188 w 42"/>
                <a:gd name="T7" fmla="*/ 1272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72">
                  <a:moveTo>
                    <a:pt x="0" y="22"/>
                  </a:moveTo>
                  <a:cubicBezTo>
                    <a:pt x="15" y="24"/>
                    <a:pt x="22" y="9"/>
                    <a:pt x="30" y="0"/>
                  </a:cubicBezTo>
                  <a:cubicBezTo>
                    <a:pt x="31" y="13"/>
                    <a:pt x="38" y="26"/>
                    <a:pt x="40" y="39"/>
                  </a:cubicBezTo>
                  <a:cubicBezTo>
                    <a:pt x="42" y="60"/>
                    <a:pt x="33" y="72"/>
                    <a:pt x="12" y="67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4" name="Freeform 9">
              <a:extLst>
                <a:ext uri="{FF2B5EF4-FFF2-40B4-BE49-F238E27FC236}">
                  <a16:creationId xmlns:a16="http://schemas.microsoft.com/office/drawing/2014/main" id="{1D1977A3-6CB3-43AA-8DDB-5EA5F73E8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2624"/>
              <a:ext cx="245" cy="299"/>
            </a:xfrm>
            <a:custGeom>
              <a:avLst/>
              <a:gdLst>
                <a:gd name="T0" fmla="*/ 958 w 98"/>
                <a:gd name="T1" fmla="*/ 2130 h 112"/>
                <a:gd name="T2" fmla="*/ 1158 w 98"/>
                <a:gd name="T3" fmla="*/ 1618 h 112"/>
                <a:gd name="T4" fmla="*/ 1425 w 98"/>
                <a:gd name="T5" fmla="*/ 1562 h 112"/>
                <a:gd name="T6" fmla="*/ 1270 w 98"/>
                <a:gd name="T7" fmla="*/ 1241 h 112"/>
                <a:gd name="T8" fmla="*/ 738 w 98"/>
                <a:gd name="T9" fmla="*/ 777 h 112"/>
                <a:gd name="T10" fmla="*/ 583 w 98"/>
                <a:gd name="T11" fmla="*/ 307 h 112"/>
                <a:gd name="T12" fmla="*/ 0 w 98"/>
                <a:gd name="T13" fmla="*/ 683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2">
                  <a:moveTo>
                    <a:pt x="61" y="112"/>
                  </a:moveTo>
                  <a:cubicBezTo>
                    <a:pt x="57" y="99"/>
                    <a:pt x="61" y="90"/>
                    <a:pt x="74" y="85"/>
                  </a:cubicBezTo>
                  <a:cubicBezTo>
                    <a:pt x="77" y="84"/>
                    <a:pt x="89" y="84"/>
                    <a:pt x="91" y="82"/>
                  </a:cubicBezTo>
                  <a:cubicBezTo>
                    <a:pt x="98" y="74"/>
                    <a:pt x="86" y="68"/>
                    <a:pt x="81" y="65"/>
                  </a:cubicBezTo>
                  <a:cubicBezTo>
                    <a:pt x="70" y="57"/>
                    <a:pt x="56" y="53"/>
                    <a:pt x="47" y="41"/>
                  </a:cubicBezTo>
                  <a:cubicBezTo>
                    <a:pt x="42" y="33"/>
                    <a:pt x="43" y="23"/>
                    <a:pt x="37" y="16"/>
                  </a:cubicBezTo>
                  <a:cubicBezTo>
                    <a:pt x="24" y="0"/>
                    <a:pt x="1" y="20"/>
                    <a:pt x="0" y="36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5" name="Freeform 10">
              <a:extLst>
                <a:ext uri="{FF2B5EF4-FFF2-40B4-BE49-F238E27FC236}">
                  <a16:creationId xmlns:a16="http://schemas.microsoft.com/office/drawing/2014/main" id="{E77A8029-89D6-4471-B511-FBC78B384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688"/>
              <a:ext cx="227" cy="200"/>
            </a:xfrm>
            <a:custGeom>
              <a:avLst/>
              <a:gdLst>
                <a:gd name="T0" fmla="*/ 0 w 91"/>
                <a:gd name="T1" fmla="*/ 739 h 75"/>
                <a:gd name="T2" fmla="*/ 354 w 91"/>
                <a:gd name="T3" fmla="*/ 1024 h 75"/>
                <a:gd name="T4" fmla="*/ 404 w 91"/>
                <a:gd name="T5" fmla="*/ 1387 h 75"/>
                <a:gd name="T6" fmla="*/ 634 w 91"/>
                <a:gd name="T7" fmla="*/ 1272 h 75"/>
                <a:gd name="T8" fmla="*/ 1257 w 91"/>
                <a:gd name="T9" fmla="*/ 704 h 75"/>
                <a:gd name="T10" fmla="*/ 1150 w 91"/>
                <a:gd name="T11" fmla="*/ 115 h 75"/>
                <a:gd name="T12" fmla="*/ 511 w 91"/>
                <a:gd name="T13" fmla="*/ 17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75">
                  <a:moveTo>
                    <a:pt x="0" y="39"/>
                  </a:moveTo>
                  <a:cubicBezTo>
                    <a:pt x="9" y="39"/>
                    <a:pt x="19" y="47"/>
                    <a:pt x="23" y="54"/>
                  </a:cubicBezTo>
                  <a:cubicBezTo>
                    <a:pt x="27" y="61"/>
                    <a:pt x="26" y="67"/>
                    <a:pt x="26" y="73"/>
                  </a:cubicBezTo>
                  <a:cubicBezTo>
                    <a:pt x="31" y="75"/>
                    <a:pt x="37" y="70"/>
                    <a:pt x="41" y="67"/>
                  </a:cubicBezTo>
                  <a:cubicBezTo>
                    <a:pt x="56" y="59"/>
                    <a:pt x="71" y="51"/>
                    <a:pt x="81" y="37"/>
                  </a:cubicBezTo>
                  <a:cubicBezTo>
                    <a:pt x="89" y="25"/>
                    <a:pt x="91" y="12"/>
                    <a:pt x="74" y="6"/>
                  </a:cubicBezTo>
                  <a:cubicBezTo>
                    <a:pt x="61" y="0"/>
                    <a:pt x="47" y="6"/>
                    <a:pt x="33" y="9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6" name="Freeform 11">
              <a:extLst>
                <a:ext uri="{FF2B5EF4-FFF2-40B4-BE49-F238E27FC236}">
                  <a16:creationId xmlns:a16="http://schemas.microsoft.com/office/drawing/2014/main" id="{73CAFE8E-D2A8-4EF5-A0F1-4692E3C96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824"/>
              <a:ext cx="577" cy="824"/>
            </a:xfrm>
            <a:custGeom>
              <a:avLst/>
              <a:gdLst>
                <a:gd name="T0" fmla="*/ 0 w 231"/>
                <a:gd name="T1" fmla="*/ 2936 h 309"/>
                <a:gd name="T2" fmla="*/ 167 w 231"/>
                <a:gd name="T3" fmla="*/ 3221 h 309"/>
                <a:gd name="T4" fmla="*/ 292 w 231"/>
                <a:gd name="T5" fmla="*/ 3869 h 309"/>
                <a:gd name="T6" fmla="*/ 792 w 231"/>
                <a:gd name="T7" fmla="*/ 4723 h 309"/>
                <a:gd name="T8" fmla="*/ 2620 w 231"/>
                <a:gd name="T9" fmla="*/ 5747 h 309"/>
                <a:gd name="T10" fmla="*/ 3132 w 231"/>
                <a:gd name="T11" fmla="*/ 5576 h 309"/>
                <a:gd name="T12" fmla="*/ 3287 w 231"/>
                <a:gd name="T13" fmla="*/ 4061 h 309"/>
                <a:gd name="T14" fmla="*/ 3337 w 231"/>
                <a:gd name="T15" fmla="*/ 1728 h 309"/>
                <a:gd name="T16" fmla="*/ 3057 w 231"/>
                <a:gd name="T17" fmla="*/ 115 h 309"/>
                <a:gd name="T18" fmla="*/ 2166 w 231"/>
                <a:gd name="T19" fmla="*/ 605 h 309"/>
                <a:gd name="T20" fmla="*/ 1666 w 231"/>
                <a:gd name="T21" fmla="*/ 1229 h 3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1" h="309">
                  <a:moveTo>
                    <a:pt x="0" y="155"/>
                  </a:moveTo>
                  <a:cubicBezTo>
                    <a:pt x="3" y="161"/>
                    <a:pt x="8" y="165"/>
                    <a:pt x="11" y="170"/>
                  </a:cubicBezTo>
                  <a:cubicBezTo>
                    <a:pt x="18" y="180"/>
                    <a:pt x="19" y="192"/>
                    <a:pt x="19" y="204"/>
                  </a:cubicBezTo>
                  <a:cubicBezTo>
                    <a:pt x="21" y="226"/>
                    <a:pt x="33" y="236"/>
                    <a:pt x="51" y="249"/>
                  </a:cubicBezTo>
                  <a:cubicBezTo>
                    <a:pt x="86" y="276"/>
                    <a:pt x="127" y="291"/>
                    <a:pt x="168" y="303"/>
                  </a:cubicBezTo>
                  <a:cubicBezTo>
                    <a:pt x="183" y="307"/>
                    <a:pt x="194" y="309"/>
                    <a:pt x="201" y="294"/>
                  </a:cubicBezTo>
                  <a:cubicBezTo>
                    <a:pt x="212" y="271"/>
                    <a:pt x="210" y="239"/>
                    <a:pt x="211" y="214"/>
                  </a:cubicBezTo>
                  <a:cubicBezTo>
                    <a:pt x="212" y="173"/>
                    <a:pt x="210" y="132"/>
                    <a:pt x="214" y="91"/>
                  </a:cubicBezTo>
                  <a:cubicBezTo>
                    <a:pt x="217" y="66"/>
                    <a:pt x="231" y="17"/>
                    <a:pt x="196" y="6"/>
                  </a:cubicBezTo>
                  <a:cubicBezTo>
                    <a:pt x="179" y="0"/>
                    <a:pt x="151" y="22"/>
                    <a:pt x="139" y="32"/>
                  </a:cubicBezTo>
                  <a:cubicBezTo>
                    <a:pt x="127" y="42"/>
                    <a:pt x="119" y="55"/>
                    <a:pt x="107" y="65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7" name="Freeform 12">
              <a:extLst>
                <a:ext uri="{FF2B5EF4-FFF2-40B4-BE49-F238E27FC236}">
                  <a16:creationId xmlns:a16="http://schemas.microsoft.com/office/drawing/2014/main" id="{F7AD4C25-1C79-4108-A50A-937264DB2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971"/>
              <a:ext cx="2429" cy="2128"/>
            </a:xfrm>
            <a:custGeom>
              <a:avLst/>
              <a:gdLst>
                <a:gd name="T0" fmla="*/ 10111 w 972"/>
                <a:gd name="T1" fmla="*/ 419 h 798"/>
                <a:gd name="T2" fmla="*/ 11548 w 972"/>
                <a:gd name="T3" fmla="*/ 1059 h 798"/>
                <a:gd name="T4" fmla="*/ 12890 w 972"/>
                <a:gd name="T5" fmla="*/ 2595 h 798"/>
                <a:gd name="T6" fmla="*/ 14389 w 972"/>
                <a:gd name="T7" fmla="*/ 3448 h 798"/>
                <a:gd name="T8" fmla="*/ 15064 w 972"/>
                <a:gd name="T9" fmla="*/ 5440 h 798"/>
                <a:gd name="T10" fmla="*/ 14669 w 972"/>
                <a:gd name="T11" fmla="*/ 7680 h 798"/>
                <a:gd name="T12" fmla="*/ 15001 w 972"/>
                <a:gd name="T13" fmla="*/ 9955 h 798"/>
                <a:gd name="T14" fmla="*/ 14919 w 972"/>
                <a:gd name="T15" fmla="*/ 11187 h 798"/>
                <a:gd name="T16" fmla="*/ 13844 w 972"/>
                <a:gd name="T17" fmla="*/ 13389 h 798"/>
                <a:gd name="T18" fmla="*/ 13190 w 972"/>
                <a:gd name="T19" fmla="*/ 13747 h 798"/>
                <a:gd name="T20" fmla="*/ 11173 w 972"/>
                <a:gd name="T21" fmla="*/ 15019 h 798"/>
                <a:gd name="T22" fmla="*/ 10391 w 972"/>
                <a:gd name="T23" fmla="*/ 14941 h 798"/>
                <a:gd name="T24" fmla="*/ 9848 w 972"/>
                <a:gd name="T25" fmla="*/ 13517 h 798"/>
                <a:gd name="T26" fmla="*/ 9006 w 972"/>
                <a:gd name="T27" fmla="*/ 12344 h 798"/>
                <a:gd name="T28" fmla="*/ 10141 w 972"/>
                <a:gd name="T29" fmla="*/ 11549 h 798"/>
                <a:gd name="T30" fmla="*/ 8911 w 972"/>
                <a:gd name="T31" fmla="*/ 11912 h 798"/>
                <a:gd name="T32" fmla="*/ 9161 w 972"/>
                <a:gd name="T33" fmla="*/ 10888 h 798"/>
                <a:gd name="T34" fmla="*/ 8319 w 972"/>
                <a:gd name="T35" fmla="*/ 11683 h 798"/>
                <a:gd name="T36" fmla="*/ 7787 w 972"/>
                <a:gd name="T37" fmla="*/ 11285 h 798"/>
                <a:gd name="T38" fmla="*/ 6820 w 972"/>
                <a:gd name="T39" fmla="*/ 11187 h 798"/>
                <a:gd name="T40" fmla="*/ 6632 w 972"/>
                <a:gd name="T41" fmla="*/ 11171 h 798"/>
                <a:gd name="T42" fmla="*/ 6040 w 972"/>
                <a:gd name="T43" fmla="*/ 11683 h 798"/>
                <a:gd name="T44" fmla="*/ 5683 w 972"/>
                <a:gd name="T45" fmla="*/ 11797 h 798"/>
                <a:gd name="T46" fmla="*/ 6337 w 972"/>
                <a:gd name="T47" fmla="*/ 13347 h 798"/>
                <a:gd name="T48" fmla="*/ 5778 w 972"/>
                <a:gd name="T49" fmla="*/ 14656 h 798"/>
                <a:gd name="T50" fmla="*/ 3683 w 972"/>
                <a:gd name="T51" fmla="*/ 14643 h 798"/>
                <a:gd name="T52" fmla="*/ 1717 w 972"/>
                <a:gd name="T53" fmla="*/ 13504 h 798"/>
                <a:gd name="T54" fmla="*/ 1062 w 972"/>
                <a:gd name="T55" fmla="*/ 12765 h 798"/>
                <a:gd name="T56" fmla="*/ 1292 w 972"/>
                <a:gd name="T57" fmla="*/ 9523 h 798"/>
                <a:gd name="T58" fmla="*/ 2387 w 972"/>
                <a:gd name="T59" fmla="*/ 10240 h 798"/>
                <a:gd name="T60" fmla="*/ 2749 w 972"/>
                <a:gd name="T61" fmla="*/ 9160 h 798"/>
                <a:gd name="T62" fmla="*/ 3321 w 972"/>
                <a:gd name="T63" fmla="*/ 11413 h 798"/>
                <a:gd name="T64" fmla="*/ 3059 w 972"/>
                <a:gd name="T65" fmla="*/ 8968 h 798"/>
                <a:gd name="T66" fmla="*/ 2874 w 972"/>
                <a:gd name="T67" fmla="*/ 8227 h 798"/>
                <a:gd name="T68" fmla="*/ 2811 w 972"/>
                <a:gd name="T69" fmla="*/ 8725 h 798"/>
                <a:gd name="T70" fmla="*/ 2262 w 972"/>
                <a:gd name="T71" fmla="*/ 9365 h 798"/>
                <a:gd name="T72" fmla="*/ 155 w 972"/>
                <a:gd name="T73" fmla="*/ 8781 h 798"/>
                <a:gd name="T74" fmla="*/ 375 w 972"/>
                <a:gd name="T75" fmla="*/ 6371 h 798"/>
                <a:gd name="T76" fmla="*/ 1637 w 972"/>
                <a:gd name="T77" fmla="*/ 3221 h 798"/>
                <a:gd name="T78" fmla="*/ 3354 w 972"/>
                <a:gd name="T79" fmla="*/ 1229 h 798"/>
                <a:gd name="T80" fmla="*/ 5308 w 972"/>
                <a:gd name="T81" fmla="*/ 1387 h 798"/>
                <a:gd name="T82" fmla="*/ 6632 w 972"/>
                <a:gd name="T83" fmla="*/ 171 h 798"/>
                <a:gd name="T84" fmla="*/ 7707 w 972"/>
                <a:gd name="T85" fmla="*/ 1272 h 798"/>
                <a:gd name="T86" fmla="*/ 7707 w 972"/>
                <a:gd name="T87" fmla="*/ 3208 h 798"/>
                <a:gd name="T88" fmla="*/ 7225 w 972"/>
                <a:gd name="T89" fmla="*/ 3811 h 798"/>
                <a:gd name="T90" fmla="*/ 6307 w 972"/>
                <a:gd name="T91" fmla="*/ 3448 h 798"/>
                <a:gd name="T92" fmla="*/ 6787 w 972"/>
                <a:gd name="T93" fmla="*/ 4040 h 798"/>
                <a:gd name="T94" fmla="*/ 6882 w 972"/>
                <a:gd name="T95" fmla="*/ 4131 h 798"/>
                <a:gd name="T96" fmla="*/ 7694 w 972"/>
                <a:gd name="T97" fmla="*/ 3925 h 798"/>
                <a:gd name="T98" fmla="*/ 7319 w 972"/>
                <a:gd name="T99" fmla="*/ 5085 h 798"/>
                <a:gd name="T100" fmla="*/ 7787 w 972"/>
                <a:gd name="T101" fmla="*/ 5269 h 798"/>
                <a:gd name="T102" fmla="*/ 8661 w 972"/>
                <a:gd name="T103" fmla="*/ 5027 h 798"/>
                <a:gd name="T104" fmla="*/ 8162 w 972"/>
                <a:gd name="T105" fmla="*/ 5085 h 798"/>
                <a:gd name="T106" fmla="*/ 7912 w 972"/>
                <a:gd name="T107" fmla="*/ 3832 h 798"/>
                <a:gd name="T108" fmla="*/ 8457 w 972"/>
                <a:gd name="T109" fmla="*/ 3469 h 798"/>
                <a:gd name="T110" fmla="*/ 7799 w 972"/>
                <a:gd name="T111" fmla="*/ 2979 h 798"/>
                <a:gd name="T112" fmla="*/ 7894 w 972"/>
                <a:gd name="T113" fmla="*/ 1272 h 7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72" h="798">
                  <a:moveTo>
                    <a:pt x="542" y="9"/>
                  </a:moveTo>
                  <a:cubicBezTo>
                    <a:pt x="560" y="6"/>
                    <a:pt x="625" y="13"/>
                    <a:pt x="648" y="22"/>
                  </a:cubicBezTo>
                  <a:cubicBezTo>
                    <a:pt x="671" y="31"/>
                    <a:pt x="686" y="43"/>
                    <a:pt x="685" y="64"/>
                  </a:cubicBezTo>
                  <a:cubicBezTo>
                    <a:pt x="695" y="47"/>
                    <a:pt x="719" y="46"/>
                    <a:pt x="740" y="56"/>
                  </a:cubicBezTo>
                  <a:cubicBezTo>
                    <a:pt x="761" y="66"/>
                    <a:pt x="782" y="74"/>
                    <a:pt x="802" y="86"/>
                  </a:cubicBezTo>
                  <a:cubicBezTo>
                    <a:pt x="822" y="98"/>
                    <a:pt x="830" y="124"/>
                    <a:pt x="826" y="137"/>
                  </a:cubicBezTo>
                  <a:cubicBezTo>
                    <a:pt x="841" y="114"/>
                    <a:pt x="862" y="124"/>
                    <a:pt x="875" y="132"/>
                  </a:cubicBezTo>
                  <a:cubicBezTo>
                    <a:pt x="888" y="140"/>
                    <a:pt x="907" y="165"/>
                    <a:pt x="922" y="182"/>
                  </a:cubicBezTo>
                  <a:cubicBezTo>
                    <a:pt x="937" y="199"/>
                    <a:pt x="925" y="233"/>
                    <a:pt x="920" y="238"/>
                  </a:cubicBezTo>
                  <a:cubicBezTo>
                    <a:pt x="939" y="236"/>
                    <a:pt x="958" y="253"/>
                    <a:pt x="965" y="287"/>
                  </a:cubicBezTo>
                  <a:cubicBezTo>
                    <a:pt x="972" y="321"/>
                    <a:pt x="967" y="356"/>
                    <a:pt x="968" y="371"/>
                  </a:cubicBezTo>
                  <a:cubicBezTo>
                    <a:pt x="969" y="386"/>
                    <a:pt x="949" y="402"/>
                    <a:pt x="940" y="405"/>
                  </a:cubicBezTo>
                  <a:cubicBezTo>
                    <a:pt x="961" y="412"/>
                    <a:pt x="966" y="441"/>
                    <a:pt x="967" y="472"/>
                  </a:cubicBezTo>
                  <a:cubicBezTo>
                    <a:pt x="968" y="503"/>
                    <a:pt x="970" y="511"/>
                    <a:pt x="961" y="525"/>
                  </a:cubicBezTo>
                  <a:cubicBezTo>
                    <a:pt x="952" y="539"/>
                    <a:pt x="933" y="545"/>
                    <a:pt x="927" y="544"/>
                  </a:cubicBezTo>
                  <a:cubicBezTo>
                    <a:pt x="937" y="552"/>
                    <a:pt x="956" y="563"/>
                    <a:pt x="956" y="590"/>
                  </a:cubicBezTo>
                  <a:cubicBezTo>
                    <a:pt x="956" y="620"/>
                    <a:pt x="935" y="645"/>
                    <a:pt x="927" y="660"/>
                  </a:cubicBezTo>
                  <a:cubicBezTo>
                    <a:pt x="911" y="688"/>
                    <a:pt x="898" y="697"/>
                    <a:pt x="887" y="706"/>
                  </a:cubicBezTo>
                  <a:cubicBezTo>
                    <a:pt x="876" y="715"/>
                    <a:pt x="829" y="699"/>
                    <a:pt x="826" y="671"/>
                  </a:cubicBezTo>
                  <a:cubicBezTo>
                    <a:pt x="825" y="687"/>
                    <a:pt x="835" y="708"/>
                    <a:pt x="845" y="725"/>
                  </a:cubicBezTo>
                  <a:cubicBezTo>
                    <a:pt x="855" y="742"/>
                    <a:pt x="833" y="758"/>
                    <a:pt x="792" y="772"/>
                  </a:cubicBezTo>
                  <a:cubicBezTo>
                    <a:pt x="751" y="786"/>
                    <a:pt x="732" y="794"/>
                    <a:pt x="716" y="792"/>
                  </a:cubicBezTo>
                  <a:cubicBezTo>
                    <a:pt x="700" y="790"/>
                    <a:pt x="708" y="766"/>
                    <a:pt x="708" y="766"/>
                  </a:cubicBezTo>
                  <a:cubicBezTo>
                    <a:pt x="704" y="784"/>
                    <a:pt x="689" y="792"/>
                    <a:pt x="666" y="788"/>
                  </a:cubicBezTo>
                  <a:cubicBezTo>
                    <a:pt x="643" y="784"/>
                    <a:pt x="614" y="759"/>
                    <a:pt x="611" y="747"/>
                  </a:cubicBezTo>
                  <a:cubicBezTo>
                    <a:pt x="608" y="735"/>
                    <a:pt x="625" y="717"/>
                    <a:pt x="631" y="713"/>
                  </a:cubicBezTo>
                  <a:cubicBezTo>
                    <a:pt x="616" y="718"/>
                    <a:pt x="604" y="739"/>
                    <a:pt x="591" y="711"/>
                  </a:cubicBezTo>
                  <a:cubicBezTo>
                    <a:pt x="578" y="683"/>
                    <a:pt x="571" y="664"/>
                    <a:pt x="577" y="651"/>
                  </a:cubicBezTo>
                  <a:cubicBezTo>
                    <a:pt x="589" y="634"/>
                    <a:pt x="615" y="624"/>
                    <a:pt x="634" y="622"/>
                  </a:cubicBezTo>
                  <a:cubicBezTo>
                    <a:pt x="649" y="620"/>
                    <a:pt x="650" y="609"/>
                    <a:pt x="650" y="609"/>
                  </a:cubicBezTo>
                  <a:cubicBezTo>
                    <a:pt x="643" y="616"/>
                    <a:pt x="631" y="625"/>
                    <a:pt x="611" y="616"/>
                  </a:cubicBezTo>
                  <a:cubicBezTo>
                    <a:pt x="603" y="626"/>
                    <a:pt x="590" y="640"/>
                    <a:pt x="571" y="628"/>
                  </a:cubicBezTo>
                  <a:cubicBezTo>
                    <a:pt x="553" y="616"/>
                    <a:pt x="565" y="593"/>
                    <a:pt x="573" y="589"/>
                  </a:cubicBezTo>
                  <a:cubicBezTo>
                    <a:pt x="578" y="587"/>
                    <a:pt x="583" y="579"/>
                    <a:pt x="587" y="574"/>
                  </a:cubicBezTo>
                  <a:cubicBezTo>
                    <a:pt x="580" y="582"/>
                    <a:pt x="567" y="590"/>
                    <a:pt x="561" y="590"/>
                  </a:cubicBezTo>
                  <a:cubicBezTo>
                    <a:pt x="559" y="600"/>
                    <a:pt x="549" y="617"/>
                    <a:pt x="533" y="616"/>
                  </a:cubicBezTo>
                  <a:cubicBezTo>
                    <a:pt x="515" y="616"/>
                    <a:pt x="511" y="595"/>
                    <a:pt x="499" y="595"/>
                  </a:cubicBezTo>
                  <a:cubicBezTo>
                    <a:pt x="499" y="595"/>
                    <a:pt x="499" y="595"/>
                    <a:pt x="499" y="595"/>
                  </a:cubicBezTo>
                  <a:cubicBezTo>
                    <a:pt x="487" y="595"/>
                    <a:pt x="483" y="616"/>
                    <a:pt x="465" y="616"/>
                  </a:cubicBezTo>
                  <a:cubicBezTo>
                    <a:pt x="449" y="617"/>
                    <a:pt x="439" y="600"/>
                    <a:pt x="437" y="590"/>
                  </a:cubicBezTo>
                  <a:cubicBezTo>
                    <a:pt x="431" y="590"/>
                    <a:pt x="418" y="582"/>
                    <a:pt x="411" y="574"/>
                  </a:cubicBezTo>
                  <a:cubicBezTo>
                    <a:pt x="415" y="579"/>
                    <a:pt x="420" y="587"/>
                    <a:pt x="425" y="589"/>
                  </a:cubicBezTo>
                  <a:cubicBezTo>
                    <a:pt x="433" y="593"/>
                    <a:pt x="445" y="616"/>
                    <a:pt x="427" y="628"/>
                  </a:cubicBezTo>
                  <a:cubicBezTo>
                    <a:pt x="408" y="640"/>
                    <a:pt x="395" y="626"/>
                    <a:pt x="387" y="616"/>
                  </a:cubicBezTo>
                  <a:cubicBezTo>
                    <a:pt x="367" y="625"/>
                    <a:pt x="355" y="616"/>
                    <a:pt x="348" y="609"/>
                  </a:cubicBezTo>
                  <a:cubicBezTo>
                    <a:pt x="348" y="609"/>
                    <a:pt x="349" y="620"/>
                    <a:pt x="364" y="622"/>
                  </a:cubicBezTo>
                  <a:cubicBezTo>
                    <a:pt x="383" y="624"/>
                    <a:pt x="408" y="633"/>
                    <a:pt x="421" y="650"/>
                  </a:cubicBezTo>
                  <a:cubicBezTo>
                    <a:pt x="433" y="666"/>
                    <a:pt x="416" y="687"/>
                    <a:pt x="406" y="704"/>
                  </a:cubicBezTo>
                  <a:cubicBezTo>
                    <a:pt x="395" y="721"/>
                    <a:pt x="393" y="740"/>
                    <a:pt x="370" y="729"/>
                  </a:cubicBezTo>
                  <a:cubicBezTo>
                    <a:pt x="397" y="759"/>
                    <a:pt x="370" y="773"/>
                    <a:pt x="370" y="773"/>
                  </a:cubicBezTo>
                  <a:cubicBezTo>
                    <a:pt x="370" y="773"/>
                    <a:pt x="337" y="796"/>
                    <a:pt x="311" y="794"/>
                  </a:cubicBezTo>
                  <a:cubicBezTo>
                    <a:pt x="286" y="792"/>
                    <a:pt x="244" y="798"/>
                    <a:pt x="236" y="772"/>
                  </a:cubicBezTo>
                  <a:cubicBezTo>
                    <a:pt x="229" y="791"/>
                    <a:pt x="169" y="775"/>
                    <a:pt x="140" y="756"/>
                  </a:cubicBezTo>
                  <a:cubicBezTo>
                    <a:pt x="123" y="742"/>
                    <a:pt x="103" y="740"/>
                    <a:pt x="110" y="712"/>
                  </a:cubicBezTo>
                  <a:cubicBezTo>
                    <a:pt x="117" y="690"/>
                    <a:pt x="149" y="686"/>
                    <a:pt x="154" y="665"/>
                  </a:cubicBezTo>
                  <a:cubicBezTo>
                    <a:pt x="133" y="684"/>
                    <a:pt x="93" y="692"/>
                    <a:pt x="68" y="673"/>
                  </a:cubicBezTo>
                  <a:cubicBezTo>
                    <a:pt x="49" y="657"/>
                    <a:pt x="47" y="628"/>
                    <a:pt x="41" y="606"/>
                  </a:cubicBezTo>
                  <a:cubicBezTo>
                    <a:pt x="25" y="552"/>
                    <a:pt x="17" y="507"/>
                    <a:pt x="83" y="502"/>
                  </a:cubicBezTo>
                  <a:cubicBezTo>
                    <a:pt x="96" y="501"/>
                    <a:pt x="123" y="501"/>
                    <a:pt x="145" y="499"/>
                  </a:cubicBezTo>
                  <a:cubicBezTo>
                    <a:pt x="169" y="500"/>
                    <a:pt x="149" y="530"/>
                    <a:pt x="153" y="540"/>
                  </a:cubicBezTo>
                  <a:cubicBezTo>
                    <a:pt x="159" y="556"/>
                    <a:pt x="164" y="530"/>
                    <a:pt x="164" y="524"/>
                  </a:cubicBezTo>
                  <a:cubicBezTo>
                    <a:pt x="163" y="515"/>
                    <a:pt x="164" y="489"/>
                    <a:pt x="176" y="483"/>
                  </a:cubicBezTo>
                  <a:cubicBezTo>
                    <a:pt x="192" y="473"/>
                    <a:pt x="183" y="499"/>
                    <a:pt x="192" y="534"/>
                  </a:cubicBezTo>
                  <a:cubicBezTo>
                    <a:pt x="198" y="553"/>
                    <a:pt x="209" y="605"/>
                    <a:pt x="213" y="602"/>
                  </a:cubicBezTo>
                  <a:cubicBezTo>
                    <a:pt x="217" y="600"/>
                    <a:pt x="207" y="556"/>
                    <a:pt x="200" y="533"/>
                  </a:cubicBezTo>
                  <a:cubicBezTo>
                    <a:pt x="197" y="504"/>
                    <a:pt x="203" y="483"/>
                    <a:pt x="196" y="473"/>
                  </a:cubicBezTo>
                  <a:cubicBezTo>
                    <a:pt x="176" y="446"/>
                    <a:pt x="214" y="371"/>
                    <a:pt x="198" y="370"/>
                  </a:cubicBezTo>
                  <a:cubicBezTo>
                    <a:pt x="182" y="368"/>
                    <a:pt x="197" y="424"/>
                    <a:pt x="184" y="434"/>
                  </a:cubicBezTo>
                  <a:cubicBezTo>
                    <a:pt x="164" y="449"/>
                    <a:pt x="153" y="403"/>
                    <a:pt x="146" y="410"/>
                  </a:cubicBezTo>
                  <a:cubicBezTo>
                    <a:pt x="139" y="416"/>
                    <a:pt x="177" y="454"/>
                    <a:pt x="180" y="460"/>
                  </a:cubicBezTo>
                  <a:cubicBezTo>
                    <a:pt x="187" y="475"/>
                    <a:pt x="180" y="463"/>
                    <a:pt x="169" y="476"/>
                  </a:cubicBezTo>
                  <a:cubicBezTo>
                    <a:pt x="157" y="491"/>
                    <a:pt x="163" y="497"/>
                    <a:pt x="145" y="494"/>
                  </a:cubicBezTo>
                  <a:cubicBezTo>
                    <a:pt x="126" y="490"/>
                    <a:pt x="78" y="499"/>
                    <a:pt x="70" y="498"/>
                  </a:cubicBezTo>
                  <a:cubicBezTo>
                    <a:pt x="45" y="496"/>
                    <a:pt x="15" y="484"/>
                    <a:pt x="10" y="463"/>
                  </a:cubicBezTo>
                  <a:cubicBezTo>
                    <a:pt x="0" y="428"/>
                    <a:pt x="5" y="392"/>
                    <a:pt x="47" y="392"/>
                  </a:cubicBezTo>
                  <a:cubicBezTo>
                    <a:pt x="15" y="378"/>
                    <a:pt x="18" y="370"/>
                    <a:pt x="24" y="336"/>
                  </a:cubicBezTo>
                  <a:cubicBezTo>
                    <a:pt x="30" y="303"/>
                    <a:pt x="42" y="291"/>
                    <a:pt x="71" y="277"/>
                  </a:cubicBezTo>
                  <a:cubicBezTo>
                    <a:pt x="19" y="264"/>
                    <a:pt x="67" y="176"/>
                    <a:pt x="105" y="170"/>
                  </a:cubicBezTo>
                  <a:cubicBezTo>
                    <a:pt x="82" y="126"/>
                    <a:pt x="182" y="65"/>
                    <a:pt x="209" y="120"/>
                  </a:cubicBezTo>
                  <a:cubicBezTo>
                    <a:pt x="211" y="104"/>
                    <a:pt x="205" y="77"/>
                    <a:pt x="215" y="65"/>
                  </a:cubicBezTo>
                  <a:cubicBezTo>
                    <a:pt x="224" y="56"/>
                    <a:pt x="248" y="54"/>
                    <a:pt x="259" y="50"/>
                  </a:cubicBezTo>
                  <a:cubicBezTo>
                    <a:pt x="301" y="36"/>
                    <a:pt x="316" y="30"/>
                    <a:pt x="340" y="73"/>
                  </a:cubicBezTo>
                  <a:cubicBezTo>
                    <a:pt x="344" y="47"/>
                    <a:pt x="331" y="31"/>
                    <a:pt x="360" y="20"/>
                  </a:cubicBezTo>
                  <a:cubicBezTo>
                    <a:pt x="381" y="12"/>
                    <a:pt x="403" y="14"/>
                    <a:pt x="425" y="9"/>
                  </a:cubicBezTo>
                  <a:cubicBezTo>
                    <a:pt x="463" y="0"/>
                    <a:pt x="486" y="26"/>
                    <a:pt x="474" y="44"/>
                  </a:cubicBezTo>
                  <a:cubicBezTo>
                    <a:pt x="490" y="37"/>
                    <a:pt x="490" y="58"/>
                    <a:pt x="494" y="67"/>
                  </a:cubicBezTo>
                  <a:cubicBezTo>
                    <a:pt x="500" y="87"/>
                    <a:pt x="498" y="94"/>
                    <a:pt x="498" y="118"/>
                  </a:cubicBezTo>
                  <a:cubicBezTo>
                    <a:pt x="498" y="141"/>
                    <a:pt x="490" y="158"/>
                    <a:pt x="494" y="169"/>
                  </a:cubicBezTo>
                  <a:cubicBezTo>
                    <a:pt x="499" y="181"/>
                    <a:pt x="497" y="196"/>
                    <a:pt x="489" y="199"/>
                  </a:cubicBezTo>
                  <a:cubicBezTo>
                    <a:pt x="481" y="201"/>
                    <a:pt x="473" y="201"/>
                    <a:pt x="463" y="201"/>
                  </a:cubicBezTo>
                  <a:cubicBezTo>
                    <a:pt x="455" y="202"/>
                    <a:pt x="435" y="205"/>
                    <a:pt x="424" y="197"/>
                  </a:cubicBezTo>
                  <a:cubicBezTo>
                    <a:pt x="416" y="193"/>
                    <a:pt x="413" y="180"/>
                    <a:pt x="404" y="182"/>
                  </a:cubicBezTo>
                  <a:cubicBezTo>
                    <a:pt x="401" y="185"/>
                    <a:pt x="409" y="195"/>
                    <a:pt x="419" y="203"/>
                  </a:cubicBezTo>
                  <a:cubicBezTo>
                    <a:pt x="425" y="207"/>
                    <a:pt x="433" y="211"/>
                    <a:pt x="435" y="213"/>
                  </a:cubicBezTo>
                  <a:cubicBezTo>
                    <a:pt x="440" y="221"/>
                    <a:pt x="407" y="236"/>
                    <a:pt x="411" y="244"/>
                  </a:cubicBezTo>
                  <a:cubicBezTo>
                    <a:pt x="415" y="251"/>
                    <a:pt x="431" y="227"/>
                    <a:pt x="441" y="218"/>
                  </a:cubicBezTo>
                  <a:cubicBezTo>
                    <a:pt x="452" y="210"/>
                    <a:pt x="460" y="210"/>
                    <a:pt x="473" y="207"/>
                  </a:cubicBezTo>
                  <a:cubicBezTo>
                    <a:pt x="483" y="204"/>
                    <a:pt x="489" y="203"/>
                    <a:pt x="493" y="207"/>
                  </a:cubicBezTo>
                  <a:cubicBezTo>
                    <a:pt x="500" y="218"/>
                    <a:pt x="505" y="245"/>
                    <a:pt x="495" y="254"/>
                  </a:cubicBezTo>
                  <a:cubicBezTo>
                    <a:pt x="487" y="262"/>
                    <a:pt x="481" y="266"/>
                    <a:pt x="469" y="268"/>
                  </a:cubicBezTo>
                  <a:cubicBezTo>
                    <a:pt x="451" y="265"/>
                    <a:pt x="437" y="256"/>
                    <a:pt x="437" y="261"/>
                  </a:cubicBezTo>
                  <a:cubicBezTo>
                    <a:pt x="437" y="266"/>
                    <a:pt x="454" y="278"/>
                    <a:pt x="499" y="278"/>
                  </a:cubicBezTo>
                  <a:cubicBezTo>
                    <a:pt x="512" y="278"/>
                    <a:pt x="541" y="278"/>
                    <a:pt x="557" y="270"/>
                  </a:cubicBezTo>
                  <a:cubicBezTo>
                    <a:pt x="564" y="268"/>
                    <a:pt x="561" y="263"/>
                    <a:pt x="555" y="265"/>
                  </a:cubicBezTo>
                  <a:cubicBezTo>
                    <a:pt x="549" y="267"/>
                    <a:pt x="535" y="270"/>
                    <a:pt x="523" y="268"/>
                  </a:cubicBezTo>
                  <a:cubicBezTo>
                    <a:pt x="523" y="268"/>
                    <a:pt x="523" y="268"/>
                    <a:pt x="523" y="268"/>
                  </a:cubicBezTo>
                  <a:cubicBezTo>
                    <a:pt x="511" y="265"/>
                    <a:pt x="507" y="267"/>
                    <a:pt x="507" y="254"/>
                  </a:cubicBezTo>
                  <a:cubicBezTo>
                    <a:pt x="506" y="243"/>
                    <a:pt x="503" y="217"/>
                    <a:pt x="507" y="202"/>
                  </a:cubicBezTo>
                  <a:cubicBezTo>
                    <a:pt x="511" y="191"/>
                    <a:pt x="521" y="189"/>
                    <a:pt x="526" y="189"/>
                  </a:cubicBezTo>
                  <a:cubicBezTo>
                    <a:pt x="539" y="190"/>
                    <a:pt x="549" y="188"/>
                    <a:pt x="542" y="183"/>
                  </a:cubicBezTo>
                  <a:cubicBezTo>
                    <a:pt x="535" y="178"/>
                    <a:pt x="505" y="187"/>
                    <a:pt x="503" y="180"/>
                  </a:cubicBezTo>
                  <a:cubicBezTo>
                    <a:pt x="500" y="173"/>
                    <a:pt x="499" y="165"/>
                    <a:pt x="500" y="157"/>
                  </a:cubicBezTo>
                  <a:cubicBezTo>
                    <a:pt x="502" y="148"/>
                    <a:pt x="503" y="139"/>
                    <a:pt x="502" y="123"/>
                  </a:cubicBezTo>
                  <a:cubicBezTo>
                    <a:pt x="502" y="100"/>
                    <a:pt x="501" y="87"/>
                    <a:pt x="506" y="67"/>
                  </a:cubicBezTo>
                  <a:cubicBezTo>
                    <a:pt x="511" y="58"/>
                    <a:pt x="507" y="21"/>
                    <a:pt x="539" y="10"/>
                  </a:cubicBezTo>
                </a:path>
              </a:pathLst>
            </a:custGeom>
            <a:solidFill>
              <a:srgbClr val="E8E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8" name="Freeform 13">
              <a:extLst>
                <a:ext uri="{FF2B5EF4-FFF2-40B4-BE49-F238E27FC236}">
                  <a16:creationId xmlns:a16="http://schemas.microsoft.com/office/drawing/2014/main" id="{68A5F044-D720-439C-AC3F-A5D01CEF4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083"/>
              <a:ext cx="2158" cy="1922"/>
            </a:xfrm>
            <a:custGeom>
              <a:avLst/>
              <a:gdLst>
                <a:gd name="T0" fmla="*/ 13431 w 863"/>
                <a:gd name="T1" fmla="*/ 8072 h 721"/>
                <a:gd name="T2" fmla="*/ 13088 w 863"/>
                <a:gd name="T3" fmla="*/ 6424 h 721"/>
                <a:gd name="T4" fmla="*/ 13131 w 863"/>
                <a:gd name="T5" fmla="*/ 4889 h 721"/>
                <a:gd name="T6" fmla="*/ 11663 w 863"/>
                <a:gd name="T7" fmla="*/ 6211 h 721"/>
                <a:gd name="T8" fmla="*/ 11118 w 863"/>
                <a:gd name="T9" fmla="*/ 3844 h 721"/>
                <a:gd name="T10" fmla="*/ 12600 w 863"/>
                <a:gd name="T11" fmla="*/ 2708 h 721"/>
                <a:gd name="T12" fmla="*/ 10722 w 863"/>
                <a:gd name="T13" fmla="*/ 2615 h 721"/>
                <a:gd name="T14" fmla="*/ 10210 w 863"/>
                <a:gd name="T15" fmla="*/ 930 h 721"/>
                <a:gd name="T16" fmla="*/ 9567 w 863"/>
                <a:gd name="T17" fmla="*/ 3148 h 721"/>
                <a:gd name="T18" fmla="*/ 8222 w 863"/>
                <a:gd name="T19" fmla="*/ 1989 h 721"/>
                <a:gd name="T20" fmla="*/ 7679 w 863"/>
                <a:gd name="T21" fmla="*/ 136 h 721"/>
                <a:gd name="T22" fmla="*/ 7534 w 863"/>
                <a:gd name="T23" fmla="*/ 2197 h 721"/>
                <a:gd name="T24" fmla="*/ 6992 w 863"/>
                <a:gd name="T25" fmla="*/ 3900 h 721"/>
                <a:gd name="T26" fmla="*/ 6554 w 863"/>
                <a:gd name="T27" fmla="*/ 4470 h 721"/>
                <a:gd name="T28" fmla="*/ 5521 w 863"/>
                <a:gd name="T29" fmla="*/ 4151 h 721"/>
                <a:gd name="T30" fmla="*/ 5376 w 863"/>
                <a:gd name="T31" fmla="*/ 4151 h 721"/>
                <a:gd name="T32" fmla="*/ 4459 w 863"/>
                <a:gd name="T33" fmla="*/ 2650 h 721"/>
                <a:gd name="T34" fmla="*/ 5534 w 863"/>
                <a:gd name="T35" fmla="*/ 1706 h 721"/>
                <a:gd name="T36" fmla="*/ 5566 w 863"/>
                <a:gd name="T37" fmla="*/ 205 h 721"/>
                <a:gd name="T38" fmla="*/ 4063 w 863"/>
                <a:gd name="T39" fmla="*/ 1898 h 721"/>
                <a:gd name="T40" fmla="*/ 2833 w 863"/>
                <a:gd name="T41" fmla="*/ 2159 h 721"/>
                <a:gd name="T42" fmla="*/ 1438 w 863"/>
                <a:gd name="T43" fmla="*/ 2900 h 721"/>
                <a:gd name="T44" fmla="*/ 270 w 863"/>
                <a:gd name="T45" fmla="*/ 3695 h 721"/>
                <a:gd name="T46" fmla="*/ 1083 w 863"/>
                <a:gd name="T47" fmla="*/ 5985 h 721"/>
                <a:gd name="T48" fmla="*/ 300 w 863"/>
                <a:gd name="T49" fmla="*/ 7901 h 721"/>
                <a:gd name="T50" fmla="*/ 1313 w 863"/>
                <a:gd name="T51" fmla="*/ 6177 h 721"/>
                <a:gd name="T52" fmla="*/ 2145 w 863"/>
                <a:gd name="T53" fmla="*/ 8642 h 721"/>
                <a:gd name="T54" fmla="*/ 2000 w 863"/>
                <a:gd name="T55" fmla="*/ 11292 h 721"/>
                <a:gd name="T56" fmla="*/ 158 w 863"/>
                <a:gd name="T57" fmla="*/ 9471 h 721"/>
                <a:gd name="T58" fmla="*/ 1675 w 863"/>
                <a:gd name="T59" fmla="*/ 11647 h 721"/>
                <a:gd name="T60" fmla="*/ 2721 w 863"/>
                <a:gd name="T61" fmla="*/ 12236 h 721"/>
                <a:gd name="T62" fmla="*/ 3876 w 863"/>
                <a:gd name="T63" fmla="*/ 12316 h 721"/>
                <a:gd name="T64" fmla="*/ 4471 w 863"/>
                <a:gd name="T65" fmla="*/ 11724 h 721"/>
                <a:gd name="T66" fmla="*/ 4676 w 863"/>
                <a:gd name="T67" fmla="*/ 10362 h 721"/>
                <a:gd name="T68" fmla="*/ 5959 w 863"/>
                <a:gd name="T69" fmla="*/ 10874 h 721"/>
                <a:gd name="T70" fmla="*/ 7459 w 863"/>
                <a:gd name="T71" fmla="*/ 10383 h 721"/>
                <a:gd name="T72" fmla="*/ 9430 w 863"/>
                <a:gd name="T73" fmla="*/ 10063 h 721"/>
                <a:gd name="T74" fmla="*/ 8930 w 863"/>
                <a:gd name="T75" fmla="*/ 11364 h 721"/>
                <a:gd name="T76" fmla="*/ 8522 w 863"/>
                <a:gd name="T77" fmla="*/ 11817 h 721"/>
                <a:gd name="T78" fmla="*/ 9117 w 863"/>
                <a:gd name="T79" fmla="*/ 13182 h 721"/>
                <a:gd name="T80" fmla="*/ 9630 w 863"/>
                <a:gd name="T81" fmla="*/ 13318 h 721"/>
                <a:gd name="T82" fmla="*/ 11288 w 863"/>
                <a:gd name="T83" fmla="*/ 12806 h 721"/>
                <a:gd name="T84" fmla="*/ 11100 w 863"/>
                <a:gd name="T85" fmla="*/ 11100 h 721"/>
                <a:gd name="T86" fmla="*/ 12275 w 863"/>
                <a:gd name="T87" fmla="*/ 11975 h 721"/>
                <a:gd name="T88" fmla="*/ 12443 w 863"/>
                <a:gd name="T89" fmla="*/ 9949 h 721"/>
                <a:gd name="T90" fmla="*/ 11400 w 863"/>
                <a:gd name="T91" fmla="*/ 10005 h 721"/>
                <a:gd name="T92" fmla="*/ 10335 w 863"/>
                <a:gd name="T93" fmla="*/ 11292 h 721"/>
                <a:gd name="T94" fmla="*/ 10055 w 863"/>
                <a:gd name="T95" fmla="*/ 10154 h 721"/>
                <a:gd name="T96" fmla="*/ 10818 w 863"/>
                <a:gd name="T97" fmla="*/ 8584 h 721"/>
                <a:gd name="T98" fmla="*/ 10913 w 863"/>
                <a:gd name="T99" fmla="*/ 7235 h 721"/>
                <a:gd name="T100" fmla="*/ 11818 w 863"/>
                <a:gd name="T101" fmla="*/ 6800 h 721"/>
                <a:gd name="T102" fmla="*/ 12213 w 863"/>
                <a:gd name="T103" fmla="*/ 8221 h 72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63" h="721">
                  <a:moveTo>
                    <a:pt x="831" y="479"/>
                  </a:moveTo>
                  <a:cubicBezTo>
                    <a:pt x="836" y="482"/>
                    <a:pt x="845" y="481"/>
                    <a:pt x="850" y="479"/>
                  </a:cubicBezTo>
                  <a:cubicBezTo>
                    <a:pt x="860" y="475"/>
                    <a:pt x="863" y="470"/>
                    <a:pt x="861" y="460"/>
                  </a:cubicBezTo>
                  <a:cubicBezTo>
                    <a:pt x="860" y="448"/>
                    <a:pt x="861" y="437"/>
                    <a:pt x="859" y="426"/>
                  </a:cubicBezTo>
                  <a:cubicBezTo>
                    <a:pt x="857" y="417"/>
                    <a:pt x="858" y="409"/>
                    <a:pt x="853" y="401"/>
                  </a:cubicBezTo>
                  <a:cubicBezTo>
                    <a:pt x="849" y="394"/>
                    <a:pt x="843" y="389"/>
                    <a:pt x="837" y="383"/>
                  </a:cubicBezTo>
                  <a:cubicBezTo>
                    <a:pt x="831" y="378"/>
                    <a:pt x="823" y="371"/>
                    <a:pt x="823" y="362"/>
                  </a:cubicBezTo>
                  <a:cubicBezTo>
                    <a:pt x="824" y="354"/>
                    <a:pt x="831" y="344"/>
                    <a:pt x="837" y="339"/>
                  </a:cubicBezTo>
                  <a:cubicBezTo>
                    <a:pt x="843" y="334"/>
                    <a:pt x="852" y="334"/>
                    <a:pt x="856" y="327"/>
                  </a:cubicBezTo>
                  <a:cubicBezTo>
                    <a:pt x="859" y="322"/>
                    <a:pt x="860" y="314"/>
                    <a:pt x="861" y="308"/>
                  </a:cubicBezTo>
                  <a:cubicBezTo>
                    <a:pt x="861" y="294"/>
                    <a:pt x="860" y="278"/>
                    <a:pt x="854" y="265"/>
                  </a:cubicBezTo>
                  <a:cubicBezTo>
                    <a:pt x="851" y="257"/>
                    <a:pt x="847" y="254"/>
                    <a:pt x="840" y="258"/>
                  </a:cubicBezTo>
                  <a:cubicBezTo>
                    <a:pt x="835" y="261"/>
                    <a:pt x="824" y="273"/>
                    <a:pt x="821" y="278"/>
                  </a:cubicBezTo>
                  <a:cubicBezTo>
                    <a:pt x="815" y="286"/>
                    <a:pt x="803" y="301"/>
                    <a:pt x="798" y="311"/>
                  </a:cubicBezTo>
                  <a:cubicBezTo>
                    <a:pt x="794" y="318"/>
                    <a:pt x="791" y="326"/>
                    <a:pt x="784" y="331"/>
                  </a:cubicBezTo>
                  <a:cubicBezTo>
                    <a:pt x="772" y="339"/>
                    <a:pt x="758" y="334"/>
                    <a:pt x="746" y="328"/>
                  </a:cubicBezTo>
                  <a:cubicBezTo>
                    <a:pt x="733" y="322"/>
                    <a:pt x="724" y="312"/>
                    <a:pt x="726" y="298"/>
                  </a:cubicBezTo>
                  <a:cubicBezTo>
                    <a:pt x="728" y="284"/>
                    <a:pt x="728" y="278"/>
                    <a:pt x="716" y="269"/>
                  </a:cubicBezTo>
                  <a:cubicBezTo>
                    <a:pt x="705" y="261"/>
                    <a:pt x="684" y="252"/>
                    <a:pt x="683" y="237"/>
                  </a:cubicBezTo>
                  <a:cubicBezTo>
                    <a:pt x="681" y="221"/>
                    <a:pt x="694" y="204"/>
                    <a:pt x="711" y="203"/>
                  </a:cubicBezTo>
                  <a:cubicBezTo>
                    <a:pt x="722" y="203"/>
                    <a:pt x="737" y="208"/>
                    <a:pt x="746" y="215"/>
                  </a:cubicBezTo>
                  <a:cubicBezTo>
                    <a:pt x="754" y="221"/>
                    <a:pt x="756" y="228"/>
                    <a:pt x="766" y="224"/>
                  </a:cubicBezTo>
                  <a:cubicBezTo>
                    <a:pt x="775" y="221"/>
                    <a:pt x="781" y="215"/>
                    <a:pt x="786" y="207"/>
                  </a:cubicBezTo>
                  <a:cubicBezTo>
                    <a:pt x="797" y="191"/>
                    <a:pt x="820" y="163"/>
                    <a:pt x="806" y="143"/>
                  </a:cubicBezTo>
                  <a:cubicBezTo>
                    <a:pt x="800" y="135"/>
                    <a:pt x="788" y="121"/>
                    <a:pt x="777" y="119"/>
                  </a:cubicBezTo>
                  <a:cubicBezTo>
                    <a:pt x="770" y="117"/>
                    <a:pt x="764" y="127"/>
                    <a:pt x="761" y="134"/>
                  </a:cubicBezTo>
                  <a:cubicBezTo>
                    <a:pt x="752" y="150"/>
                    <a:pt x="747" y="180"/>
                    <a:pt x="723" y="180"/>
                  </a:cubicBezTo>
                  <a:cubicBezTo>
                    <a:pt x="702" y="180"/>
                    <a:pt x="680" y="160"/>
                    <a:pt x="686" y="138"/>
                  </a:cubicBezTo>
                  <a:cubicBezTo>
                    <a:pt x="690" y="127"/>
                    <a:pt x="702" y="121"/>
                    <a:pt x="706" y="110"/>
                  </a:cubicBezTo>
                  <a:cubicBezTo>
                    <a:pt x="710" y="101"/>
                    <a:pt x="712" y="89"/>
                    <a:pt x="706" y="80"/>
                  </a:cubicBezTo>
                  <a:cubicBezTo>
                    <a:pt x="702" y="71"/>
                    <a:pt x="692" y="66"/>
                    <a:pt x="684" y="62"/>
                  </a:cubicBezTo>
                  <a:cubicBezTo>
                    <a:pt x="675" y="58"/>
                    <a:pt x="663" y="49"/>
                    <a:pt x="653" y="49"/>
                  </a:cubicBezTo>
                  <a:cubicBezTo>
                    <a:pt x="644" y="49"/>
                    <a:pt x="637" y="59"/>
                    <a:pt x="636" y="68"/>
                  </a:cubicBezTo>
                  <a:cubicBezTo>
                    <a:pt x="635" y="77"/>
                    <a:pt x="639" y="86"/>
                    <a:pt x="641" y="95"/>
                  </a:cubicBezTo>
                  <a:cubicBezTo>
                    <a:pt x="642" y="108"/>
                    <a:pt x="641" y="120"/>
                    <a:pt x="637" y="132"/>
                  </a:cubicBezTo>
                  <a:cubicBezTo>
                    <a:pt x="632" y="144"/>
                    <a:pt x="624" y="161"/>
                    <a:pt x="612" y="166"/>
                  </a:cubicBezTo>
                  <a:cubicBezTo>
                    <a:pt x="596" y="173"/>
                    <a:pt x="578" y="168"/>
                    <a:pt x="564" y="158"/>
                  </a:cubicBezTo>
                  <a:cubicBezTo>
                    <a:pt x="550" y="147"/>
                    <a:pt x="554" y="139"/>
                    <a:pt x="555" y="123"/>
                  </a:cubicBezTo>
                  <a:cubicBezTo>
                    <a:pt x="555" y="115"/>
                    <a:pt x="552" y="106"/>
                    <a:pt x="543" y="104"/>
                  </a:cubicBezTo>
                  <a:cubicBezTo>
                    <a:pt x="538" y="103"/>
                    <a:pt x="531" y="107"/>
                    <a:pt x="526" y="105"/>
                  </a:cubicBezTo>
                  <a:cubicBezTo>
                    <a:pt x="511" y="98"/>
                    <a:pt x="528" y="60"/>
                    <a:pt x="535" y="50"/>
                  </a:cubicBezTo>
                  <a:cubicBezTo>
                    <a:pt x="541" y="43"/>
                    <a:pt x="559" y="49"/>
                    <a:pt x="564" y="43"/>
                  </a:cubicBezTo>
                  <a:cubicBezTo>
                    <a:pt x="571" y="36"/>
                    <a:pt x="566" y="23"/>
                    <a:pt x="560" y="19"/>
                  </a:cubicBezTo>
                  <a:cubicBezTo>
                    <a:pt x="547" y="9"/>
                    <a:pt x="506" y="8"/>
                    <a:pt x="491" y="7"/>
                  </a:cubicBezTo>
                  <a:cubicBezTo>
                    <a:pt x="473" y="6"/>
                    <a:pt x="460" y="20"/>
                    <a:pt x="453" y="36"/>
                  </a:cubicBezTo>
                  <a:cubicBezTo>
                    <a:pt x="448" y="48"/>
                    <a:pt x="443" y="66"/>
                    <a:pt x="441" y="80"/>
                  </a:cubicBezTo>
                  <a:cubicBezTo>
                    <a:pt x="440" y="91"/>
                    <a:pt x="450" y="95"/>
                    <a:pt x="458" y="100"/>
                  </a:cubicBezTo>
                  <a:cubicBezTo>
                    <a:pt x="466" y="107"/>
                    <a:pt x="476" y="107"/>
                    <a:pt x="482" y="116"/>
                  </a:cubicBezTo>
                  <a:cubicBezTo>
                    <a:pt x="490" y="127"/>
                    <a:pt x="486" y="145"/>
                    <a:pt x="483" y="158"/>
                  </a:cubicBezTo>
                  <a:cubicBezTo>
                    <a:pt x="479" y="173"/>
                    <a:pt x="473" y="178"/>
                    <a:pt x="458" y="181"/>
                  </a:cubicBezTo>
                  <a:cubicBezTo>
                    <a:pt x="452" y="182"/>
                    <a:pt x="449" y="181"/>
                    <a:pt x="447" y="189"/>
                  </a:cubicBezTo>
                  <a:cubicBezTo>
                    <a:pt x="446" y="195"/>
                    <a:pt x="446" y="201"/>
                    <a:pt x="447" y="206"/>
                  </a:cubicBezTo>
                  <a:cubicBezTo>
                    <a:pt x="450" y="221"/>
                    <a:pt x="463" y="217"/>
                    <a:pt x="474" y="222"/>
                  </a:cubicBezTo>
                  <a:cubicBezTo>
                    <a:pt x="473" y="223"/>
                    <a:pt x="473" y="223"/>
                    <a:pt x="473" y="223"/>
                  </a:cubicBezTo>
                  <a:cubicBezTo>
                    <a:pt x="478" y="222"/>
                    <a:pt x="479" y="226"/>
                    <a:pt x="473" y="228"/>
                  </a:cubicBezTo>
                  <a:cubicBezTo>
                    <a:pt x="459" y="236"/>
                    <a:pt x="434" y="236"/>
                    <a:pt x="419" y="236"/>
                  </a:cubicBezTo>
                  <a:cubicBezTo>
                    <a:pt x="419" y="236"/>
                    <a:pt x="419" y="236"/>
                    <a:pt x="419" y="236"/>
                  </a:cubicBezTo>
                  <a:cubicBezTo>
                    <a:pt x="419" y="236"/>
                    <a:pt x="419" y="236"/>
                    <a:pt x="419" y="236"/>
                  </a:cubicBezTo>
                  <a:cubicBezTo>
                    <a:pt x="418" y="236"/>
                    <a:pt x="416" y="236"/>
                    <a:pt x="415" y="236"/>
                  </a:cubicBezTo>
                  <a:cubicBezTo>
                    <a:pt x="370" y="236"/>
                    <a:pt x="353" y="224"/>
                    <a:pt x="353" y="219"/>
                  </a:cubicBezTo>
                  <a:cubicBezTo>
                    <a:pt x="353" y="216"/>
                    <a:pt x="357" y="217"/>
                    <a:pt x="363" y="220"/>
                  </a:cubicBezTo>
                  <a:cubicBezTo>
                    <a:pt x="360" y="218"/>
                    <a:pt x="360" y="218"/>
                    <a:pt x="360" y="218"/>
                  </a:cubicBezTo>
                  <a:cubicBezTo>
                    <a:pt x="379" y="218"/>
                    <a:pt x="400" y="202"/>
                    <a:pt x="393" y="192"/>
                  </a:cubicBezTo>
                  <a:cubicBezTo>
                    <a:pt x="387" y="183"/>
                    <a:pt x="355" y="208"/>
                    <a:pt x="344" y="219"/>
                  </a:cubicBezTo>
                  <a:cubicBezTo>
                    <a:pt x="333" y="230"/>
                    <a:pt x="315" y="224"/>
                    <a:pt x="303" y="210"/>
                  </a:cubicBezTo>
                  <a:cubicBezTo>
                    <a:pt x="291" y="195"/>
                    <a:pt x="291" y="186"/>
                    <a:pt x="294" y="169"/>
                  </a:cubicBezTo>
                  <a:cubicBezTo>
                    <a:pt x="293" y="157"/>
                    <a:pt x="284" y="165"/>
                    <a:pt x="279" y="157"/>
                  </a:cubicBezTo>
                  <a:cubicBezTo>
                    <a:pt x="276" y="152"/>
                    <a:pt x="283" y="144"/>
                    <a:pt x="285" y="140"/>
                  </a:cubicBezTo>
                  <a:cubicBezTo>
                    <a:pt x="291" y="132"/>
                    <a:pt x="302" y="111"/>
                    <a:pt x="311" y="108"/>
                  </a:cubicBezTo>
                  <a:cubicBezTo>
                    <a:pt x="335" y="98"/>
                    <a:pt x="343" y="134"/>
                    <a:pt x="360" y="136"/>
                  </a:cubicBezTo>
                  <a:cubicBezTo>
                    <a:pt x="375" y="138"/>
                    <a:pt x="379" y="115"/>
                    <a:pt x="374" y="104"/>
                  </a:cubicBezTo>
                  <a:cubicBezTo>
                    <a:pt x="366" y="83"/>
                    <a:pt x="366" y="100"/>
                    <a:pt x="354" y="90"/>
                  </a:cubicBezTo>
                  <a:cubicBezTo>
                    <a:pt x="351" y="88"/>
                    <a:pt x="349" y="82"/>
                    <a:pt x="346" y="75"/>
                  </a:cubicBezTo>
                  <a:cubicBezTo>
                    <a:pt x="344" y="69"/>
                    <a:pt x="347" y="53"/>
                    <a:pt x="353" y="50"/>
                  </a:cubicBezTo>
                  <a:cubicBezTo>
                    <a:pt x="358" y="47"/>
                    <a:pt x="365" y="43"/>
                    <a:pt x="366" y="39"/>
                  </a:cubicBezTo>
                  <a:cubicBezTo>
                    <a:pt x="370" y="30"/>
                    <a:pt x="357" y="17"/>
                    <a:pt x="356" y="11"/>
                  </a:cubicBezTo>
                  <a:cubicBezTo>
                    <a:pt x="355" y="1"/>
                    <a:pt x="323" y="0"/>
                    <a:pt x="314" y="4"/>
                  </a:cubicBezTo>
                  <a:cubicBezTo>
                    <a:pt x="303" y="10"/>
                    <a:pt x="301" y="48"/>
                    <a:pt x="303" y="58"/>
                  </a:cubicBezTo>
                  <a:cubicBezTo>
                    <a:pt x="306" y="71"/>
                    <a:pt x="304" y="74"/>
                    <a:pt x="293" y="84"/>
                  </a:cubicBezTo>
                  <a:cubicBezTo>
                    <a:pt x="284" y="91"/>
                    <a:pt x="270" y="99"/>
                    <a:pt x="260" y="100"/>
                  </a:cubicBezTo>
                  <a:cubicBezTo>
                    <a:pt x="236" y="104"/>
                    <a:pt x="234" y="101"/>
                    <a:pt x="224" y="77"/>
                  </a:cubicBezTo>
                  <a:cubicBezTo>
                    <a:pt x="221" y="67"/>
                    <a:pt x="219" y="57"/>
                    <a:pt x="208" y="53"/>
                  </a:cubicBezTo>
                  <a:cubicBezTo>
                    <a:pt x="191" y="46"/>
                    <a:pt x="173" y="65"/>
                    <a:pt x="173" y="79"/>
                  </a:cubicBezTo>
                  <a:cubicBezTo>
                    <a:pt x="173" y="88"/>
                    <a:pt x="175" y="107"/>
                    <a:pt x="181" y="114"/>
                  </a:cubicBezTo>
                  <a:cubicBezTo>
                    <a:pt x="184" y="118"/>
                    <a:pt x="192" y="117"/>
                    <a:pt x="196" y="121"/>
                  </a:cubicBezTo>
                  <a:cubicBezTo>
                    <a:pt x="202" y="129"/>
                    <a:pt x="206" y="147"/>
                    <a:pt x="201" y="157"/>
                  </a:cubicBezTo>
                  <a:cubicBezTo>
                    <a:pt x="185" y="184"/>
                    <a:pt x="173" y="203"/>
                    <a:pt x="137" y="187"/>
                  </a:cubicBezTo>
                  <a:cubicBezTo>
                    <a:pt x="123" y="181"/>
                    <a:pt x="98" y="169"/>
                    <a:pt x="92" y="153"/>
                  </a:cubicBezTo>
                  <a:cubicBezTo>
                    <a:pt x="90" y="146"/>
                    <a:pt x="94" y="115"/>
                    <a:pt x="76" y="122"/>
                  </a:cubicBezTo>
                  <a:cubicBezTo>
                    <a:pt x="70" y="125"/>
                    <a:pt x="69" y="134"/>
                    <a:pt x="65" y="139"/>
                  </a:cubicBezTo>
                  <a:cubicBezTo>
                    <a:pt x="61" y="144"/>
                    <a:pt x="54" y="147"/>
                    <a:pt x="50" y="152"/>
                  </a:cubicBezTo>
                  <a:cubicBezTo>
                    <a:pt x="45" y="158"/>
                    <a:pt x="14" y="187"/>
                    <a:pt x="17" y="195"/>
                  </a:cubicBezTo>
                  <a:cubicBezTo>
                    <a:pt x="23" y="210"/>
                    <a:pt x="66" y="209"/>
                    <a:pt x="77" y="212"/>
                  </a:cubicBezTo>
                  <a:cubicBezTo>
                    <a:pt x="93" y="217"/>
                    <a:pt x="105" y="226"/>
                    <a:pt x="104" y="240"/>
                  </a:cubicBezTo>
                  <a:cubicBezTo>
                    <a:pt x="103" y="257"/>
                    <a:pt x="94" y="267"/>
                    <a:pt x="84" y="278"/>
                  </a:cubicBezTo>
                  <a:cubicBezTo>
                    <a:pt x="74" y="290"/>
                    <a:pt x="72" y="301"/>
                    <a:pt x="69" y="316"/>
                  </a:cubicBezTo>
                  <a:cubicBezTo>
                    <a:pt x="65" y="341"/>
                    <a:pt x="29" y="318"/>
                    <a:pt x="12" y="318"/>
                  </a:cubicBezTo>
                  <a:cubicBezTo>
                    <a:pt x="0" y="319"/>
                    <a:pt x="14" y="333"/>
                    <a:pt x="17" y="344"/>
                  </a:cubicBezTo>
                  <a:cubicBezTo>
                    <a:pt x="19" y="353"/>
                    <a:pt x="18" y="364"/>
                    <a:pt x="20" y="373"/>
                  </a:cubicBezTo>
                  <a:cubicBezTo>
                    <a:pt x="25" y="389"/>
                    <a:pt x="42" y="407"/>
                    <a:pt x="19" y="417"/>
                  </a:cubicBezTo>
                  <a:cubicBezTo>
                    <a:pt x="52" y="427"/>
                    <a:pt x="40" y="385"/>
                    <a:pt x="34" y="368"/>
                  </a:cubicBezTo>
                  <a:cubicBezTo>
                    <a:pt x="30" y="359"/>
                    <a:pt x="24" y="343"/>
                    <a:pt x="39" y="339"/>
                  </a:cubicBezTo>
                  <a:cubicBezTo>
                    <a:pt x="50" y="337"/>
                    <a:pt x="57" y="350"/>
                    <a:pt x="68" y="349"/>
                  </a:cubicBezTo>
                  <a:cubicBezTo>
                    <a:pt x="80" y="347"/>
                    <a:pt x="81" y="335"/>
                    <a:pt x="84" y="326"/>
                  </a:cubicBezTo>
                  <a:cubicBezTo>
                    <a:pt x="87" y="316"/>
                    <a:pt x="92" y="309"/>
                    <a:pt x="102" y="305"/>
                  </a:cubicBezTo>
                  <a:cubicBezTo>
                    <a:pt x="124" y="296"/>
                    <a:pt x="131" y="312"/>
                    <a:pt x="130" y="331"/>
                  </a:cubicBezTo>
                  <a:cubicBezTo>
                    <a:pt x="129" y="356"/>
                    <a:pt x="127" y="383"/>
                    <a:pt x="129" y="408"/>
                  </a:cubicBezTo>
                  <a:cubicBezTo>
                    <a:pt x="130" y="425"/>
                    <a:pt x="136" y="439"/>
                    <a:pt x="137" y="456"/>
                  </a:cubicBezTo>
                  <a:cubicBezTo>
                    <a:pt x="139" y="475"/>
                    <a:pt x="138" y="498"/>
                    <a:pt x="143" y="515"/>
                  </a:cubicBezTo>
                  <a:cubicBezTo>
                    <a:pt x="147" y="531"/>
                    <a:pt x="160" y="541"/>
                    <a:pt x="162" y="557"/>
                  </a:cubicBezTo>
                  <a:cubicBezTo>
                    <a:pt x="164" y="568"/>
                    <a:pt x="164" y="578"/>
                    <a:pt x="157" y="588"/>
                  </a:cubicBezTo>
                  <a:cubicBezTo>
                    <a:pt x="148" y="599"/>
                    <a:pt x="138" y="602"/>
                    <a:pt x="128" y="596"/>
                  </a:cubicBezTo>
                  <a:cubicBezTo>
                    <a:pt x="109" y="583"/>
                    <a:pt x="104" y="561"/>
                    <a:pt x="90" y="544"/>
                  </a:cubicBezTo>
                  <a:cubicBezTo>
                    <a:pt x="71" y="521"/>
                    <a:pt x="60" y="557"/>
                    <a:pt x="43" y="541"/>
                  </a:cubicBezTo>
                  <a:cubicBezTo>
                    <a:pt x="35" y="535"/>
                    <a:pt x="29" y="509"/>
                    <a:pt x="24" y="502"/>
                  </a:cubicBezTo>
                  <a:cubicBezTo>
                    <a:pt x="21" y="499"/>
                    <a:pt x="15" y="498"/>
                    <a:pt x="10" y="500"/>
                  </a:cubicBezTo>
                  <a:cubicBezTo>
                    <a:pt x="3" y="503"/>
                    <a:pt x="5" y="511"/>
                    <a:pt x="5" y="515"/>
                  </a:cubicBezTo>
                  <a:cubicBezTo>
                    <a:pt x="7" y="530"/>
                    <a:pt x="7" y="580"/>
                    <a:pt x="16" y="587"/>
                  </a:cubicBezTo>
                  <a:cubicBezTo>
                    <a:pt x="33" y="600"/>
                    <a:pt x="58" y="581"/>
                    <a:pt x="75" y="582"/>
                  </a:cubicBezTo>
                  <a:cubicBezTo>
                    <a:pt x="96" y="584"/>
                    <a:pt x="115" y="597"/>
                    <a:pt x="107" y="615"/>
                  </a:cubicBezTo>
                  <a:cubicBezTo>
                    <a:pt x="99" y="634"/>
                    <a:pt x="81" y="634"/>
                    <a:pt x="95" y="655"/>
                  </a:cubicBezTo>
                  <a:cubicBezTo>
                    <a:pt x="106" y="653"/>
                    <a:pt x="106" y="644"/>
                    <a:pt x="113" y="638"/>
                  </a:cubicBezTo>
                  <a:cubicBezTo>
                    <a:pt x="122" y="631"/>
                    <a:pt x="131" y="632"/>
                    <a:pt x="141" y="635"/>
                  </a:cubicBezTo>
                  <a:cubicBezTo>
                    <a:pt x="153" y="639"/>
                    <a:pt x="160" y="646"/>
                    <a:pt x="174" y="646"/>
                  </a:cubicBezTo>
                  <a:cubicBezTo>
                    <a:pt x="187" y="646"/>
                    <a:pt x="200" y="641"/>
                    <a:pt x="213" y="647"/>
                  </a:cubicBezTo>
                  <a:cubicBezTo>
                    <a:pt x="243" y="661"/>
                    <a:pt x="203" y="693"/>
                    <a:pt x="216" y="701"/>
                  </a:cubicBezTo>
                  <a:cubicBezTo>
                    <a:pt x="227" y="708"/>
                    <a:pt x="225" y="682"/>
                    <a:pt x="226" y="677"/>
                  </a:cubicBezTo>
                  <a:cubicBezTo>
                    <a:pt x="230" y="666"/>
                    <a:pt x="245" y="661"/>
                    <a:pt x="248" y="650"/>
                  </a:cubicBezTo>
                  <a:cubicBezTo>
                    <a:pt x="251" y="641"/>
                    <a:pt x="240" y="629"/>
                    <a:pt x="243" y="623"/>
                  </a:cubicBezTo>
                  <a:cubicBezTo>
                    <a:pt x="247" y="614"/>
                    <a:pt x="262" y="620"/>
                    <a:pt x="268" y="623"/>
                  </a:cubicBezTo>
                  <a:cubicBezTo>
                    <a:pt x="272" y="625"/>
                    <a:pt x="286" y="637"/>
                    <a:pt x="288" y="637"/>
                  </a:cubicBezTo>
                  <a:cubicBezTo>
                    <a:pt x="300" y="635"/>
                    <a:pt x="291" y="623"/>
                    <a:pt x="286" y="619"/>
                  </a:cubicBezTo>
                  <a:cubicBezTo>
                    <a:pt x="278" y="613"/>
                    <a:pt x="265" y="614"/>
                    <a:pt x="256" y="610"/>
                  </a:cubicBezTo>
                  <a:cubicBezTo>
                    <a:pt x="246" y="605"/>
                    <a:pt x="232" y="595"/>
                    <a:pt x="227" y="586"/>
                  </a:cubicBezTo>
                  <a:cubicBezTo>
                    <a:pt x="217" y="568"/>
                    <a:pt x="214" y="533"/>
                    <a:pt x="241" y="531"/>
                  </a:cubicBezTo>
                  <a:cubicBezTo>
                    <a:pt x="261" y="530"/>
                    <a:pt x="295" y="536"/>
                    <a:pt x="299" y="547"/>
                  </a:cubicBezTo>
                  <a:cubicBezTo>
                    <a:pt x="305" y="535"/>
                    <a:pt x="313" y="548"/>
                    <a:pt x="321" y="554"/>
                  </a:cubicBezTo>
                  <a:cubicBezTo>
                    <a:pt x="329" y="559"/>
                    <a:pt x="323" y="533"/>
                    <a:pt x="327" y="532"/>
                  </a:cubicBezTo>
                  <a:cubicBezTo>
                    <a:pt x="334" y="540"/>
                    <a:pt x="347" y="548"/>
                    <a:pt x="353" y="548"/>
                  </a:cubicBezTo>
                  <a:cubicBezTo>
                    <a:pt x="355" y="558"/>
                    <a:pt x="365" y="575"/>
                    <a:pt x="381" y="574"/>
                  </a:cubicBezTo>
                  <a:cubicBezTo>
                    <a:pt x="399" y="574"/>
                    <a:pt x="403" y="553"/>
                    <a:pt x="415" y="553"/>
                  </a:cubicBezTo>
                  <a:cubicBezTo>
                    <a:pt x="415" y="553"/>
                    <a:pt x="415" y="553"/>
                    <a:pt x="415" y="553"/>
                  </a:cubicBezTo>
                  <a:cubicBezTo>
                    <a:pt x="427" y="553"/>
                    <a:pt x="431" y="574"/>
                    <a:pt x="449" y="574"/>
                  </a:cubicBezTo>
                  <a:cubicBezTo>
                    <a:pt x="465" y="575"/>
                    <a:pt x="475" y="558"/>
                    <a:pt x="477" y="548"/>
                  </a:cubicBezTo>
                  <a:cubicBezTo>
                    <a:pt x="483" y="548"/>
                    <a:pt x="496" y="540"/>
                    <a:pt x="503" y="532"/>
                  </a:cubicBezTo>
                  <a:cubicBezTo>
                    <a:pt x="502" y="534"/>
                    <a:pt x="500" y="536"/>
                    <a:pt x="499" y="538"/>
                  </a:cubicBezTo>
                  <a:cubicBezTo>
                    <a:pt x="505" y="536"/>
                    <a:pt x="549" y="525"/>
                    <a:pt x="550" y="525"/>
                  </a:cubicBezTo>
                  <a:cubicBezTo>
                    <a:pt x="551" y="525"/>
                    <a:pt x="602" y="530"/>
                    <a:pt x="603" y="531"/>
                  </a:cubicBezTo>
                  <a:cubicBezTo>
                    <a:pt x="603" y="532"/>
                    <a:pt x="610" y="550"/>
                    <a:pt x="610" y="550"/>
                  </a:cubicBezTo>
                  <a:cubicBezTo>
                    <a:pt x="609" y="570"/>
                    <a:pt x="609" y="570"/>
                    <a:pt x="609" y="570"/>
                  </a:cubicBezTo>
                  <a:cubicBezTo>
                    <a:pt x="595" y="586"/>
                    <a:pt x="595" y="586"/>
                    <a:pt x="595" y="586"/>
                  </a:cubicBezTo>
                  <a:cubicBezTo>
                    <a:pt x="595" y="586"/>
                    <a:pt x="572" y="599"/>
                    <a:pt x="571" y="600"/>
                  </a:cubicBezTo>
                  <a:cubicBezTo>
                    <a:pt x="570" y="600"/>
                    <a:pt x="550" y="608"/>
                    <a:pt x="550" y="608"/>
                  </a:cubicBezTo>
                  <a:cubicBezTo>
                    <a:pt x="543" y="612"/>
                    <a:pt x="527" y="615"/>
                    <a:pt x="525" y="623"/>
                  </a:cubicBezTo>
                  <a:cubicBezTo>
                    <a:pt x="522" y="631"/>
                    <a:pt x="529" y="658"/>
                    <a:pt x="538" y="643"/>
                  </a:cubicBezTo>
                  <a:cubicBezTo>
                    <a:pt x="542" y="637"/>
                    <a:pt x="540" y="629"/>
                    <a:pt x="545" y="624"/>
                  </a:cubicBezTo>
                  <a:cubicBezTo>
                    <a:pt x="550" y="619"/>
                    <a:pt x="558" y="619"/>
                    <a:pt x="563" y="619"/>
                  </a:cubicBezTo>
                  <a:cubicBezTo>
                    <a:pt x="578" y="619"/>
                    <a:pt x="590" y="621"/>
                    <a:pt x="593" y="637"/>
                  </a:cubicBezTo>
                  <a:cubicBezTo>
                    <a:pt x="596" y="654"/>
                    <a:pt x="580" y="661"/>
                    <a:pt x="583" y="677"/>
                  </a:cubicBezTo>
                  <a:cubicBezTo>
                    <a:pt x="584" y="683"/>
                    <a:pt x="588" y="690"/>
                    <a:pt x="583" y="696"/>
                  </a:cubicBezTo>
                  <a:cubicBezTo>
                    <a:pt x="581" y="700"/>
                    <a:pt x="570" y="701"/>
                    <a:pt x="577" y="707"/>
                  </a:cubicBezTo>
                  <a:cubicBezTo>
                    <a:pt x="578" y="708"/>
                    <a:pt x="589" y="708"/>
                    <a:pt x="591" y="709"/>
                  </a:cubicBezTo>
                  <a:cubicBezTo>
                    <a:pt x="595" y="710"/>
                    <a:pt x="596" y="711"/>
                    <a:pt x="600" y="711"/>
                  </a:cubicBezTo>
                  <a:cubicBezTo>
                    <a:pt x="606" y="710"/>
                    <a:pt x="611" y="706"/>
                    <a:pt x="616" y="703"/>
                  </a:cubicBezTo>
                  <a:cubicBezTo>
                    <a:pt x="623" y="699"/>
                    <a:pt x="628" y="699"/>
                    <a:pt x="636" y="700"/>
                  </a:cubicBezTo>
                  <a:cubicBezTo>
                    <a:pt x="646" y="701"/>
                    <a:pt x="648" y="705"/>
                    <a:pt x="655" y="711"/>
                  </a:cubicBezTo>
                  <a:cubicBezTo>
                    <a:pt x="666" y="721"/>
                    <a:pt x="689" y="713"/>
                    <a:pt x="701" y="708"/>
                  </a:cubicBezTo>
                  <a:cubicBezTo>
                    <a:pt x="712" y="699"/>
                    <a:pt x="724" y="690"/>
                    <a:pt x="722" y="676"/>
                  </a:cubicBezTo>
                  <a:cubicBezTo>
                    <a:pt x="722" y="668"/>
                    <a:pt x="719" y="661"/>
                    <a:pt x="718" y="653"/>
                  </a:cubicBezTo>
                  <a:cubicBezTo>
                    <a:pt x="717" y="646"/>
                    <a:pt x="718" y="637"/>
                    <a:pt x="717" y="630"/>
                  </a:cubicBezTo>
                  <a:cubicBezTo>
                    <a:pt x="715" y="621"/>
                    <a:pt x="708" y="617"/>
                    <a:pt x="706" y="609"/>
                  </a:cubicBezTo>
                  <a:cubicBezTo>
                    <a:pt x="704" y="603"/>
                    <a:pt x="707" y="592"/>
                    <a:pt x="710" y="586"/>
                  </a:cubicBezTo>
                  <a:cubicBezTo>
                    <a:pt x="717" y="572"/>
                    <a:pt x="734" y="570"/>
                    <a:pt x="747" y="576"/>
                  </a:cubicBezTo>
                  <a:cubicBezTo>
                    <a:pt x="755" y="580"/>
                    <a:pt x="766" y="585"/>
                    <a:pt x="773" y="590"/>
                  </a:cubicBezTo>
                  <a:cubicBezTo>
                    <a:pt x="782" y="597"/>
                    <a:pt x="779" y="607"/>
                    <a:pt x="777" y="617"/>
                  </a:cubicBezTo>
                  <a:cubicBezTo>
                    <a:pt x="774" y="626"/>
                    <a:pt x="775" y="630"/>
                    <a:pt x="785" y="632"/>
                  </a:cubicBezTo>
                  <a:cubicBezTo>
                    <a:pt x="791" y="633"/>
                    <a:pt x="795" y="631"/>
                    <a:pt x="800" y="627"/>
                  </a:cubicBezTo>
                  <a:cubicBezTo>
                    <a:pt x="812" y="617"/>
                    <a:pt x="826" y="602"/>
                    <a:pt x="832" y="587"/>
                  </a:cubicBezTo>
                  <a:cubicBezTo>
                    <a:pt x="837" y="575"/>
                    <a:pt x="843" y="553"/>
                    <a:pt x="833" y="542"/>
                  </a:cubicBezTo>
                  <a:cubicBezTo>
                    <a:pt x="825" y="532"/>
                    <a:pt x="809" y="527"/>
                    <a:pt x="796" y="525"/>
                  </a:cubicBezTo>
                  <a:cubicBezTo>
                    <a:pt x="789" y="524"/>
                    <a:pt x="781" y="523"/>
                    <a:pt x="775" y="527"/>
                  </a:cubicBezTo>
                  <a:cubicBezTo>
                    <a:pt x="768" y="532"/>
                    <a:pt x="766" y="542"/>
                    <a:pt x="759" y="547"/>
                  </a:cubicBezTo>
                  <a:cubicBezTo>
                    <a:pt x="752" y="553"/>
                    <a:pt x="740" y="551"/>
                    <a:pt x="735" y="542"/>
                  </a:cubicBezTo>
                  <a:cubicBezTo>
                    <a:pt x="733" y="538"/>
                    <a:pt x="736" y="528"/>
                    <a:pt x="729" y="528"/>
                  </a:cubicBezTo>
                  <a:cubicBezTo>
                    <a:pt x="719" y="529"/>
                    <a:pt x="712" y="557"/>
                    <a:pt x="710" y="564"/>
                  </a:cubicBezTo>
                  <a:cubicBezTo>
                    <a:pt x="708" y="573"/>
                    <a:pt x="708" y="585"/>
                    <a:pt x="703" y="592"/>
                  </a:cubicBezTo>
                  <a:cubicBezTo>
                    <a:pt x="699" y="600"/>
                    <a:pt x="689" y="601"/>
                    <a:pt x="681" y="603"/>
                  </a:cubicBezTo>
                  <a:cubicBezTo>
                    <a:pt x="673" y="605"/>
                    <a:pt x="664" y="604"/>
                    <a:pt x="661" y="596"/>
                  </a:cubicBezTo>
                  <a:cubicBezTo>
                    <a:pt x="659" y="591"/>
                    <a:pt x="662" y="583"/>
                    <a:pt x="658" y="578"/>
                  </a:cubicBezTo>
                  <a:cubicBezTo>
                    <a:pt x="654" y="571"/>
                    <a:pt x="647" y="580"/>
                    <a:pt x="640" y="579"/>
                  </a:cubicBezTo>
                  <a:cubicBezTo>
                    <a:pt x="634" y="579"/>
                    <a:pt x="633" y="573"/>
                    <a:pt x="629" y="568"/>
                  </a:cubicBezTo>
                  <a:cubicBezTo>
                    <a:pt x="619" y="551"/>
                    <a:pt x="629" y="541"/>
                    <a:pt x="643" y="536"/>
                  </a:cubicBezTo>
                  <a:cubicBezTo>
                    <a:pt x="650" y="534"/>
                    <a:pt x="656" y="531"/>
                    <a:pt x="661" y="526"/>
                  </a:cubicBezTo>
                  <a:cubicBezTo>
                    <a:pt x="666" y="521"/>
                    <a:pt x="672" y="511"/>
                    <a:pt x="677" y="507"/>
                  </a:cubicBezTo>
                  <a:cubicBezTo>
                    <a:pt x="684" y="499"/>
                    <a:pt x="695" y="488"/>
                    <a:pt x="697" y="478"/>
                  </a:cubicBezTo>
                  <a:cubicBezTo>
                    <a:pt x="699" y="467"/>
                    <a:pt x="691" y="463"/>
                    <a:pt x="692" y="453"/>
                  </a:cubicBezTo>
                  <a:cubicBezTo>
                    <a:pt x="692" y="448"/>
                    <a:pt x="696" y="440"/>
                    <a:pt x="701" y="436"/>
                  </a:cubicBezTo>
                  <a:cubicBezTo>
                    <a:pt x="706" y="433"/>
                    <a:pt x="712" y="436"/>
                    <a:pt x="713" y="428"/>
                  </a:cubicBezTo>
                  <a:cubicBezTo>
                    <a:pt x="713" y="420"/>
                    <a:pt x="706" y="412"/>
                    <a:pt x="704" y="405"/>
                  </a:cubicBezTo>
                  <a:cubicBezTo>
                    <a:pt x="702" y="399"/>
                    <a:pt x="699" y="390"/>
                    <a:pt x="698" y="382"/>
                  </a:cubicBezTo>
                  <a:cubicBezTo>
                    <a:pt x="697" y="370"/>
                    <a:pt x="698" y="355"/>
                    <a:pt x="705" y="346"/>
                  </a:cubicBezTo>
                  <a:cubicBezTo>
                    <a:pt x="713" y="336"/>
                    <a:pt x="725" y="333"/>
                    <a:pt x="734" y="343"/>
                  </a:cubicBezTo>
                  <a:cubicBezTo>
                    <a:pt x="738" y="347"/>
                    <a:pt x="740" y="355"/>
                    <a:pt x="746" y="358"/>
                  </a:cubicBezTo>
                  <a:cubicBezTo>
                    <a:pt x="747" y="358"/>
                    <a:pt x="754" y="359"/>
                    <a:pt x="756" y="359"/>
                  </a:cubicBezTo>
                  <a:cubicBezTo>
                    <a:pt x="758" y="358"/>
                    <a:pt x="762" y="356"/>
                    <a:pt x="764" y="356"/>
                  </a:cubicBezTo>
                  <a:cubicBezTo>
                    <a:pt x="776" y="357"/>
                    <a:pt x="775" y="385"/>
                    <a:pt x="775" y="393"/>
                  </a:cubicBezTo>
                  <a:cubicBezTo>
                    <a:pt x="775" y="402"/>
                    <a:pt x="765" y="447"/>
                    <a:pt x="775" y="450"/>
                  </a:cubicBezTo>
                  <a:cubicBezTo>
                    <a:pt x="783" y="452"/>
                    <a:pt x="781" y="438"/>
                    <a:pt x="781" y="434"/>
                  </a:cubicBezTo>
                  <a:cubicBezTo>
                    <a:pt x="782" y="428"/>
                    <a:pt x="785" y="423"/>
                    <a:pt x="791" y="420"/>
                  </a:cubicBezTo>
                  <a:cubicBezTo>
                    <a:pt x="811" y="414"/>
                    <a:pt x="824" y="437"/>
                    <a:pt x="826" y="453"/>
                  </a:cubicBezTo>
                  <a:cubicBezTo>
                    <a:pt x="827" y="462"/>
                    <a:pt x="822" y="474"/>
                    <a:pt x="831" y="479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9" name="Freeform 14">
              <a:extLst>
                <a:ext uri="{FF2B5EF4-FFF2-40B4-BE49-F238E27FC236}">
                  <a16:creationId xmlns:a16="http://schemas.microsoft.com/office/drawing/2014/main" id="{9F589242-12EE-42B0-ABE7-8B8A4E69D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696"/>
              <a:ext cx="705" cy="600"/>
            </a:xfrm>
            <a:custGeom>
              <a:avLst/>
              <a:gdLst>
                <a:gd name="T0" fmla="*/ 2208 w 282"/>
                <a:gd name="T1" fmla="*/ 717 h 225"/>
                <a:gd name="T2" fmla="*/ 3113 w 282"/>
                <a:gd name="T3" fmla="*/ 547 h 225"/>
                <a:gd name="T4" fmla="*/ 3750 w 282"/>
                <a:gd name="T5" fmla="*/ 115 h 225"/>
                <a:gd name="T6" fmla="*/ 4333 w 282"/>
                <a:gd name="T7" fmla="*/ 93 h 225"/>
                <a:gd name="T8" fmla="*/ 4270 w 282"/>
                <a:gd name="T9" fmla="*/ 248 h 225"/>
                <a:gd name="T10" fmla="*/ 4125 w 282"/>
                <a:gd name="T11" fmla="*/ 227 h 225"/>
                <a:gd name="T12" fmla="*/ 3658 w 282"/>
                <a:gd name="T13" fmla="*/ 627 h 225"/>
                <a:gd name="T14" fmla="*/ 3563 w 282"/>
                <a:gd name="T15" fmla="*/ 704 h 225"/>
                <a:gd name="T16" fmla="*/ 2488 w 282"/>
                <a:gd name="T17" fmla="*/ 1288 h 225"/>
                <a:gd name="T18" fmla="*/ 2250 w 282"/>
                <a:gd name="T19" fmla="*/ 2013 h 225"/>
                <a:gd name="T20" fmla="*/ 2333 w 282"/>
                <a:gd name="T21" fmla="*/ 3563 h 225"/>
                <a:gd name="T22" fmla="*/ 2208 w 282"/>
                <a:gd name="T23" fmla="*/ 4267 h 225"/>
                <a:gd name="T24" fmla="*/ 2208 w 282"/>
                <a:gd name="T25" fmla="*/ 4267 h 225"/>
                <a:gd name="T26" fmla="*/ 2083 w 282"/>
                <a:gd name="T27" fmla="*/ 3563 h 225"/>
                <a:gd name="T28" fmla="*/ 2158 w 282"/>
                <a:gd name="T29" fmla="*/ 2013 h 225"/>
                <a:gd name="T30" fmla="*/ 1925 w 282"/>
                <a:gd name="T31" fmla="*/ 1288 h 225"/>
                <a:gd name="T32" fmla="*/ 845 w 282"/>
                <a:gd name="T33" fmla="*/ 704 h 225"/>
                <a:gd name="T34" fmla="*/ 750 w 282"/>
                <a:gd name="T35" fmla="*/ 627 h 225"/>
                <a:gd name="T36" fmla="*/ 283 w 282"/>
                <a:gd name="T37" fmla="*/ 227 h 225"/>
                <a:gd name="T38" fmla="*/ 145 w 282"/>
                <a:gd name="T39" fmla="*/ 248 h 225"/>
                <a:gd name="T40" fmla="*/ 83 w 282"/>
                <a:gd name="T41" fmla="*/ 93 h 225"/>
                <a:gd name="T42" fmla="*/ 658 w 282"/>
                <a:gd name="T43" fmla="*/ 115 h 225"/>
                <a:gd name="T44" fmla="*/ 1300 w 282"/>
                <a:gd name="T45" fmla="*/ 547 h 225"/>
                <a:gd name="T46" fmla="*/ 2208 w 282"/>
                <a:gd name="T47" fmla="*/ 717 h 22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2" h="225">
                  <a:moveTo>
                    <a:pt x="141" y="38"/>
                  </a:moveTo>
                  <a:cubicBezTo>
                    <a:pt x="158" y="38"/>
                    <a:pt x="175" y="34"/>
                    <a:pt x="199" y="29"/>
                  </a:cubicBezTo>
                  <a:cubicBezTo>
                    <a:pt x="211" y="26"/>
                    <a:pt x="224" y="13"/>
                    <a:pt x="240" y="6"/>
                  </a:cubicBezTo>
                  <a:cubicBezTo>
                    <a:pt x="256" y="0"/>
                    <a:pt x="273" y="1"/>
                    <a:pt x="277" y="5"/>
                  </a:cubicBezTo>
                  <a:cubicBezTo>
                    <a:pt x="282" y="10"/>
                    <a:pt x="279" y="12"/>
                    <a:pt x="273" y="13"/>
                  </a:cubicBezTo>
                  <a:cubicBezTo>
                    <a:pt x="271" y="12"/>
                    <a:pt x="267" y="12"/>
                    <a:pt x="264" y="12"/>
                  </a:cubicBezTo>
                  <a:cubicBezTo>
                    <a:pt x="249" y="12"/>
                    <a:pt x="237" y="21"/>
                    <a:pt x="234" y="33"/>
                  </a:cubicBezTo>
                  <a:cubicBezTo>
                    <a:pt x="232" y="35"/>
                    <a:pt x="231" y="36"/>
                    <a:pt x="228" y="37"/>
                  </a:cubicBezTo>
                  <a:cubicBezTo>
                    <a:pt x="201" y="45"/>
                    <a:pt x="167" y="54"/>
                    <a:pt x="159" y="68"/>
                  </a:cubicBezTo>
                  <a:cubicBezTo>
                    <a:pt x="153" y="80"/>
                    <a:pt x="144" y="96"/>
                    <a:pt x="144" y="106"/>
                  </a:cubicBezTo>
                  <a:cubicBezTo>
                    <a:pt x="144" y="117"/>
                    <a:pt x="147" y="173"/>
                    <a:pt x="149" y="188"/>
                  </a:cubicBezTo>
                  <a:cubicBezTo>
                    <a:pt x="152" y="202"/>
                    <a:pt x="157" y="225"/>
                    <a:pt x="141" y="225"/>
                  </a:cubicBezTo>
                  <a:cubicBezTo>
                    <a:pt x="141" y="225"/>
                    <a:pt x="141" y="225"/>
                    <a:pt x="141" y="225"/>
                  </a:cubicBezTo>
                  <a:cubicBezTo>
                    <a:pt x="125" y="225"/>
                    <a:pt x="130" y="202"/>
                    <a:pt x="133" y="188"/>
                  </a:cubicBezTo>
                  <a:cubicBezTo>
                    <a:pt x="135" y="173"/>
                    <a:pt x="138" y="117"/>
                    <a:pt x="138" y="106"/>
                  </a:cubicBezTo>
                  <a:cubicBezTo>
                    <a:pt x="138" y="96"/>
                    <a:pt x="129" y="80"/>
                    <a:pt x="123" y="68"/>
                  </a:cubicBezTo>
                  <a:cubicBezTo>
                    <a:pt x="115" y="54"/>
                    <a:pt x="81" y="45"/>
                    <a:pt x="54" y="37"/>
                  </a:cubicBezTo>
                  <a:cubicBezTo>
                    <a:pt x="52" y="36"/>
                    <a:pt x="50" y="35"/>
                    <a:pt x="48" y="33"/>
                  </a:cubicBezTo>
                  <a:cubicBezTo>
                    <a:pt x="45" y="21"/>
                    <a:pt x="33" y="12"/>
                    <a:pt x="18" y="12"/>
                  </a:cubicBezTo>
                  <a:cubicBezTo>
                    <a:pt x="15" y="12"/>
                    <a:pt x="12" y="12"/>
                    <a:pt x="9" y="13"/>
                  </a:cubicBezTo>
                  <a:cubicBezTo>
                    <a:pt x="3" y="12"/>
                    <a:pt x="0" y="10"/>
                    <a:pt x="5" y="5"/>
                  </a:cubicBezTo>
                  <a:cubicBezTo>
                    <a:pt x="9" y="1"/>
                    <a:pt x="26" y="0"/>
                    <a:pt x="42" y="6"/>
                  </a:cubicBezTo>
                  <a:cubicBezTo>
                    <a:pt x="58" y="13"/>
                    <a:pt x="71" y="26"/>
                    <a:pt x="83" y="29"/>
                  </a:cubicBezTo>
                  <a:cubicBezTo>
                    <a:pt x="107" y="34"/>
                    <a:pt x="124" y="38"/>
                    <a:pt x="141" y="38"/>
                  </a:cubicBezTo>
                </a:path>
              </a:pathLst>
            </a:custGeom>
            <a:solidFill>
              <a:srgbClr val="675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0" name="Freeform 15">
              <a:extLst>
                <a:ext uri="{FF2B5EF4-FFF2-40B4-BE49-F238E27FC236}">
                  <a16:creationId xmlns:a16="http://schemas.microsoft.com/office/drawing/2014/main" id="{4BCFEE0C-144A-465D-8879-41A9E05BE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328"/>
              <a:ext cx="75" cy="131"/>
            </a:xfrm>
            <a:custGeom>
              <a:avLst/>
              <a:gdLst>
                <a:gd name="T0" fmla="*/ 238 w 30"/>
                <a:gd name="T1" fmla="*/ 936 h 49"/>
                <a:gd name="T2" fmla="*/ 408 w 30"/>
                <a:gd name="T3" fmla="*/ 380 h 49"/>
                <a:gd name="T4" fmla="*/ 238 w 30"/>
                <a:gd name="T5" fmla="*/ 0 h 49"/>
                <a:gd name="T6" fmla="*/ 238 w 30"/>
                <a:gd name="T7" fmla="*/ 0 h 49"/>
                <a:gd name="T8" fmla="*/ 63 w 30"/>
                <a:gd name="T9" fmla="*/ 380 h 49"/>
                <a:gd name="T10" fmla="*/ 238 w 30"/>
                <a:gd name="T11" fmla="*/ 936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9">
                  <a:moveTo>
                    <a:pt x="15" y="49"/>
                  </a:moveTo>
                  <a:cubicBezTo>
                    <a:pt x="24" y="49"/>
                    <a:pt x="23" y="29"/>
                    <a:pt x="26" y="20"/>
                  </a:cubicBezTo>
                  <a:cubicBezTo>
                    <a:pt x="29" y="11"/>
                    <a:pt x="30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0" y="0"/>
                    <a:pt x="1" y="11"/>
                    <a:pt x="4" y="20"/>
                  </a:cubicBezTo>
                  <a:cubicBezTo>
                    <a:pt x="7" y="29"/>
                    <a:pt x="6" y="49"/>
                    <a:pt x="15" y="49"/>
                  </a:cubicBezTo>
                  <a:close/>
                </a:path>
              </a:pathLst>
            </a:custGeom>
            <a:solidFill>
              <a:srgbClr val="675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1" name="Freeform 16">
              <a:extLst>
                <a:ext uri="{FF2B5EF4-FFF2-40B4-BE49-F238E27FC236}">
                  <a16:creationId xmlns:a16="http://schemas.microsoft.com/office/drawing/2014/main" id="{D6F3F41B-412C-4CF5-913E-053966939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448"/>
              <a:ext cx="135" cy="67"/>
            </a:xfrm>
            <a:custGeom>
              <a:avLst/>
              <a:gdLst>
                <a:gd name="T0" fmla="*/ 63 w 54"/>
                <a:gd name="T1" fmla="*/ 137 h 25"/>
                <a:gd name="T2" fmla="*/ 33 w 54"/>
                <a:gd name="T3" fmla="*/ 230 h 25"/>
                <a:gd name="T4" fmla="*/ 708 w 54"/>
                <a:gd name="T5" fmla="*/ 389 h 25"/>
                <a:gd name="T6" fmla="*/ 63 w 54"/>
                <a:gd name="T7" fmla="*/ 1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5">
                  <a:moveTo>
                    <a:pt x="4" y="7"/>
                  </a:moveTo>
                  <a:cubicBezTo>
                    <a:pt x="0" y="7"/>
                    <a:pt x="0" y="11"/>
                    <a:pt x="2" y="12"/>
                  </a:cubicBezTo>
                  <a:cubicBezTo>
                    <a:pt x="16" y="21"/>
                    <a:pt x="37" y="25"/>
                    <a:pt x="45" y="20"/>
                  </a:cubicBezTo>
                  <a:cubicBezTo>
                    <a:pt x="54" y="15"/>
                    <a:pt x="36" y="0"/>
                    <a:pt x="4" y="7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2" name="Freeform 17">
              <a:extLst>
                <a:ext uri="{FF2B5EF4-FFF2-40B4-BE49-F238E27FC236}">
                  <a16:creationId xmlns:a16="http://schemas.microsoft.com/office/drawing/2014/main" id="{E70D5624-5891-47B9-B035-8F5A39811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448"/>
              <a:ext cx="135" cy="67"/>
            </a:xfrm>
            <a:custGeom>
              <a:avLst/>
              <a:gdLst>
                <a:gd name="T0" fmla="*/ 783 w 54"/>
                <a:gd name="T1" fmla="*/ 137 h 25"/>
                <a:gd name="T2" fmla="*/ 813 w 54"/>
                <a:gd name="T3" fmla="*/ 230 h 25"/>
                <a:gd name="T4" fmla="*/ 145 w 54"/>
                <a:gd name="T5" fmla="*/ 389 h 25"/>
                <a:gd name="T6" fmla="*/ 783 w 54"/>
                <a:gd name="T7" fmla="*/ 1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5">
                  <a:moveTo>
                    <a:pt x="50" y="7"/>
                  </a:moveTo>
                  <a:cubicBezTo>
                    <a:pt x="54" y="7"/>
                    <a:pt x="54" y="11"/>
                    <a:pt x="52" y="12"/>
                  </a:cubicBezTo>
                  <a:cubicBezTo>
                    <a:pt x="38" y="21"/>
                    <a:pt x="17" y="25"/>
                    <a:pt x="9" y="20"/>
                  </a:cubicBezTo>
                  <a:cubicBezTo>
                    <a:pt x="0" y="15"/>
                    <a:pt x="18" y="0"/>
                    <a:pt x="50" y="7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3" name="Freeform 18">
              <a:extLst>
                <a:ext uri="{FF2B5EF4-FFF2-40B4-BE49-F238E27FC236}">
                  <a16:creationId xmlns:a16="http://schemas.microsoft.com/office/drawing/2014/main" id="{78BE73CE-6B36-4E08-BE8F-97053CED5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504"/>
              <a:ext cx="105" cy="85"/>
            </a:xfrm>
            <a:custGeom>
              <a:avLst/>
              <a:gdLst>
                <a:gd name="T0" fmla="*/ 83 w 42"/>
                <a:gd name="T1" fmla="*/ 35 h 32"/>
                <a:gd name="T2" fmla="*/ 33 w 42"/>
                <a:gd name="T3" fmla="*/ 149 h 32"/>
                <a:gd name="T4" fmla="*/ 470 w 42"/>
                <a:gd name="T5" fmla="*/ 465 h 32"/>
                <a:gd name="T6" fmla="*/ 470 w 42"/>
                <a:gd name="T7" fmla="*/ 149 h 32"/>
                <a:gd name="T8" fmla="*/ 83 w 42"/>
                <a:gd name="T9" fmla="*/ 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2">
                  <a:moveTo>
                    <a:pt x="5" y="2"/>
                  </a:moveTo>
                  <a:cubicBezTo>
                    <a:pt x="1" y="0"/>
                    <a:pt x="0" y="4"/>
                    <a:pt x="2" y="8"/>
                  </a:cubicBezTo>
                  <a:cubicBezTo>
                    <a:pt x="11" y="20"/>
                    <a:pt x="21" y="32"/>
                    <a:pt x="30" y="25"/>
                  </a:cubicBezTo>
                  <a:cubicBezTo>
                    <a:pt x="42" y="15"/>
                    <a:pt x="42" y="9"/>
                    <a:pt x="30" y="8"/>
                  </a:cubicBezTo>
                  <a:cubicBezTo>
                    <a:pt x="23" y="7"/>
                    <a:pt x="13" y="5"/>
                    <a:pt x="5" y="2"/>
                  </a:cubicBezTo>
                  <a:close/>
                </a:path>
              </a:pathLst>
            </a:custGeom>
            <a:solidFill>
              <a:srgbClr val="FEA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4" name="Freeform 19">
              <a:extLst>
                <a:ext uri="{FF2B5EF4-FFF2-40B4-BE49-F238E27FC236}">
                  <a16:creationId xmlns:a16="http://schemas.microsoft.com/office/drawing/2014/main" id="{7986D39D-C4F6-4A05-825B-43356ED25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504"/>
              <a:ext cx="105" cy="85"/>
            </a:xfrm>
            <a:custGeom>
              <a:avLst/>
              <a:gdLst>
                <a:gd name="T0" fmla="*/ 583 w 42"/>
                <a:gd name="T1" fmla="*/ 35 h 32"/>
                <a:gd name="T2" fmla="*/ 625 w 42"/>
                <a:gd name="T3" fmla="*/ 149 h 32"/>
                <a:gd name="T4" fmla="*/ 188 w 42"/>
                <a:gd name="T5" fmla="*/ 465 h 32"/>
                <a:gd name="T6" fmla="*/ 188 w 42"/>
                <a:gd name="T7" fmla="*/ 149 h 32"/>
                <a:gd name="T8" fmla="*/ 583 w 42"/>
                <a:gd name="T9" fmla="*/ 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2">
                  <a:moveTo>
                    <a:pt x="37" y="2"/>
                  </a:moveTo>
                  <a:cubicBezTo>
                    <a:pt x="41" y="0"/>
                    <a:pt x="42" y="4"/>
                    <a:pt x="40" y="8"/>
                  </a:cubicBezTo>
                  <a:cubicBezTo>
                    <a:pt x="31" y="20"/>
                    <a:pt x="21" y="32"/>
                    <a:pt x="12" y="25"/>
                  </a:cubicBezTo>
                  <a:cubicBezTo>
                    <a:pt x="0" y="15"/>
                    <a:pt x="0" y="9"/>
                    <a:pt x="12" y="8"/>
                  </a:cubicBezTo>
                  <a:cubicBezTo>
                    <a:pt x="19" y="7"/>
                    <a:pt x="29" y="5"/>
                    <a:pt x="37" y="2"/>
                  </a:cubicBezTo>
                  <a:close/>
                </a:path>
              </a:pathLst>
            </a:custGeom>
            <a:solidFill>
              <a:srgbClr val="FEA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5" name="Freeform 20">
              <a:extLst>
                <a:ext uri="{FF2B5EF4-FFF2-40B4-BE49-F238E27FC236}">
                  <a16:creationId xmlns:a16="http://schemas.microsoft.com/office/drawing/2014/main" id="{0CAD1081-A2F5-4558-9905-F2B696EB2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1728"/>
              <a:ext cx="155" cy="117"/>
            </a:xfrm>
            <a:custGeom>
              <a:avLst/>
              <a:gdLst>
                <a:gd name="T0" fmla="*/ 0 w 62"/>
                <a:gd name="T1" fmla="*/ 487 h 44"/>
                <a:gd name="T2" fmla="*/ 488 w 62"/>
                <a:gd name="T3" fmla="*/ 0 h 44"/>
                <a:gd name="T4" fmla="*/ 970 w 62"/>
                <a:gd name="T5" fmla="*/ 487 h 44"/>
                <a:gd name="T6" fmla="*/ 500 w 62"/>
                <a:gd name="T7" fmla="*/ 827 h 44"/>
                <a:gd name="T8" fmla="*/ 0 w 62"/>
                <a:gd name="T9" fmla="*/ 48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4">
                  <a:moveTo>
                    <a:pt x="0" y="26"/>
                  </a:moveTo>
                  <a:cubicBezTo>
                    <a:pt x="0" y="12"/>
                    <a:pt x="14" y="0"/>
                    <a:pt x="31" y="0"/>
                  </a:cubicBezTo>
                  <a:cubicBezTo>
                    <a:pt x="48" y="0"/>
                    <a:pt x="62" y="12"/>
                    <a:pt x="62" y="26"/>
                  </a:cubicBezTo>
                  <a:cubicBezTo>
                    <a:pt x="62" y="41"/>
                    <a:pt x="49" y="44"/>
                    <a:pt x="32" y="44"/>
                  </a:cubicBezTo>
                  <a:cubicBezTo>
                    <a:pt x="15" y="44"/>
                    <a:pt x="0" y="41"/>
                    <a:pt x="0" y="26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6" name="Freeform 21">
              <a:extLst>
                <a:ext uri="{FF2B5EF4-FFF2-40B4-BE49-F238E27FC236}">
                  <a16:creationId xmlns:a16="http://schemas.microsoft.com/office/drawing/2014/main" id="{C8129741-0DE5-43E4-8C07-894EE8929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856"/>
              <a:ext cx="310" cy="469"/>
            </a:xfrm>
            <a:custGeom>
              <a:avLst/>
              <a:gdLst>
                <a:gd name="T0" fmla="*/ 563 w 124"/>
                <a:gd name="T1" fmla="*/ 35 h 176"/>
                <a:gd name="T2" fmla="*/ 1283 w 124"/>
                <a:gd name="T3" fmla="*/ 874 h 176"/>
                <a:gd name="T4" fmla="*/ 1220 w 124"/>
                <a:gd name="T5" fmla="*/ 2023 h 176"/>
                <a:gd name="T6" fmla="*/ 1625 w 124"/>
                <a:gd name="T7" fmla="*/ 2742 h 176"/>
                <a:gd name="T8" fmla="*/ 1938 w 124"/>
                <a:gd name="T9" fmla="*/ 3182 h 176"/>
                <a:gd name="T10" fmla="*/ 1188 w 124"/>
                <a:gd name="T11" fmla="*/ 2627 h 176"/>
                <a:gd name="T12" fmla="*/ 20 w 124"/>
                <a:gd name="T13" fmla="*/ 1079 h 176"/>
                <a:gd name="T14" fmla="*/ 563 w 124"/>
                <a:gd name="T15" fmla="*/ 35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76">
                  <a:moveTo>
                    <a:pt x="36" y="2"/>
                  </a:moveTo>
                  <a:cubicBezTo>
                    <a:pt x="71" y="0"/>
                    <a:pt x="85" y="24"/>
                    <a:pt x="82" y="46"/>
                  </a:cubicBezTo>
                  <a:cubicBezTo>
                    <a:pt x="79" y="69"/>
                    <a:pt x="69" y="87"/>
                    <a:pt x="78" y="107"/>
                  </a:cubicBezTo>
                  <a:cubicBezTo>
                    <a:pt x="88" y="127"/>
                    <a:pt x="94" y="137"/>
                    <a:pt x="104" y="145"/>
                  </a:cubicBezTo>
                  <a:cubicBezTo>
                    <a:pt x="115" y="153"/>
                    <a:pt x="124" y="158"/>
                    <a:pt x="124" y="168"/>
                  </a:cubicBezTo>
                  <a:cubicBezTo>
                    <a:pt x="123" y="176"/>
                    <a:pt x="87" y="150"/>
                    <a:pt x="76" y="139"/>
                  </a:cubicBezTo>
                  <a:cubicBezTo>
                    <a:pt x="39" y="105"/>
                    <a:pt x="2" y="126"/>
                    <a:pt x="1" y="57"/>
                  </a:cubicBezTo>
                  <a:cubicBezTo>
                    <a:pt x="0" y="8"/>
                    <a:pt x="5" y="4"/>
                    <a:pt x="36" y="2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7" name="Freeform 22">
              <a:extLst>
                <a:ext uri="{FF2B5EF4-FFF2-40B4-BE49-F238E27FC236}">
                  <a16:creationId xmlns:a16="http://schemas.microsoft.com/office/drawing/2014/main" id="{10A3AF07-ECBD-47FB-B326-EFEDA83A7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003"/>
              <a:ext cx="130" cy="237"/>
            </a:xfrm>
            <a:custGeom>
              <a:avLst/>
              <a:gdLst>
                <a:gd name="T0" fmla="*/ 813 w 52"/>
                <a:gd name="T1" fmla="*/ 852 h 89"/>
                <a:gd name="T2" fmla="*/ 438 w 52"/>
                <a:gd name="T3" fmla="*/ 21 h 89"/>
                <a:gd name="T4" fmla="*/ 188 w 52"/>
                <a:gd name="T5" fmla="*/ 1078 h 89"/>
                <a:gd name="T6" fmla="*/ 658 w 52"/>
                <a:gd name="T7" fmla="*/ 1603 h 89"/>
                <a:gd name="T8" fmla="*/ 813 w 52"/>
                <a:gd name="T9" fmla="*/ 852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89">
                  <a:moveTo>
                    <a:pt x="52" y="45"/>
                  </a:moveTo>
                  <a:cubicBezTo>
                    <a:pt x="52" y="23"/>
                    <a:pt x="42" y="0"/>
                    <a:pt x="28" y="1"/>
                  </a:cubicBezTo>
                  <a:cubicBezTo>
                    <a:pt x="10" y="1"/>
                    <a:pt x="0" y="33"/>
                    <a:pt x="12" y="57"/>
                  </a:cubicBezTo>
                  <a:cubicBezTo>
                    <a:pt x="24" y="81"/>
                    <a:pt x="34" y="89"/>
                    <a:pt x="42" y="85"/>
                  </a:cubicBezTo>
                  <a:cubicBezTo>
                    <a:pt x="46" y="84"/>
                    <a:pt x="52" y="63"/>
                    <a:pt x="52" y="45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8" name="Freeform 23">
              <a:extLst>
                <a:ext uri="{FF2B5EF4-FFF2-40B4-BE49-F238E27FC236}">
                  <a16:creationId xmlns:a16="http://schemas.microsoft.com/office/drawing/2014/main" id="{122CF16F-E54B-4C75-B16A-4D37351C5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845"/>
              <a:ext cx="143" cy="147"/>
            </a:xfrm>
            <a:custGeom>
              <a:avLst/>
              <a:gdLst>
                <a:gd name="T0" fmla="*/ 63 w 57"/>
                <a:gd name="T1" fmla="*/ 115 h 55"/>
                <a:gd name="T2" fmla="*/ 221 w 57"/>
                <a:gd name="T3" fmla="*/ 858 h 55"/>
                <a:gd name="T4" fmla="*/ 680 w 57"/>
                <a:gd name="T5" fmla="*/ 1029 h 55"/>
                <a:gd name="T6" fmla="*/ 585 w 57"/>
                <a:gd name="T7" fmla="*/ 363 h 55"/>
                <a:gd name="T8" fmla="*/ 63 w 57"/>
                <a:gd name="T9" fmla="*/ 11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5">
                  <a:moveTo>
                    <a:pt x="4" y="6"/>
                  </a:moveTo>
                  <a:cubicBezTo>
                    <a:pt x="0" y="16"/>
                    <a:pt x="12" y="35"/>
                    <a:pt x="14" y="45"/>
                  </a:cubicBezTo>
                  <a:cubicBezTo>
                    <a:pt x="16" y="55"/>
                    <a:pt x="30" y="53"/>
                    <a:pt x="43" y="54"/>
                  </a:cubicBezTo>
                  <a:cubicBezTo>
                    <a:pt x="57" y="55"/>
                    <a:pt x="48" y="31"/>
                    <a:pt x="37" y="19"/>
                  </a:cubicBezTo>
                  <a:cubicBezTo>
                    <a:pt x="24" y="5"/>
                    <a:pt x="10" y="0"/>
                    <a:pt x="4" y="6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9" name="Freeform 24">
              <a:extLst>
                <a:ext uri="{FF2B5EF4-FFF2-40B4-BE49-F238E27FC236}">
                  <a16:creationId xmlns:a16="http://schemas.microsoft.com/office/drawing/2014/main" id="{8FE38FBA-DA35-4121-80D5-ECC581802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1728"/>
              <a:ext cx="155" cy="117"/>
            </a:xfrm>
            <a:custGeom>
              <a:avLst/>
              <a:gdLst>
                <a:gd name="T0" fmla="*/ 970 w 62"/>
                <a:gd name="T1" fmla="*/ 487 h 44"/>
                <a:gd name="T2" fmla="*/ 488 w 62"/>
                <a:gd name="T3" fmla="*/ 0 h 44"/>
                <a:gd name="T4" fmla="*/ 0 w 62"/>
                <a:gd name="T5" fmla="*/ 487 h 44"/>
                <a:gd name="T6" fmla="*/ 470 w 62"/>
                <a:gd name="T7" fmla="*/ 827 h 44"/>
                <a:gd name="T8" fmla="*/ 970 w 62"/>
                <a:gd name="T9" fmla="*/ 48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4">
                  <a:moveTo>
                    <a:pt x="62" y="26"/>
                  </a:moveTo>
                  <a:cubicBezTo>
                    <a:pt x="62" y="12"/>
                    <a:pt x="48" y="0"/>
                    <a:pt x="31" y="0"/>
                  </a:cubicBezTo>
                  <a:cubicBezTo>
                    <a:pt x="14" y="0"/>
                    <a:pt x="0" y="12"/>
                    <a:pt x="0" y="26"/>
                  </a:cubicBezTo>
                  <a:cubicBezTo>
                    <a:pt x="0" y="41"/>
                    <a:pt x="14" y="44"/>
                    <a:pt x="30" y="44"/>
                  </a:cubicBezTo>
                  <a:cubicBezTo>
                    <a:pt x="47" y="44"/>
                    <a:pt x="62" y="41"/>
                    <a:pt x="62" y="26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0" name="Freeform 25">
              <a:extLst>
                <a:ext uri="{FF2B5EF4-FFF2-40B4-BE49-F238E27FC236}">
                  <a16:creationId xmlns:a16="http://schemas.microsoft.com/office/drawing/2014/main" id="{F1E8F530-84C5-45BC-9455-C64D59E81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856"/>
              <a:ext cx="310" cy="469"/>
            </a:xfrm>
            <a:custGeom>
              <a:avLst/>
              <a:gdLst>
                <a:gd name="T0" fmla="*/ 1375 w 124"/>
                <a:gd name="T1" fmla="*/ 35 h 176"/>
                <a:gd name="T2" fmla="*/ 658 w 124"/>
                <a:gd name="T3" fmla="*/ 874 h 176"/>
                <a:gd name="T4" fmla="*/ 720 w 124"/>
                <a:gd name="T5" fmla="*/ 2023 h 176"/>
                <a:gd name="T6" fmla="*/ 313 w 124"/>
                <a:gd name="T7" fmla="*/ 2742 h 176"/>
                <a:gd name="T8" fmla="*/ 0 w 124"/>
                <a:gd name="T9" fmla="*/ 3182 h 176"/>
                <a:gd name="T10" fmla="*/ 750 w 124"/>
                <a:gd name="T11" fmla="*/ 2627 h 176"/>
                <a:gd name="T12" fmla="*/ 1925 w 124"/>
                <a:gd name="T13" fmla="*/ 1079 h 176"/>
                <a:gd name="T14" fmla="*/ 1375 w 124"/>
                <a:gd name="T15" fmla="*/ 35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76">
                  <a:moveTo>
                    <a:pt x="88" y="2"/>
                  </a:moveTo>
                  <a:cubicBezTo>
                    <a:pt x="53" y="0"/>
                    <a:pt x="39" y="24"/>
                    <a:pt x="42" y="46"/>
                  </a:cubicBezTo>
                  <a:cubicBezTo>
                    <a:pt x="45" y="69"/>
                    <a:pt x="55" y="87"/>
                    <a:pt x="46" y="107"/>
                  </a:cubicBezTo>
                  <a:cubicBezTo>
                    <a:pt x="36" y="127"/>
                    <a:pt x="30" y="137"/>
                    <a:pt x="20" y="145"/>
                  </a:cubicBezTo>
                  <a:cubicBezTo>
                    <a:pt x="9" y="153"/>
                    <a:pt x="0" y="158"/>
                    <a:pt x="0" y="168"/>
                  </a:cubicBezTo>
                  <a:cubicBezTo>
                    <a:pt x="1" y="176"/>
                    <a:pt x="37" y="150"/>
                    <a:pt x="48" y="139"/>
                  </a:cubicBezTo>
                  <a:cubicBezTo>
                    <a:pt x="85" y="105"/>
                    <a:pt x="122" y="126"/>
                    <a:pt x="123" y="57"/>
                  </a:cubicBezTo>
                  <a:cubicBezTo>
                    <a:pt x="124" y="8"/>
                    <a:pt x="119" y="4"/>
                    <a:pt x="88" y="2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1" name="Freeform 26">
              <a:extLst>
                <a:ext uri="{FF2B5EF4-FFF2-40B4-BE49-F238E27FC236}">
                  <a16:creationId xmlns:a16="http://schemas.microsoft.com/office/drawing/2014/main" id="{97510F71-F8A2-4B42-A14F-A3CC475F6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2003"/>
              <a:ext cx="130" cy="237"/>
            </a:xfrm>
            <a:custGeom>
              <a:avLst/>
              <a:gdLst>
                <a:gd name="T0" fmla="*/ 0 w 52"/>
                <a:gd name="T1" fmla="*/ 852 h 89"/>
                <a:gd name="T2" fmla="*/ 375 w 52"/>
                <a:gd name="T3" fmla="*/ 21 h 89"/>
                <a:gd name="T4" fmla="*/ 625 w 52"/>
                <a:gd name="T5" fmla="*/ 1078 h 89"/>
                <a:gd name="T6" fmla="*/ 158 w 52"/>
                <a:gd name="T7" fmla="*/ 1603 h 89"/>
                <a:gd name="T8" fmla="*/ 0 w 52"/>
                <a:gd name="T9" fmla="*/ 852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89">
                  <a:moveTo>
                    <a:pt x="0" y="45"/>
                  </a:moveTo>
                  <a:cubicBezTo>
                    <a:pt x="0" y="23"/>
                    <a:pt x="10" y="0"/>
                    <a:pt x="24" y="1"/>
                  </a:cubicBezTo>
                  <a:cubicBezTo>
                    <a:pt x="42" y="1"/>
                    <a:pt x="52" y="33"/>
                    <a:pt x="40" y="57"/>
                  </a:cubicBezTo>
                  <a:cubicBezTo>
                    <a:pt x="28" y="81"/>
                    <a:pt x="18" y="89"/>
                    <a:pt x="10" y="85"/>
                  </a:cubicBezTo>
                  <a:cubicBezTo>
                    <a:pt x="6" y="84"/>
                    <a:pt x="0" y="63"/>
                    <a:pt x="0" y="45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2" name="Freeform 27">
              <a:extLst>
                <a:ext uri="{FF2B5EF4-FFF2-40B4-BE49-F238E27FC236}">
                  <a16:creationId xmlns:a16="http://schemas.microsoft.com/office/drawing/2014/main" id="{389199A9-058B-4320-B21D-A4D3B9DEC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845"/>
              <a:ext cx="142" cy="147"/>
            </a:xfrm>
            <a:custGeom>
              <a:avLst/>
              <a:gdLst>
                <a:gd name="T0" fmla="*/ 820 w 57"/>
                <a:gd name="T1" fmla="*/ 115 h 55"/>
                <a:gd name="T2" fmla="*/ 665 w 57"/>
                <a:gd name="T3" fmla="*/ 858 h 55"/>
                <a:gd name="T4" fmla="*/ 217 w 57"/>
                <a:gd name="T5" fmla="*/ 1029 h 55"/>
                <a:gd name="T6" fmla="*/ 311 w 57"/>
                <a:gd name="T7" fmla="*/ 363 h 55"/>
                <a:gd name="T8" fmla="*/ 820 w 57"/>
                <a:gd name="T9" fmla="*/ 11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5">
                  <a:moveTo>
                    <a:pt x="53" y="6"/>
                  </a:moveTo>
                  <a:cubicBezTo>
                    <a:pt x="57" y="16"/>
                    <a:pt x="45" y="35"/>
                    <a:pt x="43" y="45"/>
                  </a:cubicBezTo>
                  <a:cubicBezTo>
                    <a:pt x="41" y="55"/>
                    <a:pt x="27" y="53"/>
                    <a:pt x="14" y="54"/>
                  </a:cubicBezTo>
                  <a:cubicBezTo>
                    <a:pt x="0" y="55"/>
                    <a:pt x="9" y="31"/>
                    <a:pt x="20" y="19"/>
                  </a:cubicBezTo>
                  <a:cubicBezTo>
                    <a:pt x="33" y="5"/>
                    <a:pt x="47" y="0"/>
                    <a:pt x="53" y="6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3" name="Freeform 28">
              <a:extLst>
                <a:ext uri="{FF2B5EF4-FFF2-40B4-BE49-F238E27FC236}">
                  <a16:creationId xmlns:a16="http://schemas.microsoft.com/office/drawing/2014/main" id="{48B7BAA5-CB6B-4EA6-8BB2-F62D5950D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899"/>
              <a:ext cx="475" cy="562"/>
            </a:xfrm>
            <a:custGeom>
              <a:avLst/>
              <a:gdLst>
                <a:gd name="T0" fmla="*/ 175 w 190"/>
                <a:gd name="T1" fmla="*/ 306 h 211"/>
                <a:gd name="T2" fmla="*/ 425 w 190"/>
                <a:gd name="T3" fmla="*/ 2874 h 211"/>
                <a:gd name="T4" fmla="*/ 845 w 190"/>
                <a:gd name="T5" fmla="*/ 3910 h 211"/>
                <a:gd name="T6" fmla="*/ 1688 w 190"/>
                <a:gd name="T7" fmla="*/ 3420 h 211"/>
                <a:gd name="T8" fmla="*/ 2220 w 190"/>
                <a:gd name="T9" fmla="*/ 3343 h 211"/>
                <a:gd name="T10" fmla="*/ 2708 w 190"/>
                <a:gd name="T11" fmla="*/ 3399 h 211"/>
                <a:gd name="T12" fmla="*/ 2283 w 190"/>
                <a:gd name="T13" fmla="*/ 2498 h 211"/>
                <a:gd name="T14" fmla="*/ 988 w 190"/>
                <a:gd name="T15" fmla="*/ 716 h 211"/>
                <a:gd name="T16" fmla="*/ 220 w 190"/>
                <a:gd name="T17" fmla="*/ 226 h 211"/>
                <a:gd name="T18" fmla="*/ 175 w 190"/>
                <a:gd name="T19" fmla="*/ 306 h 2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0" h="211">
                  <a:moveTo>
                    <a:pt x="11" y="16"/>
                  </a:moveTo>
                  <a:cubicBezTo>
                    <a:pt x="0" y="58"/>
                    <a:pt x="18" y="110"/>
                    <a:pt x="27" y="152"/>
                  </a:cubicBezTo>
                  <a:cubicBezTo>
                    <a:pt x="30" y="167"/>
                    <a:pt x="36" y="202"/>
                    <a:pt x="54" y="207"/>
                  </a:cubicBezTo>
                  <a:cubicBezTo>
                    <a:pt x="71" y="211"/>
                    <a:pt x="93" y="186"/>
                    <a:pt x="108" y="181"/>
                  </a:cubicBezTo>
                  <a:cubicBezTo>
                    <a:pt x="120" y="178"/>
                    <a:pt x="130" y="175"/>
                    <a:pt x="142" y="177"/>
                  </a:cubicBezTo>
                  <a:cubicBezTo>
                    <a:pt x="148" y="178"/>
                    <a:pt x="168" y="185"/>
                    <a:pt x="173" y="180"/>
                  </a:cubicBezTo>
                  <a:cubicBezTo>
                    <a:pt x="190" y="163"/>
                    <a:pt x="156" y="139"/>
                    <a:pt x="146" y="132"/>
                  </a:cubicBezTo>
                  <a:cubicBezTo>
                    <a:pt x="110" y="107"/>
                    <a:pt x="91" y="71"/>
                    <a:pt x="63" y="38"/>
                  </a:cubicBezTo>
                  <a:cubicBezTo>
                    <a:pt x="54" y="28"/>
                    <a:pt x="29" y="0"/>
                    <a:pt x="14" y="12"/>
                  </a:cubicBezTo>
                  <a:lnTo>
                    <a:pt x="11" y="16"/>
                  </a:ln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4" name="Freeform 29">
              <a:extLst>
                <a:ext uri="{FF2B5EF4-FFF2-40B4-BE49-F238E27FC236}">
                  <a16:creationId xmlns:a16="http://schemas.microsoft.com/office/drawing/2014/main" id="{D9E08DE8-8E7E-4223-B3C3-5FBF56AAE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603"/>
              <a:ext cx="112" cy="32"/>
            </a:xfrm>
            <a:custGeom>
              <a:avLst/>
              <a:gdLst>
                <a:gd name="T0" fmla="*/ 694 w 45"/>
                <a:gd name="T1" fmla="*/ 0 h 12"/>
                <a:gd name="T2" fmla="*/ 371 w 45"/>
                <a:gd name="T3" fmla="*/ 77 h 12"/>
                <a:gd name="T4" fmla="*/ 371 w 45"/>
                <a:gd name="T5" fmla="*/ 77 h 12"/>
                <a:gd name="T6" fmla="*/ 0 w 45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2">
                  <a:moveTo>
                    <a:pt x="45" y="0"/>
                  </a:moveTo>
                  <a:cubicBezTo>
                    <a:pt x="41" y="11"/>
                    <a:pt x="31" y="10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19" y="10"/>
                    <a:pt x="4" y="12"/>
                    <a:pt x="0" y="1"/>
                  </a:cubicBezTo>
                </a:path>
              </a:pathLst>
            </a:custGeom>
            <a:solidFill>
              <a:srgbClr val="E8E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5" name="Freeform 30">
              <a:extLst>
                <a:ext uri="{FF2B5EF4-FFF2-40B4-BE49-F238E27FC236}">
                  <a16:creationId xmlns:a16="http://schemas.microsoft.com/office/drawing/2014/main" id="{5C26C0C4-5E0F-4E14-B0B9-68770D505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557"/>
              <a:ext cx="200" cy="326"/>
            </a:xfrm>
            <a:custGeom>
              <a:avLst/>
              <a:gdLst>
                <a:gd name="T0" fmla="*/ 625 w 80"/>
                <a:gd name="T1" fmla="*/ 0 h 122"/>
                <a:gd name="T2" fmla="*/ 625 w 80"/>
                <a:gd name="T3" fmla="*/ 0 h 122"/>
                <a:gd name="T4" fmla="*/ 95 w 80"/>
                <a:gd name="T5" fmla="*/ 401 h 122"/>
                <a:gd name="T6" fmla="*/ 533 w 80"/>
                <a:gd name="T7" fmla="*/ 2250 h 122"/>
                <a:gd name="T8" fmla="*/ 720 w 80"/>
                <a:gd name="T9" fmla="*/ 2250 h 122"/>
                <a:gd name="T10" fmla="*/ 1158 w 80"/>
                <a:gd name="T11" fmla="*/ 401 h 122"/>
                <a:gd name="T12" fmla="*/ 625 w 80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22">
                  <a:moveTo>
                    <a:pt x="40" y="0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28" y="0"/>
                    <a:pt x="24" y="21"/>
                    <a:pt x="6" y="21"/>
                  </a:cubicBezTo>
                  <a:cubicBezTo>
                    <a:pt x="0" y="66"/>
                    <a:pt x="34" y="63"/>
                    <a:pt x="34" y="118"/>
                  </a:cubicBezTo>
                  <a:cubicBezTo>
                    <a:pt x="40" y="122"/>
                    <a:pt x="41" y="122"/>
                    <a:pt x="46" y="118"/>
                  </a:cubicBezTo>
                  <a:cubicBezTo>
                    <a:pt x="46" y="63"/>
                    <a:pt x="80" y="66"/>
                    <a:pt x="74" y="21"/>
                  </a:cubicBezTo>
                  <a:cubicBezTo>
                    <a:pt x="56" y="21"/>
                    <a:pt x="52" y="0"/>
                    <a:pt x="40" y="0"/>
                  </a:cubicBezTo>
                  <a:close/>
                </a:path>
              </a:pathLst>
            </a:custGeom>
            <a:solidFill>
              <a:srgbClr val="E8E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6" name="Freeform 31">
              <a:extLst>
                <a:ext uri="{FF2B5EF4-FFF2-40B4-BE49-F238E27FC236}">
                  <a16:creationId xmlns:a16="http://schemas.microsoft.com/office/drawing/2014/main" id="{94759E67-C5E1-43EA-8FE2-A0049C584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960"/>
              <a:ext cx="1133" cy="752"/>
            </a:xfrm>
            <a:custGeom>
              <a:avLst/>
              <a:gdLst>
                <a:gd name="T0" fmla="*/ 488 w 453"/>
                <a:gd name="T1" fmla="*/ 1024 h 282"/>
                <a:gd name="T2" fmla="*/ 1751 w 453"/>
                <a:gd name="T3" fmla="*/ 1459 h 282"/>
                <a:gd name="T4" fmla="*/ 2063 w 453"/>
                <a:gd name="T5" fmla="*/ 456 h 282"/>
                <a:gd name="T6" fmla="*/ 3084 w 453"/>
                <a:gd name="T7" fmla="*/ 248 h 282"/>
                <a:gd name="T8" fmla="*/ 3847 w 453"/>
                <a:gd name="T9" fmla="*/ 909 h 282"/>
                <a:gd name="T10" fmla="*/ 4159 w 453"/>
                <a:gd name="T11" fmla="*/ 1344 h 282"/>
                <a:gd name="T12" fmla="*/ 4222 w 453"/>
                <a:gd name="T13" fmla="*/ 2312 h 282"/>
                <a:gd name="T14" fmla="*/ 4159 w 453"/>
                <a:gd name="T15" fmla="*/ 3277 h 282"/>
                <a:gd name="T16" fmla="*/ 4084 w 453"/>
                <a:gd name="T17" fmla="*/ 3848 h 282"/>
                <a:gd name="T18" fmla="*/ 3679 w 453"/>
                <a:gd name="T19" fmla="*/ 3891 h 282"/>
                <a:gd name="T20" fmla="*/ 3066 w 453"/>
                <a:gd name="T21" fmla="*/ 3811 h 282"/>
                <a:gd name="T22" fmla="*/ 2751 w 453"/>
                <a:gd name="T23" fmla="*/ 3528 h 282"/>
                <a:gd name="T24" fmla="*/ 2991 w 453"/>
                <a:gd name="T25" fmla="*/ 3925 h 282"/>
                <a:gd name="T26" fmla="*/ 3241 w 453"/>
                <a:gd name="T27" fmla="*/ 4117 h 282"/>
                <a:gd name="T28" fmla="*/ 2866 w 453"/>
                <a:gd name="T29" fmla="*/ 4701 h 282"/>
                <a:gd name="T30" fmla="*/ 3334 w 453"/>
                <a:gd name="T31" fmla="*/ 4211 h 282"/>
                <a:gd name="T32" fmla="*/ 3834 w 453"/>
                <a:gd name="T33" fmla="*/ 4003 h 282"/>
                <a:gd name="T34" fmla="*/ 4147 w 453"/>
                <a:gd name="T35" fmla="*/ 4003 h 282"/>
                <a:gd name="T36" fmla="*/ 4179 w 453"/>
                <a:gd name="T37" fmla="*/ 4893 h 282"/>
                <a:gd name="T38" fmla="*/ 3772 w 453"/>
                <a:gd name="T39" fmla="*/ 5155 h 282"/>
                <a:gd name="T40" fmla="*/ 3271 w 453"/>
                <a:gd name="T41" fmla="*/ 5027 h 282"/>
                <a:gd name="T42" fmla="*/ 4242 w 453"/>
                <a:gd name="T43" fmla="*/ 5347 h 282"/>
                <a:gd name="T44" fmla="*/ 5147 w 453"/>
                <a:gd name="T45" fmla="*/ 5197 h 282"/>
                <a:gd name="T46" fmla="*/ 5117 w 453"/>
                <a:gd name="T47" fmla="*/ 5099 h 282"/>
                <a:gd name="T48" fmla="*/ 4617 w 453"/>
                <a:gd name="T49" fmla="*/ 5155 h 282"/>
                <a:gd name="T50" fmla="*/ 4617 w 453"/>
                <a:gd name="T51" fmla="*/ 5155 h 282"/>
                <a:gd name="T52" fmla="*/ 4617 w 453"/>
                <a:gd name="T53" fmla="*/ 5155 h 282"/>
                <a:gd name="T54" fmla="*/ 4617 w 453"/>
                <a:gd name="T55" fmla="*/ 5155 h 282"/>
                <a:gd name="T56" fmla="*/ 4367 w 453"/>
                <a:gd name="T57" fmla="*/ 4893 h 282"/>
                <a:gd name="T58" fmla="*/ 4367 w 453"/>
                <a:gd name="T59" fmla="*/ 3904 h 282"/>
                <a:gd name="T60" fmla="*/ 4660 w 453"/>
                <a:gd name="T61" fmla="*/ 3661 h 282"/>
                <a:gd name="T62" fmla="*/ 4910 w 453"/>
                <a:gd name="T63" fmla="*/ 3549 h 282"/>
                <a:gd name="T64" fmla="*/ 4304 w 453"/>
                <a:gd name="T65" fmla="*/ 3491 h 282"/>
                <a:gd name="T66" fmla="*/ 4254 w 453"/>
                <a:gd name="T67" fmla="*/ 3051 h 282"/>
                <a:gd name="T68" fmla="*/ 4284 w 453"/>
                <a:gd name="T69" fmla="*/ 2411 h 282"/>
                <a:gd name="T70" fmla="*/ 4347 w 453"/>
                <a:gd name="T71" fmla="*/ 1344 h 282"/>
                <a:gd name="T72" fmla="*/ 4867 w 453"/>
                <a:gd name="T73" fmla="*/ 264 h 282"/>
                <a:gd name="T74" fmla="*/ 4910 w 453"/>
                <a:gd name="T75" fmla="*/ 248 h 282"/>
                <a:gd name="T76" fmla="*/ 6568 w 453"/>
                <a:gd name="T77" fmla="*/ 491 h 282"/>
                <a:gd name="T78" fmla="*/ 7068 w 453"/>
                <a:gd name="T79" fmla="*/ 931 h 282"/>
                <a:gd name="T80" fmla="*/ 7088 w 453"/>
                <a:gd name="T81" fmla="*/ 909 h 282"/>
                <a:gd name="T82" fmla="*/ 6275 w 453"/>
                <a:gd name="T83" fmla="*/ 264 h 282"/>
                <a:gd name="T84" fmla="*/ 4805 w 453"/>
                <a:gd name="T85" fmla="*/ 115 h 282"/>
                <a:gd name="T86" fmla="*/ 4242 w 453"/>
                <a:gd name="T87" fmla="*/ 568 h 282"/>
                <a:gd name="T88" fmla="*/ 3834 w 453"/>
                <a:gd name="T89" fmla="*/ 115 h 282"/>
                <a:gd name="T90" fmla="*/ 2771 w 453"/>
                <a:gd name="T91" fmla="*/ 115 h 282"/>
                <a:gd name="T92" fmla="*/ 1583 w 453"/>
                <a:gd name="T93" fmla="*/ 533 h 282"/>
                <a:gd name="T94" fmla="*/ 1113 w 453"/>
                <a:gd name="T95" fmla="*/ 605 h 282"/>
                <a:gd name="T96" fmla="*/ 0 w 453"/>
                <a:gd name="T97" fmla="*/ 1173 h 282"/>
                <a:gd name="T98" fmla="*/ 488 w 453"/>
                <a:gd name="T99" fmla="*/ 1024 h 28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53" h="282">
                  <a:moveTo>
                    <a:pt x="31" y="54"/>
                  </a:moveTo>
                  <a:cubicBezTo>
                    <a:pt x="73" y="40"/>
                    <a:pt x="88" y="34"/>
                    <a:pt x="112" y="77"/>
                  </a:cubicBezTo>
                  <a:cubicBezTo>
                    <a:pt x="116" y="51"/>
                    <a:pt x="103" y="35"/>
                    <a:pt x="132" y="24"/>
                  </a:cubicBezTo>
                  <a:cubicBezTo>
                    <a:pt x="153" y="16"/>
                    <a:pt x="175" y="18"/>
                    <a:pt x="197" y="13"/>
                  </a:cubicBezTo>
                  <a:cubicBezTo>
                    <a:pt x="235" y="4"/>
                    <a:pt x="258" y="30"/>
                    <a:pt x="246" y="48"/>
                  </a:cubicBezTo>
                  <a:cubicBezTo>
                    <a:pt x="262" y="41"/>
                    <a:pt x="262" y="62"/>
                    <a:pt x="266" y="71"/>
                  </a:cubicBezTo>
                  <a:cubicBezTo>
                    <a:pt x="272" y="91"/>
                    <a:pt x="270" y="98"/>
                    <a:pt x="270" y="122"/>
                  </a:cubicBezTo>
                  <a:cubicBezTo>
                    <a:pt x="270" y="145"/>
                    <a:pt x="262" y="162"/>
                    <a:pt x="266" y="173"/>
                  </a:cubicBezTo>
                  <a:cubicBezTo>
                    <a:pt x="271" y="185"/>
                    <a:pt x="269" y="200"/>
                    <a:pt x="261" y="203"/>
                  </a:cubicBezTo>
                  <a:cubicBezTo>
                    <a:pt x="253" y="205"/>
                    <a:pt x="245" y="205"/>
                    <a:pt x="235" y="205"/>
                  </a:cubicBezTo>
                  <a:cubicBezTo>
                    <a:pt x="227" y="206"/>
                    <a:pt x="207" y="209"/>
                    <a:pt x="196" y="201"/>
                  </a:cubicBezTo>
                  <a:cubicBezTo>
                    <a:pt x="188" y="197"/>
                    <a:pt x="185" y="184"/>
                    <a:pt x="176" y="186"/>
                  </a:cubicBezTo>
                  <a:cubicBezTo>
                    <a:pt x="173" y="189"/>
                    <a:pt x="181" y="199"/>
                    <a:pt x="191" y="207"/>
                  </a:cubicBezTo>
                  <a:cubicBezTo>
                    <a:pt x="197" y="211"/>
                    <a:pt x="205" y="215"/>
                    <a:pt x="207" y="217"/>
                  </a:cubicBezTo>
                  <a:cubicBezTo>
                    <a:pt x="212" y="225"/>
                    <a:pt x="179" y="240"/>
                    <a:pt x="183" y="248"/>
                  </a:cubicBezTo>
                  <a:cubicBezTo>
                    <a:pt x="187" y="255"/>
                    <a:pt x="203" y="231"/>
                    <a:pt x="213" y="222"/>
                  </a:cubicBezTo>
                  <a:cubicBezTo>
                    <a:pt x="224" y="214"/>
                    <a:pt x="232" y="214"/>
                    <a:pt x="245" y="211"/>
                  </a:cubicBezTo>
                  <a:cubicBezTo>
                    <a:pt x="255" y="208"/>
                    <a:pt x="261" y="207"/>
                    <a:pt x="265" y="211"/>
                  </a:cubicBezTo>
                  <a:cubicBezTo>
                    <a:pt x="272" y="222"/>
                    <a:pt x="277" y="249"/>
                    <a:pt x="267" y="258"/>
                  </a:cubicBezTo>
                  <a:cubicBezTo>
                    <a:pt x="259" y="266"/>
                    <a:pt x="253" y="270"/>
                    <a:pt x="241" y="272"/>
                  </a:cubicBezTo>
                  <a:cubicBezTo>
                    <a:pt x="223" y="269"/>
                    <a:pt x="209" y="260"/>
                    <a:pt x="209" y="265"/>
                  </a:cubicBezTo>
                  <a:cubicBezTo>
                    <a:pt x="209" y="270"/>
                    <a:pt x="226" y="282"/>
                    <a:pt x="271" y="282"/>
                  </a:cubicBezTo>
                  <a:cubicBezTo>
                    <a:pt x="284" y="282"/>
                    <a:pt x="313" y="282"/>
                    <a:pt x="329" y="274"/>
                  </a:cubicBezTo>
                  <a:cubicBezTo>
                    <a:pt x="336" y="272"/>
                    <a:pt x="333" y="267"/>
                    <a:pt x="327" y="269"/>
                  </a:cubicBezTo>
                  <a:cubicBezTo>
                    <a:pt x="321" y="271"/>
                    <a:pt x="308" y="274"/>
                    <a:pt x="295" y="272"/>
                  </a:cubicBezTo>
                  <a:cubicBezTo>
                    <a:pt x="295" y="272"/>
                    <a:pt x="295" y="272"/>
                    <a:pt x="295" y="272"/>
                  </a:cubicBezTo>
                  <a:cubicBezTo>
                    <a:pt x="295" y="272"/>
                    <a:pt x="295" y="272"/>
                    <a:pt x="295" y="272"/>
                  </a:cubicBezTo>
                  <a:cubicBezTo>
                    <a:pt x="295" y="272"/>
                    <a:pt x="295" y="272"/>
                    <a:pt x="295" y="272"/>
                  </a:cubicBezTo>
                  <a:cubicBezTo>
                    <a:pt x="283" y="269"/>
                    <a:pt x="279" y="271"/>
                    <a:pt x="279" y="258"/>
                  </a:cubicBezTo>
                  <a:cubicBezTo>
                    <a:pt x="278" y="247"/>
                    <a:pt x="275" y="221"/>
                    <a:pt x="279" y="206"/>
                  </a:cubicBezTo>
                  <a:cubicBezTo>
                    <a:pt x="283" y="195"/>
                    <a:pt x="293" y="193"/>
                    <a:pt x="298" y="193"/>
                  </a:cubicBezTo>
                  <a:cubicBezTo>
                    <a:pt x="311" y="194"/>
                    <a:pt x="321" y="192"/>
                    <a:pt x="314" y="187"/>
                  </a:cubicBezTo>
                  <a:cubicBezTo>
                    <a:pt x="307" y="182"/>
                    <a:pt x="277" y="191"/>
                    <a:pt x="275" y="184"/>
                  </a:cubicBezTo>
                  <a:cubicBezTo>
                    <a:pt x="272" y="177"/>
                    <a:pt x="271" y="169"/>
                    <a:pt x="272" y="161"/>
                  </a:cubicBezTo>
                  <a:cubicBezTo>
                    <a:pt x="274" y="152"/>
                    <a:pt x="275" y="143"/>
                    <a:pt x="274" y="127"/>
                  </a:cubicBezTo>
                  <a:cubicBezTo>
                    <a:pt x="274" y="104"/>
                    <a:pt x="273" y="91"/>
                    <a:pt x="278" y="71"/>
                  </a:cubicBezTo>
                  <a:cubicBezTo>
                    <a:pt x="283" y="62"/>
                    <a:pt x="279" y="25"/>
                    <a:pt x="311" y="14"/>
                  </a:cubicBezTo>
                  <a:cubicBezTo>
                    <a:pt x="314" y="13"/>
                    <a:pt x="314" y="13"/>
                    <a:pt x="314" y="13"/>
                  </a:cubicBezTo>
                  <a:cubicBezTo>
                    <a:pt x="332" y="10"/>
                    <a:pt x="397" y="17"/>
                    <a:pt x="420" y="26"/>
                  </a:cubicBezTo>
                  <a:cubicBezTo>
                    <a:pt x="435" y="32"/>
                    <a:pt x="446" y="39"/>
                    <a:pt x="452" y="49"/>
                  </a:cubicBezTo>
                  <a:cubicBezTo>
                    <a:pt x="453" y="48"/>
                    <a:pt x="453" y="48"/>
                    <a:pt x="453" y="48"/>
                  </a:cubicBezTo>
                  <a:cubicBezTo>
                    <a:pt x="453" y="48"/>
                    <a:pt x="433" y="20"/>
                    <a:pt x="401" y="14"/>
                  </a:cubicBezTo>
                  <a:cubicBezTo>
                    <a:pt x="369" y="8"/>
                    <a:pt x="325" y="4"/>
                    <a:pt x="307" y="6"/>
                  </a:cubicBezTo>
                  <a:cubicBezTo>
                    <a:pt x="289" y="8"/>
                    <a:pt x="277" y="8"/>
                    <a:pt x="271" y="30"/>
                  </a:cubicBezTo>
                  <a:cubicBezTo>
                    <a:pt x="269" y="22"/>
                    <a:pt x="259" y="12"/>
                    <a:pt x="245" y="6"/>
                  </a:cubicBezTo>
                  <a:cubicBezTo>
                    <a:pt x="231" y="0"/>
                    <a:pt x="201" y="0"/>
                    <a:pt x="177" y="6"/>
                  </a:cubicBezTo>
                  <a:cubicBezTo>
                    <a:pt x="153" y="12"/>
                    <a:pt x="109" y="10"/>
                    <a:pt x="101" y="28"/>
                  </a:cubicBezTo>
                  <a:cubicBezTo>
                    <a:pt x="101" y="28"/>
                    <a:pt x="89" y="24"/>
                    <a:pt x="71" y="32"/>
                  </a:cubicBezTo>
                  <a:cubicBezTo>
                    <a:pt x="57" y="39"/>
                    <a:pt x="22" y="51"/>
                    <a:pt x="0" y="62"/>
                  </a:cubicBezTo>
                  <a:cubicBezTo>
                    <a:pt x="10" y="58"/>
                    <a:pt x="23" y="57"/>
                    <a:pt x="31" y="54"/>
                  </a:cubicBezTo>
                  <a:close/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7" name="Freeform 32">
              <a:extLst>
                <a:ext uri="{FF2B5EF4-FFF2-40B4-BE49-F238E27FC236}">
                  <a16:creationId xmlns:a16="http://schemas.microsoft.com/office/drawing/2014/main" id="{F32AACD8-F5BF-4E9B-908E-E821FE30C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501"/>
              <a:ext cx="348" cy="310"/>
            </a:xfrm>
            <a:custGeom>
              <a:avLst/>
              <a:gdLst>
                <a:gd name="T0" fmla="*/ 1838 w 139"/>
                <a:gd name="T1" fmla="*/ 799 h 116"/>
                <a:gd name="T2" fmla="*/ 1397 w 139"/>
                <a:gd name="T3" fmla="*/ 307 h 116"/>
                <a:gd name="T4" fmla="*/ 991 w 139"/>
                <a:gd name="T5" fmla="*/ 0 h 116"/>
                <a:gd name="T6" fmla="*/ 1209 w 139"/>
                <a:gd name="T7" fmla="*/ 286 h 116"/>
                <a:gd name="T8" fmla="*/ 1242 w 139"/>
                <a:gd name="T9" fmla="*/ 1029 h 116"/>
                <a:gd name="T10" fmla="*/ 613 w 139"/>
                <a:gd name="T11" fmla="*/ 799 h 116"/>
                <a:gd name="T12" fmla="*/ 0 w 139"/>
                <a:gd name="T13" fmla="*/ 671 h 116"/>
                <a:gd name="T14" fmla="*/ 250 w 139"/>
                <a:gd name="T15" fmla="*/ 914 h 116"/>
                <a:gd name="T16" fmla="*/ 1147 w 139"/>
                <a:gd name="T17" fmla="*/ 1451 h 116"/>
                <a:gd name="T18" fmla="*/ 1159 w 139"/>
                <a:gd name="T19" fmla="*/ 1929 h 116"/>
                <a:gd name="T20" fmla="*/ 1209 w 139"/>
                <a:gd name="T21" fmla="*/ 1951 h 116"/>
                <a:gd name="T22" fmla="*/ 2181 w 139"/>
                <a:gd name="T23" fmla="*/ 2007 h 116"/>
                <a:gd name="T24" fmla="*/ 1838 w 139"/>
                <a:gd name="T25" fmla="*/ 799 h 1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9" h="116">
                  <a:moveTo>
                    <a:pt x="117" y="42"/>
                  </a:moveTo>
                  <a:cubicBezTo>
                    <a:pt x="101" y="43"/>
                    <a:pt x="91" y="26"/>
                    <a:pt x="89" y="16"/>
                  </a:cubicBezTo>
                  <a:cubicBezTo>
                    <a:pt x="83" y="16"/>
                    <a:pt x="70" y="8"/>
                    <a:pt x="63" y="0"/>
                  </a:cubicBezTo>
                  <a:cubicBezTo>
                    <a:pt x="67" y="5"/>
                    <a:pt x="72" y="13"/>
                    <a:pt x="77" y="15"/>
                  </a:cubicBezTo>
                  <a:cubicBezTo>
                    <a:pt x="85" y="19"/>
                    <a:pt x="97" y="42"/>
                    <a:pt x="79" y="54"/>
                  </a:cubicBezTo>
                  <a:cubicBezTo>
                    <a:pt x="60" y="66"/>
                    <a:pt x="47" y="52"/>
                    <a:pt x="39" y="42"/>
                  </a:cubicBezTo>
                  <a:cubicBezTo>
                    <a:pt x="19" y="51"/>
                    <a:pt x="7" y="42"/>
                    <a:pt x="0" y="35"/>
                  </a:cubicBezTo>
                  <a:cubicBezTo>
                    <a:pt x="0" y="35"/>
                    <a:pt x="1" y="46"/>
                    <a:pt x="16" y="48"/>
                  </a:cubicBezTo>
                  <a:cubicBezTo>
                    <a:pt x="35" y="50"/>
                    <a:pt x="60" y="59"/>
                    <a:pt x="73" y="76"/>
                  </a:cubicBezTo>
                  <a:cubicBezTo>
                    <a:pt x="79" y="84"/>
                    <a:pt x="78" y="92"/>
                    <a:pt x="74" y="101"/>
                  </a:cubicBezTo>
                  <a:cubicBezTo>
                    <a:pt x="77" y="102"/>
                    <a:pt x="77" y="102"/>
                    <a:pt x="77" y="102"/>
                  </a:cubicBezTo>
                  <a:cubicBezTo>
                    <a:pt x="93" y="116"/>
                    <a:pt x="127" y="116"/>
                    <a:pt x="139" y="105"/>
                  </a:cubicBezTo>
                  <a:cubicBezTo>
                    <a:pt x="129" y="82"/>
                    <a:pt x="112" y="75"/>
                    <a:pt x="117" y="42"/>
                  </a:cubicBezTo>
                  <a:close/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8" name="Freeform 33">
              <a:extLst>
                <a:ext uri="{FF2B5EF4-FFF2-40B4-BE49-F238E27FC236}">
                  <a16:creationId xmlns:a16="http://schemas.microsoft.com/office/drawing/2014/main" id="{A931D7D7-D380-4E78-9A81-8B7995044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501"/>
              <a:ext cx="350" cy="328"/>
            </a:xfrm>
            <a:custGeom>
              <a:avLst/>
              <a:gdLst>
                <a:gd name="T0" fmla="*/ 1583 w 140"/>
                <a:gd name="T1" fmla="*/ 797 h 123"/>
                <a:gd name="T2" fmla="*/ 958 w 140"/>
                <a:gd name="T3" fmla="*/ 1024 h 123"/>
                <a:gd name="T4" fmla="*/ 988 w 140"/>
                <a:gd name="T5" fmla="*/ 285 h 123"/>
                <a:gd name="T6" fmla="*/ 1208 w 140"/>
                <a:gd name="T7" fmla="*/ 0 h 123"/>
                <a:gd name="T8" fmla="*/ 800 w 140"/>
                <a:gd name="T9" fmla="*/ 307 h 123"/>
                <a:gd name="T10" fmla="*/ 363 w 140"/>
                <a:gd name="T11" fmla="*/ 797 h 123"/>
                <a:gd name="T12" fmla="*/ 0 w 140"/>
                <a:gd name="T13" fmla="*/ 2048 h 123"/>
                <a:gd name="T14" fmla="*/ 1095 w 140"/>
                <a:gd name="T15" fmla="*/ 2125 h 123"/>
                <a:gd name="T16" fmla="*/ 1050 w 140"/>
                <a:gd name="T17" fmla="*/ 1459 h 123"/>
                <a:gd name="T18" fmla="*/ 1938 w 140"/>
                <a:gd name="T19" fmla="*/ 909 h 123"/>
                <a:gd name="T20" fmla="*/ 2188 w 140"/>
                <a:gd name="T21" fmla="*/ 661 h 123"/>
                <a:gd name="T22" fmla="*/ 1583 w 140"/>
                <a:gd name="T23" fmla="*/ 797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0" h="123">
                  <a:moveTo>
                    <a:pt x="101" y="42"/>
                  </a:moveTo>
                  <a:cubicBezTo>
                    <a:pt x="93" y="52"/>
                    <a:pt x="80" y="66"/>
                    <a:pt x="61" y="54"/>
                  </a:cubicBezTo>
                  <a:cubicBezTo>
                    <a:pt x="43" y="42"/>
                    <a:pt x="55" y="19"/>
                    <a:pt x="63" y="15"/>
                  </a:cubicBezTo>
                  <a:cubicBezTo>
                    <a:pt x="68" y="13"/>
                    <a:pt x="73" y="5"/>
                    <a:pt x="77" y="0"/>
                  </a:cubicBezTo>
                  <a:cubicBezTo>
                    <a:pt x="70" y="8"/>
                    <a:pt x="57" y="16"/>
                    <a:pt x="51" y="16"/>
                  </a:cubicBezTo>
                  <a:cubicBezTo>
                    <a:pt x="49" y="26"/>
                    <a:pt x="39" y="43"/>
                    <a:pt x="23" y="42"/>
                  </a:cubicBezTo>
                  <a:cubicBezTo>
                    <a:pt x="28" y="76"/>
                    <a:pt x="9" y="83"/>
                    <a:pt x="0" y="108"/>
                  </a:cubicBezTo>
                  <a:cubicBezTo>
                    <a:pt x="15" y="117"/>
                    <a:pt x="49" y="123"/>
                    <a:pt x="70" y="112"/>
                  </a:cubicBezTo>
                  <a:cubicBezTo>
                    <a:pt x="65" y="97"/>
                    <a:pt x="63" y="86"/>
                    <a:pt x="67" y="77"/>
                  </a:cubicBezTo>
                  <a:cubicBezTo>
                    <a:pt x="79" y="60"/>
                    <a:pt x="105" y="50"/>
                    <a:pt x="124" y="48"/>
                  </a:cubicBezTo>
                  <a:cubicBezTo>
                    <a:pt x="139" y="46"/>
                    <a:pt x="140" y="35"/>
                    <a:pt x="140" y="35"/>
                  </a:cubicBezTo>
                  <a:cubicBezTo>
                    <a:pt x="133" y="42"/>
                    <a:pt x="121" y="51"/>
                    <a:pt x="101" y="42"/>
                  </a:cubicBezTo>
                  <a:close/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9" name="Freeform 34">
              <a:extLst>
                <a:ext uri="{FF2B5EF4-FFF2-40B4-BE49-F238E27FC236}">
                  <a16:creationId xmlns:a16="http://schemas.microsoft.com/office/drawing/2014/main" id="{0E655C02-11B6-465E-A6F8-D8DB4674F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043"/>
              <a:ext cx="303" cy="357"/>
            </a:xfrm>
            <a:custGeom>
              <a:avLst/>
              <a:gdLst>
                <a:gd name="T0" fmla="*/ 1209 w 121"/>
                <a:gd name="T1" fmla="*/ 1476 h 134"/>
                <a:gd name="T2" fmla="*/ 95 w 121"/>
                <a:gd name="T3" fmla="*/ 0 h 134"/>
                <a:gd name="T4" fmla="*/ 33 w 121"/>
                <a:gd name="T5" fmla="*/ 602 h 134"/>
                <a:gd name="T6" fmla="*/ 63 w 121"/>
                <a:gd name="T7" fmla="*/ 1532 h 134"/>
                <a:gd name="T8" fmla="*/ 426 w 121"/>
                <a:gd name="T9" fmla="*/ 2534 h 134"/>
                <a:gd name="T10" fmla="*/ 614 w 121"/>
                <a:gd name="T11" fmla="*/ 2398 h 134"/>
                <a:gd name="T12" fmla="*/ 1147 w 121"/>
                <a:gd name="T13" fmla="*/ 2328 h 134"/>
                <a:gd name="T14" fmla="*/ 1630 w 121"/>
                <a:gd name="T15" fmla="*/ 2384 h 134"/>
                <a:gd name="T16" fmla="*/ 1209 w 121"/>
                <a:gd name="T17" fmla="*/ 1476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1" h="134">
                  <a:moveTo>
                    <a:pt x="77" y="78"/>
                  </a:moveTo>
                  <a:cubicBezTo>
                    <a:pt x="47" y="57"/>
                    <a:pt x="28" y="28"/>
                    <a:pt x="6" y="0"/>
                  </a:cubicBezTo>
                  <a:cubicBezTo>
                    <a:pt x="3" y="10"/>
                    <a:pt x="3" y="25"/>
                    <a:pt x="2" y="32"/>
                  </a:cubicBezTo>
                  <a:cubicBezTo>
                    <a:pt x="0" y="50"/>
                    <a:pt x="0" y="64"/>
                    <a:pt x="4" y="81"/>
                  </a:cubicBezTo>
                  <a:cubicBezTo>
                    <a:pt x="9" y="103"/>
                    <a:pt x="13" y="117"/>
                    <a:pt x="27" y="134"/>
                  </a:cubicBezTo>
                  <a:cubicBezTo>
                    <a:pt x="32" y="131"/>
                    <a:pt x="36" y="129"/>
                    <a:pt x="39" y="127"/>
                  </a:cubicBezTo>
                  <a:cubicBezTo>
                    <a:pt x="51" y="124"/>
                    <a:pt x="61" y="121"/>
                    <a:pt x="73" y="123"/>
                  </a:cubicBezTo>
                  <a:cubicBezTo>
                    <a:pt x="79" y="124"/>
                    <a:pt x="99" y="131"/>
                    <a:pt x="104" y="126"/>
                  </a:cubicBezTo>
                  <a:cubicBezTo>
                    <a:pt x="121" y="109"/>
                    <a:pt x="87" y="85"/>
                    <a:pt x="77" y="78"/>
                  </a:cubicBezTo>
                  <a:close/>
                </a:path>
              </a:pathLst>
            </a:custGeom>
            <a:solidFill>
              <a:srgbClr val="FEDA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0" name="Freeform 35">
              <a:extLst>
                <a:ext uri="{FF2B5EF4-FFF2-40B4-BE49-F238E27FC236}">
                  <a16:creationId xmlns:a16="http://schemas.microsoft.com/office/drawing/2014/main" id="{1232962B-BE41-43B5-8BEA-7259998F1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899"/>
              <a:ext cx="475" cy="562"/>
            </a:xfrm>
            <a:custGeom>
              <a:avLst/>
              <a:gdLst>
                <a:gd name="T0" fmla="*/ 2800 w 190"/>
                <a:gd name="T1" fmla="*/ 306 h 211"/>
                <a:gd name="T2" fmla="*/ 2550 w 190"/>
                <a:gd name="T3" fmla="*/ 2874 h 211"/>
                <a:gd name="T4" fmla="*/ 2125 w 190"/>
                <a:gd name="T5" fmla="*/ 3910 h 211"/>
                <a:gd name="T6" fmla="*/ 1283 w 190"/>
                <a:gd name="T7" fmla="*/ 3420 h 211"/>
                <a:gd name="T8" fmla="*/ 750 w 190"/>
                <a:gd name="T9" fmla="*/ 3343 h 211"/>
                <a:gd name="T10" fmla="*/ 270 w 190"/>
                <a:gd name="T11" fmla="*/ 3399 h 211"/>
                <a:gd name="T12" fmla="*/ 688 w 190"/>
                <a:gd name="T13" fmla="*/ 2498 h 211"/>
                <a:gd name="T14" fmla="*/ 1988 w 190"/>
                <a:gd name="T15" fmla="*/ 716 h 211"/>
                <a:gd name="T16" fmla="*/ 2750 w 190"/>
                <a:gd name="T17" fmla="*/ 226 h 211"/>
                <a:gd name="T18" fmla="*/ 2800 w 190"/>
                <a:gd name="T19" fmla="*/ 306 h 2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0" h="211">
                  <a:moveTo>
                    <a:pt x="179" y="16"/>
                  </a:moveTo>
                  <a:cubicBezTo>
                    <a:pt x="190" y="58"/>
                    <a:pt x="172" y="110"/>
                    <a:pt x="163" y="152"/>
                  </a:cubicBezTo>
                  <a:cubicBezTo>
                    <a:pt x="160" y="167"/>
                    <a:pt x="154" y="202"/>
                    <a:pt x="136" y="207"/>
                  </a:cubicBezTo>
                  <a:cubicBezTo>
                    <a:pt x="119" y="211"/>
                    <a:pt x="97" y="186"/>
                    <a:pt x="82" y="181"/>
                  </a:cubicBezTo>
                  <a:cubicBezTo>
                    <a:pt x="70" y="178"/>
                    <a:pt x="60" y="175"/>
                    <a:pt x="48" y="177"/>
                  </a:cubicBezTo>
                  <a:cubicBezTo>
                    <a:pt x="42" y="178"/>
                    <a:pt x="22" y="185"/>
                    <a:pt x="17" y="180"/>
                  </a:cubicBezTo>
                  <a:cubicBezTo>
                    <a:pt x="0" y="163"/>
                    <a:pt x="34" y="139"/>
                    <a:pt x="44" y="132"/>
                  </a:cubicBezTo>
                  <a:cubicBezTo>
                    <a:pt x="80" y="107"/>
                    <a:pt x="99" y="71"/>
                    <a:pt x="127" y="38"/>
                  </a:cubicBezTo>
                  <a:cubicBezTo>
                    <a:pt x="136" y="28"/>
                    <a:pt x="161" y="0"/>
                    <a:pt x="176" y="12"/>
                  </a:cubicBezTo>
                  <a:lnTo>
                    <a:pt x="179" y="16"/>
                  </a:ln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1" name="Freeform 36">
              <a:extLst>
                <a:ext uri="{FF2B5EF4-FFF2-40B4-BE49-F238E27FC236}">
                  <a16:creationId xmlns:a16="http://schemas.microsoft.com/office/drawing/2014/main" id="{41E6FD17-0AA6-4AE9-9417-FCB1DC725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2043"/>
              <a:ext cx="312" cy="354"/>
            </a:xfrm>
            <a:custGeom>
              <a:avLst/>
              <a:gdLst>
                <a:gd name="T0" fmla="*/ 1632 w 125"/>
                <a:gd name="T1" fmla="*/ 2145 h 133"/>
                <a:gd name="T2" fmla="*/ 1807 w 125"/>
                <a:gd name="T3" fmla="*/ 1565 h 133"/>
                <a:gd name="T4" fmla="*/ 1882 w 125"/>
                <a:gd name="T5" fmla="*/ 942 h 133"/>
                <a:gd name="T6" fmla="*/ 1899 w 125"/>
                <a:gd name="T7" fmla="*/ 751 h 133"/>
                <a:gd name="T8" fmla="*/ 1837 w 125"/>
                <a:gd name="T9" fmla="*/ 77 h 133"/>
                <a:gd name="T10" fmla="*/ 1787 w 125"/>
                <a:gd name="T11" fmla="*/ 0 h 133"/>
                <a:gd name="T12" fmla="*/ 686 w 125"/>
                <a:gd name="T13" fmla="*/ 1488 h 133"/>
                <a:gd name="T14" fmla="*/ 262 w 125"/>
                <a:gd name="T15" fmla="*/ 2374 h 133"/>
                <a:gd name="T16" fmla="*/ 749 w 125"/>
                <a:gd name="T17" fmla="*/ 2316 h 133"/>
                <a:gd name="T18" fmla="*/ 1278 w 125"/>
                <a:gd name="T19" fmla="*/ 2417 h 133"/>
                <a:gd name="T20" fmla="*/ 1433 w 125"/>
                <a:gd name="T21" fmla="*/ 2507 h 133"/>
                <a:gd name="T22" fmla="*/ 1632 w 125"/>
                <a:gd name="T23" fmla="*/ 2145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133">
                  <a:moveTo>
                    <a:pt x="105" y="114"/>
                  </a:moveTo>
                  <a:cubicBezTo>
                    <a:pt x="111" y="103"/>
                    <a:pt x="114" y="95"/>
                    <a:pt x="116" y="83"/>
                  </a:cubicBezTo>
                  <a:cubicBezTo>
                    <a:pt x="117" y="73"/>
                    <a:pt x="115" y="58"/>
                    <a:pt x="121" y="50"/>
                  </a:cubicBezTo>
                  <a:cubicBezTo>
                    <a:pt x="122" y="40"/>
                    <a:pt x="122" y="40"/>
                    <a:pt x="122" y="40"/>
                  </a:cubicBezTo>
                  <a:cubicBezTo>
                    <a:pt x="119" y="29"/>
                    <a:pt x="125" y="15"/>
                    <a:pt x="118" y="4"/>
                  </a:cubicBezTo>
                  <a:cubicBezTo>
                    <a:pt x="117" y="2"/>
                    <a:pt x="116" y="1"/>
                    <a:pt x="115" y="0"/>
                  </a:cubicBezTo>
                  <a:cubicBezTo>
                    <a:pt x="93" y="28"/>
                    <a:pt x="74" y="58"/>
                    <a:pt x="44" y="79"/>
                  </a:cubicBezTo>
                  <a:cubicBezTo>
                    <a:pt x="34" y="86"/>
                    <a:pt x="0" y="110"/>
                    <a:pt x="17" y="126"/>
                  </a:cubicBezTo>
                  <a:cubicBezTo>
                    <a:pt x="22" y="131"/>
                    <a:pt x="42" y="124"/>
                    <a:pt x="48" y="123"/>
                  </a:cubicBezTo>
                  <a:cubicBezTo>
                    <a:pt x="60" y="122"/>
                    <a:pt x="70" y="124"/>
                    <a:pt x="82" y="128"/>
                  </a:cubicBezTo>
                  <a:cubicBezTo>
                    <a:pt x="85" y="129"/>
                    <a:pt x="89" y="131"/>
                    <a:pt x="92" y="133"/>
                  </a:cubicBezTo>
                  <a:cubicBezTo>
                    <a:pt x="97" y="128"/>
                    <a:pt x="101" y="121"/>
                    <a:pt x="105" y="114"/>
                  </a:cubicBezTo>
                  <a:close/>
                </a:path>
              </a:pathLst>
            </a:custGeom>
            <a:solidFill>
              <a:srgbClr val="FEDA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2" name="Freeform 37">
              <a:extLst>
                <a:ext uri="{FF2B5EF4-FFF2-40B4-BE49-F238E27FC236}">
                  <a16:creationId xmlns:a16="http://schemas.microsoft.com/office/drawing/2014/main" id="{C8ECE041-C280-4E0A-980F-C883EB9E7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557"/>
              <a:ext cx="112" cy="78"/>
            </a:xfrm>
            <a:custGeom>
              <a:avLst/>
              <a:gdLst>
                <a:gd name="T0" fmla="*/ 694 w 45"/>
                <a:gd name="T1" fmla="*/ 334 h 29"/>
                <a:gd name="T2" fmla="*/ 694 w 45"/>
                <a:gd name="T3" fmla="*/ 312 h 29"/>
                <a:gd name="T4" fmla="*/ 371 w 45"/>
                <a:gd name="T5" fmla="*/ 0 h 29"/>
                <a:gd name="T6" fmla="*/ 371 w 45"/>
                <a:gd name="T7" fmla="*/ 0 h 29"/>
                <a:gd name="T8" fmla="*/ 0 w 45"/>
                <a:gd name="T9" fmla="*/ 347 h 29"/>
                <a:gd name="T10" fmla="*/ 0 w 45"/>
                <a:gd name="T11" fmla="*/ 347 h 29"/>
                <a:gd name="T12" fmla="*/ 371 w 45"/>
                <a:gd name="T13" fmla="*/ 406 h 29"/>
                <a:gd name="T14" fmla="*/ 371 w 45"/>
                <a:gd name="T15" fmla="*/ 406 h 29"/>
                <a:gd name="T16" fmla="*/ 694 w 45"/>
                <a:gd name="T17" fmla="*/ 334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45" y="17"/>
                  </a:moveTo>
                  <a:cubicBezTo>
                    <a:pt x="45" y="16"/>
                    <a:pt x="45" y="16"/>
                    <a:pt x="45" y="16"/>
                  </a:cubicBezTo>
                  <a:cubicBezTo>
                    <a:pt x="37" y="10"/>
                    <a:pt x="32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10" y="12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29"/>
                    <a:pt x="19" y="27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31" y="27"/>
                    <a:pt x="41" y="28"/>
                    <a:pt x="45" y="17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3" name="Freeform 38">
              <a:extLst>
                <a:ext uri="{FF2B5EF4-FFF2-40B4-BE49-F238E27FC236}">
                  <a16:creationId xmlns:a16="http://schemas.microsoft.com/office/drawing/2014/main" id="{F417E59D-D0D3-4378-A18B-375A2416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464"/>
              <a:ext cx="43" cy="80"/>
            </a:xfrm>
            <a:custGeom>
              <a:avLst/>
              <a:gdLst>
                <a:gd name="T0" fmla="*/ 96 w 17"/>
                <a:gd name="T1" fmla="*/ 35 h 30"/>
                <a:gd name="T2" fmla="*/ 0 w 17"/>
                <a:gd name="T3" fmla="*/ 320 h 30"/>
                <a:gd name="T4" fmla="*/ 129 w 17"/>
                <a:gd name="T5" fmla="*/ 568 h 30"/>
                <a:gd name="T6" fmla="*/ 276 w 17"/>
                <a:gd name="T7" fmla="*/ 56 h 30"/>
                <a:gd name="T8" fmla="*/ 129 w 1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0">
                  <a:moveTo>
                    <a:pt x="6" y="2"/>
                  </a:moveTo>
                  <a:cubicBezTo>
                    <a:pt x="6" y="7"/>
                    <a:pt x="4" y="13"/>
                    <a:pt x="0" y="17"/>
                  </a:cubicBezTo>
                  <a:cubicBezTo>
                    <a:pt x="7" y="18"/>
                    <a:pt x="7" y="24"/>
                    <a:pt x="8" y="30"/>
                  </a:cubicBezTo>
                  <a:cubicBezTo>
                    <a:pt x="7" y="24"/>
                    <a:pt x="8" y="0"/>
                    <a:pt x="17" y="3"/>
                  </a:cubicBezTo>
                  <a:cubicBezTo>
                    <a:pt x="14" y="3"/>
                    <a:pt x="10" y="3"/>
                    <a:pt x="8" y="0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4" name="Freeform 39">
              <a:extLst>
                <a:ext uri="{FF2B5EF4-FFF2-40B4-BE49-F238E27FC236}">
                  <a16:creationId xmlns:a16="http://schemas.microsoft.com/office/drawing/2014/main" id="{D4545C32-7224-4345-9C13-0A4CF3312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37"/>
              <a:ext cx="88" cy="67"/>
            </a:xfrm>
            <a:custGeom>
              <a:avLst/>
              <a:gdLst>
                <a:gd name="T0" fmla="*/ 367 w 35"/>
                <a:gd name="T1" fmla="*/ 35 h 25"/>
                <a:gd name="T2" fmla="*/ 0 w 35"/>
                <a:gd name="T3" fmla="*/ 461 h 25"/>
                <a:gd name="T4" fmla="*/ 334 w 35"/>
                <a:gd name="T5" fmla="*/ 461 h 25"/>
                <a:gd name="T6" fmla="*/ 556 w 35"/>
                <a:gd name="T7" fmla="*/ 461 h 25"/>
                <a:gd name="T8" fmla="*/ 380 w 35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5">
                  <a:moveTo>
                    <a:pt x="23" y="2"/>
                  </a:moveTo>
                  <a:cubicBezTo>
                    <a:pt x="21" y="11"/>
                    <a:pt x="10" y="23"/>
                    <a:pt x="0" y="24"/>
                  </a:cubicBezTo>
                  <a:cubicBezTo>
                    <a:pt x="7" y="23"/>
                    <a:pt x="14" y="25"/>
                    <a:pt x="21" y="24"/>
                  </a:cubicBezTo>
                  <a:cubicBezTo>
                    <a:pt x="25" y="24"/>
                    <a:pt x="30" y="25"/>
                    <a:pt x="35" y="24"/>
                  </a:cubicBezTo>
                  <a:cubicBezTo>
                    <a:pt x="28" y="18"/>
                    <a:pt x="21" y="9"/>
                    <a:pt x="24" y="0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5" name="Freeform 40">
              <a:extLst>
                <a:ext uri="{FF2B5EF4-FFF2-40B4-BE49-F238E27FC236}">
                  <a16:creationId xmlns:a16="http://schemas.microsoft.com/office/drawing/2014/main" id="{8F31316C-5EB2-4EFC-B2BA-0D13B61B0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141"/>
              <a:ext cx="42" cy="62"/>
            </a:xfrm>
            <a:custGeom>
              <a:avLst/>
              <a:gdLst>
                <a:gd name="T0" fmla="*/ 42 w 17"/>
                <a:gd name="T1" fmla="*/ 22 h 23"/>
                <a:gd name="T2" fmla="*/ 245 w 17"/>
                <a:gd name="T3" fmla="*/ 0 h 23"/>
                <a:gd name="T4" fmla="*/ 245 w 17"/>
                <a:gd name="T5" fmla="*/ 450 h 23"/>
                <a:gd name="T6" fmla="*/ 91 w 17"/>
                <a:gd name="T7" fmla="*/ 175 h 23"/>
                <a:gd name="T8" fmla="*/ 62 w 17"/>
                <a:gd name="T9" fmla="*/ 81 h 23"/>
                <a:gd name="T10" fmla="*/ 0 w 17"/>
                <a:gd name="T11" fmla="*/ 0 h 23"/>
                <a:gd name="T12" fmla="*/ 30 w 17"/>
                <a:gd name="T13" fmla="*/ 2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3" y="1"/>
                  </a:moveTo>
                  <a:cubicBezTo>
                    <a:pt x="8" y="3"/>
                    <a:pt x="11" y="0"/>
                    <a:pt x="16" y="0"/>
                  </a:cubicBezTo>
                  <a:cubicBezTo>
                    <a:pt x="17" y="8"/>
                    <a:pt x="14" y="15"/>
                    <a:pt x="16" y="23"/>
                  </a:cubicBezTo>
                  <a:cubicBezTo>
                    <a:pt x="13" y="18"/>
                    <a:pt x="9" y="14"/>
                    <a:pt x="6" y="9"/>
                  </a:cubicBezTo>
                  <a:cubicBezTo>
                    <a:pt x="5" y="8"/>
                    <a:pt x="5" y="6"/>
                    <a:pt x="4" y="4"/>
                  </a:cubicBezTo>
                  <a:cubicBezTo>
                    <a:pt x="3" y="2"/>
                    <a:pt x="1" y="2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6" name="Freeform 41">
              <a:extLst>
                <a:ext uri="{FF2B5EF4-FFF2-40B4-BE49-F238E27FC236}">
                  <a16:creationId xmlns:a16="http://schemas.microsoft.com/office/drawing/2014/main" id="{8893ADE8-82BC-4F74-9DF4-F6C1633D3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971"/>
              <a:ext cx="20" cy="56"/>
            </a:xfrm>
            <a:custGeom>
              <a:avLst/>
              <a:gdLst>
                <a:gd name="T0" fmla="*/ 95 w 8"/>
                <a:gd name="T1" fmla="*/ 0 h 21"/>
                <a:gd name="T2" fmla="*/ 63 w 8"/>
                <a:gd name="T3" fmla="*/ 397 h 21"/>
                <a:gd name="T4" fmla="*/ 125 w 8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6" y="0"/>
                  </a:moveTo>
                  <a:cubicBezTo>
                    <a:pt x="0" y="0"/>
                    <a:pt x="2" y="18"/>
                    <a:pt x="4" y="21"/>
                  </a:cubicBezTo>
                  <a:cubicBezTo>
                    <a:pt x="5" y="16"/>
                    <a:pt x="3" y="8"/>
                    <a:pt x="8" y="4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7" name="Freeform 42">
              <a:extLst>
                <a:ext uri="{FF2B5EF4-FFF2-40B4-BE49-F238E27FC236}">
                  <a16:creationId xmlns:a16="http://schemas.microsoft.com/office/drawing/2014/main" id="{240BB428-69AA-4940-A5DB-7A6136BC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355"/>
              <a:ext cx="25" cy="64"/>
            </a:xfrm>
            <a:custGeom>
              <a:avLst/>
              <a:gdLst>
                <a:gd name="T0" fmla="*/ 95 w 10"/>
                <a:gd name="T1" fmla="*/ 93 h 24"/>
                <a:gd name="T2" fmla="*/ 95 w 10"/>
                <a:gd name="T3" fmla="*/ 456 h 24"/>
                <a:gd name="T4" fmla="*/ 158 w 10"/>
                <a:gd name="T5" fmla="*/ 227 h 24"/>
                <a:gd name="T6" fmla="*/ 145 w 10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6" y="5"/>
                  </a:moveTo>
                  <a:cubicBezTo>
                    <a:pt x="6" y="9"/>
                    <a:pt x="0" y="22"/>
                    <a:pt x="6" y="24"/>
                  </a:cubicBezTo>
                  <a:cubicBezTo>
                    <a:pt x="7" y="20"/>
                    <a:pt x="7" y="15"/>
                    <a:pt x="10" y="12"/>
                  </a:cubicBezTo>
                  <a:cubicBezTo>
                    <a:pt x="5" y="11"/>
                    <a:pt x="7" y="3"/>
                    <a:pt x="9" y="0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8" name="Freeform 43">
              <a:extLst>
                <a:ext uri="{FF2B5EF4-FFF2-40B4-BE49-F238E27FC236}">
                  <a16:creationId xmlns:a16="http://schemas.microsoft.com/office/drawing/2014/main" id="{1EAD7F8F-603C-487F-8756-30212473A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576"/>
              <a:ext cx="147" cy="229"/>
            </a:xfrm>
            <a:custGeom>
              <a:avLst/>
              <a:gdLst>
                <a:gd name="T0" fmla="*/ 0 w 59"/>
                <a:gd name="T1" fmla="*/ 660 h 86"/>
                <a:gd name="T2" fmla="*/ 249 w 59"/>
                <a:gd name="T3" fmla="*/ 1419 h 86"/>
                <a:gd name="T4" fmla="*/ 870 w 59"/>
                <a:gd name="T5" fmla="*/ 1419 h 86"/>
                <a:gd name="T6" fmla="*/ 571 w 59"/>
                <a:gd name="T7" fmla="*/ 738 h 86"/>
                <a:gd name="T8" fmla="*/ 466 w 59"/>
                <a:gd name="T9" fmla="*/ 362 h 86"/>
                <a:gd name="T10" fmla="*/ 229 w 59"/>
                <a:gd name="T11" fmla="*/ 0 h 86"/>
                <a:gd name="T12" fmla="*/ 292 w 59"/>
                <a:gd name="T13" fmla="*/ 490 h 86"/>
                <a:gd name="T14" fmla="*/ 508 w 59"/>
                <a:gd name="T15" fmla="*/ 1078 h 86"/>
                <a:gd name="T16" fmla="*/ 311 w 59"/>
                <a:gd name="T17" fmla="*/ 1169 h 86"/>
                <a:gd name="T18" fmla="*/ 92 w 59"/>
                <a:gd name="T19" fmla="*/ 66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86">
                  <a:moveTo>
                    <a:pt x="0" y="35"/>
                  </a:moveTo>
                  <a:cubicBezTo>
                    <a:pt x="15" y="42"/>
                    <a:pt x="4" y="66"/>
                    <a:pt x="16" y="75"/>
                  </a:cubicBezTo>
                  <a:cubicBezTo>
                    <a:pt x="23" y="80"/>
                    <a:pt x="52" y="86"/>
                    <a:pt x="56" y="75"/>
                  </a:cubicBezTo>
                  <a:cubicBezTo>
                    <a:pt x="59" y="69"/>
                    <a:pt x="40" y="48"/>
                    <a:pt x="37" y="39"/>
                  </a:cubicBezTo>
                  <a:cubicBezTo>
                    <a:pt x="35" y="28"/>
                    <a:pt x="35" y="26"/>
                    <a:pt x="30" y="19"/>
                  </a:cubicBezTo>
                  <a:cubicBezTo>
                    <a:pt x="26" y="13"/>
                    <a:pt x="20" y="5"/>
                    <a:pt x="15" y="0"/>
                  </a:cubicBezTo>
                  <a:cubicBezTo>
                    <a:pt x="17" y="7"/>
                    <a:pt x="17" y="19"/>
                    <a:pt x="19" y="26"/>
                  </a:cubicBezTo>
                  <a:cubicBezTo>
                    <a:pt x="22" y="36"/>
                    <a:pt x="33" y="45"/>
                    <a:pt x="33" y="57"/>
                  </a:cubicBezTo>
                  <a:cubicBezTo>
                    <a:pt x="34" y="70"/>
                    <a:pt x="27" y="73"/>
                    <a:pt x="20" y="62"/>
                  </a:cubicBezTo>
                  <a:cubicBezTo>
                    <a:pt x="13" y="51"/>
                    <a:pt x="18" y="42"/>
                    <a:pt x="6" y="35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9" name="Freeform 44">
              <a:extLst>
                <a:ext uri="{FF2B5EF4-FFF2-40B4-BE49-F238E27FC236}">
                  <a16:creationId xmlns:a16="http://schemas.microsoft.com/office/drawing/2014/main" id="{8929CC55-83D3-4236-80EF-2A6E8C71C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621"/>
              <a:ext cx="165" cy="192"/>
            </a:xfrm>
            <a:custGeom>
              <a:avLst/>
              <a:gdLst>
                <a:gd name="T0" fmla="*/ 63 w 66"/>
                <a:gd name="T1" fmla="*/ 1173 h 72"/>
                <a:gd name="T2" fmla="*/ 750 w 66"/>
                <a:gd name="T3" fmla="*/ 1139 h 72"/>
                <a:gd name="T4" fmla="*/ 783 w 66"/>
                <a:gd name="T5" fmla="*/ 605 h 72"/>
                <a:gd name="T6" fmla="*/ 1033 w 66"/>
                <a:gd name="T7" fmla="*/ 307 h 72"/>
                <a:gd name="T8" fmla="*/ 563 w 66"/>
                <a:gd name="T9" fmla="*/ 0 h 72"/>
                <a:gd name="T10" fmla="*/ 613 w 66"/>
                <a:gd name="T11" fmla="*/ 376 h 72"/>
                <a:gd name="T12" fmla="*/ 375 w 66"/>
                <a:gd name="T13" fmla="*/ 797 h 72"/>
                <a:gd name="T14" fmla="*/ 300 w 66"/>
                <a:gd name="T15" fmla="*/ 1117 h 72"/>
                <a:gd name="T16" fmla="*/ 0 w 66"/>
                <a:gd name="T17" fmla="*/ 111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72">
                  <a:moveTo>
                    <a:pt x="4" y="62"/>
                  </a:moveTo>
                  <a:cubicBezTo>
                    <a:pt x="17" y="68"/>
                    <a:pt x="43" y="72"/>
                    <a:pt x="48" y="60"/>
                  </a:cubicBezTo>
                  <a:cubicBezTo>
                    <a:pt x="51" y="54"/>
                    <a:pt x="47" y="40"/>
                    <a:pt x="50" y="32"/>
                  </a:cubicBezTo>
                  <a:cubicBezTo>
                    <a:pt x="54" y="25"/>
                    <a:pt x="62" y="23"/>
                    <a:pt x="66" y="16"/>
                  </a:cubicBezTo>
                  <a:cubicBezTo>
                    <a:pt x="55" y="17"/>
                    <a:pt x="39" y="9"/>
                    <a:pt x="36" y="0"/>
                  </a:cubicBezTo>
                  <a:cubicBezTo>
                    <a:pt x="29" y="9"/>
                    <a:pt x="40" y="11"/>
                    <a:pt x="39" y="20"/>
                  </a:cubicBezTo>
                  <a:cubicBezTo>
                    <a:pt x="38" y="28"/>
                    <a:pt x="27" y="33"/>
                    <a:pt x="24" y="42"/>
                  </a:cubicBezTo>
                  <a:cubicBezTo>
                    <a:pt x="22" y="52"/>
                    <a:pt x="32" y="52"/>
                    <a:pt x="19" y="59"/>
                  </a:cubicBezTo>
                  <a:cubicBezTo>
                    <a:pt x="14" y="62"/>
                    <a:pt x="4" y="59"/>
                    <a:pt x="0" y="59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0" name="Freeform 45">
              <a:extLst>
                <a:ext uri="{FF2B5EF4-FFF2-40B4-BE49-F238E27FC236}">
                  <a16:creationId xmlns:a16="http://schemas.microsoft.com/office/drawing/2014/main" id="{5D799861-6881-4A6C-A9DF-FC4823EDC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621"/>
              <a:ext cx="65" cy="32"/>
            </a:xfrm>
            <a:custGeom>
              <a:avLst/>
              <a:gdLst>
                <a:gd name="T0" fmla="*/ 0 w 26"/>
                <a:gd name="T1" fmla="*/ 56 h 12"/>
                <a:gd name="T2" fmla="*/ 250 w 26"/>
                <a:gd name="T3" fmla="*/ 21 h 12"/>
                <a:gd name="T4" fmla="*/ 300 w 26"/>
                <a:gd name="T5" fmla="*/ 115 h 12"/>
                <a:gd name="T6" fmla="*/ 408 w 26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2">
                  <a:moveTo>
                    <a:pt x="0" y="3"/>
                  </a:moveTo>
                  <a:cubicBezTo>
                    <a:pt x="3" y="3"/>
                    <a:pt x="13" y="0"/>
                    <a:pt x="16" y="1"/>
                  </a:cubicBezTo>
                  <a:cubicBezTo>
                    <a:pt x="17" y="1"/>
                    <a:pt x="18" y="5"/>
                    <a:pt x="19" y="6"/>
                  </a:cubicBezTo>
                  <a:cubicBezTo>
                    <a:pt x="21" y="8"/>
                    <a:pt x="24" y="9"/>
                    <a:pt x="26" y="12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1" name="Freeform 46">
              <a:extLst>
                <a:ext uri="{FF2B5EF4-FFF2-40B4-BE49-F238E27FC236}">
                  <a16:creationId xmlns:a16="http://schemas.microsoft.com/office/drawing/2014/main" id="{68BA39C9-8407-4D5E-8617-9209EB1F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616"/>
              <a:ext cx="67" cy="32"/>
            </a:xfrm>
            <a:custGeom>
              <a:avLst/>
              <a:gdLst>
                <a:gd name="T0" fmla="*/ 0 w 27"/>
                <a:gd name="T1" fmla="*/ 227 h 12"/>
                <a:gd name="T2" fmla="*/ 166 w 27"/>
                <a:gd name="T3" fmla="*/ 0 h 12"/>
                <a:gd name="T4" fmla="*/ 412 w 27"/>
                <a:gd name="T5" fmla="*/ 115 h 12"/>
                <a:gd name="T6" fmla="*/ 104 w 27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2">
                  <a:moveTo>
                    <a:pt x="0" y="12"/>
                  </a:moveTo>
                  <a:cubicBezTo>
                    <a:pt x="4" y="9"/>
                    <a:pt x="10" y="5"/>
                    <a:pt x="11" y="0"/>
                  </a:cubicBezTo>
                  <a:cubicBezTo>
                    <a:pt x="14" y="4"/>
                    <a:pt x="22" y="6"/>
                    <a:pt x="27" y="6"/>
                  </a:cubicBezTo>
                  <a:cubicBezTo>
                    <a:pt x="20" y="7"/>
                    <a:pt x="14" y="9"/>
                    <a:pt x="7" y="11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2" name="Freeform 47">
              <a:extLst>
                <a:ext uri="{FF2B5EF4-FFF2-40B4-BE49-F238E27FC236}">
                  <a16:creationId xmlns:a16="http://schemas.microsoft.com/office/drawing/2014/main" id="{A6C1A9BD-64F4-42E8-A82C-BCEFF2FAF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539"/>
              <a:ext cx="72" cy="114"/>
            </a:xfrm>
            <a:custGeom>
              <a:avLst/>
              <a:gdLst>
                <a:gd name="T0" fmla="*/ 0 w 29"/>
                <a:gd name="T1" fmla="*/ 541 h 43"/>
                <a:gd name="T2" fmla="*/ 258 w 29"/>
                <a:gd name="T3" fmla="*/ 225 h 43"/>
                <a:gd name="T4" fmla="*/ 308 w 29"/>
                <a:gd name="T5" fmla="*/ 77 h 43"/>
                <a:gd name="T6" fmla="*/ 444 w 29"/>
                <a:gd name="T7" fmla="*/ 0 h 43"/>
                <a:gd name="T8" fmla="*/ 278 w 29"/>
                <a:gd name="T9" fmla="*/ 429 h 43"/>
                <a:gd name="T10" fmla="*/ 400 w 29"/>
                <a:gd name="T11" fmla="*/ 801 h 43"/>
                <a:gd name="T12" fmla="*/ 196 w 29"/>
                <a:gd name="T13" fmla="*/ 597 h 43"/>
                <a:gd name="T14" fmla="*/ 0 w 29"/>
                <a:gd name="T15" fmla="*/ 562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3">
                  <a:moveTo>
                    <a:pt x="0" y="29"/>
                  </a:moveTo>
                  <a:cubicBezTo>
                    <a:pt x="8" y="30"/>
                    <a:pt x="14" y="18"/>
                    <a:pt x="17" y="12"/>
                  </a:cubicBezTo>
                  <a:cubicBezTo>
                    <a:pt x="18" y="9"/>
                    <a:pt x="18" y="5"/>
                    <a:pt x="20" y="4"/>
                  </a:cubicBezTo>
                  <a:cubicBezTo>
                    <a:pt x="23" y="1"/>
                    <a:pt x="26" y="2"/>
                    <a:pt x="29" y="0"/>
                  </a:cubicBezTo>
                  <a:cubicBezTo>
                    <a:pt x="22" y="6"/>
                    <a:pt x="18" y="14"/>
                    <a:pt x="18" y="23"/>
                  </a:cubicBezTo>
                  <a:cubicBezTo>
                    <a:pt x="18" y="31"/>
                    <a:pt x="25" y="36"/>
                    <a:pt x="26" y="43"/>
                  </a:cubicBezTo>
                  <a:cubicBezTo>
                    <a:pt x="18" y="42"/>
                    <a:pt x="18" y="35"/>
                    <a:pt x="13" y="32"/>
                  </a:cubicBezTo>
                  <a:cubicBezTo>
                    <a:pt x="9" y="30"/>
                    <a:pt x="3" y="34"/>
                    <a:pt x="0" y="30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3" name="Freeform 48">
              <a:extLst>
                <a:ext uri="{FF2B5EF4-FFF2-40B4-BE49-F238E27FC236}">
                  <a16:creationId xmlns:a16="http://schemas.microsoft.com/office/drawing/2014/main" id="{0BC4F3A6-56D5-4F1E-BCB5-E9B9E1504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555"/>
              <a:ext cx="70" cy="136"/>
            </a:xfrm>
            <a:custGeom>
              <a:avLst/>
              <a:gdLst>
                <a:gd name="T0" fmla="*/ 20 w 28"/>
                <a:gd name="T1" fmla="*/ 171 h 51"/>
                <a:gd name="T2" fmla="*/ 20 w 28"/>
                <a:gd name="T3" fmla="*/ 0 h 51"/>
                <a:gd name="T4" fmla="*/ 63 w 28"/>
                <a:gd name="T5" fmla="*/ 171 h 51"/>
                <a:gd name="T6" fmla="*/ 158 w 28"/>
                <a:gd name="T7" fmla="*/ 285 h 51"/>
                <a:gd name="T8" fmla="*/ 438 w 28"/>
                <a:gd name="T9" fmla="*/ 435 h 51"/>
                <a:gd name="T10" fmla="*/ 345 w 28"/>
                <a:gd name="T11" fmla="*/ 968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1">
                  <a:moveTo>
                    <a:pt x="1" y="9"/>
                  </a:moveTo>
                  <a:cubicBezTo>
                    <a:pt x="1" y="6"/>
                    <a:pt x="0" y="2"/>
                    <a:pt x="1" y="0"/>
                  </a:cubicBezTo>
                  <a:cubicBezTo>
                    <a:pt x="3" y="2"/>
                    <a:pt x="2" y="6"/>
                    <a:pt x="4" y="9"/>
                  </a:cubicBezTo>
                  <a:cubicBezTo>
                    <a:pt x="5" y="12"/>
                    <a:pt x="8" y="13"/>
                    <a:pt x="10" y="15"/>
                  </a:cubicBezTo>
                  <a:cubicBezTo>
                    <a:pt x="16" y="20"/>
                    <a:pt x="20" y="23"/>
                    <a:pt x="28" y="23"/>
                  </a:cubicBezTo>
                  <a:cubicBezTo>
                    <a:pt x="27" y="32"/>
                    <a:pt x="17" y="42"/>
                    <a:pt x="22" y="51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4" name="Freeform 49">
              <a:extLst>
                <a:ext uri="{FF2B5EF4-FFF2-40B4-BE49-F238E27FC236}">
                  <a16:creationId xmlns:a16="http://schemas.microsoft.com/office/drawing/2014/main" id="{246C74B6-4EB8-4D1A-BAC6-94035ADAE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749"/>
              <a:ext cx="172" cy="86"/>
            </a:xfrm>
            <a:custGeom>
              <a:avLst/>
              <a:gdLst>
                <a:gd name="T0" fmla="*/ 0 w 69"/>
                <a:gd name="T1" fmla="*/ 449 h 32"/>
                <a:gd name="T2" fmla="*/ 62 w 69"/>
                <a:gd name="T3" fmla="*/ 621 h 32"/>
                <a:gd name="T4" fmla="*/ 633 w 69"/>
                <a:gd name="T5" fmla="*/ 347 h 32"/>
                <a:gd name="T6" fmla="*/ 912 w 69"/>
                <a:gd name="T7" fmla="*/ 231 h 32"/>
                <a:gd name="T8" fmla="*/ 975 w 69"/>
                <a:gd name="T9" fmla="*/ 137 h 32"/>
                <a:gd name="T10" fmla="*/ 1069 w 69"/>
                <a:gd name="T11" fmla="*/ 0 h 32"/>
                <a:gd name="T12" fmla="*/ 62 w 69"/>
                <a:gd name="T13" fmla="*/ 40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2">
                  <a:moveTo>
                    <a:pt x="0" y="23"/>
                  </a:moveTo>
                  <a:cubicBezTo>
                    <a:pt x="5" y="23"/>
                    <a:pt x="4" y="28"/>
                    <a:pt x="4" y="32"/>
                  </a:cubicBezTo>
                  <a:cubicBezTo>
                    <a:pt x="15" y="25"/>
                    <a:pt x="29" y="21"/>
                    <a:pt x="41" y="18"/>
                  </a:cubicBezTo>
                  <a:cubicBezTo>
                    <a:pt x="47" y="16"/>
                    <a:pt x="54" y="14"/>
                    <a:pt x="59" y="12"/>
                  </a:cubicBezTo>
                  <a:cubicBezTo>
                    <a:pt x="62" y="10"/>
                    <a:pt x="61" y="10"/>
                    <a:pt x="63" y="7"/>
                  </a:cubicBezTo>
                  <a:cubicBezTo>
                    <a:pt x="65" y="4"/>
                    <a:pt x="66" y="1"/>
                    <a:pt x="69" y="0"/>
                  </a:cubicBezTo>
                  <a:cubicBezTo>
                    <a:pt x="48" y="9"/>
                    <a:pt x="27" y="19"/>
                    <a:pt x="4" y="21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5" name="Freeform 50">
              <a:extLst>
                <a:ext uri="{FF2B5EF4-FFF2-40B4-BE49-F238E27FC236}">
                  <a16:creationId xmlns:a16="http://schemas.microsoft.com/office/drawing/2014/main" id="{7D639465-6AD3-46A3-AC8C-77B1F64DC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176"/>
              <a:ext cx="37" cy="112"/>
            </a:xfrm>
            <a:custGeom>
              <a:avLst/>
              <a:gdLst>
                <a:gd name="T0" fmla="*/ 74 w 15"/>
                <a:gd name="T1" fmla="*/ 0 h 42"/>
                <a:gd name="T2" fmla="*/ 0 w 15"/>
                <a:gd name="T3" fmla="*/ 717 h 42"/>
                <a:gd name="T4" fmla="*/ 91 w 15"/>
                <a:gd name="T5" fmla="*/ 20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2">
                  <a:moveTo>
                    <a:pt x="5" y="0"/>
                  </a:moveTo>
                  <a:cubicBezTo>
                    <a:pt x="7" y="7"/>
                    <a:pt x="15" y="42"/>
                    <a:pt x="0" y="38"/>
                  </a:cubicBezTo>
                  <a:cubicBezTo>
                    <a:pt x="9" y="36"/>
                    <a:pt x="6" y="18"/>
                    <a:pt x="6" y="11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6" name="Freeform 51">
              <a:extLst>
                <a:ext uri="{FF2B5EF4-FFF2-40B4-BE49-F238E27FC236}">
                  <a16:creationId xmlns:a16="http://schemas.microsoft.com/office/drawing/2014/main" id="{7DB1200A-7A70-4917-9147-9FC3C5D9A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341"/>
              <a:ext cx="25" cy="107"/>
            </a:xfrm>
            <a:custGeom>
              <a:avLst/>
              <a:gdLst>
                <a:gd name="T0" fmla="*/ 0 w 10"/>
                <a:gd name="T1" fmla="*/ 0 h 40"/>
                <a:gd name="T2" fmla="*/ 145 w 10"/>
                <a:gd name="T3" fmla="*/ 115 h 40"/>
                <a:gd name="T4" fmla="*/ 95 w 10"/>
                <a:gd name="T5" fmla="*/ 342 h 40"/>
                <a:gd name="T6" fmla="*/ 0 w 10"/>
                <a:gd name="T7" fmla="*/ 765 h 40"/>
                <a:gd name="T8" fmla="*/ 33 w 10"/>
                <a:gd name="T9" fmla="*/ 401 h 40"/>
                <a:gd name="T10" fmla="*/ 63 w 10"/>
                <a:gd name="T11" fmla="*/ 193 h 40"/>
                <a:gd name="T12" fmla="*/ 20 w 10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40">
                  <a:moveTo>
                    <a:pt x="0" y="0"/>
                  </a:moveTo>
                  <a:cubicBezTo>
                    <a:pt x="4" y="2"/>
                    <a:pt x="8" y="0"/>
                    <a:pt x="9" y="6"/>
                  </a:cubicBezTo>
                  <a:cubicBezTo>
                    <a:pt x="10" y="10"/>
                    <a:pt x="8" y="14"/>
                    <a:pt x="6" y="18"/>
                  </a:cubicBezTo>
                  <a:cubicBezTo>
                    <a:pt x="5" y="23"/>
                    <a:pt x="7" y="39"/>
                    <a:pt x="0" y="40"/>
                  </a:cubicBezTo>
                  <a:cubicBezTo>
                    <a:pt x="5" y="35"/>
                    <a:pt x="2" y="27"/>
                    <a:pt x="2" y="21"/>
                  </a:cubicBezTo>
                  <a:cubicBezTo>
                    <a:pt x="2" y="17"/>
                    <a:pt x="4" y="14"/>
                    <a:pt x="4" y="10"/>
                  </a:cubicBezTo>
                  <a:cubicBezTo>
                    <a:pt x="4" y="7"/>
                    <a:pt x="1" y="4"/>
                    <a:pt x="1" y="0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7" name="Freeform 52">
              <a:extLst>
                <a:ext uri="{FF2B5EF4-FFF2-40B4-BE49-F238E27FC236}">
                  <a16:creationId xmlns:a16="http://schemas.microsoft.com/office/drawing/2014/main" id="{B9C7ADC9-9FD4-4511-8E0D-96C377505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744"/>
              <a:ext cx="152" cy="85"/>
            </a:xfrm>
            <a:custGeom>
              <a:avLst/>
              <a:gdLst>
                <a:gd name="T0" fmla="*/ 0 w 61"/>
                <a:gd name="T1" fmla="*/ 56 h 32"/>
                <a:gd name="T2" fmla="*/ 154 w 61"/>
                <a:gd name="T3" fmla="*/ 282 h 32"/>
                <a:gd name="T4" fmla="*/ 404 w 61"/>
                <a:gd name="T5" fmla="*/ 375 h 32"/>
                <a:gd name="T6" fmla="*/ 683 w 61"/>
                <a:gd name="T7" fmla="*/ 465 h 32"/>
                <a:gd name="T8" fmla="*/ 944 w 61"/>
                <a:gd name="T9" fmla="*/ 600 h 32"/>
                <a:gd name="T10" fmla="*/ 912 w 61"/>
                <a:gd name="T11" fmla="*/ 465 h 32"/>
                <a:gd name="T12" fmla="*/ 807 w 61"/>
                <a:gd name="T13" fmla="*/ 409 h 32"/>
                <a:gd name="T14" fmla="*/ 528 w 61"/>
                <a:gd name="T15" fmla="*/ 303 h 32"/>
                <a:gd name="T16" fmla="*/ 279 w 61"/>
                <a:gd name="T17" fmla="*/ 191 h 32"/>
                <a:gd name="T18" fmla="*/ 0 w 61"/>
                <a:gd name="T19" fmla="*/ 35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32">
                  <a:moveTo>
                    <a:pt x="0" y="3"/>
                  </a:moveTo>
                  <a:cubicBezTo>
                    <a:pt x="6" y="6"/>
                    <a:pt x="6" y="13"/>
                    <a:pt x="10" y="15"/>
                  </a:cubicBezTo>
                  <a:cubicBezTo>
                    <a:pt x="13" y="18"/>
                    <a:pt x="22" y="19"/>
                    <a:pt x="26" y="20"/>
                  </a:cubicBezTo>
                  <a:cubicBezTo>
                    <a:pt x="33" y="21"/>
                    <a:pt x="38" y="23"/>
                    <a:pt x="44" y="25"/>
                  </a:cubicBezTo>
                  <a:cubicBezTo>
                    <a:pt x="50" y="27"/>
                    <a:pt x="55" y="30"/>
                    <a:pt x="61" y="32"/>
                  </a:cubicBezTo>
                  <a:cubicBezTo>
                    <a:pt x="59" y="30"/>
                    <a:pt x="60" y="26"/>
                    <a:pt x="59" y="25"/>
                  </a:cubicBezTo>
                  <a:cubicBezTo>
                    <a:pt x="57" y="23"/>
                    <a:pt x="54" y="23"/>
                    <a:pt x="52" y="22"/>
                  </a:cubicBezTo>
                  <a:cubicBezTo>
                    <a:pt x="46" y="21"/>
                    <a:pt x="40" y="18"/>
                    <a:pt x="34" y="16"/>
                  </a:cubicBezTo>
                  <a:cubicBezTo>
                    <a:pt x="29" y="14"/>
                    <a:pt x="23" y="12"/>
                    <a:pt x="18" y="10"/>
                  </a:cubicBezTo>
                  <a:cubicBezTo>
                    <a:pt x="13" y="8"/>
                    <a:pt x="6" y="0"/>
                    <a:pt x="0" y="2"/>
                  </a:cubicBezTo>
                </a:path>
              </a:pathLst>
            </a:custGeom>
            <a:solidFill>
              <a:srgbClr val="867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8" name="Freeform 53">
              <a:extLst>
                <a:ext uri="{FF2B5EF4-FFF2-40B4-BE49-F238E27FC236}">
                  <a16:creationId xmlns:a16="http://schemas.microsoft.com/office/drawing/2014/main" id="{BDA095EE-2015-48CC-BE87-61880F844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104"/>
              <a:ext cx="173" cy="141"/>
            </a:xfrm>
            <a:custGeom>
              <a:avLst/>
              <a:gdLst>
                <a:gd name="T0" fmla="*/ 1088 w 69"/>
                <a:gd name="T1" fmla="*/ 0 h 53"/>
                <a:gd name="T2" fmla="*/ 346 w 69"/>
                <a:gd name="T3" fmla="*/ 247 h 53"/>
                <a:gd name="T4" fmla="*/ 20 w 69"/>
                <a:gd name="T5" fmla="*/ 998 h 53"/>
                <a:gd name="T6" fmla="*/ 376 w 69"/>
                <a:gd name="T7" fmla="*/ 362 h 53"/>
                <a:gd name="T8" fmla="*/ 1088 w 6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3">
                  <a:moveTo>
                    <a:pt x="69" y="0"/>
                  </a:moveTo>
                  <a:cubicBezTo>
                    <a:pt x="61" y="5"/>
                    <a:pt x="36" y="11"/>
                    <a:pt x="22" y="13"/>
                  </a:cubicBezTo>
                  <a:cubicBezTo>
                    <a:pt x="8" y="15"/>
                    <a:pt x="0" y="25"/>
                    <a:pt x="1" y="53"/>
                  </a:cubicBezTo>
                  <a:cubicBezTo>
                    <a:pt x="2" y="39"/>
                    <a:pt x="11" y="22"/>
                    <a:pt x="24" y="19"/>
                  </a:cubicBezTo>
                  <a:cubicBezTo>
                    <a:pt x="37" y="16"/>
                    <a:pt x="60" y="8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9" name="Freeform 54">
              <a:extLst>
                <a:ext uri="{FF2B5EF4-FFF2-40B4-BE49-F238E27FC236}">
                  <a16:creationId xmlns:a16="http://schemas.microsoft.com/office/drawing/2014/main" id="{A7032399-B90D-446B-807D-205B76E4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1469"/>
              <a:ext cx="85" cy="174"/>
            </a:xfrm>
            <a:custGeom>
              <a:avLst/>
              <a:gdLst>
                <a:gd name="T0" fmla="*/ 533 w 34"/>
                <a:gd name="T1" fmla="*/ 0 h 65"/>
                <a:gd name="T2" fmla="*/ 33 w 34"/>
                <a:gd name="T3" fmla="*/ 1247 h 65"/>
                <a:gd name="T4" fmla="*/ 533 w 34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65">
                  <a:moveTo>
                    <a:pt x="34" y="0"/>
                  </a:moveTo>
                  <a:cubicBezTo>
                    <a:pt x="13" y="13"/>
                    <a:pt x="0" y="52"/>
                    <a:pt x="2" y="65"/>
                  </a:cubicBezTo>
                  <a:cubicBezTo>
                    <a:pt x="7" y="52"/>
                    <a:pt x="22" y="12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0" name="Freeform 55">
              <a:extLst>
                <a:ext uri="{FF2B5EF4-FFF2-40B4-BE49-F238E27FC236}">
                  <a16:creationId xmlns:a16="http://schemas.microsoft.com/office/drawing/2014/main" id="{4AACAB06-5A53-48E6-B600-CA4CE2009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760"/>
              <a:ext cx="62" cy="171"/>
            </a:xfrm>
            <a:custGeom>
              <a:avLst/>
              <a:gdLst>
                <a:gd name="T0" fmla="*/ 382 w 25"/>
                <a:gd name="T1" fmla="*/ 0 h 64"/>
                <a:gd name="T2" fmla="*/ 0 w 25"/>
                <a:gd name="T3" fmla="*/ 1221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4">
                  <a:moveTo>
                    <a:pt x="25" y="0"/>
                  </a:moveTo>
                  <a:cubicBezTo>
                    <a:pt x="11" y="14"/>
                    <a:pt x="2" y="33"/>
                    <a:pt x="0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1" name="Freeform 56">
              <a:extLst>
                <a:ext uri="{FF2B5EF4-FFF2-40B4-BE49-F238E27FC236}">
                  <a16:creationId xmlns:a16="http://schemas.microsoft.com/office/drawing/2014/main" id="{841C8B37-FD39-49B5-B4B0-C3E029A3C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000"/>
              <a:ext cx="195" cy="179"/>
            </a:xfrm>
            <a:custGeom>
              <a:avLst/>
              <a:gdLst>
                <a:gd name="T0" fmla="*/ 1220 w 78"/>
                <a:gd name="T1" fmla="*/ 136 h 67"/>
                <a:gd name="T2" fmla="*/ 238 w 78"/>
                <a:gd name="T3" fmla="*/ 321 h 67"/>
                <a:gd name="T4" fmla="*/ 0 w 78"/>
                <a:gd name="T5" fmla="*/ 1277 h 67"/>
                <a:gd name="T6" fmla="*/ 438 w 78"/>
                <a:gd name="T7" fmla="*/ 286 h 67"/>
                <a:gd name="T8" fmla="*/ 1220 w 78"/>
                <a:gd name="T9" fmla="*/ 13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7">
                  <a:moveTo>
                    <a:pt x="78" y="7"/>
                  </a:moveTo>
                  <a:cubicBezTo>
                    <a:pt x="57" y="4"/>
                    <a:pt x="24" y="0"/>
                    <a:pt x="15" y="17"/>
                  </a:cubicBezTo>
                  <a:cubicBezTo>
                    <a:pt x="6" y="34"/>
                    <a:pt x="6" y="56"/>
                    <a:pt x="0" y="67"/>
                  </a:cubicBezTo>
                  <a:cubicBezTo>
                    <a:pt x="16" y="44"/>
                    <a:pt x="12" y="21"/>
                    <a:pt x="28" y="15"/>
                  </a:cubicBezTo>
                  <a:cubicBezTo>
                    <a:pt x="44" y="9"/>
                    <a:pt x="66" y="5"/>
                    <a:pt x="7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2" name="Freeform 57">
              <a:extLst>
                <a:ext uri="{FF2B5EF4-FFF2-40B4-BE49-F238E27FC236}">
                  <a16:creationId xmlns:a16="http://schemas.microsoft.com/office/drawing/2014/main" id="{687E2CE1-1AD2-4BAB-BB3E-C1F4762A9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1123"/>
              <a:ext cx="78" cy="269"/>
            </a:xfrm>
            <a:custGeom>
              <a:avLst/>
              <a:gdLst>
                <a:gd name="T0" fmla="*/ 493 w 31"/>
                <a:gd name="T1" fmla="*/ 35 h 101"/>
                <a:gd name="T2" fmla="*/ 33 w 31"/>
                <a:gd name="T3" fmla="*/ 645 h 101"/>
                <a:gd name="T4" fmla="*/ 63 w 31"/>
                <a:gd name="T5" fmla="*/ 1907 h 101"/>
                <a:gd name="T6" fmla="*/ 113 w 31"/>
                <a:gd name="T7" fmla="*/ 546 h 101"/>
                <a:gd name="T8" fmla="*/ 493 w 31"/>
                <a:gd name="T9" fmla="*/ 35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1">
                  <a:moveTo>
                    <a:pt x="31" y="2"/>
                  </a:moveTo>
                  <a:cubicBezTo>
                    <a:pt x="13" y="0"/>
                    <a:pt x="4" y="12"/>
                    <a:pt x="2" y="34"/>
                  </a:cubicBezTo>
                  <a:cubicBezTo>
                    <a:pt x="0" y="56"/>
                    <a:pt x="8" y="90"/>
                    <a:pt x="4" y="101"/>
                  </a:cubicBezTo>
                  <a:cubicBezTo>
                    <a:pt x="8" y="83"/>
                    <a:pt x="4" y="40"/>
                    <a:pt x="7" y="29"/>
                  </a:cubicBezTo>
                  <a:cubicBezTo>
                    <a:pt x="10" y="18"/>
                    <a:pt x="22" y="4"/>
                    <a:pt x="3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3" name="Freeform 58">
              <a:extLst>
                <a:ext uri="{FF2B5EF4-FFF2-40B4-BE49-F238E27FC236}">
                  <a16:creationId xmlns:a16="http://schemas.microsoft.com/office/drawing/2014/main" id="{CCC90A25-FA9B-461B-9A1C-212D0A6FC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003"/>
              <a:ext cx="125" cy="114"/>
            </a:xfrm>
            <a:custGeom>
              <a:avLst/>
              <a:gdLst>
                <a:gd name="T0" fmla="*/ 113 w 50"/>
                <a:gd name="T1" fmla="*/ 77 h 43"/>
                <a:gd name="T2" fmla="*/ 488 w 50"/>
                <a:gd name="T3" fmla="*/ 315 h 43"/>
                <a:gd name="T4" fmla="*/ 770 w 50"/>
                <a:gd name="T5" fmla="*/ 801 h 43"/>
                <a:gd name="T6" fmla="*/ 583 w 50"/>
                <a:gd name="T7" fmla="*/ 239 h 43"/>
                <a:gd name="T8" fmla="*/ 0 w 50"/>
                <a:gd name="T9" fmla="*/ 3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3">
                  <a:moveTo>
                    <a:pt x="7" y="4"/>
                  </a:moveTo>
                  <a:cubicBezTo>
                    <a:pt x="15" y="7"/>
                    <a:pt x="26" y="10"/>
                    <a:pt x="31" y="17"/>
                  </a:cubicBezTo>
                  <a:cubicBezTo>
                    <a:pt x="38" y="25"/>
                    <a:pt x="35" y="41"/>
                    <a:pt x="49" y="43"/>
                  </a:cubicBezTo>
                  <a:cubicBezTo>
                    <a:pt x="50" y="33"/>
                    <a:pt x="43" y="20"/>
                    <a:pt x="37" y="13"/>
                  </a:cubicBezTo>
                  <a:cubicBezTo>
                    <a:pt x="25" y="0"/>
                    <a:pt x="16" y="1"/>
                    <a:pt x="0" y="2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44" name="Freeform 59">
              <a:extLst>
                <a:ext uri="{FF2B5EF4-FFF2-40B4-BE49-F238E27FC236}">
                  <a16:creationId xmlns:a16="http://schemas.microsoft.com/office/drawing/2014/main" id="{8730CF1E-53CA-4BD0-8BFF-1B59A91A1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003"/>
              <a:ext cx="125" cy="114"/>
            </a:xfrm>
            <a:custGeom>
              <a:avLst/>
              <a:gdLst>
                <a:gd name="T0" fmla="*/ 113 w 50"/>
                <a:gd name="T1" fmla="*/ 77 h 43"/>
                <a:gd name="T2" fmla="*/ 488 w 50"/>
                <a:gd name="T3" fmla="*/ 315 h 43"/>
                <a:gd name="T4" fmla="*/ 770 w 50"/>
                <a:gd name="T5" fmla="*/ 801 h 43"/>
                <a:gd name="T6" fmla="*/ 583 w 50"/>
                <a:gd name="T7" fmla="*/ 239 h 43"/>
                <a:gd name="T8" fmla="*/ 0 w 50"/>
                <a:gd name="T9" fmla="*/ 3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3">
                  <a:moveTo>
                    <a:pt x="7" y="4"/>
                  </a:moveTo>
                  <a:cubicBezTo>
                    <a:pt x="15" y="7"/>
                    <a:pt x="26" y="10"/>
                    <a:pt x="31" y="17"/>
                  </a:cubicBezTo>
                  <a:cubicBezTo>
                    <a:pt x="38" y="25"/>
                    <a:pt x="35" y="41"/>
                    <a:pt x="49" y="43"/>
                  </a:cubicBezTo>
                  <a:cubicBezTo>
                    <a:pt x="50" y="33"/>
                    <a:pt x="43" y="20"/>
                    <a:pt x="37" y="13"/>
                  </a:cubicBezTo>
                  <a:cubicBezTo>
                    <a:pt x="25" y="0"/>
                    <a:pt x="16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5" name="Freeform 60">
              <a:extLst>
                <a:ext uri="{FF2B5EF4-FFF2-40B4-BE49-F238E27FC236}">
                  <a16:creationId xmlns:a16="http://schemas.microsoft.com/office/drawing/2014/main" id="{F80D0EFE-615B-419A-9C99-DB57E6E86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1709"/>
              <a:ext cx="240" cy="203"/>
            </a:xfrm>
            <a:custGeom>
              <a:avLst/>
              <a:gdLst>
                <a:gd name="T0" fmla="*/ 50 w 96"/>
                <a:gd name="T1" fmla="*/ 0 h 76"/>
                <a:gd name="T2" fmla="*/ 720 w 96"/>
                <a:gd name="T3" fmla="*/ 379 h 76"/>
                <a:gd name="T4" fmla="*/ 1158 w 96"/>
                <a:gd name="T5" fmla="*/ 401 h 76"/>
                <a:gd name="T6" fmla="*/ 1500 w 96"/>
                <a:gd name="T7" fmla="*/ 206 h 76"/>
                <a:gd name="T8" fmla="*/ 1033 w 96"/>
                <a:gd name="T9" fmla="*/ 606 h 76"/>
                <a:gd name="T10" fmla="*/ 1050 w 96"/>
                <a:gd name="T11" fmla="*/ 1448 h 76"/>
                <a:gd name="T12" fmla="*/ 688 w 96"/>
                <a:gd name="T13" fmla="*/ 435 h 76"/>
                <a:gd name="T14" fmla="*/ 0 w 96"/>
                <a:gd name="T15" fmla="*/ 21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76">
                  <a:moveTo>
                    <a:pt x="3" y="0"/>
                  </a:moveTo>
                  <a:cubicBezTo>
                    <a:pt x="19" y="2"/>
                    <a:pt x="33" y="13"/>
                    <a:pt x="46" y="20"/>
                  </a:cubicBezTo>
                  <a:cubicBezTo>
                    <a:pt x="58" y="26"/>
                    <a:pt x="63" y="28"/>
                    <a:pt x="74" y="21"/>
                  </a:cubicBezTo>
                  <a:cubicBezTo>
                    <a:pt x="81" y="18"/>
                    <a:pt x="87" y="6"/>
                    <a:pt x="96" y="11"/>
                  </a:cubicBezTo>
                  <a:cubicBezTo>
                    <a:pt x="88" y="18"/>
                    <a:pt x="72" y="23"/>
                    <a:pt x="66" y="32"/>
                  </a:cubicBezTo>
                  <a:cubicBezTo>
                    <a:pt x="55" y="47"/>
                    <a:pt x="72" y="62"/>
                    <a:pt x="67" y="76"/>
                  </a:cubicBezTo>
                  <a:cubicBezTo>
                    <a:pt x="49" y="59"/>
                    <a:pt x="62" y="36"/>
                    <a:pt x="44" y="23"/>
                  </a:cubicBezTo>
                  <a:cubicBezTo>
                    <a:pt x="31" y="14"/>
                    <a:pt x="15" y="6"/>
                    <a:pt x="0" y="1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46" name="Freeform 61">
              <a:extLst>
                <a:ext uri="{FF2B5EF4-FFF2-40B4-BE49-F238E27FC236}">
                  <a16:creationId xmlns:a16="http://schemas.microsoft.com/office/drawing/2014/main" id="{1CFEE4AD-8F99-4500-AF0E-9F2CFACDC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1709"/>
              <a:ext cx="240" cy="203"/>
            </a:xfrm>
            <a:custGeom>
              <a:avLst/>
              <a:gdLst>
                <a:gd name="T0" fmla="*/ 50 w 96"/>
                <a:gd name="T1" fmla="*/ 0 h 76"/>
                <a:gd name="T2" fmla="*/ 720 w 96"/>
                <a:gd name="T3" fmla="*/ 379 h 76"/>
                <a:gd name="T4" fmla="*/ 1158 w 96"/>
                <a:gd name="T5" fmla="*/ 401 h 76"/>
                <a:gd name="T6" fmla="*/ 1500 w 96"/>
                <a:gd name="T7" fmla="*/ 206 h 76"/>
                <a:gd name="T8" fmla="*/ 1033 w 96"/>
                <a:gd name="T9" fmla="*/ 606 h 76"/>
                <a:gd name="T10" fmla="*/ 1050 w 96"/>
                <a:gd name="T11" fmla="*/ 1448 h 76"/>
                <a:gd name="T12" fmla="*/ 688 w 96"/>
                <a:gd name="T13" fmla="*/ 435 h 76"/>
                <a:gd name="T14" fmla="*/ 0 w 96"/>
                <a:gd name="T15" fmla="*/ 21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76">
                  <a:moveTo>
                    <a:pt x="3" y="0"/>
                  </a:moveTo>
                  <a:cubicBezTo>
                    <a:pt x="19" y="2"/>
                    <a:pt x="33" y="13"/>
                    <a:pt x="46" y="20"/>
                  </a:cubicBezTo>
                  <a:cubicBezTo>
                    <a:pt x="58" y="26"/>
                    <a:pt x="63" y="28"/>
                    <a:pt x="74" y="21"/>
                  </a:cubicBezTo>
                  <a:cubicBezTo>
                    <a:pt x="81" y="18"/>
                    <a:pt x="87" y="6"/>
                    <a:pt x="96" y="11"/>
                  </a:cubicBezTo>
                  <a:cubicBezTo>
                    <a:pt x="88" y="18"/>
                    <a:pt x="72" y="23"/>
                    <a:pt x="66" y="32"/>
                  </a:cubicBezTo>
                  <a:cubicBezTo>
                    <a:pt x="55" y="47"/>
                    <a:pt x="72" y="62"/>
                    <a:pt x="67" y="76"/>
                  </a:cubicBezTo>
                  <a:cubicBezTo>
                    <a:pt x="49" y="59"/>
                    <a:pt x="62" y="36"/>
                    <a:pt x="44" y="23"/>
                  </a:cubicBezTo>
                  <a:cubicBezTo>
                    <a:pt x="31" y="14"/>
                    <a:pt x="15" y="6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7" name="Freeform 62">
              <a:extLst>
                <a:ext uri="{FF2B5EF4-FFF2-40B4-BE49-F238E27FC236}">
                  <a16:creationId xmlns:a16="http://schemas.microsoft.com/office/drawing/2014/main" id="{289EAA08-255A-4C03-A9E1-3DAB4CB10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267"/>
              <a:ext cx="110" cy="234"/>
            </a:xfrm>
            <a:custGeom>
              <a:avLst/>
              <a:gdLst>
                <a:gd name="T0" fmla="*/ 33 w 44"/>
                <a:gd name="T1" fmla="*/ 149 h 88"/>
                <a:gd name="T2" fmla="*/ 63 w 44"/>
                <a:gd name="T3" fmla="*/ 1074 h 88"/>
                <a:gd name="T4" fmla="*/ 300 w 44"/>
                <a:gd name="T5" fmla="*/ 1577 h 88"/>
                <a:gd name="T6" fmla="*/ 645 w 44"/>
                <a:gd name="T7" fmla="*/ 1619 h 88"/>
                <a:gd name="T8" fmla="*/ 425 w 44"/>
                <a:gd name="T9" fmla="*/ 1449 h 88"/>
                <a:gd name="T10" fmla="*/ 145 w 44"/>
                <a:gd name="T11" fmla="*/ 1053 h 88"/>
                <a:gd name="T12" fmla="*/ 50 w 44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88">
                  <a:moveTo>
                    <a:pt x="2" y="8"/>
                  </a:moveTo>
                  <a:cubicBezTo>
                    <a:pt x="2" y="23"/>
                    <a:pt x="0" y="42"/>
                    <a:pt x="4" y="57"/>
                  </a:cubicBezTo>
                  <a:cubicBezTo>
                    <a:pt x="6" y="66"/>
                    <a:pt x="11" y="80"/>
                    <a:pt x="19" y="84"/>
                  </a:cubicBezTo>
                  <a:cubicBezTo>
                    <a:pt x="27" y="88"/>
                    <a:pt x="34" y="82"/>
                    <a:pt x="41" y="86"/>
                  </a:cubicBezTo>
                  <a:cubicBezTo>
                    <a:pt x="44" y="73"/>
                    <a:pt x="32" y="79"/>
                    <a:pt x="27" y="77"/>
                  </a:cubicBezTo>
                  <a:cubicBezTo>
                    <a:pt x="16" y="73"/>
                    <a:pt x="11" y="67"/>
                    <a:pt x="9" y="56"/>
                  </a:cubicBezTo>
                  <a:cubicBezTo>
                    <a:pt x="5" y="39"/>
                    <a:pt x="9" y="16"/>
                    <a:pt x="3" y="0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48" name="Freeform 63">
              <a:extLst>
                <a:ext uri="{FF2B5EF4-FFF2-40B4-BE49-F238E27FC236}">
                  <a16:creationId xmlns:a16="http://schemas.microsoft.com/office/drawing/2014/main" id="{C0981B58-EA4C-48DA-BD0E-4C90D50C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267"/>
              <a:ext cx="110" cy="234"/>
            </a:xfrm>
            <a:custGeom>
              <a:avLst/>
              <a:gdLst>
                <a:gd name="T0" fmla="*/ 33 w 44"/>
                <a:gd name="T1" fmla="*/ 149 h 88"/>
                <a:gd name="T2" fmla="*/ 63 w 44"/>
                <a:gd name="T3" fmla="*/ 1074 h 88"/>
                <a:gd name="T4" fmla="*/ 300 w 44"/>
                <a:gd name="T5" fmla="*/ 1577 h 88"/>
                <a:gd name="T6" fmla="*/ 645 w 44"/>
                <a:gd name="T7" fmla="*/ 1619 h 88"/>
                <a:gd name="T8" fmla="*/ 425 w 44"/>
                <a:gd name="T9" fmla="*/ 1449 h 88"/>
                <a:gd name="T10" fmla="*/ 145 w 44"/>
                <a:gd name="T11" fmla="*/ 1053 h 88"/>
                <a:gd name="T12" fmla="*/ 50 w 44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88">
                  <a:moveTo>
                    <a:pt x="2" y="8"/>
                  </a:moveTo>
                  <a:cubicBezTo>
                    <a:pt x="2" y="23"/>
                    <a:pt x="0" y="42"/>
                    <a:pt x="4" y="57"/>
                  </a:cubicBezTo>
                  <a:cubicBezTo>
                    <a:pt x="6" y="66"/>
                    <a:pt x="11" y="80"/>
                    <a:pt x="19" y="84"/>
                  </a:cubicBezTo>
                  <a:cubicBezTo>
                    <a:pt x="27" y="88"/>
                    <a:pt x="34" y="82"/>
                    <a:pt x="41" y="86"/>
                  </a:cubicBezTo>
                  <a:cubicBezTo>
                    <a:pt x="44" y="73"/>
                    <a:pt x="32" y="79"/>
                    <a:pt x="27" y="77"/>
                  </a:cubicBezTo>
                  <a:cubicBezTo>
                    <a:pt x="16" y="73"/>
                    <a:pt x="11" y="67"/>
                    <a:pt x="9" y="56"/>
                  </a:cubicBezTo>
                  <a:cubicBezTo>
                    <a:pt x="5" y="39"/>
                    <a:pt x="9" y="16"/>
                    <a:pt x="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9" name="Freeform 64">
              <a:extLst>
                <a:ext uri="{FF2B5EF4-FFF2-40B4-BE49-F238E27FC236}">
                  <a16:creationId xmlns:a16="http://schemas.microsoft.com/office/drawing/2014/main" id="{64DEC4E5-77F9-49DC-91A6-785080752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155"/>
              <a:ext cx="52" cy="109"/>
            </a:xfrm>
            <a:custGeom>
              <a:avLst/>
              <a:gdLst>
                <a:gd name="T0" fmla="*/ 62 w 21"/>
                <a:gd name="T1" fmla="*/ 21 h 41"/>
                <a:gd name="T2" fmla="*/ 124 w 21"/>
                <a:gd name="T3" fmla="*/ 771 h 41"/>
                <a:gd name="T4" fmla="*/ 92 w 21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1">
                  <a:moveTo>
                    <a:pt x="4" y="1"/>
                  </a:moveTo>
                  <a:cubicBezTo>
                    <a:pt x="8" y="12"/>
                    <a:pt x="0" y="34"/>
                    <a:pt x="8" y="41"/>
                  </a:cubicBezTo>
                  <a:cubicBezTo>
                    <a:pt x="21" y="38"/>
                    <a:pt x="8" y="9"/>
                    <a:pt x="6" y="0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50" name="Freeform 65">
              <a:extLst>
                <a:ext uri="{FF2B5EF4-FFF2-40B4-BE49-F238E27FC236}">
                  <a16:creationId xmlns:a16="http://schemas.microsoft.com/office/drawing/2014/main" id="{745BAEE9-2565-4FE9-AB24-111F50C80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155"/>
              <a:ext cx="52" cy="109"/>
            </a:xfrm>
            <a:custGeom>
              <a:avLst/>
              <a:gdLst>
                <a:gd name="T0" fmla="*/ 62 w 21"/>
                <a:gd name="T1" fmla="*/ 21 h 41"/>
                <a:gd name="T2" fmla="*/ 124 w 21"/>
                <a:gd name="T3" fmla="*/ 771 h 41"/>
                <a:gd name="T4" fmla="*/ 92 w 21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1">
                  <a:moveTo>
                    <a:pt x="4" y="1"/>
                  </a:moveTo>
                  <a:cubicBezTo>
                    <a:pt x="8" y="12"/>
                    <a:pt x="0" y="34"/>
                    <a:pt x="8" y="41"/>
                  </a:cubicBezTo>
                  <a:cubicBezTo>
                    <a:pt x="21" y="38"/>
                    <a:pt x="8" y="9"/>
                    <a:pt x="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1" name="Freeform 66">
              <a:extLst>
                <a:ext uri="{FF2B5EF4-FFF2-40B4-BE49-F238E27FC236}">
                  <a16:creationId xmlns:a16="http://schemas.microsoft.com/office/drawing/2014/main" id="{E69E8DCD-647D-455F-B268-CDD4DD4D4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867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2" name="Freeform 67">
              <a:extLst>
                <a:ext uri="{FF2B5EF4-FFF2-40B4-BE49-F238E27FC236}">
                  <a16:creationId xmlns:a16="http://schemas.microsoft.com/office/drawing/2014/main" id="{C0FAEE97-B62A-4A87-962E-9A42AAA6C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221"/>
              <a:ext cx="100" cy="75"/>
            </a:xfrm>
            <a:custGeom>
              <a:avLst/>
              <a:gdLst>
                <a:gd name="T0" fmla="*/ 625 w 40"/>
                <a:gd name="T1" fmla="*/ 115 h 28"/>
                <a:gd name="T2" fmla="*/ 33 w 40"/>
                <a:gd name="T3" fmla="*/ 252 h 28"/>
                <a:gd name="T4" fmla="*/ 345 w 40"/>
                <a:gd name="T5" fmla="*/ 367 h 28"/>
                <a:gd name="T6" fmla="*/ 595 w 40"/>
                <a:gd name="T7" fmla="*/ 32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40" y="6"/>
                  </a:moveTo>
                  <a:cubicBezTo>
                    <a:pt x="35" y="28"/>
                    <a:pt x="5" y="0"/>
                    <a:pt x="2" y="13"/>
                  </a:cubicBezTo>
                  <a:cubicBezTo>
                    <a:pt x="0" y="21"/>
                    <a:pt x="18" y="18"/>
                    <a:pt x="22" y="19"/>
                  </a:cubicBezTo>
                  <a:cubicBezTo>
                    <a:pt x="29" y="20"/>
                    <a:pt x="32" y="25"/>
                    <a:pt x="38" y="17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53" name="Freeform 68">
              <a:extLst>
                <a:ext uri="{FF2B5EF4-FFF2-40B4-BE49-F238E27FC236}">
                  <a16:creationId xmlns:a16="http://schemas.microsoft.com/office/drawing/2014/main" id="{2ACF2DE0-0972-460F-89A6-B96822BA4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221"/>
              <a:ext cx="100" cy="75"/>
            </a:xfrm>
            <a:custGeom>
              <a:avLst/>
              <a:gdLst>
                <a:gd name="T0" fmla="*/ 625 w 40"/>
                <a:gd name="T1" fmla="*/ 115 h 28"/>
                <a:gd name="T2" fmla="*/ 33 w 40"/>
                <a:gd name="T3" fmla="*/ 252 h 28"/>
                <a:gd name="T4" fmla="*/ 345 w 40"/>
                <a:gd name="T5" fmla="*/ 367 h 28"/>
                <a:gd name="T6" fmla="*/ 595 w 40"/>
                <a:gd name="T7" fmla="*/ 32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40" y="6"/>
                  </a:moveTo>
                  <a:cubicBezTo>
                    <a:pt x="35" y="28"/>
                    <a:pt x="5" y="0"/>
                    <a:pt x="2" y="13"/>
                  </a:cubicBezTo>
                  <a:cubicBezTo>
                    <a:pt x="0" y="21"/>
                    <a:pt x="18" y="18"/>
                    <a:pt x="22" y="19"/>
                  </a:cubicBezTo>
                  <a:cubicBezTo>
                    <a:pt x="29" y="20"/>
                    <a:pt x="32" y="25"/>
                    <a:pt x="38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4" name="Freeform 69">
              <a:extLst>
                <a:ext uri="{FF2B5EF4-FFF2-40B4-BE49-F238E27FC236}">
                  <a16:creationId xmlns:a16="http://schemas.microsoft.com/office/drawing/2014/main" id="{CC0926D6-7DCF-4EDA-A4C7-A31708CB1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603"/>
              <a:ext cx="112" cy="32"/>
            </a:xfrm>
            <a:custGeom>
              <a:avLst/>
              <a:gdLst>
                <a:gd name="T0" fmla="*/ 694 w 45"/>
                <a:gd name="T1" fmla="*/ 0 h 12"/>
                <a:gd name="T2" fmla="*/ 371 w 45"/>
                <a:gd name="T3" fmla="*/ 77 h 12"/>
                <a:gd name="T4" fmla="*/ 371 w 45"/>
                <a:gd name="T5" fmla="*/ 77 h 12"/>
                <a:gd name="T6" fmla="*/ 0 w 45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2">
                  <a:moveTo>
                    <a:pt x="45" y="0"/>
                  </a:moveTo>
                  <a:cubicBezTo>
                    <a:pt x="41" y="11"/>
                    <a:pt x="31" y="10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19" y="10"/>
                    <a:pt x="4" y="12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5" name="Freeform 70">
              <a:extLst>
                <a:ext uri="{FF2B5EF4-FFF2-40B4-BE49-F238E27FC236}">
                  <a16:creationId xmlns:a16="http://schemas.microsoft.com/office/drawing/2014/main" id="{3BAFC5F3-3898-4B7F-B49F-322645036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696"/>
              <a:ext cx="705" cy="600"/>
            </a:xfrm>
            <a:custGeom>
              <a:avLst/>
              <a:gdLst>
                <a:gd name="T0" fmla="*/ 2208 w 282"/>
                <a:gd name="T1" fmla="*/ 717 h 225"/>
                <a:gd name="T2" fmla="*/ 3113 w 282"/>
                <a:gd name="T3" fmla="*/ 547 h 225"/>
                <a:gd name="T4" fmla="*/ 3750 w 282"/>
                <a:gd name="T5" fmla="*/ 115 h 225"/>
                <a:gd name="T6" fmla="*/ 4333 w 282"/>
                <a:gd name="T7" fmla="*/ 93 h 225"/>
                <a:gd name="T8" fmla="*/ 4270 w 282"/>
                <a:gd name="T9" fmla="*/ 248 h 225"/>
                <a:gd name="T10" fmla="*/ 4125 w 282"/>
                <a:gd name="T11" fmla="*/ 227 h 225"/>
                <a:gd name="T12" fmla="*/ 3658 w 282"/>
                <a:gd name="T13" fmla="*/ 627 h 225"/>
                <a:gd name="T14" fmla="*/ 3563 w 282"/>
                <a:gd name="T15" fmla="*/ 704 h 225"/>
                <a:gd name="T16" fmla="*/ 2488 w 282"/>
                <a:gd name="T17" fmla="*/ 1288 h 225"/>
                <a:gd name="T18" fmla="*/ 2250 w 282"/>
                <a:gd name="T19" fmla="*/ 2013 h 225"/>
                <a:gd name="T20" fmla="*/ 2333 w 282"/>
                <a:gd name="T21" fmla="*/ 3563 h 225"/>
                <a:gd name="T22" fmla="*/ 2208 w 282"/>
                <a:gd name="T23" fmla="*/ 4267 h 225"/>
                <a:gd name="T24" fmla="*/ 2208 w 282"/>
                <a:gd name="T25" fmla="*/ 4267 h 225"/>
                <a:gd name="T26" fmla="*/ 2083 w 282"/>
                <a:gd name="T27" fmla="*/ 3563 h 225"/>
                <a:gd name="T28" fmla="*/ 2158 w 282"/>
                <a:gd name="T29" fmla="*/ 2013 h 225"/>
                <a:gd name="T30" fmla="*/ 1925 w 282"/>
                <a:gd name="T31" fmla="*/ 1288 h 225"/>
                <a:gd name="T32" fmla="*/ 845 w 282"/>
                <a:gd name="T33" fmla="*/ 704 h 225"/>
                <a:gd name="T34" fmla="*/ 750 w 282"/>
                <a:gd name="T35" fmla="*/ 627 h 225"/>
                <a:gd name="T36" fmla="*/ 283 w 282"/>
                <a:gd name="T37" fmla="*/ 227 h 225"/>
                <a:gd name="T38" fmla="*/ 145 w 282"/>
                <a:gd name="T39" fmla="*/ 248 h 225"/>
                <a:gd name="T40" fmla="*/ 83 w 282"/>
                <a:gd name="T41" fmla="*/ 93 h 225"/>
                <a:gd name="T42" fmla="*/ 658 w 282"/>
                <a:gd name="T43" fmla="*/ 115 h 225"/>
                <a:gd name="T44" fmla="*/ 1300 w 282"/>
                <a:gd name="T45" fmla="*/ 547 h 225"/>
                <a:gd name="T46" fmla="*/ 2208 w 282"/>
                <a:gd name="T47" fmla="*/ 717 h 22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2" h="225">
                  <a:moveTo>
                    <a:pt x="141" y="38"/>
                  </a:moveTo>
                  <a:cubicBezTo>
                    <a:pt x="158" y="38"/>
                    <a:pt x="175" y="34"/>
                    <a:pt x="199" y="29"/>
                  </a:cubicBezTo>
                  <a:cubicBezTo>
                    <a:pt x="211" y="26"/>
                    <a:pt x="224" y="13"/>
                    <a:pt x="240" y="6"/>
                  </a:cubicBezTo>
                  <a:cubicBezTo>
                    <a:pt x="256" y="0"/>
                    <a:pt x="273" y="1"/>
                    <a:pt x="277" y="5"/>
                  </a:cubicBezTo>
                  <a:cubicBezTo>
                    <a:pt x="282" y="10"/>
                    <a:pt x="279" y="12"/>
                    <a:pt x="273" y="13"/>
                  </a:cubicBezTo>
                  <a:cubicBezTo>
                    <a:pt x="271" y="12"/>
                    <a:pt x="267" y="12"/>
                    <a:pt x="264" y="12"/>
                  </a:cubicBezTo>
                  <a:cubicBezTo>
                    <a:pt x="249" y="12"/>
                    <a:pt x="237" y="21"/>
                    <a:pt x="234" y="33"/>
                  </a:cubicBezTo>
                  <a:cubicBezTo>
                    <a:pt x="232" y="35"/>
                    <a:pt x="231" y="36"/>
                    <a:pt x="228" y="37"/>
                  </a:cubicBezTo>
                  <a:cubicBezTo>
                    <a:pt x="201" y="45"/>
                    <a:pt x="167" y="54"/>
                    <a:pt x="159" y="68"/>
                  </a:cubicBezTo>
                  <a:cubicBezTo>
                    <a:pt x="153" y="80"/>
                    <a:pt x="144" y="96"/>
                    <a:pt x="144" y="106"/>
                  </a:cubicBezTo>
                  <a:cubicBezTo>
                    <a:pt x="144" y="117"/>
                    <a:pt x="147" y="173"/>
                    <a:pt x="149" y="188"/>
                  </a:cubicBezTo>
                  <a:cubicBezTo>
                    <a:pt x="152" y="202"/>
                    <a:pt x="157" y="225"/>
                    <a:pt x="141" y="225"/>
                  </a:cubicBezTo>
                  <a:cubicBezTo>
                    <a:pt x="141" y="225"/>
                    <a:pt x="141" y="225"/>
                    <a:pt x="141" y="225"/>
                  </a:cubicBezTo>
                  <a:cubicBezTo>
                    <a:pt x="125" y="225"/>
                    <a:pt x="130" y="202"/>
                    <a:pt x="133" y="188"/>
                  </a:cubicBezTo>
                  <a:cubicBezTo>
                    <a:pt x="135" y="173"/>
                    <a:pt x="138" y="117"/>
                    <a:pt x="138" y="106"/>
                  </a:cubicBezTo>
                  <a:cubicBezTo>
                    <a:pt x="138" y="96"/>
                    <a:pt x="129" y="80"/>
                    <a:pt x="123" y="68"/>
                  </a:cubicBezTo>
                  <a:cubicBezTo>
                    <a:pt x="115" y="54"/>
                    <a:pt x="81" y="45"/>
                    <a:pt x="54" y="37"/>
                  </a:cubicBezTo>
                  <a:cubicBezTo>
                    <a:pt x="52" y="36"/>
                    <a:pt x="50" y="35"/>
                    <a:pt x="48" y="33"/>
                  </a:cubicBezTo>
                  <a:cubicBezTo>
                    <a:pt x="45" y="21"/>
                    <a:pt x="33" y="12"/>
                    <a:pt x="18" y="12"/>
                  </a:cubicBezTo>
                  <a:cubicBezTo>
                    <a:pt x="15" y="12"/>
                    <a:pt x="12" y="12"/>
                    <a:pt x="9" y="13"/>
                  </a:cubicBezTo>
                  <a:cubicBezTo>
                    <a:pt x="3" y="12"/>
                    <a:pt x="0" y="10"/>
                    <a:pt x="5" y="5"/>
                  </a:cubicBezTo>
                  <a:cubicBezTo>
                    <a:pt x="9" y="1"/>
                    <a:pt x="26" y="0"/>
                    <a:pt x="42" y="6"/>
                  </a:cubicBezTo>
                  <a:cubicBezTo>
                    <a:pt x="58" y="13"/>
                    <a:pt x="71" y="26"/>
                    <a:pt x="83" y="29"/>
                  </a:cubicBezTo>
                  <a:cubicBezTo>
                    <a:pt x="107" y="34"/>
                    <a:pt x="124" y="38"/>
                    <a:pt x="141" y="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6" name="Freeform 71">
              <a:extLst>
                <a:ext uri="{FF2B5EF4-FFF2-40B4-BE49-F238E27FC236}">
                  <a16:creationId xmlns:a16="http://schemas.microsoft.com/office/drawing/2014/main" id="{80EA0B7C-2A4A-44F3-95AF-F4D436B5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328"/>
              <a:ext cx="75" cy="131"/>
            </a:xfrm>
            <a:custGeom>
              <a:avLst/>
              <a:gdLst>
                <a:gd name="T0" fmla="*/ 238 w 30"/>
                <a:gd name="T1" fmla="*/ 936 h 49"/>
                <a:gd name="T2" fmla="*/ 408 w 30"/>
                <a:gd name="T3" fmla="*/ 380 h 49"/>
                <a:gd name="T4" fmla="*/ 238 w 30"/>
                <a:gd name="T5" fmla="*/ 0 h 49"/>
                <a:gd name="T6" fmla="*/ 238 w 30"/>
                <a:gd name="T7" fmla="*/ 0 h 49"/>
                <a:gd name="T8" fmla="*/ 63 w 30"/>
                <a:gd name="T9" fmla="*/ 380 h 49"/>
                <a:gd name="T10" fmla="*/ 238 w 30"/>
                <a:gd name="T11" fmla="*/ 936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9">
                  <a:moveTo>
                    <a:pt x="15" y="49"/>
                  </a:moveTo>
                  <a:cubicBezTo>
                    <a:pt x="24" y="49"/>
                    <a:pt x="23" y="29"/>
                    <a:pt x="26" y="20"/>
                  </a:cubicBezTo>
                  <a:cubicBezTo>
                    <a:pt x="29" y="11"/>
                    <a:pt x="30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0" y="0"/>
                    <a:pt x="1" y="11"/>
                    <a:pt x="4" y="20"/>
                  </a:cubicBezTo>
                  <a:cubicBezTo>
                    <a:pt x="7" y="29"/>
                    <a:pt x="6" y="49"/>
                    <a:pt x="15" y="4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7" name="Freeform 72">
              <a:extLst>
                <a:ext uri="{FF2B5EF4-FFF2-40B4-BE49-F238E27FC236}">
                  <a16:creationId xmlns:a16="http://schemas.microsoft.com/office/drawing/2014/main" id="{912296BE-070A-4032-A390-7685D8D1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789"/>
              <a:ext cx="140" cy="131"/>
            </a:xfrm>
            <a:custGeom>
              <a:avLst/>
              <a:gdLst>
                <a:gd name="T0" fmla="*/ 470 w 56"/>
                <a:gd name="T1" fmla="*/ 0 h 49"/>
                <a:gd name="T2" fmla="*/ 583 w 56"/>
                <a:gd name="T3" fmla="*/ 364 h 49"/>
                <a:gd name="T4" fmla="*/ 800 w 56"/>
                <a:gd name="T5" fmla="*/ 251 h 49"/>
                <a:gd name="T6" fmla="*/ 613 w 56"/>
                <a:gd name="T7" fmla="*/ 650 h 49"/>
                <a:gd name="T8" fmla="*/ 438 w 56"/>
                <a:gd name="T9" fmla="*/ 936 h 49"/>
                <a:gd name="T10" fmla="*/ 438 w 56"/>
                <a:gd name="T11" fmla="*/ 936 h 49"/>
                <a:gd name="T12" fmla="*/ 270 w 56"/>
                <a:gd name="T13" fmla="*/ 650 h 49"/>
                <a:gd name="T14" fmla="*/ 83 w 56"/>
                <a:gd name="T15" fmla="*/ 251 h 49"/>
                <a:gd name="T16" fmla="*/ 300 w 56"/>
                <a:gd name="T17" fmla="*/ 364 h 49"/>
                <a:gd name="T18" fmla="*/ 408 w 56"/>
                <a:gd name="T19" fmla="*/ 21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49">
                  <a:moveTo>
                    <a:pt x="30" y="0"/>
                  </a:moveTo>
                  <a:cubicBezTo>
                    <a:pt x="29" y="8"/>
                    <a:pt x="32" y="20"/>
                    <a:pt x="37" y="19"/>
                  </a:cubicBezTo>
                  <a:cubicBezTo>
                    <a:pt x="42" y="18"/>
                    <a:pt x="46" y="6"/>
                    <a:pt x="51" y="13"/>
                  </a:cubicBezTo>
                  <a:cubicBezTo>
                    <a:pt x="56" y="20"/>
                    <a:pt x="45" y="23"/>
                    <a:pt x="39" y="34"/>
                  </a:cubicBezTo>
                  <a:cubicBezTo>
                    <a:pt x="33" y="45"/>
                    <a:pt x="32" y="49"/>
                    <a:pt x="28" y="49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4" y="49"/>
                    <a:pt x="23" y="45"/>
                    <a:pt x="17" y="34"/>
                  </a:cubicBezTo>
                  <a:cubicBezTo>
                    <a:pt x="11" y="23"/>
                    <a:pt x="0" y="20"/>
                    <a:pt x="5" y="13"/>
                  </a:cubicBezTo>
                  <a:cubicBezTo>
                    <a:pt x="10" y="6"/>
                    <a:pt x="14" y="18"/>
                    <a:pt x="19" y="19"/>
                  </a:cubicBezTo>
                  <a:cubicBezTo>
                    <a:pt x="24" y="20"/>
                    <a:pt x="27" y="9"/>
                    <a:pt x="26" y="1"/>
                  </a:cubicBezTo>
                </a:path>
              </a:pathLst>
            </a:custGeom>
            <a:solidFill>
              <a:srgbClr val="E8E4EB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58" name="Freeform 73">
              <a:extLst>
                <a:ext uri="{FF2B5EF4-FFF2-40B4-BE49-F238E27FC236}">
                  <a16:creationId xmlns:a16="http://schemas.microsoft.com/office/drawing/2014/main" id="{B33EDFE3-C111-4AC7-AA09-B18DAC07D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789"/>
              <a:ext cx="140" cy="131"/>
            </a:xfrm>
            <a:custGeom>
              <a:avLst/>
              <a:gdLst>
                <a:gd name="T0" fmla="*/ 470 w 56"/>
                <a:gd name="T1" fmla="*/ 0 h 49"/>
                <a:gd name="T2" fmla="*/ 583 w 56"/>
                <a:gd name="T3" fmla="*/ 364 h 49"/>
                <a:gd name="T4" fmla="*/ 800 w 56"/>
                <a:gd name="T5" fmla="*/ 251 h 49"/>
                <a:gd name="T6" fmla="*/ 613 w 56"/>
                <a:gd name="T7" fmla="*/ 650 h 49"/>
                <a:gd name="T8" fmla="*/ 438 w 56"/>
                <a:gd name="T9" fmla="*/ 936 h 49"/>
                <a:gd name="T10" fmla="*/ 438 w 56"/>
                <a:gd name="T11" fmla="*/ 936 h 49"/>
                <a:gd name="T12" fmla="*/ 270 w 56"/>
                <a:gd name="T13" fmla="*/ 650 h 49"/>
                <a:gd name="T14" fmla="*/ 83 w 56"/>
                <a:gd name="T15" fmla="*/ 251 h 49"/>
                <a:gd name="T16" fmla="*/ 300 w 56"/>
                <a:gd name="T17" fmla="*/ 364 h 49"/>
                <a:gd name="T18" fmla="*/ 408 w 56"/>
                <a:gd name="T19" fmla="*/ 21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49">
                  <a:moveTo>
                    <a:pt x="30" y="0"/>
                  </a:moveTo>
                  <a:cubicBezTo>
                    <a:pt x="29" y="8"/>
                    <a:pt x="32" y="20"/>
                    <a:pt x="37" y="19"/>
                  </a:cubicBezTo>
                  <a:cubicBezTo>
                    <a:pt x="42" y="18"/>
                    <a:pt x="46" y="6"/>
                    <a:pt x="51" y="13"/>
                  </a:cubicBezTo>
                  <a:cubicBezTo>
                    <a:pt x="56" y="20"/>
                    <a:pt x="45" y="23"/>
                    <a:pt x="39" y="34"/>
                  </a:cubicBezTo>
                  <a:cubicBezTo>
                    <a:pt x="33" y="45"/>
                    <a:pt x="32" y="49"/>
                    <a:pt x="28" y="49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4" y="49"/>
                    <a:pt x="23" y="45"/>
                    <a:pt x="17" y="34"/>
                  </a:cubicBezTo>
                  <a:cubicBezTo>
                    <a:pt x="11" y="23"/>
                    <a:pt x="0" y="20"/>
                    <a:pt x="5" y="13"/>
                  </a:cubicBezTo>
                  <a:cubicBezTo>
                    <a:pt x="10" y="6"/>
                    <a:pt x="14" y="18"/>
                    <a:pt x="19" y="19"/>
                  </a:cubicBezTo>
                  <a:cubicBezTo>
                    <a:pt x="24" y="20"/>
                    <a:pt x="27" y="9"/>
                    <a:pt x="26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9" name="Freeform 74">
              <a:extLst>
                <a:ext uri="{FF2B5EF4-FFF2-40B4-BE49-F238E27FC236}">
                  <a16:creationId xmlns:a16="http://schemas.microsoft.com/office/drawing/2014/main" id="{07D0A7A6-2284-462A-80F4-F7992A511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867"/>
              <a:ext cx="10" cy="2"/>
            </a:xfrm>
            <a:custGeom>
              <a:avLst/>
              <a:gdLst>
                <a:gd name="T0" fmla="*/ 63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2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0" name="Freeform 75">
              <a:extLst>
                <a:ext uri="{FF2B5EF4-FFF2-40B4-BE49-F238E27FC236}">
                  <a16:creationId xmlns:a16="http://schemas.microsoft.com/office/drawing/2014/main" id="{C3F4207B-F3E3-42A9-9527-9325685B1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971"/>
              <a:ext cx="892" cy="741"/>
            </a:xfrm>
            <a:custGeom>
              <a:avLst/>
              <a:gdLst>
                <a:gd name="T0" fmla="*/ 30 w 357"/>
                <a:gd name="T1" fmla="*/ 2103 h 278"/>
                <a:gd name="T2" fmla="*/ 125 w 357"/>
                <a:gd name="T3" fmla="*/ 1229 h 278"/>
                <a:gd name="T4" fmla="*/ 812 w 357"/>
                <a:gd name="T5" fmla="*/ 946 h 278"/>
                <a:gd name="T6" fmla="*/ 2074 w 357"/>
                <a:gd name="T7" fmla="*/ 1386 h 278"/>
                <a:gd name="T8" fmla="*/ 2384 w 357"/>
                <a:gd name="T9" fmla="*/ 376 h 278"/>
                <a:gd name="T10" fmla="*/ 3403 w 357"/>
                <a:gd name="T11" fmla="*/ 171 h 278"/>
                <a:gd name="T12" fmla="*/ 4165 w 357"/>
                <a:gd name="T13" fmla="*/ 832 h 278"/>
                <a:gd name="T14" fmla="*/ 4475 w 357"/>
                <a:gd name="T15" fmla="*/ 1271 h 278"/>
                <a:gd name="T16" fmla="*/ 4537 w 357"/>
                <a:gd name="T17" fmla="*/ 2239 h 278"/>
                <a:gd name="T18" fmla="*/ 4475 w 357"/>
                <a:gd name="T19" fmla="*/ 3196 h 278"/>
                <a:gd name="T20" fmla="*/ 4403 w 357"/>
                <a:gd name="T21" fmla="*/ 3766 h 278"/>
                <a:gd name="T22" fmla="*/ 3995 w 357"/>
                <a:gd name="T23" fmla="*/ 3809 h 278"/>
                <a:gd name="T24" fmla="*/ 3383 w 357"/>
                <a:gd name="T25" fmla="*/ 3729 h 278"/>
                <a:gd name="T26" fmla="*/ 3071 w 357"/>
                <a:gd name="T27" fmla="*/ 3446 h 278"/>
                <a:gd name="T28" fmla="*/ 3308 w 357"/>
                <a:gd name="T29" fmla="*/ 3844 h 278"/>
                <a:gd name="T30" fmla="*/ 3558 w 357"/>
                <a:gd name="T31" fmla="*/ 4036 h 278"/>
                <a:gd name="T32" fmla="*/ 3183 w 357"/>
                <a:gd name="T33" fmla="*/ 4619 h 278"/>
                <a:gd name="T34" fmla="*/ 3653 w 357"/>
                <a:gd name="T35" fmla="*/ 4129 h 278"/>
                <a:gd name="T36" fmla="*/ 4153 w 357"/>
                <a:gd name="T37" fmla="*/ 3921 h 278"/>
                <a:gd name="T38" fmla="*/ 4462 w 357"/>
                <a:gd name="T39" fmla="*/ 3921 h 278"/>
                <a:gd name="T40" fmla="*/ 4495 w 357"/>
                <a:gd name="T41" fmla="*/ 4811 h 278"/>
                <a:gd name="T42" fmla="*/ 4090 w 357"/>
                <a:gd name="T43" fmla="*/ 5072 h 278"/>
                <a:gd name="T44" fmla="*/ 3590 w 357"/>
                <a:gd name="T45" fmla="*/ 4944 h 278"/>
                <a:gd name="T46" fmla="*/ 4557 w 357"/>
                <a:gd name="T47" fmla="*/ 5264 h 278"/>
                <a:gd name="T48" fmla="*/ 5462 w 357"/>
                <a:gd name="T49" fmla="*/ 5115 h 278"/>
                <a:gd name="T50" fmla="*/ 5432 w 357"/>
                <a:gd name="T51" fmla="*/ 5016 h 278"/>
                <a:gd name="T52" fmla="*/ 4932 w 357"/>
                <a:gd name="T53" fmla="*/ 5072 h 278"/>
                <a:gd name="T54" fmla="*/ 4932 w 357"/>
                <a:gd name="T55" fmla="*/ 5072 h 278"/>
                <a:gd name="T56" fmla="*/ 4682 w 357"/>
                <a:gd name="T57" fmla="*/ 4811 h 278"/>
                <a:gd name="T58" fmla="*/ 4682 w 357"/>
                <a:gd name="T59" fmla="*/ 3822 h 278"/>
                <a:gd name="T60" fmla="*/ 4975 w 357"/>
                <a:gd name="T61" fmla="*/ 3580 h 278"/>
                <a:gd name="T62" fmla="*/ 5225 w 357"/>
                <a:gd name="T63" fmla="*/ 3468 h 278"/>
                <a:gd name="T64" fmla="*/ 4620 w 357"/>
                <a:gd name="T65" fmla="*/ 3409 h 278"/>
                <a:gd name="T66" fmla="*/ 4570 w 357"/>
                <a:gd name="T67" fmla="*/ 2969 h 278"/>
                <a:gd name="T68" fmla="*/ 4600 w 357"/>
                <a:gd name="T69" fmla="*/ 2330 h 278"/>
                <a:gd name="T70" fmla="*/ 4662 w 357"/>
                <a:gd name="T71" fmla="*/ 1271 h 278"/>
                <a:gd name="T72" fmla="*/ 5182 w 357"/>
                <a:gd name="T73" fmla="*/ 192 h 27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57" h="278">
                  <a:moveTo>
                    <a:pt x="2" y="111"/>
                  </a:moveTo>
                  <a:cubicBezTo>
                    <a:pt x="3" y="95"/>
                    <a:pt x="0" y="75"/>
                    <a:pt x="8" y="65"/>
                  </a:cubicBezTo>
                  <a:cubicBezTo>
                    <a:pt x="17" y="56"/>
                    <a:pt x="41" y="54"/>
                    <a:pt x="52" y="50"/>
                  </a:cubicBezTo>
                  <a:cubicBezTo>
                    <a:pt x="94" y="36"/>
                    <a:pt x="109" y="30"/>
                    <a:pt x="133" y="73"/>
                  </a:cubicBezTo>
                  <a:cubicBezTo>
                    <a:pt x="137" y="47"/>
                    <a:pt x="124" y="31"/>
                    <a:pt x="153" y="20"/>
                  </a:cubicBezTo>
                  <a:cubicBezTo>
                    <a:pt x="174" y="12"/>
                    <a:pt x="196" y="14"/>
                    <a:pt x="218" y="9"/>
                  </a:cubicBezTo>
                  <a:cubicBezTo>
                    <a:pt x="256" y="0"/>
                    <a:pt x="279" y="26"/>
                    <a:pt x="267" y="44"/>
                  </a:cubicBezTo>
                  <a:cubicBezTo>
                    <a:pt x="283" y="37"/>
                    <a:pt x="283" y="58"/>
                    <a:pt x="287" y="67"/>
                  </a:cubicBezTo>
                  <a:cubicBezTo>
                    <a:pt x="293" y="87"/>
                    <a:pt x="291" y="94"/>
                    <a:pt x="291" y="118"/>
                  </a:cubicBezTo>
                  <a:cubicBezTo>
                    <a:pt x="291" y="141"/>
                    <a:pt x="283" y="158"/>
                    <a:pt x="287" y="169"/>
                  </a:cubicBezTo>
                  <a:cubicBezTo>
                    <a:pt x="292" y="181"/>
                    <a:pt x="290" y="196"/>
                    <a:pt x="282" y="199"/>
                  </a:cubicBezTo>
                  <a:cubicBezTo>
                    <a:pt x="274" y="201"/>
                    <a:pt x="266" y="201"/>
                    <a:pt x="256" y="201"/>
                  </a:cubicBezTo>
                  <a:cubicBezTo>
                    <a:pt x="248" y="202"/>
                    <a:pt x="228" y="205"/>
                    <a:pt x="217" y="197"/>
                  </a:cubicBezTo>
                  <a:cubicBezTo>
                    <a:pt x="209" y="193"/>
                    <a:pt x="206" y="180"/>
                    <a:pt x="197" y="182"/>
                  </a:cubicBezTo>
                  <a:cubicBezTo>
                    <a:pt x="194" y="185"/>
                    <a:pt x="202" y="195"/>
                    <a:pt x="212" y="203"/>
                  </a:cubicBezTo>
                  <a:cubicBezTo>
                    <a:pt x="218" y="207"/>
                    <a:pt x="226" y="211"/>
                    <a:pt x="228" y="213"/>
                  </a:cubicBezTo>
                  <a:cubicBezTo>
                    <a:pt x="233" y="221"/>
                    <a:pt x="200" y="236"/>
                    <a:pt x="204" y="244"/>
                  </a:cubicBezTo>
                  <a:cubicBezTo>
                    <a:pt x="208" y="251"/>
                    <a:pt x="224" y="227"/>
                    <a:pt x="234" y="218"/>
                  </a:cubicBezTo>
                  <a:cubicBezTo>
                    <a:pt x="245" y="210"/>
                    <a:pt x="253" y="210"/>
                    <a:pt x="266" y="207"/>
                  </a:cubicBezTo>
                  <a:cubicBezTo>
                    <a:pt x="276" y="204"/>
                    <a:pt x="282" y="203"/>
                    <a:pt x="286" y="207"/>
                  </a:cubicBezTo>
                  <a:cubicBezTo>
                    <a:pt x="293" y="218"/>
                    <a:pt x="298" y="245"/>
                    <a:pt x="288" y="254"/>
                  </a:cubicBezTo>
                  <a:cubicBezTo>
                    <a:pt x="280" y="262"/>
                    <a:pt x="274" y="266"/>
                    <a:pt x="262" y="268"/>
                  </a:cubicBezTo>
                  <a:cubicBezTo>
                    <a:pt x="244" y="265"/>
                    <a:pt x="230" y="256"/>
                    <a:pt x="230" y="261"/>
                  </a:cubicBezTo>
                  <a:cubicBezTo>
                    <a:pt x="230" y="266"/>
                    <a:pt x="247" y="278"/>
                    <a:pt x="292" y="278"/>
                  </a:cubicBezTo>
                  <a:cubicBezTo>
                    <a:pt x="305" y="278"/>
                    <a:pt x="334" y="278"/>
                    <a:pt x="350" y="270"/>
                  </a:cubicBezTo>
                  <a:cubicBezTo>
                    <a:pt x="357" y="268"/>
                    <a:pt x="354" y="263"/>
                    <a:pt x="348" y="265"/>
                  </a:cubicBezTo>
                  <a:cubicBezTo>
                    <a:pt x="342" y="267"/>
                    <a:pt x="328" y="270"/>
                    <a:pt x="316" y="268"/>
                  </a:cubicBezTo>
                  <a:cubicBezTo>
                    <a:pt x="316" y="268"/>
                    <a:pt x="316" y="268"/>
                    <a:pt x="316" y="268"/>
                  </a:cubicBezTo>
                  <a:cubicBezTo>
                    <a:pt x="304" y="265"/>
                    <a:pt x="300" y="267"/>
                    <a:pt x="300" y="254"/>
                  </a:cubicBezTo>
                  <a:cubicBezTo>
                    <a:pt x="299" y="243"/>
                    <a:pt x="296" y="217"/>
                    <a:pt x="300" y="202"/>
                  </a:cubicBezTo>
                  <a:cubicBezTo>
                    <a:pt x="304" y="191"/>
                    <a:pt x="314" y="189"/>
                    <a:pt x="319" y="189"/>
                  </a:cubicBezTo>
                  <a:cubicBezTo>
                    <a:pt x="332" y="190"/>
                    <a:pt x="342" y="188"/>
                    <a:pt x="335" y="183"/>
                  </a:cubicBezTo>
                  <a:cubicBezTo>
                    <a:pt x="328" y="178"/>
                    <a:pt x="298" y="187"/>
                    <a:pt x="296" y="180"/>
                  </a:cubicBezTo>
                  <a:cubicBezTo>
                    <a:pt x="293" y="173"/>
                    <a:pt x="292" y="165"/>
                    <a:pt x="293" y="157"/>
                  </a:cubicBezTo>
                  <a:cubicBezTo>
                    <a:pt x="295" y="148"/>
                    <a:pt x="296" y="139"/>
                    <a:pt x="295" y="123"/>
                  </a:cubicBezTo>
                  <a:cubicBezTo>
                    <a:pt x="295" y="100"/>
                    <a:pt x="294" y="87"/>
                    <a:pt x="299" y="67"/>
                  </a:cubicBezTo>
                  <a:cubicBezTo>
                    <a:pt x="304" y="58"/>
                    <a:pt x="300" y="21"/>
                    <a:pt x="332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1" name="Freeform 76">
              <a:extLst>
                <a:ext uri="{FF2B5EF4-FFF2-40B4-BE49-F238E27FC236}">
                  <a16:creationId xmlns:a16="http://schemas.microsoft.com/office/drawing/2014/main" id="{6F9C2E46-392A-4630-BABA-444461B9F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987"/>
              <a:ext cx="2429" cy="2112"/>
            </a:xfrm>
            <a:custGeom>
              <a:avLst/>
              <a:gdLst>
                <a:gd name="T0" fmla="*/ 10111 w 972"/>
                <a:gd name="T1" fmla="*/ 307 h 792"/>
                <a:gd name="T2" fmla="*/ 11548 w 972"/>
                <a:gd name="T3" fmla="*/ 947 h 792"/>
                <a:gd name="T4" fmla="*/ 12890 w 972"/>
                <a:gd name="T5" fmla="*/ 2483 h 792"/>
                <a:gd name="T6" fmla="*/ 14389 w 972"/>
                <a:gd name="T7" fmla="*/ 3336 h 792"/>
                <a:gd name="T8" fmla="*/ 15064 w 972"/>
                <a:gd name="T9" fmla="*/ 5325 h 792"/>
                <a:gd name="T10" fmla="*/ 14669 w 972"/>
                <a:gd name="T11" fmla="*/ 7565 h 792"/>
                <a:gd name="T12" fmla="*/ 15001 w 972"/>
                <a:gd name="T13" fmla="*/ 9843 h 792"/>
                <a:gd name="T14" fmla="*/ 14919 w 972"/>
                <a:gd name="T15" fmla="*/ 11072 h 792"/>
                <a:gd name="T16" fmla="*/ 13844 w 972"/>
                <a:gd name="T17" fmla="*/ 13277 h 792"/>
                <a:gd name="T18" fmla="*/ 13190 w 972"/>
                <a:gd name="T19" fmla="*/ 13632 h 792"/>
                <a:gd name="T20" fmla="*/ 11173 w 972"/>
                <a:gd name="T21" fmla="*/ 14904 h 792"/>
                <a:gd name="T22" fmla="*/ 10391 w 972"/>
                <a:gd name="T23" fmla="*/ 14827 h 792"/>
                <a:gd name="T24" fmla="*/ 9848 w 972"/>
                <a:gd name="T25" fmla="*/ 13405 h 792"/>
                <a:gd name="T26" fmla="*/ 9006 w 972"/>
                <a:gd name="T27" fmla="*/ 12232 h 792"/>
                <a:gd name="T28" fmla="*/ 10141 w 972"/>
                <a:gd name="T29" fmla="*/ 11435 h 792"/>
                <a:gd name="T30" fmla="*/ 8911 w 972"/>
                <a:gd name="T31" fmla="*/ 11797 h 792"/>
                <a:gd name="T32" fmla="*/ 9161 w 972"/>
                <a:gd name="T33" fmla="*/ 10773 h 792"/>
                <a:gd name="T34" fmla="*/ 8319 w 972"/>
                <a:gd name="T35" fmla="*/ 11571 h 792"/>
                <a:gd name="T36" fmla="*/ 7787 w 972"/>
                <a:gd name="T37" fmla="*/ 11171 h 792"/>
                <a:gd name="T38" fmla="*/ 6820 w 972"/>
                <a:gd name="T39" fmla="*/ 11072 h 792"/>
                <a:gd name="T40" fmla="*/ 6632 w 972"/>
                <a:gd name="T41" fmla="*/ 11059 h 792"/>
                <a:gd name="T42" fmla="*/ 6040 w 972"/>
                <a:gd name="T43" fmla="*/ 11571 h 792"/>
                <a:gd name="T44" fmla="*/ 5683 w 972"/>
                <a:gd name="T45" fmla="*/ 11683 h 792"/>
                <a:gd name="T46" fmla="*/ 6337 w 972"/>
                <a:gd name="T47" fmla="*/ 13235 h 792"/>
                <a:gd name="T48" fmla="*/ 5778 w 972"/>
                <a:gd name="T49" fmla="*/ 14541 h 792"/>
                <a:gd name="T50" fmla="*/ 3683 w 972"/>
                <a:gd name="T51" fmla="*/ 14528 h 792"/>
                <a:gd name="T52" fmla="*/ 1717 w 972"/>
                <a:gd name="T53" fmla="*/ 13389 h 792"/>
                <a:gd name="T54" fmla="*/ 1062 w 972"/>
                <a:gd name="T55" fmla="*/ 12651 h 792"/>
                <a:gd name="T56" fmla="*/ 1292 w 972"/>
                <a:gd name="T57" fmla="*/ 9408 h 792"/>
                <a:gd name="T58" fmla="*/ 2387 w 972"/>
                <a:gd name="T59" fmla="*/ 10125 h 792"/>
                <a:gd name="T60" fmla="*/ 2749 w 972"/>
                <a:gd name="T61" fmla="*/ 9045 h 792"/>
                <a:gd name="T62" fmla="*/ 3321 w 972"/>
                <a:gd name="T63" fmla="*/ 11299 h 792"/>
                <a:gd name="T64" fmla="*/ 3059 w 972"/>
                <a:gd name="T65" fmla="*/ 8853 h 792"/>
                <a:gd name="T66" fmla="*/ 2874 w 972"/>
                <a:gd name="T67" fmla="*/ 8115 h 792"/>
                <a:gd name="T68" fmla="*/ 2811 w 972"/>
                <a:gd name="T69" fmla="*/ 8611 h 792"/>
                <a:gd name="T70" fmla="*/ 2262 w 972"/>
                <a:gd name="T71" fmla="*/ 9251 h 792"/>
                <a:gd name="T72" fmla="*/ 155 w 972"/>
                <a:gd name="T73" fmla="*/ 8669 h 792"/>
                <a:gd name="T74" fmla="*/ 375 w 972"/>
                <a:gd name="T75" fmla="*/ 6259 h 792"/>
                <a:gd name="T76" fmla="*/ 1637 w 972"/>
                <a:gd name="T77" fmla="*/ 3107 h 79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72" h="792">
                  <a:moveTo>
                    <a:pt x="542" y="3"/>
                  </a:moveTo>
                  <a:cubicBezTo>
                    <a:pt x="560" y="0"/>
                    <a:pt x="625" y="7"/>
                    <a:pt x="648" y="16"/>
                  </a:cubicBezTo>
                  <a:cubicBezTo>
                    <a:pt x="671" y="25"/>
                    <a:pt x="686" y="37"/>
                    <a:pt x="685" y="58"/>
                  </a:cubicBezTo>
                  <a:cubicBezTo>
                    <a:pt x="695" y="41"/>
                    <a:pt x="719" y="40"/>
                    <a:pt x="740" y="50"/>
                  </a:cubicBezTo>
                  <a:cubicBezTo>
                    <a:pt x="761" y="60"/>
                    <a:pt x="782" y="68"/>
                    <a:pt x="802" y="80"/>
                  </a:cubicBezTo>
                  <a:cubicBezTo>
                    <a:pt x="822" y="92"/>
                    <a:pt x="830" y="118"/>
                    <a:pt x="826" y="131"/>
                  </a:cubicBezTo>
                  <a:cubicBezTo>
                    <a:pt x="841" y="108"/>
                    <a:pt x="862" y="118"/>
                    <a:pt x="875" y="126"/>
                  </a:cubicBezTo>
                  <a:cubicBezTo>
                    <a:pt x="888" y="134"/>
                    <a:pt x="907" y="159"/>
                    <a:pt x="922" y="176"/>
                  </a:cubicBezTo>
                  <a:cubicBezTo>
                    <a:pt x="937" y="193"/>
                    <a:pt x="925" y="227"/>
                    <a:pt x="920" y="232"/>
                  </a:cubicBezTo>
                  <a:cubicBezTo>
                    <a:pt x="939" y="230"/>
                    <a:pt x="958" y="247"/>
                    <a:pt x="965" y="281"/>
                  </a:cubicBezTo>
                  <a:cubicBezTo>
                    <a:pt x="972" y="315"/>
                    <a:pt x="967" y="350"/>
                    <a:pt x="968" y="365"/>
                  </a:cubicBezTo>
                  <a:cubicBezTo>
                    <a:pt x="969" y="380"/>
                    <a:pt x="949" y="396"/>
                    <a:pt x="940" y="399"/>
                  </a:cubicBezTo>
                  <a:cubicBezTo>
                    <a:pt x="961" y="406"/>
                    <a:pt x="966" y="435"/>
                    <a:pt x="967" y="466"/>
                  </a:cubicBezTo>
                  <a:cubicBezTo>
                    <a:pt x="968" y="497"/>
                    <a:pt x="970" y="505"/>
                    <a:pt x="961" y="519"/>
                  </a:cubicBezTo>
                  <a:cubicBezTo>
                    <a:pt x="952" y="533"/>
                    <a:pt x="933" y="539"/>
                    <a:pt x="927" y="538"/>
                  </a:cubicBezTo>
                  <a:cubicBezTo>
                    <a:pt x="937" y="546"/>
                    <a:pt x="956" y="557"/>
                    <a:pt x="956" y="584"/>
                  </a:cubicBezTo>
                  <a:cubicBezTo>
                    <a:pt x="956" y="614"/>
                    <a:pt x="935" y="639"/>
                    <a:pt x="927" y="654"/>
                  </a:cubicBezTo>
                  <a:cubicBezTo>
                    <a:pt x="911" y="682"/>
                    <a:pt x="898" y="691"/>
                    <a:pt x="887" y="700"/>
                  </a:cubicBezTo>
                  <a:cubicBezTo>
                    <a:pt x="876" y="709"/>
                    <a:pt x="829" y="693"/>
                    <a:pt x="826" y="665"/>
                  </a:cubicBezTo>
                  <a:cubicBezTo>
                    <a:pt x="825" y="681"/>
                    <a:pt x="835" y="702"/>
                    <a:pt x="845" y="719"/>
                  </a:cubicBezTo>
                  <a:cubicBezTo>
                    <a:pt x="855" y="736"/>
                    <a:pt x="833" y="752"/>
                    <a:pt x="792" y="766"/>
                  </a:cubicBezTo>
                  <a:cubicBezTo>
                    <a:pt x="751" y="780"/>
                    <a:pt x="732" y="788"/>
                    <a:pt x="716" y="786"/>
                  </a:cubicBezTo>
                  <a:cubicBezTo>
                    <a:pt x="700" y="784"/>
                    <a:pt x="708" y="760"/>
                    <a:pt x="708" y="760"/>
                  </a:cubicBezTo>
                  <a:cubicBezTo>
                    <a:pt x="704" y="778"/>
                    <a:pt x="689" y="786"/>
                    <a:pt x="666" y="782"/>
                  </a:cubicBezTo>
                  <a:cubicBezTo>
                    <a:pt x="643" y="778"/>
                    <a:pt x="614" y="753"/>
                    <a:pt x="611" y="741"/>
                  </a:cubicBezTo>
                  <a:cubicBezTo>
                    <a:pt x="608" y="729"/>
                    <a:pt x="625" y="711"/>
                    <a:pt x="631" y="707"/>
                  </a:cubicBezTo>
                  <a:cubicBezTo>
                    <a:pt x="616" y="712"/>
                    <a:pt x="604" y="733"/>
                    <a:pt x="591" y="705"/>
                  </a:cubicBezTo>
                  <a:cubicBezTo>
                    <a:pt x="578" y="677"/>
                    <a:pt x="571" y="658"/>
                    <a:pt x="577" y="645"/>
                  </a:cubicBezTo>
                  <a:cubicBezTo>
                    <a:pt x="589" y="628"/>
                    <a:pt x="615" y="618"/>
                    <a:pt x="634" y="616"/>
                  </a:cubicBezTo>
                  <a:cubicBezTo>
                    <a:pt x="649" y="614"/>
                    <a:pt x="650" y="603"/>
                    <a:pt x="650" y="603"/>
                  </a:cubicBezTo>
                  <a:cubicBezTo>
                    <a:pt x="643" y="610"/>
                    <a:pt x="631" y="619"/>
                    <a:pt x="611" y="610"/>
                  </a:cubicBezTo>
                  <a:cubicBezTo>
                    <a:pt x="603" y="620"/>
                    <a:pt x="590" y="634"/>
                    <a:pt x="571" y="622"/>
                  </a:cubicBezTo>
                  <a:cubicBezTo>
                    <a:pt x="553" y="610"/>
                    <a:pt x="565" y="587"/>
                    <a:pt x="573" y="583"/>
                  </a:cubicBezTo>
                  <a:cubicBezTo>
                    <a:pt x="578" y="581"/>
                    <a:pt x="583" y="573"/>
                    <a:pt x="587" y="568"/>
                  </a:cubicBezTo>
                  <a:cubicBezTo>
                    <a:pt x="580" y="576"/>
                    <a:pt x="567" y="584"/>
                    <a:pt x="561" y="584"/>
                  </a:cubicBezTo>
                  <a:cubicBezTo>
                    <a:pt x="559" y="594"/>
                    <a:pt x="549" y="611"/>
                    <a:pt x="533" y="610"/>
                  </a:cubicBezTo>
                  <a:cubicBezTo>
                    <a:pt x="515" y="610"/>
                    <a:pt x="511" y="589"/>
                    <a:pt x="499" y="589"/>
                  </a:cubicBezTo>
                  <a:cubicBezTo>
                    <a:pt x="499" y="589"/>
                    <a:pt x="499" y="589"/>
                    <a:pt x="499" y="589"/>
                  </a:cubicBezTo>
                  <a:cubicBezTo>
                    <a:pt x="487" y="589"/>
                    <a:pt x="483" y="610"/>
                    <a:pt x="465" y="610"/>
                  </a:cubicBezTo>
                  <a:cubicBezTo>
                    <a:pt x="449" y="611"/>
                    <a:pt x="439" y="594"/>
                    <a:pt x="437" y="584"/>
                  </a:cubicBezTo>
                  <a:cubicBezTo>
                    <a:pt x="431" y="584"/>
                    <a:pt x="418" y="576"/>
                    <a:pt x="411" y="568"/>
                  </a:cubicBezTo>
                  <a:cubicBezTo>
                    <a:pt x="415" y="573"/>
                    <a:pt x="420" y="581"/>
                    <a:pt x="425" y="583"/>
                  </a:cubicBezTo>
                  <a:cubicBezTo>
                    <a:pt x="433" y="587"/>
                    <a:pt x="445" y="610"/>
                    <a:pt x="427" y="622"/>
                  </a:cubicBezTo>
                  <a:cubicBezTo>
                    <a:pt x="408" y="634"/>
                    <a:pt x="395" y="620"/>
                    <a:pt x="387" y="610"/>
                  </a:cubicBezTo>
                  <a:cubicBezTo>
                    <a:pt x="367" y="619"/>
                    <a:pt x="355" y="610"/>
                    <a:pt x="348" y="603"/>
                  </a:cubicBezTo>
                  <a:cubicBezTo>
                    <a:pt x="348" y="603"/>
                    <a:pt x="349" y="614"/>
                    <a:pt x="364" y="616"/>
                  </a:cubicBezTo>
                  <a:cubicBezTo>
                    <a:pt x="383" y="618"/>
                    <a:pt x="408" y="627"/>
                    <a:pt x="421" y="644"/>
                  </a:cubicBezTo>
                  <a:cubicBezTo>
                    <a:pt x="433" y="660"/>
                    <a:pt x="416" y="681"/>
                    <a:pt x="406" y="698"/>
                  </a:cubicBezTo>
                  <a:cubicBezTo>
                    <a:pt x="395" y="715"/>
                    <a:pt x="393" y="734"/>
                    <a:pt x="370" y="723"/>
                  </a:cubicBezTo>
                  <a:cubicBezTo>
                    <a:pt x="397" y="753"/>
                    <a:pt x="370" y="767"/>
                    <a:pt x="370" y="767"/>
                  </a:cubicBezTo>
                  <a:cubicBezTo>
                    <a:pt x="370" y="767"/>
                    <a:pt x="337" y="790"/>
                    <a:pt x="311" y="788"/>
                  </a:cubicBezTo>
                  <a:cubicBezTo>
                    <a:pt x="286" y="786"/>
                    <a:pt x="244" y="792"/>
                    <a:pt x="236" y="766"/>
                  </a:cubicBezTo>
                  <a:cubicBezTo>
                    <a:pt x="229" y="785"/>
                    <a:pt x="169" y="769"/>
                    <a:pt x="140" y="750"/>
                  </a:cubicBezTo>
                  <a:cubicBezTo>
                    <a:pt x="123" y="736"/>
                    <a:pt x="103" y="734"/>
                    <a:pt x="110" y="706"/>
                  </a:cubicBezTo>
                  <a:cubicBezTo>
                    <a:pt x="117" y="684"/>
                    <a:pt x="149" y="680"/>
                    <a:pt x="154" y="659"/>
                  </a:cubicBezTo>
                  <a:cubicBezTo>
                    <a:pt x="133" y="678"/>
                    <a:pt x="93" y="686"/>
                    <a:pt x="68" y="667"/>
                  </a:cubicBezTo>
                  <a:cubicBezTo>
                    <a:pt x="49" y="651"/>
                    <a:pt x="47" y="622"/>
                    <a:pt x="41" y="600"/>
                  </a:cubicBezTo>
                  <a:cubicBezTo>
                    <a:pt x="25" y="546"/>
                    <a:pt x="17" y="501"/>
                    <a:pt x="83" y="496"/>
                  </a:cubicBezTo>
                  <a:cubicBezTo>
                    <a:pt x="96" y="495"/>
                    <a:pt x="123" y="495"/>
                    <a:pt x="145" y="493"/>
                  </a:cubicBezTo>
                  <a:cubicBezTo>
                    <a:pt x="169" y="494"/>
                    <a:pt x="149" y="524"/>
                    <a:pt x="153" y="534"/>
                  </a:cubicBezTo>
                  <a:cubicBezTo>
                    <a:pt x="159" y="550"/>
                    <a:pt x="164" y="524"/>
                    <a:pt x="164" y="518"/>
                  </a:cubicBezTo>
                  <a:cubicBezTo>
                    <a:pt x="163" y="509"/>
                    <a:pt x="164" y="483"/>
                    <a:pt x="176" y="477"/>
                  </a:cubicBezTo>
                  <a:cubicBezTo>
                    <a:pt x="192" y="467"/>
                    <a:pt x="183" y="493"/>
                    <a:pt x="192" y="528"/>
                  </a:cubicBezTo>
                  <a:cubicBezTo>
                    <a:pt x="198" y="547"/>
                    <a:pt x="209" y="599"/>
                    <a:pt x="213" y="596"/>
                  </a:cubicBezTo>
                  <a:cubicBezTo>
                    <a:pt x="217" y="594"/>
                    <a:pt x="207" y="550"/>
                    <a:pt x="200" y="527"/>
                  </a:cubicBezTo>
                  <a:cubicBezTo>
                    <a:pt x="197" y="498"/>
                    <a:pt x="203" y="477"/>
                    <a:pt x="196" y="467"/>
                  </a:cubicBezTo>
                  <a:cubicBezTo>
                    <a:pt x="176" y="440"/>
                    <a:pt x="214" y="365"/>
                    <a:pt x="198" y="364"/>
                  </a:cubicBezTo>
                  <a:cubicBezTo>
                    <a:pt x="182" y="362"/>
                    <a:pt x="197" y="418"/>
                    <a:pt x="184" y="428"/>
                  </a:cubicBezTo>
                  <a:cubicBezTo>
                    <a:pt x="164" y="443"/>
                    <a:pt x="153" y="397"/>
                    <a:pt x="146" y="404"/>
                  </a:cubicBezTo>
                  <a:cubicBezTo>
                    <a:pt x="139" y="410"/>
                    <a:pt x="177" y="448"/>
                    <a:pt x="180" y="454"/>
                  </a:cubicBezTo>
                  <a:cubicBezTo>
                    <a:pt x="187" y="469"/>
                    <a:pt x="180" y="457"/>
                    <a:pt x="169" y="470"/>
                  </a:cubicBezTo>
                  <a:cubicBezTo>
                    <a:pt x="157" y="485"/>
                    <a:pt x="163" y="491"/>
                    <a:pt x="145" y="488"/>
                  </a:cubicBezTo>
                  <a:cubicBezTo>
                    <a:pt x="126" y="484"/>
                    <a:pt x="78" y="493"/>
                    <a:pt x="70" y="492"/>
                  </a:cubicBezTo>
                  <a:cubicBezTo>
                    <a:pt x="45" y="490"/>
                    <a:pt x="15" y="478"/>
                    <a:pt x="10" y="457"/>
                  </a:cubicBezTo>
                  <a:cubicBezTo>
                    <a:pt x="0" y="422"/>
                    <a:pt x="5" y="386"/>
                    <a:pt x="47" y="386"/>
                  </a:cubicBezTo>
                  <a:cubicBezTo>
                    <a:pt x="15" y="372"/>
                    <a:pt x="18" y="364"/>
                    <a:pt x="24" y="330"/>
                  </a:cubicBezTo>
                  <a:cubicBezTo>
                    <a:pt x="30" y="297"/>
                    <a:pt x="42" y="285"/>
                    <a:pt x="71" y="271"/>
                  </a:cubicBezTo>
                  <a:cubicBezTo>
                    <a:pt x="19" y="258"/>
                    <a:pt x="67" y="170"/>
                    <a:pt x="105" y="164"/>
                  </a:cubicBezTo>
                  <a:cubicBezTo>
                    <a:pt x="82" y="121"/>
                    <a:pt x="180" y="60"/>
                    <a:pt x="208" y="1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2" name="Freeform 77">
              <a:extLst>
                <a:ext uri="{FF2B5EF4-FFF2-40B4-BE49-F238E27FC236}">
                  <a16:creationId xmlns:a16="http://schemas.microsoft.com/office/drawing/2014/main" id="{D2827726-27F1-4DFB-8ED2-0BE99BA1E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557"/>
              <a:ext cx="200" cy="326"/>
            </a:xfrm>
            <a:custGeom>
              <a:avLst/>
              <a:gdLst>
                <a:gd name="T0" fmla="*/ 625 w 80"/>
                <a:gd name="T1" fmla="*/ 0 h 122"/>
                <a:gd name="T2" fmla="*/ 625 w 80"/>
                <a:gd name="T3" fmla="*/ 0 h 122"/>
                <a:gd name="T4" fmla="*/ 95 w 80"/>
                <a:gd name="T5" fmla="*/ 401 h 122"/>
                <a:gd name="T6" fmla="*/ 533 w 80"/>
                <a:gd name="T7" fmla="*/ 2250 h 122"/>
                <a:gd name="T8" fmla="*/ 720 w 80"/>
                <a:gd name="T9" fmla="*/ 2250 h 122"/>
                <a:gd name="T10" fmla="*/ 1158 w 80"/>
                <a:gd name="T11" fmla="*/ 401 h 122"/>
                <a:gd name="T12" fmla="*/ 625 w 80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22">
                  <a:moveTo>
                    <a:pt x="40" y="0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28" y="0"/>
                    <a:pt x="24" y="21"/>
                    <a:pt x="6" y="21"/>
                  </a:cubicBezTo>
                  <a:cubicBezTo>
                    <a:pt x="0" y="66"/>
                    <a:pt x="34" y="63"/>
                    <a:pt x="34" y="118"/>
                  </a:cubicBezTo>
                  <a:cubicBezTo>
                    <a:pt x="40" y="122"/>
                    <a:pt x="41" y="122"/>
                    <a:pt x="46" y="118"/>
                  </a:cubicBezTo>
                  <a:cubicBezTo>
                    <a:pt x="46" y="63"/>
                    <a:pt x="80" y="66"/>
                    <a:pt x="74" y="21"/>
                  </a:cubicBezTo>
                  <a:cubicBezTo>
                    <a:pt x="56" y="21"/>
                    <a:pt x="52" y="0"/>
                    <a:pt x="4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3" name="Freeform 78">
              <a:extLst>
                <a:ext uri="{FF2B5EF4-FFF2-40B4-BE49-F238E27FC236}">
                  <a16:creationId xmlns:a16="http://schemas.microsoft.com/office/drawing/2014/main" id="{E918030B-73E1-4482-ADF8-B2C8A2B3A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600"/>
              <a:ext cx="313" cy="336"/>
            </a:xfrm>
            <a:custGeom>
              <a:avLst/>
              <a:gdLst>
                <a:gd name="T0" fmla="*/ 1943 w 125"/>
                <a:gd name="T1" fmla="*/ 0 h 126"/>
                <a:gd name="T2" fmla="*/ 1630 w 125"/>
                <a:gd name="T3" fmla="*/ 547 h 126"/>
                <a:gd name="T4" fmla="*/ 992 w 125"/>
                <a:gd name="T5" fmla="*/ 947 h 126"/>
                <a:gd name="T6" fmla="*/ 676 w 125"/>
                <a:gd name="T7" fmla="*/ 1160 h 126"/>
                <a:gd name="T8" fmla="*/ 408 w 125"/>
                <a:gd name="T9" fmla="*/ 931 h 126"/>
                <a:gd name="T10" fmla="*/ 125 w 125"/>
                <a:gd name="T11" fmla="*/ 760 h 126"/>
                <a:gd name="T12" fmla="*/ 721 w 125"/>
                <a:gd name="T13" fmla="*/ 1443 h 126"/>
                <a:gd name="T14" fmla="*/ 659 w 125"/>
                <a:gd name="T15" fmla="*/ 1992 h 126"/>
                <a:gd name="T16" fmla="*/ 834 w 125"/>
                <a:gd name="T17" fmla="*/ 1741 h 126"/>
                <a:gd name="T18" fmla="*/ 1380 w 125"/>
                <a:gd name="T19" fmla="*/ 909 h 126"/>
                <a:gd name="T20" fmla="*/ 1963 w 125"/>
                <a:gd name="T21" fmla="*/ 77 h 126"/>
                <a:gd name="T22" fmla="*/ 1943 w 125"/>
                <a:gd name="T23" fmla="*/ 0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126">
                  <a:moveTo>
                    <a:pt x="124" y="0"/>
                  </a:moveTo>
                  <a:cubicBezTo>
                    <a:pt x="118" y="10"/>
                    <a:pt x="112" y="22"/>
                    <a:pt x="104" y="29"/>
                  </a:cubicBezTo>
                  <a:cubicBezTo>
                    <a:pt x="93" y="40"/>
                    <a:pt x="75" y="41"/>
                    <a:pt x="63" y="50"/>
                  </a:cubicBezTo>
                  <a:cubicBezTo>
                    <a:pt x="55" y="56"/>
                    <a:pt x="55" y="67"/>
                    <a:pt x="43" y="61"/>
                  </a:cubicBezTo>
                  <a:cubicBezTo>
                    <a:pt x="38" y="59"/>
                    <a:pt x="30" y="53"/>
                    <a:pt x="26" y="49"/>
                  </a:cubicBezTo>
                  <a:cubicBezTo>
                    <a:pt x="21" y="44"/>
                    <a:pt x="15" y="35"/>
                    <a:pt x="8" y="40"/>
                  </a:cubicBezTo>
                  <a:cubicBezTo>
                    <a:pt x="0" y="45"/>
                    <a:pt x="41" y="62"/>
                    <a:pt x="46" y="76"/>
                  </a:cubicBezTo>
                  <a:cubicBezTo>
                    <a:pt x="49" y="86"/>
                    <a:pt x="41" y="97"/>
                    <a:pt x="42" y="105"/>
                  </a:cubicBezTo>
                  <a:cubicBezTo>
                    <a:pt x="45" y="126"/>
                    <a:pt x="52" y="100"/>
                    <a:pt x="53" y="92"/>
                  </a:cubicBezTo>
                  <a:cubicBezTo>
                    <a:pt x="55" y="70"/>
                    <a:pt x="72" y="62"/>
                    <a:pt x="88" y="48"/>
                  </a:cubicBezTo>
                  <a:cubicBezTo>
                    <a:pt x="103" y="34"/>
                    <a:pt x="117" y="23"/>
                    <a:pt x="125" y="4"/>
                  </a:cubicBezTo>
                  <a:cubicBezTo>
                    <a:pt x="124" y="4"/>
                    <a:pt x="122" y="1"/>
                    <a:pt x="124" y="0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64" name="Freeform 79">
              <a:extLst>
                <a:ext uri="{FF2B5EF4-FFF2-40B4-BE49-F238E27FC236}">
                  <a16:creationId xmlns:a16="http://schemas.microsoft.com/office/drawing/2014/main" id="{01055A67-9F7E-46A8-9B1F-4896C9CDE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118"/>
              <a:ext cx="140" cy="333"/>
            </a:xfrm>
            <a:custGeom>
              <a:avLst/>
              <a:gdLst>
                <a:gd name="T0" fmla="*/ 875 w 56"/>
                <a:gd name="T1" fmla="*/ 21 h 125"/>
                <a:gd name="T2" fmla="*/ 688 w 56"/>
                <a:gd name="T3" fmla="*/ 1228 h 125"/>
                <a:gd name="T4" fmla="*/ 563 w 56"/>
                <a:gd name="T5" fmla="*/ 2363 h 125"/>
                <a:gd name="T6" fmla="*/ 625 w 56"/>
                <a:gd name="T7" fmla="*/ 1455 h 125"/>
                <a:gd name="T8" fmla="*/ 0 w 56"/>
                <a:gd name="T9" fmla="*/ 1321 h 125"/>
                <a:gd name="T10" fmla="*/ 550 w 56"/>
                <a:gd name="T11" fmla="*/ 1058 h 125"/>
                <a:gd name="T12" fmla="*/ 750 w 56"/>
                <a:gd name="T13" fmla="*/ 0 h 125"/>
                <a:gd name="T14" fmla="*/ 875 w 56"/>
                <a:gd name="T15" fmla="*/ 21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25">
                  <a:moveTo>
                    <a:pt x="56" y="1"/>
                  </a:moveTo>
                  <a:cubicBezTo>
                    <a:pt x="50" y="17"/>
                    <a:pt x="43" y="48"/>
                    <a:pt x="44" y="65"/>
                  </a:cubicBezTo>
                  <a:cubicBezTo>
                    <a:pt x="45" y="78"/>
                    <a:pt x="53" y="119"/>
                    <a:pt x="36" y="125"/>
                  </a:cubicBezTo>
                  <a:cubicBezTo>
                    <a:pt x="26" y="113"/>
                    <a:pt x="45" y="92"/>
                    <a:pt x="40" y="77"/>
                  </a:cubicBezTo>
                  <a:cubicBezTo>
                    <a:pt x="34" y="59"/>
                    <a:pt x="15" y="75"/>
                    <a:pt x="0" y="70"/>
                  </a:cubicBezTo>
                  <a:cubicBezTo>
                    <a:pt x="3" y="59"/>
                    <a:pt x="27" y="66"/>
                    <a:pt x="35" y="56"/>
                  </a:cubicBezTo>
                  <a:cubicBezTo>
                    <a:pt x="46" y="43"/>
                    <a:pt x="44" y="15"/>
                    <a:pt x="48" y="0"/>
                  </a:cubicBezTo>
                  <a:cubicBezTo>
                    <a:pt x="50" y="8"/>
                    <a:pt x="55" y="4"/>
                    <a:pt x="56" y="1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65" name="Freeform 80">
              <a:extLst>
                <a:ext uri="{FF2B5EF4-FFF2-40B4-BE49-F238E27FC236}">
                  <a16:creationId xmlns:a16="http://schemas.microsoft.com/office/drawing/2014/main" id="{EE46DC9A-B544-45A3-B0A4-AC0F33732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1328"/>
              <a:ext cx="102" cy="168"/>
            </a:xfrm>
            <a:custGeom>
              <a:avLst/>
              <a:gdLst>
                <a:gd name="T0" fmla="*/ 632 w 41"/>
                <a:gd name="T1" fmla="*/ 0 h 63"/>
                <a:gd name="T2" fmla="*/ 525 w 41"/>
                <a:gd name="T3" fmla="*/ 797 h 63"/>
                <a:gd name="T4" fmla="*/ 216 w 41"/>
                <a:gd name="T5" fmla="*/ 1139 h 63"/>
                <a:gd name="T6" fmla="*/ 465 w 41"/>
                <a:gd name="T7" fmla="*/ 760 h 63"/>
                <a:gd name="T8" fmla="*/ 600 w 41"/>
                <a:gd name="T9" fmla="*/ 56 h 63"/>
                <a:gd name="T10" fmla="*/ 632 w 41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3">
                  <a:moveTo>
                    <a:pt x="41" y="0"/>
                  </a:moveTo>
                  <a:cubicBezTo>
                    <a:pt x="41" y="13"/>
                    <a:pt x="39" y="30"/>
                    <a:pt x="34" y="42"/>
                  </a:cubicBezTo>
                  <a:cubicBezTo>
                    <a:pt x="31" y="50"/>
                    <a:pt x="24" y="63"/>
                    <a:pt x="14" y="60"/>
                  </a:cubicBezTo>
                  <a:cubicBezTo>
                    <a:pt x="0" y="57"/>
                    <a:pt x="28" y="43"/>
                    <a:pt x="30" y="40"/>
                  </a:cubicBezTo>
                  <a:cubicBezTo>
                    <a:pt x="35" y="33"/>
                    <a:pt x="39" y="12"/>
                    <a:pt x="39" y="3"/>
                  </a:cubicBezTo>
                  <a:cubicBezTo>
                    <a:pt x="40" y="4"/>
                    <a:pt x="41" y="0"/>
                    <a:pt x="41" y="0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66" name="Freeform 81">
              <a:extLst>
                <a:ext uri="{FF2B5EF4-FFF2-40B4-BE49-F238E27FC236}">
                  <a16:creationId xmlns:a16="http://schemas.microsoft.com/office/drawing/2014/main" id="{B1A26A57-27AF-4EC1-A558-277AB9763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029"/>
              <a:ext cx="538" cy="614"/>
            </a:xfrm>
            <a:custGeom>
              <a:avLst/>
              <a:gdLst>
                <a:gd name="T0" fmla="*/ 3306 w 215"/>
                <a:gd name="T1" fmla="*/ 2835 h 230"/>
                <a:gd name="T2" fmla="*/ 3338 w 215"/>
                <a:gd name="T3" fmla="*/ 2779 h 230"/>
                <a:gd name="T4" fmla="*/ 2805 w 215"/>
                <a:gd name="T5" fmla="*/ 2680 h 230"/>
                <a:gd name="T6" fmla="*/ 2522 w 215"/>
                <a:gd name="T7" fmla="*/ 2339 h 230"/>
                <a:gd name="T8" fmla="*/ 2555 w 215"/>
                <a:gd name="T9" fmla="*/ 1711 h 230"/>
                <a:gd name="T10" fmla="*/ 2305 w 215"/>
                <a:gd name="T11" fmla="*/ 2451 h 230"/>
                <a:gd name="T12" fmla="*/ 2004 w 215"/>
                <a:gd name="T13" fmla="*/ 2301 h 230"/>
                <a:gd name="T14" fmla="*/ 1692 w 215"/>
                <a:gd name="T15" fmla="*/ 422 h 230"/>
                <a:gd name="T16" fmla="*/ 1647 w 215"/>
                <a:gd name="T17" fmla="*/ 1084 h 230"/>
                <a:gd name="T18" fmla="*/ 1301 w 215"/>
                <a:gd name="T19" fmla="*/ 171 h 230"/>
                <a:gd name="T20" fmla="*/ 1521 w 215"/>
                <a:gd name="T21" fmla="*/ 1217 h 230"/>
                <a:gd name="T22" fmla="*/ 1584 w 215"/>
                <a:gd name="T23" fmla="*/ 1959 h 230"/>
                <a:gd name="T24" fmla="*/ 1146 w 215"/>
                <a:gd name="T25" fmla="*/ 1882 h 230"/>
                <a:gd name="T26" fmla="*/ 1366 w 215"/>
                <a:gd name="T27" fmla="*/ 2552 h 230"/>
                <a:gd name="T28" fmla="*/ 1001 w 215"/>
                <a:gd name="T29" fmla="*/ 2929 h 230"/>
                <a:gd name="T30" fmla="*/ 395 w 215"/>
                <a:gd name="T31" fmla="*/ 3692 h 230"/>
                <a:gd name="T32" fmla="*/ 50 w 215"/>
                <a:gd name="T33" fmla="*/ 3842 h 230"/>
                <a:gd name="T34" fmla="*/ 363 w 215"/>
                <a:gd name="T35" fmla="*/ 3807 h 230"/>
                <a:gd name="T36" fmla="*/ 676 w 215"/>
                <a:gd name="T37" fmla="*/ 3692 h 230"/>
                <a:gd name="T38" fmla="*/ 738 w 215"/>
                <a:gd name="T39" fmla="*/ 3692 h 230"/>
                <a:gd name="T40" fmla="*/ 721 w 215"/>
                <a:gd name="T41" fmla="*/ 4375 h 230"/>
                <a:gd name="T42" fmla="*/ 863 w 215"/>
                <a:gd name="T43" fmla="*/ 3521 h 230"/>
                <a:gd name="T44" fmla="*/ 1001 w 215"/>
                <a:gd name="T45" fmla="*/ 3236 h 230"/>
                <a:gd name="T46" fmla="*/ 1239 w 215"/>
                <a:gd name="T47" fmla="*/ 2872 h 230"/>
                <a:gd name="T48" fmla="*/ 1596 w 215"/>
                <a:gd name="T49" fmla="*/ 2758 h 230"/>
                <a:gd name="T50" fmla="*/ 1847 w 215"/>
                <a:gd name="T51" fmla="*/ 2552 h 230"/>
                <a:gd name="T52" fmla="*/ 1834 w 215"/>
                <a:gd name="T53" fmla="*/ 2758 h 230"/>
                <a:gd name="T54" fmla="*/ 1742 w 215"/>
                <a:gd name="T55" fmla="*/ 3009 h 230"/>
                <a:gd name="T56" fmla="*/ 1972 w 215"/>
                <a:gd name="T57" fmla="*/ 2643 h 230"/>
                <a:gd name="T58" fmla="*/ 2442 w 215"/>
                <a:gd name="T59" fmla="*/ 2736 h 230"/>
                <a:gd name="T60" fmla="*/ 3368 w 215"/>
                <a:gd name="T61" fmla="*/ 2929 h 230"/>
                <a:gd name="T62" fmla="*/ 3306 w 215"/>
                <a:gd name="T63" fmla="*/ 2835 h 2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15" h="230">
                  <a:moveTo>
                    <a:pt x="211" y="149"/>
                  </a:moveTo>
                  <a:cubicBezTo>
                    <a:pt x="211" y="147"/>
                    <a:pt x="213" y="146"/>
                    <a:pt x="213" y="146"/>
                  </a:cubicBezTo>
                  <a:cubicBezTo>
                    <a:pt x="202" y="147"/>
                    <a:pt x="190" y="144"/>
                    <a:pt x="179" y="141"/>
                  </a:cubicBezTo>
                  <a:cubicBezTo>
                    <a:pt x="176" y="140"/>
                    <a:pt x="160" y="137"/>
                    <a:pt x="161" y="123"/>
                  </a:cubicBezTo>
                  <a:cubicBezTo>
                    <a:pt x="161" y="113"/>
                    <a:pt x="166" y="99"/>
                    <a:pt x="163" y="90"/>
                  </a:cubicBezTo>
                  <a:cubicBezTo>
                    <a:pt x="154" y="101"/>
                    <a:pt x="159" y="122"/>
                    <a:pt x="147" y="129"/>
                  </a:cubicBezTo>
                  <a:cubicBezTo>
                    <a:pt x="135" y="133"/>
                    <a:pt x="132" y="125"/>
                    <a:pt x="128" y="121"/>
                  </a:cubicBezTo>
                  <a:cubicBezTo>
                    <a:pt x="106" y="98"/>
                    <a:pt x="126" y="5"/>
                    <a:pt x="108" y="22"/>
                  </a:cubicBezTo>
                  <a:cubicBezTo>
                    <a:pt x="103" y="28"/>
                    <a:pt x="113" y="53"/>
                    <a:pt x="105" y="57"/>
                  </a:cubicBezTo>
                  <a:cubicBezTo>
                    <a:pt x="97" y="61"/>
                    <a:pt x="95" y="0"/>
                    <a:pt x="83" y="9"/>
                  </a:cubicBezTo>
                  <a:cubicBezTo>
                    <a:pt x="72" y="19"/>
                    <a:pt x="88" y="49"/>
                    <a:pt x="97" y="64"/>
                  </a:cubicBezTo>
                  <a:cubicBezTo>
                    <a:pt x="106" y="79"/>
                    <a:pt x="111" y="98"/>
                    <a:pt x="101" y="103"/>
                  </a:cubicBezTo>
                  <a:cubicBezTo>
                    <a:pt x="92" y="107"/>
                    <a:pt x="77" y="92"/>
                    <a:pt x="73" y="99"/>
                  </a:cubicBezTo>
                  <a:cubicBezTo>
                    <a:pt x="65" y="114"/>
                    <a:pt x="106" y="104"/>
                    <a:pt x="87" y="134"/>
                  </a:cubicBezTo>
                  <a:cubicBezTo>
                    <a:pt x="82" y="145"/>
                    <a:pt x="72" y="143"/>
                    <a:pt x="64" y="154"/>
                  </a:cubicBezTo>
                  <a:cubicBezTo>
                    <a:pt x="51" y="174"/>
                    <a:pt x="49" y="188"/>
                    <a:pt x="25" y="194"/>
                  </a:cubicBezTo>
                  <a:cubicBezTo>
                    <a:pt x="20" y="196"/>
                    <a:pt x="4" y="197"/>
                    <a:pt x="3" y="202"/>
                  </a:cubicBezTo>
                  <a:cubicBezTo>
                    <a:pt x="0" y="216"/>
                    <a:pt x="17" y="202"/>
                    <a:pt x="23" y="200"/>
                  </a:cubicBezTo>
                  <a:cubicBezTo>
                    <a:pt x="32" y="197"/>
                    <a:pt x="37" y="198"/>
                    <a:pt x="43" y="194"/>
                  </a:cubicBezTo>
                  <a:cubicBezTo>
                    <a:pt x="45" y="193"/>
                    <a:pt x="47" y="194"/>
                    <a:pt x="47" y="194"/>
                  </a:cubicBezTo>
                  <a:cubicBezTo>
                    <a:pt x="51" y="206"/>
                    <a:pt x="39" y="221"/>
                    <a:pt x="46" y="230"/>
                  </a:cubicBezTo>
                  <a:cubicBezTo>
                    <a:pt x="56" y="225"/>
                    <a:pt x="53" y="200"/>
                    <a:pt x="55" y="185"/>
                  </a:cubicBezTo>
                  <a:cubicBezTo>
                    <a:pt x="57" y="178"/>
                    <a:pt x="61" y="172"/>
                    <a:pt x="64" y="170"/>
                  </a:cubicBezTo>
                  <a:cubicBezTo>
                    <a:pt x="70" y="162"/>
                    <a:pt x="72" y="157"/>
                    <a:pt x="79" y="151"/>
                  </a:cubicBezTo>
                  <a:cubicBezTo>
                    <a:pt x="86" y="146"/>
                    <a:pt x="95" y="149"/>
                    <a:pt x="102" y="145"/>
                  </a:cubicBezTo>
                  <a:cubicBezTo>
                    <a:pt x="106" y="142"/>
                    <a:pt x="112" y="126"/>
                    <a:pt x="118" y="134"/>
                  </a:cubicBezTo>
                  <a:cubicBezTo>
                    <a:pt x="119" y="136"/>
                    <a:pt x="118" y="141"/>
                    <a:pt x="117" y="145"/>
                  </a:cubicBezTo>
                  <a:cubicBezTo>
                    <a:pt x="116" y="147"/>
                    <a:pt x="108" y="154"/>
                    <a:pt x="111" y="158"/>
                  </a:cubicBezTo>
                  <a:cubicBezTo>
                    <a:pt x="115" y="162"/>
                    <a:pt x="119" y="144"/>
                    <a:pt x="126" y="139"/>
                  </a:cubicBezTo>
                  <a:cubicBezTo>
                    <a:pt x="134" y="133"/>
                    <a:pt x="149" y="142"/>
                    <a:pt x="156" y="144"/>
                  </a:cubicBezTo>
                  <a:cubicBezTo>
                    <a:pt x="176" y="151"/>
                    <a:pt x="196" y="146"/>
                    <a:pt x="215" y="154"/>
                  </a:cubicBezTo>
                  <a:cubicBezTo>
                    <a:pt x="215" y="154"/>
                    <a:pt x="211" y="151"/>
                    <a:pt x="211" y="149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67" name="Freeform 82">
              <a:extLst>
                <a:ext uri="{FF2B5EF4-FFF2-40B4-BE49-F238E27FC236}">
                  <a16:creationId xmlns:a16="http://schemas.microsoft.com/office/drawing/2014/main" id="{5432DAA1-A778-48F4-BDB2-81E20F399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944"/>
              <a:ext cx="130" cy="544"/>
            </a:xfrm>
            <a:custGeom>
              <a:avLst/>
              <a:gdLst>
                <a:gd name="T0" fmla="*/ 313 w 52"/>
                <a:gd name="T1" fmla="*/ 21 h 204"/>
                <a:gd name="T2" fmla="*/ 0 w 52"/>
                <a:gd name="T3" fmla="*/ 589 h 204"/>
                <a:gd name="T4" fmla="*/ 33 w 52"/>
                <a:gd name="T5" fmla="*/ 832 h 204"/>
                <a:gd name="T6" fmla="*/ 33 w 52"/>
                <a:gd name="T7" fmla="*/ 1229 h 204"/>
                <a:gd name="T8" fmla="*/ 63 w 52"/>
                <a:gd name="T9" fmla="*/ 1651 h 204"/>
                <a:gd name="T10" fmla="*/ 175 w 52"/>
                <a:gd name="T11" fmla="*/ 2083 h 204"/>
                <a:gd name="T12" fmla="*/ 158 w 52"/>
                <a:gd name="T13" fmla="*/ 2560 h 204"/>
                <a:gd name="T14" fmla="*/ 270 w 52"/>
                <a:gd name="T15" fmla="*/ 2936 h 204"/>
                <a:gd name="T16" fmla="*/ 408 w 52"/>
                <a:gd name="T17" fmla="*/ 3264 h 204"/>
                <a:gd name="T18" fmla="*/ 813 w 52"/>
                <a:gd name="T19" fmla="*/ 3869 h 204"/>
                <a:gd name="T20" fmla="*/ 408 w 52"/>
                <a:gd name="T21" fmla="*/ 1933 h 204"/>
                <a:gd name="T22" fmla="*/ 313 w 52"/>
                <a:gd name="T23" fmla="*/ 0 h 2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204">
                  <a:moveTo>
                    <a:pt x="20" y="1"/>
                  </a:moveTo>
                  <a:cubicBezTo>
                    <a:pt x="19" y="11"/>
                    <a:pt x="9" y="26"/>
                    <a:pt x="0" y="31"/>
                  </a:cubicBezTo>
                  <a:cubicBezTo>
                    <a:pt x="8" y="31"/>
                    <a:pt x="9" y="41"/>
                    <a:pt x="2" y="44"/>
                  </a:cubicBezTo>
                  <a:cubicBezTo>
                    <a:pt x="12" y="50"/>
                    <a:pt x="7" y="58"/>
                    <a:pt x="2" y="65"/>
                  </a:cubicBezTo>
                  <a:cubicBezTo>
                    <a:pt x="12" y="69"/>
                    <a:pt x="11" y="80"/>
                    <a:pt x="4" y="87"/>
                  </a:cubicBezTo>
                  <a:cubicBezTo>
                    <a:pt x="19" y="92"/>
                    <a:pt x="11" y="99"/>
                    <a:pt x="11" y="110"/>
                  </a:cubicBezTo>
                  <a:cubicBezTo>
                    <a:pt x="26" y="112"/>
                    <a:pt x="13" y="129"/>
                    <a:pt x="10" y="135"/>
                  </a:cubicBezTo>
                  <a:cubicBezTo>
                    <a:pt x="27" y="130"/>
                    <a:pt x="22" y="146"/>
                    <a:pt x="17" y="155"/>
                  </a:cubicBezTo>
                  <a:cubicBezTo>
                    <a:pt x="27" y="156"/>
                    <a:pt x="30" y="164"/>
                    <a:pt x="26" y="172"/>
                  </a:cubicBezTo>
                  <a:cubicBezTo>
                    <a:pt x="42" y="179"/>
                    <a:pt x="41" y="192"/>
                    <a:pt x="52" y="204"/>
                  </a:cubicBezTo>
                  <a:cubicBezTo>
                    <a:pt x="50" y="191"/>
                    <a:pt x="36" y="141"/>
                    <a:pt x="26" y="102"/>
                  </a:cubicBezTo>
                  <a:cubicBezTo>
                    <a:pt x="16" y="63"/>
                    <a:pt x="14" y="29"/>
                    <a:pt x="20" y="0"/>
                  </a:cubicBezTo>
                </a:path>
              </a:pathLst>
            </a:custGeom>
            <a:solidFill>
              <a:srgbClr val="F8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8" name="Freeform 83">
              <a:extLst>
                <a:ext uri="{FF2B5EF4-FFF2-40B4-BE49-F238E27FC236}">
                  <a16:creationId xmlns:a16="http://schemas.microsoft.com/office/drawing/2014/main" id="{9547440F-98B0-49AE-AF82-BF70211BC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1989"/>
              <a:ext cx="148" cy="499"/>
            </a:xfrm>
            <a:custGeom>
              <a:avLst/>
              <a:gdLst>
                <a:gd name="T0" fmla="*/ 0 w 59"/>
                <a:gd name="T1" fmla="*/ 3533 h 187"/>
                <a:gd name="T2" fmla="*/ 504 w 59"/>
                <a:gd name="T3" fmla="*/ 2129 h 187"/>
                <a:gd name="T4" fmla="*/ 710 w 59"/>
                <a:gd name="T5" fmla="*/ 0 h 187"/>
                <a:gd name="T6" fmla="*/ 838 w 59"/>
                <a:gd name="T7" fmla="*/ 307 h 187"/>
                <a:gd name="T8" fmla="*/ 931 w 59"/>
                <a:gd name="T9" fmla="*/ 720 h 187"/>
                <a:gd name="T10" fmla="*/ 913 w 59"/>
                <a:gd name="T11" fmla="*/ 1139 h 187"/>
                <a:gd name="T12" fmla="*/ 838 w 59"/>
                <a:gd name="T13" fmla="*/ 1558 h 187"/>
                <a:gd name="T14" fmla="*/ 755 w 59"/>
                <a:gd name="T15" fmla="*/ 1708 h 187"/>
                <a:gd name="T16" fmla="*/ 880 w 59"/>
                <a:gd name="T17" fmla="*/ 2073 h 187"/>
                <a:gd name="T18" fmla="*/ 755 w 59"/>
                <a:gd name="T19" fmla="*/ 2335 h 187"/>
                <a:gd name="T20" fmla="*/ 660 w 59"/>
                <a:gd name="T21" fmla="*/ 2607 h 187"/>
                <a:gd name="T22" fmla="*/ 617 w 59"/>
                <a:gd name="T23" fmla="*/ 2890 h 187"/>
                <a:gd name="T24" fmla="*/ 472 w 59"/>
                <a:gd name="T25" fmla="*/ 3154 h 187"/>
                <a:gd name="T26" fmla="*/ 346 w 59"/>
                <a:gd name="T27" fmla="*/ 3325 h 187"/>
                <a:gd name="T28" fmla="*/ 176 w 59"/>
                <a:gd name="T29" fmla="*/ 3461 h 187"/>
                <a:gd name="T30" fmla="*/ 0 w 59"/>
                <a:gd name="T31" fmla="*/ 3554 h 1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9" h="187">
                  <a:moveTo>
                    <a:pt x="0" y="186"/>
                  </a:moveTo>
                  <a:cubicBezTo>
                    <a:pt x="15" y="174"/>
                    <a:pt x="23" y="138"/>
                    <a:pt x="32" y="112"/>
                  </a:cubicBezTo>
                  <a:cubicBezTo>
                    <a:pt x="41" y="85"/>
                    <a:pt x="47" y="21"/>
                    <a:pt x="45" y="0"/>
                  </a:cubicBezTo>
                  <a:cubicBezTo>
                    <a:pt x="46" y="8"/>
                    <a:pt x="47" y="14"/>
                    <a:pt x="53" y="16"/>
                  </a:cubicBezTo>
                  <a:cubicBezTo>
                    <a:pt x="52" y="25"/>
                    <a:pt x="55" y="30"/>
                    <a:pt x="59" y="38"/>
                  </a:cubicBezTo>
                  <a:cubicBezTo>
                    <a:pt x="51" y="42"/>
                    <a:pt x="53" y="54"/>
                    <a:pt x="58" y="60"/>
                  </a:cubicBezTo>
                  <a:cubicBezTo>
                    <a:pt x="47" y="64"/>
                    <a:pt x="55" y="75"/>
                    <a:pt x="53" y="82"/>
                  </a:cubicBezTo>
                  <a:cubicBezTo>
                    <a:pt x="52" y="85"/>
                    <a:pt x="49" y="86"/>
                    <a:pt x="48" y="90"/>
                  </a:cubicBezTo>
                  <a:cubicBezTo>
                    <a:pt x="47" y="95"/>
                    <a:pt x="54" y="105"/>
                    <a:pt x="56" y="109"/>
                  </a:cubicBezTo>
                  <a:cubicBezTo>
                    <a:pt x="48" y="106"/>
                    <a:pt x="44" y="117"/>
                    <a:pt x="48" y="123"/>
                  </a:cubicBezTo>
                  <a:cubicBezTo>
                    <a:pt x="39" y="121"/>
                    <a:pt x="40" y="131"/>
                    <a:pt x="42" y="137"/>
                  </a:cubicBezTo>
                  <a:cubicBezTo>
                    <a:pt x="34" y="137"/>
                    <a:pt x="34" y="148"/>
                    <a:pt x="39" y="152"/>
                  </a:cubicBezTo>
                  <a:cubicBezTo>
                    <a:pt x="31" y="150"/>
                    <a:pt x="30" y="160"/>
                    <a:pt x="30" y="166"/>
                  </a:cubicBezTo>
                  <a:cubicBezTo>
                    <a:pt x="24" y="161"/>
                    <a:pt x="20" y="170"/>
                    <a:pt x="22" y="175"/>
                  </a:cubicBezTo>
                  <a:cubicBezTo>
                    <a:pt x="14" y="174"/>
                    <a:pt x="15" y="178"/>
                    <a:pt x="11" y="182"/>
                  </a:cubicBezTo>
                  <a:cubicBezTo>
                    <a:pt x="9" y="184"/>
                    <a:pt x="1" y="187"/>
                    <a:pt x="0" y="187"/>
                  </a:cubicBezTo>
                </a:path>
              </a:pathLst>
            </a:custGeom>
            <a:solidFill>
              <a:srgbClr val="F8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9" name="Freeform 84">
              <a:extLst>
                <a:ext uri="{FF2B5EF4-FFF2-40B4-BE49-F238E27FC236}">
                  <a16:creationId xmlns:a16="http://schemas.microsoft.com/office/drawing/2014/main" id="{E59B457E-71E3-4090-97A2-71D407232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853"/>
              <a:ext cx="152" cy="192"/>
            </a:xfrm>
            <a:custGeom>
              <a:avLst/>
              <a:gdLst>
                <a:gd name="T0" fmla="*/ 478 w 61"/>
                <a:gd name="T1" fmla="*/ 1344 h 72"/>
                <a:gd name="T2" fmla="*/ 653 w 61"/>
                <a:gd name="T3" fmla="*/ 683 h 72"/>
                <a:gd name="T4" fmla="*/ 882 w 61"/>
                <a:gd name="T5" fmla="*/ 435 h 72"/>
                <a:gd name="T6" fmla="*/ 446 w 61"/>
                <a:gd name="T7" fmla="*/ 397 h 72"/>
                <a:gd name="T8" fmla="*/ 92 w 61"/>
                <a:gd name="T9" fmla="*/ 115 h 72"/>
                <a:gd name="T10" fmla="*/ 478 w 61"/>
                <a:gd name="T11" fmla="*/ 547 h 72"/>
                <a:gd name="T12" fmla="*/ 374 w 61"/>
                <a:gd name="T13" fmla="*/ 1365 h 72"/>
                <a:gd name="T14" fmla="*/ 478 w 61"/>
                <a:gd name="T15" fmla="*/ 1344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72">
                  <a:moveTo>
                    <a:pt x="31" y="71"/>
                  </a:moveTo>
                  <a:cubicBezTo>
                    <a:pt x="32" y="60"/>
                    <a:pt x="37" y="43"/>
                    <a:pt x="42" y="36"/>
                  </a:cubicBezTo>
                  <a:cubicBezTo>
                    <a:pt x="47" y="30"/>
                    <a:pt x="61" y="30"/>
                    <a:pt x="57" y="23"/>
                  </a:cubicBezTo>
                  <a:cubicBezTo>
                    <a:pt x="53" y="15"/>
                    <a:pt x="40" y="26"/>
                    <a:pt x="29" y="21"/>
                  </a:cubicBezTo>
                  <a:cubicBezTo>
                    <a:pt x="19" y="17"/>
                    <a:pt x="12" y="0"/>
                    <a:pt x="6" y="6"/>
                  </a:cubicBezTo>
                  <a:cubicBezTo>
                    <a:pt x="0" y="11"/>
                    <a:pt x="25" y="19"/>
                    <a:pt x="31" y="29"/>
                  </a:cubicBezTo>
                  <a:cubicBezTo>
                    <a:pt x="38" y="39"/>
                    <a:pt x="34" y="63"/>
                    <a:pt x="24" y="72"/>
                  </a:cubicBezTo>
                  <a:cubicBezTo>
                    <a:pt x="28" y="70"/>
                    <a:pt x="30" y="70"/>
                    <a:pt x="31" y="71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70" name="Freeform 85">
              <a:extLst>
                <a:ext uri="{FF2B5EF4-FFF2-40B4-BE49-F238E27FC236}">
                  <a16:creationId xmlns:a16="http://schemas.microsoft.com/office/drawing/2014/main" id="{49B8B80A-BDEC-4D86-9722-7E6585DEE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819"/>
              <a:ext cx="128" cy="120"/>
            </a:xfrm>
            <a:custGeom>
              <a:avLst/>
              <a:gdLst>
                <a:gd name="T0" fmla="*/ 693 w 51"/>
                <a:gd name="T1" fmla="*/ 683 h 45"/>
                <a:gd name="T2" fmla="*/ 504 w 51"/>
                <a:gd name="T3" fmla="*/ 435 h 45"/>
                <a:gd name="T4" fmla="*/ 379 w 51"/>
                <a:gd name="T5" fmla="*/ 0 h 45"/>
                <a:gd name="T6" fmla="*/ 397 w 51"/>
                <a:gd name="T7" fmla="*/ 419 h 45"/>
                <a:gd name="T8" fmla="*/ 125 w 51"/>
                <a:gd name="T9" fmla="*/ 797 h 45"/>
                <a:gd name="T10" fmla="*/ 301 w 51"/>
                <a:gd name="T11" fmla="*/ 683 h 45"/>
                <a:gd name="T12" fmla="*/ 459 w 51"/>
                <a:gd name="T13" fmla="*/ 661 h 45"/>
                <a:gd name="T14" fmla="*/ 806 w 51"/>
                <a:gd name="T15" fmla="*/ 832 h 45"/>
                <a:gd name="T16" fmla="*/ 693 w 51"/>
                <a:gd name="T17" fmla="*/ 683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5">
                  <a:moveTo>
                    <a:pt x="44" y="36"/>
                  </a:moveTo>
                  <a:cubicBezTo>
                    <a:pt x="37" y="34"/>
                    <a:pt x="34" y="30"/>
                    <a:pt x="32" y="23"/>
                  </a:cubicBezTo>
                  <a:cubicBezTo>
                    <a:pt x="31" y="16"/>
                    <a:pt x="34" y="1"/>
                    <a:pt x="24" y="0"/>
                  </a:cubicBezTo>
                  <a:cubicBezTo>
                    <a:pt x="20" y="6"/>
                    <a:pt x="30" y="14"/>
                    <a:pt x="25" y="22"/>
                  </a:cubicBezTo>
                  <a:cubicBezTo>
                    <a:pt x="23" y="26"/>
                    <a:pt x="0" y="36"/>
                    <a:pt x="8" y="42"/>
                  </a:cubicBezTo>
                  <a:cubicBezTo>
                    <a:pt x="13" y="45"/>
                    <a:pt x="16" y="38"/>
                    <a:pt x="19" y="36"/>
                  </a:cubicBezTo>
                  <a:cubicBezTo>
                    <a:pt x="22" y="34"/>
                    <a:pt x="26" y="35"/>
                    <a:pt x="29" y="35"/>
                  </a:cubicBezTo>
                  <a:cubicBezTo>
                    <a:pt x="36" y="36"/>
                    <a:pt x="46" y="44"/>
                    <a:pt x="51" y="44"/>
                  </a:cubicBezTo>
                  <a:cubicBezTo>
                    <a:pt x="49" y="44"/>
                    <a:pt x="46" y="37"/>
                    <a:pt x="44" y="36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71" name="Freeform 86">
              <a:extLst>
                <a:ext uri="{FF2B5EF4-FFF2-40B4-BE49-F238E27FC236}">
                  <a16:creationId xmlns:a16="http://schemas.microsoft.com/office/drawing/2014/main" id="{293EAFB3-52EF-48CA-A0B2-D6419DC9A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856"/>
              <a:ext cx="48" cy="56"/>
            </a:xfrm>
            <a:custGeom>
              <a:avLst/>
              <a:gdLst>
                <a:gd name="T0" fmla="*/ 192 w 19"/>
                <a:gd name="T1" fmla="*/ 0 h 21"/>
                <a:gd name="T2" fmla="*/ 147 w 19"/>
                <a:gd name="T3" fmla="*/ 227 h 21"/>
                <a:gd name="T4" fmla="*/ 0 w 19"/>
                <a:gd name="T5" fmla="*/ 376 h 21"/>
                <a:gd name="T6" fmla="*/ 306 w 19"/>
                <a:gd name="T7" fmla="*/ 376 h 21"/>
                <a:gd name="T8" fmla="*/ 243 w 19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2" y="0"/>
                  </a:moveTo>
                  <a:cubicBezTo>
                    <a:pt x="14" y="4"/>
                    <a:pt x="12" y="9"/>
                    <a:pt x="9" y="12"/>
                  </a:cubicBezTo>
                  <a:cubicBezTo>
                    <a:pt x="7" y="15"/>
                    <a:pt x="2" y="16"/>
                    <a:pt x="0" y="20"/>
                  </a:cubicBezTo>
                  <a:cubicBezTo>
                    <a:pt x="6" y="21"/>
                    <a:pt x="15" y="15"/>
                    <a:pt x="19" y="20"/>
                  </a:cubicBezTo>
                  <a:cubicBezTo>
                    <a:pt x="15" y="14"/>
                    <a:pt x="13" y="6"/>
                    <a:pt x="15" y="0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2" name="Freeform 87">
              <a:extLst>
                <a:ext uri="{FF2B5EF4-FFF2-40B4-BE49-F238E27FC236}">
                  <a16:creationId xmlns:a16="http://schemas.microsoft.com/office/drawing/2014/main" id="{A2E224C9-0B77-4267-9264-7289E9B9A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795"/>
              <a:ext cx="87" cy="117"/>
            </a:xfrm>
            <a:custGeom>
              <a:avLst/>
              <a:gdLst>
                <a:gd name="T0" fmla="*/ 0 w 35"/>
                <a:gd name="T1" fmla="*/ 601 h 44"/>
                <a:gd name="T2" fmla="*/ 229 w 35"/>
                <a:gd name="T3" fmla="*/ 362 h 44"/>
                <a:gd name="T4" fmla="*/ 370 w 35"/>
                <a:gd name="T5" fmla="*/ 0 h 44"/>
                <a:gd name="T6" fmla="*/ 291 w 35"/>
                <a:gd name="T7" fmla="*/ 396 h 44"/>
                <a:gd name="T8" fmla="*/ 291 w 35"/>
                <a:gd name="T9" fmla="*/ 827 h 44"/>
                <a:gd name="T10" fmla="*/ 216 w 35"/>
                <a:gd name="T11" fmla="*/ 545 h 44"/>
                <a:gd name="T12" fmla="*/ 0 w 35"/>
                <a:gd name="T13" fmla="*/ 657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4">
                  <a:moveTo>
                    <a:pt x="0" y="32"/>
                  </a:moveTo>
                  <a:cubicBezTo>
                    <a:pt x="6" y="30"/>
                    <a:pt x="11" y="25"/>
                    <a:pt x="15" y="19"/>
                  </a:cubicBezTo>
                  <a:cubicBezTo>
                    <a:pt x="18" y="13"/>
                    <a:pt x="19" y="6"/>
                    <a:pt x="24" y="0"/>
                  </a:cubicBezTo>
                  <a:cubicBezTo>
                    <a:pt x="35" y="2"/>
                    <a:pt x="20" y="17"/>
                    <a:pt x="19" y="21"/>
                  </a:cubicBezTo>
                  <a:cubicBezTo>
                    <a:pt x="18" y="29"/>
                    <a:pt x="24" y="38"/>
                    <a:pt x="19" y="44"/>
                  </a:cubicBezTo>
                  <a:cubicBezTo>
                    <a:pt x="14" y="41"/>
                    <a:pt x="18" y="31"/>
                    <a:pt x="14" y="29"/>
                  </a:cubicBezTo>
                  <a:cubicBezTo>
                    <a:pt x="12" y="28"/>
                    <a:pt x="6" y="30"/>
                    <a:pt x="0" y="35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73" name="Freeform 88">
              <a:extLst>
                <a:ext uri="{FF2B5EF4-FFF2-40B4-BE49-F238E27FC236}">
                  <a16:creationId xmlns:a16="http://schemas.microsoft.com/office/drawing/2014/main" id="{3E0D1135-18C8-478F-8282-9BEFFC165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795"/>
              <a:ext cx="87" cy="117"/>
            </a:xfrm>
            <a:custGeom>
              <a:avLst/>
              <a:gdLst>
                <a:gd name="T0" fmla="*/ 0 w 35"/>
                <a:gd name="T1" fmla="*/ 601 h 44"/>
                <a:gd name="T2" fmla="*/ 229 w 35"/>
                <a:gd name="T3" fmla="*/ 362 h 44"/>
                <a:gd name="T4" fmla="*/ 370 w 35"/>
                <a:gd name="T5" fmla="*/ 0 h 44"/>
                <a:gd name="T6" fmla="*/ 291 w 35"/>
                <a:gd name="T7" fmla="*/ 396 h 44"/>
                <a:gd name="T8" fmla="*/ 291 w 35"/>
                <a:gd name="T9" fmla="*/ 827 h 44"/>
                <a:gd name="T10" fmla="*/ 216 w 35"/>
                <a:gd name="T11" fmla="*/ 545 h 44"/>
                <a:gd name="T12" fmla="*/ 0 w 35"/>
                <a:gd name="T13" fmla="*/ 657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4">
                  <a:moveTo>
                    <a:pt x="0" y="32"/>
                  </a:moveTo>
                  <a:cubicBezTo>
                    <a:pt x="6" y="30"/>
                    <a:pt x="11" y="25"/>
                    <a:pt x="15" y="19"/>
                  </a:cubicBezTo>
                  <a:cubicBezTo>
                    <a:pt x="18" y="13"/>
                    <a:pt x="19" y="6"/>
                    <a:pt x="24" y="0"/>
                  </a:cubicBezTo>
                  <a:cubicBezTo>
                    <a:pt x="35" y="2"/>
                    <a:pt x="20" y="17"/>
                    <a:pt x="19" y="21"/>
                  </a:cubicBezTo>
                  <a:cubicBezTo>
                    <a:pt x="18" y="29"/>
                    <a:pt x="24" y="38"/>
                    <a:pt x="19" y="44"/>
                  </a:cubicBezTo>
                  <a:cubicBezTo>
                    <a:pt x="14" y="41"/>
                    <a:pt x="18" y="31"/>
                    <a:pt x="14" y="29"/>
                  </a:cubicBezTo>
                  <a:cubicBezTo>
                    <a:pt x="12" y="28"/>
                    <a:pt x="6" y="30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4" name="Freeform 89">
              <a:extLst>
                <a:ext uri="{FF2B5EF4-FFF2-40B4-BE49-F238E27FC236}">
                  <a16:creationId xmlns:a16="http://schemas.microsoft.com/office/drawing/2014/main" id="{5D7F73DB-7021-4E1F-ABAF-2071F0B43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" y="2667"/>
              <a:ext cx="80" cy="149"/>
            </a:xfrm>
            <a:custGeom>
              <a:avLst/>
              <a:gdLst>
                <a:gd name="T0" fmla="*/ 363 w 32"/>
                <a:gd name="T1" fmla="*/ 806 h 56"/>
                <a:gd name="T2" fmla="*/ 345 w 32"/>
                <a:gd name="T3" fmla="*/ 545 h 56"/>
                <a:gd name="T4" fmla="*/ 470 w 32"/>
                <a:gd name="T5" fmla="*/ 282 h 56"/>
                <a:gd name="T6" fmla="*/ 270 w 32"/>
                <a:gd name="T7" fmla="*/ 93 h 56"/>
                <a:gd name="T8" fmla="*/ 158 w 32"/>
                <a:gd name="T9" fmla="*/ 0 h 56"/>
                <a:gd name="T10" fmla="*/ 238 w 32"/>
                <a:gd name="T11" fmla="*/ 247 h 56"/>
                <a:gd name="T12" fmla="*/ 395 w 32"/>
                <a:gd name="T13" fmla="*/ 10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56">
                  <a:moveTo>
                    <a:pt x="23" y="43"/>
                  </a:moveTo>
                  <a:cubicBezTo>
                    <a:pt x="22" y="41"/>
                    <a:pt x="22" y="31"/>
                    <a:pt x="22" y="29"/>
                  </a:cubicBezTo>
                  <a:cubicBezTo>
                    <a:pt x="24" y="23"/>
                    <a:pt x="29" y="21"/>
                    <a:pt x="30" y="15"/>
                  </a:cubicBezTo>
                  <a:cubicBezTo>
                    <a:pt x="32" y="7"/>
                    <a:pt x="22" y="9"/>
                    <a:pt x="17" y="5"/>
                  </a:cubicBezTo>
                  <a:cubicBezTo>
                    <a:pt x="15" y="3"/>
                    <a:pt x="11" y="0"/>
                    <a:pt x="10" y="0"/>
                  </a:cubicBezTo>
                  <a:cubicBezTo>
                    <a:pt x="0" y="3"/>
                    <a:pt x="13" y="9"/>
                    <a:pt x="15" y="13"/>
                  </a:cubicBezTo>
                  <a:cubicBezTo>
                    <a:pt x="18" y="18"/>
                    <a:pt x="17" y="45"/>
                    <a:pt x="25" y="56"/>
                  </a:cubicBezTo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75" name="Freeform 90">
              <a:extLst>
                <a:ext uri="{FF2B5EF4-FFF2-40B4-BE49-F238E27FC236}">
                  <a16:creationId xmlns:a16="http://schemas.microsoft.com/office/drawing/2014/main" id="{730A3DC1-4FEE-4B24-9BAC-D155ACACF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" y="2667"/>
              <a:ext cx="80" cy="149"/>
            </a:xfrm>
            <a:custGeom>
              <a:avLst/>
              <a:gdLst>
                <a:gd name="T0" fmla="*/ 363 w 32"/>
                <a:gd name="T1" fmla="*/ 806 h 56"/>
                <a:gd name="T2" fmla="*/ 345 w 32"/>
                <a:gd name="T3" fmla="*/ 545 h 56"/>
                <a:gd name="T4" fmla="*/ 470 w 32"/>
                <a:gd name="T5" fmla="*/ 282 h 56"/>
                <a:gd name="T6" fmla="*/ 270 w 32"/>
                <a:gd name="T7" fmla="*/ 93 h 56"/>
                <a:gd name="T8" fmla="*/ 158 w 32"/>
                <a:gd name="T9" fmla="*/ 0 h 56"/>
                <a:gd name="T10" fmla="*/ 238 w 32"/>
                <a:gd name="T11" fmla="*/ 247 h 56"/>
                <a:gd name="T12" fmla="*/ 395 w 32"/>
                <a:gd name="T13" fmla="*/ 10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56">
                  <a:moveTo>
                    <a:pt x="23" y="43"/>
                  </a:moveTo>
                  <a:cubicBezTo>
                    <a:pt x="22" y="41"/>
                    <a:pt x="22" y="31"/>
                    <a:pt x="22" y="29"/>
                  </a:cubicBezTo>
                  <a:cubicBezTo>
                    <a:pt x="24" y="23"/>
                    <a:pt x="29" y="21"/>
                    <a:pt x="30" y="15"/>
                  </a:cubicBezTo>
                  <a:cubicBezTo>
                    <a:pt x="32" y="7"/>
                    <a:pt x="22" y="9"/>
                    <a:pt x="17" y="5"/>
                  </a:cubicBezTo>
                  <a:cubicBezTo>
                    <a:pt x="15" y="3"/>
                    <a:pt x="11" y="0"/>
                    <a:pt x="10" y="0"/>
                  </a:cubicBezTo>
                  <a:cubicBezTo>
                    <a:pt x="0" y="3"/>
                    <a:pt x="13" y="9"/>
                    <a:pt x="15" y="13"/>
                  </a:cubicBezTo>
                  <a:cubicBezTo>
                    <a:pt x="18" y="18"/>
                    <a:pt x="17" y="45"/>
                    <a:pt x="25" y="5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6" name="Freeform 91">
              <a:extLst>
                <a:ext uri="{FF2B5EF4-FFF2-40B4-BE49-F238E27FC236}">
                  <a16:creationId xmlns:a16="http://schemas.microsoft.com/office/drawing/2014/main" id="{A6C897BE-0FA2-4212-988F-F0C713A75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083"/>
              <a:ext cx="1000" cy="1888"/>
            </a:xfrm>
            <a:custGeom>
              <a:avLst/>
              <a:gdLst>
                <a:gd name="T0" fmla="*/ 6145 w 400"/>
                <a:gd name="T1" fmla="*/ 3640 h 708"/>
                <a:gd name="T2" fmla="*/ 4738 w 400"/>
                <a:gd name="T3" fmla="*/ 3981 h 708"/>
                <a:gd name="T4" fmla="*/ 4363 w 400"/>
                <a:gd name="T5" fmla="*/ 2979 h 708"/>
                <a:gd name="T6" fmla="*/ 4863 w 400"/>
                <a:gd name="T7" fmla="*/ 2048 h 708"/>
                <a:gd name="T8" fmla="*/ 5845 w 400"/>
                <a:gd name="T9" fmla="*/ 1971 h 708"/>
                <a:gd name="T10" fmla="*/ 5408 w 400"/>
                <a:gd name="T11" fmla="*/ 1421 h 708"/>
                <a:gd name="T12" fmla="*/ 5720 w 400"/>
                <a:gd name="T13" fmla="*/ 739 h 708"/>
                <a:gd name="T14" fmla="*/ 4908 w 400"/>
                <a:gd name="T15" fmla="*/ 77 h 708"/>
                <a:gd name="T16" fmla="*/ 4583 w 400"/>
                <a:gd name="T17" fmla="*/ 1592 h 708"/>
                <a:gd name="T18" fmla="*/ 3500 w 400"/>
                <a:gd name="T19" fmla="*/ 1459 h 708"/>
                <a:gd name="T20" fmla="*/ 2708 w 400"/>
                <a:gd name="T21" fmla="*/ 1501 h 708"/>
                <a:gd name="T22" fmla="*/ 3063 w 400"/>
                <a:gd name="T23" fmla="*/ 2296 h 708"/>
                <a:gd name="T24" fmla="*/ 3145 w 400"/>
                <a:gd name="T25" fmla="*/ 2979 h 708"/>
                <a:gd name="T26" fmla="*/ 1438 w 400"/>
                <a:gd name="T27" fmla="*/ 2901 h 708"/>
                <a:gd name="T28" fmla="*/ 1020 w 400"/>
                <a:gd name="T29" fmla="*/ 2637 h 708"/>
                <a:gd name="T30" fmla="*/ 270 w 400"/>
                <a:gd name="T31" fmla="*/ 3699 h 708"/>
                <a:gd name="T32" fmla="*/ 1625 w 400"/>
                <a:gd name="T33" fmla="*/ 4552 h 708"/>
                <a:gd name="T34" fmla="*/ 1083 w 400"/>
                <a:gd name="T35" fmla="*/ 5995 h 708"/>
                <a:gd name="T36" fmla="*/ 270 w 400"/>
                <a:gd name="T37" fmla="*/ 6520 h 708"/>
                <a:gd name="T38" fmla="*/ 300 w 400"/>
                <a:gd name="T39" fmla="*/ 7907 h 708"/>
                <a:gd name="T40" fmla="*/ 613 w 400"/>
                <a:gd name="T41" fmla="*/ 6429 h 708"/>
                <a:gd name="T42" fmla="*/ 1313 w 400"/>
                <a:gd name="T43" fmla="*/ 6179 h 708"/>
                <a:gd name="T44" fmla="*/ 2033 w 400"/>
                <a:gd name="T45" fmla="*/ 6280 h 708"/>
                <a:gd name="T46" fmla="*/ 2145 w 400"/>
                <a:gd name="T47" fmla="*/ 8648 h 708"/>
                <a:gd name="T48" fmla="*/ 2533 w 400"/>
                <a:gd name="T49" fmla="*/ 10560 h 708"/>
                <a:gd name="T50" fmla="*/ 2000 w 400"/>
                <a:gd name="T51" fmla="*/ 11299 h 708"/>
                <a:gd name="T52" fmla="*/ 675 w 400"/>
                <a:gd name="T53" fmla="*/ 10261 h 708"/>
                <a:gd name="T54" fmla="*/ 158 w 400"/>
                <a:gd name="T55" fmla="*/ 9480 h 708"/>
                <a:gd name="T56" fmla="*/ 250 w 400"/>
                <a:gd name="T57" fmla="*/ 11128 h 708"/>
                <a:gd name="T58" fmla="*/ 1675 w 400"/>
                <a:gd name="T59" fmla="*/ 11661 h 708"/>
                <a:gd name="T60" fmla="*/ 1770 w 400"/>
                <a:gd name="T61" fmla="*/ 12096 h 708"/>
                <a:gd name="T62" fmla="*/ 2720 w 400"/>
                <a:gd name="T63" fmla="*/ 12253 h 708"/>
                <a:gd name="T64" fmla="*/ 3375 w 400"/>
                <a:gd name="T65" fmla="*/ 13291 h 708"/>
                <a:gd name="T66" fmla="*/ 3875 w 400"/>
                <a:gd name="T67" fmla="*/ 12323 h 708"/>
                <a:gd name="T68" fmla="*/ 4188 w 400"/>
                <a:gd name="T69" fmla="*/ 11811 h 708"/>
                <a:gd name="T70" fmla="*/ 4470 w 400"/>
                <a:gd name="T71" fmla="*/ 11741 h 708"/>
                <a:gd name="T72" fmla="*/ 3550 w 400"/>
                <a:gd name="T73" fmla="*/ 11115 h 708"/>
                <a:gd name="T74" fmla="*/ 4675 w 400"/>
                <a:gd name="T75" fmla="*/ 10376 h 708"/>
                <a:gd name="T76" fmla="*/ 5113 w 400"/>
                <a:gd name="T77" fmla="*/ 10091 h 70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00" h="708">
                  <a:moveTo>
                    <a:pt x="360" y="218"/>
                  </a:moveTo>
                  <a:cubicBezTo>
                    <a:pt x="379" y="218"/>
                    <a:pt x="400" y="202"/>
                    <a:pt x="393" y="192"/>
                  </a:cubicBezTo>
                  <a:cubicBezTo>
                    <a:pt x="387" y="183"/>
                    <a:pt x="355" y="208"/>
                    <a:pt x="344" y="219"/>
                  </a:cubicBezTo>
                  <a:cubicBezTo>
                    <a:pt x="333" y="230"/>
                    <a:pt x="315" y="224"/>
                    <a:pt x="303" y="210"/>
                  </a:cubicBezTo>
                  <a:cubicBezTo>
                    <a:pt x="291" y="195"/>
                    <a:pt x="291" y="186"/>
                    <a:pt x="294" y="169"/>
                  </a:cubicBezTo>
                  <a:cubicBezTo>
                    <a:pt x="293" y="157"/>
                    <a:pt x="284" y="165"/>
                    <a:pt x="279" y="157"/>
                  </a:cubicBezTo>
                  <a:cubicBezTo>
                    <a:pt x="276" y="152"/>
                    <a:pt x="283" y="144"/>
                    <a:pt x="285" y="140"/>
                  </a:cubicBezTo>
                  <a:cubicBezTo>
                    <a:pt x="291" y="132"/>
                    <a:pt x="302" y="111"/>
                    <a:pt x="311" y="108"/>
                  </a:cubicBezTo>
                  <a:cubicBezTo>
                    <a:pt x="335" y="98"/>
                    <a:pt x="343" y="134"/>
                    <a:pt x="360" y="136"/>
                  </a:cubicBezTo>
                  <a:cubicBezTo>
                    <a:pt x="375" y="138"/>
                    <a:pt x="379" y="115"/>
                    <a:pt x="374" y="104"/>
                  </a:cubicBezTo>
                  <a:cubicBezTo>
                    <a:pt x="366" y="83"/>
                    <a:pt x="366" y="100"/>
                    <a:pt x="354" y="90"/>
                  </a:cubicBezTo>
                  <a:cubicBezTo>
                    <a:pt x="351" y="88"/>
                    <a:pt x="349" y="82"/>
                    <a:pt x="346" y="75"/>
                  </a:cubicBezTo>
                  <a:cubicBezTo>
                    <a:pt x="344" y="69"/>
                    <a:pt x="347" y="53"/>
                    <a:pt x="353" y="50"/>
                  </a:cubicBezTo>
                  <a:cubicBezTo>
                    <a:pt x="358" y="47"/>
                    <a:pt x="365" y="43"/>
                    <a:pt x="366" y="39"/>
                  </a:cubicBezTo>
                  <a:cubicBezTo>
                    <a:pt x="370" y="30"/>
                    <a:pt x="357" y="17"/>
                    <a:pt x="356" y="11"/>
                  </a:cubicBezTo>
                  <a:cubicBezTo>
                    <a:pt x="355" y="1"/>
                    <a:pt x="323" y="0"/>
                    <a:pt x="314" y="4"/>
                  </a:cubicBezTo>
                  <a:cubicBezTo>
                    <a:pt x="303" y="10"/>
                    <a:pt x="301" y="48"/>
                    <a:pt x="303" y="58"/>
                  </a:cubicBezTo>
                  <a:cubicBezTo>
                    <a:pt x="306" y="71"/>
                    <a:pt x="304" y="74"/>
                    <a:pt x="293" y="84"/>
                  </a:cubicBezTo>
                  <a:cubicBezTo>
                    <a:pt x="284" y="91"/>
                    <a:pt x="270" y="99"/>
                    <a:pt x="260" y="100"/>
                  </a:cubicBezTo>
                  <a:cubicBezTo>
                    <a:pt x="236" y="104"/>
                    <a:pt x="234" y="101"/>
                    <a:pt x="224" y="77"/>
                  </a:cubicBezTo>
                  <a:cubicBezTo>
                    <a:pt x="221" y="67"/>
                    <a:pt x="219" y="57"/>
                    <a:pt x="208" y="53"/>
                  </a:cubicBezTo>
                  <a:cubicBezTo>
                    <a:pt x="191" y="46"/>
                    <a:pt x="173" y="65"/>
                    <a:pt x="173" y="79"/>
                  </a:cubicBezTo>
                  <a:cubicBezTo>
                    <a:pt x="173" y="88"/>
                    <a:pt x="175" y="107"/>
                    <a:pt x="181" y="114"/>
                  </a:cubicBezTo>
                  <a:cubicBezTo>
                    <a:pt x="184" y="118"/>
                    <a:pt x="192" y="117"/>
                    <a:pt x="196" y="121"/>
                  </a:cubicBezTo>
                  <a:cubicBezTo>
                    <a:pt x="202" y="129"/>
                    <a:pt x="206" y="147"/>
                    <a:pt x="201" y="157"/>
                  </a:cubicBezTo>
                  <a:cubicBezTo>
                    <a:pt x="201" y="157"/>
                    <a:pt x="201" y="157"/>
                    <a:pt x="201" y="157"/>
                  </a:cubicBezTo>
                  <a:cubicBezTo>
                    <a:pt x="185" y="184"/>
                    <a:pt x="173" y="203"/>
                    <a:pt x="137" y="187"/>
                  </a:cubicBezTo>
                  <a:cubicBezTo>
                    <a:pt x="123" y="181"/>
                    <a:pt x="98" y="169"/>
                    <a:pt x="92" y="153"/>
                  </a:cubicBezTo>
                  <a:cubicBezTo>
                    <a:pt x="90" y="146"/>
                    <a:pt x="94" y="115"/>
                    <a:pt x="76" y="122"/>
                  </a:cubicBezTo>
                  <a:cubicBezTo>
                    <a:pt x="70" y="125"/>
                    <a:pt x="69" y="134"/>
                    <a:pt x="65" y="139"/>
                  </a:cubicBezTo>
                  <a:cubicBezTo>
                    <a:pt x="61" y="144"/>
                    <a:pt x="54" y="147"/>
                    <a:pt x="50" y="152"/>
                  </a:cubicBezTo>
                  <a:cubicBezTo>
                    <a:pt x="45" y="158"/>
                    <a:pt x="14" y="187"/>
                    <a:pt x="17" y="195"/>
                  </a:cubicBezTo>
                  <a:cubicBezTo>
                    <a:pt x="23" y="210"/>
                    <a:pt x="66" y="209"/>
                    <a:pt x="77" y="212"/>
                  </a:cubicBezTo>
                  <a:cubicBezTo>
                    <a:pt x="93" y="217"/>
                    <a:pt x="105" y="226"/>
                    <a:pt x="104" y="240"/>
                  </a:cubicBezTo>
                  <a:cubicBezTo>
                    <a:pt x="103" y="257"/>
                    <a:pt x="94" y="267"/>
                    <a:pt x="84" y="278"/>
                  </a:cubicBezTo>
                  <a:cubicBezTo>
                    <a:pt x="74" y="290"/>
                    <a:pt x="72" y="301"/>
                    <a:pt x="69" y="316"/>
                  </a:cubicBezTo>
                  <a:cubicBezTo>
                    <a:pt x="65" y="341"/>
                    <a:pt x="29" y="318"/>
                    <a:pt x="12" y="318"/>
                  </a:cubicBezTo>
                  <a:cubicBezTo>
                    <a:pt x="0" y="319"/>
                    <a:pt x="14" y="333"/>
                    <a:pt x="17" y="344"/>
                  </a:cubicBezTo>
                  <a:cubicBezTo>
                    <a:pt x="19" y="353"/>
                    <a:pt x="18" y="364"/>
                    <a:pt x="20" y="373"/>
                  </a:cubicBezTo>
                  <a:cubicBezTo>
                    <a:pt x="25" y="389"/>
                    <a:pt x="42" y="407"/>
                    <a:pt x="19" y="417"/>
                  </a:cubicBezTo>
                  <a:cubicBezTo>
                    <a:pt x="52" y="427"/>
                    <a:pt x="40" y="385"/>
                    <a:pt x="34" y="368"/>
                  </a:cubicBezTo>
                  <a:cubicBezTo>
                    <a:pt x="30" y="359"/>
                    <a:pt x="24" y="343"/>
                    <a:pt x="39" y="339"/>
                  </a:cubicBezTo>
                  <a:cubicBezTo>
                    <a:pt x="50" y="337"/>
                    <a:pt x="57" y="350"/>
                    <a:pt x="68" y="349"/>
                  </a:cubicBezTo>
                  <a:cubicBezTo>
                    <a:pt x="80" y="347"/>
                    <a:pt x="81" y="335"/>
                    <a:pt x="84" y="326"/>
                  </a:cubicBezTo>
                  <a:cubicBezTo>
                    <a:pt x="87" y="316"/>
                    <a:pt x="92" y="309"/>
                    <a:pt x="102" y="305"/>
                  </a:cubicBezTo>
                  <a:cubicBezTo>
                    <a:pt x="124" y="296"/>
                    <a:pt x="131" y="312"/>
                    <a:pt x="130" y="331"/>
                  </a:cubicBezTo>
                  <a:cubicBezTo>
                    <a:pt x="129" y="356"/>
                    <a:pt x="127" y="383"/>
                    <a:pt x="129" y="408"/>
                  </a:cubicBezTo>
                  <a:cubicBezTo>
                    <a:pt x="130" y="425"/>
                    <a:pt x="136" y="439"/>
                    <a:pt x="137" y="456"/>
                  </a:cubicBezTo>
                  <a:cubicBezTo>
                    <a:pt x="139" y="475"/>
                    <a:pt x="138" y="498"/>
                    <a:pt x="143" y="515"/>
                  </a:cubicBezTo>
                  <a:cubicBezTo>
                    <a:pt x="147" y="531"/>
                    <a:pt x="160" y="541"/>
                    <a:pt x="162" y="557"/>
                  </a:cubicBezTo>
                  <a:cubicBezTo>
                    <a:pt x="164" y="568"/>
                    <a:pt x="164" y="578"/>
                    <a:pt x="157" y="588"/>
                  </a:cubicBezTo>
                  <a:cubicBezTo>
                    <a:pt x="148" y="599"/>
                    <a:pt x="138" y="602"/>
                    <a:pt x="128" y="596"/>
                  </a:cubicBezTo>
                  <a:cubicBezTo>
                    <a:pt x="109" y="583"/>
                    <a:pt x="104" y="561"/>
                    <a:pt x="90" y="544"/>
                  </a:cubicBezTo>
                  <a:cubicBezTo>
                    <a:pt x="71" y="521"/>
                    <a:pt x="60" y="557"/>
                    <a:pt x="43" y="541"/>
                  </a:cubicBezTo>
                  <a:cubicBezTo>
                    <a:pt x="35" y="535"/>
                    <a:pt x="29" y="509"/>
                    <a:pt x="24" y="502"/>
                  </a:cubicBezTo>
                  <a:cubicBezTo>
                    <a:pt x="21" y="499"/>
                    <a:pt x="15" y="498"/>
                    <a:pt x="10" y="500"/>
                  </a:cubicBezTo>
                  <a:cubicBezTo>
                    <a:pt x="3" y="503"/>
                    <a:pt x="5" y="511"/>
                    <a:pt x="5" y="515"/>
                  </a:cubicBezTo>
                  <a:cubicBezTo>
                    <a:pt x="7" y="530"/>
                    <a:pt x="7" y="580"/>
                    <a:pt x="16" y="587"/>
                  </a:cubicBezTo>
                  <a:cubicBezTo>
                    <a:pt x="33" y="600"/>
                    <a:pt x="58" y="581"/>
                    <a:pt x="75" y="582"/>
                  </a:cubicBezTo>
                  <a:cubicBezTo>
                    <a:pt x="96" y="584"/>
                    <a:pt x="115" y="597"/>
                    <a:pt x="107" y="615"/>
                  </a:cubicBezTo>
                  <a:cubicBezTo>
                    <a:pt x="99" y="634"/>
                    <a:pt x="81" y="634"/>
                    <a:pt x="95" y="655"/>
                  </a:cubicBezTo>
                  <a:cubicBezTo>
                    <a:pt x="106" y="653"/>
                    <a:pt x="106" y="644"/>
                    <a:pt x="113" y="638"/>
                  </a:cubicBezTo>
                  <a:cubicBezTo>
                    <a:pt x="122" y="631"/>
                    <a:pt x="131" y="632"/>
                    <a:pt x="141" y="635"/>
                  </a:cubicBezTo>
                  <a:cubicBezTo>
                    <a:pt x="153" y="639"/>
                    <a:pt x="160" y="646"/>
                    <a:pt x="174" y="646"/>
                  </a:cubicBezTo>
                  <a:cubicBezTo>
                    <a:pt x="187" y="646"/>
                    <a:pt x="200" y="641"/>
                    <a:pt x="213" y="647"/>
                  </a:cubicBezTo>
                  <a:cubicBezTo>
                    <a:pt x="243" y="661"/>
                    <a:pt x="203" y="693"/>
                    <a:pt x="216" y="701"/>
                  </a:cubicBezTo>
                  <a:cubicBezTo>
                    <a:pt x="227" y="708"/>
                    <a:pt x="225" y="682"/>
                    <a:pt x="226" y="677"/>
                  </a:cubicBezTo>
                  <a:cubicBezTo>
                    <a:pt x="230" y="666"/>
                    <a:pt x="245" y="661"/>
                    <a:pt x="248" y="650"/>
                  </a:cubicBezTo>
                  <a:cubicBezTo>
                    <a:pt x="251" y="641"/>
                    <a:pt x="240" y="629"/>
                    <a:pt x="243" y="623"/>
                  </a:cubicBezTo>
                  <a:cubicBezTo>
                    <a:pt x="247" y="614"/>
                    <a:pt x="262" y="620"/>
                    <a:pt x="268" y="623"/>
                  </a:cubicBezTo>
                  <a:cubicBezTo>
                    <a:pt x="272" y="625"/>
                    <a:pt x="286" y="637"/>
                    <a:pt x="288" y="637"/>
                  </a:cubicBezTo>
                  <a:cubicBezTo>
                    <a:pt x="300" y="635"/>
                    <a:pt x="291" y="623"/>
                    <a:pt x="286" y="619"/>
                  </a:cubicBezTo>
                  <a:cubicBezTo>
                    <a:pt x="278" y="613"/>
                    <a:pt x="265" y="614"/>
                    <a:pt x="256" y="610"/>
                  </a:cubicBezTo>
                  <a:cubicBezTo>
                    <a:pt x="246" y="605"/>
                    <a:pt x="232" y="595"/>
                    <a:pt x="227" y="586"/>
                  </a:cubicBezTo>
                  <a:cubicBezTo>
                    <a:pt x="217" y="568"/>
                    <a:pt x="214" y="533"/>
                    <a:pt x="241" y="531"/>
                  </a:cubicBezTo>
                  <a:cubicBezTo>
                    <a:pt x="261" y="530"/>
                    <a:pt x="295" y="536"/>
                    <a:pt x="299" y="547"/>
                  </a:cubicBezTo>
                  <a:cubicBezTo>
                    <a:pt x="305" y="535"/>
                    <a:pt x="313" y="548"/>
                    <a:pt x="321" y="554"/>
                  </a:cubicBezTo>
                  <a:cubicBezTo>
                    <a:pt x="329" y="559"/>
                    <a:pt x="323" y="533"/>
                    <a:pt x="327" y="532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7" name="Freeform 92">
              <a:extLst>
                <a:ext uri="{FF2B5EF4-FFF2-40B4-BE49-F238E27FC236}">
                  <a16:creationId xmlns:a16="http://schemas.microsoft.com/office/drawing/2014/main" id="{9C30B26C-8D1B-4622-8C66-84E60C526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421"/>
              <a:ext cx="285" cy="288"/>
            </a:xfrm>
            <a:custGeom>
              <a:avLst/>
              <a:gdLst>
                <a:gd name="T0" fmla="*/ 1333 w 114"/>
                <a:gd name="T1" fmla="*/ 376 h 108"/>
                <a:gd name="T2" fmla="*/ 20 w 114"/>
                <a:gd name="T3" fmla="*/ 1003 h 108"/>
                <a:gd name="T4" fmla="*/ 688 w 114"/>
                <a:gd name="T5" fmla="*/ 2048 h 108"/>
                <a:gd name="T6" fmla="*/ 238 w 114"/>
                <a:gd name="T7" fmla="*/ 1592 h 108"/>
                <a:gd name="T8" fmla="*/ 458 w 114"/>
                <a:gd name="T9" fmla="*/ 547 h 108"/>
                <a:gd name="T10" fmla="*/ 1363 w 114"/>
                <a:gd name="T11" fmla="*/ 853 h 108"/>
                <a:gd name="T12" fmla="*/ 1708 w 114"/>
                <a:gd name="T13" fmla="*/ 968 h 108"/>
                <a:gd name="T14" fmla="*/ 1783 w 114"/>
                <a:gd name="T15" fmla="*/ 888 h 108"/>
                <a:gd name="T16" fmla="*/ 1783 w 114"/>
                <a:gd name="T17" fmla="*/ 776 h 108"/>
                <a:gd name="T18" fmla="*/ 1333 w 114"/>
                <a:gd name="T19" fmla="*/ 376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108">
                  <a:moveTo>
                    <a:pt x="85" y="20"/>
                  </a:moveTo>
                  <a:cubicBezTo>
                    <a:pt x="68" y="12"/>
                    <a:pt x="3" y="0"/>
                    <a:pt x="1" y="53"/>
                  </a:cubicBezTo>
                  <a:cubicBezTo>
                    <a:pt x="0" y="106"/>
                    <a:pt x="44" y="108"/>
                    <a:pt x="44" y="108"/>
                  </a:cubicBezTo>
                  <a:cubicBezTo>
                    <a:pt x="34" y="103"/>
                    <a:pt x="20" y="93"/>
                    <a:pt x="15" y="84"/>
                  </a:cubicBezTo>
                  <a:cubicBezTo>
                    <a:pt x="5" y="66"/>
                    <a:pt x="2" y="31"/>
                    <a:pt x="29" y="29"/>
                  </a:cubicBezTo>
                  <a:cubicBezTo>
                    <a:pt x="49" y="28"/>
                    <a:pt x="83" y="34"/>
                    <a:pt x="87" y="45"/>
                  </a:cubicBezTo>
                  <a:cubicBezTo>
                    <a:pt x="93" y="33"/>
                    <a:pt x="101" y="46"/>
                    <a:pt x="109" y="51"/>
                  </a:cubicBezTo>
                  <a:cubicBezTo>
                    <a:pt x="114" y="47"/>
                    <a:pt x="114" y="47"/>
                    <a:pt x="114" y="47"/>
                  </a:cubicBezTo>
                  <a:cubicBezTo>
                    <a:pt x="114" y="45"/>
                    <a:pt x="114" y="43"/>
                    <a:pt x="114" y="41"/>
                  </a:cubicBezTo>
                  <a:cubicBezTo>
                    <a:pt x="110" y="33"/>
                    <a:pt x="100" y="26"/>
                    <a:pt x="85" y="20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78" name="Freeform 93">
              <a:extLst>
                <a:ext uri="{FF2B5EF4-FFF2-40B4-BE49-F238E27FC236}">
                  <a16:creationId xmlns:a16="http://schemas.microsoft.com/office/drawing/2014/main" id="{86AE58DE-9203-4968-B1D1-28E984266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560"/>
              <a:ext cx="12" cy="35"/>
            </a:xfrm>
            <a:custGeom>
              <a:avLst/>
              <a:gdLst>
                <a:gd name="T0" fmla="*/ 29 w 5"/>
                <a:gd name="T1" fmla="*/ 0 h 13"/>
                <a:gd name="T2" fmla="*/ 70 w 5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2" y="0"/>
                  </a:moveTo>
                  <a:cubicBezTo>
                    <a:pt x="0" y="5"/>
                    <a:pt x="5" y="13"/>
                    <a:pt x="5" y="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9" name="Freeform 94">
              <a:extLst>
                <a:ext uri="{FF2B5EF4-FFF2-40B4-BE49-F238E27FC236}">
                  <a16:creationId xmlns:a16="http://schemas.microsoft.com/office/drawing/2014/main" id="{1ACC3D0B-8F88-4429-8374-B0528A5AB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419"/>
              <a:ext cx="342" cy="285"/>
            </a:xfrm>
            <a:custGeom>
              <a:avLst/>
              <a:gdLst>
                <a:gd name="T0" fmla="*/ 667 w 137"/>
                <a:gd name="T1" fmla="*/ 376 h 107"/>
                <a:gd name="T2" fmla="*/ 2119 w 137"/>
                <a:gd name="T3" fmla="*/ 1001 h 107"/>
                <a:gd name="T4" fmla="*/ 1103 w 137"/>
                <a:gd name="T5" fmla="*/ 2022 h 107"/>
                <a:gd name="T6" fmla="*/ 1870 w 137"/>
                <a:gd name="T7" fmla="*/ 1420 h 107"/>
                <a:gd name="T8" fmla="*/ 1558 w 137"/>
                <a:gd name="T9" fmla="*/ 546 h 107"/>
                <a:gd name="T10" fmla="*/ 637 w 137"/>
                <a:gd name="T11" fmla="*/ 852 h 107"/>
                <a:gd name="T12" fmla="*/ 292 w 137"/>
                <a:gd name="T13" fmla="*/ 986 h 107"/>
                <a:gd name="T14" fmla="*/ 667 w 137"/>
                <a:gd name="T15" fmla="*/ 376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07">
                  <a:moveTo>
                    <a:pt x="43" y="20"/>
                  </a:moveTo>
                  <a:cubicBezTo>
                    <a:pt x="60" y="12"/>
                    <a:pt x="137" y="0"/>
                    <a:pt x="136" y="53"/>
                  </a:cubicBezTo>
                  <a:cubicBezTo>
                    <a:pt x="135" y="93"/>
                    <a:pt x="71" y="107"/>
                    <a:pt x="71" y="107"/>
                  </a:cubicBezTo>
                  <a:cubicBezTo>
                    <a:pt x="81" y="102"/>
                    <a:pt x="109" y="91"/>
                    <a:pt x="120" y="75"/>
                  </a:cubicBezTo>
                  <a:cubicBezTo>
                    <a:pt x="130" y="58"/>
                    <a:pt x="126" y="31"/>
                    <a:pt x="100" y="29"/>
                  </a:cubicBezTo>
                  <a:cubicBezTo>
                    <a:pt x="80" y="27"/>
                    <a:pt x="45" y="35"/>
                    <a:pt x="41" y="45"/>
                  </a:cubicBezTo>
                  <a:cubicBezTo>
                    <a:pt x="35" y="34"/>
                    <a:pt x="27" y="46"/>
                    <a:pt x="19" y="52"/>
                  </a:cubicBezTo>
                  <a:cubicBezTo>
                    <a:pt x="19" y="52"/>
                    <a:pt x="0" y="39"/>
                    <a:pt x="43" y="20"/>
                  </a:cubicBezTo>
                  <a:close/>
                </a:path>
              </a:pathLst>
            </a:custGeom>
            <a:solidFill>
              <a:srgbClr val="BBB0C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80" name="Freeform 95">
              <a:extLst>
                <a:ext uri="{FF2B5EF4-FFF2-40B4-BE49-F238E27FC236}">
                  <a16:creationId xmlns:a16="http://schemas.microsoft.com/office/drawing/2014/main" id="{A2006E12-D3CC-4CE6-8813-769C26E96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2565"/>
              <a:ext cx="15" cy="35"/>
            </a:xfrm>
            <a:custGeom>
              <a:avLst/>
              <a:gdLst>
                <a:gd name="T0" fmla="*/ 50 w 6"/>
                <a:gd name="T1" fmla="*/ 0 h 13"/>
                <a:gd name="T2" fmla="*/ 0 w 6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3" y="0"/>
                  </a:moveTo>
                  <a:cubicBezTo>
                    <a:pt x="6" y="5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1" name="Freeform 96">
              <a:extLst>
                <a:ext uri="{FF2B5EF4-FFF2-40B4-BE49-F238E27FC236}">
                  <a16:creationId xmlns:a16="http://schemas.microsoft.com/office/drawing/2014/main" id="{F8A59A0B-CC9F-4270-8A3F-5617ADE6A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560"/>
              <a:ext cx="7" cy="56"/>
            </a:xfrm>
            <a:custGeom>
              <a:avLst/>
              <a:gdLst>
                <a:gd name="T0" fmla="*/ 28 w 3"/>
                <a:gd name="T1" fmla="*/ 0 h 21"/>
                <a:gd name="T2" fmla="*/ 37 w 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2" y="0"/>
                  </a:moveTo>
                  <a:cubicBezTo>
                    <a:pt x="1" y="4"/>
                    <a:pt x="0" y="16"/>
                    <a:pt x="3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2" name="Freeform 97">
              <a:extLst>
                <a:ext uri="{FF2B5EF4-FFF2-40B4-BE49-F238E27FC236}">
                  <a16:creationId xmlns:a16="http://schemas.microsoft.com/office/drawing/2014/main" id="{C127E0C6-BECB-496E-8F31-CD22BFD7C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595"/>
              <a:ext cx="7" cy="24"/>
            </a:xfrm>
            <a:custGeom>
              <a:avLst/>
              <a:gdLst>
                <a:gd name="T0" fmla="*/ 37 w 3"/>
                <a:gd name="T1" fmla="*/ 0 h 9"/>
                <a:gd name="T2" fmla="*/ 0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3" y="3"/>
                    <a:pt x="2" y="8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3" name="Freeform 98">
              <a:extLst>
                <a:ext uri="{FF2B5EF4-FFF2-40B4-BE49-F238E27FC236}">
                  <a16:creationId xmlns:a16="http://schemas.microsoft.com/office/drawing/2014/main" id="{9013ED96-A600-489F-B634-5031B3008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099"/>
              <a:ext cx="1058" cy="1906"/>
            </a:xfrm>
            <a:custGeom>
              <a:avLst/>
              <a:gdLst>
                <a:gd name="T0" fmla="*/ 113 w 423"/>
                <a:gd name="T1" fmla="*/ 3788 h 715"/>
                <a:gd name="T2" fmla="*/ 283 w 423"/>
                <a:gd name="T3" fmla="*/ 3319 h 715"/>
                <a:gd name="T4" fmla="*/ 658 w 423"/>
                <a:gd name="T5" fmla="*/ 2082 h 715"/>
                <a:gd name="T6" fmla="*/ 20 w 423"/>
                <a:gd name="T7" fmla="*/ 1400 h 715"/>
                <a:gd name="T8" fmla="*/ 800 w 423"/>
                <a:gd name="T9" fmla="*/ 21 h 715"/>
                <a:gd name="T10" fmla="*/ 1938 w 423"/>
                <a:gd name="T11" fmla="*/ 704 h 715"/>
                <a:gd name="T12" fmla="*/ 1346 w 423"/>
                <a:gd name="T13" fmla="*/ 1877 h 715"/>
                <a:gd name="T14" fmla="*/ 1801 w 423"/>
                <a:gd name="T15" fmla="*/ 2218 h 715"/>
                <a:gd name="T16" fmla="*/ 2691 w 423"/>
                <a:gd name="T17" fmla="*/ 3034 h 715"/>
                <a:gd name="T18" fmla="*/ 3146 w 423"/>
                <a:gd name="T19" fmla="*/ 1685 h 715"/>
                <a:gd name="T20" fmla="*/ 3334 w 423"/>
                <a:gd name="T21" fmla="*/ 818 h 715"/>
                <a:gd name="T22" fmla="*/ 4159 w 423"/>
                <a:gd name="T23" fmla="*/ 1400 h 715"/>
                <a:gd name="T24" fmla="*/ 3847 w 423"/>
                <a:gd name="T25" fmla="*/ 2500 h 715"/>
                <a:gd name="T26" fmla="*/ 5022 w 423"/>
                <a:gd name="T27" fmla="*/ 2423 h 715"/>
                <a:gd name="T28" fmla="*/ 5725 w 423"/>
                <a:gd name="T29" fmla="*/ 2594 h 715"/>
                <a:gd name="T30" fmla="*/ 5097 w 423"/>
                <a:gd name="T31" fmla="*/ 4129 h 715"/>
                <a:gd name="T32" fmla="*/ 4242 w 423"/>
                <a:gd name="T33" fmla="*/ 3732 h 715"/>
                <a:gd name="T34" fmla="*/ 4317 w 423"/>
                <a:gd name="T35" fmla="*/ 4982 h 715"/>
                <a:gd name="T36" fmla="*/ 4785 w 423"/>
                <a:gd name="T37" fmla="*/ 6097 h 715"/>
                <a:gd name="T38" fmla="*/ 5600 w 423"/>
                <a:gd name="T39" fmla="*/ 5777 h 715"/>
                <a:gd name="T40" fmla="*/ 6255 w 423"/>
                <a:gd name="T41" fmla="*/ 4774 h 715"/>
                <a:gd name="T42" fmla="*/ 6588 w 423"/>
                <a:gd name="T43" fmla="*/ 5721 h 715"/>
                <a:gd name="T44" fmla="*/ 6213 w 423"/>
                <a:gd name="T45" fmla="*/ 6310 h 715"/>
                <a:gd name="T46" fmla="*/ 6213 w 423"/>
                <a:gd name="T47" fmla="*/ 7142 h 715"/>
                <a:gd name="T48" fmla="*/ 6556 w 423"/>
                <a:gd name="T49" fmla="*/ 7960 h 715"/>
                <a:gd name="T50" fmla="*/ 6413 w 423"/>
                <a:gd name="T51" fmla="*/ 8960 h 715"/>
                <a:gd name="T52" fmla="*/ 6038 w 423"/>
                <a:gd name="T53" fmla="*/ 8472 h 715"/>
                <a:gd name="T54" fmla="*/ 5338 w 423"/>
                <a:gd name="T55" fmla="*/ 8109 h 715"/>
                <a:gd name="T56" fmla="*/ 5242 w 423"/>
                <a:gd name="T57" fmla="*/ 7333 h 715"/>
                <a:gd name="T58" fmla="*/ 4942 w 423"/>
                <a:gd name="T59" fmla="*/ 6686 h 715"/>
                <a:gd name="T60" fmla="*/ 4597 w 423"/>
                <a:gd name="T61" fmla="*/ 6382 h 715"/>
                <a:gd name="T62" fmla="*/ 4034 w 423"/>
                <a:gd name="T63" fmla="*/ 7120 h 715"/>
                <a:gd name="T64" fmla="*/ 4272 w 423"/>
                <a:gd name="T65" fmla="*/ 7995 h 715"/>
                <a:gd name="T66" fmla="*/ 3942 w 423"/>
                <a:gd name="T67" fmla="*/ 8472 h 715"/>
                <a:gd name="T68" fmla="*/ 3709 w 423"/>
                <a:gd name="T69" fmla="*/ 9493 h 715"/>
                <a:gd name="T70" fmla="*/ 3179 w 423"/>
                <a:gd name="T71" fmla="*/ 10042 h 715"/>
                <a:gd name="T72" fmla="*/ 3129 w 423"/>
                <a:gd name="T73" fmla="*/ 10852 h 715"/>
                <a:gd name="T74" fmla="*/ 3459 w 423"/>
                <a:gd name="T75" fmla="*/ 11177 h 715"/>
                <a:gd name="T76" fmla="*/ 4117 w 423"/>
                <a:gd name="T77" fmla="*/ 11100 h 715"/>
                <a:gd name="T78" fmla="*/ 4522 w 423"/>
                <a:gd name="T79" fmla="*/ 9893 h 715"/>
                <a:gd name="T80" fmla="*/ 4992 w 423"/>
                <a:gd name="T81" fmla="*/ 10247 h 715"/>
                <a:gd name="T82" fmla="*/ 5568 w 423"/>
                <a:gd name="T83" fmla="*/ 9834 h 715"/>
                <a:gd name="T84" fmla="*/ 6130 w 423"/>
                <a:gd name="T85" fmla="*/ 11007 h 715"/>
                <a:gd name="T86" fmla="*/ 5400 w 423"/>
                <a:gd name="T87" fmla="*/ 11860 h 715"/>
                <a:gd name="T88" fmla="*/ 5210 w 423"/>
                <a:gd name="T89" fmla="*/ 11065 h 715"/>
                <a:gd name="T90" fmla="*/ 4222 w 423"/>
                <a:gd name="T91" fmla="*/ 10985 h 715"/>
                <a:gd name="T92" fmla="*/ 4335 w 423"/>
                <a:gd name="T93" fmla="*/ 11817 h 715"/>
                <a:gd name="T94" fmla="*/ 4410 w 423"/>
                <a:gd name="T95" fmla="*/ 12692 h 715"/>
                <a:gd name="T96" fmla="*/ 3367 w 423"/>
                <a:gd name="T97" fmla="*/ 13353 h 715"/>
                <a:gd name="T98" fmla="*/ 2754 w 423"/>
                <a:gd name="T99" fmla="*/ 13203 h 715"/>
                <a:gd name="T100" fmla="*/ 2364 w 423"/>
                <a:gd name="T101" fmla="*/ 13318 h 715"/>
                <a:gd name="T102" fmla="*/ 2239 w 423"/>
                <a:gd name="T103" fmla="*/ 13067 h 715"/>
                <a:gd name="T104" fmla="*/ 2396 w 423"/>
                <a:gd name="T105" fmla="*/ 11953 h 715"/>
                <a:gd name="T106" fmla="*/ 1646 w 423"/>
                <a:gd name="T107" fmla="*/ 11703 h 715"/>
                <a:gd name="T108" fmla="*/ 1333 w 423"/>
                <a:gd name="T109" fmla="*/ 11689 h 71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23" h="715">
                  <a:moveTo>
                    <a:pt x="34" y="216"/>
                  </a:moveTo>
                  <a:cubicBezTo>
                    <a:pt x="23" y="211"/>
                    <a:pt x="10" y="215"/>
                    <a:pt x="7" y="200"/>
                  </a:cubicBezTo>
                  <a:cubicBezTo>
                    <a:pt x="6" y="195"/>
                    <a:pt x="6" y="189"/>
                    <a:pt x="7" y="183"/>
                  </a:cubicBezTo>
                  <a:cubicBezTo>
                    <a:pt x="9" y="175"/>
                    <a:pt x="12" y="176"/>
                    <a:pt x="18" y="175"/>
                  </a:cubicBezTo>
                  <a:cubicBezTo>
                    <a:pt x="33" y="172"/>
                    <a:pt x="39" y="167"/>
                    <a:pt x="43" y="152"/>
                  </a:cubicBezTo>
                  <a:cubicBezTo>
                    <a:pt x="46" y="139"/>
                    <a:pt x="50" y="121"/>
                    <a:pt x="42" y="110"/>
                  </a:cubicBezTo>
                  <a:cubicBezTo>
                    <a:pt x="36" y="101"/>
                    <a:pt x="26" y="101"/>
                    <a:pt x="18" y="94"/>
                  </a:cubicBezTo>
                  <a:cubicBezTo>
                    <a:pt x="10" y="89"/>
                    <a:pt x="0" y="85"/>
                    <a:pt x="1" y="74"/>
                  </a:cubicBezTo>
                  <a:cubicBezTo>
                    <a:pt x="3" y="60"/>
                    <a:pt x="8" y="42"/>
                    <a:pt x="13" y="30"/>
                  </a:cubicBezTo>
                  <a:cubicBezTo>
                    <a:pt x="20" y="14"/>
                    <a:pt x="33" y="0"/>
                    <a:pt x="51" y="1"/>
                  </a:cubicBezTo>
                  <a:cubicBezTo>
                    <a:pt x="66" y="2"/>
                    <a:pt x="107" y="3"/>
                    <a:pt x="120" y="13"/>
                  </a:cubicBezTo>
                  <a:cubicBezTo>
                    <a:pt x="126" y="17"/>
                    <a:pt x="131" y="30"/>
                    <a:pt x="124" y="37"/>
                  </a:cubicBezTo>
                  <a:cubicBezTo>
                    <a:pt x="119" y="43"/>
                    <a:pt x="101" y="37"/>
                    <a:pt x="95" y="44"/>
                  </a:cubicBezTo>
                  <a:cubicBezTo>
                    <a:pt x="88" y="54"/>
                    <a:pt x="71" y="92"/>
                    <a:pt x="86" y="99"/>
                  </a:cubicBezTo>
                  <a:cubicBezTo>
                    <a:pt x="91" y="101"/>
                    <a:pt x="98" y="97"/>
                    <a:pt x="103" y="98"/>
                  </a:cubicBezTo>
                  <a:cubicBezTo>
                    <a:pt x="112" y="100"/>
                    <a:pt x="115" y="109"/>
                    <a:pt x="115" y="117"/>
                  </a:cubicBezTo>
                  <a:cubicBezTo>
                    <a:pt x="114" y="133"/>
                    <a:pt x="110" y="141"/>
                    <a:pt x="124" y="152"/>
                  </a:cubicBezTo>
                  <a:cubicBezTo>
                    <a:pt x="138" y="162"/>
                    <a:pt x="156" y="167"/>
                    <a:pt x="172" y="160"/>
                  </a:cubicBezTo>
                  <a:cubicBezTo>
                    <a:pt x="184" y="155"/>
                    <a:pt x="192" y="138"/>
                    <a:pt x="197" y="126"/>
                  </a:cubicBezTo>
                  <a:cubicBezTo>
                    <a:pt x="201" y="114"/>
                    <a:pt x="202" y="102"/>
                    <a:pt x="201" y="89"/>
                  </a:cubicBezTo>
                  <a:cubicBezTo>
                    <a:pt x="199" y="80"/>
                    <a:pt x="195" y="71"/>
                    <a:pt x="196" y="62"/>
                  </a:cubicBezTo>
                  <a:cubicBezTo>
                    <a:pt x="197" y="53"/>
                    <a:pt x="204" y="43"/>
                    <a:pt x="213" y="43"/>
                  </a:cubicBezTo>
                  <a:cubicBezTo>
                    <a:pt x="223" y="43"/>
                    <a:pt x="235" y="52"/>
                    <a:pt x="244" y="56"/>
                  </a:cubicBezTo>
                  <a:cubicBezTo>
                    <a:pt x="252" y="60"/>
                    <a:pt x="262" y="65"/>
                    <a:pt x="266" y="74"/>
                  </a:cubicBezTo>
                  <a:cubicBezTo>
                    <a:pt x="272" y="83"/>
                    <a:pt x="270" y="95"/>
                    <a:pt x="266" y="104"/>
                  </a:cubicBezTo>
                  <a:cubicBezTo>
                    <a:pt x="262" y="115"/>
                    <a:pt x="250" y="121"/>
                    <a:pt x="246" y="132"/>
                  </a:cubicBezTo>
                  <a:cubicBezTo>
                    <a:pt x="240" y="154"/>
                    <a:pt x="262" y="174"/>
                    <a:pt x="283" y="174"/>
                  </a:cubicBezTo>
                  <a:cubicBezTo>
                    <a:pt x="307" y="174"/>
                    <a:pt x="312" y="144"/>
                    <a:pt x="321" y="128"/>
                  </a:cubicBezTo>
                  <a:cubicBezTo>
                    <a:pt x="324" y="121"/>
                    <a:pt x="330" y="111"/>
                    <a:pt x="337" y="113"/>
                  </a:cubicBezTo>
                  <a:cubicBezTo>
                    <a:pt x="348" y="115"/>
                    <a:pt x="360" y="129"/>
                    <a:pt x="366" y="137"/>
                  </a:cubicBezTo>
                  <a:cubicBezTo>
                    <a:pt x="380" y="157"/>
                    <a:pt x="357" y="185"/>
                    <a:pt x="346" y="201"/>
                  </a:cubicBezTo>
                  <a:cubicBezTo>
                    <a:pt x="341" y="209"/>
                    <a:pt x="335" y="215"/>
                    <a:pt x="326" y="218"/>
                  </a:cubicBezTo>
                  <a:cubicBezTo>
                    <a:pt x="316" y="222"/>
                    <a:pt x="314" y="215"/>
                    <a:pt x="306" y="209"/>
                  </a:cubicBezTo>
                  <a:cubicBezTo>
                    <a:pt x="297" y="202"/>
                    <a:pt x="282" y="197"/>
                    <a:pt x="271" y="197"/>
                  </a:cubicBezTo>
                  <a:cubicBezTo>
                    <a:pt x="254" y="198"/>
                    <a:pt x="241" y="215"/>
                    <a:pt x="243" y="231"/>
                  </a:cubicBezTo>
                  <a:cubicBezTo>
                    <a:pt x="244" y="246"/>
                    <a:pt x="265" y="255"/>
                    <a:pt x="276" y="263"/>
                  </a:cubicBezTo>
                  <a:cubicBezTo>
                    <a:pt x="288" y="272"/>
                    <a:pt x="288" y="278"/>
                    <a:pt x="286" y="292"/>
                  </a:cubicBezTo>
                  <a:cubicBezTo>
                    <a:pt x="284" y="306"/>
                    <a:pt x="293" y="316"/>
                    <a:pt x="306" y="322"/>
                  </a:cubicBezTo>
                  <a:cubicBezTo>
                    <a:pt x="318" y="328"/>
                    <a:pt x="332" y="333"/>
                    <a:pt x="344" y="325"/>
                  </a:cubicBezTo>
                  <a:cubicBezTo>
                    <a:pt x="351" y="320"/>
                    <a:pt x="354" y="312"/>
                    <a:pt x="358" y="305"/>
                  </a:cubicBezTo>
                  <a:cubicBezTo>
                    <a:pt x="363" y="295"/>
                    <a:pt x="375" y="280"/>
                    <a:pt x="381" y="272"/>
                  </a:cubicBezTo>
                  <a:cubicBezTo>
                    <a:pt x="384" y="267"/>
                    <a:pt x="395" y="255"/>
                    <a:pt x="400" y="252"/>
                  </a:cubicBezTo>
                  <a:cubicBezTo>
                    <a:pt x="407" y="248"/>
                    <a:pt x="411" y="251"/>
                    <a:pt x="414" y="259"/>
                  </a:cubicBezTo>
                  <a:cubicBezTo>
                    <a:pt x="420" y="272"/>
                    <a:pt x="421" y="288"/>
                    <a:pt x="421" y="302"/>
                  </a:cubicBezTo>
                  <a:cubicBezTo>
                    <a:pt x="420" y="308"/>
                    <a:pt x="419" y="316"/>
                    <a:pt x="416" y="321"/>
                  </a:cubicBezTo>
                  <a:cubicBezTo>
                    <a:pt x="412" y="328"/>
                    <a:pt x="403" y="328"/>
                    <a:pt x="397" y="333"/>
                  </a:cubicBezTo>
                  <a:cubicBezTo>
                    <a:pt x="391" y="338"/>
                    <a:pt x="384" y="348"/>
                    <a:pt x="383" y="356"/>
                  </a:cubicBezTo>
                  <a:cubicBezTo>
                    <a:pt x="383" y="365"/>
                    <a:pt x="391" y="372"/>
                    <a:pt x="397" y="377"/>
                  </a:cubicBezTo>
                  <a:cubicBezTo>
                    <a:pt x="403" y="383"/>
                    <a:pt x="409" y="388"/>
                    <a:pt x="413" y="395"/>
                  </a:cubicBezTo>
                  <a:cubicBezTo>
                    <a:pt x="418" y="403"/>
                    <a:pt x="417" y="411"/>
                    <a:pt x="419" y="420"/>
                  </a:cubicBezTo>
                  <a:cubicBezTo>
                    <a:pt x="421" y="431"/>
                    <a:pt x="420" y="442"/>
                    <a:pt x="421" y="454"/>
                  </a:cubicBezTo>
                  <a:cubicBezTo>
                    <a:pt x="423" y="464"/>
                    <a:pt x="420" y="469"/>
                    <a:pt x="410" y="473"/>
                  </a:cubicBezTo>
                  <a:cubicBezTo>
                    <a:pt x="405" y="475"/>
                    <a:pt x="396" y="476"/>
                    <a:pt x="391" y="473"/>
                  </a:cubicBezTo>
                  <a:cubicBezTo>
                    <a:pt x="382" y="468"/>
                    <a:pt x="387" y="456"/>
                    <a:pt x="386" y="447"/>
                  </a:cubicBezTo>
                  <a:cubicBezTo>
                    <a:pt x="384" y="431"/>
                    <a:pt x="371" y="408"/>
                    <a:pt x="351" y="414"/>
                  </a:cubicBezTo>
                  <a:cubicBezTo>
                    <a:pt x="345" y="417"/>
                    <a:pt x="342" y="422"/>
                    <a:pt x="341" y="428"/>
                  </a:cubicBezTo>
                  <a:cubicBezTo>
                    <a:pt x="341" y="432"/>
                    <a:pt x="343" y="446"/>
                    <a:pt x="335" y="444"/>
                  </a:cubicBezTo>
                  <a:cubicBezTo>
                    <a:pt x="325" y="441"/>
                    <a:pt x="335" y="396"/>
                    <a:pt x="335" y="387"/>
                  </a:cubicBezTo>
                  <a:cubicBezTo>
                    <a:pt x="335" y="379"/>
                    <a:pt x="336" y="351"/>
                    <a:pt x="324" y="350"/>
                  </a:cubicBezTo>
                  <a:cubicBezTo>
                    <a:pt x="322" y="350"/>
                    <a:pt x="318" y="352"/>
                    <a:pt x="316" y="353"/>
                  </a:cubicBezTo>
                  <a:cubicBezTo>
                    <a:pt x="314" y="353"/>
                    <a:pt x="307" y="352"/>
                    <a:pt x="306" y="352"/>
                  </a:cubicBezTo>
                  <a:cubicBezTo>
                    <a:pt x="300" y="349"/>
                    <a:pt x="298" y="341"/>
                    <a:pt x="294" y="337"/>
                  </a:cubicBezTo>
                  <a:cubicBezTo>
                    <a:pt x="285" y="327"/>
                    <a:pt x="273" y="330"/>
                    <a:pt x="265" y="340"/>
                  </a:cubicBezTo>
                  <a:cubicBezTo>
                    <a:pt x="258" y="349"/>
                    <a:pt x="257" y="364"/>
                    <a:pt x="258" y="376"/>
                  </a:cubicBezTo>
                  <a:cubicBezTo>
                    <a:pt x="259" y="384"/>
                    <a:pt x="262" y="393"/>
                    <a:pt x="264" y="399"/>
                  </a:cubicBezTo>
                  <a:cubicBezTo>
                    <a:pt x="266" y="406"/>
                    <a:pt x="273" y="414"/>
                    <a:pt x="273" y="422"/>
                  </a:cubicBezTo>
                  <a:cubicBezTo>
                    <a:pt x="272" y="430"/>
                    <a:pt x="266" y="427"/>
                    <a:pt x="261" y="430"/>
                  </a:cubicBezTo>
                  <a:cubicBezTo>
                    <a:pt x="256" y="434"/>
                    <a:pt x="252" y="442"/>
                    <a:pt x="252" y="447"/>
                  </a:cubicBezTo>
                  <a:cubicBezTo>
                    <a:pt x="251" y="457"/>
                    <a:pt x="259" y="461"/>
                    <a:pt x="257" y="472"/>
                  </a:cubicBezTo>
                  <a:cubicBezTo>
                    <a:pt x="255" y="482"/>
                    <a:pt x="244" y="493"/>
                    <a:pt x="237" y="501"/>
                  </a:cubicBezTo>
                  <a:cubicBezTo>
                    <a:pt x="232" y="505"/>
                    <a:pt x="226" y="515"/>
                    <a:pt x="221" y="520"/>
                  </a:cubicBezTo>
                  <a:cubicBezTo>
                    <a:pt x="216" y="525"/>
                    <a:pt x="210" y="528"/>
                    <a:pt x="203" y="530"/>
                  </a:cubicBezTo>
                  <a:cubicBezTo>
                    <a:pt x="189" y="535"/>
                    <a:pt x="179" y="545"/>
                    <a:pt x="189" y="562"/>
                  </a:cubicBezTo>
                  <a:cubicBezTo>
                    <a:pt x="193" y="567"/>
                    <a:pt x="194" y="573"/>
                    <a:pt x="200" y="573"/>
                  </a:cubicBezTo>
                  <a:cubicBezTo>
                    <a:pt x="207" y="574"/>
                    <a:pt x="214" y="565"/>
                    <a:pt x="218" y="572"/>
                  </a:cubicBezTo>
                  <a:cubicBezTo>
                    <a:pt x="222" y="577"/>
                    <a:pt x="219" y="585"/>
                    <a:pt x="221" y="590"/>
                  </a:cubicBezTo>
                  <a:cubicBezTo>
                    <a:pt x="224" y="598"/>
                    <a:pt x="233" y="599"/>
                    <a:pt x="241" y="597"/>
                  </a:cubicBezTo>
                  <a:cubicBezTo>
                    <a:pt x="249" y="595"/>
                    <a:pt x="259" y="594"/>
                    <a:pt x="263" y="586"/>
                  </a:cubicBezTo>
                  <a:cubicBezTo>
                    <a:pt x="268" y="579"/>
                    <a:pt x="268" y="567"/>
                    <a:pt x="270" y="558"/>
                  </a:cubicBezTo>
                  <a:cubicBezTo>
                    <a:pt x="272" y="551"/>
                    <a:pt x="279" y="523"/>
                    <a:pt x="289" y="522"/>
                  </a:cubicBezTo>
                  <a:cubicBezTo>
                    <a:pt x="296" y="522"/>
                    <a:pt x="293" y="532"/>
                    <a:pt x="295" y="536"/>
                  </a:cubicBezTo>
                  <a:cubicBezTo>
                    <a:pt x="300" y="545"/>
                    <a:pt x="312" y="547"/>
                    <a:pt x="319" y="541"/>
                  </a:cubicBezTo>
                  <a:cubicBezTo>
                    <a:pt x="326" y="536"/>
                    <a:pt x="328" y="526"/>
                    <a:pt x="335" y="521"/>
                  </a:cubicBezTo>
                  <a:cubicBezTo>
                    <a:pt x="341" y="517"/>
                    <a:pt x="349" y="518"/>
                    <a:pt x="356" y="519"/>
                  </a:cubicBezTo>
                  <a:cubicBezTo>
                    <a:pt x="369" y="521"/>
                    <a:pt x="385" y="526"/>
                    <a:pt x="393" y="536"/>
                  </a:cubicBezTo>
                  <a:cubicBezTo>
                    <a:pt x="403" y="547"/>
                    <a:pt x="397" y="569"/>
                    <a:pt x="392" y="581"/>
                  </a:cubicBezTo>
                  <a:cubicBezTo>
                    <a:pt x="386" y="596"/>
                    <a:pt x="372" y="611"/>
                    <a:pt x="360" y="621"/>
                  </a:cubicBezTo>
                  <a:cubicBezTo>
                    <a:pt x="355" y="625"/>
                    <a:pt x="351" y="627"/>
                    <a:pt x="345" y="626"/>
                  </a:cubicBezTo>
                  <a:cubicBezTo>
                    <a:pt x="335" y="624"/>
                    <a:pt x="334" y="620"/>
                    <a:pt x="337" y="611"/>
                  </a:cubicBezTo>
                  <a:cubicBezTo>
                    <a:pt x="339" y="601"/>
                    <a:pt x="342" y="591"/>
                    <a:pt x="333" y="584"/>
                  </a:cubicBezTo>
                  <a:cubicBezTo>
                    <a:pt x="326" y="579"/>
                    <a:pt x="315" y="574"/>
                    <a:pt x="307" y="570"/>
                  </a:cubicBezTo>
                  <a:cubicBezTo>
                    <a:pt x="294" y="564"/>
                    <a:pt x="277" y="566"/>
                    <a:pt x="270" y="580"/>
                  </a:cubicBezTo>
                  <a:cubicBezTo>
                    <a:pt x="267" y="586"/>
                    <a:pt x="264" y="597"/>
                    <a:pt x="266" y="603"/>
                  </a:cubicBezTo>
                  <a:cubicBezTo>
                    <a:pt x="268" y="611"/>
                    <a:pt x="275" y="615"/>
                    <a:pt x="277" y="624"/>
                  </a:cubicBezTo>
                  <a:cubicBezTo>
                    <a:pt x="278" y="631"/>
                    <a:pt x="277" y="640"/>
                    <a:pt x="278" y="647"/>
                  </a:cubicBezTo>
                  <a:cubicBezTo>
                    <a:pt x="279" y="655"/>
                    <a:pt x="282" y="662"/>
                    <a:pt x="282" y="670"/>
                  </a:cubicBezTo>
                  <a:cubicBezTo>
                    <a:pt x="284" y="684"/>
                    <a:pt x="272" y="693"/>
                    <a:pt x="261" y="702"/>
                  </a:cubicBezTo>
                  <a:cubicBezTo>
                    <a:pt x="249" y="707"/>
                    <a:pt x="226" y="715"/>
                    <a:pt x="215" y="705"/>
                  </a:cubicBezTo>
                  <a:cubicBezTo>
                    <a:pt x="208" y="699"/>
                    <a:pt x="206" y="695"/>
                    <a:pt x="196" y="694"/>
                  </a:cubicBezTo>
                  <a:cubicBezTo>
                    <a:pt x="188" y="693"/>
                    <a:pt x="183" y="693"/>
                    <a:pt x="176" y="697"/>
                  </a:cubicBezTo>
                  <a:cubicBezTo>
                    <a:pt x="171" y="700"/>
                    <a:pt x="166" y="704"/>
                    <a:pt x="160" y="705"/>
                  </a:cubicBezTo>
                  <a:cubicBezTo>
                    <a:pt x="156" y="705"/>
                    <a:pt x="155" y="704"/>
                    <a:pt x="151" y="703"/>
                  </a:cubicBezTo>
                  <a:cubicBezTo>
                    <a:pt x="149" y="702"/>
                    <a:pt x="138" y="702"/>
                    <a:pt x="137" y="701"/>
                  </a:cubicBezTo>
                  <a:cubicBezTo>
                    <a:pt x="130" y="695"/>
                    <a:pt x="141" y="694"/>
                    <a:pt x="143" y="690"/>
                  </a:cubicBezTo>
                  <a:cubicBezTo>
                    <a:pt x="148" y="684"/>
                    <a:pt x="144" y="677"/>
                    <a:pt x="143" y="671"/>
                  </a:cubicBezTo>
                  <a:cubicBezTo>
                    <a:pt x="140" y="655"/>
                    <a:pt x="156" y="648"/>
                    <a:pt x="153" y="631"/>
                  </a:cubicBezTo>
                  <a:cubicBezTo>
                    <a:pt x="150" y="615"/>
                    <a:pt x="138" y="613"/>
                    <a:pt x="123" y="613"/>
                  </a:cubicBezTo>
                  <a:cubicBezTo>
                    <a:pt x="118" y="613"/>
                    <a:pt x="110" y="613"/>
                    <a:pt x="105" y="618"/>
                  </a:cubicBezTo>
                  <a:cubicBezTo>
                    <a:pt x="100" y="623"/>
                    <a:pt x="102" y="631"/>
                    <a:pt x="98" y="637"/>
                  </a:cubicBezTo>
                  <a:cubicBezTo>
                    <a:pt x="89" y="652"/>
                    <a:pt x="82" y="625"/>
                    <a:pt x="85" y="617"/>
                  </a:cubicBezTo>
                  <a:cubicBezTo>
                    <a:pt x="87" y="609"/>
                    <a:pt x="103" y="606"/>
                    <a:pt x="110" y="602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4" name="Freeform 99">
              <a:extLst>
                <a:ext uri="{FF2B5EF4-FFF2-40B4-BE49-F238E27FC236}">
                  <a16:creationId xmlns:a16="http://schemas.microsoft.com/office/drawing/2014/main" id="{5486151E-3C90-410D-A5D7-DE70B8CAB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960"/>
              <a:ext cx="1133" cy="752"/>
            </a:xfrm>
            <a:custGeom>
              <a:avLst/>
              <a:gdLst>
                <a:gd name="T0" fmla="*/ 488 w 453"/>
                <a:gd name="T1" fmla="*/ 1024 h 282"/>
                <a:gd name="T2" fmla="*/ 1751 w 453"/>
                <a:gd name="T3" fmla="*/ 1459 h 282"/>
                <a:gd name="T4" fmla="*/ 2063 w 453"/>
                <a:gd name="T5" fmla="*/ 456 h 282"/>
                <a:gd name="T6" fmla="*/ 3084 w 453"/>
                <a:gd name="T7" fmla="*/ 248 h 282"/>
                <a:gd name="T8" fmla="*/ 3847 w 453"/>
                <a:gd name="T9" fmla="*/ 909 h 282"/>
                <a:gd name="T10" fmla="*/ 4159 w 453"/>
                <a:gd name="T11" fmla="*/ 1344 h 282"/>
                <a:gd name="T12" fmla="*/ 4222 w 453"/>
                <a:gd name="T13" fmla="*/ 2312 h 282"/>
                <a:gd name="T14" fmla="*/ 4159 w 453"/>
                <a:gd name="T15" fmla="*/ 3277 h 282"/>
                <a:gd name="T16" fmla="*/ 4084 w 453"/>
                <a:gd name="T17" fmla="*/ 3848 h 282"/>
                <a:gd name="T18" fmla="*/ 3679 w 453"/>
                <a:gd name="T19" fmla="*/ 3891 h 282"/>
                <a:gd name="T20" fmla="*/ 3066 w 453"/>
                <a:gd name="T21" fmla="*/ 3811 h 282"/>
                <a:gd name="T22" fmla="*/ 2751 w 453"/>
                <a:gd name="T23" fmla="*/ 3528 h 282"/>
                <a:gd name="T24" fmla="*/ 2991 w 453"/>
                <a:gd name="T25" fmla="*/ 3925 h 282"/>
                <a:gd name="T26" fmla="*/ 3241 w 453"/>
                <a:gd name="T27" fmla="*/ 4117 h 282"/>
                <a:gd name="T28" fmla="*/ 2866 w 453"/>
                <a:gd name="T29" fmla="*/ 4701 h 282"/>
                <a:gd name="T30" fmla="*/ 3334 w 453"/>
                <a:gd name="T31" fmla="*/ 4211 h 282"/>
                <a:gd name="T32" fmla="*/ 3834 w 453"/>
                <a:gd name="T33" fmla="*/ 4003 h 282"/>
                <a:gd name="T34" fmla="*/ 4147 w 453"/>
                <a:gd name="T35" fmla="*/ 4003 h 282"/>
                <a:gd name="T36" fmla="*/ 4179 w 453"/>
                <a:gd name="T37" fmla="*/ 4893 h 282"/>
                <a:gd name="T38" fmla="*/ 3772 w 453"/>
                <a:gd name="T39" fmla="*/ 5155 h 282"/>
                <a:gd name="T40" fmla="*/ 3271 w 453"/>
                <a:gd name="T41" fmla="*/ 5027 h 282"/>
                <a:gd name="T42" fmla="*/ 4242 w 453"/>
                <a:gd name="T43" fmla="*/ 5347 h 282"/>
                <a:gd name="T44" fmla="*/ 5147 w 453"/>
                <a:gd name="T45" fmla="*/ 5197 h 282"/>
                <a:gd name="T46" fmla="*/ 5117 w 453"/>
                <a:gd name="T47" fmla="*/ 5099 h 282"/>
                <a:gd name="T48" fmla="*/ 4617 w 453"/>
                <a:gd name="T49" fmla="*/ 5155 h 282"/>
                <a:gd name="T50" fmla="*/ 4617 w 453"/>
                <a:gd name="T51" fmla="*/ 5155 h 282"/>
                <a:gd name="T52" fmla="*/ 4617 w 453"/>
                <a:gd name="T53" fmla="*/ 5155 h 282"/>
                <a:gd name="T54" fmla="*/ 4617 w 453"/>
                <a:gd name="T55" fmla="*/ 5155 h 282"/>
                <a:gd name="T56" fmla="*/ 4367 w 453"/>
                <a:gd name="T57" fmla="*/ 4893 h 282"/>
                <a:gd name="T58" fmla="*/ 4367 w 453"/>
                <a:gd name="T59" fmla="*/ 3904 h 282"/>
                <a:gd name="T60" fmla="*/ 4660 w 453"/>
                <a:gd name="T61" fmla="*/ 3661 h 282"/>
                <a:gd name="T62" fmla="*/ 4910 w 453"/>
                <a:gd name="T63" fmla="*/ 3549 h 282"/>
                <a:gd name="T64" fmla="*/ 4304 w 453"/>
                <a:gd name="T65" fmla="*/ 3491 h 282"/>
                <a:gd name="T66" fmla="*/ 4254 w 453"/>
                <a:gd name="T67" fmla="*/ 3051 h 282"/>
                <a:gd name="T68" fmla="*/ 4284 w 453"/>
                <a:gd name="T69" fmla="*/ 2411 h 282"/>
                <a:gd name="T70" fmla="*/ 4347 w 453"/>
                <a:gd name="T71" fmla="*/ 1344 h 282"/>
                <a:gd name="T72" fmla="*/ 4867 w 453"/>
                <a:gd name="T73" fmla="*/ 264 h 282"/>
                <a:gd name="T74" fmla="*/ 4910 w 453"/>
                <a:gd name="T75" fmla="*/ 248 h 282"/>
                <a:gd name="T76" fmla="*/ 6568 w 453"/>
                <a:gd name="T77" fmla="*/ 491 h 282"/>
                <a:gd name="T78" fmla="*/ 7068 w 453"/>
                <a:gd name="T79" fmla="*/ 931 h 282"/>
                <a:gd name="T80" fmla="*/ 7088 w 453"/>
                <a:gd name="T81" fmla="*/ 909 h 282"/>
                <a:gd name="T82" fmla="*/ 6275 w 453"/>
                <a:gd name="T83" fmla="*/ 264 h 282"/>
                <a:gd name="T84" fmla="*/ 4805 w 453"/>
                <a:gd name="T85" fmla="*/ 115 h 282"/>
                <a:gd name="T86" fmla="*/ 4242 w 453"/>
                <a:gd name="T87" fmla="*/ 568 h 282"/>
                <a:gd name="T88" fmla="*/ 3834 w 453"/>
                <a:gd name="T89" fmla="*/ 115 h 282"/>
                <a:gd name="T90" fmla="*/ 2771 w 453"/>
                <a:gd name="T91" fmla="*/ 115 h 282"/>
                <a:gd name="T92" fmla="*/ 1583 w 453"/>
                <a:gd name="T93" fmla="*/ 533 h 282"/>
                <a:gd name="T94" fmla="*/ 1113 w 453"/>
                <a:gd name="T95" fmla="*/ 605 h 282"/>
                <a:gd name="T96" fmla="*/ 0 w 453"/>
                <a:gd name="T97" fmla="*/ 1173 h 282"/>
                <a:gd name="T98" fmla="*/ 488 w 453"/>
                <a:gd name="T99" fmla="*/ 1024 h 28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53" h="282">
                  <a:moveTo>
                    <a:pt x="31" y="54"/>
                  </a:moveTo>
                  <a:cubicBezTo>
                    <a:pt x="73" y="40"/>
                    <a:pt x="88" y="34"/>
                    <a:pt x="112" y="77"/>
                  </a:cubicBezTo>
                  <a:cubicBezTo>
                    <a:pt x="116" y="51"/>
                    <a:pt x="103" y="35"/>
                    <a:pt x="132" y="24"/>
                  </a:cubicBezTo>
                  <a:cubicBezTo>
                    <a:pt x="153" y="16"/>
                    <a:pt x="175" y="18"/>
                    <a:pt x="197" y="13"/>
                  </a:cubicBezTo>
                  <a:cubicBezTo>
                    <a:pt x="235" y="4"/>
                    <a:pt x="258" y="30"/>
                    <a:pt x="246" y="48"/>
                  </a:cubicBezTo>
                  <a:cubicBezTo>
                    <a:pt x="262" y="41"/>
                    <a:pt x="262" y="62"/>
                    <a:pt x="266" y="71"/>
                  </a:cubicBezTo>
                  <a:cubicBezTo>
                    <a:pt x="272" y="91"/>
                    <a:pt x="270" y="98"/>
                    <a:pt x="270" y="122"/>
                  </a:cubicBezTo>
                  <a:cubicBezTo>
                    <a:pt x="270" y="145"/>
                    <a:pt x="262" y="162"/>
                    <a:pt x="266" y="173"/>
                  </a:cubicBezTo>
                  <a:cubicBezTo>
                    <a:pt x="271" y="185"/>
                    <a:pt x="269" y="200"/>
                    <a:pt x="261" y="203"/>
                  </a:cubicBezTo>
                  <a:cubicBezTo>
                    <a:pt x="253" y="205"/>
                    <a:pt x="245" y="205"/>
                    <a:pt x="235" y="205"/>
                  </a:cubicBezTo>
                  <a:cubicBezTo>
                    <a:pt x="227" y="206"/>
                    <a:pt x="207" y="209"/>
                    <a:pt x="196" y="201"/>
                  </a:cubicBezTo>
                  <a:cubicBezTo>
                    <a:pt x="188" y="197"/>
                    <a:pt x="185" y="184"/>
                    <a:pt x="176" y="186"/>
                  </a:cubicBezTo>
                  <a:cubicBezTo>
                    <a:pt x="173" y="189"/>
                    <a:pt x="181" y="199"/>
                    <a:pt x="191" y="207"/>
                  </a:cubicBezTo>
                  <a:cubicBezTo>
                    <a:pt x="197" y="211"/>
                    <a:pt x="205" y="215"/>
                    <a:pt x="207" y="217"/>
                  </a:cubicBezTo>
                  <a:cubicBezTo>
                    <a:pt x="212" y="225"/>
                    <a:pt x="179" y="240"/>
                    <a:pt x="183" y="248"/>
                  </a:cubicBezTo>
                  <a:cubicBezTo>
                    <a:pt x="187" y="255"/>
                    <a:pt x="203" y="231"/>
                    <a:pt x="213" y="222"/>
                  </a:cubicBezTo>
                  <a:cubicBezTo>
                    <a:pt x="224" y="214"/>
                    <a:pt x="232" y="214"/>
                    <a:pt x="245" y="211"/>
                  </a:cubicBezTo>
                  <a:cubicBezTo>
                    <a:pt x="255" y="208"/>
                    <a:pt x="261" y="207"/>
                    <a:pt x="265" y="211"/>
                  </a:cubicBezTo>
                  <a:cubicBezTo>
                    <a:pt x="272" y="222"/>
                    <a:pt x="277" y="249"/>
                    <a:pt x="267" y="258"/>
                  </a:cubicBezTo>
                  <a:cubicBezTo>
                    <a:pt x="259" y="266"/>
                    <a:pt x="253" y="270"/>
                    <a:pt x="241" y="272"/>
                  </a:cubicBezTo>
                  <a:cubicBezTo>
                    <a:pt x="223" y="269"/>
                    <a:pt x="209" y="260"/>
                    <a:pt x="209" y="265"/>
                  </a:cubicBezTo>
                  <a:cubicBezTo>
                    <a:pt x="209" y="270"/>
                    <a:pt x="226" y="282"/>
                    <a:pt x="271" y="282"/>
                  </a:cubicBezTo>
                  <a:cubicBezTo>
                    <a:pt x="284" y="282"/>
                    <a:pt x="313" y="282"/>
                    <a:pt x="329" y="274"/>
                  </a:cubicBezTo>
                  <a:cubicBezTo>
                    <a:pt x="336" y="272"/>
                    <a:pt x="333" y="267"/>
                    <a:pt x="327" y="269"/>
                  </a:cubicBezTo>
                  <a:cubicBezTo>
                    <a:pt x="321" y="271"/>
                    <a:pt x="308" y="274"/>
                    <a:pt x="295" y="272"/>
                  </a:cubicBezTo>
                  <a:cubicBezTo>
                    <a:pt x="295" y="272"/>
                    <a:pt x="295" y="272"/>
                    <a:pt x="295" y="272"/>
                  </a:cubicBezTo>
                  <a:cubicBezTo>
                    <a:pt x="295" y="272"/>
                    <a:pt x="295" y="272"/>
                    <a:pt x="295" y="272"/>
                  </a:cubicBezTo>
                  <a:cubicBezTo>
                    <a:pt x="295" y="272"/>
                    <a:pt x="295" y="272"/>
                    <a:pt x="295" y="272"/>
                  </a:cubicBezTo>
                  <a:cubicBezTo>
                    <a:pt x="283" y="269"/>
                    <a:pt x="279" y="271"/>
                    <a:pt x="279" y="258"/>
                  </a:cubicBezTo>
                  <a:cubicBezTo>
                    <a:pt x="278" y="247"/>
                    <a:pt x="275" y="221"/>
                    <a:pt x="279" y="206"/>
                  </a:cubicBezTo>
                  <a:cubicBezTo>
                    <a:pt x="283" y="195"/>
                    <a:pt x="293" y="193"/>
                    <a:pt x="298" y="193"/>
                  </a:cubicBezTo>
                  <a:cubicBezTo>
                    <a:pt x="311" y="194"/>
                    <a:pt x="321" y="192"/>
                    <a:pt x="314" y="187"/>
                  </a:cubicBezTo>
                  <a:cubicBezTo>
                    <a:pt x="307" y="182"/>
                    <a:pt x="277" y="191"/>
                    <a:pt x="275" y="184"/>
                  </a:cubicBezTo>
                  <a:cubicBezTo>
                    <a:pt x="272" y="177"/>
                    <a:pt x="271" y="169"/>
                    <a:pt x="272" y="161"/>
                  </a:cubicBezTo>
                  <a:cubicBezTo>
                    <a:pt x="274" y="152"/>
                    <a:pt x="275" y="143"/>
                    <a:pt x="274" y="127"/>
                  </a:cubicBezTo>
                  <a:cubicBezTo>
                    <a:pt x="274" y="104"/>
                    <a:pt x="273" y="91"/>
                    <a:pt x="278" y="71"/>
                  </a:cubicBezTo>
                  <a:cubicBezTo>
                    <a:pt x="283" y="62"/>
                    <a:pt x="279" y="25"/>
                    <a:pt x="311" y="14"/>
                  </a:cubicBezTo>
                  <a:cubicBezTo>
                    <a:pt x="314" y="13"/>
                    <a:pt x="314" y="13"/>
                    <a:pt x="314" y="13"/>
                  </a:cubicBezTo>
                  <a:cubicBezTo>
                    <a:pt x="332" y="10"/>
                    <a:pt x="397" y="17"/>
                    <a:pt x="420" y="26"/>
                  </a:cubicBezTo>
                  <a:cubicBezTo>
                    <a:pt x="435" y="32"/>
                    <a:pt x="446" y="39"/>
                    <a:pt x="452" y="49"/>
                  </a:cubicBezTo>
                  <a:cubicBezTo>
                    <a:pt x="453" y="48"/>
                    <a:pt x="453" y="48"/>
                    <a:pt x="453" y="48"/>
                  </a:cubicBezTo>
                  <a:cubicBezTo>
                    <a:pt x="453" y="48"/>
                    <a:pt x="433" y="20"/>
                    <a:pt x="401" y="14"/>
                  </a:cubicBezTo>
                  <a:cubicBezTo>
                    <a:pt x="369" y="8"/>
                    <a:pt x="325" y="4"/>
                    <a:pt x="307" y="6"/>
                  </a:cubicBezTo>
                  <a:cubicBezTo>
                    <a:pt x="289" y="8"/>
                    <a:pt x="277" y="8"/>
                    <a:pt x="271" y="30"/>
                  </a:cubicBezTo>
                  <a:cubicBezTo>
                    <a:pt x="269" y="22"/>
                    <a:pt x="259" y="12"/>
                    <a:pt x="245" y="6"/>
                  </a:cubicBezTo>
                  <a:cubicBezTo>
                    <a:pt x="231" y="0"/>
                    <a:pt x="201" y="0"/>
                    <a:pt x="177" y="6"/>
                  </a:cubicBezTo>
                  <a:cubicBezTo>
                    <a:pt x="153" y="12"/>
                    <a:pt x="109" y="10"/>
                    <a:pt x="101" y="28"/>
                  </a:cubicBezTo>
                  <a:cubicBezTo>
                    <a:pt x="101" y="28"/>
                    <a:pt x="89" y="24"/>
                    <a:pt x="71" y="32"/>
                  </a:cubicBezTo>
                  <a:cubicBezTo>
                    <a:pt x="57" y="39"/>
                    <a:pt x="22" y="51"/>
                    <a:pt x="0" y="62"/>
                  </a:cubicBezTo>
                  <a:cubicBezTo>
                    <a:pt x="10" y="58"/>
                    <a:pt x="23" y="57"/>
                    <a:pt x="31" y="5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5" name="Freeform 100">
              <a:extLst>
                <a:ext uri="{FF2B5EF4-FFF2-40B4-BE49-F238E27FC236}">
                  <a16:creationId xmlns:a16="http://schemas.microsoft.com/office/drawing/2014/main" id="{780B322B-6C3D-4A06-90F9-DD6BA22D6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501"/>
              <a:ext cx="348" cy="310"/>
            </a:xfrm>
            <a:custGeom>
              <a:avLst/>
              <a:gdLst>
                <a:gd name="T0" fmla="*/ 1838 w 139"/>
                <a:gd name="T1" fmla="*/ 799 h 116"/>
                <a:gd name="T2" fmla="*/ 1397 w 139"/>
                <a:gd name="T3" fmla="*/ 307 h 116"/>
                <a:gd name="T4" fmla="*/ 991 w 139"/>
                <a:gd name="T5" fmla="*/ 0 h 116"/>
                <a:gd name="T6" fmla="*/ 1209 w 139"/>
                <a:gd name="T7" fmla="*/ 286 h 116"/>
                <a:gd name="T8" fmla="*/ 1242 w 139"/>
                <a:gd name="T9" fmla="*/ 1029 h 116"/>
                <a:gd name="T10" fmla="*/ 613 w 139"/>
                <a:gd name="T11" fmla="*/ 799 h 116"/>
                <a:gd name="T12" fmla="*/ 0 w 139"/>
                <a:gd name="T13" fmla="*/ 671 h 116"/>
                <a:gd name="T14" fmla="*/ 250 w 139"/>
                <a:gd name="T15" fmla="*/ 914 h 116"/>
                <a:gd name="T16" fmla="*/ 1147 w 139"/>
                <a:gd name="T17" fmla="*/ 1451 h 116"/>
                <a:gd name="T18" fmla="*/ 1159 w 139"/>
                <a:gd name="T19" fmla="*/ 1929 h 116"/>
                <a:gd name="T20" fmla="*/ 1209 w 139"/>
                <a:gd name="T21" fmla="*/ 1951 h 116"/>
                <a:gd name="T22" fmla="*/ 2181 w 139"/>
                <a:gd name="T23" fmla="*/ 2007 h 116"/>
                <a:gd name="T24" fmla="*/ 1838 w 139"/>
                <a:gd name="T25" fmla="*/ 799 h 1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9" h="116">
                  <a:moveTo>
                    <a:pt x="117" y="42"/>
                  </a:moveTo>
                  <a:cubicBezTo>
                    <a:pt x="101" y="43"/>
                    <a:pt x="91" y="26"/>
                    <a:pt x="89" y="16"/>
                  </a:cubicBezTo>
                  <a:cubicBezTo>
                    <a:pt x="83" y="16"/>
                    <a:pt x="70" y="8"/>
                    <a:pt x="63" y="0"/>
                  </a:cubicBezTo>
                  <a:cubicBezTo>
                    <a:pt x="67" y="5"/>
                    <a:pt x="72" y="13"/>
                    <a:pt x="77" y="15"/>
                  </a:cubicBezTo>
                  <a:cubicBezTo>
                    <a:pt x="85" y="19"/>
                    <a:pt x="97" y="42"/>
                    <a:pt x="79" y="54"/>
                  </a:cubicBezTo>
                  <a:cubicBezTo>
                    <a:pt x="60" y="66"/>
                    <a:pt x="47" y="52"/>
                    <a:pt x="39" y="42"/>
                  </a:cubicBezTo>
                  <a:cubicBezTo>
                    <a:pt x="19" y="51"/>
                    <a:pt x="7" y="42"/>
                    <a:pt x="0" y="35"/>
                  </a:cubicBezTo>
                  <a:cubicBezTo>
                    <a:pt x="0" y="35"/>
                    <a:pt x="1" y="46"/>
                    <a:pt x="16" y="48"/>
                  </a:cubicBezTo>
                  <a:cubicBezTo>
                    <a:pt x="35" y="50"/>
                    <a:pt x="60" y="59"/>
                    <a:pt x="73" y="76"/>
                  </a:cubicBezTo>
                  <a:cubicBezTo>
                    <a:pt x="79" y="84"/>
                    <a:pt x="78" y="92"/>
                    <a:pt x="74" y="101"/>
                  </a:cubicBezTo>
                  <a:cubicBezTo>
                    <a:pt x="77" y="102"/>
                    <a:pt x="77" y="102"/>
                    <a:pt x="77" y="102"/>
                  </a:cubicBezTo>
                  <a:cubicBezTo>
                    <a:pt x="93" y="116"/>
                    <a:pt x="127" y="116"/>
                    <a:pt x="139" y="105"/>
                  </a:cubicBezTo>
                  <a:cubicBezTo>
                    <a:pt x="129" y="82"/>
                    <a:pt x="112" y="75"/>
                    <a:pt x="117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6" name="Freeform 101">
              <a:extLst>
                <a:ext uri="{FF2B5EF4-FFF2-40B4-BE49-F238E27FC236}">
                  <a16:creationId xmlns:a16="http://schemas.microsoft.com/office/drawing/2014/main" id="{0A0088D4-DB98-490D-8C97-B39AEB86D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501"/>
              <a:ext cx="350" cy="328"/>
            </a:xfrm>
            <a:custGeom>
              <a:avLst/>
              <a:gdLst>
                <a:gd name="T0" fmla="*/ 1583 w 140"/>
                <a:gd name="T1" fmla="*/ 797 h 123"/>
                <a:gd name="T2" fmla="*/ 958 w 140"/>
                <a:gd name="T3" fmla="*/ 1024 h 123"/>
                <a:gd name="T4" fmla="*/ 988 w 140"/>
                <a:gd name="T5" fmla="*/ 285 h 123"/>
                <a:gd name="T6" fmla="*/ 1208 w 140"/>
                <a:gd name="T7" fmla="*/ 0 h 123"/>
                <a:gd name="T8" fmla="*/ 800 w 140"/>
                <a:gd name="T9" fmla="*/ 307 h 123"/>
                <a:gd name="T10" fmla="*/ 363 w 140"/>
                <a:gd name="T11" fmla="*/ 797 h 123"/>
                <a:gd name="T12" fmla="*/ 0 w 140"/>
                <a:gd name="T13" fmla="*/ 2048 h 123"/>
                <a:gd name="T14" fmla="*/ 1095 w 140"/>
                <a:gd name="T15" fmla="*/ 2125 h 123"/>
                <a:gd name="T16" fmla="*/ 1050 w 140"/>
                <a:gd name="T17" fmla="*/ 1459 h 123"/>
                <a:gd name="T18" fmla="*/ 1938 w 140"/>
                <a:gd name="T19" fmla="*/ 909 h 123"/>
                <a:gd name="T20" fmla="*/ 2188 w 140"/>
                <a:gd name="T21" fmla="*/ 661 h 123"/>
                <a:gd name="T22" fmla="*/ 1583 w 140"/>
                <a:gd name="T23" fmla="*/ 797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0" h="123">
                  <a:moveTo>
                    <a:pt x="101" y="42"/>
                  </a:moveTo>
                  <a:cubicBezTo>
                    <a:pt x="93" y="52"/>
                    <a:pt x="80" y="66"/>
                    <a:pt x="61" y="54"/>
                  </a:cubicBezTo>
                  <a:cubicBezTo>
                    <a:pt x="43" y="42"/>
                    <a:pt x="55" y="19"/>
                    <a:pt x="63" y="15"/>
                  </a:cubicBezTo>
                  <a:cubicBezTo>
                    <a:pt x="68" y="13"/>
                    <a:pt x="73" y="5"/>
                    <a:pt x="77" y="0"/>
                  </a:cubicBezTo>
                  <a:cubicBezTo>
                    <a:pt x="70" y="8"/>
                    <a:pt x="57" y="16"/>
                    <a:pt x="51" y="16"/>
                  </a:cubicBezTo>
                  <a:cubicBezTo>
                    <a:pt x="49" y="26"/>
                    <a:pt x="39" y="43"/>
                    <a:pt x="23" y="42"/>
                  </a:cubicBezTo>
                  <a:cubicBezTo>
                    <a:pt x="28" y="76"/>
                    <a:pt x="9" y="83"/>
                    <a:pt x="0" y="108"/>
                  </a:cubicBezTo>
                  <a:cubicBezTo>
                    <a:pt x="15" y="117"/>
                    <a:pt x="49" y="123"/>
                    <a:pt x="70" y="112"/>
                  </a:cubicBezTo>
                  <a:cubicBezTo>
                    <a:pt x="65" y="97"/>
                    <a:pt x="63" y="86"/>
                    <a:pt x="67" y="77"/>
                  </a:cubicBezTo>
                  <a:cubicBezTo>
                    <a:pt x="79" y="60"/>
                    <a:pt x="105" y="50"/>
                    <a:pt x="124" y="48"/>
                  </a:cubicBezTo>
                  <a:cubicBezTo>
                    <a:pt x="139" y="46"/>
                    <a:pt x="140" y="35"/>
                    <a:pt x="140" y="35"/>
                  </a:cubicBezTo>
                  <a:cubicBezTo>
                    <a:pt x="133" y="42"/>
                    <a:pt x="121" y="51"/>
                    <a:pt x="101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7" name="Freeform 102">
              <a:extLst>
                <a:ext uri="{FF2B5EF4-FFF2-40B4-BE49-F238E27FC236}">
                  <a16:creationId xmlns:a16="http://schemas.microsoft.com/office/drawing/2014/main" id="{DB52CA44-3E6A-4FE2-B45B-16E27E9BE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87"/>
              <a:ext cx="55" cy="50"/>
            </a:xfrm>
            <a:custGeom>
              <a:avLst/>
              <a:gdLst>
                <a:gd name="T0" fmla="*/ 0 w 22"/>
                <a:gd name="T1" fmla="*/ 347 h 19"/>
                <a:gd name="T2" fmla="*/ 345 w 2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0" y="19"/>
                  </a:moveTo>
                  <a:cubicBezTo>
                    <a:pt x="5" y="19"/>
                    <a:pt x="16" y="1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8" name="Freeform 103">
              <a:extLst>
                <a:ext uri="{FF2B5EF4-FFF2-40B4-BE49-F238E27FC236}">
                  <a16:creationId xmlns:a16="http://schemas.microsoft.com/office/drawing/2014/main" id="{320A03E0-24A2-4222-9843-272359768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275"/>
              <a:ext cx="25" cy="66"/>
            </a:xfrm>
            <a:custGeom>
              <a:avLst/>
              <a:gdLst>
                <a:gd name="T0" fmla="*/ 0 w 10"/>
                <a:gd name="T1" fmla="*/ 0 h 25"/>
                <a:gd name="T2" fmla="*/ 113 w 10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0" y="0"/>
                  </a:moveTo>
                  <a:cubicBezTo>
                    <a:pt x="6" y="4"/>
                    <a:pt x="10" y="17"/>
                    <a:pt x="7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9" name="Freeform 104">
              <a:extLst>
                <a:ext uri="{FF2B5EF4-FFF2-40B4-BE49-F238E27FC236}">
                  <a16:creationId xmlns:a16="http://schemas.microsoft.com/office/drawing/2014/main" id="{47A99F6F-5206-4ACA-ABD6-F3C691051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792"/>
              <a:ext cx="60" cy="59"/>
            </a:xfrm>
            <a:custGeom>
              <a:avLst/>
              <a:gdLst>
                <a:gd name="T0" fmla="*/ 0 w 24"/>
                <a:gd name="T1" fmla="*/ 0 h 22"/>
                <a:gd name="T2" fmla="*/ 345 w 2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0" y="0"/>
                  </a:moveTo>
                  <a:cubicBezTo>
                    <a:pt x="10" y="2"/>
                    <a:pt x="24" y="13"/>
                    <a:pt x="22" y="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0" name="Freeform 105">
              <a:extLst>
                <a:ext uri="{FF2B5EF4-FFF2-40B4-BE49-F238E27FC236}">
                  <a16:creationId xmlns:a16="http://schemas.microsoft.com/office/drawing/2014/main" id="{D34449A1-1331-4120-8C51-E74D9743D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" y="2853"/>
              <a:ext cx="38" cy="51"/>
            </a:xfrm>
            <a:custGeom>
              <a:avLst/>
              <a:gdLst>
                <a:gd name="T0" fmla="*/ 243 w 15"/>
                <a:gd name="T1" fmla="*/ 0 h 19"/>
                <a:gd name="T2" fmla="*/ 20 w 15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8" y="0"/>
                    <a:pt x="0" y="8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1" name="Freeform 106">
              <a:extLst>
                <a:ext uri="{FF2B5EF4-FFF2-40B4-BE49-F238E27FC236}">
                  <a16:creationId xmlns:a16="http://schemas.microsoft.com/office/drawing/2014/main" id="{290AA360-AE9D-48D6-991D-C13BB9F19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2776"/>
              <a:ext cx="23" cy="56"/>
            </a:xfrm>
            <a:custGeom>
              <a:avLst/>
              <a:gdLst>
                <a:gd name="T0" fmla="*/ 84 w 9"/>
                <a:gd name="T1" fmla="*/ 192 h 21"/>
                <a:gd name="T2" fmla="*/ 66 w 9"/>
                <a:gd name="T3" fmla="*/ 149 h 21"/>
                <a:gd name="T4" fmla="*/ 51 w 9"/>
                <a:gd name="T5" fmla="*/ 93 h 21"/>
                <a:gd name="T6" fmla="*/ 0 w 9"/>
                <a:gd name="T7" fmla="*/ 0 h 21"/>
                <a:gd name="T8" fmla="*/ 51 w 9"/>
                <a:gd name="T9" fmla="*/ 227 h 21"/>
                <a:gd name="T10" fmla="*/ 84 w 9"/>
                <a:gd name="T11" fmla="*/ 307 h 21"/>
                <a:gd name="T12" fmla="*/ 118 w 9"/>
                <a:gd name="T13" fmla="*/ 363 h 21"/>
                <a:gd name="T14" fmla="*/ 151 w 9"/>
                <a:gd name="T15" fmla="*/ 397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21">
                  <a:moveTo>
                    <a:pt x="5" y="10"/>
                  </a:moveTo>
                  <a:cubicBezTo>
                    <a:pt x="5" y="9"/>
                    <a:pt x="4" y="8"/>
                    <a:pt x="4" y="8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2" y="3"/>
                    <a:pt x="1" y="1"/>
                    <a:pt x="0" y="0"/>
                  </a:cubicBezTo>
                  <a:cubicBezTo>
                    <a:pt x="0" y="4"/>
                    <a:pt x="2" y="8"/>
                    <a:pt x="3" y="12"/>
                  </a:cubicBezTo>
                  <a:cubicBezTo>
                    <a:pt x="4" y="14"/>
                    <a:pt x="4" y="15"/>
                    <a:pt x="5" y="16"/>
                  </a:cubicBezTo>
                  <a:cubicBezTo>
                    <a:pt x="5" y="17"/>
                    <a:pt x="6" y="18"/>
                    <a:pt x="7" y="19"/>
                  </a:cubicBezTo>
                  <a:cubicBezTo>
                    <a:pt x="7" y="20"/>
                    <a:pt x="8" y="21"/>
                    <a:pt x="9" y="21"/>
                  </a:cubicBezTo>
                </a:path>
              </a:pathLst>
            </a:custGeom>
            <a:solidFill>
              <a:srgbClr val="BB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2" name="Freeform 107">
              <a:extLst>
                <a:ext uri="{FF2B5EF4-FFF2-40B4-BE49-F238E27FC236}">
                  <a16:creationId xmlns:a16="http://schemas.microsoft.com/office/drawing/2014/main" id="{3C2199E1-16A6-47B1-A59C-A03498CAC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027"/>
              <a:ext cx="97" cy="378"/>
            </a:xfrm>
            <a:custGeom>
              <a:avLst/>
              <a:gdLst>
                <a:gd name="T0" fmla="*/ 291 w 39"/>
                <a:gd name="T1" fmla="*/ 205 h 142"/>
                <a:gd name="T2" fmla="*/ 167 w 39"/>
                <a:gd name="T3" fmla="*/ 0 h 142"/>
                <a:gd name="T4" fmla="*/ 42 w 39"/>
                <a:gd name="T5" fmla="*/ 170 h 142"/>
                <a:gd name="T6" fmla="*/ 42 w 39"/>
                <a:gd name="T7" fmla="*/ 418 h 142"/>
                <a:gd name="T8" fmla="*/ 124 w 39"/>
                <a:gd name="T9" fmla="*/ 511 h 142"/>
                <a:gd name="T10" fmla="*/ 0 w 39"/>
                <a:gd name="T11" fmla="*/ 695 h 142"/>
                <a:gd name="T12" fmla="*/ 30 w 39"/>
                <a:gd name="T13" fmla="*/ 1057 h 142"/>
                <a:gd name="T14" fmla="*/ 92 w 39"/>
                <a:gd name="T15" fmla="*/ 1283 h 142"/>
                <a:gd name="T16" fmla="*/ 75 w 39"/>
                <a:gd name="T17" fmla="*/ 1658 h 142"/>
                <a:gd name="T18" fmla="*/ 167 w 39"/>
                <a:gd name="T19" fmla="*/ 1680 h 142"/>
                <a:gd name="T20" fmla="*/ 167 w 39"/>
                <a:gd name="T21" fmla="*/ 2132 h 142"/>
                <a:gd name="T22" fmla="*/ 291 w 39"/>
                <a:gd name="T23" fmla="*/ 2191 h 142"/>
                <a:gd name="T24" fmla="*/ 259 w 39"/>
                <a:gd name="T25" fmla="*/ 2281 h 142"/>
                <a:gd name="T26" fmla="*/ 353 w 39"/>
                <a:gd name="T27" fmla="*/ 2587 h 142"/>
                <a:gd name="T28" fmla="*/ 495 w 39"/>
                <a:gd name="T29" fmla="*/ 2657 h 142"/>
                <a:gd name="T30" fmla="*/ 507 w 39"/>
                <a:gd name="T31" fmla="*/ 2678 h 142"/>
                <a:gd name="T32" fmla="*/ 599 w 39"/>
                <a:gd name="T33" fmla="*/ 2601 h 142"/>
                <a:gd name="T34" fmla="*/ 587 w 39"/>
                <a:gd name="T35" fmla="*/ 2566 h 142"/>
                <a:gd name="T36" fmla="*/ 478 w 39"/>
                <a:gd name="T37" fmla="*/ 2337 h 142"/>
                <a:gd name="T38" fmla="*/ 415 w 39"/>
                <a:gd name="T39" fmla="*/ 2191 h 142"/>
                <a:gd name="T40" fmla="*/ 403 w 39"/>
                <a:gd name="T41" fmla="*/ 1962 h 142"/>
                <a:gd name="T42" fmla="*/ 341 w 39"/>
                <a:gd name="T43" fmla="*/ 1757 h 142"/>
                <a:gd name="T44" fmla="*/ 308 w 39"/>
                <a:gd name="T45" fmla="*/ 1509 h 142"/>
                <a:gd name="T46" fmla="*/ 291 w 39"/>
                <a:gd name="T47" fmla="*/ 1304 h 142"/>
                <a:gd name="T48" fmla="*/ 216 w 39"/>
                <a:gd name="T49" fmla="*/ 1078 h 142"/>
                <a:gd name="T50" fmla="*/ 216 w 39"/>
                <a:gd name="T51" fmla="*/ 849 h 142"/>
                <a:gd name="T52" fmla="*/ 216 w 39"/>
                <a:gd name="T53" fmla="*/ 681 h 142"/>
                <a:gd name="T54" fmla="*/ 229 w 39"/>
                <a:gd name="T55" fmla="*/ 418 h 142"/>
                <a:gd name="T56" fmla="*/ 291 w 39"/>
                <a:gd name="T57" fmla="*/ 205 h 14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9" h="142">
                  <a:moveTo>
                    <a:pt x="19" y="11"/>
                  </a:moveTo>
                  <a:cubicBezTo>
                    <a:pt x="17" y="7"/>
                    <a:pt x="14" y="4"/>
                    <a:pt x="11" y="0"/>
                  </a:cubicBezTo>
                  <a:cubicBezTo>
                    <a:pt x="9" y="3"/>
                    <a:pt x="6" y="6"/>
                    <a:pt x="3" y="9"/>
                  </a:cubicBezTo>
                  <a:cubicBezTo>
                    <a:pt x="11" y="13"/>
                    <a:pt x="10" y="18"/>
                    <a:pt x="3" y="22"/>
                  </a:cubicBezTo>
                  <a:cubicBezTo>
                    <a:pt x="5" y="23"/>
                    <a:pt x="6" y="26"/>
                    <a:pt x="8" y="27"/>
                  </a:cubicBezTo>
                  <a:cubicBezTo>
                    <a:pt x="5" y="30"/>
                    <a:pt x="4" y="35"/>
                    <a:pt x="0" y="37"/>
                  </a:cubicBezTo>
                  <a:cubicBezTo>
                    <a:pt x="9" y="43"/>
                    <a:pt x="6" y="49"/>
                    <a:pt x="2" y="56"/>
                  </a:cubicBezTo>
                  <a:cubicBezTo>
                    <a:pt x="9" y="57"/>
                    <a:pt x="10" y="62"/>
                    <a:pt x="6" y="68"/>
                  </a:cubicBezTo>
                  <a:cubicBezTo>
                    <a:pt x="13" y="74"/>
                    <a:pt x="9" y="81"/>
                    <a:pt x="5" y="88"/>
                  </a:cubicBezTo>
                  <a:cubicBezTo>
                    <a:pt x="7" y="88"/>
                    <a:pt x="9" y="89"/>
                    <a:pt x="11" y="89"/>
                  </a:cubicBezTo>
                  <a:cubicBezTo>
                    <a:pt x="5" y="99"/>
                    <a:pt x="17" y="103"/>
                    <a:pt x="11" y="113"/>
                  </a:cubicBezTo>
                  <a:cubicBezTo>
                    <a:pt x="14" y="113"/>
                    <a:pt x="16" y="116"/>
                    <a:pt x="19" y="116"/>
                  </a:cubicBezTo>
                  <a:cubicBezTo>
                    <a:pt x="18" y="118"/>
                    <a:pt x="18" y="119"/>
                    <a:pt x="17" y="121"/>
                  </a:cubicBezTo>
                  <a:cubicBezTo>
                    <a:pt x="28" y="124"/>
                    <a:pt x="21" y="129"/>
                    <a:pt x="23" y="137"/>
                  </a:cubicBezTo>
                  <a:cubicBezTo>
                    <a:pt x="24" y="138"/>
                    <a:pt x="31" y="139"/>
                    <a:pt x="32" y="141"/>
                  </a:cubicBezTo>
                  <a:cubicBezTo>
                    <a:pt x="32" y="142"/>
                    <a:pt x="32" y="142"/>
                    <a:pt x="33" y="142"/>
                  </a:cubicBezTo>
                  <a:cubicBezTo>
                    <a:pt x="35" y="141"/>
                    <a:pt x="37" y="139"/>
                    <a:pt x="39" y="138"/>
                  </a:cubicBezTo>
                  <a:cubicBezTo>
                    <a:pt x="38" y="136"/>
                    <a:pt x="38" y="136"/>
                    <a:pt x="38" y="136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69"/>
                    <a:pt x="15" y="61"/>
                    <a:pt x="14" y="57"/>
                  </a:cubicBezTo>
                  <a:cubicBezTo>
                    <a:pt x="12" y="53"/>
                    <a:pt x="14" y="45"/>
                    <a:pt x="14" y="45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9" y="28"/>
                    <a:pt x="15" y="22"/>
                  </a:cubicBezTo>
                  <a:cubicBezTo>
                    <a:pt x="12" y="19"/>
                    <a:pt x="16" y="14"/>
                    <a:pt x="19" y="11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3" name="Freeform 108">
              <a:extLst>
                <a:ext uri="{FF2B5EF4-FFF2-40B4-BE49-F238E27FC236}">
                  <a16:creationId xmlns:a16="http://schemas.microsoft.com/office/drawing/2014/main" id="{A82D07CC-C75A-4915-B61B-0D980B597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219"/>
              <a:ext cx="43" cy="152"/>
            </a:xfrm>
            <a:custGeom>
              <a:avLst/>
              <a:gdLst>
                <a:gd name="T0" fmla="*/ 159 w 17"/>
                <a:gd name="T1" fmla="*/ 0 h 57"/>
                <a:gd name="T2" fmla="*/ 83 w 17"/>
                <a:gd name="T3" fmla="*/ 227 h 57"/>
                <a:gd name="T4" fmla="*/ 33 w 17"/>
                <a:gd name="T5" fmla="*/ 419 h 57"/>
                <a:gd name="T6" fmla="*/ 129 w 17"/>
                <a:gd name="T7" fmla="*/ 547 h 57"/>
                <a:gd name="T8" fmla="*/ 0 w 17"/>
                <a:gd name="T9" fmla="*/ 704 h 57"/>
                <a:gd name="T10" fmla="*/ 96 w 17"/>
                <a:gd name="T11" fmla="*/ 760 h 57"/>
                <a:gd name="T12" fmla="*/ 51 w 17"/>
                <a:gd name="T13" fmla="*/ 909 h 57"/>
                <a:gd name="T14" fmla="*/ 129 w 17"/>
                <a:gd name="T15" fmla="*/ 1080 h 57"/>
                <a:gd name="T16" fmla="*/ 147 w 17"/>
                <a:gd name="T17" fmla="*/ 1080 h 57"/>
                <a:gd name="T18" fmla="*/ 276 w 17"/>
                <a:gd name="T19" fmla="*/ 931 h 57"/>
                <a:gd name="T20" fmla="*/ 276 w 17"/>
                <a:gd name="T21" fmla="*/ 683 h 57"/>
                <a:gd name="T22" fmla="*/ 276 w 17"/>
                <a:gd name="T23" fmla="*/ 115 h 57"/>
                <a:gd name="T24" fmla="*/ 159 w 17"/>
                <a:gd name="T25" fmla="*/ 0 h 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" h="57">
                  <a:moveTo>
                    <a:pt x="10" y="0"/>
                  </a:moveTo>
                  <a:cubicBezTo>
                    <a:pt x="9" y="4"/>
                    <a:pt x="6" y="8"/>
                    <a:pt x="5" y="12"/>
                  </a:cubicBezTo>
                  <a:cubicBezTo>
                    <a:pt x="4" y="15"/>
                    <a:pt x="11" y="18"/>
                    <a:pt x="2" y="22"/>
                  </a:cubicBezTo>
                  <a:cubicBezTo>
                    <a:pt x="4" y="24"/>
                    <a:pt x="6" y="28"/>
                    <a:pt x="8" y="29"/>
                  </a:cubicBezTo>
                  <a:cubicBezTo>
                    <a:pt x="4" y="31"/>
                    <a:pt x="2" y="35"/>
                    <a:pt x="0" y="37"/>
                  </a:cubicBezTo>
                  <a:cubicBezTo>
                    <a:pt x="1" y="38"/>
                    <a:pt x="4" y="39"/>
                    <a:pt x="6" y="40"/>
                  </a:cubicBezTo>
                  <a:cubicBezTo>
                    <a:pt x="4" y="42"/>
                    <a:pt x="4" y="45"/>
                    <a:pt x="3" y="48"/>
                  </a:cubicBezTo>
                  <a:cubicBezTo>
                    <a:pt x="8" y="49"/>
                    <a:pt x="8" y="53"/>
                    <a:pt x="8" y="57"/>
                  </a:cubicBezTo>
                  <a:cubicBezTo>
                    <a:pt x="8" y="57"/>
                    <a:pt x="9" y="57"/>
                    <a:pt x="9" y="57"/>
                  </a:cubicBezTo>
                  <a:cubicBezTo>
                    <a:pt x="10" y="53"/>
                    <a:pt x="13" y="50"/>
                    <a:pt x="17" y="49"/>
                  </a:cubicBezTo>
                  <a:cubicBezTo>
                    <a:pt x="11" y="46"/>
                    <a:pt x="11" y="40"/>
                    <a:pt x="17" y="36"/>
                  </a:cubicBezTo>
                  <a:cubicBezTo>
                    <a:pt x="12" y="32"/>
                    <a:pt x="12" y="16"/>
                    <a:pt x="17" y="6"/>
                  </a:cubicBezTo>
                  <a:cubicBezTo>
                    <a:pt x="15" y="4"/>
                    <a:pt x="12" y="2"/>
                    <a:pt x="10" y="0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4" name="Freeform 109">
              <a:extLst>
                <a:ext uri="{FF2B5EF4-FFF2-40B4-BE49-F238E27FC236}">
                  <a16:creationId xmlns:a16="http://schemas.microsoft.com/office/drawing/2014/main" id="{5E013470-AEE8-4C9E-97E4-24E62EAC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027"/>
              <a:ext cx="98" cy="378"/>
            </a:xfrm>
            <a:custGeom>
              <a:avLst/>
              <a:gdLst>
                <a:gd name="T0" fmla="*/ 317 w 39"/>
                <a:gd name="T1" fmla="*/ 205 h 142"/>
                <a:gd name="T2" fmla="*/ 442 w 39"/>
                <a:gd name="T3" fmla="*/ 0 h 142"/>
                <a:gd name="T4" fmla="*/ 568 w 39"/>
                <a:gd name="T5" fmla="*/ 170 h 142"/>
                <a:gd name="T6" fmla="*/ 568 w 39"/>
                <a:gd name="T7" fmla="*/ 418 h 142"/>
                <a:gd name="T8" fmla="*/ 493 w 39"/>
                <a:gd name="T9" fmla="*/ 511 h 142"/>
                <a:gd name="T10" fmla="*/ 618 w 39"/>
                <a:gd name="T11" fmla="*/ 695 h 142"/>
                <a:gd name="T12" fmla="*/ 588 w 39"/>
                <a:gd name="T13" fmla="*/ 1057 h 142"/>
                <a:gd name="T14" fmla="*/ 525 w 39"/>
                <a:gd name="T15" fmla="*/ 1283 h 142"/>
                <a:gd name="T16" fmla="*/ 538 w 39"/>
                <a:gd name="T17" fmla="*/ 1658 h 142"/>
                <a:gd name="T18" fmla="*/ 442 w 39"/>
                <a:gd name="T19" fmla="*/ 1680 h 142"/>
                <a:gd name="T20" fmla="*/ 442 w 39"/>
                <a:gd name="T21" fmla="*/ 2132 h 142"/>
                <a:gd name="T22" fmla="*/ 317 w 39"/>
                <a:gd name="T23" fmla="*/ 2191 h 142"/>
                <a:gd name="T24" fmla="*/ 347 w 39"/>
                <a:gd name="T25" fmla="*/ 2281 h 142"/>
                <a:gd name="T26" fmla="*/ 254 w 39"/>
                <a:gd name="T27" fmla="*/ 2587 h 142"/>
                <a:gd name="T28" fmla="*/ 113 w 39"/>
                <a:gd name="T29" fmla="*/ 2657 h 142"/>
                <a:gd name="T30" fmla="*/ 95 w 39"/>
                <a:gd name="T31" fmla="*/ 2678 h 142"/>
                <a:gd name="T32" fmla="*/ 0 w 39"/>
                <a:gd name="T33" fmla="*/ 2601 h 142"/>
                <a:gd name="T34" fmla="*/ 20 w 39"/>
                <a:gd name="T35" fmla="*/ 2566 h 142"/>
                <a:gd name="T36" fmla="*/ 126 w 39"/>
                <a:gd name="T37" fmla="*/ 2337 h 142"/>
                <a:gd name="T38" fmla="*/ 188 w 39"/>
                <a:gd name="T39" fmla="*/ 2191 h 142"/>
                <a:gd name="T40" fmla="*/ 209 w 39"/>
                <a:gd name="T41" fmla="*/ 1962 h 142"/>
                <a:gd name="T42" fmla="*/ 271 w 39"/>
                <a:gd name="T43" fmla="*/ 1757 h 142"/>
                <a:gd name="T44" fmla="*/ 304 w 39"/>
                <a:gd name="T45" fmla="*/ 1509 h 142"/>
                <a:gd name="T46" fmla="*/ 317 w 39"/>
                <a:gd name="T47" fmla="*/ 1304 h 142"/>
                <a:gd name="T48" fmla="*/ 397 w 39"/>
                <a:gd name="T49" fmla="*/ 1078 h 142"/>
                <a:gd name="T50" fmla="*/ 397 w 39"/>
                <a:gd name="T51" fmla="*/ 849 h 142"/>
                <a:gd name="T52" fmla="*/ 397 w 39"/>
                <a:gd name="T53" fmla="*/ 681 h 142"/>
                <a:gd name="T54" fmla="*/ 379 w 39"/>
                <a:gd name="T55" fmla="*/ 418 h 142"/>
                <a:gd name="T56" fmla="*/ 317 w 39"/>
                <a:gd name="T57" fmla="*/ 205 h 14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9" h="142">
                  <a:moveTo>
                    <a:pt x="20" y="11"/>
                  </a:moveTo>
                  <a:cubicBezTo>
                    <a:pt x="22" y="7"/>
                    <a:pt x="25" y="4"/>
                    <a:pt x="28" y="0"/>
                  </a:cubicBezTo>
                  <a:cubicBezTo>
                    <a:pt x="30" y="3"/>
                    <a:pt x="33" y="6"/>
                    <a:pt x="36" y="9"/>
                  </a:cubicBezTo>
                  <a:cubicBezTo>
                    <a:pt x="28" y="13"/>
                    <a:pt x="29" y="18"/>
                    <a:pt x="36" y="22"/>
                  </a:cubicBezTo>
                  <a:cubicBezTo>
                    <a:pt x="34" y="23"/>
                    <a:pt x="33" y="26"/>
                    <a:pt x="31" y="27"/>
                  </a:cubicBezTo>
                  <a:cubicBezTo>
                    <a:pt x="34" y="30"/>
                    <a:pt x="35" y="35"/>
                    <a:pt x="39" y="37"/>
                  </a:cubicBezTo>
                  <a:cubicBezTo>
                    <a:pt x="30" y="43"/>
                    <a:pt x="33" y="49"/>
                    <a:pt x="37" y="56"/>
                  </a:cubicBezTo>
                  <a:cubicBezTo>
                    <a:pt x="30" y="57"/>
                    <a:pt x="29" y="62"/>
                    <a:pt x="33" y="68"/>
                  </a:cubicBezTo>
                  <a:cubicBezTo>
                    <a:pt x="26" y="74"/>
                    <a:pt x="30" y="81"/>
                    <a:pt x="34" y="88"/>
                  </a:cubicBezTo>
                  <a:cubicBezTo>
                    <a:pt x="32" y="88"/>
                    <a:pt x="30" y="89"/>
                    <a:pt x="28" y="89"/>
                  </a:cubicBezTo>
                  <a:cubicBezTo>
                    <a:pt x="34" y="99"/>
                    <a:pt x="22" y="103"/>
                    <a:pt x="28" y="113"/>
                  </a:cubicBezTo>
                  <a:cubicBezTo>
                    <a:pt x="26" y="113"/>
                    <a:pt x="23" y="116"/>
                    <a:pt x="20" y="116"/>
                  </a:cubicBezTo>
                  <a:cubicBezTo>
                    <a:pt x="21" y="118"/>
                    <a:pt x="21" y="119"/>
                    <a:pt x="22" y="121"/>
                  </a:cubicBezTo>
                  <a:cubicBezTo>
                    <a:pt x="11" y="124"/>
                    <a:pt x="18" y="129"/>
                    <a:pt x="16" y="137"/>
                  </a:cubicBezTo>
                  <a:cubicBezTo>
                    <a:pt x="15" y="138"/>
                    <a:pt x="8" y="139"/>
                    <a:pt x="7" y="141"/>
                  </a:cubicBezTo>
                  <a:cubicBezTo>
                    <a:pt x="7" y="142"/>
                    <a:pt x="7" y="142"/>
                    <a:pt x="6" y="142"/>
                  </a:cubicBezTo>
                  <a:cubicBezTo>
                    <a:pt x="4" y="141"/>
                    <a:pt x="2" y="139"/>
                    <a:pt x="0" y="138"/>
                  </a:cubicBezTo>
                  <a:cubicBezTo>
                    <a:pt x="1" y="136"/>
                    <a:pt x="1" y="136"/>
                    <a:pt x="1" y="136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0" y="69"/>
                    <a:pt x="24" y="61"/>
                    <a:pt x="25" y="57"/>
                  </a:cubicBezTo>
                  <a:cubicBezTo>
                    <a:pt x="27" y="53"/>
                    <a:pt x="25" y="45"/>
                    <a:pt x="25" y="45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5" y="36"/>
                    <a:pt x="20" y="28"/>
                    <a:pt x="24" y="22"/>
                  </a:cubicBezTo>
                  <a:cubicBezTo>
                    <a:pt x="27" y="19"/>
                    <a:pt x="23" y="14"/>
                    <a:pt x="20" y="11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5" name="Freeform 110">
              <a:extLst>
                <a:ext uri="{FF2B5EF4-FFF2-40B4-BE49-F238E27FC236}">
                  <a16:creationId xmlns:a16="http://schemas.microsoft.com/office/drawing/2014/main" id="{7F3D9A01-CAFD-4074-832C-B3F4BC95B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219"/>
              <a:ext cx="45" cy="152"/>
            </a:xfrm>
            <a:custGeom>
              <a:avLst/>
              <a:gdLst>
                <a:gd name="T0" fmla="*/ 113 w 18"/>
                <a:gd name="T1" fmla="*/ 0 h 57"/>
                <a:gd name="T2" fmla="*/ 188 w 18"/>
                <a:gd name="T3" fmla="*/ 227 h 57"/>
                <a:gd name="T4" fmla="*/ 238 w 18"/>
                <a:gd name="T5" fmla="*/ 419 h 57"/>
                <a:gd name="T6" fmla="*/ 145 w 18"/>
                <a:gd name="T7" fmla="*/ 547 h 57"/>
                <a:gd name="T8" fmla="*/ 283 w 18"/>
                <a:gd name="T9" fmla="*/ 704 h 57"/>
                <a:gd name="T10" fmla="*/ 175 w 18"/>
                <a:gd name="T11" fmla="*/ 760 h 57"/>
                <a:gd name="T12" fmla="*/ 220 w 18"/>
                <a:gd name="T13" fmla="*/ 909 h 57"/>
                <a:gd name="T14" fmla="*/ 158 w 18"/>
                <a:gd name="T15" fmla="*/ 1080 h 57"/>
                <a:gd name="T16" fmla="*/ 125 w 18"/>
                <a:gd name="T17" fmla="*/ 1080 h 57"/>
                <a:gd name="T18" fmla="*/ 0 w 18"/>
                <a:gd name="T19" fmla="*/ 931 h 57"/>
                <a:gd name="T20" fmla="*/ 0 w 18"/>
                <a:gd name="T21" fmla="*/ 683 h 57"/>
                <a:gd name="T22" fmla="*/ 0 w 18"/>
                <a:gd name="T23" fmla="*/ 115 h 57"/>
                <a:gd name="T24" fmla="*/ 113 w 18"/>
                <a:gd name="T25" fmla="*/ 0 h 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57">
                  <a:moveTo>
                    <a:pt x="7" y="0"/>
                  </a:moveTo>
                  <a:cubicBezTo>
                    <a:pt x="8" y="4"/>
                    <a:pt x="11" y="8"/>
                    <a:pt x="12" y="12"/>
                  </a:cubicBezTo>
                  <a:cubicBezTo>
                    <a:pt x="13" y="15"/>
                    <a:pt x="6" y="18"/>
                    <a:pt x="15" y="22"/>
                  </a:cubicBezTo>
                  <a:cubicBezTo>
                    <a:pt x="13" y="24"/>
                    <a:pt x="11" y="28"/>
                    <a:pt x="9" y="29"/>
                  </a:cubicBezTo>
                  <a:cubicBezTo>
                    <a:pt x="13" y="31"/>
                    <a:pt x="15" y="35"/>
                    <a:pt x="18" y="37"/>
                  </a:cubicBezTo>
                  <a:cubicBezTo>
                    <a:pt x="16" y="38"/>
                    <a:pt x="13" y="39"/>
                    <a:pt x="11" y="40"/>
                  </a:cubicBezTo>
                  <a:cubicBezTo>
                    <a:pt x="13" y="42"/>
                    <a:pt x="13" y="45"/>
                    <a:pt x="14" y="48"/>
                  </a:cubicBezTo>
                  <a:cubicBezTo>
                    <a:pt x="9" y="49"/>
                    <a:pt x="9" y="53"/>
                    <a:pt x="10" y="57"/>
                  </a:cubicBezTo>
                  <a:cubicBezTo>
                    <a:pt x="9" y="57"/>
                    <a:pt x="8" y="57"/>
                    <a:pt x="8" y="57"/>
                  </a:cubicBezTo>
                  <a:cubicBezTo>
                    <a:pt x="7" y="53"/>
                    <a:pt x="4" y="50"/>
                    <a:pt x="0" y="49"/>
                  </a:cubicBezTo>
                  <a:cubicBezTo>
                    <a:pt x="6" y="46"/>
                    <a:pt x="6" y="40"/>
                    <a:pt x="0" y="36"/>
                  </a:cubicBezTo>
                  <a:cubicBezTo>
                    <a:pt x="5" y="32"/>
                    <a:pt x="5" y="16"/>
                    <a:pt x="0" y="6"/>
                  </a:cubicBezTo>
                  <a:cubicBezTo>
                    <a:pt x="2" y="4"/>
                    <a:pt x="5" y="2"/>
                    <a:pt x="7" y="0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6" name="Freeform 111">
              <a:extLst>
                <a:ext uri="{FF2B5EF4-FFF2-40B4-BE49-F238E27FC236}">
                  <a16:creationId xmlns:a16="http://schemas.microsoft.com/office/drawing/2014/main" id="{E14FE26E-B064-4D99-9D71-355805C1B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909"/>
              <a:ext cx="55" cy="43"/>
            </a:xfrm>
            <a:custGeom>
              <a:avLst/>
              <a:gdLst>
                <a:gd name="T0" fmla="*/ 0 w 22"/>
                <a:gd name="T1" fmla="*/ 81 h 16"/>
                <a:gd name="T2" fmla="*/ 95 w 22"/>
                <a:gd name="T3" fmla="*/ 312 h 16"/>
                <a:gd name="T4" fmla="*/ 345 w 22"/>
                <a:gd name="T5" fmla="*/ 59 h 16"/>
                <a:gd name="T6" fmla="*/ 125 w 22"/>
                <a:gd name="T7" fmla="*/ 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0" y="4"/>
                  </a:moveTo>
                  <a:cubicBezTo>
                    <a:pt x="5" y="7"/>
                    <a:pt x="5" y="11"/>
                    <a:pt x="6" y="16"/>
                  </a:cubicBezTo>
                  <a:cubicBezTo>
                    <a:pt x="7" y="6"/>
                    <a:pt x="20" y="9"/>
                    <a:pt x="22" y="3"/>
                  </a:cubicBezTo>
                  <a:cubicBezTo>
                    <a:pt x="19" y="0"/>
                    <a:pt x="12" y="4"/>
                    <a:pt x="8" y="3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7" name="Freeform 112">
              <a:extLst>
                <a:ext uri="{FF2B5EF4-FFF2-40B4-BE49-F238E27FC236}">
                  <a16:creationId xmlns:a16="http://schemas.microsoft.com/office/drawing/2014/main" id="{0DD2D3FD-528A-40CA-B70A-DB610499C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2280"/>
              <a:ext cx="125" cy="152"/>
            </a:xfrm>
            <a:custGeom>
              <a:avLst/>
              <a:gdLst>
                <a:gd name="T0" fmla="*/ 83 w 50"/>
                <a:gd name="T1" fmla="*/ 171 h 57"/>
                <a:gd name="T2" fmla="*/ 0 w 50"/>
                <a:gd name="T3" fmla="*/ 192 h 57"/>
                <a:gd name="T4" fmla="*/ 270 w 50"/>
                <a:gd name="T5" fmla="*/ 491 h 57"/>
                <a:gd name="T6" fmla="*/ 220 w 50"/>
                <a:gd name="T7" fmla="*/ 739 h 57"/>
                <a:gd name="T8" fmla="*/ 113 w 50"/>
                <a:gd name="T9" fmla="*/ 888 h 57"/>
                <a:gd name="T10" fmla="*/ 408 w 50"/>
                <a:gd name="T11" fmla="*/ 717 h 57"/>
                <a:gd name="T12" fmla="*/ 645 w 50"/>
                <a:gd name="T13" fmla="*/ 776 h 57"/>
                <a:gd name="T14" fmla="*/ 783 w 50"/>
                <a:gd name="T15" fmla="*/ 605 h 57"/>
                <a:gd name="T16" fmla="*/ 563 w 50"/>
                <a:gd name="T17" fmla="*/ 0 h 57"/>
                <a:gd name="T18" fmla="*/ 458 w 50"/>
                <a:gd name="T19" fmla="*/ 227 h 57"/>
                <a:gd name="T20" fmla="*/ 188 w 50"/>
                <a:gd name="T21" fmla="*/ 264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57">
                  <a:moveTo>
                    <a:pt x="5" y="9"/>
                  </a:moveTo>
                  <a:cubicBezTo>
                    <a:pt x="3" y="8"/>
                    <a:pt x="2" y="8"/>
                    <a:pt x="0" y="10"/>
                  </a:cubicBezTo>
                  <a:cubicBezTo>
                    <a:pt x="4" y="17"/>
                    <a:pt x="18" y="15"/>
                    <a:pt x="17" y="26"/>
                  </a:cubicBezTo>
                  <a:cubicBezTo>
                    <a:pt x="17" y="30"/>
                    <a:pt x="15" y="35"/>
                    <a:pt x="14" y="39"/>
                  </a:cubicBezTo>
                  <a:cubicBezTo>
                    <a:pt x="13" y="41"/>
                    <a:pt x="7" y="44"/>
                    <a:pt x="7" y="47"/>
                  </a:cubicBezTo>
                  <a:cubicBezTo>
                    <a:pt x="7" y="57"/>
                    <a:pt x="24" y="39"/>
                    <a:pt x="26" y="38"/>
                  </a:cubicBezTo>
                  <a:cubicBezTo>
                    <a:pt x="31" y="33"/>
                    <a:pt x="43" y="30"/>
                    <a:pt x="41" y="41"/>
                  </a:cubicBezTo>
                  <a:cubicBezTo>
                    <a:pt x="46" y="42"/>
                    <a:pt x="49" y="36"/>
                    <a:pt x="50" y="32"/>
                  </a:cubicBezTo>
                  <a:cubicBezTo>
                    <a:pt x="39" y="26"/>
                    <a:pt x="37" y="11"/>
                    <a:pt x="36" y="0"/>
                  </a:cubicBezTo>
                  <a:cubicBezTo>
                    <a:pt x="30" y="1"/>
                    <a:pt x="32" y="9"/>
                    <a:pt x="29" y="12"/>
                  </a:cubicBezTo>
                  <a:cubicBezTo>
                    <a:pt x="25" y="18"/>
                    <a:pt x="18" y="14"/>
                    <a:pt x="12" y="14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8" name="Freeform 113">
              <a:extLst>
                <a:ext uri="{FF2B5EF4-FFF2-40B4-BE49-F238E27FC236}">
                  <a16:creationId xmlns:a16="http://schemas.microsoft.com/office/drawing/2014/main" id="{821B9F54-5069-4258-98C5-7621CD51C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3" y="2352"/>
              <a:ext cx="55" cy="59"/>
            </a:xfrm>
            <a:custGeom>
              <a:avLst/>
              <a:gdLst>
                <a:gd name="T0" fmla="*/ 208 w 22"/>
                <a:gd name="T1" fmla="*/ 35 h 22"/>
                <a:gd name="T2" fmla="*/ 0 w 22"/>
                <a:gd name="T3" fmla="*/ 308 h 22"/>
                <a:gd name="T4" fmla="*/ 345 w 22"/>
                <a:gd name="T5" fmla="*/ 402 h 22"/>
                <a:gd name="T6" fmla="*/ 238 w 22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2">
                  <a:moveTo>
                    <a:pt x="13" y="2"/>
                  </a:moveTo>
                  <a:cubicBezTo>
                    <a:pt x="10" y="10"/>
                    <a:pt x="9" y="14"/>
                    <a:pt x="0" y="16"/>
                  </a:cubicBezTo>
                  <a:cubicBezTo>
                    <a:pt x="8" y="16"/>
                    <a:pt x="14" y="22"/>
                    <a:pt x="22" y="21"/>
                  </a:cubicBezTo>
                  <a:cubicBezTo>
                    <a:pt x="16" y="15"/>
                    <a:pt x="14" y="8"/>
                    <a:pt x="15" y="0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9" name="Freeform 114">
              <a:extLst>
                <a:ext uri="{FF2B5EF4-FFF2-40B4-BE49-F238E27FC236}">
                  <a16:creationId xmlns:a16="http://schemas.microsoft.com/office/drawing/2014/main" id="{41859D56-A234-4DBC-8B4A-F0DAB04A4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2688"/>
              <a:ext cx="30" cy="40"/>
            </a:xfrm>
            <a:custGeom>
              <a:avLst/>
              <a:gdLst>
                <a:gd name="T0" fmla="*/ 33 w 12"/>
                <a:gd name="T1" fmla="*/ 21 h 15"/>
                <a:gd name="T2" fmla="*/ 95 w 12"/>
                <a:gd name="T3" fmla="*/ 285 h 15"/>
                <a:gd name="T4" fmla="*/ 188 w 12"/>
                <a:gd name="T5" fmla="*/ 115 h 15"/>
                <a:gd name="T6" fmla="*/ 0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2" y="1"/>
                  </a:moveTo>
                  <a:cubicBezTo>
                    <a:pt x="6" y="5"/>
                    <a:pt x="6" y="11"/>
                    <a:pt x="6" y="15"/>
                  </a:cubicBezTo>
                  <a:cubicBezTo>
                    <a:pt x="6" y="11"/>
                    <a:pt x="8" y="8"/>
                    <a:pt x="12" y="6"/>
                  </a:cubicBezTo>
                  <a:cubicBezTo>
                    <a:pt x="8" y="3"/>
                    <a:pt x="5" y="0"/>
                    <a:pt x="0" y="0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0" name="Freeform 115">
              <a:extLst>
                <a:ext uri="{FF2B5EF4-FFF2-40B4-BE49-F238E27FC236}">
                  <a16:creationId xmlns:a16="http://schemas.microsoft.com/office/drawing/2014/main" id="{70FF2A3D-3B2B-44F7-931A-38A42FE66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1739"/>
              <a:ext cx="65" cy="90"/>
            </a:xfrm>
            <a:custGeom>
              <a:avLst/>
              <a:gdLst>
                <a:gd name="T0" fmla="*/ 0 w 26"/>
                <a:gd name="T1" fmla="*/ 238 h 34"/>
                <a:gd name="T2" fmla="*/ 395 w 26"/>
                <a:gd name="T3" fmla="*/ 56 h 34"/>
                <a:gd name="T4" fmla="*/ 188 w 26"/>
                <a:gd name="T5" fmla="*/ 294 h 34"/>
                <a:gd name="T6" fmla="*/ 83 w 26"/>
                <a:gd name="T7" fmla="*/ 630 h 34"/>
                <a:gd name="T8" fmla="*/ 20 w 26"/>
                <a:gd name="T9" fmla="*/ 25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4">
                  <a:moveTo>
                    <a:pt x="0" y="13"/>
                  </a:moveTo>
                  <a:cubicBezTo>
                    <a:pt x="10" y="22"/>
                    <a:pt x="16" y="0"/>
                    <a:pt x="25" y="3"/>
                  </a:cubicBezTo>
                  <a:cubicBezTo>
                    <a:pt x="26" y="7"/>
                    <a:pt x="15" y="12"/>
                    <a:pt x="12" y="16"/>
                  </a:cubicBezTo>
                  <a:cubicBezTo>
                    <a:pt x="8" y="21"/>
                    <a:pt x="8" y="28"/>
                    <a:pt x="5" y="34"/>
                  </a:cubicBezTo>
                  <a:cubicBezTo>
                    <a:pt x="6" y="30"/>
                    <a:pt x="6" y="16"/>
                    <a:pt x="1" y="14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1" name="Freeform 116">
              <a:extLst>
                <a:ext uri="{FF2B5EF4-FFF2-40B4-BE49-F238E27FC236}">
                  <a16:creationId xmlns:a16="http://schemas.microsoft.com/office/drawing/2014/main" id="{6485AB28-2D75-441C-B4D5-AB0B1F4A4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1381"/>
              <a:ext cx="27" cy="56"/>
            </a:xfrm>
            <a:custGeom>
              <a:avLst/>
              <a:gdLst>
                <a:gd name="T0" fmla="*/ 120 w 11"/>
                <a:gd name="T1" fmla="*/ 0 h 21"/>
                <a:gd name="T2" fmla="*/ 42 w 11"/>
                <a:gd name="T3" fmla="*/ 397 h 21"/>
                <a:gd name="T4" fmla="*/ 162 w 11"/>
                <a:gd name="T5" fmla="*/ 5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8" y="0"/>
                  </a:moveTo>
                  <a:cubicBezTo>
                    <a:pt x="4" y="5"/>
                    <a:pt x="0" y="15"/>
                    <a:pt x="3" y="21"/>
                  </a:cubicBezTo>
                  <a:cubicBezTo>
                    <a:pt x="10" y="17"/>
                    <a:pt x="6" y="7"/>
                    <a:pt x="11" y="3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2" name="Freeform 117">
              <a:extLst>
                <a:ext uri="{FF2B5EF4-FFF2-40B4-BE49-F238E27FC236}">
                  <a16:creationId xmlns:a16="http://schemas.microsoft.com/office/drawing/2014/main" id="{0A4B75AC-6A63-4616-8F77-5F4B70702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517"/>
              <a:ext cx="45" cy="38"/>
            </a:xfrm>
            <a:custGeom>
              <a:avLst/>
              <a:gdLst>
                <a:gd name="T0" fmla="*/ 0 w 18"/>
                <a:gd name="T1" fmla="*/ 0 h 14"/>
                <a:gd name="T2" fmla="*/ 145 w 18"/>
                <a:gd name="T3" fmla="*/ 0 h 14"/>
                <a:gd name="T4" fmla="*/ 283 w 18"/>
                <a:gd name="T5" fmla="*/ 22 h 14"/>
                <a:gd name="T6" fmla="*/ 63 w 18"/>
                <a:gd name="T7" fmla="*/ 280 h 14"/>
                <a:gd name="T8" fmla="*/ 33 w 18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0" y="0"/>
                  </a:moveTo>
                  <a:cubicBezTo>
                    <a:pt x="3" y="0"/>
                    <a:pt x="6" y="0"/>
                    <a:pt x="9" y="0"/>
                  </a:cubicBezTo>
                  <a:cubicBezTo>
                    <a:pt x="12" y="1"/>
                    <a:pt x="15" y="2"/>
                    <a:pt x="18" y="1"/>
                  </a:cubicBezTo>
                  <a:cubicBezTo>
                    <a:pt x="13" y="3"/>
                    <a:pt x="6" y="9"/>
                    <a:pt x="4" y="14"/>
                  </a:cubicBezTo>
                  <a:cubicBezTo>
                    <a:pt x="7" y="11"/>
                    <a:pt x="7" y="2"/>
                    <a:pt x="2" y="2"/>
                  </a:cubicBezTo>
                </a:path>
              </a:pathLst>
            </a:custGeom>
            <a:solidFill>
              <a:srgbClr val="99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3" name="Freeform 118">
              <a:extLst>
                <a:ext uri="{FF2B5EF4-FFF2-40B4-BE49-F238E27FC236}">
                  <a16:creationId xmlns:a16="http://schemas.microsoft.com/office/drawing/2014/main" id="{A35A0F48-A744-4BBB-86EB-D4D83196B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040"/>
              <a:ext cx="13" cy="187"/>
            </a:xfrm>
            <a:custGeom>
              <a:avLst/>
              <a:gdLst>
                <a:gd name="T0" fmla="*/ 21 w 5"/>
                <a:gd name="T1" fmla="*/ 0 h 70"/>
                <a:gd name="T2" fmla="*/ 0 w 5"/>
                <a:gd name="T3" fmla="*/ 1336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0">
                  <a:moveTo>
                    <a:pt x="1" y="0"/>
                  </a:moveTo>
                  <a:cubicBezTo>
                    <a:pt x="3" y="9"/>
                    <a:pt x="5" y="50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4" name="Freeform 119">
              <a:extLst>
                <a:ext uri="{FF2B5EF4-FFF2-40B4-BE49-F238E27FC236}">
                  <a16:creationId xmlns:a16="http://schemas.microsoft.com/office/drawing/2014/main" id="{26F7CF34-0412-4E25-B0A6-43064478F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035"/>
              <a:ext cx="30" cy="128"/>
            </a:xfrm>
            <a:custGeom>
              <a:avLst/>
              <a:gdLst>
                <a:gd name="T0" fmla="*/ 50 w 12"/>
                <a:gd name="T1" fmla="*/ 0 h 48"/>
                <a:gd name="T2" fmla="*/ 125 w 12"/>
                <a:gd name="T3" fmla="*/ 491 h 48"/>
                <a:gd name="T4" fmla="*/ 158 w 12"/>
                <a:gd name="T5" fmla="*/ 717 h 48"/>
                <a:gd name="T6" fmla="*/ 188 w 12"/>
                <a:gd name="T7" fmla="*/ 90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8">
                  <a:moveTo>
                    <a:pt x="3" y="0"/>
                  </a:moveTo>
                  <a:cubicBezTo>
                    <a:pt x="0" y="9"/>
                    <a:pt x="6" y="17"/>
                    <a:pt x="8" y="26"/>
                  </a:cubicBezTo>
                  <a:cubicBezTo>
                    <a:pt x="9" y="30"/>
                    <a:pt x="9" y="34"/>
                    <a:pt x="10" y="38"/>
                  </a:cubicBezTo>
                  <a:cubicBezTo>
                    <a:pt x="10" y="42"/>
                    <a:pt x="12" y="45"/>
                    <a:pt x="12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5" name="Freeform 120">
              <a:extLst>
                <a:ext uri="{FF2B5EF4-FFF2-40B4-BE49-F238E27FC236}">
                  <a16:creationId xmlns:a16="http://schemas.microsoft.com/office/drawing/2014/main" id="{EB221294-1220-423D-AEBB-7ED0DCC34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877"/>
              <a:ext cx="42" cy="251"/>
            </a:xfrm>
            <a:custGeom>
              <a:avLst/>
              <a:gdLst>
                <a:gd name="T0" fmla="*/ 257 w 17"/>
                <a:gd name="T1" fmla="*/ 0 h 94"/>
                <a:gd name="T2" fmla="*/ 0 w 17"/>
                <a:gd name="T3" fmla="*/ 777 h 94"/>
                <a:gd name="T4" fmla="*/ 225 w 17"/>
                <a:gd name="T5" fmla="*/ 1789 h 94"/>
                <a:gd name="T6" fmla="*/ 62 w 17"/>
                <a:gd name="T7" fmla="*/ 684 h 94"/>
                <a:gd name="T8" fmla="*/ 257 w 17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4">
                  <a:moveTo>
                    <a:pt x="17" y="0"/>
                  </a:moveTo>
                  <a:cubicBezTo>
                    <a:pt x="2" y="3"/>
                    <a:pt x="0" y="15"/>
                    <a:pt x="0" y="41"/>
                  </a:cubicBezTo>
                  <a:cubicBezTo>
                    <a:pt x="0" y="67"/>
                    <a:pt x="6" y="90"/>
                    <a:pt x="15" y="94"/>
                  </a:cubicBezTo>
                  <a:cubicBezTo>
                    <a:pt x="10" y="87"/>
                    <a:pt x="4" y="66"/>
                    <a:pt x="4" y="36"/>
                  </a:cubicBezTo>
                  <a:cubicBezTo>
                    <a:pt x="5" y="6"/>
                    <a:pt x="12" y="2"/>
                    <a:pt x="17" y="0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6" name="Freeform 121">
              <a:extLst>
                <a:ext uri="{FF2B5EF4-FFF2-40B4-BE49-F238E27FC236}">
                  <a16:creationId xmlns:a16="http://schemas.microsoft.com/office/drawing/2014/main" id="{D4BD580B-D5FD-4702-8218-87817D51F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2024"/>
              <a:ext cx="45" cy="187"/>
            </a:xfrm>
            <a:custGeom>
              <a:avLst/>
              <a:gdLst>
                <a:gd name="T0" fmla="*/ 220 w 18"/>
                <a:gd name="T1" fmla="*/ 0 h 70"/>
                <a:gd name="T2" fmla="*/ 33 w 18"/>
                <a:gd name="T3" fmla="*/ 684 h 70"/>
                <a:gd name="T4" fmla="*/ 283 w 18"/>
                <a:gd name="T5" fmla="*/ 1336 h 70"/>
                <a:gd name="T6" fmla="*/ 95 w 18"/>
                <a:gd name="T7" fmla="*/ 457 h 70"/>
                <a:gd name="T8" fmla="*/ 220 w 18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0">
                  <a:moveTo>
                    <a:pt x="14" y="0"/>
                  </a:moveTo>
                  <a:cubicBezTo>
                    <a:pt x="4" y="4"/>
                    <a:pt x="0" y="22"/>
                    <a:pt x="2" y="36"/>
                  </a:cubicBezTo>
                  <a:cubicBezTo>
                    <a:pt x="4" y="50"/>
                    <a:pt x="18" y="70"/>
                    <a:pt x="18" y="70"/>
                  </a:cubicBezTo>
                  <a:cubicBezTo>
                    <a:pt x="12" y="58"/>
                    <a:pt x="4" y="42"/>
                    <a:pt x="6" y="24"/>
                  </a:cubicBezTo>
                  <a:cubicBezTo>
                    <a:pt x="8" y="6"/>
                    <a:pt x="10" y="4"/>
                    <a:pt x="14" y="0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7" name="Freeform 122">
              <a:extLst>
                <a:ext uri="{FF2B5EF4-FFF2-40B4-BE49-F238E27FC236}">
                  <a16:creationId xmlns:a16="http://schemas.microsoft.com/office/drawing/2014/main" id="{C8B02F66-1264-42F6-A6D1-8B07BA108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019"/>
              <a:ext cx="50" cy="170"/>
            </a:xfrm>
            <a:custGeom>
              <a:avLst/>
              <a:gdLst>
                <a:gd name="T0" fmla="*/ 313 w 20"/>
                <a:gd name="T1" fmla="*/ 21 h 64"/>
                <a:gd name="T2" fmla="*/ 33 w 20"/>
                <a:gd name="T3" fmla="*/ 579 h 64"/>
                <a:gd name="T4" fmla="*/ 63 w 20"/>
                <a:gd name="T5" fmla="*/ 1201 h 64"/>
                <a:gd name="T6" fmla="*/ 313 w 20"/>
                <a:gd name="T7" fmla="*/ 2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4">
                  <a:moveTo>
                    <a:pt x="20" y="1"/>
                  </a:moveTo>
                  <a:cubicBezTo>
                    <a:pt x="11" y="0"/>
                    <a:pt x="3" y="18"/>
                    <a:pt x="2" y="31"/>
                  </a:cubicBezTo>
                  <a:cubicBezTo>
                    <a:pt x="0" y="44"/>
                    <a:pt x="4" y="59"/>
                    <a:pt x="4" y="64"/>
                  </a:cubicBezTo>
                  <a:cubicBezTo>
                    <a:pt x="3" y="54"/>
                    <a:pt x="0" y="21"/>
                    <a:pt x="20" y="1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8" name="Freeform 123">
              <a:extLst>
                <a:ext uri="{FF2B5EF4-FFF2-40B4-BE49-F238E27FC236}">
                  <a16:creationId xmlns:a16="http://schemas.microsoft.com/office/drawing/2014/main" id="{C0055137-31B4-4C51-A3D8-5AA577A00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872"/>
              <a:ext cx="60" cy="75"/>
            </a:xfrm>
            <a:custGeom>
              <a:avLst/>
              <a:gdLst>
                <a:gd name="T0" fmla="*/ 375 w 24"/>
                <a:gd name="T1" fmla="*/ 0 h 28"/>
                <a:gd name="T2" fmla="*/ 0 w 24"/>
                <a:gd name="T3" fmla="*/ 5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8">
                  <a:moveTo>
                    <a:pt x="24" y="0"/>
                  </a:moveTo>
                  <a:cubicBezTo>
                    <a:pt x="15" y="6"/>
                    <a:pt x="5" y="16"/>
                    <a:pt x="0" y="28"/>
                  </a:cubicBezTo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9" name="Freeform 124">
              <a:extLst>
                <a:ext uri="{FF2B5EF4-FFF2-40B4-BE49-F238E27FC236}">
                  <a16:creationId xmlns:a16="http://schemas.microsoft.com/office/drawing/2014/main" id="{9894F168-D618-47CF-A3F8-A5EDD7EBC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867"/>
              <a:ext cx="30" cy="93"/>
            </a:xfrm>
            <a:custGeom>
              <a:avLst/>
              <a:gdLst>
                <a:gd name="T0" fmla="*/ 50 w 12"/>
                <a:gd name="T1" fmla="*/ 0 h 35"/>
                <a:gd name="T2" fmla="*/ 113 w 12"/>
                <a:gd name="T3" fmla="*/ 396 h 35"/>
                <a:gd name="T4" fmla="*/ 188 w 12"/>
                <a:gd name="T5" fmla="*/ 65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5">
                  <a:moveTo>
                    <a:pt x="3" y="0"/>
                  </a:moveTo>
                  <a:cubicBezTo>
                    <a:pt x="0" y="3"/>
                    <a:pt x="4" y="13"/>
                    <a:pt x="7" y="21"/>
                  </a:cubicBezTo>
                  <a:cubicBezTo>
                    <a:pt x="10" y="28"/>
                    <a:pt x="12" y="35"/>
                    <a:pt x="12" y="35"/>
                  </a:cubicBezTo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0" name="Freeform 125">
              <a:extLst>
                <a:ext uri="{FF2B5EF4-FFF2-40B4-BE49-F238E27FC236}">
                  <a16:creationId xmlns:a16="http://schemas.microsoft.com/office/drawing/2014/main" id="{803A87A2-994E-4C8E-9D72-6EA317A84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733"/>
              <a:ext cx="87" cy="56"/>
            </a:xfrm>
            <a:custGeom>
              <a:avLst/>
              <a:gdLst>
                <a:gd name="T0" fmla="*/ 0 w 35"/>
                <a:gd name="T1" fmla="*/ 397 h 21"/>
                <a:gd name="T2" fmla="*/ 537 w 35"/>
                <a:gd name="T3" fmla="*/ 56 h 21"/>
                <a:gd name="T4" fmla="*/ 0 w 35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1">
                  <a:moveTo>
                    <a:pt x="0" y="21"/>
                  </a:moveTo>
                  <a:cubicBezTo>
                    <a:pt x="1" y="14"/>
                    <a:pt x="14" y="0"/>
                    <a:pt x="35" y="3"/>
                  </a:cubicBezTo>
                  <a:cubicBezTo>
                    <a:pt x="28" y="2"/>
                    <a:pt x="6" y="10"/>
                    <a:pt x="0" y="21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1" name="Freeform 126">
              <a:extLst>
                <a:ext uri="{FF2B5EF4-FFF2-40B4-BE49-F238E27FC236}">
                  <a16:creationId xmlns:a16="http://schemas.microsoft.com/office/drawing/2014/main" id="{AF9939BB-397F-4483-8976-A92636ED1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739"/>
              <a:ext cx="63" cy="53"/>
            </a:xfrm>
            <a:custGeom>
              <a:avLst/>
              <a:gdLst>
                <a:gd name="T0" fmla="*/ 0 w 25"/>
                <a:gd name="T1" fmla="*/ 371 h 20"/>
                <a:gd name="T2" fmla="*/ 401 w 25"/>
                <a:gd name="T3" fmla="*/ 21 h 20"/>
                <a:gd name="T4" fmla="*/ 0 w 25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20"/>
                  </a:moveTo>
                  <a:cubicBezTo>
                    <a:pt x="4" y="9"/>
                    <a:pt x="11" y="0"/>
                    <a:pt x="25" y="1"/>
                  </a:cubicBezTo>
                  <a:cubicBezTo>
                    <a:pt x="19" y="1"/>
                    <a:pt x="4" y="11"/>
                    <a:pt x="0" y="20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2" name="Freeform 127">
              <a:extLst>
                <a:ext uri="{FF2B5EF4-FFF2-40B4-BE49-F238E27FC236}">
                  <a16:creationId xmlns:a16="http://schemas.microsoft.com/office/drawing/2014/main" id="{93907109-467E-4D7A-B24B-B15828AF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053"/>
              <a:ext cx="40" cy="120"/>
            </a:xfrm>
            <a:custGeom>
              <a:avLst/>
              <a:gdLst>
                <a:gd name="T0" fmla="*/ 113 w 16"/>
                <a:gd name="T1" fmla="*/ 0 h 45"/>
                <a:gd name="T2" fmla="*/ 0 w 16"/>
                <a:gd name="T3" fmla="*/ 853 h 45"/>
                <a:gd name="T4" fmla="*/ 113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7" y="0"/>
                  </a:moveTo>
                  <a:cubicBezTo>
                    <a:pt x="10" y="13"/>
                    <a:pt x="14" y="22"/>
                    <a:pt x="0" y="45"/>
                  </a:cubicBezTo>
                  <a:cubicBezTo>
                    <a:pt x="13" y="28"/>
                    <a:pt x="16" y="20"/>
                    <a:pt x="7" y="0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3" name="Freeform 128">
              <a:extLst>
                <a:ext uri="{FF2B5EF4-FFF2-40B4-BE49-F238E27FC236}">
                  <a16:creationId xmlns:a16="http://schemas.microsoft.com/office/drawing/2014/main" id="{CC37610E-7CA2-4975-AF48-C19EBE0AF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936"/>
              <a:ext cx="50" cy="352"/>
            </a:xfrm>
            <a:custGeom>
              <a:avLst/>
              <a:gdLst>
                <a:gd name="T0" fmla="*/ 175 w 20"/>
                <a:gd name="T1" fmla="*/ 0 h 132"/>
                <a:gd name="T2" fmla="*/ 63 w 20"/>
                <a:gd name="T3" fmla="*/ 947 h 132"/>
                <a:gd name="T4" fmla="*/ 313 w 20"/>
                <a:gd name="T5" fmla="*/ 2504 h 132"/>
                <a:gd name="T6" fmla="*/ 95 w 20"/>
                <a:gd name="T7" fmla="*/ 832 h 132"/>
                <a:gd name="T8" fmla="*/ 175 w 20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2">
                  <a:moveTo>
                    <a:pt x="11" y="0"/>
                  </a:moveTo>
                  <a:cubicBezTo>
                    <a:pt x="3" y="4"/>
                    <a:pt x="0" y="22"/>
                    <a:pt x="4" y="50"/>
                  </a:cubicBezTo>
                  <a:cubicBezTo>
                    <a:pt x="7" y="79"/>
                    <a:pt x="17" y="115"/>
                    <a:pt x="20" y="132"/>
                  </a:cubicBezTo>
                  <a:cubicBezTo>
                    <a:pt x="18" y="111"/>
                    <a:pt x="8" y="61"/>
                    <a:pt x="6" y="44"/>
                  </a:cubicBezTo>
                  <a:cubicBezTo>
                    <a:pt x="5" y="28"/>
                    <a:pt x="5" y="6"/>
                    <a:pt x="11" y="0"/>
                  </a:cubicBezTo>
                  <a:close/>
                </a:path>
              </a:pathLst>
            </a:custGeom>
            <a:solidFill>
              <a:srgbClr val="F6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91D44D07-5E67-4091-9D80-502BD506A9D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Brain sections (2)</a:t>
            </a:r>
          </a:p>
        </p:txBody>
      </p:sp>
      <p:sp>
        <p:nvSpPr>
          <p:cNvPr id="64514" name="light-green-brain-section-shape">
            <a:extLst>
              <a:ext uri="{FF2B5EF4-FFF2-40B4-BE49-F238E27FC236}">
                <a16:creationId xmlns:a16="http://schemas.microsoft.com/office/drawing/2014/main" id="{40727A84-18D6-480A-AA41-2E27BCDE8177}"/>
              </a:ext>
            </a:extLst>
          </p:cNvPr>
          <p:cNvSpPr>
            <a:spLocks/>
          </p:cNvSpPr>
          <p:nvPr/>
        </p:nvSpPr>
        <p:spPr bwMode="auto">
          <a:xfrm>
            <a:off x="3276600" y="1343025"/>
            <a:ext cx="4648200" cy="4381500"/>
          </a:xfrm>
          <a:custGeom>
            <a:avLst/>
            <a:gdLst>
              <a:gd name="T0" fmla="*/ 0 w 1583"/>
              <a:gd name="T1" fmla="*/ 2147483646 h 1489"/>
              <a:gd name="T2" fmla="*/ 2147483646 w 1583"/>
              <a:gd name="T3" fmla="*/ 0 h 1489"/>
              <a:gd name="T4" fmla="*/ 2147483646 w 1583"/>
              <a:gd name="T5" fmla="*/ 2147483646 h 1489"/>
              <a:gd name="T6" fmla="*/ 2147483646 w 1583"/>
              <a:gd name="T7" fmla="*/ 2147483646 h 1489"/>
              <a:gd name="T8" fmla="*/ 0 w 1583"/>
              <a:gd name="T9" fmla="*/ 2147483646 h 148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583" h="1489">
                <a:moveTo>
                  <a:pt x="0" y="570"/>
                </a:moveTo>
                <a:cubicBezTo>
                  <a:pt x="150" y="0"/>
                  <a:pt x="150" y="0"/>
                  <a:pt x="150" y="0"/>
                </a:cubicBezTo>
                <a:cubicBezTo>
                  <a:pt x="1583" y="402"/>
                  <a:pt x="1583" y="402"/>
                  <a:pt x="1583" y="402"/>
                </a:cubicBezTo>
                <a:cubicBezTo>
                  <a:pt x="1518" y="823"/>
                  <a:pt x="626" y="1489"/>
                  <a:pt x="626" y="1489"/>
                </a:cubicBezTo>
                <a:lnTo>
                  <a:pt x="0" y="570"/>
                </a:lnTo>
                <a:close/>
              </a:path>
            </a:pathLst>
          </a:custGeom>
          <a:solidFill>
            <a:srgbClr val="CFE2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4515" name="human-brain-lateral-view-diagram">
            <a:extLst>
              <a:ext uri="{FF2B5EF4-FFF2-40B4-BE49-F238E27FC236}">
                <a16:creationId xmlns:a16="http://schemas.microsoft.com/office/drawing/2014/main" id="{E65A1671-B1D2-49A7-ACDE-562B7628ACA0}"/>
              </a:ext>
            </a:extLst>
          </p:cNvPr>
          <p:cNvGrpSpPr>
            <a:grpSpLocks/>
          </p:cNvGrpSpPr>
          <p:nvPr/>
        </p:nvGrpSpPr>
        <p:grpSpPr bwMode="auto">
          <a:xfrm>
            <a:off x="2579688" y="1535113"/>
            <a:ext cx="1952625" cy="1389062"/>
            <a:chOff x="665" y="889"/>
            <a:chExt cx="1230" cy="875"/>
          </a:xfrm>
        </p:grpSpPr>
        <p:sp>
          <p:nvSpPr>
            <p:cNvPr id="64620" name="Freeform 269">
              <a:extLst>
                <a:ext uri="{FF2B5EF4-FFF2-40B4-BE49-F238E27FC236}">
                  <a16:creationId xmlns:a16="http://schemas.microsoft.com/office/drawing/2014/main" id="{A2DFC197-881F-4D2C-8E82-AFED74B67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06"/>
              <a:ext cx="228" cy="258"/>
            </a:xfrm>
            <a:custGeom>
              <a:avLst/>
              <a:gdLst>
                <a:gd name="T0" fmla="*/ 0 w 123"/>
                <a:gd name="T1" fmla="*/ 204 h 139"/>
                <a:gd name="T2" fmla="*/ 59 w 123"/>
                <a:gd name="T3" fmla="*/ 321 h 139"/>
                <a:gd name="T4" fmla="*/ 128 w 123"/>
                <a:gd name="T5" fmla="*/ 403 h 139"/>
                <a:gd name="T6" fmla="*/ 202 w 123"/>
                <a:gd name="T7" fmla="*/ 455 h 139"/>
                <a:gd name="T8" fmla="*/ 254 w 123"/>
                <a:gd name="T9" fmla="*/ 516 h 139"/>
                <a:gd name="T10" fmla="*/ 326 w 123"/>
                <a:gd name="T11" fmla="*/ 600 h 139"/>
                <a:gd name="T12" fmla="*/ 402 w 123"/>
                <a:gd name="T13" fmla="*/ 664 h 139"/>
                <a:gd name="T14" fmla="*/ 543 w 123"/>
                <a:gd name="T15" fmla="*/ 824 h 139"/>
                <a:gd name="T16" fmla="*/ 580 w 123"/>
                <a:gd name="T17" fmla="*/ 882 h 139"/>
                <a:gd name="T18" fmla="*/ 632 w 123"/>
                <a:gd name="T19" fmla="*/ 882 h 139"/>
                <a:gd name="T20" fmla="*/ 688 w 123"/>
                <a:gd name="T21" fmla="*/ 865 h 139"/>
                <a:gd name="T22" fmla="*/ 769 w 123"/>
                <a:gd name="T23" fmla="*/ 800 h 139"/>
                <a:gd name="T24" fmla="*/ 740 w 123"/>
                <a:gd name="T25" fmla="*/ 689 h 139"/>
                <a:gd name="T26" fmla="*/ 701 w 123"/>
                <a:gd name="T27" fmla="*/ 635 h 139"/>
                <a:gd name="T28" fmla="*/ 664 w 123"/>
                <a:gd name="T29" fmla="*/ 555 h 139"/>
                <a:gd name="T30" fmla="*/ 612 w 123"/>
                <a:gd name="T31" fmla="*/ 455 h 139"/>
                <a:gd name="T32" fmla="*/ 552 w 123"/>
                <a:gd name="T33" fmla="*/ 306 h 139"/>
                <a:gd name="T34" fmla="*/ 382 w 123"/>
                <a:gd name="T35" fmla="*/ 59 h 139"/>
                <a:gd name="T36" fmla="*/ 113 w 123"/>
                <a:gd name="T37" fmla="*/ 32 h 139"/>
                <a:gd name="T38" fmla="*/ 24 w 123"/>
                <a:gd name="T39" fmla="*/ 110 h 139"/>
                <a:gd name="T40" fmla="*/ 0 w 123"/>
                <a:gd name="T41" fmla="*/ 200 h 139"/>
                <a:gd name="T42" fmla="*/ 0 w 123"/>
                <a:gd name="T43" fmla="*/ 204 h 1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3" h="139">
                  <a:moveTo>
                    <a:pt x="0" y="32"/>
                  </a:moveTo>
                  <a:cubicBezTo>
                    <a:pt x="2" y="38"/>
                    <a:pt x="6" y="45"/>
                    <a:pt x="9" y="50"/>
                  </a:cubicBezTo>
                  <a:cubicBezTo>
                    <a:pt x="13" y="55"/>
                    <a:pt x="15" y="60"/>
                    <a:pt x="20" y="63"/>
                  </a:cubicBezTo>
                  <a:cubicBezTo>
                    <a:pt x="24" y="66"/>
                    <a:pt x="28" y="69"/>
                    <a:pt x="32" y="71"/>
                  </a:cubicBezTo>
                  <a:cubicBezTo>
                    <a:pt x="37" y="74"/>
                    <a:pt x="38" y="76"/>
                    <a:pt x="40" y="81"/>
                  </a:cubicBezTo>
                  <a:cubicBezTo>
                    <a:pt x="42" y="87"/>
                    <a:pt x="47" y="90"/>
                    <a:pt x="51" y="94"/>
                  </a:cubicBezTo>
                  <a:cubicBezTo>
                    <a:pt x="55" y="98"/>
                    <a:pt x="59" y="101"/>
                    <a:pt x="63" y="104"/>
                  </a:cubicBezTo>
                  <a:cubicBezTo>
                    <a:pt x="71" y="112"/>
                    <a:pt x="78" y="121"/>
                    <a:pt x="85" y="129"/>
                  </a:cubicBezTo>
                  <a:cubicBezTo>
                    <a:pt x="87" y="132"/>
                    <a:pt x="89" y="135"/>
                    <a:pt x="91" y="138"/>
                  </a:cubicBezTo>
                  <a:cubicBezTo>
                    <a:pt x="94" y="138"/>
                    <a:pt x="97" y="139"/>
                    <a:pt x="99" y="138"/>
                  </a:cubicBezTo>
                  <a:cubicBezTo>
                    <a:pt x="102" y="138"/>
                    <a:pt x="105" y="136"/>
                    <a:pt x="108" y="135"/>
                  </a:cubicBezTo>
                  <a:cubicBezTo>
                    <a:pt x="112" y="132"/>
                    <a:pt x="119" y="131"/>
                    <a:pt x="121" y="125"/>
                  </a:cubicBezTo>
                  <a:cubicBezTo>
                    <a:pt x="123" y="119"/>
                    <a:pt x="119" y="113"/>
                    <a:pt x="116" y="108"/>
                  </a:cubicBezTo>
                  <a:cubicBezTo>
                    <a:pt x="114" y="105"/>
                    <a:pt x="112" y="103"/>
                    <a:pt x="110" y="99"/>
                  </a:cubicBezTo>
                  <a:cubicBezTo>
                    <a:pt x="108" y="95"/>
                    <a:pt x="107" y="91"/>
                    <a:pt x="104" y="87"/>
                  </a:cubicBezTo>
                  <a:cubicBezTo>
                    <a:pt x="101" y="82"/>
                    <a:pt x="98" y="77"/>
                    <a:pt x="96" y="71"/>
                  </a:cubicBezTo>
                  <a:cubicBezTo>
                    <a:pt x="93" y="64"/>
                    <a:pt x="91" y="56"/>
                    <a:pt x="87" y="48"/>
                  </a:cubicBezTo>
                  <a:cubicBezTo>
                    <a:pt x="80" y="35"/>
                    <a:pt x="75" y="17"/>
                    <a:pt x="60" y="9"/>
                  </a:cubicBezTo>
                  <a:cubicBezTo>
                    <a:pt x="48" y="3"/>
                    <a:pt x="32" y="0"/>
                    <a:pt x="18" y="5"/>
                  </a:cubicBezTo>
                  <a:cubicBezTo>
                    <a:pt x="13" y="7"/>
                    <a:pt x="6" y="11"/>
                    <a:pt x="4" y="17"/>
                  </a:cubicBezTo>
                  <a:cubicBezTo>
                    <a:pt x="3" y="19"/>
                    <a:pt x="0" y="27"/>
                    <a:pt x="0" y="31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rgbClr val="EC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1" name="Freeform 270">
              <a:extLst>
                <a:ext uri="{FF2B5EF4-FFF2-40B4-BE49-F238E27FC236}">
                  <a16:creationId xmlns:a16="http://schemas.microsoft.com/office/drawing/2014/main" id="{4365884B-8972-4127-95E6-001599664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512"/>
              <a:ext cx="111" cy="127"/>
            </a:xfrm>
            <a:custGeom>
              <a:avLst/>
              <a:gdLst>
                <a:gd name="T0" fmla="*/ 104 w 60"/>
                <a:gd name="T1" fmla="*/ 267 h 69"/>
                <a:gd name="T2" fmla="*/ 148 w 60"/>
                <a:gd name="T3" fmla="*/ 250 h 69"/>
                <a:gd name="T4" fmla="*/ 192 w 60"/>
                <a:gd name="T5" fmla="*/ 287 h 69"/>
                <a:gd name="T6" fmla="*/ 229 w 60"/>
                <a:gd name="T7" fmla="*/ 423 h 69"/>
                <a:gd name="T8" fmla="*/ 322 w 60"/>
                <a:gd name="T9" fmla="*/ 416 h 69"/>
                <a:gd name="T10" fmla="*/ 374 w 60"/>
                <a:gd name="T11" fmla="*/ 342 h 69"/>
                <a:gd name="T12" fmla="*/ 311 w 60"/>
                <a:gd name="T13" fmla="*/ 261 h 69"/>
                <a:gd name="T14" fmla="*/ 266 w 60"/>
                <a:gd name="T15" fmla="*/ 149 h 69"/>
                <a:gd name="T16" fmla="*/ 172 w 60"/>
                <a:gd name="T17" fmla="*/ 13 h 69"/>
                <a:gd name="T18" fmla="*/ 105 w 60"/>
                <a:gd name="T19" fmla="*/ 136 h 69"/>
                <a:gd name="T20" fmla="*/ 52 w 60"/>
                <a:gd name="T21" fmla="*/ 180 h 69"/>
                <a:gd name="T22" fmla="*/ 20 w 60"/>
                <a:gd name="T23" fmla="*/ 245 h 69"/>
                <a:gd name="T24" fmla="*/ 104 w 60"/>
                <a:gd name="T25" fmla="*/ 267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69">
                  <a:moveTo>
                    <a:pt x="16" y="43"/>
                  </a:moveTo>
                  <a:cubicBezTo>
                    <a:pt x="18" y="42"/>
                    <a:pt x="21" y="40"/>
                    <a:pt x="23" y="40"/>
                  </a:cubicBezTo>
                  <a:cubicBezTo>
                    <a:pt x="27" y="41"/>
                    <a:pt x="28" y="44"/>
                    <a:pt x="30" y="46"/>
                  </a:cubicBezTo>
                  <a:cubicBezTo>
                    <a:pt x="35" y="50"/>
                    <a:pt x="52" y="68"/>
                    <a:pt x="36" y="68"/>
                  </a:cubicBezTo>
                  <a:cubicBezTo>
                    <a:pt x="40" y="68"/>
                    <a:pt x="46" y="69"/>
                    <a:pt x="51" y="67"/>
                  </a:cubicBezTo>
                  <a:cubicBezTo>
                    <a:pt x="55" y="65"/>
                    <a:pt x="60" y="60"/>
                    <a:pt x="59" y="55"/>
                  </a:cubicBezTo>
                  <a:cubicBezTo>
                    <a:pt x="57" y="50"/>
                    <a:pt x="52" y="46"/>
                    <a:pt x="49" y="42"/>
                  </a:cubicBezTo>
                  <a:cubicBezTo>
                    <a:pt x="46" y="38"/>
                    <a:pt x="45" y="29"/>
                    <a:pt x="42" y="24"/>
                  </a:cubicBezTo>
                  <a:cubicBezTo>
                    <a:pt x="39" y="20"/>
                    <a:pt x="31" y="4"/>
                    <a:pt x="27" y="2"/>
                  </a:cubicBezTo>
                  <a:cubicBezTo>
                    <a:pt x="22" y="0"/>
                    <a:pt x="20" y="20"/>
                    <a:pt x="17" y="22"/>
                  </a:cubicBezTo>
                  <a:cubicBezTo>
                    <a:pt x="14" y="24"/>
                    <a:pt x="11" y="26"/>
                    <a:pt x="8" y="29"/>
                  </a:cubicBezTo>
                  <a:cubicBezTo>
                    <a:pt x="6" y="33"/>
                    <a:pt x="0" y="35"/>
                    <a:pt x="3" y="39"/>
                  </a:cubicBezTo>
                  <a:cubicBezTo>
                    <a:pt x="6" y="43"/>
                    <a:pt x="11" y="44"/>
                    <a:pt x="16" y="43"/>
                  </a:cubicBezTo>
                  <a:close/>
                </a:path>
              </a:pathLst>
            </a:custGeom>
            <a:solidFill>
              <a:srgbClr val="DAB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2" name="Freeform 271">
              <a:extLst>
                <a:ext uri="{FF2B5EF4-FFF2-40B4-BE49-F238E27FC236}">
                  <a16:creationId xmlns:a16="http://schemas.microsoft.com/office/drawing/2014/main" id="{39A8ACA7-CFDC-4AA5-BEC4-881904F63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610"/>
              <a:ext cx="113" cy="131"/>
            </a:xfrm>
            <a:custGeom>
              <a:avLst/>
              <a:gdLst>
                <a:gd name="T0" fmla="*/ 20 w 61"/>
                <a:gd name="T1" fmla="*/ 31 h 71"/>
                <a:gd name="T2" fmla="*/ 7 w 61"/>
                <a:gd name="T3" fmla="*/ 68 h 71"/>
                <a:gd name="T4" fmla="*/ 65 w 61"/>
                <a:gd name="T5" fmla="*/ 96 h 71"/>
                <a:gd name="T6" fmla="*/ 157 w 61"/>
                <a:gd name="T7" fmla="*/ 186 h 71"/>
                <a:gd name="T8" fmla="*/ 178 w 61"/>
                <a:gd name="T9" fmla="*/ 275 h 71"/>
                <a:gd name="T10" fmla="*/ 31 w 61"/>
                <a:gd name="T11" fmla="*/ 231 h 71"/>
                <a:gd name="T12" fmla="*/ 128 w 61"/>
                <a:gd name="T13" fmla="*/ 275 h 71"/>
                <a:gd name="T14" fmla="*/ 178 w 61"/>
                <a:gd name="T15" fmla="*/ 303 h 71"/>
                <a:gd name="T16" fmla="*/ 230 w 61"/>
                <a:gd name="T17" fmla="*/ 371 h 71"/>
                <a:gd name="T18" fmla="*/ 285 w 61"/>
                <a:gd name="T19" fmla="*/ 439 h 71"/>
                <a:gd name="T20" fmla="*/ 222 w 61"/>
                <a:gd name="T21" fmla="*/ 314 h 71"/>
                <a:gd name="T22" fmla="*/ 230 w 61"/>
                <a:gd name="T23" fmla="*/ 262 h 71"/>
                <a:gd name="T24" fmla="*/ 261 w 61"/>
                <a:gd name="T25" fmla="*/ 258 h 71"/>
                <a:gd name="T26" fmla="*/ 322 w 61"/>
                <a:gd name="T27" fmla="*/ 351 h 71"/>
                <a:gd name="T28" fmla="*/ 363 w 61"/>
                <a:gd name="T29" fmla="*/ 439 h 71"/>
                <a:gd name="T30" fmla="*/ 343 w 61"/>
                <a:gd name="T31" fmla="*/ 341 h 71"/>
                <a:gd name="T32" fmla="*/ 291 w 61"/>
                <a:gd name="T33" fmla="*/ 238 h 71"/>
                <a:gd name="T34" fmla="*/ 222 w 61"/>
                <a:gd name="T35" fmla="*/ 101 h 71"/>
                <a:gd name="T36" fmla="*/ 113 w 61"/>
                <a:gd name="T37" fmla="*/ 0 h 71"/>
                <a:gd name="T38" fmla="*/ 20 w 61"/>
                <a:gd name="T39" fmla="*/ 31 h 7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1" h="71">
                  <a:moveTo>
                    <a:pt x="3" y="5"/>
                  </a:moveTo>
                  <a:cubicBezTo>
                    <a:pt x="2" y="7"/>
                    <a:pt x="0" y="9"/>
                    <a:pt x="1" y="11"/>
                  </a:cubicBezTo>
                  <a:cubicBezTo>
                    <a:pt x="3" y="12"/>
                    <a:pt x="8" y="14"/>
                    <a:pt x="10" y="15"/>
                  </a:cubicBezTo>
                  <a:cubicBezTo>
                    <a:pt x="17" y="18"/>
                    <a:pt x="21" y="23"/>
                    <a:pt x="25" y="30"/>
                  </a:cubicBezTo>
                  <a:cubicBezTo>
                    <a:pt x="27" y="33"/>
                    <a:pt x="35" y="42"/>
                    <a:pt x="28" y="44"/>
                  </a:cubicBezTo>
                  <a:cubicBezTo>
                    <a:pt x="21" y="45"/>
                    <a:pt x="11" y="40"/>
                    <a:pt x="5" y="37"/>
                  </a:cubicBezTo>
                  <a:cubicBezTo>
                    <a:pt x="10" y="39"/>
                    <a:pt x="15" y="42"/>
                    <a:pt x="20" y="44"/>
                  </a:cubicBezTo>
                  <a:cubicBezTo>
                    <a:pt x="23" y="46"/>
                    <a:pt x="26" y="46"/>
                    <a:pt x="28" y="48"/>
                  </a:cubicBezTo>
                  <a:cubicBezTo>
                    <a:pt x="31" y="51"/>
                    <a:pt x="34" y="56"/>
                    <a:pt x="36" y="59"/>
                  </a:cubicBezTo>
                  <a:cubicBezTo>
                    <a:pt x="39" y="63"/>
                    <a:pt x="42" y="67"/>
                    <a:pt x="45" y="70"/>
                  </a:cubicBezTo>
                  <a:cubicBezTo>
                    <a:pt x="41" y="64"/>
                    <a:pt x="35" y="58"/>
                    <a:pt x="35" y="50"/>
                  </a:cubicBezTo>
                  <a:cubicBezTo>
                    <a:pt x="34" y="47"/>
                    <a:pt x="35" y="45"/>
                    <a:pt x="36" y="42"/>
                  </a:cubicBezTo>
                  <a:cubicBezTo>
                    <a:pt x="38" y="39"/>
                    <a:pt x="39" y="38"/>
                    <a:pt x="41" y="41"/>
                  </a:cubicBezTo>
                  <a:cubicBezTo>
                    <a:pt x="46" y="45"/>
                    <a:pt x="48" y="51"/>
                    <a:pt x="51" y="56"/>
                  </a:cubicBezTo>
                  <a:cubicBezTo>
                    <a:pt x="52" y="59"/>
                    <a:pt x="54" y="70"/>
                    <a:pt x="57" y="70"/>
                  </a:cubicBezTo>
                  <a:cubicBezTo>
                    <a:pt x="61" y="71"/>
                    <a:pt x="55" y="56"/>
                    <a:pt x="54" y="54"/>
                  </a:cubicBezTo>
                  <a:cubicBezTo>
                    <a:pt x="52" y="48"/>
                    <a:pt x="49" y="43"/>
                    <a:pt x="46" y="38"/>
                  </a:cubicBezTo>
                  <a:cubicBezTo>
                    <a:pt x="41" y="31"/>
                    <a:pt x="38" y="24"/>
                    <a:pt x="35" y="16"/>
                  </a:cubicBezTo>
                  <a:cubicBezTo>
                    <a:pt x="32" y="9"/>
                    <a:pt x="26" y="1"/>
                    <a:pt x="18" y="0"/>
                  </a:cubicBezTo>
                  <a:cubicBezTo>
                    <a:pt x="13" y="0"/>
                    <a:pt x="6" y="3"/>
                    <a:pt x="3" y="5"/>
                  </a:cubicBezTo>
                </a:path>
              </a:pathLst>
            </a:custGeom>
            <a:solidFill>
              <a:srgbClr val="DAB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3" name="Freeform 272">
              <a:extLst>
                <a:ext uri="{FF2B5EF4-FFF2-40B4-BE49-F238E27FC236}">
                  <a16:creationId xmlns:a16="http://schemas.microsoft.com/office/drawing/2014/main" id="{9FD476CC-B07D-46D0-90C1-EACDB7052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662"/>
              <a:ext cx="35" cy="27"/>
            </a:xfrm>
            <a:custGeom>
              <a:avLst/>
              <a:gdLst>
                <a:gd name="T0" fmla="*/ 112 w 19"/>
                <a:gd name="T1" fmla="*/ 81 h 15"/>
                <a:gd name="T2" fmla="*/ 57 w 19"/>
                <a:gd name="T3" fmla="*/ 7 h 15"/>
                <a:gd name="T4" fmla="*/ 13 w 19"/>
                <a:gd name="T5" fmla="*/ 58 h 15"/>
                <a:gd name="T6" fmla="*/ 112 w 19"/>
                <a:gd name="T7" fmla="*/ 8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5">
                  <a:moveTo>
                    <a:pt x="18" y="14"/>
                  </a:moveTo>
                  <a:cubicBezTo>
                    <a:pt x="19" y="8"/>
                    <a:pt x="14" y="1"/>
                    <a:pt x="9" y="1"/>
                  </a:cubicBezTo>
                  <a:cubicBezTo>
                    <a:pt x="4" y="0"/>
                    <a:pt x="0" y="5"/>
                    <a:pt x="2" y="10"/>
                  </a:cubicBezTo>
                  <a:cubicBezTo>
                    <a:pt x="4" y="14"/>
                    <a:pt x="14" y="15"/>
                    <a:pt x="18" y="14"/>
                  </a:cubicBezTo>
                  <a:close/>
                </a:path>
              </a:pathLst>
            </a:custGeom>
            <a:solidFill>
              <a:srgbClr val="FCF5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4" name="Freeform 273">
              <a:extLst>
                <a:ext uri="{FF2B5EF4-FFF2-40B4-BE49-F238E27FC236}">
                  <a16:creationId xmlns:a16="http://schemas.microsoft.com/office/drawing/2014/main" id="{B6AD7CEE-44DA-423A-A814-0221F931D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610"/>
              <a:ext cx="26" cy="28"/>
            </a:xfrm>
            <a:custGeom>
              <a:avLst/>
              <a:gdLst>
                <a:gd name="T0" fmla="*/ 59 w 14"/>
                <a:gd name="T1" fmla="*/ 13 h 15"/>
                <a:gd name="T2" fmla="*/ 0 w 14"/>
                <a:gd name="T3" fmla="*/ 39 h 15"/>
                <a:gd name="T4" fmla="*/ 37 w 14"/>
                <a:gd name="T5" fmla="*/ 84 h 15"/>
                <a:gd name="T6" fmla="*/ 84 w 14"/>
                <a:gd name="T7" fmla="*/ 65 h 15"/>
                <a:gd name="T8" fmla="*/ 59 w 14"/>
                <a:gd name="T9" fmla="*/ 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9" y="2"/>
                  </a:moveTo>
                  <a:cubicBezTo>
                    <a:pt x="6" y="0"/>
                    <a:pt x="1" y="3"/>
                    <a:pt x="0" y="6"/>
                  </a:cubicBezTo>
                  <a:cubicBezTo>
                    <a:pt x="0" y="9"/>
                    <a:pt x="3" y="12"/>
                    <a:pt x="6" y="13"/>
                  </a:cubicBezTo>
                  <a:cubicBezTo>
                    <a:pt x="9" y="14"/>
                    <a:pt x="13" y="15"/>
                    <a:pt x="13" y="10"/>
                  </a:cubicBezTo>
                  <a:cubicBezTo>
                    <a:pt x="14" y="7"/>
                    <a:pt x="11" y="4"/>
                    <a:pt x="9" y="2"/>
                  </a:cubicBezTo>
                </a:path>
              </a:pathLst>
            </a:custGeom>
            <a:solidFill>
              <a:srgbClr val="FCF5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5" name="Freeform 274">
              <a:extLst>
                <a:ext uri="{FF2B5EF4-FFF2-40B4-BE49-F238E27FC236}">
                  <a16:creationId xmlns:a16="http://schemas.microsoft.com/office/drawing/2014/main" id="{058A1F66-E4D5-4C66-B31B-40BB6AEFF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686"/>
              <a:ext cx="20" cy="50"/>
            </a:xfrm>
            <a:custGeom>
              <a:avLst/>
              <a:gdLst>
                <a:gd name="T0" fmla="*/ 24 w 11"/>
                <a:gd name="T1" fmla="*/ 0 h 27"/>
                <a:gd name="T2" fmla="*/ 16 w 11"/>
                <a:gd name="T3" fmla="*/ 89 h 27"/>
                <a:gd name="T4" fmla="*/ 65 w 11"/>
                <a:gd name="T5" fmla="*/ 172 h 27"/>
                <a:gd name="T6" fmla="*/ 24 w 11"/>
                <a:gd name="T7" fmla="*/ 81 h 27"/>
                <a:gd name="T8" fmla="*/ 24 w 11"/>
                <a:gd name="T9" fmla="*/ 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4" y="0"/>
                  </a:moveTo>
                  <a:cubicBezTo>
                    <a:pt x="0" y="3"/>
                    <a:pt x="2" y="10"/>
                    <a:pt x="3" y="14"/>
                  </a:cubicBezTo>
                  <a:cubicBezTo>
                    <a:pt x="5" y="18"/>
                    <a:pt x="8" y="23"/>
                    <a:pt x="11" y="27"/>
                  </a:cubicBezTo>
                  <a:cubicBezTo>
                    <a:pt x="8" y="24"/>
                    <a:pt x="6" y="18"/>
                    <a:pt x="4" y="13"/>
                  </a:cubicBezTo>
                  <a:cubicBezTo>
                    <a:pt x="3" y="9"/>
                    <a:pt x="4" y="5"/>
                    <a:pt x="4" y="1"/>
                  </a:cubicBezTo>
                </a:path>
              </a:pathLst>
            </a:custGeom>
            <a:solidFill>
              <a:srgbClr val="FCF5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6" name="Freeform 275">
              <a:extLst>
                <a:ext uri="{FF2B5EF4-FFF2-40B4-BE49-F238E27FC236}">
                  <a16:creationId xmlns:a16="http://schemas.microsoft.com/office/drawing/2014/main" id="{26403AE2-2154-407A-B23D-B858C2570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402"/>
              <a:ext cx="454" cy="300"/>
            </a:xfrm>
            <a:custGeom>
              <a:avLst/>
              <a:gdLst>
                <a:gd name="T0" fmla="*/ 52 w 246"/>
                <a:gd name="T1" fmla="*/ 419 h 162"/>
                <a:gd name="T2" fmla="*/ 89 w 246"/>
                <a:gd name="T3" fmla="*/ 572 h 162"/>
                <a:gd name="T4" fmla="*/ 120 w 246"/>
                <a:gd name="T5" fmla="*/ 685 h 162"/>
                <a:gd name="T6" fmla="*/ 266 w 246"/>
                <a:gd name="T7" fmla="*/ 776 h 162"/>
                <a:gd name="T8" fmla="*/ 388 w 246"/>
                <a:gd name="T9" fmla="*/ 889 h 162"/>
                <a:gd name="T10" fmla="*/ 452 w 246"/>
                <a:gd name="T11" fmla="*/ 915 h 162"/>
                <a:gd name="T12" fmla="*/ 508 w 246"/>
                <a:gd name="T13" fmla="*/ 970 h 162"/>
                <a:gd name="T14" fmla="*/ 668 w 246"/>
                <a:gd name="T15" fmla="*/ 963 h 162"/>
                <a:gd name="T16" fmla="*/ 849 w 246"/>
                <a:gd name="T17" fmla="*/ 1007 h 162"/>
                <a:gd name="T18" fmla="*/ 1004 w 246"/>
                <a:gd name="T19" fmla="*/ 915 h 162"/>
                <a:gd name="T20" fmla="*/ 1515 w 246"/>
                <a:gd name="T21" fmla="*/ 407 h 162"/>
                <a:gd name="T22" fmla="*/ 1451 w 246"/>
                <a:gd name="T23" fmla="*/ 106 h 162"/>
                <a:gd name="T24" fmla="*/ 1063 w 246"/>
                <a:gd name="T25" fmla="*/ 120 h 162"/>
                <a:gd name="T26" fmla="*/ 415 w 246"/>
                <a:gd name="T27" fmla="*/ 196 h 162"/>
                <a:gd name="T28" fmla="*/ 57 w 246"/>
                <a:gd name="T29" fmla="*/ 407 h 162"/>
                <a:gd name="T30" fmla="*/ 52 w 246"/>
                <a:gd name="T31" fmla="*/ 419 h 1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46" h="162">
                  <a:moveTo>
                    <a:pt x="8" y="66"/>
                  </a:moveTo>
                  <a:cubicBezTo>
                    <a:pt x="0" y="73"/>
                    <a:pt x="11" y="84"/>
                    <a:pt x="14" y="90"/>
                  </a:cubicBezTo>
                  <a:cubicBezTo>
                    <a:pt x="17" y="96"/>
                    <a:pt x="14" y="102"/>
                    <a:pt x="19" y="108"/>
                  </a:cubicBezTo>
                  <a:cubicBezTo>
                    <a:pt x="25" y="117"/>
                    <a:pt x="35" y="117"/>
                    <a:pt x="42" y="122"/>
                  </a:cubicBezTo>
                  <a:cubicBezTo>
                    <a:pt x="50" y="129"/>
                    <a:pt x="49" y="136"/>
                    <a:pt x="62" y="140"/>
                  </a:cubicBezTo>
                  <a:cubicBezTo>
                    <a:pt x="66" y="142"/>
                    <a:pt x="69" y="141"/>
                    <a:pt x="72" y="144"/>
                  </a:cubicBezTo>
                  <a:cubicBezTo>
                    <a:pt x="76" y="146"/>
                    <a:pt x="77" y="151"/>
                    <a:pt x="81" y="153"/>
                  </a:cubicBezTo>
                  <a:cubicBezTo>
                    <a:pt x="90" y="158"/>
                    <a:pt x="98" y="151"/>
                    <a:pt x="106" y="152"/>
                  </a:cubicBezTo>
                  <a:cubicBezTo>
                    <a:pt x="115" y="152"/>
                    <a:pt x="124" y="162"/>
                    <a:pt x="135" y="159"/>
                  </a:cubicBezTo>
                  <a:cubicBezTo>
                    <a:pt x="144" y="157"/>
                    <a:pt x="152" y="148"/>
                    <a:pt x="160" y="144"/>
                  </a:cubicBezTo>
                  <a:cubicBezTo>
                    <a:pt x="198" y="128"/>
                    <a:pt x="233" y="106"/>
                    <a:pt x="241" y="64"/>
                  </a:cubicBezTo>
                  <a:cubicBezTo>
                    <a:pt x="245" y="44"/>
                    <a:pt x="246" y="30"/>
                    <a:pt x="231" y="17"/>
                  </a:cubicBezTo>
                  <a:cubicBezTo>
                    <a:pt x="212" y="0"/>
                    <a:pt x="191" y="14"/>
                    <a:pt x="169" y="19"/>
                  </a:cubicBezTo>
                  <a:cubicBezTo>
                    <a:pt x="135" y="26"/>
                    <a:pt x="99" y="22"/>
                    <a:pt x="66" y="31"/>
                  </a:cubicBezTo>
                  <a:cubicBezTo>
                    <a:pt x="51" y="36"/>
                    <a:pt x="12" y="48"/>
                    <a:pt x="9" y="64"/>
                  </a:cubicBezTo>
                  <a:lnTo>
                    <a:pt x="8" y="66"/>
                  </a:lnTo>
                  <a:close/>
                </a:path>
              </a:pathLst>
            </a:custGeom>
            <a:solidFill>
              <a:srgbClr val="BB93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7" name="Freeform 276">
              <a:extLst>
                <a:ext uri="{FF2B5EF4-FFF2-40B4-BE49-F238E27FC236}">
                  <a16:creationId xmlns:a16="http://schemas.microsoft.com/office/drawing/2014/main" id="{5056E23C-68B0-45A4-84A7-39C20B9E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417"/>
              <a:ext cx="453" cy="202"/>
            </a:xfrm>
            <a:custGeom>
              <a:avLst/>
              <a:gdLst>
                <a:gd name="T0" fmla="*/ 1542 w 245"/>
                <a:gd name="T1" fmla="*/ 217 h 109"/>
                <a:gd name="T2" fmla="*/ 1063 w 245"/>
                <a:gd name="T3" fmla="*/ 230 h 109"/>
                <a:gd name="T4" fmla="*/ 790 w 245"/>
                <a:gd name="T5" fmla="*/ 319 h 109"/>
                <a:gd name="T6" fmla="*/ 625 w 245"/>
                <a:gd name="T7" fmla="*/ 382 h 109"/>
                <a:gd name="T8" fmla="*/ 438 w 245"/>
                <a:gd name="T9" fmla="*/ 419 h 109"/>
                <a:gd name="T10" fmla="*/ 165 w 245"/>
                <a:gd name="T11" fmla="*/ 419 h 109"/>
                <a:gd name="T12" fmla="*/ 189 w 245"/>
                <a:gd name="T13" fmla="*/ 636 h 109"/>
                <a:gd name="T14" fmla="*/ 96 w 245"/>
                <a:gd name="T15" fmla="*/ 523 h 109"/>
                <a:gd name="T16" fmla="*/ 31 w 245"/>
                <a:gd name="T17" fmla="*/ 350 h 109"/>
                <a:gd name="T18" fmla="*/ 76 w 245"/>
                <a:gd name="T19" fmla="*/ 285 h 109"/>
                <a:gd name="T20" fmla="*/ 462 w 245"/>
                <a:gd name="T21" fmla="*/ 217 h 109"/>
                <a:gd name="T22" fmla="*/ 1316 w 245"/>
                <a:gd name="T23" fmla="*/ 52 h 109"/>
                <a:gd name="T24" fmla="*/ 1466 w 245"/>
                <a:gd name="T25" fmla="*/ 65 h 109"/>
                <a:gd name="T26" fmla="*/ 1542 w 245"/>
                <a:gd name="T27" fmla="*/ 217 h 10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109">
                  <a:moveTo>
                    <a:pt x="244" y="34"/>
                  </a:moveTo>
                  <a:cubicBezTo>
                    <a:pt x="232" y="0"/>
                    <a:pt x="187" y="26"/>
                    <a:pt x="168" y="36"/>
                  </a:cubicBezTo>
                  <a:cubicBezTo>
                    <a:pt x="153" y="44"/>
                    <a:pt x="137" y="41"/>
                    <a:pt x="125" y="50"/>
                  </a:cubicBezTo>
                  <a:cubicBezTo>
                    <a:pt x="116" y="55"/>
                    <a:pt x="109" y="58"/>
                    <a:pt x="99" y="60"/>
                  </a:cubicBezTo>
                  <a:cubicBezTo>
                    <a:pt x="89" y="61"/>
                    <a:pt x="79" y="65"/>
                    <a:pt x="69" y="66"/>
                  </a:cubicBezTo>
                  <a:cubicBezTo>
                    <a:pt x="56" y="67"/>
                    <a:pt x="39" y="60"/>
                    <a:pt x="26" y="66"/>
                  </a:cubicBezTo>
                  <a:cubicBezTo>
                    <a:pt x="8" y="74"/>
                    <a:pt x="39" y="90"/>
                    <a:pt x="30" y="100"/>
                  </a:cubicBezTo>
                  <a:cubicBezTo>
                    <a:pt x="23" y="109"/>
                    <a:pt x="19" y="103"/>
                    <a:pt x="15" y="82"/>
                  </a:cubicBezTo>
                  <a:cubicBezTo>
                    <a:pt x="14" y="78"/>
                    <a:pt x="7" y="74"/>
                    <a:pt x="5" y="55"/>
                  </a:cubicBezTo>
                  <a:cubicBezTo>
                    <a:pt x="4" y="41"/>
                    <a:pt x="0" y="43"/>
                    <a:pt x="12" y="45"/>
                  </a:cubicBezTo>
                  <a:cubicBezTo>
                    <a:pt x="34" y="48"/>
                    <a:pt x="53" y="43"/>
                    <a:pt x="73" y="34"/>
                  </a:cubicBezTo>
                  <a:cubicBezTo>
                    <a:pt x="115" y="17"/>
                    <a:pt x="164" y="10"/>
                    <a:pt x="208" y="8"/>
                  </a:cubicBezTo>
                  <a:cubicBezTo>
                    <a:pt x="216" y="8"/>
                    <a:pt x="225" y="5"/>
                    <a:pt x="232" y="10"/>
                  </a:cubicBezTo>
                  <a:cubicBezTo>
                    <a:pt x="239" y="15"/>
                    <a:pt x="245" y="27"/>
                    <a:pt x="244" y="34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8" name="Freeform 277">
              <a:extLst>
                <a:ext uri="{FF2B5EF4-FFF2-40B4-BE49-F238E27FC236}">
                  <a16:creationId xmlns:a16="http://schemas.microsoft.com/office/drawing/2014/main" id="{74C1120A-6255-468F-8D93-3700AD9A4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506"/>
              <a:ext cx="254" cy="126"/>
            </a:xfrm>
            <a:custGeom>
              <a:avLst/>
              <a:gdLst>
                <a:gd name="T0" fmla="*/ 24 w 137"/>
                <a:gd name="T1" fmla="*/ 217 h 68"/>
                <a:gd name="T2" fmla="*/ 197 w 137"/>
                <a:gd name="T3" fmla="*/ 282 h 68"/>
                <a:gd name="T4" fmla="*/ 343 w 137"/>
                <a:gd name="T5" fmla="*/ 222 h 68"/>
                <a:gd name="T6" fmla="*/ 523 w 137"/>
                <a:gd name="T7" fmla="*/ 148 h 68"/>
                <a:gd name="T8" fmla="*/ 643 w 137"/>
                <a:gd name="T9" fmla="*/ 109 h 68"/>
                <a:gd name="T10" fmla="*/ 677 w 137"/>
                <a:gd name="T11" fmla="*/ 76 h 68"/>
                <a:gd name="T12" fmla="*/ 753 w 137"/>
                <a:gd name="T13" fmla="*/ 44 h 68"/>
                <a:gd name="T14" fmla="*/ 873 w 137"/>
                <a:gd name="T15" fmla="*/ 0 h 68"/>
                <a:gd name="T16" fmla="*/ 753 w 137"/>
                <a:gd name="T17" fmla="*/ 76 h 68"/>
                <a:gd name="T18" fmla="*/ 636 w 137"/>
                <a:gd name="T19" fmla="*/ 141 h 68"/>
                <a:gd name="T20" fmla="*/ 552 w 137"/>
                <a:gd name="T21" fmla="*/ 202 h 68"/>
                <a:gd name="T22" fmla="*/ 447 w 137"/>
                <a:gd name="T23" fmla="*/ 246 h 68"/>
                <a:gd name="T24" fmla="*/ 350 w 137"/>
                <a:gd name="T25" fmla="*/ 282 h 68"/>
                <a:gd name="T26" fmla="*/ 282 w 137"/>
                <a:gd name="T27" fmla="*/ 306 h 68"/>
                <a:gd name="T28" fmla="*/ 230 w 137"/>
                <a:gd name="T29" fmla="*/ 350 h 68"/>
                <a:gd name="T30" fmla="*/ 210 w 137"/>
                <a:gd name="T31" fmla="*/ 426 h 68"/>
                <a:gd name="T32" fmla="*/ 202 w 137"/>
                <a:gd name="T33" fmla="*/ 432 h 68"/>
                <a:gd name="T34" fmla="*/ 202 w 137"/>
                <a:gd name="T35" fmla="*/ 382 h 68"/>
                <a:gd name="T36" fmla="*/ 217 w 137"/>
                <a:gd name="T37" fmla="*/ 343 h 68"/>
                <a:gd name="T38" fmla="*/ 152 w 137"/>
                <a:gd name="T39" fmla="*/ 306 h 68"/>
                <a:gd name="T40" fmla="*/ 20 w 137"/>
                <a:gd name="T41" fmla="*/ 230 h 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7" h="68">
                  <a:moveTo>
                    <a:pt x="4" y="34"/>
                  </a:moveTo>
                  <a:cubicBezTo>
                    <a:pt x="12" y="39"/>
                    <a:pt x="21" y="44"/>
                    <a:pt x="31" y="44"/>
                  </a:cubicBezTo>
                  <a:cubicBezTo>
                    <a:pt x="39" y="43"/>
                    <a:pt x="47" y="38"/>
                    <a:pt x="54" y="35"/>
                  </a:cubicBezTo>
                  <a:cubicBezTo>
                    <a:pt x="64" y="32"/>
                    <a:pt x="72" y="26"/>
                    <a:pt x="82" y="23"/>
                  </a:cubicBezTo>
                  <a:cubicBezTo>
                    <a:pt x="88" y="21"/>
                    <a:pt x="95" y="20"/>
                    <a:pt x="101" y="17"/>
                  </a:cubicBezTo>
                  <a:cubicBezTo>
                    <a:pt x="103" y="15"/>
                    <a:pt x="104" y="14"/>
                    <a:pt x="106" y="12"/>
                  </a:cubicBezTo>
                  <a:cubicBezTo>
                    <a:pt x="109" y="10"/>
                    <a:pt x="114" y="9"/>
                    <a:pt x="118" y="7"/>
                  </a:cubicBezTo>
                  <a:cubicBezTo>
                    <a:pt x="124" y="5"/>
                    <a:pt x="131" y="3"/>
                    <a:pt x="137" y="0"/>
                  </a:cubicBezTo>
                  <a:cubicBezTo>
                    <a:pt x="134" y="5"/>
                    <a:pt x="124" y="9"/>
                    <a:pt x="118" y="12"/>
                  </a:cubicBezTo>
                  <a:cubicBezTo>
                    <a:pt x="112" y="15"/>
                    <a:pt x="106" y="18"/>
                    <a:pt x="100" y="22"/>
                  </a:cubicBezTo>
                  <a:cubicBezTo>
                    <a:pt x="95" y="25"/>
                    <a:pt x="92" y="30"/>
                    <a:pt x="87" y="32"/>
                  </a:cubicBezTo>
                  <a:cubicBezTo>
                    <a:pt x="82" y="36"/>
                    <a:pt x="75" y="37"/>
                    <a:pt x="70" y="39"/>
                  </a:cubicBezTo>
                  <a:cubicBezTo>
                    <a:pt x="65" y="40"/>
                    <a:pt x="60" y="42"/>
                    <a:pt x="55" y="44"/>
                  </a:cubicBezTo>
                  <a:cubicBezTo>
                    <a:pt x="51" y="45"/>
                    <a:pt x="47" y="45"/>
                    <a:pt x="44" y="48"/>
                  </a:cubicBezTo>
                  <a:cubicBezTo>
                    <a:pt x="41" y="50"/>
                    <a:pt x="37" y="52"/>
                    <a:pt x="36" y="55"/>
                  </a:cubicBezTo>
                  <a:cubicBezTo>
                    <a:pt x="34" y="58"/>
                    <a:pt x="35" y="65"/>
                    <a:pt x="33" y="67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1" y="66"/>
                    <a:pt x="31" y="63"/>
                    <a:pt x="32" y="60"/>
                  </a:cubicBezTo>
                  <a:cubicBezTo>
                    <a:pt x="32" y="58"/>
                    <a:pt x="34" y="55"/>
                    <a:pt x="34" y="54"/>
                  </a:cubicBezTo>
                  <a:cubicBezTo>
                    <a:pt x="33" y="49"/>
                    <a:pt x="27" y="49"/>
                    <a:pt x="24" y="48"/>
                  </a:cubicBezTo>
                  <a:cubicBezTo>
                    <a:pt x="18" y="47"/>
                    <a:pt x="0" y="44"/>
                    <a:pt x="3" y="36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9" name="Freeform 278">
              <a:extLst>
                <a:ext uri="{FF2B5EF4-FFF2-40B4-BE49-F238E27FC236}">
                  <a16:creationId xmlns:a16="http://schemas.microsoft.com/office/drawing/2014/main" id="{E509E0B2-CBE9-44EF-930A-870EB1FE9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619"/>
              <a:ext cx="124" cy="65"/>
            </a:xfrm>
            <a:custGeom>
              <a:avLst/>
              <a:gdLst>
                <a:gd name="T0" fmla="*/ 0 w 67"/>
                <a:gd name="T1" fmla="*/ 69 h 35"/>
                <a:gd name="T2" fmla="*/ 105 w 67"/>
                <a:gd name="T3" fmla="*/ 113 h 35"/>
                <a:gd name="T4" fmla="*/ 209 w 67"/>
                <a:gd name="T5" fmla="*/ 89 h 35"/>
                <a:gd name="T6" fmla="*/ 424 w 67"/>
                <a:gd name="T7" fmla="*/ 0 h 35"/>
                <a:gd name="T8" fmla="*/ 254 w 67"/>
                <a:gd name="T9" fmla="*/ 121 h 35"/>
                <a:gd name="T10" fmla="*/ 192 w 67"/>
                <a:gd name="T11" fmla="*/ 158 h 35"/>
                <a:gd name="T12" fmla="*/ 217 w 67"/>
                <a:gd name="T13" fmla="*/ 225 h 35"/>
                <a:gd name="T14" fmla="*/ 165 w 67"/>
                <a:gd name="T15" fmla="*/ 180 h 35"/>
                <a:gd name="T16" fmla="*/ 105 w 67"/>
                <a:gd name="T17" fmla="*/ 158 h 35"/>
                <a:gd name="T18" fmla="*/ 57 w 67"/>
                <a:gd name="T19" fmla="*/ 128 h 35"/>
                <a:gd name="T20" fmla="*/ 0 w 67"/>
                <a:gd name="T21" fmla="*/ 97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35">
                  <a:moveTo>
                    <a:pt x="0" y="11"/>
                  </a:moveTo>
                  <a:cubicBezTo>
                    <a:pt x="0" y="16"/>
                    <a:pt x="14" y="18"/>
                    <a:pt x="17" y="18"/>
                  </a:cubicBezTo>
                  <a:cubicBezTo>
                    <a:pt x="23" y="19"/>
                    <a:pt x="28" y="18"/>
                    <a:pt x="33" y="14"/>
                  </a:cubicBezTo>
                  <a:cubicBezTo>
                    <a:pt x="43" y="7"/>
                    <a:pt x="58" y="8"/>
                    <a:pt x="67" y="0"/>
                  </a:cubicBezTo>
                  <a:cubicBezTo>
                    <a:pt x="65" y="13"/>
                    <a:pt x="49" y="15"/>
                    <a:pt x="40" y="19"/>
                  </a:cubicBezTo>
                  <a:cubicBezTo>
                    <a:pt x="36" y="20"/>
                    <a:pt x="32" y="22"/>
                    <a:pt x="30" y="25"/>
                  </a:cubicBezTo>
                  <a:cubicBezTo>
                    <a:pt x="28" y="29"/>
                    <a:pt x="32" y="32"/>
                    <a:pt x="34" y="35"/>
                  </a:cubicBezTo>
                  <a:cubicBezTo>
                    <a:pt x="30" y="33"/>
                    <a:pt x="29" y="30"/>
                    <a:pt x="26" y="28"/>
                  </a:cubicBezTo>
                  <a:cubicBezTo>
                    <a:pt x="24" y="27"/>
                    <a:pt x="20" y="26"/>
                    <a:pt x="17" y="25"/>
                  </a:cubicBezTo>
                  <a:cubicBezTo>
                    <a:pt x="15" y="23"/>
                    <a:pt x="12" y="21"/>
                    <a:pt x="9" y="20"/>
                  </a:cubicBezTo>
                  <a:cubicBezTo>
                    <a:pt x="6" y="19"/>
                    <a:pt x="1" y="19"/>
                    <a:pt x="0" y="15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0" name="Freeform 279">
              <a:extLst>
                <a:ext uri="{FF2B5EF4-FFF2-40B4-BE49-F238E27FC236}">
                  <a16:creationId xmlns:a16="http://schemas.microsoft.com/office/drawing/2014/main" id="{C815F96B-AF92-45AF-B10B-0586F4163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478"/>
              <a:ext cx="179" cy="97"/>
            </a:xfrm>
            <a:custGeom>
              <a:avLst/>
              <a:gdLst>
                <a:gd name="T0" fmla="*/ 0 w 97"/>
                <a:gd name="T1" fmla="*/ 313 h 52"/>
                <a:gd name="T2" fmla="*/ 52 w 97"/>
                <a:gd name="T3" fmla="*/ 306 h 52"/>
                <a:gd name="T4" fmla="*/ 125 w 97"/>
                <a:gd name="T5" fmla="*/ 293 h 52"/>
                <a:gd name="T6" fmla="*/ 245 w 97"/>
                <a:gd name="T7" fmla="*/ 254 h 52"/>
                <a:gd name="T8" fmla="*/ 408 w 97"/>
                <a:gd name="T9" fmla="*/ 181 h 52"/>
                <a:gd name="T10" fmla="*/ 548 w 97"/>
                <a:gd name="T11" fmla="*/ 104 h 52"/>
                <a:gd name="T12" fmla="*/ 609 w 97"/>
                <a:gd name="T13" fmla="*/ 0 h 52"/>
                <a:gd name="T14" fmla="*/ 507 w 97"/>
                <a:gd name="T15" fmla="*/ 173 h 52"/>
                <a:gd name="T16" fmla="*/ 334 w 97"/>
                <a:gd name="T17" fmla="*/ 265 h 52"/>
                <a:gd name="T18" fmla="*/ 170 w 97"/>
                <a:gd name="T19" fmla="*/ 317 h 52"/>
                <a:gd name="T20" fmla="*/ 89 w 97"/>
                <a:gd name="T21" fmla="*/ 338 h 52"/>
                <a:gd name="T22" fmla="*/ 0 w 97"/>
                <a:gd name="T23" fmla="*/ 323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52">
                  <a:moveTo>
                    <a:pt x="0" y="48"/>
                  </a:moveTo>
                  <a:cubicBezTo>
                    <a:pt x="3" y="47"/>
                    <a:pt x="6" y="47"/>
                    <a:pt x="8" y="47"/>
                  </a:cubicBezTo>
                  <a:cubicBezTo>
                    <a:pt x="13" y="47"/>
                    <a:pt x="16" y="47"/>
                    <a:pt x="20" y="45"/>
                  </a:cubicBezTo>
                  <a:cubicBezTo>
                    <a:pt x="26" y="43"/>
                    <a:pt x="33" y="41"/>
                    <a:pt x="39" y="39"/>
                  </a:cubicBezTo>
                  <a:cubicBezTo>
                    <a:pt x="48" y="36"/>
                    <a:pt x="57" y="32"/>
                    <a:pt x="65" y="28"/>
                  </a:cubicBezTo>
                  <a:cubicBezTo>
                    <a:pt x="72" y="23"/>
                    <a:pt x="80" y="21"/>
                    <a:pt x="87" y="16"/>
                  </a:cubicBezTo>
                  <a:cubicBezTo>
                    <a:pt x="92" y="12"/>
                    <a:pt x="94" y="6"/>
                    <a:pt x="97" y="0"/>
                  </a:cubicBezTo>
                  <a:cubicBezTo>
                    <a:pt x="97" y="13"/>
                    <a:pt x="90" y="20"/>
                    <a:pt x="81" y="27"/>
                  </a:cubicBezTo>
                  <a:cubicBezTo>
                    <a:pt x="72" y="32"/>
                    <a:pt x="62" y="38"/>
                    <a:pt x="53" y="41"/>
                  </a:cubicBezTo>
                  <a:cubicBezTo>
                    <a:pt x="44" y="43"/>
                    <a:pt x="36" y="47"/>
                    <a:pt x="27" y="49"/>
                  </a:cubicBezTo>
                  <a:cubicBezTo>
                    <a:pt x="23" y="50"/>
                    <a:pt x="19" y="52"/>
                    <a:pt x="14" y="52"/>
                  </a:cubicBezTo>
                  <a:cubicBezTo>
                    <a:pt x="9" y="52"/>
                    <a:pt x="4" y="49"/>
                    <a:pt x="0" y="5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1" name="Freeform 280">
              <a:extLst>
                <a:ext uri="{FF2B5EF4-FFF2-40B4-BE49-F238E27FC236}">
                  <a16:creationId xmlns:a16="http://schemas.microsoft.com/office/drawing/2014/main" id="{D7F4795E-EB2E-4191-940A-AA681A2CD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652"/>
              <a:ext cx="68" cy="32"/>
            </a:xfrm>
            <a:custGeom>
              <a:avLst/>
              <a:gdLst>
                <a:gd name="T0" fmla="*/ 0 w 37"/>
                <a:gd name="T1" fmla="*/ 105 h 17"/>
                <a:gd name="T2" fmla="*/ 112 w 37"/>
                <a:gd name="T3" fmla="*/ 100 h 17"/>
                <a:gd name="T4" fmla="*/ 178 w 37"/>
                <a:gd name="T5" fmla="*/ 53 h 17"/>
                <a:gd name="T6" fmla="*/ 230 w 37"/>
                <a:gd name="T7" fmla="*/ 8 h 17"/>
                <a:gd name="T8" fmla="*/ 222 w 37"/>
                <a:gd name="T9" fmla="*/ 0 h 17"/>
                <a:gd name="T10" fmla="*/ 112 w 37"/>
                <a:gd name="T11" fmla="*/ 68 h 17"/>
                <a:gd name="T12" fmla="*/ 13 w 37"/>
                <a:gd name="T13" fmla="*/ 11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7">
                  <a:moveTo>
                    <a:pt x="0" y="16"/>
                  </a:moveTo>
                  <a:cubicBezTo>
                    <a:pt x="5" y="17"/>
                    <a:pt x="14" y="17"/>
                    <a:pt x="18" y="15"/>
                  </a:cubicBezTo>
                  <a:cubicBezTo>
                    <a:pt x="22" y="13"/>
                    <a:pt x="25" y="10"/>
                    <a:pt x="29" y="8"/>
                  </a:cubicBezTo>
                  <a:cubicBezTo>
                    <a:pt x="31" y="7"/>
                    <a:pt x="37" y="5"/>
                    <a:pt x="37" y="1"/>
                  </a:cubicBezTo>
                  <a:cubicBezTo>
                    <a:pt x="37" y="1"/>
                    <a:pt x="36" y="0"/>
                    <a:pt x="36" y="0"/>
                  </a:cubicBezTo>
                  <a:cubicBezTo>
                    <a:pt x="30" y="1"/>
                    <a:pt x="23" y="7"/>
                    <a:pt x="18" y="10"/>
                  </a:cubicBezTo>
                  <a:cubicBezTo>
                    <a:pt x="14" y="13"/>
                    <a:pt x="7" y="17"/>
                    <a:pt x="2" y="17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2" name="Freeform 281">
              <a:extLst>
                <a:ext uri="{FF2B5EF4-FFF2-40B4-BE49-F238E27FC236}">
                  <a16:creationId xmlns:a16="http://schemas.microsoft.com/office/drawing/2014/main" id="{1034BB14-4EE4-47E6-90F3-C188B1D01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508"/>
              <a:ext cx="222" cy="185"/>
            </a:xfrm>
            <a:custGeom>
              <a:avLst/>
              <a:gdLst>
                <a:gd name="T0" fmla="*/ 0 w 120"/>
                <a:gd name="T1" fmla="*/ 612 h 100"/>
                <a:gd name="T2" fmla="*/ 141 w 120"/>
                <a:gd name="T3" fmla="*/ 551 h 100"/>
                <a:gd name="T4" fmla="*/ 305 w 120"/>
                <a:gd name="T5" fmla="*/ 475 h 100"/>
                <a:gd name="T6" fmla="*/ 531 w 120"/>
                <a:gd name="T7" fmla="*/ 305 h 100"/>
                <a:gd name="T8" fmla="*/ 627 w 120"/>
                <a:gd name="T9" fmla="*/ 222 h 100"/>
                <a:gd name="T10" fmla="*/ 672 w 120"/>
                <a:gd name="T11" fmla="*/ 133 h 100"/>
                <a:gd name="T12" fmla="*/ 709 w 120"/>
                <a:gd name="T13" fmla="*/ 65 h 100"/>
                <a:gd name="T14" fmla="*/ 722 w 120"/>
                <a:gd name="T15" fmla="*/ 0 h 100"/>
                <a:gd name="T16" fmla="*/ 653 w 120"/>
                <a:gd name="T17" fmla="*/ 209 h 100"/>
                <a:gd name="T18" fmla="*/ 514 w 120"/>
                <a:gd name="T19" fmla="*/ 366 h 100"/>
                <a:gd name="T20" fmla="*/ 335 w 120"/>
                <a:gd name="T21" fmla="*/ 500 h 100"/>
                <a:gd name="T22" fmla="*/ 266 w 120"/>
                <a:gd name="T23" fmla="*/ 544 h 100"/>
                <a:gd name="T24" fmla="*/ 194 w 120"/>
                <a:gd name="T25" fmla="*/ 572 h 100"/>
                <a:gd name="T26" fmla="*/ 120 w 120"/>
                <a:gd name="T27" fmla="*/ 612 h 100"/>
                <a:gd name="T28" fmla="*/ 0 w 120"/>
                <a:gd name="T29" fmla="*/ 633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0" h="100">
                  <a:moveTo>
                    <a:pt x="0" y="97"/>
                  </a:moveTo>
                  <a:cubicBezTo>
                    <a:pt x="6" y="100"/>
                    <a:pt x="20" y="95"/>
                    <a:pt x="22" y="87"/>
                  </a:cubicBezTo>
                  <a:cubicBezTo>
                    <a:pt x="31" y="88"/>
                    <a:pt x="41" y="79"/>
                    <a:pt x="48" y="75"/>
                  </a:cubicBezTo>
                  <a:cubicBezTo>
                    <a:pt x="61" y="67"/>
                    <a:pt x="72" y="58"/>
                    <a:pt x="84" y="48"/>
                  </a:cubicBezTo>
                  <a:cubicBezTo>
                    <a:pt x="89" y="44"/>
                    <a:pt x="95" y="40"/>
                    <a:pt x="99" y="35"/>
                  </a:cubicBezTo>
                  <a:cubicBezTo>
                    <a:pt x="102" y="31"/>
                    <a:pt x="104" y="26"/>
                    <a:pt x="106" y="21"/>
                  </a:cubicBezTo>
                  <a:cubicBezTo>
                    <a:pt x="108" y="18"/>
                    <a:pt x="110" y="14"/>
                    <a:pt x="112" y="10"/>
                  </a:cubicBezTo>
                  <a:cubicBezTo>
                    <a:pt x="113" y="7"/>
                    <a:pt x="113" y="3"/>
                    <a:pt x="114" y="0"/>
                  </a:cubicBezTo>
                  <a:cubicBezTo>
                    <a:pt x="120" y="11"/>
                    <a:pt x="109" y="25"/>
                    <a:pt x="103" y="33"/>
                  </a:cubicBezTo>
                  <a:cubicBezTo>
                    <a:pt x="97" y="42"/>
                    <a:pt x="89" y="51"/>
                    <a:pt x="81" y="58"/>
                  </a:cubicBezTo>
                  <a:cubicBezTo>
                    <a:pt x="72" y="65"/>
                    <a:pt x="63" y="72"/>
                    <a:pt x="53" y="79"/>
                  </a:cubicBezTo>
                  <a:cubicBezTo>
                    <a:pt x="50" y="82"/>
                    <a:pt x="46" y="84"/>
                    <a:pt x="42" y="86"/>
                  </a:cubicBezTo>
                  <a:cubicBezTo>
                    <a:pt x="39" y="87"/>
                    <a:pt x="35" y="88"/>
                    <a:pt x="31" y="90"/>
                  </a:cubicBezTo>
                  <a:cubicBezTo>
                    <a:pt x="27" y="91"/>
                    <a:pt x="24" y="95"/>
                    <a:pt x="19" y="97"/>
                  </a:cubicBezTo>
                  <a:cubicBezTo>
                    <a:pt x="13" y="99"/>
                    <a:pt x="7" y="100"/>
                    <a:pt x="0" y="10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3" name="Freeform 282">
              <a:extLst>
                <a:ext uri="{FF2B5EF4-FFF2-40B4-BE49-F238E27FC236}">
                  <a16:creationId xmlns:a16="http://schemas.microsoft.com/office/drawing/2014/main" id="{A7C824B2-EFF6-4D9B-8E13-36D905F46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889"/>
              <a:ext cx="1230" cy="750"/>
            </a:xfrm>
            <a:custGeom>
              <a:avLst/>
              <a:gdLst>
                <a:gd name="T0" fmla="*/ 1019 w 665"/>
                <a:gd name="T1" fmla="*/ 2050 h 405"/>
                <a:gd name="T2" fmla="*/ 588 w 665"/>
                <a:gd name="T3" fmla="*/ 2065 h 405"/>
                <a:gd name="T4" fmla="*/ 178 w 665"/>
                <a:gd name="T5" fmla="*/ 1817 h 405"/>
                <a:gd name="T6" fmla="*/ 105 w 665"/>
                <a:gd name="T7" fmla="*/ 1650 h 405"/>
                <a:gd name="T8" fmla="*/ 57 w 665"/>
                <a:gd name="T9" fmla="*/ 1304 h 405"/>
                <a:gd name="T10" fmla="*/ 113 w 665"/>
                <a:gd name="T11" fmla="*/ 1098 h 405"/>
                <a:gd name="T12" fmla="*/ 189 w 665"/>
                <a:gd name="T13" fmla="*/ 844 h 405"/>
                <a:gd name="T14" fmla="*/ 438 w 665"/>
                <a:gd name="T15" fmla="*/ 591 h 405"/>
                <a:gd name="T16" fmla="*/ 664 w 665"/>
                <a:gd name="T17" fmla="*/ 357 h 405"/>
                <a:gd name="T18" fmla="*/ 910 w 665"/>
                <a:gd name="T19" fmla="*/ 267 h 405"/>
                <a:gd name="T20" fmla="*/ 1241 w 665"/>
                <a:gd name="T21" fmla="*/ 113 h 405"/>
                <a:gd name="T22" fmla="*/ 1348 w 665"/>
                <a:gd name="T23" fmla="*/ 81 h 405"/>
                <a:gd name="T24" fmla="*/ 1639 w 665"/>
                <a:gd name="T25" fmla="*/ 44 h 405"/>
                <a:gd name="T26" fmla="*/ 1779 w 665"/>
                <a:gd name="T27" fmla="*/ 20 h 405"/>
                <a:gd name="T28" fmla="*/ 1900 w 665"/>
                <a:gd name="T29" fmla="*/ 65 h 405"/>
                <a:gd name="T30" fmla="*/ 2083 w 665"/>
                <a:gd name="T31" fmla="*/ 20 h 405"/>
                <a:gd name="T32" fmla="*/ 2214 w 665"/>
                <a:gd name="T33" fmla="*/ 65 h 405"/>
                <a:gd name="T34" fmla="*/ 2375 w 665"/>
                <a:gd name="T35" fmla="*/ 24 h 405"/>
                <a:gd name="T36" fmla="*/ 2726 w 665"/>
                <a:gd name="T37" fmla="*/ 89 h 405"/>
                <a:gd name="T38" fmla="*/ 3056 w 665"/>
                <a:gd name="T39" fmla="*/ 165 h 405"/>
                <a:gd name="T40" fmla="*/ 3189 w 665"/>
                <a:gd name="T41" fmla="*/ 246 h 405"/>
                <a:gd name="T42" fmla="*/ 3568 w 665"/>
                <a:gd name="T43" fmla="*/ 580 h 405"/>
                <a:gd name="T44" fmla="*/ 3708 w 665"/>
                <a:gd name="T45" fmla="*/ 700 h 405"/>
                <a:gd name="T46" fmla="*/ 3910 w 665"/>
                <a:gd name="T47" fmla="*/ 1006 h 405"/>
                <a:gd name="T48" fmla="*/ 4112 w 665"/>
                <a:gd name="T49" fmla="*/ 1259 h 405"/>
                <a:gd name="T50" fmla="*/ 4195 w 665"/>
                <a:gd name="T51" fmla="*/ 1417 h 405"/>
                <a:gd name="T52" fmla="*/ 4171 w 665"/>
                <a:gd name="T53" fmla="*/ 1656 h 405"/>
                <a:gd name="T54" fmla="*/ 4102 w 665"/>
                <a:gd name="T55" fmla="*/ 1759 h 405"/>
                <a:gd name="T56" fmla="*/ 3777 w 665"/>
                <a:gd name="T57" fmla="*/ 1931 h 405"/>
                <a:gd name="T58" fmla="*/ 3555 w 665"/>
                <a:gd name="T59" fmla="*/ 1863 h 405"/>
                <a:gd name="T60" fmla="*/ 3403 w 665"/>
                <a:gd name="T61" fmla="*/ 1909 h 405"/>
                <a:gd name="T62" fmla="*/ 3061 w 665"/>
                <a:gd name="T63" fmla="*/ 2006 h 405"/>
                <a:gd name="T64" fmla="*/ 2854 w 665"/>
                <a:gd name="T65" fmla="*/ 2126 h 405"/>
                <a:gd name="T66" fmla="*/ 2682 w 665"/>
                <a:gd name="T67" fmla="*/ 2033 h 405"/>
                <a:gd name="T68" fmla="*/ 2593 w 665"/>
                <a:gd name="T69" fmla="*/ 2094 h 405"/>
                <a:gd name="T70" fmla="*/ 2203 w 665"/>
                <a:gd name="T71" fmla="*/ 2170 h 405"/>
                <a:gd name="T72" fmla="*/ 2125 w 665"/>
                <a:gd name="T73" fmla="*/ 2370 h 405"/>
                <a:gd name="T74" fmla="*/ 1848 w 665"/>
                <a:gd name="T75" fmla="*/ 2483 h 405"/>
                <a:gd name="T76" fmla="*/ 1361 w 665"/>
                <a:gd name="T77" fmla="*/ 2439 h 405"/>
                <a:gd name="T78" fmla="*/ 1019 w 665"/>
                <a:gd name="T79" fmla="*/ 2050 h 40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65" h="405">
                  <a:moveTo>
                    <a:pt x="161" y="323"/>
                  </a:moveTo>
                  <a:cubicBezTo>
                    <a:pt x="161" y="323"/>
                    <a:pt x="105" y="334"/>
                    <a:pt x="93" y="325"/>
                  </a:cubicBezTo>
                  <a:cubicBezTo>
                    <a:pt x="80" y="317"/>
                    <a:pt x="52" y="336"/>
                    <a:pt x="28" y="286"/>
                  </a:cubicBezTo>
                  <a:cubicBezTo>
                    <a:pt x="28" y="286"/>
                    <a:pt x="14" y="275"/>
                    <a:pt x="17" y="260"/>
                  </a:cubicBezTo>
                  <a:cubicBezTo>
                    <a:pt x="17" y="260"/>
                    <a:pt x="0" y="248"/>
                    <a:pt x="9" y="205"/>
                  </a:cubicBezTo>
                  <a:cubicBezTo>
                    <a:pt x="15" y="179"/>
                    <a:pt x="18" y="173"/>
                    <a:pt x="18" y="173"/>
                  </a:cubicBezTo>
                  <a:cubicBezTo>
                    <a:pt x="18" y="173"/>
                    <a:pt x="18" y="137"/>
                    <a:pt x="30" y="133"/>
                  </a:cubicBezTo>
                  <a:cubicBezTo>
                    <a:pt x="38" y="119"/>
                    <a:pt x="52" y="99"/>
                    <a:pt x="69" y="93"/>
                  </a:cubicBezTo>
                  <a:cubicBezTo>
                    <a:pt x="69" y="93"/>
                    <a:pt x="73" y="64"/>
                    <a:pt x="105" y="56"/>
                  </a:cubicBezTo>
                  <a:cubicBezTo>
                    <a:pt x="123" y="51"/>
                    <a:pt x="140" y="47"/>
                    <a:pt x="144" y="42"/>
                  </a:cubicBezTo>
                  <a:cubicBezTo>
                    <a:pt x="144" y="42"/>
                    <a:pt x="155" y="21"/>
                    <a:pt x="196" y="18"/>
                  </a:cubicBezTo>
                  <a:cubicBezTo>
                    <a:pt x="196" y="18"/>
                    <a:pt x="205" y="12"/>
                    <a:pt x="213" y="13"/>
                  </a:cubicBezTo>
                  <a:cubicBezTo>
                    <a:pt x="222" y="14"/>
                    <a:pt x="244" y="0"/>
                    <a:pt x="259" y="7"/>
                  </a:cubicBezTo>
                  <a:cubicBezTo>
                    <a:pt x="259" y="7"/>
                    <a:pt x="272" y="2"/>
                    <a:pt x="281" y="3"/>
                  </a:cubicBezTo>
                  <a:cubicBezTo>
                    <a:pt x="291" y="4"/>
                    <a:pt x="298" y="3"/>
                    <a:pt x="300" y="10"/>
                  </a:cubicBezTo>
                  <a:cubicBezTo>
                    <a:pt x="300" y="10"/>
                    <a:pt x="319" y="2"/>
                    <a:pt x="329" y="3"/>
                  </a:cubicBezTo>
                  <a:cubicBezTo>
                    <a:pt x="340" y="4"/>
                    <a:pt x="350" y="3"/>
                    <a:pt x="350" y="10"/>
                  </a:cubicBezTo>
                  <a:cubicBezTo>
                    <a:pt x="350" y="10"/>
                    <a:pt x="363" y="1"/>
                    <a:pt x="375" y="4"/>
                  </a:cubicBezTo>
                  <a:cubicBezTo>
                    <a:pt x="387" y="6"/>
                    <a:pt x="413" y="4"/>
                    <a:pt x="431" y="14"/>
                  </a:cubicBezTo>
                  <a:cubicBezTo>
                    <a:pt x="431" y="14"/>
                    <a:pt x="468" y="13"/>
                    <a:pt x="483" y="26"/>
                  </a:cubicBezTo>
                  <a:cubicBezTo>
                    <a:pt x="483" y="26"/>
                    <a:pt x="500" y="35"/>
                    <a:pt x="504" y="39"/>
                  </a:cubicBezTo>
                  <a:cubicBezTo>
                    <a:pt x="504" y="39"/>
                    <a:pt x="557" y="62"/>
                    <a:pt x="564" y="91"/>
                  </a:cubicBezTo>
                  <a:cubicBezTo>
                    <a:pt x="564" y="91"/>
                    <a:pt x="579" y="93"/>
                    <a:pt x="586" y="110"/>
                  </a:cubicBezTo>
                  <a:cubicBezTo>
                    <a:pt x="586" y="110"/>
                    <a:pt x="613" y="124"/>
                    <a:pt x="618" y="158"/>
                  </a:cubicBezTo>
                  <a:cubicBezTo>
                    <a:pt x="618" y="158"/>
                    <a:pt x="642" y="168"/>
                    <a:pt x="650" y="198"/>
                  </a:cubicBezTo>
                  <a:cubicBezTo>
                    <a:pt x="650" y="198"/>
                    <a:pt x="661" y="210"/>
                    <a:pt x="663" y="223"/>
                  </a:cubicBezTo>
                  <a:cubicBezTo>
                    <a:pt x="665" y="235"/>
                    <a:pt x="660" y="252"/>
                    <a:pt x="659" y="261"/>
                  </a:cubicBezTo>
                  <a:cubicBezTo>
                    <a:pt x="658" y="269"/>
                    <a:pt x="648" y="277"/>
                    <a:pt x="648" y="277"/>
                  </a:cubicBezTo>
                  <a:cubicBezTo>
                    <a:pt x="648" y="277"/>
                    <a:pt x="655" y="333"/>
                    <a:pt x="597" y="304"/>
                  </a:cubicBezTo>
                  <a:cubicBezTo>
                    <a:pt x="582" y="297"/>
                    <a:pt x="576" y="296"/>
                    <a:pt x="562" y="293"/>
                  </a:cubicBezTo>
                  <a:cubicBezTo>
                    <a:pt x="562" y="293"/>
                    <a:pt x="555" y="305"/>
                    <a:pt x="538" y="301"/>
                  </a:cubicBezTo>
                  <a:cubicBezTo>
                    <a:pt x="538" y="301"/>
                    <a:pt x="506" y="331"/>
                    <a:pt x="484" y="316"/>
                  </a:cubicBezTo>
                  <a:cubicBezTo>
                    <a:pt x="484" y="316"/>
                    <a:pt x="467" y="336"/>
                    <a:pt x="451" y="335"/>
                  </a:cubicBezTo>
                  <a:cubicBezTo>
                    <a:pt x="435" y="333"/>
                    <a:pt x="431" y="316"/>
                    <a:pt x="424" y="320"/>
                  </a:cubicBezTo>
                  <a:cubicBezTo>
                    <a:pt x="424" y="320"/>
                    <a:pt x="418" y="326"/>
                    <a:pt x="410" y="330"/>
                  </a:cubicBezTo>
                  <a:cubicBezTo>
                    <a:pt x="403" y="333"/>
                    <a:pt x="383" y="357"/>
                    <a:pt x="348" y="342"/>
                  </a:cubicBezTo>
                  <a:cubicBezTo>
                    <a:pt x="348" y="342"/>
                    <a:pt x="370" y="359"/>
                    <a:pt x="336" y="373"/>
                  </a:cubicBezTo>
                  <a:cubicBezTo>
                    <a:pt x="303" y="386"/>
                    <a:pt x="313" y="387"/>
                    <a:pt x="292" y="391"/>
                  </a:cubicBezTo>
                  <a:cubicBezTo>
                    <a:pt x="271" y="395"/>
                    <a:pt x="241" y="405"/>
                    <a:pt x="215" y="384"/>
                  </a:cubicBezTo>
                  <a:cubicBezTo>
                    <a:pt x="189" y="362"/>
                    <a:pt x="159" y="338"/>
                    <a:pt x="161" y="323"/>
                  </a:cubicBezTo>
                  <a:close/>
                </a:path>
              </a:pathLst>
            </a:custGeom>
            <a:solidFill>
              <a:srgbClr val="E2CFBF"/>
            </a:solidFill>
            <a:ln w="3175" cap="flat">
              <a:solidFill>
                <a:srgbClr val="E2CFB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634" name="Freeform 283">
              <a:extLst>
                <a:ext uri="{FF2B5EF4-FFF2-40B4-BE49-F238E27FC236}">
                  <a16:creationId xmlns:a16="http://schemas.microsoft.com/office/drawing/2014/main" id="{391493E4-8B17-4102-A529-4C37B54F5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082"/>
              <a:ext cx="116" cy="157"/>
            </a:xfrm>
            <a:custGeom>
              <a:avLst/>
              <a:gdLst>
                <a:gd name="T0" fmla="*/ 0 w 63"/>
                <a:gd name="T1" fmla="*/ 334 h 85"/>
                <a:gd name="T2" fmla="*/ 142 w 63"/>
                <a:gd name="T3" fmla="*/ 416 h 85"/>
                <a:gd name="T4" fmla="*/ 206 w 63"/>
                <a:gd name="T5" fmla="*/ 277 h 85"/>
                <a:gd name="T6" fmla="*/ 282 w 63"/>
                <a:gd name="T7" fmla="*/ 246 h 85"/>
                <a:gd name="T8" fmla="*/ 306 w 63"/>
                <a:gd name="T9" fmla="*/ 164 h 85"/>
                <a:gd name="T10" fmla="*/ 254 w 63"/>
                <a:gd name="T11" fmla="*/ 13 h 85"/>
                <a:gd name="T12" fmla="*/ 379 w 63"/>
                <a:gd name="T13" fmla="*/ 177 h 85"/>
                <a:gd name="T14" fmla="*/ 267 w 63"/>
                <a:gd name="T15" fmla="*/ 386 h 85"/>
                <a:gd name="T16" fmla="*/ 105 w 63"/>
                <a:gd name="T17" fmla="*/ 504 h 85"/>
                <a:gd name="T18" fmla="*/ 0 w 63"/>
                <a:gd name="T19" fmla="*/ 371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85">
                  <a:moveTo>
                    <a:pt x="0" y="53"/>
                  </a:moveTo>
                  <a:cubicBezTo>
                    <a:pt x="2" y="58"/>
                    <a:pt x="17" y="68"/>
                    <a:pt x="23" y="66"/>
                  </a:cubicBezTo>
                  <a:cubicBezTo>
                    <a:pt x="30" y="63"/>
                    <a:pt x="27" y="49"/>
                    <a:pt x="33" y="44"/>
                  </a:cubicBezTo>
                  <a:cubicBezTo>
                    <a:pt x="37" y="41"/>
                    <a:pt x="40" y="44"/>
                    <a:pt x="45" y="39"/>
                  </a:cubicBezTo>
                  <a:cubicBezTo>
                    <a:pt x="48" y="36"/>
                    <a:pt x="48" y="30"/>
                    <a:pt x="49" y="26"/>
                  </a:cubicBezTo>
                  <a:cubicBezTo>
                    <a:pt x="49" y="17"/>
                    <a:pt x="47" y="10"/>
                    <a:pt x="41" y="2"/>
                  </a:cubicBezTo>
                  <a:cubicBezTo>
                    <a:pt x="53" y="0"/>
                    <a:pt x="60" y="19"/>
                    <a:pt x="61" y="28"/>
                  </a:cubicBezTo>
                  <a:cubicBezTo>
                    <a:pt x="63" y="45"/>
                    <a:pt x="53" y="51"/>
                    <a:pt x="43" y="61"/>
                  </a:cubicBezTo>
                  <a:cubicBezTo>
                    <a:pt x="33" y="69"/>
                    <a:pt x="32" y="77"/>
                    <a:pt x="17" y="80"/>
                  </a:cubicBezTo>
                  <a:cubicBezTo>
                    <a:pt x="1" y="85"/>
                    <a:pt x="6" y="73"/>
                    <a:pt x="0" y="59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5" name="Freeform 284">
              <a:extLst>
                <a:ext uri="{FF2B5EF4-FFF2-40B4-BE49-F238E27FC236}">
                  <a16:creationId xmlns:a16="http://schemas.microsoft.com/office/drawing/2014/main" id="{D8B5C40C-ECB4-4A94-A69B-A0B3017F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052"/>
              <a:ext cx="124" cy="167"/>
            </a:xfrm>
            <a:custGeom>
              <a:avLst/>
              <a:gdLst>
                <a:gd name="T0" fmla="*/ 424 w 67"/>
                <a:gd name="T1" fmla="*/ 84 h 90"/>
                <a:gd name="T2" fmla="*/ 241 w 67"/>
                <a:gd name="T3" fmla="*/ 0 h 90"/>
                <a:gd name="T4" fmla="*/ 261 w 67"/>
                <a:gd name="T5" fmla="*/ 202 h 90"/>
                <a:gd name="T6" fmla="*/ 141 w 67"/>
                <a:gd name="T7" fmla="*/ 113 h 90"/>
                <a:gd name="T8" fmla="*/ 89 w 67"/>
                <a:gd name="T9" fmla="*/ 395 h 90"/>
                <a:gd name="T10" fmla="*/ 89 w 67"/>
                <a:gd name="T11" fmla="*/ 575 h 90"/>
                <a:gd name="T12" fmla="*/ 229 w 67"/>
                <a:gd name="T13" fmla="*/ 293 h 90"/>
                <a:gd name="T14" fmla="*/ 411 w 67"/>
                <a:gd name="T15" fmla="*/ 128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90">
                  <a:moveTo>
                    <a:pt x="67" y="13"/>
                  </a:moveTo>
                  <a:cubicBezTo>
                    <a:pt x="53" y="19"/>
                    <a:pt x="49" y="2"/>
                    <a:pt x="38" y="0"/>
                  </a:cubicBezTo>
                  <a:cubicBezTo>
                    <a:pt x="37" y="7"/>
                    <a:pt x="49" y="27"/>
                    <a:pt x="41" y="32"/>
                  </a:cubicBezTo>
                  <a:cubicBezTo>
                    <a:pt x="35" y="36"/>
                    <a:pt x="28" y="20"/>
                    <a:pt x="22" y="18"/>
                  </a:cubicBezTo>
                  <a:cubicBezTo>
                    <a:pt x="17" y="32"/>
                    <a:pt x="19" y="48"/>
                    <a:pt x="14" y="62"/>
                  </a:cubicBezTo>
                  <a:cubicBezTo>
                    <a:pt x="12" y="68"/>
                    <a:pt x="0" y="90"/>
                    <a:pt x="14" y="90"/>
                  </a:cubicBezTo>
                  <a:cubicBezTo>
                    <a:pt x="21" y="73"/>
                    <a:pt x="21" y="59"/>
                    <a:pt x="36" y="46"/>
                  </a:cubicBezTo>
                  <a:cubicBezTo>
                    <a:pt x="45" y="38"/>
                    <a:pt x="65" y="34"/>
                    <a:pt x="65" y="20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6" name="Freeform 285">
              <a:extLst>
                <a:ext uri="{FF2B5EF4-FFF2-40B4-BE49-F238E27FC236}">
                  <a16:creationId xmlns:a16="http://schemas.microsoft.com/office/drawing/2014/main" id="{E87FF08A-9530-4351-8875-224BC4D13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154"/>
              <a:ext cx="108" cy="154"/>
            </a:xfrm>
            <a:custGeom>
              <a:avLst/>
              <a:gdLst>
                <a:gd name="T0" fmla="*/ 166 w 58"/>
                <a:gd name="T1" fmla="*/ 65 h 83"/>
                <a:gd name="T2" fmla="*/ 24 w 58"/>
                <a:gd name="T3" fmla="*/ 59 h 83"/>
                <a:gd name="T4" fmla="*/ 209 w 58"/>
                <a:gd name="T5" fmla="*/ 269 h 83"/>
                <a:gd name="T6" fmla="*/ 246 w 58"/>
                <a:gd name="T7" fmla="*/ 390 h 83"/>
                <a:gd name="T8" fmla="*/ 305 w 58"/>
                <a:gd name="T9" fmla="*/ 471 h 83"/>
                <a:gd name="T10" fmla="*/ 238 w 58"/>
                <a:gd name="T11" fmla="*/ 210 h 83"/>
                <a:gd name="T12" fmla="*/ 233 w 58"/>
                <a:gd name="T13" fmla="*/ 65 h 83"/>
                <a:gd name="T14" fmla="*/ 166 w 58"/>
                <a:gd name="T15" fmla="*/ 65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83">
                  <a:moveTo>
                    <a:pt x="26" y="10"/>
                  </a:moveTo>
                  <a:cubicBezTo>
                    <a:pt x="19" y="14"/>
                    <a:pt x="11" y="8"/>
                    <a:pt x="4" y="9"/>
                  </a:cubicBezTo>
                  <a:cubicBezTo>
                    <a:pt x="0" y="22"/>
                    <a:pt x="26" y="31"/>
                    <a:pt x="32" y="42"/>
                  </a:cubicBezTo>
                  <a:cubicBezTo>
                    <a:pt x="35" y="48"/>
                    <a:pt x="37" y="53"/>
                    <a:pt x="38" y="61"/>
                  </a:cubicBezTo>
                  <a:cubicBezTo>
                    <a:pt x="39" y="67"/>
                    <a:pt x="39" y="83"/>
                    <a:pt x="47" y="74"/>
                  </a:cubicBezTo>
                  <a:cubicBezTo>
                    <a:pt x="58" y="63"/>
                    <a:pt x="40" y="43"/>
                    <a:pt x="37" y="33"/>
                  </a:cubicBezTo>
                  <a:cubicBezTo>
                    <a:pt x="36" y="26"/>
                    <a:pt x="38" y="17"/>
                    <a:pt x="36" y="10"/>
                  </a:cubicBezTo>
                  <a:cubicBezTo>
                    <a:pt x="34" y="2"/>
                    <a:pt x="29" y="0"/>
                    <a:pt x="26" y="10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7" name="Freeform 286">
              <a:extLst>
                <a:ext uri="{FF2B5EF4-FFF2-40B4-BE49-F238E27FC236}">
                  <a16:creationId xmlns:a16="http://schemas.microsoft.com/office/drawing/2014/main" id="{BE3F7A82-5611-4DD3-B624-A16628CA9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237"/>
              <a:ext cx="55" cy="78"/>
            </a:xfrm>
            <a:custGeom>
              <a:avLst/>
              <a:gdLst>
                <a:gd name="T0" fmla="*/ 94 w 30"/>
                <a:gd name="T1" fmla="*/ 52 h 42"/>
                <a:gd name="T2" fmla="*/ 105 w 30"/>
                <a:gd name="T3" fmla="*/ 249 h 42"/>
                <a:gd name="T4" fmla="*/ 134 w 30"/>
                <a:gd name="T5" fmla="*/ 0 h 42"/>
                <a:gd name="T6" fmla="*/ 97 w 30"/>
                <a:gd name="T7" fmla="*/ 5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2">
                  <a:moveTo>
                    <a:pt x="15" y="8"/>
                  </a:moveTo>
                  <a:cubicBezTo>
                    <a:pt x="19" y="15"/>
                    <a:pt x="0" y="42"/>
                    <a:pt x="17" y="39"/>
                  </a:cubicBezTo>
                  <a:cubicBezTo>
                    <a:pt x="30" y="38"/>
                    <a:pt x="25" y="8"/>
                    <a:pt x="22" y="0"/>
                  </a:cubicBezTo>
                  <a:cubicBezTo>
                    <a:pt x="19" y="2"/>
                    <a:pt x="17" y="6"/>
                    <a:pt x="16" y="9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8" name="Freeform 287">
              <a:extLst>
                <a:ext uri="{FF2B5EF4-FFF2-40B4-BE49-F238E27FC236}">
                  <a16:creationId xmlns:a16="http://schemas.microsoft.com/office/drawing/2014/main" id="{76C40D6B-E8C6-4B86-ABB5-75B19EB44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228"/>
              <a:ext cx="122" cy="169"/>
            </a:xfrm>
            <a:custGeom>
              <a:avLst/>
              <a:gdLst>
                <a:gd name="T0" fmla="*/ 102 w 66"/>
                <a:gd name="T1" fmla="*/ 134 h 91"/>
                <a:gd name="T2" fmla="*/ 311 w 66"/>
                <a:gd name="T3" fmla="*/ 0 h 91"/>
                <a:gd name="T4" fmla="*/ 322 w 66"/>
                <a:gd name="T5" fmla="*/ 204 h 91"/>
                <a:gd name="T6" fmla="*/ 379 w 66"/>
                <a:gd name="T7" fmla="*/ 334 h 91"/>
                <a:gd name="T8" fmla="*/ 359 w 66"/>
                <a:gd name="T9" fmla="*/ 487 h 91"/>
                <a:gd name="T10" fmla="*/ 61 w 66"/>
                <a:gd name="T11" fmla="*/ 583 h 91"/>
                <a:gd name="T12" fmla="*/ 277 w 66"/>
                <a:gd name="T13" fmla="*/ 293 h 91"/>
                <a:gd name="T14" fmla="*/ 0 w 66"/>
                <a:gd name="T15" fmla="*/ 165 h 91"/>
                <a:gd name="T16" fmla="*/ 113 w 66"/>
                <a:gd name="T17" fmla="*/ 158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91">
                  <a:moveTo>
                    <a:pt x="16" y="21"/>
                  </a:moveTo>
                  <a:cubicBezTo>
                    <a:pt x="35" y="32"/>
                    <a:pt x="42" y="14"/>
                    <a:pt x="49" y="0"/>
                  </a:cubicBezTo>
                  <a:cubicBezTo>
                    <a:pt x="49" y="10"/>
                    <a:pt x="48" y="23"/>
                    <a:pt x="51" y="32"/>
                  </a:cubicBezTo>
                  <a:cubicBezTo>
                    <a:pt x="55" y="48"/>
                    <a:pt x="57" y="47"/>
                    <a:pt x="60" y="52"/>
                  </a:cubicBezTo>
                  <a:cubicBezTo>
                    <a:pt x="64" y="63"/>
                    <a:pt x="66" y="67"/>
                    <a:pt x="57" y="76"/>
                  </a:cubicBezTo>
                  <a:cubicBezTo>
                    <a:pt x="44" y="88"/>
                    <a:pt x="28" y="90"/>
                    <a:pt x="10" y="91"/>
                  </a:cubicBezTo>
                  <a:cubicBezTo>
                    <a:pt x="26" y="78"/>
                    <a:pt x="58" y="72"/>
                    <a:pt x="44" y="46"/>
                  </a:cubicBezTo>
                  <a:cubicBezTo>
                    <a:pt x="35" y="29"/>
                    <a:pt x="15" y="33"/>
                    <a:pt x="0" y="26"/>
                  </a:cubicBezTo>
                  <a:cubicBezTo>
                    <a:pt x="6" y="25"/>
                    <a:pt x="12" y="25"/>
                    <a:pt x="18" y="25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9" name="Freeform 288">
              <a:extLst>
                <a:ext uri="{FF2B5EF4-FFF2-40B4-BE49-F238E27FC236}">
                  <a16:creationId xmlns:a16="http://schemas.microsoft.com/office/drawing/2014/main" id="{D367A52F-B941-4B0F-B0B1-E6312E325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406"/>
              <a:ext cx="74" cy="52"/>
            </a:xfrm>
            <a:custGeom>
              <a:avLst/>
              <a:gdLst>
                <a:gd name="T0" fmla="*/ 44 w 40"/>
                <a:gd name="T1" fmla="*/ 104 h 28"/>
                <a:gd name="T2" fmla="*/ 148 w 40"/>
                <a:gd name="T3" fmla="*/ 0 h 28"/>
                <a:gd name="T4" fmla="*/ 253 w 40"/>
                <a:gd name="T5" fmla="*/ 134 h 28"/>
                <a:gd name="T6" fmla="*/ 37 w 40"/>
                <a:gd name="T7" fmla="*/ 10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7" y="16"/>
                  </a:moveTo>
                  <a:cubicBezTo>
                    <a:pt x="16" y="17"/>
                    <a:pt x="24" y="12"/>
                    <a:pt x="23" y="0"/>
                  </a:cubicBezTo>
                  <a:cubicBezTo>
                    <a:pt x="27" y="7"/>
                    <a:pt x="34" y="17"/>
                    <a:pt x="40" y="21"/>
                  </a:cubicBezTo>
                  <a:cubicBezTo>
                    <a:pt x="34" y="23"/>
                    <a:pt x="0" y="28"/>
                    <a:pt x="6" y="16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0" name="Freeform 289">
              <a:extLst>
                <a:ext uri="{FF2B5EF4-FFF2-40B4-BE49-F238E27FC236}">
                  <a16:creationId xmlns:a16="http://schemas.microsoft.com/office/drawing/2014/main" id="{E387F958-1DEB-4FD2-A4A9-084384609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443"/>
              <a:ext cx="212" cy="93"/>
            </a:xfrm>
            <a:custGeom>
              <a:avLst/>
              <a:gdLst>
                <a:gd name="T0" fmla="*/ 0 w 115"/>
                <a:gd name="T1" fmla="*/ 257 h 50"/>
                <a:gd name="T2" fmla="*/ 162 w 115"/>
                <a:gd name="T3" fmla="*/ 104 h 50"/>
                <a:gd name="T4" fmla="*/ 358 w 115"/>
                <a:gd name="T5" fmla="*/ 84 h 50"/>
                <a:gd name="T6" fmla="*/ 557 w 115"/>
                <a:gd name="T7" fmla="*/ 156 h 50"/>
                <a:gd name="T8" fmla="*/ 706 w 115"/>
                <a:gd name="T9" fmla="*/ 7 h 50"/>
                <a:gd name="T10" fmla="*/ 577 w 115"/>
                <a:gd name="T11" fmla="*/ 193 h 50"/>
                <a:gd name="T12" fmla="*/ 395 w 115"/>
                <a:gd name="T13" fmla="*/ 162 h 50"/>
                <a:gd name="T14" fmla="*/ 339 w 115"/>
                <a:gd name="T15" fmla="*/ 121 h 50"/>
                <a:gd name="T16" fmla="*/ 170 w 115"/>
                <a:gd name="T17" fmla="*/ 225 h 50"/>
                <a:gd name="T18" fmla="*/ 7 w 115"/>
                <a:gd name="T19" fmla="*/ 285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5" h="50">
                  <a:moveTo>
                    <a:pt x="0" y="40"/>
                  </a:moveTo>
                  <a:cubicBezTo>
                    <a:pt x="14" y="40"/>
                    <a:pt x="17" y="24"/>
                    <a:pt x="26" y="16"/>
                  </a:cubicBezTo>
                  <a:cubicBezTo>
                    <a:pt x="32" y="11"/>
                    <a:pt x="50" y="10"/>
                    <a:pt x="57" y="13"/>
                  </a:cubicBezTo>
                  <a:cubicBezTo>
                    <a:pt x="67" y="16"/>
                    <a:pt x="75" y="29"/>
                    <a:pt x="89" y="24"/>
                  </a:cubicBezTo>
                  <a:cubicBezTo>
                    <a:pt x="99" y="20"/>
                    <a:pt x="100" y="0"/>
                    <a:pt x="113" y="1"/>
                  </a:cubicBezTo>
                  <a:cubicBezTo>
                    <a:pt x="115" y="13"/>
                    <a:pt x="101" y="24"/>
                    <a:pt x="92" y="30"/>
                  </a:cubicBezTo>
                  <a:cubicBezTo>
                    <a:pt x="79" y="37"/>
                    <a:pt x="73" y="32"/>
                    <a:pt x="63" y="25"/>
                  </a:cubicBezTo>
                  <a:cubicBezTo>
                    <a:pt x="58" y="21"/>
                    <a:pt x="61" y="18"/>
                    <a:pt x="54" y="19"/>
                  </a:cubicBezTo>
                  <a:cubicBezTo>
                    <a:pt x="47" y="19"/>
                    <a:pt x="33" y="34"/>
                    <a:pt x="27" y="35"/>
                  </a:cubicBezTo>
                  <a:cubicBezTo>
                    <a:pt x="18" y="37"/>
                    <a:pt x="4" y="50"/>
                    <a:pt x="1" y="44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1" name="Freeform 290">
              <a:extLst>
                <a:ext uri="{FF2B5EF4-FFF2-40B4-BE49-F238E27FC236}">
                  <a16:creationId xmlns:a16="http://schemas.microsoft.com/office/drawing/2014/main" id="{65F00635-C8B6-49CC-A97C-8AEF85E82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265"/>
              <a:ext cx="422" cy="237"/>
            </a:xfrm>
            <a:custGeom>
              <a:avLst/>
              <a:gdLst>
                <a:gd name="T0" fmla="*/ 104 w 228"/>
                <a:gd name="T1" fmla="*/ 363 h 128"/>
                <a:gd name="T2" fmla="*/ 202 w 228"/>
                <a:gd name="T3" fmla="*/ 476 h 128"/>
                <a:gd name="T4" fmla="*/ 298 w 228"/>
                <a:gd name="T5" fmla="*/ 418 h 128"/>
                <a:gd name="T6" fmla="*/ 544 w 228"/>
                <a:gd name="T7" fmla="*/ 322 h 128"/>
                <a:gd name="T8" fmla="*/ 798 w 228"/>
                <a:gd name="T9" fmla="*/ 254 h 128"/>
                <a:gd name="T10" fmla="*/ 918 w 228"/>
                <a:gd name="T11" fmla="*/ 261 h 128"/>
                <a:gd name="T12" fmla="*/ 1014 w 228"/>
                <a:gd name="T13" fmla="*/ 141 h 128"/>
                <a:gd name="T14" fmla="*/ 1111 w 228"/>
                <a:gd name="T15" fmla="*/ 148 h 128"/>
                <a:gd name="T16" fmla="*/ 1168 w 228"/>
                <a:gd name="T17" fmla="*/ 69 h 128"/>
                <a:gd name="T18" fmla="*/ 1229 w 228"/>
                <a:gd name="T19" fmla="*/ 52 h 128"/>
                <a:gd name="T20" fmla="*/ 1325 w 228"/>
                <a:gd name="T21" fmla="*/ 57 h 128"/>
                <a:gd name="T22" fmla="*/ 1349 w 228"/>
                <a:gd name="T23" fmla="*/ 0 h 128"/>
                <a:gd name="T24" fmla="*/ 1236 w 228"/>
                <a:gd name="T25" fmla="*/ 150 h 128"/>
                <a:gd name="T26" fmla="*/ 1244 w 228"/>
                <a:gd name="T27" fmla="*/ 306 h 128"/>
                <a:gd name="T28" fmla="*/ 946 w 228"/>
                <a:gd name="T29" fmla="*/ 343 h 128"/>
                <a:gd name="T30" fmla="*/ 620 w 228"/>
                <a:gd name="T31" fmla="*/ 394 h 128"/>
                <a:gd name="T32" fmla="*/ 342 w 228"/>
                <a:gd name="T33" fmla="*/ 500 h 128"/>
                <a:gd name="T34" fmla="*/ 431 w 228"/>
                <a:gd name="T35" fmla="*/ 768 h 128"/>
                <a:gd name="T36" fmla="*/ 209 w 228"/>
                <a:gd name="T37" fmla="*/ 552 h 128"/>
                <a:gd name="T38" fmla="*/ 65 w 228"/>
                <a:gd name="T39" fmla="*/ 291 h 128"/>
                <a:gd name="T40" fmla="*/ 120 w 228"/>
                <a:gd name="T41" fmla="*/ 426 h 1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8" h="128">
                  <a:moveTo>
                    <a:pt x="16" y="57"/>
                  </a:moveTo>
                  <a:cubicBezTo>
                    <a:pt x="18" y="64"/>
                    <a:pt x="23" y="74"/>
                    <a:pt x="32" y="75"/>
                  </a:cubicBezTo>
                  <a:cubicBezTo>
                    <a:pt x="40" y="76"/>
                    <a:pt x="40" y="70"/>
                    <a:pt x="47" y="66"/>
                  </a:cubicBezTo>
                  <a:cubicBezTo>
                    <a:pt x="58" y="59"/>
                    <a:pt x="73" y="58"/>
                    <a:pt x="86" y="51"/>
                  </a:cubicBezTo>
                  <a:cubicBezTo>
                    <a:pt x="98" y="46"/>
                    <a:pt x="112" y="38"/>
                    <a:pt x="126" y="40"/>
                  </a:cubicBezTo>
                  <a:cubicBezTo>
                    <a:pt x="134" y="41"/>
                    <a:pt x="137" y="45"/>
                    <a:pt x="145" y="41"/>
                  </a:cubicBezTo>
                  <a:cubicBezTo>
                    <a:pt x="153" y="38"/>
                    <a:pt x="157" y="30"/>
                    <a:pt x="160" y="22"/>
                  </a:cubicBezTo>
                  <a:cubicBezTo>
                    <a:pt x="167" y="23"/>
                    <a:pt x="169" y="26"/>
                    <a:pt x="175" y="23"/>
                  </a:cubicBezTo>
                  <a:cubicBezTo>
                    <a:pt x="179" y="21"/>
                    <a:pt x="181" y="14"/>
                    <a:pt x="184" y="11"/>
                  </a:cubicBezTo>
                  <a:cubicBezTo>
                    <a:pt x="190" y="5"/>
                    <a:pt x="187" y="7"/>
                    <a:pt x="194" y="8"/>
                  </a:cubicBezTo>
                  <a:cubicBezTo>
                    <a:pt x="200" y="9"/>
                    <a:pt x="203" y="13"/>
                    <a:pt x="209" y="9"/>
                  </a:cubicBezTo>
                  <a:cubicBezTo>
                    <a:pt x="209" y="4"/>
                    <a:pt x="211" y="2"/>
                    <a:pt x="213" y="0"/>
                  </a:cubicBezTo>
                  <a:cubicBezTo>
                    <a:pt x="228" y="13"/>
                    <a:pt x="203" y="18"/>
                    <a:pt x="195" y="24"/>
                  </a:cubicBezTo>
                  <a:cubicBezTo>
                    <a:pt x="183" y="32"/>
                    <a:pt x="181" y="43"/>
                    <a:pt x="196" y="48"/>
                  </a:cubicBezTo>
                  <a:cubicBezTo>
                    <a:pt x="179" y="48"/>
                    <a:pt x="164" y="47"/>
                    <a:pt x="149" y="54"/>
                  </a:cubicBezTo>
                  <a:cubicBezTo>
                    <a:pt x="131" y="62"/>
                    <a:pt x="117" y="59"/>
                    <a:pt x="98" y="62"/>
                  </a:cubicBezTo>
                  <a:cubicBezTo>
                    <a:pt x="86" y="63"/>
                    <a:pt x="61" y="68"/>
                    <a:pt x="54" y="79"/>
                  </a:cubicBezTo>
                  <a:cubicBezTo>
                    <a:pt x="46" y="91"/>
                    <a:pt x="60" y="113"/>
                    <a:pt x="68" y="121"/>
                  </a:cubicBezTo>
                  <a:cubicBezTo>
                    <a:pt x="51" y="128"/>
                    <a:pt x="45" y="95"/>
                    <a:pt x="33" y="87"/>
                  </a:cubicBezTo>
                  <a:cubicBezTo>
                    <a:pt x="16" y="77"/>
                    <a:pt x="0" y="71"/>
                    <a:pt x="10" y="46"/>
                  </a:cubicBezTo>
                  <a:cubicBezTo>
                    <a:pt x="14" y="52"/>
                    <a:pt x="15" y="61"/>
                    <a:pt x="19" y="67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2" name="Freeform 291">
              <a:extLst>
                <a:ext uri="{FF2B5EF4-FFF2-40B4-BE49-F238E27FC236}">
                  <a16:creationId xmlns:a16="http://schemas.microsoft.com/office/drawing/2014/main" id="{ACC4A5E0-B4B4-4FB8-A719-4B8025FE7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382"/>
              <a:ext cx="239" cy="118"/>
            </a:xfrm>
            <a:custGeom>
              <a:avLst/>
              <a:gdLst>
                <a:gd name="T0" fmla="*/ 687 w 129"/>
                <a:gd name="T1" fmla="*/ 57 h 64"/>
                <a:gd name="T2" fmla="*/ 693 w 129"/>
                <a:gd name="T3" fmla="*/ 251 h 64"/>
                <a:gd name="T4" fmla="*/ 591 w 129"/>
                <a:gd name="T5" fmla="*/ 306 h 64"/>
                <a:gd name="T6" fmla="*/ 484 w 129"/>
                <a:gd name="T7" fmla="*/ 339 h 64"/>
                <a:gd name="T8" fmla="*/ 230 w 129"/>
                <a:gd name="T9" fmla="*/ 306 h 64"/>
                <a:gd name="T10" fmla="*/ 13 w 129"/>
                <a:gd name="T11" fmla="*/ 225 h 64"/>
                <a:gd name="T12" fmla="*/ 343 w 129"/>
                <a:gd name="T13" fmla="*/ 382 h 64"/>
                <a:gd name="T14" fmla="*/ 669 w 129"/>
                <a:gd name="T15" fmla="*/ 350 h 64"/>
                <a:gd name="T16" fmla="*/ 769 w 129"/>
                <a:gd name="T17" fmla="*/ 140 h 64"/>
                <a:gd name="T18" fmla="*/ 813 w 129"/>
                <a:gd name="T19" fmla="*/ 37 h 64"/>
                <a:gd name="T20" fmla="*/ 708 w 129"/>
                <a:gd name="T21" fmla="*/ 37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64">
                  <a:moveTo>
                    <a:pt x="108" y="9"/>
                  </a:moveTo>
                  <a:cubicBezTo>
                    <a:pt x="115" y="16"/>
                    <a:pt x="116" y="32"/>
                    <a:pt x="109" y="40"/>
                  </a:cubicBezTo>
                  <a:cubicBezTo>
                    <a:pt x="105" y="43"/>
                    <a:pt x="97" y="46"/>
                    <a:pt x="93" y="49"/>
                  </a:cubicBezTo>
                  <a:cubicBezTo>
                    <a:pt x="86" y="54"/>
                    <a:pt x="86" y="56"/>
                    <a:pt x="76" y="54"/>
                  </a:cubicBezTo>
                  <a:cubicBezTo>
                    <a:pt x="64" y="53"/>
                    <a:pt x="48" y="52"/>
                    <a:pt x="36" y="49"/>
                  </a:cubicBezTo>
                  <a:cubicBezTo>
                    <a:pt x="24" y="46"/>
                    <a:pt x="15" y="35"/>
                    <a:pt x="2" y="36"/>
                  </a:cubicBezTo>
                  <a:cubicBezTo>
                    <a:pt x="0" y="53"/>
                    <a:pt x="41" y="61"/>
                    <a:pt x="54" y="61"/>
                  </a:cubicBezTo>
                  <a:cubicBezTo>
                    <a:pt x="69" y="62"/>
                    <a:pt x="93" y="64"/>
                    <a:pt x="105" y="56"/>
                  </a:cubicBezTo>
                  <a:cubicBezTo>
                    <a:pt x="116" y="48"/>
                    <a:pt x="116" y="34"/>
                    <a:pt x="121" y="22"/>
                  </a:cubicBezTo>
                  <a:cubicBezTo>
                    <a:pt x="123" y="19"/>
                    <a:pt x="129" y="10"/>
                    <a:pt x="128" y="6"/>
                  </a:cubicBezTo>
                  <a:cubicBezTo>
                    <a:pt x="125" y="0"/>
                    <a:pt x="114" y="2"/>
                    <a:pt x="111" y="6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3" name="Freeform 292">
              <a:extLst>
                <a:ext uri="{FF2B5EF4-FFF2-40B4-BE49-F238E27FC236}">
                  <a16:creationId xmlns:a16="http://schemas.microsoft.com/office/drawing/2014/main" id="{04516E28-1043-423F-B134-22EA13A41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393"/>
              <a:ext cx="143" cy="81"/>
            </a:xfrm>
            <a:custGeom>
              <a:avLst/>
              <a:gdLst>
                <a:gd name="T0" fmla="*/ 366 w 77"/>
                <a:gd name="T1" fmla="*/ 37 h 44"/>
                <a:gd name="T2" fmla="*/ 358 w 77"/>
                <a:gd name="T3" fmla="*/ 125 h 44"/>
                <a:gd name="T4" fmla="*/ 282 w 77"/>
                <a:gd name="T5" fmla="*/ 96 h 44"/>
                <a:gd name="T6" fmla="*/ 97 w 77"/>
                <a:gd name="T7" fmla="*/ 81 h 44"/>
                <a:gd name="T8" fmla="*/ 301 w 77"/>
                <a:gd name="T9" fmla="*/ 169 h 44"/>
                <a:gd name="T10" fmla="*/ 269 w 77"/>
                <a:gd name="T11" fmla="*/ 254 h 44"/>
                <a:gd name="T12" fmla="*/ 379 w 77"/>
                <a:gd name="T13" fmla="*/ 156 h 44"/>
                <a:gd name="T14" fmla="*/ 470 w 77"/>
                <a:gd name="T15" fmla="*/ 177 h 44"/>
                <a:gd name="T16" fmla="*/ 442 w 77"/>
                <a:gd name="T17" fmla="*/ 75 h 44"/>
                <a:gd name="T18" fmla="*/ 472 w 77"/>
                <a:gd name="T19" fmla="*/ 31 h 44"/>
                <a:gd name="T20" fmla="*/ 390 w 77"/>
                <a:gd name="T21" fmla="*/ 0 h 44"/>
                <a:gd name="T22" fmla="*/ 383 w 77"/>
                <a:gd name="T23" fmla="*/ 2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44">
                  <a:moveTo>
                    <a:pt x="57" y="6"/>
                  </a:moveTo>
                  <a:cubicBezTo>
                    <a:pt x="62" y="10"/>
                    <a:pt x="58" y="16"/>
                    <a:pt x="56" y="20"/>
                  </a:cubicBezTo>
                  <a:cubicBezTo>
                    <a:pt x="52" y="20"/>
                    <a:pt x="47" y="18"/>
                    <a:pt x="44" y="15"/>
                  </a:cubicBezTo>
                  <a:cubicBezTo>
                    <a:pt x="49" y="38"/>
                    <a:pt x="19" y="14"/>
                    <a:pt x="15" y="13"/>
                  </a:cubicBezTo>
                  <a:cubicBezTo>
                    <a:pt x="0" y="30"/>
                    <a:pt x="41" y="28"/>
                    <a:pt x="47" y="27"/>
                  </a:cubicBezTo>
                  <a:cubicBezTo>
                    <a:pt x="46" y="32"/>
                    <a:pt x="42" y="36"/>
                    <a:pt x="42" y="41"/>
                  </a:cubicBezTo>
                  <a:cubicBezTo>
                    <a:pt x="49" y="44"/>
                    <a:pt x="56" y="31"/>
                    <a:pt x="59" y="25"/>
                  </a:cubicBezTo>
                  <a:cubicBezTo>
                    <a:pt x="63" y="27"/>
                    <a:pt x="68" y="28"/>
                    <a:pt x="73" y="28"/>
                  </a:cubicBezTo>
                  <a:cubicBezTo>
                    <a:pt x="77" y="21"/>
                    <a:pt x="69" y="18"/>
                    <a:pt x="69" y="12"/>
                  </a:cubicBezTo>
                  <a:cubicBezTo>
                    <a:pt x="73" y="10"/>
                    <a:pt x="73" y="9"/>
                    <a:pt x="74" y="5"/>
                  </a:cubicBezTo>
                  <a:cubicBezTo>
                    <a:pt x="69" y="5"/>
                    <a:pt x="65" y="3"/>
                    <a:pt x="61" y="0"/>
                  </a:cubicBezTo>
                  <a:cubicBezTo>
                    <a:pt x="59" y="1"/>
                    <a:pt x="60" y="1"/>
                    <a:pt x="60" y="3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4" name="Freeform 293">
              <a:extLst>
                <a:ext uri="{FF2B5EF4-FFF2-40B4-BE49-F238E27FC236}">
                  <a16:creationId xmlns:a16="http://schemas.microsoft.com/office/drawing/2014/main" id="{39969990-8DA9-4652-B568-268C0155F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211"/>
              <a:ext cx="94" cy="117"/>
            </a:xfrm>
            <a:custGeom>
              <a:avLst/>
              <a:gdLst>
                <a:gd name="T0" fmla="*/ 105 w 51"/>
                <a:gd name="T1" fmla="*/ 84 h 63"/>
                <a:gd name="T2" fmla="*/ 0 w 51"/>
                <a:gd name="T3" fmla="*/ 13 h 63"/>
                <a:gd name="T4" fmla="*/ 157 w 51"/>
                <a:gd name="T5" fmla="*/ 201 h 63"/>
                <a:gd name="T6" fmla="*/ 295 w 51"/>
                <a:gd name="T7" fmla="*/ 403 h 63"/>
                <a:gd name="T8" fmla="*/ 230 w 51"/>
                <a:gd name="T9" fmla="*/ 204 h 63"/>
                <a:gd name="T10" fmla="*/ 289 w 51"/>
                <a:gd name="T11" fmla="*/ 0 h 63"/>
                <a:gd name="T12" fmla="*/ 105 w 51"/>
                <a:gd name="T13" fmla="*/ 84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63">
                  <a:moveTo>
                    <a:pt x="17" y="13"/>
                  </a:moveTo>
                  <a:cubicBezTo>
                    <a:pt x="11" y="9"/>
                    <a:pt x="6" y="5"/>
                    <a:pt x="0" y="2"/>
                  </a:cubicBezTo>
                  <a:cubicBezTo>
                    <a:pt x="3" y="17"/>
                    <a:pt x="18" y="19"/>
                    <a:pt x="25" y="31"/>
                  </a:cubicBezTo>
                  <a:cubicBezTo>
                    <a:pt x="33" y="42"/>
                    <a:pt x="28" y="62"/>
                    <a:pt x="47" y="63"/>
                  </a:cubicBezTo>
                  <a:cubicBezTo>
                    <a:pt x="43" y="55"/>
                    <a:pt x="37" y="42"/>
                    <a:pt x="37" y="32"/>
                  </a:cubicBezTo>
                  <a:cubicBezTo>
                    <a:pt x="38" y="21"/>
                    <a:pt x="51" y="11"/>
                    <a:pt x="46" y="0"/>
                  </a:cubicBezTo>
                  <a:cubicBezTo>
                    <a:pt x="46" y="0"/>
                    <a:pt x="39" y="26"/>
                    <a:pt x="17" y="13"/>
                  </a:cubicBezTo>
                  <a:close/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5" name="Freeform 294">
              <a:extLst>
                <a:ext uri="{FF2B5EF4-FFF2-40B4-BE49-F238E27FC236}">
                  <a16:creationId xmlns:a16="http://schemas.microsoft.com/office/drawing/2014/main" id="{4EE1A25F-A92E-4013-AF22-08FF44CB5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107"/>
              <a:ext cx="86" cy="165"/>
            </a:xfrm>
            <a:custGeom>
              <a:avLst/>
              <a:gdLst>
                <a:gd name="T0" fmla="*/ 60 w 46"/>
                <a:gd name="T1" fmla="*/ 193 h 89"/>
                <a:gd name="T2" fmla="*/ 165 w 46"/>
                <a:gd name="T3" fmla="*/ 382 h 89"/>
                <a:gd name="T4" fmla="*/ 60 w 46"/>
                <a:gd name="T5" fmla="*/ 567 h 89"/>
                <a:gd name="T6" fmla="*/ 262 w 46"/>
                <a:gd name="T7" fmla="*/ 306 h 89"/>
                <a:gd name="T8" fmla="*/ 280 w 46"/>
                <a:gd name="T9" fmla="*/ 165 h 89"/>
                <a:gd name="T10" fmla="*/ 269 w 46"/>
                <a:gd name="T11" fmla="*/ 0 h 89"/>
                <a:gd name="T12" fmla="*/ 189 w 46"/>
                <a:gd name="T13" fmla="*/ 148 h 89"/>
                <a:gd name="T14" fmla="*/ 0 w 46"/>
                <a:gd name="T15" fmla="*/ 104 h 89"/>
                <a:gd name="T16" fmla="*/ 92 w 46"/>
                <a:gd name="T17" fmla="*/ 197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89">
                  <a:moveTo>
                    <a:pt x="9" y="30"/>
                  </a:moveTo>
                  <a:cubicBezTo>
                    <a:pt x="20" y="34"/>
                    <a:pt x="29" y="48"/>
                    <a:pt x="25" y="60"/>
                  </a:cubicBezTo>
                  <a:cubicBezTo>
                    <a:pt x="22" y="71"/>
                    <a:pt x="10" y="78"/>
                    <a:pt x="9" y="89"/>
                  </a:cubicBezTo>
                  <a:cubicBezTo>
                    <a:pt x="21" y="76"/>
                    <a:pt x="31" y="62"/>
                    <a:pt x="40" y="48"/>
                  </a:cubicBezTo>
                  <a:cubicBezTo>
                    <a:pt x="46" y="38"/>
                    <a:pt x="46" y="37"/>
                    <a:pt x="43" y="26"/>
                  </a:cubicBezTo>
                  <a:cubicBezTo>
                    <a:pt x="41" y="18"/>
                    <a:pt x="41" y="9"/>
                    <a:pt x="41" y="0"/>
                  </a:cubicBezTo>
                  <a:cubicBezTo>
                    <a:pt x="37" y="7"/>
                    <a:pt x="37" y="20"/>
                    <a:pt x="29" y="23"/>
                  </a:cubicBezTo>
                  <a:cubicBezTo>
                    <a:pt x="21" y="26"/>
                    <a:pt x="6" y="20"/>
                    <a:pt x="0" y="16"/>
                  </a:cubicBezTo>
                  <a:cubicBezTo>
                    <a:pt x="4" y="22"/>
                    <a:pt x="8" y="27"/>
                    <a:pt x="14" y="31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6" name="Freeform 295">
              <a:extLst>
                <a:ext uri="{FF2B5EF4-FFF2-40B4-BE49-F238E27FC236}">
                  <a16:creationId xmlns:a16="http://schemas.microsoft.com/office/drawing/2014/main" id="{47F42752-8F6D-4F2A-BE92-FD0BE9441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922"/>
              <a:ext cx="206" cy="193"/>
            </a:xfrm>
            <a:custGeom>
              <a:avLst/>
              <a:gdLst>
                <a:gd name="T0" fmla="*/ 7 w 111"/>
                <a:gd name="T1" fmla="*/ 633 h 104"/>
                <a:gd name="T2" fmla="*/ 13 w 111"/>
                <a:gd name="T3" fmla="*/ 555 h 104"/>
                <a:gd name="T4" fmla="*/ 113 w 111"/>
                <a:gd name="T5" fmla="*/ 588 h 104"/>
                <a:gd name="T6" fmla="*/ 238 w 111"/>
                <a:gd name="T7" fmla="*/ 555 h 104"/>
                <a:gd name="T8" fmla="*/ 403 w 111"/>
                <a:gd name="T9" fmla="*/ 403 h 104"/>
                <a:gd name="T10" fmla="*/ 403 w 111"/>
                <a:gd name="T11" fmla="*/ 282 h 104"/>
                <a:gd name="T12" fmla="*/ 507 w 111"/>
                <a:gd name="T13" fmla="*/ 193 h 104"/>
                <a:gd name="T14" fmla="*/ 709 w 111"/>
                <a:gd name="T15" fmla="*/ 20 h 104"/>
                <a:gd name="T16" fmla="*/ 516 w 111"/>
                <a:gd name="T17" fmla="*/ 299 h 104"/>
                <a:gd name="T18" fmla="*/ 507 w 111"/>
                <a:gd name="T19" fmla="*/ 510 h 104"/>
                <a:gd name="T20" fmla="*/ 366 w 111"/>
                <a:gd name="T21" fmla="*/ 627 h 104"/>
                <a:gd name="T22" fmla="*/ 141 w 111"/>
                <a:gd name="T23" fmla="*/ 664 h 1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1" h="104">
                  <a:moveTo>
                    <a:pt x="1" y="99"/>
                  </a:moveTo>
                  <a:cubicBezTo>
                    <a:pt x="0" y="95"/>
                    <a:pt x="0" y="91"/>
                    <a:pt x="2" y="87"/>
                  </a:cubicBezTo>
                  <a:cubicBezTo>
                    <a:pt x="7" y="85"/>
                    <a:pt x="12" y="91"/>
                    <a:pt x="18" y="92"/>
                  </a:cubicBezTo>
                  <a:cubicBezTo>
                    <a:pt x="25" y="93"/>
                    <a:pt x="31" y="90"/>
                    <a:pt x="37" y="87"/>
                  </a:cubicBezTo>
                  <a:cubicBezTo>
                    <a:pt x="50" y="83"/>
                    <a:pt x="61" y="78"/>
                    <a:pt x="63" y="63"/>
                  </a:cubicBezTo>
                  <a:cubicBezTo>
                    <a:pt x="64" y="58"/>
                    <a:pt x="61" y="50"/>
                    <a:pt x="63" y="44"/>
                  </a:cubicBezTo>
                  <a:cubicBezTo>
                    <a:pt x="66" y="38"/>
                    <a:pt x="75" y="35"/>
                    <a:pt x="79" y="30"/>
                  </a:cubicBezTo>
                  <a:cubicBezTo>
                    <a:pt x="87" y="20"/>
                    <a:pt x="95" y="0"/>
                    <a:pt x="111" y="3"/>
                  </a:cubicBezTo>
                  <a:cubicBezTo>
                    <a:pt x="110" y="18"/>
                    <a:pt x="87" y="31"/>
                    <a:pt x="81" y="47"/>
                  </a:cubicBezTo>
                  <a:cubicBezTo>
                    <a:pt x="78" y="57"/>
                    <a:pt x="83" y="71"/>
                    <a:pt x="79" y="80"/>
                  </a:cubicBezTo>
                  <a:cubicBezTo>
                    <a:pt x="76" y="86"/>
                    <a:pt x="64" y="94"/>
                    <a:pt x="57" y="98"/>
                  </a:cubicBezTo>
                  <a:cubicBezTo>
                    <a:pt x="48" y="104"/>
                    <a:pt x="33" y="102"/>
                    <a:pt x="22" y="104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7" name="Freeform 296">
              <a:extLst>
                <a:ext uri="{FF2B5EF4-FFF2-40B4-BE49-F238E27FC236}">
                  <a16:creationId xmlns:a16="http://schemas.microsoft.com/office/drawing/2014/main" id="{83D210B0-6026-4518-BD57-623D7A667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978"/>
              <a:ext cx="93" cy="113"/>
            </a:xfrm>
            <a:custGeom>
              <a:avLst/>
              <a:gdLst>
                <a:gd name="T0" fmla="*/ 52 w 50"/>
                <a:gd name="T1" fmla="*/ 133 h 61"/>
                <a:gd name="T2" fmla="*/ 201 w 50"/>
                <a:gd name="T3" fmla="*/ 96 h 61"/>
                <a:gd name="T4" fmla="*/ 314 w 50"/>
                <a:gd name="T5" fmla="*/ 0 h 61"/>
                <a:gd name="T6" fmla="*/ 208 w 50"/>
                <a:gd name="T7" fmla="*/ 128 h 61"/>
                <a:gd name="T8" fmla="*/ 322 w 50"/>
                <a:gd name="T9" fmla="*/ 222 h 61"/>
                <a:gd name="T10" fmla="*/ 0 w 50"/>
                <a:gd name="T11" fmla="*/ 387 h 61"/>
                <a:gd name="T12" fmla="*/ 97 w 50"/>
                <a:gd name="T13" fmla="*/ 261 h 61"/>
                <a:gd name="T14" fmla="*/ 52 w 50"/>
                <a:gd name="T15" fmla="*/ 13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61">
                  <a:moveTo>
                    <a:pt x="8" y="21"/>
                  </a:moveTo>
                  <a:cubicBezTo>
                    <a:pt x="16" y="18"/>
                    <a:pt x="24" y="21"/>
                    <a:pt x="31" y="15"/>
                  </a:cubicBezTo>
                  <a:cubicBezTo>
                    <a:pt x="39" y="10"/>
                    <a:pt x="41" y="3"/>
                    <a:pt x="49" y="0"/>
                  </a:cubicBezTo>
                  <a:cubicBezTo>
                    <a:pt x="46" y="8"/>
                    <a:pt x="34" y="11"/>
                    <a:pt x="32" y="20"/>
                  </a:cubicBezTo>
                  <a:cubicBezTo>
                    <a:pt x="28" y="32"/>
                    <a:pt x="39" y="35"/>
                    <a:pt x="50" y="35"/>
                  </a:cubicBezTo>
                  <a:cubicBezTo>
                    <a:pt x="31" y="38"/>
                    <a:pt x="15" y="45"/>
                    <a:pt x="0" y="61"/>
                  </a:cubicBezTo>
                  <a:cubicBezTo>
                    <a:pt x="1" y="52"/>
                    <a:pt x="11" y="49"/>
                    <a:pt x="15" y="41"/>
                  </a:cubicBezTo>
                  <a:cubicBezTo>
                    <a:pt x="20" y="32"/>
                    <a:pt x="35" y="25"/>
                    <a:pt x="8" y="21"/>
                  </a:cubicBezTo>
                  <a:close/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8" name="Freeform 297">
              <a:extLst>
                <a:ext uri="{FF2B5EF4-FFF2-40B4-BE49-F238E27FC236}">
                  <a16:creationId xmlns:a16="http://schemas.microsoft.com/office/drawing/2014/main" id="{BEBEC103-B5C4-4FA0-B998-8F552066F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100"/>
              <a:ext cx="53" cy="80"/>
            </a:xfrm>
            <a:custGeom>
              <a:avLst/>
              <a:gdLst>
                <a:gd name="T0" fmla="*/ 177 w 29"/>
                <a:gd name="T1" fmla="*/ 37 h 43"/>
                <a:gd name="T2" fmla="*/ 164 w 29"/>
                <a:gd name="T3" fmla="*/ 277 h 43"/>
                <a:gd name="T4" fmla="*/ 0 w 29"/>
                <a:gd name="T5" fmla="*/ 270 h 43"/>
                <a:gd name="T6" fmla="*/ 124 w 29"/>
                <a:gd name="T7" fmla="*/ 201 h 43"/>
                <a:gd name="T8" fmla="*/ 177 w 2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3">
                  <a:moveTo>
                    <a:pt x="29" y="6"/>
                  </a:moveTo>
                  <a:cubicBezTo>
                    <a:pt x="27" y="17"/>
                    <a:pt x="20" y="32"/>
                    <a:pt x="27" y="43"/>
                  </a:cubicBezTo>
                  <a:cubicBezTo>
                    <a:pt x="21" y="34"/>
                    <a:pt x="9" y="43"/>
                    <a:pt x="0" y="42"/>
                  </a:cubicBezTo>
                  <a:cubicBezTo>
                    <a:pt x="6" y="35"/>
                    <a:pt x="12" y="34"/>
                    <a:pt x="20" y="31"/>
                  </a:cubicBezTo>
                  <a:cubicBezTo>
                    <a:pt x="17" y="20"/>
                    <a:pt x="20" y="8"/>
                    <a:pt x="29" y="0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9" name="Freeform 298">
              <a:extLst>
                <a:ext uri="{FF2B5EF4-FFF2-40B4-BE49-F238E27FC236}">
                  <a16:creationId xmlns:a16="http://schemas.microsoft.com/office/drawing/2014/main" id="{3E2731F0-DF94-4FF0-B09E-4E9ED3D2D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111"/>
              <a:ext cx="106" cy="93"/>
            </a:xfrm>
            <a:custGeom>
              <a:avLst/>
              <a:gdLst>
                <a:gd name="T0" fmla="*/ 141 w 57"/>
                <a:gd name="T1" fmla="*/ 208 h 50"/>
                <a:gd name="T2" fmla="*/ 160 w 57"/>
                <a:gd name="T3" fmla="*/ 322 h 50"/>
                <a:gd name="T4" fmla="*/ 366 w 57"/>
                <a:gd name="T5" fmla="*/ 149 h 50"/>
                <a:gd name="T6" fmla="*/ 84 w 57"/>
                <a:gd name="T7" fmla="*/ 0 h 50"/>
                <a:gd name="T8" fmla="*/ 0 w 57"/>
                <a:gd name="T9" fmla="*/ 173 h 50"/>
                <a:gd name="T10" fmla="*/ 121 w 57"/>
                <a:gd name="T11" fmla="*/ 186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0">
                  <a:moveTo>
                    <a:pt x="22" y="32"/>
                  </a:moveTo>
                  <a:cubicBezTo>
                    <a:pt x="25" y="37"/>
                    <a:pt x="22" y="44"/>
                    <a:pt x="25" y="50"/>
                  </a:cubicBezTo>
                  <a:cubicBezTo>
                    <a:pt x="23" y="26"/>
                    <a:pt x="42" y="31"/>
                    <a:pt x="57" y="23"/>
                  </a:cubicBezTo>
                  <a:cubicBezTo>
                    <a:pt x="39" y="23"/>
                    <a:pt x="10" y="27"/>
                    <a:pt x="13" y="0"/>
                  </a:cubicBezTo>
                  <a:cubicBezTo>
                    <a:pt x="11" y="12"/>
                    <a:pt x="11" y="19"/>
                    <a:pt x="0" y="27"/>
                  </a:cubicBezTo>
                  <a:cubicBezTo>
                    <a:pt x="7" y="23"/>
                    <a:pt x="16" y="16"/>
                    <a:pt x="19" y="29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0" name="Freeform 299">
              <a:extLst>
                <a:ext uri="{FF2B5EF4-FFF2-40B4-BE49-F238E27FC236}">
                  <a16:creationId xmlns:a16="http://schemas.microsoft.com/office/drawing/2014/main" id="{E4E976B0-05D0-46E3-910E-C1F73ABBF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000"/>
              <a:ext cx="152" cy="141"/>
            </a:xfrm>
            <a:custGeom>
              <a:avLst/>
              <a:gdLst>
                <a:gd name="T0" fmla="*/ 52 w 82"/>
                <a:gd name="T1" fmla="*/ 286 h 76"/>
                <a:gd name="T2" fmla="*/ 89 w 82"/>
                <a:gd name="T3" fmla="*/ 286 h 76"/>
                <a:gd name="T4" fmla="*/ 196 w 82"/>
                <a:gd name="T5" fmla="*/ 254 h 76"/>
                <a:gd name="T6" fmla="*/ 293 w 82"/>
                <a:gd name="T7" fmla="*/ 173 h 76"/>
                <a:gd name="T8" fmla="*/ 410 w 82"/>
                <a:gd name="T9" fmla="*/ 121 h 76"/>
                <a:gd name="T10" fmla="*/ 508 w 82"/>
                <a:gd name="T11" fmla="*/ 0 h 76"/>
                <a:gd name="T12" fmla="*/ 478 w 82"/>
                <a:gd name="T13" fmla="*/ 217 h 76"/>
                <a:gd name="T14" fmla="*/ 306 w 82"/>
                <a:gd name="T15" fmla="*/ 314 h 76"/>
                <a:gd name="T16" fmla="*/ 32 w 82"/>
                <a:gd name="T17" fmla="*/ 321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76">
                  <a:moveTo>
                    <a:pt x="8" y="45"/>
                  </a:moveTo>
                  <a:cubicBezTo>
                    <a:pt x="0" y="45"/>
                    <a:pt x="13" y="45"/>
                    <a:pt x="14" y="45"/>
                  </a:cubicBezTo>
                  <a:cubicBezTo>
                    <a:pt x="19" y="44"/>
                    <a:pt x="27" y="42"/>
                    <a:pt x="31" y="40"/>
                  </a:cubicBezTo>
                  <a:cubicBezTo>
                    <a:pt x="38" y="37"/>
                    <a:pt x="40" y="31"/>
                    <a:pt x="46" y="27"/>
                  </a:cubicBezTo>
                  <a:cubicBezTo>
                    <a:pt x="51" y="23"/>
                    <a:pt x="57" y="24"/>
                    <a:pt x="64" y="19"/>
                  </a:cubicBezTo>
                  <a:cubicBezTo>
                    <a:pt x="71" y="15"/>
                    <a:pt x="74" y="6"/>
                    <a:pt x="80" y="0"/>
                  </a:cubicBezTo>
                  <a:cubicBezTo>
                    <a:pt x="82" y="9"/>
                    <a:pt x="79" y="26"/>
                    <a:pt x="75" y="34"/>
                  </a:cubicBezTo>
                  <a:cubicBezTo>
                    <a:pt x="69" y="45"/>
                    <a:pt x="58" y="45"/>
                    <a:pt x="48" y="49"/>
                  </a:cubicBezTo>
                  <a:cubicBezTo>
                    <a:pt x="34" y="56"/>
                    <a:pt x="13" y="76"/>
                    <a:pt x="5" y="50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1" name="Freeform 300">
              <a:extLst>
                <a:ext uri="{FF2B5EF4-FFF2-40B4-BE49-F238E27FC236}">
                  <a16:creationId xmlns:a16="http://schemas.microsoft.com/office/drawing/2014/main" id="{5A4DEC9F-5BD6-489A-9D31-BFD817E6A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006"/>
              <a:ext cx="80" cy="83"/>
            </a:xfrm>
            <a:custGeom>
              <a:avLst/>
              <a:gdLst>
                <a:gd name="T0" fmla="*/ 97 w 43"/>
                <a:gd name="T1" fmla="*/ 282 h 45"/>
                <a:gd name="T2" fmla="*/ 0 w 43"/>
                <a:gd name="T3" fmla="*/ 52 h 45"/>
                <a:gd name="T4" fmla="*/ 277 w 43"/>
                <a:gd name="T5" fmla="*/ 142 h 45"/>
                <a:gd name="T6" fmla="*/ 149 w 43"/>
                <a:gd name="T7" fmla="*/ 140 h 45"/>
                <a:gd name="T8" fmla="*/ 97 w 43"/>
                <a:gd name="T9" fmla="*/ 25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5">
                  <a:moveTo>
                    <a:pt x="15" y="45"/>
                  </a:moveTo>
                  <a:cubicBezTo>
                    <a:pt x="13" y="30"/>
                    <a:pt x="0" y="25"/>
                    <a:pt x="0" y="8"/>
                  </a:cubicBezTo>
                  <a:cubicBezTo>
                    <a:pt x="14" y="21"/>
                    <a:pt x="31" y="0"/>
                    <a:pt x="43" y="23"/>
                  </a:cubicBezTo>
                  <a:cubicBezTo>
                    <a:pt x="36" y="22"/>
                    <a:pt x="29" y="17"/>
                    <a:pt x="23" y="22"/>
                  </a:cubicBezTo>
                  <a:cubicBezTo>
                    <a:pt x="16" y="26"/>
                    <a:pt x="18" y="35"/>
                    <a:pt x="15" y="41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2" name="Freeform 301">
              <a:extLst>
                <a:ext uri="{FF2B5EF4-FFF2-40B4-BE49-F238E27FC236}">
                  <a16:creationId xmlns:a16="http://schemas.microsoft.com/office/drawing/2014/main" id="{67D07873-CA16-4BA6-B22C-83DBD8953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069"/>
              <a:ext cx="46" cy="150"/>
            </a:xfrm>
            <a:custGeom>
              <a:avLst/>
              <a:gdLst>
                <a:gd name="T0" fmla="*/ 37 w 25"/>
                <a:gd name="T1" fmla="*/ 515 h 81"/>
                <a:gd name="T2" fmla="*/ 96 w 25"/>
                <a:gd name="T3" fmla="*/ 222 h 81"/>
                <a:gd name="T4" fmla="*/ 37 w 25"/>
                <a:gd name="T5" fmla="*/ 0 h 81"/>
                <a:gd name="T6" fmla="*/ 20 w 25"/>
                <a:gd name="T7" fmla="*/ 274 h 81"/>
                <a:gd name="T8" fmla="*/ 31 w 25"/>
                <a:gd name="T9" fmla="*/ 515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81">
                  <a:moveTo>
                    <a:pt x="6" y="81"/>
                  </a:moveTo>
                  <a:cubicBezTo>
                    <a:pt x="17" y="64"/>
                    <a:pt x="16" y="53"/>
                    <a:pt x="15" y="35"/>
                  </a:cubicBezTo>
                  <a:cubicBezTo>
                    <a:pt x="15" y="23"/>
                    <a:pt x="25" y="3"/>
                    <a:pt x="6" y="0"/>
                  </a:cubicBezTo>
                  <a:cubicBezTo>
                    <a:pt x="0" y="13"/>
                    <a:pt x="6" y="30"/>
                    <a:pt x="3" y="43"/>
                  </a:cubicBezTo>
                  <a:cubicBezTo>
                    <a:pt x="0" y="58"/>
                    <a:pt x="1" y="66"/>
                    <a:pt x="5" y="81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3" name="Freeform 302">
              <a:extLst>
                <a:ext uri="{FF2B5EF4-FFF2-40B4-BE49-F238E27FC236}">
                  <a16:creationId xmlns:a16="http://schemas.microsoft.com/office/drawing/2014/main" id="{EF9D36C9-9F39-438F-979E-C298B257C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178"/>
              <a:ext cx="111" cy="87"/>
            </a:xfrm>
            <a:custGeom>
              <a:avLst/>
              <a:gdLst>
                <a:gd name="T0" fmla="*/ 0 w 60"/>
                <a:gd name="T1" fmla="*/ 217 h 47"/>
                <a:gd name="T2" fmla="*/ 104 w 60"/>
                <a:gd name="T3" fmla="*/ 0 h 47"/>
                <a:gd name="T4" fmla="*/ 178 w 60"/>
                <a:gd name="T5" fmla="*/ 96 h 47"/>
                <a:gd name="T6" fmla="*/ 246 w 60"/>
                <a:gd name="T7" fmla="*/ 7 h 47"/>
                <a:gd name="T8" fmla="*/ 253 w 60"/>
                <a:gd name="T9" fmla="*/ 157 h 47"/>
                <a:gd name="T10" fmla="*/ 335 w 60"/>
                <a:gd name="T11" fmla="*/ 81 h 47"/>
                <a:gd name="T12" fmla="*/ 342 w 60"/>
                <a:gd name="T13" fmla="*/ 278 h 47"/>
                <a:gd name="T14" fmla="*/ 172 w 60"/>
                <a:gd name="T15" fmla="*/ 274 h 47"/>
                <a:gd name="T16" fmla="*/ 13 w 60"/>
                <a:gd name="T17" fmla="*/ 23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7">
                  <a:moveTo>
                    <a:pt x="0" y="34"/>
                  </a:moveTo>
                  <a:cubicBezTo>
                    <a:pt x="11" y="32"/>
                    <a:pt x="21" y="10"/>
                    <a:pt x="16" y="0"/>
                  </a:cubicBezTo>
                  <a:cubicBezTo>
                    <a:pt x="18" y="3"/>
                    <a:pt x="24" y="15"/>
                    <a:pt x="28" y="15"/>
                  </a:cubicBezTo>
                  <a:cubicBezTo>
                    <a:pt x="34" y="15"/>
                    <a:pt x="36" y="5"/>
                    <a:pt x="39" y="1"/>
                  </a:cubicBezTo>
                  <a:cubicBezTo>
                    <a:pt x="41" y="11"/>
                    <a:pt x="42" y="16"/>
                    <a:pt x="40" y="25"/>
                  </a:cubicBezTo>
                  <a:cubicBezTo>
                    <a:pt x="45" y="22"/>
                    <a:pt x="49" y="16"/>
                    <a:pt x="53" y="13"/>
                  </a:cubicBezTo>
                  <a:cubicBezTo>
                    <a:pt x="59" y="24"/>
                    <a:pt x="60" y="33"/>
                    <a:pt x="54" y="44"/>
                  </a:cubicBezTo>
                  <a:cubicBezTo>
                    <a:pt x="45" y="47"/>
                    <a:pt x="35" y="45"/>
                    <a:pt x="27" y="43"/>
                  </a:cubicBezTo>
                  <a:cubicBezTo>
                    <a:pt x="20" y="41"/>
                    <a:pt x="6" y="41"/>
                    <a:pt x="2" y="36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4" name="Freeform 303">
              <a:extLst>
                <a:ext uri="{FF2B5EF4-FFF2-40B4-BE49-F238E27FC236}">
                  <a16:creationId xmlns:a16="http://schemas.microsoft.com/office/drawing/2014/main" id="{1DBBAAEE-22AA-4ED1-9BB5-BFAAA674D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085"/>
              <a:ext cx="35" cy="95"/>
            </a:xfrm>
            <a:custGeom>
              <a:avLst/>
              <a:gdLst>
                <a:gd name="T0" fmla="*/ 0 w 19"/>
                <a:gd name="T1" fmla="*/ 0 h 51"/>
                <a:gd name="T2" fmla="*/ 13 w 19"/>
                <a:gd name="T3" fmla="*/ 173 h 51"/>
                <a:gd name="T4" fmla="*/ 57 w 19"/>
                <a:gd name="T5" fmla="*/ 330 h 51"/>
                <a:gd name="T6" fmla="*/ 52 w 19"/>
                <a:gd name="T7" fmla="*/ 212 h 51"/>
                <a:gd name="T8" fmla="*/ 118 w 19"/>
                <a:gd name="T9" fmla="*/ 305 h 51"/>
                <a:gd name="T10" fmla="*/ 68 w 19"/>
                <a:gd name="T11" fmla="*/ 129 h 51"/>
                <a:gd name="T12" fmla="*/ 81 w 19"/>
                <a:gd name="T13" fmla="*/ 84 h 51"/>
                <a:gd name="T14" fmla="*/ 20 w 19"/>
                <a:gd name="T15" fmla="*/ 7 h 51"/>
                <a:gd name="T16" fmla="*/ 13 w 19"/>
                <a:gd name="T17" fmla="*/ 24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1">
                  <a:moveTo>
                    <a:pt x="0" y="0"/>
                  </a:moveTo>
                  <a:cubicBezTo>
                    <a:pt x="4" y="3"/>
                    <a:pt x="2" y="20"/>
                    <a:pt x="2" y="27"/>
                  </a:cubicBezTo>
                  <a:cubicBezTo>
                    <a:pt x="2" y="38"/>
                    <a:pt x="3" y="42"/>
                    <a:pt x="9" y="51"/>
                  </a:cubicBezTo>
                  <a:cubicBezTo>
                    <a:pt x="12" y="46"/>
                    <a:pt x="8" y="39"/>
                    <a:pt x="8" y="33"/>
                  </a:cubicBezTo>
                  <a:cubicBezTo>
                    <a:pt x="14" y="35"/>
                    <a:pt x="14" y="43"/>
                    <a:pt x="19" y="47"/>
                  </a:cubicBezTo>
                  <a:cubicBezTo>
                    <a:pt x="19" y="38"/>
                    <a:pt x="12" y="29"/>
                    <a:pt x="11" y="20"/>
                  </a:cubicBezTo>
                  <a:cubicBezTo>
                    <a:pt x="11" y="17"/>
                    <a:pt x="14" y="17"/>
                    <a:pt x="13" y="13"/>
                  </a:cubicBezTo>
                  <a:cubicBezTo>
                    <a:pt x="12" y="9"/>
                    <a:pt x="6" y="3"/>
                    <a:pt x="3" y="1"/>
                  </a:cubicBezTo>
                  <a:cubicBezTo>
                    <a:pt x="1" y="2"/>
                    <a:pt x="3" y="2"/>
                    <a:pt x="2" y="4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5" name="Freeform 304">
              <a:extLst>
                <a:ext uri="{FF2B5EF4-FFF2-40B4-BE49-F238E27FC236}">
                  <a16:creationId xmlns:a16="http://schemas.microsoft.com/office/drawing/2014/main" id="{F6660870-00F6-4549-8421-8A6B88FA0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198"/>
              <a:ext cx="74" cy="121"/>
            </a:xfrm>
            <a:custGeom>
              <a:avLst/>
              <a:gdLst>
                <a:gd name="T0" fmla="*/ 150 w 40"/>
                <a:gd name="T1" fmla="*/ 32 h 65"/>
                <a:gd name="T2" fmla="*/ 96 w 40"/>
                <a:gd name="T3" fmla="*/ 270 h 65"/>
                <a:gd name="T4" fmla="*/ 96 w 40"/>
                <a:gd name="T5" fmla="*/ 419 h 65"/>
                <a:gd name="T6" fmla="*/ 233 w 40"/>
                <a:gd name="T7" fmla="*/ 277 h 65"/>
                <a:gd name="T8" fmla="*/ 233 w 40"/>
                <a:gd name="T9" fmla="*/ 166 h 65"/>
                <a:gd name="T10" fmla="*/ 150 w 40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5">
                  <a:moveTo>
                    <a:pt x="24" y="5"/>
                  </a:moveTo>
                  <a:cubicBezTo>
                    <a:pt x="25" y="22"/>
                    <a:pt x="28" y="30"/>
                    <a:pt x="15" y="42"/>
                  </a:cubicBezTo>
                  <a:cubicBezTo>
                    <a:pt x="5" y="51"/>
                    <a:pt x="0" y="56"/>
                    <a:pt x="15" y="65"/>
                  </a:cubicBezTo>
                  <a:cubicBezTo>
                    <a:pt x="21" y="59"/>
                    <a:pt x="32" y="50"/>
                    <a:pt x="37" y="43"/>
                  </a:cubicBezTo>
                  <a:cubicBezTo>
                    <a:pt x="40" y="38"/>
                    <a:pt x="40" y="31"/>
                    <a:pt x="37" y="26"/>
                  </a:cubicBezTo>
                  <a:cubicBezTo>
                    <a:pt x="34" y="18"/>
                    <a:pt x="29" y="6"/>
                    <a:pt x="24" y="0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6" name="Freeform 305">
              <a:extLst>
                <a:ext uri="{FF2B5EF4-FFF2-40B4-BE49-F238E27FC236}">
                  <a16:creationId xmlns:a16="http://schemas.microsoft.com/office/drawing/2014/main" id="{1B73C893-EB4B-4DF7-BBEB-FCB0BB898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970"/>
              <a:ext cx="196" cy="234"/>
            </a:xfrm>
            <a:custGeom>
              <a:avLst/>
              <a:gdLst>
                <a:gd name="T0" fmla="*/ 355 w 106"/>
                <a:gd name="T1" fmla="*/ 321 h 126"/>
                <a:gd name="T2" fmla="*/ 523 w 106"/>
                <a:gd name="T3" fmla="*/ 524 h 126"/>
                <a:gd name="T4" fmla="*/ 359 w 106"/>
                <a:gd name="T5" fmla="*/ 620 h 126"/>
                <a:gd name="T6" fmla="*/ 355 w 106"/>
                <a:gd name="T7" fmla="*/ 808 h 126"/>
                <a:gd name="T8" fmla="*/ 189 w 106"/>
                <a:gd name="T9" fmla="*/ 583 h 126"/>
                <a:gd name="T10" fmla="*/ 0 w 106"/>
                <a:gd name="T11" fmla="*/ 435 h 126"/>
                <a:gd name="T12" fmla="*/ 148 w 106"/>
                <a:gd name="T13" fmla="*/ 514 h 126"/>
                <a:gd name="T14" fmla="*/ 239 w 106"/>
                <a:gd name="T15" fmla="*/ 500 h 126"/>
                <a:gd name="T16" fmla="*/ 274 w 106"/>
                <a:gd name="T17" fmla="*/ 269 h 126"/>
                <a:gd name="T18" fmla="*/ 431 w 106"/>
                <a:gd name="T19" fmla="*/ 59 h 126"/>
                <a:gd name="T20" fmla="*/ 669 w 106"/>
                <a:gd name="T21" fmla="*/ 52 h 126"/>
                <a:gd name="T22" fmla="*/ 520 w 106"/>
                <a:gd name="T23" fmla="*/ 110 h 126"/>
                <a:gd name="T24" fmla="*/ 386 w 106"/>
                <a:gd name="T25" fmla="*/ 204 h 126"/>
                <a:gd name="T26" fmla="*/ 366 w 106"/>
                <a:gd name="T27" fmla="*/ 379 h 1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6" h="126">
                  <a:moveTo>
                    <a:pt x="56" y="50"/>
                  </a:moveTo>
                  <a:cubicBezTo>
                    <a:pt x="59" y="63"/>
                    <a:pt x="64" y="86"/>
                    <a:pt x="83" y="82"/>
                  </a:cubicBezTo>
                  <a:cubicBezTo>
                    <a:pt x="76" y="85"/>
                    <a:pt x="61" y="90"/>
                    <a:pt x="57" y="97"/>
                  </a:cubicBezTo>
                  <a:cubicBezTo>
                    <a:pt x="52" y="105"/>
                    <a:pt x="55" y="117"/>
                    <a:pt x="56" y="126"/>
                  </a:cubicBezTo>
                  <a:cubicBezTo>
                    <a:pt x="47" y="113"/>
                    <a:pt x="44" y="99"/>
                    <a:pt x="30" y="91"/>
                  </a:cubicBezTo>
                  <a:cubicBezTo>
                    <a:pt x="18" y="85"/>
                    <a:pt x="4" y="83"/>
                    <a:pt x="0" y="68"/>
                  </a:cubicBezTo>
                  <a:cubicBezTo>
                    <a:pt x="7" y="74"/>
                    <a:pt x="15" y="77"/>
                    <a:pt x="23" y="80"/>
                  </a:cubicBezTo>
                  <a:cubicBezTo>
                    <a:pt x="32" y="83"/>
                    <a:pt x="33" y="86"/>
                    <a:pt x="38" y="78"/>
                  </a:cubicBezTo>
                  <a:cubicBezTo>
                    <a:pt x="43" y="68"/>
                    <a:pt x="40" y="52"/>
                    <a:pt x="43" y="42"/>
                  </a:cubicBezTo>
                  <a:cubicBezTo>
                    <a:pt x="48" y="28"/>
                    <a:pt x="54" y="16"/>
                    <a:pt x="68" y="9"/>
                  </a:cubicBezTo>
                  <a:cubicBezTo>
                    <a:pt x="77" y="4"/>
                    <a:pt x="98" y="0"/>
                    <a:pt x="106" y="8"/>
                  </a:cubicBezTo>
                  <a:cubicBezTo>
                    <a:pt x="98" y="12"/>
                    <a:pt x="90" y="14"/>
                    <a:pt x="82" y="17"/>
                  </a:cubicBezTo>
                  <a:cubicBezTo>
                    <a:pt x="74" y="21"/>
                    <a:pt x="69" y="28"/>
                    <a:pt x="61" y="32"/>
                  </a:cubicBezTo>
                  <a:cubicBezTo>
                    <a:pt x="57" y="40"/>
                    <a:pt x="58" y="49"/>
                    <a:pt x="58" y="59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7" name="Freeform 306">
              <a:extLst>
                <a:ext uri="{FF2B5EF4-FFF2-40B4-BE49-F238E27FC236}">
                  <a16:creationId xmlns:a16="http://schemas.microsoft.com/office/drawing/2014/main" id="{439D3A61-0877-4721-8E1A-C0BA9CB73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924"/>
              <a:ext cx="105" cy="54"/>
            </a:xfrm>
            <a:custGeom>
              <a:avLst/>
              <a:gdLst>
                <a:gd name="T0" fmla="*/ 57 w 57"/>
                <a:gd name="T1" fmla="*/ 32 h 29"/>
                <a:gd name="T2" fmla="*/ 44 w 57"/>
                <a:gd name="T3" fmla="*/ 37 h 29"/>
                <a:gd name="T4" fmla="*/ 0 w 57"/>
                <a:gd name="T5" fmla="*/ 173 h 29"/>
                <a:gd name="T6" fmla="*/ 88 w 57"/>
                <a:gd name="T7" fmla="*/ 181 h 29"/>
                <a:gd name="T8" fmla="*/ 169 w 57"/>
                <a:gd name="T9" fmla="*/ 128 h 29"/>
                <a:gd name="T10" fmla="*/ 356 w 57"/>
                <a:gd name="T11" fmla="*/ 52 h 29"/>
                <a:gd name="T12" fmla="*/ 157 w 57"/>
                <a:gd name="T13" fmla="*/ 121 h 29"/>
                <a:gd name="T14" fmla="*/ 20 w 57"/>
                <a:gd name="T15" fmla="*/ 2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29">
                  <a:moveTo>
                    <a:pt x="9" y="5"/>
                  </a:moveTo>
                  <a:cubicBezTo>
                    <a:pt x="8" y="5"/>
                    <a:pt x="7" y="5"/>
                    <a:pt x="7" y="6"/>
                  </a:cubicBezTo>
                  <a:cubicBezTo>
                    <a:pt x="13" y="16"/>
                    <a:pt x="9" y="22"/>
                    <a:pt x="0" y="27"/>
                  </a:cubicBezTo>
                  <a:cubicBezTo>
                    <a:pt x="5" y="27"/>
                    <a:pt x="8" y="29"/>
                    <a:pt x="14" y="28"/>
                  </a:cubicBezTo>
                  <a:cubicBezTo>
                    <a:pt x="18" y="27"/>
                    <a:pt x="22" y="21"/>
                    <a:pt x="27" y="20"/>
                  </a:cubicBezTo>
                  <a:cubicBezTo>
                    <a:pt x="39" y="17"/>
                    <a:pt x="48" y="19"/>
                    <a:pt x="57" y="8"/>
                  </a:cubicBezTo>
                  <a:cubicBezTo>
                    <a:pt x="48" y="10"/>
                    <a:pt x="35" y="22"/>
                    <a:pt x="25" y="19"/>
                  </a:cubicBezTo>
                  <a:cubicBezTo>
                    <a:pt x="16" y="16"/>
                    <a:pt x="14" y="0"/>
                    <a:pt x="3" y="3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8" name="Freeform 307">
              <a:extLst>
                <a:ext uri="{FF2B5EF4-FFF2-40B4-BE49-F238E27FC236}">
                  <a16:creationId xmlns:a16="http://schemas.microsoft.com/office/drawing/2014/main" id="{93890514-93D1-47A9-9D84-A6F9F6575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909"/>
              <a:ext cx="108" cy="97"/>
            </a:xfrm>
            <a:custGeom>
              <a:avLst/>
              <a:gdLst>
                <a:gd name="T0" fmla="*/ 309 w 58"/>
                <a:gd name="T1" fmla="*/ 21 h 52"/>
                <a:gd name="T2" fmla="*/ 194 w 58"/>
                <a:gd name="T3" fmla="*/ 24 h 52"/>
                <a:gd name="T4" fmla="*/ 149 w 58"/>
                <a:gd name="T5" fmla="*/ 216 h 52"/>
                <a:gd name="T6" fmla="*/ 0 w 58"/>
                <a:gd name="T7" fmla="*/ 338 h 52"/>
                <a:gd name="T8" fmla="*/ 164 w 58"/>
                <a:gd name="T9" fmla="*/ 330 h 52"/>
                <a:gd name="T10" fmla="*/ 225 w 58"/>
                <a:gd name="T11" fmla="*/ 149 h 52"/>
                <a:gd name="T12" fmla="*/ 330 w 58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52">
                  <a:moveTo>
                    <a:pt x="48" y="3"/>
                  </a:moveTo>
                  <a:cubicBezTo>
                    <a:pt x="48" y="18"/>
                    <a:pt x="36" y="8"/>
                    <a:pt x="30" y="4"/>
                  </a:cubicBezTo>
                  <a:cubicBezTo>
                    <a:pt x="31" y="14"/>
                    <a:pt x="30" y="26"/>
                    <a:pt x="23" y="33"/>
                  </a:cubicBezTo>
                  <a:cubicBezTo>
                    <a:pt x="15" y="40"/>
                    <a:pt x="7" y="43"/>
                    <a:pt x="0" y="52"/>
                  </a:cubicBezTo>
                  <a:cubicBezTo>
                    <a:pt x="9" y="49"/>
                    <a:pt x="17" y="47"/>
                    <a:pt x="25" y="51"/>
                  </a:cubicBezTo>
                  <a:cubicBezTo>
                    <a:pt x="22" y="42"/>
                    <a:pt x="28" y="29"/>
                    <a:pt x="35" y="23"/>
                  </a:cubicBezTo>
                  <a:cubicBezTo>
                    <a:pt x="47" y="14"/>
                    <a:pt x="58" y="17"/>
                    <a:pt x="51" y="0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9" name="Freeform 308">
              <a:extLst>
                <a:ext uri="{FF2B5EF4-FFF2-40B4-BE49-F238E27FC236}">
                  <a16:creationId xmlns:a16="http://schemas.microsoft.com/office/drawing/2014/main" id="{EF5E5B32-81F4-4F67-95C5-7ADABED4D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937"/>
              <a:ext cx="296" cy="411"/>
            </a:xfrm>
            <a:custGeom>
              <a:avLst/>
              <a:gdLst>
                <a:gd name="T0" fmla="*/ 692 w 160"/>
                <a:gd name="T1" fmla="*/ 261 h 222"/>
                <a:gd name="T2" fmla="*/ 463 w 160"/>
                <a:gd name="T3" fmla="*/ 476 h 222"/>
                <a:gd name="T4" fmla="*/ 424 w 160"/>
                <a:gd name="T5" fmla="*/ 544 h 222"/>
                <a:gd name="T6" fmla="*/ 359 w 160"/>
                <a:gd name="T7" fmla="*/ 576 h 222"/>
                <a:gd name="T8" fmla="*/ 342 w 160"/>
                <a:gd name="T9" fmla="*/ 729 h 222"/>
                <a:gd name="T10" fmla="*/ 359 w 160"/>
                <a:gd name="T11" fmla="*/ 915 h 222"/>
                <a:gd name="T12" fmla="*/ 274 w 160"/>
                <a:gd name="T13" fmla="*/ 1072 h 222"/>
                <a:gd name="T14" fmla="*/ 150 w 160"/>
                <a:gd name="T15" fmla="*/ 1313 h 222"/>
                <a:gd name="T16" fmla="*/ 52 w 160"/>
                <a:gd name="T17" fmla="*/ 1313 h 222"/>
                <a:gd name="T18" fmla="*/ 253 w 160"/>
                <a:gd name="T19" fmla="*/ 1377 h 222"/>
                <a:gd name="T20" fmla="*/ 374 w 160"/>
                <a:gd name="T21" fmla="*/ 1237 h 222"/>
                <a:gd name="T22" fmla="*/ 527 w 160"/>
                <a:gd name="T23" fmla="*/ 1257 h 222"/>
                <a:gd name="T24" fmla="*/ 664 w 160"/>
                <a:gd name="T25" fmla="*/ 1135 h 222"/>
                <a:gd name="T26" fmla="*/ 829 w 160"/>
                <a:gd name="T27" fmla="*/ 1052 h 222"/>
                <a:gd name="T28" fmla="*/ 1006 w 160"/>
                <a:gd name="T29" fmla="*/ 1096 h 222"/>
                <a:gd name="T30" fmla="*/ 910 w 160"/>
                <a:gd name="T31" fmla="*/ 798 h 222"/>
                <a:gd name="T32" fmla="*/ 879 w 160"/>
                <a:gd name="T33" fmla="*/ 970 h 222"/>
                <a:gd name="T34" fmla="*/ 697 w 160"/>
                <a:gd name="T35" fmla="*/ 918 h 222"/>
                <a:gd name="T36" fmla="*/ 722 w 160"/>
                <a:gd name="T37" fmla="*/ 1035 h 222"/>
                <a:gd name="T38" fmla="*/ 374 w 160"/>
                <a:gd name="T39" fmla="*/ 1148 h 222"/>
                <a:gd name="T40" fmla="*/ 431 w 160"/>
                <a:gd name="T41" fmla="*/ 909 h 222"/>
                <a:gd name="T42" fmla="*/ 424 w 160"/>
                <a:gd name="T43" fmla="*/ 628 h 222"/>
                <a:gd name="T44" fmla="*/ 588 w 160"/>
                <a:gd name="T45" fmla="*/ 431 h 222"/>
                <a:gd name="T46" fmla="*/ 760 w 160"/>
                <a:gd name="T47" fmla="*/ 476 h 222"/>
                <a:gd name="T48" fmla="*/ 746 w 160"/>
                <a:gd name="T49" fmla="*/ 196 h 222"/>
                <a:gd name="T50" fmla="*/ 969 w 160"/>
                <a:gd name="T51" fmla="*/ 0 h 222"/>
                <a:gd name="T52" fmla="*/ 790 w 160"/>
                <a:gd name="T53" fmla="*/ 89 h 222"/>
                <a:gd name="T54" fmla="*/ 640 w 160"/>
                <a:gd name="T55" fmla="*/ 96 h 222"/>
                <a:gd name="T56" fmla="*/ 697 w 160"/>
                <a:gd name="T57" fmla="*/ 285 h 22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60" h="222">
                  <a:moveTo>
                    <a:pt x="109" y="41"/>
                  </a:moveTo>
                  <a:cubicBezTo>
                    <a:pt x="112" y="56"/>
                    <a:pt x="81" y="64"/>
                    <a:pt x="73" y="75"/>
                  </a:cubicBezTo>
                  <a:cubicBezTo>
                    <a:pt x="71" y="78"/>
                    <a:pt x="69" y="84"/>
                    <a:pt x="67" y="86"/>
                  </a:cubicBezTo>
                  <a:cubicBezTo>
                    <a:pt x="64" y="89"/>
                    <a:pt x="60" y="88"/>
                    <a:pt x="57" y="91"/>
                  </a:cubicBezTo>
                  <a:cubicBezTo>
                    <a:pt x="51" y="97"/>
                    <a:pt x="53" y="106"/>
                    <a:pt x="54" y="115"/>
                  </a:cubicBezTo>
                  <a:cubicBezTo>
                    <a:pt x="56" y="124"/>
                    <a:pt x="58" y="134"/>
                    <a:pt x="57" y="144"/>
                  </a:cubicBezTo>
                  <a:cubicBezTo>
                    <a:pt x="55" y="155"/>
                    <a:pt x="46" y="160"/>
                    <a:pt x="43" y="169"/>
                  </a:cubicBezTo>
                  <a:cubicBezTo>
                    <a:pt x="38" y="187"/>
                    <a:pt x="52" y="205"/>
                    <a:pt x="24" y="207"/>
                  </a:cubicBezTo>
                  <a:cubicBezTo>
                    <a:pt x="19" y="207"/>
                    <a:pt x="14" y="207"/>
                    <a:pt x="8" y="207"/>
                  </a:cubicBezTo>
                  <a:cubicBezTo>
                    <a:pt x="0" y="222"/>
                    <a:pt x="33" y="218"/>
                    <a:pt x="40" y="217"/>
                  </a:cubicBezTo>
                  <a:cubicBezTo>
                    <a:pt x="56" y="216"/>
                    <a:pt x="48" y="210"/>
                    <a:pt x="59" y="195"/>
                  </a:cubicBezTo>
                  <a:cubicBezTo>
                    <a:pt x="65" y="196"/>
                    <a:pt x="77" y="200"/>
                    <a:pt x="83" y="198"/>
                  </a:cubicBezTo>
                  <a:cubicBezTo>
                    <a:pt x="91" y="195"/>
                    <a:pt x="98" y="183"/>
                    <a:pt x="105" y="179"/>
                  </a:cubicBezTo>
                  <a:cubicBezTo>
                    <a:pt x="112" y="174"/>
                    <a:pt x="122" y="166"/>
                    <a:pt x="131" y="166"/>
                  </a:cubicBezTo>
                  <a:cubicBezTo>
                    <a:pt x="140" y="166"/>
                    <a:pt x="149" y="174"/>
                    <a:pt x="159" y="173"/>
                  </a:cubicBezTo>
                  <a:cubicBezTo>
                    <a:pt x="160" y="162"/>
                    <a:pt x="156" y="131"/>
                    <a:pt x="144" y="126"/>
                  </a:cubicBezTo>
                  <a:cubicBezTo>
                    <a:pt x="139" y="135"/>
                    <a:pt x="154" y="146"/>
                    <a:pt x="139" y="153"/>
                  </a:cubicBezTo>
                  <a:cubicBezTo>
                    <a:pt x="128" y="158"/>
                    <a:pt x="118" y="150"/>
                    <a:pt x="110" y="145"/>
                  </a:cubicBezTo>
                  <a:cubicBezTo>
                    <a:pt x="113" y="151"/>
                    <a:pt x="115" y="157"/>
                    <a:pt x="114" y="163"/>
                  </a:cubicBezTo>
                  <a:cubicBezTo>
                    <a:pt x="99" y="174"/>
                    <a:pt x="79" y="188"/>
                    <a:pt x="59" y="181"/>
                  </a:cubicBezTo>
                  <a:cubicBezTo>
                    <a:pt x="54" y="169"/>
                    <a:pt x="66" y="155"/>
                    <a:pt x="68" y="143"/>
                  </a:cubicBezTo>
                  <a:cubicBezTo>
                    <a:pt x="69" y="128"/>
                    <a:pt x="65" y="114"/>
                    <a:pt x="67" y="99"/>
                  </a:cubicBezTo>
                  <a:cubicBezTo>
                    <a:pt x="69" y="82"/>
                    <a:pt x="79" y="76"/>
                    <a:pt x="93" y="68"/>
                  </a:cubicBezTo>
                  <a:cubicBezTo>
                    <a:pt x="107" y="60"/>
                    <a:pt x="112" y="61"/>
                    <a:pt x="120" y="75"/>
                  </a:cubicBezTo>
                  <a:cubicBezTo>
                    <a:pt x="113" y="62"/>
                    <a:pt x="114" y="44"/>
                    <a:pt x="118" y="31"/>
                  </a:cubicBezTo>
                  <a:cubicBezTo>
                    <a:pt x="123" y="17"/>
                    <a:pt x="142" y="10"/>
                    <a:pt x="153" y="0"/>
                  </a:cubicBezTo>
                  <a:cubicBezTo>
                    <a:pt x="145" y="8"/>
                    <a:pt x="135" y="10"/>
                    <a:pt x="125" y="14"/>
                  </a:cubicBezTo>
                  <a:cubicBezTo>
                    <a:pt x="112" y="20"/>
                    <a:pt x="114" y="27"/>
                    <a:pt x="101" y="15"/>
                  </a:cubicBezTo>
                  <a:cubicBezTo>
                    <a:pt x="101" y="27"/>
                    <a:pt x="112" y="34"/>
                    <a:pt x="110" y="45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0" name="Freeform 309">
              <a:extLst>
                <a:ext uri="{FF2B5EF4-FFF2-40B4-BE49-F238E27FC236}">
                  <a16:creationId xmlns:a16="http://schemas.microsoft.com/office/drawing/2014/main" id="{032E5F83-F5DF-4F04-8EDD-C12EC11E8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022"/>
              <a:ext cx="35" cy="37"/>
            </a:xfrm>
            <a:custGeom>
              <a:avLst/>
              <a:gdLst>
                <a:gd name="T0" fmla="*/ 0 w 19"/>
                <a:gd name="T1" fmla="*/ 13 h 20"/>
                <a:gd name="T2" fmla="*/ 112 w 19"/>
                <a:gd name="T3" fmla="*/ 0 h 20"/>
                <a:gd name="T4" fmla="*/ 118 w 19"/>
                <a:gd name="T5" fmla="*/ 126 h 20"/>
                <a:gd name="T6" fmla="*/ 20 w 19"/>
                <a:gd name="T7" fmla="*/ 105 h 20"/>
                <a:gd name="T8" fmla="*/ 0 w 19"/>
                <a:gd name="T9" fmla="*/ 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0" y="2"/>
                  </a:moveTo>
                  <a:cubicBezTo>
                    <a:pt x="5" y="7"/>
                    <a:pt x="13" y="3"/>
                    <a:pt x="18" y="0"/>
                  </a:cubicBezTo>
                  <a:cubicBezTo>
                    <a:pt x="16" y="6"/>
                    <a:pt x="19" y="13"/>
                    <a:pt x="19" y="20"/>
                  </a:cubicBezTo>
                  <a:cubicBezTo>
                    <a:pt x="17" y="13"/>
                    <a:pt x="6" y="11"/>
                    <a:pt x="3" y="17"/>
                  </a:cubicBezTo>
                  <a:cubicBezTo>
                    <a:pt x="5" y="8"/>
                    <a:pt x="7" y="8"/>
                    <a:pt x="0" y="2"/>
                  </a:cubicBezTo>
                  <a:close/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1" name="Freeform 310">
              <a:extLst>
                <a:ext uri="{FF2B5EF4-FFF2-40B4-BE49-F238E27FC236}">
                  <a16:creationId xmlns:a16="http://schemas.microsoft.com/office/drawing/2014/main" id="{7E3A9D99-98C1-4A75-99BC-736332B62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954"/>
              <a:ext cx="112" cy="48"/>
            </a:xfrm>
            <a:custGeom>
              <a:avLst/>
              <a:gdLst>
                <a:gd name="T0" fmla="*/ 0 w 61"/>
                <a:gd name="T1" fmla="*/ 113 h 26"/>
                <a:gd name="T2" fmla="*/ 162 w 61"/>
                <a:gd name="T3" fmla="*/ 102 h 26"/>
                <a:gd name="T4" fmla="*/ 319 w 61"/>
                <a:gd name="T5" fmla="*/ 126 h 26"/>
                <a:gd name="T6" fmla="*/ 327 w 61"/>
                <a:gd name="T7" fmla="*/ 164 h 26"/>
                <a:gd name="T8" fmla="*/ 378 w 61"/>
                <a:gd name="T9" fmla="*/ 133 h 26"/>
                <a:gd name="T10" fmla="*/ 154 w 61"/>
                <a:gd name="T11" fmla="*/ 0 h 26"/>
                <a:gd name="T12" fmla="*/ 0 w 61"/>
                <a:gd name="T13" fmla="*/ 11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6">
                  <a:moveTo>
                    <a:pt x="0" y="18"/>
                  </a:moveTo>
                  <a:cubicBezTo>
                    <a:pt x="7" y="21"/>
                    <a:pt x="18" y="16"/>
                    <a:pt x="26" y="16"/>
                  </a:cubicBezTo>
                  <a:cubicBezTo>
                    <a:pt x="34" y="16"/>
                    <a:pt x="44" y="17"/>
                    <a:pt x="52" y="20"/>
                  </a:cubicBezTo>
                  <a:cubicBezTo>
                    <a:pt x="52" y="22"/>
                    <a:pt x="53" y="24"/>
                    <a:pt x="53" y="26"/>
                  </a:cubicBezTo>
                  <a:cubicBezTo>
                    <a:pt x="56" y="25"/>
                    <a:pt x="59" y="23"/>
                    <a:pt x="61" y="21"/>
                  </a:cubicBezTo>
                  <a:cubicBezTo>
                    <a:pt x="45" y="17"/>
                    <a:pt x="35" y="12"/>
                    <a:pt x="25" y="0"/>
                  </a:cubicBezTo>
                  <a:cubicBezTo>
                    <a:pt x="27" y="12"/>
                    <a:pt x="8" y="17"/>
                    <a:pt x="0" y="18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2" name="Freeform 311">
              <a:extLst>
                <a:ext uri="{FF2B5EF4-FFF2-40B4-BE49-F238E27FC236}">
                  <a16:creationId xmlns:a16="http://schemas.microsoft.com/office/drawing/2014/main" id="{C3DA39BC-4D4C-4F1B-A381-E3D3C0AC2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098"/>
              <a:ext cx="35" cy="48"/>
            </a:xfrm>
            <a:custGeom>
              <a:avLst/>
              <a:gdLst>
                <a:gd name="T0" fmla="*/ 37 w 19"/>
                <a:gd name="T1" fmla="*/ 0 h 26"/>
                <a:gd name="T2" fmla="*/ 57 w 19"/>
                <a:gd name="T3" fmla="*/ 133 h 26"/>
                <a:gd name="T4" fmla="*/ 13 w 19"/>
                <a:gd name="T5" fmla="*/ 2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6" y="0"/>
                  </a:moveTo>
                  <a:cubicBezTo>
                    <a:pt x="6" y="9"/>
                    <a:pt x="19" y="16"/>
                    <a:pt x="9" y="21"/>
                  </a:cubicBezTo>
                  <a:cubicBezTo>
                    <a:pt x="0" y="26"/>
                    <a:pt x="2" y="11"/>
                    <a:pt x="2" y="3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3" name="Freeform 312">
              <a:extLst>
                <a:ext uri="{FF2B5EF4-FFF2-40B4-BE49-F238E27FC236}">
                  <a16:creationId xmlns:a16="http://schemas.microsoft.com/office/drawing/2014/main" id="{36A6EF11-532B-4ADF-BAB5-A7F673603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998"/>
              <a:ext cx="76" cy="37"/>
            </a:xfrm>
            <a:custGeom>
              <a:avLst/>
              <a:gdLst>
                <a:gd name="T0" fmla="*/ 0 w 41"/>
                <a:gd name="T1" fmla="*/ 126 h 20"/>
                <a:gd name="T2" fmla="*/ 261 w 41"/>
                <a:gd name="T3" fmla="*/ 89 h 20"/>
                <a:gd name="T4" fmla="*/ 37 w 41"/>
                <a:gd name="T5" fmla="*/ 10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0">
                  <a:moveTo>
                    <a:pt x="0" y="20"/>
                  </a:moveTo>
                  <a:cubicBezTo>
                    <a:pt x="11" y="11"/>
                    <a:pt x="28" y="18"/>
                    <a:pt x="41" y="14"/>
                  </a:cubicBezTo>
                  <a:cubicBezTo>
                    <a:pt x="33" y="0"/>
                    <a:pt x="16" y="16"/>
                    <a:pt x="6" y="17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4" name="Freeform 313">
              <a:extLst>
                <a:ext uri="{FF2B5EF4-FFF2-40B4-BE49-F238E27FC236}">
                  <a16:creationId xmlns:a16="http://schemas.microsoft.com/office/drawing/2014/main" id="{0958A277-B8B3-4052-8F2E-BD162E9B6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389"/>
              <a:ext cx="88" cy="54"/>
            </a:xfrm>
            <a:custGeom>
              <a:avLst/>
              <a:gdLst>
                <a:gd name="T0" fmla="*/ 117 w 48"/>
                <a:gd name="T1" fmla="*/ 156 h 29"/>
                <a:gd name="T2" fmla="*/ 295 w 48"/>
                <a:gd name="T3" fmla="*/ 45 h 29"/>
                <a:gd name="T4" fmla="*/ 31 w 48"/>
                <a:gd name="T5" fmla="*/ 0 h 29"/>
                <a:gd name="T6" fmla="*/ 105 w 48"/>
                <a:gd name="T7" fmla="*/ 13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9">
                  <a:moveTo>
                    <a:pt x="19" y="24"/>
                  </a:moveTo>
                  <a:cubicBezTo>
                    <a:pt x="26" y="29"/>
                    <a:pt x="41" y="11"/>
                    <a:pt x="48" y="7"/>
                  </a:cubicBezTo>
                  <a:cubicBezTo>
                    <a:pt x="33" y="9"/>
                    <a:pt x="19" y="2"/>
                    <a:pt x="5" y="0"/>
                  </a:cubicBezTo>
                  <a:cubicBezTo>
                    <a:pt x="0" y="8"/>
                    <a:pt x="13" y="15"/>
                    <a:pt x="17" y="21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5" name="Freeform 314">
              <a:extLst>
                <a:ext uri="{FF2B5EF4-FFF2-40B4-BE49-F238E27FC236}">
                  <a16:creationId xmlns:a16="http://schemas.microsoft.com/office/drawing/2014/main" id="{9A03FE47-8C54-437D-BBDF-A35209BA0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324"/>
              <a:ext cx="71" cy="58"/>
            </a:xfrm>
            <a:custGeom>
              <a:avLst/>
              <a:gdLst>
                <a:gd name="T0" fmla="*/ 0 w 38"/>
                <a:gd name="T1" fmla="*/ 0 h 31"/>
                <a:gd name="T2" fmla="*/ 189 w 38"/>
                <a:gd name="T3" fmla="*/ 84 h 31"/>
                <a:gd name="T4" fmla="*/ 234 w 38"/>
                <a:gd name="T5" fmla="*/ 112 h 31"/>
                <a:gd name="T6" fmla="*/ 234 w 38"/>
                <a:gd name="T7" fmla="*/ 181 h 31"/>
                <a:gd name="T8" fmla="*/ 92 w 38"/>
                <a:gd name="T9" fmla="*/ 157 h 31"/>
                <a:gd name="T10" fmla="*/ 21 w 38"/>
                <a:gd name="T11" fmla="*/ 4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cubicBezTo>
                    <a:pt x="8" y="10"/>
                    <a:pt x="18" y="9"/>
                    <a:pt x="29" y="13"/>
                  </a:cubicBezTo>
                  <a:cubicBezTo>
                    <a:pt x="34" y="15"/>
                    <a:pt x="33" y="11"/>
                    <a:pt x="36" y="17"/>
                  </a:cubicBezTo>
                  <a:cubicBezTo>
                    <a:pt x="37" y="19"/>
                    <a:pt x="38" y="27"/>
                    <a:pt x="36" y="28"/>
                  </a:cubicBezTo>
                  <a:cubicBezTo>
                    <a:pt x="32" y="31"/>
                    <a:pt x="18" y="25"/>
                    <a:pt x="14" y="24"/>
                  </a:cubicBezTo>
                  <a:cubicBezTo>
                    <a:pt x="7" y="20"/>
                    <a:pt x="1" y="17"/>
                    <a:pt x="3" y="7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6" name="Freeform 315">
              <a:extLst>
                <a:ext uri="{FF2B5EF4-FFF2-40B4-BE49-F238E27FC236}">
                  <a16:creationId xmlns:a16="http://schemas.microsoft.com/office/drawing/2014/main" id="{63D38205-74D9-4DBB-A3EB-992E6CAC9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482"/>
              <a:ext cx="24" cy="50"/>
            </a:xfrm>
            <a:custGeom>
              <a:avLst/>
              <a:gdLst>
                <a:gd name="T0" fmla="*/ 7 w 13"/>
                <a:gd name="T1" fmla="*/ 0 h 27"/>
                <a:gd name="T2" fmla="*/ 37 w 13"/>
                <a:gd name="T3" fmla="*/ 172 h 27"/>
                <a:gd name="T4" fmla="*/ 0 w 13"/>
                <a:gd name="T5" fmla="*/ 96 h 27"/>
                <a:gd name="T6" fmla="*/ 52 w 13"/>
                <a:gd name="T7" fmla="*/ 13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">
                  <a:moveTo>
                    <a:pt x="1" y="0"/>
                  </a:moveTo>
                  <a:cubicBezTo>
                    <a:pt x="11" y="4"/>
                    <a:pt x="13" y="19"/>
                    <a:pt x="6" y="27"/>
                  </a:cubicBezTo>
                  <a:cubicBezTo>
                    <a:pt x="5" y="23"/>
                    <a:pt x="3" y="18"/>
                    <a:pt x="0" y="15"/>
                  </a:cubicBezTo>
                  <a:cubicBezTo>
                    <a:pt x="2" y="17"/>
                    <a:pt x="5" y="20"/>
                    <a:pt x="8" y="21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7" name="Freeform 316">
              <a:extLst>
                <a:ext uri="{FF2B5EF4-FFF2-40B4-BE49-F238E27FC236}">
                  <a16:creationId xmlns:a16="http://schemas.microsoft.com/office/drawing/2014/main" id="{1E9FC009-E854-43A7-8045-2FB09AB81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500"/>
              <a:ext cx="255" cy="128"/>
            </a:xfrm>
            <a:custGeom>
              <a:avLst/>
              <a:gdLst>
                <a:gd name="T0" fmla="*/ 0 w 138"/>
                <a:gd name="T1" fmla="*/ 269 h 69"/>
                <a:gd name="T2" fmla="*/ 290 w 138"/>
                <a:gd name="T3" fmla="*/ 326 h 69"/>
                <a:gd name="T4" fmla="*/ 543 w 138"/>
                <a:gd name="T5" fmla="*/ 262 h 69"/>
                <a:gd name="T6" fmla="*/ 713 w 138"/>
                <a:gd name="T7" fmla="*/ 178 h 69"/>
                <a:gd name="T8" fmla="*/ 632 w 138"/>
                <a:gd name="T9" fmla="*/ 0 h 69"/>
                <a:gd name="T10" fmla="*/ 819 w 138"/>
                <a:gd name="T11" fmla="*/ 210 h 69"/>
                <a:gd name="T12" fmla="*/ 708 w 138"/>
                <a:gd name="T13" fmla="*/ 269 h 69"/>
                <a:gd name="T14" fmla="*/ 580 w 138"/>
                <a:gd name="T15" fmla="*/ 351 h 69"/>
                <a:gd name="T16" fmla="*/ 277 w 138"/>
                <a:gd name="T17" fmla="*/ 434 h 69"/>
                <a:gd name="T18" fmla="*/ 7 w 138"/>
                <a:gd name="T19" fmla="*/ 314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8" h="69">
                  <a:moveTo>
                    <a:pt x="0" y="42"/>
                  </a:moveTo>
                  <a:cubicBezTo>
                    <a:pt x="13" y="50"/>
                    <a:pt x="31" y="50"/>
                    <a:pt x="46" y="51"/>
                  </a:cubicBezTo>
                  <a:cubicBezTo>
                    <a:pt x="63" y="53"/>
                    <a:pt x="72" y="47"/>
                    <a:pt x="86" y="41"/>
                  </a:cubicBezTo>
                  <a:cubicBezTo>
                    <a:pt x="95" y="38"/>
                    <a:pt x="113" y="40"/>
                    <a:pt x="113" y="28"/>
                  </a:cubicBezTo>
                  <a:cubicBezTo>
                    <a:pt x="114" y="21"/>
                    <a:pt x="103" y="6"/>
                    <a:pt x="100" y="0"/>
                  </a:cubicBezTo>
                  <a:cubicBezTo>
                    <a:pt x="108" y="8"/>
                    <a:pt x="138" y="18"/>
                    <a:pt x="130" y="33"/>
                  </a:cubicBezTo>
                  <a:cubicBezTo>
                    <a:pt x="127" y="39"/>
                    <a:pt x="117" y="40"/>
                    <a:pt x="112" y="42"/>
                  </a:cubicBezTo>
                  <a:cubicBezTo>
                    <a:pt x="104" y="45"/>
                    <a:pt x="99" y="50"/>
                    <a:pt x="92" y="55"/>
                  </a:cubicBezTo>
                  <a:cubicBezTo>
                    <a:pt x="81" y="63"/>
                    <a:pt x="58" y="69"/>
                    <a:pt x="44" y="68"/>
                  </a:cubicBezTo>
                  <a:cubicBezTo>
                    <a:pt x="31" y="68"/>
                    <a:pt x="5" y="63"/>
                    <a:pt x="1" y="49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8" name="Freeform 317">
              <a:extLst>
                <a:ext uri="{FF2B5EF4-FFF2-40B4-BE49-F238E27FC236}">
                  <a16:creationId xmlns:a16="http://schemas.microsoft.com/office/drawing/2014/main" id="{38516308-FD4C-4904-A855-C26E1CDC8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549"/>
              <a:ext cx="41" cy="27"/>
            </a:xfrm>
            <a:custGeom>
              <a:avLst/>
              <a:gdLst>
                <a:gd name="T0" fmla="*/ 0 w 22"/>
                <a:gd name="T1" fmla="*/ 13 h 15"/>
                <a:gd name="T2" fmla="*/ 121 w 22"/>
                <a:gd name="T3" fmla="*/ 88 h 15"/>
                <a:gd name="T4" fmla="*/ 24 w 22"/>
                <a:gd name="T5" fmla="*/ 2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2"/>
                  </a:moveTo>
                  <a:cubicBezTo>
                    <a:pt x="4" y="0"/>
                    <a:pt x="22" y="4"/>
                    <a:pt x="19" y="15"/>
                  </a:cubicBezTo>
                  <a:cubicBezTo>
                    <a:pt x="13" y="15"/>
                    <a:pt x="6" y="9"/>
                    <a:pt x="4" y="4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9" name="Freeform 318">
              <a:extLst>
                <a:ext uri="{FF2B5EF4-FFF2-40B4-BE49-F238E27FC236}">
                  <a16:creationId xmlns:a16="http://schemas.microsoft.com/office/drawing/2014/main" id="{8FF5F36C-FED5-4718-8DB2-0FB9EF8A5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371"/>
              <a:ext cx="220" cy="92"/>
            </a:xfrm>
            <a:custGeom>
              <a:avLst/>
              <a:gdLst>
                <a:gd name="T0" fmla="*/ 752 w 119"/>
                <a:gd name="T1" fmla="*/ 156 h 50"/>
                <a:gd name="T2" fmla="*/ 595 w 119"/>
                <a:gd name="T3" fmla="*/ 291 h 50"/>
                <a:gd name="T4" fmla="*/ 403 w 119"/>
                <a:gd name="T5" fmla="*/ 230 h 50"/>
                <a:gd name="T6" fmla="*/ 194 w 119"/>
                <a:gd name="T7" fmla="*/ 206 h 50"/>
                <a:gd name="T8" fmla="*/ 0 w 119"/>
                <a:gd name="T9" fmla="*/ 243 h 50"/>
                <a:gd name="T10" fmla="*/ 165 w 119"/>
                <a:gd name="T11" fmla="*/ 149 h 50"/>
                <a:gd name="T12" fmla="*/ 141 w 119"/>
                <a:gd name="T13" fmla="*/ 0 h 50"/>
                <a:gd name="T14" fmla="*/ 246 w 119"/>
                <a:gd name="T15" fmla="*/ 118 h 50"/>
                <a:gd name="T16" fmla="*/ 359 w 119"/>
                <a:gd name="T17" fmla="*/ 162 h 50"/>
                <a:gd name="T18" fmla="*/ 492 w 119"/>
                <a:gd name="T19" fmla="*/ 213 h 50"/>
                <a:gd name="T20" fmla="*/ 483 w 119"/>
                <a:gd name="T21" fmla="*/ 105 h 50"/>
                <a:gd name="T22" fmla="*/ 645 w 119"/>
                <a:gd name="T23" fmla="*/ 142 h 50"/>
                <a:gd name="T24" fmla="*/ 732 w 119"/>
                <a:gd name="T25" fmla="*/ 156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50">
                  <a:moveTo>
                    <a:pt x="119" y="25"/>
                  </a:moveTo>
                  <a:cubicBezTo>
                    <a:pt x="115" y="39"/>
                    <a:pt x="110" y="44"/>
                    <a:pt x="94" y="47"/>
                  </a:cubicBezTo>
                  <a:cubicBezTo>
                    <a:pt x="79" y="50"/>
                    <a:pt x="76" y="46"/>
                    <a:pt x="64" y="37"/>
                  </a:cubicBezTo>
                  <a:cubicBezTo>
                    <a:pt x="55" y="31"/>
                    <a:pt x="42" y="30"/>
                    <a:pt x="31" y="33"/>
                  </a:cubicBezTo>
                  <a:cubicBezTo>
                    <a:pt x="22" y="35"/>
                    <a:pt x="10" y="40"/>
                    <a:pt x="0" y="39"/>
                  </a:cubicBezTo>
                  <a:cubicBezTo>
                    <a:pt x="7" y="35"/>
                    <a:pt x="21" y="32"/>
                    <a:pt x="26" y="24"/>
                  </a:cubicBezTo>
                  <a:cubicBezTo>
                    <a:pt x="32" y="14"/>
                    <a:pt x="25" y="9"/>
                    <a:pt x="22" y="0"/>
                  </a:cubicBezTo>
                  <a:cubicBezTo>
                    <a:pt x="29" y="5"/>
                    <a:pt x="34" y="13"/>
                    <a:pt x="39" y="19"/>
                  </a:cubicBezTo>
                  <a:cubicBezTo>
                    <a:pt x="46" y="26"/>
                    <a:pt x="47" y="24"/>
                    <a:pt x="57" y="26"/>
                  </a:cubicBezTo>
                  <a:cubicBezTo>
                    <a:pt x="62" y="27"/>
                    <a:pt x="74" y="35"/>
                    <a:pt x="78" y="34"/>
                  </a:cubicBezTo>
                  <a:cubicBezTo>
                    <a:pt x="86" y="31"/>
                    <a:pt x="80" y="20"/>
                    <a:pt x="76" y="17"/>
                  </a:cubicBezTo>
                  <a:cubicBezTo>
                    <a:pt x="80" y="24"/>
                    <a:pt x="97" y="35"/>
                    <a:pt x="102" y="23"/>
                  </a:cubicBezTo>
                  <a:cubicBezTo>
                    <a:pt x="106" y="28"/>
                    <a:pt x="113" y="25"/>
                    <a:pt x="116" y="25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0" name="Freeform 319">
              <a:extLst>
                <a:ext uri="{FF2B5EF4-FFF2-40B4-BE49-F238E27FC236}">
                  <a16:creationId xmlns:a16="http://schemas.microsoft.com/office/drawing/2014/main" id="{6BF968D1-D543-4574-AE2F-0771E9EAF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285"/>
              <a:ext cx="147" cy="139"/>
            </a:xfrm>
            <a:custGeom>
              <a:avLst/>
              <a:gdLst>
                <a:gd name="T0" fmla="*/ 7 w 79"/>
                <a:gd name="T1" fmla="*/ 13 h 75"/>
                <a:gd name="T2" fmla="*/ 262 w 79"/>
                <a:gd name="T3" fmla="*/ 172 h 75"/>
                <a:gd name="T4" fmla="*/ 342 w 79"/>
                <a:gd name="T5" fmla="*/ 282 h 75"/>
                <a:gd name="T6" fmla="*/ 434 w 79"/>
                <a:gd name="T7" fmla="*/ 350 h 75"/>
                <a:gd name="T8" fmla="*/ 510 w 79"/>
                <a:gd name="T9" fmla="*/ 382 h 75"/>
                <a:gd name="T10" fmla="*/ 285 w 79"/>
                <a:gd name="T11" fmla="*/ 285 h 75"/>
                <a:gd name="T12" fmla="*/ 166 w 79"/>
                <a:gd name="T13" fmla="*/ 172 h 75"/>
                <a:gd name="T14" fmla="*/ 76 w 79"/>
                <a:gd name="T15" fmla="*/ 274 h 75"/>
                <a:gd name="T16" fmla="*/ 89 w 79"/>
                <a:gd name="T17" fmla="*/ 128 h 75"/>
                <a:gd name="T18" fmla="*/ 0 w 79"/>
                <a:gd name="T19" fmla="*/ 0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75">
                  <a:moveTo>
                    <a:pt x="1" y="2"/>
                  </a:moveTo>
                  <a:cubicBezTo>
                    <a:pt x="16" y="3"/>
                    <a:pt x="32" y="16"/>
                    <a:pt x="41" y="27"/>
                  </a:cubicBezTo>
                  <a:cubicBezTo>
                    <a:pt x="46" y="32"/>
                    <a:pt x="48" y="41"/>
                    <a:pt x="53" y="44"/>
                  </a:cubicBezTo>
                  <a:cubicBezTo>
                    <a:pt x="59" y="48"/>
                    <a:pt x="68" y="43"/>
                    <a:pt x="67" y="55"/>
                  </a:cubicBezTo>
                  <a:cubicBezTo>
                    <a:pt x="70" y="58"/>
                    <a:pt x="74" y="60"/>
                    <a:pt x="79" y="60"/>
                  </a:cubicBezTo>
                  <a:cubicBezTo>
                    <a:pt x="68" y="75"/>
                    <a:pt x="50" y="51"/>
                    <a:pt x="44" y="45"/>
                  </a:cubicBezTo>
                  <a:cubicBezTo>
                    <a:pt x="41" y="41"/>
                    <a:pt x="30" y="28"/>
                    <a:pt x="26" y="27"/>
                  </a:cubicBezTo>
                  <a:cubicBezTo>
                    <a:pt x="14" y="23"/>
                    <a:pt x="21" y="38"/>
                    <a:pt x="12" y="43"/>
                  </a:cubicBezTo>
                  <a:cubicBezTo>
                    <a:pt x="12" y="36"/>
                    <a:pt x="16" y="27"/>
                    <a:pt x="14" y="20"/>
                  </a:cubicBezTo>
                  <a:cubicBezTo>
                    <a:pt x="11" y="12"/>
                    <a:pt x="0" y="11"/>
                    <a:pt x="0" y="0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1" name="Freeform 320">
              <a:extLst>
                <a:ext uri="{FF2B5EF4-FFF2-40B4-BE49-F238E27FC236}">
                  <a16:creationId xmlns:a16="http://schemas.microsoft.com/office/drawing/2014/main" id="{86FE46DF-61D5-4CE0-B51A-382C9E24A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271"/>
              <a:ext cx="41" cy="109"/>
            </a:xfrm>
            <a:custGeom>
              <a:avLst/>
              <a:gdLst>
                <a:gd name="T0" fmla="*/ 129 w 22"/>
                <a:gd name="T1" fmla="*/ 68 h 59"/>
                <a:gd name="T2" fmla="*/ 0 w 22"/>
                <a:gd name="T3" fmla="*/ 371 h 59"/>
                <a:gd name="T4" fmla="*/ 84 w 22"/>
                <a:gd name="T5" fmla="*/ 177 h 59"/>
                <a:gd name="T6" fmla="*/ 45 w 22"/>
                <a:gd name="T7" fmla="*/ 0 h 59"/>
                <a:gd name="T8" fmla="*/ 112 w 22"/>
                <a:gd name="T9" fmla="*/ 9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9">
                  <a:moveTo>
                    <a:pt x="20" y="11"/>
                  </a:moveTo>
                  <a:cubicBezTo>
                    <a:pt x="21" y="27"/>
                    <a:pt x="22" y="58"/>
                    <a:pt x="0" y="59"/>
                  </a:cubicBezTo>
                  <a:cubicBezTo>
                    <a:pt x="4" y="49"/>
                    <a:pt x="12" y="40"/>
                    <a:pt x="13" y="28"/>
                  </a:cubicBezTo>
                  <a:cubicBezTo>
                    <a:pt x="13" y="19"/>
                    <a:pt x="9" y="9"/>
                    <a:pt x="7" y="0"/>
                  </a:cubicBezTo>
                  <a:cubicBezTo>
                    <a:pt x="11" y="4"/>
                    <a:pt x="15" y="9"/>
                    <a:pt x="17" y="15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2" name="Freeform 321">
              <a:extLst>
                <a:ext uri="{FF2B5EF4-FFF2-40B4-BE49-F238E27FC236}">
                  <a16:creationId xmlns:a16="http://schemas.microsoft.com/office/drawing/2014/main" id="{5A78CEC8-6344-4012-900B-2F3056966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295"/>
              <a:ext cx="92" cy="126"/>
            </a:xfrm>
            <a:custGeom>
              <a:avLst/>
              <a:gdLst>
                <a:gd name="T0" fmla="*/ 31 w 50"/>
                <a:gd name="T1" fmla="*/ 411 h 68"/>
                <a:gd name="T2" fmla="*/ 132 w 50"/>
                <a:gd name="T3" fmla="*/ 285 h 68"/>
                <a:gd name="T4" fmla="*/ 0 w 50"/>
                <a:gd name="T5" fmla="*/ 185 h 68"/>
                <a:gd name="T6" fmla="*/ 186 w 50"/>
                <a:gd name="T7" fmla="*/ 196 h 68"/>
                <a:gd name="T8" fmla="*/ 250 w 50"/>
                <a:gd name="T9" fmla="*/ 0 h 68"/>
                <a:gd name="T10" fmla="*/ 213 w 50"/>
                <a:gd name="T11" fmla="*/ 246 h 68"/>
                <a:gd name="T12" fmla="*/ 149 w 50"/>
                <a:gd name="T13" fmla="*/ 363 h 68"/>
                <a:gd name="T14" fmla="*/ 20 w 50"/>
                <a:gd name="T15" fmla="*/ 432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68">
                  <a:moveTo>
                    <a:pt x="5" y="65"/>
                  </a:moveTo>
                  <a:cubicBezTo>
                    <a:pt x="10" y="54"/>
                    <a:pt x="26" y="61"/>
                    <a:pt x="21" y="45"/>
                  </a:cubicBezTo>
                  <a:cubicBezTo>
                    <a:pt x="18" y="36"/>
                    <a:pt x="9" y="27"/>
                    <a:pt x="0" y="29"/>
                  </a:cubicBezTo>
                  <a:cubicBezTo>
                    <a:pt x="11" y="32"/>
                    <a:pt x="20" y="38"/>
                    <a:pt x="30" y="31"/>
                  </a:cubicBezTo>
                  <a:cubicBezTo>
                    <a:pt x="39" y="25"/>
                    <a:pt x="41" y="10"/>
                    <a:pt x="40" y="0"/>
                  </a:cubicBezTo>
                  <a:cubicBezTo>
                    <a:pt x="50" y="15"/>
                    <a:pt x="44" y="26"/>
                    <a:pt x="34" y="39"/>
                  </a:cubicBezTo>
                  <a:cubicBezTo>
                    <a:pt x="31" y="44"/>
                    <a:pt x="28" y="53"/>
                    <a:pt x="24" y="57"/>
                  </a:cubicBezTo>
                  <a:cubicBezTo>
                    <a:pt x="19" y="62"/>
                    <a:pt x="10" y="62"/>
                    <a:pt x="3" y="68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3" name="Freeform 322">
              <a:extLst>
                <a:ext uri="{FF2B5EF4-FFF2-40B4-BE49-F238E27FC236}">
                  <a16:creationId xmlns:a16="http://schemas.microsoft.com/office/drawing/2014/main" id="{B06AC9F0-D102-406D-89DC-6EAEF0754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172"/>
              <a:ext cx="128" cy="102"/>
            </a:xfrm>
            <a:custGeom>
              <a:avLst/>
              <a:gdLst>
                <a:gd name="T0" fmla="*/ 32 w 69"/>
                <a:gd name="T1" fmla="*/ 89 h 55"/>
                <a:gd name="T2" fmla="*/ 89 w 69"/>
                <a:gd name="T3" fmla="*/ 37 h 55"/>
                <a:gd name="T4" fmla="*/ 262 w 69"/>
                <a:gd name="T5" fmla="*/ 96 h 55"/>
                <a:gd name="T6" fmla="*/ 440 w 69"/>
                <a:gd name="T7" fmla="*/ 20 h 55"/>
                <a:gd name="T8" fmla="*/ 200 w 69"/>
                <a:gd name="T9" fmla="*/ 351 h 55"/>
                <a:gd name="T10" fmla="*/ 121 w 69"/>
                <a:gd name="T11" fmla="*/ 185 h 55"/>
                <a:gd name="T12" fmla="*/ 45 w 69"/>
                <a:gd name="T13" fmla="*/ 165 h 55"/>
                <a:gd name="T14" fmla="*/ 0 w 69"/>
                <a:gd name="T15" fmla="*/ 113 h 55"/>
                <a:gd name="T16" fmla="*/ 24 w 69"/>
                <a:gd name="T17" fmla="*/ 104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55">
                  <a:moveTo>
                    <a:pt x="5" y="14"/>
                  </a:moveTo>
                  <a:cubicBezTo>
                    <a:pt x="7" y="10"/>
                    <a:pt x="10" y="8"/>
                    <a:pt x="14" y="6"/>
                  </a:cubicBezTo>
                  <a:cubicBezTo>
                    <a:pt x="22" y="15"/>
                    <a:pt x="30" y="19"/>
                    <a:pt x="41" y="15"/>
                  </a:cubicBezTo>
                  <a:cubicBezTo>
                    <a:pt x="50" y="12"/>
                    <a:pt x="60" y="0"/>
                    <a:pt x="69" y="3"/>
                  </a:cubicBezTo>
                  <a:cubicBezTo>
                    <a:pt x="40" y="14"/>
                    <a:pt x="36" y="28"/>
                    <a:pt x="31" y="55"/>
                  </a:cubicBezTo>
                  <a:cubicBezTo>
                    <a:pt x="29" y="48"/>
                    <a:pt x="25" y="34"/>
                    <a:pt x="19" y="29"/>
                  </a:cubicBezTo>
                  <a:cubicBezTo>
                    <a:pt x="16" y="26"/>
                    <a:pt x="10" y="28"/>
                    <a:pt x="7" y="26"/>
                  </a:cubicBezTo>
                  <a:cubicBezTo>
                    <a:pt x="5" y="25"/>
                    <a:pt x="2" y="20"/>
                    <a:pt x="0" y="18"/>
                  </a:cubicBezTo>
                  <a:cubicBezTo>
                    <a:pt x="1" y="17"/>
                    <a:pt x="2" y="17"/>
                    <a:pt x="4" y="16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4" name="Freeform 323">
              <a:extLst>
                <a:ext uri="{FF2B5EF4-FFF2-40B4-BE49-F238E27FC236}">
                  <a16:creationId xmlns:a16="http://schemas.microsoft.com/office/drawing/2014/main" id="{1B2EDF41-62A3-457B-AA1E-5615F589C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950"/>
              <a:ext cx="59" cy="26"/>
            </a:xfrm>
            <a:custGeom>
              <a:avLst/>
              <a:gdLst>
                <a:gd name="T0" fmla="*/ 0 w 32"/>
                <a:gd name="T1" fmla="*/ 24 h 14"/>
                <a:gd name="T2" fmla="*/ 194 w 32"/>
                <a:gd name="T3" fmla="*/ 84 h 14"/>
                <a:gd name="T4" fmla="*/ 194 w 32"/>
                <a:gd name="T5" fmla="*/ 52 h 14"/>
                <a:gd name="T6" fmla="*/ 44 w 32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4">
                  <a:moveTo>
                    <a:pt x="0" y="4"/>
                  </a:moveTo>
                  <a:cubicBezTo>
                    <a:pt x="3" y="6"/>
                    <a:pt x="25" y="14"/>
                    <a:pt x="31" y="13"/>
                  </a:cubicBezTo>
                  <a:cubicBezTo>
                    <a:pt x="32" y="12"/>
                    <a:pt x="31" y="10"/>
                    <a:pt x="31" y="8"/>
                  </a:cubicBezTo>
                  <a:cubicBezTo>
                    <a:pt x="21" y="5"/>
                    <a:pt x="18" y="0"/>
                    <a:pt x="7" y="2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5" name="Freeform 324">
              <a:extLst>
                <a:ext uri="{FF2B5EF4-FFF2-40B4-BE49-F238E27FC236}">
                  <a16:creationId xmlns:a16="http://schemas.microsoft.com/office/drawing/2014/main" id="{BF9BE0D9-D4AA-48B5-B2C5-F8A8B7DB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104"/>
              <a:ext cx="85" cy="87"/>
            </a:xfrm>
            <a:custGeom>
              <a:avLst/>
              <a:gdLst>
                <a:gd name="T0" fmla="*/ 0 w 46"/>
                <a:gd name="T1" fmla="*/ 298 h 47"/>
                <a:gd name="T2" fmla="*/ 140 w 46"/>
                <a:gd name="T3" fmla="*/ 120 h 47"/>
                <a:gd name="T4" fmla="*/ 188 w 46"/>
                <a:gd name="T5" fmla="*/ 0 h 47"/>
                <a:gd name="T6" fmla="*/ 52 w 46"/>
                <a:gd name="T7" fmla="*/ 113 h 47"/>
                <a:gd name="T8" fmla="*/ 20 w 46"/>
                <a:gd name="T9" fmla="*/ 27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7">
                  <a:moveTo>
                    <a:pt x="0" y="47"/>
                  </a:moveTo>
                  <a:cubicBezTo>
                    <a:pt x="11" y="40"/>
                    <a:pt x="12" y="27"/>
                    <a:pt x="22" y="19"/>
                  </a:cubicBezTo>
                  <a:cubicBezTo>
                    <a:pt x="29" y="14"/>
                    <a:pt x="46" y="9"/>
                    <a:pt x="30" y="0"/>
                  </a:cubicBezTo>
                  <a:cubicBezTo>
                    <a:pt x="23" y="4"/>
                    <a:pt x="12" y="11"/>
                    <a:pt x="8" y="18"/>
                  </a:cubicBezTo>
                  <a:cubicBezTo>
                    <a:pt x="5" y="26"/>
                    <a:pt x="8" y="35"/>
                    <a:pt x="3" y="43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6" name="Freeform 325">
              <a:extLst>
                <a:ext uri="{FF2B5EF4-FFF2-40B4-BE49-F238E27FC236}">
                  <a16:creationId xmlns:a16="http://schemas.microsoft.com/office/drawing/2014/main" id="{8FB4B6D4-B9C4-4B8F-B752-012F34D47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385"/>
              <a:ext cx="193" cy="106"/>
            </a:xfrm>
            <a:custGeom>
              <a:avLst/>
              <a:gdLst>
                <a:gd name="T0" fmla="*/ 165 w 104"/>
                <a:gd name="T1" fmla="*/ 0 h 57"/>
                <a:gd name="T2" fmla="*/ 419 w 104"/>
                <a:gd name="T3" fmla="*/ 186 h 57"/>
                <a:gd name="T4" fmla="*/ 523 w 104"/>
                <a:gd name="T5" fmla="*/ 277 h 57"/>
                <a:gd name="T6" fmla="*/ 664 w 104"/>
                <a:gd name="T7" fmla="*/ 298 h 57"/>
                <a:gd name="T8" fmla="*/ 358 w 104"/>
                <a:gd name="T9" fmla="*/ 210 h 57"/>
                <a:gd name="T10" fmla="*/ 141 w 104"/>
                <a:gd name="T11" fmla="*/ 335 h 57"/>
                <a:gd name="T12" fmla="*/ 0 w 104"/>
                <a:gd name="T13" fmla="*/ 104 h 57"/>
                <a:gd name="T14" fmla="*/ 173 w 104"/>
                <a:gd name="T15" fmla="*/ 173 h 57"/>
                <a:gd name="T16" fmla="*/ 158 w 104"/>
                <a:gd name="T17" fmla="*/ 24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57">
                  <a:moveTo>
                    <a:pt x="26" y="0"/>
                  </a:moveTo>
                  <a:cubicBezTo>
                    <a:pt x="35" y="16"/>
                    <a:pt x="53" y="17"/>
                    <a:pt x="66" y="29"/>
                  </a:cubicBezTo>
                  <a:cubicBezTo>
                    <a:pt x="72" y="35"/>
                    <a:pt x="74" y="40"/>
                    <a:pt x="82" y="43"/>
                  </a:cubicBezTo>
                  <a:cubicBezTo>
                    <a:pt x="89" y="45"/>
                    <a:pt x="97" y="44"/>
                    <a:pt x="104" y="46"/>
                  </a:cubicBezTo>
                  <a:cubicBezTo>
                    <a:pt x="88" y="57"/>
                    <a:pt x="68" y="42"/>
                    <a:pt x="56" y="33"/>
                  </a:cubicBezTo>
                  <a:cubicBezTo>
                    <a:pt x="34" y="18"/>
                    <a:pt x="30" y="35"/>
                    <a:pt x="22" y="52"/>
                  </a:cubicBezTo>
                  <a:cubicBezTo>
                    <a:pt x="20" y="35"/>
                    <a:pt x="14" y="27"/>
                    <a:pt x="0" y="16"/>
                  </a:cubicBezTo>
                  <a:cubicBezTo>
                    <a:pt x="5" y="18"/>
                    <a:pt x="23" y="28"/>
                    <a:pt x="27" y="27"/>
                  </a:cubicBezTo>
                  <a:cubicBezTo>
                    <a:pt x="36" y="23"/>
                    <a:pt x="29" y="8"/>
                    <a:pt x="25" y="4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7" name="Freeform 326">
              <a:extLst>
                <a:ext uri="{FF2B5EF4-FFF2-40B4-BE49-F238E27FC236}">
                  <a16:creationId xmlns:a16="http://schemas.microsoft.com/office/drawing/2014/main" id="{F4223F9B-A9C7-473B-AD3C-6A0460DD7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315"/>
              <a:ext cx="40" cy="91"/>
            </a:xfrm>
            <a:custGeom>
              <a:avLst/>
              <a:gdLst>
                <a:gd name="T0" fmla="*/ 49 w 22"/>
                <a:gd name="T1" fmla="*/ 0 h 49"/>
                <a:gd name="T2" fmla="*/ 49 w 22"/>
                <a:gd name="T3" fmla="*/ 141 h 49"/>
                <a:gd name="T4" fmla="*/ 0 w 22"/>
                <a:gd name="T5" fmla="*/ 314 h 49"/>
                <a:gd name="T6" fmla="*/ 133 w 22"/>
                <a:gd name="T7" fmla="*/ 128 h 49"/>
                <a:gd name="T8" fmla="*/ 96 w 22"/>
                <a:gd name="T9" fmla="*/ 128 h 49"/>
                <a:gd name="T10" fmla="*/ 125 w 22"/>
                <a:gd name="T11" fmla="*/ 7 h 49"/>
                <a:gd name="T12" fmla="*/ 49 w 22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9">
                  <a:moveTo>
                    <a:pt x="8" y="0"/>
                  </a:moveTo>
                  <a:cubicBezTo>
                    <a:pt x="7" y="9"/>
                    <a:pt x="7" y="12"/>
                    <a:pt x="8" y="22"/>
                  </a:cubicBezTo>
                  <a:cubicBezTo>
                    <a:pt x="8" y="31"/>
                    <a:pt x="5" y="42"/>
                    <a:pt x="0" y="49"/>
                  </a:cubicBezTo>
                  <a:cubicBezTo>
                    <a:pt x="5" y="38"/>
                    <a:pt x="13" y="28"/>
                    <a:pt x="22" y="20"/>
                  </a:cubicBezTo>
                  <a:cubicBezTo>
                    <a:pt x="20" y="20"/>
                    <a:pt x="18" y="20"/>
                    <a:pt x="16" y="20"/>
                  </a:cubicBezTo>
                  <a:cubicBezTo>
                    <a:pt x="14" y="13"/>
                    <a:pt x="19" y="7"/>
                    <a:pt x="21" y="1"/>
                  </a:cubicBezTo>
                  <a:cubicBezTo>
                    <a:pt x="16" y="1"/>
                    <a:pt x="12" y="1"/>
                    <a:pt x="8" y="0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8" name="Freeform 327">
              <a:extLst>
                <a:ext uri="{FF2B5EF4-FFF2-40B4-BE49-F238E27FC236}">
                  <a16:creationId xmlns:a16="http://schemas.microsoft.com/office/drawing/2014/main" id="{160E8603-9DAF-4458-9E1F-7B483900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280"/>
              <a:ext cx="94" cy="57"/>
            </a:xfrm>
            <a:custGeom>
              <a:avLst/>
              <a:gdLst>
                <a:gd name="T0" fmla="*/ 186 w 51"/>
                <a:gd name="T1" fmla="*/ 0 h 31"/>
                <a:gd name="T2" fmla="*/ 319 w 51"/>
                <a:gd name="T3" fmla="*/ 193 h 31"/>
                <a:gd name="T4" fmla="*/ 157 w 51"/>
                <a:gd name="T5" fmla="*/ 112 h 31"/>
                <a:gd name="T6" fmla="*/ 0 w 51"/>
                <a:gd name="T7" fmla="*/ 81 h 31"/>
                <a:gd name="T8" fmla="*/ 157 w 51"/>
                <a:gd name="T9" fmla="*/ 2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1">
                  <a:moveTo>
                    <a:pt x="30" y="0"/>
                  </a:moveTo>
                  <a:cubicBezTo>
                    <a:pt x="20" y="8"/>
                    <a:pt x="45" y="25"/>
                    <a:pt x="51" y="31"/>
                  </a:cubicBezTo>
                  <a:cubicBezTo>
                    <a:pt x="41" y="30"/>
                    <a:pt x="35" y="19"/>
                    <a:pt x="25" y="18"/>
                  </a:cubicBezTo>
                  <a:cubicBezTo>
                    <a:pt x="17" y="16"/>
                    <a:pt x="8" y="15"/>
                    <a:pt x="0" y="13"/>
                  </a:cubicBezTo>
                  <a:cubicBezTo>
                    <a:pt x="6" y="9"/>
                    <a:pt x="28" y="18"/>
                    <a:pt x="25" y="4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9" name="Freeform 328">
              <a:extLst>
                <a:ext uri="{FF2B5EF4-FFF2-40B4-BE49-F238E27FC236}">
                  <a16:creationId xmlns:a16="http://schemas.microsoft.com/office/drawing/2014/main" id="{2D790180-8931-474C-959C-5F67D6F65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146"/>
              <a:ext cx="59" cy="58"/>
            </a:xfrm>
            <a:custGeom>
              <a:avLst/>
              <a:gdLst>
                <a:gd name="T0" fmla="*/ 0 w 32"/>
                <a:gd name="T1" fmla="*/ 92 h 31"/>
                <a:gd name="T2" fmla="*/ 170 w 32"/>
                <a:gd name="T3" fmla="*/ 0 h 31"/>
                <a:gd name="T4" fmla="*/ 142 w 32"/>
                <a:gd name="T5" fmla="*/ 172 h 31"/>
                <a:gd name="T6" fmla="*/ 31 w 32"/>
                <a:gd name="T7" fmla="*/ 13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0" y="14"/>
                  </a:moveTo>
                  <a:cubicBezTo>
                    <a:pt x="12" y="15"/>
                    <a:pt x="32" y="18"/>
                    <a:pt x="27" y="0"/>
                  </a:cubicBezTo>
                  <a:cubicBezTo>
                    <a:pt x="30" y="6"/>
                    <a:pt x="29" y="21"/>
                    <a:pt x="23" y="26"/>
                  </a:cubicBezTo>
                  <a:cubicBezTo>
                    <a:pt x="17" y="31"/>
                    <a:pt x="5" y="27"/>
                    <a:pt x="5" y="21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0" name="Freeform 329">
              <a:extLst>
                <a:ext uri="{FF2B5EF4-FFF2-40B4-BE49-F238E27FC236}">
                  <a16:creationId xmlns:a16="http://schemas.microsoft.com/office/drawing/2014/main" id="{177AD537-59B0-45E4-BAD8-CC9B6A3F9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017"/>
              <a:ext cx="37" cy="40"/>
            </a:xfrm>
            <a:custGeom>
              <a:avLst/>
              <a:gdLst>
                <a:gd name="T0" fmla="*/ 0 w 20"/>
                <a:gd name="T1" fmla="*/ 0 h 22"/>
                <a:gd name="T2" fmla="*/ 126 w 20"/>
                <a:gd name="T3" fmla="*/ 24 h 22"/>
                <a:gd name="T4" fmla="*/ 31 w 20"/>
                <a:gd name="T5" fmla="*/ 133 h 22"/>
                <a:gd name="T6" fmla="*/ 24 w 20"/>
                <a:gd name="T7" fmla="*/ 3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3" y="4"/>
                    <a:pt x="15" y="12"/>
                    <a:pt x="20" y="4"/>
                  </a:cubicBezTo>
                  <a:cubicBezTo>
                    <a:pt x="14" y="8"/>
                    <a:pt x="8" y="16"/>
                    <a:pt x="5" y="22"/>
                  </a:cubicBezTo>
                  <a:cubicBezTo>
                    <a:pt x="7" y="17"/>
                    <a:pt x="6" y="11"/>
                    <a:pt x="4" y="6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1" name="Freeform 330">
              <a:extLst>
                <a:ext uri="{FF2B5EF4-FFF2-40B4-BE49-F238E27FC236}">
                  <a16:creationId xmlns:a16="http://schemas.microsoft.com/office/drawing/2014/main" id="{A7A0A9CA-7FFC-40AD-8E37-CC57FE3E6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371"/>
              <a:ext cx="77" cy="39"/>
            </a:xfrm>
            <a:custGeom>
              <a:avLst/>
              <a:gdLst>
                <a:gd name="T0" fmla="*/ 172 w 42"/>
                <a:gd name="T1" fmla="*/ 0 h 21"/>
                <a:gd name="T2" fmla="*/ 246 w 42"/>
                <a:gd name="T3" fmla="*/ 89 h 21"/>
                <a:gd name="T4" fmla="*/ 172 w 42"/>
                <a:gd name="T5" fmla="*/ 76 h 21"/>
                <a:gd name="T6" fmla="*/ 134 w 42"/>
                <a:gd name="T7" fmla="*/ 59 h 21"/>
                <a:gd name="T8" fmla="*/ 88 w 42"/>
                <a:gd name="T9" fmla="*/ 89 h 21"/>
                <a:gd name="T10" fmla="*/ 0 w 42"/>
                <a:gd name="T11" fmla="*/ 32 h 21"/>
                <a:gd name="T12" fmla="*/ 161 w 42"/>
                <a:gd name="T13" fmla="*/ 32 h 21"/>
                <a:gd name="T14" fmla="*/ 172 w 42"/>
                <a:gd name="T15" fmla="*/ 13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1">
                  <a:moveTo>
                    <a:pt x="28" y="0"/>
                  </a:moveTo>
                  <a:cubicBezTo>
                    <a:pt x="32" y="4"/>
                    <a:pt x="42" y="6"/>
                    <a:pt x="40" y="14"/>
                  </a:cubicBezTo>
                  <a:cubicBezTo>
                    <a:pt x="37" y="21"/>
                    <a:pt x="32" y="13"/>
                    <a:pt x="28" y="12"/>
                  </a:cubicBezTo>
                  <a:cubicBezTo>
                    <a:pt x="25" y="12"/>
                    <a:pt x="24" y="9"/>
                    <a:pt x="22" y="9"/>
                  </a:cubicBezTo>
                  <a:cubicBezTo>
                    <a:pt x="19" y="9"/>
                    <a:pt x="17" y="14"/>
                    <a:pt x="14" y="14"/>
                  </a:cubicBezTo>
                  <a:cubicBezTo>
                    <a:pt x="9" y="13"/>
                    <a:pt x="3" y="8"/>
                    <a:pt x="0" y="5"/>
                  </a:cubicBezTo>
                  <a:cubicBezTo>
                    <a:pt x="10" y="5"/>
                    <a:pt x="17" y="3"/>
                    <a:pt x="26" y="5"/>
                  </a:cubicBezTo>
                  <a:cubicBezTo>
                    <a:pt x="27" y="5"/>
                    <a:pt x="28" y="3"/>
                    <a:pt x="28" y="2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2" name="Freeform 331">
              <a:extLst>
                <a:ext uri="{FF2B5EF4-FFF2-40B4-BE49-F238E27FC236}">
                  <a16:creationId xmlns:a16="http://schemas.microsoft.com/office/drawing/2014/main" id="{CCB5948B-B843-4BDE-8D3F-4923D1700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213"/>
              <a:ext cx="46" cy="56"/>
            </a:xfrm>
            <a:custGeom>
              <a:avLst/>
              <a:gdLst>
                <a:gd name="T0" fmla="*/ 13 w 25"/>
                <a:gd name="T1" fmla="*/ 7 h 30"/>
                <a:gd name="T2" fmla="*/ 156 w 25"/>
                <a:gd name="T3" fmla="*/ 39 h 30"/>
                <a:gd name="T4" fmla="*/ 142 w 25"/>
                <a:gd name="T5" fmla="*/ 196 h 30"/>
                <a:gd name="T6" fmla="*/ 0 w 25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0">
                  <a:moveTo>
                    <a:pt x="2" y="1"/>
                  </a:moveTo>
                  <a:cubicBezTo>
                    <a:pt x="10" y="2"/>
                    <a:pt x="18" y="9"/>
                    <a:pt x="25" y="6"/>
                  </a:cubicBezTo>
                  <a:cubicBezTo>
                    <a:pt x="24" y="14"/>
                    <a:pt x="22" y="22"/>
                    <a:pt x="23" y="30"/>
                  </a:cubicBezTo>
                  <a:cubicBezTo>
                    <a:pt x="19" y="18"/>
                    <a:pt x="3" y="13"/>
                    <a:pt x="0" y="0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3" name="Freeform 332">
              <a:extLst>
                <a:ext uri="{FF2B5EF4-FFF2-40B4-BE49-F238E27FC236}">
                  <a16:creationId xmlns:a16="http://schemas.microsoft.com/office/drawing/2014/main" id="{82E92848-3287-4D12-98A9-402983A1D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113"/>
              <a:ext cx="78" cy="43"/>
            </a:xfrm>
            <a:custGeom>
              <a:avLst/>
              <a:gdLst>
                <a:gd name="T0" fmla="*/ 269 w 42"/>
                <a:gd name="T1" fmla="*/ 97 h 23"/>
                <a:gd name="T2" fmla="*/ 0 w 42"/>
                <a:gd name="T3" fmla="*/ 150 h 23"/>
                <a:gd name="T4" fmla="*/ 249 w 42"/>
                <a:gd name="T5" fmla="*/ 0 h 23"/>
                <a:gd name="T6" fmla="*/ 249 w 42"/>
                <a:gd name="T7" fmla="*/ 8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3">
                  <a:moveTo>
                    <a:pt x="42" y="15"/>
                  </a:moveTo>
                  <a:cubicBezTo>
                    <a:pt x="30" y="8"/>
                    <a:pt x="11" y="18"/>
                    <a:pt x="0" y="23"/>
                  </a:cubicBezTo>
                  <a:cubicBezTo>
                    <a:pt x="5" y="15"/>
                    <a:pt x="29" y="1"/>
                    <a:pt x="39" y="0"/>
                  </a:cubicBezTo>
                  <a:cubicBezTo>
                    <a:pt x="39" y="4"/>
                    <a:pt x="39" y="9"/>
                    <a:pt x="39" y="13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4" name="Freeform 333">
              <a:extLst>
                <a:ext uri="{FF2B5EF4-FFF2-40B4-BE49-F238E27FC236}">
                  <a16:creationId xmlns:a16="http://schemas.microsoft.com/office/drawing/2014/main" id="{67417A6C-259D-4F28-9002-37CAD14EA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111"/>
              <a:ext cx="45" cy="89"/>
            </a:xfrm>
            <a:custGeom>
              <a:avLst/>
              <a:gdLst>
                <a:gd name="T0" fmla="*/ 28 w 24"/>
                <a:gd name="T1" fmla="*/ 0 h 48"/>
                <a:gd name="T2" fmla="*/ 152 w 24"/>
                <a:gd name="T3" fmla="*/ 299 h 48"/>
                <a:gd name="T4" fmla="*/ 28 w 24"/>
                <a:gd name="T5" fmla="*/ 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8">
                  <a:moveTo>
                    <a:pt x="4" y="0"/>
                  </a:moveTo>
                  <a:cubicBezTo>
                    <a:pt x="0" y="11"/>
                    <a:pt x="6" y="48"/>
                    <a:pt x="23" y="47"/>
                  </a:cubicBezTo>
                  <a:cubicBezTo>
                    <a:pt x="24" y="34"/>
                    <a:pt x="22" y="0"/>
                    <a:pt x="4" y="1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5" name="Freeform 334">
              <a:extLst>
                <a:ext uri="{FF2B5EF4-FFF2-40B4-BE49-F238E27FC236}">
                  <a16:creationId xmlns:a16="http://schemas.microsoft.com/office/drawing/2014/main" id="{B391BB2A-1FCC-4F6A-8CC1-132BD0C2A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373"/>
              <a:ext cx="137" cy="64"/>
            </a:xfrm>
            <a:custGeom>
              <a:avLst/>
              <a:gdLst>
                <a:gd name="T0" fmla="*/ 335 w 74"/>
                <a:gd name="T1" fmla="*/ 0 h 35"/>
                <a:gd name="T2" fmla="*/ 305 w 74"/>
                <a:gd name="T3" fmla="*/ 110 h 35"/>
                <a:gd name="T4" fmla="*/ 196 w 74"/>
                <a:gd name="T5" fmla="*/ 141 h 35"/>
                <a:gd name="T6" fmla="*/ 222 w 74"/>
                <a:gd name="T7" fmla="*/ 90 h 35"/>
                <a:gd name="T8" fmla="*/ 0 w 74"/>
                <a:gd name="T9" fmla="*/ 60 h 35"/>
                <a:gd name="T10" fmla="*/ 305 w 74"/>
                <a:gd name="T11" fmla="*/ 197 h 35"/>
                <a:gd name="T12" fmla="*/ 335 w 74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35">
                  <a:moveTo>
                    <a:pt x="53" y="0"/>
                  </a:moveTo>
                  <a:cubicBezTo>
                    <a:pt x="48" y="4"/>
                    <a:pt x="53" y="13"/>
                    <a:pt x="48" y="18"/>
                  </a:cubicBezTo>
                  <a:cubicBezTo>
                    <a:pt x="42" y="24"/>
                    <a:pt x="37" y="19"/>
                    <a:pt x="31" y="23"/>
                  </a:cubicBezTo>
                  <a:cubicBezTo>
                    <a:pt x="32" y="20"/>
                    <a:pt x="33" y="17"/>
                    <a:pt x="35" y="15"/>
                  </a:cubicBezTo>
                  <a:cubicBezTo>
                    <a:pt x="28" y="22"/>
                    <a:pt x="6" y="16"/>
                    <a:pt x="0" y="10"/>
                  </a:cubicBezTo>
                  <a:cubicBezTo>
                    <a:pt x="15" y="16"/>
                    <a:pt x="33" y="35"/>
                    <a:pt x="48" y="32"/>
                  </a:cubicBezTo>
                  <a:cubicBezTo>
                    <a:pt x="74" y="25"/>
                    <a:pt x="52" y="11"/>
                    <a:pt x="53" y="0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6" name="Freeform 335">
              <a:extLst>
                <a:ext uri="{FF2B5EF4-FFF2-40B4-BE49-F238E27FC236}">
                  <a16:creationId xmlns:a16="http://schemas.microsoft.com/office/drawing/2014/main" id="{CFAFEC7E-CF19-4C4D-B8AC-01B33B056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1289"/>
              <a:ext cx="48" cy="48"/>
            </a:xfrm>
            <a:custGeom>
              <a:avLst/>
              <a:gdLst>
                <a:gd name="T0" fmla="*/ 37 w 26"/>
                <a:gd name="T1" fmla="*/ 164 h 26"/>
                <a:gd name="T2" fmla="*/ 164 w 26"/>
                <a:gd name="T3" fmla="*/ 0 h 26"/>
                <a:gd name="T4" fmla="*/ 44 w 26"/>
                <a:gd name="T5" fmla="*/ 68 h 26"/>
                <a:gd name="T6" fmla="*/ 20 w 26"/>
                <a:gd name="T7" fmla="*/ 15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6" y="26"/>
                  </a:moveTo>
                  <a:cubicBezTo>
                    <a:pt x="5" y="15"/>
                    <a:pt x="21" y="10"/>
                    <a:pt x="26" y="0"/>
                  </a:cubicBezTo>
                  <a:cubicBezTo>
                    <a:pt x="19" y="2"/>
                    <a:pt x="14" y="9"/>
                    <a:pt x="7" y="11"/>
                  </a:cubicBezTo>
                  <a:cubicBezTo>
                    <a:pt x="4" y="14"/>
                    <a:pt x="0" y="19"/>
                    <a:pt x="3" y="24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7" name="Freeform 336">
              <a:extLst>
                <a:ext uri="{FF2B5EF4-FFF2-40B4-BE49-F238E27FC236}">
                  <a16:creationId xmlns:a16="http://schemas.microsoft.com/office/drawing/2014/main" id="{976F84F4-3660-4892-8AFD-A9307EB4C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328"/>
              <a:ext cx="148" cy="146"/>
            </a:xfrm>
            <a:custGeom>
              <a:avLst/>
              <a:gdLst>
                <a:gd name="T0" fmla="*/ 37 w 80"/>
                <a:gd name="T1" fmla="*/ 499 h 79"/>
                <a:gd name="T2" fmla="*/ 105 w 80"/>
                <a:gd name="T3" fmla="*/ 335 h 79"/>
                <a:gd name="T4" fmla="*/ 194 w 80"/>
                <a:gd name="T5" fmla="*/ 126 h 79"/>
                <a:gd name="T6" fmla="*/ 507 w 80"/>
                <a:gd name="T7" fmla="*/ 81 h 79"/>
                <a:gd name="T8" fmla="*/ 355 w 80"/>
                <a:gd name="T9" fmla="*/ 89 h 79"/>
                <a:gd name="T10" fmla="*/ 241 w 80"/>
                <a:gd name="T11" fmla="*/ 177 h 79"/>
                <a:gd name="T12" fmla="*/ 141 w 80"/>
                <a:gd name="T13" fmla="*/ 290 h 79"/>
                <a:gd name="T14" fmla="*/ 104 w 80"/>
                <a:gd name="T15" fmla="*/ 379 h 79"/>
                <a:gd name="T16" fmla="*/ 7 w 80"/>
                <a:gd name="T17" fmla="*/ 460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79">
                  <a:moveTo>
                    <a:pt x="6" y="79"/>
                  </a:moveTo>
                  <a:cubicBezTo>
                    <a:pt x="0" y="71"/>
                    <a:pt x="13" y="60"/>
                    <a:pt x="17" y="53"/>
                  </a:cubicBezTo>
                  <a:cubicBezTo>
                    <a:pt x="23" y="43"/>
                    <a:pt x="25" y="30"/>
                    <a:pt x="31" y="20"/>
                  </a:cubicBezTo>
                  <a:cubicBezTo>
                    <a:pt x="44" y="0"/>
                    <a:pt x="65" y="1"/>
                    <a:pt x="80" y="13"/>
                  </a:cubicBezTo>
                  <a:cubicBezTo>
                    <a:pt x="73" y="15"/>
                    <a:pt x="64" y="11"/>
                    <a:pt x="56" y="14"/>
                  </a:cubicBezTo>
                  <a:cubicBezTo>
                    <a:pt x="47" y="16"/>
                    <a:pt x="44" y="22"/>
                    <a:pt x="38" y="28"/>
                  </a:cubicBezTo>
                  <a:cubicBezTo>
                    <a:pt x="32" y="35"/>
                    <a:pt x="26" y="37"/>
                    <a:pt x="22" y="46"/>
                  </a:cubicBezTo>
                  <a:cubicBezTo>
                    <a:pt x="20" y="51"/>
                    <a:pt x="19" y="56"/>
                    <a:pt x="16" y="60"/>
                  </a:cubicBezTo>
                  <a:cubicBezTo>
                    <a:pt x="12" y="65"/>
                    <a:pt x="2" y="66"/>
                    <a:pt x="1" y="73"/>
                  </a:cubicBezTo>
                </a:path>
              </a:pathLst>
            </a:custGeom>
            <a:solidFill>
              <a:srgbClr val="BC9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8" name="Freeform 337">
              <a:extLst>
                <a:ext uri="{FF2B5EF4-FFF2-40B4-BE49-F238E27FC236}">
                  <a16:creationId xmlns:a16="http://schemas.microsoft.com/office/drawing/2014/main" id="{AB20989D-DE11-4504-B733-A999B0718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289"/>
              <a:ext cx="72" cy="93"/>
            </a:xfrm>
            <a:custGeom>
              <a:avLst/>
              <a:gdLst>
                <a:gd name="T0" fmla="*/ 76 w 39"/>
                <a:gd name="T1" fmla="*/ 7 h 50"/>
                <a:gd name="T2" fmla="*/ 209 w 39"/>
                <a:gd name="T3" fmla="*/ 186 h 50"/>
                <a:gd name="T4" fmla="*/ 37 w 39"/>
                <a:gd name="T5" fmla="*/ 298 h 50"/>
                <a:gd name="T6" fmla="*/ 81 w 39"/>
                <a:gd name="T7" fmla="*/ 136 h 50"/>
                <a:gd name="T8" fmla="*/ 81 w 39"/>
                <a:gd name="T9" fmla="*/ 1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0">
                  <a:moveTo>
                    <a:pt x="12" y="1"/>
                  </a:moveTo>
                  <a:cubicBezTo>
                    <a:pt x="25" y="0"/>
                    <a:pt x="39" y="16"/>
                    <a:pt x="33" y="29"/>
                  </a:cubicBezTo>
                  <a:cubicBezTo>
                    <a:pt x="30" y="36"/>
                    <a:pt x="13" y="50"/>
                    <a:pt x="6" y="46"/>
                  </a:cubicBezTo>
                  <a:cubicBezTo>
                    <a:pt x="8" y="35"/>
                    <a:pt x="20" y="33"/>
                    <a:pt x="13" y="21"/>
                  </a:cubicBezTo>
                  <a:cubicBezTo>
                    <a:pt x="9" y="15"/>
                    <a:pt x="0" y="5"/>
                    <a:pt x="13" y="2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9" name="Freeform 338">
              <a:extLst>
                <a:ext uri="{FF2B5EF4-FFF2-40B4-BE49-F238E27FC236}">
                  <a16:creationId xmlns:a16="http://schemas.microsoft.com/office/drawing/2014/main" id="{DF83AD89-0B5A-4E2B-856F-703AC2871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215"/>
              <a:ext cx="33" cy="89"/>
            </a:xfrm>
            <a:custGeom>
              <a:avLst/>
              <a:gdLst>
                <a:gd name="T0" fmla="*/ 0 w 18"/>
                <a:gd name="T1" fmla="*/ 45 h 48"/>
                <a:gd name="T2" fmla="*/ 44 w 18"/>
                <a:gd name="T3" fmla="*/ 172 h 48"/>
                <a:gd name="T4" fmla="*/ 20 w 18"/>
                <a:gd name="T5" fmla="*/ 306 h 48"/>
                <a:gd name="T6" fmla="*/ 13 w 18"/>
                <a:gd name="T7" fmla="*/ 5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8">
                  <a:moveTo>
                    <a:pt x="0" y="7"/>
                  </a:moveTo>
                  <a:cubicBezTo>
                    <a:pt x="0" y="14"/>
                    <a:pt x="7" y="20"/>
                    <a:pt x="7" y="27"/>
                  </a:cubicBezTo>
                  <a:cubicBezTo>
                    <a:pt x="8" y="35"/>
                    <a:pt x="5" y="41"/>
                    <a:pt x="3" y="48"/>
                  </a:cubicBezTo>
                  <a:cubicBezTo>
                    <a:pt x="13" y="45"/>
                    <a:pt x="18" y="0"/>
                    <a:pt x="2" y="9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0" name="Freeform 339">
              <a:extLst>
                <a:ext uri="{FF2B5EF4-FFF2-40B4-BE49-F238E27FC236}">
                  <a16:creationId xmlns:a16="http://schemas.microsoft.com/office/drawing/2014/main" id="{C825DE8B-77AA-4F7D-835A-08B78AECC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293"/>
              <a:ext cx="102" cy="89"/>
            </a:xfrm>
            <a:custGeom>
              <a:avLst/>
              <a:gdLst>
                <a:gd name="T0" fmla="*/ 83 w 55"/>
                <a:gd name="T1" fmla="*/ 0 h 48"/>
                <a:gd name="T2" fmla="*/ 158 w 55"/>
                <a:gd name="T3" fmla="*/ 113 h 48"/>
                <a:gd name="T4" fmla="*/ 224 w 55"/>
                <a:gd name="T5" fmla="*/ 172 h 48"/>
                <a:gd name="T6" fmla="*/ 282 w 55"/>
                <a:gd name="T7" fmla="*/ 237 h 48"/>
                <a:gd name="T8" fmla="*/ 351 w 55"/>
                <a:gd name="T9" fmla="*/ 282 h 48"/>
                <a:gd name="T10" fmla="*/ 128 w 55"/>
                <a:gd name="T11" fmla="*/ 193 h 48"/>
                <a:gd name="T12" fmla="*/ 69 w 55"/>
                <a:gd name="T13" fmla="*/ 32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48">
                  <a:moveTo>
                    <a:pt x="13" y="0"/>
                  </a:moveTo>
                  <a:cubicBezTo>
                    <a:pt x="18" y="5"/>
                    <a:pt x="20" y="12"/>
                    <a:pt x="25" y="18"/>
                  </a:cubicBezTo>
                  <a:cubicBezTo>
                    <a:pt x="28" y="21"/>
                    <a:pt x="32" y="24"/>
                    <a:pt x="35" y="27"/>
                  </a:cubicBezTo>
                  <a:cubicBezTo>
                    <a:pt x="38" y="30"/>
                    <a:pt x="40" y="34"/>
                    <a:pt x="44" y="37"/>
                  </a:cubicBezTo>
                  <a:cubicBezTo>
                    <a:pt x="48" y="40"/>
                    <a:pt x="55" y="39"/>
                    <a:pt x="55" y="44"/>
                  </a:cubicBezTo>
                  <a:cubicBezTo>
                    <a:pt x="43" y="48"/>
                    <a:pt x="29" y="37"/>
                    <a:pt x="20" y="30"/>
                  </a:cubicBezTo>
                  <a:cubicBezTo>
                    <a:pt x="15" y="27"/>
                    <a:pt x="0" y="1"/>
                    <a:pt x="11" y="5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1" name="Freeform 340">
              <a:extLst>
                <a:ext uri="{FF2B5EF4-FFF2-40B4-BE49-F238E27FC236}">
                  <a16:creationId xmlns:a16="http://schemas.microsoft.com/office/drawing/2014/main" id="{58D30699-A18D-4664-8C3E-22D204B1D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169"/>
              <a:ext cx="85" cy="66"/>
            </a:xfrm>
            <a:custGeom>
              <a:avLst/>
              <a:gdLst>
                <a:gd name="T0" fmla="*/ 57 w 46"/>
                <a:gd name="T1" fmla="*/ 154 h 36"/>
                <a:gd name="T2" fmla="*/ 259 w 46"/>
                <a:gd name="T3" fmla="*/ 161 h 36"/>
                <a:gd name="T4" fmla="*/ 229 w 46"/>
                <a:gd name="T5" fmla="*/ 0 h 36"/>
                <a:gd name="T6" fmla="*/ 150 w 46"/>
                <a:gd name="T7" fmla="*/ 94 h 36"/>
                <a:gd name="T8" fmla="*/ 13 w 46"/>
                <a:gd name="T9" fmla="*/ 68 h 36"/>
                <a:gd name="T10" fmla="*/ 37 w 46"/>
                <a:gd name="T11" fmla="*/ 13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6">
                  <a:moveTo>
                    <a:pt x="9" y="25"/>
                  </a:moveTo>
                  <a:cubicBezTo>
                    <a:pt x="18" y="29"/>
                    <a:pt x="33" y="36"/>
                    <a:pt x="41" y="26"/>
                  </a:cubicBezTo>
                  <a:cubicBezTo>
                    <a:pt x="45" y="20"/>
                    <a:pt x="46" y="1"/>
                    <a:pt x="36" y="0"/>
                  </a:cubicBezTo>
                  <a:cubicBezTo>
                    <a:pt x="29" y="6"/>
                    <a:pt x="34" y="13"/>
                    <a:pt x="24" y="15"/>
                  </a:cubicBezTo>
                  <a:cubicBezTo>
                    <a:pt x="15" y="17"/>
                    <a:pt x="10" y="8"/>
                    <a:pt x="2" y="11"/>
                  </a:cubicBezTo>
                  <a:cubicBezTo>
                    <a:pt x="0" y="15"/>
                    <a:pt x="1" y="20"/>
                    <a:pt x="6" y="2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2" name="Freeform 341">
              <a:extLst>
                <a:ext uri="{FF2B5EF4-FFF2-40B4-BE49-F238E27FC236}">
                  <a16:creationId xmlns:a16="http://schemas.microsoft.com/office/drawing/2014/main" id="{B04ADB46-C88F-4D68-B422-0561AE2DA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500"/>
              <a:ext cx="155" cy="58"/>
            </a:xfrm>
            <a:custGeom>
              <a:avLst/>
              <a:gdLst>
                <a:gd name="T0" fmla="*/ 149 w 84"/>
                <a:gd name="T1" fmla="*/ 144 h 31"/>
                <a:gd name="T2" fmla="*/ 341 w 84"/>
                <a:gd name="T3" fmla="*/ 137 h 31"/>
                <a:gd name="T4" fmla="*/ 528 w 84"/>
                <a:gd name="T5" fmla="*/ 97 h 31"/>
                <a:gd name="T6" fmla="*/ 358 w 84"/>
                <a:gd name="T7" fmla="*/ 77 h 31"/>
                <a:gd name="T8" fmla="*/ 194 w 84"/>
                <a:gd name="T9" fmla="*/ 77 h 31"/>
                <a:gd name="T10" fmla="*/ 68 w 84"/>
                <a:gd name="T11" fmla="*/ 13 h 31"/>
                <a:gd name="T12" fmla="*/ 133 w 84"/>
                <a:gd name="T13" fmla="*/ 14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31">
                  <a:moveTo>
                    <a:pt x="24" y="22"/>
                  </a:moveTo>
                  <a:cubicBezTo>
                    <a:pt x="32" y="31"/>
                    <a:pt x="46" y="23"/>
                    <a:pt x="54" y="21"/>
                  </a:cubicBezTo>
                  <a:cubicBezTo>
                    <a:pt x="64" y="18"/>
                    <a:pt x="74" y="18"/>
                    <a:pt x="84" y="15"/>
                  </a:cubicBezTo>
                  <a:cubicBezTo>
                    <a:pt x="78" y="5"/>
                    <a:pt x="65" y="10"/>
                    <a:pt x="57" y="12"/>
                  </a:cubicBezTo>
                  <a:cubicBezTo>
                    <a:pt x="48" y="14"/>
                    <a:pt x="39" y="15"/>
                    <a:pt x="31" y="12"/>
                  </a:cubicBezTo>
                  <a:cubicBezTo>
                    <a:pt x="26" y="10"/>
                    <a:pt x="16" y="0"/>
                    <a:pt x="11" y="2"/>
                  </a:cubicBezTo>
                  <a:cubicBezTo>
                    <a:pt x="0" y="7"/>
                    <a:pt x="16" y="20"/>
                    <a:pt x="21" y="22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3" name="Freeform 342">
              <a:extLst>
                <a:ext uri="{FF2B5EF4-FFF2-40B4-BE49-F238E27FC236}">
                  <a16:creationId xmlns:a16="http://schemas.microsoft.com/office/drawing/2014/main" id="{D54948E9-89AB-437B-A565-FE3946048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384"/>
              <a:ext cx="175" cy="128"/>
            </a:xfrm>
            <a:custGeom>
              <a:avLst/>
              <a:gdLst>
                <a:gd name="T0" fmla="*/ 298 w 95"/>
                <a:gd name="T1" fmla="*/ 45 h 69"/>
                <a:gd name="T2" fmla="*/ 225 w 95"/>
                <a:gd name="T3" fmla="*/ 32 h 69"/>
                <a:gd name="T4" fmla="*/ 37 w 95"/>
                <a:gd name="T5" fmla="*/ 202 h 69"/>
                <a:gd name="T6" fmla="*/ 133 w 95"/>
                <a:gd name="T7" fmla="*/ 321 h 69"/>
                <a:gd name="T8" fmla="*/ 193 w 95"/>
                <a:gd name="T9" fmla="*/ 416 h 69"/>
                <a:gd name="T10" fmla="*/ 238 w 95"/>
                <a:gd name="T11" fmla="*/ 306 h 69"/>
                <a:gd name="T12" fmla="*/ 140 w 95"/>
                <a:gd name="T13" fmla="*/ 165 h 69"/>
                <a:gd name="T14" fmla="*/ 258 w 95"/>
                <a:gd name="T15" fmla="*/ 45 h 69"/>
                <a:gd name="T16" fmla="*/ 593 w 95"/>
                <a:gd name="T17" fmla="*/ 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69">
                  <a:moveTo>
                    <a:pt x="48" y="7"/>
                  </a:moveTo>
                  <a:cubicBezTo>
                    <a:pt x="44" y="6"/>
                    <a:pt x="40" y="5"/>
                    <a:pt x="36" y="5"/>
                  </a:cubicBezTo>
                  <a:cubicBezTo>
                    <a:pt x="22" y="3"/>
                    <a:pt x="0" y="15"/>
                    <a:pt x="6" y="32"/>
                  </a:cubicBezTo>
                  <a:cubicBezTo>
                    <a:pt x="9" y="40"/>
                    <a:pt x="17" y="44"/>
                    <a:pt x="21" y="50"/>
                  </a:cubicBezTo>
                  <a:cubicBezTo>
                    <a:pt x="25" y="55"/>
                    <a:pt x="22" y="69"/>
                    <a:pt x="31" y="65"/>
                  </a:cubicBezTo>
                  <a:cubicBezTo>
                    <a:pt x="37" y="63"/>
                    <a:pt x="39" y="53"/>
                    <a:pt x="38" y="48"/>
                  </a:cubicBezTo>
                  <a:cubicBezTo>
                    <a:pt x="36" y="38"/>
                    <a:pt x="19" y="38"/>
                    <a:pt x="22" y="26"/>
                  </a:cubicBezTo>
                  <a:cubicBezTo>
                    <a:pt x="23" y="19"/>
                    <a:pt x="35" y="9"/>
                    <a:pt x="41" y="7"/>
                  </a:cubicBezTo>
                  <a:cubicBezTo>
                    <a:pt x="47" y="4"/>
                    <a:pt x="94" y="0"/>
                    <a:pt x="95" y="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4" name="Freeform 343">
              <a:extLst>
                <a:ext uri="{FF2B5EF4-FFF2-40B4-BE49-F238E27FC236}">
                  <a16:creationId xmlns:a16="http://schemas.microsoft.com/office/drawing/2014/main" id="{6C7376A9-5771-4B8E-9BC4-3CC10BF07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350"/>
              <a:ext cx="69" cy="73"/>
            </a:xfrm>
            <a:custGeom>
              <a:avLst/>
              <a:gdLst>
                <a:gd name="T0" fmla="*/ 121 w 37"/>
                <a:gd name="T1" fmla="*/ 52 h 39"/>
                <a:gd name="T2" fmla="*/ 216 w 37"/>
                <a:gd name="T3" fmla="*/ 120 h 39"/>
                <a:gd name="T4" fmla="*/ 142 w 37"/>
                <a:gd name="T5" fmla="*/ 182 h 39"/>
                <a:gd name="T6" fmla="*/ 76 w 37"/>
                <a:gd name="T7" fmla="*/ 256 h 39"/>
                <a:gd name="T8" fmla="*/ 112 w 37"/>
                <a:gd name="T9" fmla="*/ 92 h 39"/>
                <a:gd name="T10" fmla="*/ 0 w 37"/>
                <a:gd name="T11" fmla="*/ 60 h 39"/>
                <a:gd name="T12" fmla="*/ 97 w 37"/>
                <a:gd name="T13" fmla="*/ 45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9">
                  <a:moveTo>
                    <a:pt x="19" y="8"/>
                  </a:moveTo>
                  <a:cubicBezTo>
                    <a:pt x="25" y="0"/>
                    <a:pt x="37" y="9"/>
                    <a:pt x="33" y="18"/>
                  </a:cubicBezTo>
                  <a:cubicBezTo>
                    <a:pt x="30" y="23"/>
                    <a:pt x="26" y="24"/>
                    <a:pt x="22" y="28"/>
                  </a:cubicBezTo>
                  <a:cubicBezTo>
                    <a:pt x="18" y="32"/>
                    <a:pt x="18" y="39"/>
                    <a:pt x="12" y="39"/>
                  </a:cubicBezTo>
                  <a:cubicBezTo>
                    <a:pt x="6" y="32"/>
                    <a:pt x="22" y="21"/>
                    <a:pt x="17" y="14"/>
                  </a:cubicBezTo>
                  <a:cubicBezTo>
                    <a:pt x="13" y="9"/>
                    <a:pt x="2" y="18"/>
                    <a:pt x="0" y="9"/>
                  </a:cubicBezTo>
                  <a:cubicBezTo>
                    <a:pt x="5" y="7"/>
                    <a:pt x="10" y="7"/>
                    <a:pt x="15" y="7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5" name="Freeform 344">
              <a:extLst>
                <a:ext uri="{FF2B5EF4-FFF2-40B4-BE49-F238E27FC236}">
                  <a16:creationId xmlns:a16="http://schemas.microsoft.com/office/drawing/2014/main" id="{A8F1CB81-CECD-48CE-BBCB-CE38ADBD0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311"/>
              <a:ext cx="57" cy="43"/>
            </a:xfrm>
            <a:custGeom>
              <a:avLst/>
              <a:gdLst>
                <a:gd name="T0" fmla="*/ 57 w 31"/>
                <a:gd name="T1" fmla="*/ 0 h 23"/>
                <a:gd name="T2" fmla="*/ 57 w 31"/>
                <a:gd name="T3" fmla="*/ 120 h 23"/>
                <a:gd name="T4" fmla="*/ 186 w 31"/>
                <a:gd name="T5" fmla="*/ 73 h 23"/>
                <a:gd name="T6" fmla="*/ 193 w 31"/>
                <a:gd name="T7" fmla="*/ 52 h 23"/>
                <a:gd name="T8" fmla="*/ 57 w 31"/>
                <a:gd name="T9" fmla="*/ 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3">
                  <a:moveTo>
                    <a:pt x="9" y="0"/>
                  </a:moveTo>
                  <a:cubicBezTo>
                    <a:pt x="0" y="5"/>
                    <a:pt x="1" y="13"/>
                    <a:pt x="9" y="18"/>
                  </a:cubicBezTo>
                  <a:cubicBezTo>
                    <a:pt x="20" y="23"/>
                    <a:pt x="23" y="17"/>
                    <a:pt x="30" y="11"/>
                  </a:cubicBezTo>
                  <a:cubicBezTo>
                    <a:pt x="31" y="10"/>
                    <a:pt x="30" y="9"/>
                    <a:pt x="31" y="8"/>
                  </a:cubicBezTo>
                  <a:cubicBezTo>
                    <a:pt x="21" y="6"/>
                    <a:pt x="15" y="12"/>
                    <a:pt x="9" y="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6" name="Freeform 345">
              <a:extLst>
                <a:ext uri="{FF2B5EF4-FFF2-40B4-BE49-F238E27FC236}">
                  <a16:creationId xmlns:a16="http://schemas.microsoft.com/office/drawing/2014/main" id="{643037A6-7DA4-4D25-B3D3-3BE47590C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304"/>
              <a:ext cx="52" cy="106"/>
            </a:xfrm>
            <a:custGeom>
              <a:avLst/>
              <a:gdLst>
                <a:gd name="T0" fmla="*/ 173 w 28"/>
                <a:gd name="T1" fmla="*/ 24 h 57"/>
                <a:gd name="T2" fmla="*/ 97 w 28"/>
                <a:gd name="T3" fmla="*/ 180 h 57"/>
                <a:gd name="T4" fmla="*/ 20 w 28"/>
                <a:gd name="T5" fmla="*/ 262 h 57"/>
                <a:gd name="T6" fmla="*/ 0 w 28"/>
                <a:gd name="T7" fmla="*/ 366 h 57"/>
                <a:gd name="T8" fmla="*/ 97 w 28"/>
                <a:gd name="T9" fmla="*/ 335 h 57"/>
                <a:gd name="T10" fmla="*/ 104 w 28"/>
                <a:gd name="T11" fmla="*/ 270 h 57"/>
                <a:gd name="T12" fmla="*/ 128 w 28"/>
                <a:gd name="T13" fmla="*/ 208 h 57"/>
                <a:gd name="T14" fmla="*/ 180 w 28"/>
                <a:gd name="T15" fmla="*/ 45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7">
                  <a:moveTo>
                    <a:pt x="27" y="4"/>
                  </a:moveTo>
                  <a:cubicBezTo>
                    <a:pt x="11" y="0"/>
                    <a:pt x="20" y="19"/>
                    <a:pt x="15" y="28"/>
                  </a:cubicBezTo>
                  <a:cubicBezTo>
                    <a:pt x="11" y="33"/>
                    <a:pt x="6" y="36"/>
                    <a:pt x="3" y="41"/>
                  </a:cubicBezTo>
                  <a:cubicBezTo>
                    <a:pt x="1" y="46"/>
                    <a:pt x="1" y="53"/>
                    <a:pt x="0" y="57"/>
                  </a:cubicBezTo>
                  <a:cubicBezTo>
                    <a:pt x="3" y="49"/>
                    <a:pt x="9" y="51"/>
                    <a:pt x="15" y="52"/>
                  </a:cubicBezTo>
                  <a:cubicBezTo>
                    <a:pt x="16" y="48"/>
                    <a:pt x="15" y="45"/>
                    <a:pt x="16" y="42"/>
                  </a:cubicBezTo>
                  <a:cubicBezTo>
                    <a:pt x="16" y="36"/>
                    <a:pt x="16" y="37"/>
                    <a:pt x="20" y="32"/>
                  </a:cubicBezTo>
                  <a:cubicBezTo>
                    <a:pt x="25" y="23"/>
                    <a:pt x="24" y="16"/>
                    <a:pt x="28" y="7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7" name="Freeform 346">
              <a:extLst>
                <a:ext uri="{FF2B5EF4-FFF2-40B4-BE49-F238E27FC236}">
                  <a16:creationId xmlns:a16="http://schemas.microsoft.com/office/drawing/2014/main" id="{4FCDD17C-3468-4186-8112-AFACC7BC9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152"/>
              <a:ext cx="52" cy="65"/>
            </a:xfrm>
            <a:custGeom>
              <a:avLst/>
              <a:gdLst>
                <a:gd name="T0" fmla="*/ 13 w 28"/>
                <a:gd name="T1" fmla="*/ 193 h 35"/>
                <a:gd name="T2" fmla="*/ 134 w 28"/>
                <a:gd name="T3" fmla="*/ 210 h 35"/>
                <a:gd name="T4" fmla="*/ 141 w 28"/>
                <a:gd name="T5" fmla="*/ 128 h 35"/>
                <a:gd name="T6" fmla="*/ 37 w 28"/>
                <a:gd name="T7" fmla="*/ 0 h 35"/>
                <a:gd name="T8" fmla="*/ 7 w 28"/>
                <a:gd name="T9" fmla="*/ 165 h 35"/>
                <a:gd name="T10" fmla="*/ 13 w 28"/>
                <a:gd name="T11" fmla="*/ 18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5">
                  <a:moveTo>
                    <a:pt x="2" y="30"/>
                  </a:moveTo>
                  <a:cubicBezTo>
                    <a:pt x="6" y="32"/>
                    <a:pt x="16" y="35"/>
                    <a:pt x="21" y="33"/>
                  </a:cubicBezTo>
                  <a:cubicBezTo>
                    <a:pt x="28" y="30"/>
                    <a:pt x="24" y="25"/>
                    <a:pt x="22" y="20"/>
                  </a:cubicBezTo>
                  <a:cubicBezTo>
                    <a:pt x="20" y="12"/>
                    <a:pt x="17" y="0"/>
                    <a:pt x="6" y="0"/>
                  </a:cubicBezTo>
                  <a:cubicBezTo>
                    <a:pt x="9" y="13"/>
                    <a:pt x="21" y="26"/>
                    <a:pt x="1" y="26"/>
                  </a:cubicBezTo>
                  <a:cubicBezTo>
                    <a:pt x="0" y="27"/>
                    <a:pt x="1" y="27"/>
                    <a:pt x="2" y="28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8" name="Freeform 347">
              <a:extLst>
                <a:ext uri="{FF2B5EF4-FFF2-40B4-BE49-F238E27FC236}">
                  <a16:creationId xmlns:a16="http://schemas.microsoft.com/office/drawing/2014/main" id="{4F8667E2-D2AD-4E22-9F5D-D5B26901C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211"/>
              <a:ext cx="70" cy="67"/>
            </a:xfrm>
            <a:custGeom>
              <a:avLst/>
              <a:gdLst>
                <a:gd name="T0" fmla="*/ 52 w 38"/>
                <a:gd name="T1" fmla="*/ 0 h 36"/>
                <a:gd name="T2" fmla="*/ 7 w 38"/>
                <a:gd name="T3" fmla="*/ 162 h 36"/>
                <a:gd name="T4" fmla="*/ 133 w 38"/>
                <a:gd name="T5" fmla="*/ 166 h 36"/>
                <a:gd name="T6" fmla="*/ 169 w 38"/>
                <a:gd name="T7" fmla="*/ 76 h 36"/>
                <a:gd name="T8" fmla="*/ 57 w 38"/>
                <a:gd name="T9" fmla="*/ 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6">
                  <a:moveTo>
                    <a:pt x="8" y="0"/>
                  </a:moveTo>
                  <a:cubicBezTo>
                    <a:pt x="11" y="7"/>
                    <a:pt x="1" y="17"/>
                    <a:pt x="1" y="25"/>
                  </a:cubicBezTo>
                  <a:cubicBezTo>
                    <a:pt x="0" y="36"/>
                    <a:pt x="12" y="29"/>
                    <a:pt x="21" y="26"/>
                  </a:cubicBezTo>
                  <a:cubicBezTo>
                    <a:pt x="28" y="23"/>
                    <a:pt x="38" y="17"/>
                    <a:pt x="27" y="12"/>
                  </a:cubicBezTo>
                  <a:cubicBezTo>
                    <a:pt x="21" y="9"/>
                    <a:pt x="7" y="14"/>
                    <a:pt x="9" y="3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9" name="Freeform 348">
              <a:extLst>
                <a:ext uri="{FF2B5EF4-FFF2-40B4-BE49-F238E27FC236}">
                  <a16:creationId xmlns:a16="http://schemas.microsoft.com/office/drawing/2014/main" id="{BF005CAF-BB2D-4D48-B7EF-BA43DD08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150"/>
              <a:ext cx="37" cy="30"/>
            </a:xfrm>
            <a:custGeom>
              <a:avLst/>
              <a:gdLst>
                <a:gd name="T0" fmla="*/ 0 w 20"/>
                <a:gd name="T1" fmla="*/ 53 h 16"/>
                <a:gd name="T2" fmla="*/ 126 w 20"/>
                <a:gd name="T3" fmla="*/ 8 h 16"/>
                <a:gd name="T4" fmla="*/ 7 w 20"/>
                <a:gd name="T5" fmla="*/ 5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0" y="8"/>
                  </a:moveTo>
                  <a:cubicBezTo>
                    <a:pt x="6" y="16"/>
                    <a:pt x="19" y="10"/>
                    <a:pt x="20" y="1"/>
                  </a:cubicBezTo>
                  <a:cubicBezTo>
                    <a:pt x="12" y="0"/>
                    <a:pt x="10" y="10"/>
                    <a:pt x="1" y="8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0" name="Freeform 349">
              <a:extLst>
                <a:ext uri="{FF2B5EF4-FFF2-40B4-BE49-F238E27FC236}">
                  <a16:creationId xmlns:a16="http://schemas.microsoft.com/office/drawing/2014/main" id="{3C425073-D6C1-4030-A940-A2AA1E87F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939"/>
              <a:ext cx="91" cy="144"/>
            </a:xfrm>
            <a:custGeom>
              <a:avLst/>
              <a:gdLst>
                <a:gd name="T0" fmla="*/ 217 w 49"/>
                <a:gd name="T1" fmla="*/ 52 h 78"/>
                <a:gd name="T2" fmla="*/ 24 w 49"/>
                <a:gd name="T3" fmla="*/ 270 h 78"/>
                <a:gd name="T4" fmla="*/ 76 w 49"/>
                <a:gd name="T5" fmla="*/ 491 h 78"/>
                <a:gd name="T6" fmla="*/ 65 w 49"/>
                <a:gd name="T7" fmla="*/ 321 h 78"/>
                <a:gd name="T8" fmla="*/ 158 w 49"/>
                <a:gd name="T9" fmla="*/ 170 h 78"/>
                <a:gd name="T10" fmla="*/ 314 w 49"/>
                <a:gd name="T11" fmla="*/ 0 h 78"/>
                <a:gd name="T12" fmla="*/ 186 w 49"/>
                <a:gd name="T13" fmla="*/ 68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78">
                  <a:moveTo>
                    <a:pt x="34" y="8"/>
                  </a:moveTo>
                  <a:cubicBezTo>
                    <a:pt x="22" y="15"/>
                    <a:pt x="8" y="29"/>
                    <a:pt x="4" y="43"/>
                  </a:cubicBezTo>
                  <a:cubicBezTo>
                    <a:pt x="0" y="57"/>
                    <a:pt x="7" y="67"/>
                    <a:pt x="12" y="78"/>
                  </a:cubicBezTo>
                  <a:cubicBezTo>
                    <a:pt x="10" y="69"/>
                    <a:pt x="7" y="60"/>
                    <a:pt x="10" y="51"/>
                  </a:cubicBezTo>
                  <a:cubicBezTo>
                    <a:pt x="13" y="41"/>
                    <a:pt x="18" y="34"/>
                    <a:pt x="25" y="27"/>
                  </a:cubicBezTo>
                  <a:cubicBezTo>
                    <a:pt x="33" y="20"/>
                    <a:pt x="45" y="10"/>
                    <a:pt x="49" y="0"/>
                  </a:cubicBezTo>
                  <a:cubicBezTo>
                    <a:pt x="44" y="2"/>
                    <a:pt x="34" y="7"/>
                    <a:pt x="29" y="1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1" name="Freeform 350">
              <a:extLst>
                <a:ext uri="{FF2B5EF4-FFF2-40B4-BE49-F238E27FC236}">
                  <a16:creationId xmlns:a16="http://schemas.microsoft.com/office/drawing/2014/main" id="{D284F5BB-705C-45BE-9A47-0672EA9C1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981"/>
              <a:ext cx="63" cy="50"/>
            </a:xfrm>
            <a:custGeom>
              <a:avLst/>
              <a:gdLst>
                <a:gd name="T0" fmla="*/ 7 w 34"/>
                <a:gd name="T1" fmla="*/ 57 h 27"/>
                <a:gd name="T2" fmla="*/ 193 w 34"/>
                <a:gd name="T3" fmla="*/ 81 h 27"/>
                <a:gd name="T4" fmla="*/ 65 w 34"/>
                <a:gd name="T5" fmla="*/ 172 h 27"/>
                <a:gd name="T6" fmla="*/ 133 w 34"/>
                <a:gd name="T7" fmla="*/ 76 h 27"/>
                <a:gd name="T8" fmla="*/ 0 w 34"/>
                <a:gd name="T9" fmla="*/ 6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7">
                  <a:moveTo>
                    <a:pt x="1" y="9"/>
                  </a:moveTo>
                  <a:cubicBezTo>
                    <a:pt x="5" y="4"/>
                    <a:pt x="34" y="0"/>
                    <a:pt x="30" y="13"/>
                  </a:cubicBezTo>
                  <a:cubicBezTo>
                    <a:pt x="28" y="19"/>
                    <a:pt x="15" y="26"/>
                    <a:pt x="10" y="27"/>
                  </a:cubicBezTo>
                  <a:cubicBezTo>
                    <a:pt x="12" y="24"/>
                    <a:pt x="23" y="16"/>
                    <a:pt x="21" y="12"/>
                  </a:cubicBezTo>
                  <a:cubicBezTo>
                    <a:pt x="19" y="8"/>
                    <a:pt x="3" y="9"/>
                    <a:pt x="0" y="10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2" name="Freeform 351">
              <a:extLst>
                <a:ext uri="{FF2B5EF4-FFF2-40B4-BE49-F238E27FC236}">
                  <a16:creationId xmlns:a16="http://schemas.microsoft.com/office/drawing/2014/main" id="{1CD79D76-8404-4D7A-8390-389754212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026"/>
              <a:ext cx="68" cy="57"/>
            </a:xfrm>
            <a:custGeom>
              <a:avLst/>
              <a:gdLst>
                <a:gd name="T0" fmla="*/ 136 w 37"/>
                <a:gd name="T1" fmla="*/ 0 h 31"/>
                <a:gd name="T2" fmla="*/ 57 w 37"/>
                <a:gd name="T3" fmla="*/ 149 h 31"/>
                <a:gd name="T4" fmla="*/ 230 w 37"/>
                <a:gd name="T5" fmla="*/ 112 h 31"/>
                <a:gd name="T6" fmla="*/ 105 w 37"/>
                <a:gd name="T7" fmla="*/ 2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1">
                  <a:moveTo>
                    <a:pt x="22" y="0"/>
                  </a:moveTo>
                  <a:cubicBezTo>
                    <a:pt x="21" y="8"/>
                    <a:pt x="0" y="12"/>
                    <a:pt x="9" y="24"/>
                  </a:cubicBezTo>
                  <a:cubicBezTo>
                    <a:pt x="15" y="31"/>
                    <a:pt x="32" y="23"/>
                    <a:pt x="37" y="18"/>
                  </a:cubicBezTo>
                  <a:cubicBezTo>
                    <a:pt x="27" y="18"/>
                    <a:pt x="15" y="19"/>
                    <a:pt x="17" y="4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3" name="Freeform 352">
              <a:extLst>
                <a:ext uri="{FF2B5EF4-FFF2-40B4-BE49-F238E27FC236}">
                  <a16:creationId xmlns:a16="http://schemas.microsoft.com/office/drawing/2014/main" id="{65D9BD17-1530-4FDC-ADFA-B8D43CD1E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1009"/>
              <a:ext cx="69" cy="180"/>
            </a:xfrm>
            <a:custGeom>
              <a:avLst/>
              <a:gdLst>
                <a:gd name="T0" fmla="*/ 142 w 37"/>
                <a:gd name="T1" fmla="*/ 0 h 97"/>
                <a:gd name="T2" fmla="*/ 13 w 37"/>
                <a:gd name="T3" fmla="*/ 128 h 97"/>
                <a:gd name="T4" fmla="*/ 21 w 37"/>
                <a:gd name="T5" fmla="*/ 245 h 97"/>
                <a:gd name="T6" fmla="*/ 136 w 37"/>
                <a:gd name="T7" fmla="*/ 427 h 97"/>
                <a:gd name="T8" fmla="*/ 65 w 37"/>
                <a:gd name="T9" fmla="*/ 620 h 97"/>
                <a:gd name="T10" fmla="*/ 84 w 37"/>
                <a:gd name="T11" fmla="*/ 510 h 97"/>
                <a:gd name="T12" fmla="*/ 181 w 37"/>
                <a:gd name="T13" fmla="*/ 466 h 97"/>
                <a:gd name="T14" fmla="*/ 181 w 37"/>
                <a:gd name="T15" fmla="*/ 306 h 97"/>
                <a:gd name="T16" fmla="*/ 112 w 37"/>
                <a:gd name="T17" fmla="*/ 141 h 97"/>
                <a:gd name="T18" fmla="*/ 121 w 37"/>
                <a:gd name="T19" fmla="*/ 20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97">
                  <a:moveTo>
                    <a:pt x="22" y="0"/>
                  </a:moveTo>
                  <a:cubicBezTo>
                    <a:pt x="14" y="7"/>
                    <a:pt x="5" y="9"/>
                    <a:pt x="2" y="20"/>
                  </a:cubicBezTo>
                  <a:cubicBezTo>
                    <a:pt x="0" y="26"/>
                    <a:pt x="0" y="32"/>
                    <a:pt x="3" y="38"/>
                  </a:cubicBezTo>
                  <a:cubicBezTo>
                    <a:pt x="7" y="50"/>
                    <a:pt x="18" y="56"/>
                    <a:pt x="21" y="67"/>
                  </a:cubicBezTo>
                  <a:cubicBezTo>
                    <a:pt x="2" y="66"/>
                    <a:pt x="0" y="85"/>
                    <a:pt x="10" y="97"/>
                  </a:cubicBezTo>
                  <a:cubicBezTo>
                    <a:pt x="12" y="91"/>
                    <a:pt x="9" y="86"/>
                    <a:pt x="13" y="80"/>
                  </a:cubicBezTo>
                  <a:cubicBezTo>
                    <a:pt x="18" y="74"/>
                    <a:pt x="22" y="77"/>
                    <a:pt x="28" y="73"/>
                  </a:cubicBezTo>
                  <a:cubicBezTo>
                    <a:pt x="37" y="68"/>
                    <a:pt x="34" y="55"/>
                    <a:pt x="28" y="48"/>
                  </a:cubicBezTo>
                  <a:cubicBezTo>
                    <a:pt x="20" y="39"/>
                    <a:pt x="13" y="36"/>
                    <a:pt x="17" y="22"/>
                  </a:cubicBezTo>
                  <a:cubicBezTo>
                    <a:pt x="19" y="17"/>
                    <a:pt x="30" y="5"/>
                    <a:pt x="19" y="3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4" name="Freeform 353">
              <a:extLst>
                <a:ext uri="{FF2B5EF4-FFF2-40B4-BE49-F238E27FC236}">
                  <a16:creationId xmlns:a16="http://schemas.microsoft.com/office/drawing/2014/main" id="{C833E0C2-E49F-4279-96DA-2C6CD889D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076"/>
              <a:ext cx="58" cy="159"/>
            </a:xfrm>
            <a:custGeom>
              <a:avLst/>
              <a:gdLst>
                <a:gd name="T0" fmla="*/ 178 w 31"/>
                <a:gd name="T1" fmla="*/ 7 h 86"/>
                <a:gd name="T2" fmla="*/ 39 w 31"/>
                <a:gd name="T3" fmla="*/ 233 h 86"/>
                <a:gd name="T4" fmla="*/ 73 w 31"/>
                <a:gd name="T5" fmla="*/ 359 h 86"/>
                <a:gd name="T6" fmla="*/ 0 w 31"/>
                <a:gd name="T7" fmla="*/ 483 h 86"/>
                <a:gd name="T8" fmla="*/ 77 w 31"/>
                <a:gd name="T9" fmla="*/ 544 h 86"/>
                <a:gd name="T10" fmla="*/ 105 w 31"/>
                <a:gd name="T11" fmla="*/ 283 h 86"/>
                <a:gd name="T12" fmla="*/ 178 w 31"/>
                <a:gd name="T13" fmla="*/ 44 h 86"/>
                <a:gd name="T14" fmla="*/ 150 w 31"/>
                <a:gd name="T15" fmla="*/ 24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86">
                  <a:moveTo>
                    <a:pt x="27" y="1"/>
                  </a:moveTo>
                  <a:cubicBezTo>
                    <a:pt x="9" y="0"/>
                    <a:pt x="4" y="24"/>
                    <a:pt x="6" y="37"/>
                  </a:cubicBezTo>
                  <a:cubicBezTo>
                    <a:pt x="7" y="43"/>
                    <a:pt x="12" y="50"/>
                    <a:pt x="11" y="57"/>
                  </a:cubicBezTo>
                  <a:cubicBezTo>
                    <a:pt x="10" y="65"/>
                    <a:pt x="0" y="68"/>
                    <a:pt x="0" y="76"/>
                  </a:cubicBezTo>
                  <a:cubicBezTo>
                    <a:pt x="5" y="77"/>
                    <a:pt x="10" y="82"/>
                    <a:pt x="12" y="86"/>
                  </a:cubicBezTo>
                  <a:cubicBezTo>
                    <a:pt x="31" y="85"/>
                    <a:pt x="19" y="54"/>
                    <a:pt x="16" y="45"/>
                  </a:cubicBezTo>
                  <a:cubicBezTo>
                    <a:pt x="11" y="31"/>
                    <a:pt x="13" y="16"/>
                    <a:pt x="27" y="7"/>
                  </a:cubicBezTo>
                  <a:cubicBezTo>
                    <a:pt x="26" y="5"/>
                    <a:pt x="25" y="5"/>
                    <a:pt x="23" y="4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5" name="Freeform 354">
              <a:extLst>
                <a:ext uri="{FF2B5EF4-FFF2-40B4-BE49-F238E27FC236}">
                  <a16:creationId xmlns:a16="http://schemas.microsoft.com/office/drawing/2014/main" id="{3823A128-3428-4F22-8B35-AE5B5FF53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989"/>
              <a:ext cx="104" cy="87"/>
            </a:xfrm>
            <a:custGeom>
              <a:avLst/>
              <a:gdLst>
                <a:gd name="T0" fmla="*/ 345 w 56"/>
                <a:gd name="T1" fmla="*/ 0 h 47"/>
                <a:gd name="T2" fmla="*/ 338 w 56"/>
                <a:gd name="T3" fmla="*/ 106 h 47"/>
                <a:gd name="T4" fmla="*/ 269 w 56"/>
                <a:gd name="T5" fmla="*/ 185 h 47"/>
                <a:gd name="T6" fmla="*/ 134 w 56"/>
                <a:gd name="T7" fmla="*/ 298 h 47"/>
                <a:gd name="T8" fmla="*/ 321 w 56"/>
                <a:gd name="T9" fmla="*/ 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7">
                  <a:moveTo>
                    <a:pt x="54" y="0"/>
                  </a:moveTo>
                  <a:cubicBezTo>
                    <a:pt x="52" y="6"/>
                    <a:pt x="56" y="10"/>
                    <a:pt x="53" y="17"/>
                  </a:cubicBezTo>
                  <a:cubicBezTo>
                    <a:pt x="51" y="23"/>
                    <a:pt x="47" y="26"/>
                    <a:pt x="42" y="29"/>
                  </a:cubicBezTo>
                  <a:cubicBezTo>
                    <a:pt x="33" y="35"/>
                    <a:pt x="28" y="41"/>
                    <a:pt x="21" y="47"/>
                  </a:cubicBezTo>
                  <a:cubicBezTo>
                    <a:pt x="0" y="31"/>
                    <a:pt x="55" y="18"/>
                    <a:pt x="50" y="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6" name="Freeform 355">
              <a:extLst>
                <a:ext uri="{FF2B5EF4-FFF2-40B4-BE49-F238E27FC236}">
                  <a16:creationId xmlns:a16="http://schemas.microsoft.com/office/drawing/2014/main" id="{4CA200AC-5DB9-4881-A420-F858DB8C8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009"/>
              <a:ext cx="63" cy="58"/>
            </a:xfrm>
            <a:custGeom>
              <a:avLst/>
              <a:gdLst>
                <a:gd name="T0" fmla="*/ 69 w 34"/>
                <a:gd name="T1" fmla="*/ 21 h 31"/>
                <a:gd name="T2" fmla="*/ 178 w 34"/>
                <a:gd name="T3" fmla="*/ 39 h 31"/>
                <a:gd name="T4" fmla="*/ 133 w 34"/>
                <a:gd name="T5" fmla="*/ 144 h 31"/>
                <a:gd name="T6" fmla="*/ 44 w 34"/>
                <a:gd name="T7" fmla="*/ 178 h 31"/>
                <a:gd name="T8" fmla="*/ 32 w 34"/>
                <a:gd name="T9" fmla="*/ 4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11" y="3"/>
                  </a:moveTo>
                  <a:cubicBezTo>
                    <a:pt x="16" y="1"/>
                    <a:pt x="25" y="0"/>
                    <a:pt x="28" y="6"/>
                  </a:cubicBezTo>
                  <a:cubicBezTo>
                    <a:pt x="34" y="13"/>
                    <a:pt x="26" y="17"/>
                    <a:pt x="21" y="22"/>
                  </a:cubicBezTo>
                  <a:cubicBezTo>
                    <a:pt x="16" y="26"/>
                    <a:pt x="14" y="31"/>
                    <a:pt x="7" y="27"/>
                  </a:cubicBezTo>
                  <a:cubicBezTo>
                    <a:pt x="0" y="24"/>
                    <a:pt x="1" y="12"/>
                    <a:pt x="5" y="7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7" name="Freeform 356">
              <a:extLst>
                <a:ext uri="{FF2B5EF4-FFF2-40B4-BE49-F238E27FC236}">
                  <a16:creationId xmlns:a16="http://schemas.microsoft.com/office/drawing/2014/main" id="{6B489332-2E1C-4640-B170-9D1CD660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965"/>
              <a:ext cx="94" cy="105"/>
            </a:xfrm>
            <a:custGeom>
              <a:avLst/>
              <a:gdLst>
                <a:gd name="T0" fmla="*/ 177 w 51"/>
                <a:gd name="T1" fmla="*/ 68 h 57"/>
                <a:gd name="T2" fmla="*/ 57 w 51"/>
                <a:gd name="T3" fmla="*/ 142 h 57"/>
                <a:gd name="T4" fmla="*/ 88 w 51"/>
                <a:gd name="T5" fmla="*/ 217 h 57"/>
                <a:gd name="T6" fmla="*/ 7 w 51"/>
                <a:gd name="T7" fmla="*/ 356 h 57"/>
                <a:gd name="T8" fmla="*/ 186 w 51"/>
                <a:gd name="T9" fmla="*/ 298 h 57"/>
                <a:gd name="T10" fmla="*/ 214 w 51"/>
                <a:gd name="T11" fmla="*/ 206 h 57"/>
                <a:gd name="T12" fmla="*/ 319 w 51"/>
                <a:gd name="T13" fmla="*/ 7 h 57"/>
                <a:gd name="T14" fmla="*/ 149 w 51"/>
                <a:gd name="T15" fmla="*/ 88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57">
                  <a:moveTo>
                    <a:pt x="28" y="11"/>
                  </a:moveTo>
                  <a:cubicBezTo>
                    <a:pt x="22" y="13"/>
                    <a:pt x="13" y="18"/>
                    <a:pt x="9" y="23"/>
                  </a:cubicBezTo>
                  <a:cubicBezTo>
                    <a:pt x="0" y="33"/>
                    <a:pt x="5" y="33"/>
                    <a:pt x="14" y="35"/>
                  </a:cubicBezTo>
                  <a:cubicBezTo>
                    <a:pt x="41" y="40"/>
                    <a:pt x="7" y="50"/>
                    <a:pt x="1" y="57"/>
                  </a:cubicBezTo>
                  <a:cubicBezTo>
                    <a:pt x="9" y="57"/>
                    <a:pt x="22" y="53"/>
                    <a:pt x="30" y="48"/>
                  </a:cubicBezTo>
                  <a:cubicBezTo>
                    <a:pt x="39" y="43"/>
                    <a:pt x="36" y="41"/>
                    <a:pt x="34" y="33"/>
                  </a:cubicBezTo>
                  <a:cubicBezTo>
                    <a:pt x="29" y="13"/>
                    <a:pt x="47" y="17"/>
                    <a:pt x="51" y="1"/>
                  </a:cubicBezTo>
                  <a:cubicBezTo>
                    <a:pt x="40" y="0"/>
                    <a:pt x="33" y="9"/>
                    <a:pt x="24" y="14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8" name="Freeform 357">
              <a:extLst>
                <a:ext uri="{FF2B5EF4-FFF2-40B4-BE49-F238E27FC236}">
                  <a16:creationId xmlns:a16="http://schemas.microsoft.com/office/drawing/2014/main" id="{4DA3EA7E-5869-4841-ADDF-6C54CD841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902"/>
              <a:ext cx="124" cy="57"/>
            </a:xfrm>
            <a:custGeom>
              <a:avLst/>
              <a:gdLst>
                <a:gd name="T0" fmla="*/ 37 w 67"/>
                <a:gd name="T1" fmla="*/ 105 h 31"/>
                <a:gd name="T2" fmla="*/ 7 w 67"/>
                <a:gd name="T3" fmla="*/ 186 h 31"/>
                <a:gd name="T4" fmla="*/ 120 w 67"/>
                <a:gd name="T5" fmla="*/ 149 h 31"/>
                <a:gd name="T6" fmla="*/ 241 w 67"/>
                <a:gd name="T7" fmla="*/ 132 h 31"/>
                <a:gd name="T8" fmla="*/ 418 w 67"/>
                <a:gd name="T9" fmla="*/ 57 h 31"/>
                <a:gd name="T10" fmla="*/ 246 w 67"/>
                <a:gd name="T11" fmla="*/ 68 h 31"/>
                <a:gd name="T12" fmla="*/ 31 w 67"/>
                <a:gd name="T13" fmla="*/ 13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31">
                  <a:moveTo>
                    <a:pt x="6" y="17"/>
                  </a:moveTo>
                  <a:cubicBezTo>
                    <a:pt x="3" y="20"/>
                    <a:pt x="0" y="25"/>
                    <a:pt x="1" y="30"/>
                  </a:cubicBezTo>
                  <a:cubicBezTo>
                    <a:pt x="7" y="31"/>
                    <a:pt x="13" y="25"/>
                    <a:pt x="19" y="24"/>
                  </a:cubicBezTo>
                  <a:cubicBezTo>
                    <a:pt x="25" y="22"/>
                    <a:pt x="32" y="22"/>
                    <a:pt x="38" y="21"/>
                  </a:cubicBezTo>
                  <a:cubicBezTo>
                    <a:pt x="43" y="20"/>
                    <a:pt x="65" y="14"/>
                    <a:pt x="66" y="9"/>
                  </a:cubicBezTo>
                  <a:cubicBezTo>
                    <a:pt x="67" y="0"/>
                    <a:pt x="45" y="10"/>
                    <a:pt x="39" y="11"/>
                  </a:cubicBezTo>
                  <a:cubicBezTo>
                    <a:pt x="28" y="14"/>
                    <a:pt x="14" y="13"/>
                    <a:pt x="5" y="2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9" name="Freeform 358">
              <a:extLst>
                <a:ext uri="{FF2B5EF4-FFF2-40B4-BE49-F238E27FC236}">
                  <a16:creationId xmlns:a16="http://schemas.microsoft.com/office/drawing/2014/main" id="{224A9516-F3CA-458E-B494-0C0BA14A5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900"/>
              <a:ext cx="30" cy="28"/>
            </a:xfrm>
            <a:custGeom>
              <a:avLst/>
              <a:gdLst>
                <a:gd name="T0" fmla="*/ 0 w 16"/>
                <a:gd name="T1" fmla="*/ 24 h 15"/>
                <a:gd name="T2" fmla="*/ 0 w 16"/>
                <a:gd name="T3" fmla="*/ 1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0" y="4"/>
                  </a:moveTo>
                  <a:cubicBezTo>
                    <a:pt x="16" y="15"/>
                    <a:pt x="13" y="0"/>
                    <a:pt x="0" y="2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0" name="Freeform 359">
              <a:extLst>
                <a:ext uri="{FF2B5EF4-FFF2-40B4-BE49-F238E27FC236}">
                  <a16:creationId xmlns:a16="http://schemas.microsoft.com/office/drawing/2014/main" id="{32C14A62-07E9-4644-B0C8-690C78023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900"/>
              <a:ext cx="87" cy="28"/>
            </a:xfrm>
            <a:custGeom>
              <a:avLst/>
              <a:gdLst>
                <a:gd name="T0" fmla="*/ 52 w 47"/>
                <a:gd name="T1" fmla="*/ 32 h 15"/>
                <a:gd name="T2" fmla="*/ 0 w 47"/>
                <a:gd name="T3" fmla="*/ 60 h 15"/>
                <a:gd name="T4" fmla="*/ 113 w 47"/>
                <a:gd name="T5" fmla="*/ 52 h 15"/>
                <a:gd name="T6" fmla="*/ 233 w 47"/>
                <a:gd name="T7" fmla="*/ 65 h 15"/>
                <a:gd name="T8" fmla="*/ 20 w 47"/>
                <a:gd name="T9" fmla="*/ 2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5">
                  <a:moveTo>
                    <a:pt x="8" y="5"/>
                  </a:moveTo>
                  <a:cubicBezTo>
                    <a:pt x="4" y="4"/>
                    <a:pt x="2" y="5"/>
                    <a:pt x="0" y="9"/>
                  </a:cubicBezTo>
                  <a:cubicBezTo>
                    <a:pt x="5" y="12"/>
                    <a:pt x="12" y="7"/>
                    <a:pt x="18" y="8"/>
                  </a:cubicBezTo>
                  <a:cubicBezTo>
                    <a:pt x="24" y="8"/>
                    <a:pt x="32" y="15"/>
                    <a:pt x="37" y="10"/>
                  </a:cubicBezTo>
                  <a:cubicBezTo>
                    <a:pt x="47" y="0"/>
                    <a:pt x="9" y="2"/>
                    <a:pt x="3" y="4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1" name="Freeform 360">
              <a:extLst>
                <a:ext uri="{FF2B5EF4-FFF2-40B4-BE49-F238E27FC236}">
                  <a16:creationId xmlns:a16="http://schemas.microsoft.com/office/drawing/2014/main" id="{94A0A708-E467-4AD3-A622-C193FD339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024"/>
              <a:ext cx="111" cy="135"/>
            </a:xfrm>
            <a:custGeom>
              <a:avLst/>
              <a:gdLst>
                <a:gd name="T0" fmla="*/ 359 w 60"/>
                <a:gd name="T1" fmla="*/ 0 h 73"/>
                <a:gd name="T2" fmla="*/ 89 w 60"/>
                <a:gd name="T3" fmla="*/ 366 h 73"/>
                <a:gd name="T4" fmla="*/ 7 w 60"/>
                <a:gd name="T5" fmla="*/ 399 h 73"/>
                <a:gd name="T6" fmla="*/ 120 w 60"/>
                <a:gd name="T7" fmla="*/ 239 h 73"/>
                <a:gd name="T8" fmla="*/ 133 w 60"/>
                <a:gd name="T9" fmla="*/ 105 h 73"/>
                <a:gd name="T10" fmla="*/ 335 w 60"/>
                <a:gd name="T11" fmla="*/ 7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3">
                  <a:moveTo>
                    <a:pt x="57" y="0"/>
                  </a:moveTo>
                  <a:cubicBezTo>
                    <a:pt x="60" y="35"/>
                    <a:pt x="27" y="35"/>
                    <a:pt x="14" y="58"/>
                  </a:cubicBezTo>
                  <a:cubicBezTo>
                    <a:pt x="11" y="62"/>
                    <a:pt x="3" y="73"/>
                    <a:pt x="1" y="63"/>
                  </a:cubicBezTo>
                  <a:cubicBezTo>
                    <a:pt x="0" y="54"/>
                    <a:pt x="16" y="45"/>
                    <a:pt x="19" y="38"/>
                  </a:cubicBezTo>
                  <a:cubicBezTo>
                    <a:pt x="23" y="30"/>
                    <a:pt x="19" y="24"/>
                    <a:pt x="21" y="17"/>
                  </a:cubicBezTo>
                  <a:cubicBezTo>
                    <a:pt x="25" y="4"/>
                    <a:pt x="42" y="3"/>
                    <a:pt x="53" y="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2" name="Freeform 361">
              <a:extLst>
                <a:ext uri="{FF2B5EF4-FFF2-40B4-BE49-F238E27FC236}">
                  <a16:creationId xmlns:a16="http://schemas.microsoft.com/office/drawing/2014/main" id="{5F7DBEA6-92AE-4862-B251-46CC1E8B3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955"/>
              <a:ext cx="105" cy="60"/>
            </a:xfrm>
            <a:custGeom>
              <a:avLst/>
              <a:gdLst>
                <a:gd name="T0" fmla="*/ 350 w 57"/>
                <a:gd name="T1" fmla="*/ 8 h 32"/>
                <a:gd name="T2" fmla="*/ 214 w 57"/>
                <a:gd name="T3" fmla="*/ 158 h 32"/>
                <a:gd name="T4" fmla="*/ 0 w 57"/>
                <a:gd name="T5" fmla="*/ 186 h 32"/>
                <a:gd name="T6" fmla="*/ 201 w 57"/>
                <a:gd name="T7" fmla="*/ 128 h 32"/>
                <a:gd name="T8" fmla="*/ 269 w 57"/>
                <a:gd name="T9" fmla="*/ 68 h 32"/>
                <a:gd name="T10" fmla="*/ 333 w 57"/>
                <a:gd name="T11" fmla="*/ 8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32">
                  <a:moveTo>
                    <a:pt x="56" y="1"/>
                  </a:moveTo>
                  <a:cubicBezTo>
                    <a:pt x="57" y="17"/>
                    <a:pt x="48" y="21"/>
                    <a:pt x="34" y="24"/>
                  </a:cubicBezTo>
                  <a:cubicBezTo>
                    <a:pt x="27" y="25"/>
                    <a:pt x="4" y="32"/>
                    <a:pt x="0" y="28"/>
                  </a:cubicBezTo>
                  <a:cubicBezTo>
                    <a:pt x="6" y="19"/>
                    <a:pt x="22" y="23"/>
                    <a:pt x="32" y="19"/>
                  </a:cubicBezTo>
                  <a:cubicBezTo>
                    <a:pt x="39" y="17"/>
                    <a:pt x="39" y="15"/>
                    <a:pt x="43" y="10"/>
                  </a:cubicBezTo>
                  <a:cubicBezTo>
                    <a:pt x="46" y="6"/>
                    <a:pt x="46" y="0"/>
                    <a:pt x="53" y="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3" name="Freeform 362">
              <a:extLst>
                <a:ext uri="{FF2B5EF4-FFF2-40B4-BE49-F238E27FC236}">
                  <a16:creationId xmlns:a16="http://schemas.microsoft.com/office/drawing/2014/main" id="{B66CFE1E-72DB-4D7B-93E0-7E756D9F6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258"/>
              <a:ext cx="43" cy="96"/>
            </a:xfrm>
            <a:custGeom>
              <a:avLst/>
              <a:gdLst>
                <a:gd name="T0" fmla="*/ 32 w 23"/>
                <a:gd name="T1" fmla="*/ 57 h 52"/>
                <a:gd name="T2" fmla="*/ 97 w 23"/>
                <a:gd name="T3" fmla="*/ 24 h 52"/>
                <a:gd name="T4" fmla="*/ 150 w 23"/>
                <a:gd name="T5" fmla="*/ 164 h 52"/>
                <a:gd name="T6" fmla="*/ 32 w 23"/>
                <a:gd name="T7" fmla="*/ 7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52">
                  <a:moveTo>
                    <a:pt x="5" y="9"/>
                  </a:moveTo>
                  <a:cubicBezTo>
                    <a:pt x="0" y="0"/>
                    <a:pt x="10" y="0"/>
                    <a:pt x="15" y="4"/>
                  </a:cubicBezTo>
                  <a:cubicBezTo>
                    <a:pt x="21" y="9"/>
                    <a:pt x="23" y="19"/>
                    <a:pt x="23" y="26"/>
                  </a:cubicBezTo>
                  <a:cubicBezTo>
                    <a:pt x="20" y="52"/>
                    <a:pt x="4" y="25"/>
                    <a:pt x="5" y="12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4" name="Freeform 363">
              <a:extLst>
                <a:ext uri="{FF2B5EF4-FFF2-40B4-BE49-F238E27FC236}">
                  <a16:creationId xmlns:a16="http://schemas.microsoft.com/office/drawing/2014/main" id="{BBDD0C1B-9B77-43DC-9A33-43257AE94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161"/>
              <a:ext cx="82" cy="102"/>
            </a:xfrm>
            <a:custGeom>
              <a:avLst/>
              <a:gdLst>
                <a:gd name="T0" fmla="*/ 194 w 44"/>
                <a:gd name="T1" fmla="*/ 76 h 55"/>
                <a:gd name="T2" fmla="*/ 0 w 44"/>
                <a:gd name="T3" fmla="*/ 351 h 55"/>
                <a:gd name="T4" fmla="*/ 149 w 44"/>
                <a:gd name="T5" fmla="*/ 237 h 55"/>
                <a:gd name="T6" fmla="*/ 270 w 44"/>
                <a:gd name="T7" fmla="*/ 261 h 55"/>
                <a:gd name="T8" fmla="*/ 181 w 44"/>
                <a:gd name="T9" fmla="*/ 5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5">
                  <a:moveTo>
                    <a:pt x="30" y="12"/>
                  </a:moveTo>
                  <a:cubicBezTo>
                    <a:pt x="16" y="0"/>
                    <a:pt x="0" y="45"/>
                    <a:pt x="0" y="55"/>
                  </a:cubicBezTo>
                  <a:cubicBezTo>
                    <a:pt x="9" y="52"/>
                    <a:pt x="13" y="39"/>
                    <a:pt x="23" y="37"/>
                  </a:cubicBezTo>
                  <a:cubicBezTo>
                    <a:pt x="30" y="36"/>
                    <a:pt x="35" y="41"/>
                    <a:pt x="42" y="41"/>
                  </a:cubicBezTo>
                  <a:cubicBezTo>
                    <a:pt x="44" y="27"/>
                    <a:pt x="39" y="17"/>
                    <a:pt x="28" y="8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5" name="Freeform 364">
              <a:extLst>
                <a:ext uri="{FF2B5EF4-FFF2-40B4-BE49-F238E27FC236}">
                  <a16:creationId xmlns:a16="http://schemas.microsoft.com/office/drawing/2014/main" id="{93982383-335F-49AC-84B8-12ABA5B40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408"/>
              <a:ext cx="139" cy="83"/>
            </a:xfrm>
            <a:custGeom>
              <a:avLst/>
              <a:gdLst>
                <a:gd name="T0" fmla="*/ 76 w 75"/>
                <a:gd name="T1" fmla="*/ 157 h 45"/>
                <a:gd name="T2" fmla="*/ 133 w 75"/>
                <a:gd name="T3" fmla="*/ 142 h 45"/>
                <a:gd name="T4" fmla="*/ 141 w 75"/>
                <a:gd name="T5" fmla="*/ 231 h 45"/>
                <a:gd name="T6" fmla="*/ 241 w 75"/>
                <a:gd name="T7" fmla="*/ 133 h 45"/>
                <a:gd name="T8" fmla="*/ 374 w 75"/>
                <a:gd name="T9" fmla="*/ 120 h 45"/>
                <a:gd name="T10" fmla="*/ 350 w 75"/>
                <a:gd name="T11" fmla="*/ 57 h 45"/>
                <a:gd name="T12" fmla="*/ 402 w 75"/>
                <a:gd name="T13" fmla="*/ 0 h 45"/>
                <a:gd name="T14" fmla="*/ 402 w 75"/>
                <a:gd name="T15" fmla="*/ 181 h 45"/>
                <a:gd name="T16" fmla="*/ 217 w 75"/>
                <a:gd name="T17" fmla="*/ 245 h 45"/>
                <a:gd name="T18" fmla="*/ 44 w 75"/>
                <a:gd name="T19" fmla="*/ 238 h 45"/>
                <a:gd name="T20" fmla="*/ 0 w 75"/>
                <a:gd name="T21" fmla="*/ 177 h 45"/>
                <a:gd name="T22" fmla="*/ 82 w 75"/>
                <a:gd name="T23" fmla="*/ 149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" h="45">
                  <a:moveTo>
                    <a:pt x="12" y="25"/>
                  </a:moveTo>
                  <a:cubicBezTo>
                    <a:pt x="15" y="23"/>
                    <a:pt x="18" y="23"/>
                    <a:pt x="21" y="23"/>
                  </a:cubicBezTo>
                  <a:cubicBezTo>
                    <a:pt x="19" y="29"/>
                    <a:pt x="15" y="35"/>
                    <a:pt x="22" y="37"/>
                  </a:cubicBezTo>
                  <a:cubicBezTo>
                    <a:pt x="31" y="39"/>
                    <a:pt x="34" y="26"/>
                    <a:pt x="38" y="21"/>
                  </a:cubicBezTo>
                  <a:cubicBezTo>
                    <a:pt x="44" y="23"/>
                    <a:pt x="57" y="28"/>
                    <a:pt x="59" y="19"/>
                  </a:cubicBezTo>
                  <a:cubicBezTo>
                    <a:pt x="61" y="14"/>
                    <a:pt x="54" y="14"/>
                    <a:pt x="55" y="9"/>
                  </a:cubicBezTo>
                  <a:cubicBezTo>
                    <a:pt x="55" y="7"/>
                    <a:pt x="61" y="2"/>
                    <a:pt x="63" y="0"/>
                  </a:cubicBezTo>
                  <a:cubicBezTo>
                    <a:pt x="75" y="5"/>
                    <a:pt x="70" y="22"/>
                    <a:pt x="63" y="29"/>
                  </a:cubicBezTo>
                  <a:cubicBezTo>
                    <a:pt x="55" y="38"/>
                    <a:pt x="45" y="37"/>
                    <a:pt x="34" y="39"/>
                  </a:cubicBezTo>
                  <a:cubicBezTo>
                    <a:pt x="24" y="41"/>
                    <a:pt x="17" y="45"/>
                    <a:pt x="7" y="38"/>
                  </a:cubicBezTo>
                  <a:cubicBezTo>
                    <a:pt x="6" y="37"/>
                    <a:pt x="0" y="31"/>
                    <a:pt x="0" y="28"/>
                  </a:cubicBezTo>
                  <a:cubicBezTo>
                    <a:pt x="1" y="23"/>
                    <a:pt x="8" y="26"/>
                    <a:pt x="13" y="24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6" name="Freeform 365">
              <a:extLst>
                <a:ext uri="{FF2B5EF4-FFF2-40B4-BE49-F238E27FC236}">
                  <a16:creationId xmlns:a16="http://schemas.microsoft.com/office/drawing/2014/main" id="{6579F877-8887-4B4B-A0BB-C56DFAA4B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397"/>
              <a:ext cx="72" cy="35"/>
            </a:xfrm>
            <a:custGeom>
              <a:avLst/>
              <a:gdLst>
                <a:gd name="T0" fmla="*/ 185 w 39"/>
                <a:gd name="T1" fmla="*/ 0 h 19"/>
                <a:gd name="T2" fmla="*/ 214 w 39"/>
                <a:gd name="T3" fmla="*/ 81 h 19"/>
                <a:gd name="T4" fmla="*/ 140 w 39"/>
                <a:gd name="T5" fmla="*/ 57 h 19"/>
                <a:gd name="T6" fmla="*/ 140 w 39"/>
                <a:gd name="T7" fmla="*/ 118 h 19"/>
                <a:gd name="T8" fmla="*/ 20 w 39"/>
                <a:gd name="T9" fmla="*/ 31 h 19"/>
                <a:gd name="T10" fmla="*/ 157 w 39"/>
                <a:gd name="T11" fmla="*/ 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9">
                  <a:moveTo>
                    <a:pt x="29" y="0"/>
                  </a:moveTo>
                  <a:cubicBezTo>
                    <a:pt x="32" y="1"/>
                    <a:pt x="39" y="10"/>
                    <a:pt x="34" y="13"/>
                  </a:cubicBezTo>
                  <a:cubicBezTo>
                    <a:pt x="31" y="15"/>
                    <a:pt x="25" y="10"/>
                    <a:pt x="22" y="9"/>
                  </a:cubicBezTo>
                  <a:cubicBezTo>
                    <a:pt x="23" y="12"/>
                    <a:pt x="22" y="16"/>
                    <a:pt x="22" y="19"/>
                  </a:cubicBezTo>
                  <a:cubicBezTo>
                    <a:pt x="17" y="19"/>
                    <a:pt x="0" y="12"/>
                    <a:pt x="3" y="5"/>
                  </a:cubicBezTo>
                  <a:cubicBezTo>
                    <a:pt x="4" y="2"/>
                    <a:pt x="22" y="1"/>
                    <a:pt x="25" y="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7" name="Freeform 366">
              <a:extLst>
                <a:ext uri="{FF2B5EF4-FFF2-40B4-BE49-F238E27FC236}">
                  <a16:creationId xmlns:a16="http://schemas.microsoft.com/office/drawing/2014/main" id="{BCEFA833-E648-4086-AA8D-A6889D18F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317"/>
              <a:ext cx="68" cy="61"/>
            </a:xfrm>
            <a:custGeom>
              <a:avLst/>
              <a:gdLst>
                <a:gd name="T0" fmla="*/ 105 w 37"/>
                <a:gd name="T1" fmla="*/ 0 h 33"/>
                <a:gd name="T2" fmla="*/ 88 w 37"/>
                <a:gd name="T3" fmla="*/ 185 h 33"/>
                <a:gd name="T4" fmla="*/ 57 w 37"/>
                <a:gd name="T5" fmla="*/ 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3">
                  <a:moveTo>
                    <a:pt x="17" y="0"/>
                  </a:moveTo>
                  <a:cubicBezTo>
                    <a:pt x="19" y="7"/>
                    <a:pt x="37" y="33"/>
                    <a:pt x="14" y="29"/>
                  </a:cubicBezTo>
                  <a:cubicBezTo>
                    <a:pt x="0" y="27"/>
                    <a:pt x="0" y="9"/>
                    <a:pt x="9" y="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8" name="Freeform 367">
              <a:extLst>
                <a:ext uri="{FF2B5EF4-FFF2-40B4-BE49-F238E27FC236}">
                  <a16:creationId xmlns:a16="http://schemas.microsoft.com/office/drawing/2014/main" id="{F49E312A-DECD-46D4-8468-38FC74F75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441"/>
              <a:ext cx="88" cy="111"/>
            </a:xfrm>
            <a:custGeom>
              <a:avLst/>
              <a:gdLst>
                <a:gd name="T0" fmla="*/ 209 w 48"/>
                <a:gd name="T1" fmla="*/ 192 h 60"/>
                <a:gd name="T2" fmla="*/ 253 w 48"/>
                <a:gd name="T3" fmla="*/ 233 h 60"/>
                <a:gd name="T4" fmla="*/ 209 w 48"/>
                <a:gd name="T5" fmla="*/ 104 h 60"/>
                <a:gd name="T6" fmla="*/ 154 w 48"/>
                <a:gd name="T7" fmla="*/ 0 h 60"/>
                <a:gd name="T8" fmla="*/ 295 w 48"/>
                <a:gd name="T9" fmla="*/ 379 h 60"/>
                <a:gd name="T10" fmla="*/ 193 w 48"/>
                <a:gd name="T11" fmla="*/ 285 h 60"/>
                <a:gd name="T12" fmla="*/ 125 w 48"/>
                <a:gd name="T13" fmla="*/ 150 h 60"/>
                <a:gd name="T14" fmla="*/ 209 w 48"/>
                <a:gd name="T15" fmla="*/ 209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60">
                  <a:moveTo>
                    <a:pt x="34" y="30"/>
                  </a:moveTo>
                  <a:cubicBezTo>
                    <a:pt x="35" y="34"/>
                    <a:pt x="38" y="36"/>
                    <a:pt x="41" y="37"/>
                  </a:cubicBezTo>
                  <a:cubicBezTo>
                    <a:pt x="42" y="30"/>
                    <a:pt x="36" y="22"/>
                    <a:pt x="34" y="16"/>
                  </a:cubicBezTo>
                  <a:cubicBezTo>
                    <a:pt x="31" y="9"/>
                    <a:pt x="31" y="5"/>
                    <a:pt x="25" y="0"/>
                  </a:cubicBezTo>
                  <a:cubicBezTo>
                    <a:pt x="0" y="17"/>
                    <a:pt x="24" y="58"/>
                    <a:pt x="48" y="60"/>
                  </a:cubicBezTo>
                  <a:cubicBezTo>
                    <a:pt x="47" y="51"/>
                    <a:pt x="37" y="49"/>
                    <a:pt x="31" y="45"/>
                  </a:cubicBezTo>
                  <a:cubicBezTo>
                    <a:pt x="22" y="39"/>
                    <a:pt x="21" y="34"/>
                    <a:pt x="20" y="24"/>
                  </a:cubicBezTo>
                  <a:cubicBezTo>
                    <a:pt x="26" y="23"/>
                    <a:pt x="31" y="27"/>
                    <a:pt x="34" y="33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9" name="Freeform 368">
              <a:extLst>
                <a:ext uri="{FF2B5EF4-FFF2-40B4-BE49-F238E27FC236}">
                  <a16:creationId xmlns:a16="http://schemas.microsoft.com/office/drawing/2014/main" id="{8D04D93E-2F8A-4962-87EB-0122F69A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467"/>
              <a:ext cx="92" cy="113"/>
            </a:xfrm>
            <a:custGeom>
              <a:avLst/>
              <a:gdLst>
                <a:gd name="T0" fmla="*/ 68 w 50"/>
                <a:gd name="T1" fmla="*/ 148 h 61"/>
                <a:gd name="T2" fmla="*/ 177 w 50"/>
                <a:gd name="T3" fmla="*/ 246 h 61"/>
                <a:gd name="T4" fmla="*/ 105 w 50"/>
                <a:gd name="T5" fmla="*/ 358 h 61"/>
                <a:gd name="T6" fmla="*/ 261 w 50"/>
                <a:gd name="T7" fmla="*/ 319 h 61"/>
                <a:gd name="T8" fmla="*/ 250 w 50"/>
                <a:gd name="T9" fmla="*/ 178 h 61"/>
                <a:gd name="T10" fmla="*/ 0 w 50"/>
                <a:gd name="T11" fmla="*/ 148 h 61"/>
                <a:gd name="T12" fmla="*/ 88 w 50"/>
                <a:gd name="T13" fmla="*/ 157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61">
                  <a:moveTo>
                    <a:pt x="11" y="23"/>
                  </a:moveTo>
                  <a:cubicBezTo>
                    <a:pt x="19" y="23"/>
                    <a:pt x="27" y="30"/>
                    <a:pt x="28" y="39"/>
                  </a:cubicBezTo>
                  <a:cubicBezTo>
                    <a:pt x="31" y="51"/>
                    <a:pt x="22" y="48"/>
                    <a:pt x="17" y="56"/>
                  </a:cubicBezTo>
                  <a:cubicBezTo>
                    <a:pt x="21" y="61"/>
                    <a:pt x="38" y="53"/>
                    <a:pt x="42" y="50"/>
                  </a:cubicBezTo>
                  <a:cubicBezTo>
                    <a:pt x="50" y="43"/>
                    <a:pt x="46" y="35"/>
                    <a:pt x="40" y="28"/>
                  </a:cubicBezTo>
                  <a:cubicBezTo>
                    <a:pt x="34" y="21"/>
                    <a:pt x="1" y="0"/>
                    <a:pt x="0" y="23"/>
                  </a:cubicBezTo>
                  <a:cubicBezTo>
                    <a:pt x="5" y="24"/>
                    <a:pt x="9" y="26"/>
                    <a:pt x="14" y="25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0" name="Freeform 369">
              <a:extLst>
                <a:ext uri="{FF2B5EF4-FFF2-40B4-BE49-F238E27FC236}">
                  <a16:creationId xmlns:a16="http://schemas.microsoft.com/office/drawing/2014/main" id="{001E55A8-137A-46D1-8E97-E9E73DB56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330"/>
              <a:ext cx="220" cy="156"/>
            </a:xfrm>
            <a:custGeom>
              <a:avLst/>
              <a:gdLst>
                <a:gd name="T0" fmla="*/ 150 w 119"/>
                <a:gd name="T1" fmla="*/ 210 h 84"/>
                <a:gd name="T2" fmla="*/ 189 w 119"/>
                <a:gd name="T3" fmla="*/ 423 h 84"/>
                <a:gd name="T4" fmla="*/ 386 w 119"/>
                <a:gd name="T5" fmla="*/ 427 h 84"/>
                <a:gd name="T6" fmla="*/ 625 w 119"/>
                <a:gd name="T7" fmla="*/ 514 h 84"/>
                <a:gd name="T8" fmla="*/ 581 w 119"/>
                <a:gd name="T9" fmla="*/ 403 h 84"/>
                <a:gd name="T10" fmla="*/ 410 w 119"/>
                <a:gd name="T11" fmla="*/ 186 h 84"/>
                <a:gd name="T12" fmla="*/ 165 w 119"/>
                <a:gd name="T13" fmla="*/ 238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84">
                  <a:moveTo>
                    <a:pt x="24" y="33"/>
                  </a:moveTo>
                  <a:cubicBezTo>
                    <a:pt x="16" y="48"/>
                    <a:pt x="0" y="69"/>
                    <a:pt x="30" y="66"/>
                  </a:cubicBezTo>
                  <a:cubicBezTo>
                    <a:pt x="42" y="65"/>
                    <a:pt x="50" y="64"/>
                    <a:pt x="61" y="67"/>
                  </a:cubicBezTo>
                  <a:cubicBezTo>
                    <a:pt x="74" y="70"/>
                    <a:pt x="87" y="78"/>
                    <a:pt x="99" y="80"/>
                  </a:cubicBezTo>
                  <a:cubicBezTo>
                    <a:pt x="119" y="84"/>
                    <a:pt x="100" y="67"/>
                    <a:pt x="92" y="63"/>
                  </a:cubicBezTo>
                  <a:cubicBezTo>
                    <a:pt x="75" y="53"/>
                    <a:pt x="69" y="47"/>
                    <a:pt x="65" y="29"/>
                  </a:cubicBezTo>
                  <a:cubicBezTo>
                    <a:pt x="59" y="0"/>
                    <a:pt x="34" y="14"/>
                    <a:pt x="26" y="37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1" name="Freeform 370">
              <a:extLst>
                <a:ext uri="{FF2B5EF4-FFF2-40B4-BE49-F238E27FC236}">
                  <a16:creationId xmlns:a16="http://schemas.microsoft.com/office/drawing/2014/main" id="{8E3458CE-6323-4177-96D9-580322E9E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360"/>
              <a:ext cx="74" cy="51"/>
            </a:xfrm>
            <a:custGeom>
              <a:avLst/>
              <a:gdLst>
                <a:gd name="T0" fmla="*/ 157 w 40"/>
                <a:gd name="T1" fmla="*/ 0 h 28"/>
                <a:gd name="T2" fmla="*/ 246 w 40"/>
                <a:gd name="T3" fmla="*/ 97 h 28"/>
                <a:gd name="T4" fmla="*/ 157 w 40"/>
                <a:gd name="T5" fmla="*/ 157 h 28"/>
                <a:gd name="T6" fmla="*/ 52 w 40"/>
                <a:gd name="T7" fmla="*/ 109 h 28"/>
                <a:gd name="T8" fmla="*/ 141 w 40"/>
                <a:gd name="T9" fmla="*/ 1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8">
                  <a:moveTo>
                    <a:pt x="25" y="0"/>
                  </a:moveTo>
                  <a:cubicBezTo>
                    <a:pt x="33" y="3"/>
                    <a:pt x="40" y="5"/>
                    <a:pt x="39" y="16"/>
                  </a:cubicBezTo>
                  <a:cubicBezTo>
                    <a:pt x="39" y="28"/>
                    <a:pt x="34" y="27"/>
                    <a:pt x="25" y="26"/>
                  </a:cubicBezTo>
                  <a:cubicBezTo>
                    <a:pt x="19" y="25"/>
                    <a:pt x="11" y="24"/>
                    <a:pt x="8" y="18"/>
                  </a:cubicBezTo>
                  <a:cubicBezTo>
                    <a:pt x="0" y="6"/>
                    <a:pt x="13" y="3"/>
                    <a:pt x="22" y="2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2" name="Freeform 371">
              <a:extLst>
                <a:ext uri="{FF2B5EF4-FFF2-40B4-BE49-F238E27FC236}">
                  <a16:creationId xmlns:a16="http://schemas.microsoft.com/office/drawing/2014/main" id="{35434B26-56AF-4343-93DF-EF95D6434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343"/>
              <a:ext cx="80" cy="48"/>
            </a:xfrm>
            <a:custGeom>
              <a:avLst/>
              <a:gdLst>
                <a:gd name="T0" fmla="*/ 7 w 43"/>
                <a:gd name="T1" fmla="*/ 44 h 26"/>
                <a:gd name="T2" fmla="*/ 136 w 43"/>
                <a:gd name="T3" fmla="*/ 133 h 26"/>
                <a:gd name="T4" fmla="*/ 208 w 43"/>
                <a:gd name="T5" fmla="*/ 81 h 26"/>
                <a:gd name="T6" fmla="*/ 277 w 43"/>
                <a:gd name="T7" fmla="*/ 57 h 26"/>
                <a:gd name="T8" fmla="*/ 128 w 43"/>
                <a:gd name="T9" fmla="*/ 76 h 26"/>
                <a:gd name="T10" fmla="*/ 13 w 43"/>
                <a:gd name="T11" fmla="*/ 3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6">
                  <a:moveTo>
                    <a:pt x="1" y="7"/>
                  </a:moveTo>
                  <a:cubicBezTo>
                    <a:pt x="0" y="18"/>
                    <a:pt x="12" y="26"/>
                    <a:pt x="21" y="21"/>
                  </a:cubicBezTo>
                  <a:cubicBezTo>
                    <a:pt x="25" y="19"/>
                    <a:pt x="27" y="15"/>
                    <a:pt x="32" y="13"/>
                  </a:cubicBezTo>
                  <a:cubicBezTo>
                    <a:pt x="36" y="11"/>
                    <a:pt x="40" y="12"/>
                    <a:pt x="43" y="9"/>
                  </a:cubicBezTo>
                  <a:cubicBezTo>
                    <a:pt x="38" y="0"/>
                    <a:pt x="27" y="10"/>
                    <a:pt x="20" y="12"/>
                  </a:cubicBezTo>
                  <a:cubicBezTo>
                    <a:pt x="9" y="15"/>
                    <a:pt x="9" y="9"/>
                    <a:pt x="2" y="5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3" name="Freeform 372">
              <a:extLst>
                <a:ext uri="{FF2B5EF4-FFF2-40B4-BE49-F238E27FC236}">
                  <a16:creationId xmlns:a16="http://schemas.microsoft.com/office/drawing/2014/main" id="{2962CFFC-E9AE-4AE2-8AE9-8A1526F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246"/>
              <a:ext cx="194" cy="101"/>
            </a:xfrm>
            <a:custGeom>
              <a:avLst/>
              <a:gdLst>
                <a:gd name="T0" fmla="*/ 661 w 105"/>
                <a:gd name="T1" fmla="*/ 92 h 54"/>
                <a:gd name="T2" fmla="*/ 604 w 105"/>
                <a:gd name="T3" fmla="*/ 0 h 54"/>
                <a:gd name="T4" fmla="*/ 310 w 105"/>
                <a:gd name="T5" fmla="*/ 196 h 54"/>
                <a:gd name="T6" fmla="*/ 0 w 105"/>
                <a:gd name="T7" fmla="*/ 322 h 54"/>
                <a:gd name="T8" fmla="*/ 233 w 105"/>
                <a:gd name="T9" fmla="*/ 286 h 54"/>
                <a:gd name="T10" fmla="*/ 416 w 105"/>
                <a:gd name="T11" fmla="*/ 301 h 54"/>
                <a:gd name="T12" fmla="*/ 512 w 105"/>
                <a:gd name="T13" fmla="*/ 181 h 54"/>
                <a:gd name="T14" fmla="*/ 612 w 105"/>
                <a:gd name="T15" fmla="*/ 137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54">
                  <a:moveTo>
                    <a:pt x="105" y="14"/>
                  </a:moveTo>
                  <a:cubicBezTo>
                    <a:pt x="100" y="12"/>
                    <a:pt x="99" y="5"/>
                    <a:pt x="96" y="0"/>
                  </a:cubicBezTo>
                  <a:cubicBezTo>
                    <a:pt x="91" y="19"/>
                    <a:pt x="66" y="27"/>
                    <a:pt x="49" y="30"/>
                  </a:cubicBezTo>
                  <a:cubicBezTo>
                    <a:pt x="36" y="33"/>
                    <a:pt x="1" y="28"/>
                    <a:pt x="0" y="49"/>
                  </a:cubicBezTo>
                  <a:cubicBezTo>
                    <a:pt x="9" y="54"/>
                    <a:pt x="26" y="44"/>
                    <a:pt x="37" y="44"/>
                  </a:cubicBezTo>
                  <a:cubicBezTo>
                    <a:pt x="46" y="43"/>
                    <a:pt x="58" y="48"/>
                    <a:pt x="66" y="46"/>
                  </a:cubicBezTo>
                  <a:cubicBezTo>
                    <a:pt x="76" y="44"/>
                    <a:pt x="73" y="34"/>
                    <a:pt x="81" y="28"/>
                  </a:cubicBezTo>
                  <a:cubicBezTo>
                    <a:pt x="86" y="24"/>
                    <a:pt x="96" y="28"/>
                    <a:pt x="97" y="2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4" name="Freeform 373">
              <a:extLst>
                <a:ext uri="{FF2B5EF4-FFF2-40B4-BE49-F238E27FC236}">
                  <a16:creationId xmlns:a16="http://schemas.microsoft.com/office/drawing/2014/main" id="{14A643FC-D9A7-48B1-8B45-B7B657079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259"/>
              <a:ext cx="80" cy="63"/>
            </a:xfrm>
            <a:custGeom>
              <a:avLst/>
              <a:gdLst>
                <a:gd name="T0" fmla="*/ 210 w 43"/>
                <a:gd name="T1" fmla="*/ 0 h 34"/>
                <a:gd name="T2" fmla="*/ 233 w 43"/>
                <a:gd name="T3" fmla="*/ 128 h 34"/>
                <a:gd name="T4" fmla="*/ 97 w 43"/>
                <a:gd name="T5" fmla="*/ 217 h 34"/>
                <a:gd name="T6" fmla="*/ 113 w 43"/>
                <a:gd name="T7" fmla="*/ 152 h 34"/>
                <a:gd name="T8" fmla="*/ 186 w 43"/>
                <a:gd name="T9" fmla="*/ 3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4">
                  <a:moveTo>
                    <a:pt x="33" y="0"/>
                  </a:moveTo>
                  <a:cubicBezTo>
                    <a:pt x="32" y="10"/>
                    <a:pt x="43" y="9"/>
                    <a:pt x="36" y="20"/>
                  </a:cubicBezTo>
                  <a:cubicBezTo>
                    <a:pt x="33" y="24"/>
                    <a:pt x="20" y="34"/>
                    <a:pt x="15" y="34"/>
                  </a:cubicBezTo>
                  <a:cubicBezTo>
                    <a:pt x="0" y="33"/>
                    <a:pt x="14" y="26"/>
                    <a:pt x="18" y="24"/>
                  </a:cubicBezTo>
                  <a:cubicBezTo>
                    <a:pt x="25" y="21"/>
                    <a:pt x="36" y="13"/>
                    <a:pt x="29" y="5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5" name="Freeform 374">
              <a:extLst>
                <a:ext uri="{FF2B5EF4-FFF2-40B4-BE49-F238E27FC236}">
                  <a16:creationId xmlns:a16="http://schemas.microsoft.com/office/drawing/2014/main" id="{2A0E0A28-A640-45E7-9D6D-957F68233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1219"/>
              <a:ext cx="124" cy="65"/>
            </a:xfrm>
            <a:custGeom>
              <a:avLst/>
              <a:gdLst>
                <a:gd name="T0" fmla="*/ 133 w 67"/>
                <a:gd name="T1" fmla="*/ 45 h 35"/>
                <a:gd name="T2" fmla="*/ 241 w 67"/>
                <a:gd name="T3" fmla="*/ 201 h 35"/>
                <a:gd name="T4" fmla="*/ 113 w 67"/>
                <a:gd name="T5" fmla="*/ 6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5">
                  <a:moveTo>
                    <a:pt x="21" y="7"/>
                  </a:moveTo>
                  <a:cubicBezTo>
                    <a:pt x="40" y="0"/>
                    <a:pt x="67" y="24"/>
                    <a:pt x="38" y="31"/>
                  </a:cubicBezTo>
                  <a:cubicBezTo>
                    <a:pt x="24" y="35"/>
                    <a:pt x="0" y="24"/>
                    <a:pt x="18" y="10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6" name="Freeform 375">
              <a:extLst>
                <a:ext uri="{FF2B5EF4-FFF2-40B4-BE49-F238E27FC236}">
                  <a16:creationId xmlns:a16="http://schemas.microsoft.com/office/drawing/2014/main" id="{6254E8CA-F1A1-4A16-BA60-36D005F51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202"/>
              <a:ext cx="55" cy="82"/>
            </a:xfrm>
            <a:custGeom>
              <a:avLst/>
              <a:gdLst>
                <a:gd name="T0" fmla="*/ 169 w 30"/>
                <a:gd name="T1" fmla="*/ 32 h 44"/>
                <a:gd name="T2" fmla="*/ 44 w 30"/>
                <a:gd name="T3" fmla="*/ 216 h 44"/>
                <a:gd name="T4" fmla="*/ 169 w 30"/>
                <a:gd name="T5" fmla="*/ 39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4">
                  <a:moveTo>
                    <a:pt x="27" y="5"/>
                  </a:moveTo>
                  <a:cubicBezTo>
                    <a:pt x="16" y="0"/>
                    <a:pt x="0" y="26"/>
                    <a:pt x="7" y="33"/>
                  </a:cubicBezTo>
                  <a:cubicBezTo>
                    <a:pt x="18" y="44"/>
                    <a:pt x="30" y="13"/>
                    <a:pt x="27" y="6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7" name="Freeform 376">
              <a:extLst>
                <a:ext uri="{FF2B5EF4-FFF2-40B4-BE49-F238E27FC236}">
                  <a16:creationId xmlns:a16="http://schemas.microsoft.com/office/drawing/2014/main" id="{72E288B2-8580-4419-949C-E06FA3E3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107"/>
              <a:ext cx="74" cy="76"/>
            </a:xfrm>
            <a:custGeom>
              <a:avLst/>
              <a:gdLst>
                <a:gd name="T0" fmla="*/ 253 w 40"/>
                <a:gd name="T1" fmla="*/ 0 h 41"/>
                <a:gd name="T2" fmla="*/ 148 w 40"/>
                <a:gd name="T3" fmla="*/ 172 h 41"/>
                <a:gd name="T4" fmla="*/ 0 w 40"/>
                <a:gd name="T5" fmla="*/ 261 h 41"/>
                <a:gd name="T6" fmla="*/ 89 w 40"/>
                <a:gd name="T7" fmla="*/ 133 h 41"/>
                <a:gd name="T8" fmla="*/ 233 w 40"/>
                <a:gd name="T9" fmla="*/ 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1">
                  <a:moveTo>
                    <a:pt x="40" y="0"/>
                  </a:moveTo>
                  <a:cubicBezTo>
                    <a:pt x="27" y="0"/>
                    <a:pt x="27" y="19"/>
                    <a:pt x="23" y="27"/>
                  </a:cubicBezTo>
                  <a:cubicBezTo>
                    <a:pt x="18" y="38"/>
                    <a:pt x="11" y="39"/>
                    <a:pt x="0" y="41"/>
                  </a:cubicBezTo>
                  <a:cubicBezTo>
                    <a:pt x="1" y="35"/>
                    <a:pt x="10" y="26"/>
                    <a:pt x="14" y="21"/>
                  </a:cubicBezTo>
                  <a:cubicBezTo>
                    <a:pt x="21" y="12"/>
                    <a:pt x="27" y="6"/>
                    <a:pt x="37" y="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8" name="Freeform 377">
              <a:extLst>
                <a:ext uri="{FF2B5EF4-FFF2-40B4-BE49-F238E27FC236}">
                  <a16:creationId xmlns:a16="http://schemas.microsoft.com/office/drawing/2014/main" id="{CEB49422-4098-4705-864C-4375B320F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013"/>
              <a:ext cx="59" cy="124"/>
            </a:xfrm>
            <a:custGeom>
              <a:avLst/>
              <a:gdLst>
                <a:gd name="T0" fmla="*/ 170 w 32"/>
                <a:gd name="T1" fmla="*/ 81 h 67"/>
                <a:gd name="T2" fmla="*/ 96 w 32"/>
                <a:gd name="T3" fmla="*/ 0 h 67"/>
                <a:gd name="T4" fmla="*/ 68 w 32"/>
                <a:gd name="T5" fmla="*/ 424 h 67"/>
                <a:gd name="T6" fmla="*/ 120 w 32"/>
                <a:gd name="T7" fmla="*/ 178 h 67"/>
                <a:gd name="T8" fmla="*/ 157 w 32"/>
                <a:gd name="T9" fmla="*/ 5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67">
                  <a:moveTo>
                    <a:pt x="27" y="13"/>
                  </a:moveTo>
                  <a:cubicBezTo>
                    <a:pt x="22" y="10"/>
                    <a:pt x="21" y="3"/>
                    <a:pt x="15" y="0"/>
                  </a:cubicBezTo>
                  <a:cubicBezTo>
                    <a:pt x="6" y="8"/>
                    <a:pt x="0" y="61"/>
                    <a:pt x="11" y="67"/>
                  </a:cubicBezTo>
                  <a:cubicBezTo>
                    <a:pt x="15" y="54"/>
                    <a:pt x="10" y="40"/>
                    <a:pt x="19" y="28"/>
                  </a:cubicBezTo>
                  <a:cubicBezTo>
                    <a:pt x="25" y="21"/>
                    <a:pt x="32" y="20"/>
                    <a:pt x="25" y="9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9" name="Freeform 379">
              <a:extLst>
                <a:ext uri="{FF2B5EF4-FFF2-40B4-BE49-F238E27FC236}">
                  <a16:creationId xmlns:a16="http://schemas.microsoft.com/office/drawing/2014/main" id="{7000D345-5994-48DA-93E4-6B554C225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981"/>
              <a:ext cx="44" cy="60"/>
            </a:xfrm>
            <a:custGeom>
              <a:avLst/>
              <a:gdLst>
                <a:gd name="T0" fmla="*/ 149 w 24"/>
                <a:gd name="T1" fmla="*/ 92 h 32"/>
                <a:gd name="T2" fmla="*/ 125 w 24"/>
                <a:gd name="T3" fmla="*/ 212 h 32"/>
                <a:gd name="T4" fmla="*/ 141 w 24"/>
                <a:gd name="T5" fmla="*/ 8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2">
                  <a:moveTo>
                    <a:pt x="24" y="14"/>
                  </a:moveTo>
                  <a:cubicBezTo>
                    <a:pt x="12" y="0"/>
                    <a:pt x="0" y="25"/>
                    <a:pt x="20" y="32"/>
                  </a:cubicBezTo>
                  <a:cubicBezTo>
                    <a:pt x="21" y="25"/>
                    <a:pt x="17" y="18"/>
                    <a:pt x="23" y="13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0" name="Freeform 380">
              <a:extLst>
                <a:ext uri="{FF2B5EF4-FFF2-40B4-BE49-F238E27FC236}">
                  <a16:creationId xmlns:a16="http://schemas.microsoft.com/office/drawing/2014/main" id="{63594367-9982-4208-8C9F-DE890279F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961"/>
              <a:ext cx="61" cy="59"/>
            </a:xfrm>
            <a:custGeom>
              <a:avLst/>
              <a:gdLst>
                <a:gd name="T0" fmla="*/ 170 w 33"/>
                <a:gd name="T1" fmla="*/ 0 h 32"/>
                <a:gd name="T2" fmla="*/ 57 w 33"/>
                <a:gd name="T3" fmla="*/ 142 h 32"/>
                <a:gd name="T4" fmla="*/ 96 w 33"/>
                <a:gd name="T5" fmla="*/ 96 h 32"/>
                <a:gd name="T6" fmla="*/ 150 w 33"/>
                <a:gd name="T7" fmla="*/ 1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2">
                  <a:moveTo>
                    <a:pt x="27" y="0"/>
                  </a:moveTo>
                  <a:cubicBezTo>
                    <a:pt x="33" y="10"/>
                    <a:pt x="22" y="32"/>
                    <a:pt x="9" y="23"/>
                  </a:cubicBezTo>
                  <a:cubicBezTo>
                    <a:pt x="0" y="18"/>
                    <a:pt x="12" y="17"/>
                    <a:pt x="15" y="15"/>
                  </a:cubicBezTo>
                  <a:cubicBezTo>
                    <a:pt x="20" y="11"/>
                    <a:pt x="21" y="7"/>
                    <a:pt x="24" y="2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1" name="Freeform 381">
              <a:extLst>
                <a:ext uri="{FF2B5EF4-FFF2-40B4-BE49-F238E27FC236}">
                  <a16:creationId xmlns:a16="http://schemas.microsoft.com/office/drawing/2014/main" id="{F735DEDC-3CA3-4C73-95A4-FFBD0BBF3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913"/>
              <a:ext cx="63" cy="28"/>
            </a:xfrm>
            <a:custGeom>
              <a:avLst/>
              <a:gdLst>
                <a:gd name="T0" fmla="*/ 217 w 34"/>
                <a:gd name="T1" fmla="*/ 39 h 15"/>
                <a:gd name="T2" fmla="*/ 0 w 34"/>
                <a:gd name="T3" fmla="*/ 21 h 15"/>
                <a:gd name="T4" fmla="*/ 96 w 34"/>
                <a:gd name="T5" fmla="*/ 77 h 15"/>
                <a:gd name="T6" fmla="*/ 193 w 34"/>
                <a:gd name="T7" fmla="*/ 3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5">
                  <a:moveTo>
                    <a:pt x="34" y="6"/>
                  </a:moveTo>
                  <a:cubicBezTo>
                    <a:pt x="26" y="3"/>
                    <a:pt x="8" y="0"/>
                    <a:pt x="0" y="3"/>
                  </a:cubicBezTo>
                  <a:cubicBezTo>
                    <a:pt x="1" y="4"/>
                    <a:pt x="13" y="12"/>
                    <a:pt x="15" y="12"/>
                  </a:cubicBezTo>
                  <a:cubicBezTo>
                    <a:pt x="23" y="15"/>
                    <a:pt x="25" y="12"/>
                    <a:pt x="30" y="5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2" name="Freeform 382">
              <a:extLst>
                <a:ext uri="{FF2B5EF4-FFF2-40B4-BE49-F238E27FC236}">
                  <a16:creationId xmlns:a16="http://schemas.microsoft.com/office/drawing/2014/main" id="{FD660BF2-413B-4A22-ADB3-A1115C0A8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905"/>
              <a:ext cx="63" cy="58"/>
            </a:xfrm>
            <a:custGeom>
              <a:avLst/>
              <a:gdLst>
                <a:gd name="T0" fmla="*/ 65 w 34"/>
                <a:gd name="T1" fmla="*/ 13 h 31"/>
                <a:gd name="T2" fmla="*/ 13 w 34"/>
                <a:gd name="T3" fmla="*/ 7 h 31"/>
                <a:gd name="T4" fmla="*/ 96 w 34"/>
                <a:gd name="T5" fmla="*/ 204 h 31"/>
                <a:gd name="T6" fmla="*/ 52 w 34"/>
                <a:gd name="T7" fmla="*/ 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10" y="2"/>
                  </a:moveTo>
                  <a:cubicBezTo>
                    <a:pt x="8" y="1"/>
                    <a:pt x="5" y="0"/>
                    <a:pt x="2" y="1"/>
                  </a:cubicBezTo>
                  <a:cubicBezTo>
                    <a:pt x="0" y="8"/>
                    <a:pt x="3" y="31"/>
                    <a:pt x="15" y="31"/>
                  </a:cubicBezTo>
                  <a:cubicBezTo>
                    <a:pt x="34" y="31"/>
                    <a:pt x="12" y="5"/>
                    <a:pt x="8" y="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3" name="Freeform 383">
              <a:extLst>
                <a:ext uri="{FF2B5EF4-FFF2-40B4-BE49-F238E27FC236}">
                  <a16:creationId xmlns:a16="http://schemas.microsoft.com/office/drawing/2014/main" id="{E072BE2D-6F4E-4D06-A604-AFF4DCCD8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913"/>
              <a:ext cx="63" cy="37"/>
            </a:xfrm>
            <a:custGeom>
              <a:avLst/>
              <a:gdLst>
                <a:gd name="T0" fmla="*/ 0 w 34"/>
                <a:gd name="T1" fmla="*/ 52 h 20"/>
                <a:gd name="T2" fmla="*/ 202 w 34"/>
                <a:gd name="T3" fmla="*/ 65 h 20"/>
                <a:gd name="T4" fmla="*/ 13 w 34"/>
                <a:gd name="T5" fmla="*/ 6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0" y="8"/>
                  </a:moveTo>
                  <a:cubicBezTo>
                    <a:pt x="6" y="6"/>
                    <a:pt x="29" y="0"/>
                    <a:pt x="32" y="10"/>
                  </a:cubicBezTo>
                  <a:cubicBezTo>
                    <a:pt x="34" y="20"/>
                    <a:pt x="7" y="12"/>
                    <a:pt x="2" y="1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4" name="Freeform 384">
              <a:extLst>
                <a:ext uri="{FF2B5EF4-FFF2-40B4-BE49-F238E27FC236}">
                  <a16:creationId xmlns:a16="http://schemas.microsoft.com/office/drawing/2014/main" id="{D7EAF4F9-93F3-492C-B140-A80DB5309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297"/>
              <a:ext cx="69" cy="76"/>
            </a:xfrm>
            <a:custGeom>
              <a:avLst/>
              <a:gdLst>
                <a:gd name="T0" fmla="*/ 194 w 37"/>
                <a:gd name="T1" fmla="*/ 0 h 41"/>
                <a:gd name="T2" fmla="*/ 129 w 37"/>
                <a:gd name="T3" fmla="*/ 254 h 41"/>
                <a:gd name="T4" fmla="*/ 173 w 37"/>
                <a:gd name="T5" fmla="*/ 1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1">
                  <a:moveTo>
                    <a:pt x="30" y="0"/>
                  </a:moveTo>
                  <a:cubicBezTo>
                    <a:pt x="30" y="10"/>
                    <a:pt x="37" y="39"/>
                    <a:pt x="20" y="40"/>
                  </a:cubicBezTo>
                  <a:cubicBezTo>
                    <a:pt x="0" y="41"/>
                    <a:pt x="11" y="2"/>
                    <a:pt x="27" y="2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5" name="Freeform 385">
              <a:extLst>
                <a:ext uri="{FF2B5EF4-FFF2-40B4-BE49-F238E27FC236}">
                  <a16:creationId xmlns:a16="http://schemas.microsoft.com/office/drawing/2014/main" id="{9BE7E6FC-64E6-43AB-8281-A060584A1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311"/>
              <a:ext cx="134" cy="112"/>
            </a:xfrm>
            <a:custGeom>
              <a:avLst/>
              <a:gdLst>
                <a:gd name="T0" fmla="*/ 89 w 72"/>
                <a:gd name="T1" fmla="*/ 52 h 60"/>
                <a:gd name="T2" fmla="*/ 173 w 72"/>
                <a:gd name="T3" fmla="*/ 217 h 60"/>
                <a:gd name="T4" fmla="*/ 270 w 72"/>
                <a:gd name="T5" fmla="*/ 136 h 60"/>
                <a:gd name="T6" fmla="*/ 411 w 72"/>
                <a:gd name="T7" fmla="*/ 241 h 60"/>
                <a:gd name="T8" fmla="*/ 426 w 72"/>
                <a:gd name="T9" fmla="*/ 353 h 60"/>
                <a:gd name="T10" fmla="*/ 322 w 72"/>
                <a:gd name="T11" fmla="*/ 325 h 60"/>
                <a:gd name="T12" fmla="*/ 337 w 72"/>
                <a:gd name="T13" fmla="*/ 383 h 60"/>
                <a:gd name="T14" fmla="*/ 112 w 72"/>
                <a:gd name="T15" fmla="*/ 317 h 60"/>
                <a:gd name="T16" fmla="*/ 84 w 72"/>
                <a:gd name="T17" fmla="*/ 39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60">
                  <a:moveTo>
                    <a:pt x="14" y="8"/>
                  </a:moveTo>
                  <a:cubicBezTo>
                    <a:pt x="23" y="0"/>
                    <a:pt x="22" y="29"/>
                    <a:pt x="27" y="33"/>
                  </a:cubicBezTo>
                  <a:cubicBezTo>
                    <a:pt x="31" y="27"/>
                    <a:pt x="35" y="20"/>
                    <a:pt x="42" y="21"/>
                  </a:cubicBezTo>
                  <a:cubicBezTo>
                    <a:pt x="46" y="22"/>
                    <a:pt x="61" y="34"/>
                    <a:pt x="64" y="37"/>
                  </a:cubicBezTo>
                  <a:cubicBezTo>
                    <a:pt x="69" y="42"/>
                    <a:pt x="72" y="50"/>
                    <a:pt x="66" y="54"/>
                  </a:cubicBezTo>
                  <a:cubicBezTo>
                    <a:pt x="61" y="57"/>
                    <a:pt x="56" y="52"/>
                    <a:pt x="50" y="50"/>
                  </a:cubicBezTo>
                  <a:cubicBezTo>
                    <a:pt x="51" y="53"/>
                    <a:pt x="51" y="56"/>
                    <a:pt x="52" y="59"/>
                  </a:cubicBezTo>
                  <a:cubicBezTo>
                    <a:pt x="42" y="60"/>
                    <a:pt x="24" y="56"/>
                    <a:pt x="17" y="49"/>
                  </a:cubicBezTo>
                  <a:cubicBezTo>
                    <a:pt x="6" y="40"/>
                    <a:pt x="0" y="15"/>
                    <a:pt x="13" y="6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6" name="Freeform 386">
              <a:extLst>
                <a:ext uri="{FF2B5EF4-FFF2-40B4-BE49-F238E27FC236}">
                  <a16:creationId xmlns:a16="http://schemas.microsoft.com/office/drawing/2014/main" id="{BB7E2386-C9FC-4BD3-862F-C071C64F6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259"/>
              <a:ext cx="140" cy="91"/>
            </a:xfrm>
            <a:custGeom>
              <a:avLst/>
              <a:gdLst>
                <a:gd name="T0" fmla="*/ 105 w 76"/>
                <a:gd name="T1" fmla="*/ 0 h 49"/>
                <a:gd name="T2" fmla="*/ 356 w 76"/>
                <a:gd name="T3" fmla="*/ 156 h 49"/>
                <a:gd name="T4" fmla="*/ 418 w 76"/>
                <a:gd name="T5" fmla="*/ 254 h 49"/>
                <a:gd name="T6" fmla="*/ 475 w 76"/>
                <a:gd name="T7" fmla="*/ 306 h 49"/>
                <a:gd name="T8" fmla="*/ 225 w 76"/>
                <a:gd name="T9" fmla="*/ 113 h 49"/>
                <a:gd name="T10" fmla="*/ 76 w 76"/>
                <a:gd name="T11" fmla="*/ 13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49">
                  <a:moveTo>
                    <a:pt x="17" y="0"/>
                  </a:moveTo>
                  <a:cubicBezTo>
                    <a:pt x="33" y="0"/>
                    <a:pt x="48" y="13"/>
                    <a:pt x="57" y="24"/>
                  </a:cubicBezTo>
                  <a:cubicBezTo>
                    <a:pt x="61" y="29"/>
                    <a:pt x="63" y="36"/>
                    <a:pt x="67" y="40"/>
                  </a:cubicBezTo>
                  <a:cubicBezTo>
                    <a:pt x="71" y="44"/>
                    <a:pt x="75" y="43"/>
                    <a:pt x="76" y="48"/>
                  </a:cubicBezTo>
                  <a:cubicBezTo>
                    <a:pt x="61" y="49"/>
                    <a:pt x="49" y="25"/>
                    <a:pt x="36" y="18"/>
                  </a:cubicBezTo>
                  <a:cubicBezTo>
                    <a:pt x="31" y="15"/>
                    <a:pt x="0" y="10"/>
                    <a:pt x="12" y="2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7" name="Freeform 387">
              <a:extLst>
                <a:ext uri="{FF2B5EF4-FFF2-40B4-BE49-F238E27FC236}">
                  <a16:creationId xmlns:a16="http://schemas.microsoft.com/office/drawing/2014/main" id="{CD4037BC-40E7-468C-906F-F7B61E96E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044"/>
              <a:ext cx="93" cy="165"/>
            </a:xfrm>
            <a:custGeom>
              <a:avLst/>
              <a:gdLst>
                <a:gd name="T0" fmla="*/ 322 w 50"/>
                <a:gd name="T1" fmla="*/ 65 h 89"/>
                <a:gd name="T2" fmla="*/ 290 w 50"/>
                <a:gd name="T3" fmla="*/ 165 h 89"/>
                <a:gd name="T4" fmla="*/ 262 w 50"/>
                <a:gd name="T5" fmla="*/ 306 h 89"/>
                <a:gd name="T6" fmla="*/ 0 w 50"/>
                <a:gd name="T7" fmla="*/ 454 h 89"/>
                <a:gd name="T8" fmla="*/ 225 w 50"/>
                <a:gd name="T9" fmla="*/ 395 h 89"/>
                <a:gd name="T10" fmla="*/ 309 w 50"/>
                <a:gd name="T11" fmla="*/ 567 h 89"/>
                <a:gd name="T12" fmla="*/ 301 w 50"/>
                <a:gd name="T13" fmla="*/ 293 h 89"/>
                <a:gd name="T14" fmla="*/ 314 w 50"/>
                <a:gd name="T15" fmla="*/ 8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89">
                  <a:moveTo>
                    <a:pt x="50" y="10"/>
                  </a:moveTo>
                  <a:cubicBezTo>
                    <a:pt x="42" y="0"/>
                    <a:pt x="45" y="22"/>
                    <a:pt x="45" y="26"/>
                  </a:cubicBezTo>
                  <a:cubicBezTo>
                    <a:pt x="45" y="31"/>
                    <a:pt x="44" y="43"/>
                    <a:pt x="41" y="48"/>
                  </a:cubicBezTo>
                  <a:cubicBezTo>
                    <a:pt x="32" y="61"/>
                    <a:pt x="5" y="49"/>
                    <a:pt x="0" y="71"/>
                  </a:cubicBezTo>
                  <a:cubicBezTo>
                    <a:pt x="11" y="72"/>
                    <a:pt x="22" y="59"/>
                    <a:pt x="35" y="62"/>
                  </a:cubicBezTo>
                  <a:cubicBezTo>
                    <a:pt x="49" y="66"/>
                    <a:pt x="37" y="85"/>
                    <a:pt x="48" y="89"/>
                  </a:cubicBezTo>
                  <a:cubicBezTo>
                    <a:pt x="50" y="75"/>
                    <a:pt x="47" y="60"/>
                    <a:pt x="47" y="46"/>
                  </a:cubicBezTo>
                  <a:cubicBezTo>
                    <a:pt x="48" y="35"/>
                    <a:pt x="49" y="25"/>
                    <a:pt x="49" y="14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8" name="Freeform 388">
              <a:extLst>
                <a:ext uri="{FF2B5EF4-FFF2-40B4-BE49-F238E27FC236}">
                  <a16:creationId xmlns:a16="http://schemas.microsoft.com/office/drawing/2014/main" id="{3F7DC885-CEEB-42E9-8014-89F2EDB5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065"/>
              <a:ext cx="55" cy="163"/>
            </a:xfrm>
            <a:custGeom>
              <a:avLst/>
              <a:gdLst>
                <a:gd name="T0" fmla="*/ 73 w 30"/>
                <a:gd name="T1" fmla="*/ 0 h 88"/>
                <a:gd name="T2" fmla="*/ 149 w 30"/>
                <a:gd name="T3" fmla="*/ 104 h 88"/>
                <a:gd name="T4" fmla="*/ 117 w 30"/>
                <a:gd name="T5" fmla="*/ 230 h 88"/>
                <a:gd name="T6" fmla="*/ 185 w 30"/>
                <a:gd name="T7" fmla="*/ 439 h 88"/>
                <a:gd name="T8" fmla="*/ 134 w 30"/>
                <a:gd name="T9" fmla="*/ 426 h 88"/>
                <a:gd name="T10" fmla="*/ 51 w 30"/>
                <a:gd name="T11" fmla="*/ 559 h 88"/>
                <a:gd name="T12" fmla="*/ 61 w 30"/>
                <a:gd name="T13" fmla="*/ 446 h 88"/>
                <a:gd name="T14" fmla="*/ 105 w 30"/>
                <a:gd name="T15" fmla="*/ 261 h 88"/>
                <a:gd name="T16" fmla="*/ 73 w 30"/>
                <a:gd name="T17" fmla="*/ 13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88">
                  <a:moveTo>
                    <a:pt x="12" y="0"/>
                  </a:moveTo>
                  <a:cubicBezTo>
                    <a:pt x="14" y="5"/>
                    <a:pt x="23" y="7"/>
                    <a:pt x="24" y="16"/>
                  </a:cubicBezTo>
                  <a:cubicBezTo>
                    <a:pt x="24" y="22"/>
                    <a:pt x="19" y="28"/>
                    <a:pt x="19" y="36"/>
                  </a:cubicBezTo>
                  <a:cubicBezTo>
                    <a:pt x="19" y="48"/>
                    <a:pt x="24" y="60"/>
                    <a:pt x="30" y="69"/>
                  </a:cubicBezTo>
                  <a:cubicBezTo>
                    <a:pt x="26" y="69"/>
                    <a:pt x="25" y="69"/>
                    <a:pt x="22" y="67"/>
                  </a:cubicBezTo>
                  <a:cubicBezTo>
                    <a:pt x="16" y="73"/>
                    <a:pt x="17" y="84"/>
                    <a:pt x="8" y="88"/>
                  </a:cubicBezTo>
                  <a:cubicBezTo>
                    <a:pt x="0" y="83"/>
                    <a:pt x="7" y="77"/>
                    <a:pt x="10" y="70"/>
                  </a:cubicBezTo>
                  <a:cubicBezTo>
                    <a:pt x="14" y="62"/>
                    <a:pt x="17" y="50"/>
                    <a:pt x="17" y="41"/>
                  </a:cubicBezTo>
                  <a:cubicBezTo>
                    <a:pt x="18" y="29"/>
                    <a:pt x="7" y="13"/>
                    <a:pt x="12" y="2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9" name="Freeform 389">
              <a:extLst>
                <a:ext uri="{FF2B5EF4-FFF2-40B4-BE49-F238E27FC236}">
                  <a16:creationId xmlns:a16="http://schemas.microsoft.com/office/drawing/2014/main" id="{B138D575-E421-420A-B3DB-38A425DC5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189"/>
              <a:ext cx="65" cy="82"/>
            </a:xfrm>
            <a:custGeom>
              <a:avLst/>
              <a:gdLst>
                <a:gd name="T0" fmla="*/ 0 w 35"/>
                <a:gd name="T1" fmla="*/ 0 h 44"/>
                <a:gd name="T2" fmla="*/ 128 w 35"/>
                <a:gd name="T3" fmla="*/ 129 h 44"/>
                <a:gd name="T4" fmla="*/ 128 w 35"/>
                <a:gd name="T5" fmla="*/ 285 h 44"/>
                <a:gd name="T6" fmla="*/ 24 w 35"/>
                <a:gd name="T7" fmla="*/ 2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4">
                  <a:moveTo>
                    <a:pt x="0" y="0"/>
                  </a:moveTo>
                  <a:cubicBezTo>
                    <a:pt x="8" y="5"/>
                    <a:pt x="18" y="10"/>
                    <a:pt x="20" y="20"/>
                  </a:cubicBezTo>
                  <a:cubicBezTo>
                    <a:pt x="22" y="27"/>
                    <a:pt x="14" y="41"/>
                    <a:pt x="20" y="44"/>
                  </a:cubicBezTo>
                  <a:cubicBezTo>
                    <a:pt x="35" y="26"/>
                    <a:pt x="25" y="8"/>
                    <a:pt x="4" y="3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0" name="Freeform 390">
              <a:extLst>
                <a:ext uri="{FF2B5EF4-FFF2-40B4-BE49-F238E27FC236}">
                  <a16:creationId xmlns:a16="http://schemas.microsoft.com/office/drawing/2014/main" id="{97DFF056-36D8-4584-A56A-59A00A1B4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1050"/>
              <a:ext cx="82" cy="115"/>
            </a:xfrm>
            <a:custGeom>
              <a:avLst/>
              <a:gdLst>
                <a:gd name="T0" fmla="*/ 285 w 44"/>
                <a:gd name="T1" fmla="*/ 83 h 62"/>
                <a:gd name="T2" fmla="*/ 73 w 44"/>
                <a:gd name="T3" fmla="*/ 158 h 62"/>
                <a:gd name="T4" fmla="*/ 21 w 44"/>
                <a:gd name="T5" fmla="*/ 382 h 62"/>
                <a:gd name="T6" fmla="*/ 166 w 44"/>
                <a:gd name="T7" fmla="*/ 241 h 62"/>
                <a:gd name="T8" fmla="*/ 188 w 44"/>
                <a:gd name="T9" fmla="*/ 134 h 62"/>
                <a:gd name="T10" fmla="*/ 246 w 44"/>
                <a:gd name="T11" fmla="*/ 69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2">
                  <a:moveTo>
                    <a:pt x="44" y="13"/>
                  </a:moveTo>
                  <a:cubicBezTo>
                    <a:pt x="38" y="0"/>
                    <a:pt x="16" y="19"/>
                    <a:pt x="11" y="25"/>
                  </a:cubicBezTo>
                  <a:cubicBezTo>
                    <a:pt x="0" y="36"/>
                    <a:pt x="2" y="45"/>
                    <a:pt x="3" y="60"/>
                  </a:cubicBezTo>
                  <a:cubicBezTo>
                    <a:pt x="12" y="62"/>
                    <a:pt x="25" y="45"/>
                    <a:pt x="26" y="38"/>
                  </a:cubicBezTo>
                  <a:cubicBezTo>
                    <a:pt x="27" y="32"/>
                    <a:pt x="24" y="26"/>
                    <a:pt x="29" y="21"/>
                  </a:cubicBezTo>
                  <a:cubicBezTo>
                    <a:pt x="32" y="17"/>
                    <a:pt x="43" y="19"/>
                    <a:pt x="38" y="1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1" name="Freeform 391">
              <a:extLst>
                <a:ext uri="{FF2B5EF4-FFF2-40B4-BE49-F238E27FC236}">
                  <a16:creationId xmlns:a16="http://schemas.microsoft.com/office/drawing/2014/main" id="{2E849529-1E46-4F2F-87C6-B86B2A176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028"/>
              <a:ext cx="80" cy="124"/>
            </a:xfrm>
            <a:custGeom>
              <a:avLst/>
              <a:gdLst>
                <a:gd name="T0" fmla="*/ 180 w 43"/>
                <a:gd name="T1" fmla="*/ 0 h 67"/>
                <a:gd name="T2" fmla="*/ 166 w 43"/>
                <a:gd name="T3" fmla="*/ 165 h 67"/>
                <a:gd name="T4" fmla="*/ 89 w 43"/>
                <a:gd name="T5" fmla="*/ 267 h 67"/>
                <a:gd name="T6" fmla="*/ 162 w 43"/>
                <a:gd name="T7" fmla="*/ 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7">
                  <a:moveTo>
                    <a:pt x="28" y="0"/>
                  </a:moveTo>
                  <a:cubicBezTo>
                    <a:pt x="15" y="2"/>
                    <a:pt x="27" y="20"/>
                    <a:pt x="26" y="26"/>
                  </a:cubicBezTo>
                  <a:cubicBezTo>
                    <a:pt x="24" y="37"/>
                    <a:pt x="0" y="29"/>
                    <a:pt x="14" y="42"/>
                  </a:cubicBezTo>
                  <a:cubicBezTo>
                    <a:pt x="42" y="67"/>
                    <a:pt x="43" y="6"/>
                    <a:pt x="25" y="1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2" name="Freeform 392">
              <a:extLst>
                <a:ext uri="{FF2B5EF4-FFF2-40B4-BE49-F238E27FC236}">
                  <a16:creationId xmlns:a16="http://schemas.microsoft.com/office/drawing/2014/main" id="{D61AD6B9-5EBC-4E95-975F-A492DCDB5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161"/>
              <a:ext cx="151" cy="128"/>
            </a:xfrm>
            <a:custGeom>
              <a:avLst/>
              <a:gdLst>
                <a:gd name="T0" fmla="*/ 81 w 82"/>
                <a:gd name="T1" fmla="*/ 371 h 69"/>
                <a:gd name="T2" fmla="*/ 180 w 82"/>
                <a:gd name="T3" fmla="*/ 330 h 69"/>
                <a:gd name="T4" fmla="*/ 267 w 82"/>
                <a:gd name="T5" fmla="*/ 330 h 69"/>
                <a:gd name="T6" fmla="*/ 407 w 82"/>
                <a:gd name="T7" fmla="*/ 165 h 69"/>
                <a:gd name="T8" fmla="*/ 460 w 82"/>
                <a:gd name="T9" fmla="*/ 230 h 69"/>
                <a:gd name="T10" fmla="*/ 455 w 82"/>
                <a:gd name="T11" fmla="*/ 83 h 69"/>
                <a:gd name="T12" fmla="*/ 217 w 82"/>
                <a:gd name="T13" fmla="*/ 32 h 69"/>
                <a:gd name="T14" fmla="*/ 57 w 82"/>
                <a:gd name="T15" fmla="*/ 254 h 69"/>
                <a:gd name="T16" fmla="*/ 125 w 82"/>
                <a:gd name="T17" fmla="*/ 345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69">
                  <a:moveTo>
                    <a:pt x="13" y="58"/>
                  </a:moveTo>
                  <a:cubicBezTo>
                    <a:pt x="19" y="58"/>
                    <a:pt x="23" y="53"/>
                    <a:pt x="29" y="52"/>
                  </a:cubicBezTo>
                  <a:cubicBezTo>
                    <a:pt x="33" y="51"/>
                    <a:pt x="40" y="54"/>
                    <a:pt x="43" y="52"/>
                  </a:cubicBezTo>
                  <a:cubicBezTo>
                    <a:pt x="54" y="45"/>
                    <a:pt x="49" y="30"/>
                    <a:pt x="65" y="26"/>
                  </a:cubicBezTo>
                  <a:cubicBezTo>
                    <a:pt x="69" y="31"/>
                    <a:pt x="67" y="40"/>
                    <a:pt x="74" y="36"/>
                  </a:cubicBezTo>
                  <a:cubicBezTo>
                    <a:pt x="82" y="31"/>
                    <a:pt x="77" y="18"/>
                    <a:pt x="73" y="13"/>
                  </a:cubicBezTo>
                  <a:cubicBezTo>
                    <a:pt x="64" y="0"/>
                    <a:pt x="49" y="0"/>
                    <a:pt x="35" y="5"/>
                  </a:cubicBezTo>
                  <a:cubicBezTo>
                    <a:pt x="16" y="13"/>
                    <a:pt x="15" y="23"/>
                    <a:pt x="9" y="40"/>
                  </a:cubicBezTo>
                  <a:cubicBezTo>
                    <a:pt x="3" y="56"/>
                    <a:pt x="0" y="69"/>
                    <a:pt x="20" y="54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3" name="Freeform 393">
              <a:extLst>
                <a:ext uri="{FF2B5EF4-FFF2-40B4-BE49-F238E27FC236}">
                  <a16:creationId xmlns:a16="http://schemas.microsoft.com/office/drawing/2014/main" id="{6FB72F2A-F393-4626-9226-C11A5B041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093"/>
              <a:ext cx="180" cy="55"/>
            </a:xfrm>
            <a:custGeom>
              <a:avLst/>
              <a:gdLst>
                <a:gd name="T0" fmla="*/ 84 w 97"/>
                <a:gd name="T1" fmla="*/ 73 h 30"/>
                <a:gd name="T2" fmla="*/ 148 w 97"/>
                <a:gd name="T3" fmla="*/ 149 h 30"/>
                <a:gd name="T4" fmla="*/ 321 w 97"/>
                <a:gd name="T5" fmla="*/ 149 h 30"/>
                <a:gd name="T6" fmla="*/ 382 w 97"/>
                <a:gd name="T7" fmla="*/ 161 h 30"/>
                <a:gd name="T8" fmla="*/ 447 w 97"/>
                <a:gd name="T9" fmla="*/ 134 h 30"/>
                <a:gd name="T10" fmla="*/ 568 w 97"/>
                <a:gd name="T11" fmla="*/ 169 h 30"/>
                <a:gd name="T12" fmla="*/ 583 w 97"/>
                <a:gd name="T13" fmla="*/ 81 h 30"/>
                <a:gd name="T14" fmla="*/ 427 w 97"/>
                <a:gd name="T15" fmla="*/ 73 h 30"/>
                <a:gd name="T16" fmla="*/ 275 w 97"/>
                <a:gd name="T17" fmla="*/ 44 h 30"/>
                <a:gd name="T18" fmla="*/ 230 w 97"/>
                <a:gd name="T19" fmla="*/ 13 h 30"/>
                <a:gd name="T20" fmla="*/ 96 w 97"/>
                <a:gd name="T21" fmla="*/ 61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30">
                  <a:moveTo>
                    <a:pt x="13" y="12"/>
                  </a:moveTo>
                  <a:cubicBezTo>
                    <a:pt x="0" y="18"/>
                    <a:pt x="16" y="24"/>
                    <a:pt x="23" y="24"/>
                  </a:cubicBezTo>
                  <a:cubicBezTo>
                    <a:pt x="32" y="24"/>
                    <a:pt x="41" y="23"/>
                    <a:pt x="50" y="24"/>
                  </a:cubicBezTo>
                  <a:cubicBezTo>
                    <a:pt x="53" y="24"/>
                    <a:pt x="57" y="26"/>
                    <a:pt x="60" y="26"/>
                  </a:cubicBezTo>
                  <a:cubicBezTo>
                    <a:pt x="64" y="26"/>
                    <a:pt x="69" y="22"/>
                    <a:pt x="70" y="22"/>
                  </a:cubicBezTo>
                  <a:cubicBezTo>
                    <a:pt x="76" y="22"/>
                    <a:pt x="82" y="30"/>
                    <a:pt x="89" y="27"/>
                  </a:cubicBezTo>
                  <a:cubicBezTo>
                    <a:pt x="96" y="24"/>
                    <a:pt x="97" y="16"/>
                    <a:pt x="91" y="13"/>
                  </a:cubicBezTo>
                  <a:cubicBezTo>
                    <a:pt x="86" y="11"/>
                    <a:pt x="72" y="12"/>
                    <a:pt x="67" y="12"/>
                  </a:cubicBezTo>
                  <a:cubicBezTo>
                    <a:pt x="57" y="12"/>
                    <a:pt x="51" y="11"/>
                    <a:pt x="43" y="7"/>
                  </a:cubicBezTo>
                  <a:cubicBezTo>
                    <a:pt x="39" y="5"/>
                    <a:pt x="40" y="2"/>
                    <a:pt x="36" y="2"/>
                  </a:cubicBezTo>
                  <a:cubicBezTo>
                    <a:pt x="29" y="0"/>
                    <a:pt x="21" y="8"/>
                    <a:pt x="15" y="10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4" name="Freeform 394">
              <a:extLst>
                <a:ext uri="{FF2B5EF4-FFF2-40B4-BE49-F238E27FC236}">
                  <a16:creationId xmlns:a16="http://schemas.microsoft.com/office/drawing/2014/main" id="{4F931DEA-3FA8-4E85-94EE-165A3395D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015"/>
              <a:ext cx="72" cy="83"/>
            </a:xfrm>
            <a:custGeom>
              <a:avLst/>
              <a:gdLst>
                <a:gd name="T0" fmla="*/ 246 w 39"/>
                <a:gd name="T1" fmla="*/ 0 h 45"/>
                <a:gd name="T2" fmla="*/ 144 w 39"/>
                <a:gd name="T3" fmla="*/ 170 h 45"/>
                <a:gd name="T4" fmla="*/ 0 w 39"/>
                <a:gd name="T5" fmla="*/ 282 h 45"/>
                <a:gd name="T6" fmla="*/ 164 w 39"/>
                <a:gd name="T7" fmla="*/ 214 h 45"/>
                <a:gd name="T8" fmla="*/ 238 w 39"/>
                <a:gd name="T9" fmla="*/ 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5">
                  <a:moveTo>
                    <a:pt x="39" y="0"/>
                  </a:moveTo>
                  <a:cubicBezTo>
                    <a:pt x="26" y="6"/>
                    <a:pt x="30" y="18"/>
                    <a:pt x="23" y="27"/>
                  </a:cubicBezTo>
                  <a:cubicBezTo>
                    <a:pt x="17" y="33"/>
                    <a:pt x="0" y="35"/>
                    <a:pt x="0" y="45"/>
                  </a:cubicBezTo>
                  <a:cubicBezTo>
                    <a:pt x="6" y="44"/>
                    <a:pt x="21" y="39"/>
                    <a:pt x="26" y="34"/>
                  </a:cubicBezTo>
                  <a:cubicBezTo>
                    <a:pt x="35" y="25"/>
                    <a:pt x="27" y="10"/>
                    <a:pt x="38" y="2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5" name="Freeform 395">
              <a:extLst>
                <a:ext uri="{FF2B5EF4-FFF2-40B4-BE49-F238E27FC236}">
                  <a16:creationId xmlns:a16="http://schemas.microsoft.com/office/drawing/2014/main" id="{B9F26D5A-ED37-4DBC-9903-EC95BC3C6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291"/>
              <a:ext cx="87" cy="146"/>
            </a:xfrm>
            <a:custGeom>
              <a:avLst/>
              <a:gdLst>
                <a:gd name="T0" fmla="*/ 20 w 47"/>
                <a:gd name="T1" fmla="*/ 0 h 79"/>
                <a:gd name="T2" fmla="*/ 24 w 47"/>
                <a:gd name="T3" fmla="*/ 150 h 79"/>
                <a:gd name="T4" fmla="*/ 96 w 47"/>
                <a:gd name="T5" fmla="*/ 259 h 79"/>
                <a:gd name="T6" fmla="*/ 209 w 47"/>
                <a:gd name="T7" fmla="*/ 479 h 79"/>
                <a:gd name="T8" fmla="*/ 196 w 47"/>
                <a:gd name="T9" fmla="*/ 395 h 79"/>
                <a:gd name="T10" fmla="*/ 126 w 47"/>
                <a:gd name="T11" fmla="*/ 259 h 79"/>
                <a:gd name="T12" fmla="*/ 65 w 47"/>
                <a:gd name="T13" fmla="*/ 133 h 79"/>
                <a:gd name="T14" fmla="*/ 7 w 47"/>
                <a:gd name="T15" fmla="*/ 13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79">
                  <a:moveTo>
                    <a:pt x="3" y="0"/>
                  </a:moveTo>
                  <a:cubicBezTo>
                    <a:pt x="0" y="7"/>
                    <a:pt x="1" y="17"/>
                    <a:pt x="4" y="24"/>
                  </a:cubicBezTo>
                  <a:cubicBezTo>
                    <a:pt x="6" y="30"/>
                    <a:pt x="12" y="35"/>
                    <a:pt x="15" y="41"/>
                  </a:cubicBezTo>
                  <a:cubicBezTo>
                    <a:pt x="20" y="54"/>
                    <a:pt x="14" y="72"/>
                    <a:pt x="33" y="76"/>
                  </a:cubicBezTo>
                  <a:cubicBezTo>
                    <a:pt x="47" y="79"/>
                    <a:pt x="36" y="69"/>
                    <a:pt x="31" y="63"/>
                  </a:cubicBezTo>
                  <a:cubicBezTo>
                    <a:pt x="25" y="56"/>
                    <a:pt x="23" y="50"/>
                    <a:pt x="20" y="41"/>
                  </a:cubicBezTo>
                  <a:cubicBezTo>
                    <a:pt x="18" y="32"/>
                    <a:pt x="14" y="28"/>
                    <a:pt x="10" y="21"/>
                  </a:cubicBezTo>
                  <a:cubicBezTo>
                    <a:pt x="7" y="14"/>
                    <a:pt x="8" y="6"/>
                    <a:pt x="1" y="2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6" name="Freeform 396">
              <a:extLst>
                <a:ext uri="{FF2B5EF4-FFF2-40B4-BE49-F238E27FC236}">
                  <a16:creationId xmlns:a16="http://schemas.microsoft.com/office/drawing/2014/main" id="{94433A75-90B4-4474-BDC2-E9FA7107B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983"/>
              <a:ext cx="70" cy="54"/>
            </a:xfrm>
            <a:custGeom>
              <a:avLst/>
              <a:gdLst>
                <a:gd name="T0" fmla="*/ 0 w 38"/>
                <a:gd name="T1" fmla="*/ 0 h 29"/>
                <a:gd name="T2" fmla="*/ 230 w 38"/>
                <a:gd name="T3" fmla="*/ 188 h 29"/>
                <a:gd name="T4" fmla="*/ 44 w 38"/>
                <a:gd name="T5" fmla="*/ 2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9">
                  <a:moveTo>
                    <a:pt x="0" y="0"/>
                  </a:moveTo>
                  <a:cubicBezTo>
                    <a:pt x="11" y="0"/>
                    <a:pt x="38" y="15"/>
                    <a:pt x="37" y="29"/>
                  </a:cubicBezTo>
                  <a:cubicBezTo>
                    <a:pt x="29" y="26"/>
                    <a:pt x="10" y="11"/>
                    <a:pt x="7" y="3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7" name="Freeform 397">
              <a:extLst>
                <a:ext uri="{FF2B5EF4-FFF2-40B4-BE49-F238E27FC236}">
                  <a16:creationId xmlns:a16="http://schemas.microsoft.com/office/drawing/2014/main" id="{AA2CD604-53FF-4D9B-ACEC-A25BFCDEE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263"/>
              <a:ext cx="116" cy="46"/>
            </a:xfrm>
            <a:custGeom>
              <a:avLst/>
              <a:gdLst>
                <a:gd name="T0" fmla="*/ 0 w 63"/>
                <a:gd name="T1" fmla="*/ 98 h 25"/>
                <a:gd name="T2" fmla="*/ 180 w 63"/>
                <a:gd name="T3" fmla="*/ 0 h 25"/>
                <a:gd name="T4" fmla="*/ 394 w 63"/>
                <a:gd name="T5" fmla="*/ 37 h 25"/>
                <a:gd name="T6" fmla="*/ 306 w 63"/>
                <a:gd name="T7" fmla="*/ 105 h 25"/>
                <a:gd name="T8" fmla="*/ 193 w 63"/>
                <a:gd name="T9" fmla="*/ 112 h 25"/>
                <a:gd name="T10" fmla="*/ 98 w 63"/>
                <a:gd name="T11" fmla="*/ 98 h 25"/>
                <a:gd name="T12" fmla="*/ 0 w 63"/>
                <a:gd name="T13" fmla="*/ 98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25">
                  <a:moveTo>
                    <a:pt x="0" y="16"/>
                  </a:moveTo>
                  <a:cubicBezTo>
                    <a:pt x="9" y="9"/>
                    <a:pt x="17" y="1"/>
                    <a:pt x="29" y="0"/>
                  </a:cubicBezTo>
                  <a:cubicBezTo>
                    <a:pt x="37" y="0"/>
                    <a:pt x="57" y="0"/>
                    <a:pt x="63" y="6"/>
                  </a:cubicBezTo>
                  <a:cubicBezTo>
                    <a:pt x="60" y="10"/>
                    <a:pt x="53" y="14"/>
                    <a:pt x="49" y="17"/>
                  </a:cubicBezTo>
                  <a:cubicBezTo>
                    <a:pt x="40" y="25"/>
                    <a:pt x="40" y="22"/>
                    <a:pt x="31" y="18"/>
                  </a:cubicBezTo>
                  <a:cubicBezTo>
                    <a:pt x="23" y="15"/>
                    <a:pt x="24" y="15"/>
                    <a:pt x="16" y="16"/>
                  </a:cubicBezTo>
                  <a:cubicBezTo>
                    <a:pt x="10" y="17"/>
                    <a:pt x="6" y="22"/>
                    <a:pt x="0" y="16"/>
                  </a:cubicBezTo>
                </a:path>
              </a:pathLst>
            </a:custGeom>
            <a:solidFill>
              <a:srgbClr val="F2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8" name="Freeform 398">
              <a:extLst>
                <a:ext uri="{FF2B5EF4-FFF2-40B4-BE49-F238E27FC236}">
                  <a16:creationId xmlns:a16="http://schemas.microsoft.com/office/drawing/2014/main" id="{C14EAA83-A8B3-4EE8-B1CC-AE06F19B2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170"/>
              <a:ext cx="84" cy="71"/>
            </a:xfrm>
            <a:custGeom>
              <a:avLst/>
              <a:gdLst>
                <a:gd name="T0" fmla="*/ 293 w 45"/>
                <a:gd name="T1" fmla="*/ 7 h 38"/>
                <a:gd name="T2" fmla="*/ 97 w 45"/>
                <a:gd name="T3" fmla="*/ 52 h 38"/>
                <a:gd name="T4" fmla="*/ 24 w 45"/>
                <a:gd name="T5" fmla="*/ 249 h 38"/>
                <a:gd name="T6" fmla="*/ 269 w 45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8">
                  <a:moveTo>
                    <a:pt x="45" y="1"/>
                  </a:moveTo>
                  <a:cubicBezTo>
                    <a:pt x="34" y="1"/>
                    <a:pt x="24" y="0"/>
                    <a:pt x="15" y="8"/>
                  </a:cubicBezTo>
                  <a:cubicBezTo>
                    <a:pt x="7" y="14"/>
                    <a:pt x="0" y="29"/>
                    <a:pt x="4" y="38"/>
                  </a:cubicBezTo>
                  <a:cubicBezTo>
                    <a:pt x="3" y="17"/>
                    <a:pt x="24" y="6"/>
                    <a:pt x="4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9" name="Freeform 399">
              <a:extLst>
                <a:ext uri="{FF2B5EF4-FFF2-40B4-BE49-F238E27FC236}">
                  <a16:creationId xmlns:a16="http://schemas.microsoft.com/office/drawing/2014/main" id="{644409E2-6F8F-4D6F-9A26-FDC1356FC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191"/>
              <a:ext cx="29" cy="50"/>
            </a:xfrm>
            <a:custGeom>
              <a:avLst/>
              <a:gdLst>
                <a:gd name="T0" fmla="*/ 96 w 16"/>
                <a:gd name="T1" fmla="*/ 0 h 27"/>
                <a:gd name="T2" fmla="*/ 7 w 16"/>
                <a:gd name="T3" fmla="*/ 172 h 27"/>
                <a:gd name="T4" fmla="*/ 96 w 16"/>
                <a:gd name="T5" fmla="*/ 2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0"/>
                  </a:moveTo>
                  <a:cubicBezTo>
                    <a:pt x="10" y="6"/>
                    <a:pt x="0" y="17"/>
                    <a:pt x="1" y="27"/>
                  </a:cubicBezTo>
                  <a:cubicBezTo>
                    <a:pt x="0" y="20"/>
                    <a:pt x="10" y="6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0" name="Freeform 400">
              <a:extLst>
                <a:ext uri="{FF2B5EF4-FFF2-40B4-BE49-F238E27FC236}">
                  <a16:creationId xmlns:a16="http://schemas.microsoft.com/office/drawing/2014/main" id="{61361307-5862-47A2-B9D7-78A24BA62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534"/>
              <a:ext cx="92" cy="18"/>
            </a:xfrm>
            <a:custGeom>
              <a:avLst/>
              <a:gdLst>
                <a:gd name="T0" fmla="*/ 0 w 50"/>
                <a:gd name="T1" fmla="*/ 29 h 10"/>
                <a:gd name="T2" fmla="*/ 177 w 50"/>
                <a:gd name="T3" fmla="*/ 41 h 10"/>
                <a:gd name="T4" fmla="*/ 311 w 50"/>
                <a:gd name="T5" fmla="*/ 0 h 10"/>
                <a:gd name="T6" fmla="*/ 24 w 50"/>
                <a:gd name="T7" fmla="*/ 2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0">
                  <a:moveTo>
                    <a:pt x="0" y="5"/>
                  </a:moveTo>
                  <a:cubicBezTo>
                    <a:pt x="9" y="6"/>
                    <a:pt x="19" y="8"/>
                    <a:pt x="28" y="7"/>
                  </a:cubicBezTo>
                  <a:cubicBezTo>
                    <a:pt x="36" y="6"/>
                    <a:pt x="42" y="2"/>
                    <a:pt x="50" y="0"/>
                  </a:cubicBezTo>
                  <a:cubicBezTo>
                    <a:pt x="36" y="0"/>
                    <a:pt x="16" y="10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1" name="Freeform 401">
              <a:extLst>
                <a:ext uri="{FF2B5EF4-FFF2-40B4-BE49-F238E27FC236}">
                  <a16:creationId xmlns:a16="http://schemas.microsoft.com/office/drawing/2014/main" id="{862170E2-40E6-4F4D-AAE1-343D4714E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069"/>
              <a:ext cx="57" cy="76"/>
            </a:xfrm>
            <a:custGeom>
              <a:avLst/>
              <a:gdLst>
                <a:gd name="T0" fmla="*/ 193 w 31"/>
                <a:gd name="T1" fmla="*/ 13 h 41"/>
                <a:gd name="T2" fmla="*/ 7 w 31"/>
                <a:gd name="T3" fmla="*/ 261 h 41"/>
                <a:gd name="T4" fmla="*/ 162 w 31"/>
                <a:gd name="T5" fmla="*/ 44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1">
                  <a:moveTo>
                    <a:pt x="31" y="2"/>
                  </a:moveTo>
                  <a:cubicBezTo>
                    <a:pt x="13" y="0"/>
                    <a:pt x="1" y="29"/>
                    <a:pt x="1" y="41"/>
                  </a:cubicBezTo>
                  <a:cubicBezTo>
                    <a:pt x="0" y="29"/>
                    <a:pt x="12" y="6"/>
                    <a:pt x="2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2" name="Freeform 402">
              <a:extLst>
                <a:ext uri="{FF2B5EF4-FFF2-40B4-BE49-F238E27FC236}">
                  <a16:creationId xmlns:a16="http://schemas.microsoft.com/office/drawing/2014/main" id="{34BB8C3A-B3F1-4BB1-8469-570597DEA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356"/>
              <a:ext cx="61" cy="91"/>
            </a:xfrm>
            <a:custGeom>
              <a:avLst/>
              <a:gdLst>
                <a:gd name="T0" fmla="*/ 209 w 33"/>
                <a:gd name="T1" fmla="*/ 0 h 49"/>
                <a:gd name="T2" fmla="*/ 81 w 33"/>
                <a:gd name="T3" fmla="*/ 134 h 49"/>
                <a:gd name="T4" fmla="*/ 13 w 33"/>
                <a:gd name="T5" fmla="*/ 314 h 49"/>
                <a:gd name="T6" fmla="*/ 105 w 33"/>
                <a:gd name="T7" fmla="*/ 134 h 49"/>
                <a:gd name="T8" fmla="*/ 194 w 33"/>
                <a:gd name="T9" fmla="*/ 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9">
                  <a:moveTo>
                    <a:pt x="33" y="0"/>
                  </a:moveTo>
                  <a:cubicBezTo>
                    <a:pt x="22" y="3"/>
                    <a:pt x="18" y="13"/>
                    <a:pt x="13" y="21"/>
                  </a:cubicBezTo>
                  <a:cubicBezTo>
                    <a:pt x="7" y="30"/>
                    <a:pt x="0" y="38"/>
                    <a:pt x="2" y="49"/>
                  </a:cubicBezTo>
                  <a:cubicBezTo>
                    <a:pt x="8" y="43"/>
                    <a:pt x="12" y="29"/>
                    <a:pt x="17" y="21"/>
                  </a:cubicBezTo>
                  <a:cubicBezTo>
                    <a:pt x="21" y="15"/>
                    <a:pt x="24" y="3"/>
                    <a:pt x="3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3" name="Freeform 403">
              <a:extLst>
                <a:ext uri="{FF2B5EF4-FFF2-40B4-BE49-F238E27FC236}">
                  <a16:creationId xmlns:a16="http://schemas.microsoft.com/office/drawing/2014/main" id="{DE711252-24E6-4C86-9B2C-A49EE2901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1085"/>
              <a:ext cx="32" cy="126"/>
            </a:xfrm>
            <a:custGeom>
              <a:avLst/>
              <a:gdLst>
                <a:gd name="T0" fmla="*/ 113 w 17"/>
                <a:gd name="T1" fmla="*/ 24 h 68"/>
                <a:gd name="T2" fmla="*/ 60 w 17"/>
                <a:gd name="T3" fmla="*/ 230 h 68"/>
                <a:gd name="T4" fmla="*/ 40 w 17"/>
                <a:gd name="T5" fmla="*/ 343 h 68"/>
                <a:gd name="T6" fmla="*/ 8 w 17"/>
                <a:gd name="T7" fmla="*/ 432 h 68"/>
                <a:gd name="T8" fmla="*/ 45 w 17"/>
                <a:gd name="T9" fmla="*/ 237 h 68"/>
                <a:gd name="T10" fmla="*/ 92 w 17"/>
                <a:gd name="T11" fmla="*/ 2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68">
                  <a:moveTo>
                    <a:pt x="17" y="4"/>
                  </a:moveTo>
                  <a:cubicBezTo>
                    <a:pt x="5" y="0"/>
                    <a:pt x="8" y="31"/>
                    <a:pt x="9" y="36"/>
                  </a:cubicBezTo>
                  <a:cubicBezTo>
                    <a:pt x="9" y="44"/>
                    <a:pt x="9" y="47"/>
                    <a:pt x="6" y="54"/>
                  </a:cubicBezTo>
                  <a:cubicBezTo>
                    <a:pt x="4" y="59"/>
                    <a:pt x="0" y="62"/>
                    <a:pt x="1" y="68"/>
                  </a:cubicBezTo>
                  <a:cubicBezTo>
                    <a:pt x="8" y="58"/>
                    <a:pt x="10" y="49"/>
                    <a:pt x="7" y="37"/>
                  </a:cubicBezTo>
                  <a:cubicBezTo>
                    <a:pt x="4" y="25"/>
                    <a:pt x="3" y="12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4" name="Freeform 404">
              <a:extLst>
                <a:ext uri="{FF2B5EF4-FFF2-40B4-BE49-F238E27FC236}">
                  <a16:creationId xmlns:a16="http://schemas.microsoft.com/office/drawing/2014/main" id="{37E27B95-A8AA-4545-91CC-25EFC87F2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135"/>
              <a:ext cx="74" cy="78"/>
            </a:xfrm>
            <a:custGeom>
              <a:avLst/>
              <a:gdLst>
                <a:gd name="T0" fmla="*/ 0 w 40"/>
                <a:gd name="T1" fmla="*/ 0 h 42"/>
                <a:gd name="T2" fmla="*/ 185 w 40"/>
                <a:gd name="T3" fmla="*/ 269 h 42"/>
                <a:gd name="T4" fmla="*/ 126 w 40"/>
                <a:gd name="T5" fmla="*/ 104 h 42"/>
                <a:gd name="T6" fmla="*/ 20 w 40"/>
                <a:gd name="T7" fmla="*/ 2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2">
                  <a:moveTo>
                    <a:pt x="0" y="0"/>
                  </a:moveTo>
                  <a:cubicBezTo>
                    <a:pt x="10" y="8"/>
                    <a:pt x="40" y="26"/>
                    <a:pt x="29" y="42"/>
                  </a:cubicBezTo>
                  <a:cubicBezTo>
                    <a:pt x="27" y="34"/>
                    <a:pt x="25" y="23"/>
                    <a:pt x="20" y="16"/>
                  </a:cubicBezTo>
                  <a:cubicBezTo>
                    <a:pt x="16" y="8"/>
                    <a:pt x="9" y="7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5" name="Freeform 405">
              <a:extLst>
                <a:ext uri="{FF2B5EF4-FFF2-40B4-BE49-F238E27FC236}">
                  <a16:creationId xmlns:a16="http://schemas.microsoft.com/office/drawing/2014/main" id="{D6BDE55A-4A2B-4682-9132-7C33EB783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006"/>
              <a:ext cx="43" cy="146"/>
            </a:xfrm>
            <a:custGeom>
              <a:avLst/>
              <a:gdLst>
                <a:gd name="T0" fmla="*/ 150 w 23"/>
                <a:gd name="T1" fmla="*/ 61 h 79"/>
                <a:gd name="T2" fmla="*/ 45 w 23"/>
                <a:gd name="T3" fmla="*/ 222 h 79"/>
                <a:gd name="T4" fmla="*/ 45 w 23"/>
                <a:gd name="T5" fmla="*/ 499 h 79"/>
                <a:gd name="T6" fmla="*/ 105 w 23"/>
                <a:gd name="T7" fmla="*/ 102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79">
                  <a:moveTo>
                    <a:pt x="23" y="10"/>
                  </a:moveTo>
                  <a:cubicBezTo>
                    <a:pt x="14" y="0"/>
                    <a:pt x="8" y="30"/>
                    <a:pt x="7" y="35"/>
                  </a:cubicBezTo>
                  <a:cubicBezTo>
                    <a:pt x="3" y="48"/>
                    <a:pt x="0" y="67"/>
                    <a:pt x="7" y="79"/>
                  </a:cubicBezTo>
                  <a:cubicBezTo>
                    <a:pt x="8" y="64"/>
                    <a:pt x="3" y="27"/>
                    <a:pt x="1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6" name="Freeform 406">
              <a:extLst>
                <a:ext uri="{FF2B5EF4-FFF2-40B4-BE49-F238E27FC236}">
                  <a16:creationId xmlns:a16="http://schemas.microsoft.com/office/drawing/2014/main" id="{1B274BCE-16ED-4BEB-BA21-2079B8960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187"/>
              <a:ext cx="43" cy="15"/>
            </a:xfrm>
            <a:custGeom>
              <a:avLst/>
              <a:gdLst>
                <a:gd name="T0" fmla="*/ 0 w 23"/>
                <a:gd name="T1" fmla="*/ 0 h 8"/>
                <a:gd name="T2" fmla="*/ 150 w 23"/>
                <a:gd name="T3" fmla="*/ 39 h 8"/>
                <a:gd name="T4" fmla="*/ 32 w 2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7" y="6"/>
                    <a:pt x="14" y="6"/>
                    <a:pt x="23" y="6"/>
                  </a:cubicBezTo>
                  <a:cubicBezTo>
                    <a:pt x="19" y="8"/>
                    <a:pt x="7" y="5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7" name="Freeform 407">
              <a:extLst>
                <a:ext uri="{FF2B5EF4-FFF2-40B4-BE49-F238E27FC236}">
                  <a16:creationId xmlns:a16="http://schemas.microsoft.com/office/drawing/2014/main" id="{EDAFE37E-C73E-42C9-A0B0-771E260D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219"/>
              <a:ext cx="39" cy="39"/>
            </a:xfrm>
            <a:custGeom>
              <a:avLst/>
              <a:gdLst>
                <a:gd name="T0" fmla="*/ 0 w 21"/>
                <a:gd name="T1" fmla="*/ 7 h 21"/>
                <a:gd name="T2" fmla="*/ 134 w 21"/>
                <a:gd name="T3" fmla="*/ 134 h 21"/>
                <a:gd name="T4" fmla="*/ 24 w 21"/>
                <a:gd name="T5" fmla="*/ 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0" y="1"/>
                  </a:moveTo>
                  <a:cubicBezTo>
                    <a:pt x="11" y="0"/>
                    <a:pt x="21" y="10"/>
                    <a:pt x="21" y="21"/>
                  </a:cubicBezTo>
                  <a:cubicBezTo>
                    <a:pt x="16" y="14"/>
                    <a:pt x="11" y="6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8" name="Freeform 408">
              <a:extLst>
                <a:ext uri="{FF2B5EF4-FFF2-40B4-BE49-F238E27FC236}">
                  <a16:creationId xmlns:a16="http://schemas.microsoft.com/office/drawing/2014/main" id="{F9CC0B26-8192-4C05-A037-5A5BAE973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213"/>
              <a:ext cx="28" cy="45"/>
            </a:xfrm>
            <a:custGeom>
              <a:avLst/>
              <a:gdLst>
                <a:gd name="T0" fmla="*/ 97 w 15"/>
                <a:gd name="T1" fmla="*/ 15 h 24"/>
                <a:gd name="T2" fmla="*/ 7 w 15"/>
                <a:gd name="T3" fmla="*/ 158 h 24"/>
                <a:gd name="T4" fmla="*/ 91 w 15"/>
                <a:gd name="T5" fmla="*/ 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15" y="2"/>
                  </a:moveTo>
                  <a:cubicBezTo>
                    <a:pt x="7" y="0"/>
                    <a:pt x="0" y="16"/>
                    <a:pt x="1" y="24"/>
                  </a:cubicBezTo>
                  <a:cubicBezTo>
                    <a:pt x="4" y="17"/>
                    <a:pt x="8" y="7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9" name="Freeform 409">
              <a:extLst>
                <a:ext uri="{FF2B5EF4-FFF2-40B4-BE49-F238E27FC236}">
                  <a16:creationId xmlns:a16="http://schemas.microsoft.com/office/drawing/2014/main" id="{B818B9D0-7BC6-4802-8032-203EB8688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256"/>
              <a:ext cx="174" cy="74"/>
            </a:xfrm>
            <a:custGeom>
              <a:avLst/>
              <a:gdLst>
                <a:gd name="T0" fmla="*/ 0 w 94"/>
                <a:gd name="T1" fmla="*/ 253 h 40"/>
                <a:gd name="T2" fmla="*/ 367 w 94"/>
                <a:gd name="T3" fmla="*/ 165 h 40"/>
                <a:gd name="T4" fmla="*/ 596 w 94"/>
                <a:gd name="T5" fmla="*/ 0 h 40"/>
                <a:gd name="T6" fmla="*/ 463 w 94"/>
                <a:gd name="T7" fmla="*/ 113 h 40"/>
                <a:gd name="T8" fmla="*/ 322 w 94"/>
                <a:gd name="T9" fmla="*/ 165 h 40"/>
                <a:gd name="T10" fmla="*/ 24 w 94"/>
                <a:gd name="T11" fmla="*/ 24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40">
                  <a:moveTo>
                    <a:pt x="0" y="40"/>
                  </a:moveTo>
                  <a:cubicBezTo>
                    <a:pt x="11" y="26"/>
                    <a:pt x="42" y="28"/>
                    <a:pt x="58" y="26"/>
                  </a:cubicBezTo>
                  <a:cubicBezTo>
                    <a:pt x="76" y="24"/>
                    <a:pt x="85" y="14"/>
                    <a:pt x="94" y="0"/>
                  </a:cubicBezTo>
                  <a:cubicBezTo>
                    <a:pt x="88" y="2"/>
                    <a:pt x="80" y="14"/>
                    <a:pt x="73" y="18"/>
                  </a:cubicBezTo>
                  <a:cubicBezTo>
                    <a:pt x="66" y="22"/>
                    <a:pt x="59" y="25"/>
                    <a:pt x="51" y="26"/>
                  </a:cubicBezTo>
                  <a:cubicBezTo>
                    <a:pt x="36" y="29"/>
                    <a:pt x="16" y="26"/>
                    <a:pt x="4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0" name="Freeform 410">
              <a:extLst>
                <a:ext uri="{FF2B5EF4-FFF2-40B4-BE49-F238E27FC236}">
                  <a16:creationId xmlns:a16="http://schemas.microsoft.com/office/drawing/2014/main" id="{C73B93DF-28E3-4A37-BEAA-107F1DEC7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382"/>
              <a:ext cx="105" cy="98"/>
            </a:xfrm>
            <a:custGeom>
              <a:avLst/>
              <a:gdLst>
                <a:gd name="T0" fmla="*/ 356 w 57"/>
                <a:gd name="T1" fmla="*/ 0 h 53"/>
                <a:gd name="T2" fmla="*/ 186 w 57"/>
                <a:gd name="T3" fmla="*/ 24 h 53"/>
                <a:gd name="T4" fmla="*/ 61 w 57"/>
                <a:gd name="T5" fmla="*/ 105 h 53"/>
                <a:gd name="T6" fmla="*/ 149 w 57"/>
                <a:gd name="T7" fmla="*/ 335 h 53"/>
                <a:gd name="T8" fmla="*/ 57 w 57"/>
                <a:gd name="T9" fmla="*/ 185 h 53"/>
                <a:gd name="T10" fmla="*/ 193 w 57"/>
                <a:gd name="T11" fmla="*/ 52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3">
                  <a:moveTo>
                    <a:pt x="57" y="0"/>
                  </a:moveTo>
                  <a:cubicBezTo>
                    <a:pt x="49" y="3"/>
                    <a:pt x="39" y="1"/>
                    <a:pt x="30" y="4"/>
                  </a:cubicBezTo>
                  <a:cubicBezTo>
                    <a:pt x="22" y="7"/>
                    <a:pt x="15" y="10"/>
                    <a:pt x="10" y="17"/>
                  </a:cubicBezTo>
                  <a:cubicBezTo>
                    <a:pt x="0" y="33"/>
                    <a:pt x="17" y="40"/>
                    <a:pt x="24" y="53"/>
                  </a:cubicBezTo>
                  <a:cubicBezTo>
                    <a:pt x="20" y="45"/>
                    <a:pt x="11" y="38"/>
                    <a:pt x="9" y="29"/>
                  </a:cubicBezTo>
                  <a:cubicBezTo>
                    <a:pt x="6" y="16"/>
                    <a:pt x="20" y="10"/>
                    <a:pt x="3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1" name="Freeform 411">
              <a:extLst>
                <a:ext uri="{FF2B5EF4-FFF2-40B4-BE49-F238E27FC236}">
                  <a16:creationId xmlns:a16="http://schemas.microsoft.com/office/drawing/2014/main" id="{A1C50353-0257-47A0-BA21-E2AAC9A28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423"/>
              <a:ext cx="57" cy="81"/>
            </a:xfrm>
            <a:custGeom>
              <a:avLst/>
              <a:gdLst>
                <a:gd name="T0" fmla="*/ 193 w 31"/>
                <a:gd name="T1" fmla="*/ 81 h 44"/>
                <a:gd name="T2" fmla="*/ 44 w 31"/>
                <a:gd name="T3" fmla="*/ 98 h 44"/>
                <a:gd name="T4" fmla="*/ 31 w 31"/>
                <a:gd name="T5" fmla="*/ 274 h 44"/>
                <a:gd name="T6" fmla="*/ 186 w 31"/>
                <a:gd name="T7" fmla="*/ 8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4">
                  <a:moveTo>
                    <a:pt x="31" y="13"/>
                  </a:moveTo>
                  <a:cubicBezTo>
                    <a:pt x="22" y="6"/>
                    <a:pt x="14" y="3"/>
                    <a:pt x="7" y="16"/>
                  </a:cubicBezTo>
                  <a:cubicBezTo>
                    <a:pt x="0" y="26"/>
                    <a:pt x="0" y="33"/>
                    <a:pt x="5" y="44"/>
                  </a:cubicBezTo>
                  <a:cubicBezTo>
                    <a:pt x="3" y="28"/>
                    <a:pt x="9" y="0"/>
                    <a:pt x="3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2" name="Freeform 412">
              <a:extLst>
                <a:ext uri="{FF2B5EF4-FFF2-40B4-BE49-F238E27FC236}">
                  <a16:creationId xmlns:a16="http://schemas.microsoft.com/office/drawing/2014/main" id="{72B43E1A-47AB-4853-8F46-9BD2A1023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952"/>
              <a:ext cx="120" cy="141"/>
            </a:xfrm>
            <a:custGeom>
              <a:avLst/>
              <a:gdLst>
                <a:gd name="T0" fmla="*/ 410 w 65"/>
                <a:gd name="T1" fmla="*/ 0 h 76"/>
                <a:gd name="T2" fmla="*/ 297 w 65"/>
                <a:gd name="T3" fmla="*/ 121 h 76"/>
                <a:gd name="T4" fmla="*/ 225 w 65"/>
                <a:gd name="T5" fmla="*/ 275 h 76"/>
                <a:gd name="T6" fmla="*/ 164 w 65"/>
                <a:gd name="T7" fmla="*/ 395 h 76"/>
                <a:gd name="T8" fmla="*/ 0 w 65"/>
                <a:gd name="T9" fmla="*/ 486 h 76"/>
                <a:gd name="T10" fmla="*/ 185 w 65"/>
                <a:gd name="T11" fmla="*/ 358 h 76"/>
                <a:gd name="T12" fmla="*/ 222 w 65"/>
                <a:gd name="T13" fmla="*/ 249 h 76"/>
                <a:gd name="T14" fmla="*/ 388 w 65"/>
                <a:gd name="T15" fmla="*/ 52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76">
                  <a:moveTo>
                    <a:pt x="65" y="0"/>
                  </a:moveTo>
                  <a:cubicBezTo>
                    <a:pt x="63" y="8"/>
                    <a:pt x="52" y="14"/>
                    <a:pt x="47" y="19"/>
                  </a:cubicBezTo>
                  <a:cubicBezTo>
                    <a:pt x="39" y="26"/>
                    <a:pt x="37" y="32"/>
                    <a:pt x="36" y="43"/>
                  </a:cubicBezTo>
                  <a:cubicBezTo>
                    <a:pt x="36" y="54"/>
                    <a:pt x="36" y="55"/>
                    <a:pt x="26" y="62"/>
                  </a:cubicBezTo>
                  <a:cubicBezTo>
                    <a:pt x="18" y="68"/>
                    <a:pt x="7" y="70"/>
                    <a:pt x="0" y="76"/>
                  </a:cubicBezTo>
                  <a:cubicBezTo>
                    <a:pt x="8" y="70"/>
                    <a:pt x="24" y="65"/>
                    <a:pt x="29" y="56"/>
                  </a:cubicBezTo>
                  <a:cubicBezTo>
                    <a:pt x="33" y="52"/>
                    <a:pt x="33" y="44"/>
                    <a:pt x="35" y="39"/>
                  </a:cubicBezTo>
                  <a:cubicBezTo>
                    <a:pt x="38" y="27"/>
                    <a:pt x="50" y="12"/>
                    <a:pt x="6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3" name="Freeform 413">
              <a:extLst>
                <a:ext uri="{FF2B5EF4-FFF2-40B4-BE49-F238E27FC236}">
                  <a16:creationId xmlns:a16="http://schemas.microsoft.com/office/drawing/2014/main" id="{DEE4697F-8F75-4E8F-82C4-45B1FCAA9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954"/>
              <a:ext cx="78" cy="128"/>
            </a:xfrm>
            <a:custGeom>
              <a:avLst/>
              <a:gdLst>
                <a:gd name="T0" fmla="*/ 269 w 42"/>
                <a:gd name="T1" fmla="*/ 0 h 69"/>
                <a:gd name="T2" fmla="*/ 59 w 42"/>
                <a:gd name="T3" fmla="*/ 193 h 69"/>
                <a:gd name="T4" fmla="*/ 45 w 42"/>
                <a:gd name="T5" fmla="*/ 440 h 69"/>
                <a:gd name="T6" fmla="*/ 37 w 42"/>
                <a:gd name="T7" fmla="*/ 237 h 69"/>
                <a:gd name="T8" fmla="*/ 217 w 42"/>
                <a:gd name="T9" fmla="*/ 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69">
                  <a:moveTo>
                    <a:pt x="42" y="0"/>
                  </a:moveTo>
                  <a:cubicBezTo>
                    <a:pt x="31" y="4"/>
                    <a:pt x="16" y="21"/>
                    <a:pt x="9" y="30"/>
                  </a:cubicBezTo>
                  <a:cubicBezTo>
                    <a:pt x="3" y="38"/>
                    <a:pt x="0" y="62"/>
                    <a:pt x="7" y="69"/>
                  </a:cubicBezTo>
                  <a:cubicBezTo>
                    <a:pt x="11" y="59"/>
                    <a:pt x="3" y="48"/>
                    <a:pt x="6" y="37"/>
                  </a:cubicBezTo>
                  <a:cubicBezTo>
                    <a:pt x="10" y="22"/>
                    <a:pt x="25" y="13"/>
                    <a:pt x="3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4" name="Freeform 414">
              <a:extLst>
                <a:ext uri="{FF2B5EF4-FFF2-40B4-BE49-F238E27FC236}">
                  <a16:creationId xmlns:a16="http://schemas.microsoft.com/office/drawing/2014/main" id="{5EF0C1FD-E874-467A-99A3-B2B58896A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033"/>
              <a:ext cx="66" cy="158"/>
            </a:xfrm>
            <a:custGeom>
              <a:avLst/>
              <a:gdLst>
                <a:gd name="T0" fmla="*/ 149 w 36"/>
                <a:gd name="T1" fmla="*/ 0 h 85"/>
                <a:gd name="T2" fmla="*/ 205 w 36"/>
                <a:gd name="T3" fmla="*/ 322 h 85"/>
                <a:gd name="T4" fmla="*/ 117 w 36"/>
                <a:gd name="T5" fmla="*/ 546 h 85"/>
                <a:gd name="T6" fmla="*/ 193 w 36"/>
                <a:gd name="T7" fmla="*/ 297 h 85"/>
                <a:gd name="T8" fmla="*/ 134 w 36"/>
                <a:gd name="T9" fmla="*/ 245 h 85"/>
                <a:gd name="T10" fmla="*/ 105 w 36"/>
                <a:gd name="T11" fmla="*/ 186 h 85"/>
                <a:gd name="T12" fmla="*/ 141 w 36"/>
                <a:gd name="T13" fmla="*/ 32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85">
                  <a:moveTo>
                    <a:pt x="24" y="0"/>
                  </a:moveTo>
                  <a:cubicBezTo>
                    <a:pt x="9" y="14"/>
                    <a:pt x="12" y="41"/>
                    <a:pt x="33" y="50"/>
                  </a:cubicBezTo>
                  <a:cubicBezTo>
                    <a:pt x="21" y="58"/>
                    <a:pt x="3" y="70"/>
                    <a:pt x="19" y="85"/>
                  </a:cubicBezTo>
                  <a:cubicBezTo>
                    <a:pt x="0" y="69"/>
                    <a:pt x="36" y="56"/>
                    <a:pt x="31" y="46"/>
                  </a:cubicBezTo>
                  <a:cubicBezTo>
                    <a:pt x="31" y="45"/>
                    <a:pt x="24" y="41"/>
                    <a:pt x="22" y="38"/>
                  </a:cubicBezTo>
                  <a:cubicBezTo>
                    <a:pt x="20" y="36"/>
                    <a:pt x="18" y="32"/>
                    <a:pt x="17" y="29"/>
                  </a:cubicBezTo>
                  <a:cubicBezTo>
                    <a:pt x="14" y="19"/>
                    <a:pt x="17" y="14"/>
                    <a:pt x="2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5" name="Freeform 415">
              <a:extLst>
                <a:ext uri="{FF2B5EF4-FFF2-40B4-BE49-F238E27FC236}">
                  <a16:creationId xmlns:a16="http://schemas.microsoft.com/office/drawing/2014/main" id="{AF4E816E-5850-4365-9D13-F8BEDE5D1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348"/>
              <a:ext cx="113" cy="149"/>
            </a:xfrm>
            <a:custGeom>
              <a:avLst/>
              <a:gdLst>
                <a:gd name="T0" fmla="*/ 374 w 61"/>
                <a:gd name="T1" fmla="*/ 20 h 80"/>
                <a:gd name="T2" fmla="*/ 246 w 61"/>
                <a:gd name="T3" fmla="*/ 117 h 80"/>
                <a:gd name="T4" fmla="*/ 193 w 61"/>
                <a:gd name="T5" fmla="*/ 166 h 80"/>
                <a:gd name="T6" fmla="*/ 157 w 61"/>
                <a:gd name="T7" fmla="*/ 233 h 80"/>
                <a:gd name="T8" fmla="*/ 76 w 61"/>
                <a:gd name="T9" fmla="*/ 518 h 80"/>
                <a:gd name="T10" fmla="*/ 185 w 61"/>
                <a:gd name="T11" fmla="*/ 201 h 80"/>
                <a:gd name="T12" fmla="*/ 274 w 61"/>
                <a:gd name="T13" fmla="*/ 117 h 80"/>
                <a:gd name="T14" fmla="*/ 387 w 61"/>
                <a:gd name="T15" fmla="*/ 13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80">
                  <a:moveTo>
                    <a:pt x="59" y="3"/>
                  </a:moveTo>
                  <a:cubicBezTo>
                    <a:pt x="50" y="2"/>
                    <a:pt x="43" y="12"/>
                    <a:pt x="39" y="18"/>
                  </a:cubicBezTo>
                  <a:cubicBezTo>
                    <a:pt x="36" y="22"/>
                    <a:pt x="33" y="23"/>
                    <a:pt x="30" y="26"/>
                  </a:cubicBezTo>
                  <a:cubicBezTo>
                    <a:pt x="27" y="29"/>
                    <a:pt x="27" y="33"/>
                    <a:pt x="25" y="36"/>
                  </a:cubicBezTo>
                  <a:cubicBezTo>
                    <a:pt x="19" y="44"/>
                    <a:pt x="0" y="67"/>
                    <a:pt x="12" y="80"/>
                  </a:cubicBezTo>
                  <a:cubicBezTo>
                    <a:pt x="8" y="61"/>
                    <a:pt x="21" y="46"/>
                    <a:pt x="29" y="31"/>
                  </a:cubicBezTo>
                  <a:cubicBezTo>
                    <a:pt x="32" y="24"/>
                    <a:pt x="37" y="24"/>
                    <a:pt x="43" y="18"/>
                  </a:cubicBezTo>
                  <a:cubicBezTo>
                    <a:pt x="50" y="11"/>
                    <a:pt x="48" y="0"/>
                    <a:pt x="6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6" name="Freeform 416">
              <a:extLst>
                <a:ext uri="{FF2B5EF4-FFF2-40B4-BE49-F238E27FC236}">
                  <a16:creationId xmlns:a16="http://schemas.microsoft.com/office/drawing/2014/main" id="{2BAA35E3-AE1C-40A0-9889-04897F18B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306"/>
              <a:ext cx="55" cy="74"/>
            </a:xfrm>
            <a:custGeom>
              <a:avLst/>
              <a:gdLst>
                <a:gd name="T0" fmla="*/ 81 w 30"/>
                <a:gd name="T1" fmla="*/ 0 h 40"/>
                <a:gd name="T2" fmla="*/ 0 w 30"/>
                <a:gd name="T3" fmla="*/ 253 h 40"/>
                <a:gd name="T4" fmla="*/ 117 w 30"/>
                <a:gd name="T5" fmla="*/ 133 h 40"/>
                <a:gd name="T6" fmla="*/ 68 w 30"/>
                <a:gd name="T7" fmla="*/ 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0">
                  <a:moveTo>
                    <a:pt x="13" y="0"/>
                  </a:moveTo>
                  <a:cubicBezTo>
                    <a:pt x="30" y="17"/>
                    <a:pt x="19" y="34"/>
                    <a:pt x="0" y="40"/>
                  </a:cubicBezTo>
                  <a:cubicBezTo>
                    <a:pt x="6" y="32"/>
                    <a:pt x="15" y="31"/>
                    <a:pt x="19" y="21"/>
                  </a:cubicBezTo>
                  <a:cubicBezTo>
                    <a:pt x="22" y="11"/>
                    <a:pt x="18" y="10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7" name="Freeform 417">
              <a:extLst>
                <a:ext uri="{FF2B5EF4-FFF2-40B4-BE49-F238E27FC236}">
                  <a16:creationId xmlns:a16="http://schemas.microsoft.com/office/drawing/2014/main" id="{A7A7D508-5D65-4B8E-B032-EA051223A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280"/>
              <a:ext cx="35" cy="48"/>
            </a:xfrm>
            <a:custGeom>
              <a:avLst/>
              <a:gdLst>
                <a:gd name="T0" fmla="*/ 44 w 19"/>
                <a:gd name="T1" fmla="*/ 13 h 26"/>
                <a:gd name="T2" fmla="*/ 118 w 19"/>
                <a:gd name="T3" fmla="*/ 157 h 26"/>
                <a:gd name="T4" fmla="*/ 44 w 1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7" y="2"/>
                  </a:moveTo>
                  <a:cubicBezTo>
                    <a:pt x="0" y="5"/>
                    <a:pt x="10" y="26"/>
                    <a:pt x="19" y="25"/>
                  </a:cubicBezTo>
                  <a:cubicBezTo>
                    <a:pt x="9" y="24"/>
                    <a:pt x="2" y="8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8" name="Freeform 418">
              <a:extLst>
                <a:ext uri="{FF2B5EF4-FFF2-40B4-BE49-F238E27FC236}">
                  <a16:creationId xmlns:a16="http://schemas.microsoft.com/office/drawing/2014/main" id="{2733AB5C-2A93-4FF7-81C7-71CBEBF5B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387"/>
              <a:ext cx="29" cy="49"/>
            </a:xfrm>
            <a:custGeom>
              <a:avLst/>
              <a:gdLst>
                <a:gd name="T0" fmla="*/ 24 w 16"/>
                <a:gd name="T1" fmla="*/ 15 h 26"/>
                <a:gd name="T2" fmla="*/ 0 w 16"/>
                <a:gd name="T3" fmla="*/ 173 h 26"/>
                <a:gd name="T4" fmla="*/ 29 w 16"/>
                <a:gd name="T5" fmla="*/ 3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6">
                  <a:moveTo>
                    <a:pt x="4" y="2"/>
                  </a:moveTo>
                  <a:cubicBezTo>
                    <a:pt x="16" y="0"/>
                    <a:pt x="5" y="22"/>
                    <a:pt x="0" y="26"/>
                  </a:cubicBezTo>
                  <a:cubicBezTo>
                    <a:pt x="4" y="21"/>
                    <a:pt x="15" y="9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9" name="Freeform 419">
              <a:extLst>
                <a:ext uri="{FF2B5EF4-FFF2-40B4-BE49-F238E27FC236}">
                  <a16:creationId xmlns:a16="http://schemas.microsoft.com/office/drawing/2014/main" id="{FD1DDBED-1321-4D3C-85EB-49F7C8054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519"/>
              <a:ext cx="49" cy="61"/>
            </a:xfrm>
            <a:custGeom>
              <a:avLst/>
              <a:gdLst>
                <a:gd name="T0" fmla="*/ 0 w 26"/>
                <a:gd name="T1" fmla="*/ 194 h 33"/>
                <a:gd name="T2" fmla="*/ 47 w 26"/>
                <a:gd name="T3" fmla="*/ 0 h 33"/>
                <a:gd name="T4" fmla="*/ 0 w 26"/>
                <a:gd name="T5" fmla="*/ 19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3">
                  <a:moveTo>
                    <a:pt x="0" y="31"/>
                  </a:moveTo>
                  <a:cubicBezTo>
                    <a:pt x="19" y="28"/>
                    <a:pt x="23" y="8"/>
                    <a:pt x="7" y="0"/>
                  </a:cubicBezTo>
                  <a:cubicBezTo>
                    <a:pt x="26" y="0"/>
                    <a:pt x="21" y="33"/>
                    <a:pt x="0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0" name="Freeform 420">
              <a:extLst>
                <a:ext uri="{FF2B5EF4-FFF2-40B4-BE49-F238E27FC236}">
                  <a16:creationId xmlns:a16="http://schemas.microsoft.com/office/drawing/2014/main" id="{28C58A56-2CF5-4E97-A70F-A243EB705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309"/>
              <a:ext cx="46" cy="102"/>
            </a:xfrm>
            <a:custGeom>
              <a:avLst/>
              <a:gdLst>
                <a:gd name="T0" fmla="*/ 57 w 25"/>
                <a:gd name="T1" fmla="*/ 0 h 55"/>
                <a:gd name="T2" fmla="*/ 105 w 25"/>
                <a:gd name="T3" fmla="*/ 158 h 55"/>
                <a:gd name="T4" fmla="*/ 156 w 25"/>
                <a:gd name="T5" fmla="*/ 351 h 55"/>
                <a:gd name="T6" fmla="*/ 112 w 25"/>
                <a:gd name="T7" fmla="*/ 172 h 55"/>
                <a:gd name="T8" fmla="*/ 57 w 25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5">
                  <a:moveTo>
                    <a:pt x="9" y="0"/>
                  </a:moveTo>
                  <a:cubicBezTo>
                    <a:pt x="0" y="5"/>
                    <a:pt x="14" y="19"/>
                    <a:pt x="17" y="25"/>
                  </a:cubicBezTo>
                  <a:cubicBezTo>
                    <a:pt x="23" y="34"/>
                    <a:pt x="18" y="46"/>
                    <a:pt x="25" y="55"/>
                  </a:cubicBezTo>
                  <a:cubicBezTo>
                    <a:pt x="23" y="44"/>
                    <a:pt x="23" y="35"/>
                    <a:pt x="18" y="27"/>
                  </a:cubicBezTo>
                  <a:cubicBezTo>
                    <a:pt x="13" y="20"/>
                    <a:pt x="3" y="1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1" name="Freeform 421">
              <a:extLst>
                <a:ext uri="{FF2B5EF4-FFF2-40B4-BE49-F238E27FC236}">
                  <a16:creationId xmlns:a16="http://schemas.microsoft.com/office/drawing/2014/main" id="{41F6F94E-F7E4-4304-9641-D82D7B33A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035"/>
              <a:ext cx="63" cy="61"/>
            </a:xfrm>
            <a:custGeom>
              <a:avLst/>
              <a:gdLst>
                <a:gd name="T0" fmla="*/ 0 w 34"/>
                <a:gd name="T1" fmla="*/ 209 h 33"/>
                <a:gd name="T2" fmla="*/ 52 w 34"/>
                <a:gd name="T3" fmla="*/ 146 h 33"/>
                <a:gd name="T4" fmla="*/ 133 w 34"/>
                <a:gd name="T5" fmla="*/ 120 h 33"/>
                <a:gd name="T6" fmla="*/ 217 w 34"/>
                <a:gd name="T7" fmla="*/ 0 h 33"/>
                <a:gd name="T8" fmla="*/ 7 w 34"/>
                <a:gd name="T9" fmla="*/ 20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3">
                  <a:moveTo>
                    <a:pt x="0" y="33"/>
                  </a:moveTo>
                  <a:cubicBezTo>
                    <a:pt x="2" y="30"/>
                    <a:pt x="5" y="25"/>
                    <a:pt x="8" y="23"/>
                  </a:cubicBezTo>
                  <a:cubicBezTo>
                    <a:pt x="11" y="21"/>
                    <a:pt x="17" y="21"/>
                    <a:pt x="21" y="19"/>
                  </a:cubicBezTo>
                  <a:cubicBezTo>
                    <a:pt x="27" y="15"/>
                    <a:pt x="34" y="8"/>
                    <a:pt x="34" y="0"/>
                  </a:cubicBezTo>
                  <a:cubicBezTo>
                    <a:pt x="25" y="16"/>
                    <a:pt x="17" y="24"/>
                    <a:pt x="1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2" name="Freeform 422">
              <a:extLst>
                <a:ext uri="{FF2B5EF4-FFF2-40B4-BE49-F238E27FC236}">
                  <a16:creationId xmlns:a16="http://schemas.microsoft.com/office/drawing/2014/main" id="{66D0A12C-736D-47AB-93C4-F3B49F2E3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920"/>
              <a:ext cx="85" cy="30"/>
            </a:xfrm>
            <a:custGeom>
              <a:avLst/>
              <a:gdLst>
                <a:gd name="T0" fmla="*/ 20 w 46"/>
                <a:gd name="T1" fmla="*/ 92 h 16"/>
                <a:gd name="T2" fmla="*/ 290 w 46"/>
                <a:gd name="T3" fmla="*/ 0 h 16"/>
                <a:gd name="T4" fmla="*/ 140 w 46"/>
                <a:gd name="T5" fmla="*/ 53 h 16"/>
                <a:gd name="T6" fmla="*/ 61 w 46"/>
                <a:gd name="T7" fmla="*/ 92 h 16"/>
                <a:gd name="T8" fmla="*/ 0 w 46"/>
                <a:gd name="T9" fmla="*/ 10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6">
                  <a:moveTo>
                    <a:pt x="3" y="14"/>
                  </a:moveTo>
                  <a:cubicBezTo>
                    <a:pt x="12" y="1"/>
                    <a:pt x="31" y="0"/>
                    <a:pt x="46" y="0"/>
                  </a:cubicBezTo>
                  <a:cubicBezTo>
                    <a:pt x="37" y="2"/>
                    <a:pt x="30" y="3"/>
                    <a:pt x="22" y="8"/>
                  </a:cubicBezTo>
                  <a:cubicBezTo>
                    <a:pt x="18" y="10"/>
                    <a:pt x="15" y="13"/>
                    <a:pt x="10" y="14"/>
                  </a:cubicBezTo>
                  <a:cubicBezTo>
                    <a:pt x="6" y="15"/>
                    <a:pt x="4" y="12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3" name="Freeform 423">
              <a:extLst>
                <a:ext uri="{FF2B5EF4-FFF2-40B4-BE49-F238E27FC236}">
                  <a16:creationId xmlns:a16="http://schemas.microsoft.com/office/drawing/2014/main" id="{17972816-B178-4172-96D9-955D942B4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892"/>
              <a:ext cx="46" cy="17"/>
            </a:xfrm>
            <a:custGeom>
              <a:avLst/>
              <a:gdLst>
                <a:gd name="T0" fmla="*/ 0 w 25"/>
                <a:gd name="T1" fmla="*/ 47 h 9"/>
                <a:gd name="T2" fmla="*/ 156 w 25"/>
                <a:gd name="T3" fmla="*/ 53 h 9"/>
                <a:gd name="T4" fmla="*/ 13 w 25"/>
                <a:gd name="T5" fmla="*/ 6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9">
                  <a:moveTo>
                    <a:pt x="0" y="7"/>
                  </a:moveTo>
                  <a:cubicBezTo>
                    <a:pt x="7" y="7"/>
                    <a:pt x="21" y="0"/>
                    <a:pt x="25" y="8"/>
                  </a:cubicBezTo>
                  <a:cubicBezTo>
                    <a:pt x="19" y="8"/>
                    <a:pt x="5" y="4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4" name="Freeform 424">
              <a:extLst>
                <a:ext uri="{FF2B5EF4-FFF2-40B4-BE49-F238E27FC236}">
                  <a16:creationId xmlns:a16="http://schemas.microsoft.com/office/drawing/2014/main" id="{A4507A7A-FEC0-425C-9762-2E875B8EB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922"/>
              <a:ext cx="55" cy="56"/>
            </a:xfrm>
            <a:custGeom>
              <a:avLst/>
              <a:gdLst>
                <a:gd name="T0" fmla="*/ 68 w 30"/>
                <a:gd name="T1" fmla="*/ 0 h 30"/>
                <a:gd name="T2" fmla="*/ 0 w 30"/>
                <a:gd name="T3" fmla="*/ 196 h 30"/>
                <a:gd name="T4" fmla="*/ 73 w 30"/>
                <a:gd name="T5" fmla="*/ 2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11" y="0"/>
                  </a:moveTo>
                  <a:cubicBezTo>
                    <a:pt x="30" y="8"/>
                    <a:pt x="7" y="25"/>
                    <a:pt x="0" y="30"/>
                  </a:cubicBezTo>
                  <a:cubicBezTo>
                    <a:pt x="5" y="24"/>
                    <a:pt x="21" y="12"/>
                    <a:pt x="1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5" name="Freeform 425">
              <a:extLst>
                <a:ext uri="{FF2B5EF4-FFF2-40B4-BE49-F238E27FC236}">
                  <a16:creationId xmlns:a16="http://schemas.microsoft.com/office/drawing/2014/main" id="{8CAC148C-C3FE-4CC6-B329-6B5975F43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996"/>
              <a:ext cx="113" cy="86"/>
            </a:xfrm>
            <a:custGeom>
              <a:avLst/>
              <a:gdLst>
                <a:gd name="T0" fmla="*/ 322 w 61"/>
                <a:gd name="T1" fmla="*/ 0 h 46"/>
                <a:gd name="T2" fmla="*/ 202 w 61"/>
                <a:gd name="T3" fmla="*/ 165 h 46"/>
                <a:gd name="T4" fmla="*/ 133 w 61"/>
                <a:gd name="T5" fmla="*/ 241 h 46"/>
                <a:gd name="T6" fmla="*/ 0 w 61"/>
                <a:gd name="T7" fmla="*/ 301 h 46"/>
                <a:gd name="T8" fmla="*/ 254 w 61"/>
                <a:gd name="T9" fmla="*/ 165 h 46"/>
                <a:gd name="T10" fmla="*/ 337 w 61"/>
                <a:gd name="T11" fmla="*/ 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6">
                  <a:moveTo>
                    <a:pt x="51" y="0"/>
                  </a:moveTo>
                  <a:cubicBezTo>
                    <a:pt x="61" y="16"/>
                    <a:pt x="39" y="17"/>
                    <a:pt x="32" y="25"/>
                  </a:cubicBezTo>
                  <a:cubicBezTo>
                    <a:pt x="27" y="29"/>
                    <a:pt x="28" y="33"/>
                    <a:pt x="21" y="37"/>
                  </a:cubicBezTo>
                  <a:cubicBezTo>
                    <a:pt x="14" y="40"/>
                    <a:pt x="7" y="43"/>
                    <a:pt x="0" y="46"/>
                  </a:cubicBezTo>
                  <a:cubicBezTo>
                    <a:pt x="13" y="40"/>
                    <a:pt x="29" y="34"/>
                    <a:pt x="40" y="25"/>
                  </a:cubicBezTo>
                  <a:cubicBezTo>
                    <a:pt x="46" y="20"/>
                    <a:pt x="58" y="10"/>
                    <a:pt x="5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6" name="Freeform 426">
              <a:extLst>
                <a:ext uri="{FF2B5EF4-FFF2-40B4-BE49-F238E27FC236}">
                  <a16:creationId xmlns:a16="http://schemas.microsoft.com/office/drawing/2014/main" id="{799C90A8-F02B-4713-BD8A-E51A3C017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9"/>
              <a:ext cx="109" cy="113"/>
            </a:xfrm>
            <a:custGeom>
              <a:avLst/>
              <a:gdLst>
                <a:gd name="T0" fmla="*/ 371 w 59"/>
                <a:gd name="T1" fmla="*/ 7 h 61"/>
                <a:gd name="T2" fmla="*/ 290 w 59"/>
                <a:gd name="T3" fmla="*/ 120 h 61"/>
                <a:gd name="T4" fmla="*/ 229 w 59"/>
                <a:gd name="T5" fmla="*/ 157 h 61"/>
                <a:gd name="T6" fmla="*/ 201 w 59"/>
                <a:gd name="T7" fmla="*/ 222 h 61"/>
                <a:gd name="T8" fmla="*/ 150 w 59"/>
                <a:gd name="T9" fmla="*/ 246 h 61"/>
                <a:gd name="T10" fmla="*/ 120 w 59"/>
                <a:gd name="T11" fmla="*/ 319 h 61"/>
                <a:gd name="T12" fmla="*/ 0 w 59"/>
                <a:gd name="T13" fmla="*/ 374 h 61"/>
                <a:gd name="T14" fmla="*/ 126 w 59"/>
                <a:gd name="T15" fmla="*/ 337 h 61"/>
                <a:gd name="T16" fmla="*/ 150 w 59"/>
                <a:gd name="T17" fmla="*/ 285 h 61"/>
                <a:gd name="T18" fmla="*/ 201 w 59"/>
                <a:gd name="T19" fmla="*/ 241 h 61"/>
                <a:gd name="T20" fmla="*/ 246 w 59"/>
                <a:gd name="T21" fmla="*/ 196 h 61"/>
                <a:gd name="T22" fmla="*/ 253 w 59"/>
                <a:gd name="T23" fmla="*/ 172 h 61"/>
                <a:gd name="T24" fmla="*/ 283 w 59"/>
                <a:gd name="T25" fmla="*/ 152 h 61"/>
                <a:gd name="T26" fmla="*/ 342 w 59"/>
                <a:gd name="T27" fmla="*/ 2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9" h="61">
                  <a:moveTo>
                    <a:pt x="59" y="1"/>
                  </a:moveTo>
                  <a:cubicBezTo>
                    <a:pt x="49" y="0"/>
                    <a:pt x="51" y="14"/>
                    <a:pt x="46" y="19"/>
                  </a:cubicBezTo>
                  <a:cubicBezTo>
                    <a:pt x="43" y="23"/>
                    <a:pt x="38" y="22"/>
                    <a:pt x="36" y="25"/>
                  </a:cubicBezTo>
                  <a:cubicBezTo>
                    <a:pt x="34" y="28"/>
                    <a:pt x="35" y="32"/>
                    <a:pt x="32" y="35"/>
                  </a:cubicBezTo>
                  <a:cubicBezTo>
                    <a:pt x="29" y="37"/>
                    <a:pt x="26" y="37"/>
                    <a:pt x="24" y="39"/>
                  </a:cubicBezTo>
                  <a:cubicBezTo>
                    <a:pt x="22" y="42"/>
                    <a:pt x="22" y="46"/>
                    <a:pt x="19" y="50"/>
                  </a:cubicBezTo>
                  <a:cubicBezTo>
                    <a:pt x="14" y="55"/>
                    <a:pt x="7" y="57"/>
                    <a:pt x="0" y="59"/>
                  </a:cubicBezTo>
                  <a:cubicBezTo>
                    <a:pt x="7" y="61"/>
                    <a:pt x="15" y="59"/>
                    <a:pt x="20" y="53"/>
                  </a:cubicBezTo>
                  <a:cubicBezTo>
                    <a:pt x="22" y="51"/>
                    <a:pt x="22" y="47"/>
                    <a:pt x="24" y="45"/>
                  </a:cubicBezTo>
                  <a:cubicBezTo>
                    <a:pt x="26" y="42"/>
                    <a:pt x="30" y="41"/>
                    <a:pt x="32" y="38"/>
                  </a:cubicBezTo>
                  <a:cubicBezTo>
                    <a:pt x="35" y="36"/>
                    <a:pt x="37" y="34"/>
                    <a:pt x="39" y="31"/>
                  </a:cubicBezTo>
                  <a:cubicBezTo>
                    <a:pt x="39" y="31"/>
                    <a:pt x="39" y="28"/>
                    <a:pt x="40" y="27"/>
                  </a:cubicBezTo>
                  <a:cubicBezTo>
                    <a:pt x="41" y="26"/>
                    <a:pt x="44" y="26"/>
                    <a:pt x="45" y="24"/>
                  </a:cubicBezTo>
                  <a:cubicBezTo>
                    <a:pt x="50" y="19"/>
                    <a:pt x="53" y="10"/>
                    <a:pt x="5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7" name="Freeform 427">
              <a:extLst>
                <a:ext uri="{FF2B5EF4-FFF2-40B4-BE49-F238E27FC236}">
                  <a16:creationId xmlns:a16="http://schemas.microsoft.com/office/drawing/2014/main" id="{387E3A73-AF7E-42AA-A859-35EEE3C18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039"/>
              <a:ext cx="96" cy="131"/>
            </a:xfrm>
            <a:custGeom>
              <a:avLst/>
              <a:gdLst>
                <a:gd name="T0" fmla="*/ 327 w 52"/>
                <a:gd name="T1" fmla="*/ 57 h 71"/>
                <a:gd name="T2" fmla="*/ 277 w 52"/>
                <a:gd name="T3" fmla="*/ 125 h 71"/>
                <a:gd name="T4" fmla="*/ 201 w 52"/>
                <a:gd name="T5" fmla="*/ 221 h 71"/>
                <a:gd name="T6" fmla="*/ 0 w 52"/>
                <a:gd name="T7" fmla="*/ 447 h 71"/>
                <a:gd name="T8" fmla="*/ 105 w 52"/>
                <a:gd name="T9" fmla="*/ 327 h 71"/>
                <a:gd name="T10" fmla="*/ 214 w 52"/>
                <a:gd name="T11" fmla="*/ 238 h 71"/>
                <a:gd name="T12" fmla="*/ 277 w 52"/>
                <a:gd name="T13" fmla="*/ 157 h 71"/>
                <a:gd name="T14" fmla="*/ 303 w 52"/>
                <a:gd name="T15" fmla="*/ 61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71">
                  <a:moveTo>
                    <a:pt x="52" y="9"/>
                  </a:moveTo>
                  <a:cubicBezTo>
                    <a:pt x="45" y="0"/>
                    <a:pt x="44" y="16"/>
                    <a:pt x="44" y="20"/>
                  </a:cubicBezTo>
                  <a:cubicBezTo>
                    <a:pt x="43" y="31"/>
                    <a:pt x="40" y="32"/>
                    <a:pt x="32" y="35"/>
                  </a:cubicBezTo>
                  <a:cubicBezTo>
                    <a:pt x="18" y="42"/>
                    <a:pt x="7" y="57"/>
                    <a:pt x="0" y="71"/>
                  </a:cubicBezTo>
                  <a:cubicBezTo>
                    <a:pt x="7" y="66"/>
                    <a:pt x="11" y="58"/>
                    <a:pt x="17" y="52"/>
                  </a:cubicBezTo>
                  <a:cubicBezTo>
                    <a:pt x="22" y="47"/>
                    <a:pt x="28" y="43"/>
                    <a:pt x="34" y="38"/>
                  </a:cubicBezTo>
                  <a:cubicBezTo>
                    <a:pt x="39" y="34"/>
                    <a:pt x="43" y="32"/>
                    <a:pt x="44" y="25"/>
                  </a:cubicBezTo>
                  <a:cubicBezTo>
                    <a:pt x="45" y="19"/>
                    <a:pt x="43" y="15"/>
                    <a:pt x="48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8" name="Freeform 428">
              <a:extLst>
                <a:ext uri="{FF2B5EF4-FFF2-40B4-BE49-F238E27FC236}">
                  <a16:creationId xmlns:a16="http://schemas.microsoft.com/office/drawing/2014/main" id="{5E918DF7-96AF-4B76-9DD0-C9CEEF038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252"/>
              <a:ext cx="68" cy="102"/>
            </a:xfrm>
            <a:custGeom>
              <a:avLst/>
              <a:gdLst>
                <a:gd name="T0" fmla="*/ 125 w 37"/>
                <a:gd name="T1" fmla="*/ 0 h 55"/>
                <a:gd name="T2" fmla="*/ 0 w 37"/>
                <a:gd name="T3" fmla="*/ 351 h 55"/>
                <a:gd name="T4" fmla="*/ 125 w 37"/>
                <a:gd name="T5" fmla="*/ 59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5">
                  <a:moveTo>
                    <a:pt x="20" y="0"/>
                  </a:moveTo>
                  <a:cubicBezTo>
                    <a:pt x="23" y="21"/>
                    <a:pt x="28" y="52"/>
                    <a:pt x="0" y="55"/>
                  </a:cubicBezTo>
                  <a:cubicBezTo>
                    <a:pt x="10" y="49"/>
                    <a:pt x="37" y="22"/>
                    <a:pt x="2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9" name="Freeform 429">
              <a:extLst>
                <a:ext uri="{FF2B5EF4-FFF2-40B4-BE49-F238E27FC236}">
                  <a16:creationId xmlns:a16="http://schemas.microsoft.com/office/drawing/2014/main" id="{48D2FB5E-C981-4CD6-B613-3457DFF80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298"/>
              <a:ext cx="71" cy="71"/>
            </a:xfrm>
            <a:custGeom>
              <a:avLst/>
              <a:gdLst>
                <a:gd name="T0" fmla="*/ 0 w 38"/>
                <a:gd name="T1" fmla="*/ 52 h 38"/>
                <a:gd name="T2" fmla="*/ 77 w 38"/>
                <a:gd name="T3" fmla="*/ 217 h 38"/>
                <a:gd name="T4" fmla="*/ 249 w 38"/>
                <a:gd name="T5" fmla="*/ 249 h 38"/>
                <a:gd name="T6" fmla="*/ 84 w 38"/>
                <a:gd name="T7" fmla="*/ 234 h 38"/>
                <a:gd name="T8" fmla="*/ 73 w 38"/>
                <a:gd name="T9" fmla="*/ 234 h 38"/>
                <a:gd name="T10" fmla="*/ 21 w 38"/>
                <a:gd name="T11" fmla="*/ 77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8">
                  <a:moveTo>
                    <a:pt x="0" y="8"/>
                  </a:moveTo>
                  <a:cubicBezTo>
                    <a:pt x="16" y="0"/>
                    <a:pt x="12" y="28"/>
                    <a:pt x="12" y="33"/>
                  </a:cubicBezTo>
                  <a:cubicBezTo>
                    <a:pt x="25" y="26"/>
                    <a:pt x="30" y="24"/>
                    <a:pt x="38" y="38"/>
                  </a:cubicBezTo>
                  <a:cubicBezTo>
                    <a:pt x="33" y="26"/>
                    <a:pt x="21" y="29"/>
                    <a:pt x="13" y="36"/>
                  </a:cubicBezTo>
                  <a:cubicBezTo>
                    <a:pt x="13" y="36"/>
                    <a:pt x="12" y="36"/>
                    <a:pt x="11" y="36"/>
                  </a:cubicBezTo>
                  <a:cubicBezTo>
                    <a:pt x="12" y="25"/>
                    <a:pt x="14" y="17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0" name="Freeform 430">
              <a:extLst>
                <a:ext uri="{FF2B5EF4-FFF2-40B4-BE49-F238E27FC236}">
                  <a16:creationId xmlns:a16="http://schemas.microsoft.com/office/drawing/2014/main" id="{973AD059-63A6-4A75-80C9-DCC315BCC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432"/>
              <a:ext cx="135" cy="61"/>
            </a:xfrm>
            <a:custGeom>
              <a:avLst/>
              <a:gdLst>
                <a:gd name="T0" fmla="*/ 0 w 73"/>
                <a:gd name="T1" fmla="*/ 140 h 33"/>
                <a:gd name="T2" fmla="*/ 239 w 73"/>
                <a:gd name="T3" fmla="*/ 68 h 33"/>
                <a:gd name="T4" fmla="*/ 374 w 73"/>
                <a:gd name="T5" fmla="*/ 37 h 33"/>
                <a:gd name="T6" fmla="*/ 462 w 73"/>
                <a:gd name="T7" fmla="*/ 0 h 33"/>
                <a:gd name="T8" fmla="*/ 239 w 73"/>
                <a:gd name="T9" fmla="*/ 44 h 33"/>
                <a:gd name="T10" fmla="*/ 31 w 73"/>
                <a:gd name="T11" fmla="*/ 146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33">
                  <a:moveTo>
                    <a:pt x="0" y="22"/>
                  </a:moveTo>
                  <a:cubicBezTo>
                    <a:pt x="11" y="33"/>
                    <a:pt x="27" y="15"/>
                    <a:pt x="38" y="11"/>
                  </a:cubicBezTo>
                  <a:cubicBezTo>
                    <a:pt x="38" y="7"/>
                    <a:pt x="49" y="5"/>
                    <a:pt x="59" y="6"/>
                  </a:cubicBezTo>
                  <a:cubicBezTo>
                    <a:pt x="64" y="6"/>
                    <a:pt x="70" y="4"/>
                    <a:pt x="73" y="0"/>
                  </a:cubicBezTo>
                  <a:cubicBezTo>
                    <a:pt x="71" y="6"/>
                    <a:pt x="44" y="4"/>
                    <a:pt x="38" y="7"/>
                  </a:cubicBezTo>
                  <a:cubicBezTo>
                    <a:pt x="30" y="11"/>
                    <a:pt x="15" y="30"/>
                    <a:pt x="5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1" name="Freeform 431">
              <a:extLst>
                <a:ext uri="{FF2B5EF4-FFF2-40B4-BE49-F238E27FC236}">
                  <a16:creationId xmlns:a16="http://schemas.microsoft.com/office/drawing/2014/main" id="{5B2B57FA-DC20-4770-B3CF-C3C840E54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463"/>
              <a:ext cx="104" cy="45"/>
            </a:xfrm>
            <a:custGeom>
              <a:avLst/>
              <a:gdLst>
                <a:gd name="T0" fmla="*/ 0 w 56"/>
                <a:gd name="T1" fmla="*/ 152 h 24"/>
                <a:gd name="T2" fmla="*/ 193 w 56"/>
                <a:gd name="T3" fmla="*/ 45 h 24"/>
                <a:gd name="T4" fmla="*/ 358 w 56"/>
                <a:gd name="T5" fmla="*/ 81 h 24"/>
                <a:gd name="T6" fmla="*/ 186 w 56"/>
                <a:gd name="T7" fmla="*/ 21 h 24"/>
                <a:gd name="T8" fmla="*/ 32 w 56"/>
                <a:gd name="T9" fmla="*/ 15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4">
                  <a:moveTo>
                    <a:pt x="0" y="23"/>
                  </a:moveTo>
                  <a:cubicBezTo>
                    <a:pt x="12" y="24"/>
                    <a:pt x="20" y="9"/>
                    <a:pt x="30" y="7"/>
                  </a:cubicBezTo>
                  <a:cubicBezTo>
                    <a:pt x="39" y="5"/>
                    <a:pt x="46" y="12"/>
                    <a:pt x="56" y="12"/>
                  </a:cubicBezTo>
                  <a:cubicBezTo>
                    <a:pt x="45" y="11"/>
                    <a:pt x="38" y="0"/>
                    <a:pt x="29" y="3"/>
                  </a:cubicBezTo>
                  <a:cubicBezTo>
                    <a:pt x="20" y="6"/>
                    <a:pt x="15" y="20"/>
                    <a:pt x="5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2" name="Freeform 432">
              <a:extLst>
                <a:ext uri="{FF2B5EF4-FFF2-40B4-BE49-F238E27FC236}">
                  <a16:creationId xmlns:a16="http://schemas.microsoft.com/office/drawing/2014/main" id="{379004B9-F047-4801-B423-C33872FDD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428"/>
              <a:ext cx="67" cy="41"/>
            </a:xfrm>
            <a:custGeom>
              <a:avLst/>
              <a:gdLst>
                <a:gd name="T0" fmla="*/ 0 w 36"/>
                <a:gd name="T1" fmla="*/ 104 h 22"/>
                <a:gd name="T2" fmla="*/ 188 w 36"/>
                <a:gd name="T3" fmla="*/ 0 h 22"/>
                <a:gd name="T4" fmla="*/ 13 w 36"/>
                <a:gd name="T5" fmla="*/ 11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2">
                  <a:moveTo>
                    <a:pt x="0" y="16"/>
                  </a:moveTo>
                  <a:cubicBezTo>
                    <a:pt x="10" y="17"/>
                    <a:pt x="29" y="14"/>
                    <a:pt x="29" y="0"/>
                  </a:cubicBezTo>
                  <a:cubicBezTo>
                    <a:pt x="36" y="14"/>
                    <a:pt x="10" y="22"/>
                    <a:pt x="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3" name="Freeform 433">
              <a:extLst>
                <a:ext uri="{FF2B5EF4-FFF2-40B4-BE49-F238E27FC236}">
                  <a16:creationId xmlns:a16="http://schemas.microsoft.com/office/drawing/2014/main" id="{259AE02D-9FC4-4FA4-84BD-5C2153199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258"/>
              <a:ext cx="29" cy="135"/>
            </a:xfrm>
            <a:custGeom>
              <a:avLst/>
              <a:gdLst>
                <a:gd name="T0" fmla="*/ 0 w 16"/>
                <a:gd name="T1" fmla="*/ 0 h 73"/>
                <a:gd name="T2" fmla="*/ 89 w 16"/>
                <a:gd name="T3" fmla="*/ 216 h 73"/>
                <a:gd name="T4" fmla="*/ 7 w 16"/>
                <a:gd name="T5" fmla="*/ 462 h 73"/>
                <a:gd name="T6" fmla="*/ 73 w 16"/>
                <a:gd name="T7" fmla="*/ 222 h 73"/>
                <a:gd name="T8" fmla="*/ 49 w 16"/>
                <a:gd name="T9" fmla="*/ 105 h 73"/>
                <a:gd name="T10" fmla="*/ 24 w 16"/>
                <a:gd name="T11" fmla="*/ 68 h 73"/>
                <a:gd name="T12" fmla="*/ 13 w 16"/>
                <a:gd name="T13" fmla="*/ 44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3">
                  <a:moveTo>
                    <a:pt x="0" y="0"/>
                  </a:moveTo>
                  <a:cubicBezTo>
                    <a:pt x="5" y="12"/>
                    <a:pt x="13" y="20"/>
                    <a:pt x="15" y="34"/>
                  </a:cubicBezTo>
                  <a:cubicBezTo>
                    <a:pt x="16" y="46"/>
                    <a:pt x="12" y="67"/>
                    <a:pt x="1" y="73"/>
                  </a:cubicBezTo>
                  <a:cubicBezTo>
                    <a:pt x="12" y="62"/>
                    <a:pt x="13" y="51"/>
                    <a:pt x="12" y="35"/>
                  </a:cubicBezTo>
                  <a:cubicBezTo>
                    <a:pt x="12" y="29"/>
                    <a:pt x="10" y="23"/>
                    <a:pt x="8" y="17"/>
                  </a:cubicBezTo>
                  <a:cubicBezTo>
                    <a:pt x="7" y="15"/>
                    <a:pt x="6" y="13"/>
                    <a:pt x="4" y="11"/>
                  </a:cubicBezTo>
                  <a:cubicBezTo>
                    <a:pt x="3" y="9"/>
                    <a:pt x="3" y="6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4" name="Freeform 434">
              <a:extLst>
                <a:ext uri="{FF2B5EF4-FFF2-40B4-BE49-F238E27FC236}">
                  <a16:creationId xmlns:a16="http://schemas.microsoft.com/office/drawing/2014/main" id="{EB943DD6-BBF4-46F1-97F7-BAC79DEA6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447"/>
              <a:ext cx="23" cy="27"/>
            </a:xfrm>
            <a:custGeom>
              <a:avLst/>
              <a:gdLst>
                <a:gd name="T0" fmla="*/ 0 w 12"/>
                <a:gd name="T1" fmla="*/ 16 h 15"/>
                <a:gd name="T2" fmla="*/ 84 w 12"/>
                <a:gd name="T3" fmla="*/ 7 h 15"/>
                <a:gd name="T4" fmla="*/ 44 w 12"/>
                <a:gd name="T5" fmla="*/ 88 h 15"/>
                <a:gd name="T6" fmla="*/ 63 w 12"/>
                <a:gd name="T7" fmla="*/ 23 h 15"/>
                <a:gd name="T8" fmla="*/ 15 w 12"/>
                <a:gd name="T9" fmla="*/ 2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0" y="3"/>
                  </a:moveTo>
                  <a:cubicBezTo>
                    <a:pt x="4" y="3"/>
                    <a:pt x="7" y="0"/>
                    <a:pt x="12" y="1"/>
                  </a:cubicBezTo>
                  <a:cubicBezTo>
                    <a:pt x="10" y="5"/>
                    <a:pt x="7" y="10"/>
                    <a:pt x="6" y="15"/>
                  </a:cubicBezTo>
                  <a:cubicBezTo>
                    <a:pt x="6" y="11"/>
                    <a:pt x="7" y="7"/>
                    <a:pt x="9" y="4"/>
                  </a:cubicBezTo>
                  <a:cubicBezTo>
                    <a:pt x="6" y="3"/>
                    <a:pt x="4" y="4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5" name="Freeform 435">
              <a:extLst>
                <a:ext uri="{FF2B5EF4-FFF2-40B4-BE49-F238E27FC236}">
                  <a16:creationId xmlns:a16="http://schemas.microsoft.com/office/drawing/2014/main" id="{21B2DD0C-60F6-4771-A0EB-D6D20996A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413"/>
              <a:ext cx="26" cy="43"/>
            </a:xfrm>
            <a:custGeom>
              <a:avLst/>
              <a:gdLst>
                <a:gd name="T0" fmla="*/ 20 w 14"/>
                <a:gd name="T1" fmla="*/ 21 h 23"/>
                <a:gd name="T2" fmla="*/ 84 w 14"/>
                <a:gd name="T3" fmla="*/ 150 h 23"/>
                <a:gd name="T4" fmla="*/ 45 w 14"/>
                <a:gd name="T5" fmla="*/ 0 h 23"/>
                <a:gd name="T6" fmla="*/ 20 w 14"/>
                <a:gd name="T7" fmla="*/ 3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3" y="3"/>
                  </a:moveTo>
                  <a:cubicBezTo>
                    <a:pt x="9" y="9"/>
                    <a:pt x="11" y="17"/>
                    <a:pt x="13" y="23"/>
                  </a:cubicBezTo>
                  <a:cubicBezTo>
                    <a:pt x="14" y="14"/>
                    <a:pt x="0" y="7"/>
                    <a:pt x="7" y="0"/>
                  </a:cubicBezTo>
                  <a:cubicBezTo>
                    <a:pt x="5" y="2"/>
                    <a:pt x="4" y="4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6" name="Freeform 436">
              <a:extLst>
                <a:ext uri="{FF2B5EF4-FFF2-40B4-BE49-F238E27FC236}">
                  <a16:creationId xmlns:a16="http://schemas.microsoft.com/office/drawing/2014/main" id="{2B303A83-9497-4DD5-8FCE-32DFE6A4F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104"/>
              <a:ext cx="124" cy="42"/>
            </a:xfrm>
            <a:custGeom>
              <a:avLst/>
              <a:gdLst>
                <a:gd name="T0" fmla="*/ 20 w 67"/>
                <a:gd name="T1" fmla="*/ 73 h 23"/>
                <a:gd name="T2" fmla="*/ 209 w 67"/>
                <a:gd name="T3" fmla="*/ 110 h 23"/>
                <a:gd name="T4" fmla="*/ 424 w 67"/>
                <a:gd name="T5" fmla="*/ 133 h 23"/>
                <a:gd name="T6" fmla="*/ 52 w 67"/>
                <a:gd name="T7" fmla="*/ 13 h 23"/>
                <a:gd name="T8" fmla="*/ 65 w 67"/>
                <a:gd name="T9" fmla="*/ 0 h 23"/>
                <a:gd name="T10" fmla="*/ 31 w 67"/>
                <a:gd name="T11" fmla="*/ 7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23">
                  <a:moveTo>
                    <a:pt x="3" y="12"/>
                  </a:moveTo>
                  <a:cubicBezTo>
                    <a:pt x="13" y="15"/>
                    <a:pt x="21" y="18"/>
                    <a:pt x="33" y="18"/>
                  </a:cubicBezTo>
                  <a:cubicBezTo>
                    <a:pt x="45" y="18"/>
                    <a:pt x="56" y="21"/>
                    <a:pt x="67" y="22"/>
                  </a:cubicBezTo>
                  <a:cubicBezTo>
                    <a:pt x="58" y="15"/>
                    <a:pt x="0" y="23"/>
                    <a:pt x="8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8" y="4"/>
                    <a:pt x="5" y="8"/>
                    <a:pt x="5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7" name="Freeform 437">
              <a:extLst>
                <a:ext uri="{FF2B5EF4-FFF2-40B4-BE49-F238E27FC236}">
                  <a16:creationId xmlns:a16="http://schemas.microsoft.com/office/drawing/2014/main" id="{C5751DDB-D8A1-472B-B75B-8ACF1E607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085"/>
              <a:ext cx="534" cy="393"/>
            </a:xfrm>
            <a:custGeom>
              <a:avLst/>
              <a:gdLst>
                <a:gd name="T0" fmla="*/ 7 w 289"/>
                <a:gd name="T1" fmla="*/ 1351 h 212"/>
                <a:gd name="T2" fmla="*/ 57 w 289"/>
                <a:gd name="T3" fmla="*/ 1192 h 212"/>
                <a:gd name="T4" fmla="*/ 290 w 289"/>
                <a:gd name="T5" fmla="*/ 894 h 212"/>
                <a:gd name="T6" fmla="*/ 467 w 289"/>
                <a:gd name="T7" fmla="*/ 918 h 212"/>
                <a:gd name="T8" fmla="*/ 661 w 289"/>
                <a:gd name="T9" fmla="*/ 732 h 212"/>
                <a:gd name="T10" fmla="*/ 758 w 289"/>
                <a:gd name="T11" fmla="*/ 680 h 212"/>
                <a:gd name="T12" fmla="*/ 1014 w 289"/>
                <a:gd name="T13" fmla="*/ 567 h 212"/>
                <a:gd name="T14" fmla="*/ 1184 w 289"/>
                <a:gd name="T15" fmla="*/ 591 h 212"/>
                <a:gd name="T16" fmla="*/ 1362 w 289"/>
                <a:gd name="T17" fmla="*/ 471 h 212"/>
                <a:gd name="T18" fmla="*/ 1510 w 289"/>
                <a:gd name="T19" fmla="*/ 306 h 212"/>
                <a:gd name="T20" fmla="*/ 1554 w 289"/>
                <a:gd name="T21" fmla="*/ 230 h 212"/>
                <a:gd name="T22" fmla="*/ 1824 w 289"/>
                <a:gd name="T23" fmla="*/ 0 h 212"/>
                <a:gd name="T24" fmla="*/ 1595 w 289"/>
                <a:gd name="T25" fmla="*/ 89 h 212"/>
                <a:gd name="T26" fmla="*/ 1510 w 289"/>
                <a:gd name="T27" fmla="*/ 89 h 212"/>
                <a:gd name="T28" fmla="*/ 1502 w 289"/>
                <a:gd name="T29" fmla="*/ 269 h 212"/>
                <a:gd name="T30" fmla="*/ 1369 w 289"/>
                <a:gd name="T31" fmla="*/ 382 h 212"/>
                <a:gd name="T32" fmla="*/ 1349 w 289"/>
                <a:gd name="T33" fmla="*/ 313 h 212"/>
                <a:gd name="T34" fmla="*/ 1349 w 289"/>
                <a:gd name="T35" fmla="*/ 410 h 212"/>
                <a:gd name="T36" fmla="*/ 1192 w 289"/>
                <a:gd name="T37" fmla="*/ 484 h 212"/>
                <a:gd name="T38" fmla="*/ 1147 w 289"/>
                <a:gd name="T39" fmla="*/ 410 h 212"/>
                <a:gd name="T40" fmla="*/ 1099 w 289"/>
                <a:gd name="T41" fmla="*/ 580 h 212"/>
                <a:gd name="T42" fmla="*/ 959 w 289"/>
                <a:gd name="T43" fmla="*/ 528 h 212"/>
                <a:gd name="T44" fmla="*/ 902 w 289"/>
                <a:gd name="T45" fmla="*/ 471 h 212"/>
                <a:gd name="T46" fmla="*/ 891 w 289"/>
                <a:gd name="T47" fmla="*/ 567 h 212"/>
                <a:gd name="T48" fmla="*/ 504 w 289"/>
                <a:gd name="T49" fmla="*/ 636 h 212"/>
                <a:gd name="T50" fmla="*/ 366 w 289"/>
                <a:gd name="T51" fmla="*/ 858 h 212"/>
                <a:gd name="T52" fmla="*/ 89 w 289"/>
                <a:gd name="T53" fmla="*/ 769 h 212"/>
                <a:gd name="T54" fmla="*/ 13 w 289"/>
                <a:gd name="T55" fmla="*/ 1021 h 212"/>
                <a:gd name="T56" fmla="*/ 44 w 289"/>
                <a:gd name="T57" fmla="*/ 1179 h 212"/>
                <a:gd name="T58" fmla="*/ 7 w 289"/>
                <a:gd name="T59" fmla="*/ 1351 h 21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89" h="212">
                  <a:moveTo>
                    <a:pt x="1" y="212"/>
                  </a:moveTo>
                  <a:cubicBezTo>
                    <a:pt x="1" y="212"/>
                    <a:pt x="0" y="199"/>
                    <a:pt x="9" y="187"/>
                  </a:cubicBezTo>
                  <a:cubicBezTo>
                    <a:pt x="22" y="172"/>
                    <a:pt x="25" y="145"/>
                    <a:pt x="46" y="140"/>
                  </a:cubicBezTo>
                  <a:cubicBezTo>
                    <a:pt x="67" y="135"/>
                    <a:pt x="73" y="138"/>
                    <a:pt x="74" y="144"/>
                  </a:cubicBezTo>
                  <a:cubicBezTo>
                    <a:pt x="74" y="144"/>
                    <a:pt x="77" y="107"/>
                    <a:pt x="105" y="115"/>
                  </a:cubicBezTo>
                  <a:cubicBezTo>
                    <a:pt x="105" y="115"/>
                    <a:pt x="114" y="109"/>
                    <a:pt x="120" y="107"/>
                  </a:cubicBezTo>
                  <a:cubicBezTo>
                    <a:pt x="126" y="104"/>
                    <a:pt x="142" y="84"/>
                    <a:pt x="161" y="89"/>
                  </a:cubicBezTo>
                  <a:cubicBezTo>
                    <a:pt x="180" y="94"/>
                    <a:pt x="182" y="99"/>
                    <a:pt x="188" y="93"/>
                  </a:cubicBezTo>
                  <a:cubicBezTo>
                    <a:pt x="194" y="87"/>
                    <a:pt x="197" y="73"/>
                    <a:pt x="216" y="74"/>
                  </a:cubicBezTo>
                  <a:cubicBezTo>
                    <a:pt x="216" y="74"/>
                    <a:pt x="229" y="47"/>
                    <a:pt x="239" y="48"/>
                  </a:cubicBezTo>
                  <a:cubicBezTo>
                    <a:pt x="239" y="48"/>
                    <a:pt x="240" y="37"/>
                    <a:pt x="246" y="36"/>
                  </a:cubicBezTo>
                  <a:cubicBezTo>
                    <a:pt x="252" y="34"/>
                    <a:pt x="240" y="13"/>
                    <a:pt x="289" y="0"/>
                  </a:cubicBezTo>
                  <a:cubicBezTo>
                    <a:pt x="289" y="0"/>
                    <a:pt x="258" y="10"/>
                    <a:pt x="253" y="14"/>
                  </a:cubicBezTo>
                  <a:cubicBezTo>
                    <a:pt x="248" y="18"/>
                    <a:pt x="243" y="16"/>
                    <a:pt x="239" y="14"/>
                  </a:cubicBezTo>
                  <a:cubicBezTo>
                    <a:pt x="239" y="14"/>
                    <a:pt x="246" y="25"/>
                    <a:pt x="238" y="42"/>
                  </a:cubicBezTo>
                  <a:cubicBezTo>
                    <a:pt x="229" y="58"/>
                    <a:pt x="219" y="60"/>
                    <a:pt x="217" y="60"/>
                  </a:cubicBezTo>
                  <a:cubicBezTo>
                    <a:pt x="215" y="60"/>
                    <a:pt x="211" y="53"/>
                    <a:pt x="214" y="49"/>
                  </a:cubicBezTo>
                  <a:cubicBezTo>
                    <a:pt x="214" y="49"/>
                    <a:pt x="210" y="56"/>
                    <a:pt x="214" y="64"/>
                  </a:cubicBezTo>
                  <a:cubicBezTo>
                    <a:pt x="217" y="71"/>
                    <a:pt x="196" y="80"/>
                    <a:pt x="189" y="76"/>
                  </a:cubicBezTo>
                  <a:cubicBezTo>
                    <a:pt x="182" y="72"/>
                    <a:pt x="183" y="68"/>
                    <a:pt x="182" y="64"/>
                  </a:cubicBezTo>
                  <a:cubicBezTo>
                    <a:pt x="182" y="64"/>
                    <a:pt x="191" y="99"/>
                    <a:pt x="174" y="91"/>
                  </a:cubicBezTo>
                  <a:cubicBezTo>
                    <a:pt x="166" y="87"/>
                    <a:pt x="160" y="91"/>
                    <a:pt x="152" y="83"/>
                  </a:cubicBezTo>
                  <a:cubicBezTo>
                    <a:pt x="145" y="76"/>
                    <a:pt x="143" y="74"/>
                    <a:pt x="143" y="74"/>
                  </a:cubicBezTo>
                  <a:cubicBezTo>
                    <a:pt x="143" y="74"/>
                    <a:pt x="151" y="84"/>
                    <a:pt x="141" y="89"/>
                  </a:cubicBezTo>
                  <a:cubicBezTo>
                    <a:pt x="130" y="94"/>
                    <a:pt x="100" y="129"/>
                    <a:pt x="80" y="100"/>
                  </a:cubicBezTo>
                  <a:cubicBezTo>
                    <a:pt x="80" y="100"/>
                    <a:pt x="88" y="135"/>
                    <a:pt x="58" y="135"/>
                  </a:cubicBezTo>
                  <a:cubicBezTo>
                    <a:pt x="28" y="135"/>
                    <a:pt x="27" y="144"/>
                    <a:pt x="14" y="121"/>
                  </a:cubicBezTo>
                  <a:cubicBezTo>
                    <a:pt x="14" y="121"/>
                    <a:pt x="37" y="150"/>
                    <a:pt x="2" y="160"/>
                  </a:cubicBezTo>
                  <a:cubicBezTo>
                    <a:pt x="2" y="160"/>
                    <a:pt x="28" y="160"/>
                    <a:pt x="7" y="185"/>
                  </a:cubicBezTo>
                  <a:cubicBezTo>
                    <a:pt x="0" y="194"/>
                    <a:pt x="0" y="210"/>
                    <a:pt x="1" y="212"/>
                  </a:cubicBez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8" name="Freeform 438">
              <a:extLst>
                <a:ext uri="{FF2B5EF4-FFF2-40B4-BE49-F238E27FC236}">
                  <a16:creationId xmlns:a16="http://schemas.microsoft.com/office/drawing/2014/main" id="{70A0A53F-9499-4ADE-985B-882A71347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413"/>
              <a:ext cx="274" cy="113"/>
            </a:xfrm>
            <a:custGeom>
              <a:avLst/>
              <a:gdLst>
                <a:gd name="T0" fmla="*/ 0 w 148"/>
                <a:gd name="T1" fmla="*/ 104 h 61"/>
                <a:gd name="T2" fmla="*/ 150 w 148"/>
                <a:gd name="T3" fmla="*/ 69 h 61"/>
                <a:gd name="T4" fmla="*/ 426 w 148"/>
                <a:gd name="T5" fmla="*/ 196 h 61"/>
                <a:gd name="T6" fmla="*/ 939 w 148"/>
                <a:gd name="T7" fmla="*/ 387 h 61"/>
                <a:gd name="T8" fmla="*/ 837 w 148"/>
                <a:gd name="T9" fmla="*/ 322 h 61"/>
                <a:gd name="T10" fmla="*/ 768 w 148"/>
                <a:gd name="T11" fmla="*/ 246 h 61"/>
                <a:gd name="T12" fmla="*/ 661 w 148"/>
                <a:gd name="T13" fmla="*/ 222 h 61"/>
                <a:gd name="T14" fmla="*/ 305 w 148"/>
                <a:gd name="T15" fmla="*/ 185 h 61"/>
                <a:gd name="T16" fmla="*/ 237 w 148"/>
                <a:gd name="T17" fmla="*/ 76 h 61"/>
                <a:gd name="T18" fmla="*/ 172 w 148"/>
                <a:gd name="T19" fmla="*/ 52 h 61"/>
                <a:gd name="T20" fmla="*/ 0 w 148"/>
                <a:gd name="T21" fmla="*/ 104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8" h="61">
                  <a:moveTo>
                    <a:pt x="0" y="16"/>
                  </a:moveTo>
                  <a:cubicBezTo>
                    <a:pt x="0" y="16"/>
                    <a:pt x="5" y="0"/>
                    <a:pt x="24" y="11"/>
                  </a:cubicBezTo>
                  <a:cubicBezTo>
                    <a:pt x="43" y="21"/>
                    <a:pt x="36" y="34"/>
                    <a:pt x="67" y="31"/>
                  </a:cubicBezTo>
                  <a:cubicBezTo>
                    <a:pt x="98" y="29"/>
                    <a:pt x="133" y="51"/>
                    <a:pt x="148" y="61"/>
                  </a:cubicBezTo>
                  <a:cubicBezTo>
                    <a:pt x="148" y="61"/>
                    <a:pt x="144" y="58"/>
                    <a:pt x="132" y="51"/>
                  </a:cubicBezTo>
                  <a:cubicBezTo>
                    <a:pt x="121" y="43"/>
                    <a:pt x="121" y="42"/>
                    <a:pt x="121" y="39"/>
                  </a:cubicBezTo>
                  <a:cubicBezTo>
                    <a:pt x="121" y="39"/>
                    <a:pt x="114" y="41"/>
                    <a:pt x="104" y="35"/>
                  </a:cubicBezTo>
                  <a:cubicBezTo>
                    <a:pt x="94" y="30"/>
                    <a:pt x="54" y="30"/>
                    <a:pt x="48" y="29"/>
                  </a:cubicBezTo>
                  <a:cubicBezTo>
                    <a:pt x="42" y="28"/>
                    <a:pt x="37" y="17"/>
                    <a:pt x="37" y="12"/>
                  </a:cubicBezTo>
                  <a:cubicBezTo>
                    <a:pt x="37" y="12"/>
                    <a:pt x="36" y="12"/>
                    <a:pt x="27" y="8"/>
                  </a:cubicBezTo>
                  <a:cubicBezTo>
                    <a:pt x="18" y="5"/>
                    <a:pt x="2" y="1"/>
                    <a:pt x="0" y="16"/>
                  </a:cubicBez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9" name="Freeform 439">
              <a:extLst>
                <a:ext uri="{FF2B5EF4-FFF2-40B4-BE49-F238E27FC236}">
                  <a16:creationId xmlns:a16="http://schemas.microsoft.com/office/drawing/2014/main" id="{163BEE72-CB2B-40B0-9BB2-8EE8F152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239"/>
              <a:ext cx="88" cy="69"/>
            </a:xfrm>
            <a:custGeom>
              <a:avLst/>
              <a:gdLst>
                <a:gd name="T0" fmla="*/ 0 w 48"/>
                <a:gd name="T1" fmla="*/ 129 h 37"/>
                <a:gd name="T2" fmla="*/ 295 w 48"/>
                <a:gd name="T3" fmla="*/ 241 h 37"/>
                <a:gd name="T4" fmla="*/ 295 w 48"/>
                <a:gd name="T5" fmla="*/ 0 h 37"/>
                <a:gd name="T6" fmla="*/ 235 w 48"/>
                <a:gd name="T7" fmla="*/ 129 h 37"/>
                <a:gd name="T8" fmla="*/ 0 w 48"/>
                <a:gd name="T9" fmla="*/ 12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0" y="20"/>
                  </a:moveTo>
                  <a:cubicBezTo>
                    <a:pt x="0" y="20"/>
                    <a:pt x="33" y="17"/>
                    <a:pt x="48" y="37"/>
                  </a:cubicBezTo>
                  <a:cubicBezTo>
                    <a:pt x="48" y="37"/>
                    <a:pt x="34" y="17"/>
                    <a:pt x="48" y="0"/>
                  </a:cubicBezTo>
                  <a:cubicBezTo>
                    <a:pt x="48" y="0"/>
                    <a:pt x="37" y="15"/>
                    <a:pt x="38" y="20"/>
                  </a:cubicBezTo>
                  <a:cubicBezTo>
                    <a:pt x="40" y="29"/>
                    <a:pt x="24" y="14"/>
                    <a:pt x="0" y="20"/>
                  </a:cubicBez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0" name="Freeform 440">
              <a:extLst>
                <a:ext uri="{FF2B5EF4-FFF2-40B4-BE49-F238E27FC236}">
                  <a16:creationId xmlns:a16="http://schemas.microsoft.com/office/drawing/2014/main" id="{AA0A2293-5791-491C-A540-47BEE0010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931"/>
              <a:ext cx="196" cy="378"/>
            </a:xfrm>
            <a:custGeom>
              <a:avLst/>
              <a:gdLst>
                <a:gd name="T0" fmla="*/ 649 w 106"/>
                <a:gd name="T1" fmla="*/ 0 h 204"/>
                <a:gd name="T2" fmla="*/ 619 w 106"/>
                <a:gd name="T3" fmla="*/ 65 h 204"/>
                <a:gd name="T4" fmla="*/ 462 w 106"/>
                <a:gd name="T5" fmla="*/ 202 h 204"/>
                <a:gd name="T6" fmla="*/ 447 w 106"/>
                <a:gd name="T7" fmla="*/ 382 h 204"/>
                <a:gd name="T8" fmla="*/ 531 w 106"/>
                <a:gd name="T9" fmla="*/ 447 h 204"/>
                <a:gd name="T10" fmla="*/ 355 w 106"/>
                <a:gd name="T11" fmla="*/ 584 h 204"/>
                <a:gd name="T12" fmla="*/ 355 w 106"/>
                <a:gd name="T13" fmla="*/ 845 h 204"/>
                <a:gd name="T14" fmla="*/ 305 w 106"/>
                <a:gd name="T15" fmla="*/ 923 h 204"/>
                <a:gd name="T16" fmla="*/ 229 w 106"/>
                <a:gd name="T17" fmla="*/ 1062 h 204"/>
                <a:gd name="T18" fmla="*/ 113 w 106"/>
                <a:gd name="T19" fmla="*/ 1297 h 204"/>
                <a:gd name="T20" fmla="*/ 189 w 106"/>
                <a:gd name="T21" fmla="*/ 1088 h 204"/>
                <a:gd name="T22" fmla="*/ 290 w 106"/>
                <a:gd name="T23" fmla="*/ 917 h 204"/>
                <a:gd name="T24" fmla="*/ 133 w 106"/>
                <a:gd name="T25" fmla="*/ 762 h 204"/>
                <a:gd name="T26" fmla="*/ 298 w 106"/>
                <a:gd name="T27" fmla="*/ 841 h 204"/>
                <a:gd name="T28" fmla="*/ 314 w 106"/>
                <a:gd name="T29" fmla="*/ 732 h 204"/>
                <a:gd name="T30" fmla="*/ 329 w 106"/>
                <a:gd name="T31" fmla="*/ 611 h 204"/>
                <a:gd name="T32" fmla="*/ 246 w 106"/>
                <a:gd name="T33" fmla="*/ 597 h 204"/>
                <a:gd name="T34" fmla="*/ 0 w 106"/>
                <a:gd name="T35" fmla="*/ 573 h 204"/>
                <a:gd name="T36" fmla="*/ 290 w 106"/>
                <a:gd name="T37" fmla="*/ 567 h 204"/>
                <a:gd name="T38" fmla="*/ 442 w 106"/>
                <a:gd name="T39" fmla="*/ 426 h 204"/>
                <a:gd name="T40" fmla="*/ 455 w 106"/>
                <a:gd name="T41" fmla="*/ 193 h 204"/>
                <a:gd name="T42" fmla="*/ 595 w 106"/>
                <a:gd name="T43" fmla="*/ 59 h 204"/>
                <a:gd name="T44" fmla="*/ 649 w 106"/>
                <a:gd name="T45" fmla="*/ 0 h 20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6" h="204">
                  <a:moveTo>
                    <a:pt x="103" y="0"/>
                  </a:moveTo>
                  <a:cubicBezTo>
                    <a:pt x="103" y="0"/>
                    <a:pt x="106" y="6"/>
                    <a:pt x="98" y="10"/>
                  </a:cubicBezTo>
                  <a:cubicBezTo>
                    <a:pt x="89" y="14"/>
                    <a:pt x="84" y="29"/>
                    <a:pt x="73" y="32"/>
                  </a:cubicBezTo>
                  <a:cubicBezTo>
                    <a:pt x="63" y="34"/>
                    <a:pt x="63" y="51"/>
                    <a:pt x="71" y="60"/>
                  </a:cubicBezTo>
                  <a:cubicBezTo>
                    <a:pt x="79" y="70"/>
                    <a:pt x="73" y="75"/>
                    <a:pt x="84" y="70"/>
                  </a:cubicBezTo>
                  <a:cubicBezTo>
                    <a:pt x="84" y="70"/>
                    <a:pt x="62" y="79"/>
                    <a:pt x="56" y="92"/>
                  </a:cubicBezTo>
                  <a:cubicBezTo>
                    <a:pt x="50" y="105"/>
                    <a:pt x="53" y="127"/>
                    <a:pt x="56" y="133"/>
                  </a:cubicBezTo>
                  <a:cubicBezTo>
                    <a:pt x="59" y="138"/>
                    <a:pt x="50" y="138"/>
                    <a:pt x="48" y="145"/>
                  </a:cubicBezTo>
                  <a:cubicBezTo>
                    <a:pt x="47" y="153"/>
                    <a:pt x="47" y="159"/>
                    <a:pt x="36" y="167"/>
                  </a:cubicBezTo>
                  <a:cubicBezTo>
                    <a:pt x="26" y="175"/>
                    <a:pt x="14" y="195"/>
                    <a:pt x="18" y="204"/>
                  </a:cubicBezTo>
                  <a:cubicBezTo>
                    <a:pt x="18" y="204"/>
                    <a:pt x="9" y="196"/>
                    <a:pt x="30" y="171"/>
                  </a:cubicBezTo>
                  <a:cubicBezTo>
                    <a:pt x="35" y="164"/>
                    <a:pt x="44" y="161"/>
                    <a:pt x="46" y="144"/>
                  </a:cubicBezTo>
                  <a:cubicBezTo>
                    <a:pt x="47" y="138"/>
                    <a:pt x="31" y="120"/>
                    <a:pt x="21" y="120"/>
                  </a:cubicBezTo>
                  <a:cubicBezTo>
                    <a:pt x="21" y="120"/>
                    <a:pt x="34" y="120"/>
                    <a:pt x="47" y="132"/>
                  </a:cubicBezTo>
                  <a:cubicBezTo>
                    <a:pt x="59" y="143"/>
                    <a:pt x="52" y="122"/>
                    <a:pt x="50" y="115"/>
                  </a:cubicBezTo>
                  <a:cubicBezTo>
                    <a:pt x="49" y="108"/>
                    <a:pt x="50" y="100"/>
                    <a:pt x="52" y="96"/>
                  </a:cubicBezTo>
                  <a:cubicBezTo>
                    <a:pt x="53" y="93"/>
                    <a:pt x="52" y="92"/>
                    <a:pt x="39" y="94"/>
                  </a:cubicBezTo>
                  <a:cubicBezTo>
                    <a:pt x="26" y="97"/>
                    <a:pt x="0" y="90"/>
                    <a:pt x="0" y="90"/>
                  </a:cubicBezTo>
                  <a:cubicBezTo>
                    <a:pt x="0" y="90"/>
                    <a:pt x="30" y="98"/>
                    <a:pt x="46" y="89"/>
                  </a:cubicBezTo>
                  <a:cubicBezTo>
                    <a:pt x="62" y="81"/>
                    <a:pt x="72" y="78"/>
                    <a:pt x="70" y="67"/>
                  </a:cubicBezTo>
                  <a:cubicBezTo>
                    <a:pt x="68" y="56"/>
                    <a:pt x="54" y="39"/>
                    <a:pt x="72" y="30"/>
                  </a:cubicBezTo>
                  <a:cubicBezTo>
                    <a:pt x="89" y="20"/>
                    <a:pt x="88" y="12"/>
                    <a:pt x="94" y="9"/>
                  </a:cubicBezTo>
                  <a:cubicBezTo>
                    <a:pt x="99" y="6"/>
                    <a:pt x="102" y="4"/>
                    <a:pt x="103" y="0"/>
                  </a:cubicBez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1" name="Freeform 441">
              <a:extLst>
                <a:ext uri="{FF2B5EF4-FFF2-40B4-BE49-F238E27FC236}">
                  <a16:creationId xmlns:a16="http://schemas.microsoft.com/office/drawing/2014/main" id="{ED2646F7-812A-46A3-9A47-C75464FD6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287"/>
              <a:ext cx="167" cy="176"/>
            </a:xfrm>
            <a:custGeom>
              <a:avLst/>
              <a:gdLst>
                <a:gd name="T0" fmla="*/ 575 w 90"/>
                <a:gd name="T1" fmla="*/ 330 h 95"/>
                <a:gd name="T2" fmla="*/ 69 w 90"/>
                <a:gd name="T3" fmla="*/ 89 h 95"/>
                <a:gd name="T4" fmla="*/ 104 w 90"/>
                <a:gd name="T5" fmla="*/ 0 h 95"/>
                <a:gd name="T6" fmla="*/ 65 w 90"/>
                <a:gd name="T7" fmla="*/ 31 h 95"/>
                <a:gd name="T8" fmla="*/ 0 w 90"/>
                <a:gd name="T9" fmla="*/ 0 h 95"/>
                <a:gd name="T10" fmla="*/ 59 w 90"/>
                <a:gd name="T11" fmla="*/ 57 h 95"/>
                <a:gd name="T12" fmla="*/ 293 w 90"/>
                <a:gd name="T13" fmla="*/ 358 h 95"/>
                <a:gd name="T14" fmla="*/ 306 w 90"/>
                <a:gd name="T15" fmla="*/ 484 h 95"/>
                <a:gd name="T16" fmla="*/ 238 w 90"/>
                <a:gd name="T17" fmla="*/ 463 h 95"/>
                <a:gd name="T18" fmla="*/ 275 w 90"/>
                <a:gd name="T19" fmla="*/ 498 h 95"/>
                <a:gd name="T20" fmla="*/ 121 w 90"/>
                <a:gd name="T21" fmla="*/ 515 h 95"/>
                <a:gd name="T22" fmla="*/ 245 w 90"/>
                <a:gd name="T23" fmla="*/ 522 h 95"/>
                <a:gd name="T24" fmla="*/ 238 w 90"/>
                <a:gd name="T25" fmla="*/ 604 h 95"/>
                <a:gd name="T26" fmla="*/ 299 w 90"/>
                <a:gd name="T27" fmla="*/ 528 h 95"/>
                <a:gd name="T28" fmla="*/ 371 w 90"/>
                <a:gd name="T29" fmla="*/ 500 h 95"/>
                <a:gd name="T30" fmla="*/ 418 w 90"/>
                <a:gd name="T31" fmla="*/ 552 h 95"/>
                <a:gd name="T32" fmla="*/ 366 w 90"/>
                <a:gd name="T33" fmla="*/ 484 h 95"/>
                <a:gd name="T34" fmla="*/ 403 w 90"/>
                <a:gd name="T35" fmla="*/ 454 h 95"/>
                <a:gd name="T36" fmla="*/ 375 w 90"/>
                <a:gd name="T37" fmla="*/ 419 h 95"/>
                <a:gd name="T38" fmla="*/ 345 w 90"/>
                <a:gd name="T39" fmla="*/ 363 h 95"/>
                <a:gd name="T40" fmla="*/ 382 w 90"/>
                <a:gd name="T41" fmla="*/ 367 h 95"/>
                <a:gd name="T42" fmla="*/ 575 w 90"/>
                <a:gd name="T43" fmla="*/ 330 h 9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0" h="95">
                  <a:moveTo>
                    <a:pt x="90" y="52"/>
                  </a:moveTo>
                  <a:cubicBezTo>
                    <a:pt x="90" y="52"/>
                    <a:pt x="24" y="72"/>
                    <a:pt x="11" y="14"/>
                  </a:cubicBezTo>
                  <a:cubicBezTo>
                    <a:pt x="10" y="9"/>
                    <a:pt x="10" y="3"/>
                    <a:pt x="16" y="0"/>
                  </a:cubicBezTo>
                  <a:cubicBezTo>
                    <a:pt x="16" y="0"/>
                    <a:pt x="11" y="2"/>
                    <a:pt x="10" y="5"/>
                  </a:cubicBezTo>
                  <a:cubicBezTo>
                    <a:pt x="9" y="9"/>
                    <a:pt x="2" y="3"/>
                    <a:pt x="0" y="0"/>
                  </a:cubicBezTo>
                  <a:cubicBezTo>
                    <a:pt x="0" y="0"/>
                    <a:pt x="5" y="7"/>
                    <a:pt x="9" y="9"/>
                  </a:cubicBezTo>
                  <a:cubicBezTo>
                    <a:pt x="13" y="11"/>
                    <a:pt x="7" y="41"/>
                    <a:pt x="46" y="56"/>
                  </a:cubicBezTo>
                  <a:cubicBezTo>
                    <a:pt x="64" y="63"/>
                    <a:pt x="55" y="77"/>
                    <a:pt x="48" y="76"/>
                  </a:cubicBezTo>
                  <a:cubicBezTo>
                    <a:pt x="41" y="75"/>
                    <a:pt x="39" y="76"/>
                    <a:pt x="37" y="73"/>
                  </a:cubicBezTo>
                  <a:cubicBezTo>
                    <a:pt x="37" y="73"/>
                    <a:pt x="39" y="77"/>
                    <a:pt x="43" y="78"/>
                  </a:cubicBezTo>
                  <a:cubicBezTo>
                    <a:pt x="43" y="78"/>
                    <a:pt x="26" y="86"/>
                    <a:pt x="19" y="81"/>
                  </a:cubicBezTo>
                  <a:cubicBezTo>
                    <a:pt x="19" y="81"/>
                    <a:pt x="24" y="86"/>
                    <a:pt x="38" y="82"/>
                  </a:cubicBezTo>
                  <a:cubicBezTo>
                    <a:pt x="52" y="79"/>
                    <a:pt x="41" y="91"/>
                    <a:pt x="37" y="95"/>
                  </a:cubicBezTo>
                  <a:cubicBezTo>
                    <a:pt x="37" y="95"/>
                    <a:pt x="46" y="88"/>
                    <a:pt x="47" y="83"/>
                  </a:cubicBezTo>
                  <a:cubicBezTo>
                    <a:pt x="48" y="77"/>
                    <a:pt x="52" y="78"/>
                    <a:pt x="58" y="79"/>
                  </a:cubicBezTo>
                  <a:cubicBezTo>
                    <a:pt x="64" y="81"/>
                    <a:pt x="65" y="86"/>
                    <a:pt x="65" y="87"/>
                  </a:cubicBezTo>
                  <a:cubicBezTo>
                    <a:pt x="65" y="87"/>
                    <a:pt x="63" y="81"/>
                    <a:pt x="57" y="76"/>
                  </a:cubicBezTo>
                  <a:cubicBezTo>
                    <a:pt x="54" y="74"/>
                    <a:pt x="59" y="69"/>
                    <a:pt x="63" y="71"/>
                  </a:cubicBezTo>
                  <a:cubicBezTo>
                    <a:pt x="63" y="71"/>
                    <a:pt x="60" y="69"/>
                    <a:pt x="59" y="66"/>
                  </a:cubicBezTo>
                  <a:cubicBezTo>
                    <a:pt x="58" y="64"/>
                    <a:pt x="55" y="58"/>
                    <a:pt x="54" y="57"/>
                  </a:cubicBezTo>
                  <a:cubicBezTo>
                    <a:pt x="52" y="57"/>
                    <a:pt x="57" y="56"/>
                    <a:pt x="60" y="58"/>
                  </a:cubicBezTo>
                  <a:cubicBezTo>
                    <a:pt x="63" y="60"/>
                    <a:pt x="89" y="53"/>
                    <a:pt x="90" y="52"/>
                  </a:cubicBez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2" name="Freeform 442">
              <a:extLst>
                <a:ext uri="{FF2B5EF4-FFF2-40B4-BE49-F238E27FC236}">
                  <a16:creationId xmlns:a16="http://schemas.microsoft.com/office/drawing/2014/main" id="{6DA1CFA8-0BCD-4F87-B2EE-97D1C6C3C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1211"/>
              <a:ext cx="89" cy="113"/>
            </a:xfrm>
            <a:custGeom>
              <a:avLst/>
              <a:gdLst>
                <a:gd name="T0" fmla="*/ 0 w 48"/>
                <a:gd name="T1" fmla="*/ 31 h 61"/>
                <a:gd name="T2" fmla="*/ 96 w 48"/>
                <a:gd name="T3" fmla="*/ 106 h 61"/>
                <a:gd name="T4" fmla="*/ 193 w 48"/>
                <a:gd name="T5" fmla="*/ 152 h 61"/>
                <a:gd name="T6" fmla="*/ 286 w 48"/>
                <a:gd name="T7" fmla="*/ 0 h 61"/>
                <a:gd name="T8" fmla="*/ 217 w 48"/>
                <a:gd name="T9" fmla="*/ 152 h 61"/>
                <a:gd name="T10" fmla="*/ 282 w 48"/>
                <a:gd name="T11" fmla="*/ 367 h 61"/>
                <a:gd name="T12" fmla="*/ 224 w 48"/>
                <a:gd name="T13" fmla="*/ 363 h 61"/>
                <a:gd name="T14" fmla="*/ 197 w 48"/>
                <a:gd name="T15" fmla="*/ 282 h 61"/>
                <a:gd name="T16" fmla="*/ 165 w 48"/>
                <a:gd name="T17" fmla="*/ 157 h 61"/>
                <a:gd name="T18" fmla="*/ 109 w 48"/>
                <a:gd name="T19" fmla="*/ 120 h 61"/>
                <a:gd name="T20" fmla="*/ 0 w 48"/>
                <a:gd name="T21" fmla="*/ 31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61">
                  <a:moveTo>
                    <a:pt x="0" y="5"/>
                  </a:moveTo>
                  <a:cubicBezTo>
                    <a:pt x="0" y="5"/>
                    <a:pt x="9" y="15"/>
                    <a:pt x="15" y="17"/>
                  </a:cubicBezTo>
                  <a:cubicBezTo>
                    <a:pt x="21" y="18"/>
                    <a:pt x="26" y="25"/>
                    <a:pt x="30" y="24"/>
                  </a:cubicBezTo>
                  <a:cubicBezTo>
                    <a:pt x="35" y="23"/>
                    <a:pt x="45" y="6"/>
                    <a:pt x="45" y="0"/>
                  </a:cubicBezTo>
                  <a:cubicBezTo>
                    <a:pt x="45" y="0"/>
                    <a:pt x="45" y="11"/>
                    <a:pt x="34" y="24"/>
                  </a:cubicBezTo>
                  <a:cubicBezTo>
                    <a:pt x="23" y="37"/>
                    <a:pt x="40" y="56"/>
                    <a:pt x="44" y="58"/>
                  </a:cubicBezTo>
                  <a:cubicBezTo>
                    <a:pt x="48" y="61"/>
                    <a:pt x="37" y="52"/>
                    <a:pt x="35" y="57"/>
                  </a:cubicBezTo>
                  <a:cubicBezTo>
                    <a:pt x="35" y="57"/>
                    <a:pt x="38" y="56"/>
                    <a:pt x="31" y="44"/>
                  </a:cubicBezTo>
                  <a:cubicBezTo>
                    <a:pt x="25" y="32"/>
                    <a:pt x="33" y="30"/>
                    <a:pt x="26" y="25"/>
                  </a:cubicBezTo>
                  <a:cubicBezTo>
                    <a:pt x="25" y="24"/>
                    <a:pt x="19" y="20"/>
                    <a:pt x="17" y="19"/>
                  </a:cubicBezTo>
                  <a:cubicBezTo>
                    <a:pt x="14" y="19"/>
                    <a:pt x="1" y="8"/>
                    <a:pt x="0" y="5"/>
                  </a:cubicBez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3" name="Freeform 443">
              <a:extLst>
                <a:ext uri="{FF2B5EF4-FFF2-40B4-BE49-F238E27FC236}">
                  <a16:creationId xmlns:a16="http://schemas.microsoft.com/office/drawing/2014/main" id="{35246B7C-17DD-4DD4-9B65-A8564FCC7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80"/>
              <a:ext cx="379" cy="211"/>
            </a:xfrm>
            <a:custGeom>
              <a:avLst/>
              <a:gdLst>
                <a:gd name="T0" fmla="*/ 24 w 205"/>
                <a:gd name="T1" fmla="*/ 278 h 114"/>
                <a:gd name="T2" fmla="*/ 96 w 205"/>
                <a:gd name="T3" fmla="*/ 446 h 114"/>
                <a:gd name="T4" fmla="*/ 314 w 205"/>
                <a:gd name="T5" fmla="*/ 394 h 114"/>
                <a:gd name="T6" fmla="*/ 677 w 205"/>
                <a:gd name="T7" fmla="*/ 261 h 114"/>
                <a:gd name="T8" fmla="*/ 1019 w 205"/>
                <a:gd name="T9" fmla="*/ 165 h 114"/>
                <a:gd name="T10" fmla="*/ 1043 w 205"/>
                <a:gd name="T11" fmla="*/ 172 h 114"/>
                <a:gd name="T12" fmla="*/ 1168 w 205"/>
                <a:gd name="T13" fmla="*/ 52 h 114"/>
                <a:gd name="T14" fmla="*/ 1176 w 205"/>
                <a:gd name="T15" fmla="*/ 0 h 114"/>
                <a:gd name="T16" fmla="*/ 1200 w 205"/>
                <a:gd name="T17" fmla="*/ 31 h 114"/>
                <a:gd name="T18" fmla="*/ 1296 w 205"/>
                <a:gd name="T19" fmla="*/ 0 h 114"/>
                <a:gd name="T20" fmla="*/ 1189 w 205"/>
                <a:gd name="T21" fmla="*/ 57 h 114"/>
                <a:gd name="T22" fmla="*/ 1107 w 205"/>
                <a:gd name="T23" fmla="*/ 120 h 114"/>
                <a:gd name="T24" fmla="*/ 1074 w 205"/>
                <a:gd name="T25" fmla="*/ 222 h 114"/>
                <a:gd name="T26" fmla="*/ 1011 w 205"/>
                <a:gd name="T27" fmla="*/ 202 h 114"/>
                <a:gd name="T28" fmla="*/ 690 w 205"/>
                <a:gd name="T29" fmla="*/ 274 h 114"/>
                <a:gd name="T30" fmla="*/ 266 w 205"/>
                <a:gd name="T31" fmla="*/ 470 h 114"/>
                <a:gd name="T32" fmla="*/ 314 w 205"/>
                <a:gd name="T33" fmla="*/ 664 h 114"/>
                <a:gd name="T34" fmla="*/ 355 w 205"/>
                <a:gd name="T35" fmla="*/ 724 h 114"/>
                <a:gd name="T36" fmla="*/ 311 w 205"/>
                <a:gd name="T37" fmla="*/ 685 h 114"/>
                <a:gd name="T38" fmla="*/ 283 w 205"/>
                <a:gd name="T39" fmla="*/ 716 h 114"/>
                <a:gd name="T40" fmla="*/ 298 w 205"/>
                <a:gd name="T41" fmla="*/ 677 h 114"/>
                <a:gd name="T42" fmla="*/ 261 w 205"/>
                <a:gd name="T43" fmla="*/ 589 h 114"/>
                <a:gd name="T44" fmla="*/ 194 w 205"/>
                <a:gd name="T45" fmla="*/ 483 h 114"/>
                <a:gd name="T46" fmla="*/ 24 w 205"/>
                <a:gd name="T47" fmla="*/ 278 h 11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05" h="114">
                  <a:moveTo>
                    <a:pt x="4" y="44"/>
                  </a:moveTo>
                  <a:cubicBezTo>
                    <a:pt x="4" y="44"/>
                    <a:pt x="2" y="66"/>
                    <a:pt x="15" y="70"/>
                  </a:cubicBezTo>
                  <a:cubicBezTo>
                    <a:pt x="29" y="74"/>
                    <a:pt x="34" y="81"/>
                    <a:pt x="50" y="62"/>
                  </a:cubicBezTo>
                  <a:cubicBezTo>
                    <a:pt x="66" y="42"/>
                    <a:pt x="94" y="38"/>
                    <a:pt x="107" y="41"/>
                  </a:cubicBezTo>
                  <a:cubicBezTo>
                    <a:pt x="120" y="44"/>
                    <a:pt x="155" y="38"/>
                    <a:pt x="161" y="26"/>
                  </a:cubicBezTo>
                  <a:cubicBezTo>
                    <a:pt x="161" y="26"/>
                    <a:pt x="163" y="29"/>
                    <a:pt x="165" y="27"/>
                  </a:cubicBezTo>
                  <a:cubicBezTo>
                    <a:pt x="167" y="25"/>
                    <a:pt x="181" y="8"/>
                    <a:pt x="185" y="8"/>
                  </a:cubicBezTo>
                  <a:cubicBezTo>
                    <a:pt x="190" y="8"/>
                    <a:pt x="190" y="3"/>
                    <a:pt x="186" y="0"/>
                  </a:cubicBezTo>
                  <a:cubicBezTo>
                    <a:pt x="186" y="0"/>
                    <a:pt x="191" y="3"/>
                    <a:pt x="190" y="5"/>
                  </a:cubicBezTo>
                  <a:cubicBezTo>
                    <a:pt x="189" y="8"/>
                    <a:pt x="201" y="8"/>
                    <a:pt x="205" y="0"/>
                  </a:cubicBezTo>
                  <a:cubicBezTo>
                    <a:pt x="205" y="0"/>
                    <a:pt x="205" y="9"/>
                    <a:pt x="188" y="9"/>
                  </a:cubicBezTo>
                  <a:cubicBezTo>
                    <a:pt x="186" y="9"/>
                    <a:pt x="178" y="14"/>
                    <a:pt x="175" y="19"/>
                  </a:cubicBezTo>
                  <a:cubicBezTo>
                    <a:pt x="172" y="24"/>
                    <a:pt x="160" y="29"/>
                    <a:pt x="170" y="35"/>
                  </a:cubicBezTo>
                  <a:cubicBezTo>
                    <a:pt x="170" y="35"/>
                    <a:pt x="165" y="31"/>
                    <a:pt x="160" y="32"/>
                  </a:cubicBezTo>
                  <a:cubicBezTo>
                    <a:pt x="155" y="33"/>
                    <a:pt x="135" y="44"/>
                    <a:pt x="109" y="43"/>
                  </a:cubicBezTo>
                  <a:cubicBezTo>
                    <a:pt x="83" y="42"/>
                    <a:pt x="55" y="51"/>
                    <a:pt x="42" y="74"/>
                  </a:cubicBezTo>
                  <a:cubicBezTo>
                    <a:pt x="39" y="80"/>
                    <a:pt x="43" y="101"/>
                    <a:pt x="50" y="105"/>
                  </a:cubicBezTo>
                  <a:cubicBezTo>
                    <a:pt x="57" y="109"/>
                    <a:pt x="56" y="114"/>
                    <a:pt x="56" y="114"/>
                  </a:cubicBezTo>
                  <a:cubicBezTo>
                    <a:pt x="56" y="114"/>
                    <a:pt x="54" y="109"/>
                    <a:pt x="49" y="108"/>
                  </a:cubicBezTo>
                  <a:cubicBezTo>
                    <a:pt x="45" y="108"/>
                    <a:pt x="45" y="113"/>
                    <a:pt x="45" y="113"/>
                  </a:cubicBezTo>
                  <a:cubicBezTo>
                    <a:pt x="45" y="113"/>
                    <a:pt x="45" y="108"/>
                    <a:pt x="47" y="107"/>
                  </a:cubicBezTo>
                  <a:cubicBezTo>
                    <a:pt x="50" y="105"/>
                    <a:pt x="43" y="101"/>
                    <a:pt x="41" y="93"/>
                  </a:cubicBezTo>
                  <a:cubicBezTo>
                    <a:pt x="38" y="85"/>
                    <a:pt x="39" y="77"/>
                    <a:pt x="31" y="76"/>
                  </a:cubicBezTo>
                  <a:cubicBezTo>
                    <a:pt x="17" y="75"/>
                    <a:pt x="0" y="69"/>
                    <a:pt x="4" y="44"/>
                  </a:cubicBez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4" name="Freeform 444">
              <a:extLst>
                <a:ext uri="{FF2B5EF4-FFF2-40B4-BE49-F238E27FC236}">
                  <a16:creationId xmlns:a16="http://schemas.microsoft.com/office/drawing/2014/main" id="{2C65AAE3-9683-46C3-B6E2-7037A66C8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946"/>
              <a:ext cx="246" cy="265"/>
            </a:xfrm>
            <a:custGeom>
              <a:avLst/>
              <a:gdLst>
                <a:gd name="T0" fmla="*/ 0 w 133"/>
                <a:gd name="T1" fmla="*/ 515 h 143"/>
                <a:gd name="T2" fmla="*/ 37 w 133"/>
                <a:gd name="T3" fmla="*/ 591 h 143"/>
                <a:gd name="T4" fmla="*/ 222 w 133"/>
                <a:gd name="T5" fmla="*/ 708 h 143"/>
                <a:gd name="T6" fmla="*/ 335 w 133"/>
                <a:gd name="T7" fmla="*/ 910 h 143"/>
                <a:gd name="T8" fmla="*/ 311 w 133"/>
                <a:gd name="T9" fmla="*/ 680 h 143"/>
                <a:gd name="T10" fmla="*/ 431 w 133"/>
                <a:gd name="T11" fmla="*/ 628 h 143"/>
                <a:gd name="T12" fmla="*/ 335 w 133"/>
                <a:gd name="T13" fmla="*/ 597 h 143"/>
                <a:gd name="T14" fmla="*/ 424 w 133"/>
                <a:gd name="T15" fmla="*/ 178 h 143"/>
                <a:gd name="T16" fmla="*/ 581 w 133"/>
                <a:gd name="T17" fmla="*/ 158 h 143"/>
                <a:gd name="T18" fmla="*/ 694 w 133"/>
                <a:gd name="T19" fmla="*/ 82 h 143"/>
                <a:gd name="T20" fmla="*/ 842 w 133"/>
                <a:gd name="T21" fmla="*/ 32 h 143"/>
                <a:gd name="T22" fmla="*/ 745 w 133"/>
                <a:gd name="T23" fmla="*/ 52 h 143"/>
                <a:gd name="T24" fmla="*/ 640 w 133"/>
                <a:gd name="T25" fmla="*/ 104 h 143"/>
                <a:gd name="T26" fmla="*/ 507 w 133"/>
                <a:gd name="T27" fmla="*/ 120 h 143"/>
                <a:gd name="T28" fmla="*/ 305 w 133"/>
                <a:gd name="T29" fmla="*/ 591 h 143"/>
                <a:gd name="T30" fmla="*/ 216 w 133"/>
                <a:gd name="T31" fmla="*/ 649 h 143"/>
                <a:gd name="T32" fmla="*/ 57 w 133"/>
                <a:gd name="T33" fmla="*/ 573 h 143"/>
                <a:gd name="T34" fmla="*/ 0 w 133"/>
                <a:gd name="T35" fmla="*/ 515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3" h="143">
                  <a:moveTo>
                    <a:pt x="0" y="81"/>
                  </a:moveTo>
                  <a:cubicBezTo>
                    <a:pt x="0" y="81"/>
                    <a:pt x="6" y="89"/>
                    <a:pt x="6" y="93"/>
                  </a:cubicBezTo>
                  <a:cubicBezTo>
                    <a:pt x="5" y="98"/>
                    <a:pt x="25" y="99"/>
                    <a:pt x="35" y="111"/>
                  </a:cubicBezTo>
                  <a:cubicBezTo>
                    <a:pt x="46" y="122"/>
                    <a:pt x="53" y="143"/>
                    <a:pt x="53" y="143"/>
                  </a:cubicBezTo>
                  <a:cubicBezTo>
                    <a:pt x="53" y="143"/>
                    <a:pt x="43" y="113"/>
                    <a:pt x="49" y="107"/>
                  </a:cubicBezTo>
                  <a:cubicBezTo>
                    <a:pt x="55" y="102"/>
                    <a:pt x="68" y="99"/>
                    <a:pt x="68" y="99"/>
                  </a:cubicBezTo>
                  <a:cubicBezTo>
                    <a:pt x="68" y="99"/>
                    <a:pt x="55" y="99"/>
                    <a:pt x="53" y="94"/>
                  </a:cubicBezTo>
                  <a:cubicBezTo>
                    <a:pt x="50" y="89"/>
                    <a:pt x="41" y="32"/>
                    <a:pt x="67" y="28"/>
                  </a:cubicBezTo>
                  <a:cubicBezTo>
                    <a:pt x="80" y="26"/>
                    <a:pt x="80" y="20"/>
                    <a:pt x="92" y="25"/>
                  </a:cubicBezTo>
                  <a:cubicBezTo>
                    <a:pt x="104" y="29"/>
                    <a:pt x="100" y="11"/>
                    <a:pt x="110" y="13"/>
                  </a:cubicBezTo>
                  <a:cubicBezTo>
                    <a:pt x="120" y="15"/>
                    <a:pt x="122" y="2"/>
                    <a:pt x="133" y="5"/>
                  </a:cubicBezTo>
                  <a:cubicBezTo>
                    <a:pt x="133" y="5"/>
                    <a:pt x="125" y="0"/>
                    <a:pt x="118" y="8"/>
                  </a:cubicBezTo>
                  <a:cubicBezTo>
                    <a:pt x="112" y="15"/>
                    <a:pt x="110" y="3"/>
                    <a:pt x="101" y="16"/>
                  </a:cubicBezTo>
                  <a:cubicBezTo>
                    <a:pt x="94" y="28"/>
                    <a:pt x="90" y="16"/>
                    <a:pt x="80" y="19"/>
                  </a:cubicBezTo>
                  <a:cubicBezTo>
                    <a:pt x="69" y="22"/>
                    <a:pt x="34" y="24"/>
                    <a:pt x="48" y="93"/>
                  </a:cubicBezTo>
                  <a:cubicBezTo>
                    <a:pt x="49" y="98"/>
                    <a:pt x="47" y="108"/>
                    <a:pt x="34" y="102"/>
                  </a:cubicBezTo>
                  <a:cubicBezTo>
                    <a:pt x="20" y="95"/>
                    <a:pt x="12" y="97"/>
                    <a:pt x="9" y="90"/>
                  </a:cubicBezTo>
                  <a:cubicBezTo>
                    <a:pt x="6" y="84"/>
                    <a:pt x="0" y="81"/>
                    <a:pt x="0" y="81"/>
                  </a:cubicBez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5" name="Freeform 445">
              <a:extLst>
                <a:ext uri="{FF2B5EF4-FFF2-40B4-BE49-F238E27FC236}">
                  <a16:creationId xmlns:a16="http://schemas.microsoft.com/office/drawing/2014/main" id="{3370B8E2-43E0-4538-B96E-0288462AD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905"/>
              <a:ext cx="216" cy="364"/>
            </a:xfrm>
            <a:custGeom>
              <a:avLst/>
              <a:gdLst>
                <a:gd name="T0" fmla="*/ 713 w 117"/>
                <a:gd name="T1" fmla="*/ 0 h 196"/>
                <a:gd name="T2" fmla="*/ 737 w 117"/>
                <a:gd name="T3" fmla="*/ 45 h 196"/>
                <a:gd name="T4" fmla="*/ 698 w 117"/>
                <a:gd name="T5" fmla="*/ 76 h 196"/>
                <a:gd name="T6" fmla="*/ 548 w 117"/>
                <a:gd name="T7" fmla="*/ 149 h 196"/>
                <a:gd name="T8" fmla="*/ 388 w 117"/>
                <a:gd name="T9" fmla="*/ 306 h 196"/>
                <a:gd name="T10" fmla="*/ 388 w 117"/>
                <a:gd name="T11" fmla="*/ 507 h 196"/>
                <a:gd name="T12" fmla="*/ 423 w 117"/>
                <a:gd name="T13" fmla="*/ 596 h 196"/>
                <a:gd name="T14" fmla="*/ 358 w 117"/>
                <a:gd name="T15" fmla="*/ 518 h 196"/>
                <a:gd name="T16" fmla="*/ 177 w 117"/>
                <a:gd name="T17" fmla="*/ 596 h 196"/>
                <a:gd name="T18" fmla="*/ 76 w 117"/>
                <a:gd name="T19" fmla="*/ 838 h 196"/>
                <a:gd name="T20" fmla="*/ 61 w 117"/>
                <a:gd name="T21" fmla="*/ 1114 h 196"/>
                <a:gd name="T22" fmla="*/ 13 w 117"/>
                <a:gd name="T23" fmla="*/ 1255 h 196"/>
                <a:gd name="T24" fmla="*/ 57 w 117"/>
                <a:gd name="T25" fmla="*/ 1099 h 196"/>
                <a:gd name="T26" fmla="*/ 89 w 117"/>
                <a:gd name="T27" fmla="*/ 704 h 196"/>
                <a:gd name="T28" fmla="*/ 233 w 117"/>
                <a:gd name="T29" fmla="*/ 539 h 196"/>
                <a:gd name="T30" fmla="*/ 351 w 117"/>
                <a:gd name="T31" fmla="*/ 479 h 196"/>
                <a:gd name="T32" fmla="*/ 347 w 117"/>
                <a:gd name="T33" fmla="*/ 293 h 196"/>
                <a:gd name="T34" fmla="*/ 297 w 117"/>
                <a:gd name="T35" fmla="*/ 193 h 196"/>
                <a:gd name="T36" fmla="*/ 366 w 117"/>
                <a:gd name="T37" fmla="*/ 282 h 196"/>
                <a:gd name="T38" fmla="*/ 395 w 117"/>
                <a:gd name="T39" fmla="*/ 245 h 196"/>
                <a:gd name="T40" fmla="*/ 548 w 117"/>
                <a:gd name="T41" fmla="*/ 128 h 196"/>
                <a:gd name="T42" fmla="*/ 685 w 117"/>
                <a:gd name="T43" fmla="*/ 52 h 196"/>
                <a:gd name="T44" fmla="*/ 713 w 117"/>
                <a:gd name="T45" fmla="*/ 0 h 19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7" h="196">
                  <a:moveTo>
                    <a:pt x="113" y="0"/>
                  </a:moveTo>
                  <a:cubicBezTo>
                    <a:pt x="113" y="0"/>
                    <a:pt x="112" y="11"/>
                    <a:pt x="117" y="7"/>
                  </a:cubicBezTo>
                  <a:cubicBezTo>
                    <a:pt x="117" y="7"/>
                    <a:pt x="117" y="11"/>
                    <a:pt x="111" y="12"/>
                  </a:cubicBezTo>
                  <a:cubicBezTo>
                    <a:pt x="104" y="12"/>
                    <a:pt x="98" y="23"/>
                    <a:pt x="87" y="23"/>
                  </a:cubicBezTo>
                  <a:cubicBezTo>
                    <a:pt x="76" y="23"/>
                    <a:pt x="63" y="40"/>
                    <a:pt x="62" y="48"/>
                  </a:cubicBezTo>
                  <a:cubicBezTo>
                    <a:pt x="62" y="56"/>
                    <a:pt x="60" y="74"/>
                    <a:pt x="62" y="79"/>
                  </a:cubicBezTo>
                  <a:cubicBezTo>
                    <a:pt x="64" y="83"/>
                    <a:pt x="67" y="91"/>
                    <a:pt x="67" y="93"/>
                  </a:cubicBezTo>
                  <a:cubicBezTo>
                    <a:pt x="67" y="93"/>
                    <a:pt x="63" y="83"/>
                    <a:pt x="57" y="81"/>
                  </a:cubicBezTo>
                  <a:cubicBezTo>
                    <a:pt x="50" y="80"/>
                    <a:pt x="33" y="86"/>
                    <a:pt x="28" y="93"/>
                  </a:cubicBezTo>
                  <a:cubicBezTo>
                    <a:pt x="24" y="100"/>
                    <a:pt x="11" y="113"/>
                    <a:pt x="12" y="131"/>
                  </a:cubicBezTo>
                  <a:cubicBezTo>
                    <a:pt x="14" y="148"/>
                    <a:pt x="14" y="171"/>
                    <a:pt x="10" y="174"/>
                  </a:cubicBezTo>
                  <a:cubicBezTo>
                    <a:pt x="7" y="177"/>
                    <a:pt x="0" y="190"/>
                    <a:pt x="2" y="196"/>
                  </a:cubicBezTo>
                  <a:cubicBezTo>
                    <a:pt x="2" y="196"/>
                    <a:pt x="0" y="190"/>
                    <a:pt x="9" y="172"/>
                  </a:cubicBezTo>
                  <a:cubicBezTo>
                    <a:pt x="14" y="162"/>
                    <a:pt x="8" y="120"/>
                    <a:pt x="14" y="110"/>
                  </a:cubicBezTo>
                  <a:cubicBezTo>
                    <a:pt x="14" y="110"/>
                    <a:pt x="27" y="90"/>
                    <a:pt x="37" y="84"/>
                  </a:cubicBezTo>
                  <a:cubicBezTo>
                    <a:pt x="46" y="78"/>
                    <a:pt x="52" y="80"/>
                    <a:pt x="56" y="75"/>
                  </a:cubicBezTo>
                  <a:cubicBezTo>
                    <a:pt x="60" y="71"/>
                    <a:pt x="62" y="50"/>
                    <a:pt x="55" y="46"/>
                  </a:cubicBezTo>
                  <a:cubicBezTo>
                    <a:pt x="49" y="42"/>
                    <a:pt x="45" y="33"/>
                    <a:pt x="47" y="30"/>
                  </a:cubicBezTo>
                  <a:cubicBezTo>
                    <a:pt x="47" y="30"/>
                    <a:pt x="51" y="41"/>
                    <a:pt x="58" y="44"/>
                  </a:cubicBezTo>
                  <a:cubicBezTo>
                    <a:pt x="64" y="47"/>
                    <a:pt x="62" y="40"/>
                    <a:pt x="63" y="38"/>
                  </a:cubicBezTo>
                  <a:cubicBezTo>
                    <a:pt x="64" y="35"/>
                    <a:pt x="79" y="21"/>
                    <a:pt x="87" y="20"/>
                  </a:cubicBezTo>
                  <a:cubicBezTo>
                    <a:pt x="95" y="19"/>
                    <a:pt x="105" y="8"/>
                    <a:pt x="109" y="8"/>
                  </a:cubicBezTo>
                  <a:cubicBezTo>
                    <a:pt x="112" y="9"/>
                    <a:pt x="113" y="1"/>
                    <a:pt x="113" y="0"/>
                  </a:cubicBez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6" name="Freeform 446">
              <a:extLst>
                <a:ext uri="{FF2B5EF4-FFF2-40B4-BE49-F238E27FC236}">
                  <a16:creationId xmlns:a16="http://schemas.microsoft.com/office/drawing/2014/main" id="{60B45C8E-4FD8-4917-98F4-33A8E8339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904"/>
              <a:ext cx="108" cy="98"/>
            </a:xfrm>
            <a:custGeom>
              <a:avLst/>
              <a:gdLst>
                <a:gd name="T0" fmla="*/ 32 w 58"/>
                <a:gd name="T1" fmla="*/ 335 h 53"/>
                <a:gd name="T2" fmla="*/ 121 w 58"/>
                <a:gd name="T3" fmla="*/ 189 h 53"/>
                <a:gd name="T4" fmla="*/ 270 w 58"/>
                <a:gd name="T5" fmla="*/ 102 h 53"/>
                <a:gd name="T6" fmla="*/ 374 w 58"/>
                <a:gd name="T7" fmla="*/ 57 h 53"/>
                <a:gd name="T8" fmla="*/ 270 w 58"/>
                <a:gd name="T9" fmla="*/ 76 h 53"/>
                <a:gd name="T10" fmla="*/ 257 w 58"/>
                <a:gd name="T11" fmla="*/ 13 h 53"/>
                <a:gd name="T12" fmla="*/ 257 w 58"/>
                <a:gd name="T13" fmla="*/ 76 h 53"/>
                <a:gd name="T14" fmla="*/ 194 w 58"/>
                <a:gd name="T15" fmla="*/ 133 h 53"/>
                <a:gd name="T16" fmla="*/ 69 w 58"/>
                <a:gd name="T17" fmla="*/ 31 h 53"/>
                <a:gd name="T18" fmla="*/ 0 w 58"/>
                <a:gd name="T19" fmla="*/ 0 h 53"/>
                <a:gd name="T20" fmla="*/ 69 w 58"/>
                <a:gd name="T21" fmla="*/ 37 h 53"/>
                <a:gd name="T22" fmla="*/ 149 w 58"/>
                <a:gd name="T23" fmla="*/ 141 h 53"/>
                <a:gd name="T24" fmla="*/ 32 w 58"/>
                <a:gd name="T25" fmla="*/ 335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53">
                  <a:moveTo>
                    <a:pt x="5" y="53"/>
                  </a:moveTo>
                  <a:cubicBezTo>
                    <a:pt x="5" y="53"/>
                    <a:pt x="9" y="34"/>
                    <a:pt x="19" y="30"/>
                  </a:cubicBezTo>
                  <a:cubicBezTo>
                    <a:pt x="28" y="26"/>
                    <a:pt x="41" y="19"/>
                    <a:pt x="42" y="16"/>
                  </a:cubicBezTo>
                  <a:cubicBezTo>
                    <a:pt x="44" y="13"/>
                    <a:pt x="52" y="17"/>
                    <a:pt x="58" y="9"/>
                  </a:cubicBezTo>
                  <a:cubicBezTo>
                    <a:pt x="58" y="9"/>
                    <a:pt x="46" y="17"/>
                    <a:pt x="42" y="12"/>
                  </a:cubicBezTo>
                  <a:cubicBezTo>
                    <a:pt x="38" y="7"/>
                    <a:pt x="40" y="2"/>
                    <a:pt x="40" y="2"/>
                  </a:cubicBezTo>
                  <a:cubicBezTo>
                    <a:pt x="40" y="2"/>
                    <a:pt x="38" y="8"/>
                    <a:pt x="40" y="12"/>
                  </a:cubicBezTo>
                  <a:cubicBezTo>
                    <a:pt x="42" y="16"/>
                    <a:pt x="34" y="23"/>
                    <a:pt x="30" y="21"/>
                  </a:cubicBezTo>
                  <a:cubicBezTo>
                    <a:pt x="26" y="19"/>
                    <a:pt x="16" y="6"/>
                    <a:pt x="11" y="5"/>
                  </a:cubicBezTo>
                  <a:cubicBezTo>
                    <a:pt x="7" y="4"/>
                    <a:pt x="1" y="2"/>
                    <a:pt x="0" y="0"/>
                  </a:cubicBezTo>
                  <a:cubicBezTo>
                    <a:pt x="0" y="0"/>
                    <a:pt x="6" y="5"/>
                    <a:pt x="11" y="6"/>
                  </a:cubicBezTo>
                  <a:cubicBezTo>
                    <a:pt x="17" y="8"/>
                    <a:pt x="26" y="20"/>
                    <a:pt x="23" y="22"/>
                  </a:cubicBezTo>
                  <a:cubicBezTo>
                    <a:pt x="21" y="25"/>
                    <a:pt x="4" y="34"/>
                    <a:pt x="5" y="53"/>
                  </a:cubicBez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7" name="Freeform 447">
              <a:extLst>
                <a:ext uri="{FF2B5EF4-FFF2-40B4-BE49-F238E27FC236}">
                  <a16:creationId xmlns:a16="http://schemas.microsoft.com/office/drawing/2014/main" id="{AAD54188-B999-4376-AE4F-6CF2AABAD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002"/>
              <a:ext cx="35" cy="48"/>
            </a:xfrm>
            <a:custGeom>
              <a:avLst/>
              <a:gdLst>
                <a:gd name="T0" fmla="*/ 0 w 19"/>
                <a:gd name="T1" fmla="*/ 31 h 26"/>
                <a:gd name="T2" fmla="*/ 31 w 19"/>
                <a:gd name="T3" fmla="*/ 164 h 26"/>
                <a:gd name="T4" fmla="*/ 118 w 19"/>
                <a:gd name="T5" fmla="*/ 140 h 26"/>
                <a:gd name="T6" fmla="*/ 76 w 19"/>
                <a:gd name="T7" fmla="*/ 105 h 26"/>
                <a:gd name="T8" fmla="*/ 98 w 19"/>
                <a:gd name="T9" fmla="*/ 0 h 26"/>
                <a:gd name="T10" fmla="*/ 57 w 19"/>
                <a:gd name="T11" fmla="*/ 57 h 26"/>
                <a:gd name="T12" fmla="*/ 0 w 19"/>
                <a:gd name="T13" fmla="*/ 3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0" y="5"/>
                  </a:moveTo>
                  <a:cubicBezTo>
                    <a:pt x="0" y="5"/>
                    <a:pt x="16" y="13"/>
                    <a:pt x="5" y="26"/>
                  </a:cubicBezTo>
                  <a:cubicBezTo>
                    <a:pt x="5" y="26"/>
                    <a:pt x="13" y="14"/>
                    <a:pt x="19" y="22"/>
                  </a:cubicBezTo>
                  <a:cubicBezTo>
                    <a:pt x="19" y="22"/>
                    <a:pt x="14" y="15"/>
                    <a:pt x="12" y="17"/>
                  </a:cubicBezTo>
                  <a:cubicBezTo>
                    <a:pt x="9" y="18"/>
                    <a:pt x="10" y="5"/>
                    <a:pt x="16" y="0"/>
                  </a:cubicBezTo>
                  <a:cubicBezTo>
                    <a:pt x="16" y="0"/>
                    <a:pt x="8" y="6"/>
                    <a:pt x="9" y="9"/>
                  </a:cubicBezTo>
                  <a:cubicBezTo>
                    <a:pt x="9" y="12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8" name="Freeform 448">
              <a:extLst>
                <a:ext uri="{FF2B5EF4-FFF2-40B4-BE49-F238E27FC236}">
                  <a16:creationId xmlns:a16="http://schemas.microsoft.com/office/drawing/2014/main" id="{99BB36BE-AAB8-42D6-A593-C46A67510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968"/>
              <a:ext cx="125" cy="104"/>
            </a:xfrm>
            <a:custGeom>
              <a:avLst/>
              <a:gdLst>
                <a:gd name="T0" fmla="*/ 0 w 68"/>
                <a:gd name="T1" fmla="*/ 65 h 56"/>
                <a:gd name="T2" fmla="*/ 173 w 68"/>
                <a:gd name="T3" fmla="*/ 121 h 56"/>
                <a:gd name="T4" fmla="*/ 118 w 68"/>
                <a:gd name="T5" fmla="*/ 358 h 56"/>
                <a:gd name="T6" fmla="*/ 169 w 68"/>
                <a:gd name="T7" fmla="*/ 210 h 56"/>
                <a:gd name="T8" fmla="*/ 213 w 68"/>
                <a:gd name="T9" fmla="*/ 134 h 56"/>
                <a:gd name="T10" fmla="*/ 379 w 68"/>
                <a:gd name="T11" fmla="*/ 282 h 56"/>
                <a:gd name="T12" fmla="*/ 303 w 68"/>
                <a:gd name="T13" fmla="*/ 121 h 56"/>
                <a:gd name="T14" fmla="*/ 423 w 68"/>
                <a:gd name="T15" fmla="*/ 104 h 56"/>
                <a:gd name="T16" fmla="*/ 399 w 68"/>
                <a:gd name="T17" fmla="*/ 65 h 56"/>
                <a:gd name="T18" fmla="*/ 371 w 68"/>
                <a:gd name="T19" fmla="*/ 0 h 56"/>
                <a:gd name="T20" fmla="*/ 386 w 68"/>
                <a:gd name="T21" fmla="*/ 65 h 56"/>
                <a:gd name="T22" fmla="*/ 287 w 68"/>
                <a:gd name="T23" fmla="*/ 121 h 56"/>
                <a:gd name="T24" fmla="*/ 193 w 68"/>
                <a:gd name="T25" fmla="*/ 104 h 56"/>
                <a:gd name="T26" fmla="*/ 0 w 68"/>
                <a:gd name="T27" fmla="*/ 65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56">
                  <a:moveTo>
                    <a:pt x="0" y="10"/>
                  </a:moveTo>
                  <a:cubicBezTo>
                    <a:pt x="0" y="10"/>
                    <a:pt x="31" y="9"/>
                    <a:pt x="28" y="19"/>
                  </a:cubicBezTo>
                  <a:cubicBezTo>
                    <a:pt x="24" y="29"/>
                    <a:pt x="18" y="50"/>
                    <a:pt x="19" y="56"/>
                  </a:cubicBezTo>
                  <a:cubicBezTo>
                    <a:pt x="19" y="56"/>
                    <a:pt x="23" y="33"/>
                    <a:pt x="27" y="33"/>
                  </a:cubicBezTo>
                  <a:cubicBezTo>
                    <a:pt x="27" y="33"/>
                    <a:pt x="26" y="21"/>
                    <a:pt x="34" y="21"/>
                  </a:cubicBezTo>
                  <a:cubicBezTo>
                    <a:pt x="42" y="20"/>
                    <a:pt x="56" y="37"/>
                    <a:pt x="61" y="44"/>
                  </a:cubicBezTo>
                  <a:cubicBezTo>
                    <a:pt x="61" y="44"/>
                    <a:pt x="43" y="23"/>
                    <a:pt x="49" y="19"/>
                  </a:cubicBezTo>
                  <a:cubicBezTo>
                    <a:pt x="55" y="15"/>
                    <a:pt x="61" y="11"/>
                    <a:pt x="68" y="16"/>
                  </a:cubicBezTo>
                  <a:cubicBezTo>
                    <a:pt x="68" y="16"/>
                    <a:pt x="64" y="13"/>
                    <a:pt x="64" y="10"/>
                  </a:cubicBezTo>
                  <a:cubicBezTo>
                    <a:pt x="64" y="8"/>
                    <a:pt x="63" y="1"/>
                    <a:pt x="60" y="0"/>
                  </a:cubicBezTo>
                  <a:cubicBezTo>
                    <a:pt x="60" y="0"/>
                    <a:pt x="64" y="8"/>
                    <a:pt x="62" y="10"/>
                  </a:cubicBezTo>
                  <a:cubicBezTo>
                    <a:pt x="60" y="11"/>
                    <a:pt x="48" y="14"/>
                    <a:pt x="46" y="19"/>
                  </a:cubicBezTo>
                  <a:cubicBezTo>
                    <a:pt x="44" y="23"/>
                    <a:pt x="33" y="19"/>
                    <a:pt x="31" y="16"/>
                  </a:cubicBezTo>
                  <a:cubicBezTo>
                    <a:pt x="29" y="13"/>
                    <a:pt x="18" y="7"/>
                    <a:pt x="0" y="10"/>
                  </a:cubicBez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9" name="Freeform 449">
              <a:extLst>
                <a:ext uri="{FF2B5EF4-FFF2-40B4-BE49-F238E27FC236}">
                  <a16:creationId xmlns:a16="http://schemas.microsoft.com/office/drawing/2014/main" id="{BFF710EC-E269-4862-88CC-80B556727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020"/>
              <a:ext cx="477" cy="343"/>
            </a:xfrm>
            <a:custGeom>
              <a:avLst/>
              <a:gdLst>
                <a:gd name="T0" fmla="*/ 0 w 258"/>
                <a:gd name="T1" fmla="*/ 986 h 185"/>
                <a:gd name="T2" fmla="*/ 148 w 258"/>
                <a:gd name="T3" fmla="*/ 1038 h 185"/>
                <a:gd name="T4" fmla="*/ 239 w 258"/>
                <a:gd name="T5" fmla="*/ 1179 h 185"/>
                <a:gd name="T6" fmla="*/ 290 w 258"/>
                <a:gd name="T7" fmla="*/ 1075 h 185"/>
                <a:gd name="T8" fmla="*/ 492 w 258"/>
                <a:gd name="T9" fmla="*/ 983 h 185"/>
                <a:gd name="T10" fmla="*/ 708 w 258"/>
                <a:gd name="T11" fmla="*/ 955 h 185"/>
                <a:gd name="T12" fmla="*/ 1063 w 258"/>
                <a:gd name="T13" fmla="*/ 716 h 185"/>
                <a:gd name="T14" fmla="*/ 1119 w 258"/>
                <a:gd name="T15" fmla="*/ 708 h 185"/>
                <a:gd name="T16" fmla="*/ 1163 w 258"/>
                <a:gd name="T17" fmla="*/ 764 h 185"/>
                <a:gd name="T18" fmla="*/ 1148 w 258"/>
                <a:gd name="T19" fmla="*/ 656 h 185"/>
                <a:gd name="T20" fmla="*/ 1183 w 258"/>
                <a:gd name="T21" fmla="*/ 643 h 185"/>
                <a:gd name="T22" fmla="*/ 1163 w 258"/>
                <a:gd name="T23" fmla="*/ 575 h 185"/>
                <a:gd name="T24" fmla="*/ 1361 w 258"/>
                <a:gd name="T25" fmla="*/ 337 h 185"/>
                <a:gd name="T26" fmla="*/ 1483 w 258"/>
                <a:gd name="T27" fmla="*/ 165 h 185"/>
                <a:gd name="T28" fmla="*/ 1631 w 258"/>
                <a:gd name="T29" fmla="*/ 133 h 185"/>
                <a:gd name="T30" fmla="*/ 1466 w 258"/>
                <a:gd name="T31" fmla="*/ 113 h 185"/>
                <a:gd name="T32" fmla="*/ 1442 w 258"/>
                <a:gd name="T33" fmla="*/ 254 h 185"/>
                <a:gd name="T34" fmla="*/ 1200 w 258"/>
                <a:gd name="T35" fmla="*/ 478 h 185"/>
                <a:gd name="T36" fmla="*/ 1144 w 258"/>
                <a:gd name="T37" fmla="*/ 625 h 185"/>
                <a:gd name="T38" fmla="*/ 1119 w 258"/>
                <a:gd name="T39" fmla="*/ 680 h 185"/>
                <a:gd name="T40" fmla="*/ 1063 w 258"/>
                <a:gd name="T41" fmla="*/ 636 h 185"/>
                <a:gd name="T42" fmla="*/ 1030 w 258"/>
                <a:gd name="T43" fmla="*/ 740 h 185"/>
                <a:gd name="T44" fmla="*/ 677 w 258"/>
                <a:gd name="T45" fmla="*/ 931 h 185"/>
                <a:gd name="T46" fmla="*/ 423 w 258"/>
                <a:gd name="T47" fmla="*/ 805 h 185"/>
                <a:gd name="T48" fmla="*/ 531 w 258"/>
                <a:gd name="T49" fmla="*/ 931 h 185"/>
                <a:gd name="T50" fmla="*/ 394 w 258"/>
                <a:gd name="T51" fmla="*/ 1007 h 185"/>
                <a:gd name="T52" fmla="*/ 194 w 258"/>
                <a:gd name="T53" fmla="*/ 1051 h 185"/>
                <a:gd name="T54" fmla="*/ 0 w 258"/>
                <a:gd name="T55" fmla="*/ 986 h 18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8" h="185">
                  <a:moveTo>
                    <a:pt x="0" y="155"/>
                  </a:moveTo>
                  <a:cubicBezTo>
                    <a:pt x="0" y="155"/>
                    <a:pt x="15" y="157"/>
                    <a:pt x="23" y="163"/>
                  </a:cubicBezTo>
                  <a:cubicBezTo>
                    <a:pt x="31" y="170"/>
                    <a:pt x="39" y="178"/>
                    <a:pt x="38" y="185"/>
                  </a:cubicBezTo>
                  <a:cubicBezTo>
                    <a:pt x="38" y="185"/>
                    <a:pt x="36" y="169"/>
                    <a:pt x="46" y="169"/>
                  </a:cubicBezTo>
                  <a:cubicBezTo>
                    <a:pt x="57" y="168"/>
                    <a:pt x="73" y="156"/>
                    <a:pt x="78" y="154"/>
                  </a:cubicBezTo>
                  <a:cubicBezTo>
                    <a:pt x="83" y="152"/>
                    <a:pt x="97" y="147"/>
                    <a:pt x="112" y="150"/>
                  </a:cubicBezTo>
                  <a:cubicBezTo>
                    <a:pt x="126" y="152"/>
                    <a:pt x="157" y="142"/>
                    <a:pt x="168" y="112"/>
                  </a:cubicBezTo>
                  <a:cubicBezTo>
                    <a:pt x="168" y="112"/>
                    <a:pt x="175" y="109"/>
                    <a:pt x="177" y="111"/>
                  </a:cubicBezTo>
                  <a:cubicBezTo>
                    <a:pt x="180" y="113"/>
                    <a:pt x="184" y="120"/>
                    <a:pt x="184" y="120"/>
                  </a:cubicBezTo>
                  <a:cubicBezTo>
                    <a:pt x="184" y="120"/>
                    <a:pt x="177" y="110"/>
                    <a:pt x="182" y="103"/>
                  </a:cubicBezTo>
                  <a:cubicBezTo>
                    <a:pt x="186" y="97"/>
                    <a:pt x="187" y="101"/>
                    <a:pt x="187" y="101"/>
                  </a:cubicBezTo>
                  <a:cubicBezTo>
                    <a:pt x="187" y="101"/>
                    <a:pt x="182" y="99"/>
                    <a:pt x="184" y="90"/>
                  </a:cubicBezTo>
                  <a:cubicBezTo>
                    <a:pt x="186" y="81"/>
                    <a:pt x="204" y="56"/>
                    <a:pt x="215" y="53"/>
                  </a:cubicBezTo>
                  <a:cubicBezTo>
                    <a:pt x="226" y="49"/>
                    <a:pt x="237" y="40"/>
                    <a:pt x="235" y="26"/>
                  </a:cubicBezTo>
                  <a:cubicBezTo>
                    <a:pt x="232" y="12"/>
                    <a:pt x="246" y="7"/>
                    <a:pt x="258" y="21"/>
                  </a:cubicBezTo>
                  <a:cubicBezTo>
                    <a:pt x="258" y="21"/>
                    <a:pt x="242" y="0"/>
                    <a:pt x="232" y="18"/>
                  </a:cubicBezTo>
                  <a:cubicBezTo>
                    <a:pt x="230" y="23"/>
                    <a:pt x="237" y="31"/>
                    <a:pt x="228" y="40"/>
                  </a:cubicBezTo>
                  <a:cubicBezTo>
                    <a:pt x="219" y="49"/>
                    <a:pt x="199" y="56"/>
                    <a:pt x="190" y="75"/>
                  </a:cubicBezTo>
                  <a:cubicBezTo>
                    <a:pt x="180" y="94"/>
                    <a:pt x="180" y="95"/>
                    <a:pt x="181" y="98"/>
                  </a:cubicBezTo>
                  <a:cubicBezTo>
                    <a:pt x="181" y="98"/>
                    <a:pt x="177" y="103"/>
                    <a:pt x="177" y="107"/>
                  </a:cubicBezTo>
                  <a:cubicBezTo>
                    <a:pt x="177" y="107"/>
                    <a:pt x="171" y="113"/>
                    <a:pt x="168" y="100"/>
                  </a:cubicBezTo>
                  <a:cubicBezTo>
                    <a:pt x="168" y="100"/>
                    <a:pt x="169" y="107"/>
                    <a:pt x="163" y="116"/>
                  </a:cubicBezTo>
                  <a:cubicBezTo>
                    <a:pt x="157" y="125"/>
                    <a:pt x="140" y="152"/>
                    <a:pt x="107" y="146"/>
                  </a:cubicBezTo>
                  <a:cubicBezTo>
                    <a:pt x="73" y="140"/>
                    <a:pt x="72" y="139"/>
                    <a:pt x="67" y="126"/>
                  </a:cubicBezTo>
                  <a:cubicBezTo>
                    <a:pt x="67" y="126"/>
                    <a:pt x="66" y="137"/>
                    <a:pt x="84" y="146"/>
                  </a:cubicBezTo>
                  <a:cubicBezTo>
                    <a:pt x="90" y="149"/>
                    <a:pt x="63" y="158"/>
                    <a:pt x="62" y="158"/>
                  </a:cubicBezTo>
                  <a:cubicBezTo>
                    <a:pt x="60" y="159"/>
                    <a:pt x="46" y="173"/>
                    <a:pt x="31" y="165"/>
                  </a:cubicBezTo>
                  <a:cubicBezTo>
                    <a:pt x="16" y="156"/>
                    <a:pt x="0" y="155"/>
                    <a:pt x="0" y="155"/>
                  </a:cubicBez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0" name="Freeform 450">
              <a:extLst>
                <a:ext uri="{FF2B5EF4-FFF2-40B4-BE49-F238E27FC236}">
                  <a16:creationId xmlns:a16="http://schemas.microsoft.com/office/drawing/2014/main" id="{2A3034B5-2356-484F-802F-457147ACD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174"/>
              <a:ext cx="126" cy="295"/>
            </a:xfrm>
            <a:custGeom>
              <a:avLst/>
              <a:gdLst>
                <a:gd name="T0" fmla="*/ 0 w 68"/>
                <a:gd name="T1" fmla="*/ 1015 h 159"/>
                <a:gd name="T2" fmla="*/ 185 w 68"/>
                <a:gd name="T3" fmla="*/ 816 h 159"/>
                <a:gd name="T4" fmla="*/ 246 w 68"/>
                <a:gd name="T5" fmla="*/ 748 h 159"/>
                <a:gd name="T6" fmla="*/ 350 w 68"/>
                <a:gd name="T7" fmla="*/ 607 h 159"/>
                <a:gd name="T8" fmla="*/ 395 w 68"/>
                <a:gd name="T9" fmla="*/ 419 h 159"/>
                <a:gd name="T10" fmla="*/ 387 w 68"/>
                <a:gd name="T11" fmla="*/ 262 h 159"/>
                <a:gd name="T12" fmla="*/ 222 w 68"/>
                <a:gd name="T13" fmla="*/ 37 h 159"/>
                <a:gd name="T14" fmla="*/ 285 w 68"/>
                <a:gd name="T15" fmla="*/ 59 h 159"/>
                <a:gd name="T16" fmla="*/ 326 w 68"/>
                <a:gd name="T17" fmla="*/ 0 h 159"/>
                <a:gd name="T18" fmla="*/ 313 w 68"/>
                <a:gd name="T19" fmla="*/ 83 h 159"/>
                <a:gd name="T20" fmla="*/ 426 w 68"/>
                <a:gd name="T21" fmla="*/ 269 h 159"/>
                <a:gd name="T22" fmla="*/ 426 w 68"/>
                <a:gd name="T23" fmla="*/ 299 h 159"/>
                <a:gd name="T24" fmla="*/ 402 w 68"/>
                <a:gd name="T25" fmla="*/ 434 h 159"/>
                <a:gd name="T26" fmla="*/ 350 w 68"/>
                <a:gd name="T27" fmla="*/ 620 h 159"/>
                <a:gd name="T28" fmla="*/ 261 w 68"/>
                <a:gd name="T29" fmla="*/ 768 h 159"/>
                <a:gd name="T30" fmla="*/ 172 w 68"/>
                <a:gd name="T31" fmla="*/ 829 h 159"/>
                <a:gd name="T32" fmla="*/ 0 w 68"/>
                <a:gd name="T33" fmla="*/ 1015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" h="159">
                  <a:moveTo>
                    <a:pt x="0" y="159"/>
                  </a:moveTo>
                  <a:cubicBezTo>
                    <a:pt x="0" y="159"/>
                    <a:pt x="8" y="131"/>
                    <a:pt x="29" y="128"/>
                  </a:cubicBezTo>
                  <a:cubicBezTo>
                    <a:pt x="35" y="127"/>
                    <a:pt x="38" y="124"/>
                    <a:pt x="39" y="117"/>
                  </a:cubicBezTo>
                  <a:cubicBezTo>
                    <a:pt x="40" y="110"/>
                    <a:pt x="50" y="95"/>
                    <a:pt x="55" y="95"/>
                  </a:cubicBezTo>
                  <a:cubicBezTo>
                    <a:pt x="59" y="94"/>
                    <a:pt x="58" y="69"/>
                    <a:pt x="62" y="66"/>
                  </a:cubicBezTo>
                  <a:cubicBezTo>
                    <a:pt x="65" y="64"/>
                    <a:pt x="68" y="46"/>
                    <a:pt x="61" y="41"/>
                  </a:cubicBezTo>
                  <a:cubicBezTo>
                    <a:pt x="55" y="37"/>
                    <a:pt x="47" y="6"/>
                    <a:pt x="35" y="6"/>
                  </a:cubicBezTo>
                  <a:cubicBezTo>
                    <a:pt x="35" y="6"/>
                    <a:pt x="44" y="7"/>
                    <a:pt x="45" y="9"/>
                  </a:cubicBezTo>
                  <a:cubicBezTo>
                    <a:pt x="47" y="11"/>
                    <a:pt x="48" y="1"/>
                    <a:pt x="51" y="0"/>
                  </a:cubicBezTo>
                  <a:cubicBezTo>
                    <a:pt x="51" y="0"/>
                    <a:pt x="47" y="8"/>
                    <a:pt x="49" y="13"/>
                  </a:cubicBezTo>
                  <a:cubicBezTo>
                    <a:pt x="51" y="18"/>
                    <a:pt x="60" y="40"/>
                    <a:pt x="67" y="42"/>
                  </a:cubicBezTo>
                  <a:cubicBezTo>
                    <a:pt x="67" y="42"/>
                    <a:pt x="66" y="46"/>
                    <a:pt x="67" y="47"/>
                  </a:cubicBezTo>
                  <a:cubicBezTo>
                    <a:pt x="68" y="49"/>
                    <a:pt x="68" y="62"/>
                    <a:pt x="63" y="68"/>
                  </a:cubicBezTo>
                  <a:cubicBezTo>
                    <a:pt x="57" y="74"/>
                    <a:pt x="64" y="91"/>
                    <a:pt x="55" y="97"/>
                  </a:cubicBezTo>
                  <a:cubicBezTo>
                    <a:pt x="46" y="102"/>
                    <a:pt x="42" y="115"/>
                    <a:pt x="41" y="120"/>
                  </a:cubicBezTo>
                  <a:cubicBezTo>
                    <a:pt x="40" y="125"/>
                    <a:pt x="33" y="129"/>
                    <a:pt x="27" y="130"/>
                  </a:cubicBezTo>
                  <a:cubicBezTo>
                    <a:pt x="21" y="131"/>
                    <a:pt x="8" y="140"/>
                    <a:pt x="0" y="159"/>
                  </a:cubicBez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1" name="Freeform 451">
              <a:extLst>
                <a:ext uri="{FF2B5EF4-FFF2-40B4-BE49-F238E27FC236}">
                  <a16:creationId xmlns:a16="http://schemas.microsoft.com/office/drawing/2014/main" id="{827B7DEF-896E-4924-A1B1-0E4F05D3E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1417"/>
              <a:ext cx="63" cy="44"/>
            </a:xfrm>
            <a:custGeom>
              <a:avLst/>
              <a:gdLst>
                <a:gd name="T0" fmla="*/ 0 w 34"/>
                <a:gd name="T1" fmla="*/ 97 h 24"/>
                <a:gd name="T2" fmla="*/ 217 w 34"/>
                <a:gd name="T3" fmla="*/ 149 h 24"/>
                <a:gd name="T4" fmla="*/ 76 w 34"/>
                <a:gd name="T5" fmla="*/ 0 h 24"/>
                <a:gd name="T6" fmla="*/ 109 w 34"/>
                <a:gd name="T7" fmla="*/ 81 h 24"/>
                <a:gd name="T8" fmla="*/ 0 w 34"/>
                <a:gd name="T9" fmla="*/ 9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4">
                  <a:moveTo>
                    <a:pt x="0" y="16"/>
                  </a:moveTo>
                  <a:cubicBezTo>
                    <a:pt x="0" y="16"/>
                    <a:pt x="20" y="11"/>
                    <a:pt x="34" y="24"/>
                  </a:cubicBezTo>
                  <a:cubicBezTo>
                    <a:pt x="34" y="24"/>
                    <a:pt x="11" y="11"/>
                    <a:pt x="12" y="0"/>
                  </a:cubicBezTo>
                  <a:cubicBezTo>
                    <a:pt x="12" y="0"/>
                    <a:pt x="13" y="11"/>
                    <a:pt x="17" y="13"/>
                  </a:cubicBezTo>
                  <a:cubicBezTo>
                    <a:pt x="17" y="13"/>
                    <a:pt x="4" y="13"/>
                    <a:pt x="0" y="16"/>
                  </a:cubicBez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2" name="Freeform 452">
              <a:extLst>
                <a:ext uri="{FF2B5EF4-FFF2-40B4-BE49-F238E27FC236}">
                  <a16:creationId xmlns:a16="http://schemas.microsoft.com/office/drawing/2014/main" id="{37A3CD43-B3B7-4443-9A5F-F54D937F5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224"/>
              <a:ext cx="94" cy="78"/>
            </a:xfrm>
            <a:custGeom>
              <a:avLst/>
              <a:gdLst>
                <a:gd name="T0" fmla="*/ 0 w 51"/>
                <a:gd name="T1" fmla="*/ 104 h 42"/>
                <a:gd name="T2" fmla="*/ 96 w 51"/>
                <a:gd name="T3" fmla="*/ 128 h 42"/>
                <a:gd name="T4" fmla="*/ 133 w 51"/>
                <a:gd name="T5" fmla="*/ 149 h 42"/>
                <a:gd name="T6" fmla="*/ 170 w 51"/>
                <a:gd name="T7" fmla="*/ 158 h 42"/>
                <a:gd name="T8" fmla="*/ 201 w 51"/>
                <a:gd name="T9" fmla="*/ 134 h 42"/>
                <a:gd name="T10" fmla="*/ 238 w 51"/>
                <a:gd name="T11" fmla="*/ 121 h 42"/>
                <a:gd name="T12" fmla="*/ 295 w 51"/>
                <a:gd name="T13" fmla="*/ 0 h 42"/>
                <a:gd name="T14" fmla="*/ 269 w 51"/>
                <a:gd name="T15" fmla="*/ 121 h 42"/>
                <a:gd name="T16" fmla="*/ 181 w 51"/>
                <a:gd name="T17" fmla="*/ 173 h 42"/>
                <a:gd name="T18" fmla="*/ 238 w 51"/>
                <a:gd name="T19" fmla="*/ 269 h 42"/>
                <a:gd name="T20" fmla="*/ 120 w 51"/>
                <a:gd name="T21" fmla="*/ 165 h 42"/>
                <a:gd name="T22" fmla="*/ 13 w 51"/>
                <a:gd name="T23" fmla="*/ 113 h 42"/>
                <a:gd name="T24" fmla="*/ 0 w 51"/>
                <a:gd name="T25" fmla="*/ 104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42">
                  <a:moveTo>
                    <a:pt x="0" y="16"/>
                  </a:moveTo>
                  <a:cubicBezTo>
                    <a:pt x="4" y="18"/>
                    <a:pt x="11" y="18"/>
                    <a:pt x="15" y="20"/>
                  </a:cubicBezTo>
                  <a:cubicBezTo>
                    <a:pt x="18" y="21"/>
                    <a:pt x="20" y="22"/>
                    <a:pt x="21" y="23"/>
                  </a:cubicBezTo>
                  <a:cubicBezTo>
                    <a:pt x="24" y="25"/>
                    <a:pt x="24" y="26"/>
                    <a:pt x="27" y="25"/>
                  </a:cubicBezTo>
                  <a:cubicBezTo>
                    <a:pt x="29" y="24"/>
                    <a:pt x="30" y="22"/>
                    <a:pt x="32" y="21"/>
                  </a:cubicBezTo>
                  <a:cubicBezTo>
                    <a:pt x="34" y="19"/>
                    <a:pt x="36" y="19"/>
                    <a:pt x="38" y="19"/>
                  </a:cubicBezTo>
                  <a:cubicBezTo>
                    <a:pt x="46" y="16"/>
                    <a:pt x="49" y="7"/>
                    <a:pt x="47" y="0"/>
                  </a:cubicBezTo>
                  <a:cubicBezTo>
                    <a:pt x="49" y="8"/>
                    <a:pt x="51" y="14"/>
                    <a:pt x="43" y="19"/>
                  </a:cubicBezTo>
                  <a:cubicBezTo>
                    <a:pt x="39" y="23"/>
                    <a:pt x="32" y="23"/>
                    <a:pt x="29" y="27"/>
                  </a:cubicBezTo>
                  <a:cubicBezTo>
                    <a:pt x="31" y="32"/>
                    <a:pt x="36" y="36"/>
                    <a:pt x="38" y="42"/>
                  </a:cubicBezTo>
                  <a:cubicBezTo>
                    <a:pt x="33" y="35"/>
                    <a:pt x="26" y="31"/>
                    <a:pt x="19" y="26"/>
                  </a:cubicBezTo>
                  <a:cubicBezTo>
                    <a:pt x="14" y="22"/>
                    <a:pt x="9" y="19"/>
                    <a:pt x="2" y="18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3" name="Freeform 453">
              <a:extLst>
                <a:ext uri="{FF2B5EF4-FFF2-40B4-BE49-F238E27FC236}">
                  <a16:creationId xmlns:a16="http://schemas.microsoft.com/office/drawing/2014/main" id="{6FB525DB-2C6B-4FD1-B102-FECA7008F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237"/>
              <a:ext cx="51" cy="98"/>
            </a:xfrm>
            <a:custGeom>
              <a:avLst/>
              <a:gdLst>
                <a:gd name="T0" fmla="*/ 0 w 28"/>
                <a:gd name="T1" fmla="*/ 277 h 53"/>
                <a:gd name="T2" fmla="*/ 97 w 28"/>
                <a:gd name="T3" fmla="*/ 185 h 53"/>
                <a:gd name="T4" fmla="*/ 153 w 28"/>
                <a:gd name="T5" fmla="*/ 105 h 53"/>
                <a:gd name="T6" fmla="*/ 133 w 28"/>
                <a:gd name="T7" fmla="*/ 0 h 53"/>
                <a:gd name="T8" fmla="*/ 162 w 28"/>
                <a:gd name="T9" fmla="*/ 105 h 53"/>
                <a:gd name="T10" fmla="*/ 109 w 28"/>
                <a:gd name="T11" fmla="*/ 185 h 53"/>
                <a:gd name="T12" fmla="*/ 7 w 28"/>
                <a:gd name="T13" fmla="*/ 28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3">
                  <a:moveTo>
                    <a:pt x="0" y="44"/>
                  </a:moveTo>
                  <a:cubicBezTo>
                    <a:pt x="12" y="51"/>
                    <a:pt x="12" y="36"/>
                    <a:pt x="16" y="29"/>
                  </a:cubicBezTo>
                  <a:cubicBezTo>
                    <a:pt x="18" y="24"/>
                    <a:pt x="24" y="22"/>
                    <a:pt x="25" y="17"/>
                  </a:cubicBezTo>
                  <a:cubicBezTo>
                    <a:pt x="26" y="12"/>
                    <a:pt x="21" y="6"/>
                    <a:pt x="22" y="0"/>
                  </a:cubicBezTo>
                  <a:cubicBezTo>
                    <a:pt x="24" y="5"/>
                    <a:pt x="28" y="11"/>
                    <a:pt x="27" y="17"/>
                  </a:cubicBezTo>
                  <a:cubicBezTo>
                    <a:pt x="25" y="23"/>
                    <a:pt x="20" y="25"/>
                    <a:pt x="18" y="29"/>
                  </a:cubicBezTo>
                  <a:cubicBezTo>
                    <a:pt x="14" y="37"/>
                    <a:pt x="15" y="53"/>
                    <a:pt x="1" y="45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4" name="Freeform 454">
              <a:extLst>
                <a:ext uri="{FF2B5EF4-FFF2-40B4-BE49-F238E27FC236}">
                  <a16:creationId xmlns:a16="http://schemas.microsoft.com/office/drawing/2014/main" id="{F3477EEB-6D13-42B1-9A00-FBDA08FF5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094"/>
              <a:ext cx="33" cy="128"/>
            </a:xfrm>
            <a:custGeom>
              <a:avLst/>
              <a:gdLst>
                <a:gd name="T0" fmla="*/ 81 w 18"/>
                <a:gd name="T1" fmla="*/ 0 h 69"/>
                <a:gd name="T2" fmla="*/ 31 w 18"/>
                <a:gd name="T3" fmla="*/ 202 h 69"/>
                <a:gd name="T4" fmla="*/ 0 w 18"/>
                <a:gd name="T5" fmla="*/ 440 h 69"/>
                <a:gd name="T6" fmla="*/ 51 w 18"/>
                <a:gd name="T7" fmla="*/ 230 h 69"/>
                <a:gd name="T8" fmla="*/ 73 w 18"/>
                <a:gd name="T9" fmla="*/ 24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9">
                  <a:moveTo>
                    <a:pt x="13" y="0"/>
                  </a:moveTo>
                  <a:cubicBezTo>
                    <a:pt x="14" y="12"/>
                    <a:pt x="7" y="22"/>
                    <a:pt x="5" y="32"/>
                  </a:cubicBezTo>
                  <a:cubicBezTo>
                    <a:pt x="3" y="44"/>
                    <a:pt x="10" y="59"/>
                    <a:pt x="0" y="69"/>
                  </a:cubicBezTo>
                  <a:cubicBezTo>
                    <a:pt x="13" y="60"/>
                    <a:pt x="4" y="48"/>
                    <a:pt x="8" y="36"/>
                  </a:cubicBezTo>
                  <a:cubicBezTo>
                    <a:pt x="10" y="28"/>
                    <a:pt x="18" y="12"/>
                    <a:pt x="12" y="4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5" name="Freeform 455">
              <a:extLst>
                <a:ext uri="{FF2B5EF4-FFF2-40B4-BE49-F238E27FC236}">
                  <a16:creationId xmlns:a16="http://schemas.microsoft.com/office/drawing/2014/main" id="{1B4346A4-02B0-4DD4-8207-34D03EA67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124"/>
              <a:ext cx="52" cy="72"/>
            </a:xfrm>
            <a:custGeom>
              <a:avLst/>
              <a:gdLst>
                <a:gd name="T0" fmla="*/ 7 w 28"/>
                <a:gd name="T1" fmla="*/ 113 h 39"/>
                <a:gd name="T2" fmla="*/ 37 w 28"/>
                <a:gd name="T3" fmla="*/ 68 h 39"/>
                <a:gd name="T4" fmla="*/ 76 w 28"/>
                <a:gd name="T5" fmla="*/ 105 h 39"/>
                <a:gd name="T6" fmla="*/ 110 w 28"/>
                <a:gd name="T7" fmla="*/ 144 h 39"/>
                <a:gd name="T8" fmla="*/ 89 w 28"/>
                <a:gd name="T9" fmla="*/ 177 h 39"/>
                <a:gd name="T10" fmla="*/ 128 w 28"/>
                <a:gd name="T11" fmla="*/ 246 h 39"/>
                <a:gd name="T12" fmla="*/ 113 w 28"/>
                <a:gd name="T13" fmla="*/ 170 h 39"/>
                <a:gd name="T14" fmla="*/ 180 w 28"/>
                <a:gd name="T15" fmla="*/ 140 h 39"/>
                <a:gd name="T16" fmla="*/ 110 w 28"/>
                <a:gd name="T17" fmla="*/ 113 h 39"/>
                <a:gd name="T18" fmla="*/ 52 w 28"/>
                <a:gd name="T19" fmla="*/ 61 h 39"/>
                <a:gd name="T20" fmla="*/ 37 w 28"/>
                <a:gd name="T21" fmla="*/ 0 h 39"/>
                <a:gd name="T22" fmla="*/ 37 w 28"/>
                <a:gd name="T23" fmla="*/ 57 h 39"/>
                <a:gd name="T24" fmla="*/ 13 w 28"/>
                <a:gd name="T25" fmla="*/ 89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39">
                  <a:moveTo>
                    <a:pt x="1" y="18"/>
                  </a:moveTo>
                  <a:cubicBezTo>
                    <a:pt x="0" y="17"/>
                    <a:pt x="3" y="11"/>
                    <a:pt x="6" y="11"/>
                  </a:cubicBezTo>
                  <a:cubicBezTo>
                    <a:pt x="8" y="11"/>
                    <a:pt x="10" y="15"/>
                    <a:pt x="12" y="17"/>
                  </a:cubicBezTo>
                  <a:cubicBezTo>
                    <a:pt x="14" y="18"/>
                    <a:pt x="17" y="20"/>
                    <a:pt x="17" y="23"/>
                  </a:cubicBezTo>
                  <a:cubicBezTo>
                    <a:pt x="18" y="25"/>
                    <a:pt x="17" y="31"/>
                    <a:pt x="14" y="28"/>
                  </a:cubicBezTo>
                  <a:cubicBezTo>
                    <a:pt x="18" y="29"/>
                    <a:pt x="19" y="34"/>
                    <a:pt x="20" y="39"/>
                  </a:cubicBezTo>
                  <a:cubicBezTo>
                    <a:pt x="19" y="35"/>
                    <a:pt x="17" y="31"/>
                    <a:pt x="18" y="27"/>
                  </a:cubicBezTo>
                  <a:cubicBezTo>
                    <a:pt x="20" y="24"/>
                    <a:pt x="25" y="23"/>
                    <a:pt x="28" y="22"/>
                  </a:cubicBezTo>
                  <a:cubicBezTo>
                    <a:pt x="23" y="21"/>
                    <a:pt x="21" y="21"/>
                    <a:pt x="17" y="18"/>
                  </a:cubicBezTo>
                  <a:cubicBezTo>
                    <a:pt x="14" y="15"/>
                    <a:pt x="11" y="12"/>
                    <a:pt x="8" y="10"/>
                  </a:cubicBezTo>
                  <a:cubicBezTo>
                    <a:pt x="7" y="7"/>
                    <a:pt x="5" y="2"/>
                    <a:pt x="6" y="0"/>
                  </a:cubicBezTo>
                  <a:cubicBezTo>
                    <a:pt x="6" y="2"/>
                    <a:pt x="6" y="7"/>
                    <a:pt x="6" y="9"/>
                  </a:cubicBezTo>
                  <a:cubicBezTo>
                    <a:pt x="5" y="11"/>
                    <a:pt x="2" y="12"/>
                    <a:pt x="2" y="14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6" name="Freeform 456">
              <a:extLst>
                <a:ext uri="{FF2B5EF4-FFF2-40B4-BE49-F238E27FC236}">
                  <a16:creationId xmlns:a16="http://schemas.microsoft.com/office/drawing/2014/main" id="{BFD03638-D368-438C-8E9C-720E01D53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391"/>
              <a:ext cx="72" cy="52"/>
            </a:xfrm>
            <a:custGeom>
              <a:avLst/>
              <a:gdLst>
                <a:gd name="T0" fmla="*/ 246 w 39"/>
                <a:gd name="T1" fmla="*/ 37 h 28"/>
                <a:gd name="T2" fmla="*/ 164 w 39"/>
                <a:gd name="T3" fmla="*/ 32 h 28"/>
                <a:gd name="T4" fmla="*/ 102 w 39"/>
                <a:gd name="T5" fmla="*/ 84 h 28"/>
                <a:gd name="T6" fmla="*/ 0 w 39"/>
                <a:gd name="T7" fmla="*/ 173 h 28"/>
                <a:gd name="T8" fmla="*/ 102 w 39"/>
                <a:gd name="T9" fmla="*/ 65 h 28"/>
                <a:gd name="T10" fmla="*/ 246 w 39"/>
                <a:gd name="T11" fmla="*/ 4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8">
                  <a:moveTo>
                    <a:pt x="39" y="6"/>
                  </a:moveTo>
                  <a:cubicBezTo>
                    <a:pt x="34" y="6"/>
                    <a:pt x="30" y="3"/>
                    <a:pt x="26" y="5"/>
                  </a:cubicBezTo>
                  <a:cubicBezTo>
                    <a:pt x="22" y="7"/>
                    <a:pt x="19" y="10"/>
                    <a:pt x="16" y="13"/>
                  </a:cubicBezTo>
                  <a:cubicBezTo>
                    <a:pt x="12" y="19"/>
                    <a:pt x="9" y="28"/>
                    <a:pt x="0" y="27"/>
                  </a:cubicBezTo>
                  <a:cubicBezTo>
                    <a:pt x="10" y="26"/>
                    <a:pt x="11" y="16"/>
                    <a:pt x="16" y="10"/>
                  </a:cubicBezTo>
                  <a:cubicBezTo>
                    <a:pt x="22" y="4"/>
                    <a:pt x="34" y="0"/>
                    <a:pt x="39" y="7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7" name="Freeform 457">
              <a:extLst>
                <a:ext uri="{FF2B5EF4-FFF2-40B4-BE49-F238E27FC236}">
                  <a16:creationId xmlns:a16="http://schemas.microsoft.com/office/drawing/2014/main" id="{F4E8BF70-582C-42DD-9C28-804C900CC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358"/>
              <a:ext cx="90" cy="31"/>
            </a:xfrm>
            <a:custGeom>
              <a:avLst/>
              <a:gdLst>
                <a:gd name="T0" fmla="*/ 303 w 49"/>
                <a:gd name="T1" fmla="*/ 89 h 17"/>
                <a:gd name="T2" fmla="*/ 169 w 49"/>
                <a:gd name="T3" fmla="*/ 49 h 17"/>
                <a:gd name="T4" fmla="*/ 88 w 49"/>
                <a:gd name="T5" fmla="*/ 44 h 17"/>
                <a:gd name="T6" fmla="*/ 0 w 49"/>
                <a:gd name="T7" fmla="*/ 0 h 17"/>
                <a:gd name="T8" fmla="*/ 134 w 49"/>
                <a:gd name="T9" fmla="*/ 53 h 17"/>
                <a:gd name="T10" fmla="*/ 198 w 49"/>
                <a:gd name="T11" fmla="*/ 80 h 17"/>
                <a:gd name="T12" fmla="*/ 266 w 49"/>
                <a:gd name="T13" fmla="*/ 8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7">
                  <a:moveTo>
                    <a:pt x="49" y="15"/>
                  </a:moveTo>
                  <a:cubicBezTo>
                    <a:pt x="42" y="17"/>
                    <a:pt x="33" y="11"/>
                    <a:pt x="27" y="8"/>
                  </a:cubicBezTo>
                  <a:cubicBezTo>
                    <a:pt x="23" y="7"/>
                    <a:pt x="18" y="8"/>
                    <a:pt x="14" y="7"/>
                  </a:cubicBezTo>
                  <a:cubicBezTo>
                    <a:pt x="10" y="6"/>
                    <a:pt x="3" y="4"/>
                    <a:pt x="0" y="0"/>
                  </a:cubicBezTo>
                  <a:cubicBezTo>
                    <a:pt x="6" y="7"/>
                    <a:pt x="13" y="9"/>
                    <a:pt x="22" y="9"/>
                  </a:cubicBezTo>
                  <a:cubicBezTo>
                    <a:pt x="26" y="10"/>
                    <a:pt x="28" y="11"/>
                    <a:pt x="32" y="13"/>
                  </a:cubicBezTo>
                  <a:cubicBezTo>
                    <a:pt x="35" y="14"/>
                    <a:pt x="40" y="14"/>
                    <a:pt x="43" y="14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8" name="Freeform 458">
              <a:extLst>
                <a:ext uri="{FF2B5EF4-FFF2-40B4-BE49-F238E27FC236}">
                  <a16:creationId xmlns:a16="http://schemas.microsoft.com/office/drawing/2014/main" id="{4710F5B8-F4DD-491B-B365-18F025404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143"/>
              <a:ext cx="54" cy="39"/>
            </a:xfrm>
            <a:custGeom>
              <a:avLst/>
              <a:gdLst>
                <a:gd name="T0" fmla="*/ 52 w 29"/>
                <a:gd name="T1" fmla="*/ 0 h 21"/>
                <a:gd name="T2" fmla="*/ 89 w 29"/>
                <a:gd name="T3" fmla="*/ 76 h 21"/>
                <a:gd name="T4" fmla="*/ 188 w 29"/>
                <a:gd name="T5" fmla="*/ 104 h 21"/>
                <a:gd name="T6" fmla="*/ 89 w 29"/>
                <a:gd name="T7" fmla="*/ 89 h 21"/>
                <a:gd name="T8" fmla="*/ 0 w 29"/>
                <a:gd name="T9" fmla="*/ 134 h 21"/>
                <a:gd name="T10" fmla="*/ 45 w 29"/>
                <a:gd name="T11" fmla="*/ 89 h 21"/>
                <a:gd name="T12" fmla="*/ 45 w 29"/>
                <a:gd name="T13" fmla="*/ 32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1">
                  <a:moveTo>
                    <a:pt x="8" y="0"/>
                  </a:moveTo>
                  <a:cubicBezTo>
                    <a:pt x="6" y="4"/>
                    <a:pt x="10" y="11"/>
                    <a:pt x="14" y="12"/>
                  </a:cubicBezTo>
                  <a:cubicBezTo>
                    <a:pt x="18" y="14"/>
                    <a:pt x="25" y="12"/>
                    <a:pt x="29" y="16"/>
                  </a:cubicBezTo>
                  <a:cubicBezTo>
                    <a:pt x="24" y="16"/>
                    <a:pt x="18" y="14"/>
                    <a:pt x="14" y="14"/>
                  </a:cubicBezTo>
                  <a:cubicBezTo>
                    <a:pt x="7" y="13"/>
                    <a:pt x="6" y="19"/>
                    <a:pt x="0" y="21"/>
                  </a:cubicBezTo>
                  <a:cubicBezTo>
                    <a:pt x="1" y="18"/>
                    <a:pt x="5" y="17"/>
                    <a:pt x="7" y="14"/>
                  </a:cubicBezTo>
                  <a:cubicBezTo>
                    <a:pt x="9" y="11"/>
                    <a:pt x="7" y="9"/>
                    <a:pt x="7" y="5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9" name="Freeform 459">
              <a:extLst>
                <a:ext uri="{FF2B5EF4-FFF2-40B4-BE49-F238E27FC236}">
                  <a16:creationId xmlns:a16="http://schemas.microsoft.com/office/drawing/2014/main" id="{F38EBC02-D5CD-42CF-A071-79B5EFD67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1078"/>
              <a:ext cx="48" cy="105"/>
            </a:xfrm>
            <a:custGeom>
              <a:avLst/>
              <a:gdLst>
                <a:gd name="T0" fmla="*/ 164 w 26"/>
                <a:gd name="T1" fmla="*/ 0 h 57"/>
                <a:gd name="T2" fmla="*/ 102 w 26"/>
                <a:gd name="T3" fmla="*/ 76 h 57"/>
                <a:gd name="T4" fmla="*/ 57 w 26"/>
                <a:gd name="T5" fmla="*/ 169 h 57"/>
                <a:gd name="T6" fmla="*/ 37 w 26"/>
                <a:gd name="T7" fmla="*/ 269 h 57"/>
                <a:gd name="T8" fmla="*/ 81 w 26"/>
                <a:gd name="T9" fmla="*/ 356 h 57"/>
                <a:gd name="T10" fmla="*/ 57 w 26"/>
                <a:gd name="T11" fmla="*/ 157 h 57"/>
                <a:gd name="T12" fmla="*/ 96 w 26"/>
                <a:gd name="T13" fmla="*/ 76 h 57"/>
                <a:gd name="T14" fmla="*/ 157 w 26"/>
                <a:gd name="T15" fmla="*/ 13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57">
                  <a:moveTo>
                    <a:pt x="26" y="0"/>
                  </a:moveTo>
                  <a:cubicBezTo>
                    <a:pt x="24" y="5"/>
                    <a:pt x="20" y="8"/>
                    <a:pt x="16" y="12"/>
                  </a:cubicBezTo>
                  <a:cubicBezTo>
                    <a:pt x="12" y="16"/>
                    <a:pt x="10" y="21"/>
                    <a:pt x="9" y="27"/>
                  </a:cubicBezTo>
                  <a:cubicBezTo>
                    <a:pt x="8" y="31"/>
                    <a:pt x="6" y="38"/>
                    <a:pt x="6" y="43"/>
                  </a:cubicBezTo>
                  <a:cubicBezTo>
                    <a:pt x="6" y="48"/>
                    <a:pt x="10" y="52"/>
                    <a:pt x="13" y="57"/>
                  </a:cubicBezTo>
                  <a:cubicBezTo>
                    <a:pt x="0" y="50"/>
                    <a:pt x="7" y="35"/>
                    <a:pt x="9" y="25"/>
                  </a:cubicBezTo>
                  <a:cubicBezTo>
                    <a:pt x="10" y="20"/>
                    <a:pt x="11" y="16"/>
                    <a:pt x="15" y="12"/>
                  </a:cubicBezTo>
                  <a:cubicBezTo>
                    <a:pt x="17" y="9"/>
                    <a:pt x="24" y="7"/>
                    <a:pt x="25" y="2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0" name="Freeform 460">
              <a:extLst>
                <a:ext uri="{FF2B5EF4-FFF2-40B4-BE49-F238E27FC236}">
                  <a16:creationId xmlns:a16="http://schemas.microsoft.com/office/drawing/2014/main" id="{C6FDA5AF-8EF6-4FD9-96A1-1324D6A03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306"/>
              <a:ext cx="50" cy="105"/>
            </a:xfrm>
            <a:custGeom>
              <a:avLst/>
              <a:gdLst>
                <a:gd name="T0" fmla="*/ 133 w 27"/>
                <a:gd name="T1" fmla="*/ 0 h 57"/>
                <a:gd name="T2" fmla="*/ 113 w 27"/>
                <a:gd name="T3" fmla="*/ 88 h 57"/>
                <a:gd name="T4" fmla="*/ 172 w 27"/>
                <a:gd name="T5" fmla="*/ 52 h 57"/>
                <a:gd name="T6" fmla="*/ 113 w 27"/>
                <a:gd name="T7" fmla="*/ 118 h 57"/>
                <a:gd name="T8" fmla="*/ 104 w 27"/>
                <a:gd name="T9" fmla="*/ 206 h 57"/>
                <a:gd name="T10" fmla="*/ 172 w 27"/>
                <a:gd name="T11" fmla="*/ 142 h 57"/>
                <a:gd name="T12" fmla="*/ 89 w 27"/>
                <a:gd name="T13" fmla="*/ 225 h 57"/>
                <a:gd name="T14" fmla="*/ 0 w 27"/>
                <a:gd name="T15" fmla="*/ 356 h 57"/>
                <a:gd name="T16" fmla="*/ 81 w 27"/>
                <a:gd name="T17" fmla="*/ 217 h 57"/>
                <a:gd name="T18" fmla="*/ 96 w 27"/>
                <a:gd name="T19" fmla="*/ 157 h 57"/>
                <a:gd name="T20" fmla="*/ 120 w 27"/>
                <a:gd name="T21" fmla="*/ 20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57">
                  <a:moveTo>
                    <a:pt x="21" y="0"/>
                  </a:moveTo>
                  <a:cubicBezTo>
                    <a:pt x="20" y="4"/>
                    <a:pt x="17" y="10"/>
                    <a:pt x="18" y="14"/>
                  </a:cubicBezTo>
                  <a:cubicBezTo>
                    <a:pt x="22" y="14"/>
                    <a:pt x="24" y="10"/>
                    <a:pt x="27" y="8"/>
                  </a:cubicBezTo>
                  <a:cubicBezTo>
                    <a:pt x="23" y="11"/>
                    <a:pt x="19" y="14"/>
                    <a:pt x="18" y="19"/>
                  </a:cubicBezTo>
                  <a:cubicBezTo>
                    <a:pt x="17" y="24"/>
                    <a:pt x="17" y="29"/>
                    <a:pt x="16" y="33"/>
                  </a:cubicBezTo>
                  <a:cubicBezTo>
                    <a:pt x="18" y="27"/>
                    <a:pt x="22" y="25"/>
                    <a:pt x="27" y="23"/>
                  </a:cubicBezTo>
                  <a:cubicBezTo>
                    <a:pt x="22" y="27"/>
                    <a:pt x="17" y="31"/>
                    <a:pt x="14" y="36"/>
                  </a:cubicBezTo>
                  <a:cubicBezTo>
                    <a:pt x="10" y="43"/>
                    <a:pt x="3" y="50"/>
                    <a:pt x="0" y="57"/>
                  </a:cubicBezTo>
                  <a:cubicBezTo>
                    <a:pt x="3" y="49"/>
                    <a:pt x="10" y="44"/>
                    <a:pt x="13" y="35"/>
                  </a:cubicBezTo>
                  <a:cubicBezTo>
                    <a:pt x="14" y="32"/>
                    <a:pt x="15" y="29"/>
                    <a:pt x="15" y="25"/>
                  </a:cubicBezTo>
                  <a:cubicBezTo>
                    <a:pt x="16" y="17"/>
                    <a:pt x="17" y="10"/>
                    <a:pt x="19" y="3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1" name="Freeform 461">
              <a:extLst>
                <a:ext uri="{FF2B5EF4-FFF2-40B4-BE49-F238E27FC236}">
                  <a16:creationId xmlns:a16="http://schemas.microsoft.com/office/drawing/2014/main" id="{2DBFB700-9C34-4B2C-A278-DE42281FB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497"/>
              <a:ext cx="70" cy="102"/>
            </a:xfrm>
            <a:custGeom>
              <a:avLst/>
              <a:gdLst>
                <a:gd name="T0" fmla="*/ 13 w 38"/>
                <a:gd name="T1" fmla="*/ 0 h 55"/>
                <a:gd name="T2" fmla="*/ 169 w 38"/>
                <a:gd name="T3" fmla="*/ 89 h 55"/>
                <a:gd name="T4" fmla="*/ 169 w 38"/>
                <a:gd name="T5" fmla="*/ 185 h 55"/>
                <a:gd name="T6" fmla="*/ 238 w 38"/>
                <a:gd name="T7" fmla="*/ 261 h 55"/>
                <a:gd name="T8" fmla="*/ 238 w 38"/>
                <a:gd name="T9" fmla="*/ 351 h 55"/>
                <a:gd name="T10" fmla="*/ 217 w 38"/>
                <a:gd name="T11" fmla="*/ 261 h 55"/>
                <a:gd name="T12" fmla="*/ 149 w 38"/>
                <a:gd name="T13" fmla="*/ 104 h 55"/>
                <a:gd name="T14" fmla="*/ 76 w 38"/>
                <a:gd name="T15" fmla="*/ 83 h 55"/>
                <a:gd name="T16" fmla="*/ 13 w 38"/>
                <a:gd name="T17" fmla="*/ 13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55">
                  <a:moveTo>
                    <a:pt x="2" y="0"/>
                  </a:moveTo>
                  <a:cubicBezTo>
                    <a:pt x="0" y="3"/>
                    <a:pt x="21" y="14"/>
                    <a:pt x="27" y="14"/>
                  </a:cubicBezTo>
                  <a:cubicBezTo>
                    <a:pt x="24" y="20"/>
                    <a:pt x="23" y="23"/>
                    <a:pt x="27" y="29"/>
                  </a:cubicBezTo>
                  <a:cubicBezTo>
                    <a:pt x="30" y="34"/>
                    <a:pt x="34" y="38"/>
                    <a:pt x="38" y="41"/>
                  </a:cubicBezTo>
                  <a:cubicBezTo>
                    <a:pt x="35" y="45"/>
                    <a:pt x="36" y="51"/>
                    <a:pt x="38" y="55"/>
                  </a:cubicBezTo>
                  <a:cubicBezTo>
                    <a:pt x="34" y="50"/>
                    <a:pt x="35" y="47"/>
                    <a:pt x="35" y="41"/>
                  </a:cubicBezTo>
                  <a:cubicBezTo>
                    <a:pt x="28" y="40"/>
                    <a:pt x="21" y="23"/>
                    <a:pt x="24" y="16"/>
                  </a:cubicBezTo>
                  <a:cubicBezTo>
                    <a:pt x="21" y="15"/>
                    <a:pt x="16" y="15"/>
                    <a:pt x="12" y="13"/>
                  </a:cubicBezTo>
                  <a:cubicBezTo>
                    <a:pt x="8" y="10"/>
                    <a:pt x="6" y="5"/>
                    <a:pt x="2" y="2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2" name="Freeform 462">
              <a:extLst>
                <a:ext uri="{FF2B5EF4-FFF2-40B4-BE49-F238E27FC236}">
                  <a16:creationId xmlns:a16="http://schemas.microsoft.com/office/drawing/2014/main" id="{6F1C29DA-E144-4C39-B20C-6B9C86CD7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543"/>
              <a:ext cx="122" cy="26"/>
            </a:xfrm>
            <a:custGeom>
              <a:avLst/>
              <a:gdLst>
                <a:gd name="T0" fmla="*/ 0 w 66"/>
                <a:gd name="T1" fmla="*/ 45 h 14"/>
                <a:gd name="T2" fmla="*/ 150 w 66"/>
                <a:gd name="T3" fmla="*/ 59 h 14"/>
                <a:gd name="T4" fmla="*/ 253 w 66"/>
                <a:gd name="T5" fmla="*/ 24 h 14"/>
                <a:gd name="T6" fmla="*/ 418 w 66"/>
                <a:gd name="T7" fmla="*/ 24 h 14"/>
                <a:gd name="T8" fmla="*/ 322 w 66"/>
                <a:gd name="T9" fmla="*/ 20 h 14"/>
                <a:gd name="T10" fmla="*/ 233 w 66"/>
                <a:gd name="T11" fmla="*/ 32 h 14"/>
                <a:gd name="T12" fmla="*/ 61 w 66"/>
                <a:gd name="T13" fmla="*/ 65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">
                  <a:moveTo>
                    <a:pt x="0" y="7"/>
                  </a:moveTo>
                  <a:cubicBezTo>
                    <a:pt x="7" y="10"/>
                    <a:pt x="17" y="10"/>
                    <a:pt x="24" y="9"/>
                  </a:cubicBezTo>
                  <a:cubicBezTo>
                    <a:pt x="30" y="9"/>
                    <a:pt x="35" y="6"/>
                    <a:pt x="40" y="4"/>
                  </a:cubicBezTo>
                  <a:cubicBezTo>
                    <a:pt x="48" y="1"/>
                    <a:pt x="58" y="0"/>
                    <a:pt x="66" y="4"/>
                  </a:cubicBezTo>
                  <a:cubicBezTo>
                    <a:pt x="61" y="4"/>
                    <a:pt x="56" y="3"/>
                    <a:pt x="51" y="3"/>
                  </a:cubicBezTo>
                  <a:cubicBezTo>
                    <a:pt x="46" y="3"/>
                    <a:pt x="42" y="4"/>
                    <a:pt x="37" y="5"/>
                  </a:cubicBezTo>
                  <a:cubicBezTo>
                    <a:pt x="30" y="7"/>
                    <a:pt x="18" y="14"/>
                    <a:pt x="10" y="10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3" name="Freeform 463">
              <a:extLst>
                <a:ext uri="{FF2B5EF4-FFF2-40B4-BE49-F238E27FC236}">
                  <a16:creationId xmlns:a16="http://schemas.microsoft.com/office/drawing/2014/main" id="{932BF766-1213-4347-AF87-6CA8C31A0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378"/>
              <a:ext cx="57" cy="50"/>
            </a:xfrm>
            <a:custGeom>
              <a:avLst/>
              <a:gdLst>
                <a:gd name="T0" fmla="*/ 178 w 31"/>
                <a:gd name="T1" fmla="*/ 0 h 27"/>
                <a:gd name="T2" fmla="*/ 173 w 31"/>
                <a:gd name="T3" fmla="*/ 65 h 27"/>
                <a:gd name="T4" fmla="*/ 178 w 31"/>
                <a:gd name="T5" fmla="*/ 133 h 27"/>
                <a:gd name="T6" fmla="*/ 125 w 31"/>
                <a:gd name="T7" fmla="*/ 141 h 27"/>
                <a:gd name="T8" fmla="*/ 74 w 31"/>
                <a:gd name="T9" fmla="*/ 165 h 27"/>
                <a:gd name="T10" fmla="*/ 0 w 31"/>
                <a:gd name="T11" fmla="*/ 120 h 27"/>
                <a:gd name="T12" fmla="*/ 74 w 31"/>
                <a:gd name="T13" fmla="*/ 157 h 27"/>
                <a:gd name="T14" fmla="*/ 125 w 31"/>
                <a:gd name="T15" fmla="*/ 150 h 27"/>
                <a:gd name="T16" fmla="*/ 169 w 31"/>
                <a:gd name="T17" fmla="*/ 148 h 27"/>
                <a:gd name="T18" fmla="*/ 178 w 31"/>
                <a:gd name="T19" fmla="*/ 69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27">
                  <a:moveTo>
                    <a:pt x="29" y="0"/>
                  </a:moveTo>
                  <a:cubicBezTo>
                    <a:pt x="28" y="3"/>
                    <a:pt x="28" y="7"/>
                    <a:pt x="28" y="10"/>
                  </a:cubicBezTo>
                  <a:cubicBezTo>
                    <a:pt x="29" y="12"/>
                    <a:pt x="31" y="19"/>
                    <a:pt x="29" y="21"/>
                  </a:cubicBezTo>
                  <a:cubicBezTo>
                    <a:pt x="28" y="24"/>
                    <a:pt x="23" y="21"/>
                    <a:pt x="20" y="22"/>
                  </a:cubicBezTo>
                  <a:cubicBezTo>
                    <a:pt x="17" y="23"/>
                    <a:pt x="15" y="26"/>
                    <a:pt x="12" y="26"/>
                  </a:cubicBezTo>
                  <a:cubicBezTo>
                    <a:pt x="8" y="27"/>
                    <a:pt x="3" y="21"/>
                    <a:pt x="0" y="19"/>
                  </a:cubicBezTo>
                  <a:cubicBezTo>
                    <a:pt x="3" y="21"/>
                    <a:pt x="7" y="24"/>
                    <a:pt x="12" y="25"/>
                  </a:cubicBezTo>
                  <a:cubicBezTo>
                    <a:pt x="16" y="26"/>
                    <a:pt x="17" y="24"/>
                    <a:pt x="20" y="24"/>
                  </a:cubicBezTo>
                  <a:cubicBezTo>
                    <a:pt x="23" y="23"/>
                    <a:pt x="25" y="24"/>
                    <a:pt x="27" y="23"/>
                  </a:cubicBezTo>
                  <a:cubicBezTo>
                    <a:pt x="31" y="20"/>
                    <a:pt x="29" y="15"/>
                    <a:pt x="29" y="11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4" name="Freeform 464">
              <a:extLst>
                <a:ext uri="{FF2B5EF4-FFF2-40B4-BE49-F238E27FC236}">
                  <a16:creationId xmlns:a16="http://schemas.microsoft.com/office/drawing/2014/main" id="{C2B42AC4-E7D8-4E0A-86DE-9A06AA707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291"/>
              <a:ext cx="152" cy="137"/>
            </a:xfrm>
            <a:custGeom>
              <a:avLst/>
              <a:gdLst>
                <a:gd name="T0" fmla="*/ 523 w 82"/>
                <a:gd name="T1" fmla="*/ 387 h 74"/>
                <a:gd name="T2" fmla="*/ 382 w 82"/>
                <a:gd name="T3" fmla="*/ 311 h 74"/>
                <a:gd name="T4" fmla="*/ 343 w 82"/>
                <a:gd name="T5" fmla="*/ 241 h 74"/>
                <a:gd name="T6" fmla="*/ 282 w 82"/>
                <a:gd name="T7" fmla="*/ 209 h 74"/>
                <a:gd name="T8" fmla="*/ 222 w 82"/>
                <a:gd name="T9" fmla="*/ 133 h 74"/>
                <a:gd name="T10" fmla="*/ 152 w 82"/>
                <a:gd name="T11" fmla="*/ 106 h 74"/>
                <a:gd name="T12" fmla="*/ 0 w 82"/>
                <a:gd name="T13" fmla="*/ 37 h 74"/>
                <a:gd name="T14" fmla="*/ 141 w 82"/>
                <a:gd name="T15" fmla="*/ 104 h 74"/>
                <a:gd name="T16" fmla="*/ 113 w 82"/>
                <a:gd name="T17" fmla="*/ 209 h 74"/>
                <a:gd name="T18" fmla="*/ 148 w 82"/>
                <a:gd name="T19" fmla="*/ 113 h 74"/>
                <a:gd name="T20" fmla="*/ 282 w 82"/>
                <a:gd name="T21" fmla="*/ 217 h 74"/>
                <a:gd name="T22" fmla="*/ 343 w 82"/>
                <a:gd name="T23" fmla="*/ 261 h 74"/>
                <a:gd name="T24" fmla="*/ 358 w 82"/>
                <a:gd name="T25" fmla="*/ 402 h 74"/>
                <a:gd name="T26" fmla="*/ 382 w 82"/>
                <a:gd name="T27" fmla="*/ 350 h 74"/>
                <a:gd name="T28" fmla="*/ 426 w 82"/>
                <a:gd name="T29" fmla="*/ 470 h 74"/>
                <a:gd name="T30" fmla="*/ 484 w 82"/>
                <a:gd name="T31" fmla="*/ 404 h 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74">
                  <a:moveTo>
                    <a:pt x="82" y="61"/>
                  </a:moveTo>
                  <a:cubicBezTo>
                    <a:pt x="73" y="61"/>
                    <a:pt x="65" y="57"/>
                    <a:pt x="60" y="49"/>
                  </a:cubicBezTo>
                  <a:cubicBezTo>
                    <a:pt x="58" y="46"/>
                    <a:pt x="57" y="41"/>
                    <a:pt x="54" y="38"/>
                  </a:cubicBezTo>
                  <a:cubicBezTo>
                    <a:pt x="51" y="35"/>
                    <a:pt x="48" y="35"/>
                    <a:pt x="44" y="33"/>
                  </a:cubicBezTo>
                  <a:cubicBezTo>
                    <a:pt x="40" y="30"/>
                    <a:pt x="38" y="25"/>
                    <a:pt x="35" y="21"/>
                  </a:cubicBezTo>
                  <a:cubicBezTo>
                    <a:pt x="32" y="18"/>
                    <a:pt x="28" y="18"/>
                    <a:pt x="24" y="17"/>
                  </a:cubicBezTo>
                  <a:cubicBezTo>
                    <a:pt x="18" y="15"/>
                    <a:pt x="8" y="0"/>
                    <a:pt x="0" y="6"/>
                  </a:cubicBezTo>
                  <a:cubicBezTo>
                    <a:pt x="8" y="8"/>
                    <a:pt x="18" y="7"/>
                    <a:pt x="22" y="16"/>
                  </a:cubicBezTo>
                  <a:cubicBezTo>
                    <a:pt x="24" y="22"/>
                    <a:pt x="22" y="28"/>
                    <a:pt x="18" y="33"/>
                  </a:cubicBezTo>
                  <a:cubicBezTo>
                    <a:pt x="19" y="28"/>
                    <a:pt x="23" y="24"/>
                    <a:pt x="23" y="18"/>
                  </a:cubicBezTo>
                  <a:cubicBezTo>
                    <a:pt x="31" y="19"/>
                    <a:pt x="37" y="30"/>
                    <a:pt x="44" y="34"/>
                  </a:cubicBezTo>
                  <a:cubicBezTo>
                    <a:pt x="47" y="36"/>
                    <a:pt x="52" y="38"/>
                    <a:pt x="54" y="41"/>
                  </a:cubicBezTo>
                  <a:cubicBezTo>
                    <a:pt x="59" y="46"/>
                    <a:pt x="59" y="58"/>
                    <a:pt x="56" y="63"/>
                  </a:cubicBezTo>
                  <a:cubicBezTo>
                    <a:pt x="57" y="61"/>
                    <a:pt x="59" y="58"/>
                    <a:pt x="60" y="55"/>
                  </a:cubicBezTo>
                  <a:cubicBezTo>
                    <a:pt x="65" y="62"/>
                    <a:pt x="70" y="65"/>
                    <a:pt x="67" y="74"/>
                  </a:cubicBezTo>
                  <a:cubicBezTo>
                    <a:pt x="69" y="71"/>
                    <a:pt x="69" y="58"/>
                    <a:pt x="76" y="64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5" name="Freeform 465">
              <a:extLst>
                <a:ext uri="{FF2B5EF4-FFF2-40B4-BE49-F238E27FC236}">
                  <a16:creationId xmlns:a16="http://schemas.microsoft.com/office/drawing/2014/main" id="{C95A3247-E4BF-41E5-B05F-CA29E020D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904"/>
              <a:ext cx="55" cy="64"/>
            </a:xfrm>
            <a:custGeom>
              <a:avLst/>
              <a:gdLst>
                <a:gd name="T0" fmla="*/ 0 w 30"/>
                <a:gd name="T1" fmla="*/ 0 h 35"/>
                <a:gd name="T2" fmla="*/ 132 w 30"/>
                <a:gd name="T3" fmla="*/ 110 h 35"/>
                <a:gd name="T4" fmla="*/ 185 w 30"/>
                <a:gd name="T5" fmla="*/ 190 h 35"/>
                <a:gd name="T6" fmla="*/ 154 w 30"/>
                <a:gd name="T7" fmla="*/ 214 h 35"/>
                <a:gd name="T8" fmla="*/ 117 w 30"/>
                <a:gd name="T9" fmla="*/ 110 h 35"/>
                <a:gd name="T10" fmla="*/ 68 w 30"/>
                <a:gd name="T11" fmla="*/ 80 h 35"/>
                <a:gd name="T12" fmla="*/ 0 w 30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5">
                  <a:moveTo>
                    <a:pt x="0" y="0"/>
                  </a:moveTo>
                  <a:cubicBezTo>
                    <a:pt x="4" y="9"/>
                    <a:pt x="15" y="11"/>
                    <a:pt x="21" y="18"/>
                  </a:cubicBezTo>
                  <a:cubicBezTo>
                    <a:pt x="25" y="22"/>
                    <a:pt x="24" y="30"/>
                    <a:pt x="30" y="31"/>
                  </a:cubicBezTo>
                  <a:cubicBezTo>
                    <a:pt x="29" y="33"/>
                    <a:pt x="27" y="34"/>
                    <a:pt x="25" y="35"/>
                  </a:cubicBezTo>
                  <a:cubicBezTo>
                    <a:pt x="25" y="29"/>
                    <a:pt x="24" y="22"/>
                    <a:pt x="19" y="18"/>
                  </a:cubicBezTo>
                  <a:cubicBezTo>
                    <a:pt x="16" y="16"/>
                    <a:pt x="13" y="15"/>
                    <a:pt x="11" y="13"/>
                  </a:cubicBezTo>
                  <a:cubicBezTo>
                    <a:pt x="6" y="9"/>
                    <a:pt x="3" y="5"/>
                    <a:pt x="0" y="0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6" name="Freeform 466">
              <a:extLst>
                <a:ext uri="{FF2B5EF4-FFF2-40B4-BE49-F238E27FC236}">
                  <a16:creationId xmlns:a16="http://schemas.microsoft.com/office/drawing/2014/main" id="{D6DC8180-0D7C-4420-9E29-21A6EB101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195"/>
              <a:ext cx="83" cy="50"/>
            </a:xfrm>
            <a:custGeom>
              <a:avLst/>
              <a:gdLst>
                <a:gd name="T0" fmla="*/ 0 w 45"/>
                <a:gd name="T1" fmla="*/ 52 h 27"/>
                <a:gd name="T2" fmla="*/ 120 w 45"/>
                <a:gd name="T3" fmla="*/ 172 h 27"/>
                <a:gd name="T4" fmla="*/ 177 w 45"/>
                <a:gd name="T5" fmla="*/ 76 h 27"/>
                <a:gd name="T6" fmla="*/ 214 w 45"/>
                <a:gd name="T7" fmla="*/ 31 h 27"/>
                <a:gd name="T8" fmla="*/ 282 w 45"/>
                <a:gd name="T9" fmla="*/ 0 h 27"/>
                <a:gd name="T10" fmla="*/ 214 w 45"/>
                <a:gd name="T11" fmla="*/ 24 h 27"/>
                <a:gd name="T12" fmla="*/ 164 w 45"/>
                <a:gd name="T13" fmla="*/ 81 h 27"/>
                <a:gd name="T14" fmla="*/ 20 w 45"/>
                <a:gd name="T15" fmla="*/ 57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27">
                  <a:moveTo>
                    <a:pt x="0" y="8"/>
                  </a:moveTo>
                  <a:cubicBezTo>
                    <a:pt x="10" y="9"/>
                    <a:pt x="19" y="17"/>
                    <a:pt x="19" y="27"/>
                  </a:cubicBezTo>
                  <a:cubicBezTo>
                    <a:pt x="17" y="16"/>
                    <a:pt x="21" y="19"/>
                    <a:pt x="28" y="12"/>
                  </a:cubicBezTo>
                  <a:cubicBezTo>
                    <a:pt x="31" y="10"/>
                    <a:pt x="31" y="7"/>
                    <a:pt x="34" y="5"/>
                  </a:cubicBezTo>
                  <a:cubicBezTo>
                    <a:pt x="37" y="2"/>
                    <a:pt x="42" y="3"/>
                    <a:pt x="45" y="0"/>
                  </a:cubicBezTo>
                  <a:cubicBezTo>
                    <a:pt x="41" y="2"/>
                    <a:pt x="37" y="2"/>
                    <a:pt x="34" y="4"/>
                  </a:cubicBezTo>
                  <a:cubicBezTo>
                    <a:pt x="31" y="6"/>
                    <a:pt x="30" y="11"/>
                    <a:pt x="26" y="13"/>
                  </a:cubicBezTo>
                  <a:cubicBezTo>
                    <a:pt x="19" y="17"/>
                    <a:pt x="9" y="12"/>
                    <a:pt x="3" y="9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7" name="Freeform 467">
              <a:extLst>
                <a:ext uri="{FF2B5EF4-FFF2-40B4-BE49-F238E27FC236}">
                  <a16:creationId xmlns:a16="http://schemas.microsoft.com/office/drawing/2014/main" id="{D4438BCE-FCC0-46F9-8C78-F6880F765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952"/>
              <a:ext cx="54" cy="44"/>
            </a:xfrm>
            <a:custGeom>
              <a:avLst/>
              <a:gdLst>
                <a:gd name="T0" fmla="*/ 45 w 29"/>
                <a:gd name="T1" fmla="*/ 0 h 24"/>
                <a:gd name="T2" fmla="*/ 76 w 29"/>
                <a:gd name="T3" fmla="*/ 88 h 24"/>
                <a:gd name="T4" fmla="*/ 188 w 29"/>
                <a:gd name="T5" fmla="*/ 31 h 24"/>
                <a:gd name="T6" fmla="*/ 0 w 29"/>
                <a:gd name="T7" fmla="*/ 149 h 24"/>
                <a:gd name="T8" fmla="*/ 45 w 29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7" y="0"/>
                  </a:moveTo>
                  <a:cubicBezTo>
                    <a:pt x="8" y="5"/>
                    <a:pt x="11" y="10"/>
                    <a:pt x="12" y="14"/>
                  </a:cubicBezTo>
                  <a:cubicBezTo>
                    <a:pt x="18" y="11"/>
                    <a:pt x="23" y="7"/>
                    <a:pt x="29" y="5"/>
                  </a:cubicBezTo>
                  <a:cubicBezTo>
                    <a:pt x="20" y="13"/>
                    <a:pt x="11" y="21"/>
                    <a:pt x="0" y="24"/>
                  </a:cubicBezTo>
                  <a:cubicBezTo>
                    <a:pt x="9" y="18"/>
                    <a:pt x="12" y="13"/>
                    <a:pt x="7" y="4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8" name="Freeform 468">
              <a:extLst>
                <a:ext uri="{FF2B5EF4-FFF2-40B4-BE49-F238E27FC236}">
                  <a16:creationId xmlns:a16="http://schemas.microsoft.com/office/drawing/2014/main" id="{69B0622A-DB7B-41DB-9761-4BBC4E16C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230"/>
              <a:ext cx="20" cy="70"/>
            </a:xfrm>
            <a:custGeom>
              <a:avLst/>
              <a:gdLst>
                <a:gd name="T0" fmla="*/ 53 w 11"/>
                <a:gd name="T1" fmla="*/ 0 h 38"/>
                <a:gd name="T2" fmla="*/ 29 w 11"/>
                <a:gd name="T3" fmla="*/ 238 h 38"/>
                <a:gd name="T4" fmla="*/ 49 w 11"/>
                <a:gd name="T5" fmla="*/ 8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9" y="0"/>
                  </a:moveTo>
                  <a:cubicBezTo>
                    <a:pt x="11" y="6"/>
                    <a:pt x="11" y="33"/>
                    <a:pt x="5" y="38"/>
                  </a:cubicBezTo>
                  <a:cubicBezTo>
                    <a:pt x="0" y="34"/>
                    <a:pt x="7" y="19"/>
                    <a:pt x="8" y="13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9" name="Freeform 469">
              <a:extLst>
                <a:ext uri="{FF2B5EF4-FFF2-40B4-BE49-F238E27FC236}">
                  <a16:creationId xmlns:a16="http://schemas.microsoft.com/office/drawing/2014/main" id="{F73DBDDC-B7DE-47B5-BA5B-853BD7951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326"/>
              <a:ext cx="30" cy="35"/>
            </a:xfrm>
            <a:custGeom>
              <a:avLst/>
              <a:gdLst>
                <a:gd name="T0" fmla="*/ 0 w 16"/>
                <a:gd name="T1" fmla="*/ 105 h 19"/>
                <a:gd name="T2" fmla="*/ 105 w 16"/>
                <a:gd name="T3" fmla="*/ 0 h 19"/>
                <a:gd name="T4" fmla="*/ 15 w 16"/>
                <a:gd name="T5" fmla="*/ 11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17"/>
                  </a:moveTo>
                  <a:cubicBezTo>
                    <a:pt x="9" y="19"/>
                    <a:pt x="9" y="4"/>
                    <a:pt x="16" y="0"/>
                  </a:cubicBezTo>
                  <a:cubicBezTo>
                    <a:pt x="12" y="5"/>
                    <a:pt x="4" y="11"/>
                    <a:pt x="2" y="18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0" name="Freeform 470">
              <a:extLst>
                <a:ext uri="{FF2B5EF4-FFF2-40B4-BE49-F238E27FC236}">
                  <a16:creationId xmlns:a16="http://schemas.microsoft.com/office/drawing/2014/main" id="{6003292A-E8DF-41AB-9E72-2AB73768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228"/>
              <a:ext cx="20" cy="26"/>
            </a:xfrm>
            <a:custGeom>
              <a:avLst/>
              <a:gdLst>
                <a:gd name="T0" fmla="*/ 0 w 11"/>
                <a:gd name="T1" fmla="*/ 0 h 14"/>
                <a:gd name="T2" fmla="*/ 65 w 11"/>
                <a:gd name="T3" fmla="*/ 89 h 14"/>
                <a:gd name="T4" fmla="*/ 53 w 11"/>
                <a:gd name="T5" fmla="*/ 20 h 14"/>
                <a:gd name="T6" fmla="*/ 65 w 11"/>
                <a:gd name="T7" fmla="*/ 13 h 14"/>
                <a:gd name="T8" fmla="*/ 65 w 11"/>
                <a:gd name="T9" fmla="*/ 13 h 14"/>
                <a:gd name="T10" fmla="*/ 13 w 11"/>
                <a:gd name="T11" fmla="*/ 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8" y="0"/>
                    <a:pt x="8" y="9"/>
                    <a:pt x="11" y="14"/>
                  </a:cubicBezTo>
                  <a:cubicBezTo>
                    <a:pt x="9" y="11"/>
                    <a:pt x="9" y="7"/>
                    <a:pt x="9" y="3"/>
                  </a:cubicBezTo>
                  <a:cubicBezTo>
                    <a:pt x="10" y="3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6"/>
                    <a:pt x="5" y="4"/>
                    <a:pt x="2" y="1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1" name="Freeform 471">
              <a:extLst>
                <a:ext uri="{FF2B5EF4-FFF2-40B4-BE49-F238E27FC236}">
                  <a16:creationId xmlns:a16="http://schemas.microsoft.com/office/drawing/2014/main" id="{6148B944-C85A-4BD1-B871-F743DB744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191"/>
              <a:ext cx="32" cy="41"/>
            </a:xfrm>
            <a:custGeom>
              <a:avLst/>
              <a:gdLst>
                <a:gd name="T0" fmla="*/ 81 w 17"/>
                <a:gd name="T1" fmla="*/ 0 h 22"/>
                <a:gd name="T2" fmla="*/ 0 w 17"/>
                <a:gd name="T3" fmla="*/ 39 h 22"/>
                <a:gd name="T4" fmla="*/ 0 w 17"/>
                <a:gd name="T5" fmla="*/ 142 h 22"/>
                <a:gd name="T6" fmla="*/ 40 w 17"/>
                <a:gd name="T7" fmla="*/ 8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2">
                  <a:moveTo>
                    <a:pt x="12" y="0"/>
                  </a:moveTo>
                  <a:cubicBezTo>
                    <a:pt x="17" y="10"/>
                    <a:pt x="1" y="20"/>
                    <a:pt x="0" y="6"/>
                  </a:cubicBezTo>
                  <a:cubicBezTo>
                    <a:pt x="2" y="11"/>
                    <a:pt x="6" y="19"/>
                    <a:pt x="0" y="22"/>
                  </a:cubicBezTo>
                  <a:cubicBezTo>
                    <a:pt x="0" y="18"/>
                    <a:pt x="3" y="13"/>
                    <a:pt x="6" y="13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2" name="Freeform 472">
              <a:extLst>
                <a:ext uri="{FF2B5EF4-FFF2-40B4-BE49-F238E27FC236}">
                  <a16:creationId xmlns:a16="http://schemas.microsoft.com/office/drawing/2014/main" id="{AB78F05F-4179-4C71-9C7B-309905BF2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100"/>
              <a:ext cx="37" cy="72"/>
            </a:xfrm>
            <a:custGeom>
              <a:avLst/>
              <a:gdLst>
                <a:gd name="T0" fmla="*/ 0 w 20"/>
                <a:gd name="T1" fmla="*/ 0 h 39"/>
                <a:gd name="T2" fmla="*/ 52 w 20"/>
                <a:gd name="T3" fmla="*/ 81 h 39"/>
                <a:gd name="T4" fmla="*/ 65 w 20"/>
                <a:gd name="T5" fmla="*/ 24 h 39"/>
                <a:gd name="T6" fmla="*/ 57 w 20"/>
                <a:gd name="T7" fmla="*/ 140 h 39"/>
                <a:gd name="T8" fmla="*/ 126 w 20"/>
                <a:gd name="T9" fmla="*/ 246 h 39"/>
                <a:gd name="T10" fmla="*/ 0 w 20"/>
                <a:gd name="T11" fmla="*/ 31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9">
                  <a:moveTo>
                    <a:pt x="0" y="0"/>
                  </a:moveTo>
                  <a:cubicBezTo>
                    <a:pt x="0" y="4"/>
                    <a:pt x="4" y="11"/>
                    <a:pt x="8" y="13"/>
                  </a:cubicBezTo>
                  <a:cubicBezTo>
                    <a:pt x="10" y="10"/>
                    <a:pt x="10" y="7"/>
                    <a:pt x="10" y="4"/>
                  </a:cubicBezTo>
                  <a:cubicBezTo>
                    <a:pt x="10" y="10"/>
                    <a:pt x="8" y="16"/>
                    <a:pt x="9" y="22"/>
                  </a:cubicBezTo>
                  <a:cubicBezTo>
                    <a:pt x="11" y="28"/>
                    <a:pt x="16" y="35"/>
                    <a:pt x="20" y="39"/>
                  </a:cubicBezTo>
                  <a:cubicBezTo>
                    <a:pt x="13" y="28"/>
                    <a:pt x="8" y="15"/>
                    <a:pt x="0" y="5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3" name="Freeform 473">
              <a:extLst>
                <a:ext uri="{FF2B5EF4-FFF2-40B4-BE49-F238E27FC236}">
                  <a16:creationId xmlns:a16="http://schemas.microsoft.com/office/drawing/2014/main" id="{8943F582-102E-4A13-8E9C-9422948A3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245"/>
              <a:ext cx="66" cy="77"/>
            </a:xfrm>
            <a:custGeom>
              <a:avLst/>
              <a:gdLst>
                <a:gd name="T0" fmla="*/ 20 w 36"/>
                <a:gd name="T1" fmla="*/ 134 h 42"/>
                <a:gd name="T2" fmla="*/ 24 w 36"/>
                <a:gd name="T3" fmla="*/ 0 h 42"/>
                <a:gd name="T4" fmla="*/ 169 w 36"/>
                <a:gd name="T5" fmla="*/ 57 h 42"/>
                <a:gd name="T6" fmla="*/ 222 w 36"/>
                <a:gd name="T7" fmla="*/ 259 h 42"/>
                <a:gd name="T8" fmla="*/ 169 w 36"/>
                <a:gd name="T9" fmla="*/ 141 h 42"/>
                <a:gd name="T10" fmla="*/ 141 w 36"/>
                <a:gd name="T11" fmla="*/ 61 h 42"/>
                <a:gd name="T12" fmla="*/ 37 w 36"/>
                <a:gd name="T13" fmla="*/ 0 h 42"/>
                <a:gd name="T14" fmla="*/ 20 w 36"/>
                <a:gd name="T15" fmla="*/ 154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42">
                  <a:moveTo>
                    <a:pt x="3" y="22"/>
                  </a:moveTo>
                  <a:cubicBezTo>
                    <a:pt x="0" y="16"/>
                    <a:pt x="2" y="6"/>
                    <a:pt x="4" y="0"/>
                  </a:cubicBezTo>
                  <a:cubicBezTo>
                    <a:pt x="10" y="0"/>
                    <a:pt x="24" y="5"/>
                    <a:pt x="27" y="9"/>
                  </a:cubicBezTo>
                  <a:cubicBezTo>
                    <a:pt x="32" y="16"/>
                    <a:pt x="33" y="34"/>
                    <a:pt x="36" y="42"/>
                  </a:cubicBezTo>
                  <a:cubicBezTo>
                    <a:pt x="33" y="36"/>
                    <a:pt x="29" y="30"/>
                    <a:pt x="27" y="23"/>
                  </a:cubicBezTo>
                  <a:cubicBezTo>
                    <a:pt x="26" y="19"/>
                    <a:pt x="25" y="13"/>
                    <a:pt x="23" y="10"/>
                  </a:cubicBezTo>
                  <a:cubicBezTo>
                    <a:pt x="20" y="6"/>
                    <a:pt x="10" y="2"/>
                    <a:pt x="6" y="0"/>
                  </a:cubicBezTo>
                  <a:cubicBezTo>
                    <a:pt x="0" y="5"/>
                    <a:pt x="1" y="18"/>
                    <a:pt x="3" y="25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4" name="Freeform 474">
              <a:extLst>
                <a:ext uri="{FF2B5EF4-FFF2-40B4-BE49-F238E27FC236}">
                  <a16:creationId xmlns:a16="http://schemas.microsoft.com/office/drawing/2014/main" id="{F82A836B-E723-4FDA-A589-166981378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076"/>
              <a:ext cx="41" cy="35"/>
            </a:xfrm>
            <a:custGeom>
              <a:avLst/>
              <a:gdLst>
                <a:gd name="T0" fmla="*/ 7 w 22"/>
                <a:gd name="T1" fmla="*/ 0 h 19"/>
                <a:gd name="T2" fmla="*/ 136 w 22"/>
                <a:gd name="T3" fmla="*/ 118 h 19"/>
                <a:gd name="T4" fmla="*/ 0 w 2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" y="0"/>
                  </a:moveTo>
                  <a:cubicBezTo>
                    <a:pt x="11" y="2"/>
                    <a:pt x="17" y="11"/>
                    <a:pt x="21" y="19"/>
                  </a:cubicBezTo>
                  <a:cubicBezTo>
                    <a:pt x="22" y="8"/>
                    <a:pt x="9" y="2"/>
                    <a:pt x="0" y="0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5" name="Freeform 475">
              <a:extLst>
                <a:ext uri="{FF2B5EF4-FFF2-40B4-BE49-F238E27FC236}">
                  <a16:creationId xmlns:a16="http://schemas.microsoft.com/office/drawing/2014/main" id="{6EEBEBAB-C365-4B1E-A0DD-D783BAEE1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026"/>
              <a:ext cx="37" cy="20"/>
            </a:xfrm>
            <a:custGeom>
              <a:avLst/>
              <a:gdLst>
                <a:gd name="T0" fmla="*/ 0 w 20"/>
                <a:gd name="T1" fmla="*/ 0 h 11"/>
                <a:gd name="T2" fmla="*/ 44 w 20"/>
                <a:gd name="T3" fmla="*/ 60 h 11"/>
                <a:gd name="T4" fmla="*/ 126 w 20"/>
                <a:gd name="T5" fmla="*/ 65 h 11"/>
                <a:gd name="T6" fmla="*/ 7 w 2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1">
                  <a:moveTo>
                    <a:pt x="0" y="0"/>
                  </a:moveTo>
                  <a:cubicBezTo>
                    <a:pt x="5" y="0"/>
                    <a:pt x="7" y="5"/>
                    <a:pt x="7" y="10"/>
                  </a:cubicBezTo>
                  <a:cubicBezTo>
                    <a:pt x="9" y="9"/>
                    <a:pt x="16" y="7"/>
                    <a:pt x="20" y="11"/>
                  </a:cubicBezTo>
                  <a:cubicBezTo>
                    <a:pt x="13" y="8"/>
                    <a:pt x="5" y="5"/>
                    <a:pt x="1" y="0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6" name="Freeform 476">
              <a:extLst>
                <a:ext uri="{FF2B5EF4-FFF2-40B4-BE49-F238E27FC236}">
                  <a16:creationId xmlns:a16="http://schemas.microsoft.com/office/drawing/2014/main" id="{E3CF48C9-4400-49E1-9148-71AFC9525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954"/>
              <a:ext cx="39" cy="24"/>
            </a:xfrm>
            <a:custGeom>
              <a:avLst/>
              <a:gdLst>
                <a:gd name="T0" fmla="*/ 20 w 21"/>
                <a:gd name="T1" fmla="*/ 13 h 13"/>
                <a:gd name="T2" fmla="*/ 0 w 21"/>
                <a:gd name="T3" fmla="*/ 7 h 13"/>
                <a:gd name="T4" fmla="*/ 134 w 21"/>
                <a:gd name="T5" fmla="*/ 68 h 13"/>
                <a:gd name="T6" fmla="*/ 24 w 2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3">
                  <a:moveTo>
                    <a:pt x="3" y="2"/>
                  </a:moveTo>
                  <a:cubicBezTo>
                    <a:pt x="2" y="1"/>
                    <a:pt x="1" y="2"/>
                    <a:pt x="0" y="1"/>
                  </a:cubicBezTo>
                  <a:cubicBezTo>
                    <a:pt x="9" y="0"/>
                    <a:pt x="12" y="13"/>
                    <a:pt x="21" y="11"/>
                  </a:cubicBezTo>
                  <a:cubicBezTo>
                    <a:pt x="17" y="9"/>
                    <a:pt x="7" y="5"/>
                    <a:pt x="4" y="2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7" name="Freeform 477">
              <a:extLst>
                <a:ext uri="{FF2B5EF4-FFF2-40B4-BE49-F238E27FC236}">
                  <a16:creationId xmlns:a16="http://schemas.microsoft.com/office/drawing/2014/main" id="{EA9C1C75-1D26-459B-8FF6-AD121D319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070"/>
              <a:ext cx="16" cy="112"/>
            </a:xfrm>
            <a:custGeom>
              <a:avLst/>
              <a:gdLst>
                <a:gd name="T0" fmla="*/ 28 w 9"/>
                <a:gd name="T1" fmla="*/ 0 h 60"/>
                <a:gd name="T2" fmla="*/ 37 w 9"/>
                <a:gd name="T3" fmla="*/ 209 h 60"/>
                <a:gd name="T4" fmla="*/ 50 w 9"/>
                <a:gd name="T5" fmla="*/ 390 h 60"/>
                <a:gd name="T6" fmla="*/ 28 w 9"/>
                <a:gd name="T7" fmla="*/ 21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0">
                  <a:moveTo>
                    <a:pt x="5" y="0"/>
                  </a:moveTo>
                  <a:cubicBezTo>
                    <a:pt x="8" y="10"/>
                    <a:pt x="7" y="21"/>
                    <a:pt x="7" y="32"/>
                  </a:cubicBezTo>
                  <a:cubicBezTo>
                    <a:pt x="7" y="40"/>
                    <a:pt x="5" y="53"/>
                    <a:pt x="9" y="60"/>
                  </a:cubicBezTo>
                  <a:cubicBezTo>
                    <a:pt x="0" y="44"/>
                    <a:pt x="5" y="20"/>
                    <a:pt x="5" y="3"/>
                  </a:cubicBezTo>
                </a:path>
              </a:pathLst>
            </a:custGeom>
            <a:solidFill>
              <a:srgbClr val="F2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8" name="Freeform 478">
              <a:extLst>
                <a:ext uri="{FF2B5EF4-FFF2-40B4-BE49-F238E27FC236}">
                  <a16:creationId xmlns:a16="http://schemas.microsoft.com/office/drawing/2014/main" id="{DAE7B774-F234-4241-B5D1-DE6206F89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085"/>
              <a:ext cx="534" cy="393"/>
            </a:xfrm>
            <a:custGeom>
              <a:avLst/>
              <a:gdLst>
                <a:gd name="T0" fmla="*/ 7 w 289"/>
                <a:gd name="T1" fmla="*/ 1351 h 212"/>
                <a:gd name="T2" fmla="*/ 57 w 289"/>
                <a:gd name="T3" fmla="*/ 1192 h 212"/>
                <a:gd name="T4" fmla="*/ 290 w 289"/>
                <a:gd name="T5" fmla="*/ 894 h 212"/>
                <a:gd name="T6" fmla="*/ 467 w 289"/>
                <a:gd name="T7" fmla="*/ 918 h 212"/>
                <a:gd name="T8" fmla="*/ 661 w 289"/>
                <a:gd name="T9" fmla="*/ 732 h 212"/>
                <a:gd name="T10" fmla="*/ 758 w 289"/>
                <a:gd name="T11" fmla="*/ 680 h 212"/>
                <a:gd name="T12" fmla="*/ 1014 w 289"/>
                <a:gd name="T13" fmla="*/ 567 h 212"/>
                <a:gd name="T14" fmla="*/ 1184 w 289"/>
                <a:gd name="T15" fmla="*/ 591 h 212"/>
                <a:gd name="T16" fmla="*/ 1362 w 289"/>
                <a:gd name="T17" fmla="*/ 471 h 212"/>
                <a:gd name="T18" fmla="*/ 1510 w 289"/>
                <a:gd name="T19" fmla="*/ 306 h 212"/>
                <a:gd name="T20" fmla="*/ 1554 w 289"/>
                <a:gd name="T21" fmla="*/ 230 h 212"/>
                <a:gd name="T22" fmla="*/ 1824 w 289"/>
                <a:gd name="T23" fmla="*/ 0 h 212"/>
                <a:gd name="T24" fmla="*/ 1595 w 289"/>
                <a:gd name="T25" fmla="*/ 89 h 212"/>
                <a:gd name="T26" fmla="*/ 1510 w 289"/>
                <a:gd name="T27" fmla="*/ 89 h 212"/>
                <a:gd name="T28" fmla="*/ 1502 w 289"/>
                <a:gd name="T29" fmla="*/ 269 h 212"/>
                <a:gd name="T30" fmla="*/ 1369 w 289"/>
                <a:gd name="T31" fmla="*/ 382 h 212"/>
                <a:gd name="T32" fmla="*/ 1349 w 289"/>
                <a:gd name="T33" fmla="*/ 313 h 212"/>
                <a:gd name="T34" fmla="*/ 1349 w 289"/>
                <a:gd name="T35" fmla="*/ 410 h 212"/>
                <a:gd name="T36" fmla="*/ 1192 w 289"/>
                <a:gd name="T37" fmla="*/ 484 h 212"/>
                <a:gd name="T38" fmla="*/ 1147 w 289"/>
                <a:gd name="T39" fmla="*/ 410 h 212"/>
                <a:gd name="T40" fmla="*/ 1099 w 289"/>
                <a:gd name="T41" fmla="*/ 580 h 212"/>
                <a:gd name="T42" fmla="*/ 959 w 289"/>
                <a:gd name="T43" fmla="*/ 528 h 212"/>
                <a:gd name="T44" fmla="*/ 902 w 289"/>
                <a:gd name="T45" fmla="*/ 471 h 212"/>
                <a:gd name="T46" fmla="*/ 891 w 289"/>
                <a:gd name="T47" fmla="*/ 567 h 212"/>
                <a:gd name="T48" fmla="*/ 504 w 289"/>
                <a:gd name="T49" fmla="*/ 636 h 212"/>
                <a:gd name="T50" fmla="*/ 366 w 289"/>
                <a:gd name="T51" fmla="*/ 858 h 212"/>
                <a:gd name="T52" fmla="*/ 89 w 289"/>
                <a:gd name="T53" fmla="*/ 769 h 212"/>
                <a:gd name="T54" fmla="*/ 13 w 289"/>
                <a:gd name="T55" fmla="*/ 1021 h 212"/>
                <a:gd name="T56" fmla="*/ 44 w 289"/>
                <a:gd name="T57" fmla="*/ 1179 h 212"/>
                <a:gd name="T58" fmla="*/ 7 w 289"/>
                <a:gd name="T59" fmla="*/ 1351 h 21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89" h="212">
                  <a:moveTo>
                    <a:pt x="1" y="212"/>
                  </a:moveTo>
                  <a:cubicBezTo>
                    <a:pt x="1" y="212"/>
                    <a:pt x="0" y="199"/>
                    <a:pt x="9" y="187"/>
                  </a:cubicBezTo>
                  <a:cubicBezTo>
                    <a:pt x="22" y="172"/>
                    <a:pt x="25" y="145"/>
                    <a:pt x="46" y="140"/>
                  </a:cubicBezTo>
                  <a:cubicBezTo>
                    <a:pt x="67" y="135"/>
                    <a:pt x="73" y="138"/>
                    <a:pt x="74" y="144"/>
                  </a:cubicBezTo>
                  <a:cubicBezTo>
                    <a:pt x="74" y="144"/>
                    <a:pt x="77" y="107"/>
                    <a:pt x="105" y="115"/>
                  </a:cubicBezTo>
                  <a:cubicBezTo>
                    <a:pt x="105" y="115"/>
                    <a:pt x="114" y="109"/>
                    <a:pt x="120" y="107"/>
                  </a:cubicBezTo>
                  <a:cubicBezTo>
                    <a:pt x="126" y="104"/>
                    <a:pt x="142" y="84"/>
                    <a:pt x="161" y="89"/>
                  </a:cubicBezTo>
                  <a:cubicBezTo>
                    <a:pt x="180" y="94"/>
                    <a:pt x="182" y="99"/>
                    <a:pt x="188" y="93"/>
                  </a:cubicBezTo>
                  <a:cubicBezTo>
                    <a:pt x="194" y="87"/>
                    <a:pt x="197" y="73"/>
                    <a:pt x="216" y="74"/>
                  </a:cubicBezTo>
                  <a:cubicBezTo>
                    <a:pt x="216" y="74"/>
                    <a:pt x="229" y="47"/>
                    <a:pt x="239" y="48"/>
                  </a:cubicBezTo>
                  <a:cubicBezTo>
                    <a:pt x="239" y="48"/>
                    <a:pt x="240" y="37"/>
                    <a:pt x="246" y="36"/>
                  </a:cubicBezTo>
                  <a:cubicBezTo>
                    <a:pt x="252" y="34"/>
                    <a:pt x="240" y="13"/>
                    <a:pt x="289" y="0"/>
                  </a:cubicBezTo>
                  <a:cubicBezTo>
                    <a:pt x="289" y="0"/>
                    <a:pt x="258" y="10"/>
                    <a:pt x="253" y="14"/>
                  </a:cubicBezTo>
                  <a:cubicBezTo>
                    <a:pt x="248" y="18"/>
                    <a:pt x="243" y="16"/>
                    <a:pt x="239" y="14"/>
                  </a:cubicBezTo>
                  <a:cubicBezTo>
                    <a:pt x="239" y="14"/>
                    <a:pt x="246" y="25"/>
                    <a:pt x="238" y="42"/>
                  </a:cubicBezTo>
                  <a:cubicBezTo>
                    <a:pt x="229" y="58"/>
                    <a:pt x="219" y="60"/>
                    <a:pt x="217" y="60"/>
                  </a:cubicBezTo>
                  <a:cubicBezTo>
                    <a:pt x="215" y="60"/>
                    <a:pt x="211" y="53"/>
                    <a:pt x="214" y="49"/>
                  </a:cubicBezTo>
                  <a:cubicBezTo>
                    <a:pt x="214" y="49"/>
                    <a:pt x="210" y="56"/>
                    <a:pt x="214" y="64"/>
                  </a:cubicBezTo>
                  <a:cubicBezTo>
                    <a:pt x="217" y="71"/>
                    <a:pt x="196" y="80"/>
                    <a:pt x="189" y="76"/>
                  </a:cubicBezTo>
                  <a:cubicBezTo>
                    <a:pt x="182" y="72"/>
                    <a:pt x="183" y="68"/>
                    <a:pt x="182" y="64"/>
                  </a:cubicBezTo>
                  <a:cubicBezTo>
                    <a:pt x="182" y="64"/>
                    <a:pt x="191" y="99"/>
                    <a:pt x="174" y="91"/>
                  </a:cubicBezTo>
                  <a:cubicBezTo>
                    <a:pt x="166" y="87"/>
                    <a:pt x="160" y="91"/>
                    <a:pt x="152" y="83"/>
                  </a:cubicBezTo>
                  <a:cubicBezTo>
                    <a:pt x="145" y="76"/>
                    <a:pt x="143" y="74"/>
                    <a:pt x="143" y="74"/>
                  </a:cubicBezTo>
                  <a:cubicBezTo>
                    <a:pt x="143" y="74"/>
                    <a:pt x="151" y="84"/>
                    <a:pt x="141" y="89"/>
                  </a:cubicBezTo>
                  <a:cubicBezTo>
                    <a:pt x="130" y="94"/>
                    <a:pt x="100" y="129"/>
                    <a:pt x="80" y="100"/>
                  </a:cubicBezTo>
                  <a:cubicBezTo>
                    <a:pt x="80" y="100"/>
                    <a:pt x="88" y="135"/>
                    <a:pt x="58" y="135"/>
                  </a:cubicBezTo>
                  <a:cubicBezTo>
                    <a:pt x="28" y="135"/>
                    <a:pt x="27" y="144"/>
                    <a:pt x="14" y="121"/>
                  </a:cubicBezTo>
                  <a:cubicBezTo>
                    <a:pt x="14" y="121"/>
                    <a:pt x="37" y="150"/>
                    <a:pt x="2" y="160"/>
                  </a:cubicBezTo>
                  <a:cubicBezTo>
                    <a:pt x="2" y="160"/>
                    <a:pt x="28" y="160"/>
                    <a:pt x="7" y="185"/>
                  </a:cubicBezTo>
                  <a:cubicBezTo>
                    <a:pt x="0" y="194"/>
                    <a:pt x="0" y="210"/>
                    <a:pt x="1" y="21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9" name="Freeform 479">
              <a:extLst>
                <a:ext uri="{FF2B5EF4-FFF2-40B4-BE49-F238E27FC236}">
                  <a16:creationId xmlns:a16="http://schemas.microsoft.com/office/drawing/2014/main" id="{4425BB75-F17E-44D7-BE9A-685BFC043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413"/>
              <a:ext cx="274" cy="113"/>
            </a:xfrm>
            <a:custGeom>
              <a:avLst/>
              <a:gdLst>
                <a:gd name="T0" fmla="*/ 0 w 148"/>
                <a:gd name="T1" fmla="*/ 104 h 61"/>
                <a:gd name="T2" fmla="*/ 150 w 148"/>
                <a:gd name="T3" fmla="*/ 69 h 61"/>
                <a:gd name="T4" fmla="*/ 426 w 148"/>
                <a:gd name="T5" fmla="*/ 196 h 61"/>
                <a:gd name="T6" fmla="*/ 939 w 148"/>
                <a:gd name="T7" fmla="*/ 387 h 61"/>
                <a:gd name="T8" fmla="*/ 837 w 148"/>
                <a:gd name="T9" fmla="*/ 322 h 61"/>
                <a:gd name="T10" fmla="*/ 768 w 148"/>
                <a:gd name="T11" fmla="*/ 246 h 61"/>
                <a:gd name="T12" fmla="*/ 661 w 148"/>
                <a:gd name="T13" fmla="*/ 222 h 61"/>
                <a:gd name="T14" fmla="*/ 305 w 148"/>
                <a:gd name="T15" fmla="*/ 185 h 61"/>
                <a:gd name="T16" fmla="*/ 237 w 148"/>
                <a:gd name="T17" fmla="*/ 76 h 61"/>
                <a:gd name="T18" fmla="*/ 172 w 148"/>
                <a:gd name="T19" fmla="*/ 52 h 61"/>
                <a:gd name="T20" fmla="*/ 0 w 148"/>
                <a:gd name="T21" fmla="*/ 104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8" h="61">
                  <a:moveTo>
                    <a:pt x="0" y="16"/>
                  </a:moveTo>
                  <a:cubicBezTo>
                    <a:pt x="0" y="16"/>
                    <a:pt x="5" y="0"/>
                    <a:pt x="24" y="11"/>
                  </a:cubicBezTo>
                  <a:cubicBezTo>
                    <a:pt x="43" y="21"/>
                    <a:pt x="36" y="34"/>
                    <a:pt x="67" y="31"/>
                  </a:cubicBezTo>
                  <a:cubicBezTo>
                    <a:pt x="98" y="29"/>
                    <a:pt x="133" y="51"/>
                    <a:pt x="148" y="61"/>
                  </a:cubicBezTo>
                  <a:cubicBezTo>
                    <a:pt x="148" y="61"/>
                    <a:pt x="144" y="58"/>
                    <a:pt x="132" y="51"/>
                  </a:cubicBezTo>
                  <a:cubicBezTo>
                    <a:pt x="121" y="43"/>
                    <a:pt x="121" y="42"/>
                    <a:pt x="121" y="39"/>
                  </a:cubicBezTo>
                  <a:cubicBezTo>
                    <a:pt x="121" y="39"/>
                    <a:pt x="114" y="41"/>
                    <a:pt x="104" y="35"/>
                  </a:cubicBezTo>
                  <a:cubicBezTo>
                    <a:pt x="94" y="30"/>
                    <a:pt x="54" y="30"/>
                    <a:pt x="48" y="29"/>
                  </a:cubicBezTo>
                  <a:cubicBezTo>
                    <a:pt x="42" y="28"/>
                    <a:pt x="37" y="17"/>
                    <a:pt x="37" y="12"/>
                  </a:cubicBezTo>
                  <a:cubicBezTo>
                    <a:pt x="37" y="12"/>
                    <a:pt x="36" y="12"/>
                    <a:pt x="27" y="8"/>
                  </a:cubicBezTo>
                  <a:cubicBezTo>
                    <a:pt x="18" y="5"/>
                    <a:pt x="2" y="1"/>
                    <a:pt x="0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0" name="Freeform 480">
              <a:extLst>
                <a:ext uri="{FF2B5EF4-FFF2-40B4-BE49-F238E27FC236}">
                  <a16:creationId xmlns:a16="http://schemas.microsoft.com/office/drawing/2014/main" id="{03C05C75-ED12-4238-A22E-1FB944D28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239"/>
              <a:ext cx="88" cy="69"/>
            </a:xfrm>
            <a:custGeom>
              <a:avLst/>
              <a:gdLst>
                <a:gd name="T0" fmla="*/ 0 w 48"/>
                <a:gd name="T1" fmla="*/ 129 h 37"/>
                <a:gd name="T2" fmla="*/ 295 w 48"/>
                <a:gd name="T3" fmla="*/ 241 h 37"/>
                <a:gd name="T4" fmla="*/ 295 w 48"/>
                <a:gd name="T5" fmla="*/ 0 h 37"/>
                <a:gd name="T6" fmla="*/ 235 w 48"/>
                <a:gd name="T7" fmla="*/ 129 h 37"/>
                <a:gd name="T8" fmla="*/ 0 w 48"/>
                <a:gd name="T9" fmla="*/ 12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0" y="20"/>
                  </a:moveTo>
                  <a:cubicBezTo>
                    <a:pt x="0" y="20"/>
                    <a:pt x="33" y="17"/>
                    <a:pt x="48" y="37"/>
                  </a:cubicBezTo>
                  <a:cubicBezTo>
                    <a:pt x="48" y="37"/>
                    <a:pt x="34" y="17"/>
                    <a:pt x="48" y="0"/>
                  </a:cubicBezTo>
                  <a:cubicBezTo>
                    <a:pt x="48" y="0"/>
                    <a:pt x="37" y="15"/>
                    <a:pt x="38" y="20"/>
                  </a:cubicBezTo>
                  <a:cubicBezTo>
                    <a:pt x="40" y="29"/>
                    <a:pt x="24" y="14"/>
                    <a:pt x="0" y="2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1" name="Freeform 481">
              <a:extLst>
                <a:ext uri="{FF2B5EF4-FFF2-40B4-BE49-F238E27FC236}">
                  <a16:creationId xmlns:a16="http://schemas.microsoft.com/office/drawing/2014/main" id="{4FE9020F-3A51-4FFA-A316-DDA81611E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931"/>
              <a:ext cx="196" cy="378"/>
            </a:xfrm>
            <a:custGeom>
              <a:avLst/>
              <a:gdLst>
                <a:gd name="T0" fmla="*/ 649 w 106"/>
                <a:gd name="T1" fmla="*/ 0 h 204"/>
                <a:gd name="T2" fmla="*/ 619 w 106"/>
                <a:gd name="T3" fmla="*/ 65 h 204"/>
                <a:gd name="T4" fmla="*/ 462 w 106"/>
                <a:gd name="T5" fmla="*/ 202 h 204"/>
                <a:gd name="T6" fmla="*/ 447 w 106"/>
                <a:gd name="T7" fmla="*/ 382 h 204"/>
                <a:gd name="T8" fmla="*/ 531 w 106"/>
                <a:gd name="T9" fmla="*/ 447 h 204"/>
                <a:gd name="T10" fmla="*/ 355 w 106"/>
                <a:gd name="T11" fmla="*/ 584 h 204"/>
                <a:gd name="T12" fmla="*/ 355 w 106"/>
                <a:gd name="T13" fmla="*/ 845 h 204"/>
                <a:gd name="T14" fmla="*/ 305 w 106"/>
                <a:gd name="T15" fmla="*/ 923 h 204"/>
                <a:gd name="T16" fmla="*/ 229 w 106"/>
                <a:gd name="T17" fmla="*/ 1062 h 204"/>
                <a:gd name="T18" fmla="*/ 113 w 106"/>
                <a:gd name="T19" fmla="*/ 1297 h 204"/>
                <a:gd name="T20" fmla="*/ 189 w 106"/>
                <a:gd name="T21" fmla="*/ 1088 h 204"/>
                <a:gd name="T22" fmla="*/ 290 w 106"/>
                <a:gd name="T23" fmla="*/ 917 h 204"/>
                <a:gd name="T24" fmla="*/ 133 w 106"/>
                <a:gd name="T25" fmla="*/ 762 h 204"/>
                <a:gd name="T26" fmla="*/ 298 w 106"/>
                <a:gd name="T27" fmla="*/ 841 h 204"/>
                <a:gd name="T28" fmla="*/ 314 w 106"/>
                <a:gd name="T29" fmla="*/ 732 h 204"/>
                <a:gd name="T30" fmla="*/ 329 w 106"/>
                <a:gd name="T31" fmla="*/ 611 h 204"/>
                <a:gd name="T32" fmla="*/ 246 w 106"/>
                <a:gd name="T33" fmla="*/ 597 h 204"/>
                <a:gd name="T34" fmla="*/ 0 w 106"/>
                <a:gd name="T35" fmla="*/ 573 h 204"/>
                <a:gd name="T36" fmla="*/ 290 w 106"/>
                <a:gd name="T37" fmla="*/ 567 h 204"/>
                <a:gd name="T38" fmla="*/ 442 w 106"/>
                <a:gd name="T39" fmla="*/ 426 h 204"/>
                <a:gd name="T40" fmla="*/ 455 w 106"/>
                <a:gd name="T41" fmla="*/ 193 h 204"/>
                <a:gd name="T42" fmla="*/ 595 w 106"/>
                <a:gd name="T43" fmla="*/ 59 h 204"/>
                <a:gd name="T44" fmla="*/ 649 w 106"/>
                <a:gd name="T45" fmla="*/ 0 h 20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6" h="204">
                  <a:moveTo>
                    <a:pt x="103" y="0"/>
                  </a:moveTo>
                  <a:cubicBezTo>
                    <a:pt x="103" y="0"/>
                    <a:pt x="106" y="6"/>
                    <a:pt x="98" y="10"/>
                  </a:cubicBezTo>
                  <a:cubicBezTo>
                    <a:pt x="89" y="14"/>
                    <a:pt x="84" y="29"/>
                    <a:pt x="73" y="32"/>
                  </a:cubicBezTo>
                  <a:cubicBezTo>
                    <a:pt x="63" y="34"/>
                    <a:pt x="63" y="51"/>
                    <a:pt x="71" y="60"/>
                  </a:cubicBezTo>
                  <a:cubicBezTo>
                    <a:pt x="79" y="70"/>
                    <a:pt x="73" y="75"/>
                    <a:pt x="84" y="70"/>
                  </a:cubicBezTo>
                  <a:cubicBezTo>
                    <a:pt x="84" y="70"/>
                    <a:pt x="62" y="79"/>
                    <a:pt x="56" y="92"/>
                  </a:cubicBezTo>
                  <a:cubicBezTo>
                    <a:pt x="50" y="105"/>
                    <a:pt x="53" y="127"/>
                    <a:pt x="56" y="133"/>
                  </a:cubicBezTo>
                  <a:cubicBezTo>
                    <a:pt x="59" y="138"/>
                    <a:pt x="50" y="138"/>
                    <a:pt x="48" y="145"/>
                  </a:cubicBezTo>
                  <a:cubicBezTo>
                    <a:pt x="47" y="153"/>
                    <a:pt x="47" y="159"/>
                    <a:pt x="36" y="167"/>
                  </a:cubicBezTo>
                  <a:cubicBezTo>
                    <a:pt x="26" y="175"/>
                    <a:pt x="14" y="195"/>
                    <a:pt x="18" y="204"/>
                  </a:cubicBezTo>
                  <a:cubicBezTo>
                    <a:pt x="18" y="204"/>
                    <a:pt x="9" y="196"/>
                    <a:pt x="30" y="171"/>
                  </a:cubicBezTo>
                  <a:cubicBezTo>
                    <a:pt x="35" y="164"/>
                    <a:pt x="44" y="161"/>
                    <a:pt x="46" y="144"/>
                  </a:cubicBezTo>
                  <a:cubicBezTo>
                    <a:pt x="47" y="138"/>
                    <a:pt x="31" y="120"/>
                    <a:pt x="21" y="120"/>
                  </a:cubicBezTo>
                  <a:cubicBezTo>
                    <a:pt x="21" y="120"/>
                    <a:pt x="34" y="120"/>
                    <a:pt x="47" y="132"/>
                  </a:cubicBezTo>
                  <a:cubicBezTo>
                    <a:pt x="59" y="143"/>
                    <a:pt x="52" y="122"/>
                    <a:pt x="50" y="115"/>
                  </a:cubicBezTo>
                  <a:cubicBezTo>
                    <a:pt x="49" y="108"/>
                    <a:pt x="50" y="100"/>
                    <a:pt x="52" y="96"/>
                  </a:cubicBezTo>
                  <a:cubicBezTo>
                    <a:pt x="53" y="93"/>
                    <a:pt x="52" y="92"/>
                    <a:pt x="39" y="94"/>
                  </a:cubicBezTo>
                  <a:cubicBezTo>
                    <a:pt x="26" y="97"/>
                    <a:pt x="0" y="90"/>
                    <a:pt x="0" y="90"/>
                  </a:cubicBezTo>
                  <a:cubicBezTo>
                    <a:pt x="0" y="90"/>
                    <a:pt x="30" y="98"/>
                    <a:pt x="46" y="89"/>
                  </a:cubicBezTo>
                  <a:cubicBezTo>
                    <a:pt x="62" y="81"/>
                    <a:pt x="72" y="78"/>
                    <a:pt x="70" y="67"/>
                  </a:cubicBezTo>
                  <a:cubicBezTo>
                    <a:pt x="68" y="56"/>
                    <a:pt x="54" y="39"/>
                    <a:pt x="72" y="30"/>
                  </a:cubicBezTo>
                  <a:cubicBezTo>
                    <a:pt x="89" y="20"/>
                    <a:pt x="88" y="12"/>
                    <a:pt x="94" y="9"/>
                  </a:cubicBezTo>
                  <a:cubicBezTo>
                    <a:pt x="99" y="6"/>
                    <a:pt x="102" y="4"/>
                    <a:pt x="103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2" name="Freeform 482">
              <a:extLst>
                <a:ext uri="{FF2B5EF4-FFF2-40B4-BE49-F238E27FC236}">
                  <a16:creationId xmlns:a16="http://schemas.microsoft.com/office/drawing/2014/main" id="{95999661-0AAF-448C-A991-D76049855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287"/>
              <a:ext cx="167" cy="176"/>
            </a:xfrm>
            <a:custGeom>
              <a:avLst/>
              <a:gdLst>
                <a:gd name="T0" fmla="*/ 575 w 90"/>
                <a:gd name="T1" fmla="*/ 330 h 95"/>
                <a:gd name="T2" fmla="*/ 69 w 90"/>
                <a:gd name="T3" fmla="*/ 89 h 95"/>
                <a:gd name="T4" fmla="*/ 104 w 90"/>
                <a:gd name="T5" fmla="*/ 0 h 95"/>
                <a:gd name="T6" fmla="*/ 65 w 90"/>
                <a:gd name="T7" fmla="*/ 31 h 95"/>
                <a:gd name="T8" fmla="*/ 0 w 90"/>
                <a:gd name="T9" fmla="*/ 0 h 95"/>
                <a:gd name="T10" fmla="*/ 59 w 90"/>
                <a:gd name="T11" fmla="*/ 57 h 95"/>
                <a:gd name="T12" fmla="*/ 293 w 90"/>
                <a:gd name="T13" fmla="*/ 358 h 95"/>
                <a:gd name="T14" fmla="*/ 306 w 90"/>
                <a:gd name="T15" fmla="*/ 484 h 95"/>
                <a:gd name="T16" fmla="*/ 238 w 90"/>
                <a:gd name="T17" fmla="*/ 463 h 95"/>
                <a:gd name="T18" fmla="*/ 275 w 90"/>
                <a:gd name="T19" fmla="*/ 498 h 95"/>
                <a:gd name="T20" fmla="*/ 121 w 90"/>
                <a:gd name="T21" fmla="*/ 515 h 95"/>
                <a:gd name="T22" fmla="*/ 245 w 90"/>
                <a:gd name="T23" fmla="*/ 522 h 95"/>
                <a:gd name="T24" fmla="*/ 238 w 90"/>
                <a:gd name="T25" fmla="*/ 604 h 95"/>
                <a:gd name="T26" fmla="*/ 299 w 90"/>
                <a:gd name="T27" fmla="*/ 528 h 95"/>
                <a:gd name="T28" fmla="*/ 371 w 90"/>
                <a:gd name="T29" fmla="*/ 500 h 95"/>
                <a:gd name="T30" fmla="*/ 418 w 90"/>
                <a:gd name="T31" fmla="*/ 552 h 95"/>
                <a:gd name="T32" fmla="*/ 366 w 90"/>
                <a:gd name="T33" fmla="*/ 484 h 95"/>
                <a:gd name="T34" fmla="*/ 403 w 90"/>
                <a:gd name="T35" fmla="*/ 454 h 95"/>
                <a:gd name="T36" fmla="*/ 375 w 90"/>
                <a:gd name="T37" fmla="*/ 419 h 95"/>
                <a:gd name="T38" fmla="*/ 345 w 90"/>
                <a:gd name="T39" fmla="*/ 363 h 95"/>
                <a:gd name="T40" fmla="*/ 382 w 90"/>
                <a:gd name="T41" fmla="*/ 367 h 95"/>
                <a:gd name="T42" fmla="*/ 575 w 90"/>
                <a:gd name="T43" fmla="*/ 330 h 9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0" h="95">
                  <a:moveTo>
                    <a:pt x="90" y="52"/>
                  </a:moveTo>
                  <a:cubicBezTo>
                    <a:pt x="90" y="52"/>
                    <a:pt x="24" y="72"/>
                    <a:pt x="11" y="14"/>
                  </a:cubicBezTo>
                  <a:cubicBezTo>
                    <a:pt x="10" y="9"/>
                    <a:pt x="10" y="3"/>
                    <a:pt x="16" y="0"/>
                  </a:cubicBezTo>
                  <a:cubicBezTo>
                    <a:pt x="16" y="0"/>
                    <a:pt x="11" y="2"/>
                    <a:pt x="10" y="5"/>
                  </a:cubicBezTo>
                  <a:cubicBezTo>
                    <a:pt x="9" y="9"/>
                    <a:pt x="2" y="3"/>
                    <a:pt x="0" y="0"/>
                  </a:cubicBezTo>
                  <a:cubicBezTo>
                    <a:pt x="0" y="0"/>
                    <a:pt x="5" y="7"/>
                    <a:pt x="9" y="9"/>
                  </a:cubicBezTo>
                  <a:cubicBezTo>
                    <a:pt x="13" y="11"/>
                    <a:pt x="7" y="41"/>
                    <a:pt x="46" y="56"/>
                  </a:cubicBezTo>
                  <a:cubicBezTo>
                    <a:pt x="64" y="63"/>
                    <a:pt x="55" y="77"/>
                    <a:pt x="48" y="76"/>
                  </a:cubicBezTo>
                  <a:cubicBezTo>
                    <a:pt x="41" y="75"/>
                    <a:pt x="39" y="76"/>
                    <a:pt x="37" y="73"/>
                  </a:cubicBezTo>
                  <a:cubicBezTo>
                    <a:pt x="37" y="73"/>
                    <a:pt x="39" y="77"/>
                    <a:pt x="43" y="78"/>
                  </a:cubicBezTo>
                  <a:cubicBezTo>
                    <a:pt x="43" y="78"/>
                    <a:pt x="26" y="86"/>
                    <a:pt x="19" y="81"/>
                  </a:cubicBezTo>
                  <a:cubicBezTo>
                    <a:pt x="19" y="81"/>
                    <a:pt x="24" y="86"/>
                    <a:pt x="38" y="82"/>
                  </a:cubicBezTo>
                  <a:cubicBezTo>
                    <a:pt x="52" y="79"/>
                    <a:pt x="41" y="91"/>
                    <a:pt x="37" y="95"/>
                  </a:cubicBezTo>
                  <a:cubicBezTo>
                    <a:pt x="37" y="95"/>
                    <a:pt x="46" y="88"/>
                    <a:pt x="47" y="83"/>
                  </a:cubicBezTo>
                  <a:cubicBezTo>
                    <a:pt x="48" y="77"/>
                    <a:pt x="52" y="78"/>
                    <a:pt x="58" y="79"/>
                  </a:cubicBezTo>
                  <a:cubicBezTo>
                    <a:pt x="64" y="81"/>
                    <a:pt x="65" y="86"/>
                    <a:pt x="65" y="87"/>
                  </a:cubicBezTo>
                  <a:cubicBezTo>
                    <a:pt x="65" y="87"/>
                    <a:pt x="63" y="81"/>
                    <a:pt x="57" y="76"/>
                  </a:cubicBezTo>
                  <a:cubicBezTo>
                    <a:pt x="54" y="74"/>
                    <a:pt x="59" y="69"/>
                    <a:pt x="63" y="71"/>
                  </a:cubicBezTo>
                  <a:cubicBezTo>
                    <a:pt x="63" y="71"/>
                    <a:pt x="60" y="69"/>
                    <a:pt x="59" y="66"/>
                  </a:cubicBezTo>
                  <a:cubicBezTo>
                    <a:pt x="58" y="64"/>
                    <a:pt x="55" y="58"/>
                    <a:pt x="54" y="57"/>
                  </a:cubicBezTo>
                  <a:cubicBezTo>
                    <a:pt x="52" y="57"/>
                    <a:pt x="57" y="56"/>
                    <a:pt x="60" y="58"/>
                  </a:cubicBezTo>
                  <a:cubicBezTo>
                    <a:pt x="63" y="60"/>
                    <a:pt x="89" y="53"/>
                    <a:pt x="90" y="5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3" name="Freeform 483">
              <a:extLst>
                <a:ext uri="{FF2B5EF4-FFF2-40B4-BE49-F238E27FC236}">
                  <a16:creationId xmlns:a16="http://schemas.microsoft.com/office/drawing/2014/main" id="{DB6FD1C0-B82D-4FC3-B5F8-07B3261A3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1211"/>
              <a:ext cx="89" cy="113"/>
            </a:xfrm>
            <a:custGeom>
              <a:avLst/>
              <a:gdLst>
                <a:gd name="T0" fmla="*/ 0 w 48"/>
                <a:gd name="T1" fmla="*/ 31 h 61"/>
                <a:gd name="T2" fmla="*/ 96 w 48"/>
                <a:gd name="T3" fmla="*/ 106 h 61"/>
                <a:gd name="T4" fmla="*/ 193 w 48"/>
                <a:gd name="T5" fmla="*/ 152 h 61"/>
                <a:gd name="T6" fmla="*/ 286 w 48"/>
                <a:gd name="T7" fmla="*/ 0 h 61"/>
                <a:gd name="T8" fmla="*/ 217 w 48"/>
                <a:gd name="T9" fmla="*/ 152 h 61"/>
                <a:gd name="T10" fmla="*/ 282 w 48"/>
                <a:gd name="T11" fmla="*/ 367 h 61"/>
                <a:gd name="T12" fmla="*/ 224 w 48"/>
                <a:gd name="T13" fmla="*/ 363 h 61"/>
                <a:gd name="T14" fmla="*/ 197 w 48"/>
                <a:gd name="T15" fmla="*/ 282 h 61"/>
                <a:gd name="T16" fmla="*/ 165 w 48"/>
                <a:gd name="T17" fmla="*/ 157 h 61"/>
                <a:gd name="T18" fmla="*/ 109 w 48"/>
                <a:gd name="T19" fmla="*/ 120 h 61"/>
                <a:gd name="T20" fmla="*/ 0 w 48"/>
                <a:gd name="T21" fmla="*/ 31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61">
                  <a:moveTo>
                    <a:pt x="0" y="5"/>
                  </a:moveTo>
                  <a:cubicBezTo>
                    <a:pt x="0" y="5"/>
                    <a:pt x="9" y="15"/>
                    <a:pt x="15" y="17"/>
                  </a:cubicBezTo>
                  <a:cubicBezTo>
                    <a:pt x="21" y="18"/>
                    <a:pt x="26" y="25"/>
                    <a:pt x="30" y="24"/>
                  </a:cubicBezTo>
                  <a:cubicBezTo>
                    <a:pt x="35" y="23"/>
                    <a:pt x="45" y="6"/>
                    <a:pt x="45" y="0"/>
                  </a:cubicBezTo>
                  <a:cubicBezTo>
                    <a:pt x="45" y="0"/>
                    <a:pt x="45" y="11"/>
                    <a:pt x="34" y="24"/>
                  </a:cubicBezTo>
                  <a:cubicBezTo>
                    <a:pt x="23" y="37"/>
                    <a:pt x="40" y="56"/>
                    <a:pt x="44" y="58"/>
                  </a:cubicBezTo>
                  <a:cubicBezTo>
                    <a:pt x="48" y="61"/>
                    <a:pt x="37" y="52"/>
                    <a:pt x="35" y="57"/>
                  </a:cubicBezTo>
                  <a:cubicBezTo>
                    <a:pt x="35" y="57"/>
                    <a:pt x="38" y="56"/>
                    <a:pt x="31" y="44"/>
                  </a:cubicBezTo>
                  <a:cubicBezTo>
                    <a:pt x="25" y="32"/>
                    <a:pt x="33" y="30"/>
                    <a:pt x="26" y="25"/>
                  </a:cubicBezTo>
                  <a:cubicBezTo>
                    <a:pt x="25" y="24"/>
                    <a:pt x="19" y="20"/>
                    <a:pt x="17" y="19"/>
                  </a:cubicBezTo>
                  <a:cubicBezTo>
                    <a:pt x="14" y="19"/>
                    <a:pt x="1" y="8"/>
                    <a:pt x="0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4" name="Freeform 484">
              <a:extLst>
                <a:ext uri="{FF2B5EF4-FFF2-40B4-BE49-F238E27FC236}">
                  <a16:creationId xmlns:a16="http://schemas.microsoft.com/office/drawing/2014/main" id="{AE36FA47-9E28-41CD-A8C0-60C506DED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80"/>
              <a:ext cx="379" cy="211"/>
            </a:xfrm>
            <a:custGeom>
              <a:avLst/>
              <a:gdLst>
                <a:gd name="T0" fmla="*/ 24 w 205"/>
                <a:gd name="T1" fmla="*/ 278 h 114"/>
                <a:gd name="T2" fmla="*/ 96 w 205"/>
                <a:gd name="T3" fmla="*/ 446 h 114"/>
                <a:gd name="T4" fmla="*/ 314 w 205"/>
                <a:gd name="T5" fmla="*/ 394 h 114"/>
                <a:gd name="T6" fmla="*/ 677 w 205"/>
                <a:gd name="T7" fmla="*/ 261 h 114"/>
                <a:gd name="T8" fmla="*/ 1019 w 205"/>
                <a:gd name="T9" fmla="*/ 165 h 114"/>
                <a:gd name="T10" fmla="*/ 1043 w 205"/>
                <a:gd name="T11" fmla="*/ 172 h 114"/>
                <a:gd name="T12" fmla="*/ 1168 w 205"/>
                <a:gd name="T13" fmla="*/ 52 h 114"/>
                <a:gd name="T14" fmla="*/ 1176 w 205"/>
                <a:gd name="T15" fmla="*/ 0 h 114"/>
                <a:gd name="T16" fmla="*/ 1200 w 205"/>
                <a:gd name="T17" fmla="*/ 31 h 114"/>
                <a:gd name="T18" fmla="*/ 1296 w 205"/>
                <a:gd name="T19" fmla="*/ 0 h 114"/>
                <a:gd name="T20" fmla="*/ 1189 w 205"/>
                <a:gd name="T21" fmla="*/ 57 h 114"/>
                <a:gd name="T22" fmla="*/ 1107 w 205"/>
                <a:gd name="T23" fmla="*/ 120 h 114"/>
                <a:gd name="T24" fmla="*/ 1074 w 205"/>
                <a:gd name="T25" fmla="*/ 222 h 114"/>
                <a:gd name="T26" fmla="*/ 1011 w 205"/>
                <a:gd name="T27" fmla="*/ 202 h 114"/>
                <a:gd name="T28" fmla="*/ 690 w 205"/>
                <a:gd name="T29" fmla="*/ 274 h 114"/>
                <a:gd name="T30" fmla="*/ 266 w 205"/>
                <a:gd name="T31" fmla="*/ 470 h 114"/>
                <a:gd name="T32" fmla="*/ 314 w 205"/>
                <a:gd name="T33" fmla="*/ 664 h 114"/>
                <a:gd name="T34" fmla="*/ 355 w 205"/>
                <a:gd name="T35" fmla="*/ 724 h 114"/>
                <a:gd name="T36" fmla="*/ 311 w 205"/>
                <a:gd name="T37" fmla="*/ 685 h 114"/>
                <a:gd name="T38" fmla="*/ 283 w 205"/>
                <a:gd name="T39" fmla="*/ 716 h 114"/>
                <a:gd name="T40" fmla="*/ 298 w 205"/>
                <a:gd name="T41" fmla="*/ 677 h 114"/>
                <a:gd name="T42" fmla="*/ 261 w 205"/>
                <a:gd name="T43" fmla="*/ 589 h 114"/>
                <a:gd name="T44" fmla="*/ 194 w 205"/>
                <a:gd name="T45" fmla="*/ 483 h 114"/>
                <a:gd name="T46" fmla="*/ 24 w 205"/>
                <a:gd name="T47" fmla="*/ 278 h 11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05" h="114">
                  <a:moveTo>
                    <a:pt x="4" y="44"/>
                  </a:moveTo>
                  <a:cubicBezTo>
                    <a:pt x="4" y="44"/>
                    <a:pt x="2" y="66"/>
                    <a:pt x="15" y="70"/>
                  </a:cubicBezTo>
                  <a:cubicBezTo>
                    <a:pt x="29" y="74"/>
                    <a:pt x="34" y="81"/>
                    <a:pt x="50" y="62"/>
                  </a:cubicBezTo>
                  <a:cubicBezTo>
                    <a:pt x="66" y="42"/>
                    <a:pt x="94" y="38"/>
                    <a:pt x="107" y="41"/>
                  </a:cubicBezTo>
                  <a:cubicBezTo>
                    <a:pt x="120" y="44"/>
                    <a:pt x="155" y="38"/>
                    <a:pt x="161" y="26"/>
                  </a:cubicBezTo>
                  <a:cubicBezTo>
                    <a:pt x="161" y="26"/>
                    <a:pt x="163" y="29"/>
                    <a:pt x="165" y="27"/>
                  </a:cubicBezTo>
                  <a:cubicBezTo>
                    <a:pt x="167" y="25"/>
                    <a:pt x="181" y="8"/>
                    <a:pt x="185" y="8"/>
                  </a:cubicBezTo>
                  <a:cubicBezTo>
                    <a:pt x="190" y="8"/>
                    <a:pt x="190" y="3"/>
                    <a:pt x="186" y="0"/>
                  </a:cubicBezTo>
                  <a:cubicBezTo>
                    <a:pt x="186" y="0"/>
                    <a:pt x="191" y="3"/>
                    <a:pt x="190" y="5"/>
                  </a:cubicBezTo>
                  <a:cubicBezTo>
                    <a:pt x="189" y="8"/>
                    <a:pt x="201" y="8"/>
                    <a:pt x="205" y="0"/>
                  </a:cubicBezTo>
                  <a:cubicBezTo>
                    <a:pt x="205" y="0"/>
                    <a:pt x="205" y="9"/>
                    <a:pt x="188" y="9"/>
                  </a:cubicBezTo>
                  <a:cubicBezTo>
                    <a:pt x="186" y="9"/>
                    <a:pt x="178" y="14"/>
                    <a:pt x="175" y="19"/>
                  </a:cubicBezTo>
                  <a:cubicBezTo>
                    <a:pt x="172" y="24"/>
                    <a:pt x="160" y="29"/>
                    <a:pt x="170" y="35"/>
                  </a:cubicBezTo>
                  <a:cubicBezTo>
                    <a:pt x="170" y="35"/>
                    <a:pt x="165" y="31"/>
                    <a:pt x="160" y="32"/>
                  </a:cubicBezTo>
                  <a:cubicBezTo>
                    <a:pt x="155" y="33"/>
                    <a:pt x="135" y="44"/>
                    <a:pt x="109" y="43"/>
                  </a:cubicBezTo>
                  <a:cubicBezTo>
                    <a:pt x="83" y="42"/>
                    <a:pt x="55" y="51"/>
                    <a:pt x="42" y="74"/>
                  </a:cubicBezTo>
                  <a:cubicBezTo>
                    <a:pt x="39" y="80"/>
                    <a:pt x="43" y="101"/>
                    <a:pt x="50" y="105"/>
                  </a:cubicBezTo>
                  <a:cubicBezTo>
                    <a:pt x="57" y="109"/>
                    <a:pt x="56" y="114"/>
                    <a:pt x="56" y="114"/>
                  </a:cubicBezTo>
                  <a:cubicBezTo>
                    <a:pt x="56" y="114"/>
                    <a:pt x="54" y="109"/>
                    <a:pt x="49" y="108"/>
                  </a:cubicBezTo>
                  <a:cubicBezTo>
                    <a:pt x="45" y="108"/>
                    <a:pt x="45" y="113"/>
                    <a:pt x="45" y="113"/>
                  </a:cubicBezTo>
                  <a:cubicBezTo>
                    <a:pt x="45" y="113"/>
                    <a:pt x="45" y="108"/>
                    <a:pt x="47" y="107"/>
                  </a:cubicBezTo>
                  <a:cubicBezTo>
                    <a:pt x="50" y="105"/>
                    <a:pt x="43" y="101"/>
                    <a:pt x="41" y="93"/>
                  </a:cubicBezTo>
                  <a:cubicBezTo>
                    <a:pt x="38" y="85"/>
                    <a:pt x="39" y="77"/>
                    <a:pt x="31" y="76"/>
                  </a:cubicBezTo>
                  <a:cubicBezTo>
                    <a:pt x="17" y="75"/>
                    <a:pt x="0" y="69"/>
                    <a:pt x="4" y="4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5" name="Freeform 485">
              <a:extLst>
                <a:ext uri="{FF2B5EF4-FFF2-40B4-BE49-F238E27FC236}">
                  <a16:creationId xmlns:a16="http://schemas.microsoft.com/office/drawing/2014/main" id="{8303CD55-AB34-47A9-A725-F266DC65A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946"/>
              <a:ext cx="246" cy="265"/>
            </a:xfrm>
            <a:custGeom>
              <a:avLst/>
              <a:gdLst>
                <a:gd name="T0" fmla="*/ 0 w 133"/>
                <a:gd name="T1" fmla="*/ 515 h 143"/>
                <a:gd name="T2" fmla="*/ 37 w 133"/>
                <a:gd name="T3" fmla="*/ 591 h 143"/>
                <a:gd name="T4" fmla="*/ 222 w 133"/>
                <a:gd name="T5" fmla="*/ 708 h 143"/>
                <a:gd name="T6" fmla="*/ 335 w 133"/>
                <a:gd name="T7" fmla="*/ 910 h 143"/>
                <a:gd name="T8" fmla="*/ 311 w 133"/>
                <a:gd name="T9" fmla="*/ 680 h 143"/>
                <a:gd name="T10" fmla="*/ 431 w 133"/>
                <a:gd name="T11" fmla="*/ 628 h 143"/>
                <a:gd name="T12" fmla="*/ 335 w 133"/>
                <a:gd name="T13" fmla="*/ 597 h 143"/>
                <a:gd name="T14" fmla="*/ 424 w 133"/>
                <a:gd name="T15" fmla="*/ 178 h 143"/>
                <a:gd name="T16" fmla="*/ 581 w 133"/>
                <a:gd name="T17" fmla="*/ 158 h 143"/>
                <a:gd name="T18" fmla="*/ 694 w 133"/>
                <a:gd name="T19" fmla="*/ 82 h 143"/>
                <a:gd name="T20" fmla="*/ 842 w 133"/>
                <a:gd name="T21" fmla="*/ 32 h 143"/>
                <a:gd name="T22" fmla="*/ 745 w 133"/>
                <a:gd name="T23" fmla="*/ 52 h 143"/>
                <a:gd name="T24" fmla="*/ 640 w 133"/>
                <a:gd name="T25" fmla="*/ 104 h 143"/>
                <a:gd name="T26" fmla="*/ 507 w 133"/>
                <a:gd name="T27" fmla="*/ 120 h 143"/>
                <a:gd name="T28" fmla="*/ 305 w 133"/>
                <a:gd name="T29" fmla="*/ 591 h 143"/>
                <a:gd name="T30" fmla="*/ 216 w 133"/>
                <a:gd name="T31" fmla="*/ 649 h 143"/>
                <a:gd name="T32" fmla="*/ 57 w 133"/>
                <a:gd name="T33" fmla="*/ 573 h 143"/>
                <a:gd name="T34" fmla="*/ 0 w 133"/>
                <a:gd name="T35" fmla="*/ 515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3" h="143">
                  <a:moveTo>
                    <a:pt x="0" y="81"/>
                  </a:moveTo>
                  <a:cubicBezTo>
                    <a:pt x="0" y="81"/>
                    <a:pt x="6" y="89"/>
                    <a:pt x="6" y="93"/>
                  </a:cubicBezTo>
                  <a:cubicBezTo>
                    <a:pt x="5" y="98"/>
                    <a:pt x="25" y="99"/>
                    <a:pt x="35" y="111"/>
                  </a:cubicBezTo>
                  <a:cubicBezTo>
                    <a:pt x="46" y="122"/>
                    <a:pt x="53" y="143"/>
                    <a:pt x="53" y="143"/>
                  </a:cubicBezTo>
                  <a:cubicBezTo>
                    <a:pt x="53" y="143"/>
                    <a:pt x="43" y="113"/>
                    <a:pt x="49" y="107"/>
                  </a:cubicBezTo>
                  <a:cubicBezTo>
                    <a:pt x="55" y="102"/>
                    <a:pt x="68" y="99"/>
                    <a:pt x="68" y="99"/>
                  </a:cubicBezTo>
                  <a:cubicBezTo>
                    <a:pt x="68" y="99"/>
                    <a:pt x="55" y="99"/>
                    <a:pt x="53" y="94"/>
                  </a:cubicBezTo>
                  <a:cubicBezTo>
                    <a:pt x="50" y="89"/>
                    <a:pt x="41" y="32"/>
                    <a:pt x="67" y="28"/>
                  </a:cubicBezTo>
                  <a:cubicBezTo>
                    <a:pt x="80" y="26"/>
                    <a:pt x="80" y="20"/>
                    <a:pt x="92" y="25"/>
                  </a:cubicBezTo>
                  <a:cubicBezTo>
                    <a:pt x="104" y="29"/>
                    <a:pt x="100" y="11"/>
                    <a:pt x="110" y="13"/>
                  </a:cubicBezTo>
                  <a:cubicBezTo>
                    <a:pt x="120" y="15"/>
                    <a:pt x="122" y="2"/>
                    <a:pt x="133" y="5"/>
                  </a:cubicBezTo>
                  <a:cubicBezTo>
                    <a:pt x="133" y="5"/>
                    <a:pt x="125" y="0"/>
                    <a:pt x="118" y="8"/>
                  </a:cubicBezTo>
                  <a:cubicBezTo>
                    <a:pt x="112" y="15"/>
                    <a:pt x="110" y="3"/>
                    <a:pt x="101" y="16"/>
                  </a:cubicBezTo>
                  <a:cubicBezTo>
                    <a:pt x="94" y="28"/>
                    <a:pt x="90" y="16"/>
                    <a:pt x="80" y="19"/>
                  </a:cubicBezTo>
                  <a:cubicBezTo>
                    <a:pt x="69" y="22"/>
                    <a:pt x="34" y="24"/>
                    <a:pt x="48" y="93"/>
                  </a:cubicBezTo>
                  <a:cubicBezTo>
                    <a:pt x="49" y="98"/>
                    <a:pt x="47" y="108"/>
                    <a:pt x="34" y="102"/>
                  </a:cubicBezTo>
                  <a:cubicBezTo>
                    <a:pt x="20" y="95"/>
                    <a:pt x="12" y="97"/>
                    <a:pt x="9" y="90"/>
                  </a:cubicBezTo>
                  <a:cubicBezTo>
                    <a:pt x="6" y="84"/>
                    <a:pt x="0" y="81"/>
                    <a:pt x="0" y="8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6" name="Freeform 486">
              <a:extLst>
                <a:ext uri="{FF2B5EF4-FFF2-40B4-BE49-F238E27FC236}">
                  <a16:creationId xmlns:a16="http://schemas.microsoft.com/office/drawing/2014/main" id="{545E3755-1670-4A34-AC96-0073DC48E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905"/>
              <a:ext cx="216" cy="364"/>
            </a:xfrm>
            <a:custGeom>
              <a:avLst/>
              <a:gdLst>
                <a:gd name="T0" fmla="*/ 713 w 117"/>
                <a:gd name="T1" fmla="*/ 0 h 196"/>
                <a:gd name="T2" fmla="*/ 737 w 117"/>
                <a:gd name="T3" fmla="*/ 45 h 196"/>
                <a:gd name="T4" fmla="*/ 698 w 117"/>
                <a:gd name="T5" fmla="*/ 76 h 196"/>
                <a:gd name="T6" fmla="*/ 548 w 117"/>
                <a:gd name="T7" fmla="*/ 149 h 196"/>
                <a:gd name="T8" fmla="*/ 388 w 117"/>
                <a:gd name="T9" fmla="*/ 306 h 196"/>
                <a:gd name="T10" fmla="*/ 388 w 117"/>
                <a:gd name="T11" fmla="*/ 507 h 196"/>
                <a:gd name="T12" fmla="*/ 423 w 117"/>
                <a:gd name="T13" fmla="*/ 596 h 196"/>
                <a:gd name="T14" fmla="*/ 358 w 117"/>
                <a:gd name="T15" fmla="*/ 518 h 196"/>
                <a:gd name="T16" fmla="*/ 177 w 117"/>
                <a:gd name="T17" fmla="*/ 596 h 196"/>
                <a:gd name="T18" fmla="*/ 76 w 117"/>
                <a:gd name="T19" fmla="*/ 838 h 196"/>
                <a:gd name="T20" fmla="*/ 61 w 117"/>
                <a:gd name="T21" fmla="*/ 1114 h 196"/>
                <a:gd name="T22" fmla="*/ 13 w 117"/>
                <a:gd name="T23" fmla="*/ 1255 h 196"/>
                <a:gd name="T24" fmla="*/ 57 w 117"/>
                <a:gd name="T25" fmla="*/ 1099 h 196"/>
                <a:gd name="T26" fmla="*/ 89 w 117"/>
                <a:gd name="T27" fmla="*/ 704 h 196"/>
                <a:gd name="T28" fmla="*/ 233 w 117"/>
                <a:gd name="T29" fmla="*/ 539 h 196"/>
                <a:gd name="T30" fmla="*/ 351 w 117"/>
                <a:gd name="T31" fmla="*/ 479 h 196"/>
                <a:gd name="T32" fmla="*/ 347 w 117"/>
                <a:gd name="T33" fmla="*/ 293 h 196"/>
                <a:gd name="T34" fmla="*/ 297 w 117"/>
                <a:gd name="T35" fmla="*/ 193 h 196"/>
                <a:gd name="T36" fmla="*/ 366 w 117"/>
                <a:gd name="T37" fmla="*/ 282 h 196"/>
                <a:gd name="T38" fmla="*/ 395 w 117"/>
                <a:gd name="T39" fmla="*/ 245 h 196"/>
                <a:gd name="T40" fmla="*/ 548 w 117"/>
                <a:gd name="T41" fmla="*/ 128 h 196"/>
                <a:gd name="T42" fmla="*/ 685 w 117"/>
                <a:gd name="T43" fmla="*/ 52 h 196"/>
                <a:gd name="T44" fmla="*/ 713 w 117"/>
                <a:gd name="T45" fmla="*/ 0 h 19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7" h="196">
                  <a:moveTo>
                    <a:pt x="113" y="0"/>
                  </a:moveTo>
                  <a:cubicBezTo>
                    <a:pt x="113" y="0"/>
                    <a:pt x="112" y="11"/>
                    <a:pt x="117" y="7"/>
                  </a:cubicBezTo>
                  <a:cubicBezTo>
                    <a:pt x="117" y="7"/>
                    <a:pt x="117" y="11"/>
                    <a:pt x="111" y="12"/>
                  </a:cubicBezTo>
                  <a:cubicBezTo>
                    <a:pt x="104" y="12"/>
                    <a:pt x="98" y="23"/>
                    <a:pt x="87" y="23"/>
                  </a:cubicBezTo>
                  <a:cubicBezTo>
                    <a:pt x="76" y="23"/>
                    <a:pt x="63" y="40"/>
                    <a:pt x="62" y="48"/>
                  </a:cubicBezTo>
                  <a:cubicBezTo>
                    <a:pt x="62" y="56"/>
                    <a:pt x="60" y="74"/>
                    <a:pt x="62" y="79"/>
                  </a:cubicBezTo>
                  <a:cubicBezTo>
                    <a:pt x="64" y="83"/>
                    <a:pt x="67" y="91"/>
                    <a:pt x="67" y="93"/>
                  </a:cubicBezTo>
                  <a:cubicBezTo>
                    <a:pt x="67" y="93"/>
                    <a:pt x="63" y="83"/>
                    <a:pt x="57" y="81"/>
                  </a:cubicBezTo>
                  <a:cubicBezTo>
                    <a:pt x="50" y="80"/>
                    <a:pt x="33" y="86"/>
                    <a:pt x="28" y="93"/>
                  </a:cubicBezTo>
                  <a:cubicBezTo>
                    <a:pt x="24" y="100"/>
                    <a:pt x="11" y="113"/>
                    <a:pt x="12" y="131"/>
                  </a:cubicBezTo>
                  <a:cubicBezTo>
                    <a:pt x="14" y="148"/>
                    <a:pt x="14" y="171"/>
                    <a:pt x="10" y="174"/>
                  </a:cubicBezTo>
                  <a:cubicBezTo>
                    <a:pt x="7" y="177"/>
                    <a:pt x="0" y="190"/>
                    <a:pt x="2" y="196"/>
                  </a:cubicBezTo>
                  <a:cubicBezTo>
                    <a:pt x="2" y="196"/>
                    <a:pt x="0" y="190"/>
                    <a:pt x="9" y="172"/>
                  </a:cubicBezTo>
                  <a:cubicBezTo>
                    <a:pt x="14" y="162"/>
                    <a:pt x="8" y="120"/>
                    <a:pt x="14" y="110"/>
                  </a:cubicBezTo>
                  <a:cubicBezTo>
                    <a:pt x="14" y="110"/>
                    <a:pt x="27" y="90"/>
                    <a:pt x="37" y="84"/>
                  </a:cubicBezTo>
                  <a:cubicBezTo>
                    <a:pt x="46" y="78"/>
                    <a:pt x="52" y="80"/>
                    <a:pt x="56" y="75"/>
                  </a:cubicBezTo>
                  <a:cubicBezTo>
                    <a:pt x="60" y="71"/>
                    <a:pt x="62" y="50"/>
                    <a:pt x="55" y="46"/>
                  </a:cubicBezTo>
                  <a:cubicBezTo>
                    <a:pt x="49" y="42"/>
                    <a:pt x="45" y="33"/>
                    <a:pt x="47" y="30"/>
                  </a:cubicBezTo>
                  <a:cubicBezTo>
                    <a:pt x="47" y="30"/>
                    <a:pt x="51" y="41"/>
                    <a:pt x="58" y="44"/>
                  </a:cubicBezTo>
                  <a:cubicBezTo>
                    <a:pt x="64" y="47"/>
                    <a:pt x="62" y="40"/>
                    <a:pt x="63" y="38"/>
                  </a:cubicBezTo>
                  <a:cubicBezTo>
                    <a:pt x="64" y="35"/>
                    <a:pt x="79" y="21"/>
                    <a:pt x="87" y="20"/>
                  </a:cubicBezTo>
                  <a:cubicBezTo>
                    <a:pt x="95" y="19"/>
                    <a:pt x="105" y="8"/>
                    <a:pt x="109" y="8"/>
                  </a:cubicBezTo>
                  <a:cubicBezTo>
                    <a:pt x="112" y="9"/>
                    <a:pt x="113" y="1"/>
                    <a:pt x="113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7" name="Freeform 487">
              <a:extLst>
                <a:ext uri="{FF2B5EF4-FFF2-40B4-BE49-F238E27FC236}">
                  <a16:creationId xmlns:a16="http://schemas.microsoft.com/office/drawing/2014/main" id="{E732A62C-E9F5-4A2E-8BC8-49D34EDD1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904"/>
              <a:ext cx="108" cy="98"/>
            </a:xfrm>
            <a:custGeom>
              <a:avLst/>
              <a:gdLst>
                <a:gd name="T0" fmla="*/ 32 w 58"/>
                <a:gd name="T1" fmla="*/ 335 h 53"/>
                <a:gd name="T2" fmla="*/ 121 w 58"/>
                <a:gd name="T3" fmla="*/ 189 h 53"/>
                <a:gd name="T4" fmla="*/ 270 w 58"/>
                <a:gd name="T5" fmla="*/ 102 h 53"/>
                <a:gd name="T6" fmla="*/ 374 w 58"/>
                <a:gd name="T7" fmla="*/ 57 h 53"/>
                <a:gd name="T8" fmla="*/ 270 w 58"/>
                <a:gd name="T9" fmla="*/ 76 h 53"/>
                <a:gd name="T10" fmla="*/ 257 w 58"/>
                <a:gd name="T11" fmla="*/ 13 h 53"/>
                <a:gd name="T12" fmla="*/ 257 w 58"/>
                <a:gd name="T13" fmla="*/ 76 h 53"/>
                <a:gd name="T14" fmla="*/ 194 w 58"/>
                <a:gd name="T15" fmla="*/ 133 h 53"/>
                <a:gd name="T16" fmla="*/ 69 w 58"/>
                <a:gd name="T17" fmla="*/ 31 h 53"/>
                <a:gd name="T18" fmla="*/ 0 w 58"/>
                <a:gd name="T19" fmla="*/ 0 h 53"/>
                <a:gd name="T20" fmla="*/ 69 w 58"/>
                <a:gd name="T21" fmla="*/ 37 h 53"/>
                <a:gd name="T22" fmla="*/ 149 w 58"/>
                <a:gd name="T23" fmla="*/ 141 h 53"/>
                <a:gd name="T24" fmla="*/ 32 w 58"/>
                <a:gd name="T25" fmla="*/ 335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53">
                  <a:moveTo>
                    <a:pt x="5" y="53"/>
                  </a:moveTo>
                  <a:cubicBezTo>
                    <a:pt x="5" y="53"/>
                    <a:pt x="9" y="34"/>
                    <a:pt x="19" y="30"/>
                  </a:cubicBezTo>
                  <a:cubicBezTo>
                    <a:pt x="28" y="26"/>
                    <a:pt x="41" y="19"/>
                    <a:pt x="42" y="16"/>
                  </a:cubicBezTo>
                  <a:cubicBezTo>
                    <a:pt x="44" y="13"/>
                    <a:pt x="52" y="17"/>
                    <a:pt x="58" y="9"/>
                  </a:cubicBezTo>
                  <a:cubicBezTo>
                    <a:pt x="58" y="9"/>
                    <a:pt x="46" y="17"/>
                    <a:pt x="42" y="12"/>
                  </a:cubicBezTo>
                  <a:cubicBezTo>
                    <a:pt x="38" y="7"/>
                    <a:pt x="40" y="2"/>
                    <a:pt x="40" y="2"/>
                  </a:cubicBezTo>
                  <a:cubicBezTo>
                    <a:pt x="40" y="2"/>
                    <a:pt x="38" y="8"/>
                    <a:pt x="40" y="12"/>
                  </a:cubicBezTo>
                  <a:cubicBezTo>
                    <a:pt x="42" y="16"/>
                    <a:pt x="34" y="23"/>
                    <a:pt x="30" y="21"/>
                  </a:cubicBezTo>
                  <a:cubicBezTo>
                    <a:pt x="26" y="19"/>
                    <a:pt x="16" y="6"/>
                    <a:pt x="11" y="5"/>
                  </a:cubicBezTo>
                  <a:cubicBezTo>
                    <a:pt x="7" y="4"/>
                    <a:pt x="1" y="2"/>
                    <a:pt x="0" y="0"/>
                  </a:cubicBezTo>
                  <a:cubicBezTo>
                    <a:pt x="0" y="0"/>
                    <a:pt x="6" y="5"/>
                    <a:pt x="11" y="6"/>
                  </a:cubicBezTo>
                  <a:cubicBezTo>
                    <a:pt x="17" y="8"/>
                    <a:pt x="26" y="20"/>
                    <a:pt x="23" y="22"/>
                  </a:cubicBezTo>
                  <a:cubicBezTo>
                    <a:pt x="21" y="25"/>
                    <a:pt x="4" y="34"/>
                    <a:pt x="5" y="5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8" name="Freeform 488">
              <a:extLst>
                <a:ext uri="{FF2B5EF4-FFF2-40B4-BE49-F238E27FC236}">
                  <a16:creationId xmlns:a16="http://schemas.microsoft.com/office/drawing/2014/main" id="{FA00E733-2834-46D5-A64E-A351824E8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002"/>
              <a:ext cx="35" cy="48"/>
            </a:xfrm>
            <a:custGeom>
              <a:avLst/>
              <a:gdLst>
                <a:gd name="T0" fmla="*/ 0 w 19"/>
                <a:gd name="T1" fmla="*/ 31 h 26"/>
                <a:gd name="T2" fmla="*/ 31 w 19"/>
                <a:gd name="T3" fmla="*/ 164 h 26"/>
                <a:gd name="T4" fmla="*/ 118 w 19"/>
                <a:gd name="T5" fmla="*/ 140 h 26"/>
                <a:gd name="T6" fmla="*/ 76 w 19"/>
                <a:gd name="T7" fmla="*/ 105 h 26"/>
                <a:gd name="T8" fmla="*/ 98 w 19"/>
                <a:gd name="T9" fmla="*/ 0 h 26"/>
                <a:gd name="T10" fmla="*/ 57 w 19"/>
                <a:gd name="T11" fmla="*/ 57 h 26"/>
                <a:gd name="T12" fmla="*/ 0 w 19"/>
                <a:gd name="T13" fmla="*/ 3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0" y="5"/>
                  </a:moveTo>
                  <a:cubicBezTo>
                    <a:pt x="0" y="5"/>
                    <a:pt x="16" y="13"/>
                    <a:pt x="5" y="26"/>
                  </a:cubicBezTo>
                  <a:cubicBezTo>
                    <a:pt x="5" y="26"/>
                    <a:pt x="13" y="14"/>
                    <a:pt x="19" y="22"/>
                  </a:cubicBezTo>
                  <a:cubicBezTo>
                    <a:pt x="19" y="22"/>
                    <a:pt x="14" y="15"/>
                    <a:pt x="12" y="17"/>
                  </a:cubicBezTo>
                  <a:cubicBezTo>
                    <a:pt x="9" y="18"/>
                    <a:pt x="10" y="5"/>
                    <a:pt x="16" y="0"/>
                  </a:cubicBezTo>
                  <a:cubicBezTo>
                    <a:pt x="16" y="0"/>
                    <a:pt x="8" y="6"/>
                    <a:pt x="9" y="9"/>
                  </a:cubicBezTo>
                  <a:cubicBezTo>
                    <a:pt x="9" y="12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9" name="Freeform 489">
              <a:extLst>
                <a:ext uri="{FF2B5EF4-FFF2-40B4-BE49-F238E27FC236}">
                  <a16:creationId xmlns:a16="http://schemas.microsoft.com/office/drawing/2014/main" id="{AE2CF722-22D8-456C-B381-BEA80E085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968"/>
              <a:ext cx="125" cy="104"/>
            </a:xfrm>
            <a:custGeom>
              <a:avLst/>
              <a:gdLst>
                <a:gd name="T0" fmla="*/ 0 w 68"/>
                <a:gd name="T1" fmla="*/ 65 h 56"/>
                <a:gd name="T2" fmla="*/ 173 w 68"/>
                <a:gd name="T3" fmla="*/ 121 h 56"/>
                <a:gd name="T4" fmla="*/ 118 w 68"/>
                <a:gd name="T5" fmla="*/ 358 h 56"/>
                <a:gd name="T6" fmla="*/ 169 w 68"/>
                <a:gd name="T7" fmla="*/ 210 h 56"/>
                <a:gd name="T8" fmla="*/ 213 w 68"/>
                <a:gd name="T9" fmla="*/ 134 h 56"/>
                <a:gd name="T10" fmla="*/ 379 w 68"/>
                <a:gd name="T11" fmla="*/ 282 h 56"/>
                <a:gd name="T12" fmla="*/ 303 w 68"/>
                <a:gd name="T13" fmla="*/ 121 h 56"/>
                <a:gd name="T14" fmla="*/ 423 w 68"/>
                <a:gd name="T15" fmla="*/ 104 h 56"/>
                <a:gd name="T16" fmla="*/ 399 w 68"/>
                <a:gd name="T17" fmla="*/ 65 h 56"/>
                <a:gd name="T18" fmla="*/ 371 w 68"/>
                <a:gd name="T19" fmla="*/ 0 h 56"/>
                <a:gd name="T20" fmla="*/ 386 w 68"/>
                <a:gd name="T21" fmla="*/ 65 h 56"/>
                <a:gd name="T22" fmla="*/ 287 w 68"/>
                <a:gd name="T23" fmla="*/ 121 h 56"/>
                <a:gd name="T24" fmla="*/ 193 w 68"/>
                <a:gd name="T25" fmla="*/ 104 h 56"/>
                <a:gd name="T26" fmla="*/ 0 w 68"/>
                <a:gd name="T27" fmla="*/ 65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56">
                  <a:moveTo>
                    <a:pt x="0" y="10"/>
                  </a:moveTo>
                  <a:cubicBezTo>
                    <a:pt x="0" y="10"/>
                    <a:pt x="31" y="9"/>
                    <a:pt x="28" y="19"/>
                  </a:cubicBezTo>
                  <a:cubicBezTo>
                    <a:pt x="24" y="29"/>
                    <a:pt x="18" y="50"/>
                    <a:pt x="19" y="56"/>
                  </a:cubicBezTo>
                  <a:cubicBezTo>
                    <a:pt x="19" y="56"/>
                    <a:pt x="23" y="33"/>
                    <a:pt x="27" y="33"/>
                  </a:cubicBezTo>
                  <a:cubicBezTo>
                    <a:pt x="27" y="33"/>
                    <a:pt x="26" y="21"/>
                    <a:pt x="34" y="21"/>
                  </a:cubicBezTo>
                  <a:cubicBezTo>
                    <a:pt x="42" y="20"/>
                    <a:pt x="56" y="37"/>
                    <a:pt x="61" y="44"/>
                  </a:cubicBezTo>
                  <a:cubicBezTo>
                    <a:pt x="61" y="44"/>
                    <a:pt x="43" y="23"/>
                    <a:pt x="49" y="19"/>
                  </a:cubicBezTo>
                  <a:cubicBezTo>
                    <a:pt x="55" y="15"/>
                    <a:pt x="61" y="11"/>
                    <a:pt x="68" y="16"/>
                  </a:cubicBezTo>
                  <a:cubicBezTo>
                    <a:pt x="68" y="16"/>
                    <a:pt x="64" y="13"/>
                    <a:pt x="64" y="10"/>
                  </a:cubicBezTo>
                  <a:cubicBezTo>
                    <a:pt x="64" y="8"/>
                    <a:pt x="63" y="1"/>
                    <a:pt x="60" y="0"/>
                  </a:cubicBezTo>
                  <a:cubicBezTo>
                    <a:pt x="60" y="0"/>
                    <a:pt x="64" y="8"/>
                    <a:pt x="62" y="10"/>
                  </a:cubicBezTo>
                  <a:cubicBezTo>
                    <a:pt x="60" y="11"/>
                    <a:pt x="48" y="14"/>
                    <a:pt x="46" y="19"/>
                  </a:cubicBezTo>
                  <a:cubicBezTo>
                    <a:pt x="44" y="23"/>
                    <a:pt x="33" y="19"/>
                    <a:pt x="31" y="16"/>
                  </a:cubicBezTo>
                  <a:cubicBezTo>
                    <a:pt x="29" y="13"/>
                    <a:pt x="18" y="7"/>
                    <a:pt x="0" y="1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0" name="Freeform 490">
              <a:extLst>
                <a:ext uri="{FF2B5EF4-FFF2-40B4-BE49-F238E27FC236}">
                  <a16:creationId xmlns:a16="http://schemas.microsoft.com/office/drawing/2014/main" id="{07930107-2CEE-4D41-9F7F-5E214E32F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020"/>
              <a:ext cx="477" cy="343"/>
            </a:xfrm>
            <a:custGeom>
              <a:avLst/>
              <a:gdLst>
                <a:gd name="T0" fmla="*/ 0 w 258"/>
                <a:gd name="T1" fmla="*/ 986 h 185"/>
                <a:gd name="T2" fmla="*/ 148 w 258"/>
                <a:gd name="T3" fmla="*/ 1038 h 185"/>
                <a:gd name="T4" fmla="*/ 239 w 258"/>
                <a:gd name="T5" fmla="*/ 1179 h 185"/>
                <a:gd name="T6" fmla="*/ 290 w 258"/>
                <a:gd name="T7" fmla="*/ 1075 h 185"/>
                <a:gd name="T8" fmla="*/ 492 w 258"/>
                <a:gd name="T9" fmla="*/ 983 h 185"/>
                <a:gd name="T10" fmla="*/ 708 w 258"/>
                <a:gd name="T11" fmla="*/ 955 h 185"/>
                <a:gd name="T12" fmla="*/ 1063 w 258"/>
                <a:gd name="T13" fmla="*/ 716 h 185"/>
                <a:gd name="T14" fmla="*/ 1119 w 258"/>
                <a:gd name="T15" fmla="*/ 708 h 185"/>
                <a:gd name="T16" fmla="*/ 1163 w 258"/>
                <a:gd name="T17" fmla="*/ 764 h 185"/>
                <a:gd name="T18" fmla="*/ 1148 w 258"/>
                <a:gd name="T19" fmla="*/ 656 h 185"/>
                <a:gd name="T20" fmla="*/ 1183 w 258"/>
                <a:gd name="T21" fmla="*/ 643 h 185"/>
                <a:gd name="T22" fmla="*/ 1163 w 258"/>
                <a:gd name="T23" fmla="*/ 575 h 185"/>
                <a:gd name="T24" fmla="*/ 1361 w 258"/>
                <a:gd name="T25" fmla="*/ 337 h 185"/>
                <a:gd name="T26" fmla="*/ 1483 w 258"/>
                <a:gd name="T27" fmla="*/ 165 h 185"/>
                <a:gd name="T28" fmla="*/ 1631 w 258"/>
                <a:gd name="T29" fmla="*/ 133 h 185"/>
                <a:gd name="T30" fmla="*/ 1466 w 258"/>
                <a:gd name="T31" fmla="*/ 113 h 185"/>
                <a:gd name="T32" fmla="*/ 1442 w 258"/>
                <a:gd name="T33" fmla="*/ 254 h 185"/>
                <a:gd name="T34" fmla="*/ 1200 w 258"/>
                <a:gd name="T35" fmla="*/ 478 h 185"/>
                <a:gd name="T36" fmla="*/ 1144 w 258"/>
                <a:gd name="T37" fmla="*/ 625 h 185"/>
                <a:gd name="T38" fmla="*/ 1119 w 258"/>
                <a:gd name="T39" fmla="*/ 680 h 185"/>
                <a:gd name="T40" fmla="*/ 1063 w 258"/>
                <a:gd name="T41" fmla="*/ 636 h 185"/>
                <a:gd name="T42" fmla="*/ 1030 w 258"/>
                <a:gd name="T43" fmla="*/ 740 h 185"/>
                <a:gd name="T44" fmla="*/ 677 w 258"/>
                <a:gd name="T45" fmla="*/ 931 h 185"/>
                <a:gd name="T46" fmla="*/ 423 w 258"/>
                <a:gd name="T47" fmla="*/ 805 h 185"/>
                <a:gd name="T48" fmla="*/ 531 w 258"/>
                <a:gd name="T49" fmla="*/ 931 h 185"/>
                <a:gd name="T50" fmla="*/ 394 w 258"/>
                <a:gd name="T51" fmla="*/ 1007 h 185"/>
                <a:gd name="T52" fmla="*/ 194 w 258"/>
                <a:gd name="T53" fmla="*/ 1051 h 185"/>
                <a:gd name="T54" fmla="*/ 0 w 258"/>
                <a:gd name="T55" fmla="*/ 986 h 18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8" h="185">
                  <a:moveTo>
                    <a:pt x="0" y="155"/>
                  </a:moveTo>
                  <a:cubicBezTo>
                    <a:pt x="0" y="155"/>
                    <a:pt x="15" y="157"/>
                    <a:pt x="23" y="163"/>
                  </a:cubicBezTo>
                  <a:cubicBezTo>
                    <a:pt x="31" y="170"/>
                    <a:pt x="39" y="178"/>
                    <a:pt x="38" y="185"/>
                  </a:cubicBezTo>
                  <a:cubicBezTo>
                    <a:pt x="38" y="185"/>
                    <a:pt x="36" y="169"/>
                    <a:pt x="46" y="169"/>
                  </a:cubicBezTo>
                  <a:cubicBezTo>
                    <a:pt x="57" y="168"/>
                    <a:pt x="73" y="156"/>
                    <a:pt x="78" y="154"/>
                  </a:cubicBezTo>
                  <a:cubicBezTo>
                    <a:pt x="83" y="152"/>
                    <a:pt x="97" y="147"/>
                    <a:pt x="112" y="150"/>
                  </a:cubicBezTo>
                  <a:cubicBezTo>
                    <a:pt x="126" y="152"/>
                    <a:pt x="157" y="142"/>
                    <a:pt x="168" y="112"/>
                  </a:cubicBezTo>
                  <a:cubicBezTo>
                    <a:pt x="168" y="112"/>
                    <a:pt x="175" y="109"/>
                    <a:pt x="177" y="111"/>
                  </a:cubicBezTo>
                  <a:cubicBezTo>
                    <a:pt x="180" y="113"/>
                    <a:pt x="184" y="120"/>
                    <a:pt x="184" y="120"/>
                  </a:cubicBezTo>
                  <a:cubicBezTo>
                    <a:pt x="184" y="120"/>
                    <a:pt x="177" y="110"/>
                    <a:pt x="182" y="103"/>
                  </a:cubicBezTo>
                  <a:cubicBezTo>
                    <a:pt x="186" y="97"/>
                    <a:pt x="187" y="101"/>
                    <a:pt x="187" y="101"/>
                  </a:cubicBezTo>
                  <a:cubicBezTo>
                    <a:pt x="187" y="101"/>
                    <a:pt x="182" y="99"/>
                    <a:pt x="184" y="90"/>
                  </a:cubicBezTo>
                  <a:cubicBezTo>
                    <a:pt x="186" y="81"/>
                    <a:pt x="204" y="56"/>
                    <a:pt x="215" y="53"/>
                  </a:cubicBezTo>
                  <a:cubicBezTo>
                    <a:pt x="226" y="49"/>
                    <a:pt x="237" y="40"/>
                    <a:pt x="235" y="26"/>
                  </a:cubicBezTo>
                  <a:cubicBezTo>
                    <a:pt x="232" y="12"/>
                    <a:pt x="246" y="7"/>
                    <a:pt x="258" y="21"/>
                  </a:cubicBezTo>
                  <a:cubicBezTo>
                    <a:pt x="258" y="21"/>
                    <a:pt x="242" y="0"/>
                    <a:pt x="232" y="18"/>
                  </a:cubicBezTo>
                  <a:cubicBezTo>
                    <a:pt x="230" y="23"/>
                    <a:pt x="237" y="31"/>
                    <a:pt x="228" y="40"/>
                  </a:cubicBezTo>
                  <a:cubicBezTo>
                    <a:pt x="219" y="49"/>
                    <a:pt x="199" y="56"/>
                    <a:pt x="190" y="75"/>
                  </a:cubicBezTo>
                  <a:cubicBezTo>
                    <a:pt x="180" y="94"/>
                    <a:pt x="180" y="95"/>
                    <a:pt x="181" y="98"/>
                  </a:cubicBezTo>
                  <a:cubicBezTo>
                    <a:pt x="181" y="98"/>
                    <a:pt x="177" y="103"/>
                    <a:pt x="177" y="107"/>
                  </a:cubicBezTo>
                  <a:cubicBezTo>
                    <a:pt x="177" y="107"/>
                    <a:pt x="171" y="113"/>
                    <a:pt x="168" y="100"/>
                  </a:cubicBezTo>
                  <a:cubicBezTo>
                    <a:pt x="168" y="100"/>
                    <a:pt x="169" y="107"/>
                    <a:pt x="163" y="116"/>
                  </a:cubicBezTo>
                  <a:cubicBezTo>
                    <a:pt x="157" y="125"/>
                    <a:pt x="140" y="152"/>
                    <a:pt x="107" y="146"/>
                  </a:cubicBezTo>
                  <a:cubicBezTo>
                    <a:pt x="73" y="140"/>
                    <a:pt x="72" y="139"/>
                    <a:pt x="67" y="126"/>
                  </a:cubicBezTo>
                  <a:cubicBezTo>
                    <a:pt x="67" y="126"/>
                    <a:pt x="66" y="137"/>
                    <a:pt x="84" y="146"/>
                  </a:cubicBezTo>
                  <a:cubicBezTo>
                    <a:pt x="90" y="149"/>
                    <a:pt x="63" y="158"/>
                    <a:pt x="62" y="158"/>
                  </a:cubicBezTo>
                  <a:cubicBezTo>
                    <a:pt x="60" y="159"/>
                    <a:pt x="46" y="173"/>
                    <a:pt x="31" y="165"/>
                  </a:cubicBezTo>
                  <a:cubicBezTo>
                    <a:pt x="16" y="156"/>
                    <a:pt x="0" y="155"/>
                    <a:pt x="0" y="15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1" name="Freeform 491">
              <a:extLst>
                <a:ext uri="{FF2B5EF4-FFF2-40B4-BE49-F238E27FC236}">
                  <a16:creationId xmlns:a16="http://schemas.microsoft.com/office/drawing/2014/main" id="{A8F51768-AC5D-40A2-B9F3-98A872DAD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174"/>
              <a:ext cx="126" cy="295"/>
            </a:xfrm>
            <a:custGeom>
              <a:avLst/>
              <a:gdLst>
                <a:gd name="T0" fmla="*/ 0 w 68"/>
                <a:gd name="T1" fmla="*/ 1015 h 159"/>
                <a:gd name="T2" fmla="*/ 185 w 68"/>
                <a:gd name="T3" fmla="*/ 816 h 159"/>
                <a:gd name="T4" fmla="*/ 246 w 68"/>
                <a:gd name="T5" fmla="*/ 748 h 159"/>
                <a:gd name="T6" fmla="*/ 350 w 68"/>
                <a:gd name="T7" fmla="*/ 607 h 159"/>
                <a:gd name="T8" fmla="*/ 395 w 68"/>
                <a:gd name="T9" fmla="*/ 419 h 159"/>
                <a:gd name="T10" fmla="*/ 387 w 68"/>
                <a:gd name="T11" fmla="*/ 262 h 159"/>
                <a:gd name="T12" fmla="*/ 222 w 68"/>
                <a:gd name="T13" fmla="*/ 37 h 159"/>
                <a:gd name="T14" fmla="*/ 285 w 68"/>
                <a:gd name="T15" fmla="*/ 59 h 159"/>
                <a:gd name="T16" fmla="*/ 326 w 68"/>
                <a:gd name="T17" fmla="*/ 0 h 159"/>
                <a:gd name="T18" fmla="*/ 313 w 68"/>
                <a:gd name="T19" fmla="*/ 83 h 159"/>
                <a:gd name="T20" fmla="*/ 426 w 68"/>
                <a:gd name="T21" fmla="*/ 269 h 159"/>
                <a:gd name="T22" fmla="*/ 426 w 68"/>
                <a:gd name="T23" fmla="*/ 299 h 159"/>
                <a:gd name="T24" fmla="*/ 402 w 68"/>
                <a:gd name="T25" fmla="*/ 434 h 159"/>
                <a:gd name="T26" fmla="*/ 350 w 68"/>
                <a:gd name="T27" fmla="*/ 620 h 159"/>
                <a:gd name="T28" fmla="*/ 261 w 68"/>
                <a:gd name="T29" fmla="*/ 768 h 159"/>
                <a:gd name="T30" fmla="*/ 172 w 68"/>
                <a:gd name="T31" fmla="*/ 829 h 159"/>
                <a:gd name="T32" fmla="*/ 0 w 68"/>
                <a:gd name="T33" fmla="*/ 1015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" h="159">
                  <a:moveTo>
                    <a:pt x="0" y="159"/>
                  </a:moveTo>
                  <a:cubicBezTo>
                    <a:pt x="0" y="159"/>
                    <a:pt x="8" y="131"/>
                    <a:pt x="29" y="128"/>
                  </a:cubicBezTo>
                  <a:cubicBezTo>
                    <a:pt x="35" y="127"/>
                    <a:pt x="38" y="124"/>
                    <a:pt x="39" y="117"/>
                  </a:cubicBezTo>
                  <a:cubicBezTo>
                    <a:pt x="40" y="110"/>
                    <a:pt x="50" y="95"/>
                    <a:pt x="55" y="95"/>
                  </a:cubicBezTo>
                  <a:cubicBezTo>
                    <a:pt x="59" y="94"/>
                    <a:pt x="58" y="69"/>
                    <a:pt x="62" y="66"/>
                  </a:cubicBezTo>
                  <a:cubicBezTo>
                    <a:pt x="65" y="64"/>
                    <a:pt x="68" y="46"/>
                    <a:pt x="61" y="41"/>
                  </a:cubicBezTo>
                  <a:cubicBezTo>
                    <a:pt x="55" y="37"/>
                    <a:pt x="47" y="6"/>
                    <a:pt x="35" y="6"/>
                  </a:cubicBezTo>
                  <a:cubicBezTo>
                    <a:pt x="35" y="6"/>
                    <a:pt x="44" y="7"/>
                    <a:pt x="45" y="9"/>
                  </a:cubicBezTo>
                  <a:cubicBezTo>
                    <a:pt x="47" y="11"/>
                    <a:pt x="48" y="1"/>
                    <a:pt x="51" y="0"/>
                  </a:cubicBezTo>
                  <a:cubicBezTo>
                    <a:pt x="51" y="0"/>
                    <a:pt x="47" y="8"/>
                    <a:pt x="49" y="13"/>
                  </a:cubicBezTo>
                  <a:cubicBezTo>
                    <a:pt x="51" y="18"/>
                    <a:pt x="60" y="40"/>
                    <a:pt x="67" y="42"/>
                  </a:cubicBezTo>
                  <a:cubicBezTo>
                    <a:pt x="67" y="42"/>
                    <a:pt x="66" y="46"/>
                    <a:pt x="67" y="47"/>
                  </a:cubicBezTo>
                  <a:cubicBezTo>
                    <a:pt x="68" y="49"/>
                    <a:pt x="68" y="62"/>
                    <a:pt x="63" y="68"/>
                  </a:cubicBezTo>
                  <a:cubicBezTo>
                    <a:pt x="57" y="74"/>
                    <a:pt x="64" y="91"/>
                    <a:pt x="55" y="97"/>
                  </a:cubicBezTo>
                  <a:cubicBezTo>
                    <a:pt x="46" y="102"/>
                    <a:pt x="42" y="115"/>
                    <a:pt x="41" y="120"/>
                  </a:cubicBezTo>
                  <a:cubicBezTo>
                    <a:pt x="40" y="125"/>
                    <a:pt x="33" y="129"/>
                    <a:pt x="27" y="130"/>
                  </a:cubicBezTo>
                  <a:cubicBezTo>
                    <a:pt x="21" y="131"/>
                    <a:pt x="8" y="140"/>
                    <a:pt x="0" y="15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2" name="Freeform 492">
              <a:extLst>
                <a:ext uri="{FF2B5EF4-FFF2-40B4-BE49-F238E27FC236}">
                  <a16:creationId xmlns:a16="http://schemas.microsoft.com/office/drawing/2014/main" id="{DBCB45AF-823B-4419-868B-80A4D6C3E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1417"/>
              <a:ext cx="63" cy="44"/>
            </a:xfrm>
            <a:custGeom>
              <a:avLst/>
              <a:gdLst>
                <a:gd name="T0" fmla="*/ 0 w 34"/>
                <a:gd name="T1" fmla="*/ 97 h 24"/>
                <a:gd name="T2" fmla="*/ 217 w 34"/>
                <a:gd name="T3" fmla="*/ 149 h 24"/>
                <a:gd name="T4" fmla="*/ 76 w 34"/>
                <a:gd name="T5" fmla="*/ 0 h 24"/>
                <a:gd name="T6" fmla="*/ 109 w 34"/>
                <a:gd name="T7" fmla="*/ 81 h 24"/>
                <a:gd name="T8" fmla="*/ 0 w 34"/>
                <a:gd name="T9" fmla="*/ 9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4">
                  <a:moveTo>
                    <a:pt x="0" y="16"/>
                  </a:moveTo>
                  <a:cubicBezTo>
                    <a:pt x="0" y="16"/>
                    <a:pt x="20" y="11"/>
                    <a:pt x="34" y="24"/>
                  </a:cubicBezTo>
                  <a:cubicBezTo>
                    <a:pt x="34" y="24"/>
                    <a:pt x="11" y="11"/>
                    <a:pt x="12" y="0"/>
                  </a:cubicBezTo>
                  <a:cubicBezTo>
                    <a:pt x="12" y="0"/>
                    <a:pt x="13" y="11"/>
                    <a:pt x="17" y="13"/>
                  </a:cubicBezTo>
                  <a:cubicBezTo>
                    <a:pt x="17" y="13"/>
                    <a:pt x="4" y="13"/>
                    <a:pt x="0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3" name="Freeform 493">
              <a:extLst>
                <a:ext uri="{FF2B5EF4-FFF2-40B4-BE49-F238E27FC236}">
                  <a16:creationId xmlns:a16="http://schemas.microsoft.com/office/drawing/2014/main" id="{5D18BC5F-279C-4A17-B09F-088C773A9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224"/>
              <a:ext cx="94" cy="78"/>
            </a:xfrm>
            <a:custGeom>
              <a:avLst/>
              <a:gdLst>
                <a:gd name="T0" fmla="*/ 0 w 51"/>
                <a:gd name="T1" fmla="*/ 104 h 42"/>
                <a:gd name="T2" fmla="*/ 96 w 51"/>
                <a:gd name="T3" fmla="*/ 128 h 42"/>
                <a:gd name="T4" fmla="*/ 133 w 51"/>
                <a:gd name="T5" fmla="*/ 149 h 42"/>
                <a:gd name="T6" fmla="*/ 170 w 51"/>
                <a:gd name="T7" fmla="*/ 158 h 42"/>
                <a:gd name="T8" fmla="*/ 201 w 51"/>
                <a:gd name="T9" fmla="*/ 134 h 42"/>
                <a:gd name="T10" fmla="*/ 238 w 51"/>
                <a:gd name="T11" fmla="*/ 121 h 42"/>
                <a:gd name="T12" fmla="*/ 295 w 51"/>
                <a:gd name="T13" fmla="*/ 0 h 42"/>
                <a:gd name="T14" fmla="*/ 269 w 51"/>
                <a:gd name="T15" fmla="*/ 121 h 42"/>
                <a:gd name="T16" fmla="*/ 181 w 51"/>
                <a:gd name="T17" fmla="*/ 173 h 42"/>
                <a:gd name="T18" fmla="*/ 238 w 51"/>
                <a:gd name="T19" fmla="*/ 269 h 42"/>
                <a:gd name="T20" fmla="*/ 120 w 51"/>
                <a:gd name="T21" fmla="*/ 165 h 42"/>
                <a:gd name="T22" fmla="*/ 13 w 51"/>
                <a:gd name="T23" fmla="*/ 113 h 42"/>
                <a:gd name="T24" fmla="*/ 0 w 51"/>
                <a:gd name="T25" fmla="*/ 104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42">
                  <a:moveTo>
                    <a:pt x="0" y="16"/>
                  </a:moveTo>
                  <a:cubicBezTo>
                    <a:pt x="4" y="18"/>
                    <a:pt x="11" y="18"/>
                    <a:pt x="15" y="20"/>
                  </a:cubicBezTo>
                  <a:cubicBezTo>
                    <a:pt x="18" y="21"/>
                    <a:pt x="20" y="22"/>
                    <a:pt x="21" y="23"/>
                  </a:cubicBezTo>
                  <a:cubicBezTo>
                    <a:pt x="24" y="25"/>
                    <a:pt x="24" y="26"/>
                    <a:pt x="27" y="25"/>
                  </a:cubicBezTo>
                  <a:cubicBezTo>
                    <a:pt x="29" y="24"/>
                    <a:pt x="30" y="22"/>
                    <a:pt x="32" y="21"/>
                  </a:cubicBezTo>
                  <a:cubicBezTo>
                    <a:pt x="34" y="19"/>
                    <a:pt x="36" y="19"/>
                    <a:pt x="38" y="19"/>
                  </a:cubicBezTo>
                  <a:cubicBezTo>
                    <a:pt x="46" y="16"/>
                    <a:pt x="49" y="7"/>
                    <a:pt x="47" y="0"/>
                  </a:cubicBezTo>
                  <a:cubicBezTo>
                    <a:pt x="49" y="8"/>
                    <a:pt x="51" y="14"/>
                    <a:pt x="43" y="19"/>
                  </a:cubicBezTo>
                  <a:cubicBezTo>
                    <a:pt x="39" y="23"/>
                    <a:pt x="32" y="23"/>
                    <a:pt x="29" y="27"/>
                  </a:cubicBezTo>
                  <a:cubicBezTo>
                    <a:pt x="31" y="32"/>
                    <a:pt x="36" y="36"/>
                    <a:pt x="38" y="42"/>
                  </a:cubicBezTo>
                  <a:cubicBezTo>
                    <a:pt x="33" y="35"/>
                    <a:pt x="26" y="31"/>
                    <a:pt x="19" y="26"/>
                  </a:cubicBezTo>
                  <a:cubicBezTo>
                    <a:pt x="14" y="22"/>
                    <a:pt x="9" y="19"/>
                    <a:pt x="2" y="18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4" name="Freeform 494">
              <a:extLst>
                <a:ext uri="{FF2B5EF4-FFF2-40B4-BE49-F238E27FC236}">
                  <a16:creationId xmlns:a16="http://schemas.microsoft.com/office/drawing/2014/main" id="{1CFDB3EF-B186-441E-98C7-E0B5E2AD9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237"/>
              <a:ext cx="51" cy="98"/>
            </a:xfrm>
            <a:custGeom>
              <a:avLst/>
              <a:gdLst>
                <a:gd name="T0" fmla="*/ 0 w 28"/>
                <a:gd name="T1" fmla="*/ 277 h 53"/>
                <a:gd name="T2" fmla="*/ 97 w 28"/>
                <a:gd name="T3" fmla="*/ 185 h 53"/>
                <a:gd name="T4" fmla="*/ 153 w 28"/>
                <a:gd name="T5" fmla="*/ 105 h 53"/>
                <a:gd name="T6" fmla="*/ 133 w 28"/>
                <a:gd name="T7" fmla="*/ 0 h 53"/>
                <a:gd name="T8" fmla="*/ 162 w 28"/>
                <a:gd name="T9" fmla="*/ 105 h 53"/>
                <a:gd name="T10" fmla="*/ 109 w 28"/>
                <a:gd name="T11" fmla="*/ 185 h 53"/>
                <a:gd name="T12" fmla="*/ 7 w 28"/>
                <a:gd name="T13" fmla="*/ 28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3">
                  <a:moveTo>
                    <a:pt x="0" y="44"/>
                  </a:moveTo>
                  <a:cubicBezTo>
                    <a:pt x="12" y="51"/>
                    <a:pt x="12" y="36"/>
                    <a:pt x="16" y="29"/>
                  </a:cubicBezTo>
                  <a:cubicBezTo>
                    <a:pt x="18" y="24"/>
                    <a:pt x="24" y="22"/>
                    <a:pt x="25" y="17"/>
                  </a:cubicBezTo>
                  <a:cubicBezTo>
                    <a:pt x="26" y="12"/>
                    <a:pt x="21" y="6"/>
                    <a:pt x="22" y="0"/>
                  </a:cubicBezTo>
                  <a:cubicBezTo>
                    <a:pt x="24" y="5"/>
                    <a:pt x="28" y="11"/>
                    <a:pt x="27" y="17"/>
                  </a:cubicBezTo>
                  <a:cubicBezTo>
                    <a:pt x="25" y="23"/>
                    <a:pt x="20" y="25"/>
                    <a:pt x="18" y="29"/>
                  </a:cubicBezTo>
                  <a:cubicBezTo>
                    <a:pt x="14" y="37"/>
                    <a:pt x="15" y="53"/>
                    <a:pt x="1" y="4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5" name="Freeform 495">
              <a:extLst>
                <a:ext uri="{FF2B5EF4-FFF2-40B4-BE49-F238E27FC236}">
                  <a16:creationId xmlns:a16="http://schemas.microsoft.com/office/drawing/2014/main" id="{3E418283-EBBD-4505-9845-A5987BC3A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094"/>
              <a:ext cx="33" cy="128"/>
            </a:xfrm>
            <a:custGeom>
              <a:avLst/>
              <a:gdLst>
                <a:gd name="T0" fmla="*/ 81 w 18"/>
                <a:gd name="T1" fmla="*/ 0 h 69"/>
                <a:gd name="T2" fmla="*/ 31 w 18"/>
                <a:gd name="T3" fmla="*/ 202 h 69"/>
                <a:gd name="T4" fmla="*/ 0 w 18"/>
                <a:gd name="T5" fmla="*/ 440 h 69"/>
                <a:gd name="T6" fmla="*/ 51 w 18"/>
                <a:gd name="T7" fmla="*/ 230 h 69"/>
                <a:gd name="T8" fmla="*/ 73 w 18"/>
                <a:gd name="T9" fmla="*/ 24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9">
                  <a:moveTo>
                    <a:pt x="13" y="0"/>
                  </a:moveTo>
                  <a:cubicBezTo>
                    <a:pt x="14" y="12"/>
                    <a:pt x="7" y="22"/>
                    <a:pt x="5" y="32"/>
                  </a:cubicBezTo>
                  <a:cubicBezTo>
                    <a:pt x="3" y="44"/>
                    <a:pt x="10" y="59"/>
                    <a:pt x="0" y="69"/>
                  </a:cubicBezTo>
                  <a:cubicBezTo>
                    <a:pt x="13" y="60"/>
                    <a:pt x="4" y="48"/>
                    <a:pt x="8" y="36"/>
                  </a:cubicBezTo>
                  <a:cubicBezTo>
                    <a:pt x="10" y="28"/>
                    <a:pt x="18" y="12"/>
                    <a:pt x="12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6" name="Freeform 496">
              <a:extLst>
                <a:ext uri="{FF2B5EF4-FFF2-40B4-BE49-F238E27FC236}">
                  <a16:creationId xmlns:a16="http://schemas.microsoft.com/office/drawing/2014/main" id="{E6EAA281-33E9-4B7F-9FD8-D985EFC1F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124"/>
              <a:ext cx="52" cy="72"/>
            </a:xfrm>
            <a:custGeom>
              <a:avLst/>
              <a:gdLst>
                <a:gd name="T0" fmla="*/ 7 w 28"/>
                <a:gd name="T1" fmla="*/ 113 h 39"/>
                <a:gd name="T2" fmla="*/ 37 w 28"/>
                <a:gd name="T3" fmla="*/ 68 h 39"/>
                <a:gd name="T4" fmla="*/ 76 w 28"/>
                <a:gd name="T5" fmla="*/ 105 h 39"/>
                <a:gd name="T6" fmla="*/ 110 w 28"/>
                <a:gd name="T7" fmla="*/ 144 h 39"/>
                <a:gd name="T8" fmla="*/ 89 w 28"/>
                <a:gd name="T9" fmla="*/ 177 h 39"/>
                <a:gd name="T10" fmla="*/ 128 w 28"/>
                <a:gd name="T11" fmla="*/ 246 h 39"/>
                <a:gd name="T12" fmla="*/ 113 w 28"/>
                <a:gd name="T13" fmla="*/ 170 h 39"/>
                <a:gd name="T14" fmla="*/ 180 w 28"/>
                <a:gd name="T15" fmla="*/ 140 h 39"/>
                <a:gd name="T16" fmla="*/ 110 w 28"/>
                <a:gd name="T17" fmla="*/ 113 h 39"/>
                <a:gd name="T18" fmla="*/ 52 w 28"/>
                <a:gd name="T19" fmla="*/ 61 h 39"/>
                <a:gd name="T20" fmla="*/ 37 w 28"/>
                <a:gd name="T21" fmla="*/ 0 h 39"/>
                <a:gd name="T22" fmla="*/ 37 w 28"/>
                <a:gd name="T23" fmla="*/ 57 h 39"/>
                <a:gd name="T24" fmla="*/ 13 w 28"/>
                <a:gd name="T25" fmla="*/ 89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39">
                  <a:moveTo>
                    <a:pt x="1" y="18"/>
                  </a:moveTo>
                  <a:cubicBezTo>
                    <a:pt x="0" y="17"/>
                    <a:pt x="3" y="11"/>
                    <a:pt x="6" y="11"/>
                  </a:cubicBezTo>
                  <a:cubicBezTo>
                    <a:pt x="8" y="11"/>
                    <a:pt x="10" y="15"/>
                    <a:pt x="12" y="17"/>
                  </a:cubicBezTo>
                  <a:cubicBezTo>
                    <a:pt x="14" y="18"/>
                    <a:pt x="17" y="20"/>
                    <a:pt x="17" y="23"/>
                  </a:cubicBezTo>
                  <a:cubicBezTo>
                    <a:pt x="18" y="25"/>
                    <a:pt x="17" y="31"/>
                    <a:pt x="14" y="28"/>
                  </a:cubicBezTo>
                  <a:cubicBezTo>
                    <a:pt x="18" y="29"/>
                    <a:pt x="19" y="34"/>
                    <a:pt x="20" y="39"/>
                  </a:cubicBezTo>
                  <a:cubicBezTo>
                    <a:pt x="19" y="35"/>
                    <a:pt x="17" y="31"/>
                    <a:pt x="18" y="27"/>
                  </a:cubicBezTo>
                  <a:cubicBezTo>
                    <a:pt x="20" y="24"/>
                    <a:pt x="25" y="23"/>
                    <a:pt x="28" y="22"/>
                  </a:cubicBezTo>
                  <a:cubicBezTo>
                    <a:pt x="23" y="21"/>
                    <a:pt x="21" y="21"/>
                    <a:pt x="17" y="18"/>
                  </a:cubicBezTo>
                  <a:cubicBezTo>
                    <a:pt x="14" y="15"/>
                    <a:pt x="11" y="12"/>
                    <a:pt x="8" y="10"/>
                  </a:cubicBezTo>
                  <a:cubicBezTo>
                    <a:pt x="7" y="7"/>
                    <a:pt x="5" y="2"/>
                    <a:pt x="6" y="0"/>
                  </a:cubicBezTo>
                  <a:cubicBezTo>
                    <a:pt x="6" y="2"/>
                    <a:pt x="6" y="7"/>
                    <a:pt x="6" y="9"/>
                  </a:cubicBezTo>
                  <a:cubicBezTo>
                    <a:pt x="5" y="11"/>
                    <a:pt x="2" y="12"/>
                    <a:pt x="2" y="1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7" name="Freeform 497">
              <a:extLst>
                <a:ext uri="{FF2B5EF4-FFF2-40B4-BE49-F238E27FC236}">
                  <a16:creationId xmlns:a16="http://schemas.microsoft.com/office/drawing/2014/main" id="{4EA183CB-5BD0-47DA-83BA-D1269C1BF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391"/>
              <a:ext cx="72" cy="52"/>
            </a:xfrm>
            <a:custGeom>
              <a:avLst/>
              <a:gdLst>
                <a:gd name="T0" fmla="*/ 246 w 39"/>
                <a:gd name="T1" fmla="*/ 37 h 28"/>
                <a:gd name="T2" fmla="*/ 164 w 39"/>
                <a:gd name="T3" fmla="*/ 32 h 28"/>
                <a:gd name="T4" fmla="*/ 102 w 39"/>
                <a:gd name="T5" fmla="*/ 84 h 28"/>
                <a:gd name="T6" fmla="*/ 0 w 39"/>
                <a:gd name="T7" fmla="*/ 173 h 28"/>
                <a:gd name="T8" fmla="*/ 102 w 39"/>
                <a:gd name="T9" fmla="*/ 65 h 28"/>
                <a:gd name="T10" fmla="*/ 246 w 39"/>
                <a:gd name="T11" fmla="*/ 4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8">
                  <a:moveTo>
                    <a:pt x="39" y="6"/>
                  </a:moveTo>
                  <a:cubicBezTo>
                    <a:pt x="34" y="6"/>
                    <a:pt x="30" y="3"/>
                    <a:pt x="26" y="5"/>
                  </a:cubicBezTo>
                  <a:cubicBezTo>
                    <a:pt x="22" y="7"/>
                    <a:pt x="19" y="10"/>
                    <a:pt x="16" y="13"/>
                  </a:cubicBezTo>
                  <a:cubicBezTo>
                    <a:pt x="12" y="19"/>
                    <a:pt x="9" y="28"/>
                    <a:pt x="0" y="27"/>
                  </a:cubicBezTo>
                  <a:cubicBezTo>
                    <a:pt x="10" y="26"/>
                    <a:pt x="11" y="16"/>
                    <a:pt x="16" y="10"/>
                  </a:cubicBezTo>
                  <a:cubicBezTo>
                    <a:pt x="22" y="4"/>
                    <a:pt x="34" y="0"/>
                    <a:pt x="39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8" name="Freeform 498">
              <a:extLst>
                <a:ext uri="{FF2B5EF4-FFF2-40B4-BE49-F238E27FC236}">
                  <a16:creationId xmlns:a16="http://schemas.microsoft.com/office/drawing/2014/main" id="{AF46AA81-C0D6-4A30-B0E7-313949667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358"/>
              <a:ext cx="90" cy="31"/>
            </a:xfrm>
            <a:custGeom>
              <a:avLst/>
              <a:gdLst>
                <a:gd name="T0" fmla="*/ 303 w 49"/>
                <a:gd name="T1" fmla="*/ 89 h 17"/>
                <a:gd name="T2" fmla="*/ 169 w 49"/>
                <a:gd name="T3" fmla="*/ 49 h 17"/>
                <a:gd name="T4" fmla="*/ 88 w 49"/>
                <a:gd name="T5" fmla="*/ 44 h 17"/>
                <a:gd name="T6" fmla="*/ 0 w 49"/>
                <a:gd name="T7" fmla="*/ 0 h 17"/>
                <a:gd name="T8" fmla="*/ 134 w 49"/>
                <a:gd name="T9" fmla="*/ 53 h 17"/>
                <a:gd name="T10" fmla="*/ 198 w 49"/>
                <a:gd name="T11" fmla="*/ 80 h 17"/>
                <a:gd name="T12" fmla="*/ 266 w 49"/>
                <a:gd name="T13" fmla="*/ 8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7">
                  <a:moveTo>
                    <a:pt x="49" y="15"/>
                  </a:moveTo>
                  <a:cubicBezTo>
                    <a:pt x="42" y="17"/>
                    <a:pt x="33" y="11"/>
                    <a:pt x="27" y="8"/>
                  </a:cubicBezTo>
                  <a:cubicBezTo>
                    <a:pt x="23" y="7"/>
                    <a:pt x="18" y="8"/>
                    <a:pt x="14" y="7"/>
                  </a:cubicBezTo>
                  <a:cubicBezTo>
                    <a:pt x="10" y="6"/>
                    <a:pt x="3" y="4"/>
                    <a:pt x="0" y="0"/>
                  </a:cubicBezTo>
                  <a:cubicBezTo>
                    <a:pt x="6" y="7"/>
                    <a:pt x="13" y="9"/>
                    <a:pt x="22" y="9"/>
                  </a:cubicBezTo>
                  <a:cubicBezTo>
                    <a:pt x="26" y="10"/>
                    <a:pt x="28" y="11"/>
                    <a:pt x="32" y="13"/>
                  </a:cubicBezTo>
                  <a:cubicBezTo>
                    <a:pt x="35" y="14"/>
                    <a:pt x="40" y="14"/>
                    <a:pt x="43" y="1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9" name="Freeform 499">
              <a:extLst>
                <a:ext uri="{FF2B5EF4-FFF2-40B4-BE49-F238E27FC236}">
                  <a16:creationId xmlns:a16="http://schemas.microsoft.com/office/drawing/2014/main" id="{4A4E2B2C-918D-4CD4-BE9D-B442F2FCB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143"/>
              <a:ext cx="54" cy="39"/>
            </a:xfrm>
            <a:custGeom>
              <a:avLst/>
              <a:gdLst>
                <a:gd name="T0" fmla="*/ 52 w 29"/>
                <a:gd name="T1" fmla="*/ 0 h 21"/>
                <a:gd name="T2" fmla="*/ 89 w 29"/>
                <a:gd name="T3" fmla="*/ 76 h 21"/>
                <a:gd name="T4" fmla="*/ 188 w 29"/>
                <a:gd name="T5" fmla="*/ 104 h 21"/>
                <a:gd name="T6" fmla="*/ 89 w 29"/>
                <a:gd name="T7" fmla="*/ 89 h 21"/>
                <a:gd name="T8" fmla="*/ 0 w 29"/>
                <a:gd name="T9" fmla="*/ 134 h 21"/>
                <a:gd name="T10" fmla="*/ 45 w 29"/>
                <a:gd name="T11" fmla="*/ 89 h 21"/>
                <a:gd name="T12" fmla="*/ 45 w 29"/>
                <a:gd name="T13" fmla="*/ 32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1">
                  <a:moveTo>
                    <a:pt x="8" y="0"/>
                  </a:moveTo>
                  <a:cubicBezTo>
                    <a:pt x="6" y="4"/>
                    <a:pt x="10" y="11"/>
                    <a:pt x="14" y="12"/>
                  </a:cubicBezTo>
                  <a:cubicBezTo>
                    <a:pt x="18" y="14"/>
                    <a:pt x="25" y="12"/>
                    <a:pt x="29" y="16"/>
                  </a:cubicBezTo>
                  <a:cubicBezTo>
                    <a:pt x="24" y="16"/>
                    <a:pt x="18" y="14"/>
                    <a:pt x="14" y="14"/>
                  </a:cubicBezTo>
                  <a:cubicBezTo>
                    <a:pt x="7" y="13"/>
                    <a:pt x="6" y="19"/>
                    <a:pt x="0" y="21"/>
                  </a:cubicBezTo>
                  <a:cubicBezTo>
                    <a:pt x="1" y="18"/>
                    <a:pt x="5" y="17"/>
                    <a:pt x="7" y="14"/>
                  </a:cubicBezTo>
                  <a:cubicBezTo>
                    <a:pt x="9" y="11"/>
                    <a:pt x="7" y="9"/>
                    <a:pt x="7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0" name="Freeform 500">
              <a:extLst>
                <a:ext uri="{FF2B5EF4-FFF2-40B4-BE49-F238E27FC236}">
                  <a16:creationId xmlns:a16="http://schemas.microsoft.com/office/drawing/2014/main" id="{F0B4B620-1137-42F9-A92F-774802468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1078"/>
              <a:ext cx="48" cy="105"/>
            </a:xfrm>
            <a:custGeom>
              <a:avLst/>
              <a:gdLst>
                <a:gd name="T0" fmla="*/ 164 w 26"/>
                <a:gd name="T1" fmla="*/ 0 h 57"/>
                <a:gd name="T2" fmla="*/ 102 w 26"/>
                <a:gd name="T3" fmla="*/ 76 h 57"/>
                <a:gd name="T4" fmla="*/ 57 w 26"/>
                <a:gd name="T5" fmla="*/ 169 h 57"/>
                <a:gd name="T6" fmla="*/ 37 w 26"/>
                <a:gd name="T7" fmla="*/ 269 h 57"/>
                <a:gd name="T8" fmla="*/ 81 w 26"/>
                <a:gd name="T9" fmla="*/ 356 h 57"/>
                <a:gd name="T10" fmla="*/ 57 w 26"/>
                <a:gd name="T11" fmla="*/ 157 h 57"/>
                <a:gd name="T12" fmla="*/ 96 w 26"/>
                <a:gd name="T13" fmla="*/ 76 h 57"/>
                <a:gd name="T14" fmla="*/ 157 w 26"/>
                <a:gd name="T15" fmla="*/ 13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57">
                  <a:moveTo>
                    <a:pt x="26" y="0"/>
                  </a:moveTo>
                  <a:cubicBezTo>
                    <a:pt x="24" y="5"/>
                    <a:pt x="20" y="8"/>
                    <a:pt x="16" y="12"/>
                  </a:cubicBezTo>
                  <a:cubicBezTo>
                    <a:pt x="12" y="16"/>
                    <a:pt x="10" y="21"/>
                    <a:pt x="9" y="27"/>
                  </a:cubicBezTo>
                  <a:cubicBezTo>
                    <a:pt x="8" y="31"/>
                    <a:pt x="6" y="38"/>
                    <a:pt x="6" y="43"/>
                  </a:cubicBezTo>
                  <a:cubicBezTo>
                    <a:pt x="6" y="48"/>
                    <a:pt x="10" y="52"/>
                    <a:pt x="13" y="57"/>
                  </a:cubicBezTo>
                  <a:cubicBezTo>
                    <a:pt x="0" y="50"/>
                    <a:pt x="7" y="35"/>
                    <a:pt x="9" y="25"/>
                  </a:cubicBezTo>
                  <a:cubicBezTo>
                    <a:pt x="10" y="20"/>
                    <a:pt x="11" y="16"/>
                    <a:pt x="15" y="12"/>
                  </a:cubicBezTo>
                  <a:cubicBezTo>
                    <a:pt x="17" y="9"/>
                    <a:pt x="24" y="7"/>
                    <a:pt x="25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1" name="Freeform 501">
              <a:extLst>
                <a:ext uri="{FF2B5EF4-FFF2-40B4-BE49-F238E27FC236}">
                  <a16:creationId xmlns:a16="http://schemas.microsoft.com/office/drawing/2014/main" id="{1C6F3D60-064D-4DD4-9AF3-1FE6430A9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306"/>
              <a:ext cx="50" cy="105"/>
            </a:xfrm>
            <a:custGeom>
              <a:avLst/>
              <a:gdLst>
                <a:gd name="T0" fmla="*/ 133 w 27"/>
                <a:gd name="T1" fmla="*/ 0 h 57"/>
                <a:gd name="T2" fmla="*/ 113 w 27"/>
                <a:gd name="T3" fmla="*/ 88 h 57"/>
                <a:gd name="T4" fmla="*/ 172 w 27"/>
                <a:gd name="T5" fmla="*/ 52 h 57"/>
                <a:gd name="T6" fmla="*/ 113 w 27"/>
                <a:gd name="T7" fmla="*/ 118 h 57"/>
                <a:gd name="T8" fmla="*/ 104 w 27"/>
                <a:gd name="T9" fmla="*/ 206 h 57"/>
                <a:gd name="T10" fmla="*/ 172 w 27"/>
                <a:gd name="T11" fmla="*/ 142 h 57"/>
                <a:gd name="T12" fmla="*/ 89 w 27"/>
                <a:gd name="T13" fmla="*/ 225 h 57"/>
                <a:gd name="T14" fmla="*/ 0 w 27"/>
                <a:gd name="T15" fmla="*/ 356 h 57"/>
                <a:gd name="T16" fmla="*/ 81 w 27"/>
                <a:gd name="T17" fmla="*/ 217 h 57"/>
                <a:gd name="T18" fmla="*/ 96 w 27"/>
                <a:gd name="T19" fmla="*/ 157 h 57"/>
                <a:gd name="T20" fmla="*/ 120 w 27"/>
                <a:gd name="T21" fmla="*/ 20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57">
                  <a:moveTo>
                    <a:pt x="21" y="0"/>
                  </a:moveTo>
                  <a:cubicBezTo>
                    <a:pt x="20" y="4"/>
                    <a:pt x="17" y="10"/>
                    <a:pt x="18" y="14"/>
                  </a:cubicBezTo>
                  <a:cubicBezTo>
                    <a:pt x="22" y="14"/>
                    <a:pt x="24" y="10"/>
                    <a:pt x="27" y="8"/>
                  </a:cubicBezTo>
                  <a:cubicBezTo>
                    <a:pt x="23" y="11"/>
                    <a:pt x="19" y="14"/>
                    <a:pt x="18" y="19"/>
                  </a:cubicBezTo>
                  <a:cubicBezTo>
                    <a:pt x="17" y="24"/>
                    <a:pt x="17" y="29"/>
                    <a:pt x="16" y="33"/>
                  </a:cubicBezTo>
                  <a:cubicBezTo>
                    <a:pt x="18" y="27"/>
                    <a:pt x="22" y="25"/>
                    <a:pt x="27" y="23"/>
                  </a:cubicBezTo>
                  <a:cubicBezTo>
                    <a:pt x="22" y="27"/>
                    <a:pt x="17" y="31"/>
                    <a:pt x="14" y="36"/>
                  </a:cubicBezTo>
                  <a:cubicBezTo>
                    <a:pt x="10" y="43"/>
                    <a:pt x="3" y="50"/>
                    <a:pt x="0" y="57"/>
                  </a:cubicBezTo>
                  <a:cubicBezTo>
                    <a:pt x="3" y="49"/>
                    <a:pt x="10" y="44"/>
                    <a:pt x="13" y="35"/>
                  </a:cubicBezTo>
                  <a:cubicBezTo>
                    <a:pt x="14" y="32"/>
                    <a:pt x="15" y="29"/>
                    <a:pt x="15" y="25"/>
                  </a:cubicBezTo>
                  <a:cubicBezTo>
                    <a:pt x="16" y="17"/>
                    <a:pt x="17" y="10"/>
                    <a:pt x="19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2" name="Freeform 502">
              <a:extLst>
                <a:ext uri="{FF2B5EF4-FFF2-40B4-BE49-F238E27FC236}">
                  <a16:creationId xmlns:a16="http://schemas.microsoft.com/office/drawing/2014/main" id="{33F76FC0-44A4-4F51-9C87-B847FDFE7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497"/>
              <a:ext cx="70" cy="102"/>
            </a:xfrm>
            <a:custGeom>
              <a:avLst/>
              <a:gdLst>
                <a:gd name="T0" fmla="*/ 13 w 38"/>
                <a:gd name="T1" fmla="*/ 0 h 55"/>
                <a:gd name="T2" fmla="*/ 169 w 38"/>
                <a:gd name="T3" fmla="*/ 89 h 55"/>
                <a:gd name="T4" fmla="*/ 169 w 38"/>
                <a:gd name="T5" fmla="*/ 185 h 55"/>
                <a:gd name="T6" fmla="*/ 238 w 38"/>
                <a:gd name="T7" fmla="*/ 261 h 55"/>
                <a:gd name="T8" fmla="*/ 238 w 38"/>
                <a:gd name="T9" fmla="*/ 351 h 55"/>
                <a:gd name="T10" fmla="*/ 217 w 38"/>
                <a:gd name="T11" fmla="*/ 261 h 55"/>
                <a:gd name="T12" fmla="*/ 149 w 38"/>
                <a:gd name="T13" fmla="*/ 104 h 55"/>
                <a:gd name="T14" fmla="*/ 76 w 38"/>
                <a:gd name="T15" fmla="*/ 83 h 55"/>
                <a:gd name="T16" fmla="*/ 13 w 38"/>
                <a:gd name="T17" fmla="*/ 13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55">
                  <a:moveTo>
                    <a:pt x="2" y="0"/>
                  </a:moveTo>
                  <a:cubicBezTo>
                    <a:pt x="0" y="3"/>
                    <a:pt x="21" y="14"/>
                    <a:pt x="27" y="14"/>
                  </a:cubicBezTo>
                  <a:cubicBezTo>
                    <a:pt x="24" y="20"/>
                    <a:pt x="23" y="23"/>
                    <a:pt x="27" y="29"/>
                  </a:cubicBezTo>
                  <a:cubicBezTo>
                    <a:pt x="30" y="34"/>
                    <a:pt x="34" y="38"/>
                    <a:pt x="38" y="41"/>
                  </a:cubicBezTo>
                  <a:cubicBezTo>
                    <a:pt x="35" y="45"/>
                    <a:pt x="36" y="51"/>
                    <a:pt x="38" y="55"/>
                  </a:cubicBezTo>
                  <a:cubicBezTo>
                    <a:pt x="34" y="50"/>
                    <a:pt x="35" y="47"/>
                    <a:pt x="35" y="41"/>
                  </a:cubicBezTo>
                  <a:cubicBezTo>
                    <a:pt x="28" y="40"/>
                    <a:pt x="21" y="23"/>
                    <a:pt x="24" y="16"/>
                  </a:cubicBezTo>
                  <a:cubicBezTo>
                    <a:pt x="21" y="15"/>
                    <a:pt x="16" y="15"/>
                    <a:pt x="12" y="13"/>
                  </a:cubicBezTo>
                  <a:cubicBezTo>
                    <a:pt x="8" y="10"/>
                    <a:pt x="6" y="5"/>
                    <a:pt x="2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3" name="Freeform 503">
              <a:extLst>
                <a:ext uri="{FF2B5EF4-FFF2-40B4-BE49-F238E27FC236}">
                  <a16:creationId xmlns:a16="http://schemas.microsoft.com/office/drawing/2014/main" id="{7F3955CA-08DD-49C8-9FB1-189F5F8FC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543"/>
              <a:ext cx="122" cy="26"/>
            </a:xfrm>
            <a:custGeom>
              <a:avLst/>
              <a:gdLst>
                <a:gd name="T0" fmla="*/ 0 w 66"/>
                <a:gd name="T1" fmla="*/ 45 h 14"/>
                <a:gd name="T2" fmla="*/ 150 w 66"/>
                <a:gd name="T3" fmla="*/ 59 h 14"/>
                <a:gd name="T4" fmla="*/ 253 w 66"/>
                <a:gd name="T5" fmla="*/ 24 h 14"/>
                <a:gd name="T6" fmla="*/ 418 w 66"/>
                <a:gd name="T7" fmla="*/ 24 h 14"/>
                <a:gd name="T8" fmla="*/ 322 w 66"/>
                <a:gd name="T9" fmla="*/ 20 h 14"/>
                <a:gd name="T10" fmla="*/ 233 w 66"/>
                <a:gd name="T11" fmla="*/ 32 h 14"/>
                <a:gd name="T12" fmla="*/ 61 w 66"/>
                <a:gd name="T13" fmla="*/ 65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">
                  <a:moveTo>
                    <a:pt x="0" y="7"/>
                  </a:moveTo>
                  <a:cubicBezTo>
                    <a:pt x="7" y="10"/>
                    <a:pt x="17" y="10"/>
                    <a:pt x="24" y="9"/>
                  </a:cubicBezTo>
                  <a:cubicBezTo>
                    <a:pt x="30" y="9"/>
                    <a:pt x="35" y="6"/>
                    <a:pt x="40" y="4"/>
                  </a:cubicBezTo>
                  <a:cubicBezTo>
                    <a:pt x="48" y="1"/>
                    <a:pt x="58" y="0"/>
                    <a:pt x="66" y="4"/>
                  </a:cubicBezTo>
                  <a:cubicBezTo>
                    <a:pt x="61" y="4"/>
                    <a:pt x="56" y="3"/>
                    <a:pt x="51" y="3"/>
                  </a:cubicBezTo>
                  <a:cubicBezTo>
                    <a:pt x="46" y="3"/>
                    <a:pt x="42" y="4"/>
                    <a:pt x="37" y="5"/>
                  </a:cubicBezTo>
                  <a:cubicBezTo>
                    <a:pt x="30" y="7"/>
                    <a:pt x="18" y="14"/>
                    <a:pt x="10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4" name="Freeform 504">
              <a:extLst>
                <a:ext uri="{FF2B5EF4-FFF2-40B4-BE49-F238E27FC236}">
                  <a16:creationId xmlns:a16="http://schemas.microsoft.com/office/drawing/2014/main" id="{E36D32C4-F3CB-4BA7-80A7-175570050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378"/>
              <a:ext cx="57" cy="50"/>
            </a:xfrm>
            <a:custGeom>
              <a:avLst/>
              <a:gdLst>
                <a:gd name="T0" fmla="*/ 178 w 31"/>
                <a:gd name="T1" fmla="*/ 0 h 27"/>
                <a:gd name="T2" fmla="*/ 173 w 31"/>
                <a:gd name="T3" fmla="*/ 65 h 27"/>
                <a:gd name="T4" fmla="*/ 178 w 31"/>
                <a:gd name="T5" fmla="*/ 133 h 27"/>
                <a:gd name="T6" fmla="*/ 125 w 31"/>
                <a:gd name="T7" fmla="*/ 141 h 27"/>
                <a:gd name="T8" fmla="*/ 74 w 31"/>
                <a:gd name="T9" fmla="*/ 165 h 27"/>
                <a:gd name="T10" fmla="*/ 0 w 31"/>
                <a:gd name="T11" fmla="*/ 120 h 27"/>
                <a:gd name="T12" fmla="*/ 74 w 31"/>
                <a:gd name="T13" fmla="*/ 157 h 27"/>
                <a:gd name="T14" fmla="*/ 125 w 31"/>
                <a:gd name="T15" fmla="*/ 150 h 27"/>
                <a:gd name="T16" fmla="*/ 169 w 31"/>
                <a:gd name="T17" fmla="*/ 148 h 27"/>
                <a:gd name="T18" fmla="*/ 178 w 31"/>
                <a:gd name="T19" fmla="*/ 69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27">
                  <a:moveTo>
                    <a:pt x="29" y="0"/>
                  </a:moveTo>
                  <a:cubicBezTo>
                    <a:pt x="28" y="3"/>
                    <a:pt x="28" y="7"/>
                    <a:pt x="28" y="10"/>
                  </a:cubicBezTo>
                  <a:cubicBezTo>
                    <a:pt x="29" y="12"/>
                    <a:pt x="31" y="19"/>
                    <a:pt x="29" y="21"/>
                  </a:cubicBezTo>
                  <a:cubicBezTo>
                    <a:pt x="28" y="24"/>
                    <a:pt x="23" y="21"/>
                    <a:pt x="20" y="22"/>
                  </a:cubicBezTo>
                  <a:cubicBezTo>
                    <a:pt x="17" y="23"/>
                    <a:pt x="15" y="26"/>
                    <a:pt x="12" y="26"/>
                  </a:cubicBezTo>
                  <a:cubicBezTo>
                    <a:pt x="8" y="27"/>
                    <a:pt x="3" y="21"/>
                    <a:pt x="0" y="19"/>
                  </a:cubicBezTo>
                  <a:cubicBezTo>
                    <a:pt x="3" y="21"/>
                    <a:pt x="7" y="24"/>
                    <a:pt x="12" y="25"/>
                  </a:cubicBezTo>
                  <a:cubicBezTo>
                    <a:pt x="16" y="26"/>
                    <a:pt x="17" y="24"/>
                    <a:pt x="20" y="24"/>
                  </a:cubicBezTo>
                  <a:cubicBezTo>
                    <a:pt x="23" y="23"/>
                    <a:pt x="25" y="24"/>
                    <a:pt x="27" y="23"/>
                  </a:cubicBezTo>
                  <a:cubicBezTo>
                    <a:pt x="31" y="20"/>
                    <a:pt x="29" y="15"/>
                    <a:pt x="29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5" name="Freeform 505">
              <a:extLst>
                <a:ext uri="{FF2B5EF4-FFF2-40B4-BE49-F238E27FC236}">
                  <a16:creationId xmlns:a16="http://schemas.microsoft.com/office/drawing/2014/main" id="{7DAC3438-60DA-4435-A304-24B3C58D8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291"/>
              <a:ext cx="152" cy="137"/>
            </a:xfrm>
            <a:custGeom>
              <a:avLst/>
              <a:gdLst>
                <a:gd name="T0" fmla="*/ 523 w 82"/>
                <a:gd name="T1" fmla="*/ 387 h 74"/>
                <a:gd name="T2" fmla="*/ 382 w 82"/>
                <a:gd name="T3" fmla="*/ 311 h 74"/>
                <a:gd name="T4" fmla="*/ 343 w 82"/>
                <a:gd name="T5" fmla="*/ 241 h 74"/>
                <a:gd name="T6" fmla="*/ 282 w 82"/>
                <a:gd name="T7" fmla="*/ 209 h 74"/>
                <a:gd name="T8" fmla="*/ 222 w 82"/>
                <a:gd name="T9" fmla="*/ 133 h 74"/>
                <a:gd name="T10" fmla="*/ 152 w 82"/>
                <a:gd name="T11" fmla="*/ 106 h 74"/>
                <a:gd name="T12" fmla="*/ 0 w 82"/>
                <a:gd name="T13" fmla="*/ 37 h 74"/>
                <a:gd name="T14" fmla="*/ 141 w 82"/>
                <a:gd name="T15" fmla="*/ 104 h 74"/>
                <a:gd name="T16" fmla="*/ 113 w 82"/>
                <a:gd name="T17" fmla="*/ 209 h 74"/>
                <a:gd name="T18" fmla="*/ 148 w 82"/>
                <a:gd name="T19" fmla="*/ 113 h 74"/>
                <a:gd name="T20" fmla="*/ 282 w 82"/>
                <a:gd name="T21" fmla="*/ 217 h 74"/>
                <a:gd name="T22" fmla="*/ 343 w 82"/>
                <a:gd name="T23" fmla="*/ 261 h 74"/>
                <a:gd name="T24" fmla="*/ 358 w 82"/>
                <a:gd name="T25" fmla="*/ 402 h 74"/>
                <a:gd name="T26" fmla="*/ 382 w 82"/>
                <a:gd name="T27" fmla="*/ 350 h 74"/>
                <a:gd name="T28" fmla="*/ 426 w 82"/>
                <a:gd name="T29" fmla="*/ 470 h 74"/>
                <a:gd name="T30" fmla="*/ 484 w 82"/>
                <a:gd name="T31" fmla="*/ 404 h 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74">
                  <a:moveTo>
                    <a:pt x="82" y="61"/>
                  </a:moveTo>
                  <a:cubicBezTo>
                    <a:pt x="73" y="61"/>
                    <a:pt x="65" y="57"/>
                    <a:pt x="60" y="49"/>
                  </a:cubicBezTo>
                  <a:cubicBezTo>
                    <a:pt x="58" y="46"/>
                    <a:pt x="57" y="41"/>
                    <a:pt x="54" y="38"/>
                  </a:cubicBezTo>
                  <a:cubicBezTo>
                    <a:pt x="51" y="35"/>
                    <a:pt x="48" y="35"/>
                    <a:pt x="44" y="33"/>
                  </a:cubicBezTo>
                  <a:cubicBezTo>
                    <a:pt x="40" y="30"/>
                    <a:pt x="38" y="25"/>
                    <a:pt x="35" y="21"/>
                  </a:cubicBezTo>
                  <a:cubicBezTo>
                    <a:pt x="32" y="18"/>
                    <a:pt x="28" y="18"/>
                    <a:pt x="24" y="17"/>
                  </a:cubicBezTo>
                  <a:cubicBezTo>
                    <a:pt x="18" y="15"/>
                    <a:pt x="8" y="0"/>
                    <a:pt x="0" y="6"/>
                  </a:cubicBezTo>
                  <a:cubicBezTo>
                    <a:pt x="8" y="8"/>
                    <a:pt x="18" y="7"/>
                    <a:pt x="22" y="16"/>
                  </a:cubicBezTo>
                  <a:cubicBezTo>
                    <a:pt x="24" y="22"/>
                    <a:pt x="22" y="28"/>
                    <a:pt x="18" y="33"/>
                  </a:cubicBezTo>
                  <a:cubicBezTo>
                    <a:pt x="19" y="28"/>
                    <a:pt x="23" y="24"/>
                    <a:pt x="23" y="18"/>
                  </a:cubicBezTo>
                  <a:cubicBezTo>
                    <a:pt x="31" y="19"/>
                    <a:pt x="37" y="30"/>
                    <a:pt x="44" y="34"/>
                  </a:cubicBezTo>
                  <a:cubicBezTo>
                    <a:pt x="47" y="36"/>
                    <a:pt x="52" y="38"/>
                    <a:pt x="54" y="41"/>
                  </a:cubicBezTo>
                  <a:cubicBezTo>
                    <a:pt x="59" y="46"/>
                    <a:pt x="59" y="58"/>
                    <a:pt x="56" y="63"/>
                  </a:cubicBezTo>
                  <a:cubicBezTo>
                    <a:pt x="57" y="61"/>
                    <a:pt x="59" y="58"/>
                    <a:pt x="60" y="55"/>
                  </a:cubicBezTo>
                  <a:cubicBezTo>
                    <a:pt x="65" y="62"/>
                    <a:pt x="70" y="65"/>
                    <a:pt x="67" y="74"/>
                  </a:cubicBezTo>
                  <a:cubicBezTo>
                    <a:pt x="69" y="71"/>
                    <a:pt x="69" y="58"/>
                    <a:pt x="76" y="6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6" name="Freeform 506">
              <a:extLst>
                <a:ext uri="{FF2B5EF4-FFF2-40B4-BE49-F238E27FC236}">
                  <a16:creationId xmlns:a16="http://schemas.microsoft.com/office/drawing/2014/main" id="{19B73656-0471-45B0-8E80-6F483D6FC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904"/>
              <a:ext cx="55" cy="64"/>
            </a:xfrm>
            <a:custGeom>
              <a:avLst/>
              <a:gdLst>
                <a:gd name="T0" fmla="*/ 0 w 30"/>
                <a:gd name="T1" fmla="*/ 0 h 35"/>
                <a:gd name="T2" fmla="*/ 132 w 30"/>
                <a:gd name="T3" fmla="*/ 110 h 35"/>
                <a:gd name="T4" fmla="*/ 185 w 30"/>
                <a:gd name="T5" fmla="*/ 190 h 35"/>
                <a:gd name="T6" fmla="*/ 154 w 30"/>
                <a:gd name="T7" fmla="*/ 214 h 35"/>
                <a:gd name="T8" fmla="*/ 117 w 30"/>
                <a:gd name="T9" fmla="*/ 110 h 35"/>
                <a:gd name="T10" fmla="*/ 68 w 30"/>
                <a:gd name="T11" fmla="*/ 80 h 35"/>
                <a:gd name="T12" fmla="*/ 0 w 30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5">
                  <a:moveTo>
                    <a:pt x="0" y="0"/>
                  </a:moveTo>
                  <a:cubicBezTo>
                    <a:pt x="4" y="9"/>
                    <a:pt x="15" y="11"/>
                    <a:pt x="21" y="18"/>
                  </a:cubicBezTo>
                  <a:cubicBezTo>
                    <a:pt x="25" y="22"/>
                    <a:pt x="24" y="30"/>
                    <a:pt x="30" y="31"/>
                  </a:cubicBezTo>
                  <a:cubicBezTo>
                    <a:pt x="29" y="33"/>
                    <a:pt x="27" y="34"/>
                    <a:pt x="25" y="35"/>
                  </a:cubicBezTo>
                  <a:cubicBezTo>
                    <a:pt x="25" y="29"/>
                    <a:pt x="24" y="22"/>
                    <a:pt x="19" y="18"/>
                  </a:cubicBezTo>
                  <a:cubicBezTo>
                    <a:pt x="16" y="16"/>
                    <a:pt x="13" y="15"/>
                    <a:pt x="11" y="13"/>
                  </a:cubicBezTo>
                  <a:cubicBezTo>
                    <a:pt x="6" y="9"/>
                    <a:pt x="3" y="5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7" name="Freeform 507">
              <a:extLst>
                <a:ext uri="{FF2B5EF4-FFF2-40B4-BE49-F238E27FC236}">
                  <a16:creationId xmlns:a16="http://schemas.microsoft.com/office/drawing/2014/main" id="{DCD18EC7-3C69-47AC-9442-444C903AE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195"/>
              <a:ext cx="83" cy="50"/>
            </a:xfrm>
            <a:custGeom>
              <a:avLst/>
              <a:gdLst>
                <a:gd name="T0" fmla="*/ 0 w 45"/>
                <a:gd name="T1" fmla="*/ 52 h 27"/>
                <a:gd name="T2" fmla="*/ 120 w 45"/>
                <a:gd name="T3" fmla="*/ 172 h 27"/>
                <a:gd name="T4" fmla="*/ 177 w 45"/>
                <a:gd name="T5" fmla="*/ 76 h 27"/>
                <a:gd name="T6" fmla="*/ 214 w 45"/>
                <a:gd name="T7" fmla="*/ 31 h 27"/>
                <a:gd name="T8" fmla="*/ 282 w 45"/>
                <a:gd name="T9" fmla="*/ 0 h 27"/>
                <a:gd name="T10" fmla="*/ 214 w 45"/>
                <a:gd name="T11" fmla="*/ 24 h 27"/>
                <a:gd name="T12" fmla="*/ 164 w 45"/>
                <a:gd name="T13" fmla="*/ 81 h 27"/>
                <a:gd name="T14" fmla="*/ 20 w 45"/>
                <a:gd name="T15" fmla="*/ 57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27">
                  <a:moveTo>
                    <a:pt x="0" y="8"/>
                  </a:moveTo>
                  <a:cubicBezTo>
                    <a:pt x="10" y="9"/>
                    <a:pt x="19" y="17"/>
                    <a:pt x="19" y="27"/>
                  </a:cubicBezTo>
                  <a:cubicBezTo>
                    <a:pt x="17" y="16"/>
                    <a:pt x="21" y="19"/>
                    <a:pt x="28" y="12"/>
                  </a:cubicBezTo>
                  <a:cubicBezTo>
                    <a:pt x="31" y="10"/>
                    <a:pt x="31" y="7"/>
                    <a:pt x="34" y="5"/>
                  </a:cubicBezTo>
                  <a:cubicBezTo>
                    <a:pt x="37" y="2"/>
                    <a:pt x="42" y="3"/>
                    <a:pt x="45" y="0"/>
                  </a:cubicBezTo>
                  <a:cubicBezTo>
                    <a:pt x="41" y="2"/>
                    <a:pt x="37" y="2"/>
                    <a:pt x="34" y="4"/>
                  </a:cubicBezTo>
                  <a:cubicBezTo>
                    <a:pt x="31" y="6"/>
                    <a:pt x="30" y="11"/>
                    <a:pt x="26" y="13"/>
                  </a:cubicBezTo>
                  <a:cubicBezTo>
                    <a:pt x="19" y="17"/>
                    <a:pt x="9" y="12"/>
                    <a:pt x="3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8" name="Freeform 508">
              <a:extLst>
                <a:ext uri="{FF2B5EF4-FFF2-40B4-BE49-F238E27FC236}">
                  <a16:creationId xmlns:a16="http://schemas.microsoft.com/office/drawing/2014/main" id="{91F3C5C1-D23E-4130-BDC2-9FD3AE2D5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952"/>
              <a:ext cx="54" cy="44"/>
            </a:xfrm>
            <a:custGeom>
              <a:avLst/>
              <a:gdLst>
                <a:gd name="T0" fmla="*/ 45 w 29"/>
                <a:gd name="T1" fmla="*/ 0 h 24"/>
                <a:gd name="T2" fmla="*/ 76 w 29"/>
                <a:gd name="T3" fmla="*/ 88 h 24"/>
                <a:gd name="T4" fmla="*/ 188 w 29"/>
                <a:gd name="T5" fmla="*/ 31 h 24"/>
                <a:gd name="T6" fmla="*/ 0 w 29"/>
                <a:gd name="T7" fmla="*/ 149 h 24"/>
                <a:gd name="T8" fmla="*/ 45 w 29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7" y="0"/>
                  </a:moveTo>
                  <a:cubicBezTo>
                    <a:pt x="8" y="5"/>
                    <a:pt x="11" y="10"/>
                    <a:pt x="12" y="14"/>
                  </a:cubicBezTo>
                  <a:cubicBezTo>
                    <a:pt x="18" y="11"/>
                    <a:pt x="23" y="7"/>
                    <a:pt x="29" y="5"/>
                  </a:cubicBezTo>
                  <a:cubicBezTo>
                    <a:pt x="20" y="13"/>
                    <a:pt x="11" y="21"/>
                    <a:pt x="0" y="24"/>
                  </a:cubicBezTo>
                  <a:cubicBezTo>
                    <a:pt x="9" y="18"/>
                    <a:pt x="12" y="13"/>
                    <a:pt x="7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9" name="Freeform 509">
              <a:extLst>
                <a:ext uri="{FF2B5EF4-FFF2-40B4-BE49-F238E27FC236}">
                  <a16:creationId xmlns:a16="http://schemas.microsoft.com/office/drawing/2014/main" id="{D36CB5A7-C146-48F8-A2EE-9B1A86F54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230"/>
              <a:ext cx="20" cy="70"/>
            </a:xfrm>
            <a:custGeom>
              <a:avLst/>
              <a:gdLst>
                <a:gd name="T0" fmla="*/ 53 w 11"/>
                <a:gd name="T1" fmla="*/ 0 h 38"/>
                <a:gd name="T2" fmla="*/ 29 w 11"/>
                <a:gd name="T3" fmla="*/ 238 h 38"/>
                <a:gd name="T4" fmla="*/ 49 w 11"/>
                <a:gd name="T5" fmla="*/ 8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9" y="0"/>
                  </a:moveTo>
                  <a:cubicBezTo>
                    <a:pt x="11" y="6"/>
                    <a:pt x="11" y="33"/>
                    <a:pt x="5" y="38"/>
                  </a:cubicBezTo>
                  <a:cubicBezTo>
                    <a:pt x="0" y="34"/>
                    <a:pt x="7" y="19"/>
                    <a:pt x="8" y="1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0" name="Freeform 510">
              <a:extLst>
                <a:ext uri="{FF2B5EF4-FFF2-40B4-BE49-F238E27FC236}">
                  <a16:creationId xmlns:a16="http://schemas.microsoft.com/office/drawing/2014/main" id="{F265AAE5-5182-461A-AA9E-A75106B84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326"/>
              <a:ext cx="30" cy="35"/>
            </a:xfrm>
            <a:custGeom>
              <a:avLst/>
              <a:gdLst>
                <a:gd name="T0" fmla="*/ 0 w 16"/>
                <a:gd name="T1" fmla="*/ 105 h 19"/>
                <a:gd name="T2" fmla="*/ 105 w 16"/>
                <a:gd name="T3" fmla="*/ 0 h 19"/>
                <a:gd name="T4" fmla="*/ 15 w 16"/>
                <a:gd name="T5" fmla="*/ 11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17"/>
                  </a:moveTo>
                  <a:cubicBezTo>
                    <a:pt x="9" y="19"/>
                    <a:pt x="9" y="4"/>
                    <a:pt x="16" y="0"/>
                  </a:cubicBezTo>
                  <a:cubicBezTo>
                    <a:pt x="12" y="5"/>
                    <a:pt x="4" y="11"/>
                    <a:pt x="2" y="1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1" name="Freeform 511">
              <a:extLst>
                <a:ext uri="{FF2B5EF4-FFF2-40B4-BE49-F238E27FC236}">
                  <a16:creationId xmlns:a16="http://schemas.microsoft.com/office/drawing/2014/main" id="{E4958BE1-5573-499B-967E-4ABB0137B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228"/>
              <a:ext cx="20" cy="26"/>
            </a:xfrm>
            <a:custGeom>
              <a:avLst/>
              <a:gdLst>
                <a:gd name="T0" fmla="*/ 0 w 11"/>
                <a:gd name="T1" fmla="*/ 0 h 14"/>
                <a:gd name="T2" fmla="*/ 65 w 11"/>
                <a:gd name="T3" fmla="*/ 89 h 14"/>
                <a:gd name="T4" fmla="*/ 53 w 11"/>
                <a:gd name="T5" fmla="*/ 20 h 14"/>
                <a:gd name="T6" fmla="*/ 65 w 11"/>
                <a:gd name="T7" fmla="*/ 13 h 14"/>
                <a:gd name="T8" fmla="*/ 65 w 11"/>
                <a:gd name="T9" fmla="*/ 13 h 14"/>
                <a:gd name="T10" fmla="*/ 13 w 11"/>
                <a:gd name="T11" fmla="*/ 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8" y="0"/>
                    <a:pt x="8" y="9"/>
                    <a:pt x="11" y="14"/>
                  </a:cubicBezTo>
                  <a:cubicBezTo>
                    <a:pt x="9" y="11"/>
                    <a:pt x="9" y="7"/>
                    <a:pt x="9" y="3"/>
                  </a:cubicBezTo>
                  <a:cubicBezTo>
                    <a:pt x="10" y="3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6"/>
                    <a:pt x="5" y="4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2" name="Freeform 512">
              <a:extLst>
                <a:ext uri="{FF2B5EF4-FFF2-40B4-BE49-F238E27FC236}">
                  <a16:creationId xmlns:a16="http://schemas.microsoft.com/office/drawing/2014/main" id="{ED37C41B-D184-40FF-BD1D-816FD2813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191"/>
              <a:ext cx="32" cy="41"/>
            </a:xfrm>
            <a:custGeom>
              <a:avLst/>
              <a:gdLst>
                <a:gd name="T0" fmla="*/ 81 w 17"/>
                <a:gd name="T1" fmla="*/ 0 h 22"/>
                <a:gd name="T2" fmla="*/ 0 w 17"/>
                <a:gd name="T3" fmla="*/ 39 h 22"/>
                <a:gd name="T4" fmla="*/ 0 w 17"/>
                <a:gd name="T5" fmla="*/ 142 h 22"/>
                <a:gd name="T6" fmla="*/ 40 w 17"/>
                <a:gd name="T7" fmla="*/ 8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2">
                  <a:moveTo>
                    <a:pt x="12" y="0"/>
                  </a:moveTo>
                  <a:cubicBezTo>
                    <a:pt x="17" y="10"/>
                    <a:pt x="1" y="20"/>
                    <a:pt x="0" y="6"/>
                  </a:cubicBezTo>
                  <a:cubicBezTo>
                    <a:pt x="2" y="11"/>
                    <a:pt x="6" y="19"/>
                    <a:pt x="0" y="22"/>
                  </a:cubicBezTo>
                  <a:cubicBezTo>
                    <a:pt x="0" y="18"/>
                    <a:pt x="3" y="13"/>
                    <a:pt x="6" y="1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3" name="Freeform 513">
              <a:extLst>
                <a:ext uri="{FF2B5EF4-FFF2-40B4-BE49-F238E27FC236}">
                  <a16:creationId xmlns:a16="http://schemas.microsoft.com/office/drawing/2014/main" id="{10A0215A-DC7D-48C7-8F6F-FD630B465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100"/>
              <a:ext cx="37" cy="72"/>
            </a:xfrm>
            <a:custGeom>
              <a:avLst/>
              <a:gdLst>
                <a:gd name="T0" fmla="*/ 0 w 20"/>
                <a:gd name="T1" fmla="*/ 0 h 39"/>
                <a:gd name="T2" fmla="*/ 52 w 20"/>
                <a:gd name="T3" fmla="*/ 81 h 39"/>
                <a:gd name="T4" fmla="*/ 65 w 20"/>
                <a:gd name="T5" fmla="*/ 24 h 39"/>
                <a:gd name="T6" fmla="*/ 57 w 20"/>
                <a:gd name="T7" fmla="*/ 140 h 39"/>
                <a:gd name="T8" fmla="*/ 126 w 20"/>
                <a:gd name="T9" fmla="*/ 246 h 39"/>
                <a:gd name="T10" fmla="*/ 0 w 20"/>
                <a:gd name="T11" fmla="*/ 31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9">
                  <a:moveTo>
                    <a:pt x="0" y="0"/>
                  </a:moveTo>
                  <a:cubicBezTo>
                    <a:pt x="0" y="4"/>
                    <a:pt x="4" y="11"/>
                    <a:pt x="8" y="13"/>
                  </a:cubicBezTo>
                  <a:cubicBezTo>
                    <a:pt x="10" y="10"/>
                    <a:pt x="10" y="7"/>
                    <a:pt x="10" y="4"/>
                  </a:cubicBezTo>
                  <a:cubicBezTo>
                    <a:pt x="10" y="10"/>
                    <a:pt x="8" y="16"/>
                    <a:pt x="9" y="22"/>
                  </a:cubicBezTo>
                  <a:cubicBezTo>
                    <a:pt x="11" y="28"/>
                    <a:pt x="16" y="35"/>
                    <a:pt x="20" y="39"/>
                  </a:cubicBezTo>
                  <a:cubicBezTo>
                    <a:pt x="13" y="28"/>
                    <a:pt x="8" y="15"/>
                    <a:pt x="0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4" name="Freeform 514">
              <a:extLst>
                <a:ext uri="{FF2B5EF4-FFF2-40B4-BE49-F238E27FC236}">
                  <a16:creationId xmlns:a16="http://schemas.microsoft.com/office/drawing/2014/main" id="{8312617F-76AD-470E-A64B-21702CAAE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245"/>
              <a:ext cx="66" cy="77"/>
            </a:xfrm>
            <a:custGeom>
              <a:avLst/>
              <a:gdLst>
                <a:gd name="T0" fmla="*/ 20 w 36"/>
                <a:gd name="T1" fmla="*/ 134 h 42"/>
                <a:gd name="T2" fmla="*/ 24 w 36"/>
                <a:gd name="T3" fmla="*/ 0 h 42"/>
                <a:gd name="T4" fmla="*/ 169 w 36"/>
                <a:gd name="T5" fmla="*/ 57 h 42"/>
                <a:gd name="T6" fmla="*/ 222 w 36"/>
                <a:gd name="T7" fmla="*/ 259 h 42"/>
                <a:gd name="T8" fmla="*/ 169 w 36"/>
                <a:gd name="T9" fmla="*/ 141 h 42"/>
                <a:gd name="T10" fmla="*/ 141 w 36"/>
                <a:gd name="T11" fmla="*/ 61 h 42"/>
                <a:gd name="T12" fmla="*/ 37 w 36"/>
                <a:gd name="T13" fmla="*/ 0 h 42"/>
                <a:gd name="T14" fmla="*/ 20 w 36"/>
                <a:gd name="T15" fmla="*/ 154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42">
                  <a:moveTo>
                    <a:pt x="3" y="22"/>
                  </a:moveTo>
                  <a:cubicBezTo>
                    <a:pt x="0" y="16"/>
                    <a:pt x="2" y="6"/>
                    <a:pt x="4" y="0"/>
                  </a:cubicBezTo>
                  <a:cubicBezTo>
                    <a:pt x="10" y="0"/>
                    <a:pt x="24" y="5"/>
                    <a:pt x="27" y="9"/>
                  </a:cubicBezTo>
                  <a:cubicBezTo>
                    <a:pt x="32" y="16"/>
                    <a:pt x="33" y="34"/>
                    <a:pt x="36" y="42"/>
                  </a:cubicBezTo>
                  <a:cubicBezTo>
                    <a:pt x="33" y="36"/>
                    <a:pt x="29" y="30"/>
                    <a:pt x="27" y="23"/>
                  </a:cubicBezTo>
                  <a:cubicBezTo>
                    <a:pt x="26" y="19"/>
                    <a:pt x="25" y="13"/>
                    <a:pt x="23" y="10"/>
                  </a:cubicBezTo>
                  <a:cubicBezTo>
                    <a:pt x="20" y="6"/>
                    <a:pt x="10" y="2"/>
                    <a:pt x="6" y="0"/>
                  </a:cubicBezTo>
                  <a:cubicBezTo>
                    <a:pt x="0" y="5"/>
                    <a:pt x="1" y="18"/>
                    <a:pt x="3" y="2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5" name="Freeform 515">
              <a:extLst>
                <a:ext uri="{FF2B5EF4-FFF2-40B4-BE49-F238E27FC236}">
                  <a16:creationId xmlns:a16="http://schemas.microsoft.com/office/drawing/2014/main" id="{15A7CFDB-358D-41B2-B5A1-B0BA4F068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076"/>
              <a:ext cx="41" cy="35"/>
            </a:xfrm>
            <a:custGeom>
              <a:avLst/>
              <a:gdLst>
                <a:gd name="T0" fmla="*/ 7 w 22"/>
                <a:gd name="T1" fmla="*/ 0 h 19"/>
                <a:gd name="T2" fmla="*/ 136 w 22"/>
                <a:gd name="T3" fmla="*/ 118 h 19"/>
                <a:gd name="T4" fmla="*/ 0 w 2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" y="0"/>
                  </a:moveTo>
                  <a:cubicBezTo>
                    <a:pt x="11" y="2"/>
                    <a:pt x="17" y="11"/>
                    <a:pt x="21" y="19"/>
                  </a:cubicBezTo>
                  <a:cubicBezTo>
                    <a:pt x="22" y="8"/>
                    <a:pt x="9" y="2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6" name="Freeform 516">
              <a:extLst>
                <a:ext uri="{FF2B5EF4-FFF2-40B4-BE49-F238E27FC236}">
                  <a16:creationId xmlns:a16="http://schemas.microsoft.com/office/drawing/2014/main" id="{CD5BAFA5-CAEE-4F05-A624-3DE3AD7CD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026"/>
              <a:ext cx="37" cy="20"/>
            </a:xfrm>
            <a:custGeom>
              <a:avLst/>
              <a:gdLst>
                <a:gd name="T0" fmla="*/ 0 w 20"/>
                <a:gd name="T1" fmla="*/ 0 h 11"/>
                <a:gd name="T2" fmla="*/ 44 w 20"/>
                <a:gd name="T3" fmla="*/ 60 h 11"/>
                <a:gd name="T4" fmla="*/ 126 w 20"/>
                <a:gd name="T5" fmla="*/ 65 h 11"/>
                <a:gd name="T6" fmla="*/ 7 w 2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1">
                  <a:moveTo>
                    <a:pt x="0" y="0"/>
                  </a:moveTo>
                  <a:cubicBezTo>
                    <a:pt x="5" y="0"/>
                    <a:pt x="7" y="5"/>
                    <a:pt x="7" y="10"/>
                  </a:cubicBezTo>
                  <a:cubicBezTo>
                    <a:pt x="9" y="9"/>
                    <a:pt x="16" y="7"/>
                    <a:pt x="20" y="11"/>
                  </a:cubicBezTo>
                  <a:cubicBezTo>
                    <a:pt x="13" y="8"/>
                    <a:pt x="5" y="5"/>
                    <a:pt x="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7" name="Freeform 517">
              <a:extLst>
                <a:ext uri="{FF2B5EF4-FFF2-40B4-BE49-F238E27FC236}">
                  <a16:creationId xmlns:a16="http://schemas.microsoft.com/office/drawing/2014/main" id="{600C1174-25BF-4B56-950E-00CD92B82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954"/>
              <a:ext cx="39" cy="24"/>
            </a:xfrm>
            <a:custGeom>
              <a:avLst/>
              <a:gdLst>
                <a:gd name="T0" fmla="*/ 20 w 21"/>
                <a:gd name="T1" fmla="*/ 13 h 13"/>
                <a:gd name="T2" fmla="*/ 0 w 21"/>
                <a:gd name="T3" fmla="*/ 7 h 13"/>
                <a:gd name="T4" fmla="*/ 134 w 21"/>
                <a:gd name="T5" fmla="*/ 68 h 13"/>
                <a:gd name="T6" fmla="*/ 24 w 2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3">
                  <a:moveTo>
                    <a:pt x="3" y="2"/>
                  </a:moveTo>
                  <a:cubicBezTo>
                    <a:pt x="2" y="1"/>
                    <a:pt x="1" y="2"/>
                    <a:pt x="0" y="1"/>
                  </a:cubicBezTo>
                  <a:cubicBezTo>
                    <a:pt x="9" y="0"/>
                    <a:pt x="12" y="13"/>
                    <a:pt x="21" y="11"/>
                  </a:cubicBezTo>
                  <a:cubicBezTo>
                    <a:pt x="17" y="9"/>
                    <a:pt x="7" y="5"/>
                    <a:pt x="4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8" name="Freeform 518">
              <a:extLst>
                <a:ext uri="{FF2B5EF4-FFF2-40B4-BE49-F238E27FC236}">
                  <a16:creationId xmlns:a16="http://schemas.microsoft.com/office/drawing/2014/main" id="{0EFED85B-6343-4510-93B6-DB673DF4D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070"/>
              <a:ext cx="16" cy="112"/>
            </a:xfrm>
            <a:custGeom>
              <a:avLst/>
              <a:gdLst>
                <a:gd name="T0" fmla="*/ 28 w 9"/>
                <a:gd name="T1" fmla="*/ 0 h 60"/>
                <a:gd name="T2" fmla="*/ 37 w 9"/>
                <a:gd name="T3" fmla="*/ 209 h 60"/>
                <a:gd name="T4" fmla="*/ 50 w 9"/>
                <a:gd name="T5" fmla="*/ 390 h 60"/>
                <a:gd name="T6" fmla="*/ 28 w 9"/>
                <a:gd name="T7" fmla="*/ 21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0">
                  <a:moveTo>
                    <a:pt x="5" y="0"/>
                  </a:moveTo>
                  <a:cubicBezTo>
                    <a:pt x="8" y="10"/>
                    <a:pt x="7" y="21"/>
                    <a:pt x="7" y="32"/>
                  </a:cubicBezTo>
                  <a:cubicBezTo>
                    <a:pt x="7" y="40"/>
                    <a:pt x="5" y="53"/>
                    <a:pt x="9" y="60"/>
                  </a:cubicBezTo>
                  <a:cubicBezTo>
                    <a:pt x="0" y="44"/>
                    <a:pt x="5" y="20"/>
                    <a:pt x="5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9" name="Freeform 519">
              <a:extLst>
                <a:ext uri="{FF2B5EF4-FFF2-40B4-BE49-F238E27FC236}">
                  <a16:creationId xmlns:a16="http://schemas.microsoft.com/office/drawing/2014/main" id="{6B564182-1060-4869-A629-8ABC4207D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513"/>
              <a:ext cx="252" cy="82"/>
            </a:xfrm>
            <a:custGeom>
              <a:avLst/>
              <a:gdLst>
                <a:gd name="T0" fmla="*/ 0 w 136"/>
                <a:gd name="T1" fmla="*/ 209 h 44"/>
                <a:gd name="T2" fmla="*/ 59 w 136"/>
                <a:gd name="T3" fmla="*/ 240 h 44"/>
                <a:gd name="T4" fmla="*/ 148 w 136"/>
                <a:gd name="T5" fmla="*/ 265 h 44"/>
                <a:gd name="T6" fmla="*/ 237 w 136"/>
                <a:gd name="T7" fmla="*/ 278 h 44"/>
                <a:gd name="T8" fmla="*/ 313 w 136"/>
                <a:gd name="T9" fmla="*/ 240 h 44"/>
                <a:gd name="T10" fmla="*/ 560 w 136"/>
                <a:gd name="T11" fmla="*/ 136 h 44"/>
                <a:gd name="T12" fmla="*/ 776 w 136"/>
                <a:gd name="T13" fmla="*/ 24 h 44"/>
                <a:gd name="T14" fmla="*/ 865 w 136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44">
                  <a:moveTo>
                    <a:pt x="0" y="32"/>
                  </a:moveTo>
                  <a:cubicBezTo>
                    <a:pt x="6" y="32"/>
                    <a:pt x="5" y="34"/>
                    <a:pt x="9" y="37"/>
                  </a:cubicBezTo>
                  <a:cubicBezTo>
                    <a:pt x="13" y="40"/>
                    <a:pt x="18" y="41"/>
                    <a:pt x="23" y="41"/>
                  </a:cubicBezTo>
                  <a:cubicBezTo>
                    <a:pt x="28" y="42"/>
                    <a:pt x="32" y="44"/>
                    <a:pt x="37" y="43"/>
                  </a:cubicBezTo>
                  <a:cubicBezTo>
                    <a:pt x="42" y="43"/>
                    <a:pt x="45" y="40"/>
                    <a:pt x="49" y="37"/>
                  </a:cubicBezTo>
                  <a:cubicBezTo>
                    <a:pt x="60" y="29"/>
                    <a:pt x="75" y="26"/>
                    <a:pt x="88" y="21"/>
                  </a:cubicBezTo>
                  <a:cubicBezTo>
                    <a:pt x="100" y="17"/>
                    <a:pt x="110" y="9"/>
                    <a:pt x="122" y="4"/>
                  </a:cubicBezTo>
                  <a:cubicBezTo>
                    <a:pt x="126" y="2"/>
                    <a:pt x="132" y="1"/>
                    <a:pt x="136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0" name="Freeform 520">
              <a:extLst>
                <a:ext uri="{FF2B5EF4-FFF2-40B4-BE49-F238E27FC236}">
                  <a16:creationId xmlns:a16="http://schemas.microsoft.com/office/drawing/2014/main" id="{B840C26D-CA1B-4669-91B8-52995816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484"/>
              <a:ext cx="192" cy="87"/>
            </a:xfrm>
            <a:custGeom>
              <a:avLst/>
              <a:gdLst>
                <a:gd name="T0" fmla="*/ 654 w 104"/>
                <a:gd name="T1" fmla="*/ 0 h 47"/>
                <a:gd name="T2" fmla="*/ 491 w 104"/>
                <a:gd name="T3" fmla="*/ 157 h 47"/>
                <a:gd name="T4" fmla="*/ 321 w 104"/>
                <a:gd name="T5" fmla="*/ 233 h 47"/>
                <a:gd name="T6" fmla="*/ 157 w 104"/>
                <a:gd name="T7" fmla="*/ 285 h 47"/>
                <a:gd name="T8" fmla="*/ 0 w 104"/>
                <a:gd name="T9" fmla="*/ 28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47">
                  <a:moveTo>
                    <a:pt x="104" y="0"/>
                  </a:moveTo>
                  <a:cubicBezTo>
                    <a:pt x="98" y="13"/>
                    <a:pt x="93" y="21"/>
                    <a:pt x="78" y="25"/>
                  </a:cubicBezTo>
                  <a:cubicBezTo>
                    <a:pt x="68" y="28"/>
                    <a:pt x="60" y="33"/>
                    <a:pt x="51" y="37"/>
                  </a:cubicBezTo>
                  <a:cubicBezTo>
                    <a:pt x="43" y="40"/>
                    <a:pt x="34" y="42"/>
                    <a:pt x="25" y="45"/>
                  </a:cubicBezTo>
                  <a:cubicBezTo>
                    <a:pt x="16" y="47"/>
                    <a:pt x="10" y="46"/>
                    <a:pt x="0" y="45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1" name="Freeform 521">
              <a:extLst>
                <a:ext uri="{FF2B5EF4-FFF2-40B4-BE49-F238E27FC236}">
                  <a16:creationId xmlns:a16="http://schemas.microsoft.com/office/drawing/2014/main" id="{3B676271-1F9D-4BF0-BAEE-25362178B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630"/>
              <a:ext cx="77" cy="37"/>
            </a:xfrm>
            <a:custGeom>
              <a:avLst/>
              <a:gdLst>
                <a:gd name="T0" fmla="*/ 0 w 42"/>
                <a:gd name="T1" fmla="*/ 113 h 20"/>
                <a:gd name="T2" fmla="*/ 112 w 42"/>
                <a:gd name="T3" fmla="*/ 57 h 20"/>
                <a:gd name="T4" fmla="*/ 259 w 4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0">
                  <a:moveTo>
                    <a:pt x="0" y="18"/>
                  </a:moveTo>
                  <a:cubicBezTo>
                    <a:pt x="6" y="20"/>
                    <a:pt x="13" y="12"/>
                    <a:pt x="18" y="9"/>
                  </a:cubicBezTo>
                  <a:cubicBezTo>
                    <a:pt x="26" y="4"/>
                    <a:pt x="35" y="5"/>
                    <a:pt x="42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2" name="Freeform 522">
              <a:extLst>
                <a:ext uri="{FF2B5EF4-FFF2-40B4-BE49-F238E27FC236}">
                  <a16:creationId xmlns:a16="http://schemas.microsoft.com/office/drawing/2014/main" id="{70F2C217-73D9-41BC-9CCD-A8A18003B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443"/>
              <a:ext cx="177" cy="93"/>
            </a:xfrm>
            <a:custGeom>
              <a:avLst/>
              <a:gdLst>
                <a:gd name="T0" fmla="*/ 601 w 96"/>
                <a:gd name="T1" fmla="*/ 0 h 50"/>
                <a:gd name="T2" fmla="*/ 544 w 96"/>
                <a:gd name="T3" fmla="*/ 52 h 50"/>
                <a:gd name="T4" fmla="*/ 490 w 96"/>
                <a:gd name="T5" fmla="*/ 104 h 50"/>
                <a:gd name="T6" fmla="*/ 350 w 96"/>
                <a:gd name="T7" fmla="*/ 208 h 50"/>
                <a:gd name="T8" fmla="*/ 289 w 96"/>
                <a:gd name="T9" fmla="*/ 253 h 50"/>
                <a:gd name="T10" fmla="*/ 201 w 96"/>
                <a:gd name="T11" fmla="*/ 285 h 50"/>
                <a:gd name="T12" fmla="*/ 0 w 96"/>
                <a:gd name="T13" fmla="*/ 32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50">
                  <a:moveTo>
                    <a:pt x="96" y="0"/>
                  </a:moveTo>
                  <a:cubicBezTo>
                    <a:pt x="95" y="4"/>
                    <a:pt x="90" y="6"/>
                    <a:pt x="87" y="8"/>
                  </a:cubicBezTo>
                  <a:cubicBezTo>
                    <a:pt x="83" y="10"/>
                    <a:pt x="81" y="12"/>
                    <a:pt x="78" y="16"/>
                  </a:cubicBezTo>
                  <a:cubicBezTo>
                    <a:pt x="73" y="25"/>
                    <a:pt x="63" y="25"/>
                    <a:pt x="56" y="32"/>
                  </a:cubicBezTo>
                  <a:cubicBezTo>
                    <a:pt x="52" y="35"/>
                    <a:pt x="50" y="37"/>
                    <a:pt x="46" y="39"/>
                  </a:cubicBezTo>
                  <a:cubicBezTo>
                    <a:pt x="41" y="42"/>
                    <a:pt x="37" y="42"/>
                    <a:pt x="32" y="44"/>
                  </a:cubicBezTo>
                  <a:cubicBezTo>
                    <a:pt x="22" y="47"/>
                    <a:pt x="11" y="49"/>
                    <a:pt x="0" y="5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3" name="Freeform 523">
              <a:extLst>
                <a:ext uri="{FF2B5EF4-FFF2-40B4-BE49-F238E27FC236}">
                  <a16:creationId xmlns:a16="http://schemas.microsoft.com/office/drawing/2014/main" id="{E380134B-561A-43C2-B148-D426B618C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571"/>
              <a:ext cx="96" cy="46"/>
            </a:xfrm>
            <a:custGeom>
              <a:avLst/>
              <a:gdLst>
                <a:gd name="T0" fmla="*/ 327 w 52"/>
                <a:gd name="T1" fmla="*/ 156 h 25"/>
                <a:gd name="T2" fmla="*/ 157 w 52"/>
                <a:gd name="T3" fmla="*/ 88 h 25"/>
                <a:gd name="T4" fmla="*/ 0 w 5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5">
                  <a:moveTo>
                    <a:pt x="52" y="25"/>
                  </a:moveTo>
                  <a:cubicBezTo>
                    <a:pt x="40" y="25"/>
                    <a:pt x="35" y="19"/>
                    <a:pt x="25" y="14"/>
                  </a:cubicBezTo>
                  <a:cubicBezTo>
                    <a:pt x="17" y="10"/>
                    <a:pt x="5" y="1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4" name="Freeform 524">
              <a:extLst>
                <a:ext uri="{FF2B5EF4-FFF2-40B4-BE49-F238E27FC236}">
                  <a16:creationId xmlns:a16="http://schemas.microsoft.com/office/drawing/2014/main" id="{905EFA65-B4DA-4E8D-A112-275B24376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560"/>
              <a:ext cx="96" cy="53"/>
            </a:xfrm>
            <a:custGeom>
              <a:avLst/>
              <a:gdLst>
                <a:gd name="T0" fmla="*/ 327 w 52"/>
                <a:gd name="T1" fmla="*/ 146 h 29"/>
                <a:gd name="T2" fmla="*/ 140 w 52"/>
                <a:gd name="T3" fmla="*/ 90 h 29"/>
                <a:gd name="T4" fmla="*/ 0 w 5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9">
                  <a:moveTo>
                    <a:pt x="52" y="24"/>
                  </a:moveTo>
                  <a:cubicBezTo>
                    <a:pt x="41" y="29"/>
                    <a:pt x="29" y="22"/>
                    <a:pt x="22" y="15"/>
                  </a:cubicBezTo>
                  <a:cubicBezTo>
                    <a:pt x="15" y="9"/>
                    <a:pt x="5" y="7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5" name="Freeform 525">
              <a:extLst>
                <a:ext uri="{FF2B5EF4-FFF2-40B4-BE49-F238E27FC236}">
                  <a16:creationId xmlns:a16="http://schemas.microsoft.com/office/drawing/2014/main" id="{D1C37801-0AB3-42AA-B2D6-C6BA577E6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552"/>
              <a:ext cx="21" cy="15"/>
            </a:xfrm>
            <a:custGeom>
              <a:avLst/>
              <a:gdLst>
                <a:gd name="T0" fmla="*/ 0 w 11"/>
                <a:gd name="T1" fmla="*/ 0 h 8"/>
                <a:gd name="T2" fmla="*/ 76 w 11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4" y="4"/>
                    <a:pt x="5" y="7"/>
                    <a:pt x="11" y="8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6" name="Freeform 526">
              <a:extLst>
                <a:ext uri="{FF2B5EF4-FFF2-40B4-BE49-F238E27FC236}">
                  <a16:creationId xmlns:a16="http://schemas.microsoft.com/office/drawing/2014/main" id="{7445A7EC-7476-4B67-886E-D08660908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545"/>
              <a:ext cx="17" cy="7"/>
            </a:xfrm>
            <a:custGeom>
              <a:avLst/>
              <a:gdLst>
                <a:gd name="T0" fmla="*/ 0 w 9"/>
                <a:gd name="T1" fmla="*/ 0 h 4"/>
                <a:gd name="T2" fmla="*/ 60 w 9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3"/>
                    <a:pt x="6" y="3"/>
                    <a:pt x="9" y="4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7" name="Freeform 527">
              <a:extLst>
                <a:ext uri="{FF2B5EF4-FFF2-40B4-BE49-F238E27FC236}">
                  <a16:creationId xmlns:a16="http://schemas.microsoft.com/office/drawing/2014/main" id="{D92C4E21-C680-4C7D-8BDC-90BA19FB9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580"/>
              <a:ext cx="57" cy="21"/>
            </a:xfrm>
            <a:custGeom>
              <a:avLst/>
              <a:gdLst>
                <a:gd name="T0" fmla="*/ 0 w 31"/>
                <a:gd name="T1" fmla="*/ 0 h 11"/>
                <a:gd name="T2" fmla="*/ 193 w 31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0" y="0"/>
                  </a:moveTo>
                  <a:cubicBezTo>
                    <a:pt x="10" y="2"/>
                    <a:pt x="21" y="11"/>
                    <a:pt x="31" y="6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8" name="Freeform 528">
              <a:extLst>
                <a:ext uri="{FF2B5EF4-FFF2-40B4-BE49-F238E27FC236}">
                  <a16:creationId xmlns:a16="http://schemas.microsoft.com/office/drawing/2014/main" id="{A8EB0AD9-0869-4CF7-BF3C-5286CD878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593"/>
              <a:ext cx="19" cy="45"/>
            </a:xfrm>
            <a:custGeom>
              <a:avLst/>
              <a:gdLst>
                <a:gd name="T0" fmla="*/ 68 w 10"/>
                <a:gd name="T1" fmla="*/ 0 h 24"/>
                <a:gd name="T2" fmla="*/ 29 w 10"/>
                <a:gd name="T3" fmla="*/ 81 h 24"/>
                <a:gd name="T4" fmla="*/ 29 w 10"/>
                <a:gd name="T5" fmla="*/ 1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10" y="0"/>
                  </a:moveTo>
                  <a:cubicBezTo>
                    <a:pt x="6" y="4"/>
                    <a:pt x="4" y="6"/>
                    <a:pt x="4" y="12"/>
                  </a:cubicBezTo>
                  <a:cubicBezTo>
                    <a:pt x="3" y="15"/>
                    <a:pt x="0" y="21"/>
                    <a:pt x="4" y="24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9" name="Freeform 529">
              <a:extLst>
                <a:ext uri="{FF2B5EF4-FFF2-40B4-BE49-F238E27FC236}">
                  <a16:creationId xmlns:a16="http://schemas.microsoft.com/office/drawing/2014/main" id="{700313F3-BE56-4AFC-9AF9-0A9AD0158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510"/>
              <a:ext cx="35" cy="57"/>
            </a:xfrm>
            <a:custGeom>
              <a:avLst/>
              <a:gdLst>
                <a:gd name="T0" fmla="*/ 37 w 19"/>
                <a:gd name="T1" fmla="*/ 186 h 31"/>
                <a:gd name="T2" fmla="*/ 44 w 19"/>
                <a:gd name="T3" fmla="*/ 136 h 31"/>
                <a:gd name="T4" fmla="*/ 76 w 19"/>
                <a:gd name="T5" fmla="*/ 94 h 31"/>
                <a:gd name="T6" fmla="*/ 81 w 19"/>
                <a:gd name="T7" fmla="*/ 37 h 31"/>
                <a:gd name="T8" fmla="*/ 112 w 19"/>
                <a:gd name="T9" fmla="*/ 0 h 31"/>
                <a:gd name="T10" fmla="*/ 118 w 19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1">
                  <a:moveTo>
                    <a:pt x="6" y="30"/>
                  </a:moveTo>
                  <a:cubicBezTo>
                    <a:pt x="0" y="31"/>
                    <a:pt x="5" y="23"/>
                    <a:pt x="7" y="22"/>
                  </a:cubicBezTo>
                  <a:cubicBezTo>
                    <a:pt x="8" y="20"/>
                    <a:pt x="11" y="17"/>
                    <a:pt x="12" y="15"/>
                  </a:cubicBezTo>
                  <a:cubicBezTo>
                    <a:pt x="13" y="12"/>
                    <a:pt x="12" y="9"/>
                    <a:pt x="13" y="6"/>
                  </a:cubicBezTo>
                  <a:cubicBezTo>
                    <a:pt x="14" y="3"/>
                    <a:pt x="16" y="2"/>
                    <a:pt x="18" y="0"/>
                  </a:cubicBezTo>
                  <a:cubicBezTo>
                    <a:pt x="18" y="0"/>
                    <a:pt x="19" y="0"/>
                    <a:pt x="19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0" name="Freeform 530">
              <a:extLst>
                <a:ext uri="{FF2B5EF4-FFF2-40B4-BE49-F238E27FC236}">
                  <a16:creationId xmlns:a16="http://schemas.microsoft.com/office/drawing/2014/main" id="{2F3C66A1-D4B1-42A6-98EE-E01DCDDB4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500"/>
              <a:ext cx="58" cy="86"/>
            </a:xfrm>
            <a:custGeom>
              <a:avLst/>
              <a:gdLst>
                <a:gd name="T0" fmla="*/ 204 w 31"/>
                <a:gd name="T1" fmla="*/ 0 h 46"/>
                <a:gd name="T2" fmla="*/ 137 w 31"/>
                <a:gd name="T3" fmla="*/ 105 h 46"/>
                <a:gd name="T4" fmla="*/ 105 w 31"/>
                <a:gd name="T5" fmla="*/ 150 h 46"/>
                <a:gd name="T6" fmla="*/ 92 w 31"/>
                <a:gd name="T7" fmla="*/ 189 h 46"/>
                <a:gd name="T8" fmla="*/ 32 w 31"/>
                <a:gd name="T9" fmla="*/ 30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6">
                  <a:moveTo>
                    <a:pt x="31" y="0"/>
                  </a:moveTo>
                  <a:cubicBezTo>
                    <a:pt x="29" y="4"/>
                    <a:pt x="25" y="13"/>
                    <a:pt x="21" y="16"/>
                  </a:cubicBezTo>
                  <a:cubicBezTo>
                    <a:pt x="19" y="18"/>
                    <a:pt x="17" y="20"/>
                    <a:pt x="16" y="23"/>
                  </a:cubicBezTo>
                  <a:cubicBezTo>
                    <a:pt x="15" y="25"/>
                    <a:pt x="15" y="27"/>
                    <a:pt x="14" y="29"/>
                  </a:cubicBezTo>
                  <a:cubicBezTo>
                    <a:pt x="13" y="32"/>
                    <a:pt x="0" y="42"/>
                    <a:pt x="5" y="46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1" name="Freeform 531">
              <a:extLst>
                <a:ext uri="{FF2B5EF4-FFF2-40B4-BE49-F238E27FC236}">
                  <a16:creationId xmlns:a16="http://schemas.microsoft.com/office/drawing/2014/main" id="{BB385BA5-D868-4DCC-802F-2C4E4CEB4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482"/>
              <a:ext cx="49" cy="111"/>
            </a:xfrm>
            <a:custGeom>
              <a:avLst/>
              <a:gdLst>
                <a:gd name="T0" fmla="*/ 168 w 26"/>
                <a:gd name="T1" fmla="*/ 0 h 60"/>
                <a:gd name="T2" fmla="*/ 121 w 26"/>
                <a:gd name="T3" fmla="*/ 222 h 60"/>
                <a:gd name="T4" fmla="*/ 60 w 26"/>
                <a:gd name="T5" fmla="*/ 298 h 60"/>
                <a:gd name="T6" fmla="*/ 40 w 26"/>
                <a:gd name="T7" fmla="*/ 37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60">
                  <a:moveTo>
                    <a:pt x="25" y="0"/>
                  </a:moveTo>
                  <a:cubicBezTo>
                    <a:pt x="26" y="5"/>
                    <a:pt x="20" y="30"/>
                    <a:pt x="18" y="35"/>
                  </a:cubicBezTo>
                  <a:cubicBezTo>
                    <a:pt x="15" y="39"/>
                    <a:pt x="13" y="44"/>
                    <a:pt x="9" y="47"/>
                  </a:cubicBezTo>
                  <a:cubicBezTo>
                    <a:pt x="5" y="51"/>
                    <a:pt x="0" y="55"/>
                    <a:pt x="6" y="6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2" name="Freeform 532">
              <a:extLst>
                <a:ext uri="{FF2B5EF4-FFF2-40B4-BE49-F238E27FC236}">
                  <a16:creationId xmlns:a16="http://schemas.microsoft.com/office/drawing/2014/main" id="{FB0DD2E2-2CF7-4917-B0B3-C45AE45A8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484"/>
              <a:ext cx="65" cy="109"/>
            </a:xfrm>
            <a:custGeom>
              <a:avLst/>
              <a:gdLst>
                <a:gd name="T0" fmla="*/ 69 w 35"/>
                <a:gd name="T1" fmla="*/ 371 h 59"/>
                <a:gd name="T2" fmla="*/ 128 w 35"/>
                <a:gd name="T3" fmla="*/ 238 h 59"/>
                <a:gd name="T4" fmla="*/ 158 w 35"/>
                <a:gd name="T5" fmla="*/ 170 h 59"/>
                <a:gd name="T6" fmla="*/ 225 w 3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9">
                  <a:moveTo>
                    <a:pt x="11" y="59"/>
                  </a:moveTo>
                  <a:cubicBezTo>
                    <a:pt x="0" y="52"/>
                    <a:pt x="16" y="43"/>
                    <a:pt x="20" y="38"/>
                  </a:cubicBezTo>
                  <a:cubicBezTo>
                    <a:pt x="23" y="34"/>
                    <a:pt x="25" y="31"/>
                    <a:pt x="25" y="27"/>
                  </a:cubicBezTo>
                  <a:cubicBezTo>
                    <a:pt x="25" y="24"/>
                    <a:pt x="33" y="2"/>
                    <a:pt x="35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3" name="Freeform 533">
              <a:extLst>
                <a:ext uri="{FF2B5EF4-FFF2-40B4-BE49-F238E27FC236}">
                  <a16:creationId xmlns:a16="http://schemas.microsoft.com/office/drawing/2014/main" id="{C5786034-1FE5-4DB7-91E2-665A0B903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504"/>
              <a:ext cx="42" cy="85"/>
            </a:xfrm>
            <a:custGeom>
              <a:avLst/>
              <a:gdLst>
                <a:gd name="T0" fmla="*/ 29 w 23"/>
                <a:gd name="T1" fmla="*/ 290 h 46"/>
                <a:gd name="T2" fmla="*/ 7 w 23"/>
                <a:gd name="T3" fmla="*/ 238 h 46"/>
                <a:gd name="T4" fmla="*/ 37 w 23"/>
                <a:gd name="T5" fmla="*/ 188 h 46"/>
                <a:gd name="T6" fmla="*/ 60 w 23"/>
                <a:gd name="T7" fmla="*/ 146 h 46"/>
                <a:gd name="T8" fmla="*/ 141 w 23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6">
                  <a:moveTo>
                    <a:pt x="5" y="46"/>
                  </a:moveTo>
                  <a:cubicBezTo>
                    <a:pt x="1" y="45"/>
                    <a:pt x="0" y="42"/>
                    <a:pt x="1" y="38"/>
                  </a:cubicBezTo>
                  <a:cubicBezTo>
                    <a:pt x="2" y="35"/>
                    <a:pt x="4" y="33"/>
                    <a:pt x="6" y="30"/>
                  </a:cubicBezTo>
                  <a:cubicBezTo>
                    <a:pt x="8" y="28"/>
                    <a:pt x="9" y="26"/>
                    <a:pt x="10" y="23"/>
                  </a:cubicBezTo>
                  <a:cubicBezTo>
                    <a:pt x="13" y="17"/>
                    <a:pt x="17" y="4"/>
                    <a:pt x="23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4" name="Freeform 534">
              <a:extLst>
                <a:ext uri="{FF2B5EF4-FFF2-40B4-BE49-F238E27FC236}">
                  <a16:creationId xmlns:a16="http://schemas.microsoft.com/office/drawing/2014/main" id="{48920FC1-DDA8-4986-AE1B-FCFA7017D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521"/>
              <a:ext cx="12" cy="24"/>
            </a:xfrm>
            <a:custGeom>
              <a:avLst/>
              <a:gdLst>
                <a:gd name="T0" fmla="*/ 36 w 7"/>
                <a:gd name="T1" fmla="*/ 0 h 13"/>
                <a:gd name="T2" fmla="*/ 0 w 7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5" y="4"/>
                    <a:pt x="3" y="9"/>
                    <a:pt x="0" y="13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5" name="Freeform 535">
              <a:extLst>
                <a:ext uri="{FF2B5EF4-FFF2-40B4-BE49-F238E27FC236}">
                  <a16:creationId xmlns:a16="http://schemas.microsoft.com/office/drawing/2014/main" id="{046017CC-11F1-49B4-845C-78CA5B9EC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560"/>
              <a:ext cx="13" cy="26"/>
            </a:xfrm>
            <a:custGeom>
              <a:avLst/>
              <a:gdLst>
                <a:gd name="T0" fmla="*/ 45 w 7"/>
                <a:gd name="T1" fmla="*/ 0 h 14"/>
                <a:gd name="T2" fmla="*/ 32 w 7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5" y="2"/>
                    <a:pt x="0" y="13"/>
                    <a:pt x="5" y="14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6" name="Freeform 536">
              <a:extLst>
                <a:ext uri="{FF2B5EF4-FFF2-40B4-BE49-F238E27FC236}">
                  <a16:creationId xmlns:a16="http://schemas.microsoft.com/office/drawing/2014/main" id="{14EC2453-86A2-48EC-935E-FD5157716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556"/>
              <a:ext cx="7" cy="24"/>
            </a:xfrm>
            <a:custGeom>
              <a:avLst/>
              <a:gdLst>
                <a:gd name="T0" fmla="*/ 21 w 4"/>
                <a:gd name="T1" fmla="*/ 81 h 13"/>
                <a:gd name="T2" fmla="*/ 21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13"/>
                  </a:moveTo>
                  <a:cubicBezTo>
                    <a:pt x="4" y="8"/>
                    <a:pt x="0" y="4"/>
                    <a:pt x="4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7" name="Freeform 537">
              <a:extLst>
                <a:ext uri="{FF2B5EF4-FFF2-40B4-BE49-F238E27FC236}">
                  <a16:creationId xmlns:a16="http://schemas.microsoft.com/office/drawing/2014/main" id="{04FCEB8B-1A92-4575-A069-AA413678A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530"/>
              <a:ext cx="7" cy="13"/>
            </a:xfrm>
            <a:custGeom>
              <a:avLst/>
              <a:gdLst>
                <a:gd name="T0" fmla="*/ 0 w 4"/>
                <a:gd name="T1" fmla="*/ 45 h 7"/>
                <a:gd name="T2" fmla="*/ 21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4" y="3"/>
                    <a:pt x="4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8" name="Freeform 538">
              <a:extLst>
                <a:ext uri="{FF2B5EF4-FFF2-40B4-BE49-F238E27FC236}">
                  <a16:creationId xmlns:a16="http://schemas.microsoft.com/office/drawing/2014/main" id="{189BA710-D756-4099-A577-83FAC6302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593"/>
              <a:ext cx="9" cy="20"/>
            </a:xfrm>
            <a:custGeom>
              <a:avLst/>
              <a:gdLst>
                <a:gd name="T0" fmla="*/ 29 w 5"/>
                <a:gd name="T1" fmla="*/ 0 h 11"/>
                <a:gd name="T2" fmla="*/ 0 w 5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5" y="4"/>
                    <a:pt x="0" y="6"/>
                    <a:pt x="0" y="11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9" name="Freeform 539">
              <a:extLst>
                <a:ext uri="{FF2B5EF4-FFF2-40B4-BE49-F238E27FC236}">
                  <a16:creationId xmlns:a16="http://schemas.microsoft.com/office/drawing/2014/main" id="{B8FD4578-70A3-4038-84E6-93DF1F658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588"/>
              <a:ext cx="11" cy="25"/>
            </a:xfrm>
            <a:custGeom>
              <a:avLst/>
              <a:gdLst>
                <a:gd name="T0" fmla="*/ 24 w 6"/>
                <a:gd name="T1" fmla="*/ 80 h 14"/>
                <a:gd name="T2" fmla="*/ 37 w 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4" y="14"/>
                  </a:moveTo>
                  <a:cubicBezTo>
                    <a:pt x="0" y="10"/>
                    <a:pt x="0" y="2"/>
                    <a:pt x="6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0" name="Freeform 540">
              <a:extLst>
                <a:ext uri="{FF2B5EF4-FFF2-40B4-BE49-F238E27FC236}">
                  <a16:creationId xmlns:a16="http://schemas.microsoft.com/office/drawing/2014/main" id="{913DDE6E-FB5F-456F-B3CA-C509B4C40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582"/>
              <a:ext cx="7" cy="15"/>
            </a:xfrm>
            <a:custGeom>
              <a:avLst/>
              <a:gdLst>
                <a:gd name="T0" fmla="*/ 21 w 4"/>
                <a:gd name="T1" fmla="*/ 0 h 8"/>
                <a:gd name="T2" fmla="*/ 12 w 4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4" y="2"/>
                    <a:pt x="0" y="5"/>
                    <a:pt x="2" y="8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1" name="Freeform 541">
              <a:extLst>
                <a:ext uri="{FF2B5EF4-FFF2-40B4-BE49-F238E27FC236}">
                  <a16:creationId xmlns:a16="http://schemas.microsoft.com/office/drawing/2014/main" id="{5113F8A2-49C2-43F9-A8D9-86914C945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532"/>
              <a:ext cx="14" cy="41"/>
            </a:xfrm>
            <a:custGeom>
              <a:avLst/>
              <a:gdLst>
                <a:gd name="T0" fmla="*/ 44 w 8"/>
                <a:gd name="T1" fmla="*/ 0 h 22"/>
                <a:gd name="T2" fmla="*/ 0 w 8"/>
                <a:gd name="T3" fmla="*/ 73 h 22"/>
                <a:gd name="T4" fmla="*/ 21 w 8"/>
                <a:gd name="T5" fmla="*/ 142 h 22"/>
                <a:gd name="T6" fmla="*/ 28 w 8"/>
                <a:gd name="T7" fmla="*/ 14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cubicBezTo>
                    <a:pt x="4" y="2"/>
                    <a:pt x="0" y="6"/>
                    <a:pt x="0" y="11"/>
                  </a:cubicBezTo>
                  <a:cubicBezTo>
                    <a:pt x="0" y="15"/>
                    <a:pt x="4" y="18"/>
                    <a:pt x="4" y="22"/>
                  </a:cubicBezTo>
                  <a:cubicBezTo>
                    <a:pt x="5" y="22"/>
                    <a:pt x="5" y="22"/>
                    <a:pt x="5" y="22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2" name="Freeform 542">
              <a:extLst>
                <a:ext uri="{FF2B5EF4-FFF2-40B4-BE49-F238E27FC236}">
                  <a16:creationId xmlns:a16="http://schemas.microsoft.com/office/drawing/2014/main" id="{CC04DAEE-E95C-4D53-8293-A8B7A947A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536"/>
              <a:ext cx="15" cy="22"/>
            </a:xfrm>
            <a:custGeom>
              <a:avLst/>
              <a:gdLst>
                <a:gd name="T0" fmla="*/ 0 w 8"/>
                <a:gd name="T1" fmla="*/ 73 h 12"/>
                <a:gd name="T2" fmla="*/ 53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0" y="6"/>
                    <a:pt x="5" y="5"/>
                    <a:pt x="8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3" name="Freeform 543">
              <a:extLst>
                <a:ext uri="{FF2B5EF4-FFF2-40B4-BE49-F238E27FC236}">
                  <a16:creationId xmlns:a16="http://schemas.microsoft.com/office/drawing/2014/main" id="{D4184CD3-EAEB-4564-9EC5-C5CF989DA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512"/>
              <a:ext cx="2" cy="5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4" name="Freeform 544">
              <a:extLst>
                <a:ext uri="{FF2B5EF4-FFF2-40B4-BE49-F238E27FC236}">
                  <a16:creationId xmlns:a16="http://schemas.microsoft.com/office/drawing/2014/main" id="{EC4CB486-76DA-4B20-B19E-2DF73634D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517"/>
              <a:ext cx="20" cy="37"/>
            </a:xfrm>
            <a:custGeom>
              <a:avLst/>
              <a:gdLst>
                <a:gd name="T0" fmla="*/ 16 w 11"/>
                <a:gd name="T1" fmla="*/ 126 h 20"/>
                <a:gd name="T2" fmla="*/ 65 w 1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3" y="20"/>
                  </a:moveTo>
                  <a:cubicBezTo>
                    <a:pt x="0" y="13"/>
                    <a:pt x="11" y="5"/>
                    <a:pt x="11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5" name="Freeform 545">
              <a:extLst>
                <a:ext uri="{FF2B5EF4-FFF2-40B4-BE49-F238E27FC236}">
                  <a16:creationId xmlns:a16="http://schemas.microsoft.com/office/drawing/2014/main" id="{2B2440B8-AF22-4E61-97E3-E4346D228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497"/>
              <a:ext cx="39" cy="50"/>
            </a:xfrm>
            <a:custGeom>
              <a:avLst/>
              <a:gdLst>
                <a:gd name="T0" fmla="*/ 13 w 21"/>
                <a:gd name="T1" fmla="*/ 172 h 27"/>
                <a:gd name="T2" fmla="*/ 65 w 21"/>
                <a:gd name="T3" fmla="*/ 69 h 27"/>
                <a:gd name="T4" fmla="*/ 134 w 21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2" y="27"/>
                  </a:moveTo>
                  <a:cubicBezTo>
                    <a:pt x="0" y="22"/>
                    <a:pt x="8" y="15"/>
                    <a:pt x="10" y="11"/>
                  </a:cubicBezTo>
                  <a:cubicBezTo>
                    <a:pt x="13" y="7"/>
                    <a:pt x="16" y="3"/>
                    <a:pt x="21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6" name="Freeform 546">
              <a:extLst>
                <a:ext uri="{FF2B5EF4-FFF2-40B4-BE49-F238E27FC236}">
                  <a16:creationId xmlns:a16="http://schemas.microsoft.com/office/drawing/2014/main" id="{6B176254-DB15-449E-A4D9-19A2F4B9C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480"/>
              <a:ext cx="5" cy="7"/>
            </a:xfrm>
            <a:custGeom>
              <a:avLst/>
              <a:gdLst>
                <a:gd name="T0" fmla="*/ 13 w 3"/>
                <a:gd name="T1" fmla="*/ 0 h 4"/>
                <a:gd name="T2" fmla="*/ 0 w 3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7" name="Freeform 547">
              <a:extLst>
                <a:ext uri="{FF2B5EF4-FFF2-40B4-BE49-F238E27FC236}">
                  <a16:creationId xmlns:a16="http://schemas.microsoft.com/office/drawing/2014/main" id="{ECC571F4-A14C-4C67-B25E-DBC4F1622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486"/>
              <a:ext cx="31" cy="29"/>
            </a:xfrm>
            <a:custGeom>
              <a:avLst/>
              <a:gdLst>
                <a:gd name="T0" fmla="*/ 104 w 17"/>
                <a:gd name="T1" fmla="*/ 0 h 16"/>
                <a:gd name="T2" fmla="*/ 60 w 17"/>
                <a:gd name="T3" fmla="*/ 53 h 16"/>
                <a:gd name="T4" fmla="*/ 0 w 17"/>
                <a:gd name="T5" fmla="*/ 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0"/>
                  </a:moveTo>
                  <a:cubicBezTo>
                    <a:pt x="17" y="4"/>
                    <a:pt x="13" y="6"/>
                    <a:pt x="10" y="9"/>
                  </a:cubicBezTo>
                  <a:cubicBezTo>
                    <a:pt x="7" y="11"/>
                    <a:pt x="4" y="14"/>
                    <a:pt x="0" y="16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8" name="Freeform 548">
              <a:extLst>
                <a:ext uri="{FF2B5EF4-FFF2-40B4-BE49-F238E27FC236}">
                  <a16:creationId xmlns:a16="http://schemas.microsoft.com/office/drawing/2014/main" id="{8E039BBA-DDAB-48DC-81BB-D9F585629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530"/>
              <a:ext cx="5" cy="9"/>
            </a:xfrm>
            <a:custGeom>
              <a:avLst/>
              <a:gdLst>
                <a:gd name="T0" fmla="*/ 13 w 3"/>
                <a:gd name="T1" fmla="*/ 0 h 5"/>
                <a:gd name="T2" fmla="*/ 0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1"/>
                    <a:pt x="1" y="4"/>
                    <a:pt x="0" y="5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9" name="Freeform 549">
              <a:extLst>
                <a:ext uri="{FF2B5EF4-FFF2-40B4-BE49-F238E27FC236}">
                  <a16:creationId xmlns:a16="http://schemas.microsoft.com/office/drawing/2014/main" id="{7876150B-E547-420E-A738-2751EB0AD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456"/>
              <a:ext cx="89" cy="70"/>
            </a:xfrm>
            <a:custGeom>
              <a:avLst/>
              <a:gdLst>
                <a:gd name="T0" fmla="*/ 0 w 48"/>
                <a:gd name="T1" fmla="*/ 238 h 38"/>
                <a:gd name="T2" fmla="*/ 104 w 48"/>
                <a:gd name="T3" fmla="*/ 169 h 38"/>
                <a:gd name="T4" fmla="*/ 202 w 48"/>
                <a:gd name="T5" fmla="*/ 105 h 38"/>
                <a:gd name="T6" fmla="*/ 306 w 48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8">
                  <a:moveTo>
                    <a:pt x="0" y="38"/>
                  </a:moveTo>
                  <a:cubicBezTo>
                    <a:pt x="4" y="33"/>
                    <a:pt x="11" y="29"/>
                    <a:pt x="16" y="27"/>
                  </a:cubicBezTo>
                  <a:cubicBezTo>
                    <a:pt x="22" y="24"/>
                    <a:pt x="26" y="21"/>
                    <a:pt x="32" y="17"/>
                  </a:cubicBezTo>
                  <a:cubicBezTo>
                    <a:pt x="38" y="13"/>
                    <a:pt x="47" y="9"/>
                    <a:pt x="48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0" name="Freeform 550">
              <a:extLst>
                <a:ext uri="{FF2B5EF4-FFF2-40B4-BE49-F238E27FC236}">
                  <a16:creationId xmlns:a16="http://schemas.microsoft.com/office/drawing/2014/main" id="{93D3BE9C-311C-4077-8C44-1DAB0EDC9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1449"/>
              <a:ext cx="39" cy="35"/>
            </a:xfrm>
            <a:custGeom>
              <a:avLst/>
              <a:gdLst>
                <a:gd name="T0" fmla="*/ 134 w 21"/>
                <a:gd name="T1" fmla="*/ 0 h 19"/>
                <a:gd name="T2" fmla="*/ 84 w 21"/>
                <a:gd name="T3" fmla="*/ 68 h 19"/>
                <a:gd name="T4" fmla="*/ 0 w 21"/>
                <a:gd name="T5" fmla="*/ 11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21" y="0"/>
                  </a:moveTo>
                  <a:cubicBezTo>
                    <a:pt x="19" y="5"/>
                    <a:pt x="17" y="8"/>
                    <a:pt x="13" y="11"/>
                  </a:cubicBezTo>
                  <a:cubicBezTo>
                    <a:pt x="9" y="14"/>
                    <a:pt x="4" y="16"/>
                    <a:pt x="0" y="19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1" name="Freeform 551">
              <a:extLst>
                <a:ext uri="{FF2B5EF4-FFF2-40B4-BE49-F238E27FC236}">
                  <a16:creationId xmlns:a16="http://schemas.microsoft.com/office/drawing/2014/main" id="{53EC5FCB-DC7A-49D8-AD8D-EA9F6367D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461"/>
              <a:ext cx="96" cy="47"/>
            </a:xfrm>
            <a:custGeom>
              <a:avLst/>
              <a:gdLst>
                <a:gd name="T0" fmla="*/ 0 w 52"/>
                <a:gd name="T1" fmla="*/ 165 h 25"/>
                <a:gd name="T2" fmla="*/ 113 w 52"/>
                <a:gd name="T3" fmla="*/ 133 h 25"/>
                <a:gd name="T4" fmla="*/ 214 w 52"/>
                <a:gd name="T5" fmla="*/ 85 h 25"/>
                <a:gd name="T6" fmla="*/ 327 w 52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5">
                  <a:moveTo>
                    <a:pt x="0" y="25"/>
                  </a:moveTo>
                  <a:cubicBezTo>
                    <a:pt x="6" y="21"/>
                    <a:pt x="12" y="21"/>
                    <a:pt x="18" y="20"/>
                  </a:cubicBezTo>
                  <a:cubicBezTo>
                    <a:pt x="23" y="18"/>
                    <a:pt x="29" y="16"/>
                    <a:pt x="34" y="13"/>
                  </a:cubicBezTo>
                  <a:cubicBezTo>
                    <a:pt x="40" y="9"/>
                    <a:pt x="48" y="6"/>
                    <a:pt x="52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2" name="Freeform 552">
              <a:extLst>
                <a:ext uri="{FF2B5EF4-FFF2-40B4-BE49-F238E27FC236}">
                  <a16:creationId xmlns:a16="http://schemas.microsoft.com/office/drawing/2014/main" id="{DE8B7681-F930-4CC3-A672-5D0CFF5DA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434"/>
              <a:ext cx="7" cy="18"/>
            </a:xfrm>
            <a:custGeom>
              <a:avLst/>
              <a:gdLst>
                <a:gd name="T0" fmla="*/ 0 w 4"/>
                <a:gd name="T1" fmla="*/ 58 h 10"/>
                <a:gd name="T2" fmla="*/ 16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3" y="7"/>
                    <a:pt x="4" y="4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3" name="Freeform 553">
              <a:extLst>
                <a:ext uri="{FF2B5EF4-FFF2-40B4-BE49-F238E27FC236}">
                  <a16:creationId xmlns:a16="http://schemas.microsoft.com/office/drawing/2014/main" id="{D91DF022-BE41-410E-8D8E-AF0FEF60B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443"/>
              <a:ext cx="57" cy="48"/>
            </a:xfrm>
            <a:custGeom>
              <a:avLst/>
              <a:gdLst>
                <a:gd name="T0" fmla="*/ 193 w 31"/>
                <a:gd name="T1" fmla="*/ 0 h 26"/>
                <a:gd name="T2" fmla="*/ 173 w 31"/>
                <a:gd name="T3" fmla="*/ 52 h 26"/>
                <a:gd name="T4" fmla="*/ 136 w 31"/>
                <a:gd name="T5" fmla="*/ 96 h 26"/>
                <a:gd name="T6" fmla="*/ 0 w 31"/>
                <a:gd name="T7" fmla="*/ 16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6">
                  <a:moveTo>
                    <a:pt x="31" y="0"/>
                  </a:moveTo>
                  <a:cubicBezTo>
                    <a:pt x="30" y="4"/>
                    <a:pt x="30" y="4"/>
                    <a:pt x="28" y="8"/>
                  </a:cubicBezTo>
                  <a:cubicBezTo>
                    <a:pt x="26" y="11"/>
                    <a:pt x="24" y="13"/>
                    <a:pt x="22" y="15"/>
                  </a:cubicBezTo>
                  <a:cubicBezTo>
                    <a:pt x="15" y="20"/>
                    <a:pt x="7" y="23"/>
                    <a:pt x="0" y="26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4" name="Freeform 554">
              <a:extLst>
                <a:ext uri="{FF2B5EF4-FFF2-40B4-BE49-F238E27FC236}">
                  <a16:creationId xmlns:a16="http://schemas.microsoft.com/office/drawing/2014/main" id="{0967F7CB-540F-4FF0-860A-DF2E96288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513"/>
              <a:ext cx="61" cy="13"/>
            </a:xfrm>
            <a:custGeom>
              <a:avLst/>
              <a:gdLst>
                <a:gd name="T0" fmla="*/ 0 w 33"/>
                <a:gd name="T1" fmla="*/ 45 h 7"/>
                <a:gd name="T2" fmla="*/ 113 w 33"/>
                <a:gd name="T3" fmla="*/ 32 h 7"/>
                <a:gd name="T4" fmla="*/ 209 w 33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">
                  <a:moveTo>
                    <a:pt x="0" y="7"/>
                  </a:moveTo>
                  <a:cubicBezTo>
                    <a:pt x="5" y="4"/>
                    <a:pt x="12" y="6"/>
                    <a:pt x="18" y="5"/>
                  </a:cubicBezTo>
                  <a:cubicBezTo>
                    <a:pt x="23" y="4"/>
                    <a:pt x="27" y="1"/>
                    <a:pt x="33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5" name="Freeform 555">
              <a:extLst>
                <a:ext uri="{FF2B5EF4-FFF2-40B4-BE49-F238E27FC236}">
                  <a16:creationId xmlns:a16="http://schemas.microsoft.com/office/drawing/2014/main" id="{7533B948-A349-44FA-BF46-D7934C9AE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480"/>
              <a:ext cx="59" cy="33"/>
            </a:xfrm>
            <a:custGeom>
              <a:avLst/>
              <a:gdLst>
                <a:gd name="T0" fmla="*/ 0 w 32"/>
                <a:gd name="T1" fmla="*/ 112 h 18"/>
                <a:gd name="T2" fmla="*/ 112 w 32"/>
                <a:gd name="T3" fmla="*/ 61 h 18"/>
                <a:gd name="T4" fmla="*/ 157 w 32"/>
                <a:gd name="T5" fmla="*/ 24 h 18"/>
                <a:gd name="T6" fmla="*/ 201 w 32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8">
                  <a:moveTo>
                    <a:pt x="0" y="18"/>
                  </a:moveTo>
                  <a:cubicBezTo>
                    <a:pt x="7" y="16"/>
                    <a:pt x="13" y="14"/>
                    <a:pt x="18" y="10"/>
                  </a:cubicBezTo>
                  <a:cubicBezTo>
                    <a:pt x="21" y="8"/>
                    <a:pt x="22" y="6"/>
                    <a:pt x="25" y="4"/>
                  </a:cubicBezTo>
                  <a:cubicBezTo>
                    <a:pt x="27" y="3"/>
                    <a:pt x="30" y="2"/>
                    <a:pt x="32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6" name="Freeform 556">
              <a:extLst>
                <a:ext uri="{FF2B5EF4-FFF2-40B4-BE49-F238E27FC236}">
                  <a16:creationId xmlns:a16="http://schemas.microsoft.com/office/drawing/2014/main" id="{FB91E3C2-7563-4E1C-84D2-4B7BDF009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439"/>
              <a:ext cx="32" cy="35"/>
            </a:xfrm>
            <a:custGeom>
              <a:avLst/>
              <a:gdLst>
                <a:gd name="T0" fmla="*/ 113 w 17"/>
                <a:gd name="T1" fmla="*/ 0 h 19"/>
                <a:gd name="T2" fmla="*/ 60 w 17"/>
                <a:gd name="T3" fmla="*/ 61 h 19"/>
                <a:gd name="T4" fmla="*/ 0 w 17"/>
                <a:gd name="T5" fmla="*/ 11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13" y="3"/>
                    <a:pt x="12" y="6"/>
                    <a:pt x="9" y="10"/>
                  </a:cubicBezTo>
                  <a:cubicBezTo>
                    <a:pt x="7" y="13"/>
                    <a:pt x="4" y="17"/>
                    <a:pt x="0" y="19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7" name="Freeform 557">
              <a:extLst>
                <a:ext uri="{FF2B5EF4-FFF2-40B4-BE49-F238E27FC236}">
                  <a16:creationId xmlns:a16="http://schemas.microsoft.com/office/drawing/2014/main" id="{4C023849-63A0-4516-B377-92031BE6A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447"/>
              <a:ext cx="50" cy="37"/>
            </a:xfrm>
            <a:custGeom>
              <a:avLst/>
              <a:gdLst>
                <a:gd name="T0" fmla="*/ 172 w 27"/>
                <a:gd name="T1" fmla="*/ 0 h 20"/>
                <a:gd name="T2" fmla="*/ 81 w 27"/>
                <a:gd name="T3" fmla="*/ 96 h 20"/>
                <a:gd name="T4" fmla="*/ 0 w 27"/>
                <a:gd name="T5" fmla="*/ 1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0">
                  <a:moveTo>
                    <a:pt x="27" y="0"/>
                  </a:moveTo>
                  <a:cubicBezTo>
                    <a:pt x="24" y="8"/>
                    <a:pt x="20" y="11"/>
                    <a:pt x="13" y="15"/>
                  </a:cubicBezTo>
                  <a:cubicBezTo>
                    <a:pt x="9" y="17"/>
                    <a:pt x="5" y="20"/>
                    <a:pt x="0" y="19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8" name="Freeform 558">
              <a:extLst>
                <a:ext uri="{FF2B5EF4-FFF2-40B4-BE49-F238E27FC236}">
                  <a16:creationId xmlns:a16="http://schemas.microsoft.com/office/drawing/2014/main" id="{B5B90DF8-1470-4223-AC6A-4A058F0AC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500"/>
              <a:ext cx="69" cy="15"/>
            </a:xfrm>
            <a:custGeom>
              <a:avLst/>
              <a:gdLst>
                <a:gd name="T0" fmla="*/ 241 w 37"/>
                <a:gd name="T1" fmla="*/ 0 h 8"/>
                <a:gd name="T2" fmla="*/ 97 w 37"/>
                <a:gd name="T3" fmla="*/ 28 h 8"/>
                <a:gd name="T4" fmla="*/ 0 w 37"/>
                <a:gd name="T5" fmla="*/ 3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">
                  <a:moveTo>
                    <a:pt x="37" y="0"/>
                  </a:moveTo>
                  <a:cubicBezTo>
                    <a:pt x="32" y="6"/>
                    <a:pt x="22" y="4"/>
                    <a:pt x="15" y="4"/>
                  </a:cubicBezTo>
                  <a:cubicBezTo>
                    <a:pt x="12" y="5"/>
                    <a:pt x="2" y="8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9" name="Freeform 559">
              <a:extLst>
                <a:ext uri="{FF2B5EF4-FFF2-40B4-BE49-F238E27FC236}">
                  <a16:creationId xmlns:a16="http://schemas.microsoft.com/office/drawing/2014/main" id="{49F5E266-455F-4C1D-B3C0-03C9303F9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519"/>
              <a:ext cx="81" cy="11"/>
            </a:xfrm>
            <a:custGeom>
              <a:avLst/>
              <a:gdLst>
                <a:gd name="T0" fmla="*/ 274 w 44"/>
                <a:gd name="T1" fmla="*/ 0 h 6"/>
                <a:gd name="T2" fmla="*/ 201 w 44"/>
                <a:gd name="T3" fmla="*/ 7 h 6"/>
                <a:gd name="T4" fmla="*/ 118 w 44"/>
                <a:gd name="T5" fmla="*/ 20 h 6"/>
                <a:gd name="T6" fmla="*/ 0 w 44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6">
                  <a:moveTo>
                    <a:pt x="44" y="0"/>
                  </a:moveTo>
                  <a:cubicBezTo>
                    <a:pt x="40" y="2"/>
                    <a:pt x="37" y="1"/>
                    <a:pt x="32" y="1"/>
                  </a:cubicBezTo>
                  <a:cubicBezTo>
                    <a:pt x="28" y="2"/>
                    <a:pt x="23" y="2"/>
                    <a:pt x="19" y="3"/>
                  </a:cubicBezTo>
                  <a:cubicBezTo>
                    <a:pt x="13" y="3"/>
                    <a:pt x="5" y="6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0" name="Freeform 560">
              <a:extLst>
                <a:ext uri="{FF2B5EF4-FFF2-40B4-BE49-F238E27FC236}">
                  <a16:creationId xmlns:a16="http://schemas.microsoft.com/office/drawing/2014/main" id="{24B4D298-DDDE-45D7-AB40-811B4CBDC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532"/>
              <a:ext cx="74" cy="5"/>
            </a:xfrm>
            <a:custGeom>
              <a:avLst/>
              <a:gdLst>
                <a:gd name="T0" fmla="*/ 253 w 40"/>
                <a:gd name="T1" fmla="*/ 13 h 3"/>
                <a:gd name="T2" fmla="*/ 178 w 40"/>
                <a:gd name="T3" fmla="*/ 8 h 3"/>
                <a:gd name="T4" fmla="*/ 104 w 40"/>
                <a:gd name="T5" fmla="*/ 8 h 3"/>
                <a:gd name="T6" fmla="*/ 0 w 4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">
                  <a:moveTo>
                    <a:pt x="40" y="3"/>
                  </a:moveTo>
                  <a:cubicBezTo>
                    <a:pt x="36" y="3"/>
                    <a:pt x="33" y="2"/>
                    <a:pt x="28" y="2"/>
                  </a:cubicBezTo>
                  <a:cubicBezTo>
                    <a:pt x="24" y="3"/>
                    <a:pt x="21" y="3"/>
                    <a:pt x="16" y="2"/>
                  </a:cubicBezTo>
                  <a:cubicBezTo>
                    <a:pt x="12" y="1"/>
                    <a:pt x="4" y="2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1" name="Freeform 561">
              <a:extLst>
                <a:ext uri="{FF2B5EF4-FFF2-40B4-BE49-F238E27FC236}">
                  <a16:creationId xmlns:a16="http://schemas.microsoft.com/office/drawing/2014/main" id="{F59DBBDD-526F-4BA4-AFED-56DD65A2D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1536"/>
              <a:ext cx="75" cy="11"/>
            </a:xfrm>
            <a:custGeom>
              <a:avLst/>
              <a:gdLst>
                <a:gd name="T0" fmla="*/ 0 w 41"/>
                <a:gd name="T1" fmla="*/ 0 h 6"/>
                <a:gd name="T2" fmla="*/ 68 w 41"/>
                <a:gd name="T3" fmla="*/ 31 h 6"/>
                <a:gd name="T4" fmla="*/ 141 w 41"/>
                <a:gd name="T5" fmla="*/ 24 h 6"/>
                <a:gd name="T6" fmla="*/ 207 w 41"/>
                <a:gd name="T7" fmla="*/ 24 h 6"/>
                <a:gd name="T8" fmla="*/ 251 w 41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">
                  <a:moveTo>
                    <a:pt x="0" y="0"/>
                  </a:moveTo>
                  <a:cubicBezTo>
                    <a:pt x="3" y="2"/>
                    <a:pt x="7" y="5"/>
                    <a:pt x="11" y="5"/>
                  </a:cubicBezTo>
                  <a:cubicBezTo>
                    <a:pt x="15" y="6"/>
                    <a:pt x="19" y="4"/>
                    <a:pt x="23" y="4"/>
                  </a:cubicBezTo>
                  <a:cubicBezTo>
                    <a:pt x="26" y="4"/>
                    <a:pt x="31" y="3"/>
                    <a:pt x="34" y="4"/>
                  </a:cubicBezTo>
                  <a:cubicBezTo>
                    <a:pt x="37" y="5"/>
                    <a:pt x="38" y="6"/>
                    <a:pt x="41" y="6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2" name="Freeform 562">
              <a:extLst>
                <a:ext uri="{FF2B5EF4-FFF2-40B4-BE49-F238E27FC236}">
                  <a16:creationId xmlns:a16="http://schemas.microsoft.com/office/drawing/2014/main" id="{72A67154-B813-4167-A9B1-4781AC0B0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550"/>
              <a:ext cx="68" cy="6"/>
            </a:xfrm>
            <a:custGeom>
              <a:avLst/>
              <a:gdLst>
                <a:gd name="T0" fmla="*/ 230 w 37"/>
                <a:gd name="T1" fmla="*/ 16 h 3"/>
                <a:gd name="T2" fmla="*/ 173 w 37"/>
                <a:gd name="T3" fmla="*/ 16 h 3"/>
                <a:gd name="T4" fmla="*/ 97 w 37"/>
                <a:gd name="T5" fmla="*/ 16 h 3"/>
                <a:gd name="T6" fmla="*/ 0 w 3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">
                  <a:moveTo>
                    <a:pt x="37" y="2"/>
                  </a:moveTo>
                  <a:cubicBezTo>
                    <a:pt x="33" y="1"/>
                    <a:pt x="31" y="0"/>
                    <a:pt x="28" y="2"/>
                  </a:cubicBezTo>
                  <a:cubicBezTo>
                    <a:pt x="24" y="3"/>
                    <a:pt x="20" y="3"/>
                    <a:pt x="16" y="2"/>
                  </a:cubicBezTo>
                  <a:cubicBezTo>
                    <a:pt x="12" y="2"/>
                    <a:pt x="4" y="2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3" name="Freeform 563">
              <a:extLst>
                <a:ext uri="{FF2B5EF4-FFF2-40B4-BE49-F238E27FC236}">
                  <a16:creationId xmlns:a16="http://schemas.microsoft.com/office/drawing/2014/main" id="{CE00EA70-5081-44C9-8847-5452738FC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541"/>
              <a:ext cx="17" cy="6"/>
            </a:xfrm>
            <a:custGeom>
              <a:avLst/>
              <a:gdLst>
                <a:gd name="T0" fmla="*/ 60 w 9"/>
                <a:gd name="T1" fmla="*/ 24 h 3"/>
                <a:gd name="T2" fmla="*/ 8 w 9"/>
                <a:gd name="T3" fmla="*/ 0 h 3"/>
                <a:gd name="T4" fmla="*/ 0 w 9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6" y="2"/>
                    <a:pt x="4" y="2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4" name="Freeform 564">
              <a:extLst>
                <a:ext uri="{FF2B5EF4-FFF2-40B4-BE49-F238E27FC236}">
                  <a16:creationId xmlns:a16="http://schemas.microsoft.com/office/drawing/2014/main" id="{B64034DE-4E2B-4E10-9B77-19DC5E34C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534"/>
              <a:ext cx="30" cy="2"/>
            </a:xfrm>
            <a:custGeom>
              <a:avLst/>
              <a:gdLst>
                <a:gd name="T0" fmla="*/ 105 w 16"/>
                <a:gd name="T1" fmla="*/ 8 h 1"/>
                <a:gd name="T2" fmla="*/ 53 w 16"/>
                <a:gd name="T3" fmla="*/ 8 h 1"/>
                <a:gd name="T4" fmla="*/ 0 w 16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">
                  <a:moveTo>
                    <a:pt x="16" y="1"/>
                  </a:moveTo>
                  <a:cubicBezTo>
                    <a:pt x="14" y="1"/>
                    <a:pt x="11" y="1"/>
                    <a:pt x="8" y="1"/>
                  </a:cubicBezTo>
                  <a:cubicBezTo>
                    <a:pt x="5" y="1"/>
                    <a:pt x="3" y="0"/>
                    <a:pt x="0" y="1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5" name="Freeform 565">
              <a:extLst>
                <a:ext uri="{FF2B5EF4-FFF2-40B4-BE49-F238E27FC236}">
                  <a16:creationId xmlns:a16="http://schemas.microsoft.com/office/drawing/2014/main" id="{7E7E7595-1699-4B4E-A0E4-B82DD1D3B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547"/>
              <a:ext cx="85" cy="22"/>
            </a:xfrm>
            <a:custGeom>
              <a:avLst/>
              <a:gdLst>
                <a:gd name="T0" fmla="*/ 290 w 46"/>
                <a:gd name="T1" fmla="*/ 61 h 12"/>
                <a:gd name="T2" fmla="*/ 222 w 46"/>
                <a:gd name="T3" fmla="*/ 44 h 12"/>
                <a:gd name="T4" fmla="*/ 146 w 46"/>
                <a:gd name="T5" fmla="*/ 31 h 12"/>
                <a:gd name="T6" fmla="*/ 20 w 4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2">
                  <a:moveTo>
                    <a:pt x="46" y="10"/>
                  </a:moveTo>
                  <a:cubicBezTo>
                    <a:pt x="42" y="12"/>
                    <a:pt x="38" y="9"/>
                    <a:pt x="35" y="7"/>
                  </a:cubicBezTo>
                  <a:cubicBezTo>
                    <a:pt x="31" y="6"/>
                    <a:pt x="27" y="6"/>
                    <a:pt x="23" y="5"/>
                  </a:cubicBezTo>
                  <a:cubicBezTo>
                    <a:pt x="20" y="5"/>
                    <a:pt x="0" y="6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6" name="Freeform 566">
              <a:extLst>
                <a:ext uri="{FF2B5EF4-FFF2-40B4-BE49-F238E27FC236}">
                  <a16:creationId xmlns:a16="http://schemas.microsoft.com/office/drawing/2014/main" id="{0B39CBAB-A4C7-4DA2-8F71-4B560CB32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458"/>
              <a:ext cx="22" cy="26"/>
            </a:xfrm>
            <a:custGeom>
              <a:avLst/>
              <a:gdLst>
                <a:gd name="T0" fmla="*/ 73 w 12"/>
                <a:gd name="T1" fmla="*/ 0 h 14"/>
                <a:gd name="T2" fmla="*/ 44 w 12"/>
                <a:gd name="T3" fmla="*/ 45 h 14"/>
                <a:gd name="T4" fmla="*/ 0 w 12"/>
                <a:gd name="T5" fmla="*/ 8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2" y="2"/>
                    <a:pt x="9" y="5"/>
                    <a:pt x="7" y="7"/>
                  </a:cubicBezTo>
                  <a:cubicBezTo>
                    <a:pt x="4" y="9"/>
                    <a:pt x="3" y="13"/>
                    <a:pt x="0" y="14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7" name="Freeform 567">
              <a:extLst>
                <a:ext uri="{FF2B5EF4-FFF2-40B4-BE49-F238E27FC236}">
                  <a16:creationId xmlns:a16="http://schemas.microsoft.com/office/drawing/2014/main" id="{525C57AE-A3EA-4577-8CB3-C543A56C5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474"/>
              <a:ext cx="24" cy="17"/>
            </a:xfrm>
            <a:custGeom>
              <a:avLst/>
              <a:gdLst>
                <a:gd name="T0" fmla="*/ 81 w 13"/>
                <a:gd name="T1" fmla="*/ 0 h 9"/>
                <a:gd name="T2" fmla="*/ 52 w 13"/>
                <a:gd name="T3" fmla="*/ 47 h 9"/>
                <a:gd name="T4" fmla="*/ 0 w 13"/>
                <a:gd name="T5" fmla="*/ 6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2" y="3"/>
                    <a:pt x="11" y="5"/>
                    <a:pt x="8" y="7"/>
                  </a:cubicBezTo>
                  <a:cubicBezTo>
                    <a:pt x="5" y="8"/>
                    <a:pt x="2" y="7"/>
                    <a:pt x="0" y="9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8" name="Freeform 568">
              <a:extLst>
                <a:ext uri="{FF2B5EF4-FFF2-40B4-BE49-F238E27FC236}">
                  <a16:creationId xmlns:a16="http://schemas.microsoft.com/office/drawing/2014/main" id="{2AB6B41C-4372-4439-A6D5-9ABE674E6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489"/>
              <a:ext cx="28" cy="17"/>
            </a:xfrm>
            <a:custGeom>
              <a:avLst/>
              <a:gdLst>
                <a:gd name="T0" fmla="*/ 97 w 15"/>
                <a:gd name="T1" fmla="*/ 0 h 9"/>
                <a:gd name="T2" fmla="*/ 52 w 15"/>
                <a:gd name="T3" fmla="*/ 47 h 9"/>
                <a:gd name="T4" fmla="*/ 0 w 15"/>
                <a:gd name="T5" fmla="*/ 6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3" y="3"/>
                    <a:pt x="12" y="6"/>
                    <a:pt x="8" y="7"/>
                  </a:cubicBezTo>
                  <a:cubicBezTo>
                    <a:pt x="5" y="8"/>
                    <a:pt x="3" y="7"/>
                    <a:pt x="0" y="9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9" name="Freeform 569">
              <a:extLst>
                <a:ext uri="{FF2B5EF4-FFF2-40B4-BE49-F238E27FC236}">
                  <a16:creationId xmlns:a16="http://schemas.microsoft.com/office/drawing/2014/main" id="{D888FA53-1D03-45D2-B5F5-47C5EAC62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558"/>
              <a:ext cx="55" cy="24"/>
            </a:xfrm>
            <a:custGeom>
              <a:avLst/>
              <a:gdLst>
                <a:gd name="T0" fmla="*/ 185 w 30"/>
                <a:gd name="T1" fmla="*/ 68 h 13"/>
                <a:gd name="T2" fmla="*/ 88 w 30"/>
                <a:gd name="T3" fmla="*/ 24 h 13"/>
                <a:gd name="T4" fmla="*/ 0 w 3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">
                  <a:moveTo>
                    <a:pt x="30" y="11"/>
                  </a:moveTo>
                  <a:cubicBezTo>
                    <a:pt x="24" y="13"/>
                    <a:pt x="19" y="7"/>
                    <a:pt x="14" y="4"/>
                  </a:cubicBezTo>
                  <a:cubicBezTo>
                    <a:pt x="10" y="1"/>
                    <a:pt x="5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0" name="Freeform 570">
              <a:extLst>
                <a:ext uri="{FF2B5EF4-FFF2-40B4-BE49-F238E27FC236}">
                  <a16:creationId xmlns:a16="http://schemas.microsoft.com/office/drawing/2014/main" id="{CF0D7003-2DB0-4899-8F1A-2724B0CC5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539"/>
              <a:ext cx="22" cy="13"/>
            </a:xfrm>
            <a:custGeom>
              <a:avLst/>
              <a:gdLst>
                <a:gd name="T0" fmla="*/ 7 w 12"/>
                <a:gd name="T1" fmla="*/ 0 h 7"/>
                <a:gd name="T2" fmla="*/ 73 w 12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" y="0"/>
                  </a:moveTo>
                  <a:cubicBezTo>
                    <a:pt x="0" y="2"/>
                    <a:pt x="9" y="7"/>
                    <a:pt x="12" y="7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1" name="Freeform 571">
              <a:extLst>
                <a:ext uri="{FF2B5EF4-FFF2-40B4-BE49-F238E27FC236}">
                  <a16:creationId xmlns:a16="http://schemas.microsoft.com/office/drawing/2014/main" id="{325ACB2E-213B-476D-91FE-DA23F4F4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1552"/>
              <a:ext cx="48" cy="15"/>
            </a:xfrm>
            <a:custGeom>
              <a:avLst/>
              <a:gdLst>
                <a:gd name="T0" fmla="*/ 0 w 26"/>
                <a:gd name="T1" fmla="*/ 0 h 8"/>
                <a:gd name="T2" fmla="*/ 89 w 26"/>
                <a:gd name="T3" fmla="*/ 39 h 8"/>
                <a:gd name="T4" fmla="*/ 164 w 26"/>
                <a:gd name="T5" fmla="*/ 4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">
                  <a:moveTo>
                    <a:pt x="0" y="0"/>
                  </a:moveTo>
                  <a:cubicBezTo>
                    <a:pt x="5" y="2"/>
                    <a:pt x="9" y="3"/>
                    <a:pt x="14" y="6"/>
                  </a:cubicBezTo>
                  <a:cubicBezTo>
                    <a:pt x="18" y="8"/>
                    <a:pt x="21" y="8"/>
                    <a:pt x="26" y="7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2" name="Freeform 572">
              <a:extLst>
                <a:ext uri="{FF2B5EF4-FFF2-40B4-BE49-F238E27FC236}">
                  <a16:creationId xmlns:a16="http://schemas.microsoft.com/office/drawing/2014/main" id="{D7611624-D033-45A3-B8A9-C1EC9710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543"/>
              <a:ext cx="52" cy="6"/>
            </a:xfrm>
            <a:custGeom>
              <a:avLst/>
              <a:gdLst>
                <a:gd name="T0" fmla="*/ 180 w 28"/>
                <a:gd name="T1" fmla="*/ 0 h 3"/>
                <a:gd name="T2" fmla="*/ 89 w 28"/>
                <a:gd name="T3" fmla="*/ 16 h 3"/>
                <a:gd name="T4" fmla="*/ 37 w 28"/>
                <a:gd name="T5" fmla="*/ 16 h 3"/>
                <a:gd name="T6" fmla="*/ 0 w 2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">
                  <a:moveTo>
                    <a:pt x="28" y="0"/>
                  </a:moveTo>
                  <a:cubicBezTo>
                    <a:pt x="24" y="3"/>
                    <a:pt x="19" y="3"/>
                    <a:pt x="14" y="2"/>
                  </a:cubicBezTo>
                  <a:cubicBezTo>
                    <a:pt x="12" y="2"/>
                    <a:pt x="9" y="3"/>
                    <a:pt x="6" y="2"/>
                  </a:cubicBezTo>
                  <a:cubicBezTo>
                    <a:pt x="4" y="2"/>
                    <a:pt x="3" y="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3" name="Freeform 573">
              <a:extLst>
                <a:ext uri="{FF2B5EF4-FFF2-40B4-BE49-F238E27FC236}">
                  <a16:creationId xmlns:a16="http://schemas.microsoft.com/office/drawing/2014/main" id="{B2D25F99-AE4D-4B7A-BA67-2E25AACFC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534"/>
              <a:ext cx="9" cy="7"/>
            </a:xfrm>
            <a:custGeom>
              <a:avLst/>
              <a:gdLst>
                <a:gd name="T0" fmla="*/ 0 w 5"/>
                <a:gd name="T1" fmla="*/ 0 h 4"/>
                <a:gd name="T2" fmla="*/ 29 w 5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4" name="Freeform 574">
              <a:extLst>
                <a:ext uri="{FF2B5EF4-FFF2-40B4-BE49-F238E27FC236}">
                  <a16:creationId xmlns:a16="http://schemas.microsoft.com/office/drawing/2014/main" id="{C7DA35CE-8CB7-4153-B7A3-F79A68A4B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1510"/>
              <a:ext cx="65" cy="26"/>
            </a:xfrm>
            <a:custGeom>
              <a:avLst/>
              <a:gdLst>
                <a:gd name="T0" fmla="*/ 225 w 35"/>
                <a:gd name="T1" fmla="*/ 0 h 14"/>
                <a:gd name="T2" fmla="*/ 186 w 35"/>
                <a:gd name="T3" fmla="*/ 32 h 14"/>
                <a:gd name="T4" fmla="*/ 104 w 35"/>
                <a:gd name="T5" fmla="*/ 65 h 14"/>
                <a:gd name="T6" fmla="*/ 0 w 35"/>
                <a:gd name="T7" fmla="*/ 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4">
                  <a:moveTo>
                    <a:pt x="35" y="0"/>
                  </a:moveTo>
                  <a:cubicBezTo>
                    <a:pt x="33" y="2"/>
                    <a:pt x="33" y="4"/>
                    <a:pt x="29" y="5"/>
                  </a:cubicBezTo>
                  <a:cubicBezTo>
                    <a:pt x="25" y="7"/>
                    <a:pt x="20" y="7"/>
                    <a:pt x="16" y="10"/>
                  </a:cubicBezTo>
                  <a:cubicBezTo>
                    <a:pt x="10" y="14"/>
                    <a:pt x="7" y="11"/>
                    <a:pt x="0" y="9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5" name="Freeform 575">
              <a:extLst>
                <a:ext uri="{FF2B5EF4-FFF2-40B4-BE49-F238E27FC236}">
                  <a16:creationId xmlns:a16="http://schemas.microsoft.com/office/drawing/2014/main" id="{6E0B5168-7189-45D7-B0DB-F09B6C6C8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602"/>
              <a:ext cx="80" cy="32"/>
            </a:xfrm>
            <a:custGeom>
              <a:avLst/>
              <a:gdLst>
                <a:gd name="T0" fmla="*/ 277 w 43"/>
                <a:gd name="T1" fmla="*/ 85 h 17"/>
                <a:gd name="T2" fmla="*/ 113 w 43"/>
                <a:gd name="T3" fmla="*/ 32 h 17"/>
                <a:gd name="T4" fmla="*/ 52 w 43"/>
                <a:gd name="T5" fmla="*/ 32 h 17"/>
                <a:gd name="T6" fmla="*/ 0 w 43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7">
                  <a:moveTo>
                    <a:pt x="43" y="13"/>
                  </a:moveTo>
                  <a:cubicBezTo>
                    <a:pt x="34" y="17"/>
                    <a:pt x="26" y="6"/>
                    <a:pt x="18" y="5"/>
                  </a:cubicBezTo>
                  <a:cubicBezTo>
                    <a:pt x="15" y="5"/>
                    <a:pt x="11" y="6"/>
                    <a:pt x="8" y="5"/>
                  </a:cubicBez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6" name="Freeform 576">
              <a:extLst>
                <a:ext uri="{FF2B5EF4-FFF2-40B4-BE49-F238E27FC236}">
                  <a16:creationId xmlns:a16="http://schemas.microsoft.com/office/drawing/2014/main" id="{F89F046A-5D19-4E81-ABCD-A8C9F0D16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573"/>
              <a:ext cx="27" cy="22"/>
            </a:xfrm>
            <a:custGeom>
              <a:avLst/>
              <a:gdLst>
                <a:gd name="T0" fmla="*/ 0 w 15"/>
                <a:gd name="T1" fmla="*/ 0 h 12"/>
                <a:gd name="T2" fmla="*/ 88 w 15"/>
                <a:gd name="T3" fmla="*/ 6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4" y="1"/>
                    <a:pt x="11" y="12"/>
                    <a:pt x="15" y="1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7" name="Freeform 577">
              <a:extLst>
                <a:ext uri="{FF2B5EF4-FFF2-40B4-BE49-F238E27FC236}">
                  <a16:creationId xmlns:a16="http://schemas.microsoft.com/office/drawing/2014/main" id="{0B9F2244-F475-40F3-8B09-8BE9320D1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604"/>
              <a:ext cx="78" cy="35"/>
            </a:xfrm>
            <a:custGeom>
              <a:avLst/>
              <a:gdLst>
                <a:gd name="T0" fmla="*/ 0 w 42"/>
                <a:gd name="T1" fmla="*/ 0 h 19"/>
                <a:gd name="T2" fmla="*/ 76 w 42"/>
                <a:gd name="T3" fmla="*/ 52 h 19"/>
                <a:gd name="T4" fmla="*/ 156 w 42"/>
                <a:gd name="T5" fmla="*/ 61 h 19"/>
                <a:gd name="T6" fmla="*/ 204 w 42"/>
                <a:gd name="T7" fmla="*/ 105 h 19"/>
                <a:gd name="T8" fmla="*/ 269 w 42"/>
                <a:gd name="T9" fmla="*/ 11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9">
                  <a:moveTo>
                    <a:pt x="0" y="0"/>
                  </a:moveTo>
                  <a:cubicBezTo>
                    <a:pt x="4" y="3"/>
                    <a:pt x="8" y="6"/>
                    <a:pt x="12" y="8"/>
                  </a:cubicBezTo>
                  <a:cubicBezTo>
                    <a:pt x="16" y="9"/>
                    <a:pt x="20" y="8"/>
                    <a:pt x="24" y="10"/>
                  </a:cubicBezTo>
                  <a:cubicBezTo>
                    <a:pt x="27" y="12"/>
                    <a:pt x="29" y="15"/>
                    <a:pt x="32" y="17"/>
                  </a:cubicBezTo>
                  <a:cubicBezTo>
                    <a:pt x="37" y="19"/>
                    <a:pt x="42" y="19"/>
                    <a:pt x="42" y="19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8" name="Freeform 578">
              <a:extLst>
                <a:ext uri="{FF2B5EF4-FFF2-40B4-BE49-F238E27FC236}">
                  <a16:creationId xmlns:a16="http://schemas.microsoft.com/office/drawing/2014/main" id="{3DF7E066-D8D9-476A-8DE2-FC67CD96C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586"/>
              <a:ext cx="5" cy="9"/>
            </a:xfrm>
            <a:custGeom>
              <a:avLst/>
              <a:gdLst>
                <a:gd name="T0" fmla="*/ 0 w 3"/>
                <a:gd name="T1" fmla="*/ 0 h 5"/>
                <a:gd name="T2" fmla="*/ 13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1"/>
                    <a:pt x="2" y="3"/>
                    <a:pt x="3" y="5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9" name="Freeform 580">
              <a:extLst>
                <a:ext uri="{FF2B5EF4-FFF2-40B4-BE49-F238E27FC236}">
                  <a16:creationId xmlns:a16="http://schemas.microsoft.com/office/drawing/2014/main" id="{A4D46E43-97EE-4783-A6CE-6D8836B46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595"/>
              <a:ext cx="18" cy="7"/>
            </a:xfrm>
            <a:custGeom>
              <a:avLst/>
              <a:gdLst>
                <a:gd name="T0" fmla="*/ 58 w 10"/>
                <a:gd name="T1" fmla="*/ 21 h 4"/>
                <a:gd name="T2" fmla="*/ 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7" y="1"/>
                    <a:pt x="3" y="2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0" name="Freeform 581">
              <a:extLst>
                <a:ext uri="{FF2B5EF4-FFF2-40B4-BE49-F238E27FC236}">
                  <a16:creationId xmlns:a16="http://schemas.microsoft.com/office/drawing/2014/main" id="{C690A3DD-094E-4398-9963-60A033F34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563"/>
              <a:ext cx="30" cy="21"/>
            </a:xfrm>
            <a:custGeom>
              <a:avLst/>
              <a:gdLst>
                <a:gd name="T0" fmla="*/ 105 w 16"/>
                <a:gd name="T1" fmla="*/ 15 h 11"/>
                <a:gd name="T2" fmla="*/ 0 w 16"/>
                <a:gd name="T3" fmla="*/ 0 h 11"/>
                <a:gd name="T4" fmla="*/ 21 w 16"/>
                <a:gd name="T5" fmla="*/ 29 h 11"/>
                <a:gd name="T6" fmla="*/ 45 w 16"/>
                <a:gd name="T7" fmla="*/ 7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16" y="2"/>
                  </a:moveTo>
                  <a:cubicBezTo>
                    <a:pt x="11" y="2"/>
                    <a:pt x="5" y="0"/>
                    <a:pt x="0" y="0"/>
                  </a:cubicBezTo>
                  <a:cubicBezTo>
                    <a:pt x="0" y="2"/>
                    <a:pt x="2" y="3"/>
                    <a:pt x="3" y="4"/>
                  </a:cubicBezTo>
                  <a:cubicBezTo>
                    <a:pt x="5" y="6"/>
                    <a:pt x="6" y="8"/>
                    <a:pt x="7" y="11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1" name="Freeform 582">
              <a:extLst>
                <a:ext uri="{FF2B5EF4-FFF2-40B4-BE49-F238E27FC236}">
                  <a16:creationId xmlns:a16="http://schemas.microsoft.com/office/drawing/2014/main" id="{DCA962B2-D8ED-415E-80BC-DBC3C933F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613"/>
              <a:ext cx="121" cy="39"/>
            </a:xfrm>
            <a:custGeom>
              <a:avLst/>
              <a:gdLst>
                <a:gd name="T0" fmla="*/ 419 w 65"/>
                <a:gd name="T1" fmla="*/ 113 h 21"/>
                <a:gd name="T2" fmla="*/ 302 w 65"/>
                <a:gd name="T3" fmla="*/ 113 h 21"/>
                <a:gd name="T4" fmla="*/ 208 w 65"/>
                <a:gd name="T5" fmla="*/ 65 h 21"/>
                <a:gd name="T6" fmla="*/ 156 w 65"/>
                <a:gd name="T7" fmla="*/ 59 h 21"/>
                <a:gd name="T8" fmla="*/ 104 w 65"/>
                <a:gd name="T9" fmla="*/ 24 h 21"/>
                <a:gd name="T10" fmla="*/ 0 w 65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21">
                  <a:moveTo>
                    <a:pt x="65" y="18"/>
                  </a:moveTo>
                  <a:cubicBezTo>
                    <a:pt x="63" y="21"/>
                    <a:pt x="51" y="18"/>
                    <a:pt x="47" y="18"/>
                  </a:cubicBezTo>
                  <a:cubicBezTo>
                    <a:pt x="41" y="17"/>
                    <a:pt x="37" y="11"/>
                    <a:pt x="32" y="10"/>
                  </a:cubicBezTo>
                  <a:cubicBezTo>
                    <a:pt x="29" y="9"/>
                    <a:pt x="27" y="10"/>
                    <a:pt x="24" y="9"/>
                  </a:cubicBezTo>
                  <a:cubicBezTo>
                    <a:pt x="20" y="8"/>
                    <a:pt x="19" y="6"/>
                    <a:pt x="16" y="4"/>
                  </a:cubicBezTo>
                  <a:cubicBezTo>
                    <a:pt x="11" y="0"/>
                    <a:pt x="6" y="2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2" name="Freeform 583">
              <a:extLst>
                <a:ext uri="{FF2B5EF4-FFF2-40B4-BE49-F238E27FC236}">
                  <a16:creationId xmlns:a16="http://schemas.microsoft.com/office/drawing/2014/main" id="{8ECA8868-3F9B-473E-B4E0-93F6EE97B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565"/>
              <a:ext cx="68" cy="41"/>
            </a:xfrm>
            <a:custGeom>
              <a:avLst/>
              <a:gdLst>
                <a:gd name="T0" fmla="*/ 31 w 37"/>
                <a:gd name="T1" fmla="*/ 0 h 22"/>
                <a:gd name="T2" fmla="*/ 24 w 37"/>
                <a:gd name="T3" fmla="*/ 52 h 22"/>
                <a:gd name="T4" fmla="*/ 94 w 37"/>
                <a:gd name="T5" fmla="*/ 89 h 22"/>
                <a:gd name="T6" fmla="*/ 156 w 37"/>
                <a:gd name="T7" fmla="*/ 117 h 22"/>
                <a:gd name="T8" fmla="*/ 230 w 37"/>
                <a:gd name="T9" fmla="*/ 14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2">
                  <a:moveTo>
                    <a:pt x="5" y="0"/>
                  </a:moveTo>
                  <a:cubicBezTo>
                    <a:pt x="6" y="2"/>
                    <a:pt x="0" y="4"/>
                    <a:pt x="4" y="8"/>
                  </a:cubicBezTo>
                  <a:cubicBezTo>
                    <a:pt x="7" y="11"/>
                    <a:pt x="11" y="11"/>
                    <a:pt x="15" y="14"/>
                  </a:cubicBezTo>
                  <a:cubicBezTo>
                    <a:pt x="18" y="16"/>
                    <a:pt x="20" y="18"/>
                    <a:pt x="25" y="18"/>
                  </a:cubicBezTo>
                  <a:cubicBezTo>
                    <a:pt x="29" y="18"/>
                    <a:pt x="33" y="18"/>
                    <a:pt x="37" y="22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3" name="Freeform 584">
              <a:extLst>
                <a:ext uri="{FF2B5EF4-FFF2-40B4-BE49-F238E27FC236}">
                  <a16:creationId xmlns:a16="http://schemas.microsoft.com/office/drawing/2014/main" id="{97C13FBE-6201-4670-84C9-244E94BAC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560"/>
              <a:ext cx="27" cy="29"/>
            </a:xfrm>
            <a:custGeom>
              <a:avLst/>
              <a:gdLst>
                <a:gd name="T0" fmla="*/ 36 w 15"/>
                <a:gd name="T1" fmla="*/ 7 h 16"/>
                <a:gd name="T2" fmla="*/ 36 w 15"/>
                <a:gd name="T3" fmla="*/ 44 h 16"/>
                <a:gd name="T4" fmla="*/ 58 w 15"/>
                <a:gd name="T5" fmla="*/ 65 h 16"/>
                <a:gd name="T6" fmla="*/ 88 w 15"/>
                <a:gd name="T7" fmla="*/ 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6" y="1"/>
                  </a:moveTo>
                  <a:cubicBezTo>
                    <a:pt x="0" y="0"/>
                    <a:pt x="4" y="5"/>
                    <a:pt x="6" y="7"/>
                  </a:cubicBezTo>
                  <a:cubicBezTo>
                    <a:pt x="8" y="8"/>
                    <a:pt x="9" y="10"/>
                    <a:pt x="10" y="11"/>
                  </a:cubicBezTo>
                  <a:cubicBezTo>
                    <a:pt x="11" y="13"/>
                    <a:pt x="12" y="16"/>
                    <a:pt x="15" y="14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4" name="Freeform 585">
              <a:extLst>
                <a:ext uri="{FF2B5EF4-FFF2-40B4-BE49-F238E27FC236}">
                  <a16:creationId xmlns:a16="http://schemas.microsoft.com/office/drawing/2014/main" id="{6128AA0D-AD99-42E2-8853-2F39E9DA8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556"/>
              <a:ext cx="109" cy="61"/>
            </a:xfrm>
            <a:custGeom>
              <a:avLst/>
              <a:gdLst>
                <a:gd name="T0" fmla="*/ 0 w 59"/>
                <a:gd name="T1" fmla="*/ 0 h 33"/>
                <a:gd name="T2" fmla="*/ 20 w 59"/>
                <a:gd name="T3" fmla="*/ 52 h 33"/>
                <a:gd name="T4" fmla="*/ 61 w 59"/>
                <a:gd name="T5" fmla="*/ 96 h 33"/>
                <a:gd name="T6" fmla="*/ 150 w 59"/>
                <a:gd name="T7" fmla="*/ 140 h 33"/>
                <a:gd name="T8" fmla="*/ 270 w 59"/>
                <a:gd name="T9" fmla="*/ 170 h 33"/>
                <a:gd name="T10" fmla="*/ 371 w 59"/>
                <a:gd name="T11" fmla="*/ 201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3">
                  <a:moveTo>
                    <a:pt x="0" y="0"/>
                  </a:moveTo>
                  <a:cubicBezTo>
                    <a:pt x="1" y="3"/>
                    <a:pt x="1" y="5"/>
                    <a:pt x="3" y="8"/>
                  </a:cubicBezTo>
                  <a:cubicBezTo>
                    <a:pt x="6" y="10"/>
                    <a:pt x="8" y="13"/>
                    <a:pt x="10" y="15"/>
                  </a:cubicBezTo>
                  <a:cubicBezTo>
                    <a:pt x="14" y="19"/>
                    <a:pt x="20" y="19"/>
                    <a:pt x="24" y="22"/>
                  </a:cubicBezTo>
                  <a:cubicBezTo>
                    <a:pt x="30" y="25"/>
                    <a:pt x="37" y="24"/>
                    <a:pt x="43" y="27"/>
                  </a:cubicBezTo>
                  <a:cubicBezTo>
                    <a:pt x="49" y="30"/>
                    <a:pt x="52" y="33"/>
                    <a:pt x="59" y="32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5" name="Freeform 586">
              <a:extLst>
                <a:ext uri="{FF2B5EF4-FFF2-40B4-BE49-F238E27FC236}">
                  <a16:creationId xmlns:a16="http://schemas.microsoft.com/office/drawing/2014/main" id="{D34B7572-BF80-49D9-BC19-F0BED17C0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573"/>
              <a:ext cx="177" cy="92"/>
            </a:xfrm>
            <a:custGeom>
              <a:avLst/>
              <a:gdLst>
                <a:gd name="T0" fmla="*/ 0 w 96"/>
                <a:gd name="T1" fmla="*/ 0 h 50"/>
                <a:gd name="T2" fmla="*/ 20 w 96"/>
                <a:gd name="T3" fmla="*/ 57 h 50"/>
                <a:gd name="T4" fmla="*/ 61 w 96"/>
                <a:gd name="T5" fmla="*/ 112 h 50"/>
                <a:gd name="T6" fmla="*/ 157 w 96"/>
                <a:gd name="T7" fmla="*/ 149 h 50"/>
                <a:gd name="T8" fmla="*/ 230 w 96"/>
                <a:gd name="T9" fmla="*/ 177 h 50"/>
                <a:gd name="T10" fmla="*/ 306 w 96"/>
                <a:gd name="T11" fmla="*/ 180 h 50"/>
                <a:gd name="T12" fmla="*/ 358 w 96"/>
                <a:gd name="T13" fmla="*/ 206 h 50"/>
                <a:gd name="T14" fmla="*/ 424 w 96"/>
                <a:gd name="T15" fmla="*/ 243 h 50"/>
                <a:gd name="T16" fmla="*/ 564 w 96"/>
                <a:gd name="T17" fmla="*/ 305 h 50"/>
                <a:gd name="T18" fmla="*/ 601 w 96"/>
                <a:gd name="T19" fmla="*/ 298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50">
                  <a:moveTo>
                    <a:pt x="0" y="0"/>
                  </a:moveTo>
                  <a:cubicBezTo>
                    <a:pt x="0" y="0"/>
                    <a:pt x="3" y="7"/>
                    <a:pt x="3" y="9"/>
                  </a:cubicBezTo>
                  <a:cubicBezTo>
                    <a:pt x="4" y="13"/>
                    <a:pt x="6" y="16"/>
                    <a:pt x="10" y="18"/>
                  </a:cubicBezTo>
                  <a:cubicBezTo>
                    <a:pt x="14" y="21"/>
                    <a:pt x="20" y="22"/>
                    <a:pt x="25" y="24"/>
                  </a:cubicBezTo>
                  <a:cubicBezTo>
                    <a:pt x="29" y="26"/>
                    <a:pt x="32" y="28"/>
                    <a:pt x="37" y="28"/>
                  </a:cubicBezTo>
                  <a:cubicBezTo>
                    <a:pt x="41" y="28"/>
                    <a:pt x="45" y="27"/>
                    <a:pt x="49" y="29"/>
                  </a:cubicBezTo>
                  <a:cubicBezTo>
                    <a:pt x="52" y="30"/>
                    <a:pt x="54" y="33"/>
                    <a:pt x="57" y="33"/>
                  </a:cubicBezTo>
                  <a:cubicBezTo>
                    <a:pt x="61" y="35"/>
                    <a:pt x="65" y="36"/>
                    <a:pt x="68" y="39"/>
                  </a:cubicBezTo>
                  <a:cubicBezTo>
                    <a:pt x="74" y="43"/>
                    <a:pt x="82" y="47"/>
                    <a:pt x="90" y="49"/>
                  </a:cubicBezTo>
                  <a:cubicBezTo>
                    <a:pt x="92" y="49"/>
                    <a:pt x="95" y="50"/>
                    <a:pt x="96" y="48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6" name="Freeform 587">
              <a:extLst>
                <a:ext uri="{FF2B5EF4-FFF2-40B4-BE49-F238E27FC236}">
                  <a16:creationId xmlns:a16="http://schemas.microsoft.com/office/drawing/2014/main" id="{EBDD6B11-07E8-423F-96A5-54CF1F668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610"/>
              <a:ext cx="61" cy="26"/>
            </a:xfrm>
            <a:custGeom>
              <a:avLst/>
              <a:gdLst>
                <a:gd name="T0" fmla="*/ 209 w 33"/>
                <a:gd name="T1" fmla="*/ 89 h 14"/>
                <a:gd name="T2" fmla="*/ 120 w 33"/>
                <a:gd name="T3" fmla="*/ 69 h 14"/>
                <a:gd name="T4" fmla="*/ 0 w 3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33" y="14"/>
                  </a:moveTo>
                  <a:cubicBezTo>
                    <a:pt x="28" y="14"/>
                    <a:pt x="24" y="12"/>
                    <a:pt x="19" y="11"/>
                  </a:cubicBezTo>
                  <a:cubicBezTo>
                    <a:pt x="12" y="9"/>
                    <a:pt x="5" y="6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7" name="Freeform 588">
              <a:extLst>
                <a:ext uri="{FF2B5EF4-FFF2-40B4-BE49-F238E27FC236}">
                  <a16:creationId xmlns:a16="http://schemas.microsoft.com/office/drawing/2014/main" id="{AE163272-3FA5-47C1-B99E-EC081C4EF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586"/>
              <a:ext cx="65" cy="61"/>
            </a:xfrm>
            <a:custGeom>
              <a:avLst/>
              <a:gdLst>
                <a:gd name="T0" fmla="*/ 225 w 35"/>
                <a:gd name="T1" fmla="*/ 194 h 33"/>
                <a:gd name="T2" fmla="*/ 113 w 35"/>
                <a:gd name="T3" fmla="*/ 177 h 33"/>
                <a:gd name="T4" fmla="*/ 59 w 35"/>
                <a:gd name="T5" fmla="*/ 102 h 33"/>
                <a:gd name="T6" fmla="*/ 13 w 35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3">
                  <a:moveTo>
                    <a:pt x="35" y="31"/>
                  </a:moveTo>
                  <a:cubicBezTo>
                    <a:pt x="33" y="33"/>
                    <a:pt x="22" y="29"/>
                    <a:pt x="18" y="28"/>
                  </a:cubicBezTo>
                  <a:cubicBezTo>
                    <a:pt x="13" y="26"/>
                    <a:pt x="12" y="21"/>
                    <a:pt x="9" y="16"/>
                  </a:cubicBezTo>
                  <a:cubicBezTo>
                    <a:pt x="6" y="10"/>
                    <a:pt x="0" y="7"/>
                    <a:pt x="2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8" name="Freeform 589">
              <a:extLst>
                <a:ext uri="{FF2B5EF4-FFF2-40B4-BE49-F238E27FC236}">
                  <a16:creationId xmlns:a16="http://schemas.microsoft.com/office/drawing/2014/main" id="{CE94508B-9174-41C6-B665-7B7568F7D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604"/>
              <a:ext cx="59" cy="48"/>
            </a:xfrm>
            <a:custGeom>
              <a:avLst/>
              <a:gdLst>
                <a:gd name="T0" fmla="*/ 201 w 32"/>
                <a:gd name="T1" fmla="*/ 164 h 26"/>
                <a:gd name="T2" fmla="*/ 164 w 32"/>
                <a:gd name="T3" fmla="*/ 164 h 26"/>
                <a:gd name="T4" fmla="*/ 105 w 32"/>
                <a:gd name="T5" fmla="*/ 144 h 26"/>
                <a:gd name="T6" fmla="*/ 44 w 32"/>
                <a:gd name="T7" fmla="*/ 81 h 26"/>
                <a:gd name="T8" fmla="*/ 20 w 32"/>
                <a:gd name="T9" fmla="*/ 44 h 26"/>
                <a:gd name="T10" fmla="*/ 7 w 32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6">
                  <a:moveTo>
                    <a:pt x="32" y="26"/>
                  </a:moveTo>
                  <a:cubicBezTo>
                    <a:pt x="30" y="25"/>
                    <a:pt x="28" y="25"/>
                    <a:pt x="26" y="26"/>
                  </a:cubicBezTo>
                  <a:cubicBezTo>
                    <a:pt x="23" y="26"/>
                    <a:pt x="20" y="25"/>
                    <a:pt x="17" y="23"/>
                  </a:cubicBezTo>
                  <a:cubicBezTo>
                    <a:pt x="12" y="21"/>
                    <a:pt x="8" y="18"/>
                    <a:pt x="7" y="13"/>
                  </a:cubicBezTo>
                  <a:cubicBezTo>
                    <a:pt x="6" y="9"/>
                    <a:pt x="5" y="10"/>
                    <a:pt x="3" y="7"/>
                  </a:cubicBezTo>
                  <a:cubicBezTo>
                    <a:pt x="1" y="5"/>
                    <a:pt x="0" y="2"/>
                    <a:pt x="1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9" name="Freeform 590">
              <a:extLst>
                <a:ext uri="{FF2B5EF4-FFF2-40B4-BE49-F238E27FC236}">
                  <a16:creationId xmlns:a16="http://schemas.microsoft.com/office/drawing/2014/main" id="{080BC8EC-34F0-469D-AD66-A75E016FB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628"/>
              <a:ext cx="48" cy="36"/>
            </a:xfrm>
            <a:custGeom>
              <a:avLst/>
              <a:gdLst>
                <a:gd name="T0" fmla="*/ 164 w 26"/>
                <a:gd name="T1" fmla="*/ 121 h 19"/>
                <a:gd name="T2" fmla="*/ 61 w 26"/>
                <a:gd name="T3" fmla="*/ 83 h 19"/>
                <a:gd name="T4" fmla="*/ 0 w 26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26" y="18"/>
                  </a:moveTo>
                  <a:cubicBezTo>
                    <a:pt x="22" y="19"/>
                    <a:pt x="14" y="14"/>
                    <a:pt x="10" y="12"/>
                  </a:cubicBezTo>
                  <a:cubicBezTo>
                    <a:pt x="5" y="9"/>
                    <a:pt x="3" y="6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0" name="Freeform 591">
              <a:extLst>
                <a:ext uri="{FF2B5EF4-FFF2-40B4-BE49-F238E27FC236}">
                  <a16:creationId xmlns:a16="http://schemas.microsoft.com/office/drawing/2014/main" id="{4B39488C-D597-47F3-A89A-9B0E279BC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641"/>
              <a:ext cx="72" cy="21"/>
            </a:xfrm>
            <a:custGeom>
              <a:avLst/>
              <a:gdLst>
                <a:gd name="T0" fmla="*/ 13 w 39"/>
                <a:gd name="T1" fmla="*/ 0 h 11"/>
                <a:gd name="T2" fmla="*/ 52 w 39"/>
                <a:gd name="T3" fmla="*/ 40 h 11"/>
                <a:gd name="T4" fmla="*/ 120 w 39"/>
                <a:gd name="T5" fmla="*/ 48 h 11"/>
                <a:gd name="T6" fmla="*/ 225 w 39"/>
                <a:gd name="T7" fmla="*/ 69 h 11"/>
                <a:gd name="T8" fmla="*/ 246 w 39"/>
                <a:gd name="T9" fmla="*/ 5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1">
                  <a:moveTo>
                    <a:pt x="2" y="0"/>
                  </a:moveTo>
                  <a:cubicBezTo>
                    <a:pt x="0" y="1"/>
                    <a:pt x="6" y="6"/>
                    <a:pt x="8" y="6"/>
                  </a:cubicBezTo>
                  <a:cubicBezTo>
                    <a:pt x="12" y="7"/>
                    <a:pt x="16" y="6"/>
                    <a:pt x="19" y="7"/>
                  </a:cubicBezTo>
                  <a:cubicBezTo>
                    <a:pt x="25" y="7"/>
                    <a:pt x="31" y="11"/>
                    <a:pt x="36" y="10"/>
                  </a:cubicBezTo>
                  <a:cubicBezTo>
                    <a:pt x="37" y="9"/>
                    <a:pt x="38" y="9"/>
                    <a:pt x="39" y="8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1" name="Freeform 592">
              <a:extLst>
                <a:ext uri="{FF2B5EF4-FFF2-40B4-BE49-F238E27FC236}">
                  <a16:creationId xmlns:a16="http://schemas.microsoft.com/office/drawing/2014/main" id="{E779C2A4-67FF-4067-8115-06186529C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641"/>
              <a:ext cx="85" cy="32"/>
            </a:xfrm>
            <a:custGeom>
              <a:avLst/>
              <a:gdLst>
                <a:gd name="T0" fmla="*/ 290 w 46"/>
                <a:gd name="T1" fmla="*/ 113 h 17"/>
                <a:gd name="T2" fmla="*/ 201 w 46"/>
                <a:gd name="T3" fmla="*/ 92 h 17"/>
                <a:gd name="T4" fmla="*/ 150 w 46"/>
                <a:gd name="T5" fmla="*/ 45 h 17"/>
                <a:gd name="T6" fmla="*/ 81 w 46"/>
                <a:gd name="T7" fmla="*/ 8 h 17"/>
                <a:gd name="T8" fmla="*/ 0 w 46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7">
                  <a:moveTo>
                    <a:pt x="46" y="17"/>
                  </a:moveTo>
                  <a:cubicBezTo>
                    <a:pt x="41" y="17"/>
                    <a:pt x="36" y="17"/>
                    <a:pt x="32" y="14"/>
                  </a:cubicBezTo>
                  <a:cubicBezTo>
                    <a:pt x="29" y="12"/>
                    <a:pt x="27" y="9"/>
                    <a:pt x="24" y="7"/>
                  </a:cubicBezTo>
                  <a:cubicBezTo>
                    <a:pt x="20" y="5"/>
                    <a:pt x="17" y="2"/>
                    <a:pt x="13" y="1"/>
                  </a:cubicBezTo>
                  <a:cubicBezTo>
                    <a:pt x="9" y="0"/>
                    <a:pt x="2" y="2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2" name="Freeform 593">
              <a:extLst>
                <a:ext uri="{FF2B5EF4-FFF2-40B4-BE49-F238E27FC236}">
                  <a16:creationId xmlns:a16="http://schemas.microsoft.com/office/drawing/2014/main" id="{221BC119-818A-42EA-9984-F28CA96AB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658"/>
              <a:ext cx="44" cy="31"/>
            </a:xfrm>
            <a:custGeom>
              <a:avLst/>
              <a:gdLst>
                <a:gd name="T0" fmla="*/ 0 w 24"/>
                <a:gd name="T1" fmla="*/ 86 h 17"/>
                <a:gd name="T2" fmla="*/ 105 w 24"/>
                <a:gd name="T3" fmla="*/ 44 h 17"/>
                <a:gd name="T4" fmla="*/ 141 w 2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0" y="14"/>
                  </a:moveTo>
                  <a:cubicBezTo>
                    <a:pt x="4" y="17"/>
                    <a:pt x="13" y="10"/>
                    <a:pt x="17" y="7"/>
                  </a:cubicBezTo>
                  <a:cubicBezTo>
                    <a:pt x="19" y="5"/>
                    <a:pt x="24" y="4"/>
                    <a:pt x="23" y="0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3" name="Freeform 594">
              <a:extLst>
                <a:ext uri="{FF2B5EF4-FFF2-40B4-BE49-F238E27FC236}">
                  <a16:creationId xmlns:a16="http://schemas.microsoft.com/office/drawing/2014/main" id="{0E21CF3C-ADCE-4877-A779-C79225839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647"/>
              <a:ext cx="65" cy="24"/>
            </a:xfrm>
            <a:custGeom>
              <a:avLst/>
              <a:gdLst>
                <a:gd name="T0" fmla="*/ 0 w 35"/>
                <a:gd name="T1" fmla="*/ 0 h 13"/>
                <a:gd name="T2" fmla="*/ 141 w 35"/>
                <a:gd name="T3" fmla="*/ 76 h 13"/>
                <a:gd name="T4" fmla="*/ 225 w 35"/>
                <a:gd name="T5" fmla="*/ 7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3">
                  <a:moveTo>
                    <a:pt x="0" y="0"/>
                  </a:moveTo>
                  <a:cubicBezTo>
                    <a:pt x="6" y="4"/>
                    <a:pt x="13" y="11"/>
                    <a:pt x="22" y="12"/>
                  </a:cubicBezTo>
                  <a:cubicBezTo>
                    <a:pt x="27" y="13"/>
                    <a:pt x="31" y="13"/>
                    <a:pt x="35" y="12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4" name="Freeform 595">
              <a:extLst>
                <a:ext uri="{FF2B5EF4-FFF2-40B4-BE49-F238E27FC236}">
                  <a16:creationId xmlns:a16="http://schemas.microsoft.com/office/drawing/2014/main" id="{0134B528-AB2C-4C07-876A-2A7B6C30B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654"/>
              <a:ext cx="53" cy="28"/>
            </a:xfrm>
            <a:custGeom>
              <a:avLst/>
              <a:gdLst>
                <a:gd name="T0" fmla="*/ 0 w 29"/>
                <a:gd name="T1" fmla="*/ 0 h 15"/>
                <a:gd name="T2" fmla="*/ 97 w 29"/>
                <a:gd name="T3" fmla="*/ 73 h 15"/>
                <a:gd name="T4" fmla="*/ 177 w 29"/>
                <a:gd name="T5" fmla="*/ 9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0" y="0"/>
                  </a:moveTo>
                  <a:cubicBezTo>
                    <a:pt x="6" y="3"/>
                    <a:pt x="10" y="9"/>
                    <a:pt x="16" y="11"/>
                  </a:cubicBezTo>
                  <a:cubicBezTo>
                    <a:pt x="20" y="13"/>
                    <a:pt x="26" y="13"/>
                    <a:pt x="29" y="15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5" name="Freeform 596">
              <a:extLst>
                <a:ext uri="{FF2B5EF4-FFF2-40B4-BE49-F238E27FC236}">
                  <a16:creationId xmlns:a16="http://schemas.microsoft.com/office/drawing/2014/main" id="{0A149C17-ECE7-437F-9477-9C261EF67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664"/>
              <a:ext cx="41" cy="20"/>
            </a:xfrm>
            <a:custGeom>
              <a:avLst/>
              <a:gdLst>
                <a:gd name="T0" fmla="*/ 0 w 22"/>
                <a:gd name="T1" fmla="*/ 0 h 11"/>
                <a:gd name="T2" fmla="*/ 45 w 22"/>
                <a:gd name="T3" fmla="*/ 36 h 11"/>
                <a:gd name="T4" fmla="*/ 142 w 22"/>
                <a:gd name="T5" fmla="*/ 5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4" y="2"/>
                    <a:pt x="5" y="3"/>
                    <a:pt x="7" y="6"/>
                  </a:cubicBezTo>
                  <a:cubicBezTo>
                    <a:pt x="11" y="10"/>
                    <a:pt x="18" y="11"/>
                    <a:pt x="22" y="9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6" name="Freeform 597">
              <a:extLst>
                <a:ext uri="{FF2B5EF4-FFF2-40B4-BE49-F238E27FC236}">
                  <a16:creationId xmlns:a16="http://schemas.microsoft.com/office/drawing/2014/main" id="{DAADEB52-018B-44A9-8B81-5F57DF4C1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671"/>
              <a:ext cx="45" cy="24"/>
            </a:xfrm>
            <a:custGeom>
              <a:avLst/>
              <a:gdLst>
                <a:gd name="T0" fmla="*/ 158 w 24"/>
                <a:gd name="T1" fmla="*/ 0 h 13"/>
                <a:gd name="T2" fmla="*/ 81 w 24"/>
                <a:gd name="T3" fmla="*/ 57 h 13"/>
                <a:gd name="T4" fmla="*/ 0 w 24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19" y="2"/>
                    <a:pt x="16" y="7"/>
                    <a:pt x="12" y="9"/>
                  </a:cubicBezTo>
                  <a:cubicBezTo>
                    <a:pt x="9" y="11"/>
                    <a:pt x="3" y="13"/>
                    <a:pt x="0" y="11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7" name="Freeform 598">
              <a:extLst>
                <a:ext uri="{FF2B5EF4-FFF2-40B4-BE49-F238E27FC236}">
                  <a16:creationId xmlns:a16="http://schemas.microsoft.com/office/drawing/2014/main" id="{8E74F2C1-5A3D-46EB-88CC-A5A0B2518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664"/>
              <a:ext cx="36" cy="31"/>
            </a:xfrm>
            <a:custGeom>
              <a:avLst/>
              <a:gdLst>
                <a:gd name="T0" fmla="*/ 129 w 19"/>
                <a:gd name="T1" fmla="*/ 0 h 17"/>
                <a:gd name="T2" fmla="*/ 83 w 19"/>
                <a:gd name="T3" fmla="*/ 49 h 17"/>
                <a:gd name="T4" fmla="*/ 0 w 19"/>
                <a:gd name="T5" fmla="*/ 8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0"/>
                  </a:moveTo>
                  <a:cubicBezTo>
                    <a:pt x="18" y="4"/>
                    <a:pt x="14" y="5"/>
                    <a:pt x="12" y="8"/>
                  </a:cubicBezTo>
                  <a:cubicBezTo>
                    <a:pt x="9" y="10"/>
                    <a:pt x="4" y="17"/>
                    <a:pt x="0" y="15"/>
                  </a:cubicBezTo>
                </a:path>
              </a:pathLst>
            </a:custGeom>
            <a:noFill/>
            <a:ln w="6350" cap="flat">
              <a:solidFill>
                <a:srgbClr val="732D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8" name="Freeform 599">
              <a:extLst>
                <a:ext uri="{FF2B5EF4-FFF2-40B4-BE49-F238E27FC236}">
                  <a16:creationId xmlns:a16="http://schemas.microsoft.com/office/drawing/2014/main" id="{6DCCA6FD-CFA1-4273-AECC-16129C3AC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889"/>
              <a:ext cx="1230" cy="750"/>
            </a:xfrm>
            <a:custGeom>
              <a:avLst/>
              <a:gdLst>
                <a:gd name="T0" fmla="*/ 1019 w 665"/>
                <a:gd name="T1" fmla="*/ 2050 h 405"/>
                <a:gd name="T2" fmla="*/ 588 w 665"/>
                <a:gd name="T3" fmla="*/ 2065 h 405"/>
                <a:gd name="T4" fmla="*/ 178 w 665"/>
                <a:gd name="T5" fmla="*/ 1817 h 405"/>
                <a:gd name="T6" fmla="*/ 105 w 665"/>
                <a:gd name="T7" fmla="*/ 1650 h 405"/>
                <a:gd name="T8" fmla="*/ 57 w 665"/>
                <a:gd name="T9" fmla="*/ 1304 h 405"/>
                <a:gd name="T10" fmla="*/ 113 w 665"/>
                <a:gd name="T11" fmla="*/ 1098 h 405"/>
                <a:gd name="T12" fmla="*/ 189 w 665"/>
                <a:gd name="T13" fmla="*/ 844 h 405"/>
                <a:gd name="T14" fmla="*/ 438 w 665"/>
                <a:gd name="T15" fmla="*/ 591 h 405"/>
                <a:gd name="T16" fmla="*/ 664 w 665"/>
                <a:gd name="T17" fmla="*/ 357 h 405"/>
                <a:gd name="T18" fmla="*/ 910 w 665"/>
                <a:gd name="T19" fmla="*/ 267 h 405"/>
                <a:gd name="T20" fmla="*/ 1241 w 665"/>
                <a:gd name="T21" fmla="*/ 113 h 405"/>
                <a:gd name="T22" fmla="*/ 1348 w 665"/>
                <a:gd name="T23" fmla="*/ 81 h 405"/>
                <a:gd name="T24" fmla="*/ 1639 w 665"/>
                <a:gd name="T25" fmla="*/ 44 h 405"/>
                <a:gd name="T26" fmla="*/ 1779 w 665"/>
                <a:gd name="T27" fmla="*/ 20 h 405"/>
                <a:gd name="T28" fmla="*/ 1900 w 665"/>
                <a:gd name="T29" fmla="*/ 65 h 405"/>
                <a:gd name="T30" fmla="*/ 2083 w 665"/>
                <a:gd name="T31" fmla="*/ 20 h 405"/>
                <a:gd name="T32" fmla="*/ 2214 w 665"/>
                <a:gd name="T33" fmla="*/ 65 h 405"/>
                <a:gd name="T34" fmla="*/ 2375 w 665"/>
                <a:gd name="T35" fmla="*/ 24 h 405"/>
                <a:gd name="T36" fmla="*/ 2726 w 665"/>
                <a:gd name="T37" fmla="*/ 89 h 405"/>
                <a:gd name="T38" fmla="*/ 3056 w 665"/>
                <a:gd name="T39" fmla="*/ 165 h 405"/>
                <a:gd name="T40" fmla="*/ 3189 w 665"/>
                <a:gd name="T41" fmla="*/ 246 h 405"/>
                <a:gd name="T42" fmla="*/ 3568 w 665"/>
                <a:gd name="T43" fmla="*/ 580 h 405"/>
                <a:gd name="T44" fmla="*/ 3708 w 665"/>
                <a:gd name="T45" fmla="*/ 700 h 405"/>
                <a:gd name="T46" fmla="*/ 3910 w 665"/>
                <a:gd name="T47" fmla="*/ 1006 h 405"/>
                <a:gd name="T48" fmla="*/ 4112 w 665"/>
                <a:gd name="T49" fmla="*/ 1259 h 405"/>
                <a:gd name="T50" fmla="*/ 4195 w 665"/>
                <a:gd name="T51" fmla="*/ 1417 h 405"/>
                <a:gd name="T52" fmla="*/ 4171 w 665"/>
                <a:gd name="T53" fmla="*/ 1656 h 405"/>
                <a:gd name="T54" fmla="*/ 4102 w 665"/>
                <a:gd name="T55" fmla="*/ 1759 h 405"/>
                <a:gd name="T56" fmla="*/ 3777 w 665"/>
                <a:gd name="T57" fmla="*/ 1931 h 405"/>
                <a:gd name="T58" fmla="*/ 3555 w 665"/>
                <a:gd name="T59" fmla="*/ 1863 h 405"/>
                <a:gd name="T60" fmla="*/ 3403 w 665"/>
                <a:gd name="T61" fmla="*/ 1909 h 405"/>
                <a:gd name="T62" fmla="*/ 3061 w 665"/>
                <a:gd name="T63" fmla="*/ 2006 h 405"/>
                <a:gd name="T64" fmla="*/ 2854 w 665"/>
                <a:gd name="T65" fmla="*/ 2126 h 405"/>
                <a:gd name="T66" fmla="*/ 2682 w 665"/>
                <a:gd name="T67" fmla="*/ 2033 h 405"/>
                <a:gd name="T68" fmla="*/ 2593 w 665"/>
                <a:gd name="T69" fmla="*/ 2094 h 405"/>
                <a:gd name="T70" fmla="*/ 2203 w 665"/>
                <a:gd name="T71" fmla="*/ 2170 h 405"/>
                <a:gd name="T72" fmla="*/ 2125 w 665"/>
                <a:gd name="T73" fmla="*/ 2370 h 405"/>
                <a:gd name="T74" fmla="*/ 1848 w 665"/>
                <a:gd name="T75" fmla="*/ 2483 h 405"/>
                <a:gd name="T76" fmla="*/ 1361 w 665"/>
                <a:gd name="T77" fmla="*/ 2439 h 405"/>
                <a:gd name="T78" fmla="*/ 1019 w 665"/>
                <a:gd name="T79" fmla="*/ 2050 h 40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65" h="405">
                  <a:moveTo>
                    <a:pt x="161" y="323"/>
                  </a:moveTo>
                  <a:cubicBezTo>
                    <a:pt x="161" y="323"/>
                    <a:pt x="105" y="334"/>
                    <a:pt x="93" y="325"/>
                  </a:cubicBezTo>
                  <a:cubicBezTo>
                    <a:pt x="80" y="317"/>
                    <a:pt x="52" y="336"/>
                    <a:pt x="28" y="286"/>
                  </a:cubicBezTo>
                  <a:cubicBezTo>
                    <a:pt x="28" y="286"/>
                    <a:pt x="14" y="275"/>
                    <a:pt x="17" y="260"/>
                  </a:cubicBezTo>
                  <a:cubicBezTo>
                    <a:pt x="17" y="260"/>
                    <a:pt x="0" y="248"/>
                    <a:pt x="9" y="205"/>
                  </a:cubicBezTo>
                  <a:cubicBezTo>
                    <a:pt x="15" y="179"/>
                    <a:pt x="18" y="173"/>
                    <a:pt x="18" y="173"/>
                  </a:cubicBezTo>
                  <a:cubicBezTo>
                    <a:pt x="18" y="173"/>
                    <a:pt x="18" y="137"/>
                    <a:pt x="30" y="133"/>
                  </a:cubicBezTo>
                  <a:cubicBezTo>
                    <a:pt x="38" y="119"/>
                    <a:pt x="52" y="99"/>
                    <a:pt x="69" y="93"/>
                  </a:cubicBezTo>
                  <a:cubicBezTo>
                    <a:pt x="69" y="93"/>
                    <a:pt x="73" y="64"/>
                    <a:pt x="105" y="56"/>
                  </a:cubicBezTo>
                  <a:cubicBezTo>
                    <a:pt x="123" y="51"/>
                    <a:pt x="140" y="47"/>
                    <a:pt x="144" y="42"/>
                  </a:cubicBezTo>
                  <a:cubicBezTo>
                    <a:pt x="144" y="42"/>
                    <a:pt x="155" y="21"/>
                    <a:pt x="196" y="18"/>
                  </a:cubicBezTo>
                  <a:cubicBezTo>
                    <a:pt x="196" y="18"/>
                    <a:pt x="205" y="12"/>
                    <a:pt x="213" y="13"/>
                  </a:cubicBezTo>
                  <a:cubicBezTo>
                    <a:pt x="222" y="14"/>
                    <a:pt x="244" y="0"/>
                    <a:pt x="259" y="7"/>
                  </a:cubicBezTo>
                  <a:cubicBezTo>
                    <a:pt x="259" y="7"/>
                    <a:pt x="272" y="2"/>
                    <a:pt x="281" y="3"/>
                  </a:cubicBezTo>
                  <a:cubicBezTo>
                    <a:pt x="291" y="4"/>
                    <a:pt x="298" y="3"/>
                    <a:pt x="300" y="10"/>
                  </a:cubicBezTo>
                  <a:cubicBezTo>
                    <a:pt x="300" y="10"/>
                    <a:pt x="319" y="2"/>
                    <a:pt x="329" y="3"/>
                  </a:cubicBezTo>
                  <a:cubicBezTo>
                    <a:pt x="340" y="4"/>
                    <a:pt x="350" y="3"/>
                    <a:pt x="350" y="10"/>
                  </a:cubicBezTo>
                  <a:cubicBezTo>
                    <a:pt x="350" y="10"/>
                    <a:pt x="363" y="1"/>
                    <a:pt x="375" y="4"/>
                  </a:cubicBezTo>
                  <a:cubicBezTo>
                    <a:pt x="387" y="6"/>
                    <a:pt x="413" y="4"/>
                    <a:pt x="431" y="14"/>
                  </a:cubicBezTo>
                  <a:cubicBezTo>
                    <a:pt x="431" y="14"/>
                    <a:pt x="468" y="13"/>
                    <a:pt x="483" y="26"/>
                  </a:cubicBezTo>
                  <a:cubicBezTo>
                    <a:pt x="483" y="26"/>
                    <a:pt x="500" y="35"/>
                    <a:pt x="504" y="39"/>
                  </a:cubicBezTo>
                  <a:cubicBezTo>
                    <a:pt x="504" y="39"/>
                    <a:pt x="557" y="62"/>
                    <a:pt x="564" y="91"/>
                  </a:cubicBezTo>
                  <a:cubicBezTo>
                    <a:pt x="564" y="91"/>
                    <a:pt x="579" y="93"/>
                    <a:pt x="586" y="110"/>
                  </a:cubicBezTo>
                  <a:cubicBezTo>
                    <a:pt x="586" y="110"/>
                    <a:pt x="613" y="124"/>
                    <a:pt x="618" y="158"/>
                  </a:cubicBezTo>
                  <a:cubicBezTo>
                    <a:pt x="618" y="158"/>
                    <a:pt x="642" y="168"/>
                    <a:pt x="650" y="198"/>
                  </a:cubicBezTo>
                  <a:cubicBezTo>
                    <a:pt x="650" y="198"/>
                    <a:pt x="661" y="210"/>
                    <a:pt x="663" y="223"/>
                  </a:cubicBezTo>
                  <a:cubicBezTo>
                    <a:pt x="665" y="235"/>
                    <a:pt x="660" y="252"/>
                    <a:pt x="659" y="261"/>
                  </a:cubicBezTo>
                  <a:cubicBezTo>
                    <a:pt x="658" y="269"/>
                    <a:pt x="648" y="277"/>
                    <a:pt x="648" y="277"/>
                  </a:cubicBezTo>
                  <a:cubicBezTo>
                    <a:pt x="648" y="277"/>
                    <a:pt x="655" y="333"/>
                    <a:pt x="597" y="304"/>
                  </a:cubicBezTo>
                  <a:cubicBezTo>
                    <a:pt x="582" y="297"/>
                    <a:pt x="576" y="296"/>
                    <a:pt x="562" y="293"/>
                  </a:cubicBezTo>
                  <a:cubicBezTo>
                    <a:pt x="562" y="293"/>
                    <a:pt x="555" y="305"/>
                    <a:pt x="538" y="301"/>
                  </a:cubicBezTo>
                  <a:cubicBezTo>
                    <a:pt x="538" y="301"/>
                    <a:pt x="506" y="331"/>
                    <a:pt x="484" y="316"/>
                  </a:cubicBezTo>
                  <a:cubicBezTo>
                    <a:pt x="484" y="316"/>
                    <a:pt x="467" y="336"/>
                    <a:pt x="451" y="335"/>
                  </a:cubicBezTo>
                  <a:cubicBezTo>
                    <a:pt x="435" y="333"/>
                    <a:pt x="431" y="316"/>
                    <a:pt x="424" y="320"/>
                  </a:cubicBezTo>
                  <a:cubicBezTo>
                    <a:pt x="424" y="320"/>
                    <a:pt x="418" y="326"/>
                    <a:pt x="410" y="330"/>
                  </a:cubicBezTo>
                  <a:cubicBezTo>
                    <a:pt x="403" y="333"/>
                    <a:pt x="383" y="357"/>
                    <a:pt x="348" y="342"/>
                  </a:cubicBezTo>
                  <a:cubicBezTo>
                    <a:pt x="348" y="342"/>
                    <a:pt x="370" y="359"/>
                    <a:pt x="336" y="373"/>
                  </a:cubicBezTo>
                  <a:cubicBezTo>
                    <a:pt x="303" y="386"/>
                    <a:pt x="313" y="387"/>
                    <a:pt x="292" y="391"/>
                  </a:cubicBezTo>
                  <a:cubicBezTo>
                    <a:pt x="271" y="395"/>
                    <a:pt x="241" y="405"/>
                    <a:pt x="215" y="384"/>
                  </a:cubicBezTo>
                  <a:cubicBezTo>
                    <a:pt x="189" y="362"/>
                    <a:pt x="159" y="338"/>
                    <a:pt x="161" y="32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9" name="Freeform 600">
              <a:extLst>
                <a:ext uri="{FF2B5EF4-FFF2-40B4-BE49-F238E27FC236}">
                  <a16:creationId xmlns:a16="http://schemas.microsoft.com/office/drawing/2014/main" id="{B8378A15-0980-4EF8-9706-D558857A4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1445"/>
              <a:ext cx="448" cy="257"/>
            </a:xfrm>
            <a:custGeom>
              <a:avLst/>
              <a:gdLst>
                <a:gd name="T0" fmla="*/ 20 w 242"/>
                <a:gd name="T1" fmla="*/ 290 h 139"/>
                <a:gd name="T2" fmla="*/ 68 w 242"/>
                <a:gd name="T3" fmla="*/ 423 h 139"/>
                <a:gd name="T4" fmla="*/ 104 w 242"/>
                <a:gd name="T5" fmla="*/ 544 h 139"/>
                <a:gd name="T6" fmla="*/ 241 w 242"/>
                <a:gd name="T7" fmla="*/ 625 h 139"/>
                <a:gd name="T8" fmla="*/ 367 w 242"/>
                <a:gd name="T9" fmla="*/ 738 h 139"/>
                <a:gd name="T10" fmla="*/ 439 w 242"/>
                <a:gd name="T11" fmla="*/ 765 h 139"/>
                <a:gd name="T12" fmla="*/ 491 w 242"/>
                <a:gd name="T13" fmla="*/ 821 h 139"/>
                <a:gd name="T14" fmla="*/ 655 w 242"/>
                <a:gd name="T15" fmla="*/ 817 h 139"/>
                <a:gd name="T16" fmla="*/ 833 w 242"/>
                <a:gd name="T17" fmla="*/ 865 h 139"/>
                <a:gd name="T18" fmla="*/ 998 w 242"/>
                <a:gd name="T19" fmla="*/ 765 h 139"/>
                <a:gd name="T20" fmla="*/ 1511 w 242"/>
                <a:gd name="T21" fmla="*/ 261 h 139"/>
                <a:gd name="T22" fmla="*/ 1477 w 242"/>
                <a:gd name="T23" fmla="*/ 0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2" h="139">
                  <a:moveTo>
                    <a:pt x="3" y="46"/>
                  </a:moveTo>
                  <a:cubicBezTo>
                    <a:pt x="0" y="53"/>
                    <a:pt x="8" y="62"/>
                    <a:pt x="11" y="67"/>
                  </a:cubicBezTo>
                  <a:cubicBezTo>
                    <a:pt x="13" y="73"/>
                    <a:pt x="11" y="79"/>
                    <a:pt x="16" y="86"/>
                  </a:cubicBezTo>
                  <a:cubicBezTo>
                    <a:pt x="21" y="94"/>
                    <a:pt x="32" y="94"/>
                    <a:pt x="38" y="99"/>
                  </a:cubicBezTo>
                  <a:cubicBezTo>
                    <a:pt x="47" y="106"/>
                    <a:pt x="46" y="113"/>
                    <a:pt x="58" y="117"/>
                  </a:cubicBezTo>
                  <a:cubicBezTo>
                    <a:pt x="63" y="119"/>
                    <a:pt x="65" y="118"/>
                    <a:pt x="69" y="121"/>
                  </a:cubicBezTo>
                  <a:cubicBezTo>
                    <a:pt x="73" y="123"/>
                    <a:pt x="74" y="128"/>
                    <a:pt x="77" y="130"/>
                  </a:cubicBezTo>
                  <a:cubicBezTo>
                    <a:pt x="86" y="135"/>
                    <a:pt x="95" y="128"/>
                    <a:pt x="103" y="129"/>
                  </a:cubicBezTo>
                  <a:cubicBezTo>
                    <a:pt x="112" y="130"/>
                    <a:pt x="120" y="139"/>
                    <a:pt x="131" y="137"/>
                  </a:cubicBezTo>
                  <a:cubicBezTo>
                    <a:pt x="141" y="135"/>
                    <a:pt x="148" y="125"/>
                    <a:pt x="157" y="121"/>
                  </a:cubicBezTo>
                  <a:cubicBezTo>
                    <a:pt x="195" y="105"/>
                    <a:pt x="230" y="83"/>
                    <a:pt x="238" y="41"/>
                  </a:cubicBezTo>
                  <a:cubicBezTo>
                    <a:pt x="241" y="25"/>
                    <a:pt x="242" y="12"/>
                    <a:pt x="233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0" name="Freeform 601">
              <a:extLst>
                <a:ext uri="{FF2B5EF4-FFF2-40B4-BE49-F238E27FC236}">
                  <a16:creationId xmlns:a16="http://schemas.microsoft.com/office/drawing/2014/main" id="{EE5F5D35-DB47-485B-8294-FB9607D43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588"/>
              <a:ext cx="219" cy="176"/>
            </a:xfrm>
            <a:custGeom>
              <a:avLst/>
              <a:gdLst>
                <a:gd name="T0" fmla="*/ 0 w 118"/>
                <a:gd name="T1" fmla="*/ 0 h 95"/>
                <a:gd name="T2" fmla="*/ 24 w 118"/>
                <a:gd name="T3" fmla="*/ 37 h 95"/>
                <a:gd name="T4" fmla="*/ 97 w 118"/>
                <a:gd name="T5" fmla="*/ 120 h 95"/>
                <a:gd name="T6" fmla="*/ 173 w 118"/>
                <a:gd name="T7" fmla="*/ 172 h 95"/>
                <a:gd name="T8" fmla="*/ 225 w 118"/>
                <a:gd name="T9" fmla="*/ 237 h 95"/>
                <a:gd name="T10" fmla="*/ 293 w 118"/>
                <a:gd name="T11" fmla="*/ 319 h 95"/>
                <a:gd name="T12" fmla="*/ 371 w 118"/>
                <a:gd name="T13" fmla="*/ 382 h 95"/>
                <a:gd name="T14" fmla="*/ 510 w 118"/>
                <a:gd name="T15" fmla="*/ 539 h 95"/>
                <a:gd name="T16" fmla="*/ 551 w 118"/>
                <a:gd name="T17" fmla="*/ 597 h 95"/>
                <a:gd name="T18" fmla="*/ 599 w 118"/>
                <a:gd name="T19" fmla="*/ 597 h 95"/>
                <a:gd name="T20" fmla="*/ 657 w 118"/>
                <a:gd name="T21" fmla="*/ 580 h 95"/>
                <a:gd name="T22" fmla="*/ 741 w 118"/>
                <a:gd name="T23" fmla="*/ 515 h 95"/>
                <a:gd name="T24" fmla="*/ 709 w 118"/>
                <a:gd name="T25" fmla="*/ 408 h 95"/>
                <a:gd name="T26" fmla="*/ 672 w 118"/>
                <a:gd name="T27" fmla="*/ 350 h 95"/>
                <a:gd name="T28" fmla="*/ 644 w 118"/>
                <a:gd name="T29" fmla="*/ 298 h 9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95">
                  <a:moveTo>
                    <a:pt x="0" y="0"/>
                  </a:moveTo>
                  <a:cubicBezTo>
                    <a:pt x="2" y="2"/>
                    <a:pt x="3" y="4"/>
                    <a:pt x="4" y="6"/>
                  </a:cubicBezTo>
                  <a:cubicBezTo>
                    <a:pt x="8" y="11"/>
                    <a:pt x="10" y="16"/>
                    <a:pt x="15" y="19"/>
                  </a:cubicBezTo>
                  <a:cubicBezTo>
                    <a:pt x="19" y="22"/>
                    <a:pt x="23" y="25"/>
                    <a:pt x="27" y="27"/>
                  </a:cubicBezTo>
                  <a:cubicBezTo>
                    <a:pt x="32" y="30"/>
                    <a:pt x="33" y="32"/>
                    <a:pt x="35" y="37"/>
                  </a:cubicBezTo>
                  <a:cubicBezTo>
                    <a:pt x="37" y="43"/>
                    <a:pt x="42" y="46"/>
                    <a:pt x="46" y="50"/>
                  </a:cubicBezTo>
                  <a:cubicBezTo>
                    <a:pt x="50" y="54"/>
                    <a:pt x="54" y="57"/>
                    <a:pt x="58" y="60"/>
                  </a:cubicBezTo>
                  <a:cubicBezTo>
                    <a:pt x="66" y="68"/>
                    <a:pt x="73" y="77"/>
                    <a:pt x="80" y="85"/>
                  </a:cubicBezTo>
                  <a:cubicBezTo>
                    <a:pt x="82" y="88"/>
                    <a:pt x="84" y="91"/>
                    <a:pt x="86" y="94"/>
                  </a:cubicBezTo>
                  <a:cubicBezTo>
                    <a:pt x="89" y="94"/>
                    <a:pt x="92" y="95"/>
                    <a:pt x="94" y="94"/>
                  </a:cubicBezTo>
                  <a:cubicBezTo>
                    <a:pt x="97" y="94"/>
                    <a:pt x="100" y="92"/>
                    <a:pt x="103" y="91"/>
                  </a:cubicBezTo>
                  <a:cubicBezTo>
                    <a:pt x="107" y="88"/>
                    <a:pt x="114" y="87"/>
                    <a:pt x="116" y="81"/>
                  </a:cubicBezTo>
                  <a:cubicBezTo>
                    <a:pt x="118" y="75"/>
                    <a:pt x="114" y="69"/>
                    <a:pt x="111" y="64"/>
                  </a:cubicBezTo>
                  <a:cubicBezTo>
                    <a:pt x="109" y="61"/>
                    <a:pt x="107" y="59"/>
                    <a:pt x="105" y="55"/>
                  </a:cubicBezTo>
                  <a:cubicBezTo>
                    <a:pt x="103" y="53"/>
                    <a:pt x="102" y="50"/>
                    <a:pt x="101" y="47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16" name="Coronal-section-of-human-brain">
            <a:extLst>
              <a:ext uri="{FF2B5EF4-FFF2-40B4-BE49-F238E27FC236}">
                <a16:creationId xmlns:a16="http://schemas.microsoft.com/office/drawing/2014/main" id="{09B7E77C-6E85-4900-AD9D-375CB2720A02}"/>
              </a:ext>
            </a:extLst>
          </p:cNvPr>
          <p:cNvGrpSpPr>
            <a:grpSpLocks/>
          </p:cNvGrpSpPr>
          <p:nvPr/>
        </p:nvGrpSpPr>
        <p:grpSpPr bwMode="auto">
          <a:xfrm>
            <a:off x="4587875" y="2317750"/>
            <a:ext cx="4494213" cy="3848100"/>
            <a:chOff x="1930" y="1382"/>
            <a:chExt cx="2831" cy="2424"/>
          </a:xfrm>
        </p:grpSpPr>
        <p:sp>
          <p:nvSpPr>
            <p:cNvPr id="64529" name="Freeform 179">
              <a:extLst>
                <a:ext uri="{FF2B5EF4-FFF2-40B4-BE49-F238E27FC236}">
                  <a16:creationId xmlns:a16="http://schemas.microsoft.com/office/drawing/2014/main" id="{686F9152-C432-48C2-8F06-CA6B7A59E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384"/>
              <a:ext cx="2809" cy="2422"/>
            </a:xfrm>
            <a:custGeom>
              <a:avLst/>
              <a:gdLst>
                <a:gd name="T0" fmla="*/ 7438 w 1519"/>
                <a:gd name="T1" fmla="*/ 491 h 1307"/>
                <a:gd name="T2" fmla="*/ 6761 w 1519"/>
                <a:gd name="T3" fmla="*/ 269 h 1307"/>
                <a:gd name="T4" fmla="*/ 4888 w 1519"/>
                <a:gd name="T5" fmla="*/ 725 h 1307"/>
                <a:gd name="T6" fmla="*/ 5191 w 1519"/>
                <a:gd name="T7" fmla="*/ 2126 h 1307"/>
                <a:gd name="T8" fmla="*/ 5109 w 1519"/>
                <a:gd name="T9" fmla="*/ 3297 h 1307"/>
                <a:gd name="T10" fmla="*/ 4675 w 1519"/>
                <a:gd name="T11" fmla="*/ 2837 h 1307"/>
                <a:gd name="T12" fmla="*/ 4684 w 1519"/>
                <a:gd name="T13" fmla="*/ 1494 h 1307"/>
                <a:gd name="T14" fmla="*/ 3382 w 1519"/>
                <a:gd name="T15" fmla="*/ 471 h 1307"/>
                <a:gd name="T16" fmla="*/ 2376 w 1519"/>
                <a:gd name="T17" fmla="*/ 636 h 1307"/>
                <a:gd name="T18" fmla="*/ 1788 w 1519"/>
                <a:gd name="T19" fmla="*/ 941 h 1307"/>
                <a:gd name="T20" fmla="*/ 2271 w 1519"/>
                <a:gd name="T21" fmla="*/ 1553 h 1307"/>
                <a:gd name="T22" fmla="*/ 1953 w 1519"/>
                <a:gd name="T23" fmla="*/ 2194 h 1307"/>
                <a:gd name="T24" fmla="*/ 1949 w 1519"/>
                <a:gd name="T25" fmla="*/ 1514 h 1307"/>
                <a:gd name="T26" fmla="*/ 1535 w 1519"/>
                <a:gd name="T27" fmla="*/ 801 h 1307"/>
                <a:gd name="T28" fmla="*/ 311 w 1519"/>
                <a:gd name="T29" fmla="*/ 2366 h 1307"/>
                <a:gd name="T30" fmla="*/ 113 w 1519"/>
                <a:gd name="T31" fmla="*/ 4138 h 1307"/>
                <a:gd name="T32" fmla="*/ 1213 w 1519"/>
                <a:gd name="T33" fmla="*/ 4103 h 1307"/>
                <a:gd name="T34" fmla="*/ 1809 w 1519"/>
                <a:gd name="T35" fmla="*/ 4618 h 1307"/>
                <a:gd name="T36" fmla="*/ 1892 w 1519"/>
                <a:gd name="T37" fmla="*/ 5350 h 1307"/>
                <a:gd name="T38" fmla="*/ 544 w 1519"/>
                <a:gd name="T39" fmla="*/ 4594 h 1307"/>
                <a:gd name="T40" fmla="*/ 828 w 1519"/>
                <a:gd name="T41" fmla="*/ 5624 h 1307"/>
                <a:gd name="T42" fmla="*/ 1252 w 1519"/>
                <a:gd name="T43" fmla="*/ 6699 h 1307"/>
                <a:gd name="T44" fmla="*/ 1759 w 1519"/>
                <a:gd name="T45" fmla="*/ 7431 h 1307"/>
                <a:gd name="T46" fmla="*/ 3567 w 1519"/>
                <a:gd name="T47" fmla="*/ 7466 h 1307"/>
                <a:gd name="T48" fmla="*/ 4079 w 1519"/>
                <a:gd name="T49" fmla="*/ 6669 h 1307"/>
                <a:gd name="T50" fmla="*/ 4547 w 1519"/>
                <a:gd name="T51" fmla="*/ 5676 h 1307"/>
                <a:gd name="T52" fmla="*/ 5054 w 1519"/>
                <a:gd name="T53" fmla="*/ 5728 h 1307"/>
                <a:gd name="T54" fmla="*/ 5526 w 1519"/>
                <a:gd name="T55" fmla="*/ 6043 h 1307"/>
                <a:gd name="T56" fmla="*/ 5666 w 1519"/>
                <a:gd name="T57" fmla="*/ 6790 h 1307"/>
                <a:gd name="T58" fmla="*/ 6975 w 1519"/>
                <a:gd name="T59" fmla="*/ 8076 h 1307"/>
                <a:gd name="T60" fmla="*/ 8286 w 1519"/>
                <a:gd name="T61" fmla="*/ 7535 h 1307"/>
                <a:gd name="T62" fmla="*/ 8601 w 1519"/>
                <a:gd name="T63" fmla="*/ 6325 h 1307"/>
                <a:gd name="T64" fmla="*/ 8682 w 1519"/>
                <a:gd name="T65" fmla="*/ 5772 h 1307"/>
                <a:gd name="T66" fmla="*/ 8706 w 1519"/>
                <a:gd name="T67" fmla="*/ 4525 h 1307"/>
                <a:gd name="T68" fmla="*/ 7366 w 1519"/>
                <a:gd name="T69" fmla="*/ 5809 h 1307"/>
                <a:gd name="T70" fmla="*/ 7828 w 1519"/>
                <a:gd name="T71" fmla="*/ 4244 h 1307"/>
                <a:gd name="T72" fmla="*/ 8580 w 1519"/>
                <a:gd name="T73" fmla="*/ 4564 h 1307"/>
                <a:gd name="T74" fmla="*/ 9322 w 1519"/>
                <a:gd name="T75" fmla="*/ 3582 h 1307"/>
                <a:gd name="T76" fmla="*/ 8677 w 1519"/>
                <a:gd name="T77" fmla="*/ 1812 h 1307"/>
                <a:gd name="T78" fmla="*/ 7639 w 1519"/>
                <a:gd name="T79" fmla="*/ 760 h 1307"/>
                <a:gd name="T80" fmla="*/ 7373 w 1519"/>
                <a:gd name="T81" fmla="*/ 1775 h 1307"/>
                <a:gd name="T82" fmla="*/ 8170 w 1519"/>
                <a:gd name="T83" fmla="*/ 1840 h 1307"/>
                <a:gd name="T84" fmla="*/ 7305 w 1519"/>
                <a:gd name="T85" fmla="*/ 1872 h 1307"/>
                <a:gd name="T86" fmla="*/ 7349 w 1519"/>
                <a:gd name="T87" fmla="*/ 1095 h 13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19" h="1307">
                  <a:moveTo>
                    <a:pt x="1202" y="127"/>
                  </a:moveTo>
                  <a:cubicBezTo>
                    <a:pt x="1202" y="127"/>
                    <a:pt x="1218" y="81"/>
                    <a:pt x="1176" y="77"/>
                  </a:cubicBezTo>
                  <a:cubicBezTo>
                    <a:pt x="1155" y="75"/>
                    <a:pt x="1125" y="48"/>
                    <a:pt x="1102" y="74"/>
                  </a:cubicBezTo>
                  <a:cubicBezTo>
                    <a:pt x="1102" y="74"/>
                    <a:pt x="1111" y="42"/>
                    <a:pt x="1069" y="42"/>
                  </a:cubicBezTo>
                  <a:cubicBezTo>
                    <a:pt x="1017" y="42"/>
                    <a:pt x="998" y="42"/>
                    <a:pt x="980" y="63"/>
                  </a:cubicBezTo>
                  <a:cubicBezTo>
                    <a:pt x="980" y="63"/>
                    <a:pt x="834" y="13"/>
                    <a:pt x="773" y="114"/>
                  </a:cubicBezTo>
                  <a:cubicBezTo>
                    <a:pt x="721" y="202"/>
                    <a:pt x="786" y="173"/>
                    <a:pt x="772" y="256"/>
                  </a:cubicBezTo>
                  <a:cubicBezTo>
                    <a:pt x="757" y="339"/>
                    <a:pt x="805" y="327"/>
                    <a:pt x="821" y="334"/>
                  </a:cubicBezTo>
                  <a:cubicBezTo>
                    <a:pt x="821" y="334"/>
                    <a:pt x="814" y="294"/>
                    <a:pt x="828" y="376"/>
                  </a:cubicBezTo>
                  <a:cubicBezTo>
                    <a:pt x="843" y="457"/>
                    <a:pt x="752" y="524"/>
                    <a:pt x="808" y="518"/>
                  </a:cubicBezTo>
                  <a:cubicBezTo>
                    <a:pt x="808" y="518"/>
                    <a:pt x="785" y="577"/>
                    <a:pt x="721" y="543"/>
                  </a:cubicBezTo>
                  <a:cubicBezTo>
                    <a:pt x="721" y="543"/>
                    <a:pt x="757" y="523"/>
                    <a:pt x="739" y="446"/>
                  </a:cubicBezTo>
                  <a:cubicBezTo>
                    <a:pt x="722" y="369"/>
                    <a:pt x="750" y="358"/>
                    <a:pt x="676" y="367"/>
                  </a:cubicBezTo>
                  <a:cubicBezTo>
                    <a:pt x="676" y="367"/>
                    <a:pt x="762" y="367"/>
                    <a:pt x="741" y="235"/>
                  </a:cubicBezTo>
                  <a:cubicBezTo>
                    <a:pt x="729" y="159"/>
                    <a:pt x="796" y="116"/>
                    <a:pt x="713" y="60"/>
                  </a:cubicBezTo>
                  <a:cubicBezTo>
                    <a:pt x="626" y="0"/>
                    <a:pt x="520" y="26"/>
                    <a:pt x="535" y="74"/>
                  </a:cubicBezTo>
                  <a:cubicBezTo>
                    <a:pt x="535" y="74"/>
                    <a:pt x="497" y="25"/>
                    <a:pt x="441" y="32"/>
                  </a:cubicBezTo>
                  <a:cubicBezTo>
                    <a:pt x="386" y="39"/>
                    <a:pt x="369" y="89"/>
                    <a:pt x="376" y="100"/>
                  </a:cubicBezTo>
                  <a:cubicBezTo>
                    <a:pt x="376" y="100"/>
                    <a:pt x="374" y="53"/>
                    <a:pt x="332" y="72"/>
                  </a:cubicBezTo>
                  <a:cubicBezTo>
                    <a:pt x="290" y="90"/>
                    <a:pt x="276" y="137"/>
                    <a:pt x="283" y="148"/>
                  </a:cubicBezTo>
                  <a:cubicBezTo>
                    <a:pt x="291" y="158"/>
                    <a:pt x="320" y="170"/>
                    <a:pt x="325" y="192"/>
                  </a:cubicBezTo>
                  <a:cubicBezTo>
                    <a:pt x="330" y="214"/>
                    <a:pt x="336" y="222"/>
                    <a:pt x="359" y="244"/>
                  </a:cubicBezTo>
                  <a:cubicBezTo>
                    <a:pt x="404" y="287"/>
                    <a:pt x="356" y="295"/>
                    <a:pt x="319" y="292"/>
                  </a:cubicBezTo>
                  <a:cubicBezTo>
                    <a:pt x="282" y="288"/>
                    <a:pt x="273" y="350"/>
                    <a:pt x="309" y="345"/>
                  </a:cubicBezTo>
                  <a:cubicBezTo>
                    <a:pt x="299" y="404"/>
                    <a:pt x="206" y="258"/>
                    <a:pt x="222" y="266"/>
                  </a:cubicBezTo>
                  <a:cubicBezTo>
                    <a:pt x="237" y="274"/>
                    <a:pt x="265" y="265"/>
                    <a:pt x="308" y="238"/>
                  </a:cubicBezTo>
                  <a:cubicBezTo>
                    <a:pt x="351" y="212"/>
                    <a:pt x="291" y="121"/>
                    <a:pt x="291" y="121"/>
                  </a:cubicBezTo>
                  <a:cubicBezTo>
                    <a:pt x="291" y="121"/>
                    <a:pt x="279" y="106"/>
                    <a:pt x="243" y="126"/>
                  </a:cubicBezTo>
                  <a:cubicBezTo>
                    <a:pt x="206" y="146"/>
                    <a:pt x="46" y="239"/>
                    <a:pt x="164" y="316"/>
                  </a:cubicBezTo>
                  <a:cubicBezTo>
                    <a:pt x="164" y="316"/>
                    <a:pt x="73" y="235"/>
                    <a:pt x="49" y="372"/>
                  </a:cubicBezTo>
                  <a:cubicBezTo>
                    <a:pt x="25" y="510"/>
                    <a:pt x="5" y="546"/>
                    <a:pt x="43" y="564"/>
                  </a:cubicBezTo>
                  <a:cubicBezTo>
                    <a:pt x="43" y="564"/>
                    <a:pt x="0" y="612"/>
                    <a:pt x="18" y="650"/>
                  </a:cubicBezTo>
                  <a:cubicBezTo>
                    <a:pt x="36" y="688"/>
                    <a:pt x="0" y="737"/>
                    <a:pt x="83" y="715"/>
                  </a:cubicBezTo>
                  <a:cubicBezTo>
                    <a:pt x="149" y="686"/>
                    <a:pt x="192" y="645"/>
                    <a:pt x="192" y="645"/>
                  </a:cubicBezTo>
                  <a:cubicBezTo>
                    <a:pt x="235" y="679"/>
                    <a:pt x="290" y="632"/>
                    <a:pt x="290" y="632"/>
                  </a:cubicBezTo>
                  <a:cubicBezTo>
                    <a:pt x="266" y="641"/>
                    <a:pt x="262" y="691"/>
                    <a:pt x="286" y="726"/>
                  </a:cubicBezTo>
                  <a:cubicBezTo>
                    <a:pt x="310" y="761"/>
                    <a:pt x="289" y="801"/>
                    <a:pt x="350" y="866"/>
                  </a:cubicBezTo>
                  <a:cubicBezTo>
                    <a:pt x="397" y="917"/>
                    <a:pt x="319" y="898"/>
                    <a:pt x="299" y="841"/>
                  </a:cubicBezTo>
                  <a:cubicBezTo>
                    <a:pt x="279" y="784"/>
                    <a:pt x="252" y="732"/>
                    <a:pt x="200" y="705"/>
                  </a:cubicBezTo>
                  <a:cubicBezTo>
                    <a:pt x="149" y="679"/>
                    <a:pt x="86" y="722"/>
                    <a:pt x="86" y="722"/>
                  </a:cubicBezTo>
                  <a:cubicBezTo>
                    <a:pt x="86" y="722"/>
                    <a:pt x="31" y="763"/>
                    <a:pt x="65" y="829"/>
                  </a:cubicBezTo>
                  <a:cubicBezTo>
                    <a:pt x="99" y="894"/>
                    <a:pt x="107" y="880"/>
                    <a:pt x="131" y="884"/>
                  </a:cubicBezTo>
                  <a:cubicBezTo>
                    <a:pt x="131" y="884"/>
                    <a:pt x="109" y="932"/>
                    <a:pt x="147" y="954"/>
                  </a:cubicBezTo>
                  <a:cubicBezTo>
                    <a:pt x="184" y="976"/>
                    <a:pt x="162" y="1041"/>
                    <a:pt x="198" y="1053"/>
                  </a:cubicBezTo>
                  <a:cubicBezTo>
                    <a:pt x="198" y="1053"/>
                    <a:pt x="78" y="1107"/>
                    <a:pt x="197" y="1190"/>
                  </a:cubicBezTo>
                  <a:cubicBezTo>
                    <a:pt x="260" y="1233"/>
                    <a:pt x="234" y="1201"/>
                    <a:pt x="278" y="1168"/>
                  </a:cubicBezTo>
                  <a:cubicBezTo>
                    <a:pt x="278" y="1168"/>
                    <a:pt x="226" y="1287"/>
                    <a:pt x="440" y="1266"/>
                  </a:cubicBezTo>
                  <a:cubicBezTo>
                    <a:pt x="608" y="1249"/>
                    <a:pt x="628" y="1217"/>
                    <a:pt x="564" y="1173"/>
                  </a:cubicBezTo>
                  <a:cubicBezTo>
                    <a:pt x="564" y="1173"/>
                    <a:pt x="654" y="1172"/>
                    <a:pt x="638" y="1100"/>
                  </a:cubicBezTo>
                  <a:cubicBezTo>
                    <a:pt x="633" y="1077"/>
                    <a:pt x="635" y="1047"/>
                    <a:pt x="645" y="1048"/>
                  </a:cubicBezTo>
                  <a:cubicBezTo>
                    <a:pt x="688" y="1052"/>
                    <a:pt x="704" y="992"/>
                    <a:pt x="686" y="974"/>
                  </a:cubicBezTo>
                  <a:cubicBezTo>
                    <a:pt x="734" y="985"/>
                    <a:pt x="719" y="892"/>
                    <a:pt x="719" y="892"/>
                  </a:cubicBezTo>
                  <a:cubicBezTo>
                    <a:pt x="719" y="892"/>
                    <a:pt x="733" y="914"/>
                    <a:pt x="759" y="894"/>
                  </a:cubicBezTo>
                  <a:cubicBezTo>
                    <a:pt x="759" y="894"/>
                    <a:pt x="781" y="908"/>
                    <a:pt x="799" y="900"/>
                  </a:cubicBezTo>
                  <a:cubicBezTo>
                    <a:pt x="799" y="900"/>
                    <a:pt x="818" y="915"/>
                    <a:pt x="847" y="904"/>
                  </a:cubicBezTo>
                  <a:cubicBezTo>
                    <a:pt x="876" y="894"/>
                    <a:pt x="906" y="935"/>
                    <a:pt x="874" y="950"/>
                  </a:cubicBezTo>
                  <a:cubicBezTo>
                    <a:pt x="842" y="964"/>
                    <a:pt x="823" y="998"/>
                    <a:pt x="873" y="1010"/>
                  </a:cubicBezTo>
                  <a:cubicBezTo>
                    <a:pt x="923" y="1023"/>
                    <a:pt x="896" y="1039"/>
                    <a:pt x="896" y="1067"/>
                  </a:cubicBezTo>
                  <a:cubicBezTo>
                    <a:pt x="895" y="1095"/>
                    <a:pt x="917" y="1134"/>
                    <a:pt x="960" y="1135"/>
                  </a:cubicBezTo>
                  <a:cubicBezTo>
                    <a:pt x="960" y="1135"/>
                    <a:pt x="915" y="1307"/>
                    <a:pt x="1103" y="1269"/>
                  </a:cubicBezTo>
                  <a:cubicBezTo>
                    <a:pt x="1241" y="1241"/>
                    <a:pt x="1294" y="1212"/>
                    <a:pt x="1224" y="1183"/>
                  </a:cubicBezTo>
                  <a:cubicBezTo>
                    <a:pt x="1224" y="1183"/>
                    <a:pt x="1258" y="1234"/>
                    <a:pt x="1310" y="1184"/>
                  </a:cubicBezTo>
                  <a:cubicBezTo>
                    <a:pt x="1395" y="1103"/>
                    <a:pt x="1371" y="1076"/>
                    <a:pt x="1349" y="1061"/>
                  </a:cubicBezTo>
                  <a:cubicBezTo>
                    <a:pt x="1349" y="1061"/>
                    <a:pt x="1370" y="1038"/>
                    <a:pt x="1360" y="994"/>
                  </a:cubicBezTo>
                  <a:cubicBezTo>
                    <a:pt x="1351" y="950"/>
                    <a:pt x="1359" y="977"/>
                    <a:pt x="1383" y="960"/>
                  </a:cubicBezTo>
                  <a:cubicBezTo>
                    <a:pt x="1407" y="942"/>
                    <a:pt x="1380" y="908"/>
                    <a:pt x="1373" y="907"/>
                  </a:cubicBezTo>
                  <a:cubicBezTo>
                    <a:pt x="1373" y="907"/>
                    <a:pt x="1446" y="910"/>
                    <a:pt x="1471" y="812"/>
                  </a:cubicBezTo>
                  <a:cubicBezTo>
                    <a:pt x="1497" y="713"/>
                    <a:pt x="1419" y="725"/>
                    <a:pt x="1377" y="711"/>
                  </a:cubicBezTo>
                  <a:cubicBezTo>
                    <a:pt x="1336" y="696"/>
                    <a:pt x="1257" y="704"/>
                    <a:pt x="1225" y="790"/>
                  </a:cubicBezTo>
                  <a:cubicBezTo>
                    <a:pt x="1193" y="875"/>
                    <a:pt x="1191" y="943"/>
                    <a:pt x="1165" y="913"/>
                  </a:cubicBezTo>
                  <a:cubicBezTo>
                    <a:pt x="1140" y="882"/>
                    <a:pt x="1204" y="887"/>
                    <a:pt x="1213" y="797"/>
                  </a:cubicBezTo>
                  <a:cubicBezTo>
                    <a:pt x="1220" y="730"/>
                    <a:pt x="1292" y="756"/>
                    <a:pt x="1238" y="667"/>
                  </a:cubicBezTo>
                  <a:cubicBezTo>
                    <a:pt x="1238" y="667"/>
                    <a:pt x="1278" y="688"/>
                    <a:pt x="1317" y="656"/>
                  </a:cubicBezTo>
                  <a:cubicBezTo>
                    <a:pt x="1317" y="656"/>
                    <a:pt x="1308" y="722"/>
                    <a:pt x="1357" y="717"/>
                  </a:cubicBezTo>
                  <a:cubicBezTo>
                    <a:pt x="1407" y="711"/>
                    <a:pt x="1488" y="792"/>
                    <a:pt x="1496" y="688"/>
                  </a:cubicBezTo>
                  <a:cubicBezTo>
                    <a:pt x="1504" y="584"/>
                    <a:pt x="1500" y="560"/>
                    <a:pt x="1474" y="563"/>
                  </a:cubicBezTo>
                  <a:cubicBezTo>
                    <a:pt x="1474" y="563"/>
                    <a:pt x="1519" y="526"/>
                    <a:pt x="1476" y="433"/>
                  </a:cubicBezTo>
                  <a:cubicBezTo>
                    <a:pt x="1434" y="339"/>
                    <a:pt x="1467" y="292"/>
                    <a:pt x="1372" y="285"/>
                  </a:cubicBezTo>
                  <a:cubicBezTo>
                    <a:pt x="1372" y="285"/>
                    <a:pt x="1432" y="209"/>
                    <a:pt x="1310" y="148"/>
                  </a:cubicBezTo>
                  <a:cubicBezTo>
                    <a:pt x="1287" y="136"/>
                    <a:pt x="1243" y="74"/>
                    <a:pt x="1208" y="119"/>
                  </a:cubicBezTo>
                  <a:cubicBezTo>
                    <a:pt x="1208" y="119"/>
                    <a:pt x="1183" y="156"/>
                    <a:pt x="1181" y="177"/>
                  </a:cubicBezTo>
                  <a:cubicBezTo>
                    <a:pt x="1178" y="199"/>
                    <a:pt x="1133" y="277"/>
                    <a:pt x="1166" y="279"/>
                  </a:cubicBezTo>
                  <a:cubicBezTo>
                    <a:pt x="1199" y="281"/>
                    <a:pt x="1210" y="312"/>
                    <a:pt x="1230" y="312"/>
                  </a:cubicBezTo>
                  <a:cubicBezTo>
                    <a:pt x="1251" y="311"/>
                    <a:pt x="1321" y="243"/>
                    <a:pt x="1292" y="289"/>
                  </a:cubicBezTo>
                  <a:cubicBezTo>
                    <a:pt x="1264" y="334"/>
                    <a:pt x="1186" y="391"/>
                    <a:pt x="1208" y="328"/>
                  </a:cubicBezTo>
                  <a:cubicBezTo>
                    <a:pt x="1218" y="300"/>
                    <a:pt x="1190" y="290"/>
                    <a:pt x="1155" y="294"/>
                  </a:cubicBezTo>
                  <a:cubicBezTo>
                    <a:pt x="1121" y="298"/>
                    <a:pt x="1107" y="248"/>
                    <a:pt x="1140" y="218"/>
                  </a:cubicBezTo>
                  <a:cubicBezTo>
                    <a:pt x="1148" y="211"/>
                    <a:pt x="1159" y="192"/>
                    <a:pt x="1162" y="172"/>
                  </a:cubicBezTo>
                  <a:cubicBezTo>
                    <a:pt x="1166" y="151"/>
                    <a:pt x="1202" y="127"/>
                    <a:pt x="1202" y="127"/>
                  </a:cubicBezTo>
                  <a:close/>
                </a:path>
              </a:pathLst>
            </a:custGeom>
            <a:solidFill>
              <a:srgbClr val="9E8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0" name="Freeform 180">
              <a:extLst>
                <a:ext uri="{FF2B5EF4-FFF2-40B4-BE49-F238E27FC236}">
                  <a16:creationId xmlns:a16="http://schemas.microsoft.com/office/drawing/2014/main" id="{0DD980EC-AC38-43B8-9848-412F27FCA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275"/>
              <a:ext cx="882" cy="623"/>
            </a:xfrm>
            <a:custGeom>
              <a:avLst/>
              <a:gdLst>
                <a:gd name="T0" fmla="*/ 178 w 477"/>
                <a:gd name="T1" fmla="*/ 434 h 336"/>
                <a:gd name="T2" fmla="*/ 0 w 477"/>
                <a:gd name="T3" fmla="*/ 197 h 336"/>
                <a:gd name="T4" fmla="*/ 194 w 477"/>
                <a:gd name="T5" fmla="*/ 59 h 336"/>
                <a:gd name="T6" fmla="*/ 701 w 477"/>
                <a:gd name="T7" fmla="*/ 343 h 336"/>
                <a:gd name="T8" fmla="*/ 1525 w 477"/>
                <a:gd name="T9" fmla="*/ 664 h 336"/>
                <a:gd name="T10" fmla="*/ 2742 w 477"/>
                <a:gd name="T11" fmla="*/ 104 h 336"/>
                <a:gd name="T12" fmla="*/ 2831 w 477"/>
                <a:gd name="T13" fmla="*/ 625 h 336"/>
                <a:gd name="T14" fmla="*/ 2150 w 477"/>
                <a:gd name="T15" fmla="*/ 836 h 336"/>
                <a:gd name="T16" fmla="*/ 1751 w 477"/>
                <a:gd name="T17" fmla="*/ 1114 h 336"/>
                <a:gd name="T18" fmla="*/ 1736 w 477"/>
                <a:gd name="T19" fmla="*/ 1613 h 336"/>
                <a:gd name="T20" fmla="*/ 1801 w 477"/>
                <a:gd name="T21" fmla="*/ 2021 h 336"/>
                <a:gd name="T22" fmla="*/ 1309 w 477"/>
                <a:gd name="T23" fmla="*/ 2142 h 336"/>
                <a:gd name="T24" fmla="*/ 1200 w 477"/>
                <a:gd name="T25" fmla="*/ 1671 h 336"/>
                <a:gd name="T26" fmla="*/ 1228 w 477"/>
                <a:gd name="T27" fmla="*/ 1239 h 336"/>
                <a:gd name="T28" fmla="*/ 693 w 477"/>
                <a:gd name="T29" fmla="*/ 784 h 336"/>
                <a:gd name="T30" fmla="*/ 178 w 477"/>
                <a:gd name="T31" fmla="*/ 434 h 3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7" h="336">
                  <a:moveTo>
                    <a:pt x="28" y="6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1" y="54"/>
                    <a:pt x="177" y="117"/>
                    <a:pt x="241" y="104"/>
                  </a:cubicBezTo>
                  <a:cubicBezTo>
                    <a:pt x="305" y="91"/>
                    <a:pt x="390" y="0"/>
                    <a:pt x="434" y="16"/>
                  </a:cubicBezTo>
                  <a:cubicBezTo>
                    <a:pt x="477" y="32"/>
                    <a:pt x="448" y="98"/>
                    <a:pt x="448" y="98"/>
                  </a:cubicBezTo>
                  <a:cubicBezTo>
                    <a:pt x="340" y="131"/>
                    <a:pt x="340" y="131"/>
                    <a:pt x="340" y="131"/>
                  </a:cubicBezTo>
                  <a:cubicBezTo>
                    <a:pt x="277" y="175"/>
                    <a:pt x="277" y="175"/>
                    <a:pt x="277" y="175"/>
                  </a:cubicBezTo>
                  <a:cubicBezTo>
                    <a:pt x="275" y="253"/>
                    <a:pt x="275" y="253"/>
                    <a:pt x="275" y="253"/>
                  </a:cubicBezTo>
                  <a:cubicBezTo>
                    <a:pt x="275" y="253"/>
                    <a:pt x="285" y="315"/>
                    <a:pt x="285" y="317"/>
                  </a:cubicBezTo>
                  <a:cubicBezTo>
                    <a:pt x="285" y="319"/>
                    <a:pt x="207" y="336"/>
                    <a:pt x="207" y="336"/>
                  </a:cubicBezTo>
                  <a:cubicBezTo>
                    <a:pt x="190" y="262"/>
                    <a:pt x="190" y="262"/>
                    <a:pt x="190" y="262"/>
                  </a:cubicBezTo>
                  <a:cubicBezTo>
                    <a:pt x="194" y="194"/>
                    <a:pt x="194" y="194"/>
                    <a:pt x="194" y="194"/>
                  </a:cubicBezTo>
                  <a:cubicBezTo>
                    <a:pt x="110" y="123"/>
                    <a:pt x="110" y="123"/>
                    <a:pt x="110" y="123"/>
                  </a:cubicBezTo>
                  <a:lnTo>
                    <a:pt x="28" y="68"/>
                  </a:lnTo>
                  <a:close/>
                </a:path>
              </a:pathLst>
            </a:custGeom>
            <a:solidFill>
              <a:srgbClr val="493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1" name="Freeform 181">
              <a:extLst>
                <a:ext uri="{FF2B5EF4-FFF2-40B4-BE49-F238E27FC236}">
                  <a16:creationId xmlns:a16="http://schemas.microsoft.com/office/drawing/2014/main" id="{76B3411A-DD4C-430A-8F4E-0BAD78465D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0" y="1415"/>
              <a:ext cx="2794" cy="2371"/>
            </a:xfrm>
            <a:custGeom>
              <a:avLst/>
              <a:gdLst>
                <a:gd name="T0" fmla="*/ 9279 w 1511"/>
                <a:gd name="T1" fmla="*/ 2873 h 1279"/>
                <a:gd name="T2" fmla="*/ 8288 w 1511"/>
                <a:gd name="T3" fmla="*/ 1038 h 1279"/>
                <a:gd name="T4" fmla="*/ 7467 w 1511"/>
                <a:gd name="T5" fmla="*/ 1224 h 1279"/>
                <a:gd name="T6" fmla="*/ 7857 w 1511"/>
                <a:gd name="T7" fmla="*/ 1759 h 1279"/>
                <a:gd name="T8" fmla="*/ 7574 w 1511"/>
                <a:gd name="T9" fmla="*/ 2069 h 1279"/>
                <a:gd name="T10" fmla="*/ 7313 w 1511"/>
                <a:gd name="T11" fmla="*/ 1502 h 1279"/>
                <a:gd name="T12" fmla="*/ 7631 w 1511"/>
                <a:gd name="T13" fmla="*/ 842 h 1279"/>
                <a:gd name="T14" fmla="*/ 6975 w 1511"/>
                <a:gd name="T15" fmla="*/ 560 h 1279"/>
                <a:gd name="T16" fmla="*/ 6113 w 1511"/>
                <a:gd name="T17" fmla="*/ 543 h 1279"/>
                <a:gd name="T18" fmla="*/ 4883 w 1511"/>
                <a:gd name="T19" fmla="*/ 1726 h 1279"/>
                <a:gd name="T20" fmla="*/ 4920 w 1511"/>
                <a:gd name="T21" fmla="*/ 2632 h 1279"/>
                <a:gd name="T22" fmla="*/ 4445 w 1511"/>
                <a:gd name="T23" fmla="*/ 3420 h 1279"/>
                <a:gd name="T24" fmla="*/ 4349 w 1511"/>
                <a:gd name="T25" fmla="*/ 2230 h 1279"/>
                <a:gd name="T26" fmla="*/ 4514 w 1511"/>
                <a:gd name="T27" fmla="*/ 471 h 1279"/>
                <a:gd name="T28" fmla="*/ 2794 w 1511"/>
                <a:gd name="T29" fmla="*/ 298 h 1279"/>
                <a:gd name="T30" fmla="*/ 2106 w 1511"/>
                <a:gd name="T31" fmla="*/ 547 h 1279"/>
                <a:gd name="T32" fmla="*/ 2062 w 1511"/>
                <a:gd name="T33" fmla="*/ 1320 h 1279"/>
                <a:gd name="T34" fmla="*/ 2017 w 1511"/>
                <a:gd name="T35" fmla="*/ 1948 h 1279"/>
                <a:gd name="T36" fmla="*/ 1405 w 1511"/>
                <a:gd name="T37" fmla="*/ 1783 h 1279"/>
                <a:gd name="T38" fmla="*/ 1847 w 1511"/>
                <a:gd name="T39" fmla="*/ 866 h 1279"/>
                <a:gd name="T40" fmla="*/ 943 w 1511"/>
                <a:gd name="T41" fmla="*/ 1969 h 1279"/>
                <a:gd name="T42" fmla="*/ 274 w 1511"/>
                <a:gd name="T43" fmla="*/ 3680 h 1279"/>
                <a:gd name="T44" fmla="*/ 523 w 1511"/>
                <a:gd name="T45" fmla="*/ 4649 h 1279"/>
                <a:gd name="T46" fmla="*/ 1771 w 1511"/>
                <a:gd name="T47" fmla="*/ 4165 h 1279"/>
                <a:gd name="T48" fmla="*/ 2212 w 1511"/>
                <a:gd name="T49" fmla="*/ 5611 h 1279"/>
                <a:gd name="T50" fmla="*/ 1272 w 1511"/>
                <a:gd name="T51" fmla="*/ 4588 h 1279"/>
                <a:gd name="T52" fmla="*/ 411 w 1511"/>
                <a:gd name="T53" fmla="*/ 5370 h 1279"/>
                <a:gd name="T54" fmla="*/ 930 w 1511"/>
                <a:gd name="T55" fmla="*/ 6171 h 1279"/>
                <a:gd name="T56" fmla="*/ 1145 w 1511"/>
                <a:gd name="T57" fmla="*/ 7209 h 1279"/>
                <a:gd name="T58" fmla="*/ 2746 w 1511"/>
                <a:gd name="T59" fmla="*/ 7925 h 1279"/>
                <a:gd name="T60" fmla="*/ 3918 w 1511"/>
                <a:gd name="T61" fmla="*/ 6835 h 1279"/>
                <a:gd name="T62" fmla="*/ 4244 w 1511"/>
                <a:gd name="T63" fmla="*/ 6082 h 1279"/>
                <a:gd name="T64" fmla="*/ 4547 w 1511"/>
                <a:gd name="T65" fmla="*/ 5776 h 1279"/>
                <a:gd name="T66" fmla="*/ 5050 w 1511"/>
                <a:gd name="T67" fmla="*/ 5828 h 1279"/>
                <a:gd name="T68" fmla="*/ 5412 w 1511"/>
                <a:gd name="T69" fmla="*/ 5969 h 1279"/>
                <a:gd name="T70" fmla="*/ 5666 w 1511"/>
                <a:gd name="T71" fmla="*/ 6887 h 1279"/>
                <a:gd name="T72" fmla="*/ 6893 w 1511"/>
                <a:gd name="T73" fmla="*/ 7901 h 1279"/>
                <a:gd name="T74" fmla="*/ 8347 w 1511"/>
                <a:gd name="T75" fmla="*/ 7306 h 1279"/>
                <a:gd name="T76" fmla="*/ 8489 w 1511"/>
                <a:gd name="T77" fmla="*/ 6327 h 1279"/>
                <a:gd name="T78" fmla="*/ 8694 w 1511"/>
                <a:gd name="T79" fmla="*/ 5676 h 1279"/>
                <a:gd name="T80" fmla="*/ 8667 w 1511"/>
                <a:gd name="T81" fmla="*/ 4553 h 1279"/>
                <a:gd name="T82" fmla="*/ 7269 w 1511"/>
                <a:gd name="T83" fmla="*/ 5700 h 1279"/>
                <a:gd name="T84" fmla="*/ 7803 w 1511"/>
                <a:gd name="T85" fmla="*/ 4127 h 1279"/>
                <a:gd name="T86" fmla="*/ 8726 w 1511"/>
                <a:gd name="T87" fmla="*/ 4460 h 1279"/>
                <a:gd name="T88" fmla="*/ 9181 w 1511"/>
                <a:gd name="T89" fmla="*/ 3574 h 1279"/>
                <a:gd name="T90" fmla="*/ 4885 w 1511"/>
                <a:gd name="T91" fmla="*/ 4097 h 1279"/>
                <a:gd name="T92" fmla="*/ 4728 w 1511"/>
                <a:gd name="T93" fmla="*/ 4102 h 1279"/>
                <a:gd name="T94" fmla="*/ 3983 w 1511"/>
                <a:gd name="T95" fmla="*/ 3598 h 1279"/>
                <a:gd name="T96" fmla="*/ 3878 w 1511"/>
                <a:gd name="T97" fmla="*/ 3268 h 1279"/>
                <a:gd name="T98" fmla="*/ 4736 w 1511"/>
                <a:gd name="T99" fmla="*/ 3860 h 1279"/>
                <a:gd name="T100" fmla="*/ 4793 w 1511"/>
                <a:gd name="T101" fmla="*/ 4045 h 1279"/>
                <a:gd name="T102" fmla="*/ 4848 w 1511"/>
                <a:gd name="T103" fmla="*/ 3856 h 1279"/>
                <a:gd name="T104" fmla="*/ 5427 w 1511"/>
                <a:gd name="T105" fmla="*/ 3491 h 1279"/>
                <a:gd name="T106" fmla="*/ 5677 w 1511"/>
                <a:gd name="T107" fmla="*/ 3550 h 127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511" h="1279">
                  <a:moveTo>
                    <a:pt x="1452" y="561"/>
                  </a:moveTo>
                  <a:cubicBezTo>
                    <a:pt x="1452" y="561"/>
                    <a:pt x="1511" y="544"/>
                    <a:pt x="1468" y="451"/>
                  </a:cubicBezTo>
                  <a:cubicBezTo>
                    <a:pt x="1426" y="357"/>
                    <a:pt x="1444" y="232"/>
                    <a:pt x="1335" y="309"/>
                  </a:cubicBezTo>
                  <a:cubicBezTo>
                    <a:pt x="1335" y="309"/>
                    <a:pt x="1445" y="222"/>
                    <a:pt x="1311" y="163"/>
                  </a:cubicBezTo>
                  <a:cubicBezTo>
                    <a:pt x="1287" y="152"/>
                    <a:pt x="1243" y="88"/>
                    <a:pt x="1209" y="134"/>
                  </a:cubicBezTo>
                  <a:cubicBezTo>
                    <a:pt x="1209" y="134"/>
                    <a:pt x="1183" y="170"/>
                    <a:pt x="1181" y="192"/>
                  </a:cubicBezTo>
                  <a:cubicBezTo>
                    <a:pt x="1179" y="214"/>
                    <a:pt x="1168" y="252"/>
                    <a:pt x="1201" y="254"/>
                  </a:cubicBezTo>
                  <a:cubicBezTo>
                    <a:pt x="1233" y="256"/>
                    <a:pt x="1222" y="276"/>
                    <a:pt x="1243" y="276"/>
                  </a:cubicBezTo>
                  <a:cubicBezTo>
                    <a:pt x="1264" y="275"/>
                    <a:pt x="1306" y="240"/>
                    <a:pt x="1278" y="285"/>
                  </a:cubicBezTo>
                  <a:cubicBezTo>
                    <a:pt x="1249" y="330"/>
                    <a:pt x="1162" y="427"/>
                    <a:pt x="1198" y="325"/>
                  </a:cubicBezTo>
                  <a:cubicBezTo>
                    <a:pt x="1208" y="298"/>
                    <a:pt x="1184" y="296"/>
                    <a:pt x="1150" y="301"/>
                  </a:cubicBezTo>
                  <a:cubicBezTo>
                    <a:pt x="1116" y="305"/>
                    <a:pt x="1123" y="266"/>
                    <a:pt x="1157" y="236"/>
                  </a:cubicBezTo>
                  <a:cubicBezTo>
                    <a:pt x="1165" y="228"/>
                    <a:pt x="1174" y="211"/>
                    <a:pt x="1177" y="191"/>
                  </a:cubicBezTo>
                  <a:cubicBezTo>
                    <a:pt x="1180" y="170"/>
                    <a:pt x="1207" y="132"/>
                    <a:pt x="1207" y="132"/>
                  </a:cubicBezTo>
                  <a:cubicBezTo>
                    <a:pt x="1207" y="132"/>
                    <a:pt x="1240" y="91"/>
                    <a:pt x="1178" y="87"/>
                  </a:cubicBezTo>
                  <a:cubicBezTo>
                    <a:pt x="1156" y="85"/>
                    <a:pt x="1135" y="45"/>
                    <a:pt x="1103" y="88"/>
                  </a:cubicBezTo>
                  <a:cubicBezTo>
                    <a:pt x="1103" y="88"/>
                    <a:pt x="1116" y="33"/>
                    <a:pt x="1028" y="44"/>
                  </a:cubicBezTo>
                  <a:cubicBezTo>
                    <a:pt x="976" y="51"/>
                    <a:pt x="960" y="61"/>
                    <a:pt x="967" y="85"/>
                  </a:cubicBezTo>
                  <a:cubicBezTo>
                    <a:pt x="967" y="85"/>
                    <a:pt x="824" y="0"/>
                    <a:pt x="762" y="100"/>
                  </a:cubicBezTo>
                  <a:cubicBezTo>
                    <a:pt x="729" y="153"/>
                    <a:pt x="787" y="188"/>
                    <a:pt x="772" y="271"/>
                  </a:cubicBezTo>
                  <a:cubicBezTo>
                    <a:pt x="758" y="353"/>
                    <a:pt x="806" y="341"/>
                    <a:pt x="822" y="348"/>
                  </a:cubicBezTo>
                  <a:cubicBezTo>
                    <a:pt x="822" y="348"/>
                    <a:pt x="763" y="332"/>
                    <a:pt x="778" y="413"/>
                  </a:cubicBezTo>
                  <a:cubicBezTo>
                    <a:pt x="792" y="495"/>
                    <a:pt x="752" y="539"/>
                    <a:pt x="808" y="532"/>
                  </a:cubicBezTo>
                  <a:cubicBezTo>
                    <a:pt x="808" y="532"/>
                    <a:pt x="767" y="572"/>
                    <a:pt x="703" y="537"/>
                  </a:cubicBezTo>
                  <a:cubicBezTo>
                    <a:pt x="703" y="537"/>
                    <a:pt x="746" y="541"/>
                    <a:pt x="728" y="464"/>
                  </a:cubicBezTo>
                  <a:cubicBezTo>
                    <a:pt x="710" y="387"/>
                    <a:pt x="740" y="344"/>
                    <a:pt x="688" y="350"/>
                  </a:cubicBezTo>
                  <a:cubicBezTo>
                    <a:pt x="688" y="350"/>
                    <a:pt x="748" y="328"/>
                    <a:pt x="729" y="253"/>
                  </a:cubicBezTo>
                  <a:cubicBezTo>
                    <a:pt x="710" y="178"/>
                    <a:pt x="797" y="140"/>
                    <a:pt x="714" y="74"/>
                  </a:cubicBezTo>
                  <a:cubicBezTo>
                    <a:pt x="631" y="8"/>
                    <a:pt x="520" y="41"/>
                    <a:pt x="536" y="89"/>
                  </a:cubicBezTo>
                  <a:cubicBezTo>
                    <a:pt x="536" y="89"/>
                    <a:pt x="497" y="40"/>
                    <a:pt x="442" y="47"/>
                  </a:cubicBezTo>
                  <a:cubicBezTo>
                    <a:pt x="387" y="53"/>
                    <a:pt x="381" y="72"/>
                    <a:pt x="388" y="83"/>
                  </a:cubicBezTo>
                  <a:cubicBezTo>
                    <a:pt x="388" y="83"/>
                    <a:pt x="375" y="68"/>
                    <a:pt x="333" y="86"/>
                  </a:cubicBezTo>
                  <a:cubicBezTo>
                    <a:pt x="291" y="105"/>
                    <a:pt x="287" y="124"/>
                    <a:pt x="293" y="135"/>
                  </a:cubicBezTo>
                  <a:cubicBezTo>
                    <a:pt x="301" y="145"/>
                    <a:pt x="321" y="185"/>
                    <a:pt x="326" y="207"/>
                  </a:cubicBezTo>
                  <a:cubicBezTo>
                    <a:pt x="331" y="229"/>
                    <a:pt x="337" y="237"/>
                    <a:pt x="359" y="258"/>
                  </a:cubicBezTo>
                  <a:cubicBezTo>
                    <a:pt x="405" y="302"/>
                    <a:pt x="356" y="310"/>
                    <a:pt x="319" y="306"/>
                  </a:cubicBezTo>
                  <a:cubicBezTo>
                    <a:pt x="282" y="303"/>
                    <a:pt x="313" y="336"/>
                    <a:pt x="309" y="359"/>
                  </a:cubicBezTo>
                  <a:cubicBezTo>
                    <a:pt x="299" y="418"/>
                    <a:pt x="207" y="272"/>
                    <a:pt x="222" y="280"/>
                  </a:cubicBezTo>
                  <a:cubicBezTo>
                    <a:pt x="238" y="288"/>
                    <a:pt x="265" y="279"/>
                    <a:pt x="308" y="253"/>
                  </a:cubicBezTo>
                  <a:cubicBezTo>
                    <a:pt x="351" y="226"/>
                    <a:pt x="292" y="136"/>
                    <a:pt x="292" y="136"/>
                  </a:cubicBezTo>
                  <a:cubicBezTo>
                    <a:pt x="292" y="136"/>
                    <a:pt x="280" y="121"/>
                    <a:pt x="243" y="140"/>
                  </a:cubicBezTo>
                  <a:cubicBezTo>
                    <a:pt x="207" y="160"/>
                    <a:pt x="76" y="194"/>
                    <a:pt x="149" y="309"/>
                  </a:cubicBezTo>
                  <a:cubicBezTo>
                    <a:pt x="149" y="309"/>
                    <a:pt x="73" y="249"/>
                    <a:pt x="49" y="387"/>
                  </a:cubicBezTo>
                  <a:cubicBezTo>
                    <a:pt x="26" y="524"/>
                    <a:pt x="6" y="560"/>
                    <a:pt x="43" y="578"/>
                  </a:cubicBezTo>
                  <a:cubicBezTo>
                    <a:pt x="43" y="578"/>
                    <a:pt x="8" y="602"/>
                    <a:pt x="26" y="640"/>
                  </a:cubicBezTo>
                  <a:cubicBezTo>
                    <a:pt x="43" y="678"/>
                    <a:pt x="0" y="752"/>
                    <a:pt x="83" y="730"/>
                  </a:cubicBezTo>
                  <a:cubicBezTo>
                    <a:pt x="149" y="700"/>
                    <a:pt x="192" y="660"/>
                    <a:pt x="192" y="660"/>
                  </a:cubicBezTo>
                  <a:cubicBezTo>
                    <a:pt x="224" y="685"/>
                    <a:pt x="263" y="666"/>
                    <a:pt x="280" y="654"/>
                  </a:cubicBezTo>
                  <a:cubicBezTo>
                    <a:pt x="266" y="671"/>
                    <a:pt x="266" y="711"/>
                    <a:pt x="286" y="741"/>
                  </a:cubicBezTo>
                  <a:cubicBezTo>
                    <a:pt x="310" y="776"/>
                    <a:pt x="289" y="816"/>
                    <a:pt x="350" y="881"/>
                  </a:cubicBezTo>
                  <a:cubicBezTo>
                    <a:pt x="398" y="931"/>
                    <a:pt x="319" y="913"/>
                    <a:pt x="299" y="856"/>
                  </a:cubicBezTo>
                  <a:cubicBezTo>
                    <a:pt x="279" y="799"/>
                    <a:pt x="252" y="746"/>
                    <a:pt x="201" y="720"/>
                  </a:cubicBezTo>
                  <a:cubicBezTo>
                    <a:pt x="149" y="693"/>
                    <a:pt x="87" y="737"/>
                    <a:pt x="87" y="737"/>
                  </a:cubicBezTo>
                  <a:cubicBezTo>
                    <a:pt x="87" y="737"/>
                    <a:pt x="32" y="777"/>
                    <a:pt x="65" y="843"/>
                  </a:cubicBezTo>
                  <a:cubicBezTo>
                    <a:pt x="99" y="909"/>
                    <a:pt x="107" y="895"/>
                    <a:pt x="131" y="899"/>
                  </a:cubicBezTo>
                  <a:cubicBezTo>
                    <a:pt x="131" y="899"/>
                    <a:pt x="109" y="947"/>
                    <a:pt x="147" y="969"/>
                  </a:cubicBezTo>
                  <a:cubicBezTo>
                    <a:pt x="185" y="991"/>
                    <a:pt x="143" y="1039"/>
                    <a:pt x="179" y="1051"/>
                  </a:cubicBezTo>
                  <a:cubicBezTo>
                    <a:pt x="179" y="1051"/>
                    <a:pt x="111" y="1102"/>
                    <a:pt x="181" y="1132"/>
                  </a:cubicBezTo>
                  <a:cubicBezTo>
                    <a:pt x="251" y="1162"/>
                    <a:pt x="235" y="1216"/>
                    <a:pt x="279" y="1182"/>
                  </a:cubicBezTo>
                  <a:cubicBezTo>
                    <a:pt x="279" y="1182"/>
                    <a:pt x="267" y="1258"/>
                    <a:pt x="434" y="1244"/>
                  </a:cubicBezTo>
                  <a:cubicBezTo>
                    <a:pt x="602" y="1230"/>
                    <a:pt x="630" y="1200"/>
                    <a:pt x="566" y="1156"/>
                  </a:cubicBezTo>
                  <a:cubicBezTo>
                    <a:pt x="566" y="1156"/>
                    <a:pt x="636" y="1144"/>
                    <a:pt x="620" y="1073"/>
                  </a:cubicBezTo>
                  <a:cubicBezTo>
                    <a:pt x="604" y="1001"/>
                    <a:pt x="620" y="1025"/>
                    <a:pt x="652" y="1021"/>
                  </a:cubicBezTo>
                  <a:cubicBezTo>
                    <a:pt x="683" y="1017"/>
                    <a:pt x="689" y="973"/>
                    <a:pt x="671" y="955"/>
                  </a:cubicBezTo>
                  <a:cubicBezTo>
                    <a:pt x="654" y="937"/>
                    <a:pt x="605" y="920"/>
                    <a:pt x="671" y="923"/>
                  </a:cubicBezTo>
                  <a:cubicBezTo>
                    <a:pt x="721" y="925"/>
                    <a:pt x="719" y="907"/>
                    <a:pt x="719" y="907"/>
                  </a:cubicBezTo>
                  <a:cubicBezTo>
                    <a:pt x="719" y="907"/>
                    <a:pt x="733" y="929"/>
                    <a:pt x="759" y="909"/>
                  </a:cubicBezTo>
                  <a:cubicBezTo>
                    <a:pt x="759" y="909"/>
                    <a:pt x="781" y="923"/>
                    <a:pt x="799" y="915"/>
                  </a:cubicBezTo>
                  <a:cubicBezTo>
                    <a:pt x="799" y="915"/>
                    <a:pt x="819" y="929"/>
                    <a:pt x="848" y="919"/>
                  </a:cubicBezTo>
                  <a:cubicBezTo>
                    <a:pt x="876" y="909"/>
                    <a:pt x="888" y="922"/>
                    <a:pt x="856" y="937"/>
                  </a:cubicBezTo>
                  <a:cubicBezTo>
                    <a:pt x="824" y="951"/>
                    <a:pt x="824" y="1012"/>
                    <a:pt x="874" y="1025"/>
                  </a:cubicBezTo>
                  <a:cubicBezTo>
                    <a:pt x="924" y="1037"/>
                    <a:pt x="897" y="1053"/>
                    <a:pt x="896" y="1081"/>
                  </a:cubicBezTo>
                  <a:cubicBezTo>
                    <a:pt x="896" y="1109"/>
                    <a:pt x="918" y="1148"/>
                    <a:pt x="961" y="1149"/>
                  </a:cubicBezTo>
                  <a:cubicBezTo>
                    <a:pt x="961" y="1149"/>
                    <a:pt x="901" y="1279"/>
                    <a:pt x="1090" y="1240"/>
                  </a:cubicBezTo>
                  <a:cubicBezTo>
                    <a:pt x="1227" y="1212"/>
                    <a:pt x="1235" y="1208"/>
                    <a:pt x="1231" y="1153"/>
                  </a:cubicBezTo>
                  <a:cubicBezTo>
                    <a:pt x="1231" y="1153"/>
                    <a:pt x="1242" y="1233"/>
                    <a:pt x="1320" y="1147"/>
                  </a:cubicBezTo>
                  <a:cubicBezTo>
                    <a:pt x="1399" y="1060"/>
                    <a:pt x="1359" y="1049"/>
                    <a:pt x="1316" y="1045"/>
                  </a:cubicBezTo>
                  <a:cubicBezTo>
                    <a:pt x="1316" y="1045"/>
                    <a:pt x="1352" y="1037"/>
                    <a:pt x="1343" y="993"/>
                  </a:cubicBezTo>
                  <a:cubicBezTo>
                    <a:pt x="1334" y="949"/>
                    <a:pt x="1350" y="945"/>
                    <a:pt x="1374" y="928"/>
                  </a:cubicBezTo>
                  <a:cubicBezTo>
                    <a:pt x="1397" y="911"/>
                    <a:pt x="1382" y="894"/>
                    <a:pt x="1375" y="891"/>
                  </a:cubicBezTo>
                  <a:cubicBezTo>
                    <a:pt x="1382" y="893"/>
                    <a:pt x="1439" y="906"/>
                    <a:pt x="1463" y="813"/>
                  </a:cubicBezTo>
                  <a:cubicBezTo>
                    <a:pt x="1488" y="715"/>
                    <a:pt x="1412" y="729"/>
                    <a:pt x="1371" y="715"/>
                  </a:cubicBezTo>
                  <a:cubicBezTo>
                    <a:pt x="1330" y="700"/>
                    <a:pt x="1258" y="719"/>
                    <a:pt x="1226" y="804"/>
                  </a:cubicBezTo>
                  <a:cubicBezTo>
                    <a:pt x="1194" y="889"/>
                    <a:pt x="1175" y="925"/>
                    <a:pt x="1150" y="895"/>
                  </a:cubicBezTo>
                  <a:cubicBezTo>
                    <a:pt x="1124" y="864"/>
                    <a:pt x="1211" y="867"/>
                    <a:pt x="1206" y="776"/>
                  </a:cubicBezTo>
                  <a:cubicBezTo>
                    <a:pt x="1200" y="685"/>
                    <a:pt x="1287" y="737"/>
                    <a:pt x="1234" y="648"/>
                  </a:cubicBezTo>
                  <a:cubicBezTo>
                    <a:pt x="1234" y="648"/>
                    <a:pt x="1279" y="703"/>
                    <a:pt x="1318" y="671"/>
                  </a:cubicBezTo>
                  <a:cubicBezTo>
                    <a:pt x="1318" y="671"/>
                    <a:pt x="1331" y="705"/>
                    <a:pt x="1380" y="700"/>
                  </a:cubicBezTo>
                  <a:cubicBezTo>
                    <a:pt x="1430" y="695"/>
                    <a:pt x="1466" y="771"/>
                    <a:pt x="1474" y="667"/>
                  </a:cubicBezTo>
                  <a:cubicBezTo>
                    <a:pt x="1482" y="563"/>
                    <a:pt x="1478" y="559"/>
                    <a:pt x="1452" y="561"/>
                  </a:cubicBezTo>
                  <a:close/>
                  <a:moveTo>
                    <a:pt x="898" y="557"/>
                  </a:moveTo>
                  <a:cubicBezTo>
                    <a:pt x="898" y="557"/>
                    <a:pt x="797" y="584"/>
                    <a:pt x="773" y="643"/>
                  </a:cubicBezTo>
                  <a:cubicBezTo>
                    <a:pt x="758" y="680"/>
                    <a:pt x="794" y="775"/>
                    <a:pt x="763" y="775"/>
                  </a:cubicBezTo>
                  <a:cubicBezTo>
                    <a:pt x="728" y="775"/>
                    <a:pt x="758" y="663"/>
                    <a:pt x="748" y="644"/>
                  </a:cubicBezTo>
                  <a:cubicBezTo>
                    <a:pt x="737" y="626"/>
                    <a:pt x="716" y="601"/>
                    <a:pt x="699" y="589"/>
                  </a:cubicBezTo>
                  <a:cubicBezTo>
                    <a:pt x="679" y="575"/>
                    <a:pt x="655" y="565"/>
                    <a:pt x="630" y="565"/>
                  </a:cubicBezTo>
                  <a:cubicBezTo>
                    <a:pt x="630" y="565"/>
                    <a:pt x="605" y="502"/>
                    <a:pt x="552" y="514"/>
                  </a:cubicBezTo>
                  <a:cubicBezTo>
                    <a:pt x="552" y="514"/>
                    <a:pt x="564" y="485"/>
                    <a:pt x="613" y="513"/>
                  </a:cubicBezTo>
                  <a:cubicBezTo>
                    <a:pt x="662" y="541"/>
                    <a:pt x="677" y="573"/>
                    <a:pt x="725" y="577"/>
                  </a:cubicBezTo>
                  <a:cubicBezTo>
                    <a:pt x="769" y="580"/>
                    <a:pt x="757" y="608"/>
                    <a:pt x="749" y="606"/>
                  </a:cubicBezTo>
                  <a:cubicBezTo>
                    <a:pt x="736" y="602"/>
                    <a:pt x="709" y="576"/>
                    <a:pt x="717" y="590"/>
                  </a:cubicBezTo>
                  <a:cubicBezTo>
                    <a:pt x="728" y="609"/>
                    <a:pt x="750" y="634"/>
                    <a:pt x="758" y="635"/>
                  </a:cubicBezTo>
                  <a:cubicBezTo>
                    <a:pt x="767" y="636"/>
                    <a:pt x="795" y="599"/>
                    <a:pt x="797" y="590"/>
                  </a:cubicBezTo>
                  <a:cubicBezTo>
                    <a:pt x="799" y="581"/>
                    <a:pt x="780" y="604"/>
                    <a:pt x="767" y="605"/>
                  </a:cubicBezTo>
                  <a:cubicBezTo>
                    <a:pt x="759" y="606"/>
                    <a:pt x="758" y="585"/>
                    <a:pt x="767" y="583"/>
                  </a:cubicBezTo>
                  <a:cubicBezTo>
                    <a:pt x="767" y="583"/>
                    <a:pt x="829" y="576"/>
                    <a:pt x="858" y="548"/>
                  </a:cubicBezTo>
                  <a:cubicBezTo>
                    <a:pt x="887" y="519"/>
                    <a:pt x="944" y="482"/>
                    <a:pt x="969" y="509"/>
                  </a:cubicBezTo>
                  <a:cubicBezTo>
                    <a:pt x="969" y="509"/>
                    <a:pt x="913" y="518"/>
                    <a:pt x="898" y="557"/>
                  </a:cubicBezTo>
                  <a:close/>
                </a:path>
              </a:pathLst>
            </a:custGeom>
            <a:solidFill>
              <a:srgbClr val="E2C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2" name="Freeform 182">
              <a:extLst>
                <a:ext uri="{FF2B5EF4-FFF2-40B4-BE49-F238E27FC236}">
                  <a16:creationId xmlns:a16="http://schemas.microsoft.com/office/drawing/2014/main" id="{C9BFEE4C-557C-46CA-AD13-5BFC67FDE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85"/>
              <a:ext cx="359" cy="476"/>
            </a:xfrm>
            <a:custGeom>
              <a:avLst/>
              <a:gdLst>
                <a:gd name="T0" fmla="*/ 657 w 194"/>
                <a:gd name="T1" fmla="*/ 44 h 257"/>
                <a:gd name="T2" fmla="*/ 520 w 194"/>
                <a:gd name="T3" fmla="*/ 69 h 257"/>
                <a:gd name="T4" fmla="*/ 402 w 194"/>
                <a:gd name="T5" fmla="*/ 104 h 257"/>
                <a:gd name="T6" fmla="*/ 222 w 194"/>
                <a:gd name="T7" fmla="*/ 254 h 257"/>
                <a:gd name="T8" fmla="*/ 24 w 194"/>
                <a:gd name="T9" fmla="*/ 628 h 257"/>
                <a:gd name="T10" fmla="*/ 57 w 194"/>
                <a:gd name="T11" fmla="*/ 895 h 257"/>
                <a:gd name="T12" fmla="*/ 52 w 194"/>
                <a:gd name="T13" fmla="*/ 1311 h 257"/>
                <a:gd name="T14" fmla="*/ 20 w 194"/>
                <a:gd name="T15" fmla="*/ 1526 h 257"/>
                <a:gd name="T16" fmla="*/ 65 w 194"/>
                <a:gd name="T17" fmla="*/ 1610 h 257"/>
                <a:gd name="T18" fmla="*/ 194 w 194"/>
                <a:gd name="T19" fmla="*/ 1530 h 257"/>
                <a:gd name="T20" fmla="*/ 716 w 194"/>
                <a:gd name="T21" fmla="*/ 1313 h 257"/>
                <a:gd name="T22" fmla="*/ 1038 w 194"/>
                <a:gd name="T23" fmla="*/ 1022 h 257"/>
                <a:gd name="T24" fmla="*/ 1208 w 194"/>
                <a:gd name="T25" fmla="*/ 656 h 257"/>
                <a:gd name="T26" fmla="*/ 1216 w 194"/>
                <a:gd name="T27" fmla="*/ 374 h 257"/>
                <a:gd name="T28" fmla="*/ 1110 w 194"/>
                <a:gd name="T29" fmla="*/ 172 h 257"/>
                <a:gd name="T30" fmla="*/ 907 w 194"/>
                <a:gd name="T31" fmla="*/ 76 h 257"/>
                <a:gd name="T32" fmla="*/ 640 w 194"/>
                <a:gd name="T33" fmla="*/ 44 h 2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4" h="257">
                  <a:moveTo>
                    <a:pt x="104" y="7"/>
                  </a:moveTo>
                  <a:cubicBezTo>
                    <a:pt x="97" y="6"/>
                    <a:pt x="88" y="10"/>
                    <a:pt x="82" y="11"/>
                  </a:cubicBezTo>
                  <a:cubicBezTo>
                    <a:pt x="75" y="11"/>
                    <a:pt x="69" y="12"/>
                    <a:pt x="63" y="16"/>
                  </a:cubicBezTo>
                  <a:cubicBezTo>
                    <a:pt x="52" y="21"/>
                    <a:pt x="43" y="32"/>
                    <a:pt x="35" y="40"/>
                  </a:cubicBezTo>
                  <a:cubicBezTo>
                    <a:pt x="18" y="56"/>
                    <a:pt x="8" y="76"/>
                    <a:pt x="4" y="99"/>
                  </a:cubicBezTo>
                  <a:cubicBezTo>
                    <a:pt x="3" y="113"/>
                    <a:pt x="6" y="127"/>
                    <a:pt x="9" y="141"/>
                  </a:cubicBezTo>
                  <a:cubicBezTo>
                    <a:pt x="12" y="162"/>
                    <a:pt x="16" y="185"/>
                    <a:pt x="8" y="206"/>
                  </a:cubicBezTo>
                  <a:cubicBezTo>
                    <a:pt x="4" y="217"/>
                    <a:pt x="0" y="228"/>
                    <a:pt x="3" y="240"/>
                  </a:cubicBezTo>
                  <a:cubicBezTo>
                    <a:pt x="4" y="244"/>
                    <a:pt x="6" y="251"/>
                    <a:pt x="10" y="253"/>
                  </a:cubicBezTo>
                  <a:cubicBezTo>
                    <a:pt x="17" y="257"/>
                    <a:pt x="26" y="245"/>
                    <a:pt x="31" y="241"/>
                  </a:cubicBezTo>
                  <a:cubicBezTo>
                    <a:pt x="55" y="225"/>
                    <a:pt x="86" y="218"/>
                    <a:pt x="113" y="207"/>
                  </a:cubicBezTo>
                  <a:cubicBezTo>
                    <a:pt x="135" y="198"/>
                    <a:pt x="151" y="180"/>
                    <a:pt x="164" y="161"/>
                  </a:cubicBezTo>
                  <a:cubicBezTo>
                    <a:pt x="176" y="142"/>
                    <a:pt x="186" y="125"/>
                    <a:pt x="191" y="103"/>
                  </a:cubicBezTo>
                  <a:cubicBezTo>
                    <a:pt x="193" y="89"/>
                    <a:pt x="194" y="73"/>
                    <a:pt x="192" y="59"/>
                  </a:cubicBezTo>
                  <a:cubicBezTo>
                    <a:pt x="191" y="47"/>
                    <a:pt x="183" y="35"/>
                    <a:pt x="175" y="27"/>
                  </a:cubicBezTo>
                  <a:cubicBezTo>
                    <a:pt x="165" y="18"/>
                    <a:pt x="155" y="16"/>
                    <a:pt x="143" y="12"/>
                  </a:cubicBezTo>
                  <a:cubicBezTo>
                    <a:pt x="133" y="9"/>
                    <a:pt x="111" y="0"/>
                    <a:pt x="101" y="7"/>
                  </a:cubicBezTo>
                </a:path>
              </a:pathLst>
            </a:custGeom>
            <a:solidFill>
              <a:srgbClr val="F2E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3" name="Freeform 183">
              <a:extLst>
                <a:ext uri="{FF2B5EF4-FFF2-40B4-BE49-F238E27FC236}">
                  <a16:creationId xmlns:a16="http://schemas.microsoft.com/office/drawing/2014/main" id="{37A9CC47-5076-499E-AAA6-B093BB013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490"/>
              <a:ext cx="376" cy="495"/>
            </a:xfrm>
            <a:custGeom>
              <a:avLst/>
              <a:gdLst>
                <a:gd name="T0" fmla="*/ 172 w 203"/>
                <a:gd name="T1" fmla="*/ 104 h 267"/>
                <a:gd name="T2" fmla="*/ 446 w 203"/>
                <a:gd name="T3" fmla="*/ 13 h 267"/>
                <a:gd name="T4" fmla="*/ 724 w 203"/>
                <a:gd name="T5" fmla="*/ 24 h 267"/>
                <a:gd name="T6" fmla="*/ 1119 w 203"/>
                <a:gd name="T7" fmla="*/ 350 h 267"/>
                <a:gd name="T8" fmla="*/ 1132 w 203"/>
                <a:gd name="T9" fmla="*/ 471 h 267"/>
                <a:gd name="T10" fmla="*/ 1176 w 203"/>
                <a:gd name="T11" fmla="*/ 580 h 267"/>
                <a:gd name="T12" fmla="*/ 1195 w 203"/>
                <a:gd name="T13" fmla="*/ 784 h 267"/>
                <a:gd name="T14" fmla="*/ 1176 w 203"/>
                <a:gd name="T15" fmla="*/ 1179 h 267"/>
                <a:gd name="T16" fmla="*/ 1139 w 203"/>
                <a:gd name="T17" fmla="*/ 1581 h 267"/>
                <a:gd name="T18" fmla="*/ 1059 w 203"/>
                <a:gd name="T19" fmla="*/ 1505 h 267"/>
                <a:gd name="T20" fmla="*/ 895 w 203"/>
                <a:gd name="T21" fmla="*/ 1441 h 267"/>
                <a:gd name="T22" fmla="*/ 395 w 203"/>
                <a:gd name="T23" fmla="*/ 1261 h 267"/>
                <a:gd name="T24" fmla="*/ 13 w 203"/>
                <a:gd name="T25" fmla="*/ 463 h 267"/>
                <a:gd name="T26" fmla="*/ 178 w 203"/>
                <a:gd name="T27" fmla="*/ 104 h 2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3" h="267">
                  <a:moveTo>
                    <a:pt x="27" y="16"/>
                  </a:moveTo>
                  <a:cubicBezTo>
                    <a:pt x="42" y="10"/>
                    <a:pt x="53" y="3"/>
                    <a:pt x="70" y="2"/>
                  </a:cubicBezTo>
                  <a:cubicBezTo>
                    <a:pt x="84" y="2"/>
                    <a:pt x="100" y="0"/>
                    <a:pt x="114" y="4"/>
                  </a:cubicBezTo>
                  <a:cubicBezTo>
                    <a:pt x="138" y="9"/>
                    <a:pt x="170" y="29"/>
                    <a:pt x="176" y="55"/>
                  </a:cubicBezTo>
                  <a:cubicBezTo>
                    <a:pt x="177" y="61"/>
                    <a:pt x="176" y="68"/>
                    <a:pt x="178" y="74"/>
                  </a:cubicBezTo>
                  <a:cubicBezTo>
                    <a:pt x="179" y="81"/>
                    <a:pt x="182" y="85"/>
                    <a:pt x="185" y="91"/>
                  </a:cubicBezTo>
                  <a:cubicBezTo>
                    <a:pt x="189" y="101"/>
                    <a:pt x="188" y="112"/>
                    <a:pt x="188" y="123"/>
                  </a:cubicBezTo>
                  <a:cubicBezTo>
                    <a:pt x="188" y="143"/>
                    <a:pt x="186" y="164"/>
                    <a:pt x="185" y="185"/>
                  </a:cubicBezTo>
                  <a:cubicBezTo>
                    <a:pt x="185" y="191"/>
                    <a:pt x="203" y="267"/>
                    <a:pt x="179" y="248"/>
                  </a:cubicBezTo>
                  <a:cubicBezTo>
                    <a:pt x="174" y="245"/>
                    <a:pt x="173" y="240"/>
                    <a:pt x="167" y="236"/>
                  </a:cubicBezTo>
                  <a:cubicBezTo>
                    <a:pt x="159" y="232"/>
                    <a:pt x="150" y="228"/>
                    <a:pt x="141" y="226"/>
                  </a:cubicBezTo>
                  <a:cubicBezTo>
                    <a:pt x="113" y="219"/>
                    <a:pt x="88" y="212"/>
                    <a:pt x="62" y="198"/>
                  </a:cubicBezTo>
                  <a:cubicBezTo>
                    <a:pt x="16" y="173"/>
                    <a:pt x="0" y="122"/>
                    <a:pt x="2" y="73"/>
                  </a:cubicBezTo>
                  <a:cubicBezTo>
                    <a:pt x="3" y="57"/>
                    <a:pt x="6" y="17"/>
                    <a:pt x="28" y="16"/>
                  </a:cubicBezTo>
                </a:path>
              </a:pathLst>
            </a:custGeom>
            <a:solidFill>
              <a:srgbClr val="F2E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4" name="Freeform 184">
              <a:extLst>
                <a:ext uri="{FF2B5EF4-FFF2-40B4-BE49-F238E27FC236}">
                  <a16:creationId xmlns:a16="http://schemas.microsoft.com/office/drawing/2014/main" id="{E69A331A-9DBA-41EC-83E3-AC41D72FE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430"/>
              <a:ext cx="1474" cy="2317"/>
            </a:xfrm>
            <a:custGeom>
              <a:avLst/>
              <a:gdLst>
                <a:gd name="T0" fmla="*/ 3551 w 797"/>
                <a:gd name="T1" fmla="*/ 6630 h 1250"/>
                <a:gd name="T2" fmla="*/ 2883 w 797"/>
                <a:gd name="T3" fmla="*/ 7446 h 1250"/>
                <a:gd name="T4" fmla="*/ 2613 w 797"/>
                <a:gd name="T5" fmla="*/ 7522 h 1250"/>
                <a:gd name="T6" fmla="*/ 2537 w 797"/>
                <a:gd name="T7" fmla="*/ 7198 h 1250"/>
                <a:gd name="T8" fmla="*/ 1809 w 797"/>
                <a:gd name="T9" fmla="*/ 6758 h 1250"/>
                <a:gd name="T10" fmla="*/ 1602 w 797"/>
                <a:gd name="T11" fmla="*/ 5961 h 1250"/>
                <a:gd name="T12" fmla="*/ 903 w 797"/>
                <a:gd name="T13" fmla="*/ 5201 h 1250"/>
                <a:gd name="T14" fmla="*/ 2421 w 797"/>
                <a:gd name="T15" fmla="*/ 6158 h 1250"/>
                <a:gd name="T16" fmla="*/ 2279 w 797"/>
                <a:gd name="T17" fmla="*/ 4387 h 1250"/>
                <a:gd name="T18" fmla="*/ 2404 w 797"/>
                <a:gd name="T19" fmla="*/ 3642 h 1250"/>
                <a:gd name="T20" fmla="*/ 829 w 797"/>
                <a:gd name="T21" fmla="*/ 4154 h 1250"/>
                <a:gd name="T22" fmla="*/ 738 w 797"/>
                <a:gd name="T23" fmla="*/ 3566 h 1250"/>
                <a:gd name="T24" fmla="*/ 1080 w 797"/>
                <a:gd name="T25" fmla="*/ 2849 h 1250"/>
                <a:gd name="T26" fmla="*/ 1861 w 797"/>
                <a:gd name="T27" fmla="*/ 2636 h 1250"/>
                <a:gd name="T28" fmla="*/ 2487 w 797"/>
                <a:gd name="T29" fmla="*/ 1325 h 1250"/>
                <a:gd name="T30" fmla="*/ 2791 w 797"/>
                <a:gd name="T31" fmla="*/ 760 h 1250"/>
                <a:gd name="T32" fmla="*/ 3693 w 797"/>
                <a:gd name="T33" fmla="*/ 656 h 1250"/>
                <a:gd name="T34" fmla="*/ 3998 w 797"/>
                <a:gd name="T35" fmla="*/ 1655 h 1250"/>
                <a:gd name="T36" fmla="*/ 3814 w 797"/>
                <a:gd name="T37" fmla="*/ 2725 h 1250"/>
                <a:gd name="T38" fmla="*/ 4365 w 797"/>
                <a:gd name="T39" fmla="*/ 3110 h 1250"/>
                <a:gd name="T40" fmla="*/ 4477 w 797"/>
                <a:gd name="T41" fmla="*/ 3370 h 1250"/>
                <a:gd name="T42" fmla="*/ 4350 w 797"/>
                <a:gd name="T43" fmla="*/ 2178 h 1250"/>
                <a:gd name="T44" fmla="*/ 4514 w 797"/>
                <a:gd name="T45" fmla="*/ 419 h 1250"/>
                <a:gd name="T46" fmla="*/ 2794 w 797"/>
                <a:gd name="T47" fmla="*/ 247 h 1250"/>
                <a:gd name="T48" fmla="*/ 2107 w 797"/>
                <a:gd name="T49" fmla="*/ 499 h 1250"/>
                <a:gd name="T50" fmla="*/ 2062 w 797"/>
                <a:gd name="T51" fmla="*/ 1268 h 1250"/>
                <a:gd name="T52" fmla="*/ 2018 w 797"/>
                <a:gd name="T53" fmla="*/ 1896 h 1250"/>
                <a:gd name="T54" fmla="*/ 1406 w 797"/>
                <a:gd name="T55" fmla="*/ 1731 h 1250"/>
                <a:gd name="T56" fmla="*/ 1848 w 797"/>
                <a:gd name="T57" fmla="*/ 814 h 1250"/>
                <a:gd name="T58" fmla="*/ 943 w 797"/>
                <a:gd name="T59" fmla="*/ 1917 h 1250"/>
                <a:gd name="T60" fmla="*/ 277 w 797"/>
                <a:gd name="T61" fmla="*/ 3631 h 1250"/>
                <a:gd name="T62" fmla="*/ 527 w 797"/>
                <a:gd name="T63" fmla="*/ 4597 h 1250"/>
                <a:gd name="T64" fmla="*/ 1772 w 797"/>
                <a:gd name="T65" fmla="*/ 4113 h 1250"/>
                <a:gd name="T66" fmla="*/ 2214 w 797"/>
                <a:gd name="T67" fmla="*/ 5559 h 1250"/>
                <a:gd name="T68" fmla="*/ 1272 w 797"/>
                <a:gd name="T69" fmla="*/ 4536 h 1250"/>
                <a:gd name="T70" fmla="*/ 411 w 797"/>
                <a:gd name="T71" fmla="*/ 5318 h 1250"/>
                <a:gd name="T72" fmla="*/ 930 w 797"/>
                <a:gd name="T73" fmla="*/ 6119 h 1250"/>
                <a:gd name="T74" fmla="*/ 1147 w 797"/>
                <a:gd name="T75" fmla="*/ 7157 h 1250"/>
                <a:gd name="T76" fmla="*/ 2746 w 797"/>
                <a:gd name="T77" fmla="*/ 7872 h 1250"/>
                <a:gd name="T78" fmla="*/ 3923 w 797"/>
                <a:gd name="T79" fmla="*/ 6782 h 1250"/>
                <a:gd name="T80" fmla="*/ 4244 w 797"/>
                <a:gd name="T81" fmla="*/ 6030 h 12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97" h="1250">
                  <a:moveTo>
                    <a:pt x="614" y="898"/>
                  </a:moveTo>
                  <a:cubicBezTo>
                    <a:pt x="627" y="950"/>
                    <a:pt x="604" y="977"/>
                    <a:pt x="561" y="1041"/>
                  </a:cubicBezTo>
                  <a:cubicBezTo>
                    <a:pt x="518" y="1105"/>
                    <a:pt x="510" y="1044"/>
                    <a:pt x="442" y="1069"/>
                  </a:cubicBezTo>
                  <a:cubicBezTo>
                    <a:pt x="375" y="1094"/>
                    <a:pt x="456" y="1169"/>
                    <a:pt x="456" y="1169"/>
                  </a:cubicBezTo>
                  <a:cubicBezTo>
                    <a:pt x="429" y="1164"/>
                    <a:pt x="418" y="1174"/>
                    <a:pt x="414" y="1179"/>
                  </a:cubicBezTo>
                  <a:cubicBezTo>
                    <a:pt x="414" y="1179"/>
                    <a:pt x="413" y="1180"/>
                    <a:pt x="413" y="1181"/>
                  </a:cubicBezTo>
                  <a:cubicBezTo>
                    <a:pt x="413" y="1181"/>
                    <a:pt x="413" y="1180"/>
                    <a:pt x="414" y="1179"/>
                  </a:cubicBezTo>
                  <a:cubicBezTo>
                    <a:pt x="418" y="1170"/>
                    <a:pt x="412" y="1148"/>
                    <a:pt x="401" y="1130"/>
                  </a:cubicBezTo>
                  <a:cubicBezTo>
                    <a:pt x="367" y="1071"/>
                    <a:pt x="319" y="1092"/>
                    <a:pt x="276" y="1102"/>
                  </a:cubicBezTo>
                  <a:cubicBezTo>
                    <a:pt x="233" y="1112"/>
                    <a:pt x="235" y="1095"/>
                    <a:pt x="286" y="1061"/>
                  </a:cubicBezTo>
                  <a:cubicBezTo>
                    <a:pt x="337" y="1026"/>
                    <a:pt x="286" y="988"/>
                    <a:pt x="237" y="967"/>
                  </a:cubicBezTo>
                  <a:cubicBezTo>
                    <a:pt x="187" y="945"/>
                    <a:pt x="191" y="921"/>
                    <a:pt x="253" y="936"/>
                  </a:cubicBezTo>
                  <a:cubicBezTo>
                    <a:pt x="307" y="948"/>
                    <a:pt x="225" y="817"/>
                    <a:pt x="168" y="843"/>
                  </a:cubicBezTo>
                  <a:cubicBezTo>
                    <a:pt x="110" y="870"/>
                    <a:pt x="87" y="824"/>
                    <a:pt x="143" y="817"/>
                  </a:cubicBezTo>
                  <a:cubicBezTo>
                    <a:pt x="199" y="810"/>
                    <a:pt x="205" y="768"/>
                    <a:pt x="220" y="802"/>
                  </a:cubicBezTo>
                  <a:cubicBezTo>
                    <a:pt x="235" y="837"/>
                    <a:pt x="319" y="952"/>
                    <a:pt x="383" y="967"/>
                  </a:cubicBezTo>
                  <a:cubicBezTo>
                    <a:pt x="447" y="982"/>
                    <a:pt x="401" y="829"/>
                    <a:pt x="385" y="799"/>
                  </a:cubicBezTo>
                  <a:cubicBezTo>
                    <a:pt x="368" y="769"/>
                    <a:pt x="347" y="700"/>
                    <a:pt x="360" y="689"/>
                  </a:cubicBezTo>
                  <a:cubicBezTo>
                    <a:pt x="373" y="677"/>
                    <a:pt x="375" y="654"/>
                    <a:pt x="363" y="638"/>
                  </a:cubicBezTo>
                  <a:cubicBezTo>
                    <a:pt x="352" y="621"/>
                    <a:pt x="380" y="596"/>
                    <a:pt x="380" y="572"/>
                  </a:cubicBezTo>
                  <a:cubicBezTo>
                    <a:pt x="380" y="491"/>
                    <a:pt x="238" y="605"/>
                    <a:pt x="205" y="596"/>
                  </a:cubicBezTo>
                  <a:cubicBezTo>
                    <a:pt x="173" y="588"/>
                    <a:pt x="166" y="606"/>
                    <a:pt x="131" y="652"/>
                  </a:cubicBezTo>
                  <a:cubicBezTo>
                    <a:pt x="97" y="699"/>
                    <a:pt x="49" y="649"/>
                    <a:pt x="77" y="638"/>
                  </a:cubicBezTo>
                  <a:cubicBezTo>
                    <a:pt x="105" y="626"/>
                    <a:pt x="181" y="590"/>
                    <a:pt x="117" y="560"/>
                  </a:cubicBezTo>
                  <a:cubicBezTo>
                    <a:pt x="52" y="531"/>
                    <a:pt x="77" y="476"/>
                    <a:pt x="84" y="414"/>
                  </a:cubicBezTo>
                  <a:cubicBezTo>
                    <a:pt x="90" y="351"/>
                    <a:pt x="108" y="379"/>
                    <a:pt x="171" y="447"/>
                  </a:cubicBezTo>
                  <a:cubicBezTo>
                    <a:pt x="233" y="514"/>
                    <a:pt x="273" y="462"/>
                    <a:pt x="273" y="452"/>
                  </a:cubicBezTo>
                  <a:cubicBezTo>
                    <a:pt x="273" y="442"/>
                    <a:pt x="280" y="415"/>
                    <a:pt x="294" y="414"/>
                  </a:cubicBezTo>
                  <a:cubicBezTo>
                    <a:pt x="423" y="399"/>
                    <a:pt x="357" y="348"/>
                    <a:pt x="400" y="343"/>
                  </a:cubicBezTo>
                  <a:cubicBezTo>
                    <a:pt x="481" y="334"/>
                    <a:pt x="424" y="239"/>
                    <a:pt x="393" y="208"/>
                  </a:cubicBezTo>
                  <a:cubicBezTo>
                    <a:pt x="362" y="177"/>
                    <a:pt x="327" y="122"/>
                    <a:pt x="365" y="126"/>
                  </a:cubicBezTo>
                  <a:cubicBezTo>
                    <a:pt x="403" y="129"/>
                    <a:pt x="472" y="185"/>
                    <a:pt x="441" y="119"/>
                  </a:cubicBezTo>
                  <a:cubicBezTo>
                    <a:pt x="410" y="53"/>
                    <a:pt x="462" y="68"/>
                    <a:pt x="526" y="136"/>
                  </a:cubicBezTo>
                  <a:cubicBezTo>
                    <a:pt x="591" y="203"/>
                    <a:pt x="563" y="119"/>
                    <a:pt x="584" y="103"/>
                  </a:cubicBezTo>
                  <a:cubicBezTo>
                    <a:pt x="605" y="86"/>
                    <a:pt x="698" y="104"/>
                    <a:pt x="698" y="126"/>
                  </a:cubicBezTo>
                  <a:cubicBezTo>
                    <a:pt x="697" y="159"/>
                    <a:pt x="607" y="213"/>
                    <a:pt x="632" y="260"/>
                  </a:cubicBezTo>
                  <a:cubicBezTo>
                    <a:pt x="657" y="307"/>
                    <a:pt x="640" y="291"/>
                    <a:pt x="599" y="323"/>
                  </a:cubicBezTo>
                  <a:cubicBezTo>
                    <a:pt x="558" y="354"/>
                    <a:pt x="556" y="389"/>
                    <a:pt x="603" y="428"/>
                  </a:cubicBezTo>
                  <a:cubicBezTo>
                    <a:pt x="650" y="467"/>
                    <a:pt x="681" y="364"/>
                    <a:pt x="684" y="431"/>
                  </a:cubicBezTo>
                  <a:cubicBezTo>
                    <a:pt x="685" y="459"/>
                    <a:pt x="732" y="461"/>
                    <a:pt x="690" y="488"/>
                  </a:cubicBezTo>
                  <a:cubicBezTo>
                    <a:pt x="649" y="515"/>
                    <a:pt x="703" y="529"/>
                    <a:pt x="703" y="529"/>
                  </a:cubicBezTo>
                  <a:cubicBezTo>
                    <a:pt x="708" y="529"/>
                    <a:pt x="708" y="529"/>
                    <a:pt x="708" y="529"/>
                  </a:cubicBezTo>
                  <a:cubicBezTo>
                    <a:pt x="719" y="527"/>
                    <a:pt x="742" y="516"/>
                    <a:pt x="728" y="456"/>
                  </a:cubicBezTo>
                  <a:cubicBezTo>
                    <a:pt x="710" y="379"/>
                    <a:pt x="740" y="336"/>
                    <a:pt x="688" y="342"/>
                  </a:cubicBezTo>
                  <a:cubicBezTo>
                    <a:pt x="688" y="342"/>
                    <a:pt x="748" y="320"/>
                    <a:pt x="729" y="245"/>
                  </a:cubicBezTo>
                  <a:cubicBezTo>
                    <a:pt x="710" y="170"/>
                    <a:pt x="797" y="132"/>
                    <a:pt x="714" y="66"/>
                  </a:cubicBezTo>
                  <a:cubicBezTo>
                    <a:pt x="631" y="0"/>
                    <a:pt x="520" y="33"/>
                    <a:pt x="536" y="81"/>
                  </a:cubicBezTo>
                  <a:cubicBezTo>
                    <a:pt x="536" y="81"/>
                    <a:pt x="497" y="32"/>
                    <a:pt x="442" y="39"/>
                  </a:cubicBezTo>
                  <a:cubicBezTo>
                    <a:pt x="387" y="45"/>
                    <a:pt x="381" y="64"/>
                    <a:pt x="388" y="75"/>
                  </a:cubicBezTo>
                  <a:cubicBezTo>
                    <a:pt x="388" y="75"/>
                    <a:pt x="375" y="60"/>
                    <a:pt x="333" y="78"/>
                  </a:cubicBezTo>
                  <a:cubicBezTo>
                    <a:pt x="291" y="97"/>
                    <a:pt x="287" y="116"/>
                    <a:pt x="293" y="127"/>
                  </a:cubicBezTo>
                  <a:cubicBezTo>
                    <a:pt x="301" y="137"/>
                    <a:pt x="321" y="177"/>
                    <a:pt x="326" y="199"/>
                  </a:cubicBezTo>
                  <a:cubicBezTo>
                    <a:pt x="331" y="221"/>
                    <a:pt x="337" y="229"/>
                    <a:pt x="359" y="250"/>
                  </a:cubicBezTo>
                  <a:cubicBezTo>
                    <a:pt x="405" y="294"/>
                    <a:pt x="356" y="302"/>
                    <a:pt x="319" y="298"/>
                  </a:cubicBezTo>
                  <a:cubicBezTo>
                    <a:pt x="282" y="295"/>
                    <a:pt x="313" y="328"/>
                    <a:pt x="309" y="351"/>
                  </a:cubicBezTo>
                  <a:cubicBezTo>
                    <a:pt x="299" y="410"/>
                    <a:pt x="207" y="264"/>
                    <a:pt x="222" y="272"/>
                  </a:cubicBezTo>
                  <a:cubicBezTo>
                    <a:pt x="238" y="280"/>
                    <a:pt x="265" y="271"/>
                    <a:pt x="308" y="245"/>
                  </a:cubicBezTo>
                  <a:cubicBezTo>
                    <a:pt x="351" y="218"/>
                    <a:pt x="292" y="128"/>
                    <a:pt x="292" y="128"/>
                  </a:cubicBezTo>
                  <a:cubicBezTo>
                    <a:pt x="292" y="128"/>
                    <a:pt x="280" y="113"/>
                    <a:pt x="243" y="132"/>
                  </a:cubicBezTo>
                  <a:cubicBezTo>
                    <a:pt x="207" y="152"/>
                    <a:pt x="76" y="186"/>
                    <a:pt x="149" y="301"/>
                  </a:cubicBezTo>
                  <a:cubicBezTo>
                    <a:pt x="149" y="301"/>
                    <a:pt x="73" y="241"/>
                    <a:pt x="49" y="379"/>
                  </a:cubicBezTo>
                  <a:cubicBezTo>
                    <a:pt x="26" y="516"/>
                    <a:pt x="6" y="552"/>
                    <a:pt x="44" y="570"/>
                  </a:cubicBezTo>
                  <a:cubicBezTo>
                    <a:pt x="44" y="570"/>
                    <a:pt x="8" y="594"/>
                    <a:pt x="26" y="632"/>
                  </a:cubicBezTo>
                  <a:cubicBezTo>
                    <a:pt x="44" y="670"/>
                    <a:pt x="0" y="744"/>
                    <a:pt x="83" y="722"/>
                  </a:cubicBezTo>
                  <a:cubicBezTo>
                    <a:pt x="149" y="692"/>
                    <a:pt x="192" y="652"/>
                    <a:pt x="192" y="652"/>
                  </a:cubicBezTo>
                  <a:cubicBezTo>
                    <a:pt x="224" y="677"/>
                    <a:pt x="263" y="658"/>
                    <a:pt x="280" y="646"/>
                  </a:cubicBezTo>
                  <a:cubicBezTo>
                    <a:pt x="266" y="663"/>
                    <a:pt x="266" y="703"/>
                    <a:pt x="286" y="733"/>
                  </a:cubicBezTo>
                  <a:cubicBezTo>
                    <a:pt x="310" y="768"/>
                    <a:pt x="289" y="808"/>
                    <a:pt x="350" y="873"/>
                  </a:cubicBezTo>
                  <a:cubicBezTo>
                    <a:pt x="398" y="923"/>
                    <a:pt x="319" y="905"/>
                    <a:pt x="299" y="848"/>
                  </a:cubicBezTo>
                  <a:cubicBezTo>
                    <a:pt x="279" y="791"/>
                    <a:pt x="252" y="738"/>
                    <a:pt x="201" y="712"/>
                  </a:cubicBezTo>
                  <a:cubicBezTo>
                    <a:pt x="149" y="685"/>
                    <a:pt x="87" y="729"/>
                    <a:pt x="87" y="729"/>
                  </a:cubicBezTo>
                  <a:cubicBezTo>
                    <a:pt x="87" y="729"/>
                    <a:pt x="32" y="769"/>
                    <a:pt x="65" y="835"/>
                  </a:cubicBezTo>
                  <a:cubicBezTo>
                    <a:pt x="99" y="901"/>
                    <a:pt x="107" y="887"/>
                    <a:pt x="131" y="891"/>
                  </a:cubicBezTo>
                  <a:cubicBezTo>
                    <a:pt x="131" y="891"/>
                    <a:pt x="109" y="939"/>
                    <a:pt x="147" y="961"/>
                  </a:cubicBezTo>
                  <a:cubicBezTo>
                    <a:pt x="185" y="983"/>
                    <a:pt x="143" y="1031"/>
                    <a:pt x="179" y="1043"/>
                  </a:cubicBezTo>
                  <a:cubicBezTo>
                    <a:pt x="179" y="1043"/>
                    <a:pt x="111" y="1094"/>
                    <a:pt x="181" y="1124"/>
                  </a:cubicBezTo>
                  <a:cubicBezTo>
                    <a:pt x="251" y="1154"/>
                    <a:pt x="235" y="1208"/>
                    <a:pt x="279" y="1174"/>
                  </a:cubicBezTo>
                  <a:cubicBezTo>
                    <a:pt x="279" y="1174"/>
                    <a:pt x="267" y="1250"/>
                    <a:pt x="434" y="1236"/>
                  </a:cubicBezTo>
                  <a:cubicBezTo>
                    <a:pt x="602" y="1222"/>
                    <a:pt x="630" y="1192"/>
                    <a:pt x="566" y="1148"/>
                  </a:cubicBezTo>
                  <a:cubicBezTo>
                    <a:pt x="566" y="1148"/>
                    <a:pt x="636" y="1136"/>
                    <a:pt x="620" y="1065"/>
                  </a:cubicBezTo>
                  <a:cubicBezTo>
                    <a:pt x="604" y="993"/>
                    <a:pt x="620" y="1017"/>
                    <a:pt x="652" y="1013"/>
                  </a:cubicBezTo>
                  <a:cubicBezTo>
                    <a:pt x="683" y="1009"/>
                    <a:pt x="689" y="965"/>
                    <a:pt x="671" y="947"/>
                  </a:cubicBezTo>
                  <a:cubicBezTo>
                    <a:pt x="661" y="936"/>
                    <a:pt x="614" y="898"/>
                    <a:pt x="614" y="898"/>
                  </a:cubicBezTo>
                  <a:close/>
                </a:path>
              </a:pathLst>
            </a:custGeom>
            <a:solidFill>
              <a:srgbClr val="AF9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5" name="Freeform 185">
              <a:extLst>
                <a:ext uri="{FF2B5EF4-FFF2-40B4-BE49-F238E27FC236}">
                  <a16:creationId xmlns:a16="http://schemas.microsoft.com/office/drawing/2014/main" id="{F07645DD-9F45-470B-B366-611E44AFD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415"/>
              <a:ext cx="1446" cy="2371"/>
            </a:xfrm>
            <a:custGeom>
              <a:avLst/>
              <a:gdLst>
                <a:gd name="T0" fmla="*/ 4671 w 782"/>
                <a:gd name="T1" fmla="*/ 2873 h 1279"/>
                <a:gd name="T2" fmla="*/ 3680 w 782"/>
                <a:gd name="T3" fmla="*/ 1038 h 1279"/>
                <a:gd name="T4" fmla="*/ 2859 w 782"/>
                <a:gd name="T5" fmla="*/ 1224 h 1279"/>
                <a:gd name="T6" fmla="*/ 3249 w 782"/>
                <a:gd name="T7" fmla="*/ 1759 h 1279"/>
                <a:gd name="T8" fmla="*/ 2964 w 782"/>
                <a:gd name="T9" fmla="*/ 2069 h 1279"/>
                <a:gd name="T10" fmla="*/ 2705 w 782"/>
                <a:gd name="T11" fmla="*/ 1502 h 1279"/>
                <a:gd name="T12" fmla="*/ 3023 w 782"/>
                <a:gd name="T13" fmla="*/ 842 h 1279"/>
                <a:gd name="T14" fmla="*/ 2367 w 782"/>
                <a:gd name="T15" fmla="*/ 560 h 1279"/>
                <a:gd name="T16" fmla="*/ 1505 w 782"/>
                <a:gd name="T17" fmla="*/ 543 h 1279"/>
                <a:gd name="T18" fmla="*/ 274 w 782"/>
                <a:gd name="T19" fmla="*/ 1726 h 1279"/>
                <a:gd name="T20" fmla="*/ 311 w 782"/>
                <a:gd name="T21" fmla="*/ 2632 h 1279"/>
                <a:gd name="T22" fmla="*/ 462 w 782"/>
                <a:gd name="T23" fmla="*/ 3396 h 1279"/>
                <a:gd name="T24" fmla="*/ 523 w 782"/>
                <a:gd name="T25" fmla="*/ 3020 h 1279"/>
                <a:gd name="T26" fmla="*/ 804 w 782"/>
                <a:gd name="T27" fmla="*/ 2760 h 1279"/>
                <a:gd name="T28" fmla="*/ 854 w 782"/>
                <a:gd name="T29" fmla="*/ 1216 h 1279"/>
                <a:gd name="T30" fmla="*/ 1864 w 782"/>
                <a:gd name="T31" fmla="*/ 790 h 1279"/>
                <a:gd name="T32" fmla="*/ 2369 w 782"/>
                <a:gd name="T33" fmla="*/ 1329 h 1279"/>
                <a:gd name="T34" fmla="*/ 2979 w 782"/>
                <a:gd name="T35" fmla="*/ 2605 h 1279"/>
                <a:gd name="T36" fmla="*/ 4294 w 782"/>
                <a:gd name="T37" fmla="*/ 2592 h 1279"/>
                <a:gd name="T38" fmla="*/ 4369 w 782"/>
                <a:gd name="T39" fmla="*/ 4110 h 1279"/>
                <a:gd name="T40" fmla="*/ 3149 w 782"/>
                <a:gd name="T41" fmla="*/ 3522 h 1279"/>
                <a:gd name="T42" fmla="*/ 2822 w 782"/>
                <a:gd name="T43" fmla="*/ 4477 h 1279"/>
                <a:gd name="T44" fmla="*/ 2642 w 782"/>
                <a:gd name="T45" fmla="*/ 6097 h 1279"/>
                <a:gd name="T46" fmla="*/ 4236 w 782"/>
                <a:gd name="T47" fmla="*/ 5205 h 1279"/>
                <a:gd name="T48" fmla="*/ 3700 w 782"/>
                <a:gd name="T49" fmla="*/ 5904 h 1279"/>
                <a:gd name="T50" fmla="*/ 3016 w 782"/>
                <a:gd name="T51" fmla="*/ 6371 h 1279"/>
                <a:gd name="T52" fmla="*/ 2776 w 782"/>
                <a:gd name="T53" fmla="*/ 6866 h 1279"/>
                <a:gd name="T54" fmla="*/ 1966 w 782"/>
                <a:gd name="T55" fmla="*/ 7478 h 1279"/>
                <a:gd name="T56" fmla="*/ 1966 w 782"/>
                <a:gd name="T57" fmla="*/ 7478 h 1279"/>
                <a:gd name="T58" fmla="*/ 1840 w 782"/>
                <a:gd name="T59" fmla="*/ 6805 h 1279"/>
                <a:gd name="T60" fmla="*/ 1156 w 782"/>
                <a:gd name="T61" fmla="*/ 6275 h 1279"/>
                <a:gd name="T62" fmla="*/ 804 w 782"/>
                <a:gd name="T63" fmla="*/ 5969 h 1279"/>
                <a:gd name="T64" fmla="*/ 1056 w 782"/>
                <a:gd name="T65" fmla="*/ 6887 h 1279"/>
                <a:gd name="T66" fmla="*/ 2284 w 782"/>
                <a:gd name="T67" fmla="*/ 7901 h 1279"/>
                <a:gd name="T68" fmla="*/ 3737 w 782"/>
                <a:gd name="T69" fmla="*/ 7306 h 1279"/>
                <a:gd name="T70" fmla="*/ 3881 w 782"/>
                <a:gd name="T71" fmla="*/ 6327 h 1279"/>
                <a:gd name="T72" fmla="*/ 4087 w 782"/>
                <a:gd name="T73" fmla="*/ 5676 h 1279"/>
                <a:gd name="T74" fmla="*/ 4059 w 782"/>
                <a:gd name="T75" fmla="*/ 4553 h 1279"/>
                <a:gd name="T76" fmla="*/ 2661 w 782"/>
                <a:gd name="T77" fmla="*/ 5700 h 1279"/>
                <a:gd name="T78" fmla="*/ 3193 w 782"/>
                <a:gd name="T79" fmla="*/ 4127 h 1279"/>
                <a:gd name="T80" fmla="*/ 4116 w 782"/>
                <a:gd name="T81" fmla="*/ 4460 h 1279"/>
                <a:gd name="T82" fmla="*/ 4571 w 782"/>
                <a:gd name="T83" fmla="*/ 3574 h 127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82" h="1279">
                  <a:moveTo>
                    <a:pt x="723" y="561"/>
                  </a:moveTo>
                  <a:cubicBezTo>
                    <a:pt x="723" y="561"/>
                    <a:pt x="782" y="544"/>
                    <a:pt x="739" y="451"/>
                  </a:cubicBezTo>
                  <a:cubicBezTo>
                    <a:pt x="697" y="357"/>
                    <a:pt x="715" y="232"/>
                    <a:pt x="606" y="309"/>
                  </a:cubicBezTo>
                  <a:cubicBezTo>
                    <a:pt x="606" y="309"/>
                    <a:pt x="716" y="222"/>
                    <a:pt x="582" y="163"/>
                  </a:cubicBezTo>
                  <a:cubicBezTo>
                    <a:pt x="558" y="152"/>
                    <a:pt x="514" y="88"/>
                    <a:pt x="480" y="134"/>
                  </a:cubicBezTo>
                  <a:cubicBezTo>
                    <a:pt x="480" y="134"/>
                    <a:pt x="454" y="170"/>
                    <a:pt x="452" y="192"/>
                  </a:cubicBezTo>
                  <a:cubicBezTo>
                    <a:pt x="450" y="214"/>
                    <a:pt x="439" y="252"/>
                    <a:pt x="472" y="254"/>
                  </a:cubicBezTo>
                  <a:cubicBezTo>
                    <a:pt x="504" y="256"/>
                    <a:pt x="493" y="276"/>
                    <a:pt x="514" y="276"/>
                  </a:cubicBezTo>
                  <a:cubicBezTo>
                    <a:pt x="535" y="275"/>
                    <a:pt x="577" y="240"/>
                    <a:pt x="549" y="285"/>
                  </a:cubicBezTo>
                  <a:cubicBezTo>
                    <a:pt x="520" y="330"/>
                    <a:pt x="433" y="427"/>
                    <a:pt x="469" y="325"/>
                  </a:cubicBezTo>
                  <a:cubicBezTo>
                    <a:pt x="479" y="298"/>
                    <a:pt x="455" y="296"/>
                    <a:pt x="421" y="301"/>
                  </a:cubicBezTo>
                  <a:cubicBezTo>
                    <a:pt x="387" y="305"/>
                    <a:pt x="394" y="266"/>
                    <a:pt x="428" y="236"/>
                  </a:cubicBezTo>
                  <a:cubicBezTo>
                    <a:pt x="436" y="228"/>
                    <a:pt x="445" y="211"/>
                    <a:pt x="448" y="191"/>
                  </a:cubicBezTo>
                  <a:cubicBezTo>
                    <a:pt x="451" y="170"/>
                    <a:pt x="478" y="132"/>
                    <a:pt x="478" y="132"/>
                  </a:cubicBezTo>
                  <a:cubicBezTo>
                    <a:pt x="478" y="132"/>
                    <a:pt x="511" y="91"/>
                    <a:pt x="449" y="87"/>
                  </a:cubicBezTo>
                  <a:cubicBezTo>
                    <a:pt x="427" y="85"/>
                    <a:pt x="406" y="45"/>
                    <a:pt x="374" y="88"/>
                  </a:cubicBezTo>
                  <a:cubicBezTo>
                    <a:pt x="374" y="88"/>
                    <a:pt x="387" y="33"/>
                    <a:pt x="299" y="44"/>
                  </a:cubicBezTo>
                  <a:cubicBezTo>
                    <a:pt x="247" y="51"/>
                    <a:pt x="231" y="61"/>
                    <a:pt x="238" y="85"/>
                  </a:cubicBezTo>
                  <a:cubicBezTo>
                    <a:pt x="238" y="85"/>
                    <a:pt x="95" y="0"/>
                    <a:pt x="33" y="100"/>
                  </a:cubicBezTo>
                  <a:cubicBezTo>
                    <a:pt x="0" y="153"/>
                    <a:pt x="58" y="188"/>
                    <a:pt x="43" y="271"/>
                  </a:cubicBezTo>
                  <a:cubicBezTo>
                    <a:pt x="29" y="353"/>
                    <a:pt x="77" y="341"/>
                    <a:pt x="93" y="348"/>
                  </a:cubicBezTo>
                  <a:cubicBezTo>
                    <a:pt x="93" y="348"/>
                    <a:pt x="34" y="332"/>
                    <a:pt x="49" y="413"/>
                  </a:cubicBezTo>
                  <a:cubicBezTo>
                    <a:pt x="61" y="480"/>
                    <a:pt x="36" y="522"/>
                    <a:pt x="58" y="531"/>
                  </a:cubicBezTo>
                  <a:cubicBezTo>
                    <a:pt x="73" y="533"/>
                    <a:pt x="73" y="533"/>
                    <a:pt x="73" y="533"/>
                  </a:cubicBezTo>
                  <a:cubicBezTo>
                    <a:pt x="84" y="529"/>
                    <a:pt x="84" y="529"/>
                    <a:pt x="84" y="529"/>
                  </a:cubicBezTo>
                  <a:cubicBezTo>
                    <a:pt x="134" y="512"/>
                    <a:pt x="69" y="481"/>
                    <a:pt x="83" y="474"/>
                  </a:cubicBezTo>
                  <a:cubicBezTo>
                    <a:pt x="97" y="468"/>
                    <a:pt x="94" y="431"/>
                    <a:pt x="94" y="431"/>
                  </a:cubicBezTo>
                  <a:cubicBezTo>
                    <a:pt x="90" y="410"/>
                    <a:pt x="96" y="411"/>
                    <a:pt x="127" y="433"/>
                  </a:cubicBezTo>
                  <a:cubicBezTo>
                    <a:pt x="195" y="481"/>
                    <a:pt x="245" y="337"/>
                    <a:pt x="162" y="324"/>
                  </a:cubicBezTo>
                  <a:cubicBezTo>
                    <a:pt x="79" y="311"/>
                    <a:pt x="202" y="231"/>
                    <a:pt x="135" y="191"/>
                  </a:cubicBezTo>
                  <a:cubicBezTo>
                    <a:pt x="69" y="151"/>
                    <a:pt x="186" y="31"/>
                    <a:pt x="183" y="137"/>
                  </a:cubicBezTo>
                  <a:cubicBezTo>
                    <a:pt x="181" y="244"/>
                    <a:pt x="301" y="60"/>
                    <a:pt x="295" y="124"/>
                  </a:cubicBezTo>
                  <a:cubicBezTo>
                    <a:pt x="290" y="188"/>
                    <a:pt x="322" y="201"/>
                    <a:pt x="346" y="151"/>
                  </a:cubicBezTo>
                  <a:cubicBezTo>
                    <a:pt x="370" y="100"/>
                    <a:pt x="431" y="161"/>
                    <a:pt x="375" y="209"/>
                  </a:cubicBezTo>
                  <a:cubicBezTo>
                    <a:pt x="319" y="257"/>
                    <a:pt x="391" y="313"/>
                    <a:pt x="383" y="359"/>
                  </a:cubicBezTo>
                  <a:cubicBezTo>
                    <a:pt x="375" y="404"/>
                    <a:pt x="437" y="369"/>
                    <a:pt x="471" y="409"/>
                  </a:cubicBezTo>
                  <a:cubicBezTo>
                    <a:pt x="506" y="449"/>
                    <a:pt x="538" y="473"/>
                    <a:pt x="583" y="463"/>
                  </a:cubicBezTo>
                  <a:cubicBezTo>
                    <a:pt x="629" y="452"/>
                    <a:pt x="679" y="337"/>
                    <a:pt x="679" y="407"/>
                  </a:cubicBezTo>
                  <a:cubicBezTo>
                    <a:pt x="679" y="476"/>
                    <a:pt x="721" y="519"/>
                    <a:pt x="661" y="549"/>
                  </a:cubicBezTo>
                  <a:cubicBezTo>
                    <a:pt x="601" y="580"/>
                    <a:pt x="706" y="605"/>
                    <a:pt x="691" y="645"/>
                  </a:cubicBezTo>
                  <a:cubicBezTo>
                    <a:pt x="677" y="685"/>
                    <a:pt x="613" y="597"/>
                    <a:pt x="590" y="607"/>
                  </a:cubicBezTo>
                  <a:cubicBezTo>
                    <a:pt x="567" y="616"/>
                    <a:pt x="577" y="587"/>
                    <a:pt x="498" y="553"/>
                  </a:cubicBezTo>
                  <a:cubicBezTo>
                    <a:pt x="419" y="520"/>
                    <a:pt x="387" y="585"/>
                    <a:pt x="406" y="600"/>
                  </a:cubicBezTo>
                  <a:cubicBezTo>
                    <a:pt x="425" y="615"/>
                    <a:pt x="509" y="691"/>
                    <a:pt x="446" y="703"/>
                  </a:cubicBezTo>
                  <a:cubicBezTo>
                    <a:pt x="383" y="715"/>
                    <a:pt x="425" y="796"/>
                    <a:pt x="395" y="827"/>
                  </a:cubicBezTo>
                  <a:cubicBezTo>
                    <a:pt x="366" y="857"/>
                    <a:pt x="349" y="933"/>
                    <a:pt x="418" y="957"/>
                  </a:cubicBezTo>
                  <a:cubicBezTo>
                    <a:pt x="487" y="981"/>
                    <a:pt x="519" y="815"/>
                    <a:pt x="561" y="779"/>
                  </a:cubicBezTo>
                  <a:cubicBezTo>
                    <a:pt x="602" y="743"/>
                    <a:pt x="634" y="727"/>
                    <a:pt x="670" y="817"/>
                  </a:cubicBezTo>
                  <a:cubicBezTo>
                    <a:pt x="706" y="908"/>
                    <a:pt x="507" y="791"/>
                    <a:pt x="508" y="900"/>
                  </a:cubicBezTo>
                  <a:cubicBezTo>
                    <a:pt x="509" y="1009"/>
                    <a:pt x="564" y="915"/>
                    <a:pt x="585" y="927"/>
                  </a:cubicBezTo>
                  <a:cubicBezTo>
                    <a:pt x="605" y="938"/>
                    <a:pt x="578" y="950"/>
                    <a:pt x="563" y="959"/>
                  </a:cubicBezTo>
                  <a:cubicBezTo>
                    <a:pt x="547" y="967"/>
                    <a:pt x="501" y="937"/>
                    <a:pt x="477" y="1000"/>
                  </a:cubicBezTo>
                  <a:cubicBezTo>
                    <a:pt x="454" y="1063"/>
                    <a:pt x="547" y="1054"/>
                    <a:pt x="555" y="1112"/>
                  </a:cubicBezTo>
                  <a:cubicBezTo>
                    <a:pt x="564" y="1170"/>
                    <a:pt x="509" y="1079"/>
                    <a:pt x="439" y="1078"/>
                  </a:cubicBezTo>
                  <a:cubicBezTo>
                    <a:pt x="369" y="1077"/>
                    <a:pt x="367" y="1179"/>
                    <a:pt x="367" y="1179"/>
                  </a:cubicBezTo>
                  <a:cubicBezTo>
                    <a:pt x="347" y="1158"/>
                    <a:pt x="322" y="1168"/>
                    <a:pt x="311" y="1174"/>
                  </a:cubicBezTo>
                  <a:cubicBezTo>
                    <a:pt x="308" y="1176"/>
                    <a:pt x="307" y="1177"/>
                    <a:pt x="307" y="1177"/>
                  </a:cubicBezTo>
                  <a:cubicBezTo>
                    <a:pt x="307" y="1177"/>
                    <a:pt x="308" y="1176"/>
                    <a:pt x="311" y="1174"/>
                  </a:cubicBezTo>
                  <a:cubicBezTo>
                    <a:pt x="320" y="1168"/>
                    <a:pt x="338" y="1152"/>
                    <a:pt x="358" y="1114"/>
                  </a:cubicBezTo>
                  <a:cubicBezTo>
                    <a:pt x="385" y="1063"/>
                    <a:pt x="321" y="1057"/>
                    <a:pt x="291" y="1068"/>
                  </a:cubicBezTo>
                  <a:cubicBezTo>
                    <a:pt x="262" y="1079"/>
                    <a:pt x="260" y="1058"/>
                    <a:pt x="227" y="1043"/>
                  </a:cubicBezTo>
                  <a:cubicBezTo>
                    <a:pt x="195" y="1029"/>
                    <a:pt x="199" y="1003"/>
                    <a:pt x="183" y="985"/>
                  </a:cubicBezTo>
                  <a:cubicBezTo>
                    <a:pt x="166" y="967"/>
                    <a:pt x="175" y="907"/>
                    <a:pt x="175" y="907"/>
                  </a:cubicBezTo>
                  <a:cubicBezTo>
                    <a:pt x="170" y="917"/>
                    <a:pt x="140" y="931"/>
                    <a:pt x="127" y="937"/>
                  </a:cubicBezTo>
                  <a:cubicBezTo>
                    <a:pt x="95" y="951"/>
                    <a:pt x="95" y="1012"/>
                    <a:pt x="145" y="1025"/>
                  </a:cubicBezTo>
                  <a:cubicBezTo>
                    <a:pt x="195" y="1037"/>
                    <a:pt x="168" y="1053"/>
                    <a:pt x="167" y="1081"/>
                  </a:cubicBezTo>
                  <a:cubicBezTo>
                    <a:pt x="167" y="1109"/>
                    <a:pt x="189" y="1148"/>
                    <a:pt x="232" y="1149"/>
                  </a:cubicBezTo>
                  <a:cubicBezTo>
                    <a:pt x="232" y="1149"/>
                    <a:pt x="172" y="1279"/>
                    <a:pt x="361" y="1240"/>
                  </a:cubicBezTo>
                  <a:cubicBezTo>
                    <a:pt x="498" y="1212"/>
                    <a:pt x="506" y="1208"/>
                    <a:pt x="502" y="1153"/>
                  </a:cubicBezTo>
                  <a:cubicBezTo>
                    <a:pt x="502" y="1153"/>
                    <a:pt x="513" y="1233"/>
                    <a:pt x="591" y="1147"/>
                  </a:cubicBezTo>
                  <a:cubicBezTo>
                    <a:pt x="670" y="1060"/>
                    <a:pt x="630" y="1049"/>
                    <a:pt x="587" y="1045"/>
                  </a:cubicBezTo>
                  <a:cubicBezTo>
                    <a:pt x="587" y="1045"/>
                    <a:pt x="623" y="1037"/>
                    <a:pt x="614" y="993"/>
                  </a:cubicBezTo>
                  <a:cubicBezTo>
                    <a:pt x="605" y="949"/>
                    <a:pt x="621" y="945"/>
                    <a:pt x="645" y="928"/>
                  </a:cubicBezTo>
                  <a:cubicBezTo>
                    <a:pt x="668" y="911"/>
                    <a:pt x="653" y="894"/>
                    <a:pt x="646" y="891"/>
                  </a:cubicBezTo>
                  <a:cubicBezTo>
                    <a:pt x="653" y="893"/>
                    <a:pt x="710" y="906"/>
                    <a:pt x="734" y="813"/>
                  </a:cubicBezTo>
                  <a:cubicBezTo>
                    <a:pt x="759" y="715"/>
                    <a:pt x="683" y="729"/>
                    <a:pt x="642" y="715"/>
                  </a:cubicBezTo>
                  <a:cubicBezTo>
                    <a:pt x="601" y="700"/>
                    <a:pt x="529" y="719"/>
                    <a:pt x="497" y="804"/>
                  </a:cubicBezTo>
                  <a:cubicBezTo>
                    <a:pt x="465" y="889"/>
                    <a:pt x="446" y="925"/>
                    <a:pt x="421" y="895"/>
                  </a:cubicBezTo>
                  <a:cubicBezTo>
                    <a:pt x="395" y="864"/>
                    <a:pt x="482" y="867"/>
                    <a:pt x="477" y="776"/>
                  </a:cubicBezTo>
                  <a:cubicBezTo>
                    <a:pt x="471" y="685"/>
                    <a:pt x="558" y="737"/>
                    <a:pt x="505" y="648"/>
                  </a:cubicBezTo>
                  <a:cubicBezTo>
                    <a:pt x="505" y="648"/>
                    <a:pt x="550" y="703"/>
                    <a:pt x="589" y="671"/>
                  </a:cubicBezTo>
                  <a:cubicBezTo>
                    <a:pt x="589" y="671"/>
                    <a:pt x="602" y="705"/>
                    <a:pt x="651" y="700"/>
                  </a:cubicBezTo>
                  <a:cubicBezTo>
                    <a:pt x="701" y="695"/>
                    <a:pt x="737" y="771"/>
                    <a:pt x="745" y="667"/>
                  </a:cubicBezTo>
                  <a:cubicBezTo>
                    <a:pt x="753" y="563"/>
                    <a:pt x="749" y="559"/>
                    <a:pt x="723" y="561"/>
                  </a:cubicBezTo>
                  <a:close/>
                </a:path>
              </a:pathLst>
            </a:custGeom>
            <a:solidFill>
              <a:srgbClr val="AF9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6" name="Freeform 186">
              <a:extLst>
                <a:ext uri="{FF2B5EF4-FFF2-40B4-BE49-F238E27FC236}">
                  <a16:creationId xmlns:a16="http://schemas.microsoft.com/office/drawing/2014/main" id="{5DD6B27E-6D96-44C3-B7AC-E2402FFC2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430"/>
              <a:ext cx="1474" cy="2317"/>
            </a:xfrm>
            <a:custGeom>
              <a:avLst/>
              <a:gdLst>
                <a:gd name="T0" fmla="*/ 3581 w 797"/>
                <a:gd name="T1" fmla="*/ 6617 h 1250"/>
                <a:gd name="T2" fmla="*/ 2883 w 797"/>
                <a:gd name="T3" fmla="*/ 7446 h 1250"/>
                <a:gd name="T4" fmla="*/ 2613 w 797"/>
                <a:gd name="T5" fmla="*/ 7522 h 1250"/>
                <a:gd name="T6" fmla="*/ 2537 w 797"/>
                <a:gd name="T7" fmla="*/ 7198 h 1250"/>
                <a:gd name="T8" fmla="*/ 1809 w 797"/>
                <a:gd name="T9" fmla="*/ 6758 h 1250"/>
                <a:gd name="T10" fmla="*/ 1602 w 797"/>
                <a:gd name="T11" fmla="*/ 5961 h 1250"/>
                <a:gd name="T12" fmla="*/ 903 w 797"/>
                <a:gd name="T13" fmla="*/ 5201 h 1250"/>
                <a:gd name="T14" fmla="*/ 2421 w 797"/>
                <a:gd name="T15" fmla="*/ 6158 h 1250"/>
                <a:gd name="T16" fmla="*/ 2279 w 797"/>
                <a:gd name="T17" fmla="*/ 4387 h 1250"/>
                <a:gd name="T18" fmla="*/ 2404 w 797"/>
                <a:gd name="T19" fmla="*/ 3642 h 1250"/>
                <a:gd name="T20" fmla="*/ 829 w 797"/>
                <a:gd name="T21" fmla="*/ 4154 h 1250"/>
                <a:gd name="T22" fmla="*/ 738 w 797"/>
                <a:gd name="T23" fmla="*/ 3566 h 1250"/>
                <a:gd name="T24" fmla="*/ 1080 w 797"/>
                <a:gd name="T25" fmla="*/ 2849 h 1250"/>
                <a:gd name="T26" fmla="*/ 1861 w 797"/>
                <a:gd name="T27" fmla="*/ 2636 h 1250"/>
                <a:gd name="T28" fmla="*/ 2487 w 797"/>
                <a:gd name="T29" fmla="*/ 1325 h 1250"/>
                <a:gd name="T30" fmla="*/ 2791 w 797"/>
                <a:gd name="T31" fmla="*/ 760 h 1250"/>
                <a:gd name="T32" fmla="*/ 3693 w 797"/>
                <a:gd name="T33" fmla="*/ 656 h 1250"/>
                <a:gd name="T34" fmla="*/ 3998 w 797"/>
                <a:gd name="T35" fmla="*/ 1655 h 1250"/>
                <a:gd name="T36" fmla="*/ 3814 w 797"/>
                <a:gd name="T37" fmla="*/ 2725 h 1250"/>
                <a:gd name="T38" fmla="*/ 4365 w 797"/>
                <a:gd name="T39" fmla="*/ 3110 h 1250"/>
                <a:gd name="T40" fmla="*/ 4477 w 797"/>
                <a:gd name="T41" fmla="*/ 3370 h 1250"/>
                <a:gd name="T42" fmla="*/ 4350 w 797"/>
                <a:gd name="T43" fmla="*/ 2178 h 1250"/>
                <a:gd name="T44" fmla="*/ 4514 w 797"/>
                <a:gd name="T45" fmla="*/ 419 h 1250"/>
                <a:gd name="T46" fmla="*/ 2794 w 797"/>
                <a:gd name="T47" fmla="*/ 247 h 1250"/>
                <a:gd name="T48" fmla="*/ 2107 w 797"/>
                <a:gd name="T49" fmla="*/ 499 h 1250"/>
                <a:gd name="T50" fmla="*/ 2062 w 797"/>
                <a:gd name="T51" fmla="*/ 1268 h 1250"/>
                <a:gd name="T52" fmla="*/ 2018 w 797"/>
                <a:gd name="T53" fmla="*/ 1896 h 1250"/>
                <a:gd name="T54" fmla="*/ 1406 w 797"/>
                <a:gd name="T55" fmla="*/ 1731 h 1250"/>
                <a:gd name="T56" fmla="*/ 1848 w 797"/>
                <a:gd name="T57" fmla="*/ 814 h 1250"/>
                <a:gd name="T58" fmla="*/ 943 w 797"/>
                <a:gd name="T59" fmla="*/ 1917 h 1250"/>
                <a:gd name="T60" fmla="*/ 277 w 797"/>
                <a:gd name="T61" fmla="*/ 3631 h 1250"/>
                <a:gd name="T62" fmla="*/ 527 w 797"/>
                <a:gd name="T63" fmla="*/ 4597 h 1250"/>
                <a:gd name="T64" fmla="*/ 1772 w 797"/>
                <a:gd name="T65" fmla="*/ 4113 h 1250"/>
                <a:gd name="T66" fmla="*/ 2214 w 797"/>
                <a:gd name="T67" fmla="*/ 5559 h 1250"/>
                <a:gd name="T68" fmla="*/ 1272 w 797"/>
                <a:gd name="T69" fmla="*/ 4536 h 1250"/>
                <a:gd name="T70" fmla="*/ 411 w 797"/>
                <a:gd name="T71" fmla="*/ 5318 h 1250"/>
                <a:gd name="T72" fmla="*/ 930 w 797"/>
                <a:gd name="T73" fmla="*/ 6119 h 1250"/>
                <a:gd name="T74" fmla="*/ 1147 w 797"/>
                <a:gd name="T75" fmla="*/ 7157 h 1250"/>
                <a:gd name="T76" fmla="*/ 2746 w 797"/>
                <a:gd name="T77" fmla="*/ 7872 h 1250"/>
                <a:gd name="T78" fmla="*/ 3923 w 797"/>
                <a:gd name="T79" fmla="*/ 6782 h 1250"/>
                <a:gd name="T80" fmla="*/ 4244 w 797"/>
                <a:gd name="T81" fmla="*/ 6030 h 12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97" h="1250">
                  <a:moveTo>
                    <a:pt x="614" y="898"/>
                  </a:moveTo>
                  <a:cubicBezTo>
                    <a:pt x="627" y="950"/>
                    <a:pt x="609" y="975"/>
                    <a:pt x="566" y="1039"/>
                  </a:cubicBezTo>
                  <a:cubicBezTo>
                    <a:pt x="524" y="1103"/>
                    <a:pt x="510" y="1044"/>
                    <a:pt x="442" y="1069"/>
                  </a:cubicBezTo>
                  <a:cubicBezTo>
                    <a:pt x="375" y="1094"/>
                    <a:pt x="456" y="1169"/>
                    <a:pt x="456" y="1169"/>
                  </a:cubicBezTo>
                  <a:cubicBezTo>
                    <a:pt x="429" y="1164"/>
                    <a:pt x="418" y="1174"/>
                    <a:pt x="414" y="1179"/>
                  </a:cubicBezTo>
                  <a:cubicBezTo>
                    <a:pt x="414" y="1179"/>
                    <a:pt x="413" y="1180"/>
                    <a:pt x="413" y="1181"/>
                  </a:cubicBezTo>
                  <a:cubicBezTo>
                    <a:pt x="413" y="1181"/>
                    <a:pt x="413" y="1180"/>
                    <a:pt x="414" y="1179"/>
                  </a:cubicBezTo>
                  <a:cubicBezTo>
                    <a:pt x="418" y="1170"/>
                    <a:pt x="412" y="1148"/>
                    <a:pt x="401" y="1130"/>
                  </a:cubicBezTo>
                  <a:cubicBezTo>
                    <a:pt x="367" y="1071"/>
                    <a:pt x="319" y="1092"/>
                    <a:pt x="276" y="1102"/>
                  </a:cubicBezTo>
                  <a:cubicBezTo>
                    <a:pt x="233" y="1112"/>
                    <a:pt x="235" y="1095"/>
                    <a:pt x="286" y="1061"/>
                  </a:cubicBezTo>
                  <a:cubicBezTo>
                    <a:pt x="337" y="1026"/>
                    <a:pt x="286" y="988"/>
                    <a:pt x="237" y="967"/>
                  </a:cubicBezTo>
                  <a:cubicBezTo>
                    <a:pt x="187" y="945"/>
                    <a:pt x="191" y="921"/>
                    <a:pt x="253" y="936"/>
                  </a:cubicBezTo>
                  <a:cubicBezTo>
                    <a:pt x="307" y="948"/>
                    <a:pt x="225" y="817"/>
                    <a:pt x="168" y="843"/>
                  </a:cubicBezTo>
                  <a:cubicBezTo>
                    <a:pt x="110" y="870"/>
                    <a:pt x="87" y="824"/>
                    <a:pt x="143" y="817"/>
                  </a:cubicBezTo>
                  <a:cubicBezTo>
                    <a:pt x="199" y="810"/>
                    <a:pt x="205" y="768"/>
                    <a:pt x="220" y="802"/>
                  </a:cubicBezTo>
                  <a:cubicBezTo>
                    <a:pt x="235" y="837"/>
                    <a:pt x="319" y="952"/>
                    <a:pt x="383" y="967"/>
                  </a:cubicBezTo>
                  <a:cubicBezTo>
                    <a:pt x="447" y="982"/>
                    <a:pt x="401" y="829"/>
                    <a:pt x="385" y="799"/>
                  </a:cubicBezTo>
                  <a:cubicBezTo>
                    <a:pt x="368" y="769"/>
                    <a:pt x="347" y="700"/>
                    <a:pt x="360" y="689"/>
                  </a:cubicBezTo>
                  <a:cubicBezTo>
                    <a:pt x="373" y="677"/>
                    <a:pt x="375" y="654"/>
                    <a:pt x="363" y="638"/>
                  </a:cubicBezTo>
                  <a:cubicBezTo>
                    <a:pt x="352" y="621"/>
                    <a:pt x="380" y="596"/>
                    <a:pt x="380" y="572"/>
                  </a:cubicBezTo>
                  <a:cubicBezTo>
                    <a:pt x="380" y="491"/>
                    <a:pt x="238" y="605"/>
                    <a:pt x="205" y="596"/>
                  </a:cubicBezTo>
                  <a:cubicBezTo>
                    <a:pt x="173" y="588"/>
                    <a:pt x="166" y="606"/>
                    <a:pt x="131" y="652"/>
                  </a:cubicBezTo>
                  <a:cubicBezTo>
                    <a:pt x="97" y="699"/>
                    <a:pt x="49" y="649"/>
                    <a:pt x="77" y="638"/>
                  </a:cubicBezTo>
                  <a:cubicBezTo>
                    <a:pt x="105" y="626"/>
                    <a:pt x="181" y="590"/>
                    <a:pt x="117" y="560"/>
                  </a:cubicBezTo>
                  <a:cubicBezTo>
                    <a:pt x="52" y="531"/>
                    <a:pt x="77" y="476"/>
                    <a:pt x="84" y="414"/>
                  </a:cubicBezTo>
                  <a:cubicBezTo>
                    <a:pt x="90" y="351"/>
                    <a:pt x="108" y="379"/>
                    <a:pt x="171" y="447"/>
                  </a:cubicBezTo>
                  <a:cubicBezTo>
                    <a:pt x="233" y="514"/>
                    <a:pt x="273" y="462"/>
                    <a:pt x="273" y="452"/>
                  </a:cubicBezTo>
                  <a:cubicBezTo>
                    <a:pt x="273" y="442"/>
                    <a:pt x="280" y="415"/>
                    <a:pt x="294" y="414"/>
                  </a:cubicBezTo>
                  <a:cubicBezTo>
                    <a:pt x="423" y="399"/>
                    <a:pt x="357" y="348"/>
                    <a:pt x="400" y="343"/>
                  </a:cubicBezTo>
                  <a:cubicBezTo>
                    <a:pt x="481" y="334"/>
                    <a:pt x="424" y="239"/>
                    <a:pt x="393" y="208"/>
                  </a:cubicBezTo>
                  <a:cubicBezTo>
                    <a:pt x="362" y="177"/>
                    <a:pt x="327" y="122"/>
                    <a:pt x="365" y="126"/>
                  </a:cubicBezTo>
                  <a:cubicBezTo>
                    <a:pt x="403" y="129"/>
                    <a:pt x="472" y="185"/>
                    <a:pt x="441" y="119"/>
                  </a:cubicBezTo>
                  <a:cubicBezTo>
                    <a:pt x="410" y="53"/>
                    <a:pt x="462" y="68"/>
                    <a:pt x="526" y="136"/>
                  </a:cubicBezTo>
                  <a:cubicBezTo>
                    <a:pt x="591" y="203"/>
                    <a:pt x="563" y="119"/>
                    <a:pt x="584" y="103"/>
                  </a:cubicBezTo>
                  <a:cubicBezTo>
                    <a:pt x="605" y="86"/>
                    <a:pt x="698" y="104"/>
                    <a:pt x="698" y="126"/>
                  </a:cubicBezTo>
                  <a:cubicBezTo>
                    <a:pt x="697" y="159"/>
                    <a:pt x="607" y="213"/>
                    <a:pt x="632" y="260"/>
                  </a:cubicBezTo>
                  <a:cubicBezTo>
                    <a:pt x="657" y="307"/>
                    <a:pt x="640" y="291"/>
                    <a:pt x="599" y="323"/>
                  </a:cubicBezTo>
                  <a:cubicBezTo>
                    <a:pt x="558" y="354"/>
                    <a:pt x="556" y="389"/>
                    <a:pt x="603" y="428"/>
                  </a:cubicBezTo>
                  <a:cubicBezTo>
                    <a:pt x="650" y="467"/>
                    <a:pt x="681" y="364"/>
                    <a:pt x="684" y="431"/>
                  </a:cubicBezTo>
                  <a:cubicBezTo>
                    <a:pt x="685" y="459"/>
                    <a:pt x="732" y="461"/>
                    <a:pt x="690" y="488"/>
                  </a:cubicBezTo>
                  <a:cubicBezTo>
                    <a:pt x="649" y="515"/>
                    <a:pt x="703" y="529"/>
                    <a:pt x="703" y="529"/>
                  </a:cubicBezTo>
                  <a:cubicBezTo>
                    <a:pt x="708" y="529"/>
                    <a:pt x="708" y="529"/>
                    <a:pt x="708" y="529"/>
                  </a:cubicBezTo>
                  <a:cubicBezTo>
                    <a:pt x="719" y="527"/>
                    <a:pt x="742" y="516"/>
                    <a:pt x="728" y="456"/>
                  </a:cubicBezTo>
                  <a:cubicBezTo>
                    <a:pt x="710" y="379"/>
                    <a:pt x="740" y="336"/>
                    <a:pt x="688" y="342"/>
                  </a:cubicBezTo>
                  <a:cubicBezTo>
                    <a:pt x="688" y="342"/>
                    <a:pt x="748" y="320"/>
                    <a:pt x="729" y="245"/>
                  </a:cubicBezTo>
                  <a:cubicBezTo>
                    <a:pt x="710" y="170"/>
                    <a:pt x="797" y="132"/>
                    <a:pt x="714" y="66"/>
                  </a:cubicBezTo>
                  <a:cubicBezTo>
                    <a:pt x="631" y="0"/>
                    <a:pt x="520" y="33"/>
                    <a:pt x="536" y="81"/>
                  </a:cubicBezTo>
                  <a:cubicBezTo>
                    <a:pt x="536" y="81"/>
                    <a:pt x="497" y="32"/>
                    <a:pt x="442" y="39"/>
                  </a:cubicBezTo>
                  <a:cubicBezTo>
                    <a:pt x="387" y="45"/>
                    <a:pt x="381" y="64"/>
                    <a:pt x="388" y="75"/>
                  </a:cubicBezTo>
                  <a:cubicBezTo>
                    <a:pt x="388" y="75"/>
                    <a:pt x="375" y="60"/>
                    <a:pt x="333" y="78"/>
                  </a:cubicBezTo>
                  <a:cubicBezTo>
                    <a:pt x="291" y="97"/>
                    <a:pt x="287" y="116"/>
                    <a:pt x="293" y="127"/>
                  </a:cubicBezTo>
                  <a:cubicBezTo>
                    <a:pt x="301" y="137"/>
                    <a:pt x="321" y="177"/>
                    <a:pt x="326" y="199"/>
                  </a:cubicBezTo>
                  <a:cubicBezTo>
                    <a:pt x="331" y="221"/>
                    <a:pt x="337" y="229"/>
                    <a:pt x="359" y="250"/>
                  </a:cubicBezTo>
                  <a:cubicBezTo>
                    <a:pt x="405" y="294"/>
                    <a:pt x="356" y="302"/>
                    <a:pt x="319" y="298"/>
                  </a:cubicBezTo>
                  <a:cubicBezTo>
                    <a:pt x="282" y="295"/>
                    <a:pt x="313" y="328"/>
                    <a:pt x="309" y="351"/>
                  </a:cubicBezTo>
                  <a:cubicBezTo>
                    <a:pt x="299" y="410"/>
                    <a:pt x="207" y="264"/>
                    <a:pt x="222" y="272"/>
                  </a:cubicBezTo>
                  <a:cubicBezTo>
                    <a:pt x="238" y="280"/>
                    <a:pt x="265" y="271"/>
                    <a:pt x="308" y="245"/>
                  </a:cubicBezTo>
                  <a:cubicBezTo>
                    <a:pt x="351" y="218"/>
                    <a:pt x="292" y="128"/>
                    <a:pt x="292" y="128"/>
                  </a:cubicBezTo>
                  <a:cubicBezTo>
                    <a:pt x="292" y="128"/>
                    <a:pt x="280" y="113"/>
                    <a:pt x="243" y="132"/>
                  </a:cubicBezTo>
                  <a:cubicBezTo>
                    <a:pt x="207" y="152"/>
                    <a:pt x="76" y="186"/>
                    <a:pt x="149" y="301"/>
                  </a:cubicBezTo>
                  <a:cubicBezTo>
                    <a:pt x="149" y="301"/>
                    <a:pt x="73" y="241"/>
                    <a:pt x="49" y="379"/>
                  </a:cubicBezTo>
                  <a:cubicBezTo>
                    <a:pt x="26" y="516"/>
                    <a:pt x="6" y="552"/>
                    <a:pt x="44" y="570"/>
                  </a:cubicBezTo>
                  <a:cubicBezTo>
                    <a:pt x="44" y="570"/>
                    <a:pt x="8" y="594"/>
                    <a:pt x="26" y="632"/>
                  </a:cubicBezTo>
                  <a:cubicBezTo>
                    <a:pt x="44" y="670"/>
                    <a:pt x="0" y="744"/>
                    <a:pt x="83" y="722"/>
                  </a:cubicBezTo>
                  <a:cubicBezTo>
                    <a:pt x="149" y="692"/>
                    <a:pt x="192" y="652"/>
                    <a:pt x="192" y="652"/>
                  </a:cubicBezTo>
                  <a:cubicBezTo>
                    <a:pt x="224" y="677"/>
                    <a:pt x="263" y="658"/>
                    <a:pt x="280" y="646"/>
                  </a:cubicBezTo>
                  <a:cubicBezTo>
                    <a:pt x="266" y="663"/>
                    <a:pt x="266" y="703"/>
                    <a:pt x="286" y="733"/>
                  </a:cubicBezTo>
                  <a:cubicBezTo>
                    <a:pt x="310" y="768"/>
                    <a:pt x="289" y="808"/>
                    <a:pt x="350" y="873"/>
                  </a:cubicBezTo>
                  <a:cubicBezTo>
                    <a:pt x="398" y="923"/>
                    <a:pt x="319" y="905"/>
                    <a:pt x="299" y="848"/>
                  </a:cubicBezTo>
                  <a:cubicBezTo>
                    <a:pt x="279" y="791"/>
                    <a:pt x="252" y="738"/>
                    <a:pt x="201" y="712"/>
                  </a:cubicBezTo>
                  <a:cubicBezTo>
                    <a:pt x="149" y="685"/>
                    <a:pt x="87" y="729"/>
                    <a:pt x="87" y="729"/>
                  </a:cubicBezTo>
                  <a:cubicBezTo>
                    <a:pt x="87" y="729"/>
                    <a:pt x="32" y="769"/>
                    <a:pt x="65" y="835"/>
                  </a:cubicBezTo>
                  <a:cubicBezTo>
                    <a:pt x="99" y="901"/>
                    <a:pt x="107" y="887"/>
                    <a:pt x="131" y="891"/>
                  </a:cubicBezTo>
                  <a:cubicBezTo>
                    <a:pt x="131" y="891"/>
                    <a:pt x="109" y="939"/>
                    <a:pt x="147" y="961"/>
                  </a:cubicBezTo>
                  <a:cubicBezTo>
                    <a:pt x="185" y="983"/>
                    <a:pt x="143" y="1031"/>
                    <a:pt x="179" y="1043"/>
                  </a:cubicBezTo>
                  <a:cubicBezTo>
                    <a:pt x="179" y="1043"/>
                    <a:pt x="111" y="1094"/>
                    <a:pt x="181" y="1124"/>
                  </a:cubicBezTo>
                  <a:cubicBezTo>
                    <a:pt x="251" y="1154"/>
                    <a:pt x="235" y="1208"/>
                    <a:pt x="279" y="1174"/>
                  </a:cubicBezTo>
                  <a:cubicBezTo>
                    <a:pt x="279" y="1174"/>
                    <a:pt x="267" y="1250"/>
                    <a:pt x="434" y="1236"/>
                  </a:cubicBezTo>
                  <a:cubicBezTo>
                    <a:pt x="602" y="1222"/>
                    <a:pt x="630" y="1192"/>
                    <a:pt x="566" y="1148"/>
                  </a:cubicBezTo>
                  <a:cubicBezTo>
                    <a:pt x="566" y="1148"/>
                    <a:pt x="636" y="1136"/>
                    <a:pt x="620" y="1065"/>
                  </a:cubicBezTo>
                  <a:cubicBezTo>
                    <a:pt x="604" y="993"/>
                    <a:pt x="620" y="1017"/>
                    <a:pt x="652" y="1013"/>
                  </a:cubicBezTo>
                  <a:cubicBezTo>
                    <a:pt x="683" y="1009"/>
                    <a:pt x="689" y="965"/>
                    <a:pt x="671" y="947"/>
                  </a:cubicBezTo>
                  <a:cubicBezTo>
                    <a:pt x="661" y="936"/>
                    <a:pt x="614" y="898"/>
                    <a:pt x="614" y="898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7" name="Freeform 187">
              <a:extLst>
                <a:ext uri="{FF2B5EF4-FFF2-40B4-BE49-F238E27FC236}">
                  <a16:creationId xmlns:a16="http://schemas.microsoft.com/office/drawing/2014/main" id="{D07C6C40-78FE-4350-9BA3-EB713C06C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415"/>
              <a:ext cx="1446" cy="2371"/>
            </a:xfrm>
            <a:custGeom>
              <a:avLst/>
              <a:gdLst>
                <a:gd name="T0" fmla="*/ 4671 w 782"/>
                <a:gd name="T1" fmla="*/ 2873 h 1279"/>
                <a:gd name="T2" fmla="*/ 3680 w 782"/>
                <a:gd name="T3" fmla="*/ 1038 h 1279"/>
                <a:gd name="T4" fmla="*/ 2859 w 782"/>
                <a:gd name="T5" fmla="*/ 1224 h 1279"/>
                <a:gd name="T6" fmla="*/ 3249 w 782"/>
                <a:gd name="T7" fmla="*/ 1759 h 1279"/>
                <a:gd name="T8" fmla="*/ 2964 w 782"/>
                <a:gd name="T9" fmla="*/ 2069 h 1279"/>
                <a:gd name="T10" fmla="*/ 2705 w 782"/>
                <a:gd name="T11" fmla="*/ 1502 h 1279"/>
                <a:gd name="T12" fmla="*/ 3023 w 782"/>
                <a:gd name="T13" fmla="*/ 842 h 1279"/>
                <a:gd name="T14" fmla="*/ 2367 w 782"/>
                <a:gd name="T15" fmla="*/ 560 h 1279"/>
                <a:gd name="T16" fmla="*/ 1505 w 782"/>
                <a:gd name="T17" fmla="*/ 543 h 1279"/>
                <a:gd name="T18" fmla="*/ 274 w 782"/>
                <a:gd name="T19" fmla="*/ 1726 h 1279"/>
                <a:gd name="T20" fmla="*/ 311 w 782"/>
                <a:gd name="T21" fmla="*/ 2632 h 1279"/>
                <a:gd name="T22" fmla="*/ 411 w 782"/>
                <a:gd name="T23" fmla="*/ 3396 h 1279"/>
                <a:gd name="T24" fmla="*/ 512 w 782"/>
                <a:gd name="T25" fmla="*/ 3389 h 1279"/>
                <a:gd name="T26" fmla="*/ 523 w 782"/>
                <a:gd name="T27" fmla="*/ 3020 h 1279"/>
                <a:gd name="T28" fmla="*/ 804 w 782"/>
                <a:gd name="T29" fmla="*/ 2760 h 1279"/>
                <a:gd name="T30" fmla="*/ 854 w 782"/>
                <a:gd name="T31" fmla="*/ 1216 h 1279"/>
                <a:gd name="T32" fmla="*/ 1864 w 782"/>
                <a:gd name="T33" fmla="*/ 790 h 1279"/>
                <a:gd name="T34" fmla="*/ 2369 w 782"/>
                <a:gd name="T35" fmla="*/ 1329 h 1279"/>
                <a:gd name="T36" fmla="*/ 2979 w 782"/>
                <a:gd name="T37" fmla="*/ 2605 h 1279"/>
                <a:gd name="T38" fmla="*/ 4294 w 782"/>
                <a:gd name="T39" fmla="*/ 2592 h 1279"/>
                <a:gd name="T40" fmla="*/ 4369 w 782"/>
                <a:gd name="T41" fmla="*/ 4110 h 1279"/>
                <a:gd name="T42" fmla="*/ 3149 w 782"/>
                <a:gd name="T43" fmla="*/ 3522 h 1279"/>
                <a:gd name="T44" fmla="*/ 2822 w 782"/>
                <a:gd name="T45" fmla="*/ 4477 h 1279"/>
                <a:gd name="T46" fmla="*/ 2642 w 782"/>
                <a:gd name="T47" fmla="*/ 6097 h 1279"/>
                <a:gd name="T48" fmla="*/ 4236 w 782"/>
                <a:gd name="T49" fmla="*/ 5205 h 1279"/>
                <a:gd name="T50" fmla="*/ 3700 w 782"/>
                <a:gd name="T51" fmla="*/ 5904 h 1279"/>
                <a:gd name="T52" fmla="*/ 3016 w 782"/>
                <a:gd name="T53" fmla="*/ 6371 h 1279"/>
                <a:gd name="T54" fmla="*/ 2776 w 782"/>
                <a:gd name="T55" fmla="*/ 6866 h 1279"/>
                <a:gd name="T56" fmla="*/ 1966 w 782"/>
                <a:gd name="T57" fmla="*/ 7478 h 1279"/>
                <a:gd name="T58" fmla="*/ 1966 w 782"/>
                <a:gd name="T59" fmla="*/ 7478 h 1279"/>
                <a:gd name="T60" fmla="*/ 1840 w 782"/>
                <a:gd name="T61" fmla="*/ 6805 h 1279"/>
                <a:gd name="T62" fmla="*/ 1145 w 782"/>
                <a:gd name="T63" fmla="*/ 6262 h 1279"/>
                <a:gd name="T64" fmla="*/ 804 w 782"/>
                <a:gd name="T65" fmla="*/ 5969 h 1279"/>
                <a:gd name="T66" fmla="*/ 1056 w 782"/>
                <a:gd name="T67" fmla="*/ 6887 h 1279"/>
                <a:gd name="T68" fmla="*/ 2284 w 782"/>
                <a:gd name="T69" fmla="*/ 7901 h 1279"/>
                <a:gd name="T70" fmla="*/ 3737 w 782"/>
                <a:gd name="T71" fmla="*/ 7306 h 1279"/>
                <a:gd name="T72" fmla="*/ 3881 w 782"/>
                <a:gd name="T73" fmla="*/ 6327 h 1279"/>
                <a:gd name="T74" fmla="*/ 4087 w 782"/>
                <a:gd name="T75" fmla="*/ 5676 h 1279"/>
                <a:gd name="T76" fmla="*/ 4059 w 782"/>
                <a:gd name="T77" fmla="*/ 4553 h 1279"/>
                <a:gd name="T78" fmla="*/ 2661 w 782"/>
                <a:gd name="T79" fmla="*/ 5700 h 1279"/>
                <a:gd name="T80" fmla="*/ 3193 w 782"/>
                <a:gd name="T81" fmla="*/ 4127 h 1279"/>
                <a:gd name="T82" fmla="*/ 4116 w 782"/>
                <a:gd name="T83" fmla="*/ 4460 h 1279"/>
                <a:gd name="T84" fmla="*/ 4571 w 782"/>
                <a:gd name="T85" fmla="*/ 3574 h 12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82" h="1279">
                  <a:moveTo>
                    <a:pt x="723" y="561"/>
                  </a:moveTo>
                  <a:cubicBezTo>
                    <a:pt x="723" y="561"/>
                    <a:pt x="782" y="544"/>
                    <a:pt x="739" y="451"/>
                  </a:cubicBezTo>
                  <a:cubicBezTo>
                    <a:pt x="697" y="357"/>
                    <a:pt x="715" y="232"/>
                    <a:pt x="606" y="309"/>
                  </a:cubicBezTo>
                  <a:cubicBezTo>
                    <a:pt x="606" y="309"/>
                    <a:pt x="716" y="222"/>
                    <a:pt x="582" y="163"/>
                  </a:cubicBezTo>
                  <a:cubicBezTo>
                    <a:pt x="558" y="152"/>
                    <a:pt x="514" y="88"/>
                    <a:pt x="480" y="134"/>
                  </a:cubicBezTo>
                  <a:cubicBezTo>
                    <a:pt x="480" y="134"/>
                    <a:pt x="454" y="170"/>
                    <a:pt x="452" y="192"/>
                  </a:cubicBezTo>
                  <a:cubicBezTo>
                    <a:pt x="450" y="214"/>
                    <a:pt x="439" y="252"/>
                    <a:pt x="472" y="254"/>
                  </a:cubicBezTo>
                  <a:cubicBezTo>
                    <a:pt x="504" y="256"/>
                    <a:pt x="493" y="276"/>
                    <a:pt x="514" y="276"/>
                  </a:cubicBezTo>
                  <a:cubicBezTo>
                    <a:pt x="535" y="275"/>
                    <a:pt x="577" y="240"/>
                    <a:pt x="549" y="285"/>
                  </a:cubicBezTo>
                  <a:cubicBezTo>
                    <a:pt x="520" y="330"/>
                    <a:pt x="433" y="427"/>
                    <a:pt x="469" y="325"/>
                  </a:cubicBezTo>
                  <a:cubicBezTo>
                    <a:pt x="479" y="298"/>
                    <a:pt x="455" y="296"/>
                    <a:pt x="421" y="301"/>
                  </a:cubicBezTo>
                  <a:cubicBezTo>
                    <a:pt x="387" y="305"/>
                    <a:pt x="394" y="266"/>
                    <a:pt x="428" y="236"/>
                  </a:cubicBezTo>
                  <a:cubicBezTo>
                    <a:pt x="436" y="228"/>
                    <a:pt x="445" y="211"/>
                    <a:pt x="448" y="191"/>
                  </a:cubicBezTo>
                  <a:cubicBezTo>
                    <a:pt x="451" y="170"/>
                    <a:pt x="478" y="132"/>
                    <a:pt x="478" y="132"/>
                  </a:cubicBezTo>
                  <a:cubicBezTo>
                    <a:pt x="478" y="132"/>
                    <a:pt x="511" y="91"/>
                    <a:pt x="449" y="87"/>
                  </a:cubicBezTo>
                  <a:cubicBezTo>
                    <a:pt x="427" y="85"/>
                    <a:pt x="406" y="45"/>
                    <a:pt x="374" y="88"/>
                  </a:cubicBezTo>
                  <a:cubicBezTo>
                    <a:pt x="374" y="88"/>
                    <a:pt x="387" y="33"/>
                    <a:pt x="299" y="44"/>
                  </a:cubicBezTo>
                  <a:cubicBezTo>
                    <a:pt x="247" y="51"/>
                    <a:pt x="231" y="61"/>
                    <a:pt x="238" y="85"/>
                  </a:cubicBezTo>
                  <a:cubicBezTo>
                    <a:pt x="238" y="85"/>
                    <a:pt x="95" y="0"/>
                    <a:pt x="33" y="100"/>
                  </a:cubicBezTo>
                  <a:cubicBezTo>
                    <a:pt x="0" y="153"/>
                    <a:pt x="58" y="188"/>
                    <a:pt x="43" y="271"/>
                  </a:cubicBezTo>
                  <a:cubicBezTo>
                    <a:pt x="29" y="353"/>
                    <a:pt x="77" y="341"/>
                    <a:pt x="93" y="348"/>
                  </a:cubicBezTo>
                  <a:cubicBezTo>
                    <a:pt x="93" y="348"/>
                    <a:pt x="34" y="332"/>
                    <a:pt x="49" y="413"/>
                  </a:cubicBezTo>
                  <a:cubicBezTo>
                    <a:pt x="61" y="480"/>
                    <a:pt x="36" y="522"/>
                    <a:pt x="58" y="531"/>
                  </a:cubicBezTo>
                  <a:cubicBezTo>
                    <a:pt x="58" y="531"/>
                    <a:pt x="62" y="532"/>
                    <a:pt x="65" y="533"/>
                  </a:cubicBezTo>
                  <a:cubicBezTo>
                    <a:pt x="69" y="533"/>
                    <a:pt x="73" y="533"/>
                    <a:pt x="74" y="533"/>
                  </a:cubicBezTo>
                  <a:cubicBezTo>
                    <a:pt x="75" y="533"/>
                    <a:pt x="81" y="532"/>
                    <a:pt x="81" y="532"/>
                  </a:cubicBezTo>
                  <a:cubicBezTo>
                    <a:pt x="84" y="529"/>
                    <a:pt x="84" y="529"/>
                    <a:pt x="84" y="529"/>
                  </a:cubicBezTo>
                  <a:cubicBezTo>
                    <a:pt x="134" y="512"/>
                    <a:pt x="69" y="481"/>
                    <a:pt x="83" y="474"/>
                  </a:cubicBezTo>
                  <a:cubicBezTo>
                    <a:pt x="97" y="468"/>
                    <a:pt x="94" y="431"/>
                    <a:pt x="94" y="431"/>
                  </a:cubicBezTo>
                  <a:cubicBezTo>
                    <a:pt x="90" y="410"/>
                    <a:pt x="96" y="411"/>
                    <a:pt x="127" y="433"/>
                  </a:cubicBezTo>
                  <a:cubicBezTo>
                    <a:pt x="195" y="481"/>
                    <a:pt x="245" y="337"/>
                    <a:pt x="162" y="324"/>
                  </a:cubicBezTo>
                  <a:cubicBezTo>
                    <a:pt x="79" y="311"/>
                    <a:pt x="202" y="231"/>
                    <a:pt x="135" y="191"/>
                  </a:cubicBezTo>
                  <a:cubicBezTo>
                    <a:pt x="69" y="151"/>
                    <a:pt x="186" y="31"/>
                    <a:pt x="183" y="137"/>
                  </a:cubicBezTo>
                  <a:cubicBezTo>
                    <a:pt x="181" y="244"/>
                    <a:pt x="301" y="60"/>
                    <a:pt x="295" y="124"/>
                  </a:cubicBezTo>
                  <a:cubicBezTo>
                    <a:pt x="290" y="188"/>
                    <a:pt x="322" y="201"/>
                    <a:pt x="346" y="151"/>
                  </a:cubicBezTo>
                  <a:cubicBezTo>
                    <a:pt x="370" y="100"/>
                    <a:pt x="431" y="161"/>
                    <a:pt x="375" y="209"/>
                  </a:cubicBezTo>
                  <a:cubicBezTo>
                    <a:pt x="319" y="257"/>
                    <a:pt x="391" y="313"/>
                    <a:pt x="383" y="359"/>
                  </a:cubicBezTo>
                  <a:cubicBezTo>
                    <a:pt x="375" y="404"/>
                    <a:pt x="437" y="369"/>
                    <a:pt x="471" y="409"/>
                  </a:cubicBezTo>
                  <a:cubicBezTo>
                    <a:pt x="506" y="449"/>
                    <a:pt x="538" y="473"/>
                    <a:pt x="583" y="463"/>
                  </a:cubicBezTo>
                  <a:cubicBezTo>
                    <a:pt x="629" y="452"/>
                    <a:pt x="679" y="337"/>
                    <a:pt x="679" y="407"/>
                  </a:cubicBezTo>
                  <a:cubicBezTo>
                    <a:pt x="679" y="476"/>
                    <a:pt x="721" y="519"/>
                    <a:pt x="661" y="549"/>
                  </a:cubicBezTo>
                  <a:cubicBezTo>
                    <a:pt x="601" y="580"/>
                    <a:pt x="706" y="605"/>
                    <a:pt x="691" y="645"/>
                  </a:cubicBezTo>
                  <a:cubicBezTo>
                    <a:pt x="677" y="685"/>
                    <a:pt x="613" y="597"/>
                    <a:pt x="590" y="607"/>
                  </a:cubicBezTo>
                  <a:cubicBezTo>
                    <a:pt x="567" y="616"/>
                    <a:pt x="577" y="587"/>
                    <a:pt x="498" y="553"/>
                  </a:cubicBezTo>
                  <a:cubicBezTo>
                    <a:pt x="419" y="520"/>
                    <a:pt x="387" y="585"/>
                    <a:pt x="406" y="600"/>
                  </a:cubicBezTo>
                  <a:cubicBezTo>
                    <a:pt x="425" y="615"/>
                    <a:pt x="509" y="691"/>
                    <a:pt x="446" y="703"/>
                  </a:cubicBezTo>
                  <a:cubicBezTo>
                    <a:pt x="383" y="715"/>
                    <a:pt x="425" y="796"/>
                    <a:pt x="395" y="827"/>
                  </a:cubicBezTo>
                  <a:cubicBezTo>
                    <a:pt x="366" y="857"/>
                    <a:pt x="349" y="933"/>
                    <a:pt x="418" y="957"/>
                  </a:cubicBezTo>
                  <a:cubicBezTo>
                    <a:pt x="487" y="981"/>
                    <a:pt x="519" y="815"/>
                    <a:pt x="561" y="779"/>
                  </a:cubicBezTo>
                  <a:cubicBezTo>
                    <a:pt x="602" y="743"/>
                    <a:pt x="634" y="727"/>
                    <a:pt x="670" y="817"/>
                  </a:cubicBezTo>
                  <a:cubicBezTo>
                    <a:pt x="706" y="908"/>
                    <a:pt x="507" y="791"/>
                    <a:pt x="508" y="900"/>
                  </a:cubicBezTo>
                  <a:cubicBezTo>
                    <a:pt x="509" y="1009"/>
                    <a:pt x="564" y="915"/>
                    <a:pt x="585" y="927"/>
                  </a:cubicBezTo>
                  <a:cubicBezTo>
                    <a:pt x="605" y="938"/>
                    <a:pt x="578" y="950"/>
                    <a:pt x="563" y="959"/>
                  </a:cubicBezTo>
                  <a:cubicBezTo>
                    <a:pt x="547" y="967"/>
                    <a:pt x="501" y="937"/>
                    <a:pt x="477" y="1000"/>
                  </a:cubicBezTo>
                  <a:cubicBezTo>
                    <a:pt x="454" y="1063"/>
                    <a:pt x="547" y="1054"/>
                    <a:pt x="555" y="1112"/>
                  </a:cubicBezTo>
                  <a:cubicBezTo>
                    <a:pt x="564" y="1170"/>
                    <a:pt x="509" y="1079"/>
                    <a:pt x="439" y="1078"/>
                  </a:cubicBezTo>
                  <a:cubicBezTo>
                    <a:pt x="369" y="1077"/>
                    <a:pt x="367" y="1179"/>
                    <a:pt x="367" y="1179"/>
                  </a:cubicBezTo>
                  <a:cubicBezTo>
                    <a:pt x="347" y="1158"/>
                    <a:pt x="322" y="1168"/>
                    <a:pt x="311" y="1174"/>
                  </a:cubicBezTo>
                  <a:cubicBezTo>
                    <a:pt x="308" y="1176"/>
                    <a:pt x="307" y="1177"/>
                    <a:pt x="307" y="1177"/>
                  </a:cubicBezTo>
                  <a:cubicBezTo>
                    <a:pt x="307" y="1177"/>
                    <a:pt x="308" y="1176"/>
                    <a:pt x="311" y="1174"/>
                  </a:cubicBezTo>
                  <a:cubicBezTo>
                    <a:pt x="320" y="1168"/>
                    <a:pt x="338" y="1152"/>
                    <a:pt x="358" y="1114"/>
                  </a:cubicBezTo>
                  <a:cubicBezTo>
                    <a:pt x="385" y="1063"/>
                    <a:pt x="321" y="1057"/>
                    <a:pt x="291" y="1068"/>
                  </a:cubicBezTo>
                  <a:cubicBezTo>
                    <a:pt x="262" y="1079"/>
                    <a:pt x="260" y="1058"/>
                    <a:pt x="227" y="1043"/>
                  </a:cubicBezTo>
                  <a:cubicBezTo>
                    <a:pt x="195" y="1029"/>
                    <a:pt x="197" y="1002"/>
                    <a:pt x="181" y="983"/>
                  </a:cubicBezTo>
                  <a:cubicBezTo>
                    <a:pt x="165" y="964"/>
                    <a:pt x="175" y="907"/>
                    <a:pt x="175" y="907"/>
                  </a:cubicBezTo>
                  <a:cubicBezTo>
                    <a:pt x="170" y="917"/>
                    <a:pt x="140" y="931"/>
                    <a:pt x="127" y="937"/>
                  </a:cubicBezTo>
                  <a:cubicBezTo>
                    <a:pt x="95" y="951"/>
                    <a:pt x="95" y="1012"/>
                    <a:pt x="145" y="1025"/>
                  </a:cubicBezTo>
                  <a:cubicBezTo>
                    <a:pt x="195" y="1037"/>
                    <a:pt x="168" y="1053"/>
                    <a:pt x="167" y="1081"/>
                  </a:cubicBezTo>
                  <a:cubicBezTo>
                    <a:pt x="167" y="1109"/>
                    <a:pt x="189" y="1148"/>
                    <a:pt x="232" y="1149"/>
                  </a:cubicBezTo>
                  <a:cubicBezTo>
                    <a:pt x="232" y="1149"/>
                    <a:pt x="172" y="1279"/>
                    <a:pt x="361" y="1240"/>
                  </a:cubicBezTo>
                  <a:cubicBezTo>
                    <a:pt x="498" y="1212"/>
                    <a:pt x="506" y="1208"/>
                    <a:pt x="502" y="1153"/>
                  </a:cubicBezTo>
                  <a:cubicBezTo>
                    <a:pt x="502" y="1153"/>
                    <a:pt x="513" y="1233"/>
                    <a:pt x="591" y="1147"/>
                  </a:cubicBezTo>
                  <a:cubicBezTo>
                    <a:pt x="670" y="1060"/>
                    <a:pt x="630" y="1049"/>
                    <a:pt x="587" y="1045"/>
                  </a:cubicBezTo>
                  <a:cubicBezTo>
                    <a:pt x="587" y="1045"/>
                    <a:pt x="623" y="1037"/>
                    <a:pt x="614" y="993"/>
                  </a:cubicBezTo>
                  <a:cubicBezTo>
                    <a:pt x="605" y="949"/>
                    <a:pt x="621" y="945"/>
                    <a:pt x="645" y="928"/>
                  </a:cubicBezTo>
                  <a:cubicBezTo>
                    <a:pt x="668" y="911"/>
                    <a:pt x="653" y="894"/>
                    <a:pt x="646" y="891"/>
                  </a:cubicBezTo>
                  <a:cubicBezTo>
                    <a:pt x="653" y="893"/>
                    <a:pt x="710" y="906"/>
                    <a:pt x="734" y="813"/>
                  </a:cubicBezTo>
                  <a:cubicBezTo>
                    <a:pt x="759" y="715"/>
                    <a:pt x="683" y="729"/>
                    <a:pt x="642" y="715"/>
                  </a:cubicBezTo>
                  <a:cubicBezTo>
                    <a:pt x="601" y="700"/>
                    <a:pt x="529" y="719"/>
                    <a:pt x="497" y="804"/>
                  </a:cubicBezTo>
                  <a:cubicBezTo>
                    <a:pt x="465" y="889"/>
                    <a:pt x="446" y="925"/>
                    <a:pt x="421" y="895"/>
                  </a:cubicBezTo>
                  <a:cubicBezTo>
                    <a:pt x="395" y="864"/>
                    <a:pt x="482" y="867"/>
                    <a:pt x="477" y="776"/>
                  </a:cubicBezTo>
                  <a:cubicBezTo>
                    <a:pt x="471" y="685"/>
                    <a:pt x="558" y="737"/>
                    <a:pt x="505" y="648"/>
                  </a:cubicBezTo>
                  <a:cubicBezTo>
                    <a:pt x="505" y="648"/>
                    <a:pt x="550" y="703"/>
                    <a:pt x="589" y="671"/>
                  </a:cubicBezTo>
                  <a:cubicBezTo>
                    <a:pt x="589" y="671"/>
                    <a:pt x="602" y="705"/>
                    <a:pt x="651" y="700"/>
                  </a:cubicBezTo>
                  <a:cubicBezTo>
                    <a:pt x="701" y="695"/>
                    <a:pt x="737" y="771"/>
                    <a:pt x="745" y="667"/>
                  </a:cubicBezTo>
                  <a:cubicBezTo>
                    <a:pt x="753" y="563"/>
                    <a:pt x="749" y="559"/>
                    <a:pt x="723" y="56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8" name="Freeform 188">
              <a:extLst>
                <a:ext uri="{FF2B5EF4-FFF2-40B4-BE49-F238E27FC236}">
                  <a16:creationId xmlns:a16="http://schemas.microsoft.com/office/drawing/2014/main" id="{7740986C-142B-40AE-A358-69611C0B9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377"/>
              <a:ext cx="148" cy="115"/>
            </a:xfrm>
            <a:custGeom>
              <a:avLst/>
              <a:gdLst>
                <a:gd name="T0" fmla="*/ 475 w 80"/>
                <a:gd name="T1" fmla="*/ 293 h 62"/>
                <a:gd name="T2" fmla="*/ 194 w 80"/>
                <a:gd name="T3" fmla="*/ 343 h 62"/>
                <a:gd name="T4" fmla="*/ 31 w 80"/>
                <a:gd name="T5" fmla="*/ 104 h 62"/>
                <a:gd name="T6" fmla="*/ 318 w 80"/>
                <a:gd name="T7" fmla="*/ 52 h 62"/>
                <a:gd name="T8" fmla="*/ 475 w 80"/>
                <a:gd name="T9" fmla="*/ 29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62">
                  <a:moveTo>
                    <a:pt x="75" y="46"/>
                  </a:moveTo>
                  <a:cubicBezTo>
                    <a:pt x="70" y="58"/>
                    <a:pt x="50" y="62"/>
                    <a:pt x="31" y="54"/>
                  </a:cubicBezTo>
                  <a:cubicBezTo>
                    <a:pt x="11" y="45"/>
                    <a:pt x="0" y="28"/>
                    <a:pt x="5" y="16"/>
                  </a:cubicBezTo>
                  <a:cubicBezTo>
                    <a:pt x="10" y="4"/>
                    <a:pt x="30" y="0"/>
                    <a:pt x="50" y="8"/>
                  </a:cubicBezTo>
                  <a:cubicBezTo>
                    <a:pt x="69" y="17"/>
                    <a:pt x="80" y="33"/>
                    <a:pt x="75" y="46"/>
                  </a:cubicBezTo>
                  <a:close/>
                </a:path>
              </a:pathLst>
            </a:custGeom>
            <a:solidFill>
              <a:srgbClr val="B784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9" name="Freeform 189">
              <a:extLst>
                <a:ext uri="{FF2B5EF4-FFF2-40B4-BE49-F238E27FC236}">
                  <a16:creationId xmlns:a16="http://schemas.microsoft.com/office/drawing/2014/main" id="{C84340CF-0509-44A1-88B0-C24CB5C90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520"/>
              <a:ext cx="377" cy="409"/>
            </a:xfrm>
            <a:custGeom>
              <a:avLst/>
              <a:gdLst>
                <a:gd name="T0" fmla="*/ 416 w 204"/>
                <a:gd name="T1" fmla="*/ 20 h 221"/>
                <a:gd name="T2" fmla="*/ 170 w 204"/>
                <a:gd name="T3" fmla="*/ 603 h 221"/>
                <a:gd name="T4" fmla="*/ 939 w 204"/>
                <a:gd name="T5" fmla="*/ 1260 h 221"/>
                <a:gd name="T6" fmla="*/ 1199 w 204"/>
                <a:gd name="T7" fmla="*/ 1401 h 221"/>
                <a:gd name="T8" fmla="*/ 991 w 204"/>
                <a:gd name="T9" fmla="*/ 1116 h 221"/>
                <a:gd name="T10" fmla="*/ 713 w 204"/>
                <a:gd name="T11" fmla="*/ 483 h 221"/>
                <a:gd name="T12" fmla="*/ 416 w 204"/>
                <a:gd name="T13" fmla="*/ 2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4" h="221">
                  <a:moveTo>
                    <a:pt x="66" y="3"/>
                  </a:moveTo>
                  <a:cubicBezTo>
                    <a:pt x="42" y="4"/>
                    <a:pt x="0" y="24"/>
                    <a:pt x="27" y="95"/>
                  </a:cubicBezTo>
                  <a:cubicBezTo>
                    <a:pt x="53" y="166"/>
                    <a:pt x="99" y="178"/>
                    <a:pt x="149" y="199"/>
                  </a:cubicBezTo>
                  <a:cubicBezTo>
                    <a:pt x="162" y="204"/>
                    <a:pt x="185" y="201"/>
                    <a:pt x="190" y="221"/>
                  </a:cubicBezTo>
                  <a:cubicBezTo>
                    <a:pt x="190" y="221"/>
                    <a:pt x="204" y="198"/>
                    <a:pt x="157" y="176"/>
                  </a:cubicBezTo>
                  <a:cubicBezTo>
                    <a:pt x="111" y="153"/>
                    <a:pt x="98" y="107"/>
                    <a:pt x="113" y="76"/>
                  </a:cubicBezTo>
                  <a:cubicBezTo>
                    <a:pt x="128" y="46"/>
                    <a:pt x="111" y="0"/>
                    <a:pt x="66" y="3"/>
                  </a:cubicBezTo>
                  <a:close/>
                </a:path>
              </a:pathLst>
            </a:custGeom>
            <a:solidFill>
              <a:srgbClr val="E5B3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0" name="Freeform 190">
              <a:extLst>
                <a:ext uri="{FF2B5EF4-FFF2-40B4-BE49-F238E27FC236}">
                  <a16:creationId xmlns:a16="http://schemas.microsoft.com/office/drawing/2014/main" id="{C3B0BBF3-7C06-4821-B102-6F7A3E5B1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16"/>
              <a:ext cx="187" cy="262"/>
            </a:xfrm>
            <a:custGeom>
              <a:avLst/>
              <a:gdLst>
                <a:gd name="T0" fmla="*/ 394 w 101"/>
                <a:gd name="T1" fmla="*/ 24 h 141"/>
                <a:gd name="T2" fmla="*/ 311 w 101"/>
                <a:gd name="T3" fmla="*/ 596 h 141"/>
                <a:gd name="T4" fmla="*/ 611 w 101"/>
                <a:gd name="T5" fmla="*/ 615 h 141"/>
                <a:gd name="T6" fmla="*/ 394 w 101"/>
                <a:gd name="T7" fmla="*/ 24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41">
                  <a:moveTo>
                    <a:pt x="62" y="4"/>
                  </a:moveTo>
                  <a:cubicBezTo>
                    <a:pt x="39" y="0"/>
                    <a:pt x="0" y="46"/>
                    <a:pt x="49" y="93"/>
                  </a:cubicBezTo>
                  <a:cubicBezTo>
                    <a:pt x="99" y="141"/>
                    <a:pt x="91" y="124"/>
                    <a:pt x="96" y="96"/>
                  </a:cubicBezTo>
                  <a:cubicBezTo>
                    <a:pt x="101" y="68"/>
                    <a:pt x="98" y="11"/>
                    <a:pt x="62" y="4"/>
                  </a:cubicBezTo>
                  <a:close/>
                </a:path>
              </a:pathLst>
            </a:custGeom>
            <a:solidFill>
              <a:srgbClr val="E5AB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1" name="Freeform 191">
              <a:extLst>
                <a:ext uri="{FF2B5EF4-FFF2-40B4-BE49-F238E27FC236}">
                  <a16:creationId xmlns:a16="http://schemas.microsoft.com/office/drawing/2014/main" id="{EC6BD189-1BB5-4F48-9DBA-7A956ECD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2529"/>
              <a:ext cx="120" cy="89"/>
            </a:xfrm>
            <a:custGeom>
              <a:avLst/>
              <a:gdLst>
                <a:gd name="T0" fmla="*/ 61 w 65"/>
                <a:gd name="T1" fmla="*/ 13 h 48"/>
                <a:gd name="T2" fmla="*/ 395 w 65"/>
                <a:gd name="T3" fmla="*/ 237 h 48"/>
                <a:gd name="T4" fmla="*/ 113 w 65"/>
                <a:gd name="T5" fmla="*/ 210 h 48"/>
                <a:gd name="T6" fmla="*/ 61 w 65"/>
                <a:gd name="T7" fmla="*/ 1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48">
                  <a:moveTo>
                    <a:pt x="10" y="2"/>
                  </a:moveTo>
                  <a:cubicBezTo>
                    <a:pt x="10" y="2"/>
                    <a:pt x="54" y="10"/>
                    <a:pt x="63" y="37"/>
                  </a:cubicBezTo>
                  <a:cubicBezTo>
                    <a:pt x="65" y="43"/>
                    <a:pt x="28" y="48"/>
                    <a:pt x="18" y="33"/>
                  </a:cubicBezTo>
                  <a:cubicBezTo>
                    <a:pt x="9" y="18"/>
                    <a:pt x="0" y="0"/>
                    <a:pt x="10" y="2"/>
                  </a:cubicBezTo>
                  <a:close/>
                </a:path>
              </a:pathLst>
            </a:custGeom>
            <a:solidFill>
              <a:srgbClr val="D89A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2" name="Freeform 192">
              <a:extLst>
                <a:ext uri="{FF2B5EF4-FFF2-40B4-BE49-F238E27FC236}">
                  <a16:creationId xmlns:a16="http://schemas.microsoft.com/office/drawing/2014/main" id="{04ED1772-A717-4B9B-8835-880783E5E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941"/>
              <a:ext cx="128" cy="96"/>
            </a:xfrm>
            <a:custGeom>
              <a:avLst/>
              <a:gdLst>
                <a:gd name="T0" fmla="*/ 0 w 69"/>
                <a:gd name="T1" fmla="*/ 0 h 52"/>
                <a:gd name="T2" fmla="*/ 440 w 69"/>
                <a:gd name="T3" fmla="*/ 327 h 52"/>
                <a:gd name="T4" fmla="*/ 193 w 69"/>
                <a:gd name="T5" fmla="*/ 68 h 52"/>
                <a:gd name="T6" fmla="*/ 0 w 69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52">
                  <a:moveTo>
                    <a:pt x="0" y="0"/>
                  </a:moveTo>
                  <a:cubicBezTo>
                    <a:pt x="0" y="0"/>
                    <a:pt x="23" y="49"/>
                    <a:pt x="69" y="52"/>
                  </a:cubicBezTo>
                  <a:cubicBezTo>
                    <a:pt x="69" y="52"/>
                    <a:pt x="60" y="23"/>
                    <a:pt x="30" y="1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A8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3" name="Freeform 193">
              <a:extLst>
                <a:ext uri="{FF2B5EF4-FFF2-40B4-BE49-F238E27FC236}">
                  <a16:creationId xmlns:a16="http://schemas.microsoft.com/office/drawing/2014/main" id="{12EC5EB1-9FAA-49D7-9D4D-4750F049E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005"/>
              <a:ext cx="170" cy="99"/>
            </a:xfrm>
            <a:custGeom>
              <a:avLst/>
              <a:gdLst>
                <a:gd name="T0" fmla="*/ 556 w 92"/>
                <a:gd name="T1" fmla="*/ 202 h 53"/>
                <a:gd name="T2" fmla="*/ 403 w 92"/>
                <a:gd name="T3" fmla="*/ 293 h 53"/>
                <a:gd name="T4" fmla="*/ 0 w 92"/>
                <a:gd name="T5" fmla="*/ 0 h 53"/>
                <a:gd name="T6" fmla="*/ 395 w 92"/>
                <a:gd name="T7" fmla="*/ 149 h 53"/>
                <a:gd name="T8" fmla="*/ 556 w 92"/>
                <a:gd name="T9" fmla="*/ 20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53">
                  <a:moveTo>
                    <a:pt x="88" y="31"/>
                  </a:moveTo>
                  <a:cubicBezTo>
                    <a:pt x="88" y="31"/>
                    <a:pt x="82" y="53"/>
                    <a:pt x="64" y="45"/>
                  </a:cubicBezTo>
                  <a:cubicBezTo>
                    <a:pt x="47" y="37"/>
                    <a:pt x="9" y="10"/>
                    <a:pt x="0" y="0"/>
                  </a:cubicBezTo>
                  <a:cubicBezTo>
                    <a:pt x="0" y="0"/>
                    <a:pt x="49" y="22"/>
                    <a:pt x="63" y="23"/>
                  </a:cubicBezTo>
                  <a:cubicBezTo>
                    <a:pt x="77" y="24"/>
                    <a:pt x="92" y="22"/>
                    <a:pt x="88" y="31"/>
                  </a:cubicBezTo>
                  <a:close/>
                </a:path>
              </a:pathLst>
            </a:custGeom>
            <a:solidFill>
              <a:srgbClr val="7567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4" name="Freeform 194">
              <a:extLst>
                <a:ext uri="{FF2B5EF4-FFF2-40B4-BE49-F238E27FC236}">
                  <a16:creationId xmlns:a16="http://schemas.microsoft.com/office/drawing/2014/main" id="{BDC6A4C6-D82D-41A4-8C6E-D5385A784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461"/>
              <a:ext cx="98" cy="572"/>
            </a:xfrm>
            <a:custGeom>
              <a:avLst/>
              <a:gdLst>
                <a:gd name="T0" fmla="*/ 335 w 53"/>
                <a:gd name="T1" fmla="*/ 0 h 309"/>
                <a:gd name="T2" fmla="*/ 194 w 53"/>
                <a:gd name="T3" fmla="*/ 528 h 309"/>
                <a:gd name="T4" fmla="*/ 157 w 53"/>
                <a:gd name="T5" fmla="*/ 1505 h 309"/>
                <a:gd name="T6" fmla="*/ 229 w 53"/>
                <a:gd name="T7" fmla="*/ 1960 h 309"/>
                <a:gd name="T8" fmla="*/ 102 w 53"/>
                <a:gd name="T9" fmla="*/ 1573 h 309"/>
                <a:gd name="T10" fmla="*/ 0 w 53"/>
                <a:gd name="T11" fmla="*/ 1261 h 309"/>
                <a:gd name="T12" fmla="*/ 7 w 53"/>
                <a:gd name="T13" fmla="*/ 692 h 309"/>
                <a:gd name="T14" fmla="*/ 335 w 53"/>
                <a:gd name="T15" fmla="*/ 0 h 3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309">
                  <a:moveTo>
                    <a:pt x="53" y="0"/>
                  </a:moveTo>
                  <a:cubicBezTo>
                    <a:pt x="53" y="0"/>
                    <a:pt x="44" y="55"/>
                    <a:pt x="31" y="83"/>
                  </a:cubicBezTo>
                  <a:cubicBezTo>
                    <a:pt x="17" y="110"/>
                    <a:pt x="11" y="218"/>
                    <a:pt x="25" y="237"/>
                  </a:cubicBezTo>
                  <a:cubicBezTo>
                    <a:pt x="39" y="256"/>
                    <a:pt x="38" y="288"/>
                    <a:pt x="36" y="309"/>
                  </a:cubicBezTo>
                  <a:cubicBezTo>
                    <a:pt x="36" y="309"/>
                    <a:pt x="35" y="262"/>
                    <a:pt x="16" y="248"/>
                  </a:cubicBezTo>
                  <a:cubicBezTo>
                    <a:pt x="16" y="248"/>
                    <a:pt x="17" y="207"/>
                    <a:pt x="0" y="199"/>
                  </a:cubicBezTo>
                  <a:cubicBezTo>
                    <a:pt x="0" y="199"/>
                    <a:pt x="27" y="135"/>
                    <a:pt x="1" y="109"/>
                  </a:cubicBezTo>
                  <a:cubicBezTo>
                    <a:pt x="1" y="109"/>
                    <a:pt x="39" y="69"/>
                    <a:pt x="53" y="0"/>
                  </a:cubicBezTo>
                  <a:close/>
                </a:path>
              </a:pathLst>
            </a:custGeom>
            <a:solidFill>
              <a:srgbClr val="BF9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5" name="Freeform 195">
              <a:extLst>
                <a:ext uri="{FF2B5EF4-FFF2-40B4-BE49-F238E27FC236}">
                  <a16:creationId xmlns:a16="http://schemas.microsoft.com/office/drawing/2014/main" id="{37EA64CA-F8F8-4754-AA27-9C7A5EEC6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486"/>
              <a:ext cx="211" cy="581"/>
            </a:xfrm>
            <a:custGeom>
              <a:avLst/>
              <a:gdLst>
                <a:gd name="T0" fmla="*/ 379 w 114"/>
                <a:gd name="T1" fmla="*/ 0 h 313"/>
                <a:gd name="T2" fmla="*/ 217 w 114"/>
                <a:gd name="T3" fmla="*/ 455 h 313"/>
                <a:gd name="T4" fmla="*/ 230 w 114"/>
                <a:gd name="T5" fmla="*/ 1375 h 313"/>
                <a:gd name="T6" fmla="*/ 342 w 114"/>
                <a:gd name="T7" fmla="*/ 2001 h 313"/>
                <a:gd name="T8" fmla="*/ 724 w 114"/>
                <a:gd name="T9" fmla="*/ 1665 h 313"/>
                <a:gd name="T10" fmla="*/ 633 w 114"/>
                <a:gd name="T11" fmla="*/ 1496 h 313"/>
                <a:gd name="T12" fmla="*/ 552 w 114"/>
                <a:gd name="T13" fmla="*/ 1067 h 313"/>
                <a:gd name="T14" fmla="*/ 700 w 114"/>
                <a:gd name="T15" fmla="*/ 806 h 313"/>
                <a:gd name="T16" fmla="*/ 552 w 114"/>
                <a:gd name="T17" fmla="*/ 510 h 313"/>
                <a:gd name="T18" fmla="*/ 379 w 114"/>
                <a:gd name="T19" fmla="*/ 0 h 3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313">
                  <a:moveTo>
                    <a:pt x="60" y="0"/>
                  </a:moveTo>
                  <a:cubicBezTo>
                    <a:pt x="60" y="0"/>
                    <a:pt x="44" y="55"/>
                    <a:pt x="34" y="71"/>
                  </a:cubicBezTo>
                  <a:cubicBezTo>
                    <a:pt x="24" y="87"/>
                    <a:pt x="0" y="169"/>
                    <a:pt x="36" y="215"/>
                  </a:cubicBezTo>
                  <a:cubicBezTo>
                    <a:pt x="73" y="261"/>
                    <a:pt x="54" y="313"/>
                    <a:pt x="54" y="313"/>
                  </a:cubicBezTo>
                  <a:cubicBezTo>
                    <a:pt x="114" y="260"/>
                    <a:pt x="114" y="260"/>
                    <a:pt x="114" y="260"/>
                  </a:cubicBezTo>
                  <a:cubicBezTo>
                    <a:pt x="114" y="260"/>
                    <a:pt x="113" y="240"/>
                    <a:pt x="100" y="234"/>
                  </a:cubicBezTo>
                  <a:cubicBezTo>
                    <a:pt x="88" y="227"/>
                    <a:pt x="80" y="190"/>
                    <a:pt x="87" y="167"/>
                  </a:cubicBezTo>
                  <a:cubicBezTo>
                    <a:pt x="94" y="144"/>
                    <a:pt x="110" y="126"/>
                    <a:pt x="110" y="126"/>
                  </a:cubicBezTo>
                  <a:cubicBezTo>
                    <a:pt x="110" y="126"/>
                    <a:pt x="91" y="102"/>
                    <a:pt x="87" y="80"/>
                  </a:cubicBezTo>
                  <a:cubicBezTo>
                    <a:pt x="83" y="58"/>
                    <a:pt x="76" y="9"/>
                    <a:pt x="60" y="0"/>
                  </a:cubicBezTo>
                  <a:close/>
                </a:path>
              </a:pathLst>
            </a:custGeom>
            <a:solidFill>
              <a:srgbClr val="CC7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6" name="Freeform 196">
              <a:extLst>
                <a:ext uri="{FF2B5EF4-FFF2-40B4-BE49-F238E27FC236}">
                  <a16:creationId xmlns:a16="http://schemas.microsoft.com/office/drawing/2014/main" id="{D25D2792-D572-4EDF-995B-DDDCC2CBB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740"/>
              <a:ext cx="91" cy="225"/>
            </a:xfrm>
            <a:custGeom>
              <a:avLst/>
              <a:gdLst>
                <a:gd name="T0" fmla="*/ 128 w 49"/>
                <a:gd name="T1" fmla="*/ 0 h 121"/>
                <a:gd name="T2" fmla="*/ 20 w 49"/>
                <a:gd name="T3" fmla="*/ 329 h 121"/>
                <a:gd name="T4" fmla="*/ 165 w 49"/>
                <a:gd name="T5" fmla="*/ 777 h 121"/>
                <a:gd name="T6" fmla="*/ 314 w 49"/>
                <a:gd name="T7" fmla="*/ 688 h 121"/>
                <a:gd name="T8" fmla="*/ 293 w 49"/>
                <a:gd name="T9" fmla="*/ 374 h 121"/>
                <a:gd name="T10" fmla="*/ 128 w 49"/>
                <a:gd name="T11" fmla="*/ 0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21">
                  <a:moveTo>
                    <a:pt x="20" y="0"/>
                  </a:moveTo>
                  <a:cubicBezTo>
                    <a:pt x="20" y="0"/>
                    <a:pt x="0" y="26"/>
                    <a:pt x="3" y="51"/>
                  </a:cubicBezTo>
                  <a:cubicBezTo>
                    <a:pt x="5" y="75"/>
                    <a:pt x="28" y="102"/>
                    <a:pt x="26" y="121"/>
                  </a:cubicBezTo>
                  <a:cubicBezTo>
                    <a:pt x="49" y="107"/>
                    <a:pt x="49" y="107"/>
                    <a:pt x="49" y="107"/>
                  </a:cubicBezTo>
                  <a:cubicBezTo>
                    <a:pt x="49" y="107"/>
                    <a:pt x="36" y="70"/>
                    <a:pt x="46" y="58"/>
                  </a:cubicBezTo>
                  <a:cubicBezTo>
                    <a:pt x="46" y="58"/>
                    <a:pt x="39" y="22"/>
                    <a:pt x="20" y="0"/>
                  </a:cubicBezTo>
                  <a:close/>
                </a:path>
              </a:pathLst>
            </a:custGeom>
            <a:solidFill>
              <a:srgbClr val="CE8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7" name="Freeform 197">
              <a:extLst>
                <a:ext uri="{FF2B5EF4-FFF2-40B4-BE49-F238E27FC236}">
                  <a16:creationId xmlns:a16="http://schemas.microsoft.com/office/drawing/2014/main" id="{D1EA9D43-4D4D-4737-9F03-56666D130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857"/>
              <a:ext cx="68" cy="80"/>
            </a:xfrm>
            <a:custGeom>
              <a:avLst/>
              <a:gdLst>
                <a:gd name="T0" fmla="*/ 57 w 37"/>
                <a:gd name="T1" fmla="*/ 0 h 43"/>
                <a:gd name="T2" fmla="*/ 88 w 37"/>
                <a:gd name="T3" fmla="*/ 277 h 43"/>
                <a:gd name="T4" fmla="*/ 230 w 37"/>
                <a:gd name="T5" fmla="*/ 277 h 43"/>
                <a:gd name="T6" fmla="*/ 57 w 37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3">
                  <a:moveTo>
                    <a:pt x="9" y="0"/>
                  </a:moveTo>
                  <a:cubicBezTo>
                    <a:pt x="9" y="0"/>
                    <a:pt x="0" y="27"/>
                    <a:pt x="14" y="43"/>
                  </a:cubicBezTo>
                  <a:cubicBezTo>
                    <a:pt x="14" y="43"/>
                    <a:pt x="27" y="39"/>
                    <a:pt x="37" y="43"/>
                  </a:cubicBezTo>
                  <a:cubicBezTo>
                    <a:pt x="37" y="43"/>
                    <a:pt x="20" y="9"/>
                    <a:pt x="9" y="0"/>
                  </a:cubicBezTo>
                  <a:close/>
                </a:path>
              </a:pathLst>
            </a:custGeom>
            <a:solidFill>
              <a:srgbClr val="DDA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8" name="Freeform 198">
              <a:extLst>
                <a:ext uri="{FF2B5EF4-FFF2-40B4-BE49-F238E27FC236}">
                  <a16:creationId xmlns:a16="http://schemas.microsoft.com/office/drawing/2014/main" id="{568405F4-55A9-4230-A47C-5742CC000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994"/>
              <a:ext cx="351" cy="399"/>
            </a:xfrm>
            <a:custGeom>
              <a:avLst/>
              <a:gdLst>
                <a:gd name="T0" fmla="*/ 1040 w 190"/>
                <a:gd name="T1" fmla="*/ 225 h 215"/>
                <a:gd name="T2" fmla="*/ 802 w 190"/>
                <a:gd name="T3" fmla="*/ 1164 h 215"/>
                <a:gd name="T4" fmla="*/ 188 w 190"/>
                <a:gd name="T5" fmla="*/ 1106 h 215"/>
                <a:gd name="T6" fmla="*/ 290 w 190"/>
                <a:gd name="T7" fmla="*/ 299 h 215"/>
                <a:gd name="T8" fmla="*/ 1040 w 190"/>
                <a:gd name="T9" fmla="*/ 225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215">
                  <a:moveTo>
                    <a:pt x="165" y="35"/>
                  </a:moveTo>
                  <a:cubicBezTo>
                    <a:pt x="190" y="71"/>
                    <a:pt x="173" y="150"/>
                    <a:pt x="127" y="182"/>
                  </a:cubicBezTo>
                  <a:cubicBezTo>
                    <a:pt x="81" y="215"/>
                    <a:pt x="55" y="208"/>
                    <a:pt x="30" y="173"/>
                  </a:cubicBezTo>
                  <a:cubicBezTo>
                    <a:pt x="5" y="138"/>
                    <a:pt x="0" y="80"/>
                    <a:pt x="46" y="47"/>
                  </a:cubicBezTo>
                  <a:cubicBezTo>
                    <a:pt x="92" y="15"/>
                    <a:pt x="140" y="0"/>
                    <a:pt x="165" y="35"/>
                  </a:cubicBezTo>
                  <a:close/>
                </a:path>
              </a:pathLst>
            </a:custGeom>
            <a:solidFill>
              <a:srgbClr val="B78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9" name="Freeform 199">
              <a:extLst>
                <a:ext uri="{FF2B5EF4-FFF2-40B4-BE49-F238E27FC236}">
                  <a16:creationId xmlns:a16="http://schemas.microsoft.com/office/drawing/2014/main" id="{F1A0CF40-217C-4518-BE31-8C439108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379"/>
              <a:ext cx="148" cy="117"/>
            </a:xfrm>
            <a:custGeom>
              <a:avLst/>
              <a:gdLst>
                <a:gd name="T0" fmla="*/ 44 w 80"/>
                <a:gd name="T1" fmla="*/ 321 h 63"/>
                <a:gd name="T2" fmla="*/ 329 w 80"/>
                <a:gd name="T3" fmla="*/ 338 h 63"/>
                <a:gd name="T4" fmla="*/ 463 w 80"/>
                <a:gd name="T5" fmla="*/ 84 h 63"/>
                <a:gd name="T6" fmla="*/ 178 w 80"/>
                <a:gd name="T7" fmla="*/ 65 h 63"/>
                <a:gd name="T8" fmla="*/ 44 w 80"/>
                <a:gd name="T9" fmla="*/ 321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63">
                  <a:moveTo>
                    <a:pt x="7" y="50"/>
                  </a:moveTo>
                  <a:cubicBezTo>
                    <a:pt x="13" y="62"/>
                    <a:pt x="33" y="63"/>
                    <a:pt x="52" y="53"/>
                  </a:cubicBezTo>
                  <a:cubicBezTo>
                    <a:pt x="70" y="43"/>
                    <a:pt x="80" y="25"/>
                    <a:pt x="73" y="13"/>
                  </a:cubicBezTo>
                  <a:cubicBezTo>
                    <a:pt x="67" y="1"/>
                    <a:pt x="47" y="0"/>
                    <a:pt x="28" y="10"/>
                  </a:cubicBezTo>
                  <a:cubicBezTo>
                    <a:pt x="10" y="20"/>
                    <a:pt x="0" y="38"/>
                    <a:pt x="7" y="50"/>
                  </a:cubicBezTo>
                  <a:close/>
                </a:path>
              </a:pathLst>
            </a:custGeom>
            <a:solidFill>
              <a:srgbClr val="B784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0" name="Freeform 200">
              <a:extLst>
                <a:ext uri="{FF2B5EF4-FFF2-40B4-BE49-F238E27FC236}">
                  <a16:creationId xmlns:a16="http://schemas.microsoft.com/office/drawing/2014/main" id="{6605A649-8CF1-47DF-B1A9-C62A7E334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520"/>
              <a:ext cx="375" cy="409"/>
            </a:xfrm>
            <a:custGeom>
              <a:avLst/>
              <a:gdLst>
                <a:gd name="T0" fmla="*/ 870 w 203"/>
                <a:gd name="T1" fmla="*/ 20 h 221"/>
                <a:gd name="T2" fmla="*/ 1116 w 203"/>
                <a:gd name="T3" fmla="*/ 603 h 221"/>
                <a:gd name="T4" fmla="*/ 347 w 203"/>
                <a:gd name="T5" fmla="*/ 1260 h 221"/>
                <a:gd name="T6" fmla="*/ 89 w 203"/>
                <a:gd name="T7" fmla="*/ 1401 h 221"/>
                <a:gd name="T8" fmla="*/ 290 w 203"/>
                <a:gd name="T9" fmla="*/ 1116 h 221"/>
                <a:gd name="T10" fmla="*/ 573 w 203"/>
                <a:gd name="T11" fmla="*/ 483 h 221"/>
                <a:gd name="T12" fmla="*/ 870 w 203"/>
                <a:gd name="T13" fmla="*/ 2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221">
                  <a:moveTo>
                    <a:pt x="138" y="3"/>
                  </a:moveTo>
                  <a:cubicBezTo>
                    <a:pt x="162" y="4"/>
                    <a:pt x="203" y="24"/>
                    <a:pt x="177" y="95"/>
                  </a:cubicBezTo>
                  <a:cubicBezTo>
                    <a:pt x="151" y="166"/>
                    <a:pt x="105" y="178"/>
                    <a:pt x="55" y="199"/>
                  </a:cubicBezTo>
                  <a:cubicBezTo>
                    <a:pt x="42" y="204"/>
                    <a:pt x="19" y="201"/>
                    <a:pt x="14" y="221"/>
                  </a:cubicBezTo>
                  <a:cubicBezTo>
                    <a:pt x="14" y="221"/>
                    <a:pt x="0" y="198"/>
                    <a:pt x="46" y="176"/>
                  </a:cubicBezTo>
                  <a:cubicBezTo>
                    <a:pt x="93" y="153"/>
                    <a:pt x="106" y="107"/>
                    <a:pt x="91" y="76"/>
                  </a:cubicBezTo>
                  <a:cubicBezTo>
                    <a:pt x="76" y="46"/>
                    <a:pt x="93" y="0"/>
                    <a:pt x="138" y="3"/>
                  </a:cubicBezTo>
                  <a:close/>
                </a:path>
              </a:pathLst>
            </a:custGeom>
            <a:solidFill>
              <a:srgbClr val="E5B3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1" name="Freeform 201">
              <a:extLst>
                <a:ext uri="{FF2B5EF4-FFF2-40B4-BE49-F238E27FC236}">
                  <a16:creationId xmlns:a16="http://schemas.microsoft.com/office/drawing/2014/main" id="{03FB3516-1359-44DD-8F5A-844AF8BC1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616"/>
              <a:ext cx="196" cy="262"/>
            </a:xfrm>
            <a:custGeom>
              <a:avLst/>
              <a:gdLst>
                <a:gd name="T0" fmla="*/ 274 w 106"/>
                <a:gd name="T1" fmla="*/ 24 h 141"/>
                <a:gd name="T2" fmla="*/ 359 w 106"/>
                <a:gd name="T3" fmla="*/ 596 h 141"/>
                <a:gd name="T4" fmla="*/ 81 w 106"/>
                <a:gd name="T5" fmla="*/ 596 h 141"/>
                <a:gd name="T6" fmla="*/ 274 w 106"/>
                <a:gd name="T7" fmla="*/ 24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141">
                  <a:moveTo>
                    <a:pt x="43" y="4"/>
                  </a:moveTo>
                  <a:cubicBezTo>
                    <a:pt x="66" y="0"/>
                    <a:pt x="106" y="46"/>
                    <a:pt x="57" y="93"/>
                  </a:cubicBezTo>
                  <a:cubicBezTo>
                    <a:pt x="7" y="141"/>
                    <a:pt x="18" y="122"/>
                    <a:pt x="13" y="93"/>
                  </a:cubicBezTo>
                  <a:cubicBezTo>
                    <a:pt x="8" y="65"/>
                    <a:pt x="0" y="13"/>
                    <a:pt x="43" y="4"/>
                  </a:cubicBezTo>
                  <a:close/>
                </a:path>
              </a:pathLst>
            </a:custGeom>
            <a:solidFill>
              <a:srgbClr val="E5AB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2" name="Freeform 202">
              <a:extLst>
                <a:ext uri="{FF2B5EF4-FFF2-40B4-BE49-F238E27FC236}">
                  <a16:creationId xmlns:a16="http://schemas.microsoft.com/office/drawing/2014/main" id="{601E587A-E64F-43F2-A29C-31C6E0011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529"/>
              <a:ext cx="121" cy="89"/>
            </a:xfrm>
            <a:custGeom>
              <a:avLst/>
              <a:gdLst>
                <a:gd name="T0" fmla="*/ 354 w 65"/>
                <a:gd name="T1" fmla="*/ 13 h 48"/>
                <a:gd name="T2" fmla="*/ 13 w 65"/>
                <a:gd name="T3" fmla="*/ 237 h 48"/>
                <a:gd name="T4" fmla="*/ 298 w 65"/>
                <a:gd name="T5" fmla="*/ 210 h 48"/>
                <a:gd name="T6" fmla="*/ 354 w 65"/>
                <a:gd name="T7" fmla="*/ 1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48">
                  <a:moveTo>
                    <a:pt x="55" y="2"/>
                  </a:moveTo>
                  <a:cubicBezTo>
                    <a:pt x="55" y="2"/>
                    <a:pt x="11" y="10"/>
                    <a:pt x="2" y="37"/>
                  </a:cubicBezTo>
                  <a:cubicBezTo>
                    <a:pt x="0" y="43"/>
                    <a:pt x="37" y="48"/>
                    <a:pt x="46" y="33"/>
                  </a:cubicBezTo>
                  <a:cubicBezTo>
                    <a:pt x="56" y="18"/>
                    <a:pt x="65" y="0"/>
                    <a:pt x="55" y="2"/>
                  </a:cubicBezTo>
                  <a:close/>
                </a:path>
              </a:pathLst>
            </a:custGeom>
            <a:solidFill>
              <a:srgbClr val="D89A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3" name="Freeform 203">
              <a:extLst>
                <a:ext uri="{FF2B5EF4-FFF2-40B4-BE49-F238E27FC236}">
                  <a16:creationId xmlns:a16="http://schemas.microsoft.com/office/drawing/2014/main" id="{D02E44F7-158F-450A-A5E3-5DC48CBB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941"/>
              <a:ext cx="128" cy="96"/>
            </a:xfrm>
            <a:custGeom>
              <a:avLst/>
              <a:gdLst>
                <a:gd name="T0" fmla="*/ 440 w 69"/>
                <a:gd name="T1" fmla="*/ 0 h 52"/>
                <a:gd name="T2" fmla="*/ 0 w 69"/>
                <a:gd name="T3" fmla="*/ 327 h 52"/>
                <a:gd name="T4" fmla="*/ 249 w 69"/>
                <a:gd name="T5" fmla="*/ 68 h 52"/>
                <a:gd name="T6" fmla="*/ 440 w 69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52">
                  <a:moveTo>
                    <a:pt x="69" y="0"/>
                  </a:moveTo>
                  <a:cubicBezTo>
                    <a:pt x="69" y="0"/>
                    <a:pt x="45" y="49"/>
                    <a:pt x="0" y="52"/>
                  </a:cubicBezTo>
                  <a:cubicBezTo>
                    <a:pt x="0" y="52"/>
                    <a:pt x="9" y="23"/>
                    <a:pt x="39" y="11"/>
                  </a:cubicBezTo>
                  <a:cubicBezTo>
                    <a:pt x="69" y="0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BA8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4" name="Freeform 204">
              <a:extLst>
                <a:ext uri="{FF2B5EF4-FFF2-40B4-BE49-F238E27FC236}">
                  <a16:creationId xmlns:a16="http://schemas.microsoft.com/office/drawing/2014/main" id="{3DF0A393-9D56-44A7-8FA4-D5BE21961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011"/>
              <a:ext cx="161" cy="93"/>
            </a:xfrm>
            <a:custGeom>
              <a:avLst/>
              <a:gdLst>
                <a:gd name="T0" fmla="*/ 24 w 87"/>
                <a:gd name="T1" fmla="*/ 180 h 50"/>
                <a:gd name="T2" fmla="*/ 178 w 87"/>
                <a:gd name="T3" fmla="*/ 270 h 50"/>
                <a:gd name="T4" fmla="*/ 551 w 87"/>
                <a:gd name="T5" fmla="*/ 0 h 50"/>
                <a:gd name="T6" fmla="*/ 185 w 87"/>
                <a:gd name="T7" fmla="*/ 128 h 50"/>
                <a:gd name="T8" fmla="*/ 24 w 87"/>
                <a:gd name="T9" fmla="*/ 18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50">
                  <a:moveTo>
                    <a:pt x="4" y="28"/>
                  </a:moveTo>
                  <a:cubicBezTo>
                    <a:pt x="4" y="28"/>
                    <a:pt x="10" y="50"/>
                    <a:pt x="28" y="42"/>
                  </a:cubicBezTo>
                  <a:cubicBezTo>
                    <a:pt x="45" y="34"/>
                    <a:pt x="78" y="9"/>
                    <a:pt x="87" y="0"/>
                  </a:cubicBezTo>
                  <a:cubicBezTo>
                    <a:pt x="87" y="0"/>
                    <a:pt x="43" y="19"/>
                    <a:pt x="29" y="20"/>
                  </a:cubicBezTo>
                  <a:cubicBezTo>
                    <a:pt x="15" y="21"/>
                    <a:pt x="0" y="19"/>
                    <a:pt x="4" y="28"/>
                  </a:cubicBezTo>
                  <a:close/>
                </a:path>
              </a:pathLst>
            </a:custGeom>
            <a:solidFill>
              <a:srgbClr val="7567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5" name="Freeform 205">
              <a:extLst>
                <a:ext uri="{FF2B5EF4-FFF2-40B4-BE49-F238E27FC236}">
                  <a16:creationId xmlns:a16="http://schemas.microsoft.com/office/drawing/2014/main" id="{120EFD30-EC8E-4AED-AD79-B5ED3FF76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461"/>
              <a:ext cx="96" cy="572"/>
            </a:xfrm>
            <a:custGeom>
              <a:avLst/>
              <a:gdLst>
                <a:gd name="T0" fmla="*/ 0 w 52"/>
                <a:gd name="T1" fmla="*/ 0 h 309"/>
                <a:gd name="T2" fmla="*/ 140 w 52"/>
                <a:gd name="T3" fmla="*/ 528 h 309"/>
                <a:gd name="T4" fmla="*/ 177 w 52"/>
                <a:gd name="T5" fmla="*/ 1505 h 309"/>
                <a:gd name="T6" fmla="*/ 105 w 52"/>
                <a:gd name="T7" fmla="*/ 1960 h 309"/>
                <a:gd name="T8" fmla="*/ 233 w 52"/>
                <a:gd name="T9" fmla="*/ 1573 h 309"/>
                <a:gd name="T10" fmla="*/ 327 w 52"/>
                <a:gd name="T11" fmla="*/ 1261 h 309"/>
                <a:gd name="T12" fmla="*/ 327 w 52"/>
                <a:gd name="T13" fmla="*/ 692 h 309"/>
                <a:gd name="T14" fmla="*/ 0 w 52"/>
                <a:gd name="T15" fmla="*/ 0 h 3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09">
                  <a:moveTo>
                    <a:pt x="0" y="0"/>
                  </a:moveTo>
                  <a:cubicBezTo>
                    <a:pt x="0" y="0"/>
                    <a:pt x="9" y="55"/>
                    <a:pt x="22" y="83"/>
                  </a:cubicBezTo>
                  <a:cubicBezTo>
                    <a:pt x="36" y="110"/>
                    <a:pt x="42" y="218"/>
                    <a:pt x="28" y="237"/>
                  </a:cubicBezTo>
                  <a:cubicBezTo>
                    <a:pt x="13" y="256"/>
                    <a:pt x="15" y="288"/>
                    <a:pt x="17" y="309"/>
                  </a:cubicBezTo>
                  <a:cubicBezTo>
                    <a:pt x="17" y="309"/>
                    <a:pt x="18" y="262"/>
                    <a:pt x="37" y="248"/>
                  </a:cubicBezTo>
                  <a:cubicBezTo>
                    <a:pt x="37" y="248"/>
                    <a:pt x="36" y="207"/>
                    <a:pt x="52" y="199"/>
                  </a:cubicBezTo>
                  <a:cubicBezTo>
                    <a:pt x="52" y="199"/>
                    <a:pt x="26" y="135"/>
                    <a:pt x="52" y="109"/>
                  </a:cubicBezTo>
                  <a:cubicBezTo>
                    <a:pt x="52" y="109"/>
                    <a:pt x="13" y="69"/>
                    <a:pt x="0" y="0"/>
                  </a:cubicBezTo>
                  <a:close/>
                </a:path>
              </a:pathLst>
            </a:custGeom>
            <a:solidFill>
              <a:srgbClr val="BF9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6" name="Freeform 206">
              <a:extLst>
                <a:ext uri="{FF2B5EF4-FFF2-40B4-BE49-F238E27FC236}">
                  <a16:creationId xmlns:a16="http://schemas.microsoft.com/office/drawing/2014/main" id="{10C6348B-D088-47A7-B991-A1CF91FFF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486"/>
              <a:ext cx="211" cy="581"/>
            </a:xfrm>
            <a:custGeom>
              <a:avLst/>
              <a:gdLst>
                <a:gd name="T0" fmla="*/ 342 w 114"/>
                <a:gd name="T1" fmla="*/ 0 h 313"/>
                <a:gd name="T2" fmla="*/ 507 w 114"/>
                <a:gd name="T3" fmla="*/ 455 h 313"/>
                <a:gd name="T4" fmla="*/ 490 w 114"/>
                <a:gd name="T5" fmla="*/ 1375 h 313"/>
                <a:gd name="T6" fmla="*/ 379 w 114"/>
                <a:gd name="T7" fmla="*/ 2001 h 313"/>
                <a:gd name="T8" fmla="*/ 0 w 114"/>
                <a:gd name="T9" fmla="*/ 1665 h 313"/>
                <a:gd name="T10" fmla="*/ 89 w 114"/>
                <a:gd name="T11" fmla="*/ 1496 h 313"/>
                <a:gd name="T12" fmla="*/ 172 w 114"/>
                <a:gd name="T13" fmla="*/ 1067 h 313"/>
                <a:gd name="T14" fmla="*/ 24 w 114"/>
                <a:gd name="T15" fmla="*/ 806 h 313"/>
                <a:gd name="T16" fmla="*/ 172 w 114"/>
                <a:gd name="T17" fmla="*/ 510 h 313"/>
                <a:gd name="T18" fmla="*/ 342 w 114"/>
                <a:gd name="T19" fmla="*/ 0 h 3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313">
                  <a:moveTo>
                    <a:pt x="54" y="0"/>
                  </a:moveTo>
                  <a:cubicBezTo>
                    <a:pt x="54" y="0"/>
                    <a:pt x="70" y="55"/>
                    <a:pt x="80" y="71"/>
                  </a:cubicBezTo>
                  <a:cubicBezTo>
                    <a:pt x="90" y="87"/>
                    <a:pt x="114" y="169"/>
                    <a:pt x="77" y="215"/>
                  </a:cubicBezTo>
                  <a:cubicBezTo>
                    <a:pt x="41" y="261"/>
                    <a:pt x="60" y="313"/>
                    <a:pt x="60" y="313"/>
                  </a:cubicBezTo>
                  <a:cubicBezTo>
                    <a:pt x="0" y="260"/>
                    <a:pt x="0" y="260"/>
                    <a:pt x="0" y="260"/>
                  </a:cubicBezTo>
                  <a:cubicBezTo>
                    <a:pt x="0" y="260"/>
                    <a:pt x="1" y="240"/>
                    <a:pt x="14" y="234"/>
                  </a:cubicBezTo>
                  <a:cubicBezTo>
                    <a:pt x="26" y="227"/>
                    <a:pt x="34" y="190"/>
                    <a:pt x="27" y="167"/>
                  </a:cubicBezTo>
                  <a:cubicBezTo>
                    <a:pt x="20" y="144"/>
                    <a:pt x="4" y="126"/>
                    <a:pt x="4" y="126"/>
                  </a:cubicBezTo>
                  <a:cubicBezTo>
                    <a:pt x="4" y="126"/>
                    <a:pt x="23" y="102"/>
                    <a:pt x="27" y="80"/>
                  </a:cubicBezTo>
                  <a:cubicBezTo>
                    <a:pt x="30" y="58"/>
                    <a:pt x="37" y="9"/>
                    <a:pt x="54" y="0"/>
                  </a:cubicBezTo>
                  <a:close/>
                </a:path>
              </a:pathLst>
            </a:custGeom>
            <a:solidFill>
              <a:srgbClr val="CC7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7" name="Freeform 207">
              <a:extLst>
                <a:ext uri="{FF2B5EF4-FFF2-40B4-BE49-F238E27FC236}">
                  <a16:creationId xmlns:a16="http://schemas.microsoft.com/office/drawing/2014/main" id="{32C2F665-886B-45A7-B246-8BC89626F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740"/>
              <a:ext cx="92" cy="225"/>
            </a:xfrm>
            <a:custGeom>
              <a:avLst/>
              <a:gdLst>
                <a:gd name="T0" fmla="*/ 186 w 50"/>
                <a:gd name="T1" fmla="*/ 0 h 121"/>
                <a:gd name="T2" fmla="*/ 291 w 50"/>
                <a:gd name="T3" fmla="*/ 329 h 121"/>
                <a:gd name="T4" fmla="*/ 142 w 50"/>
                <a:gd name="T5" fmla="*/ 777 h 121"/>
                <a:gd name="T6" fmla="*/ 0 w 50"/>
                <a:gd name="T7" fmla="*/ 688 h 121"/>
                <a:gd name="T8" fmla="*/ 24 w 50"/>
                <a:gd name="T9" fmla="*/ 374 h 121"/>
                <a:gd name="T10" fmla="*/ 186 w 50"/>
                <a:gd name="T11" fmla="*/ 0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21">
                  <a:moveTo>
                    <a:pt x="30" y="0"/>
                  </a:moveTo>
                  <a:cubicBezTo>
                    <a:pt x="30" y="0"/>
                    <a:pt x="50" y="26"/>
                    <a:pt x="47" y="51"/>
                  </a:cubicBezTo>
                  <a:cubicBezTo>
                    <a:pt x="45" y="75"/>
                    <a:pt x="22" y="102"/>
                    <a:pt x="23" y="121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14" y="70"/>
                    <a:pt x="4" y="58"/>
                  </a:cubicBezTo>
                  <a:cubicBezTo>
                    <a:pt x="4" y="58"/>
                    <a:pt x="11" y="22"/>
                    <a:pt x="30" y="0"/>
                  </a:cubicBezTo>
                  <a:close/>
                </a:path>
              </a:pathLst>
            </a:custGeom>
            <a:solidFill>
              <a:srgbClr val="CE8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8" name="Freeform 208">
              <a:extLst>
                <a:ext uri="{FF2B5EF4-FFF2-40B4-BE49-F238E27FC236}">
                  <a16:creationId xmlns:a16="http://schemas.microsoft.com/office/drawing/2014/main" id="{6B3721F2-1A18-4FE6-902E-5DBBD7FF8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857"/>
              <a:ext cx="68" cy="80"/>
            </a:xfrm>
            <a:custGeom>
              <a:avLst/>
              <a:gdLst>
                <a:gd name="T0" fmla="*/ 173 w 37"/>
                <a:gd name="T1" fmla="*/ 0 h 43"/>
                <a:gd name="T2" fmla="*/ 142 w 37"/>
                <a:gd name="T3" fmla="*/ 277 h 43"/>
                <a:gd name="T4" fmla="*/ 0 w 37"/>
                <a:gd name="T5" fmla="*/ 277 h 43"/>
                <a:gd name="T6" fmla="*/ 173 w 37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3">
                  <a:moveTo>
                    <a:pt x="28" y="0"/>
                  </a:moveTo>
                  <a:cubicBezTo>
                    <a:pt x="28" y="0"/>
                    <a:pt x="37" y="27"/>
                    <a:pt x="23" y="43"/>
                  </a:cubicBezTo>
                  <a:cubicBezTo>
                    <a:pt x="23" y="43"/>
                    <a:pt x="10" y="39"/>
                    <a:pt x="0" y="43"/>
                  </a:cubicBezTo>
                  <a:cubicBezTo>
                    <a:pt x="0" y="43"/>
                    <a:pt x="17" y="9"/>
                    <a:pt x="28" y="0"/>
                  </a:cubicBezTo>
                  <a:close/>
                </a:path>
              </a:pathLst>
            </a:custGeom>
            <a:solidFill>
              <a:srgbClr val="DDA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9" name="Freeform 209">
              <a:extLst>
                <a:ext uri="{FF2B5EF4-FFF2-40B4-BE49-F238E27FC236}">
                  <a16:creationId xmlns:a16="http://schemas.microsoft.com/office/drawing/2014/main" id="{C964FFBD-3CDC-483B-84A9-2AC9CF05A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994"/>
              <a:ext cx="349" cy="399"/>
            </a:xfrm>
            <a:custGeom>
              <a:avLst/>
              <a:gdLst>
                <a:gd name="T0" fmla="*/ 157 w 189"/>
                <a:gd name="T1" fmla="*/ 225 h 215"/>
                <a:gd name="T2" fmla="*/ 395 w 189"/>
                <a:gd name="T3" fmla="*/ 1164 h 215"/>
                <a:gd name="T4" fmla="*/ 1006 w 189"/>
                <a:gd name="T5" fmla="*/ 1106 h 215"/>
                <a:gd name="T6" fmla="*/ 907 w 189"/>
                <a:gd name="T7" fmla="*/ 299 h 215"/>
                <a:gd name="T8" fmla="*/ 157 w 189"/>
                <a:gd name="T9" fmla="*/ 225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215">
                  <a:moveTo>
                    <a:pt x="25" y="35"/>
                  </a:moveTo>
                  <a:cubicBezTo>
                    <a:pt x="0" y="71"/>
                    <a:pt x="17" y="150"/>
                    <a:pt x="63" y="182"/>
                  </a:cubicBezTo>
                  <a:cubicBezTo>
                    <a:pt x="108" y="215"/>
                    <a:pt x="135" y="208"/>
                    <a:pt x="160" y="173"/>
                  </a:cubicBezTo>
                  <a:cubicBezTo>
                    <a:pt x="185" y="138"/>
                    <a:pt x="189" y="80"/>
                    <a:pt x="144" y="47"/>
                  </a:cubicBezTo>
                  <a:cubicBezTo>
                    <a:pt x="98" y="15"/>
                    <a:pt x="50" y="0"/>
                    <a:pt x="25" y="35"/>
                  </a:cubicBezTo>
                  <a:close/>
                </a:path>
              </a:pathLst>
            </a:custGeom>
            <a:solidFill>
              <a:srgbClr val="B78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0" name="Freeform 210">
              <a:extLst>
                <a:ext uri="{FF2B5EF4-FFF2-40B4-BE49-F238E27FC236}">
                  <a16:creationId xmlns:a16="http://schemas.microsoft.com/office/drawing/2014/main" id="{E1E92422-79E6-405D-9406-63DA4291C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377"/>
              <a:ext cx="148" cy="113"/>
            </a:xfrm>
            <a:custGeom>
              <a:avLst/>
              <a:gdLst>
                <a:gd name="T0" fmla="*/ 475 w 80"/>
                <a:gd name="T1" fmla="*/ 285 h 61"/>
                <a:gd name="T2" fmla="*/ 194 w 80"/>
                <a:gd name="T3" fmla="*/ 337 h 61"/>
                <a:gd name="T4" fmla="*/ 31 w 80"/>
                <a:gd name="T5" fmla="*/ 96 h 61"/>
                <a:gd name="T6" fmla="*/ 318 w 80"/>
                <a:gd name="T7" fmla="*/ 52 h 61"/>
                <a:gd name="T8" fmla="*/ 475 w 80"/>
                <a:gd name="T9" fmla="*/ 28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61">
                  <a:moveTo>
                    <a:pt x="75" y="45"/>
                  </a:moveTo>
                  <a:cubicBezTo>
                    <a:pt x="70" y="58"/>
                    <a:pt x="50" y="61"/>
                    <a:pt x="31" y="53"/>
                  </a:cubicBezTo>
                  <a:cubicBezTo>
                    <a:pt x="11" y="45"/>
                    <a:pt x="0" y="28"/>
                    <a:pt x="5" y="15"/>
                  </a:cubicBezTo>
                  <a:cubicBezTo>
                    <a:pt x="10" y="3"/>
                    <a:pt x="30" y="0"/>
                    <a:pt x="50" y="8"/>
                  </a:cubicBezTo>
                  <a:cubicBezTo>
                    <a:pt x="69" y="16"/>
                    <a:pt x="80" y="33"/>
                    <a:pt x="75" y="45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1" name="Freeform 211">
              <a:extLst>
                <a:ext uri="{FF2B5EF4-FFF2-40B4-BE49-F238E27FC236}">
                  <a16:creationId xmlns:a16="http://schemas.microsoft.com/office/drawing/2014/main" id="{B0B24371-051C-4937-857E-2DC85C2C6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520"/>
              <a:ext cx="377" cy="409"/>
            </a:xfrm>
            <a:custGeom>
              <a:avLst/>
              <a:gdLst>
                <a:gd name="T0" fmla="*/ 416 w 204"/>
                <a:gd name="T1" fmla="*/ 13 h 221"/>
                <a:gd name="T2" fmla="*/ 170 w 204"/>
                <a:gd name="T3" fmla="*/ 596 h 221"/>
                <a:gd name="T4" fmla="*/ 939 w 204"/>
                <a:gd name="T5" fmla="*/ 1253 h 221"/>
                <a:gd name="T6" fmla="*/ 1199 w 204"/>
                <a:gd name="T7" fmla="*/ 1401 h 221"/>
                <a:gd name="T8" fmla="*/ 991 w 204"/>
                <a:gd name="T9" fmla="*/ 1110 h 221"/>
                <a:gd name="T10" fmla="*/ 713 w 204"/>
                <a:gd name="T11" fmla="*/ 483 h 221"/>
                <a:gd name="T12" fmla="*/ 416 w 204"/>
                <a:gd name="T13" fmla="*/ 1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4" h="221">
                  <a:moveTo>
                    <a:pt x="66" y="2"/>
                  </a:moveTo>
                  <a:cubicBezTo>
                    <a:pt x="42" y="3"/>
                    <a:pt x="0" y="23"/>
                    <a:pt x="27" y="94"/>
                  </a:cubicBezTo>
                  <a:cubicBezTo>
                    <a:pt x="53" y="165"/>
                    <a:pt x="99" y="177"/>
                    <a:pt x="149" y="198"/>
                  </a:cubicBezTo>
                  <a:cubicBezTo>
                    <a:pt x="162" y="203"/>
                    <a:pt x="185" y="200"/>
                    <a:pt x="190" y="221"/>
                  </a:cubicBezTo>
                  <a:cubicBezTo>
                    <a:pt x="190" y="221"/>
                    <a:pt x="204" y="197"/>
                    <a:pt x="157" y="175"/>
                  </a:cubicBezTo>
                  <a:cubicBezTo>
                    <a:pt x="111" y="153"/>
                    <a:pt x="98" y="106"/>
                    <a:pt x="113" y="76"/>
                  </a:cubicBezTo>
                  <a:cubicBezTo>
                    <a:pt x="128" y="45"/>
                    <a:pt x="111" y="0"/>
                    <a:pt x="66" y="2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2" name="Freeform 212">
              <a:extLst>
                <a:ext uri="{FF2B5EF4-FFF2-40B4-BE49-F238E27FC236}">
                  <a16:creationId xmlns:a16="http://schemas.microsoft.com/office/drawing/2014/main" id="{74612741-B6A9-454B-B559-D414DB5B1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14"/>
              <a:ext cx="187" cy="262"/>
            </a:xfrm>
            <a:custGeom>
              <a:avLst/>
              <a:gdLst>
                <a:gd name="T0" fmla="*/ 394 w 101"/>
                <a:gd name="T1" fmla="*/ 32 h 141"/>
                <a:gd name="T2" fmla="*/ 311 w 101"/>
                <a:gd name="T3" fmla="*/ 604 h 141"/>
                <a:gd name="T4" fmla="*/ 611 w 101"/>
                <a:gd name="T5" fmla="*/ 621 h 141"/>
                <a:gd name="T6" fmla="*/ 394 w 101"/>
                <a:gd name="T7" fmla="*/ 32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41">
                  <a:moveTo>
                    <a:pt x="62" y="5"/>
                  </a:moveTo>
                  <a:cubicBezTo>
                    <a:pt x="40" y="0"/>
                    <a:pt x="0" y="46"/>
                    <a:pt x="49" y="94"/>
                  </a:cubicBezTo>
                  <a:cubicBezTo>
                    <a:pt x="99" y="141"/>
                    <a:pt x="91" y="125"/>
                    <a:pt x="96" y="97"/>
                  </a:cubicBezTo>
                  <a:cubicBezTo>
                    <a:pt x="101" y="69"/>
                    <a:pt x="99" y="12"/>
                    <a:pt x="62" y="5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3" name="Freeform 213">
              <a:extLst>
                <a:ext uri="{FF2B5EF4-FFF2-40B4-BE49-F238E27FC236}">
                  <a16:creationId xmlns:a16="http://schemas.microsoft.com/office/drawing/2014/main" id="{33E62E6E-8C25-4A31-B057-04509076F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2527"/>
              <a:ext cx="120" cy="89"/>
            </a:xfrm>
            <a:custGeom>
              <a:avLst/>
              <a:gdLst>
                <a:gd name="T0" fmla="*/ 61 w 65"/>
                <a:gd name="T1" fmla="*/ 13 h 48"/>
                <a:gd name="T2" fmla="*/ 395 w 65"/>
                <a:gd name="T3" fmla="*/ 237 h 48"/>
                <a:gd name="T4" fmla="*/ 113 w 65"/>
                <a:gd name="T5" fmla="*/ 210 h 48"/>
                <a:gd name="T6" fmla="*/ 61 w 65"/>
                <a:gd name="T7" fmla="*/ 1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48">
                  <a:moveTo>
                    <a:pt x="10" y="2"/>
                  </a:moveTo>
                  <a:cubicBezTo>
                    <a:pt x="10" y="2"/>
                    <a:pt x="54" y="10"/>
                    <a:pt x="63" y="37"/>
                  </a:cubicBezTo>
                  <a:cubicBezTo>
                    <a:pt x="65" y="43"/>
                    <a:pt x="28" y="48"/>
                    <a:pt x="18" y="33"/>
                  </a:cubicBezTo>
                  <a:cubicBezTo>
                    <a:pt x="9" y="18"/>
                    <a:pt x="0" y="0"/>
                    <a:pt x="10" y="2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4" name="Freeform 214">
              <a:extLst>
                <a:ext uri="{FF2B5EF4-FFF2-40B4-BE49-F238E27FC236}">
                  <a16:creationId xmlns:a16="http://schemas.microsoft.com/office/drawing/2014/main" id="{578C6A1C-81A6-4A0B-8D78-5C9E70251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939"/>
              <a:ext cx="128" cy="96"/>
            </a:xfrm>
            <a:custGeom>
              <a:avLst/>
              <a:gdLst>
                <a:gd name="T0" fmla="*/ 0 w 69"/>
                <a:gd name="T1" fmla="*/ 0 h 52"/>
                <a:gd name="T2" fmla="*/ 440 w 69"/>
                <a:gd name="T3" fmla="*/ 327 h 52"/>
                <a:gd name="T4" fmla="*/ 193 w 69"/>
                <a:gd name="T5" fmla="*/ 68 h 52"/>
                <a:gd name="T6" fmla="*/ 0 w 69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52">
                  <a:moveTo>
                    <a:pt x="0" y="0"/>
                  </a:moveTo>
                  <a:cubicBezTo>
                    <a:pt x="0" y="0"/>
                    <a:pt x="23" y="49"/>
                    <a:pt x="69" y="52"/>
                  </a:cubicBezTo>
                  <a:cubicBezTo>
                    <a:pt x="69" y="52"/>
                    <a:pt x="60" y="23"/>
                    <a:pt x="30" y="1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5" name="Freeform 215">
              <a:extLst>
                <a:ext uri="{FF2B5EF4-FFF2-40B4-BE49-F238E27FC236}">
                  <a16:creationId xmlns:a16="http://schemas.microsoft.com/office/drawing/2014/main" id="{2CD277F7-F21D-4A6A-8FE0-D77B8F763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004"/>
              <a:ext cx="170" cy="98"/>
            </a:xfrm>
            <a:custGeom>
              <a:avLst/>
              <a:gdLst>
                <a:gd name="T0" fmla="*/ 556 w 92"/>
                <a:gd name="T1" fmla="*/ 194 h 53"/>
                <a:gd name="T2" fmla="*/ 403 w 92"/>
                <a:gd name="T3" fmla="*/ 283 h 53"/>
                <a:gd name="T4" fmla="*/ 0 w 92"/>
                <a:gd name="T5" fmla="*/ 0 h 53"/>
                <a:gd name="T6" fmla="*/ 395 w 92"/>
                <a:gd name="T7" fmla="*/ 148 h 53"/>
                <a:gd name="T8" fmla="*/ 556 w 92"/>
                <a:gd name="T9" fmla="*/ 19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53">
                  <a:moveTo>
                    <a:pt x="88" y="31"/>
                  </a:moveTo>
                  <a:cubicBezTo>
                    <a:pt x="88" y="31"/>
                    <a:pt x="82" y="53"/>
                    <a:pt x="64" y="45"/>
                  </a:cubicBezTo>
                  <a:cubicBezTo>
                    <a:pt x="47" y="37"/>
                    <a:pt x="9" y="10"/>
                    <a:pt x="0" y="0"/>
                  </a:cubicBezTo>
                  <a:cubicBezTo>
                    <a:pt x="0" y="0"/>
                    <a:pt x="49" y="22"/>
                    <a:pt x="63" y="23"/>
                  </a:cubicBezTo>
                  <a:cubicBezTo>
                    <a:pt x="77" y="24"/>
                    <a:pt x="92" y="22"/>
                    <a:pt x="88" y="31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6" name="Freeform 216">
              <a:extLst>
                <a:ext uri="{FF2B5EF4-FFF2-40B4-BE49-F238E27FC236}">
                  <a16:creationId xmlns:a16="http://schemas.microsoft.com/office/drawing/2014/main" id="{B5A83107-486C-41C4-92CA-B8A39B176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459"/>
              <a:ext cx="98" cy="572"/>
            </a:xfrm>
            <a:custGeom>
              <a:avLst/>
              <a:gdLst>
                <a:gd name="T0" fmla="*/ 335 w 53"/>
                <a:gd name="T1" fmla="*/ 0 h 309"/>
                <a:gd name="T2" fmla="*/ 194 w 53"/>
                <a:gd name="T3" fmla="*/ 528 h 309"/>
                <a:gd name="T4" fmla="*/ 157 w 53"/>
                <a:gd name="T5" fmla="*/ 1505 h 309"/>
                <a:gd name="T6" fmla="*/ 229 w 53"/>
                <a:gd name="T7" fmla="*/ 1960 h 309"/>
                <a:gd name="T8" fmla="*/ 102 w 53"/>
                <a:gd name="T9" fmla="*/ 1579 h 309"/>
                <a:gd name="T10" fmla="*/ 0 w 53"/>
                <a:gd name="T11" fmla="*/ 1261 h 309"/>
                <a:gd name="T12" fmla="*/ 7 w 53"/>
                <a:gd name="T13" fmla="*/ 692 h 309"/>
                <a:gd name="T14" fmla="*/ 335 w 53"/>
                <a:gd name="T15" fmla="*/ 0 h 3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309">
                  <a:moveTo>
                    <a:pt x="53" y="0"/>
                  </a:moveTo>
                  <a:cubicBezTo>
                    <a:pt x="53" y="0"/>
                    <a:pt x="44" y="56"/>
                    <a:pt x="31" y="83"/>
                  </a:cubicBezTo>
                  <a:cubicBezTo>
                    <a:pt x="17" y="111"/>
                    <a:pt x="11" y="219"/>
                    <a:pt x="25" y="237"/>
                  </a:cubicBezTo>
                  <a:cubicBezTo>
                    <a:pt x="39" y="256"/>
                    <a:pt x="38" y="289"/>
                    <a:pt x="36" y="309"/>
                  </a:cubicBezTo>
                  <a:cubicBezTo>
                    <a:pt x="36" y="309"/>
                    <a:pt x="35" y="262"/>
                    <a:pt x="16" y="249"/>
                  </a:cubicBezTo>
                  <a:cubicBezTo>
                    <a:pt x="16" y="249"/>
                    <a:pt x="17" y="207"/>
                    <a:pt x="0" y="199"/>
                  </a:cubicBezTo>
                  <a:cubicBezTo>
                    <a:pt x="0" y="199"/>
                    <a:pt x="27" y="135"/>
                    <a:pt x="1" y="109"/>
                  </a:cubicBezTo>
                  <a:cubicBezTo>
                    <a:pt x="1" y="109"/>
                    <a:pt x="39" y="69"/>
                    <a:pt x="53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7" name="Freeform 217">
              <a:extLst>
                <a:ext uri="{FF2B5EF4-FFF2-40B4-BE49-F238E27FC236}">
                  <a16:creationId xmlns:a16="http://schemas.microsoft.com/office/drawing/2014/main" id="{2A05A6DC-392B-469C-89B8-B66C69762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485"/>
              <a:ext cx="211" cy="582"/>
            </a:xfrm>
            <a:custGeom>
              <a:avLst/>
              <a:gdLst>
                <a:gd name="T0" fmla="*/ 379 w 114"/>
                <a:gd name="T1" fmla="*/ 0 h 314"/>
                <a:gd name="T2" fmla="*/ 217 w 114"/>
                <a:gd name="T3" fmla="*/ 454 h 314"/>
                <a:gd name="T4" fmla="*/ 233 w 114"/>
                <a:gd name="T5" fmla="*/ 1372 h 314"/>
                <a:gd name="T6" fmla="*/ 342 w 114"/>
                <a:gd name="T7" fmla="*/ 2000 h 314"/>
                <a:gd name="T8" fmla="*/ 724 w 114"/>
                <a:gd name="T9" fmla="*/ 1663 h 314"/>
                <a:gd name="T10" fmla="*/ 633 w 114"/>
                <a:gd name="T11" fmla="*/ 1490 h 314"/>
                <a:gd name="T12" fmla="*/ 552 w 114"/>
                <a:gd name="T13" fmla="*/ 1068 h 314"/>
                <a:gd name="T14" fmla="*/ 700 w 114"/>
                <a:gd name="T15" fmla="*/ 808 h 314"/>
                <a:gd name="T16" fmla="*/ 552 w 114"/>
                <a:gd name="T17" fmla="*/ 515 h 314"/>
                <a:gd name="T18" fmla="*/ 379 w 114"/>
                <a:gd name="T19" fmla="*/ 0 h 3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314">
                  <a:moveTo>
                    <a:pt x="60" y="0"/>
                  </a:moveTo>
                  <a:cubicBezTo>
                    <a:pt x="60" y="0"/>
                    <a:pt x="44" y="55"/>
                    <a:pt x="34" y="71"/>
                  </a:cubicBezTo>
                  <a:cubicBezTo>
                    <a:pt x="24" y="87"/>
                    <a:pt x="0" y="169"/>
                    <a:pt x="37" y="215"/>
                  </a:cubicBezTo>
                  <a:cubicBezTo>
                    <a:pt x="73" y="261"/>
                    <a:pt x="54" y="314"/>
                    <a:pt x="54" y="314"/>
                  </a:cubicBezTo>
                  <a:cubicBezTo>
                    <a:pt x="114" y="261"/>
                    <a:pt x="114" y="261"/>
                    <a:pt x="114" y="261"/>
                  </a:cubicBezTo>
                  <a:cubicBezTo>
                    <a:pt x="114" y="261"/>
                    <a:pt x="113" y="240"/>
                    <a:pt x="100" y="234"/>
                  </a:cubicBezTo>
                  <a:cubicBezTo>
                    <a:pt x="88" y="228"/>
                    <a:pt x="80" y="191"/>
                    <a:pt x="87" y="168"/>
                  </a:cubicBezTo>
                  <a:cubicBezTo>
                    <a:pt x="94" y="144"/>
                    <a:pt x="110" y="127"/>
                    <a:pt x="110" y="127"/>
                  </a:cubicBezTo>
                  <a:cubicBezTo>
                    <a:pt x="110" y="127"/>
                    <a:pt x="91" y="103"/>
                    <a:pt x="87" y="81"/>
                  </a:cubicBezTo>
                  <a:cubicBezTo>
                    <a:pt x="83" y="59"/>
                    <a:pt x="76" y="10"/>
                    <a:pt x="60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8" name="Freeform 218">
              <a:extLst>
                <a:ext uri="{FF2B5EF4-FFF2-40B4-BE49-F238E27FC236}">
                  <a16:creationId xmlns:a16="http://schemas.microsoft.com/office/drawing/2014/main" id="{3D3EB2E1-F6EF-4AFD-A4C2-C29FE8599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739"/>
              <a:ext cx="91" cy="224"/>
            </a:xfrm>
            <a:custGeom>
              <a:avLst/>
              <a:gdLst>
                <a:gd name="T0" fmla="*/ 128 w 49"/>
                <a:gd name="T1" fmla="*/ 0 h 121"/>
                <a:gd name="T2" fmla="*/ 20 w 49"/>
                <a:gd name="T3" fmla="*/ 322 h 121"/>
                <a:gd name="T4" fmla="*/ 165 w 49"/>
                <a:gd name="T5" fmla="*/ 768 h 121"/>
                <a:gd name="T6" fmla="*/ 314 w 49"/>
                <a:gd name="T7" fmla="*/ 685 h 121"/>
                <a:gd name="T8" fmla="*/ 293 w 49"/>
                <a:gd name="T9" fmla="*/ 367 h 121"/>
                <a:gd name="T10" fmla="*/ 128 w 49"/>
                <a:gd name="T11" fmla="*/ 0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21">
                  <a:moveTo>
                    <a:pt x="20" y="0"/>
                  </a:moveTo>
                  <a:cubicBezTo>
                    <a:pt x="20" y="0"/>
                    <a:pt x="0" y="27"/>
                    <a:pt x="3" y="51"/>
                  </a:cubicBezTo>
                  <a:cubicBezTo>
                    <a:pt x="5" y="76"/>
                    <a:pt x="28" y="102"/>
                    <a:pt x="26" y="121"/>
                  </a:cubicBezTo>
                  <a:cubicBezTo>
                    <a:pt x="49" y="108"/>
                    <a:pt x="49" y="108"/>
                    <a:pt x="49" y="108"/>
                  </a:cubicBezTo>
                  <a:cubicBezTo>
                    <a:pt x="49" y="108"/>
                    <a:pt x="36" y="70"/>
                    <a:pt x="46" y="58"/>
                  </a:cubicBezTo>
                  <a:cubicBezTo>
                    <a:pt x="46" y="58"/>
                    <a:pt x="39" y="23"/>
                    <a:pt x="20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9" name="Freeform 219">
              <a:extLst>
                <a:ext uri="{FF2B5EF4-FFF2-40B4-BE49-F238E27FC236}">
                  <a16:creationId xmlns:a16="http://schemas.microsoft.com/office/drawing/2014/main" id="{D1278669-0408-41CD-B0C9-0E386FFA4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855"/>
              <a:ext cx="68" cy="82"/>
            </a:xfrm>
            <a:custGeom>
              <a:avLst/>
              <a:gdLst>
                <a:gd name="T0" fmla="*/ 57 w 37"/>
                <a:gd name="T1" fmla="*/ 0 h 44"/>
                <a:gd name="T2" fmla="*/ 88 w 37"/>
                <a:gd name="T3" fmla="*/ 285 h 44"/>
                <a:gd name="T4" fmla="*/ 230 w 37"/>
                <a:gd name="T5" fmla="*/ 285 h 44"/>
                <a:gd name="T6" fmla="*/ 57 w 3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4">
                  <a:moveTo>
                    <a:pt x="9" y="0"/>
                  </a:moveTo>
                  <a:cubicBezTo>
                    <a:pt x="9" y="0"/>
                    <a:pt x="0" y="27"/>
                    <a:pt x="14" y="44"/>
                  </a:cubicBezTo>
                  <a:cubicBezTo>
                    <a:pt x="14" y="44"/>
                    <a:pt x="27" y="39"/>
                    <a:pt x="37" y="44"/>
                  </a:cubicBezTo>
                  <a:cubicBezTo>
                    <a:pt x="37" y="44"/>
                    <a:pt x="20" y="9"/>
                    <a:pt x="9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0" name="Freeform 220">
              <a:extLst>
                <a:ext uri="{FF2B5EF4-FFF2-40B4-BE49-F238E27FC236}">
                  <a16:creationId xmlns:a16="http://schemas.microsoft.com/office/drawing/2014/main" id="{67584715-EBF9-421D-96E4-2E5A0EEB6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993"/>
              <a:ext cx="351" cy="398"/>
            </a:xfrm>
            <a:custGeom>
              <a:avLst/>
              <a:gdLst>
                <a:gd name="T0" fmla="*/ 1040 w 190"/>
                <a:gd name="T1" fmla="*/ 230 h 215"/>
                <a:gd name="T2" fmla="*/ 802 w 190"/>
                <a:gd name="T3" fmla="*/ 1163 h 215"/>
                <a:gd name="T4" fmla="*/ 188 w 190"/>
                <a:gd name="T5" fmla="*/ 1096 h 215"/>
                <a:gd name="T6" fmla="*/ 290 w 190"/>
                <a:gd name="T7" fmla="*/ 305 h 215"/>
                <a:gd name="T8" fmla="*/ 1040 w 190"/>
                <a:gd name="T9" fmla="*/ 230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215">
                  <a:moveTo>
                    <a:pt x="165" y="36"/>
                  </a:moveTo>
                  <a:cubicBezTo>
                    <a:pt x="190" y="71"/>
                    <a:pt x="173" y="150"/>
                    <a:pt x="127" y="183"/>
                  </a:cubicBezTo>
                  <a:cubicBezTo>
                    <a:pt x="81" y="215"/>
                    <a:pt x="55" y="209"/>
                    <a:pt x="30" y="173"/>
                  </a:cubicBezTo>
                  <a:cubicBezTo>
                    <a:pt x="5" y="138"/>
                    <a:pt x="0" y="80"/>
                    <a:pt x="46" y="48"/>
                  </a:cubicBezTo>
                  <a:cubicBezTo>
                    <a:pt x="92" y="15"/>
                    <a:pt x="140" y="0"/>
                    <a:pt x="165" y="36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1" name="Freeform 221">
              <a:extLst>
                <a:ext uri="{FF2B5EF4-FFF2-40B4-BE49-F238E27FC236}">
                  <a16:creationId xmlns:a16="http://schemas.microsoft.com/office/drawing/2014/main" id="{6F5C89B7-8261-4822-92D9-528E27D8F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379"/>
              <a:ext cx="148" cy="117"/>
            </a:xfrm>
            <a:custGeom>
              <a:avLst/>
              <a:gdLst>
                <a:gd name="T0" fmla="*/ 44 w 80"/>
                <a:gd name="T1" fmla="*/ 321 h 63"/>
                <a:gd name="T2" fmla="*/ 329 w 80"/>
                <a:gd name="T3" fmla="*/ 338 h 63"/>
                <a:gd name="T4" fmla="*/ 463 w 80"/>
                <a:gd name="T5" fmla="*/ 84 h 63"/>
                <a:gd name="T6" fmla="*/ 178 w 80"/>
                <a:gd name="T7" fmla="*/ 65 h 63"/>
                <a:gd name="T8" fmla="*/ 44 w 80"/>
                <a:gd name="T9" fmla="*/ 321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63">
                  <a:moveTo>
                    <a:pt x="7" y="50"/>
                  </a:moveTo>
                  <a:cubicBezTo>
                    <a:pt x="13" y="62"/>
                    <a:pt x="33" y="63"/>
                    <a:pt x="52" y="53"/>
                  </a:cubicBezTo>
                  <a:cubicBezTo>
                    <a:pt x="70" y="43"/>
                    <a:pt x="80" y="25"/>
                    <a:pt x="73" y="13"/>
                  </a:cubicBezTo>
                  <a:cubicBezTo>
                    <a:pt x="67" y="1"/>
                    <a:pt x="47" y="0"/>
                    <a:pt x="28" y="10"/>
                  </a:cubicBezTo>
                  <a:cubicBezTo>
                    <a:pt x="10" y="20"/>
                    <a:pt x="0" y="38"/>
                    <a:pt x="7" y="5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2" name="Freeform 222">
              <a:extLst>
                <a:ext uri="{FF2B5EF4-FFF2-40B4-BE49-F238E27FC236}">
                  <a16:creationId xmlns:a16="http://schemas.microsoft.com/office/drawing/2014/main" id="{889C3CF3-7395-4E0F-A1E4-AEE212188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520"/>
              <a:ext cx="375" cy="409"/>
            </a:xfrm>
            <a:custGeom>
              <a:avLst/>
              <a:gdLst>
                <a:gd name="T0" fmla="*/ 870 w 203"/>
                <a:gd name="T1" fmla="*/ 20 h 221"/>
                <a:gd name="T2" fmla="*/ 1116 w 203"/>
                <a:gd name="T3" fmla="*/ 603 h 221"/>
                <a:gd name="T4" fmla="*/ 347 w 203"/>
                <a:gd name="T5" fmla="*/ 1260 h 221"/>
                <a:gd name="T6" fmla="*/ 89 w 203"/>
                <a:gd name="T7" fmla="*/ 1401 h 221"/>
                <a:gd name="T8" fmla="*/ 290 w 203"/>
                <a:gd name="T9" fmla="*/ 1116 h 221"/>
                <a:gd name="T10" fmla="*/ 573 w 203"/>
                <a:gd name="T11" fmla="*/ 483 h 221"/>
                <a:gd name="T12" fmla="*/ 870 w 203"/>
                <a:gd name="T13" fmla="*/ 2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221">
                  <a:moveTo>
                    <a:pt x="138" y="3"/>
                  </a:moveTo>
                  <a:cubicBezTo>
                    <a:pt x="162" y="4"/>
                    <a:pt x="203" y="24"/>
                    <a:pt x="177" y="95"/>
                  </a:cubicBezTo>
                  <a:cubicBezTo>
                    <a:pt x="151" y="166"/>
                    <a:pt x="105" y="178"/>
                    <a:pt x="55" y="199"/>
                  </a:cubicBezTo>
                  <a:cubicBezTo>
                    <a:pt x="42" y="204"/>
                    <a:pt x="19" y="201"/>
                    <a:pt x="14" y="221"/>
                  </a:cubicBezTo>
                  <a:cubicBezTo>
                    <a:pt x="14" y="221"/>
                    <a:pt x="0" y="198"/>
                    <a:pt x="46" y="176"/>
                  </a:cubicBezTo>
                  <a:cubicBezTo>
                    <a:pt x="93" y="153"/>
                    <a:pt x="106" y="107"/>
                    <a:pt x="91" y="76"/>
                  </a:cubicBezTo>
                  <a:cubicBezTo>
                    <a:pt x="76" y="46"/>
                    <a:pt x="93" y="0"/>
                    <a:pt x="138" y="3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3" name="Freeform 223">
              <a:extLst>
                <a:ext uri="{FF2B5EF4-FFF2-40B4-BE49-F238E27FC236}">
                  <a16:creationId xmlns:a16="http://schemas.microsoft.com/office/drawing/2014/main" id="{13E25020-04B0-488F-B313-FBE5825AF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614"/>
              <a:ext cx="200" cy="264"/>
            </a:xfrm>
            <a:custGeom>
              <a:avLst/>
              <a:gdLst>
                <a:gd name="T0" fmla="*/ 285 w 108"/>
                <a:gd name="T1" fmla="*/ 32 h 142"/>
                <a:gd name="T2" fmla="*/ 374 w 108"/>
                <a:gd name="T3" fmla="*/ 604 h 142"/>
                <a:gd name="T4" fmla="*/ 96 w 108"/>
                <a:gd name="T5" fmla="*/ 604 h 142"/>
                <a:gd name="T6" fmla="*/ 285 w 108"/>
                <a:gd name="T7" fmla="*/ 32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142">
                  <a:moveTo>
                    <a:pt x="45" y="5"/>
                  </a:moveTo>
                  <a:cubicBezTo>
                    <a:pt x="68" y="0"/>
                    <a:pt x="108" y="47"/>
                    <a:pt x="59" y="94"/>
                  </a:cubicBezTo>
                  <a:cubicBezTo>
                    <a:pt x="9" y="142"/>
                    <a:pt x="20" y="123"/>
                    <a:pt x="15" y="94"/>
                  </a:cubicBezTo>
                  <a:cubicBezTo>
                    <a:pt x="10" y="66"/>
                    <a:pt x="0" y="15"/>
                    <a:pt x="45" y="5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4" name="Freeform 224">
              <a:extLst>
                <a:ext uri="{FF2B5EF4-FFF2-40B4-BE49-F238E27FC236}">
                  <a16:creationId xmlns:a16="http://schemas.microsoft.com/office/drawing/2014/main" id="{4F22066C-808F-4A76-A9DF-31F8608FC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529"/>
              <a:ext cx="121" cy="89"/>
            </a:xfrm>
            <a:custGeom>
              <a:avLst/>
              <a:gdLst>
                <a:gd name="T0" fmla="*/ 354 w 65"/>
                <a:gd name="T1" fmla="*/ 13 h 48"/>
                <a:gd name="T2" fmla="*/ 13 w 65"/>
                <a:gd name="T3" fmla="*/ 237 h 48"/>
                <a:gd name="T4" fmla="*/ 298 w 65"/>
                <a:gd name="T5" fmla="*/ 210 h 48"/>
                <a:gd name="T6" fmla="*/ 354 w 65"/>
                <a:gd name="T7" fmla="*/ 1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48">
                  <a:moveTo>
                    <a:pt x="55" y="2"/>
                  </a:moveTo>
                  <a:cubicBezTo>
                    <a:pt x="55" y="2"/>
                    <a:pt x="11" y="10"/>
                    <a:pt x="2" y="37"/>
                  </a:cubicBezTo>
                  <a:cubicBezTo>
                    <a:pt x="0" y="43"/>
                    <a:pt x="37" y="48"/>
                    <a:pt x="46" y="33"/>
                  </a:cubicBezTo>
                  <a:cubicBezTo>
                    <a:pt x="56" y="18"/>
                    <a:pt x="65" y="0"/>
                    <a:pt x="55" y="2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5" name="Freeform 225">
              <a:extLst>
                <a:ext uri="{FF2B5EF4-FFF2-40B4-BE49-F238E27FC236}">
                  <a16:creationId xmlns:a16="http://schemas.microsoft.com/office/drawing/2014/main" id="{411CA2E4-76DC-4DC6-8EDE-E093CD86E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941"/>
              <a:ext cx="128" cy="96"/>
            </a:xfrm>
            <a:custGeom>
              <a:avLst/>
              <a:gdLst>
                <a:gd name="T0" fmla="*/ 440 w 69"/>
                <a:gd name="T1" fmla="*/ 0 h 52"/>
                <a:gd name="T2" fmla="*/ 0 w 69"/>
                <a:gd name="T3" fmla="*/ 327 h 52"/>
                <a:gd name="T4" fmla="*/ 249 w 69"/>
                <a:gd name="T5" fmla="*/ 68 h 52"/>
                <a:gd name="T6" fmla="*/ 440 w 69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52">
                  <a:moveTo>
                    <a:pt x="69" y="0"/>
                  </a:moveTo>
                  <a:cubicBezTo>
                    <a:pt x="69" y="0"/>
                    <a:pt x="45" y="49"/>
                    <a:pt x="0" y="52"/>
                  </a:cubicBezTo>
                  <a:cubicBezTo>
                    <a:pt x="0" y="52"/>
                    <a:pt x="9" y="23"/>
                    <a:pt x="39" y="11"/>
                  </a:cubicBezTo>
                  <a:cubicBezTo>
                    <a:pt x="69" y="0"/>
                    <a:pt x="69" y="0"/>
                    <a:pt x="69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6" name="Freeform 226">
              <a:extLst>
                <a:ext uri="{FF2B5EF4-FFF2-40B4-BE49-F238E27FC236}">
                  <a16:creationId xmlns:a16="http://schemas.microsoft.com/office/drawing/2014/main" id="{9638939D-1996-4A92-8FA5-E155A4C59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011"/>
              <a:ext cx="161" cy="93"/>
            </a:xfrm>
            <a:custGeom>
              <a:avLst/>
              <a:gdLst>
                <a:gd name="T0" fmla="*/ 24 w 87"/>
                <a:gd name="T1" fmla="*/ 180 h 50"/>
                <a:gd name="T2" fmla="*/ 178 w 87"/>
                <a:gd name="T3" fmla="*/ 270 h 50"/>
                <a:gd name="T4" fmla="*/ 551 w 87"/>
                <a:gd name="T5" fmla="*/ 0 h 50"/>
                <a:gd name="T6" fmla="*/ 185 w 87"/>
                <a:gd name="T7" fmla="*/ 128 h 50"/>
                <a:gd name="T8" fmla="*/ 24 w 87"/>
                <a:gd name="T9" fmla="*/ 18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50">
                  <a:moveTo>
                    <a:pt x="4" y="28"/>
                  </a:moveTo>
                  <a:cubicBezTo>
                    <a:pt x="4" y="28"/>
                    <a:pt x="10" y="50"/>
                    <a:pt x="28" y="42"/>
                  </a:cubicBezTo>
                  <a:cubicBezTo>
                    <a:pt x="45" y="34"/>
                    <a:pt x="78" y="9"/>
                    <a:pt x="87" y="0"/>
                  </a:cubicBezTo>
                  <a:cubicBezTo>
                    <a:pt x="87" y="0"/>
                    <a:pt x="43" y="19"/>
                    <a:pt x="29" y="20"/>
                  </a:cubicBezTo>
                  <a:cubicBezTo>
                    <a:pt x="15" y="21"/>
                    <a:pt x="0" y="19"/>
                    <a:pt x="4" y="28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7" name="Freeform 227">
              <a:extLst>
                <a:ext uri="{FF2B5EF4-FFF2-40B4-BE49-F238E27FC236}">
                  <a16:creationId xmlns:a16="http://schemas.microsoft.com/office/drawing/2014/main" id="{4EE36B3A-C6AE-4FAC-91FF-EFCF84D5D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461"/>
              <a:ext cx="96" cy="572"/>
            </a:xfrm>
            <a:custGeom>
              <a:avLst/>
              <a:gdLst>
                <a:gd name="T0" fmla="*/ 0 w 52"/>
                <a:gd name="T1" fmla="*/ 0 h 309"/>
                <a:gd name="T2" fmla="*/ 140 w 52"/>
                <a:gd name="T3" fmla="*/ 528 h 309"/>
                <a:gd name="T4" fmla="*/ 177 w 52"/>
                <a:gd name="T5" fmla="*/ 1505 h 309"/>
                <a:gd name="T6" fmla="*/ 105 w 52"/>
                <a:gd name="T7" fmla="*/ 1960 h 309"/>
                <a:gd name="T8" fmla="*/ 233 w 52"/>
                <a:gd name="T9" fmla="*/ 1573 h 309"/>
                <a:gd name="T10" fmla="*/ 327 w 52"/>
                <a:gd name="T11" fmla="*/ 1261 h 309"/>
                <a:gd name="T12" fmla="*/ 327 w 52"/>
                <a:gd name="T13" fmla="*/ 692 h 309"/>
                <a:gd name="T14" fmla="*/ 0 w 52"/>
                <a:gd name="T15" fmla="*/ 0 h 3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09">
                  <a:moveTo>
                    <a:pt x="0" y="0"/>
                  </a:moveTo>
                  <a:cubicBezTo>
                    <a:pt x="0" y="0"/>
                    <a:pt x="9" y="55"/>
                    <a:pt x="22" y="83"/>
                  </a:cubicBezTo>
                  <a:cubicBezTo>
                    <a:pt x="36" y="110"/>
                    <a:pt x="42" y="218"/>
                    <a:pt x="28" y="237"/>
                  </a:cubicBezTo>
                  <a:cubicBezTo>
                    <a:pt x="13" y="256"/>
                    <a:pt x="15" y="288"/>
                    <a:pt x="17" y="309"/>
                  </a:cubicBezTo>
                  <a:cubicBezTo>
                    <a:pt x="17" y="309"/>
                    <a:pt x="18" y="262"/>
                    <a:pt x="37" y="248"/>
                  </a:cubicBezTo>
                  <a:cubicBezTo>
                    <a:pt x="37" y="248"/>
                    <a:pt x="36" y="207"/>
                    <a:pt x="52" y="199"/>
                  </a:cubicBezTo>
                  <a:cubicBezTo>
                    <a:pt x="52" y="199"/>
                    <a:pt x="26" y="135"/>
                    <a:pt x="52" y="109"/>
                  </a:cubicBezTo>
                  <a:cubicBezTo>
                    <a:pt x="52" y="109"/>
                    <a:pt x="13" y="69"/>
                    <a:pt x="0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8" name="Freeform 228">
              <a:extLst>
                <a:ext uri="{FF2B5EF4-FFF2-40B4-BE49-F238E27FC236}">
                  <a16:creationId xmlns:a16="http://schemas.microsoft.com/office/drawing/2014/main" id="{C53AFF3B-F4BF-49AA-BFE9-305F19921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486"/>
              <a:ext cx="211" cy="581"/>
            </a:xfrm>
            <a:custGeom>
              <a:avLst/>
              <a:gdLst>
                <a:gd name="T0" fmla="*/ 342 w 114"/>
                <a:gd name="T1" fmla="*/ 0 h 313"/>
                <a:gd name="T2" fmla="*/ 507 w 114"/>
                <a:gd name="T3" fmla="*/ 455 h 313"/>
                <a:gd name="T4" fmla="*/ 490 w 114"/>
                <a:gd name="T5" fmla="*/ 1375 h 313"/>
                <a:gd name="T6" fmla="*/ 379 w 114"/>
                <a:gd name="T7" fmla="*/ 2001 h 313"/>
                <a:gd name="T8" fmla="*/ 0 w 114"/>
                <a:gd name="T9" fmla="*/ 1665 h 313"/>
                <a:gd name="T10" fmla="*/ 89 w 114"/>
                <a:gd name="T11" fmla="*/ 1496 h 313"/>
                <a:gd name="T12" fmla="*/ 172 w 114"/>
                <a:gd name="T13" fmla="*/ 1067 h 313"/>
                <a:gd name="T14" fmla="*/ 24 w 114"/>
                <a:gd name="T15" fmla="*/ 806 h 313"/>
                <a:gd name="T16" fmla="*/ 172 w 114"/>
                <a:gd name="T17" fmla="*/ 510 h 313"/>
                <a:gd name="T18" fmla="*/ 342 w 114"/>
                <a:gd name="T19" fmla="*/ 0 h 3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313">
                  <a:moveTo>
                    <a:pt x="54" y="0"/>
                  </a:moveTo>
                  <a:cubicBezTo>
                    <a:pt x="54" y="0"/>
                    <a:pt x="70" y="55"/>
                    <a:pt x="80" y="71"/>
                  </a:cubicBezTo>
                  <a:cubicBezTo>
                    <a:pt x="90" y="87"/>
                    <a:pt x="114" y="169"/>
                    <a:pt x="77" y="215"/>
                  </a:cubicBezTo>
                  <a:cubicBezTo>
                    <a:pt x="41" y="261"/>
                    <a:pt x="60" y="313"/>
                    <a:pt x="60" y="313"/>
                  </a:cubicBezTo>
                  <a:cubicBezTo>
                    <a:pt x="0" y="260"/>
                    <a:pt x="0" y="260"/>
                    <a:pt x="0" y="260"/>
                  </a:cubicBezTo>
                  <a:cubicBezTo>
                    <a:pt x="0" y="260"/>
                    <a:pt x="1" y="240"/>
                    <a:pt x="14" y="234"/>
                  </a:cubicBezTo>
                  <a:cubicBezTo>
                    <a:pt x="26" y="227"/>
                    <a:pt x="34" y="190"/>
                    <a:pt x="27" y="167"/>
                  </a:cubicBezTo>
                  <a:cubicBezTo>
                    <a:pt x="20" y="144"/>
                    <a:pt x="4" y="126"/>
                    <a:pt x="4" y="126"/>
                  </a:cubicBezTo>
                  <a:cubicBezTo>
                    <a:pt x="4" y="126"/>
                    <a:pt x="23" y="102"/>
                    <a:pt x="27" y="80"/>
                  </a:cubicBezTo>
                  <a:cubicBezTo>
                    <a:pt x="30" y="58"/>
                    <a:pt x="37" y="9"/>
                    <a:pt x="54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9" name="Freeform 229">
              <a:extLst>
                <a:ext uri="{FF2B5EF4-FFF2-40B4-BE49-F238E27FC236}">
                  <a16:creationId xmlns:a16="http://schemas.microsoft.com/office/drawing/2014/main" id="{06B7BF32-2B11-4A39-9279-61DC10927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740"/>
              <a:ext cx="92" cy="225"/>
            </a:xfrm>
            <a:custGeom>
              <a:avLst/>
              <a:gdLst>
                <a:gd name="T0" fmla="*/ 186 w 50"/>
                <a:gd name="T1" fmla="*/ 0 h 121"/>
                <a:gd name="T2" fmla="*/ 291 w 50"/>
                <a:gd name="T3" fmla="*/ 329 h 121"/>
                <a:gd name="T4" fmla="*/ 142 w 50"/>
                <a:gd name="T5" fmla="*/ 777 h 121"/>
                <a:gd name="T6" fmla="*/ 0 w 50"/>
                <a:gd name="T7" fmla="*/ 688 h 121"/>
                <a:gd name="T8" fmla="*/ 24 w 50"/>
                <a:gd name="T9" fmla="*/ 374 h 121"/>
                <a:gd name="T10" fmla="*/ 186 w 50"/>
                <a:gd name="T11" fmla="*/ 0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21">
                  <a:moveTo>
                    <a:pt x="30" y="0"/>
                  </a:moveTo>
                  <a:cubicBezTo>
                    <a:pt x="30" y="0"/>
                    <a:pt x="50" y="26"/>
                    <a:pt x="47" y="51"/>
                  </a:cubicBezTo>
                  <a:cubicBezTo>
                    <a:pt x="45" y="75"/>
                    <a:pt x="22" y="102"/>
                    <a:pt x="23" y="121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14" y="70"/>
                    <a:pt x="4" y="58"/>
                  </a:cubicBezTo>
                  <a:cubicBezTo>
                    <a:pt x="4" y="58"/>
                    <a:pt x="11" y="22"/>
                    <a:pt x="30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0" name="Freeform 230">
              <a:extLst>
                <a:ext uri="{FF2B5EF4-FFF2-40B4-BE49-F238E27FC236}">
                  <a16:creationId xmlns:a16="http://schemas.microsoft.com/office/drawing/2014/main" id="{35CBEA4C-AA6C-49C6-A156-E802BCBD1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857"/>
              <a:ext cx="68" cy="80"/>
            </a:xfrm>
            <a:custGeom>
              <a:avLst/>
              <a:gdLst>
                <a:gd name="T0" fmla="*/ 173 w 37"/>
                <a:gd name="T1" fmla="*/ 0 h 43"/>
                <a:gd name="T2" fmla="*/ 142 w 37"/>
                <a:gd name="T3" fmla="*/ 277 h 43"/>
                <a:gd name="T4" fmla="*/ 0 w 37"/>
                <a:gd name="T5" fmla="*/ 277 h 43"/>
                <a:gd name="T6" fmla="*/ 173 w 37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3">
                  <a:moveTo>
                    <a:pt x="28" y="0"/>
                  </a:moveTo>
                  <a:cubicBezTo>
                    <a:pt x="28" y="0"/>
                    <a:pt x="37" y="27"/>
                    <a:pt x="23" y="43"/>
                  </a:cubicBezTo>
                  <a:cubicBezTo>
                    <a:pt x="23" y="43"/>
                    <a:pt x="10" y="39"/>
                    <a:pt x="0" y="43"/>
                  </a:cubicBezTo>
                  <a:cubicBezTo>
                    <a:pt x="0" y="43"/>
                    <a:pt x="17" y="9"/>
                    <a:pt x="28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1" name="Freeform 231">
              <a:extLst>
                <a:ext uri="{FF2B5EF4-FFF2-40B4-BE49-F238E27FC236}">
                  <a16:creationId xmlns:a16="http://schemas.microsoft.com/office/drawing/2014/main" id="{D12BF661-64A2-475B-A20F-5BB402C98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994"/>
              <a:ext cx="349" cy="399"/>
            </a:xfrm>
            <a:custGeom>
              <a:avLst/>
              <a:gdLst>
                <a:gd name="T0" fmla="*/ 157 w 189"/>
                <a:gd name="T1" fmla="*/ 225 h 215"/>
                <a:gd name="T2" fmla="*/ 395 w 189"/>
                <a:gd name="T3" fmla="*/ 1164 h 215"/>
                <a:gd name="T4" fmla="*/ 1006 w 189"/>
                <a:gd name="T5" fmla="*/ 1106 h 215"/>
                <a:gd name="T6" fmla="*/ 907 w 189"/>
                <a:gd name="T7" fmla="*/ 299 h 215"/>
                <a:gd name="T8" fmla="*/ 157 w 189"/>
                <a:gd name="T9" fmla="*/ 225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215">
                  <a:moveTo>
                    <a:pt x="25" y="35"/>
                  </a:moveTo>
                  <a:cubicBezTo>
                    <a:pt x="0" y="71"/>
                    <a:pt x="17" y="150"/>
                    <a:pt x="63" y="182"/>
                  </a:cubicBezTo>
                  <a:cubicBezTo>
                    <a:pt x="108" y="215"/>
                    <a:pt x="135" y="208"/>
                    <a:pt x="160" y="173"/>
                  </a:cubicBezTo>
                  <a:cubicBezTo>
                    <a:pt x="185" y="138"/>
                    <a:pt x="189" y="80"/>
                    <a:pt x="144" y="47"/>
                  </a:cubicBezTo>
                  <a:cubicBezTo>
                    <a:pt x="98" y="15"/>
                    <a:pt x="50" y="0"/>
                    <a:pt x="25" y="35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2" name="Freeform 232">
              <a:extLst>
                <a:ext uri="{FF2B5EF4-FFF2-40B4-BE49-F238E27FC236}">
                  <a16:creationId xmlns:a16="http://schemas.microsoft.com/office/drawing/2014/main" id="{0D65257A-1C69-4CBD-9CD3-05AFC9A97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415"/>
              <a:ext cx="2794" cy="2371"/>
            </a:xfrm>
            <a:custGeom>
              <a:avLst/>
              <a:gdLst>
                <a:gd name="T0" fmla="*/ 2017 w 1511"/>
                <a:gd name="T1" fmla="*/ 1948 h 1279"/>
                <a:gd name="T2" fmla="*/ 1405 w 1511"/>
                <a:gd name="T3" fmla="*/ 1783 h 1279"/>
                <a:gd name="T4" fmla="*/ 1847 w 1511"/>
                <a:gd name="T5" fmla="*/ 866 h 1279"/>
                <a:gd name="T6" fmla="*/ 943 w 1511"/>
                <a:gd name="T7" fmla="*/ 1969 h 1279"/>
                <a:gd name="T8" fmla="*/ 277 w 1511"/>
                <a:gd name="T9" fmla="*/ 3680 h 1279"/>
                <a:gd name="T10" fmla="*/ 523 w 1511"/>
                <a:gd name="T11" fmla="*/ 4649 h 1279"/>
                <a:gd name="T12" fmla="*/ 1771 w 1511"/>
                <a:gd name="T13" fmla="*/ 4165 h 1279"/>
                <a:gd name="T14" fmla="*/ 2212 w 1511"/>
                <a:gd name="T15" fmla="*/ 5611 h 1279"/>
                <a:gd name="T16" fmla="*/ 1272 w 1511"/>
                <a:gd name="T17" fmla="*/ 4588 h 1279"/>
                <a:gd name="T18" fmla="*/ 411 w 1511"/>
                <a:gd name="T19" fmla="*/ 5370 h 1279"/>
                <a:gd name="T20" fmla="*/ 930 w 1511"/>
                <a:gd name="T21" fmla="*/ 6171 h 1279"/>
                <a:gd name="T22" fmla="*/ 1145 w 1511"/>
                <a:gd name="T23" fmla="*/ 7209 h 1279"/>
                <a:gd name="T24" fmla="*/ 2746 w 1511"/>
                <a:gd name="T25" fmla="*/ 7925 h 1279"/>
                <a:gd name="T26" fmla="*/ 3918 w 1511"/>
                <a:gd name="T27" fmla="*/ 6835 h 1279"/>
                <a:gd name="T28" fmla="*/ 4244 w 1511"/>
                <a:gd name="T29" fmla="*/ 6082 h 1279"/>
                <a:gd name="T30" fmla="*/ 4096 w 1511"/>
                <a:gd name="T31" fmla="*/ 5880 h 1279"/>
                <a:gd name="T32" fmla="*/ 4797 w 1511"/>
                <a:gd name="T33" fmla="*/ 5791 h 1279"/>
                <a:gd name="T34" fmla="*/ 5381 w 1511"/>
                <a:gd name="T35" fmla="*/ 5849 h 1279"/>
                <a:gd name="T36" fmla="*/ 5412 w 1511"/>
                <a:gd name="T37" fmla="*/ 5969 h 1279"/>
                <a:gd name="T38" fmla="*/ 5666 w 1511"/>
                <a:gd name="T39" fmla="*/ 6887 h 1279"/>
                <a:gd name="T40" fmla="*/ 6893 w 1511"/>
                <a:gd name="T41" fmla="*/ 7901 h 1279"/>
                <a:gd name="T42" fmla="*/ 8347 w 1511"/>
                <a:gd name="T43" fmla="*/ 7306 h 1279"/>
                <a:gd name="T44" fmla="*/ 8489 w 1511"/>
                <a:gd name="T45" fmla="*/ 6327 h 1279"/>
                <a:gd name="T46" fmla="*/ 8694 w 1511"/>
                <a:gd name="T47" fmla="*/ 5676 h 1279"/>
                <a:gd name="T48" fmla="*/ 8667 w 1511"/>
                <a:gd name="T49" fmla="*/ 4553 h 1279"/>
                <a:gd name="T50" fmla="*/ 7269 w 1511"/>
                <a:gd name="T51" fmla="*/ 5700 h 1279"/>
                <a:gd name="T52" fmla="*/ 7803 w 1511"/>
                <a:gd name="T53" fmla="*/ 4127 h 1279"/>
                <a:gd name="T54" fmla="*/ 8726 w 1511"/>
                <a:gd name="T55" fmla="*/ 4460 h 1279"/>
                <a:gd name="T56" fmla="*/ 9181 w 1511"/>
                <a:gd name="T57" fmla="*/ 3574 h 1279"/>
                <a:gd name="T58" fmla="*/ 8441 w 1511"/>
                <a:gd name="T59" fmla="*/ 1969 h 1279"/>
                <a:gd name="T60" fmla="*/ 7646 w 1511"/>
                <a:gd name="T61" fmla="*/ 853 h 1279"/>
                <a:gd name="T62" fmla="*/ 7594 w 1511"/>
                <a:gd name="T63" fmla="*/ 1618 h 1279"/>
                <a:gd name="T64" fmla="*/ 8079 w 1511"/>
                <a:gd name="T65" fmla="*/ 1815 h 1279"/>
                <a:gd name="T66" fmla="*/ 7269 w 1511"/>
                <a:gd name="T67" fmla="*/ 1917 h 1279"/>
                <a:gd name="T68" fmla="*/ 7441 w 1511"/>
                <a:gd name="T69" fmla="*/ 1216 h 1279"/>
                <a:gd name="T70" fmla="*/ 7446 w 1511"/>
                <a:gd name="T71" fmla="*/ 552 h 1279"/>
                <a:gd name="T72" fmla="*/ 6500 w 1511"/>
                <a:gd name="T73" fmla="*/ 282 h 1279"/>
                <a:gd name="T74" fmla="*/ 4817 w 1511"/>
                <a:gd name="T75" fmla="*/ 636 h 1279"/>
                <a:gd name="T76" fmla="*/ 5198 w 1511"/>
                <a:gd name="T77" fmla="*/ 2217 h 1279"/>
                <a:gd name="T78" fmla="*/ 4974 w 1511"/>
                <a:gd name="T79" fmla="*/ 3381 h 1279"/>
                <a:gd name="T80" fmla="*/ 4445 w 1511"/>
                <a:gd name="T81" fmla="*/ 3420 h 1279"/>
                <a:gd name="T82" fmla="*/ 4602 w 1511"/>
                <a:gd name="T83" fmla="*/ 2955 h 1279"/>
                <a:gd name="T84" fmla="*/ 4610 w 1511"/>
                <a:gd name="T85" fmla="*/ 1611 h 1279"/>
                <a:gd name="T86" fmla="*/ 3388 w 1511"/>
                <a:gd name="T87" fmla="*/ 567 h 1279"/>
                <a:gd name="T88" fmla="*/ 2452 w 1511"/>
                <a:gd name="T89" fmla="*/ 528 h 1279"/>
                <a:gd name="T90" fmla="*/ 1853 w 1511"/>
                <a:gd name="T91" fmla="*/ 858 h 1279"/>
                <a:gd name="T92" fmla="*/ 2271 w 1511"/>
                <a:gd name="T93" fmla="*/ 1642 h 127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511" h="1279">
                  <a:moveTo>
                    <a:pt x="371" y="271"/>
                  </a:moveTo>
                  <a:cubicBezTo>
                    <a:pt x="394" y="303"/>
                    <a:pt x="352" y="309"/>
                    <a:pt x="319" y="306"/>
                  </a:cubicBezTo>
                  <a:cubicBezTo>
                    <a:pt x="282" y="303"/>
                    <a:pt x="313" y="336"/>
                    <a:pt x="309" y="359"/>
                  </a:cubicBezTo>
                  <a:cubicBezTo>
                    <a:pt x="299" y="418"/>
                    <a:pt x="207" y="272"/>
                    <a:pt x="222" y="280"/>
                  </a:cubicBezTo>
                  <a:cubicBezTo>
                    <a:pt x="238" y="288"/>
                    <a:pt x="265" y="279"/>
                    <a:pt x="308" y="253"/>
                  </a:cubicBezTo>
                  <a:cubicBezTo>
                    <a:pt x="351" y="226"/>
                    <a:pt x="292" y="136"/>
                    <a:pt x="292" y="136"/>
                  </a:cubicBezTo>
                  <a:cubicBezTo>
                    <a:pt x="292" y="136"/>
                    <a:pt x="280" y="121"/>
                    <a:pt x="243" y="140"/>
                  </a:cubicBezTo>
                  <a:cubicBezTo>
                    <a:pt x="207" y="160"/>
                    <a:pt x="76" y="194"/>
                    <a:pt x="149" y="309"/>
                  </a:cubicBezTo>
                  <a:cubicBezTo>
                    <a:pt x="149" y="309"/>
                    <a:pt x="73" y="249"/>
                    <a:pt x="49" y="387"/>
                  </a:cubicBezTo>
                  <a:cubicBezTo>
                    <a:pt x="26" y="524"/>
                    <a:pt x="6" y="560"/>
                    <a:pt x="44" y="578"/>
                  </a:cubicBezTo>
                  <a:cubicBezTo>
                    <a:pt x="44" y="578"/>
                    <a:pt x="8" y="602"/>
                    <a:pt x="26" y="640"/>
                  </a:cubicBezTo>
                  <a:cubicBezTo>
                    <a:pt x="44" y="678"/>
                    <a:pt x="0" y="752"/>
                    <a:pt x="83" y="730"/>
                  </a:cubicBezTo>
                  <a:cubicBezTo>
                    <a:pt x="149" y="700"/>
                    <a:pt x="192" y="660"/>
                    <a:pt x="192" y="660"/>
                  </a:cubicBezTo>
                  <a:cubicBezTo>
                    <a:pt x="224" y="685"/>
                    <a:pt x="263" y="666"/>
                    <a:pt x="280" y="654"/>
                  </a:cubicBezTo>
                  <a:cubicBezTo>
                    <a:pt x="266" y="671"/>
                    <a:pt x="266" y="711"/>
                    <a:pt x="286" y="741"/>
                  </a:cubicBezTo>
                  <a:cubicBezTo>
                    <a:pt x="310" y="776"/>
                    <a:pt x="289" y="816"/>
                    <a:pt x="350" y="881"/>
                  </a:cubicBezTo>
                  <a:cubicBezTo>
                    <a:pt x="398" y="931"/>
                    <a:pt x="319" y="913"/>
                    <a:pt x="299" y="856"/>
                  </a:cubicBezTo>
                  <a:cubicBezTo>
                    <a:pt x="279" y="799"/>
                    <a:pt x="252" y="746"/>
                    <a:pt x="201" y="720"/>
                  </a:cubicBezTo>
                  <a:cubicBezTo>
                    <a:pt x="149" y="693"/>
                    <a:pt x="87" y="737"/>
                    <a:pt x="87" y="737"/>
                  </a:cubicBezTo>
                  <a:cubicBezTo>
                    <a:pt x="87" y="737"/>
                    <a:pt x="32" y="777"/>
                    <a:pt x="65" y="843"/>
                  </a:cubicBezTo>
                  <a:cubicBezTo>
                    <a:pt x="99" y="909"/>
                    <a:pt x="107" y="895"/>
                    <a:pt x="131" y="899"/>
                  </a:cubicBezTo>
                  <a:cubicBezTo>
                    <a:pt x="131" y="899"/>
                    <a:pt x="109" y="947"/>
                    <a:pt x="147" y="969"/>
                  </a:cubicBezTo>
                  <a:cubicBezTo>
                    <a:pt x="185" y="991"/>
                    <a:pt x="143" y="1039"/>
                    <a:pt x="179" y="1051"/>
                  </a:cubicBezTo>
                  <a:cubicBezTo>
                    <a:pt x="179" y="1051"/>
                    <a:pt x="111" y="1102"/>
                    <a:pt x="181" y="1132"/>
                  </a:cubicBezTo>
                  <a:cubicBezTo>
                    <a:pt x="251" y="1162"/>
                    <a:pt x="235" y="1216"/>
                    <a:pt x="279" y="1182"/>
                  </a:cubicBezTo>
                  <a:cubicBezTo>
                    <a:pt x="279" y="1182"/>
                    <a:pt x="267" y="1258"/>
                    <a:pt x="434" y="1244"/>
                  </a:cubicBezTo>
                  <a:cubicBezTo>
                    <a:pt x="602" y="1230"/>
                    <a:pt x="630" y="1200"/>
                    <a:pt x="566" y="1156"/>
                  </a:cubicBezTo>
                  <a:cubicBezTo>
                    <a:pt x="566" y="1156"/>
                    <a:pt x="636" y="1144"/>
                    <a:pt x="620" y="1073"/>
                  </a:cubicBezTo>
                  <a:cubicBezTo>
                    <a:pt x="604" y="1001"/>
                    <a:pt x="620" y="1025"/>
                    <a:pt x="652" y="1021"/>
                  </a:cubicBezTo>
                  <a:cubicBezTo>
                    <a:pt x="683" y="1017"/>
                    <a:pt x="689" y="973"/>
                    <a:pt x="671" y="955"/>
                  </a:cubicBezTo>
                  <a:cubicBezTo>
                    <a:pt x="667" y="951"/>
                    <a:pt x="657" y="942"/>
                    <a:pt x="646" y="933"/>
                  </a:cubicBezTo>
                  <a:cubicBezTo>
                    <a:pt x="646" y="933"/>
                    <a:pt x="629" y="924"/>
                    <a:pt x="648" y="923"/>
                  </a:cubicBezTo>
                  <a:cubicBezTo>
                    <a:pt x="667" y="923"/>
                    <a:pt x="712" y="927"/>
                    <a:pt x="719" y="907"/>
                  </a:cubicBezTo>
                  <a:cubicBezTo>
                    <a:pt x="719" y="907"/>
                    <a:pt x="734" y="929"/>
                    <a:pt x="759" y="909"/>
                  </a:cubicBezTo>
                  <a:cubicBezTo>
                    <a:pt x="759" y="909"/>
                    <a:pt x="782" y="924"/>
                    <a:pt x="799" y="915"/>
                  </a:cubicBezTo>
                  <a:cubicBezTo>
                    <a:pt x="799" y="915"/>
                    <a:pt x="824" y="932"/>
                    <a:pt x="851" y="918"/>
                  </a:cubicBezTo>
                  <a:cubicBezTo>
                    <a:pt x="874" y="906"/>
                    <a:pt x="882" y="924"/>
                    <a:pt x="870" y="930"/>
                  </a:cubicBezTo>
                  <a:cubicBezTo>
                    <a:pt x="865" y="933"/>
                    <a:pt x="860" y="935"/>
                    <a:pt x="856" y="937"/>
                  </a:cubicBezTo>
                  <a:cubicBezTo>
                    <a:pt x="824" y="951"/>
                    <a:pt x="824" y="1012"/>
                    <a:pt x="874" y="1025"/>
                  </a:cubicBezTo>
                  <a:cubicBezTo>
                    <a:pt x="924" y="1037"/>
                    <a:pt x="897" y="1053"/>
                    <a:pt x="896" y="1081"/>
                  </a:cubicBezTo>
                  <a:cubicBezTo>
                    <a:pt x="896" y="1109"/>
                    <a:pt x="918" y="1148"/>
                    <a:pt x="961" y="1149"/>
                  </a:cubicBezTo>
                  <a:cubicBezTo>
                    <a:pt x="961" y="1149"/>
                    <a:pt x="901" y="1279"/>
                    <a:pt x="1090" y="1240"/>
                  </a:cubicBezTo>
                  <a:cubicBezTo>
                    <a:pt x="1227" y="1212"/>
                    <a:pt x="1235" y="1208"/>
                    <a:pt x="1231" y="1153"/>
                  </a:cubicBezTo>
                  <a:cubicBezTo>
                    <a:pt x="1231" y="1153"/>
                    <a:pt x="1242" y="1233"/>
                    <a:pt x="1320" y="1147"/>
                  </a:cubicBezTo>
                  <a:cubicBezTo>
                    <a:pt x="1399" y="1060"/>
                    <a:pt x="1359" y="1049"/>
                    <a:pt x="1316" y="1045"/>
                  </a:cubicBezTo>
                  <a:cubicBezTo>
                    <a:pt x="1316" y="1045"/>
                    <a:pt x="1352" y="1037"/>
                    <a:pt x="1343" y="993"/>
                  </a:cubicBezTo>
                  <a:cubicBezTo>
                    <a:pt x="1334" y="949"/>
                    <a:pt x="1350" y="945"/>
                    <a:pt x="1374" y="928"/>
                  </a:cubicBezTo>
                  <a:cubicBezTo>
                    <a:pt x="1397" y="911"/>
                    <a:pt x="1382" y="894"/>
                    <a:pt x="1375" y="891"/>
                  </a:cubicBezTo>
                  <a:cubicBezTo>
                    <a:pt x="1382" y="893"/>
                    <a:pt x="1439" y="906"/>
                    <a:pt x="1463" y="813"/>
                  </a:cubicBezTo>
                  <a:cubicBezTo>
                    <a:pt x="1488" y="715"/>
                    <a:pt x="1412" y="729"/>
                    <a:pt x="1371" y="715"/>
                  </a:cubicBezTo>
                  <a:cubicBezTo>
                    <a:pt x="1330" y="700"/>
                    <a:pt x="1258" y="719"/>
                    <a:pt x="1226" y="804"/>
                  </a:cubicBezTo>
                  <a:cubicBezTo>
                    <a:pt x="1194" y="889"/>
                    <a:pt x="1175" y="925"/>
                    <a:pt x="1150" y="895"/>
                  </a:cubicBezTo>
                  <a:cubicBezTo>
                    <a:pt x="1124" y="864"/>
                    <a:pt x="1211" y="867"/>
                    <a:pt x="1206" y="776"/>
                  </a:cubicBezTo>
                  <a:cubicBezTo>
                    <a:pt x="1200" y="685"/>
                    <a:pt x="1287" y="737"/>
                    <a:pt x="1234" y="648"/>
                  </a:cubicBezTo>
                  <a:cubicBezTo>
                    <a:pt x="1234" y="648"/>
                    <a:pt x="1279" y="703"/>
                    <a:pt x="1318" y="671"/>
                  </a:cubicBezTo>
                  <a:cubicBezTo>
                    <a:pt x="1318" y="671"/>
                    <a:pt x="1331" y="705"/>
                    <a:pt x="1380" y="700"/>
                  </a:cubicBezTo>
                  <a:cubicBezTo>
                    <a:pt x="1430" y="695"/>
                    <a:pt x="1466" y="771"/>
                    <a:pt x="1474" y="667"/>
                  </a:cubicBezTo>
                  <a:cubicBezTo>
                    <a:pt x="1482" y="563"/>
                    <a:pt x="1478" y="559"/>
                    <a:pt x="1452" y="561"/>
                  </a:cubicBezTo>
                  <a:cubicBezTo>
                    <a:pt x="1452" y="561"/>
                    <a:pt x="1511" y="544"/>
                    <a:pt x="1468" y="451"/>
                  </a:cubicBezTo>
                  <a:cubicBezTo>
                    <a:pt x="1426" y="357"/>
                    <a:pt x="1444" y="232"/>
                    <a:pt x="1335" y="309"/>
                  </a:cubicBezTo>
                  <a:cubicBezTo>
                    <a:pt x="1335" y="309"/>
                    <a:pt x="1445" y="222"/>
                    <a:pt x="1311" y="163"/>
                  </a:cubicBezTo>
                  <a:cubicBezTo>
                    <a:pt x="1287" y="152"/>
                    <a:pt x="1243" y="88"/>
                    <a:pt x="1209" y="134"/>
                  </a:cubicBezTo>
                  <a:cubicBezTo>
                    <a:pt x="1209" y="134"/>
                    <a:pt x="1183" y="170"/>
                    <a:pt x="1181" y="192"/>
                  </a:cubicBezTo>
                  <a:cubicBezTo>
                    <a:pt x="1179" y="214"/>
                    <a:pt x="1168" y="252"/>
                    <a:pt x="1201" y="254"/>
                  </a:cubicBezTo>
                  <a:cubicBezTo>
                    <a:pt x="1233" y="256"/>
                    <a:pt x="1222" y="276"/>
                    <a:pt x="1243" y="276"/>
                  </a:cubicBezTo>
                  <a:cubicBezTo>
                    <a:pt x="1264" y="275"/>
                    <a:pt x="1306" y="240"/>
                    <a:pt x="1278" y="285"/>
                  </a:cubicBezTo>
                  <a:cubicBezTo>
                    <a:pt x="1249" y="330"/>
                    <a:pt x="1162" y="427"/>
                    <a:pt x="1198" y="325"/>
                  </a:cubicBezTo>
                  <a:cubicBezTo>
                    <a:pt x="1208" y="298"/>
                    <a:pt x="1184" y="296"/>
                    <a:pt x="1150" y="301"/>
                  </a:cubicBezTo>
                  <a:cubicBezTo>
                    <a:pt x="1116" y="305"/>
                    <a:pt x="1123" y="266"/>
                    <a:pt x="1157" y="236"/>
                  </a:cubicBezTo>
                  <a:cubicBezTo>
                    <a:pt x="1165" y="228"/>
                    <a:pt x="1174" y="211"/>
                    <a:pt x="1177" y="191"/>
                  </a:cubicBezTo>
                  <a:cubicBezTo>
                    <a:pt x="1180" y="170"/>
                    <a:pt x="1207" y="132"/>
                    <a:pt x="1207" y="132"/>
                  </a:cubicBezTo>
                  <a:cubicBezTo>
                    <a:pt x="1207" y="132"/>
                    <a:pt x="1240" y="91"/>
                    <a:pt x="1178" y="87"/>
                  </a:cubicBezTo>
                  <a:cubicBezTo>
                    <a:pt x="1156" y="85"/>
                    <a:pt x="1135" y="45"/>
                    <a:pt x="1103" y="88"/>
                  </a:cubicBezTo>
                  <a:cubicBezTo>
                    <a:pt x="1103" y="88"/>
                    <a:pt x="1116" y="33"/>
                    <a:pt x="1028" y="44"/>
                  </a:cubicBezTo>
                  <a:cubicBezTo>
                    <a:pt x="976" y="51"/>
                    <a:pt x="960" y="61"/>
                    <a:pt x="967" y="85"/>
                  </a:cubicBezTo>
                  <a:cubicBezTo>
                    <a:pt x="967" y="85"/>
                    <a:pt x="824" y="0"/>
                    <a:pt x="762" y="100"/>
                  </a:cubicBezTo>
                  <a:cubicBezTo>
                    <a:pt x="729" y="153"/>
                    <a:pt x="787" y="188"/>
                    <a:pt x="772" y="271"/>
                  </a:cubicBezTo>
                  <a:cubicBezTo>
                    <a:pt x="758" y="353"/>
                    <a:pt x="806" y="341"/>
                    <a:pt x="822" y="348"/>
                  </a:cubicBezTo>
                  <a:cubicBezTo>
                    <a:pt x="822" y="348"/>
                    <a:pt x="763" y="332"/>
                    <a:pt x="778" y="413"/>
                  </a:cubicBezTo>
                  <a:cubicBezTo>
                    <a:pt x="790" y="480"/>
                    <a:pt x="765" y="522"/>
                    <a:pt x="787" y="531"/>
                  </a:cubicBezTo>
                  <a:cubicBezTo>
                    <a:pt x="787" y="531"/>
                    <a:pt x="806" y="537"/>
                    <a:pt x="813" y="529"/>
                  </a:cubicBezTo>
                  <a:cubicBezTo>
                    <a:pt x="813" y="529"/>
                    <a:pt x="767" y="574"/>
                    <a:pt x="703" y="537"/>
                  </a:cubicBezTo>
                  <a:cubicBezTo>
                    <a:pt x="708" y="537"/>
                    <a:pt x="708" y="537"/>
                    <a:pt x="708" y="537"/>
                  </a:cubicBezTo>
                  <a:cubicBezTo>
                    <a:pt x="719" y="535"/>
                    <a:pt x="742" y="524"/>
                    <a:pt x="728" y="464"/>
                  </a:cubicBezTo>
                  <a:cubicBezTo>
                    <a:pt x="710" y="387"/>
                    <a:pt x="740" y="344"/>
                    <a:pt x="688" y="350"/>
                  </a:cubicBezTo>
                  <a:cubicBezTo>
                    <a:pt x="688" y="350"/>
                    <a:pt x="748" y="328"/>
                    <a:pt x="729" y="253"/>
                  </a:cubicBezTo>
                  <a:cubicBezTo>
                    <a:pt x="710" y="178"/>
                    <a:pt x="797" y="140"/>
                    <a:pt x="714" y="74"/>
                  </a:cubicBezTo>
                  <a:cubicBezTo>
                    <a:pt x="631" y="8"/>
                    <a:pt x="520" y="41"/>
                    <a:pt x="536" y="89"/>
                  </a:cubicBezTo>
                  <a:cubicBezTo>
                    <a:pt x="536" y="89"/>
                    <a:pt x="497" y="40"/>
                    <a:pt x="442" y="47"/>
                  </a:cubicBezTo>
                  <a:cubicBezTo>
                    <a:pt x="387" y="53"/>
                    <a:pt x="381" y="72"/>
                    <a:pt x="388" y="83"/>
                  </a:cubicBezTo>
                  <a:cubicBezTo>
                    <a:pt x="388" y="83"/>
                    <a:pt x="375" y="68"/>
                    <a:pt x="333" y="86"/>
                  </a:cubicBezTo>
                  <a:cubicBezTo>
                    <a:pt x="291" y="105"/>
                    <a:pt x="287" y="124"/>
                    <a:pt x="293" y="135"/>
                  </a:cubicBezTo>
                  <a:cubicBezTo>
                    <a:pt x="301" y="145"/>
                    <a:pt x="321" y="185"/>
                    <a:pt x="326" y="207"/>
                  </a:cubicBezTo>
                  <a:cubicBezTo>
                    <a:pt x="331" y="229"/>
                    <a:pt x="337" y="237"/>
                    <a:pt x="359" y="258"/>
                  </a:cubicBezTo>
                  <a:cubicBezTo>
                    <a:pt x="364" y="263"/>
                    <a:pt x="368" y="267"/>
                    <a:pt x="371" y="27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3" name="Freeform 233">
              <a:extLst>
                <a:ext uri="{FF2B5EF4-FFF2-40B4-BE49-F238E27FC236}">
                  <a16:creationId xmlns:a16="http://schemas.microsoft.com/office/drawing/2014/main" id="{771134E6-DECA-41DA-98FA-58F590C06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1436"/>
              <a:ext cx="734" cy="174"/>
            </a:xfrm>
            <a:custGeom>
              <a:avLst/>
              <a:gdLst>
                <a:gd name="T0" fmla="*/ 2465 w 397"/>
                <a:gd name="T1" fmla="*/ 596 h 94"/>
                <a:gd name="T2" fmla="*/ 2294 w 397"/>
                <a:gd name="T3" fmla="*/ 305 h 94"/>
                <a:gd name="T4" fmla="*/ 1825 w 397"/>
                <a:gd name="T5" fmla="*/ 285 h 94"/>
                <a:gd name="T6" fmla="*/ 1618 w 397"/>
                <a:gd name="T7" fmla="*/ 81 h 94"/>
                <a:gd name="T8" fmla="*/ 1056 w 397"/>
                <a:gd name="T9" fmla="*/ 217 h 94"/>
                <a:gd name="T10" fmla="*/ 0 w 397"/>
                <a:gd name="T11" fmla="*/ 278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7" h="94">
                  <a:moveTo>
                    <a:pt x="390" y="94"/>
                  </a:moveTo>
                  <a:cubicBezTo>
                    <a:pt x="393" y="82"/>
                    <a:pt x="397" y="51"/>
                    <a:pt x="363" y="48"/>
                  </a:cubicBezTo>
                  <a:cubicBezTo>
                    <a:pt x="342" y="46"/>
                    <a:pt x="312" y="19"/>
                    <a:pt x="289" y="45"/>
                  </a:cubicBezTo>
                  <a:cubicBezTo>
                    <a:pt x="289" y="45"/>
                    <a:pt x="298" y="13"/>
                    <a:pt x="256" y="13"/>
                  </a:cubicBezTo>
                  <a:cubicBezTo>
                    <a:pt x="204" y="13"/>
                    <a:pt x="185" y="13"/>
                    <a:pt x="167" y="34"/>
                  </a:cubicBezTo>
                  <a:cubicBezTo>
                    <a:pt x="167" y="34"/>
                    <a:pt x="69" y="0"/>
                    <a:pt x="0" y="44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4" name="Freeform 234">
              <a:extLst>
                <a:ext uri="{FF2B5EF4-FFF2-40B4-BE49-F238E27FC236}">
                  <a16:creationId xmlns:a16="http://schemas.microsoft.com/office/drawing/2014/main" id="{817D1DB6-ED7A-4BB1-9B1A-A9B76D450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893"/>
              <a:ext cx="194" cy="158"/>
            </a:xfrm>
            <a:custGeom>
              <a:avLst/>
              <a:gdLst>
                <a:gd name="T0" fmla="*/ 661 w 105"/>
                <a:gd name="T1" fmla="*/ 478 h 85"/>
                <a:gd name="T2" fmla="*/ 523 w 105"/>
                <a:gd name="T3" fmla="*/ 335 h 85"/>
                <a:gd name="T4" fmla="*/ 188 w 105"/>
                <a:gd name="T5" fmla="*/ 113 h 85"/>
                <a:gd name="T6" fmla="*/ 0 w 105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85">
                  <a:moveTo>
                    <a:pt x="105" y="74"/>
                  </a:moveTo>
                  <a:cubicBezTo>
                    <a:pt x="85" y="85"/>
                    <a:pt x="72" y="83"/>
                    <a:pt x="83" y="52"/>
                  </a:cubicBezTo>
                  <a:cubicBezTo>
                    <a:pt x="93" y="24"/>
                    <a:pt x="64" y="14"/>
                    <a:pt x="30" y="18"/>
                  </a:cubicBezTo>
                  <a:cubicBezTo>
                    <a:pt x="16" y="20"/>
                    <a:pt x="5" y="12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5" name="Freeform 235">
              <a:extLst>
                <a:ext uri="{FF2B5EF4-FFF2-40B4-BE49-F238E27FC236}">
                  <a16:creationId xmlns:a16="http://schemas.microsoft.com/office/drawing/2014/main" id="{0CE1E707-E376-4B5C-AF73-61B97B330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780"/>
              <a:ext cx="238" cy="180"/>
            </a:xfrm>
            <a:custGeom>
              <a:avLst/>
              <a:gdLst>
                <a:gd name="T0" fmla="*/ 140 w 129"/>
                <a:gd name="T1" fmla="*/ 0 h 97"/>
                <a:gd name="T2" fmla="*/ 133 w 129"/>
                <a:gd name="T3" fmla="*/ 410 h 97"/>
                <a:gd name="T4" fmla="*/ 535 w 129"/>
                <a:gd name="T5" fmla="*/ 620 h 97"/>
                <a:gd name="T6" fmla="*/ 810 w 129"/>
                <a:gd name="T7" fmla="*/ 462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97">
                  <a:moveTo>
                    <a:pt x="22" y="0"/>
                  </a:moveTo>
                  <a:cubicBezTo>
                    <a:pt x="11" y="29"/>
                    <a:pt x="0" y="63"/>
                    <a:pt x="21" y="64"/>
                  </a:cubicBezTo>
                  <a:cubicBezTo>
                    <a:pt x="54" y="66"/>
                    <a:pt x="64" y="97"/>
                    <a:pt x="85" y="97"/>
                  </a:cubicBezTo>
                  <a:cubicBezTo>
                    <a:pt x="94" y="97"/>
                    <a:pt x="113" y="83"/>
                    <a:pt x="129" y="72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6" name="Freeform 236">
              <a:extLst>
                <a:ext uri="{FF2B5EF4-FFF2-40B4-BE49-F238E27FC236}">
                  <a16:creationId xmlns:a16="http://schemas.microsoft.com/office/drawing/2014/main" id="{526FF5B0-444D-4E16-8AF0-5131553F5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519"/>
              <a:ext cx="582" cy="1246"/>
            </a:xfrm>
            <a:custGeom>
              <a:avLst/>
              <a:gdLst>
                <a:gd name="T0" fmla="*/ 1502 w 315"/>
                <a:gd name="T1" fmla="*/ 4246 h 672"/>
                <a:gd name="T2" fmla="*/ 1844 w 315"/>
                <a:gd name="T3" fmla="*/ 3912 h 672"/>
                <a:gd name="T4" fmla="*/ 1704 w 315"/>
                <a:gd name="T5" fmla="*/ 3119 h 672"/>
                <a:gd name="T6" fmla="*/ 1716 w 315"/>
                <a:gd name="T7" fmla="*/ 2290 h 672"/>
                <a:gd name="T8" fmla="*/ 1059 w 315"/>
                <a:gd name="T9" fmla="*/ 1344 h 672"/>
                <a:gd name="T10" fmla="*/ 669 w 315"/>
                <a:gd name="T11" fmla="*/ 471 h 672"/>
                <a:gd name="T12" fmla="*/ 24 w 315"/>
                <a:gd name="T13" fmla="*/ 293 h 672"/>
                <a:gd name="T14" fmla="*/ 0 w 315"/>
                <a:gd name="T15" fmla="*/ 326 h 6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5" h="672">
                  <a:moveTo>
                    <a:pt x="238" y="666"/>
                  </a:moveTo>
                  <a:cubicBezTo>
                    <a:pt x="266" y="672"/>
                    <a:pt x="288" y="666"/>
                    <a:pt x="292" y="614"/>
                  </a:cubicBezTo>
                  <a:cubicBezTo>
                    <a:pt x="300" y="510"/>
                    <a:pt x="295" y="486"/>
                    <a:pt x="270" y="489"/>
                  </a:cubicBezTo>
                  <a:cubicBezTo>
                    <a:pt x="270" y="489"/>
                    <a:pt x="315" y="452"/>
                    <a:pt x="272" y="359"/>
                  </a:cubicBezTo>
                  <a:cubicBezTo>
                    <a:pt x="229" y="266"/>
                    <a:pt x="263" y="218"/>
                    <a:pt x="168" y="211"/>
                  </a:cubicBezTo>
                  <a:cubicBezTo>
                    <a:pt x="168" y="211"/>
                    <a:pt x="228" y="135"/>
                    <a:pt x="106" y="74"/>
                  </a:cubicBezTo>
                  <a:cubicBezTo>
                    <a:pt x="83" y="63"/>
                    <a:pt x="39" y="0"/>
                    <a:pt x="4" y="46"/>
                  </a:cubicBezTo>
                  <a:cubicBezTo>
                    <a:pt x="4" y="46"/>
                    <a:pt x="2" y="48"/>
                    <a:pt x="0" y="5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7" name="Freeform 237">
              <a:extLst>
                <a:ext uri="{FF2B5EF4-FFF2-40B4-BE49-F238E27FC236}">
                  <a16:creationId xmlns:a16="http://schemas.microsoft.com/office/drawing/2014/main" id="{974444E6-6293-4FD0-AE55-D0395D1A4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661"/>
              <a:ext cx="256" cy="419"/>
            </a:xfrm>
            <a:custGeom>
              <a:avLst/>
              <a:gdLst>
                <a:gd name="T0" fmla="*/ 178 w 138"/>
                <a:gd name="T1" fmla="*/ 1441 h 226"/>
                <a:gd name="T2" fmla="*/ 158 w 138"/>
                <a:gd name="T3" fmla="*/ 1420 h 226"/>
                <a:gd name="T4" fmla="*/ 464 w 138"/>
                <a:gd name="T5" fmla="*/ 680 h 226"/>
                <a:gd name="T6" fmla="*/ 701 w 138"/>
                <a:gd name="T7" fmla="*/ 0 h 2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226">
                  <a:moveTo>
                    <a:pt x="28" y="226"/>
                  </a:moveTo>
                  <a:cubicBezTo>
                    <a:pt x="27" y="225"/>
                    <a:pt x="26" y="224"/>
                    <a:pt x="25" y="223"/>
                  </a:cubicBezTo>
                  <a:cubicBezTo>
                    <a:pt x="0" y="192"/>
                    <a:pt x="64" y="197"/>
                    <a:pt x="73" y="107"/>
                  </a:cubicBezTo>
                  <a:cubicBezTo>
                    <a:pt x="79" y="46"/>
                    <a:pt x="138" y="62"/>
                    <a:pt x="110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8" name="Freeform 238">
              <a:extLst>
                <a:ext uri="{FF2B5EF4-FFF2-40B4-BE49-F238E27FC236}">
                  <a16:creationId xmlns:a16="http://schemas.microsoft.com/office/drawing/2014/main" id="{657BA076-DEE4-4689-8A03-89731304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692"/>
              <a:ext cx="190" cy="202"/>
            </a:xfrm>
            <a:custGeom>
              <a:avLst/>
              <a:gdLst>
                <a:gd name="T0" fmla="*/ 646 w 103"/>
                <a:gd name="T1" fmla="*/ 0 h 109"/>
                <a:gd name="T2" fmla="*/ 57 w 103"/>
                <a:gd name="T3" fmla="*/ 528 h 109"/>
                <a:gd name="T4" fmla="*/ 0 w 103"/>
                <a:gd name="T5" fmla="*/ 693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09">
                  <a:moveTo>
                    <a:pt x="103" y="0"/>
                  </a:moveTo>
                  <a:cubicBezTo>
                    <a:pt x="67" y="6"/>
                    <a:pt x="29" y="29"/>
                    <a:pt x="9" y="83"/>
                  </a:cubicBezTo>
                  <a:cubicBezTo>
                    <a:pt x="5" y="92"/>
                    <a:pt x="2" y="100"/>
                    <a:pt x="0" y="10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9" name="Freeform 239">
              <a:extLst>
                <a:ext uri="{FF2B5EF4-FFF2-40B4-BE49-F238E27FC236}">
                  <a16:creationId xmlns:a16="http://schemas.microsoft.com/office/drawing/2014/main" id="{D6672D74-4815-4F3B-BEFC-5196DC00A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755"/>
              <a:ext cx="111" cy="280"/>
            </a:xfrm>
            <a:custGeom>
              <a:avLst/>
              <a:gdLst>
                <a:gd name="T0" fmla="*/ 0 w 60"/>
                <a:gd name="T1" fmla="*/ 962 h 151"/>
                <a:gd name="T2" fmla="*/ 322 w 60"/>
                <a:gd name="T3" fmla="*/ 454 h 151"/>
                <a:gd name="T4" fmla="*/ 278 w 60"/>
                <a:gd name="T5" fmla="*/ 0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51">
                  <a:moveTo>
                    <a:pt x="0" y="151"/>
                  </a:moveTo>
                  <a:cubicBezTo>
                    <a:pt x="20" y="138"/>
                    <a:pt x="40" y="114"/>
                    <a:pt x="51" y="71"/>
                  </a:cubicBezTo>
                  <a:cubicBezTo>
                    <a:pt x="60" y="35"/>
                    <a:pt x="56" y="13"/>
                    <a:pt x="44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0" name="Freeform 240">
              <a:extLst>
                <a:ext uri="{FF2B5EF4-FFF2-40B4-BE49-F238E27FC236}">
                  <a16:creationId xmlns:a16="http://schemas.microsoft.com/office/drawing/2014/main" id="{7C7D5988-90B3-4BE0-802E-4251EE3C9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3070"/>
              <a:ext cx="276" cy="553"/>
            </a:xfrm>
            <a:custGeom>
              <a:avLst/>
              <a:gdLst>
                <a:gd name="T0" fmla="*/ 0 w 149"/>
                <a:gd name="T1" fmla="*/ 1874 h 298"/>
                <a:gd name="T2" fmla="*/ 363 w 149"/>
                <a:gd name="T3" fmla="*/ 1746 h 298"/>
                <a:gd name="T4" fmla="*/ 611 w 149"/>
                <a:gd name="T5" fmla="*/ 958 h 298"/>
                <a:gd name="T6" fmla="*/ 680 w 149"/>
                <a:gd name="T7" fmla="*/ 531 h 298"/>
                <a:gd name="T8" fmla="*/ 826 w 149"/>
                <a:gd name="T9" fmla="*/ 314 h 298"/>
                <a:gd name="T10" fmla="*/ 797 w 149"/>
                <a:gd name="T11" fmla="*/ 0 h 2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298">
                  <a:moveTo>
                    <a:pt x="0" y="293"/>
                  </a:moveTo>
                  <a:cubicBezTo>
                    <a:pt x="15" y="298"/>
                    <a:pt x="34" y="295"/>
                    <a:pt x="57" y="273"/>
                  </a:cubicBezTo>
                  <a:cubicBezTo>
                    <a:pt x="141" y="192"/>
                    <a:pt x="118" y="165"/>
                    <a:pt x="96" y="150"/>
                  </a:cubicBezTo>
                  <a:cubicBezTo>
                    <a:pt x="96" y="150"/>
                    <a:pt x="116" y="127"/>
                    <a:pt x="107" y="83"/>
                  </a:cubicBezTo>
                  <a:cubicBezTo>
                    <a:pt x="98" y="39"/>
                    <a:pt x="106" y="66"/>
                    <a:pt x="130" y="49"/>
                  </a:cubicBezTo>
                  <a:cubicBezTo>
                    <a:pt x="149" y="35"/>
                    <a:pt x="135" y="10"/>
                    <a:pt x="125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1" name="Freeform 241">
              <a:extLst>
                <a:ext uri="{FF2B5EF4-FFF2-40B4-BE49-F238E27FC236}">
                  <a16:creationId xmlns:a16="http://schemas.microsoft.com/office/drawing/2014/main" id="{C4E2B6B1-91E4-4E9E-B1B1-50D8E345D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613"/>
              <a:ext cx="487" cy="139"/>
            </a:xfrm>
            <a:custGeom>
              <a:avLst/>
              <a:gdLst>
                <a:gd name="T0" fmla="*/ 0 w 263"/>
                <a:gd name="T1" fmla="*/ 382 h 75"/>
                <a:gd name="T2" fmla="*/ 648 w 263"/>
                <a:gd name="T3" fmla="*/ 411 h 75"/>
                <a:gd name="T4" fmla="*/ 1605 w 263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3" h="75">
                  <a:moveTo>
                    <a:pt x="0" y="60"/>
                  </a:moveTo>
                  <a:cubicBezTo>
                    <a:pt x="22" y="71"/>
                    <a:pt x="55" y="75"/>
                    <a:pt x="102" y="65"/>
                  </a:cubicBezTo>
                  <a:cubicBezTo>
                    <a:pt x="207" y="44"/>
                    <a:pt x="263" y="22"/>
                    <a:pt x="253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2" name="Freeform 242">
              <a:extLst>
                <a:ext uri="{FF2B5EF4-FFF2-40B4-BE49-F238E27FC236}">
                  <a16:creationId xmlns:a16="http://schemas.microsoft.com/office/drawing/2014/main" id="{40538745-B131-413A-ABCD-D44E3F84B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3115"/>
              <a:ext cx="775" cy="626"/>
            </a:xfrm>
            <a:custGeom>
              <a:avLst/>
              <a:gdLst>
                <a:gd name="T0" fmla="*/ 0 w 419"/>
                <a:gd name="T1" fmla="*/ 1997 h 338"/>
                <a:gd name="T2" fmla="*/ 879 w 419"/>
                <a:gd name="T3" fmla="*/ 2102 h 338"/>
                <a:gd name="T4" fmla="*/ 1663 w 419"/>
                <a:gd name="T5" fmla="*/ 1513 h 338"/>
                <a:gd name="T6" fmla="*/ 2131 w 419"/>
                <a:gd name="T7" fmla="*/ 1050 h 338"/>
                <a:gd name="T8" fmla="*/ 2175 w 419"/>
                <a:gd name="T9" fmla="*/ 717 h 338"/>
                <a:gd name="T10" fmla="*/ 2436 w 419"/>
                <a:gd name="T11" fmla="*/ 246 h 338"/>
                <a:gd name="T12" fmla="*/ 2651 w 419"/>
                <a:gd name="T13" fmla="*/ 0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9" h="338">
                  <a:moveTo>
                    <a:pt x="0" y="314"/>
                  </a:moveTo>
                  <a:cubicBezTo>
                    <a:pt x="24" y="329"/>
                    <a:pt x="66" y="338"/>
                    <a:pt x="139" y="331"/>
                  </a:cubicBezTo>
                  <a:cubicBezTo>
                    <a:pt x="306" y="315"/>
                    <a:pt x="327" y="282"/>
                    <a:pt x="263" y="238"/>
                  </a:cubicBezTo>
                  <a:cubicBezTo>
                    <a:pt x="263" y="238"/>
                    <a:pt x="353" y="237"/>
                    <a:pt x="337" y="165"/>
                  </a:cubicBezTo>
                  <a:cubicBezTo>
                    <a:pt x="332" y="142"/>
                    <a:pt x="334" y="112"/>
                    <a:pt x="344" y="113"/>
                  </a:cubicBezTo>
                  <a:cubicBezTo>
                    <a:pt x="386" y="117"/>
                    <a:pt x="403" y="57"/>
                    <a:pt x="385" y="39"/>
                  </a:cubicBezTo>
                  <a:cubicBezTo>
                    <a:pt x="410" y="45"/>
                    <a:pt x="418" y="23"/>
                    <a:pt x="419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3" name="Freeform 243">
              <a:extLst>
                <a:ext uri="{FF2B5EF4-FFF2-40B4-BE49-F238E27FC236}">
                  <a16:creationId xmlns:a16="http://schemas.microsoft.com/office/drawing/2014/main" id="{B75989F5-547D-4ABA-A2D7-560A95E13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491"/>
              <a:ext cx="170" cy="139"/>
            </a:xfrm>
            <a:custGeom>
              <a:avLst/>
              <a:gdLst>
                <a:gd name="T0" fmla="*/ 0 w 92"/>
                <a:gd name="T1" fmla="*/ 0 h 75"/>
                <a:gd name="T2" fmla="*/ 310 w 92"/>
                <a:gd name="T3" fmla="*/ 330 h 75"/>
                <a:gd name="T4" fmla="*/ 580 w 92"/>
                <a:gd name="T5" fmla="*/ 463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5">
                  <a:moveTo>
                    <a:pt x="0" y="0"/>
                  </a:moveTo>
                  <a:cubicBezTo>
                    <a:pt x="7" y="15"/>
                    <a:pt x="22" y="33"/>
                    <a:pt x="49" y="52"/>
                  </a:cubicBezTo>
                  <a:cubicBezTo>
                    <a:pt x="75" y="70"/>
                    <a:pt x="86" y="75"/>
                    <a:pt x="92" y="73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4" name="Freeform 244">
              <a:extLst>
                <a:ext uri="{FF2B5EF4-FFF2-40B4-BE49-F238E27FC236}">
                  <a16:creationId xmlns:a16="http://schemas.microsoft.com/office/drawing/2014/main" id="{A7DD954A-C2C6-4179-81A0-BD949DDCC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772"/>
              <a:ext cx="16" cy="54"/>
            </a:xfrm>
            <a:custGeom>
              <a:avLst/>
              <a:gdLst>
                <a:gd name="T0" fmla="*/ 50 w 9"/>
                <a:gd name="T1" fmla="*/ 0 h 29"/>
                <a:gd name="T2" fmla="*/ 0 w 9"/>
                <a:gd name="T3" fmla="*/ 18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9">
                  <a:moveTo>
                    <a:pt x="9" y="0"/>
                  </a:moveTo>
                  <a:cubicBezTo>
                    <a:pt x="5" y="8"/>
                    <a:pt x="1" y="18"/>
                    <a:pt x="0" y="2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5" name="Freeform 245">
              <a:extLst>
                <a:ext uri="{FF2B5EF4-FFF2-40B4-BE49-F238E27FC236}">
                  <a16:creationId xmlns:a16="http://schemas.microsoft.com/office/drawing/2014/main" id="{EC7748C3-A1E0-472D-BB76-74CDA837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672"/>
              <a:ext cx="261" cy="269"/>
            </a:xfrm>
            <a:custGeom>
              <a:avLst/>
              <a:gdLst>
                <a:gd name="T0" fmla="*/ 894 w 141"/>
                <a:gd name="T1" fmla="*/ 926 h 145"/>
                <a:gd name="T2" fmla="*/ 274 w 141"/>
                <a:gd name="T3" fmla="*/ 65 h 145"/>
                <a:gd name="T4" fmla="*/ 0 w 141"/>
                <a:gd name="T5" fmla="*/ 7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45">
                  <a:moveTo>
                    <a:pt x="141" y="145"/>
                  </a:moveTo>
                  <a:cubicBezTo>
                    <a:pt x="121" y="88"/>
                    <a:pt x="94" y="36"/>
                    <a:pt x="43" y="10"/>
                  </a:cubicBezTo>
                  <a:cubicBezTo>
                    <a:pt x="29" y="2"/>
                    <a:pt x="14" y="0"/>
                    <a:pt x="0" y="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6" name="Freeform 246">
              <a:extLst>
                <a:ext uri="{FF2B5EF4-FFF2-40B4-BE49-F238E27FC236}">
                  <a16:creationId xmlns:a16="http://schemas.microsoft.com/office/drawing/2014/main" id="{5832F179-4F17-4ADC-8DC4-D2403E953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479"/>
              <a:ext cx="16" cy="41"/>
            </a:xfrm>
            <a:custGeom>
              <a:avLst/>
              <a:gdLst>
                <a:gd name="T0" fmla="*/ 50 w 9"/>
                <a:gd name="T1" fmla="*/ 0 h 22"/>
                <a:gd name="T2" fmla="*/ 0 w 9"/>
                <a:gd name="T3" fmla="*/ 14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9" y="0"/>
                  </a:moveTo>
                  <a:cubicBezTo>
                    <a:pt x="5" y="7"/>
                    <a:pt x="2" y="14"/>
                    <a:pt x="0" y="22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7" name="Freeform 247">
              <a:extLst>
                <a:ext uri="{FF2B5EF4-FFF2-40B4-BE49-F238E27FC236}">
                  <a16:creationId xmlns:a16="http://schemas.microsoft.com/office/drawing/2014/main" id="{41BE6587-34BD-43A3-ABFF-7DE258B2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917"/>
              <a:ext cx="124" cy="115"/>
            </a:xfrm>
            <a:custGeom>
              <a:avLst/>
              <a:gdLst>
                <a:gd name="T0" fmla="*/ 424 w 67"/>
                <a:gd name="T1" fmla="*/ 32 h 62"/>
                <a:gd name="T2" fmla="*/ 0 w 67"/>
                <a:gd name="T3" fmla="*/ 395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62">
                  <a:moveTo>
                    <a:pt x="67" y="5"/>
                  </a:moveTo>
                  <a:cubicBezTo>
                    <a:pt x="43" y="0"/>
                    <a:pt x="15" y="8"/>
                    <a:pt x="0" y="62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8" name="Freeform 248">
              <a:extLst>
                <a:ext uri="{FF2B5EF4-FFF2-40B4-BE49-F238E27FC236}">
                  <a16:creationId xmlns:a16="http://schemas.microsoft.com/office/drawing/2014/main" id="{0A0952B7-7C8E-4BDF-BFCF-0E778035D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591"/>
              <a:ext cx="289" cy="199"/>
            </a:xfrm>
            <a:custGeom>
              <a:avLst/>
              <a:gdLst>
                <a:gd name="T0" fmla="*/ 991 w 156"/>
                <a:gd name="T1" fmla="*/ 32 h 107"/>
                <a:gd name="T2" fmla="*/ 710 w 156"/>
                <a:gd name="T3" fmla="*/ 84 h 107"/>
                <a:gd name="T4" fmla="*/ 0 w 156"/>
                <a:gd name="T5" fmla="*/ 688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107">
                  <a:moveTo>
                    <a:pt x="156" y="5"/>
                  </a:moveTo>
                  <a:cubicBezTo>
                    <a:pt x="150" y="2"/>
                    <a:pt x="136" y="0"/>
                    <a:pt x="112" y="13"/>
                  </a:cubicBezTo>
                  <a:cubicBezTo>
                    <a:pt x="91" y="25"/>
                    <a:pt x="25" y="63"/>
                    <a:pt x="0" y="107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9" name="Freeform 249">
              <a:extLst>
                <a:ext uri="{FF2B5EF4-FFF2-40B4-BE49-F238E27FC236}">
                  <a16:creationId xmlns:a16="http://schemas.microsoft.com/office/drawing/2014/main" id="{EF686B13-5F7B-40DC-92C8-6E24DB8A9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938"/>
              <a:ext cx="107" cy="109"/>
            </a:xfrm>
            <a:custGeom>
              <a:avLst/>
              <a:gdLst>
                <a:gd name="T0" fmla="*/ 363 w 58"/>
                <a:gd name="T1" fmla="*/ 371 h 59"/>
                <a:gd name="T2" fmla="*/ 0 w 58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59">
                  <a:moveTo>
                    <a:pt x="58" y="59"/>
                  </a:moveTo>
                  <a:cubicBezTo>
                    <a:pt x="43" y="57"/>
                    <a:pt x="17" y="2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0" name="Freeform 250">
              <a:extLst>
                <a:ext uri="{FF2B5EF4-FFF2-40B4-BE49-F238E27FC236}">
                  <a16:creationId xmlns:a16="http://schemas.microsoft.com/office/drawing/2014/main" id="{778CF823-F2A0-45A7-8DCF-C3BEE5D42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917"/>
              <a:ext cx="141" cy="91"/>
            </a:xfrm>
            <a:custGeom>
              <a:avLst/>
              <a:gdLst>
                <a:gd name="T0" fmla="*/ 486 w 76"/>
                <a:gd name="T1" fmla="*/ 7 h 49"/>
                <a:gd name="T2" fmla="*/ 224 w 76"/>
                <a:gd name="T3" fmla="*/ 20 h 49"/>
                <a:gd name="T4" fmla="*/ 37 w 76"/>
                <a:gd name="T5" fmla="*/ 31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9">
                  <a:moveTo>
                    <a:pt x="76" y="1"/>
                  </a:moveTo>
                  <a:cubicBezTo>
                    <a:pt x="65" y="4"/>
                    <a:pt x="49" y="4"/>
                    <a:pt x="35" y="3"/>
                  </a:cubicBezTo>
                  <a:cubicBezTo>
                    <a:pt x="9" y="0"/>
                    <a:pt x="0" y="31"/>
                    <a:pt x="6" y="4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1" name="Freeform 251">
              <a:extLst>
                <a:ext uri="{FF2B5EF4-FFF2-40B4-BE49-F238E27FC236}">
                  <a16:creationId xmlns:a16="http://schemas.microsoft.com/office/drawing/2014/main" id="{BDFF1644-4552-486E-BE5C-8DFA19CC0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1382"/>
              <a:ext cx="873" cy="244"/>
            </a:xfrm>
            <a:custGeom>
              <a:avLst/>
              <a:gdLst>
                <a:gd name="T0" fmla="*/ 2987 w 472"/>
                <a:gd name="T1" fmla="*/ 708 h 132"/>
                <a:gd name="T2" fmla="*/ 2726 w 472"/>
                <a:gd name="T3" fmla="*/ 379 h 132"/>
                <a:gd name="T4" fmla="*/ 1602 w 472"/>
                <a:gd name="T5" fmla="*/ 468 h 132"/>
                <a:gd name="T6" fmla="*/ 1006 w 472"/>
                <a:gd name="T7" fmla="*/ 201 h 132"/>
                <a:gd name="T8" fmla="*/ 596 w 472"/>
                <a:gd name="T9" fmla="*/ 632 h 132"/>
                <a:gd name="T10" fmla="*/ 314 w 472"/>
                <a:gd name="T11" fmla="*/ 455 h 132"/>
                <a:gd name="T12" fmla="*/ 0 w 472"/>
                <a:gd name="T13" fmla="*/ 834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2" h="132">
                  <a:moveTo>
                    <a:pt x="472" y="112"/>
                  </a:moveTo>
                  <a:cubicBezTo>
                    <a:pt x="468" y="95"/>
                    <a:pt x="457" y="78"/>
                    <a:pt x="431" y="60"/>
                  </a:cubicBezTo>
                  <a:cubicBezTo>
                    <a:pt x="343" y="0"/>
                    <a:pt x="237" y="27"/>
                    <a:pt x="253" y="74"/>
                  </a:cubicBezTo>
                  <a:cubicBezTo>
                    <a:pt x="253" y="74"/>
                    <a:pt x="214" y="26"/>
                    <a:pt x="159" y="32"/>
                  </a:cubicBezTo>
                  <a:cubicBezTo>
                    <a:pt x="104" y="39"/>
                    <a:pt x="87" y="89"/>
                    <a:pt x="94" y="100"/>
                  </a:cubicBezTo>
                  <a:cubicBezTo>
                    <a:pt x="94" y="100"/>
                    <a:pt x="92" y="53"/>
                    <a:pt x="50" y="72"/>
                  </a:cubicBezTo>
                  <a:cubicBezTo>
                    <a:pt x="20" y="86"/>
                    <a:pt x="4" y="113"/>
                    <a:pt x="0" y="132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2" name="Freeform 252">
              <a:extLst>
                <a:ext uri="{FF2B5EF4-FFF2-40B4-BE49-F238E27FC236}">
                  <a16:creationId xmlns:a16="http://schemas.microsoft.com/office/drawing/2014/main" id="{2BE4920D-C8B8-46FD-8FF1-FEF666F7C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714"/>
              <a:ext cx="191" cy="700"/>
            </a:xfrm>
            <a:custGeom>
              <a:avLst/>
              <a:gdLst>
                <a:gd name="T0" fmla="*/ 656 w 103"/>
                <a:gd name="T1" fmla="*/ 2350 h 378"/>
                <a:gd name="T2" fmla="*/ 286 w 103"/>
                <a:gd name="T3" fmla="*/ 2311 h 378"/>
                <a:gd name="T4" fmla="*/ 402 w 103"/>
                <a:gd name="T5" fmla="*/ 1694 h 378"/>
                <a:gd name="T6" fmla="*/ 0 w 103"/>
                <a:gd name="T7" fmla="*/ 1193 h 378"/>
                <a:gd name="T8" fmla="*/ 415 w 103"/>
                <a:gd name="T9" fmla="*/ 363 h 378"/>
                <a:gd name="T10" fmla="*/ 434 w 103"/>
                <a:gd name="T11" fmla="*/ 0 h 3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78">
                  <a:moveTo>
                    <a:pt x="103" y="370"/>
                  </a:moveTo>
                  <a:cubicBezTo>
                    <a:pt x="90" y="377"/>
                    <a:pt x="71" y="378"/>
                    <a:pt x="45" y="364"/>
                  </a:cubicBezTo>
                  <a:cubicBezTo>
                    <a:pt x="45" y="364"/>
                    <a:pt x="81" y="345"/>
                    <a:pt x="63" y="267"/>
                  </a:cubicBezTo>
                  <a:cubicBezTo>
                    <a:pt x="45" y="190"/>
                    <a:pt x="73" y="180"/>
                    <a:pt x="0" y="188"/>
                  </a:cubicBezTo>
                  <a:cubicBezTo>
                    <a:pt x="0" y="188"/>
                    <a:pt x="86" y="188"/>
                    <a:pt x="65" y="57"/>
                  </a:cubicBezTo>
                  <a:cubicBezTo>
                    <a:pt x="61" y="35"/>
                    <a:pt x="64" y="17"/>
                    <a:pt x="68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3" name="Freeform 253">
              <a:extLst>
                <a:ext uri="{FF2B5EF4-FFF2-40B4-BE49-F238E27FC236}">
                  <a16:creationId xmlns:a16="http://schemas.microsoft.com/office/drawing/2014/main" id="{1B7B9075-E8F8-42DF-BC35-CEF8D2B6F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496"/>
              <a:ext cx="136" cy="180"/>
            </a:xfrm>
            <a:custGeom>
              <a:avLst/>
              <a:gdLst>
                <a:gd name="T0" fmla="*/ 459 w 74"/>
                <a:gd name="T1" fmla="*/ 210 h 97"/>
                <a:gd name="T2" fmla="*/ 118 w 74"/>
                <a:gd name="T3" fmla="*/ 620 h 97"/>
                <a:gd name="T4" fmla="*/ 459 w 74"/>
                <a:gd name="T5" fmla="*/ 210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97">
                  <a:moveTo>
                    <a:pt x="74" y="33"/>
                  </a:moveTo>
                  <a:cubicBezTo>
                    <a:pt x="74" y="33"/>
                    <a:pt x="0" y="0"/>
                    <a:pt x="19" y="97"/>
                  </a:cubicBezTo>
                  <a:cubicBezTo>
                    <a:pt x="19" y="97"/>
                    <a:pt x="19" y="29"/>
                    <a:pt x="74" y="33"/>
                  </a:cubicBezTo>
                  <a:close/>
                </a:path>
              </a:pathLst>
            </a:custGeom>
            <a:solidFill>
              <a:srgbClr val="EDC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4" name="Freeform 254">
              <a:extLst>
                <a:ext uri="{FF2B5EF4-FFF2-40B4-BE49-F238E27FC236}">
                  <a16:creationId xmlns:a16="http://schemas.microsoft.com/office/drawing/2014/main" id="{A502018B-AFCA-4617-87A0-56C679D0A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533"/>
              <a:ext cx="111" cy="139"/>
            </a:xfrm>
            <a:custGeom>
              <a:avLst/>
              <a:gdLst>
                <a:gd name="T0" fmla="*/ 0 w 60"/>
                <a:gd name="T1" fmla="*/ 37 h 75"/>
                <a:gd name="T2" fmla="*/ 266 w 60"/>
                <a:gd name="T3" fmla="*/ 478 h 75"/>
                <a:gd name="T4" fmla="*/ 0 w 60"/>
                <a:gd name="T5" fmla="*/ 3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5">
                  <a:moveTo>
                    <a:pt x="0" y="6"/>
                  </a:moveTo>
                  <a:cubicBezTo>
                    <a:pt x="0" y="6"/>
                    <a:pt x="60" y="0"/>
                    <a:pt x="42" y="75"/>
                  </a:cubicBezTo>
                  <a:cubicBezTo>
                    <a:pt x="42" y="75"/>
                    <a:pt x="47" y="23"/>
                    <a:pt x="0" y="6"/>
                  </a:cubicBezTo>
                  <a:close/>
                </a:path>
              </a:pathLst>
            </a:custGeom>
            <a:solidFill>
              <a:srgbClr val="EDC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5" name="Freeform 255">
              <a:extLst>
                <a:ext uri="{FF2B5EF4-FFF2-40B4-BE49-F238E27FC236}">
                  <a16:creationId xmlns:a16="http://schemas.microsoft.com/office/drawing/2014/main" id="{C7F439CA-D8CC-42FD-91AA-60DC02124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633"/>
              <a:ext cx="102" cy="107"/>
            </a:xfrm>
            <a:custGeom>
              <a:avLst/>
              <a:gdLst>
                <a:gd name="T0" fmla="*/ 351 w 55"/>
                <a:gd name="T1" fmla="*/ 52 h 58"/>
                <a:gd name="T2" fmla="*/ 172 w 55"/>
                <a:gd name="T3" fmla="*/ 363 h 58"/>
                <a:gd name="T4" fmla="*/ 351 w 55"/>
                <a:gd name="T5" fmla="*/ 5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8">
                  <a:moveTo>
                    <a:pt x="55" y="8"/>
                  </a:moveTo>
                  <a:cubicBezTo>
                    <a:pt x="55" y="8"/>
                    <a:pt x="0" y="0"/>
                    <a:pt x="27" y="58"/>
                  </a:cubicBezTo>
                  <a:cubicBezTo>
                    <a:pt x="27" y="58"/>
                    <a:pt x="18" y="14"/>
                    <a:pt x="55" y="8"/>
                  </a:cubicBezTo>
                  <a:close/>
                </a:path>
              </a:pathLst>
            </a:custGeom>
            <a:solidFill>
              <a:srgbClr val="EDC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6" name="Freeform 256">
              <a:extLst>
                <a:ext uri="{FF2B5EF4-FFF2-40B4-BE49-F238E27FC236}">
                  <a16:creationId xmlns:a16="http://schemas.microsoft.com/office/drawing/2014/main" id="{F7FF6C67-9B85-41D0-8678-F2B4A4633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627"/>
              <a:ext cx="81" cy="87"/>
            </a:xfrm>
            <a:custGeom>
              <a:avLst/>
              <a:gdLst>
                <a:gd name="T0" fmla="*/ 0 w 44"/>
                <a:gd name="T1" fmla="*/ 65 h 47"/>
                <a:gd name="T2" fmla="*/ 217 w 44"/>
                <a:gd name="T3" fmla="*/ 298 h 47"/>
                <a:gd name="T4" fmla="*/ 0 w 44"/>
                <a:gd name="T5" fmla="*/ 6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7">
                  <a:moveTo>
                    <a:pt x="0" y="10"/>
                  </a:moveTo>
                  <a:cubicBezTo>
                    <a:pt x="0" y="10"/>
                    <a:pt x="44" y="0"/>
                    <a:pt x="35" y="47"/>
                  </a:cubicBezTo>
                  <a:cubicBezTo>
                    <a:pt x="35" y="47"/>
                    <a:pt x="26" y="10"/>
                    <a:pt x="0" y="10"/>
                  </a:cubicBezTo>
                  <a:close/>
                </a:path>
              </a:pathLst>
            </a:custGeom>
            <a:solidFill>
              <a:srgbClr val="EDC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7" name="Freeform 257">
              <a:extLst>
                <a:ext uri="{FF2B5EF4-FFF2-40B4-BE49-F238E27FC236}">
                  <a16:creationId xmlns:a16="http://schemas.microsoft.com/office/drawing/2014/main" id="{EB3581CF-92ED-4B70-BF62-D0D199E46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546"/>
              <a:ext cx="66" cy="44"/>
            </a:xfrm>
            <a:custGeom>
              <a:avLst/>
              <a:gdLst>
                <a:gd name="T0" fmla="*/ 0 w 36"/>
                <a:gd name="T1" fmla="*/ 149 h 24"/>
                <a:gd name="T2" fmla="*/ 222 w 36"/>
                <a:gd name="T3" fmla="*/ 0 h 24"/>
                <a:gd name="T4" fmla="*/ 0 w 36"/>
                <a:gd name="T5" fmla="*/ 1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">
                  <a:moveTo>
                    <a:pt x="0" y="24"/>
                  </a:moveTo>
                  <a:cubicBezTo>
                    <a:pt x="0" y="24"/>
                    <a:pt x="24" y="1"/>
                    <a:pt x="36" y="0"/>
                  </a:cubicBezTo>
                  <a:cubicBezTo>
                    <a:pt x="36" y="0"/>
                    <a:pt x="16" y="19"/>
                    <a:pt x="0" y="24"/>
                  </a:cubicBezTo>
                  <a:close/>
                </a:path>
              </a:pathLst>
            </a:custGeom>
            <a:solidFill>
              <a:srgbClr val="EDC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8" name="Freeform 258">
              <a:extLst>
                <a:ext uri="{FF2B5EF4-FFF2-40B4-BE49-F238E27FC236}">
                  <a16:creationId xmlns:a16="http://schemas.microsoft.com/office/drawing/2014/main" id="{923610FD-92C9-4AC4-A5C4-5D27A4524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546"/>
              <a:ext cx="61" cy="39"/>
            </a:xfrm>
            <a:custGeom>
              <a:avLst/>
              <a:gdLst>
                <a:gd name="T0" fmla="*/ 0 w 33"/>
                <a:gd name="T1" fmla="*/ 0 h 21"/>
                <a:gd name="T2" fmla="*/ 209 w 33"/>
                <a:gd name="T3" fmla="*/ 134 h 21"/>
                <a:gd name="T4" fmla="*/ 0 w 3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1">
                  <a:moveTo>
                    <a:pt x="0" y="0"/>
                  </a:moveTo>
                  <a:cubicBezTo>
                    <a:pt x="0" y="0"/>
                    <a:pt x="23" y="6"/>
                    <a:pt x="33" y="21"/>
                  </a:cubicBezTo>
                  <a:cubicBezTo>
                    <a:pt x="33" y="21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EDC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9" name="Freeform 259">
              <a:extLst>
                <a:ext uri="{FF2B5EF4-FFF2-40B4-BE49-F238E27FC236}">
                  <a16:creationId xmlns:a16="http://schemas.microsoft.com/office/drawing/2014/main" id="{DFA64225-D38B-4235-A7BA-CF507D7BA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394"/>
              <a:ext cx="57" cy="37"/>
            </a:xfrm>
            <a:custGeom>
              <a:avLst/>
              <a:gdLst>
                <a:gd name="T0" fmla="*/ 186 w 31"/>
                <a:gd name="T1" fmla="*/ 81 h 20"/>
                <a:gd name="T2" fmla="*/ 88 w 31"/>
                <a:gd name="T3" fmla="*/ 120 h 20"/>
                <a:gd name="T4" fmla="*/ 7 w 31"/>
                <a:gd name="T5" fmla="*/ 44 h 20"/>
                <a:gd name="T6" fmla="*/ 112 w 31"/>
                <a:gd name="T7" fmla="*/ 7 h 20"/>
                <a:gd name="T8" fmla="*/ 186 w 31"/>
                <a:gd name="T9" fmla="*/ 8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30" y="13"/>
                  </a:moveTo>
                  <a:cubicBezTo>
                    <a:pt x="29" y="18"/>
                    <a:pt x="22" y="20"/>
                    <a:pt x="14" y="19"/>
                  </a:cubicBezTo>
                  <a:cubicBezTo>
                    <a:pt x="6" y="17"/>
                    <a:pt x="0" y="11"/>
                    <a:pt x="1" y="7"/>
                  </a:cubicBezTo>
                  <a:cubicBezTo>
                    <a:pt x="2" y="2"/>
                    <a:pt x="9" y="0"/>
                    <a:pt x="18" y="1"/>
                  </a:cubicBezTo>
                  <a:cubicBezTo>
                    <a:pt x="26" y="3"/>
                    <a:pt x="31" y="8"/>
                    <a:pt x="30" y="13"/>
                  </a:cubicBezTo>
                  <a:close/>
                </a:path>
              </a:pathLst>
            </a:custGeom>
            <a:solidFill>
              <a:srgbClr val="CCA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0" name="Freeform 260">
              <a:extLst>
                <a:ext uri="{FF2B5EF4-FFF2-40B4-BE49-F238E27FC236}">
                  <a16:creationId xmlns:a16="http://schemas.microsoft.com/office/drawing/2014/main" id="{4ACC76B1-FB5E-4A8C-BC51-E9E807DA9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394"/>
              <a:ext cx="59" cy="41"/>
            </a:xfrm>
            <a:custGeom>
              <a:avLst/>
              <a:gdLst>
                <a:gd name="T0" fmla="*/ 186 w 32"/>
                <a:gd name="T1" fmla="*/ 32 h 22"/>
                <a:gd name="T2" fmla="*/ 120 w 32"/>
                <a:gd name="T3" fmla="*/ 121 h 22"/>
                <a:gd name="T4" fmla="*/ 13 w 32"/>
                <a:gd name="T5" fmla="*/ 104 h 22"/>
                <a:gd name="T6" fmla="*/ 81 w 32"/>
                <a:gd name="T7" fmla="*/ 21 h 22"/>
                <a:gd name="T8" fmla="*/ 186 w 32"/>
                <a:gd name="T9" fmla="*/ 3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">
                  <a:moveTo>
                    <a:pt x="30" y="5"/>
                  </a:moveTo>
                  <a:cubicBezTo>
                    <a:pt x="32" y="10"/>
                    <a:pt x="27" y="16"/>
                    <a:pt x="19" y="19"/>
                  </a:cubicBezTo>
                  <a:cubicBezTo>
                    <a:pt x="11" y="22"/>
                    <a:pt x="3" y="21"/>
                    <a:pt x="2" y="16"/>
                  </a:cubicBezTo>
                  <a:cubicBezTo>
                    <a:pt x="0" y="12"/>
                    <a:pt x="5" y="6"/>
                    <a:pt x="13" y="3"/>
                  </a:cubicBezTo>
                  <a:cubicBezTo>
                    <a:pt x="20" y="0"/>
                    <a:pt x="28" y="1"/>
                    <a:pt x="30" y="5"/>
                  </a:cubicBezTo>
                  <a:close/>
                </a:path>
              </a:pathLst>
            </a:custGeom>
            <a:solidFill>
              <a:srgbClr val="CCA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1" name="Freeform 261">
              <a:extLst>
                <a:ext uri="{FF2B5EF4-FFF2-40B4-BE49-F238E27FC236}">
                  <a16:creationId xmlns:a16="http://schemas.microsoft.com/office/drawing/2014/main" id="{B8EE4BA1-9E36-46F3-81C0-E4E706A6E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574"/>
              <a:ext cx="113" cy="441"/>
            </a:xfrm>
            <a:custGeom>
              <a:avLst/>
              <a:gdLst>
                <a:gd name="T0" fmla="*/ 298 w 61"/>
                <a:gd name="T1" fmla="*/ 411 h 238"/>
                <a:gd name="T2" fmla="*/ 96 w 61"/>
                <a:gd name="T3" fmla="*/ 0 h 238"/>
                <a:gd name="T4" fmla="*/ 185 w 61"/>
                <a:gd name="T5" fmla="*/ 395 h 238"/>
                <a:gd name="T6" fmla="*/ 44 w 61"/>
                <a:gd name="T7" fmla="*/ 222 h 238"/>
                <a:gd name="T8" fmla="*/ 141 w 61"/>
                <a:gd name="T9" fmla="*/ 432 h 238"/>
                <a:gd name="T10" fmla="*/ 96 w 61"/>
                <a:gd name="T11" fmla="*/ 387 h 238"/>
                <a:gd name="T12" fmla="*/ 152 w 61"/>
                <a:gd name="T13" fmla="*/ 543 h 238"/>
                <a:gd name="T14" fmla="*/ 7 w 61"/>
                <a:gd name="T15" fmla="*/ 419 h 238"/>
                <a:gd name="T16" fmla="*/ 113 w 61"/>
                <a:gd name="T17" fmla="*/ 597 h 238"/>
                <a:gd name="T18" fmla="*/ 0 w 61"/>
                <a:gd name="T19" fmla="*/ 573 h 238"/>
                <a:gd name="T20" fmla="*/ 106 w 61"/>
                <a:gd name="T21" fmla="*/ 708 h 238"/>
                <a:gd name="T22" fmla="*/ 20 w 61"/>
                <a:gd name="T23" fmla="*/ 708 h 238"/>
                <a:gd name="T24" fmla="*/ 82 w 61"/>
                <a:gd name="T25" fmla="*/ 760 h 238"/>
                <a:gd name="T26" fmla="*/ 13 w 61"/>
                <a:gd name="T27" fmla="*/ 782 h 238"/>
                <a:gd name="T28" fmla="*/ 76 w 61"/>
                <a:gd name="T29" fmla="*/ 828 h 238"/>
                <a:gd name="T30" fmla="*/ 7 w 61"/>
                <a:gd name="T31" fmla="*/ 930 h 238"/>
                <a:gd name="T32" fmla="*/ 96 w 61"/>
                <a:gd name="T33" fmla="*/ 962 h 238"/>
                <a:gd name="T34" fmla="*/ 65 w 61"/>
                <a:gd name="T35" fmla="*/ 1075 h 238"/>
                <a:gd name="T36" fmla="*/ 133 w 61"/>
                <a:gd name="T37" fmla="*/ 1088 h 238"/>
                <a:gd name="T38" fmla="*/ 106 w 61"/>
                <a:gd name="T39" fmla="*/ 1156 h 238"/>
                <a:gd name="T40" fmla="*/ 172 w 61"/>
                <a:gd name="T41" fmla="*/ 1156 h 238"/>
                <a:gd name="T42" fmla="*/ 157 w 61"/>
                <a:gd name="T43" fmla="*/ 1216 h 238"/>
                <a:gd name="T44" fmla="*/ 222 w 61"/>
                <a:gd name="T45" fmla="*/ 1216 h 238"/>
                <a:gd name="T46" fmla="*/ 185 w 61"/>
                <a:gd name="T47" fmla="*/ 1356 h 238"/>
                <a:gd name="T48" fmla="*/ 246 w 61"/>
                <a:gd name="T49" fmla="*/ 1336 h 238"/>
                <a:gd name="T50" fmla="*/ 157 w 61"/>
                <a:gd name="T51" fmla="*/ 1514 h 238"/>
                <a:gd name="T52" fmla="*/ 387 w 61"/>
                <a:gd name="T53" fmla="*/ 1273 h 238"/>
                <a:gd name="T54" fmla="*/ 261 w 61"/>
                <a:gd name="T55" fmla="*/ 1312 h 238"/>
                <a:gd name="T56" fmla="*/ 306 w 61"/>
                <a:gd name="T57" fmla="*/ 1240 h 238"/>
                <a:gd name="T58" fmla="*/ 237 w 61"/>
                <a:gd name="T59" fmla="*/ 1292 h 238"/>
                <a:gd name="T60" fmla="*/ 230 w 61"/>
                <a:gd name="T61" fmla="*/ 1195 h 238"/>
                <a:gd name="T62" fmla="*/ 178 w 61"/>
                <a:gd name="T63" fmla="*/ 1127 h 238"/>
                <a:gd name="T64" fmla="*/ 209 w 61"/>
                <a:gd name="T65" fmla="*/ 1106 h 238"/>
                <a:gd name="T66" fmla="*/ 141 w 61"/>
                <a:gd name="T67" fmla="*/ 1095 h 238"/>
                <a:gd name="T68" fmla="*/ 178 w 61"/>
                <a:gd name="T69" fmla="*/ 1062 h 238"/>
                <a:gd name="T70" fmla="*/ 128 w 61"/>
                <a:gd name="T71" fmla="*/ 1043 h 238"/>
                <a:gd name="T72" fmla="*/ 165 w 61"/>
                <a:gd name="T73" fmla="*/ 999 h 238"/>
                <a:gd name="T74" fmla="*/ 106 w 61"/>
                <a:gd name="T75" fmla="*/ 962 h 238"/>
                <a:gd name="T76" fmla="*/ 196 w 61"/>
                <a:gd name="T77" fmla="*/ 954 h 238"/>
                <a:gd name="T78" fmla="*/ 113 w 61"/>
                <a:gd name="T79" fmla="*/ 873 h 238"/>
                <a:gd name="T80" fmla="*/ 185 w 61"/>
                <a:gd name="T81" fmla="*/ 858 h 238"/>
                <a:gd name="T82" fmla="*/ 133 w 61"/>
                <a:gd name="T83" fmla="*/ 769 h 238"/>
                <a:gd name="T84" fmla="*/ 217 w 61"/>
                <a:gd name="T85" fmla="*/ 769 h 238"/>
                <a:gd name="T86" fmla="*/ 141 w 61"/>
                <a:gd name="T87" fmla="*/ 687 h 238"/>
                <a:gd name="T88" fmla="*/ 237 w 61"/>
                <a:gd name="T89" fmla="*/ 687 h 238"/>
                <a:gd name="T90" fmla="*/ 152 w 61"/>
                <a:gd name="T91" fmla="*/ 536 h 238"/>
                <a:gd name="T92" fmla="*/ 267 w 61"/>
                <a:gd name="T93" fmla="*/ 597 h 238"/>
                <a:gd name="T94" fmla="*/ 193 w 61"/>
                <a:gd name="T95" fmla="*/ 454 h 238"/>
                <a:gd name="T96" fmla="*/ 313 w 61"/>
                <a:gd name="T97" fmla="*/ 508 h 238"/>
                <a:gd name="T98" fmla="*/ 230 w 61"/>
                <a:gd name="T99" fmla="*/ 402 h 238"/>
                <a:gd name="T100" fmla="*/ 350 w 61"/>
                <a:gd name="T101" fmla="*/ 484 h 238"/>
                <a:gd name="T102" fmla="*/ 217 w 61"/>
                <a:gd name="T103" fmla="*/ 306 h 238"/>
                <a:gd name="T104" fmla="*/ 322 w 61"/>
                <a:gd name="T105" fmla="*/ 402 h 238"/>
                <a:gd name="T106" fmla="*/ 217 w 61"/>
                <a:gd name="T107" fmla="*/ 269 h 2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1" h="238">
                  <a:moveTo>
                    <a:pt x="47" y="65"/>
                  </a:moveTo>
                  <a:cubicBezTo>
                    <a:pt x="37" y="44"/>
                    <a:pt x="26" y="21"/>
                    <a:pt x="15" y="0"/>
                  </a:cubicBezTo>
                  <a:cubicBezTo>
                    <a:pt x="13" y="19"/>
                    <a:pt x="24" y="43"/>
                    <a:pt x="29" y="62"/>
                  </a:cubicBezTo>
                  <a:cubicBezTo>
                    <a:pt x="19" y="58"/>
                    <a:pt x="10" y="44"/>
                    <a:pt x="7" y="35"/>
                  </a:cubicBezTo>
                  <a:cubicBezTo>
                    <a:pt x="12" y="45"/>
                    <a:pt x="18" y="56"/>
                    <a:pt x="22" y="68"/>
                  </a:cubicBezTo>
                  <a:cubicBezTo>
                    <a:pt x="20" y="66"/>
                    <a:pt x="17" y="64"/>
                    <a:pt x="15" y="61"/>
                  </a:cubicBezTo>
                  <a:cubicBezTo>
                    <a:pt x="18" y="69"/>
                    <a:pt x="23" y="76"/>
                    <a:pt x="24" y="85"/>
                  </a:cubicBezTo>
                  <a:cubicBezTo>
                    <a:pt x="17" y="78"/>
                    <a:pt x="9" y="72"/>
                    <a:pt x="1" y="66"/>
                  </a:cubicBezTo>
                  <a:cubicBezTo>
                    <a:pt x="5" y="76"/>
                    <a:pt x="14" y="84"/>
                    <a:pt x="18" y="94"/>
                  </a:cubicBezTo>
                  <a:cubicBezTo>
                    <a:pt x="13" y="95"/>
                    <a:pt x="6" y="92"/>
                    <a:pt x="0" y="90"/>
                  </a:cubicBezTo>
                  <a:cubicBezTo>
                    <a:pt x="6" y="96"/>
                    <a:pt x="14" y="103"/>
                    <a:pt x="17" y="111"/>
                  </a:cubicBezTo>
                  <a:cubicBezTo>
                    <a:pt x="13" y="113"/>
                    <a:pt x="8" y="112"/>
                    <a:pt x="3" y="111"/>
                  </a:cubicBezTo>
                  <a:cubicBezTo>
                    <a:pt x="6" y="114"/>
                    <a:pt x="10" y="116"/>
                    <a:pt x="13" y="119"/>
                  </a:cubicBezTo>
                  <a:cubicBezTo>
                    <a:pt x="11" y="121"/>
                    <a:pt x="6" y="122"/>
                    <a:pt x="2" y="123"/>
                  </a:cubicBezTo>
                  <a:cubicBezTo>
                    <a:pt x="4" y="126"/>
                    <a:pt x="8" y="128"/>
                    <a:pt x="12" y="130"/>
                  </a:cubicBezTo>
                  <a:cubicBezTo>
                    <a:pt x="9" y="136"/>
                    <a:pt x="4" y="141"/>
                    <a:pt x="1" y="146"/>
                  </a:cubicBezTo>
                  <a:cubicBezTo>
                    <a:pt x="4" y="151"/>
                    <a:pt x="10" y="150"/>
                    <a:pt x="15" y="151"/>
                  </a:cubicBezTo>
                  <a:cubicBezTo>
                    <a:pt x="14" y="158"/>
                    <a:pt x="8" y="163"/>
                    <a:pt x="10" y="169"/>
                  </a:cubicBezTo>
                  <a:cubicBezTo>
                    <a:pt x="14" y="168"/>
                    <a:pt x="18" y="170"/>
                    <a:pt x="21" y="171"/>
                  </a:cubicBezTo>
                  <a:cubicBezTo>
                    <a:pt x="19" y="174"/>
                    <a:pt x="19" y="179"/>
                    <a:pt x="17" y="182"/>
                  </a:cubicBezTo>
                  <a:cubicBezTo>
                    <a:pt x="20" y="181"/>
                    <a:pt x="24" y="183"/>
                    <a:pt x="27" y="182"/>
                  </a:cubicBezTo>
                  <a:cubicBezTo>
                    <a:pt x="26" y="184"/>
                    <a:pt x="27" y="188"/>
                    <a:pt x="25" y="191"/>
                  </a:cubicBezTo>
                  <a:cubicBezTo>
                    <a:pt x="28" y="190"/>
                    <a:pt x="32" y="192"/>
                    <a:pt x="35" y="191"/>
                  </a:cubicBezTo>
                  <a:cubicBezTo>
                    <a:pt x="35" y="198"/>
                    <a:pt x="33" y="206"/>
                    <a:pt x="29" y="213"/>
                  </a:cubicBezTo>
                  <a:cubicBezTo>
                    <a:pt x="32" y="211"/>
                    <a:pt x="36" y="212"/>
                    <a:pt x="39" y="210"/>
                  </a:cubicBezTo>
                  <a:cubicBezTo>
                    <a:pt x="33" y="219"/>
                    <a:pt x="29" y="228"/>
                    <a:pt x="25" y="238"/>
                  </a:cubicBezTo>
                  <a:cubicBezTo>
                    <a:pt x="38" y="228"/>
                    <a:pt x="43" y="203"/>
                    <a:pt x="61" y="200"/>
                  </a:cubicBezTo>
                  <a:cubicBezTo>
                    <a:pt x="54" y="198"/>
                    <a:pt x="48" y="204"/>
                    <a:pt x="41" y="206"/>
                  </a:cubicBezTo>
                  <a:cubicBezTo>
                    <a:pt x="43" y="202"/>
                    <a:pt x="46" y="198"/>
                    <a:pt x="48" y="195"/>
                  </a:cubicBezTo>
                  <a:cubicBezTo>
                    <a:pt x="44" y="196"/>
                    <a:pt x="40" y="199"/>
                    <a:pt x="37" y="203"/>
                  </a:cubicBezTo>
                  <a:cubicBezTo>
                    <a:pt x="46" y="192"/>
                    <a:pt x="39" y="196"/>
                    <a:pt x="36" y="188"/>
                  </a:cubicBezTo>
                  <a:cubicBezTo>
                    <a:pt x="34" y="182"/>
                    <a:pt x="39" y="175"/>
                    <a:pt x="28" y="177"/>
                  </a:cubicBezTo>
                  <a:cubicBezTo>
                    <a:pt x="29" y="176"/>
                    <a:pt x="31" y="175"/>
                    <a:pt x="33" y="174"/>
                  </a:cubicBezTo>
                  <a:cubicBezTo>
                    <a:pt x="29" y="173"/>
                    <a:pt x="26" y="171"/>
                    <a:pt x="22" y="172"/>
                  </a:cubicBezTo>
                  <a:cubicBezTo>
                    <a:pt x="26" y="171"/>
                    <a:pt x="25" y="169"/>
                    <a:pt x="28" y="167"/>
                  </a:cubicBezTo>
                  <a:cubicBezTo>
                    <a:pt x="26" y="166"/>
                    <a:pt x="23" y="164"/>
                    <a:pt x="20" y="164"/>
                  </a:cubicBezTo>
                  <a:cubicBezTo>
                    <a:pt x="23" y="163"/>
                    <a:pt x="24" y="159"/>
                    <a:pt x="26" y="157"/>
                  </a:cubicBezTo>
                  <a:cubicBezTo>
                    <a:pt x="23" y="156"/>
                    <a:pt x="20" y="152"/>
                    <a:pt x="17" y="151"/>
                  </a:cubicBezTo>
                  <a:cubicBezTo>
                    <a:pt x="22" y="150"/>
                    <a:pt x="27" y="151"/>
                    <a:pt x="31" y="150"/>
                  </a:cubicBezTo>
                  <a:cubicBezTo>
                    <a:pt x="30" y="143"/>
                    <a:pt x="24" y="140"/>
                    <a:pt x="18" y="137"/>
                  </a:cubicBezTo>
                  <a:cubicBezTo>
                    <a:pt x="21" y="137"/>
                    <a:pt x="25" y="135"/>
                    <a:pt x="29" y="135"/>
                  </a:cubicBezTo>
                  <a:cubicBezTo>
                    <a:pt x="27" y="130"/>
                    <a:pt x="23" y="125"/>
                    <a:pt x="21" y="121"/>
                  </a:cubicBezTo>
                  <a:cubicBezTo>
                    <a:pt x="25" y="123"/>
                    <a:pt x="30" y="123"/>
                    <a:pt x="34" y="121"/>
                  </a:cubicBezTo>
                  <a:cubicBezTo>
                    <a:pt x="33" y="115"/>
                    <a:pt x="28" y="111"/>
                    <a:pt x="22" y="108"/>
                  </a:cubicBezTo>
                  <a:cubicBezTo>
                    <a:pt x="27" y="108"/>
                    <a:pt x="32" y="108"/>
                    <a:pt x="37" y="108"/>
                  </a:cubicBezTo>
                  <a:cubicBezTo>
                    <a:pt x="34" y="100"/>
                    <a:pt x="21" y="92"/>
                    <a:pt x="24" y="84"/>
                  </a:cubicBezTo>
                  <a:cubicBezTo>
                    <a:pt x="30" y="86"/>
                    <a:pt x="35" y="92"/>
                    <a:pt x="42" y="94"/>
                  </a:cubicBezTo>
                  <a:cubicBezTo>
                    <a:pt x="38" y="86"/>
                    <a:pt x="34" y="79"/>
                    <a:pt x="30" y="71"/>
                  </a:cubicBezTo>
                  <a:cubicBezTo>
                    <a:pt x="36" y="74"/>
                    <a:pt x="42" y="79"/>
                    <a:pt x="49" y="80"/>
                  </a:cubicBezTo>
                  <a:cubicBezTo>
                    <a:pt x="44" y="75"/>
                    <a:pt x="39" y="69"/>
                    <a:pt x="36" y="63"/>
                  </a:cubicBezTo>
                  <a:cubicBezTo>
                    <a:pt x="43" y="67"/>
                    <a:pt x="48" y="74"/>
                    <a:pt x="55" y="76"/>
                  </a:cubicBezTo>
                  <a:cubicBezTo>
                    <a:pt x="54" y="68"/>
                    <a:pt x="40" y="55"/>
                    <a:pt x="34" y="48"/>
                  </a:cubicBezTo>
                  <a:cubicBezTo>
                    <a:pt x="40" y="53"/>
                    <a:pt x="48" y="56"/>
                    <a:pt x="51" y="63"/>
                  </a:cubicBezTo>
                  <a:cubicBezTo>
                    <a:pt x="45" y="56"/>
                    <a:pt x="40" y="48"/>
                    <a:pt x="34" y="42"/>
                  </a:cubicBezTo>
                </a:path>
              </a:pathLst>
            </a:custGeom>
            <a:solidFill>
              <a:srgbClr val="CE8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2" name="Freeform 262">
              <a:extLst>
                <a:ext uri="{FF2B5EF4-FFF2-40B4-BE49-F238E27FC236}">
                  <a16:creationId xmlns:a16="http://schemas.microsoft.com/office/drawing/2014/main" id="{5EE9E2F2-A42E-4CA6-807D-A1459FDA0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574"/>
              <a:ext cx="113" cy="441"/>
            </a:xfrm>
            <a:custGeom>
              <a:avLst/>
              <a:gdLst>
                <a:gd name="T0" fmla="*/ 89 w 61"/>
                <a:gd name="T1" fmla="*/ 411 h 238"/>
                <a:gd name="T2" fmla="*/ 291 w 61"/>
                <a:gd name="T3" fmla="*/ 0 h 238"/>
                <a:gd name="T4" fmla="*/ 202 w 61"/>
                <a:gd name="T5" fmla="*/ 395 h 238"/>
                <a:gd name="T6" fmla="*/ 337 w 61"/>
                <a:gd name="T7" fmla="*/ 222 h 238"/>
                <a:gd name="T8" fmla="*/ 246 w 61"/>
                <a:gd name="T9" fmla="*/ 432 h 238"/>
                <a:gd name="T10" fmla="*/ 291 w 61"/>
                <a:gd name="T11" fmla="*/ 387 h 238"/>
                <a:gd name="T12" fmla="*/ 237 w 61"/>
                <a:gd name="T13" fmla="*/ 543 h 238"/>
                <a:gd name="T14" fmla="*/ 382 w 61"/>
                <a:gd name="T15" fmla="*/ 419 h 238"/>
                <a:gd name="T16" fmla="*/ 267 w 61"/>
                <a:gd name="T17" fmla="*/ 597 h 238"/>
                <a:gd name="T18" fmla="*/ 387 w 61"/>
                <a:gd name="T19" fmla="*/ 573 h 238"/>
                <a:gd name="T20" fmla="*/ 274 w 61"/>
                <a:gd name="T21" fmla="*/ 708 h 238"/>
                <a:gd name="T22" fmla="*/ 367 w 61"/>
                <a:gd name="T23" fmla="*/ 708 h 238"/>
                <a:gd name="T24" fmla="*/ 298 w 61"/>
                <a:gd name="T25" fmla="*/ 760 h 238"/>
                <a:gd name="T26" fmla="*/ 374 w 61"/>
                <a:gd name="T27" fmla="*/ 782 h 238"/>
                <a:gd name="T28" fmla="*/ 313 w 61"/>
                <a:gd name="T29" fmla="*/ 828 h 238"/>
                <a:gd name="T30" fmla="*/ 382 w 61"/>
                <a:gd name="T31" fmla="*/ 930 h 238"/>
                <a:gd name="T32" fmla="*/ 291 w 61"/>
                <a:gd name="T33" fmla="*/ 962 h 238"/>
                <a:gd name="T34" fmla="*/ 322 w 61"/>
                <a:gd name="T35" fmla="*/ 1075 h 238"/>
                <a:gd name="T36" fmla="*/ 246 w 61"/>
                <a:gd name="T37" fmla="*/ 1088 h 238"/>
                <a:gd name="T38" fmla="*/ 282 w 61"/>
                <a:gd name="T39" fmla="*/ 1156 h 238"/>
                <a:gd name="T40" fmla="*/ 217 w 61"/>
                <a:gd name="T41" fmla="*/ 1156 h 238"/>
                <a:gd name="T42" fmla="*/ 222 w 61"/>
                <a:gd name="T43" fmla="*/ 1216 h 238"/>
                <a:gd name="T44" fmla="*/ 165 w 61"/>
                <a:gd name="T45" fmla="*/ 1216 h 238"/>
                <a:gd name="T46" fmla="*/ 196 w 61"/>
                <a:gd name="T47" fmla="*/ 1356 h 238"/>
                <a:gd name="T48" fmla="*/ 141 w 61"/>
                <a:gd name="T49" fmla="*/ 1336 h 238"/>
                <a:gd name="T50" fmla="*/ 222 w 61"/>
                <a:gd name="T51" fmla="*/ 1514 h 238"/>
                <a:gd name="T52" fmla="*/ 0 w 61"/>
                <a:gd name="T53" fmla="*/ 1273 h 238"/>
                <a:gd name="T54" fmla="*/ 128 w 61"/>
                <a:gd name="T55" fmla="*/ 1312 h 238"/>
                <a:gd name="T56" fmla="*/ 76 w 61"/>
                <a:gd name="T57" fmla="*/ 1240 h 238"/>
                <a:gd name="T58" fmla="*/ 148 w 61"/>
                <a:gd name="T59" fmla="*/ 1292 h 238"/>
                <a:gd name="T60" fmla="*/ 157 w 61"/>
                <a:gd name="T61" fmla="*/ 1195 h 238"/>
                <a:gd name="T62" fmla="*/ 209 w 61"/>
                <a:gd name="T63" fmla="*/ 1127 h 238"/>
                <a:gd name="T64" fmla="*/ 178 w 61"/>
                <a:gd name="T65" fmla="*/ 1106 h 238"/>
                <a:gd name="T66" fmla="*/ 246 w 61"/>
                <a:gd name="T67" fmla="*/ 1095 h 238"/>
                <a:gd name="T68" fmla="*/ 209 w 61"/>
                <a:gd name="T69" fmla="*/ 1062 h 238"/>
                <a:gd name="T70" fmla="*/ 261 w 61"/>
                <a:gd name="T71" fmla="*/ 1043 h 238"/>
                <a:gd name="T72" fmla="*/ 217 w 61"/>
                <a:gd name="T73" fmla="*/ 999 h 238"/>
                <a:gd name="T74" fmla="*/ 282 w 61"/>
                <a:gd name="T75" fmla="*/ 962 h 238"/>
                <a:gd name="T76" fmla="*/ 185 w 61"/>
                <a:gd name="T77" fmla="*/ 954 h 238"/>
                <a:gd name="T78" fmla="*/ 267 w 61"/>
                <a:gd name="T79" fmla="*/ 873 h 238"/>
                <a:gd name="T80" fmla="*/ 202 w 61"/>
                <a:gd name="T81" fmla="*/ 858 h 238"/>
                <a:gd name="T82" fmla="*/ 254 w 61"/>
                <a:gd name="T83" fmla="*/ 769 h 238"/>
                <a:gd name="T84" fmla="*/ 172 w 61"/>
                <a:gd name="T85" fmla="*/ 769 h 238"/>
                <a:gd name="T86" fmla="*/ 241 w 61"/>
                <a:gd name="T87" fmla="*/ 687 h 238"/>
                <a:gd name="T88" fmla="*/ 152 w 61"/>
                <a:gd name="T89" fmla="*/ 687 h 238"/>
                <a:gd name="T90" fmla="*/ 237 w 61"/>
                <a:gd name="T91" fmla="*/ 536 h 238"/>
                <a:gd name="T92" fmla="*/ 120 w 61"/>
                <a:gd name="T93" fmla="*/ 597 h 238"/>
                <a:gd name="T94" fmla="*/ 196 w 61"/>
                <a:gd name="T95" fmla="*/ 454 h 238"/>
                <a:gd name="T96" fmla="*/ 76 w 61"/>
                <a:gd name="T97" fmla="*/ 508 h 238"/>
                <a:gd name="T98" fmla="*/ 157 w 61"/>
                <a:gd name="T99" fmla="*/ 402 h 238"/>
                <a:gd name="T100" fmla="*/ 37 w 61"/>
                <a:gd name="T101" fmla="*/ 484 h 238"/>
                <a:gd name="T102" fmla="*/ 165 w 61"/>
                <a:gd name="T103" fmla="*/ 306 h 238"/>
                <a:gd name="T104" fmla="*/ 57 w 61"/>
                <a:gd name="T105" fmla="*/ 402 h 238"/>
                <a:gd name="T106" fmla="*/ 172 w 61"/>
                <a:gd name="T107" fmla="*/ 269 h 2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1" h="238">
                  <a:moveTo>
                    <a:pt x="14" y="65"/>
                  </a:moveTo>
                  <a:cubicBezTo>
                    <a:pt x="24" y="44"/>
                    <a:pt x="35" y="21"/>
                    <a:pt x="46" y="0"/>
                  </a:cubicBezTo>
                  <a:cubicBezTo>
                    <a:pt x="47" y="19"/>
                    <a:pt x="36" y="43"/>
                    <a:pt x="32" y="62"/>
                  </a:cubicBezTo>
                  <a:cubicBezTo>
                    <a:pt x="42" y="58"/>
                    <a:pt x="50" y="44"/>
                    <a:pt x="53" y="35"/>
                  </a:cubicBezTo>
                  <a:cubicBezTo>
                    <a:pt x="48" y="45"/>
                    <a:pt x="43" y="56"/>
                    <a:pt x="39" y="68"/>
                  </a:cubicBezTo>
                  <a:cubicBezTo>
                    <a:pt x="41" y="66"/>
                    <a:pt x="44" y="64"/>
                    <a:pt x="46" y="61"/>
                  </a:cubicBezTo>
                  <a:cubicBezTo>
                    <a:pt x="43" y="69"/>
                    <a:pt x="38" y="76"/>
                    <a:pt x="37" y="85"/>
                  </a:cubicBezTo>
                  <a:cubicBezTo>
                    <a:pt x="44" y="78"/>
                    <a:pt x="52" y="72"/>
                    <a:pt x="60" y="66"/>
                  </a:cubicBezTo>
                  <a:cubicBezTo>
                    <a:pt x="55" y="76"/>
                    <a:pt x="47" y="84"/>
                    <a:pt x="42" y="94"/>
                  </a:cubicBezTo>
                  <a:cubicBezTo>
                    <a:pt x="48" y="95"/>
                    <a:pt x="55" y="92"/>
                    <a:pt x="61" y="90"/>
                  </a:cubicBezTo>
                  <a:cubicBezTo>
                    <a:pt x="54" y="96"/>
                    <a:pt x="46" y="103"/>
                    <a:pt x="43" y="111"/>
                  </a:cubicBezTo>
                  <a:cubicBezTo>
                    <a:pt x="48" y="113"/>
                    <a:pt x="53" y="112"/>
                    <a:pt x="58" y="111"/>
                  </a:cubicBezTo>
                  <a:cubicBezTo>
                    <a:pt x="55" y="114"/>
                    <a:pt x="51" y="116"/>
                    <a:pt x="47" y="119"/>
                  </a:cubicBezTo>
                  <a:cubicBezTo>
                    <a:pt x="50" y="121"/>
                    <a:pt x="55" y="122"/>
                    <a:pt x="59" y="123"/>
                  </a:cubicBezTo>
                  <a:cubicBezTo>
                    <a:pt x="57" y="126"/>
                    <a:pt x="53" y="128"/>
                    <a:pt x="49" y="130"/>
                  </a:cubicBezTo>
                  <a:cubicBezTo>
                    <a:pt x="52" y="136"/>
                    <a:pt x="57" y="141"/>
                    <a:pt x="60" y="146"/>
                  </a:cubicBezTo>
                  <a:cubicBezTo>
                    <a:pt x="57" y="151"/>
                    <a:pt x="51" y="150"/>
                    <a:pt x="46" y="151"/>
                  </a:cubicBezTo>
                  <a:cubicBezTo>
                    <a:pt x="47" y="158"/>
                    <a:pt x="52" y="163"/>
                    <a:pt x="51" y="169"/>
                  </a:cubicBezTo>
                  <a:cubicBezTo>
                    <a:pt x="46" y="168"/>
                    <a:pt x="43" y="170"/>
                    <a:pt x="39" y="171"/>
                  </a:cubicBezTo>
                  <a:cubicBezTo>
                    <a:pt x="41" y="174"/>
                    <a:pt x="42" y="179"/>
                    <a:pt x="44" y="182"/>
                  </a:cubicBezTo>
                  <a:cubicBezTo>
                    <a:pt x="41" y="181"/>
                    <a:pt x="36" y="183"/>
                    <a:pt x="34" y="182"/>
                  </a:cubicBezTo>
                  <a:cubicBezTo>
                    <a:pt x="34" y="184"/>
                    <a:pt x="34" y="188"/>
                    <a:pt x="35" y="191"/>
                  </a:cubicBezTo>
                  <a:cubicBezTo>
                    <a:pt x="33" y="190"/>
                    <a:pt x="28" y="192"/>
                    <a:pt x="26" y="191"/>
                  </a:cubicBezTo>
                  <a:cubicBezTo>
                    <a:pt x="26" y="198"/>
                    <a:pt x="28" y="206"/>
                    <a:pt x="31" y="213"/>
                  </a:cubicBezTo>
                  <a:cubicBezTo>
                    <a:pt x="28" y="211"/>
                    <a:pt x="25" y="212"/>
                    <a:pt x="22" y="210"/>
                  </a:cubicBezTo>
                  <a:cubicBezTo>
                    <a:pt x="27" y="219"/>
                    <a:pt x="32" y="228"/>
                    <a:pt x="35" y="238"/>
                  </a:cubicBezTo>
                  <a:cubicBezTo>
                    <a:pt x="23" y="228"/>
                    <a:pt x="17" y="203"/>
                    <a:pt x="0" y="200"/>
                  </a:cubicBezTo>
                  <a:cubicBezTo>
                    <a:pt x="7" y="198"/>
                    <a:pt x="13" y="204"/>
                    <a:pt x="20" y="206"/>
                  </a:cubicBezTo>
                  <a:cubicBezTo>
                    <a:pt x="17" y="202"/>
                    <a:pt x="15" y="198"/>
                    <a:pt x="12" y="195"/>
                  </a:cubicBezTo>
                  <a:cubicBezTo>
                    <a:pt x="17" y="196"/>
                    <a:pt x="21" y="199"/>
                    <a:pt x="23" y="203"/>
                  </a:cubicBezTo>
                  <a:cubicBezTo>
                    <a:pt x="15" y="192"/>
                    <a:pt x="21" y="196"/>
                    <a:pt x="25" y="188"/>
                  </a:cubicBezTo>
                  <a:cubicBezTo>
                    <a:pt x="27" y="182"/>
                    <a:pt x="22" y="175"/>
                    <a:pt x="33" y="177"/>
                  </a:cubicBezTo>
                  <a:cubicBezTo>
                    <a:pt x="32" y="176"/>
                    <a:pt x="30" y="175"/>
                    <a:pt x="28" y="174"/>
                  </a:cubicBezTo>
                  <a:cubicBezTo>
                    <a:pt x="32" y="173"/>
                    <a:pt x="34" y="171"/>
                    <a:pt x="39" y="172"/>
                  </a:cubicBezTo>
                  <a:cubicBezTo>
                    <a:pt x="35" y="171"/>
                    <a:pt x="35" y="169"/>
                    <a:pt x="33" y="167"/>
                  </a:cubicBezTo>
                  <a:cubicBezTo>
                    <a:pt x="35" y="166"/>
                    <a:pt x="37" y="164"/>
                    <a:pt x="41" y="164"/>
                  </a:cubicBezTo>
                  <a:cubicBezTo>
                    <a:pt x="38" y="163"/>
                    <a:pt x="36" y="159"/>
                    <a:pt x="34" y="157"/>
                  </a:cubicBezTo>
                  <a:cubicBezTo>
                    <a:pt x="38" y="156"/>
                    <a:pt x="41" y="152"/>
                    <a:pt x="44" y="151"/>
                  </a:cubicBezTo>
                  <a:cubicBezTo>
                    <a:pt x="39" y="150"/>
                    <a:pt x="34" y="151"/>
                    <a:pt x="29" y="150"/>
                  </a:cubicBezTo>
                  <a:cubicBezTo>
                    <a:pt x="30" y="143"/>
                    <a:pt x="36" y="140"/>
                    <a:pt x="42" y="137"/>
                  </a:cubicBezTo>
                  <a:cubicBezTo>
                    <a:pt x="39" y="137"/>
                    <a:pt x="36" y="135"/>
                    <a:pt x="32" y="135"/>
                  </a:cubicBezTo>
                  <a:cubicBezTo>
                    <a:pt x="33" y="130"/>
                    <a:pt x="38" y="125"/>
                    <a:pt x="40" y="121"/>
                  </a:cubicBezTo>
                  <a:cubicBezTo>
                    <a:pt x="35" y="123"/>
                    <a:pt x="31" y="123"/>
                    <a:pt x="27" y="121"/>
                  </a:cubicBezTo>
                  <a:cubicBezTo>
                    <a:pt x="28" y="115"/>
                    <a:pt x="33" y="111"/>
                    <a:pt x="38" y="108"/>
                  </a:cubicBezTo>
                  <a:cubicBezTo>
                    <a:pt x="34" y="108"/>
                    <a:pt x="29" y="108"/>
                    <a:pt x="24" y="108"/>
                  </a:cubicBezTo>
                  <a:cubicBezTo>
                    <a:pt x="27" y="100"/>
                    <a:pt x="39" y="92"/>
                    <a:pt x="37" y="84"/>
                  </a:cubicBezTo>
                  <a:cubicBezTo>
                    <a:pt x="30" y="86"/>
                    <a:pt x="25" y="92"/>
                    <a:pt x="19" y="94"/>
                  </a:cubicBezTo>
                  <a:cubicBezTo>
                    <a:pt x="22" y="86"/>
                    <a:pt x="27" y="79"/>
                    <a:pt x="31" y="71"/>
                  </a:cubicBezTo>
                  <a:cubicBezTo>
                    <a:pt x="25" y="74"/>
                    <a:pt x="18" y="79"/>
                    <a:pt x="12" y="80"/>
                  </a:cubicBezTo>
                  <a:cubicBezTo>
                    <a:pt x="17" y="75"/>
                    <a:pt x="21" y="69"/>
                    <a:pt x="25" y="63"/>
                  </a:cubicBezTo>
                  <a:cubicBezTo>
                    <a:pt x="18" y="67"/>
                    <a:pt x="13" y="74"/>
                    <a:pt x="6" y="76"/>
                  </a:cubicBezTo>
                  <a:cubicBezTo>
                    <a:pt x="7" y="68"/>
                    <a:pt x="20" y="55"/>
                    <a:pt x="26" y="48"/>
                  </a:cubicBezTo>
                  <a:cubicBezTo>
                    <a:pt x="20" y="53"/>
                    <a:pt x="13" y="56"/>
                    <a:pt x="9" y="63"/>
                  </a:cubicBezTo>
                  <a:cubicBezTo>
                    <a:pt x="15" y="56"/>
                    <a:pt x="21" y="48"/>
                    <a:pt x="27" y="42"/>
                  </a:cubicBezTo>
                </a:path>
              </a:pathLst>
            </a:custGeom>
            <a:solidFill>
              <a:srgbClr val="CE8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3" name="Freeform 263">
              <a:extLst>
                <a:ext uri="{FF2B5EF4-FFF2-40B4-BE49-F238E27FC236}">
                  <a16:creationId xmlns:a16="http://schemas.microsoft.com/office/drawing/2014/main" id="{91C97C2D-A26D-46F4-A110-C0F0F37D8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770"/>
              <a:ext cx="50" cy="169"/>
            </a:xfrm>
            <a:custGeom>
              <a:avLst/>
              <a:gdLst>
                <a:gd name="T0" fmla="*/ 165 w 27"/>
                <a:gd name="T1" fmla="*/ 563 h 91"/>
                <a:gd name="T2" fmla="*/ 120 w 27"/>
                <a:gd name="T3" fmla="*/ 583 h 91"/>
                <a:gd name="T4" fmla="*/ 141 w 27"/>
                <a:gd name="T5" fmla="*/ 559 h 91"/>
                <a:gd name="T6" fmla="*/ 106 w 27"/>
                <a:gd name="T7" fmla="*/ 544 h 91"/>
                <a:gd name="T8" fmla="*/ 133 w 27"/>
                <a:gd name="T9" fmla="*/ 524 h 91"/>
                <a:gd name="T10" fmla="*/ 104 w 27"/>
                <a:gd name="T11" fmla="*/ 494 h 91"/>
                <a:gd name="T12" fmla="*/ 69 w 27"/>
                <a:gd name="T13" fmla="*/ 410 h 91"/>
                <a:gd name="T14" fmla="*/ 113 w 27"/>
                <a:gd name="T15" fmla="*/ 403 h 91"/>
                <a:gd name="T16" fmla="*/ 37 w 27"/>
                <a:gd name="T17" fmla="*/ 301 h 91"/>
                <a:gd name="T18" fmla="*/ 104 w 27"/>
                <a:gd name="T19" fmla="*/ 321 h 91"/>
                <a:gd name="T20" fmla="*/ 0 w 27"/>
                <a:gd name="T21" fmla="*/ 156 h 91"/>
                <a:gd name="T22" fmla="*/ 106 w 27"/>
                <a:gd name="T23" fmla="*/ 225 h 91"/>
                <a:gd name="T24" fmla="*/ 31 w 27"/>
                <a:gd name="T25" fmla="*/ 89 h 91"/>
                <a:gd name="T26" fmla="*/ 113 w 27"/>
                <a:gd name="T27" fmla="*/ 156 h 91"/>
                <a:gd name="T28" fmla="*/ 44 w 27"/>
                <a:gd name="T29" fmla="*/ 0 h 91"/>
                <a:gd name="T30" fmla="*/ 113 w 27"/>
                <a:gd name="T31" fmla="*/ 149 h 91"/>
                <a:gd name="T32" fmla="*/ 172 w 27"/>
                <a:gd name="T33" fmla="*/ 238 h 91"/>
                <a:gd name="T34" fmla="*/ 106 w 27"/>
                <a:gd name="T35" fmla="*/ 204 h 91"/>
                <a:gd name="T36" fmla="*/ 165 w 27"/>
                <a:gd name="T37" fmla="*/ 269 h 91"/>
                <a:gd name="T38" fmla="*/ 128 w 27"/>
                <a:gd name="T39" fmla="*/ 249 h 91"/>
                <a:gd name="T40" fmla="*/ 148 w 27"/>
                <a:gd name="T41" fmla="*/ 306 h 91"/>
                <a:gd name="T42" fmla="*/ 120 w 27"/>
                <a:gd name="T43" fmla="*/ 301 h 91"/>
                <a:gd name="T44" fmla="*/ 133 w 27"/>
                <a:gd name="T45" fmla="*/ 338 h 91"/>
                <a:gd name="T46" fmla="*/ 104 w 27"/>
                <a:gd name="T47" fmla="*/ 358 h 91"/>
                <a:gd name="T48" fmla="*/ 133 w 27"/>
                <a:gd name="T49" fmla="*/ 379 h 91"/>
                <a:gd name="T50" fmla="*/ 104 w 27"/>
                <a:gd name="T51" fmla="*/ 379 h 91"/>
                <a:gd name="T52" fmla="*/ 113 w 27"/>
                <a:gd name="T53" fmla="*/ 423 h 91"/>
                <a:gd name="T54" fmla="*/ 148 w 27"/>
                <a:gd name="T55" fmla="*/ 470 h 91"/>
                <a:gd name="T56" fmla="*/ 150 w 27"/>
                <a:gd name="T57" fmla="*/ 518 h 91"/>
                <a:gd name="T58" fmla="*/ 141 w 27"/>
                <a:gd name="T59" fmla="*/ 544 h 91"/>
                <a:gd name="T60" fmla="*/ 165 w 27"/>
                <a:gd name="T61" fmla="*/ 552 h 91"/>
                <a:gd name="T62" fmla="*/ 141 w 27"/>
                <a:gd name="T63" fmla="*/ 568 h 91"/>
                <a:gd name="T64" fmla="*/ 165 w 27"/>
                <a:gd name="T65" fmla="*/ 576 h 91"/>
                <a:gd name="T66" fmla="*/ 150 w 27"/>
                <a:gd name="T67" fmla="*/ 576 h 9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7" h="91">
                  <a:moveTo>
                    <a:pt x="26" y="88"/>
                  </a:moveTo>
                  <a:cubicBezTo>
                    <a:pt x="24" y="90"/>
                    <a:pt x="21" y="90"/>
                    <a:pt x="19" y="91"/>
                  </a:cubicBezTo>
                  <a:cubicBezTo>
                    <a:pt x="20" y="90"/>
                    <a:pt x="22" y="89"/>
                    <a:pt x="22" y="87"/>
                  </a:cubicBezTo>
                  <a:cubicBezTo>
                    <a:pt x="21" y="86"/>
                    <a:pt x="19" y="86"/>
                    <a:pt x="17" y="85"/>
                  </a:cubicBezTo>
                  <a:cubicBezTo>
                    <a:pt x="18" y="84"/>
                    <a:pt x="20" y="83"/>
                    <a:pt x="21" y="82"/>
                  </a:cubicBezTo>
                  <a:cubicBezTo>
                    <a:pt x="20" y="80"/>
                    <a:pt x="18" y="78"/>
                    <a:pt x="16" y="77"/>
                  </a:cubicBezTo>
                  <a:cubicBezTo>
                    <a:pt x="23" y="71"/>
                    <a:pt x="17" y="69"/>
                    <a:pt x="11" y="64"/>
                  </a:cubicBezTo>
                  <a:cubicBezTo>
                    <a:pt x="14" y="64"/>
                    <a:pt x="16" y="64"/>
                    <a:pt x="18" y="63"/>
                  </a:cubicBezTo>
                  <a:cubicBezTo>
                    <a:pt x="19" y="57"/>
                    <a:pt x="8" y="53"/>
                    <a:pt x="6" y="47"/>
                  </a:cubicBezTo>
                  <a:cubicBezTo>
                    <a:pt x="9" y="47"/>
                    <a:pt x="13" y="50"/>
                    <a:pt x="16" y="50"/>
                  </a:cubicBezTo>
                  <a:cubicBezTo>
                    <a:pt x="14" y="40"/>
                    <a:pt x="2" y="34"/>
                    <a:pt x="0" y="24"/>
                  </a:cubicBezTo>
                  <a:cubicBezTo>
                    <a:pt x="6" y="27"/>
                    <a:pt x="11" y="34"/>
                    <a:pt x="17" y="35"/>
                  </a:cubicBezTo>
                  <a:cubicBezTo>
                    <a:pt x="15" y="27"/>
                    <a:pt x="7" y="22"/>
                    <a:pt x="5" y="14"/>
                  </a:cubicBezTo>
                  <a:cubicBezTo>
                    <a:pt x="10" y="16"/>
                    <a:pt x="13" y="21"/>
                    <a:pt x="18" y="24"/>
                  </a:cubicBezTo>
                  <a:cubicBezTo>
                    <a:pt x="17" y="16"/>
                    <a:pt x="9" y="9"/>
                    <a:pt x="7" y="0"/>
                  </a:cubicBezTo>
                  <a:cubicBezTo>
                    <a:pt x="11" y="8"/>
                    <a:pt x="14" y="15"/>
                    <a:pt x="18" y="23"/>
                  </a:cubicBezTo>
                  <a:cubicBezTo>
                    <a:pt x="20" y="27"/>
                    <a:pt x="27" y="33"/>
                    <a:pt x="27" y="37"/>
                  </a:cubicBezTo>
                  <a:cubicBezTo>
                    <a:pt x="24" y="37"/>
                    <a:pt x="20" y="34"/>
                    <a:pt x="17" y="32"/>
                  </a:cubicBezTo>
                  <a:cubicBezTo>
                    <a:pt x="21" y="34"/>
                    <a:pt x="24" y="38"/>
                    <a:pt x="26" y="42"/>
                  </a:cubicBezTo>
                  <a:cubicBezTo>
                    <a:pt x="24" y="42"/>
                    <a:pt x="22" y="41"/>
                    <a:pt x="20" y="39"/>
                  </a:cubicBezTo>
                  <a:cubicBezTo>
                    <a:pt x="21" y="43"/>
                    <a:pt x="23" y="45"/>
                    <a:pt x="23" y="48"/>
                  </a:cubicBezTo>
                  <a:cubicBezTo>
                    <a:pt x="22" y="48"/>
                    <a:pt x="20" y="48"/>
                    <a:pt x="19" y="47"/>
                  </a:cubicBezTo>
                  <a:cubicBezTo>
                    <a:pt x="18" y="49"/>
                    <a:pt x="20" y="51"/>
                    <a:pt x="21" y="53"/>
                  </a:cubicBezTo>
                  <a:cubicBezTo>
                    <a:pt x="20" y="54"/>
                    <a:pt x="18" y="54"/>
                    <a:pt x="16" y="56"/>
                  </a:cubicBezTo>
                  <a:cubicBezTo>
                    <a:pt x="18" y="57"/>
                    <a:pt x="20" y="58"/>
                    <a:pt x="21" y="59"/>
                  </a:cubicBezTo>
                  <a:cubicBezTo>
                    <a:pt x="20" y="59"/>
                    <a:pt x="18" y="59"/>
                    <a:pt x="16" y="59"/>
                  </a:cubicBezTo>
                  <a:cubicBezTo>
                    <a:pt x="18" y="60"/>
                    <a:pt x="27" y="67"/>
                    <a:pt x="18" y="66"/>
                  </a:cubicBezTo>
                  <a:cubicBezTo>
                    <a:pt x="19" y="68"/>
                    <a:pt x="22" y="71"/>
                    <a:pt x="23" y="73"/>
                  </a:cubicBezTo>
                  <a:cubicBezTo>
                    <a:pt x="18" y="77"/>
                    <a:pt x="20" y="78"/>
                    <a:pt x="24" y="81"/>
                  </a:cubicBezTo>
                  <a:cubicBezTo>
                    <a:pt x="22" y="82"/>
                    <a:pt x="22" y="83"/>
                    <a:pt x="22" y="85"/>
                  </a:cubicBezTo>
                  <a:cubicBezTo>
                    <a:pt x="23" y="85"/>
                    <a:pt x="25" y="86"/>
                    <a:pt x="26" y="86"/>
                  </a:cubicBezTo>
                  <a:cubicBezTo>
                    <a:pt x="25" y="87"/>
                    <a:pt x="24" y="88"/>
                    <a:pt x="22" y="89"/>
                  </a:cubicBezTo>
                  <a:cubicBezTo>
                    <a:pt x="23" y="89"/>
                    <a:pt x="24" y="90"/>
                    <a:pt x="26" y="90"/>
                  </a:cubicBezTo>
                  <a:cubicBezTo>
                    <a:pt x="25" y="90"/>
                    <a:pt x="24" y="90"/>
                    <a:pt x="24" y="90"/>
                  </a:cubicBezTo>
                </a:path>
              </a:pathLst>
            </a:custGeom>
            <a:solidFill>
              <a:srgbClr val="DDA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4" name="Freeform 264">
              <a:extLst>
                <a:ext uri="{FF2B5EF4-FFF2-40B4-BE49-F238E27FC236}">
                  <a16:creationId xmlns:a16="http://schemas.microsoft.com/office/drawing/2014/main" id="{9A785326-5F5E-4E66-BC5C-40739E525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770"/>
              <a:ext cx="50" cy="169"/>
            </a:xfrm>
            <a:custGeom>
              <a:avLst/>
              <a:gdLst>
                <a:gd name="T0" fmla="*/ 7 w 27"/>
                <a:gd name="T1" fmla="*/ 563 h 91"/>
                <a:gd name="T2" fmla="*/ 57 w 27"/>
                <a:gd name="T3" fmla="*/ 583 h 91"/>
                <a:gd name="T4" fmla="*/ 31 w 27"/>
                <a:gd name="T5" fmla="*/ 559 h 91"/>
                <a:gd name="T6" fmla="*/ 65 w 27"/>
                <a:gd name="T7" fmla="*/ 544 h 91"/>
                <a:gd name="T8" fmla="*/ 37 w 27"/>
                <a:gd name="T9" fmla="*/ 524 h 91"/>
                <a:gd name="T10" fmla="*/ 69 w 27"/>
                <a:gd name="T11" fmla="*/ 494 h 91"/>
                <a:gd name="T12" fmla="*/ 104 w 27"/>
                <a:gd name="T13" fmla="*/ 410 h 91"/>
                <a:gd name="T14" fmla="*/ 57 w 27"/>
                <a:gd name="T15" fmla="*/ 403 h 91"/>
                <a:gd name="T16" fmla="*/ 141 w 27"/>
                <a:gd name="T17" fmla="*/ 301 h 91"/>
                <a:gd name="T18" fmla="*/ 69 w 27"/>
                <a:gd name="T19" fmla="*/ 321 h 91"/>
                <a:gd name="T20" fmla="*/ 172 w 27"/>
                <a:gd name="T21" fmla="*/ 156 h 91"/>
                <a:gd name="T22" fmla="*/ 65 w 27"/>
                <a:gd name="T23" fmla="*/ 225 h 91"/>
                <a:gd name="T24" fmla="*/ 141 w 27"/>
                <a:gd name="T25" fmla="*/ 89 h 91"/>
                <a:gd name="T26" fmla="*/ 57 w 27"/>
                <a:gd name="T27" fmla="*/ 156 h 91"/>
                <a:gd name="T28" fmla="*/ 128 w 27"/>
                <a:gd name="T29" fmla="*/ 0 h 91"/>
                <a:gd name="T30" fmla="*/ 57 w 27"/>
                <a:gd name="T31" fmla="*/ 149 h 91"/>
                <a:gd name="T32" fmla="*/ 0 w 27"/>
                <a:gd name="T33" fmla="*/ 238 h 91"/>
                <a:gd name="T34" fmla="*/ 65 w 27"/>
                <a:gd name="T35" fmla="*/ 204 h 91"/>
                <a:gd name="T36" fmla="*/ 7 w 27"/>
                <a:gd name="T37" fmla="*/ 269 h 91"/>
                <a:gd name="T38" fmla="*/ 44 w 27"/>
                <a:gd name="T39" fmla="*/ 249 h 91"/>
                <a:gd name="T40" fmla="*/ 24 w 27"/>
                <a:gd name="T41" fmla="*/ 306 h 91"/>
                <a:gd name="T42" fmla="*/ 57 w 27"/>
                <a:gd name="T43" fmla="*/ 301 h 91"/>
                <a:gd name="T44" fmla="*/ 37 w 27"/>
                <a:gd name="T45" fmla="*/ 338 h 91"/>
                <a:gd name="T46" fmla="*/ 69 w 27"/>
                <a:gd name="T47" fmla="*/ 358 h 91"/>
                <a:gd name="T48" fmla="*/ 37 w 27"/>
                <a:gd name="T49" fmla="*/ 379 h 91"/>
                <a:gd name="T50" fmla="*/ 69 w 27"/>
                <a:gd name="T51" fmla="*/ 379 h 91"/>
                <a:gd name="T52" fmla="*/ 57 w 27"/>
                <a:gd name="T53" fmla="*/ 423 h 91"/>
                <a:gd name="T54" fmla="*/ 24 w 27"/>
                <a:gd name="T55" fmla="*/ 470 h 91"/>
                <a:gd name="T56" fmla="*/ 20 w 27"/>
                <a:gd name="T57" fmla="*/ 518 h 91"/>
                <a:gd name="T58" fmla="*/ 31 w 27"/>
                <a:gd name="T59" fmla="*/ 544 h 91"/>
                <a:gd name="T60" fmla="*/ 7 w 27"/>
                <a:gd name="T61" fmla="*/ 552 h 91"/>
                <a:gd name="T62" fmla="*/ 31 w 27"/>
                <a:gd name="T63" fmla="*/ 568 h 91"/>
                <a:gd name="T64" fmla="*/ 13 w 27"/>
                <a:gd name="T65" fmla="*/ 576 h 91"/>
                <a:gd name="T66" fmla="*/ 20 w 27"/>
                <a:gd name="T67" fmla="*/ 576 h 9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7" h="91">
                  <a:moveTo>
                    <a:pt x="1" y="88"/>
                  </a:moveTo>
                  <a:cubicBezTo>
                    <a:pt x="3" y="90"/>
                    <a:pt x="6" y="90"/>
                    <a:pt x="9" y="91"/>
                  </a:cubicBezTo>
                  <a:cubicBezTo>
                    <a:pt x="7" y="90"/>
                    <a:pt x="5" y="89"/>
                    <a:pt x="5" y="87"/>
                  </a:cubicBezTo>
                  <a:cubicBezTo>
                    <a:pt x="6" y="86"/>
                    <a:pt x="8" y="86"/>
                    <a:pt x="10" y="85"/>
                  </a:cubicBezTo>
                  <a:cubicBezTo>
                    <a:pt x="9" y="84"/>
                    <a:pt x="8" y="83"/>
                    <a:pt x="6" y="82"/>
                  </a:cubicBezTo>
                  <a:cubicBezTo>
                    <a:pt x="7" y="80"/>
                    <a:pt x="9" y="78"/>
                    <a:pt x="11" y="77"/>
                  </a:cubicBezTo>
                  <a:cubicBezTo>
                    <a:pt x="4" y="71"/>
                    <a:pt x="10" y="69"/>
                    <a:pt x="16" y="64"/>
                  </a:cubicBezTo>
                  <a:cubicBezTo>
                    <a:pt x="14" y="64"/>
                    <a:pt x="11" y="64"/>
                    <a:pt x="9" y="63"/>
                  </a:cubicBezTo>
                  <a:cubicBezTo>
                    <a:pt x="9" y="57"/>
                    <a:pt x="19" y="53"/>
                    <a:pt x="22" y="47"/>
                  </a:cubicBezTo>
                  <a:cubicBezTo>
                    <a:pt x="18" y="47"/>
                    <a:pt x="15" y="50"/>
                    <a:pt x="11" y="50"/>
                  </a:cubicBezTo>
                  <a:cubicBezTo>
                    <a:pt x="13" y="40"/>
                    <a:pt x="25" y="34"/>
                    <a:pt x="27" y="24"/>
                  </a:cubicBezTo>
                  <a:cubicBezTo>
                    <a:pt x="21" y="27"/>
                    <a:pt x="16" y="34"/>
                    <a:pt x="10" y="35"/>
                  </a:cubicBezTo>
                  <a:cubicBezTo>
                    <a:pt x="12" y="27"/>
                    <a:pt x="21" y="22"/>
                    <a:pt x="22" y="14"/>
                  </a:cubicBezTo>
                  <a:cubicBezTo>
                    <a:pt x="17" y="16"/>
                    <a:pt x="14" y="21"/>
                    <a:pt x="9" y="24"/>
                  </a:cubicBezTo>
                  <a:cubicBezTo>
                    <a:pt x="10" y="16"/>
                    <a:pt x="18" y="9"/>
                    <a:pt x="20" y="0"/>
                  </a:cubicBezTo>
                  <a:cubicBezTo>
                    <a:pt x="16" y="8"/>
                    <a:pt x="13" y="15"/>
                    <a:pt x="9" y="23"/>
                  </a:cubicBezTo>
                  <a:cubicBezTo>
                    <a:pt x="7" y="27"/>
                    <a:pt x="1" y="33"/>
                    <a:pt x="0" y="37"/>
                  </a:cubicBezTo>
                  <a:cubicBezTo>
                    <a:pt x="3" y="37"/>
                    <a:pt x="7" y="34"/>
                    <a:pt x="10" y="32"/>
                  </a:cubicBezTo>
                  <a:cubicBezTo>
                    <a:pt x="6" y="34"/>
                    <a:pt x="3" y="38"/>
                    <a:pt x="1" y="42"/>
                  </a:cubicBezTo>
                  <a:cubicBezTo>
                    <a:pt x="3" y="42"/>
                    <a:pt x="5" y="41"/>
                    <a:pt x="7" y="39"/>
                  </a:cubicBezTo>
                  <a:cubicBezTo>
                    <a:pt x="6" y="43"/>
                    <a:pt x="4" y="45"/>
                    <a:pt x="4" y="48"/>
                  </a:cubicBezTo>
                  <a:cubicBezTo>
                    <a:pt x="5" y="48"/>
                    <a:pt x="7" y="48"/>
                    <a:pt x="9" y="47"/>
                  </a:cubicBezTo>
                  <a:cubicBezTo>
                    <a:pt x="9" y="49"/>
                    <a:pt x="8" y="51"/>
                    <a:pt x="6" y="53"/>
                  </a:cubicBezTo>
                  <a:cubicBezTo>
                    <a:pt x="7" y="54"/>
                    <a:pt x="9" y="54"/>
                    <a:pt x="11" y="56"/>
                  </a:cubicBezTo>
                  <a:cubicBezTo>
                    <a:pt x="9" y="57"/>
                    <a:pt x="7" y="58"/>
                    <a:pt x="6" y="59"/>
                  </a:cubicBezTo>
                  <a:cubicBezTo>
                    <a:pt x="8" y="59"/>
                    <a:pt x="9" y="59"/>
                    <a:pt x="11" y="59"/>
                  </a:cubicBezTo>
                  <a:cubicBezTo>
                    <a:pt x="9" y="60"/>
                    <a:pt x="0" y="67"/>
                    <a:pt x="9" y="66"/>
                  </a:cubicBezTo>
                  <a:cubicBezTo>
                    <a:pt x="8" y="68"/>
                    <a:pt x="6" y="71"/>
                    <a:pt x="4" y="73"/>
                  </a:cubicBezTo>
                  <a:cubicBezTo>
                    <a:pt x="10" y="77"/>
                    <a:pt x="8" y="78"/>
                    <a:pt x="3" y="81"/>
                  </a:cubicBezTo>
                  <a:cubicBezTo>
                    <a:pt x="5" y="82"/>
                    <a:pt x="5" y="83"/>
                    <a:pt x="5" y="85"/>
                  </a:cubicBezTo>
                  <a:cubicBezTo>
                    <a:pt x="4" y="85"/>
                    <a:pt x="2" y="86"/>
                    <a:pt x="1" y="86"/>
                  </a:cubicBezTo>
                  <a:cubicBezTo>
                    <a:pt x="3" y="87"/>
                    <a:pt x="4" y="88"/>
                    <a:pt x="5" y="89"/>
                  </a:cubicBezTo>
                  <a:cubicBezTo>
                    <a:pt x="4" y="89"/>
                    <a:pt x="3" y="90"/>
                    <a:pt x="2" y="90"/>
                  </a:cubicBezTo>
                  <a:cubicBezTo>
                    <a:pt x="2" y="90"/>
                    <a:pt x="3" y="90"/>
                    <a:pt x="3" y="90"/>
                  </a:cubicBezTo>
                </a:path>
              </a:pathLst>
            </a:custGeom>
            <a:solidFill>
              <a:srgbClr val="DDA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5" name="Freeform 265">
              <a:extLst>
                <a:ext uri="{FF2B5EF4-FFF2-40B4-BE49-F238E27FC236}">
                  <a16:creationId xmlns:a16="http://schemas.microsoft.com/office/drawing/2014/main" id="{CE70456F-215E-4609-8836-B96067523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883"/>
              <a:ext cx="32" cy="41"/>
            </a:xfrm>
            <a:custGeom>
              <a:avLst/>
              <a:gdLst>
                <a:gd name="T0" fmla="*/ 68 w 17"/>
                <a:gd name="T1" fmla="*/ 136 h 22"/>
                <a:gd name="T2" fmla="*/ 21 w 17"/>
                <a:gd name="T3" fmla="*/ 121 h 22"/>
                <a:gd name="T4" fmla="*/ 53 w 17"/>
                <a:gd name="T5" fmla="*/ 117 h 22"/>
                <a:gd name="T6" fmla="*/ 21 w 17"/>
                <a:gd name="T7" fmla="*/ 97 h 22"/>
                <a:gd name="T8" fmla="*/ 45 w 17"/>
                <a:gd name="T9" fmla="*/ 97 h 22"/>
                <a:gd name="T10" fmla="*/ 0 w 17"/>
                <a:gd name="T11" fmla="*/ 52 h 22"/>
                <a:gd name="T12" fmla="*/ 53 w 17"/>
                <a:gd name="T13" fmla="*/ 73 h 22"/>
                <a:gd name="T14" fmla="*/ 0 w 17"/>
                <a:gd name="T15" fmla="*/ 13 h 22"/>
                <a:gd name="T16" fmla="*/ 32 w 17"/>
                <a:gd name="T17" fmla="*/ 32 h 22"/>
                <a:gd name="T18" fmla="*/ 21 w 17"/>
                <a:gd name="T19" fmla="*/ 0 h 22"/>
                <a:gd name="T20" fmla="*/ 40 w 17"/>
                <a:gd name="T21" fmla="*/ 32 h 22"/>
                <a:gd name="T22" fmla="*/ 81 w 17"/>
                <a:gd name="T23" fmla="*/ 97 h 22"/>
                <a:gd name="T24" fmla="*/ 113 w 17"/>
                <a:gd name="T25" fmla="*/ 142 h 22"/>
                <a:gd name="T26" fmla="*/ 60 w 17"/>
                <a:gd name="T27" fmla="*/ 104 h 22"/>
                <a:gd name="T28" fmla="*/ 92 w 17"/>
                <a:gd name="T29" fmla="*/ 129 h 22"/>
                <a:gd name="T30" fmla="*/ 68 w 17"/>
                <a:gd name="T31" fmla="*/ 129 h 22"/>
                <a:gd name="T32" fmla="*/ 75 w 17"/>
                <a:gd name="T33" fmla="*/ 129 h 22"/>
                <a:gd name="T34" fmla="*/ 60 w 17"/>
                <a:gd name="T35" fmla="*/ 129 h 22"/>
                <a:gd name="T36" fmla="*/ 75 w 17"/>
                <a:gd name="T37" fmla="*/ 136 h 22"/>
                <a:gd name="T38" fmla="*/ 68 w 17"/>
                <a:gd name="T39" fmla="*/ 136 h 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" h="22">
                  <a:moveTo>
                    <a:pt x="10" y="21"/>
                  </a:moveTo>
                  <a:cubicBezTo>
                    <a:pt x="8" y="21"/>
                    <a:pt x="4" y="20"/>
                    <a:pt x="3" y="19"/>
                  </a:cubicBezTo>
                  <a:cubicBezTo>
                    <a:pt x="4" y="18"/>
                    <a:pt x="6" y="18"/>
                    <a:pt x="8" y="18"/>
                  </a:cubicBezTo>
                  <a:cubicBezTo>
                    <a:pt x="7" y="16"/>
                    <a:pt x="4" y="17"/>
                    <a:pt x="3" y="15"/>
                  </a:cubicBezTo>
                  <a:cubicBezTo>
                    <a:pt x="4" y="15"/>
                    <a:pt x="6" y="15"/>
                    <a:pt x="7" y="15"/>
                  </a:cubicBezTo>
                  <a:cubicBezTo>
                    <a:pt x="6" y="12"/>
                    <a:pt x="1" y="11"/>
                    <a:pt x="0" y="8"/>
                  </a:cubicBezTo>
                  <a:cubicBezTo>
                    <a:pt x="2" y="8"/>
                    <a:pt x="6" y="12"/>
                    <a:pt x="8" y="11"/>
                  </a:cubicBezTo>
                  <a:cubicBezTo>
                    <a:pt x="8" y="8"/>
                    <a:pt x="2" y="5"/>
                    <a:pt x="0" y="2"/>
                  </a:cubicBezTo>
                  <a:cubicBezTo>
                    <a:pt x="2" y="3"/>
                    <a:pt x="3" y="5"/>
                    <a:pt x="5" y="5"/>
                  </a:cubicBezTo>
                  <a:cubicBezTo>
                    <a:pt x="6" y="3"/>
                    <a:pt x="3" y="1"/>
                    <a:pt x="3" y="0"/>
                  </a:cubicBezTo>
                  <a:cubicBezTo>
                    <a:pt x="4" y="1"/>
                    <a:pt x="5" y="3"/>
                    <a:pt x="6" y="5"/>
                  </a:cubicBezTo>
                  <a:cubicBezTo>
                    <a:pt x="8" y="8"/>
                    <a:pt x="10" y="12"/>
                    <a:pt x="12" y="15"/>
                  </a:cubicBezTo>
                  <a:cubicBezTo>
                    <a:pt x="14" y="18"/>
                    <a:pt x="15" y="20"/>
                    <a:pt x="17" y="22"/>
                  </a:cubicBezTo>
                  <a:cubicBezTo>
                    <a:pt x="14" y="21"/>
                    <a:pt x="11" y="18"/>
                    <a:pt x="9" y="16"/>
                  </a:cubicBezTo>
                  <a:cubicBezTo>
                    <a:pt x="11" y="17"/>
                    <a:pt x="13" y="18"/>
                    <a:pt x="14" y="20"/>
                  </a:cubicBezTo>
                  <a:cubicBezTo>
                    <a:pt x="13" y="20"/>
                    <a:pt x="12" y="19"/>
                    <a:pt x="10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0" y="20"/>
                    <a:pt x="10" y="20"/>
                    <a:pt x="9" y="20"/>
                  </a:cubicBezTo>
                  <a:cubicBezTo>
                    <a:pt x="10" y="21"/>
                    <a:pt x="11" y="21"/>
                    <a:pt x="11" y="21"/>
                  </a:cubicBezTo>
                  <a:cubicBezTo>
                    <a:pt x="11" y="21"/>
                    <a:pt x="10" y="21"/>
                    <a:pt x="10" y="21"/>
                  </a:cubicBezTo>
                </a:path>
              </a:pathLst>
            </a:custGeom>
            <a:solidFill>
              <a:srgbClr val="E5B7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6" name="Freeform 266">
              <a:extLst>
                <a:ext uri="{FF2B5EF4-FFF2-40B4-BE49-F238E27FC236}">
                  <a16:creationId xmlns:a16="http://schemas.microsoft.com/office/drawing/2014/main" id="{C47F9612-75A2-4003-9932-F09568087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883"/>
              <a:ext cx="31" cy="41"/>
            </a:xfrm>
            <a:custGeom>
              <a:avLst/>
              <a:gdLst>
                <a:gd name="T0" fmla="*/ 44 w 17"/>
                <a:gd name="T1" fmla="*/ 136 h 22"/>
                <a:gd name="T2" fmla="*/ 86 w 17"/>
                <a:gd name="T3" fmla="*/ 121 h 22"/>
                <a:gd name="T4" fmla="*/ 53 w 17"/>
                <a:gd name="T5" fmla="*/ 117 h 22"/>
                <a:gd name="T6" fmla="*/ 86 w 17"/>
                <a:gd name="T7" fmla="*/ 97 h 22"/>
                <a:gd name="T8" fmla="*/ 60 w 17"/>
                <a:gd name="T9" fmla="*/ 97 h 22"/>
                <a:gd name="T10" fmla="*/ 104 w 17"/>
                <a:gd name="T11" fmla="*/ 52 h 22"/>
                <a:gd name="T12" fmla="*/ 53 w 17"/>
                <a:gd name="T13" fmla="*/ 73 h 22"/>
                <a:gd name="T14" fmla="*/ 104 w 17"/>
                <a:gd name="T15" fmla="*/ 13 h 22"/>
                <a:gd name="T16" fmla="*/ 66 w 17"/>
                <a:gd name="T17" fmla="*/ 32 h 22"/>
                <a:gd name="T18" fmla="*/ 86 w 17"/>
                <a:gd name="T19" fmla="*/ 0 h 22"/>
                <a:gd name="T20" fmla="*/ 66 w 17"/>
                <a:gd name="T21" fmla="*/ 32 h 22"/>
                <a:gd name="T22" fmla="*/ 29 w 17"/>
                <a:gd name="T23" fmla="*/ 97 h 22"/>
                <a:gd name="T24" fmla="*/ 0 w 17"/>
                <a:gd name="T25" fmla="*/ 142 h 22"/>
                <a:gd name="T26" fmla="*/ 49 w 17"/>
                <a:gd name="T27" fmla="*/ 104 h 22"/>
                <a:gd name="T28" fmla="*/ 16 w 17"/>
                <a:gd name="T29" fmla="*/ 129 h 22"/>
                <a:gd name="T30" fmla="*/ 36 w 17"/>
                <a:gd name="T31" fmla="*/ 129 h 22"/>
                <a:gd name="T32" fmla="*/ 36 w 17"/>
                <a:gd name="T33" fmla="*/ 129 h 22"/>
                <a:gd name="T34" fmla="*/ 44 w 17"/>
                <a:gd name="T35" fmla="*/ 129 h 22"/>
                <a:gd name="T36" fmla="*/ 36 w 17"/>
                <a:gd name="T37" fmla="*/ 136 h 22"/>
                <a:gd name="T38" fmla="*/ 44 w 17"/>
                <a:gd name="T39" fmla="*/ 136 h 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" h="22">
                  <a:moveTo>
                    <a:pt x="7" y="21"/>
                  </a:moveTo>
                  <a:cubicBezTo>
                    <a:pt x="9" y="21"/>
                    <a:pt x="13" y="20"/>
                    <a:pt x="14" y="19"/>
                  </a:cubicBezTo>
                  <a:cubicBezTo>
                    <a:pt x="13" y="18"/>
                    <a:pt x="10" y="18"/>
                    <a:pt x="9" y="18"/>
                  </a:cubicBezTo>
                  <a:cubicBezTo>
                    <a:pt x="10" y="16"/>
                    <a:pt x="13" y="17"/>
                    <a:pt x="14" y="15"/>
                  </a:cubicBezTo>
                  <a:cubicBezTo>
                    <a:pt x="13" y="15"/>
                    <a:pt x="11" y="15"/>
                    <a:pt x="10" y="15"/>
                  </a:cubicBezTo>
                  <a:cubicBezTo>
                    <a:pt x="11" y="12"/>
                    <a:pt x="16" y="11"/>
                    <a:pt x="17" y="8"/>
                  </a:cubicBezTo>
                  <a:cubicBezTo>
                    <a:pt x="14" y="8"/>
                    <a:pt x="11" y="12"/>
                    <a:pt x="9" y="11"/>
                  </a:cubicBezTo>
                  <a:cubicBezTo>
                    <a:pt x="8" y="8"/>
                    <a:pt x="15" y="5"/>
                    <a:pt x="17" y="2"/>
                  </a:cubicBezTo>
                  <a:cubicBezTo>
                    <a:pt x="15" y="3"/>
                    <a:pt x="13" y="5"/>
                    <a:pt x="11" y="5"/>
                  </a:cubicBezTo>
                  <a:cubicBezTo>
                    <a:pt x="11" y="3"/>
                    <a:pt x="13" y="1"/>
                    <a:pt x="14" y="0"/>
                  </a:cubicBezTo>
                  <a:cubicBezTo>
                    <a:pt x="12" y="1"/>
                    <a:pt x="12" y="3"/>
                    <a:pt x="11" y="5"/>
                  </a:cubicBezTo>
                  <a:cubicBezTo>
                    <a:pt x="9" y="8"/>
                    <a:pt x="7" y="12"/>
                    <a:pt x="5" y="15"/>
                  </a:cubicBezTo>
                  <a:cubicBezTo>
                    <a:pt x="3" y="18"/>
                    <a:pt x="2" y="20"/>
                    <a:pt x="0" y="22"/>
                  </a:cubicBezTo>
                  <a:cubicBezTo>
                    <a:pt x="3" y="21"/>
                    <a:pt x="6" y="18"/>
                    <a:pt x="8" y="16"/>
                  </a:cubicBezTo>
                  <a:cubicBezTo>
                    <a:pt x="6" y="17"/>
                    <a:pt x="4" y="18"/>
                    <a:pt x="3" y="20"/>
                  </a:cubicBezTo>
                  <a:cubicBezTo>
                    <a:pt x="4" y="20"/>
                    <a:pt x="5" y="19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7" y="20"/>
                    <a:pt x="7" y="20"/>
                  </a:cubicBezTo>
                  <a:cubicBezTo>
                    <a:pt x="7" y="21"/>
                    <a:pt x="6" y="21"/>
                    <a:pt x="6" y="21"/>
                  </a:cubicBezTo>
                  <a:cubicBezTo>
                    <a:pt x="6" y="21"/>
                    <a:pt x="6" y="21"/>
                    <a:pt x="7" y="21"/>
                  </a:cubicBezTo>
                </a:path>
              </a:pathLst>
            </a:custGeom>
            <a:solidFill>
              <a:srgbClr val="E5B7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7" name="Freeform 267">
              <a:extLst>
                <a:ext uri="{FF2B5EF4-FFF2-40B4-BE49-F238E27FC236}">
                  <a16:creationId xmlns:a16="http://schemas.microsoft.com/office/drawing/2014/main" id="{83072329-7E12-4D59-8C57-A0F4D8F41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013"/>
              <a:ext cx="262" cy="239"/>
            </a:xfrm>
            <a:custGeom>
              <a:avLst/>
              <a:gdLst>
                <a:gd name="T0" fmla="*/ 891 w 142"/>
                <a:gd name="T1" fmla="*/ 217 h 129"/>
                <a:gd name="T2" fmla="*/ 504 w 142"/>
                <a:gd name="T3" fmla="*/ 165 h 129"/>
                <a:gd name="T4" fmla="*/ 177 w 142"/>
                <a:gd name="T5" fmla="*/ 821 h 129"/>
                <a:gd name="T6" fmla="*/ 426 w 142"/>
                <a:gd name="T7" fmla="*/ 367 h 129"/>
                <a:gd name="T8" fmla="*/ 891 w 142"/>
                <a:gd name="T9" fmla="*/ 217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29">
                  <a:moveTo>
                    <a:pt x="142" y="34"/>
                  </a:moveTo>
                  <a:cubicBezTo>
                    <a:pt x="142" y="34"/>
                    <a:pt x="132" y="0"/>
                    <a:pt x="80" y="26"/>
                  </a:cubicBezTo>
                  <a:cubicBezTo>
                    <a:pt x="28" y="52"/>
                    <a:pt x="0" y="75"/>
                    <a:pt x="28" y="129"/>
                  </a:cubicBezTo>
                  <a:cubicBezTo>
                    <a:pt x="28" y="129"/>
                    <a:pt x="11" y="94"/>
                    <a:pt x="68" y="58"/>
                  </a:cubicBezTo>
                  <a:cubicBezTo>
                    <a:pt x="125" y="23"/>
                    <a:pt x="142" y="34"/>
                    <a:pt x="142" y="34"/>
                  </a:cubicBezTo>
                  <a:close/>
                </a:path>
              </a:pathLst>
            </a:custGeom>
            <a:solidFill>
              <a:srgbClr val="D1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8" name="Freeform 268">
              <a:extLst>
                <a:ext uri="{FF2B5EF4-FFF2-40B4-BE49-F238E27FC236}">
                  <a16:creationId xmlns:a16="http://schemas.microsoft.com/office/drawing/2014/main" id="{748016EF-1F61-47AE-BA1E-03F161995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3013"/>
              <a:ext cx="261" cy="239"/>
            </a:xfrm>
            <a:custGeom>
              <a:avLst/>
              <a:gdLst>
                <a:gd name="T0" fmla="*/ 0 w 141"/>
                <a:gd name="T1" fmla="*/ 217 h 129"/>
                <a:gd name="T2" fmla="*/ 394 w 141"/>
                <a:gd name="T3" fmla="*/ 165 h 129"/>
                <a:gd name="T4" fmla="*/ 724 w 141"/>
                <a:gd name="T5" fmla="*/ 821 h 129"/>
                <a:gd name="T6" fmla="*/ 470 w 141"/>
                <a:gd name="T7" fmla="*/ 367 h 129"/>
                <a:gd name="T8" fmla="*/ 0 w 141"/>
                <a:gd name="T9" fmla="*/ 217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29">
                  <a:moveTo>
                    <a:pt x="0" y="34"/>
                  </a:moveTo>
                  <a:cubicBezTo>
                    <a:pt x="0" y="34"/>
                    <a:pt x="9" y="0"/>
                    <a:pt x="62" y="26"/>
                  </a:cubicBezTo>
                  <a:cubicBezTo>
                    <a:pt x="114" y="52"/>
                    <a:pt x="141" y="75"/>
                    <a:pt x="114" y="129"/>
                  </a:cubicBezTo>
                  <a:cubicBezTo>
                    <a:pt x="114" y="129"/>
                    <a:pt x="131" y="94"/>
                    <a:pt x="74" y="58"/>
                  </a:cubicBezTo>
                  <a:cubicBezTo>
                    <a:pt x="17" y="23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D1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9" name="Freeform 602">
              <a:extLst>
                <a:ext uri="{FF2B5EF4-FFF2-40B4-BE49-F238E27FC236}">
                  <a16:creationId xmlns:a16="http://schemas.microsoft.com/office/drawing/2014/main" id="{FE51A7AE-1CDD-4ADF-AB5D-76B5190E5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309"/>
              <a:ext cx="771" cy="543"/>
            </a:xfrm>
            <a:custGeom>
              <a:avLst/>
              <a:gdLst>
                <a:gd name="T0" fmla="*/ 0 w 417"/>
                <a:gd name="T1" fmla="*/ 202 h 293"/>
                <a:gd name="T2" fmla="*/ 379 w 417"/>
                <a:gd name="T3" fmla="*/ 196 h 293"/>
                <a:gd name="T4" fmla="*/ 1087 w 417"/>
                <a:gd name="T5" fmla="*/ 604 h 293"/>
                <a:gd name="T6" fmla="*/ 1244 w 417"/>
                <a:gd name="T7" fmla="*/ 789 h 293"/>
                <a:gd name="T8" fmla="*/ 1035 w 417"/>
                <a:gd name="T9" fmla="*/ 688 h 293"/>
                <a:gd name="T10" fmla="*/ 1302 w 417"/>
                <a:gd name="T11" fmla="*/ 975 h 293"/>
                <a:gd name="T12" fmla="*/ 1542 w 417"/>
                <a:gd name="T13" fmla="*/ 688 h 293"/>
                <a:gd name="T14" fmla="*/ 1353 w 417"/>
                <a:gd name="T15" fmla="*/ 784 h 293"/>
                <a:gd name="T16" fmla="*/ 1361 w 417"/>
                <a:gd name="T17" fmla="*/ 643 h 293"/>
                <a:gd name="T18" fmla="*/ 1928 w 417"/>
                <a:gd name="T19" fmla="*/ 419 h 293"/>
                <a:gd name="T20" fmla="*/ 2637 w 417"/>
                <a:gd name="T21" fmla="*/ 172 h 293"/>
                <a:gd name="T22" fmla="*/ 2187 w 417"/>
                <a:gd name="T23" fmla="*/ 484 h 293"/>
                <a:gd name="T24" fmla="*/ 1392 w 417"/>
                <a:gd name="T25" fmla="*/ 1023 h 293"/>
                <a:gd name="T26" fmla="*/ 1326 w 417"/>
                <a:gd name="T27" fmla="*/ 1864 h 293"/>
                <a:gd name="T28" fmla="*/ 1233 w 417"/>
                <a:gd name="T29" fmla="*/ 1030 h 293"/>
                <a:gd name="T30" fmla="*/ 923 w 417"/>
                <a:gd name="T31" fmla="*/ 680 h 293"/>
                <a:gd name="T32" fmla="*/ 486 w 417"/>
                <a:gd name="T33" fmla="*/ 528 h 293"/>
                <a:gd name="T34" fmla="*/ 0 w 417"/>
                <a:gd name="T35" fmla="*/ 202 h 29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7" h="293">
                  <a:moveTo>
                    <a:pt x="0" y="32"/>
                  </a:moveTo>
                  <a:cubicBezTo>
                    <a:pt x="0" y="32"/>
                    <a:pt x="11" y="3"/>
                    <a:pt x="60" y="31"/>
                  </a:cubicBezTo>
                  <a:cubicBezTo>
                    <a:pt x="110" y="60"/>
                    <a:pt x="124" y="91"/>
                    <a:pt x="172" y="95"/>
                  </a:cubicBezTo>
                  <a:cubicBezTo>
                    <a:pt x="216" y="99"/>
                    <a:pt x="205" y="126"/>
                    <a:pt x="197" y="124"/>
                  </a:cubicBezTo>
                  <a:cubicBezTo>
                    <a:pt x="184" y="120"/>
                    <a:pt x="156" y="95"/>
                    <a:pt x="164" y="108"/>
                  </a:cubicBezTo>
                  <a:cubicBezTo>
                    <a:pt x="176" y="127"/>
                    <a:pt x="198" y="152"/>
                    <a:pt x="206" y="153"/>
                  </a:cubicBezTo>
                  <a:cubicBezTo>
                    <a:pt x="214" y="154"/>
                    <a:pt x="242" y="117"/>
                    <a:pt x="244" y="108"/>
                  </a:cubicBezTo>
                  <a:cubicBezTo>
                    <a:pt x="246" y="99"/>
                    <a:pt x="227" y="123"/>
                    <a:pt x="214" y="123"/>
                  </a:cubicBezTo>
                  <a:cubicBezTo>
                    <a:pt x="207" y="124"/>
                    <a:pt x="206" y="103"/>
                    <a:pt x="215" y="101"/>
                  </a:cubicBezTo>
                  <a:cubicBezTo>
                    <a:pt x="215" y="101"/>
                    <a:pt x="276" y="95"/>
                    <a:pt x="305" y="66"/>
                  </a:cubicBezTo>
                  <a:cubicBezTo>
                    <a:pt x="334" y="37"/>
                    <a:pt x="391" y="0"/>
                    <a:pt x="417" y="27"/>
                  </a:cubicBezTo>
                  <a:cubicBezTo>
                    <a:pt x="417" y="27"/>
                    <a:pt x="361" y="36"/>
                    <a:pt x="346" y="76"/>
                  </a:cubicBezTo>
                  <a:cubicBezTo>
                    <a:pt x="346" y="76"/>
                    <a:pt x="244" y="102"/>
                    <a:pt x="220" y="161"/>
                  </a:cubicBezTo>
                  <a:cubicBezTo>
                    <a:pt x="205" y="198"/>
                    <a:pt x="241" y="293"/>
                    <a:pt x="210" y="293"/>
                  </a:cubicBezTo>
                  <a:cubicBezTo>
                    <a:pt x="176" y="293"/>
                    <a:pt x="205" y="181"/>
                    <a:pt x="195" y="162"/>
                  </a:cubicBezTo>
                  <a:cubicBezTo>
                    <a:pt x="185" y="144"/>
                    <a:pt x="163" y="119"/>
                    <a:pt x="146" y="107"/>
                  </a:cubicBezTo>
                  <a:cubicBezTo>
                    <a:pt x="127" y="94"/>
                    <a:pt x="103" y="83"/>
                    <a:pt x="77" y="83"/>
                  </a:cubicBezTo>
                  <a:cubicBezTo>
                    <a:pt x="77" y="83"/>
                    <a:pt x="52" y="20"/>
                    <a:pt x="0" y="32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4517" name="Line 603">
            <a:extLst>
              <a:ext uri="{FF2B5EF4-FFF2-40B4-BE49-F238E27FC236}">
                <a16:creationId xmlns:a16="http://schemas.microsoft.com/office/drawing/2014/main" id="{BCFD831C-2D12-4FF4-B357-DAE04E781C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76600" y="1343025"/>
            <a:ext cx="439738" cy="1677988"/>
          </a:xfrm>
          <a:prstGeom prst="line">
            <a:avLst/>
          </a:prstGeom>
          <a:noFill/>
          <a:ln w="34925" cap="rnd">
            <a:solidFill>
              <a:srgbClr val="990404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535" name="Text Box 607">
            <a:extLst>
              <a:ext uri="{FF2B5EF4-FFF2-40B4-BE49-F238E27FC236}">
                <a16:creationId xmlns:a16="http://schemas.microsoft.com/office/drawing/2014/main" id="{3FF9CAA0-75F0-414E-850D-DF6D663582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0" y="4238625"/>
            <a:ext cx="9620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Thalamus</a:t>
            </a:r>
          </a:p>
        </p:txBody>
      </p:sp>
      <p:sp>
        <p:nvSpPr>
          <p:cNvPr id="22536" name="Line 608">
            <a:extLst>
              <a:ext uri="{FF2B5EF4-FFF2-40B4-BE49-F238E27FC236}">
                <a16:creationId xmlns:a16="http://schemas.microsoft.com/office/drawing/2014/main" id="{763CFDD0-13FE-4333-8D01-170EC77320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62800" y="4391025"/>
            <a:ext cx="2057400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37" name="Text Box 609">
            <a:extLst>
              <a:ext uri="{FF2B5EF4-FFF2-40B4-BE49-F238E27FC236}">
                <a16:creationId xmlns:a16="http://schemas.microsoft.com/office/drawing/2014/main" id="{F6B23554-24D2-4B6E-B176-3739395245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28125" y="3035300"/>
            <a:ext cx="860425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Caudate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nucleus</a:t>
            </a:r>
          </a:p>
        </p:txBody>
      </p:sp>
      <p:sp>
        <p:nvSpPr>
          <p:cNvPr id="22538" name="Line 610">
            <a:extLst>
              <a:ext uri="{FF2B5EF4-FFF2-40B4-BE49-F238E27FC236}">
                <a16:creationId xmlns:a16="http://schemas.microsoft.com/office/drawing/2014/main" id="{C130550C-2605-4815-A1C5-DE9B4440FE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91400" y="3324225"/>
            <a:ext cx="1752600" cy="609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39" name="Text Box 612">
            <a:extLst>
              <a:ext uri="{FF2B5EF4-FFF2-40B4-BE49-F238E27FC236}">
                <a16:creationId xmlns:a16="http://schemas.microsoft.com/office/drawing/2014/main" id="{A26ADD21-77AA-4AC8-AC15-FAA59BC6FA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4638" y="3781425"/>
            <a:ext cx="8937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Putamen</a:t>
            </a:r>
          </a:p>
        </p:txBody>
      </p:sp>
      <p:sp>
        <p:nvSpPr>
          <p:cNvPr id="22540" name="Line 613">
            <a:extLst>
              <a:ext uri="{FF2B5EF4-FFF2-40B4-BE49-F238E27FC236}">
                <a16:creationId xmlns:a16="http://schemas.microsoft.com/office/drawing/2014/main" id="{6787C876-DD44-4AA6-9210-E46EFD9A41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20000" y="3933825"/>
            <a:ext cx="1600200" cy="3048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41" name="Text Box 614">
            <a:extLst>
              <a:ext uri="{FF2B5EF4-FFF2-40B4-BE49-F238E27FC236}">
                <a16:creationId xmlns:a16="http://schemas.microsoft.com/office/drawing/2014/main" id="{107FEA64-3AC7-48EA-AB98-21C25AC71F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0" y="4695825"/>
            <a:ext cx="792163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Globus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pallidus</a:t>
            </a:r>
          </a:p>
        </p:txBody>
      </p:sp>
      <p:sp>
        <p:nvSpPr>
          <p:cNvPr id="22542" name="Line 615">
            <a:extLst>
              <a:ext uri="{FF2B5EF4-FFF2-40B4-BE49-F238E27FC236}">
                <a16:creationId xmlns:a16="http://schemas.microsoft.com/office/drawing/2014/main" id="{B08B9719-8CCD-44A5-AD8A-822925E7B0F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67600" y="4581525"/>
            <a:ext cx="1676400" cy="228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43" name="Line 616">
            <a:extLst>
              <a:ext uri="{FF2B5EF4-FFF2-40B4-BE49-F238E27FC236}">
                <a16:creationId xmlns:a16="http://schemas.microsoft.com/office/drawing/2014/main" id="{AE5EE219-58AE-46A6-B200-B9211B87801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91400" y="4733925"/>
            <a:ext cx="1752600" cy="762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44" name="Text Box 617">
            <a:extLst>
              <a:ext uri="{FF2B5EF4-FFF2-40B4-BE49-F238E27FC236}">
                <a16:creationId xmlns:a16="http://schemas.microsoft.com/office/drawing/2014/main" id="{0EBD51FD-0127-45A2-8D6C-079268DB8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3000" y="5457825"/>
            <a:ext cx="12684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Hippocampus</a:t>
            </a:r>
          </a:p>
        </p:txBody>
      </p:sp>
      <p:sp>
        <p:nvSpPr>
          <p:cNvPr id="22545" name="Line 618">
            <a:extLst>
              <a:ext uri="{FF2B5EF4-FFF2-40B4-BE49-F238E27FC236}">
                <a16:creationId xmlns:a16="http://schemas.microsoft.com/office/drawing/2014/main" id="{66647152-A851-47B3-A688-38B8E5BA082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96175" y="5153025"/>
            <a:ext cx="1295400" cy="4572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BA2170A2-EA51-428F-B8C8-89839866063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Cerebellum</a:t>
            </a:r>
          </a:p>
        </p:txBody>
      </p:sp>
      <p:grpSp>
        <p:nvGrpSpPr>
          <p:cNvPr id="65538" name="Human-cerebellum-posterior-view-illustration">
            <a:extLst>
              <a:ext uri="{FF2B5EF4-FFF2-40B4-BE49-F238E27FC236}">
                <a16:creationId xmlns:a16="http://schemas.microsoft.com/office/drawing/2014/main" id="{FC2485B5-D406-44DF-BE3D-11E192B8556F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295400"/>
            <a:ext cx="4511675" cy="2273300"/>
            <a:chOff x="463" y="813"/>
            <a:chExt cx="2842" cy="1432"/>
          </a:xfrm>
        </p:grpSpPr>
        <p:grpSp>
          <p:nvGrpSpPr>
            <p:cNvPr id="65967" name="Group 4">
              <a:extLst>
                <a:ext uri="{FF2B5EF4-FFF2-40B4-BE49-F238E27FC236}">
                  <a16:creationId xmlns:a16="http://schemas.microsoft.com/office/drawing/2014/main" id="{46C246A6-153D-4507-81C1-A5AD733FC7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" y="813"/>
              <a:ext cx="2842" cy="1432"/>
              <a:chOff x="463" y="813"/>
              <a:chExt cx="2842" cy="1432"/>
            </a:xfrm>
          </p:grpSpPr>
          <p:sp>
            <p:nvSpPr>
              <p:cNvPr id="66015" name="Freeform 5">
                <a:extLst>
                  <a:ext uri="{FF2B5EF4-FFF2-40B4-BE49-F238E27FC236}">
                    <a16:creationId xmlns:a16="http://schemas.microsoft.com/office/drawing/2014/main" id="{D91375C8-30F7-4EAA-B686-9FABFF57B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" y="813"/>
                <a:ext cx="2842" cy="1432"/>
              </a:xfrm>
              <a:custGeom>
                <a:avLst/>
                <a:gdLst>
                  <a:gd name="T0" fmla="*/ 11308 w 1137"/>
                  <a:gd name="T1" fmla="*/ 776 h 537"/>
                  <a:gd name="T2" fmla="*/ 8883 w 1137"/>
                  <a:gd name="T3" fmla="*/ 1501 h 537"/>
                  <a:gd name="T4" fmla="*/ 7841 w 1137"/>
                  <a:gd name="T5" fmla="*/ 1821 h 537"/>
                  <a:gd name="T6" fmla="*/ 5074 w 1137"/>
                  <a:gd name="T7" fmla="*/ 115 h 537"/>
                  <a:gd name="T8" fmla="*/ 4374 w 1137"/>
                  <a:gd name="T9" fmla="*/ 264 h 537"/>
                  <a:gd name="T10" fmla="*/ 3529 w 1137"/>
                  <a:gd name="T11" fmla="*/ 477 h 537"/>
                  <a:gd name="T12" fmla="*/ 2874 w 1137"/>
                  <a:gd name="T13" fmla="*/ 1003 h 537"/>
                  <a:gd name="T14" fmla="*/ 2417 w 1137"/>
                  <a:gd name="T15" fmla="*/ 1557 h 537"/>
                  <a:gd name="T16" fmla="*/ 1950 w 1137"/>
                  <a:gd name="T17" fmla="*/ 2219 h 537"/>
                  <a:gd name="T18" fmla="*/ 1262 w 1137"/>
                  <a:gd name="T19" fmla="*/ 3037 h 537"/>
                  <a:gd name="T20" fmla="*/ 562 w 1137"/>
                  <a:gd name="T21" fmla="*/ 3925 h 537"/>
                  <a:gd name="T22" fmla="*/ 262 w 1137"/>
                  <a:gd name="T23" fmla="*/ 5141 h 537"/>
                  <a:gd name="T24" fmla="*/ 667 w 1137"/>
                  <a:gd name="T25" fmla="*/ 6371 h 537"/>
                  <a:gd name="T26" fmla="*/ 2075 w 1137"/>
                  <a:gd name="T27" fmla="*/ 8099 h 537"/>
                  <a:gd name="T28" fmla="*/ 2887 w 1137"/>
                  <a:gd name="T29" fmla="*/ 8725 h 537"/>
                  <a:gd name="T30" fmla="*/ 3217 w 1137"/>
                  <a:gd name="T31" fmla="*/ 9011 h 537"/>
                  <a:gd name="T32" fmla="*/ 3687 w 1137"/>
                  <a:gd name="T33" fmla="*/ 9272 h 537"/>
                  <a:gd name="T34" fmla="*/ 4374 w 1137"/>
                  <a:gd name="T35" fmla="*/ 9635 h 537"/>
                  <a:gd name="T36" fmla="*/ 5137 w 1137"/>
                  <a:gd name="T37" fmla="*/ 9976 h 537"/>
                  <a:gd name="T38" fmla="*/ 6091 w 1137"/>
                  <a:gd name="T39" fmla="*/ 10184 h 537"/>
                  <a:gd name="T40" fmla="*/ 7559 w 1137"/>
                  <a:gd name="T41" fmla="*/ 9749 h 537"/>
                  <a:gd name="T42" fmla="*/ 8384 w 1137"/>
                  <a:gd name="T43" fmla="*/ 8781 h 537"/>
                  <a:gd name="T44" fmla="*/ 8883 w 1137"/>
                  <a:gd name="T45" fmla="*/ 9011 h 537"/>
                  <a:gd name="T46" fmla="*/ 10041 w 1137"/>
                  <a:gd name="T47" fmla="*/ 9579 h 537"/>
                  <a:gd name="T48" fmla="*/ 11166 w 1137"/>
                  <a:gd name="T49" fmla="*/ 10104 h 537"/>
                  <a:gd name="T50" fmla="*/ 12278 w 1137"/>
                  <a:gd name="T51" fmla="*/ 10048 h 537"/>
                  <a:gd name="T52" fmla="*/ 13008 w 1137"/>
                  <a:gd name="T53" fmla="*/ 9763 h 537"/>
                  <a:gd name="T54" fmla="*/ 13915 w 1137"/>
                  <a:gd name="T55" fmla="*/ 9293 h 537"/>
                  <a:gd name="T56" fmla="*/ 14225 w 1137"/>
                  <a:gd name="T57" fmla="*/ 9160 h 537"/>
                  <a:gd name="T58" fmla="*/ 14712 w 1137"/>
                  <a:gd name="T59" fmla="*/ 8819 h 537"/>
                  <a:gd name="T60" fmla="*/ 15275 w 1137"/>
                  <a:gd name="T61" fmla="*/ 8512 h 537"/>
                  <a:gd name="T62" fmla="*/ 15662 w 1137"/>
                  <a:gd name="T63" fmla="*/ 8077 h 537"/>
                  <a:gd name="T64" fmla="*/ 17069 w 1137"/>
                  <a:gd name="T65" fmla="*/ 6349 h 537"/>
                  <a:gd name="T66" fmla="*/ 17474 w 1137"/>
                  <a:gd name="T67" fmla="*/ 5141 h 537"/>
                  <a:gd name="T68" fmla="*/ 17182 w 1137"/>
                  <a:gd name="T69" fmla="*/ 3904 h 537"/>
                  <a:gd name="T70" fmla="*/ 16495 w 1137"/>
                  <a:gd name="T71" fmla="*/ 3016 h 537"/>
                  <a:gd name="T72" fmla="*/ 15787 w 1137"/>
                  <a:gd name="T73" fmla="*/ 2197 h 537"/>
                  <a:gd name="T74" fmla="*/ 15557 w 1137"/>
                  <a:gd name="T75" fmla="*/ 1843 h 537"/>
                  <a:gd name="T76" fmla="*/ 15132 w 1137"/>
                  <a:gd name="T77" fmla="*/ 1309 h 537"/>
                  <a:gd name="T78" fmla="*/ 14600 w 1137"/>
                  <a:gd name="T79" fmla="*/ 717 h 537"/>
                  <a:gd name="T80" fmla="*/ 13808 w 1137"/>
                  <a:gd name="T81" fmla="*/ 320 h 537"/>
                  <a:gd name="T82" fmla="*/ 13070 w 1137"/>
                  <a:gd name="T83" fmla="*/ 136 h 537"/>
                  <a:gd name="T84" fmla="*/ 12320 w 1137"/>
                  <a:gd name="T85" fmla="*/ 192 h 5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37" h="537">
                    <a:moveTo>
                      <a:pt x="789" y="10"/>
                    </a:moveTo>
                    <a:cubicBezTo>
                      <a:pt x="766" y="17"/>
                      <a:pt x="742" y="27"/>
                      <a:pt x="724" y="41"/>
                    </a:cubicBezTo>
                    <a:cubicBezTo>
                      <a:pt x="693" y="65"/>
                      <a:pt x="673" y="93"/>
                      <a:pt x="650" y="97"/>
                    </a:cubicBezTo>
                    <a:cubicBezTo>
                      <a:pt x="621" y="103"/>
                      <a:pt x="628" y="79"/>
                      <a:pt x="569" y="79"/>
                    </a:cubicBezTo>
                    <a:cubicBezTo>
                      <a:pt x="568" y="79"/>
                      <a:pt x="568" y="79"/>
                      <a:pt x="568" y="79"/>
                    </a:cubicBezTo>
                    <a:cubicBezTo>
                      <a:pt x="509" y="79"/>
                      <a:pt x="530" y="102"/>
                      <a:pt x="502" y="96"/>
                    </a:cubicBezTo>
                    <a:cubicBezTo>
                      <a:pt x="465" y="91"/>
                      <a:pt x="408" y="29"/>
                      <a:pt x="348" y="10"/>
                    </a:cubicBezTo>
                    <a:cubicBezTo>
                      <a:pt x="340" y="5"/>
                      <a:pt x="329" y="5"/>
                      <a:pt x="325" y="6"/>
                    </a:cubicBezTo>
                    <a:cubicBezTo>
                      <a:pt x="321" y="2"/>
                      <a:pt x="309" y="0"/>
                      <a:pt x="299" y="7"/>
                    </a:cubicBezTo>
                    <a:cubicBezTo>
                      <a:pt x="295" y="5"/>
                      <a:pt x="288" y="7"/>
                      <a:pt x="280" y="14"/>
                    </a:cubicBezTo>
                    <a:cubicBezTo>
                      <a:pt x="277" y="11"/>
                      <a:pt x="263" y="11"/>
                      <a:pt x="253" y="17"/>
                    </a:cubicBezTo>
                    <a:cubicBezTo>
                      <a:pt x="249" y="15"/>
                      <a:pt x="232" y="15"/>
                      <a:pt x="226" y="25"/>
                    </a:cubicBezTo>
                    <a:cubicBezTo>
                      <a:pt x="222" y="22"/>
                      <a:pt x="207" y="29"/>
                      <a:pt x="202" y="38"/>
                    </a:cubicBezTo>
                    <a:cubicBezTo>
                      <a:pt x="200" y="35"/>
                      <a:pt x="183" y="44"/>
                      <a:pt x="184" y="53"/>
                    </a:cubicBezTo>
                    <a:cubicBezTo>
                      <a:pt x="180" y="52"/>
                      <a:pt x="168" y="60"/>
                      <a:pt x="168" y="69"/>
                    </a:cubicBezTo>
                    <a:cubicBezTo>
                      <a:pt x="161" y="69"/>
                      <a:pt x="158" y="73"/>
                      <a:pt x="155" y="82"/>
                    </a:cubicBezTo>
                    <a:cubicBezTo>
                      <a:pt x="150" y="81"/>
                      <a:pt x="139" y="89"/>
                      <a:pt x="141" y="97"/>
                    </a:cubicBezTo>
                    <a:cubicBezTo>
                      <a:pt x="141" y="97"/>
                      <a:pt x="126" y="104"/>
                      <a:pt x="125" y="117"/>
                    </a:cubicBezTo>
                    <a:cubicBezTo>
                      <a:pt x="123" y="117"/>
                      <a:pt x="105" y="126"/>
                      <a:pt x="104" y="137"/>
                    </a:cubicBezTo>
                    <a:cubicBezTo>
                      <a:pt x="89" y="141"/>
                      <a:pt x="82" y="150"/>
                      <a:pt x="81" y="160"/>
                    </a:cubicBezTo>
                    <a:cubicBezTo>
                      <a:pt x="66" y="166"/>
                      <a:pt x="57" y="174"/>
                      <a:pt x="59" y="180"/>
                    </a:cubicBezTo>
                    <a:cubicBezTo>
                      <a:pt x="45" y="185"/>
                      <a:pt x="35" y="200"/>
                      <a:pt x="36" y="207"/>
                    </a:cubicBezTo>
                    <a:cubicBezTo>
                      <a:pt x="23" y="214"/>
                      <a:pt x="12" y="216"/>
                      <a:pt x="14" y="234"/>
                    </a:cubicBezTo>
                    <a:cubicBezTo>
                      <a:pt x="0" y="240"/>
                      <a:pt x="11" y="264"/>
                      <a:pt x="17" y="271"/>
                    </a:cubicBezTo>
                    <a:cubicBezTo>
                      <a:pt x="10" y="281"/>
                      <a:pt x="20" y="294"/>
                      <a:pt x="26" y="300"/>
                    </a:cubicBezTo>
                    <a:cubicBezTo>
                      <a:pt x="18" y="311"/>
                      <a:pt x="35" y="333"/>
                      <a:pt x="43" y="336"/>
                    </a:cubicBezTo>
                    <a:cubicBezTo>
                      <a:pt x="38" y="348"/>
                      <a:pt x="73" y="385"/>
                      <a:pt x="82" y="385"/>
                    </a:cubicBezTo>
                    <a:cubicBezTo>
                      <a:pt x="82" y="399"/>
                      <a:pt x="125" y="428"/>
                      <a:pt x="133" y="427"/>
                    </a:cubicBezTo>
                    <a:cubicBezTo>
                      <a:pt x="138" y="440"/>
                      <a:pt x="150" y="445"/>
                      <a:pt x="159" y="449"/>
                    </a:cubicBezTo>
                    <a:cubicBezTo>
                      <a:pt x="167" y="454"/>
                      <a:pt x="176" y="456"/>
                      <a:pt x="185" y="460"/>
                    </a:cubicBezTo>
                    <a:cubicBezTo>
                      <a:pt x="188" y="461"/>
                      <a:pt x="192" y="464"/>
                      <a:pt x="194" y="465"/>
                    </a:cubicBezTo>
                    <a:cubicBezTo>
                      <a:pt x="199" y="468"/>
                      <a:pt x="201" y="472"/>
                      <a:pt x="206" y="475"/>
                    </a:cubicBezTo>
                    <a:cubicBezTo>
                      <a:pt x="213" y="478"/>
                      <a:pt x="219" y="479"/>
                      <a:pt x="226" y="483"/>
                    </a:cubicBezTo>
                    <a:cubicBezTo>
                      <a:pt x="229" y="484"/>
                      <a:pt x="232" y="488"/>
                      <a:pt x="236" y="489"/>
                    </a:cubicBezTo>
                    <a:cubicBezTo>
                      <a:pt x="239" y="490"/>
                      <a:pt x="243" y="489"/>
                      <a:pt x="246" y="490"/>
                    </a:cubicBezTo>
                    <a:cubicBezTo>
                      <a:pt x="258" y="496"/>
                      <a:pt x="268" y="503"/>
                      <a:pt x="280" y="508"/>
                    </a:cubicBezTo>
                    <a:cubicBezTo>
                      <a:pt x="288" y="511"/>
                      <a:pt x="297" y="512"/>
                      <a:pt x="304" y="515"/>
                    </a:cubicBezTo>
                    <a:cubicBezTo>
                      <a:pt x="314" y="519"/>
                      <a:pt x="321" y="523"/>
                      <a:pt x="329" y="526"/>
                    </a:cubicBezTo>
                    <a:cubicBezTo>
                      <a:pt x="336" y="528"/>
                      <a:pt x="344" y="528"/>
                      <a:pt x="351" y="530"/>
                    </a:cubicBezTo>
                    <a:cubicBezTo>
                      <a:pt x="365" y="533"/>
                      <a:pt x="377" y="537"/>
                      <a:pt x="390" y="537"/>
                    </a:cubicBezTo>
                    <a:cubicBezTo>
                      <a:pt x="401" y="537"/>
                      <a:pt x="412" y="534"/>
                      <a:pt x="422" y="533"/>
                    </a:cubicBezTo>
                    <a:cubicBezTo>
                      <a:pt x="444" y="530"/>
                      <a:pt x="464" y="525"/>
                      <a:pt x="484" y="514"/>
                    </a:cubicBezTo>
                    <a:cubicBezTo>
                      <a:pt x="487" y="511"/>
                      <a:pt x="491" y="508"/>
                      <a:pt x="494" y="505"/>
                    </a:cubicBezTo>
                    <a:cubicBezTo>
                      <a:pt x="530" y="481"/>
                      <a:pt x="519" y="462"/>
                      <a:pt x="537" y="463"/>
                    </a:cubicBezTo>
                    <a:cubicBezTo>
                      <a:pt x="550" y="464"/>
                      <a:pt x="548" y="475"/>
                      <a:pt x="568" y="475"/>
                    </a:cubicBezTo>
                    <a:cubicBezTo>
                      <a:pt x="569" y="475"/>
                      <a:pt x="569" y="475"/>
                      <a:pt x="569" y="475"/>
                    </a:cubicBezTo>
                    <a:cubicBezTo>
                      <a:pt x="589" y="475"/>
                      <a:pt x="587" y="464"/>
                      <a:pt x="600" y="463"/>
                    </a:cubicBezTo>
                    <a:cubicBezTo>
                      <a:pt x="618" y="462"/>
                      <a:pt x="607" y="481"/>
                      <a:pt x="643" y="505"/>
                    </a:cubicBezTo>
                    <a:cubicBezTo>
                      <a:pt x="646" y="508"/>
                      <a:pt x="650" y="511"/>
                      <a:pt x="653" y="514"/>
                    </a:cubicBezTo>
                    <a:cubicBezTo>
                      <a:pt x="673" y="525"/>
                      <a:pt x="693" y="530"/>
                      <a:pt x="715" y="533"/>
                    </a:cubicBezTo>
                    <a:cubicBezTo>
                      <a:pt x="725" y="534"/>
                      <a:pt x="736" y="537"/>
                      <a:pt x="747" y="537"/>
                    </a:cubicBezTo>
                    <a:cubicBezTo>
                      <a:pt x="760" y="537"/>
                      <a:pt x="772" y="533"/>
                      <a:pt x="786" y="530"/>
                    </a:cubicBezTo>
                    <a:cubicBezTo>
                      <a:pt x="793" y="528"/>
                      <a:pt x="801" y="528"/>
                      <a:pt x="808" y="526"/>
                    </a:cubicBezTo>
                    <a:cubicBezTo>
                      <a:pt x="816" y="523"/>
                      <a:pt x="823" y="519"/>
                      <a:pt x="833" y="515"/>
                    </a:cubicBezTo>
                    <a:cubicBezTo>
                      <a:pt x="840" y="512"/>
                      <a:pt x="849" y="511"/>
                      <a:pt x="857" y="508"/>
                    </a:cubicBezTo>
                    <a:cubicBezTo>
                      <a:pt x="868" y="503"/>
                      <a:pt x="879" y="496"/>
                      <a:pt x="891" y="490"/>
                    </a:cubicBezTo>
                    <a:cubicBezTo>
                      <a:pt x="894" y="489"/>
                      <a:pt x="898" y="490"/>
                      <a:pt x="901" y="489"/>
                    </a:cubicBezTo>
                    <a:cubicBezTo>
                      <a:pt x="905" y="488"/>
                      <a:pt x="908" y="484"/>
                      <a:pt x="911" y="483"/>
                    </a:cubicBezTo>
                    <a:cubicBezTo>
                      <a:pt x="918" y="479"/>
                      <a:pt x="924" y="478"/>
                      <a:pt x="931" y="475"/>
                    </a:cubicBezTo>
                    <a:cubicBezTo>
                      <a:pt x="935" y="472"/>
                      <a:pt x="938" y="468"/>
                      <a:pt x="942" y="465"/>
                    </a:cubicBezTo>
                    <a:cubicBezTo>
                      <a:pt x="945" y="464"/>
                      <a:pt x="949" y="461"/>
                      <a:pt x="952" y="460"/>
                    </a:cubicBezTo>
                    <a:cubicBezTo>
                      <a:pt x="961" y="456"/>
                      <a:pt x="970" y="454"/>
                      <a:pt x="978" y="449"/>
                    </a:cubicBezTo>
                    <a:cubicBezTo>
                      <a:pt x="978" y="448"/>
                      <a:pt x="978" y="448"/>
                      <a:pt x="978" y="448"/>
                    </a:cubicBezTo>
                    <a:cubicBezTo>
                      <a:pt x="986" y="445"/>
                      <a:pt x="999" y="439"/>
                      <a:pt x="1003" y="426"/>
                    </a:cubicBezTo>
                    <a:cubicBezTo>
                      <a:pt x="1011" y="427"/>
                      <a:pt x="1055" y="399"/>
                      <a:pt x="1055" y="385"/>
                    </a:cubicBezTo>
                    <a:cubicBezTo>
                      <a:pt x="1064" y="385"/>
                      <a:pt x="1098" y="348"/>
                      <a:pt x="1093" y="335"/>
                    </a:cubicBezTo>
                    <a:cubicBezTo>
                      <a:pt x="1101" y="332"/>
                      <a:pt x="1118" y="311"/>
                      <a:pt x="1110" y="299"/>
                    </a:cubicBezTo>
                    <a:cubicBezTo>
                      <a:pt x="1117" y="294"/>
                      <a:pt x="1126" y="281"/>
                      <a:pt x="1119" y="271"/>
                    </a:cubicBezTo>
                    <a:cubicBezTo>
                      <a:pt x="1125" y="263"/>
                      <a:pt x="1137" y="240"/>
                      <a:pt x="1122" y="233"/>
                    </a:cubicBezTo>
                    <a:cubicBezTo>
                      <a:pt x="1125" y="216"/>
                      <a:pt x="1114" y="214"/>
                      <a:pt x="1100" y="206"/>
                    </a:cubicBezTo>
                    <a:cubicBezTo>
                      <a:pt x="1101" y="199"/>
                      <a:pt x="1091" y="184"/>
                      <a:pt x="1077" y="179"/>
                    </a:cubicBezTo>
                    <a:cubicBezTo>
                      <a:pt x="1080" y="173"/>
                      <a:pt x="1070" y="165"/>
                      <a:pt x="1056" y="159"/>
                    </a:cubicBezTo>
                    <a:cubicBezTo>
                      <a:pt x="1055" y="150"/>
                      <a:pt x="1048" y="140"/>
                      <a:pt x="1032" y="136"/>
                    </a:cubicBezTo>
                    <a:cubicBezTo>
                      <a:pt x="1031" y="125"/>
                      <a:pt x="1014" y="116"/>
                      <a:pt x="1011" y="116"/>
                    </a:cubicBezTo>
                    <a:cubicBezTo>
                      <a:pt x="1012" y="117"/>
                      <a:pt x="1012" y="117"/>
                      <a:pt x="1012" y="117"/>
                    </a:cubicBezTo>
                    <a:cubicBezTo>
                      <a:pt x="1011" y="104"/>
                      <a:pt x="996" y="97"/>
                      <a:pt x="996" y="97"/>
                    </a:cubicBezTo>
                    <a:cubicBezTo>
                      <a:pt x="997" y="89"/>
                      <a:pt x="987" y="81"/>
                      <a:pt x="982" y="82"/>
                    </a:cubicBezTo>
                    <a:cubicBezTo>
                      <a:pt x="979" y="73"/>
                      <a:pt x="975" y="69"/>
                      <a:pt x="969" y="69"/>
                    </a:cubicBezTo>
                    <a:cubicBezTo>
                      <a:pt x="969" y="60"/>
                      <a:pt x="957" y="52"/>
                      <a:pt x="953" y="53"/>
                    </a:cubicBezTo>
                    <a:cubicBezTo>
                      <a:pt x="954" y="44"/>
                      <a:pt x="937" y="35"/>
                      <a:pt x="935" y="38"/>
                    </a:cubicBezTo>
                    <a:cubicBezTo>
                      <a:pt x="930" y="29"/>
                      <a:pt x="915" y="22"/>
                      <a:pt x="911" y="25"/>
                    </a:cubicBezTo>
                    <a:cubicBezTo>
                      <a:pt x="905" y="15"/>
                      <a:pt x="888" y="15"/>
                      <a:pt x="884" y="17"/>
                    </a:cubicBezTo>
                    <a:cubicBezTo>
                      <a:pt x="874" y="11"/>
                      <a:pt x="860" y="11"/>
                      <a:pt x="856" y="14"/>
                    </a:cubicBezTo>
                    <a:cubicBezTo>
                      <a:pt x="849" y="7"/>
                      <a:pt x="842" y="5"/>
                      <a:pt x="837" y="7"/>
                    </a:cubicBezTo>
                    <a:cubicBezTo>
                      <a:pt x="828" y="0"/>
                      <a:pt x="816" y="2"/>
                      <a:pt x="812" y="6"/>
                    </a:cubicBezTo>
                    <a:cubicBezTo>
                      <a:pt x="808" y="5"/>
                      <a:pt x="797" y="5"/>
                      <a:pt x="789" y="10"/>
                    </a:cubicBezTo>
                  </a:path>
                </a:pathLst>
              </a:custGeom>
              <a:solidFill>
                <a:srgbClr val="E6E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16" name="Freeform 6">
                <a:extLst>
                  <a:ext uri="{FF2B5EF4-FFF2-40B4-BE49-F238E27FC236}">
                    <a16:creationId xmlns:a16="http://schemas.microsoft.com/office/drawing/2014/main" id="{3F4FCAF5-9832-45E7-B171-54531CCE4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109"/>
                <a:ext cx="300" cy="318"/>
              </a:xfrm>
              <a:custGeom>
                <a:avLst/>
                <a:gdLst>
                  <a:gd name="T0" fmla="*/ 1770 w 120"/>
                  <a:gd name="T1" fmla="*/ 2178 h 119"/>
                  <a:gd name="T2" fmla="*/ 1863 w 120"/>
                  <a:gd name="T3" fmla="*/ 2271 h 119"/>
                  <a:gd name="T4" fmla="*/ 1520 w 120"/>
                  <a:gd name="T5" fmla="*/ 1814 h 119"/>
                  <a:gd name="T6" fmla="*/ 1158 w 120"/>
                  <a:gd name="T7" fmla="*/ 1299 h 119"/>
                  <a:gd name="T8" fmla="*/ 833 w 120"/>
                  <a:gd name="T9" fmla="*/ 914 h 119"/>
                  <a:gd name="T10" fmla="*/ 458 w 120"/>
                  <a:gd name="T11" fmla="*/ 478 h 119"/>
                  <a:gd name="T12" fmla="*/ 145 w 120"/>
                  <a:gd name="T13" fmla="*/ 94 h 119"/>
                  <a:gd name="T14" fmla="*/ 113 w 120"/>
                  <a:gd name="T15" fmla="*/ 0 h 119"/>
                  <a:gd name="T16" fmla="*/ 50 w 120"/>
                  <a:gd name="T17" fmla="*/ 77 h 119"/>
                  <a:gd name="T18" fmla="*/ 208 w 120"/>
                  <a:gd name="T19" fmla="*/ 457 h 119"/>
                  <a:gd name="T20" fmla="*/ 613 w 120"/>
                  <a:gd name="T21" fmla="*/ 1336 h 119"/>
                  <a:gd name="T22" fmla="*/ 833 w 120"/>
                  <a:gd name="T23" fmla="*/ 1734 h 119"/>
                  <a:gd name="T24" fmla="*/ 925 w 120"/>
                  <a:gd name="T25" fmla="*/ 1777 h 119"/>
                  <a:gd name="T26" fmla="*/ 1063 w 120"/>
                  <a:gd name="T27" fmla="*/ 1892 h 119"/>
                  <a:gd name="T28" fmla="*/ 1095 w 120"/>
                  <a:gd name="T29" fmla="*/ 1951 h 119"/>
                  <a:gd name="T30" fmla="*/ 1175 w 120"/>
                  <a:gd name="T31" fmla="*/ 1964 h 119"/>
                  <a:gd name="T32" fmla="*/ 1470 w 120"/>
                  <a:gd name="T33" fmla="*/ 2178 h 119"/>
                  <a:gd name="T34" fmla="*/ 1770 w 120"/>
                  <a:gd name="T35" fmla="*/ 2178 h 1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0" h="119">
                    <a:moveTo>
                      <a:pt x="113" y="114"/>
                    </a:moveTo>
                    <a:cubicBezTo>
                      <a:pt x="115" y="115"/>
                      <a:pt x="117" y="117"/>
                      <a:pt x="119" y="119"/>
                    </a:cubicBezTo>
                    <a:cubicBezTo>
                      <a:pt x="120" y="105"/>
                      <a:pt x="110" y="102"/>
                      <a:pt x="97" y="95"/>
                    </a:cubicBezTo>
                    <a:cubicBezTo>
                      <a:pt x="98" y="88"/>
                      <a:pt x="88" y="73"/>
                      <a:pt x="74" y="68"/>
                    </a:cubicBezTo>
                    <a:cubicBezTo>
                      <a:pt x="77" y="62"/>
                      <a:pt x="67" y="54"/>
                      <a:pt x="53" y="48"/>
                    </a:cubicBezTo>
                    <a:cubicBezTo>
                      <a:pt x="52" y="39"/>
                      <a:pt x="45" y="29"/>
                      <a:pt x="29" y="25"/>
                    </a:cubicBezTo>
                    <a:cubicBezTo>
                      <a:pt x="29" y="15"/>
                      <a:pt x="12" y="6"/>
                      <a:pt x="9" y="5"/>
                    </a:cubicBezTo>
                    <a:cubicBezTo>
                      <a:pt x="9" y="3"/>
                      <a:pt x="8" y="2"/>
                      <a:pt x="7" y="0"/>
                    </a:cubicBezTo>
                    <a:cubicBezTo>
                      <a:pt x="6" y="0"/>
                      <a:pt x="4" y="2"/>
                      <a:pt x="3" y="4"/>
                    </a:cubicBezTo>
                    <a:cubicBezTo>
                      <a:pt x="0" y="10"/>
                      <a:pt x="10" y="19"/>
                      <a:pt x="13" y="24"/>
                    </a:cubicBezTo>
                    <a:cubicBezTo>
                      <a:pt x="23" y="39"/>
                      <a:pt x="29" y="55"/>
                      <a:pt x="39" y="70"/>
                    </a:cubicBezTo>
                    <a:cubicBezTo>
                      <a:pt x="44" y="78"/>
                      <a:pt x="46" y="85"/>
                      <a:pt x="53" y="91"/>
                    </a:cubicBezTo>
                    <a:cubicBezTo>
                      <a:pt x="53" y="91"/>
                      <a:pt x="59" y="93"/>
                      <a:pt x="59" y="93"/>
                    </a:cubicBezTo>
                    <a:cubicBezTo>
                      <a:pt x="62" y="95"/>
                      <a:pt x="66" y="97"/>
                      <a:pt x="68" y="99"/>
                    </a:cubicBezTo>
                    <a:cubicBezTo>
                      <a:pt x="69" y="100"/>
                      <a:pt x="69" y="102"/>
                      <a:pt x="70" y="102"/>
                    </a:cubicBezTo>
                    <a:cubicBezTo>
                      <a:pt x="71" y="103"/>
                      <a:pt x="74" y="103"/>
                      <a:pt x="75" y="103"/>
                    </a:cubicBezTo>
                    <a:cubicBezTo>
                      <a:pt x="83" y="106"/>
                      <a:pt x="86" y="114"/>
                      <a:pt x="94" y="114"/>
                    </a:cubicBezTo>
                    <a:cubicBezTo>
                      <a:pt x="100" y="113"/>
                      <a:pt x="106" y="113"/>
                      <a:pt x="113" y="114"/>
                    </a:cubicBezTo>
                    <a:close/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17" name="Freeform 7">
                <a:extLst>
                  <a:ext uri="{FF2B5EF4-FFF2-40B4-BE49-F238E27FC236}">
                    <a16:creationId xmlns:a16="http://schemas.microsoft.com/office/drawing/2014/main" id="{DD1510AA-53F6-4102-B429-56EA706A9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064"/>
                <a:ext cx="282" cy="952"/>
              </a:xfrm>
              <a:custGeom>
                <a:avLst/>
                <a:gdLst>
                  <a:gd name="T0" fmla="*/ 125 w 113"/>
                  <a:gd name="T1" fmla="*/ 264 h 357"/>
                  <a:gd name="T2" fmla="*/ 280 w 113"/>
                  <a:gd name="T3" fmla="*/ 1195 h 357"/>
                  <a:gd name="T4" fmla="*/ 217 w 113"/>
                  <a:gd name="T5" fmla="*/ 2275 h 357"/>
                  <a:gd name="T6" fmla="*/ 262 w 113"/>
                  <a:gd name="T7" fmla="*/ 4893 h 357"/>
                  <a:gd name="T8" fmla="*/ 200 w 113"/>
                  <a:gd name="T9" fmla="*/ 6008 h 357"/>
                  <a:gd name="T10" fmla="*/ 125 w 113"/>
                  <a:gd name="T11" fmla="*/ 6656 h 357"/>
                  <a:gd name="T12" fmla="*/ 666 w 113"/>
                  <a:gd name="T13" fmla="*/ 6600 h 357"/>
                  <a:gd name="T14" fmla="*/ 1757 w 113"/>
                  <a:gd name="T15" fmla="*/ 6464 h 357"/>
                  <a:gd name="T16" fmla="*/ 946 w 113"/>
                  <a:gd name="T17" fmla="*/ 5213 h 357"/>
                  <a:gd name="T18" fmla="*/ 1153 w 113"/>
                  <a:gd name="T19" fmla="*/ 2653 h 357"/>
                  <a:gd name="T20" fmla="*/ 1320 w 113"/>
                  <a:gd name="T21" fmla="*/ 1045 h 357"/>
                  <a:gd name="T22" fmla="*/ 1495 w 113"/>
                  <a:gd name="T23" fmla="*/ 0 h 357"/>
                  <a:gd name="T24" fmla="*/ 1133 w 113"/>
                  <a:gd name="T25" fmla="*/ 264 h 357"/>
                  <a:gd name="T26" fmla="*/ 437 w 113"/>
                  <a:gd name="T27" fmla="*/ 307 h 35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357">
                    <a:moveTo>
                      <a:pt x="8" y="14"/>
                    </a:moveTo>
                    <a:cubicBezTo>
                      <a:pt x="9" y="31"/>
                      <a:pt x="21" y="45"/>
                      <a:pt x="18" y="63"/>
                    </a:cubicBezTo>
                    <a:cubicBezTo>
                      <a:pt x="16" y="82"/>
                      <a:pt x="13" y="100"/>
                      <a:pt x="14" y="120"/>
                    </a:cubicBezTo>
                    <a:cubicBezTo>
                      <a:pt x="16" y="165"/>
                      <a:pt x="20" y="212"/>
                      <a:pt x="17" y="258"/>
                    </a:cubicBezTo>
                    <a:cubicBezTo>
                      <a:pt x="16" y="278"/>
                      <a:pt x="15" y="297"/>
                      <a:pt x="13" y="317"/>
                    </a:cubicBezTo>
                    <a:cubicBezTo>
                      <a:pt x="12" y="325"/>
                      <a:pt x="0" y="345"/>
                      <a:pt x="8" y="351"/>
                    </a:cubicBezTo>
                    <a:cubicBezTo>
                      <a:pt x="15" y="357"/>
                      <a:pt x="35" y="349"/>
                      <a:pt x="43" y="348"/>
                    </a:cubicBezTo>
                    <a:cubicBezTo>
                      <a:pt x="66" y="344"/>
                      <a:pt x="89" y="341"/>
                      <a:pt x="113" y="341"/>
                    </a:cubicBezTo>
                    <a:cubicBezTo>
                      <a:pt x="82" y="345"/>
                      <a:pt x="63" y="296"/>
                      <a:pt x="61" y="275"/>
                    </a:cubicBezTo>
                    <a:cubicBezTo>
                      <a:pt x="57" y="232"/>
                      <a:pt x="69" y="183"/>
                      <a:pt x="74" y="140"/>
                    </a:cubicBezTo>
                    <a:cubicBezTo>
                      <a:pt x="76" y="111"/>
                      <a:pt x="77" y="84"/>
                      <a:pt x="85" y="55"/>
                    </a:cubicBezTo>
                    <a:cubicBezTo>
                      <a:pt x="91" y="36"/>
                      <a:pt x="97" y="21"/>
                      <a:pt x="96" y="0"/>
                    </a:cubicBezTo>
                    <a:cubicBezTo>
                      <a:pt x="88" y="4"/>
                      <a:pt x="81" y="11"/>
                      <a:pt x="73" y="14"/>
                    </a:cubicBezTo>
                    <a:cubicBezTo>
                      <a:pt x="59" y="19"/>
                      <a:pt x="43" y="15"/>
                      <a:pt x="28" y="1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18" name="Freeform 8">
                <a:extLst>
                  <a:ext uri="{FF2B5EF4-FFF2-40B4-BE49-F238E27FC236}">
                    <a16:creationId xmlns:a16="http://schemas.microsoft.com/office/drawing/2014/main" id="{E6FF2C2A-FB5B-4CBE-B09A-F08441EBF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853"/>
                <a:ext cx="1070" cy="374"/>
              </a:xfrm>
              <a:custGeom>
                <a:avLst/>
                <a:gdLst>
                  <a:gd name="T0" fmla="*/ 6688 w 428"/>
                  <a:gd name="T1" fmla="*/ 0 h 140"/>
                  <a:gd name="T2" fmla="*/ 5908 w 428"/>
                  <a:gd name="T3" fmla="*/ 671 h 140"/>
                  <a:gd name="T4" fmla="*/ 5188 w 428"/>
                  <a:gd name="T5" fmla="*/ 1199 h 140"/>
                  <a:gd name="T6" fmla="*/ 4645 w 428"/>
                  <a:gd name="T7" fmla="*/ 1584 h 140"/>
                  <a:gd name="T8" fmla="*/ 4125 w 428"/>
                  <a:gd name="T9" fmla="*/ 1870 h 140"/>
                  <a:gd name="T10" fmla="*/ 3583 w 428"/>
                  <a:gd name="T11" fmla="*/ 2177 h 140"/>
                  <a:gd name="T12" fmla="*/ 3033 w 428"/>
                  <a:gd name="T13" fmla="*/ 2404 h 140"/>
                  <a:gd name="T14" fmla="*/ 2438 w 428"/>
                  <a:gd name="T15" fmla="*/ 2575 h 140"/>
                  <a:gd name="T16" fmla="*/ 1738 w 428"/>
                  <a:gd name="T17" fmla="*/ 2669 h 140"/>
                  <a:gd name="T18" fmla="*/ 988 w 428"/>
                  <a:gd name="T19" fmla="*/ 2463 h 140"/>
                  <a:gd name="T20" fmla="*/ 300 w 428"/>
                  <a:gd name="T21" fmla="*/ 2062 h 140"/>
                  <a:gd name="T22" fmla="*/ 113 w 428"/>
                  <a:gd name="T23" fmla="*/ 1827 h 140"/>
                  <a:gd name="T24" fmla="*/ 0 w 428"/>
                  <a:gd name="T25" fmla="*/ 1541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8" h="140">
                    <a:moveTo>
                      <a:pt x="428" y="0"/>
                    </a:moveTo>
                    <a:cubicBezTo>
                      <a:pt x="416" y="15"/>
                      <a:pt x="401" y="29"/>
                      <a:pt x="378" y="35"/>
                    </a:cubicBezTo>
                    <a:cubicBezTo>
                      <a:pt x="363" y="39"/>
                      <a:pt x="346" y="56"/>
                      <a:pt x="332" y="63"/>
                    </a:cubicBezTo>
                    <a:cubicBezTo>
                      <a:pt x="319" y="70"/>
                      <a:pt x="309" y="76"/>
                      <a:pt x="297" y="83"/>
                    </a:cubicBezTo>
                    <a:cubicBezTo>
                      <a:pt x="286" y="90"/>
                      <a:pt x="276" y="93"/>
                      <a:pt x="264" y="98"/>
                    </a:cubicBezTo>
                    <a:cubicBezTo>
                      <a:pt x="252" y="102"/>
                      <a:pt x="242" y="109"/>
                      <a:pt x="229" y="114"/>
                    </a:cubicBezTo>
                    <a:cubicBezTo>
                      <a:pt x="218" y="119"/>
                      <a:pt x="206" y="120"/>
                      <a:pt x="194" y="126"/>
                    </a:cubicBezTo>
                    <a:cubicBezTo>
                      <a:pt x="181" y="131"/>
                      <a:pt x="171" y="134"/>
                      <a:pt x="156" y="135"/>
                    </a:cubicBezTo>
                    <a:cubicBezTo>
                      <a:pt x="141" y="137"/>
                      <a:pt x="127" y="140"/>
                      <a:pt x="111" y="140"/>
                    </a:cubicBezTo>
                    <a:cubicBezTo>
                      <a:pt x="93" y="140"/>
                      <a:pt x="79" y="134"/>
                      <a:pt x="63" y="129"/>
                    </a:cubicBezTo>
                    <a:cubicBezTo>
                      <a:pt x="48" y="124"/>
                      <a:pt x="32" y="118"/>
                      <a:pt x="19" y="108"/>
                    </a:cubicBezTo>
                    <a:cubicBezTo>
                      <a:pt x="14" y="104"/>
                      <a:pt x="10" y="101"/>
                      <a:pt x="7" y="96"/>
                    </a:cubicBezTo>
                    <a:cubicBezTo>
                      <a:pt x="4" y="91"/>
                      <a:pt x="3" y="83"/>
                      <a:pt x="0" y="81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19" name="Freeform 9">
                <a:extLst>
                  <a:ext uri="{FF2B5EF4-FFF2-40B4-BE49-F238E27FC236}">
                    <a16:creationId xmlns:a16="http://schemas.microsoft.com/office/drawing/2014/main" id="{6732CAF9-B0D9-4A05-8C88-2D9290664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888"/>
                <a:ext cx="947" cy="293"/>
              </a:xfrm>
              <a:custGeom>
                <a:avLst/>
                <a:gdLst>
                  <a:gd name="T0" fmla="*/ 0 w 379"/>
                  <a:gd name="T1" fmla="*/ 1191 h 110"/>
                  <a:gd name="T2" fmla="*/ 842 w 379"/>
                  <a:gd name="T3" fmla="*/ 1044 h 110"/>
                  <a:gd name="T4" fmla="*/ 1792 w 379"/>
                  <a:gd name="T5" fmla="*/ 943 h 110"/>
                  <a:gd name="T6" fmla="*/ 1312 w 379"/>
                  <a:gd name="T7" fmla="*/ 1377 h 110"/>
                  <a:gd name="T8" fmla="*/ 1792 w 379"/>
                  <a:gd name="T9" fmla="*/ 1944 h 110"/>
                  <a:gd name="T10" fmla="*/ 3258 w 379"/>
                  <a:gd name="T11" fmla="*/ 1830 h 110"/>
                  <a:gd name="T12" fmla="*/ 3978 w 379"/>
                  <a:gd name="T13" fmla="*/ 1361 h 110"/>
                  <a:gd name="T14" fmla="*/ 5120 w 379"/>
                  <a:gd name="T15" fmla="*/ 759 h 110"/>
                  <a:gd name="T16" fmla="*/ 5432 w 379"/>
                  <a:gd name="T17" fmla="*/ 320 h 110"/>
                  <a:gd name="T18" fmla="*/ 5912 w 379"/>
                  <a:gd name="T19" fmla="*/ 0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9" h="110">
                    <a:moveTo>
                      <a:pt x="0" y="63"/>
                    </a:moveTo>
                    <a:cubicBezTo>
                      <a:pt x="17" y="54"/>
                      <a:pt x="35" y="56"/>
                      <a:pt x="54" y="55"/>
                    </a:cubicBezTo>
                    <a:cubicBezTo>
                      <a:pt x="74" y="53"/>
                      <a:pt x="95" y="52"/>
                      <a:pt x="115" y="50"/>
                    </a:cubicBezTo>
                    <a:cubicBezTo>
                      <a:pt x="102" y="53"/>
                      <a:pt x="87" y="60"/>
                      <a:pt x="84" y="73"/>
                    </a:cubicBezTo>
                    <a:cubicBezTo>
                      <a:pt x="80" y="92"/>
                      <a:pt x="98" y="99"/>
                      <a:pt x="115" y="103"/>
                    </a:cubicBezTo>
                    <a:cubicBezTo>
                      <a:pt x="145" y="110"/>
                      <a:pt x="180" y="106"/>
                      <a:pt x="209" y="97"/>
                    </a:cubicBezTo>
                    <a:cubicBezTo>
                      <a:pt x="227" y="91"/>
                      <a:pt x="238" y="79"/>
                      <a:pt x="255" y="72"/>
                    </a:cubicBezTo>
                    <a:cubicBezTo>
                      <a:pt x="279" y="63"/>
                      <a:pt x="308" y="56"/>
                      <a:pt x="328" y="40"/>
                    </a:cubicBezTo>
                    <a:cubicBezTo>
                      <a:pt x="336" y="34"/>
                      <a:pt x="341" y="24"/>
                      <a:pt x="348" y="17"/>
                    </a:cubicBezTo>
                    <a:cubicBezTo>
                      <a:pt x="357" y="9"/>
                      <a:pt x="369" y="6"/>
                      <a:pt x="379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20" name="Freeform 10">
                <a:extLst>
                  <a:ext uri="{FF2B5EF4-FFF2-40B4-BE49-F238E27FC236}">
                    <a16:creationId xmlns:a16="http://schemas.microsoft.com/office/drawing/2014/main" id="{08129644-4AF0-4223-9A60-A26D1225A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987"/>
                <a:ext cx="433" cy="77"/>
              </a:xfrm>
              <a:custGeom>
                <a:avLst/>
                <a:gdLst>
                  <a:gd name="T0" fmla="*/ 83 w 173"/>
                  <a:gd name="T1" fmla="*/ 451 h 29"/>
                  <a:gd name="T2" fmla="*/ 738 w 173"/>
                  <a:gd name="T3" fmla="*/ 260 h 29"/>
                  <a:gd name="T4" fmla="*/ 1347 w 173"/>
                  <a:gd name="T5" fmla="*/ 170 h 29"/>
                  <a:gd name="T6" fmla="*/ 2713 w 173"/>
                  <a:gd name="T7" fmla="*/ 35 h 29"/>
                  <a:gd name="T8" fmla="*/ 1492 w 173"/>
                  <a:gd name="T9" fmla="*/ 353 h 29"/>
                  <a:gd name="T10" fmla="*/ 989 w 173"/>
                  <a:gd name="T11" fmla="*/ 451 h 29"/>
                  <a:gd name="T12" fmla="*/ 521 w 173"/>
                  <a:gd name="T13" fmla="*/ 520 h 29"/>
                  <a:gd name="T14" fmla="*/ 188 w 173"/>
                  <a:gd name="T15" fmla="*/ 465 h 29"/>
                  <a:gd name="T16" fmla="*/ 0 w 173"/>
                  <a:gd name="T17" fmla="*/ 46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3" h="29">
                    <a:moveTo>
                      <a:pt x="5" y="24"/>
                    </a:moveTo>
                    <a:cubicBezTo>
                      <a:pt x="11" y="16"/>
                      <a:pt x="37" y="16"/>
                      <a:pt x="47" y="14"/>
                    </a:cubicBezTo>
                    <a:cubicBezTo>
                      <a:pt x="60" y="11"/>
                      <a:pt x="73" y="11"/>
                      <a:pt x="86" y="9"/>
                    </a:cubicBezTo>
                    <a:cubicBezTo>
                      <a:pt x="112" y="7"/>
                      <a:pt x="147" y="0"/>
                      <a:pt x="173" y="2"/>
                    </a:cubicBezTo>
                    <a:cubicBezTo>
                      <a:pt x="150" y="9"/>
                      <a:pt x="118" y="14"/>
                      <a:pt x="95" y="19"/>
                    </a:cubicBezTo>
                    <a:cubicBezTo>
                      <a:pt x="84" y="22"/>
                      <a:pt x="73" y="22"/>
                      <a:pt x="63" y="24"/>
                    </a:cubicBezTo>
                    <a:cubicBezTo>
                      <a:pt x="53" y="25"/>
                      <a:pt x="43" y="29"/>
                      <a:pt x="33" y="28"/>
                    </a:cubicBezTo>
                    <a:cubicBezTo>
                      <a:pt x="26" y="28"/>
                      <a:pt x="20" y="25"/>
                      <a:pt x="12" y="25"/>
                    </a:cubicBezTo>
                    <a:cubicBezTo>
                      <a:pt x="7" y="25"/>
                      <a:pt x="3" y="26"/>
                      <a:pt x="0" y="25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21" name="Freeform 11">
                <a:extLst>
                  <a:ext uri="{FF2B5EF4-FFF2-40B4-BE49-F238E27FC236}">
                    <a16:creationId xmlns:a16="http://schemas.microsoft.com/office/drawing/2014/main" id="{C2993866-26D9-4AF1-ACEB-03D6FC058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843"/>
                <a:ext cx="553" cy="544"/>
              </a:xfrm>
              <a:custGeom>
                <a:avLst/>
                <a:gdLst>
                  <a:gd name="T0" fmla="*/ 3275 w 221"/>
                  <a:gd name="T1" fmla="*/ 3755 h 204"/>
                  <a:gd name="T2" fmla="*/ 3351 w 221"/>
                  <a:gd name="T3" fmla="*/ 3869 h 204"/>
                  <a:gd name="T4" fmla="*/ 3431 w 221"/>
                  <a:gd name="T5" fmla="*/ 3549 h 204"/>
                  <a:gd name="T6" fmla="*/ 3118 w 221"/>
                  <a:gd name="T7" fmla="*/ 3605 h 204"/>
                  <a:gd name="T8" fmla="*/ 3025 w 221"/>
                  <a:gd name="T9" fmla="*/ 3243 h 204"/>
                  <a:gd name="T10" fmla="*/ 2850 w 221"/>
                  <a:gd name="T11" fmla="*/ 2824 h 204"/>
                  <a:gd name="T12" fmla="*/ 2647 w 221"/>
                  <a:gd name="T13" fmla="*/ 2411 h 204"/>
                  <a:gd name="T14" fmla="*/ 2397 w 221"/>
                  <a:gd name="T15" fmla="*/ 2013 h 204"/>
                  <a:gd name="T16" fmla="*/ 2147 w 221"/>
                  <a:gd name="T17" fmla="*/ 1629 h 204"/>
                  <a:gd name="T18" fmla="*/ 1929 w 221"/>
                  <a:gd name="T19" fmla="*/ 1344 h 204"/>
                  <a:gd name="T20" fmla="*/ 1722 w 221"/>
                  <a:gd name="T21" fmla="*/ 1101 h 204"/>
                  <a:gd name="T22" fmla="*/ 1471 w 221"/>
                  <a:gd name="T23" fmla="*/ 797 h 204"/>
                  <a:gd name="T24" fmla="*/ 1189 w 221"/>
                  <a:gd name="T25" fmla="*/ 512 h 204"/>
                  <a:gd name="T26" fmla="*/ 813 w 221"/>
                  <a:gd name="T27" fmla="*/ 264 h 204"/>
                  <a:gd name="T28" fmla="*/ 395 w 221"/>
                  <a:gd name="T29" fmla="*/ 115 h 204"/>
                  <a:gd name="T30" fmla="*/ 0 w 221"/>
                  <a:gd name="T31" fmla="*/ 21 h 204"/>
                  <a:gd name="T32" fmla="*/ 33 w 221"/>
                  <a:gd name="T33" fmla="*/ 93 h 204"/>
                  <a:gd name="T34" fmla="*/ 438 w 221"/>
                  <a:gd name="T35" fmla="*/ 512 h 204"/>
                  <a:gd name="T36" fmla="*/ 613 w 221"/>
                  <a:gd name="T37" fmla="*/ 717 h 204"/>
                  <a:gd name="T38" fmla="*/ 771 w 221"/>
                  <a:gd name="T39" fmla="*/ 909 h 204"/>
                  <a:gd name="T40" fmla="*/ 896 w 221"/>
                  <a:gd name="T41" fmla="*/ 1080 h 204"/>
                  <a:gd name="T42" fmla="*/ 1063 w 221"/>
                  <a:gd name="T43" fmla="*/ 1251 h 204"/>
                  <a:gd name="T44" fmla="*/ 1346 w 221"/>
                  <a:gd name="T45" fmla="*/ 1629 h 204"/>
                  <a:gd name="T46" fmla="*/ 1616 w 221"/>
                  <a:gd name="T47" fmla="*/ 1856 h 204"/>
                  <a:gd name="T48" fmla="*/ 1772 w 221"/>
                  <a:gd name="T49" fmla="*/ 1992 h 204"/>
                  <a:gd name="T50" fmla="*/ 1817 w 221"/>
                  <a:gd name="T51" fmla="*/ 2141 h 204"/>
                  <a:gd name="T52" fmla="*/ 2272 w 221"/>
                  <a:gd name="T53" fmla="*/ 2581 h 204"/>
                  <a:gd name="T54" fmla="*/ 2367 w 221"/>
                  <a:gd name="T55" fmla="*/ 2824 h 204"/>
                  <a:gd name="T56" fmla="*/ 2472 w 221"/>
                  <a:gd name="T57" fmla="*/ 2957 h 204"/>
                  <a:gd name="T58" fmla="*/ 2567 w 221"/>
                  <a:gd name="T59" fmla="*/ 3093 h 204"/>
                  <a:gd name="T60" fmla="*/ 2722 w 221"/>
                  <a:gd name="T61" fmla="*/ 3357 h 204"/>
                  <a:gd name="T62" fmla="*/ 2722 w 221"/>
                  <a:gd name="T63" fmla="*/ 3413 h 204"/>
                  <a:gd name="T64" fmla="*/ 2805 w 221"/>
                  <a:gd name="T65" fmla="*/ 3435 h 204"/>
                  <a:gd name="T66" fmla="*/ 2993 w 221"/>
                  <a:gd name="T67" fmla="*/ 3549 h 204"/>
                  <a:gd name="T68" fmla="*/ 3150 w 221"/>
                  <a:gd name="T69" fmla="*/ 3699 h 204"/>
                  <a:gd name="T70" fmla="*/ 3275 w 221"/>
                  <a:gd name="T71" fmla="*/ 3755 h 2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21" h="204">
                    <a:moveTo>
                      <a:pt x="209" y="198"/>
                    </a:moveTo>
                    <a:cubicBezTo>
                      <a:pt x="212" y="200"/>
                      <a:pt x="212" y="201"/>
                      <a:pt x="214" y="204"/>
                    </a:cubicBezTo>
                    <a:cubicBezTo>
                      <a:pt x="213" y="199"/>
                      <a:pt x="221" y="188"/>
                      <a:pt x="219" y="187"/>
                    </a:cubicBezTo>
                    <a:cubicBezTo>
                      <a:pt x="219" y="178"/>
                      <a:pt x="202" y="193"/>
                      <a:pt x="199" y="190"/>
                    </a:cubicBezTo>
                    <a:cubicBezTo>
                      <a:pt x="202" y="185"/>
                      <a:pt x="196" y="174"/>
                      <a:pt x="193" y="171"/>
                    </a:cubicBezTo>
                    <a:cubicBezTo>
                      <a:pt x="194" y="164"/>
                      <a:pt x="188" y="151"/>
                      <a:pt x="182" y="149"/>
                    </a:cubicBezTo>
                    <a:cubicBezTo>
                      <a:pt x="184" y="142"/>
                      <a:pt x="173" y="129"/>
                      <a:pt x="169" y="127"/>
                    </a:cubicBezTo>
                    <a:cubicBezTo>
                      <a:pt x="171" y="120"/>
                      <a:pt x="155" y="106"/>
                      <a:pt x="153" y="106"/>
                    </a:cubicBezTo>
                    <a:cubicBezTo>
                      <a:pt x="152" y="93"/>
                      <a:pt x="137" y="86"/>
                      <a:pt x="137" y="86"/>
                    </a:cubicBezTo>
                    <a:cubicBezTo>
                      <a:pt x="138" y="78"/>
                      <a:pt x="128" y="70"/>
                      <a:pt x="123" y="71"/>
                    </a:cubicBezTo>
                    <a:cubicBezTo>
                      <a:pt x="120" y="62"/>
                      <a:pt x="116" y="58"/>
                      <a:pt x="110" y="58"/>
                    </a:cubicBezTo>
                    <a:cubicBezTo>
                      <a:pt x="110" y="49"/>
                      <a:pt x="98" y="41"/>
                      <a:pt x="94" y="42"/>
                    </a:cubicBezTo>
                    <a:cubicBezTo>
                      <a:pt x="95" y="33"/>
                      <a:pt x="78" y="24"/>
                      <a:pt x="76" y="27"/>
                    </a:cubicBezTo>
                    <a:cubicBezTo>
                      <a:pt x="71" y="18"/>
                      <a:pt x="56" y="11"/>
                      <a:pt x="52" y="14"/>
                    </a:cubicBezTo>
                    <a:cubicBezTo>
                      <a:pt x="46" y="4"/>
                      <a:pt x="29" y="4"/>
                      <a:pt x="25" y="6"/>
                    </a:cubicBezTo>
                    <a:cubicBezTo>
                      <a:pt x="17" y="1"/>
                      <a:pt x="6" y="0"/>
                      <a:pt x="0" y="1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0" y="13"/>
                      <a:pt x="18" y="20"/>
                      <a:pt x="28" y="27"/>
                    </a:cubicBezTo>
                    <a:cubicBezTo>
                      <a:pt x="32" y="30"/>
                      <a:pt x="35" y="34"/>
                      <a:pt x="39" y="38"/>
                    </a:cubicBezTo>
                    <a:cubicBezTo>
                      <a:pt x="42" y="42"/>
                      <a:pt x="46" y="44"/>
                      <a:pt x="49" y="48"/>
                    </a:cubicBezTo>
                    <a:cubicBezTo>
                      <a:pt x="53" y="52"/>
                      <a:pt x="52" y="54"/>
                      <a:pt x="57" y="57"/>
                    </a:cubicBezTo>
                    <a:cubicBezTo>
                      <a:pt x="61" y="60"/>
                      <a:pt x="65" y="63"/>
                      <a:pt x="68" y="66"/>
                    </a:cubicBezTo>
                    <a:cubicBezTo>
                      <a:pt x="75" y="72"/>
                      <a:pt x="84" y="77"/>
                      <a:pt x="86" y="86"/>
                    </a:cubicBezTo>
                    <a:cubicBezTo>
                      <a:pt x="96" y="88"/>
                      <a:pt x="97" y="93"/>
                      <a:pt x="103" y="98"/>
                    </a:cubicBezTo>
                    <a:cubicBezTo>
                      <a:pt x="106" y="100"/>
                      <a:pt x="110" y="101"/>
                      <a:pt x="113" y="105"/>
                    </a:cubicBezTo>
                    <a:cubicBezTo>
                      <a:pt x="114" y="107"/>
                      <a:pt x="115" y="111"/>
                      <a:pt x="116" y="113"/>
                    </a:cubicBezTo>
                    <a:cubicBezTo>
                      <a:pt x="122" y="122"/>
                      <a:pt x="137" y="128"/>
                      <a:pt x="145" y="136"/>
                    </a:cubicBezTo>
                    <a:cubicBezTo>
                      <a:pt x="149" y="140"/>
                      <a:pt x="147" y="146"/>
                      <a:pt x="151" y="149"/>
                    </a:cubicBezTo>
                    <a:cubicBezTo>
                      <a:pt x="153" y="152"/>
                      <a:pt x="156" y="152"/>
                      <a:pt x="158" y="156"/>
                    </a:cubicBezTo>
                    <a:cubicBezTo>
                      <a:pt x="160" y="159"/>
                      <a:pt x="161" y="161"/>
                      <a:pt x="164" y="163"/>
                    </a:cubicBezTo>
                    <a:cubicBezTo>
                      <a:pt x="168" y="168"/>
                      <a:pt x="171" y="171"/>
                      <a:pt x="174" y="177"/>
                    </a:cubicBezTo>
                    <a:cubicBezTo>
                      <a:pt x="174" y="178"/>
                      <a:pt x="173" y="181"/>
                      <a:pt x="174" y="180"/>
                    </a:cubicBezTo>
                    <a:cubicBezTo>
                      <a:pt x="175" y="179"/>
                      <a:pt x="178" y="180"/>
                      <a:pt x="179" y="181"/>
                    </a:cubicBezTo>
                    <a:cubicBezTo>
                      <a:pt x="181" y="183"/>
                      <a:pt x="188" y="182"/>
                      <a:pt x="191" y="187"/>
                    </a:cubicBezTo>
                    <a:cubicBezTo>
                      <a:pt x="194" y="194"/>
                      <a:pt x="197" y="189"/>
                      <a:pt x="201" y="195"/>
                    </a:cubicBezTo>
                    <a:cubicBezTo>
                      <a:pt x="202" y="198"/>
                      <a:pt x="207" y="195"/>
                      <a:pt x="209" y="198"/>
                    </a:cubicBezTo>
                    <a:close/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22" name="Freeform 12">
                <a:extLst>
                  <a:ext uri="{FF2B5EF4-FFF2-40B4-BE49-F238E27FC236}">
                    <a16:creationId xmlns:a16="http://schemas.microsoft.com/office/drawing/2014/main" id="{2A61BE60-9A51-4A40-91DD-5ADC2DE2D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549"/>
                <a:ext cx="87" cy="102"/>
              </a:xfrm>
              <a:custGeom>
                <a:avLst/>
                <a:gdLst>
                  <a:gd name="T0" fmla="*/ 291 w 35"/>
                  <a:gd name="T1" fmla="*/ 0 h 38"/>
                  <a:gd name="T2" fmla="*/ 0 w 35"/>
                  <a:gd name="T3" fmla="*/ 735 h 38"/>
                  <a:gd name="T4" fmla="*/ 308 w 35"/>
                  <a:gd name="T5" fmla="*/ 368 h 38"/>
                  <a:gd name="T6" fmla="*/ 537 w 35"/>
                  <a:gd name="T7" fmla="*/ 81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8">
                    <a:moveTo>
                      <a:pt x="19" y="0"/>
                    </a:moveTo>
                    <a:cubicBezTo>
                      <a:pt x="15" y="15"/>
                      <a:pt x="6" y="25"/>
                      <a:pt x="0" y="38"/>
                    </a:cubicBezTo>
                    <a:cubicBezTo>
                      <a:pt x="8" y="33"/>
                      <a:pt x="13" y="25"/>
                      <a:pt x="20" y="19"/>
                    </a:cubicBezTo>
                    <a:cubicBezTo>
                      <a:pt x="24" y="14"/>
                      <a:pt x="33" y="10"/>
                      <a:pt x="35" y="4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23" name="Freeform 13">
                <a:extLst>
                  <a:ext uri="{FF2B5EF4-FFF2-40B4-BE49-F238E27FC236}">
                    <a16:creationId xmlns:a16="http://schemas.microsoft.com/office/drawing/2014/main" id="{D0923885-4AA3-48BE-9C52-28FC6E1A2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611"/>
                <a:ext cx="78" cy="144"/>
              </a:xfrm>
              <a:custGeom>
                <a:avLst/>
                <a:gdLst>
                  <a:gd name="T0" fmla="*/ 221 w 31"/>
                  <a:gd name="T1" fmla="*/ 115 h 54"/>
                  <a:gd name="T2" fmla="*/ 126 w 31"/>
                  <a:gd name="T3" fmla="*/ 397 h 54"/>
                  <a:gd name="T4" fmla="*/ 0 w 31"/>
                  <a:gd name="T5" fmla="*/ 717 h 54"/>
                  <a:gd name="T6" fmla="*/ 113 w 31"/>
                  <a:gd name="T7" fmla="*/ 512 h 54"/>
                  <a:gd name="T8" fmla="*/ 221 w 31"/>
                  <a:gd name="T9" fmla="*/ 419 h 54"/>
                  <a:gd name="T10" fmla="*/ 221 w 31"/>
                  <a:gd name="T11" fmla="*/ 627 h 54"/>
                  <a:gd name="T12" fmla="*/ 176 w 31"/>
                  <a:gd name="T13" fmla="*/ 776 h 54"/>
                  <a:gd name="T14" fmla="*/ 33 w 31"/>
                  <a:gd name="T15" fmla="*/ 1024 h 54"/>
                  <a:gd name="T16" fmla="*/ 96 w 31"/>
                  <a:gd name="T17" fmla="*/ 947 h 54"/>
                  <a:gd name="T18" fmla="*/ 284 w 31"/>
                  <a:gd name="T19" fmla="*/ 776 h 54"/>
                  <a:gd name="T20" fmla="*/ 463 w 31"/>
                  <a:gd name="T21" fmla="*/ 376 h 54"/>
                  <a:gd name="T22" fmla="*/ 443 w 31"/>
                  <a:gd name="T23" fmla="*/ 0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54">
                    <a:moveTo>
                      <a:pt x="14" y="6"/>
                    </a:moveTo>
                    <a:cubicBezTo>
                      <a:pt x="12" y="11"/>
                      <a:pt x="11" y="16"/>
                      <a:pt x="8" y="21"/>
                    </a:cubicBezTo>
                    <a:cubicBezTo>
                      <a:pt x="5" y="26"/>
                      <a:pt x="3" y="32"/>
                      <a:pt x="0" y="38"/>
                    </a:cubicBezTo>
                    <a:cubicBezTo>
                      <a:pt x="3" y="34"/>
                      <a:pt x="4" y="30"/>
                      <a:pt x="7" y="27"/>
                    </a:cubicBezTo>
                    <a:cubicBezTo>
                      <a:pt x="8" y="26"/>
                      <a:pt x="12" y="21"/>
                      <a:pt x="14" y="22"/>
                    </a:cubicBezTo>
                    <a:cubicBezTo>
                      <a:pt x="17" y="22"/>
                      <a:pt x="15" y="31"/>
                      <a:pt x="14" y="33"/>
                    </a:cubicBezTo>
                    <a:cubicBezTo>
                      <a:pt x="14" y="36"/>
                      <a:pt x="13" y="39"/>
                      <a:pt x="11" y="41"/>
                    </a:cubicBezTo>
                    <a:cubicBezTo>
                      <a:pt x="8" y="45"/>
                      <a:pt x="5" y="50"/>
                      <a:pt x="2" y="54"/>
                    </a:cubicBezTo>
                    <a:cubicBezTo>
                      <a:pt x="4" y="53"/>
                      <a:pt x="5" y="51"/>
                      <a:pt x="6" y="50"/>
                    </a:cubicBezTo>
                    <a:cubicBezTo>
                      <a:pt x="10" y="47"/>
                      <a:pt x="14" y="44"/>
                      <a:pt x="18" y="41"/>
                    </a:cubicBezTo>
                    <a:cubicBezTo>
                      <a:pt x="24" y="36"/>
                      <a:pt x="27" y="27"/>
                      <a:pt x="29" y="20"/>
                    </a:cubicBezTo>
                    <a:cubicBezTo>
                      <a:pt x="31" y="13"/>
                      <a:pt x="30" y="7"/>
                      <a:pt x="28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24" name="Freeform 14">
                <a:extLst>
                  <a:ext uri="{FF2B5EF4-FFF2-40B4-BE49-F238E27FC236}">
                    <a16:creationId xmlns:a16="http://schemas.microsoft.com/office/drawing/2014/main" id="{1F968415-E8AB-4CF8-9E95-301FABEB4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1731"/>
                <a:ext cx="85" cy="69"/>
              </a:xfrm>
              <a:custGeom>
                <a:avLst/>
                <a:gdLst>
                  <a:gd name="T0" fmla="*/ 363 w 34"/>
                  <a:gd name="T1" fmla="*/ 0 h 26"/>
                  <a:gd name="T2" fmla="*/ 313 w 34"/>
                  <a:gd name="T3" fmla="*/ 93 h 26"/>
                  <a:gd name="T4" fmla="*/ 208 w 34"/>
                  <a:gd name="T5" fmla="*/ 281 h 26"/>
                  <a:gd name="T6" fmla="*/ 0 w 34"/>
                  <a:gd name="T7" fmla="*/ 486 h 26"/>
                  <a:gd name="T8" fmla="*/ 95 w 34"/>
                  <a:gd name="T9" fmla="*/ 430 h 26"/>
                  <a:gd name="T10" fmla="*/ 250 w 34"/>
                  <a:gd name="T11" fmla="*/ 353 h 26"/>
                  <a:gd name="T12" fmla="*/ 408 w 34"/>
                  <a:gd name="T13" fmla="*/ 226 h 26"/>
                  <a:gd name="T14" fmla="*/ 533 w 34"/>
                  <a:gd name="T15" fmla="*/ 77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26">
                    <a:moveTo>
                      <a:pt x="23" y="0"/>
                    </a:moveTo>
                    <a:cubicBezTo>
                      <a:pt x="21" y="0"/>
                      <a:pt x="20" y="4"/>
                      <a:pt x="20" y="5"/>
                    </a:cubicBezTo>
                    <a:cubicBezTo>
                      <a:pt x="18" y="9"/>
                      <a:pt x="15" y="12"/>
                      <a:pt x="13" y="15"/>
                    </a:cubicBezTo>
                    <a:cubicBezTo>
                      <a:pt x="9" y="20"/>
                      <a:pt x="6" y="23"/>
                      <a:pt x="0" y="26"/>
                    </a:cubicBezTo>
                    <a:cubicBezTo>
                      <a:pt x="2" y="25"/>
                      <a:pt x="4" y="24"/>
                      <a:pt x="6" y="23"/>
                    </a:cubicBezTo>
                    <a:cubicBezTo>
                      <a:pt x="10" y="22"/>
                      <a:pt x="12" y="20"/>
                      <a:pt x="16" y="19"/>
                    </a:cubicBezTo>
                    <a:cubicBezTo>
                      <a:pt x="21" y="17"/>
                      <a:pt x="23" y="15"/>
                      <a:pt x="26" y="12"/>
                    </a:cubicBezTo>
                    <a:cubicBezTo>
                      <a:pt x="29" y="9"/>
                      <a:pt x="31" y="6"/>
                      <a:pt x="34" y="4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25" name="Freeform 15">
                <a:extLst>
                  <a:ext uri="{FF2B5EF4-FFF2-40B4-BE49-F238E27FC236}">
                    <a16:creationId xmlns:a16="http://schemas.microsoft.com/office/drawing/2014/main" id="{9A91E86A-BE14-4322-BB25-646BDC0A6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779"/>
                <a:ext cx="70" cy="56"/>
              </a:xfrm>
              <a:custGeom>
                <a:avLst/>
                <a:gdLst>
                  <a:gd name="T0" fmla="*/ 313 w 28"/>
                  <a:gd name="T1" fmla="*/ 0 h 21"/>
                  <a:gd name="T2" fmla="*/ 158 w 28"/>
                  <a:gd name="T3" fmla="*/ 285 h 21"/>
                  <a:gd name="T4" fmla="*/ 0 w 28"/>
                  <a:gd name="T5" fmla="*/ 376 h 21"/>
                  <a:gd name="T6" fmla="*/ 238 w 28"/>
                  <a:gd name="T7" fmla="*/ 320 h 21"/>
                  <a:gd name="T8" fmla="*/ 333 w 28"/>
                  <a:gd name="T9" fmla="*/ 264 h 21"/>
                  <a:gd name="T10" fmla="*/ 438 w 28"/>
                  <a:gd name="T11" fmla="*/ 11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1">
                    <a:moveTo>
                      <a:pt x="20" y="0"/>
                    </a:moveTo>
                    <a:cubicBezTo>
                      <a:pt x="20" y="5"/>
                      <a:pt x="14" y="11"/>
                      <a:pt x="10" y="15"/>
                    </a:cubicBezTo>
                    <a:cubicBezTo>
                      <a:pt x="8" y="18"/>
                      <a:pt x="4" y="19"/>
                      <a:pt x="0" y="20"/>
                    </a:cubicBezTo>
                    <a:cubicBezTo>
                      <a:pt x="5" y="21"/>
                      <a:pt x="10" y="19"/>
                      <a:pt x="15" y="17"/>
                    </a:cubicBezTo>
                    <a:cubicBezTo>
                      <a:pt x="17" y="16"/>
                      <a:pt x="19" y="16"/>
                      <a:pt x="21" y="14"/>
                    </a:cubicBezTo>
                    <a:cubicBezTo>
                      <a:pt x="24" y="12"/>
                      <a:pt x="26" y="9"/>
                      <a:pt x="28" y="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26" name="Freeform 16">
                <a:extLst>
                  <a:ext uri="{FF2B5EF4-FFF2-40B4-BE49-F238E27FC236}">
                    <a16:creationId xmlns:a16="http://schemas.microsoft.com/office/drawing/2014/main" id="{F249B296-A8AA-441E-BE52-577011778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829"/>
                <a:ext cx="75" cy="54"/>
              </a:xfrm>
              <a:custGeom>
                <a:avLst/>
                <a:gdLst>
                  <a:gd name="T0" fmla="*/ 375 w 30"/>
                  <a:gd name="T1" fmla="*/ 0 h 20"/>
                  <a:gd name="T2" fmla="*/ 188 w 30"/>
                  <a:gd name="T3" fmla="*/ 278 h 20"/>
                  <a:gd name="T4" fmla="*/ 0 w 30"/>
                  <a:gd name="T5" fmla="*/ 394 h 20"/>
                  <a:gd name="T6" fmla="*/ 113 w 30"/>
                  <a:gd name="T7" fmla="*/ 373 h 20"/>
                  <a:gd name="T8" fmla="*/ 270 w 30"/>
                  <a:gd name="T9" fmla="*/ 313 h 20"/>
                  <a:gd name="T10" fmla="*/ 470 w 30"/>
                  <a:gd name="T11" fmla="*/ 159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0">
                    <a:moveTo>
                      <a:pt x="24" y="0"/>
                    </a:moveTo>
                    <a:cubicBezTo>
                      <a:pt x="20" y="6"/>
                      <a:pt x="17" y="10"/>
                      <a:pt x="12" y="14"/>
                    </a:cubicBezTo>
                    <a:cubicBezTo>
                      <a:pt x="8" y="17"/>
                      <a:pt x="4" y="19"/>
                      <a:pt x="0" y="20"/>
                    </a:cubicBezTo>
                    <a:cubicBezTo>
                      <a:pt x="2" y="20"/>
                      <a:pt x="5" y="20"/>
                      <a:pt x="7" y="19"/>
                    </a:cubicBezTo>
                    <a:cubicBezTo>
                      <a:pt x="10" y="18"/>
                      <a:pt x="14" y="17"/>
                      <a:pt x="17" y="16"/>
                    </a:cubicBezTo>
                    <a:cubicBezTo>
                      <a:pt x="22" y="14"/>
                      <a:pt x="27" y="12"/>
                      <a:pt x="30" y="8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27" name="Freeform 17">
                <a:extLst>
                  <a:ext uri="{FF2B5EF4-FFF2-40B4-BE49-F238E27FC236}">
                    <a16:creationId xmlns:a16="http://schemas.microsoft.com/office/drawing/2014/main" id="{2F95DBFD-0C06-4306-BA8A-71DF689AE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869"/>
                <a:ext cx="80" cy="59"/>
              </a:xfrm>
              <a:custGeom>
                <a:avLst/>
                <a:gdLst>
                  <a:gd name="T0" fmla="*/ 395 w 32"/>
                  <a:gd name="T1" fmla="*/ 0 h 22"/>
                  <a:gd name="T2" fmla="*/ 363 w 32"/>
                  <a:gd name="T3" fmla="*/ 137 h 22"/>
                  <a:gd name="T4" fmla="*/ 250 w 32"/>
                  <a:gd name="T5" fmla="*/ 274 h 22"/>
                  <a:gd name="T6" fmla="*/ 0 w 32"/>
                  <a:gd name="T7" fmla="*/ 424 h 22"/>
                  <a:gd name="T8" fmla="*/ 125 w 32"/>
                  <a:gd name="T9" fmla="*/ 367 h 22"/>
                  <a:gd name="T10" fmla="*/ 238 w 32"/>
                  <a:gd name="T11" fmla="*/ 330 h 22"/>
                  <a:gd name="T12" fmla="*/ 500 w 32"/>
                  <a:gd name="T13" fmla="*/ 17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2">
                    <a:moveTo>
                      <a:pt x="25" y="0"/>
                    </a:moveTo>
                    <a:cubicBezTo>
                      <a:pt x="24" y="2"/>
                      <a:pt x="24" y="5"/>
                      <a:pt x="23" y="7"/>
                    </a:cubicBezTo>
                    <a:cubicBezTo>
                      <a:pt x="21" y="10"/>
                      <a:pt x="18" y="12"/>
                      <a:pt x="16" y="14"/>
                    </a:cubicBezTo>
                    <a:cubicBezTo>
                      <a:pt x="11" y="17"/>
                      <a:pt x="5" y="19"/>
                      <a:pt x="0" y="22"/>
                    </a:cubicBezTo>
                    <a:cubicBezTo>
                      <a:pt x="3" y="21"/>
                      <a:pt x="6" y="20"/>
                      <a:pt x="8" y="19"/>
                    </a:cubicBezTo>
                    <a:cubicBezTo>
                      <a:pt x="10" y="18"/>
                      <a:pt x="13" y="18"/>
                      <a:pt x="15" y="17"/>
                    </a:cubicBezTo>
                    <a:cubicBezTo>
                      <a:pt x="21" y="16"/>
                      <a:pt x="28" y="13"/>
                      <a:pt x="32" y="9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28" name="Freeform 18">
                <a:extLst>
                  <a:ext uri="{FF2B5EF4-FFF2-40B4-BE49-F238E27FC236}">
                    <a16:creationId xmlns:a16="http://schemas.microsoft.com/office/drawing/2014/main" id="{B8A05760-CD08-4DDD-B759-1A879573D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1909"/>
                <a:ext cx="92" cy="72"/>
              </a:xfrm>
              <a:custGeom>
                <a:avLst/>
                <a:gdLst>
                  <a:gd name="T0" fmla="*/ 415 w 37"/>
                  <a:gd name="T1" fmla="*/ 0 h 27"/>
                  <a:gd name="T2" fmla="*/ 370 w 37"/>
                  <a:gd name="T3" fmla="*/ 77 h 27"/>
                  <a:gd name="T4" fmla="*/ 291 w 37"/>
                  <a:gd name="T5" fmla="*/ 136 h 27"/>
                  <a:gd name="T6" fmla="*/ 137 w 37"/>
                  <a:gd name="T7" fmla="*/ 307 h 27"/>
                  <a:gd name="T8" fmla="*/ 0 w 37"/>
                  <a:gd name="T9" fmla="*/ 512 h 27"/>
                  <a:gd name="T10" fmla="*/ 104 w 37"/>
                  <a:gd name="T11" fmla="*/ 435 h 27"/>
                  <a:gd name="T12" fmla="*/ 199 w 37"/>
                  <a:gd name="T13" fmla="*/ 363 h 27"/>
                  <a:gd name="T14" fmla="*/ 569 w 37"/>
                  <a:gd name="T15" fmla="*/ 7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7">
                    <a:moveTo>
                      <a:pt x="27" y="0"/>
                    </a:moveTo>
                    <a:cubicBezTo>
                      <a:pt x="26" y="1"/>
                      <a:pt x="25" y="2"/>
                      <a:pt x="24" y="4"/>
                    </a:cubicBezTo>
                    <a:cubicBezTo>
                      <a:pt x="22" y="5"/>
                      <a:pt x="21" y="6"/>
                      <a:pt x="19" y="7"/>
                    </a:cubicBezTo>
                    <a:cubicBezTo>
                      <a:pt x="15" y="10"/>
                      <a:pt x="12" y="13"/>
                      <a:pt x="9" y="16"/>
                    </a:cubicBezTo>
                    <a:cubicBezTo>
                      <a:pt x="5" y="19"/>
                      <a:pt x="2" y="23"/>
                      <a:pt x="0" y="27"/>
                    </a:cubicBezTo>
                    <a:cubicBezTo>
                      <a:pt x="2" y="25"/>
                      <a:pt x="5" y="24"/>
                      <a:pt x="7" y="23"/>
                    </a:cubicBezTo>
                    <a:cubicBezTo>
                      <a:pt x="9" y="21"/>
                      <a:pt x="11" y="20"/>
                      <a:pt x="13" y="19"/>
                    </a:cubicBezTo>
                    <a:cubicBezTo>
                      <a:pt x="22" y="16"/>
                      <a:pt x="30" y="10"/>
                      <a:pt x="37" y="4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29" name="Freeform 19">
                <a:extLst>
                  <a:ext uri="{FF2B5EF4-FFF2-40B4-BE49-F238E27FC236}">
                    <a16:creationId xmlns:a16="http://schemas.microsoft.com/office/drawing/2014/main" id="{0E4721E4-7D56-4C83-BF7A-2E954CD57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955"/>
                <a:ext cx="95" cy="69"/>
              </a:xfrm>
              <a:custGeom>
                <a:avLst/>
                <a:gdLst>
                  <a:gd name="T0" fmla="*/ 520 w 38"/>
                  <a:gd name="T1" fmla="*/ 0 h 26"/>
                  <a:gd name="T2" fmla="*/ 220 w 38"/>
                  <a:gd name="T3" fmla="*/ 316 h 26"/>
                  <a:gd name="T4" fmla="*/ 0 w 38"/>
                  <a:gd name="T5" fmla="*/ 464 h 26"/>
                  <a:gd name="T6" fmla="*/ 270 w 38"/>
                  <a:gd name="T7" fmla="*/ 374 h 26"/>
                  <a:gd name="T8" fmla="*/ 595 w 38"/>
                  <a:gd name="T9" fmla="*/ 13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6">
                    <a:moveTo>
                      <a:pt x="33" y="0"/>
                    </a:moveTo>
                    <a:cubicBezTo>
                      <a:pt x="25" y="2"/>
                      <a:pt x="19" y="11"/>
                      <a:pt x="14" y="17"/>
                    </a:cubicBezTo>
                    <a:cubicBezTo>
                      <a:pt x="10" y="20"/>
                      <a:pt x="5" y="23"/>
                      <a:pt x="0" y="25"/>
                    </a:cubicBezTo>
                    <a:cubicBezTo>
                      <a:pt x="6" y="26"/>
                      <a:pt x="12" y="23"/>
                      <a:pt x="17" y="20"/>
                    </a:cubicBezTo>
                    <a:cubicBezTo>
                      <a:pt x="24" y="16"/>
                      <a:pt x="33" y="13"/>
                      <a:pt x="38" y="7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30" name="Freeform 20">
                <a:extLst>
                  <a:ext uri="{FF2B5EF4-FFF2-40B4-BE49-F238E27FC236}">
                    <a16:creationId xmlns:a16="http://schemas.microsoft.com/office/drawing/2014/main" id="{DE7CA90B-B219-4B25-A22C-88537D744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1992"/>
                <a:ext cx="73" cy="43"/>
              </a:xfrm>
              <a:custGeom>
                <a:avLst/>
                <a:gdLst>
                  <a:gd name="T0" fmla="*/ 209 w 29"/>
                  <a:gd name="T1" fmla="*/ 35 h 16"/>
                  <a:gd name="T2" fmla="*/ 126 w 29"/>
                  <a:gd name="T3" fmla="*/ 159 h 16"/>
                  <a:gd name="T4" fmla="*/ 0 w 29"/>
                  <a:gd name="T5" fmla="*/ 312 h 16"/>
                  <a:gd name="T6" fmla="*/ 209 w 29"/>
                  <a:gd name="T7" fmla="*/ 159 h 16"/>
                  <a:gd name="T8" fmla="*/ 335 w 29"/>
                  <a:gd name="T9" fmla="*/ 94 h 16"/>
                  <a:gd name="T10" fmla="*/ 463 w 29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6">
                    <a:moveTo>
                      <a:pt x="13" y="2"/>
                    </a:moveTo>
                    <a:cubicBezTo>
                      <a:pt x="11" y="3"/>
                      <a:pt x="10" y="6"/>
                      <a:pt x="8" y="8"/>
                    </a:cubicBezTo>
                    <a:cubicBezTo>
                      <a:pt x="5" y="11"/>
                      <a:pt x="2" y="13"/>
                      <a:pt x="0" y="16"/>
                    </a:cubicBezTo>
                    <a:cubicBezTo>
                      <a:pt x="4" y="13"/>
                      <a:pt x="8" y="11"/>
                      <a:pt x="13" y="8"/>
                    </a:cubicBezTo>
                    <a:cubicBezTo>
                      <a:pt x="16" y="7"/>
                      <a:pt x="18" y="6"/>
                      <a:pt x="21" y="5"/>
                    </a:cubicBezTo>
                    <a:cubicBezTo>
                      <a:pt x="24" y="4"/>
                      <a:pt x="26" y="2"/>
                      <a:pt x="29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31" name="Freeform 21">
                <a:extLst>
                  <a:ext uri="{FF2B5EF4-FFF2-40B4-BE49-F238E27FC236}">
                    <a16:creationId xmlns:a16="http://schemas.microsoft.com/office/drawing/2014/main" id="{E5B7D035-13F1-4CCB-95DF-CA816CEB6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155"/>
                <a:ext cx="55" cy="16"/>
              </a:xfrm>
              <a:custGeom>
                <a:avLst/>
                <a:gdLst>
                  <a:gd name="T0" fmla="*/ 250 w 22"/>
                  <a:gd name="T1" fmla="*/ 21 h 6"/>
                  <a:gd name="T2" fmla="*/ 0 w 22"/>
                  <a:gd name="T3" fmla="*/ 21 h 6"/>
                  <a:gd name="T4" fmla="*/ 175 w 22"/>
                  <a:gd name="T5" fmla="*/ 93 h 6"/>
                  <a:gd name="T6" fmla="*/ 345 w 22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6">
                    <a:moveTo>
                      <a:pt x="16" y="1"/>
                    </a:moveTo>
                    <a:cubicBezTo>
                      <a:pt x="12" y="0"/>
                      <a:pt x="6" y="1"/>
                      <a:pt x="0" y="1"/>
                    </a:cubicBezTo>
                    <a:cubicBezTo>
                      <a:pt x="4" y="1"/>
                      <a:pt x="7" y="4"/>
                      <a:pt x="11" y="5"/>
                    </a:cubicBezTo>
                    <a:cubicBezTo>
                      <a:pt x="14" y="6"/>
                      <a:pt x="18" y="5"/>
                      <a:pt x="22" y="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32" name="Freeform 22">
                <a:extLst>
                  <a:ext uri="{FF2B5EF4-FFF2-40B4-BE49-F238E27FC236}">
                    <a16:creationId xmlns:a16="http://schemas.microsoft.com/office/drawing/2014/main" id="{532C0ABB-01B6-4796-8A31-D73B09D21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173"/>
                <a:ext cx="128" cy="59"/>
              </a:xfrm>
              <a:custGeom>
                <a:avLst/>
                <a:gdLst>
                  <a:gd name="T0" fmla="*/ 585 w 51"/>
                  <a:gd name="T1" fmla="*/ 0 h 22"/>
                  <a:gd name="T2" fmla="*/ 567 w 51"/>
                  <a:gd name="T3" fmla="*/ 193 h 22"/>
                  <a:gd name="T4" fmla="*/ 409 w 51"/>
                  <a:gd name="T5" fmla="*/ 274 h 22"/>
                  <a:gd name="T6" fmla="*/ 158 w 51"/>
                  <a:gd name="T7" fmla="*/ 274 h 22"/>
                  <a:gd name="T8" fmla="*/ 0 w 51"/>
                  <a:gd name="T9" fmla="*/ 274 h 22"/>
                  <a:gd name="T10" fmla="*/ 346 w 51"/>
                  <a:gd name="T11" fmla="*/ 389 h 22"/>
                  <a:gd name="T12" fmla="*/ 806 w 51"/>
                  <a:gd name="T13" fmla="*/ 274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2">
                    <a:moveTo>
                      <a:pt x="37" y="0"/>
                    </a:moveTo>
                    <a:cubicBezTo>
                      <a:pt x="37" y="3"/>
                      <a:pt x="38" y="6"/>
                      <a:pt x="36" y="10"/>
                    </a:cubicBezTo>
                    <a:cubicBezTo>
                      <a:pt x="34" y="13"/>
                      <a:pt x="30" y="14"/>
                      <a:pt x="26" y="14"/>
                    </a:cubicBezTo>
                    <a:cubicBezTo>
                      <a:pt x="21" y="14"/>
                      <a:pt x="15" y="14"/>
                      <a:pt x="10" y="14"/>
                    </a:cubicBezTo>
                    <a:cubicBezTo>
                      <a:pt x="7" y="14"/>
                      <a:pt x="3" y="13"/>
                      <a:pt x="0" y="14"/>
                    </a:cubicBezTo>
                    <a:cubicBezTo>
                      <a:pt x="6" y="17"/>
                      <a:pt x="15" y="19"/>
                      <a:pt x="22" y="20"/>
                    </a:cubicBezTo>
                    <a:cubicBezTo>
                      <a:pt x="33" y="22"/>
                      <a:pt x="42" y="21"/>
                      <a:pt x="51" y="14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33" name="Freeform 23">
                <a:extLst>
                  <a:ext uri="{FF2B5EF4-FFF2-40B4-BE49-F238E27FC236}">
                    <a16:creationId xmlns:a16="http://schemas.microsoft.com/office/drawing/2014/main" id="{D602C8BB-D21A-4F19-8779-3C78E4A0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235"/>
                <a:ext cx="177" cy="74"/>
              </a:xfrm>
              <a:custGeom>
                <a:avLst/>
                <a:gdLst>
                  <a:gd name="T0" fmla="*/ 912 w 71"/>
                  <a:gd name="T1" fmla="*/ 0 h 28"/>
                  <a:gd name="T2" fmla="*/ 758 w 71"/>
                  <a:gd name="T3" fmla="*/ 225 h 28"/>
                  <a:gd name="T4" fmla="*/ 466 w 71"/>
                  <a:gd name="T5" fmla="*/ 370 h 28"/>
                  <a:gd name="T6" fmla="*/ 199 w 71"/>
                  <a:gd name="T7" fmla="*/ 426 h 28"/>
                  <a:gd name="T8" fmla="*/ 0 w 71"/>
                  <a:gd name="T9" fmla="*/ 426 h 28"/>
                  <a:gd name="T10" fmla="*/ 466 w 71"/>
                  <a:gd name="T11" fmla="*/ 460 h 28"/>
                  <a:gd name="T12" fmla="*/ 1099 w 71"/>
                  <a:gd name="T13" fmla="*/ 25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8">
                    <a:moveTo>
                      <a:pt x="59" y="0"/>
                    </a:moveTo>
                    <a:cubicBezTo>
                      <a:pt x="58" y="5"/>
                      <a:pt x="54" y="10"/>
                      <a:pt x="49" y="12"/>
                    </a:cubicBezTo>
                    <a:cubicBezTo>
                      <a:pt x="43" y="15"/>
                      <a:pt x="37" y="17"/>
                      <a:pt x="30" y="20"/>
                    </a:cubicBezTo>
                    <a:cubicBezTo>
                      <a:pt x="25" y="22"/>
                      <a:pt x="19" y="23"/>
                      <a:pt x="13" y="23"/>
                    </a:cubicBezTo>
                    <a:cubicBezTo>
                      <a:pt x="8" y="24"/>
                      <a:pt x="4" y="23"/>
                      <a:pt x="0" y="23"/>
                    </a:cubicBezTo>
                    <a:cubicBezTo>
                      <a:pt x="8" y="28"/>
                      <a:pt x="21" y="26"/>
                      <a:pt x="30" y="25"/>
                    </a:cubicBezTo>
                    <a:cubicBezTo>
                      <a:pt x="44" y="23"/>
                      <a:pt x="59" y="23"/>
                      <a:pt x="71" y="14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34" name="Freeform 24">
                <a:extLst>
                  <a:ext uri="{FF2B5EF4-FFF2-40B4-BE49-F238E27FC236}">
                    <a16:creationId xmlns:a16="http://schemas.microsoft.com/office/drawing/2014/main" id="{FE0B07CA-68A4-44D3-A6FE-D62AF6E12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291"/>
                <a:ext cx="130" cy="82"/>
              </a:xfrm>
              <a:custGeom>
                <a:avLst/>
                <a:gdLst>
                  <a:gd name="T0" fmla="*/ 688 w 52"/>
                  <a:gd name="T1" fmla="*/ 0 h 31"/>
                  <a:gd name="T2" fmla="*/ 583 w 52"/>
                  <a:gd name="T3" fmla="*/ 204 h 31"/>
                  <a:gd name="T4" fmla="*/ 375 w 52"/>
                  <a:gd name="T5" fmla="*/ 349 h 31"/>
                  <a:gd name="T6" fmla="*/ 0 w 52"/>
                  <a:gd name="T7" fmla="*/ 553 h 31"/>
                  <a:gd name="T8" fmla="*/ 345 w 52"/>
                  <a:gd name="T9" fmla="*/ 463 h 31"/>
                  <a:gd name="T10" fmla="*/ 813 w 52"/>
                  <a:gd name="T11" fmla="*/ 31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1">
                    <a:moveTo>
                      <a:pt x="44" y="0"/>
                    </a:moveTo>
                    <a:cubicBezTo>
                      <a:pt x="42" y="5"/>
                      <a:pt x="42" y="7"/>
                      <a:pt x="37" y="11"/>
                    </a:cubicBezTo>
                    <a:cubicBezTo>
                      <a:pt x="33" y="14"/>
                      <a:pt x="28" y="16"/>
                      <a:pt x="24" y="19"/>
                    </a:cubicBezTo>
                    <a:cubicBezTo>
                      <a:pt x="17" y="24"/>
                      <a:pt x="9" y="31"/>
                      <a:pt x="0" y="30"/>
                    </a:cubicBezTo>
                    <a:cubicBezTo>
                      <a:pt x="8" y="31"/>
                      <a:pt x="15" y="28"/>
                      <a:pt x="22" y="25"/>
                    </a:cubicBezTo>
                    <a:cubicBezTo>
                      <a:pt x="33" y="22"/>
                      <a:pt x="43" y="21"/>
                      <a:pt x="52" y="17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35" name="Freeform 25">
                <a:extLst>
                  <a:ext uri="{FF2B5EF4-FFF2-40B4-BE49-F238E27FC236}">
                    <a16:creationId xmlns:a16="http://schemas.microsoft.com/office/drawing/2014/main" id="{692D36E8-9B14-432B-8814-780890DA2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344"/>
                <a:ext cx="172" cy="107"/>
              </a:xfrm>
              <a:custGeom>
                <a:avLst/>
                <a:gdLst>
                  <a:gd name="T0" fmla="*/ 778 w 69"/>
                  <a:gd name="T1" fmla="*/ 0 h 40"/>
                  <a:gd name="T2" fmla="*/ 653 w 69"/>
                  <a:gd name="T3" fmla="*/ 265 h 40"/>
                  <a:gd name="T4" fmla="*/ 386 w 69"/>
                  <a:gd name="T5" fmla="*/ 516 h 40"/>
                  <a:gd name="T6" fmla="*/ 0 w 69"/>
                  <a:gd name="T7" fmla="*/ 730 h 40"/>
                  <a:gd name="T8" fmla="*/ 416 w 69"/>
                  <a:gd name="T9" fmla="*/ 671 h 40"/>
                  <a:gd name="T10" fmla="*/ 621 w 69"/>
                  <a:gd name="T11" fmla="*/ 538 h 40"/>
                  <a:gd name="T12" fmla="*/ 1069 w 69"/>
                  <a:gd name="T13" fmla="*/ 136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40">
                    <a:moveTo>
                      <a:pt x="50" y="0"/>
                    </a:moveTo>
                    <a:cubicBezTo>
                      <a:pt x="46" y="5"/>
                      <a:pt x="46" y="10"/>
                      <a:pt x="42" y="14"/>
                    </a:cubicBezTo>
                    <a:cubicBezTo>
                      <a:pt x="37" y="20"/>
                      <a:pt x="29" y="22"/>
                      <a:pt x="25" y="27"/>
                    </a:cubicBezTo>
                    <a:cubicBezTo>
                      <a:pt x="18" y="35"/>
                      <a:pt x="12" y="39"/>
                      <a:pt x="0" y="38"/>
                    </a:cubicBezTo>
                    <a:cubicBezTo>
                      <a:pt x="9" y="40"/>
                      <a:pt x="19" y="39"/>
                      <a:pt x="27" y="35"/>
                    </a:cubicBezTo>
                    <a:cubicBezTo>
                      <a:pt x="31" y="32"/>
                      <a:pt x="35" y="30"/>
                      <a:pt x="40" y="28"/>
                    </a:cubicBezTo>
                    <a:cubicBezTo>
                      <a:pt x="52" y="24"/>
                      <a:pt x="61" y="17"/>
                      <a:pt x="69" y="7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36" name="Freeform 26">
                <a:extLst>
                  <a:ext uri="{FF2B5EF4-FFF2-40B4-BE49-F238E27FC236}">
                    <a16:creationId xmlns:a16="http://schemas.microsoft.com/office/drawing/2014/main" id="{3C0C1073-E177-4B81-B11C-814D72D34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408"/>
                <a:ext cx="128" cy="88"/>
              </a:xfrm>
              <a:custGeom>
                <a:avLst/>
                <a:gdLst>
                  <a:gd name="T0" fmla="*/ 617 w 51"/>
                  <a:gd name="T1" fmla="*/ 0 h 33"/>
                  <a:gd name="T2" fmla="*/ 535 w 51"/>
                  <a:gd name="T3" fmla="*/ 205 h 33"/>
                  <a:gd name="T4" fmla="*/ 334 w 51"/>
                  <a:gd name="T5" fmla="*/ 376 h 33"/>
                  <a:gd name="T6" fmla="*/ 0 w 51"/>
                  <a:gd name="T7" fmla="*/ 605 h 33"/>
                  <a:gd name="T8" fmla="*/ 397 w 51"/>
                  <a:gd name="T9" fmla="*/ 477 h 33"/>
                  <a:gd name="T10" fmla="*/ 806 w 51"/>
                  <a:gd name="T11" fmla="*/ 9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3">
                    <a:moveTo>
                      <a:pt x="39" y="0"/>
                    </a:moveTo>
                    <a:cubicBezTo>
                      <a:pt x="36" y="3"/>
                      <a:pt x="37" y="8"/>
                      <a:pt x="34" y="11"/>
                    </a:cubicBezTo>
                    <a:cubicBezTo>
                      <a:pt x="30" y="15"/>
                      <a:pt x="25" y="17"/>
                      <a:pt x="21" y="20"/>
                    </a:cubicBezTo>
                    <a:cubicBezTo>
                      <a:pt x="14" y="25"/>
                      <a:pt x="7" y="29"/>
                      <a:pt x="0" y="32"/>
                    </a:cubicBezTo>
                    <a:cubicBezTo>
                      <a:pt x="7" y="33"/>
                      <a:pt x="19" y="28"/>
                      <a:pt x="25" y="25"/>
                    </a:cubicBezTo>
                    <a:cubicBezTo>
                      <a:pt x="34" y="19"/>
                      <a:pt x="47" y="15"/>
                      <a:pt x="51" y="5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37" name="Freeform 27">
                <a:extLst>
                  <a:ext uri="{FF2B5EF4-FFF2-40B4-BE49-F238E27FC236}">
                    <a16:creationId xmlns:a16="http://schemas.microsoft.com/office/drawing/2014/main" id="{84F07F82-3B52-4EB4-8FC7-1E32444E3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456"/>
                <a:ext cx="155" cy="75"/>
              </a:xfrm>
              <a:custGeom>
                <a:avLst/>
                <a:gdLst>
                  <a:gd name="T0" fmla="*/ 895 w 62"/>
                  <a:gd name="T1" fmla="*/ 0 h 28"/>
                  <a:gd name="T2" fmla="*/ 438 w 62"/>
                  <a:gd name="T3" fmla="*/ 367 h 28"/>
                  <a:gd name="T4" fmla="*/ 0 w 62"/>
                  <a:gd name="T5" fmla="*/ 458 h 28"/>
                  <a:gd name="T6" fmla="*/ 438 w 62"/>
                  <a:gd name="T7" fmla="*/ 479 h 28"/>
                  <a:gd name="T8" fmla="*/ 658 w 62"/>
                  <a:gd name="T9" fmla="*/ 346 h 28"/>
                  <a:gd name="T10" fmla="*/ 813 w 62"/>
                  <a:gd name="T11" fmla="*/ 209 h 28"/>
                  <a:gd name="T12" fmla="*/ 970 w 62"/>
                  <a:gd name="T13" fmla="*/ 56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28">
                    <a:moveTo>
                      <a:pt x="57" y="0"/>
                    </a:moveTo>
                    <a:cubicBezTo>
                      <a:pt x="45" y="0"/>
                      <a:pt x="36" y="13"/>
                      <a:pt x="28" y="19"/>
                    </a:cubicBezTo>
                    <a:cubicBezTo>
                      <a:pt x="20" y="25"/>
                      <a:pt x="10" y="26"/>
                      <a:pt x="0" y="24"/>
                    </a:cubicBezTo>
                    <a:cubicBezTo>
                      <a:pt x="6" y="28"/>
                      <a:pt x="21" y="27"/>
                      <a:pt x="28" y="25"/>
                    </a:cubicBezTo>
                    <a:cubicBezTo>
                      <a:pt x="33" y="24"/>
                      <a:pt x="37" y="20"/>
                      <a:pt x="42" y="18"/>
                    </a:cubicBezTo>
                    <a:cubicBezTo>
                      <a:pt x="45" y="16"/>
                      <a:pt x="49" y="14"/>
                      <a:pt x="52" y="11"/>
                    </a:cubicBezTo>
                    <a:cubicBezTo>
                      <a:pt x="55" y="8"/>
                      <a:pt x="60" y="6"/>
                      <a:pt x="62" y="3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38" name="Freeform 28">
                <a:extLst>
                  <a:ext uri="{FF2B5EF4-FFF2-40B4-BE49-F238E27FC236}">
                    <a16:creationId xmlns:a16="http://schemas.microsoft.com/office/drawing/2014/main" id="{2FD33CEB-29EE-48E3-B353-990E20EC4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477"/>
                <a:ext cx="202" cy="128"/>
              </a:xfrm>
              <a:custGeom>
                <a:avLst/>
                <a:gdLst>
                  <a:gd name="T0" fmla="*/ 1008 w 81"/>
                  <a:gd name="T1" fmla="*/ 0 h 48"/>
                  <a:gd name="T2" fmla="*/ 840 w 81"/>
                  <a:gd name="T3" fmla="*/ 307 h 48"/>
                  <a:gd name="T4" fmla="*/ 591 w 81"/>
                  <a:gd name="T5" fmla="*/ 648 h 48"/>
                  <a:gd name="T6" fmla="*/ 279 w 81"/>
                  <a:gd name="T7" fmla="*/ 797 h 48"/>
                  <a:gd name="T8" fmla="*/ 105 w 81"/>
                  <a:gd name="T9" fmla="*/ 797 h 48"/>
                  <a:gd name="T10" fmla="*/ 0 w 81"/>
                  <a:gd name="T11" fmla="*/ 717 h 48"/>
                  <a:gd name="T12" fmla="*/ 529 w 81"/>
                  <a:gd name="T13" fmla="*/ 875 h 48"/>
                  <a:gd name="T14" fmla="*/ 791 w 81"/>
                  <a:gd name="T15" fmla="*/ 717 h 48"/>
                  <a:gd name="T16" fmla="*/ 945 w 81"/>
                  <a:gd name="T17" fmla="*/ 547 h 48"/>
                  <a:gd name="T18" fmla="*/ 1257 w 81"/>
                  <a:gd name="T19" fmla="*/ 192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48">
                    <a:moveTo>
                      <a:pt x="65" y="0"/>
                    </a:moveTo>
                    <a:cubicBezTo>
                      <a:pt x="64" y="6"/>
                      <a:pt x="57" y="11"/>
                      <a:pt x="54" y="16"/>
                    </a:cubicBezTo>
                    <a:cubicBezTo>
                      <a:pt x="49" y="23"/>
                      <a:pt x="46" y="29"/>
                      <a:pt x="38" y="34"/>
                    </a:cubicBezTo>
                    <a:cubicBezTo>
                      <a:pt x="32" y="38"/>
                      <a:pt x="25" y="41"/>
                      <a:pt x="18" y="42"/>
                    </a:cubicBezTo>
                    <a:cubicBezTo>
                      <a:pt x="14" y="43"/>
                      <a:pt x="10" y="43"/>
                      <a:pt x="7" y="42"/>
                    </a:cubicBezTo>
                    <a:cubicBezTo>
                      <a:pt x="4" y="41"/>
                      <a:pt x="3" y="39"/>
                      <a:pt x="0" y="38"/>
                    </a:cubicBezTo>
                    <a:cubicBezTo>
                      <a:pt x="2" y="48"/>
                      <a:pt x="26" y="48"/>
                      <a:pt x="34" y="46"/>
                    </a:cubicBezTo>
                    <a:cubicBezTo>
                      <a:pt x="41" y="45"/>
                      <a:pt x="46" y="42"/>
                      <a:pt x="51" y="38"/>
                    </a:cubicBezTo>
                    <a:cubicBezTo>
                      <a:pt x="54" y="35"/>
                      <a:pt x="57" y="32"/>
                      <a:pt x="61" y="29"/>
                    </a:cubicBezTo>
                    <a:cubicBezTo>
                      <a:pt x="67" y="23"/>
                      <a:pt x="78" y="18"/>
                      <a:pt x="81" y="1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39" name="Freeform 29">
                <a:extLst>
                  <a:ext uri="{FF2B5EF4-FFF2-40B4-BE49-F238E27FC236}">
                    <a16:creationId xmlns:a16="http://schemas.microsoft.com/office/drawing/2014/main" id="{9911C338-8864-4CF2-A645-F94C342BF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1099"/>
                <a:ext cx="155" cy="61"/>
              </a:xfrm>
              <a:custGeom>
                <a:avLst/>
                <a:gdLst>
                  <a:gd name="T0" fmla="*/ 0 w 62"/>
                  <a:gd name="T1" fmla="*/ 353 h 23"/>
                  <a:gd name="T2" fmla="*/ 345 w 62"/>
                  <a:gd name="T3" fmla="*/ 204 h 23"/>
                  <a:gd name="T4" fmla="*/ 688 w 62"/>
                  <a:gd name="T5" fmla="*/ 111 h 23"/>
                  <a:gd name="T6" fmla="*/ 833 w 62"/>
                  <a:gd name="T7" fmla="*/ 21 h 23"/>
                  <a:gd name="T8" fmla="*/ 970 w 62"/>
                  <a:gd name="T9" fmla="*/ 56 h 23"/>
                  <a:gd name="T10" fmla="*/ 925 w 62"/>
                  <a:gd name="T11" fmla="*/ 133 h 23"/>
                  <a:gd name="T12" fmla="*/ 925 w 62"/>
                  <a:gd name="T13" fmla="*/ 281 h 23"/>
                  <a:gd name="T14" fmla="*/ 895 w 62"/>
                  <a:gd name="T15" fmla="*/ 408 h 23"/>
                  <a:gd name="T16" fmla="*/ 708 w 62"/>
                  <a:gd name="T17" fmla="*/ 395 h 23"/>
                  <a:gd name="T18" fmla="*/ 470 w 62"/>
                  <a:gd name="T19" fmla="*/ 337 h 23"/>
                  <a:gd name="T20" fmla="*/ 63 w 62"/>
                  <a:gd name="T21" fmla="*/ 316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23">
                    <a:moveTo>
                      <a:pt x="0" y="19"/>
                    </a:moveTo>
                    <a:cubicBezTo>
                      <a:pt x="8" y="15"/>
                      <a:pt x="14" y="11"/>
                      <a:pt x="22" y="11"/>
                    </a:cubicBezTo>
                    <a:cubicBezTo>
                      <a:pt x="30" y="10"/>
                      <a:pt x="37" y="9"/>
                      <a:pt x="44" y="6"/>
                    </a:cubicBezTo>
                    <a:cubicBezTo>
                      <a:pt x="48" y="5"/>
                      <a:pt x="49" y="1"/>
                      <a:pt x="53" y="1"/>
                    </a:cubicBezTo>
                    <a:cubicBezTo>
                      <a:pt x="56" y="0"/>
                      <a:pt x="60" y="1"/>
                      <a:pt x="62" y="3"/>
                    </a:cubicBezTo>
                    <a:cubicBezTo>
                      <a:pt x="62" y="4"/>
                      <a:pt x="60" y="5"/>
                      <a:pt x="59" y="7"/>
                    </a:cubicBezTo>
                    <a:cubicBezTo>
                      <a:pt x="58" y="10"/>
                      <a:pt x="59" y="12"/>
                      <a:pt x="59" y="15"/>
                    </a:cubicBezTo>
                    <a:cubicBezTo>
                      <a:pt x="59" y="17"/>
                      <a:pt x="59" y="21"/>
                      <a:pt x="57" y="22"/>
                    </a:cubicBezTo>
                    <a:cubicBezTo>
                      <a:pt x="54" y="23"/>
                      <a:pt x="47" y="21"/>
                      <a:pt x="45" y="21"/>
                    </a:cubicBezTo>
                    <a:cubicBezTo>
                      <a:pt x="39" y="20"/>
                      <a:pt x="36" y="19"/>
                      <a:pt x="30" y="18"/>
                    </a:cubicBezTo>
                    <a:cubicBezTo>
                      <a:pt x="22" y="17"/>
                      <a:pt x="12" y="16"/>
                      <a:pt x="4" y="17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40" name="Freeform 30">
                <a:extLst>
                  <a:ext uri="{FF2B5EF4-FFF2-40B4-BE49-F238E27FC236}">
                    <a16:creationId xmlns:a16="http://schemas.microsoft.com/office/drawing/2014/main" id="{0322B17C-0E0B-4F6D-B5E9-97507D2F9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043"/>
                <a:ext cx="135" cy="45"/>
              </a:xfrm>
              <a:custGeom>
                <a:avLst/>
                <a:gdLst>
                  <a:gd name="T0" fmla="*/ 0 w 54"/>
                  <a:gd name="T1" fmla="*/ 259 h 17"/>
                  <a:gd name="T2" fmla="*/ 238 w 54"/>
                  <a:gd name="T3" fmla="*/ 294 h 17"/>
                  <a:gd name="T4" fmla="*/ 438 w 54"/>
                  <a:gd name="T5" fmla="*/ 315 h 17"/>
                  <a:gd name="T6" fmla="*/ 658 w 54"/>
                  <a:gd name="T7" fmla="*/ 281 h 17"/>
                  <a:gd name="T8" fmla="*/ 845 w 54"/>
                  <a:gd name="T9" fmla="*/ 238 h 17"/>
                  <a:gd name="T10" fmla="*/ 720 w 54"/>
                  <a:gd name="T11" fmla="*/ 204 h 17"/>
                  <a:gd name="T12" fmla="*/ 583 w 54"/>
                  <a:gd name="T13" fmla="*/ 111 h 17"/>
                  <a:gd name="T14" fmla="*/ 345 w 54"/>
                  <a:gd name="T15" fmla="*/ 0 h 17"/>
                  <a:gd name="T16" fmla="*/ 438 w 54"/>
                  <a:gd name="T17" fmla="*/ 169 h 17"/>
                  <a:gd name="T18" fmla="*/ 188 w 54"/>
                  <a:gd name="T19" fmla="*/ 225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7">
                    <a:moveTo>
                      <a:pt x="0" y="14"/>
                    </a:moveTo>
                    <a:cubicBezTo>
                      <a:pt x="5" y="15"/>
                      <a:pt x="10" y="15"/>
                      <a:pt x="15" y="16"/>
                    </a:cubicBezTo>
                    <a:cubicBezTo>
                      <a:pt x="19" y="16"/>
                      <a:pt x="24" y="17"/>
                      <a:pt x="28" y="17"/>
                    </a:cubicBezTo>
                    <a:cubicBezTo>
                      <a:pt x="33" y="16"/>
                      <a:pt x="37" y="16"/>
                      <a:pt x="42" y="15"/>
                    </a:cubicBezTo>
                    <a:cubicBezTo>
                      <a:pt x="45" y="15"/>
                      <a:pt x="52" y="16"/>
                      <a:pt x="54" y="13"/>
                    </a:cubicBezTo>
                    <a:cubicBezTo>
                      <a:pt x="52" y="12"/>
                      <a:pt x="49" y="12"/>
                      <a:pt x="46" y="11"/>
                    </a:cubicBezTo>
                    <a:cubicBezTo>
                      <a:pt x="43" y="10"/>
                      <a:pt x="40" y="8"/>
                      <a:pt x="37" y="6"/>
                    </a:cubicBezTo>
                    <a:cubicBezTo>
                      <a:pt x="32" y="5"/>
                      <a:pt x="27" y="1"/>
                      <a:pt x="22" y="0"/>
                    </a:cubicBezTo>
                    <a:cubicBezTo>
                      <a:pt x="23" y="3"/>
                      <a:pt x="29" y="4"/>
                      <a:pt x="28" y="9"/>
                    </a:cubicBezTo>
                    <a:cubicBezTo>
                      <a:pt x="25" y="14"/>
                      <a:pt x="16" y="13"/>
                      <a:pt x="12" y="12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41" name="Freeform 31">
                <a:extLst>
                  <a:ext uri="{FF2B5EF4-FFF2-40B4-BE49-F238E27FC236}">
                    <a16:creationId xmlns:a16="http://schemas.microsoft.com/office/drawing/2014/main" id="{C65243F7-8969-4E39-A3ED-0F9F392F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083"/>
                <a:ext cx="120" cy="26"/>
              </a:xfrm>
              <a:custGeom>
                <a:avLst/>
                <a:gdLst>
                  <a:gd name="T0" fmla="*/ 0 w 48"/>
                  <a:gd name="T1" fmla="*/ 156 h 10"/>
                  <a:gd name="T2" fmla="*/ 250 w 48"/>
                  <a:gd name="T3" fmla="*/ 122 h 10"/>
                  <a:gd name="T4" fmla="*/ 488 w 48"/>
                  <a:gd name="T5" fmla="*/ 88 h 10"/>
                  <a:gd name="T6" fmla="*/ 688 w 48"/>
                  <a:gd name="T7" fmla="*/ 21 h 10"/>
                  <a:gd name="T8" fmla="*/ 613 w 48"/>
                  <a:gd name="T9" fmla="*/ 1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10">
                    <a:moveTo>
                      <a:pt x="0" y="9"/>
                    </a:moveTo>
                    <a:cubicBezTo>
                      <a:pt x="4" y="10"/>
                      <a:pt x="12" y="8"/>
                      <a:pt x="16" y="7"/>
                    </a:cubicBezTo>
                    <a:cubicBezTo>
                      <a:pt x="21" y="6"/>
                      <a:pt x="26" y="6"/>
                      <a:pt x="31" y="5"/>
                    </a:cubicBezTo>
                    <a:cubicBezTo>
                      <a:pt x="33" y="5"/>
                      <a:pt x="43" y="0"/>
                      <a:pt x="44" y="1"/>
                    </a:cubicBezTo>
                    <a:cubicBezTo>
                      <a:pt x="48" y="3"/>
                      <a:pt x="41" y="9"/>
                      <a:pt x="39" y="1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42" name="Freeform 32">
                <a:extLst>
                  <a:ext uri="{FF2B5EF4-FFF2-40B4-BE49-F238E27FC236}">
                    <a16:creationId xmlns:a16="http://schemas.microsoft.com/office/drawing/2014/main" id="{683D3FD7-32F1-4F8E-9DC3-1B731EDE3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061"/>
                <a:ext cx="225" cy="624"/>
              </a:xfrm>
              <a:custGeom>
                <a:avLst/>
                <a:gdLst>
                  <a:gd name="T0" fmla="*/ 925 w 90"/>
                  <a:gd name="T1" fmla="*/ 149 h 234"/>
                  <a:gd name="T2" fmla="*/ 1145 w 90"/>
                  <a:gd name="T3" fmla="*/ 0 h 234"/>
                  <a:gd name="T4" fmla="*/ 1250 w 90"/>
                  <a:gd name="T5" fmla="*/ 227 h 234"/>
                  <a:gd name="T6" fmla="*/ 1083 w 90"/>
                  <a:gd name="T7" fmla="*/ 683 h 234"/>
                  <a:gd name="T8" fmla="*/ 1125 w 90"/>
                  <a:gd name="T9" fmla="*/ 1024 h 234"/>
                  <a:gd name="T10" fmla="*/ 1408 w 90"/>
                  <a:gd name="T11" fmla="*/ 1229 h 234"/>
                  <a:gd name="T12" fmla="*/ 1395 w 90"/>
                  <a:gd name="T13" fmla="*/ 1443 h 234"/>
                  <a:gd name="T14" fmla="*/ 1188 w 90"/>
                  <a:gd name="T15" fmla="*/ 1955 h 234"/>
                  <a:gd name="T16" fmla="*/ 988 w 90"/>
                  <a:gd name="T17" fmla="*/ 2445 h 234"/>
                  <a:gd name="T18" fmla="*/ 1000 w 90"/>
                  <a:gd name="T19" fmla="*/ 2675 h 234"/>
                  <a:gd name="T20" fmla="*/ 895 w 90"/>
                  <a:gd name="T21" fmla="*/ 3051 h 234"/>
                  <a:gd name="T22" fmla="*/ 958 w 90"/>
                  <a:gd name="T23" fmla="*/ 3277 h 234"/>
                  <a:gd name="T24" fmla="*/ 845 w 90"/>
                  <a:gd name="T25" fmla="*/ 3491 h 234"/>
                  <a:gd name="T26" fmla="*/ 845 w 90"/>
                  <a:gd name="T27" fmla="*/ 3720 h 234"/>
                  <a:gd name="T28" fmla="*/ 533 w 90"/>
                  <a:gd name="T29" fmla="*/ 3960 h 234"/>
                  <a:gd name="T30" fmla="*/ 175 w 90"/>
                  <a:gd name="T31" fmla="*/ 4437 h 234"/>
                  <a:gd name="T32" fmla="*/ 145 w 90"/>
                  <a:gd name="T33" fmla="*/ 3379 h 234"/>
                  <a:gd name="T34" fmla="*/ 500 w 90"/>
                  <a:gd name="T35" fmla="*/ 1003 h 2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0" h="234">
                    <a:moveTo>
                      <a:pt x="59" y="8"/>
                    </a:moveTo>
                    <a:cubicBezTo>
                      <a:pt x="62" y="3"/>
                      <a:pt x="69" y="3"/>
                      <a:pt x="73" y="0"/>
                    </a:cubicBezTo>
                    <a:cubicBezTo>
                      <a:pt x="64" y="6"/>
                      <a:pt x="69" y="17"/>
                      <a:pt x="80" y="12"/>
                    </a:cubicBezTo>
                    <a:cubicBezTo>
                      <a:pt x="71" y="15"/>
                      <a:pt x="63" y="29"/>
                      <a:pt x="69" y="36"/>
                    </a:cubicBezTo>
                    <a:cubicBezTo>
                      <a:pt x="59" y="41"/>
                      <a:pt x="59" y="61"/>
                      <a:pt x="72" y="54"/>
                    </a:cubicBezTo>
                    <a:cubicBezTo>
                      <a:pt x="67" y="63"/>
                      <a:pt x="83" y="66"/>
                      <a:pt x="90" y="65"/>
                    </a:cubicBezTo>
                    <a:cubicBezTo>
                      <a:pt x="88" y="68"/>
                      <a:pt x="87" y="72"/>
                      <a:pt x="89" y="76"/>
                    </a:cubicBezTo>
                    <a:cubicBezTo>
                      <a:pt x="80" y="85"/>
                      <a:pt x="71" y="88"/>
                      <a:pt x="76" y="103"/>
                    </a:cubicBezTo>
                    <a:cubicBezTo>
                      <a:pt x="70" y="104"/>
                      <a:pt x="64" y="124"/>
                      <a:pt x="63" y="129"/>
                    </a:cubicBezTo>
                    <a:cubicBezTo>
                      <a:pt x="63" y="134"/>
                      <a:pt x="65" y="137"/>
                      <a:pt x="64" y="141"/>
                    </a:cubicBezTo>
                    <a:cubicBezTo>
                      <a:pt x="63" y="148"/>
                      <a:pt x="56" y="154"/>
                      <a:pt x="57" y="161"/>
                    </a:cubicBezTo>
                    <a:cubicBezTo>
                      <a:pt x="57" y="165"/>
                      <a:pt x="61" y="169"/>
                      <a:pt x="61" y="173"/>
                    </a:cubicBezTo>
                    <a:cubicBezTo>
                      <a:pt x="60" y="177"/>
                      <a:pt x="55" y="180"/>
                      <a:pt x="54" y="184"/>
                    </a:cubicBezTo>
                    <a:cubicBezTo>
                      <a:pt x="53" y="188"/>
                      <a:pt x="56" y="192"/>
                      <a:pt x="54" y="196"/>
                    </a:cubicBezTo>
                    <a:cubicBezTo>
                      <a:pt x="51" y="201"/>
                      <a:pt x="39" y="205"/>
                      <a:pt x="34" y="209"/>
                    </a:cubicBezTo>
                    <a:cubicBezTo>
                      <a:pt x="26" y="217"/>
                      <a:pt x="21" y="228"/>
                      <a:pt x="11" y="234"/>
                    </a:cubicBezTo>
                    <a:cubicBezTo>
                      <a:pt x="0" y="221"/>
                      <a:pt x="7" y="192"/>
                      <a:pt x="9" y="178"/>
                    </a:cubicBezTo>
                    <a:cubicBezTo>
                      <a:pt x="12" y="136"/>
                      <a:pt x="17" y="93"/>
                      <a:pt x="32" y="53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43" name="Freeform 33">
                <a:extLst>
                  <a:ext uri="{FF2B5EF4-FFF2-40B4-BE49-F238E27FC236}">
                    <a16:creationId xmlns:a16="http://schemas.microsoft.com/office/drawing/2014/main" id="{81D72F91-C39E-417F-B8DF-45E509233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584"/>
                <a:ext cx="300" cy="467"/>
              </a:xfrm>
              <a:custGeom>
                <a:avLst/>
                <a:gdLst>
                  <a:gd name="T0" fmla="*/ 1208 w 120"/>
                  <a:gd name="T1" fmla="*/ 0 h 175"/>
                  <a:gd name="T2" fmla="*/ 1283 w 120"/>
                  <a:gd name="T3" fmla="*/ 398 h 175"/>
                  <a:gd name="T4" fmla="*/ 1208 w 120"/>
                  <a:gd name="T5" fmla="*/ 934 h 175"/>
                  <a:gd name="T6" fmla="*/ 1063 w 120"/>
                  <a:gd name="T7" fmla="*/ 1425 h 175"/>
                  <a:gd name="T8" fmla="*/ 1188 w 120"/>
                  <a:gd name="T9" fmla="*/ 1788 h 175"/>
                  <a:gd name="T10" fmla="*/ 1375 w 120"/>
                  <a:gd name="T11" fmla="*/ 2015 h 175"/>
                  <a:gd name="T12" fmla="*/ 1488 w 120"/>
                  <a:gd name="T13" fmla="*/ 2378 h 175"/>
                  <a:gd name="T14" fmla="*/ 1720 w 120"/>
                  <a:gd name="T15" fmla="*/ 2586 h 175"/>
                  <a:gd name="T16" fmla="*/ 1813 w 120"/>
                  <a:gd name="T17" fmla="*/ 2813 h 175"/>
                  <a:gd name="T18" fmla="*/ 1550 w 120"/>
                  <a:gd name="T19" fmla="*/ 2983 h 175"/>
                  <a:gd name="T20" fmla="*/ 783 w 120"/>
                  <a:gd name="T21" fmla="*/ 3098 h 175"/>
                  <a:gd name="T22" fmla="*/ 33 w 120"/>
                  <a:gd name="T23" fmla="*/ 3213 h 175"/>
                  <a:gd name="T24" fmla="*/ 125 w 120"/>
                  <a:gd name="T25" fmla="*/ 2778 h 1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0" h="175">
                    <a:moveTo>
                      <a:pt x="77" y="0"/>
                    </a:moveTo>
                    <a:cubicBezTo>
                      <a:pt x="70" y="7"/>
                      <a:pt x="75" y="16"/>
                      <a:pt x="82" y="21"/>
                    </a:cubicBezTo>
                    <a:cubicBezTo>
                      <a:pt x="73" y="26"/>
                      <a:pt x="68" y="44"/>
                      <a:pt x="77" y="49"/>
                    </a:cubicBezTo>
                    <a:cubicBezTo>
                      <a:pt x="68" y="57"/>
                      <a:pt x="68" y="64"/>
                      <a:pt x="68" y="75"/>
                    </a:cubicBezTo>
                    <a:cubicBezTo>
                      <a:pt x="68" y="81"/>
                      <a:pt x="64" y="93"/>
                      <a:pt x="76" y="94"/>
                    </a:cubicBezTo>
                    <a:cubicBezTo>
                      <a:pt x="76" y="101"/>
                      <a:pt x="80" y="106"/>
                      <a:pt x="88" y="106"/>
                    </a:cubicBezTo>
                    <a:cubicBezTo>
                      <a:pt x="83" y="112"/>
                      <a:pt x="86" y="123"/>
                      <a:pt x="95" y="125"/>
                    </a:cubicBezTo>
                    <a:cubicBezTo>
                      <a:pt x="92" y="132"/>
                      <a:pt x="103" y="137"/>
                      <a:pt x="110" y="136"/>
                    </a:cubicBezTo>
                    <a:cubicBezTo>
                      <a:pt x="112" y="142"/>
                      <a:pt x="120" y="141"/>
                      <a:pt x="116" y="148"/>
                    </a:cubicBezTo>
                    <a:cubicBezTo>
                      <a:pt x="111" y="156"/>
                      <a:pt x="107" y="158"/>
                      <a:pt x="99" y="157"/>
                    </a:cubicBezTo>
                    <a:cubicBezTo>
                      <a:pt x="85" y="156"/>
                      <a:pt x="63" y="160"/>
                      <a:pt x="50" y="163"/>
                    </a:cubicBezTo>
                    <a:cubicBezTo>
                      <a:pt x="35" y="165"/>
                      <a:pt x="17" y="175"/>
                      <a:pt x="2" y="169"/>
                    </a:cubicBezTo>
                    <a:cubicBezTo>
                      <a:pt x="0" y="160"/>
                      <a:pt x="4" y="156"/>
                      <a:pt x="8" y="14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44" name="Freeform 34">
                <a:extLst>
                  <a:ext uri="{FF2B5EF4-FFF2-40B4-BE49-F238E27FC236}">
                    <a16:creationId xmlns:a16="http://schemas.microsoft.com/office/drawing/2014/main" id="{2D7DEEF6-1BA5-4536-8E79-1F7B980A4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576"/>
                <a:ext cx="80" cy="173"/>
              </a:xfrm>
              <a:custGeom>
                <a:avLst/>
                <a:gdLst>
                  <a:gd name="T0" fmla="*/ 488 w 32"/>
                  <a:gd name="T1" fmla="*/ 397 h 65"/>
                  <a:gd name="T2" fmla="*/ 300 w 32"/>
                  <a:gd name="T3" fmla="*/ 56 h 65"/>
                  <a:gd name="T4" fmla="*/ 0 w 32"/>
                  <a:gd name="T5" fmla="*/ 588 h 65"/>
                  <a:gd name="T6" fmla="*/ 250 w 32"/>
                  <a:gd name="T7" fmla="*/ 921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65">
                    <a:moveTo>
                      <a:pt x="31" y="21"/>
                    </a:moveTo>
                    <a:cubicBezTo>
                      <a:pt x="29" y="12"/>
                      <a:pt x="32" y="0"/>
                      <a:pt x="19" y="3"/>
                    </a:cubicBezTo>
                    <a:cubicBezTo>
                      <a:pt x="6" y="5"/>
                      <a:pt x="0" y="21"/>
                      <a:pt x="0" y="31"/>
                    </a:cubicBezTo>
                    <a:cubicBezTo>
                      <a:pt x="0" y="37"/>
                      <a:pt x="5" y="65"/>
                      <a:pt x="16" y="49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45" name="Freeform 35">
                <a:extLst>
                  <a:ext uri="{FF2B5EF4-FFF2-40B4-BE49-F238E27FC236}">
                    <a16:creationId xmlns:a16="http://schemas.microsoft.com/office/drawing/2014/main" id="{E7526AF5-E928-4130-84DC-FAA600075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949"/>
                <a:ext cx="395" cy="62"/>
              </a:xfrm>
              <a:custGeom>
                <a:avLst/>
                <a:gdLst>
                  <a:gd name="T0" fmla="*/ 1113 w 158"/>
                  <a:gd name="T1" fmla="*/ 59 h 23"/>
                  <a:gd name="T2" fmla="*/ 1438 w 158"/>
                  <a:gd name="T3" fmla="*/ 0 h 23"/>
                  <a:gd name="T4" fmla="*/ 1783 w 158"/>
                  <a:gd name="T5" fmla="*/ 116 h 23"/>
                  <a:gd name="T6" fmla="*/ 2470 w 158"/>
                  <a:gd name="T7" fmla="*/ 116 h 23"/>
                  <a:gd name="T8" fmla="*/ 1595 w 158"/>
                  <a:gd name="T9" fmla="*/ 369 h 23"/>
                  <a:gd name="T10" fmla="*/ 938 w 158"/>
                  <a:gd name="T11" fmla="*/ 415 h 23"/>
                  <a:gd name="T12" fmla="*/ 550 w 158"/>
                  <a:gd name="T13" fmla="*/ 369 h 23"/>
                  <a:gd name="T14" fmla="*/ 0 w 158"/>
                  <a:gd name="T15" fmla="*/ 36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8" h="23">
                    <a:moveTo>
                      <a:pt x="71" y="3"/>
                    </a:moveTo>
                    <a:cubicBezTo>
                      <a:pt x="77" y="2"/>
                      <a:pt x="86" y="0"/>
                      <a:pt x="92" y="0"/>
                    </a:cubicBezTo>
                    <a:cubicBezTo>
                      <a:pt x="100" y="1"/>
                      <a:pt x="106" y="6"/>
                      <a:pt x="114" y="6"/>
                    </a:cubicBezTo>
                    <a:cubicBezTo>
                      <a:pt x="128" y="7"/>
                      <a:pt x="146" y="8"/>
                      <a:pt x="158" y="6"/>
                    </a:cubicBezTo>
                    <a:cubicBezTo>
                      <a:pt x="139" y="8"/>
                      <a:pt x="121" y="17"/>
                      <a:pt x="102" y="19"/>
                    </a:cubicBezTo>
                    <a:cubicBezTo>
                      <a:pt x="88" y="21"/>
                      <a:pt x="74" y="23"/>
                      <a:pt x="60" y="21"/>
                    </a:cubicBezTo>
                    <a:cubicBezTo>
                      <a:pt x="51" y="20"/>
                      <a:pt x="44" y="19"/>
                      <a:pt x="35" y="19"/>
                    </a:cubicBezTo>
                    <a:cubicBezTo>
                      <a:pt x="25" y="18"/>
                      <a:pt x="9" y="21"/>
                      <a:pt x="0" y="19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46" name="Freeform 36">
                <a:extLst>
                  <a:ext uri="{FF2B5EF4-FFF2-40B4-BE49-F238E27FC236}">
                    <a16:creationId xmlns:a16="http://schemas.microsoft.com/office/drawing/2014/main" id="{D8BEB6BD-8421-4012-B70A-6532748F9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328"/>
                <a:ext cx="230" cy="139"/>
              </a:xfrm>
              <a:custGeom>
                <a:avLst/>
                <a:gdLst>
                  <a:gd name="T0" fmla="*/ 1438 w 92"/>
                  <a:gd name="T1" fmla="*/ 0 h 52"/>
                  <a:gd name="T2" fmla="*/ 0 w 92"/>
                  <a:gd name="T3" fmla="*/ 994 h 52"/>
                  <a:gd name="T4" fmla="*/ 1208 w 92"/>
                  <a:gd name="T5" fmla="*/ 457 h 52"/>
                  <a:gd name="T6" fmla="*/ 1438 w 92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2">
                    <a:moveTo>
                      <a:pt x="92" y="0"/>
                    </a:moveTo>
                    <a:cubicBezTo>
                      <a:pt x="75" y="11"/>
                      <a:pt x="13" y="46"/>
                      <a:pt x="0" y="52"/>
                    </a:cubicBezTo>
                    <a:cubicBezTo>
                      <a:pt x="18" y="43"/>
                      <a:pt x="61" y="28"/>
                      <a:pt x="77" y="24"/>
                    </a:cubicBezTo>
                    <a:cubicBezTo>
                      <a:pt x="59" y="27"/>
                      <a:pt x="53" y="31"/>
                      <a:pt x="92" y="0"/>
                    </a:cubicBezTo>
                    <a:close/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47" name="Freeform 37">
                <a:extLst>
                  <a:ext uri="{FF2B5EF4-FFF2-40B4-BE49-F238E27FC236}">
                    <a16:creationId xmlns:a16="http://schemas.microsoft.com/office/drawing/2014/main" id="{493F04FD-054B-49F0-BDC2-698871CFD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589"/>
                <a:ext cx="82" cy="32"/>
              </a:xfrm>
              <a:custGeom>
                <a:avLst/>
                <a:gdLst>
                  <a:gd name="T0" fmla="*/ 0 w 33"/>
                  <a:gd name="T1" fmla="*/ 227 h 12"/>
                  <a:gd name="T2" fmla="*/ 507 w 33"/>
                  <a:gd name="T3" fmla="*/ 0 h 12"/>
                  <a:gd name="T4" fmla="*/ 507 w 33"/>
                  <a:gd name="T5" fmla="*/ 77 h 12"/>
                  <a:gd name="T6" fmla="*/ 166 w 33"/>
                  <a:gd name="T7" fmla="*/ 17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2">
                    <a:moveTo>
                      <a:pt x="0" y="12"/>
                    </a:moveTo>
                    <a:cubicBezTo>
                      <a:pt x="10" y="7"/>
                      <a:pt x="22" y="4"/>
                      <a:pt x="33" y="0"/>
                    </a:cubicBezTo>
                    <a:cubicBezTo>
                      <a:pt x="30" y="1"/>
                      <a:pt x="30" y="3"/>
                      <a:pt x="33" y="4"/>
                    </a:cubicBezTo>
                    <a:cubicBezTo>
                      <a:pt x="27" y="5"/>
                      <a:pt x="17" y="5"/>
                      <a:pt x="11" y="9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48" name="Freeform 38">
                <a:extLst>
                  <a:ext uri="{FF2B5EF4-FFF2-40B4-BE49-F238E27FC236}">
                    <a16:creationId xmlns:a16="http://schemas.microsoft.com/office/drawing/2014/main" id="{8203C2BC-805D-4E4A-AE89-C7465EA26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152"/>
                <a:ext cx="140" cy="251"/>
              </a:xfrm>
              <a:custGeom>
                <a:avLst/>
                <a:gdLst>
                  <a:gd name="T0" fmla="*/ 0 w 56"/>
                  <a:gd name="T1" fmla="*/ 0 h 94"/>
                  <a:gd name="T2" fmla="*/ 595 w 56"/>
                  <a:gd name="T3" fmla="*/ 150 h 94"/>
                  <a:gd name="T4" fmla="*/ 708 w 56"/>
                  <a:gd name="T5" fmla="*/ 593 h 94"/>
                  <a:gd name="T6" fmla="*/ 875 w 56"/>
                  <a:gd name="T7" fmla="*/ 991 h 94"/>
                  <a:gd name="T8" fmla="*/ 863 w 56"/>
                  <a:gd name="T9" fmla="*/ 1426 h 94"/>
                  <a:gd name="T10" fmla="*/ 800 w 56"/>
                  <a:gd name="T11" fmla="*/ 1789 h 94"/>
                  <a:gd name="T12" fmla="*/ 220 w 56"/>
                  <a:gd name="T13" fmla="*/ 1482 h 94"/>
                  <a:gd name="T14" fmla="*/ 563 w 56"/>
                  <a:gd name="T15" fmla="*/ 1298 h 94"/>
                  <a:gd name="T16" fmla="*/ 313 w 56"/>
                  <a:gd name="T17" fmla="*/ 1140 h 94"/>
                  <a:gd name="T18" fmla="*/ 425 w 56"/>
                  <a:gd name="T19" fmla="*/ 593 h 94"/>
                  <a:gd name="T20" fmla="*/ 220 w 56"/>
                  <a:gd name="T21" fmla="*/ 93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94">
                    <a:moveTo>
                      <a:pt x="0" y="0"/>
                    </a:moveTo>
                    <a:cubicBezTo>
                      <a:pt x="12" y="8"/>
                      <a:pt x="28" y="2"/>
                      <a:pt x="38" y="8"/>
                    </a:cubicBezTo>
                    <a:cubicBezTo>
                      <a:pt x="30" y="15"/>
                      <a:pt x="40" y="25"/>
                      <a:pt x="45" y="31"/>
                    </a:cubicBezTo>
                    <a:cubicBezTo>
                      <a:pt x="36" y="40"/>
                      <a:pt x="50" y="47"/>
                      <a:pt x="56" y="52"/>
                    </a:cubicBezTo>
                    <a:cubicBezTo>
                      <a:pt x="44" y="58"/>
                      <a:pt x="49" y="67"/>
                      <a:pt x="55" y="75"/>
                    </a:cubicBezTo>
                    <a:cubicBezTo>
                      <a:pt x="47" y="75"/>
                      <a:pt x="46" y="90"/>
                      <a:pt x="51" y="94"/>
                    </a:cubicBezTo>
                    <a:cubicBezTo>
                      <a:pt x="39" y="90"/>
                      <a:pt x="28" y="81"/>
                      <a:pt x="14" y="78"/>
                    </a:cubicBezTo>
                    <a:cubicBezTo>
                      <a:pt x="21" y="79"/>
                      <a:pt x="39" y="78"/>
                      <a:pt x="36" y="68"/>
                    </a:cubicBezTo>
                    <a:cubicBezTo>
                      <a:pt x="34" y="65"/>
                      <a:pt x="23" y="62"/>
                      <a:pt x="20" y="60"/>
                    </a:cubicBezTo>
                    <a:cubicBezTo>
                      <a:pt x="29" y="55"/>
                      <a:pt x="30" y="41"/>
                      <a:pt x="27" y="31"/>
                    </a:cubicBezTo>
                    <a:cubicBezTo>
                      <a:pt x="26" y="26"/>
                      <a:pt x="21" y="7"/>
                      <a:pt x="14" y="5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49" name="Freeform 39">
                <a:extLst>
                  <a:ext uri="{FF2B5EF4-FFF2-40B4-BE49-F238E27FC236}">
                    <a16:creationId xmlns:a16="http://schemas.microsoft.com/office/drawing/2014/main" id="{0EE7FD53-EDFC-487E-8323-2174910AA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373"/>
                <a:ext cx="88" cy="120"/>
              </a:xfrm>
              <a:custGeom>
                <a:avLst/>
                <a:gdLst>
                  <a:gd name="T0" fmla="*/ 284 w 35"/>
                  <a:gd name="T1" fmla="*/ 149 h 45"/>
                  <a:gd name="T2" fmla="*/ 505 w 35"/>
                  <a:gd name="T3" fmla="*/ 376 h 45"/>
                  <a:gd name="T4" fmla="*/ 556 w 35"/>
                  <a:gd name="T5" fmla="*/ 661 h 45"/>
                  <a:gd name="T6" fmla="*/ 525 w 35"/>
                  <a:gd name="T7" fmla="*/ 853 h 45"/>
                  <a:gd name="T8" fmla="*/ 83 w 35"/>
                  <a:gd name="T9" fmla="*/ 512 h 45"/>
                  <a:gd name="T10" fmla="*/ 176 w 35"/>
                  <a:gd name="T11" fmla="*/ 376 h 45"/>
                  <a:gd name="T12" fmla="*/ 0 w 35"/>
                  <a:gd name="T13" fmla="*/ 0 h 45"/>
                  <a:gd name="T14" fmla="*/ 189 w 35"/>
                  <a:gd name="T15" fmla="*/ 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45">
                    <a:moveTo>
                      <a:pt x="18" y="8"/>
                    </a:moveTo>
                    <a:cubicBezTo>
                      <a:pt x="24" y="14"/>
                      <a:pt x="31" y="11"/>
                      <a:pt x="32" y="20"/>
                    </a:cubicBezTo>
                    <a:cubicBezTo>
                      <a:pt x="33" y="25"/>
                      <a:pt x="33" y="30"/>
                      <a:pt x="35" y="35"/>
                    </a:cubicBezTo>
                    <a:cubicBezTo>
                      <a:pt x="31" y="38"/>
                      <a:pt x="32" y="42"/>
                      <a:pt x="33" y="45"/>
                    </a:cubicBezTo>
                    <a:cubicBezTo>
                      <a:pt x="25" y="38"/>
                      <a:pt x="17" y="31"/>
                      <a:pt x="5" y="27"/>
                    </a:cubicBezTo>
                    <a:cubicBezTo>
                      <a:pt x="10" y="27"/>
                      <a:pt x="11" y="23"/>
                      <a:pt x="11" y="20"/>
                    </a:cubicBezTo>
                    <a:cubicBezTo>
                      <a:pt x="23" y="18"/>
                      <a:pt x="3" y="3"/>
                      <a:pt x="0" y="0"/>
                    </a:cubicBezTo>
                    <a:cubicBezTo>
                      <a:pt x="4" y="0"/>
                      <a:pt x="8" y="0"/>
                      <a:pt x="12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50" name="Freeform 40">
                <a:extLst>
                  <a:ext uri="{FF2B5EF4-FFF2-40B4-BE49-F238E27FC236}">
                    <a16:creationId xmlns:a16="http://schemas.microsoft.com/office/drawing/2014/main" id="{A76BA38B-9122-4A47-815B-DA5D6BF08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077"/>
                <a:ext cx="120" cy="102"/>
              </a:xfrm>
              <a:custGeom>
                <a:avLst/>
                <a:gdLst>
                  <a:gd name="T0" fmla="*/ 313 w 48"/>
                  <a:gd name="T1" fmla="*/ 735 h 38"/>
                  <a:gd name="T2" fmla="*/ 750 w 48"/>
                  <a:gd name="T3" fmla="*/ 642 h 38"/>
                  <a:gd name="T4" fmla="*/ 550 w 48"/>
                  <a:gd name="T5" fmla="*/ 309 h 38"/>
                  <a:gd name="T6" fmla="*/ 458 w 48"/>
                  <a:gd name="T7" fmla="*/ 0 h 38"/>
                  <a:gd name="T8" fmla="*/ 95 w 48"/>
                  <a:gd name="T9" fmla="*/ 56 h 38"/>
                  <a:gd name="T10" fmla="*/ 363 w 48"/>
                  <a:gd name="T11" fmla="*/ 193 h 38"/>
                  <a:gd name="T12" fmla="*/ 250 w 48"/>
                  <a:gd name="T13" fmla="*/ 330 h 38"/>
                  <a:gd name="T14" fmla="*/ 0 w 48"/>
                  <a:gd name="T15" fmla="*/ 62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8">
                    <a:moveTo>
                      <a:pt x="20" y="38"/>
                    </a:moveTo>
                    <a:cubicBezTo>
                      <a:pt x="24" y="34"/>
                      <a:pt x="42" y="36"/>
                      <a:pt x="48" y="33"/>
                    </a:cubicBezTo>
                    <a:cubicBezTo>
                      <a:pt x="38" y="30"/>
                      <a:pt x="28" y="26"/>
                      <a:pt x="35" y="16"/>
                    </a:cubicBezTo>
                    <a:cubicBezTo>
                      <a:pt x="28" y="13"/>
                      <a:pt x="27" y="5"/>
                      <a:pt x="29" y="0"/>
                    </a:cubicBezTo>
                    <a:cubicBezTo>
                      <a:pt x="22" y="3"/>
                      <a:pt x="14" y="3"/>
                      <a:pt x="6" y="3"/>
                    </a:cubicBezTo>
                    <a:cubicBezTo>
                      <a:pt x="12" y="3"/>
                      <a:pt x="21" y="3"/>
                      <a:pt x="23" y="10"/>
                    </a:cubicBezTo>
                    <a:cubicBezTo>
                      <a:pt x="24" y="13"/>
                      <a:pt x="21" y="17"/>
                      <a:pt x="16" y="17"/>
                    </a:cubicBezTo>
                    <a:cubicBezTo>
                      <a:pt x="28" y="25"/>
                      <a:pt x="5" y="29"/>
                      <a:pt x="0" y="32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51" name="Freeform 41">
                <a:extLst>
                  <a:ext uri="{FF2B5EF4-FFF2-40B4-BE49-F238E27FC236}">
                    <a16:creationId xmlns:a16="http://schemas.microsoft.com/office/drawing/2014/main" id="{162C4C3C-1D3F-4D1E-A026-E7AB83932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448"/>
                <a:ext cx="122" cy="605"/>
              </a:xfrm>
              <a:custGeom>
                <a:avLst/>
                <a:gdLst>
                  <a:gd name="T0" fmla="*/ 383 w 49"/>
                  <a:gd name="T1" fmla="*/ 248 h 227"/>
                  <a:gd name="T2" fmla="*/ 466 w 49"/>
                  <a:gd name="T3" fmla="*/ 376 h 227"/>
                  <a:gd name="T4" fmla="*/ 446 w 49"/>
                  <a:gd name="T5" fmla="*/ 512 h 227"/>
                  <a:gd name="T6" fmla="*/ 478 w 49"/>
                  <a:gd name="T7" fmla="*/ 853 h 227"/>
                  <a:gd name="T8" fmla="*/ 446 w 49"/>
                  <a:gd name="T9" fmla="*/ 1327 h 227"/>
                  <a:gd name="T10" fmla="*/ 416 w 49"/>
                  <a:gd name="T11" fmla="*/ 1455 h 227"/>
                  <a:gd name="T12" fmla="*/ 416 w 49"/>
                  <a:gd name="T13" fmla="*/ 1706 h 227"/>
                  <a:gd name="T14" fmla="*/ 558 w 49"/>
                  <a:gd name="T15" fmla="*/ 1967 h 227"/>
                  <a:gd name="T16" fmla="*/ 558 w 49"/>
                  <a:gd name="T17" fmla="*/ 2367 h 227"/>
                  <a:gd name="T18" fmla="*/ 558 w 49"/>
                  <a:gd name="T19" fmla="*/ 2628 h 227"/>
                  <a:gd name="T20" fmla="*/ 590 w 49"/>
                  <a:gd name="T21" fmla="*/ 2649 h 227"/>
                  <a:gd name="T22" fmla="*/ 540 w 49"/>
                  <a:gd name="T23" fmla="*/ 2705 h 227"/>
                  <a:gd name="T24" fmla="*/ 540 w 49"/>
                  <a:gd name="T25" fmla="*/ 2684 h 227"/>
                  <a:gd name="T26" fmla="*/ 757 w 49"/>
                  <a:gd name="T27" fmla="*/ 2764 h 227"/>
                  <a:gd name="T28" fmla="*/ 744 w 49"/>
                  <a:gd name="T29" fmla="*/ 3105 h 227"/>
                  <a:gd name="T30" fmla="*/ 603 w 49"/>
                  <a:gd name="T31" fmla="*/ 3331 h 227"/>
                  <a:gd name="T32" fmla="*/ 603 w 49"/>
                  <a:gd name="T33" fmla="*/ 3331 h 227"/>
                  <a:gd name="T34" fmla="*/ 632 w 49"/>
                  <a:gd name="T35" fmla="*/ 3694 h 227"/>
                  <a:gd name="T36" fmla="*/ 558 w 49"/>
                  <a:gd name="T37" fmla="*/ 3921 h 227"/>
                  <a:gd name="T38" fmla="*/ 540 w 49"/>
                  <a:gd name="T39" fmla="*/ 4091 h 227"/>
                  <a:gd name="T40" fmla="*/ 590 w 49"/>
                  <a:gd name="T41" fmla="*/ 4296 h 227"/>
                  <a:gd name="T42" fmla="*/ 167 w 49"/>
                  <a:gd name="T43" fmla="*/ 4184 h 227"/>
                  <a:gd name="T44" fmla="*/ 291 w 49"/>
                  <a:gd name="T45" fmla="*/ 3979 h 227"/>
                  <a:gd name="T46" fmla="*/ 279 w 49"/>
                  <a:gd name="T47" fmla="*/ 3787 h 227"/>
                  <a:gd name="T48" fmla="*/ 0 w 49"/>
                  <a:gd name="T49" fmla="*/ 3366 h 227"/>
                  <a:gd name="T50" fmla="*/ 229 w 49"/>
                  <a:gd name="T51" fmla="*/ 3217 h 227"/>
                  <a:gd name="T52" fmla="*/ 199 w 49"/>
                  <a:gd name="T53" fmla="*/ 2913 h 227"/>
                  <a:gd name="T54" fmla="*/ 261 w 49"/>
                  <a:gd name="T55" fmla="*/ 2628 h 227"/>
                  <a:gd name="T56" fmla="*/ 229 w 49"/>
                  <a:gd name="T57" fmla="*/ 2345 h 227"/>
                  <a:gd name="T58" fmla="*/ 321 w 49"/>
                  <a:gd name="T59" fmla="*/ 2124 h 227"/>
                  <a:gd name="T60" fmla="*/ 321 w 49"/>
                  <a:gd name="T61" fmla="*/ 1839 h 227"/>
                  <a:gd name="T62" fmla="*/ 92 w 49"/>
                  <a:gd name="T63" fmla="*/ 1386 h 227"/>
                  <a:gd name="T64" fmla="*/ 167 w 49"/>
                  <a:gd name="T65" fmla="*/ 1023 h 227"/>
                  <a:gd name="T66" fmla="*/ 62 w 49"/>
                  <a:gd name="T67" fmla="*/ 477 h 227"/>
                  <a:gd name="T68" fmla="*/ 42 w 49"/>
                  <a:gd name="T69" fmla="*/ 0 h 2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9" h="227">
                    <a:moveTo>
                      <a:pt x="25" y="13"/>
                    </a:moveTo>
                    <a:cubicBezTo>
                      <a:pt x="26" y="16"/>
                      <a:pt x="29" y="17"/>
                      <a:pt x="30" y="20"/>
                    </a:cubicBezTo>
                    <a:cubicBezTo>
                      <a:pt x="32" y="23"/>
                      <a:pt x="30" y="23"/>
                      <a:pt x="29" y="27"/>
                    </a:cubicBezTo>
                    <a:cubicBezTo>
                      <a:pt x="28" y="33"/>
                      <a:pt x="27" y="40"/>
                      <a:pt x="31" y="45"/>
                    </a:cubicBezTo>
                    <a:cubicBezTo>
                      <a:pt x="16" y="46"/>
                      <a:pt x="29" y="65"/>
                      <a:pt x="29" y="70"/>
                    </a:cubicBezTo>
                    <a:cubicBezTo>
                      <a:pt x="29" y="72"/>
                      <a:pt x="27" y="75"/>
                      <a:pt x="27" y="77"/>
                    </a:cubicBezTo>
                    <a:cubicBezTo>
                      <a:pt x="26" y="82"/>
                      <a:pt x="26" y="86"/>
                      <a:pt x="27" y="90"/>
                    </a:cubicBezTo>
                    <a:cubicBezTo>
                      <a:pt x="29" y="95"/>
                      <a:pt x="32" y="100"/>
                      <a:pt x="36" y="104"/>
                    </a:cubicBezTo>
                    <a:cubicBezTo>
                      <a:pt x="27" y="106"/>
                      <a:pt x="32" y="121"/>
                      <a:pt x="36" y="125"/>
                    </a:cubicBezTo>
                    <a:cubicBezTo>
                      <a:pt x="29" y="127"/>
                      <a:pt x="36" y="135"/>
                      <a:pt x="36" y="139"/>
                    </a:cubicBezTo>
                    <a:cubicBezTo>
                      <a:pt x="37" y="139"/>
                      <a:pt x="37" y="140"/>
                      <a:pt x="38" y="140"/>
                    </a:cubicBezTo>
                    <a:cubicBezTo>
                      <a:pt x="37" y="141"/>
                      <a:pt x="36" y="143"/>
                      <a:pt x="35" y="143"/>
                    </a:cubicBezTo>
                    <a:cubicBezTo>
                      <a:pt x="35" y="143"/>
                      <a:pt x="35" y="143"/>
                      <a:pt x="35" y="142"/>
                    </a:cubicBezTo>
                    <a:cubicBezTo>
                      <a:pt x="40" y="143"/>
                      <a:pt x="45" y="144"/>
                      <a:pt x="49" y="146"/>
                    </a:cubicBezTo>
                    <a:cubicBezTo>
                      <a:pt x="35" y="148"/>
                      <a:pt x="44" y="157"/>
                      <a:pt x="48" y="164"/>
                    </a:cubicBezTo>
                    <a:cubicBezTo>
                      <a:pt x="40" y="165"/>
                      <a:pt x="33" y="169"/>
                      <a:pt x="39" y="176"/>
                    </a:cubicBezTo>
                    <a:cubicBezTo>
                      <a:pt x="39" y="176"/>
                      <a:pt x="39" y="176"/>
                      <a:pt x="39" y="176"/>
                    </a:cubicBezTo>
                    <a:cubicBezTo>
                      <a:pt x="29" y="178"/>
                      <a:pt x="38" y="193"/>
                      <a:pt x="41" y="195"/>
                    </a:cubicBezTo>
                    <a:cubicBezTo>
                      <a:pt x="32" y="195"/>
                      <a:pt x="33" y="203"/>
                      <a:pt x="36" y="207"/>
                    </a:cubicBezTo>
                    <a:cubicBezTo>
                      <a:pt x="32" y="209"/>
                      <a:pt x="32" y="213"/>
                      <a:pt x="35" y="216"/>
                    </a:cubicBezTo>
                    <a:cubicBezTo>
                      <a:pt x="32" y="219"/>
                      <a:pt x="36" y="224"/>
                      <a:pt x="38" y="227"/>
                    </a:cubicBezTo>
                    <a:cubicBezTo>
                      <a:pt x="31" y="223"/>
                      <a:pt x="20" y="223"/>
                      <a:pt x="11" y="221"/>
                    </a:cubicBezTo>
                    <a:cubicBezTo>
                      <a:pt x="17" y="219"/>
                      <a:pt x="22" y="216"/>
                      <a:pt x="19" y="210"/>
                    </a:cubicBezTo>
                    <a:cubicBezTo>
                      <a:pt x="25" y="208"/>
                      <a:pt x="24" y="201"/>
                      <a:pt x="18" y="200"/>
                    </a:cubicBezTo>
                    <a:cubicBezTo>
                      <a:pt x="30" y="196"/>
                      <a:pt x="3" y="181"/>
                      <a:pt x="0" y="178"/>
                    </a:cubicBezTo>
                    <a:cubicBezTo>
                      <a:pt x="4" y="179"/>
                      <a:pt x="22" y="177"/>
                      <a:pt x="15" y="170"/>
                    </a:cubicBezTo>
                    <a:cubicBezTo>
                      <a:pt x="30" y="168"/>
                      <a:pt x="15" y="158"/>
                      <a:pt x="13" y="154"/>
                    </a:cubicBezTo>
                    <a:cubicBezTo>
                      <a:pt x="21" y="152"/>
                      <a:pt x="23" y="144"/>
                      <a:pt x="17" y="139"/>
                    </a:cubicBezTo>
                    <a:cubicBezTo>
                      <a:pt x="25" y="139"/>
                      <a:pt x="18" y="127"/>
                      <a:pt x="15" y="124"/>
                    </a:cubicBezTo>
                    <a:cubicBezTo>
                      <a:pt x="23" y="122"/>
                      <a:pt x="21" y="117"/>
                      <a:pt x="21" y="112"/>
                    </a:cubicBezTo>
                    <a:cubicBezTo>
                      <a:pt x="21" y="107"/>
                      <a:pt x="22" y="102"/>
                      <a:pt x="21" y="97"/>
                    </a:cubicBezTo>
                    <a:cubicBezTo>
                      <a:pt x="20" y="88"/>
                      <a:pt x="12" y="80"/>
                      <a:pt x="6" y="73"/>
                    </a:cubicBezTo>
                    <a:cubicBezTo>
                      <a:pt x="11" y="69"/>
                      <a:pt x="13" y="60"/>
                      <a:pt x="11" y="54"/>
                    </a:cubicBezTo>
                    <a:cubicBezTo>
                      <a:pt x="25" y="50"/>
                      <a:pt x="9" y="30"/>
                      <a:pt x="4" y="25"/>
                    </a:cubicBezTo>
                    <a:cubicBezTo>
                      <a:pt x="9" y="20"/>
                      <a:pt x="6" y="6"/>
                      <a:pt x="3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52" name="Freeform 42">
                <a:extLst>
                  <a:ext uri="{FF2B5EF4-FFF2-40B4-BE49-F238E27FC236}">
                    <a16:creationId xmlns:a16="http://schemas.microsoft.com/office/drawing/2014/main" id="{2974B738-32C9-457B-82DD-926136765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509"/>
                <a:ext cx="845" cy="510"/>
              </a:xfrm>
              <a:custGeom>
                <a:avLst/>
                <a:gdLst>
                  <a:gd name="T0" fmla="*/ 0 w 338"/>
                  <a:gd name="T1" fmla="*/ 3578 h 191"/>
                  <a:gd name="T2" fmla="*/ 5283 w 338"/>
                  <a:gd name="T3" fmla="*/ 0 h 191"/>
                  <a:gd name="T4" fmla="*/ 283 w 338"/>
                  <a:gd name="T5" fmla="*/ 3487 h 1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8" h="191">
                    <a:moveTo>
                      <a:pt x="0" y="188"/>
                    </a:moveTo>
                    <a:cubicBezTo>
                      <a:pt x="48" y="191"/>
                      <a:pt x="285" y="151"/>
                      <a:pt x="338" y="0"/>
                    </a:cubicBezTo>
                    <a:cubicBezTo>
                      <a:pt x="327" y="17"/>
                      <a:pt x="231" y="159"/>
                      <a:pt x="18" y="183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53" name="Freeform 43">
                <a:extLst>
                  <a:ext uri="{FF2B5EF4-FFF2-40B4-BE49-F238E27FC236}">
                    <a16:creationId xmlns:a16="http://schemas.microsoft.com/office/drawing/2014/main" id="{0669615D-6F75-4A90-8DF7-77EDD58F8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968"/>
                <a:ext cx="440" cy="139"/>
              </a:xfrm>
              <a:custGeom>
                <a:avLst/>
                <a:gdLst>
                  <a:gd name="T0" fmla="*/ 250 w 176"/>
                  <a:gd name="T1" fmla="*/ 765 h 52"/>
                  <a:gd name="T2" fmla="*/ 708 w 176"/>
                  <a:gd name="T3" fmla="*/ 687 h 52"/>
                  <a:gd name="T4" fmla="*/ 1283 w 176"/>
                  <a:gd name="T5" fmla="*/ 687 h 52"/>
                  <a:gd name="T6" fmla="*/ 1033 w 176"/>
                  <a:gd name="T7" fmla="*/ 535 h 52"/>
                  <a:gd name="T8" fmla="*/ 1333 w 176"/>
                  <a:gd name="T9" fmla="*/ 457 h 52"/>
                  <a:gd name="T10" fmla="*/ 1283 w 176"/>
                  <a:gd name="T11" fmla="*/ 422 h 52"/>
                  <a:gd name="T12" fmla="*/ 1813 w 176"/>
                  <a:gd name="T13" fmla="*/ 364 h 52"/>
                  <a:gd name="T14" fmla="*/ 2750 w 176"/>
                  <a:gd name="T15" fmla="*/ 0 h 52"/>
                  <a:gd name="T16" fmla="*/ 958 w 176"/>
                  <a:gd name="T17" fmla="*/ 307 h 52"/>
                  <a:gd name="T18" fmla="*/ 345 w 176"/>
                  <a:gd name="T19" fmla="*/ 535 h 52"/>
                  <a:gd name="T20" fmla="*/ 145 w 176"/>
                  <a:gd name="T21" fmla="*/ 671 h 52"/>
                  <a:gd name="T22" fmla="*/ 0 w 176"/>
                  <a:gd name="T23" fmla="*/ 994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6" h="52">
                    <a:moveTo>
                      <a:pt x="16" y="40"/>
                    </a:moveTo>
                    <a:cubicBezTo>
                      <a:pt x="24" y="33"/>
                      <a:pt x="34" y="36"/>
                      <a:pt x="45" y="36"/>
                    </a:cubicBezTo>
                    <a:cubicBezTo>
                      <a:pt x="57" y="37"/>
                      <a:pt x="70" y="36"/>
                      <a:pt x="82" y="36"/>
                    </a:cubicBezTo>
                    <a:cubicBezTo>
                      <a:pt x="78" y="35"/>
                      <a:pt x="63" y="34"/>
                      <a:pt x="66" y="28"/>
                    </a:cubicBezTo>
                    <a:cubicBezTo>
                      <a:pt x="68" y="23"/>
                      <a:pt x="81" y="24"/>
                      <a:pt x="85" y="24"/>
                    </a:cubicBezTo>
                    <a:cubicBezTo>
                      <a:pt x="83" y="24"/>
                      <a:pt x="83" y="23"/>
                      <a:pt x="82" y="22"/>
                    </a:cubicBezTo>
                    <a:cubicBezTo>
                      <a:pt x="91" y="17"/>
                      <a:pt x="106" y="20"/>
                      <a:pt x="116" y="19"/>
                    </a:cubicBezTo>
                    <a:cubicBezTo>
                      <a:pt x="138" y="17"/>
                      <a:pt x="158" y="12"/>
                      <a:pt x="176" y="0"/>
                    </a:cubicBezTo>
                    <a:cubicBezTo>
                      <a:pt x="139" y="11"/>
                      <a:pt x="98" y="5"/>
                      <a:pt x="61" y="16"/>
                    </a:cubicBezTo>
                    <a:cubicBezTo>
                      <a:pt x="48" y="19"/>
                      <a:pt x="35" y="23"/>
                      <a:pt x="22" y="28"/>
                    </a:cubicBezTo>
                    <a:cubicBezTo>
                      <a:pt x="17" y="30"/>
                      <a:pt x="13" y="32"/>
                      <a:pt x="9" y="35"/>
                    </a:cubicBezTo>
                    <a:cubicBezTo>
                      <a:pt x="4" y="40"/>
                      <a:pt x="3" y="46"/>
                      <a:pt x="0" y="52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54" name="Freeform 44">
                <a:extLst>
                  <a:ext uri="{FF2B5EF4-FFF2-40B4-BE49-F238E27FC236}">
                    <a16:creationId xmlns:a16="http://schemas.microsoft.com/office/drawing/2014/main" id="{15BD73F1-0AF3-4162-8F90-804C67D69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883"/>
                <a:ext cx="115" cy="90"/>
              </a:xfrm>
              <a:custGeom>
                <a:avLst/>
                <a:gdLst>
                  <a:gd name="T0" fmla="*/ 613 w 46"/>
                  <a:gd name="T1" fmla="*/ 34 h 34"/>
                  <a:gd name="T2" fmla="*/ 720 w 46"/>
                  <a:gd name="T3" fmla="*/ 0 h 34"/>
                  <a:gd name="T4" fmla="*/ 425 w 46"/>
                  <a:gd name="T5" fmla="*/ 408 h 34"/>
                  <a:gd name="T6" fmla="*/ 0 w 46"/>
                  <a:gd name="T7" fmla="*/ 63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4">
                    <a:moveTo>
                      <a:pt x="39" y="2"/>
                    </a:moveTo>
                    <a:cubicBezTo>
                      <a:pt x="41" y="2"/>
                      <a:pt x="44" y="1"/>
                      <a:pt x="46" y="0"/>
                    </a:cubicBezTo>
                    <a:cubicBezTo>
                      <a:pt x="45" y="8"/>
                      <a:pt x="34" y="18"/>
                      <a:pt x="27" y="22"/>
                    </a:cubicBezTo>
                    <a:cubicBezTo>
                      <a:pt x="19" y="27"/>
                      <a:pt x="9" y="34"/>
                      <a:pt x="0" y="34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55" name="Freeform 45">
                <a:extLst>
                  <a:ext uri="{FF2B5EF4-FFF2-40B4-BE49-F238E27FC236}">
                    <a16:creationId xmlns:a16="http://schemas.microsoft.com/office/drawing/2014/main" id="{432A53F1-F300-4417-AA7B-23E367050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939"/>
                <a:ext cx="195" cy="101"/>
              </a:xfrm>
              <a:custGeom>
                <a:avLst/>
                <a:gdLst>
                  <a:gd name="T0" fmla="*/ 1188 w 78"/>
                  <a:gd name="T1" fmla="*/ 0 h 38"/>
                  <a:gd name="T2" fmla="*/ 563 w 78"/>
                  <a:gd name="T3" fmla="*/ 622 h 38"/>
                  <a:gd name="T4" fmla="*/ 283 w 78"/>
                  <a:gd name="T5" fmla="*/ 691 h 38"/>
                  <a:gd name="T6" fmla="*/ 0 w 78"/>
                  <a:gd name="T7" fmla="*/ 71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38">
                    <a:moveTo>
                      <a:pt x="76" y="0"/>
                    </a:moveTo>
                    <a:cubicBezTo>
                      <a:pt x="78" y="8"/>
                      <a:pt x="43" y="30"/>
                      <a:pt x="36" y="33"/>
                    </a:cubicBezTo>
                    <a:cubicBezTo>
                      <a:pt x="30" y="35"/>
                      <a:pt x="24" y="37"/>
                      <a:pt x="18" y="37"/>
                    </a:cubicBezTo>
                    <a:cubicBezTo>
                      <a:pt x="12" y="38"/>
                      <a:pt x="6" y="37"/>
                      <a:pt x="0" y="38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56" name="Freeform 46">
                <a:extLst>
                  <a:ext uri="{FF2B5EF4-FFF2-40B4-BE49-F238E27FC236}">
                    <a16:creationId xmlns:a16="http://schemas.microsoft.com/office/drawing/2014/main" id="{2194B8D6-002D-4AEA-A623-37EE7504C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864"/>
                <a:ext cx="340" cy="53"/>
              </a:xfrm>
              <a:custGeom>
                <a:avLst/>
                <a:gdLst>
                  <a:gd name="T0" fmla="*/ 220 w 136"/>
                  <a:gd name="T1" fmla="*/ 371 h 20"/>
                  <a:gd name="T2" fmla="*/ 2125 w 136"/>
                  <a:gd name="T3" fmla="*/ 0 h 20"/>
                  <a:gd name="T4" fmla="*/ 1313 w 136"/>
                  <a:gd name="T5" fmla="*/ 111 h 20"/>
                  <a:gd name="T6" fmla="*/ 175 w 136"/>
                  <a:gd name="T7" fmla="*/ 111 h 20"/>
                  <a:gd name="T8" fmla="*/ 0 w 136"/>
                  <a:gd name="T9" fmla="*/ 23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20">
                    <a:moveTo>
                      <a:pt x="14" y="20"/>
                    </a:moveTo>
                    <a:cubicBezTo>
                      <a:pt x="42" y="19"/>
                      <a:pt x="107" y="5"/>
                      <a:pt x="136" y="0"/>
                    </a:cubicBezTo>
                    <a:cubicBezTo>
                      <a:pt x="136" y="0"/>
                      <a:pt x="122" y="1"/>
                      <a:pt x="84" y="6"/>
                    </a:cubicBezTo>
                    <a:cubicBezTo>
                      <a:pt x="46" y="11"/>
                      <a:pt x="12" y="17"/>
                      <a:pt x="11" y="6"/>
                    </a:cubicBezTo>
                    <a:cubicBezTo>
                      <a:pt x="0" y="13"/>
                      <a:pt x="0" y="13"/>
                      <a:pt x="0" y="13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57" name="Freeform 47">
                <a:extLst>
                  <a:ext uri="{FF2B5EF4-FFF2-40B4-BE49-F238E27FC236}">
                    <a16:creationId xmlns:a16="http://schemas.microsoft.com/office/drawing/2014/main" id="{6BF905AD-8A30-46A9-B750-BDB7DF756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888"/>
                <a:ext cx="345" cy="72"/>
              </a:xfrm>
              <a:custGeom>
                <a:avLst/>
                <a:gdLst>
                  <a:gd name="T0" fmla="*/ 375 w 138"/>
                  <a:gd name="T1" fmla="*/ 435 h 27"/>
                  <a:gd name="T2" fmla="*/ 2158 w 138"/>
                  <a:gd name="T3" fmla="*/ 115 h 27"/>
                  <a:gd name="T4" fmla="*/ 175 w 138"/>
                  <a:gd name="T5" fmla="*/ 205 h 27"/>
                  <a:gd name="T6" fmla="*/ 33 w 138"/>
                  <a:gd name="T7" fmla="*/ 376 h 27"/>
                  <a:gd name="T8" fmla="*/ 345 w 138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27">
                    <a:moveTo>
                      <a:pt x="24" y="23"/>
                    </a:moveTo>
                    <a:cubicBezTo>
                      <a:pt x="38" y="23"/>
                      <a:pt x="104" y="16"/>
                      <a:pt x="138" y="6"/>
                    </a:cubicBezTo>
                    <a:cubicBezTo>
                      <a:pt x="124" y="8"/>
                      <a:pt x="22" y="22"/>
                      <a:pt x="11" y="11"/>
                    </a:cubicBezTo>
                    <a:cubicBezTo>
                      <a:pt x="0" y="0"/>
                      <a:pt x="2" y="20"/>
                      <a:pt x="2" y="20"/>
                    </a:cubicBezTo>
                    <a:cubicBezTo>
                      <a:pt x="22" y="27"/>
                      <a:pt x="22" y="27"/>
                      <a:pt x="22" y="27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58" name="Freeform 48">
                <a:extLst>
                  <a:ext uri="{FF2B5EF4-FFF2-40B4-BE49-F238E27FC236}">
                    <a16:creationId xmlns:a16="http://schemas.microsoft.com/office/drawing/2014/main" id="{66B5A73F-029B-4B19-916F-96318B9A4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781"/>
                <a:ext cx="272" cy="94"/>
              </a:xfrm>
              <a:custGeom>
                <a:avLst/>
                <a:gdLst>
                  <a:gd name="T0" fmla="*/ 217 w 109"/>
                  <a:gd name="T1" fmla="*/ 677 h 35"/>
                  <a:gd name="T2" fmla="*/ 1694 w 109"/>
                  <a:gd name="T3" fmla="*/ 0 h 35"/>
                  <a:gd name="T4" fmla="*/ 542 w 109"/>
                  <a:gd name="T5" fmla="*/ 389 h 35"/>
                  <a:gd name="T6" fmla="*/ 105 w 109"/>
                  <a:gd name="T7" fmla="*/ 389 h 35"/>
                  <a:gd name="T8" fmla="*/ 0 w 109"/>
                  <a:gd name="T9" fmla="*/ 52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35">
                    <a:moveTo>
                      <a:pt x="14" y="35"/>
                    </a:moveTo>
                    <a:cubicBezTo>
                      <a:pt x="35" y="27"/>
                      <a:pt x="93" y="5"/>
                      <a:pt x="109" y="0"/>
                    </a:cubicBezTo>
                    <a:cubicBezTo>
                      <a:pt x="91" y="1"/>
                      <a:pt x="60" y="12"/>
                      <a:pt x="35" y="20"/>
                    </a:cubicBezTo>
                    <a:cubicBezTo>
                      <a:pt x="9" y="28"/>
                      <a:pt x="7" y="20"/>
                      <a:pt x="7" y="20"/>
                    </a:cubicBezTo>
                    <a:cubicBezTo>
                      <a:pt x="0" y="27"/>
                      <a:pt x="0" y="27"/>
                      <a:pt x="0" y="27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59" name="Freeform 49">
                <a:extLst>
                  <a:ext uri="{FF2B5EF4-FFF2-40B4-BE49-F238E27FC236}">
                    <a16:creationId xmlns:a16="http://schemas.microsoft.com/office/drawing/2014/main" id="{F708ED90-082C-41F7-B0AB-902DE3B8C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781"/>
                <a:ext cx="165" cy="59"/>
              </a:xfrm>
              <a:custGeom>
                <a:avLst/>
                <a:gdLst>
                  <a:gd name="T0" fmla="*/ 33 w 66"/>
                  <a:gd name="T1" fmla="*/ 424 h 22"/>
                  <a:gd name="T2" fmla="*/ 1033 w 66"/>
                  <a:gd name="T3" fmla="*/ 0 h 22"/>
                  <a:gd name="T4" fmla="*/ 0 w 66"/>
                  <a:gd name="T5" fmla="*/ 1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2" y="22"/>
                    </a:moveTo>
                    <a:cubicBezTo>
                      <a:pt x="24" y="12"/>
                      <a:pt x="58" y="3"/>
                      <a:pt x="66" y="0"/>
                    </a:cubicBezTo>
                    <a:cubicBezTo>
                      <a:pt x="51" y="2"/>
                      <a:pt x="2" y="21"/>
                      <a:pt x="0" y="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60" name="Freeform 50">
                <a:extLst>
                  <a:ext uri="{FF2B5EF4-FFF2-40B4-BE49-F238E27FC236}">
                    <a16:creationId xmlns:a16="http://schemas.microsoft.com/office/drawing/2014/main" id="{4E350982-01E8-421E-BAF7-DA9B4824E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693"/>
                <a:ext cx="178" cy="96"/>
              </a:xfrm>
              <a:custGeom>
                <a:avLst/>
                <a:gdLst>
                  <a:gd name="T0" fmla="*/ 95 w 71"/>
                  <a:gd name="T1" fmla="*/ 683 h 36"/>
                  <a:gd name="T2" fmla="*/ 1118 w 71"/>
                  <a:gd name="T3" fmla="*/ 171 h 36"/>
                  <a:gd name="T4" fmla="*/ 188 w 71"/>
                  <a:gd name="T5" fmla="*/ 320 h 36"/>
                  <a:gd name="T6" fmla="*/ 0 w 71"/>
                  <a:gd name="T7" fmla="*/ 43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36">
                    <a:moveTo>
                      <a:pt x="6" y="36"/>
                    </a:moveTo>
                    <a:cubicBezTo>
                      <a:pt x="27" y="25"/>
                      <a:pt x="71" y="9"/>
                      <a:pt x="71" y="9"/>
                    </a:cubicBezTo>
                    <a:cubicBezTo>
                      <a:pt x="51" y="15"/>
                      <a:pt x="8" y="33"/>
                      <a:pt x="12" y="17"/>
                    </a:cubicBezTo>
                    <a:cubicBezTo>
                      <a:pt x="16" y="0"/>
                      <a:pt x="0" y="23"/>
                      <a:pt x="0" y="23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61" name="Freeform 51">
                <a:extLst>
                  <a:ext uri="{FF2B5EF4-FFF2-40B4-BE49-F238E27FC236}">
                    <a16:creationId xmlns:a16="http://schemas.microsoft.com/office/drawing/2014/main" id="{768816E1-66FD-4043-950A-B4195E57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1800"/>
                <a:ext cx="905" cy="445"/>
              </a:xfrm>
              <a:custGeom>
                <a:avLst/>
                <a:gdLst>
                  <a:gd name="T0" fmla="*/ 0 w 362"/>
                  <a:gd name="T1" fmla="*/ 0 h 167"/>
                  <a:gd name="T2" fmla="*/ 2063 w 362"/>
                  <a:gd name="T3" fmla="*/ 1114 h 167"/>
                  <a:gd name="T4" fmla="*/ 4550 w 362"/>
                  <a:gd name="T5" fmla="*/ 1514 h 167"/>
                  <a:gd name="T6" fmla="*/ 5658 w 362"/>
                  <a:gd name="T7" fmla="*/ 1705 h 167"/>
                  <a:gd name="T8" fmla="*/ 5595 w 362"/>
                  <a:gd name="T9" fmla="*/ 1911 h 167"/>
                  <a:gd name="T10" fmla="*/ 5345 w 362"/>
                  <a:gd name="T11" fmla="*/ 2308 h 167"/>
                  <a:gd name="T12" fmla="*/ 4470 w 362"/>
                  <a:gd name="T13" fmla="*/ 2875 h 167"/>
                  <a:gd name="T14" fmla="*/ 3208 w 362"/>
                  <a:gd name="T15" fmla="*/ 3011 h 167"/>
                  <a:gd name="T16" fmla="*/ 2458 w 362"/>
                  <a:gd name="T17" fmla="*/ 2785 h 167"/>
                  <a:gd name="T18" fmla="*/ 1708 w 362"/>
                  <a:gd name="T19" fmla="*/ 2401 h 167"/>
                  <a:gd name="T20" fmla="*/ 3208 w 362"/>
                  <a:gd name="T21" fmla="*/ 2705 h 167"/>
                  <a:gd name="T22" fmla="*/ 4550 w 362"/>
                  <a:gd name="T23" fmla="*/ 2308 h 167"/>
                  <a:gd name="T24" fmla="*/ 4500 w 362"/>
                  <a:gd name="T25" fmla="*/ 1945 h 167"/>
                  <a:gd name="T26" fmla="*/ 4113 w 362"/>
                  <a:gd name="T27" fmla="*/ 1761 h 167"/>
                  <a:gd name="T28" fmla="*/ 3770 w 362"/>
                  <a:gd name="T29" fmla="*/ 1569 h 167"/>
                  <a:gd name="T30" fmla="*/ 0 w 362"/>
                  <a:gd name="T31" fmla="*/ 0 h 1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2" h="167">
                    <a:moveTo>
                      <a:pt x="0" y="0"/>
                    </a:moveTo>
                    <a:cubicBezTo>
                      <a:pt x="28" y="23"/>
                      <a:pt x="91" y="51"/>
                      <a:pt x="132" y="59"/>
                    </a:cubicBezTo>
                    <a:cubicBezTo>
                      <a:pt x="173" y="66"/>
                      <a:pt x="247" y="77"/>
                      <a:pt x="291" y="80"/>
                    </a:cubicBezTo>
                    <a:cubicBezTo>
                      <a:pt x="336" y="83"/>
                      <a:pt x="362" y="90"/>
                      <a:pt x="362" y="90"/>
                    </a:cubicBezTo>
                    <a:cubicBezTo>
                      <a:pt x="358" y="101"/>
                      <a:pt x="358" y="101"/>
                      <a:pt x="358" y="101"/>
                    </a:cubicBezTo>
                    <a:cubicBezTo>
                      <a:pt x="358" y="101"/>
                      <a:pt x="351" y="117"/>
                      <a:pt x="342" y="122"/>
                    </a:cubicBezTo>
                    <a:cubicBezTo>
                      <a:pt x="334" y="128"/>
                      <a:pt x="305" y="151"/>
                      <a:pt x="286" y="152"/>
                    </a:cubicBezTo>
                    <a:cubicBezTo>
                      <a:pt x="271" y="159"/>
                      <a:pt x="220" y="167"/>
                      <a:pt x="205" y="159"/>
                    </a:cubicBezTo>
                    <a:cubicBezTo>
                      <a:pt x="189" y="161"/>
                      <a:pt x="159" y="153"/>
                      <a:pt x="157" y="147"/>
                    </a:cubicBezTo>
                    <a:cubicBezTo>
                      <a:pt x="148" y="143"/>
                      <a:pt x="109" y="134"/>
                      <a:pt x="109" y="127"/>
                    </a:cubicBezTo>
                    <a:cubicBezTo>
                      <a:pt x="121" y="133"/>
                      <a:pt x="177" y="146"/>
                      <a:pt x="205" y="143"/>
                    </a:cubicBezTo>
                    <a:cubicBezTo>
                      <a:pt x="203" y="148"/>
                      <a:pt x="272" y="135"/>
                      <a:pt x="291" y="122"/>
                    </a:cubicBezTo>
                    <a:cubicBezTo>
                      <a:pt x="305" y="112"/>
                      <a:pt x="306" y="99"/>
                      <a:pt x="288" y="103"/>
                    </a:cubicBezTo>
                    <a:cubicBezTo>
                      <a:pt x="290" y="93"/>
                      <a:pt x="281" y="90"/>
                      <a:pt x="263" y="93"/>
                    </a:cubicBezTo>
                    <a:cubicBezTo>
                      <a:pt x="265" y="85"/>
                      <a:pt x="245" y="83"/>
                      <a:pt x="241" y="83"/>
                    </a:cubicBezTo>
                    <a:cubicBezTo>
                      <a:pt x="237" y="83"/>
                      <a:pt x="112" y="86"/>
                      <a:pt x="0" y="0"/>
                    </a:cubicBezTo>
                    <a:close/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62" name="Freeform 52">
                <a:extLst>
                  <a:ext uri="{FF2B5EF4-FFF2-40B4-BE49-F238E27FC236}">
                    <a16:creationId xmlns:a16="http://schemas.microsoft.com/office/drawing/2014/main" id="{9967799D-01E7-4AB7-948E-6C273F032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227"/>
                <a:ext cx="372" cy="690"/>
              </a:xfrm>
              <a:custGeom>
                <a:avLst/>
                <a:gdLst>
                  <a:gd name="T0" fmla="*/ 886 w 149"/>
                  <a:gd name="T1" fmla="*/ 0 h 259"/>
                  <a:gd name="T2" fmla="*/ 1683 w 149"/>
                  <a:gd name="T3" fmla="*/ 512 h 259"/>
                  <a:gd name="T4" fmla="*/ 2244 w 149"/>
                  <a:gd name="T5" fmla="*/ 887 h 259"/>
                  <a:gd name="T6" fmla="*/ 1840 w 149"/>
                  <a:gd name="T7" fmla="*/ 943 h 259"/>
                  <a:gd name="T8" fmla="*/ 2150 w 149"/>
                  <a:gd name="T9" fmla="*/ 1215 h 259"/>
                  <a:gd name="T10" fmla="*/ 2100 w 149"/>
                  <a:gd name="T11" fmla="*/ 1489 h 259"/>
                  <a:gd name="T12" fmla="*/ 1840 w 149"/>
                  <a:gd name="T13" fmla="*/ 1377 h 259"/>
                  <a:gd name="T14" fmla="*/ 1808 w 149"/>
                  <a:gd name="T15" fmla="*/ 1532 h 259"/>
                  <a:gd name="T16" fmla="*/ 1820 w 149"/>
                  <a:gd name="T17" fmla="*/ 1873 h 259"/>
                  <a:gd name="T18" fmla="*/ 2319 w 149"/>
                  <a:gd name="T19" fmla="*/ 2478 h 259"/>
                  <a:gd name="T20" fmla="*/ 1912 w 149"/>
                  <a:gd name="T21" fmla="*/ 2214 h 259"/>
                  <a:gd name="T22" fmla="*/ 1808 w 149"/>
                  <a:gd name="T23" fmla="*/ 2440 h 259"/>
                  <a:gd name="T24" fmla="*/ 1620 w 149"/>
                  <a:gd name="T25" fmla="*/ 2797 h 259"/>
                  <a:gd name="T26" fmla="*/ 2057 w 149"/>
                  <a:gd name="T27" fmla="*/ 3519 h 259"/>
                  <a:gd name="T28" fmla="*/ 1758 w 149"/>
                  <a:gd name="T29" fmla="*/ 3783 h 259"/>
                  <a:gd name="T30" fmla="*/ 1962 w 149"/>
                  <a:gd name="T31" fmla="*/ 4103 h 259"/>
                  <a:gd name="T32" fmla="*/ 1882 w 149"/>
                  <a:gd name="T33" fmla="*/ 4350 h 259"/>
                  <a:gd name="T34" fmla="*/ 1945 w 149"/>
                  <a:gd name="T35" fmla="*/ 4593 h 259"/>
                  <a:gd name="T36" fmla="*/ 1912 w 149"/>
                  <a:gd name="T37" fmla="*/ 4614 h 259"/>
                  <a:gd name="T38" fmla="*/ 2225 w 149"/>
                  <a:gd name="T39" fmla="*/ 4806 h 259"/>
                  <a:gd name="T40" fmla="*/ 1945 w 149"/>
                  <a:gd name="T41" fmla="*/ 4785 h 259"/>
                  <a:gd name="T42" fmla="*/ 1962 w 149"/>
                  <a:gd name="T43" fmla="*/ 4897 h 259"/>
                  <a:gd name="T44" fmla="*/ 1715 w 149"/>
                  <a:gd name="T45" fmla="*/ 4785 h 259"/>
                  <a:gd name="T46" fmla="*/ 1228 w 149"/>
                  <a:gd name="T47" fmla="*/ 4670 h 259"/>
                  <a:gd name="T48" fmla="*/ 592 w 149"/>
                  <a:gd name="T49" fmla="*/ 4593 h 259"/>
                  <a:gd name="T50" fmla="*/ 0 w 149"/>
                  <a:gd name="T51" fmla="*/ 4406 h 259"/>
                  <a:gd name="T52" fmla="*/ 749 w 149"/>
                  <a:gd name="T53" fmla="*/ 4215 h 259"/>
                  <a:gd name="T54" fmla="*/ 1071 w 149"/>
                  <a:gd name="T55" fmla="*/ 3911 h 259"/>
                  <a:gd name="T56" fmla="*/ 1291 w 149"/>
                  <a:gd name="T57" fmla="*/ 3535 h 259"/>
                  <a:gd name="T58" fmla="*/ 1353 w 149"/>
                  <a:gd name="T59" fmla="*/ 3138 h 259"/>
                  <a:gd name="T60" fmla="*/ 1196 w 149"/>
                  <a:gd name="T61" fmla="*/ 2909 h 259"/>
                  <a:gd name="T62" fmla="*/ 1196 w 149"/>
                  <a:gd name="T63" fmla="*/ 2568 h 259"/>
                  <a:gd name="T64" fmla="*/ 1183 w 149"/>
                  <a:gd name="T65" fmla="*/ 2478 h 259"/>
                  <a:gd name="T66" fmla="*/ 1216 w 149"/>
                  <a:gd name="T67" fmla="*/ 2363 h 259"/>
                  <a:gd name="T68" fmla="*/ 1183 w 149"/>
                  <a:gd name="T69" fmla="*/ 2059 h 259"/>
                  <a:gd name="T70" fmla="*/ 1278 w 149"/>
                  <a:gd name="T71" fmla="*/ 1817 h 259"/>
                  <a:gd name="T72" fmla="*/ 1466 w 149"/>
                  <a:gd name="T73" fmla="*/ 1702 h 259"/>
                  <a:gd name="T74" fmla="*/ 1665 w 149"/>
                  <a:gd name="T75" fmla="*/ 1569 h 259"/>
                  <a:gd name="T76" fmla="*/ 1683 w 149"/>
                  <a:gd name="T77" fmla="*/ 1215 h 259"/>
                  <a:gd name="T78" fmla="*/ 1620 w 149"/>
                  <a:gd name="T79" fmla="*/ 1023 h 259"/>
                  <a:gd name="T80" fmla="*/ 1570 w 149"/>
                  <a:gd name="T81" fmla="*/ 773 h 259"/>
                  <a:gd name="T82" fmla="*/ 1308 w 149"/>
                  <a:gd name="T83" fmla="*/ 456 h 259"/>
                  <a:gd name="T84" fmla="*/ 1121 w 149"/>
                  <a:gd name="T85" fmla="*/ 205 h 259"/>
                  <a:gd name="T86" fmla="*/ 916 w 149"/>
                  <a:gd name="T87" fmla="*/ 77 h 25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9" h="259">
                    <a:moveTo>
                      <a:pt x="57" y="0"/>
                    </a:moveTo>
                    <a:cubicBezTo>
                      <a:pt x="73" y="10"/>
                      <a:pt x="91" y="18"/>
                      <a:pt x="108" y="27"/>
                    </a:cubicBezTo>
                    <a:cubicBezTo>
                      <a:pt x="118" y="32"/>
                      <a:pt x="137" y="39"/>
                      <a:pt x="144" y="47"/>
                    </a:cubicBezTo>
                    <a:cubicBezTo>
                      <a:pt x="139" y="43"/>
                      <a:pt x="117" y="43"/>
                      <a:pt x="118" y="50"/>
                    </a:cubicBezTo>
                    <a:cubicBezTo>
                      <a:pt x="123" y="56"/>
                      <a:pt x="133" y="57"/>
                      <a:pt x="138" y="64"/>
                    </a:cubicBezTo>
                    <a:cubicBezTo>
                      <a:pt x="130" y="67"/>
                      <a:pt x="133" y="74"/>
                      <a:pt x="135" y="79"/>
                    </a:cubicBezTo>
                    <a:cubicBezTo>
                      <a:pt x="131" y="76"/>
                      <a:pt x="124" y="72"/>
                      <a:pt x="118" y="73"/>
                    </a:cubicBezTo>
                    <a:cubicBezTo>
                      <a:pt x="113" y="74"/>
                      <a:pt x="111" y="77"/>
                      <a:pt x="116" y="81"/>
                    </a:cubicBezTo>
                    <a:cubicBezTo>
                      <a:pt x="104" y="76"/>
                      <a:pt x="112" y="95"/>
                      <a:pt x="117" y="99"/>
                    </a:cubicBezTo>
                    <a:cubicBezTo>
                      <a:pt x="128" y="109"/>
                      <a:pt x="143" y="116"/>
                      <a:pt x="149" y="131"/>
                    </a:cubicBezTo>
                    <a:cubicBezTo>
                      <a:pt x="146" y="126"/>
                      <a:pt x="130" y="117"/>
                      <a:pt x="123" y="117"/>
                    </a:cubicBezTo>
                    <a:cubicBezTo>
                      <a:pt x="115" y="116"/>
                      <a:pt x="112" y="123"/>
                      <a:pt x="116" y="129"/>
                    </a:cubicBezTo>
                    <a:cubicBezTo>
                      <a:pt x="105" y="125"/>
                      <a:pt x="97" y="141"/>
                      <a:pt x="104" y="148"/>
                    </a:cubicBezTo>
                    <a:cubicBezTo>
                      <a:pt x="89" y="152"/>
                      <a:pt x="124" y="182"/>
                      <a:pt x="132" y="186"/>
                    </a:cubicBezTo>
                    <a:cubicBezTo>
                      <a:pt x="121" y="186"/>
                      <a:pt x="111" y="187"/>
                      <a:pt x="113" y="200"/>
                    </a:cubicBezTo>
                    <a:cubicBezTo>
                      <a:pt x="114" y="207"/>
                      <a:pt x="124" y="212"/>
                      <a:pt x="126" y="217"/>
                    </a:cubicBezTo>
                    <a:cubicBezTo>
                      <a:pt x="126" y="221"/>
                      <a:pt x="121" y="225"/>
                      <a:pt x="121" y="230"/>
                    </a:cubicBezTo>
                    <a:cubicBezTo>
                      <a:pt x="120" y="235"/>
                      <a:pt x="121" y="239"/>
                      <a:pt x="125" y="243"/>
                    </a:cubicBezTo>
                    <a:cubicBezTo>
                      <a:pt x="124" y="244"/>
                      <a:pt x="123" y="244"/>
                      <a:pt x="123" y="244"/>
                    </a:cubicBezTo>
                    <a:cubicBezTo>
                      <a:pt x="124" y="251"/>
                      <a:pt x="141" y="246"/>
                      <a:pt x="143" y="254"/>
                    </a:cubicBezTo>
                    <a:cubicBezTo>
                      <a:pt x="137" y="253"/>
                      <a:pt x="132" y="249"/>
                      <a:pt x="125" y="253"/>
                    </a:cubicBezTo>
                    <a:cubicBezTo>
                      <a:pt x="125" y="255"/>
                      <a:pt x="124" y="256"/>
                      <a:pt x="126" y="259"/>
                    </a:cubicBezTo>
                    <a:cubicBezTo>
                      <a:pt x="120" y="258"/>
                      <a:pt x="116" y="255"/>
                      <a:pt x="110" y="253"/>
                    </a:cubicBezTo>
                    <a:cubicBezTo>
                      <a:pt x="101" y="250"/>
                      <a:pt x="89" y="249"/>
                      <a:pt x="79" y="247"/>
                    </a:cubicBezTo>
                    <a:cubicBezTo>
                      <a:pt x="65" y="244"/>
                      <a:pt x="51" y="245"/>
                      <a:pt x="38" y="243"/>
                    </a:cubicBezTo>
                    <a:cubicBezTo>
                      <a:pt x="25" y="240"/>
                      <a:pt x="13" y="234"/>
                      <a:pt x="0" y="233"/>
                    </a:cubicBezTo>
                    <a:cubicBezTo>
                      <a:pt x="9" y="238"/>
                      <a:pt x="57" y="245"/>
                      <a:pt x="48" y="223"/>
                    </a:cubicBezTo>
                    <a:cubicBezTo>
                      <a:pt x="61" y="228"/>
                      <a:pt x="80" y="222"/>
                      <a:pt x="69" y="207"/>
                    </a:cubicBezTo>
                    <a:cubicBezTo>
                      <a:pt x="81" y="212"/>
                      <a:pt x="94" y="194"/>
                      <a:pt x="83" y="187"/>
                    </a:cubicBezTo>
                    <a:cubicBezTo>
                      <a:pt x="91" y="185"/>
                      <a:pt x="91" y="171"/>
                      <a:pt x="87" y="166"/>
                    </a:cubicBezTo>
                    <a:cubicBezTo>
                      <a:pt x="87" y="162"/>
                      <a:pt x="80" y="158"/>
                      <a:pt x="77" y="154"/>
                    </a:cubicBezTo>
                    <a:cubicBezTo>
                      <a:pt x="74" y="147"/>
                      <a:pt x="77" y="142"/>
                      <a:pt x="77" y="136"/>
                    </a:cubicBezTo>
                    <a:cubicBezTo>
                      <a:pt x="77" y="135"/>
                      <a:pt x="76" y="132"/>
                      <a:pt x="76" y="131"/>
                    </a:cubicBezTo>
                    <a:cubicBezTo>
                      <a:pt x="77" y="129"/>
                      <a:pt x="78" y="127"/>
                      <a:pt x="78" y="125"/>
                    </a:cubicBezTo>
                    <a:cubicBezTo>
                      <a:pt x="80" y="119"/>
                      <a:pt x="83" y="114"/>
                      <a:pt x="76" y="109"/>
                    </a:cubicBezTo>
                    <a:cubicBezTo>
                      <a:pt x="80" y="107"/>
                      <a:pt x="86" y="100"/>
                      <a:pt x="82" y="96"/>
                    </a:cubicBezTo>
                    <a:cubicBezTo>
                      <a:pt x="89" y="99"/>
                      <a:pt x="90" y="92"/>
                      <a:pt x="94" y="90"/>
                    </a:cubicBezTo>
                    <a:cubicBezTo>
                      <a:pt x="97" y="88"/>
                      <a:pt x="104" y="87"/>
                      <a:pt x="107" y="83"/>
                    </a:cubicBezTo>
                    <a:cubicBezTo>
                      <a:pt x="109" y="80"/>
                      <a:pt x="109" y="67"/>
                      <a:pt x="108" y="64"/>
                    </a:cubicBezTo>
                    <a:cubicBezTo>
                      <a:pt x="107" y="60"/>
                      <a:pt x="104" y="58"/>
                      <a:pt x="104" y="54"/>
                    </a:cubicBezTo>
                    <a:cubicBezTo>
                      <a:pt x="104" y="48"/>
                      <a:pt x="106" y="46"/>
                      <a:pt x="101" y="41"/>
                    </a:cubicBezTo>
                    <a:cubicBezTo>
                      <a:pt x="97" y="36"/>
                      <a:pt x="89" y="30"/>
                      <a:pt x="84" y="24"/>
                    </a:cubicBezTo>
                    <a:cubicBezTo>
                      <a:pt x="80" y="20"/>
                      <a:pt x="76" y="15"/>
                      <a:pt x="72" y="11"/>
                    </a:cubicBezTo>
                    <a:cubicBezTo>
                      <a:pt x="68" y="8"/>
                      <a:pt x="63" y="7"/>
                      <a:pt x="59" y="4"/>
                    </a:cubicBezTo>
                  </a:path>
                </a:pathLst>
              </a:custGeom>
              <a:solidFill>
                <a:srgbClr val="D3CE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63" name="Freeform 53">
                <a:extLst>
                  <a:ext uri="{FF2B5EF4-FFF2-40B4-BE49-F238E27FC236}">
                    <a16:creationId xmlns:a16="http://schemas.microsoft.com/office/drawing/2014/main" id="{DF79072D-1589-4F3A-B0EB-918CB05CA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232"/>
                <a:ext cx="190" cy="317"/>
              </a:xfrm>
              <a:custGeom>
                <a:avLst/>
                <a:gdLst>
                  <a:gd name="T0" fmla="*/ 50 w 76"/>
                  <a:gd name="T1" fmla="*/ 0 h 119"/>
                  <a:gd name="T2" fmla="*/ 0 w 76"/>
                  <a:gd name="T3" fmla="*/ 397 h 119"/>
                  <a:gd name="T4" fmla="*/ 113 w 76"/>
                  <a:gd name="T5" fmla="*/ 661 h 119"/>
                  <a:gd name="T6" fmla="*/ 0 w 76"/>
                  <a:gd name="T7" fmla="*/ 1151 h 119"/>
                  <a:gd name="T8" fmla="*/ 145 w 76"/>
                  <a:gd name="T9" fmla="*/ 1377 h 119"/>
                  <a:gd name="T10" fmla="*/ 175 w 76"/>
                  <a:gd name="T11" fmla="*/ 1399 h 119"/>
                  <a:gd name="T12" fmla="*/ 83 w 76"/>
                  <a:gd name="T13" fmla="*/ 1569 h 119"/>
                  <a:gd name="T14" fmla="*/ 113 w 76"/>
                  <a:gd name="T15" fmla="*/ 1945 h 119"/>
                  <a:gd name="T16" fmla="*/ 250 w 76"/>
                  <a:gd name="T17" fmla="*/ 1945 h 119"/>
                  <a:gd name="T18" fmla="*/ 283 w 76"/>
                  <a:gd name="T19" fmla="*/ 2248 h 119"/>
                  <a:gd name="T20" fmla="*/ 470 w 76"/>
                  <a:gd name="T21" fmla="*/ 2080 h 119"/>
                  <a:gd name="T22" fmla="*/ 520 w 76"/>
                  <a:gd name="T23" fmla="*/ 1604 h 119"/>
                  <a:gd name="T24" fmla="*/ 500 w 76"/>
                  <a:gd name="T25" fmla="*/ 1305 h 119"/>
                  <a:gd name="T26" fmla="*/ 438 w 76"/>
                  <a:gd name="T27" fmla="*/ 1305 h 119"/>
                  <a:gd name="T28" fmla="*/ 720 w 76"/>
                  <a:gd name="T29" fmla="*/ 1100 h 119"/>
                  <a:gd name="T30" fmla="*/ 438 w 76"/>
                  <a:gd name="T31" fmla="*/ 943 h 119"/>
                  <a:gd name="T32" fmla="*/ 708 w 76"/>
                  <a:gd name="T33" fmla="*/ 815 h 119"/>
                  <a:gd name="T34" fmla="*/ 1000 w 76"/>
                  <a:gd name="T35" fmla="*/ 567 h 119"/>
                  <a:gd name="T36" fmla="*/ 783 w 76"/>
                  <a:gd name="T37" fmla="*/ 453 h 119"/>
                  <a:gd name="T38" fmla="*/ 1188 w 76"/>
                  <a:gd name="T39" fmla="*/ 115 h 119"/>
                  <a:gd name="T40" fmla="*/ 750 w 76"/>
                  <a:gd name="T41" fmla="*/ 320 h 119"/>
                  <a:gd name="T42" fmla="*/ 688 w 76"/>
                  <a:gd name="T43" fmla="*/ 136 h 119"/>
                  <a:gd name="T44" fmla="*/ 145 w 76"/>
                  <a:gd name="T45" fmla="*/ 21 h 11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6" h="119">
                    <a:moveTo>
                      <a:pt x="3" y="0"/>
                    </a:moveTo>
                    <a:cubicBezTo>
                      <a:pt x="16" y="5"/>
                      <a:pt x="8" y="15"/>
                      <a:pt x="0" y="21"/>
                    </a:cubicBezTo>
                    <a:cubicBezTo>
                      <a:pt x="11" y="17"/>
                      <a:pt x="18" y="31"/>
                      <a:pt x="7" y="35"/>
                    </a:cubicBezTo>
                    <a:cubicBezTo>
                      <a:pt x="25" y="36"/>
                      <a:pt x="4" y="56"/>
                      <a:pt x="0" y="61"/>
                    </a:cubicBezTo>
                    <a:cubicBezTo>
                      <a:pt x="12" y="57"/>
                      <a:pt x="11" y="66"/>
                      <a:pt x="9" y="73"/>
                    </a:cubicBezTo>
                    <a:cubicBezTo>
                      <a:pt x="9" y="74"/>
                      <a:pt x="10" y="73"/>
                      <a:pt x="11" y="74"/>
                    </a:cubicBezTo>
                    <a:cubicBezTo>
                      <a:pt x="11" y="77"/>
                      <a:pt x="8" y="81"/>
                      <a:pt x="5" y="83"/>
                    </a:cubicBezTo>
                    <a:cubicBezTo>
                      <a:pt x="18" y="81"/>
                      <a:pt x="11" y="99"/>
                      <a:pt x="7" y="103"/>
                    </a:cubicBezTo>
                    <a:cubicBezTo>
                      <a:pt x="10" y="103"/>
                      <a:pt x="13" y="103"/>
                      <a:pt x="16" y="103"/>
                    </a:cubicBezTo>
                    <a:cubicBezTo>
                      <a:pt x="19" y="108"/>
                      <a:pt x="18" y="114"/>
                      <a:pt x="18" y="119"/>
                    </a:cubicBezTo>
                    <a:cubicBezTo>
                      <a:pt x="21" y="115"/>
                      <a:pt x="25" y="112"/>
                      <a:pt x="30" y="110"/>
                    </a:cubicBezTo>
                    <a:cubicBezTo>
                      <a:pt x="20" y="108"/>
                      <a:pt x="28" y="90"/>
                      <a:pt x="33" y="85"/>
                    </a:cubicBezTo>
                    <a:cubicBezTo>
                      <a:pt x="25" y="85"/>
                      <a:pt x="28" y="73"/>
                      <a:pt x="32" y="69"/>
                    </a:cubicBezTo>
                    <a:cubicBezTo>
                      <a:pt x="31" y="69"/>
                      <a:pt x="29" y="69"/>
                      <a:pt x="28" y="69"/>
                    </a:cubicBezTo>
                    <a:cubicBezTo>
                      <a:pt x="34" y="66"/>
                      <a:pt x="41" y="63"/>
                      <a:pt x="46" y="58"/>
                    </a:cubicBezTo>
                    <a:cubicBezTo>
                      <a:pt x="38" y="61"/>
                      <a:pt x="14" y="65"/>
                      <a:pt x="28" y="50"/>
                    </a:cubicBezTo>
                    <a:cubicBezTo>
                      <a:pt x="32" y="46"/>
                      <a:pt x="40" y="45"/>
                      <a:pt x="45" y="43"/>
                    </a:cubicBezTo>
                    <a:cubicBezTo>
                      <a:pt x="52" y="39"/>
                      <a:pt x="58" y="35"/>
                      <a:pt x="64" y="30"/>
                    </a:cubicBezTo>
                    <a:cubicBezTo>
                      <a:pt x="56" y="36"/>
                      <a:pt x="35" y="34"/>
                      <a:pt x="50" y="24"/>
                    </a:cubicBezTo>
                    <a:cubicBezTo>
                      <a:pt x="60" y="18"/>
                      <a:pt x="69" y="15"/>
                      <a:pt x="76" y="6"/>
                    </a:cubicBezTo>
                    <a:cubicBezTo>
                      <a:pt x="71" y="13"/>
                      <a:pt x="58" y="19"/>
                      <a:pt x="48" y="17"/>
                    </a:cubicBezTo>
                    <a:cubicBezTo>
                      <a:pt x="42" y="15"/>
                      <a:pt x="38" y="12"/>
                      <a:pt x="44" y="7"/>
                    </a:cubicBezTo>
                    <a:cubicBezTo>
                      <a:pt x="32" y="6"/>
                      <a:pt x="17" y="11"/>
                      <a:pt x="9" y="1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64" name="Freeform 54">
                <a:extLst>
                  <a:ext uri="{FF2B5EF4-FFF2-40B4-BE49-F238E27FC236}">
                    <a16:creationId xmlns:a16="http://schemas.microsoft.com/office/drawing/2014/main" id="{81D28377-5EC3-45BD-8C90-1DE79434E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517"/>
                <a:ext cx="242" cy="512"/>
              </a:xfrm>
              <a:custGeom>
                <a:avLst/>
                <a:gdLst>
                  <a:gd name="T0" fmla="*/ 404 w 97"/>
                  <a:gd name="T1" fmla="*/ 205 h 192"/>
                  <a:gd name="T2" fmla="*/ 137 w 97"/>
                  <a:gd name="T3" fmla="*/ 931 h 192"/>
                  <a:gd name="T4" fmla="*/ 324 w 97"/>
                  <a:gd name="T5" fmla="*/ 1101 h 192"/>
                  <a:gd name="T6" fmla="*/ 279 w 97"/>
                  <a:gd name="T7" fmla="*/ 1536 h 192"/>
                  <a:gd name="T8" fmla="*/ 374 w 97"/>
                  <a:gd name="T9" fmla="*/ 1877 h 192"/>
                  <a:gd name="T10" fmla="*/ 92 w 97"/>
                  <a:gd name="T11" fmla="*/ 2083 h 192"/>
                  <a:gd name="T12" fmla="*/ 137 w 97"/>
                  <a:gd name="T13" fmla="*/ 2445 h 192"/>
                  <a:gd name="T14" fmla="*/ 187 w 97"/>
                  <a:gd name="T15" fmla="*/ 2424 h 192"/>
                  <a:gd name="T16" fmla="*/ 105 w 97"/>
                  <a:gd name="T17" fmla="*/ 2696 h 192"/>
                  <a:gd name="T18" fmla="*/ 42 w 97"/>
                  <a:gd name="T19" fmla="*/ 2979 h 192"/>
                  <a:gd name="T20" fmla="*/ 12 w 97"/>
                  <a:gd name="T21" fmla="*/ 3243 h 192"/>
                  <a:gd name="T22" fmla="*/ 75 w 97"/>
                  <a:gd name="T23" fmla="*/ 3221 h 192"/>
                  <a:gd name="T24" fmla="*/ 0 w 97"/>
                  <a:gd name="T25" fmla="*/ 3469 h 192"/>
                  <a:gd name="T26" fmla="*/ 75 w 97"/>
                  <a:gd name="T27" fmla="*/ 3640 h 192"/>
                  <a:gd name="T28" fmla="*/ 591 w 97"/>
                  <a:gd name="T29" fmla="*/ 3528 h 192"/>
                  <a:gd name="T30" fmla="*/ 511 w 97"/>
                  <a:gd name="T31" fmla="*/ 3507 h 192"/>
                  <a:gd name="T32" fmla="*/ 1474 w 97"/>
                  <a:gd name="T33" fmla="*/ 3448 h 192"/>
                  <a:gd name="T34" fmla="*/ 995 w 97"/>
                  <a:gd name="T35" fmla="*/ 3277 h 192"/>
                  <a:gd name="T36" fmla="*/ 1507 w 97"/>
                  <a:gd name="T37" fmla="*/ 3264 h 192"/>
                  <a:gd name="T38" fmla="*/ 1432 w 97"/>
                  <a:gd name="T39" fmla="*/ 3107 h 192"/>
                  <a:gd name="T40" fmla="*/ 883 w 97"/>
                  <a:gd name="T41" fmla="*/ 3128 h 192"/>
                  <a:gd name="T42" fmla="*/ 604 w 97"/>
                  <a:gd name="T43" fmla="*/ 3016 h 192"/>
                  <a:gd name="T44" fmla="*/ 312 w 97"/>
                  <a:gd name="T45" fmla="*/ 2709 h 192"/>
                  <a:gd name="T46" fmla="*/ 728 w 97"/>
                  <a:gd name="T47" fmla="*/ 2368 h 192"/>
                  <a:gd name="T48" fmla="*/ 437 w 97"/>
                  <a:gd name="T49" fmla="*/ 2163 h 192"/>
                  <a:gd name="T50" fmla="*/ 387 w 97"/>
                  <a:gd name="T51" fmla="*/ 2069 h 192"/>
                  <a:gd name="T52" fmla="*/ 541 w 97"/>
                  <a:gd name="T53" fmla="*/ 1856 h 192"/>
                  <a:gd name="T54" fmla="*/ 871 w 97"/>
                  <a:gd name="T55" fmla="*/ 1536 h 192"/>
                  <a:gd name="T56" fmla="*/ 574 w 97"/>
                  <a:gd name="T57" fmla="*/ 1459 h 192"/>
                  <a:gd name="T58" fmla="*/ 666 w 97"/>
                  <a:gd name="T59" fmla="*/ 1216 h 192"/>
                  <a:gd name="T60" fmla="*/ 529 w 97"/>
                  <a:gd name="T61" fmla="*/ 1003 h 192"/>
                  <a:gd name="T62" fmla="*/ 437 w 97"/>
                  <a:gd name="T63" fmla="*/ 704 h 192"/>
                  <a:gd name="T64" fmla="*/ 467 w 97"/>
                  <a:gd name="T65" fmla="*/ 0 h 19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7" h="192">
                    <a:moveTo>
                      <a:pt x="26" y="11"/>
                    </a:moveTo>
                    <a:cubicBezTo>
                      <a:pt x="39" y="28"/>
                      <a:pt x="12" y="36"/>
                      <a:pt x="9" y="49"/>
                    </a:cubicBezTo>
                    <a:cubicBezTo>
                      <a:pt x="16" y="44"/>
                      <a:pt x="27" y="48"/>
                      <a:pt x="21" y="58"/>
                    </a:cubicBezTo>
                    <a:cubicBezTo>
                      <a:pt x="37" y="56"/>
                      <a:pt x="21" y="77"/>
                      <a:pt x="18" y="81"/>
                    </a:cubicBezTo>
                    <a:cubicBezTo>
                      <a:pt x="29" y="75"/>
                      <a:pt x="29" y="93"/>
                      <a:pt x="24" y="99"/>
                    </a:cubicBezTo>
                    <a:cubicBezTo>
                      <a:pt x="20" y="103"/>
                      <a:pt x="11" y="107"/>
                      <a:pt x="6" y="110"/>
                    </a:cubicBezTo>
                    <a:cubicBezTo>
                      <a:pt x="17" y="105"/>
                      <a:pt x="13" y="124"/>
                      <a:pt x="9" y="129"/>
                    </a:cubicBezTo>
                    <a:cubicBezTo>
                      <a:pt x="10" y="128"/>
                      <a:pt x="11" y="128"/>
                      <a:pt x="12" y="128"/>
                    </a:cubicBezTo>
                    <a:cubicBezTo>
                      <a:pt x="15" y="133"/>
                      <a:pt x="12" y="139"/>
                      <a:pt x="7" y="142"/>
                    </a:cubicBezTo>
                    <a:cubicBezTo>
                      <a:pt x="12" y="147"/>
                      <a:pt x="9" y="156"/>
                      <a:pt x="3" y="157"/>
                    </a:cubicBezTo>
                    <a:cubicBezTo>
                      <a:pt x="9" y="160"/>
                      <a:pt x="7" y="169"/>
                      <a:pt x="1" y="171"/>
                    </a:cubicBezTo>
                    <a:cubicBezTo>
                      <a:pt x="3" y="171"/>
                      <a:pt x="4" y="170"/>
                      <a:pt x="5" y="170"/>
                    </a:cubicBezTo>
                    <a:cubicBezTo>
                      <a:pt x="8" y="174"/>
                      <a:pt x="3" y="180"/>
                      <a:pt x="0" y="183"/>
                    </a:cubicBezTo>
                    <a:cubicBezTo>
                      <a:pt x="6" y="181"/>
                      <a:pt x="7" y="187"/>
                      <a:pt x="5" y="192"/>
                    </a:cubicBezTo>
                    <a:cubicBezTo>
                      <a:pt x="15" y="189"/>
                      <a:pt x="28" y="190"/>
                      <a:pt x="38" y="186"/>
                    </a:cubicBezTo>
                    <a:cubicBezTo>
                      <a:pt x="36" y="186"/>
                      <a:pt x="34" y="185"/>
                      <a:pt x="33" y="185"/>
                    </a:cubicBezTo>
                    <a:cubicBezTo>
                      <a:pt x="53" y="185"/>
                      <a:pt x="74" y="182"/>
                      <a:pt x="95" y="182"/>
                    </a:cubicBezTo>
                    <a:cubicBezTo>
                      <a:pt x="88" y="182"/>
                      <a:pt x="65" y="182"/>
                      <a:pt x="64" y="173"/>
                    </a:cubicBezTo>
                    <a:cubicBezTo>
                      <a:pt x="73" y="169"/>
                      <a:pt x="87" y="170"/>
                      <a:pt x="97" y="172"/>
                    </a:cubicBezTo>
                    <a:cubicBezTo>
                      <a:pt x="92" y="171"/>
                      <a:pt x="86" y="166"/>
                      <a:pt x="92" y="164"/>
                    </a:cubicBezTo>
                    <a:cubicBezTo>
                      <a:pt x="80" y="164"/>
                      <a:pt x="69" y="165"/>
                      <a:pt x="57" y="165"/>
                    </a:cubicBezTo>
                    <a:cubicBezTo>
                      <a:pt x="53" y="166"/>
                      <a:pt x="27" y="168"/>
                      <a:pt x="39" y="159"/>
                    </a:cubicBezTo>
                    <a:cubicBezTo>
                      <a:pt x="28" y="161"/>
                      <a:pt x="15" y="155"/>
                      <a:pt x="20" y="143"/>
                    </a:cubicBezTo>
                    <a:cubicBezTo>
                      <a:pt x="23" y="137"/>
                      <a:pt x="40" y="128"/>
                      <a:pt x="47" y="125"/>
                    </a:cubicBezTo>
                    <a:cubicBezTo>
                      <a:pt x="41" y="126"/>
                      <a:pt x="14" y="124"/>
                      <a:pt x="28" y="114"/>
                    </a:cubicBezTo>
                    <a:cubicBezTo>
                      <a:pt x="23" y="118"/>
                      <a:pt x="24" y="112"/>
                      <a:pt x="25" y="109"/>
                    </a:cubicBezTo>
                    <a:cubicBezTo>
                      <a:pt x="26" y="105"/>
                      <a:pt x="32" y="100"/>
                      <a:pt x="35" y="98"/>
                    </a:cubicBezTo>
                    <a:cubicBezTo>
                      <a:pt x="42" y="92"/>
                      <a:pt x="50" y="87"/>
                      <a:pt x="56" y="81"/>
                    </a:cubicBezTo>
                    <a:cubicBezTo>
                      <a:pt x="50" y="81"/>
                      <a:pt x="40" y="84"/>
                      <a:pt x="37" y="77"/>
                    </a:cubicBezTo>
                    <a:cubicBezTo>
                      <a:pt x="35" y="72"/>
                      <a:pt x="41" y="68"/>
                      <a:pt x="43" y="64"/>
                    </a:cubicBezTo>
                    <a:cubicBezTo>
                      <a:pt x="31" y="67"/>
                      <a:pt x="35" y="57"/>
                      <a:pt x="34" y="53"/>
                    </a:cubicBezTo>
                    <a:cubicBezTo>
                      <a:pt x="32" y="47"/>
                      <a:pt x="29" y="44"/>
                      <a:pt x="28" y="37"/>
                    </a:cubicBezTo>
                    <a:cubicBezTo>
                      <a:pt x="28" y="27"/>
                      <a:pt x="40" y="8"/>
                      <a:pt x="30" y="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65" name="Freeform 55">
                <a:extLst>
                  <a:ext uri="{FF2B5EF4-FFF2-40B4-BE49-F238E27FC236}">
                    <a16:creationId xmlns:a16="http://schemas.microsoft.com/office/drawing/2014/main" id="{2926705E-4CFD-4488-9E77-7833C6856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005"/>
                <a:ext cx="252" cy="120"/>
              </a:xfrm>
              <a:custGeom>
                <a:avLst/>
                <a:gdLst>
                  <a:gd name="T0" fmla="*/ 42 w 101"/>
                  <a:gd name="T1" fmla="*/ 264 h 45"/>
                  <a:gd name="T2" fmla="*/ 883 w 101"/>
                  <a:gd name="T3" fmla="*/ 77 h 45"/>
                  <a:gd name="T4" fmla="*/ 1569 w 101"/>
                  <a:gd name="T5" fmla="*/ 21 h 45"/>
                  <a:gd name="T6" fmla="*/ 1195 w 101"/>
                  <a:gd name="T7" fmla="*/ 227 h 45"/>
                  <a:gd name="T8" fmla="*/ 978 w 101"/>
                  <a:gd name="T9" fmla="*/ 419 h 45"/>
                  <a:gd name="T10" fmla="*/ 729 w 101"/>
                  <a:gd name="T11" fmla="*/ 605 h 45"/>
                  <a:gd name="T12" fmla="*/ 449 w 101"/>
                  <a:gd name="T13" fmla="*/ 547 h 45"/>
                  <a:gd name="T14" fmla="*/ 561 w 101"/>
                  <a:gd name="T15" fmla="*/ 853 h 45"/>
                  <a:gd name="T16" fmla="*/ 250 w 101"/>
                  <a:gd name="T17" fmla="*/ 739 h 45"/>
                  <a:gd name="T18" fmla="*/ 0 w 101"/>
                  <a:gd name="T19" fmla="*/ 264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45">
                    <a:moveTo>
                      <a:pt x="3" y="14"/>
                    </a:moveTo>
                    <a:cubicBezTo>
                      <a:pt x="19" y="5"/>
                      <a:pt x="39" y="6"/>
                      <a:pt x="57" y="4"/>
                    </a:cubicBezTo>
                    <a:cubicBezTo>
                      <a:pt x="71" y="3"/>
                      <a:pt x="90" y="0"/>
                      <a:pt x="101" y="1"/>
                    </a:cubicBezTo>
                    <a:cubicBezTo>
                      <a:pt x="96" y="3"/>
                      <a:pt x="74" y="4"/>
                      <a:pt x="77" y="12"/>
                    </a:cubicBezTo>
                    <a:cubicBezTo>
                      <a:pt x="67" y="9"/>
                      <a:pt x="62" y="12"/>
                      <a:pt x="63" y="22"/>
                    </a:cubicBezTo>
                    <a:cubicBezTo>
                      <a:pt x="55" y="17"/>
                      <a:pt x="42" y="22"/>
                      <a:pt x="47" y="32"/>
                    </a:cubicBezTo>
                    <a:cubicBezTo>
                      <a:pt x="42" y="30"/>
                      <a:pt x="35" y="29"/>
                      <a:pt x="29" y="29"/>
                    </a:cubicBezTo>
                    <a:cubicBezTo>
                      <a:pt x="26" y="36"/>
                      <a:pt x="33" y="40"/>
                      <a:pt x="36" y="45"/>
                    </a:cubicBezTo>
                    <a:cubicBezTo>
                      <a:pt x="32" y="42"/>
                      <a:pt x="21" y="34"/>
                      <a:pt x="16" y="39"/>
                    </a:cubicBezTo>
                    <a:cubicBezTo>
                      <a:pt x="17" y="24"/>
                      <a:pt x="8" y="24"/>
                      <a:pt x="0" y="14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66" name="Freeform 56">
                <a:extLst>
                  <a:ext uri="{FF2B5EF4-FFF2-40B4-BE49-F238E27FC236}">
                    <a16:creationId xmlns:a16="http://schemas.microsoft.com/office/drawing/2014/main" id="{E7959EB3-2B5E-4FF9-8505-EE07B47EE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008"/>
                <a:ext cx="220" cy="128"/>
              </a:xfrm>
              <a:custGeom>
                <a:avLst/>
                <a:gdLst>
                  <a:gd name="T0" fmla="*/ 0 w 88"/>
                  <a:gd name="T1" fmla="*/ 21 h 48"/>
                  <a:gd name="T2" fmla="*/ 895 w 88"/>
                  <a:gd name="T3" fmla="*/ 149 h 48"/>
                  <a:gd name="T4" fmla="*/ 1375 w 88"/>
                  <a:gd name="T5" fmla="*/ 264 h 48"/>
                  <a:gd name="T6" fmla="*/ 1020 w 88"/>
                  <a:gd name="T7" fmla="*/ 909 h 48"/>
                  <a:gd name="T8" fmla="*/ 750 w 88"/>
                  <a:gd name="T9" fmla="*/ 888 h 48"/>
                  <a:gd name="T10" fmla="*/ 770 w 88"/>
                  <a:gd name="T11" fmla="*/ 797 h 48"/>
                  <a:gd name="T12" fmla="*/ 563 w 88"/>
                  <a:gd name="T13" fmla="*/ 875 h 48"/>
                  <a:gd name="T14" fmla="*/ 658 w 88"/>
                  <a:gd name="T15" fmla="*/ 605 h 48"/>
                  <a:gd name="T16" fmla="*/ 625 w 88"/>
                  <a:gd name="T17" fmla="*/ 205 h 48"/>
                  <a:gd name="T18" fmla="*/ 238 w 88"/>
                  <a:gd name="T19" fmla="*/ 248 h 48"/>
                  <a:gd name="T20" fmla="*/ 175 w 88"/>
                  <a:gd name="T21" fmla="*/ 77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48">
                    <a:moveTo>
                      <a:pt x="0" y="1"/>
                    </a:moveTo>
                    <a:cubicBezTo>
                      <a:pt x="19" y="0"/>
                      <a:pt x="38" y="5"/>
                      <a:pt x="57" y="8"/>
                    </a:cubicBezTo>
                    <a:cubicBezTo>
                      <a:pt x="66" y="10"/>
                      <a:pt x="82" y="8"/>
                      <a:pt x="88" y="14"/>
                    </a:cubicBezTo>
                    <a:cubicBezTo>
                      <a:pt x="72" y="14"/>
                      <a:pt x="70" y="39"/>
                      <a:pt x="65" y="48"/>
                    </a:cubicBezTo>
                    <a:cubicBezTo>
                      <a:pt x="68" y="34"/>
                      <a:pt x="53" y="39"/>
                      <a:pt x="48" y="47"/>
                    </a:cubicBezTo>
                    <a:cubicBezTo>
                      <a:pt x="49" y="45"/>
                      <a:pt x="49" y="44"/>
                      <a:pt x="49" y="42"/>
                    </a:cubicBezTo>
                    <a:cubicBezTo>
                      <a:pt x="45" y="40"/>
                      <a:pt x="39" y="43"/>
                      <a:pt x="36" y="46"/>
                    </a:cubicBezTo>
                    <a:cubicBezTo>
                      <a:pt x="39" y="42"/>
                      <a:pt x="43" y="37"/>
                      <a:pt x="42" y="32"/>
                    </a:cubicBezTo>
                    <a:cubicBezTo>
                      <a:pt x="54" y="28"/>
                      <a:pt x="49" y="15"/>
                      <a:pt x="40" y="11"/>
                    </a:cubicBezTo>
                    <a:cubicBezTo>
                      <a:pt x="30" y="7"/>
                      <a:pt x="25" y="15"/>
                      <a:pt x="15" y="13"/>
                    </a:cubicBezTo>
                    <a:cubicBezTo>
                      <a:pt x="16" y="9"/>
                      <a:pt x="15" y="6"/>
                      <a:pt x="11" y="4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67" name="Freeform 57">
                <a:extLst>
                  <a:ext uri="{FF2B5EF4-FFF2-40B4-BE49-F238E27FC236}">
                    <a16:creationId xmlns:a16="http://schemas.microsoft.com/office/drawing/2014/main" id="{654E9EE1-8197-4FFE-9E67-37D5F0707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1829"/>
                <a:ext cx="37" cy="123"/>
              </a:xfrm>
              <a:custGeom>
                <a:avLst/>
                <a:gdLst>
                  <a:gd name="T0" fmla="*/ 42 w 15"/>
                  <a:gd name="T1" fmla="*/ 0 h 46"/>
                  <a:gd name="T2" fmla="*/ 224 w 15"/>
                  <a:gd name="T3" fmla="*/ 35 h 46"/>
                  <a:gd name="T4" fmla="*/ 183 w 15"/>
                  <a:gd name="T5" fmla="*/ 444 h 46"/>
                  <a:gd name="T6" fmla="*/ 165 w 15"/>
                  <a:gd name="T7" fmla="*/ 880 h 46"/>
                  <a:gd name="T8" fmla="*/ 0 w 15"/>
                  <a:gd name="T9" fmla="*/ 845 h 46"/>
                  <a:gd name="T10" fmla="*/ 30 w 15"/>
                  <a:gd name="T11" fmla="*/ 594 h 46"/>
                  <a:gd name="T12" fmla="*/ 74 w 15"/>
                  <a:gd name="T13" fmla="*/ 321 h 46"/>
                  <a:gd name="T14" fmla="*/ 74 w 15"/>
                  <a:gd name="T15" fmla="*/ 35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46">
                    <a:moveTo>
                      <a:pt x="3" y="0"/>
                    </a:moveTo>
                    <a:cubicBezTo>
                      <a:pt x="7" y="2"/>
                      <a:pt x="11" y="2"/>
                      <a:pt x="15" y="2"/>
                    </a:cubicBezTo>
                    <a:cubicBezTo>
                      <a:pt x="9" y="7"/>
                      <a:pt x="8" y="16"/>
                      <a:pt x="12" y="23"/>
                    </a:cubicBezTo>
                    <a:cubicBezTo>
                      <a:pt x="5" y="25"/>
                      <a:pt x="11" y="40"/>
                      <a:pt x="11" y="46"/>
                    </a:cubicBezTo>
                    <a:cubicBezTo>
                      <a:pt x="7" y="46"/>
                      <a:pt x="4" y="44"/>
                      <a:pt x="0" y="44"/>
                    </a:cubicBezTo>
                    <a:cubicBezTo>
                      <a:pt x="7" y="42"/>
                      <a:pt x="6" y="35"/>
                      <a:pt x="2" y="31"/>
                    </a:cubicBezTo>
                    <a:cubicBezTo>
                      <a:pt x="8" y="29"/>
                      <a:pt x="7" y="21"/>
                      <a:pt x="5" y="17"/>
                    </a:cubicBezTo>
                    <a:cubicBezTo>
                      <a:pt x="10" y="13"/>
                      <a:pt x="7" y="7"/>
                      <a:pt x="5" y="2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68" name="Freeform 58">
                <a:extLst>
                  <a:ext uri="{FF2B5EF4-FFF2-40B4-BE49-F238E27FC236}">
                    <a16:creationId xmlns:a16="http://schemas.microsoft.com/office/drawing/2014/main" id="{085586E7-EFC6-4D11-BAF3-C0F9E1BD0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1941"/>
                <a:ext cx="20" cy="54"/>
              </a:xfrm>
              <a:custGeom>
                <a:avLst/>
                <a:gdLst>
                  <a:gd name="T0" fmla="*/ 125 w 8"/>
                  <a:gd name="T1" fmla="*/ 103 h 20"/>
                  <a:gd name="T2" fmla="*/ 125 w 8"/>
                  <a:gd name="T3" fmla="*/ 394 h 20"/>
                  <a:gd name="T4" fmla="*/ 20 w 8"/>
                  <a:gd name="T5" fmla="*/ 257 h 20"/>
                  <a:gd name="T6" fmla="*/ 50 w 8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8" y="5"/>
                    </a:moveTo>
                    <a:cubicBezTo>
                      <a:pt x="5" y="9"/>
                      <a:pt x="6" y="15"/>
                      <a:pt x="8" y="20"/>
                    </a:cubicBezTo>
                    <a:cubicBezTo>
                      <a:pt x="7" y="17"/>
                      <a:pt x="1" y="15"/>
                      <a:pt x="1" y="13"/>
                    </a:cubicBezTo>
                    <a:cubicBezTo>
                      <a:pt x="0" y="8"/>
                      <a:pt x="6" y="6"/>
                      <a:pt x="3" y="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69" name="Freeform 59">
                <a:extLst>
                  <a:ext uri="{FF2B5EF4-FFF2-40B4-BE49-F238E27FC236}">
                    <a16:creationId xmlns:a16="http://schemas.microsoft.com/office/drawing/2014/main" id="{87B6E5FE-A007-4673-B15D-0B646822A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445"/>
                <a:ext cx="47" cy="224"/>
              </a:xfrm>
              <a:custGeom>
                <a:avLst/>
                <a:gdLst>
                  <a:gd name="T0" fmla="*/ 74 w 19"/>
                  <a:gd name="T1" fmla="*/ 171 h 84"/>
                  <a:gd name="T2" fmla="*/ 287 w 19"/>
                  <a:gd name="T3" fmla="*/ 320 h 84"/>
                  <a:gd name="T4" fmla="*/ 287 w 19"/>
                  <a:gd name="T5" fmla="*/ 819 h 84"/>
                  <a:gd name="T6" fmla="*/ 228 w 19"/>
                  <a:gd name="T7" fmla="*/ 1195 h 84"/>
                  <a:gd name="T8" fmla="*/ 257 w 19"/>
                  <a:gd name="T9" fmla="*/ 1592 h 84"/>
                  <a:gd name="T10" fmla="*/ 104 w 19"/>
                  <a:gd name="T11" fmla="*/ 1139 h 84"/>
                  <a:gd name="T12" fmla="*/ 134 w 19"/>
                  <a:gd name="T13" fmla="*/ 717 h 84"/>
                  <a:gd name="T14" fmla="*/ 74 w 19"/>
                  <a:gd name="T15" fmla="*/ 0 h 84"/>
                  <a:gd name="T16" fmla="*/ 183 w 19"/>
                  <a:gd name="T17" fmla="*/ 77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84">
                    <a:moveTo>
                      <a:pt x="5" y="9"/>
                    </a:moveTo>
                    <a:cubicBezTo>
                      <a:pt x="9" y="12"/>
                      <a:pt x="14" y="15"/>
                      <a:pt x="19" y="17"/>
                    </a:cubicBezTo>
                    <a:cubicBezTo>
                      <a:pt x="6" y="19"/>
                      <a:pt x="14" y="37"/>
                      <a:pt x="19" y="43"/>
                    </a:cubicBezTo>
                    <a:cubicBezTo>
                      <a:pt x="11" y="46"/>
                      <a:pt x="13" y="57"/>
                      <a:pt x="15" y="63"/>
                    </a:cubicBezTo>
                    <a:cubicBezTo>
                      <a:pt x="8" y="68"/>
                      <a:pt x="15" y="77"/>
                      <a:pt x="17" y="84"/>
                    </a:cubicBezTo>
                    <a:cubicBezTo>
                      <a:pt x="7" y="80"/>
                      <a:pt x="7" y="68"/>
                      <a:pt x="7" y="60"/>
                    </a:cubicBezTo>
                    <a:cubicBezTo>
                      <a:pt x="7" y="54"/>
                      <a:pt x="5" y="43"/>
                      <a:pt x="9" y="38"/>
                    </a:cubicBezTo>
                    <a:cubicBezTo>
                      <a:pt x="0" y="25"/>
                      <a:pt x="14" y="11"/>
                      <a:pt x="5" y="0"/>
                    </a:cubicBezTo>
                    <a:cubicBezTo>
                      <a:pt x="7" y="2"/>
                      <a:pt x="9" y="3"/>
                      <a:pt x="12" y="4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70" name="Freeform 60">
                <a:extLst>
                  <a:ext uri="{FF2B5EF4-FFF2-40B4-BE49-F238E27FC236}">
                    <a16:creationId xmlns:a16="http://schemas.microsoft.com/office/drawing/2014/main" id="{55874CF8-BA87-4AE5-AEF1-5187F8F88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128"/>
                <a:ext cx="133" cy="139"/>
              </a:xfrm>
              <a:custGeom>
                <a:avLst/>
                <a:gdLst>
                  <a:gd name="T0" fmla="*/ 0 w 53"/>
                  <a:gd name="T1" fmla="*/ 251 h 52"/>
                  <a:gd name="T2" fmla="*/ 838 w 53"/>
                  <a:gd name="T3" fmla="*/ 0 h 52"/>
                  <a:gd name="T4" fmla="*/ 647 w 53"/>
                  <a:gd name="T5" fmla="*/ 307 h 52"/>
                  <a:gd name="T6" fmla="*/ 555 w 53"/>
                  <a:gd name="T7" fmla="*/ 593 h 52"/>
                  <a:gd name="T8" fmla="*/ 504 w 53"/>
                  <a:gd name="T9" fmla="*/ 994 h 52"/>
                  <a:gd name="T10" fmla="*/ 238 w 53"/>
                  <a:gd name="T11" fmla="*/ 914 h 52"/>
                  <a:gd name="T12" fmla="*/ 125 w 53"/>
                  <a:gd name="T13" fmla="*/ 765 h 52"/>
                  <a:gd name="T14" fmla="*/ 0 w 53"/>
                  <a:gd name="T15" fmla="*/ 286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52">
                    <a:moveTo>
                      <a:pt x="0" y="13"/>
                    </a:moveTo>
                    <a:cubicBezTo>
                      <a:pt x="18" y="18"/>
                      <a:pt x="38" y="6"/>
                      <a:pt x="53" y="0"/>
                    </a:cubicBezTo>
                    <a:cubicBezTo>
                      <a:pt x="47" y="3"/>
                      <a:pt x="38" y="9"/>
                      <a:pt x="41" y="16"/>
                    </a:cubicBezTo>
                    <a:cubicBezTo>
                      <a:pt x="31" y="17"/>
                      <a:pt x="29" y="25"/>
                      <a:pt x="35" y="31"/>
                    </a:cubicBezTo>
                    <a:cubicBezTo>
                      <a:pt x="24" y="35"/>
                      <a:pt x="28" y="45"/>
                      <a:pt x="32" y="52"/>
                    </a:cubicBezTo>
                    <a:cubicBezTo>
                      <a:pt x="27" y="50"/>
                      <a:pt x="20" y="51"/>
                      <a:pt x="15" y="48"/>
                    </a:cubicBezTo>
                    <a:cubicBezTo>
                      <a:pt x="13" y="47"/>
                      <a:pt x="10" y="42"/>
                      <a:pt x="8" y="40"/>
                    </a:cubicBezTo>
                    <a:cubicBezTo>
                      <a:pt x="25" y="29"/>
                      <a:pt x="18" y="19"/>
                      <a:pt x="0" y="15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71" name="Freeform 61">
                <a:extLst>
                  <a:ext uri="{FF2B5EF4-FFF2-40B4-BE49-F238E27FC236}">
                    <a16:creationId xmlns:a16="http://schemas.microsoft.com/office/drawing/2014/main" id="{B0124085-5675-4412-9D60-576431BDD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899"/>
                <a:ext cx="358" cy="370"/>
              </a:xfrm>
              <a:custGeom>
                <a:avLst/>
                <a:gdLst>
                  <a:gd name="T0" fmla="*/ 0 w 143"/>
                  <a:gd name="T1" fmla="*/ 0 h 139"/>
                  <a:gd name="T2" fmla="*/ 158 w 143"/>
                  <a:gd name="T3" fmla="*/ 192 h 139"/>
                  <a:gd name="T4" fmla="*/ 220 w 143"/>
                  <a:gd name="T5" fmla="*/ 397 h 139"/>
                  <a:gd name="T6" fmla="*/ 408 w 143"/>
                  <a:gd name="T7" fmla="*/ 474 h 139"/>
                  <a:gd name="T8" fmla="*/ 488 w 143"/>
                  <a:gd name="T9" fmla="*/ 644 h 139"/>
                  <a:gd name="T10" fmla="*/ 646 w 143"/>
                  <a:gd name="T11" fmla="*/ 737 h 139"/>
                  <a:gd name="T12" fmla="*/ 771 w 143"/>
                  <a:gd name="T13" fmla="*/ 908 h 139"/>
                  <a:gd name="T14" fmla="*/ 909 w 143"/>
                  <a:gd name="T15" fmla="*/ 1227 h 139"/>
                  <a:gd name="T16" fmla="*/ 1242 w 143"/>
                  <a:gd name="T17" fmla="*/ 1475 h 139"/>
                  <a:gd name="T18" fmla="*/ 1429 w 143"/>
                  <a:gd name="T19" fmla="*/ 1757 h 139"/>
                  <a:gd name="T20" fmla="*/ 1710 w 143"/>
                  <a:gd name="T21" fmla="*/ 2111 h 139"/>
                  <a:gd name="T22" fmla="*/ 1963 w 143"/>
                  <a:gd name="T23" fmla="*/ 2417 h 139"/>
                  <a:gd name="T24" fmla="*/ 2181 w 143"/>
                  <a:gd name="T25" fmla="*/ 2622 h 139"/>
                  <a:gd name="T26" fmla="*/ 2243 w 143"/>
                  <a:gd name="T27" fmla="*/ 2281 h 139"/>
                  <a:gd name="T28" fmla="*/ 1913 w 143"/>
                  <a:gd name="T29" fmla="*/ 1927 h 139"/>
                  <a:gd name="T30" fmla="*/ 1630 w 143"/>
                  <a:gd name="T31" fmla="*/ 1565 h 139"/>
                  <a:gd name="T32" fmla="*/ 1397 w 143"/>
                  <a:gd name="T33" fmla="*/ 1531 h 139"/>
                  <a:gd name="T34" fmla="*/ 1334 w 143"/>
                  <a:gd name="T35" fmla="*/ 1360 h 139"/>
                  <a:gd name="T36" fmla="*/ 1147 w 143"/>
                  <a:gd name="T37" fmla="*/ 1057 h 139"/>
                  <a:gd name="T38" fmla="*/ 929 w 143"/>
                  <a:gd name="T39" fmla="*/ 886 h 139"/>
                  <a:gd name="T40" fmla="*/ 688 w 143"/>
                  <a:gd name="T41" fmla="*/ 695 h 139"/>
                  <a:gd name="T42" fmla="*/ 533 w 143"/>
                  <a:gd name="T43" fmla="*/ 588 h 139"/>
                  <a:gd name="T44" fmla="*/ 363 w 143"/>
                  <a:gd name="T45" fmla="*/ 375 h 139"/>
                  <a:gd name="T46" fmla="*/ 158 w 143"/>
                  <a:gd name="T47" fmla="*/ 205 h 1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3" h="139">
                    <a:moveTo>
                      <a:pt x="0" y="0"/>
                    </a:moveTo>
                    <a:cubicBezTo>
                      <a:pt x="4" y="3"/>
                      <a:pt x="7" y="5"/>
                      <a:pt x="10" y="10"/>
                    </a:cubicBezTo>
                    <a:cubicBezTo>
                      <a:pt x="12" y="13"/>
                      <a:pt x="11" y="19"/>
                      <a:pt x="14" y="21"/>
                    </a:cubicBezTo>
                    <a:cubicBezTo>
                      <a:pt x="17" y="23"/>
                      <a:pt x="23" y="22"/>
                      <a:pt x="26" y="25"/>
                    </a:cubicBezTo>
                    <a:cubicBezTo>
                      <a:pt x="29" y="27"/>
                      <a:pt x="29" y="31"/>
                      <a:pt x="31" y="34"/>
                    </a:cubicBezTo>
                    <a:cubicBezTo>
                      <a:pt x="33" y="36"/>
                      <a:pt x="38" y="37"/>
                      <a:pt x="41" y="39"/>
                    </a:cubicBezTo>
                    <a:cubicBezTo>
                      <a:pt x="44" y="42"/>
                      <a:pt x="47" y="46"/>
                      <a:pt x="49" y="48"/>
                    </a:cubicBezTo>
                    <a:cubicBezTo>
                      <a:pt x="55" y="54"/>
                      <a:pt x="58" y="57"/>
                      <a:pt x="58" y="65"/>
                    </a:cubicBezTo>
                    <a:cubicBezTo>
                      <a:pt x="67" y="64"/>
                      <a:pt x="81" y="68"/>
                      <a:pt x="79" y="78"/>
                    </a:cubicBezTo>
                    <a:cubicBezTo>
                      <a:pt x="88" y="76"/>
                      <a:pt x="92" y="87"/>
                      <a:pt x="91" y="93"/>
                    </a:cubicBezTo>
                    <a:cubicBezTo>
                      <a:pt x="103" y="93"/>
                      <a:pt x="110" y="102"/>
                      <a:pt x="109" y="112"/>
                    </a:cubicBezTo>
                    <a:cubicBezTo>
                      <a:pt x="119" y="102"/>
                      <a:pt x="126" y="121"/>
                      <a:pt x="125" y="128"/>
                    </a:cubicBezTo>
                    <a:cubicBezTo>
                      <a:pt x="135" y="125"/>
                      <a:pt x="137" y="132"/>
                      <a:pt x="139" y="139"/>
                    </a:cubicBezTo>
                    <a:cubicBezTo>
                      <a:pt x="136" y="133"/>
                      <a:pt x="136" y="125"/>
                      <a:pt x="143" y="121"/>
                    </a:cubicBezTo>
                    <a:cubicBezTo>
                      <a:pt x="132" y="120"/>
                      <a:pt x="121" y="113"/>
                      <a:pt x="122" y="102"/>
                    </a:cubicBezTo>
                    <a:cubicBezTo>
                      <a:pt x="113" y="102"/>
                      <a:pt x="101" y="92"/>
                      <a:pt x="104" y="83"/>
                    </a:cubicBezTo>
                    <a:cubicBezTo>
                      <a:pt x="99" y="84"/>
                      <a:pt x="93" y="84"/>
                      <a:pt x="89" y="81"/>
                    </a:cubicBezTo>
                    <a:cubicBezTo>
                      <a:pt x="86" y="78"/>
                      <a:pt x="88" y="75"/>
                      <a:pt x="85" y="72"/>
                    </a:cubicBezTo>
                    <a:cubicBezTo>
                      <a:pt x="79" y="67"/>
                      <a:pt x="72" y="67"/>
                      <a:pt x="73" y="56"/>
                    </a:cubicBezTo>
                    <a:cubicBezTo>
                      <a:pt x="66" y="58"/>
                      <a:pt x="61" y="53"/>
                      <a:pt x="59" y="47"/>
                    </a:cubicBezTo>
                    <a:cubicBezTo>
                      <a:pt x="51" y="46"/>
                      <a:pt x="49" y="42"/>
                      <a:pt x="44" y="37"/>
                    </a:cubicBezTo>
                    <a:cubicBezTo>
                      <a:pt x="40" y="34"/>
                      <a:pt x="39" y="34"/>
                      <a:pt x="34" y="31"/>
                    </a:cubicBezTo>
                    <a:cubicBezTo>
                      <a:pt x="29" y="28"/>
                      <a:pt x="27" y="23"/>
                      <a:pt x="23" y="20"/>
                    </a:cubicBezTo>
                    <a:cubicBezTo>
                      <a:pt x="19" y="16"/>
                      <a:pt x="13" y="16"/>
                      <a:pt x="10" y="11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72" name="Freeform 62">
                <a:extLst>
                  <a:ext uri="{FF2B5EF4-FFF2-40B4-BE49-F238E27FC236}">
                    <a16:creationId xmlns:a16="http://schemas.microsoft.com/office/drawing/2014/main" id="{3182E3EC-E299-4F67-A63C-07D715C24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219"/>
                <a:ext cx="138" cy="144"/>
              </a:xfrm>
              <a:custGeom>
                <a:avLst/>
                <a:gdLst>
                  <a:gd name="T0" fmla="*/ 63 w 55"/>
                  <a:gd name="T1" fmla="*/ 285 h 54"/>
                  <a:gd name="T2" fmla="*/ 334 w 55"/>
                  <a:gd name="T3" fmla="*/ 760 h 54"/>
                  <a:gd name="T4" fmla="*/ 617 w 55"/>
                  <a:gd name="T5" fmla="*/ 989 h 54"/>
                  <a:gd name="T6" fmla="*/ 743 w 55"/>
                  <a:gd name="T7" fmla="*/ 1024 h 54"/>
                  <a:gd name="T8" fmla="*/ 647 w 55"/>
                  <a:gd name="T9" fmla="*/ 931 h 54"/>
                  <a:gd name="T10" fmla="*/ 459 w 55"/>
                  <a:gd name="T11" fmla="*/ 376 h 54"/>
                  <a:gd name="T12" fmla="*/ 284 w 55"/>
                  <a:gd name="T13" fmla="*/ 115 h 54"/>
                  <a:gd name="T14" fmla="*/ 0 w 55"/>
                  <a:gd name="T15" fmla="*/ 0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4">
                    <a:moveTo>
                      <a:pt x="4" y="15"/>
                    </a:moveTo>
                    <a:cubicBezTo>
                      <a:pt x="13" y="24"/>
                      <a:pt x="24" y="27"/>
                      <a:pt x="21" y="40"/>
                    </a:cubicBezTo>
                    <a:cubicBezTo>
                      <a:pt x="32" y="41"/>
                      <a:pt x="36" y="45"/>
                      <a:pt x="39" y="52"/>
                    </a:cubicBezTo>
                    <a:cubicBezTo>
                      <a:pt x="46" y="52"/>
                      <a:pt x="45" y="48"/>
                      <a:pt x="47" y="54"/>
                    </a:cubicBezTo>
                    <a:cubicBezTo>
                      <a:pt x="55" y="49"/>
                      <a:pt x="48" y="52"/>
                      <a:pt x="41" y="49"/>
                    </a:cubicBezTo>
                    <a:cubicBezTo>
                      <a:pt x="45" y="38"/>
                      <a:pt x="34" y="28"/>
                      <a:pt x="29" y="20"/>
                    </a:cubicBezTo>
                    <a:cubicBezTo>
                      <a:pt x="26" y="14"/>
                      <a:pt x="25" y="9"/>
                      <a:pt x="18" y="6"/>
                    </a:cubicBezTo>
                    <a:cubicBezTo>
                      <a:pt x="12" y="3"/>
                      <a:pt x="6" y="3"/>
                      <a:pt x="0" y="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73" name="Freeform 63">
                <a:extLst>
                  <a:ext uri="{FF2B5EF4-FFF2-40B4-BE49-F238E27FC236}">
                    <a16:creationId xmlns:a16="http://schemas.microsoft.com/office/drawing/2014/main" id="{E414A098-606A-4671-AFB3-87676AB59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843"/>
                <a:ext cx="510" cy="522"/>
              </a:xfrm>
              <a:custGeom>
                <a:avLst/>
                <a:gdLst>
                  <a:gd name="T0" fmla="*/ 2770 w 204"/>
                  <a:gd name="T1" fmla="*/ 115 h 196"/>
                  <a:gd name="T2" fmla="*/ 2345 w 204"/>
                  <a:gd name="T3" fmla="*/ 264 h 196"/>
                  <a:gd name="T4" fmla="*/ 1970 w 204"/>
                  <a:gd name="T5" fmla="*/ 511 h 196"/>
                  <a:gd name="T6" fmla="*/ 1688 w 204"/>
                  <a:gd name="T7" fmla="*/ 794 h 196"/>
                  <a:gd name="T8" fmla="*/ 1438 w 204"/>
                  <a:gd name="T9" fmla="*/ 1092 h 196"/>
                  <a:gd name="T10" fmla="*/ 1238 w 204"/>
                  <a:gd name="T11" fmla="*/ 1340 h 196"/>
                  <a:gd name="T12" fmla="*/ 1020 w 204"/>
                  <a:gd name="T13" fmla="*/ 1625 h 196"/>
                  <a:gd name="T14" fmla="*/ 770 w 204"/>
                  <a:gd name="T15" fmla="*/ 2000 h 196"/>
                  <a:gd name="T16" fmla="*/ 520 w 204"/>
                  <a:gd name="T17" fmla="*/ 2397 h 196"/>
                  <a:gd name="T18" fmla="*/ 300 w 204"/>
                  <a:gd name="T19" fmla="*/ 2815 h 196"/>
                  <a:gd name="T20" fmla="*/ 145 w 204"/>
                  <a:gd name="T21" fmla="*/ 3228 h 196"/>
                  <a:gd name="T22" fmla="*/ 50 w 204"/>
                  <a:gd name="T23" fmla="*/ 3590 h 196"/>
                  <a:gd name="T24" fmla="*/ 0 w 204"/>
                  <a:gd name="T25" fmla="*/ 3702 h 196"/>
                  <a:gd name="T26" fmla="*/ 145 w 204"/>
                  <a:gd name="T27" fmla="*/ 3667 h 196"/>
                  <a:gd name="T28" fmla="*/ 395 w 204"/>
                  <a:gd name="T29" fmla="*/ 3361 h 196"/>
                  <a:gd name="T30" fmla="*/ 408 w 204"/>
                  <a:gd name="T31" fmla="*/ 3340 h 196"/>
                  <a:gd name="T32" fmla="*/ 438 w 204"/>
                  <a:gd name="T33" fmla="*/ 3249 h 196"/>
                  <a:gd name="T34" fmla="*/ 583 w 204"/>
                  <a:gd name="T35" fmla="*/ 3057 h 196"/>
                  <a:gd name="T36" fmla="*/ 708 w 204"/>
                  <a:gd name="T37" fmla="*/ 2815 h 196"/>
                  <a:gd name="T38" fmla="*/ 800 w 204"/>
                  <a:gd name="T39" fmla="*/ 2725 h 196"/>
                  <a:gd name="T40" fmla="*/ 875 w 204"/>
                  <a:gd name="T41" fmla="*/ 2554 h 196"/>
                  <a:gd name="T42" fmla="*/ 1020 w 204"/>
                  <a:gd name="T43" fmla="*/ 2440 h 196"/>
                  <a:gd name="T44" fmla="*/ 1063 w 204"/>
                  <a:gd name="T45" fmla="*/ 2362 h 196"/>
                  <a:gd name="T46" fmla="*/ 1300 w 204"/>
                  <a:gd name="T47" fmla="*/ 2192 h 196"/>
                  <a:gd name="T48" fmla="*/ 1375 w 204"/>
                  <a:gd name="T49" fmla="*/ 1965 h 196"/>
                  <a:gd name="T50" fmla="*/ 1488 w 204"/>
                  <a:gd name="T51" fmla="*/ 1872 h 196"/>
                  <a:gd name="T52" fmla="*/ 1563 w 204"/>
                  <a:gd name="T53" fmla="*/ 1774 h 196"/>
                  <a:gd name="T54" fmla="*/ 1783 w 204"/>
                  <a:gd name="T55" fmla="*/ 1590 h 196"/>
                  <a:gd name="T56" fmla="*/ 1988 w 204"/>
                  <a:gd name="T57" fmla="*/ 1318 h 196"/>
                  <a:gd name="T58" fmla="*/ 2145 w 204"/>
                  <a:gd name="T59" fmla="*/ 1148 h 196"/>
                  <a:gd name="T60" fmla="*/ 2313 w 204"/>
                  <a:gd name="T61" fmla="*/ 1036 h 196"/>
                  <a:gd name="T62" fmla="*/ 2438 w 204"/>
                  <a:gd name="T63" fmla="*/ 852 h 196"/>
                  <a:gd name="T64" fmla="*/ 2550 w 204"/>
                  <a:gd name="T65" fmla="*/ 703 h 196"/>
                  <a:gd name="T66" fmla="*/ 2675 w 204"/>
                  <a:gd name="T67" fmla="*/ 511 h 196"/>
                  <a:gd name="T68" fmla="*/ 2783 w 204"/>
                  <a:gd name="T69" fmla="*/ 376 h 196"/>
                  <a:gd name="T70" fmla="*/ 2970 w 204"/>
                  <a:gd name="T71" fmla="*/ 226 h 196"/>
                  <a:gd name="T72" fmla="*/ 3188 w 204"/>
                  <a:gd name="T73" fmla="*/ 35 h 196"/>
                  <a:gd name="T74" fmla="*/ 2770 w 204"/>
                  <a:gd name="T75" fmla="*/ 115 h 19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4" h="196">
                    <a:moveTo>
                      <a:pt x="177" y="6"/>
                    </a:moveTo>
                    <a:cubicBezTo>
                      <a:pt x="173" y="4"/>
                      <a:pt x="156" y="4"/>
                      <a:pt x="150" y="14"/>
                    </a:cubicBezTo>
                    <a:cubicBezTo>
                      <a:pt x="146" y="11"/>
                      <a:pt x="131" y="18"/>
                      <a:pt x="126" y="27"/>
                    </a:cubicBezTo>
                    <a:cubicBezTo>
                      <a:pt x="124" y="24"/>
                      <a:pt x="107" y="33"/>
                      <a:pt x="108" y="42"/>
                    </a:cubicBezTo>
                    <a:cubicBezTo>
                      <a:pt x="104" y="41"/>
                      <a:pt x="92" y="49"/>
                      <a:pt x="92" y="58"/>
                    </a:cubicBezTo>
                    <a:cubicBezTo>
                      <a:pt x="85" y="58"/>
                      <a:pt x="82" y="62"/>
                      <a:pt x="79" y="71"/>
                    </a:cubicBezTo>
                    <a:cubicBezTo>
                      <a:pt x="74" y="70"/>
                      <a:pt x="63" y="78"/>
                      <a:pt x="65" y="86"/>
                    </a:cubicBezTo>
                    <a:cubicBezTo>
                      <a:pt x="65" y="86"/>
                      <a:pt x="50" y="93"/>
                      <a:pt x="49" y="106"/>
                    </a:cubicBezTo>
                    <a:cubicBezTo>
                      <a:pt x="47" y="106"/>
                      <a:pt x="30" y="120"/>
                      <a:pt x="33" y="127"/>
                    </a:cubicBezTo>
                    <a:cubicBezTo>
                      <a:pt x="29" y="129"/>
                      <a:pt x="18" y="142"/>
                      <a:pt x="19" y="149"/>
                    </a:cubicBezTo>
                    <a:cubicBezTo>
                      <a:pt x="14" y="151"/>
                      <a:pt x="8" y="164"/>
                      <a:pt x="9" y="171"/>
                    </a:cubicBezTo>
                    <a:cubicBezTo>
                      <a:pt x="6" y="174"/>
                      <a:pt x="0" y="185"/>
                      <a:pt x="3" y="190"/>
                    </a:cubicBezTo>
                    <a:cubicBezTo>
                      <a:pt x="2" y="191"/>
                      <a:pt x="1" y="193"/>
                      <a:pt x="0" y="196"/>
                    </a:cubicBezTo>
                    <a:cubicBezTo>
                      <a:pt x="3" y="195"/>
                      <a:pt x="6" y="195"/>
                      <a:pt x="9" y="194"/>
                    </a:cubicBezTo>
                    <a:cubicBezTo>
                      <a:pt x="9" y="186"/>
                      <a:pt x="17" y="180"/>
                      <a:pt x="25" y="178"/>
                    </a:cubicBezTo>
                    <a:cubicBezTo>
                      <a:pt x="25" y="178"/>
                      <a:pt x="26" y="177"/>
                      <a:pt x="26" y="177"/>
                    </a:cubicBezTo>
                    <a:cubicBezTo>
                      <a:pt x="27" y="175"/>
                      <a:pt x="28" y="174"/>
                      <a:pt x="28" y="172"/>
                    </a:cubicBezTo>
                    <a:cubicBezTo>
                      <a:pt x="30" y="169"/>
                      <a:pt x="32" y="163"/>
                      <a:pt x="37" y="162"/>
                    </a:cubicBezTo>
                    <a:cubicBezTo>
                      <a:pt x="39" y="158"/>
                      <a:pt x="41" y="153"/>
                      <a:pt x="45" y="149"/>
                    </a:cubicBezTo>
                    <a:cubicBezTo>
                      <a:pt x="48" y="147"/>
                      <a:pt x="49" y="147"/>
                      <a:pt x="51" y="144"/>
                    </a:cubicBezTo>
                    <a:cubicBezTo>
                      <a:pt x="52" y="141"/>
                      <a:pt x="53" y="137"/>
                      <a:pt x="56" y="135"/>
                    </a:cubicBezTo>
                    <a:cubicBezTo>
                      <a:pt x="58" y="132"/>
                      <a:pt x="62" y="131"/>
                      <a:pt x="65" y="129"/>
                    </a:cubicBezTo>
                    <a:cubicBezTo>
                      <a:pt x="66" y="128"/>
                      <a:pt x="67" y="127"/>
                      <a:pt x="68" y="125"/>
                    </a:cubicBezTo>
                    <a:cubicBezTo>
                      <a:pt x="72" y="121"/>
                      <a:pt x="78" y="118"/>
                      <a:pt x="83" y="116"/>
                    </a:cubicBezTo>
                    <a:cubicBezTo>
                      <a:pt x="84" y="112"/>
                      <a:pt x="85" y="108"/>
                      <a:pt x="88" y="104"/>
                    </a:cubicBezTo>
                    <a:cubicBezTo>
                      <a:pt x="90" y="102"/>
                      <a:pt x="92" y="101"/>
                      <a:pt x="95" y="99"/>
                    </a:cubicBezTo>
                    <a:cubicBezTo>
                      <a:pt x="97" y="97"/>
                      <a:pt x="98" y="95"/>
                      <a:pt x="100" y="94"/>
                    </a:cubicBezTo>
                    <a:cubicBezTo>
                      <a:pt x="105" y="90"/>
                      <a:pt x="111" y="90"/>
                      <a:pt x="114" y="84"/>
                    </a:cubicBezTo>
                    <a:cubicBezTo>
                      <a:pt x="117" y="78"/>
                      <a:pt x="120" y="74"/>
                      <a:pt x="127" y="70"/>
                    </a:cubicBezTo>
                    <a:cubicBezTo>
                      <a:pt x="131" y="67"/>
                      <a:pt x="133" y="64"/>
                      <a:pt x="137" y="61"/>
                    </a:cubicBezTo>
                    <a:cubicBezTo>
                      <a:pt x="140" y="59"/>
                      <a:pt x="145" y="57"/>
                      <a:pt x="148" y="55"/>
                    </a:cubicBezTo>
                    <a:cubicBezTo>
                      <a:pt x="151" y="52"/>
                      <a:pt x="151" y="48"/>
                      <a:pt x="156" y="45"/>
                    </a:cubicBezTo>
                    <a:cubicBezTo>
                      <a:pt x="159" y="42"/>
                      <a:pt x="161" y="41"/>
                      <a:pt x="163" y="37"/>
                    </a:cubicBezTo>
                    <a:cubicBezTo>
                      <a:pt x="164" y="32"/>
                      <a:pt x="166" y="30"/>
                      <a:pt x="171" y="27"/>
                    </a:cubicBezTo>
                    <a:cubicBezTo>
                      <a:pt x="175" y="25"/>
                      <a:pt x="176" y="23"/>
                      <a:pt x="178" y="20"/>
                    </a:cubicBezTo>
                    <a:cubicBezTo>
                      <a:pt x="182" y="16"/>
                      <a:pt x="186" y="15"/>
                      <a:pt x="190" y="12"/>
                    </a:cubicBezTo>
                    <a:cubicBezTo>
                      <a:pt x="194" y="10"/>
                      <a:pt x="200" y="6"/>
                      <a:pt x="204" y="2"/>
                    </a:cubicBezTo>
                    <a:cubicBezTo>
                      <a:pt x="200" y="0"/>
                      <a:pt x="187" y="0"/>
                      <a:pt x="177" y="6"/>
                    </a:cubicBezTo>
                    <a:close/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74" name="Freeform 64">
                <a:extLst>
                  <a:ext uri="{FF2B5EF4-FFF2-40B4-BE49-F238E27FC236}">
                    <a16:creationId xmlns:a16="http://schemas.microsoft.com/office/drawing/2014/main" id="{4B516E20-6A09-483E-B985-AF5CD336E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875"/>
                <a:ext cx="378" cy="389"/>
              </a:xfrm>
              <a:custGeom>
                <a:avLst/>
                <a:gdLst>
                  <a:gd name="T0" fmla="*/ 2351 w 151"/>
                  <a:gd name="T1" fmla="*/ 35 h 146"/>
                  <a:gd name="T2" fmla="*/ 1913 w 151"/>
                  <a:gd name="T3" fmla="*/ 171 h 146"/>
                  <a:gd name="T4" fmla="*/ 1680 w 151"/>
                  <a:gd name="T5" fmla="*/ 418 h 146"/>
                  <a:gd name="T6" fmla="*/ 1397 w 151"/>
                  <a:gd name="T7" fmla="*/ 703 h 146"/>
                  <a:gd name="T8" fmla="*/ 959 w 151"/>
                  <a:gd name="T9" fmla="*/ 1228 h 146"/>
                  <a:gd name="T10" fmla="*/ 708 w 151"/>
                  <a:gd name="T11" fmla="*/ 1433 h 146"/>
                  <a:gd name="T12" fmla="*/ 471 w 151"/>
                  <a:gd name="T13" fmla="*/ 1740 h 146"/>
                  <a:gd name="T14" fmla="*/ 250 w 151"/>
                  <a:gd name="T15" fmla="*/ 2116 h 146"/>
                  <a:gd name="T16" fmla="*/ 0 w 151"/>
                  <a:gd name="T17" fmla="*/ 2443 h 146"/>
                  <a:gd name="T18" fmla="*/ 63 w 151"/>
                  <a:gd name="T19" fmla="*/ 2726 h 146"/>
                  <a:gd name="T20" fmla="*/ 63 w 151"/>
                  <a:gd name="T21" fmla="*/ 2760 h 146"/>
                  <a:gd name="T22" fmla="*/ 158 w 151"/>
                  <a:gd name="T23" fmla="*/ 2592 h 146"/>
                  <a:gd name="T24" fmla="*/ 250 w 151"/>
                  <a:gd name="T25" fmla="*/ 2499 h 146"/>
                  <a:gd name="T26" fmla="*/ 333 w 151"/>
                  <a:gd name="T27" fmla="*/ 2329 h 146"/>
                  <a:gd name="T28" fmla="*/ 471 w 151"/>
                  <a:gd name="T29" fmla="*/ 2214 h 146"/>
                  <a:gd name="T30" fmla="*/ 521 w 151"/>
                  <a:gd name="T31" fmla="*/ 2137 h 146"/>
                  <a:gd name="T32" fmla="*/ 751 w 151"/>
                  <a:gd name="T33" fmla="*/ 1966 h 146"/>
                  <a:gd name="T34" fmla="*/ 834 w 151"/>
                  <a:gd name="T35" fmla="*/ 1740 h 146"/>
                  <a:gd name="T36" fmla="*/ 939 w 151"/>
                  <a:gd name="T37" fmla="*/ 1647 h 146"/>
                  <a:gd name="T38" fmla="*/ 1021 w 151"/>
                  <a:gd name="T39" fmla="*/ 1548 h 146"/>
                  <a:gd name="T40" fmla="*/ 1242 w 151"/>
                  <a:gd name="T41" fmla="*/ 1364 h 146"/>
                  <a:gd name="T42" fmla="*/ 1442 w 151"/>
                  <a:gd name="T43" fmla="*/ 1100 h 146"/>
                  <a:gd name="T44" fmla="*/ 1597 w 151"/>
                  <a:gd name="T45" fmla="*/ 930 h 146"/>
                  <a:gd name="T46" fmla="*/ 1772 w 151"/>
                  <a:gd name="T47" fmla="*/ 815 h 146"/>
                  <a:gd name="T48" fmla="*/ 1900 w 151"/>
                  <a:gd name="T49" fmla="*/ 623 h 146"/>
                  <a:gd name="T50" fmla="*/ 2005 w 151"/>
                  <a:gd name="T51" fmla="*/ 477 h 146"/>
                  <a:gd name="T52" fmla="*/ 2130 w 151"/>
                  <a:gd name="T53" fmla="*/ 285 h 146"/>
                  <a:gd name="T54" fmla="*/ 2243 w 151"/>
                  <a:gd name="T55" fmla="*/ 149 h 146"/>
                  <a:gd name="T56" fmla="*/ 2368 w 151"/>
                  <a:gd name="T57" fmla="*/ 56 h 146"/>
                  <a:gd name="T58" fmla="*/ 2351 w 151"/>
                  <a:gd name="T59" fmla="*/ 35 h 14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51" h="146">
                    <a:moveTo>
                      <a:pt x="150" y="2"/>
                    </a:moveTo>
                    <a:cubicBezTo>
                      <a:pt x="141" y="0"/>
                      <a:pt x="129" y="18"/>
                      <a:pt x="122" y="9"/>
                    </a:cubicBezTo>
                    <a:cubicBezTo>
                      <a:pt x="120" y="14"/>
                      <a:pt x="116" y="29"/>
                      <a:pt x="107" y="22"/>
                    </a:cubicBezTo>
                    <a:cubicBezTo>
                      <a:pt x="107" y="29"/>
                      <a:pt x="97" y="44"/>
                      <a:pt x="89" y="37"/>
                    </a:cubicBezTo>
                    <a:cubicBezTo>
                      <a:pt x="94" y="46"/>
                      <a:pt x="71" y="69"/>
                      <a:pt x="61" y="65"/>
                    </a:cubicBezTo>
                    <a:cubicBezTo>
                      <a:pt x="61" y="71"/>
                      <a:pt x="52" y="78"/>
                      <a:pt x="45" y="76"/>
                    </a:cubicBezTo>
                    <a:cubicBezTo>
                      <a:pt x="46" y="83"/>
                      <a:pt x="39" y="96"/>
                      <a:pt x="30" y="92"/>
                    </a:cubicBezTo>
                    <a:cubicBezTo>
                      <a:pt x="32" y="101"/>
                      <a:pt x="26" y="110"/>
                      <a:pt x="16" y="112"/>
                    </a:cubicBezTo>
                    <a:cubicBezTo>
                      <a:pt x="18" y="120"/>
                      <a:pt x="9" y="129"/>
                      <a:pt x="0" y="129"/>
                    </a:cubicBezTo>
                    <a:cubicBezTo>
                      <a:pt x="4" y="132"/>
                      <a:pt x="5" y="139"/>
                      <a:pt x="4" y="144"/>
                    </a:cubicBezTo>
                    <a:cubicBezTo>
                      <a:pt x="4" y="146"/>
                      <a:pt x="4" y="146"/>
                      <a:pt x="4" y="146"/>
                    </a:cubicBezTo>
                    <a:cubicBezTo>
                      <a:pt x="6" y="143"/>
                      <a:pt x="7" y="140"/>
                      <a:pt x="10" y="137"/>
                    </a:cubicBezTo>
                    <a:cubicBezTo>
                      <a:pt x="13" y="135"/>
                      <a:pt x="14" y="135"/>
                      <a:pt x="16" y="132"/>
                    </a:cubicBezTo>
                    <a:cubicBezTo>
                      <a:pt x="17" y="129"/>
                      <a:pt x="18" y="125"/>
                      <a:pt x="21" y="123"/>
                    </a:cubicBezTo>
                    <a:cubicBezTo>
                      <a:pt x="23" y="120"/>
                      <a:pt x="27" y="119"/>
                      <a:pt x="30" y="117"/>
                    </a:cubicBezTo>
                    <a:cubicBezTo>
                      <a:pt x="31" y="116"/>
                      <a:pt x="32" y="115"/>
                      <a:pt x="33" y="113"/>
                    </a:cubicBezTo>
                    <a:cubicBezTo>
                      <a:pt x="37" y="109"/>
                      <a:pt x="43" y="106"/>
                      <a:pt x="48" y="104"/>
                    </a:cubicBezTo>
                    <a:cubicBezTo>
                      <a:pt x="49" y="100"/>
                      <a:pt x="50" y="96"/>
                      <a:pt x="53" y="92"/>
                    </a:cubicBezTo>
                    <a:cubicBezTo>
                      <a:pt x="55" y="90"/>
                      <a:pt x="57" y="89"/>
                      <a:pt x="60" y="87"/>
                    </a:cubicBezTo>
                    <a:cubicBezTo>
                      <a:pt x="62" y="85"/>
                      <a:pt x="63" y="83"/>
                      <a:pt x="65" y="82"/>
                    </a:cubicBezTo>
                    <a:cubicBezTo>
                      <a:pt x="70" y="78"/>
                      <a:pt x="76" y="78"/>
                      <a:pt x="79" y="72"/>
                    </a:cubicBezTo>
                    <a:cubicBezTo>
                      <a:pt x="82" y="66"/>
                      <a:pt x="85" y="62"/>
                      <a:pt x="92" y="58"/>
                    </a:cubicBezTo>
                    <a:cubicBezTo>
                      <a:pt x="96" y="55"/>
                      <a:pt x="98" y="52"/>
                      <a:pt x="102" y="49"/>
                    </a:cubicBezTo>
                    <a:cubicBezTo>
                      <a:pt x="105" y="47"/>
                      <a:pt x="110" y="45"/>
                      <a:pt x="113" y="43"/>
                    </a:cubicBezTo>
                    <a:cubicBezTo>
                      <a:pt x="116" y="40"/>
                      <a:pt x="116" y="36"/>
                      <a:pt x="121" y="33"/>
                    </a:cubicBezTo>
                    <a:cubicBezTo>
                      <a:pt x="124" y="30"/>
                      <a:pt x="126" y="29"/>
                      <a:pt x="128" y="25"/>
                    </a:cubicBezTo>
                    <a:cubicBezTo>
                      <a:pt x="129" y="20"/>
                      <a:pt x="131" y="18"/>
                      <a:pt x="136" y="15"/>
                    </a:cubicBezTo>
                    <a:cubicBezTo>
                      <a:pt x="140" y="13"/>
                      <a:pt x="141" y="11"/>
                      <a:pt x="143" y="8"/>
                    </a:cubicBezTo>
                    <a:cubicBezTo>
                      <a:pt x="145" y="5"/>
                      <a:pt x="148" y="4"/>
                      <a:pt x="151" y="3"/>
                    </a:cubicBezTo>
                    <a:cubicBezTo>
                      <a:pt x="150" y="2"/>
                      <a:pt x="150" y="2"/>
                      <a:pt x="150" y="2"/>
                    </a:cubicBezTo>
                    <a:close/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75" name="Freeform 65">
                <a:extLst>
                  <a:ext uri="{FF2B5EF4-FFF2-40B4-BE49-F238E27FC236}">
                    <a16:creationId xmlns:a16="http://schemas.microsoft.com/office/drawing/2014/main" id="{C4ED8BB3-3BF7-4740-B85C-91DD13FC6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864"/>
                <a:ext cx="185" cy="136"/>
              </a:xfrm>
              <a:custGeom>
                <a:avLst/>
                <a:gdLst>
                  <a:gd name="T0" fmla="*/ 0 w 74"/>
                  <a:gd name="T1" fmla="*/ 0 h 51"/>
                  <a:gd name="T2" fmla="*/ 1158 w 74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51">
                    <a:moveTo>
                      <a:pt x="0" y="0"/>
                    </a:moveTo>
                    <a:cubicBezTo>
                      <a:pt x="27" y="13"/>
                      <a:pt x="57" y="27"/>
                      <a:pt x="74" y="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76" name="Freeform 66">
                <a:extLst>
                  <a:ext uri="{FF2B5EF4-FFF2-40B4-BE49-F238E27FC236}">
                    <a16:creationId xmlns:a16="http://schemas.microsoft.com/office/drawing/2014/main" id="{E7F712F7-DA1E-451A-A50B-A8C9425D3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933"/>
                <a:ext cx="145" cy="104"/>
              </a:xfrm>
              <a:custGeom>
                <a:avLst/>
                <a:gdLst>
                  <a:gd name="T0" fmla="*/ 0 w 58"/>
                  <a:gd name="T1" fmla="*/ 0 h 39"/>
                  <a:gd name="T2" fmla="*/ 908 w 58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39">
                    <a:moveTo>
                      <a:pt x="0" y="0"/>
                    </a:moveTo>
                    <a:cubicBezTo>
                      <a:pt x="21" y="9"/>
                      <a:pt x="48" y="29"/>
                      <a:pt x="58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77" name="Freeform 67">
                <a:extLst>
                  <a:ext uri="{FF2B5EF4-FFF2-40B4-BE49-F238E27FC236}">
                    <a16:creationId xmlns:a16="http://schemas.microsoft.com/office/drawing/2014/main" id="{EB0AE1F3-0637-4625-80D3-2FEFA3BD7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941"/>
                <a:ext cx="173" cy="128"/>
              </a:xfrm>
              <a:custGeom>
                <a:avLst/>
                <a:gdLst>
                  <a:gd name="T0" fmla="*/ 0 w 69"/>
                  <a:gd name="T1" fmla="*/ 0 h 48"/>
                  <a:gd name="T2" fmla="*/ 1088 w 69"/>
                  <a:gd name="T3" fmla="*/ 9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48">
                    <a:moveTo>
                      <a:pt x="0" y="0"/>
                    </a:moveTo>
                    <a:cubicBezTo>
                      <a:pt x="19" y="7"/>
                      <a:pt x="50" y="33"/>
                      <a:pt x="69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78" name="Freeform 68">
                <a:extLst>
                  <a:ext uri="{FF2B5EF4-FFF2-40B4-BE49-F238E27FC236}">
                    <a16:creationId xmlns:a16="http://schemas.microsoft.com/office/drawing/2014/main" id="{9A57C025-4FF3-4199-8892-9933D6AD8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019"/>
                <a:ext cx="198" cy="125"/>
              </a:xfrm>
              <a:custGeom>
                <a:avLst/>
                <a:gdLst>
                  <a:gd name="T0" fmla="*/ 0 w 79"/>
                  <a:gd name="T1" fmla="*/ 0 h 47"/>
                  <a:gd name="T2" fmla="*/ 1243 w 79"/>
                  <a:gd name="T3" fmla="*/ 88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47">
                    <a:moveTo>
                      <a:pt x="0" y="0"/>
                    </a:moveTo>
                    <a:cubicBezTo>
                      <a:pt x="16" y="16"/>
                      <a:pt x="61" y="42"/>
                      <a:pt x="79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79" name="Freeform 69">
                <a:extLst>
                  <a:ext uri="{FF2B5EF4-FFF2-40B4-BE49-F238E27FC236}">
                    <a16:creationId xmlns:a16="http://schemas.microsoft.com/office/drawing/2014/main" id="{B6908141-9006-4477-9086-F6612A46A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141"/>
                <a:ext cx="140" cy="83"/>
              </a:xfrm>
              <a:custGeom>
                <a:avLst/>
                <a:gdLst>
                  <a:gd name="T0" fmla="*/ 0 w 56"/>
                  <a:gd name="T1" fmla="*/ 0 h 31"/>
                  <a:gd name="T2" fmla="*/ 875 w 56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1">
                    <a:moveTo>
                      <a:pt x="0" y="0"/>
                    </a:moveTo>
                    <a:cubicBezTo>
                      <a:pt x="19" y="14"/>
                      <a:pt x="40" y="26"/>
                      <a:pt x="56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80" name="Freeform 70">
                <a:extLst>
                  <a:ext uri="{FF2B5EF4-FFF2-40B4-BE49-F238E27FC236}">
                    <a16:creationId xmlns:a16="http://schemas.microsoft.com/office/drawing/2014/main" id="{6DE2A9C4-32F0-44A6-A311-4DA43F687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067"/>
                <a:ext cx="160" cy="152"/>
              </a:xfrm>
              <a:custGeom>
                <a:avLst/>
                <a:gdLst>
                  <a:gd name="T0" fmla="*/ 0 w 64"/>
                  <a:gd name="T1" fmla="*/ 0 h 57"/>
                  <a:gd name="T2" fmla="*/ 1000 w 6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57">
                    <a:moveTo>
                      <a:pt x="0" y="0"/>
                    </a:moveTo>
                    <a:cubicBezTo>
                      <a:pt x="13" y="22"/>
                      <a:pt x="50" y="51"/>
                      <a:pt x="64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81" name="Freeform 71">
                <a:extLst>
                  <a:ext uri="{FF2B5EF4-FFF2-40B4-BE49-F238E27FC236}">
                    <a16:creationId xmlns:a16="http://schemas.microsoft.com/office/drawing/2014/main" id="{922BB071-F5FA-450F-BF3F-108D61AA2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1053"/>
                <a:ext cx="202" cy="182"/>
              </a:xfrm>
              <a:custGeom>
                <a:avLst/>
                <a:gdLst>
                  <a:gd name="T0" fmla="*/ 1257 w 81"/>
                  <a:gd name="T1" fmla="*/ 1303 h 68"/>
                  <a:gd name="T2" fmla="*/ 0 w 81"/>
                  <a:gd name="T3" fmla="*/ 0 h 68"/>
                  <a:gd name="T4" fmla="*/ 1257 w 81"/>
                  <a:gd name="T5" fmla="*/ 130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68">
                    <a:moveTo>
                      <a:pt x="81" y="68"/>
                    </a:moveTo>
                    <a:cubicBezTo>
                      <a:pt x="53" y="53"/>
                      <a:pt x="13" y="23"/>
                      <a:pt x="0" y="0"/>
                    </a:cubicBezTo>
                    <a:cubicBezTo>
                      <a:pt x="11" y="10"/>
                      <a:pt x="76" y="63"/>
                      <a:pt x="81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82" name="Freeform 72">
                <a:extLst>
                  <a:ext uri="{FF2B5EF4-FFF2-40B4-BE49-F238E27FC236}">
                    <a16:creationId xmlns:a16="http://schemas.microsoft.com/office/drawing/2014/main" id="{5BA1F839-AA39-48AC-99D1-652D1491D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203"/>
                <a:ext cx="135" cy="90"/>
              </a:xfrm>
              <a:custGeom>
                <a:avLst/>
                <a:gdLst>
                  <a:gd name="T0" fmla="*/ 0 w 54"/>
                  <a:gd name="T1" fmla="*/ 0 h 34"/>
                  <a:gd name="T2" fmla="*/ 845 w 54"/>
                  <a:gd name="T3" fmla="*/ 63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34">
                    <a:moveTo>
                      <a:pt x="0" y="0"/>
                    </a:moveTo>
                    <a:cubicBezTo>
                      <a:pt x="20" y="17"/>
                      <a:pt x="32" y="24"/>
                      <a:pt x="54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83" name="Freeform 73">
                <a:extLst>
                  <a:ext uri="{FF2B5EF4-FFF2-40B4-BE49-F238E27FC236}">
                    <a16:creationId xmlns:a16="http://schemas.microsoft.com/office/drawing/2014/main" id="{AFDAAE22-48D0-4259-8182-67603CCC8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267"/>
                <a:ext cx="147" cy="80"/>
              </a:xfrm>
              <a:custGeom>
                <a:avLst/>
                <a:gdLst>
                  <a:gd name="T0" fmla="*/ 0 w 59"/>
                  <a:gd name="T1" fmla="*/ 0 h 30"/>
                  <a:gd name="T2" fmla="*/ 912 w 59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30">
                    <a:moveTo>
                      <a:pt x="0" y="0"/>
                    </a:moveTo>
                    <a:cubicBezTo>
                      <a:pt x="16" y="12"/>
                      <a:pt x="43" y="26"/>
                      <a:pt x="59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84" name="Freeform 74">
                <a:extLst>
                  <a:ext uri="{FF2B5EF4-FFF2-40B4-BE49-F238E27FC236}">
                    <a16:creationId xmlns:a16="http://schemas.microsoft.com/office/drawing/2014/main" id="{0B00542B-F305-45B0-8EE8-36CF9E2BC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200"/>
                <a:ext cx="143" cy="131"/>
              </a:xfrm>
              <a:custGeom>
                <a:avLst/>
                <a:gdLst>
                  <a:gd name="T0" fmla="*/ 0 w 57"/>
                  <a:gd name="T1" fmla="*/ 0 h 49"/>
                  <a:gd name="T2" fmla="*/ 901 w 57"/>
                  <a:gd name="T3" fmla="*/ 93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49">
                    <a:moveTo>
                      <a:pt x="0" y="0"/>
                    </a:moveTo>
                    <a:cubicBezTo>
                      <a:pt x="11" y="21"/>
                      <a:pt x="39" y="39"/>
                      <a:pt x="57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85" name="Freeform 75">
                <a:extLst>
                  <a:ext uri="{FF2B5EF4-FFF2-40B4-BE49-F238E27FC236}">
                    <a16:creationId xmlns:a16="http://schemas.microsoft.com/office/drawing/2014/main" id="{A1FAE089-0C36-4BE9-8ECF-F10630830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355"/>
                <a:ext cx="188" cy="101"/>
              </a:xfrm>
              <a:custGeom>
                <a:avLst/>
                <a:gdLst>
                  <a:gd name="T0" fmla="*/ 0 w 75"/>
                  <a:gd name="T1" fmla="*/ 0 h 38"/>
                  <a:gd name="T2" fmla="*/ 1181 w 75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38">
                    <a:moveTo>
                      <a:pt x="0" y="0"/>
                    </a:moveTo>
                    <a:cubicBezTo>
                      <a:pt x="27" y="19"/>
                      <a:pt x="50" y="32"/>
                      <a:pt x="75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86" name="Freeform 76">
                <a:extLst>
                  <a:ext uri="{FF2B5EF4-FFF2-40B4-BE49-F238E27FC236}">
                    <a16:creationId xmlns:a16="http://schemas.microsoft.com/office/drawing/2014/main" id="{8CCB5C2D-F1CD-4126-A47C-09647F617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1480"/>
                <a:ext cx="205" cy="83"/>
              </a:xfrm>
              <a:custGeom>
                <a:avLst/>
                <a:gdLst>
                  <a:gd name="T0" fmla="*/ 0 w 82"/>
                  <a:gd name="T1" fmla="*/ 0 h 31"/>
                  <a:gd name="T2" fmla="*/ 1283 w 82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31">
                    <a:moveTo>
                      <a:pt x="0" y="0"/>
                    </a:moveTo>
                    <a:cubicBezTo>
                      <a:pt x="22" y="14"/>
                      <a:pt x="55" y="23"/>
                      <a:pt x="82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87" name="Freeform 77">
                <a:extLst>
                  <a:ext uri="{FF2B5EF4-FFF2-40B4-BE49-F238E27FC236}">
                    <a16:creationId xmlns:a16="http://schemas.microsoft.com/office/drawing/2014/main" id="{4EAD45BC-43F2-4CBD-9574-1C7B6A272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589"/>
                <a:ext cx="215" cy="64"/>
              </a:xfrm>
              <a:custGeom>
                <a:avLst/>
                <a:gdLst>
                  <a:gd name="T0" fmla="*/ 0 w 86"/>
                  <a:gd name="T1" fmla="*/ 0 h 24"/>
                  <a:gd name="T2" fmla="*/ 1345 w 86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24">
                    <a:moveTo>
                      <a:pt x="0" y="0"/>
                    </a:moveTo>
                    <a:cubicBezTo>
                      <a:pt x="25" y="12"/>
                      <a:pt x="74" y="24"/>
                      <a:pt x="86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88" name="Freeform 78">
                <a:extLst>
                  <a:ext uri="{FF2B5EF4-FFF2-40B4-BE49-F238E27FC236}">
                    <a16:creationId xmlns:a16="http://schemas.microsoft.com/office/drawing/2014/main" id="{EDD4126E-4A5D-4B9E-8F9C-D5F3A1A63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1563"/>
                <a:ext cx="330" cy="136"/>
              </a:xfrm>
              <a:custGeom>
                <a:avLst/>
                <a:gdLst>
                  <a:gd name="T0" fmla="*/ 0 w 132"/>
                  <a:gd name="T1" fmla="*/ 0 h 51"/>
                  <a:gd name="T2" fmla="*/ 2063 w 132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2" h="51">
                    <a:moveTo>
                      <a:pt x="0" y="0"/>
                    </a:moveTo>
                    <a:cubicBezTo>
                      <a:pt x="23" y="19"/>
                      <a:pt x="105" y="46"/>
                      <a:pt x="132" y="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89" name="Freeform 79">
                <a:extLst>
                  <a:ext uri="{FF2B5EF4-FFF2-40B4-BE49-F238E27FC236}">
                    <a16:creationId xmlns:a16="http://schemas.microsoft.com/office/drawing/2014/main" id="{058DC7AC-AA24-4F6E-9C4E-F1DD46040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608"/>
                <a:ext cx="310" cy="139"/>
              </a:xfrm>
              <a:custGeom>
                <a:avLst/>
                <a:gdLst>
                  <a:gd name="T0" fmla="*/ 0 w 124"/>
                  <a:gd name="T1" fmla="*/ 0 h 52"/>
                  <a:gd name="T2" fmla="*/ 1938 w 124"/>
                  <a:gd name="T3" fmla="*/ 994 h 52"/>
                  <a:gd name="T4" fmla="*/ 0 w 124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52">
                    <a:moveTo>
                      <a:pt x="0" y="0"/>
                    </a:moveTo>
                    <a:cubicBezTo>
                      <a:pt x="24" y="19"/>
                      <a:pt x="83" y="45"/>
                      <a:pt x="124" y="52"/>
                    </a:cubicBezTo>
                    <a:cubicBezTo>
                      <a:pt x="109" y="50"/>
                      <a:pt x="7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90" name="Freeform 80">
                <a:extLst>
                  <a:ext uri="{FF2B5EF4-FFF2-40B4-BE49-F238E27FC236}">
                    <a16:creationId xmlns:a16="http://schemas.microsoft.com/office/drawing/2014/main" id="{26A5BE6B-E47A-492E-985B-285FB161C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715"/>
                <a:ext cx="255" cy="98"/>
              </a:xfrm>
              <a:custGeom>
                <a:avLst/>
                <a:gdLst>
                  <a:gd name="T0" fmla="*/ 0 w 102"/>
                  <a:gd name="T1" fmla="*/ 0 h 37"/>
                  <a:gd name="T2" fmla="*/ 1595 w 102"/>
                  <a:gd name="T3" fmla="*/ 6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7">
                    <a:moveTo>
                      <a:pt x="0" y="0"/>
                    </a:moveTo>
                    <a:cubicBezTo>
                      <a:pt x="25" y="20"/>
                      <a:pt x="86" y="35"/>
                      <a:pt x="102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91" name="Freeform 81">
                <a:extLst>
                  <a:ext uri="{FF2B5EF4-FFF2-40B4-BE49-F238E27FC236}">
                    <a16:creationId xmlns:a16="http://schemas.microsoft.com/office/drawing/2014/main" id="{898C8C3A-443F-4236-9D22-FD2AE6A97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600"/>
                <a:ext cx="492" cy="269"/>
              </a:xfrm>
              <a:custGeom>
                <a:avLst/>
                <a:gdLst>
                  <a:gd name="T0" fmla="*/ 0 w 197"/>
                  <a:gd name="T1" fmla="*/ 0 h 101"/>
                  <a:gd name="T2" fmla="*/ 3069 w 197"/>
                  <a:gd name="T3" fmla="*/ 1907 h 101"/>
                  <a:gd name="T4" fmla="*/ 0 w 197"/>
                  <a:gd name="T5" fmla="*/ 0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7" h="101">
                    <a:moveTo>
                      <a:pt x="0" y="0"/>
                    </a:moveTo>
                    <a:cubicBezTo>
                      <a:pt x="21" y="20"/>
                      <a:pt x="88" y="87"/>
                      <a:pt x="197" y="101"/>
                    </a:cubicBezTo>
                    <a:cubicBezTo>
                      <a:pt x="182" y="96"/>
                      <a:pt x="48" y="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92" name="Freeform 82">
                <a:extLst>
                  <a:ext uri="{FF2B5EF4-FFF2-40B4-BE49-F238E27FC236}">
                    <a16:creationId xmlns:a16="http://schemas.microsoft.com/office/drawing/2014/main" id="{8FA1BD2B-E356-42CE-B5FE-C838EC26F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869"/>
                <a:ext cx="627" cy="134"/>
              </a:xfrm>
              <a:custGeom>
                <a:avLst/>
                <a:gdLst>
                  <a:gd name="T0" fmla="*/ 0 w 251"/>
                  <a:gd name="T1" fmla="*/ 0 h 50"/>
                  <a:gd name="T2" fmla="*/ 2353 w 251"/>
                  <a:gd name="T3" fmla="*/ 710 h 50"/>
                  <a:gd name="T4" fmla="*/ 3912 w 251"/>
                  <a:gd name="T5" fmla="*/ 962 h 50"/>
                  <a:gd name="T6" fmla="*/ 2308 w 251"/>
                  <a:gd name="T7" fmla="*/ 812 h 50"/>
                  <a:gd name="T8" fmla="*/ 0 w 251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1" h="50">
                    <a:moveTo>
                      <a:pt x="0" y="0"/>
                    </a:moveTo>
                    <a:cubicBezTo>
                      <a:pt x="36" y="15"/>
                      <a:pt x="109" y="32"/>
                      <a:pt x="151" y="37"/>
                    </a:cubicBezTo>
                    <a:cubicBezTo>
                      <a:pt x="193" y="42"/>
                      <a:pt x="242" y="47"/>
                      <a:pt x="251" y="50"/>
                    </a:cubicBezTo>
                    <a:cubicBezTo>
                      <a:pt x="232" y="49"/>
                      <a:pt x="179" y="47"/>
                      <a:pt x="148" y="42"/>
                    </a:cubicBezTo>
                    <a:cubicBezTo>
                      <a:pt x="89" y="32"/>
                      <a:pt x="12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93" name="Freeform 83">
                <a:extLst>
                  <a:ext uri="{FF2B5EF4-FFF2-40B4-BE49-F238E27FC236}">
                    <a16:creationId xmlns:a16="http://schemas.microsoft.com/office/drawing/2014/main" id="{F5172E92-240A-42DA-86DF-B5DE92068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144"/>
                <a:ext cx="133" cy="37"/>
              </a:xfrm>
              <a:custGeom>
                <a:avLst/>
                <a:gdLst>
                  <a:gd name="T0" fmla="*/ 0 w 53"/>
                  <a:gd name="T1" fmla="*/ 259 h 14"/>
                  <a:gd name="T2" fmla="*/ 838 w 53"/>
                  <a:gd name="T3" fmla="*/ 7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4">
                    <a:moveTo>
                      <a:pt x="0" y="14"/>
                    </a:moveTo>
                    <a:cubicBezTo>
                      <a:pt x="16" y="9"/>
                      <a:pt x="31" y="0"/>
                      <a:pt x="5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94" name="Freeform 84">
                <a:extLst>
                  <a:ext uri="{FF2B5EF4-FFF2-40B4-BE49-F238E27FC236}">
                    <a16:creationId xmlns:a16="http://schemas.microsoft.com/office/drawing/2014/main" id="{94D677CE-0547-4831-B9DF-2B7A3794B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1213"/>
                <a:ext cx="128" cy="30"/>
              </a:xfrm>
              <a:custGeom>
                <a:avLst/>
                <a:gdLst>
                  <a:gd name="T0" fmla="*/ 0 w 51"/>
                  <a:gd name="T1" fmla="*/ 224 h 11"/>
                  <a:gd name="T2" fmla="*/ 806 w 51"/>
                  <a:gd name="T3" fmla="*/ 10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1">
                    <a:moveTo>
                      <a:pt x="0" y="11"/>
                    </a:moveTo>
                    <a:cubicBezTo>
                      <a:pt x="15" y="11"/>
                      <a:pt x="30" y="0"/>
                      <a:pt x="5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95" name="Freeform 85">
                <a:extLst>
                  <a:ext uri="{FF2B5EF4-FFF2-40B4-BE49-F238E27FC236}">
                    <a16:creationId xmlns:a16="http://schemas.microsoft.com/office/drawing/2014/main" id="{46D119D6-C4A4-47D4-8E63-FA52941F0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309"/>
                <a:ext cx="120" cy="19"/>
              </a:xfrm>
              <a:custGeom>
                <a:avLst/>
                <a:gdLst>
                  <a:gd name="T0" fmla="*/ 0 w 48"/>
                  <a:gd name="T1" fmla="*/ 0 h 7"/>
                  <a:gd name="T2" fmla="*/ 750 w 48"/>
                  <a:gd name="T3" fmla="*/ 3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7">
                    <a:moveTo>
                      <a:pt x="0" y="0"/>
                    </a:moveTo>
                    <a:cubicBezTo>
                      <a:pt x="19" y="7"/>
                      <a:pt x="36" y="7"/>
                      <a:pt x="4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96" name="Freeform 86">
                <a:extLst>
                  <a:ext uri="{FF2B5EF4-FFF2-40B4-BE49-F238E27FC236}">
                    <a16:creationId xmlns:a16="http://schemas.microsoft.com/office/drawing/2014/main" id="{5EEAF777-8DFE-4E17-94E5-4BB5BDC9B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1371"/>
                <a:ext cx="128" cy="37"/>
              </a:xfrm>
              <a:custGeom>
                <a:avLst/>
                <a:gdLst>
                  <a:gd name="T0" fmla="*/ 0 w 51"/>
                  <a:gd name="T1" fmla="*/ 0 h 14"/>
                  <a:gd name="T2" fmla="*/ 806 w 51"/>
                  <a:gd name="T3" fmla="*/ 56 h 14"/>
                  <a:gd name="T4" fmla="*/ 0 w 5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4">
                    <a:moveTo>
                      <a:pt x="0" y="0"/>
                    </a:moveTo>
                    <a:cubicBezTo>
                      <a:pt x="16" y="8"/>
                      <a:pt x="37" y="9"/>
                      <a:pt x="51" y="3"/>
                    </a:cubicBezTo>
                    <a:cubicBezTo>
                      <a:pt x="35" y="14"/>
                      <a:pt x="17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97" name="Freeform 87">
                <a:extLst>
                  <a:ext uri="{FF2B5EF4-FFF2-40B4-BE49-F238E27FC236}">
                    <a16:creationId xmlns:a16="http://schemas.microsoft.com/office/drawing/2014/main" id="{D2CFFB28-1437-46B8-9976-051DC02DE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520"/>
                <a:ext cx="80" cy="40"/>
              </a:xfrm>
              <a:custGeom>
                <a:avLst/>
                <a:gdLst>
                  <a:gd name="T0" fmla="*/ 0 w 32"/>
                  <a:gd name="T1" fmla="*/ 0 h 15"/>
                  <a:gd name="T2" fmla="*/ 500 w 32"/>
                  <a:gd name="T3" fmla="*/ 149 h 15"/>
                  <a:gd name="T4" fmla="*/ 0 w 32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5">
                    <a:moveTo>
                      <a:pt x="0" y="0"/>
                    </a:moveTo>
                    <a:cubicBezTo>
                      <a:pt x="13" y="9"/>
                      <a:pt x="19" y="9"/>
                      <a:pt x="32" y="8"/>
                    </a:cubicBezTo>
                    <a:cubicBezTo>
                      <a:pt x="18" y="15"/>
                      <a:pt x="7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98" name="Freeform 88">
                <a:extLst>
                  <a:ext uri="{FF2B5EF4-FFF2-40B4-BE49-F238E27FC236}">
                    <a16:creationId xmlns:a16="http://schemas.microsoft.com/office/drawing/2014/main" id="{3F72AC93-5635-4201-AE00-E9CE450D6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605"/>
                <a:ext cx="115" cy="43"/>
              </a:xfrm>
              <a:custGeom>
                <a:avLst/>
                <a:gdLst>
                  <a:gd name="T0" fmla="*/ 0 w 46"/>
                  <a:gd name="T1" fmla="*/ 0 h 16"/>
                  <a:gd name="T2" fmla="*/ 720 w 46"/>
                  <a:gd name="T3" fmla="*/ 0 h 16"/>
                  <a:gd name="T4" fmla="*/ 0 w 4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6">
                    <a:moveTo>
                      <a:pt x="0" y="0"/>
                    </a:moveTo>
                    <a:cubicBezTo>
                      <a:pt x="11" y="8"/>
                      <a:pt x="32" y="10"/>
                      <a:pt x="46" y="0"/>
                    </a:cubicBezTo>
                    <a:cubicBezTo>
                      <a:pt x="33" y="16"/>
                      <a:pt x="6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99" name="Freeform 89">
                <a:extLst>
                  <a:ext uri="{FF2B5EF4-FFF2-40B4-BE49-F238E27FC236}">
                    <a16:creationId xmlns:a16="http://schemas.microsoft.com/office/drawing/2014/main" id="{A3EBC199-72BE-463A-A433-FB7552C64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672"/>
                <a:ext cx="120" cy="61"/>
              </a:xfrm>
              <a:custGeom>
                <a:avLst/>
                <a:gdLst>
                  <a:gd name="T0" fmla="*/ 0 w 48"/>
                  <a:gd name="T1" fmla="*/ 21 h 23"/>
                  <a:gd name="T2" fmla="*/ 750 w 48"/>
                  <a:gd name="T3" fmla="*/ 0 h 23"/>
                  <a:gd name="T4" fmla="*/ 0 w 48"/>
                  <a:gd name="T5" fmla="*/ 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3">
                    <a:moveTo>
                      <a:pt x="0" y="1"/>
                    </a:moveTo>
                    <a:cubicBezTo>
                      <a:pt x="9" y="11"/>
                      <a:pt x="29" y="14"/>
                      <a:pt x="48" y="0"/>
                    </a:cubicBezTo>
                    <a:cubicBezTo>
                      <a:pt x="37" y="17"/>
                      <a:pt x="13" y="2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00" name="Freeform 90">
                <a:extLst>
                  <a:ext uri="{FF2B5EF4-FFF2-40B4-BE49-F238E27FC236}">
                    <a16:creationId xmlns:a16="http://schemas.microsoft.com/office/drawing/2014/main" id="{5162AFD4-408E-4350-9D77-C5FEFACDD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755"/>
                <a:ext cx="83" cy="37"/>
              </a:xfrm>
              <a:custGeom>
                <a:avLst/>
                <a:gdLst>
                  <a:gd name="T0" fmla="*/ 0 w 33"/>
                  <a:gd name="T1" fmla="*/ 56 h 14"/>
                  <a:gd name="T2" fmla="*/ 526 w 33"/>
                  <a:gd name="T3" fmla="*/ 0 h 14"/>
                  <a:gd name="T4" fmla="*/ 0 w 33"/>
                  <a:gd name="T5" fmla="*/ 5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4">
                    <a:moveTo>
                      <a:pt x="0" y="3"/>
                    </a:moveTo>
                    <a:cubicBezTo>
                      <a:pt x="15" y="11"/>
                      <a:pt x="27" y="3"/>
                      <a:pt x="33" y="0"/>
                    </a:cubicBezTo>
                    <a:cubicBezTo>
                      <a:pt x="25" y="11"/>
                      <a:pt x="7" y="1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01" name="Freeform 91">
                <a:extLst>
                  <a:ext uri="{FF2B5EF4-FFF2-40B4-BE49-F238E27FC236}">
                    <a16:creationId xmlns:a16="http://schemas.microsoft.com/office/drawing/2014/main" id="{DAF52BB0-07F2-4518-87EA-129DC9269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848"/>
                <a:ext cx="87" cy="13"/>
              </a:xfrm>
              <a:custGeom>
                <a:avLst/>
                <a:gdLst>
                  <a:gd name="T0" fmla="*/ 0 w 35"/>
                  <a:gd name="T1" fmla="*/ 34 h 5"/>
                  <a:gd name="T2" fmla="*/ 537 w 3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5">
                    <a:moveTo>
                      <a:pt x="0" y="2"/>
                    </a:moveTo>
                    <a:cubicBezTo>
                      <a:pt x="15" y="5"/>
                      <a:pt x="27" y="3"/>
                      <a:pt x="3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02" name="Freeform 92">
                <a:extLst>
                  <a:ext uri="{FF2B5EF4-FFF2-40B4-BE49-F238E27FC236}">
                    <a16:creationId xmlns:a16="http://schemas.microsoft.com/office/drawing/2014/main" id="{247FAC2C-401D-4301-B209-A2187A868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896"/>
                <a:ext cx="80" cy="13"/>
              </a:xfrm>
              <a:custGeom>
                <a:avLst/>
                <a:gdLst>
                  <a:gd name="T0" fmla="*/ 0 w 32"/>
                  <a:gd name="T1" fmla="*/ 55 h 5"/>
                  <a:gd name="T2" fmla="*/ 500 w 3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">
                    <a:moveTo>
                      <a:pt x="0" y="3"/>
                    </a:moveTo>
                    <a:cubicBezTo>
                      <a:pt x="14" y="5"/>
                      <a:pt x="24" y="4"/>
                      <a:pt x="3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03" name="Freeform 93">
                <a:extLst>
                  <a:ext uri="{FF2B5EF4-FFF2-40B4-BE49-F238E27FC236}">
                    <a16:creationId xmlns:a16="http://schemas.microsoft.com/office/drawing/2014/main" id="{E249DD0B-A7A7-4504-AEF8-18B87D14C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939"/>
                <a:ext cx="53" cy="29"/>
              </a:xfrm>
              <a:custGeom>
                <a:avLst/>
                <a:gdLst>
                  <a:gd name="T0" fmla="*/ 0 w 21"/>
                  <a:gd name="T1" fmla="*/ 0 h 11"/>
                  <a:gd name="T2" fmla="*/ 338 w 21"/>
                  <a:gd name="T3" fmla="*/ 55 h 11"/>
                  <a:gd name="T4" fmla="*/ 0 w 2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1">
                    <a:moveTo>
                      <a:pt x="0" y="0"/>
                    </a:moveTo>
                    <a:cubicBezTo>
                      <a:pt x="9" y="6"/>
                      <a:pt x="15" y="3"/>
                      <a:pt x="21" y="3"/>
                    </a:cubicBezTo>
                    <a:cubicBezTo>
                      <a:pt x="13" y="11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04" name="Freeform 94">
                <a:extLst>
                  <a:ext uri="{FF2B5EF4-FFF2-40B4-BE49-F238E27FC236}">
                    <a16:creationId xmlns:a16="http://schemas.microsoft.com/office/drawing/2014/main" id="{7F5FD7E1-3C1C-47BA-B23B-ADDF507C5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080"/>
                <a:ext cx="103" cy="56"/>
              </a:xfrm>
              <a:custGeom>
                <a:avLst/>
                <a:gdLst>
                  <a:gd name="T0" fmla="*/ 0 w 41"/>
                  <a:gd name="T1" fmla="*/ 320 h 21"/>
                  <a:gd name="T2" fmla="*/ 651 w 41"/>
                  <a:gd name="T3" fmla="*/ 21 h 21"/>
                  <a:gd name="T4" fmla="*/ 0 w 41"/>
                  <a:gd name="T5" fmla="*/ 3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1">
                    <a:moveTo>
                      <a:pt x="0" y="17"/>
                    </a:moveTo>
                    <a:cubicBezTo>
                      <a:pt x="11" y="17"/>
                      <a:pt x="26" y="0"/>
                      <a:pt x="41" y="1"/>
                    </a:cubicBezTo>
                    <a:cubicBezTo>
                      <a:pt x="33" y="8"/>
                      <a:pt x="9" y="21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05" name="Freeform 95">
                <a:extLst>
                  <a:ext uri="{FF2B5EF4-FFF2-40B4-BE49-F238E27FC236}">
                    <a16:creationId xmlns:a16="http://schemas.microsoft.com/office/drawing/2014/main" id="{820F13D0-54E1-41F9-AC8B-B2305D9E1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032"/>
                <a:ext cx="133" cy="32"/>
              </a:xfrm>
              <a:custGeom>
                <a:avLst/>
                <a:gdLst>
                  <a:gd name="T0" fmla="*/ 0 w 53"/>
                  <a:gd name="T1" fmla="*/ 227 h 12"/>
                  <a:gd name="T2" fmla="*/ 838 w 53"/>
                  <a:gd name="T3" fmla="*/ 5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2">
                    <a:moveTo>
                      <a:pt x="0" y="12"/>
                    </a:moveTo>
                    <a:cubicBezTo>
                      <a:pt x="11" y="5"/>
                      <a:pt x="32" y="0"/>
                      <a:pt x="5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06" name="Freeform 96">
                <a:extLst>
                  <a:ext uri="{FF2B5EF4-FFF2-40B4-BE49-F238E27FC236}">
                    <a16:creationId xmlns:a16="http://schemas.microsoft.com/office/drawing/2014/main" id="{1E751A73-401F-4399-9E45-C8AEBF4B9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1824"/>
                <a:ext cx="207" cy="109"/>
              </a:xfrm>
              <a:custGeom>
                <a:avLst/>
                <a:gdLst>
                  <a:gd name="T0" fmla="*/ 0 w 83"/>
                  <a:gd name="T1" fmla="*/ 0 h 41"/>
                  <a:gd name="T2" fmla="*/ 1287 w 83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41">
                    <a:moveTo>
                      <a:pt x="0" y="0"/>
                    </a:moveTo>
                    <a:cubicBezTo>
                      <a:pt x="20" y="20"/>
                      <a:pt x="72" y="37"/>
                      <a:pt x="83" y="4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07" name="Freeform 97">
                <a:extLst>
                  <a:ext uri="{FF2B5EF4-FFF2-40B4-BE49-F238E27FC236}">
                    <a16:creationId xmlns:a16="http://schemas.microsoft.com/office/drawing/2014/main" id="{2537309C-0CB0-4C04-AB1A-ED2EF406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1941"/>
                <a:ext cx="308" cy="83"/>
              </a:xfrm>
              <a:custGeom>
                <a:avLst/>
                <a:gdLst>
                  <a:gd name="T0" fmla="*/ 0 w 123"/>
                  <a:gd name="T1" fmla="*/ 0 h 31"/>
                  <a:gd name="T2" fmla="*/ 1931 w 123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3" h="31">
                    <a:moveTo>
                      <a:pt x="0" y="0"/>
                    </a:moveTo>
                    <a:cubicBezTo>
                      <a:pt x="17" y="11"/>
                      <a:pt x="109" y="31"/>
                      <a:pt x="123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08" name="Freeform 98">
                <a:extLst>
                  <a:ext uri="{FF2B5EF4-FFF2-40B4-BE49-F238E27FC236}">
                    <a16:creationId xmlns:a16="http://schemas.microsoft.com/office/drawing/2014/main" id="{2165312D-9770-45DF-B15F-11B054BD3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896"/>
                <a:ext cx="180" cy="131"/>
              </a:xfrm>
              <a:custGeom>
                <a:avLst/>
                <a:gdLst>
                  <a:gd name="T0" fmla="*/ 0 w 72"/>
                  <a:gd name="T1" fmla="*/ 936 h 49"/>
                  <a:gd name="T2" fmla="*/ 1125 w 72"/>
                  <a:gd name="T3" fmla="*/ 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49">
                    <a:moveTo>
                      <a:pt x="0" y="49"/>
                    </a:moveTo>
                    <a:cubicBezTo>
                      <a:pt x="15" y="36"/>
                      <a:pt x="53" y="5"/>
                      <a:pt x="7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09" name="Freeform 99">
                <a:extLst>
                  <a:ext uri="{FF2B5EF4-FFF2-40B4-BE49-F238E27FC236}">
                    <a16:creationId xmlns:a16="http://schemas.microsoft.com/office/drawing/2014/main" id="{2DAF57F8-752B-4A1E-A598-02173EC17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920"/>
                <a:ext cx="165" cy="120"/>
              </a:xfrm>
              <a:custGeom>
                <a:avLst/>
                <a:gdLst>
                  <a:gd name="T0" fmla="*/ 0 w 66"/>
                  <a:gd name="T1" fmla="*/ 853 h 45"/>
                  <a:gd name="T2" fmla="*/ 1033 w 66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45">
                    <a:moveTo>
                      <a:pt x="0" y="45"/>
                    </a:moveTo>
                    <a:cubicBezTo>
                      <a:pt x="19" y="29"/>
                      <a:pt x="51" y="5"/>
                      <a:pt x="6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10" name="Freeform 100">
                <a:extLst>
                  <a:ext uri="{FF2B5EF4-FFF2-40B4-BE49-F238E27FC236}">
                    <a16:creationId xmlns:a16="http://schemas.microsoft.com/office/drawing/2014/main" id="{79D1F9B2-635F-410F-9D68-CE335B0DA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936"/>
                <a:ext cx="242" cy="189"/>
              </a:xfrm>
              <a:custGeom>
                <a:avLst/>
                <a:gdLst>
                  <a:gd name="T0" fmla="*/ 0 w 97"/>
                  <a:gd name="T1" fmla="*/ 1339 h 71"/>
                  <a:gd name="T2" fmla="*/ 1507 w 97"/>
                  <a:gd name="T3" fmla="*/ 0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71">
                    <a:moveTo>
                      <a:pt x="0" y="71"/>
                    </a:moveTo>
                    <a:cubicBezTo>
                      <a:pt x="20" y="54"/>
                      <a:pt x="77" y="6"/>
                      <a:pt x="9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11" name="Freeform 101">
                <a:extLst>
                  <a:ext uri="{FF2B5EF4-FFF2-40B4-BE49-F238E27FC236}">
                    <a16:creationId xmlns:a16="http://schemas.microsoft.com/office/drawing/2014/main" id="{65E7F6FA-88FA-4261-B74F-629E147E8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952"/>
                <a:ext cx="115" cy="109"/>
              </a:xfrm>
              <a:custGeom>
                <a:avLst/>
                <a:gdLst>
                  <a:gd name="T0" fmla="*/ 0 w 46"/>
                  <a:gd name="T1" fmla="*/ 771 h 41"/>
                  <a:gd name="T2" fmla="*/ 720 w 46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1">
                    <a:moveTo>
                      <a:pt x="0" y="41"/>
                    </a:moveTo>
                    <a:cubicBezTo>
                      <a:pt x="21" y="25"/>
                      <a:pt x="35" y="20"/>
                      <a:pt x="4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12" name="Freeform 102">
                <a:extLst>
                  <a:ext uri="{FF2B5EF4-FFF2-40B4-BE49-F238E27FC236}">
                    <a16:creationId xmlns:a16="http://schemas.microsoft.com/office/drawing/2014/main" id="{C4A5DC13-056C-4BEE-91EB-9CC1B8159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032"/>
                <a:ext cx="130" cy="117"/>
              </a:xfrm>
              <a:custGeom>
                <a:avLst/>
                <a:gdLst>
                  <a:gd name="T0" fmla="*/ 813 w 52"/>
                  <a:gd name="T1" fmla="*/ 0 h 44"/>
                  <a:gd name="T2" fmla="*/ 0 w 52"/>
                  <a:gd name="T3" fmla="*/ 82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44">
                    <a:moveTo>
                      <a:pt x="52" y="0"/>
                    </a:moveTo>
                    <a:cubicBezTo>
                      <a:pt x="49" y="11"/>
                      <a:pt x="8" y="38"/>
                      <a:pt x="0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13" name="Freeform 103">
                <a:extLst>
                  <a:ext uri="{FF2B5EF4-FFF2-40B4-BE49-F238E27FC236}">
                    <a16:creationId xmlns:a16="http://schemas.microsoft.com/office/drawing/2014/main" id="{560CF8F4-1257-4770-BEF6-D528419EC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040"/>
                <a:ext cx="345" cy="248"/>
              </a:xfrm>
              <a:custGeom>
                <a:avLst/>
                <a:gdLst>
                  <a:gd name="T0" fmla="*/ 0 w 138"/>
                  <a:gd name="T1" fmla="*/ 1763 h 93"/>
                  <a:gd name="T2" fmla="*/ 2158 w 138"/>
                  <a:gd name="T3" fmla="*/ 0 h 93"/>
                  <a:gd name="T4" fmla="*/ 0 w 138"/>
                  <a:gd name="T5" fmla="*/ 1763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93">
                    <a:moveTo>
                      <a:pt x="0" y="93"/>
                    </a:moveTo>
                    <a:cubicBezTo>
                      <a:pt x="28" y="84"/>
                      <a:pt x="119" y="26"/>
                      <a:pt x="138" y="0"/>
                    </a:cubicBezTo>
                    <a:cubicBezTo>
                      <a:pt x="134" y="25"/>
                      <a:pt x="37" y="87"/>
                      <a:pt x="0" y="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14" name="Freeform 104">
                <a:extLst>
                  <a:ext uri="{FF2B5EF4-FFF2-40B4-BE49-F238E27FC236}">
                    <a16:creationId xmlns:a16="http://schemas.microsoft.com/office/drawing/2014/main" id="{6E1C8D75-15FF-4D57-BF29-30E346648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160"/>
                <a:ext cx="198" cy="176"/>
              </a:xfrm>
              <a:custGeom>
                <a:avLst/>
                <a:gdLst>
                  <a:gd name="T0" fmla="*/ 0 w 79"/>
                  <a:gd name="T1" fmla="*/ 1251 h 66"/>
                  <a:gd name="T2" fmla="*/ 1243 w 79"/>
                  <a:gd name="T3" fmla="*/ 0 h 66"/>
                  <a:gd name="T4" fmla="*/ 0 w 79"/>
                  <a:gd name="T5" fmla="*/ 125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66">
                    <a:moveTo>
                      <a:pt x="0" y="66"/>
                    </a:moveTo>
                    <a:cubicBezTo>
                      <a:pt x="11" y="59"/>
                      <a:pt x="62" y="23"/>
                      <a:pt x="79" y="0"/>
                    </a:cubicBezTo>
                    <a:cubicBezTo>
                      <a:pt x="78" y="14"/>
                      <a:pt x="17" y="61"/>
                      <a:pt x="0" y="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15" name="Freeform 105">
                <a:extLst>
                  <a:ext uri="{FF2B5EF4-FFF2-40B4-BE49-F238E27FC236}">
                    <a16:creationId xmlns:a16="http://schemas.microsoft.com/office/drawing/2014/main" id="{B1397732-416E-4BB7-9628-1F592F3A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272"/>
                <a:ext cx="545" cy="291"/>
              </a:xfrm>
              <a:custGeom>
                <a:avLst/>
                <a:gdLst>
                  <a:gd name="T0" fmla="*/ 0 w 218"/>
                  <a:gd name="T1" fmla="*/ 2074 h 109"/>
                  <a:gd name="T2" fmla="*/ 2033 w 218"/>
                  <a:gd name="T3" fmla="*/ 1047 h 109"/>
                  <a:gd name="T4" fmla="*/ 3408 w 218"/>
                  <a:gd name="T5" fmla="*/ 0 h 109"/>
                  <a:gd name="T6" fmla="*/ 1970 w 218"/>
                  <a:gd name="T7" fmla="*/ 1183 h 109"/>
                  <a:gd name="T8" fmla="*/ 0 w 218"/>
                  <a:gd name="T9" fmla="*/ 2074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109">
                    <a:moveTo>
                      <a:pt x="0" y="109"/>
                    </a:moveTo>
                    <a:cubicBezTo>
                      <a:pt x="36" y="86"/>
                      <a:pt x="98" y="68"/>
                      <a:pt x="130" y="55"/>
                    </a:cubicBezTo>
                    <a:cubicBezTo>
                      <a:pt x="163" y="42"/>
                      <a:pt x="206" y="10"/>
                      <a:pt x="218" y="0"/>
                    </a:cubicBezTo>
                    <a:cubicBezTo>
                      <a:pt x="193" y="28"/>
                      <a:pt x="147" y="54"/>
                      <a:pt x="126" y="62"/>
                    </a:cubicBezTo>
                    <a:cubicBezTo>
                      <a:pt x="106" y="71"/>
                      <a:pt x="13" y="101"/>
                      <a:pt x="0" y="10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16" name="Freeform 106">
                <a:extLst>
                  <a:ext uri="{FF2B5EF4-FFF2-40B4-BE49-F238E27FC236}">
                    <a16:creationId xmlns:a16="http://schemas.microsoft.com/office/drawing/2014/main" id="{36DA78BA-8659-4BDA-8063-3327234A3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1387"/>
                <a:ext cx="427" cy="218"/>
              </a:xfrm>
              <a:custGeom>
                <a:avLst/>
                <a:gdLst>
                  <a:gd name="T0" fmla="*/ 0 w 171"/>
                  <a:gd name="T1" fmla="*/ 1542 h 82"/>
                  <a:gd name="T2" fmla="*/ 1591 w 171"/>
                  <a:gd name="T3" fmla="*/ 771 h 82"/>
                  <a:gd name="T4" fmla="*/ 2662 w 171"/>
                  <a:gd name="T5" fmla="*/ 0 h 82"/>
                  <a:gd name="T6" fmla="*/ 1571 w 171"/>
                  <a:gd name="T7" fmla="*/ 904 h 82"/>
                  <a:gd name="T8" fmla="*/ 0 w 171"/>
                  <a:gd name="T9" fmla="*/ 1542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1" h="82">
                    <a:moveTo>
                      <a:pt x="0" y="82"/>
                    </a:moveTo>
                    <a:cubicBezTo>
                      <a:pt x="27" y="66"/>
                      <a:pt x="82" y="50"/>
                      <a:pt x="102" y="41"/>
                    </a:cubicBezTo>
                    <a:cubicBezTo>
                      <a:pt x="121" y="32"/>
                      <a:pt x="160" y="8"/>
                      <a:pt x="171" y="0"/>
                    </a:cubicBezTo>
                    <a:cubicBezTo>
                      <a:pt x="149" y="24"/>
                      <a:pt x="124" y="38"/>
                      <a:pt x="101" y="48"/>
                    </a:cubicBezTo>
                    <a:cubicBezTo>
                      <a:pt x="78" y="58"/>
                      <a:pt x="9" y="77"/>
                      <a:pt x="0" y="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17" name="Freeform 107">
                <a:extLst>
                  <a:ext uri="{FF2B5EF4-FFF2-40B4-BE49-F238E27FC236}">
                    <a16:creationId xmlns:a16="http://schemas.microsoft.com/office/drawing/2014/main" id="{0F0537C8-EACD-467E-8582-CC0BF083F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459"/>
                <a:ext cx="398" cy="210"/>
              </a:xfrm>
              <a:custGeom>
                <a:avLst/>
                <a:gdLst>
                  <a:gd name="T0" fmla="*/ 0 w 159"/>
                  <a:gd name="T1" fmla="*/ 1483 h 79"/>
                  <a:gd name="T2" fmla="*/ 2493 w 159"/>
                  <a:gd name="T3" fmla="*/ 0 h 79"/>
                  <a:gd name="T4" fmla="*/ 626 w 159"/>
                  <a:gd name="T5" fmla="*/ 1257 h 79"/>
                  <a:gd name="T6" fmla="*/ 0 w 159"/>
                  <a:gd name="T7" fmla="*/ 1483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9" h="79">
                    <a:moveTo>
                      <a:pt x="0" y="79"/>
                    </a:moveTo>
                    <a:cubicBezTo>
                      <a:pt x="31" y="63"/>
                      <a:pt x="103" y="45"/>
                      <a:pt x="159" y="0"/>
                    </a:cubicBezTo>
                    <a:cubicBezTo>
                      <a:pt x="141" y="26"/>
                      <a:pt x="66" y="59"/>
                      <a:pt x="40" y="67"/>
                    </a:cubicBezTo>
                    <a:cubicBezTo>
                      <a:pt x="15" y="75"/>
                      <a:pt x="0" y="79"/>
                      <a:pt x="0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18" name="Freeform 108">
                <a:extLst>
                  <a:ext uri="{FF2B5EF4-FFF2-40B4-BE49-F238E27FC236}">
                    <a16:creationId xmlns:a16="http://schemas.microsoft.com/office/drawing/2014/main" id="{A8A666E2-1718-4943-929E-138323976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413"/>
                <a:ext cx="253" cy="214"/>
              </a:xfrm>
              <a:custGeom>
                <a:avLst/>
                <a:gdLst>
                  <a:gd name="T0" fmla="*/ 0 w 101"/>
                  <a:gd name="T1" fmla="*/ 1530 h 80"/>
                  <a:gd name="T2" fmla="*/ 1588 w 101"/>
                  <a:gd name="T3" fmla="*/ 0 h 80"/>
                  <a:gd name="T4" fmla="*/ 0 w 101"/>
                  <a:gd name="T5" fmla="*/ 153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80">
                    <a:moveTo>
                      <a:pt x="0" y="80"/>
                    </a:moveTo>
                    <a:cubicBezTo>
                      <a:pt x="24" y="70"/>
                      <a:pt x="82" y="29"/>
                      <a:pt x="101" y="0"/>
                    </a:cubicBezTo>
                    <a:cubicBezTo>
                      <a:pt x="93" y="7"/>
                      <a:pt x="25" y="68"/>
                      <a:pt x="0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19" name="Freeform 109">
                <a:extLst>
                  <a:ext uri="{FF2B5EF4-FFF2-40B4-BE49-F238E27FC236}">
                    <a16:creationId xmlns:a16="http://schemas.microsoft.com/office/drawing/2014/main" id="{C67CCD2F-597E-4FE8-8927-BCD8BB7A1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493"/>
                <a:ext cx="235" cy="182"/>
              </a:xfrm>
              <a:custGeom>
                <a:avLst/>
                <a:gdLst>
                  <a:gd name="T0" fmla="*/ 1470 w 94"/>
                  <a:gd name="T1" fmla="*/ 0 h 68"/>
                  <a:gd name="T2" fmla="*/ 0 w 94"/>
                  <a:gd name="T3" fmla="*/ 1303 h 68"/>
                  <a:gd name="T4" fmla="*/ 1470 w 94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68">
                    <a:moveTo>
                      <a:pt x="94" y="0"/>
                    </a:moveTo>
                    <a:cubicBezTo>
                      <a:pt x="88" y="7"/>
                      <a:pt x="34" y="56"/>
                      <a:pt x="0" y="68"/>
                    </a:cubicBezTo>
                    <a:cubicBezTo>
                      <a:pt x="22" y="61"/>
                      <a:pt x="81" y="26"/>
                      <a:pt x="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20" name="Freeform 110">
                <a:extLst>
                  <a:ext uri="{FF2B5EF4-FFF2-40B4-BE49-F238E27FC236}">
                    <a16:creationId xmlns:a16="http://schemas.microsoft.com/office/drawing/2014/main" id="{529BA797-B740-4DEF-B2D1-F1B933E86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515"/>
                <a:ext cx="428" cy="290"/>
              </a:xfrm>
              <a:custGeom>
                <a:avLst/>
                <a:gdLst>
                  <a:gd name="T0" fmla="*/ 0 w 171"/>
                  <a:gd name="T1" fmla="*/ 2054 h 109"/>
                  <a:gd name="T2" fmla="*/ 2681 w 171"/>
                  <a:gd name="T3" fmla="*/ 0 h 109"/>
                  <a:gd name="T4" fmla="*/ 0 w 171"/>
                  <a:gd name="T5" fmla="*/ 2054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1" h="109">
                    <a:moveTo>
                      <a:pt x="0" y="109"/>
                    </a:moveTo>
                    <a:cubicBezTo>
                      <a:pt x="28" y="103"/>
                      <a:pt x="125" y="60"/>
                      <a:pt x="171" y="0"/>
                    </a:cubicBezTo>
                    <a:cubicBezTo>
                      <a:pt x="163" y="18"/>
                      <a:pt x="81" y="100"/>
                      <a:pt x="0" y="10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21" name="Freeform 111">
                <a:extLst>
                  <a:ext uri="{FF2B5EF4-FFF2-40B4-BE49-F238E27FC236}">
                    <a16:creationId xmlns:a16="http://schemas.microsoft.com/office/drawing/2014/main" id="{D8DC7885-5114-4F9D-A57A-A99716AC4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640"/>
                <a:ext cx="240" cy="173"/>
              </a:xfrm>
              <a:custGeom>
                <a:avLst/>
                <a:gdLst>
                  <a:gd name="T0" fmla="*/ 0 w 96"/>
                  <a:gd name="T1" fmla="*/ 1224 h 65"/>
                  <a:gd name="T2" fmla="*/ 1500 w 96"/>
                  <a:gd name="T3" fmla="*/ 0 h 65"/>
                  <a:gd name="T4" fmla="*/ 0 w 96"/>
                  <a:gd name="T5" fmla="*/ 1224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65">
                    <a:moveTo>
                      <a:pt x="0" y="65"/>
                    </a:moveTo>
                    <a:cubicBezTo>
                      <a:pt x="21" y="59"/>
                      <a:pt x="84" y="22"/>
                      <a:pt x="96" y="0"/>
                    </a:cubicBezTo>
                    <a:cubicBezTo>
                      <a:pt x="85" y="11"/>
                      <a:pt x="20" y="59"/>
                      <a:pt x="0" y="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22" name="Freeform 112">
                <a:extLst>
                  <a:ext uri="{FF2B5EF4-FFF2-40B4-BE49-F238E27FC236}">
                    <a16:creationId xmlns:a16="http://schemas.microsoft.com/office/drawing/2014/main" id="{4C163E62-7829-4493-AC95-97CD6D45F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1291"/>
                <a:ext cx="30" cy="56"/>
              </a:xfrm>
              <a:custGeom>
                <a:avLst/>
                <a:gdLst>
                  <a:gd name="T0" fmla="*/ 175 w 12"/>
                  <a:gd name="T1" fmla="*/ 35 h 21"/>
                  <a:gd name="T2" fmla="*/ 145 w 12"/>
                  <a:gd name="T3" fmla="*/ 397 h 21"/>
                  <a:gd name="T4" fmla="*/ 188 w 12"/>
                  <a:gd name="T5" fmla="*/ 7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1">
                    <a:moveTo>
                      <a:pt x="11" y="2"/>
                    </a:moveTo>
                    <a:cubicBezTo>
                      <a:pt x="0" y="0"/>
                      <a:pt x="7" y="17"/>
                      <a:pt x="9" y="21"/>
                    </a:cubicBezTo>
                    <a:cubicBezTo>
                      <a:pt x="7" y="13"/>
                      <a:pt x="7" y="10"/>
                      <a:pt x="1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23" name="Freeform 113">
                <a:extLst>
                  <a:ext uri="{FF2B5EF4-FFF2-40B4-BE49-F238E27FC236}">
                    <a16:creationId xmlns:a16="http://schemas.microsoft.com/office/drawing/2014/main" id="{BEB06CC1-5F0C-4672-8428-F6BB374A9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1253"/>
                <a:ext cx="22" cy="59"/>
              </a:xfrm>
              <a:custGeom>
                <a:avLst/>
                <a:gdLst>
                  <a:gd name="T0" fmla="*/ 132 w 9"/>
                  <a:gd name="T1" fmla="*/ 0 h 22"/>
                  <a:gd name="T2" fmla="*/ 90 w 9"/>
                  <a:gd name="T3" fmla="*/ 424 h 22"/>
                  <a:gd name="T4" fmla="*/ 132 w 9"/>
                  <a:gd name="T5" fmla="*/ 1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2">
                    <a:moveTo>
                      <a:pt x="9" y="0"/>
                    </a:moveTo>
                    <a:cubicBezTo>
                      <a:pt x="3" y="6"/>
                      <a:pt x="0" y="15"/>
                      <a:pt x="6" y="22"/>
                    </a:cubicBezTo>
                    <a:cubicBezTo>
                      <a:pt x="5" y="17"/>
                      <a:pt x="6" y="10"/>
                      <a:pt x="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24" name="Freeform 114">
                <a:extLst>
                  <a:ext uri="{FF2B5EF4-FFF2-40B4-BE49-F238E27FC236}">
                    <a16:creationId xmlns:a16="http://schemas.microsoft.com/office/drawing/2014/main" id="{4380FFBE-1706-49E8-A561-029184CF4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1205"/>
                <a:ext cx="40" cy="67"/>
              </a:xfrm>
              <a:custGeom>
                <a:avLst/>
                <a:gdLst>
                  <a:gd name="T0" fmla="*/ 188 w 16"/>
                  <a:gd name="T1" fmla="*/ 0 h 25"/>
                  <a:gd name="T2" fmla="*/ 145 w 16"/>
                  <a:gd name="T3" fmla="*/ 482 h 25"/>
                  <a:gd name="T4" fmla="*/ 250 w 16"/>
                  <a:gd name="T5" fmla="*/ 11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12" y="0"/>
                    </a:moveTo>
                    <a:cubicBezTo>
                      <a:pt x="0" y="0"/>
                      <a:pt x="5" y="20"/>
                      <a:pt x="9" y="25"/>
                    </a:cubicBezTo>
                    <a:cubicBezTo>
                      <a:pt x="8" y="19"/>
                      <a:pt x="4" y="5"/>
                      <a:pt x="16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25" name="Freeform 115">
                <a:extLst>
                  <a:ext uri="{FF2B5EF4-FFF2-40B4-BE49-F238E27FC236}">
                    <a16:creationId xmlns:a16="http://schemas.microsoft.com/office/drawing/2014/main" id="{E238B2D5-40E6-4653-9EF0-C9B0E9196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1171"/>
                <a:ext cx="38" cy="50"/>
              </a:xfrm>
              <a:custGeom>
                <a:avLst/>
                <a:gdLst>
                  <a:gd name="T0" fmla="*/ 225 w 15"/>
                  <a:gd name="T1" fmla="*/ 0 h 19"/>
                  <a:gd name="T2" fmla="*/ 117 w 15"/>
                  <a:gd name="T3" fmla="*/ 347 h 19"/>
                  <a:gd name="T4" fmla="*/ 243 w 15"/>
                  <a:gd name="T5" fmla="*/ 3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14" y="0"/>
                    </a:moveTo>
                    <a:cubicBezTo>
                      <a:pt x="0" y="2"/>
                      <a:pt x="1" y="10"/>
                      <a:pt x="7" y="19"/>
                    </a:cubicBezTo>
                    <a:cubicBezTo>
                      <a:pt x="2" y="10"/>
                      <a:pt x="9" y="8"/>
                      <a:pt x="1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26" name="Freeform 116">
                <a:extLst>
                  <a:ext uri="{FF2B5EF4-FFF2-40B4-BE49-F238E27FC236}">
                    <a16:creationId xmlns:a16="http://schemas.microsoft.com/office/drawing/2014/main" id="{BECE44D5-C22B-4406-AE67-068334CA2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1123"/>
                <a:ext cx="25" cy="58"/>
              </a:xfrm>
              <a:custGeom>
                <a:avLst/>
                <a:gdLst>
                  <a:gd name="T0" fmla="*/ 125 w 10"/>
                  <a:gd name="T1" fmla="*/ 0 h 22"/>
                  <a:gd name="T2" fmla="*/ 125 w 10"/>
                  <a:gd name="T3" fmla="*/ 403 h 22"/>
                  <a:gd name="T4" fmla="*/ 158 w 10"/>
                  <a:gd name="T5" fmla="*/ 9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8" y="0"/>
                    </a:moveTo>
                    <a:cubicBezTo>
                      <a:pt x="0" y="8"/>
                      <a:pt x="5" y="13"/>
                      <a:pt x="8" y="22"/>
                    </a:cubicBezTo>
                    <a:cubicBezTo>
                      <a:pt x="5" y="16"/>
                      <a:pt x="7" y="10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27" name="Freeform 117">
                <a:extLst>
                  <a:ext uri="{FF2B5EF4-FFF2-40B4-BE49-F238E27FC236}">
                    <a16:creationId xmlns:a16="http://schemas.microsoft.com/office/drawing/2014/main" id="{F7C9E765-AE4E-474B-B45C-17763877E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1091"/>
                <a:ext cx="38" cy="50"/>
              </a:xfrm>
              <a:custGeom>
                <a:avLst/>
                <a:gdLst>
                  <a:gd name="T0" fmla="*/ 213 w 15"/>
                  <a:gd name="T1" fmla="*/ 0 h 19"/>
                  <a:gd name="T2" fmla="*/ 147 w 15"/>
                  <a:gd name="T3" fmla="*/ 347 h 19"/>
                  <a:gd name="T4" fmla="*/ 243 w 15"/>
                  <a:gd name="T5" fmla="*/ 2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13" y="0"/>
                    </a:moveTo>
                    <a:cubicBezTo>
                      <a:pt x="0" y="1"/>
                      <a:pt x="3" y="13"/>
                      <a:pt x="9" y="19"/>
                    </a:cubicBezTo>
                    <a:cubicBezTo>
                      <a:pt x="6" y="10"/>
                      <a:pt x="9" y="8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28" name="Freeform 118">
                <a:extLst>
                  <a:ext uri="{FF2B5EF4-FFF2-40B4-BE49-F238E27FC236}">
                    <a16:creationId xmlns:a16="http://schemas.microsoft.com/office/drawing/2014/main" id="{7FBB5542-1EAB-4E58-8170-98715B5F0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1051"/>
                <a:ext cx="25" cy="50"/>
              </a:xfrm>
              <a:custGeom>
                <a:avLst/>
                <a:gdLst>
                  <a:gd name="T0" fmla="*/ 95 w 10"/>
                  <a:gd name="T1" fmla="*/ 0 h 19"/>
                  <a:gd name="T2" fmla="*/ 83 w 10"/>
                  <a:gd name="T3" fmla="*/ 347 h 19"/>
                  <a:gd name="T4" fmla="*/ 158 w 1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6" y="0"/>
                    </a:moveTo>
                    <a:cubicBezTo>
                      <a:pt x="0" y="8"/>
                      <a:pt x="1" y="12"/>
                      <a:pt x="5" y="19"/>
                    </a:cubicBezTo>
                    <a:cubicBezTo>
                      <a:pt x="6" y="13"/>
                      <a:pt x="2" y="5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29" name="Freeform 119">
                <a:extLst>
                  <a:ext uri="{FF2B5EF4-FFF2-40B4-BE49-F238E27FC236}">
                    <a16:creationId xmlns:a16="http://schemas.microsoft.com/office/drawing/2014/main" id="{5B110D2F-E3D2-4AB3-94F4-6C10DEBB7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011"/>
                <a:ext cx="32" cy="50"/>
              </a:xfrm>
              <a:custGeom>
                <a:avLst/>
                <a:gdLst>
                  <a:gd name="T0" fmla="*/ 194 w 13"/>
                  <a:gd name="T1" fmla="*/ 0 h 19"/>
                  <a:gd name="T2" fmla="*/ 30 w 13"/>
                  <a:gd name="T3" fmla="*/ 111 h 19"/>
                  <a:gd name="T4" fmla="*/ 74 w 13"/>
                  <a:gd name="T5" fmla="*/ 347 h 19"/>
                  <a:gd name="T6" fmla="*/ 182 w 13"/>
                  <a:gd name="T7" fmla="*/ 3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9" y="1"/>
                      <a:pt x="3" y="3"/>
                      <a:pt x="2" y="6"/>
                    </a:cubicBezTo>
                    <a:cubicBezTo>
                      <a:pt x="0" y="10"/>
                      <a:pt x="4" y="15"/>
                      <a:pt x="5" y="19"/>
                    </a:cubicBezTo>
                    <a:cubicBezTo>
                      <a:pt x="6" y="11"/>
                      <a:pt x="5" y="7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30" name="Freeform 120">
                <a:extLst>
                  <a:ext uri="{FF2B5EF4-FFF2-40B4-BE49-F238E27FC236}">
                    <a16:creationId xmlns:a16="http://schemas.microsoft.com/office/drawing/2014/main" id="{68D11584-6A31-420A-9686-6CFE14981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965"/>
                <a:ext cx="23" cy="46"/>
              </a:xfrm>
              <a:custGeom>
                <a:avLst/>
                <a:gdLst>
                  <a:gd name="T0" fmla="*/ 97 w 9"/>
                  <a:gd name="T1" fmla="*/ 0 h 17"/>
                  <a:gd name="T2" fmla="*/ 97 w 9"/>
                  <a:gd name="T3" fmla="*/ 336 h 17"/>
                  <a:gd name="T4" fmla="*/ 151 w 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6" y="0"/>
                    </a:moveTo>
                    <a:cubicBezTo>
                      <a:pt x="0" y="4"/>
                      <a:pt x="0" y="13"/>
                      <a:pt x="6" y="17"/>
                    </a:cubicBezTo>
                    <a:cubicBezTo>
                      <a:pt x="4" y="13"/>
                      <a:pt x="5" y="3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31" name="Freeform 121">
                <a:extLst>
                  <a:ext uri="{FF2B5EF4-FFF2-40B4-BE49-F238E27FC236}">
                    <a16:creationId xmlns:a16="http://schemas.microsoft.com/office/drawing/2014/main" id="{E2C3E10B-BB3E-419A-9774-51F38F048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923"/>
                <a:ext cx="25" cy="45"/>
              </a:xfrm>
              <a:custGeom>
                <a:avLst/>
                <a:gdLst>
                  <a:gd name="T0" fmla="*/ 125 w 10"/>
                  <a:gd name="T1" fmla="*/ 0 h 17"/>
                  <a:gd name="T2" fmla="*/ 95 w 10"/>
                  <a:gd name="T3" fmla="*/ 315 h 17"/>
                  <a:gd name="T4" fmla="*/ 158 w 10"/>
                  <a:gd name="T5" fmla="*/ 3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7">
                    <a:moveTo>
                      <a:pt x="8" y="0"/>
                    </a:moveTo>
                    <a:cubicBezTo>
                      <a:pt x="3" y="5"/>
                      <a:pt x="0" y="13"/>
                      <a:pt x="6" y="17"/>
                    </a:cubicBezTo>
                    <a:cubicBezTo>
                      <a:pt x="3" y="11"/>
                      <a:pt x="10" y="8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32" name="Freeform 122">
                <a:extLst>
                  <a:ext uri="{FF2B5EF4-FFF2-40B4-BE49-F238E27FC236}">
                    <a16:creationId xmlns:a16="http://schemas.microsoft.com/office/drawing/2014/main" id="{0676DB0E-654C-49F0-B27A-463FBE5E6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893"/>
                <a:ext cx="17" cy="22"/>
              </a:xfrm>
              <a:custGeom>
                <a:avLst/>
                <a:gdLst>
                  <a:gd name="T0" fmla="*/ 100 w 7"/>
                  <a:gd name="T1" fmla="*/ 0 h 8"/>
                  <a:gd name="T2" fmla="*/ 41 w 7"/>
                  <a:gd name="T3" fmla="*/ 168 h 8"/>
                  <a:gd name="T4" fmla="*/ 100 w 7"/>
                  <a:gd name="T5" fmla="*/ 4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2" y="1"/>
                      <a:pt x="0" y="5"/>
                      <a:pt x="3" y="8"/>
                    </a:cubicBezTo>
                    <a:cubicBezTo>
                      <a:pt x="2" y="5"/>
                      <a:pt x="4" y="2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33" name="Freeform 123">
                <a:extLst>
                  <a:ext uri="{FF2B5EF4-FFF2-40B4-BE49-F238E27FC236}">
                    <a16:creationId xmlns:a16="http://schemas.microsoft.com/office/drawing/2014/main" id="{7D3E1C9D-6E3E-4C22-9241-C7115AEC6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1389"/>
                <a:ext cx="55" cy="40"/>
              </a:xfrm>
              <a:custGeom>
                <a:avLst/>
                <a:gdLst>
                  <a:gd name="T0" fmla="*/ 0 w 22"/>
                  <a:gd name="T1" fmla="*/ 0 h 15"/>
                  <a:gd name="T2" fmla="*/ 208 w 22"/>
                  <a:gd name="T3" fmla="*/ 248 h 15"/>
                  <a:gd name="T4" fmla="*/ 345 w 22"/>
                  <a:gd name="T5" fmla="*/ 2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0" y="0"/>
                    </a:moveTo>
                    <a:cubicBezTo>
                      <a:pt x="4" y="4"/>
                      <a:pt x="7" y="15"/>
                      <a:pt x="13" y="13"/>
                    </a:cubicBezTo>
                    <a:cubicBezTo>
                      <a:pt x="18" y="11"/>
                      <a:pt x="13" y="1"/>
                      <a:pt x="2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34" name="Freeform 124">
                <a:extLst>
                  <a:ext uri="{FF2B5EF4-FFF2-40B4-BE49-F238E27FC236}">
                    <a16:creationId xmlns:a16="http://schemas.microsoft.com/office/drawing/2014/main" id="{8B0F8CAC-3CFA-42C5-A3CA-20C4F1AD1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1536"/>
                <a:ext cx="37" cy="37"/>
              </a:xfrm>
              <a:custGeom>
                <a:avLst/>
                <a:gdLst>
                  <a:gd name="T0" fmla="*/ 0 w 15"/>
                  <a:gd name="T1" fmla="*/ 0 h 14"/>
                  <a:gd name="T2" fmla="*/ 121 w 15"/>
                  <a:gd name="T3" fmla="*/ 259 h 14"/>
                  <a:gd name="T4" fmla="*/ 224 w 15"/>
                  <a:gd name="T5" fmla="*/ 7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0" y="0"/>
                    </a:moveTo>
                    <a:cubicBezTo>
                      <a:pt x="2" y="5"/>
                      <a:pt x="6" y="10"/>
                      <a:pt x="8" y="14"/>
                    </a:cubicBezTo>
                    <a:cubicBezTo>
                      <a:pt x="13" y="11"/>
                      <a:pt x="11" y="6"/>
                      <a:pt x="1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35" name="Freeform 125">
                <a:extLst>
                  <a:ext uri="{FF2B5EF4-FFF2-40B4-BE49-F238E27FC236}">
                    <a16:creationId xmlns:a16="http://schemas.microsoft.com/office/drawing/2014/main" id="{7E813269-4794-42AC-9BA9-AD753C5E6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1624"/>
                <a:ext cx="50" cy="35"/>
              </a:xfrm>
              <a:custGeom>
                <a:avLst/>
                <a:gdLst>
                  <a:gd name="T0" fmla="*/ 0 w 20"/>
                  <a:gd name="T1" fmla="*/ 0 h 13"/>
                  <a:gd name="T2" fmla="*/ 158 w 20"/>
                  <a:gd name="T3" fmla="*/ 253 h 13"/>
                  <a:gd name="T4" fmla="*/ 313 w 20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0"/>
                    </a:moveTo>
                    <a:cubicBezTo>
                      <a:pt x="3" y="3"/>
                      <a:pt x="6" y="13"/>
                      <a:pt x="10" y="13"/>
                    </a:cubicBezTo>
                    <a:cubicBezTo>
                      <a:pt x="17" y="13"/>
                      <a:pt x="14" y="4"/>
                      <a:pt x="2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36" name="Freeform 126">
                <a:extLst>
                  <a:ext uri="{FF2B5EF4-FFF2-40B4-BE49-F238E27FC236}">
                    <a16:creationId xmlns:a16="http://schemas.microsoft.com/office/drawing/2014/main" id="{B9051F39-C9E2-4CD7-AB87-C97E135EC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701"/>
                <a:ext cx="35" cy="30"/>
              </a:xfrm>
              <a:custGeom>
                <a:avLst/>
                <a:gdLst>
                  <a:gd name="T0" fmla="*/ 0 w 14"/>
                  <a:gd name="T1" fmla="*/ 0 h 11"/>
                  <a:gd name="T2" fmla="*/ 125 w 14"/>
                  <a:gd name="T3" fmla="*/ 224 h 11"/>
                  <a:gd name="T4" fmla="*/ 220 w 14"/>
                  <a:gd name="T5" fmla="*/ 3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2" y="2"/>
                      <a:pt x="5" y="11"/>
                      <a:pt x="8" y="11"/>
                    </a:cubicBezTo>
                    <a:cubicBezTo>
                      <a:pt x="11" y="11"/>
                      <a:pt x="13" y="4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37" name="Freeform 127">
                <a:extLst>
                  <a:ext uri="{FF2B5EF4-FFF2-40B4-BE49-F238E27FC236}">
                    <a16:creationId xmlns:a16="http://schemas.microsoft.com/office/drawing/2014/main" id="{61545B18-3EBC-422A-AC77-D1407908E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776"/>
                <a:ext cx="30" cy="27"/>
              </a:xfrm>
              <a:custGeom>
                <a:avLst/>
                <a:gdLst>
                  <a:gd name="T0" fmla="*/ 0 w 12"/>
                  <a:gd name="T1" fmla="*/ 0 h 10"/>
                  <a:gd name="T2" fmla="*/ 188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2" y="8"/>
                      <a:pt x="11" y="10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38" name="Freeform 128">
                <a:extLst>
                  <a:ext uri="{FF2B5EF4-FFF2-40B4-BE49-F238E27FC236}">
                    <a16:creationId xmlns:a16="http://schemas.microsoft.com/office/drawing/2014/main" id="{7CB4CF6B-0B44-4073-A2E6-DD0B15BF4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157"/>
                <a:ext cx="67" cy="27"/>
              </a:xfrm>
              <a:custGeom>
                <a:avLst/>
                <a:gdLst>
                  <a:gd name="T0" fmla="*/ 0 w 27"/>
                  <a:gd name="T1" fmla="*/ 103 h 10"/>
                  <a:gd name="T2" fmla="*/ 278 w 27"/>
                  <a:gd name="T3" fmla="*/ 176 h 10"/>
                  <a:gd name="T4" fmla="*/ 412 w 2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0">
                    <a:moveTo>
                      <a:pt x="0" y="5"/>
                    </a:moveTo>
                    <a:cubicBezTo>
                      <a:pt x="5" y="5"/>
                      <a:pt x="14" y="10"/>
                      <a:pt x="18" y="9"/>
                    </a:cubicBezTo>
                    <a:cubicBezTo>
                      <a:pt x="23" y="8"/>
                      <a:pt x="23" y="2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39" name="Freeform 129">
                <a:extLst>
                  <a:ext uri="{FF2B5EF4-FFF2-40B4-BE49-F238E27FC236}">
                    <a16:creationId xmlns:a16="http://schemas.microsoft.com/office/drawing/2014/main" id="{D25C1990-D641-4279-A049-A308E8A46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1315"/>
                <a:ext cx="47" cy="29"/>
              </a:xfrm>
              <a:custGeom>
                <a:avLst/>
                <a:gdLst>
                  <a:gd name="T0" fmla="*/ 0 w 19"/>
                  <a:gd name="T1" fmla="*/ 21 h 11"/>
                  <a:gd name="T2" fmla="*/ 287 w 1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1"/>
                    </a:moveTo>
                    <a:cubicBezTo>
                      <a:pt x="8" y="11"/>
                      <a:pt x="12" y="9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40" name="Freeform 130">
                <a:extLst>
                  <a:ext uri="{FF2B5EF4-FFF2-40B4-BE49-F238E27FC236}">
                    <a16:creationId xmlns:a16="http://schemas.microsoft.com/office/drawing/2014/main" id="{B84C7406-3D46-447B-9118-B9DF414AC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256"/>
                <a:ext cx="203" cy="160"/>
              </a:xfrm>
              <a:custGeom>
                <a:avLst/>
                <a:gdLst>
                  <a:gd name="T0" fmla="*/ 313 w 81"/>
                  <a:gd name="T1" fmla="*/ 704 h 60"/>
                  <a:gd name="T2" fmla="*/ 554 w 81"/>
                  <a:gd name="T3" fmla="*/ 797 h 60"/>
                  <a:gd name="T4" fmla="*/ 647 w 81"/>
                  <a:gd name="T5" fmla="*/ 909 h 60"/>
                  <a:gd name="T6" fmla="*/ 847 w 81"/>
                  <a:gd name="T7" fmla="*/ 1003 h 60"/>
                  <a:gd name="T8" fmla="*/ 930 w 81"/>
                  <a:gd name="T9" fmla="*/ 1139 h 60"/>
                  <a:gd name="T10" fmla="*/ 1276 w 81"/>
                  <a:gd name="T11" fmla="*/ 1080 h 60"/>
                  <a:gd name="T12" fmla="*/ 1088 w 81"/>
                  <a:gd name="T13" fmla="*/ 931 h 60"/>
                  <a:gd name="T14" fmla="*/ 722 w 81"/>
                  <a:gd name="T15" fmla="*/ 589 h 60"/>
                  <a:gd name="T16" fmla="*/ 584 w 81"/>
                  <a:gd name="T17" fmla="*/ 320 h 60"/>
                  <a:gd name="T18" fmla="*/ 363 w 81"/>
                  <a:gd name="T19" fmla="*/ 149 h 60"/>
                  <a:gd name="T20" fmla="*/ 0 w 81"/>
                  <a:gd name="T21" fmla="*/ 0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60">
                    <a:moveTo>
                      <a:pt x="20" y="37"/>
                    </a:moveTo>
                    <a:cubicBezTo>
                      <a:pt x="25" y="38"/>
                      <a:pt x="30" y="39"/>
                      <a:pt x="35" y="42"/>
                    </a:cubicBezTo>
                    <a:cubicBezTo>
                      <a:pt x="38" y="45"/>
                      <a:pt x="38" y="46"/>
                      <a:pt x="41" y="48"/>
                    </a:cubicBezTo>
                    <a:cubicBezTo>
                      <a:pt x="45" y="50"/>
                      <a:pt x="50" y="50"/>
                      <a:pt x="54" y="53"/>
                    </a:cubicBezTo>
                    <a:cubicBezTo>
                      <a:pt x="56" y="55"/>
                      <a:pt x="57" y="57"/>
                      <a:pt x="59" y="60"/>
                    </a:cubicBezTo>
                    <a:cubicBezTo>
                      <a:pt x="67" y="58"/>
                      <a:pt x="72" y="56"/>
                      <a:pt x="81" y="57"/>
                    </a:cubicBezTo>
                    <a:cubicBezTo>
                      <a:pt x="76" y="57"/>
                      <a:pt x="72" y="51"/>
                      <a:pt x="69" y="49"/>
                    </a:cubicBezTo>
                    <a:cubicBezTo>
                      <a:pt x="62" y="42"/>
                      <a:pt x="51" y="39"/>
                      <a:pt x="46" y="31"/>
                    </a:cubicBezTo>
                    <a:cubicBezTo>
                      <a:pt x="43" y="26"/>
                      <a:pt x="41" y="21"/>
                      <a:pt x="37" y="17"/>
                    </a:cubicBezTo>
                    <a:cubicBezTo>
                      <a:pt x="33" y="13"/>
                      <a:pt x="28" y="10"/>
                      <a:pt x="23" y="8"/>
                    </a:cubicBezTo>
                    <a:cubicBezTo>
                      <a:pt x="15" y="4"/>
                      <a:pt x="6" y="4"/>
                      <a:pt x="0" y="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41" name="Freeform 131">
                <a:extLst>
                  <a:ext uri="{FF2B5EF4-FFF2-40B4-BE49-F238E27FC236}">
                    <a16:creationId xmlns:a16="http://schemas.microsoft.com/office/drawing/2014/main" id="{08F73F31-9C9A-4E52-8523-C24178681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1117"/>
                <a:ext cx="295" cy="310"/>
              </a:xfrm>
              <a:custGeom>
                <a:avLst/>
                <a:gdLst>
                  <a:gd name="T0" fmla="*/ 1488 w 118"/>
                  <a:gd name="T1" fmla="*/ 687 h 116"/>
                  <a:gd name="T2" fmla="*/ 1738 w 118"/>
                  <a:gd name="T3" fmla="*/ 342 h 116"/>
                  <a:gd name="T4" fmla="*/ 1770 w 118"/>
                  <a:gd name="T5" fmla="*/ 0 h 116"/>
                  <a:gd name="T6" fmla="*/ 1750 w 118"/>
                  <a:gd name="T7" fmla="*/ 56 h 116"/>
                  <a:gd name="T8" fmla="*/ 1425 w 118"/>
                  <a:gd name="T9" fmla="*/ 436 h 116"/>
                  <a:gd name="T10" fmla="*/ 1063 w 118"/>
                  <a:gd name="T11" fmla="*/ 879 h 116"/>
                  <a:gd name="T12" fmla="*/ 720 w 118"/>
                  <a:gd name="T13" fmla="*/ 1256 h 116"/>
                  <a:gd name="T14" fmla="*/ 363 w 118"/>
                  <a:gd name="T15" fmla="*/ 1777 h 116"/>
                  <a:gd name="T16" fmla="*/ 20 w 118"/>
                  <a:gd name="T17" fmla="*/ 2213 h 116"/>
                  <a:gd name="T18" fmla="*/ 375 w 118"/>
                  <a:gd name="T19" fmla="*/ 2122 h 116"/>
                  <a:gd name="T20" fmla="*/ 395 w 118"/>
                  <a:gd name="T21" fmla="*/ 2122 h 116"/>
                  <a:gd name="T22" fmla="*/ 550 w 118"/>
                  <a:gd name="T23" fmla="*/ 2020 h 116"/>
                  <a:gd name="T24" fmla="*/ 770 w 118"/>
                  <a:gd name="T25" fmla="*/ 1908 h 116"/>
                  <a:gd name="T26" fmla="*/ 1095 w 118"/>
                  <a:gd name="T27" fmla="*/ 1700 h 116"/>
                  <a:gd name="T28" fmla="*/ 1175 w 118"/>
                  <a:gd name="T29" fmla="*/ 1256 h 116"/>
                  <a:gd name="T30" fmla="*/ 1488 w 118"/>
                  <a:gd name="T31" fmla="*/ 687 h 11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8" h="116">
                    <a:moveTo>
                      <a:pt x="95" y="36"/>
                    </a:moveTo>
                    <a:cubicBezTo>
                      <a:pt x="100" y="28"/>
                      <a:pt x="105" y="24"/>
                      <a:pt x="111" y="18"/>
                    </a:cubicBezTo>
                    <a:cubicBezTo>
                      <a:pt x="118" y="10"/>
                      <a:pt x="117" y="4"/>
                      <a:pt x="113" y="0"/>
                    </a:cubicBezTo>
                    <a:cubicBezTo>
                      <a:pt x="112" y="1"/>
                      <a:pt x="112" y="2"/>
                      <a:pt x="112" y="3"/>
                    </a:cubicBezTo>
                    <a:cubicBezTo>
                      <a:pt x="110" y="3"/>
                      <a:pt x="92" y="12"/>
                      <a:pt x="91" y="23"/>
                    </a:cubicBezTo>
                    <a:cubicBezTo>
                      <a:pt x="76" y="27"/>
                      <a:pt x="69" y="36"/>
                      <a:pt x="68" y="46"/>
                    </a:cubicBezTo>
                    <a:cubicBezTo>
                      <a:pt x="53" y="52"/>
                      <a:pt x="44" y="60"/>
                      <a:pt x="46" y="66"/>
                    </a:cubicBezTo>
                    <a:cubicBezTo>
                      <a:pt x="32" y="71"/>
                      <a:pt x="22" y="86"/>
                      <a:pt x="23" y="93"/>
                    </a:cubicBezTo>
                    <a:cubicBezTo>
                      <a:pt x="11" y="100"/>
                      <a:pt x="0" y="102"/>
                      <a:pt x="1" y="116"/>
                    </a:cubicBezTo>
                    <a:cubicBezTo>
                      <a:pt x="11" y="112"/>
                      <a:pt x="20" y="110"/>
                      <a:pt x="24" y="111"/>
                    </a:cubicBezTo>
                    <a:cubicBezTo>
                      <a:pt x="25" y="111"/>
                      <a:pt x="25" y="111"/>
                      <a:pt x="25" y="111"/>
                    </a:cubicBezTo>
                    <a:cubicBezTo>
                      <a:pt x="31" y="112"/>
                      <a:pt x="32" y="108"/>
                      <a:pt x="35" y="106"/>
                    </a:cubicBezTo>
                    <a:cubicBezTo>
                      <a:pt x="39" y="103"/>
                      <a:pt x="44" y="102"/>
                      <a:pt x="49" y="100"/>
                    </a:cubicBezTo>
                    <a:cubicBezTo>
                      <a:pt x="55" y="96"/>
                      <a:pt x="62" y="89"/>
                      <a:pt x="70" y="89"/>
                    </a:cubicBezTo>
                    <a:cubicBezTo>
                      <a:pt x="66" y="82"/>
                      <a:pt x="72" y="73"/>
                      <a:pt x="75" y="66"/>
                    </a:cubicBezTo>
                    <a:cubicBezTo>
                      <a:pt x="81" y="56"/>
                      <a:pt x="88" y="46"/>
                      <a:pt x="95" y="36"/>
                    </a:cubicBezTo>
                    <a:close/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42" name="Freeform 132">
                <a:extLst>
                  <a:ext uri="{FF2B5EF4-FFF2-40B4-BE49-F238E27FC236}">
                    <a16:creationId xmlns:a16="http://schemas.microsoft.com/office/drawing/2014/main" id="{EB23ACFE-CD6D-40B4-9E1E-D93010FD5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1416"/>
                <a:ext cx="58" cy="53"/>
              </a:xfrm>
              <a:custGeom>
                <a:avLst/>
                <a:gdLst>
                  <a:gd name="T0" fmla="*/ 0 w 23"/>
                  <a:gd name="T1" fmla="*/ 170 h 20"/>
                  <a:gd name="T2" fmla="*/ 368 w 23"/>
                  <a:gd name="T3" fmla="*/ 148 h 20"/>
                  <a:gd name="T4" fmla="*/ 96 w 23"/>
                  <a:gd name="T5" fmla="*/ 371 h 20"/>
                  <a:gd name="T6" fmla="*/ 20 w 23"/>
                  <a:gd name="T7" fmla="*/ 22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0">
                    <a:moveTo>
                      <a:pt x="0" y="9"/>
                    </a:moveTo>
                    <a:cubicBezTo>
                      <a:pt x="6" y="3"/>
                      <a:pt x="18" y="0"/>
                      <a:pt x="23" y="8"/>
                    </a:cubicBezTo>
                    <a:cubicBezTo>
                      <a:pt x="15" y="6"/>
                      <a:pt x="2" y="8"/>
                      <a:pt x="6" y="20"/>
                    </a:cubicBezTo>
                    <a:cubicBezTo>
                      <a:pt x="5" y="17"/>
                      <a:pt x="3" y="14"/>
                      <a:pt x="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43" name="Freeform 133">
                <a:extLst>
                  <a:ext uri="{FF2B5EF4-FFF2-40B4-BE49-F238E27FC236}">
                    <a16:creationId xmlns:a16="http://schemas.microsoft.com/office/drawing/2014/main" id="{90DB93E2-D7FA-4929-AFAF-2C9EDF677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1400"/>
                <a:ext cx="38" cy="53"/>
              </a:xfrm>
              <a:custGeom>
                <a:avLst/>
                <a:gdLst>
                  <a:gd name="T0" fmla="*/ 243 w 15"/>
                  <a:gd name="T1" fmla="*/ 0 h 20"/>
                  <a:gd name="T2" fmla="*/ 147 w 15"/>
                  <a:gd name="T3" fmla="*/ 371 h 20"/>
                  <a:gd name="T4" fmla="*/ 243 w 15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15" y="0"/>
                    </a:moveTo>
                    <a:cubicBezTo>
                      <a:pt x="4" y="0"/>
                      <a:pt x="0" y="13"/>
                      <a:pt x="9" y="20"/>
                    </a:cubicBezTo>
                    <a:cubicBezTo>
                      <a:pt x="7" y="11"/>
                      <a:pt x="7" y="6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44" name="Freeform 134">
                <a:extLst>
                  <a:ext uri="{FF2B5EF4-FFF2-40B4-BE49-F238E27FC236}">
                    <a16:creationId xmlns:a16="http://schemas.microsoft.com/office/drawing/2014/main" id="{24941FFC-FA2B-4DE0-BE38-E5F9BE114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" y="1365"/>
                <a:ext cx="35" cy="40"/>
              </a:xfrm>
              <a:custGeom>
                <a:avLst/>
                <a:gdLst>
                  <a:gd name="T0" fmla="*/ 33 w 14"/>
                  <a:gd name="T1" fmla="*/ 285 h 15"/>
                  <a:gd name="T2" fmla="*/ 0 w 14"/>
                  <a:gd name="T3" fmla="*/ 171 h 15"/>
                  <a:gd name="T4" fmla="*/ 220 w 14"/>
                  <a:gd name="T5" fmla="*/ 93 h 15"/>
                  <a:gd name="T6" fmla="*/ 95 w 14"/>
                  <a:gd name="T7" fmla="*/ 26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2" y="15"/>
                    </a:moveTo>
                    <a:cubicBezTo>
                      <a:pt x="1" y="13"/>
                      <a:pt x="1" y="11"/>
                      <a:pt x="0" y="9"/>
                    </a:cubicBezTo>
                    <a:cubicBezTo>
                      <a:pt x="4" y="7"/>
                      <a:pt x="11" y="0"/>
                      <a:pt x="14" y="5"/>
                    </a:cubicBezTo>
                    <a:cubicBezTo>
                      <a:pt x="10" y="6"/>
                      <a:pt x="4" y="10"/>
                      <a:pt x="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45" name="Freeform 135">
                <a:extLst>
                  <a:ext uri="{FF2B5EF4-FFF2-40B4-BE49-F238E27FC236}">
                    <a16:creationId xmlns:a16="http://schemas.microsoft.com/office/drawing/2014/main" id="{7A1E3B52-ACF7-49B4-A143-745409E3F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1336"/>
                <a:ext cx="35" cy="61"/>
              </a:xfrm>
              <a:custGeom>
                <a:avLst/>
                <a:gdLst>
                  <a:gd name="T0" fmla="*/ 175 w 14"/>
                  <a:gd name="T1" fmla="*/ 0 h 23"/>
                  <a:gd name="T2" fmla="*/ 145 w 14"/>
                  <a:gd name="T3" fmla="*/ 430 h 23"/>
                  <a:gd name="T4" fmla="*/ 220 w 14"/>
                  <a:gd name="T5" fmla="*/ 7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3">
                    <a:moveTo>
                      <a:pt x="11" y="0"/>
                    </a:moveTo>
                    <a:cubicBezTo>
                      <a:pt x="1" y="3"/>
                      <a:pt x="0" y="17"/>
                      <a:pt x="9" y="23"/>
                    </a:cubicBezTo>
                    <a:cubicBezTo>
                      <a:pt x="5" y="17"/>
                      <a:pt x="8" y="7"/>
                      <a:pt x="1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46" name="Freeform 136">
                <a:extLst>
                  <a:ext uri="{FF2B5EF4-FFF2-40B4-BE49-F238E27FC236}">
                    <a16:creationId xmlns:a16="http://schemas.microsoft.com/office/drawing/2014/main" id="{0FF063E5-772E-4AF2-9EAF-A4AE86170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555"/>
                <a:ext cx="480" cy="416"/>
              </a:xfrm>
              <a:custGeom>
                <a:avLst/>
                <a:gdLst>
                  <a:gd name="T0" fmla="*/ 1908 w 192"/>
                  <a:gd name="T1" fmla="*/ 2184 h 156"/>
                  <a:gd name="T2" fmla="*/ 2095 w 192"/>
                  <a:gd name="T3" fmla="*/ 1899 h 156"/>
                  <a:gd name="T4" fmla="*/ 2333 w 192"/>
                  <a:gd name="T5" fmla="*/ 1672 h 156"/>
                  <a:gd name="T6" fmla="*/ 2520 w 192"/>
                  <a:gd name="T7" fmla="*/ 1365 h 156"/>
                  <a:gd name="T8" fmla="*/ 2563 w 192"/>
                  <a:gd name="T9" fmla="*/ 1080 h 156"/>
                  <a:gd name="T10" fmla="*/ 2875 w 192"/>
                  <a:gd name="T11" fmla="*/ 533 h 156"/>
                  <a:gd name="T12" fmla="*/ 2925 w 192"/>
                  <a:gd name="T13" fmla="*/ 285 h 156"/>
                  <a:gd name="T14" fmla="*/ 2970 w 192"/>
                  <a:gd name="T15" fmla="*/ 0 h 156"/>
                  <a:gd name="T16" fmla="*/ 2738 w 192"/>
                  <a:gd name="T17" fmla="*/ 307 h 156"/>
                  <a:gd name="T18" fmla="*/ 2708 w 192"/>
                  <a:gd name="T19" fmla="*/ 456 h 156"/>
                  <a:gd name="T20" fmla="*/ 2563 w 192"/>
                  <a:gd name="T21" fmla="*/ 776 h 156"/>
                  <a:gd name="T22" fmla="*/ 1970 w 192"/>
                  <a:gd name="T23" fmla="*/ 1480 h 156"/>
                  <a:gd name="T24" fmla="*/ 1925 w 192"/>
                  <a:gd name="T25" fmla="*/ 1763 h 156"/>
                  <a:gd name="T26" fmla="*/ 1500 w 192"/>
                  <a:gd name="T27" fmla="*/ 1955 h 156"/>
                  <a:gd name="T28" fmla="*/ 0 w 192"/>
                  <a:gd name="T29" fmla="*/ 2957 h 1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2" h="156">
                    <a:moveTo>
                      <a:pt x="122" y="115"/>
                    </a:moveTo>
                    <a:cubicBezTo>
                      <a:pt x="125" y="108"/>
                      <a:pt x="128" y="104"/>
                      <a:pt x="134" y="100"/>
                    </a:cubicBezTo>
                    <a:cubicBezTo>
                      <a:pt x="140" y="97"/>
                      <a:pt x="144" y="93"/>
                      <a:pt x="149" y="88"/>
                    </a:cubicBezTo>
                    <a:cubicBezTo>
                      <a:pt x="154" y="83"/>
                      <a:pt x="159" y="79"/>
                      <a:pt x="161" y="72"/>
                    </a:cubicBezTo>
                    <a:cubicBezTo>
                      <a:pt x="163" y="67"/>
                      <a:pt x="162" y="61"/>
                      <a:pt x="164" y="57"/>
                    </a:cubicBezTo>
                    <a:cubicBezTo>
                      <a:pt x="170" y="47"/>
                      <a:pt x="184" y="42"/>
                      <a:pt x="184" y="28"/>
                    </a:cubicBezTo>
                    <a:cubicBezTo>
                      <a:pt x="184" y="21"/>
                      <a:pt x="183" y="21"/>
                      <a:pt x="187" y="15"/>
                    </a:cubicBezTo>
                    <a:cubicBezTo>
                      <a:pt x="190" y="11"/>
                      <a:pt x="192" y="4"/>
                      <a:pt x="190" y="0"/>
                    </a:cubicBezTo>
                    <a:cubicBezTo>
                      <a:pt x="187" y="7"/>
                      <a:pt x="178" y="10"/>
                      <a:pt x="175" y="16"/>
                    </a:cubicBezTo>
                    <a:cubicBezTo>
                      <a:pt x="172" y="19"/>
                      <a:pt x="174" y="20"/>
                      <a:pt x="173" y="24"/>
                    </a:cubicBezTo>
                    <a:cubicBezTo>
                      <a:pt x="172" y="30"/>
                      <a:pt x="168" y="36"/>
                      <a:pt x="164" y="41"/>
                    </a:cubicBezTo>
                    <a:cubicBezTo>
                      <a:pt x="153" y="55"/>
                      <a:pt x="135" y="62"/>
                      <a:pt x="126" y="78"/>
                    </a:cubicBezTo>
                    <a:cubicBezTo>
                      <a:pt x="134" y="77"/>
                      <a:pt x="126" y="90"/>
                      <a:pt x="123" y="93"/>
                    </a:cubicBezTo>
                    <a:cubicBezTo>
                      <a:pt x="116" y="101"/>
                      <a:pt x="106" y="100"/>
                      <a:pt x="96" y="103"/>
                    </a:cubicBezTo>
                    <a:cubicBezTo>
                      <a:pt x="62" y="115"/>
                      <a:pt x="28" y="135"/>
                      <a:pt x="0" y="15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47" name="Freeform 137">
                <a:extLst>
                  <a:ext uri="{FF2B5EF4-FFF2-40B4-BE49-F238E27FC236}">
                    <a16:creationId xmlns:a16="http://schemas.microsoft.com/office/drawing/2014/main" id="{8E450A4F-9443-4730-8B47-600C73F7A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859"/>
                <a:ext cx="170" cy="120"/>
              </a:xfrm>
              <a:custGeom>
                <a:avLst/>
                <a:gdLst>
                  <a:gd name="T0" fmla="*/ 0 w 68"/>
                  <a:gd name="T1" fmla="*/ 533 h 45"/>
                  <a:gd name="T2" fmla="*/ 300 w 68"/>
                  <a:gd name="T3" fmla="*/ 363 h 45"/>
                  <a:gd name="T4" fmla="*/ 645 w 68"/>
                  <a:gd name="T5" fmla="*/ 171 h 45"/>
                  <a:gd name="T6" fmla="*/ 875 w 68"/>
                  <a:gd name="T7" fmla="*/ 56 h 45"/>
                  <a:gd name="T8" fmla="*/ 833 w 68"/>
                  <a:gd name="T9" fmla="*/ 307 h 45"/>
                  <a:gd name="T10" fmla="*/ 1063 w 68"/>
                  <a:gd name="T11" fmla="*/ 363 h 45"/>
                  <a:gd name="T12" fmla="*/ 720 w 68"/>
                  <a:gd name="T13" fmla="*/ 589 h 45"/>
                  <a:gd name="T14" fmla="*/ 20 w 68"/>
                  <a:gd name="T15" fmla="*/ 853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45">
                    <a:moveTo>
                      <a:pt x="0" y="28"/>
                    </a:moveTo>
                    <a:cubicBezTo>
                      <a:pt x="4" y="23"/>
                      <a:pt x="13" y="22"/>
                      <a:pt x="19" y="19"/>
                    </a:cubicBezTo>
                    <a:cubicBezTo>
                      <a:pt x="26" y="16"/>
                      <a:pt x="34" y="12"/>
                      <a:pt x="41" y="9"/>
                    </a:cubicBezTo>
                    <a:cubicBezTo>
                      <a:pt x="45" y="7"/>
                      <a:pt x="52" y="0"/>
                      <a:pt x="56" y="3"/>
                    </a:cubicBezTo>
                    <a:cubicBezTo>
                      <a:pt x="55" y="6"/>
                      <a:pt x="52" y="13"/>
                      <a:pt x="53" y="16"/>
                    </a:cubicBezTo>
                    <a:cubicBezTo>
                      <a:pt x="56" y="19"/>
                      <a:pt x="64" y="15"/>
                      <a:pt x="68" y="19"/>
                    </a:cubicBezTo>
                    <a:cubicBezTo>
                      <a:pt x="65" y="26"/>
                      <a:pt x="52" y="28"/>
                      <a:pt x="46" y="31"/>
                    </a:cubicBezTo>
                    <a:cubicBezTo>
                      <a:pt x="31" y="37"/>
                      <a:pt x="17" y="44"/>
                      <a:pt x="1" y="45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48" name="Freeform 138">
                <a:extLst>
                  <a:ext uri="{FF2B5EF4-FFF2-40B4-BE49-F238E27FC236}">
                    <a16:creationId xmlns:a16="http://schemas.microsoft.com/office/drawing/2014/main" id="{241A3B95-E9A8-40CA-8DA5-15CE3B660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851"/>
                <a:ext cx="665" cy="586"/>
              </a:xfrm>
              <a:custGeom>
                <a:avLst/>
                <a:gdLst>
                  <a:gd name="T0" fmla="*/ 4158 w 266"/>
                  <a:gd name="T1" fmla="*/ 0 h 220"/>
                  <a:gd name="T2" fmla="*/ 3958 w 266"/>
                  <a:gd name="T3" fmla="*/ 205 h 220"/>
                  <a:gd name="T4" fmla="*/ 3738 w 266"/>
                  <a:gd name="T5" fmla="*/ 397 h 220"/>
                  <a:gd name="T6" fmla="*/ 3533 w 266"/>
                  <a:gd name="T7" fmla="*/ 703 h 220"/>
                  <a:gd name="T8" fmla="*/ 3313 w 266"/>
                  <a:gd name="T9" fmla="*/ 986 h 220"/>
                  <a:gd name="T10" fmla="*/ 3000 w 266"/>
                  <a:gd name="T11" fmla="*/ 1228 h 220"/>
                  <a:gd name="T12" fmla="*/ 2783 w 266"/>
                  <a:gd name="T13" fmla="*/ 1590 h 220"/>
                  <a:gd name="T14" fmla="*/ 2500 w 266"/>
                  <a:gd name="T15" fmla="*/ 1774 h 220"/>
                  <a:gd name="T16" fmla="*/ 2313 w 266"/>
                  <a:gd name="T17" fmla="*/ 2115 h 220"/>
                  <a:gd name="T18" fmla="*/ 2020 w 266"/>
                  <a:gd name="T19" fmla="*/ 2384 h 220"/>
                  <a:gd name="T20" fmla="*/ 1800 w 266"/>
                  <a:gd name="T21" fmla="*/ 2725 h 220"/>
                  <a:gd name="T22" fmla="*/ 1583 w 266"/>
                  <a:gd name="T23" fmla="*/ 3007 h 220"/>
                  <a:gd name="T24" fmla="*/ 1395 w 266"/>
                  <a:gd name="T25" fmla="*/ 3306 h 220"/>
                  <a:gd name="T26" fmla="*/ 1125 w 266"/>
                  <a:gd name="T27" fmla="*/ 3612 h 220"/>
                  <a:gd name="T28" fmla="*/ 800 w 266"/>
                  <a:gd name="T29" fmla="*/ 3796 h 220"/>
                  <a:gd name="T30" fmla="*/ 470 w 266"/>
                  <a:gd name="T31" fmla="*/ 4022 h 220"/>
                  <a:gd name="T32" fmla="*/ 0 w 266"/>
                  <a:gd name="T33" fmla="*/ 4158 h 2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6" h="220">
                    <a:moveTo>
                      <a:pt x="266" y="0"/>
                    </a:moveTo>
                    <a:cubicBezTo>
                      <a:pt x="262" y="2"/>
                      <a:pt x="254" y="7"/>
                      <a:pt x="253" y="11"/>
                    </a:cubicBezTo>
                    <a:cubicBezTo>
                      <a:pt x="244" y="11"/>
                      <a:pt x="240" y="17"/>
                      <a:pt x="239" y="21"/>
                    </a:cubicBezTo>
                    <a:cubicBezTo>
                      <a:pt x="227" y="24"/>
                      <a:pt x="225" y="33"/>
                      <a:pt x="226" y="37"/>
                    </a:cubicBezTo>
                    <a:cubicBezTo>
                      <a:pt x="215" y="37"/>
                      <a:pt x="211" y="48"/>
                      <a:pt x="212" y="52"/>
                    </a:cubicBezTo>
                    <a:cubicBezTo>
                      <a:pt x="203" y="54"/>
                      <a:pt x="195" y="59"/>
                      <a:pt x="192" y="65"/>
                    </a:cubicBezTo>
                    <a:cubicBezTo>
                      <a:pt x="184" y="67"/>
                      <a:pt x="177" y="79"/>
                      <a:pt x="178" y="84"/>
                    </a:cubicBezTo>
                    <a:cubicBezTo>
                      <a:pt x="170" y="82"/>
                      <a:pt x="164" y="87"/>
                      <a:pt x="160" y="94"/>
                    </a:cubicBezTo>
                    <a:cubicBezTo>
                      <a:pt x="152" y="97"/>
                      <a:pt x="148" y="105"/>
                      <a:pt x="148" y="112"/>
                    </a:cubicBezTo>
                    <a:cubicBezTo>
                      <a:pt x="135" y="116"/>
                      <a:pt x="131" y="120"/>
                      <a:pt x="129" y="126"/>
                    </a:cubicBezTo>
                    <a:cubicBezTo>
                      <a:pt x="120" y="126"/>
                      <a:pt x="112" y="142"/>
                      <a:pt x="115" y="144"/>
                    </a:cubicBezTo>
                    <a:cubicBezTo>
                      <a:pt x="108" y="144"/>
                      <a:pt x="101" y="155"/>
                      <a:pt x="101" y="159"/>
                    </a:cubicBezTo>
                    <a:cubicBezTo>
                      <a:pt x="92" y="160"/>
                      <a:pt x="87" y="169"/>
                      <a:pt x="89" y="175"/>
                    </a:cubicBezTo>
                    <a:cubicBezTo>
                      <a:pt x="80" y="178"/>
                      <a:pt x="71" y="186"/>
                      <a:pt x="72" y="191"/>
                    </a:cubicBezTo>
                    <a:cubicBezTo>
                      <a:pt x="64" y="190"/>
                      <a:pt x="53" y="195"/>
                      <a:pt x="51" y="201"/>
                    </a:cubicBezTo>
                    <a:cubicBezTo>
                      <a:pt x="40" y="200"/>
                      <a:pt x="32" y="206"/>
                      <a:pt x="30" y="213"/>
                    </a:cubicBezTo>
                    <a:cubicBezTo>
                      <a:pt x="19" y="210"/>
                      <a:pt x="8" y="208"/>
                      <a:pt x="0" y="22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49" name="Freeform 139">
                <a:extLst>
                  <a:ext uri="{FF2B5EF4-FFF2-40B4-BE49-F238E27FC236}">
                    <a16:creationId xmlns:a16="http://schemas.microsoft.com/office/drawing/2014/main" id="{6DB4F84E-3C97-4104-A6A4-657272388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067"/>
                <a:ext cx="83" cy="34"/>
              </a:xfrm>
              <a:custGeom>
                <a:avLst/>
                <a:gdLst>
                  <a:gd name="T0" fmla="*/ 0 w 33"/>
                  <a:gd name="T1" fmla="*/ 34 h 13"/>
                  <a:gd name="T2" fmla="*/ 526 w 33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3">
                    <a:moveTo>
                      <a:pt x="0" y="2"/>
                    </a:moveTo>
                    <a:cubicBezTo>
                      <a:pt x="13" y="0"/>
                      <a:pt x="24" y="3"/>
                      <a:pt x="33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50" name="Freeform 140">
                <a:extLst>
                  <a:ext uri="{FF2B5EF4-FFF2-40B4-BE49-F238E27FC236}">
                    <a16:creationId xmlns:a16="http://schemas.microsoft.com/office/drawing/2014/main" id="{6D408499-433C-44CA-8593-33463C6D4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029"/>
                <a:ext cx="85" cy="40"/>
              </a:xfrm>
              <a:custGeom>
                <a:avLst/>
                <a:gdLst>
                  <a:gd name="T0" fmla="*/ 0 w 34"/>
                  <a:gd name="T1" fmla="*/ 0 h 15"/>
                  <a:gd name="T2" fmla="*/ 345 w 34"/>
                  <a:gd name="T3" fmla="*/ 115 h 15"/>
                  <a:gd name="T4" fmla="*/ 533 w 34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5">
                    <a:moveTo>
                      <a:pt x="0" y="0"/>
                    </a:moveTo>
                    <a:cubicBezTo>
                      <a:pt x="8" y="1"/>
                      <a:pt x="14" y="1"/>
                      <a:pt x="22" y="6"/>
                    </a:cubicBezTo>
                    <a:cubicBezTo>
                      <a:pt x="26" y="8"/>
                      <a:pt x="32" y="12"/>
                      <a:pt x="34" y="1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51" name="Freeform 141">
                <a:extLst>
                  <a:ext uri="{FF2B5EF4-FFF2-40B4-BE49-F238E27FC236}">
                    <a16:creationId xmlns:a16="http://schemas.microsoft.com/office/drawing/2014/main" id="{28014190-ADFB-4724-A6C7-EDC5DAC33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992"/>
                <a:ext cx="75" cy="45"/>
              </a:xfrm>
              <a:custGeom>
                <a:avLst/>
                <a:gdLst>
                  <a:gd name="T0" fmla="*/ 0 w 30"/>
                  <a:gd name="T1" fmla="*/ 34 h 17"/>
                  <a:gd name="T2" fmla="*/ 470 w 30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7">
                    <a:moveTo>
                      <a:pt x="0" y="2"/>
                    </a:moveTo>
                    <a:cubicBezTo>
                      <a:pt x="10" y="0"/>
                      <a:pt x="23" y="10"/>
                      <a:pt x="30" y="1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52" name="Freeform 142">
                <a:extLst>
                  <a:ext uri="{FF2B5EF4-FFF2-40B4-BE49-F238E27FC236}">
                    <a16:creationId xmlns:a16="http://schemas.microsoft.com/office/drawing/2014/main" id="{6DD58568-DF52-4D9A-9921-42FBB4BF6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955"/>
                <a:ext cx="80" cy="42"/>
              </a:xfrm>
              <a:custGeom>
                <a:avLst/>
                <a:gdLst>
                  <a:gd name="T0" fmla="*/ 0 w 32"/>
                  <a:gd name="T1" fmla="*/ 0 h 16"/>
                  <a:gd name="T2" fmla="*/ 500 w 32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6">
                    <a:moveTo>
                      <a:pt x="0" y="0"/>
                    </a:moveTo>
                    <a:cubicBezTo>
                      <a:pt x="12" y="4"/>
                      <a:pt x="25" y="5"/>
                      <a:pt x="32" y="1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53" name="Freeform 143">
                <a:extLst>
                  <a:ext uri="{FF2B5EF4-FFF2-40B4-BE49-F238E27FC236}">
                    <a16:creationId xmlns:a16="http://schemas.microsoft.com/office/drawing/2014/main" id="{CEE38E31-415A-45DA-88FD-8FF7790DF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915"/>
                <a:ext cx="73" cy="42"/>
              </a:xfrm>
              <a:custGeom>
                <a:avLst/>
                <a:gdLst>
                  <a:gd name="T0" fmla="*/ 0 w 29"/>
                  <a:gd name="T1" fmla="*/ 0 h 16"/>
                  <a:gd name="T2" fmla="*/ 463 w 29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12" y="3"/>
                      <a:pt x="21" y="8"/>
                      <a:pt x="29" y="1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54" name="Freeform 144">
                <a:extLst>
                  <a:ext uri="{FF2B5EF4-FFF2-40B4-BE49-F238E27FC236}">
                    <a16:creationId xmlns:a16="http://schemas.microsoft.com/office/drawing/2014/main" id="{199DF420-A2AC-47DA-AD58-0F852B253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880"/>
                <a:ext cx="42" cy="40"/>
              </a:xfrm>
              <a:custGeom>
                <a:avLst/>
                <a:gdLst>
                  <a:gd name="T0" fmla="*/ 0 w 17"/>
                  <a:gd name="T1" fmla="*/ 0 h 15"/>
                  <a:gd name="T2" fmla="*/ 257 w 17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0" y="0"/>
                    </a:moveTo>
                    <a:cubicBezTo>
                      <a:pt x="7" y="4"/>
                      <a:pt x="13" y="9"/>
                      <a:pt x="17" y="1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55" name="Freeform 145">
                <a:extLst>
                  <a:ext uri="{FF2B5EF4-FFF2-40B4-BE49-F238E27FC236}">
                    <a16:creationId xmlns:a16="http://schemas.microsoft.com/office/drawing/2014/main" id="{2792AB9F-63D4-4570-A524-4ACF21976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115"/>
                <a:ext cx="93" cy="16"/>
              </a:xfrm>
              <a:custGeom>
                <a:avLst/>
                <a:gdLst>
                  <a:gd name="T0" fmla="*/ 0 w 37"/>
                  <a:gd name="T1" fmla="*/ 77 h 6"/>
                  <a:gd name="T2" fmla="*/ 588 w 3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">
                    <a:moveTo>
                      <a:pt x="0" y="4"/>
                    </a:moveTo>
                    <a:cubicBezTo>
                      <a:pt x="13" y="3"/>
                      <a:pt x="26" y="0"/>
                      <a:pt x="37" y="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56" name="Freeform 146">
                <a:extLst>
                  <a:ext uri="{FF2B5EF4-FFF2-40B4-BE49-F238E27FC236}">
                    <a16:creationId xmlns:a16="http://schemas.microsoft.com/office/drawing/2014/main" id="{A393BA86-A371-411F-A942-FFEBCCC12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165"/>
                <a:ext cx="103" cy="16"/>
              </a:xfrm>
              <a:custGeom>
                <a:avLst/>
                <a:gdLst>
                  <a:gd name="T0" fmla="*/ 0 w 41"/>
                  <a:gd name="T1" fmla="*/ 115 h 6"/>
                  <a:gd name="T2" fmla="*/ 651 w 41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6"/>
                    </a:moveTo>
                    <a:cubicBezTo>
                      <a:pt x="14" y="1"/>
                      <a:pt x="27" y="0"/>
                      <a:pt x="41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57" name="Freeform 147">
                <a:extLst>
                  <a:ext uri="{FF2B5EF4-FFF2-40B4-BE49-F238E27FC236}">
                    <a16:creationId xmlns:a16="http://schemas.microsoft.com/office/drawing/2014/main" id="{20DB94EE-592E-4B0E-90FE-5A0846ED5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1213"/>
                <a:ext cx="120" cy="27"/>
              </a:xfrm>
              <a:custGeom>
                <a:avLst/>
                <a:gdLst>
                  <a:gd name="T0" fmla="*/ 0 w 48"/>
                  <a:gd name="T1" fmla="*/ 197 h 10"/>
                  <a:gd name="T2" fmla="*/ 750 w 48"/>
                  <a:gd name="T3" fmla="*/ 3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0">
                    <a:moveTo>
                      <a:pt x="0" y="10"/>
                    </a:moveTo>
                    <a:cubicBezTo>
                      <a:pt x="9" y="3"/>
                      <a:pt x="36" y="0"/>
                      <a:pt x="48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58" name="Freeform 148">
                <a:extLst>
                  <a:ext uri="{FF2B5EF4-FFF2-40B4-BE49-F238E27FC236}">
                    <a16:creationId xmlns:a16="http://schemas.microsoft.com/office/drawing/2014/main" id="{8D939F23-3267-485D-BF54-1AD1B3D83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1256"/>
                <a:ext cx="147" cy="40"/>
              </a:xfrm>
              <a:custGeom>
                <a:avLst/>
                <a:gdLst>
                  <a:gd name="T0" fmla="*/ 0 w 59"/>
                  <a:gd name="T1" fmla="*/ 285 h 15"/>
                  <a:gd name="T2" fmla="*/ 912 w 5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15">
                    <a:moveTo>
                      <a:pt x="0" y="15"/>
                    </a:moveTo>
                    <a:cubicBezTo>
                      <a:pt x="5" y="6"/>
                      <a:pt x="48" y="1"/>
                      <a:pt x="59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59" name="Freeform 149">
                <a:extLst>
                  <a:ext uri="{FF2B5EF4-FFF2-40B4-BE49-F238E27FC236}">
                    <a16:creationId xmlns:a16="http://schemas.microsoft.com/office/drawing/2014/main" id="{9BFD02E7-C244-42E6-B034-C45521EB8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859"/>
                <a:ext cx="22" cy="21"/>
              </a:xfrm>
              <a:custGeom>
                <a:avLst/>
                <a:gdLst>
                  <a:gd name="T0" fmla="*/ 0 w 9"/>
                  <a:gd name="T1" fmla="*/ 0 h 8"/>
                  <a:gd name="T2" fmla="*/ 132 w 9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4" y="2"/>
                      <a:pt x="8" y="5"/>
                      <a:pt x="9" y="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60" name="Freeform 150">
                <a:extLst>
                  <a:ext uri="{FF2B5EF4-FFF2-40B4-BE49-F238E27FC236}">
                    <a16:creationId xmlns:a16="http://schemas.microsoft.com/office/drawing/2014/main" id="{43EDBC50-9A11-48D4-9BC0-0E48929F6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829"/>
                <a:ext cx="608" cy="291"/>
              </a:xfrm>
              <a:custGeom>
                <a:avLst/>
                <a:gdLst>
                  <a:gd name="T0" fmla="*/ 0 w 243"/>
                  <a:gd name="T1" fmla="*/ 0 h 109"/>
                  <a:gd name="T2" fmla="*/ 1554 w 243"/>
                  <a:gd name="T3" fmla="*/ 1276 h 109"/>
                  <a:gd name="T4" fmla="*/ 2942 w 243"/>
                  <a:gd name="T5" fmla="*/ 2074 h 109"/>
                  <a:gd name="T6" fmla="*/ 3806 w 243"/>
                  <a:gd name="T7" fmla="*/ 1711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3" h="109">
                    <a:moveTo>
                      <a:pt x="0" y="0"/>
                    </a:moveTo>
                    <a:cubicBezTo>
                      <a:pt x="27" y="12"/>
                      <a:pt x="69" y="30"/>
                      <a:pt x="99" y="67"/>
                    </a:cubicBezTo>
                    <a:cubicBezTo>
                      <a:pt x="130" y="103"/>
                      <a:pt x="164" y="109"/>
                      <a:pt x="188" y="109"/>
                    </a:cubicBezTo>
                    <a:cubicBezTo>
                      <a:pt x="212" y="109"/>
                      <a:pt x="214" y="90"/>
                      <a:pt x="243" y="9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61" name="Freeform 151">
                <a:extLst>
                  <a:ext uri="{FF2B5EF4-FFF2-40B4-BE49-F238E27FC236}">
                    <a16:creationId xmlns:a16="http://schemas.microsoft.com/office/drawing/2014/main" id="{BA305CBA-5662-4CA7-826A-3BA8CFF74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832"/>
                <a:ext cx="673" cy="344"/>
              </a:xfrm>
              <a:custGeom>
                <a:avLst/>
                <a:gdLst>
                  <a:gd name="T0" fmla="*/ 4213 w 269"/>
                  <a:gd name="T1" fmla="*/ 2219 h 129"/>
                  <a:gd name="T2" fmla="*/ 3650 w 269"/>
                  <a:gd name="T3" fmla="*/ 2368 h 129"/>
                  <a:gd name="T4" fmla="*/ 3335 w 269"/>
                  <a:gd name="T5" fmla="*/ 2424 h 129"/>
                  <a:gd name="T6" fmla="*/ 1879 w 269"/>
                  <a:gd name="T7" fmla="*/ 1613 h 129"/>
                  <a:gd name="T8" fmla="*/ 1834 w 269"/>
                  <a:gd name="T9" fmla="*/ 1557 h 129"/>
                  <a:gd name="T10" fmla="*/ 175 w 269"/>
                  <a:gd name="T11" fmla="*/ 149 h 129"/>
                  <a:gd name="T12" fmla="*/ 0 w 269"/>
                  <a:gd name="T13" fmla="*/ 0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9" h="129">
                    <a:moveTo>
                      <a:pt x="269" y="117"/>
                    </a:moveTo>
                    <a:cubicBezTo>
                      <a:pt x="251" y="117"/>
                      <a:pt x="243" y="122"/>
                      <a:pt x="233" y="125"/>
                    </a:cubicBezTo>
                    <a:cubicBezTo>
                      <a:pt x="227" y="127"/>
                      <a:pt x="222" y="129"/>
                      <a:pt x="213" y="128"/>
                    </a:cubicBezTo>
                    <a:cubicBezTo>
                      <a:pt x="188" y="126"/>
                      <a:pt x="155" y="117"/>
                      <a:pt x="120" y="85"/>
                    </a:cubicBezTo>
                    <a:cubicBezTo>
                      <a:pt x="119" y="84"/>
                      <a:pt x="118" y="83"/>
                      <a:pt x="117" y="82"/>
                    </a:cubicBezTo>
                    <a:cubicBezTo>
                      <a:pt x="81" y="45"/>
                      <a:pt x="36" y="20"/>
                      <a:pt x="11" y="8"/>
                    </a:cubicBezTo>
                    <a:cubicBezTo>
                      <a:pt x="4" y="5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62" name="Freeform 152">
                <a:extLst>
                  <a:ext uri="{FF2B5EF4-FFF2-40B4-BE49-F238E27FC236}">
                    <a16:creationId xmlns:a16="http://schemas.microsoft.com/office/drawing/2014/main" id="{3B547142-0A8E-4DFE-BC8B-135DD609A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851"/>
                <a:ext cx="713" cy="386"/>
              </a:xfrm>
              <a:custGeom>
                <a:avLst/>
                <a:gdLst>
                  <a:gd name="T0" fmla="*/ 4463 w 285"/>
                  <a:gd name="T1" fmla="*/ 2566 h 145"/>
                  <a:gd name="T2" fmla="*/ 3555 w 285"/>
                  <a:gd name="T3" fmla="*/ 2657 h 145"/>
                  <a:gd name="T4" fmla="*/ 2021 w 285"/>
                  <a:gd name="T5" fmla="*/ 1757 h 145"/>
                  <a:gd name="T6" fmla="*/ 1959 w 285"/>
                  <a:gd name="T7" fmla="*/ 1701 h 145"/>
                  <a:gd name="T8" fmla="*/ 208 w 285"/>
                  <a:gd name="T9" fmla="*/ 205 h 145"/>
                  <a:gd name="T10" fmla="*/ 0 w 285"/>
                  <a:gd name="T11" fmla="*/ 0 h 1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5" h="145">
                    <a:moveTo>
                      <a:pt x="285" y="136"/>
                    </a:moveTo>
                    <a:cubicBezTo>
                      <a:pt x="267" y="136"/>
                      <a:pt x="259" y="145"/>
                      <a:pt x="227" y="141"/>
                    </a:cubicBezTo>
                    <a:cubicBezTo>
                      <a:pt x="202" y="136"/>
                      <a:pt x="167" y="124"/>
                      <a:pt x="129" y="93"/>
                    </a:cubicBezTo>
                    <a:cubicBezTo>
                      <a:pt x="128" y="92"/>
                      <a:pt x="126" y="91"/>
                      <a:pt x="125" y="90"/>
                    </a:cubicBezTo>
                    <a:cubicBezTo>
                      <a:pt x="82" y="54"/>
                      <a:pt x="35" y="23"/>
                      <a:pt x="13" y="11"/>
                    </a:cubicBezTo>
                    <a:cubicBezTo>
                      <a:pt x="5" y="6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63" name="Freeform 153">
                <a:extLst>
                  <a:ext uri="{FF2B5EF4-FFF2-40B4-BE49-F238E27FC236}">
                    <a16:creationId xmlns:a16="http://schemas.microsoft.com/office/drawing/2014/main" id="{5C8D540C-ED80-4871-887C-24DCCF491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880"/>
                <a:ext cx="753" cy="424"/>
              </a:xfrm>
              <a:custGeom>
                <a:avLst/>
                <a:gdLst>
                  <a:gd name="T0" fmla="*/ 4713 w 301"/>
                  <a:gd name="T1" fmla="*/ 3016 h 159"/>
                  <a:gd name="T2" fmla="*/ 3775 w 301"/>
                  <a:gd name="T3" fmla="*/ 2845 h 159"/>
                  <a:gd name="T4" fmla="*/ 2146 w 301"/>
                  <a:gd name="T5" fmla="*/ 1856 h 159"/>
                  <a:gd name="T6" fmla="*/ 2084 w 301"/>
                  <a:gd name="T7" fmla="*/ 1800 h 159"/>
                  <a:gd name="T8" fmla="*/ 220 w 301"/>
                  <a:gd name="T9" fmla="*/ 171 h 159"/>
                  <a:gd name="T10" fmla="*/ 0 w 301"/>
                  <a:gd name="T11" fmla="*/ 0 h 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1" h="159">
                    <a:moveTo>
                      <a:pt x="301" y="159"/>
                    </a:moveTo>
                    <a:cubicBezTo>
                      <a:pt x="283" y="159"/>
                      <a:pt x="251" y="153"/>
                      <a:pt x="241" y="150"/>
                    </a:cubicBezTo>
                    <a:cubicBezTo>
                      <a:pt x="216" y="142"/>
                      <a:pt x="180" y="127"/>
                      <a:pt x="137" y="98"/>
                    </a:cubicBezTo>
                    <a:cubicBezTo>
                      <a:pt x="136" y="97"/>
                      <a:pt x="134" y="96"/>
                      <a:pt x="133" y="95"/>
                    </a:cubicBezTo>
                    <a:cubicBezTo>
                      <a:pt x="84" y="59"/>
                      <a:pt x="34" y="21"/>
                      <a:pt x="14" y="9"/>
                    </a:cubicBezTo>
                    <a:cubicBezTo>
                      <a:pt x="2" y="3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64" name="Freeform 154">
                <a:extLst>
                  <a:ext uri="{FF2B5EF4-FFF2-40B4-BE49-F238E27FC236}">
                    <a16:creationId xmlns:a16="http://schemas.microsoft.com/office/drawing/2014/main" id="{CC9606B9-E1E3-4842-A899-2A8D2A76E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907"/>
                <a:ext cx="1263" cy="469"/>
              </a:xfrm>
              <a:custGeom>
                <a:avLst/>
                <a:gdLst>
                  <a:gd name="T0" fmla="*/ 0 w 505"/>
                  <a:gd name="T1" fmla="*/ 1327 h 176"/>
                  <a:gd name="T2" fmla="*/ 2346 w 505"/>
                  <a:gd name="T3" fmla="*/ 3182 h 176"/>
                  <a:gd name="T4" fmla="*/ 2959 w 505"/>
                  <a:gd name="T5" fmla="*/ 3331 h 176"/>
                  <a:gd name="T6" fmla="*/ 5117 w 505"/>
                  <a:gd name="T7" fmla="*/ 2364 h 176"/>
                  <a:gd name="T8" fmla="*/ 7901 w 505"/>
                  <a:gd name="T9" fmla="*/ 0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76">
                    <a:moveTo>
                      <a:pt x="0" y="70"/>
                    </a:moveTo>
                    <a:cubicBezTo>
                      <a:pt x="38" y="118"/>
                      <a:pt x="128" y="158"/>
                      <a:pt x="150" y="168"/>
                    </a:cubicBezTo>
                    <a:cubicBezTo>
                      <a:pt x="168" y="175"/>
                      <a:pt x="172" y="176"/>
                      <a:pt x="189" y="176"/>
                    </a:cubicBezTo>
                    <a:cubicBezTo>
                      <a:pt x="203" y="175"/>
                      <a:pt x="263" y="154"/>
                      <a:pt x="327" y="125"/>
                    </a:cubicBezTo>
                    <a:cubicBezTo>
                      <a:pt x="428" y="80"/>
                      <a:pt x="495" y="15"/>
                      <a:pt x="50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65" name="Freeform 155">
                <a:extLst>
                  <a:ext uri="{FF2B5EF4-FFF2-40B4-BE49-F238E27FC236}">
                    <a16:creationId xmlns:a16="http://schemas.microsoft.com/office/drawing/2014/main" id="{BEC4B72D-82DD-4DE9-9D9C-02D5C3045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995"/>
                <a:ext cx="785" cy="533"/>
              </a:xfrm>
              <a:custGeom>
                <a:avLst/>
                <a:gdLst>
                  <a:gd name="T0" fmla="*/ 4908 w 314"/>
                  <a:gd name="T1" fmla="*/ 3784 h 200"/>
                  <a:gd name="T2" fmla="*/ 4270 w 314"/>
                  <a:gd name="T3" fmla="*/ 3425 h 200"/>
                  <a:gd name="T4" fmla="*/ 3908 w 314"/>
                  <a:gd name="T5" fmla="*/ 3161 h 200"/>
                  <a:gd name="T6" fmla="*/ 1988 w 314"/>
                  <a:gd name="T7" fmla="*/ 1911 h 200"/>
                  <a:gd name="T8" fmla="*/ 0 w 314"/>
                  <a:gd name="T9" fmla="*/ 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4" h="200">
                    <a:moveTo>
                      <a:pt x="314" y="200"/>
                    </a:moveTo>
                    <a:cubicBezTo>
                      <a:pt x="297" y="200"/>
                      <a:pt x="296" y="198"/>
                      <a:pt x="273" y="181"/>
                    </a:cubicBezTo>
                    <a:cubicBezTo>
                      <a:pt x="267" y="177"/>
                      <a:pt x="259" y="173"/>
                      <a:pt x="250" y="167"/>
                    </a:cubicBezTo>
                    <a:cubicBezTo>
                      <a:pt x="222" y="150"/>
                      <a:pt x="183" y="127"/>
                      <a:pt x="127" y="101"/>
                    </a:cubicBezTo>
                    <a:cubicBezTo>
                      <a:pt x="84" y="82"/>
                      <a:pt x="23" y="4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66" name="Freeform 156">
                <a:extLst>
                  <a:ext uri="{FF2B5EF4-FFF2-40B4-BE49-F238E27FC236}">
                    <a16:creationId xmlns:a16="http://schemas.microsoft.com/office/drawing/2014/main" id="{7C9B2678-3AF1-45D7-A658-BBF9155EF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989"/>
                <a:ext cx="855" cy="616"/>
              </a:xfrm>
              <a:custGeom>
                <a:avLst/>
                <a:gdLst>
                  <a:gd name="T0" fmla="*/ 0 w 342"/>
                  <a:gd name="T1" fmla="*/ 0 h 231"/>
                  <a:gd name="T2" fmla="*/ 2208 w 342"/>
                  <a:gd name="T3" fmla="*/ 2197 h 231"/>
                  <a:gd name="T4" fmla="*/ 2313 w 342"/>
                  <a:gd name="T5" fmla="*/ 2253 h 231"/>
                  <a:gd name="T6" fmla="*/ 4313 w 342"/>
                  <a:gd name="T7" fmla="*/ 3605 h 231"/>
                  <a:gd name="T8" fmla="*/ 4675 w 342"/>
                  <a:gd name="T9" fmla="*/ 3925 h 231"/>
                  <a:gd name="T10" fmla="*/ 5345 w 342"/>
                  <a:gd name="T11" fmla="*/ 4381 h 2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2" h="231">
                    <a:moveTo>
                      <a:pt x="0" y="0"/>
                    </a:moveTo>
                    <a:cubicBezTo>
                      <a:pt x="0" y="14"/>
                      <a:pt x="67" y="83"/>
                      <a:pt x="141" y="116"/>
                    </a:cubicBezTo>
                    <a:cubicBezTo>
                      <a:pt x="143" y="117"/>
                      <a:pt x="146" y="118"/>
                      <a:pt x="148" y="119"/>
                    </a:cubicBezTo>
                    <a:cubicBezTo>
                      <a:pt x="207" y="143"/>
                      <a:pt x="248" y="169"/>
                      <a:pt x="276" y="190"/>
                    </a:cubicBezTo>
                    <a:cubicBezTo>
                      <a:pt x="285" y="196"/>
                      <a:pt x="293" y="202"/>
                      <a:pt x="299" y="207"/>
                    </a:cubicBezTo>
                    <a:cubicBezTo>
                      <a:pt x="324" y="228"/>
                      <a:pt x="325" y="231"/>
                      <a:pt x="342" y="23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67" name="Freeform 157">
                <a:extLst>
                  <a:ext uri="{FF2B5EF4-FFF2-40B4-BE49-F238E27FC236}">
                    <a16:creationId xmlns:a16="http://schemas.microsoft.com/office/drawing/2014/main" id="{03846F2A-ACB8-4148-A53C-684BD10A7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027"/>
                <a:ext cx="918" cy="653"/>
              </a:xfrm>
              <a:custGeom>
                <a:avLst/>
                <a:gdLst>
                  <a:gd name="T0" fmla="*/ 83 w 367"/>
                  <a:gd name="T1" fmla="*/ 0 h 245"/>
                  <a:gd name="T2" fmla="*/ 2471 w 367"/>
                  <a:gd name="T3" fmla="*/ 2239 h 245"/>
                  <a:gd name="T4" fmla="*/ 2584 w 367"/>
                  <a:gd name="T5" fmla="*/ 2274 h 245"/>
                  <a:gd name="T6" fmla="*/ 3680 w 367"/>
                  <a:gd name="T7" fmla="*/ 2799 h 245"/>
                  <a:gd name="T8" fmla="*/ 4693 w 367"/>
                  <a:gd name="T9" fmla="*/ 3707 h 245"/>
                  <a:gd name="T10" fmla="*/ 5055 w 367"/>
                  <a:gd name="T11" fmla="*/ 4091 h 245"/>
                  <a:gd name="T12" fmla="*/ 5743 w 367"/>
                  <a:gd name="T13" fmla="*/ 4638 h 2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7" h="245">
                    <a:moveTo>
                      <a:pt x="5" y="0"/>
                    </a:moveTo>
                    <a:cubicBezTo>
                      <a:pt x="0" y="20"/>
                      <a:pt x="78" y="86"/>
                      <a:pt x="158" y="118"/>
                    </a:cubicBezTo>
                    <a:cubicBezTo>
                      <a:pt x="161" y="119"/>
                      <a:pt x="163" y="119"/>
                      <a:pt x="165" y="120"/>
                    </a:cubicBezTo>
                    <a:cubicBezTo>
                      <a:pt x="190" y="130"/>
                      <a:pt x="216" y="137"/>
                      <a:pt x="235" y="148"/>
                    </a:cubicBezTo>
                    <a:cubicBezTo>
                      <a:pt x="263" y="163"/>
                      <a:pt x="282" y="182"/>
                      <a:pt x="300" y="196"/>
                    </a:cubicBezTo>
                    <a:cubicBezTo>
                      <a:pt x="309" y="203"/>
                      <a:pt x="317" y="210"/>
                      <a:pt x="323" y="216"/>
                    </a:cubicBezTo>
                    <a:cubicBezTo>
                      <a:pt x="350" y="242"/>
                      <a:pt x="350" y="245"/>
                      <a:pt x="367" y="24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68" name="Freeform 158">
                <a:extLst>
                  <a:ext uri="{FF2B5EF4-FFF2-40B4-BE49-F238E27FC236}">
                    <a16:creationId xmlns:a16="http://schemas.microsoft.com/office/drawing/2014/main" id="{FADBC3B3-95E5-4269-8D9F-EBDAD60C1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075"/>
                <a:ext cx="955" cy="682"/>
              </a:xfrm>
              <a:custGeom>
                <a:avLst/>
                <a:gdLst>
                  <a:gd name="T0" fmla="*/ 95 w 382"/>
                  <a:gd name="T1" fmla="*/ 0 h 256"/>
                  <a:gd name="T2" fmla="*/ 2783 w 382"/>
                  <a:gd name="T3" fmla="*/ 2115 h 256"/>
                  <a:gd name="T4" fmla="*/ 5270 w 382"/>
                  <a:gd name="T5" fmla="*/ 4193 h 256"/>
                  <a:gd name="T6" fmla="*/ 5970 w 382"/>
                  <a:gd name="T7" fmla="*/ 4841 h 2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2" h="256">
                    <a:moveTo>
                      <a:pt x="6" y="0"/>
                    </a:moveTo>
                    <a:cubicBezTo>
                      <a:pt x="0" y="19"/>
                      <a:pt x="88" y="82"/>
                      <a:pt x="178" y="112"/>
                    </a:cubicBezTo>
                    <a:cubicBezTo>
                      <a:pt x="268" y="142"/>
                      <a:pt x="309" y="192"/>
                      <a:pt x="337" y="222"/>
                    </a:cubicBezTo>
                    <a:cubicBezTo>
                      <a:pt x="365" y="251"/>
                      <a:pt x="365" y="256"/>
                      <a:pt x="382" y="25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69" name="Freeform 159">
                <a:extLst>
                  <a:ext uri="{FF2B5EF4-FFF2-40B4-BE49-F238E27FC236}">
                    <a16:creationId xmlns:a16="http://schemas.microsoft.com/office/drawing/2014/main" id="{062945A8-ACC3-451E-A981-84CCFACDD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101"/>
                <a:ext cx="1000" cy="707"/>
              </a:xfrm>
              <a:custGeom>
                <a:avLst/>
                <a:gdLst>
                  <a:gd name="T0" fmla="*/ 113 w 400"/>
                  <a:gd name="T1" fmla="*/ 0 h 265"/>
                  <a:gd name="T2" fmla="*/ 2770 w 400"/>
                  <a:gd name="T3" fmla="*/ 2449 h 265"/>
                  <a:gd name="T4" fmla="*/ 3550 w 400"/>
                  <a:gd name="T5" fmla="*/ 2812 h 265"/>
                  <a:gd name="T6" fmla="*/ 5458 w 400"/>
                  <a:gd name="T7" fmla="*/ 4293 h 265"/>
                  <a:gd name="T8" fmla="*/ 6250 w 400"/>
                  <a:gd name="T9" fmla="*/ 5032 h 2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0" h="265">
                    <a:moveTo>
                      <a:pt x="7" y="0"/>
                    </a:moveTo>
                    <a:cubicBezTo>
                      <a:pt x="0" y="22"/>
                      <a:pt x="85" y="98"/>
                      <a:pt x="177" y="129"/>
                    </a:cubicBezTo>
                    <a:cubicBezTo>
                      <a:pt x="195" y="135"/>
                      <a:pt x="211" y="142"/>
                      <a:pt x="227" y="148"/>
                    </a:cubicBezTo>
                    <a:cubicBezTo>
                      <a:pt x="288" y="175"/>
                      <a:pt x="325" y="204"/>
                      <a:pt x="349" y="226"/>
                    </a:cubicBezTo>
                    <a:cubicBezTo>
                      <a:pt x="377" y="252"/>
                      <a:pt x="382" y="265"/>
                      <a:pt x="400" y="26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70" name="Freeform 160">
                <a:extLst>
                  <a:ext uri="{FF2B5EF4-FFF2-40B4-BE49-F238E27FC236}">
                    <a16:creationId xmlns:a16="http://schemas.microsoft.com/office/drawing/2014/main" id="{0522E87A-5BFB-40BD-9D57-C2078A71A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1189"/>
                <a:ext cx="1052" cy="651"/>
              </a:xfrm>
              <a:custGeom>
                <a:avLst/>
                <a:gdLst>
                  <a:gd name="T0" fmla="*/ 42 w 421"/>
                  <a:gd name="T1" fmla="*/ 0 h 244"/>
                  <a:gd name="T2" fmla="*/ 1092 w 421"/>
                  <a:gd name="T3" fmla="*/ 1217 h 244"/>
                  <a:gd name="T4" fmla="*/ 2759 w 421"/>
                  <a:gd name="T5" fmla="*/ 2641 h 244"/>
                  <a:gd name="T6" fmla="*/ 3571 w 421"/>
                  <a:gd name="T7" fmla="*/ 3004 h 244"/>
                  <a:gd name="T8" fmla="*/ 5682 w 421"/>
                  <a:gd name="T9" fmla="*/ 4234 h 244"/>
                  <a:gd name="T10" fmla="*/ 6569 w 421"/>
                  <a:gd name="T11" fmla="*/ 4634 h 2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1" h="244">
                    <a:moveTo>
                      <a:pt x="3" y="0"/>
                    </a:moveTo>
                    <a:cubicBezTo>
                      <a:pt x="0" y="10"/>
                      <a:pt x="32" y="33"/>
                      <a:pt x="70" y="64"/>
                    </a:cubicBezTo>
                    <a:cubicBezTo>
                      <a:pt x="102" y="90"/>
                      <a:pt x="135" y="123"/>
                      <a:pt x="177" y="139"/>
                    </a:cubicBezTo>
                    <a:cubicBezTo>
                      <a:pt x="195" y="145"/>
                      <a:pt x="212" y="152"/>
                      <a:pt x="229" y="158"/>
                    </a:cubicBezTo>
                    <a:cubicBezTo>
                      <a:pt x="296" y="183"/>
                      <a:pt x="337" y="204"/>
                      <a:pt x="364" y="223"/>
                    </a:cubicBezTo>
                    <a:cubicBezTo>
                      <a:pt x="392" y="242"/>
                      <a:pt x="402" y="241"/>
                      <a:pt x="421" y="24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71" name="Freeform 161">
                <a:extLst>
                  <a:ext uri="{FF2B5EF4-FFF2-40B4-BE49-F238E27FC236}">
                    <a16:creationId xmlns:a16="http://schemas.microsoft.com/office/drawing/2014/main" id="{9269F981-B530-49E2-BC81-6158DC68F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1275"/>
                <a:ext cx="1240" cy="669"/>
              </a:xfrm>
              <a:custGeom>
                <a:avLst/>
                <a:gdLst>
                  <a:gd name="T0" fmla="*/ 0 w 496"/>
                  <a:gd name="T1" fmla="*/ 0 h 251"/>
                  <a:gd name="T2" fmla="*/ 2738 w 496"/>
                  <a:gd name="T3" fmla="*/ 2820 h 251"/>
                  <a:gd name="T4" fmla="*/ 3563 w 496"/>
                  <a:gd name="T5" fmla="*/ 3196 h 251"/>
                  <a:gd name="T6" fmla="*/ 5875 w 496"/>
                  <a:gd name="T7" fmla="*/ 4163 h 251"/>
                  <a:gd name="T8" fmla="*/ 6783 w 496"/>
                  <a:gd name="T9" fmla="*/ 4560 h 251"/>
                  <a:gd name="T10" fmla="*/ 7208 w 496"/>
                  <a:gd name="T11" fmla="*/ 4675 h 251"/>
                  <a:gd name="T12" fmla="*/ 7750 w 496"/>
                  <a:gd name="T13" fmla="*/ 4448 h 2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6" h="251">
                    <a:moveTo>
                      <a:pt x="0" y="0"/>
                    </a:moveTo>
                    <a:cubicBezTo>
                      <a:pt x="0" y="26"/>
                      <a:pt x="79" y="111"/>
                      <a:pt x="175" y="149"/>
                    </a:cubicBezTo>
                    <a:cubicBezTo>
                      <a:pt x="193" y="157"/>
                      <a:pt x="211" y="163"/>
                      <a:pt x="228" y="169"/>
                    </a:cubicBezTo>
                    <a:cubicBezTo>
                      <a:pt x="301" y="192"/>
                      <a:pt x="345" y="206"/>
                      <a:pt x="376" y="220"/>
                    </a:cubicBezTo>
                    <a:cubicBezTo>
                      <a:pt x="403" y="232"/>
                      <a:pt x="414" y="237"/>
                      <a:pt x="434" y="241"/>
                    </a:cubicBezTo>
                    <a:cubicBezTo>
                      <a:pt x="440" y="242"/>
                      <a:pt x="446" y="251"/>
                      <a:pt x="461" y="247"/>
                    </a:cubicBezTo>
                    <a:cubicBezTo>
                      <a:pt x="477" y="243"/>
                      <a:pt x="486" y="239"/>
                      <a:pt x="496" y="23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72" name="Freeform 162">
                <a:extLst>
                  <a:ext uri="{FF2B5EF4-FFF2-40B4-BE49-F238E27FC236}">
                    <a16:creationId xmlns:a16="http://schemas.microsoft.com/office/drawing/2014/main" id="{164229E2-F988-44B1-9BB3-3E48B3725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317"/>
                <a:ext cx="1163" cy="672"/>
              </a:xfrm>
              <a:custGeom>
                <a:avLst/>
                <a:gdLst>
                  <a:gd name="T0" fmla="*/ 0 w 465"/>
                  <a:gd name="T1" fmla="*/ 0 h 252"/>
                  <a:gd name="T2" fmla="*/ 770 w 465"/>
                  <a:gd name="T3" fmla="*/ 1195 h 252"/>
                  <a:gd name="T4" fmla="*/ 2721 w 465"/>
                  <a:gd name="T5" fmla="*/ 2936 h 252"/>
                  <a:gd name="T6" fmla="*/ 3567 w 465"/>
                  <a:gd name="T7" fmla="*/ 3299 h 252"/>
                  <a:gd name="T8" fmla="*/ 5963 w 465"/>
                  <a:gd name="T9" fmla="*/ 4152 h 252"/>
                  <a:gd name="T10" fmla="*/ 6368 w 465"/>
                  <a:gd name="T11" fmla="*/ 4301 h 252"/>
                  <a:gd name="T12" fmla="*/ 7006 w 465"/>
                  <a:gd name="T13" fmla="*/ 4664 h 252"/>
                  <a:gd name="T14" fmla="*/ 7276 w 465"/>
                  <a:gd name="T15" fmla="*/ 4779 h 2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5" h="252">
                    <a:moveTo>
                      <a:pt x="0" y="0"/>
                    </a:moveTo>
                    <a:cubicBezTo>
                      <a:pt x="0" y="12"/>
                      <a:pt x="21" y="34"/>
                      <a:pt x="49" y="63"/>
                    </a:cubicBezTo>
                    <a:cubicBezTo>
                      <a:pt x="80" y="95"/>
                      <a:pt x="122" y="134"/>
                      <a:pt x="174" y="155"/>
                    </a:cubicBezTo>
                    <a:cubicBezTo>
                      <a:pt x="191" y="162"/>
                      <a:pt x="209" y="169"/>
                      <a:pt x="228" y="174"/>
                    </a:cubicBezTo>
                    <a:cubicBezTo>
                      <a:pt x="303" y="196"/>
                      <a:pt x="348" y="207"/>
                      <a:pt x="381" y="219"/>
                    </a:cubicBezTo>
                    <a:cubicBezTo>
                      <a:pt x="391" y="222"/>
                      <a:pt x="399" y="225"/>
                      <a:pt x="407" y="227"/>
                    </a:cubicBezTo>
                    <a:cubicBezTo>
                      <a:pt x="419" y="232"/>
                      <a:pt x="435" y="237"/>
                      <a:pt x="448" y="246"/>
                    </a:cubicBezTo>
                    <a:cubicBezTo>
                      <a:pt x="456" y="252"/>
                      <a:pt x="462" y="252"/>
                      <a:pt x="465" y="25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73" name="Freeform 163">
                <a:extLst>
                  <a:ext uri="{FF2B5EF4-FFF2-40B4-BE49-F238E27FC236}">
                    <a16:creationId xmlns:a16="http://schemas.microsoft.com/office/drawing/2014/main" id="{77E78F37-E541-40EF-ACFF-58F02C70E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357"/>
                <a:ext cx="1035" cy="558"/>
              </a:xfrm>
              <a:custGeom>
                <a:avLst/>
                <a:gdLst>
                  <a:gd name="T0" fmla="*/ 0 w 414"/>
                  <a:gd name="T1" fmla="*/ 0 h 209"/>
                  <a:gd name="T2" fmla="*/ 688 w 414"/>
                  <a:gd name="T3" fmla="*/ 1354 h 209"/>
                  <a:gd name="T4" fmla="*/ 2770 w 414"/>
                  <a:gd name="T5" fmla="*/ 3065 h 209"/>
                  <a:gd name="T6" fmla="*/ 3625 w 414"/>
                  <a:gd name="T7" fmla="*/ 3428 h 209"/>
                  <a:gd name="T8" fmla="*/ 6470 w 414"/>
                  <a:gd name="T9" fmla="*/ 3978 h 2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4" h="209">
                    <a:moveTo>
                      <a:pt x="0" y="0"/>
                    </a:moveTo>
                    <a:cubicBezTo>
                      <a:pt x="0" y="12"/>
                      <a:pt x="19" y="43"/>
                      <a:pt x="44" y="71"/>
                    </a:cubicBezTo>
                    <a:cubicBezTo>
                      <a:pt x="75" y="104"/>
                      <a:pt x="123" y="138"/>
                      <a:pt x="177" y="161"/>
                    </a:cubicBezTo>
                    <a:cubicBezTo>
                      <a:pt x="195" y="169"/>
                      <a:pt x="213" y="175"/>
                      <a:pt x="232" y="180"/>
                    </a:cubicBezTo>
                    <a:cubicBezTo>
                      <a:pt x="310" y="202"/>
                      <a:pt x="379" y="200"/>
                      <a:pt x="414" y="20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74" name="Freeform 164">
                <a:extLst>
                  <a:ext uri="{FF2B5EF4-FFF2-40B4-BE49-F238E27FC236}">
                    <a16:creationId xmlns:a16="http://schemas.microsoft.com/office/drawing/2014/main" id="{874713B2-B0AD-485E-AC00-10F3E2B13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1387"/>
                <a:ext cx="1255" cy="666"/>
              </a:xfrm>
              <a:custGeom>
                <a:avLst/>
                <a:gdLst>
                  <a:gd name="T0" fmla="*/ 0 w 502"/>
                  <a:gd name="T1" fmla="*/ 0 h 250"/>
                  <a:gd name="T2" fmla="*/ 2863 w 502"/>
                  <a:gd name="T3" fmla="*/ 3250 h 250"/>
                  <a:gd name="T4" fmla="*/ 3738 w 502"/>
                  <a:gd name="T5" fmla="*/ 3612 h 250"/>
                  <a:gd name="T6" fmla="*/ 6333 w 502"/>
                  <a:gd name="T7" fmla="*/ 4193 h 250"/>
                  <a:gd name="T8" fmla="*/ 7395 w 502"/>
                  <a:gd name="T9" fmla="*/ 4478 h 250"/>
                  <a:gd name="T10" fmla="*/ 7845 w 502"/>
                  <a:gd name="T11" fmla="*/ 4726 h 2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2" h="250">
                    <a:moveTo>
                      <a:pt x="0" y="0"/>
                    </a:moveTo>
                    <a:cubicBezTo>
                      <a:pt x="2" y="24"/>
                      <a:pt x="83" y="128"/>
                      <a:pt x="183" y="172"/>
                    </a:cubicBezTo>
                    <a:cubicBezTo>
                      <a:pt x="201" y="179"/>
                      <a:pt x="219" y="186"/>
                      <a:pt x="239" y="191"/>
                    </a:cubicBezTo>
                    <a:cubicBezTo>
                      <a:pt x="320" y="211"/>
                      <a:pt x="368" y="216"/>
                      <a:pt x="405" y="222"/>
                    </a:cubicBezTo>
                    <a:cubicBezTo>
                      <a:pt x="431" y="226"/>
                      <a:pt x="452" y="227"/>
                      <a:pt x="473" y="237"/>
                    </a:cubicBezTo>
                    <a:cubicBezTo>
                      <a:pt x="485" y="244"/>
                      <a:pt x="487" y="250"/>
                      <a:pt x="502" y="25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75" name="Freeform 165">
                <a:extLst>
                  <a:ext uri="{FF2B5EF4-FFF2-40B4-BE49-F238E27FC236}">
                    <a16:creationId xmlns:a16="http://schemas.microsoft.com/office/drawing/2014/main" id="{3B5DC105-B827-4FD2-8278-E9B4A7F2B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1419"/>
                <a:ext cx="1232" cy="634"/>
              </a:xfrm>
              <a:custGeom>
                <a:avLst/>
                <a:gdLst>
                  <a:gd name="T0" fmla="*/ 0 w 493"/>
                  <a:gd name="T1" fmla="*/ 0 h 238"/>
                  <a:gd name="T2" fmla="*/ 3871 w 493"/>
                  <a:gd name="T3" fmla="*/ 3796 h 238"/>
                  <a:gd name="T4" fmla="*/ 6400 w 493"/>
                  <a:gd name="T5" fmla="*/ 4252 h 238"/>
                  <a:gd name="T6" fmla="*/ 7599 w 493"/>
                  <a:gd name="T7" fmla="*/ 4499 h 238"/>
                  <a:gd name="T8" fmla="*/ 7694 w 493"/>
                  <a:gd name="T9" fmla="*/ 4443 h 238"/>
                  <a:gd name="T10" fmla="*/ 6400 w 493"/>
                  <a:gd name="T11" fmla="*/ 4214 h 238"/>
                  <a:gd name="T12" fmla="*/ 3871 w 493"/>
                  <a:gd name="T13" fmla="*/ 3761 h 238"/>
                  <a:gd name="T14" fmla="*/ 12 w 493"/>
                  <a:gd name="T15" fmla="*/ 0 h 238"/>
                  <a:gd name="T16" fmla="*/ 0 w 493"/>
                  <a:gd name="T17" fmla="*/ 0 h 2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3" h="238">
                    <a:moveTo>
                      <a:pt x="0" y="0"/>
                    </a:moveTo>
                    <a:cubicBezTo>
                      <a:pt x="2" y="33"/>
                      <a:pt x="108" y="168"/>
                      <a:pt x="248" y="201"/>
                    </a:cubicBezTo>
                    <a:cubicBezTo>
                      <a:pt x="324" y="219"/>
                      <a:pt x="372" y="222"/>
                      <a:pt x="410" y="225"/>
                    </a:cubicBezTo>
                    <a:cubicBezTo>
                      <a:pt x="440" y="227"/>
                      <a:pt x="462" y="229"/>
                      <a:pt x="487" y="238"/>
                    </a:cubicBezTo>
                    <a:cubicBezTo>
                      <a:pt x="493" y="235"/>
                      <a:pt x="493" y="235"/>
                      <a:pt x="493" y="235"/>
                    </a:cubicBezTo>
                    <a:cubicBezTo>
                      <a:pt x="467" y="227"/>
                      <a:pt x="440" y="225"/>
                      <a:pt x="410" y="223"/>
                    </a:cubicBezTo>
                    <a:cubicBezTo>
                      <a:pt x="372" y="220"/>
                      <a:pt x="325" y="217"/>
                      <a:pt x="248" y="199"/>
                    </a:cubicBezTo>
                    <a:cubicBezTo>
                      <a:pt x="109" y="167"/>
                      <a:pt x="3" y="33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76" name="Freeform 166">
                <a:extLst>
                  <a:ext uri="{FF2B5EF4-FFF2-40B4-BE49-F238E27FC236}">
                    <a16:creationId xmlns:a16="http://schemas.microsoft.com/office/drawing/2014/main" id="{0A0AE816-4837-44BB-82D6-42EDC1C07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1437"/>
                <a:ext cx="550" cy="464"/>
              </a:xfrm>
              <a:custGeom>
                <a:avLst/>
                <a:gdLst>
                  <a:gd name="T0" fmla="*/ 0 w 220"/>
                  <a:gd name="T1" fmla="*/ 0 h 174"/>
                  <a:gd name="T2" fmla="*/ 3438 w 220"/>
                  <a:gd name="T3" fmla="*/ 3299 h 1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0" h="174">
                    <a:moveTo>
                      <a:pt x="0" y="0"/>
                    </a:moveTo>
                    <a:cubicBezTo>
                      <a:pt x="13" y="50"/>
                      <a:pt x="150" y="152"/>
                      <a:pt x="220" y="17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77" name="Freeform 167">
                <a:extLst>
                  <a:ext uri="{FF2B5EF4-FFF2-40B4-BE49-F238E27FC236}">
                    <a16:creationId xmlns:a16="http://schemas.microsoft.com/office/drawing/2014/main" id="{F19F73F4-0EF7-473C-BB96-10BA60E82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032"/>
                <a:ext cx="657" cy="139"/>
              </a:xfrm>
              <a:custGeom>
                <a:avLst/>
                <a:gdLst>
                  <a:gd name="T0" fmla="*/ 0 w 263"/>
                  <a:gd name="T1" fmla="*/ 650 h 52"/>
                  <a:gd name="T2" fmla="*/ 3370 w 263"/>
                  <a:gd name="T3" fmla="*/ 559 h 52"/>
                  <a:gd name="T4" fmla="*/ 4099 w 263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3" h="52">
                    <a:moveTo>
                      <a:pt x="0" y="34"/>
                    </a:moveTo>
                    <a:cubicBezTo>
                      <a:pt x="39" y="52"/>
                      <a:pt x="177" y="49"/>
                      <a:pt x="216" y="29"/>
                    </a:cubicBezTo>
                    <a:cubicBezTo>
                      <a:pt x="256" y="10"/>
                      <a:pt x="263" y="0"/>
                      <a:pt x="26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78" name="Freeform 168">
                <a:extLst>
                  <a:ext uri="{FF2B5EF4-FFF2-40B4-BE49-F238E27FC236}">
                    <a16:creationId xmlns:a16="http://schemas.microsoft.com/office/drawing/2014/main" id="{6D324339-B560-49B8-BDAD-7BE5241F1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088"/>
                <a:ext cx="438" cy="123"/>
              </a:xfrm>
              <a:custGeom>
                <a:avLst/>
                <a:gdLst>
                  <a:gd name="T0" fmla="*/ 0 w 175"/>
                  <a:gd name="T1" fmla="*/ 687 h 46"/>
                  <a:gd name="T2" fmla="*/ 2743 w 175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5" h="46">
                    <a:moveTo>
                      <a:pt x="0" y="36"/>
                    </a:moveTo>
                    <a:cubicBezTo>
                      <a:pt x="32" y="46"/>
                      <a:pt x="129" y="37"/>
                      <a:pt x="17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79" name="Freeform 169">
                <a:extLst>
                  <a:ext uri="{FF2B5EF4-FFF2-40B4-BE49-F238E27FC236}">
                    <a16:creationId xmlns:a16="http://schemas.microsoft.com/office/drawing/2014/main" id="{6C4573AB-4C93-4A13-BA6C-796A4C379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040"/>
                <a:ext cx="445" cy="195"/>
              </a:xfrm>
              <a:custGeom>
                <a:avLst/>
                <a:gdLst>
                  <a:gd name="T0" fmla="*/ 0 w 178"/>
                  <a:gd name="T1" fmla="*/ 1314 h 73"/>
                  <a:gd name="T2" fmla="*/ 1875 w 178"/>
                  <a:gd name="T3" fmla="*/ 705 h 73"/>
                  <a:gd name="T4" fmla="*/ 2783 w 178"/>
                  <a:gd name="T5" fmla="*/ 21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73">
                    <a:moveTo>
                      <a:pt x="0" y="69"/>
                    </a:moveTo>
                    <a:cubicBezTo>
                      <a:pt x="27" y="73"/>
                      <a:pt x="83" y="60"/>
                      <a:pt x="120" y="37"/>
                    </a:cubicBezTo>
                    <a:cubicBezTo>
                      <a:pt x="156" y="14"/>
                      <a:pt x="166" y="0"/>
                      <a:pt x="178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80" name="Freeform 170">
                <a:extLst>
                  <a:ext uri="{FF2B5EF4-FFF2-40B4-BE49-F238E27FC236}">
                    <a16:creationId xmlns:a16="http://schemas.microsoft.com/office/drawing/2014/main" id="{7FE8D6EE-AD3E-4C29-A5CE-6259C7FAD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088"/>
                <a:ext cx="190" cy="147"/>
              </a:xfrm>
              <a:custGeom>
                <a:avLst/>
                <a:gdLst>
                  <a:gd name="T0" fmla="*/ 0 w 76"/>
                  <a:gd name="T1" fmla="*/ 1050 h 55"/>
                  <a:gd name="T2" fmla="*/ 1188 w 76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55">
                    <a:moveTo>
                      <a:pt x="0" y="55"/>
                    </a:moveTo>
                    <a:cubicBezTo>
                      <a:pt x="22" y="51"/>
                      <a:pt x="59" y="27"/>
                      <a:pt x="7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81" name="Freeform 171">
                <a:extLst>
                  <a:ext uri="{FF2B5EF4-FFF2-40B4-BE49-F238E27FC236}">
                    <a16:creationId xmlns:a16="http://schemas.microsoft.com/office/drawing/2014/main" id="{838C8C8F-FD51-4162-B9CF-A38C20EAD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056"/>
                <a:ext cx="48" cy="109"/>
              </a:xfrm>
              <a:custGeom>
                <a:avLst/>
                <a:gdLst>
                  <a:gd name="T0" fmla="*/ 0 w 19"/>
                  <a:gd name="T1" fmla="*/ 771 h 41"/>
                  <a:gd name="T2" fmla="*/ 306 w 19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0" y="41"/>
                    </a:moveTo>
                    <a:cubicBezTo>
                      <a:pt x="15" y="28"/>
                      <a:pt x="16" y="12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82" name="Freeform 172">
                <a:extLst>
                  <a:ext uri="{FF2B5EF4-FFF2-40B4-BE49-F238E27FC236}">
                    <a16:creationId xmlns:a16="http://schemas.microsoft.com/office/drawing/2014/main" id="{D14E8C8D-AED2-4553-8AB0-847080A85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" y="1613"/>
                <a:ext cx="1070" cy="422"/>
              </a:xfrm>
              <a:custGeom>
                <a:avLst/>
                <a:gdLst>
                  <a:gd name="T0" fmla="*/ 0 w 428"/>
                  <a:gd name="T1" fmla="*/ 0 h 158"/>
                  <a:gd name="T2" fmla="*/ 3238 w 428"/>
                  <a:gd name="T3" fmla="*/ 2382 h 158"/>
                  <a:gd name="T4" fmla="*/ 6688 w 428"/>
                  <a:gd name="T5" fmla="*/ 2874 h 1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8" h="158">
                    <a:moveTo>
                      <a:pt x="0" y="0"/>
                    </a:moveTo>
                    <a:cubicBezTo>
                      <a:pt x="7" y="22"/>
                      <a:pt x="134" y="107"/>
                      <a:pt x="207" y="125"/>
                    </a:cubicBezTo>
                    <a:cubicBezTo>
                      <a:pt x="281" y="144"/>
                      <a:pt x="368" y="158"/>
                      <a:pt x="428" y="15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83" name="Freeform 173">
                <a:extLst>
                  <a:ext uri="{FF2B5EF4-FFF2-40B4-BE49-F238E27FC236}">
                    <a16:creationId xmlns:a16="http://schemas.microsoft.com/office/drawing/2014/main" id="{DF9CC5DC-FEF8-4771-8E7D-B609E544C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" y="1707"/>
                <a:ext cx="908" cy="322"/>
              </a:xfrm>
              <a:custGeom>
                <a:avLst/>
                <a:gdLst>
                  <a:gd name="T0" fmla="*/ 0 w 363"/>
                  <a:gd name="T1" fmla="*/ 0 h 121"/>
                  <a:gd name="T2" fmla="*/ 3397 w 363"/>
                  <a:gd name="T3" fmla="*/ 2017 h 121"/>
                  <a:gd name="T4" fmla="*/ 5681 w 363"/>
                  <a:gd name="T5" fmla="*/ 2225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3" h="121">
                    <a:moveTo>
                      <a:pt x="0" y="0"/>
                    </a:moveTo>
                    <a:cubicBezTo>
                      <a:pt x="14" y="17"/>
                      <a:pt x="107" y="88"/>
                      <a:pt x="217" y="107"/>
                    </a:cubicBezTo>
                    <a:cubicBezTo>
                      <a:pt x="296" y="121"/>
                      <a:pt x="353" y="121"/>
                      <a:pt x="363" y="11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84" name="Freeform 174">
                <a:extLst>
                  <a:ext uri="{FF2B5EF4-FFF2-40B4-BE49-F238E27FC236}">
                    <a16:creationId xmlns:a16="http://schemas.microsoft.com/office/drawing/2014/main" id="{2BF878CA-B2D8-40FA-A4DC-C9F8D530E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955"/>
                <a:ext cx="832" cy="120"/>
              </a:xfrm>
              <a:custGeom>
                <a:avLst/>
                <a:gdLst>
                  <a:gd name="T0" fmla="*/ 0 w 333"/>
                  <a:gd name="T1" fmla="*/ 0 h 45"/>
                  <a:gd name="T2" fmla="*/ 3433 w 333"/>
                  <a:gd name="T3" fmla="*/ 776 h 45"/>
                  <a:gd name="T4" fmla="*/ 5194 w 333"/>
                  <a:gd name="T5" fmla="*/ 45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45">
                    <a:moveTo>
                      <a:pt x="0" y="0"/>
                    </a:moveTo>
                    <a:cubicBezTo>
                      <a:pt x="30" y="16"/>
                      <a:pt x="128" y="45"/>
                      <a:pt x="220" y="41"/>
                    </a:cubicBezTo>
                    <a:cubicBezTo>
                      <a:pt x="312" y="36"/>
                      <a:pt x="333" y="24"/>
                      <a:pt x="333" y="2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85" name="Freeform 175">
                <a:extLst>
                  <a:ext uri="{FF2B5EF4-FFF2-40B4-BE49-F238E27FC236}">
                    <a16:creationId xmlns:a16="http://schemas.microsoft.com/office/drawing/2014/main" id="{9C522E3B-BF74-40B4-AFF8-FF37AF25D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040"/>
                <a:ext cx="493" cy="59"/>
              </a:xfrm>
              <a:custGeom>
                <a:avLst/>
                <a:gdLst>
                  <a:gd name="T0" fmla="*/ 0 w 197"/>
                  <a:gd name="T1" fmla="*/ 0 h 22"/>
                  <a:gd name="T2" fmla="*/ 3088 w 197"/>
                  <a:gd name="T3" fmla="*/ 13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7" h="22">
                    <a:moveTo>
                      <a:pt x="0" y="0"/>
                    </a:moveTo>
                    <a:cubicBezTo>
                      <a:pt x="15" y="4"/>
                      <a:pt x="115" y="22"/>
                      <a:pt x="197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86" name="Freeform 176">
                <a:extLst>
                  <a:ext uri="{FF2B5EF4-FFF2-40B4-BE49-F238E27FC236}">
                    <a16:creationId xmlns:a16="http://schemas.microsoft.com/office/drawing/2014/main" id="{D48F2B89-CBF4-468B-B66F-8E7F08198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2024"/>
                <a:ext cx="662" cy="136"/>
              </a:xfrm>
              <a:custGeom>
                <a:avLst/>
                <a:gdLst>
                  <a:gd name="T0" fmla="*/ 0 w 265"/>
                  <a:gd name="T1" fmla="*/ 533 h 51"/>
                  <a:gd name="T2" fmla="*/ 4132 w 265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5" h="51">
                    <a:moveTo>
                      <a:pt x="0" y="28"/>
                    </a:moveTo>
                    <a:cubicBezTo>
                      <a:pt x="19" y="34"/>
                      <a:pt x="184" y="51"/>
                      <a:pt x="26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87" name="Freeform 177">
                <a:extLst>
                  <a:ext uri="{FF2B5EF4-FFF2-40B4-BE49-F238E27FC236}">
                    <a16:creationId xmlns:a16="http://schemas.microsoft.com/office/drawing/2014/main" id="{2061E56E-8E9D-4F4F-91B5-D8E48CE83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1539"/>
                <a:ext cx="695" cy="416"/>
              </a:xfrm>
              <a:custGeom>
                <a:avLst/>
                <a:gdLst>
                  <a:gd name="T0" fmla="*/ 0 w 278"/>
                  <a:gd name="T1" fmla="*/ 0 h 156"/>
                  <a:gd name="T2" fmla="*/ 4345 w 278"/>
                  <a:gd name="T3" fmla="*/ 2957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8" h="156">
                    <a:moveTo>
                      <a:pt x="0" y="0"/>
                    </a:moveTo>
                    <a:cubicBezTo>
                      <a:pt x="11" y="18"/>
                      <a:pt x="139" y="131"/>
                      <a:pt x="278" y="15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88" name="Freeform 178">
                <a:extLst>
                  <a:ext uri="{FF2B5EF4-FFF2-40B4-BE49-F238E27FC236}">
                    <a16:creationId xmlns:a16="http://schemas.microsoft.com/office/drawing/2014/main" id="{1D22CF1A-0D89-4AC8-B151-61A3EAA3F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987"/>
                <a:ext cx="250" cy="130"/>
              </a:xfrm>
              <a:custGeom>
                <a:avLst/>
                <a:gdLst>
                  <a:gd name="T0" fmla="*/ 0 w 100"/>
                  <a:gd name="T1" fmla="*/ 0 h 49"/>
                  <a:gd name="T2" fmla="*/ 1563 w 100"/>
                  <a:gd name="T3" fmla="*/ 562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49">
                    <a:moveTo>
                      <a:pt x="0" y="0"/>
                    </a:moveTo>
                    <a:cubicBezTo>
                      <a:pt x="14" y="14"/>
                      <a:pt x="66" y="49"/>
                      <a:pt x="100" y="3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89" name="Freeform 179">
                <a:extLst>
                  <a:ext uri="{FF2B5EF4-FFF2-40B4-BE49-F238E27FC236}">
                    <a16:creationId xmlns:a16="http://schemas.microsoft.com/office/drawing/2014/main" id="{0D39139D-9194-4222-8CC6-F6975D9B1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907"/>
                <a:ext cx="463" cy="320"/>
              </a:xfrm>
              <a:custGeom>
                <a:avLst/>
                <a:gdLst>
                  <a:gd name="T0" fmla="*/ 0 w 185"/>
                  <a:gd name="T1" fmla="*/ 0 h 120"/>
                  <a:gd name="T2" fmla="*/ 2901 w 185"/>
                  <a:gd name="T3" fmla="*/ 2275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5" h="120">
                    <a:moveTo>
                      <a:pt x="0" y="0"/>
                    </a:moveTo>
                    <a:cubicBezTo>
                      <a:pt x="10" y="15"/>
                      <a:pt x="84" y="76"/>
                      <a:pt x="185" y="1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90" name="Freeform 180">
                <a:extLst>
                  <a:ext uri="{FF2B5EF4-FFF2-40B4-BE49-F238E27FC236}">
                    <a16:creationId xmlns:a16="http://schemas.microsoft.com/office/drawing/2014/main" id="{E4CBE82D-806D-43A2-AEC9-CF4E2BA75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949"/>
                <a:ext cx="820" cy="502"/>
              </a:xfrm>
              <a:custGeom>
                <a:avLst/>
                <a:gdLst>
                  <a:gd name="T0" fmla="*/ 0 w 328"/>
                  <a:gd name="T1" fmla="*/ 0 h 188"/>
                  <a:gd name="T2" fmla="*/ 2333 w 328"/>
                  <a:gd name="T3" fmla="*/ 1960 h 188"/>
                  <a:gd name="T4" fmla="*/ 4613 w 328"/>
                  <a:gd name="T5" fmla="*/ 3316 h 188"/>
                  <a:gd name="T6" fmla="*/ 5125 w 328"/>
                  <a:gd name="T7" fmla="*/ 3578 h 1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8" h="188">
                    <a:moveTo>
                      <a:pt x="0" y="0"/>
                    </a:moveTo>
                    <a:cubicBezTo>
                      <a:pt x="2" y="14"/>
                      <a:pt x="63" y="58"/>
                      <a:pt x="149" y="103"/>
                    </a:cubicBezTo>
                    <a:cubicBezTo>
                      <a:pt x="200" y="130"/>
                      <a:pt x="282" y="169"/>
                      <a:pt x="295" y="174"/>
                    </a:cubicBezTo>
                    <a:cubicBezTo>
                      <a:pt x="307" y="180"/>
                      <a:pt x="315" y="188"/>
                      <a:pt x="328" y="18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91" name="Freeform 181">
                <a:extLst>
                  <a:ext uri="{FF2B5EF4-FFF2-40B4-BE49-F238E27FC236}">
                    <a16:creationId xmlns:a16="http://schemas.microsoft.com/office/drawing/2014/main" id="{D1F0B5D6-BB33-498A-8765-B7F9255C6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1376"/>
                <a:ext cx="430" cy="437"/>
              </a:xfrm>
              <a:custGeom>
                <a:avLst/>
                <a:gdLst>
                  <a:gd name="T0" fmla="*/ 0 w 172"/>
                  <a:gd name="T1" fmla="*/ 0 h 164"/>
                  <a:gd name="T2" fmla="*/ 2688 w 172"/>
                  <a:gd name="T3" fmla="*/ 3102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2" h="164">
                    <a:moveTo>
                      <a:pt x="0" y="0"/>
                    </a:moveTo>
                    <a:cubicBezTo>
                      <a:pt x="1" y="22"/>
                      <a:pt x="56" y="116"/>
                      <a:pt x="172" y="16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92" name="Freeform 182">
                <a:extLst>
                  <a:ext uri="{FF2B5EF4-FFF2-40B4-BE49-F238E27FC236}">
                    <a16:creationId xmlns:a16="http://schemas.microsoft.com/office/drawing/2014/main" id="{7A678B97-7B14-45B6-B01A-01E6C3FC5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221"/>
                <a:ext cx="622" cy="419"/>
              </a:xfrm>
              <a:custGeom>
                <a:avLst/>
                <a:gdLst>
                  <a:gd name="T0" fmla="*/ 0 w 249"/>
                  <a:gd name="T1" fmla="*/ 0 h 157"/>
                  <a:gd name="T2" fmla="*/ 1386 w 249"/>
                  <a:gd name="T3" fmla="*/ 1881 h 157"/>
                  <a:gd name="T4" fmla="*/ 3882 w 249"/>
                  <a:gd name="T5" fmla="*/ 2984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9" h="157">
                    <a:moveTo>
                      <a:pt x="0" y="0"/>
                    </a:moveTo>
                    <a:cubicBezTo>
                      <a:pt x="4" y="25"/>
                      <a:pt x="48" y="71"/>
                      <a:pt x="89" y="99"/>
                    </a:cubicBezTo>
                    <a:cubicBezTo>
                      <a:pt x="130" y="126"/>
                      <a:pt x="187" y="138"/>
                      <a:pt x="249" y="15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93" name="Freeform 183">
                <a:extLst>
                  <a:ext uri="{FF2B5EF4-FFF2-40B4-BE49-F238E27FC236}">
                    <a16:creationId xmlns:a16="http://schemas.microsoft.com/office/drawing/2014/main" id="{97F16721-EB66-44BE-8EF1-05D48F233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165"/>
                <a:ext cx="753" cy="486"/>
              </a:xfrm>
              <a:custGeom>
                <a:avLst/>
                <a:gdLst>
                  <a:gd name="T0" fmla="*/ 0 w 301"/>
                  <a:gd name="T1" fmla="*/ 0 h 182"/>
                  <a:gd name="T2" fmla="*/ 1801 w 301"/>
                  <a:gd name="T3" fmla="*/ 1541 h 182"/>
                  <a:gd name="T4" fmla="*/ 4713 w 301"/>
                  <a:gd name="T5" fmla="*/ 3466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1" h="182">
                    <a:moveTo>
                      <a:pt x="0" y="0"/>
                    </a:moveTo>
                    <a:cubicBezTo>
                      <a:pt x="16" y="28"/>
                      <a:pt x="64" y="61"/>
                      <a:pt x="115" y="81"/>
                    </a:cubicBezTo>
                    <a:cubicBezTo>
                      <a:pt x="166" y="102"/>
                      <a:pt x="253" y="136"/>
                      <a:pt x="301" y="18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94" name="Freeform 184">
                <a:extLst>
                  <a:ext uri="{FF2B5EF4-FFF2-40B4-BE49-F238E27FC236}">
                    <a16:creationId xmlns:a16="http://schemas.microsoft.com/office/drawing/2014/main" id="{7F59C855-2585-411F-933D-1D551DB9E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339"/>
                <a:ext cx="487" cy="157"/>
              </a:xfrm>
              <a:custGeom>
                <a:avLst/>
                <a:gdLst>
                  <a:gd name="T0" fmla="*/ 0 w 195"/>
                  <a:gd name="T1" fmla="*/ 0 h 59"/>
                  <a:gd name="T2" fmla="*/ 1466 w 195"/>
                  <a:gd name="T3" fmla="*/ 1112 h 59"/>
                  <a:gd name="T4" fmla="*/ 3037 w 195"/>
                  <a:gd name="T5" fmla="*/ 282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5" h="59">
                    <a:moveTo>
                      <a:pt x="0" y="0"/>
                    </a:moveTo>
                    <a:cubicBezTo>
                      <a:pt x="19" y="12"/>
                      <a:pt x="61" y="59"/>
                      <a:pt x="94" y="59"/>
                    </a:cubicBezTo>
                    <a:cubicBezTo>
                      <a:pt x="115" y="58"/>
                      <a:pt x="167" y="22"/>
                      <a:pt x="195" y="1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95" name="Freeform 185">
                <a:extLst>
                  <a:ext uri="{FF2B5EF4-FFF2-40B4-BE49-F238E27FC236}">
                    <a16:creationId xmlns:a16="http://schemas.microsoft.com/office/drawing/2014/main" id="{2CB7031F-104C-42B3-BC67-6F07262FF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877"/>
                <a:ext cx="448" cy="150"/>
              </a:xfrm>
              <a:custGeom>
                <a:avLst/>
                <a:gdLst>
                  <a:gd name="T0" fmla="*/ 0 w 179"/>
                  <a:gd name="T1" fmla="*/ 0 h 56"/>
                  <a:gd name="T2" fmla="*/ 1597 w 179"/>
                  <a:gd name="T3" fmla="*/ 479 h 56"/>
                  <a:gd name="T4" fmla="*/ 2806 w 179"/>
                  <a:gd name="T5" fmla="*/ 1077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56">
                    <a:moveTo>
                      <a:pt x="0" y="0"/>
                    </a:moveTo>
                    <a:cubicBezTo>
                      <a:pt x="30" y="4"/>
                      <a:pt x="55" y="13"/>
                      <a:pt x="102" y="25"/>
                    </a:cubicBezTo>
                    <a:cubicBezTo>
                      <a:pt x="149" y="37"/>
                      <a:pt x="161" y="56"/>
                      <a:pt x="179" y="5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96" name="Freeform 186">
                <a:extLst>
                  <a:ext uri="{FF2B5EF4-FFF2-40B4-BE49-F238E27FC236}">
                    <a16:creationId xmlns:a16="http://schemas.microsoft.com/office/drawing/2014/main" id="{A32607B5-CB59-48E1-9C95-61D7F8379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851"/>
                <a:ext cx="345" cy="336"/>
              </a:xfrm>
              <a:custGeom>
                <a:avLst/>
                <a:gdLst>
                  <a:gd name="T0" fmla="*/ 0 w 138"/>
                  <a:gd name="T1" fmla="*/ 0 h 126"/>
                  <a:gd name="T2" fmla="*/ 220 w 138"/>
                  <a:gd name="T3" fmla="*/ 205 h 126"/>
                  <a:gd name="T4" fmla="*/ 438 w 138"/>
                  <a:gd name="T5" fmla="*/ 397 h 126"/>
                  <a:gd name="T6" fmla="*/ 645 w 138"/>
                  <a:gd name="T7" fmla="*/ 704 h 126"/>
                  <a:gd name="T8" fmla="*/ 863 w 138"/>
                  <a:gd name="T9" fmla="*/ 989 h 126"/>
                  <a:gd name="T10" fmla="*/ 1175 w 138"/>
                  <a:gd name="T11" fmla="*/ 1229 h 126"/>
                  <a:gd name="T12" fmla="*/ 1395 w 138"/>
                  <a:gd name="T13" fmla="*/ 1592 h 126"/>
                  <a:gd name="T14" fmla="*/ 1675 w 138"/>
                  <a:gd name="T15" fmla="*/ 1784 h 126"/>
                  <a:gd name="T16" fmla="*/ 1863 w 138"/>
                  <a:gd name="T17" fmla="*/ 2125 h 126"/>
                  <a:gd name="T18" fmla="*/ 2158 w 138"/>
                  <a:gd name="T19" fmla="*/ 2389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8" h="126">
                    <a:moveTo>
                      <a:pt x="0" y="0"/>
                    </a:moveTo>
                    <a:cubicBezTo>
                      <a:pt x="5" y="2"/>
                      <a:pt x="13" y="7"/>
                      <a:pt x="14" y="11"/>
                    </a:cubicBezTo>
                    <a:cubicBezTo>
                      <a:pt x="23" y="11"/>
                      <a:pt x="27" y="17"/>
                      <a:pt x="28" y="21"/>
                    </a:cubicBezTo>
                    <a:cubicBezTo>
                      <a:pt x="40" y="24"/>
                      <a:pt x="42" y="33"/>
                      <a:pt x="41" y="37"/>
                    </a:cubicBezTo>
                    <a:cubicBezTo>
                      <a:pt x="52" y="37"/>
                      <a:pt x="56" y="48"/>
                      <a:pt x="55" y="52"/>
                    </a:cubicBezTo>
                    <a:cubicBezTo>
                      <a:pt x="64" y="54"/>
                      <a:pt x="72" y="59"/>
                      <a:pt x="75" y="65"/>
                    </a:cubicBezTo>
                    <a:cubicBezTo>
                      <a:pt x="83" y="67"/>
                      <a:pt x="90" y="79"/>
                      <a:pt x="89" y="84"/>
                    </a:cubicBezTo>
                    <a:cubicBezTo>
                      <a:pt x="97" y="82"/>
                      <a:pt x="103" y="87"/>
                      <a:pt x="107" y="94"/>
                    </a:cubicBezTo>
                    <a:cubicBezTo>
                      <a:pt x="115" y="97"/>
                      <a:pt x="119" y="105"/>
                      <a:pt x="119" y="112"/>
                    </a:cubicBezTo>
                    <a:cubicBezTo>
                      <a:pt x="132" y="116"/>
                      <a:pt x="136" y="120"/>
                      <a:pt x="138" y="126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97" name="Freeform 187">
                <a:extLst>
                  <a:ext uri="{FF2B5EF4-FFF2-40B4-BE49-F238E27FC236}">
                    <a16:creationId xmlns:a16="http://schemas.microsoft.com/office/drawing/2014/main" id="{1BBDDBF6-F79C-486A-B239-A964EEF03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1187"/>
                <a:ext cx="320" cy="248"/>
              </a:xfrm>
              <a:custGeom>
                <a:avLst/>
                <a:gdLst>
                  <a:gd name="T0" fmla="*/ 0 w 128"/>
                  <a:gd name="T1" fmla="*/ 0 h 93"/>
                  <a:gd name="T2" fmla="*/ 208 w 128"/>
                  <a:gd name="T3" fmla="*/ 341 h 93"/>
                  <a:gd name="T4" fmla="*/ 438 w 128"/>
                  <a:gd name="T5" fmla="*/ 627 h 93"/>
                  <a:gd name="T6" fmla="*/ 613 w 128"/>
                  <a:gd name="T7" fmla="*/ 931 h 93"/>
                  <a:gd name="T8" fmla="*/ 895 w 128"/>
                  <a:gd name="T9" fmla="*/ 1229 h 93"/>
                  <a:gd name="T10" fmla="*/ 1208 w 128"/>
                  <a:gd name="T11" fmla="*/ 1400 h 93"/>
                  <a:gd name="T12" fmla="*/ 1533 w 128"/>
                  <a:gd name="T13" fmla="*/ 1629 h 93"/>
                  <a:gd name="T14" fmla="*/ 2000 w 128"/>
                  <a:gd name="T15" fmla="*/ 1763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" h="93">
                    <a:moveTo>
                      <a:pt x="0" y="0"/>
                    </a:moveTo>
                    <a:cubicBezTo>
                      <a:pt x="8" y="0"/>
                      <a:pt x="16" y="15"/>
                      <a:pt x="13" y="18"/>
                    </a:cubicBezTo>
                    <a:cubicBezTo>
                      <a:pt x="21" y="17"/>
                      <a:pt x="28" y="28"/>
                      <a:pt x="28" y="33"/>
                    </a:cubicBezTo>
                    <a:cubicBezTo>
                      <a:pt x="36" y="33"/>
                      <a:pt x="41" y="43"/>
                      <a:pt x="39" y="49"/>
                    </a:cubicBezTo>
                    <a:cubicBezTo>
                      <a:pt x="49" y="52"/>
                      <a:pt x="58" y="59"/>
                      <a:pt x="57" y="65"/>
                    </a:cubicBezTo>
                    <a:cubicBezTo>
                      <a:pt x="65" y="64"/>
                      <a:pt x="75" y="68"/>
                      <a:pt x="77" y="74"/>
                    </a:cubicBezTo>
                    <a:cubicBezTo>
                      <a:pt x="89" y="74"/>
                      <a:pt x="97" y="80"/>
                      <a:pt x="98" y="86"/>
                    </a:cubicBezTo>
                    <a:cubicBezTo>
                      <a:pt x="109" y="84"/>
                      <a:pt x="120" y="81"/>
                      <a:pt x="128" y="93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98" name="Freeform 188">
                <a:extLst>
                  <a:ext uri="{FF2B5EF4-FFF2-40B4-BE49-F238E27FC236}">
                    <a16:creationId xmlns:a16="http://schemas.microsoft.com/office/drawing/2014/main" id="{886A2309-2B03-4AEB-A81E-201B775D6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" y="813"/>
                <a:ext cx="2842" cy="1432"/>
              </a:xfrm>
              <a:custGeom>
                <a:avLst/>
                <a:gdLst>
                  <a:gd name="T0" fmla="*/ 11308 w 1137"/>
                  <a:gd name="T1" fmla="*/ 776 h 537"/>
                  <a:gd name="T2" fmla="*/ 8883 w 1137"/>
                  <a:gd name="T3" fmla="*/ 1501 h 537"/>
                  <a:gd name="T4" fmla="*/ 7841 w 1137"/>
                  <a:gd name="T5" fmla="*/ 1821 h 537"/>
                  <a:gd name="T6" fmla="*/ 5074 w 1137"/>
                  <a:gd name="T7" fmla="*/ 115 h 537"/>
                  <a:gd name="T8" fmla="*/ 4374 w 1137"/>
                  <a:gd name="T9" fmla="*/ 264 h 537"/>
                  <a:gd name="T10" fmla="*/ 3529 w 1137"/>
                  <a:gd name="T11" fmla="*/ 477 h 537"/>
                  <a:gd name="T12" fmla="*/ 2874 w 1137"/>
                  <a:gd name="T13" fmla="*/ 1003 h 537"/>
                  <a:gd name="T14" fmla="*/ 2417 w 1137"/>
                  <a:gd name="T15" fmla="*/ 1557 h 537"/>
                  <a:gd name="T16" fmla="*/ 1950 w 1137"/>
                  <a:gd name="T17" fmla="*/ 2219 h 537"/>
                  <a:gd name="T18" fmla="*/ 1262 w 1137"/>
                  <a:gd name="T19" fmla="*/ 3037 h 537"/>
                  <a:gd name="T20" fmla="*/ 562 w 1137"/>
                  <a:gd name="T21" fmla="*/ 3925 h 537"/>
                  <a:gd name="T22" fmla="*/ 262 w 1137"/>
                  <a:gd name="T23" fmla="*/ 5141 h 537"/>
                  <a:gd name="T24" fmla="*/ 667 w 1137"/>
                  <a:gd name="T25" fmla="*/ 6371 h 537"/>
                  <a:gd name="T26" fmla="*/ 2075 w 1137"/>
                  <a:gd name="T27" fmla="*/ 8099 h 537"/>
                  <a:gd name="T28" fmla="*/ 2887 w 1137"/>
                  <a:gd name="T29" fmla="*/ 8725 h 537"/>
                  <a:gd name="T30" fmla="*/ 3217 w 1137"/>
                  <a:gd name="T31" fmla="*/ 9011 h 537"/>
                  <a:gd name="T32" fmla="*/ 3687 w 1137"/>
                  <a:gd name="T33" fmla="*/ 9272 h 537"/>
                  <a:gd name="T34" fmla="*/ 4374 w 1137"/>
                  <a:gd name="T35" fmla="*/ 9635 h 537"/>
                  <a:gd name="T36" fmla="*/ 5137 w 1137"/>
                  <a:gd name="T37" fmla="*/ 9976 h 537"/>
                  <a:gd name="T38" fmla="*/ 6091 w 1137"/>
                  <a:gd name="T39" fmla="*/ 10184 h 537"/>
                  <a:gd name="T40" fmla="*/ 7559 w 1137"/>
                  <a:gd name="T41" fmla="*/ 9749 h 537"/>
                  <a:gd name="T42" fmla="*/ 8384 w 1137"/>
                  <a:gd name="T43" fmla="*/ 8781 h 537"/>
                  <a:gd name="T44" fmla="*/ 8883 w 1137"/>
                  <a:gd name="T45" fmla="*/ 9011 h 537"/>
                  <a:gd name="T46" fmla="*/ 10041 w 1137"/>
                  <a:gd name="T47" fmla="*/ 9579 h 537"/>
                  <a:gd name="T48" fmla="*/ 11166 w 1137"/>
                  <a:gd name="T49" fmla="*/ 10104 h 537"/>
                  <a:gd name="T50" fmla="*/ 12278 w 1137"/>
                  <a:gd name="T51" fmla="*/ 10048 h 537"/>
                  <a:gd name="T52" fmla="*/ 13008 w 1137"/>
                  <a:gd name="T53" fmla="*/ 9763 h 537"/>
                  <a:gd name="T54" fmla="*/ 13915 w 1137"/>
                  <a:gd name="T55" fmla="*/ 9293 h 537"/>
                  <a:gd name="T56" fmla="*/ 14225 w 1137"/>
                  <a:gd name="T57" fmla="*/ 9160 h 537"/>
                  <a:gd name="T58" fmla="*/ 14712 w 1137"/>
                  <a:gd name="T59" fmla="*/ 8819 h 537"/>
                  <a:gd name="T60" fmla="*/ 15275 w 1137"/>
                  <a:gd name="T61" fmla="*/ 8512 h 537"/>
                  <a:gd name="T62" fmla="*/ 15662 w 1137"/>
                  <a:gd name="T63" fmla="*/ 8077 h 537"/>
                  <a:gd name="T64" fmla="*/ 17069 w 1137"/>
                  <a:gd name="T65" fmla="*/ 6349 h 537"/>
                  <a:gd name="T66" fmla="*/ 17474 w 1137"/>
                  <a:gd name="T67" fmla="*/ 5141 h 537"/>
                  <a:gd name="T68" fmla="*/ 17182 w 1137"/>
                  <a:gd name="T69" fmla="*/ 3904 h 537"/>
                  <a:gd name="T70" fmla="*/ 16495 w 1137"/>
                  <a:gd name="T71" fmla="*/ 3016 h 537"/>
                  <a:gd name="T72" fmla="*/ 15787 w 1137"/>
                  <a:gd name="T73" fmla="*/ 2197 h 537"/>
                  <a:gd name="T74" fmla="*/ 15557 w 1137"/>
                  <a:gd name="T75" fmla="*/ 1843 h 537"/>
                  <a:gd name="T76" fmla="*/ 15132 w 1137"/>
                  <a:gd name="T77" fmla="*/ 1309 h 537"/>
                  <a:gd name="T78" fmla="*/ 14600 w 1137"/>
                  <a:gd name="T79" fmla="*/ 717 h 537"/>
                  <a:gd name="T80" fmla="*/ 13808 w 1137"/>
                  <a:gd name="T81" fmla="*/ 320 h 537"/>
                  <a:gd name="T82" fmla="*/ 13070 w 1137"/>
                  <a:gd name="T83" fmla="*/ 136 h 537"/>
                  <a:gd name="T84" fmla="*/ 12320 w 1137"/>
                  <a:gd name="T85" fmla="*/ 192 h 5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37" h="537">
                    <a:moveTo>
                      <a:pt x="789" y="10"/>
                    </a:moveTo>
                    <a:cubicBezTo>
                      <a:pt x="766" y="17"/>
                      <a:pt x="742" y="27"/>
                      <a:pt x="724" y="41"/>
                    </a:cubicBezTo>
                    <a:cubicBezTo>
                      <a:pt x="693" y="65"/>
                      <a:pt x="673" y="93"/>
                      <a:pt x="650" y="97"/>
                    </a:cubicBezTo>
                    <a:cubicBezTo>
                      <a:pt x="621" y="103"/>
                      <a:pt x="628" y="79"/>
                      <a:pt x="569" y="79"/>
                    </a:cubicBezTo>
                    <a:cubicBezTo>
                      <a:pt x="568" y="79"/>
                      <a:pt x="568" y="79"/>
                      <a:pt x="568" y="79"/>
                    </a:cubicBezTo>
                    <a:cubicBezTo>
                      <a:pt x="509" y="79"/>
                      <a:pt x="530" y="102"/>
                      <a:pt x="502" y="96"/>
                    </a:cubicBezTo>
                    <a:cubicBezTo>
                      <a:pt x="465" y="91"/>
                      <a:pt x="408" y="29"/>
                      <a:pt x="348" y="10"/>
                    </a:cubicBezTo>
                    <a:cubicBezTo>
                      <a:pt x="340" y="5"/>
                      <a:pt x="329" y="5"/>
                      <a:pt x="325" y="6"/>
                    </a:cubicBezTo>
                    <a:cubicBezTo>
                      <a:pt x="321" y="2"/>
                      <a:pt x="309" y="0"/>
                      <a:pt x="299" y="7"/>
                    </a:cubicBezTo>
                    <a:cubicBezTo>
                      <a:pt x="295" y="5"/>
                      <a:pt x="288" y="7"/>
                      <a:pt x="280" y="14"/>
                    </a:cubicBezTo>
                    <a:cubicBezTo>
                      <a:pt x="277" y="11"/>
                      <a:pt x="263" y="11"/>
                      <a:pt x="253" y="17"/>
                    </a:cubicBezTo>
                    <a:cubicBezTo>
                      <a:pt x="249" y="15"/>
                      <a:pt x="232" y="15"/>
                      <a:pt x="226" y="25"/>
                    </a:cubicBezTo>
                    <a:cubicBezTo>
                      <a:pt x="222" y="22"/>
                      <a:pt x="207" y="29"/>
                      <a:pt x="202" y="38"/>
                    </a:cubicBezTo>
                    <a:cubicBezTo>
                      <a:pt x="200" y="35"/>
                      <a:pt x="183" y="44"/>
                      <a:pt x="184" y="53"/>
                    </a:cubicBezTo>
                    <a:cubicBezTo>
                      <a:pt x="180" y="52"/>
                      <a:pt x="168" y="60"/>
                      <a:pt x="168" y="69"/>
                    </a:cubicBezTo>
                    <a:cubicBezTo>
                      <a:pt x="161" y="69"/>
                      <a:pt x="158" y="73"/>
                      <a:pt x="155" y="82"/>
                    </a:cubicBezTo>
                    <a:cubicBezTo>
                      <a:pt x="150" y="81"/>
                      <a:pt x="139" y="89"/>
                      <a:pt x="141" y="97"/>
                    </a:cubicBezTo>
                    <a:cubicBezTo>
                      <a:pt x="141" y="97"/>
                      <a:pt x="126" y="104"/>
                      <a:pt x="125" y="117"/>
                    </a:cubicBezTo>
                    <a:cubicBezTo>
                      <a:pt x="123" y="117"/>
                      <a:pt x="105" y="126"/>
                      <a:pt x="104" y="137"/>
                    </a:cubicBezTo>
                    <a:cubicBezTo>
                      <a:pt x="89" y="141"/>
                      <a:pt x="82" y="150"/>
                      <a:pt x="81" y="160"/>
                    </a:cubicBezTo>
                    <a:cubicBezTo>
                      <a:pt x="66" y="166"/>
                      <a:pt x="57" y="174"/>
                      <a:pt x="59" y="180"/>
                    </a:cubicBezTo>
                    <a:cubicBezTo>
                      <a:pt x="45" y="185"/>
                      <a:pt x="35" y="200"/>
                      <a:pt x="36" y="207"/>
                    </a:cubicBezTo>
                    <a:cubicBezTo>
                      <a:pt x="23" y="214"/>
                      <a:pt x="12" y="216"/>
                      <a:pt x="14" y="234"/>
                    </a:cubicBezTo>
                    <a:cubicBezTo>
                      <a:pt x="0" y="240"/>
                      <a:pt x="11" y="264"/>
                      <a:pt x="17" y="271"/>
                    </a:cubicBezTo>
                    <a:cubicBezTo>
                      <a:pt x="10" y="281"/>
                      <a:pt x="20" y="294"/>
                      <a:pt x="26" y="300"/>
                    </a:cubicBezTo>
                    <a:cubicBezTo>
                      <a:pt x="18" y="311"/>
                      <a:pt x="35" y="333"/>
                      <a:pt x="43" y="336"/>
                    </a:cubicBezTo>
                    <a:cubicBezTo>
                      <a:pt x="38" y="348"/>
                      <a:pt x="73" y="385"/>
                      <a:pt x="82" y="385"/>
                    </a:cubicBezTo>
                    <a:cubicBezTo>
                      <a:pt x="82" y="399"/>
                      <a:pt x="125" y="428"/>
                      <a:pt x="133" y="427"/>
                    </a:cubicBezTo>
                    <a:cubicBezTo>
                      <a:pt x="138" y="440"/>
                      <a:pt x="150" y="445"/>
                      <a:pt x="159" y="449"/>
                    </a:cubicBezTo>
                    <a:cubicBezTo>
                      <a:pt x="167" y="454"/>
                      <a:pt x="176" y="456"/>
                      <a:pt x="185" y="460"/>
                    </a:cubicBezTo>
                    <a:cubicBezTo>
                      <a:pt x="188" y="461"/>
                      <a:pt x="192" y="464"/>
                      <a:pt x="194" y="465"/>
                    </a:cubicBezTo>
                    <a:cubicBezTo>
                      <a:pt x="199" y="468"/>
                      <a:pt x="201" y="472"/>
                      <a:pt x="206" y="475"/>
                    </a:cubicBezTo>
                    <a:cubicBezTo>
                      <a:pt x="213" y="478"/>
                      <a:pt x="219" y="479"/>
                      <a:pt x="226" y="483"/>
                    </a:cubicBezTo>
                    <a:cubicBezTo>
                      <a:pt x="229" y="484"/>
                      <a:pt x="232" y="488"/>
                      <a:pt x="236" y="489"/>
                    </a:cubicBezTo>
                    <a:cubicBezTo>
                      <a:pt x="239" y="490"/>
                      <a:pt x="243" y="489"/>
                      <a:pt x="246" y="490"/>
                    </a:cubicBezTo>
                    <a:cubicBezTo>
                      <a:pt x="258" y="496"/>
                      <a:pt x="268" y="503"/>
                      <a:pt x="280" y="508"/>
                    </a:cubicBezTo>
                    <a:cubicBezTo>
                      <a:pt x="288" y="511"/>
                      <a:pt x="297" y="512"/>
                      <a:pt x="304" y="515"/>
                    </a:cubicBezTo>
                    <a:cubicBezTo>
                      <a:pt x="314" y="519"/>
                      <a:pt x="321" y="523"/>
                      <a:pt x="329" y="526"/>
                    </a:cubicBezTo>
                    <a:cubicBezTo>
                      <a:pt x="336" y="528"/>
                      <a:pt x="344" y="528"/>
                      <a:pt x="351" y="530"/>
                    </a:cubicBezTo>
                    <a:cubicBezTo>
                      <a:pt x="365" y="533"/>
                      <a:pt x="377" y="537"/>
                      <a:pt x="390" y="537"/>
                    </a:cubicBezTo>
                    <a:cubicBezTo>
                      <a:pt x="401" y="537"/>
                      <a:pt x="412" y="534"/>
                      <a:pt x="422" y="533"/>
                    </a:cubicBezTo>
                    <a:cubicBezTo>
                      <a:pt x="444" y="530"/>
                      <a:pt x="464" y="525"/>
                      <a:pt x="484" y="514"/>
                    </a:cubicBezTo>
                    <a:cubicBezTo>
                      <a:pt x="487" y="511"/>
                      <a:pt x="491" y="508"/>
                      <a:pt x="494" y="505"/>
                    </a:cubicBezTo>
                    <a:cubicBezTo>
                      <a:pt x="530" y="481"/>
                      <a:pt x="519" y="462"/>
                      <a:pt x="537" y="463"/>
                    </a:cubicBezTo>
                    <a:cubicBezTo>
                      <a:pt x="550" y="464"/>
                      <a:pt x="548" y="475"/>
                      <a:pt x="568" y="475"/>
                    </a:cubicBezTo>
                    <a:cubicBezTo>
                      <a:pt x="569" y="475"/>
                      <a:pt x="569" y="475"/>
                      <a:pt x="569" y="475"/>
                    </a:cubicBezTo>
                    <a:cubicBezTo>
                      <a:pt x="589" y="475"/>
                      <a:pt x="587" y="464"/>
                      <a:pt x="600" y="463"/>
                    </a:cubicBezTo>
                    <a:cubicBezTo>
                      <a:pt x="618" y="462"/>
                      <a:pt x="607" y="481"/>
                      <a:pt x="643" y="505"/>
                    </a:cubicBezTo>
                    <a:cubicBezTo>
                      <a:pt x="646" y="508"/>
                      <a:pt x="650" y="511"/>
                      <a:pt x="653" y="514"/>
                    </a:cubicBezTo>
                    <a:cubicBezTo>
                      <a:pt x="673" y="525"/>
                      <a:pt x="693" y="530"/>
                      <a:pt x="715" y="533"/>
                    </a:cubicBezTo>
                    <a:cubicBezTo>
                      <a:pt x="725" y="534"/>
                      <a:pt x="736" y="537"/>
                      <a:pt x="747" y="537"/>
                    </a:cubicBezTo>
                    <a:cubicBezTo>
                      <a:pt x="760" y="537"/>
                      <a:pt x="772" y="533"/>
                      <a:pt x="786" y="530"/>
                    </a:cubicBezTo>
                    <a:cubicBezTo>
                      <a:pt x="793" y="528"/>
                      <a:pt x="801" y="528"/>
                      <a:pt x="808" y="526"/>
                    </a:cubicBezTo>
                    <a:cubicBezTo>
                      <a:pt x="816" y="523"/>
                      <a:pt x="823" y="519"/>
                      <a:pt x="833" y="515"/>
                    </a:cubicBezTo>
                    <a:cubicBezTo>
                      <a:pt x="840" y="512"/>
                      <a:pt x="849" y="511"/>
                      <a:pt x="857" y="508"/>
                    </a:cubicBezTo>
                    <a:cubicBezTo>
                      <a:pt x="868" y="503"/>
                      <a:pt x="879" y="496"/>
                      <a:pt x="891" y="490"/>
                    </a:cubicBezTo>
                    <a:cubicBezTo>
                      <a:pt x="894" y="489"/>
                      <a:pt x="898" y="490"/>
                      <a:pt x="901" y="489"/>
                    </a:cubicBezTo>
                    <a:cubicBezTo>
                      <a:pt x="905" y="488"/>
                      <a:pt x="908" y="484"/>
                      <a:pt x="911" y="483"/>
                    </a:cubicBezTo>
                    <a:cubicBezTo>
                      <a:pt x="918" y="479"/>
                      <a:pt x="924" y="478"/>
                      <a:pt x="931" y="475"/>
                    </a:cubicBezTo>
                    <a:cubicBezTo>
                      <a:pt x="935" y="472"/>
                      <a:pt x="938" y="468"/>
                      <a:pt x="942" y="465"/>
                    </a:cubicBezTo>
                    <a:cubicBezTo>
                      <a:pt x="945" y="464"/>
                      <a:pt x="949" y="461"/>
                      <a:pt x="952" y="460"/>
                    </a:cubicBezTo>
                    <a:cubicBezTo>
                      <a:pt x="961" y="456"/>
                      <a:pt x="970" y="454"/>
                      <a:pt x="978" y="449"/>
                    </a:cubicBezTo>
                    <a:cubicBezTo>
                      <a:pt x="978" y="448"/>
                      <a:pt x="978" y="448"/>
                      <a:pt x="978" y="448"/>
                    </a:cubicBezTo>
                    <a:cubicBezTo>
                      <a:pt x="986" y="445"/>
                      <a:pt x="999" y="439"/>
                      <a:pt x="1003" y="426"/>
                    </a:cubicBezTo>
                    <a:cubicBezTo>
                      <a:pt x="1011" y="427"/>
                      <a:pt x="1055" y="399"/>
                      <a:pt x="1055" y="385"/>
                    </a:cubicBezTo>
                    <a:cubicBezTo>
                      <a:pt x="1064" y="385"/>
                      <a:pt x="1098" y="348"/>
                      <a:pt x="1093" y="335"/>
                    </a:cubicBezTo>
                    <a:cubicBezTo>
                      <a:pt x="1101" y="332"/>
                      <a:pt x="1118" y="311"/>
                      <a:pt x="1110" y="299"/>
                    </a:cubicBezTo>
                    <a:cubicBezTo>
                      <a:pt x="1117" y="294"/>
                      <a:pt x="1126" y="281"/>
                      <a:pt x="1119" y="271"/>
                    </a:cubicBezTo>
                    <a:cubicBezTo>
                      <a:pt x="1125" y="263"/>
                      <a:pt x="1137" y="240"/>
                      <a:pt x="1122" y="233"/>
                    </a:cubicBezTo>
                    <a:cubicBezTo>
                      <a:pt x="1125" y="216"/>
                      <a:pt x="1114" y="214"/>
                      <a:pt x="1100" y="206"/>
                    </a:cubicBezTo>
                    <a:cubicBezTo>
                      <a:pt x="1101" y="199"/>
                      <a:pt x="1091" y="184"/>
                      <a:pt x="1077" y="179"/>
                    </a:cubicBezTo>
                    <a:cubicBezTo>
                      <a:pt x="1080" y="173"/>
                      <a:pt x="1070" y="165"/>
                      <a:pt x="1056" y="159"/>
                    </a:cubicBezTo>
                    <a:cubicBezTo>
                      <a:pt x="1055" y="150"/>
                      <a:pt x="1048" y="140"/>
                      <a:pt x="1032" y="136"/>
                    </a:cubicBezTo>
                    <a:cubicBezTo>
                      <a:pt x="1031" y="125"/>
                      <a:pt x="1014" y="116"/>
                      <a:pt x="1011" y="116"/>
                    </a:cubicBezTo>
                    <a:cubicBezTo>
                      <a:pt x="1012" y="117"/>
                      <a:pt x="1012" y="117"/>
                      <a:pt x="1012" y="117"/>
                    </a:cubicBezTo>
                    <a:cubicBezTo>
                      <a:pt x="1011" y="104"/>
                      <a:pt x="996" y="97"/>
                      <a:pt x="996" y="97"/>
                    </a:cubicBezTo>
                    <a:cubicBezTo>
                      <a:pt x="997" y="89"/>
                      <a:pt x="987" y="81"/>
                      <a:pt x="982" y="82"/>
                    </a:cubicBezTo>
                    <a:cubicBezTo>
                      <a:pt x="979" y="73"/>
                      <a:pt x="975" y="69"/>
                      <a:pt x="969" y="69"/>
                    </a:cubicBezTo>
                    <a:cubicBezTo>
                      <a:pt x="969" y="60"/>
                      <a:pt x="957" y="52"/>
                      <a:pt x="953" y="53"/>
                    </a:cubicBezTo>
                    <a:cubicBezTo>
                      <a:pt x="954" y="44"/>
                      <a:pt x="937" y="35"/>
                      <a:pt x="935" y="38"/>
                    </a:cubicBezTo>
                    <a:cubicBezTo>
                      <a:pt x="930" y="29"/>
                      <a:pt x="915" y="22"/>
                      <a:pt x="911" y="25"/>
                    </a:cubicBezTo>
                    <a:cubicBezTo>
                      <a:pt x="905" y="15"/>
                      <a:pt x="888" y="15"/>
                      <a:pt x="884" y="17"/>
                    </a:cubicBezTo>
                    <a:cubicBezTo>
                      <a:pt x="874" y="11"/>
                      <a:pt x="860" y="11"/>
                      <a:pt x="856" y="14"/>
                    </a:cubicBezTo>
                    <a:cubicBezTo>
                      <a:pt x="849" y="7"/>
                      <a:pt x="842" y="5"/>
                      <a:pt x="837" y="7"/>
                    </a:cubicBezTo>
                    <a:cubicBezTo>
                      <a:pt x="828" y="0"/>
                      <a:pt x="816" y="2"/>
                      <a:pt x="812" y="6"/>
                    </a:cubicBezTo>
                    <a:cubicBezTo>
                      <a:pt x="808" y="5"/>
                      <a:pt x="797" y="5"/>
                      <a:pt x="789" y="1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99" name="Freeform 189">
                <a:extLst>
                  <a:ext uri="{FF2B5EF4-FFF2-40B4-BE49-F238E27FC236}">
                    <a16:creationId xmlns:a16="http://schemas.microsoft.com/office/drawing/2014/main" id="{290645A5-4BE5-4766-A080-9078203DE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067"/>
                <a:ext cx="83" cy="34"/>
              </a:xfrm>
              <a:custGeom>
                <a:avLst/>
                <a:gdLst>
                  <a:gd name="T0" fmla="*/ 526 w 33"/>
                  <a:gd name="T1" fmla="*/ 34 h 13"/>
                  <a:gd name="T2" fmla="*/ 0 w 33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3">
                    <a:moveTo>
                      <a:pt x="33" y="2"/>
                    </a:moveTo>
                    <a:cubicBezTo>
                      <a:pt x="20" y="0"/>
                      <a:pt x="9" y="3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00" name="Freeform 190">
                <a:extLst>
                  <a:ext uri="{FF2B5EF4-FFF2-40B4-BE49-F238E27FC236}">
                    <a16:creationId xmlns:a16="http://schemas.microsoft.com/office/drawing/2014/main" id="{77E7A278-13F9-43F3-AB59-8660BAC6D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029"/>
                <a:ext cx="85" cy="40"/>
              </a:xfrm>
              <a:custGeom>
                <a:avLst/>
                <a:gdLst>
                  <a:gd name="T0" fmla="*/ 533 w 34"/>
                  <a:gd name="T1" fmla="*/ 0 h 15"/>
                  <a:gd name="T2" fmla="*/ 188 w 34"/>
                  <a:gd name="T3" fmla="*/ 115 h 15"/>
                  <a:gd name="T4" fmla="*/ 0 w 34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5">
                    <a:moveTo>
                      <a:pt x="34" y="0"/>
                    </a:moveTo>
                    <a:cubicBezTo>
                      <a:pt x="26" y="1"/>
                      <a:pt x="20" y="1"/>
                      <a:pt x="12" y="6"/>
                    </a:cubicBezTo>
                    <a:cubicBezTo>
                      <a:pt x="8" y="8"/>
                      <a:pt x="2" y="12"/>
                      <a:pt x="0" y="1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01" name="Freeform 191">
                <a:extLst>
                  <a:ext uri="{FF2B5EF4-FFF2-40B4-BE49-F238E27FC236}">
                    <a16:creationId xmlns:a16="http://schemas.microsoft.com/office/drawing/2014/main" id="{F8A4D036-2F44-4B52-8511-20C797EF5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992"/>
                <a:ext cx="75" cy="45"/>
              </a:xfrm>
              <a:custGeom>
                <a:avLst/>
                <a:gdLst>
                  <a:gd name="T0" fmla="*/ 470 w 30"/>
                  <a:gd name="T1" fmla="*/ 34 h 17"/>
                  <a:gd name="T2" fmla="*/ 0 w 30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7">
                    <a:moveTo>
                      <a:pt x="30" y="2"/>
                    </a:moveTo>
                    <a:cubicBezTo>
                      <a:pt x="20" y="0"/>
                      <a:pt x="7" y="10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02" name="Freeform 192">
                <a:extLst>
                  <a:ext uri="{FF2B5EF4-FFF2-40B4-BE49-F238E27FC236}">
                    <a16:creationId xmlns:a16="http://schemas.microsoft.com/office/drawing/2014/main" id="{C3CECF8A-29D0-442C-BAF8-B08E82F60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955"/>
                <a:ext cx="80" cy="42"/>
              </a:xfrm>
              <a:custGeom>
                <a:avLst/>
                <a:gdLst>
                  <a:gd name="T0" fmla="*/ 500 w 32"/>
                  <a:gd name="T1" fmla="*/ 0 h 16"/>
                  <a:gd name="T2" fmla="*/ 0 w 32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6">
                    <a:moveTo>
                      <a:pt x="32" y="0"/>
                    </a:moveTo>
                    <a:cubicBezTo>
                      <a:pt x="20" y="4"/>
                      <a:pt x="7" y="5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03" name="Freeform 193">
                <a:extLst>
                  <a:ext uri="{FF2B5EF4-FFF2-40B4-BE49-F238E27FC236}">
                    <a16:creationId xmlns:a16="http://schemas.microsoft.com/office/drawing/2014/main" id="{64168341-AFF6-488D-ACA9-393038540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915"/>
                <a:ext cx="73" cy="42"/>
              </a:xfrm>
              <a:custGeom>
                <a:avLst/>
                <a:gdLst>
                  <a:gd name="T0" fmla="*/ 463 w 29"/>
                  <a:gd name="T1" fmla="*/ 0 h 16"/>
                  <a:gd name="T2" fmla="*/ 0 w 29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29" y="0"/>
                    </a:moveTo>
                    <a:cubicBezTo>
                      <a:pt x="17" y="3"/>
                      <a:pt x="8" y="8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04" name="Freeform 194">
                <a:extLst>
                  <a:ext uri="{FF2B5EF4-FFF2-40B4-BE49-F238E27FC236}">
                    <a16:creationId xmlns:a16="http://schemas.microsoft.com/office/drawing/2014/main" id="{6AFFD7C2-F6FE-42BC-B8F1-9116D8114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880"/>
                <a:ext cx="42" cy="40"/>
              </a:xfrm>
              <a:custGeom>
                <a:avLst/>
                <a:gdLst>
                  <a:gd name="T0" fmla="*/ 257 w 17"/>
                  <a:gd name="T1" fmla="*/ 0 h 15"/>
                  <a:gd name="T2" fmla="*/ 0 w 17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17" y="0"/>
                    </a:moveTo>
                    <a:cubicBezTo>
                      <a:pt x="10" y="4"/>
                      <a:pt x="4" y="9"/>
                      <a:pt x="0" y="1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05" name="Freeform 195">
                <a:extLst>
                  <a:ext uri="{FF2B5EF4-FFF2-40B4-BE49-F238E27FC236}">
                    <a16:creationId xmlns:a16="http://schemas.microsoft.com/office/drawing/2014/main" id="{DF7AD647-716D-47B5-95B2-3E853DF0C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115"/>
                <a:ext cx="93" cy="16"/>
              </a:xfrm>
              <a:custGeom>
                <a:avLst/>
                <a:gdLst>
                  <a:gd name="T0" fmla="*/ 588 w 37"/>
                  <a:gd name="T1" fmla="*/ 77 h 6"/>
                  <a:gd name="T2" fmla="*/ 0 w 3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">
                    <a:moveTo>
                      <a:pt x="37" y="4"/>
                    </a:moveTo>
                    <a:cubicBezTo>
                      <a:pt x="24" y="3"/>
                      <a:pt x="11" y="0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06" name="Freeform 196">
                <a:extLst>
                  <a:ext uri="{FF2B5EF4-FFF2-40B4-BE49-F238E27FC236}">
                    <a16:creationId xmlns:a16="http://schemas.microsoft.com/office/drawing/2014/main" id="{15AB9A6C-1874-4888-9F2C-B704F2039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163"/>
                <a:ext cx="108" cy="13"/>
              </a:xfrm>
              <a:custGeom>
                <a:avLst/>
                <a:gdLst>
                  <a:gd name="T0" fmla="*/ 681 w 43"/>
                  <a:gd name="T1" fmla="*/ 88 h 5"/>
                  <a:gd name="T2" fmla="*/ 0 w 43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">
                    <a:moveTo>
                      <a:pt x="43" y="5"/>
                    </a:moveTo>
                    <a:cubicBezTo>
                      <a:pt x="29" y="0"/>
                      <a:pt x="14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07" name="Freeform 197">
                <a:extLst>
                  <a:ext uri="{FF2B5EF4-FFF2-40B4-BE49-F238E27FC236}">
                    <a16:creationId xmlns:a16="http://schemas.microsoft.com/office/drawing/2014/main" id="{3E917A23-74C5-42DA-88ED-B0C016946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213"/>
                <a:ext cx="122" cy="24"/>
              </a:xfrm>
              <a:custGeom>
                <a:avLst/>
                <a:gdLst>
                  <a:gd name="T0" fmla="*/ 757 w 49"/>
                  <a:gd name="T1" fmla="*/ 171 h 9"/>
                  <a:gd name="T2" fmla="*/ 0 w 49"/>
                  <a:gd name="T3" fmla="*/ 35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9">
                    <a:moveTo>
                      <a:pt x="49" y="9"/>
                    </a:moveTo>
                    <a:cubicBezTo>
                      <a:pt x="39" y="2"/>
                      <a:pt x="12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08" name="Freeform 198">
                <a:extLst>
                  <a:ext uri="{FF2B5EF4-FFF2-40B4-BE49-F238E27FC236}">
                    <a16:creationId xmlns:a16="http://schemas.microsoft.com/office/drawing/2014/main" id="{548AA9BC-E8CD-4614-8F9C-DC801FB64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256"/>
                <a:ext cx="147" cy="37"/>
              </a:xfrm>
              <a:custGeom>
                <a:avLst/>
                <a:gdLst>
                  <a:gd name="T0" fmla="*/ 912 w 59"/>
                  <a:gd name="T1" fmla="*/ 259 h 14"/>
                  <a:gd name="T2" fmla="*/ 0 w 5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14">
                    <a:moveTo>
                      <a:pt x="59" y="14"/>
                    </a:moveTo>
                    <a:cubicBezTo>
                      <a:pt x="54" y="5"/>
                      <a:pt x="1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09" name="Freeform 199">
                <a:extLst>
                  <a:ext uri="{FF2B5EF4-FFF2-40B4-BE49-F238E27FC236}">
                    <a16:creationId xmlns:a16="http://schemas.microsoft.com/office/drawing/2014/main" id="{0C1730BE-C7A9-4394-997F-02BC06B3F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304"/>
                <a:ext cx="153" cy="61"/>
              </a:xfrm>
              <a:custGeom>
                <a:avLst/>
                <a:gdLst>
                  <a:gd name="T0" fmla="*/ 963 w 61"/>
                  <a:gd name="T1" fmla="*/ 430 h 23"/>
                  <a:gd name="T2" fmla="*/ 0 w 61"/>
                  <a:gd name="T3" fmla="*/ 19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23">
                    <a:moveTo>
                      <a:pt x="61" y="23"/>
                    </a:moveTo>
                    <a:cubicBezTo>
                      <a:pt x="57" y="19"/>
                      <a:pt x="11" y="0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10" name="Freeform 200">
                <a:extLst>
                  <a:ext uri="{FF2B5EF4-FFF2-40B4-BE49-F238E27FC236}">
                    <a16:creationId xmlns:a16="http://schemas.microsoft.com/office/drawing/2014/main" id="{EAD80567-795F-415A-8818-41F0A8D3B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859"/>
                <a:ext cx="22" cy="21"/>
              </a:xfrm>
              <a:custGeom>
                <a:avLst/>
                <a:gdLst>
                  <a:gd name="T0" fmla="*/ 132 w 9"/>
                  <a:gd name="T1" fmla="*/ 0 h 8"/>
                  <a:gd name="T2" fmla="*/ 0 w 9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cubicBezTo>
                      <a:pt x="5" y="2"/>
                      <a:pt x="1" y="5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11" name="Freeform 201">
                <a:extLst>
                  <a:ext uri="{FF2B5EF4-FFF2-40B4-BE49-F238E27FC236}">
                    <a16:creationId xmlns:a16="http://schemas.microsoft.com/office/drawing/2014/main" id="{D1795AB3-EB42-426F-B80F-797802E60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829"/>
                <a:ext cx="608" cy="280"/>
              </a:xfrm>
              <a:custGeom>
                <a:avLst/>
                <a:gdLst>
                  <a:gd name="T0" fmla="*/ 3806 w 243"/>
                  <a:gd name="T1" fmla="*/ 0 h 105"/>
                  <a:gd name="T2" fmla="*/ 2397 w 243"/>
                  <a:gd name="T3" fmla="*/ 1272 h 105"/>
                  <a:gd name="T4" fmla="*/ 863 w 243"/>
                  <a:gd name="T5" fmla="*/ 1971 h 105"/>
                  <a:gd name="T6" fmla="*/ 0 w 243"/>
                  <a:gd name="T7" fmla="*/ 1707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3" h="105">
                    <a:moveTo>
                      <a:pt x="243" y="0"/>
                    </a:moveTo>
                    <a:cubicBezTo>
                      <a:pt x="216" y="12"/>
                      <a:pt x="183" y="31"/>
                      <a:pt x="153" y="67"/>
                    </a:cubicBezTo>
                    <a:cubicBezTo>
                      <a:pt x="133" y="91"/>
                      <a:pt x="91" y="105"/>
                      <a:pt x="55" y="104"/>
                    </a:cubicBezTo>
                    <a:cubicBezTo>
                      <a:pt x="36" y="103"/>
                      <a:pt x="13" y="89"/>
                      <a:pt x="0" y="9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12" name="Freeform 202">
                <a:extLst>
                  <a:ext uri="{FF2B5EF4-FFF2-40B4-BE49-F238E27FC236}">
                    <a16:creationId xmlns:a16="http://schemas.microsoft.com/office/drawing/2014/main" id="{2B4ED79D-A89C-463C-B7F7-B7378D1DD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832"/>
                <a:ext cx="670" cy="373"/>
              </a:xfrm>
              <a:custGeom>
                <a:avLst/>
                <a:gdLst>
                  <a:gd name="T0" fmla="*/ 0 w 268"/>
                  <a:gd name="T1" fmla="*/ 2214 h 140"/>
                  <a:gd name="T2" fmla="*/ 563 w 268"/>
                  <a:gd name="T3" fmla="*/ 2363 h 140"/>
                  <a:gd name="T4" fmla="*/ 2333 w 268"/>
                  <a:gd name="T5" fmla="*/ 1604 h 140"/>
                  <a:gd name="T6" fmla="*/ 2375 w 268"/>
                  <a:gd name="T7" fmla="*/ 1548 h 140"/>
                  <a:gd name="T8" fmla="*/ 4033 w 268"/>
                  <a:gd name="T9" fmla="*/ 149 h 140"/>
                  <a:gd name="T10" fmla="*/ 4188 w 268"/>
                  <a:gd name="T11" fmla="*/ 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8" h="140">
                    <a:moveTo>
                      <a:pt x="0" y="117"/>
                    </a:moveTo>
                    <a:cubicBezTo>
                      <a:pt x="17" y="117"/>
                      <a:pt x="26" y="122"/>
                      <a:pt x="36" y="125"/>
                    </a:cubicBezTo>
                    <a:cubicBezTo>
                      <a:pt x="89" y="140"/>
                      <a:pt x="115" y="116"/>
                      <a:pt x="149" y="85"/>
                    </a:cubicBezTo>
                    <a:cubicBezTo>
                      <a:pt x="150" y="84"/>
                      <a:pt x="151" y="83"/>
                      <a:pt x="152" y="82"/>
                    </a:cubicBezTo>
                    <a:cubicBezTo>
                      <a:pt x="188" y="45"/>
                      <a:pt x="233" y="20"/>
                      <a:pt x="258" y="8"/>
                    </a:cubicBezTo>
                    <a:cubicBezTo>
                      <a:pt x="265" y="5"/>
                      <a:pt x="268" y="0"/>
                      <a:pt x="26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13" name="Freeform 203">
                <a:extLst>
                  <a:ext uri="{FF2B5EF4-FFF2-40B4-BE49-F238E27FC236}">
                    <a16:creationId xmlns:a16="http://schemas.microsoft.com/office/drawing/2014/main" id="{F5D6CFBB-4DC4-480B-BBE6-7A729F95D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851"/>
                <a:ext cx="713" cy="386"/>
              </a:xfrm>
              <a:custGeom>
                <a:avLst/>
                <a:gdLst>
                  <a:gd name="T0" fmla="*/ 0 w 285"/>
                  <a:gd name="T1" fmla="*/ 2566 h 145"/>
                  <a:gd name="T2" fmla="*/ 908 w 285"/>
                  <a:gd name="T3" fmla="*/ 2657 h 145"/>
                  <a:gd name="T4" fmla="*/ 2442 w 285"/>
                  <a:gd name="T5" fmla="*/ 1757 h 145"/>
                  <a:gd name="T6" fmla="*/ 2504 w 285"/>
                  <a:gd name="T7" fmla="*/ 1701 h 145"/>
                  <a:gd name="T8" fmla="*/ 4255 w 285"/>
                  <a:gd name="T9" fmla="*/ 205 h 145"/>
                  <a:gd name="T10" fmla="*/ 4463 w 285"/>
                  <a:gd name="T11" fmla="*/ 0 h 1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5" h="145">
                    <a:moveTo>
                      <a:pt x="0" y="136"/>
                    </a:moveTo>
                    <a:cubicBezTo>
                      <a:pt x="17" y="136"/>
                      <a:pt x="26" y="145"/>
                      <a:pt x="58" y="141"/>
                    </a:cubicBezTo>
                    <a:cubicBezTo>
                      <a:pt x="83" y="136"/>
                      <a:pt x="118" y="124"/>
                      <a:pt x="156" y="93"/>
                    </a:cubicBezTo>
                    <a:cubicBezTo>
                      <a:pt x="157" y="92"/>
                      <a:pt x="159" y="91"/>
                      <a:pt x="160" y="90"/>
                    </a:cubicBezTo>
                    <a:cubicBezTo>
                      <a:pt x="203" y="54"/>
                      <a:pt x="250" y="23"/>
                      <a:pt x="272" y="11"/>
                    </a:cubicBezTo>
                    <a:cubicBezTo>
                      <a:pt x="280" y="6"/>
                      <a:pt x="285" y="0"/>
                      <a:pt x="28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14" name="Freeform 204">
                <a:extLst>
                  <a:ext uri="{FF2B5EF4-FFF2-40B4-BE49-F238E27FC236}">
                    <a16:creationId xmlns:a16="http://schemas.microsoft.com/office/drawing/2014/main" id="{32E09557-8827-41E9-8768-BE95A98BB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880"/>
                <a:ext cx="753" cy="424"/>
              </a:xfrm>
              <a:custGeom>
                <a:avLst/>
                <a:gdLst>
                  <a:gd name="T0" fmla="*/ 0 w 301"/>
                  <a:gd name="T1" fmla="*/ 3016 h 159"/>
                  <a:gd name="T2" fmla="*/ 938 w 301"/>
                  <a:gd name="T3" fmla="*/ 2845 h 159"/>
                  <a:gd name="T4" fmla="*/ 2567 w 301"/>
                  <a:gd name="T5" fmla="*/ 1856 h 159"/>
                  <a:gd name="T6" fmla="*/ 2629 w 301"/>
                  <a:gd name="T7" fmla="*/ 1800 h 159"/>
                  <a:gd name="T8" fmla="*/ 4493 w 301"/>
                  <a:gd name="T9" fmla="*/ 171 h 159"/>
                  <a:gd name="T10" fmla="*/ 4713 w 301"/>
                  <a:gd name="T11" fmla="*/ 0 h 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1" h="159">
                    <a:moveTo>
                      <a:pt x="0" y="159"/>
                    </a:moveTo>
                    <a:cubicBezTo>
                      <a:pt x="17" y="159"/>
                      <a:pt x="50" y="153"/>
                      <a:pt x="60" y="150"/>
                    </a:cubicBezTo>
                    <a:cubicBezTo>
                      <a:pt x="85" y="142"/>
                      <a:pt x="121" y="127"/>
                      <a:pt x="164" y="98"/>
                    </a:cubicBezTo>
                    <a:cubicBezTo>
                      <a:pt x="165" y="97"/>
                      <a:pt x="167" y="96"/>
                      <a:pt x="168" y="95"/>
                    </a:cubicBezTo>
                    <a:cubicBezTo>
                      <a:pt x="217" y="59"/>
                      <a:pt x="267" y="21"/>
                      <a:pt x="287" y="9"/>
                    </a:cubicBezTo>
                    <a:cubicBezTo>
                      <a:pt x="299" y="3"/>
                      <a:pt x="301" y="0"/>
                      <a:pt x="30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5968" name="Freeform 205">
              <a:extLst>
                <a:ext uri="{FF2B5EF4-FFF2-40B4-BE49-F238E27FC236}">
                  <a16:creationId xmlns:a16="http://schemas.microsoft.com/office/drawing/2014/main" id="{483BDE2E-0D57-442C-9A2F-02D5542A3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995"/>
              <a:ext cx="785" cy="533"/>
            </a:xfrm>
            <a:custGeom>
              <a:avLst/>
              <a:gdLst>
                <a:gd name="T0" fmla="*/ 0 w 314"/>
                <a:gd name="T1" fmla="*/ 3784 h 200"/>
                <a:gd name="T2" fmla="*/ 645 w 314"/>
                <a:gd name="T3" fmla="*/ 3425 h 200"/>
                <a:gd name="T4" fmla="*/ 1000 w 314"/>
                <a:gd name="T5" fmla="*/ 3161 h 200"/>
                <a:gd name="T6" fmla="*/ 2908 w 314"/>
                <a:gd name="T7" fmla="*/ 1839 h 200"/>
                <a:gd name="T8" fmla="*/ 4908 w 314"/>
                <a:gd name="T9" fmla="*/ 0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4" h="200">
                  <a:moveTo>
                    <a:pt x="0" y="200"/>
                  </a:moveTo>
                  <a:cubicBezTo>
                    <a:pt x="17" y="200"/>
                    <a:pt x="18" y="198"/>
                    <a:pt x="41" y="181"/>
                  </a:cubicBezTo>
                  <a:cubicBezTo>
                    <a:pt x="47" y="177"/>
                    <a:pt x="55" y="173"/>
                    <a:pt x="64" y="167"/>
                  </a:cubicBezTo>
                  <a:cubicBezTo>
                    <a:pt x="92" y="150"/>
                    <a:pt x="130" y="123"/>
                    <a:pt x="186" y="97"/>
                  </a:cubicBezTo>
                  <a:cubicBezTo>
                    <a:pt x="229" y="78"/>
                    <a:pt x="291" y="41"/>
                    <a:pt x="314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9" name="Freeform 206">
              <a:extLst>
                <a:ext uri="{FF2B5EF4-FFF2-40B4-BE49-F238E27FC236}">
                  <a16:creationId xmlns:a16="http://schemas.microsoft.com/office/drawing/2014/main" id="{D90E3CF1-880E-4FB8-8627-B5D6CF022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989"/>
              <a:ext cx="855" cy="616"/>
            </a:xfrm>
            <a:custGeom>
              <a:avLst/>
              <a:gdLst>
                <a:gd name="T0" fmla="*/ 5345 w 342"/>
                <a:gd name="T1" fmla="*/ 0 h 231"/>
                <a:gd name="T2" fmla="*/ 3050 w 342"/>
                <a:gd name="T3" fmla="*/ 2048 h 231"/>
                <a:gd name="T4" fmla="*/ 2958 w 342"/>
                <a:gd name="T5" fmla="*/ 2104 h 231"/>
                <a:gd name="T6" fmla="*/ 1033 w 342"/>
                <a:gd name="T7" fmla="*/ 3605 h 231"/>
                <a:gd name="T8" fmla="*/ 658 w 342"/>
                <a:gd name="T9" fmla="*/ 3925 h 231"/>
                <a:gd name="T10" fmla="*/ 0 w 342"/>
                <a:gd name="T11" fmla="*/ 4381 h 2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2" h="231">
                  <a:moveTo>
                    <a:pt x="342" y="0"/>
                  </a:moveTo>
                  <a:cubicBezTo>
                    <a:pt x="342" y="14"/>
                    <a:pt x="269" y="75"/>
                    <a:pt x="195" y="108"/>
                  </a:cubicBezTo>
                  <a:cubicBezTo>
                    <a:pt x="193" y="109"/>
                    <a:pt x="191" y="110"/>
                    <a:pt x="189" y="111"/>
                  </a:cubicBezTo>
                  <a:cubicBezTo>
                    <a:pt x="129" y="135"/>
                    <a:pt x="94" y="169"/>
                    <a:pt x="66" y="190"/>
                  </a:cubicBezTo>
                  <a:cubicBezTo>
                    <a:pt x="56" y="196"/>
                    <a:pt x="49" y="202"/>
                    <a:pt x="42" y="207"/>
                  </a:cubicBezTo>
                  <a:cubicBezTo>
                    <a:pt x="18" y="228"/>
                    <a:pt x="17" y="231"/>
                    <a:pt x="0" y="23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0" name="Freeform 207">
              <a:extLst>
                <a:ext uri="{FF2B5EF4-FFF2-40B4-BE49-F238E27FC236}">
                  <a16:creationId xmlns:a16="http://schemas.microsoft.com/office/drawing/2014/main" id="{A214FC63-86CD-4765-A7E9-B8883274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1027"/>
              <a:ext cx="918" cy="653"/>
            </a:xfrm>
            <a:custGeom>
              <a:avLst/>
              <a:gdLst>
                <a:gd name="T0" fmla="*/ 5663 w 367"/>
                <a:gd name="T1" fmla="*/ 0 h 245"/>
                <a:gd name="T2" fmla="*/ 3272 w 367"/>
                <a:gd name="T3" fmla="*/ 2239 h 245"/>
                <a:gd name="T4" fmla="*/ 3159 w 367"/>
                <a:gd name="T5" fmla="*/ 2274 h 245"/>
                <a:gd name="T6" fmla="*/ 2064 w 367"/>
                <a:gd name="T7" fmla="*/ 2799 h 245"/>
                <a:gd name="T8" fmla="*/ 1051 w 367"/>
                <a:gd name="T9" fmla="*/ 3707 h 245"/>
                <a:gd name="T10" fmla="*/ 688 w 367"/>
                <a:gd name="T11" fmla="*/ 4091 h 245"/>
                <a:gd name="T12" fmla="*/ 0 w 367"/>
                <a:gd name="T13" fmla="*/ 4638 h 2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7" h="245">
                  <a:moveTo>
                    <a:pt x="362" y="0"/>
                  </a:moveTo>
                  <a:cubicBezTo>
                    <a:pt x="367" y="20"/>
                    <a:pt x="289" y="86"/>
                    <a:pt x="209" y="118"/>
                  </a:cubicBezTo>
                  <a:cubicBezTo>
                    <a:pt x="206" y="119"/>
                    <a:pt x="204" y="119"/>
                    <a:pt x="202" y="120"/>
                  </a:cubicBezTo>
                  <a:cubicBezTo>
                    <a:pt x="176" y="130"/>
                    <a:pt x="151" y="137"/>
                    <a:pt x="132" y="148"/>
                  </a:cubicBezTo>
                  <a:cubicBezTo>
                    <a:pt x="104" y="163"/>
                    <a:pt x="85" y="182"/>
                    <a:pt x="67" y="196"/>
                  </a:cubicBezTo>
                  <a:cubicBezTo>
                    <a:pt x="58" y="203"/>
                    <a:pt x="50" y="210"/>
                    <a:pt x="44" y="216"/>
                  </a:cubicBezTo>
                  <a:cubicBezTo>
                    <a:pt x="17" y="242"/>
                    <a:pt x="9" y="245"/>
                    <a:pt x="0" y="24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1" name="Freeform 208">
              <a:extLst>
                <a:ext uri="{FF2B5EF4-FFF2-40B4-BE49-F238E27FC236}">
                  <a16:creationId xmlns:a16="http://schemas.microsoft.com/office/drawing/2014/main" id="{746B4041-1D91-4F17-A8BF-69AAD595C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1075"/>
              <a:ext cx="955" cy="682"/>
            </a:xfrm>
            <a:custGeom>
              <a:avLst/>
              <a:gdLst>
                <a:gd name="T0" fmla="*/ 5875 w 382"/>
                <a:gd name="T1" fmla="*/ 0 h 256"/>
                <a:gd name="T2" fmla="*/ 3563 w 382"/>
                <a:gd name="T3" fmla="*/ 2286 h 256"/>
                <a:gd name="T4" fmla="*/ 708 w 382"/>
                <a:gd name="T5" fmla="*/ 4193 h 256"/>
                <a:gd name="T6" fmla="*/ 0 w 382"/>
                <a:gd name="T7" fmla="*/ 4841 h 2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2" h="256">
                  <a:moveTo>
                    <a:pt x="376" y="0"/>
                  </a:moveTo>
                  <a:cubicBezTo>
                    <a:pt x="382" y="19"/>
                    <a:pt x="319" y="91"/>
                    <a:pt x="228" y="121"/>
                  </a:cubicBezTo>
                  <a:cubicBezTo>
                    <a:pt x="138" y="151"/>
                    <a:pt x="73" y="192"/>
                    <a:pt x="45" y="222"/>
                  </a:cubicBezTo>
                  <a:cubicBezTo>
                    <a:pt x="17" y="251"/>
                    <a:pt x="17" y="256"/>
                    <a:pt x="0" y="25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2" name="Freeform 209">
              <a:extLst>
                <a:ext uri="{FF2B5EF4-FFF2-40B4-BE49-F238E27FC236}">
                  <a16:creationId xmlns:a16="http://schemas.microsoft.com/office/drawing/2014/main" id="{9A041326-0C3B-488F-B24D-7F1DD89A0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1101"/>
              <a:ext cx="998" cy="707"/>
            </a:xfrm>
            <a:custGeom>
              <a:avLst/>
              <a:gdLst>
                <a:gd name="T0" fmla="*/ 6151 w 399"/>
                <a:gd name="T1" fmla="*/ 0 h 265"/>
                <a:gd name="T2" fmla="*/ 3492 w 399"/>
                <a:gd name="T3" fmla="*/ 2449 h 265"/>
                <a:gd name="T4" fmla="*/ 2709 w 399"/>
                <a:gd name="T5" fmla="*/ 2812 h 265"/>
                <a:gd name="T6" fmla="*/ 800 w 399"/>
                <a:gd name="T7" fmla="*/ 4293 h 265"/>
                <a:gd name="T8" fmla="*/ 0 w 399"/>
                <a:gd name="T9" fmla="*/ 5032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9" h="265">
                  <a:moveTo>
                    <a:pt x="393" y="0"/>
                  </a:moveTo>
                  <a:cubicBezTo>
                    <a:pt x="399" y="22"/>
                    <a:pt x="315" y="98"/>
                    <a:pt x="223" y="129"/>
                  </a:cubicBezTo>
                  <a:cubicBezTo>
                    <a:pt x="205" y="135"/>
                    <a:pt x="189" y="142"/>
                    <a:pt x="173" y="148"/>
                  </a:cubicBezTo>
                  <a:cubicBezTo>
                    <a:pt x="112" y="175"/>
                    <a:pt x="75" y="204"/>
                    <a:pt x="51" y="226"/>
                  </a:cubicBezTo>
                  <a:cubicBezTo>
                    <a:pt x="23" y="252"/>
                    <a:pt x="18" y="265"/>
                    <a:pt x="0" y="26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3" name="Freeform 210">
              <a:extLst>
                <a:ext uri="{FF2B5EF4-FFF2-40B4-BE49-F238E27FC236}">
                  <a16:creationId xmlns:a16="http://schemas.microsoft.com/office/drawing/2014/main" id="{B3BC1B18-CCCA-4983-9BEB-A9254AFE5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147"/>
              <a:ext cx="1007" cy="661"/>
            </a:xfrm>
            <a:custGeom>
              <a:avLst/>
              <a:gdLst>
                <a:gd name="T0" fmla="*/ 6257 w 403"/>
                <a:gd name="T1" fmla="*/ 0 h 248"/>
                <a:gd name="T2" fmla="*/ 3621 w 403"/>
                <a:gd name="T3" fmla="*/ 2516 h 248"/>
                <a:gd name="T4" fmla="*/ 2821 w 403"/>
                <a:gd name="T5" fmla="*/ 2897 h 248"/>
                <a:gd name="T6" fmla="*/ 905 w 403"/>
                <a:gd name="T7" fmla="*/ 4129 h 248"/>
                <a:gd name="T8" fmla="*/ 0 w 403"/>
                <a:gd name="T9" fmla="*/ 4696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3" h="248">
                  <a:moveTo>
                    <a:pt x="401" y="0"/>
                  </a:moveTo>
                  <a:cubicBezTo>
                    <a:pt x="403" y="17"/>
                    <a:pt x="325" y="100"/>
                    <a:pt x="232" y="133"/>
                  </a:cubicBezTo>
                  <a:cubicBezTo>
                    <a:pt x="214" y="140"/>
                    <a:pt x="197" y="146"/>
                    <a:pt x="181" y="153"/>
                  </a:cubicBezTo>
                  <a:cubicBezTo>
                    <a:pt x="117" y="179"/>
                    <a:pt x="83" y="198"/>
                    <a:pt x="58" y="218"/>
                  </a:cubicBezTo>
                  <a:cubicBezTo>
                    <a:pt x="30" y="240"/>
                    <a:pt x="19" y="246"/>
                    <a:pt x="0" y="24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4" name="Freeform 211">
              <a:extLst>
                <a:ext uri="{FF2B5EF4-FFF2-40B4-BE49-F238E27FC236}">
                  <a16:creationId xmlns:a16="http://schemas.microsoft.com/office/drawing/2014/main" id="{C1C141BB-506E-4CC7-927D-41BFDD3DC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147"/>
              <a:ext cx="2092" cy="696"/>
            </a:xfrm>
            <a:custGeom>
              <a:avLst/>
              <a:gdLst>
                <a:gd name="T0" fmla="*/ 13024 w 837"/>
                <a:gd name="T1" fmla="*/ 307 h 261"/>
                <a:gd name="T2" fmla="*/ 11975 w 837"/>
                <a:gd name="T3" fmla="*/ 1515 h 261"/>
                <a:gd name="T4" fmla="*/ 10308 w 837"/>
                <a:gd name="T5" fmla="*/ 2936 h 261"/>
                <a:gd name="T6" fmla="*/ 9495 w 837"/>
                <a:gd name="T7" fmla="*/ 3299 h 261"/>
                <a:gd name="T8" fmla="*/ 7383 w 837"/>
                <a:gd name="T9" fmla="*/ 4531 h 261"/>
                <a:gd name="T10" fmla="*/ 6496 w 837"/>
                <a:gd name="T11" fmla="*/ 4928 h 261"/>
                <a:gd name="T12" fmla="*/ 6371 w 837"/>
                <a:gd name="T13" fmla="*/ 4949 h 261"/>
                <a:gd name="T14" fmla="*/ 5466 w 837"/>
                <a:gd name="T15" fmla="*/ 4245 h 261"/>
                <a:gd name="T16" fmla="*/ 3467 w 837"/>
                <a:gd name="T17" fmla="*/ 2901 h 261"/>
                <a:gd name="T18" fmla="*/ 2667 w 837"/>
                <a:gd name="T19" fmla="*/ 2525 h 261"/>
                <a:gd name="T20" fmla="*/ 30 w 837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7" h="261">
                  <a:moveTo>
                    <a:pt x="834" y="16"/>
                  </a:moveTo>
                  <a:cubicBezTo>
                    <a:pt x="837" y="26"/>
                    <a:pt x="805" y="49"/>
                    <a:pt x="767" y="80"/>
                  </a:cubicBezTo>
                  <a:cubicBezTo>
                    <a:pt x="735" y="106"/>
                    <a:pt x="702" y="139"/>
                    <a:pt x="660" y="155"/>
                  </a:cubicBezTo>
                  <a:cubicBezTo>
                    <a:pt x="642" y="161"/>
                    <a:pt x="625" y="168"/>
                    <a:pt x="608" y="174"/>
                  </a:cubicBezTo>
                  <a:cubicBezTo>
                    <a:pt x="541" y="199"/>
                    <a:pt x="500" y="220"/>
                    <a:pt x="473" y="239"/>
                  </a:cubicBezTo>
                  <a:cubicBezTo>
                    <a:pt x="445" y="258"/>
                    <a:pt x="435" y="257"/>
                    <a:pt x="416" y="260"/>
                  </a:cubicBezTo>
                  <a:cubicBezTo>
                    <a:pt x="408" y="261"/>
                    <a:pt x="408" y="261"/>
                    <a:pt x="408" y="261"/>
                  </a:cubicBezTo>
                  <a:cubicBezTo>
                    <a:pt x="390" y="259"/>
                    <a:pt x="379" y="246"/>
                    <a:pt x="350" y="224"/>
                  </a:cubicBezTo>
                  <a:cubicBezTo>
                    <a:pt x="325" y="204"/>
                    <a:pt x="286" y="179"/>
                    <a:pt x="222" y="153"/>
                  </a:cubicBezTo>
                  <a:cubicBezTo>
                    <a:pt x="206" y="146"/>
                    <a:pt x="189" y="140"/>
                    <a:pt x="171" y="133"/>
                  </a:cubicBezTo>
                  <a:cubicBezTo>
                    <a:pt x="78" y="100"/>
                    <a:pt x="0" y="17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5" name="Freeform 212">
              <a:extLst>
                <a:ext uri="{FF2B5EF4-FFF2-40B4-BE49-F238E27FC236}">
                  <a16:creationId xmlns:a16="http://schemas.microsoft.com/office/drawing/2014/main" id="{5FA751C6-6080-47B5-B7F0-6DB26E9FA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237"/>
              <a:ext cx="2202" cy="654"/>
            </a:xfrm>
            <a:custGeom>
              <a:avLst/>
              <a:gdLst>
                <a:gd name="T0" fmla="*/ 13744 w 881"/>
                <a:gd name="T1" fmla="*/ 0 h 245"/>
                <a:gd name="T2" fmla="*/ 12850 w 881"/>
                <a:gd name="T3" fmla="*/ 1524 h 245"/>
                <a:gd name="T4" fmla="*/ 11008 w 881"/>
                <a:gd name="T5" fmla="*/ 2701 h 245"/>
                <a:gd name="T6" fmla="*/ 10195 w 881"/>
                <a:gd name="T7" fmla="*/ 3064 h 245"/>
                <a:gd name="T8" fmla="*/ 7996 w 881"/>
                <a:gd name="T9" fmla="*/ 4170 h 245"/>
                <a:gd name="T10" fmla="*/ 7121 w 881"/>
                <a:gd name="T11" fmla="*/ 4623 h 245"/>
                <a:gd name="T12" fmla="*/ 6633 w 881"/>
                <a:gd name="T13" fmla="*/ 4623 h 245"/>
                <a:gd name="T14" fmla="*/ 5759 w 881"/>
                <a:gd name="T15" fmla="*/ 4170 h 245"/>
                <a:gd name="T16" fmla="*/ 3562 w 881"/>
                <a:gd name="T17" fmla="*/ 3064 h 245"/>
                <a:gd name="T18" fmla="*/ 2749 w 881"/>
                <a:gd name="T19" fmla="*/ 2701 h 245"/>
                <a:gd name="T20" fmla="*/ 905 w 881"/>
                <a:gd name="T21" fmla="*/ 1524 h 245"/>
                <a:gd name="T22" fmla="*/ 12 w 881"/>
                <a:gd name="T23" fmla="*/ 0 h 2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1" h="245">
                  <a:moveTo>
                    <a:pt x="880" y="0"/>
                  </a:moveTo>
                  <a:cubicBezTo>
                    <a:pt x="881" y="14"/>
                    <a:pt x="861" y="48"/>
                    <a:pt x="823" y="80"/>
                  </a:cubicBezTo>
                  <a:cubicBezTo>
                    <a:pt x="792" y="104"/>
                    <a:pt x="747" y="126"/>
                    <a:pt x="705" y="142"/>
                  </a:cubicBezTo>
                  <a:cubicBezTo>
                    <a:pt x="687" y="149"/>
                    <a:pt x="670" y="156"/>
                    <a:pt x="653" y="161"/>
                  </a:cubicBezTo>
                  <a:cubicBezTo>
                    <a:pt x="583" y="185"/>
                    <a:pt x="541" y="203"/>
                    <a:pt x="512" y="219"/>
                  </a:cubicBezTo>
                  <a:cubicBezTo>
                    <a:pt x="484" y="235"/>
                    <a:pt x="476" y="240"/>
                    <a:pt x="456" y="243"/>
                  </a:cubicBezTo>
                  <a:cubicBezTo>
                    <a:pt x="444" y="245"/>
                    <a:pt x="437" y="245"/>
                    <a:pt x="425" y="243"/>
                  </a:cubicBezTo>
                  <a:cubicBezTo>
                    <a:pt x="405" y="240"/>
                    <a:pt x="397" y="235"/>
                    <a:pt x="369" y="219"/>
                  </a:cubicBezTo>
                  <a:cubicBezTo>
                    <a:pt x="340" y="203"/>
                    <a:pt x="298" y="185"/>
                    <a:pt x="228" y="161"/>
                  </a:cubicBezTo>
                  <a:cubicBezTo>
                    <a:pt x="211" y="156"/>
                    <a:pt x="194" y="149"/>
                    <a:pt x="176" y="142"/>
                  </a:cubicBezTo>
                  <a:cubicBezTo>
                    <a:pt x="134" y="126"/>
                    <a:pt x="89" y="104"/>
                    <a:pt x="58" y="80"/>
                  </a:cubicBezTo>
                  <a:cubicBezTo>
                    <a:pt x="20" y="48"/>
                    <a:pt x="0" y="14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6" name="Freeform 213">
              <a:extLst>
                <a:ext uri="{FF2B5EF4-FFF2-40B4-BE49-F238E27FC236}">
                  <a16:creationId xmlns:a16="http://schemas.microsoft.com/office/drawing/2014/main" id="{1220219B-12A2-4667-A578-6516DBB6A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275"/>
              <a:ext cx="1028" cy="626"/>
            </a:xfrm>
            <a:custGeom>
              <a:avLst/>
              <a:gdLst>
                <a:gd name="T0" fmla="*/ 6431 w 411"/>
                <a:gd name="T1" fmla="*/ 0 h 235"/>
                <a:gd name="T2" fmla="*/ 3692 w 411"/>
                <a:gd name="T3" fmla="*/ 2818 h 235"/>
                <a:gd name="T4" fmla="*/ 2866 w 411"/>
                <a:gd name="T5" fmla="*/ 3194 h 235"/>
                <a:gd name="T6" fmla="*/ 550 w 411"/>
                <a:gd name="T7" fmla="*/ 4158 h 235"/>
                <a:gd name="T8" fmla="*/ 0 w 411"/>
                <a:gd name="T9" fmla="*/ 4443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235">
                  <a:moveTo>
                    <a:pt x="411" y="0"/>
                  </a:moveTo>
                  <a:cubicBezTo>
                    <a:pt x="411" y="26"/>
                    <a:pt x="332" y="111"/>
                    <a:pt x="236" y="149"/>
                  </a:cubicBezTo>
                  <a:cubicBezTo>
                    <a:pt x="218" y="157"/>
                    <a:pt x="200" y="163"/>
                    <a:pt x="183" y="169"/>
                  </a:cubicBezTo>
                  <a:cubicBezTo>
                    <a:pt x="110" y="192"/>
                    <a:pt x="66" y="206"/>
                    <a:pt x="35" y="220"/>
                  </a:cubicBezTo>
                  <a:cubicBezTo>
                    <a:pt x="20" y="227"/>
                    <a:pt x="10" y="232"/>
                    <a:pt x="0" y="23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7" name="Freeform 214">
              <a:extLst>
                <a:ext uri="{FF2B5EF4-FFF2-40B4-BE49-F238E27FC236}">
                  <a16:creationId xmlns:a16="http://schemas.microsoft.com/office/drawing/2014/main" id="{51150417-7CE8-4796-B1F5-03B96BC79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1317"/>
              <a:ext cx="1163" cy="672"/>
            </a:xfrm>
            <a:custGeom>
              <a:avLst/>
              <a:gdLst>
                <a:gd name="T0" fmla="*/ 7276 w 465"/>
                <a:gd name="T1" fmla="*/ 0 h 252"/>
                <a:gd name="T2" fmla="*/ 6505 w 465"/>
                <a:gd name="T3" fmla="*/ 1195 h 252"/>
                <a:gd name="T4" fmla="*/ 4522 w 465"/>
                <a:gd name="T5" fmla="*/ 2752 h 252"/>
                <a:gd name="T6" fmla="*/ 3679 w 465"/>
                <a:gd name="T7" fmla="*/ 3107 h 252"/>
                <a:gd name="T8" fmla="*/ 1313 w 465"/>
                <a:gd name="T9" fmla="*/ 4152 h 252"/>
                <a:gd name="T10" fmla="*/ 908 w 465"/>
                <a:gd name="T11" fmla="*/ 4301 h 252"/>
                <a:gd name="T12" fmla="*/ 270 w 465"/>
                <a:gd name="T13" fmla="*/ 4664 h 252"/>
                <a:gd name="T14" fmla="*/ 0 w 465"/>
                <a:gd name="T15" fmla="*/ 4779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5" h="252">
                  <a:moveTo>
                    <a:pt x="465" y="0"/>
                  </a:moveTo>
                  <a:cubicBezTo>
                    <a:pt x="465" y="12"/>
                    <a:pt x="444" y="34"/>
                    <a:pt x="416" y="63"/>
                  </a:cubicBezTo>
                  <a:cubicBezTo>
                    <a:pt x="385" y="95"/>
                    <a:pt x="341" y="123"/>
                    <a:pt x="289" y="145"/>
                  </a:cubicBezTo>
                  <a:cubicBezTo>
                    <a:pt x="272" y="152"/>
                    <a:pt x="254" y="158"/>
                    <a:pt x="235" y="164"/>
                  </a:cubicBezTo>
                  <a:cubicBezTo>
                    <a:pt x="160" y="186"/>
                    <a:pt x="117" y="207"/>
                    <a:pt x="84" y="219"/>
                  </a:cubicBezTo>
                  <a:cubicBezTo>
                    <a:pt x="74" y="222"/>
                    <a:pt x="66" y="225"/>
                    <a:pt x="58" y="227"/>
                  </a:cubicBezTo>
                  <a:cubicBezTo>
                    <a:pt x="46" y="232"/>
                    <a:pt x="30" y="237"/>
                    <a:pt x="17" y="246"/>
                  </a:cubicBezTo>
                  <a:cubicBezTo>
                    <a:pt x="9" y="252"/>
                    <a:pt x="3" y="252"/>
                    <a:pt x="0" y="25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8" name="Freeform 215">
              <a:extLst>
                <a:ext uri="{FF2B5EF4-FFF2-40B4-BE49-F238E27FC236}">
                  <a16:creationId xmlns:a16="http://schemas.microsoft.com/office/drawing/2014/main" id="{F34ADD77-F7FD-4750-AFA5-77C05943D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1384"/>
              <a:ext cx="1258" cy="669"/>
            </a:xfrm>
            <a:custGeom>
              <a:avLst/>
              <a:gdLst>
                <a:gd name="T0" fmla="*/ 7868 w 503"/>
                <a:gd name="T1" fmla="*/ 0 h 251"/>
                <a:gd name="T2" fmla="*/ 5210 w 503"/>
                <a:gd name="T3" fmla="*/ 3217 h 251"/>
                <a:gd name="T4" fmla="*/ 4117 w 503"/>
                <a:gd name="T5" fmla="*/ 3638 h 251"/>
                <a:gd name="T6" fmla="*/ 1563 w 503"/>
                <a:gd name="T7" fmla="*/ 4129 h 251"/>
                <a:gd name="T8" fmla="*/ 458 w 503"/>
                <a:gd name="T9" fmla="*/ 4504 h 251"/>
                <a:gd name="T10" fmla="*/ 0 w 503"/>
                <a:gd name="T11" fmla="*/ 4752 h 2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3" h="251">
                  <a:moveTo>
                    <a:pt x="503" y="0"/>
                  </a:moveTo>
                  <a:cubicBezTo>
                    <a:pt x="501" y="24"/>
                    <a:pt x="453" y="117"/>
                    <a:pt x="333" y="170"/>
                  </a:cubicBezTo>
                  <a:cubicBezTo>
                    <a:pt x="316" y="177"/>
                    <a:pt x="282" y="187"/>
                    <a:pt x="263" y="192"/>
                  </a:cubicBezTo>
                  <a:cubicBezTo>
                    <a:pt x="182" y="212"/>
                    <a:pt x="137" y="211"/>
                    <a:pt x="100" y="218"/>
                  </a:cubicBezTo>
                  <a:cubicBezTo>
                    <a:pt x="75" y="222"/>
                    <a:pt x="50" y="228"/>
                    <a:pt x="29" y="238"/>
                  </a:cubicBezTo>
                  <a:cubicBezTo>
                    <a:pt x="17" y="245"/>
                    <a:pt x="15" y="251"/>
                    <a:pt x="0" y="25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9" name="Freeform 216">
              <a:extLst>
                <a:ext uri="{FF2B5EF4-FFF2-40B4-BE49-F238E27FC236}">
                  <a16:creationId xmlns:a16="http://schemas.microsoft.com/office/drawing/2014/main" id="{72FBCA40-C3E9-4332-89AF-0F4C72DF6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416"/>
              <a:ext cx="1230" cy="635"/>
            </a:xfrm>
            <a:custGeom>
              <a:avLst/>
              <a:gdLst>
                <a:gd name="T0" fmla="*/ 3813 w 492"/>
                <a:gd name="T1" fmla="*/ 3802 h 238"/>
                <a:gd name="T2" fmla="*/ 1300 w 492"/>
                <a:gd name="T3" fmla="*/ 4258 h 238"/>
                <a:gd name="T4" fmla="*/ 0 w 492"/>
                <a:gd name="T5" fmla="*/ 4485 h 238"/>
                <a:gd name="T6" fmla="*/ 95 w 492"/>
                <a:gd name="T7" fmla="*/ 4520 h 238"/>
                <a:gd name="T8" fmla="*/ 1300 w 492"/>
                <a:gd name="T9" fmla="*/ 4293 h 238"/>
                <a:gd name="T10" fmla="*/ 3833 w 492"/>
                <a:gd name="T11" fmla="*/ 3837 h 238"/>
                <a:gd name="T12" fmla="*/ 7688 w 492"/>
                <a:gd name="T13" fmla="*/ 0 h 238"/>
                <a:gd name="T14" fmla="*/ 7675 w 492"/>
                <a:gd name="T15" fmla="*/ 21 h 238"/>
                <a:gd name="T16" fmla="*/ 3813 w 492"/>
                <a:gd name="T17" fmla="*/ 3802 h 2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2" h="238">
                  <a:moveTo>
                    <a:pt x="244" y="200"/>
                  </a:moveTo>
                  <a:cubicBezTo>
                    <a:pt x="168" y="218"/>
                    <a:pt x="121" y="221"/>
                    <a:pt x="83" y="224"/>
                  </a:cubicBezTo>
                  <a:cubicBezTo>
                    <a:pt x="53" y="226"/>
                    <a:pt x="26" y="228"/>
                    <a:pt x="0" y="236"/>
                  </a:cubicBezTo>
                  <a:cubicBezTo>
                    <a:pt x="6" y="238"/>
                    <a:pt x="6" y="238"/>
                    <a:pt x="6" y="238"/>
                  </a:cubicBezTo>
                  <a:cubicBezTo>
                    <a:pt x="32" y="230"/>
                    <a:pt x="53" y="228"/>
                    <a:pt x="83" y="226"/>
                  </a:cubicBezTo>
                  <a:cubicBezTo>
                    <a:pt x="121" y="223"/>
                    <a:pt x="168" y="220"/>
                    <a:pt x="245" y="202"/>
                  </a:cubicBezTo>
                  <a:cubicBezTo>
                    <a:pt x="385" y="169"/>
                    <a:pt x="490" y="32"/>
                    <a:pt x="492" y="0"/>
                  </a:cubicBezTo>
                  <a:cubicBezTo>
                    <a:pt x="491" y="1"/>
                    <a:pt x="491" y="1"/>
                    <a:pt x="491" y="1"/>
                  </a:cubicBezTo>
                  <a:cubicBezTo>
                    <a:pt x="489" y="33"/>
                    <a:pt x="384" y="168"/>
                    <a:pt x="244" y="20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0" name="Freeform 217">
              <a:extLst>
                <a:ext uri="{FF2B5EF4-FFF2-40B4-BE49-F238E27FC236}">
                  <a16:creationId xmlns:a16="http://schemas.microsoft.com/office/drawing/2014/main" id="{578C1583-0308-4C40-962A-4863DC76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437"/>
              <a:ext cx="550" cy="464"/>
            </a:xfrm>
            <a:custGeom>
              <a:avLst/>
              <a:gdLst>
                <a:gd name="T0" fmla="*/ 3438 w 220"/>
                <a:gd name="T1" fmla="*/ 0 h 174"/>
                <a:gd name="T2" fmla="*/ 0 w 220"/>
                <a:gd name="T3" fmla="*/ 3299 h 1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0" h="174">
                  <a:moveTo>
                    <a:pt x="220" y="0"/>
                  </a:moveTo>
                  <a:cubicBezTo>
                    <a:pt x="186" y="69"/>
                    <a:pt x="69" y="152"/>
                    <a:pt x="0" y="17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1" name="Freeform 218">
              <a:extLst>
                <a:ext uri="{FF2B5EF4-FFF2-40B4-BE49-F238E27FC236}">
                  <a16:creationId xmlns:a16="http://schemas.microsoft.com/office/drawing/2014/main" id="{5D46F619-F91F-4B7C-8310-A231E9D60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032"/>
              <a:ext cx="657" cy="139"/>
            </a:xfrm>
            <a:custGeom>
              <a:avLst/>
              <a:gdLst>
                <a:gd name="T0" fmla="*/ 4099 w 263"/>
                <a:gd name="T1" fmla="*/ 650 h 52"/>
                <a:gd name="T2" fmla="*/ 729 w 263"/>
                <a:gd name="T3" fmla="*/ 559 h 52"/>
                <a:gd name="T4" fmla="*/ 0 w 26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3" h="52">
                  <a:moveTo>
                    <a:pt x="263" y="34"/>
                  </a:moveTo>
                  <a:cubicBezTo>
                    <a:pt x="224" y="52"/>
                    <a:pt x="86" y="49"/>
                    <a:pt x="47" y="29"/>
                  </a:cubicBezTo>
                  <a:cubicBezTo>
                    <a:pt x="7" y="1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2" name="Freeform 219">
              <a:extLst>
                <a:ext uri="{FF2B5EF4-FFF2-40B4-BE49-F238E27FC236}">
                  <a16:creationId xmlns:a16="http://schemas.microsoft.com/office/drawing/2014/main" id="{652B3C96-CA7C-44EA-A816-567C6EE49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088"/>
              <a:ext cx="440" cy="123"/>
            </a:xfrm>
            <a:custGeom>
              <a:avLst/>
              <a:gdLst>
                <a:gd name="T0" fmla="*/ 2750 w 176"/>
                <a:gd name="T1" fmla="*/ 687 h 46"/>
                <a:gd name="T2" fmla="*/ 0 w 17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46">
                  <a:moveTo>
                    <a:pt x="176" y="36"/>
                  </a:moveTo>
                  <a:cubicBezTo>
                    <a:pt x="144" y="46"/>
                    <a:pt x="47" y="3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3" name="Freeform 220">
              <a:extLst>
                <a:ext uri="{FF2B5EF4-FFF2-40B4-BE49-F238E27FC236}">
                  <a16:creationId xmlns:a16="http://schemas.microsoft.com/office/drawing/2014/main" id="{DAD4CC29-54FB-4B72-93B3-39A529000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040"/>
              <a:ext cx="445" cy="195"/>
            </a:xfrm>
            <a:custGeom>
              <a:avLst/>
              <a:gdLst>
                <a:gd name="T0" fmla="*/ 2783 w 178"/>
                <a:gd name="T1" fmla="*/ 1314 h 73"/>
                <a:gd name="T2" fmla="*/ 908 w 178"/>
                <a:gd name="T3" fmla="*/ 705 h 73"/>
                <a:gd name="T4" fmla="*/ 0 w 178"/>
                <a:gd name="T5" fmla="*/ 21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73">
                  <a:moveTo>
                    <a:pt x="178" y="69"/>
                  </a:moveTo>
                  <a:cubicBezTo>
                    <a:pt x="151" y="73"/>
                    <a:pt x="95" y="60"/>
                    <a:pt x="58" y="37"/>
                  </a:cubicBezTo>
                  <a:cubicBezTo>
                    <a:pt x="21" y="14"/>
                    <a:pt x="12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4" name="Freeform 221">
              <a:extLst>
                <a:ext uri="{FF2B5EF4-FFF2-40B4-BE49-F238E27FC236}">
                  <a16:creationId xmlns:a16="http://schemas.microsoft.com/office/drawing/2014/main" id="{C03988B9-E100-4DB3-B027-7EB3B8BC2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088"/>
              <a:ext cx="190" cy="147"/>
            </a:xfrm>
            <a:custGeom>
              <a:avLst/>
              <a:gdLst>
                <a:gd name="T0" fmla="*/ 1188 w 76"/>
                <a:gd name="T1" fmla="*/ 1050 h 55"/>
                <a:gd name="T2" fmla="*/ 0 w 76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55">
                  <a:moveTo>
                    <a:pt x="76" y="55"/>
                  </a:moveTo>
                  <a:cubicBezTo>
                    <a:pt x="54" y="51"/>
                    <a:pt x="17" y="2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5" name="Freeform 222">
              <a:extLst>
                <a:ext uri="{FF2B5EF4-FFF2-40B4-BE49-F238E27FC236}">
                  <a16:creationId xmlns:a16="http://schemas.microsoft.com/office/drawing/2014/main" id="{D998CF0F-2DD9-4D8F-8BA7-6817AB2F7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056"/>
              <a:ext cx="50" cy="109"/>
            </a:xfrm>
            <a:custGeom>
              <a:avLst/>
              <a:gdLst>
                <a:gd name="T0" fmla="*/ 313 w 20"/>
                <a:gd name="T1" fmla="*/ 771 h 41"/>
                <a:gd name="T2" fmla="*/ 0 w 20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1">
                  <a:moveTo>
                    <a:pt x="20" y="41"/>
                  </a:moveTo>
                  <a:cubicBezTo>
                    <a:pt x="5" y="28"/>
                    <a:pt x="4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6" name="Freeform 223">
              <a:extLst>
                <a:ext uri="{FF2B5EF4-FFF2-40B4-BE49-F238E27FC236}">
                  <a16:creationId xmlns:a16="http://schemas.microsoft.com/office/drawing/2014/main" id="{A4C480C4-09F1-4E84-A198-946B4F23D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611"/>
              <a:ext cx="1070" cy="424"/>
            </a:xfrm>
            <a:custGeom>
              <a:avLst/>
              <a:gdLst>
                <a:gd name="T0" fmla="*/ 6688 w 428"/>
                <a:gd name="T1" fmla="*/ 0 h 159"/>
                <a:gd name="T2" fmla="*/ 3458 w 428"/>
                <a:gd name="T3" fmla="*/ 2389 h 159"/>
                <a:gd name="T4" fmla="*/ 0 w 428"/>
                <a:gd name="T5" fmla="*/ 2880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8" h="159">
                  <a:moveTo>
                    <a:pt x="428" y="0"/>
                  </a:moveTo>
                  <a:cubicBezTo>
                    <a:pt x="421" y="21"/>
                    <a:pt x="294" y="108"/>
                    <a:pt x="221" y="126"/>
                  </a:cubicBezTo>
                  <a:cubicBezTo>
                    <a:pt x="147" y="145"/>
                    <a:pt x="60" y="159"/>
                    <a:pt x="0" y="15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7" name="Freeform 224">
              <a:extLst>
                <a:ext uri="{FF2B5EF4-FFF2-40B4-BE49-F238E27FC236}">
                  <a16:creationId xmlns:a16="http://schemas.microsoft.com/office/drawing/2014/main" id="{5CA67059-6B95-4FA8-9142-7595C30DC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709"/>
              <a:ext cx="905" cy="331"/>
            </a:xfrm>
            <a:custGeom>
              <a:avLst/>
              <a:gdLst>
                <a:gd name="T0" fmla="*/ 5658 w 362"/>
                <a:gd name="T1" fmla="*/ 0 h 124"/>
                <a:gd name="T2" fmla="*/ 2313 w 362"/>
                <a:gd name="T3" fmla="*/ 2074 h 124"/>
                <a:gd name="T4" fmla="*/ 0 w 362"/>
                <a:gd name="T5" fmla="*/ 222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24">
                  <a:moveTo>
                    <a:pt x="362" y="0"/>
                  </a:moveTo>
                  <a:cubicBezTo>
                    <a:pt x="348" y="17"/>
                    <a:pt x="227" y="93"/>
                    <a:pt x="148" y="109"/>
                  </a:cubicBezTo>
                  <a:cubicBezTo>
                    <a:pt x="69" y="124"/>
                    <a:pt x="10" y="120"/>
                    <a:pt x="0" y="11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8" name="Freeform 225">
              <a:extLst>
                <a:ext uri="{FF2B5EF4-FFF2-40B4-BE49-F238E27FC236}">
                  <a16:creationId xmlns:a16="http://schemas.microsoft.com/office/drawing/2014/main" id="{236F6B87-292F-45AF-AFAE-BBEF30C0E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952"/>
              <a:ext cx="832" cy="123"/>
            </a:xfrm>
            <a:custGeom>
              <a:avLst/>
              <a:gdLst>
                <a:gd name="T0" fmla="*/ 5194 w 333"/>
                <a:gd name="T1" fmla="*/ 0 h 46"/>
                <a:gd name="T2" fmla="*/ 1761 w 333"/>
                <a:gd name="T3" fmla="*/ 800 h 46"/>
                <a:gd name="T4" fmla="*/ 0 w 333"/>
                <a:gd name="T5" fmla="*/ 47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3" h="46">
                  <a:moveTo>
                    <a:pt x="333" y="0"/>
                  </a:moveTo>
                  <a:cubicBezTo>
                    <a:pt x="302" y="16"/>
                    <a:pt x="205" y="46"/>
                    <a:pt x="113" y="42"/>
                  </a:cubicBezTo>
                  <a:cubicBezTo>
                    <a:pt x="21" y="37"/>
                    <a:pt x="0" y="25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9" name="Freeform 226">
              <a:extLst>
                <a:ext uri="{FF2B5EF4-FFF2-40B4-BE49-F238E27FC236}">
                  <a16:creationId xmlns:a16="http://schemas.microsoft.com/office/drawing/2014/main" id="{30C020B3-53B9-4545-92EB-3C1DED55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040"/>
              <a:ext cx="493" cy="59"/>
            </a:xfrm>
            <a:custGeom>
              <a:avLst/>
              <a:gdLst>
                <a:gd name="T0" fmla="*/ 3088 w 197"/>
                <a:gd name="T1" fmla="*/ 0 h 22"/>
                <a:gd name="T2" fmla="*/ 0 w 197"/>
                <a:gd name="T3" fmla="*/ 137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7" h="22">
                  <a:moveTo>
                    <a:pt x="197" y="0"/>
                  </a:moveTo>
                  <a:cubicBezTo>
                    <a:pt x="182" y="4"/>
                    <a:pt x="82" y="22"/>
                    <a:pt x="0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0" name="Freeform 227">
              <a:extLst>
                <a:ext uri="{FF2B5EF4-FFF2-40B4-BE49-F238E27FC236}">
                  <a16:creationId xmlns:a16="http://schemas.microsoft.com/office/drawing/2014/main" id="{BD8BBA2C-3060-48E7-A52B-8AC540752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024"/>
              <a:ext cx="662" cy="136"/>
            </a:xfrm>
            <a:custGeom>
              <a:avLst/>
              <a:gdLst>
                <a:gd name="T0" fmla="*/ 4132 w 265"/>
                <a:gd name="T1" fmla="*/ 533 h 51"/>
                <a:gd name="T2" fmla="*/ 0 w 265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5" h="51">
                  <a:moveTo>
                    <a:pt x="265" y="28"/>
                  </a:moveTo>
                  <a:cubicBezTo>
                    <a:pt x="246" y="34"/>
                    <a:pt x="81" y="5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1" name="Freeform 228">
              <a:extLst>
                <a:ext uri="{FF2B5EF4-FFF2-40B4-BE49-F238E27FC236}">
                  <a16:creationId xmlns:a16="http://schemas.microsoft.com/office/drawing/2014/main" id="{56E84BF9-28F7-45C3-8007-09E385E22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531"/>
              <a:ext cx="695" cy="424"/>
            </a:xfrm>
            <a:custGeom>
              <a:avLst/>
              <a:gdLst>
                <a:gd name="T0" fmla="*/ 4345 w 278"/>
                <a:gd name="T1" fmla="*/ 0 h 159"/>
                <a:gd name="T2" fmla="*/ 0 w 278"/>
                <a:gd name="T3" fmla="*/ 3016 h 1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8" h="159">
                  <a:moveTo>
                    <a:pt x="278" y="0"/>
                  </a:moveTo>
                  <a:cubicBezTo>
                    <a:pt x="267" y="19"/>
                    <a:pt x="139" y="134"/>
                    <a:pt x="0" y="15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2" name="Freeform 229">
              <a:extLst>
                <a:ext uri="{FF2B5EF4-FFF2-40B4-BE49-F238E27FC236}">
                  <a16:creationId xmlns:a16="http://schemas.microsoft.com/office/drawing/2014/main" id="{7962EF39-FFBD-46D0-A4E6-2DC57D138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949"/>
              <a:ext cx="820" cy="502"/>
            </a:xfrm>
            <a:custGeom>
              <a:avLst/>
              <a:gdLst>
                <a:gd name="T0" fmla="*/ 5125 w 328"/>
                <a:gd name="T1" fmla="*/ 0 h 188"/>
                <a:gd name="T2" fmla="*/ 2800 w 328"/>
                <a:gd name="T3" fmla="*/ 1960 h 188"/>
                <a:gd name="T4" fmla="*/ 520 w 328"/>
                <a:gd name="T5" fmla="*/ 3316 h 188"/>
                <a:gd name="T6" fmla="*/ 0 w 328"/>
                <a:gd name="T7" fmla="*/ 3578 h 1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188">
                  <a:moveTo>
                    <a:pt x="328" y="0"/>
                  </a:moveTo>
                  <a:cubicBezTo>
                    <a:pt x="326" y="14"/>
                    <a:pt x="265" y="58"/>
                    <a:pt x="179" y="103"/>
                  </a:cubicBezTo>
                  <a:cubicBezTo>
                    <a:pt x="128" y="130"/>
                    <a:pt x="45" y="169"/>
                    <a:pt x="33" y="174"/>
                  </a:cubicBezTo>
                  <a:cubicBezTo>
                    <a:pt x="21" y="180"/>
                    <a:pt x="13" y="188"/>
                    <a:pt x="0" y="18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3" name="Freeform 230">
              <a:extLst>
                <a:ext uri="{FF2B5EF4-FFF2-40B4-BE49-F238E27FC236}">
                  <a16:creationId xmlns:a16="http://schemas.microsoft.com/office/drawing/2014/main" id="{E9F497AB-C693-4565-BF10-8B79A0B87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221"/>
              <a:ext cx="622" cy="419"/>
            </a:xfrm>
            <a:custGeom>
              <a:avLst/>
              <a:gdLst>
                <a:gd name="T0" fmla="*/ 3882 w 249"/>
                <a:gd name="T1" fmla="*/ 0 h 157"/>
                <a:gd name="T2" fmla="*/ 2495 w 249"/>
                <a:gd name="T3" fmla="*/ 1881 h 157"/>
                <a:gd name="T4" fmla="*/ 0 w 249"/>
                <a:gd name="T5" fmla="*/ 2984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9" h="157">
                  <a:moveTo>
                    <a:pt x="249" y="0"/>
                  </a:moveTo>
                  <a:cubicBezTo>
                    <a:pt x="245" y="25"/>
                    <a:pt x="201" y="71"/>
                    <a:pt x="160" y="99"/>
                  </a:cubicBezTo>
                  <a:cubicBezTo>
                    <a:pt x="119" y="126"/>
                    <a:pt x="62" y="138"/>
                    <a:pt x="0" y="15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4" name="Freeform 231">
              <a:extLst>
                <a:ext uri="{FF2B5EF4-FFF2-40B4-BE49-F238E27FC236}">
                  <a16:creationId xmlns:a16="http://schemas.microsoft.com/office/drawing/2014/main" id="{426A83E7-2339-41A8-8A60-8763B8CF0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1360"/>
              <a:ext cx="1203" cy="667"/>
            </a:xfrm>
            <a:custGeom>
              <a:avLst/>
              <a:gdLst>
                <a:gd name="T0" fmla="*/ 0 w 481"/>
                <a:gd name="T1" fmla="*/ 4749 h 250"/>
                <a:gd name="T2" fmla="*/ 1208 w 481"/>
                <a:gd name="T3" fmla="*/ 4157 h 250"/>
                <a:gd name="T4" fmla="*/ 2926 w 481"/>
                <a:gd name="T5" fmla="*/ 3781 h 250"/>
                <a:gd name="T6" fmla="*/ 4054 w 481"/>
                <a:gd name="T7" fmla="*/ 3516 h 250"/>
                <a:gd name="T8" fmla="*/ 4910 w 481"/>
                <a:gd name="T9" fmla="*/ 3132 h 250"/>
                <a:gd name="T10" fmla="*/ 6850 w 481"/>
                <a:gd name="T11" fmla="*/ 1331 h 250"/>
                <a:gd name="T12" fmla="*/ 7526 w 48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1" h="250">
                  <a:moveTo>
                    <a:pt x="0" y="250"/>
                  </a:moveTo>
                  <a:cubicBezTo>
                    <a:pt x="18" y="250"/>
                    <a:pt x="30" y="231"/>
                    <a:pt x="77" y="219"/>
                  </a:cubicBezTo>
                  <a:cubicBezTo>
                    <a:pt x="124" y="207"/>
                    <a:pt x="157" y="203"/>
                    <a:pt x="187" y="199"/>
                  </a:cubicBezTo>
                  <a:cubicBezTo>
                    <a:pt x="208" y="196"/>
                    <a:pt x="237" y="190"/>
                    <a:pt x="259" y="185"/>
                  </a:cubicBezTo>
                  <a:cubicBezTo>
                    <a:pt x="278" y="179"/>
                    <a:pt x="296" y="173"/>
                    <a:pt x="314" y="165"/>
                  </a:cubicBezTo>
                  <a:cubicBezTo>
                    <a:pt x="367" y="142"/>
                    <a:pt x="407" y="103"/>
                    <a:pt x="438" y="70"/>
                  </a:cubicBezTo>
                  <a:cubicBezTo>
                    <a:pt x="463" y="42"/>
                    <a:pt x="481" y="12"/>
                    <a:pt x="48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5" name="Freeform 232">
              <a:extLst>
                <a:ext uri="{FF2B5EF4-FFF2-40B4-BE49-F238E27FC236}">
                  <a16:creationId xmlns:a16="http://schemas.microsoft.com/office/drawing/2014/main" id="{6241D22A-ADCE-4AF3-AC2E-EA5196325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891"/>
              <a:ext cx="170" cy="194"/>
            </a:xfrm>
            <a:custGeom>
              <a:avLst/>
              <a:gdLst>
                <a:gd name="T0" fmla="*/ 0 w 68"/>
                <a:gd name="T1" fmla="*/ 1371 h 73"/>
                <a:gd name="T2" fmla="*/ 1063 w 68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73">
                  <a:moveTo>
                    <a:pt x="0" y="73"/>
                  </a:moveTo>
                  <a:cubicBezTo>
                    <a:pt x="19" y="65"/>
                    <a:pt x="31" y="21"/>
                    <a:pt x="68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6" name="Freeform 233">
              <a:extLst>
                <a:ext uri="{FF2B5EF4-FFF2-40B4-BE49-F238E27FC236}">
                  <a16:creationId xmlns:a16="http://schemas.microsoft.com/office/drawing/2014/main" id="{2514765F-51F6-4479-AA62-BD9E19D40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067"/>
              <a:ext cx="200" cy="29"/>
            </a:xfrm>
            <a:custGeom>
              <a:avLst/>
              <a:gdLst>
                <a:gd name="T0" fmla="*/ 0 w 80"/>
                <a:gd name="T1" fmla="*/ 34 h 11"/>
                <a:gd name="T2" fmla="*/ 1250 w 8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11">
                  <a:moveTo>
                    <a:pt x="0" y="2"/>
                  </a:moveTo>
                  <a:cubicBezTo>
                    <a:pt x="12" y="6"/>
                    <a:pt x="55" y="11"/>
                    <a:pt x="8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7" name="Freeform 234">
              <a:extLst>
                <a:ext uri="{FF2B5EF4-FFF2-40B4-BE49-F238E27FC236}">
                  <a16:creationId xmlns:a16="http://schemas.microsoft.com/office/drawing/2014/main" id="{3808AA4D-83D1-4CF6-AF03-6BB1FCFDF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1027"/>
              <a:ext cx="307" cy="141"/>
            </a:xfrm>
            <a:custGeom>
              <a:avLst/>
              <a:gdLst>
                <a:gd name="T0" fmla="*/ 0 w 123"/>
                <a:gd name="T1" fmla="*/ 907 h 53"/>
                <a:gd name="T2" fmla="*/ 1912 w 123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53">
                  <a:moveTo>
                    <a:pt x="0" y="48"/>
                  </a:moveTo>
                  <a:cubicBezTo>
                    <a:pt x="40" y="53"/>
                    <a:pt x="70" y="49"/>
                    <a:pt x="12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8" name="Freeform 235">
              <a:extLst>
                <a:ext uri="{FF2B5EF4-FFF2-40B4-BE49-F238E27FC236}">
                  <a16:creationId xmlns:a16="http://schemas.microsoft.com/office/drawing/2014/main" id="{D0FCBFF9-CEC0-437E-945D-DCF9F2FF4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125"/>
              <a:ext cx="545" cy="400"/>
            </a:xfrm>
            <a:custGeom>
              <a:avLst/>
              <a:gdLst>
                <a:gd name="T0" fmla="*/ 0 w 218"/>
                <a:gd name="T1" fmla="*/ 2845 h 150"/>
                <a:gd name="T2" fmla="*/ 3408 w 218"/>
                <a:gd name="T3" fmla="*/ 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8" h="150">
                  <a:moveTo>
                    <a:pt x="0" y="150"/>
                  </a:moveTo>
                  <a:cubicBezTo>
                    <a:pt x="31" y="128"/>
                    <a:pt x="158" y="81"/>
                    <a:pt x="218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9" name="Freeform 236">
              <a:extLst>
                <a:ext uri="{FF2B5EF4-FFF2-40B4-BE49-F238E27FC236}">
                  <a16:creationId xmlns:a16="http://schemas.microsoft.com/office/drawing/2014/main" id="{9B7E333E-80B1-4CC6-BFA8-02D29E145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339"/>
              <a:ext cx="905" cy="546"/>
            </a:xfrm>
            <a:custGeom>
              <a:avLst/>
              <a:gdLst>
                <a:gd name="T0" fmla="*/ 0 w 362"/>
                <a:gd name="T1" fmla="*/ 3873 h 205"/>
                <a:gd name="T2" fmla="*/ 2688 w 362"/>
                <a:gd name="T3" fmla="*/ 3135 h 205"/>
                <a:gd name="T4" fmla="*/ 5658 w 362"/>
                <a:gd name="T5" fmla="*/ 0 h 2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205">
                  <a:moveTo>
                    <a:pt x="0" y="205"/>
                  </a:moveTo>
                  <a:cubicBezTo>
                    <a:pt x="62" y="183"/>
                    <a:pt x="101" y="189"/>
                    <a:pt x="172" y="166"/>
                  </a:cubicBezTo>
                  <a:cubicBezTo>
                    <a:pt x="244" y="143"/>
                    <a:pt x="345" y="74"/>
                    <a:pt x="36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0" name="Freeform 237">
              <a:extLst>
                <a:ext uri="{FF2B5EF4-FFF2-40B4-BE49-F238E27FC236}">
                  <a16:creationId xmlns:a16="http://schemas.microsoft.com/office/drawing/2014/main" id="{A246EE64-32B9-4BC2-BB7D-22203219A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912"/>
              <a:ext cx="595" cy="96"/>
            </a:xfrm>
            <a:custGeom>
              <a:avLst/>
              <a:gdLst>
                <a:gd name="T0" fmla="*/ 0 w 238"/>
                <a:gd name="T1" fmla="*/ 435 h 36"/>
                <a:gd name="T2" fmla="*/ 3720 w 238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8" h="36">
                  <a:moveTo>
                    <a:pt x="0" y="23"/>
                  </a:moveTo>
                  <a:cubicBezTo>
                    <a:pt x="32" y="18"/>
                    <a:pt x="148" y="36"/>
                    <a:pt x="238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1" name="Freeform 238">
              <a:extLst>
                <a:ext uri="{FF2B5EF4-FFF2-40B4-BE49-F238E27FC236}">
                  <a16:creationId xmlns:a16="http://schemas.microsoft.com/office/drawing/2014/main" id="{EF3ADB10-4463-4C9E-8BBB-B4F65FA1E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043"/>
              <a:ext cx="28" cy="29"/>
            </a:xfrm>
            <a:custGeom>
              <a:avLst/>
              <a:gdLst>
                <a:gd name="T0" fmla="*/ 0 w 11"/>
                <a:gd name="T1" fmla="*/ 0 h 11"/>
                <a:gd name="T2" fmla="*/ 64 w 11"/>
                <a:gd name="T3" fmla="*/ 76 h 11"/>
                <a:gd name="T4" fmla="*/ 33 w 11"/>
                <a:gd name="T5" fmla="*/ 200 h 11"/>
                <a:gd name="T6" fmla="*/ 97 w 11"/>
                <a:gd name="T7" fmla="*/ 111 h 11"/>
                <a:gd name="T8" fmla="*/ 181 w 11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2" y="0"/>
                    <a:pt x="3" y="3"/>
                    <a:pt x="4" y="4"/>
                  </a:cubicBezTo>
                  <a:cubicBezTo>
                    <a:pt x="4" y="7"/>
                    <a:pt x="3" y="9"/>
                    <a:pt x="2" y="11"/>
                  </a:cubicBezTo>
                  <a:cubicBezTo>
                    <a:pt x="4" y="9"/>
                    <a:pt x="5" y="8"/>
                    <a:pt x="6" y="6"/>
                  </a:cubicBezTo>
                  <a:cubicBezTo>
                    <a:pt x="7" y="5"/>
                    <a:pt x="10" y="4"/>
                    <a:pt x="11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2" name="Freeform 239">
              <a:extLst>
                <a:ext uri="{FF2B5EF4-FFF2-40B4-BE49-F238E27FC236}">
                  <a16:creationId xmlns:a16="http://schemas.microsoft.com/office/drawing/2014/main" id="{CEAC75E6-810F-42A5-997F-120E096FB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043"/>
              <a:ext cx="23" cy="18"/>
            </a:xfrm>
            <a:custGeom>
              <a:avLst/>
              <a:gdLst>
                <a:gd name="T0" fmla="*/ 151 w 9"/>
                <a:gd name="T1" fmla="*/ 0 h 7"/>
                <a:gd name="T2" fmla="*/ 66 w 9"/>
                <a:gd name="T3" fmla="*/ 118 h 7"/>
                <a:gd name="T4" fmla="*/ 0 w 9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0"/>
                    <a:pt x="4" y="4"/>
                    <a:pt x="4" y="7"/>
                  </a:cubicBezTo>
                  <a:cubicBezTo>
                    <a:pt x="3" y="5"/>
                    <a:pt x="2" y="3"/>
                    <a:pt x="0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3" name="Freeform 240">
              <a:extLst>
                <a:ext uri="{FF2B5EF4-FFF2-40B4-BE49-F238E27FC236}">
                  <a16:creationId xmlns:a16="http://schemas.microsoft.com/office/drawing/2014/main" id="{23E8A46D-1781-4BB2-8194-910BDEE77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032"/>
              <a:ext cx="25" cy="13"/>
            </a:xfrm>
            <a:custGeom>
              <a:avLst/>
              <a:gdLst>
                <a:gd name="T0" fmla="*/ 0 w 10"/>
                <a:gd name="T1" fmla="*/ 34 h 5"/>
                <a:gd name="T2" fmla="*/ 158 w 10"/>
                <a:gd name="T3" fmla="*/ 88 h 5"/>
                <a:gd name="T4" fmla="*/ 125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4" y="2"/>
                    <a:pt x="8" y="2"/>
                    <a:pt x="10" y="5"/>
                  </a:cubicBezTo>
                  <a:cubicBezTo>
                    <a:pt x="10" y="3"/>
                    <a:pt x="9" y="2"/>
                    <a:pt x="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4" name="Freeform 241">
              <a:extLst>
                <a:ext uri="{FF2B5EF4-FFF2-40B4-BE49-F238E27FC236}">
                  <a16:creationId xmlns:a16="http://schemas.microsoft.com/office/drawing/2014/main" id="{D39C19E2-980E-4C56-95B7-0C6AE08C5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024"/>
              <a:ext cx="58" cy="24"/>
            </a:xfrm>
            <a:custGeom>
              <a:avLst/>
              <a:gdLst>
                <a:gd name="T0" fmla="*/ 0 w 23"/>
                <a:gd name="T1" fmla="*/ 35 h 9"/>
                <a:gd name="T2" fmla="*/ 242 w 23"/>
                <a:gd name="T3" fmla="*/ 115 h 9"/>
                <a:gd name="T4" fmla="*/ 305 w 23"/>
                <a:gd name="T5" fmla="*/ 136 h 9"/>
                <a:gd name="T6" fmla="*/ 368 w 23"/>
                <a:gd name="T7" fmla="*/ 171 h 9"/>
                <a:gd name="T8" fmla="*/ 242 w 23"/>
                <a:gd name="T9" fmla="*/ 77 h 9"/>
                <a:gd name="T10" fmla="*/ 192 w 2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9">
                  <a:moveTo>
                    <a:pt x="0" y="2"/>
                  </a:moveTo>
                  <a:cubicBezTo>
                    <a:pt x="5" y="2"/>
                    <a:pt x="11" y="4"/>
                    <a:pt x="15" y="6"/>
                  </a:cubicBezTo>
                  <a:cubicBezTo>
                    <a:pt x="17" y="6"/>
                    <a:pt x="18" y="7"/>
                    <a:pt x="19" y="7"/>
                  </a:cubicBezTo>
                  <a:cubicBezTo>
                    <a:pt x="20" y="8"/>
                    <a:pt x="22" y="8"/>
                    <a:pt x="23" y="9"/>
                  </a:cubicBezTo>
                  <a:cubicBezTo>
                    <a:pt x="20" y="7"/>
                    <a:pt x="18" y="6"/>
                    <a:pt x="15" y="4"/>
                  </a:cubicBezTo>
                  <a:cubicBezTo>
                    <a:pt x="14" y="3"/>
                    <a:pt x="10" y="1"/>
                    <a:pt x="1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5" name="Freeform 242">
              <a:extLst>
                <a:ext uri="{FF2B5EF4-FFF2-40B4-BE49-F238E27FC236}">
                  <a16:creationId xmlns:a16="http://schemas.microsoft.com/office/drawing/2014/main" id="{821A3AE1-9EDD-4BBF-96DF-632D36071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019"/>
              <a:ext cx="25" cy="10"/>
            </a:xfrm>
            <a:custGeom>
              <a:avLst/>
              <a:gdLst>
                <a:gd name="T0" fmla="*/ 0 w 10"/>
                <a:gd name="T1" fmla="*/ 0 h 4"/>
                <a:gd name="T2" fmla="*/ 158 w 10"/>
                <a:gd name="T3" fmla="*/ 63 h 4"/>
                <a:gd name="T4" fmla="*/ 125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3" y="1"/>
                    <a:pt x="7" y="4"/>
                    <a:pt x="10" y="4"/>
                  </a:cubicBezTo>
                  <a:cubicBezTo>
                    <a:pt x="9" y="3"/>
                    <a:pt x="7" y="1"/>
                    <a:pt x="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6" name="Freeform 243">
              <a:extLst>
                <a:ext uri="{FF2B5EF4-FFF2-40B4-BE49-F238E27FC236}">
                  <a16:creationId xmlns:a16="http://schemas.microsoft.com/office/drawing/2014/main" id="{F5783E38-E527-4CD3-B659-B490372FD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011"/>
              <a:ext cx="35" cy="8"/>
            </a:xfrm>
            <a:custGeom>
              <a:avLst/>
              <a:gdLst>
                <a:gd name="T0" fmla="*/ 0 w 14"/>
                <a:gd name="T1" fmla="*/ 35 h 3"/>
                <a:gd name="T2" fmla="*/ 208 w 14"/>
                <a:gd name="T3" fmla="*/ 56 h 3"/>
                <a:gd name="T4" fmla="*/ 220 w 14"/>
                <a:gd name="T5" fmla="*/ 0 h 3"/>
                <a:gd name="T6" fmla="*/ 113 w 1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4" y="3"/>
                    <a:pt x="9" y="3"/>
                    <a:pt x="13" y="3"/>
                  </a:cubicBezTo>
                  <a:cubicBezTo>
                    <a:pt x="11" y="2"/>
                    <a:pt x="13" y="1"/>
                    <a:pt x="14" y="0"/>
                  </a:cubicBezTo>
                  <a:cubicBezTo>
                    <a:pt x="12" y="0"/>
                    <a:pt x="9" y="0"/>
                    <a:pt x="7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7" name="Freeform 244">
              <a:extLst>
                <a:ext uri="{FF2B5EF4-FFF2-40B4-BE49-F238E27FC236}">
                  <a16:creationId xmlns:a16="http://schemas.microsoft.com/office/drawing/2014/main" id="{4BDF1428-777F-44F8-8B25-30955C935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032"/>
              <a:ext cx="17" cy="13"/>
            </a:xfrm>
            <a:custGeom>
              <a:avLst/>
              <a:gdLst>
                <a:gd name="T0" fmla="*/ 12 w 7"/>
                <a:gd name="T1" fmla="*/ 0 h 5"/>
                <a:gd name="T2" fmla="*/ 0 w 7"/>
                <a:gd name="T3" fmla="*/ 88 h 5"/>
                <a:gd name="T4" fmla="*/ 100 w 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2" y="1"/>
                    <a:pt x="1" y="4"/>
                    <a:pt x="0" y="5"/>
                  </a:cubicBezTo>
                  <a:cubicBezTo>
                    <a:pt x="3" y="4"/>
                    <a:pt x="5" y="2"/>
                    <a:pt x="7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8" name="Freeform 245">
              <a:extLst>
                <a:ext uri="{FF2B5EF4-FFF2-40B4-BE49-F238E27FC236}">
                  <a16:creationId xmlns:a16="http://schemas.microsoft.com/office/drawing/2014/main" id="{435A4AC9-4C9B-40A1-A478-F79DED8AD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021"/>
              <a:ext cx="23" cy="14"/>
            </a:xfrm>
            <a:custGeom>
              <a:avLst/>
              <a:gdLst>
                <a:gd name="T0" fmla="*/ 0 w 9"/>
                <a:gd name="T1" fmla="*/ 0 h 5"/>
                <a:gd name="T2" fmla="*/ 33 w 9"/>
                <a:gd name="T3" fmla="*/ 62 h 5"/>
                <a:gd name="T4" fmla="*/ 33 w 9"/>
                <a:gd name="T5" fmla="*/ 109 h 5"/>
                <a:gd name="T6" fmla="*/ 151 w 9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1"/>
                    <a:pt x="2" y="1"/>
                    <a:pt x="2" y="3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4" y="5"/>
                    <a:pt x="7" y="4"/>
                    <a:pt x="9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9" name="Freeform 246">
              <a:extLst>
                <a:ext uri="{FF2B5EF4-FFF2-40B4-BE49-F238E27FC236}">
                  <a16:creationId xmlns:a16="http://schemas.microsoft.com/office/drawing/2014/main" id="{BBDCA09E-A9EC-4C75-ADC9-2230C0CF1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019"/>
              <a:ext cx="15" cy="5"/>
            </a:xfrm>
            <a:custGeom>
              <a:avLst/>
              <a:gdLst>
                <a:gd name="T0" fmla="*/ 0 w 6"/>
                <a:gd name="T1" fmla="*/ 0 h 2"/>
                <a:gd name="T2" fmla="*/ 0 w 6"/>
                <a:gd name="T3" fmla="*/ 0 h 2"/>
                <a:gd name="T4" fmla="*/ 0 w 6"/>
                <a:gd name="T5" fmla="*/ 33 h 2"/>
                <a:gd name="T6" fmla="*/ 95 w 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0" name="Freeform 247">
              <a:extLst>
                <a:ext uri="{FF2B5EF4-FFF2-40B4-BE49-F238E27FC236}">
                  <a16:creationId xmlns:a16="http://schemas.microsoft.com/office/drawing/2014/main" id="{53FF5444-3E60-425E-BB1E-5C7401C5E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848"/>
              <a:ext cx="18" cy="11"/>
            </a:xfrm>
            <a:custGeom>
              <a:avLst/>
              <a:gdLst>
                <a:gd name="T0" fmla="*/ 0 w 7"/>
                <a:gd name="T1" fmla="*/ 0 h 4"/>
                <a:gd name="T2" fmla="*/ 21 w 7"/>
                <a:gd name="T3" fmla="*/ 0 h 4"/>
                <a:gd name="T4" fmla="*/ 21 w 7"/>
                <a:gd name="T5" fmla="*/ 83 h 4"/>
                <a:gd name="T6" fmla="*/ 118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3"/>
                    <a:pt x="1" y="4"/>
                  </a:cubicBezTo>
                  <a:cubicBezTo>
                    <a:pt x="2" y="2"/>
                    <a:pt x="5" y="2"/>
                    <a:pt x="7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1" name="Freeform 248">
              <a:extLst>
                <a:ext uri="{FF2B5EF4-FFF2-40B4-BE49-F238E27FC236}">
                  <a16:creationId xmlns:a16="http://schemas.microsoft.com/office/drawing/2014/main" id="{66CF867C-2A6F-4A40-8984-4C1059FB6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848"/>
              <a:ext cx="17" cy="11"/>
            </a:xfrm>
            <a:custGeom>
              <a:avLst/>
              <a:gdLst>
                <a:gd name="T0" fmla="*/ 100 w 7"/>
                <a:gd name="T1" fmla="*/ 0 h 4"/>
                <a:gd name="T2" fmla="*/ 70 w 7"/>
                <a:gd name="T3" fmla="*/ 83 h 4"/>
                <a:gd name="T4" fmla="*/ 0 w 7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0"/>
                    <a:pt x="5" y="3"/>
                    <a:pt x="5" y="4"/>
                  </a:cubicBezTo>
                  <a:cubicBezTo>
                    <a:pt x="4" y="2"/>
                    <a:pt x="2" y="1"/>
                    <a:pt x="0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2" name="Freeform 249">
              <a:extLst>
                <a:ext uri="{FF2B5EF4-FFF2-40B4-BE49-F238E27FC236}">
                  <a16:creationId xmlns:a16="http://schemas.microsoft.com/office/drawing/2014/main" id="{C138EB74-ABF7-445D-8710-CDA3A6B24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843"/>
              <a:ext cx="910" cy="269"/>
            </a:xfrm>
            <a:custGeom>
              <a:avLst/>
              <a:gdLst>
                <a:gd name="T0" fmla="*/ 0 w 364"/>
                <a:gd name="T1" fmla="*/ 0 h 101"/>
                <a:gd name="T2" fmla="*/ 5688 w 364"/>
                <a:gd name="T3" fmla="*/ 1249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4" h="101">
                  <a:moveTo>
                    <a:pt x="0" y="0"/>
                  </a:moveTo>
                  <a:cubicBezTo>
                    <a:pt x="20" y="15"/>
                    <a:pt x="156" y="101"/>
                    <a:pt x="364" y="6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3" name="Freeform 250">
              <a:extLst>
                <a:ext uri="{FF2B5EF4-FFF2-40B4-BE49-F238E27FC236}">
                  <a16:creationId xmlns:a16="http://schemas.microsoft.com/office/drawing/2014/main" id="{3FC68BE4-3393-468C-A834-FC30DDA26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296"/>
              <a:ext cx="165" cy="69"/>
            </a:xfrm>
            <a:custGeom>
              <a:avLst/>
              <a:gdLst>
                <a:gd name="T0" fmla="*/ 0 w 66"/>
                <a:gd name="T1" fmla="*/ 486 h 26"/>
                <a:gd name="T2" fmla="*/ 1033 w 66"/>
                <a:gd name="T3" fmla="*/ 9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26">
                  <a:moveTo>
                    <a:pt x="0" y="26"/>
                  </a:moveTo>
                  <a:cubicBezTo>
                    <a:pt x="11" y="18"/>
                    <a:pt x="40" y="0"/>
                    <a:pt x="6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4" name="Freeform 251">
              <a:extLst>
                <a:ext uri="{FF2B5EF4-FFF2-40B4-BE49-F238E27FC236}">
                  <a16:creationId xmlns:a16="http://schemas.microsoft.com/office/drawing/2014/main" id="{79CFA5A1-EA7B-4A8E-99FE-2A24E529E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840"/>
              <a:ext cx="385" cy="147"/>
            </a:xfrm>
            <a:custGeom>
              <a:avLst/>
              <a:gdLst>
                <a:gd name="T0" fmla="*/ 0 w 154"/>
                <a:gd name="T1" fmla="*/ 1050 h 55"/>
                <a:gd name="T2" fmla="*/ 2408 w 154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4" h="55">
                  <a:moveTo>
                    <a:pt x="0" y="55"/>
                  </a:moveTo>
                  <a:cubicBezTo>
                    <a:pt x="41" y="46"/>
                    <a:pt x="116" y="22"/>
                    <a:pt x="154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5539" name="Anterior-view-of-cerebellum">
            <a:extLst>
              <a:ext uri="{FF2B5EF4-FFF2-40B4-BE49-F238E27FC236}">
                <a16:creationId xmlns:a16="http://schemas.microsoft.com/office/drawing/2014/main" id="{9DE0E8EB-4FDF-4684-8E74-4A700117B22E}"/>
              </a:ext>
            </a:extLst>
          </p:cNvPr>
          <p:cNvGrpSpPr>
            <a:grpSpLocks/>
          </p:cNvGrpSpPr>
          <p:nvPr/>
        </p:nvGrpSpPr>
        <p:grpSpPr bwMode="auto">
          <a:xfrm>
            <a:off x="5562600" y="3429000"/>
            <a:ext cx="4484688" cy="2430463"/>
            <a:chOff x="2544" y="2141"/>
            <a:chExt cx="2825" cy="1531"/>
          </a:xfrm>
        </p:grpSpPr>
        <p:grpSp>
          <p:nvGrpSpPr>
            <p:cNvPr id="65540" name="Group 253">
              <a:extLst>
                <a:ext uri="{FF2B5EF4-FFF2-40B4-BE49-F238E27FC236}">
                  <a16:creationId xmlns:a16="http://schemas.microsoft.com/office/drawing/2014/main" id="{CDB1CEE2-4573-4D51-B57A-B70DF548A9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44" y="2141"/>
              <a:ext cx="2825" cy="1528"/>
              <a:chOff x="2544" y="2141"/>
              <a:chExt cx="2825" cy="1528"/>
            </a:xfrm>
          </p:grpSpPr>
          <p:sp>
            <p:nvSpPr>
              <p:cNvPr id="65767" name="Freeform 254">
                <a:extLst>
                  <a:ext uri="{FF2B5EF4-FFF2-40B4-BE49-F238E27FC236}">
                    <a16:creationId xmlns:a16="http://schemas.microsoft.com/office/drawing/2014/main" id="{007A0EC0-A43E-4FD6-80B7-5691F8604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141"/>
                <a:ext cx="2825" cy="1528"/>
              </a:xfrm>
              <a:custGeom>
                <a:avLst/>
                <a:gdLst>
                  <a:gd name="T0" fmla="*/ 15613 w 1130"/>
                  <a:gd name="T1" fmla="*/ 8797 h 573"/>
                  <a:gd name="T2" fmla="*/ 14895 w 1130"/>
                  <a:gd name="T3" fmla="*/ 9408 h 573"/>
                  <a:gd name="T4" fmla="*/ 14563 w 1130"/>
                  <a:gd name="T5" fmla="*/ 9672 h 573"/>
                  <a:gd name="T6" fmla="*/ 13363 w 1130"/>
                  <a:gd name="T7" fmla="*/ 10317 h 573"/>
                  <a:gd name="T8" fmla="*/ 12658 w 1130"/>
                  <a:gd name="T9" fmla="*/ 10659 h 573"/>
                  <a:gd name="T10" fmla="*/ 11688 w 1130"/>
                  <a:gd name="T11" fmla="*/ 10867 h 573"/>
                  <a:gd name="T12" fmla="*/ 10238 w 1130"/>
                  <a:gd name="T13" fmla="*/ 10411 h 573"/>
                  <a:gd name="T14" fmla="*/ 9300 w 1130"/>
                  <a:gd name="T15" fmla="*/ 8952 h 573"/>
                  <a:gd name="T16" fmla="*/ 8833 w 1130"/>
                  <a:gd name="T17" fmla="*/ 9139 h 573"/>
                  <a:gd name="T18" fmla="*/ 7613 w 1130"/>
                  <a:gd name="T19" fmla="*/ 10261 h 573"/>
                  <a:gd name="T20" fmla="*/ 6583 w 1130"/>
                  <a:gd name="T21" fmla="*/ 10808 h 573"/>
                  <a:gd name="T22" fmla="*/ 5500 w 1130"/>
                  <a:gd name="T23" fmla="*/ 10717 h 573"/>
                  <a:gd name="T24" fmla="*/ 4645 w 1130"/>
                  <a:gd name="T25" fmla="*/ 10445 h 573"/>
                  <a:gd name="T26" fmla="*/ 3675 w 1130"/>
                  <a:gd name="T27" fmla="*/ 10069 h 573"/>
                  <a:gd name="T28" fmla="*/ 2925 w 1130"/>
                  <a:gd name="T29" fmla="*/ 9501 h 573"/>
                  <a:gd name="T30" fmla="*/ 2375 w 1130"/>
                  <a:gd name="T31" fmla="*/ 9181 h 573"/>
                  <a:gd name="T32" fmla="*/ 1958 w 1130"/>
                  <a:gd name="T33" fmla="*/ 8739 h 573"/>
                  <a:gd name="T34" fmla="*/ 563 w 1130"/>
                  <a:gd name="T35" fmla="*/ 7019 h 573"/>
                  <a:gd name="T36" fmla="*/ 158 w 1130"/>
                  <a:gd name="T37" fmla="*/ 5653 h 573"/>
                  <a:gd name="T38" fmla="*/ 458 w 1130"/>
                  <a:gd name="T39" fmla="*/ 4573 h 573"/>
                  <a:gd name="T40" fmla="*/ 1158 w 1130"/>
                  <a:gd name="T41" fmla="*/ 3677 h 573"/>
                  <a:gd name="T42" fmla="*/ 1520 w 1130"/>
                  <a:gd name="T43" fmla="*/ 2901 h 573"/>
                  <a:gd name="T44" fmla="*/ 1970 w 1130"/>
                  <a:gd name="T45" fmla="*/ 2389 h 573"/>
                  <a:gd name="T46" fmla="*/ 2345 w 1130"/>
                  <a:gd name="T47" fmla="*/ 1955 h 573"/>
                  <a:gd name="T48" fmla="*/ 2738 w 1130"/>
                  <a:gd name="T49" fmla="*/ 1557 h 573"/>
                  <a:gd name="T50" fmla="*/ 3313 w 1130"/>
                  <a:gd name="T51" fmla="*/ 1160 h 573"/>
                  <a:gd name="T52" fmla="*/ 3770 w 1130"/>
                  <a:gd name="T53" fmla="*/ 760 h 573"/>
                  <a:gd name="T54" fmla="*/ 4425 w 1130"/>
                  <a:gd name="T55" fmla="*/ 456 h 573"/>
                  <a:gd name="T56" fmla="*/ 6895 w 1130"/>
                  <a:gd name="T57" fmla="*/ 931 h 573"/>
                  <a:gd name="T58" fmla="*/ 8833 w 1130"/>
                  <a:gd name="T59" fmla="*/ 1173 h 573"/>
                  <a:gd name="T60" fmla="*/ 9833 w 1130"/>
                  <a:gd name="T61" fmla="*/ 1365 h 573"/>
                  <a:gd name="T62" fmla="*/ 11720 w 1130"/>
                  <a:gd name="T63" fmla="*/ 307 h 573"/>
                  <a:gd name="T64" fmla="*/ 13625 w 1130"/>
                  <a:gd name="T65" fmla="*/ 547 h 573"/>
                  <a:gd name="T66" fmla="*/ 13895 w 1130"/>
                  <a:gd name="T67" fmla="*/ 760 h 573"/>
                  <a:gd name="T68" fmla="*/ 14708 w 1130"/>
                  <a:gd name="T69" fmla="*/ 1421 h 573"/>
                  <a:gd name="T70" fmla="*/ 15158 w 1130"/>
                  <a:gd name="T71" fmla="*/ 1821 h 573"/>
                  <a:gd name="T72" fmla="*/ 15500 w 1130"/>
                  <a:gd name="T73" fmla="*/ 2240 h 573"/>
                  <a:gd name="T74" fmla="*/ 15875 w 1130"/>
                  <a:gd name="T75" fmla="*/ 2696 h 573"/>
                  <a:gd name="T76" fmla="*/ 16300 w 1130"/>
                  <a:gd name="T77" fmla="*/ 3320 h 573"/>
                  <a:gd name="T78" fmla="*/ 16720 w 1130"/>
                  <a:gd name="T79" fmla="*/ 4061 h 573"/>
                  <a:gd name="T80" fmla="*/ 17425 w 1130"/>
                  <a:gd name="T81" fmla="*/ 5085 h 573"/>
                  <a:gd name="T82" fmla="*/ 17238 w 1130"/>
                  <a:gd name="T83" fmla="*/ 6336 h 573"/>
                  <a:gd name="T84" fmla="*/ 16375 w 1130"/>
                  <a:gd name="T85" fmla="*/ 7944 h 57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30" h="573">
                    <a:moveTo>
                      <a:pt x="1022" y="448"/>
                    </a:moveTo>
                    <a:cubicBezTo>
                      <a:pt x="1017" y="453"/>
                      <a:pt x="1005" y="459"/>
                      <a:pt x="999" y="464"/>
                    </a:cubicBezTo>
                    <a:cubicBezTo>
                      <a:pt x="993" y="470"/>
                      <a:pt x="987" y="479"/>
                      <a:pt x="979" y="484"/>
                    </a:cubicBezTo>
                    <a:cubicBezTo>
                      <a:pt x="972" y="490"/>
                      <a:pt x="962" y="492"/>
                      <a:pt x="953" y="496"/>
                    </a:cubicBezTo>
                    <a:cubicBezTo>
                      <a:pt x="950" y="497"/>
                      <a:pt x="947" y="499"/>
                      <a:pt x="944" y="501"/>
                    </a:cubicBezTo>
                    <a:cubicBezTo>
                      <a:pt x="939" y="503"/>
                      <a:pt x="937" y="508"/>
                      <a:pt x="932" y="510"/>
                    </a:cubicBezTo>
                    <a:cubicBezTo>
                      <a:pt x="925" y="514"/>
                      <a:pt x="905" y="527"/>
                      <a:pt x="896" y="531"/>
                    </a:cubicBezTo>
                    <a:cubicBezTo>
                      <a:pt x="882" y="538"/>
                      <a:pt x="862" y="541"/>
                      <a:pt x="855" y="544"/>
                    </a:cubicBezTo>
                    <a:cubicBezTo>
                      <a:pt x="847" y="547"/>
                      <a:pt x="841" y="548"/>
                      <a:pt x="834" y="551"/>
                    </a:cubicBezTo>
                    <a:cubicBezTo>
                      <a:pt x="824" y="554"/>
                      <a:pt x="818" y="559"/>
                      <a:pt x="810" y="562"/>
                    </a:cubicBezTo>
                    <a:cubicBezTo>
                      <a:pt x="803" y="564"/>
                      <a:pt x="786" y="564"/>
                      <a:pt x="779" y="565"/>
                    </a:cubicBezTo>
                    <a:cubicBezTo>
                      <a:pt x="765" y="568"/>
                      <a:pt x="761" y="572"/>
                      <a:pt x="748" y="573"/>
                    </a:cubicBezTo>
                    <a:cubicBezTo>
                      <a:pt x="738" y="573"/>
                      <a:pt x="720" y="572"/>
                      <a:pt x="710" y="570"/>
                    </a:cubicBezTo>
                    <a:cubicBezTo>
                      <a:pt x="688" y="567"/>
                      <a:pt x="675" y="561"/>
                      <a:pt x="655" y="549"/>
                    </a:cubicBezTo>
                    <a:cubicBezTo>
                      <a:pt x="651" y="547"/>
                      <a:pt x="647" y="543"/>
                      <a:pt x="644" y="541"/>
                    </a:cubicBezTo>
                    <a:cubicBezTo>
                      <a:pt x="626" y="529"/>
                      <a:pt x="596" y="481"/>
                      <a:pt x="595" y="472"/>
                    </a:cubicBezTo>
                    <a:cubicBezTo>
                      <a:pt x="589" y="481"/>
                      <a:pt x="575" y="482"/>
                      <a:pt x="566" y="482"/>
                    </a:cubicBezTo>
                    <a:cubicBezTo>
                      <a:pt x="565" y="482"/>
                      <a:pt x="565" y="482"/>
                      <a:pt x="565" y="482"/>
                    </a:cubicBezTo>
                    <a:cubicBezTo>
                      <a:pt x="556" y="482"/>
                      <a:pt x="542" y="481"/>
                      <a:pt x="537" y="472"/>
                    </a:cubicBezTo>
                    <a:cubicBezTo>
                      <a:pt x="536" y="481"/>
                      <a:pt x="505" y="529"/>
                      <a:pt x="487" y="541"/>
                    </a:cubicBezTo>
                    <a:cubicBezTo>
                      <a:pt x="484" y="543"/>
                      <a:pt x="480" y="547"/>
                      <a:pt x="477" y="549"/>
                    </a:cubicBezTo>
                    <a:cubicBezTo>
                      <a:pt x="457" y="561"/>
                      <a:pt x="443" y="567"/>
                      <a:pt x="421" y="570"/>
                    </a:cubicBezTo>
                    <a:cubicBezTo>
                      <a:pt x="411" y="572"/>
                      <a:pt x="394" y="573"/>
                      <a:pt x="383" y="573"/>
                    </a:cubicBezTo>
                    <a:cubicBezTo>
                      <a:pt x="370" y="572"/>
                      <a:pt x="366" y="568"/>
                      <a:pt x="352" y="565"/>
                    </a:cubicBezTo>
                    <a:cubicBezTo>
                      <a:pt x="345" y="564"/>
                      <a:pt x="329" y="564"/>
                      <a:pt x="322" y="562"/>
                    </a:cubicBezTo>
                    <a:cubicBezTo>
                      <a:pt x="314" y="559"/>
                      <a:pt x="307" y="554"/>
                      <a:pt x="297" y="551"/>
                    </a:cubicBezTo>
                    <a:cubicBezTo>
                      <a:pt x="290" y="548"/>
                      <a:pt x="284" y="547"/>
                      <a:pt x="276" y="544"/>
                    </a:cubicBezTo>
                    <a:cubicBezTo>
                      <a:pt x="270" y="541"/>
                      <a:pt x="249" y="538"/>
                      <a:pt x="235" y="531"/>
                    </a:cubicBezTo>
                    <a:cubicBezTo>
                      <a:pt x="226" y="527"/>
                      <a:pt x="206" y="514"/>
                      <a:pt x="199" y="510"/>
                    </a:cubicBezTo>
                    <a:cubicBezTo>
                      <a:pt x="194" y="508"/>
                      <a:pt x="192" y="503"/>
                      <a:pt x="187" y="501"/>
                    </a:cubicBezTo>
                    <a:cubicBezTo>
                      <a:pt x="185" y="499"/>
                      <a:pt x="181" y="497"/>
                      <a:pt x="178" y="496"/>
                    </a:cubicBezTo>
                    <a:cubicBezTo>
                      <a:pt x="169" y="492"/>
                      <a:pt x="160" y="490"/>
                      <a:pt x="152" y="484"/>
                    </a:cubicBezTo>
                    <a:cubicBezTo>
                      <a:pt x="144" y="479"/>
                      <a:pt x="139" y="470"/>
                      <a:pt x="132" y="464"/>
                    </a:cubicBezTo>
                    <a:cubicBezTo>
                      <a:pt x="132" y="464"/>
                      <a:pt x="129" y="462"/>
                      <a:pt x="125" y="461"/>
                    </a:cubicBezTo>
                    <a:cubicBezTo>
                      <a:pt x="114" y="459"/>
                      <a:pt x="75" y="433"/>
                      <a:pt x="75" y="419"/>
                    </a:cubicBezTo>
                    <a:cubicBezTo>
                      <a:pt x="66" y="419"/>
                      <a:pt x="36" y="394"/>
                      <a:pt x="36" y="370"/>
                    </a:cubicBezTo>
                    <a:cubicBezTo>
                      <a:pt x="28" y="367"/>
                      <a:pt x="11" y="346"/>
                      <a:pt x="19" y="334"/>
                    </a:cubicBezTo>
                    <a:cubicBezTo>
                      <a:pt x="13" y="329"/>
                      <a:pt x="3" y="308"/>
                      <a:pt x="10" y="298"/>
                    </a:cubicBezTo>
                    <a:cubicBezTo>
                      <a:pt x="7" y="294"/>
                      <a:pt x="0" y="286"/>
                      <a:pt x="4" y="272"/>
                    </a:cubicBezTo>
                    <a:cubicBezTo>
                      <a:pt x="8" y="258"/>
                      <a:pt x="23" y="245"/>
                      <a:pt x="29" y="241"/>
                    </a:cubicBezTo>
                    <a:cubicBezTo>
                      <a:pt x="28" y="234"/>
                      <a:pt x="38" y="219"/>
                      <a:pt x="52" y="214"/>
                    </a:cubicBezTo>
                    <a:cubicBezTo>
                      <a:pt x="50" y="208"/>
                      <a:pt x="68" y="190"/>
                      <a:pt x="74" y="194"/>
                    </a:cubicBezTo>
                    <a:cubicBezTo>
                      <a:pt x="75" y="185"/>
                      <a:pt x="74" y="174"/>
                      <a:pt x="89" y="170"/>
                    </a:cubicBezTo>
                    <a:cubicBezTo>
                      <a:pt x="89" y="170"/>
                      <a:pt x="89" y="163"/>
                      <a:pt x="97" y="153"/>
                    </a:cubicBezTo>
                    <a:cubicBezTo>
                      <a:pt x="106" y="143"/>
                      <a:pt x="111" y="143"/>
                      <a:pt x="115" y="142"/>
                    </a:cubicBezTo>
                    <a:cubicBezTo>
                      <a:pt x="118" y="139"/>
                      <a:pt x="123" y="130"/>
                      <a:pt x="126" y="126"/>
                    </a:cubicBezTo>
                    <a:cubicBezTo>
                      <a:pt x="131" y="121"/>
                      <a:pt x="134" y="123"/>
                      <a:pt x="139" y="118"/>
                    </a:cubicBezTo>
                    <a:cubicBezTo>
                      <a:pt x="142" y="114"/>
                      <a:pt x="146" y="106"/>
                      <a:pt x="150" y="103"/>
                    </a:cubicBezTo>
                    <a:cubicBezTo>
                      <a:pt x="153" y="99"/>
                      <a:pt x="158" y="100"/>
                      <a:pt x="161" y="96"/>
                    </a:cubicBezTo>
                    <a:cubicBezTo>
                      <a:pt x="166" y="92"/>
                      <a:pt x="170" y="86"/>
                      <a:pt x="175" y="82"/>
                    </a:cubicBezTo>
                    <a:cubicBezTo>
                      <a:pt x="180" y="79"/>
                      <a:pt x="186" y="78"/>
                      <a:pt x="190" y="75"/>
                    </a:cubicBezTo>
                    <a:cubicBezTo>
                      <a:pt x="194" y="68"/>
                      <a:pt x="205" y="63"/>
                      <a:pt x="212" y="61"/>
                    </a:cubicBezTo>
                    <a:cubicBezTo>
                      <a:pt x="220" y="52"/>
                      <a:pt x="229" y="46"/>
                      <a:pt x="242" y="40"/>
                    </a:cubicBezTo>
                    <a:cubicBezTo>
                      <a:pt x="242" y="40"/>
                      <a:pt x="242" y="40"/>
                      <a:pt x="241" y="40"/>
                    </a:cubicBezTo>
                    <a:cubicBezTo>
                      <a:pt x="244" y="37"/>
                      <a:pt x="254" y="31"/>
                      <a:pt x="260" y="29"/>
                    </a:cubicBezTo>
                    <a:cubicBezTo>
                      <a:pt x="267" y="26"/>
                      <a:pt x="275" y="27"/>
                      <a:pt x="283" y="24"/>
                    </a:cubicBezTo>
                    <a:cubicBezTo>
                      <a:pt x="314" y="11"/>
                      <a:pt x="345" y="0"/>
                      <a:pt x="382" y="16"/>
                    </a:cubicBezTo>
                    <a:cubicBezTo>
                      <a:pt x="402" y="24"/>
                      <a:pt x="419" y="41"/>
                      <a:pt x="441" y="49"/>
                    </a:cubicBezTo>
                    <a:cubicBezTo>
                      <a:pt x="458" y="55"/>
                      <a:pt x="496" y="52"/>
                      <a:pt x="502" y="72"/>
                    </a:cubicBezTo>
                    <a:cubicBezTo>
                      <a:pt x="507" y="70"/>
                      <a:pt x="530" y="62"/>
                      <a:pt x="565" y="62"/>
                    </a:cubicBezTo>
                    <a:cubicBezTo>
                      <a:pt x="566" y="62"/>
                      <a:pt x="566" y="62"/>
                      <a:pt x="566" y="62"/>
                    </a:cubicBezTo>
                    <a:cubicBezTo>
                      <a:pt x="601" y="62"/>
                      <a:pt x="624" y="70"/>
                      <a:pt x="629" y="72"/>
                    </a:cubicBezTo>
                    <a:cubicBezTo>
                      <a:pt x="635" y="52"/>
                      <a:pt x="673" y="55"/>
                      <a:pt x="690" y="49"/>
                    </a:cubicBezTo>
                    <a:cubicBezTo>
                      <a:pt x="712" y="41"/>
                      <a:pt x="729" y="24"/>
                      <a:pt x="750" y="16"/>
                    </a:cubicBezTo>
                    <a:cubicBezTo>
                      <a:pt x="787" y="0"/>
                      <a:pt x="817" y="11"/>
                      <a:pt x="849" y="24"/>
                    </a:cubicBezTo>
                    <a:cubicBezTo>
                      <a:pt x="856" y="27"/>
                      <a:pt x="864" y="26"/>
                      <a:pt x="872" y="29"/>
                    </a:cubicBezTo>
                    <a:cubicBezTo>
                      <a:pt x="878" y="31"/>
                      <a:pt x="887" y="37"/>
                      <a:pt x="890" y="40"/>
                    </a:cubicBezTo>
                    <a:cubicBezTo>
                      <a:pt x="890" y="40"/>
                      <a:pt x="890" y="40"/>
                      <a:pt x="889" y="40"/>
                    </a:cubicBezTo>
                    <a:cubicBezTo>
                      <a:pt x="902" y="46"/>
                      <a:pt x="911" y="52"/>
                      <a:pt x="920" y="61"/>
                    </a:cubicBezTo>
                    <a:cubicBezTo>
                      <a:pt x="926" y="63"/>
                      <a:pt x="938" y="68"/>
                      <a:pt x="941" y="75"/>
                    </a:cubicBezTo>
                    <a:cubicBezTo>
                      <a:pt x="946" y="78"/>
                      <a:pt x="951" y="79"/>
                      <a:pt x="956" y="82"/>
                    </a:cubicBezTo>
                    <a:cubicBezTo>
                      <a:pt x="961" y="86"/>
                      <a:pt x="965" y="92"/>
                      <a:pt x="970" y="96"/>
                    </a:cubicBezTo>
                    <a:cubicBezTo>
                      <a:pt x="974" y="100"/>
                      <a:pt x="978" y="99"/>
                      <a:pt x="982" y="103"/>
                    </a:cubicBezTo>
                    <a:cubicBezTo>
                      <a:pt x="985" y="106"/>
                      <a:pt x="989" y="114"/>
                      <a:pt x="992" y="118"/>
                    </a:cubicBezTo>
                    <a:cubicBezTo>
                      <a:pt x="998" y="123"/>
                      <a:pt x="1001" y="121"/>
                      <a:pt x="1005" y="126"/>
                    </a:cubicBezTo>
                    <a:cubicBezTo>
                      <a:pt x="1009" y="130"/>
                      <a:pt x="1013" y="139"/>
                      <a:pt x="1016" y="142"/>
                    </a:cubicBezTo>
                    <a:cubicBezTo>
                      <a:pt x="1020" y="143"/>
                      <a:pt x="1028" y="150"/>
                      <a:pt x="1033" y="156"/>
                    </a:cubicBezTo>
                    <a:cubicBezTo>
                      <a:pt x="1037" y="161"/>
                      <a:pt x="1042" y="167"/>
                      <a:pt x="1043" y="175"/>
                    </a:cubicBezTo>
                    <a:cubicBezTo>
                      <a:pt x="1047" y="180"/>
                      <a:pt x="1053" y="190"/>
                      <a:pt x="1053" y="190"/>
                    </a:cubicBezTo>
                    <a:cubicBezTo>
                      <a:pt x="1060" y="189"/>
                      <a:pt x="1073" y="208"/>
                      <a:pt x="1070" y="214"/>
                    </a:cubicBezTo>
                    <a:cubicBezTo>
                      <a:pt x="1084" y="219"/>
                      <a:pt x="1094" y="234"/>
                      <a:pt x="1093" y="241"/>
                    </a:cubicBezTo>
                    <a:cubicBezTo>
                      <a:pt x="1107" y="249"/>
                      <a:pt x="1118" y="250"/>
                      <a:pt x="1115" y="268"/>
                    </a:cubicBezTo>
                    <a:cubicBezTo>
                      <a:pt x="1130" y="274"/>
                      <a:pt x="1118" y="298"/>
                      <a:pt x="1112" y="305"/>
                    </a:cubicBezTo>
                    <a:cubicBezTo>
                      <a:pt x="1119" y="315"/>
                      <a:pt x="1110" y="328"/>
                      <a:pt x="1103" y="334"/>
                    </a:cubicBezTo>
                    <a:cubicBezTo>
                      <a:pt x="1111" y="345"/>
                      <a:pt x="1094" y="367"/>
                      <a:pt x="1086" y="370"/>
                    </a:cubicBezTo>
                    <a:cubicBezTo>
                      <a:pt x="1091" y="382"/>
                      <a:pt x="1057" y="419"/>
                      <a:pt x="1048" y="419"/>
                    </a:cubicBezTo>
                    <a:cubicBezTo>
                      <a:pt x="1048" y="427"/>
                      <a:pt x="1035" y="439"/>
                      <a:pt x="1022" y="448"/>
                    </a:cubicBezTo>
                    <a:close/>
                  </a:path>
                </a:pathLst>
              </a:custGeom>
              <a:solidFill>
                <a:srgbClr val="E6E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68" name="Freeform 255">
                <a:extLst>
                  <a:ext uri="{FF2B5EF4-FFF2-40B4-BE49-F238E27FC236}">
                    <a16:creationId xmlns:a16="http://schemas.microsoft.com/office/drawing/2014/main" id="{605EACA2-4C5B-4FBB-9AAB-084C9ADF1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557"/>
                <a:ext cx="992" cy="240"/>
              </a:xfrm>
              <a:custGeom>
                <a:avLst/>
                <a:gdLst>
                  <a:gd name="T0" fmla="*/ 30 w 397"/>
                  <a:gd name="T1" fmla="*/ 1480 h 90"/>
                  <a:gd name="T2" fmla="*/ 500 w 397"/>
                  <a:gd name="T3" fmla="*/ 1459 h 90"/>
                  <a:gd name="T4" fmla="*/ 980 w 397"/>
                  <a:gd name="T5" fmla="*/ 1459 h 90"/>
                  <a:gd name="T6" fmla="*/ 1574 w 397"/>
                  <a:gd name="T7" fmla="*/ 989 h 90"/>
                  <a:gd name="T8" fmla="*/ 1762 w 397"/>
                  <a:gd name="T9" fmla="*/ 776 h 90"/>
                  <a:gd name="T10" fmla="*/ 1979 w 397"/>
                  <a:gd name="T11" fmla="*/ 661 h 90"/>
                  <a:gd name="T12" fmla="*/ 2374 w 397"/>
                  <a:gd name="T13" fmla="*/ 77 h 90"/>
                  <a:gd name="T14" fmla="*/ 2759 w 397"/>
                  <a:gd name="T15" fmla="*/ 136 h 90"/>
                  <a:gd name="T16" fmla="*/ 3528 w 397"/>
                  <a:gd name="T17" fmla="*/ 115 h 90"/>
                  <a:gd name="T18" fmla="*/ 4070 w 397"/>
                  <a:gd name="T19" fmla="*/ 533 h 90"/>
                  <a:gd name="T20" fmla="*/ 4633 w 397"/>
                  <a:gd name="T21" fmla="*/ 931 h 90"/>
                  <a:gd name="T22" fmla="*/ 5462 w 397"/>
                  <a:gd name="T23" fmla="*/ 1229 h 90"/>
                  <a:gd name="T24" fmla="*/ 5974 w 397"/>
                  <a:gd name="T25" fmla="*/ 1387 h 90"/>
                  <a:gd name="T26" fmla="*/ 6194 w 397"/>
                  <a:gd name="T27" fmla="*/ 1443 h 90"/>
                  <a:gd name="T28" fmla="*/ 5850 w 397"/>
                  <a:gd name="T29" fmla="*/ 1536 h 90"/>
                  <a:gd name="T30" fmla="*/ 5307 w 397"/>
                  <a:gd name="T31" fmla="*/ 1613 h 90"/>
                  <a:gd name="T32" fmla="*/ 4883 w 397"/>
                  <a:gd name="T33" fmla="*/ 1651 h 90"/>
                  <a:gd name="T34" fmla="*/ 4465 w 397"/>
                  <a:gd name="T35" fmla="*/ 1557 h 90"/>
                  <a:gd name="T36" fmla="*/ 3216 w 397"/>
                  <a:gd name="T37" fmla="*/ 739 h 90"/>
                  <a:gd name="T38" fmla="*/ 2104 w 397"/>
                  <a:gd name="T39" fmla="*/ 1045 h 90"/>
                  <a:gd name="T40" fmla="*/ 1562 w 397"/>
                  <a:gd name="T41" fmla="*/ 1400 h 90"/>
                  <a:gd name="T42" fmla="*/ 950 w 397"/>
                  <a:gd name="T43" fmla="*/ 1651 h 90"/>
                  <a:gd name="T44" fmla="*/ 0 w 397"/>
                  <a:gd name="T45" fmla="*/ 1443 h 9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7" h="90">
                    <a:moveTo>
                      <a:pt x="2" y="78"/>
                    </a:moveTo>
                    <a:cubicBezTo>
                      <a:pt x="10" y="75"/>
                      <a:pt x="23" y="77"/>
                      <a:pt x="32" y="77"/>
                    </a:cubicBezTo>
                    <a:cubicBezTo>
                      <a:pt x="42" y="78"/>
                      <a:pt x="52" y="79"/>
                      <a:pt x="63" y="77"/>
                    </a:cubicBezTo>
                    <a:cubicBezTo>
                      <a:pt x="79" y="74"/>
                      <a:pt x="90" y="62"/>
                      <a:pt x="101" y="52"/>
                    </a:cubicBezTo>
                    <a:cubicBezTo>
                      <a:pt x="104" y="48"/>
                      <a:pt x="109" y="43"/>
                      <a:pt x="113" y="41"/>
                    </a:cubicBezTo>
                    <a:cubicBezTo>
                      <a:pt x="119" y="39"/>
                      <a:pt x="122" y="39"/>
                      <a:pt x="127" y="35"/>
                    </a:cubicBezTo>
                    <a:cubicBezTo>
                      <a:pt x="139" y="26"/>
                      <a:pt x="145" y="16"/>
                      <a:pt x="152" y="4"/>
                    </a:cubicBezTo>
                    <a:cubicBezTo>
                      <a:pt x="153" y="11"/>
                      <a:pt x="172" y="8"/>
                      <a:pt x="177" y="7"/>
                    </a:cubicBezTo>
                    <a:cubicBezTo>
                      <a:pt x="196" y="5"/>
                      <a:pt x="208" y="0"/>
                      <a:pt x="226" y="6"/>
                    </a:cubicBezTo>
                    <a:cubicBezTo>
                      <a:pt x="239" y="11"/>
                      <a:pt x="250" y="21"/>
                      <a:pt x="261" y="28"/>
                    </a:cubicBezTo>
                    <a:cubicBezTo>
                      <a:pt x="273" y="36"/>
                      <a:pt x="283" y="44"/>
                      <a:pt x="297" y="49"/>
                    </a:cubicBezTo>
                    <a:cubicBezTo>
                      <a:pt x="314" y="55"/>
                      <a:pt x="332" y="61"/>
                      <a:pt x="350" y="65"/>
                    </a:cubicBezTo>
                    <a:cubicBezTo>
                      <a:pt x="361" y="68"/>
                      <a:pt x="371" y="72"/>
                      <a:pt x="383" y="73"/>
                    </a:cubicBezTo>
                    <a:cubicBezTo>
                      <a:pt x="388" y="74"/>
                      <a:pt x="392" y="74"/>
                      <a:pt x="397" y="76"/>
                    </a:cubicBezTo>
                    <a:cubicBezTo>
                      <a:pt x="393" y="86"/>
                      <a:pt x="385" y="81"/>
                      <a:pt x="375" y="81"/>
                    </a:cubicBezTo>
                    <a:cubicBezTo>
                      <a:pt x="363" y="81"/>
                      <a:pt x="352" y="83"/>
                      <a:pt x="340" y="85"/>
                    </a:cubicBezTo>
                    <a:cubicBezTo>
                      <a:pt x="330" y="86"/>
                      <a:pt x="322" y="88"/>
                      <a:pt x="313" y="87"/>
                    </a:cubicBezTo>
                    <a:cubicBezTo>
                      <a:pt x="303" y="86"/>
                      <a:pt x="295" y="84"/>
                      <a:pt x="286" y="82"/>
                    </a:cubicBezTo>
                    <a:cubicBezTo>
                      <a:pt x="257" y="74"/>
                      <a:pt x="234" y="51"/>
                      <a:pt x="206" y="39"/>
                    </a:cubicBezTo>
                    <a:cubicBezTo>
                      <a:pt x="181" y="29"/>
                      <a:pt x="158" y="40"/>
                      <a:pt x="135" y="55"/>
                    </a:cubicBezTo>
                    <a:cubicBezTo>
                      <a:pt x="125" y="62"/>
                      <a:pt x="111" y="68"/>
                      <a:pt x="100" y="74"/>
                    </a:cubicBezTo>
                    <a:cubicBezTo>
                      <a:pt x="86" y="81"/>
                      <a:pt x="76" y="84"/>
                      <a:pt x="61" y="87"/>
                    </a:cubicBezTo>
                    <a:cubicBezTo>
                      <a:pt x="44" y="90"/>
                      <a:pt x="16" y="87"/>
                      <a:pt x="0" y="7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69" name="Freeform 256">
                <a:extLst>
                  <a:ext uri="{FF2B5EF4-FFF2-40B4-BE49-F238E27FC236}">
                    <a16:creationId xmlns:a16="http://schemas.microsoft.com/office/drawing/2014/main" id="{AD72BECE-8391-43A0-B80E-50B986AB3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579"/>
                <a:ext cx="760" cy="213"/>
              </a:xfrm>
              <a:custGeom>
                <a:avLst/>
                <a:gdLst>
                  <a:gd name="T0" fmla="*/ 4283 w 304"/>
                  <a:gd name="T1" fmla="*/ 1339 h 80"/>
                  <a:gd name="T2" fmla="*/ 3688 w 304"/>
                  <a:gd name="T3" fmla="*/ 1318 h 80"/>
                  <a:gd name="T4" fmla="*/ 3313 w 304"/>
                  <a:gd name="T5" fmla="*/ 1020 h 80"/>
                  <a:gd name="T6" fmla="*/ 3300 w 304"/>
                  <a:gd name="T7" fmla="*/ 852 h 80"/>
                  <a:gd name="T8" fmla="*/ 3300 w 304"/>
                  <a:gd name="T9" fmla="*/ 703 h 80"/>
                  <a:gd name="T10" fmla="*/ 3095 w 304"/>
                  <a:gd name="T11" fmla="*/ 644 h 80"/>
                  <a:gd name="T12" fmla="*/ 2645 w 304"/>
                  <a:gd name="T13" fmla="*/ 546 h 80"/>
                  <a:gd name="T14" fmla="*/ 2613 w 304"/>
                  <a:gd name="T15" fmla="*/ 0 h 80"/>
                  <a:gd name="T16" fmla="*/ 2425 w 304"/>
                  <a:gd name="T17" fmla="*/ 453 h 80"/>
                  <a:gd name="T18" fmla="*/ 2020 w 304"/>
                  <a:gd name="T19" fmla="*/ 375 h 80"/>
                  <a:gd name="T20" fmla="*/ 1783 w 304"/>
                  <a:gd name="T21" fmla="*/ 418 h 80"/>
                  <a:gd name="T22" fmla="*/ 1613 w 304"/>
                  <a:gd name="T23" fmla="*/ 567 h 80"/>
                  <a:gd name="T24" fmla="*/ 1583 w 304"/>
                  <a:gd name="T25" fmla="*/ 35 h 80"/>
                  <a:gd name="T26" fmla="*/ 1458 w 304"/>
                  <a:gd name="T27" fmla="*/ 588 h 80"/>
                  <a:gd name="T28" fmla="*/ 1188 w 304"/>
                  <a:gd name="T29" fmla="*/ 831 h 80"/>
                  <a:gd name="T30" fmla="*/ 875 w 304"/>
                  <a:gd name="T31" fmla="*/ 1092 h 80"/>
                  <a:gd name="T32" fmla="*/ 863 w 304"/>
                  <a:gd name="T33" fmla="*/ 759 h 80"/>
                  <a:gd name="T34" fmla="*/ 833 w 304"/>
                  <a:gd name="T35" fmla="*/ 759 h 80"/>
                  <a:gd name="T36" fmla="*/ 783 w 304"/>
                  <a:gd name="T37" fmla="*/ 831 h 80"/>
                  <a:gd name="T38" fmla="*/ 750 w 304"/>
                  <a:gd name="T39" fmla="*/ 852 h 80"/>
                  <a:gd name="T40" fmla="*/ 595 w 304"/>
                  <a:gd name="T41" fmla="*/ 1249 h 80"/>
                  <a:gd name="T42" fmla="*/ 20 w 304"/>
                  <a:gd name="T43" fmla="*/ 1510 h 80"/>
                  <a:gd name="T44" fmla="*/ 0 w 304"/>
                  <a:gd name="T45" fmla="*/ 1510 h 80"/>
                  <a:gd name="T46" fmla="*/ 158 w 304"/>
                  <a:gd name="T47" fmla="*/ 1488 h 80"/>
                  <a:gd name="T48" fmla="*/ 770 w 304"/>
                  <a:gd name="T49" fmla="*/ 1249 h 80"/>
                  <a:gd name="T50" fmla="*/ 1313 w 304"/>
                  <a:gd name="T51" fmla="*/ 887 h 80"/>
                  <a:gd name="T52" fmla="*/ 2425 w 304"/>
                  <a:gd name="T53" fmla="*/ 588 h 80"/>
                  <a:gd name="T54" fmla="*/ 3675 w 304"/>
                  <a:gd name="T55" fmla="*/ 1398 h 80"/>
                  <a:gd name="T56" fmla="*/ 4095 w 304"/>
                  <a:gd name="T57" fmla="*/ 1488 h 80"/>
                  <a:gd name="T58" fmla="*/ 4520 w 304"/>
                  <a:gd name="T59" fmla="*/ 1454 h 80"/>
                  <a:gd name="T60" fmla="*/ 4645 w 304"/>
                  <a:gd name="T61" fmla="*/ 1419 h 80"/>
                  <a:gd name="T62" fmla="*/ 4750 w 304"/>
                  <a:gd name="T63" fmla="*/ 1339 h 80"/>
                  <a:gd name="T64" fmla="*/ 4283 w 304"/>
                  <a:gd name="T65" fmla="*/ 1339 h 8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04" h="80">
                    <a:moveTo>
                      <a:pt x="274" y="71"/>
                    </a:moveTo>
                    <a:cubicBezTo>
                      <a:pt x="261" y="73"/>
                      <a:pt x="249" y="75"/>
                      <a:pt x="236" y="70"/>
                    </a:cubicBezTo>
                    <a:cubicBezTo>
                      <a:pt x="229" y="67"/>
                      <a:pt x="215" y="61"/>
                      <a:pt x="212" y="54"/>
                    </a:cubicBezTo>
                    <a:cubicBezTo>
                      <a:pt x="210" y="51"/>
                      <a:pt x="211" y="48"/>
                      <a:pt x="211" y="45"/>
                    </a:cubicBezTo>
                    <a:cubicBezTo>
                      <a:pt x="211" y="43"/>
                      <a:pt x="211" y="39"/>
                      <a:pt x="211" y="37"/>
                    </a:cubicBezTo>
                    <a:cubicBezTo>
                      <a:pt x="207" y="35"/>
                      <a:pt x="202" y="35"/>
                      <a:pt x="198" y="34"/>
                    </a:cubicBezTo>
                    <a:cubicBezTo>
                      <a:pt x="194" y="48"/>
                      <a:pt x="174" y="34"/>
                      <a:pt x="169" y="29"/>
                    </a:cubicBezTo>
                    <a:cubicBezTo>
                      <a:pt x="162" y="22"/>
                      <a:pt x="164" y="8"/>
                      <a:pt x="167" y="0"/>
                    </a:cubicBezTo>
                    <a:cubicBezTo>
                      <a:pt x="164" y="6"/>
                      <a:pt x="163" y="21"/>
                      <a:pt x="155" y="24"/>
                    </a:cubicBezTo>
                    <a:cubicBezTo>
                      <a:pt x="149" y="26"/>
                      <a:pt x="136" y="20"/>
                      <a:pt x="129" y="20"/>
                    </a:cubicBezTo>
                    <a:cubicBezTo>
                      <a:pt x="124" y="20"/>
                      <a:pt x="118" y="20"/>
                      <a:pt x="114" y="22"/>
                    </a:cubicBezTo>
                    <a:cubicBezTo>
                      <a:pt x="110" y="24"/>
                      <a:pt x="108" y="29"/>
                      <a:pt x="103" y="30"/>
                    </a:cubicBezTo>
                    <a:cubicBezTo>
                      <a:pt x="93" y="31"/>
                      <a:pt x="102" y="9"/>
                      <a:pt x="101" y="2"/>
                    </a:cubicBezTo>
                    <a:cubicBezTo>
                      <a:pt x="98" y="12"/>
                      <a:pt x="97" y="22"/>
                      <a:pt x="93" y="31"/>
                    </a:cubicBezTo>
                    <a:cubicBezTo>
                      <a:pt x="89" y="39"/>
                      <a:pt x="84" y="40"/>
                      <a:pt x="76" y="44"/>
                    </a:cubicBezTo>
                    <a:cubicBezTo>
                      <a:pt x="72" y="47"/>
                      <a:pt x="60" y="59"/>
                      <a:pt x="56" y="58"/>
                    </a:cubicBezTo>
                    <a:cubicBezTo>
                      <a:pt x="51" y="56"/>
                      <a:pt x="55" y="43"/>
                      <a:pt x="55" y="40"/>
                    </a:cubicBezTo>
                    <a:cubicBezTo>
                      <a:pt x="54" y="40"/>
                      <a:pt x="54" y="40"/>
                      <a:pt x="53" y="40"/>
                    </a:cubicBezTo>
                    <a:cubicBezTo>
                      <a:pt x="52" y="41"/>
                      <a:pt x="51" y="43"/>
                      <a:pt x="50" y="44"/>
                    </a:cubicBezTo>
                    <a:cubicBezTo>
                      <a:pt x="49" y="44"/>
                      <a:pt x="49" y="45"/>
                      <a:pt x="48" y="45"/>
                    </a:cubicBezTo>
                    <a:cubicBezTo>
                      <a:pt x="44" y="52"/>
                      <a:pt x="42" y="62"/>
                      <a:pt x="38" y="66"/>
                    </a:cubicBezTo>
                    <a:cubicBezTo>
                      <a:pt x="32" y="74"/>
                      <a:pt x="11" y="79"/>
                      <a:pt x="1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4" y="80"/>
                      <a:pt x="7" y="79"/>
                      <a:pt x="10" y="79"/>
                    </a:cubicBezTo>
                    <a:cubicBezTo>
                      <a:pt x="25" y="76"/>
                      <a:pt x="35" y="73"/>
                      <a:pt x="49" y="66"/>
                    </a:cubicBezTo>
                    <a:cubicBezTo>
                      <a:pt x="60" y="60"/>
                      <a:pt x="74" y="54"/>
                      <a:pt x="84" y="47"/>
                    </a:cubicBezTo>
                    <a:cubicBezTo>
                      <a:pt x="107" y="32"/>
                      <a:pt x="130" y="21"/>
                      <a:pt x="155" y="31"/>
                    </a:cubicBezTo>
                    <a:cubicBezTo>
                      <a:pt x="183" y="43"/>
                      <a:pt x="206" y="66"/>
                      <a:pt x="235" y="74"/>
                    </a:cubicBezTo>
                    <a:cubicBezTo>
                      <a:pt x="244" y="76"/>
                      <a:pt x="252" y="78"/>
                      <a:pt x="262" y="79"/>
                    </a:cubicBezTo>
                    <a:cubicBezTo>
                      <a:pt x="271" y="80"/>
                      <a:pt x="279" y="78"/>
                      <a:pt x="289" y="77"/>
                    </a:cubicBezTo>
                    <a:cubicBezTo>
                      <a:pt x="292" y="76"/>
                      <a:pt x="294" y="76"/>
                      <a:pt x="297" y="75"/>
                    </a:cubicBezTo>
                    <a:cubicBezTo>
                      <a:pt x="300" y="74"/>
                      <a:pt x="302" y="73"/>
                      <a:pt x="304" y="71"/>
                    </a:cubicBezTo>
                    <a:cubicBezTo>
                      <a:pt x="293" y="70"/>
                      <a:pt x="284" y="70"/>
                      <a:pt x="274" y="71"/>
                    </a:cubicBezTo>
                    <a:close/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70" name="Freeform 257">
                <a:extLst>
                  <a:ext uri="{FF2B5EF4-FFF2-40B4-BE49-F238E27FC236}">
                    <a16:creationId xmlns:a16="http://schemas.microsoft.com/office/drawing/2014/main" id="{C6DC6BAC-1038-4849-A095-7D9C0304E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440"/>
                <a:ext cx="1422" cy="363"/>
              </a:xfrm>
              <a:custGeom>
                <a:avLst/>
                <a:gdLst>
                  <a:gd name="T0" fmla="*/ 12 w 569"/>
                  <a:gd name="T1" fmla="*/ 1332 h 136"/>
                  <a:gd name="T2" fmla="*/ 780 w 569"/>
                  <a:gd name="T3" fmla="*/ 342 h 136"/>
                  <a:gd name="T4" fmla="*/ 3374 w 569"/>
                  <a:gd name="T5" fmla="*/ 875 h 136"/>
                  <a:gd name="T6" fmla="*/ 3916 w 569"/>
                  <a:gd name="T7" fmla="*/ 763 h 136"/>
                  <a:gd name="T8" fmla="*/ 4433 w 569"/>
                  <a:gd name="T9" fmla="*/ 854 h 136"/>
                  <a:gd name="T10" fmla="*/ 4446 w 569"/>
                  <a:gd name="T11" fmla="*/ 854 h 136"/>
                  <a:gd name="T12" fmla="*/ 4978 w 569"/>
                  <a:gd name="T13" fmla="*/ 763 h 136"/>
                  <a:gd name="T14" fmla="*/ 5508 w 569"/>
                  <a:gd name="T15" fmla="*/ 875 h 136"/>
                  <a:gd name="T16" fmla="*/ 8100 w 569"/>
                  <a:gd name="T17" fmla="*/ 342 h 136"/>
                  <a:gd name="T18" fmla="*/ 8869 w 569"/>
                  <a:gd name="T19" fmla="*/ 1332 h 136"/>
                  <a:gd name="T20" fmla="*/ 7912 w 569"/>
                  <a:gd name="T21" fmla="*/ 2165 h 136"/>
                  <a:gd name="T22" fmla="*/ 7725 w 569"/>
                  <a:gd name="T23" fmla="*/ 2322 h 136"/>
                  <a:gd name="T24" fmla="*/ 7350 w 569"/>
                  <a:gd name="T25" fmla="*/ 2322 h 136"/>
                  <a:gd name="T26" fmla="*/ 5695 w 569"/>
                  <a:gd name="T27" fmla="*/ 1732 h 136"/>
                  <a:gd name="T28" fmla="*/ 5278 w 569"/>
                  <a:gd name="T29" fmla="*/ 1481 h 136"/>
                  <a:gd name="T30" fmla="*/ 4966 w 569"/>
                  <a:gd name="T31" fmla="*/ 934 h 136"/>
                  <a:gd name="T32" fmla="*/ 4446 w 569"/>
                  <a:gd name="T33" fmla="*/ 1025 h 136"/>
                  <a:gd name="T34" fmla="*/ 4433 w 569"/>
                  <a:gd name="T35" fmla="*/ 1025 h 136"/>
                  <a:gd name="T36" fmla="*/ 3916 w 569"/>
                  <a:gd name="T37" fmla="*/ 934 h 136"/>
                  <a:gd name="T38" fmla="*/ 3621 w 569"/>
                  <a:gd name="T39" fmla="*/ 1481 h 136"/>
                  <a:gd name="T40" fmla="*/ 3186 w 569"/>
                  <a:gd name="T41" fmla="*/ 1732 h 136"/>
                  <a:gd name="T42" fmla="*/ 1529 w 569"/>
                  <a:gd name="T43" fmla="*/ 2322 h 136"/>
                  <a:gd name="T44" fmla="*/ 1155 w 569"/>
                  <a:gd name="T45" fmla="*/ 2322 h 1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69" h="136">
                    <a:moveTo>
                      <a:pt x="1" y="70"/>
                    </a:moveTo>
                    <a:cubicBezTo>
                      <a:pt x="0" y="48"/>
                      <a:pt x="21" y="27"/>
                      <a:pt x="50" y="18"/>
                    </a:cubicBezTo>
                    <a:cubicBezTo>
                      <a:pt x="112" y="0"/>
                      <a:pt x="205" y="51"/>
                      <a:pt x="216" y="46"/>
                    </a:cubicBezTo>
                    <a:cubicBezTo>
                      <a:pt x="227" y="41"/>
                      <a:pt x="238" y="40"/>
                      <a:pt x="251" y="40"/>
                    </a:cubicBezTo>
                    <a:cubicBezTo>
                      <a:pt x="260" y="41"/>
                      <a:pt x="274" y="45"/>
                      <a:pt x="284" y="45"/>
                    </a:cubicBezTo>
                    <a:cubicBezTo>
                      <a:pt x="285" y="45"/>
                      <a:pt x="285" y="45"/>
                      <a:pt x="285" y="45"/>
                    </a:cubicBezTo>
                    <a:cubicBezTo>
                      <a:pt x="295" y="45"/>
                      <a:pt x="309" y="41"/>
                      <a:pt x="319" y="40"/>
                    </a:cubicBezTo>
                    <a:cubicBezTo>
                      <a:pt x="331" y="40"/>
                      <a:pt x="343" y="41"/>
                      <a:pt x="353" y="46"/>
                    </a:cubicBezTo>
                    <a:cubicBezTo>
                      <a:pt x="364" y="51"/>
                      <a:pt x="458" y="0"/>
                      <a:pt x="519" y="18"/>
                    </a:cubicBezTo>
                    <a:cubicBezTo>
                      <a:pt x="548" y="27"/>
                      <a:pt x="569" y="48"/>
                      <a:pt x="568" y="70"/>
                    </a:cubicBezTo>
                    <a:cubicBezTo>
                      <a:pt x="507" y="114"/>
                      <a:pt x="507" y="114"/>
                      <a:pt x="507" y="114"/>
                    </a:cubicBezTo>
                    <a:cubicBezTo>
                      <a:pt x="495" y="122"/>
                      <a:pt x="495" y="122"/>
                      <a:pt x="495" y="122"/>
                    </a:cubicBezTo>
                    <a:cubicBezTo>
                      <a:pt x="487" y="123"/>
                      <a:pt x="479" y="123"/>
                      <a:pt x="471" y="122"/>
                    </a:cubicBezTo>
                    <a:cubicBezTo>
                      <a:pt x="432" y="118"/>
                      <a:pt x="397" y="136"/>
                      <a:pt x="365" y="91"/>
                    </a:cubicBezTo>
                    <a:cubicBezTo>
                      <a:pt x="358" y="82"/>
                      <a:pt x="352" y="90"/>
                      <a:pt x="338" y="78"/>
                    </a:cubicBezTo>
                    <a:cubicBezTo>
                      <a:pt x="329" y="71"/>
                      <a:pt x="321" y="55"/>
                      <a:pt x="318" y="49"/>
                    </a:cubicBezTo>
                    <a:cubicBezTo>
                      <a:pt x="312" y="54"/>
                      <a:pt x="294" y="53"/>
                      <a:pt x="285" y="54"/>
                    </a:cubicBezTo>
                    <a:cubicBezTo>
                      <a:pt x="284" y="54"/>
                      <a:pt x="284" y="54"/>
                      <a:pt x="284" y="54"/>
                    </a:cubicBezTo>
                    <a:cubicBezTo>
                      <a:pt x="275" y="53"/>
                      <a:pt x="257" y="54"/>
                      <a:pt x="251" y="49"/>
                    </a:cubicBezTo>
                    <a:cubicBezTo>
                      <a:pt x="249" y="55"/>
                      <a:pt x="240" y="71"/>
                      <a:pt x="232" y="78"/>
                    </a:cubicBezTo>
                    <a:cubicBezTo>
                      <a:pt x="217" y="90"/>
                      <a:pt x="211" y="82"/>
                      <a:pt x="204" y="91"/>
                    </a:cubicBezTo>
                    <a:cubicBezTo>
                      <a:pt x="172" y="136"/>
                      <a:pt x="137" y="118"/>
                      <a:pt x="98" y="122"/>
                    </a:cubicBezTo>
                    <a:cubicBezTo>
                      <a:pt x="90" y="123"/>
                      <a:pt x="82" y="123"/>
                      <a:pt x="74" y="122"/>
                    </a:cubicBezTo>
                  </a:path>
                </a:pathLst>
              </a:custGeom>
              <a:solidFill>
                <a:srgbClr val="F8F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71" name="Freeform 258">
                <a:extLst>
                  <a:ext uri="{FF2B5EF4-FFF2-40B4-BE49-F238E27FC236}">
                    <a16:creationId xmlns:a16="http://schemas.microsoft.com/office/drawing/2014/main" id="{A44FC5EF-8554-4206-A979-F7D0EFFB2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648"/>
                <a:ext cx="90" cy="61"/>
              </a:xfrm>
              <a:custGeom>
                <a:avLst/>
                <a:gdLst>
                  <a:gd name="T0" fmla="*/ 0 w 36"/>
                  <a:gd name="T1" fmla="*/ 0 h 23"/>
                  <a:gd name="T2" fmla="*/ 83 w 36"/>
                  <a:gd name="T3" fmla="*/ 260 h 23"/>
                  <a:gd name="T4" fmla="*/ 270 w 36"/>
                  <a:gd name="T5" fmla="*/ 316 h 23"/>
                  <a:gd name="T6" fmla="*/ 458 w 36"/>
                  <a:gd name="T7" fmla="*/ 430 h 23"/>
                  <a:gd name="T8" fmla="*/ 563 w 36"/>
                  <a:gd name="T9" fmla="*/ 28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3">
                    <a:moveTo>
                      <a:pt x="0" y="0"/>
                    </a:moveTo>
                    <a:cubicBezTo>
                      <a:pt x="1" y="4"/>
                      <a:pt x="1" y="11"/>
                      <a:pt x="5" y="14"/>
                    </a:cubicBezTo>
                    <a:cubicBezTo>
                      <a:pt x="7" y="16"/>
                      <a:pt x="14" y="16"/>
                      <a:pt x="17" y="17"/>
                    </a:cubicBezTo>
                    <a:cubicBezTo>
                      <a:pt x="21" y="19"/>
                      <a:pt x="25" y="22"/>
                      <a:pt x="29" y="23"/>
                    </a:cubicBezTo>
                    <a:cubicBezTo>
                      <a:pt x="30" y="20"/>
                      <a:pt x="32" y="17"/>
                      <a:pt x="36" y="15"/>
                    </a:cubicBezTo>
                  </a:path>
                </a:pathLst>
              </a:custGeom>
              <a:solidFill>
                <a:srgbClr val="F8F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72" name="Freeform 259">
                <a:extLst>
                  <a:ext uri="{FF2B5EF4-FFF2-40B4-BE49-F238E27FC236}">
                    <a16:creationId xmlns:a16="http://schemas.microsoft.com/office/drawing/2014/main" id="{0217673D-6BEF-4B4A-969E-16D4AA2B2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693"/>
                <a:ext cx="78" cy="54"/>
              </a:xfrm>
              <a:custGeom>
                <a:avLst/>
                <a:gdLst>
                  <a:gd name="T0" fmla="*/ 0 w 31"/>
                  <a:gd name="T1" fmla="*/ 0 h 20"/>
                  <a:gd name="T2" fmla="*/ 159 w 31"/>
                  <a:gd name="T3" fmla="*/ 394 h 20"/>
                  <a:gd name="T4" fmla="*/ 493 w 31"/>
                  <a:gd name="T5" fmla="*/ 39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0">
                    <a:moveTo>
                      <a:pt x="0" y="0"/>
                    </a:moveTo>
                    <a:cubicBezTo>
                      <a:pt x="6" y="5"/>
                      <a:pt x="6" y="14"/>
                      <a:pt x="10" y="20"/>
                    </a:cubicBezTo>
                    <a:cubicBezTo>
                      <a:pt x="16" y="18"/>
                      <a:pt x="24" y="19"/>
                      <a:pt x="31" y="20"/>
                    </a:cubicBezTo>
                  </a:path>
                </a:pathLst>
              </a:custGeom>
              <a:solidFill>
                <a:srgbClr val="F8F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73" name="Freeform 260">
                <a:extLst>
                  <a:ext uri="{FF2B5EF4-FFF2-40B4-BE49-F238E27FC236}">
                    <a16:creationId xmlns:a16="http://schemas.microsoft.com/office/drawing/2014/main" id="{E3A5B4C2-540E-4E71-A69E-DE61B6842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643"/>
                <a:ext cx="125" cy="104"/>
              </a:xfrm>
              <a:custGeom>
                <a:avLst/>
                <a:gdLst>
                  <a:gd name="T0" fmla="*/ 0 w 50"/>
                  <a:gd name="T1" fmla="*/ 739 h 39"/>
                  <a:gd name="T2" fmla="*/ 238 w 50"/>
                  <a:gd name="T3" fmla="*/ 717 h 39"/>
                  <a:gd name="T4" fmla="*/ 533 w 50"/>
                  <a:gd name="T5" fmla="*/ 376 h 39"/>
                  <a:gd name="T6" fmla="*/ 675 w 50"/>
                  <a:gd name="T7" fmla="*/ 264 h 39"/>
                  <a:gd name="T8" fmla="*/ 783 w 50"/>
                  <a:gd name="T9" fmla="*/ 0 h 39"/>
                  <a:gd name="T10" fmla="*/ 158 w 50"/>
                  <a:gd name="T11" fmla="*/ 17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9">
                    <a:moveTo>
                      <a:pt x="0" y="39"/>
                    </a:moveTo>
                    <a:cubicBezTo>
                      <a:pt x="4" y="38"/>
                      <a:pt x="11" y="38"/>
                      <a:pt x="15" y="38"/>
                    </a:cubicBezTo>
                    <a:cubicBezTo>
                      <a:pt x="19" y="29"/>
                      <a:pt x="22" y="23"/>
                      <a:pt x="34" y="20"/>
                    </a:cubicBezTo>
                    <a:cubicBezTo>
                      <a:pt x="38" y="18"/>
                      <a:pt x="41" y="17"/>
                      <a:pt x="43" y="14"/>
                    </a:cubicBezTo>
                    <a:cubicBezTo>
                      <a:pt x="47" y="10"/>
                      <a:pt x="47" y="5"/>
                      <a:pt x="50" y="0"/>
                    </a:cubicBezTo>
                    <a:cubicBezTo>
                      <a:pt x="37" y="0"/>
                      <a:pt x="21" y="6"/>
                      <a:pt x="10" y="9"/>
                    </a:cubicBezTo>
                  </a:path>
                </a:pathLst>
              </a:custGeom>
              <a:solidFill>
                <a:srgbClr val="F8F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74" name="Freeform 261">
                <a:extLst>
                  <a:ext uri="{FF2B5EF4-FFF2-40B4-BE49-F238E27FC236}">
                    <a16:creationId xmlns:a16="http://schemas.microsoft.com/office/drawing/2014/main" id="{4CE6500D-F029-4C03-88EB-B2350665D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843"/>
                <a:ext cx="522" cy="344"/>
              </a:xfrm>
              <a:custGeom>
                <a:avLst/>
                <a:gdLst>
                  <a:gd name="T0" fmla="*/ 262 w 209"/>
                  <a:gd name="T1" fmla="*/ 1592 h 129"/>
                  <a:gd name="T2" fmla="*/ 75 w 209"/>
                  <a:gd name="T3" fmla="*/ 2141 h 129"/>
                  <a:gd name="T4" fmla="*/ 262 w 209"/>
                  <a:gd name="T5" fmla="*/ 2125 h 129"/>
                  <a:gd name="T6" fmla="*/ 387 w 209"/>
                  <a:gd name="T7" fmla="*/ 2445 h 129"/>
                  <a:gd name="T8" fmla="*/ 824 w 209"/>
                  <a:gd name="T9" fmla="*/ 2424 h 129"/>
                  <a:gd name="T10" fmla="*/ 1104 w 209"/>
                  <a:gd name="T11" fmla="*/ 2219 h 129"/>
                  <a:gd name="T12" fmla="*/ 1279 w 209"/>
                  <a:gd name="T13" fmla="*/ 1821 h 129"/>
                  <a:gd name="T14" fmla="*/ 1371 w 209"/>
                  <a:gd name="T15" fmla="*/ 1955 h 129"/>
                  <a:gd name="T16" fmla="*/ 1746 w 209"/>
                  <a:gd name="T17" fmla="*/ 1741 h 129"/>
                  <a:gd name="T18" fmla="*/ 2090 w 209"/>
                  <a:gd name="T19" fmla="*/ 2163 h 129"/>
                  <a:gd name="T20" fmla="*/ 2153 w 209"/>
                  <a:gd name="T21" fmla="*/ 1613 h 129"/>
                  <a:gd name="T22" fmla="*/ 2465 w 209"/>
                  <a:gd name="T23" fmla="*/ 1571 h 129"/>
                  <a:gd name="T24" fmla="*/ 2807 w 209"/>
                  <a:gd name="T25" fmla="*/ 1059 h 129"/>
                  <a:gd name="T26" fmla="*/ 3037 w 209"/>
                  <a:gd name="T27" fmla="*/ 717 h 129"/>
                  <a:gd name="T28" fmla="*/ 3212 w 209"/>
                  <a:gd name="T29" fmla="*/ 363 h 129"/>
                  <a:gd name="T30" fmla="*/ 3087 w 209"/>
                  <a:gd name="T31" fmla="*/ 0 h 129"/>
                  <a:gd name="T32" fmla="*/ 2745 w 209"/>
                  <a:gd name="T33" fmla="*/ 205 h 129"/>
                  <a:gd name="T34" fmla="*/ 2340 w 209"/>
                  <a:gd name="T35" fmla="*/ 512 h 129"/>
                  <a:gd name="T36" fmla="*/ 1728 w 209"/>
                  <a:gd name="T37" fmla="*/ 909 h 129"/>
                  <a:gd name="T38" fmla="*/ 1074 w 209"/>
                  <a:gd name="T39" fmla="*/ 1400 h 129"/>
                  <a:gd name="T40" fmla="*/ 842 w 209"/>
                  <a:gd name="T41" fmla="*/ 1685 h 129"/>
                  <a:gd name="T42" fmla="*/ 480 w 209"/>
                  <a:gd name="T43" fmla="*/ 1480 h 129"/>
                  <a:gd name="T44" fmla="*/ 230 w 209"/>
                  <a:gd name="T45" fmla="*/ 1139 h 12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09" h="129">
                    <a:moveTo>
                      <a:pt x="17" y="84"/>
                    </a:moveTo>
                    <a:cubicBezTo>
                      <a:pt x="6" y="88"/>
                      <a:pt x="0" y="103"/>
                      <a:pt x="5" y="113"/>
                    </a:cubicBezTo>
                    <a:cubicBezTo>
                      <a:pt x="3" y="104"/>
                      <a:pt x="12" y="108"/>
                      <a:pt x="17" y="112"/>
                    </a:cubicBezTo>
                    <a:cubicBezTo>
                      <a:pt x="21" y="117"/>
                      <a:pt x="24" y="124"/>
                      <a:pt x="25" y="129"/>
                    </a:cubicBezTo>
                    <a:cubicBezTo>
                      <a:pt x="22" y="108"/>
                      <a:pt x="51" y="108"/>
                      <a:pt x="53" y="128"/>
                    </a:cubicBezTo>
                    <a:cubicBezTo>
                      <a:pt x="53" y="120"/>
                      <a:pt x="65" y="103"/>
                      <a:pt x="71" y="117"/>
                    </a:cubicBezTo>
                    <a:cubicBezTo>
                      <a:pt x="67" y="110"/>
                      <a:pt x="74" y="99"/>
                      <a:pt x="82" y="96"/>
                    </a:cubicBezTo>
                    <a:cubicBezTo>
                      <a:pt x="84" y="99"/>
                      <a:pt x="87" y="100"/>
                      <a:pt x="88" y="103"/>
                    </a:cubicBezTo>
                    <a:cubicBezTo>
                      <a:pt x="86" y="88"/>
                      <a:pt x="101" y="87"/>
                      <a:pt x="112" y="92"/>
                    </a:cubicBezTo>
                    <a:cubicBezTo>
                      <a:pt x="123" y="97"/>
                      <a:pt x="125" y="107"/>
                      <a:pt x="134" y="114"/>
                    </a:cubicBezTo>
                    <a:cubicBezTo>
                      <a:pt x="132" y="105"/>
                      <a:pt x="131" y="93"/>
                      <a:pt x="138" y="85"/>
                    </a:cubicBezTo>
                    <a:cubicBezTo>
                      <a:pt x="143" y="80"/>
                      <a:pt x="156" y="74"/>
                      <a:pt x="158" y="83"/>
                    </a:cubicBezTo>
                    <a:cubicBezTo>
                      <a:pt x="153" y="72"/>
                      <a:pt x="168" y="53"/>
                      <a:pt x="180" y="56"/>
                    </a:cubicBezTo>
                    <a:cubicBezTo>
                      <a:pt x="180" y="49"/>
                      <a:pt x="187" y="39"/>
                      <a:pt x="195" y="38"/>
                    </a:cubicBezTo>
                    <a:cubicBezTo>
                      <a:pt x="197" y="31"/>
                      <a:pt x="205" y="26"/>
                      <a:pt x="206" y="19"/>
                    </a:cubicBezTo>
                    <a:cubicBezTo>
                      <a:pt x="209" y="8"/>
                      <a:pt x="202" y="9"/>
                      <a:pt x="198" y="0"/>
                    </a:cubicBezTo>
                    <a:cubicBezTo>
                      <a:pt x="196" y="8"/>
                      <a:pt x="184" y="13"/>
                      <a:pt x="176" y="11"/>
                    </a:cubicBezTo>
                    <a:cubicBezTo>
                      <a:pt x="176" y="23"/>
                      <a:pt x="163" y="33"/>
                      <a:pt x="150" y="27"/>
                    </a:cubicBezTo>
                    <a:cubicBezTo>
                      <a:pt x="165" y="41"/>
                      <a:pt x="117" y="84"/>
                      <a:pt x="111" y="48"/>
                    </a:cubicBezTo>
                    <a:cubicBezTo>
                      <a:pt x="104" y="57"/>
                      <a:pt x="81" y="82"/>
                      <a:pt x="69" y="74"/>
                    </a:cubicBezTo>
                    <a:cubicBezTo>
                      <a:pt x="69" y="80"/>
                      <a:pt x="59" y="87"/>
                      <a:pt x="54" y="89"/>
                    </a:cubicBezTo>
                    <a:cubicBezTo>
                      <a:pt x="41" y="93"/>
                      <a:pt x="35" y="90"/>
                      <a:pt x="31" y="78"/>
                    </a:cubicBezTo>
                    <a:cubicBezTo>
                      <a:pt x="21" y="86"/>
                      <a:pt x="16" y="66"/>
                      <a:pt x="15" y="6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75" name="Freeform 262">
                <a:extLst>
                  <a:ext uri="{FF2B5EF4-FFF2-40B4-BE49-F238E27FC236}">
                    <a16:creationId xmlns:a16="http://schemas.microsoft.com/office/drawing/2014/main" id="{AB4EA5C0-C312-4A08-B270-199CDD400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232"/>
                <a:ext cx="260" cy="117"/>
              </a:xfrm>
              <a:custGeom>
                <a:avLst/>
                <a:gdLst>
                  <a:gd name="T0" fmla="*/ 83 w 104"/>
                  <a:gd name="T1" fmla="*/ 226 h 44"/>
                  <a:gd name="T2" fmla="*/ 895 w 104"/>
                  <a:gd name="T3" fmla="*/ 737 h 44"/>
                  <a:gd name="T4" fmla="*/ 1470 w 104"/>
                  <a:gd name="T5" fmla="*/ 205 h 44"/>
                  <a:gd name="T6" fmla="*/ 1063 w 104"/>
                  <a:gd name="T7" fmla="*/ 545 h 44"/>
                  <a:gd name="T8" fmla="*/ 845 w 104"/>
                  <a:gd name="T9" fmla="*/ 303 h 44"/>
                  <a:gd name="T10" fmla="*/ 563 w 104"/>
                  <a:gd name="T11" fmla="*/ 93 h 44"/>
                  <a:gd name="T12" fmla="*/ 283 w 104"/>
                  <a:gd name="T13" fmla="*/ 56 h 44"/>
                  <a:gd name="T14" fmla="*/ 0 w 104"/>
                  <a:gd name="T15" fmla="*/ 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44">
                    <a:moveTo>
                      <a:pt x="5" y="12"/>
                    </a:moveTo>
                    <a:cubicBezTo>
                      <a:pt x="17" y="23"/>
                      <a:pt x="40" y="34"/>
                      <a:pt x="57" y="39"/>
                    </a:cubicBezTo>
                    <a:cubicBezTo>
                      <a:pt x="74" y="44"/>
                      <a:pt x="104" y="32"/>
                      <a:pt x="94" y="11"/>
                    </a:cubicBezTo>
                    <a:cubicBezTo>
                      <a:pt x="87" y="20"/>
                      <a:pt x="84" y="30"/>
                      <a:pt x="68" y="29"/>
                    </a:cubicBezTo>
                    <a:cubicBezTo>
                      <a:pt x="61" y="28"/>
                      <a:pt x="53" y="23"/>
                      <a:pt x="54" y="16"/>
                    </a:cubicBezTo>
                    <a:cubicBezTo>
                      <a:pt x="47" y="22"/>
                      <a:pt x="35" y="13"/>
                      <a:pt x="36" y="5"/>
                    </a:cubicBezTo>
                    <a:cubicBezTo>
                      <a:pt x="32" y="13"/>
                      <a:pt x="21" y="10"/>
                      <a:pt x="18" y="3"/>
                    </a:cubicBezTo>
                    <a:cubicBezTo>
                      <a:pt x="12" y="6"/>
                      <a:pt x="5" y="5"/>
                      <a:pt x="0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76" name="Freeform 263">
                <a:extLst>
                  <a:ext uri="{FF2B5EF4-FFF2-40B4-BE49-F238E27FC236}">
                    <a16:creationId xmlns:a16="http://schemas.microsoft.com/office/drawing/2014/main" id="{EDE358CC-015B-412A-85C8-AF20A8DA8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3160"/>
                <a:ext cx="517" cy="211"/>
              </a:xfrm>
              <a:custGeom>
                <a:avLst/>
                <a:gdLst>
                  <a:gd name="T0" fmla="*/ 0 w 207"/>
                  <a:gd name="T1" fmla="*/ 1199 h 79"/>
                  <a:gd name="T2" fmla="*/ 500 w 207"/>
                  <a:gd name="T3" fmla="*/ 1354 h 79"/>
                  <a:gd name="T4" fmla="*/ 904 w 207"/>
                  <a:gd name="T5" fmla="*/ 1469 h 79"/>
                  <a:gd name="T6" fmla="*/ 1124 w 207"/>
                  <a:gd name="T7" fmla="*/ 1448 h 79"/>
                  <a:gd name="T8" fmla="*/ 1384 w 207"/>
                  <a:gd name="T9" fmla="*/ 1506 h 79"/>
                  <a:gd name="T10" fmla="*/ 1883 w 207"/>
                  <a:gd name="T11" fmla="*/ 1392 h 79"/>
                  <a:gd name="T12" fmla="*/ 2682 w 207"/>
                  <a:gd name="T13" fmla="*/ 1050 h 79"/>
                  <a:gd name="T14" fmla="*/ 3100 w 207"/>
                  <a:gd name="T15" fmla="*/ 0 h 79"/>
                  <a:gd name="T16" fmla="*/ 2632 w 207"/>
                  <a:gd name="T17" fmla="*/ 743 h 79"/>
                  <a:gd name="T18" fmla="*/ 2632 w 207"/>
                  <a:gd name="T19" fmla="*/ 684 h 79"/>
                  <a:gd name="T20" fmla="*/ 2195 w 207"/>
                  <a:gd name="T21" fmla="*/ 743 h 79"/>
                  <a:gd name="T22" fmla="*/ 1683 w 207"/>
                  <a:gd name="T23" fmla="*/ 1012 h 79"/>
                  <a:gd name="T24" fmla="*/ 999 w 207"/>
                  <a:gd name="T25" fmla="*/ 1255 h 79"/>
                  <a:gd name="T26" fmla="*/ 979 w 207"/>
                  <a:gd name="T27" fmla="*/ 684 h 79"/>
                  <a:gd name="T28" fmla="*/ 699 w 207"/>
                  <a:gd name="T29" fmla="*/ 1199 h 79"/>
                  <a:gd name="T30" fmla="*/ 405 w 207"/>
                  <a:gd name="T31" fmla="*/ 841 h 79"/>
                  <a:gd name="T32" fmla="*/ 30 w 207"/>
                  <a:gd name="T33" fmla="*/ 1106 h 7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7" h="79">
                    <a:moveTo>
                      <a:pt x="0" y="63"/>
                    </a:moveTo>
                    <a:cubicBezTo>
                      <a:pt x="9" y="73"/>
                      <a:pt x="21" y="69"/>
                      <a:pt x="32" y="71"/>
                    </a:cubicBezTo>
                    <a:cubicBezTo>
                      <a:pt x="42" y="72"/>
                      <a:pt x="48" y="78"/>
                      <a:pt x="58" y="77"/>
                    </a:cubicBezTo>
                    <a:cubicBezTo>
                      <a:pt x="63" y="77"/>
                      <a:pt x="67" y="75"/>
                      <a:pt x="72" y="76"/>
                    </a:cubicBezTo>
                    <a:cubicBezTo>
                      <a:pt x="78" y="76"/>
                      <a:pt x="83" y="79"/>
                      <a:pt x="89" y="79"/>
                    </a:cubicBezTo>
                    <a:cubicBezTo>
                      <a:pt x="101" y="79"/>
                      <a:pt x="110" y="73"/>
                      <a:pt x="121" y="73"/>
                    </a:cubicBezTo>
                    <a:cubicBezTo>
                      <a:pt x="139" y="73"/>
                      <a:pt x="159" y="65"/>
                      <a:pt x="172" y="55"/>
                    </a:cubicBezTo>
                    <a:cubicBezTo>
                      <a:pt x="183" y="47"/>
                      <a:pt x="207" y="12"/>
                      <a:pt x="199" y="0"/>
                    </a:cubicBezTo>
                    <a:cubicBezTo>
                      <a:pt x="192" y="7"/>
                      <a:pt x="185" y="45"/>
                      <a:pt x="169" y="39"/>
                    </a:cubicBezTo>
                    <a:cubicBezTo>
                      <a:pt x="169" y="38"/>
                      <a:pt x="169" y="37"/>
                      <a:pt x="169" y="36"/>
                    </a:cubicBezTo>
                    <a:cubicBezTo>
                      <a:pt x="163" y="41"/>
                      <a:pt x="144" y="53"/>
                      <a:pt x="141" y="39"/>
                    </a:cubicBezTo>
                    <a:cubicBezTo>
                      <a:pt x="138" y="46"/>
                      <a:pt x="115" y="62"/>
                      <a:pt x="108" y="53"/>
                    </a:cubicBezTo>
                    <a:cubicBezTo>
                      <a:pt x="100" y="58"/>
                      <a:pt x="75" y="70"/>
                      <a:pt x="64" y="66"/>
                    </a:cubicBezTo>
                    <a:cubicBezTo>
                      <a:pt x="55" y="62"/>
                      <a:pt x="61" y="44"/>
                      <a:pt x="63" y="36"/>
                    </a:cubicBezTo>
                    <a:cubicBezTo>
                      <a:pt x="53" y="41"/>
                      <a:pt x="55" y="59"/>
                      <a:pt x="45" y="63"/>
                    </a:cubicBezTo>
                    <a:cubicBezTo>
                      <a:pt x="33" y="68"/>
                      <a:pt x="29" y="51"/>
                      <a:pt x="26" y="44"/>
                    </a:cubicBezTo>
                    <a:cubicBezTo>
                      <a:pt x="18" y="48"/>
                      <a:pt x="11" y="54"/>
                      <a:pt x="2" y="58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77" name="Freeform 264">
                <a:extLst>
                  <a:ext uri="{FF2B5EF4-FFF2-40B4-BE49-F238E27FC236}">
                    <a16:creationId xmlns:a16="http://schemas.microsoft.com/office/drawing/2014/main" id="{34A25F5F-4E24-474E-B46F-8BE13C789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963"/>
                <a:ext cx="352" cy="362"/>
              </a:xfrm>
              <a:custGeom>
                <a:avLst/>
                <a:gdLst>
                  <a:gd name="T0" fmla="*/ 137 w 141"/>
                  <a:gd name="T1" fmla="*/ 2473 h 136"/>
                  <a:gd name="T2" fmla="*/ 137 w 141"/>
                  <a:gd name="T3" fmla="*/ 2507 h 136"/>
                  <a:gd name="T4" fmla="*/ 654 w 141"/>
                  <a:gd name="T5" fmla="*/ 2281 h 136"/>
                  <a:gd name="T6" fmla="*/ 1166 w 141"/>
                  <a:gd name="T7" fmla="*/ 2089 h 136"/>
                  <a:gd name="T8" fmla="*/ 1745 w 141"/>
                  <a:gd name="T9" fmla="*/ 1475 h 136"/>
                  <a:gd name="T10" fmla="*/ 2119 w 141"/>
                  <a:gd name="T11" fmla="*/ 695 h 136"/>
                  <a:gd name="T12" fmla="*/ 2037 w 141"/>
                  <a:gd name="T13" fmla="*/ 0 h 136"/>
                  <a:gd name="T14" fmla="*/ 1787 w 141"/>
                  <a:gd name="T15" fmla="*/ 886 h 136"/>
                  <a:gd name="T16" fmla="*/ 1775 w 141"/>
                  <a:gd name="T17" fmla="*/ 261 h 136"/>
                  <a:gd name="T18" fmla="*/ 1508 w 141"/>
                  <a:gd name="T19" fmla="*/ 1453 h 136"/>
                  <a:gd name="T20" fmla="*/ 1445 w 141"/>
                  <a:gd name="T21" fmla="*/ 546 h 136"/>
                  <a:gd name="T22" fmla="*/ 1009 w 141"/>
                  <a:gd name="T23" fmla="*/ 1757 h 136"/>
                  <a:gd name="T24" fmla="*/ 1009 w 141"/>
                  <a:gd name="T25" fmla="*/ 886 h 136"/>
                  <a:gd name="T26" fmla="*/ 824 w 141"/>
                  <a:gd name="T27" fmla="*/ 1757 h 136"/>
                  <a:gd name="T28" fmla="*/ 654 w 141"/>
                  <a:gd name="T29" fmla="*/ 1962 h 136"/>
                  <a:gd name="T30" fmla="*/ 637 w 141"/>
                  <a:gd name="T31" fmla="*/ 1701 h 136"/>
                  <a:gd name="T32" fmla="*/ 0 w 141"/>
                  <a:gd name="T33" fmla="*/ 2566 h 1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1" h="136">
                    <a:moveTo>
                      <a:pt x="9" y="131"/>
                    </a:moveTo>
                    <a:cubicBezTo>
                      <a:pt x="8" y="132"/>
                      <a:pt x="8" y="132"/>
                      <a:pt x="9" y="133"/>
                    </a:cubicBezTo>
                    <a:cubicBezTo>
                      <a:pt x="21" y="131"/>
                      <a:pt x="32" y="124"/>
                      <a:pt x="42" y="121"/>
                    </a:cubicBezTo>
                    <a:cubicBezTo>
                      <a:pt x="53" y="117"/>
                      <a:pt x="65" y="114"/>
                      <a:pt x="75" y="111"/>
                    </a:cubicBezTo>
                    <a:cubicBezTo>
                      <a:pt x="98" y="104"/>
                      <a:pt x="99" y="92"/>
                      <a:pt x="112" y="78"/>
                    </a:cubicBezTo>
                    <a:cubicBezTo>
                      <a:pt x="125" y="64"/>
                      <a:pt x="134" y="56"/>
                      <a:pt x="136" y="37"/>
                    </a:cubicBezTo>
                    <a:cubicBezTo>
                      <a:pt x="139" y="21"/>
                      <a:pt x="141" y="14"/>
                      <a:pt x="131" y="0"/>
                    </a:cubicBezTo>
                    <a:cubicBezTo>
                      <a:pt x="133" y="13"/>
                      <a:pt x="136" y="45"/>
                      <a:pt x="115" y="47"/>
                    </a:cubicBezTo>
                    <a:cubicBezTo>
                      <a:pt x="115" y="37"/>
                      <a:pt x="119" y="22"/>
                      <a:pt x="114" y="14"/>
                    </a:cubicBezTo>
                    <a:cubicBezTo>
                      <a:pt x="114" y="27"/>
                      <a:pt x="114" y="72"/>
                      <a:pt x="97" y="77"/>
                    </a:cubicBezTo>
                    <a:cubicBezTo>
                      <a:pt x="99" y="63"/>
                      <a:pt x="98" y="43"/>
                      <a:pt x="93" y="29"/>
                    </a:cubicBezTo>
                    <a:cubicBezTo>
                      <a:pt x="96" y="38"/>
                      <a:pt x="85" y="107"/>
                      <a:pt x="65" y="93"/>
                    </a:cubicBezTo>
                    <a:cubicBezTo>
                      <a:pt x="56" y="87"/>
                      <a:pt x="70" y="58"/>
                      <a:pt x="65" y="47"/>
                    </a:cubicBezTo>
                    <a:cubicBezTo>
                      <a:pt x="64" y="62"/>
                      <a:pt x="61" y="80"/>
                      <a:pt x="53" y="93"/>
                    </a:cubicBezTo>
                    <a:cubicBezTo>
                      <a:pt x="52" y="95"/>
                      <a:pt x="47" y="106"/>
                      <a:pt x="42" y="104"/>
                    </a:cubicBezTo>
                    <a:cubicBezTo>
                      <a:pt x="40" y="102"/>
                      <a:pt x="41" y="92"/>
                      <a:pt x="41" y="90"/>
                    </a:cubicBezTo>
                    <a:cubicBezTo>
                      <a:pt x="24" y="101"/>
                      <a:pt x="20" y="128"/>
                      <a:pt x="0" y="13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78" name="Freeform 265">
                <a:extLst>
                  <a:ext uri="{FF2B5EF4-FFF2-40B4-BE49-F238E27FC236}">
                    <a16:creationId xmlns:a16="http://schemas.microsoft.com/office/drawing/2014/main" id="{91FD1C46-991F-4009-9163-504C8256D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715"/>
                <a:ext cx="97" cy="325"/>
              </a:xfrm>
              <a:custGeom>
                <a:avLst/>
                <a:gdLst>
                  <a:gd name="T0" fmla="*/ 62 w 39"/>
                  <a:gd name="T1" fmla="*/ 56 h 122"/>
                  <a:gd name="T2" fmla="*/ 465 w 39"/>
                  <a:gd name="T3" fmla="*/ 341 h 122"/>
                  <a:gd name="T4" fmla="*/ 587 w 39"/>
                  <a:gd name="T5" fmla="*/ 908 h 122"/>
                  <a:gd name="T6" fmla="*/ 341 w 39"/>
                  <a:gd name="T7" fmla="*/ 2307 h 122"/>
                  <a:gd name="T8" fmla="*/ 187 w 39"/>
                  <a:gd name="T9" fmla="*/ 1377 h 122"/>
                  <a:gd name="T10" fmla="*/ 353 w 39"/>
                  <a:gd name="T11" fmla="*/ 1433 h 122"/>
                  <a:gd name="T12" fmla="*/ 291 w 39"/>
                  <a:gd name="T13" fmla="*/ 887 h 122"/>
                  <a:gd name="T14" fmla="*/ 0 w 39"/>
                  <a:gd name="T15" fmla="*/ 474 h 122"/>
                  <a:gd name="T16" fmla="*/ 187 w 39"/>
                  <a:gd name="T17" fmla="*/ 56 h 1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22">
                    <a:moveTo>
                      <a:pt x="4" y="3"/>
                    </a:moveTo>
                    <a:cubicBezTo>
                      <a:pt x="19" y="0"/>
                      <a:pt x="23" y="6"/>
                      <a:pt x="30" y="18"/>
                    </a:cubicBezTo>
                    <a:cubicBezTo>
                      <a:pt x="35" y="27"/>
                      <a:pt x="38" y="39"/>
                      <a:pt x="38" y="48"/>
                    </a:cubicBezTo>
                    <a:cubicBezTo>
                      <a:pt x="39" y="71"/>
                      <a:pt x="32" y="100"/>
                      <a:pt x="22" y="122"/>
                    </a:cubicBezTo>
                    <a:cubicBezTo>
                      <a:pt x="25" y="107"/>
                      <a:pt x="21" y="86"/>
                      <a:pt x="12" y="73"/>
                    </a:cubicBezTo>
                    <a:cubicBezTo>
                      <a:pt x="16" y="78"/>
                      <a:pt x="20" y="81"/>
                      <a:pt x="23" y="76"/>
                    </a:cubicBezTo>
                    <a:cubicBezTo>
                      <a:pt x="28" y="68"/>
                      <a:pt x="24" y="53"/>
                      <a:pt x="19" y="47"/>
                    </a:cubicBezTo>
                    <a:cubicBezTo>
                      <a:pt x="14" y="40"/>
                      <a:pt x="8" y="30"/>
                      <a:pt x="0" y="25"/>
                    </a:cubicBezTo>
                    <a:cubicBezTo>
                      <a:pt x="13" y="42"/>
                      <a:pt x="15" y="13"/>
                      <a:pt x="12" y="3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79" name="Freeform 266">
                <a:extLst>
                  <a:ext uri="{FF2B5EF4-FFF2-40B4-BE49-F238E27FC236}">
                    <a16:creationId xmlns:a16="http://schemas.microsoft.com/office/drawing/2014/main" id="{1221F27F-9A58-4C46-8F5F-17E828AD5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3163"/>
                <a:ext cx="130" cy="176"/>
              </a:xfrm>
              <a:custGeom>
                <a:avLst/>
                <a:gdLst>
                  <a:gd name="T0" fmla="*/ 83 w 52"/>
                  <a:gd name="T1" fmla="*/ 1045 h 66"/>
                  <a:gd name="T2" fmla="*/ 520 w 52"/>
                  <a:gd name="T3" fmla="*/ 648 h 66"/>
                  <a:gd name="T4" fmla="*/ 813 w 52"/>
                  <a:gd name="T5" fmla="*/ 0 h 66"/>
                  <a:gd name="T6" fmla="*/ 0 w 52"/>
                  <a:gd name="T7" fmla="*/ 1251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66">
                    <a:moveTo>
                      <a:pt x="5" y="55"/>
                    </a:moveTo>
                    <a:cubicBezTo>
                      <a:pt x="15" y="56"/>
                      <a:pt x="28" y="40"/>
                      <a:pt x="33" y="34"/>
                    </a:cubicBezTo>
                    <a:cubicBezTo>
                      <a:pt x="42" y="23"/>
                      <a:pt x="47" y="12"/>
                      <a:pt x="52" y="0"/>
                    </a:cubicBezTo>
                    <a:cubicBezTo>
                      <a:pt x="48" y="20"/>
                      <a:pt x="26" y="62"/>
                      <a:pt x="0" y="6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80" name="Freeform 267">
                <a:extLst>
                  <a:ext uri="{FF2B5EF4-FFF2-40B4-BE49-F238E27FC236}">
                    <a16:creationId xmlns:a16="http://schemas.microsoft.com/office/drawing/2014/main" id="{47D51DE8-619B-4D9A-90AE-8D24A743F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3139"/>
                <a:ext cx="140" cy="200"/>
              </a:xfrm>
              <a:custGeom>
                <a:avLst/>
                <a:gdLst>
                  <a:gd name="T0" fmla="*/ 0 w 56"/>
                  <a:gd name="T1" fmla="*/ 1400 h 75"/>
                  <a:gd name="T2" fmla="*/ 875 w 56"/>
                  <a:gd name="T3" fmla="*/ 0 h 75"/>
                  <a:gd name="T4" fmla="*/ 708 w 56"/>
                  <a:gd name="T5" fmla="*/ 661 h 75"/>
                  <a:gd name="T6" fmla="*/ 283 w 56"/>
                  <a:gd name="T7" fmla="*/ 1421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75">
                    <a:moveTo>
                      <a:pt x="0" y="74"/>
                    </a:moveTo>
                    <a:cubicBezTo>
                      <a:pt x="30" y="73"/>
                      <a:pt x="52" y="22"/>
                      <a:pt x="56" y="0"/>
                    </a:cubicBezTo>
                    <a:cubicBezTo>
                      <a:pt x="53" y="12"/>
                      <a:pt x="51" y="23"/>
                      <a:pt x="45" y="35"/>
                    </a:cubicBezTo>
                    <a:cubicBezTo>
                      <a:pt x="40" y="46"/>
                      <a:pt x="31" y="69"/>
                      <a:pt x="18" y="75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81" name="Freeform 268">
                <a:extLst>
                  <a:ext uri="{FF2B5EF4-FFF2-40B4-BE49-F238E27FC236}">
                    <a16:creationId xmlns:a16="http://schemas.microsoft.com/office/drawing/2014/main" id="{46A56BF6-688E-433D-AC2D-5416FC646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3048"/>
                <a:ext cx="73" cy="245"/>
              </a:xfrm>
              <a:custGeom>
                <a:avLst/>
                <a:gdLst>
                  <a:gd name="T0" fmla="*/ 430 w 29"/>
                  <a:gd name="T1" fmla="*/ 136 h 92"/>
                  <a:gd name="T2" fmla="*/ 413 w 29"/>
                  <a:gd name="T3" fmla="*/ 1113 h 92"/>
                  <a:gd name="T4" fmla="*/ 0 w 29"/>
                  <a:gd name="T5" fmla="*/ 1736 h 92"/>
                  <a:gd name="T6" fmla="*/ 413 w 29"/>
                  <a:gd name="T7" fmla="*/ 0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92">
                    <a:moveTo>
                      <a:pt x="27" y="7"/>
                    </a:moveTo>
                    <a:cubicBezTo>
                      <a:pt x="27" y="25"/>
                      <a:pt x="29" y="42"/>
                      <a:pt x="26" y="59"/>
                    </a:cubicBezTo>
                    <a:cubicBezTo>
                      <a:pt x="23" y="76"/>
                      <a:pt x="18" y="87"/>
                      <a:pt x="0" y="92"/>
                    </a:cubicBezTo>
                    <a:cubicBezTo>
                      <a:pt x="26" y="73"/>
                      <a:pt x="26" y="27"/>
                      <a:pt x="26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82" name="Freeform 269">
                <a:extLst>
                  <a:ext uri="{FF2B5EF4-FFF2-40B4-BE49-F238E27FC236}">
                    <a16:creationId xmlns:a16="http://schemas.microsoft.com/office/drawing/2014/main" id="{3978E7E3-9560-493E-AA76-BE6C21043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891"/>
                <a:ext cx="48" cy="181"/>
              </a:xfrm>
              <a:custGeom>
                <a:avLst/>
                <a:gdLst>
                  <a:gd name="T0" fmla="*/ 288 w 19"/>
                  <a:gd name="T1" fmla="*/ 0 h 68"/>
                  <a:gd name="T2" fmla="*/ 306 w 19"/>
                  <a:gd name="T3" fmla="*/ 1147 h 68"/>
                  <a:gd name="T4" fmla="*/ 159 w 19"/>
                  <a:gd name="T5" fmla="*/ 1283 h 68"/>
                  <a:gd name="T6" fmla="*/ 20 w 19"/>
                  <a:gd name="T7" fmla="*/ 681 h 68"/>
                  <a:gd name="T8" fmla="*/ 275 w 19"/>
                  <a:gd name="T9" fmla="*/ 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8">
                    <a:moveTo>
                      <a:pt x="18" y="0"/>
                    </a:moveTo>
                    <a:cubicBezTo>
                      <a:pt x="6" y="14"/>
                      <a:pt x="10" y="48"/>
                      <a:pt x="19" y="61"/>
                    </a:cubicBezTo>
                    <a:cubicBezTo>
                      <a:pt x="16" y="63"/>
                      <a:pt x="13" y="65"/>
                      <a:pt x="10" y="68"/>
                    </a:cubicBezTo>
                    <a:cubicBezTo>
                      <a:pt x="2" y="58"/>
                      <a:pt x="0" y="48"/>
                      <a:pt x="1" y="36"/>
                    </a:cubicBezTo>
                    <a:cubicBezTo>
                      <a:pt x="2" y="23"/>
                      <a:pt x="13" y="11"/>
                      <a:pt x="17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83" name="Freeform 270">
                <a:extLst>
                  <a:ext uri="{FF2B5EF4-FFF2-40B4-BE49-F238E27FC236}">
                    <a16:creationId xmlns:a16="http://schemas.microsoft.com/office/drawing/2014/main" id="{7CC9CE81-97DD-4F31-ACFB-26D51D13B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885"/>
                <a:ext cx="42" cy="176"/>
              </a:xfrm>
              <a:custGeom>
                <a:avLst/>
                <a:gdLst>
                  <a:gd name="T0" fmla="*/ 166 w 17"/>
                  <a:gd name="T1" fmla="*/ 115 h 66"/>
                  <a:gd name="T2" fmla="*/ 212 w 17"/>
                  <a:gd name="T3" fmla="*/ 797 h 66"/>
                  <a:gd name="T4" fmla="*/ 0 w 17"/>
                  <a:gd name="T5" fmla="*/ 1251 h 66"/>
                  <a:gd name="T6" fmla="*/ 62 w 17"/>
                  <a:gd name="T7" fmla="*/ 661 h 66"/>
                  <a:gd name="T8" fmla="*/ 195 w 17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66">
                    <a:moveTo>
                      <a:pt x="11" y="6"/>
                    </a:moveTo>
                    <a:cubicBezTo>
                      <a:pt x="11" y="18"/>
                      <a:pt x="12" y="29"/>
                      <a:pt x="14" y="42"/>
                    </a:cubicBezTo>
                    <a:cubicBezTo>
                      <a:pt x="17" y="56"/>
                      <a:pt x="15" y="61"/>
                      <a:pt x="0" y="66"/>
                    </a:cubicBezTo>
                    <a:cubicBezTo>
                      <a:pt x="7" y="56"/>
                      <a:pt x="5" y="46"/>
                      <a:pt x="4" y="35"/>
                    </a:cubicBezTo>
                    <a:cubicBezTo>
                      <a:pt x="3" y="22"/>
                      <a:pt x="9" y="13"/>
                      <a:pt x="13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84" name="Freeform 271">
                <a:extLst>
                  <a:ext uri="{FF2B5EF4-FFF2-40B4-BE49-F238E27FC236}">
                    <a16:creationId xmlns:a16="http://schemas.microsoft.com/office/drawing/2014/main" id="{F1A0A03B-B2ED-481D-BCA7-1340719A9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901"/>
                <a:ext cx="55" cy="144"/>
              </a:xfrm>
              <a:custGeom>
                <a:avLst/>
                <a:gdLst>
                  <a:gd name="T0" fmla="*/ 50 w 22"/>
                  <a:gd name="T1" fmla="*/ 35 h 54"/>
                  <a:gd name="T2" fmla="*/ 333 w 22"/>
                  <a:gd name="T3" fmla="*/ 648 h 54"/>
                  <a:gd name="T4" fmla="*/ 0 w 22"/>
                  <a:gd name="T5" fmla="*/ 832 h 54"/>
                  <a:gd name="T6" fmla="*/ 50 w 22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54">
                    <a:moveTo>
                      <a:pt x="3" y="2"/>
                    </a:moveTo>
                    <a:cubicBezTo>
                      <a:pt x="9" y="13"/>
                      <a:pt x="20" y="21"/>
                      <a:pt x="21" y="34"/>
                    </a:cubicBezTo>
                    <a:cubicBezTo>
                      <a:pt x="22" y="44"/>
                      <a:pt x="8" y="54"/>
                      <a:pt x="0" y="44"/>
                    </a:cubicBezTo>
                    <a:cubicBezTo>
                      <a:pt x="19" y="31"/>
                      <a:pt x="8" y="18"/>
                      <a:pt x="3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85" name="Freeform 272">
                <a:extLst>
                  <a:ext uri="{FF2B5EF4-FFF2-40B4-BE49-F238E27FC236}">
                    <a16:creationId xmlns:a16="http://schemas.microsoft.com/office/drawing/2014/main" id="{B0DBA375-23BE-4D2B-BF17-8BEF4FF92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811"/>
                <a:ext cx="207" cy="312"/>
              </a:xfrm>
              <a:custGeom>
                <a:avLst/>
                <a:gdLst>
                  <a:gd name="T0" fmla="*/ 933 w 83"/>
                  <a:gd name="T1" fmla="*/ 56 h 117"/>
                  <a:gd name="T2" fmla="*/ 1132 w 83"/>
                  <a:gd name="T3" fmla="*/ 419 h 117"/>
                  <a:gd name="T4" fmla="*/ 1274 w 83"/>
                  <a:gd name="T5" fmla="*/ 931 h 117"/>
                  <a:gd name="T6" fmla="*/ 1212 w 83"/>
                  <a:gd name="T7" fmla="*/ 1400 h 117"/>
                  <a:gd name="T8" fmla="*/ 1150 w 83"/>
                  <a:gd name="T9" fmla="*/ 1843 h 117"/>
                  <a:gd name="T10" fmla="*/ 853 w 83"/>
                  <a:gd name="T11" fmla="*/ 2048 h 117"/>
                  <a:gd name="T12" fmla="*/ 571 w 83"/>
                  <a:gd name="T13" fmla="*/ 2048 h 117"/>
                  <a:gd name="T14" fmla="*/ 249 w 83"/>
                  <a:gd name="T15" fmla="*/ 1912 h 117"/>
                  <a:gd name="T16" fmla="*/ 0 w 83"/>
                  <a:gd name="T17" fmla="*/ 1741 h 117"/>
                  <a:gd name="T18" fmla="*/ 137 w 83"/>
                  <a:gd name="T19" fmla="*/ 1173 h 117"/>
                  <a:gd name="T20" fmla="*/ 529 w 83"/>
                  <a:gd name="T21" fmla="*/ 1613 h 117"/>
                  <a:gd name="T22" fmla="*/ 571 w 83"/>
                  <a:gd name="T23" fmla="*/ 832 h 117"/>
                  <a:gd name="T24" fmla="*/ 778 w 83"/>
                  <a:gd name="T25" fmla="*/ 1557 h 117"/>
                  <a:gd name="T26" fmla="*/ 840 w 83"/>
                  <a:gd name="T27" fmla="*/ 1059 h 117"/>
                  <a:gd name="T28" fmla="*/ 1028 w 83"/>
                  <a:gd name="T29" fmla="*/ 1216 h 117"/>
                  <a:gd name="T30" fmla="*/ 978 w 83"/>
                  <a:gd name="T31" fmla="*/ 931 h 117"/>
                  <a:gd name="T32" fmla="*/ 696 w 83"/>
                  <a:gd name="T33" fmla="*/ 376 h 117"/>
                  <a:gd name="T34" fmla="*/ 758 w 83"/>
                  <a:gd name="T35" fmla="*/ 0 h 1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3" h="117">
                    <a:moveTo>
                      <a:pt x="60" y="3"/>
                    </a:moveTo>
                    <a:cubicBezTo>
                      <a:pt x="69" y="9"/>
                      <a:pt x="70" y="14"/>
                      <a:pt x="73" y="22"/>
                    </a:cubicBezTo>
                    <a:cubicBezTo>
                      <a:pt x="77" y="30"/>
                      <a:pt x="82" y="40"/>
                      <a:pt x="82" y="49"/>
                    </a:cubicBezTo>
                    <a:cubicBezTo>
                      <a:pt x="83" y="58"/>
                      <a:pt x="78" y="65"/>
                      <a:pt x="78" y="74"/>
                    </a:cubicBezTo>
                    <a:cubicBezTo>
                      <a:pt x="78" y="80"/>
                      <a:pt x="79" y="91"/>
                      <a:pt x="74" y="97"/>
                    </a:cubicBezTo>
                    <a:cubicBezTo>
                      <a:pt x="70" y="103"/>
                      <a:pt x="61" y="104"/>
                      <a:pt x="55" y="108"/>
                    </a:cubicBezTo>
                    <a:cubicBezTo>
                      <a:pt x="44" y="117"/>
                      <a:pt x="49" y="113"/>
                      <a:pt x="37" y="108"/>
                    </a:cubicBezTo>
                    <a:cubicBezTo>
                      <a:pt x="27" y="105"/>
                      <a:pt x="25" y="108"/>
                      <a:pt x="16" y="101"/>
                    </a:cubicBezTo>
                    <a:cubicBezTo>
                      <a:pt x="11" y="96"/>
                      <a:pt x="4" y="96"/>
                      <a:pt x="0" y="92"/>
                    </a:cubicBezTo>
                    <a:cubicBezTo>
                      <a:pt x="6" y="89"/>
                      <a:pt x="7" y="69"/>
                      <a:pt x="9" y="62"/>
                    </a:cubicBezTo>
                    <a:cubicBezTo>
                      <a:pt x="3" y="74"/>
                      <a:pt x="18" y="97"/>
                      <a:pt x="34" y="85"/>
                    </a:cubicBezTo>
                    <a:cubicBezTo>
                      <a:pt x="49" y="73"/>
                      <a:pt x="28" y="57"/>
                      <a:pt x="37" y="44"/>
                    </a:cubicBezTo>
                    <a:cubicBezTo>
                      <a:pt x="35" y="50"/>
                      <a:pt x="41" y="81"/>
                      <a:pt x="50" y="82"/>
                    </a:cubicBezTo>
                    <a:cubicBezTo>
                      <a:pt x="67" y="85"/>
                      <a:pt x="54" y="63"/>
                      <a:pt x="54" y="56"/>
                    </a:cubicBezTo>
                    <a:cubicBezTo>
                      <a:pt x="55" y="62"/>
                      <a:pt x="61" y="70"/>
                      <a:pt x="66" y="64"/>
                    </a:cubicBezTo>
                    <a:cubicBezTo>
                      <a:pt x="69" y="61"/>
                      <a:pt x="65" y="53"/>
                      <a:pt x="63" y="49"/>
                    </a:cubicBezTo>
                    <a:cubicBezTo>
                      <a:pt x="82" y="46"/>
                      <a:pt x="52" y="23"/>
                      <a:pt x="45" y="20"/>
                    </a:cubicBezTo>
                    <a:cubicBezTo>
                      <a:pt x="57" y="20"/>
                      <a:pt x="51" y="7"/>
                      <a:pt x="49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86" name="Freeform 273">
                <a:extLst>
                  <a:ext uri="{FF2B5EF4-FFF2-40B4-BE49-F238E27FC236}">
                    <a16:creationId xmlns:a16="http://schemas.microsoft.com/office/drawing/2014/main" id="{AB37C7CF-1F60-461A-BA81-1D15D18CB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917"/>
                <a:ext cx="123" cy="72"/>
              </a:xfrm>
              <a:custGeom>
                <a:avLst/>
                <a:gdLst>
                  <a:gd name="T0" fmla="*/ 0 w 49"/>
                  <a:gd name="T1" fmla="*/ 77 h 27"/>
                  <a:gd name="T2" fmla="*/ 366 w 49"/>
                  <a:gd name="T3" fmla="*/ 397 h 27"/>
                  <a:gd name="T4" fmla="*/ 776 w 49"/>
                  <a:gd name="T5" fmla="*/ 512 h 27"/>
                  <a:gd name="T6" fmla="*/ 492 w 49"/>
                  <a:gd name="T7" fmla="*/ 0 h 27"/>
                  <a:gd name="T8" fmla="*/ 146 w 49"/>
                  <a:gd name="T9" fmla="*/ 7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7">
                    <a:moveTo>
                      <a:pt x="0" y="4"/>
                    </a:moveTo>
                    <a:cubicBezTo>
                      <a:pt x="1" y="10"/>
                      <a:pt x="17" y="18"/>
                      <a:pt x="23" y="21"/>
                    </a:cubicBezTo>
                    <a:cubicBezTo>
                      <a:pt x="32" y="26"/>
                      <a:pt x="39" y="27"/>
                      <a:pt x="49" y="27"/>
                    </a:cubicBezTo>
                    <a:cubicBezTo>
                      <a:pt x="37" y="25"/>
                      <a:pt x="34" y="9"/>
                      <a:pt x="31" y="0"/>
                    </a:cubicBezTo>
                    <a:cubicBezTo>
                      <a:pt x="31" y="13"/>
                      <a:pt x="17" y="8"/>
                      <a:pt x="9" y="4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87" name="Freeform 274">
                <a:extLst>
                  <a:ext uri="{FF2B5EF4-FFF2-40B4-BE49-F238E27FC236}">
                    <a16:creationId xmlns:a16="http://schemas.microsoft.com/office/drawing/2014/main" id="{39AA297C-E9E6-4F81-A820-A12EE2F62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939"/>
                <a:ext cx="120" cy="146"/>
              </a:xfrm>
              <a:custGeom>
                <a:avLst/>
                <a:gdLst>
                  <a:gd name="T0" fmla="*/ 33 w 48"/>
                  <a:gd name="T1" fmla="*/ 337 h 55"/>
                  <a:gd name="T2" fmla="*/ 750 w 48"/>
                  <a:gd name="T3" fmla="*/ 783 h 55"/>
                  <a:gd name="T4" fmla="*/ 458 w 48"/>
                  <a:gd name="T5" fmla="*/ 77 h 55"/>
                  <a:gd name="T6" fmla="*/ 333 w 48"/>
                  <a:gd name="T7" fmla="*/ 507 h 55"/>
                  <a:gd name="T8" fmla="*/ 220 w 48"/>
                  <a:gd name="T9" fmla="*/ 0 h 55"/>
                  <a:gd name="T10" fmla="*/ 0 w 48"/>
                  <a:gd name="T11" fmla="*/ 295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5">
                    <a:moveTo>
                      <a:pt x="2" y="18"/>
                    </a:moveTo>
                    <a:cubicBezTo>
                      <a:pt x="4" y="30"/>
                      <a:pt x="37" y="55"/>
                      <a:pt x="48" y="42"/>
                    </a:cubicBezTo>
                    <a:cubicBezTo>
                      <a:pt x="35" y="34"/>
                      <a:pt x="32" y="18"/>
                      <a:pt x="29" y="4"/>
                    </a:cubicBezTo>
                    <a:cubicBezTo>
                      <a:pt x="30" y="10"/>
                      <a:pt x="36" y="37"/>
                      <a:pt x="21" y="27"/>
                    </a:cubicBezTo>
                    <a:cubicBezTo>
                      <a:pt x="13" y="22"/>
                      <a:pt x="17" y="6"/>
                      <a:pt x="14" y="0"/>
                    </a:cubicBezTo>
                    <a:cubicBezTo>
                      <a:pt x="14" y="10"/>
                      <a:pt x="15" y="24"/>
                      <a:pt x="0" y="1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88" name="Freeform 275">
                <a:extLst>
                  <a:ext uri="{FF2B5EF4-FFF2-40B4-BE49-F238E27FC236}">
                    <a16:creationId xmlns:a16="http://schemas.microsoft.com/office/drawing/2014/main" id="{A2EAFB3E-C8FE-4855-9F0A-3EB7187D0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715"/>
                <a:ext cx="165" cy="712"/>
              </a:xfrm>
              <a:custGeom>
                <a:avLst/>
                <a:gdLst>
                  <a:gd name="T0" fmla="*/ 333 w 66"/>
                  <a:gd name="T1" fmla="*/ 0 h 267"/>
                  <a:gd name="T2" fmla="*/ 875 w 66"/>
                  <a:gd name="T3" fmla="*/ 397 h 267"/>
                  <a:gd name="T4" fmla="*/ 1033 w 66"/>
                  <a:gd name="T5" fmla="*/ 648 h 267"/>
                  <a:gd name="T6" fmla="*/ 895 w 66"/>
                  <a:gd name="T7" fmla="*/ 853 h 267"/>
                  <a:gd name="T8" fmla="*/ 625 w 66"/>
                  <a:gd name="T9" fmla="*/ 1912 h 267"/>
                  <a:gd name="T10" fmla="*/ 645 w 66"/>
                  <a:gd name="T11" fmla="*/ 2525 h 267"/>
                  <a:gd name="T12" fmla="*/ 533 w 66"/>
                  <a:gd name="T13" fmla="*/ 3149 h 267"/>
                  <a:gd name="T14" fmla="*/ 625 w 66"/>
                  <a:gd name="T15" fmla="*/ 3776 h 267"/>
                  <a:gd name="T16" fmla="*/ 563 w 66"/>
                  <a:gd name="T17" fmla="*/ 4003 h 267"/>
                  <a:gd name="T18" fmla="*/ 550 w 66"/>
                  <a:gd name="T19" fmla="*/ 4301 h 267"/>
                  <a:gd name="T20" fmla="*/ 470 w 66"/>
                  <a:gd name="T21" fmla="*/ 4531 h 267"/>
                  <a:gd name="T22" fmla="*/ 500 w 66"/>
                  <a:gd name="T23" fmla="*/ 4835 h 267"/>
                  <a:gd name="T24" fmla="*/ 95 w 66"/>
                  <a:gd name="T25" fmla="*/ 4984 h 267"/>
                  <a:gd name="T26" fmla="*/ 313 w 66"/>
                  <a:gd name="T27" fmla="*/ 4744 h 267"/>
                  <a:gd name="T28" fmla="*/ 0 w 66"/>
                  <a:gd name="T29" fmla="*/ 4643 h 267"/>
                  <a:gd name="T30" fmla="*/ 175 w 66"/>
                  <a:gd name="T31" fmla="*/ 4288 h 267"/>
                  <a:gd name="T32" fmla="*/ 283 w 66"/>
                  <a:gd name="T33" fmla="*/ 3925 h 267"/>
                  <a:gd name="T34" fmla="*/ 345 w 66"/>
                  <a:gd name="T35" fmla="*/ 3563 h 267"/>
                  <a:gd name="T36" fmla="*/ 425 w 66"/>
                  <a:gd name="T37" fmla="*/ 3243 h 267"/>
                  <a:gd name="T38" fmla="*/ 250 w 66"/>
                  <a:gd name="T39" fmla="*/ 3165 h 267"/>
                  <a:gd name="T40" fmla="*/ 250 w 66"/>
                  <a:gd name="T41" fmla="*/ 2901 h 267"/>
                  <a:gd name="T42" fmla="*/ 238 w 66"/>
                  <a:gd name="T43" fmla="*/ 2539 h 267"/>
                  <a:gd name="T44" fmla="*/ 345 w 66"/>
                  <a:gd name="T45" fmla="*/ 2253 h 267"/>
                  <a:gd name="T46" fmla="*/ 488 w 66"/>
                  <a:gd name="T47" fmla="*/ 1784 h 267"/>
                  <a:gd name="T48" fmla="*/ 83 w 66"/>
                  <a:gd name="T49" fmla="*/ 1216 h 267"/>
                  <a:gd name="T50" fmla="*/ 238 w 66"/>
                  <a:gd name="T51" fmla="*/ 853 h 267"/>
                  <a:gd name="T52" fmla="*/ 645 w 66"/>
                  <a:gd name="T53" fmla="*/ 533 h 267"/>
                  <a:gd name="T54" fmla="*/ 688 w 66"/>
                  <a:gd name="T55" fmla="*/ 419 h 267"/>
                  <a:gd name="T56" fmla="*/ 458 w 66"/>
                  <a:gd name="T57" fmla="*/ 93 h 267"/>
                  <a:gd name="T58" fmla="*/ 95 w 66"/>
                  <a:gd name="T59" fmla="*/ 0 h 26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6" h="267">
                    <a:moveTo>
                      <a:pt x="21" y="0"/>
                    </a:moveTo>
                    <a:cubicBezTo>
                      <a:pt x="39" y="3"/>
                      <a:pt x="42" y="10"/>
                      <a:pt x="56" y="21"/>
                    </a:cubicBezTo>
                    <a:cubicBezTo>
                      <a:pt x="60" y="24"/>
                      <a:pt x="66" y="29"/>
                      <a:pt x="66" y="34"/>
                    </a:cubicBezTo>
                    <a:cubicBezTo>
                      <a:pt x="66" y="38"/>
                      <a:pt x="60" y="41"/>
                      <a:pt x="57" y="45"/>
                    </a:cubicBezTo>
                    <a:cubicBezTo>
                      <a:pt x="44" y="64"/>
                      <a:pt x="37" y="80"/>
                      <a:pt x="40" y="101"/>
                    </a:cubicBezTo>
                    <a:cubicBezTo>
                      <a:pt x="42" y="111"/>
                      <a:pt x="43" y="123"/>
                      <a:pt x="41" y="133"/>
                    </a:cubicBezTo>
                    <a:cubicBezTo>
                      <a:pt x="38" y="146"/>
                      <a:pt x="33" y="153"/>
                      <a:pt x="34" y="166"/>
                    </a:cubicBezTo>
                    <a:cubicBezTo>
                      <a:pt x="35" y="177"/>
                      <a:pt x="42" y="190"/>
                      <a:pt x="40" y="199"/>
                    </a:cubicBezTo>
                    <a:cubicBezTo>
                      <a:pt x="40" y="203"/>
                      <a:pt x="37" y="207"/>
                      <a:pt x="36" y="211"/>
                    </a:cubicBezTo>
                    <a:cubicBezTo>
                      <a:pt x="35" y="216"/>
                      <a:pt x="36" y="222"/>
                      <a:pt x="35" y="227"/>
                    </a:cubicBezTo>
                    <a:cubicBezTo>
                      <a:pt x="34" y="231"/>
                      <a:pt x="31" y="235"/>
                      <a:pt x="30" y="239"/>
                    </a:cubicBezTo>
                    <a:cubicBezTo>
                      <a:pt x="30" y="245"/>
                      <a:pt x="34" y="250"/>
                      <a:pt x="32" y="255"/>
                    </a:cubicBezTo>
                    <a:cubicBezTo>
                      <a:pt x="29" y="265"/>
                      <a:pt x="15" y="267"/>
                      <a:pt x="6" y="263"/>
                    </a:cubicBezTo>
                    <a:cubicBezTo>
                      <a:pt x="11" y="263"/>
                      <a:pt x="24" y="257"/>
                      <a:pt x="20" y="250"/>
                    </a:cubicBezTo>
                    <a:cubicBezTo>
                      <a:pt x="19" y="246"/>
                      <a:pt x="5" y="246"/>
                      <a:pt x="0" y="245"/>
                    </a:cubicBezTo>
                    <a:cubicBezTo>
                      <a:pt x="12" y="246"/>
                      <a:pt x="30" y="229"/>
                      <a:pt x="11" y="226"/>
                    </a:cubicBezTo>
                    <a:cubicBezTo>
                      <a:pt x="24" y="227"/>
                      <a:pt x="32" y="209"/>
                      <a:pt x="18" y="207"/>
                    </a:cubicBezTo>
                    <a:cubicBezTo>
                      <a:pt x="29" y="205"/>
                      <a:pt x="35" y="187"/>
                      <a:pt x="22" y="188"/>
                    </a:cubicBezTo>
                    <a:cubicBezTo>
                      <a:pt x="28" y="186"/>
                      <a:pt x="31" y="176"/>
                      <a:pt x="27" y="171"/>
                    </a:cubicBezTo>
                    <a:cubicBezTo>
                      <a:pt x="24" y="167"/>
                      <a:pt x="20" y="168"/>
                      <a:pt x="16" y="167"/>
                    </a:cubicBezTo>
                    <a:cubicBezTo>
                      <a:pt x="25" y="166"/>
                      <a:pt x="25" y="153"/>
                      <a:pt x="16" y="153"/>
                    </a:cubicBezTo>
                    <a:cubicBezTo>
                      <a:pt x="27" y="150"/>
                      <a:pt x="29" y="134"/>
                      <a:pt x="15" y="134"/>
                    </a:cubicBezTo>
                    <a:cubicBezTo>
                      <a:pt x="23" y="133"/>
                      <a:pt x="34" y="120"/>
                      <a:pt x="22" y="119"/>
                    </a:cubicBezTo>
                    <a:cubicBezTo>
                      <a:pt x="36" y="117"/>
                      <a:pt x="39" y="103"/>
                      <a:pt x="31" y="94"/>
                    </a:cubicBezTo>
                    <a:cubicBezTo>
                      <a:pt x="47" y="76"/>
                      <a:pt x="17" y="69"/>
                      <a:pt x="5" y="64"/>
                    </a:cubicBezTo>
                    <a:cubicBezTo>
                      <a:pt x="13" y="61"/>
                      <a:pt x="22" y="53"/>
                      <a:pt x="15" y="45"/>
                    </a:cubicBezTo>
                    <a:cubicBezTo>
                      <a:pt x="32" y="49"/>
                      <a:pt x="40" y="41"/>
                      <a:pt x="41" y="28"/>
                    </a:cubicBezTo>
                    <a:cubicBezTo>
                      <a:pt x="41" y="26"/>
                      <a:pt x="45" y="24"/>
                      <a:pt x="44" y="22"/>
                    </a:cubicBezTo>
                    <a:cubicBezTo>
                      <a:pt x="43" y="18"/>
                      <a:pt x="32" y="7"/>
                      <a:pt x="29" y="5"/>
                    </a:cubicBezTo>
                    <a:cubicBezTo>
                      <a:pt x="25" y="2"/>
                      <a:pt x="9" y="5"/>
                      <a:pt x="6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89" name="Freeform 276">
                <a:extLst>
                  <a:ext uri="{FF2B5EF4-FFF2-40B4-BE49-F238E27FC236}">
                    <a16:creationId xmlns:a16="http://schemas.microsoft.com/office/drawing/2014/main" id="{1604ECDE-0245-492D-9FC2-0D52657CB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3363"/>
                <a:ext cx="47" cy="53"/>
              </a:xfrm>
              <a:custGeom>
                <a:avLst/>
                <a:gdLst>
                  <a:gd name="T0" fmla="*/ 183 w 19"/>
                  <a:gd name="T1" fmla="*/ 0 h 20"/>
                  <a:gd name="T2" fmla="*/ 275 w 19"/>
                  <a:gd name="T3" fmla="*/ 260 h 20"/>
                  <a:gd name="T4" fmla="*/ 0 w 19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12" y="0"/>
                    </a:moveTo>
                    <a:cubicBezTo>
                      <a:pt x="13" y="5"/>
                      <a:pt x="19" y="9"/>
                      <a:pt x="18" y="14"/>
                    </a:cubicBezTo>
                    <a:cubicBezTo>
                      <a:pt x="16" y="20"/>
                      <a:pt x="5" y="20"/>
                      <a:pt x="0" y="2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90" name="Freeform 277">
                <a:extLst>
                  <a:ext uri="{FF2B5EF4-FFF2-40B4-BE49-F238E27FC236}">
                    <a16:creationId xmlns:a16="http://schemas.microsoft.com/office/drawing/2014/main" id="{E7192B66-2C25-4CF8-89C1-282B6BA70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3243"/>
                <a:ext cx="43" cy="69"/>
              </a:xfrm>
              <a:custGeom>
                <a:avLst/>
                <a:gdLst>
                  <a:gd name="T0" fmla="*/ 243 w 17"/>
                  <a:gd name="T1" fmla="*/ 0 h 26"/>
                  <a:gd name="T2" fmla="*/ 192 w 17"/>
                  <a:gd name="T3" fmla="*/ 295 h 26"/>
                  <a:gd name="T4" fmla="*/ 0 w 17"/>
                  <a:gd name="T5" fmla="*/ 48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15" y="0"/>
                    </a:moveTo>
                    <a:cubicBezTo>
                      <a:pt x="17" y="5"/>
                      <a:pt x="13" y="12"/>
                      <a:pt x="12" y="16"/>
                    </a:cubicBezTo>
                    <a:cubicBezTo>
                      <a:pt x="10" y="22"/>
                      <a:pt x="8" y="24"/>
                      <a:pt x="0" y="2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91" name="Freeform 278">
                <a:extLst>
                  <a:ext uri="{FF2B5EF4-FFF2-40B4-BE49-F238E27FC236}">
                    <a16:creationId xmlns:a16="http://schemas.microsoft.com/office/drawing/2014/main" id="{C710F90D-3D2C-4670-BC0B-EEF6EA887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915"/>
                <a:ext cx="45" cy="178"/>
              </a:xfrm>
              <a:custGeom>
                <a:avLst/>
                <a:gdLst>
                  <a:gd name="T0" fmla="*/ 220 w 18"/>
                  <a:gd name="T1" fmla="*/ 0 h 67"/>
                  <a:gd name="T2" fmla="*/ 238 w 18"/>
                  <a:gd name="T3" fmla="*/ 319 h 67"/>
                  <a:gd name="T4" fmla="*/ 250 w 18"/>
                  <a:gd name="T5" fmla="*/ 635 h 67"/>
                  <a:gd name="T6" fmla="*/ 238 w 18"/>
                  <a:gd name="T7" fmla="*/ 1010 h 67"/>
                  <a:gd name="T8" fmla="*/ 0 w 18"/>
                  <a:gd name="T9" fmla="*/ 1235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7">
                    <a:moveTo>
                      <a:pt x="14" y="0"/>
                    </a:moveTo>
                    <a:cubicBezTo>
                      <a:pt x="12" y="6"/>
                      <a:pt x="14" y="12"/>
                      <a:pt x="15" y="17"/>
                    </a:cubicBezTo>
                    <a:cubicBezTo>
                      <a:pt x="15" y="23"/>
                      <a:pt x="15" y="29"/>
                      <a:pt x="16" y="34"/>
                    </a:cubicBezTo>
                    <a:cubicBezTo>
                      <a:pt x="17" y="41"/>
                      <a:pt x="18" y="47"/>
                      <a:pt x="15" y="54"/>
                    </a:cubicBezTo>
                    <a:cubicBezTo>
                      <a:pt x="13" y="58"/>
                      <a:pt x="5" y="67"/>
                      <a:pt x="0" y="6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92" name="Freeform 279">
                <a:extLst>
                  <a:ext uri="{FF2B5EF4-FFF2-40B4-BE49-F238E27FC236}">
                    <a16:creationId xmlns:a16="http://schemas.microsoft.com/office/drawing/2014/main" id="{0C2AEF57-B722-4821-B561-06C6D3B09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925"/>
                <a:ext cx="87" cy="43"/>
              </a:xfrm>
              <a:custGeom>
                <a:avLst/>
                <a:gdLst>
                  <a:gd name="T0" fmla="*/ 0 w 35"/>
                  <a:gd name="T1" fmla="*/ 159 h 16"/>
                  <a:gd name="T2" fmla="*/ 524 w 35"/>
                  <a:gd name="T3" fmla="*/ 0 h 16"/>
                  <a:gd name="T4" fmla="*/ 507 w 35"/>
                  <a:gd name="T5" fmla="*/ 312 h 16"/>
                  <a:gd name="T6" fmla="*/ 383 w 35"/>
                  <a:gd name="T7" fmla="*/ 231 h 16"/>
                  <a:gd name="T8" fmla="*/ 199 w 35"/>
                  <a:gd name="T9" fmla="*/ 17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6">
                    <a:moveTo>
                      <a:pt x="0" y="8"/>
                    </a:moveTo>
                    <a:cubicBezTo>
                      <a:pt x="12" y="6"/>
                      <a:pt x="28" y="11"/>
                      <a:pt x="34" y="0"/>
                    </a:cubicBezTo>
                    <a:cubicBezTo>
                      <a:pt x="35" y="2"/>
                      <a:pt x="35" y="14"/>
                      <a:pt x="33" y="16"/>
                    </a:cubicBezTo>
                    <a:cubicBezTo>
                      <a:pt x="30" y="16"/>
                      <a:pt x="28" y="13"/>
                      <a:pt x="25" y="12"/>
                    </a:cubicBezTo>
                    <a:cubicBezTo>
                      <a:pt x="22" y="10"/>
                      <a:pt x="17" y="9"/>
                      <a:pt x="13" y="9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93" name="Freeform 280">
                <a:extLst>
                  <a:ext uri="{FF2B5EF4-FFF2-40B4-BE49-F238E27FC236}">
                    <a16:creationId xmlns:a16="http://schemas.microsoft.com/office/drawing/2014/main" id="{38B26A15-9F35-4F6E-B307-68D72128E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3051"/>
                <a:ext cx="90" cy="48"/>
              </a:xfrm>
              <a:custGeom>
                <a:avLst/>
                <a:gdLst>
                  <a:gd name="T0" fmla="*/ 0 w 36"/>
                  <a:gd name="T1" fmla="*/ 192 h 18"/>
                  <a:gd name="T2" fmla="*/ 238 w 36"/>
                  <a:gd name="T3" fmla="*/ 77 h 18"/>
                  <a:gd name="T4" fmla="*/ 533 w 36"/>
                  <a:gd name="T5" fmla="*/ 0 h 18"/>
                  <a:gd name="T6" fmla="*/ 83 w 36"/>
                  <a:gd name="T7" fmla="*/ 13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8">
                    <a:moveTo>
                      <a:pt x="0" y="10"/>
                    </a:moveTo>
                    <a:cubicBezTo>
                      <a:pt x="4" y="6"/>
                      <a:pt x="9" y="5"/>
                      <a:pt x="15" y="4"/>
                    </a:cubicBezTo>
                    <a:cubicBezTo>
                      <a:pt x="22" y="3"/>
                      <a:pt x="27" y="3"/>
                      <a:pt x="34" y="0"/>
                    </a:cubicBezTo>
                    <a:cubicBezTo>
                      <a:pt x="36" y="18"/>
                      <a:pt x="16" y="4"/>
                      <a:pt x="5" y="7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94" name="Freeform 281">
                <a:extLst>
                  <a:ext uri="{FF2B5EF4-FFF2-40B4-BE49-F238E27FC236}">
                    <a16:creationId xmlns:a16="http://schemas.microsoft.com/office/drawing/2014/main" id="{5BBD7391-0B37-493F-96E6-350CB7522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3173"/>
                <a:ext cx="107" cy="48"/>
              </a:xfrm>
              <a:custGeom>
                <a:avLst/>
                <a:gdLst>
                  <a:gd name="T0" fmla="*/ 42 w 43"/>
                  <a:gd name="T1" fmla="*/ 307 h 18"/>
                  <a:gd name="T2" fmla="*/ 632 w 43"/>
                  <a:gd name="T3" fmla="*/ 0 h 18"/>
                  <a:gd name="T4" fmla="*/ 649 w 43"/>
                  <a:gd name="T5" fmla="*/ 248 h 18"/>
                  <a:gd name="T6" fmla="*/ 570 w 43"/>
                  <a:gd name="T7" fmla="*/ 307 h 18"/>
                  <a:gd name="T8" fmla="*/ 353 w 43"/>
                  <a:gd name="T9" fmla="*/ 264 h 18"/>
                  <a:gd name="T10" fmla="*/ 0 w 43"/>
                  <a:gd name="T11" fmla="*/ 264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8">
                    <a:moveTo>
                      <a:pt x="3" y="16"/>
                    </a:moveTo>
                    <a:cubicBezTo>
                      <a:pt x="15" y="8"/>
                      <a:pt x="33" y="14"/>
                      <a:pt x="41" y="0"/>
                    </a:cubicBezTo>
                    <a:cubicBezTo>
                      <a:pt x="43" y="3"/>
                      <a:pt x="43" y="10"/>
                      <a:pt x="42" y="13"/>
                    </a:cubicBezTo>
                    <a:cubicBezTo>
                      <a:pt x="41" y="18"/>
                      <a:pt x="41" y="16"/>
                      <a:pt x="37" y="16"/>
                    </a:cubicBezTo>
                    <a:cubicBezTo>
                      <a:pt x="33" y="16"/>
                      <a:pt x="28" y="15"/>
                      <a:pt x="23" y="14"/>
                    </a:cubicBezTo>
                    <a:cubicBezTo>
                      <a:pt x="15" y="14"/>
                      <a:pt x="8" y="14"/>
                      <a:pt x="0" y="14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95" name="Freeform 282">
                <a:extLst>
                  <a:ext uri="{FF2B5EF4-FFF2-40B4-BE49-F238E27FC236}">
                    <a16:creationId xmlns:a16="http://schemas.microsoft.com/office/drawing/2014/main" id="{3CC2A27F-2028-487F-B0B3-7A7776190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723"/>
                <a:ext cx="163" cy="74"/>
              </a:xfrm>
              <a:custGeom>
                <a:avLst/>
                <a:gdLst>
                  <a:gd name="T0" fmla="*/ 0 w 65"/>
                  <a:gd name="T1" fmla="*/ 404 h 28"/>
                  <a:gd name="T2" fmla="*/ 283 w 65"/>
                  <a:gd name="T3" fmla="*/ 280 h 28"/>
                  <a:gd name="T4" fmla="*/ 629 w 65"/>
                  <a:gd name="T5" fmla="*/ 238 h 28"/>
                  <a:gd name="T6" fmla="*/ 680 w 65"/>
                  <a:gd name="T7" fmla="*/ 0 h 28"/>
                  <a:gd name="T8" fmla="*/ 975 w 65"/>
                  <a:gd name="T9" fmla="*/ 518 h 28"/>
                  <a:gd name="T10" fmla="*/ 710 w 65"/>
                  <a:gd name="T11" fmla="*/ 349 h 28"/>
                  <a:gd name="T12" fmla="*/ 176 w 65"/>
                  <a:gd name="T13" fmla="*/ 336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28">
                    <a:moveTo>
                      <a:pt x="0" y="22"/>
                    </a:moveTo>
                    <a:cubicBezTo>
                      <a:pt x="6" y="19"/>
                      <a:pt x="11" y="17"/>
                      <a:pt x="18" y="15"/>
                    </a:cubicBezTo>
                    <a:cubicBezTo>
                      <a:pt x="25" y="14"/>
                      <a:pt x="33" y="15"/>
                      <a:pt x="40" y="13"/>
                    </a:cubicBezTo>
                    <a:cubicBezTo>
                      <a:pt x="46" y="11"/>
                      <a:pt x="48" y="5"/>
                      <a:pt x="43" y="0"/>
                    </a:cubicBezTo>
                    <a:cubicBezTo>
                      <a:pt x="56" y="2"/>
                      <a:pt x="65" y="17"/>
                      <a:pt x="62" y="28"/>
                    </a:cubicBezTo>
                    <a:cubicBezTo>
                      <a:pt x="57" y="24"/>
                      <a:pt x="51" y="21"/>
                      <a:pt x="45" y="19"/>
                    </a:cubicBezTo>
                    <a:cubicBezTo>
                      <a:pt x="34" y="15"/>
                      <a:pt x="23" y="16"/>
                      <a:pt x="11" y="18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96" name="Freeform 283">
                <a:extLst>
                  <a:ext uri="{FF2B5EF4-FFF2-40B4-BE49-F238E27FC236}">
                    <a16:creationId xmlns:a16="http://schemas.microsoft.com/office/drawing/2014/main" id="{BFCCF5CB-5FAF-4136-BE83-9E797AC59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771"/>
                <a:ext cx="153" cy="74"/>
              </a:xfrm>
              <a:custGeom>
                <a:avLst/>
                <a:gdLst>
                  <a:gd name="T0" fmla="*/ 0 w 61"/>
                  <a:gd name="T1" fmla="*/ 441 h 28"/>
                  <a:gd name="T2" fmla="*/ 584 w 61"/>
                  <a:gd name="T3" fmla="*/ 315 h 28"/>
                  <a:gd name="T4" fmla="*/ 584 w 61"/>
                  <a:gd name="T5" fmla="*/ 0 h 28"/>
                  <a:gd name="T6" fmla="*/ 931 w 61"/>
                  <a:gd name="T7" fmla="*/ 182 h 28"/>
                  <a:gd name="T8" fmla="*/ 818 w 61"/>
                  <a:gd name="T9" fmla="*/ 497 h 28"/>
                  <a:gd name="T10" fmla="*/ 617 w 61"/>
                  <a:gd name="T11" fmla="*/ 441 h 28"/>
                  <a:gd name="T12" fmla="*/ 283 w 61"/>
                  <a:gd name="T13" fmla="*/ 37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28">
                    <a:moveTo>
                      <a:pt x="0" y="24"/>
                    </a:moveTo>
                    <a:cubicBezTo>
                      <a:pt x="5" y="16"/>
                      <a:pt x="28" y="20"/>
                      <a:pt x="37" y="17"/>
                    </a:cubicBezTo>
                    <a:cubicBezTo>
                      <a:pt x="46" y="14"/>
                      <a:pt x="47" y="4"/>
                      <a:pt x="37" y="0"/>
                    </a:cubicBezTo>
                    <a:cubicBezTo>
                      <a:pt x="43" y="5"/>
                      <a:pt x="54" y="2"/>
                      <a:pt x="59" y="10"/>
                    </a:cubicBezTo>
                    <a:cubicBezTo>
                      <a:pt x="61" y="15"/>
                      <a:pt x="59" y="25"/>
                      <a:pt x="52" y="27"/>
                    </a:cubicBezTo>
                    <a:cubicBezTo>
                      <a:pt x="49" y="28"/>
                      <a:pt x="43" y="25"/>
                      <a:pt x="39" y="24"/>
                    </a:cubicBezTo>
                    <a:cubicBezTo>
                      <a:pt x="32" y="22"/>
                      <a:pt x="26" y="20"/>
                      <a:pt x="18" y="2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97" name="Freeform 284">
                <a:extLst>
                  <a:ext uri="{FF2B5EF4-FFF2-40B4-BE49-F238E27FC236}">
                    <a16:creationId xmlns:a16="http://schemas.microsoft.com/office/drawing/2014/main" id="{B7E3141C-1A96-4347-8ADD-A7980F340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3067"/>
                <a:ext cx="195" cy="272"/>
              </a:xfrm>
              <a:custGeom>
                <a:avLst/>
                <a:gdLst>
                  <a:gd name="T0" fmla="*/ 1050 w 78"/>
                  <a:gd name="T1" fmla="*/ 0 h 102"/>
                  <a:gd name="T2" fmla="*/ 1208 w 78"/>
                  <a:gd name="T3" fmla="*/ 320 h 102"/>
                  <a:gd name="T4" fmla="*/ 1188 w 78"/>
                  <a:gd name="T5" fmla="*/ 717 h 102"/>
                  <a:gd name="T6" fmla="*/ 1125 w 78"/>
                  <a:gd name="T7" fmla="*/ 1059 h 102"/>
                  <a:gd name="T8" fmla="*/ 1063 w 78"/>
                  <a:gd name="T9" fmla="*/ 1365 h 102"/>
                  <a:gd name="T10" fmla="*/ 583 w 78"/>
                  <a:gd name="T11" fmla="*/ 1685 h 102"/>
                  <a:gd name="T12" fmla="*/ 0 w 78"/>
                  <a:gd name="T13" fmla="*/ 1933 h 102"/>
                  <a:gd name="T14" fmla="*/ 270 w 78"/>
                  <a:gd name="T15" fmla="*/ 1685 h 102"/>
                  <a:gd name="T16" fmla="*/ 175 w 78"/>
                  <a:gd name="T17" fmla="*/ 1387 h 102"/>
                  <a:gd name="T18" fmla="*/ 145 w 78"/>
                  <a:gd name="T19" fmla="*/ 1195 h 102"/>
                  <a:gd name="T20" fmla="*/ 658 w 78"/>
                  <a:gd name="T21" fmla="*/ 1421 h 102"/>
                  <a:gd name="T22" fmla="*/ 595 w 78"/>
                  <a:gd name="T23" fmla="*/ 1003 h 102"/>
                  <a:gd name="T24" fmla="*/ 583 w 78"/>
                  <a:gd name="T25" fmla="*/ 568 h 102"/>
                  <a:gd name="T26" fmla="*/ 675 w 78"/>
                  <a:gd name="T27" fmla="*/ 888 h 102"/>
                  <a:gd name="T28" fmla="*/ 988 w 78"/>
                  <a:gd name="T29" fmla="*/ 832 h 102"/>
                  <a:gd name="T30" fmla="*/ 875 w 78"/>
                  <a:gd name="T31" fmla="*/ 320 h 102"/>
                  <a:gd name="T32" fmla="*/ 1033 w 78"/>
                  <a:gd name="T33" fmla="*/ 363 h 102"/>
                  <a:gd name="T34" fmla="*/ 1020 w 78"/>
                  <a:gd name="T35" fmla="*/ 35 h 102"/>
                  <a:gd name="T36" fmla="*/ 1175 w 78"/>
                  <a:gd name="T37" fmla="*/ 115 h 10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8" h="102">
                    <a:moveTo>
                      <a:pt x="67" y="0"/>
                    </a:moveTo>
                    <a:cubicBezTo>
                      <a:pt x="71" y="7"/>
                      <a:pt x="76" y="9"/>
                      <a:pt x="77" y="17"/>
                    </a:cubicBezTo>
                    <a:cubicBezTo>
                      <a:pt x="78" y="24"/>
                      <a:pt x="78" y="31"/>
                      <a:pt x="76" y="38"/>
                    </a:cubicBezTo>
                    <a:cubicBezTo>
                      <a:pt x="74" y="44"/>
                      <a:pt x="72" y="50"/>
                      <a:pt x="72" y="56"/>
                    </a:cubicBezTo>
                    <a:cubicBezTo>
                      <a:pt x="71" y="62"/>
                      <a:pt x="72" y="67"/>
                      <a:pt x="68" y="72"/>
                    </a:cubicBezTo>
                    <a:cubicBezTo>
                      <a:pt x="60" y="80"/>
                      <a:pt x="47" y="83"/>
                      <a:pt x="37" y="89"/>
                    </a:cubicBezTo>
                    <a:cubicBezTo>
                      <a:pt x="27" y="94"/>
                      <a:pt x="12" y="101"/>
                      <a:pt x="0" y="102"/>
                    </a:cubicBezTo>
                    <a:cubicBezTo>
                      <a:pt x="7" y="101"/>
                      <a:pt x="16" y="95"/>
                      <a:pt x="17" y="89"/>
                    </a:cubicBezTo>
                    <a:cubicBezTo>
                      <a:pt x="17" y="84"/>
                      <a:pt x="13" y="78"/>
                      <a:pt x="11" y="73"/>
                    </a:cubicBezTo>
                    <a:cubicBezTo>
                      <a:pt x="10" y="70"/>
                      <a:pt x="10" y="66"/>
                      <a:pt x="9" y="63"/>
                    </a:cubicBezTo>
                    <a:cubicBezTo>
                      <a:pt x="15" y="71"/>
                      <a:pt x="30" y="88"/>
                      <a:pt x="42" y="75"/>
                    </a:cubicBezTo>
                    <a:cubicBezTo>
                      <a:pt x="48" y="69"/>
                      <a:pt x="42" y="59"/>
                      <a:pt x="38" y="53"/>
                    </a:cubicBezTo>
                    <a:cubicBezTo>
                      <a:pt x="34" y="45"/>
                      <a:pt x="34" y="38"/>
                      <a:pt x="37" y="30"/>
                    </a:cubicBezTo>
                    <a:cubicBezTo>
                      <a:pt x="36" y="36"/>
                      <a:pt x="40" y="41"/>
                      <a:pt x="43" y="47"/>
                    </a:cubicBezTo>
                    <a:cubicBezTo>
                      <a:pt x="48" y="57"/>
                      <a:pt x="60" y="56"/>
                      <a:pt x="63" y="44"/>
                    </a:cubicBezTo>
                    <a:cubicBezTo>
                      <a:pt x="64" y="38"/>
                      <a:pt x="61" y="21"/>
                      <a:pt x="56" y="17"/>
                    </a:cubicBezTo>
                    <a:cubicBezTo>
                      <a:pt x="59" y="20"/>
                      <a:pt x="63" y="22"/>
                      <a:pt x="66" y="19"/>
                    </a:cubicBezTo>
                    <a:cubicBezTo>
                      <a:pt x="72" y="15"/>
                      <a:pt x="67" y="7"/>
                      <a:pt x="65" y="2"/>
                    </a:cubicBezTo>
                    <a:cubicBezTo>
                      <a:pt x="68" y="3"/>
                      <a:pt x="73" y="4"/>
                      <a:pt x="75" y="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98" name="Freeform 285">
                <a:extLst>
                  <a:ext uri="{FF2B5EF4-FFF2-40B4-BE49-F238E27FC236}">
                    <a16:creationId xmlns:a16="http://schemas.microsoft.com/office/drawing/2014/main" id="{D6A6E811-72B6-4610-A4E5-D6F9EDD55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560"/>
                <a:ext cx="557" cy="272"/>
              </a:xfrm>
              <a:custGeom>
                <a:avLst/>
                <a:gdLst>
                  <a:gd name="T0" fmla="*/ 30 w 223"/>
                  <a:gd name="T1" fmla="*/ 1856 h 102"/>
                  <a:gd name="T2" fmla="*/ 480 w 223"/>
                  <a:gd name="T3" fmla="*/ 1459 h 102"/>
                  <a:gd name="T4" fmla="*/ 887 w 223"/>
                  <a:gd name="T5" fmla="*/ 1443 h 102"/>
                  <a:gd name="T6" fmla="*/ 937 w 223"/>
                  <a:gd name="T7" fmla="*/ 888 h 102"/>
                  <a:gd name="T8" fmla="*/ 1136 w 223"/>
                  <a:gd name="T9" fmla="*/ 1365 h 102"/>
                  <a:gd name="T10" fmla="*/ 1434 w 223"/>
                  <a:gd name="T11" fmla="*/ 477 h 102"/>
                  <a:gd name="T12" fmla="*/ 1559 w 223"/>
                  <a:gd name="T13" fmla="*/ 853 h 102"/>
                  <a:gd name="T14" fmla="*/ 1496 w 223"/>
                  <a:gd name="T15" fmla="*/ 1173 h 102"/>
                  <a:gd name="T16" fmla="*/ 1434 w 223"/>
                  <a:gd name="T17" fmla="*/ 1421 h 102"/>
                  <a:gd name="T18" fmla="*/ 1758 w 223"/>
                  <a:gd name="T19" fmla="*/ 832 h 102"/>
                  <a:gd name="T20" fmla="*/ 1821 w 223"/>
                  <a:gd name="T21" fmla="*/ 192 h 102"/>
                  <a:gd name="T22" fmla="*/ 1903 w 223"/>
                  <a:gd name="T23" fmla="*/ 568 h 102"/>
                  <a:gd name="T24" fmla="*/ 1903 w 223"/>
                  <a:gd name="T25" fmla="*/ 931 h 102"/>
                  <a:gd name="T26" fmla="*/ 1821 w 223"/>
                  <a:gd name="T27" fmla="*/ 1195 h 102"/>
                  <a:gd name="T28" fmla="*/ 2290 w 223"/>
                  <a:gd name="T29" fmla="*/ 35 h 102"/>
                  <a:gd name="T30" fmla="*/ 2465 w 223"/>
                  <a:gd name="T31" fmla="*/ 376 h 102"/>
                  <a:gd name="T32" fmla="*/ 2383 w 223"/>
                  <a:gd name="T33" fmla="*/ 947 h 102"/>
                  <a:gd name="T34" fmla="*/ 2807 w 223"/>
                  <a:gd name="T35" fmla="*/ 0 h 102"/>
                  <a:gd name="T36" fmla="*/ 3087 w 223"/>
                  <a:gd name="T37" fmla="*/ 93 h 102"/>
                  <a:gd name="T38" fmla="*/ 3412 w 223"/>
                  <a:gd name="T39" fmla="*/ 760 h 102"/>
                  <a:gd name="T40" fmla="*/ 3100 w 223"/>
                  <a:gd name="T41" fmla="*/ 968 h 102"/>
                  <a:gd name="T42" fmla="*/ 2695 w 223"/>
                  <a:gd name="T43" fmla="*/ 1160 h 102"/>
                  <a:gd name="T44" fmla="*/ 2478 w 223"/>
                  <a:gd name="T45" fmla="*/ 1173 h 102"/>
                  <a:gd name="T46" fmla="*/ 2320 w 223"/>
                  <a:gd name="T47" fmla="*/ 1365 h 102"/>
                  <a:gd name="T48" fmla="*/ 1853 w 223"/>
                  <a:gd name="T49" fmla="*/ 1515 h 102"/>
                  <a:gd name="T50" fmla="*/ 1291 w 223"/>
                  <a:gd name="T51" fmla="*/ 1557 h 102"/>
                  <a:gd name="T52" fmla="*/ 842 w 223"/>
                  <a:gd name="T53" fmla="*/ 1707 h 102"/>
                  <a:gd name="T54" fmla="*/ 0 w 223"/>
                  <a:gd name="T55" fmla="*/ 1899 h 10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23" h="102">
                    <a:moveTo>
                      <a:pt x="2" y="98"/>
                    </a:moveTo>
                    <a:cubicBezTo>
                      <a:pt x="15" y="99"/>
                      <a:pt x="26" y="85"/>
                      <a:pt x="31" y="77"/>
                    </a:cubicBezTo>
                    <a:cubicBezTo>
                      <a:pt x="31" y="95"/>
                      <a:pt x="49" y="88"/>
                      <a:pt x="57" y="76"/>
                    </a:cubicBezTo>
                    <a:cubicBezTo>
                      <a:pt x="64" y="67"/>
                      <a:pt x="57" y="56"/>
                      <a:pt x="60" y="47"/>
                    </a:cubicBezTo>
                    <a:cubicBezTo>
                      <a:pt x="69" y="55"/>
                      <a:pt x="60" y="75"/>
                      <a:pt x="73" y="72"/>
                    </a:cubicBezTo>
                    <a:cubicBezTo>
                      <a:pt x="95" y="67"/>
                      <a:pt x="89" y="39"/>
                      <a:pt x="92" y="25"/>
                    </a:cubicBezTo>
                    <a:cubicBezTo>
                      <a:pt x="100" y="31"/>
                      <a:pt x="100" y="37"/>
                      <a:pt x="100" y="45"/>
                    </a:cubicBezTo>
                    <a:cubicBezTo>
                      <a:pt x="100" y="51"/>
                      <a:pt x="99" y="56"/>
                      <a:pt x="96" y="62"/>
                    </a:cubicBezTo>
                    <a:cubicBezTo>
                      <a:pt x="94" y="67"/>
                      <a:pt x="90" y="69"/>
                      <a:pt x="92" y="75"/>
                    </a:cubicBezTo>
                    <a:cubicBezTo>
                      <a:pt x="107" y="72"/>
                      <a:pt x="113" y="57"/>
                      <a:pt x="113" y="44"/>
                    </a:cubicBezTo>
                    <a:cubicBezTo>
                      <a:pt x="114" y="34"/>
                      <a:pt x="117" y="20"/>
                      <a:pt x="117" y="10"/>
                    </a:cubicBezTo>
                    <a:cubicBezTo>
                      <a:pt x="122" y="15"/>
                      <a:pt x="121" y="24"/>
                      <a:pt x="122" y="30"/>
                    </a:cubicBezTo>
                    <a:cubicBezTo>
                      <a:pt x="124" y="36"/>
                      <a:pt x="124" y="44"/>
                      <a:pt x="122" y="49"/>
                    </a:cubicBezTo>
                    <a:cubicBezTo>
                      <a:pt x="121" y="54"/>
                      <a:pt x="117" y="57"/>
                      <a:pt x="117" y="63"/>
                    </a:cubicBezTo>
                    <a:cubicBezTo>
                      <a:pt x="148" y="65"/>
                      <a:pt x="157" y="18"/>
                      <a:pt x="147" y="2"/>
                    </a:cubicBezTo>
                    <a:cubicBezTo>
                      <a:pt x="153" y="8"/>
                      <a:pt x="156" y="12"/>
                      <a:pt x="158" y="20"/>
                    </a:cubicBezTo>
                    <a:cubicBezTo>
                      <a:pt x="161" y="31"/>
                      <a:pt x="152" y="40"/>
                      <a:pt x="153" y="50"/>
                    </a:cubicBezTo>
                    <a:cubicBezTo>
                      <a:pt x="183" y="54"/>
                      <a:pt x="180" y="16"/>
                      <a:pt x="180" y="0"/>
                    </a:cubicBezTo>
                    <a:cubicBezTo>
                      <a:pt x="185" y="4"/>
                      <a:pt x="192" y="2"/>
                      <a:pt x="198" y="5"/>
                    </a:cubicBezTo>
                    <a:cubicBezTo>
                      <a:pt x="212" y="11"/>
                      <a:pt x="223" y="22"/>
                      <a:pt x="219" y="40"/>
                    </a:cubicBezTo>
                    <a:cubicBezTo>
                      <a:pt x="216" y="50"/>
                      <a:pt x="210" y="48"/>
                      <a:pt x="199" y="51"/>
                    </a:cubicBezTo>
                    <a:cubicBezTo>
                      <a:pt x="191" y="55"/>
                      <a:pt x="182" y="59"/>
                      <a:pt x="173" y="61"/>
                    </a:cubicBezTo>
                    <a:cubicBezTo>
                      <a:pt x="169" y="62"/>
                      <a:pt x="164" y="61"/>
                      <a:pt x="159" y="62"/>
                    </a:cubicBezTo>
                    <a:cubicBezTo>
                      <a:pt x="153" y="64"/>
                      <a:pt x="154" y="70"/>
                      <a:pt x="149" y="72"/>
                    </a:cubicBezTo>
                    <a:cubicBezTo>
                      <a:pt x="142" y="75"/>
                      <a:pt x="127" y="76"/>
                      <a:pt x="119" y="80"/>
                    </a:cubicBezTo>
                    <a:cubicBezTo>
                      <a:pt x="108" y="86"/>
                      <a:pt x="95" y="84"/>
                      <a:pt x="83" y="82"/>
                    </a:cubicBezTo>
                    <a:cubicBezTo>
                      <a:pt x="67" y="80"/>
                      <a:pt x="67" y="82"/>
                      <a:pt x="54" y="90"/>
                    </a:cubicBezTo>
                    <a:cubicBezTo>
                      <a:pt x="37" y="102"/>
                      <a:pt x="19" y="99"/>
                      <a:pt x="0" y="10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99" name="Freeform 286">
                <a:extLst>
                  <a:ext uri="{FF2B5EF4-FFF2-40B4-BE49-F238E27FC236}">
                    <a16:creationId xmlns:a16="http://schemas.microsoft.com/office/drawing/2014/main" id="{509168D7-0687-44AD-AB7F-13B9A7A62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571"/>
                <a:ext cx="555" cy="261"/>
              </a:xfrm>
              <a:custGeom>
                <a:avLst/>
                <a:gdLst>
                  <a:gd name="T0" fmla="*/ 0 w 222"/>
                  <a:gd name="T1" fmla="*/ 738 h 98"/>
                  <a:gd name="T2" fmla="*/ 283 w 222"/>
                  <a:gd name="T3" fmla="*/ 602 h 98"/>
                  <a:gd name="T4" fmla="*/ 363 w 222"/>
                  <a:gd name="T5" fmla="*/ 306 h 98"/>
                  <a:gd name="T6" fmla="*/ 395 w 222"/>
                  <a:gd name="T7" fmla="*/ 589 h 98"/>
                  <a:gd name="T8" fmla="*/ 708 w 222"/>
                  <a:gd name="T9" fmla="*/ 645 h 98"/>
                  <a:gd name="T10" fmla="*/ 1033 w 222"/>
                  <a:gd name="T11" fmla="*/ 0 h 98"/>
                  <a:gd name="T12" fmla="*/ 1050 w 222"/>
                  <a:gd name="T13" fmla="*/ 815 h 98"/>
                  <a:gd name="T14" fmla="*/ 1300 w 222"/>
                  <a:gd name="T15" fmla="*/ 964 h 98"/>
                  <a:gd name="T16" fmla="*/ 1425 w 222"/>
                  <a:gd name="T17" fmla="*/ 645 h 98"/>
                  <a:gd name="T18" fmla="*/ 1550 w 222"/>
                  <a:gd name="T19" fmla="*/ 149 h 98"/>
                  <a:gd name="T20" fmla="*/ 1500 w 222"/>
                  <a:gd name="T21" fmla="*/ 511 h 98"/>
                  <a:gd name="T22" fmla="*/ 1533 w 222"/>
                  <a:gd name="T23" fmla="*/ 887 h 98"/>
                  <a:gd name="T24" fmla="*/ 1688 w 222"/>
                  <a:gd name="T25" fmla="*/ 1079 h 98"/>
                  <a:gd name="T26" fmla="*/ 1783 w 222"/>
                  <a:gd name="T27" fmla="*/ 980 h 98"/>
                  <a:gd name="T28" fmla="*/ 1875 w 222"/>
                  <a:gd name="T29" fmla="*/ 418 h 98"/>
                  <a:gd name="T30" fmla="*/ 2020 w 222"/>
                  <a:gd name="T31" fmla="*/ 1228 h 98"/>
                  <a:gd name="T32" fmla="*/ 2208 w 222"/>
                  <a:gd name="T33" fmla="*/ 1001 h 98"/>
                  <a:gd name="T34" fmla="*/ 2395 w 222"/>
                  <a:gd name="T35" fmla="*/ 703 h 98"/>
                  <a:gd name="T36" fmla="*/ 2408 w 222"/>
                  <a:gd name="T37" fmla="*/ 929 h 98"/>
                  <a:gd name="T38" fmla="*/ 2438 w 222"/>
                  <a:gd name="T39" fmla="*/ 1249 h 98"/>
                  <a:gd name="T40" fmla="*/ 2470 w 222"/>
                  <a:gd name="T41" fmla="*/ 1361 h 98"/>
                  <a:gd name="T42" fmla="*/ 2595 w 222"/>
                  <a:gd name="T43" fmla="*/ 1169 h 98"/>
                  <a:gd name="T44" fmla="*/ 2813 w 222"/>
                  <a:gd name="T45" fmla="*/ 1079 h 98"/>
                  <a:gd name="T46" fmla="*/ 2863 w 222"/>
                  <a:gd name="T47" fmla="*/ 1148 h 98"/>
                  <a:gd name="T48" fmla="*/ 3000 w 222"/>
                  <a:gd name="T49" fmla="*/ 1228 h 98"/>
                  <a:gd name="T50" fmla="*/ 3208 w 222"/>
                  <a:gd name="T51" fmla="*/ 1340 h 98"/>
                  <a:gd name="T52" fmla="*/ 3470 w 222"/>
                  <a:gd name="T53" fmla="*/ 1774 h 98"/>
                  <a:gd name="T54" fmla="*/ 3208 w 222"/>
                  <a:gd name="T55" fmla="*/ 1795 h 98"/>
                  <a:gd name="T56" fmla="*/ 3145 w 222"/>
                  <a:gd name="T57" fmla="*/ 1851 h 98"/>
                  <a:gd name="T58" fmla="*/ 2925 w 222"/>
                  <a:gd name="T59" fmla="*/ 1758 h 98"/>
                  <a:gd name="T60" fmla="*/ 2658 w 222"/>
                  <a:gd name="T61" fmla="*/ 1702 h 98"/>
                  <a:gd name="T62" fmla="*/ 2395 w 222"/>
                  <a:gd name="T63" fmla="*/ 1531 h 98"/>
                  <a:gd name="T64" fmla="*/ 2158 w 222"/>
                  <a:gd name="T65" fmla="*/ 1475 h 98"/>
                  <a:gd name="T66" fmla="*/ 1908 w 222"/>
                  <a:gd name="T67" fmla="*/ 1547 h 98"/>
                  <a:gd name="T68" fmla="*/ 1488 w 222"/>
                  <a:gd name="T69" fmla="*/ 1489 h 98"/>
                  <a:gd name="T70" fmla="*/ 1095 w 222"/>
                  <a:gd name="T71" fmla="*/ 1318 h 98"/>
                  <a:gd name="T72" fmla="*/ 895 w 222"/>
                  <a:gd name="T73" fmla="*/ 1092 h 98"/>
                  <a:gd name="T74" fmla="*/ 550 w 222"/>
                  <a:gd name="T75" fmla="*/ 1057 h 98"/>
                  <a:gd name="T76" fmla="*/ 363 w 222"/>
                  <a:gd name="T77" fmla="*/ 887 h 98"/>
                  <a:gd name="T78" fmla="*/ 175 w 222"/>
                  <a:gd name="T79" fmla="*/ 772 h 9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22" h="98">
                    <a:moveTo>
                      <a:pt x="0" y="39"/>
                    </a:moveTo>
                    <a:cubicBezTo>
                      <a:pt x="6" y="45"/>
                      <a:pt x="17" y="37"/>
                      <a:pt x="18" y="32"/>
                    </a:cubicBezTo>
                    <a:cubicBezTo>
                      <a:pt x="20" y="26"/>
                      <a:pt x="21" y="21"/>
                      <a:pt x="23" y="16"/>
                    </a:cubicBezTo>
                    <a:cubicBezTo>
                      <a:pt x="23" y="20"/>
                      <a:pt x="23" y="28"/>
                      <a:pt x="25" y="31"/>
                    </a:cubicBezTo>
                    <a:cubicBezTo>
                      <a:pt x="29" y="37"/>
                      <a:pt x="39" y="37"/>
                      <a:pt x="45" y="34"/>
                    </a:cubicBezTo>
                    <a:cubicBezTo>
                      <a:pt x="58" y="28"/>
                      <a:pt x="51" y="6"/>
                      <a:pt x="66" y="0"/>
                    </a:cubicBezTo>
                    <a:cubicBezTo>
                      <a:pt x="58" y="13"/>
                      <a:pt x="57" y="30"/>
                      <a:pt x="67" y="43"/>
                    </a:cubicBezTo>
                    <a:cubicBezTo>
                      <a:pt x="69" y="47"/>
                      <a:pt x="77" y="54"/>
                      <a:pt x="83" y="51"/>
                    </a:cubicBezTo>
                    <a:cubicBezTo>
                      <a:pt x="88" y="49"/>
                      <a:pt x="91" y="39"/>
                      <a:pt x="91" y="34"/>
                    </a:cubicBezTo>
                    <a:cubicBezTo>
                      <a:pt x="92" y="27"/>
                      <a:pt x="92" y="13"/>
                      <a:pt x="99" y="8"/>
                    </a:cubicBezTo>
                    <a:cubicBezTo>
                      <a:pt x="95" y="13"/>
                      <a:pt x="96" y="21"/>
                      <a:pt x="96" y="27"/>
                    </a:cubicBezTo>
                    <a:cubicBezTo>
                      <a:pt x="95" y="35"/>
                      <a:pt x="93" y="40"/>
                      <a:pt x="98" y="47"/>
                    </a:cubicBezTo>
                    <a:cubicBezTo>
                      <a:pt x="100" y="51"/>
                      <a:pt x="103" y="54"/>
                      <a:pt x="108" y="57"/>
                    </a:cubicBezTo>
                    <a:cubicBezTo>
                      <a:pt x="114" y="60"/>
                      <a:pt x="114" y="57"/>
                      <a:pt x="114" y="52"/>
                    </a:cubicBezTo>
                    <a:cubicBezTo>
                      <a:pt x="115" y="43"/>
                      <a:pt x="114" y="29"/>
                      <a:pt x="120" y="22"/>
                    </a:cubicBezTo>
                    <a:cubicBezTo>
                      <a:pt x="113" y="36"/>
                      <a:pt x="116" y="55"/>
                      <a:pt x="129" y="65"/>
                    </a:cubicBezTo>
                    <a:cubicBezTo>
                      <a:pt x="139" y="72"/>
                      <a:pt x="140" y="59"/>
                      <a:pt x="141" y="53"/>
                    </a:cubicBezTo>
                    <a:cubicBezTo>
                      <a:pt x="142" y="45"/>
                      <a:pt x="146" y="40"/>
                      <a:pt x="153" y="37"/>
                    </a:cubicBezTo>
                    <a:cubicBezTo>
                      <a:pt x="155" y="42"/>
                      <a:pt x="155" y="45"/>
                      <a:pt x="154" y="49"/>
                    </a:cubicBezTo>
                    <a:cubicBezTo>
                      <a:pt x="152" y="55"/>
                      <a:pt x="153" y="60"/>
                      <a:pt x="156" y="66"/>
                    </a:cubicBezTo>
                    <a:cubicBezTo>
                      <a:pt x="157" y="68"/>
                      <a:pt x="155" y="72"/>
                      <a:pt x="158" y="72"/>
                    </a:cubicBezTo>
                    <a:cubicBezTo>
                      <a:pt x="164" y="73"/>
                      <a:pt x="164" y="65"/>
                      <a:pt x="166" y="62"/>
                    </a:cubicBezTo>
                    <a:cubicBezTo>
                      <a:pt x="168" y="55"/>
                      <a:pt x="174" y="52"/>
                      <a:pt x="180" y="57"/>
                    </a:cubicBezTo>
                    <a:cubicBezTo>
                      <a:pt x="181" y="58"/>
                      <a:pt x="182" y="59"/>
                      <a:pt x="183" y="61"/>
                    </a:cubicBezTo>
                    <a:cubicBezTo>
                      <a:pt x="185" y="63"/>
                      <a:pt x="188" y="64"/>
                      <a:pt x="192" y="65"/>
                    </a:cubicBezTo>
                    <a:cubicBezTo>
                      <a:pt x="196" y="66"/>
                      <a:pt x="201" y="68"/>
                      <a:pt x="205" y="71"/>
                    </a:cubicBezTo>
                    <a:cubicBezTo>
                      <a:pt x="213" y="76"/>
                      <a:pt x="222" y="84"/>
                      <a:pt x="222" y="94"/>
                    </a:cubicBezTo>
                    <a:cubicBezTo>
                      <a:pt x="218" y="91"/>
                      <a:pt x="209" y="94"/>
                      <a:pt x="205" y="95"/>
                    </a:cubicBezTo>
                    <a:cubicBezTo>
                      <a:pt x="203" y="96"/>
                      <a:pt x="203" y="98"/>
                      <a:pt x="201" y="98"/>
                    </a:cubicBezTo>
                    <a:cubicBezTo>
                      <a:pt x="198" y="98"/>
                      <a:pt x="189" y="94"/>
                      <a:pt x="187" y="93"/>
                    </a:cubicBezTo>
                    <a:cubicBezTo>
                      <a:pt x="181" y="92"/>
                      <a:pt x="176" y="92"/>
                      <a:pt x="170" y="90"/>
                    </a:cubicBezTo>
                    <a:cubicBezTo>
                      <a:pt x="164" y="87"/>
                      <a:pt x="159" y="83"/>
                      <a:pt x="153" y="81"/>
                    </a:cubicBezTo>
                    <a:cubicBezTo>
                      <a:pt x="148" y="79"/>
                      <a:pt x="143" y="77"/>
                      <a:pt x="138" y="78"/>
                    </a:cubicBezTo>
                    <a:cubicBezTo>
                      <a:pt x="132" y="78"/>
                      <a:pt x="127" y="81"/>
                      <a:pt x="122" y="82"/>
                    </a:cubicBezTo>
                    <a:cubicBezTo>
                      <a:pt x="114" y="83"/>
                      <a:pt x="104" y="75"/>
                      <a:pt x="95" y="79"/>
                    </a:cubicBezTo>
                    <a:cubicBezTo>
                      <a:pt x="91" y="69"/>
                      <a:pt x="79" y="68"/>
                      <a:pt x="70" y="70"/>
                    </a:cubicBezTo>
                    <a:cubicBezTo>
                      <a:pt x="69" y="65"/>
                      <a:pt x="62" y="60"/>
                      <a:pt x="57" y="58"/>
                    </a:cubicBezTo>
                    <a:cubicBezTo>
                      <a:pt x="50" y="54"/>
                      <a:pt x="43" y="57"/>
                      <a:pt x="35" y="56"/>
                    </a:cubicBezTo>
                    <a:cubicBezTo>
                      <a:pt x="33" y="50"/>
                      <a:pt x="29" y="49"/>
                      <a:pt x="23" y="47"/>
                    </a:cubicBezTo>
                    <a:cubicBezTo>
                      <a:pt x="19" y="46"/>
                      <a:pt x="15" y="41"/>
                      <a:pt x="11" y="41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00" name="Freeform 287">
                <a:extLst>
                  <a:ext uri="{FF2B5EF4-FFF2-40B4-BE49-F238E27FC236}">
                    <a16:creationId xmlns:a16="http://schemas.microsoft.com/office/drawing/2014/main" id="{2F76FA3D-77AA-4EB9-A419-EE3A91305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771"/>
                <a:ext cx="403" cy="85"/>
              </a:xfrm>
              <a:custGeom>
                <a:avLst/>
                <a:gdLst>
                  <a:gd name="T0" fmla="*/ 83 w 161"/>
                  <a:gd name="T1" fmla="*/ 149 h 32"/>
                  <a:gd name="T2" fmla="*/ 596 w 161"/>
                  <a:gd name="T3" fmla="*/ 303 h 32"/>
                  <a:gd name="T4" fmla="*/ 1146 w 161"/>
                  <a:gd name="T5" fmla="*/ 396 h 32"/>
                  <a:gd name="T6" fmla="*/ 1930 w 161"/>
                  <a:gd name="T7" fmla="*/ 226 h 32"/>
                  <a:gd name="T8" fmla="*/ 2526 w 161"/>
                  <a:gd name="T9" fmla="*/ 0 h 32"/>
                  <a:gd name="T10" fmla="*/ 2338 w 161"/>
                  <a:gd name="T11" fmla="*/ 205 h 32"/>
                  <a:gd name="T12" fmla="*/ 2180 w 161"/>
                  <a:gd name="T13" fmla="*/ 282 h 32"/>
                  <a:gd name="T14" fmla="*/ 2038 w 161"/>
                  <a:gd name="T15" fmla="*/ 340 h 32"/>
                  <a:gd name="T16" fmla="*/ 1835 w 161"/>
                  <a:gd name="T17" fmla="*/ 375 h 32"/>
                  <a:gd name="T18" fmla="*/ 1660 w 161"/>
                  <a:gd name="T19" fmla="*/ 452 h 32"/>
                  <a:gd name="T20" fmla="*/ 1522 w 161"/>
                  <a:gd name="T21" fmla="*/ 507 h 32"/>
                  <a:gd name="T22" fmla="*/ 1129 w 161"/>
                  <a:gd name="T23" fmla="*/ 600 h 32"/>
                  <a:gd name="T24" fmla="*/ 959 w 161"/>
                  <a:gd name="T25" fmla="*/ 523 h 32"/>
                  <a:gd name="T26" fmla="*/ 771 w 161"/>
                  <a:gd name="T27" fmla="*/ 545 h 32"/>
                  <a:gd name="T28" fmla="*/ 501 w 161"/>
                  <a:gd name="T29" fmla="*/ 396 h 32"/>
                  <a:gd name="T30" fmla="*/ 238 w 161"/>
                  <a:gd name="T31" fmla="*/ 430 h 32"/>
                  <a:gd name="T32" fmla="*/ 0 w 161"/>
                  <a:gd name="T33" fmla="*/ 303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1" h="32">
                    <a:moveTo>
                      <a:pt x="5" y="8"/>
                    </a:moveTo>
                    <a:cubicBezTo>
                      <a:pt x="11" y="18"/>
                      <a:pt x="28" y="15"/>
                      <a:pt x="38" y="16"/>
                    </a:cubicBezTo>
                    <a:cubicBezTo>
                      <a:pt x="50" y="17"/>
                      <a:pt x="61" y="20"/>
                      <a:pt x="73" y="21"/>
                    </a:cubicBezTo>
                    <a:cubicBezTo>
                      <a:pt x="90" y="22"/>
                      <a:pt x="107" y="16"/>
                      <a:pt x="123" y="12"/>
                    </a:cubicBezTo>
                    <a:cubicBezTo>
                      <a:pt x="134" y="10"/>
                      <a:pt x="153" y="9"/>
                      <a:pt x="161" y="0"/>
                    </a:cubicBezTo>
                    <a:cubicBezTo>
                      <a:pt x="157" y="2"/>
                      <a:pt x="153" y="8"/>
                      <a:pt x="149" y="11"/>
                    </a:cubicBezTo>
                    <a:cubicBezTo>
                      <a:pt x="146" y="15"/>
                      <a:pt x="145" y="15"/>
                      <a:pt x="139" y="15"/>
                    </a:cubicBezTo>
                    <a:cubicBezTo>
                      <a:pt x="136" y="15"/>
                      <a:pt x="133" y="16"/>
                      <a:pt x="130" y="18"/>
                    </a:cubicBezTo>
                    <a:cubicBezTo>
                      <a:pt x="124" y="21"/>
                      <a:pt x="124" y="20"/>
                      <a:pt x="117" y="20"/>
                    </a:cubicBezTo>
                    <a:cubicBezTo>
                      <a:pt x="112" y="20"/>
                      <a:pt x="109" y="21"/>
                      <a:pt x="106" y="24"/>
                    </a:cubicBezTo>
                    <a:cubicBezTo>
                      <a:pt x="103" y="26"/>
                      <a:pt x="103" y="27"/>
                      <a:pt x="97" y="27"/>
                    </a:cubicBezTo>
                    <a:cubicBezTo>
                      <a:pt x="89" y="27"/>
                      <a:pt x="79" y="28"/>
                      <a:pt x="72" y="32"/>
                    </a:cubicBezTo>
                    <a:cubicBezTo>
                      <a:pt x="68" y="31"/>
                      <a:pt x="66" y="28"/>
                      <a:pt x="61" y="28"/>
                    </a:cubicBezTo>
                    <a:cubicBezTo>
                      <a:pt x="57" y="28"/>
                      <a:pt x="53" y="28"/>
                      <a:pt x="49" y="29"/>
                    </a:cubicBezTo>
                    <a:cubicBezTo>
                      <a:pt x="45" y="25"/>
                      <a:pt x="38" y="22"/>
                      <a:pt x="32" y="21"/>
                    </a:cubicBezTo>
                    <a:cubicBezTo>
                      <a:pt x="25" y="19"/>
                      <a:pt x="22" y="21"/>
                      <a:pt x="15" y="23"/>
                    </a:cubicBezTo>
                    <a:cubicBezTo>
                      <a:pt x="13" y="20"/>
                      <a:pt x="3" y="17"/>
                      <a:pt x="0" y="1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01" name="Freeform 288">
                <a:extLst>
                  <a:ext uri="{FF2B5EF4-FFF2-40B4-BE49-F238E27FC236}">
                    <a16:creationId xmlns:a16="http://schemas.microsoft.com/office/drawing/2014/main" id="{93287248-F282-491E-9E73-B7FEDFFB7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2763"/>
                <a:ext cx="400" cy="98"/>
              </a:xfrm>
              <a:custGeom>
                <a:avLst/>
                <a:gdLst>
                  <a:gd name="T0" fmla="*/ 0 w 160"/>
                  <a:gd name="T1" fmla="*/ 0 h 37"/>
                  <a:gd name="T2" fmla="*/ 583 w 160"/>
                  <a:gd name="T3" fmla="*/ 225 h 37"/>
                  <a:gd name="T4" fmla="*/ 1220 w 160"/>
                  <a:gd name="T5" fmla="*/ 392 h 37"/>
                  <a:gd name="T6" fmla="*/ 2033 w 160"/>
                  <a:gd name="T7" fmla="*/ 350 h 37"/>
                  <a:gd name="T8" fmla="*/ 2425 w 160"/>
                  <a:gd name="T9" fmla="*/ 90 h 37"/>
                  <a:gd name="T10" fmla="*/ 2488 w 160"/>
                  <a:gd name="T11" fmla="*/ 225 h 37"/>
                  <a:gd name="T12" fmla="*/ 2363 w 160"/>
                  <a:gd name="T13" fmla="*/ 408 h 37"/>
                  <a:gd name="T14" fmla="*/ 1895 w 160"/>
                  <a:gd name="T15" fmla="*/ 506 h 37"/>
                  <a:gd name="T16" fmla="*/ 1708 w 160"/>
                  <a:gd name="T17" fmla="*/ 575 h 37"/>
                  <a:gd name="T18" fmla="*/ 1470 w 160"/>
                  <a:gd name="T19" fmla="*/ 596 h 37"/>
                  <a:gd name="T20" fmla="*/ 938 w 160"/>
                  <a:gd name="T21" fmla="*/ 519 h 37"/>
                  <a:gd name="T22" fmla="*/ 738 w 160"/>
                  <a:gd name="T23" fmla="*/ 408 h 37"/>
                  <a:gd name="T24" fmla="*/ 533 w 160"/>
                  <a:gd name="T25" fmla="*/ 392 h 37"/>
                  <a:gd name="T26" fmla="*/ 300 w 160"/>
                  <a:gd name="T27" fmla="*/ 294 h 37"/>
                  <a:gd name="T28" fmla="*/ 63 w 160"/>
                  <a:gd name="T29" fmla="*/ 132 h 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0" h="37">
                    <a:moveTo>
                      <a:pt x="0" y="0"/>
                    </a:moveTo>
                    <a:cubicBezTo>
                      <a:pt x="13" y="3"/>
                      <a:pt x="25" y="6"/>
                      <a:pt x="37" y="12"/>
                    </a:cubicBezTo>
                    <a:cubicBezTo>
                      <a:pt x="50" y="18"/>
                      <a:pt x="64" y="21"/>
                      <a:pt x="78" y="21"/>
                    </a:cubicBezTo>
                    <a:cubicBezTo>
                      <a:pt x="95" y="22"/>
                      <a:pt x="113" y="22"/>
                      <a:pt x="130" y="19"/>
                    </a:cubicBezTo>
                    <a:cubicBezTo>
                      <a:pt x="140" y="18"/>
                      <a:pt x="152" y="14"/>
                      <a:pt x="155" y="5"/>
                    </a:cubicBezTo>
                    <a:cubicBezTo>
                      <a:pt x="156" y="8"/>
                      <a:pt x="160" y="8"/>
                      <a:pt x="159" y="12"/>
                    </a:cubicBezTo>
                    <a:cubicBezTo>
                      <a:pt x="159" y="15"/>
                      <a:pt x="153" y="20"/>
                      <a:pt x="151" y="22"/>
                    </a:cubicBezTo>
                    <a:cubicBezTo>
                      <a:pt x="143" y="28"/>
                      <a:pt x="130" y="20"/>
                      <a:pt x="121" y="27"/>
                    </a:cubicBezTo>
                    <a:cubicBezTo>
                      <a:pt x="115" y="30"/>
                      <a:pt x="116" y="32"/>
                      <a:pt x="109" y="31"/>
                    </a:cubicBezTo>
                    <a:cubicBezTo>
                      <a:pt x="103" y="30"/>
                      <a:pt x="100" y="30"/>
                      <a:pt x="94" y="32"/>
                    </a:cubicBezTo>
                    <a:cubicBezTo>
                      <a:pt x="84" y="37"/>
                      <a:pt x="72" y="26"/>
                      <a:pt x="60" y="28"/>
                    </a:cubicBezTo>
                    <a:cubicBezTo>
                      <a:pt x="56" y="24"/>
                      <a:pt x="53" y="22"/>
                      <a:pt x="47" y="22"/>
                    </a:cubicBezTo>
                    <a:cubicBezTo>
                      <a:pt x="41" y="22"/>
                      <a:pt x="39" y="24"/>
                      <a:pt x="34" y="21"/>
                    </a:cubicBezTo>
                    <a:cubicBezTo>
                      <a:pt x="29" y="18"/>
                      <a:pt x="25" y="18"/>
                      <a:pt x="19" y="16"/>
                    </a:cubicBezTo>
                    <a:cubicBezTo>
                      <a:pt x="13" y="15"/>
                      <a:pt x="9" y="10"/>
                      <a:pt x="4" y="7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02" name="Freeform 289">
                <a:extLst>
                  <a:ext uri="{FF2B5EF4-FFF2-40B4-BE49-F238E27FC236}">
                    <a16:creationId xmlns:a16="http://schemas.microsoft.com/office/drawing/2014/main" id="{BFDD9D58-086D-4604-9278-21DC18F26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685"/>
                <a:ext cx="427" cy="139"/>
              </a:xfrm>
              <a:custGeom>
                <a:avLst/>
                <a:gdLst>
                  <a:gd name="T0" fmla="*/ 0 w 171"/>
                  <a:gd name="T1" fmla="*/ 858 h 52"/>
                  <a:gd name="T2" fmla="*/ 325 w 171"/>
                  <a:gd name="T3" fmla="*/ 650 h 52"/>
                  <a:gd name="T4" fmla="*/ 592 w 171"/>
                  <a:gd name="T5" fmla="*/ 364 h 52"/>
                  <a:gd name="T6" fmla="*/ 1341 w 171"/>
                  <a:gd name="T7" fmla="*/ 35 h 52"/>
                  <a:gd name="T8" fmla="*/ 1853 w 171"/>
                  <a:gd name="T9" fmla="*/ 209 h 52"/>
                  <a:gd name="T10" fmla="*/ 2662 w 171"/>
                  <a:gd name="T11" fmla="*/ 994 h 52"/>
                  <a:gd name="T12" fmla="*/ 2090 w 171"/>
                  <a:gd name="T13" fmla="*/ 650 h 52"/>
                  <a:gd name="T14" fmla="*/ 1433 w 171"/>
                  <a:gd name="T15" fmla="*/ 192 h 52"/>
                  <a:gd name="T16" fmla="*/ 854 w 171"/>
                  <a:gd name="T17" fmla="*/ 286 h 52"/>
                  <a:gd name="T18" fmla="*/ 592 w 171"/>
                  <a:gd name="T19" fmla="*/ 513 h 52"/>
                  <a:gd name="T20" fmla="*/ 312 w 171"/>
                  <a:gd name="T21" fmla="*/ 821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1" h="52">
                    <a:moveTo>
                      <a:pt x="0" y="45"/>
                    </a:moveTo>
                    <a:cubicBezTo>
                      <a:pt x="7" y="45"/>
                      <a:pt x="16" y="38"/>
                      <a:pt x="21" y="34"/>
                    </a:cubicBezTo>
                    <a:cubicBezTo>
                      <a:pt x="27" y="29"/>
                      <a:pt x="32" y="24"/>
                      <a:pt x="38" y="19"/>
                    </a:cubicBezTo>
                    <a:cubicBezTo>
                      <a:pt x="50" y="8"/>
                      <a:pt x="68" y="0"/>
                      <a:pt x="86" y="2"/>
                    </a:cubicBezTo>
                    <a:cubicBezTo>
                      <a:pt x="99" y="3"/>
                      <a:pt x="108" y="5"/>
                      <a:pt x="119" y="11"/>
                    </a:cubicBezTo>
                    <a:cubicBezTo>
                      <a:pt x="129" y="17"/>
                      <a:pt x="169" y="41"/>
                      <a:pt x="171" y="52"/>
                    </a:cubicBezTo>
                    <a:cubicBezTo>
                      <a:pt x="162" y="48"/>
                      <a:pt x="148" y="42"/>
                      <a:pt x="134" y="34"/>
                    </a:cubicBezTo>
                    <a:cubicBezTo>
                      <a:pt x="119" y="24"/>
                      <a:pt x="103" y="12"/>
                      <a:pt x="92" y="10"/>
                    </a:cubicBezTo>
                    <a:cubicBezTo>
                      <a:pt x="81" y="8"/>
                      <a:pt x="65" y="11"/>
                      <a:pt x="55" y="15"/>
                    </a:cubicBezTo>
                    <a:cubicBezTo>
                      <a:pt x="49" y="18"/>
                      <a:pt x="42" y="23"/>
                      <a:pt x="38" y="27"/>
                    </a:cubicBezTo>
                    <a:cubicBezTo>
                      <a:pt x="32" y="32"/>
                      <a:pt x="27" y="39"/>
                      <a:pt x="20" y="43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03" name="Freeform 290">
                <a:extLst>
                  <a:ext uri="{FF2B5EF4-FFF2-40B4-BE49-F238E27FC236}">
                    <a16:creationId xmlns:a16="http://schemas.microsoft.com/office/drawing/2014/main" id="{55047D28-3BCA-4EBB-94BE-641013F6A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475"/>
                <a:ext cx="593" cy="344"/>
              </a:xfrm>
              <a:custGeom>
                <a:avLst/>
                <a:gdLst>
                  <a:gd name="T0" fmla="*/ 1817 w 237"/>
                  <a:gd name="T1" fmla="*/ 683 h 129"/>
                  <a:gd name="T2" fmla="*/ 2067 w 237"/>
                  <a:gd name="T3" fmla="*/ 760 h 129"/>
                  <a:gd name="T4" fmla="*/ 2242 w 237"/>
                  <a:gd name="T5" fmla="*/ 968 h 129"/>
                  <a:gd name="T6" fmla="*/ 2317 w 237"/>
                  <a:gd name="T7" fmla="*/ 1443 h 129"/>
                  <a:gd name="T8" fmla="*/ 2710 w 237"/>
                  <a:gd name="T9" fmla="*/ 1629 h 129"/>
                  <a:gd name="T10" fmla="*/ 2805 w 237"/>
                  <a:gd name="T11" fmla="*/ 1784 h 129"/>
                  <a:gd name="T12" fmla="*/ 3038 w 237"/>
                  <a:gd name="T13" fmla="*/ 1856 h 129"/>
                  <a:gd name="T14" fmla="*/ 3180 w 237"/>
                  <a:gd name="T15" fmla="*/ 2069 h 129"/>
                  <a:gd name="T16" fmla="*/ 3243 w 237"/>
                  <a:gd name="T17" fmla="*/ 2125 h 129"/>
                  <a:gd name="T18" fmla="*/ 3380 w 237"/>
                  <a:gd name="T19" fmla="*/ 2184 h 129"/>
                  <a:gd name="T20" fmla="*/ 3525 w 237"/>
                  <a:gd name="T21" fmla="*/ 2389 h 129"/>
                  <a:gd name="T22" fmla="*/ 3651 w 237"/>
                  <a:gd name="T23" fmla="*/ 2445 h 129"/>
                  <a:gd name="T24" fmla="*/ 3555 w 237"/>
                  <a:gd name="T25" fmla="*/ 1912 h 129"/>
                  <a:gd name="T26" fmla="*/ 3275 w 237"/>
                  <a:gd name="T27" fmla="*/ 1216 h 129"/>
                  <a:gd name="T28" fmla="*/ 3275 w 237"/>
                  <a:gd name="T29" fmla="*/ 1856 h 129"/>
                  <a:gd name="T30" fmla="*/ 3225 w 237"/>
                  <a:gd name="T31" fmla="*/ 1651 h 129"/>
                  <a:gd name="T32" fmla="*/ 3255 w 237"/>
                  <a:gd name="T33" fmla="*/ 1080 h 129"/>
                  <a:gd name="T34" fmla="*/ 3163 w 237"/>
                  <a:gd name="T35" fmla="*/ 875 h 129"/>
                  <a:gd name="T36" fmla="*/ 2993 w 237"/>
                  <a:gd name="T37" fmla="*/ 1400 h 129"/>
                  <a:gd name="T38" fmla="*/ 2880 w 237"/>
                  <a:gd name="T39" fmla="*/ 1080 h 129"/>
                  <a:gd name="T40" fmla="*/ 2460 w 237"/>
                  <a:gd name="T41" fmla="*/ 491 h 129"/>
                  <a:gd name="T42" fmla="*/ 2117 w 237"/>
                  <a:gd name="T43" fmla="*/ 21 h 129"/>
                  <a:gd name="T44" fmla="*/ 1929 w 237"/>
                  <a:gd name="T45" fmla="*/ 307 h 129"/>
                  <a:gd name="T46" fmla="*/ 1659 w 237"/>
                  <a:gd name="T47" fmla="*/ 171 h 129"/>
                  <a:gd name="T48" fmla="*/ 1284 w 237"/>
                  <a:gd name="T49" fmla="*/ 264 h 129"/>
                  <a:gd name="T50" fmla="*/ 1158 w 237"/>
                  <a:gd name="T51" fmla="*/ 0 h 129"/>
                  <a:gd name="T52" fmla="*/ 908 w 237"/>
                  <a:gd name="T53" fmla="*/ 248 h 129"/>
                  <a:gd name="T54" fmla="*/ 626 w 237"/>
                  <a:gd name="T55" fmla="*/ 456 h 129"/>
                  <a:gd name="T56" fmla="*/ 0 w 237"/>
                  <a:gd name="T57" fmla="*/ 512 h 129"/>
                  <a:gd name="T58" fmla="*/ 158 w 237"/>
                  <a:gd name="T59" fmla="*/ 776 h 129"/>
                  <a:gd name="T60" fmla="*/ 250 w 237"/>
                  <a:gd name="T61" fmla="*/ 1080 h 129"/>
                  <a:gd name="T62" fmla="*/ 395 w 237"/>
                  <a:gd name="T63" fmla="*/ 1080 h 129"/>
                  <a:gd name="T64" fmla="*/ 751 w 237"/>
                  <a:gd name="T65" fmla="*/ 853 h 129"/>
                  <a:gd name="T66" fmla="*/ 1314 w 237"/>
                  <a:gd name="T67" fmla="*/ 717 h 129"/>
                  <a:gd name="T68" fmla="*/ 1521 w 237"/>
                  <a:gd name="T69" fmla="*/ 589 h 12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37" h="129">
                    <a:moveTo>
                      <a:pt x="116" y="36"/>
                    </a:moveTo>
                    <a:cubicBezTo>
                      <a:pt x="119" y="38"/>
                      <a:pt x="127" y="38"/>
                      <a:pt x="132" y="40"/>
                    </a:cubicBezTo>
                    <a:cubicBezTo>
                      <a:pt x="138" y="43"/>
                      <a:pt x="141" y="45"/>
                      <a:pt x="143" y="51"/>
                    </a:cubicBezTo>
                    <a:cubicBezTo>
                      <a:pt x="146" y="58"/>
                      <a:pt x="150" y="69"/>
                      <a:pt x="148" y="76"/>
                    </a:cubicBezTo>
                    <a:cubicBezTo>
                      <a:pt x="156" y="79"/>
                      <a:pt x="167" y="80"/>
                      <a:pt x="173" y="86"/>
                    </a:cubicBezTo>
                    <a:cubicBezTo>
                      <a:pt x="176" y="89"/>
                      <a:pt x="176" y="93"/>
                      <a:pt x="179" y="94"/>
                    </a:cubicBezTo>
                    <a:cubicBezTo>
                      <a:pt x="183" y="96"/>
                      <a:pt x="189" y="95"/>
                      <a:pt x="194" y="98"/>
                    </a:cubicBezTo>
                    <a:cubicBezTo>
                      <a:pt x="198" y="101"/>
                      <a:pt x="200" y="105"/>
                      <a:pt x="203" y="109"/>
                    </a:cubicBezTo>
                    <a:cubicBezTo>
                      <a:pt x="206" y="111"/>
                      <a:pt x="204" y="110"/>
                      <a:pt x="207" y="112"/>
                    </a:cubicBezTo>
                    <a:cubicBezTo>
                      <a:pt x="210" y="113"/>
                      <a:pt x="214" y="113"/>
                      <a:pt x="216" y="115"/>
                    </a:cubicBezTo>
                    <a:cubicBezTo>
                      <a:pt x="221" y="118"/>
                      <a:pt x="222" y="122"/>
                      <a:pt x="225" y="126"/>
                    </a:cubicBezTo>
                    <a:cubicBezTo>
                      <a:pt x="227" y="129"/>
                      <a:pt x="232" y="126"/>
                      <a:pt x="233" y="129"/>
                    </a:cubicBezTo>
                    <a:cubicBezTo>
                      <a:pt x="237" y="116"/>
                      <a:pt x="231" y="114"/>
                      <a:pt x="227" y="101"/>
                    </a:cubicBezTo>
                    <a:cubicBezTo>
                      <a:pt x="223" y="89"/>
                      <a:pt x="218" y="73"/>
                      <a:pt x="209" y="64"/>
                    </a:cubicBezTo>
                    <a:cubicBezTo>
                      <a:pt x="212" y="69"/>
                      <a:pt x="226" y="97"/>
                      <a:pt x="209" y="98"/>
                    </a:cubicBezTo>
                    <a:cubicBezTo>
                      <a:pt x="199" y="98"/>
                      <a:pt x="204" y="90"/>
                      <a:pt x="206" y="87"/>
                    </a:cubicBezTo>
                    <a:cubicBezTo>
                      <a:pt x="209" y="79"/>
                      <a:pt x="211" y="65"/>
                      <a:pt x="208" y="57"/>
                    </a:cubicBezTo>
                    <a:cubicBezTo>
                      <a:pt x="207" y="53"/>
                      <a:pt x="203" y="50"/>
                      <a:pt x="202" y="46"/>
                    </a:cubicBezTo>
                    <a:cubicBezTo>
                      <a:pt x="202" y="52"/>
                      <a:pt x="203" y="74"/>
                      <a:pt x="191" y="74"/>
                    </a:cubicBezTo>
                    <a:cubicBezTo>
                      <a:pt x="183" y="75"/>
                      <a:pt x="183" y="62"/>
                      <a:pt x="184" y="57"/>
                    </a:cubicBezTo>
                    <a:cubicBezTo>
                      <a:pt x="171" y="68"/>
                      <a:pt x="161" y="32"/>
                      <a:pt x="157" y="26"/>
                    </a:cubicBezTo>
                    <a:cubicBezTo>
                      <a:pt x="145" y="30"/>
                      <a:pt x="138" y="9"/>
                      <a:pt x="135" y="1"/>
                    </a:cubicBezTo>
                    <a:cubicBezTo>
                      <a:pt x="131" y="6"/>
                      <a:pt x="129" y="14"/>
                      <a:pt x="123" y="16"/>
                    </a:cubicBezTo>
                    <a:cubicBezTo>
                      <a:pt x="118" y="17"/>
                      <a:pt x="106" y="15"/>
                      <a:pt x="106" y="9"/>
                    </a:cubicBezTo>
                    <a:cubicBezTo>
                      <a:pt x="98" y="13"/>
                      <a:pt x="94" y="20"/>
                      <a:pt x="82" y="14"/>
                    </a:cubicBezTo>
                    <a:cubicBezTo>
                      <a:pt x="75" y="10"/>
                      <a:pt x="76" y="5"/>
                      <a:pt x="74" y="0"/>
                    </a:cubicBezTo>
                    <a:cubicBezTo>
                      <a:pt x="68" y="4"/>
                      <a:pt x="64" y="9"/>
                      <a:pt x="58" y="13"/>
                    </a:cubicBezTo>
                    <a:cubicBezTo>
                      <a:pt x="52" y="17"/>
                      <a:pt x="47" y="23"/>
                      <a:pt x="40" y="24"/>
                    </a:cubicBezTo>
                    <a:cubicBezTo>
                      <a:pt x="27" y="28"/>
                      <a:pt x="13" y="23"/>
                      <a:pt x="0" y="27"/>
                    </a:cubicBezTo>
                    <a:cubicBezTo>
                      <a:pt x="2" y="32"/>
                      <a:pt x="7" y="36"/>
                      <a:pt x="10" y="41"/>
                    </a:cubicBezTo>
                    <a:cubicBezTo>
                      <a:pt x="12" y="46"/>
                      <a:pt x="13" y="52"/>
                      <a:pt x="16" y="57"/>
                    </a:cubicBezTo>
                    <a:cubicBezTo>
                      <a:pt x="19" y="56"/>
                      <a:pt x="22" y="56"/>
                      <a:pt x="25" y="57"/>
                    </a:cubicBezTo>
                    <a:cubicBezTo>
                      <a:pt x="26" y="47"/>
                      <a:pt x="38" y="39"/>
                      <a:pt x="48" y="45"/>
                    </a:cubicBezTo>
                    <a:cubicBezTo>
                      <a:pt x="48" y="28"/>
                      <a:pt x="75" y="31"/>
                      <a:pt x="84" y="38"/>
                    </a:cubicBezTo>
                    <a:cubicBezTo>
                      <a:pt x="84" y="33"/>
                      <a:pt x="92" y="29"/>
                      <a:pt x="97" y="31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04" name="Freeform 291">
                <a:extLst>
                  <a:ext uri="{FF2B5EF4-FFF2-40B4-BE49-F238E27FC236}">
                    <a16:creationId xmlns:a16="http://schemas.microsoft.com/office/drawing/2014/main" id="{44A05A24-BFA7-4649-9072-DD3B1046E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315"/>
                <a:ext cx="155" cy="248"/>
              </a:xfrm>
              <a:custGeom>
                <a:avLst/>
                <a:gdLst>
                  <a:gd name="T0" fmla="*/ 520 w 62"/>
                  <a:gd name="T1" fmla="*/ 0 h 93"/>
                  <a:gd name="T2" fmla="*/ 938 w 62"/>
                  <a:gd name="T3" fmla="*/ 285 h 93"/>
                  <a:gd name="T4" fmla="*/ 875 w 62"/>
                  <a:gd name="T5" fmla="*/ 477 h 93"/>
                  <a:gd name="T6" fmla="*/ 908 w 62"/>
                  <a:gd name="T7" fmla="*/ 568 h 93"/>
                  <a:gd name="T8" fmla="*/ 833 w 62"/>
                  <a:gd name="T9" fmla="*/ 683 h 93"/>
                  <a:gd name="T10" fmla="*/ 813 w 62"/>
                  <a:gd name="T11" fmla="*/ 909 h 93"/>
                  <a:gd name="T12" fmla="*/ 800 w 62"/>
                  <a:gd name="T13" fmla="*/ 1139 h 93"/>
                  <a:gd name="T14" fmla="*/ 875 w 62"/>
                  <a:gd name="T15" fmla="*/ 1309 h 93"/>
                  <a:gd name="T16" fmla="*/ 845 w 62"/>
                  <a:gd name="T17" fmla="*/ 1421 h 93"/>
                  <a:gd name="T18" fmla="*/ 813 w 62"/>
                  <a:gd name="T19" fmla="*/ 1536 h 93"/>
                  <a:gd name="T20" fmla="*/ 845 w 62"/>
                  <a:gd name="T21" fmla="*/ 1651 h 93"/>
                  <a:gd name="T22" fmla="*/ 470 w 62"/>
                  <a:gd name="T23" fmla="*/ 1651 h 93"/>
                  <a:gd name="T24" fmla="*/ 0 w 62"/>
                  <a:gd name="T25" fmla="*/ 1728 h 93"/>
                  <a:gd name="T26" fmla="*/ 95 w 62"/>
                  <a:gd name="T27" fmla="*/ 1459 h 93"/>
                  <a:gd name="T28" fmla="*/ 345 w 62"/>
                  <a:gd name="T29" fmla="*/ 1480 h 93"/>
                  <a:gd name="T30" fmla="*/ 313 w 62"/>
                  <a:gd name="T31" fmla="*/ 1195 h 93"/>
                  <a:gd name="T32" fmla="*/ 550 w 62"/>
                  <a:gd name="T33" fmla="*/ 1173 h 93"/>
                  <a:gd name="T34" fmla="*/ 488 w 62"/>
                  <a:gd name="T35" fmla="*/ 989 h 93"/>
                  <a:gd name="T36" fmla="*/ 595 w 62"/>
                  <a:gd name="T37" fmla="*/ 760 h 93"/>
                  <a:gd name="T38" fmla="*/ 375 w 62"/>
                  <a:gd name="T39" fmla="*/ 648 h 93"/>
                  <a:gd name="T40" fmla="*/ 583 w 62"/>
                  <a:gd name="T41" fmla="*/ 568 h 93"/>
                  <a:gd name="T42" fmla="*/ 520 w 62"/>
                  <a:gd name="T43" fmla="*/ 435 h 93"/>
                  <a:gd name="T44" fmla="*/ 613 w 62"/>
                  <a:gd name="T45" fmla="*/ 227 h 93"/>
                  <a:gd name="T46" fmla="*/ 688 w 62"/>
                  <a:gd name="T47" fmla="*/ 77 h 9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2" h="93">
                    <a:moveTo>
                      <a:pt x="33" y="0"/>
                    </a:moveTo>
                    <a:cubicBezTo>
                      <a:pt x="43" y="2"/>
                      <a:pt x="62" y="4"/>
                      <a:pt x="60" y="15"/>
                    </a:cubicBezTo>
                    <a:cubicBezTo>
                      <a:pt x="59" y="18"/>
                      <a:pt x="57" y="22"/>
                      <a:pt x="56" y="25"/>
                    </a:cubicBezTo>
                    <a:cubicBezTo>
                      <a:pt x="56" y="27"/>
                      <a:pt x="58" y="28"/>
                      <a:pt x="58" y="30"/>
                    </a:cubicBezTo>
                    <a:cubicBezTo>
                      <a:pt x="57" y="32"/>
                      <a:pt x="54" y="34"/>
                      <a:pt x="53" y="36"/>
                    </a:cubicBezTo>
                    <a:cubicBezTo>
                      <a:pt x="51" y="40"/>
                      <a:pt x="53" y="44"/>
                      <a:pt x="52" y="48"/>
                    </a:cubicBezTo>
                    <a:cubicBezTo>
                      <a:pt x="51" y="54"/>
                      <a:pt x="48" y="54"/>
                      <a:pt x="51" y="60"/>
                    </a:cubicBezTo>
                    <a:cubicBezTo>
                      <a:pt x="53" y="63"/>
                      <a:pt x="56" y="66"/>
                      <a:pt x="56" y="69"/>
                    </a:cubicBezTo>
                    <a:cubicBezTo>
                      <a:pt x="57" y="73"/>
                      <a:pt x="55" y="72"/>
                      <a:pt x="54" y="75"/>
                    </a:cubicBezTo>
                    <a:cubicBezTo>
                      <a:pt x="52" y="79"/>
                      <a:pt x="52" y="78"/>
                      <a:pt x="52" y="81"/>
                    </a:cubicBezTo>
                    <a:cubicBezTo>
                      <a:pt x="52" y="83"/>
                      <a:pt x="55" y="85"/>
                      <a:pt x="54" y="87"/>
                    </a:cubicBezTo>
                    <a:cubicBezTo>
                      <a:pt x="46" y="88"/>
                      <a:pt x="38" y="86"/>
                      <a:pt x="30" y="87"/>
                    </a:cubicBezTo>
                    <a:cubicBezTo>
                      <a:pt x="20" y="89"/>
                      <a:pt x="10" y="93"/>
                      <a:pt x="0" y="91"/>
                    </a:cubicBezTo>
                    <a:cubicBezTo>
                      <a:pt x="11" y="90"/>
                      <a:pt x="14" y="84"/>
                      <a:pt x="6" y="77"/>
                    </a:cubicBezTo>
                    <a:cubicBezTo>
                      <a:pt x="12" y="79"/>
                      <a:pt x="16" y="81"/>
                      <a:pt x="22" y="78"/>
                    </a:cubicBezTo>
                    <a:cubicBezTo>
                      <a:pt x="29" y="74"/>
                      <a:pt x="28" y="65"/>
                      <a:pt x="20" y="63"/>
                    </a:cubicBezTo>
                    <a:cubicBezTo>
                      <a:pt x="24" y="64"/>
                      <a:pt x="31" y="65"/>
                      <a:pt x="35" y="62"/>
                    </a:cubicBezTo>
                    <a:cubicBezTo>
                      <a:pt x="39" y="58"/>
                      <a:pt x="35" y="54"/>
                      <a:pt x="31" y="52"/>
                    </a:cubicBezTo>
                    <a:cubicBezTo>
                      <a:pt x="40" y="55"/>
                      <a:pt x="43" y="45"/>
                      <a:pt x="38" y="40"/>
                    </a:cubicBezTo>
                    <a:cubicBezTo>
                      <a:pt x="34" y="36"/>
                      <a:pt x="29" y="36"/>
                      <a:pt x="24" y="34"/>
                    </a:cubicBezTo>
                    <a:cubicBezTo>
                      <a:pt x="28" y="34"/>
                      <a:pt x="36" y="33"/>
                      <a:pt x="37" y="30"/>
                    </a:cubicBezTo>
                    <a:cubicBezTo>
                      <a:pt x="39" y="26"/>
                      <a:pt x="35" y="25"/>
                      <a:pt x="33" y="23"/>
                    </a:cubicBezTo>
                    <a:cubicBezTo>
                      <a:pt x="42" y="26"/>
                      <a:pt x="44" y="18"/>
                      <a:pt x="39" y="12"/>
                    </a:cubicBezTo>
                    <a:cubicBezTo>
                      <a:pt x="45" y="12"/>
                      <a:pt x="48" y="8"/>
                      <a:pt x="44" y="4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05" name="Freeform 292">
                <a:extLst>
                  <a:ext uri="{FF2B5EF4-FFF2-40B4-BE49-F238E27FC236}">
                    <a16:creationId xmlns:a16="http://schemas.microsoft.com/office/drawing/2014/main" id="{0FA979CA-0713-426D-A00C-FB3F807A5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344"/>
                <a:ext cx="192" cy="224"/>
              </a:xfrm>
              <a:custGeom>
                <a:avLst/>
                <a:gdLst>
                  <a:gd name="T0" fmla="*/ 0 w 77"/>
                  <a:gd name="T1" fmla="*/ 1501 h 84"/>
                  <a:gd name="T2" fmla="*/ 125 w 77"/>
                  <a:gd name="T3" fmla="*/ 1344 h 84"/>
                  <a:gd name="T4" fmla="*/ 30 w 77"/>
                  <a:gd name="T5" fmla="*/ 1216 h 84"/>
                  <a:gd name="T6" fmla="*/ 199 w 77"/>
                  <a:gd name="T7" fmla="*/ 1024 h 84"/>
                  <a:gd name="T8" fmla="*/ 199 w 77"/>
                  <a:gd name="T9" fmla="*/ 683 h 84"/>
                  <a:gd name="T10" fmla="*/ 404 w 77"/>
                  <a:gd name="T11" fmla="*/ 264 h 84"/>
                  <a:gd name="T12" fmla="*/ 603 w 77"/>
                  <a:gd name="T13" fmla="*/ 35 h 84"/>
                  <a:gd name="T14" fmla="*/ 728 w 77"/>
                  <a:gd name="T15" fmla="*/ 0 h 84"/>
                  <a:gd name="T16" fmla="*/ 820 w 77"/>
                  <a:gd name="T17" fmla="*/ 248 h 84"/>
                  <a:gd name="T18" fmla="*/ 1037 w 77"/>
                  <a:gd name="T19" fmla="*/ 248 h 84"/>
                  <a:gd name="T20" fmla="*/ 1194 w 77"/>
                  <a:gd name="T21" fmla="*/ 661 h 84"/>
                  <a:gd name="T22" fmla="*/ 1070 w 77"/>
                  <a:gd name="T23" fmla="*/ 931 h 84"/>
                  <a:gd name="T24" fmla="*/ 746 w 77"/>
                  <a:gd name="T25" fmla="*/ 1331 h 84"/>
                  <a:gd name="T26" fmla="*/ 509 w 77"/>
                  <a:gd name="T27" fmla="*/ 1421 h 84"/>
                  <a:gd name="T28" fmla="*/ 217 w 77"/>
                  <a:gd name="T29" fmla="*/ 1536 h 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7" h="84">
                    <a:moveTo>
                      <a:pt x="0" y="79"/>
                    </a:moveTo>
                    <a:cubicBezTo>
                      <a:pt x="6" y="84"/>
                      <a:pt x="10" y="75"/>
                      <a:pt x="8" y="71"/>
                    </a:cubicBezTo>
                    <a:cubicBezTo>
                      <a:pt x="7" y="69"/>
                      <a:pt x="4" y="65"/>
                      <a:pt x="2" y="64"/>
                    </a:cubicBezTo>
                    <a:cubicBezTo>
                      <a:pt x="10" y="68"/>
                      <a:pt x="18" y="62"/>
                      <a:pt x="13" y="54"/>
                    </a:cubicBezTo>
                    <a:cubicBezTo>
                      <a:pt x="25" y="52"/>
                      <a:pt x="22" y="39"/>
                      <a:pt x="13" y="36"/>
                    </a:cubicBezTo>
                    <a:cubicBezTo>
                      <a:pt x="21" y="32"/>
                      <a:pt x="36" y="23"/>
                      <a:pt x="26" y="14"/>
                    </a:cubicBezTo>
                    <a:cubicBezTo>
                      <a:pt x="31" y="12"/>
                      <a:pt x="41" y="8"/>
                      <a:pt x="39" y="2"/>
                    </a:cubicBezTo>
                    <a:cubicBezTo>
                      <a:pt x="41" y="2"/>
                      <a:pt x="45" y="1"/>
                      <a:pt x="47" y="0"/>
                    </a:cubicBezTo>
                    <a:cubicBezTo>
                      <a:pt x="48" y="5"/>
                      <a:pt x="48" y="11"/>
                      <a:pt x="53" y="13"/>
                    </a:cubicBezTo>
                    <a:cubicBezTo>
                      <a:pt x="58" y="15"/>
                      <a:pt x="63" y="13"/>
                      <a:pt x="67" y="13"/>
                    </a:cubicBezTo>
                    <a:cubicBezTo>
                      <a:pt x="64" y="23"/>
                      <a:pt x="65" y="30"/>
                      <a:pt x="77" y="35"/>
                    </a:cubicBezTo>
                    <a:cubicBezTo>
                      <a:pt x="70" y="36"/>
                      <a:pt x="65" y="43"/>
                      <a:pt x="69" y="49"/>
                    </a:cubicBezTo>
                    <a:cubicBezTo>
                      <a:pt x="56" y="52"/>
                      <a:pt x="44" y="57"/>
                      <a:pt x="48" y="70"/>
                    </a:cubicBezTo>
                    <a:cubicBezTo>
                      <a:pt x="43" y="71"/>
                      <a:pt x="38" y="73"/>
                      <a:pt x="33" y="75"/>
                    </a:cubicBezTo>
                    <a:cubicBezTo>
                      <a:pt x="27" y="78"/>
                      <a:pt x="20" y="79"/>
                      <a:pt x="14" y="81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06" name="Freeform 293">
                <a:extLst>
                  <a:ext uri="{FF2B5EF4-FFF2-40B4-BE49-F238E27FC236}">
                    <a16:creationId xmlns:a16="http://schemas.microsoft.com/office/drawing/2014/main" id="{1F2C00BD-99F7-474D-A30F-D973040D9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408"/>
                <a:ext cx="275" cy="144"/>
              </a:xfrm>
              <a:custGeom>
                <a:avLst/>
                <a:gdLst>
                  <a:gd name="T0" fmla="*/ 0 w 110"/>
                  <a:gd name="T1" fmla="*/ 115 h 54"/>
                  <a:gd name="T2" fmla="*/ 50 w 110"/>
                  <a:gd name="T3" fmla="*/ 533 h 54"/>
                  <a:gd name="T4" fmla="*/ 208 w 110"/>
                  <a:gd name="T5" fmla="*/ 797 h 54"/>
                  <a:gd name="T6" fmla="*/ 375 w 110"/>
                  <a:gd name="T7" fmla="*/ 968 h 54"/>
                  <a:gd name="T8" fmla="*/ 688 w 110"/>
                  <a:gd name="T9" fmla="*/ 1024 h 54"/>
                  <a:gd name="T10" fmla="*/ 1000 w 110"/>
                  <a:gd name="T11" fmla="*/ 909 h 54"/>
                  <a:gd name="T12" fmla="*/ 1345 w 110"/>
                  <a:gd name="T13" fmla="*/ 717 h 54"/>
                  <a:gd name="T14" fmla="*/ 1583 w 110"/>
                  <a:gd name="T15" fmla="*/ 477 h 54"/>
                  <a:gd name="T16" fmla="*/ 1720 w 110"/>
                  <a:gd name="T17" fmla="*/ 0 h 54"/>
                  <a:gd name="T18" fmla="*/ 1658 w 110"/>
                  <a:gd name="T19" fmla="*/ 149 h 54"/>
                  <a:gd name="T20" fmla="*/ 1583 w 110"/>
                  <a:gd name="T21" fmla="*/ 35 h 54"/>
                  <a:gd name="T22" fmla="*/ 1345 w 110"/>
                  <a:gd name="T23" fmla="*/ 307 h 54"/>
                  <a:gd name="T24" fmla="*/ 1188 w 110"/>
                  <a:gd name="T25" fmla="*/ 93 h 54"/>
                  <a:gd name="T26" fmla="*/ 1125 w 110"/>
                  <a:gd name="T27" fmla="*/ 363 h 54"/>
                  <a:gd name="T28" fmla="*/ 875 w 110"/>
                  <a:gd name="T29" fmla="*/ 435 h 54"/>
                  <a:gd name="T30" fmla="*/ 533 w 110"/>
                  <a:gd name="T31" fmla="*/ 589 h 54"/>
                  <a:gd name="T32" fmla="*/ 408 w 110"/>
                  <a:gd name="T33" fmla="*/ 285 h 54"/>
                  <a:gd name="T34" fmla="*/ 175 w 110"/>
                  <a:gd name="T35" fmla="*/ 285 h 54"/>
                  <a:gd name="T36" fmla="*/ 0 w 110"/>
                  <a:gd name="T37" fmla="*/ 115 h 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0" h="54">
                    <a:moveTo>
                      <a:pt x="0" y="6"/>
                    </a:moveTo>
                    <a:cubicBezTo>
                      <a:pt x="7" y="13"/>
                      <a:pt x="3" y="21"/>
                      <a:pt x="3" y="28"/>
                    </a:cubicBezTo>
                    <a:cubicBezTo>
                      <a:pt x="3" y="35"/>
                      <a:pt x="7" y="38"/>
                      <a:pt x="13" y="42"/>
                    </a:cubicBezTo>
                    <a:cubicBezTo>
                      <a:pt x="16" y="45"/>
                      <a:pt x="21" y="49"/>
                      <a:pt x="24" y="51"/>
                    </a:cubicBezTo>
                    <a:cubicBezTo>
                      <a:pt x="29" y="53"/>
                      <a:pt x="39" y="53"/>
                      <a:pt x="44" y="54"/>
                    </a:cubicBezTo>
                    <a:cubicBezTo>
                      <a:pt x="51" y="54"/>
                      <a:pt x="56" y="49"/>
                      <a:pt x="64" y="48"/>
                    </a:cubicBezTo>
                    <a:cubicBezTo>
                      <a:pt x="73" y="46"/>
                      <a:pt x="79" y="45"/>
                      <a:pt x="86" y="38"/>
                    </a:cubicBezTo>
                    <a:cubicBezTo>
                      <a:pt x="91" y="33"/>
                      <a:pt x="96" y="31"/>
                      <a:pt x="101" y="25"/>
                    </a:cubicBezTo>
                    <a:cubicBezTo>
                      <a:pt x="106" y="18"/>
                      <a:pt x="110" y="8"/>
                      <a:pt x="110" y="0"/>
                    </a:cubicBezTo>
                    <a:cubicBezTo>
                      <a:pt x="109" y="2"/>
                      <a:pt x="108" y="6"/>
                      <a:pt x="106" y="8"/>
                    </a:cubicBezTo>
                    <a:cubicBezTo>
                      <a:pt x="103" y="8"/>
                      <a:pt x="101" y="5"/>
                      <a:pt x="101" y="2"/>
                    </a:cubicBezTo>
                    <a:cubicBezTo>
                      <a:pt x="101" y="8"/>
                      <a:pt x="95" y="19"/>
                      <a:pt x="86" y="16"/>
                    </a:cubicBezTo>
                    <a:cubicBezTo>
                      <a:pt x="80" y="15"/>
                      <a:pt x="79" y="9"/>
                      <a:pt x="76" y="5"/>
                    </a:cubicBezTo>
                    <a:cubicBezTo>
                      <a:pt x="76" y="10"/>
                      <a:pt x="75" y="15"/>
                      <a:pt x="72" y="19"/>
                    </a:cubicBezTo>
                    <a:cubicBezTo>
                      <a:pt x="68" y="24"/>
                      <a:pt x="61" y="29"/>
                      <a:pt x="56" y="23"/>
                    </a:cubicBezTo>
                    <a:cubicBezTo>
                      <a:pt x="53" y="31"/>
                      <a:pt x="42" y="38"/>
                      <a:pt x="34" y="31"/>
                    </a:cubicBezTo>
                    <a:cubicBezTo>
                      <a:pt x="30" y="27"/>
                      <a:pt x="28" y="20"/>
                      <a:pt x="26" y="15"/>
                    </a:cubicBezTo>
                    <a:cubicBezTo>
                      <a:pt x="23" y="24"/>
                      <a:pt x="16" y="19"/>
                      <a:pt x="11" y="15"/>
                    </a:cubicBezTo>
                    <a:cubicBezTo>
                      <a:pt x="8" y="11"/>
                      <a:pt x="4" y="9"/>
                      <a:pt x="0" y="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07" name="Freeform 294">
                <a:extLst>
                  <a:ext uri="{FF2B5EF4-FFF2-40B4-BE49-F238E27FC236}">
                    <a16:creationId xmlns:a16="http://schemas.microsoft.com/office/drawing/2014/main" id="{F7024541-5300-4E38-8830-2C68497BF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384"/>
                <a:ext cx="295" cy="165"/>
              </a:xfrm>
              <a:custGeom>
                <a:avLst/>
                <a:gdLst>
                  <a:gd name="T0" fmla="*/ 20 w 118"/>
                  <a:gd name="T1" fmla="*/ 21 h 62"/>
                  <a:gd name="T2" fmla="*/ 333 w 118"/>
                  <a:gd name="T3" fmla="*/ 806 h 62"/>
                  <a:gd name="T4" fmla="*/ 958 w 118"/>
                  <a:gd name="T5" fmla="*/ 1147 h 62"/>
                  <a:gd name="T6" fmla="*/ 1438 w 118"/>
                  <a:gd name="T7" fmla="*/ 1035 h 62"/>
                  <a:gd name="T8" fmla="*/ 1845 w 118"/>
                  <a:gd name="T9" fmla="*/ 660 h 62"/>
                  <a:gd name="T10" fmla="*/ 1800 w 118"/>
                  <a:gd name="T11" fmla="*/ 282 h 62"/>
                  <a:gd name="T12" fmla="*/ 1645 w 118"/>
                  <a:gd name="T13" fmla="*/ 588 h 62"/>
                  <a:gd name="T14" fmla="*/ 1375 w 118"/>
                  <a:gd name="T15" fmla="*/ 452 h 62"/>
                  <a:gd name="T16" fmla="*/ 1220 w 118"/>
                  <a:gd name="T17" fmla="*/ 806 h 62"/>
                  <a:gd name="T18" fmla="*/ 970 w 118"/>
                  <a:gd name="T19" fmla="*/ 750 h 62"/>
                  <a:gd name="T20" fmla="*/ 583 w 118"/>
                  <a:gd name="T21" fmla="*/ 532 h 62"/>
                  <a:gd name="T22" fmla="*/ 283 w 118"/>
                  <a:gd name="T23" fmla="*/ 341 h 62"/>
                  <a:gd name="T24" fmla="*/ 0 w 118"/>
                  <a:gd name="T25" fmla="*/ 0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8" h="62">
                    <a:moveTo>
                      <a:pt x="1" y="1"/>
                    </a:moveTo>
                    <a:cubicBezTo>
                      <a:pt x="0" y="15"/>
                      <a:pt x="11" y="33"/>
                      <a:pt x="21" y="43"/>
                    </a:cubicBezTo>
                    <a:cubicBezTo>
                      <a:pt x="33" y="55"/>
                      <a:pt x="43" y="59"/>
                      <a:pt x="61" y="61"/>
                    </a:cubicBezTo>
                    <a:cubicBezTo>
                      <a:pt x="73" y="62"/>
                      <a:pt x="83" y="62"/>
                      <a:pt x="92" y="55"/>
                    </a:cubicBezTo>
                    <a:cubicBezTo>
                      <a:pt x="100" y="50"/>
                      <a:pt x="113" y="42"/>
                      <a:pt x="118" y="35"/>
                    </a:cubicBezTo>
                    <a:cubicBezTo>
                      <a:pt x="108" y="38"/>
                      <a:pt x="114" y="19"/>
                      <a:pt x="115" y="15"/>
                    </a:cubicBezTo>
                    <a:cubicBezTo>
                      <a:pt x="112" y="19"/>
                      <a:pt x="108" y="29"/>
                      <a:pt x="105" y="31"/>
                    </a:cubicBezTo>
                    <a:cubicBezTo>
                      <a:pt x="99" y="35"/>
                      <a:pt x="90" y="30"/>
                      <a:pt x="88" y="24"/>
                    </a:cubicBezTo>
                    <a:cubicBezTo>
                      <a:pt x="84" y="31"/>
                      <a:pt x="87" y="38"/>
                      <a:pt x="78" y="43"/>
                    </a:cubicBezTo>
                    <a:cubicBezTo>
                      <a:pt x="72" y="46"/>
                      <a:pt x="65" y="47"/>
                      <a:pt x="62" y="40"/>
                    </a:cubicBezTo>
                    <a:cubicBezTo>
                      <a:pt x="55" y="54"/>
                      <a:pt x="40" y="36"/>
                      <a:pt x="37" y="28"/>
                    </a:cubicBezTo>
                    <a:cubicBezTo>
                      <a:pt x="30" y="33"/>
                      <a:pt x="21" y="25"/>
                      <a:pt x="18" y="18"/>
                    </a:cubicBezTo>
                    <a:cubicBezTo>
                      <a:pt x="8" y="22"/>
                      <a:pt x="1" y="7"/>
                      <a:pt x="0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08" name="Freeform 295">
                <a:extLst>
                  <a:ext uri="{FF2B5EF4-FFF2-40B4-BE49-F238E27FC236}">
                    <a16:creationId xmlns:a16="http://schemas.microsoft.com/office/drawing/2014/main" id="{6F3EA6BD-494D-42F3-9EBA-03139EEC6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445"/>
                <a:ext cx="437" cy="240"/>
              </a:xfrm>
              <a:custGeom>
                <a:avLst/>
                <a:gdLst>
                  <a:gd name="T0" fmla="*/ 966 w 175"/>
                  <a:gd name="T1" fmla="*/ 227 h 90"/>
                  <a:gd name="T2" fmla="*/ 667 w 175"/>
                  <a:gd name="T3" fmla="*/ 491 h 90"/>
                  <a:gd name="T4" fmla="*/ 405 w 175"/>
                  <a:gd name="T5" fmla="*/ 909 h 90"/>
                  <a:gd name="T6" fmla="*/ 312 w 175"/>
                  <a:gd name="T7" fmla="*/ 968 h 90"/>
                  <a:gd name="T8" fmla="*/ 280 w 175"/>
                  <a:gd name="T9" fmla="*/ 1195 h 90"/>
                  <a:gd name="T10" fmla="*/ 12 w 175"/>
                  <a:gd name="T11" fmla="*/ 1536 h 90"/>
                  <a:gd name="T12" fmla="*/ 342 w 175"/>
                  <a:gd name="T13" fmla="*/ 1651 h 90"/>
                  <a:gd name="T14" fmla="*/ 467 w 175"/>
                  <a:gd name="T15" fmla="*/ 1139 h 90"/>
                  <a:gd name="T16" fmla="*/ 824 w 175"/>
                  <a:gd name="T17" fmla="*/ 947 h 90"/>
                  <a:gd name="T18" fmla="*/ 1403 w 175"/>
                  <a:gd name="T19" fmla="*/ 909 h 90"/>
                  <a:gd name="T20" fmla="*/ 1903 w 175"/>
                  <a:gd name="T21" fmla="*/ 1003 h 90"/>
                  <a:gd name="T22" fmla="*/ 2257 w 175"/>
                  <a:gd name="T23" fmla="*/ 1288 h 90"/>
                  <a:gd name="T24" fmla="*/ 2537 w 175"/>
                  <a:gd name="T25" fmla="*/ 1101 h 90"/>
                  <a:gd name="T26" fmla="*/ 2724 w 175"/>
                  <a:gd name="T27" fmla="*/ 704 h 90"/>
                  <a:gd name="T28" fmla="*/ 2475 w 175"/>
                  <a:gd name="T29" fmla="*/ 661 h 90"/>
                  <a:gd name="T30" fmla="*/ 1933 w 175"/>
                  <a:gd name="T31" fmla="*/ 419 h 90"/>
                  <a:gd name="T32" fmla="*/ 1591 w 175"/>
                  <a:gd name="T33" fmla="*/ 192 h 90"/>
                  <a:gd name="T34" fmla="*/ 1433 w 175"/>
                  <a:gd name="T35" fmla="*/ 0 h 90"/>
                  <a:gd name="T36" fmla="*/ 1216 w 175"/>
                  <a:gd name="T37" fmla="*/ 320 h 9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5" h="90">
                    <a:moveTo>
                      <a:pt x="62" y="12"/>
                    </a:moveTo>
                    <a:cubicBezTo>
                      <a:pt x="66" y="24"/>
                      <a:pt x="55" y="32"/>
                      <a:pt x="43" y="26"/>
                    </a:cubicBezTo>
                    <a:cubicBezTo>
                      <a:pt x="45" y="38"/>
                      <a:pt x="34" y="42"/>
                      <a:pt x="26" y="48"/>
                    </a:cubicBezTo>
                    <a:cubicBezTo>
                      <a:pt x="23" y="50"/>
                      <a:pt x="22" y="47"/>
                      <a:pt x="20" y="51"/>
                    </a:cubicBezTo>
                    <a:cubicBezTo>
                      <a:pt x="19" y="54"/>
                      <a:pt x="20" y="59"/>
                      <a:pt x="18" y="63"/>
                    </a:cubicBezTo>
                    <a:cubicBezTo>
                      <a:pt x="14" y="70"/>
                      <a:pt x="0" y="74"/>
                      <a:pt x="1" y="81"/>
                    </a:cubicBezTo>
                    <a:cubicBezTo>
                      <a:pt x="4" y="90"/>
                      <a:pt x="16" y="87"/>
                      <a:pt x="22" y="87"/>
                    </a:cubicBezTo>
                    <a:cubicBezTo>
                      <a:pt x="21" y="77"/>
                      <a:pt x="22" y="68"/>
                      <a:pt x="30" y="60"/>
                    </a:cubicBezTo>
                    <a:cubicBezTo>
                      <a:pt x="34" y="55"/>
                      <a:pt x="47" y="44"/>
                      <a:pt x="53" y="50"/>
                    </a:cubicBezTo>
                    <a:cubicBezTo>
                      <a:pt x="60" y="43"/>
                      <a:pt x="85" y="34"/>
                      <a:pt x="90" y="48"/>
                    </a:cubicBezTo>
                    <a:cubicBezTo>
                      <a:pt x="98" y="42"/>
                      <a:pt x="118" y="44"/>
                      <a:pt x="122" y="53"/>
                    </a:cubicBezTo>
                    <a:cubicBezTo>
                      <a:pt x="133" y="50"/>
                      <a:pt x="144" y="57"/>
                      <a:pt x="145" y="68"/>
                    </a:cubicBezTo>
                    <a:cubicBezTo>
                      <a:pt x="158" y="68"/>
                      <a:pt x="159" y="67"/>
                      <a:pt x="163" y="58"/>
                    </a:cubicBezTo>
                    <a:cubicBezTo>
                      <a:pt x="165" y="50"/>
                      <a:pt x="170" y="43"/>
                      <a:pt x="175" y="37"/>
                    </a:cubicBezTo>
                    <a:cubicBezTo>
                      <a:pt x="170" y="34"/>
                      <a:pt x="165" y="35"/>
                      <a:pt x="159" y="35"/>
                    </a:cubicBezTo>
                    <a:cubicBezTo>
                      <a:pt x="146" y="33"/>
                      <a:pt x="135" y="29"/>
                      <a:pt x="124" y="22"/>
                    </a:cubicBezTo>
                    <a:cubicBezTo>
                      <a:pt x="116" y="18"/>
                      <a:pt x="109" y="16"/>
                      <a:pt x="102" y="10"/>
                    </a:cubicBezTo>
                    <a:cubicBezTo>
                      <a:pt x="99" y="7"/>
                      <a:pt x="95" y="3"/>
                      <a:pt x="92" y="0"/>
                    </a:cubicBezTo>
                    <a:cubicBezTo>
                      <a:pt x="92" y="8"/>
                      <a:pt x="90" y="18"/>
                      <a:pt x="78" y="17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09" name="Freeform 296">
                <a:extLst>
                  <a:ext uri="{FF2B5EF4-FFF2-40B4-BE49-F238E27FC236}">
                    <a16:creationId xmlns:a16="http://schemas.microsoft.com/office/drawing/2014/main" id="{8F493374-862F-4AEB-A217-CBC2F2C2A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3181"/>
                <a:ext cx="1170" cy="480"/>
              </a:xfrm>
              <a:custGeom>
                <a:avLst/>
                <a:gdLst>
                  <a:gd name="T0" fmla="*/ 1050 w 468"/>
                  <a:gd name="T1" fmla="*/ 2368 h 180"/>
                  <a:gd name="T2" fmla="*/ 0 w 468"/>
                  <a:gd name="T3" fmla="*/ 1592 h 180"/>
                  <a:gd name="T4" fmla="*/ 958 w 468"/>
                  <a:gd name="T5" fmla="*/ 2995 h 180"/>
                  <a:gd name="T6" fmla="*/ 2208 w 468"/>
                  <a:gd name="T7" fmla="*/ 3392 h 180"/>
                  <a:gd name="T8" fmla="*/ 2708 w 468"/>
                  <a:gd name="T9" fmla="*/ 3221 h 180"/>
                  <a:gd name="T10" fmla="*/ 3675 w 468"/>
                  <a:gd name="T11" fmla="*/ 2936 h 180"/>
                  <a:gd name="T12" fmla="*/ 4488 w 468"/>
                  <a:gd name="T13" fmla="*/ 2653 h 180"/>
                  <a:gd name="T14" fmla="*/ 5125 w 468"/>
                  <a:gd name="T15" fmla="*/ 2240 h 180"/>
                  <a:gd name="T16" fmla="*/ 5625 w 468"/>
                  <a:gd name="T17" fmla="*/ 1843 h 180"/>
                  <a:gd name="T18" fmla="*/ 6063 w 468"/>
                  <a:gd name="T19" fmla="*/ 1557 h 180"/>
                  <a:gd name="T20" fmla="*/ 6500 w 468"/>
                  <a:gd name="T21" fmla="*/ 1024 h 180"/>
                  <a:gd name="T22" fmla="*/ 7313 w 468"/>
                  <a:gd name="T23" fmla="*/ 0 h 180"/>
                  <a:gd name="T24" fmla="*/ 6500 w 468"/>
                  <a:gd name="T25" fmla="*/ 661 h 180"/>
                  <a:gd name="T26" fmla="*/ 4875 w 468"/>
                  <a:gd name="T27" fmla="*/ 1784 h 180"/>
                  <a:gd name="T28" fmla="*/ 4613 w 468"/>
                  <a:gd name="T29" fmla="*/ 2125 h 180"/>
                  <a:gd name="T30" fmla="*/ 4583 w 468"/>
                  <a:gd name="T31" fmla="*/ 2312 h 180"/>
                  <a:gd name="T32" fmla="*/ 2688 w 468"/>
                  <a:gd name="T33" fmla="*/ 2637 h 180"/>
                  <a:gd name="T34" fmla="*/ 1050 w 468"/>
                  <a:gd name="T35" fmla="*/ 2368 h 18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8" h="180">
                    <a:moveTo>
                      <a:pt x="67" y="125"/>
                    </a:moveTo>
                    <a:cubicBezTo>
                      <a:pt x="34" y="114"/>
                      <a:pt x="6" y="93"/>
                      <a:pt x="0" y="84"/>
                    </a:cubicBezTo>
                    <a:cubicBezTo>
                      <a:pt x="8" y="106"/>
                      <a:pt x="29" y="138"/>
                      <a:pt x="61" y="158"/>
                    </a:cubicBezTo>
                    <a:cubicBezTo>
                      <a:pt x="85" y="173"/>
                      <a:pt x="116" y="180"/>
                      <a:pt x="141" y="179"/>
                    </a:cubicBezTo>
                    <a:cubicBezTo>
                      <a:pt x="159" y="179"/>
                      <a:pt x="153" y="172"/>
                      <a:pt x="173" y="170"/>
                    </a:cubicBezTo>
                    <a:cubicBezTo>
                      <a:pt x="193" y="169"/>
                      <a:pt x="208" y="164"/>
                      <a:pt x="235" y="155"/>
                    </a:cubicBezTo>
                    <a:cubicBezTo>
                      <a:pt x="253" y="149"/>
                      <a:pt x="267" y="149"/>
                      <a:pt x="287" y="140"/>
                    </a:cubicBezTo>
                    <a:cubicBezTo>
                      <a:pt x="307" y="132"/>
                      <a:pt x="328" y="118"/>
                      <a:pt x="328" y="118"/>
                    </a:cubicBezTo>
                    <a:cubicBezTo>
                      <a:pt x="333" y="107"/>
                      <a:pt x="345" y="101"/>
                      <a:pt x="360" y="97"/>
                    </a:cubicBezTo>
                    <a:cubicBezTo>
                      <a:pt x="375" y="94"/>
                      <a:pt x="388" y="82"/>
                      <a:pt x="388" y="82"/>
                    </a:cubicBezTo>
                    <a:cubicBezTo>
                      <a:pt x="391" y="70"/>
                      <a:pt x="407" y="65"/>
                      <a:pt x="416" y="54"/>
                    </a:cubicBezTo>
                    <a:cubicBezTo>
                      <a:pt x="423" y="47"/>
                      <a:pt x="467" y="14"/>
                      <a:pt x="468" y="0"/>
                    </a:cubicBezTo>
                    <a:cubicBezTo>
                      <a:pt x="462" y="12"/>
                      <a:pt x="431" y="30"/>
                      <a:pt x="416" y="35"/>
                    </a:cubicBezTo>
                    <a:cubicBezTo>
                      <a:pt x="421" y="40"/>
                      <a:pt x="363" y="86"/>
                      <a:pt x="312" y="94"/>
                    </a:cubicBezTo>
                    <a:cubicBezTo>
                      <a:pt x="333" y="94"/>
                      <a:pt x="312" y="107"/>
                      <a:pt x="295" y="112"/>
                    </a:cubicBezTo>
                    <a:cubicBezTo>
                      <a:pt x="311" y="113"/>
                      <a:pt x="307" y="116"/>
                      <a:pt x="293" y="122"/>
                    </a:cubicBezTo>
                    <a:cubicBezTo>
                      <a:pt x="300" y="127"/>
                      <a:pt x="212" y="140"/>
                      <a:pt x="172" y="139"/>
                    </a:cubicBezTo>
                    <a:cubicBezTo>
                      <a:pt x="150" y="139"/>
                      <a:pt x="105" y="137"/>
                      <a:pt x="67" y="125"/>
                    </a:cubicBezTo>
                    <a:close/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10" name="Freeform 297">
                <a:extLst>
                  <a:ext uri="{FF2B5EF4-FFF2-40B4-BE49-F238E27FC236}">
                    <a16:creationId xmlns:a16="http://schemas.microsoft.com/office/drawing/2014/main" id="{5A26D01D-C923-4F5F-BAD5-1AF13624E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3264"/>
                <a:ext cx="842" cy="397"/>
              </a:xfrm>
              <a:custGeom>
                <a:avLst/>
                <a:gdLst>
                  <a:gd name="T0" fmla="*/ 0 w 337"/>
                  <a:gd name="T1" fmla="*/ 1681 h 149"/>
                  <a:gd name="T2" fmla="*/ 667 w 337"/>
                  <a:gd name="T3" fmla="*/ 2060 h 149"/>
                  <a:gd name="T4" fmla="*/ 1262 w 337"/>
                  <a:gd name="T5" fmla="*/ 2273 h 149"/>
                  <a:gd name="T6" fmla="*/ 1936 w 337"/>
                  <a:gd name="T7" fmla="*/ 2592 h 149"/>
                  <a:gd name="T8" fmla="*/ 2558 w 337"/>
                  <a:gd name="T9" fmla="*/ 2726 h 149"/>
                  <a:gd name="T10" fmla="*/ 3465 w 337"/>
                  <a:gd name="T11" fmla="*/ 2704 h 149"/>
                  <a:gd name="T12" fmla="*/ 5087 w 337"/>
                  <a:gd name="T13" fmla="*/ 1100 h 149"/>
                  <a:gd name="T14" fmla="*/ 5244 w 337"/>
                  <a:gd name="T15" fmla="*/ 602 h 149"/>
                  <a:gd name="T16" fmla="*/ 5132 w 337"/>
                  <a:gd name="T17" fmla="*/ 362 h 149"/>
                  <a:gd name="T18" fmla="*/ 5087 w 337"/>
                  <a:gd name="T19" fmla="*/ 0 h 149"/>
                  <a:gd name="T20" fmla="*/ 4525 w 337"/>
                  <a:gd name="T21" fmla="*/ 341 h 149"/>
                  <a:gd name="T22" fmla="*/ 4462 w 337"/>
                  <a:gd name="T23" fmla="*/ 773 h 149"/>
                  <a:gd name="T24" fmla="*/ 4695 w 337"/>
                  <a:gd name="T25" fmla="*/ 1002 h 149"/>
                  <a:gd name="T26" fmla="*/ 3478 w 337"/>
                  <a:gd name="T27" fmla="*/ 1932 h 149"/>
                  <a:gd name="T28" fmla="*/ 1499 w 337"/>
                  <a:gd name="T29" fmla="*/ 1966 h 1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7" h="149">
                    <a:moveTo>
                      <a:pt x="0" y="89"/>
                    </a:moveTo>
                    <a:cubicBezTo>
                      <a:pt x="16" y="99"/>
                      <a:pt x="27" y="104"/>
                      <a:pt x="43" y="109"/>
                    </a:cubicBezTo>
                    <a:cubicBezTo>
                      <a:pt x="59" y="115"/>
                      <a:pt x="65" y="115"/>
                      <a:pt x="81" y="120"/>
                    </a:cubicBezTo>
                    <a:cubicBezTo>
                      <a:pt x="97" y="126"/>
                      <a:pt x="105" y="135"/>
                      <a:pt x="124" y="137"/>
                    </a:cubicBezTo>
                    <a:cubicBezTo>
                      <a:pt x="143" y="140"/>
                      <a:pt x="150" y="140"/>
                      <a:pt x="164" y="144"/>
                    </a:cubicBezTo>
                    <a:cubicBezTo>
                      <a:pt x="178" y="147"/>
                      <a:pt x="193" y="149"/>
                      <a:pt x="222" y="143"/>
                    </a:cubicBezTo>
                    <a:cubicBezTo>
                      <a:pt x="251" y="136"/>
                      <a:pt x="291" y="127"/>
                      <a:pt x="326" y="58"/>
                    </a:cubicBezTo>
                    <a:cubicBezTo>
                      <a:pt x="334" y="44"/>
                      <a:pt x="337" y="40"/>
                      <a:pt x="336" y="32"/>
                    </a:cubicBezTo>
                    <a:cubicBezTo>
                      <a:pt x="335" y="24"/>
                      <a:pt x="334" y="30"/>
                      <a:pt x="329" y="19"/>
                    </a:cubicBezTo>
                    <a:cubicBezTo>
                      <a:pt x="324" y="7"/>
                      <a:pt x="326" y="0"/>
                      <a:pt x="326" y="0"/>
                    </a:cubicBezTo>
                    <a:cubicBezTo>
                      <a:pt x="326" y="0"/>
                      <a:pt x="301" y="13"/>
                      <a:pt x="290" y="18"/>
                    </a:cubicBezTo>
                    <a:cubicBezTo>
                      <a:pt x="301" y="14"/>
                      <a:pt x="297" y="33"/>
                      <a:pt x="286" y="41"/>
                    </a:cubicBezTo>
                    <a:cubicBezTo>
                      <a:pt x="297" y="36"/>
                      <a:pt x="307" y="44"/>
                      <a:pt x="301" y="53"/>
                    </a:cubicBezTo>
                    <a:cubicBezTo>
                      <a:pt x="313" y="48"/>
                      <a:pt x="263" y="98"/>
                      <a:pt x="223" y="102"/>
                    </a:cubicBezTo>
                    <a:cubicBezTo>
                      <a:pt x="231" y="104"/>
                      <a:pt x="140" y="114"/>
                      <a:pt x="96" y="104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11" name="Freeform 298">
                <a:extLst>
                  <a:ext uri="{FF2B5EF4-FFF2-40B4-BE49-F238E27FC236}">
                    <a16:creationId xmlns:a16="http://schemas.microsoft.com/office/drawing/2014/main" id="{3BA6F365-35E5-4DA7-82C3-B2EC676FE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3131"/>
                <a:ext cx="115" cy="173"/>
              </a:xfrm>
              <a:custGeom>
                <a:avLst/>
                <a:gdLst>
                  <a:gd name="T0" fmla="*/ 0 w 46"/>
                  <a:gd name="T1" fmla="*/ 1224 h 65"/>
                  <a:gd name="T2" fmla="*/ 488 w 46"/>
                  <a:gd name="T3" fmla="*/ 1057 h 65"/>
                  <a:gd name="T4" fmla="*/ 613 w 46"/>
                  <a:gd name="T5" fmla="*/ 772 h 65"/>
                  <a:gd name="T6" fmla="*/ 688 w 46"/>
                  <a:gd name="T7" fmla="*/ 375 h 65"/>
                  <a:gd name="T8" fmla="*/ 688 w 46"/>
                  <a:gd name="T9" fmla="*/ 0 h 65"/>
                  <a:gd name="T10" fmla="*/ 550 w 46"/>
                  <a:gd name="T11" fmla="*/ 303 h 65"/>
                  <a:gd name="T12" fmla="*/ 313 w 46"/>
                  <a:gd name="T13" fmla="*/ 751 h 65"/>
                  <a:gd name="T14" fmla="*/ 188 w 46"/>
                  <a:gd name="T15" fmla="*/ 1113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65">
                    <a:moveTo>
                      <a:pt x="0" y="65"/>
                    </a:moveTo>
                    <a:cubicBezTo>
                      <a:pt x="11" y="64"/>
                      <a:pt x="23" y="62"/>
                      <a:pt x="31" y="56"/>
                    </a:cubicBezTo>
                    <a:cubicBezTo>
                      <a:pt x="40" y="50"/>
                      <a:pt x="38" y="49"/>
                      <a:pt x="39" y="41"/>
                    </a:cubicBezTo>
                    <a:cubicBezTo>
                      <a:pt x="40" y="34"/>
                      <a:pt x="43" y="27"/>
                      <a:pt x="44" y="20"/>
                    </a:cubicBezTo>
                    <a:cubicBezTo>
                      <a:pt x="46" y="13"/>
                      <a:pt x="44" y="7"/>
                      <a:pt x="44" y="0"/>
                    </a:cubicBezTo>
                    <a:cubicBezTo>
                      <a:pt x="42" y="6"/>
                      <a:pt x="43" y="15"/>
                      <a:pt x="35" y="16"/>
                    </a:cubicBezTo>
                    <a:cubicBezTo>
                      <a:pt x="37" y="24"/>
                      <a:pt x="30" y="40"/>
                      <a:pt x="20" y="40"/>
                    </a:cubicBezTo>
                    <a:cubicBezTo>
                      <a:pt x="28" y="42"/>
                      <a:pt x="17" y="57"/>
                      <a:pt x="12" y="59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12" name="Freeform 299">
                <a:extLst>
                  <a:ext uri="{FF2B5EF4-FFF2-40B4-BE49-F238E27FC236}">
                    <a16:creationId xmlns:a16="http://schemas.microsoft.com/office/drawing/2014/main" id="{F4976723-BB83-4F85-88BF-E784A3934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267"/>
                <a:ext cx="118" cy="168"/>
              </a:xfrm>
              <a:custGeom>
                <a:avLst/>
                <a:gdLst>
                  <a:gd name="T0" fmla="*/ 0 w 47"/>
                  <a:gd name="T1" fmla="*/ 341 h 63"/>
                  <a:gd name="T2" fmla="*/ 505 w 47"/>
                  <a:gd name="T3" fmla="*/ 0 h 63"/>
                  <a:gd name="T4" fmla="*/ 713 w 47"/>
                  <a:gd name="T5" fmla="*/ 683 h 63"/>
                  <a:gd name="T6" fmla="*/ 567 w 47"/>
                  <a:gd name="T7" fmla="*/ 968 h 63"/>
                  <a:gd name="T8" fmla="*/ 251 w 47"/>
                  <a:gd name="T9" fmla="*/ 1195 h 63"/>
                  <a:gd name="T10" fmla="*/ 409 w 47"/>
                  <a:gd name="T11" fmla="*/ 819 h 63"/>
                  <a:gd name="T12" fmla="*/ 409 w 47"/>
                  <a:gd name="T13" fmla="*/ 419 h 63"/>
                  <a:gd name="T14" fmla="*/ 271 w 47"/>
                  <a:gd name="T15" fmla="*/ 192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3">
                    <a:moveTo>
                      <a:pt x="0" y="18"/>
                    </a:moveTo>
                    <a:cubicBezTo>
                      <a:pt x="9" y="12"/>
                      <a:pt x="22" y="6"/>
                      <a:pt x="32" y="0"/>
                    </a:cubicBezTo>
                    <a:cubicBezTo>
                      <a:pt x="35" y="11"/>
                      <a:pt x="47" y="24"/>
                      <a:pt x="45" y="36"/>
                    </a:cubicBezTo>
                    <a:cubicBezTo>
                      <a:pt x="44" y="40"/>
                      <a:pt x="40" y="48"/>
                      <a:pt x="36" y="51"/>
                    </a:cubicBezTo>
                    <a:cubicBezTo>
                      <a:pt x="31" y="56"/>
                      <a:pt x="22" y="58"/>
                      <a:pt x="16" y="63"/>
                    </a:cubicBezTo>
                    <a:cubicBezTo>
                      <a:pt x="22" y="59"/>
                      <a:pt x="28" y="50"/>
                      <a:pt x="26" y="43"/>
                    </a:cubicBezTo>
                    <a:cubicBezTo>
                      <a:pt x="34" y="39"/>
                      <a:pt x="36" y="20"/>
                      <a:pt x="26" y="22"/>
                    </a:cubicBezTo>
                    <a:cubicBezTo>
                      <a:pt x="29" y="16"/>
                      <a:pt x="24" y="7"/>
                      <a:pt x="17" y="1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13" name="Freeform 300">
                <a:extLst>
                  <a:ext uri="{FF2B5EF4-FFF2-40B4-BE49-F238E27FC236}">
                    <a16:creationId xmlns:a16="http://schemas.microsoft.com/office/drawing/2014/main" id="{A2681E93-88EC-45A2-B772-8D53CD78D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2741"/>
                <a:ext cx="118" cy="222"/>
              </a:xfrm>
              <a:custGeom>
                <a:avLst/>
                <a:gdLst>
                  <a:gd name="T0" fmla="*/ 346 w 47"/>
                  <a:gd name="T1" fmla="*/ 0 h 83"/>
                  <a:gd name="T2" fmla="*/ 743 w 47"/>
                  <a:gd name="T3" fmla="*/ 479 h 83"/>
                  <a:gd name="T4" fmla="*/ 442 w 47"/>
                  <a:gd name="T5" fmla="*/ 995 h 83"/>
                  <a:gd name="T6" fmla="*/ 304 w 47"/>
                  <a:gd name="T7" fmla="*/ 1589 h 83"/>
                  <a:gd name="T8" fmla="*/ 0 w 47"/>
                  <a:gd name="T9" fmla="*/ 1089 h 83"/>
                  <a:gd name="T10" fmla="*/ 221 w 47"/>
                  <a:gd name="T11" fmla="*/ 765 h 83"/>
                  <a:gd name="T12" fmla="*/ 271 w 47"/>
                  <a:gd name="T13" fmla="*/ 444 h 83"/>
                  <a:gd name="T14" fmla="*/ 429 w 47"/>
                  <a:gd name="T15" fmla="*/ 115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83">
                    <a:moveTo>
                      <a:pt x="22" y="0"/>
                    </a:moveTo>
                    <a:cubicBezTo>
                      <a:pt x="31" y="5"/>
                      <a:pt x="44" y="17"/>
                      <a:pt x="47" y="25"/>
                    </a:cubicBezTo>
                    <a:cubicBezTo>
                      <a:pt x="36" y="28"/>
                      <a:pt x="33" y="44"/>
                      <a:pt x="28" y="52"/>
                    </a:cubicBezTo>
                    <a:cubicBezTo>
                      <a:pt x="20" y="64"/>
                      <a:pt x="22" y="70"/>
                      <a:pt x="19" y="83"/>
                    </a:cubicBezTo>
                    <a:cubicBezTo>
                      <a:pt x="19" y="72"/>
                      <a:pt x="14" y="58"/>
                      <a:pt x="0" y="57"/>
                    </a:cubicBezTo>
                    <a:cubicBezTo>
                      <a:pt x="9" y="54"/>
                      <a:pt x="26" y="52"/>
                      <a:pt x="14" y="40"/>
                    </a:cubicBezTo>
                    <a:cubicBezTo>
                      <a:pt x="25" y="39"/>
                      <a:pt x="22" y="27"/>
                      <a:pt x="17" y="23"/>
                    </a:cubicBezTo>
                    <a:cubicBezTo>
                      <a:pt x="29" y="23"/>
                      <a:pt x="27" y="15"/>
                      <a:pt x="27" y="6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14" name="Freeform 301">
                <a:extLst>
                  <a:ext uri="{FF2B5EF4-FFF2-40B4-BE49-F238E27FC236}">
                    <a16:creationId xmlns:a16="http://schemas.microsoft.com/office/drawing/2014/main" id="{E92F5ED2-2994-4366-ACCC-23ACA8AEF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933"/>
                <a:ext cx="60" cy="198"/>
              </a:xfrm>
              <a:custGeom>
                <a:avLst/>
                <a:gdLst>
                  <a:gd name="T0" fmla="*/ 300 w 24"/>
                  <a:gd name="T1" fmla="*/ 150 h 74"/>
                  <a:gd name="T2" fmla="*/ 333 w 24"/>
                  <a:gd name="T3" fmla="*/ 880 h 74"/>
                  <a:gd name="T4" fmla="*/ 188 w 24"/>
                  <a:gd name="T5" fmla="*/ 1418 h 74"/>
                  <a:gd name="T6" fmla="*/ 0 w 24"/>
                  <a:gd name="T7" fmla="*/ 1381 h 74"/>
                  <a:gd name="T8" fmla="*/ 125 w 24"/>
                  <a:gd name="T9" fmla="*/ 1052 h 74"/>
                  <a:gd name="T10" fmla="*/ 188 w 24"/>
                  <a:gd name="T11" fmla="*/ 824 h 74"/>
                  <a:gd name="T12" fmla="*/ 238 w 24"/>
                  <a:gd name="T13" fmla="*/ 401 h 74"/>
                  <a:gd name="T14" fmla="*/ 283 w 24"/>
                  <a:gd name="T15" fmla="*/ 0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74">
                    <a:moveTo>
                      <a:pt x="19" y="8"/>
                    </a:moveTo>
                    <a:cubicBezTo>
                      <a:pt x="22" y="20"/>
                      <a:pt x="24" y="35"/>
                      <a:pt x="21" y="46"/>
                    </a:cubicBezTo>
                    <a:cubicBezTo>
                      <a:pt x="18" y="56"/>
                      <a:pt x="11" y="63"/>
                      <a:pt x="12" y="74"/>
                    </a:cubicBezTo>
                    <a:cubicBezTo>
                      <a:pt x="8" y="72"/>
                      <a:pt x="4" y="71"/>
                      <a:pt x="0" y="72"/>
                    </a:cubicBezTo>
                    <a:cubicBezTo>
                      <a:pt x="8" y="70"/>
                      <a:pt x="12" y="61"/>
                      <a:pt x="8" y="55"/>
                    </a:cubicBezTo>
                    <a:cubicBezTo>
                      <a:pt x="14" y="54"/>
                      <a:pt x="16" y="47"/>
                      <a:pt x="12" y="43"/>
                    </a:cubicBezTo>
                    <a:cubicBezTo>
                      <a:pt x="19" y="35"/>
                      <a:pt x="14" y="30"/>
                      <a:pt x="15" y="21"/>
                    </a:cubicBezTo>
                    <a:cubicBezTo>
                      <a:pt x="15" y="14"/>
                      <a:pt x="18" y="9"/>
                      <a:pt x="18" y="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15" name="Freeform 302">
                <a:extLst>
                  <a:ext uri="{FF2B5EF4-FFF2-40B4-BE49-F238E27FC236}">
                    <a16:creationId xmlns:a16="http://schemas.microsoft.com/office/drawing/2014/main" id="{9B924AE8-1C43-4723-9369-F0167AFF0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3144"/>
                <a:ext cx="75" cy="256"/>
              </a:xfrm>
              <a:custGeom>
                <a:avLst/>
                <a:gdLst>
                  <a:gd name="T0" fmla="*/ 313 w 30"/>
                  <a:gd name="T1" fmla="*/ 0 h 96"/>
                  <a:gd name="T2" fmla="*/ 395 w 30"/>
                  <a:gd name="T3" fmla="*/ 1003 h 96"/>
                  <a:gd name="T4" fmla="*/ 313 w 30"/>
                  <a:gd name="T5" fmla="*/ 1331 h 96"/>
                  <a:gd name="T6" fmla="*/ 363 w 30"/>
                  <a:gd name="T7" fmla="*/ 1821 h 96"/>
                  <a:gd name="T8" fmla="*/ 0 w 30"/>
                  <a:gd name="T9" fmla="*/ 1613 h 96"/>
                  <a:gd name="T10" fmla="*/ 158 w 30"/>
                  <a:gd name="T11" fmla="*/ 1195 h 96"/>
                  <a:gd name="T12" fmla="*/ 313 w 30"/>
                  <a:gd name="T13" fmla="*/ 819 h 96"/>
                  <a:gd name="T14" fmla="*/ 313 w 30"/>
                  <a:gd name="T15" fmla="*/ 205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96">
                    <a:moveTo>
                      <a:pt x="20" y="0"/>
                    </a:moveTo>
                    <a:cubicBezTo>
                      <a:pt x="24" y="17"/>
                      <a:pt x="30" y="36"/>
                      <a:pt x="25" y="53"/>
                    </a:cubicBezTo>
                    <a:cubicBezTo>
                      <a:pt x="23" y="59"/>
                      <a:pt x="21" y="64"/>
                      <a:pt x="20" y="70"/>
                    </a:cubicBezTo>
                    <a:cubicBezTo>
                      <a:pt x="19" y="77"/>
                      <a:pt x="20" y="81"/>
                      <a:pt x="23" y="96"/>
                    </a:cubicBezTo>
                    <a:cubicBezTo>
                      <a:pt x="21" y="88"/>
                      <a:pt x="7" y="83"/>
                      <a:pt x="0" y="85"/>
                    </a:cubicBezTo>
                    <a:cubicBezTo>
                      <a:pt x="9" y="82"/>
                      <a:pt x="17" y="71"/>
                      <a:pt x="10" y="63"/>
                    </a:cubicBezTo>
                    <a:cubicBezTo>
                      <a:pt x="19" y="62"/>
                      <a:pt x="19" y="49"/>
                      <a:pt x="20" y="43"/>
                    </a:cubicBezTo>
                    <a:cubicBezTo>
                      <a:pt x="23" y="32"/>
                      <a:pt x="20" y="20"/>
                      <a:pt x="20" y="11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16" name="Freeform 303">
                <a:extLst>
                  <a:ext uri="{FF2B5EF4-FFF2-40B4-BE49-F238E27FC236}">
                    <a16:creationId xmlns:a16="http://schemas.microsoft.com/office/drawing/2014/main" id="{DBCD1408-997A-4C6F-9843-1F6B1761F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72"/>
                <a:ext cx="120" cy="69"/>
              </a:xfrm>
              <a:custGeom>
                <a:avLst/>
                <a:gdLst>
                  <a:gd name="T0" fmla="*/ 145 w 48"/>
                  <a:gd name="T1" fmla="*/ 0 h 26"/>
                  <a:gd name="T2" fmla="*/ 0 w 48"/>
                  <a:gd name="T3" fmla="*/ 93 h 26"/>
                  <a:gd name="T4" fmla="*/ 188 w 48"/>
                  <a:gd name="T5" fmla="*/ 464 h 26"/>
                  <a:gd name="T6" fmla="*/ 458 w 48"/>
                  <a:gd name="T7" fmla="*/ 409 h 26"/>
                  <a:gd name="T8" fmla="*/ 675 w 48"/>
                  <a:gd name="T9" fmla="*/ 337 h 26"/>
                  <a:gd name="T10" fmla="*/ 95 w 48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6">
                    <a:moveTo>
                      <a:pt x="9" y="0"/>
                    </a:moveTo>
                    <a:cubicBezTo>
                      <a:pt x="5" y="0"/>
                      <a:pt x="1" y="2"/>
                      <a:pt x="0" y="5"/>
                    </a:cubicBezTo>
                    <a:cubicBezTo>
                      <a:pt x="12" y="1"/>
                      <a:pt x="10" y="19"/>
                      <a:pt x="12" y="25"/>
                    </a:cubicBezTo>
                    <a:cubicBezTo>
                      <a:pt x="12" y="17"/>
                      <a:pt x="24" y="21"/>
                      <a:pt x="29" y="22"/>
                    </a:cubicBezTo>
                    <a:cubicBezTo>
                      <a:pt x="32" y="23"/>
                      <a:pt x="48" y="26"/>
                      <a:pt x="43" y="18"/>
                    </a:cubicBezTo>
                    <a:cubicBezTo>
                      <a:pt x="28" y="23"/>
                      <a:pt x="18" y="2"/>
                      <a:pt x="6" y="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17" name="Freeform 304">
                <a:extLst>
                  <a:ext uri="{FF2B5EF4-FFF2-40B4-BE49-F238E27FC236}">
                    <a16:creationId xmlns:a16="http://schemas.microsoft.com/office/drawing/2014/main" id="{B6EBAD2A-6169-4DEB-94AF-EE94E313E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000"/>
                <a:ext cx="268" cy="136"/>
              </a:xfrm>
              <a:custGeom>
                <a:avLst/>
                <a:gdLst>
                  <a:gd name="T0" fmla="*/ 0 w 107"/>
                  <a:gd name="T1" fmla="*/ 909 h 51"/>
                  <a:gd name="T2" fmla="*/ 301 w 107"/>
                  <a:gd name="T3" fmla="*/ 931 h 51"/>
                  <a:gd name="T4" fmla="*/ 458 w 107"/>
                  <a:gd name="T5" fmla="*/ 661 h 51"/>
                  <a:gd name="T6" fmla="*/ 564 w 107"/>
                  <a:gd name="T7" fmla="*/ 683 h 51"/>
                  <a:gd name="T8" fmla="*/ 646 w 107"/>
                  <a:gd name="T9" fmla="*/ 589 h 51"/>
                  <a:gd name="T10" fmla="*/ 1242 w 107"/>
                  <a:gd name="T11" fmla="*/ 760 h 51"/>
                  <a:gd name="T12" fmla="*/ 1255 w 107"/>
                  <a:gd name="T13" fmla="*/ 533 h 51"/>
                  <a:gd name="T14" fmla="*/ 1443 w 107"/>
                  <a:gd name="T15" fmla="*/ 285 h 51"/>
                  <a:gd name="T16" fmla="*/ 1663 w 107"/>
                  <a:gd name="T17" fmla="*/ 171 h 51"/>
                  <a:gd name="T18" fmla="*/ 1631 w 107"/>
                  <a:gd name="T19" fmla="*/ 0 h 51"/>
                  <a:gd name="T20" fmla="*/ 1380 w 107"/>
                  <a:gd name="T21" fmla="*/ 136 h 51"/>
                  <a:gd name="T22" fmla="*/ 1242 w 107"/>
                  <a:gd name="T23" fmla="*/ 205 h 51"/>
                  <a:gd name="T24" fmla="*/ 784 w 107"/>
                  <a:gd name="T25" fmla="*/ 397 h 51"/>
                  <a:gd name="T26" fmla="*/ 584 w 107"/>
                  <a:gd name="T27" fmla="*/ 419 h 51"/>
                  <a:gd name="T28" fmla="*/ 471 w 107"/>
                  <a:gd name="T29" fmla="*/ 533 h 51"/>
                  <a:gd name="T30" fmla="*/ 313 w 107"/>
                  <a:gd name="T31" fmla="*/ 589 h 51"/>
                  <a:gd name="T32" fmla="*/ 145 w 107"/>
                  <a:gd name="T33" fmla="*/ 739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7" h="51">
                    <a:moveTo>
                      <a:pt x="0" y="48"/>
                    </a:moveTo>
                    <a:cubicBezTo>
                      <a:pt x="7" y="51"/>
                      <a:pt x="13" y="41"/>
                      <a:pt x="19" y="49"/>
                    </a:cubicBezTo>
                    <a:cubicBezTo>
                      <a:pt x="19" y="43"/>
                      <a:pt x="21" y="36"/>
                      <a:pt x="29" y="35"/>
                    </a:cubicBezTo>
                    <a:cubicBezTo>
                      <a:pt x="31" y="34"/>
                      <a:pt x="35" y="37"/>
                      <a:pt x="36" y="36"/>
                    </a:cubicBezTo>
                    <a:cubicBezTo>
                      <a:pt x="39" y="36"/>
                      <a:pt x="38" y="34"/>
                      <a:pt x="41" y="31"/>
                    </a:cubicBezTo>
                    <a:cubicBezTo>
                      <a:pt x="55" y="21"/>
                      <a:pt x="71" y="29"/>
                      <a:pt x="79" y="40"/>
                    </a:cubicBezTo>
                    <a:cubicBezTo>
                      <a:pt x="80" y="36"/>
                      <a:pt x="79" y="32"/>
                      <a:pt x="80" y="28"/>
                    </a:cubicBezTo>
                    <a:cubicBezTo>
                      <a:pt x="82" y="22"/>
                      <a:pt x="87" y="19"/>
                      <a:pt x="92" y="15"/>
                    </a:cubicBezTo>
                    <a:cubicBezTo>
                      <a:pt x="95" y="13"/>
                      <a:pt x="104" y="10"/>
                      <a:pt x="106" y="9"/>
                    </a:cubicBezTo>
                    <a:cubicBezTo>
                      <a:pt x="107" y="7"/>
                      <a:pt x="104" y="2"/>
                      <a:pt x="104" y="0"/>
                    </a:cubicBezTo>
                    <a:cubicBezTo>
                      <a:pt x="99" y="3"/>
                      <a:pt x="94" y="6"/>
                      <a:pt x="88" y="7"/>
                    </a:cubicBezTo>
                    <a:cubicBezTo>
                      <a:pt x="83" y="9"/>
                      <a:pt x="84" y="7"/>
                      <a:pt x="79" y="11"/>
                    </a:cubicBezTo>
                    <a:cubicBezTo>
                      <a:pt x="70" y="18"/>
                      <a:pt x="63" y="21"/>
                      <a:pt x="50" y="21"/>
                    </a:cubicBezTo>
                    <a:cubicBezTo>
                      <a:pt x="46" y="21"/>
                      <a:pt x="41" y="21"/>
                      <a:pt x="37" y="22"/>
                    </a:cubicBezTo>
                    <a:cubicBezTo>
                      <a:pt x="34" y="23"/>
                      <a:pt x="33" y="26"/>
                      <a:pt x="30" y="28"/>
                    </a:cubicBezTo>
                    <a:cubicBezTo>
                      <a:pt x="26" y="30"/>
                      <a:pt x="24" y="29"/>
                      <a:pt x="20" y="31"/>
                    </a:cubicBezTo>
                    <a:cubicBezTo>
                      <a:pt x="16" y="35"/>
                      <a:pt x="15" y="37"/>
                      <a:pt x="9" y="39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18" name="Freeform 305">
                <a:extLst>
                  <a:ext uri="{FF2B5EF4-FFF2-40B4-BE49-F238E27FC236}">
                    <a16:creationId xmlns:a16="http://schemas.microsoft.com/office/drawing/2014/main" id="{772861D5-A88D-453A-AD55-309CD17AD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917"/>
                <a:ext cx="110" cy="104"/>
              </a:xfrm>
              <a:custGeom>
                <a:avLst/>
                <a:gdLst>
                  <a:gd name="T0" fmla="*/ 113 w 44"/>
                  <a:gd name="T1" fmla="*/ 739 h 39"/>
                  <a:gd name="T2" fmla="*/ 470 w 44"/>
                  <a:gd name="T3" fmla="*/ 363 h 39"/>
                  <a:gd name="T4" fmla="*/ 563 w 44"/>
                  <a:gd name="T5" fmla="*/ 149 h 39"/>
                  <a:gd name="T6" fmla="*/ 645 w 44"/>
                  <a:gd name="T7" fmla="*/ 0 h 39"/>
                  <a:gd name="T8" fmla="*/ 300 w 44"/>
                  <a:gd name="T9" fmla="*/ 264 h 39"/>
                  <a:gd name="T10" fmla="*/ 0 w 44"/>
                  <a:gd name="T11" fmla="*/ 648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9">
                    <a:moveTo>
                      <a:pt x="7" y="39"/>
                    </a:moveTo>
                    <a:cubicBezTo>
                      <a:pt x="7" y="32"/>
                      <a:pt x="22" y="14"/>
                      <a:pt x="30" y="19"/>
                    </a:cubicBezTo>
                    <a:cubicBezTo>
                      <a:pt x="33" y="15"/>
                      <a:pt x="32" y="12"/>
                      <a:pt x="36" y="8"/>
                    </a:cubicBezTo>
                    <a:cubicBezTo>
                      <a:pt x="39" y="6"/>
                      <a:pt x="44" y="4"/>
                      <a:pt x="41" y="0"/>
                    </a:cubicBezTo>
                    <a:cubicBezTo>
                      <a:pt x="34" y="3"/>
                      <a:pt x="25" y="10"/>
                      <a:pt x="19" y="14"/>
                    </a:cubicBezTo>
                    <a:cubicBezTo>
                      <a:pt x="11" y="20"/>
                      <a:pt x="8" y="28"/>
                      <a:pt x="0" y="34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19" name="Freeform 306">
                <a:extLst>
                  <a:ext uri="{FF2B5EF4-FFF2-40B4-BE49-F238E27FC236}">
                    <a16:creationId xmlns:a16="http://schemas.microsoft.com/office/drawing/2014/main" id="{5E5BFB8A-1D88-424B-8C15-539A3AE4B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931"/>
                <a:ext cx="43" cy="69"/>
              </a:xfrm>
              <a:custGeom>
                <a:avLst/>
                <a:gdLst>
                  <a:gd name="T0" fmla="*/ 255 w 17"/>
                  <a:gd name="T1" fmla="*/ 0 h 26"/>
                  <a:gd name="T2" fmla="*/ 0 w 17"/>
                  <a:gd name="T3" fmla="*/ 486 h 26"/>
                  <a:gd name="T4" fmla="*/ 225 w 17"/>
                  <a:gd name="T5" fmla="*/ 3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16" y="0"/>
                    </a:moveTo>
                    <a:cubicBezTo>
                      <a:pt x="17" y="13"/>
                      <a:pt x="12" y="19"/>
                      <a:pt x="0" y="26"/>
                    </a:cubicBezTo>
                    <a:cubicBezTo>
                      <a:pt x="6" y="21"/>
                      <a:pt x="13" y="8"/>
                      <a:pt x="14" y="2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20" name="Freeform 307">
                <a:extLst>
                  <a:ext uri="{FF2B5EF4-FFF2-40B4-BE49-F238E27FC236}">
                    <a16:creationId xmlns:a16="http://schemas.microsoft.com/office/drawing/2014/main" id="{B2DC60DA-6A55-4E51-8274-E99F04016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976"/>
                <a:ext cx="63" cy="69"/>
              </a:xfrm>
              <a:custGeom>
                <a:avLst/>
                <a:gdLst>
                  <a:gd name="T0" fmla="*/ 318 w 25"/>
                  <a:gd name="T1" fmla="*/ 0 h 26"/>
                  <a:gd name="T2" fmla="*/ 179 w 25"/>
                  <a:gd name="T3" fmla="*/ 395 h 26"/>
                  <a:gd name="T4" fmla="*/ 50 w 25"/>
                  <a:gd name="T5" fmla="*/ 281 h 26"/>
                  <a:gd name="T6" fmla="*/ 318 w 25"/>
                  <a:gd name="T7" fmla="*/ 11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6">
                    <a:moveTo>
                      <a:pt x="20" y="0"/>
                    </a:moveTo>
                    <a:cubicBezTo>
                      <a:pt x="25" y="10"/>
                      <a:pt x="22" y="17"/>
                      <a:pt x="11" y="21"/>
                    </a:cubicBezTo>
                    <a:cubicBezTo>
                      <a:pt x="0" y="26"/>
                      <a:pt x="4" y="22"/>
                      <a:pt x="3" y="15"/>
                    </a:cubicBezTo>
                    <a:cubicBezTo>
                      <a:pt x="8" y="24"/>
                      <a:pt x="18" y="10"/>
                      <a:pt x="20" y="6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21" name="Freeform 308">
                <a:extLst>
                  <a:ext uri="{FF2B5EF4-FFF2-40B4-BE49-F238E27FC236}">
                    <a16:creationId xmlns:a16="http://schemas.microsoft.com/office/drawing/2014/main" id="{DD4C2620-2B18-437C-9A92-45704141A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3005"/>
                <a:ext cx="32" cy="51"/>
              </a:xfrm>
              <a:custGeom>
                <a:avLst/>
                <a:gdLst>
                  <a:gd name="T0" fmla="*/ 0 w 13"/>
                  <a:gd name="T1" fmla="*/ 231 h 19"/>
                  <a:gd name="T2" fmla="*/ 194 w 13"/>
                  <a:gd name="T3" fmla="*/ 0 h 19"/>
                  <a:gd name="T4" fmla="*/ 30 w 13"/>
                  <a:gd name="T5" fmla="*/ 19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12"/>
                    </a:moveTo>
                    <a:cubicBezTo>
                      <a:pt x="5" y="19"/>
                      <a:pt x="13" y="4"/>
                      <a:pt x="13" y="0"/>
                    </a:cubicBezTo>
                    <a:cubicBezTo>
                      <a:pt x="11" y="4"/>
                      <a:pt x="7" y="8"/>
                      <a:pt x="2" y="1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22" name="Freeform 309">
                <a:extLst>
                  <a:ext uri="{FF2B5EF4-FFF2-40B4-BE49-F238E27FC236}">
                    <a16:creationId xmlns:a16="http://schemas.microsoft.com/office/drawing/2014/main" id="{35D5216C-AB60-458C-8A25-8D7A3EC4E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3011"/>
                <a:ext cx="33" cy="58"/>
              </a:xfrm>
              <a:custGeom>
                <a:avLst/>
                <a:gdLst>
                  <a:gd name="T0" fmla="*/ 0 w 13"/>
                  <a:gd name="T1" fmla="*/ 327 h 22"/>
                  <a:gd name="T2" fmla="*/ 160 w 13"/>
                  <a:gd name="T3" fmla="*/ 0 h 22"/>
                  <a:gd name="T4" fmla="*/ 63 w 13"/>
                  <a:gd name="T5" fmla="*/ 29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0" y="18"/>
                    </a:moveTo>
                    <a:cubicBezTo>
                      <a:pt x="10" y="22"/>
                      <a:pt x="13" y="6"/>
                      <a:pt x="10" y="0"/>
                    </a:cubicBezTo>
                    <a:cubicBezTo>
                      <a:pt x="11" y="6"/>
                      <a:pt x="9" y="12"/>
                      <a:pt x="4" y="16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23" name="Freeform 310">
                <a:extLst>
                  <a:ext uri="{FF2B5EF4-FFF2-40B4-BE49-F238E27FC236}">
                    <a16:creationId xmlns:a16="http://schemas.microsoft.com/office/drawing/2014/main" id="{BF1E9F06-D507-4F69-9DC2-690A6D634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928"/>
                <a:ext cx="20" cy="24"/>
              </a:xfrm>
              <a:custGeom>
                <a:avLst/>
                <a:gdLst>
                  <a:gd name="T0" fmla="*/ 0 w 8"/>
                  <a:gd name="T1" fmla="*/ 77 h 9"/>
                  <a:gd name="T2" fmla="*/ 125 w 8"/>
                  <a:gd name="T3" fmla="*/ 0 h 9"/>
                  <a:gd name="T4" fmla="*/ 33 w 8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4"/>
                    </a:moveTo>
                    <a:cubicBezTo>
                      <a:pt x="4" y="9"/>
                      <a:pt x="7" y="3"/>
                      <a:pt x="8" y="0"/>
                    </a:cubicBezTo>
                    <a:cubicBezTo>
                      <a:pt x="7" y="1"/>
                      <a:pt x="5" y="3"/>
                      <a:pt x="2" y="3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24" name="Freeform 311">
                <a:extLst>
                  <a:ext uri="{FF2B5EF4-FFF2-40B4-BE49-F238E27FC236}">
                    <a16:creationId xmlns:a16="http://schemas.microsoft.com/office/drawing/2014/main" id="{EBAEFB15-657D-41CE-A299-2CF7570BD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888"/>
                <a:ext cx="32" cy="35"/>
              </a:xfrm>
              <a:custGeom>
                <a:avLst/>
                <a:gdLst>
                  <a:gd name="T0" fmla="*/ 0 w 13"/>
                  <a:gd name="T1" fmla="*/ 253 h 13"/>
                  <a:gd name="T2" fmla="*/ 194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0" y="13"/>
                    </a:moveTo>
                    <a:cubicBezTo>
                      <a:pt x="8" y="12"/>
                      <a:pt x="9" y="3"/>
                      <a:pt x="13" y="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25" name="Freeform 312">
                <a:extLst>
                  <a:ext uri="{FF2B5EF4-FFF2-40B4-BE49-F238E27FC236}">
                    <a16:creationId xmlns:a16="http://schemas.microsoft.com/office/drawing/2014/main" id="{52380477-4742-45DC-8922-05F3A05AA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3320"/>
                <a:ext cx="85" cy="37"/>
              </a:xfrm>
              <a:custGeom>
                <a:avLst/>
                <a:gdLst>
                  <a:gd name="T0" fmla="*/ 283 w 34"/>
                  <a:gd name="T1" fmla="*/ 0 h 14"/>
                  <a:gd name="T2" fmla="*/ 0 w 34"/>
                  <a:gd name="T3" fmla="*/ 259 h 14"/>
                  <a:gd name="T4" fmla="*/ 533 w 34"/>
                  <a:gd name="T5" fmla="*/ 0 h 14"/>
                  <a:gd name="T6" fmla="*/ 313 w 34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4">
                    <a:moveTo>
                      <a:pt x="18" y="0"/>
                    </a:moveTo>
                    <a:cubicBezTo>
                      <a:pt x="13" y="6"/>
                      <a:pt x="5" y="8"/>
                      <a:pt x="0" y="14"/>
                    </a:cubicBezTo>
                    <a:cubicBezTo>
                      <a:pt x="8" y="13"/>
                      <a:pt x="32" y="8"/>
                      <a:pt x="34" y="0"/>
                    </a:cubicBezTo>
                    <a:cubicBezTo>
                      <a:pt x="31" y="2"/>
                      <a:pt x="20" y="6"/>
                      <a:pt x="20" y="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26" name="Freeform 313">
                <a:extLst>
                  <a:ext uri="{FF2B5EF4-FFF2-40B4-BE49-F238E27FC236}">
                    <a16:creationId xmlns:a16="http://schemas.microsoft.com/office/drawing/2014/main" id="{A3244EE4-4D8A-461E-A3D4-CAF7D9548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3253"/>
                <a:ext cx="198" cy="83"/>
              </a:xfrm>
              <a:custGeom>
                <a:avLst/>
                <a:gdLst>
                  <a:gd name="T0" fmla="*/ 188 w 79"/>
                  <a:gd name="T1" fmla="*/ 367 h 31"/>
                  <a:gd name="T2" fmla="*/ 0 w 79"/>
                  <a:gd name="T3" fmla="*/ 594 h 31"/>
                  <a:gd name="T4" fmla="*/ 221 w 79"/>
                  <a:gd name="T5" fmla="*/ 517 h 31"/>
                  <a:gd name="T6" fmla="*/ 426 w 79"/>
                  <a:gd name="T7" fmla="*/ 402 h 31"/>
                  <a:gd name="T8" fmla="*/ 521 w 79"/>
                  <a:gd name="T9" fmla="*/ 479 h 31"/>
                  <a:gd name="T10" fmla="*/ 754 w 79"/>
                  <a:gd name="T11" fmla="*/ 308 h 31"/>
                  <a:gd name="T12" fmla="*/ 1243 w 79"/>
                  <a:gd name="T13" fmla="*/ 56 h 31"/>
                  <a:gd name="T14" fmla="*/ 993 w 79"/>
                  <a:gd name="T15" fmla="*/ 0 h 31"/>
                  <a:gd name="T16" fmla="*/ 629 w 79"/>
                  <a:gd name="T17" fmla="*/ 209 h 31"/>
                  <a:gd name="T18" fmla="*/ 221 w 79"/>
                  <a:gd name="T19" fmla="*/ 308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31">
                    <a:moveTo>
                      <a:pt x="12" y="19"/>
                    </a:moveTo>
                    <a:cubicBezTo>
                      <a:pt x="9" y="24"/>
                      <a:pt x="6" y="28"/>
                      <a:pt x="0" y="31"/>
                    </a:cubicBezTo>
                    <a:cubicBezTo>
                      <a:pt x="5" y="30"/>
                      <a:pt x="9" y="29"/>
                      <a:pt x="14" y="27"/>
                    </a:cubicBezTo>
                    <a:cubicBezTo>
                      <a:pt x="18" y="26"/>
                      <a:pt x="23" y="21"/>
                      <a:pt x="27" y="21"/>
                    </a:cubicBezTo>
                    <a:cubicBezTo>
                      <a:pt x="20" y="26"/>
                      <a:pt x="27" y="27"/>
                      <a:pt x="33" y="25"/>
                    </a:cubicBezTo>
                    <a:cubicBezTo>
                      <a:pt x="39" y="23"/>
                      <a:pt x="42" y="18"/>
                      <a:pt x="48" y="16"/>
                    </a:cubicBezTo>
                    <a:cubicBezTo>
                      <a:pt x="56" y="12"/>
                      <a:pt x="78" y="18"/>
                      <a:pt x="79" y="3"/>
                    </a:cubicBezTo>
                    <a:cubicBezTo>
                      <a:pt x="73" y="10"/>
                      <a:pt x="62" y="10"/>
                      <a:pt x="63" y="0"/>
                    </a:cubicBezTo>
                    <a:cubicBezTo>
                      <a:pt x="60" y="5"/>
                      <a:pt x="46" y="17"/>
                      <a:pt x="40" y="11"/>
                    </a:cubicBezTo>
                    <a:cubicBezTo>
                      <a:pt x="33" y="20"/>
                      <a:pt x="23" y="18"/>
                      <a:pt x="14" y="16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27" name="Freeform 314">
                <a:extLst>
                  <a:ext uri="{FF2B5EF4-FFF2-40B4-BE49-F238E27FC236}">
                    <a16:creationId xmlns:a16="http://schemas.microsoft.com/office/drawing/2014/main" id="{7CBAF95B-3942-4094-A8AA-E86A2F282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3181"/>
                <a:ext cx="142" cy="94"/>
              </a:xfrm>
              <a:custGeom>
                <a:avLst/>
                <a:gdLst>
                  <a:gd name="T0" fmla="*/ 0 w 57"/>
                  <a:gd name="T1" fmla="*/ 677 h 35"/>
                  <a:gd name="T2" fmla="*/ 311 w 57"/>
                  <a:gd name="T3" fmla="*/ 505 h 35"/>
                  <a:gd name="T4" fmla="*/ 541 w 57"/>
                  <a:gd name="T5" fmla="*/ 424 h 35"/>
                  <a:gd name="T6" fmla="*/ 882 w 57"/>
                  <a:gd name="T7" fmla="*/ 0 h 35"/>
                  <a:gd name="T8" fmla="*/ 757 w 57"/>
                  <a:gd name="T9" fmla="*/ 115 h 35"/>
                  <a:gd name="T10" fmla="*/ 478 w 57"/>
                  <a:gd name="T11" fmla="*/ 346 h 35"/>
                  <a:gd name="T12" fmla="*/ 446 w 57"/>
                  <a:gd name="T13" fmla="*/ 333 h 35"/>
                  <a:gd name="T14" fmla="*/ 416 w 57"/>
                  <a:gd name="T15" fmla="*/ 389 h 35"/>
                  <a:gd name="T16" fmla="*/ 154 w 57"/>
                  <a:gd name="T17" fmla="*/ 561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35">
                    <a:moveTo>
                      <a:pt x="0" y="35"/>
                    </a:moveTo>
                    <a:cubicBezTo>
                      <a:pt x="7" y="32"/>
                      <a:pt x="12" y="28"/>
                      <a:pt x="20" y="26"/>
                    </a:cubicBezTo>
                    <a:cubicBezTo>
                      <a:pt x="25" y="25"/>
                      <a:pt x="29" y="24"/>
                      <a:pt x="35" y="22"/>
                    </a:cubicBezTo>
                    <a:cubicBezTo>
                      <a:pt x="46" y="18"/>
                      <a:pt x="54" y="12"/>
                      <a:pt x="57" y="0"/>
                    </a:cubicBezTo>
                    <a:cubicBezTo>
                      <a:pt x="55" y="2"/>
                      <a:pt x="52" y="6"/>
                      <a:pt x="49" y="6"/>
                    </a:cubicBezTo>
                    <a:cubicBezTo>
                      <a:pt x="44" y="12"/>
                      <a:pt x="38" y="15"/>
                      <a:pt x="31" y="18"/>
                    </a:cubicBezTo>
                    <a:cubicBezTo>
                      <a:pt x="30" y="18"/>
                      <a:pt x="30" y="17"/>
                      <a:pt x="29" y="17"/>
                    </a:cubicBezTo>
                    <a:cubicBezTo>
                      <a:pt x="28" y="18"/>
                      <a:pt x="28" y="19"/>
                      <a:pt x="27" y="20"/>
                    </a:cubicBezTo>
                    <a:cubicBezTo>
                      <a:pt x="21" y="23"/>
                      <a:pt x="17" y="27"/>
                      <a:pt x="10" y="29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28" name="Freeform 315">
                <a:extLst>
                  <a:ext uri="{FF2B5EF4-FFF2-40B4-BE49-F238E27FC236}">
                    <a16:creationId xmlns:a16="http://schemas.microsoft.com/office/drawing/2014/main" id="{8F693B3A-DCCE-40A4-82EF-4D63305F9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3213"/>
                <a:ext cx="70" cy="62"/>
              </a:xfrm>
              <a:custGeom>
                <a:avLst/>
                <a:gdLst>
                  <a:gd name="T0" fmla="*/ 0 w 28"/>
                  <a:gd name="T1" fmla="*/ 429 h 23"/>
                  <a:gd name="T2" fmla="*/ 438 w 28"/>
                  <a:gd name="T3" fmla="*/ 175 h 23"/>
                  <a:gd name="T4" fmla="*/ 238 w 28"/>
                  <a:gd name="T5" fmla="*/ 0 h 23"/>
                  <a:gd name="T6" fmla="*/ 50 w 28"/>
                  <a:gd name="T7" fmla="*/ 36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3">
                    <a:moveTo>
                      <a:pt x="0" y="22"/>
                    </a:moveTo>
                    <a:cubicBezTo>
                      <a:pt x="9" y="23"/>
                      <a:pt x="24" y="16"/>
                      <a:pt x="28" y="9"/>
                    </a:cubicBezTo>
                    <a:cubicBezTo>
                      <a:pt x="21" y="13"/>
                      <a:pt x="15" y="7"/>
                      <a:pt x="15" y="0"/>
                    </a:cubicBezTo>
                    <a:cubicBezTo>
                      <a:pt x="12" y="7"/>
                      <a:pt x="11" y="15"/>
                      <a:pt x="3" y="19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29" name="Freeform 316">
                <a:extLst>
                  <a:ext uri="{FF2B5EF4-FFF2-40B4-BE49-F238E27FC236}">
                    <a16:creationId xmlns:a16="http://schemas.microsoft.com/office/drawing/2014/main" id="{7985AD52-E270-4436-8359-3C8760AE8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3096"/>
                <a:ext cx="80" cy="104"/>
              </a:xfrm>
              <a:custGeom>
                <a:avLst/>
                <a:gdLst>
                  <a:gd name="T0" fmla="*/ 20 w 32"/>
                  <a:gd name="T1" fmla="*/ 739 h 39"/>
                  <a:gd name="T2" fmla="*/ 238 w 32"/>
                  <a:gd name="T3" fmla="*/ 376 h 39"/>
                  <a:gd name="T4" fmla="*/ 500 w 32"/>
                  <a:gd name="T5" fmla="*/ 0 h 39"/>
                  <a:gd name="T6" fmla="*/ 313 w 32"/>
                  <a:gd name="T7" fmla="*/ 35 h 39"/>
                  <a:gd name="T8" fmla="*/ 175 w 32"/>
                  <a:gd name="T9" fmla="*/ 341 h 39"/>
                  <a:gd name="T10" fmla="*/ 0 w 32"/>
                  <a:gd name="T11" fmla="*/ 683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9">
                    <a:moveTo>
                      <a:pt x="1" y="39"/>
                    </a:moveTo>
                    <a:cubicBezTo>
                      <a:pt x="7" y="34"/>
                      <a:pt x="9" y="26"/>
                      <a:pt x="15" y="20"/>
                    </a:cubicBezTo>
                    <a:cubicBezTo>
                      <a:pt x="21" y="16"/>
                      <a:pt x="32" y="8"/>
                      <a:pt x="32" y="0"/>
                    </a:cubicBezTo>
                    <a:cubicBezTo>
                      <a:pt x="28" y="5"/>
                      <a:pt x="23" y="9"/>
                      <a:pt x="20" y="2"/>
                    </a:cubicBezTo>
                    <a:cubicBezTo>
                      <a:pt x="18" y="8"/>
                      <a:pt x="14" y="12"/>
                      <a:pt x="11" y="18"/>
                    </a:cubicBezTo>
                    <a:cubicBezTo>
                      <a:pt x="7" y="23"/>
                      <a:pt x="6" y="31"/>
                      <a:pt x="0" y="36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30" name="Freeform 317">
                <a:extLst>
                  <a:ext uri="{FF2B5EF4-FFF2-40B4-BE49-F238E27FC236}">
                    <a16:creationId xmlns:a16="http://schemas.microsoft.com/office/drawing/2014/main" id="{CDCAC7F3-E550-4FC9-A513-4F7B0F7DC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3291"/>
                <a:ext cx="132" cy="42"/>
              </a:xfrm>
              <a:custGeom>
                <a:avLst/>
                <a:gdLst>
                  <a:gd name="T0" fmla="*/ 0 w 53"/>
                  <a:gd name="T1" fmla="*/ 34 h 16"/>
                  <a:gd name="T2" fmla="*/ 466 w 53"/>
                  <a:gd name="T3" fmla="*/ 268 h 16"/>
                  <a:gd name="T4" fmla="*/ 819 w 53"/>
                  <a:gd name="T5" fmla="*/ 0 h 16"/>
                  <a:gd name="T6" fmla="*/ 478 w 53"/>
                  <a:gd name="T7" fmla="*/ 179 h 16"/>
                  <a:gd name="T8" fmla="*/ 92 w 53"/>
                  <a:gd name="T9" fmla="*/ 3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6">
                    <a:moveTo>
                      <a:pt x="0" y="2"/>
                    </a:moveTo>
                    <a:cubicBezTo>
                      <a:pt x="6" y="9"/>
                      <a:pt x="20" y="15"/>
                      <a:pt x="30" y="15"/>
                    </a:cubicBezTo>
                    <a:cubicBezTo>
                      <a:pt x="40" y="16"/>
                      <a:pt x="52" y="11"/>
                      <a:pt x="53" y="0"/>
                    </a:cubicBezTo>
                    <a:cubicBezTo>
                      <a:pt x="46" y="6"/>
                      <a:pt x="42" y="12"/>
                      <a:pt x="31" y="10"/>
                    </a:cubicBezTo>
                    <a:cubicBezTo>
                      <a:pt x="23" y="9"/>
                      <a:pt x="13" y="0"/>
                      <a:pt x="6" y="2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31" name="Freeform 318">
                <a:extLst>
                  <a:ext uri="{FF2B5EF4-FFF2-40B4-BE49-F238E27FC236}">
                    <a16:creationId xmlns:a16="http://schemas.microsoft.com/office/drawing/2014/main" id="{28BE24EE-8E89-4CB0-B4F3-4FFEBFA77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3317"/>
                <a:ext cx="58" cy="32"/>
              </a:xfrm>
              <a:custGeom>
                <a:avLst/>
                <a:gdLst>
                  <a:gd name="T0" fmla="*/ 0 w 23"/>
                  <a:gd name="T1" fmla="*/ 77 h 12"/>
                  <a:gd name="T2" fmla="*/ 368 w 23"/>
                  <a:gd name="T3" fmla="*/ 136 h 12"/>
                  <a:gd name="T4" fmla="*/ 146 w 23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2">
                    <a:moveTo>
                      <a:pt x="0" y="4"/>
                    </a:moveTo>
                    <a:cubicBezTo>
                      <a:pt x="8" y="9"/>
                      <a:pt x="14" y="12"/>
                      <a:pt x="23" y="7"/>
                    </a:cubicBezTo>
                    <a:cubicBezTo>
                      <a:pt x="18" y="9"/>
                      <a:pt x="7" y="5"/>
                      <a:pt x="9" y="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32" name="Freeform 319">
                <a:extLst>
                  <a:ext uri="{FF2B5EF4-FFF2-40B4-BE49-F238E27FC236}">
                    <a16:creationId xmlns:a16="http://schemas.microsoft.com/office/drawing/2014/main" id="{39B6EAB1-F947-4BEE-8DCF-7B76A9C42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3328"/>
                <a:ext cx="50" cy="29"/>
              </a:xfrm>
              <a:custGeom>
                <a:avLst/>
                <a:gdLst>
                  <a:gd name="T0" fmla="*/ 0 w 20"/>
                  <a:gd name="T1" fmla="*/ 111 h 11"/>
                  <a:gd name="T2" fmla="*/ 313 w 20"/>
                  <a:gd name="T3" fmla="*/ 0 h 11"/>
                  <a:gd name="T4" fmla="*/ 95 w 20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1">
                    <a:moveTo>
                      <a:pt x="0" y="6"/>
                    </a:moveTo>
                    <a:cubicBezTo>
                      <a:pt x="5" y="11"/>
                      <a:pt x="16" y="5"/>
                      <a:pt x="20" y="0"/>
                    </a:cubicBezTo>
                    <a:cubicBezTo>
                      <a:pt x="16" y="5"/>
                      <a:pt x="8" y="8"/>
                      <a:pt x="6" y="1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33" name="Freeform 320">
                <a:extLst>
                  <a:ext uri="{FF2B5EF4-FFF2-40B4-BE49-F238E27FC236}">
                    <a16:creationId xmlns:a16="http://schemas.microsoft.com/office/drawing/2014/main" id="{DA6C817F-5AC6-42A5-AA40-7F9343F07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3339"/>
                <a:ext cx="53" cy="26"/>
              </a:xfrm>
              <a:custGeom>
                <a:avLst/>
                <a:gdLst>
                  <a:gd name="T0" fmla="*/ 0 w 21"/>
                  <a:gd name="T1" fmla="*/ 68 h 10"/>
                  <a:gd name="T2" fmla="*/ 338 w 21"/>
                  <a:gd name="T3" fmla="*/ 68 h 10"/>
                  <a:gd name="T4" fmla="*/ 179 w 2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0">
                    <a:moveTo>
                      <a:pt x="0" y="4"/>
                    </a:moveTo>
                    <a:cubicBezTo>
                      <a:pt x="5" y="10"/>
                      <a:pt x="15" y="5"/>
                      <a:pt x="21" y="4"/>
                    </a:cubicBezTo>
                    <a:cubicBezTo>
                      <a:pt x="17" y="4"/>
                      <a:pt x="13" y="3"/>
                      <a:pt x="11" y="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34" name="Freeform 321">
                <a:extLst>
                  <a:ext uri="{FF2B5EF4-FFF2-40B4-BE49-F238E27FC236}">
                    <a16:creationId xmlns:a16="http://schemas.microsoft.com/office/drawing/2014/main" id="{F27C50BE-0080-425A-9CAA-8CAE6D398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3261"/>
                <a:ext cx="42" cy="24"/>
              </a:xfrm>
              <a:custGeom>
                <a:avLst/>
                <a:gdLst>
                  <a:gd name="T0" fmla="*/ 0 w 17"/>
                  <a:gd name="T1" fmla="*/ 35 h 9"/>
                  <a:gd name="T2" fmla="*/ 257 w 17"/>
                  <a:gd name="T3" fmla="*/ 21 h 9"/>
                  <a:gd name="T4" fmla="*/ 12 w 1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0" y="2"/>
                    </a:moveTo>
                    <a:cubicBezTo>
                      <a:pt x="3" y="9"/>
                      <a:pt x="15" y="9"/>
                      <a:pt x="17" y="1"/>
                    </a:cubicBezTo>
                    <a:cubicBezTo>
                      <a:pt x="12" y="7"/>
                      <a:pt x="5" y="2"/>
                      <a:pt x="1" y="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35" name="Freeform 322">
                <a:extLst>
                  <a:ext uri="{FF2B5EF4-FFF2-40B4-BE49-F238E27FC236}">
                    <a16:creationId xmlns:a16="http://schemas.microsoft.com/office/drawing/2014/main" id="{A43A6188-25F7-41D8-969E-157503583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3280"/>
                <a:ext cx="38" cy="21"/>
              </a:xfrm>
              <a:custGeom>
                <a:avLst/>
                <a:gdLst>
                  <a:gd name="T0" fmla="*/ 0 w 15"/>
                  <a:gd name="T1" fmla="*/ 0 h 8"/>
                  <a:gd name="T2" fmla="*/ 243 w 15"/>
                  <a:gd name="T3" fmla="*/ 21 h 8"/>
                  <a:gd name="T4" fmla="*/ 33 w 1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cubicBezTo>
                      <a:pt x="3" y="4"/>
                      <a:pt x="13" y="8"/>
                      <a:pt x="15" y="1"/>
                    </a:cubicBezTo>
                    <a:cubicBezTo>
                      <a:pt x="11" y="5"/>
                      <a:pt x="6" y="2"/>
                      <a:pt x="2" y="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36" name="Freeform 323">
                <a:extLst>
                  <a:ext uri="{FF2B5EF4-FFF2-40B4-BE49-F238E27FC236}">
                    <a16:creationId xmlns:a16="http://schemas.microsoft.com/office/drawing/2014/main" id="{486B0479-BC7A-4E61-860F-0FB882D5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045"/>
                <a:ext cx="65" cy="51"/>
              </a:xfrm>
              <a:custGeom>
                <a:avLst/>
                <a:gdLst>
                  <a:gd name="T0" fmla="*/ 0 w 26"/>
                  <a:gd name="T1" fmla="*/ 150 h 19"/>
                  <a:gd name="T2" fmla="*/ 238 w 26"/>
                  <a:gd name="T3" fmla="*/ 368 h 19"/>
                  <a:gd name="T4" fmla="*/ 408 w 26"/>
                  <a:gd name="T5" fmla="*/ 0 h 19"/>
                  <a:gd name="T6" fmla="*/ 20 w 26"/>
                  <a:gd name="T7" fmla="*/ 2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9">
                    <a:moveTo>
                      <a:pt x="0" y="8"/>
                    </a:moveTo>
                    <a:cubicBezTo>
                      <a:pt x="4" y="11"/>
                      <a:pt x="9" y="19"/>
                      <a:pt x="15" y="19"/>
                    </a:cubicBezTo>
                    <a:cubicBezTo>
                      <a:pt x="26" y="18"/>
                      <a:pt x="25" y="6"/>
                      <a:pt x="26" y="0"/>
                    </a:cubicBezTo>
                    <a:cubicBezTo>
                      <a:pt x="23" y="13"/>
                      <a:pt x="14" y="13"/>
                      <a:pt x="1" y="11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37" name="Freeform 324">
                <a:extLst>
                  <a:ext uri="{FF2B5EF4-FFF2-40B4-BE49-F238E27FC236}">
                    <a16:creationId xmlns:a16="http://schemas.microsoft.com/office/drawing/2014/main" id="{4C47EE1A-85B0-4347-B633-CED7B0F12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029"/>
                <a:ext cx="52" cy="80"/>
              </a:xfrm>
              <a:custGeom>
                <a:avLst/>
                <a:gdLst>
                  <a:gd name="T0" fmla="*/ 0 w 21"/>
                  <a:gd name="T1" fmla="*/ 435 h 30"/>
                  <a:gd name="T2" fmla="*/ 258 w 21"/>
                  <a:gd name="T3" fmla="*/ 320 h 30"/>
                  <a:gd name="T4" fmla="*/ 319 w 21"/>
                  <a:gd name="T5" fmla="*/ 0 h 30"/>
                  <a:gd name="T6" fmla="*/ 104 w 21"/>
                  <a:gd name="T7" fmla="*/ 32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0" y="23"/>
                    </a:moveTo>
                    <a:cubicBezTo>
                      <a:pt x="5" y="30"/>
                      <a:pt x="14" y="22"/>
                      <a:pt x="17" y="17"/>
                    </a:cubicBezTo>
                    <a:cubicBezTo>
                      <a:pt x="21" y="12"/>
                      <a:pt x="21" y="7"/>
                      <a:pt x="21" y="0"/>
                    </a:cubicBezTo>
                    <a:cubicBezTo>
                      <a:pt x="21" y="8"/>
                      <a:pt x="17" y="18"/>
                      <a:pt x="7" y="17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38" name="Freeform 325">
                <a:extLst>
                  <a:ext uri="{FF2B5EF4-FFF2-40B4-BE49-F238E27FC236}">
                    <a16:creationId xmlns:a16="http://schemas.microsoft.com/office/drawing/2014/main" id="{1C1C0A82-9BB6-4B25-8B78-138E4C41E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992"/>
                <a:ext cx="38" cy="80"/>
              </a:xfrm>
              <a:custGeom>
                <a:avLst/>
                <a:gdLst>
                  <a:gd name="T0" fmla="*/ 0 w 15"/>
                  <a:gd name="T1" fmla="*/ 568 h 30"/>
                  <a:gd name="T2" fmla="*/ 160 w 15"/>
                  <a:gd name="T3" fmla="*/ 0 h 30"/>
                  <a:gd name="T4" fmla="*/ 0 w 15"/>
                  <a:gd name="T5" fmla="*/ 341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0">
                    <a:moveTo>
                      <a:pt x="0" y="30"/>
                    </a:moveTo>
                    <a:cubicBezTo>
                      <a:pt x="9" y="25"/>
                      <a:pt x="15" y="8"/>
                      <a:pt x="10" y="0"/>
                    </a:cubicBezTo>
                    <a:cubicBezTo>
                      <a:pt x="11" y="7"/>
                      <a:pt x="4" y="14"/>
                      <a:pt x="0" y="18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39" name="Freeform 326">
                <a:extLst>
                  <a:ext uri="{FF2B5EF4-FFF2-40B4-BE49-F238E27FC236}">
                    <a16:creationId xmlns:a16="http://schemas.microsoft.com/office/drawing/2014/main" id="{522AC4A3-93EE-4FB3-9231-091E49E39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429"/>
                <a:ext cx="213" cy="198"/>
              </a:xfrm>
              <a:custGeom>
                <a:avLst/>
                <a:gdLst>
                  <a:gd name="T0" fmla="*/ 0 w 85"/>
                  <a:gd name="T1" fmla="*/ 1418 h 74"/>
                  <a:gd name="T2" fmla="*/ 534 w 85"/>
                  <a:gd name="T3" fmla="*/ 1052 h 74"/>
                  <a:gd name="T4" fmla="*/ 910 w 85"/>
                  <a:gd name="T5" fmla="*/ 688 h 74"/>
                  <a:gd name="T6" fmla="*/ 1338 w 85"/>
                  <a:gd name="T7" fmla="*/ 0 h 74"/>
                  <a:gd name="T8" fmla="*/ 1005 w 85"/>
                  <a:gd name="T9" fmla="*/ 321 h 74"/>
                  <a:gd name="T10" fmla="*/ 679 w 85"/>
                  <a:gd name="T11" fmla="*/ 500 h 74"/>
                  <a:gd name="T12" fmla="*/ 408 w 85"/>
                  <a:gd name="T13" fmla="*/ 674 h 74"/>
                  <a:gd name="T14" fmla="*/ 33 w 85"/>
                  <a:gd name="T15" fmla="*/ 765 h 74"/>
                  <a:gd name="T16" fmla="*/ 95 w 85"/>
                  <a:gd name="T17" fmla="*/ 974 h 74"/>
                  <a:gd name="T18" fmla="*/ 554 w 85"/>
                  <a:gd name="T19" fmla="*/ 765 h 74"/>
                  <a:gd name="T20" fmla="*/ 271 w 85"/>
                  <a:gd name="T21" fmla="*/ 1282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74">
                    <a:moveTo>
                      <a:pt x="0" y="74"/>
                    </a:moveTo>
                    <a:cubicBezTo>
                      <a:pt x="13" y="71"/>
                      <a:pt x="23" y="62"/>
                      <a:pt x="34" y="55"/>
                    </a:cubicBezTo>
                    <a:cubicBezTo>
                      <a:pt x="43" y="49"/>
                      <a:pt x="50" y="44"/>
                      <a:pt x="58" y="36"/>
                    </a:cubicBezTo>
                    <a:cubicBezTo>
                      <a:pt x="68" y="26"/>
                      <a:pt x="82" y="13"/>
                      <a:pt x="85" y="0"/>
                    </a:cubicBezTo>
                    <a:cubicBezTo>
                      <a:pt x="77" y="5"/>
                      <a:pt x="72" y="12"/>
                      <a:pt x="64" y="17"/>
                    </a:cubicBezTo>
                    <a:cubicBezTo>
                      <a:pt x="57" y="21"/>
                      <a:pt x="49" y="23"/>
                      <a:pt x="43" y="26"/>
                    </a:cubicBezTo>
                    <a:cubicBezTo>
                      <a:pt x="37" y="29"/>
                      <a:pt x="32" y="33"/>
                      <a:pt x="26" y="35"/>
                    </a:cubicBezTo>
                    <a:cubicBezTo>
                      <a:pt x="18" y="38"/>
                      <a:pt x="9" y="38"/>
                      <a:pt x="2" y="40"/>
                    </a:cubicBezTo>
                    <a:cubicBezTo>
                      <a:pt x="12" y="37"/>
                      <a:pt x="15" y="48"/>
                      <a:pt x="6" y="51"/>
                    </a:cubicBezTo>
                    <a:cubicBezTo>
                      <a:pt x="13" y="48"/>
                      <a:pt x="27" y="38"/>
                      <a:pt x="35" y="40"/>
                    </a:cubicBezTo>
                    <a:cubicBezTo>
                      <a:pt x="53" y="42"/>
                      <a:pt x="21" y="64"/>
                      <a:pt x="17" y="67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40" name="Freeform 327">
                <a:extLst>
                  <a:ext uri="{FF2B5EF4-FFF2-40B4-BE49-F238E27FC236}">
                    <a16:creationId xmlns:a16="http://schemas.microsoft.com/office/drawing/2014/main" id="{488FBC37-0E0E-414B-8212-B48F07B16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693"/>
                <a:ext cx="333" cy="128"/>
              </a:xfrm>
              <a:custGeom>
                <a:avLst/>
                <a:gdLst>
                  <a:gd name="T0" fmla="*/ 408 w 133"/>
                  <a:gd name="T1" fmla="*/ 760 h 48"/>
                  <a:gd name="T2" fmla="*/ 658 w 133"/>
                  <a:gd name="T3" fmla="*/ 605 h 48"/>
                  <a:gd name="T4" fmla="*/ 971 w 133"/>
                  <a:gd name="T5" fmla="*/ 648 h 48"/>
                  <a:gd name="T6" fmla="*/ 1430 w 133"/>
                  <a:gd name="T7" fmla="*/ 605 h 48"/>
                  <a:gd name="T8" fmla="*/ 1788 w 133"/>
                  <a:gd name="T9" fmla="*/ 397 h 48"/>
                  <a:gd name="T10" fmla="*/ 2088 w 133"/>
                  <a:gd name="T11" fmla="*/ 192 h 48"/>
                  <a:gd name="T12" fmla="*/ 1913 w 133"/>
                  <a:gd name="T13" fmla="*/ 149 h 48"/>
                  <a:gd name="T14" fmla="*/ 1868 w 133"/>
                  <a:gd name="T15" fmla="*/ 0 h 48"/>
                  <a:gd name="T16" fmla="*/ 1597 w 133"/>
                  <a:gd name="T17" fmla="*/ 320 h 48"/>
                  <a:gd name="T18" fmla="*/ 1284 w 133"/>
                  <a:gd name="T19" fmla="*/ 285 h 48"/>
                  <a:gd name="T20" fmla="*/ 846 w 133"/>
                  <a:gd name="T21" fmla="*/ 435 h 48"/>
                  <a:gd name="T22" fmla="*/ 533 w 133"/>
                  <a:gd name="T23" fmla="*/ 533 h 48"/>
                  <a:gd name="T24" fmla="*/ 346 w 133"/>
                  <a:gd name="T25" fmla="*/ 704 h 48"/>
                  <a:gd name="T26" fmla="*/ 0 w 133"/>
                  <a:gd name="T27" fmla="*/ 909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3" h="48">
                    <a:moveTo>
                      <a:pt x="26" y="40"/>
                    </a:moveTo>
                    <a:cubicBezTo>
                      <a:pt x="31" y="36"/>
                      <a:pt x="35" y="33"/>
                      <a:pt x="42" y="32"/>
                    </a:cubicBezTo>
                    <a:cubicBezTo>
                      <a:pt x="49" y="31"/>
                      <a:pt x="55" y="33"/>
                      <a:pt x="62" y="34"/>
                    </a:cubicBezTo>
                    <a:cubicBezTo>
                      <a:pt x="72" y="35"/>
                      <a:pt x="81" y="29"/>
                      <a:pt x="91" y="32"/>
                    </a:cubicBezTo>
                    <a:cubicBezTo>
                      <a:pt x="96" y="23"/>
                      <a:pt x="105" y="23"/>
                      <a:pt x="114" y="21"/>
                    </a:cubicBezTo>
                    <a:cubicBezTo>
                      <a:pt x="120" y="19"/>
                      <a:pt x="126" y="13"/>
                      <a:pt x="133" y="10"/>
                    </a:cubicBezTo>
                    <a:cubicBezTo>
                      <a:pt x="128" y="9"/>
                      <a:pt x="126" y="11"/>
                      <a:pt x="122" y="8"/>
                    </a:cubicBezTo>
                    <a:cubicBezTo>
                      <a:pt x="120" y="6"/>
                      <a:pt x="120" y="3"/>
                      <a:pt x="119" y="0"/>
                    </a:cubicBezTo>
                    <a:cubicBezTo>
                      <a:pt x="114" y="8"/>
                      <a:pt x="112" y="13"/>
                      <a:pt x="102" y="17"/>
                    </a:cubicBezTo>
                    <a:cubicBezTo>
                      <a:pt x="96" y="20"/>
                      <a:pt x="84" y="23"/>
                      <a:pt x="82" y="15"/>
                    </a:cubicBezTo>
                    <a:cubicBezTo>
                      <a:pt x="76" y="21"/>
                      <a:pt x="61" y="36"/>
                      <a:pt x="54" y="23"/>
                    </a:cubicBezTo>
                    <a:cubicBezTo>
                      <a:pt x="48" y="27"/>
                      <a:pt x="41" y="25"/>
                      <a:pt x="34" y="28"/>
                    </a:cubicBezTo>
                    <a:cubicBezTo>
                      <a:pt x="30" y="30"/>
                      <a:pt x="26" y="35"/>
                      <a:pt x="22" y="37"/>
                    </a:cubicBezTo>
                    <a:cubicBezTo>
                      <a:pt x="16" y="41"/>
                      <a:pt x="6" y="46"/>
                      <a:pt x="0" y="48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41" name="Freeform 328">
                <a:extLst>
                  <a:ext uri="{FF2B5EF4-FFF2-40B4-BE49-F238E27FC236}">
                    <a16:creationId xmlns:a16="http://schemas.microsoft.com/office/drawing/2014/main" id="{9229E268-073E-4B42-AAC9-DB0773EF2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2624"/>
                <a:ext cx="145" cy="96"/>
              </a:xfrm>
              <a:custGeom>
                <a:avLst/>
                <a:gdLst>
                  <a:gd name="T0" fmla="*/ 333 w 58"/>
                  <a:gd name="T1" fmla="*/ 648 h 36"/>
                  <a:gd name="T2" fmla="*/ 470 w 58"/>
                  <a:gd name="T3" fmla="*/ 512 h 36"/>
                  <a:gd name="T4" fmla="*/ 613 w 58"/>
                  <a:gd name="T5" fmla="*/ 512 h 36"/>
                  <a:gd name="T6" fmla="*/ 770 w 58"/>
                  <a:gd name="T7" fmla="*/ 363 h 36"/>
                  <a:gd name="T8" fmla="*/ 908 w 58"/>
                  <a:gd name="T9" fmla="*/ 248 h 36"/>
                  <a:gd name="T10" fmla="*/ 863 w 58"/>
                  <a:gd name="T11" fmla="*/ 0 h 36"/>
                  <a:gd name="T12" fmla="*/ 833 w 58"/>
                  <a:gd name="T13" fmla="*/ 248 h 36"/>
                  <a:gd name="T14" fmla="*/ 625 w 58"/>
                  <a:gd name="T15" fmla="*/ 320 h 36"/>
                  <a:gd name="T16" fmla="*/ 550 w 58"/>
                  <a:gd name="T17" fmla="*/ 136 h 36"/>
                  <a:gd name="T18" fmla="*/ 458 w 58"/>
                  <a:gd name="T19" fmla="*/ 363 h 36"/>
                  <a:gd name="T20" fmla="*/ 0 w 58"/>
                  <a:gd name="T21" fmla="*/ 683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36">
                    <a:moveTo>
                      <a:pt x="21" y="34"/>
                    </a:moveTo>
                    <a:cubicBezTo>
                      <a:pt x="24" y="32"/>
                      <a:pt x="26" y="29"/>
                      <a:pt x="30" y="27"/>
                    </a:cubicBezTo>
                    <a:cubicBezTo>
                      <a:pt x="33" y="26"/>
                      <a:pt x="36" y="28"/>
                      <a:pt x="39" y="27"/>
                    </a:cubicBezTo>
                    <a:cubicBezTo>
                      <a:pt x="43" y="25"/>
                      <a:pt x="44" y="21"/>
                      <a:pt x="49" y="19"/>
                    </a:cubicBezTo>
                    <a:cubicBezTo>
                      <a:pt x="56" y="17"/>
                      <a:pt x="58" y="21"/>
                      <a:pt x="58" y="13"/>
                    </a:cubicBezTo>
                    <a:cubicBezTo>
                      <a:pt x="58" y="8"/>
                      <a:pt x="56" y="4"/>
                      <a:pt x="55" y="0"/>
                    </a:cubicBezTo>
                    <a:cubicBezTo>
                      <a:pt x="55" y="5"/>
                      <a:pt x="57" y="9"/>
                      <a:pt x="53" y="13"/>
                    </a:cubicBezTo>
                    <a:cubicBezTo>
                      <a:pt x="50" y="16"/>
                      <a:pt x="44" y="19"/>
                      <a:pt x="40" y="17"/>
                    </a:cubicBezTo>
                    <a:cubicBezTo>
                      <a:pt x="36" y="15"/>
                      <a:pt x="35" y="10"/>
                      <a:pt x="35" y="7"/>
                    </a:cubicBezTo>
                    <a:cubicBezTo>
                      <a:pt x="32" y="11"/>
                      <a:pt x="31" y="16"/>
                      <a:pt x="29" y="19"/>
                    </a:cubicBezTo>
                    <a:cubicBezTo>
                      <a:pt x="24" y="26"/>
                      <a:pt x="8" y="34"/>
                      <a:pt x="0" y="36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42" name="Freeform 329">
                <a:extLst>
                  <a:ext uri="{FF2B5EF4-FFF2-40B4-BE49-F238E27FC236}">
                    <a16:creationId xmlns:a16="http://schemas.microsoft.com/office/drawing/2014/main" id="{360CC9F6-4811-4EB2-BF34-F1B9C2EA4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2589"/>
                <a:ext cx="145" cy="139"/>
              </a:xfrm>
              <a:custGeom>
                <a:avLst/>
                <a:gdLst>
                  <a:gd name="T0" fmla="*/ 95 w 58"/>
                  <a:gd name="T1" fmla="*/ 286 h 52"/>
                  <a:gd name="T2" fmla="*/ 113 w 58"/>
                  <a:gd name="T3" fmla="*/ 572 h 52"/>
                  <a:gd name="T4" fmla="*/ 533 w 58"/>
                  <a:gd name="T5" fmla="*/ 842 h 52"/>
                  <a:gd name="T6" fmla="*/ 720 w 58"/>
                  <a:gd name="T7" fmla="*/ 973 h 52"/>
                  <a:gd name="T8" fmla="*/ 908 w 58"/>
                  <a:gd name="T9" fmla="*/ 687 h 52"/>
                  <a:gd name="T10" fmla="*/ 583 w 58"/>
                  <a:gd name="T11" fmla="*/ 730 h 52"/>
                  <a:gd name="T12" fmla="*/ 470 w 58"/>
                  <a:gd name="T13" fmla="*/ 478 h 52"/>
                  <a:gd name="T14" fmla="*/ 188 w 58"/>
                  <a:gd name="T15" fmla="*/ 192 h 52"/>
                  <a:gd name="T16" fmla="*/ 158 w 58"/>
                  <a:gd name="T17" fmla="*/ 94 h 52"/>
                  <a:gd name="T18" fmla="*/ 0 w 58"/>
                  <a:gd name="T19" fmla="*/ 0 h 52"/>
                  <a:gd name="T20" fmla="*/ 33 w 58"/>
                  <a:gd name="T21" fmla="*/ 192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52">
                    <a:moveTo>
                      <a:pt x="6" y="15"/>
                    </a:moveTo>
                    <a:cubicBezTo>
                      <a:pt x="7" y="19"/>
                      <a:pt x="8" y="25"/>
                      <a:pt x="7" y="30"/>
                    </a:cubicBezTo>
                    <a:cubicBezTo>
                      <a:pt x="19" y="29"/>
                      <a:pt x="26" y="39"/>
                      <a:pt x="34" y="44"/>
                    </a:cubicBezTo>
                    <a:cubicBezTo>
                      <a:pt x="36" y="46"/>
                      <a:pt x="44" y="51"/>
                      <a:pt x="46" y="51"/>
                    </a:cubicBezTo>
                    <a:cubicBezTo>
                      <a:pt x="54" y="52"/>
                      <a:pt x="58" y="41"/>
                      <a:pt x="58" y="36"/>
                    </a:cubicBezTo>
                    <a:cubicBezTo>
                      <a:pt x="54" y="50"/>
                      <a:pt x="45" y="45"/>
                      <a:pt x="37" y="38"/>
                    </a:cubicBezTo>
                    <a:cubicBezTo>
                      <a:pt x="33" y="34"/>
                      <a:pt x="28" y="31"/>
                      <a:pt x="30" y="25"/>
                    </a:cubicBezTo>
                    <a:cubicBezTo>
                      <a:pt x="18" y="33"/>
                      <a:pt x="16" y="16"/>
                      <a:pt x="12" y="10"/>
                    </a:cubicBezTo>
                    <a:cubicBezTo>
                      <a:pt x="11" y="7"/>
                      <a:pt x="12" y="7"/>
                      <a:pt x="10" y="5"/>
                    </a:cubicBezTo>
                    <a:cubicBezTo>
                      <a:pt x="7" y="3"/>
                      <a:pt x="2" y="3"/>
                      <a:pt x="0" y="0"/>
                    </a:cubicBezTo>
                    <a:cubicBezTo>
                      <a:pt x="0" y="4"/>
                      <a:pt x="2" y="7"/>
                      <a:pt x="2" y="1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43" name="Freeform 330">
                <a:extLst>
                  <a:ext uri="{FF2B5EF4-FFF2-40B4-BE49-F238E27FC236}">
                    <a16:creationId xmlns:a16="http://schemas.microsoft.com/office/drawing/2014/main" id="{F0F3F2EB-283B-48E8-AF8D-34A4FD0D2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509"/>
                <a:ext cx="238" cy="120"/>
              </a:xfrm>
              <a:custGeom>
                <a:avLst/>
                <a:gdLst>
                  <a:gd name="T0" fmla="*/ 83 w 95"/>
                  <a:gd name="T1" fmla="*/ 285 h 45"/>
                  <a:gd name="T2" fmla="*/ 220 w 95"/>
                  <a:gd name="T3" fmla="*/ 853 h 45"/>
                  <a:gd name="T4" fmla="*/ 426 w 95"/>
                  <a:gd name="T5" fmla="*/ 819 h 45"/>
                  <a:gd name="T6" fmla="*/ 817 w 95"/>
                  <a:gd name="T7" fmla="*/ 533 h 45"/>
                  <a:gd name="T8" fmla="*/ 1318 w 95"/>
                  <a:gd name="T9" fmla="*/ 435 h 45"/>
                  <a:gd name="T10" fmla="*/ 1493 w 95"/>
                  <a:gd name="T11" fmla="*/ 307 h 45"/>
                  <a:gd name="T12" fmla="*/ 1431 w 95"/>
                  <a:gd name="T13" fmla="*/ 205 h 45"/>
                  <a:gd name="T14" fmla="*/ 1193 w 95"/>
                  <a:gd name="T15" fmla="*/ 285 h 45"/>
                  <a:gd name="T16" fmla="*/ 1035 w 95"/>
                  <a:gd name="T17" fmla="*/ 227 h 45"/>
                  <a:gd name="T18" fmla="*/ 960 w 95"/>
                  <a:gd name="T19" fmla="*/ 115 h 45"/>
                  <a:gd name="T20" fmla="*/ 629 w 95"/>
                  <a:gd name="T21" fmla="*/ 205 h 45"/>
                  <a:gd name="T22" fmla="*/ 313 w 95"/>
                  <a:gd name="T23" fmla="*/ 227 h 45"/>
                  <a:gd name="T24" fmla="*/ 158 w 95"/>
                  <a:gd name="T25" fmla="*/ 248 h 45"/>
                  <a:gd name="T26" fmla="*/ 0 w 95"/>
                  <a:gd name="T27" fmla="*/ 264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5" h="45">
                    <a:moveTo>
                      <a:pt x="5" y="15"/>
                    </a:moveTo>
                    <a:cubicBezTo>
                      <a:pt x="13" y="24"/>
                      <a:pt x="14" y="35"/>
                      <a:pt x="14" y="45"/>
                    </a:cubicBezTo>
                    <a:cubicBezTo>
                      <a:pt x="17" y="42"/>
                      <a:pt x="23" y="41"/>
                      <a:pt x="27" y="43"/>
                    </a:cubicBezTo>
                    <a:cubicBezTo>
                      <a:pt x="31" y="30"/>
                      <a:pt x="39" y="29"/>
                      <a:pt x="52" y="28"/>
                    </a:cubicBezTo>
                    <a:cubicBezTo>
                      <a:pt x="50" y="16"/>
                      <a:pt x="78" y="20"/>
                      <a:pt x="84" y="23"/>
                    </a:cubicBezTo>
                    <a:cubicBezTo>
                      <a:pt x="85" y="19"/>
                      <a:pt x="90" y="17"/>
                      <a:pt x="95" y="16"/>
                    </a:cubicBezTo>
                    <a:cubicBezTo>
                      <a:pt x="92" y="15"/>
                      <a:pt x="90" y="13"/>
                      <a:pt x="91" y="11"/>
                    </a:cubicBezTo>
                    <a:cubicBezTo>
                      <a:pt x="87" y="12"/>
                      <a:pt x="81" y="15"/>
                      <a:pt x="76" y="15"/>
                    </a:cubicBezTo>
                    <a:cubicBezTo>
                      <a:pt x="72" y="15"/>
                      <a:pt x="69" y="15"/>
                      <a:pt x="66" y="12"/>
                    </a:cubicBezTo>
                    <a:cubicBezTo>
                      <a:pt x="63" y="10"/>
                      <a:pt x="63" y="7"/>
                      <a:pt x="61" y="6"/>
                    </a:cubicBezTo>
                    <a:cubicBezTo>
                      <a:pt x="54" y="0"/>
                      <a:pt x="49" y="9"/>
                      <a:pt x="40" y="11"/>
                    </a:cubicBezTo>
                    <a:cubicBezTo>
                      <a:pt x="33" y="12"/>
                      <a:pt x="26" y="11"/>
                      <a:pt x="20" y="12"/>
                    </a:cubicBezTo>
                    <a:cubicBezTo>
                      <a:pt x="16" y="13"/>
                      <a:pt x="15" y="13"/>
                      <a:pt x="10" y="13"/>
                    </a:cubicBezTo>
                    <a:cubicBezTo>
                      <a:pt x="6" y="12"/>
                      <a:pt x="3" y="12"/>
                      <a:pt x="0" y="14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44" name="Freeform 331">
                <a:extLst>
                  <a:ext uri="{FF2B5EF4-FFF2-40B4-BE49-F238E27FC236}">
                    <a16:creationId xmlns:a16="http://schemas.microsoft.com/office/drawing/2014/main" id="{D22398C5-325D-4457-83A4-9C5F86AA1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496"/>
                <a:ext cx="248" cy="133"/>
              </a:xfrm>
              <a:custGeom>
                <a:avLst/>
                <a:gdLst>
                  <a:gd name="T0" fmla="*/ 125 w 99"/>
                  <a:gd name="T1" fmla="*/ 452 h 50"/>
                  <a:gd name="T2" fmla="*/ 251 w 99"/>
                  <a:gd name="T3" fmla="*/ 545 h 50"/>
                  <a:gd name="T4" fmla="*/ 754 w 99"/>
                  <a:gd name="T5" fmla="*/ 636 h 50"/>
                  <a:gd name="T6" fmla="*/ 1130 w 99"/>
                  <a:gd name="T7" fmla="*/ 920 h 50"/>
                  <a:gd name="T8" fmla="*/ 1288 w 99"/>
                  <a:gd name="T9" fmla="*/ 904 h 50"/>
                  <a:gd name="T10" fmla="*/ 1350 w 99"/>
                  <a:gd name="T11" fmla="*/ 694 h 50"/>
                  <a:gd name="T12" fmla="*/ 1556 w 99"/>
                  <a:gd name="T13" fmla="*/ 282 h 50"/>
                  <a:gd name="T14" fmla="*/ 1305 w 99"/>
                  <a:gd name="T15" fmla="*/ 319 h 50"/>
                  <a:gd name="T16" fmla="*/ 992 w 99"/>
                  <a:gd name="T17" fmla="*/ 303 h 50"/>
                  <a:gd name="T18" fmla="*/ 471 w 99"/>
                  <a:gd name="T19" fmla="*/ 0 h 50"/>
                  <a:gd name="T20" fmla="*/ 363 w 99"/>
                  <a:gd name="T21" fmla="*/ 340 h 50"/>
                  <a:gd name="T22" fmla="*/ 0 w 99"/>
                  <a:gd name="T23" fmla="*/ 375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9" h="50">
                    <a:moveTo>
                      <a:pt x="8" y="24"/>
                    </a:moveTo>
                    <a:cubicBezTo>
                      <a:pt x="11" y="25"/>
                      <a:pt x="15" y="26"/>
                      <a:pt x="16" y="29"/>
                    </a:cubicBezTo>
                    <a:cubicBezTo>
                      <a:pt x="25" y="24"/>
                      <a:pt x="45" y="21"/>
                      <a:pt x="48" y="34"/>
                    </a:cubicBezTo>
                    <a:cubicBezTo>
                      <a:pt x="62" y="29"/>
                      <a:pt x="69" y="40"/>
                      <a:pt x="72" y="49"/>
                    </a:cubicBezTo>
                    <a:cubicBezTo>
                      <a:pt x="72" y="50"/>
                      <a:pt x="81" y="48"/>
                      <a:pt x="82" y="48"/>
                    </a:cubicBezTo>
                    <a:cubicBezTo>
                      <a:pt x="87" y="45"/>
                      <a:pt x="83" y="43"/>
                      <a:pt x="86" y="37"/>
                    </a:cubicBezTo>
                    <a:cubicBezTo>
                      <a:pt x="89" y="29"/>
                      <a:pt x="96" y="23"/>
                      <a:pt x="99" y="15"/>
                    </a:cubicBezTo>
                    <a:cubicBezTo>
                      <a:pt x="94" y="16"/>
                      <a:pt x="88" y="16"/>
                      <a:pt x="83" y="17"/>
                    </a:cubicBezTo>
                    <a:cubicBezTo>
                      <a:pt x="75" y="19"/>
                      <a:pt x="71" y="18"/>
                      <a:pt x="63" y="16"/>
                    </a:cubicBezTo>
                    <a:cubicBezTo>
                      <a:pt x="50" y="13"/>
                      <a:pt x="37" y="11"/>
                      <a:pt x="30" y="0"/>
                    </a:cubicBezTo>
                    <a:cubicBezTo>
                      <a:pt x="34" y="9"/>
                      <a:pt x="34" y="16"/>
                      <a:pt x="23" y="18"/>
                    </a:cubicBezTo>
                    <a:cubicBezTo>
                      <a:pt x="16" y="19"/>
                      <a:pt x="6" y="20"/>
                      <a:pt x="0" y="2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45" name="Freeform 332">
                <a:extLst>
                  <a:ext uri="{FF2B5EF4-FFF2-40B4-BE49-F238E27FC236}">
                    <a16:creationId xmlns:a16="http://schemas.microsoft.com/office/drawing/2014/main" id="{E50B0741-C55E-4676-84A4-840D63CA8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672"/>
                <a:ext cx="463" cy="157"/>
              </a:xfrm>
              <a:custGeom>
                <a:avLst/>
                <a:gdLst>
                  <a:gd name="T0" fmla="*/ 145 w 185"/>
                  <a:gd name="T1" fmla="*/ 192 h 59"/>
                  <a:gd name="T2" fmla="*/ 333 w 185"/>
                  <a:gd name="T3" fmla="*/ 282 h 59"/>
                  <a:gd name="T4" fmla="*/ 375 w 185"/>
                  <a:gd name="T5" fmla="*/ 341 h 59"/>
                  <a:gd name="T6" fmla="*/ 533 w 185"/>
                  <a:gd name="T7" fmla="*/ 362 h 59"/>
                  <a:gd name="T8" fmla="*/ 771 w 185"/>
                  <a:gd name="T9" fmla="*/ 452 h 59"/>
                  <a:gd name="T10" fmla="*/ 876 w 185"/>
                  <a:gd name="T11" fmla="*/ 601 h 59"/>
                  <a:gd name="T12" fmla="*/ 1064 w 185"/>
                  <a:gd name="T13" fmla="*/ 580 h 59"/>
                  <a:gd name="T14" fmla="*/ 1254 w 185"/>
                  <a:gd name="T15" fmla="*/ 750 h 59"/>
                  <a:gd name="T16" fmla="*/ 1459 w 185"/>
                  <a:gd name="T17" fmla="*/ 772 h 59"/>
                  <a:gd name="T18" fmla="*/ 1647 w 185"/>
                  <a:gd name="T19" fmla="*/ 865 h 59"/>
                  <a:gd name="T20" fmla="*/ 1960 w 185"/>
                  <a:gd name="T21" fmla="*/ 737 h 59"/>
                  <a:gd name="T22" fmla="*/ 2210 w 185"/>
                  <a:gd name="T23" fmla="*/ 849 h 59"/>
                  <a:gd name="T24" fmla="*/ 2505 w 185"/>
                  <a:gd name="T25" fmla="*/ 1035 h 59"/>
                  <a:gd name="T26" fmla="*/ 2901 w 185"/>
                  <a:gd name="T27" fmla="*/ 1112 h 59"/>
                  <a:gd name="T28" fmla="*/ 2693 w 185"/>
                  <a:gd name="T29" fmla="*/ 828 h 59"/>
                  <a:gd name="T30" fmla="*/ 2380 w 185"/>
                  <a:gd name="T31" fmla="*/ 828 h 59"/>
                  <a:gd name="T32" fmla="*/ 2210 w 185"/>
                  <a:gd name="T33" fmla="*/ 567 h 59"/>
                  <a:gd name="T34" fmla="*/ 1910 w 185"/>
                  <a:gd name="T35" fmla="*/ 623 h 59"/>
                  <a:gd name="T36" fmla="*/ 1629 w 185"/>
                  <a:gd name="T37" fmla="*/ 431 h 59"/>
                  <a:gd name="T38" fmla="*/ 1284 w 185"/>
                  <a:gd name="T39" fmla="*/ 474 h 59"/>
                  <a:gd name="T40" fmla="*/ 876 w 185"/>
                  <a:gd name="T41" fmla="*/ 341 h 59"/>
                  <a:gd name="T42" fmla="*/ 783 w 185"/>
                  <a:gd name="T43" fmla="*/ 170 h 59"/>
                  <a:gd name="T44" fmla="*/ 583 w 185"/>
                  <a:gd name="T45" fmla="*/ 77 h 59"/>
                  <a:gd name="T46" fmla="*/ 395 w 185"/>
                  <a:gd name="T47" fmla="*/ 93 h 59"/>
                  <a:gd name="T48" fmla="*/ 0 w 185"/>
                  <a:gd name="T49" fmla="*/ 77 h 5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5" h="59">
                    <a:moveTo>
                      <a:pt x="9" y="10"/>
                    </a:moveTo>
                    <a:cubicBezTo>
                      <a:pt x="16" y="11"/>
                      <a:pt x="16" y="12"/>
                      <a:pt x="21" y="15"/>
                    </a:cubicBezTo>
                    <a:cubicBezTo>
                      <a:pt x="22" y="16"/>
                      <a:pt x="22" y="17"/>
                      <a:pt x="24" y="18"/>
                    </a:cubicBezTo>
                    <a:cubicBezTo>
                      <a:pt x="26" y="19"/>
                      <a:pt x="31" y="19"/>
                      <a:pt x="34" y="19"/>
                    </a:cubicBezTo>
                    <a:cubicBezTo>
                      <a:pt x="38" y="20"/>
                      <a:pt x="45" y="21"/>
                      <a:pt x="49" y="24"/>
                    </a:cubicBezTo>
                    <a:cubicBezTo>
                      <a:pt x="53" y="26"/>
                      <a:pt x="53" y="30"/>
                      <a:pt x="56" y="32"/>
                    </a:cubicBezTo>
                    <a:cubicBezTo>
                      <a:pt x="59" y="34"/>
                      <a:pt x="64" y="30"/>
                      <a:pt x="68" y="31"/>
                    </a:cubicBezTo>
                    <a:cubicBezTo>
                      <a:pt x="72" y="33"/>
                      <a:pt x="77" y="39"/>
                      <a:pt x="80" y="40"/>
                    </a:cubicBezTo>
                    <a:cubicBezTo>
                      <a:pt x="84" y="41"/>
                      <a:pt x="89" y="40"/>
                      <a:pt x="93" y="41"/>
                    </a:cubicBezTo>
                    <a:cubicBezTo>
                      <a:pt x="97" y="42"/>
                      <a:pt x="101" y="45"/>
                      <a:pt x="105" y="46"/>
                    </a:cubicBezTo>
                    <a:cubicBezTo>
                      <a:pt x="112" y="46"/>
                      <a:pt x="118" y="40"/>
                      <a:pt x="125" y="39"/>
                    </a:cubicBezTo>
                    <a:cubicBezTo>
                      <a:pt x="132" y="38"/>
                      <a:pt x="136" y="41"/>
                      <a:pt x="141" y="45"/>
                    </a:cubicBezTo>
                    <a:cubicBezTo>
                      <a:pt x="147" y="49"/>
                      <a:pt x="153" y="53"/>
                      <a:pt x="160" y="55"/>
                    </a:cubicBezTo>
                    <a:cubicBezTo>
                      <a:pt x="168" y="58"/>
                      <a:pt x="178" y="56"/>
                      <a:pt x="185" y="59"/>
                    </a:cubicBezTo>
                    <a:cubicBezTo>
                      <a:pt x="178" y="57"/>
                      <a:pt x="172" y="51"/>
                      <a:pt x="172" y="44"/>
                    </a:cubicBezTo>
                    <a:cubicBezTo>
                      <a:pt x="168" y="51"/>
                      <a:pt x="157" y="47"/>
                      <a:pt x="152" y="44"/>
                    </a:cubicBezTo>
                    <a:cubicBezTo>
                      <a:pt x="144" y="40"/>
                      <a:pt x="143" y="37"/>
                      <a:pt x="141" y="30"/>
                    </a:cubicBezTo>
                    <a:cubicBezTo>
                      <a:pt x="137" y="37"/>
                      <a:pt x="129" y="34"/>
                      <a:pt x="122" y="33"/>
                    </a:cubicBezTo>
                    <a:cubicBezTo>
                      <a:pt x="113" y="32"/>
                      <a:pt x="109" y="31"/>
                      <a:pt x="104" y="23"/>
                    </a:cubicBezTo>
                    <a:cubicBezTo>
                      <a:pt x="99" y="36"/>
                      <a:pt x="90" y="30"/>
                      <a:pt x="82" y="25"/>
                    </a:cubicBezTo>
                    <a:cubicBezTo>
                      <a:pt x="74" y="20"/>
                      <a:pt x="63" y="25"/>
                      <a:pt x="56" y="18"/>
                    </a:cubicBezTo>
                    <a:cubicBezTo>
                      <a:pt x="53" y="15"/>
                      <a:pt x="53" y="12"/>
                      <a:pt x="50" y="9"/>
                    </a:cubicBezTo>
                    <a:cubicBezTo>
                      <a:pt x="46" y="7"/>
                      <a:pt x="41" y="5"/>
                      <a:pt x="37" y="4"/>
                    </a:cubicBezTo>
                    <a:cubicBezTo>
                      <a:pt x="29" y="0"/>
                      <a:pt x="33" y="3"/>
                      <a:pt x="25" y="5"/>
                    </a:cubicBezTo>
                    <a:cubicBezTo>
                      <a:pt x="17" y="7"/>
                      <a:pt x="8" y="1"/>
                      <a:pt x="0" y="4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46" name="Freeform 333">
                <a:extLst>
                  <a:ext uri="{FF2B5EF4-FFF2-40B4-BE49-F238E27FC236}">
                    <a16:creationId xmlns:a16="http://schemas.microsoft.com/office/drawing/2014/main" id="{F8BA58EA-39FA-4F4A-BAA5-52C7BB103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496"/>
                <a:ext cx="50" cy="56"/>
              </a:xfrm>
              <a:custGeom>
                <a:avLst/>
                <a:gdLst>
                  <a:gd name="T0" fmla="*/ 158 w 20"/>
                  <a:gd name="T1" fmla="*/ 0 h 21"/>
                  <a:gd name="T2" fmla="*/ 313 w 20"/>
                  <a:gd name="T3" fmla="*/ 376 h 21"/>
                  <a:gd name="T4" fmla="*/ 175 w 20"/>
                  <a:gd name="T5" fmla="*/ 363 h 21"/>
                  <a:gd name="T6" fmla="*/ 0 w 20"/>
                  <a:gd name="T7" fmla="*/ 376 h 21"/>
                  <a:gd name="T8" fmla="*/ 145 w 20"/>
                  <a:gd name="T9" fmla="*/ 3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0" y="0"/>
                    </a:moveTo>
                    <a:cubicBezTo>
                      <a:pt x="16" y="7"/>
                      <a:pt x="20" y="12"/>
                      <a:pt x="20" y="20"/>
                    </a:cubicBezTo>
                    <a:cubicBezTo>
                      <a:pt x="17" y="21"/>
                      <a:pt x="14" y="20"/>
                      <a:pt x="11" y="19"/>
                    </a:cubicBezTo>
                    <a:cubicBezTo>
                      <a:pt x="7" y="19"/>
                      <a:pt x="3" y="19"/>
                      <a:pt x="0" y="20"/>
                    </a:cubicBezTo>
                    <a:cubicBezTo>
                      <a:pt x="9" y="16"/>
                      <a:pt x="12" y="11"/>
                      <a:pt x="9" y="2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47" name="Freeform 334">
                <a:extLst>
                  <a:ext uri="{FF2B5EF4-FFF2-40B4-BE49-F238E27FC236}">
                    <a16:creationId xmlns:a16="http://schemas.microsoft.com/office/drawing/2014/main" id="{28679F12-3E74-45DE-B38C-678923CBC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467"/>
                <a:ext cx="30" cy="45"/>
              </a:xfrm>
              <a:custGeom>
                <a:avLst/>
                <a:gdLst>
                  <a:gd name="T0" fmla="*/ 63 w 12"/>
                  <a:gd name="T1" fmla="*/ 238 h 17"/>
                  <a:gd name="T2" fmla="*/ 175 w 12"/>
                  <a:gd name="T3" fmla="*/ 259 h 17"/>
                  <a:gd name="T4" fmla="*/ 158 w 12"/>
                  <a:gd name="T5" fmla="*/ 111 h 17"/>
                  <a:gd name="T6" fmla="*/ 0 w 12"/>
                  <a:gd name="T7" fmla="*/ 0 h 17"/>
                  <a:gd name="T8" fmla="*/ 33 w 12"/>
                  <a:gd name="T9" fmla="*/ 25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4" y="13"/>
                    </a:moveTo>
                    <a:cubicBezTo>
                      <a:pt x="5" y="17"/>
                      <a:pt x="9" y="17"/>
                      <a:pt x="11" y="14"/>
                    </a:cubicBezTo>
                    <a:cubicBezTo>
                      <a:pt x="12" y="12"/>
                      <a:pt x="11" y="8"/>
                      <a:pt x="10" y="6"/>
                    </a:cubicBezTo>
                    <a:cubicBezTo>
                      <a:pt x="9" y="3"/>
                      <a:pt x="3" y="0"/>
                      <a:pt x="0" y="0"/>
                    </a:cubicBezTo>
                    <a:cubicBezTo>
                      <a:pt x="3" y="5"/>
                      <a:pt x="5" y="9"/>
                      <a:pt x="2" y="14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48" name="Freeform 335">
                <a:extLst>
                  <a:ext uri="{FF2B5EF4-FFF2-40B4-BE49-F238E27FC236}">
                    <a16:creationId xmlns:a16="http://schemas.microsoft.com/office/drawing/2014/main" id="{78CEBBB3-C74D-4562-BFE2-EF02D12FA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352"/>
                <a:ext cx="50" cy="112"/>
              </a:xfrm>
              <a:custGeom>
                <a:avLst/>
                <a:gdLst>
                  <a:gd name="T0" fmla="*/ 20 w 20"/>
                  <a:gd name="T1" fmla="*/ 739 h 42"/>
                  <a:gd name="T2" fmla="*/ 95 w 20"/>
                  <a:gd name="T3" fmla="*/ 797 h 42"/>
                  <a:gd name="T4" fmla="*/ 145 w 20"/>
                  <a:gd name="T5" fmla="*/ 648 h 42"/>
                  <a:gd name="T6" fmla="*/ 238 w 20"/>
                  <a:gd name="T7" fmla="*/ 533 h 42"/>
                  <a:gd name="T8" fmla="*/ 208 w 20"/>
                  <a:gd name="T9" fmla="*/ 419 h 42"/>
                  <a:gd name="T10" fmla="*/ 270 w 20"/>
                  <a:gd name="T11" fmla="*/ 227 h 42"/>
                  <a:gd name="T12" fmla="*/ 238 w 20"/>
                  <a:gd name="T13" fmla="*/ 171 h 42"/>
                  <a:gd name="T14" fmla="*/ 283 w 20"/>
                  <a:gd name="T15" fmla="*/ 35 h 42"/>
                  <a:gd name="T16" fmla="*/ 125 w 20"/>
                  <a:gd name="T17" fmla="*/ 0 h 42"/>
                  <a:gd name="T18" fmla="*/ 63 w 20"/>
                  <a:gd name="T19" fmla="*/ 227 h 42"/>
                  <a:gd name="T20" fmla="*/ 0 w 20"/>
                  <a:gd name="T21" fmla="*/ 435 h 42"/>
                  <a:gd name="T22" fmla="*/ 0 w 20"/>
                  <a:gd name="T23" fmla="*/ 776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42">
                    <a:moveTo>
                      <a:pt x="1" y="39"/>
                    </a:moveTo>
                    <a:cubicBezTo>
                      <a:pt x="3" y="40"/>
                      <a:pt x="5" y="42"/>
                      <a:pt x="6" y="42"/>
                    </a:cubicBezTo>
                    <a:cubicBezTo>
                      <a:pt x="8" y="41"/>
                      <a:pt x="8" y="35"/>
                      <a:pt x="9" y="34"/>
                    </a:cubicBezTo>
                    <a:cubicBezTo>
                      <a:pt x="11" y="32"/>
                      <a:pt x="14" y="30"/>
                      <a:pt x="15" y="28"/>
                    </a:cubicBezTo>
                    <a:cubicBezTo>
                      <a:pt x="15" y="26"/>
                      <a:pt x="12" y="24"/>
                      <a:pt x="13" y="22"/>
                    </a:cubicBezTo>
                    <a:cubicBezTo>
                      <a:pt x="14" y="17"/>
                      <a:pt x="19" y="17"/>
                      <a:pt x="17" y="12"/>
                    </a:cubicBezTo>
                    <a:cubicBezTo>
                      <a:pt x="16" y="10"/>
                      <a:pt x="14" y="12"/>
                      <a:pt x="15" y="9"/>
                    </a:cubicBezTo>
                    <a:cubicBezTo>
                      <a:pt x="16" y="6"/>
                      <a:pt x="20" y="5"/>
                      <a:pt x="18" y="2"/>
                    </a:cubicBezTo>
                    <a:cubicBezTo>
                      <a:pt x="17" y="6"/>
                      <a:pt x="10" y="1"/>
                      <a:pt x="8" y="0"/>
                    </a:cubicBezTo>
                    <a:cubicBezTo>
                      <a:pt x="13" y="4"/>
                      <a:pt x="12" y="12"/>
                      <a:pt x="4" y="12"/>
                    </a:cubicBezTo>
                    <a:cubicBezTo>
                      <a:pt x="10" y="14"/>
                      <a:pt x="5" y="22"/>
                      <a:pt x="0" y="23"/>
                    </a:cubicBezTo>
                    <a:cubicBezTo>
                      <a:pt x="9" y="25"/>
                      <a:pt x="3" y="37"/>
                      <a:pt x="0" y="41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49" name="Freeform 336">
                <a:extLst>
                  <a:ext uri="{FF2B5EF4-FFF2-40B4-BE49-F238E27FC236}">
                    <a16:creationId xmlns:a16="http://schemas.microsoft.com/office/drawing/2014/main" id="{A92B5C5A-7997-4A4E-A75D-17346D090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491"/>
                <a:ext cx="55" cy="42"/>
              </a:xfrm>
              <a:custGeom>
                <a:avLst/>
                <a:gdLst>
                  <a:gd name="T0" fmla="*/ 113 w 22"/>
                  <a:gd name="T1" fmla="*/ 89 h 16"/>
                  <a:gd name="T2" fmla="*/ 0 w 22"/>
                  <a:gd name="T3" fmla="*/ 289 h 16"/>
                  <a:gd name="T4" fmla="*/ 158 w 22"/>
                  <a:gd name="T5" fmla="*/ 255 h 16"/>
                  <a:gd name="T6" fmla="*/ 345 w 22"/>
                  <a:gd name="T7" fmla="*/ 0 h 16"/>
                  <a:gd name="T8" fmla="*/ 145 w 22"/>
                  <a:gd name="T9" fmla="*/ 16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7" y="5"/>
                    </a:moveTo>
                    <a:cubicBezTo>
                      <a:pt x="6" y="9"/>
                      <a:pt x="2" y="12"/>
                      <a:pt x="0" y="16"/>
                    </a:cubicBezTo>
                    <a:cubicBezTo>
                      <a:pt x="3" y="14"/>
                      <a:pt x="7" y="16"/>
                      <a:pt x="10" y="14"/>
                    </a:cubicBezTo>
                    <a:cubicBezTo>
                      <a:pt x="16" y="12"/>
                      <a:pt x="20" y="5"/>
                      <a:pt x="22" y="0"/>
                    </a:cubicBezTo>
                    <a:cubicBezTo>
                      <a:pt x="19" y="5"/>
                      <a:pt x="16" y="8"/>
                      <a:pt x="9" y="9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50" name="Freeform 337">
                <a:extLst>
                  <a:ext uri="{FF2B5EF4-FFF2-40B4-BE49-F238E27FC236}">
                    <a16:creationId xmlns:a16="http://schemas.microsoft.com/office/drawing/2014/main" id="{5983AE68-1D6E-44FC-B107-244D62D66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2464"/>
                <a:ext cx="67" cy="64"/>
              </a:xfrm>
              <a:custGeom>
                <a:avLst/>
                <a:gdLst>
                  <a:gd name="T0" fmla="*/ 0 w 27"/>
                  <a:gd name="T1" fmla="*/ 456 h 24"/>
                  <a:gd name="T2" fmla="*/ 258 w 27"/>
                  <a:gd name="T3" fmla="*/ 248 h 24"/>
                  <a:gd name="T4" fmla="*/ 412 w 27"/>
                  <a:gd name="T5" fmla="*/ 0 h 24"/>
                  <a:gd name="T6" fmla="*/ 278 w 27"/>
                  <a:gd name="T7" fmla="*/ 171 h 24"/>
                  <a:gd name="T8" fmla="*/ 166 w 27"/>
                  <a:gd name="T9" fmla="*/ 136 h 24"/>
                  <a:gd name="T10" fmla="*/ 30 w 27"/>
                  <a:gd name="T11" fmla="*/ 43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7" y="23"/>
                      <a:pt x="11" y="16"/>
                      <a:pt x="17" y="13"/>
                    </a:cubicBezTo>
                    <a:cubicBezTo>
                      <a:pt x="23" y="10"/>
                      <a:pt x="24" y="5"/>
                      <a:pt x="27" y="0"/>
                    </a:cubicBezTo>
                    <a:cubicBezTo>
                      <a:pt x="25" y="3"/>
                      <a:pt x="23" y="8"/>
                      <a:pt x="18" y="9"/>
                    </a:cubicBezTo>
                    <a:cubicBezTo>
                      <a:pt x="16" y="10"/>
                      <a:pt x="12" y="9"/>
                      <a:pt x="11" y="7"/>
                    </a:cubicBezTo>
                    <a:cubicBezTo>
                      <a:pt x="8" y="12"/>
                      <a:pt x="6" y="18"/>
                      <a:pt x="2" y="23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51" name="Freeform 338">
                <a:extLst>
                  <a:ext uri="{FF2B5EF4-FFF2-40B4-BE49-F238E27FC236}">
                    <a16:creationId xmlns:a16="http://schemas.microsoft.com/office/drawing/2014/main" id="{29E698ED-069A-4CB7-B538-8A1AA6890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504"/>
                <a:ext cx="58" cy="37"/>
              </a:xfrm>
              <a:custGeom>
                <a:avLst/>
                <a:gdLst>
                  <a:gd name="T0" fmla="*/ 33 w 23"/>
                  <a:gd name="T1" fmla="*/ 0 h 14"/>
                  <a:gd name="T2" fmla="*/ 0 w 23"/>
                  <a:gd name="T3" fmla="*/ 132 h 14"/>
                  <a:gd name="T4" fmla="*/ 146 w 23"/>
                  <a:gd name="T5" fmla="*/ 225 h 14"/>
                  <a:gd name="T6" fmla="*/ 368 w 23"/>
                  <a:gd name="T7" fmla="*/ 34 h 14"/>
                  <a:gd name="T8" fmla="*/ 83 w 23"/>
                  <a:gd name="T9" fmla="*/ 7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" y="0"/>
                    </a:moveTo>
                    <a:cubicBezTo>
                      <a:pt x="3" y="3"/>
                      <a:pt x="1" y="4"/>
                      <a:pt x="0" y="7"/>
                    </a:cubicBezTo>
                    <a:cubicBezTo>
                      <a:pt x="5" y="6"/>
                      <a:pt x="5" y="10"/>
                      <a:pt x="9" y="12"/>
                    </a:cubicBezTo>
                    <a:cubicBezTo>
                      <a:pt x="14" y="14"/>
                      <a:pt x="22" y="6"/>
                      <a:pt x="23" y="2"/>
                    </a:cubicBezTo>
                    <a:cubicBezTo>
                      <a:pt x="17" y="6"/>
                      <a:pt x="11" y="11"/>
                      <a:pt x="5" y="4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52" name="Freeform 339">
                <a:extLst>
                  <a:ext uri="{FF2B5EF4-FFF2-40B4-BE49-F238E27FC236}">
                    <a16:creationId xmlns:a16="http://schemas.microsoft.com/office/drawing/2014/main" id="{6E5301C3-9F68-40D8-BD1C-D2EA3B8EA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269"/>
                <a:ext cx="163" cy="206"/>
              </a:xfrm>
              <a:custGeom>
                <a:avLst/>
                <a:gdLst>
                  <a:gd name="T0" fmla="*/ 271 w 65"/>
                  <a:gd name="T1" fmla="*/ 321 h 77"/>
                  <a:gd name="T2" fmla="*/ 1026 w 65"/>
                  <a:gd name="T3" fmla="*/ 594 h 77"/>
                  <a:gd name="T4" fmla="*/ 850 w 65"/>
                  <a:gd name="T5" fmla="*/ 915 h 77"/>
                  <a:gd name="T6" fmla="*/ 742 w 65"/>
                  <a:gd name="T7" fmla="*/ 1223 h 77"/>
                  <a:gd name="T8" fmla="*/ 710 w 65"/>
                  <a:gd name="T9" fmla="*/ 1474 h 77"/>
                  <a:gd name="T10" fmla="*/ 364 w 65"/>
                  <a:gd name="T11" fmla="*/ 1359 h 77"/>
                  <a:gd name="T12" fmla="*/ 63 w 65"/>
                  <a:gd name="T13" fmla="*/ 1110 h 77"/>
                  <a:gd name="T14" fmla="*/ 50 w 65"/>
                  <a:gd name="T15" fmla="*/ 730 h 77"/>
                  <a:gd name="T16" fmla="*/ 20 w 65"/>
                  <a:gd name="T17" fmla="*/ 265 h 77"/>
                  <a:gd name="T18" fmla="*/ 0 w 65"/>
                  <a:gd name="T19" fmla="*/ 0 h 77"/>
                  <a:gd name="T20" fmla="*/ 429 w 65"/>
                  <a:gd name="T21" fmla="*/ 230 h 77"/>
                  <a:gd name="T22" fmla="*/ 364 w 65"/>
                  <a:gd name="T23" fmla="*/ 385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77">
                    <a:moveTo>
                      <a:pt x="17" y="17"/>
                    </a:moveTo>
                    <a:cubicBezTo>
                      <a:pt x="26" y="28"/>
                      <a:pt x="51" y="31"/>
                      <a:pt x="65" y="31"/>
                    </a:cubicBezTo>
                    <a:cubicBezTo>
                      <a:pt x="56" y="34"/>
                      <a:pt x="51" y="41"/>
                      <a:pt x="54" y="48"/>
                    </a:cubicBezTo>
                    <a:cubicBezTo>
                      <a:pt x="43" y="47"/>
                      <a:pt x="42" y="58"/>
                      <a:pt x="47" y="64"/>
                    </a:cubicBezTo>
                    <a:cubicBezTo>
                      <a:pt x="36" y="62"/>
                      <a:pt x="39" y="73"/>
                      <a:pt x="45" y="77"/>
                    </a:cubicBezTo>
                    <a:cubicBezTo>
                      <a:pt x="38" y="75"/>
                      <a:pt x="30" y="72"/>
                      <a:pt x="23" y="71"/>
                    </a:cubicBezTo>
                    <a:cubicBezTo>
                      <a:pt x="28" y="61"/>
                      <a:pt x="9" y="61"/>
                      <a:pt x="4" y="58"/>
                    </a:cubicBezTo>
                    <a:cubicBezTo>
                      <a:pt x="11" y="53"/>
                      <a:pt x="7" y="44"/>
                      <a:pt x="3" y="38"/>
                    </a:cubicBezTo>
                    <a:cubicBezTo>
                      <a:pt x="15" y="30"/>
                      <a:pt x="12" y="22"/>
                      <a:pt x="1" y="14"/>
                    </a:cubicBezTo>
                    <a:cubicBezTo>
                      <a:pt x="10" y="11"/>
                      <a:pt x="4" y="4"/>
                      <a:pt x="0" y="0"/>
                    </a:cubicBezTo>
                    <a:cubicBezTo>
                      <a:pt x="7" y="6"/>
                      <a:pt x="21" y="6"/>
                      <a:pt x="27" y="12"/>
                    </a:cubicBezTo>
                    <a:cubicBezTo>
                      <a:pt x="25" y="14"/>
                      <a:pt x="21" y="17"/>
                      <a:pt x="23" y="2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53" name="Freeform 340">
                <a:extLst>
                  <a:ext uri="{FF2B5EF4-FFF2-40B4-BE49-F238E27FC236}">
                    <a16:creationId xmlns:a16="http://schemas.microsoft.com/office/drawing/2014/main" id="{EEAFAAC2-40AD-41A8-88CB-C6CE1F188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336"/>
                <a:ext cx="62" cy="208"/>
              </a:xfrm>
              <a:custGeom>
                <a:avLst/>
                <a:gdLst>
                  <a:gd name="T0" fmla="*/ 30 w 25"/>
                  <a:gd name="T1" fmla="*/ 0 h 78"/>
                  <a:gd name="T2" fmla="*/ 74 w 25"/>
                  <a:gd name="T3" fmla="*/ 136 h 78"/>
                  <a:gd name="T4" fmla="*/ 0 w 25"/>
                  <a:gd name="T5" fmla="*/ 205 h 78"/>
                  <a:gd name="T6" fmla="*/ 62 w 25"/>
                  <a:gd name="T7" fmla="*/ 285 h 78"/>
                  <a:gd name="T8" fmla="*/ 62 w 25"/>
                  <a:gd name="T9" fmla="*/ 397 h 78"/>
                  <a:gd name="T10" fmla="*/ 30 w 25"/>
                  <a:gd name="T11" fmla="*/ 456 h 78"/>
                  <a:gd name="T12" fmla="*/ 104 w 25"/>
                  <a:gd name="T13" fmla="*/ 533 h 78"/>
                  <a:gd name="T14" fmla="*/ 104 w 25"/>
                  <a:gd name="T15" fmla="*/ 739 h 78"/>
                  <a:gd name="T16" fmla="*/ 104 w 25"/>
                  <a:gd name="T17" fmla="*/ 1080 h 78"/>
                  <a:gd name="T18" fmla="*/ 104 w 25"/>
                  <a:gd name="T19" fmla="*/ 1251 h 78"/>
                  <a:gd name="T20" fmla="*/ 74 w 25"/>
                  <a:gd name="T21" fmla="*/ 1480 h 78"/>
                  <a:gd name="T22" fmla="*/ 370 w 25"/>
                  <a:gd name="T23" fmla="*/ 1480 h 78"/>
                  <a:gd name="T24" fmla="*/ 320 w 25"/>
                  <a:gd name="T25" fmla="*/ 1229 h 78"/>
                  <a:gd name="T26" fmla="*/ 382 w 25"/>
                  <a:gd name="T27" fmla="*/ 832 h 78"/>
                  <a:gd name="T28" fmla="*/ 278 w 25"/>
                  <a:gd name="T29" fmla="*/ 568 h 78"/>
                  <a:gd name="T30" fmla="*/ 196 w 25"/>
                  <a:gd name="T31" fmla="*/ 320 h 78"/>
                  <a:gd name="T32" fmla="*/ 124 w 25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" h="78">
                    <a:moveTo>
                      <a:pt x="2" y="0"/>
                    </a:moveTo>
                    <a:cubicBezTo>
                      <a:pt x="3" y="1"/>
                      <a:pt x="5" y="6"/>
                      <a:pt x="5" y="7"/>
                    </a:cubicBezTo>
                    <a:cubicBezTo>
                      <a:pt x="5" y="9"/>
                      <a:pt x="0" y="9"/>
                      <a:pt x="0" y="11"/>
                    </a:cubicBezTo>
                    <a:cubicBezTo>
                      <a:pt x="0" y="14"/>
                      <a:pt x="3" y="13"/>
                      <a:pt x="4" y="15"/>
                    </a:cubicBezTo>
                    <a:cubicBezTo>
                      <a:pt x="4" y="17"/>
                      <a:pt x="3" y="19"/>
                      <a:pt x="4" y="21"/>
                    </a:cubicBezTo>
                    <a:cubicBezTo>
                      <a:pt x="4" y="23"/>
                      <a:pt x="2" y="23"/>
                      <a:pt x="2" y="24"/>
                    </a:cubicBezTo>
                    <a:cubicBezTo>
                      <a:pt x="3" y="26"/>
                      <a:pt x="6" y="26"/>
                      <a:pt x="7" y="28"/>
                    </a:cubicBezTo>
                    <a:cubicBezTo>
                      <a:pt x="9" y="31"/>
                      <a:pt x="10" y="36"/>
                      <a:pt x="7" y="39"/>
                    </a:cubicBezTo>
                    <a:cubicBezTo>
                      <a:pt x="17" y="44"/>
                      <a:pt x="11" y="51"/>
                      <a:pt x="7" y="57"/>
                    </a:cubicBezTo>
                    <a:cubicBezTo>
                      <a:pt x="4" y="63"/>
                      <a:pt x="7" y="61"/>
                      <a:pt x="7" y="66"/>
                    </a:cubicBezTo>
                    <a:cubicBezTo>
                      <a:pt x="7" y="70"/>
                      <a:pt x="4" y="74"/>
                      <a:pt x="5" y="78"/>
                    </a:cubicBezTo>
                    <a:cubicBezTo>
                      <a:pt x="10" y="78"/>
                      <a:pt x="19" y="77"/>
                      <a:pt x="24" y="78"/>
                    </a:cubicBezTo>
                    <a:cubicBezTo>
                      <a:pt x="16" y="78"/>
                      <a:pt x="15" y="68"/>
                      <a:pt x="21" y="65"/>
                    </a:cubicBezTo>
                    <a:cubicBezTo>
                      <a:pt x="10" y="65"/>
                      <a:pt x="19" y="48"/>
                      <a:pt x="25" y="44"/>
                    </a:cubicBezTo>
                    <a:cubicBezTo>
                      <a:pt x="18" y="43"/>
                      <a:pt x="13" y="35"/>
                      <a:pt x="18" y="30"/>
                    </a:cubicBezTo>
                    <a:cubicBezTo>
                      <a:pt x="11" y="30"/>
                      <a:pt x="13" y="20"/>
                      <a:pt x="13" y="17"/>
                    </a:cubicBezTo>
                    <a:cubicBezTo>
                      <a:pt x="12" y="13"/>
                      <a:pt x="7" y="4"/>
                      <a:pt x="8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54" name="Freeform 341">
                <a:extLst>
                  <a:ext uri="{FF2B5EF4-FFF2-40B4-BE49-F238E27FC236}">
                    <a16:creationId xmlns:a16="http://schemas.microsoft.com/office/drawing/2014/main" id="{41A82A76-95C8-4EB2-8695-C78365EEB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136"/>
                <a:ext cx="803" cy="259"/>
              </a:xfrm>
              <a:custGeom>
                <a:avLst/>
                <a:gdLst>
                  <a:gd name="T0" fmla="*/ 313 w 321"/>
                  <a:gd name="T1" fmla="*/ 422 h 97"/>
                  <a:gd name="T2" fmla="*/ 658 w 321"/>
                  <a:gd name="T3" fmla="*/ 777 h 97"/>
                  <a:gd name="T4" fmla="*/ 1146 w 321"/>
                  <a:gd name="T5" fmla="*/ 1071 h 97"/>
                  <a:gd name="T6" fmla="*/ 1959 w 321"/>
                  <a:gd name="T7" fmla="*/ 1426 h 97"/>
                  <a:gd name="T8" fmla="*/ 2396 w 321"/>
                  <a:gd name="T9" fmla="*/ 1541 h 97"/>
                  <a:gd name="T10" fmla="*/ 2834 w 321"/>
                  <a:gd name="T11" fmla="*/ 1597 h 97"/>
                  <a:gd name="T12" fmla="*/ 3305 w 321"/>
                  <a:gd name="T13" fmla="*/ 1618 h 97"/>
                  <a:gd name="T14" fmla="*/ 3647 w 321"/>
                  <a:gd name="T15" fmla="*/ 1618 h 97"/>
                  <a:gd name="T16" fmla="*/ 4275 w 321"/>
                  <a:gd name="T17" fmla="*/ 1482 h 97"/>
                  <a:gd name="T18" fmla="*/ 4650 w 321"/>
                  <a:gd name="T19" fmla="*/ 1370 h 97"/>
                  <a:gd name="T20" fmla="*/ 5026 w 321"/>
                  <a:gd name="T21" fmla="*/ 1161 h 97"/>
                  <a:gd name="T22" fmla="*/ 4725 w 321"/>
                  <a:gd name="T23" fmla="*/ 1447 h 97"/>
                  <a:gd name="T24" fmla="*/ 3992 w 321"/>
                  <a:gd name="T25" fmla="*/ 1674 h 97"/>
                  <a:gd name="T26" fmla="*/ 1959 w 321"/>
                  <a:gd name="T27" fmla="*/ 1639 h 97"/>
                  <a:gd name="T28" fmla="*/ 1221 w 321"/>
                  <a:gd name="T29" fmla="*/ 1311 h 97"/>
                  <a:gd name="T30" fmla="*/ 926 w 321"/>
                  <a:gd name="T31" fmla="*/ 1127 h 97"/>
                  <a:gd name="T32" fmla="*/ 408 w 321"/>
                  <a:gd name="T33" fmla="*/ 833 h 97"/>
                  <a:gd name="T34" fmla="*/ 0 w 321"/>
                  <a:gd name="T35" fmla="*/ 0 h 9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1" h="97">
                    <a:moveTo>
                      <a:pt x="20" y="22"/>
                    </a:moveTo>
                    <a:cubicBezTo>
                      <a:pt x="28" y="30"/>
                      <a:pt x="30" y="37"/>
                      <a:pt x="42" y="41"/>
                    </a:cubicBezTo>
                    <a:cubicBezTo>
                      <a:pt x="53" y="45"/>
                      <a:pt x="63" y="51"/>
                      <a:pt x="73" y="56"/>
                    </a:cubicBezTo>
                    <a:cubicBezTo>
                      <a:pt x="89" y="64"/>
                      <a:pt x="108" y="70"/>
                      <a:pt x="125" y="75"/>
                    </a:cubicBezTo>
                    <a:cubicBezTo>
                      <a:pt x="134" y="78"/>
                      <a:pt x="144" y="81"/>
                      <a:pt x="153" y="81"/>
                    </a:cubicBezTo>
                    <a:cubicBezTo>
                      <a:pt x="163" y="81"/>
                      <a:pt x="172" y="81"/>
                      <a:pt x="181" y="84"/>
                    </a:cubicBezTo>
                    <a:cubicBezTo>
                      <a:pt x="192" y="86"/>
                      <a:pt x="200" y="85"/>
                      <a:pt x="211" y="85"/>
                    </a:cubicBezTo>
                    <a:cubicBezTo>
                      <a:pt x="218" y="85"/>
                      <a:pt x="225" y="86"/>
                      <a:pt x="233" y="85"/>
                    </a:cubicBezTo>
                    <a:cubicBezTo>
                      <a:pt x="247" y="84"/>
                      <a:pt x="260" y="81"/>
                      <a:pt x="273" y="78"/>
                    </a:cubicBezTo>
                    <a:cubicBezTo>
                      <a:pt x="281" y="76"/>
                      <a:pt x="289" y="75"/>
                      <a:pt x="297" y="72"/>
                    </a:cubicBezTo>
                    <a:cubicBezTo>
                      <a:pt x="305" y="69"/>
                      <a:pt x="313" y="63"/>
                      <a:pt x="321" y="61"/>
                    </a:cubicBezTo>
                    <a:cubicBezTo>
                      <a:pt x="318" y="70"/>
                      <a:pt x="312" y="73"/>
                      <a:pt x="302" y="76"/>
                    </a:cubicBezTo>
                    <a:cubicBezTo>
                      <a:pt x="287" y="81"/>
                      <a:pt x="271" y="85"/>
                      <a:pt x="255" y="88"/>
                    </a:cubicBezTo>
                    <a:cubicBezTo>
                      <a:pt x="212" y="96"/>
                      <a:pt x="167" y="97"/>
                      <a:pt x="125" y="86"/>
                    </a:cubicBezTo>
                    <a:cubicBezTo>
                      <a:pt x="108" y="81"/>
                      <a:pt x="93" y="77"/>
                      <a:pt x="78" y="69"/>
                    </a:cubicBezTo>
                    <a:cubicBezTo>
                      <a:pt x="71" y="66"/>
                      <a:pt x="65" y="62"/>
                      <a:pt x="59" y="59"/>
                    </a:cubicBezTo>
                    <a:cubicBezTo>
                      <a:pt x="48" y="54"/>
                      <a:pt x="35" y="50"/>
                      <a:pt x="26" y="44"/>
                    </a:cubicBezTo>
                    <a:cubicBezTo>
                      <a:pt x="11" y="33"/>
                      <a:pt x="7" y="15"/>
                      <a:pt x="0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55" name="Freeform 342">
                <a:extLst>
                  <a:ext uri="{FF2B5EF4-FFF2-40B4-BE49-F238E27FC236}">
                    <a16:creationId xmlns:a16="http://schemas.microsoft.com/office/drawing/2014/main" id="{66549DE7-86EB-40C3-B981-FFDC1AD10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3240"/>
                <a:ext cx="370" cy="104"/>
              </a:xfrm>
              <a:custGeom>
                <a:avLst/>
                <a:gdLst>
                  <a:gd name="T0" fmla="*/ 63 w 148"/>
                  <a:gd name="T1" fmla="*/ 56 h 39"/>
                  <a:gd name="T2" fmla="*/ 458 w 148"/>
                  <a:gd name="T3" fmla="*/ 512 h 39"/>
                  <a:gd name="T4" fmla="*/ 1175 w 148"/>
                  <a:gd name="T5" fmla="*/ 661 h 39"/>
                  <a:gd name="T6" fmla="*/ 1533 w 148"/>
                  <a:gd name="T7" fmla="*/ 704 h 39"/>
                  <a:gd name="T8" fmla="*/ 1750 w 148"/>
                  <a:gd name="T9" fmla="*/ 648 h 39"/>
                  <a:gd name="T10" fmla="*/ 2313 w 148"/>
                  <a:gd name="T11" fmla="*/ 648 h 39"/>
                  <a:gd name="T12" fmla="*/ 1750 w 148"/>
                  <a:gd name="T13" fmla="*/ 376 h 39"/>
                  <a:gd name="T14" fmla="*/ 1270 w 148"/>
                  <a:gd name="T15" fmla="*/ 320 h 39"/>
                  <a:gd name="T16" fmla="*/ 875 w 148"/>
                  <a:gd name="T17" fmla="*/ 320 h 39"/>
                  <a:gd name="T18" fmla="*/ 750 w 148"/>
                  <a:gd name="T19" fmla="*/ 285 h 39"/>
                  <a:gd name="T20" fmla="*/ 488 w 148"/>
                  <a:gd name="T21" fmla="*/ 307 h 39"/>
                  <a:gd name="T22" fmla="*/ 0 w 148"/>
                  <a:gd name="T23" fmla="*/ 0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8" h="39">
                    <a:moveTo>
                      <a:pt x="4" y="3"/>
                    </a:moveTo>
                    <a:cubicBezTo>
                      <a:pt x="10" y="12"/>
                      <a:pt x="16" y="26"/>
                      <a:pt x="29" y="27"/>
                    </a:cubicBezTo>
                    <a:cubicBezTo>
                      <a:pt x="44" y="28"/>
                      <a:pt x="60" y="31"/>
                      <a:pt x="75" y="35"/>
                    </a:cubicBezTo>
                    <a:cubicBezTo>
                      <a:pt x="83" y="37"/>
                      <a:pt x="89" y="39"/>
                      <a:pt x="98" y="37"/>
                    </a:cubicBezTo>
                    <a:cubicBezTo>
                      <a:pt x="102" y="36"/>
                      <a:pt x="107" y="34"/>
                      <a:pt x="112" y="34"/>
                    </a:cubicBezTo>
                    <a:cubicBezTo>
                      <a:pt x="124" y="34"/>
                      <a:pt x="136" y="37"/>
                      <a:pt x="148" y="34"/>
                    </a:cubicBezTo>
                    <a:cubicBezTo>
                      <a:pt x="135" y="33"/>
                      <a:pt x="119" y="30"/>
                      <a:pt x="112" y="20"/>
                    </a:cubicBezTo>
                    <a:cubicBezTo>
                      <a:pt x="105" y="30"/>
                      <a:pt x="88" y="23"/>
                      <a:pt x="81" y="17"/>
                    </a:cubicBezTo>
                    <a:cubicBezTo>
                      <a:pt x="75" y="25"/>
                      <a:pt x="64" y="19"/>
                      <a:pt x="56" y="17"/>
                    </a:cubicBezTo>
                    <a:cubicBezTo>
                      <a:pt x="52" y="16"/>
                      <a:pt x="51" y="15"/>
                      <a:pt x="48" y="15"/>
                    </a:cubicBezTo>
                    <a:cubicBezTo>
                      <a:pt x="42" y="15"/>
                      <a:pt x="37" y="17"/>
                      <a:pt x="31" y="16"/>
                    </a:cubicBezTo>
                    <a:cubicBezTo>
                      <a:pt x="17" y="13"/>
                      <a:pt x="10" y="7"/>
                      <a:pt x="0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56" name="Freeform 343">
                <a:extLst>
                  <a:ext uri="{FF2B5EF4-FFF2-40B4-BE49-F238E27FC236}">
                    <a16:creationId xmlns:a16="http://schemas.microsoft.com/office/drawing/2014/main" id="{DE73E804-40A1-4F43-A09D-111EC6E0A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611"/>
                <a:ext cx="30" cy="72"/>
              </a:xfrm>
              <a:custGeom>
                <a:avLst/>
                <a:gdLst>
                  <a:gd name="T0" fmla="*/ 0 w 12"/>
                  <a:gd name="T1" fmla="*/ 363 h 27"/>
                  <a:gd name="T2" fmla="*/ 158 w 12"/>
                  <a:gd name="T3" fmla="*/ 0 h 27"/>
                  <a:gd name="T4" fmla="*/ 175 w 12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7">
                    <a:moveTo>
                      <a:pt x="0" y="19"/>
                    </a:moveTo>
                    <a:cubicBezTo>
                      <a:pt x="7" y="16"/>
                      <a:pt x="11" y="6"/>
                      <a:pt x="10" y="0"/>
                    </a:cubicBezTo>
                    <a:cubicBezTo>
                      <a:pt x="10" y="9"/>
                      <a:pt x="12" y="18"/>
                      <a:pt x="11" y="27"/>
                    </a:cubicBezTo>
                  </a:path>
                </a:pathLst>
              </a:custGeom>
              <a:solidFill>
                <a:srgbClr val="746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57" name="Freeform 344">
                <a:extLst>
                  <a:ext uri="{FF2B5EF4-FFF2-40B4-BE49-F238E27FC236}">
                    <a16:creationId xmlns:a16="http://schemas.microsoft.com/office/drawing/2014/main" id="{21C6C748-B2A4-4FDC-9280-D5E232E46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683"/>
                <a:ext cx="40" cy="61"/>
              </a:xfrm>
              <a:custGeom>
                <a:avLst/>
                <a:gdLst>
                  <a:gd name="T0" fmla="*/ 0 w 16"/>
                  <a:gd name="T1" fmla="*/ 316 h 23"/>
                  <a:gd name="T2" fmla="*/ 175 w 16"/>
                  <a:gd name="T3" fmla="*/ 0 h 23"/>
                  <a:gd name="T4" fmla="*/ 208 w 16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0" y="17"/>
                    </a:moveTo>
                    <a:cubicBezTo>
                      <a:pt x="9" y="19"/>
                      <a:pt x="7" y="3"/>
                      <a:pt x="11" y="0"/>
                    </a:cubicBezTo>
                    <a:cubicBezTo>
                      <a:pt x="16" y="5"/>
                      <a:pt x="11" y="17"/>
                      <a:pt x="13" y="23"/>
                    </a:cubicBezTo>
                  </a:path>
                </a:pathLst>
              </a:custGeom>
              <a:solidFill>
                <a:srgbClr val="746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58" name="Freeform 345">
                <a:extLst>
                  <a:ext uri="{FF2B5EF4-FFF2-40B4-BE49-F238E27FC236}">
                    <a16:creationId xmlns:a16="http://schemas.microsoft.com/office/drawing/2014/main" id="{B3059FB1-F90A-44FA-8194-B32F56BEB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688"/>
                <a:ext cx="22" cy="67"/>
              </a:xfrm>
              <a:custGeom>
                <a:avLst/>
                <a:gdLst>
                  <a:gd name="T0" fmla="*/ 0 w 9"/>
                  <a:gd name="T1" fmla="*/ 482 h 25"/>
                  <a:gd name="T2" fmla="*/ 120 w 9"/>
                  <a:gd name="T3" fmla="*/ 0 h 25"/>
                  <a:gd name="T4" fmla="*/ 132 w 9"/>
                  <a:gd name="T5" fmla="*/ 34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5">
                    <a:moveTo>
                      <a:pt x="0" y="25"/>
                    </a:moveTo>
                    <a:cubicBezTo>
                      <a:pt x="3" y="20"/>
                      <a:pt x="2" y="1"/>
                      <a:pt x="8" y="0"/>
                    </a:cubicBezTo>
                    <a:cubicBezTo>
                      <a:pt x="9" y="6"/>
                      <a:pt x="8" y="13"/>
                      <a:pt x="9" y="18"/>
                    </a:cubicBezTo>
                  </a:path>
                </a:pathLst>
              </a:custGeom>
              <a:solidFill>
                <a:srgbClr val="746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59" name="Freeform 346">
                <a:extLst>
                  <a:ext uri="{FF2B5EF4-FFF2-40B4-BE49-F238E27FC236}">
                    <a16:creationId xmlns:a16="http://schemas.microsoft.com/office/drawing/2014/main" id="{2F454BA1-8A7C-4F7F-B561-0B5312EBB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613"/>
                <a:ext cx="35" cy="88"/>
              </a:xfrm>
              <a:custGeom>
                <a:avLst/>
                <a:gdLst>
                  <a:gd name="T0" fmla="*/ 0 w 14"/>
                  <a:gd name="T1" fmla="*/ 627 h 33"/>
                  <a:gd name="T2" fmla="*/ 175 w 14"/>
                  <a:gd name="T3" fmla="*/ 205 h 33"/>
                  <a:gd name="T4" fmla="*/ 220 w 14"/>
                  <a:gd name="T5" fmla="*/ 0 h 33"/>
                  <a:gd name="T6" fmla="*/ 208 w 14"/>
                  <a:gd name="T7" fmla="*/ 320 h 33"/>
                  <a:gd name="T8" fmla="*/ 208 w 14"/>
                  <a:gd name="T9" fmla="*/ 419 h 33"/>
                  <a:gd name="T10" fmla="*/ 220 w 14"/>
                  <a:gd name="T11" fmla="*/ 456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3">
                    <a:moveTo>
                      <a:pt x="0" y="33"/>
                    </a:moveTo>
                    <a:cubicBezTo>
                      <a:pt x="6" y="27"/>
                      <a:pt x="9" y="18"/>
                      <a:pt x="11" y="11"/>
                    </a:cubicBezTo>
                    <a:cubicBezTo>
                      <a:pt x="12" y="7"/>
                      <a:pt x="12" y="3"/>
                      <a:pt x="14" y="0"/>
                    </a:cubicBezTo>
                    <a:cubicBezTo>
                      <a:pt x="14" y="6"/>
                      <a:pt x="13" y="11"/>
                      <a:pt x="13" y="17"/>
                    </a:cubicBezTo>
                    <a:cubicBezTo>
                      <a:pt x="13" y="18"/>
                      <a:pt x="13" y="20"/>
                      <a:pt x="13" y="22"/>
                    </a:cubicBezTo>
                    <a:cubicBezTo>
                      <a:pt x="13" y="23"/>
                      <a:pt x="13" y="25"/>
                      <a:pt x="14" y="24"/>
                    </a:cubicBezTo>
                  </a:path>
                </a:pathLst>
              </a:custGeom>
              <a:solidFill>
                <a:srgbClr val="746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60" name="Freeform 347">
                <a:extLst>
                  <a:ext uri="{FF2B5EF4-FFF2-40B4-BE49-F238E27FC236}">
                    <a16:creationId xmlns:a16="http://schemas.microsoft.com/office/drawing/2014/main" id="{C4CA36CF-A403-47EE-B58E-338C78A15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544"/>
                <a:ext cx="133" cy="88"/>
              </a:xfrm>
              <a:custGeom>
                <a:avLst/>
                <a:gdLst>
                  <a:gd name="T0" fmla="*/ 83 w 53"/>
                  <a:gd name="T1" fmla="*/ 115 h 33"/>
                  <a:gd name="T2" fmla="*/ 176 w 53"/>
                  <a:gd name="T3" fmla="*/ 363 h 33"/>
                  <a:gd name="T4" fmla="*/ 188 w 53"/>
                  <a:gd name="T5" fmla="*/ 605 h 33"/>
                  <a:gd name="T6" fmla="*/ 409 w 53"/>
                  <a:gd name="T7" fmla="*/ 589 h 33"/>
                  <a:gd name="T8" fmla="*/ 429 w 53"/>
                  <a:gd name="T9" fmla="*/ 477 h 33"/>
                  <a:gd name="T10" fmla="*/ 492 w 53"/>
                  <a:gd name="T11" fmla="*/ 376 h 33"/>
                  <a:gd name="T12" fmla="*/ 775 w 53"/>
                  <a:gd name="T13" fmla="*/ 264 h 33"/>
                  <a:gd name="T14" fmla="*/ 838 w 53"/>
                  <a:gd name="T15" fmla="*/ 171 h 33"/>
                  <a:gd name="T16" fmla="*/ 585 w 53"/>
                  <a:gd name="T17" fmla="*/ 227 h 33"/>
                  <a:gd name="T18" fmla="*/ 396 w 53"/>
                  <a:gd name="T19" fmla="*/ 77 h 33"/>
                  <a:gd name="T20" fmla="*/ 0 w 53"/>
                  <a:gd name="T21" fmla="*/ 56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33">
                    <a:moveTo>
                      <a:pt x="5" y="6"/>
                    </a:moveTo>
                    <a:cubicBezTo>
                      <a:pt x="7" y="10"/>
                      <a:pt x="9" y="14"/>
                      <a:pt x="11" y="19"/>
                    </a:cubicBezTo>
                    <a:cubicBezTo>
                      <a:pt x="12" y="23"/>
                      <a:pt x="11" y="29"/>
                      <a:pt x="12" y="32"/>
                    </a:cubicBezTo>
                    <a:cubicBezTo>
                      <a:pt x="16" y="30"/>
                      <a:pt x="23" y="33"/>
                      <a:pt x="26" y="31"/>
                    </a:cubicBezTo>
                    <a:cubicBezTo>
                      <a:pt x="27" y="30"/>
                      <a:pt x="26" y="27"/>
                      <a:pt x="27" y="25"/>
                    </a:cubicBezTo>
                    <a:cubicBezTo>
                      <a:pt x="28" y="23"/>
                      <a:pt x="29" y="21"/>
                      <a:pt x="31" y="20"/>
                    </a:cubicBezTo>
                    <a:cubicBezTo>
                      <a:pt x="37" y="14"/>
                      <a:pt x="42" y="15"/>
                      <a:pt x="49" y="14"/>
                    </a:cubicBezTo>
                    <a:cubicBezTo>
                      <a:pt x="49" y="12"/>
                      <a:pt x="51" y="11"/>
                      <a:pt x="53" y="9"/>
                    </a:cubicBezTo>
                    <a:cubicBezTo>
                      <a:pt x="48" y="11"/>
                      <a:pt x="42" y="12"/>
                      <a:pt x="37" y="12"/>
                    </a:cubicBezTo>
                    <a:cubicBezTo>
                      <a:pt x="29" y="11"/>
                      <a:pt x="30" y="7"/>
                      <a:pt x="25" y="4"/>
                    </a:cubicBezTo>
                    <a:cubicBezTo>
                      <a:pt x="19" y="0"/>
                      <a:pt x="7" y="2"/>
                      <a:pt x="0" y="3"/>
                    </a:cubicBezTo>
                  </a:path>
                </a:pathLst>
              </a:custGeom>
              <a:solidFill>
                <a:srgbClr val="746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61" name="Freeform 348">
                <a:extLst>
                  <a:ext uri="{FF2B5EF4-FFF2-40B4-BE49-F238E27FC236}">
                    <a16:creationId xmlns:a16="http://schemas.microsoft.com/office/drawing/2014/main" id="{176BF327-707D-4D55-AC96-E794ACE9A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57"/>
                <a:ext cx="130" cy="72"/>
              </a:xfrm>
              <a:custGeom>
                <a:avLst/>
                <a:gdLst>
                  <a:gd name="T0" fmla="*/ 83 w 52"/>
                  <a:gd name="T1" fmla="*/ 56 h 27"/>
                  <a:gd name="T2" fmla="*/ 188 w 52"/>
                  <a:gd name="T3" fmla="*/ 192 h 27"/>
                  <a:gd name="T4" fmla="*/ 470 w 52"/>
                  <a:gd name="T5" fmla="*/ 376 h 27"/>
                  <a:gd name="T6" fmla="*/ 550 w 52"/>
                  <a:gd name="T7" fmla="*/ 491 h 27"/>
                  <a:gd name="T8" fmla="*/ 770 w 52"/>
                  <a:gd name="T9" fmla="*/ 477 h 27"/>
                  <a:gd name="T10" fmla="*/ 770 w 52"/>
                  <a:gd name="T11" fmla="*/ 227 h 27"/>
                  <a:gd name="T12" fmla="*/ 813 w 52"/>
                  <a:gd name="T13" fmla="*/ 56 h 27"/>
                  <a:gd name="T14" fmla="*/ 500 w 52"/>
                  <a:gd name="T15" fmla="*/ 115 h 27"/>
                  <a:gd name="T16" fmla="*/ 0 w 52"/>
                  <a:gd name="T17" fmla="*/ 56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7">
                    <a:moveTo>
                      <a:pt x="5" y="3"/>
                    </a:moveTo>
                    <a:cubicBezTo>
                      <a:pt x="9" y="4"/>
                      <a:pt x="10" y="7"/>
                      <a:pt x="12" y="10"/>
                    </a:cubicBezTo>
                    <a:cubicBezTo>
                      <a:pt x="18" y="5"/>
                      <a:pt x="27" y="16"/>
                      <a:pt x="30" y="20"/>
                    </a:cubicBezTo>
                    <a:cubicBezTo>
                      <a:pt x="31" y="23"/>
                      <a:pt x="32" y="26"/>
                      <a:pt x="35" y="26"/>
                    </a:cubicBezTo>
                    <a:cubicBezTo>
                      <a:pt x="38" y="27"/>
                      <a:pt x="45" y="25"/>
                      <a:pt x="49" y="25"/>
                    </a:cubicBezTo>
                    <a:cubicBezTo>
                      <a:pt x="48" y="20"/>
                      <a:pt x="47" y="16"/>
                      <a:pt x="49" y="12"/>
                    </a:cubicBezTo>
                    <a:cubicBezTo>
                      <a:pt x="50" y="9"/>
                      <a:pt x="52" y="6"/>
                      <a:pt x="52" y="3"/>
                    </a:cubicBezTo>
                    <a:cubicBezTo>
                      <a:pt x="51" y="12"/>
                      <a:pt x="38" y="8"/>
                      <a:pt x="32" y="6"/>
                    </a:cubicBezTo>
                    <a:cubicBezTo>
                      <a:pt x="21" y="4"/>
                      <a:pt x="11" y="0"/>
                      <a:pt x="0" y="3"/>
                    </a:cubicBezTo>
                  </a:path>
                </a:pathLst>
              </a:custGeom>
              <a:solidFill>
                <a:srgbClr val="746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62" name="Freeform 349">
                <a:extLst>
                  <a:ext uri="{FF2B5EF4-FFF2-40B4-BE49-F238E27FC236}">
                    <a16:creationId xmlns:a16="http://schemas.microsoft.com/office/drawing/2014/main" id="{2BA635B4-6BE9-481A-A032-B0B2CCFDB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253"/>
                <a:ext cx="230" cy="62"/>
              </a:xfrm>
              <a:custGeom>
                <a:avLst/>
                <a:gdLst>
                  <a:gd name="T0" fmla="*/ 0 w 92"/>
                  <a:gd name="T1" fmla="*/ 0 h 23"/>
                  <a:gd name="T2" fmla="*/ 908 w 92"/>
                  <a:gd name="T3" fmla="*/ 334 h 23"/>
                  <a:gd name="T4" fmla="*/ 1438 w 92"/>
                  <a:gd name="T5" fmla="*/ 450 h 23"/>
                  <a:gd name="T6" fmla="*/ 800 w 92"/>
                  <a:gd name="T7" fmla="*/ 232 h 23"/>
                  <a:gd name="T8" fmla="*/ 0 w 92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23">
                    <a:moveTo>
                      <a:pt x="0" y="0"/>
                    </a:moveTo>
                    <a:cubicBezTo>
                      <a:pt x="13" y="2"/>
                      <a:pt x="27" y="13"/>
                      <a:pt x="58" y="17"/>
                    </a:cubicBezTo>
                    <a:cubicBezTo>
                      <a:pt x="88" y="20"/>
                      <a:pt x="92" y="23"/>
                      <a:pt x="92" y="23"/>
                    </a:cubicBezTo>
                    <a:cubicBezTo>
                      <a:pt x="84" y="19"/>
                      <a:pt x="68" y="15"/>
                      <a:pt x="51" y="12"/>
                    </a:cubicBezTo>
                    <a:cubicBezTo>
                      <a:pt x="34" y="9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63" name="Freeform 350">
                <a:extLst>
                  <a:ext uri="{FF2B5EF4-FFF2-40B4-BE49-F238E27FC236}">
                    <a16:creationId xmlns:a16="http://schemas.microsoft.com/office/drawing/2014/main" id="{E3604861-D238-42C5-B3F1-C8440A009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323"/>
                <a:ext cx="113" cy="16"/>
              </a:xfrm>
              <a:custGeom>
                <a:avLst/>
                <a:gdLst>
                  <a:gd name="T0" fmla="*/ 0 w 45"/>
                  <a:gd name="T1" fmla="*/ 0 h 6"/>
                  <a:gd name="T2" fmla="*/ 713 w 45"/>
                  <a:gd name="T3" fmla="*/ 5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">
                    <a:moveTo>
                      <a:pt x="0" y="0"/>
                    </a:moveTo>
                    <a:cubicBezTo>
                      <a:pt x="20" y="6"/>
                      <a:pt x="39" y="5"/>
                      <a:pt x="4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64" name="Freeform 351">
                <a:extLst>
                  <a:ext uri="{FF2B5EF4-FFF2-40B4-BE49-F238E27FC236}">
                    <a16:creationId xmlns:a16="http://schemas.microsoft.com/office/drawing/2014/main" id="{8E0B584D-B328-41C3-A45A-16C56A5C6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187"/>
                <a:ext cx="165" cy="61"/>
              </a:xfrm>
              <a:custGeom>
                <a:avLst/>
                <a:gdLst>
                  <a:gd name="T0" fmla="*/ 0 w 66"/>
                  <a:gd name="T1" fmla="*/ 149 h 23"/>
                  <a:gd name="T2" fmla="*/ 1033 w 66"/>
                  <a:gd name="T3" fmla="*/ 430 h 23"/>
                  <a:gd name="T4" fmla="*/ 0 w 66"/>
                  <a:gd name="T5" fmla="*/ 14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8"/>
                    </a:moveTo>
                    <a:cubicBezTo>
                      <a:pt x="13" y="5"/>
                      <a:pt x="32" y="0"/>
                      <a:pt x="66" y="23"/>
                    </a:cubicBezTo>
                    <a:cubicBezTo>
                      <a:pt x="55" y="19"/>
                      <a:pt x="24" y="3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65" name="Freeform 352">
                <a:extLst>
                  <a:ext uri="{FF2B5EF4-FFF2-40B4-BE49-F238E27FC236}">
                    <a16:creationId xmlns:a16="http://schemas.microsoft.com/office/drawing/2014/main" id="{866A9252-733C-43F8-A32C-7A4C303E9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219"/>
                <a:ext cx="270" cy="69"/>
              </a:xfrm>
              <a:custGeom>
                <a:avLst/>
                <a:gdLst>
                  <a:gd name="T0" fmla="*/ 0 w 108"/>
                  <a:gd name="T1" fmla="*/ 374 h 26"/>
                  <a:gd name="T2" fmla="*/ 688 w 108"/>
                  <a:gd name="T3" fmla="*/ 77 h 26"/>
                  <a:gd name="T4" fmla="*/ 1688 w 108"/>
                  <a:gd name="T5" fmla="*/ 486 h 26"/>
                  <a:gd name="T6" fmla="*/ 563 w 108"/>
                  <a:gd name="T7" fmla="*/ 133 h 26"/>
                  <a:gd name="T8" fmla="*/ 0 w 108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26">
                    <a:moveTo>
                      <a:pt x="0" y="20"/>
                    </a:moveTo>
                    <a:cubicBezTo>
                      <a:pt x="12" y="8"/>
                      <a:pt x="25" y="0"/>
                      <a:pt x="44" y="4"/>
                    </a:cubicBezTo>
                    <a:cubicBezTo>
                      <a:pt x="64" y="7"/>
                      <a:pt x="108" y="26"/>
                      <a:pt x="108" y="26"/>
                    </a:cubicBezTo>
                    <a:cubicBezTo>
                      <a:pt x="96" y="23"/>
                      <a:pt x="53" y="5"/>
                      <a:pt x="36" y="7"/>
                    </a:cubicBezTo>
                    <a:cubicBezTo>
                      <a:pt x="8" y="9"/>
                      <a:pt x="0" y="20"/>
                      <a:pt x="0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66" name="Freeform 353">
                <a:extLst>
                  <a:ext uri="{FF2B5EF4-FFF2-40B4-BE49-F238E27FC236}">
                    <a16:creationId xmlns:a16="http://schemas.microsoft.com/office/drawing/2014/main" id="{E24E5382-63EB-42C0-96BC-282B11B7F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264"/>
                <a:ext cx="173" cy="133"/>
              </a:xfrm>
              <a:custGeom>
                <a:avLst/>
                <a:gdLst>
                  <a:gd name="T0" fmla="*/ 0 w 69"/>
                  <a:gd name="T1" fmla="*/ 942 h 50"/>
                  <a:gd name="T2" fmla="*/ 1088 w 69"/>
                  <a:gd name="T3" fmla="*/ 136 h 50"/>
                  <a:gd name="T4" fmla="*/ 0 w 69"/>
                  <a:gd name="T5" fmla="*/ 94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50">
                    <a:moveTo>
                      <a:pt x="0" y="50"/>
                    </a:moveTo>
                    <a:cubicBezTo>
                      <a:pt x="8" y="28"/>
                      <a:pt x="30" y="0"/>
                      <a:pt x="69" y="7"/>
                    </a:cubicBezTo>
                    <a:cubicBezTo>
                      <a:pt x="55" y="6"/>
                      <a:pt x="15" y="19"/>
                      <a:pt x="0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67" name="Freeform 354">
                <a:extLst>
                  <a:ext uri="{FF2B5EF4-FFF2-40B4-BE49-F238E27FC236}">
                    <a16:creationId xmlns:a16="http://schemas.microsoft.com/office/drawing/2014/main" id="{8DCB5BEB-7B78-4353-BDA9-C0D4F3D22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320"/>
                <a:ext cx="92" cy="133"/>
              </a:xfrm>
              <a:custGeom>
                <a:avLst/>
                <a:gdLst>
                  <a:gd name="T0" fmla="*/ 0 w 37"/>
                  <a:gd name="T1" fmla="*/ 942 h 50"/>
                  <a:gd name="T2" fmla="*/ 569 w 37"/>
                  <a:gd name="T3" fmla="*/ 0 h 50"/>
                  <a:gd name="T4" fmla="*/ 0 w 37"/>
                  <a:gd name="T5" fmla="*/ 94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0">
                    <a:moveTo>
                      <a:pt x="0" y="50"/>
                    </a:moveTo>
                    <a:cubicBezTo>
                      <a:pt x="0" y="30"/>
                      <a:pt x="20" y="4"/>
                      <a:pt x="37" y="0"/>
                    </a:cubicBezTo>
                    <a:cubicBezTo>
                      <a:pt x="27" y="7"/>
                      <a:pt x="12" y="17"/>
                      <a:pt x="0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68" name="Freeform 355">
                <a:extLst>
                  <a:ext uri="{FF2B5EF4-FFF2-40B4-BE49-F238E27FC236}">
                    <a16:creationId xmlns:a16="http://schemas.microsoft.com/office/drawing/2014/main" id="{98DF2215-9B2D-4294-8D6B-F35A5ECE1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344"/>
                <a:ext cx="110" cy="51"/>
              </a:xfrm>
              <a:custGeom>
                <a:avLst/>
                <a:gdLst>
                  <a:gd name="T0" fmla="*/ 0 w 44"/>
                  <a:gd name="T1" fmla="*/ 368 h 19"/>
                  <a:gd name="T2" fmla="*/ 688 w 44"/>
                  <a:gd name="T3" fmla="*/ 21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4" y="12"/>
                      <a:pt x="25" y="0"/>
                      <a:pt x="4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69" name="Freeform 356">
                <a:extLst>
                  <a:ext uri="{FF2B5EF4-FFF2-40B4-BE49-F238E27FC236}">
                    <a16:creationId xmlns:a16="http://schemas.microsoft.com/office/drawing/2014/main" id="{53ADECD7-293C-4718-9B7C-B27CE9926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403"/>
                <a:ext cx="55" cy="24"/>
              </a:xfrm>
              <a:custGeom>
                <a:avLst/>
                <a:gdLst>
                  <a:gd name="T0" fmla="*/ 0 w 22"/>
                  <a:gd name="T1" fmla="*/ 171 h 9"/>
                  <a:gd name="T2" fmla="*/ 345 w 2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9"/>
                    </a:moveTo>
                    <a:cubicBezTo>
                      <a:pt x="3" y="4"/>
                      <a:pt x="18" y="0"/>
                      <a:pt x="2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70" name="Freeform 357">
                <a:extLst>
                  <a:ext uri="{FF2B5EF4-FFF2-40B4-BE49-F238E27FC236}">
                    <a16:creationId xmlns:a16="http://schemas.microsoft.com/office/drawing/2014/main" id="{03719406-D12B-436F-BE5D-B5B84F798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277"/>
                <a:ext cx="30" cy="123"/>
              </a:xfrm>
              <a:custGeom>
                <a:avLst/>
                <a:gdLst>
                  <a:gd name="T0" fmla="*/ 188 w 12"/>
                  <a:gd name="T1" fmla="*/ 0 h 46"/>
                  <a:gd name="T2" fmla="*/ 0 w 12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6">
                    <a:moveTo>
                      <a:pt x="12" y="0"/>
                    </a:moveTo>
                    <a:cubicBezTo>
                      <a:pt x="2" y="12"/>
                      <a:pt x="0" y="37"/>
                      <a:pt x="0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71" name="Freeform 358">
                <a:extLst>
                  <a:ext uri="{FF2B5EF4-FFF2-40B4-BE49-F238E27FC236}">
                    <a16:creationId xmlns:a16="http://schemas.microsoft.com/office/drawing/2014/main" id="{4B664989-8614-4B90-B708-3546E5DC7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357"/>
                <a:ext cx="20" cy="88"/>
              </a:xfrm>
              <a:custGeom>
                <a:avLst/>
                <a:gdLst>
                  <a:gd name="T0" fmla="*/ 125 w 8"/>
                  <a:gd name="T1" fmla="*/ 0 h 33"/>
                  <a:gd name="T2" fmla="*/ 20 w 8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3">
                    <a:moveTo>
                      <a:pt x="8" y="0"/>
                    </a:moveTo>
                    <a:cubicBezTo>
                      <a:pt x="2" y="11"/>
                      <a:pt x="0" y="26"/>
                      <a:pt x="1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72" name="Freeform 359">
                <a:extLst>
                  <a:ext uri="{FF2B5EF4-FFF2-40B4-BE49-F238E27FC236}">
                    <a16:creationId xmlns:a16="http://schemas.microsoft.com/office/drawing/2014/main" id="{71EF85AD-C58A-4D14-BB5D-86438F305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421"/>
                <a:ext cx="13" cy="67"/>
              </a:xfrm>
              <a:custGeom>
                <a:avLst/>
                <a:gdLst>
                  <a:gd name="T0" fmla="*/ 55 w 5"/>
                  <a:gd name="T1" fmla="*/ 0 h 25"/>
                  <a:gd name="T2" fmla="*/ 88 w 5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3" y="0"/>
                    </a:moveTo>
                    <a:cubicBezTo>
                      <a:pt x="0" y="7"/>
                      <a:pt x="3" y="20"/>
                      <a:pt x="5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73" name="Freeform 360">
                <a:extLst>
                  <a:ext uri="{FF2B5EF4-FFF2-40B4-BE49-F238E27FC236}">
                    <a16:creationId xmlns:a16="http://schemas.microsoft.com/office/drawing/2014/main" id="{A5A5C29C-3F61-43F1-BEAB-3B118FC60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493"/>
                <a:ext cx="7" cy="62"/>
              </a:xfrm>
              <a:custGeom>
                <a:avLst/>
                <a:gdLst>
                  <a:gd name="T0" fmla="*/ 37 w 3"/>
                  <a:gd name="T1" fmla="*/ 0 h 23"/>
                  <a:gd name="T2" fmla="*/ 37 w 3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3">
                    <a:moveTo>
                      <a:pt x="3" y="0"/>
                    </a:moveTo>
                    <a:cubicBezTo>
                      <a:pt x="0" y="13"/>
                      <a:pt x="1" y="19"/>
                      <a:pt x="3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74" name="Freeform 361">
                <a:extLst>
                  <a:ext uri="{FF2B5EF4-FFF2-40B4-BE49-F238E27FC236}">
                    <a16:creationId xmlns:a16="http://schemas.microsoft.com/office/drawing/2014/main" id="{38A7F653-CCD9-4AB5-9D22-B86D321C5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2424"/>
                <a:ext cx="25" cy="32"/>
              </a:xfrm>
              <a:custGeom>
                <a:avLst/>
                <a:gdLst>
                  <a:gd name="T0" fmla="*/ 0 w 10"/>
                  <a:gd name="T1" fmla="*/ 227 h 12"/>
                  <a:gd name="T2" fmla="*/ 95 w 10"/>
                  <a:gd name="T3" fmla="*/ 35 h 12"/>
                  <a:gd name="T4" fmla="*/ 145 w 10"/>
                  <a:gd name="T5" fmla="*/ 56 h 12"/>
                  <a:gd name="T6" fmla="*/ 20 w 10"/>
                  <a:gd name="T7" fmla="*/ 19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0" y="12"/>
                    </a:moveTo>
                    <a:cubicBezTo>
                      <a:pt x="2" y="9"/>
                      <a:pt x="2" y="4"/>
                      <a:pt x="6" y="2"/>
                    </a:cubicBezTo>
                    <a:cubicBezTo>
                      <a:pt x="7" y="1"/>
                      <a:pt x="10" y="0"/>
                      <a:pt x="9" y="3"/>
                    </a:cubicBezTo>
                    <a:cubicBezTo>
                      <a:pt x="5" y="3"/>
                      <a:pt x="5" y="9"/>
                      <a:pt x="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75" name="Freeform 362">
                <a:extLst>
                  <a:ext uri="{FF2B5EF4-FFF2-40B4-BE49-F238E27FC236}">
                    <a16:creationId xmlns:a16="http://schemas.microsoft.com/office/drawing/2014/main" id="{9E78215F-ABC1-47E3-8D69-71EDD3753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355"/>
                <a:ext cx="40" cy="48"/>
              </a:xfrm>
              <a:custGeom>
                <a:avLst/>
                <a:gdLst>
                  <a:gd name="T0" fmla="*/ 0 w 16"/>
                  <a:gd name="T1" fmla="*/ 320 h 18"/>
                  <a:gd name="T2" fmla="*/ 250 w 16"/>
                  <a:gd name="T3" fmla="*/ 93 h 18"/>
                  <a:gd name="T4" fmla="*/ 158 w 16"/>
                  <a:gd name="T5" fmla="*/ 341 h 18"/>
                  <a:gd name="T6" fmla="*/ 33 w 16"/>
                  <a:gd name="T7" fmla="*/ 26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0" y="17"/>
                    </a:moveTo>
                    <a:cubicBezTo>
                      <a:pt x="0" y="12"/>
                      <a:pt x="15" y="0"/>
                      <a:pt x="16" y="5"/>
                    </a:cubicBezTo>
                    <a:cubicBezTo>
                      <a:pt x="10" y="6"/>
                      <a:pt x="9" y="14"/>
                      <a:pt x="10" y="18"/>
                    </a:cubicBezTo>
                    <a:cubicBezTo>
                      <a:pt x="9" y="15"/>
                      <a:pt x="6" y="11"/>
                      <a:pt x="2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76" name="Freeform 363">
                <a:extLst>
                  <a:ext uri="{FF2B5EF4-FFF2-40B4-BE49-F238E27FC236}">
                    <a16:creationId xmlns:a16="http://schemas.microsoft.com/office/drawing/2014/main" id="{72222D75-FAC5-4BC1-85B5-FBCC8AC50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488"/>
                <a:ext cx="28" cy="45"/>
              </a:xfrm>
              <a:custGeom>
                <a:avLst/>
                <a:gdLst>
                  <a:gd name="T0" fmla="*/ 0 w 11"/>
                  <a:gd name="T1" fmla="*/ 315 h 17"/>
                  <a:gd name="T2" fmla="*/ 181 w 11"/>
                  <a:gd name="T3" fmla="*/ 77 h 17"/>
                  <a:gd name="T4" fmla="*/ 130 w 11"/>
                  <a:gd name="T5" fmla="*/ 294 h 17"/>
                  <a:gd name="T6" fmla="*/ 51 w 11"/>
                  <a:gd name="T7" fmla="*/ 28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0" y="17"/>
                    </a:moveTo>
                    <a:cubicBezTo>
                      <a:pt x="1" y="14"/>
                      <a:pt x="5" y="0"/>
                      <a:pt x="11" y="4"/>
                    </a:cubicBezTo>
                    <a:cubicBezTo>
                      <a:pt x="7" y="7"/>
                      <a:pt x="5" y="11"/>
                      <a:pt x="8" y="16"/>
                    </a:cubicBezTo>
                    <a:cubicBezTo>
                      <a:pt x="7" y="14"/>
                      <a:pt x="5" y="13"/>
                      <a:pt x="3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77" name="Freeform 364">
                <a:extLst>
                  <a:ext uri="{FF2B5EF4-FFF2-40B4-BE49-F238E27FC236}">
                    <a16:creationId xmlns:a16="http://schemas.microsoft.com/office/drawing/2014/main" id="{2DABE6C0-3E23-4158-A414-BFF2A8F22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563"/>
                <a:ext cx="25" cy="29"/>
              </a:xfrm>
              <a:custGeom>
                <a:avLst/>
                <a:gdLst>
                  <a:gd name="T0" fmla="*/ 0 w 10"/>
                  <a:gd name="T1" fmla="*/ 200 h 11"/>
                  <a:gd name="T2" fmla="*/ 158 w 10"/>
                  <a:gd name="T3" fmla="*/ 0 h 11"/>
                  <a:gd name="T4" fmla="*/ 113 w 10"/>
                  <a:gd name="T5" fmla="*/ 200 h 11"/>
                  <a:gd name="T6" fmla="*/ 50 w 10"/>
                  <a:gd name="T7" fmla="*/ 16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0" y="7"/>
                      <a:pt x="5" y="0"/>
                      <a:pt x="10" y="0"/>
                    </a:cubicBezTo>
                    <a:cubicBezTo>
                      <a:pt x="8" y="3"/>
                      <a:pt x="4" y="8"/>
                      <a:pt x="7" y="11"/>
                    </a:cubicBezTo>
                    <a:cubicBezTo>
                      <a:pt x="6" y="10"/>
                      <a:pt x="5" y="9"/>
                      <a:pt x="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78" name="Freeform 365">
                <a:extLst>
                  <a:ext uri="{FF2B5EF4-FFF2-40B4-BE49-F238E27FC236}">
                    <a16:creationId xmlns:a16="http://schemas.microsoft.com/office/drawing/2014/main" id="{5B52F70A-0007-4120-9709-DD1B50F6B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568"/>
                <a:ext cx="52" cy="21"/>
              </a:xfrm>
              <a:custGeom>
                <a:avLst/>
                <a:gdLst>
                  <a:gd name="T0" fmla="*/ 0 w 21"/>
                  <a:gd name="T1" fmla="*/ 110 h 8"/>
                  <a:gd name="T2" fmla="*/ 319 w 21"/>
                  <a:gd name="T3" fmla="*/ 21 h 8"/>
                  <a:gd name="T4" fmla="*/ 166 w 21"/>
                  <a:gd name="T5" fmla="*/ 144 h 8"/>
                  <a:gd name="T6" fmla="*/ 92 w 21"/>
                  <a:gd name="T7" fmla="*/ 7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">
                    <a:moveTo>
                      <a:pt x="0" y="6"/>
                    </a:moveTo>
                    <a:cubicBezTo>
                      <a:pt x="5" y="0"/>
                      <a:pt x="13" y="0"/>
                      <a:pt x="21" y="1"/>
                    </a:cubicBezTo>
                    <a:cubicBezTo>
                      <a:pt x="16" y="2"/>
                      <a:pt x="11" y="3"/>
                      <a:pt x="11" y="8"/>
                    </a:cubicBezTo>
                    <a:cubicBezTo>
                      <a:pt x="9" y="7"/>
                      <a:pt x="8" y="5"/>
                      <a:pt x="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79" name="Freeform 366">
                <a:extLst>
                  <a:ext uri="{FF2B5EF4-FFF2-40B4-BE49-F238E27FC236}">
                    <a16:creationId xmlns:a16="http://schemas.microsoft.com/office/drawing/2014/main" id="{2B0B2CD6-876D-4095-B31C-DB37E1F82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571"/>
                <a:ext cx="45" cy="24"/>
              </a:xfrm>
              <a:custGeom>
                <a:avLst/>
                <a:gdLst>
                  <a:gd name="T0" fmla="*/ 0 w 18"/>
                  <a:gd name="T1" fmla="*/ 171 h 9"/>
                  <a:gd name="T2" fmla="*/ 113 w 18"/>
                  <a:gd name="T3" fmla="*/ 21 h 9"/>
                  <a:gd name="T4" fmla="*/ 283 w 18"/>
                  <a:gd name="T5" fmla="*/ 77 h 9"/>
                  <a:gd name="T6" fmla="*/ 50 w 18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0" y="9"/>
                    </a:moveTo>
                    <a:cubicBezTo>
                      <a:pt x="1" y="6"/>
                      <a:pt x="3" y="2"/>
                      <a:pt x="7" y="1"/>
                    </a:cubicBezTo>
                    <a:cubicBezTo>
                      <a:pt x="9" y="0"/>
                      <a:pt x="18" y="1"/>
                      <a:pt x="18" y="4"/>
                    </a:cubicBezTo>
                    <a:cubicBezTo>
                      <a:pt x="13" y="1"/>
                      <a:pt x="5" y="5"/>
                      <a:pt x="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80" name="Freeform 367">
                <a:extLst>
                  <a:ext uri="{FF2B5EF4-FFF2-40B4-BE49-F238E27FC236}">
                    <a16:creationId xmlns:a16="http://schemas.microsoft.com/office/drawing/2014/main" id="{54766928-DA22-421C-80DC-18E9203A5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592"/>
                <a:ext cx="30" cy="29"/>
              </a:xfrm>
              <a:custGeom>
                <a:avLst/>
                <a:gdLst>
                  <a:gd name="T0" fmla="*/ 20 w 12"/>
                  <a:gd name="T1" fmla="*/ 200 h 11"/>
                  <a:gd name="T2" fmla="*/ 188 w 12"/>
                  <a:gd name="T3" fmla="*/ 111 h 11"/>
                  <a:gd name="T4" fmla="*/ 83 w 12"/>
                  <a:gd name="T5" fmla="*/ 16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" y="11"/>
                    </a:moveTo>
                    <a:cubicBezTo>
                      <a:pt x="0" y="6"/>
                      <a:pt x="9" y="0"/>
                      <a:pt x="12" y="6"/>
                    </a:cubicBezTo>
                    <a:cubicBezTo>
                      <a:pt x="9" y="4"/>
                      <a:pt x="7" y="7"/>
                      <a:pt x="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81" name="Freeform 368">
                <a:extLst>
                  <a:ext uri="{FF2B5EF4-FFF2-40B4-BE49-F238E27FC236}">
                    <a16:creationId xmlns:a16="http://schemas.microsoft.com/office/drawing/2014/main" id="{E1D2A99E-3D12-4777-B499-79F54F13F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632"/>
                <a:ext cx="38" cy="24"/>
              </a:xfrm>
              <a:custGeom>
                <a:avLst/>
                <a:gdLst>
                  <a:gd name="T0" fmla="*/ 20 w 15"/>
                  <a:gd name="T1" fmla="*/ 171 h 9"/>
                  <a:gd name="T2" fmla="*/ 84 w 15"/>
                  <a:gd name="T3" fmla="*/ 35 h 9"/>
                  <a:gd name="T4" fmla="*/ 243 w 15"/>
                  <a:gd name="T5" fmla="*/ 56 h 9"/>
                  <a:gd name="T6" fmla="*/ 51 w 15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" y="9"/>
                    </a:moveTo>
                    <a:cubicBezTo>
                      <a:pt x="1" y="5"/>
                      <a:pt x="0" y="4"/>
                      <a:pt x="5" y="2"/>
                    </a:cubicBezTo>
                    <a:cubicBezTo>
                      <a:pt x="8" y="1"/>
                      <a:pt x="13" y="0"/>
                      <a:pt x="15" y="3"/>
                    </a:cubicBezTo>
                    <a:cubicBezTo>
                      <a:pt x="11" y="2"/>
                      <a:pt x="4" y="3"/>
                      <a:pt x="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82" name="Freeform 369">
                <a:extLst>
                  <a:ext uri="{FF2B5EF4-FFF2-40B4-BE49-F238E27FC236}">
                    <a16:creationId xmlns:a16="http://schemas.microsoft.com/office/drawing/2014/main" id="{C199F595-344B-4DD5-93FE-422E5399A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696"/>
                <a:ext cx="25" cy="24"/>
              </a:xfrm>
              <a:custGeom>
                <a:avLst/>
                <a:gdLst>
                  <a:gd name="T0" fmla="*/ 0 w 10"/>
                  <a:gd name="T1" fmla="*/ 171 h 9"/>
                  <a:gd name="T2" fmla="*/ 158 w 10"/>
                  <a:gd name="T3" fmla="*/ 77 h 9"/>
                  <a:gd name="T4" fmla="*/ 63 w 10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9"/>
                    </a:moveTo>
                    <a:cubicBezTo>
                      <a:pt x="0" y="3"/>
                      <a:pt x="4" y="0"/>
                      <a:pt x="10" y="4"/>
                    </a:cubicBezTo>
                    <a:cubicBezTo>
                      <a:pt x="8" y="3"/>
                      <a:pt x="5" y="4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83" name="Freeform 370">
                <a:extLst>
                  <a:ext uri="{FF2B5EF4-FFF2-40B4-BE49-F238E27FC236}">
                    <a16:creationId xmlns:a16="http://schemas.microsoft.com/office/drawing/2014/main" id="{3ADF421C-BE47-4FE9-9909-0795D17DA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600"/>
                <a:ext cx="35" cy="37"/>
              </a:xfrm>
              <a:custGeom>
                <a:avLst/>
                <a:gdLst>
                  <a:gd name="T0" fmla="*/ 220 w 14"/>
                  <a:gd name="T1" fmla="*/ 0 h 14"/>
                  <a:gd name="T2" fmla="*/ 113 w 14"/>
                  <a:gd name="T3" fmla="*/ 77 h 14"/>
                  <a:gd name="T4" fmla="*/ 33 w 14"/>
                  <a:gd name="T5" fmla="*/ 259 h 14"/>
                  <a:gd name="T6" fmla="*/ 208 w 14"/>
                  <a:gd name="T7" fmla="*/ 148 h 14"/>
                  <a:gd name="T8" fmla="*/ 208 w 14"/>
                  <a:gd name="T9" fmla="*/ 2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4" y="0"/>
                    </a:moveTo>
                    <a:cubicBezTo>
                      <a:pt x="11" y="1"/>
                      <a:pt x="9" y="2"/>
                      <a:pt x="7" y="4"/>
                    </a:cubicBezTo>
                    <a:cubicBezTo>
                      <a:pt x="5" y="5"/>
                      <a:pt x="0" y="13"/>
                      <a:pt x="2" y="14"/>
                    </a:cubicBezTo>
                    <a:cubicBezTo>
                      <a:pt x="4" y="11"/>
                      <a:pt x="8" y="4"/>
                      <a:pt x="13" y="8"/>
                    </a:cubicBezTo>
                    <a:cubicBezTo>
                      <a:pt x="13" y="6"/>
                      <a:pt x="11" y="3"/>
                      <a:pt x="1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84" name="Freeform 371">
                <a:extLst>
                  <a:ext uri="{FF2B5EF4-FFF2-40B4-BE49-F238E27FC236}">
                    <a16:creationId xmlns:a16="http://schemas.microsoft.com/office/drawing/2014/main" id="{4F6125EF-BFBF-456B-B7AD-78E89414D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653"/>
                <a:ext cx="187" cy="176"/>
              </a:xfrm>
              <a:custGeom>
                <a:avLst/>
                <a:gdLst>
                  <a:gd name="T0" fmla="*/ 0 w 75"/>
                  <a:gd name="T1" fmla="*/ 1251 h 66"/>
                  <a:gd name="T2" fmla="*/ 187 w 75"/>
                  <a:gd name="T3" fmla="*/ 968 h 66"/>
                  <a:gd name="T4" fmla="*/ 324 w 75"/>
                  <a:gd name="T5" fmla="*/ 832 h 66"/>
                  <a:gd name="T6" fmla="*/ 416 w 75"/>
                  <a:gd name="T7" fmla="*/ 832 h 66"/>
                  <a:gd name="T8" fmla="*/ 449 w 75"/>
                  <a:gd name="T9" fmla="*/ 776 h 66"/>
                  <a:gd name="T10" fmla="*/ 571 w 75"/>
                  <a:gd name="T11" fmla="*/ 605 h 66"/>
                  <a:gd name="T12" fmla="*/ 790 w 75"/>
                  <a:gd name="T13" fmla="*/ 512 h 66"/>
                  <a:gd name="T14" fmla="*/ 962 w 75"/>
                  <a:gd name="T15" fmla="*/ 307 h 66"/>
                  <a:gd name="T16" fmla="*/ 1057 w 75"/>
                  <a:gd name="T17" fmla="*/ 248 h 66"/>
                  <a:gd name="T18" fmla="*/ 1149 w 75"/>
                  <a:gd name="T19" fmla="*/ 192 h 66"/>
                  <a:gd name="T20" fmla="*/ 1087 w 75"/>
                  <a:gd name="T21" fmla="*/ 149 h 66"/>
                  <a:gd name="T22" fmla="*/ 962 w 75"/>
                  <a:gd name="T23" fmla="*/ 93 h 66"/>
                  <a:gd name="T24" fmla="*/ 820 w 75"/>
                  <a:gd name="T25" fmla="*/ 0 h 66"/>
                  <a:gd name="T26" fmla="*/ 416 w 75"/>
                  <a:gd name="T27" fmla="*/ 363 h 66"/>
                  <a:gd name="T28" fmla="*/ 62 w 75"/>
                  <a:gd name="T29" fmla="*/ 648 h 66"/>
                  <a:gd name="T30" fmla="*/ 42 w 75"/>
                  <a:gd name="T31" fmla="*/ 661 h 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5" h="66">
                    <a:moveTo>
                      <a:pt x="0" y="66"/>
                    </a:moveTo>
                    <a:cubicBezTo>
                      <a:pt x="4" y="66"/>
                      <a:pt x="9" y="54"/>
                      <a:pt x="12" y="51"/>
                    </a:cubicBezTo>
                    <a:cubicBezTo>
                      <a:pt x="14" y="49"/>
                      <a:pt x="18" y="46"/>
                      <a:pt x="21" y="44"/>
                    </a:cubicBezTo>
                    <a:cubicBezTo>
                      <a:pt x="23" y="44"/>
                      <a:pt x="25" y="44"/>
                      <a:pt x="27" y="44"/>
                    </a:cubicBezTo>
                    <a:cubicBezTo>
                      <a:pt x="29" y="43"/>
                      <a:pt x="28" y="43"/>
                      <a:pt x="29" y="41"/>
                    </a:cubicBezTo>
                    <a:cubicBezTo>
                      <a:pt x="32" y="37"/>
                      <a:pt x="34" y="35"/>
                      <a:pt x="37" y="32"/>
                    </a:cubicBezTo>
                    <a:cubicBezTo>
                      <a:pt x="40" y="30"/>
                      <a:pt x="47" y="25"/>
                      <a:pt x="51" y="27"/>
                    </a:cubicBezTo>
                    <a:cubicBezTo>
                      <a:pt x="53" y="22"/>
                      <a:pt x="58" y="19"/>
                      <a:pt x="62" y="16"/>
                    </a:cubicBezTo>
                    <a:cubicBezTo>
                      <a:pt x="64" y="15"/>
                      <a:pt x="66" y="13"/>
                      <a:pt x="68" y="13"/>
                    </a:cubicBezTo>
                    <a:cubicBezTo>
                      <a:pt x="69" y="12"/>
                      <a:pt x="73" y="11"/>
                      <a:pt x="74" y="10"/>
                    </a:cubicBezTo>
                    <a:cubicBezTo>
                      <a:pt x="75" y="8"/>
                      <a:pt x="72" y="8"/>
                      <a:pt x="70" y="8"/>
                    </a:cubicBezTo>
                    <a:cubicBezTo>
                      <a:pt x="67" y="8"/>
                      <a:pt x="65" y="7"/>
                      <a:pt x="62" y="5"/>
                    </a:cubicBezTo>
                    <a:cubicBezTo>
                      <a:pt x="59" y="3"/>
                      <a:pt x="56" y="2"/>
                      <a:pt x="53" y="0"/>
                    </a:cubicBezTo>
                    <a:cubicBezTo>
                      <a:pt x="66" y="12"/>
                      <a:pt x="36" y="30"/>
                      <a:pt x="27" y="19"/>
                    </a:cubicBezTo>
                    <a:cubicBezTo>
                      <a:pt x="30" y="29"/>
                      <a:pt x="12" y="47"/>
                      <a:pt x="4" y="34"/>
                    </a:cubicBezTo>
                    <a:cubicBezTo>
                      <a:pt x="4" y="35"/>
                      <a:pt x="3" y="35"/>
                      <a:pt x="3" y="35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85" name="Freeform 372">
                <a:extLst>
                  <a:ext uri="{FF2B5EF4-FFF2-40B4-BE49-F238E27FC236}">
                    <a16:creationId xmlns:a16="http://schemas.microsoft.com/office/drawing/2014/main" id="{80594B7D-8A3A-4A6B-9FEE-3B184CAD2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571"/>
                <a:ext cx="90" cy="109"/>
              </a:xfrm>
              <a:custGeom>
                <a:avLst/>
                <a:gdLst>
                  <a:gd name="T0" fmla="*/ 395 w 36"/>
                  <a:gd name="T1" fmla="*/ 149 h 41"/>
                  <a:gd name="T2" fmla="*/ 208 w 36"/>
                  <a:gd name="T3" fmla="*/ 622 h 41"/>
                  <a:gd name="T4" fmla="*/ 208 w 36"/>
                  <a:gd name="T5" fmla="*/ 750 h 41"/>
                  <a:gd name="T6" fmla="*/ 113 w 36"/>
                  <a:gd name="T7" fmla="*/ 750 h 41"/>
                  <a:gd name="T8" fmla="*/ 33 w 36"/>
                  <a:gd name="T9" fmla="*/ 771 h 41"/>
                  <a:gd name="T10" fmla="*/ 20 w 36"/>
                  <a:gd name="T11" fmla="*/ 715 h 41"/>
                  <a:gd name="T12" fmla="*/ 50 w 36"/>
                  <a:gd name="T13" fmla="*/ 601 h 41"/>
                  <a:gd name="T14" fmla="*/ 95 w 36"/>
                  <a:gd name="T15" fmla="*/ 431 h 41"/>
                  <a:gd name="T16" fmla="*/ 188 w 36"/>
                  <a:gd name="T17" fmla="*/ 261 h 41"/>
                  <a:gd name="T18" fmla="*/ 208 w 36"/>
                  <a:gd name="T19" fmla="*/ 170 h 41"/>
                  <a:gd name="T20" fmla="*/ 375 w 36"/>
                  <a:gd name="T21" fmla="*/ 77 h 41"/>
                  <a:gd name="T22" fmla="*/ 563 w 36"/>
                  <a:gd name="T23" fmla="*/ 0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" h="41">
                    <a:moveTo>
                      <a:pt x="25" y="8"/>
                    </a:moveTo>
                    <a:cubicBezTo>
                      <a:pt x="17" y="11"/>
                      <a:pt x="12" y="26"/>
                      <a:pt x="13" y="33"/>
                    </a:cubicBezTo>
                    <a:cubicBezTo>
                      <a:pt x="13" y="35"/>
                      <a:pt x="15" y="39"/>
                      <a:pt x="13" y="40"/>
                    </a:cubicBezTo>
                    <a:cubicBezTo>
                      <a:pt x="12" y="41"/>
                      <a:pt x="8" y="40"/>
                      <a:pt x="7" y="40"/>
                    </a:cubicBezTo>
                    <a:cubicBezTo>
                      <a:pt x="5" y="40"/>
                      <a:pt x="4" y="40"/>
                      <a:pt x="2" y="41"/>
                    </a:cubicBezTo>
                    <a:cubicBezTo>
                      <a:pt x="5" y="39"/>
                      <a:pt x="1" y="39"/>
                      <a:pt x="1" y="38"/>
                    </a:cubicBezTo>
                    <a:cubicBezTo>
                      <a:pt x="0" y="36"/>
                      <a:pt x="2" y="34"/>
                      <a:pt x="3" y="32"/>
                    </a:cubicBezTo>
                    <a:cubicBezTo>
                      <a:pt x="4" y="29"/>
                      <a:pt x="4" y="26"/>
                      <a:pt x="6" y="23"/>
                    </a:cubicBezTo>
                    <a:cubicBezTo>
                      <a:pt x="8" y="20"/>
                      <a:pt x="10" y="17"/>
                      <a:pt x="12" y="14"/>
                    </a:cubicBezTo>
                    <a:cubicBezTo>
                      <a:pt x="14" y="13"/>
                      <a:pt x="15" y="11"/>
                      <a:pt x="13" y="9"/>
                    </a:cubicBezTo>
                    <a:cubicBezTo>
                      <a:pt x="17" y="10"/>
                      <a:pt x="22" y="6"/>
                      <a:pt x="24" y="4"/>
                    </a:cubicBezTo>
                    <a:cubicBezTo>
                      <a:pt x="28" y="0"/>
                      <a:pt x="30" y="0"/>
                      <a:pt x="36" y="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86" name="Freeform 373">
                <a:extLst>
                  <a:ext uri="{FF2B5EF4-FFF2-40B4-BE49-F238E27FC236}">
                    <a16:creationId xmlns:a16="http://schemas.microsoft.com/office/drawing/2014/main" id="{90F5B190-FDA6-4ED3-B503-970452A9E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661"/>
                <a:ext cx="62" cy="54"/>
              </a:xfrm>
              <a:custGeom>
                <a:avLst/>
                <a:gdLst>
                  <a:gd name="T0" fmla="*/ 12 w 25"/>
                  <a:gd name="T1" fmla="*/ 373 h 20"/>
                  <a:gd name="T2" fmla="*/ 216 w 25"/>
                  <a:gd name="T3" fmla="*/ 176 h 20"/>
                  <a:gd name="T4" fmla="*/ 382 w 25"/>
                  <a:gd name="T5" fmla="*/ 81 h 20"/>
                  <a:gd name="T6" fmla="*/ 290 w 25"/>
                  <a:gd name="T7" fmla="*/ 0 h 20"/>
                  <a:gd name="T8" fmla="*/ 166 w 25"/>
                  <a:gd name="T9" fmla="*/ 22 h 20"/>
                  <a:gd name="T10" fmla="*/ 0 w 25"/>
                  <a:gd name="T11" fmla="*/ 394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1" y="19"/>
                    </a:moveTo>
                    <a:cubicBezTo>
                      <a:pt x="6" y="14"/>
                      <a:pt x="6" y="12"/>
                      <a:pt x="14" y="9"/>
                    </a:cubicBezTo>
                    <a:cubicBezTo>
                      <a:pt x="18" y="8"/>
                      <a:pt x="22" y="7"/>
                      <a:pt x="25" y="4"/>
                    </a:cubicBezTo>
                    <a:cubicBezTo>
                      <a:pt x="22" y="3"/>
                      <a:pt x="21" y="2"/>
                      <a:pt x="19" y="0"/>
                    </a:cubicBezTo>
                    <a:cubicBezTo>
                      <a:pt x="17" y="4"/>
                      <a:pt x="16" y="3"/>
                      <a:pt x="11" y="1"/>
                    </a:cubicBezTo>
                    <a:cubicBezTo>
                      <a:pt x="8" y="6"/>
                      <a:pt x="0" y="16"/>
                      <a:pt x="0" y="2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87" name="Freeform 374">
                <a:extLst>
                  <a:ext uri="{FF2B5EF4-FFF2-40B4-BE49-F238E27FC236}">
                    <a16:creationId xmlns:a16="http://schemas.microsoft.com/office/drawing/2014/main" id="{99D7FCFD-0223-426E-8016-5D35F6356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509"/>
                <a:ext cx="122" cy="67"/>
              </a:xfrm>
              <a:custGeom>
                <a:avLst/>
                <a:gdLst>
                  <a:gd name="T0" fmla="*/ 0 w 49"/>
                  <a:gd name="T1" fmla="*/ 209 h 25"/>
                  <a:gd name="T2" fmla="*/ 682 w 49"/>
                  <a:gd name="T3" fmla="*/ 0 h 25"/>
                  <a:gd name="T4" fmla="*/ 757 w 49"/>
                  <a:gd name="T5" fmla="*/ 137 h 25"/>
                  <a:gd name="T6" fmla="*/ 682 w 49"/>
                  <a:gd name="T7" fmla="*/ 330 h 25"/>
                  <a:gd name="T8" fmla="*/ 229 w 49"/>
                  <a:gd name="T9" fmla="*/ 30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5">
                    <a:moveTo>
                      <a:pt x="0" y="11"/>
                    </a:moveTo>
                    <a:cubicBezTo>
                      <a:pt x="13" y="10"/>
                      <a:pt x="38" y="15"/>
                      <a:pt x="44" y="0"/>
                    </a:cubicBezTo>
                    <a:cubicBezTo>
                      <a:pt x="48" y="2"/>
                      <a:pt x="49" y="4"/>
                      <a:pt x="49" y="7"/>
                    </a:cubicBezTo>
                    <a:cubicBezTo>
                      <a:pt x="49" y="8"/>
                      <a:pt x="45" y="16"/>
                      <a:pt x="44" y="17"/>
                    </a:cubicBezTo>
                    <a:cubicBezTo>
                      <a:pt x="36" y="25"/>
                      <a:pt x="24" y="19"/>
                      <a:pt x="15" y="16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88" name="Freeform 375">
                <a:extLst>
                  <a:ext uri="{FF2B5EF4-FFF2-40B4-BE49-F238E27FC236}">
                    <a16:creationId xmlns:a16="http://schemas.microsoft.com/office/drawing/2014/main" id="{F2792928-2843-4ED3-B0C8-4A28E8C27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787"/>
                <a:ext cx="55" cy="48"/>
              </a:xfrm>
              <a:custGeom>
                <a:avLst/>
                <a:gdLst>
                  <a:gd name="T0" fmla="*/ 300 w 22"/>
                  <a:gd name="T1" fmla="*/ 0 h 18"/>
                  <a:gd name="T2" fmla="*/ 20 w 22"/>
                  <a:gd name="T3" fmla="*/ 341 h 18"/>
                  <a:gd name="T4" fmla="*/ 345 w 22"/>
                  <a:gd name="T5" fmla="*/ 3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9" y="0"/>
                    </a:moveTo>
                    <a:cubicBezTo>
                      <a:pt x="12" y="4"/>
                      <a:pt x="0" y="9"/>
                      <a:pt x="1" y="18"/>
                    </a:cubicBezTo>
                    <a:cubicBezTo>
                      <a:pt x="5" y="12"/>
                      <a:pt x="14" y="4"/>
                      <a:pt x="2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89" name="Freeform 376">
                <a:extLst>
                  <a:ext uri="{FF2B5EF4-FFF2-40B4-BE49-F238E27FC236}">
                    <a16:creationId xmlns:a16="http://schemas.microsoft.com/office/drawing/2014/main" id="{B4904010-0A63-4492-A2B9-DF07A9DDD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837"/>
                <a:ext cx="70" cy="35"/>
              </a:xfrm>
              <a:custGeom>
                <a:avLst/>
                <a:gdLst>
                  <a:gd name="T0" fmla="*/ 0 w 28"/>
                  <a:gd name="T1" fmla="*/ 253 h 13"/>
                  <a:gd name="T2" fmla="*/ 438 w 28"/>
                  <a:gd name="T3" fmla="*/ 3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3">
                    <a:moveTo>
                      <a:pt x="0" y="13"/>
                    </a:moveTo>
                    <a:cubicBezTo>
                      <a:pt x="3" y="5"/>
                      <a:pt x="20" y="0"/>
                      <a:pt x="2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90" name="Freeform 377">
                <a:extLst>
                  <a:ext uri="{FF2B5EF4-FFF2-40B4-BE49-F238E27FC236}">
                    <a16:creationId xmlns:a16="http://schemas.microsoft.com/office/drawing/2014/main" id="{A4EA32C2-3823-424C-9C4C-D9E149D93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893"/>
                <a:ext cx="60" cy="30"/>
              </a:xfrm>
              <a:custGeom>
                <a:avLst/>
                <a:gdLst>
                  <a:gd name="T0" fmla="*/ 0 w 24"/>
                  <a:gd name="T1" fmla="*/ 224 h 11"/>
                  <a:gd name="T2" fmla="*/ 375 w 24"/>
                  <a:gd name="T3" fmla="*/ 3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1">
                    <a:moveTo>
                      <a:pt x="0" y="11"/>
                    </a:moveTo>
                    <a:cubicBezTo>
                      <a:pt x="5" y="5"/>
                      <a:pt x="15" y="0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91" name="Freeform 378">
                <a:extLst>
                  <a:ext uri="{FF2B5EF4-FFF2-40B4-BE49-F238E27FC236}">
                    <a16:creationId xmlns:a16="http://schemas.microsoft.com/office/drawing/2014/main" id="{01771CAA-3B8D-42E4-836C-9E2EC69BB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952"/>
                <a:ext cx="67" cy="35"/>
              </a:xfrm>
              <a:custGeom>
                <a:avLst/>
                <a:gdLst>
                  <a:gd name="T0" fmla="*/ 0 w 27"/>
                  <a:gd name="T1" fmla="*/ 253 h 13"/>
                  <a:gd name="T2" fmla="*/ 412 w 2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13"/>
                    </a:moveTo>
                    <a:cubicBezTo>
                      <a:pt x="6" y="4"/>
                      <a:pt x="16" y="2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92" name="Freeform 379">
                <a:extLst>
                  <a:ext uri="{FF2B5EF4-FFF2-40B4-BE49-F238E27FC236}">
                    <a16:creationId xmlns:a16="http://schemas.microsoft.com/office/drawing/2014/main" id="{17B6877D-2B6E-4DA9-81BB-6C8C592E3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739"/>
                <a:ext cx="70" cy="50"/>
              </a:xfrm>
              <a:custGeom>
                <a:avLst/>
                <a:gdLst>
                  <a:gd name="T0" fmla="*/ 0 w 28"/>
                  <a:gd name="T1" fmla="*/ 347 h 19"/>
                  <a:gd name="T2" fmla="*/ 188 w 28"/>
                  <a:gd name="T3" fmla="*/ 124 h 19"/>
                  <a:gd name="T4" fmla="*/ 438 w 28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0" y="19"/>
                    </a:moveTo>
                    <a:cubicBezTo>
                      <a:pt x="4" y="16"/>
                      <a:pt x="8" y="11"/>
                      <a:pt x="12" y="7"/>
                    </a:cubicBezTo>
                    <a:cubicBezTo>
                      <a:pt x="18" y="2"/>
                      <a:pt x="20" y="2"/>
                      <a:pt x="2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93" name="Freeform 380">
                <a:extLst>
                  <a:ext uri="{FF2B5EF4-FFF2-40B4-BE49-F238E27FC236}">
                    <a16:creationId xmlns:a16="http://schemas.microsoft.com/office/drawing/2014/main" id="{406250A1-66A2-45D0-9C85-CFF62E663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3027"/>
                <a:ext cx="65" cy="34"/>
              </a:xfrm>
              <a:custGeom>
                <a:avLst/>
                <a:gdLst>
                  <a:gd name="T0" fmla="*/ 0 w 26"/>
                  <a:gd name="T1" fmla="*/ 233 h 13"/>
                  <a:gd name="T2" fmla="*/ 408 w 2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3">
                    <a:moveTo>
                      <a:pt x="0" y="13"/>
                    </a:moveTo>
                    <a:cubicBezTo>
                      <a:pt x="9" y="7"/>
                      <a:pt x="13" y="0"/>
                      <a:pt x="2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94" name="Freeform 381">
                <a:extLst>
                  <a:ext uri="{FF2B5EF4-FFF2-40B4-BE49-F238E27FC236}">
                    <a16:creationId xmlns:a16="http://schemas.microsoft.com/office/drawing/2014/main" id="{EE835EBB-3E8C-4CC3-BF6B-46504269C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3088"/>
                <a:ext cx="58" cy="13"/>
              </a:xfrm>
              <a:custGeom>
                <a:avLst/>
                <a:gdLst>
                  <a:gd name="T0" fmla="*/ 0 w 23"/>
                  <a:gd name="T1" fmla="*/ 88 h 5"/>
                  <a:gd name="T2" fmla="*/ 368 w 2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8" y="1"/>
                      <a:pt x="13" y="0"/>
                      <a:pt x="2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95" name="Freeform 382">
                <a:extLst>
                  <a:ext uri="{FF2B5EF4-FFF2-40B4-BE49-F238E27FC236}">
                    <a16:creationId xmlns:a16="http://schemas.microsoft.com/office/drawing/2014/main" id="{44807093-00E3-41D6-9F11-82AB58D2D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3123"/>
                <a:ext cx="52" cy="26"/>
              </a:xfrm>
              <a:custGeom>
                <a:avLst/>
                <a:gdLst>
                  <a:gd name="T0" fmla="*/ 12 w 21"/>
                  <a:gd name="T1" fmla="*/ 177 h 10"/>
                  <a:gd name="T2" fmla="*/ 319 w 21"/>
                  <a:gd name="T3" fmla="*/ 68 h 10"/>
                  <a:gd name="T4" fmla="*/ 104 w 21"/>
                  <a:gd name="T5" fmla="*/ 1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0">
                    <a:moveTo>
                      <a:pt x="1" y="10"/>
                    </a:moveTo>
                    <a:cubicBezTo>
                      <a:pt x="0" y="2"/>
                      <a:pt x="16" y="0"/>
                      <a:pt x="21" y="4"/>
                    </a:cubicBezTo>
                    <a:cubicBezTo>
                      <a:pt x="16" y="5"/>
                      <a:pt x="9" y="5"/>
                      <a:pt x="7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96" name="Freeform 383">
                <a:extLst>
                  <a:ext uri="{FF2B5EF4-FFF2-40B4-BE49-F238E27FC236}">
                    <a16:creationId xmlns:a16="http://schemas.microsoft.com/office/drawing/2014/main" id="{9B668B86-91CB-48DF-8195-34FABF2D5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163"/>
                <a:ext cx="50" cy="42"/>
              </a:xfrm>
              <a:custGeom>
                <a:avLst/>
                <a:gdLst>
                  <a:gd name="T0" fmla="*/ 50 w 20"/>
                  <a:gd name="T1" fmla="*/ 289 h 16"/>
                  <a:gd name="T2" fmla="*/ 313 w 20"/>
                  <a:gd name="T3" fmla="*/ 123 h 16"/>
                  <a:gd name="T4" fmla="*/ 113 w 20"/>
                  <a:gd name="T5" fmla="*/ 16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3" y="16"/>
                    </a:moveTo>
                    <a:cubicBezTo>
                      <a:pt x="0" y="8"/>
                      <a:pt x="14" y="0"/>
                      <a:pt x="20" y="7"/>
                    </a:cubicBezTo>
                    <a:cubicBezTo>
                      <a:pt x="16" y="6"/>
                      <a:pt x="10" y="6"/>
                      <a:pt x="7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97" name="Freeform 384">
                <a:extLst>
                  <a:ext uri="{FF2B5EF4-FFF2-40B4-BE49-F238E27FC236}">
                    <a16:creationId xmlns:a16="http://schemas.microsoft.com/office/drawing/2014/main" id="{89B95BE8-2D43-434B-ABCB-542D4EF2E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3221"/>
                <a:ext cx="62" cy="30"/>
              </a:xfrm>
              <a:custGeom>
                <a:avLst/>
                <a:gdLst>
                  <a:gd name="T0" fmla="*/ 42 w 25"/>
                  <a:gd name="T1" fmla="*/ 224 h 11"/>
                  <a:gd name="T2" fmla="*/ 382 w 25"/>
                  <a:gd name="T3" fmla="*/ 3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1">
                    <a:moveTo>
                      <a:pt x="3" y="11"/>
                    </a:moveTo>
                    <a:cubicBezTo>
                      <a:pt x="0" y="0"/>
                      <a:pt x="18" y="4"/>
                      <a:pt x="2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98" name="Freeform 385">
                <a:extLst>
                  <a:ext uri="{FF2B5EF4-FFF2-40B4-BE49-F238E27FC236}">
                    <a16:creationId xmlns:a16="http://schemas.microsoft.com/office/drawing/2014/main" id="{F0DC7B6D-3BD5-4968-8E55-644C4D80D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3275"/>
                <a:ext cx="65" cy="21"/>
              </a:xfrm>
              <a:custGeom>
                <a:avLst/>
                <a:gdLst>
                  <a:gd name="T0" fmla="*/ 83 w 26"/>
                  <a:gd name="T1" fmla="*/ 144 h 8"/>
                  <a:gd name="T2" fmla="*/ 158 w 26"/>
                  <a:gd name="T3" fmla="*/ 0 h 8"/>
                  <a:gd name="T4" fmla="*/ 283 w 26"/>
                  <a:gd name="T5" fmla="*/ 34 h 8"/>
                  <a:gd name="T6" fmla="*/ 408 w 26"/>
                  <a:gd name="T7" fmla="*/ 0 h 8"/>
                  <a:gd name="T8" fmla="*/ 145 w 26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8">
                    <a:moveTo>
                      <a:pt x="5" y="8"/>
                    </a:moveTo>
                    <a:cubicBezTo>
                      <a:pt x="0" y="3"/>
                      <a:pt x="5" y="1"/>
                      <a:pt x="10" y="0"/>
                    </a:cubicBezTo>
                    <a:cubicBezTo>
                      <a:pt x="12" y="0"/>
                      <a:pt x="15" y="2"/>
                      <a:pt x="18" y="2"/>
                    </a:cubicBezTo>
                    <a:cubicBezTo>
                      <a:pt x="21" y="1"/>
                      <a:pt x="23" y="0"/>
                      <a:pt x="26" y="0"/>
                    </a:cubicBezTo>
                    <a:cubicBezTo>
                      <a:pt x="22" y="5"/>
                      <a:pt x="14" y="2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99" name="Freeform 386">
                <a:extLst>
                  <a:ext uri="{FF2B5EF4-FFF2-40B4-BE49-F238E27FC236}">
                    <a16:creationId xmlns:a16="http://schemas.microsoft.com/office/drawing/2014/main" id="{0BDF867F-3FA9-4D15-91D2-A530FF265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3323"/>
                <a:ext cx="33" cy="29"/>
              </a:xfrm>
              <a:custGeom>
                <a:avLst/>
                <a:gdLst>
                  <a:gd name="T0" fmla="*/ 20 w 13"/>
                  <a:gd name="T1" fmla="*/ 0 h 11"/>
                  <a:gd name="T2" fmla="*/ 213 w 13"/>
                  <a:gd name="T3" fmla="*/ 21 h 11"/>
                  <a:gd name="T4" fmla="*/ 63 w 13"/>
                  <a:gd name="T5" fmla="*/ 200 h 11"/>
                  <a:gd name="T6" fmla="*/ 0 w 13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" y="0"/>
                    </a:moveTo>
                    <a:cubicBezTo>
                      <a:pt x="5" y="2"/>
                      <a:pt x="9" y="2"/>
                      <a:pt x="13" y="1"/>
                    </a:cubicBezTo>
                    <a:cubicBezTo>
                      <a:pt x="9" y="4"/>
                      <a:pt x="5" y="6"/>
                      <a:pt x="4" y="11"/>
                    </a:cubicBezTo>
                    <a:cubicBezTo>
                      <a:pt x="3" y="9"/>
                      <a:pt x="2" y="6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00" name="Freeform 387">
                <a:extLst>
                  <a:ext uri="{FF2B5EF4-FFF2-40B4-BE49-F238E27FC236}">
                    <a16:creationId xmlns:a16="http://schemas.microsoft.com/office/drawing/2014/main" id="{3FFF5FF5-B884-4B80-ACB3-0161586F6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885"/>
                <a:ext cx="63" cy="88"/>
              </a:xfrm>
              <a:custGeom>
                <a:avLst/>
                <a:gdLst>
                  <a:gd name="T0" fmla="*/ 401 w 25"/>
                  <a:gd name="T1" fmla="*/ 0 h 33"/>
                  <a:gd name="T2" fmla="*/ 146 w 25"/>
                  <a:gd name="T3" fmla="*/ 627 h 33"/>
                  <a:gd name="T4" fmla="*/ 381 w 25"/>
                  <a:gd name="T5" fmla="*/ 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">
                    <a:moveTo>
                      <a:pt x="25" y="0"/>
                    </a:moveTo>
                    <a:cubicBezTo>
                      <a:pt x="13" y="4"/>
                      <a:pt x="0" y="22"/>
                      <a:pt x="9" y="33"/>
                    </a:cubicBezTo>
                    <a:cubicBezTo>
                      <a:pt x="8" y="21"/>
                      <a:pt x="15" y="12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01" name="Freeform 388">
                <a:extLst>
                  <a:ext uri="{FF2B5EF4-FFF2-40B4-BE49-F238E27FC236}">
                    <a16:creationId xmlns:a16="http://schemas.microsoft.com/office/drawing/2014/main" id="{AF09029F-44D0-454F-9822-829A2FF4B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912"/>
                <a:ext cx="37" cy="91"/>
              </a:xfrm>
              <a:custGeom>
                <a:avLst/>
                <a:gdLst>
                  <a:gd name="T0" fmla="*/ 195 w 15"/>
                  <a:gd name="T1" fmla="*/ 0 h 34"/>
                  <a:gd name="T2" fmla="*/ 42 w 15"/>
                  <a:gd name="T3" fmla="*/ 653 h 34"/>
                  <a:gd name="T4" fmla="*/ 224 w 15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4">
                    <a:moveTo>
                      <a:pt x="13" y="0"/>
                    </a:moveTo>
                    <a:cubicBezTo>
                      <a:pt x="4" y="9"/>
                      <a:pt x="0" y="22"/>
                      <a:pt x="3" y="34"/>
                    </a:cubicBezTo>
                    <a:cubicBezTo>
                      <a:pt x="4" y="23"/>
                      <a:pt x="6" y="9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02" name="Freeform 389">
                <a:extLst>
                  <a:ext uri="{FF2B5EF4-FFF2-40B4-BE49-F238E27FC236}">
                    <a16:creationId xmlns:a16="http://schemas.microsoft.com/office/drawing/2014/main" id="{B6346627-6108-424D-96DE-3B74E59A2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845"/>
                <a:ext cx="63" cy="30"/>
              </a:xfrm>
              <a:custGeom>
                <a:avLst/>
                <a:gdLst>
                  <a:gd name="T0" fmla="*/ 0 w 25"/>
                  <a:gd name="T1" fmla="*/ 82 h 11"/>
                  <a:gd name="T2" fmla="*/ 401 w 25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1">
                    <a:moveTo>
                      <a:pt x="0" y="4"/>
                    </a:moveTo>
                    <a:cubicBezTo>
                      <a:pt x="8" y="0"/>
                      <a:pt x="21" y="7"/>
                      <a:pt x="2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03" name="Freeform 390">
                <a:extLst>
                  <a:ext uri="{FF2B5EF4-FFF2-40B4-BE49-F238E27FC236}">
                    <a16:creationId xmlns:a16="http://schemas.microsoft.com/office/drawing/2014/main" id="{7CB7D2F9-123E-4643-8CD5-09CF70171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872"/>
                <a:ext cx="35" cy="64"/>
              </a:xfrm>
              <a:custGeom>
                <a:avLst/>
                <a:gdLst>
                  <a:gd name="T0" fmla="*/ 208 w 14"/>
                  <a:gd name="T1" fmla="*/ 0 h 24"/>
                  <a:gd name="T2" fmla="*/ 50 w 14"/>
                  <a:gd name="T3" fmla="*/ 456 h 24"/>
                  <a:gd name="T4" fmla="*/ 220 w 14"/>
                  <a:gd name="T5" fmla="*/ 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13" y="0"/>
                    </a:moveTo>
                    <a:cubicBezTo>
                      <a:pt x="0" y="5"/>
                      <a:pt x="3" y="14"/>
                      <a:pt x="3" y="24"/>
                    </a:cubicBezTo>
                    <a:cubicBezTo>
                      <a:pt x="7" y="18"/>
                      <a:pt x="2" y="4"/>
                      <a:pt x="1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04" name="Freeform 391">
                <a:extLst>
                  <a:ext uri="{FF2B5EF4-FFF2-40B4-BE49-F238E27FC236}">
                    <a16:creationId xmlns:a16="http://schemas.microsoft.com/office/drawing/2014/main" id="{97CACEBD-C5A6-4F89-A1A6-8C96A744C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859"/>
                <a:ext cx="78" cy="42"/>
              </a:xfrm>
              <a:custGeom>
                <a:avLst/>
                <a:gdLst>
                  <a:gd name="T0" fmla="*/ 347 w 31"/>
                  <a:gd name="T1" fmla="*/ 0 h 16"/>
                  <a:gd name="T2" fmla="*/ 159 w 31"/>
                  <a:gd name="T3" fmla="*/ 289 h 16"/>
                  <a:gd name="T4" fmla="*/ 476 w 31"/>
                  <a:gd name="T5" fmla="*/ 76 h 16"/>
                  <a:gd name="T6" fmla="*/ 463 w 3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6">
                    <a:moveTo>
                      <a:pt x="22" y="0"/>
                    </a:moveTo>
                    <a:cubicBezTo>
                      <a:pt x="18" y="2"/>
                      <a:pt x="0" y="12"/>
                      <a:pt x="10" y="16"/>
                    </a:cubicBezTo>
                    <a:cubicBezTo>
                      <a:pt x="13" y="10"/>
                      <a:pt x="22" y="0"/>
                      <a:pt x="30" y="4"/>
                    </a:cubicBezTo>
                    <a:cubicBezTo>
                      <a:pt x="31" y="3"/>
                      <a:pt x="30" y="1"/>
                      <a:pt x="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05" name="Freeform 392">
                <a:extLst>
                  <a:ext uri="{FF2B5EF4-FFF2-40B4-BE49-F238E27FC236}">
                    <a16:creationId xmlns:a16="http://schemas.microsoft.com/office/drawing/2014/main" id="{58C57934-56B9-4737-9376-3E5A82D93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832"/>
                <a:ext cx="47" cy="40"/>
              </a:xfrm>
              <a:custGeom>
                <a:avLst/>
                <a:gdLst>
                  <a:gd name="T0" fmla="*/ 287 w 19"/>
                  <a:gd name="T1" fmla="*/ 77 h 15"/>
                  <a:gd name="T2" fmla="*/ 42 w 19"/>
                  <a:gd name="T3" fmla="*/ 56 h 15"/>
                  <a:gd name="T4" fmla="*/ 42 w 19"/>
                  <a:gd name="T5" fmla="*/ 285 h 15"/>
                  <a:gd name="T6" fmla="*/ 245 w 19"/>
                  <a:gd name="T7" fmla="*/ 9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19" y="4"/>
                    </a:moveTo>
                    <a:cubicBezTo>
                      <a:pt x="15" y="3"/>
                      <a:pt x="7" y="0"/>
                      <a:pt x="3" y="3"/>
                    </a:cubicBezTo>
                    <a:cubicBezTo>
                      <a:pt x="0" y="6"/>
                      <a:pt x="0" y="12"/>
                      <a:pt x="3" y="15"/>
                    </a:cubicBezTo>
                    <a:cubicBezTo>
                      <a:pt x="8" y="11"/>
                      <a:pt x="7" y="4"/>
                      <a:pt x="1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06" name="Freeform 393">
                <a:extLst>
                  <a:ext uri="{FF2B5EF4-FFF2-40B4-BE49-F238E27FC236}">
                    <a16:creationId xmlns:a16="http://schemas.microsoft.com/office/drawing/2014/main" id="{3E896252-7D18-4680-84CA-AE08FEE53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832"/>
                <a:ext cx="38" cy="53"/>
              </a:xfrm>
              <a:custGeom>
                <a:avLst/>
                <a:gdLst>
                  <a:gd name="T0" fmla="*/ 243 w 15"/>
                  <a:gd name="T1" fmla="*/ 56 h 20"/>
                  <a:gd name="T2" fmla="*/ 147 w 15"/>
                  <a:gd name="T3" fmla="*/ 371 h 20"/>
                  <a:gd name="T4" fmla="*/ 243 w 15"/>
                  <a:gd name="T5" fmla="*/ 7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15" y="3"/>
                    </a:moveTo>
                    <a:cubicBezTo>
                      <a:pt x="0" y="0"/>
                      <a:pt x="4" y="12"/>
                      <a:pt x="9" y="20"/>
                    </a:cubicBezTo>
                    <a:cubicBezTo>
                      <a:pt x="11" y="15"/>
                      <a:pt x="9" y="7"/>
                      <a:pt x="1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07" name="Freeform 394">
                <a:extLst>
                  <a:ext uri="{FF2B5EF4-FFF2-40B4-BE49-F238E27FC236}">
                    <a16:creationId xmlns:a16="http://schemas.microsoft.com/office/drawing/2014/main" id="{B174E4A1-8DEE-4C4E-ADA8-C535D64FD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792"/>
                <a:ext cx="68" cy="48"/>
              </a:xfrm>
              <a:custGeom>
                <a:avLst/>
                <a:gdLst>
                  <a:gd name="T0" fmla="*/ 0 w 27"/>
                  <a:gd name="T1" fmla="*/ 341 h 18"/>
                  <a:gd name="T2" fmla="*/ 431 w 27"/>
                  <a:gd name="T3" fmla="*/ 149 h 18"/>
                  <a:gd name="T4" fmla="*/ 191 w 27"/>
                  <a:gd name="T5" fmla="*/ 19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">
                    <a:moveTo>
                      <a:pt x="0" y="18"/>
                    </a:moveTo>
                    <a:cubicBezTo>
                      <a:pt x="10" y="12"/>
                      <a:pt x="13" y="0"/>
                      <a:pt x="27" y="8"/>
                    </a:cubicBezTo>
                    <a:cubicBezTo>
                      <a:pt x="21" y="8"/>
                      <a:pt x="17" y="8"/>
                      <a:pt x="12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08" name="Freeform 395">
                <a:extLst>
                  <a:ext uri="{FF2B5EF4-FFF2-40B4-BE49-F238E27FC236}">
                    <a16:creationId xmlns:a16="http://schemas.microsoft.com/office/drawing/2014/main" id="{B09ADBCA-6158-4A56-9FD8-760E205E1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832"/>
                <a:ext cx="55" cy="53"/>
              </a:xfrm>
              <a:custGeom>
                <a:avLst/>
                <a:gdLst>
                  <a:gd name="T0" fmla="*/ 0 w 22"/>
                  <a:gd name="T1" fmla="*/ 371 h 20"/>
                  <a:gd name="T2" fmla="*/ 283 w 22"/>
                  <a:gd name="T3" fmla="*/ 0 h 20"/>
                  <a:gd name="T4" fmla="*/ 345 w 22"/>
                  <a:gd name="T5" fmla="*/ 7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0" y="20"/>
                    </a:moveTo>
                    <a:cubicBezTo>
                      <a:pt x="4" y="12"/>
                      <a:pt x="10" y="6"/>
                      <a:pt x="18" y="0"/>
                    </a:cubicBezTo>
                    <a:cubicBezTo>
                      <a:pt x="20" y="1"/>
                      <a:pt x="21" y="2"/>
                      <a:pt x="2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09" name="Freeform 396">
                <a:extLst>
                  <a:ext uri="{FF2B5EF4-FFF2-40B4-BE49-F238E27FC236}">
                    <a16:creationId xmlns:a16="http://schemas.microsoft.com/office/drawing/2014/main" id="{F7B530CD-E206-446F-9285-3E22F5064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885"/>
                <a:ext cx="43" cy="35"/>
              </a:xfrm>
              <a:custGeom>
                <a:avLst/>
                <a:gdLst>
                  <a:gd name="T0" fmla="*/ 0 w 17"/>
                  <a:gd name="T1" fmla="*/ 253 h 13"/>
                  <a:gd name="T2" fmla="*/ 180 w 17"/>
                  <a:gd name="T3" fmla="*/ 0 h 13"/>
                  <a:gd name="T4" fmla="*/ 276 w 17"/>
                  <a:gd name="T5" fmla="*/ 175 h 13"/>
                  <a:gd name="T6" fmla="*/ 96 w 17"/>
                  <a:gd name="T7" fmla="*/ 15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1" y="10"/>
                      <a:pt x="8" y="0"/>
                      <a:pt x="11" y="0"/>
                    </a:cubicBezTo>
                    <a:cubicBezTo>
                      <a:pt x="16" y="0"/>
                      <a:pt x="15" y="6"/>
                      <a:pt x="17" y="9"/>
                    </a:cubicBezTo>
                    <a:cubicBezTo>
                      <a:pt x="13" y="5"/>
                      <a:pt x="9" y="6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10" name="Freeform 397">
                <a:extLst>
                  <a:ext uri="{FF2B5EF4-FFF2-40B4-BE49-F238E27FC236}">
                    <a16:creationId xmlns:a16="http://schemas.microsoft.com/office/drawing/2014/main" id="{CC98C591-8C5F-4A45-B992-4116A17A5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787"/>
                <a:ext cx="85" cy="72"/>
              </a:xfrm>
              <a:custGeom>
                <a:avLst/>
                <a:gdLst>
                  <a:gd name="T0" fmla="*/ 0 w 34"/>
                  <a:gd name="T1" fmla="*/ 512 h 27"/>
                  <a:gd name="T2" fmla="*/ 313 w 34"/>
                  <a:gd name="T3" fmla="*/ 149 h 27"/>
                  <a:gd name="T4" fmla="*/ 533 w 34"/>
                  <a:gd name="T5" fmla="*/ 115 h 27"/>
                  <a:gd name="T6" fmla="*/ 220 w 34"/>
                  <a:gd name="T7" fmla="*/ 28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7">
                    <a:moveTo>
                      <a:pt x="0" y="27"/>
                    </a:moveTo>
                    <a:cubicBezTo>
                      <a:pt x="3" y="17"/>
                      <a:pt x="11" y="12"/>
                      <a:pt x="20" y="8"/>
                    </a:cubicBezTo>
                    <a:cubicBezTo>
                      <a:pt x="24" y="6"/>
                      <a:pt x="31" y="0"/>
                      <a:pt x="34" y="6"/>
                    </a:cubicBezTo>
                    <a:cubicBezTo>
                      <a:pt x="30" y="9"/>
                      <a:pt x="19" y="15"/>
                      <a:pt x="14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11" name="Freeform 398">
                <a:extLst>
                  <a:ext uri="{FF2B5EF4-FFF2-40B4-BE49-F238E27FC236}">
                    <a16:creationId xmlns:a16="http://schemas.microsoft.com/office/drawing/2014/main" id="{81EAFB7F-A3E8-44F0-A7F9-A6C55E2F5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792"/>
                <a:ext cx="70" cy="48"/>
              </a:xfrm>
              <a:custGeom>
                <a:avLst/>
                <a:gdLst>
                  <a:gd name="T0" fmla="*/ 0 w 28"/>
                  <a:gd name="T1" fmla="*/ 341 h 18"/>
                  <a:gd name="T2" fmla="*/ 375 w 28"/>
                  <a:gd name="T3" fmla="*/ 0 h 18"/>
                  <a:gd name="T4" fmla="*/ 220 w 28"/>
                  <a:gd name="T5" fmla="*/ 13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0" y="18"/>
                    </a:moveTo>
                    <a:cubicBezTo>
                      <a:pt x="4" y="10"/>
                      <a:pt x="13" y="0"/>
                      <a:pt x="24" y="0"/>
                    </a:cubicBezTo>
                    <a:cubicBezTo>
                      <a:pt x="28" y="6"/>
                      <a:pt x="17" y="5"/>
                      <a:pt x="1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12" name="Freeform 399">
                <a:extLst>
                  <a:ext uri="{FF2B5EF4-FFF2-40B4-BE49-F238E27FC236}">
                    <a16:creationId xmlns:a16="http://schemas.microsoft.com/office/drawing/2014/main" id="{FF0E8FF1-99C8-4756-A755-9D7A31048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749"/>
                <a:ext cx="68" cy="56"/>
              </a:xfrm>
              <a:custGeom>
                <a:avLst/>
                <a:gdLst>
                  <a:gd name="T0" fmla="*/ 0 w 27"/>
                  <a:gd name="T1" fmla="*/ 397 h 21"/>
                  <a:gd name="T2" fmla="*/ 431 w 27"/>
                  <a:gd name="T3" fmla="*/ 248 h 21"/>
                  <a:gd name="T4" fmla="*/ 126 w 27"/>
                  <a:gd name="T5" fmla="*/ 26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0" y="21"/>
                    </a:moveTo>
                    <a:cubicBezTo>
                      <a:pt x="4" y="13"/>
                      <a:pt x="21" y="0"/>
                      <a:pt x="27" y="13"/>
                    </a:cubicBezTo>
                    <a:cubicBezTo>
                      <a:pt x="20" y="14"/>
                      <a:pt x="15" y="11"/>
                      <a:pt x="8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13" name="Freeform 400">
                <a:extLst>
                  <a:ext uri="{FF2B5EF4-FFF2-40B4-BE49-F238E27FC236}">
                    <a16:creationId xmlns:a16="http://schemas.microsoft.com/office/drawing/2014/main" id="{F8E2BD6B-3C3F-475F-9296-414428044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715"/>
                <a:ext cx="60" cy="77"/>
              </a:xfrm>
              <a:custGeom>
                <a:avLst/>
                <a:gdLst>
                  <a:gd name="T0" fmla="*/ 0 w 24"/>
                  <a:gd name="T1" fmla="*/ 542 h 29"/>
                  <a:gd name="T2" fmla="*/ 375 w 24"/>
                  <a:gd name="T3" fmla="*/ 191 h 29"/>
                  <a:gd name="T4" fmla="*/ 125 w 24"/>
                  <a:gd name="T5" fmla="*/ 31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9">
                    <a:moveTo>
                      <a:pt x="0" y="29"/>
                    </a:moveTo>
                    <a:cubicBezTo>
                      <a:pt x="5" y="18"/>
                      <a:pt x="6" y="0"/>
                      <a:pt x="24" y="10"/>
                    </a:cubicBezTo>
                    <a:cubicBezTo>
                      <a:pt x="17" y="10"/>
                      <a:pt x="12" y="12"/>
                      <a:pt x="8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14" name="Freeform 401">
                <a:extLst>
                  <a:ext uri="{FF2B5EF4-FFF2-40B4-BE49-F238E27FC236}">
                    <a16:creationId xmlns:a16="http://schemas.microsoft.com/office/drawing/2014/main" id="{8DC34DD6-FE7B-4C10-9378-C7DDC54EA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819"/>
                <a:ext cx="28" cy="18"/>
              </a:xfrm>
              <a:custGeom>
                <a:avLst/>
                <a:gdLst>
                  <a:gd name="T0" fmla="*/ 181 w 11"/>
                  <a:gd name="T1" fmla="*/ 0 h 7"/>
                  <a:gd name="T2" fmla="*/ 0 w 1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7" y="1"/>
                      <a:pt x="0" y="3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15" name="Freeform 402">
                <a:extLst>
                  <a:ext uri="{FF2B5EF4-FFF2-40B4-BE49-F238E27FC236}">
                    <a16:creationId xmlns:a16="http://schemas.microsoft.com/office/drawing/2014/main" id="{D9BE4E5E-E375-400C-A8B8-4687572B1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851"/>
                <a:ext cx="40" cy="50"/>
              </a:xfrm>
              <a:custGeom>
                <a:avLst/>
                <a:gdLst>
                  <a:gd name="T0" fmla="*/ 250 w 16"/>
                  <a:gd name="T1" fmla="*/ 0 h 19"/>
                  <a:gd name="T2" fmla="*/ 175 w 16"/>
                  <a:gd name="T3" fmla="*/ 76 h 19"/>
                  <a:gd name="T4" fmla="*/ 125 w 16"/>
                  <a:gd name="T5" fmla="*/ 145 h 19"/>
                  <a:gd name="T6" fmla="*/ 50 w 16"/>
                  <a:gd name="T7" fmla="*/ 347 h 19"/>
                  <a:gd name="T8" fmla="*/ 158 w 16"/>
                  <a:gd name="T9" fmla="*/ 124 h 19"/>
                  <a:gd name="T10" fmla="*/ 220 w 16"/>
                  <a:gd name="T11" fmla="*/ 55 h 19"/>
                  <a:gd name="T12" fmla="*/ 238 w 16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9">
                    <a:moveTo>
                      <a:pt x="16" y="0"/>
                    </a:moveTo>
                    <a:cubicBezTo>
                      <a:pt x="15" y="2"/>
                      <a:pt x="13" y="2"/>
                      <a:pt x="11" y="4"/>
                    </a:cubicBezTo>
                    <a:cubicBezTo>
                      <a:pt x="10" y="5"/>
                      <a:pt x="9" y="6"/>
                      <a:pt x="8" y="8"/>
                    </a:cubicBezTo>
                    <a:cubicBezTo>
                      <a:pt x="6" y="10"/>
                      <a:pt x="0" y="17"/>
                      <a:pt x="3" y="19"/>
                    </a:cubicBezTo>
                    <a:cubicBezTo>
                      <a:pt x="6" y="15"/>
                      <a:pt x="6" y="10"/>
                      <a:pt x="10" y="7"/>
                    </a:cubicBezTo>
                    <a:cubicBezTo>
                      <a:pt x="12" y="6"/>
                      <a:pt x="14" y="6"/>
                      <a:pt x="14" y="3"/>
                    </a:cubicBezTo>
                    <a:cubicBezTo>
                      <a:pt x="15" y="2"/>
                      <a:pt x="14" y="1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16" name="Freeform 403">
                <a:extLst>
                  <a:ext uri="{FF2B5EF4-FFF2-40B4-BE49-F238E27FC236}">
                    <a16:creationId xmlns:a16="http://schemas.microsoft.com/office/drawing/2014/main" id="{9AB734C0-A738-42A8-800D-49EC285B7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896"/>
                <a:ext cx="40" cy="59"/>
              </a:xfrm>
              <a:custGeom>
                <a:avLst/>
                <a:gdLst>
                  <a:gd name="T0" fmla="*/ 250 w 16"/>
                  <a:gd name="T1" fmla="*/ 0 h 22"/>
                  <a:gd name="T2" fmla="*/ 83 w 16"/>
                  <a:gd name="T3" fmla="*/ 231 h 22"/>
                  <a:gd name="T4" fmla="*/ 33 w 16"/>
                  <a:gd name="T5" fmla="*/ 424 h 22"/>
                  <a:gd name="T6" fmla="*/ 145 w 16"/>
                  <a:gd name="T7" fmla="*/ 274 h 22"/>
                  <a:gd name="T8" fmla="*/ 250 w 16"/>
                  <a:gd name="T9" fmla="*/ 2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6" y="0"/>
                    </a:moveTo>
                    <a:cubicBezTo>
                      <a:pt x="12" y="3"/>
                      <a:pt x="7" y="7"/>
                      <a:pt x="5" y="12"/>
                    </a:cubicBezTo>
                    <a:cubicBezTo>
                      <a:pt x="3" y="14"/>
                      <a:pt x="0" y="19"/>
                      <a:pt x="2" y="22"/>
                    </a:cubicBezTo>
                    <a:cubicBezTo>
                      <a:pt x="4" y="22"/>
                      <a:pt x="8" y="16"/>
                      <a:pt x="9" y="14"/>
                    </a:cubicBezTo>
                    <a:cubicBezTo>
                      <a:pt x="11" y="9"/>
                      <a:pt x="12" y="5"/>
                      <a:pt x="1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17" name="Freeform 404">
                <a:extLst>
                  <a:ext uri="{FF2B5EF4-FFF2-40B4-BE49-F238E27FC236}">
                    <a16:creationId xmlns:a16="http://schemas.microsoft.com/office/drawing/2014/main" id="{2EB24291-79E2-4B10-A4AB-EC43F4074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872"/>
                <a:ext cx="63" cy="64"/>
              </a:xfrm>
              <a:custGeom>
                <a:avLst/>
                <a:gdLst>
                  <a:gd name="T0" fmla="*/ 0 w 25"/>
                  <a:gd name="T1" fmla="*/ 435 h 24"/>
                  <a:gd name="T2" fmla="*/ 401 w 25"/>
                  <a:gd name="T3" fmla="*/ 136 h 24"/>
                  <a:gd name="T4" fmla="*/ 305 w 25"/>
                  <a:gd name="T5" fmla="*/ 192 h 24"/>
                  <a:gd name="T6" fmla="*/ 159 w 25"/>
                  <a:gd name="T7" fmla="*/ 363 h 24"/>
                  <a:gd name="T8" fmla="*/ 96 w 25"/>
                  <a:gd name="T9" fmla="*/ 419 h 24"/>
                  <a:gd name="T10" fmla="*/ 0 w 25"/>
                  <a:gd name="T11" fmla="*/ 4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0" y="23"/>
                    </a:moveTo>
                    <a:cubicBezTo>
                      <a:pt x="4" y="18"/>
                      <a:pt x="16" y="0"/>
                      <a:pt x="25" y="7"/>
                    </a:cubicBezTo>
                    <a:cubicBezTo>
                      <a:pt x="24" y="9"/>
                      <a:pt x="20" y="9"/>
                      <a:pt x="19" y="10"/>
                    </a:cubicBezTo>
                    <a:cubicBezTo>
                      <a:pt x="15" y="12"/>
                      <a:pt x="13" y="15"/>
                      <a:pt x="10" y="19"/>
                    </a:cubicBezTo>
                    <a:cubicBezTo>
                      <a:pt x="9" y="22"/>
                      <a:pt x="9" y="21"/>
                      <a:pt x="6" y="22"/>
                    </a:cubicBezTo>
                    <a:cubicBezTo>
                      <a:pt x="3" y="22"/>
                      <a:pt x="2" y="24"/>
                      <a:pt x="0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18" name="Freeform 405">
                <a:extLst>
                  <a:ext uri="{FF2B5EF4-FFF2-40B4-BE49-F238E27FC236}">
                    <a16:creationId xmlns:a16="http://schemas.microsoft.com/office/drawing/2014/main" id="{AE78563B-C8A0-4C79-A89E-C38D04F47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867"/>
                <a:ext cx="30" cy="40"/>
              </a:xfrm>
              <a:custGeom>
                <a:avLst/>
                <a:gdLst>
                  <a:gd name="T0" fmla="*/ 0 w 12"/>
                  <a:gd name="T1" fmla="*/ 285 h 15"/>
                  <a:gd name="T2" fmla="*/ 188 w 12"/>
                  <a:gd name="T3" fmla="*/ 77 h 15"/>
                  <a:gd name="T4" fmla="*/ 175 w 12"/>
                  <a:gd name="T5" fmla="*/ 115 h 15"/>
                  <a:gd name="T6" fmla="*/ 113 w 12"/>
                  <a:gd name="T7" fmla="*/ 13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0" y="15"/>
                    </a:moveTo>
                    <a:cubicBezTo>
                      <a:pt x="1" y="12"/>
                      <a:pt x="6" y="0"/>
                      <a:pt x="12" y="4"/>
                    </a:cubicBezTo>
                    <a:cubicBezTo>
                      <a:pt x="12" y="4"/>
                      <a:pt x="11" y="5"/>
                      <a:pt x="11" y="6"/>
                    </a:cubicBezTo>
                    <a:cubicBezTo>
                      <a:pt x="10" y="6"/>
                      <a:pt x="8" y="6"/>
                      <a:pt x="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19" name="Freeform 406">
                <a:extLst>
                  <a:ext uri="{FF2B5EF4-FFF2-40B4-BE49-F238E27FC236}">
                    <a16:creationId xmlns:a16="http://schemas.microsoft.com/office/drawing/2014/main" id="{4FCAB50A-44B9-491F-8E07-7747A9BD0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867"/>
                <a:ext cx="30" cy="42"/>
              </a:xfrm>
              <a:custGeom>
                <a:avLst/>
                <a:gdLst>
                  <a:gd name="T0" fmla="*/ 188 w 12"/>
                  <a:gd name="T1" fmla="*/ 21 h 16"/>
                  <a:gd name="T2" fmla="*/ 63 w 12"/>
                  <a:gd name="T3" fmla="*/ 34 h 16"/>
                  <a:gd name="T4" fmla="*/ 0 w 12"/>
                  <a:gd name="T5" fmla="*/ 123 h 16"/>
                  <a:gd name="T6" fmla="*/ 50 w 12"/>
                  <a:gd name="T7" fmla="*/ 234 h 16"/>
                  <a:gd name="T8" fmla="*/ 145 w 12"/>
                  <a:gd name="T9" fmla="*/ 5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12" y="1"/>
                    </a:moveTo>
                    <a:cubicBezTo>
                      <a:pt x="9" y="0"/>
                      <a:pt x="7" y="1"/>
                      <a:pt x="4" y="2"/>
                    </a:cubicBezTo>
                    <a:cubicBezTo>
                      <a:pt x="0" y="3"/>
                      <a:pt x="0" y="3"/>
                      <a:pt x="0" y="7"/>
                    </a:cubicBezTo>
                    <a:cubicBezTo>
                      <a:pt x="0" y="8"/>
                      <a:pt x="0" y="16"/>
                      <a:pt x="3" y="13"/>
                    </a:cubicBezTo>
                    <a:cubicBezTo>
                      <a:pt x="6" y="10"/>
                      <a:pt x="2" y="2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20" name="Freeform 407">
                <a:extLst>
                  <a:ext uri="{FF2B5EF4-FFF2-40B4-BE49-F238E27FC236}">
                    <a16:creationId xmlns:a16="http://schemas.microsoft.com/office/drawing/2014/main" id="{E575A99F-3E22-46F6-B56E-B58922745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853"/>
                <a:ext cx="22" cy="40"/>
              </a:xfrm>
              <a:custGeom>
                <a:avLst/>
                <a:gdLst>
                  <a:gd name="T0" fmla="*/ 132 w 9"/>
                  <a:gd name="T1" fmla="*/ 0 h 15"/>
                  <a:gd name="T2" fmla="*/ 12 w 9"/>
                  <a:gd name="T3" fmla="*/ 115 h 15"/>
                  <a:gd name="T4" fmla="*/ 120 w 9"/>
                  <a:gd name="T5" fmla="*/ 285 h 15"/>
                  <a:gd name="T6" fmla="*/ 90 w 9"/>
                  <a:gd name="T7" fmla="*/ 2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9" y="0"/>
                    </a:moveTo>
                    <a:cubicBezTo>
                      <a:pt x="5" y="1"/>
                      <a:pt x="2" y="2"/>
                      <a:pt x="1" y="6"/>
                    </a:cubicBezTo>
                    <a:cubicBezTo>
                      <a:pt x="0" y="11"/>
                      <a:pt x="4" y="13"/>
                      <a:pt x="8" y="15"/>
                    </a:cubicBezTo>
                    <a:cubicBezTo>
                      <a:pt x="3" y="14"/>
                      <a:pt x="3" y="4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21" name="Freeform 408">
                <a:extLst>
                  <a:ext uri="{FF2B5EF4-FFF2-40B4-BE49-F238E27FC236}">
                    <a16:creationId xmlns:a16="http://schemas.microsoft.com/office/drawing/2014/main" id="{1CC807E1-A317-4E75-BD12-AE7224D76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835"/>
                <a:ext cx="42" cy="40"/>
              </a:xfrm>
              <a:custGeom>
                <a:avLst/>
                <a:gdLst>
                  <a:gd name="T0" fmla="*/ 257 w 17"/>
                  <a:gd name="T1" fmla="*/ 21 h 15"/>
                  <a:gd name="T2" fmla="*/ 12 w 17"/>
                  <a:gd name="T3" fmla="*/ 136 h 15"/>
                  <a:gd name="T4" fmla="*/ 133 w 17"/>
                  <a:gd name="T5" fmla="*/ 285 h 15"/>
                  <a:gd name="T6" fmla="*/ 183 w 17"/>
                  <a:gd name="T7" fmla="*/ 3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17" y="1"/>
                    </a:moveTo>
                    <a:cubicBezTo>
                      <a:pt x="13" y="0"/>
                      <a:pt x="3" y="2"/>
                      <a:pt x="1" y="7"/>
                    </a:cubicBezTo>
                    <a:cubicBezTo>
                      <a:pt x="0" y="10"/>
                      <a:pt x="5" y="14"/>
                      <a:pt x="9" y="15"/>
                    </a:cubicBezTo>
                    <a:cubicBezTo>
                      <a:pt x="5" y="11"/>
                      <a:pt x="7" y="4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22" name="Freeform 409">
                <a:extLst>
                  <a:ext uri="{FF2B5EF4-FFF2-40B4-BE49-F238E27FC236}">
                    <a16:creationId xmlns:a16="http://schemas.microsoft.com/office/drawing/2014/main" id="{45BD1887-223C-4715-8BD0-3C0C5D6AB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952"/>
                <a:ext cx="17" cy="32"/>
              </a:xfrm>
              <a:custGeom>
                <a:avLst/>
                <a:gdLst>
                  <a:gd name="T0" fmla="*/ 100 w 7"/>
                  <a:gd name="T1" fmla="*/ 0 h 12"/>
                  <a:gd name="T2" fmla="*/ 0 w 7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3" y="4"/>
                      <a:pt x="1" y="7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23" name="Freeform 410">
                <a:extLst>
                  <a:ext uri="{FF2B5EF4-FFF2-40B4-BE49-F238E27FC236}">
                    <a16:creationId xmlns:a16="http://schemas.microsoft.com/office/drawing/2014/main" id="{75EAA429-0FD4-4D73-8A6A-C68FCD0A3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968"/>
                <a:ext cx="40" cy="272"/>
              </a:xfrm>
              <a:custGeom>
                <a:avLst/>
                <a:gdLst>
                  <a:gd name="T0" fmla="*/ 250 w 16"/>
                  <a:gd name="T1" fmla="*/ 1933 h 102"/>
                  <a:gd name="T2" fmla="*/ 145 w 16"/>
                  <a:gd name="T3" fmla="*/ 0 h 102"/>
                  <a:gd name="T4" fmla="*/ 250 w 16"/>
                  <a:gd name="T5" fmla="*/ 1933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2">
                    <a:moveTo>
                      <a:pt x="16" y="102"/>
                    </a:moveTo>
                    <a:cubicBezTo>
                      <a:pt x="0" y="73"/>
                      <a:pt x="2" y="16"/>
                      <a:pt x="9" y="0"/>
                    </a:cubicBezTo>
                    <a:cubicBezTo>
                      <a:pt x="8" y="18"/>
                      <a:pt x="10" y="91"/>
                      <a:pt x="16" y="1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24" name="Freeform 411">
                <a:extLst>
                  <a:ext uri="{FF2B5EF4-FFF2-40B4-BE49-F238E27FC236}">
                    <a16:creationId xmlns:a16="http://schemas.microsoft.com/office/drawing/2014/main" id="{983F9115-8B2B-47B5-92FA-D4B5FD9DE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989"/>
                <a:ext cx="37" cy="123"/>
              </a:xfrm>
              <a:custGeom>
                <a:avLst/>
                <a:gdLst>
                  <a:gd name="T0" fmla="*/ 91 w 15"/>
                  <a:gd name="T1" fmla="*/ 0 h 46"/>
                  <a:gd name="T2" fmla="*/ 30 w 15"/>
                  <a:gd name="T3" fmla="*/ 342 h 46"/>
                  <a:gd name="T4" fmla="*/ 42 w 15"/>
                  <a:gd name="T5" fmla="*/ 880 h 46"/>
                  <a:gd name="T6" fmla="*/ 153 w 15"/>
                  <a:gd name="T7" fmla="*/ 265 h 46"/>
                  <a:gd name="T8" fmla="*/ 212 w 15"/>
                  <a:gd name="T9" fmla="*/ 150 h 46"/>
                  <a:gd name="T10" fmla="*/ 133 w 15"/>
                  <a:gd name="T11" fmla="*/ 21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6">
                    <a:moveTo>
                      <a:pt x="6" y="0"/>
                    </a:moveTo>
                    <a:cubicBezTo>
                      <a:pt x="2" y="5"/>
                      <a:pt x="2" y="12"/>
                      <a:pt x="2" y="18"/>
                    </a:cubicBezTo>
                    <a:cubicBezTo>
                      <a:pt x="1" y="27"/>
                      <a:pt x="1" y="37"/>
                      <a:pt x="3" y="46"/>
                    </a:cubicBezTo>
                    <a:cubicBezTo>
                      <a:pt x="9" y="37"/>
                      <a:pt x="0" y="22"/>
                      <a:pt x="10" y="14"/>
                    </a:cubicBezTo>
                    <a:cubicBezTo>
                      <a:pt x="13" y="11"/>
                      <a:pt x="15" y="13"/>
                      <a:pt x="14" y="8"/>
                    </a:cubicBezTo>
                    <a:cubicBezTo>
                      <a:pt x="14" y="6"/>
                      <a:pt x="12" y="2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25" name="Freeform 412">
                <a:extLst>
                  <a:ext uri="{FF2B5EF4-FFF2-40B4-BE49-F238E27FC236}">
                    <a16:creationId xmlns:a16="http://schemas.microsoft.com/office/drawing/2014/main" id="{724D0092-3873-4FA2-BB21-3DA6EC301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987"/>
                <a:ext cx="43" cy="245"/>
              </a:xfrm>
              <a:custGeom>
                <a:avLst/>
                <a:gdLst>
                  <a:gd name="T0" fmla="*/ 159 w 17"/>
                  <a:gd name="T1" fmla="*/ 0 h 92"/>
                  <a:gd name="T2" fmla="*/ 33 w 17"/>
                  <a:gd name="T3" fmla="*/ 943 h 92"/>
                  <a:gd name="T4" fmla="*/ 276 w 17"/>
                  <a:gd name="T5" fmla="*/ 1702 h 92"/>
                  <a:gd name="T6" fmla="*/ 180 w 17"/>
                  <a:gd name="T7" fmla="*/ 1398 h 92"/>
                  <a:gd name="T8" fmla="*/ 147 w 17"/>
                  <a:gd name="T9" fmla="*/ 815 h 92"/>
                  <a:gd name="T10" fmla="*/ 159 w 17"/>
                  <a:gd name="T11" fmla="*/ 431 h 92"/>
                  <a:gd name="T12" fmla="*/ 147 w 17"/>
                  <a:gd name="T13" fmla="*/ 115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92">
                    <a:moveTo>
                      <a:pt x="10" y="0"/>
                    </a:moveTo>
                    <a:cubicBezTo>
                      <a:pt x="1" y="15"/>
                      <a:pt x="0" y="33"/>
                      <a:pt x="2" y="50"/>
                    </a:cubicBezTo>
                    <a:cubicBezTo>
                      <a:pt x="2" y="56"/>
                      <a:pt x="6" y="92"/>
                      <a:pt x="17" y="90"/>
                    </a:cubicBezTo>
                    <a:cubicBezTo>
                      <a:pt x="17" y="84"/>
                      <a:pt x="14" y="80"/>
                      <a:pt x="11" y="74"/>
                    </a:cubicBezTo>
                    <a:cubicBezTo>
                      <a:pt x="7" y="64"/>
                      <a:pt x="7" y="52"/>
                      <a:pt x="9" y="43"/>
                    </a:cubicBezTo>
                    <a:cubicBezTo>
                      <a:pt x="10" y="36"/>
                      <a:pt x="10" y="30"/>
                      <a:pt x="10" y="23"/>
                    </a:cubicBezTo>
                    <a:cubicBezTo>
                      <a:pt x="10" y="17"/>
                      <a:pt x="9" y="11"/>
                      <a:pt x="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26" name="Freeform 413">
                <a:extLst>
                  <a:ext uri="{FF2B5EF4-FFF2-40B4-BE49-F238E27FC236}">
                    <a16:creationId xmlns:a16="http://schemas.microsoft.com/office/drawing/2014/main" id="{9ED3D1AF-500A-4AA3-9C9F-230CDADC3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003"/>
                <a:ext cx="33" cy="194"/>
              </a:xfrm>
              <a:custGeom>
                <a:avLst/>
                <a:gdLst>
                  <a:gd name="T0" fmla="*/ 147 w 13"/>
                  <a:gd name="T1" fmla="*/ 0 h 73"/>
                  <a:gd name="T2" fmla="*/ 213 w 13"/>
                  <a:gd name="T3" fmla="*/ 1371 h 73"/>
                  <a:gd name="T4" fmla="*/ 117 w 13"/>
                  <a:gd name="T5" fmla="*/ 13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3">
                    <a:moveTo>
                      <a:pt x="9" y="0"/>
                    </a:moveTo>
                    <a:cubicBezTo>
                      <a:pt x="0" y="25"/>
                      <a:pt x="7" y="48"/>
                      <a:pt x="13" y="73"/>
                    </a:cubicBezTo>
                    <a:cubicBezTo>
                      <a:pt x="3" y="54"/>
                      <a:pt x="1" y="27"/>
                      <a:pt x="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27" name="Freeform 414">
                <a:extLst>
                  <a:ext uri="{FF2B5EF4-FFF2-40B4-BE49-F238E27FC236}">
                    <a16:creationId xmlns:a16="http://schemas.microsoft.com/office/drawing/2014/main" id="{E74096C1-F14B-43AC-AB0F-D0B0A7CD1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957"/>
                <a:ext cx="32" cy="200"/>
              </a:xfrm>
              <a:custGeom>
                <a:avLst/>
                <a:gdLst>
                  <a:gd name="T0" fmla="*/ 194 w 13"/>
                  <a:gd name="T1" fmla="*/ 0 h 75"/>
                  <a:gd name="T2" fmla="*/ 12 w 13"/>
                  <a:gd name="T3" fmla="*/ 512 h 75"/>
                  <a:gd name="T4" fmla="*/ 42 w 13"/>
                  <a:gd name="T5" fmla="*/ 1059 h 75"/>
                  <a:gd name="T6" fmla="*/ 91 w 13"/>
                  <a:gd name="T7" fmla="*/ 1421 h 75"/>
                  <a:gd name="T8" fmla="*/ 42 w 13"/>
                  <a:gd name="T9" fmla="*/ 947 h 75"/>
                  <a:gd name="T10" fmla="*/ 182 w 13"/>
                  <a:gd name="T11" fmla="*/ 93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75">
                    <a:moveTo>
                      <a:pt x="13" y="0"/>
                    </a:moveTo>
                    <a:cubicBezTo>
                      <a:pt x="6" y="7"/>
                      <a:pt x="2" y="18"/>
                      <a:pt x="1" y="27"/>
                    </a:cubicBezTo>
                    <a:cubicBezTo>
                      <a:pt x="0" y="37"/>
                      <a:pt x="1" y="47"/>
                      <a:pt x="3" y="56"/>
                    </a:cubicBezTo>
                    <a:cubicBezTo>
                      <a:pt x="4" y="62"/>
                      <a:pt x="4" y="69"/>
                      <a:pt x="6" y="75"/>
                    </a:cubicBezTo>
                    <a:cubicBezTo>
                      <a:pt x="6" y="67"/>
                      <a:pt x="4" y="58"/>
                      <a:pt x="3" y="50"/>
                    </a:cubicBezTo>
                    <a:cubicBezTo>
                      <a:pt x="1" y="38"/>
                      <a:pt x="5" y="17"/>
                      <a:pt x="1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28" name="Freeform 415">
                <a:extLst>
                  <a:ext uri="{FF2B5EF4-FFF2-40B4-BE49-F238E27FC236}">
                    <a16:creationId xmlns:a16="http://schemas.microsoft.com/office/drawing/2014/main" id="{DFF311CE-B87D-49F0-BE77-77AE40440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968"/>
                <a:ext cx="17" cy="155"/>
              </a:xfrm>
              <a:custGeom>
                <a:avLst/>
                <a:gdLst>
                  <a:gd name="T0" fmla="*/ 100 w 7"/>
                  <a:gd name="T1" fmla="*/ 0 h 58"/>
                  <a:gd name="T2" fmla="*/ 0 w 7"/>
                  <a:gd name="T3" fmla="*/ 110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8">
                    <a:moveTo>
                      <a:pt x="7" y="0"/>
                    </a:moveTo>
                    <a:cubicBezTo>
                      <a:pt x="3" y="19"/>
                      <a:pt x="0" y="38"/>
                      <a:pt x="0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29" name="Freeform 416">
                <a:extLst>
                  <a:ext uri="{FF2B5EF4-FFF2-40B4-BE49-F238E27FC236}">
                    <a16:creationId xmlns:a16="http://schemas.microsoft.com/office/drawing/2014/main" id="{F0E807FA-D805-4BA6-9F76-5A46EF150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936"/>
                <a:ext cx="22" cy="115"/>
              </a:xfrm>
              <a:custGeom>
                <a:avLst/>
                <a:gdLst>
                  <a:gd name="T0" fmla="*/ 132 w 9"/>
                  <a:gd name="T1" fmla="*/ 0 h 43"/>
                  <a:gd name="T2" fmla="*/ 29 w 9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3">
                    <a:moveTo>
                      <a:pt x="9" y="0"/>
                    </a:moveTo>
                    <a:cubicBezTo>
                      <a:pt x="2" y="13"/>
                      <a:pt x="0" y="29"/>
                      <a:pt x="2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30" name="Freeform 417">
                <a:extLst>
                  <a:ext uri="{FF2B5EF4-FFF2-40B4-BE49-F238E27FC236}">
                    <a16:creationId xmlns:a16="http://schemas.microsoft.com/office/drawing/2014/main" id="{A5A5EE12-4DD2-40B5-9C9A-49E5D02F3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3080"/>
                <a:ext cx="40" cy="104"/>
              </a:xfrm>
              <a:custGeom>
                <a:avLst/>
                <a:gdLst>
                  <a:gd name="T0" fmla="*/ 250 w 16"/>
                  <a:gd name="T1" fmla="*/ 0 h 39"/>
                  <a:gd name="T2" fmla="*/ 83 w 16"/>
                  <a:gd name="T3" fmla="*/ 376 h 39"/>
                  <a:gd name="T4" fmla="*/ 0 w 16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9">
                    <a:moveTo>
                      <a:pt x="16" y="0"/>
                    </a:moveTo>
                    <a:cubicBezTo>
                      <a:pt x="10" y="6"/>
                      <a:pt x="7" y="12"/>
                      <a:pt x="5" y="20"/>
                    </a:cubicBezTo>
                    <a:cubicBezTo>
                      <a:pt x="3" y="25"/>
                      <a:pt x="0" y="33"/>
                      <a:pt x="0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31" name="Freeform 418">
                <a:extLst>
                  <a:ext uri="{FF2B5EF4-FFF2-40B4-BE49-F238E27FC236}">
                    <a16:creationId xmlns:a16="http://schemas.microsoft.com/office/drawing/2014/main" id="{BC0C28A4-940A-45D4-9579-BD98CF84E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109"/>
                <a:ext cx="30" cy="112"/>
              </a:xfrm>
              <a:custGeom>
                <a:avLst/>
                <a:gdLst>
                  <a:gd name="T0" fmla="*/ 188 w 12"/>
                  <a:gd name="T1" fmla="*/ 0 h 42"/>
                  <a:gd name="T2" fmla="*/ 95 w 12"/>
                  <a:gd name="T3" fmla="*/ 341 h 42"/>
                  <a:gd name="T4" fmla="*/ 0 w 12"/>
                  <a:gd name="T5" fmla="*/ 797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2">
                    <a:moveTo>
                      <a:pt x="12" y="0"/>
                    </a:moveTo>
                    <a:cubicBezTo>
                      <a:pt x="8" y="4"/>
                      <a:pt x="7" y="12"/>
                      <a:pt x="6" y="18"/>
                    </a:cubicBezTo>
                    <a:cubicBezTo>
                      <a:pt x="3" y="26"/>
                      <a:pt x="0" y="34"/>
                      <a:pt x="0" y="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32" name="Freeform 419">
                <a:extLst>
                  <a:ext uri="{FF2B5EF4-FFF2-40B4-BE49-F238E27FC236}">
                    <a16:creationId xmlns:a16="http://schemas.microsoft.com/office/drawing/2014/main" id="{D8AF108D-466C-4B79-ABBA-36C134B15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131"/>
                <a:ext cx="25" cy="82"/>
              </a:xfrm>
              <a:custGeom>
                <a:avLst/>
                <a:gdLst>
                  <a:gd name="T0" fmla="*/ 158 w 10"/>
                  <a:gd name="T1" fmla="*/ 0 h 31"/>
                  <a:gd name="T2" fmla="*/ 0 w 10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10" y="0"/>
                    </a:moveTo>
                    <a:cubicBezTo>
                      <a:pt x="1" y="7"/>
                      <a:pt x="0" y="21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33" name="Freeform 420">
                <a:extLst>
                  <a:ext uri="{FF2B5EF4-FFF2-40B4-BE49-F238E27FC236}">
                    <a16:creationId xmlns:a16="http://schemas.microsoft.com/office/drawing/2014/main" id="{0862B6EC-A5B2-4AEB-8CBF-5942571DC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128"/>
                <a:ext cx="45" cy="77"/>
              </a:xfrm>
              <a:custGeom>
                <a:avLst/>
                <a:gdLst>
                  <a:gd name="T0" fmla="*/ 125 w 18"/>
                  <a:gd name="T1" fmla="*/ 0 h 29"/>
                  <a:gd name="T2" fmla="*/ 95 w 18"/>
                  <a:gd name="T3" fmla="*/ 542 h 29"/>
                  <a:gd name="T4" fmla="*/ 283 w 18"/>
                  <a:gd name="T5" fmla="*/ 93 h 29"/>
                  <a:gd name="T6" fmla="*/ 220 w 18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9">
                    <a:moveTo>
                      <a:pt x="8" y="0"/>
                    </a:moveTo>
                    <a:cubicBezTo>
                      <a:pt x="6" y="9"/>
                      <a:pt x="0" y="20"/>
                      <a:pt x="6" y="29"/>
                    </a:cubicBezTo>
                    <a:cubicBezTo>
                      <a:pt x="9" y="18"/>
                      <a:pt x="4" y="9"/>
                      <a:pt x="18" y="5"/>
                    </a:cubicBezTo>
                    <a:cubicBezTo>
                      <a:pt x="17" y="3"/>
                      <a:pt x="16" y="1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34" name="Freeform 421">
                <a:extLst>
                  <a:ext uri="{FF2B5EF4-FFF2-40B4-BE49-F238E27FC236}">
                    <a16:creationId xmlns:a16="http://schemas.microsoft.com/office/drawing/2014/main" id="{25BB44EB-2B2E-41D4-AB3B-AFCCBE822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125"/>
                <a:ext cx="23" cy="40"/>
              </a:xfrm>
              <a:custGeom>
                <a:avLst/>
                <a:gdLst>
                  <a:gd name="T0" fmla="*/ 0 w 9"/>
                  <a:gd name="T1" fmla="*/ 149 h 15"/>
                  <a:gd name="T2" fmla="*/ 97 w 9"/>
                  <a:gd name="T3" fmla="*/ 285 h 15"/>
                  <a:gd name="T4" fmla="*/ 151 w 9"/>
                  <a:gd name="T5" fmla="*/ 0 h 15"/>
                  <a:gd name="T6" fmla="*/ 20 w 9"/>
                  <a:gd name="T7" fmla="*/ 5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0" y="8"/>
                    </a:moveTo>
                    <a:cubicBezTo>
                      <a:pt x="1" y="11"/>
                      <a:pt x="3" y="14"/>
                      <a:pt x="6" y="15"/>
                    </a:cubicBezTo>
                    <a:cubicBezTo>
                      <a:pt x="4" y="9"/>
                      <a:pt x="9" y="6"/>
                      <a:pt x="9" y="0"/>
                    </a:cubicBezTo>
                    <a:cubicBezTo>
                      <a:pt x="6" y="1"/>
                      <a:pt x="4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35" name="Freeform 422">
                <a:extLst>
                  <a:ext uri="{FF2B5EF4-FFF2-40B4-BE49-F238E27FC236}">
                    <a16:creationId xmlns:a16="http://schemas.microsoft.com/office/drawing/2014/main" id="{36D2DC12-CCD5-4E70-9AF8-036285F0E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157"/>
                <a:ext cx="20" cy="35"/>
              </a:xfrm>
              <a:custGeom>
                <a:avLst/>
                <a:gdLst>
                  <a:gd name="T0" fmla="*/ 20 w 8"/>
                  <a:gd name="T1" fmla="*/ 0 h 13"/>
                  <a:gd name="T2" fmla="*/ 95 w 8"/>
                  <a:gd name="T3" fmla="*/ 253 h 13"/>
                  <a:gd name="T4" fmla="*/ 125 w 8"/>
                  <a:gd name="T5" fmla="*/ 94 h 13"/>
                  <a:gd name="T6" fmla="*/ 83 w 8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1" y="0"/>
                    </a:moveTo>
                    <a:cubicBezTo>
                      <a:pt x="1" y="4"/>
                      <a:pt x="0" y="12"/>
                      <a:pt x="6" y="13"/>
                    </a:cubicBezTo>
                    <a:cubicBezTo>
                      <a:pt x="8" y="10"/>
                      <a:pt x="3" y="5"/>
                      <a:pt x="8" y="5"/>
                    </a:cubicBezTo>
                    <a:cubicBezTo>
                      <a:pt x="7" y="3"/>
                      <a:pt x="6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36" name="Freeform 423">
                <a:extLst>
                  <a:ext uri="{FF2B5EF4-FFF2-40B4-BE49-F238E27FC236}">
                    <a16:creationId xmlns:a16="http://schemas.microsoft.com/office/drawing/2014/main" id="{D5EA96B5-5DC2-4417-A897-E5C5467F0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3155"/>
                <a:ext cx="30" cy="45"/>
              </a:xfrm>
              <a:custGeom>
                <a:avLst/>
                <a:gdLst>
                  <a:gd name="T0" fmla="*/ 158 w 12"/>
                  <a:gd name="T1" fmla="*/ 111 h 17"/>
                  <a:gd name="T2" fmla="*/ 113 w 12"/>
                  <a:gd name="T3" fmla="*/ 315 h 17"/>
                  <a:gd name="T4" fmla="*/ 188 w 12"/>
                  <a:gd name="T5" fmla="*/ 11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10" y="6"/>
                    </a:moveTo>
                    <a:cubicBezTo>
                      <a:pt x="0" y="0"/>
                      <a:pt x="6" y="14"/>
                      <a:pt x="7" y="17"/>
                    </a:cubicBezTo>
                    <a:cubicBezTo>
                      <a:pt x="10" y="14"/>
                      <a:pt x="8" y="9"/>
                      <a:pt x="1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37" name="Freeform 424">
                <a:extLst>
                  <a:ext uri="{FF2B5EF4-FFF2-40B4-BE49-F238E27FC236}">
                    <a16:creationId xmlns:a16="http://schemas.microsoft.com/office/drawing/2014/main" id="{5101C6ED-FC09-4E5A-9CB3-80607F933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3163"/>
                <a:ext cx="28" cy="50"/>
              </a:xfrm>
              <a:custGeom>
                <a:avLst/>
                <a:gdLst>
                  <a:gd name="T0" fmla="*/ 130 w 11"/>
                  <a:gd name="T1" fmla="*/ 0 h 19"/>
                  <a:gd name="T2" fmla="*/ 0 w 11"/>
                  <a:gd name="T3" fmla="*/ 347 h 19"/>
                  <a:gd name="T4" fmla="*/ 181 w 11"/>
                  <a:gd name="T5" fmla="*/ 2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8" y="0"/>
                    </a:moveTo>
                    <a:cubicBezTo>
                      <a:pt x="0" y="2"/>
                      <a:pt x="2" y="13"/>
                      <a:pt x="0" y="19"/>
                    </a:cubicBezTo>
                    <a:cubicBezTo>
                      <a:pt x="8" y="19"/>
                      <a:pt x="4" y="2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38" name="Freeform 425">
                <a:extLst>
                  <a:ext uri="{FF2B5EF4-FFF2-40B4-BE49-F238E27FC236}">
                    <a16:creationId xmlns:a16="http://schemas.microsoft.com/office/drawing/2014/main" id="{3AD09218-C7E7-42DD-A86B-314A5AAB3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3149"/>
                <a:ext cx="22" cy="110"/>
              </a:xfrm>
              <a:custGeom>
                <a:avLst/>
                <a:gdLst>
                  <a:gd name="T0" fmla="*/ 42 w 9"/>
                  <a:gd name="T1" fmla="*/ 0 h 41"/>
                  <a:gd name="T2" fmla="*/ 120 w 9"/>
                  <a:gd name="T3" fmla="*/ 445 h 41"/>
                  <a:gd name="T4" fmla="*/ 0 w 9"/>
                  <a:gd name="T5" fmla="*/ 791 h 41"/>
                  <a:gd name="T6" fmla="*/ 42 w 9"/>
                  <a:gd name="T7" fmla="*/ 561 h 41"/>
                  <a:gd name="T8" fmla="*/ 42 w 9"/>
                  <a:gd name="T9" fmla="*/ 8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3" y="0"/>
                    </a:moveTo>
                    <a:cubicBezTo>
                      <a:pt x="7" y="7"/>
                      <a:pt x="9" y="16"/>
                      <a:pt x="8" y="23"/>
                    </a:cubicBezTo>
                    <a:cubicBezTo>
                      <a:pt x="7" y="29"/>
                      <a:pt x="5" y="38"/>
                      <a:pt x="0" y="41"/>
                    </a:cubicBezTo>
                    <a:cubicBezTo>
                      <a:pt x="3" y="38"/>
                      <a:pt x="3" y="33"/>
                      <a:pt x="3" y="29"/>
                    </a:cubicBezTo>
                    <a:cubicBezTo>
                      <a:pt x="4" y="21"/>
                      <a:pt x="6" y="13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39" name="Freeform 426">
                <a:extLst>
                  <a:ext uri="{FF2B5EF4-FFF2-40B4-BE49-F238E27FC236}">
                    <a16:creationId xmlns:a16="http://schemas.microsoft.com/office/drawing/2014/main" id="{4836C57E-0E0B-4569-8EA8-4FF0121A4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3123"/>
                <a:ext cx="30" cy="122"/>
              </a:xfrm>
              <a:custGeom>
                <a:avLst/>
                <a:gdLst>
                  <a:gd name="T0" fmla="*/ 0 w 12"/>
                  <a:gd name="T1" fmla="*/ 0 h 46"/>
                  <a:gd name="T2" fmla="*/ 20 w 12"/>
                  <a:gd name="T3" fmla="*/ 90 h 46"/>
                  <a:gd name="T4" fmla="*/ 83 w 12"/>
                  <a:gd name="T5" fmla="*/ 316 h 46"/>
                  <a:gd name="T6" fmla="*/ 125 w 12"/>
                  <a:gd name="T7" fmla="*/ 690 h 46"/>
                  <a:gd name="T8" fmla="*/ 113 w 12"/>
                  <a:gd name="T9" fmla="*/ 859 h 46"/>
                  <a:gd name="T10" fmla="*/ 158 w 12"/>
                  <a:gd name="T11" fmla="*/ 374 h 46"/>
                  <a:gd name="T12" fmla="*/ 33 w 12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6">
                    <a:moveTo>
                      <a:pt x="0" y="0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2" y="9"/>
                      <a:pt x="4" y="12"/>
                      <a:pt x="5" y="17"/>
                    </a:cubicBezTo>
                    <a:cubicBezTo>
                      <a:pt x="6" y="24"/>
                      <a:pt x="8" y="30"/>
                      <a:pt x="8" y="37"/>
                    </a:cubicBezTo>
                    <a:cubicBezTo>
                      <a:pt x="8" y="40"/>
                      <a:pt x="7" y="43"/>
                      <a:pt x="7" y="46"/>
                    </a:cubicBezTo>
                    <a:cubicBezTo>
                      <a:pt x="12" y="40"/>
                      <a:pt x="10" y="27"/>
                      <a:pt x="10" y="20"/>
                    </a:cubicBezTo>
                    <a:cubicBezTo>
                      <a:pt x="9" y="14"/>
                      <a:pt x="6" y="8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40" name="Freeform 427">
                <a:extLst>
                  <a:ext uri="{FF2B5EF4-FFF2-40B4-BE49-F238E27FC236}">
                    <a16:creationId xmlns:a16="http://schemas.microsoft.com/office/drawing/2014/main" id="{F7CEAA07-5DD9-46AC-8428-A50CB871B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3051"/>
                <a:ext cx="40" cy="152"/>
              </a:xfrm>
              <a:custGeom>
                <a:avLst/>
                <a:gdLst>
                  <a:gd name="T0" fmla="*/ 158 w 16"/>
                  <a:gd name="T1" fmla="*/ 93 h 57"/>
                  <a:gd name="T2" fmla="*/ 0 w 16"/>
                  <a:gd name="T3" fmla="*/ 1080 h 57"/>
                  <a:gd name="T4" fmla="*/ 220 w 16"/>
                  <a:gd name="T5" fmla="*/ 419 h 57"/>
                  <a:gd name="T6" fmla="*/ 188 w 16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7">
                    <a:moveTo>
                      <a:pt x="10" y="5"/>
                    </a:moveTo>
                    <a:cubicBezTo>
                      <a:pt x="15" y="23"/>
                      <a:pt x="4" y="41"/>
                      <a:pt x="0" y="57"/>
                    </a:cubicBezTo>
                    <a:cubicBezTo>
                      <a:pt x="9" y="48"/>
                      <a:pt x="12" y="33"/>
                      <a:pt x="14" y="22"/>
                    </a:cubicBezTo>
                    <a:cubicBezTo>
                      <a:pt x="16" y="13"/>
                      <a:pt x="15" y="8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41" name="Freeform 428">
                <a:extLst>
                  <a:ext uri="{FF2B5EF4-FFF2-40B4-BE49-F238E27FC236}">
                    <a16:creationId xmlns:a16="http://schemas.microsoft.com/office/drawing/2014/main" id="{CF953C5B-D295-4A33-B440-AB02164E1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3021"/>
                <a:ext cx="45" cy="171"/>
              </a:xfrm>
              <a:custGeom>
                <a:avLst/>
                <a:gdLst>
                  <a:gd name="T0" fmla="*/ 0 w 18"/>
                  <a:gd name="T1" fmla="*/ 1221 h 64"/>
                  <a:gd name="T2" fmla="*/ 158 w 18"/>
                  <a:gd name="T3" fmla="*/ 0 h 64"/>
                  <a:gd name="T4" fmla="*/ 0 w 18"/>
                  <a:gd name="T5" fmla="*/ 122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64">
                    <a:moveTo>
                      <a:pt x="0" y="64"/>
                    </a:moveTo>
                    <a:cubicBezTo>
                      <a:pt x="0" y="64"/>
                      <a:pt x="18" y="18"/>
                      <a:pt x="10" y="0"/>
                    </a:cubicBezTo>
                    <a:cubicBezTo>
                      <a:pt x="10" y="8"/>
                      <a:pt x="7" y="52"/>
                      <a:pt x="0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42" name="Freeform 429">
                <a:extLst>
                  <a:ext uri="{FF2B5EF4-FFF2-40B4-BE49-F238E27FC236}">
                    <a16:creationId xmlns:a16="http://schemas.microsoft.com/office/drawing/2014/main" id="{7139EEE1-34A3-419B-88DD-0E8ED1F09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963"/>
                <a:ext cx="25" cy="197"/>
              </a:xfrm>
              <a:custGeom>
                <a:avLst/>
                <a:gdLst>
                  <a:gd name="T0" fmla="*/ 0 w 10"/>
                  <a:gd name="T1" fmla="*/ 0 h 74"/>
                  <a:gd name="T2" fmla="*/ 33 w 10"/>
                  <a:gd name="T3" fmla="*/ 1395 h 74"/>
                  <a:gd name="T4" fmla="*/ 0 w 10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4">
                    <a:moveTo>
                      <a:pt x="0" y="0"/>
                    </a:moveTo>
                    <a:cubicBezTo>
                      <a:pt x="10" y="26"/>
                      <a:pt x="5" y="59"/>
                      <a:pt x="2" y="74"/>
                    </a:cubicBezTo>
                    <a:cubicBezTo>
                      <a:pt x="2" y="62"/>
                      <a:pt x="7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43" name="Freeform 430">
                <a:extLst>
                  <a:ext uri="{FF2B5EF4-FFF2-40B4-BE49-F238E27FC236}">
                    <a16:creationId xmlns:a16="http://schemas.microsoft.com/office/drawing/2014/main" id="{4221E486-49A8-4015-BB9F-278CC4D24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960"/>
                <a:ext cx="60" cy="277"/>
              </a:xfrm>
              <a:custGeom>
                <a:avLst/>
                <a:gdLst>
                  <a:gd name="T0" fmla="*/ 0 w 24"/>
                  <a:gd name="T1" fmla="*/ 0 h 104"/>
                  <a:gd name="T2" fmla="*/ 95 w 24"/>
                  <a:gd name="T3" fmla="*/ 1966 h 104"/>
                  <a:gd name="T4" fmla="*/ 0 w 24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04">
                    <a:moveTo>
                      <a:pt x="0" y="0"/>
                    </a:moveTo>
                    <a:cubicBezTo>
                      <a:pt x="10" y="21"/>
                      <a:pt x="19" y="69"/>
                      <a:pt x="6" y="104"/>
                    </a:cubicBezTo>
                    <a:cubicBezTo>
                      <a:pt x="16" y="72"/>
                      <a:pt x="24" y="3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44" name="Freeform 431">
                <a:extLst>
                  <a:ext uri="{FF2B5EF4-FFF2-40B4-BE49-F238E27FC236}">
                    <a16:creationId xmlns:a16="http://schemas.microsoft.com/office/drawing/2014/main" id="{96386746-8A88-4DE0-861C-39AA8C4AC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909"/>
                <a:ext cx="85" cy="216"/>
              </a:xfrm>
              <a:custGeom>
                <a:avLst/>
                <a:gdLst>
                  <a:gd name="T0" fmla="*/ 0 w 34"/>
                  <a:gd name="T1" fmla="*/ 0 h 81"/>
                  <a:gd name="T2" fmla="*/ 408 w 34"/>
                  <a:gd name="T3" fmla="*/ 1536 h 81"/>
                  <a:gd name="T4" fmla="*/ 0 w 34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81">
                    <a:moveTo>
                      <a:pt x="0" y="0"/>
                    </a:moveTo>
                    <a:cubicBezTo>
                      <a:pt x="13" y="15"/>
                      <a:pt x="33" y="34"/>
                      <a:pt x="26" y="81"/>
                    </a:cubicBezTo>
                    <a:cubicBezTo>
                      <a:pt x="34" y="56"/>
                      <a:pt x="33" y="2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45" name="Freeform 432">
                <a:extLst>
                  <a:ext uri="{FF2B5EF4-FFF2-40B4-BE49-F238E27FC236}">
                    <a16:creationId xmlns:a16="http://schemas.microsoft.com/office/drawing/2014/main" id="{00C27386-C9E7-46F9-ADAD-9832623CB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408"/>
                <a:ext cx="137" cy="123"/>
              </a:xfrm>
              <a:custGeom>
                <a:avLst/>
                <a:gdLst>
                  <a:gd name="T0" fmla="*/ 12 w 55"/>
                  <a:gd name="T1" fmla="*/ 0 h 46"/>
                  <a:gd name="T2" fmla="*/ 279 w 55"/>
                  <a:gd name="T3" fmla="*/ 516 h 46"/>
                  <a:gd name="T4" fmla="*/ 508 w 55"/>
                  <a:gd name="T5" fmla="*/ 880 h 46"/>
                  <a:gd name="T6" fmla="*/ 725 w 55"/>
                  <a:gd name="T7" fmla="*/ 800 h 46"/>
                  <a:gd name="T8" fmla="*/ 695 w 55"/>
                  <a:gd name="T9" fmla="*/ 709 h 46"/>
                  <a:gd name="T10" fmla="*/ 849 w 55"/>
                  <a:gd name="T11" fmla="*/ 824 h 46"/>
                  <a:gd name="T12" fmla="*/ 837 w 55"/>
                  <a:gd name="T13" fmla="*/ 687 h 46"/>
                  <a:gd name="T14" fmla="*/ 416 w 55"/>
                  <a:gd name="T15" fmla="*/ 380 h 46"/>
                  <a:gd name="T16" fmla="*/ 0 w 55"/>
                  <a:gd name="T17" fmla="*/ 21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46">
                    <a:moveTo>
                      <a:pt x="1" y="0"/>
                    </a:moveTo>
                    <a:cubicBezTo>
                      <a:pt x="8" y="8"/>
                      <a:pt x="12" y="18"/>
                      <a:pt x="18" y="27"/>
                    </a:cubicBezTo>
                    <a:cubicBezTo>
                      <a:pt x="22" y="34"/>
                      <a:pt x="29" y="39"/>
                      <a:pt x="33" y="46"/>
                    </a:cubicBezTo>
                    <a:cubicBezTo>
                      <a:pt x="26" y="40"/>
                      <a:pt x="43" y="35"/>
                      <a:pt x="47" y="42"/>
                    </a:cubicBezTo>
                    <a:cubicBezTo>
                      <a:pt x="46" y="41"/>
                      <a:pt x="45" y="39"/>
                      <a:pt x="45" y="37"/>
                    </a:cubicBezTo>
                    <a:cubicBezTo>
                      <a:pt x="49" y="39"/>
                      <a:pt x="51" y="42"/>
                      <a:pt x="55" y="43"/>
                    </a:cubicBezTo>
                    <a:cubicBezTo>
                      <a:pt x="54" y="41"/>
                      <a:pt x="53" y="38"/>
                      <a:pt x="54" y="36"/>
                    </a:cubicBezTo>
                    <a:cubicBezTo>
                      <a:pt x="44" y="32"/>
                      <a:pt x="35" y="26"/>
                      <a:pt x="27" y="20"/>
                    </a:cubicBezTo>
                    <a:cubicBezTo>
                      <a:pt x="18" y="13"/>
                      <a:pt x="10" y="5"/>
                      <a:pt x="0" y="1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46" name="Freeform 433">
                <a:extLst>
                  <a:ext uri="{FF2B5EF4-FFF2-40B4-BE49-F238E27FC236}">
                    <a16:creationId xmlns:a16="http://schemas.microsoft.com/office/drawing/2014/main" id="{2DCCFE35-32D4-43E9-912B-277B43CD9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3501"/>
                <a:ext cx="108" cy="38"/>
              </a:xfrm>
              <a:custGeom>
                <a:avLst/>
                <a:gdLst>
                  <a:gd name="T0" fmla="*/ 33 w 43"/>
                  <a:gd name="T1" fmla="*/ 103 h 14"/>
                  <a:gd name="T2" fmla="*/ 367 w 43"/>
                  <a:gd name="T3" fmla="*/ 220 h 14"/>
                  <a:gd name="T4" fmla="*/ 681 w 43"/>
                  <a:gd name="T5" fmla="*/ 244 h 14"/>
                  <a:gd name="T6" fmla="*/ 316 w 43"/>
                  <a:gd name="T7" fmla="*/ 117 h 14"/>
                  <a:gd name="T8" fmla="*/ 0 w 43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4">
                    <a:moveTo>
                      <a:pt x="2" y="5"/>
                    </a:moveTo>
                    <a:cubicBezTo>
                      <a:pt x="9" y="3"/>
                      <a:pt x="16" y="9"/>
                      <a:pt x="23" y="11"/>
                    </a:cubicBezTo>
                    <a:cubicBezTo>
                      <a:pt x="29" y="12"/>
                      <a:pt x="37" y="14"/>
                      <a:pt x="43" y="12"/>
                    </a:cubicBezTo>
                    <a:cubicBezTo>
                      <a:pt x="35" y="11"/>
                      <a:pt x="27" y="8"/>
                      <a:pt x="20" y="6"/>
                    </a:cubicBezTo>
                    <a:cubicBezTo>
                      <a:pt x="13" y="4"/>
                      <a:pt x="8" y="1"/>
                      <a:pt x="0" y="0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47" name="Freeform 434">
                <a:extLst>
                  <a:ext uri="{FF2B5EF4-FFF2-40B4-BE49-F238E27FC236}">
                    <a16:creationId xmlns:a16="http://schemas.microsoft.com/office/drawing/2014/main" id="{5C6C8275-1052-411D-937C-0DFCDF531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3261"/>
                <a:ext cx="650" cy="131"/>
              </a:xfrm>
              <a:custGeom>
                <a:avLst/>
                <a:gdLst>
                  <a:gd name="T0" fmla="*/ 158 w 260"/>
                  <a:gd name="T1" fmla="*/ 0 h 49"/>
                  <a:gd name="T2" fmla="*/ 0 w 260"/>
                  <a:gd name="T3" fmla="*/ 650 h 49"/>
                  <a:gd name="T4" fmla="*/ 113 w 260"/>
                  <a:gd name="T5" fmla="*/ 457 h 49"/>
                  <a:gd name="T6" fmla="*/ 220 w 260"/>
                  <a:gd name="T7" fmla="*/ 594 h 49"/>
                  <a:gd name="T8" fmla="*/ 363 w 260"/>
                  <a:gd name="T9" fmla="*/ 436 h 49"/>
                  <a:gd name="T10" fmla="*/ 738 w 260"/>
                  <a:gd name="T11" fmla="*/ 537 h 49"/>
                  <a:gd name="T12" fmla="*/ 1000 w 260"/>
                  <a:gd name="T13" fmla="*/ 628 h 49"/>
                  <a:gd name="T14" fmla="*/ 1488 w 260"/>
                  <a:gd name="T15" fmla="*/ 799 h 49"/>
                  <a:gd name="T16" fmla="*/ 1908 w 260"/>
                  <a:gd name="T17" fmla="*/ 901 h 49"/>
                  <a:gd name="T18" fmla="*/ 2533 w 260"/>
                  <a:gd name="T19" fmla="*/ 914 h 49"/>
                  <a:gd name="T20" fmla="*/ 3113 w 260"/>
                  <a:gd name="T21" fmla="*/ 821 h 49"/>
                  <a:gd name="T22" fmla="*/ 4050 w 260"/>
                  <a:gd name="T23" fmla="*/ 342 h 49"/>
                  <a:gd name="T24" fmla="*/ 4063 w 260"/>
                  <a:gd name="T25" fmla="*/ 286 h 49"/>
                  <a:gd name="T26" fmla="*/ 3625 w 260"/>
                  <a:gd name="T27" fmla="*/ 364 h 49"/>
                  <a:gd name="T28" fmla="*/ 3395 w 260"/>
                  <a:gd name="T29" fmla="*/ 500 h 49"/>
                  <a:gd name="T30" fmla="*/ 3083 w 260"/>
                  <a:gd name="T31" fmla="*/ 615 h 49"/>
                  <a:gd name="T32" fmla="*/ 2083 w 260"/>
                  <a:gd name="T33" fmla="*/ 687 h 49"/>
                  <a:gd name="T34" fmla="*/ 1208 w 260"/>
                  <a:gd name="T35" fmla="*/ 500 h 49"/>
                  <a:gd name="T36" fmla="*/ 813 w 260"/>
                  <a:gd name="T37" fmla="*/ 380 h 49"/>
                  <a:gd name="T38" fmla="*/ 470 w 260"/>
                  <a:gd name="T39" fmla="*/ 192 h 4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0" h="49">
                    <a:moveTo>
                      <a:pt x="10" y="0"/>
                    </a:moveTo>
                    <a:cubicBezTo>
                      <a:pt x="9" y="12"/>
                      <a:pt x="1" y="23"/>
                      <a:pt x="0" y="34"/>
                    </a:cubicBezTo>
                    <a:cubicBezTo>
                      <a:pt x="2" y="32"/>
                      <a:pt x="3" y="24"/>
                      <a:pt x="7" y="24"/>
                    </a:cubicBezTo>
                    <a:cubicBezTo>
                      <a:pt x="10" y="25"/>
                      <a:pt x="12" y="30"/>
                      <a:pt x="14" y="31"/>
                    </a:cubicBezTo>
                    <a:cubicBezTo>
                      <a:pt x="14" y="26"/>
                      <a:pt x="15" y="13"/>
                      <a:pt x="23" y="23"/>
                    </a:cubicBezTo>
                    <a:cubicBezTo>
                      <a:pt x="25" y="12"/>
                      <a:pt x="43" y="25"/>
                      <a:pt x="47" y="28"/>
                    </a:cubicBezTo>
                    <a:cubicBezTo>
                      <a:pt x="53" y="31"/>
                      <a:pt x="57" y="32"/>
                      <a:pt x="64" y="33"/>
                    </a:cubicBezTo>
                    <a:cubicBezTo>
                      <a:pt x="75" y="35"/>
                      <a:pt x="84" y="41"/>
                      <a:pt x="95" y="42"/>
                    </a:cubicBezTo>
                    <a:cubicBezTo>
                      <a:pt x="104" y="44"/>
                      <a:pt x="112" y="46"/>
                      <a:pt x="122" y="47"/>
                    </a:cubicBezTo>
                    <a:cubicBezTo>
                      <a:pt x="135" y="49"/>
                      <a:pt x="148" y="48"/>
                      <a:pt x="162" y="48"/>
                    </a:cubicBezTo>
                    <a:cubicBezTo>
                      <a:pt x="175" y="47"/>
                      <a:pt x="187" y="48"/>
                      <a:pt x="199" y="43"/>
                    </a:cubicBezTo>
                    <a:cubicBezTo>
                      <a:pt x="219" y="37"/>
                      <a:pt x="245" y="35"/>
                      <a:pt x="259" y="18"/>
                    </a:cubicBezTo>
                    <a:cubicBezTo>
                      <a:pt x="259" y="18"/>
                      <a:pt x="259" y="16"/>
                      <a:pt x="260" y="15"/>
                    </a:cubicBezTo>
                    <a:cubicBezTo>
                      <a:pt x="253" y="12"/>
                      <a:pt x="238" y="17"/>
                      <a:pt x="232" y="19"/>
                    </a:cubicBezTo>
                    <a:cubicBezTo>
                      <a:pt x="226" y="21"/>
                      <a:pt x="222" y="24"/>
                      <a:pt x="217" y="26"/>
                    </a:cubicBezTo>
                    <a:cubicBezTo>
                      <a:pt x="210" y="30"/>
                      <a:pt x="204" y="31"/>
                      <a:pt x="197" y="32"/>
                    </a:cubicBezTo>
                    <a:cubicBezTo>
                      <a:pt x="175" y="36"/>
                      <a:pt x="155" y="37"/>
                      <a:pt x="133" y="36"/>
                    </a:cubicBezTo>
                    <a:cubicBezTo>
                      <a:pt x="114" y="34"/>
                      <a:pt x="95" y="31"/>
                      <a:pt x="77" y="26"/>
                    </a:cubicBezTo>
                    <a:cubicBezTo>
                      <a:pt x="69" y="24"/>
                      <a:pt x="60" y="23"/>
                      <a:pt x="52" y="20"/>
                    </a:cubicBezTo>
                    <a:cubicBezTo>
                      <a:pt x="44" y="18"/>
                      <a:pt x="37" y="14"/>
                      <a:pt x="30" y="1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48" name="Freeform 435">
                <a:extLst>
                  <a:ext uri="{FF2B5EF4-FFF2-40B4-BE49-F238E27FC236}">
                    <a16:creationId xmlns:a16="http://schemas.microsoft.com/office/drawing/2014/main" id="{D526E61F-9A3B-4A32-8E64-F43676ECB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3243"/>
                <a:ext cx="337" cy="138"/>
              </a:xfrm>
              <a:custGeom>
                <a:avLst/>
                <a:gdLst>
                  <a:gd name="T0" fmla="*/ 0 w 135"/>
                  <a:gd name="T1" fmla="*/ 971 h 52"/>
                  <a:gd name="T2" fmla="*/ 250 w 135"/>
                  <a:gd name="T3" fmla="*/ 894 h 52"/>
                  <a:gd name="T4" fmla="*/ 716 w 135"/>
                  <a:gd name="T5" fmla="*/ 804 h 52"/>
                  <a:gd name="T6" fmla="*/ 966 w 135"/>
                  <a:gd name="T7" fmla="*/ 634 h 52"/>
                  <a:gd name="T8" fmla="*/ 1166 w 135"/>
                  <a:gd name="T9" fmla="*/ 486 h 52"/>
                  <a:gd name="T10" fmla="*/ 1620 w 135"/>
                  <a:gd name="T11" fmla="*/ 374 h 52"/>
                  <a:gd name="T12" fmla="*/ 1837 w 135"/>
                  <a:gd name="T13" fmla="*/ 281 h 52"/>
                  <a:gd name="T14" fmla="*/ 2099 w 135"/>
                  <a:gd name="T15" fmla="*/ 149 h 52"/>
                  <a:gd name="T16" fmla="*/ 2057 w 135"/>
                  <a:gd name="T17" fmla="*/ 170 h 52"/>
                  <a:gd name="T18" fmla="*/ 2099 w 135"/>
                  <a:gd name="T19" fmla="*/ 0 h 52"/>
                  <a:gd name="T20" fmla="*/ 1757 w 135"/>
                  <a:gd name="T21" fmla="*/ 133 h 52"/>
                  <a:gd name="T22" fmla="*/ 1495 w 135"/>
                  <a:gd name="T23" fmla="*/ 226 h 52"/>
                  <a:gd name="T24" fmla="*/ 1183 w 135"/>
                  <a:gd name="T25" fmla="*/ 451 h 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5" h="52">
                    <a:moveTo>
                      <a:pt x="0" y="52"/>
                    </a:moveTo>
                    <a:cubicBezTo>
                      <a:pt x="6" y="52"/>
                      <a:pt x="11" y="49"/>
                      <a:pt x="16" y="48"/>
                    </a:cubicBezTo>
                    <a:cubicBezTo>
                      <a:pt x="26" y="46"/>
                      <a:pt x="36" y="46"/>
                      <a:pt x="46" y="43"/>
                    </a:cubicBezTo>
                    <a:cubicBezTo>
                      <a:pt x="55" y="41"/>
                      <a:pt x="57" y="39"/>
                      <a:pt x="62" y="34"/>
                    </a:cubicBezTo>
                    <a:cubicBezTo>
                      <a:pt x="65" y="29"/>
                      <a:pt x="69" y="27"/>
                      <a:pt x="75" y="26"/>
                    </a:cubicBezTo>
                    <a:cubicBezTo>
                      <a:pt x="87" y="24"/>
                      <a:pt x="92" y="23"/>
                      <a:pt x="104" y="20"/>
                    </a:cubicBezTo>
                    <a:cubicBezTo>
                      <a:pt x="110" y="18"/>
                      <a:pt x="113" y="18"/>
                      <a:pt x="118" y="15"/>
                    </a:cubicBezTo>
                    <a:cubicBezTo>
                      <a:pt x="121" y="12"/>
                      <a:pt x="132" y="11"/>
                      <a:pt x="135" y="8"/>
                    </a:cubicBezTo>
                    <a:cubicBezTo>
                      <a:pt x="134" y="9"/>
                      <a:pt x="133" y="9"/>
                      <a:pt x="132" y="9"/>
                    </a:cubicBezTo>
                    <a:cubicBezTo>
                      <a:pt x="130" y="5"/>
                      <a:pt x="131" y="1"/>
                      <a:pt x="135" y="0"/>
                    </a:cubicBezTo>
                    <a:cubicBezTo>
                      <a:pt x="129" y="1"/>
                      <a:pt x="120" y="6"/>
                      <a:pt x="113" y="7"/>
                    </a:cubicBezTo>
                    <a:cubicBezTo>
                      <a:pt x="107" y="9"/>
                      <a:pt x="102" y="10"/>
                      <a:pt x="96" y="12"/>
                    </a:cubicBezTo>
                    <a:cubicBezTo>
                      <a:pt x="89" y="16"/>
                      <a:pt x="83" y="20"/>
                      <a:pt x="76" y="24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49" name="Freeform 436">
                <a:extLst>
                  <a:ext uri="{FF2B5EF4-FFF2-40B4-BE49-F238E27FC236}">
                    <a16:creationId xmlns:a16="http://schemas.microsoft.com/office/drawing/2014/main" id="{0C336408-7F4A-410C-B8C1-DA9C989E8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2741"/>
                <a:ext cx="43" cy="307"/>
              </a:xfrm>
              <a:custGeom>
                <a:avLst/>
                <a:gdLst>
                  <a:gd name="T0" fmla="*/ 0 w 17"/>
                  <a:gd name="T1" fmla="*/ 0 h 115"/>
                  <a:gd name="T2" fmla="*/ 159 w 17"/>
                  <a:gd name="T3" fmla="*/ 1161 h 115"/>
                  <a:gd name="T4" fmla="*/ 0 w 17"/>
                  <a:gd name="T5" fmla="*/ 2189 h 115"/>
                  <a:gd name="T6" fmla="*/ 255 w 17"/>
                  <a:gd name="T7" fmla="*/ 1062 h 115"/>
                  <a:gd name="T8" fmla="*/ 0 w 17"/>
                  <a:gd name="T9" fmla="*/ 0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15">
                    <a:moveTo>
                      <a:pt x="0" y="0"/>
                    </a:moveTo>
                    <a:cubicBezTo>
                      <a:pt x="10" y="17"/>
                      <a:pt x="15" y="34"/>
                      <a:pt x="10" y="61"/>
                    </a:cubicBezTo>
                    <a:cubicBezTo>
                      <a:pt x="5" y="88"/>
                      <a:pt x="1" y="109"/>
                      <a:pt x="0" y="115"/>
                    </a:cubicBezTo>
                    <a:cubicBezTo>
                      <a:pt x="2" y="101"/>
                      <a:pt x="15" y="77"/>
                      <a:pt x="16" y="56"/>
                    </a:cubicBezTo>
                    <a:cubicBezTo>
                      <a:pt x="17" y="34"/>
                      <a:pt x="6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50" name="Freeform 437">
                <a:extLst>
                  <a:ext uri="{FF2B5EF4-FFF2-40B4-BE49-F238E27FC236}">
                    <a16:creationId xmlns:a16="http://schemas.microsoft.com/office/drawing/2014/main" id="{C3C99335-8650-4CBF-86B2-9070EBF00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408"/>
                <a:ext cx="110" cy="13"/>
              </a:xfrm>
              <a:custGeom>
                <a:avLst/>
                <a:gdLst>
                  <a:gd name="T0" fmla="*/ 0 w 44"/>
                  <a:gd name="T1" fmla="*/ 88 h 5"/>
                  <a:gd name="T2" fmla="*/ 688 w 44"/>
                  <a:gd name="T3" fmla="*/ 5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5">
                    <a:moveTo>
                      <a:pt x="0" y="5"/>
                    </a:moveTo>
                    <a:cubicBezTo>
                      <a:pt x="12" y="0"/>
                      <a:pt x="33" y="0"/>
                      <a:pt x="4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51" name="Freeform 438">
                <a:extLst>
                  <a:ext uri="{FF2B5EF4-FFF2-40B4-BE49-F238E27FC236}">
                    <a16:creationId xmlns:a16="http://schemas.microsoft.com/office/drawing/2014/main" id="{7996E3C8-ABA7-4434-8170-A77C94E74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451"/>
                <a:ext cx="112" cy="24"/>
              </a:xfrm>
              <a:custGeom>
                <a:avLst/>
                <a:gdLst>
                  <a:gd name="T0" fmla="*/ 0 w 45"/>
                  <a:gd name="T1" fmla="*/ 171 h 9"/>
                  <a:gd name="T2" fmla="*/ 694 w 45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9">
                    <a:moveTo>
                      <a:pt x="0" y="9"/>
                    </a:moveTo>
                    <a:cubicBezTo>
                      <a:pt x="13" y="0"/>
                      <a:pt x="30" y="1"/>
                      <a:pt x="4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52" name="Freeform 439">
                <a:extLst>
                  <a:ext uri="{FF2B5EF4-FFF2-40B4-BE49-F238E27FC236}">
                    <a16:creationId xmlns:a16="http://schemas.microsoft.com/office/drawing/2014/main" id="{CB71C2C6-D3ED-4FED-8DE8-0939B2782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360"/>
                <a:ext cx="95" cy="37"/>
              </a:xfrm>
              <a:custGeom>
                <a:avLst/>
                <a:gdLst>
                  <a:gd name="T0" fmla="*/ 0 w 38"/>
                  <a:gd name="T1" fmla="*/ 259 h 14"/>
                  <a:gd name="T2" fmla="*/ 595 w 38"/>
                  <a:gd name="T3" fmla="*/ 7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4">
                    <a:moveTo>
                      <a:pt x="0" y="14"/>
                    </a:moveTo>
                    <a:cubicBezTo>
                      <a:pt x="12" y="9"/>
                      <a:pt x="24" y="0"/>
                      <a:pt x="3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53" name="Freeform 440">
                <a:extLst>
                  <a:ext uri="{FF2B5EF4-FFF2-40B4-BE49-F238E27FC236}">
                    <a16:creationId xmlns:a16="http://schemas.microsoft.com/office/drawing/2014/main" id="{65592373-29CE-4342-BB72-FA5A8408E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349"/>
                <a:ext cx="205" cy="35"/>
              </a:xfrm>
              <a:custGeom>
                <a:avLst/>
                <a:gdLst>
                  <a:gd name="T0" fmla="*/ 0 w 82"/>
                  <a:gd name="T1" fmla="*/ 218 h 13"/>
                  <a:gd name="T2" fmla="*/ 1283 w 82"/>
                  <a:gd name="T3" fmla="*/ 175 h 13"/>
                  <a:gd name="T4" fmla="*/ 770 w 82"/>
                  <a:gd name="T5" fmla="*/ 218 h 13"/>
                  <a:gd name="T6" fmla="*/ 363 w 82"/>
                  <a:gd name="T7" fmla="*/ 23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3">
                    <a:moveTo>
                      <a:pt x="0" y="11"/>
                    </a:moveTo>
                    <a:cubicBezTo>
                      <a:pt x="25" y="3"/>
                      <a:pt x="58" y="0"/>
                      <a:pt x="82" y="9"/>
                    </a:cubicBezTo>
                    <a:cubicBezTo>
                      <a:pt x="69" y="3"/>
                      <a:pt x="61" y="8"/>
                      <a:pt x="49" y="11"/>
                    </a:cubicBezTo>
                    <a:cubicBezTo>
                      <a:pt x="40" y="13"/>
                      <a:pt x="31" y="9"/>
                      <a:pt x="23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54" name="Freeform 441">
                <a:extLst>
                  <a:ext uri="{FF2B5EF4-FFF2-40B4-BE49-F238E27FC236}">
                    <a16:creationId xmlns:a16="http://schemas.microsoft.com/office/drawing/2014/main" id="{A45E2D60-36F5-4E58-9878-8337A20F2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296"/>
                <a:ext cx="160" cy="48"/>
              </a:xfrm>
              <a:custGeom>
                <a:avLst/>
                <a:gdLst>
                  <a:gd name="T0" fmla="*/ 0 w 64"/>
                  <a:gd name="T1" fmla="*/ 205 h 18"/>
                  <a:gd name="T2" fmla="*/ 1000 w 64"/>
                  <a:gd name="T3" fmla="*/ 341 h 18"/>
                  <a:gd name="T4" fmla="*/ 408 w 64"/>
                  <a:gd name="T5" fmla="*/ 14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8">
                    <a:moveTo>
                      <a:pt x="0" y="11"/>
                    </a:moveTo>
                    <a:cubicBezTo>
                      <a:pt x="21" y="0"/>
                      <a:pt x="47" y="5"/>
                      <a:pt x="64" y="18"/>
                    </a:cubicBezTo>
                    <a:cubicBezTo>
                      <a:pt x="55" y="9"/>
                      <a:pt x="38" y="12"/>
                      <a:pt x="2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55" name="Freeform 442">
                <a:extLst>
                  <a:ext uri="{FF2B5EF4-FFF2-40B4-BE49-F238E27FC236}">
                    <a16:creationId xmlns:a16="http://schemas.microsoft.com/office/drawing/2014/main" id="{843B49CC-87AA-4062-9B76-C3C1B7FB5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213"/>
                <a:ext cx="100" cy="40"/>
              </a:xfrm>
              <a:custGeom>
                <a:avLst/>
                <a:gdLst>
                  <a:gd name="T0" fmla="*/ 0 w 40"/>
                  <a:gd name="T1" fmla="*/ 285 h 15"/>
                  <a:gd name="T2" fmla="*/ 363 w 40"/>
                  <a:gd name="T3" fmla="*/ 35 h 15"/>
                  <a:gd name="T4" fmla="*/ 625 w 4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5">
                    <a:moveTo>
                      <a:pt x="0" y="15"/>
                    </a:moveTo>
                    <a:cubicBezTo>
                      <a:pt x="6" y="11"/>
                      <a:pt x="15" y="5"/>
                      <a:pt x="23" y="2"/>
                    </a:cubicBezTo>
                    <a:cubicBezTo>
                      <a:pt x="29" y="1"/>
                      <a:pt x="35" y="1"/>
                      <a:pt x="4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56" name="Freeform 443">
                <a:extLst>
                  <a:ext uri="{FF2B5EF4-FFF2-40B4-BE49-F238E27FC236}">
                    <a16:creationId xmlns:a16="http://schemas.microsoft.com/office/drawing/2014/main" id="{1B25F5F0-8200-4879-8126-A977004AE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219"/>
                <a:ext cx="120" cy="40"/>
              </a:xfrm>
              <a:custGeom>
                <a:avLst/>
                <a:gdLst>
                  <a:gd name="T0" fmla="*/ 0 w 48"/>
                  <a:gd name="T1" fmla="*/ 285 h 15"/>
                  <a:gd name="T2" fmla="*/ 750 w 48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5">
                    <a:moveTo>
                      <a:pt x="0" y="15"/>
                    </a:moveTo>
                    <a:cubicBezTo>
                      <a:pt x="12" y="8"/>
                      <a:pt x="34" y="0"/>
                      <a:pt x="4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57" name="Freeform 444">
                <a:extLst>
                  <a:ext uri="{FF2B5EF4-FFF2-40B4-BE49-F238E27FC236}">
                    <a16:creationId xmlns:a16="http://schemas.microsoft.com/office/drawing/2014/main" id="{40547F9D-1EA3-46B2-8A66-2B56543AD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373"/>
                <a:ext cx="45" cy="99"/>
              </a:xfrm>
              <a:custGeom>
                <a:avLst/>
                <a:gdLst>
                  <a:gd name="T0" fmla="*/ 238 w 18"/>
                  <a:gd name="T1" fmla="*/ 0 h 37"/>
                  <a:gd name="T2" fmla="*/ 158 w 18"/>
                  <a:gd name="T3" fmla="*/ 401 h 37"/>
                  <a:gd name="T4" fmla="*/ 0 w 18"/>
                  <a:gd name="T5" fmla="*/ 709 h 37"/>
                  <a:gd name="T6" fmla="*/ 270 w 18"/>
                  <a:gd name="T7" fmla="*/ 2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7">
                    <a:moveTo>
                      <a:pt x="15" y="0"/>
                    </a:moveTo>
                    <a:cubicBezTo>
                      <a:pt x="14" y="7"/>
                      <a:pt x="14" y="14"/>
                      <a:pt x="10" y="21"/>
                    </a:cubicBezTo>
                    <a:cubicBezTo>
                      <a:pt x="8" y="26"/>
                      <a:pt x="3" y="31"/>
                      <a:pt x="0" y="37"/>
                    </a:cubicBezTo>
                    <a:cubicBezTo>
                      <a:pt x="18" y="32"/>
                      <a:pt x="17" y="14"/>
                      <a:pt x="1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58" name="Freeform 445">
                <a:extLst>
                  <a:ext uri="{FF2B5EF4-FFF2-40B4-BE49-F238E27FC236}">
                    <a16:creationId xmlns:a16="http://schemas.microsoft.com/office/drawing/2014/main" id="{37869162-0391-42B8-8570-DB2F6C64E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397"/>
                <a:ext cx="37" cy="104"/>
              </a:xfrm>
              <a:custGeom>
                <a:avLst/>
                <a:gdLst>
                  <a:gd name="T0" fmla="*/ 74 w 15"/>
                  <a:gd name="T1" fmla="*/ 77 h 39"/>
                  <a:gd name="T2" fmla="*/ 0 w 15"/>
                  <a:gd name="T3" fmla="*/ 739 h 39"/>
                  <a:gd name="T4" fmla="*/ 74 w 15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9">
                    <a:moveTo>
                      <a:pt x="5" y="4"/>
                    </a:moveTo>
                    <a:cubicBezTo>
                      <a:pt x="6" y="16"/>
                      <a:pt x="5" y="28"/>
                      <a:pt x="0" y="39"/>
                    </a:cubicBezTo>
                    <a:cubicBezTo>
                      <a:pt x="7" y="32"/>
                      <a:pt x="15" y="8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59" name="Freeform 446">
                <a:extLst>
                  <a:ext uri="{FF2B5EF4-FFF2-40B4-BE49-F238E27FC236}">
                    <a16:creationId xmlns:a16="http://schemas.microsoft.com/office/drawing/2014/main" id="{75FCE1AE-4D8C-4832-A3B9-7224896F9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800"/>
                <a:ext cx="88" cy="120"/>
              </a:xfrm>
              <a:custGeom>
                <a:avLst/>
                <a:gdLst>
                  <a:gd name="T0" fmla="*/ 0 w 35"/>
                  <a:gd name="T1" fmla="*/ 35 h 45"/>
                  <a:gd name="T2" fmla="*/ 556 w 35"/>
                  <a:gd name="T3" fmla="*/ 853 h 45"/>
                  <a:gd name="T4" fmla="*/ 146 w 35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5">
                    <a:moveTo>
                      <a:pt x="0" y="2"/>
                    </a:moveTo>
                    <a:cubicBezTo>
                      <a:pt x="21" y="10"/>
                      <a:pt x="23" y="31"/>
                      <a:pt x="35" y="45"/>
                    </a:cubicBezTo>
                    <a:cubicBezTo>
                      <a:pt x="31" y="26"/>
                      <a:pt x="26" y="12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60" name="Freeform 447">
                <a:extLst>
                  <a:ext uri="{FF2B5EF4-FFF2-40B4-BE49-F238E27FC236}">
                    <a16:creationId xmlns:a16="http://schemas.microsoft.com/office/drawing/2014/main" id="{DF39492A-10E1-4A44-9D4C-C697D01F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760"/>
                <a:ext cx="57" cy="64"/>
              </a:xfrm>
              <a:custGeom>
                <a:avLst/>
                <a:gdLst>
                  <a:gd name="T0" fmla="*/ 42 w 23"/>
                  <a:gd name="T1" fmla="*/ 227 h 24"/>
                  <a:gd name="T2" fmla="*/ 349 w 23"/>
                  <a:gd name="T3" fmla="*/ 456 h 24"/>
                  <a:gd name="T4" fmla="*/ 216 w 23"/>
                  <a:gd name="T5" fmla="*/ 77 h 24"/>
                  <a:gd name="T6" fmla="*/ 0 w 23"/>
                  <a:gd name="T7" fmla="*/ 17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3" y="12"/>
                    </a:moveTo>
                    <a:cubicBezTo>
                      <a:pt x="9" y="15"/>
                      <a:pt x="20" y="23"/>
                      <a:pt x="23" y="24"/>
                    </a:cubicBezTo>
                    <a:cubicBezTo>
                      <a:pt x="16" y="20"/>
                      <a:pt x="2" y="11"/>
                      <a:pt x="14" y="4"/>
                    </a:cubicBezTo>
                    <a:cubicBezTo>
                      <a:pt x="8" y="0"/>
                      <a:pt x="3" y="4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61" name="Freeform 448">
                <a:extLst>
                  <a:ext uri="{FF2B5EF4-FFF2-40B4-BE49-F238E27FC236}">
                    <a16:creationId xmlns:a16="http://schemas.microsoft.com/office/drawing/2014/main" id="{1B1F3C96-6C6B-405C-9093-0D0E2EC9D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576"/>
                <a:ext cx="32" cy="56"/>
              </a:xfrm>
              <a:custGeom>
                <a:avLst/>
                <a:gdLst>
                  <a:gd name="T0" fmla="*/ 182 w 13"/>
                  <a:gd name="T1" fmla="*/ 0 h 21"/>
                  <a:gd name="T2" fmla="*/ 0 w 13"/>
                  <a:gd name="T3" fmla="*/ 21 h 21"/>
                  <a:gd name="T4" fmla="*/ 62 w 13"/>
                  <a:gd name="T5" fmla="*/ 397 h 21"/>
                  <a:gd name="T6" fmla="*/ 194 w 13"/>
                  <a:gd name="T7" fmla="*/ 3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12" y="0"/>
                    </a:moveTo>
                    <a:cubicBezTo>
                      <a:pt x="8" y="0"/>
                      <a:pt x="4" y="1"/>
                      <a:pt x="0" y="1"/>
                    </a:cubicBezTo>
                    <a:cubicBezTo>
                      <a:pt x="0" y="8"/>
                      <a:pt x="6" y="15"/>
                      <a:pt x="4" y="21"/>
                    </a:cubicBezTo>
                    <a:cubicBezTo>
                      <a:pt x="3" y="14"/>
                      <a:pt x="5" y="4"/>
                      <a:pt x="1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62" name="Freeform 449">
                <a:extLst>
                  <a:ext uri="{FF2B5EF4-FFF2-40B4-BE49-F238E27FC236}">
                    <a16:creationId xmlns:a16="http://schemas.microsoft.com/office/drawing/2014/main" id="{62920855-0EDB-4873-81E0-699380B42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2565"/>
                <a:ext cx="37" cy="56"/>
              </a:xfrm>
              <a:custGeom>
                <a:avLst/>
                <a:gdLst>
                  <a:gd name="T0" fmla="*/ 183 w 15"/>
                  <a:gd name="T1" fmla="*/ 35 h 21"/>
                  <a:gd name="T2" fmla="*/ 165 w 15"/>
                  <a:gd name="T3" fmla="*/ 397 h 21"/>
                  <a:gd name="T4" fmla="*/ 224 w 15"/>
                  <a:gd name="T5" fmla="*/ 7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12" y="2"/>
                    </a:moveTo>
                    <a:cubicBezTo>
                      <a:pt x="0" y="0"/>
                      <a:pt x="11" y="16"/>
                      <a:pt x="11" y="21"/>
                    </a:cubicBezTo>
                    <a:cubicBezTo>
                      <a:pt x="12" y="16"/>
                      <a:pt x="9" y="8"/>
                      <a:pt x="1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63" name="Freeform 450">
                <a:extLst>
                  <a:ext uri="{FF2B5EF4-FFF2-40B4-BE49-F238E27FC236}">
                    <a16:creationId xmlns:a16="http://schemas.microsoft.com/office/drawing/2014/main" id="{8174C53F-2AA2-40B9-9DFA-BE847545A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640"/>
                <a:ext cx="50" cy="59"/>
              </a:xfrm>
              <a:custGeom>
                <a:avLst/>
                <a:gdLst>
                  <a:gd name="T0" fmla="*/ 313 w 20"/>
                  <a:gd name="T1" fmla="*/ 0 h 22"/>
                  <a:gd name="T2" fmla="*/ 113 w 20"/>
                  <a:gd name="T3" fmla="*/ 424 h 22"/>
                  <a:gd name="T4" fmla="*/ 300 w 20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20" y="0"/>
                    </a:moveTo>
                    <a:cubicBezTo>
                      <a:pt x="9" y="2"/>
                      <a:pt x="0" y="12"/>
                      <a:pt x="7" y="22"/>
                    </a:cubicBezTo>
                    <a:cubicBezTo>
                      <a:pt x="13" y="16"/>
                      <a:pt x="7" y="2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64" name="Freeform 451">
                <a:extLst>
                  <a:ext uri="{FF2B5EF4-FFF2-40B4-BE49-F238E27FC236}">
                    <a16:creationId xmlns:a16="http://schemas.microsoft.com/office/drawing/2014/main" id="{DB8E1D0B-CC7E-4217-8B3A-2AA853946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709"/>
                <a:ext cx="38" cy="72"/>
              </a:xfrm>
              <a:custGeom>
                <a:avLst/>
                <a:gdLst>
                  <a:gd name="T0" fmla="*/ 225 w 15"/>
                  <a:gd name="T1" fmla="*/ 0 h 27"/>
                  <a:gd name="T2" fmla="*/ 51 w 15"/>
                  <a:gd name="T3" fmla="*/ 285 h 27"/>
                  <a:gd name="T4" fmla="*/ 243 w 15"/>
                  <a:gd name="T5" fmla="*/ 2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14" y="0"/>
                    </a:moveTo>
                    <a:cubicBezTo>
                      <a:pt x="9" y="3"/>
                      <a:pt x="0" y="9"/>
                      <a:pt x="3" y="15"/>
                    </a:cubicBezTo>
                    <a:cubicBezTo>
                      <a:pt x="8" y="27"/>
                      <a:pt x="14" y="2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65" name="Freeform 452">
                <a:extLst>
                  <a:ext uri="{FF2B5EF4-FFF2-40B4-BE49-F238E27FC236}">
                    <a16:creationId xmlns:a16="http://schemas.microsoft.com/office/drawing/2014/main" id="{24518150-0045-4E39-A3F5-969000846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675"/>
                <a:ext cx="55" cy="170"/>
              </a:xfrm>
              <a:custGeom>
                <a:avLst/>
                <a:gdLst>
                  <a:gd name="T0" fmla="*/ 345 w 22"/>
                  <a:gd name="T1" fmla="*/ 170 h 64"/>
                  <a:gd name="T2" fmla="*/ 63 w 22"/>
                  <a:gd name="T3" fmla="*/ 1201 h 64"/>
                  <a:gd name="T4" fmla="*/ 333 w 22"/>
                  <a:gd name="T5" fmla="*/ 19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64">
                    <a:moveTo>
                      <a:pt x="22" y="9"/>
                    </a:moveTo>
                    <a:cubicBezTo>
                      <a:pt x="4" y="0"/>
                      <a:pt x="4" y="55"/>
                      <a:pt x="4" y="64"/>
                    </a:cubicBezTo>
                    <a:cubicBezTo>
                      <a:pt x="0" y="49"/>
                      <a:pt x="14" y="18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66" name="Freeform 453">
                <a:extLst>
                  <a:ext uri="{FF2B5EF4-FFF2-40B4-BE49-F238E27FC236}">
                    <a16:creationId xmlns:a16="http://schemas.microsoft.com/office/drawing/2014/main" id="{5EE2F8C1-CE02-407E-9B73-C9140F2F0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704"/>
                <a:ext cx="45" cy="133"/>
              </a:xfrm>
              <a:custGeom>
                <a:avLst/>
                <a:gdLst>
                  <a:gd name="T0" fmla="*/ 283 w 18"/>
                  <a:gd name="T1" fmla="*/ 0 h 50"/>
                  <a:gd name="T2" fmla="*/ 125 w 18"/>
                  <a:gd name="T3" fmla="*/ 942 h 50"/>
                  <a:gd name="T4" fmla="*/ 188 w 18"/>
                  <a:gd name="T5" fmla="*/ 362 h 50"/>
                  <a:gd name="T6" fmla="*/ 283 w 18"/>
                  <a:gd name="T7" fmla="*/ 3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0">
                    <a:moveTo>
                      <a:pt x="18" y="0"/>
                    </a:moveTo>
                    <a:cubicBezTo>
                      <a:pt x="0" y="10"/>
                      <a:pt x="5" y="34"/>
                      <a:pt x="8" y="50"/>
                    </a:cubicBezTo>
                    <a:cubicBezTo>
                      <a:pt x="9" y="40"/>
                      <a:pt x="9" y="30"/>
                      <a:pt x="12" y="19"/>
                    </a:cubicBezTo>
                    <a:cubicBezTo>
                      <a:pt x="14" y="14"/>
                      <a:pt x="18" y="8"/>
                      <a:pt x="1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5541" name="Group 454">
              <a:extLst>
                <a:ext uri="{FF2B5EF4-FFF2-40B4-BE49-F238E27FC236}">
                  <a16:creationId xmlns:a16="http://schemas.microsoft.com/office/drawing/2014/main" id="{3E9465FB-60CC-433B-863B-6545CA6819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44" y="2141"/>
              <a:ext cx="2825" cy="1531"/>
              <a:chOff x="2544" y="2141"/>
              <a:chExt cx="2825" cy="1531"/>
            </a:xfrm>
          </p:grpSpPr>
          <p:sp>
            <p:nvSpPr>
              <p:cNvPr id="65567" name="Freeform 455">
                <a:extLst>
                  <a:ext uri="{FF2B5EF4-FFF2-40B4-BE49-F238E27FC236}">
                    <a16:creationId xmlns:a16="http://schemas.microsoft.com/office/drawing/2014/main" id="{2CC6B35D-0822-4841-98E3-027A4FA82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749"/>
                <a:ext cx="45" cy="152"/>
              </a:xfrm>
              <a:custGeom>
                <a:avLst/>
                <a:gdLst>
                  <a:gd name="T0" fmla="*/ 250 w 18"/>
                  <a:gd name="T1" fmla="*/ 0 h 57"/>
                  <a:gd name="T2" fmla="*/ 125 w 18"/>
                  <a:gd name="T3" fmla="*/ 1080 h 57"/>
                  <a:gd name="T4" fmla="*/ 283 w 18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7">
                    <a:moveTo>
                      <a:pt x="16" y="0"/>
                    </a:moveTo>
                    <a:cubicBezTo>
                      <a:pt x="0" y="12"/>
                      <a:pt x="4" y="42"/>
                      <a:pt x="8" y="57"/>
                    </a:cubicBezTo>
                    <a:cubicBezTo>
                      <a:pt x="7" y="39"/>
                      <a:pt x="6" y="15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68" name="Freeform 456">
                <a:extLst>
                  <a:ext uri="{FF2B5EF4-FFF2-40B4-BE49-F238E27FC236}">
                    <a16:creationId xmlns:a16="http://schemas.microsoft.com/office/drawing/2014/main" id="{8916B752-6457-4B29-A998-1401113B0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3131"/>
                <a:ext cx="287" cy="181"/>
              </a:xfrm>
              <a:custGeom>
                <a:avLst/>
                <a:gdLst>
                  <a:gd name="T0" fmla="*/ 42 w 115"/>
                  <a:gd name="T1" fmla="*/ 319 h 68"/>
                  <a:gd name="T2" fmla="*/ 449 w 115"/>
                  <a:gd name="T3" fmla="*/ 828 h 68"/>
                  <a:gd name="T4" fmla="*/ 759 w 115"/>
                  <a:gd name="T5" fmla="*/ 964 h 68"/>
                  <a:gd name="T6" fmla="*/ 1121 w 115"/>
                  <a:gd name="T7" fmla="*/ 1113 h 68"/>
                  <a:gd name="T8" fmla="*/ 1632 w 115"/>
                  <a:gd name="T9" fmla="*/ 1262 h 68"/>
                  <a:gd name="T10" fmla="*/ 1682 w 115"/>
                  <a:gd name="T11" fmla="*/ 1057 h 68"/>
                  <a:gd name="T12" fmla="*/ 1445 w 115"/>
                  <a:gd name="T13" fmla="*/ 807 h 68"/>
                  <a:gd name="T14" fmla="*/ 978 w 115"/>
                  <a:gd name="T15" fmla="*/ 681 h 68"/>
                  <a:gd name="T16" fmla="*/ 562 w 115"/>
                  <a:gd name="T17" fmla="*/ 362 h 68"/>
                  <a:gd name="T18" fmla="*/ 0 w 115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68">
                    <a:moveTo>
                      <a:pt x="3" y="17"/>
                    </a:moveTo>
                    <a:cubicBezTo>
                      <a:pt x="10" y="28"/>
                      <a:pt x="14" y="40"/>
                      <a:pt x="29" y="44"/>
                    </a:cubicBezTo>
                    <a:cubicBezTo>
                      <a:pt x="37" y="46"/>
                      <a:pt x="42" y="48"/>
                      <a:pt x="49" y="51"/>
                    </a:cubicBezTo>
                    <a:cubicBezTo>
                      <a:pt x="56" y="54"/>
                      <a:pt x="65" y="56"/>
                      <a:pt x="72" y="59"/>
                    </a:cubicBezTo>
                    <a:cubicBezTo>
                      <a:pt x="81" y="63"/>
                      <a:pt x="94" y="68"/>
                      <a:pt x="105" y="67"/>
                    </a:cubicBezTo>
                    <a:cubicBezTo>
                      <a:pt x="114" y="66"/>
                      <a:pt x="115" y="61"/>
                      <a:pt x="108" y="56"/>
                    </a:cubicBezTo>
                    <a:cubicBezTo>
                      <a:pt x="102" y="52"/>
                      <a:pt x="98" y="47"/>
                      <a:pt x="93" y="43"/>
                    </a:cubicBezTo>
                    <a:cubicBezTo>
                      <a:pt x="81" y="52"/>
                      <a:pt x="73" y="42"/>
                      <a:pt x="63" y="36"/>
                    </a:cubicBezTo>
                    <a:cubicBezTo>
                      <a:pt x="55" y="32"/>
                      <a:pt x="38" y="30"/>
                      <a:pt x="36" y="19"/>
                    </a:cubicBezTo>
                    <a:cubicBezTo>
                      <a:pt x="22" y="27"/>
                      <a:pt x="7" y="8"/>
                      <a:pt x="0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69" name="Freeform 457">
                <a:extLst>
                  <a:ext uri="{FF2B5EF4-FFF2-40B4-BE49-F238E27FC236}">
                    <a16:creationId xmlns:a16="http://schemas.microsoft.com/office/drawing/2014/main" id="{B5D1FCAD-598D-442D-8822-3E393C2DA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480"/>
                <a:ext cx="460" cy="125"/>
              </a:xfrm>
              <a:custGeom>
                <a:avLst/>
                <a:gdLst>
                  <a:gd name="T0" fmla="*/ 0 w 184"/>
                  <a:gd name="T1" fmla="*/ 883 h 47"/>
                  <a:gd name="T2" fmla="*/ 1333 w 184"/>
                  <a:gd name="T3" fmla="*/ 226 h 47"/>
                  <a:gd name="T4" fmla="*/ 2875 w 184"/>
                  <a:gd name="T5" fmla="*/ 678 h 47"/>
                  <a:gd name="T6" fmla="*/ 1250 w 184"/>
                  <a:gd name="T7" fmla="*/ 431 h 47"/>
                  <a:gd name="T8" fmla="*/ 0 w 184"/>
                  <a:gd name="T9" fmla="*/ 88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4" h="47">
                    <a:moveTo>
                      <a:pt x="0" y="47"/>
                    </a:moveTo>
                    <a:cubicBezTo>
                      <a:pt x="6" y="24"/>
                      <a:pt x="40" y="0"/>
                      <a:pt x="85" y="12"/>
                    </a:cubicBezTo>
                    <a:cubicBezTo>
                      <a:pt x="130" y="24"/>
                      <a:pt x="167" y="34"/>
                      <a:pt x="184" y="36"/>
                    </a:cubicBezTo>
                    <a:cubicBezTo>
                      <a:pt x="154" y="36"/>
                      <a:pt x="102" y="23"/>
                      <a:pt x="80" y="23"/>
                    </a:cubicBezTo>
                    <a:cubicBezTo>
                      <a:pt x="58" y="23"/>
                      <a:pt x="26" y="15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70" name="Freeform 458">
                <a:extLst>
                  <a:ext uri="{FF2B5EF4-FFF2-40B4-BE49-F238E27FC236}">
                    <a16:creationId xmlns:a16="http://schemas.microsoft.com/office/drawing/2014/main" id="{36D8FB4B-9E54-4A45-9296-88BE2312D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477"/>
                <a:ext cx="440" cy="131"/>
              </a:xfrm>
              <a:custGeom>
                <a:avLst/>
                <a:gdLst>
                  <a:gd name="T0" fmla="*/ 2750 w 176"/>
                  <a:gd name="T1" fmla="*/ 171 h 49"/>
                  <a:gd name="T2" fmla="*/ 425 w 176"/>
                  <a:gd name="T3" fmla="*/ 743 h 49"/>
                  <a:gd name="T4" fmla="*/ 0 w 176"/>
                  <a:gd name="T5" fmla="*/ 650 h 49"/>
                  <a:gd name="T6" fmla="*/ 520 w 176"/>
                  <a:gd name="T7" fmla="*/ 914 h 49"/>
                  <a:gd name="T8" fmla="*/ 2750 w 176"/>
                  <a:gd name="T9" fmla="*/ 17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9">
                    <a:moveTo>
                      <a:pt x="176" y="9"/>
                    </a:moveTo>
                    <a:cubicBezTo>
                      <a:pt x="138" y="0"/>
                      <a:pt x="60" y="28"/>
                      <a:pt x="27" y="39"/>
                    </a:cubicBezTo>
                    <a:cubicBezTo>
                      <a:pt x="18" y="41"/>
                      <a:pt x="6" y="32"/>
                      <a:pt x="0" y="34"/>
                    </a:cubicBezTo>
                    <a:cubicBezTo>
                      <a:pt x="15" y="43"/>
                      <a:pt x="12" y="49"/>
                      <a:pt x="33" y="48"/>
                    </a:cubicBezTo>
                    <a:cubicBezTo>
                      <a:pt x="54" y="47"/>
                      <a:pt x="132" y="6"/>
                      <a:pt x="176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71" name="Freeform 459">
                <a:extLst>
                  <a:ext uri="{FF2B5EF4-FFF2-40B4-BE49-F238E27FC236}">
                    <a16:creationId xmlns:a16="http://schemas.microsoft.com/office/drawing/2014/main" id="{0C5FBD18-E824-4F9F-BFBC-110D7A92D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981"/>
                <a:ext cx="358" cy="163"/>
              </a:xfrm>
              <a:custGeom>
                <a:avLst/>
                <a:gdLst>
                  <a:gd name="T0" fmla="*/ 0 w 143"/>
                  <a:gd name="T1" fmla="*/ 21 h 61"/>
                  <a:gd name="T2" fmla="*/ 220 w 143"/>
                  <a:gd name="T3" fmla="*/ 478 h 61"/>
                  <a:gd name="T4" fmla="*/ 438 w 143"/>
                  <a:gd name="T5" fmla="*/ 457 h 61"/>
                  <a:gd name="T6" fmla="*/ 583 w 143"/>
                  <a:gd name="T7" fmla="*/ 799 h 61"/>
                  <a:gd name="T8" fmla="*/ 1004 w 143"/>
                  <a:gd name="T9" fmla="*/ 901 h 61"/>
                  <a:gd name="T10" fmla="*/ 1317 w 143"/>
                  <a:gd name="T11" fmla="*/ 1085 h 61"/>
                  <a:gd name="T12" fmla="*/ 1617 w 143"/>
                  <a:gd name="T13" fmla="*/ 1013 h 61"/>
                  <a:gd name="T14" fmla="*/ 1722 w 143"/>
                  <a:gd name="T15" fmla="*/ 1165 h 61"/>
                  <a:gd name="T16" fmla="*/ 2038 w 143"/>
                  <a:gd name="T17" fmla="*/ 970 h 61"/>
                  <a:gd name="T18" fmla="*/ 2213 w 143"/>
                  <a:gd name="T19" fmla="*/ 786 h 61"/>
                  <a:gd name="T20" fmla="*/ 2130 w 143"/>
                  <a:gd name="T21" fmla="*/ 593 h 61"/>
                  <a:gd name="T22" fmla="*/ 1975 w 143"/>
                  <a:gd name="T23" fmla="*/ 764 h 61"/>
                  <a:gd name="T24" fmla="*/ 1785 w 143"/>
                  <a:gd name="T25" fmla="*/ 842 h 61"/>
                  <a:gd name="T26" fmla="*/ 1522 w 143"/>
                  <a:gd name="T27" fmla="*/ 820 h 61"/>
                  <a:gd name="T28" fmla="*/ 771 w 143"/>
                  <a:gd name="T29" fmla="*/ 401 h 61"/>
                  <a:gd name="T30" fmla="*/ 33 w 143"/>
                  <a:gd name="T31" fmla="*/ 0 h 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3" h="61">
                    <a:moveTo>
                      <a:pt x="0" y="1"/>
                    </a:moveTo>
                    <a:cubicBezTo>
                      <a:pt x="12" y="2"/>
                      <a:pt x="14" y="16"/>
                      <a:pt x="14" y="25"/>
                    </a:cubicBezTo>
                    <a:cubicBezTo>
                      <a:pt x="19" y="17"/>
                      <a:pt x="21" y="19"/>
                      <a:pt x="28" y="24"/>
                    </a:cubicBezTo>
                    <a:cubicBezTo>
                      <a:pt x="35" y="29"/>
                      <a:pt x="37" y="33"/>
                      <a:pt x="37" y="42"/>
                    </a:cubicBezTo>
                    <a:cubicBezTo>
                      <a:pt x="43" y="34"/>
                      <a:pt x="66" y="34"/>
                      <a:pt x="64" y="47"/>
                    </a:cubicBezTo>
                    <a:cubicBezTo>
                      <a:pt x="72" y="39"/>
                      <a:pt x="87" y="48"/>
                      <a:pt x="84" y="57"/>
                    </a:cubicBezTo>
                    <a:cubicBezTo>
                      <a:pt x="87" y="50"/>
                      <a:pt x="96" y="50"/>
                      <a:pt x="103" y="53"/>
                    </a:cubicBezTo>
                    <a:cubicBezTo>
                      <a:pt x="108" y="55"/>
                      <a:pt x="108" y="56"/>
                      <a:pt x="110" y="61"/>
                    </a:cubicBezTo>
                    <a:cubicBezTo>
                      <a:pt x="111" y="55"/>
                      <a:pt x="124" y="46"/>
                      <a:pt x="130" y="51"/>
                    </a:cubicBezTo>
                    <a:cubicBezTo>
                      <a:pt x="133" y="49"/>
                      <a:pt x="139" y="43"/>
                      <a:pt x="141" y="41"/>
                    </a:cubicBezTo>
                    <a:cubicBezTo>
                      <a:pt x="143" y="38"/>
                      <a:pt x="143" y="30"/>
                      <a:pt x="136" y="31"/>
                    </a:cubicBezTo>
                    <a:cubicBezTo>
                      <a:pt x="133" y="31"/>
                      <a:pt x="129" y="38"/>
                      <a:pt x="126" y="40"/>
                    </a:cubicBezTo>
                    <a:cubicBezTo>
                      <a:pt x="122" y="42"/>
                      <a:pt x="119" y="44"/>
                      <a:pt x="114" y="44"/>
                    </a:cubicBezTo>
                    <a:cubicBezTo>
                      <a:pt x="108" y="46"/>
                      <a:pt x="103" y="46"/>
                      <a:pt x="97" y="43"/>
                    </a:cubicBezTo>
                    <a:cubicBezTo>
                      <a:pt x="82" y="36"/>
                      <a:pt x="66" y="25"/>
                      <a:pt x="49" y="21"/>
                    </a:cubicBezTo>
                    <a:cubicBezTo>
                      <a:pt x="31" y="16"/>
                      <a:pt x="21" y="3"/>
                      <a:pt x="2" y="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72" name="Freeform 460">
                <a:extLst>
                  <a:ext uri="{FF2B5EF4-FFF2-40B4-BE49-F238E27FC236}">
                    <a16:creationId xmlns:a16="http://schemas.microsoft.com/office/drawing/2014/main" id="{E8059F97-725B-4645-85DC-F784C1F90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032"/>
                <a:ext cx="190" cy="88"/>
              </a:xfrm>
              <a:custGeom>
                <a:avLst/>
                <a:gdLst>
                  <a:gd name="T0" fmla="*/ 0 w 76"/>
                  <a:gd name="T1" fmla="*/ 0 h 33"/>
                  <a:gd name="T2" fmla="*/ 158 w 76"/>
                  <a:gd name="T3" fmla="*/ 285 h 33"/>
                  <a:gd name="T4" fmla="*/ 658 w 76"/>
                  <a:gd name="T5" fmla="*/ 419 h 33"/>
                  <a:gd name="T6" fmla="*/ 875 w 76"/>
                  <a:gd name="T7" fmla="*/ 589 h 33"/>
                  <a:gd name="T8" fmla="*/ 1188 w 76"/>
                  <a:gd name="T9" fmla="*/ 627 h 33"/>
                  <a:gd name="T10" fmla="*/ 895 w 76"/>
                  <a:gd name="T11" fmla="*/ 419 h 33"/>
                  <a:gd name="T12" fmla="*/ 738 w 76"/>
                  <a:gd name="T13" fmla="*/ 307 h 33"/>
                  <a:gd name="T14" fmla="*/ 595 w 76"/>
                  <a:gd name="T15" fmla="*/ 248 h 33"/>
                  <a:gd name="T16" fmla="*/ 488 w 76"/>
                  <a:gd name="T17" fmla="*/ 149 h 33"/>
                  <a:gd name="T18" fmla="*/ 345 w 76"/>
                  <a:gd name="T19" fmla="*/ 192 h 33"/>
                  <a:gd name="T20" fmla="*/ 33 w 76"/>
                  <a:gd name="T21" fmla="*/ 56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6" h="33">
                    <a:moveTo>
                      <a:pt x="0" y="0"/>
                    </a:moveTo>
                    <a:cubicBezTo>
                      <a:pt x="7" y="0"/>
                      <a:pt x="10" y="10"/>
                      <a:pt x="10" y="15"/>
                    </a:cubicBezTo>
                    <a:cubicBezTo>
                      <a:pt x="14" y="7"/>
                      <a:pt x="40" y="15"/>
                      <a:pt x="42" y="22"/>
                    </a:cubicBezTo>
                    <a:cubicBezTo>
                      <a:pt x="48" y="20"/>
                      <a:pt x="54" y="27"/>
                      <a:pt x="56" y="31"/>
                    </a:cubicBezTo>
                    <a:cubicBezTo>
                      <a:pt x="59" y="23"/>
                      <a:pt x="72" y="30"/>
                      <a:pt x="76" y="33"/>
                    </a:cubicBezTo>
                    <a:cubicBezTo>
                      <a:pt x="74" y="27"/>
                      <a:pt x="64" y="26"/>
                      <a:pt x="57" y="22"/>
                    </a:cubicBezTo>
                    <a:cubicBezTo>
                      <a:pt x="53" y="21"/>
                      <a:pt x="51" y="18"/>
                      <a:pt x="47" y="16"/>
                    </a:cubicBezTo>
                    <a:cubicBezTo>
                      <a:pt x="44" y="14"/>
                      <a:pt x="41" y="15"/>
                      <a:pt x="38" y="13"/>
                    </a:cubicBezTo>
                    <a:cubicBezTo>
                      <a:pt x="35" y="12"/>
                      <a:pt x="34" y="9"/>
                      <a:pt x="31" y="8"/>
                    </a:cubicBezTo>
                    <a:cubicBezTo>
                      <a:pt x="29" y="8"/>
                      <a:pt x="25" y="10"/>
                      <a:pt x="22" y="10"/>
                    </a:cubicBezTo>
                    <a:cubicBezTo>
                      <a:pt x="14" y="9"/>
                      <a:pt x="10" y="2"/>
                      <a:pt x="2" y="3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73" name="Freeform 461">
                <a:extLst>
                  <a:ext uri="{FF2B5EF4-FFF2-40B4-BE49-F238E27FC236}">
                    <a16:creationId xmlns:a16="http://schemas.microsoft.com/office/drawing/2014/main" id="{96310896-502E-4428-96D5-63E810BC3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2656"/>
                <a:ext cx="197" cy="280"/>
              </a:xfrm>
              <a:custGeom>
                <a:avLst/>
                <a:gdLst>
                  <a:gd name="T0" fmla="*/ 374 w 79"/>
                  <a:gd name="T1" fmla="*/ 1117 h 105"/>
                  <a:gd name="T2" fmla="*/ 621 w 79"/>
                  <a:gd name="T3" fmla="*/ 1309 h 105"/>
                  <a:gd name="T4" fmla="*/ 716 w 79"/>
                  <a:gd name="T5" fmla="*/ 1365 h 105"/>
                  <a:gd name="T6" fmla="*/ 758 w 79"/>
                  <a:gd name="T7" fmla="*/ 1557 h 105"/>
                  <a:gd name="T8" fmla="*/ 933 w 79"/>
                  <a:gd name="T9" fmla="*/ 1763 h 105"/>
                  <a:gd name="T10" fmla="*/ 1070 w 79"/>
                  <a:gd name="T11" fmla="*/ 1992 h 105"/>
                  <a:gd name="T12" fmla="*/ 1057 w 79"/>
                  <a:gd name="T13" fmla="*/ 1365 h 105"/>
                  <a:gd name="T14" fmla="*/ 683 w 79"/>
                  <a:gd name="T15" fmla="*/ 888 h 105"/>
                  <a:gd name="T16" fmla="*/ 324 w 79"/>
                  <a:gd name="T17" fmla="*/ 419 h 105"/>
                  <a:gd name="T18" fmla="*/ 217 w 79"/>
                  <a:gd name="T19" fmla="*/ 171 h 105"/>
                  <a:gd name="T20" fmla="*/ 12 w 79"/>
                  <a:gd name="T21" fmla="*/ 0 h 105"/>
                  <a:gd name="T22" fmla="*/ 137 w 79"/>
                  <a:gd name="T23" fmla="*/ 285 h 105"/>
                  <a:gd name="T24" fmla="*/ 12 w 79"/>
                  <a:gd name="T25" fmla="*/ 589 h 105"/>
                  <a:gd name="T26" fmla="*/ 292 w 79"/>
                  <a:gd name="T27" fmla="*/ 931 h 105"/>
                  <a:gd name="T28" fmla="*/ 292 w 79"/>
                  <a:gd name="T29" fmla="*/ 1117 h 105"/>
                  <a:gd name="T30" fmla="*/ 404 w 79"/>
                  <a:gd name="T31" fmla="*/ 1160 h 10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105">
                    <a:moveTo>
                      <a:pt x="24" y="59"/>
                    </a:moveTo>
                    <a:cubicBezTo>
                      <a:pt x="30" y="61"/>
                      <a:pt x="34" y="65"/>
                      <a:pt x="40" y="69"/>
                    </a:cubicBezTo>
                    <a:cubicBezTo>
                      <a:pt x="42" y="71"/>
                      <a:pt x="44" y="69"/>
                      <a:pt x="46" y="72"/>
                    </a:cubicBezTo>
                    <a:cubicBezTo>
                      <a:pt x="48" y="74"/>
                      <a:pt x="48" y="79"/>
                      <a:pt x="49" y="82"/>
                    </a:cubicBezTo>
                    <a:cubicBezTo>
                      <a:pt x="52" y="90"/>
                      <a:pt x="54" y="88"/>
                      <a:pt x="60" y="93"/>
                    </a:cubicBezTo>
                    <a:cubicBezTo>
                      <a:pt x="63" y="95"/>
                      <a:pt x="66" y="105"/>
                      <a:pt x="69" y="105"/>
                    </a:cubicBezTo>
                    <a:cubicBezTo>
                      <a:pt x="79" y="104"/>
                      <a:pt x="70" y="76"/>
                      <a:pt x="68" y="72"/>
                    </a:cubicBezTo>
                    <a:cubicBezTo>
                      <a:pt x="64" y="61"/>
                      <a:pt x="56" y="51"/>
                      <a:pt x="44" y="47"/>
                    </a:cubicBezTo>
                    <a:cubicBezTo>
                      <a:pt x="45" y="33"/>
                      <a:pt x="31" y="26"/>
                      <a:pt x="21" y="22"/>
                    </a:cubicBezTo>
                    <a:cubicBezTo>
                      <a:pt x="23" y="18"/>
                      <a:pt x="16" y="12"/>
                      <a:pt x="14" y="9"/>
                    </a:cubicBezTo>
                    <a:cubicBezTo>
                      <a:pt x="10" y="3"/>
                      <a:pt x="6" y="3"/>
                      <a:pt x="1" y="0"/>
                    </a:cubicBezTo>
                    <a:cubicBezTo>
                      <a:pt x="4" y="4"/>
                      <a:pt x="10" y="10"/>
                      <a:pt x="9" y="15"/>
                    </a:cubicBezTo>
                    <a:cubicBezTo>
                      <a:pt x="9" y="21"/>
                      <a:pt x="0" y="26"/>
                      <a:pt x="1" y="31"/>
                    </a:cubicBezTo>
                    <a:cubicBezTo>
                      <a:pt x="2" y="37"/>
                      <a:pt x="15" y="44"/>
                      <a:pt x="19" y="49"/>
                    </a:cubicBezTo>
                    <a:cubicBezTo>
                      <a:pt x="22" y="54"/>
                      <a:pt x="23" y="53"/>
                      <a:pt x="19" y="59"/>
                    </a:cubicBezTo>
                    <a:cubicBezTo>
                      <a:pt x="21" y="60"/>
                      <a:pt x="26" y="61"/>
                      <a:pt x="26" y="61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74" name="Freeform 462">
                <a:extLst>
                  <a:ext uri="{FF2B5EF4-FFF2-40B4-BE49-F238E27FC236}">
                    <a16:creationId xmlns:a16="http://schemas.microsoft.com/office/drawing/2014/main" id="{FA931C51-0512-47CD-A178-49CB3B813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2704"/>
                <a:ext cx="210" cy="208"/>
              </a:xfrm>
              <a:custGeom>
                <a:avLst/>
                <a:gdLst>
                  <a:gd name="T0" fmla="*/ 0 w 84"/>
                  <a:gd name="T1" fmla="*/ 192 h 78"/>
                  <a:gd name="T2" fmla="*/ 83 w 84"/>
                  <a:gd name="T3" fmla="*/ 397 h 78"/>
                  <a:gd name="T4" fmla="*/ 470 w 84"/>
                  <a:gd name="T5" fmla="*/ 739 h 78"/>
                  <a:gd name="T6" fmla="*/ 708 w 84"/>
                  <a:gd name="T7" fmla="*/ 875 h 78"/>
                  <a:gd name="T8" fmla="*/ 970 w 84"/>
                  <a:gd name="T9" fmla="*/ 1080 h 78"/>
                  <a:gd name="T10" fmla="*/ 1125 w 84"/>
                  <a:gd name="T11" fmla="*/ 1387 h 78"/>
                  <a:gd name="T12" fmla="*/ 1238 w 84"/>
                  <a:gd name="T13" fmla="*/ 1443 h 78"/>
                  <a:gd name="T14" fmla="*/ 1250 w 84"/>
                  <a:gd name="T15" fmla="*/ 1216 h 78"/>
                  <a:gd name="T16" fmla="*/ 1158 w 84"/>
                  <a:gd name="T17" fmla="*/ 1139 h 78"/>
                  <a:gd name="T18" fmla="*/ 1125 w 84"/>
                  <a:gd name="T19" fmla="*/ 853 h 78"/>
                  <a:gd name="T20" fmla="*/ 895 w 84"/>
                  <a:gd name="T21" fmla="*/ 648 h 78"/>
                  <a:gd name="T22" fmla="*/ 875 w 84"/>
                  <a:gd name="T23" fmla="*/ 776 h 78"/>
                  <a:gd name="T24" fmla="*/ 738 w 84"/>
                  <a:gd name="T25" fmla="*/ 661 h 78"/>
                  <a:gd name="T26" fmla="*/ 625 w 84"/>
                  <a:gd name="T27" fmla="*/ 307 h 78"/>
                  <a:gd name="T28" fmla="*/ 583 w 84"/>
                  <a:gd name="T29" fmla="*/ 533 h 78"/>
                  <a:gd name="T30" fmla="*/ 408 w 84"/>
                  <a:gd name="T31" fmla="*/ 568 h 78"/>
                  <a:gd name="T32" fmla="*/ 425 w 84"/>
                  <a:gd name="T33" fmla="*/ 285 h 78"/>
                  <a:gd name="T34" fmla="*/ 408 w 84"/>
                  <a:gd name="T35" fmla="*/ 0 h 78"/>
                  <a:gd name="T36" fmla="*/ 33 w 84"/>
                  <a:gd name="T37" fmla="*/ 205 h 7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4" h="78">
                    <a:moveTo>
                      <a:pt x="0" y="10"/>
                    </a:moveTo>
                    <a:cubicBezTo>
                      <a:pt x="3" y="13"/>
                      <a:pt x="4" y="17"/>
                      <a:pt x="5" y="21"/>
                    </a:cubicBezTo>
                    <a:cubicBezTo>
                      <a:pt x="17" y="22"/>
                      <a:pt x="21" y="35"/>
                      <a:pt x="30" y="39"/>
                    </a:cubicBezTo>
                    <a:cubicBezTo>
                      <a:pt x="36" y="41"/>
                      <a:pt x="40" y="43"/>
                      <a:pt x="45" y="46"/>
                    </a:cubicBezTo>
                    <a:cubicBezTo>
                      <a:pt x="50" y="49"/>
                      <a:pt x="58" y="51"/>
                      <a:pt x="62" y="57"/>
                    </a:cubicBezTo>
                    <a:cubicBezTo>
                      <a:pt x="65" y="63"/>
                      <a:pt x="66" y="69"/>
                      <a:pt x="72" y="73"/>
                    </a:cubicBezTo>
                    <a:cubicBezTo>
                      <a:pt x="75" y="76"/>
                      <a:pt x="75" y="78"/>
                      <a:pt x="79" y="76"/>
                    </a:cubicBezTo>
                    <a:cubicBezTo>
                      <a:pt x="84" y="73"/>
                      <a:pt x="82" y="67"/>
                      <a:pt x="80" y="64"/>
                    </a:cubicBezTo>
                    <a:cubicBezTo>
                      <a:pt x="79" y="62"/>
                      <a:pt x="76" y="63"/>
                      <a:pt x="74" y="60"/>
                    </a:cubicBezTo>
                    <a:cubicBezTo>
                      <a:pt x="71" y="56"/>
                      <a:pt x="74" y="49"/>
                      <a:pt x="72" y="45"/>
                    </a:cubicBezTo>
                    <a:cubicBezTo>
                      <a:pt x="69" y="39"/>
                      <a:pt x="62" y="35"/>
                      <a:pt x="57" y="34"/>
                    </a:cubicBezTo>
                    <a:cubicBezTo>
                      <a:pt x="59" y="37"/>
                      <a:pt x="59" y="40"/>
                      <a:pt x="56" y="41"/>
                    </a:cubicBezTo>
                    <a:cubicBezTo>
                      <a:pt x="54" y="42"/>
                      <a:pt x="49" y="37"/>
                      <a:pt x="47" y="35"/>
                    </a:cubicBezTo>
                    <a:cubicBezTo>
                      <a:pt x="41" y="30"/>
                      <a:pt x="42" y="23"/>
                      <a:pt x="40" y="16"/>
                    </a:cubicBezTo>
                    <a:cubicBezTo>
                      <a:pt x="39" y="20"/>
                      <a:pt x="40" y="25"/>
                      <a:pt x="37" y="28"/>
                    </a:cubicBezTo>
                    <a:cubicBezTo>
                      <a:pt x="35" y="30"/>
                      <a:pt x="29" y="32"/>
                      <a:pt x="26" y="30"/>
                    </a:cubicBezTo>
                    <a:cubicBezTo>
                      <a:pt x="26" y="29"/>
                      <a:pt x="27" y="17"/>
                      <a:pt x="27" y="15"/>
                    </a:cubicBezTo>
                    <a:cubicBezTo>
                      <a:pt x="27" y="10"/>
                      <a:pt x="28" y="5"/>
                      <a:pt x="26" y="0"/>
                    </a:cubicBezTo>
                    <a:cubicBezTo>
                      <a:pt x="27" y="13"/>
                      <a:pt x="10" y="20"/>
                      <a:pt x="2" y="11"/>
                    </a:cubicBezTo>
                  </a:path>
                </a:pathLst>
              </a:custGeom>
              <a:solidFill>
                <a:srgbClr val="9E9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75" name="Freeform 463">
                <a:extLst>
                  <a:ext uri="{FF2B5EF4-FFF2-40B4-BE49-F238E27FC236}">
                    <a16:creationId xmlns:a16="http://schemas.microsoft.com/office/drawing/2014/main" id="{72D9188B-49AF-4BE9-B9A0-0BA5D61E0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2413"/>
                <a:ext cx="23" cy="86"/>
              </a:xfrm>
              <a:custGeom>
                <a:avLst/>
                <a:gdLst>
                  <a:gd name="T0" fmla="*/ 118 w 9"/>
                  <a:gd name="T1" fmla="*/ 290 h 32"/>
                  <a:gd name="T2" fmla="*/ 20 w 9"/>
                  <a:gd name="T3" fmla="*/ 621 h 32"/>
                  <a:gd name="T4" fmla="*/ 151 w 9"/>
                  <a:gd name="T5" fmla="*/ 34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2">
                    <a:moveTo>
                      <a:pt x="7" y="15"/>
                    </a:moveTo>
                    <a:cubicBezTo>
                      <a:pt x="0" y="0"/>
                      <a:pt x="0" y="26"/>
                      <a:pt x="1" y="32"/>
                    </a:cubicBezTo>
                    <a:cubicBezTo>
                      <a:pt x="4" y="28"/>
                      <a:pt x="1" y="18"/>
                      <a:pt x="9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76" name="Freeform 464">
                <a:extLst>
                  <a:ext uri="{FF2B5EF4-FFF2-40B4-BE49-F238E27FC236}">
                    <a16:creationId xmlns:a16="http://schemas.microsoft.com/office/drawing/2014/main" id="{039CBABE-7C3F-4BAD-8635-0A0441F57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2501"/>
                <a:ext cx="23" cy="56"/>
              </a:xfrm>
              <a:custGeom>
                <a:avLst/>
                <a:gdLst>
                  <a:gd name="T0" fmla="*/ 20 w 9"/>
                  <a:gd name="T1" fmla="*/ 0 h 21"/>
                  <a:gd name="T2" fmla="*/ 0 w 9"/>
                  <a:gd name="T3" fmla="*/ 397 h 21"/>
                  <a:gd name="T4" fmla="*/ 84 w 9"/>
                  <a:gd name="T5" fmla="*/ 248 h 21"/>
                  <a:gd name="T6" fmla="*/ 151 w 9"/>
                  <a:gd name="T7" fmla="*/ 171 h 21"/>
                  <a:gd name="T8" fmla="*/ 33 w 9"/>
                  <a:gd name="T9" fmla="*/ 2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1">
                    <a:moveTo>
                      <a:pt x="1" y="0"/>
                    </a:moveTo>
                    <a:cubicBezTo>
                      <a:pt x="3" y="7"/>
                      <a:pt x="1" y="14"/>
                      <a:pt x="0" y="21"/>
                    </a:cubicBezTo>
                    <a:cubicBezTo>
                      <a:pt x="1" y="18"/>
                      <a:pt x="3" y="15"/>
                      <a:pt x="5" y="13"/>
                    </a:cubicBezTo>
                    <a:cubicBezTo>
                      <a:pt x="6" y="10"/>
                      <a:pt x="5" y="6"/>
                      <a:pt x="9" y="9"/>
                    </a:cubicBezTo>
                    <a:cubicBezTo>
                      <a:pt x="9" y="5"/>
                      <a:pt x="7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77" name="Freeform 465">
                <a:extLst>
                  <a:ext uri="{FF2B5EF4-FFF2-40B4-BE49-F238E27FC236}">
                    <a16:creationId xmlns:a16="http://schemas.microsoft.com/office/drawing/2014/main" id="{05080013-2580-4FDA-9443-63DB119B6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843"/>
                <a:ext cx="233" cy="453"/>
              </a:xfrm>
              <a:custGeom>
                <a:avLst/>
                <a:gdLst>
                  <a:gd name="T0" fmla="*/ 426 w 93"/>
                  <a:gd name="T1" fmla="*/ 2897 h 170"/>
                  <a:gd name="T2" fmla="*/ 1035 w 93"/>
                  <a:gd name="T3" fmla="*/ 2060 h 170"/>
                  <a:gd name="T4" fmla="*/ 1305 w 93"/>
                  <a:gd name="T5" fmla="*/ 1647 h 170"/>
                  <a:gd name="T6" fmla="*/ 1401 w 93"/>
                  <a:gd name="T7" fmla="*/ 1215 h 170"/>
                  <a:gd name="T8" fmla="*/ 1431 w 93"/>
                  <a:gd name="T9" fmla="*/ 815 h 170"/>
                  <a:gd name="T10" fmla="*/ 1413 w 93"/>
                  <a:gd name="T11" fmla="*/ 589 h 170"/>
                  <a:gd name="T12" fmla="*/ 1305 w 93"/>
                  <a:gd name="T13" fmla="*/ 512 h 170"/>
                  <a:gd name="T14" fmla="*/ 1130 w 93"/>
                  <a:gd name="T15" fmla="*/ 227 h 170"/>
                  <a:gd name="T16" fmla="*/ 834 w 93"/>
                  <a:gd name="T17" fmla="*/ 0 h 170"/>
                  <a:gd name="T18" fmla="*/ 897 w 93"/>
                  <a:gd name="T19" fmla="*/ 306 h 170"/>
                  <a:gd name="T20" fmla="*/ 879 w 93"/>
                  <a:gd name="T21" fmla="*/ 605 h 170"/>
                  <a:gd name="T22" fmla="*/ 817 w 93"/>
                  <a:gd name="T23" fmla="*/ 1101 h 170"/>
                  <a:gd name="T24" fmla="*/ 489 w 93"/>
                  <a:gd name="T25" fmla="*/ 2214 h 170"/>
                  <a:gd name="T26" fmla="*/ 220 w 93"/>
                  <a:gd name="T27" fmla="*/ 2875 h 170"/>
                  <a:gd name="T28" fmla="*/ 0 w 93"/>
                  <a:gd name="T29" fmla="*/ 3195 h 170"/>
                  <a:gd name="T30" fmla="*/ 33 w 93"/>
                  <a:gd name="T31" fmla="*/ 3195 h 17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3" h="170">
                    <a:moveTo>
                      <a:pt x="27" y="153"/>
                    </a:moveTo>
                    <a:cubicBezTo>
                      <a:pt x="47" y="143"/>
                      <a:pt x="54" y="127"/>
                      <a:pt x="66" y="109"/>
                    </a:cubicBezTo>
                    <a:cubicBezTo>
                      <a:pt x="71" y="101"/>
                      <a:pt x="80" y="95"/>
                      <a:pt x="83" y="87"/>
                    </a:cubicBezTo>
                    <a:cubicBezTo>
                      <a:pt x="87" y="79"/>
                      <a:pt x="85" y="72"/>
                      <a:pt x="89" y="64"/>
                    </a:cubicBezTo>
                    <a:cubicBezTo>
                      <a:pt x="93" y="56"/>
                      <a:pt x="92" y="51"/>
                      <a:pt x="91" y="43"/>
                    </a:cubicBezTo>
                    <a:cubicBezTo>
                      <a:pt x="91" y="39"/>
                      <a:pt x="92" y="34"/>
                      <a:pt x="90" y="31"/>
                    </a:cubicBezTo>
                    <a:cubicBezTo>
                      <a:pt x="88" y="28"/>
                      <a:pt x="86" y="29"/>
                      <a:pt x="83" y="27"/>
                    </a:cubicBezTo>
                    <a:cubicBezTo>
                      <a:pt x="79" y="23"/>
                      <a:pt x="76" y="16"/>
                      <a:pt x="72" y="12"/>
                    </a:cubicBezTo>
                    <a:cubicBezTo>
                      <a:pt x="67" y="7"/>
                      <a:pt x="60" y="3"/>
                      <a:pt x="53" y="0"/>
                    </a:cubicBezTo>
                    <a:cubicBezTo>
                      <a:pt x="50" y="7"/>
                      <a:pt x="56" y="9"/>
                      <a:pt x="57" y="16"/>
                    </a:cubicBezTo>
                    <a:cubicBezTo>
                      <a:pt x="59" y="21"/>
                      <a:pt x="56" y="27"/>
                      <a:pt x="56" y="32"/>
                    </a:cubicBezTo>
                    <a:cubicBezTo>
                      <a:pt x="55" y="41"/>
                      <a:pt x="55" y="49"/>
                      <a:pt x="52" y="58"/>
                    </a:cubicBezTo>
                    <a:cubicBezTo>
                      <a:pt x="45" y="77"/>
                      <a:pt x="39" y="98"/>
                      <a:pt x="31" y="117"/>
                    </a:cubicBezTo>
                    <a:cubicBezTo>
                      <a:pt x="26" y="128"/>
                      <a:pt x="20" y="141"/>
                      <a:pt x="14" y="152"/>
                    </a:cubicBezTo>
                    <a:cubicBezTo>
                      <a:pt x="11" y="157"/>
                      <a:pt x="5" y="167"/>
                      <a:pt x="0" y="169"/>
                    </a:cubicBezTo>
                    <a:cubicBezTo>
                      <a:pt x="1" y="170"/>
                      <a:pt x="1" y="169"/>
                      <a:pt x="2" y="169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78" name="Freeform 466">
                <a:extLst>
                  <a:ext uri="{FF2B5EF4-FFF2-40B4-BE49-F238E27FC236}">
                    <a16:creationId xmlns:a16="http://schemas.microsoft.com/office/drawing/2014/main" id="{B3477302-F1D6-4076-BFC8-7F0110426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2" y="2920"/>
                <a:ext cx="70" cy="259"/>
              </a:xfrm>
              <a:custGeom>
                <a:avLst/>
                <a:gdLst>
                  <a:gd name="T0" fmla="*/ 375 w 28"/>
                  <a:gd name="T1" fmla="*/ 606 h 97"/>
                  <a:gd name="T2" fmla="*/ 270 w 28"/>
                  <a:gd name="T3" fmla="*/ 1220 h 97"/>
                  <a:gd name="T4" fmla="*/ 0 w 28"/>
                  <a:gd name="T5" fmla="*/ 1848 h 97"/>
                  <a:gd name="T6" fmla="*/ 438 w 28"/>
                  <a:gd name="T7" fmla="*/ 777 h 97"/>
                  <a:gd name="T8" fmla="*/ 438 w 28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7">
                    <a:moveTo>
                      <a:pt x="24" y="32"/>
                    </a:moveTo>
                    <a:cubicBezTo>
                      <a:pt x="21" y="43"/>
                      <a:pt x="21" y="54"/>
                      <a:pt x="17" y="64"/>
                    </a:cubicBezTo>
                    <a:cubicBezTo>
                      <a:pt x="13" y="75"/>
                      <a:pt x="9" y="90"/>
                      <a:pt x="0" y="97"/>
                    </a:cubicBezTo>
                    <a:cubicBezTo>
                      <a:pt x="17" y="89"/>
                      <a:pt x="27" y="59"/>
                      <a:pt x="28" y="41"/>
                    </a:cubicBezTo>
                    <a:cubicBezTo>
                      <a:pt x="28" y="26"/>
                      <a:pt x="23" y="15"/>
                      <a:pt x="2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79" name="Freeform 467">
                <a:extLst>
                  <a:ext uri="{FF2B5EF4-FFF2-40B4-BE49-F238E27FC236}">
                    <a16:creationId xmlns:a16="http://schemas.microsoft.com/office/drawing/2014/main" id="{3053BA40-568D-4E6A-A3B1-B9692F763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803"/>
                <a:ext cx="52" cy="256"/>
              </a:xfrm>
              <a:custGeom>
                <a:avLst/>
                <a:gdLst>
                  <a:gd name="T0" fmla="*/ 245 w 21"/>
                  <a:gd name="T1" fmla="*/ 0 h 96"/>
                  <a:gd name="T2" fmla="*/ 215 w 21"/>
                  <a:gd name="T3" fmla="*/ 832 h 96"/>
                  <a:gd name="T4" fmla="*/ 134 w 21"/>
                  <a:gd name="T5" fmla="*/ 1272 h 96"/>
                  <a:gd name="T6" fmla="*/ 0 w 21"/>
                  <a:gd name="T7" fmla="*/ 1821 h 96"/>
                  <a:gd name="T8" fmla="*/ 275 w 21"/>
                  <a:gd name="T9" fmla="*/ 989 h 96"/>
                  <a:gd name="T10" fmla="*/ 275 w 21"/>
                  <a:gd name="T11" fmla="*/ 192 h 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96">
                    <a:moveTo>
                      <a:pt x="16" y="0"/>
                    </a:moveTo>
                    <a:cubicBezTo>
                      <a:pt x="19" y="14"/>
                      <a:pt x="16" y="29"/>
                      <a:pt x="14" y="44"/>
                    </a:cubicBezTo>
                    <a:cubicBezTo>
                      <a:pt x="13" y="52"/>
                      <a:pt x="11" y="59"/>
                      <a:pt x="9" y="67"/>
                    </a:cubicBezTo>
                    <a:cubicBezTo>
                      <a:pt x="6" y="75"/>
                      <a:pt x="0" y="87"/>
                      <a:pt x="0" y="96"/>
                    </a:cubicBezTo>
                    <a:cubicBezTo>
                      <a:pt x="10" y="86"/>
                      <a:pt x="16" y="65"/>
                      <a:pt x="18" y="52"/>
                    </a:cubicBezTo>
                    <a:cubicBezTo>
                      <a:pt x="20" y="38"/>
                      <a:pt x="21" y="23"/>
                      <a:pt x="18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80" name="Freeform 468">
                <a:extLst>
                  <a:ext uri="{FF2B5EF4-FFF2-40B4-BE49-F238E27FC236}">
                    <a16:creationId xmlns:a16="http://schemas.microsoft.com/office/drawing/2014/main" id="{52A5DAF0-7960-470B-897F-44DEBE93B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2992"/>
                <a:ext cx="88" cy="208"/>
              </a:xfrm>
              <a:custGeom>
                <a:avLst/>
                <a:gdLst>
                  <a:gd name="T0" fmla="*/ 556 w 35"/>
                  <a:gd name="T1" fmla="*/ 115 h 78"/>
                  <a:gd name="T2" fmla="*/ 272 w 35"/>
                  <a:gd name="T3" fmla="*/ 968 h 78"/>
                  <a:gd name="T4" fmla="*/ 0 w 35"/>
                  <a:gd name="T5" fmla="*/ 1480 h 78"/>
                  <a:gd name="T6" fmla="*/ 463 w 35"/>
                  <a:gd name="T7" fmla="*/ 661 h 78"/>
                  <a:gd name="T8" fmla="*/ 556 w 35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78">
                    <a:moveTo>
                      <a:pt x="35" y="6"/>
                    </a:moveTo>
                    <a:cubicBezTo>
                      <a:pt x="28" y="21"/>
                      <a:pt x="25" y="37"/>
                      <a:pt x="17" y="51"/>
                    </a:cubicBezTo>
                    <a:cubicBezTo>
                      <a:pt x="12" y="61"/>
                      <a:pt x="5" y="69"/>
                      <a:pt x="0" y="78"/>
                    </a:cubicBezTo>
                    <a:cubicBezTo>
                      <a:pt x="15" y="68"/>
                      <a:pt x="23" y="52"/>
                      <a:pt x="29" y="35"/>
                    </a:cubicBezTo>
                    <a:cubicBezTo>
                      <a:pt x="33" y="24"/>
                      <a:pt x="32" y="11"/>
                      <a:pt x="3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81" name="Freeform 469">
                <a:extLst>
                  <a:ext uri="{FF2B5EF4-FFF2-40B4-BE49-F238E27FC236}">
                    <a16:creationId xmlns:a16="http://schemas.microsoft.com/office/drawing/2014/main" id="{6E26029D-228C-466A-BD95-D51B28D3B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792"/>
                <a:ext cx="30" cy="75"/>
              </a:xfrm>
              <a:custGeom>
                <a:avLst/>
                <a:gdLst>
                  <a:gd name="T0" fmla="*/ 188 w 12"/>
                  <a:gd name="T1" fmla="*/ 0 h 28"/>
                  <a:gd name="T2" fmla="*/ 63 w 12"/>
                  <a:gd name="T3" fmla="*/ 538 h 28"/>
                  <a:gd name="T4" fmla="*/ 188 w 12"/>
                  <a:gd name="T5" fmla="*/ 3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1" y="4"/>
                      <a:pt x="0" y="19"/>
                      <a:pt x="4" y="28"/>
                    </a:cubicBezTo>
                    <a:cubicBezTo>
                      <a:pt x="8" y="22"/>
                      <a:pt x="4" y="7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82" name="Freeform 470">
                <a:extLst>
                  <a:ext uri="{FF2B5EF4-FFF2-40B4-BE49-F238E27FC236}">
                    <a16:creationId xmlns:a16="http://schemas.microsoft.com/office/drawing/2014/main" id="{A400587B-1D23-4B50-979E-A171168F3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755"/>
                <a:ext cx="27" cy="58"/>
              </a:xfrm>
              <a:custGeom>
                <a:avLst/>
                <a:gdLst>
                  <a:gd name="T0" fmla="*/ 150 w 11"/>
                  <a:gd name="T1" fmla="*/ 0 h 22"/>
                  <a:gd name="T2" fmla="*/ 162 w 11"/>
                  <a:gd name="T3" fmla="*/ 403 h 22"/>
                  <a:gd name="T4" fmla="*/ 162 w 11"/>
                  <a:gd name="T5" fmla="*/ 2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2">
                    <a:moveTo>
                      <a:pt x="10" y="0"/>
                    </a:moveTo>
                    <a:cubicBezTo>
                      <a:pt x="0" y="4"/>
                      <a:pt x="2" y="18"/>
                      <a:pt x="11" y="22"/>
                    </a:cubicBezTo>
                    <a:cubicBezTo>
                      <a:pt x="2" y="20"/>
                      <a:pt x="8" y="6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83" name="Freeform 471">
                <a:extLst>
                  <a:ext uri="{FF2B5EF4-FFF2-40B4-BE49-F238E27FC236}">
                    <a16:creationId xmlns:a16="http://schemas.microsoft.com/office/drawing/2014/main" id="{5EB828EC-19C7-4991-82D1-DC17A28BE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808"/>
                <a:ext cx="33" cy="56"/>
              </a:xfrm>
              <a:custGeom>
                <a:avLst/>
                <a:gdLst>
                  <a:gd name="T0" fmla="*/ 213 w 13"/>
                  <a:gd name="T1" fmla="*/ 0 h 21"/>
                  <a:gd name="T2" fmla="*/ 193 w 13"/>
                  <a:gd name="T3" fmla="*/ 397 h 21"/>
                  <a:gd name="T4" fmla="*/ 213 w 13"/>
                  <a:gd name="T5" fmla="*/ 7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13" y="0"/>
                    </a:moveTo>
                    <a:cubicBezTo>
                      <a:pt x="5" y="5"/>
                      <a:pt x="0" y="17"/>
                      <a:pt x="12" y="21"/>
                    </a:cubicBezTo>
                    <a:cubicBezTo>
                      <a:pt x="7" y="15"/>
                      <a:pt x="9" y="9"/>
                      <a:pt x="1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84" name="Freeform 472">
                <a:extLst>
                  <a:ext uri="{FF2B5EF4-FFF2-40B4-BE49-F238E27FC236}">
                    <a16:creationId xmlns:a16="http://schemas.microsoft.com/office/drawing/2014/main" id="{17F8F8F6-5597-4FA9-9671-78AF9273F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931"/>
                <a:ext cx="42" cy="74"/>
              </a:xfrm>
              <a:custGeom>
                <a:avLst/>
                <a:gdLst>
                  <a:gd name="T0" fmla="*/ 212 w 17"/>
                  <a:gd name="T1" fmla="*/ 0 h 28"/>
                  <a:gd name="T2" fmla="*/ 257 w 17"/>
                  <a:gd name="T3" fmla="*/ 518 h 28"/>
                  <a:gd name="T4" fmla="*/ 245 w 17"/>
                  <a:gd name="T5" fmla="*/ 3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14" y="0"/>
                    </a:moveTo>
                    <a:cubicBezTo>
                      <a:pt x="0" y="7"/>
                      <a:pt x="8" y="21"/>
                      <a:pt x="17" y="28"/>
                    </a:cubicBezTo>
                    <a:cubicBezTo>
                      <a:pt x="13" y="18"/>
                      <a:pt x="11" y="13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85" name="Freeform 473">
                <a:extLst>
                  <a:ext uri="{FF2B5EF4-FFF2-40B4-BE49-F238E27FC236}">
                    <a16:creationId xmlns:a16="http://schemas.microsoft.com/office/drawing/2014/main" id="{76EFC16F-A68C-46E0-B9FA-390D173A9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744"/>
                <a:ext cx="148" cy="187"/>
              </a:xfrm>
              <a:custGeom>
                <a:avLst/>
                <a:gdLst>
                  <a:gd name="T0" fmla="*/ 0 w 59"/>
                  <a:gd name="T1" fmla="*/ 1336 h 70"/>
                  <a:gd name="T2" fmla="*/ 301 w 59"/>
                  <a:gd name="T3" fmla="*/ 1141 h 70"/>
                  <a:gd name="T4" fmla="*/ 617 w 59"/>
                  <a:gd name="T5" fmla="*/ 914 h 70"/>
                  <a:gd name="T6" fmla="*/ 775 w 59"/>
                  <a:gd name="T7" fmla="*/ 671 h 70"/>
                  <a:gd name="T8" fmla="*/ 838 w 59"/>
                  <a:gd name="T9" fmla="*/ 513 h 70"/>
                  <a:gd name="T10" fmla="*/ 913 w 59"/>
                  <a:gd name="T11" fmla="*/ 227 h 70"/>
                  <a:gd name="T12" fmla="*/ 838 w 59"/>
                  <a:gd name="T13" fmla="*/ 0 h 70"/>
                  <a:gd name="T14" fmla="*/ 647 w 59"/>
                  <a:gd name="T15" fmla="*/ 94 h 70"/>
                  <a:gd name="T16" fmla="*/ 441 w 59"/>
                  <a:gd name="T17" fmla="*/ 606 h 70"/>
                  <a:gd name="T18" fmla="*/ 271 w 59"/>
                  <a:gd name="T19" fmla="*/ 956 h 70"/>
                  <a:gd name="T20" fmla="*/ 208 w 59"/>
                  <a:gd name="T21" fmla="*/ 1012 h 70"/>
                  <a:gd name="T22" fmla="*/ 176 w 59"/>
                  <a:gd name="T23" fmla="*/ 1141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70">
                    <a:moveTo>
                      <a:pt x="0" y="70"/>
                    </a:moveTo>
                    <a:cubicBezTo>
                      <a:pt x="6" y="64"/>
                      <a:pt x="10" y="55"/>
                      <a:pt x="19" y="60"/>
                    </a:cubicBezTo>
                    <a:cubicBezTo>
                      <a:pt x="21" y="50"/>
                      <a:pt x="33" y="52"/>
                      <a:pt x="39" y="48"/>
                    </a:cubicBezTo>
                    <a:cubicBezTo>
                      <a:pt x="44" y="46"/>
                      <a:pt x="46" y="39"/>
                      <a:pt x="49" y="35"/>
                    </a:cubicBezTo>
                    <a:cubicBezTo>
                      <a:pt x="53" y="31"/>
                      <a:pt x="53" y="33"/>
                      <a:pt x="53" y="27"/>
                    </a:cubicBezTo>
                    <a:cubicBezTo>
                      <a:pt x="53" y="23"/>
                      <a:pt x="58" y="15"/>
                      <a:pt x="58" y="12"/>
                    </a:cubicBezTo>
                    <a:cubicBezTo>
                      <a:pt x="59" y="6"/>
                      <a:pt x="54" y="5"/>
                      <a:pt x="53" y="0"/>
                    </a:cubicBezTo>
                    <a:cubicBezTo>
                      <a:pt x="54" y="5"/>
                      <a:pt x="45" y="9"/>
                      <a:pt x="41" y="5"/>
                    </a:cubicBezTo>
                    <a:cubicBezTo>
                      <a:pt x="43" y="14"/>
                      <a:pt x="40" y="33"/>
                      <a:pt x="28" y="32"/>
                    </a:cubicBezTo>
                    <a:cubicBezTo>
                      <a:pt x="28" y="43"/>
                      <a:pt x="24" y="45"/>
                      <a:pt x="17" y="50"/>
                    </a:cubicBezTo>
                    <a:cubicBezTo>
                      <a:pt x="16" y="52"/>
                      <a:pt x="15" y="50"/>
                      <a:pt x="13" y="53"/>
                    </a:cubicBezTo>
                    <a:cubicBezTo>
                      <a:pt x="11" y="55"/>
                      <a:pt x="15" y="58"/>
                      <a:pt x="11" y="60"/>
                    </a:cubicBezTo>
                  </a:path>
                </a:pathLst>
              </a:custGeom>
              <a:solidFill>
                <a:srgbClr val="C7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86" name="Freeform 474">
                <a:extLst>
                  <a:ext uri="{FF2B5EF4-FFF2-40B4-BE49-F238E27FC236}">
                    <a16:creationId xmlns:a16="http://schemas.microsoft.com/office/drawing/2014/main" id="{8EFFAA34-9553-424B-ADE8-11864D33A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2819"/>
                <a:ext cx="160" cy="448"/>
              </a:xfrm>
              <a:custGeom>
                <a:avLst/>
                <a:gdLst>
                  <a:gd name="T0" fmla="*/ 0 w 64"/>
                  <a:gd name="T1" fmla="*/ 3187 h 168"/>
                  <a:gd name="T2" fmla="*/ 875 w 64"/>
                  <a:gd name="T3" fmla="*/ 0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68">
                    <a:moveTo>
                      <a:pt x="0" y="168"/>
                    </a:moveTo>
                    <a:cubicBezTo>
                      <a:pt x="64" y="107"/>
                      <a:pt x="57" y="19"/>
                      <a:pt x="5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87" name="Line 475">
                <a:extLst>
                  <a:ext uri="{FF2B5EF4-FFF2-40B4-BE49-F238E27FC236}">
                    <a16:creationId xmlns:a16="http://schemas.microsoft.com/office/drawing/2014/main" id="{C0ADF2B6-26A9-4779-AB7D-D2F9E32096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680"/>
                <a:ext cx="1" cy="67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88" name="Line 476">
                <a:extLst>
                  <a:ext uri="{FF2B5EF4-FFF2-40B4-BE49-F238E27FC236}">
                    <a16:creationId xmlns:a16="http://schemas.microsoft.com/office/drawing/2014/main" id="{69417260-05F8-426C-B853-3926DA70AD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74" y="2571"/>
                <a:ext cx="1" cy="109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89" name="Freeform 477">
                <a:extLst>
                  <a:ext uri="{FF2B5EF4-FFF2-40B4-BE49-F238E27FC236}">
                    <a16:creationId xmlns:a16="http://schemas.microsoft.com/office/drawing/2014/main" id="{67A827B6-37FE-41E3-A768-0713985E8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669"/>
                <a:ext cx="1172" cy="446"/>
              </a:xfrm>
              <a:custGeom>
                <a:avLst/>
                <a:gdLst>
                  <a:gd name="T0" fmla="*/ 6820 w 469"/>
                  <a:gd name="T1" fmla="*/ 3181 h 167"/>
                  <a:gd name="T2" fmla="*/ 6900 w 469"/>
                  <a:gd name="T3" fmla="*/ 3066 h 167"/>
                  <a:gd name="T4" fmla="*/ 7099 w 469"/>
                  <a:gd name="T5" fmla="*/ 2895 h 167"/>
                  <a:gd name="T6" fmla="*/ 7212 w 469"/>
                  <a:gd name="T7" fmla="*/ 2497 h 167"/>
                  <a:gd name="T8" fmla="*/ 7149 w 469"/>
                  <a:gd name="T9" fmla="*/ 1562 h 167"/>
                  <a:gd name="T10" fmla="*/ 7007 w 469"/>
                  <a:gd name="T11" fmla="*/ 1140 h 167"/>
                  <a:gd name="T12" fmla="*/ 6475 w 469"/>
                  <a:gd name="T13" fmla="*/ 1127 h 167"/>
                  <a:gd name="T14" fmla="*/ 6132 w 469"/>
                  <a:gd name="T15" fmla="*/ 1242 h 167"/>
                  <a:gd name="T16" fmla="*/ 5653 w 469"/>
                  <a:gd name="T17" fmla="*/ 1354 h 167"/>
                  <a:gd name="T18" fmla="*/ 5290 w 469"/>
                  <a:gd name="T19" fmla="*/ 1298 h 167"/>
                  <a:gd name="T20" fmla="*/ 4728 w 469"/>
                  <a:gd name="T21" fmla="*/ 1162 h 167"/>
                  <a:gd name="T22" fmla="*/ 4341 w 469"/>
                  <a:gd name="T23" fmla="*/ 1183 h 167"/>
                  <a:gd name="T24" fmla="*/ 3996 w 469"/>
                  <a:gd name="T25" fmla="*/ 1084 h 167"/>
                  <a:gd name="T26" fmla="*/ 3621 w 469"/>
                  <a:gd name="T27" fmla="*/ 876 h 167"/>
                  <a:gd name="T28" fmla="*/ 3104 w 469"/>
                  <a:gd name="T29" fmla="*/ 876 h 167"/>
                  <a:gd name="T30" fmla="*/ 2716 w 469"/>
                  <a:gd name="T31" fmla="*/ 777 h 167"/>
                  <a:gd name="T32" fmla="*/ 2292 w 469"/>
                  <a:gd name="T33" fmla="*/ 606 h 167"/>
                  <a:gd name="T34" fmla="*/ 1779 w 469"/>
                  <a:gd name="T35" fmla="*/ 363 h 167"/>
                  <a:gd name="T36" fmla="*/ 1467 w 469"/>
                  <a:gd name="T37" fmla="*/ 171 h 167"/>
                  <a:gd name="T38" fmla="*/ 1125 w 469"/>
                  <a:gd name="T39" fmla="*/ 77 h 167"/>
                  <a:gd name="T40" fmla="*/ 700 w 469"/>
                  <a:gd name="T41" fmla="*/ 422 h 167"/>
                  <a:gd name="T42" fmla="*/ 325 w 469"/>
                  <a:gd name="T43" fmla="*/ 721 h 167"/>
                  <a:gd name="T44" fmla="*/ 0 w 469"/>
                  <a:gd name="T45" fmla="*/ 1071 h 16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69" h="167">
                    <a:moveTo>
                      <a:pt x="437" y="167"/>
                    </a:moveTo>
                    <a:cubicBezTo>
                      <a:pt x="439" y="166"/>
                      <a:pt x="440" y="164"/>
                      <a:pt x="442" y="161"/>
                    </a:cubicBezTo>
                    <a:cubicBezTo>
                      <a:pt x="446" y="156"/>
                      <a:pt x="452" y="155"/>
                      <a:pt x="455" y="152"/>
                    </a:cubicBezTo>
                    <a:cubicBezTo>
                      <a:pt x="460" y="147"/>
                      <a:pt x="461" y="140"/>
                      <a:pt x="462" y="131"/>
                    </a:cubicBezTo>
                    <a:cubicBezTo>
                      <a:pt x="464" y="114"/>
                      <a:pt x="469" y="98"/>
                      <a:pt x="458" y="82"/>
                    </a:cubicBezTo>
                    <a:cubicBezTo>
                      <a:pt x="453" y="75"/>
                      <a:pt x="454" y="67"/>
                      <a:pt x="449" y="60"/>
                    </a:cubicBezTo>
                    <a:cubicBezTo>
                      <a:pt x="442" y="50"/>
                      <a:pt x="422" y="49"/>
                      <a:pt x="415" y="59"/>
                    </a:cubicBezTo>
                    <a:cubicBezTo>
                      <a:pt x="408" y="56"/>
                      <a:pt x="397" y="58"/>
                      <a:pt x="393" y="65"/>
                    </a:cubicBezTo>
                    <a:cubicBezTo>
                      <a:pt x="384" y="64"/>
                      <a:pt x="366" y="67"/>
                      <a:pt x="362" y="71"/>
                    </a:cubicBezTo>
                    <a:cubicBezTo>
                      <a:pt x="357" y="66"/>
                      <a:pt x="349" y="61"/>
                      <a:pt x="339" y="68"/>
                    </a:cubicBezTo>
                    <a:cubicBezTo>
                      <a:pt x="333" y="59"/>
                      <a:pt x="313" y="55"/>
                      <a:pt x="303" y="61"/>
                    </a:cubicBezTo>
                    <a:cubicBezTo>
                      <a:pt x="297" y="54"/>
                      <a:pt x="283" y="54"/>
                      <a:pt x="278" y="62"/>
                    </a:cubicBezTo>
                    <a:cubicBezTo>
                      <a:pt x="270" y="56"/>
                      <a:pt x="263" y="59"/>
                      <a:pt x="256" y="57"/>
                    </a:cubicBezTo>
                    <a:cubicBezTo>
                      <a:pt x="247" y="54"/>
                      <a:pt x="240" y="49"/>
                      <a:pt x="232" y="46"/>
                    </a:cubicBezTo>
                    <a:cubicBezTo>
                      <a:pt x="220" y="36"/>
                      <a:pt x="206" y="42"/>
                      <a:pt x="199" y="46"/>
                    </a:cubicBezTo>
                    <a:cubicBezTo>
                      <a:pt x="188" y="42"/>
                      <a:pt x="185" y="39"/>
                      <a:pt x="174" y="41"/>
                    </a:cubicBezTo>
                    <a:cubicBezTo>
                      <a:pt x="167" y="34"/>
                      <a:pt x="158" y="29"/>
                      <a:pt x="147" y="32"/>
                    </a:cubicBezTo>
                    <a:cubicBezTo>
                      <a:pt x="145" y="21"/>
                      <a:pt x="126" y="16"/>
                      <a:pt x="114" y="19"/>
                    </a:cubicBezTo>
                    <a:cubicBezTo>
                      <a:pt x="111" y="10"/>
                      <a:pt x="102" y="11"/>
                      <a:pt x="94" y="9"/>
                    </a:cubicBezTo>
                    <a:cubicBezTo>
                      <a:pt x="89" y="0"/>
                      <a:pt x="81" y="3"/>
                      <a:pt x="72" y="4"/>
                    </a:cubicBezTo>
                    <a:cubicBezTo>
                      <a:pt x="60" y="5"/>
                      <a:pt x="49" y="11"/>
                      <a:pt x="45" y="22"/>
                    </a:cubicBezTo>
                    <a:cubicBezTo>
                      <a:pt x="31" y="20"/>
                      <a:pt x="28" y="29"/>
                      <a:pt x="21" y="38"/>
                    </a:cubicBezTo>
                    <a:cubicBezTo>
                      <a:pt x="17" y="32"/>
                      <a:pt x="1" y="46"/>
                      <a:pt x="0" y="56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0" name="Freeform 478">
                <a:extLst>
                  <a:ext uri="{FF2B5EF4-FFF2-40B4-BE49-F238E27FC236}">
                    <a16:creationId xmlns:a16="http://schemas.microsoft.com/office/drawing/2014/main" id="{050C04D0-6F2B-46C0-A888-B99BDBFFA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067"/>
                <a:ext cx="63" cy="341"/>
              </a:xfrm>
              <a:custGeom>
                <a:avLst/>
                <a:gdLst>
                  <a:gd name="T0" fmla="*/ 0 w 25"/>
                  <a:gd name="T1" fmla="*/ 0 h 128"/>
                  <a:gd name="T2" fmla="*/ 83 w 25"/>
                  <a:gd name="T3" fmla="*/ 1284 h 128"/>
                  <a:gd name="T4" fmla="*/ 146 w 25"/>
                  <a:gd name="T5" fmla="*/ 1646 h 128"/>
                  <a:gd name="T6" fmla="*/ 255 w 25"/>
                  <a:gd name="T7" fmla="*/ 2059 h 128"/>
                  <a:gd name="T8" fmla="*/ 179 w 25"/>
                  <a:gd name="T9" fmla="*/ 2286 h 128"/>
                  <a:gd name="T10" fmla="*/ 159 w 25"/>
                  <a:gd name="T11" fmla="*/ 2342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28">
                    <a:moveTo>
                      <a:pt x="0" y="0"/>
                    </a:moveTo>
                    <a:cubicBezTo>
                      <a:pt x="25" y="10"/>
                      <a:pt x="6" y="61"/>
                      <a:pt x="5" y="68"/>
                    </a:cubicBezTo>
                    <a:cubicBezTo>
                      <a:pt x="10" y="74"/>
                      <a:pt x="7" y="81"/>
                      <a:pt x="9" y="87"/>
                    </a:cubicBezTo>
                    <a:cubicBezTo>
                      <a:pt x="12" y="94"/>
                      <a:pt x="19" y="99"/>
                      <a:pt x="16" y="109"/>
                    </a:cubicBezTo>
                    <a:cubicBezTo>
                      <a:pt x="15" y="113"/>
                      <a:pt x="13" y="117"/>
                      <a:pt x="11" y="121"/>
                    </a:cubicBezTo>
                    <a:cubicBezTo>
                      <a:pt x="11" y="122"/>
                      <a:pt x="10" y="128"/>
                      <a:pt x="10" y="124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1" name="Freeform 479">
                <a:extLst>
                  <a:ext uri="{FF2B5EF4-FFF2-40B4-BE49-F238E27FC236}">
                    <a16:creationId xmlns:a16="http://schemas.microsoft.com/office/drawing/2014/main" id="{C01BA463-2A81-4D8C-BA16-1CEADC6B7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307"/>
                <a:ext cx="225" cy="242"/>
              </a:xfrm>
              <a:custGeom>
                <a:avLst/>
                <a:gdLst>
                  <a:gd name="T0" fmla="*/ 113 w 90"/>
                  <a:gd name="T1" fmla="*/ 0 h 91"/>
                  <a:gd name="T2" fmla="*/ 270 w 90"/>
                  <a:gd name="T3" fmla="*/ 1202 h 91"/>
                  <a:gd name="T4" fmla="*/ 488 w 90"/>
                  <a:gd name="T5" fmla="*/ 1428 h 91"/>
                  <a:gd name="T6" fmla="*/ 688 w 90"/>
                  <a:gd name="T7" fmla="*/ 1620 h 91"/>
                  <a:gd name="T8" fmla="*/ 970 w 90"/>
                  <a:gd name="T9" fmla="*/ 1633 h 91"/>
                  <a:gd name="T10" fmla="*/ 1125 w 90"/>
                  <a:gd name="T11" fmla="*/ 1713 h 91"/>
                  <a:gd name="T12" fmla="*/ 1270 w 90"/>
                  <a:gd name="T13" fmla="*/ 1675 h 91"/>
                  <a:gd name="T14" fmla="*/ 1408 w 90"/>
                  <a:gd name="T15" fmla="*/ 1654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1">
                    <a:moveTo>
                      <a:pt x="7" y="0"/>
                    </a:moveTo>
                    <a:cubicBezTo>
                      <a:pt x="1" y="9"/>
                      <a:pt x="0" y="41"/>
                      <a:pt x="17" y="64"/>
                    </a:cubicBezTo>
                    <a:cubicBezTo>
                      <a:pt x="21" y="68"/>
                      <a:pt x="25" y="72"/>
                      <a:pt x="31" y="76"/>
                    </a:cubicBezTo>
                    <a:cubicBezTo>
                      <a:pt x="35" y="79"/>
                      <a:pt x="39" y="84"/>
                      <a:pt x="44" y="86"/>
                    </a:cubicBezTo>
                    <a:cubicBezTo>
                      <a:pt x="49" y="88"/>
                      <a:pt x="55" y="86"/>
                      <a:pt x="62" y="87"/>
                    </a:cubicBezTo>
                    <a:cubicBezTo>
                      <a:pt x="65" y="88"/>
                      <a:pt x="69" y="90"/>
                      <a:pt x="72" y="91"/>
                    </a:cubicBezTo>
                    <a:cubicBezTo>
                      <a:pt x="75" y="91"/>
                      <a:pt x="77" y="89"/>
                      <a:pt x="81" y="89"/>
                    </a:cubicBezTo>
                    <a:cubicBezTo>
                      <a:pt x="84" y="89"/>
                      <a:pt x="86" y="91"/>
                      <a:pt x="90" y="88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2" name="Freeform 480">
                <a:extLst>
                  <a:ext uri="{FF2B5EF4-FFF2-40B4-BE49-F238E27FC236}">
                    <a16:creationId xmlns:a16="http://schemas.microsoft.com/office/drawing/2014/main" id="{CEE3240C-AC7F-4CBD-988F-994BF5A5A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341"/>
                <a:ext cx="130" cy="222"/>
              </a:xfrm>
              <a:custGeom>
                <a:avLst/>
                <a:gdLst>
                  <a:gd name="T0" fmla="*/ 333 w 52"/>
                  <a:gd name="T1" fmla="*/ 0 h 83"/>
                  <a:gd name="T2" fmla="*/ 813 w 52"/>
                  <a:gd name="T3" fmla="*/ 1589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83">
                    <a:moveTo>
                      <a:pt x="21" y="0"/>
                    </a:moveTo>
                    <a:cubicBezTo>
                      <a:pt x="0" y="33"/>
                      <a:pt x="11" y="72"/>
                      <a:pt x="52" y="8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3" name="Freeform 481">
                <a:extLst>
                  <a:ext uri="{FF2B5EF4-FFF2-40B4-BE49-F238E27FC236}">
                    <a16:creationId xmlns:a16="http://schemas.microsoft.com/office/drawing/2014/main" id="{3B01F4B2-9B89-4C35-8A4F-EA4007693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2395"/>
                <a:ext cx="78" cy="168"/>
              </a:xfrm>
              <a:custGeom>
                <a:avLst/>
                <a:gdLst>
                  <a:gd name="T0" fmla="*/ 209 w 31"/>
                  <a:gd name="T1" fmla="*/ 0 h 63"/>
                  <a:gd name="T2" fmla="*/ 493 w 31"/>
                  <a:gd name="T3" fmla="*/ 1195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3">
                    <a:moveTo>
                      <a:pt x="13" y="0"/>
                    </a:moveTo>
                    <a:cubicBezTo>
                      <a:pt x="0" y="12"/>
                      <a:pt x="8" y="59"/>
                      <a:pt x="31" y="6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4" name="Freeform 482">
                <a:extLst>
                  <a:ext uri="{FF2B5EF4-FFF2-40B4-BE49-F238E27FC236}">
                    <a16:creationId xmlns:a16="http://schemas.microsoft.com/office/drawing/2014/main" id="{7D2FC679-277F-4043-8B2F-ED5889B04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456"/>
                <a:ext cx="68" cy="144"/>
              </a:xfrm>
              <a:custGeom>
                <a:avLst/>
                <a:gdLst>
                  <a:gd name="T0" fmla="*/ 209 w 27"/>
                  <a:gd name="T1" fmla="*/ 0 h 54"/>
                  <a:gd name="T2" fmla="*/ 431 w 27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4">
                    <a:moveTo>
                      <a:pt x="13" y="0"/>
                    </a:moveTo>
                    <a:cubicBezTo>
                      <a:pt x="0" y="18"/>
                      <a:pt x="4" y="52"/>
                      <a:pt x="27" y="5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5" name="Freeform 483">
                <a:extLst>
                  <a:ext uri="{FF2B5EF4-FFF2-40B4-BE49-F238E27FC236}">
                    <a16:creationId xmlns:a16="http://schemas.microsoft.com/office/drawing/2014/main" id="{705A82BD-DE6E-4721-AAA5-5BA642330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520"/>
                <a:ext cx="87" cy="163"/>
              </a:xfrm>
              <a:custGeom>
                <a:avLst/>
                <a:gdLst>
                  <a:gd name="T0" fmla="*/ 216 w 35"/>
                  <a:gd name="T1" fmla="*/ 0 h 61"/>
                  <a:gd name="T2" fmla="*/ 537 w 35"/>
                  <a:gd name="T3" fmla="*/ 1165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1">
                    <a:moveTo>
                      <a:pt x="14" y="0"/>
                    </a:moveTo>
                    <a:cubicBezTo>
                      <a:pt x="0" y="30"/>
                      <a:pt x="4" y="52"/>
                      <a:pt x="35" y="6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6" name="Freeform 484">
                <a:extLst>
                  <a:ext uri="{FF2B5EF4-FFF2-40B4-BE49-F238E27FC236}">
                    <a16:creationId xmlns:a16="http://schemas.microsoft.com/office/drawing/2014/main" id="{7745D568-FA54-45B4-9B55-9BE6094BB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597"/>
                <a:ext cx="50" cy="134"/>
              </a:xfrm>
              <a:custGeom>
                <a:avLst/>
                <a:gdLst>
                  <a:gd name="T0" fmla="*/ 113 w 20"/>
                  <a:gd name="T1" fmla="*/ 0 h 50"/>
                  <a:gd name="T2" fmla="*/ 313 w 20"/>
                  <a:gd name="T3" fmla="*/ 962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0">
                    <a:moveTo>
                      <a:pt x="7" y="0"/>
                    </a:moveTo>
                    <a:cubicBezTo>
                      <a:pt x="2" y="16"/>
                      <a:pt x="0" y="49"/>
                      <a:pt x="20" y="5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7" name="Freeform 485">
                <a:extLst>
                  <a:ext uri="{FF2B5EF4-FFF2-40B4-BE49-F238E27FC236}">
                    <a16:creationId xmlns:a16="http://schemas.microsoft.com/office/drawing/2014/main" id="{B106F649-F8DC-4F2A-8725-2B9CE5ACC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248"/>
                <a:ext cx="85" cy="259"/>
              </a:xfrm>
              <a:custGeom>
                <a:avLst/>
                <a:gdLst>
                  <a:gd name="T0" fmla="*/ 533 w 34"/>
                  <a:gd name="T1" fmla="*/ 0 h 97"/>
                  <a:gd name="T2" fmla="*/ 408 w 34"/>
                  <a:gd name="T3" fmla="*/ 1848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97">
                    <a:moveTo>
                      <a:pt x="34" y="0"/>
                    </a:moveTo>
                    <a:cubicBezTo>
                      <a:pt x="18" y="10"/>
                      <a:pt x="0" y="70"/>
                      <a:pt x="26" y="9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8" name="Freeform 486">
                <a:extLst>
                  <a:ext uri="{FF2B5EF4-FFF2-40B4-BE49-F238E27FC236}">
                    <a16:creationId xmlns:a16="http://schemas.microsoft.com/office/drawing/2014/main" id="{2CE28B8F-5400-4A9D-8649-1E7C08C65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205"/>
                <a:ext cx="142" cy="334"/>
              </a:xfrm>
              <a:custGeom>
                <a:avLst/>
                <a:gdLst>
                  <a:gd name="T0" fmla="*/ 882 w 57"/>
                  <a:gd name="T1" fmla="*/ 0 h 125"/>
                  <a:gd name="T2" fmla="*/ 633 w 57"/>
                  <a:gd name="T3" fmla="*/ 2383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25">
                    <a:moveTo>
                      <a:pt x="57" y="0"/>
                    </a:moveTo>
                    <a:cubicBezTo>
                      <a:pt x="24" y="18"/>
                      <a:pt x="0" y="111"/>
                      <a:pt x="41" y="12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9" name="Freeform 487">
                <a:extLst>
                  <a:ext uri="{FF2B5EF4-FFF2-40B4-BE49-F238E27FC236}">
                    <a16:creationId xmlns:a16="http://schemas.microsoft.com/office/drawing/2014/main" id="{A58021ED-F90B-48BE-AF88-8FCDF7291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187"/>
                <a:ext cx="643" cy="168"/>
              </a:xfrm>
              <a:custGeom>
                <a:avLst/>
                <a:gdLst>
                  <a:gd name="T0" fmla="*/ 0 w 257"/>
                  <a:gd name="T1" fmla="*/ 1059 h 63"/>
                  <a:gd name="T2" fmla="*/ 833 w 257"/>
                  <a:gd name="T3" fmla="*/ 149 h 63"/>
                  <a:gd name="T4" fmla="*/ 1959 w 257"/>
                  <a:gd name="T5" fmla="*/ 320 h 63"/>
                  <a:gd name="T6" fmla="*/ 3210 w 257"/>
                  <a:gd name="T7" fmla="*/ 947 h 63"/>
                  <a:gd name="T8" fmla="*/ 3943 w 257"/>
                  <a:gd name="T9" fmla="*/ 1045 h 63"/>
                  <a:gd name="T10" fmla="*/ 4026 w 257"/>
                  <a:gd name="T11" fmla="*/ 1195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7" h="63">
                    <a:moveTo>
                      <a:pt x="0" y="56"/>
                    </a:moveTo>
                    <a:cubicBezTo>
                      <a:pt x="3" y="47"/>
                      <a:pt x="21" y="20"/>
                      <a:pt x="53" y="8"/>
                    </a:cubicBezTo>
                    <a:cubicBezTo>
                      <a:pt x="77" y="0"/>
                      <a:pt x="104" y="3"/>
                      <a:pt x="125" y="17"/>
                    </a:cubicBezTo>
                    <a:cubicBezTo>
                      <a:pt x="156" y="38"/>
                      <a:pt x="172" y="46"/>
                      <a:pt x="205" y="50"/>
                    </a:cubicBezTo>
                    <a:cubicBezTo>
                      <a:pt x="238" y="53"/>
                      <a:pt x="244" y="49"/>
                      <a:pt x="252" y="55"/>
                    </a:cubicBezTo>
                    <a:cubicBezTo>
                      <a:pt x="256" y="58"/>
                      <a:pt x="257" y="63"/>
                      <a:pt x="257" y="6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0" name="Freeform 488">
                <a:extLst>
                  <a:ext uri="{FF2B5EF4-FFF2-40B4-BE49-F238E27FC236}">
                    <a16:creationId xmlns:a16="http://schemas.microsoft.com/office/drawing/2014/main" id="{63857A64-E041-4B70-AB5B-FEDCC03C6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211"/>
                <a:ext cx="188" cy="61"/>
              </a:xfrm>
              <a:custGeom>
                <a:avLst/>
                <a:gdLst>
                  <a:gd name="T0" fmla="*/ 0 w 75"/>
                  <a:gd name="T1" fmla="*/ 34 h 23"/>
                  <a:gd name="T2" fmla="*/ 1181 w 75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3">
                    <a:moveTo>
                      <a:pt x="0" y="2"/>
                    </a:moveTo>
                    <a:cubicBezTo>
                      <a:pt x="20" y="0"/>
                      <a:pt x="36" y="16"/>
                      <a:pt x="75" y="2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1" name="Freeform 489">
                <a:extLst>
                  <a:ext uri="{FF2B5EF4-FFF2-40B4-BE49-F238E27FC236}">
                    <a16:creationId xmlns:a16="http://schemas.microsoft.com/office/drawing/2014/main" id="{7FFF0C12-A0F2-4A5F-98FB-50EBDB88E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168"/>
                <a:ext cx="705" cy="200"/>
              </a:xfrm>
              <a:custGeom>
                <a:avLst/>
                <a:gdLst>
                  <a:gd name="T0" fmla="*/ 0 w 282"/>
                  <a:gd name="T1" fmla="*/ 491 h 75"/>
                  <a:gd name="T2" fmla="*/ 2408 w 282"/>
                  <a:gd name="T3" fmla="*/ 1251 h 75"/>
                  <a:gd name="T4" fmla="*/ 3438 w 282"/>
                  <a:gd name="T5" fmla="*/ 1387 h 75"/>
                  <a:gd name="T6" fmla="*/ 4408 w 282"/>
                  <a:gd name="T7" fmla="*/ 1195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2" h="75">
                    <a:moveTo>
                      <a:pt x="0" y="26"/>
                    </a:moveTo>
                    <a:cubicBezTo>
                      <a:pt x="38" y="0"/>
                      <a:pt x="110" y="56"/>
                      <a:pt x="154" y="66"/>
                    </a:cubicBezTo>
                    <a:cubicBezTo>
                      <a:pt x="198" y="75"/>
                      <a:pt x="215" y="67"/>
                      <a:pt x="220" y="73"/>
                    </a:cubicBezTo>
                    <a:cubicBezTo>
                      <a:pt x="230" y="66"/>
                      <a:pt x="265" y="63"/>
                      <a:pt x="282" y="6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2" name="Freeform 490">
                <a:extLst>
                  <a:ext uri="{FF2B5EF4-FFF2-40B4-BE49-F238E27FC236}">
                    <a16:creationId xmlns:a16="http://schemas.microsoft.com/office/drawing/2014/main" id="{3DEA8566-E6D5-48CB-B710-0BA67910D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429"/>
                <a:ext cx="482" cy="72"/>
              </a:xfrm>
              <a:custGeom>
                <a:avLst/>
                <a:gdLst>
                  <a:gd name="T0" fmla="*/ 0 w 193"/>
                  <a:gd name="T1" fmla="*/ 512 h 27"/>
                  <a:gd name="T2" fmla="*/ 1199 w 193"/>
                  <a:gd name="T3" fmla="*/ 136 h 27"/>
                  <a:gd name="T4" fmla="*/ 2432 w 193"/>
                  <a:gd name="T5" fmla="*/ 435 h 27"/>
                  <a:gd name="T6" fmla="*/ 3007 w 193"/>
                  <a:gd name="T7" fmla="*/ 26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3" h="27">
                    <a:moveTo>
                      <a:pt x="0" y="27"/>
                    </a:moveTo>
                    <a:cubicBezTo>
                      <a:pt x="11" y="1"/>
                      <a:pt x="48" y="0"/>
                      <a:pt x="77" y="7"/>
                    </a:cubicBezTo>
                    <a:cubicBezTo>
                      <a:pt x="107" y="14"/>
                      <a:pt x="135" y="25"/>
                      <a:pt x="156" y="23"/>
                    </a:cubicBezTo>
                    <a:cubicBezTo>
                      <a:pt x="177" y="20"/>
                      <a:pt x="187" y="13"/>
                      <a:pt x="193" y="1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3" name="Freeform 491">
                <a:extLst>
                  <a:ext uri="{FF2B5EF4-FFF2-40B4-BE49-F238E27FC236}">
                    <a16:creationId xmlns:a16="http://schemas.microsoft.com/office/drawing/2014/main" id="{30A86BCE-002F-4069-B62C-D39267FBD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2384"/>
                <a:ext cx="640" cy="96"/>
              </a:xfrm>
              <a:custGeom>
                <a:avLst/>
                <a:gdLst>
                  <a:gd name="T0" fmla="*/ 220 w 256"/>
                  <a:gd name="T1" fmla="*/ 683 h 36"/>
                  <a:gd name="T2" fmla="*/ 833 w 256"/>
                  <a:gd name="T3" fmla="*/ 115 h 36"/>
                  <a:gd name="T4" fmla="*/ 2488 w 256"/>
                  <a:gd name="T5" fmla="*/ 419 h 36"/>
                  <a:gd name="T6" fmla="*/ 3095 w 256"/>
                  <a:gd name="T7" fmla="*/ 307 h 36"/>
                  <a:gd name="T8" fmla="*/ 4000 w 256"/>
                  <a:gd name="T9" fmla="*/ 11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6" h="36">
                    <a:moveTo>
                      <a:pt x="14" y="36"/>
                    </a:moveTo>
                    <a:cubicBezTo>
                      <a:pt x="0" y="22"/>
                      <a:pt x="22" y="0"/>
                      <a:pt x="53" y="6"/>
                    </a:cubicBezTo>
                    <a:cubicBezTo>
                      <a:pt x="84" y="11"/>
                      <a:pt x="131" y="24"/>
                      <a:pt x="159" y="22"/>
                    </a:cubicBezTo>
                    <a:cubicBezTo>
                      <a:pt x="186" y="20"/>
                      <a:pt x="192" y="15"/>
                      <a:pt x="198" y="16"/>
                    </a:cubicBezTo>
                    <a:cubicBezTo>
                      <a:pt x="213" y="7"/>
                      <a:pt x="239" y="6"/>
                      <a:pt x="256" y="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4" name="Freeform 492">
                <a:extLst>
                  <a:ext uri="{FF2B5EF4-FFF2-40B4-BE49-F238E27FC236}">
                    <a16:creationId xmlns:a16="http://schemas.microsoft.com/office/drawing/2014/main" id="{75D1C071-4D68-4AA6-953C-469557EFF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285"/>
                <a:ext cx="258" cy="259"/>
              </a:xfrm>
              <a:custGeom>
                <a:avLst/>
                <a:gdLst>
                  <a:gd name="T0" fmla="*/ 426 w 103"/>
                  <a:gd name="T1" fmla="*/ 1848 h 97"/>
                  <a:gd name="T2" fmla="*/ 363 w 103"/>
                  <a:gd name="T3" fmla="*/ 606 h 97"/>
                  <a:gd name="T4" fmla="*/ 1618 w 103"/>
                  <a:gd name="T5" fmla="*/ 206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97">
                    <a:moveTo>
                      <a:pt x="27" y="97"/>
                    </a:moveTo>
                    <a:cubicBezTo>
                      <a:pt x="19" y="90"/>
                      <a:pt x="0" y="64"/>
                      <a:pt x="23" y="32"/>
                    </a:cubicBezTo>
                    <a:cubicBezTo>
                      <a:pt x="46" y="0"/>
                      <a:pt x="78" y="2"/>
                      <a:pt x="103" y="1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5" name="Freeform 493">
                <a:extLst>
                  <a:ext uri="{FF2B5EF4-FFF2-40B4-BE49-F238E27FC236}">
                    <a16:creationId xmlns:a16="http://schemas.microsoft.com/office/drawing/2014/main" id="{12E28C48-3E4A-4E25-BDD6-125835DBB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293"/>
                <a:ext cx="322" cy="230"/>
              </a:xfrm>
              <a:custGeom>
                <a:avLst/>
                <a:gdLst>
                  <a:gd name="T0" fmla="*/ 2007 w 129"/>
                  <a:gd name="T1" fmla="*/ 538 h 86"/>
                  <a:gd name="T2" fmla="*/ 604 w 129"/>
                  <a:gd name="T3" fmla="*/ 1645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9" h="86">
                    <a:moveTo>
                      <a:pt x="129" y="28"/>
                    </a:moveTo>
                    <a:cubicBezTo>
                      <a:pt x="83" y="0"/>
                      <a:pt x="0" y="26"/>
                      <a:pt x="39" y="8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6" name="Freeform 494">
                <a:extLst>
                  <a:ext uri="{FF2B5EF4-FFF2-40B4-BE49-F238E27FC236}">
                    <a16:creationId xmlns:a16="http://schemas.microsoft.com/office/drawing/2014/main" id="{CF348BF3-7743-4417-AB9A-C4F85FB0D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443"/>
                <a:ext cx="143" cy="58"/>
              </a:xfrm>
              <a:custGeom>
                <a:avLst/>
                <a:gdLst>
                  <a:gd name="T0" fmla="*/ 901 w 57"/>
                  <a:gd name="T1" fmla="*/ 0 h 22"/>
                  <a:gd name="T2" fmla="*/ 63 w 57"/>
                  <a:gd name="T3" fmla="*/ 237 h 22"/>
                  <a:gd name="T4" fmla="*/ 0 w 57"/>
                  <a:gd name="T5" fmla="*/ 40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22">
                    <a:moveTo>
                      <a:pt x="57" y="0"/>
                    </a:moveTo>
                    <a:cubicBezTo>
                      <a:pt x="37" y="0"/>
                      <a:pt x="11" y="0"/>
                      <a:pt x="4" y="13"/>
                    </a:cubicBezTo>
                    <a:cubicBezTo>
                      <a:pt x="1" y="18"/>
                      <a:pt x="0" y="22"/>
                      <a:pt x="0" y="2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7" name="Freeform 495">
                <a:extLst>
                  <a:ext uri="{FF2B5EF4-FFF2-40B4-BE49-F238E27FC236}">
                    <a16:creationId xmlns:a16="http://schemas.microsoft.com/office/drawing/2014/main" id="{6A9A754B-E09A-48FE-87DA-CA2E63EBB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480"/>
                <a:ext cx="143" cy="72"/>
              </a:xfrm>
              <a:custGeom>
                <a:avLst/>
                <a:gdLst>
                  <a:gd name="T0" fmla="*/ 901 w 57"/>
                  <a:gd name="T1" fmla="*/ 0 h 27"/>
                  <a:gd name="T2" fmla="*/ 0 w 57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51" y="0"/>
                      <a:pt x="8" y="3"/>
                      <a:pt x="0" y="2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8" name="Freeform 496">
                <a:extLst>
                  <a:ext uri="{FF2B5EF4-FFF2-40B4-BE49-F238E27FC236}">
                    <a16:creationId xmlns:a16="http://schemas.microsoft.com/office/drawing/2014/main" id="{9BE5F30A-15F2-4724-829E-12FDB49D2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427"/>
                <a:ext cx="17" cy="37"/>
              </a:xfrm>
              <a:custGeom>
                <a:avLst/>
                <a:gdLst>
                  <a:gd name="T0" fmla="*/ 0 w 7"/>
                  <a:gd name="T1" fmla="*/ 0 h 14"/>
                  <a:gd name="T2" fmla="*/ 100 w 7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5" y="1"/>
                      <a:pt x="7" y="11"/>
                      <a:pt x="7" y="1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9" name="Freeform 497">
                <a:extLst>
                  <a:ext uri="{FF2B5EF4-FFF2-40B4-BE49-F238E27FC236}">
                    <a16:creationId xmlns:a16="http://schemas.microsoft.com/office/drawing/2014/main" id="{0A614EDF-C9ED-439E-B3D2-0FA09DC76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392"/>
                <a:ext cx="17" cy="27"/>
              </a:xfrm>
              <a:custGeom>
                <a:avLst/>
                <a:gdLst>
                  <a:gd name="T0" fmla="*/ 0 w 7"/>
                  <a:gd name="T1" fmla="*/ 0 h 10"/>
                  <a:gd name="T2" fmla="*/ 100 w 7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5" y="3"/>
                      <a:pt x="7" y="7"/>
                      <a:pt x="7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10" name="Freeform 498">
                <a:extLst>
                  <a:ext uri="{FF2B5EF4-FFF2-40B4-BE49-F238E27FC236}">
                    <a16:creationId xmlns:a16="http://schemas.microsoft.com/office/drawing/2014/main" id="{7E97E1B5-67BA-4D2C-939D-F34BC437A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363"/>
                <a:ext cx="12" cy="18"/>
              </a:xfrm>
              <a:custGeom>
                <a:avLst/>
                <a:gdLst>
                  <a:gd name="T0" fmla="*/ 0 w 5"/>
                  <a:gd name="T1" fmla="*/ 0 h 7"/>
                  <a:gd name="T2" fmla="*/ 70 w 5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4" y="3"/>
                      <a:pt x="5" y="7"/>
                      <a:pt x="5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11" name="Freeform 499">
                <a:extLst>
                  <a:ext uri="{FF2B5EF4-FFF2-40B4-BE49-F238E27FC236}">
                    <a16:creationId xmlns:a16="http://schemas.microsoft.com/office/drawing/2014/main" id="{A626E3FC-0DF5-45C5-BFD9-D15F8D043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720"/>
                <a:ext cx="927" cy="648"/>
              </a:xfrm>
              <a:custGeom>
                <a:avLst/>
                <a:gdLst>
                  <a:gd name="T0" fmla="*/ 312 w 371"/>
                  <a:gd name="T1" fmla="*/ 0 h 243"/>
                  <a:gd name="T2" fmla="*/ 62 w 371"/>
                  <a:gd name="T3" fmla="*/ 627 h 243"/>
                  <a:gd name="T4" fmla="*/ 155 w 371"/>
                  <a:gd name="T5" fmla="*/ 2013 h 243"/>
                  <a:gd name="T6" fmla="*/ 280 w 371"/>
                  <a:gd name="T7" fmla="*/ 2731 h 243"/>
                  <a:gd name="T8" fmla="*/ 625 w 371"/>
                  <a:gd name="T9" fmla="*/ 3221 h 243"/>
                  <a:gd name="T10" fmla="*/ 887 w 371"/>
                  <a:gd name="T11" fmla="*/ 3699 h 243"/>
                  <a:gd name="T12" fmla="*/ 1404 w 371"/>
                  <a:gd name="T13" fmla="*/ 3925 h 243"/>
                  <a:gd name="T14" fmla="*/ 2249 w 371"/>
                  <a:gd name="T15" fmla="*/ 4288 h 243"/>
                  <a:gd name="T16" fmla="*/ 2559 w 371"/>
                  <a:gd name="T17" fmla="*/ 4459 h 243"/>
                  <a:gd name="T18" fmla="*/ 3028 w 371"/>
                  <a:gd name="T19" fmla="*/ 4493 h 243"/>
                  <a:gd name="T20" fmla="*/ 3416 w 371"/>
                  <a:gd name="T21" fmla="*/ 4608 h 243"/>
                  <a:gd name="T22" fmla="*/ 3696 w 371"/>
                  <a:gd name="T23" fmla="*/ 4552 h 243"/>
                  <a:gd name="T24" fmla="*/ 4040 w 371"/>
                  <a:gd name="T25" fmla="*/ 4608 h 243"/>
                  <a:gd name="T26" fmla="*/ 4228 w 371"/>
                  <a:gd name="T27" fmla="*/ 4515 h 243"/>
                  <a:gd name="T28" fmla="*/ 5662 w 371"/>
                  <a:gd name="T29" fmla="*/ 3904 h 243"/>
                  <a:gd name="T30" fmla="*/ 5787 w 371"/>
                  <a:gd name="T31" fmla="*/ 3789 h 2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71" h="243">
                    <a:moveTo>
                      <a:pt x="20" y="0"/>
                    </a:moveTo>
                    <a:cubicBezTo>
                      <a:pt x="16" y="8"/>
                      <a:pt x="6" y="20"/>
                      <a:pt x="4" y="33"/>
                    </a:cubicBezTo>
                    <a:cubicBezTo>
                      <a:pt x="0" y="54"/>
                      <a:pt x="5" y="80"/>
                      <a:pt x="10" y="106"/>
                    </a:cubicBezTo>
                    <a:cubicBezTo>
                      <a:pt x="13" y="118"/>
                      <a:pt x="13" y="133"/>
                      <a:pt x="18" y="144"/>
                    </a:cubicBezTo>
                    <a:cubicBezTo>
                      <a:pt x="23" y="154"/>
                      <a:pt x="33" y="161"/>
                      <a:pt x="40" y="170"/>
                    </a:cubicBezTo>
                    <a:cubicBezTo>
                      <a:pt x="46" y="177"/>
                      <a:pt x="50" y="189"/>
                      <a:pt x="57" y="195"/>
                    </a:cubicBezTo>
                    <a:cubicBezTo>
                      <a:pt x="66" y="202"/>
                      <a:pt x="79" y="202"/>
                      <a:pt x="90" y="207"/>
                    </a:cubicBezTo>
                    <a:cubicBezTo>
                      <a:pt x="108" y="215"/>
                      <a:pt x="126" y="221"/>
                      <a:pt x="144" y="226"/>
                    </a:cubicBezTo>
                    <a:cubicBezTo>
                      <a:pt x="151" y="228"/>
                      <a:pt x="157" y="233"/>
                      <a:pt x="164" y="235"/>
                    </a:cubicBezTo>
                    <a:cubicBezTo>
                      <a:pt x="174" y="237"/>
                      <a:pt x="184" y="235"/>
                      <a:pt x="194" y="237"/>
                    </a:cubicBezTo>
                    <a:cubicBezTo>
                      <a:pt x="203" y="238"/>
                      <a:pt x="211" y="242"/>
                      <a:pt x="219" y="243"/>
                    </a:cubicBezTo>
                    <a:cubicBezTo>
                      <a:pt x="225" y="243"/>
                      <a:pt x="231" y="240"/>
                      <a:pt x="237" y="240"/>
                    </a:cubicBezTo>
                    <a:cubicBezTo>
                      <a:pt x="244" y="240"/>
                      <a:pt x="252" y="243"/>
                      <a:pt x="259" y="243"/>
                    </a:cubicBezTo>
                    <a:cubicBezTo>
                      <a:pt x="264" y="242"/>
                      <a:pt x="267" y="239"/>
                      <a:pt x="271" y="238"/>
                    </a:cubicBezTo>
                    <a:cubicBezTo>
                      <a:pt x="305" y="234"/>
                      <a:pt x="337" y="224"/>
                      <a:pt x="363" y="206"/>
                    </a:cubicBezTo>
                    <a:cubicBezTo>
                      <a:pt x="369" y="202"/>
                      <a:pt x="371" y="200"/>
                      <a:pt x="371" y="20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12" name="Freeform 500">
                <a:extLst>
                  <a:ext uri="{FF2B5EF4-FFF2-40B4-BE49-F238E27FC236}">
                    <a16:creationId xmlns:a16="http://schemas.microsoft.com/office/drawing/2014/main" id="{738FC743-B9CE-4323-90DA-367660FFE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728"/>
                <a:ext cx="988" cy="707"/>
              </a:xfrm>
              <a:custGeom>
                <a:avLst/>
                <a:gdLst>
                  <a:gd name="T0" fmla="*/ 6181 w 395"/>
                  <a:gd name="T1" fmla="*/ 4122 h 265"/>
                  <a:gd name="T2" fmla="*/ 1721 w 395"/>
                  <a:gd name="T3" fmla="*/ 4143 h 265"/>
                  <a:gd name="T4" fmla="*/ 125 w 395"/>
                  <a:gd name="T5" fmla="*/ 0 h 2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5" h="265">
                    <a:moveTo>
                      <a:pt x="395" y="217"/>
                    </a:moveTo>
                    <a:cubicBezTo>
                      <a:pt x="337" y="257"/>
                      <a:pt x="218" y="265"/>
                      <a:pt x="110" y="218"/>
                    </a:cubicBezTo>
                    <a:cubicBezTo>
                      <a:pt x="2" y="172"/>
                      <a:pt x="0" y="32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13" name="Freeform 501">
                <a:extLst>
                  <a:ext uri="{FF2B5EF4-FFF2-40B4-BE49-F238E27FC236}">
                    <a16:creationId xmlns:a16="http://schemas.microsoft.com/office/drawing/2014/main" id="{B828DFA0-11D4-455D-92D0-5878DFB89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771"/>
                <a:ext cx="1140" cy="776"/>
              </a:xfrm>
              <a:custGeom>
                <a:avLst/>
                <a:gdLst>
                  <a:gd name="T0" fmla="*/ 158 w 456"/>
                  <a:gd name="T1" fmla="*/ 0 h 291"/>
                  <a:gd name="T2" fmla="*/ 1488 w 456"/>
                  <a:gd name="T3" fmla="*/ 3789 h 291"/>
                  <a:gd name="T4" fmla="*/ 7095 w 456"/>
                  <a:gd name="T5" fmla="*/ 3640 h 291"/>
                  <a:gd name="T6" fmla="*/ 7125 w 456"/>
                  <a:gd name="T7" fmla="*/ 3605 h 2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6" h="291">
                    <a:moveTo>
                      <a:pt x="10" y="0"/>
                    </a:moveTo>
                    <a:cubicBezTo>
                      <a:pt x="6" y="30"/>
                      <a:pt x="0" y="146"/>
                      <a:pt x="95" y="200"/>
                    </a:cubicBezTo>
                    <a:cubicBezTo>
                      <a:pt x="190" y="254"/>
                      <a:pt x="371" y="291"/>
                      <a:pt x="454" y="192"/>
                    </a:cubicBezTo>
                    <a:cubicBezTo>
                      <a:pt x="456" y="190"/>
                      <a:pt x="456" y="190"/>
                      <a:pt x="456" y="19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14" name="Freeform 502">
                <a:extLst>
                  <a:ext uri="{FF2B5EF4-FFF2-40B4-BE49-F238E27FC236}">
                    <a16:creationId xmlns:a16="http://schemas.microsoft.com/office/drawing/2014/main" id="{E0DB7C8E-3382-456E-8C8A-D4E67C84D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875"/>
                <a:ext cx="215" cy="418"/>
              </a:xfrm>
              <a:custGeom>
                <a:avLst/>
                <a:gdLst>
                  <a:gd name="T0" fmla="*/ 1345 w 86"/>
                  <a:gd name="T1" fmla="*/ 2963 h 157"/>
                  <a:gd name="T2" fmla="*/ 313 w 86"/>
                  <a:gd name="T3" fmla="*/ 1680 h 157"/>
                  <a:gd name="T4" fmla="*/ 20 w 86"/>
                  <a:gd name="T5" fmla="*/ 0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57">
                    <a:moveTo>
                      <a:pt x="86" y="157"/>
                    </a:moveTo>
                    <a:cubicBezTo>
                      <a:pt x="54" y="149"/>
                      <a:pt x="27" y="108"/>
                      <a:pt x="20" y="89"/>
                    </a:cubicBezTo>
                    <a:cubicBezTo>
                      <a:pt x="11" y="63"/>
                      <a:pt x="0" y="35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15" name="Freeform 503">
                <a:extLst>
                  <a:ext uri="{FF2B5EF4-FFF2-40B4-BE49-F238E27FC236}">
                    <a16:creationId xmlns:a16="http://schemas.microsoft.com/office/drawing/2014/main" id="{ADA464DE-8161-4202-8626-70A75C06B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973"/>
                <a:ext cx="352" cy="408"/>
              </a:xfrm>
              <a:custGeom>
                <a:avLst/>
                <a:gdLst>
                  <a:gd name="T0" fmla="*/ 2194 w 141"/>
                  <a:gd name="T1" fmla="*/ 2901 h 153"/>
                  <a:gd name="T2" fmla="*/ 779 w 141"/>
                  <a:gd name="T3" fmla="*/ 2253 h 153"/>
                  <a:gd name="T4" fmla="*/ 30 w 141"/>
                  <a:gd name="T5" fmla="*/ 0 h 1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153">
                    <a:moveTo>
                      <a:pt x="141" y="153"/>
                    </a:moveTo>
                    <a:cubicBezTo>
                      <a:pt x="93" y="150"/>
                      <a:pt x="61" y="133"/>
                      <a:pt x="50" y="119"/>
                    </a:cubicBezTo>
                    <a:cubicBezTo>
                      <a:pt x="35" y="104"/>
                      <a:pt x="0" y="66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16" name="Freeform 504">
                <a:extLst>
                  <a:ext uri="{FF2B5EF4-FFF2-40B4-BE49-F238E27FC236}">
                    <a16:creationId xmlns:a16="http://schemas.microsoft.com/office/drawing/2014/main" id="{56B0AD17-08D7-4B0D-A973-9588F5AFB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819"/>
                <a:ext cx="1205" cy="712"/>
              </a:xfrm>
              <a:custGeom>
                <a:avLst/>
                <a:gdLst>
                  <a:gd name="T0" fmla="*/ 125 w 482"/>
                  <a:gd name="T1" fmla="*/ 0 h 267"/>
                  <a:gd name="T2" fmla="*/ 1000 w 482"/>
                  <a:gd name="T3" fmla="*/ 3187 h 267"/>
                  <a:gd name="T4" fmla="*/ 1813 w 482"/>
                  <a:gd name="T5" fmla="*/ 3869 h 267"/>
                  <a:gd name="T6" fmla="*/ 3563 w 482"/>
                  <a:gd name="T7" fmla="*/ 4608 h 267"/>
                  <a:gd name="T8" fmla="*/ 7533 w 482"/>
                  <a:gd name="T9" fmla="*/ 3677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2" h="267">
                    <a:moveTo>
                      <a:pt x="8" y="0"/>
                    </a:moveTo>
                    <a:cubicBezTo>
                      <a:pt x="7" y="19"/>
                      <a:pt x="0" y="107"/>
                      <a:pt x="64" y="168"/>
                    </a:cubicBezTo>
                    <a:cubicBezTo>
                      <a:pt x="80" y="183"/>
                      <a:pt x="98" y="195"/>
                      <a:pt x="116" y="204"/>
                    </a:cubicBezTo>
                    <a:cubicBezTo>
                      <a:pt x="132" y="212"/>
                      <a:pt x="196" y="236"/>
                      <a:pt x="228" y="243"/>
                    </a:cubicBezTo>
                    <a:cubicBezTo>
                      <a:pt x="299" y="260"/>
                      <a:pt x="410" y="267"/>
                      <a:pt x="482" y="19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17" name="Freeform 505">
                <a:extLst>
                  <a:ext uri="{FF2B5EF4-FFF2-40B4-BE49-F238E27FC236}">
                    <a16:creationId xmlns:a16="http://schemas.microsoft.com/office/drawing/2014/main" id="{04F1A799-A18A-4616-BF06-E8560E9D6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3395"/>
                <a:ext cx="872" cy="170"/>
              </a:xfrm>
              <a:custGeom>
                <a:avLst/>
                <a:gdLst>
                  <a:gd name="T0" fmla="*/ 0 w 349"/>
                  <a:gd name="T1" fmla="*/ 579 h 64"/>
                  <a:gd name="T2" fmla="*/ 2946 w 349"/>
                  <a:gd name="T3" fmla="*/ 1086 h 64"/>
                  <a:gd name="T4" fmla="*/ 5444 w 349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9" h="64">
                    <a:moveTo>
                      <a:pt x="0" y="31"/>
                    </a:moveTo>
                    <a:cubicBezTo>
                      <a:pt x="100" y="64"/>
                      <a:pt x="189" y="58"/>
                      <a:pt x="189" y="58"/>
                    </a:cubicBezTo>
                    <a:cubicBezTo>
                      <a:pt x="287" y="56"/>
                      <a:pt x="313" y="34"/>
                      <a:pt x="349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18" name="Freeform 506">
                <a:extLst>
                  <a:ext uri="{FF2B5EF4-FFF2-40B4-BE49-F238E27FC236}">
                    <a16:creationId xmlns:a16="http://schemas.microsoft.com/office/drawing/2014/main" id="{49A35ECD-E9AC-4924-A0A9-2F2DD7865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3533"/>
                <a:ext cx="407" cy="91"/>
              </a:xfrm>
              <a:custGeom>
                <a:avLst/>
                <a:gdLst>
                  <a:gd name="T0" fmla="*/ 0 w 163"/>
                  <a:gd name="T1" fmla="*/ 444 h 34"/>
                  <a:gd name="T2" fmla="*/ 2537 w 163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3" h="34">
                    <a:moveTo>
                      <a:pt x="0" y="23"/>
                    </a:moveTo>
                    <a:cubicBezTo>
                      <a:pt x="52" y="34"/>
                      <a:pt x="129" y="17"/>
                      <a:pt x="16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19" name="Freeform 507">
                <a:extLst>
                  <a:ext uri="{FF2B5EF4-FFF2-40B4-BE49-F238E27FC236}">
                    <a16:creationId xmlns:a16="http://schemas.microsoft.com/office/drawing/2014/main" id="{C64BF7B7-45CB-47B1-BBB1-7B740725E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451"/>
                <a:ext cx="460" cy="170"/>
              </a:xfrm>
              <a:custGeom>
                <a:avLst/>
                <a:gdLst>
                  <a:gd name="T0" fmla="*/ 0 w 184"/>
                  <a:gd name="T1" fmla="*/ 1065 h 64"/>
                  <a:gd name="T2" fmla="*/ 2875 w 184"/>
                  <a:gd name="T3" fmla="*/ 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4" h="64">
                    <a:moveTo>
                      <a:pt x="0" y="57"/>
                    </a:moveTo>
                    <a:cubicBezTo>
                      <a:pt x="55" y="64"/>
                      <a:pt x="134" y="48"/>
                      <a:pt x="18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0" name="Freeform 508">
                <a:extLst>
                  <a:ext uri="{FF2B5EF4-FFF2-40B4-BE49-F238E27FC236}">
                    <a16:creationId xmlns:a16="http://schemas.microsoft.com/office/drawing/2014/main" id="{1D9446D8-3142-40CF-8B18-D20416088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424"/>
                <a:ext cx="398" cy="248"/>
              </a:xfrm>
              <a:custGeom>
                <a:avLst/>
                <a:gdLst>
                  <a:gd name="T0" fmla="*/ 0 w 159"/>
                  <a:gd name="T1" fmla="*/ 1685 h 93"/>
                  <a:gd name="T2" fmla="*/ 2493 w 159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9" h="93">
                    <a:moveTo>
                      <a:pt x="0" y="89"/>
                    </a:moveTo>
                    <a:cubicBezTo>
                      <a:pt x="35" y="93"/>
                      <a:pt x="121" y="74"/>
                      <a:pt x="159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1" name="Freeform 509">
                <a:extLst>
                  <a:ext uri="{FF2B5EF4-FFF2-40B4-BE49-F238E27FC236}">
                    <a16:creationId xmlns:a16="http://schemas.microsoft.com/office/drawing/2014/main" id="{BD2B99BF-3F66-4A76-B388-A40F122EE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3389"/>
                <a:ext cx="265" cy="62"/>
              </a:xfrm>
              <a:custGeom>
                <a:avLst/>
                <a:gdLst>
                  <a:gd name="T0" fmla="*/ 0 w 106"/>
                  <a:gd name="T1" fmla="*/ 0 h 23"/>
                  <a:gd name="T2" fmla="*/ 1658 w 106"/>
                  <a:gd name="T3" fmla="*/ 33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6" h="23">
                    <a:moveTo>
                      <a:pt x="0" y="0"/>
                    </a:moveTo>
                    <a:cubicBezTo>
                      <a:pt x="12" y="13"/>
                      <a:pt x="58" y="23"/>
                      <a:pt x="106" y="1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2" name="Freeform 510">
                <a:extLst>
                  <a:ext uri="{FF2B5EF4-FFF2-40B4-BE49-F238E27FC236}">
                    <a16:creationId xmlns:a16="http://schemas.microsoft.com/office/drawing/2014/main" id="{0D5DD78C-997B-4ACC-93E5-05FE55EA6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435"/>
                <a:ext cx="453" cy="98"/>
              </a:xfrm>
              <a:custGeom>
                <a:avLst/>
                <a:gdLst>
                  <a:gd name="T0" fmla="*/ 0 w 181"/>
                  <a:gd name="T1" fmla="*/ 0 h 37"/>
                  <a:gd name="T2" fmla="*/ 2838 w 181"/>
                  <a:gd name="T3" fmla="*/ 42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1" h="37">
                    <a:moveTo>
                      <a:pt x="0" y="0"/>
                    </a:moveTo>
                    <a:cubicBezTo>
                      <a:pt x="24" y="15"/>
                      <a:pt x="123" y="37"/>
                      <a:pt x="181" y="2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3" name="Freeform 511">
                <a:extLst>
                  <a:ext uri="{FF2B5EF4-FFF2-40B4-BE49-F238E27FC236}">
                    <a16:creationId xmlns:a16="http://schemas.microsoft.com/office/drawing/2014/main" id="{77D17813-D56F-4D7A-9927-BBC2D33B0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680"/>
                <a:ext cx="77" cy="464"/>
              </a:xfrm>
              <a:custGeom>
                <a:avLst/>
                <a:gdLst>
                  <a:gd name="T0" fmla="*/ 432 w 31"/>
                  <a:gd name="T1" fmla="*/ 0 h 174"/>
                  <a:gd name="T2" fmla="*/ 474 w 31"/>
                  <a:gd name="T3" fmla="*/ 3299 h 1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4">
                    <a:moveTo>
                      <a:pt x="28" y="0"/>
                    </a:moveTo>
                    <a:cubicBezTo>
                      <a:pt x="21" y="13"/>
                      <a:pt x="0" y="109"/>
                      <a:pt x="31" y="17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4" name="Freeform 512">
                <a:extLst>
                  <a:ext uri="{FF2B5EF4-FFF2-40B4-BE49-F238E27FC236}">
                    <a16:creationId xmlns:a16="http://schemas.microsoft.com/office/drawing/2014/main" id="{067A0C7F-2DA6-4C3F-9A18-31B71DF1B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821"/>
                <a:ext cx="108" cy="67"/>
              </a:xfrm>
              <a:custGeom>
                <a:avLst/>
                <a:gdLst>
                  <a:gd name="T0" fmla="*/ 0 w 43"/>
                  <a:gd name="T1" fmla="*/ 35 h 25"/>
                  <a:gd name="T2" fmla="*/ 681 w 43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5">
                    <a:moveTo>
                      <a:pt x="0" y="2"/>
                    </a:moveTo>
                    <a:cubicBezTo>
                      <a:pt x="19" y="0"/>
                      <a:pt x="33" y="11"/>
                      <a:pt x="43" y="2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5" name="Freeform 513">
                <a:extLst>
                  <a:ext uri="{FF2B5EF4-FFF2-40B4-BE49-F238E27FC236}">
                    <a16:creationId xmlns:a16="http://schemas.microsoft.com/office/drawing/2014/main" id="{0A7723E4-3187-48DC-AAB9-A8FBD0C2C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837"/>
                <a:ext cx="178" cy="136"/>
              </a:xfrm>
              <a:custGeom>
                <a:avLst/>
                <a:gdLst>
                  <a:gd name="T0" fmla="*/ 0 w 71"/>
                  <a:gd name="T1" fmla="*/ 35 h 51"/>
                  <a:gd name="T2" fmla="*/ 1118 w 71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51">
                    <a:moveTo>
                      <a:pt x="0" y="2"/>
                    </a:moveTo>
                    <a:cubicBezTo>
                      <a:pt x="23" y="0"/>
                      <a:pt x="69" y="17"/>
                      <a:pt x="71" y="5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6" name="Freeform 514">
                <a:extLst>
                  <a:ext uri="{FF2B5EF4-FFF2-40B4-BE49-F238E27FC236}">
                    <a16:creationId xmlns:a16="http://schemas.microsoft.com/office/drawing/2014/main" id="{57372DE3-7619-43A3-9606-7DDBB8D4A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851"/>
                <a:ext cx="262" cy="186"/>
              </a:xfrm>
              <a:custGeom>
                <a:avLst/>
                <a:gdLst>
                  <a:gd name="T0" fmla="*/ 0 w 105"/>
                  <a:gd name="T1" fmla="*/ 56 h 70"/>
                  <a:gd name="T2" fmla="*/ 1537 w 105"/>
                  <a:gd name="T3" fmla="*/ 131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5" h="70">
                    <a:moveTo>
                      <a:pt x="0" y="3"/>
                    </a:moveTo>
                    <a:cubicBezTo>
                      <a:pt x="20" y="0"/>
                      <a:pt x="105" y="19"/>
                      <a:pt x="99" y="7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7" name="Freeform 515">
                <a:extLst>
                  <a:ext uri="{FF2B5EF4-FFF2-40B4-BE49-F238E27FC236}">
                    <a16:creationId xmlns:a16="http://schemas.microsoft.com/office/drawing/2014/main" id="{0540DFF0-7422-41D4-B0D5-F106055B3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885"/>
                <a:ext cx="127" cy="214"/>
              </a:xfrm>
              <a:custGeom>
                <a:avLst/>
                <a:gdLst>
                  <a:gd name="T0" fmla="*/ 0 w 51"/>
                  <a:gd name="T1" fmla="*/ 0 h 80"/>
                  <a:gd name="T2" fmla="*/ 496 w 51"/>
                  <a:gd name="T3" fmla="*/ 153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80">
                    <a:moveTo>
                      <a:pt x="0" y="0"/>
                    </a:moveTo>
                    <a:cubicBezTo>
                      <a:pt x="16" y="9"/>
                      <a:pt x="51" y="43"/>
                      <a:pt x="32" y="8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8" name="Freeform 516">
                <a:extLst>
                  <a:ext uri="{FF2B5EF4-FFF2-40B4-BE49-F238E27FC236}">
                    <a16:creationId xmlns:a16="http://schemas.microsoft.com/office/drawing/2014/main" id="{A24AE0B3-6F08-4232-AED9-6AADE56DD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851"/>
                <a:ext cx="47" cy="53"/>
              </a:xfrm>
              <a:custGeom>
                <a:avLst/>
                <a:gdLst>
                  <a:gd name="T0" fmla="*/ 287 w 19"/>
                  <a:gd name="T1" fmla="*/ 0 h 20"/>
                  <a:gd name="T2" fmla="*/ 0 w 19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0">
                    <a:moveTo>
                      <a:pt x="19" y="0"/>
                    </a:moveTo>
                    <a:cubicBezTo>
                      <a:pt x="4" y="10"/>
                      <a:pt x="3" y="13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29" name="Freeform 517">
                <a:extLst>
                  <a:ext uri="{FF2B5EF4-FFF2-40B4-BE49-F238E27FC236}">
                    <a16:creationId xmlns:a16="http://schemas.microsoft.com/office/drawing/2014/main" id="{55962087-E0CE-4A77-956C-F6BA50142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861"/>
                <a:ext cx="102" cy="115"/>
              </a:xfrm>
              <a:custGeom>
                <a:avLst/>
                <a:gdLst>
                  <a:gd name="T0" fmla="*/ 632 w 41"/>
                  <a:gd name="T1" fmla="*/ 0 h 43"/>
                  <a:gd name="T2" fmla="*/ 42 w 41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3">
                    <a:moveTo>
                      <a:pt x="41" y="0"/>
                    </a:moveTo>
                    <a:cubicBezTo>
                      <a:pt x="27" y="0"/>
                      <a:pt x="0" y="18"/>
                      <a:pt x="3" y="4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30" name="Freeform 518">
                <a:extLst>
                  <a:ext uri="{FF2B5EF4-FFF2-40B4-BE49-F238E27FC236}">
                    <a16:creationId xmlns:a16="http://schemas.microsoft.com/office/drawing/2014/main" id="{15245489-B99F-47CB-981F-67490FEF6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875"/>
                <a:ext cx="50" cy="168"/>
              </a:xfrm>
              <a:custGeom>
                <a:avLst/>
                <a:gdLst>
                  <a:gd name="T0" fmla="*/ 220 w 20"/>
                  <a:gd name="T1" fmla="*/ 0 h 63"/>
                  <a:gd name="T2" fmla="*/ 313 w 20"/>
                  <a:gd name="T3" fmla="*/ 1195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3">
                    <a:moveTo>
                      <a:pt x="14" y="0"/>
                    </a:moveTo>
                    <a:cubicBezTo>
                      <a:pt x="1" y="10"/>
                      <a:pt x="0" y="43"/>
                      <a:pt x="20" y="6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31" name="Freeform 519">
                <a:extLst>
                  <a:ext uri="{FF2B5EF4-FFF2-40B4-BE49-F238E27FC236}">
                    <a16:creationId xmlns:a16="http://schemas.microsoft.com/office/drawing/2014/main" id="{95DC9221-338C-4649-978B-C21F76A4D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864"/>
                <a:ext cx="75" cy="189"/>
              </a:xfrm>
              <a:custGeom>
                <a:avLst/>
                <a:gdLst>
                  <a:gd name="T0" fmla="*/ 425 w 30"/>
                  <a:gd name="T1" fmla="*/ 0 h 71"/>
                  <a:gd name="T2" fmla="*/ 470 w 30"/>
                  <a:gd name="T3" fmla="*/ 1339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1">
                    <a:moveTo>
                      <a:pt x="27" y="0"/>
                    </a:moveTo>
                    <a:cubicBezTo>
                      <a:pt x="16" y="8"/>
                      <a:pt x="0" y="27"/>
                      <a:pt x="30" y="7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32" name="Freeform 520">
                <a:extLst>
                  <a:ext uri="{FF2B5EF4-FFF2-40B4-BE49-F238E27FC236}">
                    <a16:creationId xmlns:a16="http://schemas.microsoft.com/office/drawing/2014/main" id="{C36098BB-A95D-4EFA-9C94-38669F821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872"/>
                <a:ext cx="80" cy="83"/>
              </a:xfrm>
              <a:custGeom>
                <a:avLst/>
                <a:gdLst>
                  <a:gd name="T0" fmla="*/ 500 w 32"/>
                  <a:gd name="T1" fmla="*/ 0 h 31"/>
                  <a:gd name="T2" fmla="*/ 20 w 32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31">
                    <a:moveTo>
                      <a:pt x="32" y="0"/>
                    </a:moveTo>
                    <a:cubicBezTo>
                      <a:pt x="20" y="0"/>
                      <a:pt x="0" y="18"/>
                      <a:pt x="1" y="3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33" name="Freeform 521">
                <a:extLst>
                  <a:ext uri="{FF2B5EF4-FFF2-40B4-BE49-F238E27FC236}">
                    <a16:creationId xmlns:a16="http://schemas.microsoft.com/office/drawing/2014/main" id="{5EFEEAE2-65A3-4695-8A15-C9A58F1D3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888"/>
                <a:ext cx="85" cy="189"/>
              </a:xfrm>
              <a:custGeom>
                <a:avLst/>
                <a:gdLst>
                  <a:gd name="T0" fmla="*/ 533 w 34"/>
                  <a:gd name="T1" fmla="*/ 0 h 71"/>
                  <a:gd name="T2" fmla="*/ 313 w 34"/>
                  <a:gd name="T3" fmla="*/ 1339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71">
                    <a:moveTo>
                      <a:pt x="34" y="0"/>
                    </a:moveTo>
                    <a:cubicBezTo>
                      <a:pt x="18" y="8"/>
                      <a:pt x="0" y="40"/>
                      <a:pt x="20" y="7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34" name="Freeform 522">
                <a:extLst>
                  <a:ext uri="{FF2B5EF4-FFF2-40B4-BE49-F238E27FC236}">
                    <a16:creationId xmlns:a16="http://schemas.microsoft.com/office/drawing/2014/main" id="{E53079C0-005C-45A3-86E7-56C99EC6A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909"/>
                <a:ext cx="52" cy="192"/>
              </a:xfrm>
              <a:custGeom>
                <a:avLst/>
                <a:gdLst>
                  <a:gd name="T0" fmla="*/ 124 w 21"/>
                  <a:gd name="T1" fmla="*/ 0 h 72"/>
                  <a:gd name="T2" fmla="*/ 134 w 21"/>
                  <a:gd name="T3" fmla="*/ 136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2">
                    <a:moveTo>
                      <a:pt x="8" y="0"/>
                    </a:moveTo>
                    <a:cubicBezTo>
                      <a:pt x="0" y="13"/>
                      <a:pt x="21" y="33"/>
                      <a:pt x="9" y="7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35" name="Freeform 523">
                <a:extLst>
                  <a:ext uri="{FF2B5EF4-FFF2-40B4-BE49-F238E27FC236}">
                    <a16:creationId xmlns:a16="http://schemas.microsoft.com/office/drawing/2014/main" id="{193BBF79-C7FD-4082-841F-52DA6E1C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755"/>
                <a:ext cx="125" cy="237"/>
              </a:xfrm>
              <a:custGeom>
                <a:avLst/>
                <a:gdLst>
                  <a:gd name="T0" fmla="*/ 783 w 50"/>
                  <a:gd name="T1" fmla="*/ 0 h 89"/>
                  <a:gd name="T2" fmla="*/ 113 w 50"/>
                  <a:gd name="T3" fmla="*/ 1680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89">
                    <a:moveTo>
                      <a:pt x="50" y="0"/>
                    </a:moveTo>
                    <a:cubicBezTo>
                      <a:pt x="30" y="12"/>
                      <a:pt x="0" y="38"/>
                      <a:pt x="7" y="8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36" name="Freeform 524">
                <a:extLst>
                  <a:ext uri="{FF2B5EF4-FFF2-40B4-BE49-F238E27FC236}">
                    <a16:creationId xmlns:a16="http://schemas.microsoft.com/office/drawing/2014/main" id="{F0EDD9B3-F1D5-48D6-B78C-22AF24F29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779"/>
                <a:ext cx="213" cy="405"/>
              </a:xfrm>
              <a:custGeom>
                <a:avLst/>
                <a:gdLst>
                  <a:gd name="T0" fmla="*/ 1338 w 85"/>
                  <a:gd name="T1" fmla="*/ 0 h 152"/>
                  <a:gd name="T2" fmla="*/ 742 w 85"/>
                  <a:gd name="T3" fmla="*/ 2875 h 1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152">
                    <a:moveTo>
                      <a:pt x="85" y="0"/>
                    </a:moveTo>
                    <a:cubicBezTo>
                      <a:pt x="59" y="10"/>
                      <a:pt x="0" y="79"/>
                      <a:pt x="47" y="15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37" name="Freeform 525">
                <a:extLst>
                  <a:ext uri="{FF2B5EF4-FFF2-40B4-BE49-F238E27FC236}">
                    <a16:creationId xmlns:a16="http://schemas.microsoft.com/office/drawing/2014/main" id="{323CB148-B80E-4234-9142-6DB0CCEEA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789"/>
                <a:ext cx="148" cy="472"/>
              </a:xfrm>
              <a:custGeom>
                <a:avLst/>
                <a:gdLst>
                  <a:gd name="T0" fmla="*/ 931 w 59"/>
                  <a:gd name="T1" fmla="*/ 0 h 177"/>
                  <a:gd name="T2" fmla="*/ 145 w 59"/>
                  <a:gd name="T3" fmla="*/ 1613 h 177"/>
                  <a:gd name="T4" fmla="*/ 554 w 59"/>
                  <a:gd name="T5" fmla="*/ 3357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77">
                    <a:moveTo>
                      <a:pt x="59" y="0"/>
                    </a:moveTo>
                    <a:cubicBezTo>
                      <a:pt x="35" y="7"/>
                      <a:pt x="18" y="34"/>
                      <a:pt x="9" y="85"/>
                    </a:cubicBezTo>
                    <a:cubicBezTo>
                      <a:pt x="0" y="135"/>
                      <a:pt x="4" y="155"/>
                      <a:pt x="35" y="17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38" name="Freeform 526">
                <a:extLst>
                  <a:ext uri="{FF2B5EF4-FFF2-40B4-BE49-F238E27FC236}">
                    <a16:creationId xmlns:a16="http://schemas.microsoft.com/office/drawing/2014/main" id="{8CDB91ED-DDAA-4BD2-9969-FCA1FB938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699"/>
                <a:ext cx="378" cy="610"/>
              </a:xfrm>
              <a:custGeom>
                <a:avLst/>
                <a:gdLst>
                  <a:gd name="T0" fmla="*/ 345 w 151"/>
                  <a:gd name="T1" fmla="*/ 0 h 229"/>
                  <a:gd name="T2" fmla="*/ 408 w 151"/>
                  <a:gd name="T3" fmla="*/ 3023 h 229"/>
                  <a:gd name="T4" fmla="*/ 2368 w 151"/>
                  <a:gd name="T5" fmla="*/ 4329 h 2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229">
                    <a:moveTo>
                      <a:pt x="22" y="0"/>
                    </a:moveTo>
                    <a:cubicBezTo>
                      <a:pt x="0" y="40"/>
                      <a:pt x="3" y="116"/>
                      <a:pt x="26" y="160"/>
                    </a:cubicBezTo>
                    <a:cubicBezTo>
                      <a:pt x="48" y="205"/>
                      <a:pt x="98" y="226"/>
                      <a:pt x="151" y="22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39" name="Freeform 527">
                <a:extLst>
                  <a:ext uri="{FF2B5EF4-FFF2-40B4-BE49-F238E27FC236}">
                    <a16:creationId xmlns:a16="http://schemas.microsoft.com/office/drawing/2014/main" id="{8C1F03DF-2EB4-4B1E-AFAA-66781A06C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789"/>
                <a:ext cx="158" cy="504"/>
              </a:xfrm>
              <a:custGeom>
                <a:avLst/>
                <a:gdLst>
                  <a:gd name="T0" fmla="*/ 993 w 63"/>
                  <a:gd name="T1" fmla="*/ 21 h 189"/>
                  <a:gd name="T2" fmla="*/ 113 w 63"/>
                  <a:gd name="T3" fmla="*/ 1480 h 189"/>
                  <a:gd name="T4" fmla="*/ 584 w 63"/>
                  <a:gd name="T5" fmla="*/ 3584 h 1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89">
                    <a:moveTo>
                      <a:pt x="63" y="1"/>
                    </a:moveTo>
                    <a:cubicBezTo>
                      <a:pt x="40" y="0"/>
                      <a:pt x="13" y="45"/>
                      <a:pt x="7" y="78"/>
                    </a:cubicBezTo>
                    <a:cubicBezTo>
                      <a:pt x="0" y="112"/>
                      <a:pt x="12" y="175"/>
                      <a:pt x="37" y="18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40" name="Freeform 528">
                <a:extLst>
                  <a:ext uri="{FF2B5EF4-FFF2-40B4-BE49-F238E27FC236}">
                    <a16:creationId xmlns:a16="http://schemas.microsoft.com/office/drawing/2014/main" id="{FC54E52D-9EAB-48AC-B63E-8DCCB9CB3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821"/>
                <a:ext cx="205" cy="224"/>
              </a:xfrm>
              <a:custGeom>
                <a:avLst/>
                <a:gdLst>
                  <a:gd name="T0" fmla="*/ 1283 w 82"/>
                  <a:gd name="T1" fmla="*/ 0 h 84"/>
                  <a:gd name="T2" fmla="*/ 0 w 82"/>
                  <a:gd name="T3" fmla="*/ 1592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84">
                    <a:moveTo>
                      <a:pt x="82" y="0"/>
                    </a:moveTo>
                    <a:cubicBezTo>
                      <a:pt x="62" y="1"/>
                      <a:pt x="4" y="27"/>
                      <a:pt x="0" y="8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41" name="Freeform 529">
                <a:extLst>
                  <a:ext uri="{FF2B5EF4-FFF2-40B4-BE49-F238E27FC236}">
                    <a16:creationId xmlns:a16="http://schemas.microsoft.com/office/drawing/2014/main" id="{7E6F8736-6A1A-412A-8D43-08F8BA640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995"/>
                <a:ext cx="245" cy="136"/>
              </a:xfrm>
              <a:custGeom>
                <a:avLst/>
                <a:gdLst>
                  <a:gd name="T0" fmla="*/ 0 w 98"/>
                  <a:gd name="T1" fmla="*/ 0 h 51"/>
                  <a:gd name="T2" fmla="*/ 300 w 98"/>
                  <a:gd name="T3" fmla="*/ 320 h 51"/>
                  <a:gd name="T4" fmla="*/ 533 w 98"/>
                  <a:gd name="T5" fmla="*/ 435 h 51"/>
                  <a:gd name="T6" fmla="*/ 738 w 98"/>
                  <a:gd name="T7" fmla="*/ 435 h 51"/>
                  <a:gd name="T8" fmla="*/ 938 w 98"/>
                  <a:gd name="T9" fmla="*/ 568 h 51"/>
                  <a:gd name="T10" fmla="*/ 1125 w 98"/>
                  <a:gd name="T11" fmla="*/ 739 h 51"/>
                  <a:gd name="T12" fmla="*/ 1270 w 98"/>
                  <a:gd name="T13" fmla="*/ 776 h 51"/>
                  <a:gd name="T14" fmla="*/ 1533 w 98"/>
                  <a:gd name="T15" fmla="*/ 853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51">
                    <a:moveTo>
                      <a:pt x="0" y="0"/>
                    </a:moveTo>
                    <a:cubicBezTo>
                      <a:pt x="4" y="7"/>
                      <a:pt x="8" y="14"/>
                      <a:pt x="19" y="17"/>
                    </a:cubicBezTo>
                    <a:cubicBezTo>
                      <a:pt x="24" y="18"/>
                      <a:pt x="29" y="21"/>
                      <a:pt x="34" y="23"/>
                    </a:cubicBezTo>
                    <a:cubicBezTo>
                      <a:pt x="38" y="25"/>
                      <a:pt x="45" y="23"/>
                      <a:pt x="47" y="23"/>
                    </a:cubicBezTo>
                    <a:cubicBezTo>
                      <a:pt x="48" y="24"/>
                      <a:pt x="53" y="32"/>
                      <a:pt x="60" y="30"/>
                    </a:cubicBezTo>
                    <a:cubicBezTo>
                      <a:pt x="60" y="34"/>
                      <a:pt x="68" y="37"/>
                      <a:pt x="72" y="39"/>
                    </a:cubicBezTo>
                    <a:cubicBezTo>
                      <a:pt x="76" y="41"/>
                      <a:pt x="80" y="40"/>
                      <a:pt x="81" y="41"/>
                    </a:cubicBezTo>
                    <a:cubicBezTo>
                      <a:pt x="87" y="43"/>
                      <a:pt x="89" y="51"/>
                      <a:pt x="98" y="4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42" name="Freeform 530">
                <a:extLst>
                  <a:ext uri="{FF2B5EF4-FFF2-40B4-BE49-F238E27FC236}">
                    <a16:creationId xmlns:a16="http://schemas.microsoft.com/office/drawing/2014/main" id="{B432D865-D09A-4C90-8D9F-2DDD06043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832"/>
                <a:ext cx="105" cy="163"/>
              </a:xfrm>
              <a:custGeom>
                <a:avLst/>
                <a:gdLst>
                  <a:gd name="T0" fmla="*/ 63 w 42"/>
                  <a:gd name="T1" fmla="*/ 0 h 61"/>
                  <a:gd name="T2" fmla="*/ 363 w 42"/>
                  <a:gd name="T3" fmla="*/ 492 h 61"/>
                  <a:gd name="T4" fmla="*/ 550 w 42"/>
                  <a:gd name="T5" fmla="*/ 991 h 61"/>
                  <a:gd name="T6" fmla="*/ 658 w 42"/>
                  <a:gd name="T7" fmla="*/ 1165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61">
                    <a:moveTo>
                      <a:pt x="4" y="0"/>
                    </a:moveTo>
                    <a:cubicBezTo>
                      <a:pt x="0" y="14"/>
                      <a:pt x="6" y="27"/>
                      <a:pt x="23" y="26"/>
                    </a:cubicBezTo>
                    <a:cubicBezTo>
                      <a:pt x="24" y="38"/>
                      <a:pt x="27" y="44"/>
                      <a:pt x="35" y="52"/>
                    </a:cubicBezTo>
                    <a:cubicBezTo>
                      <a:pt x="38" y="55"/>
                      <a:pt x="40" y="58"/>
                      <a:pt x="42" y="6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43" name="Freeform 531">
                <a:extLst>
                  <a:ext uri="{FF2B5EF4-FFF2-40B4-BE49-F238E27FC236}">
                    <a16:creationId xmlns:a16="http://schemas.microsoft.com/office/drawing/2014/main" id="{E171CD58-BD7B-4ED8-8770-DFA634A47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835"/>
                <a:ext cx="165" cy="160"/>
              </a:xfrm>
              <a:custGeom>
                <a:avLst/>
                <a:gdLst>
                  <a:gd name="T0" fmla="*/ 83 w 66"/>
                  <a:gd name="T1" fmla="*/ 0 h 60"/>
                  <a:gd name="T2" fmla="*/ 1033 w 66"/>
                  <a:gd name="T3" fmla="*/ 1139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60">
                    <a:moveTo>
                      <a:pt x="5" y="0"/>
                    </a:moveTo>
                    <a:cubicBezTo>
                      <a:pt x="0" y="13"/>
                      <a:pt x="2" y="39"/>
                      <a:pt x="66" y="6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44" name="Freeform 532">
                <a:extLst>
                  <a:ext uri="{FF2B5EF4-FFF2-40B4-BE49-F238E27FC236}">
                    <a16:creationId xmlns:a16="http://schemas.microsoft.com/office/drawing/2014/main" id="{79C28E9A-1E25-4FCF-90A4-F3F0FC289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827"/>
                <a:ext cx="175" cy="493"/>
              </a:xfrm>
              <a:custGeom>
                <a:avLst/>
                <a:gdLst>
                  <a:gd name="T0" fmla="*/ 1095 w 70"/>
                  <a:gd name="T1" fmla="*/ 0 h 185"/>
                  <a:gd name="T2" fmla="*/ 208 w 70"/>
                  <a:gd name="T3" fmla="*/ 1194 h 185"/>
                  <a:gd name="T4" fmla="*/ 708 w 70"/>
                  <a:gd name="T5" fmla="*/ 3502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85">
                    <a:moveTo>
                      <a:pt x="70" y="0"/>
                    </a:moveTo>
                    <a:cubicBezTo>
                      <a:pt x="57" y="9"/>
                      <a:pt x="26" y="34"/>
                      <a:pt x="13" y="63"/>
                    </a:cubicBezTo>
                    <a:cubicBezTo>
                      <a:pt x="0" y="91"/>
                      <a:pt x="6" y="159"/>
                      <a:pt x="45" y="18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45" name="Freeform 533">
                <a:extLst>
                  <a:ext uri="{FF2B5EF4-FFF2-40B4-BE49-F238E27FC236}">
                    <a16:creationId xmlns:a16="http://schemas.microsoft.com/office/drawing/2014/main" id="{E51810EA-65E6-47C9-9D0D-E41F90B31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843"/>
                <a:ext cx="162" cy="506"/>
              </a:xfrm>
              <a:custGeom>
                <a:avLst/>
                <a:gdLst>
                  <a:gd name="T0" fmla="*/ 837 w 65"/>
                  <a:gd name="T1" fmla="*/ 0 h 190"/>
                  <a:gd name="T2" fmla="*/ 75 w 65"/>
                  <a:gd name="T3" fmla="*/ 1419 h 190"/>
                  <a:gd name="T4" fmla="*/ 1007 w 65"/>
                  <a:gd name="T5" fmla="*/ 359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190">
                    <a:moveTo>
                      <a:pt x="54" y="0"/>
                    </a:moveTo>
                    <a:cubicBezTo>
                      <a:pt x="43" y="12"/>
                      <a:pt x="10" y="35"/>
                      <a:pt x="5" y="75"/>
                    </a:cubicBezTo>
                    <a:cubicBezTo>
                      <a:pt x="0" y="116"/>
                      <a:pt x="14" y="183"/>
                      <a:pt x="65" y="19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46" name="Freeform 534">
                <a:extLst>
                  <a:ext uri="{FF2B5EF4-FFF2-40B4-BE49-F238E27FC236}">
                    <a16:creationId xmlns:a16="http://schemas.microsoft.com/office/drawing/2014/main" id="{8C97A64D-4118-4049-8A36-A722E615B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917"/>
                <a:ext cx="220" cy="443"/>
              </a:xfrm>
              <a:custGeom>
                <a:avLst/>
                <a:gdLst>
                  <a:gd name="T0" fmla="*/ 645 w 88"/>
                  <a:gd name="T1" fmla="*/ 0 h 166"/>
                  <a:gd name="T2" fmla="*/ 1375 w 88"/>
                  <a:gd name="T3" fmla="*/ 3154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166">
                    <a:moveTo>
                      <a:pt x="41" y="0"/>
                    </a:moveTo>
                    <a:cubicBezTo>
                      <a:pt x="24" y="5"/>
                      <a:pt x="0" y="146"/>
                      <a:pt x="88" y="16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47" name="Freeform 535">
                <a:extLst>
                  <a:ext uri="{FF2B5EF4-FFF2-40B4-BE49-F238E27FC236}">
                    <a16:creationId xmlns:a16="http://schemas.microsoft.com/office/drawing/2014/main" id="{4B59B00C-AB2E-4EA6-8E6F-7F4C43FBE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968"/>
                <a:ext cx="180" cy="405"/>
              </a:xfrm>
              <a:custGeom>
                <a:avLst/>
                <a:gdLst>
                  <a:gd name="T0" fmla="*/ 300 w 72"/>
                  <a:gd name="T1" fmla="*/ 0 h 152"/>
                  <a:gd name="T2" fmla="*/ 1125 w 72"/>
                  <a:gd name="T3" fmla="*/ 2739 h 1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52">
                    <a:moveTo>
                      <a:pt x="19" y="0"/>
                    </a:moveTo>
                    <a:cubicBezTo>
                      <a:pt x="0" y="9"/>
                      <a:pt x="7" y="152"/>
                      <a:pt x="72" y="14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48" name="Freeform 536">
                <a:extLst>
                  <a:ext uri="{FF2B5EF4-FFF2-40B4-BE49-F238E27FC236}">
                    <a16:creationId xmlns:a16="http://schemas.microsoft.com/office/drawing/2014/main" id="{0AE01CF5-2D22-4170-80EC-765E9113A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3011"/>
                <a:ext cx="120" cy="272"/>
              </a:xfrm>
              <a:custGeom>
                <a:avLst/>
                <a:gdLst>
                  <a:gd name="T0" fmla="*/ 750 w 48"/>
                  <a:gd name="T1" fmla="*/ 0 h 102"/>
                  <a:gd name="T2" fmla="*/ 333 w 48"/>
                  <a:gd name="T3" fmla="*/ 1933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02">
                    <a:moveTo>
                      <a:pt x="48" y="0"/>
                    </a:moveTo>
                    <a:cubicBezTo>
                      <a:pt x="32" y="15"/>
                      <a:pt x="0" y="62"/>
                      <a:pt x="21" y="10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49" name="Freeform 537">
                <a:extLst>
                  <a:ext uri="{FF2B5EF4-FFF2-40B4-BE49-F238E27FC236}">
                    <a16:creationId xmlns:a16="http://schemas.microsoft.com/office/drawing/2014/main" id="{AF297ECD-27D4-44E4-B157-8A4A2581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3048"/>
                <a:ext cx="125" cy="315"/>
              </a:xfrm>
              <a:custGeom>
                <a:avLst/>
                <a:gdLst>
                  <a:gd name="T0" fmla="*/ 625 w 50"/>
                  <a:gd name="T1" fmla="*/ 0 h 118"/>
                  <a:gd name="T2" fmla="*/ 783 w 50"/>
                  <a:gd name="T3" fmla="*/ 2130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18">
                    <a:moveTo>
                      <a:pt x="40" y="0"/>
                    </a:moveTo>
                    <a:cubicBezTo>
                      <a:pt x="17" y="16"/>
                      <a:pt x="0" y="118"/>
                      <a:pt x="50" y="1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50" name="Freeform 538">
                <a:extLst>
                  <a:ext uri="{FF2B5EF4-FFF2-40B4-BE49-F238E27FC236}">
                    <a16:creationId xmlns:a16="http://schemas.microsoft.com/office/drawing/2014/main" id="{840669FB-8CBE-40D9-998C-A43E5A26E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075"/>
                <a:ext cx="140" cy="288"/>
              </a:xfrm>
              <a:custGeom>
                <a:avLst/>
                <a:gdLst>
                  <a:gd name="T0" fmla="*/ 720 w 56"/>
                  <a:gd name="T1" fmla="*/ 0 h 108"/>
                  <a:gd name="T2" fmla="*/ 875 w 56"/>
                  <a:gd name="T3" fmla="*/ 1843 h 1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08">
                    <a:moveTo>
                      <a:pt x="46" y="0"/>
                    </a:moveTo>
                    <a:cubicBezTo>
                      <a:pt x="32" y="9"/>
                      <a:pt x="0" y="108"/>
                      <a:pt x="56" y="9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51" name="Freeform 539">
                <a:extLst>
                  <a:ext uri="{FF2B5EF4-FFF2-40B4-BE49-F238E27FC236}">
                    <a16:creationId xmlns:a16="http://schemas.microsoft.com/office/drawing/2014/main" id="{CDF575F3-30DA-48BD-8D2F-82C93FB6F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3099"/>
                <a:ext cx="115" cy="213"/>
              </a:xfrm>
              <a:custGeom>
                <a:avLst/>
                <a:gdLst>
                  <a:gd name="T0" fmla="*/ 270 w 46"/>
                  <a:gd name="T1" fmla="*/ 0 h 80"/>
                  <a:gd name="T2" fmla="*/ 720 w 46"/>
                  <a:gd name="T3" fmla="*/ 1398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80">
                    <a:moveTo>
                      <a:pt x="17" y="0"/>
                    </a:moveTo>
                    <a:cubicBezTo>
                      <a:pt x="0" y="22"/>
                      <a:pt x="3" y="80"/>
                      <a:pt x="46" y="7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52" name="Freeform 540">
                <a:extLst>
                  <a:ext uri="{FF2B5EF4-FFF2-40B4-BE49-F238E27FC236}">
                    <a16:creationId xmlns:a16="http://schemas.microsoft.com/office/drawing/2014/main" id="{78E256DF-7F13-48F4-A7A0-3A1842097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117"/>
                <a:ext cx="100" cy="136"/>
              </a:xfrm>
              <a:custGeom>
                <a:avLst/>
                <a:gdLst>
                  <a:gd name="T0" fmla="*/ 95 w 40"/>
                  <a:gd name="T1" fmla="*/ 0 h 51"/>
                  <a:gd name="T2" fmla="*/ 625 w 40"/>
                  <a:gd name="T3" fmla="*/ 931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51">
                    <a:moveTo>
                      <a:pt x="6" y="0"/>
                    </a:moveTo>
                    <a:cubicBezTo>
                      <a:pt x="0" y="26"/>
                      <a:pt x="30" y="51"/>
                      <a:pt x="40" y="4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53" name="Freeform 541">
                <a:extLst>
                  <a:ext uri="{FF2B5EF4-FFF2-40B4-BE49-F238E27FC236}">
                    <a16:creationId xmlns:a16="http://schemas.microsoft.com/office/drawing/2014/main" id="{61655EE8-23B8-4BB1-97F1-3CC43E040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819"/>
                <a:ext cx="143" cy="122"/>
              </a:xfrm>
              <a:custGeom>
                <a:avLst/>
                <a:gdLst>
                  <a:gd name="T0" fmla="*/ 901 w 57"/>
                  <a:gd name="T1" fmla="*/ 0 h 46"/>
                  <a:gd name="T2" fmla="*/ 692 w 57"/>
                  <a:gd name="T3" fmla="*/ 395 h 46"/>
                  <a:gd name="T4" fmla="*/ 314 w 57"/>
                  <a:gd name="T5" fmla="*/ 634 h 46"/>
                  <a:gd name="T6" fmla="*/ 0 w 57"/>
                  <a:gd name="T7" fmla="*/ 859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46">
                    <a:moveTo>
                      <a:pt x="57" y="0"/>
                    </a:moveTo>
                    <a:cubicBezTo>
                      <a:pt x="53" y="1"/>
                      <a:pt x="44" y="12"/>
                      <a:pt x="44" y="21"/>
                    </a:cubicBezTo>
                    <a:cubicBezTo>
                      <a:pt x="33" y="22"/>
                      <a:pt x="24" y="22"/>
                      <a:pt x="20" y="34"/>
                    </a:cubicBezTo>
                    <a:cubicBezTo>
                      <a:pt x="13" y="31"/>
                      <a:pt x="4" y="34"/>
                      <a:pt x="0" y="46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54" name="Freeform 542">
                <a:extLst>
                  <a:ext uri="{FF2B5EF4-FFF2-40B4-BE49-F238E27FC236}">
                    <a16:creationId xmlns:a16="http://schemas.microsoft.com/office/drawing/2014/main" id="{30A2F00D-CC9A-498B-82EC-4DBDC2AE8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576"/>
                <a:ext cx="25" cy="88"/>
              </a:xfrm>
              <a:custGeom>
                <a:avLst/>
                <a:gdLst>
                  <a:gd name="T0" fmla="*/ 158 w 10"/>
                  <a:gd name="T1" fmla="*/ 0 h 33"/>
                  <a:gd name="T2" fmla="*/ 125 w 10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3">
                    <a:moveTo>
                      <a:pt x="10" y="0"/>
                    </a:moveTo>
                    <a:cubicBezTo>
                      <a:pt x="4" y="9"/>
                      <a:pt x="0" y="15"/>
                      <a:pt x="8" y="3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55" name="Freeform 543">
                <a:extLst>
                  <a:ext uri="{FF2B5EF4-FFF2-40B4-BE49-F238E27FC236}">
                    <a16:creationId xmlns:a16="http://schemas.microsoft.com/office/drawing/2014/main" id="{8B996968-8B62-4985-94AD-F9845F40E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571"/>
                <a:ext cx="25" cy="112"/>
              </a:xfrm>
              <a:custGeom>
                <a:avLst/>
                <a:gdLst>
                  <a:gd name="T0" fmla="*/ 158 w 10"/>
                  <a:gd name="T1" fmla="*/ 0 h 42"/>
                  <a:gd name="T2" fmla="*/ 125 w 10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2">
                    <a:moveTo>
                      <a:pt x="10" y="0"/>
                    </a:moveTo>
                    <a:cubicBezTo>
                      <a:pt x="2" y="11"/>
                      <a:pt x="0" y="29"/>
                      <a:pt x="8" y="4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56" name="Freeform 544">
                <a:extLst>
                  <a:ext uri="{FF2B5EF4-FFF2-40B4-BE49-F238E27FC236}">
                    <a16:creationId xmlns:a16="http://schemas.microsoft.com/office/drawing/2014/main" id="{75E3F0D9-58D7-486A-9CD7-FCFF98C58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584"/>
                <a:ext cx="30" cy="133"/>
              </a:xfrm>
              <a:custGeom>
                <a:avLst/>
                <a:gdLst>
                  <a:gd name="T0" fmla="*/ 175 w 12"/>
                  <a:gd name="T1" fmla="*/ 0 h 50"/>
                  <a:gd name="T2" fmla="*/ 188 w 12"/>
                  <a:gd name="T3" fmla="*/ 942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0">
                    <a:moveTo>
                      <a:pt x="11" y="0"/>
                    </a:moveTo>
                    <a:cubicBezTo>
                      <a:pt x="4" y="6"/>
                      <a:pt x="0" y="40"/>
                      <a:pt x="12" y="5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57" name="Freeform 545">
                <a:extLst>
                  <a:ext uri="{FF2B5EF4-FFF2-40B4-BE49-F238E27FC236}">
                    <a16:creationId xmlns:a16="http://schemas.microsoft.com/office/drawing/2014/main" id="{96158A58-80A7-4873-9F91-E8761A6A9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621"/>
                <a:ext cx="37" cy="123"/>
              </a:xfrm>
              <a:custGeom>
                <a:avLst/>
                <a:gdLst>
                  <a:gd name="T0" fmla="*/ 121 w 15"/>
                  <a:gd name="T1" fmla="*/ 0 h 46"/>
                  <a:gd name="T2" fmla="*/ 224 w 15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6">
                    <a:moveTo>
                      <a:pt x="8" y="0"/>
                    </a:moveTo>
                    <a:cubicBezTo>
                      <a:pt x="1" y="8"/>
                      <a:pt x="0" y="35"/>
                      <a:pt x="15" y="4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58" name="Freeform 546">
                <a:extLst>
                  <a:ext uri="{FF2B5EF4-FFF2-40B4-BE49-F238E27FC236}">
                    <a16:creationId xmlns:a16="http://schemas.microsoft.com/office/drawing/2014/main" id="{760181FD-1A39-4471-8070-09B938060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685"/>
                <a:ext cx="23" cy="80"/>
              </a:xfrm>
              <a:custGeom>
                <a:avLst/>
                <a:gdLst>
                  <a:gd name="T0" fmla="*/ 97 w 9"/>
                  <a:gd name="T1" fmla="*/ 0 h 30"/>
                  <a:gd name="T2" fmla="*/ 151 w 9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0">
                    <a:moveTo>
                      <a:pt x="6" y="0"/>
                    </a:moveTo>
                    <a:cubicBezTo>
                      <a:pt x="4" y="11"/>
                      <a:pt x="0" y="16"/>
                      <a:pt x="9" y="3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59" name="Freeform 547">
                <a:extLst>
                  <a:ext uri="{FF2B5EF4-FFF2-40B4-BE49-F238E27FC236}">
                    <a16:creationId xmlns:a16="http://schemas.microsoft.com/office/drawing/2014/main" id="{2DDE01FA-D929-49F5-9F3E-052D6A5A2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741"/>
                <a:ext cx="23" cy="54"/>
              </a:xfrm>
              <a:custGeom>
                <a:avLst/>
                <a:gdLst>
                  <a:gd name="T0" fmla="*/ 51 w 9"/>
                  <a:gd name="T1" fmla="*/ 0 h 20"/>
                  <a:gd name="T2" fmla="*/ 151 w 9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3" y="0"/>
                    </a:moveTo>
                    <a:cubicBezTo>
                      <a:pt x="0" y="8"/>
                      <a:pt x="3" y="14"/>
                      <a:pt x="9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60" name="Freeform 548">
                <a:extLst>
                  <a:ext uri="{FF2B5EF4-FFF2-40B4-BE49-F238E27FC236}">
                    <a16:creationId xmlns:a16="http://schemas.microsoft.com/office/drawing/2014/main" id="{15383DC3-2557-4DBF-80A2-457F56CFC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787"/>
                <a:ext cx="15" cy="24"/>
              </a:xfrm>
              <a:custGeom>
                <a:avLst/>
                <a:gdLst>
                  <a:gd name="T0" fmla="*/ 20 w 6"/>
                  <a:gd name="T1" fmla="*/ 0 h 9"/>
                  <a:gd name="T2" fmla="*/ 95 w 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1" y="0"/>
                    </a:moveTo>
                    <a:cubicBezTo>
                      <a:pt x="0" y="6"/>
                      <a:pt x="6" y="9"/>
                      <a:pt x="6" y="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61" name="Freeform 549">
                <a:extLst>
                  <a:ext uri="{FF2B5EF4-FFF2-40B4-BE49-F238E27FC236}">
                    <a16:creationId xmlns:a16="http://schemas.microsoft.com/office/drawing/2014/main" id="{BBF69969-79BB-44B1-9A3C-A0742B656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768"/>
                <a:ext cx="123" cy="61"/>
              </a:xfrm>
              <a:custGeom>
                <a:avLst/>
                <a:gdLst>
                  <a:gd name="T0" fmla="*/ 0 w 49"/>
                  <a:gd name="T1" fmla="*/ 430 h 23"/>
                  <a:gd name="T2" fmla="*/ 776 w 4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3">
                    <a:moveTo>
                      <a:pt x="0" y="23"/>
                    </a:moveTo>
                    <a:cubicBezTo>
                      <a:pt x="11" y="12"/>
                      <a:pt x="23" y="0"/>
                      <a:pt x="49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62" name="Freeform 550">
                <a:extLst>
                  <a:ext uri="{FF2B5EF4-FFF2-40B4-BE49-F238E27FC236}">
                    <a16:creationId xmlns:a16="http://schemas.microsoft.com/office/drawing/2014/main" id="{9DBA7D6F-B3FC-48AA-9C8C-B30A68723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829"/>
                <a:ext cx="105" cy="51"/>
              </a:xfrm>
              <a:custGeom>
                <a:avLst/>
                <a:gdLst>
                  <a:gd name="T0" fmla="*/ 0 w 42"/>
                  <a:gd name="T1" fmla="*/ 368 h 19"/>
                  <a:gd name="T2" fmla="*/ 658 w 42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9">
                    <a:moveTo>
                      <a:pt x="0" y="19"/>
                    </a:moveTo>
                    <a:cubicBezTo>
                      <a:pt x="10" y="7"/>
                      <a:pt x="21" y="0"/>
                      <a:pt x="4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63" name="Freeform 551">
                <a:extLst>
                  <a:ext uri="{FF2B5EF4-FFF2-40B4-BE49-F238E27FC236}">
                    <a16:creationId xmlns:a16="http://schemas.microsoft.com/office/drawing/2014/main" id="{7EDE43D7-BFF6-40C4-817D-64CB18A85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888"/>
                <a:ext cx="83" cy="37"/>
              </a:xfrm>
              <a:custGeom>
                <a:avLst/>
                <a:gdLst>
                  <a:gd name="T0" fmla="*/ 0 w 33"/>
                  <a:gd name="T1" fmla="*/ 259 h 14"/>
                  <a:gd name="T2" fmla="*/ 526 w 3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4">
                    <a:moveTo>
                      <a:pt x="0" y="14"/>
                    </a:moveTo>
                    <a:cubicBezTo>
                      <a:pt x="10" y="2"/>
                      <a:pt x="16" y="0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64" name="Freeform 552">
                <a:extLst>
                  <a:ext uri="{FF2B5EF4-FFF2-40B4-BE49-F238E27FC236}">
                    <a16:creationId xmlns:a16="http://schemas.microsoft.com/office/drawing/2014/main" id="{500EB231-92F4-4585-9BCF-7EF342C81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947"/>
                <a:ext cx="85" cy="48"/>
              </a:xfrm>
              <a:custGeom>
                <a:avLst/>
                <a:gdLst>
                  <a:gd name="T0" fmla="*/ 0 w 34"/>
                  <a:gd name="T1" fmla="*/ 341 h 18"/>
                  <a:gd name="T2" fmla="*/ 533 w 3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8">
                    <a:moveTo>
                      <a:pt x="0" y="18"/>
                    </a:moveTo>
                    <a:cubicBezTo>
                      <a:pt x="9" y="5"/>
                      <a:pt x="22" y="0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65" name="Freeform 553">
                <a:extLst>
                  <a:ext uri="{FF2B5EF4-FFF2-40B4-BE49-F238E27FC236}">
                    <a16:creationId xmlns:a16="http://schemas.microsoft.com/office/drawing/2014/main" id="{40358100-50F9-4493-8140-02309D5DD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3019"/>
                <a:ext cx="93" cy="50"/>
              </a:xfrm>
              <a:custGeom>
                <a:avLst/>
                <a:gdLst>
                  <a:gd name="T0" fmla="*/ 588 w 37"/>
                  <a:gd name="T1" fmla="*/ 0 h 19"/>
                  <a:gd name="T2" fmla="*/ 83 w 37"/>
                  <a:gd name="T3" fmla="*/ 234 h 19"/>
                  <a:gd name="T4" fmla="*/ 0 w 37"/>
                  <a:gd name="T5" fmla="*/ 34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9">
                    <a:moveTo>
                      <a:pt x="37" y="0"/>
                    </a:moveTo>
                    <a:cubicBezTo>
                      <a:pt x="29" y="0"/>
                      <a:pt x="15" y="3"/>
                      <a:pt x="5" y="13"/>
                    </a:cubicBezTo>
                    <a:cubicBezTo>
                      <a:pt x="0" y="19"/>
                      <a:pt x="0" y="19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66" name="Freeform 554">
                <a:extLst>
                  <a:ext uri="{FF2B5EF4-FFF2-40B4-BE49-F238E27FC236}">
                    <a16:creationId xmlns:a16="http://schemas.microsoft.com/office/drawing/2014/main" id="{5C6AFA7C-C9E9-4A91-98FF-3C534827B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3072"/>
                <a:ext cx="73" cy="24"/>
              </a:xfrm>
              <a:custGeom>
                <a:avLst/>
                <a:gdLst>
                  <a:gd name="T0" fmla="*/ 0 w 29"/>
                  <a:gd name="T1" fmla="*/ 171 h 9"/>
                  <a:gd name="T2" fmla="*/ 463 w 2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9">
                    <a:moveTo>
                      <a:pt x="0" y="9"/>
                    </a:moveTo>
                    <a:cubicBezTo>
                      <a:pt x="10" y="2"/>
                      <a:pt x="25" y="0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67" name="Freeform 555">
                <a:extLst>
                  <a:ext uri="{FF2B5EF4-FFF2-40B4-BE49-F238E27FC236}">
                    <a16:creationId xmlns:a16="http://schemas.microsoft.com/office/drawing/2014/main" id="{CD3FD967-DA7D-45AD-92E9-30E63809F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3085"/>
                <a:ext cx="63" cy="126"/>
              </a:xfrm>
              <a:custGeom>
                <a:avLst/>
                <a:gdLst>
                  <a:gd name="T0" fmla="*/ 50 w 25"/>
                  <a:gd name="T1" fmla="*/ 0 h 47"/>
                  <a:gd name="T2" fmla="*/ 350 w 25"/>
                  <a:gd name="T3" fmla="*/ 906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7">
                    <a:moveTo>
                      <a:pt x="3" y="0"/>
                    </a:moveTo>
                    <a:cubicBezTo>
                      <a:pt x="0" y="13"/>
                      <a:pt x="25" y="20"/>
                      <a:pt x="22" y="4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68" name="Freeform 556">
                <a:extLst>
                  <a:ext uri="{FF2B5EF4-FFF2-40B4-BE49-F238E27FC236}">
                    <a16:creationId xmlns:a16="http://schemas.microsoft.com/office/drawing/2014/main" id="{F91D034F-2151-47D8-BF0E-0539EEAB8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515"/>
                <a:ext cx="88" cy="32"/>
              </a:xfrm>
              <a:custGeom>
                <a:avLst/>
                <a:gdLst>
                  <a:gd name="T0" fmla="*/ 556 w 35"/>
                  <a:gd name="T1" fmla="*/ 35 h 12"/>
                  <a:gd name="T2" fmla="*/ 0 w 35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2">
                    <a:moveTo>
                      <a:pt x="35" y="2"/>
                    </a:moveTo>
                    <a:cubicBezTo>
                      <a:pt x="20" y="0"/>
                      <a:pt x="4" y="6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69" name="Freeform 557">
                <a:extLst>
                  <a:ext uri="{FF2B5EF4-FFF2-40B4-BE49-F238E27FC236}">
                    <a16:creationId xmlns:a16="http://schemas.microsoft.com/office/drawing/2014/main" id="{1BEFF5B3-F0A8-41CF-AD31-CC9015E61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496"/>
                <a:ext cx="170" cy="40"/>
              </a:xfrm>
              <a:custGeom>
                <a:avLst/>
                <a:gdLst>
                  <a:gd name="T0" fmla="*/ 0 w 68"/>
                  <a:gd name="T1" fmla="*/ 171 h 15"/>
                  <a:gd name="T2" fmla="*/ 645 w 68"/>
                  <a:gd name="T3" fmla="*/ 227 h 15"/>
                  <a:gd name="T4" fmla="*/ 938 w 68"/>
                  <a:gd name="T5" fmla="*/ 56 h 15"/>
                  <a:gd name="T6" fmla="*/ 1050 w 68"/>
                  <a:gd name="T7" fmla="*/ 22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5">
                    <a:moveTo>
                      <a:pt x="0" y="9"/>
                    </a:moveTo>
                    <a:cubicBezTo>
                      <a:pt x="9" y="12"/>
                      <a:pt x="27" y="15"/>
                      <a:pt x="41" y="12"/>
                    </a:cubicBezTo>
                    <a:cubicBezTo>
                      <a:pt x="50" y="11"/>
                      <a:pt x="57" y="5"/>
                      <a:pt x="60" y="3"/>
                    </a:cubicBezTo>
                    <a:cubicBezTo>
                      <a:pt x="68" y="0"/>
                      <a:pt x="67" y="12"/>
                      <a:pt x="67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70" name="Freeform 558">
                <a:extLst>
                  <a:ext uri="{FF2B5EF4-FFF2-40B4-BE49-F238E27FC236}">
                    <a16:creationId xmlns:a16="http://schemas.microsoft.com/office/drawing/2014/main" id="{8C613DE7-3756-4E0F-BFB0-BE2D3D1D1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3160"/>
                <a:ext cx="68" cy="11"/>
              </a:xfrm>
              <a:custGeom>
                <a:avLst/>
                <a:gdLst>
                  <a:gd name="T0" fmla="*/ 0 w 27"/>
                  <a:gd name="T1" fmla="*/ 83 h 4"/>
                  <a:gd name="T2" fmla="*/ 431 w 2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4"/>
                    </a:moveTo>
                    <a:cubicBezTo>
                      <a:pt x="11" y="0"/>
                      <a:pt x="27" y="0"/>
                      <a:pt x="2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71" name="Freeform 559">
                <a:extLst>
                  <a:ext uri="{FF2B5EF4-FFF2-40B4-BE49-F238E27FC236}">
                    <a16:creationId xmlns:a16="http://schemas.microsoft.com/office/drawing/2014/main" id="{B85E5E73-7743-4378-8A36-FC991C8A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3213"/>
                <a:ext cx="78" cy="8"/>
              </a:xfrm>
              <a:custGeom>
                <a:avLst/>
                <a:gdLst>
                  <a:gd name="T0" fmla="*/ 0 w 31"/>
                  <a:gd name="T1" fmla="*/ 56 h 3"/>
                  <a:gd name="T2" fmla="*/ 493 w 3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">
                    <a:moveTo>
                      <a:pt x="0" y="3"/>
                    </a:moveTo>
                    <a:cubicBezTo>
                      <a:pt x="9" y="1"/>
                      <a:pt x="31" y="0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72" name="Freeform 560">
                <a:extLst>
                  <a:ext uri="{FF2B5EF4-FFF2-40B4-BE49-F238E27FC236}">
                    <a16:creationId xmlns:a16="http://schemas.microsoft.com/office/drawing/2014/main" id="{6CD5A1AE-03EB-4019-931C-044144E02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3261"/>
                <a:ext cx="78" cy="6"/>
              </a:xfrm>
              <a:custGeom>
                <a:avLst/>
                <a:gdLst>
                  <a:gd name="T0" fmla="*/ 0 w 31"/>
                  <a:gd name="T1" fmla="*/ 0 h 2"/>
                  <a:gd name="T2" fmla="*/ 493 w 3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">
                    <a:moveTo>
                      <a:pt x="0" y="0"/>
                    </a:moveTo>
                    <a:cubicBezTo>
                      <a:pt x="9" y="0"/>
                      <a:pt x="30" y="2"/>
                      <a:pt x="31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73" name="Freeform 561">
                <a:extLst>
                  <a:ext uri="{FF2B5EF4-FFF2-40B4-BE49-F238E27FC236}">
                    <a16:creationId xmlns:a16="http://schemas.microsoft.com/office/drawing/2014/main" id="{E6D6D325-2628-48BA-8197-5732AD55E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3307"/>
                <a:ext cx="70" cy="13"/>
              </a:xfrm>
              <a:custGeom>
                <a:avLst/>
                <a:gdLst>
                  <a:gd name="T0" fmla="*/ 0 w 28"/>
                  <a:gd name="T1" fmla="*/ 0 h 5"/>
                  <a:gd name="T2" fmla="*/ 438 w 28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">
                    <a:moveTo>
                      <a:pt x="0" y="0"/>
                    </a:moveTo>
                    <a:cubicBezTo>
                      <a:pt x="8" y="3"/>
                      <a:pt x="26" y="5"/>
                      <a:pt x="28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74" name="Freeform 562">
                <a:extLst>
                  <a:ext uri="{FF2B5EF4-FFF2-40B4-BE49-F238E27FC236}">
                    <a16:creationId xmlns:a16="http://schemas.microsoft.com/office/drawing/2014/main" id="{2A6B7F76-7515-433E-A743-C447B57AC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3357"/>
                <a:ext cx="58" cy="14"/>
              </a:xfrm>
              <a:custGeom>
                <a:avLst/>
                <a:gdLst>
                  <a:gd name="T0" fmla="*/ 0 w 23"/>
                  <a:gd name="T1" fmla="*/ 0 h 5"/>
                  <a:gd name="T2" fmla="*/ 368 w 23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0" y="0"/>
                    </a:moveTo>
                    <a:cubicBezTo>
                      <a:pt x="7" y="5"/>
                      <a:pt x="20" y="5"/>
                      <a:pt x="23" y="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75" name="Freeform 563">
                <a:extLst>
                  <a:ext uri="{FF2B5EF4-FFF2-40B4-BE49-F238E27FC236}">
                    <a16:creationId xmlns:a16="http://schemas.microsoft.com/office/drawing/2014/main" id="{2E0334CD-86C9-46DE-9E8B-47C99A95E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712"/>
                <a:ext cx="158" cy="96"/>
              </a:xfrm>
              <a:custGeom>
                <a:avLst/>
                <a:gdLst>
                  <a:gd name="T0" fmla="*/ 0 w 63"/>
                  <a:gd name="T1" fmla="*/ 683 h 36"/>
                  <a:gd name="T2" fmla="*/ 993 w 63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36">
                    <a:moveTo>
                      <a:pt x="0" y="36"/>
                    </a:moveTo>
                    <a:cubicBezTo>
                      <a:pt x="16" y="28"/>
                      <a:pt x="21" y="0"/>
                      <a:pt x="63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76" name="Freeform 564">
                <a:extLst>
                  <a:ext uri="{FF2B5EF4-FFF2-40B4-BE49-F238E27FC236}">
                    <a16:creationId xmlns:a16="http://schemas.microsoft.com/office/drawing/2014/main" id="{EBE6EE96-6FB0-46F0-BFC9-1B0CF9C75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115"/>
                <a:ext cx="65" cy="13"/>
              </a:xfrm>
              <a:custGeom>
                <a:avLst/>
                <a:gdLst>
                  <a:gd name="T0" fmla="*/ 0 w 26"/>
                  <a:gd name="T1" fmla="*/ 88 h 5"/>
                  <a:gd name="T2" fmla="*/ 408 w 2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0" y="5"/>
                    </a:moveTo>
                    <a:cubicBezTo>
                      <a:pt x="7" y="1"/>
                      <a:pt x="26" y="0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77" name="Freeform 565">
                <a:extLst>
                  <a:ext uri="{FF2B5EF4-FFF2-40B4-BE49-F238E27FC236}">
                    <a16:creationId xmlns:a16="http://schemas.microsoft.com/office/drawing/2014/main" id="{620DE63B-C464-4173-8B35-DFBB365E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595"/>
                <a:ext cx="55" cy="5"/>
              </a:xfrm>
              <a:custGeom>
                <a:avLst/>
                <a:gdLst>
                  <a:gd name="T0" fmla="*/ 0 w 22"/>
                  <a:gd name="T1" fmla="*/ 0 h 2"/>
                  <a:gd name="T2" fmla="*/ 345 w 2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">
                    <a:moveTo>
                      <a:pt x="0" y="0"/>
                    </a:moveTo>
                    <a:cubicBezTo>
                      <a:pt x="7" y="2"/>
                      <a:pt x="18" y="2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78" name="Freeform 566">
                <a:extLst>
                  <a:ext uri="{FF2B5EF4-FFF2-40B4-BE49-F238E27FC236}">
                    <a16:creationId xmlns:a16="http://schemas.microsoft.com/office/drawing/2014/main" id="{D3AD1E68-3666-4A9A-95E5-35C6DE86F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2571"/>
                <a:ext cx="1052" cy="232"/>
              </a:xfrm>
              <a:custGeom>
                <a:avLst/>
                <a:gdLst>
                  <a:gd name="T0" fmla="*/ 6569 w 421"/>
                  <a:gd name="T1" fmla="*/ 1387 h 87"/>
                  <a:gd name="T2" fmla="*/ 6195 w 421"/>
                  <a:gd name="T3" fmla="*/ 1387 h 87"/>
                  <a:gd name="T4" fmla="*/ 4540 w 421"/>
                  <a:gd name="T5" fmla="*/ 797 h 87"/>
                  <a:gd name="T6" fmla="*/ 4121 w 421"/>
                  <a:gd name="T7" fmla="*/ 547 h 87"/>
                  <a:gd name="T8" fmla="*/ 3808 w 421"/>
                  <a:gd name="T9" fmla="*/ 0 h 87"/>
                  <a:gd name="T10" fmla="*/ 3291 w 421"/>
                  <a:gd name="T11" fmla="*/ 93 h 87"/>
                  <a:gd name="T12" fmla="*/ 3278 w 421"/>
                  <a:gd name="T13" fmla="*/ 93 h 87"/>
                  <a:gd name="T14" fmla="*/ 2759 w 421"/>
                  <a:gd name="T15" fmla="*/ 0 h 87"/>
                  <a:gd name="T16" fmla="*/ 2466 w 421"/>
                  <a:gd name="T17" fmla="*/ 547 h 87"/>
                  <a:gd name="T18" fmla="*/ 2029 w 421"/>
                  <a:gd name="T19" fmla="*/ 797 h 87"/>
                  <a:gd name="T20" fmla="*/ 375 w 421"/>
                  <a:gd name="T21" fmla="*/ 1387 h 87"/>
                  <a:gd name="T22" fmla="*/ 0 w 421"/>
                  <a:gd name="T23" fmla="*/ 1387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1" h="87">
                    <a:moveTo>
                      <a:pt x="421" y="73"/>
                    </a:moveTo>
                    <a:cubicBezTo>
                      <a:pt x="413" y="74"/>
                      <a:pt x="405" y="74"/>
                      <a:pt x="397" y="73"/>
                    </a:cubicBezTo>
                    <a:cubicBezTo>
                      <a:pt x="358" y="69"/>
                      <a:pt x="323" y="87"/>
                      <a:pt x="291" y="42"/>
                    </a:cubicBezTo>
                    <a:cubicBezTo>
                      <a:pt x="284" y="33"/>
                      <a:pt x="278" y="41"/>
                      <a:pt x="264" y="29"/>
                    </a:cubicBezTo>
                    <a:cubicBezTo>
                      <a:pt x="255" y="22"/>
                      <a:pt x="247" y="6"/>
                      <a:pt x="244" y="0"/>
                    </a:cubicBezTo>
                    <a:cubicBezTo>
                      <a:pt x="238" y="5"/>
                      <a:pt x="220" y="4"/>
                      <a:pt x="211" y="5"/>
                    </a:cubicBezTo>
                    <a:cubicBezTo>
                      <a:pt x="210" y="5"/>
                      <a:pt x="210" y="5"/>
                      <a:pt x="210" y="5"/>
                    </a:cubicBezTo>
                    <a:cubicBezTo>
                      <a:pt x="201" y="4"/>
                      <a:pt x="183" y="5"/>
                      <a:pt x="177" y="0"/>
                    </a:cubicBezTo>
                    <a:cubicBezTo>
                      <a:pt x="175" y="6"/>
                      <a:pt x="166" y="22"/>
                      <a:pt x="158" y="29"/>
                    </a:cubicBezTo>
                    <a:cubicBezTo>
                      <a:pt x="143" y="41"/>
                      <a:pt x="137" y="33"/>
                      <a:pt x="130" y="42"/>
                    </a:cubicBezTo>
                    <a:cubicBezTo>
                      <a:pt x="98" y="87"/>
                      <a:pt x="63" y="69"/>
                      <a:pt x="24" y="73"/>
                    </a:cubicBezTo>
                    <a:cubicBezTo>
                      <a:pt x="16" y="74"/>
                      <a:pt x="8" y="74"/>
                      <a:pt x="0" y="73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79" name="Freeform 567">
                <a:extLst>
                  <a:ext uri="{FF2B5EF4-FFF2-40B4-BE49-F238E27FC236}">
                    <a16:creationId xmlns:a16="http://schemas.microsoft.com/office/drawing/2014/main" id="{C31A18EF-7FF9-48EC-A9D0-200E0D261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440"/>
                <a:ext cx="1422" cy="187"/>
              </a:xfrm>
              <a:custGeom>
                <a:avLst/>
                <a:gdLst>
                  <a:gd name="T0" fmla="*/ 8869 w 569"/>
                  <a:gd name="T1" fmla="*/ 1336 h 70"/>
                  <a:gd name="T2" fmla="*/ 8100 w 569"/>
                  <a:gd name="T3" fmla="*/ 342 h 70"/>
                  <a:gd name="T4" fmla="*/ 5508 w 569"/>
                  <a:gd name="T5" fmla="*/ 879 h 70"/>
                  <a:gd name="T6" fmla="*/ 4978 w 569"/>
                  <a:gd name="T7" fmla="*/ 764 h 70"/>
                  <a:gd name="T8" fmla="*/ 4446 w 569"/>
                  <a:gd name="T9" fmla="*/ 858 h 70"/>
                  <a:gd name="T10" fmla="*/ 4433 w 569"/>
                  <a:gd name="T11" fmla="*/ 858 h 70"/>
                  <a:gd name="T12" fmla="*/ 3916 w 569"/>
                  <a:gd name="T13" fmla="*/ 764 h 70"/>
                  <a:gd name="T14" fmla="*/ 3374 w 569"/>
                  <a:gd name="T15" fmla="*/ 879 h 70"/>
                  <a:gd name="T16" fmla="*/ 780 w 569"/>
                  <a:gd name="T17" fmla="*/ 342 h 70"/>
                  <a:gd name="T18" fmla="*/ 12 w 569"/>
                  <a:gd name="T19" fmla="*/ 1336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9" h="70">
                    <a:moveTo>
                      <a:pt x="568" y="70"/>
                    </a:moveTo>
                    <a:cubicBezTo>
                      <a:pt x="569" y="48"/>
                      <a:pt x="548" y="27"/>
                      <a:pt x="519" y="18"/>
                    </a:cubicBezTo>
                    <a:cubicBezTo>
                      <a:pt x="458" y="0"/>
                      <a:pt x="364" y="51"/>
                      <a:pt x="353" y="46"/>
                    </a:cubicBezTo>
                    <a:cubicBezTo>
                      <a:pt x="343" y="41"/>
                      <a:pt x="331" y="40"/>
                      <a:pt x="319" y="40"/>
                    </a:cubicBezTo>
                    <a:cubicBezTo>
                      <a:pt x="309" y="41"/>
                      <a:pt x="295" y="45"/>
                      <a:pt x="285" y="45"/>
                    </a:cubicBezTo>
                    <a:cubicBezTo>
                      <a:pt x="284" y="45"/>
                      <a:pt x="284" y="45"/>
                      <a:pt x="284" y="45"/>
                    </a:cubicBezTo>
                    <a:cubicBezTo>
                      <a:pt x="274" y="45"/>
                      <a:pt x="260" y="41"/>
                      <a:pt x="251" y="40"/>
                    </a:cubicBezTo>
                    <a:cubicBezTo>
                      <a:pt x="238" y="40"/>
                      <a:pt x="227" y="41"/>
                      <a:pt x="216" y="46"/>
                    </a:cubicBezTo>
                    <a:cubicBezTo>
                      <a:pt x="205" y="51"/>
                      <a:pt x="112" y="0"/>
                      <a:pt x="50" y="18"/>
                    </a:cubicBezTo>
                    <a:cubicBezTo>
                      <a:pt x="21" y="27"/>
                      <a:pt x="0" y="48"/>
                      <a:pt x="1" y="7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80" name="Line 568">
                <a:extLst>
                  <a:ext uri="{FF2B5EF4-FFF2-40B4-BE49-F238E27FC236}">
                    <a16:creationId xmlns:a16="http://schemas.microsoft.com/office/drawing/2014/main" id="{1C6C4AA2-14D0-45B9-B030-3C4E702716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52" y="2680"/>
                <a:ext cx="1" cy="67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81" name="Line 569">
                <a:extLst>
                  <a:ext uri="{FF2B5EF4-FFF2-40B4-BE49-F238E27FC236}">
                    <a16:creationId xmlns:a16="http://schemas.microsoft.com/office/drawing/2014/main" id="{03836A3C-C737-483E-9685-FF812A7949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2" y="2571"/>
                <a:ext cx="1" cy="109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82" name="Freeform 570">
                <a:extLst>
                  <a:ext uri="{FF2B5EF4-FFF2-40B4-BE49-F238E27FC236}">
                    <a16:creationId xmlns:a16="http://schemas.microsoft.com/office/drawing/2014/main" id="{A22BDB33-174D-4083-9C85-5ABDC699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544"/>
                <a:ext cx="2138" cy="251"/>
              </a:xfrm>
              <a:custGeom>
                <a:avLst/>
                <a:gdLst>
                  <a:gd name="T0" fmla="*/ 13276 w 855"/>
                  <a:gd name="T1" fmla="*/ 913 h 94"/>
                  <a:gd name="T2" fmla="*/ 12805 w 855"/>
                  <a:gd name="T3" fmla="*/ 227 h 94"/>
                  <a:gd name="T4" fmla="*/ 12225 w 855"/>
                  <a:gd name="T5" fmla="*/ 192 h 94"/>
                  <a:gd name="T6" fmla="*/ 11693 w 855"/>
                  <a:gd name="T7" fmla="*/ 307 h 94"/>
                  <a:gd name="T8" fmla="*/ 11368 w 855"/>
                  <a:gd name="T9" fmla="*/ 593 h 94"/>
                  <a:gd name="T10" fmla="*/ 10838 w 855"/>
                  <a:gd name="T11" fmla="*/ 1012 h 94"/>
                  <a:gd name="T12" fmla="*/ 10380 w 855"/>
                  <a:gd name="T13" fmla="*/ 1413 h 94"/>
                  <a:gd name="T14" fmla="*/ 10117 w 855"/>
                  <a:gd name="T15" fmla="*/ 1469 h 94"/>
                  <a:gd name="T16" fmla="*/ 9880 w 855"/>
                  <a:gd name="T17" fmla="*/ 1733 h 94"/>
                  <a:gd name="T18" fmla="*/ 8972 w 855"/>
                  <a:gd name="T19" fmla="*/ 1768 h 94"/>
                  <a:gd name="T20" fmla="*/ 7679 w 855"/>
                  <a:gd name="T21" fmla="*/ 1311 h 94"/>
                  <a:gd name="T22" fmla="*/ 6692 w 855"/>
                  <a:gd name="T23" fmla="*/ 764 h 94"/>
                  <a:gd name="T24" fmla="*/ 6679 w 855"/>
                  <a:gd name="T25" fmla="*/ 764 h 94"/>
                  <a:gd name="T26" fmla="*/ 5691 w 855"/>
                  <a:gd name="T27" fmla="*/ 1311 h 94"/>
                  <a:gd name="T28" fmla="*/ 4396 w 855"/>
                  <a:gd name="T29" fmla="*/ 1768 h 94"/>
                  <a:gd name="T30" fmla="*/ 3488 w 855"/>
                  <a:gd name="T31" fmla="*/ 1733 h 94"/>
                  <a:gd name="T32" fmla="*/ 3251 w 855"/>
                  <a:gd name="T33" fmla="*/ 1469 h 94"/>
                  <a:gd name="T34" fmla="*/ 2988 w 855"/>
                  <a:gd name="T35" fmla="*/ 1413 h 94"/>
                  <a:gd name="T36" fmla="*/ 2533 w 855"/>
                  <a:gd name="T37" fmla="*/ 1012 h 94"/>
                  <a:gd name="T38" fmla="*/ 2000 w 855"/>
                  <a:gd name="T39" fmla="*/ 593 h 94"/>
                  <a:gd name="T40" fmla="*/ 1675 w 855"/>
                  <a:gd name="T41" fmla="*/ 307 h 94"/>
                  <a:gd name="T42" fmla="*/ 1145 w 855"/>
                  <a:gd name="T43" fmla="*/ 192 h 94"/>
                  <a:gd name="T44" fmla="*/ 583 w 855"/>
                  <a:gd name="T45" fmla="*/ 227 h 94"/>
                  <a:gd name="T46" fmla="*/ 95 w 855"/>
                  <a:gd name="T47" fmla="*/ 913 h 9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55" h="94">
                    <a:moveTo>
                      <a:pt x="849" y="48"/>
                    </a:moveTo>
                    <a:cubicBezTo>
                      <a:pt x="855" y="29"/>
                      <a:pt x="825" y="2"/>
                      <a:pt x="819" y="12"/>
                    </a:cubicBezTo>
                    <a:cubicBezTo>
                      <a:pt x="809" y="3"/>
                      <a:pt x="788" y="0"/>
                      <a:pt x="782" y="10"/>
                    </a:cubicBezTo>
                    <a:cubicBezTo>
                      <a:pt x="773" y="4"/>
                      <a:pt x="751" y="4"/>
                      <a:pt x="748" y="16"/>
                    </a:cubicBezTo>
                    <a:cubicBezTo>
                      <a:pt x="738" y="13"/>
                      <a:pt x="728" y="21"/>
                      <a:pt x="727" y="31"/>
                    </a:cubicBezTo>
                    <a:cubicBezTo>
                      <a:pt x="712" y="27"/>
                      <a:pt x="695" y="38"/>
                      <a:pt x="693" y="53"/>
                    </a:cubicBezTo>
                    <a:cubicBezTo>
                      <a:pt x="689" y="52"/>
                      <a:pt x="666" y="61"/>
                      <a:pt x="664" y="74"/>
                    </a:cubicBezTo>
                    <a:cubicBezTo>
                      <a:pt x="661" y="76"/>
                      <a:pt x="652" y="75"/>
                      <a:pt x="647" y="77"/>
                    </a:cubicBezTo>
                    <a:cubicBezTo>
                      <a:pt x="641" y="80"/>
                      <a:pt x="636" y="86"/>
                      <a:pt x="632" y="91"/>
                    </a:cubicBezTo>
                    <a:cubicBezTo>
                      <a:pt x="619" y="75"/>
                      <a:pt x="591" y="92"/>
                      <a:pt x="574" y="93"/>
                    </a:cubicBezTo>
                    <a:cubicBezTo>
                      <a:pt x="539" y="94"/>
                      <a:pt x="520" y="84"/>
                      <a:pt x="491" y="69"/>
                    </a:cubicBezTo>
                    <a:cubicBezTo>
                      <a:pt x="462" y="53"/>
                      <a:pt x="455" y="40"/>
                      <a:pt x="428" y="40"/>
                    </a:cubicBezTo>
                    <a:cubicBezTo>
                      <a:pt x="427" y="40"/>
                      <a:pt x="427" y="40"/>
                      <a:pt x="427" y="40"/>
                    </a:cubicBezTo>
                    <a:cubicBezTo>
                      <a:pt x="400" y="40"/>
                      <a:pt x="393" y="53"/>
                      <a:pt x="364" y="69"/>
                    </a:cubicBezTo>
                    <a:cubicBezTo>
                      <a:pt x="335" y="84"/>
                      <a:pt x="317" y="94"/>
                      <a:pt x="281" y="93"/>
                    </a:cubicBezTo>
                    <a:cubicBezTo>
                      <a:pt x="264" y="92"/>
                      <a:pt x="236" y="75"/>
                      <a:pt x="223" y="91"/>
                    </a:cubicBezTo>
                    <a:cubicBezTo>
                      <a:pt x="219" y="86"/>
                      <a:pt x="214" y="80"/>
                      <a:pt x="208" y="77"/>
                    </a:cubicBezTo>
                    <a:cubicBezTo>
                      <a:pt x="204" y="75"/>
                      <a:pt x="195" y="76"/>
                      <a:pt x="191" y="74"/>
                    </a:cubicBezTo>
                    <a:cubicBezTo>
                      <a:pt x="190" y="61"/>
                      <a:pt x="166" y="52"/>
                      <a:pt x="162" y="53"/>
                    </a:cubicBezTo>
                    <a:cubicBezTo>
                      <a:pt x="161" y="38"/>
                      <a:pt x="143" y="27"/>
                      <a:pt x="128" y="31"/>
                    </a:cubicBezTo>
                    <a:cubicBezTo>
                      <a:pt x="128" y="21"/>
                      <a:pt x="118" y="13"/>
                      <a:pt x="107" y="16"/>
                    </a:cubicBezTo>
                    <a:cubicBezTo>
                      <a:pt x="104" y="4"/>
                      <a:pt x="82" y="4"/>
                      <a:pt x="73" y="10"/>
                    </a:cubicBezTo>
                    <a:cubicBezTo>
                      <a:pt x="68" y="0"/>
                      <a:pt x="46" y="3"/>
                      <a:pt x="37" y="12"/>
                    </a:cubicBezTo>
                    <a:cubicBezTo>
                      <a:pt x="31" y="2"/>
                      <a:pt x="0" y="29"/>
                      <a:pt x="6" y="48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83" name="Freeform 571">
                <a:extLst>
                  <a:ext uri="{FF2B5EF4-FFF2-40B4-BE49-F238E27FC236}">
                    <a16:creationId xmlns:a16="http://schemas.microsoft.com/office/drawing/2014/main" id="{9ED440F7-68AA-44D6-BB6F-5B120D8DC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669"/>
                <a:ext cx="1297" cy="446"/>
              </a:xfrm>
              <a:custGeom>
                <a:avLst/>
                <a:gdLst>
                  <a:gd name="T0" fmla="*/ 512 w 519"/>
                  <a:gd name="T1" fmla="*/ 3181 h 167"/>
                  <a:gd name="T2" fmla="*/ 417 w 519"/>
                  <a:gd name="T3" fmla="*/ 3066 h 167"/>
                  <a:gd name="T4" fmla="*/ 217 w 519"/>
                  <a:gd name="T5" fmla="*/ 2895 h 167"/>
                  <a:gd name="T6" fmla="*/ 105 w 519"/>
                  <a:gd name="T7" fmla="*/ 2497 h 167"/>
                  <a:gd name="T8" fmla="*/ 167 w 519"/>
                  <a:gd name="T9" fmla="*/ 1562 h 167"/>
                  <a:gd name="T10" fmla="*/ 312 w 519"/>
                  <a:gd name="T11" fmla="*/ 1140 h 167"/>
                  <a:gd name="T12" fmla="*/ 842 w 519"/>
                  <a:gd name="T13" fmla="*/ 1127 h 167"/>
                  <a:gd name="T14" fmla="*/ 1187 w 519"/>
                  <a:gd name="T15" fmla="*/ 1242 h 167"/>
                  <a:gd name="T16" fmla="*/ 1667 w 519"/>
                  <a:gd name="T17" fmla="*/ 1354 h 167"/>
                  <a:gd name="T18" fmla="*/ 2029 w 519"/>
                  <a:gd name="T19" fmla="*/ 1298 h 167"/>
                  <a:gd name="T20" fmla="*/ 2592 w 519"/>
                  <a:gd name="T21" fmla="*/ 1162 h 167"/>
                  <a:gd name="T22" fmla="*/ 2999 w 519"/>
                  <a:gd name="T23" fmla="*/ 1183 h 167"/>
                  <a:gd name="T24" fmla="*/ 3341 w 519"/>
                  <a:gd name="T25" fmla="*/ 1084 h 167"/>
                  <a:gd name="T26" fmla="*/ 3696 w 519"/>
                  <a:gd name="T27" fmla="*/ 876 h 167"/>
                  <a:gd name="T28" fmla="*/ 4216 w 519"/>
                  <a:gd name="T29" fmla="*/ 876 h 167"/>
                  <a:gd name="T30" fmla="*/ 4621 w 519"/>
                  <a:gd name="T31" fmla="*/ 777 h 167"/>
                  <a:gd name="T32" fmla="*/ 5028 w 519"/>
                  <a:gd name="T33" fmla="*/ 606 h 167"/>
                  <a:gd name="T34" fmla="*/ 5540 w 519"/>
                  <a:gd name="T35" fmla="*/ 363 h 167"/>
                  <a:gd name="T36" fmla="*/ 5853 w 519"/>
                  <a:gd name="T37" fmla="*/ 171 h 167"/>
                  <a:gd name="T38" fmla="*/ 6195 w 519"/>
                  <a:gd name="T39" fmla="*/ 77 h 167"/>
                  <a:gd name="T40" fmla="*/ 6620 w 519"/>
                  <a:gd name="T41" fmla="*/ 422 h 167"/>
                  <a:gd name="T42" fmla="*/ 6995 w 519"/>
                  <a:gd name="T43" fmla="*/ 721 h 167"/>
                  <a:gd name="T44" fmla="*/ 7320 w 519"/>
                  <a:gd name="T45" fmla="*/ 1071 h 167"/>
                  <a:gd name="T46" fmla="*/ 7650 w 519"/>
                  <a:gd name="T47" fmla="*/ 1255 h 167"/>
                  <a:gd name="T48" fmla="*/ 7849 w 519"/>
                  <a:gd name="T49" fmla="*/ 1640 h 167"/>
                  <a:gd name="T50" fmla="*/ 8099 w 519"/>
                  <a:gd name="T51" fmla="*/ 2019 h 16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19" h="167">
                    <a:moveTo>
                      <a:pt x="33" y="167"/>
                    </a:moveTo>
                    <a:cubicBezTo>
                      <a:pt x="30" y="166"/>
                      <a:pt x="29" y="164"/>
                      <a:pt x="27" y="161"/>
                    </a:cubicBezTo>
                    <a:cubicBezTo>
                      <a:pt x="24" y="156"/>
                      <a:pt x="18" y="155"/>
                      <a:pt x="14" y="152"/>
                    </a:cubicBezTo>
                    <a:cubicBezTo>
                      <a:pt x="10" y="147"/>
                      <a:pt x="8" y="140"/>
                      <a:pt x="7" y="131"/>
                    </a:cubicBezTo>
                    <a:cubicBezTo>
                      <a:pt x="5" y="114"/>
                      <a:pt x="0" y="98"/>
                      <a:pt x="11" y="82"/>
                    </a:cubicBezTo>
                    <a:cubicBezTo>
                      <a:pt x="16" y="75"/>
                      <a:pt x="16" y="67"/>
                      <a:pt x="20" y="60"/>
                    </a:cubicBezTo>
                    <a:cubicBezTo>
                      <a:pt x="27" y="50"/>
                      <a:pt x="47" y="49"/>
                      <a:pt x="54" y="59"/>
                    </a:cubicBezTo>
                    <a:cubicBezTo>
                      <a:pt x="62" y="56"/>
                      <a:pt x="72" y="58"/>
                      <a:pt x="76" y="65"/>
                    </a:cubicBezTo>
                    <a:cubicBezTo>
                      <a:pt x="85" y="64"/>
                      <a:pt x="104" y="67"/>
                      <a:pt x="107" y="71"/>
                    </a:cubicBezTo>
                    <a:cubicBezTo>
                      <a:pt x="113" y="66"/>
                      <a:pt x="120" y="61"/>
                      <a:pt x="130" y="68"/>
                    </a:cubicBezTo>
                    <a:cubicBezTo>
                      <a:pt x="136" y="59"/>
                      <a:pt x="156" y="55"/>
                      <a:pt x="166" y="61"/>
                    </a:cubicBezTo>
                    <a:cubicBezTo>
                      <a:pt x="172" y="54"/>
                      <a:pt x="186" y="54"/>
                      <a:pt x="192" y="62"/>
                    </a:cubicBezTo>
                    <a:cubicBezTo>
                      <a:pt x="199" y="56"/>
                      <a:pt x="206" y="59"/>
                      <a:pt x="214" y="57"/>
                    </a:cubicBezTo>
                    <a:cubicBezTo>
                      <a:pt x="222" y="54"/>
                      <a:pt x="229" y="49"/>
                      <a:pt x="237" y="46"/>
                    </a:cubicBezTo>
                    <a:cubicBezTo>
                      <a:pt x="249" y="36"/>
                      <a:pt x="264" y="42"/>
                      <a:pt x="270" y="46"/>
                    </a:cubicBezTo>
                    <a:cubicBezTo>
                      <a:pt x="281" y="42"/>
                      <a:pt x="284" y="39"/>
                      <a:pt x="296" y="41"/>
                    </a:cubicBezTo>
                    <a:cubicBezTo>
                      <a:pt x="302" y="34"/>
                      <a:pt x="312" y="29"/>
                      <a:pt x="322" y="32"/>
                    </a:cubicBezTo>
                    <a:cubicBezTo>
                      <a:pt x="325" y="21"/>
                      <a:pt x="344" y="16"/>
                      <a:pt x="355" y="19"/>
                    </a:cubicBezTo>
                    <a:cubicBezTo>
                      <a:pt x="358" y="10"/>
                      <a:pt x="368" y="11"/>
                      <a:pt x="375" y="9"/>
                    </a:cubicBezTo>
                    <a:cubicBezTo>
                      <a:pt x="381" y="0"/>
                      <a:pt x="389" y="3"/>
                      <a:pt x="397" y="4"/>
                    </a:cubicBezTo>
                    <a:cubicBezTo>
                      <a:pt x="409" y="5"/>
                      <a:pt x="420" y="11"/>
                      <a:pt x="424" y="22"/>
                    </a:cubicBezTo>
                    <a:cubicBezTo>
                      <a:pt x="438" y="20"/>
                      <a:pt x="441" y="29"/>
                      <a:pt x="448" y="38"/>
                    </a:cubicBezTo>
                    <a:cubicBezTo>
                      <a:pt x="452" y="32"/>
                      <a:pt x="468" y="46"/>
                      <a:pt x="469" y="56"/>
                    </a:cubicBezTo>
                    <a:cubicBezTo>
                      <a:pt x="475" y="57"/>
                      <a:pt x="484" y="54"/>
                      <a:pt x="490" y="66"/>
                    </a:cubicBezTo>
                    <a:cubicBezTo>
                      <a:pt x="501" y="65"/>
                      <a:pt x="500" y="78"/>
                      <a:pt x="503" y="86"/>
                    </a:cubicBezTo>
                    <a:cubicBezTo>
                      <a:pt x="510" y="87"/>
                      <a:pt x="519" y="87"/>
                      <a:pt x="519" y="106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84" name="Freeform 572">
                <a:extLst>
                  <a:ext uri="{FF2B5EF4-FFF2-40B4-BE49-F238E27FC236}">
                    <a16:creationId xmlns:a16="http://schemas.microsoft.com/office/drawing/2014/main" id="{A6B8F41A-7E32-4F1B-B786-17F529112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3067"/>
                <a:ext cx="65" cy="341"/>
              </a:xfrm>
              <a:custGeom>
                <a:avLst/>
                <a:gdLst>
                  <a:gd name="T0" fmla="*/ 408 w 26"/>
                  <a:gd name="T1" fmla="*/ 0 h 128"/>
                  <a:gd name="T2" fmla="*/ 313 w 26"/>
                  <a:gd name="T3" fmla="*/ 1284 h 128"/>
                  <a:gd name="T4" fmla="*/ 250 w 26"/>
                  <a:gd name="T5" fmla="*/ 1646 h 128"/>
                  <a:gd name="T6" fmla="*/ 145 w 26"/>
                  <a:gd name="T7" fmla="*/ 2059 h 128"/>
                  <a:gd name="T8" fmla="*/ 220 w 26"/>
                  <a:gd name="T9" fmla="*/ 2286 h 128"/>
                  <a:gd name="T10" fmla="*/ 238 w 26"/>
                  <a:gd name="T11" fmla="*/ 2342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28">
                    <a:moveTo>
                      <a:pt x="26" y="0"/>
                    </a:moveTo>
                    <a:cubicBezTo>
                      <a:pt x="0" y="10"/>
                      <a:pt x="19" y="61"/>
                      <a:pt x="20" y="68"/>
                    </a:cubicBezTo>
                    <a:cubicBezTo>
                      <a:pt x="15" y="74"/>
                      <a:pt x="18" y="81"/>
                      <a:pt x="16" y="87"/>
                    </a:cubicBezTo>
                    <a:cubicBezTo>
                      <a:pt x="14" y="94"/>
                      <a:pt x="7" y="99"/>
                      <a:pt x="9" y="109"/>
                    </a:cubicBezTo>
                    <a:cubicBezTo>
                      <a:pt x="10" y="113"/>
                      <a:pt x="12" y="117"/>
                      <a:pt x="14" y="121"/>
                    </a:cubicBezTo>
                    <a:cubicBezTo>
                      <a:pt x="14" y="122"/>
                      <a:pt x="16" y="128"/>
                      <a:pt x="15" y="124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85" name="Freeform 573">
                <a:extLst>
                  <a:ext uri="{FF2B5EF4-FFF2-40B4-BE49-F238E27FC236}">
                    <a16:creationId xmlns:a16="http://schemas.microsoft.com/office/drawing/2014/main" id="{5EBBD586-6F3E-47DD-9761-CB8418682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307"/>
                <a:ext cx="227" cy="248"/>
              </a:xfrm>
              <a:custGeom>
                <a:avLst/>
                <a:gdLst>
                  <a:gd name="T0" fmla="*/ 1287 w 91"/>
                  <a:gd name="T1" fmla="*/ 0 h 93"/>
                  <a:gd name="T2" fmla="*/ 1133 w 91"/>
                  <a:gd name="T3" fmla="*/ 1216 h 93"/>
                  <a:gd name="T4" fmla="*/ 933 w 91"/>
                  <a:gd name="T5" fmla="*/ 1443 h 93"/>
                  <a:gd name="T6" fmla="*/ 716 w 91"/>
                  <a:gd name="T7" fmla="*/ 1629 h 93"/>
                  <a:gd name="T8" fmla="*/ 417 w 91"/>
                  <a:gd name="T9" fmla="*/ 1672 h 93"/>
                  <a:gd name="T10" fmla="*/ 312 w 91"/>
                  <a:gd name="T11" fmla="*/ 1707 h 93"/>
                  <a:gd name="T12" fmla="*/ 187 w 91"/>
                  <a:gd name="T13" fmla="*/ 1685 h 93"/>
                  <a:gd name="T14" fmla="*/ 0 w 91"/>
                  <a:gd name="T15" fmla="*/ 1672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93">
                    <a:moveTo>
                      <a:pt x="83" y="0"/>
                    </a:moveTo>
                    <a:cubicBezTo>
                      <a:pt x="89" y="9"/>
                      <a:pt x="91" y="41"/>
                      <a:pt x="73" y="64"/>
                    </a:cubicBezTo>
                    <a:cubicBezTo>
                      <a:pt x="69" y="68"/>
                      <a:pt x="65" y="72"/>
                      <a:pt x="60" y="76"/>
                    </a:cubicBezTo>
                    <a:cubicBezTo>
                      <a:pt x="56" y="79"/>
                      <a:pt x="52" y="84"/>
                      <a:pt x="46" y="86"/>
                    </a:cubicBezTo>
                    <a:cubicBezTo>
                      <a:pt x="41" y="88"/>
                      <a:pt x="34" y="87"/>
                      <a:pt x="27" y="88"/>
                    </a:cubicBezTo>
                    <a:cubicBezTo>
                      <a:pt x="25" y="88"/>
                      <a:pt x="23" y="90"/>
                      <a:pt x="20" y="90"/>
                    </a:cubicBezTo>
                    <a:cubicBezTo>
                      <a:pt x="18" y="90"/>
                      <a:pt x="15" y="89"/>
                      <a:pt x="12" y="89"/>
                    </a:cubicBezTo>
                    <a:cubicBezTo>
                      <a:pt x="8" y="89"/>
                      <a:pt x="5" y="93"/>
                      <a:pt x="0" y="88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86" name="Freeform 574">
                <a:extLst>
                  <a:ext uri="{FF2B5EF4-FFF2-40B4-BE49-F238E27FC236}">
                    <a16:creationId xmlns:a16="http://schemas.microsoft.com/office/drawing/2014/main" id="{031E6890-492B-4100-9BBD-7B130F2C3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341"/>
                <a:ext cx="128" cy="222"/>
              </a:xfrm>
              <a:custGeom>
                <a:avLst/>
                <a:gdLst>
                  <a:gd name="T0" fmla="*/ 472 w 51"/>
                  <a:gd name="T1" fmla="*/ 0 h 83"/>
                  <a:gd name="T2" fmla="*/ 0 w 51"/>
                  <a:gd name="T3" fmla="*/ 1589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83">
                    <a:moveTo>
                      <a:pt x="30" y="0"/>
                    </a:moveTo>
                    <a:cubicBezTo>
                      <a:pt x="51" y="33"/>
                      <a:pt x="41" y="72"/>
                      <a:pt x="0" y="8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87" name="Freeform 575">
                <a:extLst>
                  <a:ext uri="{FF2B5EF4-FFF2-40B4-BE49-F238E27FC236}">
                    <a16:creationId xmlns:a16="http://schemas.microsoft.com/office/drawing/2014/main" id="{CF7271B9-BAF1-4844-A780-599643E99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2395"/>
                <a:ext cx="78" cy="168"/>
              </a:xfrm>
              <a:custGeom>
                <a:avLst/>
                <a:gdLst>
                  <a:gd name="T0" fmla="*/ 284 w 31"/>
                  <a:gd name="T1" fmla="*/ 0 h 63"/>
                  <a:gd name="T2" fmla="*/ 0 w 31"/>
                  <a:gd name="T3" fmla="*/ 1195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3">
                    <a:moveTo>
                      <a:pt x="18" y="0"/>
                    </a:moveTo>
                    <a:cubicBezTo>
                      <a:pt x="31" y="12"/>
                      <a:pt x="23" y="59"/>
                      <a:pt x="0" y="6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88" name="Freeform 576">
                <a:extLst>
                  <a:ext uri="{FF2B5EF4-FFF2-40B4-BE49-F238E27FC236}">
                    <a16:creationId xmlns:a16="http://schemas.microsoft.com/office/drawing/2014/main" id="{525AFB59-63FB-4C44-B9AF-5F9F8AB97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2456"/>
                <a:ext cx="68" cy="144"/>
              </a:xfrm>
              <a:custGeom>
                <a:avLst/>
                <a:gdLst>
                  <a:gd name="T0" fmla="*/ 222 w 27"/>
                  <a:gd name="T1" fmla="*/ 0 h 54"/>
                  <a:gd name="T2" fmla="*/ 0 w 27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4">
                    <a:moveTo>
                      <a:pt x="14" y="0"/>
                    </a:moveTo>
                    <a:cubicBezTo>
                      <a:pt x="27" y="18"/>
                      <a:pt x="23" y="52"/>
                      <a:pt x="0" y="5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89" name="Freeform 577">
                <a:extLst>
                  <a:ext uri="{FF2B5EF4-FFF2-40B4-BE49-F238E27FC236}">
                    <a16:creationId xmlns:a16="http://schemas.microsoft.com/office/drawing/2014/main" id="{4FC384CD-F53E-46A3-A95C-DB8F9FC9D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2520"/>
                <a:ext cx="87" cy="163"/>
              </a:xfrm>
              <a:custGeom>
                <a:avLst/>
                <a:gdLst>
                  <a:gd name="T0" fmla="*/ 321 w 35"/>
                  <a:gd name="T1" fmla="*/ 0 h 61"/>
                  <a:gd name="T2" fmla="*/ 0 w 35"/>
                  <a:gd name="T3" fmla="*/ 1165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1">
                    <a:moveTo>
                      <a:pt x="21" y="0"/>
                    </a:moveTo>
                    <a:cubicBezTo>
                      <a:pt x="35" y="30"/>
                      <a:pt x="31" y="52"/>
                      <a:pt x="0" y="6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90" name="Freeform 578">
                <a:extLst>
                  <a:ext uri="{FF2B5EF4-FFF2-40B4-BE49-F238E27FC236}">
                    <a16:creationId xmlns:a16="http://schemas.microsoft.com/office/drawing/2014/main" id="{72796C1D-B606-41B5-A9C5-D1366E3E0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2611"/>
                <a:ext cx="50" cy="120"/>
              </a:xfrm>
              <a:custGeom>
                <a:avLst/>
                <a:gdLst>
                  <a:gd name="T0" fmla="*/ 220 w 20"/>
                  <a:gd name="T1" fmla="*/ 0 h 45"/>
                  <a:gd name="T2" fmla="*/ 0 w 20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5">
                    <a:moveTo>
                      <a:pt x="14" y="0"/>
                    </a:moveTo>
                    <a:cubicBezTo>
                      <a:pt x="19" y="16"/>
                      <a:pt x="20" y="44"/>
                      <a:pt x="0" y="4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91" name="Freeform 579">
                <a:extLst>
                  <a:ext uri="{FF2B5EF4-FFF2-40B4-BE49-F238E27FC236}">
                    <a16:creationId xmlns:a16="http://schemas.microsoft.com/office/drawing/2014/main" id="{D6666FD9-06E4-4093-AFED-81FCF8071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248"/>
                <a:ext cx="85" cy="259"/>
              </a:xfrm>
              <a:custGeom>
                <a:avLst/>
                <a:gdLst>
                  <a:gd name="T0" fmla="*/ 0 w 34"/>
                  <a:gd name="T1" fmla="*/ 0 h 97"/>
                  <a:gd name="T2" fmla="*/ 125 w 34"/>
                  <a:gd name="T3" fmla="*/ 1848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97">
                    <a:moveTo>
                      <a:pt x="0" y="0"/>
                    </a:moveTo>
                    <a:cubicBezTo>
                      <a:pt x="16" y="10"/>
                      <a:pt x="34" y="70"/>
                      <a:pt x="8" y="9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92" name="Freeform 580">
                <a:extLst>
                  <a:ext uri="{FF2B5EF4-FFF2-40B4-BE49-F238E27FC236}">
                    <a16:creationId xmlns:a16="http://schemas.microsoft.com/office/drawing/2014/main" id="{09F8E3B2-46D0-400F-B2A7-41DF2626B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205"/>
                <a:ext cx="140" cy="334"/>
              </a:xfrm>
              <a:custGeom>
                <a:avLst/>
                <a:gdLst>
                  <a:gd name="T0" fmla="*/ 0 w 56"/>
                  <a:gd name="T1" fmla="*/ 0 h 125"/>
                  <a:gd name="T2" fmla="*/ 238 w 56"/>
                  <a:gd name="T3" fmla="*/ 2383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25">
                    <a:moveTo>
                      <a:pt x="0" y="0"/>
                    </a:moveTo>
                    <a:cubicBezTo>
                      <a:pt x="33" y="18"/>
                      <a:pt x="56" y="111"/>
                      <a:pt x="15" y="12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93" name="Freeform 581">
                <a:extLst>
                  <a:ext uri="{FF2B5EF4-FFF2-40B4-BE49-F238E27FC236}">
                    <a16:creationId xmlns:a16="http://schemas.microsoft.com/office/drawing/2014/main" id="{1FC3E07D-18AF-477B-AA31-8C628CF0E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187"/>
                <a:ext cx="645" cy="168"/>
              </a:xfrm>
              <a:custGeom>
                <a:avLst/>
                <a:gdLst>
                  <a:gd name="T0" fmla="*/ 4033 w 258"/>
                  <a:gd name="T1" fmla="*/ 1059 h 63"/>
                  <a:gd name="T2" fmla="*/ 3188 w 258"/>
                  <a:gd name="T3" fmla="*/ 149 h 63"/>
                  <a:gd name="T4" fmla="*/ 2063 w 258"/>
                  <a:gd name="T5" fmla="*/ 320 h 63"/>
                  <a:gd name="T6" fmla="*/ 800 w 258"/>
                  <a:gd name="T7" fmla="*/ 853 h 63"/>
                  <a:gd name="T8" fmla="*/ 83 w 258"/>
                  <a:gd name="T9" fmla="*/ 1045 h 63"/>
                  <a:gd name="T10" fmla="*/ 0 w 258"/>
                  <a:gd name="T11" fmla="*/ 1195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63">
                    <a:moveTo>
                      <a:pt x="258" y="56"/>
                    </a:moveTo>
                    <a:cubicBezTo>
                      <a:pt x="254" y="47"/>
                      <a:pt x="236" y="20"/>
                      <a:pt x="204" y="8"/>
                    </a:cubicBezTo>
                    <a:cubicBezTo>
                      <a:pt x="180" y="0"/>
                      <a:pt x="153" y="3"/>
                      <a:pt x="132" y="17"/>
                    </a:cubicBezTo>
                    <a:cubicBezTo>
                      <a:pt x="101" y="38"/>
                      <a:pt x="84" y="42"/>
                      <a:pt x="51" y="45"/>
                    </a:cubicBezTo>
                    <a:cubicBezTo>
                      <a:pt x="18" y="49"/>
                      <a:pt x="13" y="49"/>
                      <a:pt x="5" y="55"/>
                    </a:cubicBezTo>
                    <a:cubicBezTo>
                      <a:pt x="2" y="58"/>
                      <a:pt x="0" y="63"/>
                      <a:pt x="0" y="6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94" name="Freeform 582">
                <a:extLst>
                  <a:ext uri="{FF2B5EF4-FFF2-40B4-BE49-F238E27FC236}">
                    <a16:creationId xmlns:a16="http://schemas.microsoft.com/office/drawing/2014/main" id="{B79E606B-220D-4D0D-B470-771F6AF31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147"/>
                <a:ext cx="260" cy="125"/>
              </a:xfrm>
              <a:custGeom>
                <a:avLst/>
                <a:gdLst>
                  <a:gd name="T0" fmla="*/ 1625 w 104"/>
                  <a:gd name="T1" fmla="*/ 362 h 47"/>
                  <a:gd name="T2" fmla="*/ 0 w 104"/>
                  <a:gd name="T3" fmla="*/ 88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" h="47">
                    <a:moveTo>
                      <a:pt x="104" y="19"/>
                    </a:moveTo>
                    <a:cubicBezTo>
                      <a:pt x="84" y="0"/>
                      <a:pt x="39" y="40"/>
                      <a:pt x="0" y="4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95" name="Freeform 583">
                <a:extLst>
                  <a:ext uri="{FF2B5EF4-FFF2-40B4-BE49-F238E27FC236}">
                    <a16:creationId xmlns:a16="http://schemas.microsoft.com/office/drawing/2014/main" id="{D724B6F2-AA03-4FD8-9CC6-86CCAFADE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168"/>
                <a:ext cx="708" cy="195"/>
              </a:xfrm>
              <a:custGeom>
                <a:avLst/>
                <a:gdLst>
                  <a:gd name="T0" fmla="*/ 4431 w 283"/>
                  <a:gd name="T1" fmla="*/ 492 h 73"/>
                  <a:gd name="T2" fmla="*/ 2054 w 283"/>
                  <a:gd name="T3" fmla="*/ 1162 h 73"/>
                  <a:gd name="T4" fmla="*/ 988 w 283"/>
                  <a:gd name="T5" fmla="*/ 1392 h 73"/>
                  <a:gd name="T6" fmla="*/ 0 w 283"/>
                  <a:gd name="T7" fmla="*/ 1199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3" h="73">
                    <a:moveTo>
                      <a:pt x="283" y="26"/>
                    </a:moveTo>
                    <a:cubicBezTo>
                      <a:pt x="245" y="0"/>
                      <a:pt x="175" y="52"/>
                      <a:pt x="131" y="61"/>
                    </a:cubicBezTo>
                    <a:cubicBezTo>
                      <a:pt x="87" y="71"/>
                      <a:pt x="68" y="67"/>
                      <a:pt x="63" y="73"/>
                    </a:cubicBezTo>
                    <a:cubicBezTo>
                      <a:pt x="52" y="66"/>
                      <a:pt x="17" y="63"/>
                      <a:pt x="0" y="6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96" name="Freeform 584">
                <a:extLst>
                  <a:ext uri="{FF2B5EF4-FFF2-40B4-BE49-F238E27FC236}">
                    <a16:creationId xmlns:a16="http://schemas.microsoft.com/office/drawing/2014/main" id="{E8AA12C5-70C8-4C65-B94F-3CD3914FD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253"/>
                <a:ext cx="1605" cy="163"/>
              </a:xfrm>
              <a:custGeom>
                <a:avLst/>
                <a:gdLst>
                  <a:gd name="T0" fmla="*/ 10033 w 642"/>
                  <a:gd name="T1" fmla="*/ 1165 h 61"/>
                  <a:gd name="T2" fmla="*/ 8895 w 642"/>
                  <a:gd name="T3" fmla="*/ 150 h 61"/>
                  <a:gd name="T4" fmla="*/ 7083 w 642"/>
                  <a:gd name="T5" fmla="*/ 842 h 61"/>
                  <a:gd name="T6" fmla="*/ 5988 w 642"/>
                  <a:gd name="T7" fmla="*/ 991 h 61"/>
                  <a:gd name="T8" fmla="*/ 4875 w 642"/>
                  <a:gd name="T9" fmla="*/ 786 h 61"/>
                  <a:gd name="T10" fmla="*/ 4033 w 642"/>
                  <a:gd name="T11" fmla="*/ 991 h 61"/>
                  <a:gd name="T12" fmla="*/ 2875 w 642"/>
                  <a:gd name="T13" fmla="*/ 991 h 61"/>
                  <a:gd name="T14" fmla="*/ 1145 w 642"/>
                  <a:gd name="T15" fmla="*/ 150 h 61"/>
                  <a:gd name="T16" fmla="*/ 0 w 642"/>
                  <a:gd name="T17" fmla="*/ 1165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2" h="61">
                    <a:moveTo>
                      <a:pt x="642" y="61"/>
                    </a:moveTo>
                    <a:cubicBezTo>
                      <a:pt x="638" y="35"/>
                      <a:pt x="612" y="0"/>
                      <a:pt x="569" y="8"/>
                    </a:cubicBezTo>
                    <a:cubicBezTo>
                      <a:pt x="525" y="15"/>
                      <a:pt x="504" y="37"/>
                      <a:pt x="453" y="44"/>
                    </a:cubicBezTo>
                    <a:cubicBezTo>
                      <a:pt x="402" y="51"/>
                      <a:pt x="393" y="44"/>
                      <a:pt x="383" y="52"/>
                    </a:cubicBezTo>
                    <a:cubicBezTo>
                      <a:pt x="378" y="49"/>
                      <a:pt x="342" y="40"/>
                      <a:pt x="312" y="41"/>
                    </a:cubicBezTo>
                    <a:cubicBezTo>
                      <a:pt x="284" y="41"/>
                      <a:pt x="263" y="50"/>
                      <a:pt x="258" y="52"/>
                    </a:cubicBezTo>
                    <a:cubicBezTo>
                      <a:pt x="249" y="44"/>
                      <a:pt x="235" y="59"/>
                      <a:pt x="184" y="52"/>
                    </a:cubicBezTo>
                    <a:cubicBezTo>
                      <a:pt x="133" y="44"/>
                      <a:pt x="116" y="15"/>
                      <a:pt x="73" y="8"/>
                    </a:cubicBezTo>
                    <a:cubicBezTo>
                      <a:pt x="29" y="0"/>
                      <a:pt x="3" y="35"/>
                      <a:pt x="0" y="6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97" name="Freeform 585">
                <a:extLst>
                  <a:ext uri="{FF2B5EF4-FFF2-40B4-BE49-F238E27FC236}">
                    <a16:creationId xmlns:a16="http://schemas.microsoft.com/office/drawing/2014/main" id="{7E8C651D-8AAE-46BA-8776-99100BA51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429"/>
                <a:ext cx="485" cy="72"/>
              </a:xfrm>
              <a:custGeom>
                <a:avLst/>
                <a:gdLst>
                  <a:gd name="T0" fmla="*/ 3033 w 194"/>
                  <a:gd name="T1" fmla="*/ 512 h 27"/>
                  <a:gd name="T2" fmla="*/ 1813 w 194"/>
                  <a:gd name="T3" fmla="*/ 136 h 27"/>
                  <a:gd name="T4" fmla="*/ 583 w 194"/>
                  <a:gd name="T5" fmla="*/ 435 h 27"/>
                  <a:gd name="T6" fmla="*/ 0 w 194"/>
                  <a:gd name="T7" fmla="*/ 26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27">
                    <a:moveTo>
                      <a:pt x="194" y="27"/>
                    </a:moveTo>
                    <a:cubicBezTo>
                      <a:pt x="183" y="1"/>
                      <a:pt x="146" y="0"/>
                      <a:pt x="116" y="7"/>
                    </a:cubicBezTo>
                    <a:cubicBezTo>
                      <a:pt x="87" y="14"/>
                      <a:pt x="58" y="25"/>
                      <a:pt x="37" y="23"/>
                    </a:cubicBezTo>
                    <a:cubicBezTo>
                      <a:pt x="16" y="20"/>
                      <a:pt x="7" y="13"/>
                      <a:pt x="0" y="1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98" name="Freeform 586">
                <a:extLst>
                  <a:ext uri="{FF2B5EF4-FFF2-40B4-BE49-F238E27FC236}">
                    <a16:creationId xmlns:a16="http://schemas.microsoft.com/office/drawing/2014/main" id="{9BFEAB4F-9823-4719-91EA-53EA39490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384"/>
                <a:ext cx="643" cy="96"/>
              </a:xfrm>
              <a:custGeom>
                <a:avLst/>
                <a:gdLst>
                  <a:gd name="T0" fmla="*/ 3805 w 257"/>
                  <a:gd name="T1" fmla="*/ 683 h 36"/>
                  <a:gd name="T2" fmla="*/ 3180 w 257"/>
                  <a:gd name="T3" fmla="*/ 115 h 36"/>
                  <a:gd name="T4" fmla="*/ 1534 w 257"/>
                  <a:gd name="T5" fmla="*/ 419 h 36"/>
                  <a:gd name="T6" fmla="*/ 926 w 257"/>
                  <a:gd name="T7" fmla="*/ 307 h 36"/>
                  <a:gd name="T8" fmla="*/ 0 w 257"/>
                  <a:gd name="T9" fmla="*/ 11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7" h="36">
                    <a:moveTo>
                      <a:pt x="243" y="36"/>
                    </a:moveTo>
                    <a:cubicBezTo>
                      <a:pt x="257" y="22"/>
                      <a:pt x="234" y="0"/>
                      <a:pt x="203" y="6"/>
                    </a:cubicBezTo>
                    <a:cubicBezTo>
                      <a:pt x="172" y="11"/>
                      <a:pt x="125" y="24"/>
                      <a:pt x="98" y="22"/>
                    </a:cubicBezTo>
                    <a:cubicBezTo>
                      <a:pt x="70" y="20"/>
                      <a:pt x="64" y="15"/>
                      <a:pt x="59" y="16"/>
                    </a:cubicBezTo>
                    <a:cubicBezTo>
                      <a:pt x="44" y="7"/>
                      <a:pt x="17" y="6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99" name="Freeform 587">
                <a:extLst>
                  <a:ext uri="{FF2B5EF4-FFF2-40B4-BE49-F238E27FC236}">
                    <a16:creationId xmlns:a16="http://schemas.microsoft.com/office/drawing/2014/main" id="{D65181D6-E98D-4431-9BE3-272925F31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272"/>
                <a:ext cx="283" cy="267"/>
              </a:xfrm>
              <a:custGeom>
                <a:avLst/>
                <a:gdLst>
                  <a:gd name="T0" fmla="*/ 1272 w 113"/>
                  <a:gd name="T1" fmla="*/ 1904 h 100"/>
                  <a:gd name="T2" fmla="*/ 1410 w 113"/>
                  <a:gd name="T3" fmla="*/ 606 h 100"/>
                  <a:gd name="T4" fmla="*/ 0 w 113"/>
                  <a:gd name="T5" fmla="*/ 286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00">
                    <a:moveTo>
                      <a:pt x="81" y="100"/>
                    </a:moveTo>
                    <a:cubicBezTo>
                      <a:pt x="90" y="94"/>
                      <a:pt x="113" y="64"/>
                      <a:pt x="90" y="32"/>
                    </a:cubicBezTo>
                    <a:cubicBezTo>
                      <a:pt x="67" y="0"/>
                      <a:pt x="25" y="5"/>
                      <a:pt x="0" y="1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00" name="Freeform 588">
                <a:extLst>
                  <a:ext uri="{FF2B5EF4-FFF2-40B4-BE49-F238E27FC236}">
                    <a16:creationId xmlns:a16="http://schemas.microsoft.com/office/drawing/2014/main" id="{25BF04C8-E40E-4B94-8AFB-472CCFA59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331"/>
                <a:ext cx="373" cy="192"/>
              </a:xfrm>
              <a:custGeom>
                <a:avLst/>
                <a:gdLst>
                  <a:gd name="T0" fmla="*/ 0 w 149"/>
                  <a:gd name="T1" fmla="*/ 285 h 72"/>
                  <a:gd name="T2" fmla="*/ 1535 w 149"/>
                  <a:gd name="T3" fmla="*/ 115 h 72"/>
                  <a:gd name="T4" fmla="*/ 2005 w 149"/>
                  <a:gd name="T5" fmla="*/ 136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9" h="72">
                    <a:moveTo>
                      <a:pt x="0" y="15"/>
                    </a:moveTo>
                    <a:cubicBezTo>
                      <a:pt x="28" y="9"/>
                      <a:pt x="69" y="0"/>
                      <a:pt x="98" y="6"/>
                    </a:cubicBezTo>
                    <a:cubicBezTo>
                      <a:pt x="132" y="14"/>
                      <a:pt x="149" y="39"/>
                      <a:pt x="128" y="7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01" name="Freeform 589">
                <a:extLst>
                  <a:ext uri="{FF2B5EF4-FFF2-40B4-BE49-F238E27FC236}">
                    <a16:creationId xmlns:a16="http://schemas.microsoft.com/office/drawing/2014/main" id="{5D130D6C-CF84-4206-8306-B1B5758AB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443"/>
                <a:ext cx="145" cy="58"/>
              </a:xfrm>
              <a:custGeom>
                <a:avLst/>
                <a:gdLst>
                  <a:gd name="T0" fmla="*/ 0 w 58"/>
                  <a:gd name="T1" fmla="*/ 0 h 22"/>
                  <a:gd name="T2" fmla="*/ 845 w 58"/>
                  <a:gd name="T3" fmla="*/ 237 h 22"/>
                  <a:gd name="T4" fmla="*/ 908 w 58"/>
                  <a:gd name="T5" fmla="*/ 40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2">
                    <a:moveTo>
                      <a:pt x="0" y="0"/>
                    </a:moveTo>
                    <a:cubicBezTo>
                      <a:pt x="20" y="0"/>
                      <a:pt x="44" y="3"/>
                      <a:pt x="54" y="13"/>
                    </a:cubicBezTo>
                    <a:cubicBezTo>
                      <a:pt x="56" y="18"/>
                      <a:pt x="58" y="22"/>
                      <a:pt x="58" y="2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02" name="Freeform 590">
                <a:extLst>
                  <a:ext uri="{FF2B5EF4-FFF2-40B4-BE49-F238E27FC236}">
                    <a16:creationId xmlns:a16="http://schemas.microsoft.com/office/drawing/2014/main" id="{6F234D9C-5737-4CBD-8737-1AA86158D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475"/>
                <a:ext cx="145" cy="77"/>
              </a:xfrm>
              <a:custGeom>
                <a:avLst/>
                <a:gdLst>
                  <a:gd name="T0" fmla="*/ 0 w 58"/>
                  <a:gd name="T1" fmla="*/ 35 h 29"/>
                  <a:gd name="T2" fmla="*/ 908 w 58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9">
                    <a:moveTo>
                      <a:pt x="0" y="2"/>
                    </a:moveTo>
                    <a:cubicBezTo>
                      <a:pt x="22" y="0"/>
                      <a:pt x="50" y="5"/>
                      <a:pt x="58" y="2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03" name="Freeform 591">
                <a:extLst>
                  <a:ext uri="{FF2B5EF4-FFF2-40B4-BE49-F238E27FC236}">
                    <a16:creationId xmlns:a16="http://schemas.microsoft.com/office/drawing/2014/main" id="{D1C85CA6-B7A0-4DE7-ADCB-E9769E1D6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427"/>
                <a:ext cx="20" cy="37"/>
              </a:xfrm>
              <a:custGeom>
                <a:avLst/>
                <a:gdLst>
                  <a:gd name="T0" fmla="*/ 125 w 8"/>
                  <a:gd name="T1" fmla="*/ 0 h 14"/>
                  <a:gd name="T2" fmla="*/ 0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8" y="0"/>
                    </a:moveTo>
                    <a:cubicBezTo>
                      <a:pt x="3" y="1"/>
                      <a:pt x="0" y="11"/>
                      <a:pt x="0" y="1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04" name="Freeform 592">
                <a:extLst>
                  <a:ext uri="{FF2B5EF4-FFF2-40B4-BE49-F238E27FC236}">
                    <a16:creationId xmlns:a16="http://schemas.microsoft.com/office/drawing/2014/main" id="{A2540177-8EA3-42AF-9F4E-D35158573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392"/>
                <a:ext cx="17" cy="27"/>
              </a:xfrm>
              <a:custGeom>
                <a:avLst/>
                <a:gdLst>
                  <a:gd name="T0" fmla="*/ 100 w 7"/>
                  <a:gd name="T1" fmla="*/ 0 h 10"/>
                  <a:gd name="T2" fmla="*/ 0 w 7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2" y="3"/>
                      <a:pt x="1" y="7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05" name="Freeform 593">
                <a:extLst>
                  <a:ext uri="{FF2B5EF4-FFF2-40B4-BE49-F238E27FC236}">
                    <a16:creationId xmlns:a16="http://schemas.microsoft.com/office/drawing/2014/main" id="{D2192DB2-1CE1-43EC-9726-75353F64D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363"/>
                <a:ext cx="15" cy="24"/>
              </a:xfrm>
              <a:custGeom>
                <a:avLst/>
                <a:gdLst>
                  <a:gd name="T0" fmla="*/ 95 w 6"/>
                  <a:gd name="T1" fmla="*/ 0 h 9"/>
                  <a:gd name="T2" fmla="*/ 0 w 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1" y="3"/>
                      <a:pt x="0" y="9"/>
                      <a:pt x="0" y="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06" name="Freeform 594">
                <a:extLst>
                  <a:ext uri="{FF2B5EF4-FFF2-40B4-BE49-F238E27FC236}">
                    <a16:creationId xmlns:a16="http://schemas.microsoft.com/office/drawing/2014/main" id="{27561121-D467-4E17-ABFC-6858306BB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720"/>
                <a:ext cx="930" cy="648"/>
              </a:xfrm>
              <a:custGeom>
                <a:avLst/>
                <a:gdLst>
                  <a:gd name="T0" fmla="*/ 5488 w 372"/>
                  <a:gd name="T1" fmla="*/ 0 h 243"/>
                  <a:gd name="T2" fmla="*/ 5750 w 372"/>
                  <a:gd name="T3" fmla="*/ 627 h 243"/>
                  <a:gd name="T4" fmla="*/ 5645 w 372"/>
                  <a:gd name="T5" fmla="*/ 2013 h 243"/>
                  <a:gd name="T6" fmla="*/ 5520 w 372"/>
                  <a:gd name="T7" fmla="*/ 2731 h 243"/>
                  <a:gd name="T8" fmla="*/ 5175 w 372"/>
                  <a:gd name="T9" fmla="*/ 3221 h 243"/>
                  <a:gd name="T10" fmla="*/ 4908 w 372"/>
                  <a:gd name="T11" fmla="*/ 3699 h 243"/>
                  <a:gd name="T12" fmla="*/ 4395 w 372"/>
                  <a:gd name="T13" fmla="*/ 3925 h 243"/>
                  <a:gd name="T14" fmla="*/ 3550 w 372"/>
                  <a:gd name="T15" fmla="*/ 4288 h 243"/>
                  <a:gd name="T16" fmla="*/ 3250 w 372"/>
                  <a:gd name="T17" fmla="*/ 4459 h 243"/>
                  <a:gd name="T18" fmla="*/ 2770 w 372"/>
                  <a:gd name="T19" fmla="*/ 4493 h 243"/>
                  <a:gd name="T20" fmla="*/ 2375 w 372"/>
                  <a:gd name="T21" fmla="*/ 4608 h 243"/>
                  <a:gd name="T22" fmla="*/ 2113 w 372"/>
                  <a:gd name="T23" fmla="*/ 4552 h 243"/>
                  <a:gd name="T24" fmla="*/ 1750 w 372"/>
                  <a:gd name="T25" fmla="*/ 4608 h 243"/>
                  <a:gd name="T26" fmla="*/ 1563 w 372"/>
                  <a:gd name="T27" fmla="*/ 4515 h 243"/>
                  <a:gd name="T28" fmla="*/ 125 w 372"/>
                  <a:gd name="T29" fmla="*/ 3904 h 243"/>
                  <a:gd name="T30" fmla="*/ 0 w 372"/>
                  <a:gd name="T31" fmla="*/ 3789 h 2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72" h="243">
                    <a:moveTo>
                      <a:pt x="351" y="0"/>
                    </a:moveTo>
                    <a:cubicBezTo>
                      <a:pt x="355" y="8"/>
                      <a:pt x="365" y="20"/>
                      <a:pt x="368" y="33"/>
                    </a:cubicBezTo>
                    <a:cubicBezTo>
                      <a:pt x="372" y="54"/>
                      <a:pt x="366" y="80"/>
                      <a:pt x="361" y="106"/>
                    </a:cubicBezTo>
                    <a:cubicBezTo>
                      <a:pt x="358" y="118"/>
                      <a:pt x="359" y="133"/>
                      <a:pt x="353" y="144"/>
                    </a:cubicBezTo>
                    <a:cubicBezTo>
                      <a:pt x="348" y="154"/>
                      <a:pt x="338" y="161"/>
                      <a:pt x="331" y="170"/>
                    </a:cubicBezTo>
                    <a:cubicBezTo>
                      <a:pt x="325" y="177"/>
                      <a:pt x="321" y="189"/>
                      <a:pt x="314" y="195"/>
                    </a:cubicBezTo>
                    <a:cubicBezTo>
                      <a:pt x="305" y="202"/>
                      <a:pt x="293" y="202"/>
                      <a:pt x="281" y="207"/>
                    </a:cubicBezTo>
                    <a:cubicBezTo>
                      <a:pt x="263" y="215"/>
                      <a:pt x="245" y="221"/>
                      <a:pt x="227" y="226"/>
                    </a:cubicBezTo>
                    <a:cubicBezTo>
                      <a:pt x="220" y="228"/>
                      <a:pt x="214" y="233"/>
                      <a:pt x="208" y="235"/>
                    </a:cubicBezTo>
                    <a:cubicBezTo>
                      <a:pt x="197" y="237"/>
                      <a:pt x="187" y="235"/>
                      <a:pt x="177" y="237"/>
                    </a:cubicBezTo>
                    <a:cubicBezTo>
                      <a:pt x="169" y="238"/>
                      <a:pt x="160" y="242"/>
                      <a:pt x="152" y="243"/>
                    </a:cubicBezTo>
                    <a:cubicBezTo>
                      <a:pt x="146" y="243"/>
                      <a:pt x="140" y="240"/>
                      <a:pt x="135" y="240"/>
                    </a:cubicBezTo>
                    <a:cubicBezTo>
                      <a:pt x="127" y="240"/>
                      <a:pt x="119" y="243"/>
                      <a:pt x="112" y="243"/>
                    </a:cubicBezTo>
                    <a:cubicBezTo>
                      <a:pt x="108" y="242"/>
                      <a:pt x="104" y="239"/>
                      <a:pt x="100" y="238"/>
                    </a:cubicBezTo>
                    <a:cubicBezTo>
                      <a:pt x="66" y="234"/>
                      <a:pt x="35" y="224"/>
                      <a:pt x="8" y="206"/>
                    </a:cubicBezTo>
                    <a:cubicBezTo>
                      <a:pt x="3" y="202"/>
                      <a:pt x="0" y="200"/>
                      <a:pt x="0" y="20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07" name="Freeform 595">
                <a:extLst>
                  <a:ext uri="{FF2B5EF4-FFF2-40B4-BE49-F238E27FC236}">
                    <a16:creationId xmlns:a16="http://schemas.microsoft.com/office/drawing/2014/main" id="{80922FBA-A897-403B-AD0C-114D1B5D7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2675"/>
                <a:ext cx="983" cy="760"/>
              </a:xfrm>
              <a:custGeom>
                <a:avLst/>
                <a:gdLst>
                  <a:gd name="T0" fmla="*/ 0 w 393"/>
                  <a:gd name="T1" fmla="*/ 4493 h 285"/>
                  <a:gd name="T2" fmla="*/ 4460 w 393"/>
                  <a:gd name="T3" fmla="*/ 4515 h 285"/>
                  <a:gd name="T4" fmla="*/ 5600 w 393"/>
                  <a:gd name="T5" fmla="*/ 0 h 2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3" h="285">
                    <a:moveTo>
                      <a:pt x="0" y="237"/>
                    </a:moveTo>
                    <a:cubicBezTo>
                      <a:pt x="58" y="277"/>
                      <a:pt x="177" y="285"/>
                      <a:pt x="285" y="238"/>
                    </a:cubicBezTo>
                    <a:cubicBezTo>
                      <a:pt x="393" y="192"/>
                      <a:pt x="390" y="32"/>
                      <a:pt x="35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08" name="Freeform 596">
                <a:extLst>
                  <a:ext uri="{FF2B5EF4-FFF2-40B4-BE49-F238E27FC236}">
                    <a16:creationId xmlns:a16="http://schemas.microsoft.com/office/drawing/2014/main" id="{4DA4025E-A82C-4FA4-9F54-A7EF8621E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771"/>
                <a:ext cx="1140" cy="776"/>
              </a:xfrm>
              <a:custGeom>
                <a:avLst/>
                <a:gdLst>
                  <a:gd name="T0" fmla="*/ 6970 w 456"/>
                  <a:gd name="T1" fmla="*/ 0 h 291"/>
                  <a:gd name="T2" fmla="*/ 5645 w 456"/>
                  <a:gd name="T3" fmla="*/ 3789 h 291"/>
                  <a:gd name="T4" fmla="*/ 33 w 456"/>
                  <a:gd name="T5" fmla="*/ 3640 h 291"/>
                  <a:gd name="T6" fmla="*/ 0 w 456"/>
                  <a:gd name="T7" fmla="*/ 3605 h 2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6" h="291">
                    <a:moveTo>
                      <a:pt x="446" y="0"/>
                    </a:moveTo>
                    <a:cubicBezTo>
                      <a:pt x="450" y="30"/>
                      <a:pt x="456" y="146"/>
                      <a:pt x="361" y="200"/>
                    </a:cubicBezTo>
                    <a:cubicBezTo>
                      <a:pt x="266" y="254"/>
                      <a:pt x="85" y="291"/>
                      <a:pt x="2" y="192"/>
                    </a:cubicBezTo>
                    <a:cubicBezTo>
                      <a:pt x="0" y="190"/>
                      <a:pt x="0" y="190"/>
                      <a:pt x="0" y="19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09" name="Freeform 597">
                <a:extLst>
                  <a:ext uri="{FF2B5EF4-FFF2-40B4-BE49-F238E27FC236}">
                    <a16:creationId xmlns:a16="http://schemas.microsoft.com/office/drawing/2014/main" id="{7DFD378E-F256-482E-839B-62A96FD7A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845"/>
                <a:ext cx="230" cy="448"/>
              </a:xfrm>
              <a:custGeom>
                <a:avLst/>
                <a:gdLst>
                  <a:gd name="T0" fmla="*/ 0 w 92"/>
                  <a:gd name="T1" fmla="*/ 3187 h 168"/>
                  <a:gd name="T2" fmla="*/ 1033 w 92"/>
                  <a:gd name="T3" fmla="*/ 1899 h 168"/>
                  <a:gd name="T4" fmla="*/ 1375 w 92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68">
                    <a:moveTo>
                      <a:pt x="0" y="168"/>
                    </a:moveTo>
                    <a:cubicBezTo>
                      <a:pt x="32" y="160"/>
                      <a:pt x="59" y="119"/>
                      <a:pt x="66" y="100"/>
                    </a:cubicBezTo>
                    <a:cubicBezTo>
                      <a:pt x="75" y="70"/>
                      <a:pt x="92" y="27"/>
                      <a:pt x="8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10" name="Freeform 598">
                <a:extLst>
                  <a:ext uri="{FF2B5EF4-FFF2-40B4-BE49-F238E27FC236}">
                    <a16:creationId xmlns:a16="http://schemas.microsoft.com/office/drawing/2014/main" id="{CAE37EA8-D41C-4EAA-960D-25F78755C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3259"/>
                <a:ext cx="408" cy="178"/>
              </a:xfrm>
              <a:custGeom>
                <a:avLst/>
                <a:gdLst>
                  <a:gd name="T0" fmla="*/ 2556 w 163"/>
                  <a:gd name="T1" fmla="*/ 0 h 67"/>
                  <a:gd name="T2" fmla="*/ 0 w 163"/>
                  <a:gd name="T3" fmla="*/ 1235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3" h="67">
                    <a:moveTo>
                      <a:pt x="163" y="0"/>
                    </a:moveTo>
                    <a:cubicBezTo>
                      <a:pt x="152" y="14"/>
                      <a:pt x="64" y="67"/>
                      <a:pt x="0" y="6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11" name="Freeform 599">
                <a:extLst>
                  <a:ext uri="{FF2B5EF4-FFF2-40B4-BE49-F238E27FC236}">
                    <a16:creationId xmlns:a16="http://schemas.microsoft.com/office/drawing/2014/main" id="{8D1C1E90-1D41-4F01-A1D7-2A6284316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3267"/>
                <a:ext cx="1032" cy="248"/>
              </a:xfrm>
              <a:custGeom>
                <a:avLst/>
                <a:gdLst>
                  <a:gd name="T0" fmla="*/ 0 w 413"/>
                  <a:gd name="T1" fmla="*/ 285 h 93"/>
                  <a:gd name="T2" fmla="*/ 1324 w 413"/>
                  <a:gd name="T3" fmla="*/ 1459 h 93"/>
                  <a:gd name="T4" fmla="*/ 3883 w 413"/>
                  <a:gd name="T5" fmla="*/ 1421 h 93"/>
                  <a:gd name="T6" fmla="*/ 5632 w 413"/>
                  <a:gd name="T7" fmla="*/ 683 h 93"/>
                  <a:gd name="T8" fmla="*/ 6444 w 413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3" h="93">
                    <a:moveTo>
                      <a:pt x="0" y="15"/>
                    </a:moveTo>
                    <a:cubicBezTo>
                      <a:pt x="16" y="50"/>
                      <a:pt x="52" y="69"/>
                      <a:pt x="85" y="77"/>
                    </a:cubicBezTo>
                    <a:cubicBezTo>
                      <a:pt x="142" y="93"/>
                      <a:pt x="204" y="86"/>
                      <a:pt x="249" y="75"/>
                    </a:cubicBezTo>
                    <a:cubicBezTo>
                      <a:pt x="281" y="68"/>
                      <a:pt x="345" y="44"/>
                      <a:pt x="361" y="36"/>
                    </a:cubicBezTo>
                    <a:cubicBezTo>
                      <a:pt x="380" y="27"/>
                      <a:pt x="398" y="15"/>
                      <a:pt x="41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12" name="Freeform 600">
                <a:extLst>
                  <a:ext uri="{FF2B5EF4-FFF2-40B4-BE49-F238E27FC236}">
                    <a16:creationId xmlns:a16="http://schemas.microsoft.com/office/drawing/2014/main" id="{89743678-1318-4FA8-A6E8-7972DD6DB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3395"/>
                <a:ext cx="872" cy="170"/>
              </a:xfrm>
              <a:custGeom>
                <a:avLst/>
                <a:gdLst>
                  <a:gd name="T0" fmla="*/ 5444 w 349"/>
                  <a:gd name="T1" fmla="*/ 579 h 64"/>
                  <a:gd name="T2" fmla="*/ 2496 w 349"/>
                  <a:gd name="T3" fmla="*/ 1086 h 64"/>
                  <a:gd name="T4" fmla="*/ 0 w 349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9" h="64">
                    <a:moveTo>
                      <a:pt x="349" y="31"/>
                    </a:moveTo>
                    <a:cubicBezTo>
                      <a:pt x="250" y="64"/>
                      <a:pt x="160" y="58"/>
                      <a:pt x="160" y="58"/>
                    </a:cubicBezTo>
                    <a:cubicBezTo>
                      <a:pt x="62" y="56"/>
                      <a:pt x="36" y="3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13" name="Freeform 601">
                <a:extLst>
                  <a:ext uri="{FF2B5EF4-FFF2-40B4-BE49-F238E27FC236}">
                    <a16:creationId xmlns:a16="http://schemas.microsoft.com/office/drawing/2014/main" id="{D019550D-44B3-4F50-9EEA-8773B7050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3451"/>
                <a:ext cx="603" cy="157"/>
              </a:xfrm>
              <a:custGeom>
                <a:avLst/>
                <a:gdLst>
                  <a:gd name="T0" fmla="*/ 3776 w 241"/>
                  <a:gd name="T1" fmla="*/ 963 h 59"/>
                  <a:gd name="T2" fmla="*/ 0 w 241"/>
                  <a:gd name="T3" fmla="*/ 0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1" h="59">
                    <a:moveTo>
                      <a:pt x="241" y="51"/>
                    </a:moveTo>
                    <a:cubicBezTo>
                      <a:pt x="186" y="58"/>
                      <a:pt x="43" y="5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14" name="Freeform 602">
                <a:extLst>
                  <a:ext uri="{FF2B5EF4-FFF2-40B4-BE49-F238E27FC236}">
                    <a16:creationId xmlns:a16="http://schemas.microsoft.com/office/drawing/2014/main" id="{81CAE1A0-5BA2-4DF4-B040-4BA71AECF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821"/>
                <a:ext cx="108" cy="67"/>
              </a:xfrm>
              <a:custGeom>
                <a:avLst/>
                <a:gdLst>
                  <a:gd name="T0" fmla="*/ 681 w 43"/>
                  <a:gd name="T1" fmla="*/ 35 h 25"/>
                  <a:gd name="T2" fmla="*/ 0 w 43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5">
                    <a:moveTo>
                      <a:pt x="43" y="2"/>
                    </a:moveTo>
                    <a:cubicBezTo>
                      <a:pt x="24" y="0"/>
                      <a:pt x="10" y="11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15" name="Freeform 603">
                <a:extLst>
                  <a:ext uri="{FF2B5EF4-FFF2-40B4-BE49-F238E27FC236}">
                    <a16:creationId xmlns:a16="http://schemas.microsoft.com/office/drawing/2014/main" id="{BCE7D51F-2EAF-4E4B-9DDE-EE998224D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837"/>
                <a:ext cx="178" cy="136"/>
              </a:xfrm>
              <a:custGeom>
                <a:avLst/>
                <a:gdLst>
                  <a:gd name="T0" fmla="*/ 1118 w 71"/>
                  <a:gd name="T1" fmla="*/ 35 h 51"/>
                  <a:gd name="T2" fmla="*/ 0 w 71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51">
                    <a:moveTo>
                      <a:pt x="71" y="2"/>
                    </a:moveTo>
                    <a:cubicBezTo>
                      <a:pt x="49" y="0"/>
                      <a:pt x="2" y="17"/>
                      <a:pt x="0" y="5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16" name="Freeform 604">
                <a:extLst>
                  <a:ext uri="{FF2B5EF4-FFF2-40B4-BE49-F238E27FC236}">
                    <a16:creationId xmlns:a16="http://schemas.microsoft.com/office/drawing/2014/main" id="{02204AE8-B743-4B7D-9AFE-9F534FDAE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856"/>
                <a:ext cx="305" cy="181"/>
              </a:xfrm>
              <a:custGeom>
                <a:avLst/>
                <a:gdLst>
                  <a:gd name="T0" fmla="*/ 33 w 122"/>
                  <a:gd name="T1" fmla="*/ 1283 h 68"/>
                  <a:gd name="T2" fmla="*/ 458 w 122"/>
                  <a:gd name="T3" fmla="*/ 397 h 68"/>
                  <a:gd name="T4" fmla="*/ 738 w 122"/>
                  <a:gd name="T5" fmla="*/ 170 h 68"/>
                  <a:gd name="T6" fmla="*/ 988 w 122"/>
                  <a:gd name="T7" fmla="*/ 136 h 68"/>
                  <a:gd name="T8" fmla="*/ 1583 w 122"/>
                  <a:gd name="T9" fmla="*/ 21 h 68"/>
                  <a:gd name="T10" fmla="*/ 1908 w 122"/>
                  <a:gd name="T11" fmla="*/ 114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68">
                    <a:moveTo>
                      <a:pt x="2" y="68"/>
                    </a:moveTo>
                    <a:cubicBezTo>
                      <a:pt x="0" y="47"/>
                      <a:pt x="12" y="32"/>
                      <a:pt x="29" y="21"/>
                    </a:cubicBezTo>
                    <a:cubicBezTo>
                      <a:pt x="35" y="18"/>
                      <a:pt x="40" y="12"/>
                      <a:pt x="47" y="9"/>
                    </a:cubicBezTo>
                    <a:cubicBezTo>
                      <a:pt x="52" y="7"/>
                      <a:pt x="58" y="8"/>
                      <a:pt x="63" y="7"/>
                    </a:cubicBezTo>
                    <a:cubicBezTo>
                      <a:pt x="79" y="2"/>
                      <a:pt x="94" y="0"/>
                      <a:pt x="101" y="1"/>
                    </a:cubicBezTo>
                    <a:cubicBezTo>
                      <a:pt x="91" y="13"/>
                      <a:pt x="122" y="33"/>
                      <a:pt x="122" y="6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17" name="Freeform 605">
                <a:extLst>
                  <a:ext uri="{FF2B5EF4-FFF2-40B4-BE49-F238E27FC236}">
                    <a16:creationId xmlns:a16="http://schemas.microsoft.com/office/drawing/2014/main" id="{C5EFEF18-62F4-4206-9BF1-B9B220DDD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755"/>
                <a:ext cx="127" cy="237"/>
              </a:xfrm>
              <a:custGeom>
                <a:avLst/>
                <a:gdLst>
                  <a:gd name="T0" fmla="*/ 0 w 51"/>
                  <a:gd name="T1" fmla="*/ 0 h 89"/>
                  <a:gd name="T2" fmla="*/ 662 w 51"/>
                  <a:gd name="T3" fmla="*/ 1680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89">
                    <a:moveTo>
                      <a:pt x="0" y="0"/>
                    </a:moveTo>
                    <a:cubicBezTo>
                      <a:pt x="21" y="12"/>
                      <a:pt x="51" y="38"/>
                      <a:pt x="43" y="8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18" name="Freeform 606">
                <a:extLst>
                  <a:ext uri="{FF2B5EF4-FFF2-40B4-BE49-F238E27FC236}">
                    <a16:creationId xmlns:a16="http://schemas.microsoft.com/office/drawing/2014/main" id="{784F1AA9-B5C4-41DC-A1BF-D508A4A07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779"/>
                <a:ext cx="162" cy="405"/>
              </a:xfrm>
              <a:custGeom>
                <a:avLst/>
                <a:gdLst>
                  <a:gd name="T0" fmla="*/ 0 w 65"/>
                  <a:gd name="T1" fmla="*/ 0 h 152"/>
                  <a:gd name="T2" fmla="*/ 591 w 65"/>
                  <a:gd name="T3" fmla="*/ 2875 h 1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52">
                    <a:moveTo>
                      <a:pt x="0" y="0"/>
                    </a:moveTo>
                    <a:cubicBezTo>
                      <a:pt x="25" y="10"/>
                      <a:pt x="65" y="86"/>
                      <a:pt x="38" y="15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19" name="Freeform 607">
                <a:extLst>
                  <a:ext uri="{FF2B5EF4-FFF2-40B4-BE49-F238E27FC236}">
                    <a16:creationId xmlns:a16="http://schemas.microsoft.com/office/drawing/2014/main" id="{A6AB8CE9-E6FE-42AE-AFC3-51714F2EA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789"/>
                <a:ext cx="148" cy="472"/>
              </a:xfrm>
              <a:custGeom>
                <a:avLst/>
                <a:gdLst>
                  <a:gd name="T0" fmla="*/ 0 w 59"/>
                  <a:gd name="T1" fmla="*/ 0 h 177"/>
                  <a:gd name="T2" fmla="*/ 788 w 59"/>
                  <a:gd name="T3" fmla="*/ 1613 h 177"/>
                  <a:gd name="T4" fmla="*/ 396 w 59"/>
                  <a:gd name="T5" fmla="*/ 3357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77">
                    <a:moveTo>
                      <a:pt x="0" y="0"/>
                    </a:moveTo>
                    <a:cubicBezTo>
                      <a:pt x="25" y="7"/>
                      <a:pt x="41" y="34"/>
                      <a:pt x="50" y="85"/>
                    </a:cubicBezTo>
                    <a:cubicBezTo>
                      <a:pt x="59" y="135"/>
                      <a:pt x="55" y="155"/>
                      <a:pt x="25" y="17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20" name="Freeform 608">
                <a:extLst>
                  <a:ext uri="{FF2B5EF4-FFF2-40B4-BE49-F238E27FC236}">
                    <a16:creationId xmlns:a16="http://schemas.microsoft.com/office/drawing/2014/main" id="{FFF8C63A-BC86-4776-AF4F-D0C887E06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699"/>
                <a:ext cx="378" cy="610"/>
              </a:xfrm>
              <a:custGeom>
                <a:avLst/>
                <a:gdLst>
                  <a:gd name="T0" fmla="*/ 2025 w 151"/>
                  <a:gd name="T1" fmla="*/ 0 h 229"/>
                  <a:gd name="T2" fmla="*/ 1975 w 151"/>
                  <a:gd name="T3" fmla="*/ 3023 h 229"/>
                  <a:gd name="T4" fmla="*/ 0 w 151"/>
                  <a:gd name="T5" fmla="*/ 4329 h 2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229">
                    <a:moveTo>
                      <a:pt x="129" y="0"/>
                    </a:moveTo>
                    <a:cubicBezTo>
                      <a:pt x="151" y="40"/>
                      <a:pt x="148" y="116"/>
                      <a:pt x="126" y="160"/>
                    </a:cubicBezTo>
                    <a:cubicBezTo>
                      <a:pt x="103" y="205"/>
                      <a:pt x="54" y="226"/>
                      <a:pt x="0" y="22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21" name="Freeform 609">
                <a:extLst>
                  <a:ext uri="{FF2B5EF4-FFF2-40B4-BE49-F238E27FC236}">
                    <a16:creationId xmlns:a16="http://schemas.microsoft.com/office/drawing/2014/main" id="{B1C52DC0-918A-4F8E-A4E4-248F7AE02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2824"/>
                <a:ext cx="215" cy="469"/>
              </a:xfrm>
              <a:custGeom>
                <a:avLst/>
                <a:gdLst>
                  <a:gd name="T0" fmla="*/ 0 w 86"/>
                  <a:gd name="T1" fmla="*/ 0 h 176"/>
                  <a:gd name="T2" fmla="*/ 1238 w 86"/>
                  <a:gd name="T3" fmla="*/ 1399 h 176"/>
                  <a:gd name="T4" fmla="*/ 845 w 86"/>
                  <a:gd name="T5" fmla="*/ 3331 h 1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76">
                    <a:moveTo>
                      <a:pt x="0" y="0"/>
                    </a:moveTo>
                    <a:cubicBezTo>
                      <a:pt x="23" y="0"/>
                      <a:pt x="73" y="41"/>
                      <a:pt x="79" y="74"/>
                    </a:cubicBezTo>
                    <a:cubicBezTo>
                      <a:pt x="86" y="108"/>
                      <a:pt x="78" y="162"/>
                      <a:pt x="54" y="17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22" name="Freeform 610">
                <a:extLst>
                  <a:ext uri="{FF2B5EF4-FFF2-40B4-BE49-F238E27FC236}">
                    <a16:creationId xmlns:a16="http://schemas.microsoft.com/office/drawing/2014/main" id="{EC370D64-3455-4065-B906-69C01D252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827"/>
                <a:ext cx="172" cy="493"/>
              </a:xfrm>
              <a:custGeom>
                <a:avLst/>
                <a:gdLst>
                  <a:gd name="T0" fmla="*/ 0 w 69"/>
                  <a:gd name="T1" fmla="*/ 0 h 185"/>
                  <a:gd name="T2" fmla="*/ 870 w 69"/>
                  <a:gd name="T3" fmla="*/ 1194 h 185"/>
                  <a:gd name="T4" fmla="*/ 374 w 69"/>
                  <a:gd name="T5" fmla="*/ 3502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85">
                    <a:moveTo>
                      <a:pt x="0" y="0"/>
                    </a:moveTo>
                    <a:cubicBezTo>
                      <a:pt x="13" y="9"/>
                      <a:pt x="43" y="34"/>
                      <a:pt x="56" y="63"/>
                    </a:cubicBezTo>
                    <a:cubicBezTo>
                      <a:pt x="69" y="91"/>
                      <a:pt x="64" y="159"/>
                      <a:pt x="24" y="18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23" name="Freeform 611">
                <a:extLst>
                  <a:ext uri="{FF2B5EF4-FFF2-40B4-BE49-F238E27FC236}">
                    <a16:creationId xmlns:a16="http://schemas.microsoft.com/office/drawing/2014/main" id="{C0B4E344-A3FC-4C57-80A1-6116B9B8C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843"/>
                <a:ext cx="178" cy="506"/>
              </a:xfrm>
              <a:custGeom>
                <a:avLst/>
                <a:gdLst>
                  <a:gd name="T0" fmla="*/ 175 w 71"/>
                  <a:gd name="T1" fmla="*/ 0 h 190"/>
                  <a:gd name="T2" fmla="*/ 930 w 71"/>
                  <a:gd name="T3" fmla="*/ 1419 h 190"/>
                  <a:gd name="T4" fmla="*/ 0 w 71"/>
                  <a:gd name="T5" fmla="*/ 359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90">
                    <a:moveTo>
                      <a:pt x="11" y="0"/>
                    </a:moveTo>
                    <a:cubicBezTo>
                      <a:pt x="18" y="0"/>
                      <a:pt x="54" y="35"/>
                      <a:pt x="59" y="75"/>
                    </a:cubicBezTo>
                    <a:cubicBezTo>
                      <a:pt x="64" y="116"/>
                      <a:pt x="71" y="177"/>
                      <a:pt x="0" y="19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24" name="Freeform 612">
                <a:extLst>
                  <a:ext uri="{FF2B5EF4-FFF2-40B4-BE49-F238E27FC236}">
                    <a16:creationId xmlns:a16="http://schemas.microsoft.com/office/drawing/2014/main" id="{D09ABD78-9997-4BE7-B45F-636921192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917"/>
                <a:ext cx="220" cy="443"/>
              </a:xfrm>
              <a:custGeom>
                <a:avLst/>
                <a:gdLst>
                  <a:gd name="T0" fmla="*/ 738 w 88"/>
                  <a:gd name="T1" fmla="*/ 0 h 166"/>
                  <a:gd name="T2" fmla="*/ 0 w 88"/>
                  <a:gd name="T3" fmla="*/ 3154 h 1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166">
                    <a:moveTo>
                      <a:pt x="47" y="0"/>
                    </a:moveTo>
                    <a:cubicBezTo>
                      <a:pt x="65" y="5"/>
                      <a:pt x="88" y="146"/>
                      <a:pt x="0" y="16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25" name="Freeform 613">
                <a:extLst>
                  <a:ext uri="{FF2B5EF4-FFF2-40B4-BE49-F238E27FC236}">
                    <a16:creationId xmlns:a16="http://schemas.microsoft.com/office/drawing/2014/main" id="{9768F5BC-CB5E-4152-88DD-02F33AC5D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3048"/>
                <a:ext cx="128" cy="315"/>
              </a:xfrm>
              <a:custGeom>
                <a:avLst/>
                <a:gdLst>
                  <a:gd name="T0" fmla="*/ 346 w 51"/>
                  <a:gd name="T1" fmla="*/ 0 h 118"/>
                  <a:gd name="T2" fmla="*/ 0 w 51"/>
                  <a:gd name="T3" fmla="*/ 2130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18">
                    <a:moveTo>
                      <a:pt x="22" y="0"/>
                    </a:moveTo>
                    <a:cubicBezTo>
                      <a:pt x="45" y="16"/>
                      <a:pt x="51" y="118"/>
                      <a:pt x="0" y="1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26" name="Freeform 614">
                <a:extLst>
                  <a:ext uri="{FF2B5EF4-FFF2-40B4-BE49-F238E27FC236}">
                    <a16:creationId xmlns:a16="http://schemas.microsoft.com/office/drawing/2014/main" id="{3DE205F7-68F3-4620-AB1D-2A0EAF9D3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3075"/>
                <a:ext cx="142" cy="288"/>
              </a:xfrm>
              <a:custGeom>
                <a:avLst/>
                <a:gdLst>
                  <a:gd name="T0" fmla="*/ 167 w 57"/>
                  <a:gd name="T1" fmla="*/ 0 h 108"/>
                  <a:gd name="T2" fmla="*/ 0 w 57"/>
                  <a:gd name="T3" fmla="*/ 1843 h 1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08">
                    <a:moveTo>
                      <a:pt x="11" y="0"/>
                    </a:moveTo>
                    <a:cubicBezTo>
                      <a:pt x="24" y="9"/>
                      <a:pt x="57" y="108"/>
                      <a:pt x="0" y="9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27" name="Freeform 615">
                <a:extLst>
                  <a:ext uri="{FF2B5EF4-FFF2-40B4-BE49-F238E27FC236}">
                    <a16:creationId xmlns:a16="http://schemas.microsoft.com/office/drawing/2014/main" id="{F060B008-22DC-44C2-9A01-9D79CACC2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3099"/>
                <a:ext cx="115" cy="213"/>
              </a:xfrm>
              <a:custGeom>
                <a:avLst/>
                <a:gdLst>
                  <a:gd name="T0" fmla="*/ 458 w 46"/>
                  <a:gd name="T1" fmla="*/ 0 h 80"/>
                  <a:gd name="T2" fmla="*/ 0 w 46"/>
                  <a:gd name="T3" fmla="*/ 1398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80">
                    <a:moveTo>
                      <a:pt x="29" y="0"/>
                    </a:moveTo>
                    <a:cubicBezTo>
                      <a:pt x="46" y="22"/>
                      <a:pt x="43" y="80"/>
                      <a:pt x="0" y="7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28" name="Freeform 616">
                <a:extLst>
                  <a:ext uri="{FF2B5EF4-FFF2-40B4-BE49-F238E27FC236}">
                    <a16:creationId xmlns:a16="http://schemas.microsoft.com/office/drawing/2014/main" id="{3A2423F8-B157-4D56-91F9-6124232BB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141"/>
                <a:ext cx="2825" cy="1528"/>
              </a:xfrm>
              <a:custGeom>
                <a:avLst/>
                <a:gdLst>
                  <a:gd name="T0" fmla="*/ 15613 w 1130"/>
                  <a:gd name="T1" fmla="*/ 8797 h 573"/>
                  <a:gd name="T2" fmla="*/ 14895 w 1130"/>
                  <a:gd name="T3" fmla="*/ 9408 h 573"/>
                  <a:gd name="T4" fmla="*/ 14563 w 1130"/>
                  <a:gd name="T5" fmla="*/ 9672 h 573"/>
                  <a:gd name="T6" fmla="*/ 13363 w 1130"/>
                  <a:gd name="T7" fmla="*/ 10317 h 573"/>
                  <a:gd name="T8" fmla="*/ 12658 w 1130"/>
                  <a:gd name="T9" fmla="*/ 10659 h 573"/>
                  <a:gd name="T10" fmla="*/ 11688 w 1130"/>
                  <a:gd name="T11" fmla="*/ 10867 h 573"/>
                  <a:gd name="T12" fmla="*/ 10238 w 1130"/>
                  <a:gd name="T13" fmla="*/ 10411 h 573"/>
                  <a:gd name="T14" fmla="*/ 9300 w 1130"/>
                  <a:gd name="T15" fmla="*/ 8952 h 573"/>
                  <a:gd name="T16" fmla="*/ 8833 w 1130"/>
                  <a:gd name="T17" fmla="*/ 9139 h 573"/>
                  <a:gd name="T18" fmla="*/ 7613 w 1130"/>
                  <a:gd name="T19" fmla="*/ 10261 h 573"/>
                  <a:gd name="T20" fmla="*/ 6583 w 1130"/>
                  <a:gd name="T21" fmla="*/ 10808 h 573"/>
                  <a:gd name="T22" fmla="*/ 5500 w 1130"/>
                  <a:gd name="T23" fmla="*/ 10717 h 573"/>
                  <a:gd name="T24" fmla="*/ 4645 w 1130"/>
                  <a:gd name="T25" fmla="*/ 10445 h 573"/>
                  <a:gd name="T26" fmla="*/ 3675 w 1130"/>
                  <a:gd name="T27" fmla="*/ 10069 h 573"/>
                  <a:gd name="T28" fmla="*/ 2925 w 1130"/>
                  <a:gd name="T29" fmla="*/ 9501 h 573"/>
                  <a:gd name="T30" fmla="*/ 2375 w 1130"/>
                  <a:gd name="T31" fmla="*/ 9181 h 573"/>
                  <a:gd name="T32" fmla="*/ 1958 w 1130"/>
                  <a:gd name="T33" fmla="*/ 8739 h 573"/>
                  <a:gd name="T34" fmla="*/ 563 w 1130"/>
                  <a:gd name="T35" fmla="*/ 7019 h 573"/>
                  <a:gd name="T36" fmla="*/ 158 w 1130"/>
                  <a:gd name="T37" fmla="*/ 5653 h 573"/>
                  <a:gd name="T38" fmla="*/ 458 w 1130"/>
                  <a:gd name="T39" fmla="*/ 4573 h 573"/>
                  <a:gd name="T40" fmla="*/ 1158 w 1130"/>
                  <a:gd name="T41" fmla="*/ 3677 h 573"/>
                  <a:gd name="T42" fmla="*/ 1520 w 1130"/>
                  <a:gd name="T43" fmla="*/ 2901 h 573"/>
                  <a:gd name="T44" fmla="*/ 1970 w 1130"/>
                  <a:gd name="T45" fmla="*/ 2389 h 573"/>
                  <a:gd name="T46" fmla="*/ 2345 w 1130"/>
                  <a:gd name="T47" fmla="*/ 1955 h 573"/>
                  <a:gd name="T48" fmla="*/ 2738 w 1130"/>
                  <a:gd name="T49" fmla="*/ 1557 h 573"/>
                  <a:gd name="T50" fmla="*/ 3313 w 1130"/>
                  <a:gd name="T51" fmla="*/ 1160 h 573"/>
                  <a:gd name="T52" fmla="*/ 3770 w 1130"/>
                  <a:gd name="T53" fmla="*/ 760 h 573"/>
                  <a:gd name="T54" fmla="*/ 4425 w 1130"/>
                  <a:gd name="T55" fmla="*/ 456 h 573"/>
                  <a:gd name="T56" fmla="*/ 6895 w 1130"/>
                  <a:gd name="T57" fmla="*/ 931 h 573"/>
                  <a:gd name="T58" fmla="*/ 8833 w 1130"/>
                  <a:gd name="T59" fmla="*/ 1173 h 573"/>
                  <a:gd name="T60" fmla="*/ 9833 w 1130"/>
                  <a:gd name="T61" fmla="*/ 1365 h 573"/>
                  <a:gd name="T62" fmla="*/ 11720 w 1130"/>
                  <a:gd name="T63" fmla="*/ 307 h 573"/>
                  <a:gd name="T64" fmla="*/ 13625 w 1130"/>
                  <a:gd name="T65" fmla="*/ 547 h 573"/>
                  <a:gd name="T66" fmla="*/ 13895 w 1130"/>
                  <a:gd name="T67" fmla="*/ 760 h 573"/>
                  <a:gd name="T68" fmla="*/ 14708 w 1130"/>
                  <a:gd name="T69" fmla="*/ 1421 h 573"/>
                  <a:gd name="T70" fmla="*/ 15158 w 1130"/>
                  <a:gd name="T71" fmla="*/ 1821 h 573"/>
                  <a:gd name="T72" fmla="*/ 15500 w 1130"/>
                  <a:gd name="T73" fmla="*/ 2240 h 573"/>
                  <a:gd name="T74" fmla="*/ 15875 w 1130"/>
                  <a:gd name="T75" fmla="*/ 2696 h 573"/>
                  <a:gd name="T76" fmla="*/ 16300 w 1130"/>
                  <a:gd name="T77" fmla="*/ 3320 h 573"/>
                  <a:gd name="T78" fmla="*/ 16720 w 1130"/>
                  <a:gd name="T79" fmla="*/ 4061 h 573"/>
                  <a:gd name="T80" fmla="*/ 17425 w 1130"/>
                  <a:gd name="T81" fmla="*/ 5085 h 573"/>
                  <a:gd name="T82" fmla="*/ 17238 w 1130"/>
                  <a:gd name="T83" fmla="*/ 6336 h 573"/>
                  <a:gd name="T84" fmla="*/ 16375 w 1130"/>
                  <a:gd name="T85" fmla="*/ 7944 h 57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30" h="573">
                    <a:moveTo>
                      <a:pt x="1022" y="448"/>
                    </a:moveTo>
                    <a:cubicBezTo>
                      <a:pt x="1017" y="453"/>
                      <a:pt x="1005" y="459"/>
                      <a:pt x="999" y="464"/>
                    </a:cubicBezTo>
                    <a:cubicBezTo>
                      <a:pt x="993" y="470"/>
                      <a:pt x="987" y="479"/>
                      <a:pt x="979" y="484"/>
                    </a:cubicBezTo>
                    <a:cubicBezTo>
                      <a:pt x="972" y="490"/>
                      <a:pt x="962" y="492"/>
                      <a:pt x="953" y="496"/>
                    </a:cubicBezTo>
                    <a:cubicBezTo>
                      <a:pt x="950" y="497"/>
                      <a:pt x="947" y="499"/>
                      <a:pt x="944" y="501"/>
                    </a:cubicBezTo>
                    <a:cubicBezTo>
                      <a:pt x="939" y="503"/>
                      <a:pt x="937" y="508"/>
                      <a:pt x="932" y="510"/>
                    </a:cubicBezTo>
                    <a:cubicBezTo>
                      <a:pt x="925" y="514"/>
                      <a:pt x="905" y="527"/>
                      <a:pt x="896" y="531"/>
                    </a:cubicBezTo>
                    <a:cubicBezTo>
                      <a:pt x="882" y="538"/>
                      <a:pt x="862" y="541"/>
                      <a:pt x="855" y="544"/>
                    </a:cubicBezTo>
                    <a:cubicBezTo>
                      <a:pt x="847" y="547"/>
                      <a:pt x="841" y="548"/>
                      <a:pt x="834" y="551"/>
                    </a:cubicBezTo>
                    <a:cubicBezTo>
                      <a:pt x="824" y="554"/>
                      <a:pt x="818" y="559"/>
                      <a:pt x="810" y="562"/>
                    </a:cubicBezTo>
                    <a:cubicBezTo>
                      <a:pt x="803" y="564"/>
                      <a:pt x="786" y="564"/>
                      <a:pt x="779" y="565"/>
                    </a:cubicBezTo>
                    <a:cubicBezTo>
                      <a:pt x="765" y="568"/>
                      <a:pt x="761" y="572"/>
                      <a:pt x="748" y="573"/>
                    </a:cubicBezTo>
                    <a:cubicBezTo>
                      <a:pt x="738" y="573"/>
                      <a:pt x="720" y="572"/>
                      <a:pt x="710" y="570"/>
                    </a:cubicBezTo>
                    <a:cubicBezTo>
                      <a:pt x="688" y="567"/>
                      <a:pt x="675" y="561"/>
                      <a:pt x="655" y="549"/>
                    </a:cubicBezTo>
                    <a:cubicBezTo>
                      <a:pt x="651" y="547"/>
                      <a:pt x="647" y="543"/>
                      <a:pt x="644" y="541"/>
                    </a:cubicBezTo>
                    <a:cubicBezTo>
                      <a:pt x="626" y="529"/>
                      <a:pt x="596" y="481"/>
                      <a:pt x="595" y="472"/>
                    </a:cubicBezTo>
                    <a:cubicBezTo>
                      <a:pt x="589" y="481"/>
                      <a:pt x="575" y="482"/>
                      <a:pt x="566" y="482"/>
                    </a:cubicBezTo>
                    <a:cubicBezTo>
                      <a:pt x="565" y="482"/>
                      <a:pt x="565" y="482"/>
                      <a:pt x="565" y="482"/>
                    </a:cubicBezTo>
                    <a:cubicBezTo>
                      <a:pt x="556" y="482"/>
                      <a:pt x="542" y="481"/>
                      <a:pt x="537" y="472"/>
                    </a:cubicBezTo>
                    <a:cubicBezTo>
                      <a:pt x="536" y="481"/>
                      <a:pt x="505" y="529"/>
                      <a:pt x="487" y="541"/>
                    </a:cubicBezTo>
                    <a:cubicBezTo>
                      <a:pt x="484" y="543"/>
                      <a:pt x="480" y="547"/>
                      <a:pt x="477" y="549"/>
                    </a:cubicBezTo>
                    <a:cubicBezTo>
                      <a:pt x="457" y="561"/>
                      <a:pt x="443" y="567"/>
                      <a:pt x="421" y="570"/>
                    </a:cubicBezTo>
                    <a:cubicBezTo>
                      <a:pt x="411" y="572"/>
                      <a:pt x="394" y="573"/>
                      <a:pt x="383" y="573"/>
                    </a:cubicBezTo>
                    <a:cubicBezTo>
                      <a:pt x="370" y="572"/>
                      <a:pt x="366" y="568"/>
                      <a:pt x="352" y="565"/>
                    </a:cubicBezTo>
                    <a:cubicBezTo>
                      <a:pt x="345" y="564"/>
                      <a:pt x="329" y="564"/>
                      <a:pt x="322" y="562"/>
                    </a:cubicBezTo>
                    <a:cubicBezTo>
                      <a:pt x="314" y="559"/>
                      <a:pt x="307" y="554"/>
                      <a:pt x="297" y="551"/>
                    </a:cubicBezTo>
                    <a:cubicBezTo>
                      <a:pt x="290" y="548"/>
                      <a:pt x="284" y="547"/>
                      <a:pt x="276" y="544"/>
                    </a:cubicBezTo>
                    <a:cubicBezTo>
                      <a:pt x="270" y="541"/>
                      <a:pt x="249" y="538"/>
                      <a:pt x="235" y="531"/>
                    </a:cubicBezTo>
                    <a:cubicBezTo>
                      <a:pt x="226" y="527"/>
                      <a:pt x="206" y="514"/>
                      <a:pt x="199" y="510"/>
                    </a:cubicBezTo>
                    <a:cubicBezTo>
                      <a:pt x="194" y="508"/>
                      <a:pt x="192" y="503"/>
                      <a:pt x="187" y="501"/>
                    </a:cubicBezTo>
                    <a:cubicBezTo>
                      <a:pt x="185" y="499"/>
                      <a:pt x="181" y="497"/>
                      <a:pt x="178" y="496"/>
                    </a:cubicBezTo>
                    <a:cubicBezTo>
                      <a:pt x="169" y="492"/>
                      <a:pt x="160" y="490"/>
                      <a:pt x="152" y="484"/>
                    </a:cubicBezTo>
                    <a:cubicBezTo>
                      <a:pt x="144" y="479"/>
                      <a:pt x="139" y="470"/>
                      <a:pt x="132" y="464"/>
                    </a:cubicBezTo>
                    <a:cubicBezTo>
                      <a:pt x="132" y="464"/>
                      <a:pt x="129" y="462"/>
                      <a:pt x="125" y="461"/>
                    </a:cubicBezTo>
                    <a:cubicBezTo>
                      <a:pt x="114" y="459"/>
                      <a:pt x="75" y="433"/>
                      <a:pt x="75" y="419"/>
                    </a:cubicBezTo>
                    <a:cubicBezTo>
                      <a:pt x="66" y="419"/>
                      <a:pt x="36" y="394"/>
                      <a:pt x="36" y="370"/>
                    </a:cubicBezTo>
                    <a:cubicBezTo>
                      <a:pt x="28" y="367"/>
                      <a:pt x="11" y="346"/>
                      <a:pt x="19" y="334"/>
                    </a:cubicBezTo>
                    <a:cubicBezTo>
                      <a:pt x="13" y="329"/>
                      <a:pt x="3" y="308"/>
                      <a:pt x="10" y="298"/>
                    </a:cubicBezTo>
                    <a:cubicBezTo>
                      <a:pt x="7" y="294"/>
                      <a:pt x="0" y="286"/>
                      <a:pt x="4" y="272"/>
                    </a:cubicBezTo>
                    <a:cubicBezTo>
                      <a:pt x="8" y="258"/>
                      <a:pt x="23" y="245"/>
                      <a:pt x="29" y="241"/>
                    </a:cubicBezTo>
                    <a:cubicBezTo>
                      <a:pt x="28" y="234"/>
                      <a:pt x="38" y="219"/>
                      <a:pt x="52" y="214"/>
                    </a:cubicBezTo>
                    <a:cubicBezTo>
                      <a:pt x="50" y="208"/>
                      <a:pt x="68" y="190"/>
                      <a:pt x="74" y="194"/>
                    </a:cubicBezTo>
                    <a:cubicBezTo>
                      <a:pt x="75" y="185"/>
                      <a:pt x="74" y="174"/>
                      <a:pt x="89" y="170"/>
                    </a:cubicBezTo>
                    <a:cubicBezTo>
                      <a:pt x="89" y="170"/>
                      <a:pt x="89" y="163"/>
                      <a:pt x="97" y="153"/>
                    </a:cubicBezTo>
                    <a:cubicBezTo>
                      <a:pt x="106" y="143"/>
                      <a:pt x="111" y="143"/>
                      <a:pt x="115" y="142"/>
                    </a:cubicBezTo>
                    <a:cubicBezTo>
                      <a:pt x="118" y="139"/>
                      <a:pt x="123" y="130"/>
                      <a:pt x="126" y="126"/>
                    </a:cubicBezTo>
                    <a:cubicBezTo>
                      <a:pt x="131" y="121"/>
                      <a:pt x="134" y="123"/>
                      <a:pt x="139" y="118"/>
                    </a:cubicBezTo>
                    <a:cubicBezTo>
                      <a:pt x="142" y="114"/>
                      <a:pt x="146" y="106"/>
                      <a:pt x="150" y="103"/>
                    </a:cubicBezTo>
                    <a:cubicBezTo>
                      <a:pt x="153" y="99"/>
                      <a:pt x="158" y="100"/>
                      <a:pt x="161" y="96"/>
                    </a:cubicBezTo>
                    <a:cubicBezTo>
                      <a:pt x="166" y="92"/>
                      <a:pt x="170" y="86"/>
                      <a:pt x="175" y="82"/>
                    </a:cubicBezTo>
                    <a:cubicBezTo>
                      <a:pt x="180" y="79"/>
                      <a:pt x="186" y="78"/>
                      <a:pt x="190" y="75"/>
                    </a:cubicBezTo>
                    <a:cubicBezTo>
                      <a:pt x="194" y="68"/>
                      <a:pt x="205" y="63"/>
                      <a:pt x="212" y="61"/>
                    </a:cubicBezTo>
                    <a:cubicBezTo>
                      <a:pt x="220" y="52"/>
                      <a:pt x="229" y="46"/>
                      <a:pt x="242" y="40"/>
                    </a:cubicBezTo>
                    <a:cubicBezTo>
                      <a:pt x="242" y="40"/>
                      <a:pt x="242" y="40"/>
                      <a:pt x="241" y="40"/>
                    </a:cubicBezTo>
                    <a:cubicBezTo>
                      <a:pt x="244" y="37"/>
                      <a:pt x="254" y="31"/>
                      <a:pt x="260" y="29"/>
                    </a:cubicBezTo>
                    <a:cubicBezTo>
                      <a:pt x="267" y="26"/>
                      <a:pt x="275" y="27"/>
                      <a:pt x="283" y="24"/>
                    </a:cubicBezTo>
                    <a:cubicBezTo>
                      <a:pt x="314" y="11"/>
                      <a:pt x="345" y="0"/>
                      <a:pt x="382" y="16"/>
                    </a:cubicBezTo>
                    <a:cubicBezTo>
                      <a:pt x="402" y="24"/>
                      <a:pt x="419" y="41"/>
                      <a:pt x="441" y="49"/>
                    </a:cubicBezTo>
                    <a:cubicBezTo>
                      <a:pt x="458" y="55"/>
                      <a:pt x="496" y="52"/>
                      <a:pt x="502" y="72"/>
                    </a:cubicBezTo>
                    <a:cubicBezTo>
                      <a:pt x="507" y="70"/>
                      <a:pt x="530" y="62"/>
                      <a:pt x="565" y="62"/>
                    </a:cubicBezTo>
                    <a:cubicBezTo>
                      <a:pt x="566" y="62"/>
                      <a:pt x="566" y="62"/>
                      <a:pt x="566" y="62"/>
                    </a:cubicBezTo>
                    <a:cubicBezTo>
                      <a:pt x="601" y="62"/>
                      <a:pt x="624" y="70"/>
                      <a:pt x="629" y="72"/>
                    </a:cubicBezTo>
                    <a:cubicBezTo>
                      <a:pt x="635" y="52"/>
                      <a:pt x="673" y="55"/>
                      <a:pt x="690" y="49"/>
                    </a:cubicBezTo>
                    <a:cubicBezTo>
                      <a:pt x="712" y="41"/>
                      <a:pt x="729" y="24"/>
                      <a:pt x="750" y="16"/>
                    </a:cubicBezTo>
                    <a:cubicBezTo>
                      <a:pt x="787" y="0"/>
                      <a:pt x="817" y="11"/>
                      <a:pt x="849" y="24"/>
                    </a:cubicBezTo>
                    <a:cubicBezTo>
                      <a:pt x="856" y="27"/>
                      <a:pt x="864" y="26"/>
                      <a:pt x="872" y="29"/>
                    </a:cubicBezTo>
                    <a:cubicBezTo>
                      <a:pt x="878" y="31"/>
                      <a:pt x="887" y="37"/>
                      <a:pt x="890" y="40"/>
                    </a:cubicBezTo>
                    <a:cubicBezTo>
                      <a:pt x="890" y="40"/>
                      <a:pt x="890" y="40"/>
                      <a:pt x="889" y="40"/>
                    </a:cubicBezTo>
                    <a:cubicBezTo>
                      <a:pt x="902" y="46"/>
                      <a:pt x="911" y="52"/>
                      <a:pt x="920" y="61"/>
                    </a:cubicBezTo>
                    <a:cubicBezTo>
                      <a:pt x="926" y="63"/>
                      <a:pt x="938" y="68"/>
                      <a:pt x="941" y="75"/>
                    </a:cubicBezTo>
                    <a:cubicBezTo>
                      <a:pt x="946" y="78"/>
                      <a:pt x="951" y="79"/>
                      <a:pt x="956" y="82"/>
                    </a:cubicBezTo>
                    <a:cubicBezTo>
                      <a:pt x="961" y="86"/>
                      <a:pt x="965" y="92"/>
                      <a:pt x="970" y="96"/>
                    </a:cubicBezTo>
                    <a:cubicBezTo>
                      <a:pt x="974" y="100"/>
                      <a:pt x="978" y="99"/>
                      <a:pt x="982" y="103"/>
                    </a:cubicBezTo>
                    <a:cubicBezTo>
                      <a:pt x="985" y="106"/>
                      <a:pt x="989" y="114"/>
                      <a:pt x="992" y="118"/>
                    </a:cubicBezTo>
                    <a:cubicBezTo>
                      <a:pt x="998" y="123"/>
                      <a:pt x="1001" y="121"/>
                      <a:pt x="1005" y="126"/>
                    </a:cubicBezTo>
                    <a:cubicBezTo>
                      <a:pt x="1009" y="130"/>
                      <a:pt x="1013" y="139"/>
                      <a:pt x="1016" y="142"/>
                    </a:cubicBezTo>
                    <a:cubicBezTo>
                      <a:pt x="1020" y="143"/>
                      <a:pt x="1028" y="150"/>
                      <a:pt x="1033" y="156"/>
                    </a:cubicBezTo>
                    <a:cubicBezTo>
                      <a:pt x="1037" y="161"/>
                      <a:pt x="1042" y="167"/>
                      <a:pt x="1043" y="175"/>
                    </a:cubicBezTo>
                    <a:cubicBezTo>
                      <a:pt x="1047" y="180"/>
                      <a:pt x="1053" y="190"/>
                      <a:pt x="1053" y="190"/>
                    </a:cubicBezTo>
                    <a:cubicBezTo>
                      <a:pt x="1060" y="189"/>
                      <a:pt x="1073" y="208"/>
                      <a:pt x="1070" y="214"/>
                    </a:cubicBezTo>
                    <a:cubicBezTo>
                      <a:pt x="1084" y="219"/>
                      <a:pt x="1094" y="234"/>
                      <a:pt x="1093" y="241"/>
                    </a:cubicBezTo>
                    <a:cubicBezTo>
                      <a:pt x="1107" y="249"/>
                      <a:pt x="1118" y="250"/>
                      <a:pt x="1115" y="268"/>
                    </a:cubicBezTo>
                    <a:cubicBezTo>
                      <a:pt x="1130" y="274"/>
                      <a:pt x="1118" y="298"/>
                      <a:pt x="1112" y="305"/>
                    </a:cubicBezTo>
                    <a:cubicBezTo>
                      <a:pt x="1119" y="315"/>
                      <a:pt x="1110" y="328"/>
                      <a:pt x="1103" y="334"/>
                    </a:cubicBezTo>
                    <a:cubicBezTo>
                      <a:pt x="1111" y="345"/>
                      <a:pt x="1094" y="367"/>
                      <a:pt x="1086" y="370"/>
                    </a:cubicBezTo>
                    <a:cubicBezTo>
                      <a:pt x="1091" y="382"/>
                      <a:pt x="1057" y="419"/>
                      <a:pt x="1048" y="419"/>
                    </a:cubicBezTo>
                    <a:cubicBezTo>
                      <a:pt x="1048" y="427"/>
                      <a:pt x="1035" y="439"/>
                      <a:pt x="1022" y="44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29" name="Freeform 617">
                <a:extLst>
                  <a:ext uri="{FF2B5EF4-FFF2-40B4-BE49-F238E27FC236}">
                    <a16:creationId xmlns:a16="http://schemas.microsoft.com/office/drawing/2014/main" id="{7AB46E7E-5D2E-4E46-BEA2-87AC63D5F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576"/>
                <a:ext cx="25" cy="88"/>
              </a:xfrm>
              <a:custGeom>
                <a:avLst/>
                <a:gdLst>
                  <a:gd name="T0" fmla="*/ 0 w 10"/>
                  <a:gd name="T1" fmla="*/ 0 h 33"/>
                  <a:gd name="T2" fmla="*/ 20 w 10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3">
                    <a:moveTo>
                      <a:pt x="0" y="0"/>
                    </a:moveTo>
                    <a:cubicBezTo>
                      <a:pt x="6" y="9"/>
                      <a:pt x="10" y="15"/>
                      <a:pt x="1" y="3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30" name="Freeform 618">
                <a:extLst>
                  <a:ext uri="{FF2B5EF4-FFF2-40B4-BE49-F238E27FC236}">
                    <a16:creationId xmlns:a16="http://schemas.microsoft.com/office/drawing/2014/main" id="{612881CB-C5AA-4817-9CE2-5C450E476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571"/>
                <a:ext cx="25" cy="112"/>
              </a:xfrm>
              <a:custGeom>
                <a:avLst/>
                <a:gdLst>
                  <a:gd name="T0" fmla="*/ 0 w 10"/>
                  <a:gd name="T1" fmla="*/ 0 h 42"/>
                  <a:gd name="T2" fmla="*/ 33 w 10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2">
                    <a:moveTo>
                      <a:pt x="0" y="0"/>
                    </a:moveTo>
                    <a:cubicBezTo>
                      <a:pt x="8" y="11"/>
                      <a:pt x="10" y="29"/>
                      <a:pt x="2" y="4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31" name="Freeform 619">
                <a:extLst>
                  <a:ext uri="{FF2B5EF4-FFF2-40B4-BE49-F238E27FC236}">
                    <a16:creationId xmlns:a16="http://schemas.microsoft.com/office/drawing/2014/main" id="{DB00F0E4-DD86-4085-966A-EB7F1BB51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584"/>
                <a:ext cx="27" cy="133"/>
              </a:xfrm>
              <a:custGeom>
                <a:avLst/>
                <a:gdLst>
                  <a:gd name="T0" fmla="*/ 12 w 11"/>
                  <a:gd name="T1" fmla="*/ 0 h 50"/>
                  <a:gd name="T2" fmla="*/ 0 w 11"/>
                  <a:gd name="T3" fmla="*/ 942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0">
                    <a:moveTo>
                      <a:pt x="1" y="0"/>
                    </a:moveTo>
                    <a:cubicBezTo>
                      <a:pt x="8" y="6"/>
                      <a:pt x="11" y="40"/>
                      <a:pt x="0" y="5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32" name="Freeform 620">
                <a:extLst>
                  <a:ext uri="{FF2B5EF4-FFF2-40B4-BE49-F238E27FC236}">
                    <a16:creationId xmlns:a16="http://schemas.microsoft.com/office/drawing/2014/main" id="{7C5367AC-6C3D-4EC7-9244-CEC1826AE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621"/>
                <a:ext cx="38" cy="123"/>
              </a:xfrm>
              <a:custGeom>
                <a:avLst/>
                <a:gdLst>
                  <a:gd name="T0" fmla="*/ 96 w 15"/>
                  <a:gd name="T1" fmla="*/ 0 h 46"/>
                  <a:gd name="T2" fmla="*/ 0 w 15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6">
                    <a:moveTo>
                      <a:pt x="6" y="0"/>
                    </a:moveTo>
                    <a:cubicBezTo>
                      <a:pt x="14" y="8"/>
                      <a:pt x="15" y="35"/>
                      <a:pt x="0" y="4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33" name="Freeform 621">
                <a:extLst>
                  <a:ext uri="{FF2B5EF4-FFF2-40B4-BE49-F238E27FC236}">
                    <a16:creationId xmlns:a16="http://schemas.microsoft.com/office/drawing/2014/main" id="{E3F8433A-C395-46B5-85D8-3A9C1D2CE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685"/>
                <a:ext cx="23" cy="80"/>
              </a:xfrm>
              <a:custGeom>
                <a:avLst/>
                <a:gdLst>
                  <a:gd name="T0" fmla="*/ 51 w 9"/>
                  <a:gd name="T1" fmla="*/ 0 h 30"/>
                  <a:gd name="T2" fmla="*/ 0 w 9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0">
                    <a:moveTo>
                      <a:pt x="3" y="0"/>
                    </a:moveTo>
                    <a:cubicBezTo>
                      <a:pt x="6" y="11"/>
                      <a:pt x="9" y="16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34" name="Freeform 622">
                <a:extLst>
                  <a:ext uri="{FF2B5EF4-FFF2-40B4-BE49-F238E27FC236}">
                    <a16:creationId xmlns:a16="http://schemas.microsoft.com/office/drawing/2014/main" id="{199284EA-C7FD-46D4-909A-2C788994C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741"/>
                <a:ext cx="20" cy="54"/>
              </a:xfrm>
              <a:custGeom>
                <a:avLst/>
                <a:gdLst>
                  <a:gd name="T0" fmla="*/ 83 w 8"/>
                  <a:gd name="T1" fmla="*/ 0 h 20"/>
                  <a:gd name="T2" fmla="*/ 0 w 8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5" y="0"/>
                    </a:moveTo>
                    <a:cubicBezTo>
                      <a:pt x="8" y="8"/>
                      <a:pt x="5" y="14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35" name="Freeform 623">
                <a:extLst>
                  <a:ext uri="{FF2B5EF4-FFF2-40B4-BE49-F238E27FC236}">
                    <a16:creationId xmlns:a16="http://schemas.microsoft.com/office/drawing/2014/main" id="{544FDBD5-ABE2-479D-AE45-3C8541087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787"/>
                <a:ext cx="15" cy="24"/>
              </a:xfrm>
              <a:custGeom>
                <a:avLst/>
                <a:gdLst>
                  <a:gd name="T0" fmla="*/ 63 w 6"/>
                  <a:gd name="T1" fmla="*/ 0 h 9"/>
                  <a:gd name="T2" fmla="*/ 0 w 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cubicBezTo>
                      <a:pt x="6" y="6"/>
                      <a:pt x="0" y="9"/>
                      <a:pt x="0" y="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36" name="Freeform 624">
                <a:extLst>
                  <a:ext uri="{FF2B5EF4-FFF2-40B4-BE49-F238E27FC236}">
                    <a16:creationId xmlns:a16="http://schemas.microsoft.com/office/drawing/2014/main" id="{C7099D4F-CB5E-4A90-ACF8-E0B101970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768"/>
                <a:ext cx="123" cy="61"/>
              </a:xfrm>
              <a:custGeom>
                <a:avLst/>
                <a:gdLst>
                  <a:gd name="T0" fmla="*/ 776 w 49"/>
                  <a:gd name="T1" fmla="*/ 430 h 23"/>
                  <a:gd name="T2" fmla="*/ 0 w 4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3">
                    <a:moveTo>
                      <a:pt x="49" y="23"/>
                    </a:moveTo>
                    <a:cubicBezTo>
                      <a:pt x="38" y="12"/>
                      <a:pt x="26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37" name="Freeform 625">
                <a:extLst>
                  <a:ext uri="{FF2B5EF4-FFF2-40B4-BE49-F238E27FC236}">
                    <a16:creationId xmlns:a16="http://schemas.microsoft.com/office/drawing/2014/main" id="{BBC85423-BF47-4481-A3FC-A871B3A89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829"/>
                <a:ext cx="105" cy="51"/>
              </a:xfrm>
              <a:custGeom>
                <a:avLst/>
                <a:gdLst>
                  <a:gd name="T0" fmla="*/ 658 w 42"/>
                  <a:gd name="T1" fmla="*/ 368 h 19"/>
                  <a:gd name="T2" fmla="*/ 0 w 42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9">
                    <a:moveTo>
                      <a:pt x="42" y="19"/>
                    </a:moveTo>
                    <a:cubicBezTo>
                      <a:pt x="32" y="7"/>
                      <a:pt x="2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38" name="Freeform 626">
                <a:extLst>
                  <a:ext uri="{FF2B5EF4-FFF2-40B4-BE49-F238E27FC236}">
                    <a16:creationId xmlns:a16="http://schemas.microsoft.com/office/drawing/2014/main" id="{D2D07114-9056-4A2E-9764-2FEE24582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888"/>
                <a:ext cx="83" cy="37"/>
              </a:xfrm>
              <a:custGeom>
                <a:avLst/>
                <a:gdLst>
                  <a:gd name="T0" fmla="*/ 526 w 33"/>
                  <a:gd name="T1" fmla="*/ 259 h 14"/>
                  <a:gd name="T2" fmla="*/ 0 w 3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4">
                    <a:moveTo>
                      <a:pt x="33" y="14"/>
                    </a:moveTo>
                    <a:cubicBezTo>
                      <a:pt x="23" y="2"/>
                      <a:pt x="17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39" name="Freeform 627">
                <a:extLst>
                  <a:ext uri="{FF2B5EF4-FFF2-40B4-BE49-F238E27FC236}">
                    <a16:creationId xmlns:a16="http://schemas.microsoft.com/office/drawing/2014/main" id="{0F00DEEC-9B54-464F-84C1-758FDCA75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947"/>
                <a:ext cx="88" cy="48"/>
              </a:xfrm>
              <a:custGeom>
                <a:avLst/>
                <a:gdLst>
                  <a:gd name="T0" fmla="*/ 556 w 35"/>
                  <a:gd name="T1" fmla="*/ 341 h 18"/>
                  <a:gd name="T2" fmla="*/ 0 w 35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8">
                    <a:moveTo>
                      <a:pt x="35" y="18"/>
                    </a:moveTo>
                    <a:cubicBezTo>
                      <a:pt x="25" y="5"/>
                      <a:pt x="12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40" name="Freeform 628">
                <a:extLst>
                  <a:ext uri="{FF2B5EF4-FFF2-40B4-BE49-F238E27FC236}">
                    <a16:creationId xmlns:a16="http://schemas.microsoft.com/office/drawing/2014/main" id="{A28866F0-DF41-45B9-A37D-B30D12D63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019"/>
                <a:ext cx="93" cy="50"/>
              </a:xfrm>
              <a:custGeom>
                <a:avLst/>
                <a:gdLst>
                  <a:gd name="T0" fmla="*/ 0 w 37"/>
                  <a:gd name="T1" fmla="*/ 0 h 19"/>
                  <a:gd name="T2" fmla="*/ 505 w 37"/>
                  <a:gd name="T3" fmla="*/ 234 h 19"/>
                  <a:gd name="T4" fmla="*/ 588 w 37"/>
                  <a:gd name="T5" fmla="*/ 34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9">
                    <a:moveTo>
                      <a:pt x="0" y="0"/>
                    </a:moveTo>
                    <a:cubicBezTo>
                      <a:pt x="8" y="0"/>
                      <a:pt x="22" y="3"/>
                      <a:pt x="32" y="13"/>
                    </a:cubicBezTo>
                    <a:cubicBezTo>
                      <a:pt x="37" y="19"/>
                      <a:pt x="37" y="19"/>
                      <a:pt x="37" y="1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41" name="Freeform 629">
                <a:extLst>
                  <a:ext uri="{FF2B5EF4-FFF2-40B4-BE49-F238E27FC236}">
                    <a16:creationId xmlns:a16="http://schemas.microsoft.com/office/drawing/2014/main" id="{409F12E0-8EF5-4C6F-8803-30C85A176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072"/>
                <a:ext cx="75" cy="24"/>
              </a:xfrm>
              <a:custGeom>
                <a:avLst/>
                <a:gdLst>
                  <a:gd name="T0" fmla="*/ 470 w 30"/>
                  <a:gd name="T1" fmla="*/ 171 h 9"/>
                  <a:gd name="T2" fmla="*/ 0 w 3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">
                    <a:moveTo>
                      <a:pt x="30" y="9"/>
                    </a:moveTo>
                    <a:cubicBezTo>
                      <a:pt x="19" y="2"/>
                      <a:pt x="4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42" name="Freeform 630">
                <a:extLst>
                  <a:ext uri="{FF2B5EF4-FFF2-40B4-BE49-F238E27FC236}">
                    <a16:creationId xmlns:a16="http://schemas.microsoft.com/office/drawing/2014/main" id="{66379F15-6A6D-48E3-AC32-0349D147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520"/>
                <a:ext cx="70" cy="27"/>
              </a:xfrm>
              <a:custGeom>
                <a:avLst/>
                <a:gdLst>
                  <a:gd name="T0" fmla="*/ 0 w 28"/>
                  <a:gd name="T1" fmla="*/ 0 h 10"/>
                  <a:gd name="T2" fmla="*/ 438 w 28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0">
                    <a:moveTo>
                      <a:pt x="0" y="0"/>
                    </a:moveTo>
                    <a:cubicBezTo>
                      <a:pt x="14" y="1"/>
                      <a:pt x="25" y="4"/>
                      <a:pt x="28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43" name="Freeform 631">
                <a:extLst>
                  <a:ext uri="{FF2B5EF4-FFF2-40B4-BE49-F238E27FC236}">
                    <a16:creationId xmlns:a16="http://schemas.microsoft.com/office/drawing/2014/main" id="{6B90F638-8DD3-4737-B21F-49BF62C3B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496"/>
                <a:ext cx="170" cy="40"/>
              </a:xfrm>
              <a:custGeom>
                <a:avLst/>
                <a:gdLst>
                  <a:gd name="T0" fmla="*/ 1063 w 68"/>
                  <a:gd name="T1" fmla="*/ 171 h 15"/>
                  <a:gd name="T2" fmla="*/ 438 w 68"/>
                  <a:gd name="T3" fmla="*/ 227 h 15"/>
                  <a:gd name="T4" fmla="*/ 125 w 68"/>
                  <a:gd name="T5" fmla="*/ 56 h 15"/>
                  <a:gd name="T6" fmla="*/ 20 w 68"/>
                  <a:gd name="T7" fmla="*/ 22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5">
                    <a:moveTo>
                      <a:pt x="68" y="9"/>
                    </a:moveTo>
                    <a:cubicBezTo>
                      <a:pt x="59" y="12"/>
                      <a:pt x="41" y="15"/>
                      <a:pt x="28" y="12"/>
                    </a:cubicBezTo>
                    <a:cubicBezTo>
                      <a:pt x="18" y="11"/>
                      <a:pt x="12" y="5"/>
                      <a:pt x="8" y="3"/>
                    </a:cubicBezTo>
                    <a:cubicBezTo>
                      <a:pt x="0" y="0"/>
                      <a:pt x="1" y="12"/>
                      <a:pt x="1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44" name="Freeform 632">
                <a:extLst>
                  <a:ext uri="{FF2B5EF4-FFF2-40B4-BE49-F238E27FC236}">
                    <a16:creationId xmlns:a16="http://schemas.microsoft.com/office/drawing/2014/main" id="{5E166583-0534-4C51-A10B-DCECCEAE9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160"/>
                <a:ext cx="68" cy="11"/>
              </a:xfrm>
              <a:custGeom>
                <a:avLst/>
                <a:gdLst>
                  <a:gd name="T0" fmla="*/ 431 w 27"/>
                  <a:gd name="T1" fmla="*/ 83 h 4"/>
                  <a:gd name="T2" fmla="*/ 0 w 2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27" y="4"/>
                    </a:moveTo>
                    <a:cubicBezTo>
                      <a:pt x="16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45" name="Freeform 633">
                <a:extLst>
                  <a:ext uri="{FF2B5EF4-FFF2-40B4-BE49-F238E27FC236}">
                    <a16:creationId xmlns:a16="http://schemas.microsoft.com/office/drawing/2014/main" id="{61E6C4F8-D811-4128-BAFE-F420DFB41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213"/>
                <a:ext cx="80" cy="8"/>
              </a:xfrm>
              <a:custGeom>
                <a:avLst/>
                <a:gdLst>
                  <a:gd name="T0" fmla="*/ 500 w 32"/>
                  <a:gd name="T1" fmla="*/ 56 h 3"/>
                  <a:gd name="T2" fmla="*/ 0 w 3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3">
                    <a:moveTo>
                      <a:pt x="32" y="3"/>
                    </a:moveTo>
                    <a:cubicBezTo>
                      <a:pt x="22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46" name="Freeform 634">
                <a:extLst>
                  <a:ext uri="{FF2B5EF4-FFF2-40B4-BE49-F238E27FC236}">
                    <a16:creationId xmlns:a16="http://schemas.microsoft.com/office/drawing/2014/main" id="{00CE49F7-4E52-471C-A1EB-9F07B9C1F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261"/>
                <a:ext cx="78" cy="6"/>
              </a:xfrm>
              <a:custGeom>
                <a:avLst/>
                <a:gdLst>
                  <a:gd name="T0" fmla="*/ 493 w 31"/>
                  <a:gd name="T1" fmla="*/ 0 h 2"/>
                  <a:gd name="T2" fmla="*/ 0 w 3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">
                    <a:moveTo>
                      <a:pt x="31" y="0"/>
                    </a:moveTo>
                    <a:cubicBezTo>
                      <a:pt x="22" y="0"/>
                      <a:pt x="2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47" name="Freeform 635">
                <a:extLst>
                  <a:ext uri="{FF2B5EF4-FFF2-40B4-BE49-F238E27FC236}">
                    <a16:creationId xmlns:a16="http://schemas.microsoft.com/office/drawing/2014/main" id="{66F563B6-8BB5-4098-B837-CCDA8A0BF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307"/>
                <a:ext cx="70" cy="13"/>
              </a:xfrm>
              <a:custGeom>
                <a:avLst/>
                <a:gdLst>
                  <a:gd name="T0" fmla="*/ 438 w 28"/>
                  <a:gd name="T1" fmla="*/ 0 h 5"/>
                  <a:gd name="T2" fmla="*/ 0 w 28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">
                    <a:moveTo>
                      <a:pt x="28" y="0"/>
                    </a:moveTo>
                    <a:cubicBezTo>
                      <a:pt x="21" y="3"/>
                      <a:pt x="2" y="5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48" name="Freeform 636">
                <a:extLst>
                  <a:ext uri="{FF2B5EF4-FFF2-40B4-BE49-F238E27FC236}">
                    <a16:creationId xmlns:a16="http://schemas.microsoft.com/office/drawing/2014/main" id="{C913C772-FB51-4231-994B-C7B8A9C99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357"/>
                <a:ext cx="58" cy="14"/>
              </a:xfrm>
              <a:custGeom>
                <a:avLst/>
                <a:gdLst>
                  <a:gd name="T0" fmla="*/ 368 w 23"/>
                  <a:gd name="T1" fmla="*/ 0 h 5"/>
                  <a:gd name="T2" fmla="*/ 0 w 23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23" y="0"/>
                    </a:moveTo>
                    <a:cubicBezTo>
                      <a:pt x="16" y="5"/>
                      <a:pt x="3" y="5"/>
                      <a:pt x="0" y="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49" name="Freeform 637">
                <a:extLst>
                  <a:ext uri="{FF2B5EF4-FFF2-40B4-BE49-F238E27FC236}">
                    <a16:creationId xmlns:a16="http://schemas.microsoft.com/office/drawing/2014/main" id="{B602B943-F34A-4089-9CD6-8482E10E6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712"/>
                <a:ext cx="158" cy="96"/>
              </a:xfrm>
              <a:custGeom>
                <a:avLst/>
                <a:gdLst>
                  <a:gd name="T0" fmla="*/ 993 w 63"/>
                  <a:gd name="T1" fmla="*/ 683 h 36"/>
                  <a:gd name="T2" fmla="*/ 0 w 63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36">
                    <a:moveTo>
                      <a:pt x="63" y="36"/>
                    </a:moveTo>
                    <a:cubicBezTo>
                      <a:pt x="47" y="28"/>
                      <a:pt x="43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50" name="Freeform 638">
                <a:extLst>
                  <a:ext uri="{FF2B5EF4-FFF2-40B4-BE49-F238E27FC236}">
                    <a16:creationId xmlns:a16="http://schemas.microsoft.com/office/drawing/2014/main" id="{1303FCDD-56F9-4B2B-B398-C9BFED45F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115"/>
                <a:ext cx="65" cy="13"/>
              </a:xfrm>
              <a:custGeom>
                <a:avLst/>
                <a:gdLst>
                  <a:gd name="T0" fmla="*/ 408 w 26"/>
                  <a:gd name="T1" fmla="*/ 88 h 5"/>
                  <a:gd name="T2" fmla="*/ 0 w 2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26" y="5"/>
                    </a:moveTo>
                    <a:cubicBezTo>
                      <a:pt x="2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51" name="Freeform 639">
                <a:extLst>
                  <a:ext uri="{FF2B5EF4-FFF2-40B4-BE49-F238E27FC236}">
                    <a16:creationId xmlns:a16="http://schemas.microsoft.com/office/drawing/2014/main" id="{AB9FF4EA-14E9-4FB4-9813-5407A3434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595"/>
                <a:ext cx="57" cy="5"/>
              </a:xfrm>
              <a:custGeom>
                <a:avLst/>
                <a:gdLst>
                  <a:gd name="T0" fmla="*/ 349 w 23"/>
                  <a:gd name="T1" fmla="*/ 0 h 2"/>
                  <a:gd name="T2" fmla="*/ 0 w 2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">
                    <a:moveTo>
                      <a:pt x="23" y="0"/>
                    </a:moveTo>
                    <a:cubicBezTo>
                      <a:pt x="15" y="2"/>
                      <a:pt x="4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52" name="Freeform 640">
                <a:extLst>
                  <a:ext uri="{FF2B5EF4-FFF2-40B4-BE49-F238E27FC236}">
                    <a16:creationId xmlns:a16="http://schemas.microsoft.com/office/drawing/2014/main" id="{8C33ACD5-093F-4A5D-9598-B6F1EB2FC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835"/>
                <a:ext cx="405" cy="301"/>
              </a:xfrm>
              <a:custGeom>
                <a:avLst/>
                <a:gdLst>
                  <a:gd name="T0" fmla="*/ 2470 w 162"/>
                  <a:gd name="T1" fmla="*/ 0 h 113"/>
                  <a:gd name="T2" fmla="*/ 1938 w 162"/>
                  <a:gd name="T3" fmla="*/ 930 h 113"/>
                  <a:gd name="T4" fmla="*/ 1470 w 162"/>
                  <a:gd name="T5" fmla="*/ 1305 h 113"/>
                  <a:gd name="T6" fmla="*/ 1250 w 162"/>
                  <a:gd name="T7" fmla="*/ 1510 h 113"/>
                  <a:gd name="T8" fmla="*/ 958 w 162"/>
                  <a:gd name="T9" fmla="*/ 1569 h 113"/>
                  <a:gd name="T10" fmla="*/ 770 w 162"/>
                  <a:gd name="T11" fmla="*/ 1569 h 113"/>
                  <a:gd name="T12" fmla="*/ 563 w 162"/>
                  <a:gd name="T13" fmla="*/ 1702 h 113"/>
                  <a:gd name="T14" fmla="*/ 363 w 162"/>
                  <a:gd name="T15" fmla="*/ 1873 h 113"/>
                  <a:gd name="T16" fmla="*/ 0 w 162"/>
                  <a:gd name="T17" fmla="*/ 1987 h 1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2" h="113">
                    <a:moveTo>
                      <a:pt x="158" y="0"/>
                    </a:moveTo>
                    <a:cubicBezTo>
                      <a:pt x="162" y="11"/>
                      <a:pt x="161" y="31"/>
                      <a:pt x="124" y="49"/>
                    </a:cubicBezTo>
                    <a:cubicBezTo>
                      <a:pt x="121" y="56"/>
                      <a:pt x="103" y="71"/>
                      <a:pt x="94" y="69"/>
                    </a:cubicBezTo>
                    <a:cubicBezTo>
                      <a:pt x="93" y="72"/>
                      <a:pt x="88" y="77"/>
                      <a:pt x="80" y="80"/>
                    </a:cubicBezTo>
                    <a:cubicBezTo>
                      <a:pt x="73" y="83"/>
                      <a:pt x="64" y="82"/>
                      <a:pt x="61" y="83"/>
                    </a:cubicBezTo>
                    <a:cubicBezTo>
                      <a:pt x="57" y="85"/>
                      <a:pt x="50" y="83"/>
                      <a:pt x="49" y="83"/>
                    </a:cubicBezTo>
                    <a:cubicBezTo>
                      <a:pt x="47" y="84"/>
                      <a:pt x="43" y="92"/>
                      <a:pt x="36" y="90"/>
                    </a:cubicBezTo>
                    <a:cubicBezTo>
                      <a:pt x="35" y="94"/>
                      <a:pt x="28" y="97"/>
                      <a:pt x="23" y="99"/>
                    </a:cubicBezTo>
                    <a:cubicBezTo>
                      <a:pt x="20" y="101"/>
                      <a:pt x="9" y="113"/>
                      <a:pt x="0" y="10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53" name="Freeform 641">
                <a:extLst>
                  <a:ext uri="{FF2B5EF4-FFF2-40B4-BE49-F238E27FC236}">
                    <a16:creationId xmlns:a16="http://schemas.microsoft.com/office/drawing/2014/main" id="{12AC3E1F-1E29-4A22-BBD0-2A200CFF8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867"/>
                <a:ext cx="70" cy="208"/>
              </a:xfrm>
              <a:custGeom>
                <a:avLst/>
                <a:gdLst>
                  <a:gd name="T0" fmla="*/ 438 w 28"/>
                  <a:gd name="T1" fmla="*/ 0 h 78"/>
                  <a:gd name="T2" fmla="*/ 345 w 28"/>
                  <a:gd name="T3" fmla="*/ 148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8">
                    <a:moveTo>
                      <a:pt x="28" y="0"/>
                    </a:moveTo>
                    <a:cubicBezTo>
                      <a:pt x="11" y="7"/>
                      <a:pt x="0" y="42"/>
                      <a:pt x="22" y="7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54" name="Freeform 642">
                <a:extLst>
                  <a:ext uri="{FF2B5EF4-FFF2-40B4-BE49-F238E27FC236}">
                    <a16:creationId xmlns:a16="http://schemas.microsoft.com/office/drawing/2014/main" id="{E6E031C4-FAF5-454F-9ADE-22753293D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864"/>
                <a:ext cx="27" cy="192"/>
              </a:xfrm>
              <a:custGeom>
                <a:avLst/>
                <a:gdLst>
                  <a:gd name="T0" fmla="*/ 133 w 11"/>
                  <a:gd name="T1" fmla="*/ 0 h 72"/>
                  <a:gd name="T2" fmla="*/ 120 w 11"/>
                  <a:gd name="T3" fmla="*/ 1024 h 72"/>
                  <a:gd name="T4" fmla="*/ 103 w 11"/>
                  <a:gd name="T5" fmla="*/ 136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2">
                    <a:moveTo>
                      <a:pt x="9" y="0"/>
                    </a:moveTo>
                    <a:cubicBezTo>
                      <a:pt x="0" y="8"/>
                      <a:pt x="5" y="36"/>
                      <a:pt x="8" y="54"/>
                    </a:cubicBezTo>
                    <a:cubicBezTo>
                      <a:pt x="11" y="71"/>
                      <a:pt x="7" y="72"/>
                      <a:pt x="7" y="7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55" name="Freeform 643">
                <a:extLst>
                  <a:ext uri="{FF2B5EF4-FFF2-40B4-BE49-F238E27FC236}">
                    <a16:creationId xmlns:a16="http://schemas.microsoft.com/office/drawing/2014/main" id="{EB391A43-C718-4E39-B0E5-1B66199BE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885"/>
                <a:ext cx="43" cy="171"/>
              </a:xfrm>
              <a:custGeom>
                <a:avLst/>
                <a:gdLst>
                  <a:gd name="T0" fmla="*/ 159 w 17"/>
                  <a:gd name="T1" fmla="*/ 0 h 64"/>
                  <a:gd name="T2" fmla="*/ 0 w 17"/>
                  <a:gd name="T3" fmla="*/ 1221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4">
                    <a:moveTo>
                      <a:pt x="10" y="0"/>
                    </a:moveTo>
                    <a:cubicBezTo>
                      <a:pt x="4" y="19"/>
                      <a:pt x="17" y="57"/>
                      <a:pt x="0" y="6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56" name="Freeform 644">
                <a:extLst>
                  <a:ext uri="{FF2B5EF4-FFF2-40B4-BE49-F238E27FC236}">
                    <a16:creationId xmlns:a16="http://schemas.microsoft.com/office/drawing/2014/main" id="{18174675-9A93-44CA-B993-B6B259449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848"/>
                <a:ext cx="93" cy="123"/>
              </a:xfrm>
              <a:custGeom>
                <a:avLst/>
                <a:gdLst>
                  <a:gd name="T0" fmla="*/ 83 w 37"/>
                  <a:gd name="T1" fmla="*/ 0 h 46"/>
                  <a:gd name="T2" fmla="*/ 505 w 37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6">
                    <a:moveTo>
                      <a:pt x="5" y="0"/>
                    </a:moveTo>
                    <a:cubicBezTo>
                      <a:pt x="0" y="13"/>
                      <a:pt x="37" y="25"/>
                      <a:pt x="32" y="4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57" name="Freeform 645">
                <a:extLst>
                  <a:ext uri="{FF2B5EF4-FFF2-40B4-BE49-F238E27FC236}">
                    <a16:creationId xmlns:a16="http://schemas.microsoft.com/office/drawing/2014/main" id="{424C0485-CA79-4BA8-B572-BD84B3456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832"/>
                <a:ext cx="22" cy="120"/>
              </a:xfrm>
              <a:custGeom>
                <a:avLst/>
                <a:gdLst>
                  <a:gd name="T0" fmla="*/ 0 w 9"/>
                  <a:gd name="T1" fmla="*/ 0 h 45"/>
                  <a:gd name="T2" fmla="*/ 12 w 9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5">
                    <a:moveTo>
                      <a:pt x="0" y="0"/>
                    </a:moveTo>
                    <a:cubicBezTo>
                      <a:pt x="5" y="11"/>
                      <a:pt x="9" y="33"/>
                      <a:pt x="1" y="4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58" name="Freeform 646">
                <a:extLst>
                  <a:ext uri="{FF2B5EF4-FFF2-40B4-BE49-F238E27FC236}">
                    <a16:creationId xmlns:a16="http://schemas.microsoft.com/office/drawing/2014/main" id="{E307F240-3E61-4CD8-9A81-72DAE990F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909"/>
                <a:ext cx="60" cy="190"/>
              </a:xfrm>
              <a:custGeom>
                <a:avLst/>
                <a:gdLst>
                  <a:gd name="T0" fmla="*/ 375 w 24"/>
                  <a:gd name="T1" fmla="*/ 0 h 71"/>
                  <a:gd name="T2" fmla="*/ 208 w 24"/>
                  <a:gd name="T3" fmla="*/ 1359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1">
                    <a:moveTo>
                      <a:pt x="24" y="0"/>
                    </a:moveTo>
                    <a:cubicBezTo>
                      <a:pt x="12" y="10"/>
                      <a:pt x="0" y="37"/>
                      <a:pt x="13" y="7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59" name="Freeform 647">
                <a:extLst>
                  <a:ext uri="{FF2B5EF4-FFF2-40B4-BE49-F238E27FC236}">
                    <a16:creationId xmlns:a16="http://schemas.microsoft.com/office/drawing/2014/main" id="{CE7E4724-6B33-4E3F-8974-1602647F3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933"/>
                <a:ext cx="73" cy="171"/>
              </a:xfrm>
              <a:custGeom>
                <a:avLst/>
                <a:gdLst>
                  <a:gd name="T0" fmla="*/ 96 w 29"/>
                  <a:gd name="T1" fmla="*/ 0 h 64"/>
                  <a:gd name="T2" fmla="*/ 463 w 29"/>
                  <a:gd name="T3" fmla="*/ 1221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64">
                    <a:moveTo>
                      <a:pt x="6" y="0"/>
                    </a:moveTo>
                    <a:cubicBezTo>
                      <a:pt x="0" y="22"/>
                      <a:pt x="28" y="34"/>
                      <a:pt x="29" y="6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60" name="Freeform 648">
                <a:extLst>
                  <a:ext uri="{FF2B5EF4-FFF2-40B4-BE49-F238E27FC236}">
                    <a16:creationId xmlns:a16="http://schemas.microsoft.com/office/drawing/2014/main" id="{FC0B63C7-6914-4462-ACFF-EF0549A3D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120"/>
                <a:ext cx="65" cy="168"/>
              </a:xfrm>
              <a:custGeom>
                <a:avLst/>
                <a:gdLst>
                  <a:gd name="T0" fmla="*/ 0 w 26"/>
                  <a:gd name="T1" fmla="*/ 1195 h 63"/>
                  <a:gd name="T2" fmla="*/ 333 w 26"/>
                  <a:gd name="T3" fmla="*/ 0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3">
                    <a:moveTo>
                      <a:pt x="0" y="63"/>
                    </a:moveTo>
                    <a:cubicBezTo>
                      <a:pt x="17" y="59"/>
                      <a:pt x="26" y="25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61" name="Freeform 649">
                <a:extLst>
                  <a:ext uri="{FF2B5EF4-FFF2-40B4-BE49-F238E27FC236}">
                    <a16:creationId xmlns:a16="http://schemas.microsoft.com/office/drawing/2014/main" id="{90B452AA-EBDF-4CE6-8343-19E663E8E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3080"/>
                <a:ext cx="60" cy="195"/>
              </a:xfrm>
              <a:custGeom>
                <a:avLst/>
                <a:gdLst>
                  <a:gd name="T0" fmla="*/ 145 w 24"/>
                  <a:gd name="T1" fmla="*/ 0 h 73"/>
                  <a:gd name="T2" fmla="*/ 113 w 24"/>
                  <a:gd name="T3" fmla="*/ 1392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3">
                    <a:moveTo>
                      <a:pt x="9" y="0"/>
                    </a:moveTo>
                    <a:cubicBezTo>
                      <a:pt x="0" y="19"/>
                      <a:pt x="24" y="50"/>
                      <a:pt x="7" y="7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62" name="Freeform 650">
                <a:extLst>
                  <a:ext uri="{FF2B5EF4-FFF2-40B4-BE49-F238E27FC236}">
                    <a16:creationId xmlns:a16="http://schemas.microsoft.com/office/drawing/2014/main" id="{FD730E76-962D-4BD8-B6F7-BADB36847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944"/>
                <a:ext cx="195" cy="413"/>
              </a:xfrm>
              <a:custGeom>
                <a:avLst/>
                <a:gdLst>
                  <a:gd name="T0" fmla="*/ 1000 w 78"/>
                  <a:gd name="T1" fmla="*/ 0 h 155"/>
                  <a:gd name="T2" fmla="*/ 0 w 78"/>
                  <a:gd name="T3" fmla="*/ 2931 h 1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55">
                    <a:moveTo>
                      <a:pt x="64" y="0"/>
                    </a:moveTo>
                    <a:cubicBezTo>
                      <a:pt x="78" y="16"/>
                      <a:pt x="75" y="137"/>
                      <a:pt x="0" y="15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63" name="Freeform 651">
                <a:extLst>
                  <a:ext uri="{FF2B5EF4-FFF2-40B4-BE49-F238E27FC236}">
                    <a16:creationId xmlns:a16="http://schemas.microsoft.com/office/drawing/2014/main" id="{DF211690-A311-452B-A3E2-B45F8FED4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3000"/>
                <a:ext cx="80" cy="267"/>
              </a:xfrm>
              <a:custGeom>
                <a:avLst/>
                <a:gdLst>
                  <a:gd name="T0" fmla="*/ 333 w 32"/>
                  <a:gd name="T1" fmla="*/ 0 h 100"/>
                  <a:gd name="T2" fmla="*/ 0 w 32"/>
                  <a:gd name="T3" fmla="*/ 1904 h 1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00">
                    <a:moveTo>
                      <a:pt x="21" y="0"/>
                    </a:moveTo>
                    <a:cubicBezTo>
                      <a:pt x="32" y="19"/>
                      <a:pt x="26" y="68"/>
                      <a:pt x="0" y="10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64" name="Freeform 652">
                <a:extLst>
                  <a:ext uri="{FF2B5EF4-FFF2-40B4-BE49-F238E27FC236}">
                    <a16:creationId xmlns:a16="http://schemas.microsoft.com/office/drawing/2014/main" id="{F26CADA0-7072-4375-AD1F-BAD66FA41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912"/>
                <a:ext cx="165" cy="448"/>
              </a:xfrm>
              <a:custGeom>
                <a:avLst/>
                <a:gdLst>
                  <a:gd name="T0" fmla="*/ 783 w 66"/>
                  <a:gd name="T1" fmla="*/ 0 h 168"/>
                  <a:gd name="T2" fmla="*/ 0 w 66"/>
                  <a:gd name="T3" fmla="*/ 3187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68">
                    <a:moveTo>
                      <a:pt x="50" y="0"/>
                    </a:moveTo>
                    <a:cubicBezTo>
                      <a:pt x="62" y="24"/>
                      <a:pt x="66" y="143"/>
                      <a:pt x="0" y="16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65" name="Freeform 653">
                <a:extLst>
                  <a:ext uri="{FF2B5EF4-FFF2-40B4-BE49-F238E27FC236}">
                    <a16:creationId xmlns:a16="http://schemas.microsoft.com/office/drawing/2014/main" id="{E8FC069C-04C9-4844-9E41-11BC5FD09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792"/>
                <a:ext cx="173" cy="336"/>
              </a:xfrm>
              <a:custGeom>
                <a:avLst/>
                <a:gdLst>
                  <a:gd name="T0" fmla="*/ 0 w 69"/>
                  <a:gd name="T1" fmla="*/ 0 h 126"/>
                  <a:gd name="T2" fmla="*/ 847 w 69"/>
                  <a:gd name="T3" fmla="*/ 2389 h 1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126">
                    <a:moveTo>
                      <a:pt x="0" y="0"/>
                    </a:moveTo>
                    <a:cubicBezTo>
                      <a:pt x="33" y="13"/>
                      <a:pt x="69" y="45"/>
                      <a:pt x="54" y="12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66" name="Freeform 654">
                <a:extLst>
                  <a:ext uri="{FF2B5EF4-FFF2-40B4-BE49-F238E27FC236}">
                    <a16:creationId xmlns:a16="http://schemas.microsoft.com/office/drawing/2014/main" id="{D078D5DA-ADEF-4533-9009-3BC7AF796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2819"/>
                <a:ext cx="137" cy="221"/>
              </a:xfrm>
              <a:custGeom>
                <a:avLst/>
                <a:gdLst>
                  <a:gd name="T0" fmla="*/ 0 w 55"/>
                  <a:gd name="T1" fmla="*/ 0 h 83"/>
                  <a:gd name="T2" fmla="*/ 787 w 55"/>
                  <a:gd name="T3" fmla="*/ 1566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83">
                    <a:moveTo>
                      <a:pt x="0" y="0"/>
                    </a:moveTo>
                    <a:cubicBezTo>
                      <a:pt x="19" y="14"/>
                      <a:pt x="55" y="45"/>
                      <a:pt x="51" y="8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5542" name="Freeform 655">
              <a:extLst>
                <a:ext uri="{FF2B5EF4-FFF2-40B4-BE49-F238E27FC236}">
                  <a16:creationId xmlns:a16="http://schemas.microsoft.com/office/drawing/2014/main" id="{51EF29FD-AC7D-4630-AD0C-80C0AA388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728"/>
              <a:ext cx="128" cy="445"/>
            </a:xfrm>
            <a:custGeom>
              <a:avLst/>
              <a:gdLst>
                <a:gd name="T0" fmla="*/ 650 w 51"/>
                <a:gd name="T1" fmla="*/ 0 h 167"/>
                <a:gd name="T2" fmla="*/ 0 w 51"/>
                <a:gd name="T3" fmla="*/ 3160 h 1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67">
                  <a:moveTo>
                    <a:pt x="41" y="0"/>
                  </a:moveTo>
                  <a:cubicBezTo>
                    <a:pt x="51" y="38"/>
                    <a:pt x="48" y="105"/>
                    <a:pt x="0" y="16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3" name="Freeform 656">
              <a:extLst>
                <a:ext uri="{FF2B5EF4-FFF2-40B4-BE49-F238E27FC236}">
                  <a16:creationId xmlns:a16="http://schemas.microsoft.com/office/drawing/2014/main" id="{5CB36CEB-F13C-4888-A866-05232A68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3376"/>
              <a:ext cx="727" cy="157"/>
            </a:xfrm>
            <a:custGeom>
              <a:avLst/>
              <a:gdLst>
                <a:gd name="T0" fmla="*/ 0 w 291"/>
                <a:gd name="T1" fmla="*/ 806 h 59"/>
                <a:gd name="T2" fmla="*/ 4537 w 291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1" h="59">
                  <a:moveTo>
                    <a:pt x="0" y="43"/>
                  </a:moveTo>
                  <a:cubicBezTo>
                    <a:pt x="28" y="58"/>
                    <a:pt x="200" y="59"/>
                    <a:pt x="29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4" name="Freeform 657">
              <a:extLst>
                <a:ext uri="{FF2B5EF4-FFF2-40B4-BE49-F238E27FC236}">
                  <a16:creationId xmlns:a16="http://schemas.microsoft.com/office/drawing/2014/main" id="{260D34C3-31B7-4670-A030-8B05593FF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3507"/>
              <a:ext cx="345" cy="141"/>
            </a:xfrm>
            <a:custGeom>
              <a:avLst/>
              <a:gdLst>
                <a:gd name="T0" fmla="*/ 0 w 138"/>
                <a:gd name="T1" fmla="*/ 0 h 53"/>
                <a:gd name="T2" fmla="*/ 2158 w 138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8" h="53">
                  <a:moveTo>
                    <a:pt x="0" y="0"/>
                  </a:moveTo>
                  <a:cubicBezTo>
                    <a:pt x="6" y="24"/>
                    <a:pt x="86" y="52"/>
                    <a:pt x="138" y="5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5" name="Freeform 658">
              <a:extLst>
                <a:ext uri="{FF2B5EF4-FFF2-40B4-BE49-F238E27FC236}">
                  <a16:creationId xmlns:a16="http://schemas.microsoft.com/office/drawing/2014/main" id="{27CE20DF-E3F8-4712-896E-B73FB8554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331"/>
              <a:ext cx="33" cy="224"/>
            </a:xfrm>
            <a:custGeom>
              <a:avLst/>
              <a:gdLst>
                <a:gd name="T0" fmla="*/ 0 w 13"/>
                <a:gd name="T1" fmla="*/ 0 h 84"/>
                <a:gd name="T2" fmla="*/ 51 w 13"/>
                <a:gd name="T3" fmla="*/ 171 h 84"/>
                <a:gd name="T4" fmla="*/ 0 w 13"/>
                <a:gd name="T5" fmla="*/ 205 h 84"/>
                <a:gd name="T6" fmla="*/ 96 w 13"/>
                <a:gd name="T7" fmla="*/ 376 h 84"/>
                <a:gd name="T8" fmla="*/ 20 w 13"/>
                <a:gd name="T9" fmla="*/ 456 h 84"/>
                <a:gd name="T10" fmla="*/ 129 w 13"/>
                <a:gd name="T11" fmla="*/ 627 h 84"/>
                <a:gd name="T12" fmla="*/ 84 w 13"/>
                <a:gd name="T13" fmla="*/ 704 h 84"/>
                <a:gd name="T14" fmla="*/ 193 w 13"/>
                <a:gd name="T15" fmla="*/ 947 h 84"/>
                <a:gd name="T16" fmla="*/ 84 w 13"/>
                <a:gd name="T17" fmla="*/ 1195 h 84"/>
                <a:gd name="T18" fmla="*/ 160 w 13"/>
                <a:gd name="T19" fmla="*/ 1365 h 84"/>
                <a:gd name="T20" fmla="*/ 84 w 13"/>
                <a:gd name="T21" fmla="*/ 1501 h 84"/>
                <a:gd name="T22" fmla="*/ 63 w 13"/>
                <a:gd name="T23" fmla="*/ 159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84">
                  <a:moveTo>
                    <a:pt x="0" y="0"/>
                  </a:moveTo>
                  <a:cubicBezTo>
                    <a:pt x="0" y="4"/>
                    <a:pt x="3" y="6"/>
                    <a:pt x="3" y="9"/>
                  </a:cubicBezTo>
                  <a:cubicBezTo>
                    <a:pt x="2" y="9"/>
                    <a:pt x="1" y="11"/>
                    <a:pt x="0" y="11"/>
                  </a:cubicBezTo>
                  <a:cubicBezTo>
                    <a:pt x="2" y="15"/>
                    <a:pt x="4" y="16"/>
                    <a:pt x="6" y="20"/>
                  </a:cubicBezTo>
                  <a:cubicBezTo>
                    <a:pt x="4" y="20"/>
                    <a:pt x="2" y="22"/>
                    <a:pt x="1" y="24"/>
                  </a:cubicBezTo>
                  <a:cubicBezTo>
                    <a:pt x="5" y="26"/>
                    <a:pt x="7" y="29"/>
                    <a:pt x="8" y="33"/>
                  </a:cubicBezTo>
                  <a:cubicBezTo>
                    <a:pt x="7" y="34"/>
                    <a:pt x="6" y="37"/>
                    <a:pt x="5" y="37"/>
                  </a:cubicBezTo>
                  <a:cubicBezTo>
                    <a:pt x="9" y="39"/>
                    <a:pt x="13" y="47"/>
                    <a:pt x="12" y="50"/>
                  </a:cubicBezTo>
                  <a:cubicBezTo>
                    <a:pt x="11" y="55"/>
                    <a:pt x="4" y="58"/>
                    <a:pt x="5" y="63"/>
                  </a:cubicBezTo>
                  <a:cubicBezTo>
                    <a:pt x="5" y="66"/>
                    <a:pt x="11" y="68"/>
                    <a:pt x="10" y="72"/>
                  </a:cubicBezTo>
                  <a:cubicBezTo>
                    <a:pt x="10" y="75"/>
                    <a:pt x="7" y="77"/>
                    <a:pt x="5" y="79"/>
                  </a:cubicBezTo>
                  <a:cubicBezTo>
                    <a:pt x="4" y="81"/>
                    <a:pt x="4" y="83"/>
                    <a:pt x="4" y="8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6" name="Freeform 659">
              <a:extLst>
                <a:ext uri="{FF2B5EF4-FFF2-40B4-BE49-F238E27FC236}">
                  <a16:creationId xmlns:a16="http://schemas.microsoft.com/office/drawing/2014/main" id="{B08D86EF-A3C5-49DB-B264-F4DFF1633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331"/>
              <a:ext cx="33" cy="224"/>
            </a:xfrm>
            <a:custGeom>
              <a:avLst/>
              <a:gdLst>
                <a:gd name="T0" fmla="*/ 213 w 13"/>
                <a:gd name="T1" fmla="*/ 0 h 84"/>
                <a:gd name="T2" fmla="*/ 147 w 13"/>
                <a:gd name="T3" fmla="*/ 171 h 84"/>
                <a:gd name="T4" fmla="*/ 213 w 13"/>
                <a:gd name="T5" fmla="*/ 205 h 84"/>
                <a:gd name="T6" fmla="*/ 117 w 13"/>
                <a:gd name="T7" fmla="*/ 376 h 84"/>
                <a:gd name="T8" fmla="*/ 180 w 13"/>
                <a:gd name="T9" fmla="*/ 456 h 84"/>
                <a:gd name="T10" fmla="*/ 84 w 13"/>
                <a:gd name="T11" fmla="*/ 627 h 84"/>
                <a:gd name="T12" fmla="*/ 117 w 13"/>
                <a:gd name="T13" fmla="*/ 704 h 84"/>
                <a:gd name="T14" fmla="*/ 20 w 13"/>
                <a:gd name="T15" fmla="*/ 947 h 84"/>
                <a:gd name="T16" fmla="*/ 129 w 13"/>
                <a:gd name="T17" fmla="*/ 1195 h 84"/>
                <a:gd name="T18" fmla="*/ 33 w 13"/>
                <a:gd name="T19" fmla="*/ 1365 h 84"/>
                <a:gd name="T20" fmla="*/ 117 w 13"/>
                <a:gd name="T21" fmla="*/ 1501 h 84"/>
                <a:gd name="T22" fmla="*/ 147 w 13"/>
                <a:gd name="T23" fmla="*/ 159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84">
                  <a:moveTo>
                    <a:pt x="13" y="0"/>
                  </a:moveTo>
                  <a:cubicBezTo>
                    <a:pt x="12" y="4"/>
                    <a:pt x="10" y="6"/>
                    <a:pt x="9" y="9"/>
                  </a:cubicBezTo>
                  <a:cubicBezTo>
                    <a:pt x="11" y="9"/>
                    <a:pt x="12" y="11"/>
                    <a:pt x="13" y="11"/>
                  </a:cubicBezTo>
                  <a:cubicBezTo>
                    <a:pt x="10" y="15"/>
                    <a:pt x="8" y="16"/>
                    <a:pt x="7" y="20"/>
                  </a:cubicBezTo>
                  <a:cubicBezTo>
                    <a:pt x="8" y="20"/>
                    <a:pt x="10" y="22"/>
                    <a:pt x="11" y="24"/>
                  </a:cubicBezTo>
                  <a:cubicBezTo>
                    <a:pt x="7" y="26"/>
                    <a:pt x="6" y="29"/>
                    <a:pt x="5" y="33"/>
                  </a:cubicBezTo>
                  <a:cubicBezTo>
                    <a:pt x="5" y="34"/>
                    <a:pt x="7" y="37"/>
                    <a:pt x="7" y="37"/>
                  </a:cubicBezTo>
                  <a:cubicBezTo>
                    <a:pt x="3" y="39"/>
                    <a:pt x="0" y="47"/>
                    <a:pt x="1" y="50"/>
                  </a:cubicBezTo>
                  <a:cubicBezTo>
                    <a:pt x="2" y="55"/>
                    <a:pt x="8" y="58"/>
                    <a:pt x="8" y="63"/>
                  </a:cubicBezTo>
                  <a:cubicBezTo>
                    <a:pt x="8" y="66"/>
                    <a:pt x="2" y="68"/>
                    <a:pt x="2" y="72"/>
                  </a:cubicBezTo>
                  <a:cubicBezTo>
                    <a:pt x="2" y="75"/>
                    <a:pt x="6" y="77"/>
                    <a:pt x="7" y="79"/>
                  </a:cubicBezTo>
                  <a:cubicBezTo>
                    <a:pt x="8" y="81"/>
                    <a:pt x="9" y="83"/>
                    <a:pt x="9" y="8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7" name="Freeform 660">
              <a:extLst>
                <a:ext uri="{FF2B5EF4-FFF2-40B4-BE49-F238E27FC236}">
                  <a16:creationId xmlns:a16="http://schemas.microsoft.com/office/drawing/2014/main" id="{E9534496-D3D3-4DAF-BC5B-322E56112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611"/>
              <a:ext cx="18" cy="13"/>
            </a:xfrm>
            <a:custGeom>
              <a:avLst/>
              <a:gdLst>
                <a:gd name="T0" fmla="*/ 0 w 7"/>
                <a:gd name="T1" fmla="*/ 68 h 5"/>
                <a:gd name="T2" fmla="*/ 118 w 7"/>
                <a:gd name="T3" fmla="*/ 0 h 5"/>
                <a:gd name="T4" fmla="*/ 118 w 7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4"/>
                  </a:moveTo>
                  <a:cubicBezTo>
                    <a:pt x="2" y="5"/>
                    <a:pt x="6" y="2"/>
                    <a:pt x="7" y="0"/>
                  </a:cubicBezTo>
                  <a:cubicBezTo>
                    <a:pt x="7" y="2"/>
                    <a:pt x="7" y="3"/>
                    <a:pt x="7" y="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8" name="Freeform 661">
              <a:extLst>
                <a:ext uri="{FF2B5EF4-FFF2-40B4-BE49-F238E27FC236}">
                  <a16:creationId xmlns:a16="http://schemas.microsoft.com/office/drawing/2014/main" id="{BB7B9F3B-AE7A-4A48-A601-7EDF5212C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037"/>
              <a:ext cx="15" cy="35"/>
            </a:xfrm>
            <a:custGeom>
              <a:avLst/>
              <a:gdLst>
                <a:gd name="T0" fmla="*/ 63 w 6"/>
                <a:gd name="T1" fmla="*/ 0 h 13"/>
                <a:gd name="T2" fmla="*/ 95 w 6"/>
                <a:gd name="T3" fmla="*/ 253 h 13"/>
                <a:gd name="T4" fmla="*/ 0 w 6"/>
                <a:gd name="T5" fmla="*/ 23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4" y="0"/>
                  </a:moveTo>
                  <a:cubicBezTo>
                    <a:pt x="3" y="4"/>
                    <a:pt x="5" y="10"/>
                    <a:pt x="6" y="13"/>
                  </a:cubicBezTo>
                  <a:cubicBezTo>
                    <a:pt x="4" y="13"/>
                    <a:pt x="2" y="12"/>
                    <a:pt x="0" y="1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9" name="Freeform 662">
              <a:extLst>
                <a:ext uri="{FF2B5EF4-FFF2-40B4-BE49-F238E27FC236}">
                  <a16:creationId xmlns:a16="http://schemas.microsoft.com/office/drawing/2014/main" id="{2460B213-3BFA-493F-A2C2-4A56FB224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3032"/>
              <a:ext cx="28" cy="51"/>
            </a:xfrm>
            <a:custGeom>
              <a:avLst/>
              <a:gdLst>
                <a:gd name="T0" fmla="*/ 97 w 11"/>
                <a:gd name="T1" fmla="*/ 0 h 19"/>
                <a:gd name="T2" fmla="*/ 0 w 11"/>
                <a:gd name="T3" fmla="*/ 368 h 19"/>
                <a:gd name="T4" fmla="*/ 181 w 11"/>
                <a:gd name="T5" fmla="*/ 25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6" y="0"/>
                  </a:moveTo>
                  <a:cubicBezTo>
                    <a:pt x="4" y="7"/>
                    <a:pt x="4" y="13"/>
                    <a:pt x="0" y="19"/>
                  </a:cubicBezTo>
                  <a:cubicBezTo>
                    <a:pt x="4" y="18"/>
                    <a:pt x="7" y="15"/>
                    <a:pt x="11" y="1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0" name="Freeform 663">
              <a:extLst>
                <a:ext uri="{FF2B5EF4-FFF2-40B4-BE49-F238E27FC236}">
                  <a16:creationId xmlns:a16="http://schemas.microsoft.com/office/drawing/2014/main" id="{52DAEB3D-9C26-4FB4-9C60-054D4B3C3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243"/>
              <a:ext cx="27" cy="34"/>
            </a:xfrm>
            <a:custGeom>
              <a:avLst/>
              <a:gdLst>
                <a:gd name="T0" fmla="*/ 91 w 11"/>
                <a:gd name="T1" fmla="*/ 0 h 13"/>
                <a:gd name="T2" fmla="*/ 162 w 11"/>
                <a:gd name="T3" fmla="*/ 199 h 13"/>
                <a:gd name="T4" fmla="*/ 0 w 11"/>
                <a:gd name="T5" fmla="*/ 233 h 13"/>
                <a:gd name="T6" fmla="*/ 42 w 11"/>
                <a:gd name="T7" fmla="*/ 11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6" y="0"/>
                  </a:moveTo>
                  <a:cubicBezTo>
                    <a:pt x="7" y="4"/>
                    <a:pt x="9" y="7"/>
                    <a:pt x="11" y="11"/>
                  </a:cubicBezTo>
                  <a:cubicBezTo>
                    <a:pt x="7" y="9"/>
                    <a:pt x="2" y="8"/>
                    <a:pt x="0" y="13"/>
                  </a:cubicBezTo>
                  <a:cubicBezTo>
                    <a:pt x="1" y="11"/>
                    <a:pt x="2" y="9"/>
                    <a:pt x="3" y="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1" name="Freeform 664">
              <a:extLst>
                <a:ext uri="{FF2B5EF4-FFF2-40B4-BE49-F238E27FC236}">
                  <a16:creationId xmlns:a16="http://schemas.microsoft.com/office/drawing/2014/main" id="{BA5616AF-949A-4DCD-85CF-AFE294E0B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536"/>
              <a:ext cx="23" cy="13"/>
            </a:xfrm>
            <a:custGeom>
              <a:avLst/>
              <a:gdLst>
                <a:gd name="T0" fmla="*/ 97 w 9"/>
                <a:gd name="T1" fmla="*/ 0 h 5"/>
                <a:gd name="T2" fmla="*/ 151 w 9"/>
                <a:gd name="T3" fmla="*/ 88 h 5"/>
                <a:gd name="T4" fmla="*/ 0 w 9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6" y="0"/>
                  </a:moveTo>
                  <a:cubicBezTo>
                    <a:pt x="6" y="2"/>
                    <a:pt x="7" y="4"/>
                    <a:pt x="9" y="5"/>
                  </a:cubicBezTo>
                  <a:cubicBezTo>
                    <a:pt x="6" y="5"/>
                    <a:pt x="3" y="5"/>
                    <a:pt x="0" y="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2" name="Freeform 665">
              <a:extLst>
                <a:ext uri="{FF2B5EF4-FFF2-40B4-BE49-F238E27FC236}">
                  <a16:creationId xmlns:a16="http://schemas.microsoft.com/office/drawing/2014/main" id="{BCDF1806-38B9-43B1-ABFB-1514AA94C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533"/>
              <a:ext cx="18" cy="22"/>
            </a:xfrm>
            <a:custGeom>
              <a:avLst/>
              <a:gdLst>
                <a:gd name="T0" fmla="*/ 33 w 7"/>
                <a:gd name="T1" fmla="*/ 0 h 8"/>
                <a:gd name="T2" fmla="*/ 0 w 7"/>
                <a:gd name="T3" fmla="*/ 143 h 8"/>
                <a:gd name="T4" fmla="*/ 118 w 7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3" y="2"/>
                    <a:pt x="2" y="5"/>
                    <a:pt x="0" y="7"/>
                  </a:cubicBezTo>
                  <a:cubicBezTo>
                    <a:pt x="2" y="7"/>
                    <a:pt x="6" y="7"/>
                    <a:pt x="7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3" name="Freeform 666">
              <a:extLst>
                <a:ext uri="{FF2B5EF4-FFF2-40B4-BE49-F238E27FC236}">
                  <a16:creationId xmlns:a16="http://schemas.microsoft.com/office/drawing/2014/main" id="{02021E2B-84C4-472E-85E5-82D12F084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771"/>
              <a:ext cx="33" cy="13"/>
            </a:xfrm>
            <a:custGeom>
              <a:avLst/>
              <a:gdLst>
                <a:gd name="T0" fmla="*/ 0 w 13"/>
                <a:gd name="T1" fmla="*/ 0 h 5"/>
                <a:gd name="T2" fmla="*/ 213 w 13"/>
                <a:gd name="T3" fmla="*/ 0 h 5"/>
                <a:gd name="T4" fmla="*/ 147 w 13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4" y="1"/>
                    <a:pt x="9" y="0"/>
                    <a:pt x="13" y="0"/>
                  </a:cubicBezTo>
                  <a:cubicBezTo>
                    <a:pt x="12" y="2"/>
                    <a:pt x="10" y="3"/>
                    <a:pt x="9" y="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4" name="Freeform 667">
              <a:extLst>
                <a:ext uri="{FF2B5EF4-FFF2-40B4-BE49-F238E27FC236}">
                  <a16:creationId xmlns:a16="http://schemas.microsoft.com/office/drawing/2014/main" id="{0D47A981-592F-418D-B469-5282BD9C8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768"/>
              <a:ext cx="35" cy="19"/>
            </a:xfrm>
            <a:custGeom>
              <a:avLst/>
              <a:gdLst>
                <a:gd name="T0" fmla="*/ 0 w 14"/>
                <a:gd name="T1" fmla="*/ 0 h 7"/>
                <a:gd name="T2" fmla="*/ 220 w 14"/>
                <a:gd name="T3" fmla="*/ 0 h 7"/>
                <a:gd name="T4" fmla="*/ 63 w 14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4" y="2"/>
                    <a:pt x="9" y="0"/>
                    <a:pt x="14" y="0"/>
                  </a:cubicBezTo>
                  <a:cubicBezTo>
                    <a:pt x="11" y="2"/>
                    <a:pt x="4" y="4"/>
                    <a:pt x="4" y="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5" name="Freeform 668">
              <a:extLst>
                <a:ext uri="{FF2B5EF4-FFF2-40B4-BE49-F238E27FC236}">
                  <a16:creationId xmlns:a16="http://schemas.microsoft.com/office/drawing/2014/main" id="{D021D9CE-6D4D-4C01-91D5-6266F2E66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2901"/>
              <a:ext cx="167" cy="334"/>
            </a:xfrm>
            <a:custGeom>
              <a:avLst/>
              <a:gdLst>
                <a:gd name="T0" fmla="*/ 0 w 67"/>
                <a:gd name="T1" fmla="*/ 2383 h 125"/>
                <a:gd name="T2" fmla="*/ 1037 w 67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25">
                  <a:moveTo>
                    <a:pt x="0" y="125"/>
                  </a:moveTo>
                  <a:cubicBezTo>
                    <a:pt x="23" y="114"/>
                    <a:pt x="60" y="58"/>
                    <a:pt x="67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6" name="Freeform 669">
              <a:extLst>
                <a:ext uri="{FF2B5EF4-FFF2-40B4-BE49-F238E27FC236}">
                  <a16:creationId xmlns:a16="http://schemas.microsoft.com/office/drawing/2014/main" id="{32B9F3E5-3D13-4EE7-840F-DC58C6F47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3032"/>
              <a:ext cx="95" cy="117"/>
            </a:xfrm>
            <a:custGeom>
              <a:avLst/>
              <a:gdLst>
                <a:gd name="T0" fmla="*/ 0 w 38"/>
                <a:gd name="T1" fmla="*/ 827 h 44"/>
                <a:gd name="T2" fmla="*/ 595 w 38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44">
                  <a:moveTo>
                    <a:pt x="0" y="44"/>
                  </a:moveTo>
                  <a:cubicBezTo>
                    <a:pt x="21" y="30"/>
                    <a:pt x="38" y="0"/>
                    <a:pt x="38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7" name="Freeform 670">
              <a:extLst>
                <a:ext uri="{FF2B5EF4-FFF2-40B4-BE49-F238E27FC236}">
                  <a16:creationId xmlns:a16="http://schemas.microsoft.com/office/drawing/2014/main" id="{9DB2FB10-85A9-453D-A4CD-DBF65AF58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2707"/>
              <a:ext cx="32" cy="101"/>
            </a:xfrm>
            <a:custGeom>
              <a:avLst/>
              <a:gdLst>
                <a:gd name="T0" fmla="*/ 133 w 13"/>
                <a:gd name="T1" fmla="*/ 0 h 38"/>
                <a:gd name="T2" fmla="*/ 0 w 13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9" y="0"/>
                  </a:moveTo>
                  <a:cubicBezTo>
                    <a:pt x="13" y="11"/>
                    <a:pt x="6" y="31"/>
                    <a:pt x="0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8" name="Freeform 671">
              <a:extLst>
                <a:ext uri="{FF2B5EF4-FFF2-40B4-BE49-F238E27FC236}">
                  <a16:creationId xmlns:a16="http://schemas.microsoft.com/office/drawing/2014/main" id="{2CE792E0-44AF-4668-B31E-80952045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7" y="2784"/>
              <a:ext cx="12" cy="64"/>
            </a:xfrm>
            <a:custGeom>
              <a:avLst/>
              <a:gdLst>
                <a:gd name="T0" fmla="*/ 70 w 5"/>
                <a:gd name="T1" fmla="*/ 0 h 24"/>
                <a:gd name="T2" fmla="*/ 58 w 5"/>
                <a:gd name="T3" fmla="*/ 227 h 24"/>
                <a:gd name="T4" fmla="*/ 0 w 5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4">
                  <a:moveTo>
                    <a:pt x="5" y="0"/>
                  </a:moveTo>
                  <a:cubicBezTo>
                    <a:pt x="3" y="4"/>
                    <a:pt x="4" y="7"/>
                    <a:pt x="4" y="12"/>
                  </a:cubicBezTo>
                  <a:cubicBezTo>
                    <a:pt x="3" y="16"/>
                    <a:pt x="1" y="20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9" name="Freeform 672">
              <a:extLst>
                <a:ext uri="{FF2B5EF4-FFF2-40B4-BE49-F238E27FC236}">
                  <a16:creationId xmlns:a16="http://schemas.microsoft.com/office/drawing/2014/main" id="{C859BA0E-1ED4-4C11-A1E8-780BF93DB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659"/>
              <a:ext cx="23" cy="122"/>
            </a:xfrm>
            <a:custGeom>
              <a:avLst/>
              <a:gdLst>
                <a:gd name="T0" fmla="*/ 84 w 9"/>
                <a:gd name="T1" fmla="*/ 0 h 46"/>
                <a:gd name="T2" fmla="*/ 151 w 9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6">
                  <a:moveTo>
                    <a:pt x="5" y="0"/>
                  </a:moveTo>
                  <a:cubicBezTo>
                    <a:pt x="5" y="16"/>
                    <a:pt x="0" y="38"/>
                    <a:pt x="9" y="4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0" name="Freeform 673">
              <a:extLst>
                <a:ext uri="{FF2B5EF4-FFF2-40B4-BE49-F238E27FC236}">
                  <a16:creationId xmlns:a16="http://schemas.microsoft.com/office/drawing/2014/main" id="{7ADFE0D9-F206-4E77-AF4A-E6B1A087C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712"/>
              <a:ext cx="35" cy="123"/>
            </a:xfrm>
            <a:custGeom>
              <a:avLst/>
              <a:gdLst>
                <a:gd name="T0" fmla="*/ 63 w 14"/>
                <a:gd name="T1" fmla="*/ 0 h 46"/>
                <a:gd name="T2" fmla="*/ 220 w 14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6">
                  <a:moveTo>
                    <a:pt x="4" y="0"/>
                  </a:moveTo>
                  <a:cubicBezTo>
                    <a:pt x="0" y="14"/>
                    <a:pt x="9" y="40"/>
                    <a:pt x="14" y="4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1" name="Freeform 674">
              <a:extLst>
                <a:ext uri="{FF2B5EF4-FFF2-40B4-BE49-F238E27FC236}">
                  <a16:creationId xmlns:a16="http://schemas.microsoft.com/office/drawing/2014/main" id="{B296D9DD-ED45-4EF5-A44A-386922C01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784"/>
              <a:ext cx="70" cy="72"/>
            </a:xfrm>
            <a:custGeom>
              <a:avLst/>
              <a:gdLst>
                <a:gd name="T0" fmla="*/ 0 w 28"/>
                <a:gd name="T1" fmla="*/ 0 h 27"/>
                <a:gd name="T2" fmla="*/ 438 w 28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0" y="0"/>
                  </a:moveTo>
                  <a:cubicBezTo>
                    <a:pt x="2" y="16"/>
                    <a:pt x="20" y="27"/>
                    <a:pt x="28" y="2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2" name="Freeform 675">
              <a:extLst>
                <a:ext uri="{FF2B5EF4-FFF2-40B4-BE49-F238E27FC236}">
                  <a16:creationId xmlns:a16="http://schemas.microsoft.com/office/drawing/2014/main" id="{5FABADF4-45A2-42FD-8449-D853A747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827"/>
              <a:ext cx="70" cy="61"/>
            </a:xfrm>
            <a:custGeom>
              <a:avLst/>
              <a:gdLst>
                <a:gd name="T0" fmla="*/ 95 w 28"/>
                <a:gd name="T1" fmla="*/ 0 h 23"/>
                <a:gd name="T2" fmla="*/ 438 w 28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6" y="0"/>
                  </a:moveTo>
                  <a:cubicBezTo>
                    <a:pt x="0" y="15"/>
                    <a:pt x="18" y="23"/>
                    <a:pt x="28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3" name="Freeform 676">
              <a:extLst>
                <a:ext uri="{FF2B5EF4-FFF2-40B4-BE49-F238E27FC236}">
                  <a16:creationId xmlns:a16="http://schemas.microsoft.com/office/drawing/2014/main" id="{BC29718E-D706-4EEC-A62B-EC1E37405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909"/>
              <a:ext cx="65" cy="168"/>
            </a:xfrm>
            <a:custGeom>
              <a:avLst/>
              <a:gdLst>
                <a:gd name="T0" fmla="*/ 0 w 26"/>
                <a:gd name="T1" fmla="*/ 0 h 63"/>
                <a:gd name="T2" fmla="*/ 408 w 26"/>
                <a:gd name="T3" fmla="*/ 119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3">
                  <a:moveTo>
                    <a:pt x="0" y="0"/>
                  </a:moveTo>
                  <a:cubicBezTo>
                    <a:pt x="3" y="37"/>
                    <a:pt x="22" y="56"/>
                    <a:pt x="26" y="6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4" name="Freeform 677">
              <a:extLst>
                <a:ext uri="{FF2B5EF4-FFF2-40B4-BE49-F238E27FC236}">
                  <a16:creationId xmlns:a16="http://schemas.microsoft.com/office/drawing/2014/main" id="{0402A19F-96EE-4024-9459-FE37798C7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3032"/>
              <a:ext cx="95" cy="53"/>
            </a:xfrm>
            <a:custGeom>
              <a:avLst/>
              <a:gdLst>
                <a:gd name="T0" fmla="*/ 0 w 38"/>
                <a:gd name="T1" fmla="*/ 0 h 20"/>
                <a:gd name="T2" fmla="*/ 595 w 38"/>
                <a:gd name="T3" fmla="*/ 35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0">
                  <a:moveTo>
                    <a:pt x="0" y="0"/>
                  </a:moveTo>
                  <a:cubicBezTo>
                    <a:pt x="10" y="11"/>
                    <a:pt x="26" y="20"/>
                    <a:pt x="38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5" name="Freeform 678">
              <a:extLst>
                <a:ext uri="{FF2B5EF4-FFF2-40B4-BE49-F238E27FC236}">
                  <a16:creationId xmlns:a16="http://schemas.microsoft.com/office/drawing/2014/main" id="{47AC8C27-3F98-45A6-AA80-5D85CE5E3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3128"/>
              <a:ext cx="88" cy="53"/>
            </a:xfrm>
            <a:custGeom>
              <a:avLst/>
              <a:gdLst>
                <a:gd name="T0" fmla="*/ 0 w 35"/>
                <a:gd name="T1" fmla="*/ 0 h 20"/>
                <a:gd name="T2" fmla="*/ 556 w 3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cubicBezTo>
                    <a:pt x="12" y="10"/>
                    <a:pt x="25" y="20"/>
                    <a:pt x="35" y="2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6" name="Freeform 679">
              <a:extLst>
                <a:ext uri="{FF2B5EF4-FFF2-40B4-BE49-F238E27FC236}">
                  <a16:creationId xmlns:a16="http://schemas.microsoft.com/office/drawing/2014/main" id="{E1415F08-3338-4996-8405-B930D6547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259"/>
              <a:ext cx="47" cy="13"/>
            </a:xfrm>
            <a:custGeom>
              <a:avLst/>
              <a:gdLst>
                <a:gd name="T0" fmla="*/ 0 w 19"/>
                <a:gd name="T1" fmla="*/ 0 h 5"/>
                <a:gd name="T2" fmla="*/ 287 w 1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0"/>
                  </a:moveTo>
                  <a:cubicBezTo>
                    <a:pt x="11" y="4"/>
                    <a:pt x="16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73CB6505-42DE-4B21-BC50-4DE34000CE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Brainstem (1)</a:t>
            </a:r>
          </a:p>
        </p:txBody>
      </p:sp>
      <p:grpSp>
        <p:nvGrpSpPr>
          <p:cNvPr id="66562" name="Ventral-view-of-human-brainstem">
            <a:extLst>
              <a:ext uri="{FF2B5EF4-FFF2-40B4-BE49-F238E27FC236}">
                <a16:creationId xmlns:a16="http://schemas.microsoft.com/office/drawing/2014/main" id="{CCBD997A-AA5A-499C-A6A2-759A791B0BA0}"/>
              </a:ext>
            </a:extLst>
          </p:cNvPr>
          <p:cNvGrpSpPr>
            <a:grpSpLocks/>
          </p:cNvGrpSpPr>
          <p:nvPr/>
        </p:nvGrpSpPr>
        <p:grpSpPr bwMode="auto">
          <a:xfrm>
            <a:off x="4654550" y="1530350"/>
            <a:ext cx="2889250" cy="4419600"/>
            <a:chOff x="1796" y="960"/>
            <a:chExt cx="1945" cy="2976"/>
          </a:xfrm>
        </p:grpSpPr>
        <p:sp>
          <p:nvSpPr>
            <p:cNvPr id="66563" name="Freeform 7">
              <a:extLst>
                <a:ext uri="{FF2B5EF4-FFF2-40B4-BE49-F238E27FC236}">
                  <a16:creationId xmlns:a16="http://schemas.microsoft.com/office/drawing/2014/main" id="{EE08F3DD-C546-4DA9-A7B9-DFDEE3695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104"/>
              <a:ext cx="1945" cy="1520"/>
            </a:xfrm>
            <a:custGeom>
              <a:avLst/>
              <a:gdLst>
                <a:gd name="T0" fmla="*/ 6083 w 778"/>
                <a:gd name="T1" fmla="*/ 10184 h 570"/>
                <a:gd name="T2" fmla="*/ 8125 w 778"/>
                <a:gd name="T3" fmla="*/ 10389 h 570"/>
                <a:gd name="T4" fmla="*/ 9020 w 778"/>
                <a:gd name="T5" fmla="*/ 10317 h 570"/>
                <a:gd name="T6" fmla="*/ 9438 w 778"/>
                <a:gd name="T7" fmla="*/ 10808 h 570"/>
                <a:gd name="T8" fmla="*/ 11408 w 778"/>
                <a:gd name="T9" fmla="*/ 9216 h 570"/>
                <a:gd name="T10" fmla="*/ 11238 w 778"/>
                <a:gd name="T11" fmla="*/ 5043 h 570"/>
                <a:gd name="T12" fmla="*/ 9813 w 778"/>
                <a:gd name="T13" fmla="*/ 2312 h 570"/>
                <a:gd name="T14" fmla="*/ 7408 w 778"/>
                <a:gd name="T15" fmla="*/ 0 h 570"/>
                <a:gd name="T16" fmla="*/ 6083 w 778"/>
                <a:gd name="T17" fmla="*/ 227 h 570"/>
                <a:gd name="T18" fmla="*/ 6083 w 778"/>
                <a:gd name="T19" fmla="*/ 227 h 570"/>
                <a:gd name="T20" fmla="*/ 4750 w 778"/>
                <a:gd name="T21" fmla="*/ 0 h 570"/>
                <a:gd name="T22" fmla="*/ 2345 w 778"/>
                <a:gd name="T23" fmla="*/ 2312 h 570"/>
                <a:gd name="T24" fmla="*/ 925 w 778"/>
                <a:gd name="T25" fmla="*/ 5043 h 570"/>
                <a:gd name="T26" fmla="*/ 750 w 778"/>
                <a:gd name="T27" fmla="*/ 9216 h 570"/>
                <a:gd name="T28" fmla="*/ 2720 w 778"/>
                <a:gd name="T29" fmla="*/ 10808 h 570"/>
                <a:gd name="T30" fmla="*/ 3145 w 778"/>
                <a:gd name="T31" fmla="*/ 10317 h 570"/>
                <a:gd name="T32" fmla="*/ 4033 w 778"/>
                <a:gd name="T33" fmla="*/ 10389 h 570"/>
                <a:gd name="T34" fmla="*/ 6083 w 778"/>
                <a:gd name="T35" fmla="*/ 10184 h 5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78" h="570">
                  <a:moveTo>
                    <a:pt x="389" y="537"/>
                  </a:moveTo>
                  <a:cubicBezTo>
                    <a:pt x="443" y="537"/>
                    <a:pt x="487" y="548"/>
                    <a:pt x="520" y="548"/>
                  </a:cubicBezTo>
                  <a:cubicBezTo>
                    <a:pt x="545" y="549"/>
                    <a:pt x="566" y="542"/>
                    <a:pt x="577" y="544"/>
                  </a:cubicBezTo>
                  <a:cubicBezTo>
                    <a:pt x="594" y="548"/>
                    <a:pt x="597" y="562"/>
                    <a:pt x="604" y="570"/>
                  </a:cubicBezTo>
                  <a:cubicBezTo>
                    <a:pt x="604" y="570"/>
                    <a:pt x="682" y="542"/>
                    <a:pt x="730" y="486"/>
                  </a:cubicBezTo>
                  <a:cubicBezTo>
                    <a:pt x="778" y="430"/>
                    <a:pt x="755" y="322"/>
                    <a:pt x="719" y="266"/>
                  </a:cubicBezTo>
                  <a:cubicBezTo>
                    <a:pt x="692" y="224"/>
                    <a:pt x="660" y="172"/>
                    <a:pt x="628" y="122"/>
                  </a:cubicBezTo>
                  <a:cubicBezTo>
                    <a:pt x="596" y="72"/>
                    <a:pt x="552" y="0"/>
                    <a:pt x="474" y="0"/>
                  </a:cubicBezTo>
                  <a:cubicBezTo>
                    <a:pt x="396" y="0"/>
                    <a:pt x="437" y="12"/>
                    <a:pt x="389" y="12"/>
                  </a:cubicBezTo>
                  <a:cubicBezTo>
                    <a:pt x="389" y="12"/>
                    <a:pt x="389" y="12"/>
                    <a:pt x="389" y="12"/>
                  </a:cubicBezTo>
                  <a:cubicBezTo>
                    <a:pt x="341" y="12"/>
                    <a:pt x="382" y="0"/>
                    <a:pt x="304" y="0"/>
                  </a:cubicBezTo>
                  <a:cubicBezTo>
                    <a:pt x="226" y="0"/>
                    <a:pt x="182" y="72"/>
                    <a:pt x="150" y="122"/>
                  </a:cubicBezTo>
                  <a:cubicBezTo>
                    <a:pt x="118" y="172"/>
                    <a:pt x="86" y="224"/>
                    <a:pt x="59" y="266"/>
                  </a:cubicBezTo>
                  <a:cubicBezTo>
                    <a:pt x="23" y="322"/>
                    <a:pt x="0" y="430"/>
                    <a:pt x="48" y="486"/>
                  </a:cubicBezTo>
                  <a:cubicBezTo>
                    <a:pt x="96" y="542"/>
                    <a:pt x="174" y="570"/>
                    <a:pt x="174" y="570"/>
                  </a:cubicBezTo>
                  <a:cubicBezTo>
                    <a:pt x="181" y="562"/>
                    <a:pt x="184" y="548"/>
                    <a:pt x="201" y="544"/>
                  </a:cubicBezTo>
                  <a:cubicBezTo>
                    <a:pt x="213" y="542"/>
                    <a:pt x="233" y="549"/>
                    <a:pt x="258" y="548"/>
                  </a:cubicBezTo>
                  <a:cubicBezTo>
                    <a:pt x="291" y="548"/>
                    <a:pt x="335" y="537"/>
                    <a:pt x="389" y="537"/>
                  </a:cubicBezTo>
                </a:path>
              </a:pathLst>
            </a:custGeom>
            <a:solidFill>
              <a:srgbClr val="FEE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4" name="Freeform 8">
              <a:extLst>
                <a:ext uri="{FF2B5EF4-FFF2-40B4-BE49-F238E27FC236}">
                  <a16:creationId xmlns:a16="http://schemas.microsoft.com/office/drawing/2014/main" id="{694E32C0-6A16-46C8-97D0-4AC75670F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536"/>
              <a:ext cx="1120" cy="1400"/>
            </a:xfrm>
            <a:custGeom>
              <a:avLst/>
              <a:gdLst>
                <a:gd name="T0" fmla="*/ 3500 w 448"/>
                <a:gd name="T1" fmla="*/ 0 h 525"/>
                <a:gd name="T2" fmla="*/ 5550 w 448"/>
                <a:gd name="T3" fmla="*/ 205 h 525"/>
                <a:gd name="T4" fmla="*/ 6438 w 448"/>
                <a:gd name="T5" fmla="*/ 136 h 525"/>
                <a:gd name="T6" fmla="*/ 6813 w 448"/>
                <a:gd name="T7" fmla="*/ 547 h 525"/>
                <a:gd name="T8" fmla="*/ 6395 w 448"/>
                <a:gd name="T9" fmla="*/ 3891 h 525"/>
                <a:gd name="T10" fmla="*/ 5470 w 448"/>
                <a:gd name="T11" fmla="*/ 8819 h 525"/>
                <a:gd name="T12" fmla="*/ 4563 w 448"/>
                <a:gd name="T13" fmla="*/ 9309 h 525"/>
                <a:gd name="T14" fmla="*/ 3500 w 448"/>
                <a:gd name="T15" fmla="*/ 9613 h 525"/>
                <a:gd name="T16" fmla="*/ 3500 w 448"/>
                <a:gd name="T17" fmla="*/ 9613 h 525"/>
                <a:gd name="T18" fmla="*/ 2438 w 448"/>
                <a:gd name="T19" fmla="*/ 9309 h 525"/>
                <a:gd name="T20" fmla="*/ 1533 w 448"/>
                <a:gd name="T21" fmla="*/ 8819 h 525"/>
                <a:gd name="T22" fmla="*/ 613 w 448"/>
                <a:gd name="T23" fmla="*/ 3891 h 525"/>
                <a:gd name="T24" fmla="*/ 188 w 448"/>
                <a:gd name="T25" fmla="*/ 547 h 525"/>
                <a:gd name="T26" fmla="*/ 563 w 448"/>
                <a:gd name="T27" fmla="*/ 136 h 525"/>
                <a:gd name="T28" fmla="*/ 1458 w 448"/>
                <a:gd name="T29" fmla="*/ 205 h 525"/>
                <a:gd name="T30" fmla="*/ 3500 w 448"/>
                <a:gd name="T31" fmla="*/ 0 h 5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8" h="525">
                  <a:moveTo>
                    <a:pt x="224" y="0"/>
                  </a:moveTo>
                  <a:cubicBezTo>
                    <a:pt x="278" y="0"/>
                    <a:pt x="322" y="11"/>
                    <a:pt x="355" y="11"/>
                  </a:cubicBezTo>
                  <a:cubicBezTo>
                    <a:pt x="380" y="12"/>
                    <a:pt x="401" y="5"/>
                    <a:pt x="412" y="7"/>
                  </a:cubicBezTo>
                  <a:cubicBezTo>
                    <a:pt x="427" y="10"/>
                    <a:pt x="431" y="21"/>
                    <a:pt x="436" y="29"/>
                  </a:cubicBezTo>
                  <a:cubicBezTo>
                    <a:pt x="448" y="91"/>
                    <a:pt x="434" y="147"/>
                    <a:pt x="409" y="205"/>
                  </a:cubicBezTo>
                  <a:cubicBezTo>
                    <a:pt x="381" y="271"/>
                    <a:pt x="350" y="381"/>
                    <a:pt x="350" y="465"/>
                  </a:cubicBezTo>
                  <a:cubicBezTo>
                    <a:pt x="350" y="494"/>
                    <a:pt x="312" y="506"/>
                    <a:pt x="292" y="491"/>
                  </a:cubicBezTo>
                  <a:cubicBezTo>
                    <a:pt x="287" y="513"/>
                    <a:pt x="245" y="525"/>
                    <a:pt x="224" y="507"/>
                  </a:cubicBezTo>
                  <a:cubicBezTo>
                    <a:pt x="224" y="507"/>
                    <a:pt x="224" y="507"/>
                    <a:pt x="224" y="507"/>
                  </a:cubicBezTo>
                  <a:cubicBezTo>
                    <a:pt x="203" y="525"/>
                    <a:pt x="167" y="510"/>
                    <a:pt x="156" y="491"/>
                  </a:cubicBezTo>
                  <a:cubicBezTo>
                    <a:pt x="136" y="506"/>
                    <a:pt x="98" y="494"/>
                    <a:pt x="98" y="465"/>
                  </a:cubicBezTo>
                  <a:cubicBezTo>
                    <a:pt x="98" y="381"/>
                    <a:pt x="67" y="271"/>
                    <a:pt x="39" y="205"/>
                  </a:cubicBezTo>
                  <a:cubicBezTo>
                    <a:pt x="14" y="147"/>
                    <a:pt x="0" y="91"/>
                    <a:pt x="12" y="29"/>
                  </a:cubicBezTo>
                  <a:cubicBezTo>
                    <a:pt x="17" y="21"/>
                    <a:pt x="21" y="10"/>
                    <a:pt x="36" y="7"/>
                  </a:cubicBezTo>
                  <a:cubicBezTo>
                    <a:pt x="48" y="5"/>
                    <a:pt x="68" y="12"/>
                    <a:pt x="93" y="11"/>
                  </a:cubicBezTo>
                  <a:cubicBezTo>
                    <a:pt x="126" y="11"/>
                    <a:pt x="170" y="0"/>
                    <a:pt x="224" y="0"/>
                  </a:cubicBezTo>
                </a:path>
              </a:pathLst>
            </a:custGeom>
            <a:solidFill>
              <a:srgbClr val="FEE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5" name="Freeform 9">
              <a:extLst>
                <a:ext uri="{FF2B5EF4-FFF2-40B4-BE49-F238E27FC236}">
                  <a16:creationId xmlns:a16="http://schemas.microsoft.com/office/drawing/2014/main" id="{50D414F8-703B-4B74-8A47-B68BEAE46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115"/>
              <a:ext cx="1655" cy="1485"/>
            </a:xfrm>
            <a:custGeom>
              <a:avLst/>
              <a:gdLst>
                <a:gd name="T0" fmla="*/ 10250 w 662"/>
                <a:gd name="T1" fmla="*/ 6553 h 557"/>
                <a:gd name="T2" fmla="*/ 10083 w 662"/>
                <a:gd name="T3" fmla="*/ 5631 h 557"/>
                <a:gd name="T4" fmla="*/ 9738 w 662"/>
                <a:gd name="T5" fmla="*/ 4812 h 557"/>
                <a:gd name="T6" fmla="*/ 9345 w 662"/>
                <a:gd name="T7" fmla="*/ 4322 h 557"/>
                <a:gd name="T8" fmla="*/ 9658 w 662"/>
                <a:gd name="T9" fmla="*/ 5439 h 557"/>
                <a:gd name="T10" fmla="*/ 9533 w 662"/>
                <a:gd name="T11" fmla="*/ 6881 h 557"/>
                <a:gd name="T12" fmla="*/ 8613 w 662"/>
                <a:gd name="T13" fmla="*/ 8929 h 557"/>
                <a:gd name="T14" fmla="*/ 8020 w 662"/>
                <a:gd name="T15" fmla="*/ 9339 h 557"/>
                <a:gd name="T16" fmla="*/ 7175 w 662"/>
                <a:gd name="T17" fmla="*/ 9419 h 557"/>
                <a:gd name="T18" fmla="*/ 6438 w 662"/>
                <a:gd name="T19" fmla="*/ 9190 h 557"/>
                <a:gd name="T20" fmla="*/ 6300 w 662"/>
                <a:gd name="T21" fmla="*/ 7974 h 557"/>
                <a:gd name="T22" fmla="*/ 5645 w 662"/>
                <a:gd name="T23" fmla="*/ 9510 h 557"/>
                <a:gd name="T24" fmla="*/ 5488 w 662"/>
                <a:gd name="T25" fmla="*/ 9510 h 557"/>
                <a:gd name="T26" fmla="*/ 5113 w 662"/>
                <a:gd name="T27" fmla="*/ 7905 h 557"/>
                <a:gd name="T28" fmla="*/ 5113 w 662"/>
                <a:gd name="T29" fmla="*/ 6255 h 557"/>
                <a:gd name="T30" fmla="*/ 4988 w 662"/>
                <a:gd name="T31" fmla="*/ 1442 h 557"/>
                <a:gd name="T32" fmla="*/ 4958 w 662"/>
                <a:gd name="T33" fmla="*/ 1229 h 557"/>
                <a:gd name="T34" fmla="*/ 5020 w 662"/>
                <a:gd name="T35" fmla="*/ 909 h 557"/>
                <a:gd name="T36" fmla="*/ 5533 w 662"/>
                <a:gd name="T37" fmla="*/ 136 h 557"/>
                <a:gd name="T38" fmla="*/ 4425 w 662"/>
                <a:gd name="T39" fmla="*/ 285 h 557"/>
                <a:gd name="T40" fmla="*/ 3395 w 662"/>
                <a:gd name="T41" fmla="*/ 320 h 557"/>
                <a:gd name="T42" fmla="*/ 4050 w 662"/>
                <a:gd name="T43" fmla="*/ 456 h 557"/>
                <a:gd name="T44" fmla="*/ 4625 w 662"/>
                <a:gd name="T45" fmla="*/ 6212 h 557"/>
                <a:gd name="T46" fmla="*/ 3175 w 662"/>
                <a:gd name="T47" fmla="*/ 9211 h 557"/>
                <a:gd name="T48" fmla="*/ 2708 w 662"/>
                <a:gd name="T49" fmla="*/ 9305 h 557"/>
                <a:gd name="T50" fmla="*/ 2063 w 662"/>
                <a:gd name="T51" fmla="*/ 9398 h 557"/>
                <a:gd name="T52" fmla="*/ 1208 w 662"/>
                <a:gd name="T53" fmla="*/ 9211 h 557"/>
                <a:gd name="T54" fmla="*/ 613 w 662"/>
                <a:gd name="T55" fmla="*/ 9646 h 557"/>
                <a:gd name="T56" fmla="*/ 50 w 662"/>
                <a:gd name="T57" fmla="*/ 9590 h 557"/>
                <a:gd name="T58" fmla="*/ 0 w 662"/>
                <a:gd name="T59" fmla="*/ 9611 h 557"/>
                <a:gd name="T60" fmla="*/ 645 w 662"/>
                <a:gd name="T61" fmla="*/ 10179 h 557"/>
                <a:gd name="T62" fmla="*/ 1395 w 662"/>
                <a:gd name="T63" fmla="*/ 10499 h 557"/>
                <a:gd name="T64" fmla="*/ 1658 w 662"/>
                <a:gd name="T65" fmla="*/ 10179 h 557"/>
                <a:gd name="T66" fmla="*/ 2050 w 662"/>
                <a:gd name="T67" fmla="*/ 10099 h 557"/>
                <a:gd name="T68" fmla="*/ 2845 w 662"/>
                <a:gd name="T69" fmla="*/ 10179 h 557"/>
                <a:gd name="T70" fmla="*/ 3675 w 662"/>
                <a:gd name="T71" fmla="*/ 10099 h 557"/>
                <a:gd name="T72" fmla="*/ 4250 w 662"/>
                <a:gd name="T73" fmla="*/ 10064 h 557"/>
                <a:gd name="T74" fmla="*/ 6145 w 662"/>
                <a:gd name="T75" fmla="*/ 10022 h 557"/>
                <a:gd name="T76" fmla="*/ 7300 w 662"/>
                <a:gd name="T77" fmla="*/ 10158 h 557"/>
                <a:gd name="T78" fmla="*/ 7800 w 662"/>
                <a:gd name="T79" fmla="*/ 10043 h 557"/>
                <a:gd name="T80" fmla="*/ 8220 w 662"/>
                <a:gd name="T81" fmla="*/ 10291 h 557"/>
                <a:gd name="T82" fmla="*/ 9395 w 662"/>
                <a:gd name="T83" fmla="*/ 9611 h 557"/>
                <a:gd name="T84" fmla="*/ 10313 w 662"/>
                <a:gd name="T85" fmla="*/ 8054 h 557"/>
                <a:gd name="T86" fmla="*/ 10250 w 662"/>
                <a:gd name="T87" fmla="*/ 6553 h 5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62" h="557">
                  <a:moveTo>
                    <a:pt x="656" y="346"/>
                  </a:moveTo>
                  <a:cubicBezTo>
                    <a:pt x="654" y="329"/>
                    <a:pt x="651" y="313"/>
                    <a:pt x="645" y="297"/>
                  </a:cubicBezTo>
                  <a:cubicBezTo>
                    <a:pt x="639" y="282"/>
                    <a:pt x="627" y="269"/>
                    <a:pt x="623" y="254"/>
                  </a:cubicBezTo>
                  <a:cubicBezTo>
                    <a:pt x="598" y="228"/>
                    <a:pt x="598" y="228"/>
                    <a:pt x="598" y="228"/>
                  </a:cubicBezTo>
                  <a:cubicBezTo>
                    <a:pt x="600" y="249"/>
                    <a:pt x="614" y="266"/>
                    <a:pt x="618" y="287"/>
                  </a:cubicBezTo>
                  <a:cubicBezTo>
                    <a:pt x="623" y="313"/>
                    <a:pt x="618" y="338"/>
                    <a:pt x="610" y="363"/>
                  </a:cubicBezTo>
                  <a:cubicBezTo>
                    <a:pt x="599" y="398"/>
                    <a:pt x="585" y="452"/>
                    <a:pt x="551" y="471"/>
                  </a:cubicBezTo>
                  <a:cubicBezTo>
                    <a:pt x="539" y="478"/>
                    <a:pt x="526" y="489"/>
                    <a:pt x="513" y="493"/>
                  </a:cubicBezTo>
                  <a:cubicBezTo>
                    <a:pt x="496" y="499"/>
                    <a:pt x="477" y="495"/>
                    <a:pt x="459" y="497"/>
                  </a:cubicBezTo>
                  <a:cubicBezTo>
                    <a:pt x="441" y="500"/>
                    <a:pt x="426" y="498"/>
                    <a:pt x="412" y="485"/>
                  </a:cubicBezTo>
                  <a:cubicBezTo>
                    <a:pt x="396" y="469"/>
                    <a:pt x="401" y="442"/>
                    <a:pt x="403" y="421"/>
                  </a:cubicBezTo>
                  <a:cubicBezTo>
                    <a:pt x="397" y="445"/>
                    <a:pt x="392" y="497"/>
                    <a:pt x="361" y="502"/>
                  </a:cubicBezTo>
                  <a:cubicBezTo>
                    <a:pt x="358" y="502"/>
                    <a:pt x="354" y="502"/>
                    <a:pt x="351" y="502"/>
                  </a:cubicBezTo>
                  <a:cubicBezTo>
                    <a:pt x="337" y="488"/>
                    <a:pt x="329" y="452"/>
                    <a:pt x="327" y="417"/>
                  </a:cubicBezTo>
                  <a:cubicBezTo>
                    <a:pt x="328" y="384"/>
                    <a:pt x="329" y="351"/>
                    <a:pt x="327" y="330"/>
                  </a:cubicBezTo>
                  <a:cubicBezTo>
                    <a:pt x="322" y="275"/>
                    <a:pt x="329" y="129"/>
                    <a:pt x="319" y="76"/>
                  </a:cubicBezTo>
                  <a:cubicBezTo>
                    <a:pt x="318" y="72"/>
                    <a:pt x="317" y="68"/>
                    <a:pt x="317" y="65"/>
                  </a:cubicBezTo>
                  <a:cubicBezTo>
                    <a:pt x="318" y="59"/>
                    <a:pt x="319" y="53"/>
                    <a:pt x="321" y="48"/>
                  </a:cubicBezTo>
                  <a:cubicBezTo>
                    <a:pt x="328" y="26"/>
                    <a:pt x="339" y="21"/>
                    <a:pt x="354" y="7"/>
                  </a:cubicBezTo>
                  <a:cubicBezTo>
                    <a:pt x="329" y="10"/>
                    <a:pt x="309" y="21"/>
                    <a:pt x="283" y="15"/>
                  </a:cubicBezTo>
                  <a:cubicBezTo>
                    <a:pt x="261" y="10"/>
                    <a:pt x="237" y="0"/>
                    <a:pt x="217" y="17"/>
                  </a:cubicBezTo>
                  <a:cubicBezTo>
                    <a:pt x="227" y="12"/>
                    <a:pt x="245" y="17"/>
                    <a:pt x="259" y="24"/>
                  </a:cubicBezTo>
                  <a:cubicBezTo>
                    <a:pt x="289" y="42"/>
                    <a:pt x="311" y="128"/>
                    <a:pt x="296" y="328"/>
                  </a:cubicBezTo>
                  <a:cubicBezTo>
                    <a:pt x="288" y="383"/>
                    <a:pt x="266" y="464"/>
                    <a:pt x="203" y="486"/>
                  </a:cubicBezTo>
                  <a:cubicBezTo>
                    <a:pt x="193" y="486"/>
                    <a:pt x="183" y="488"/>
                    <a:pt x="173" y="491"/>
                  </a:cubicBezTo>
                  <a:cubicBezTo>
                    <a:pt x="158" y="494"/>
                    <a:pt x="148" y="498"/>
                    <a:pt x="132" y="496"/>
                  </a:cubicBezTo>
                  <a:cubicBezTo>
                    <a:pt x="115" y="495"/>
                    <a:pt x="95" y="483"/>
                    <a:pt x="77" y="486"/>
                  </a:cubicBezTo>
                  <a:cubicBezTo>
                    <a:pt x="62" y="489"/>
                    <a:pt x="53" y="503"/>
                    <a:pt x="39" y="509"/>
                  </a:cubicBezTo>
                  <a:cubicBezTo>
                    <a:pt x="30" y="512"/>
                    <a:pt x="9" y="514"/>
                    <a:pt x="3" y="506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13" y="517"/>
                    <a:pt x="27" y="530"/>
                    <a:pt x="41" y="537"/>
                  </a:cubicBezTo>
                  <a:cubicBezTo>
                    <a:pt x="51" y="542"/>
                    <a:pt x="80" y="557"/>
                    <a:pt x="89" y="554"/>
                  </a:cubicBezTo>
                  <a:cubicBezTo>
                    <a:pt x="96" y="552"/>
                    <a:pt x="100" y="541"/>
                    <a:pt x="106" y="537"/>
                  </a:cubicBezTo>
                  <a:cubicBezTo>
                    <a:pt x="113" y="533"/>
                    <a:pt x="123" y="533"/>
                    <a:pt x="131" y="533"/>
                  </a:cubicBezTo>
                  <a:cubicBezTo>
                    <a:pt x="148" y="533"/>
                    <a:pt x="164" y="538"/>
                    <a:pt x="182" y="537"/>
                  </a:cubicBezTo>
                  <a:cubicBezTo>
                    <a:pt x="200" y="537"/>
                    <a:pt x="217" y="535"/>
                    <a:pt x="235" y="533"/>
                  </a:cubicBezTo>
                  <a:cubicBezTo>
                    <a:pt x="248" y="532"/>
                    <a:pt x="260" y="533"/>
                    <a:pt x="272" y="531"/>
                  </a:cubicBezTo>
                  <a:cubicBezTo>
                    <a:pt x="312" y="533"/>
                    <a:pt x="353" y="523"/>
                    <a:pt x="393" y="529"/>
                  </a:cubicBezTo>
                  <a:cubicBezTo>
                    <a:pt x="420" y="533"/>
                    <a:pt x="440" y="539"/>
                    <a:pt x="467" y="536"/>
                  </a:cubicBezTo>
                  <a:cubicBezTo>
                    <a:pt x="477" y="535"/>
                    <a:pt x="489" y="531"/>
                    <a:pt x="499" y="530"/>
                  </a:cubicBezTo>
                  <a:cubicBezTo>
                    <a:pt x="513" y="530"/>
                    <a:pt x="514" y="537"/>
                    <a:pt x="526" y="543"/>
                  </a:cubicBezTo>
                  <a:cubicBezTo>
                    <a:pt x="549" y="555"/>
                    <a:pt x="583" y="523"/>
                    <a:pt x="601" y="507"/>
                  </a:cubicBezTo>
                  <a:cubicBezTo>
                    <a:pt x="628" y="482"/>
                    <a:pt x="656" y="465"/>
                    <a:pt x="660" y="425"/>
                  </a:cubicBezTo>
                  <a:cubicBezTo>
                    <a:pt x="662" y="398"/>
                    <a:pt x="658" y="372"/>
                    <a:pt x="656" y="346"/>
                  </a:cubicBezTo>
                  <a:close/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6" name="Freeform 10">
              <a:extLst>
                <a:ext uri="{FF2B5EF4-FFF2-40B4-BE49-F238E27FC236}">
                  <a16:creationId xmlns:a16="http://schemas.microsoft.com/office/drawing/2014/main" id="{5A3638E4-5477-46E2-BB34-3E056A5D8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184"/>
              <a:ext cx="75" cy="848"/>
            </a:xfrm>
            <a:custGeom>
              <a:avLst/>
              <a:gdLst>
                <a:gd name="T0" fmla="*/ 470 w 30"/>
                <a:gd name="T1" fmla="*/ 0 h 318"/>
                <a:gd name="T2" fmla="*/ 83 w 30"/>
                <a:gd name="T3" fmla="*/ 1272 h 318"/>
                <a:gd name="T4" fmla="*/ 238 w 30"/>
                <a:gd name="T5" fmla="*/ 6029 h 318"/>
                <a:gd name="T6" fmla="*/ 333 w 30"/>
                <a:gd name="T7" fmla="*/ 1309 h 318"/>
                <a:gd name="T8" fmla="*/ 470 w 30"/>
                <a:gd name="T9" fmla="*/ 0 h 3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18">
                  <a:moveTo>
                    <a:pt x="30" y="0"/>
                  </a:moveTo>
                  <a:cubicBezTo>
                    <a:pt x="10" y="12"/>
                    <a:pt x="0" y="28"/>
                    <a:pt x="5" y="67"/>
                  </a:cubicBezTo>
                  <a:cubicBezTo>
                    <a:pt x="11" y="107"/>
                    <a:pt x="15" y="280"/>
                    <a:pt x="15" y="318"/>
                  </a:cubicBezTo>
                  <a:cubicBezTo>
                    <a:pt x="21" y="296"/>
                    <a:pt x="25" y="96"/>
                    <a:pt x="21" y="69"/>
                  </a:cubicBezTo>
                  <a:cubicBezTo>
                    <a:pt x="16" y="41"/>
                    <a:pt x="14" y="11"/>
                    <a:pt x="30" y="0"/>
                  </a:cubicBezTo>
                  <a:close/>
                </a:path>
              </a:pathLst>
            </a:custGeom>
            <a:solidFill>
              <a:srgbClr val="FFF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7" name="Freeform 11">
              <a:extLst>
                <a:ext uri="{FF2B5EF4-FFF2-40B4-BE49-F238E27FC236}">
                  <a16:creationId xmlns:a16="http://schemas.microsoft.com/office/drawing/2014/main" id="{C43A9753-E514-4885-832B-66D502FCF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163"/>
              <a:ext cx="302" cy="330"/>
            </a:xfrm>
            <a:custGeom>
              <a:avLst/>
              <a:gdLst>
                <a:gd name="T0" fmla="*/ 1882 w 121"/>
                <a:gd name="T1" fmla="*/ 0 h 124"/>
                <a:gd name="T2" fmla="*/ 0 w 121"/>
                <a:gd name="T3" fmla="*/ 2337 h 1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1" h="124">
                  <a:moveTo>
                    <a:pt x="121" y="0"/>
                  </a:moveTo>
                  <a:cubicBezTo>
                    <a:pt x="79" y="8"/>
                    <a:pt x="33" y="63"/>
                    <a:pt x="0" y="124"/>
                  </a:cubicBezTo>
                </a:path>
              </a:pathLst>
            </a:custGeom>
            <a:solidFill>
              <a:srgbClr val="FFF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8" name="Freeform 12">
              <a:extLst>
                <a:ext uri="{FF2B5EF4-FFF2-40B4-BE49-F238E27FC236}">
                  <a16:creationId xmlns:a16="http://schemas.microsoft.com/office/drawing/2014/main" id="{868D6AE4-F8E7-4D91-AF67-2AE2EAADA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651"/>
              <a:ext cx="285" cy="461"/>
            </a:xfrm>
            <a:custGeom>
              <a:avLst/>
              <a:gdLst>
                <a:gd name="T0" fmla="*/ 938 w 114"/>
                <a:gd name="T1" fmla="*/ 1570 h 173"/>
                <a:gd name="T2" fmla="*/ 0 w 114"/>
                <a:gd name="T3" fmla="*/ 3272 h 173"/>
                <a:gd name="T4" fmla="*/ 958 w 114"/>
                <a:gd name="T5" fmla="*/ 1343 h 173"/>
                <a:gd name="T6" fmla="*/ 1783 w 114"/>
                <a:gd name="T7" fmla="*/ 0 h 173"/>
                <a:gd name="T8" fmla="*/ 938 w 114"/>
                <a:gd name="T9" fmla="*/ 157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173">
                  <a:moveTo>
                    <a:pt x="60" y="83"/>
                  </a:moveTo>
                  <a:cubicBezTo>
                    <a:pt x="35" y="96"/>
                    <a:pt x="12" y="141"/>
                    <a:pt x="0" y="173"/>
                  </a:cubicBezTo>
                  <a:cubicBezTo>
                    <a:pt x="1" y="130"/>
                    <a:pt x="37" y="85"/>
                    <a:pt x="61" y="71"/>
                  </a:cubicBezTo>
                  <a:cubicBezTo>
                    <a:pt x="86" y="57"/>
                    <a:pt x="109" y="23"/>
                    <a:pt x="114" y="0"/>
                  </a:cubicBezTo>
                  <a:cubicBezTo>
                    <a:pt x="112" y="30"/>
                    <a:pt x="94" y="67"/>
                    <a:pt x="60" y="83"/>
                  </a:cubicBezTo>
                  <a:close/>
                </a:path>
              </a:pathLst>
            </a:custGeom>
            <a:solidFill>
              <a:srgbClr val="FFF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9" name="Freeform 13">
              <a:extLst>
                <a:ext uri="{FF2B5EF4-FFF2-40B4-BE49-F238E27FC236}">
                  <a16:creationId xmlns:a16="http://schemas.microsoft.com/office/drawing/2014/main" id="{73685DA3-A49C-4E6E-861B-21B681FA3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867"/>
              <a:ext cx="833" cy="706"/>
            </a:xfrm>
            <a:custGeom>
              <a:avLst/>
              <a:gdLst>
                <a:gd name="T0" fmla="*/ 4588 w 333"/>
                <a:gd name="T1" fmla="*/ 0 h 265"/>
                <a:gd name="T2" fmla="*/ 4913 w 333"/>
                <a:gd name="T3" fmla="*/ 3080 h 265"/>
                <a:gd name="T4" fmla="*/ 3192 w 333"/>
                <a:gd name="T5" fmla="*/ 4934 h 265"/>
                <a:gd name="T6" fmla="*/ 2284 w 333"/>
                <a:gd name="T7" fmla="*/ 4705 h 265"/>
                <a:gd name="T8" fmla="*/ 1158 w 333"/>
                <a:gd name="T9" fmla="*/ 4705 h 265"/>
                <a:gd name="T10" fmla="*/ 0 w 333"/>
                <a:gd name="T11" fmla="*/ 4614 h 265"/>
                <a:gd name="T12" fmla="*/ 1471 w 333"/>
                <a:gd name="T13" fmla="*/ 4556 h 265"/>
                <a:gd name="T14" fmla="*/ 2909 w 333"/>
                <a:gd name="T15" fmla="*/ 4521 h 265"/>
                <a:gd name="T16" fmla="*/ 4318 w 333"/>
                <a:gd name="T17" fmla="*/ 3477 h 265"/>
                <a:gd name="T18" fmla="*/ 4588 w 333"/>
                <a:gd name="T19" fmla="*/ 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3" h="265">
                  <a:moveTo>
                    <a:pt x="293" y="0"/>
                  </a:moveTo>
                  <a:cubicBezTo>
                    <a:pt x="320" y="33"/>
                    <a:pt x="333" y="116"/>
                    <a:pt x="314" y="163"/>
                  </a:cubicBezTo>
                  <a:cubicBezTo>
                    <a:pt x="296" y="209"/>
                    <a:pt x="229" y="257"/>
                    <a:pt x="204" y="261"/>
                  </a:cubicBezTo>
                  <a:cubicBezTo>
                    <a:pt x="178" y="265"/>
                    <a:pt x="166" y="247"/>
                    <a:pt x="146" y="249"/>
                  </a:cubicBezTo>
                  <a:cubicBezTo>
                    <a:pt x="132" y="251"/>
                    <a:pt x="108" y="249"/>
                    <a:pt x="74" y="249"/>
                  </a:cubicBezTo>
                  <a:cubicBezTo>
                    <a:pt x="41" y="249"/>
                    <a:pt x="13" y="243"/>
                    <a:pt x="0" y="244"/>
                  </a:cubicBezTo>
                  <a:cubicBezTo>
                    <a:pt x="22" y="243"/>
                    <a:pt x="57" y="241"/>
                    <a:pt x="94" y="241"/>
                  </a:cubicBezTo>
                  <a:cubicBezTo>
                    <a:pt x="132" y="241"/>
                    <a:pt x="154" y="232"/>
                    <a:pt x="186" y="239"/>
                  </a:cubicBezTo>
                  <a:cubicBezTo>
                    <a:pt x="218" y="245"/>
                    <a:pt x="236" y="228"/>
                    <a:pt x="276" y="184"/>
                  </a:cubicBezTo>
                  <a:cubicBezTo>
                    <a:pt x="316" y="140"/>
                    <a:pt x="333" y="70"/>
                    <a:pt x="293" y="0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0" name="Freeform 14">
              <a:extLst>
                <a:ext uri="{FF2B5EF4-FFF2-40B4-BE49-F238E27FC236}">
                  <a16:creationId xmlns:a16="http://schemas.microsoft.com/office/drawing/2014/main" id="{A398C315-FCA7-4F0F-A5F7-9F1EC3018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195"/>
              <a:ext cx="123" cy="1256"/>
            </a:xfrm>
            <a:custGeom>
              <a:avLst/>
              <a:gdLst>
                <a:gd name="T0" fmla="*/ 397 w 49"/>
                <a:gd name="T1" fmla="*/ 0 h 471"/>
                <a:gd name="T2" fmla="*/ 221 w 49"/>
                <a:gd name="T3" fmla="*/ 2333 h 471"/>
                <a:gd name="T4" fmla="*/ 346 w 49"/>
                <a:gd name="T5" fmla="*/ 7531 h 471"/>
                <a:gd name="T6" fmla="*/ 776 w 49"/>
                <a:gd name="T7" fmla="*/ 8931 h 471"/>
                <a:gd name="T8" fmla="*/ 208 w 49"/>
                <a:gd name="T9" fmla="*/ 7147 h 471"/>
                <a:gd name="T10" fmla="*/ 33 w 49"/>
                <a:gd name="T11" fmla="*/ 1459 h 471"/>
                <a:gd name="T12" fmla="*/ 397 w 49"/>
                <a:gd name="T13" fmla="*/ 0 h 4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71">
                  <a:moveTo>
                    <a:pt x="25" y="0"/>
                  </a:moveTo>
                  <a:cubicBezTo>
                    <a:pt x="12" y="21"/>
                    <a:pt x="12" y="65"/>
                    <a:pt x="14" y="123"/>
                  </a:cubicBezTo>
                  <a:cubicBezTo>
                    <a:pt x="17" y="180"/>
                    <a:pt x="21" y="353"/>
                    <a:pt x="22" y="397"/>
                  </a:cubicBezTo>
                  <a:cubicBezTo>
                    <a:pt x="24" y="441"/>
                    <a:pt x="41" y="465"/>
                    <a:pt x="49" y="471"/>
                  </a:cubicBezTo>
                  <a:cubicBezTo>
                    <a:pt x="33" y="464"/>
                    <a:pt x="17" y="441"/>
                    <a:pt x="13" y="377"/>
                  </a:cubicBezTo>
                  <a:cubicBezTo>
                    <a:pt x="9" y="313"/>
                    <a:pt x="5" y="131"/>
                    <a:pt x="2" y="77"/>
                  </a:cubicBezTo>
                  <a:cubicBezTo>
                    <a:pt x="0" y="24"/>
                    <a:pt x="14" y="4"/>
                    <a:pt x="25" y="0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1" name="Freeform 15">
              <a:extLst>
                <a:ext uri="{FF2B5EF4-FFF2-40B4-BE49-F238E27FC236}">
                  <a16:creationId xmlns:a16="http://schemas.microsoft.com/office/drawing/2014/main" id="{729090C1-071F-46D6-B5A5-A4AFF9A7C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475"/>
              <a:ext cx="1050" cy="117"/>
            </a:xfrm>
            <a:custGeom>
              <a:avLst/>
              <a:gdLst>
                <a:gd name="T0" fmla="*/ 1283 w 420"/>
                <a:gd name="T1" fmla="*/ 452 h 44"/>
                <a:gd name="T2" fmla="*/ 2470 w 420"/>
                <a:gd name="T3" fmla="*/ 468 h 44"/>
                <a:gd name="T4" fmla="*/ 4438 w 420"/>
                <a:gd name="T5" fmla="*/ 303 h 44"/>
                <a:gd name="T6" fmla="*/ 6563 w 420"/>
                <a:gd name="T7" fmla="*/ 431 h 44"/>
                <a:gd name="T8" fmla="*/ 5145 w 420"/>
                <a:gd name="T9" fmla="*/ 205 h 44"/>
                <a:gd name="T10" fmla="*/ 3375 w 420"/>
                <a:gd name="T11" fmla="*/ 77 h 44"/>
                <a:gd name="T12" fmla="*/ 875 w 420"/>
                <a:gd name="T13" fmla="*/ 431 h 44"/>
                <a:gd name="T14" fmla="*/ 0 w 420"/>
                <a:gd name="T15" fmla="*/ 303 h 44"/>
                <a:gd name="T16" fmla="*/ 895 w 420"/>
                <a:gd name="T17" fmla="*/ 737 h 44"/>
                <a:gd name="T18" fmla="*/ 1283 w 420"/>
                <a:gd name="T19" fmla="*/ 452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0" h="44">
                  <a:moveTo>
                    <a:pt x="82" y="24"/>
                  </a:moveTo>
                  <a:cubicBezTo>
                    <a:pt x="104" y="16"/>
                    <a:pt x="122" y="27"/>
                    <a:pt x="158" y="25"/>
                  </a:cubicBezTo>
                  <a:cubicBezTo>
                    <a:pt x="194" y="24"/>
                    <a:pt x="242" y="14"/>
                    <a:pt x="284" y="16"/>
                  </a:cubicBezTo>
                  <a:cubicBezTo>
                    <a:pt x="325" y="19"/>
                    <a:pt x="390" y="25"/>
                    <a:pt x="420" y="23"/>
                  </a:cubicBezTo>
                  <a:cubicBezTo>
                    <a:pt x="396" y="24"/>
                    <a:pt x="357" y="17"/>
                    <a:pt x="329" y="11"/>
                  </a:cubicBezTo>
                  <a:cubicBezTo>
                    <a:pt x="301" y="4"/>
                    <a:pt x="240" y="0"/>
                    <a:pt x="216" y="4"/>
                  </a:cubicBezTo>
                  <a:cubicBezTo>
                    <a:pt x="192" y="8"/>
                    <a:pt x="80" y="3"/>
                    <a:pt x="56" y="23"/>
                  </a:cubicBezTo>
                  <a:cubicBezTo>
                    <a:pt x="40" y="36"/>
                    <a:pt x="10" y="19"/>
                    <a:pt x="0" y="16"/>
                  </a:cubicBezTo>
                  <a:cubicBezTo>
                    <a:pt x="29" y="33"/>
                    <a:pt x="42" y="44"/>
                    <a:pt x="57" y="39"/>
                  </a:cubicBezTo>
                  <a:cubicBezTo>
                    <a:pt x="72" y="33"/>
                    <a:pt x="69" y="27"/>
                    <a:pt x="82" y="24"/>
                  </a:cubicBezTo>
                  <a:close/>
                </a:path>
              </a:pathLst>
            </a:custGeom>
            <a:solidFill>
              <a:srgbClr val="FDC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2" name="Freeform 16">
              <a:extLst>
                <a:ext uri="{FF2B5EF4-FFF2-40B4-BE49-F238E27FC236}">
                  <a16:creationId xmlns:a16="http://schemas.microsoft.com/office/drawing/2014/main" id="{235AF4BD-A787-40FB-BA57-200313142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792"/>
              <a:ext cx="85" cy="176"/>
            </a:xfrm>
            <a:custGeom>
              <a:avLst/>
              <a:gdLst>
                <a:gd name="T0" fmla="*/ 408 w 34"/>
                <a:gd name="T1" fmla="*/ 77 h 66"/>
                <a:gd name="T2" fmla="*/ 0 w 34"/>
                <a:gd name="T3" fmla="*/ 1251 h 66"/>
                <a:gd name="T4" fmla="*/ 363 w 34"/>
                <a:gd name="T5" fmla="*/ 589 h 66"/>
                <a:gd name="T6" fmla="*/ 470 w 34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66">
                  <a:moveTo>
                    <a:pt x="26" y="4"/>
                  </a:moveTo>
                  <a:cubicBezTo>
                    <a:pt x="11" y="23"/>
                    <a:pt x="3" y="43"/>
                    <a:pt x="0" y="66"/>
                  </a:cubicBezTo>
                  <a:cubicBezTo>
                    <a:pt x="9" y="55"/>
                    <a:pt x="13" y="42"/>
                    <a:pt x="23" y="31"/>
                  </a:cubicBezTo>
                  <a:cubicBezTo>
                    <a:pt x="34" y="19"/>
                    <a:pt x="33" y="16"/>
                    <a:pt x="30" y="0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3" name="Freeform 17">
              <a:extLst>
                <a:ext uri="{FF2B5EF4-FFF2-40B4-BE49-F238E27FC236}">
                  <a16:creationId xmlns:a16="http://schemas.microsoft.com/office/drawing/2014/main" id="{2A060A2F-CB91-43BB-8B8B-04F3A109A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784"/>
              <a:ext cx="170" cy="320"/>
            </a:xfrm>
            <a:custGeom>
              <a:avLst/>
              <a:gdLst>
                <a:gd name="T0" fmla="*/ 0 w 68"/>
                <a:gd name="T1" fmla="*/ 0 h 120"/>
                <a:gd name="T2" fmla="*/ 363 w 68"/>
                <a:gd name="T3" fmla="*/ 419 h 120"/>
                <a:gd name="T4" fmla="*/ 845 w 68"/>
                <a:gd name="T5" fmla="*/ 605 h 120"/>
                <a:gd name="T6" fmla="*/ 738 w 68"/>
                <a:gd name="T7" fmla="*/ 2275 h 120"/>
                <a:gd name="T8" fmla="*/ 658 w 68"/>
                <a:gd name="T9" fmla="*/ 989 h 120"/>
                <a:gd name="T10" fmla="*/ 113 w 68"/>
                <a:gd name="T11" fmla="*/ 227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20">
                  <a:moveTo>
                    <a:pt x="0" y="0"/>
                  </a:moveTo>
                  <a:cubicBezTo>
                    <a:pt x="2" y="9"/>
                    <a:pt x="16" y="17"/>
                    <a:pt x="23" y="22"/>
                  </a:cubicBezTo>
                  <a:cubicBezTo>
                    <a:pt x="31" y="27"/>
                    <a:pt x="49" y="26"/>
                    <a:pt x="54" y="32"/>
                  </a:cubicBezTo>
                  <a:cubicBezTo>
                    <a:pt x="68" y="46"/>
                    <a:pt x="52" y="105"/>
                    <a:pt x="47" y="120"/>
                  </a:cubicBezTo>
                  <a:cubicBezTo>
                    <a:pt x="45" y="102"/>
                    <a:pt x="53" y="69"/>
                    <a:pt x="42" y="52"/>
                  </a:cubicBezTo>
                  <a:cubicBezTo>
                    <a:pt x="32" y="37"/>
                    <a:pt x="14" y="29"/>
                    <a:pt x="7" y="12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4" name="Freeform 18">
              <a:extLst>
                <a:ext uri="{FF2B5EF4-FFF2-40B4-BE49-F238E27FC236}">
                  <a16:creationId xmlns:a16="http://schemas.microsoft.com/office/drawing/2014/main" id="{B04B6522-AD82-48F9-8141-3096FA89A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205"/>
              <a:ext cx="255" cy="406"/>
            </a:xfrm>
            <a:custGeom>
              <a:avLst/>
              <a:gdLst>
                <a:gd name="T0" fmla="*/ 0 w 102"/>
                <a:gd name="T1" fmla="*/ 0 h 152"/>
                <a:gd name="T2" fmla="*/ 1533 w 102"/>
                <a:gd name="T3" fmla="*/ 2575 h 152"/>
                <a:gd name="T4" fmla="*/ 1145 w 102"/>
                <a:gd name="T5" fmla="*/ 2895 h 152"/>
                <a:gd name="T6" fmla="*/ 845 w 102"/>
                <a:gd name="T7" fmla="*/ 1619 h 152"/>
                <a:gd name="T8" fmla="*/ 0 w 102"/>
                <a:gd name="T9" fmla="*/ 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52">
                  <a:moveTo>
                    <a:pt x="0" y="0"/>
                  </a:moveTo>
                  <a:cubicBezTo>
                    <a:pt x="25" y="21"/>
                    <a:pt x="84" y="107"/>
                    <a:pt x="98" y="135"/>
                  </a:cubicBezTo>
                  <a:cubicBezTo>
                    <a:pt x="102" y="141"/>
                    <a:pt x="80" y="151"/>
                    <a:pt x="73" y="152"/>
                  </a:cubicBezTo>
                  <a:cubicBezTo>
                    <a:pt x="84" y="139"/>
                    <a:pt x="64" y="100"/>
                    <a:pt x="54" y="85"/>
                  </a:cubicBezTo>
                  <a:cubicBezTo>
                    <a:pt x="36" y="56"/>
                    <a:pt x="13" y="7"/>
                    <a:pt x="0" y="0"/>
                  </a:cubicBezTo>
                  <a:close/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5" name="Freeform 19">
              <a:extLst>
                <a:ext uri="{FF2B5EF4-FFF2-40B4-BE49-F238E27FC236}">
                  <a16:creationId xmlns:a16="http://schemas.microsoft.com/office/drawing/2014/main" id="{BEE8537A-24B1-420F-A71C-4816924B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216"/>
              <a:ext cx="35" cy="483"/>
            </a:xfrm>
            <a:custGeom>
              <a:avLst/>
              <a:gdLst>
                <a:gd name="T0" fmla="*/ 220 w 14"/>
                <a:gd name="T1" fmla="*/ 0 h 181"/>
                <a:gd name="T2" fmla="*/ 63 w 14"/>
                <a:gd name="T3" fmla="*/ 1289 h 181"/>
                <a:gd name="T4" fmla="*/ 220 w 14"/>
                <a:gd name="T5" fmla="*/ 3440 h 181"/>
                <a:gd name="T6" fmla="*/ 220 w 14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1">
                  <a:moveTo>
                    <a:pt x="14" y="0"/>
                  </a:moveTo>
                  <a:cubicBezTo>
                    <a:pt x="0" y="15"/>
                    <a:pt x="0" y="22"/>
                    <a:pt x="4" y="68"/>
                  </a:cubicBezTo>
                  <a:cubicBezTo>
                    <a:pt x="8" y="115"/>
                    <a:pt x="14" y="181"/>
                    <a:pt x="14" y="181"/>
                  </a:cubicBezTo>
                  <a:cubicBezTo>
                    <a:pt x="12" y="147"/>
                    <a:pt x="2" y="14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6" name="Freeform 20">
              <a:extLst>
                <a:ext uri="{FF2B5EF4-FFF2-40B4-BE49-F238E27FC236}">
                  <a16:creationId xmlns:a16="http://schemas.microsoft.com/office/drawing/2014/main" id="{9CBB5EE9-DE3C-4AF0-B2D4-2258DEE7E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192"/>
              <a:ext cx="172" cy="165"/>
            </a:xfrm>
            <a:custGeom>
              <a:avLst/>
              <a:gdLst>
                <a:gd name="T0" fmla="*/ 1069 w 69"/>
                <a:gd name="T1" fmla="*/ 0 h 62"/>
                <a:gd name="T2" fmla="*/ 0 w 69"/>
                <a:gd name="T3" fmla="*/ 116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2">
                  <a:moveTo>
                    <a:pt x="69" y="0"/>
                  </a:moveTo>
                  <a:cubicBezTo>
                    <a:pt x="43" y="13"/>
                    <a:pt x="17" y="37"/>
                    <a:pt x="0" y="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7" name="Freeform 21">
              <a:extLst>
                <a:ext uri="{FF2B5EF4-FFF2-40B4-BE49-F238E27FC236}">
                  <a16:creationId xmlns:a16="http://schemas.microsoft.com/office/drawing/2014/main" id="{A1084AFD-2985-4549-876A-41FDAF1E6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715"/>
              <a:ext cx="183" cy="197"/>
            </a:xfrm>
            <a:custGeom>
              <a:avLst/>
              <a:gdLst>
                <a:gd name="T0" fmla="*/ 0 w 73"/>
                <a:gd name="T1" fmla="*/ 1395 h 74"/>
                <a:gd name="T2" fmla="*/ 629 w 73"/>
                <a:gd name="T3" fmla="*/ 772 h 74"/>
                <a:gd name="T4" fmla="*/ 1151 w 73"/>
                <a:gd name="T5" fmla="*/ 0 h 74"/>
                <a:gd name="T6" fmla="*/ 597 w 73"/>
                <a:gd name="T7" fmla="*/ 908 h 74"/>
                <a:gd name="T8" fmla="*/ 0 w 73"/>
                <a:gd name="T9" fmla="*/ 139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4">
                  <a:moveTo>
                    <a:pt x="0" y="74"/>
                  </a:moveTo>
                  <a:cubicBezTo>
                    <a:pt x="17" y="53"/>
                    <a:pt x="21" y="53"/>
                    <a:pt x="40" y="41"/>
                  </a:cubicBezTo>
                  <a:cubicBezTo>
                    <a:pt x="58" y="29"/>
                    <a:pt x="73" y="0"/>
                    <a:pt x="73" y="0"/>
                  </a:cubicBezTo>
                  <a:cubicBezTo>
                    <a:pt x="62" y="22"/>
                    <a:pt x="52" y="40"/>
                    <a:pt x="38" y="48"/>
                  </a:cubicBezTo>
                  <a:cubicBezTo>
                    <a:pt x="25" y="56"/>
                    <a:pt x="6" y="65"/>
                    <a:pt x="0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8" name="Freeform 22">
              <a:extLst>
                <a:ext uri="{FF2B5EF4-FFF2-40B4-BE49-F238E27FC236}">
                  <a16:creationId xmlns:a16="http://schemas.microsoft.com/office/drawing/2014/main" id="{FC1EB55D-8A7B-438A-BF3D-557D7091D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525"/>
              <a:ext cx="258" cy="1360"/>
            </a:xfrm>
            <a:custGeom>
              <a:avLst/>
              <a:gdLst>
                <a:gd name="T0" fmla="*/ 145 w 103"/>
                <a:gd name="T1" fmla="*/ 456 h 510"/>
                <a:gd name="T2" fmla="*/ 1117 w 103"/>
                <a:gd name="T3" fmla="*/ 1877 h 510"/>
                <a:gd name="T4" fmla="*/ 1305 w 103"/>
                <a:gd name="T5" fmla="*/ 7133 h 510"/>
                <a:gd name="T6" fmla="*/ 1443 w 103"/>
                <a:gd name="T7" fmla="*/ 9672 h 510"/>
                <a:gd name="T8" fmla="*/ 1568 w 103"/>
                <a:gd name="T9" fmla="*/ 2125 h 510"/>
                <a:gd name="T10" fmla="*/ 1525 w 103"/>
                <a:gd name="T11" fmla="*/ 0 h 510"/>
                <a:gd name="T12" fmla="*/ 20 w 103"/>
                <a:gd name="T13" fmla="*/ 136 h 510"/>
                <a:gd name="T14" fmla="*/ 0 w 103"/>
                <a:gd name="T15" fmla="*/ 435 h 5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510">
                  <a:moveTo>
                    <a:pt x="9" y="24"/>
                  </a:moveTo>
                  <a:cubicBezTo>
                    <a:pt x="37" y="24"/>
                    <a:pt x="68" y="42"/>
                    <a:pt x="71" y="99"/>
                  </a:cubicBezTo>
                  <a:cubicBezTo>
                    <a:pt x="74" y="156"/>
                    <a:pt x="81" y="319"/>
                    <a:pt x="83" y="376"/>
                  </a:cubicBezTo>
                  <a:cubicBezTo>
                    <a:pt x="85" y="433"/>
                    <a:pt x="92" y="510"/>
                    <a:pt x="92" y="510"/>
                  </a:cubicBezTo>
                  <a:cubicBezTo>
                    <a:pt x="92" y="510"/>
                    <a:pt x="103" y="171"/>
                    <a:pt x="100" y="112"/>
                  </a:cubicBezTo>
                  <a:cubicBezTo>
                    <a:pt x="97" y="53"/>
                    <a:pt x="97" y="0"/>
                    <a:pt x="97" y="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9" name="Freeform 23">
              <a:extLst>
                <a:ext uri="{FF2B5EF4-FFF2-40B4-BE49-F238E27FC236}">
                  <a16:creationId xmlns:a16="http://schemas.microsoft.com/office/drawing/2014/main" id="{6AC0D310-B9D8-4D25-987A-E640396B1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563"/>
              <a:ext cx="225" cy="1282"/>
            </a:xfrm>
            <a:custGeom>
              <a:avLst/>
              <a:gdLst>
                <a:gd name="T0" fmla="*/ 0 w 90"/>
                <a:gd name="T1" fmla="*/ 192 h 481"/>
                <a:gd name="T2" fmla="*/ 520 w 90"/>
                <a:gd name="T3" fmla="*/ 589 h 481"/>
                <a:gd name="T4" fmla="*/ 625 w 90"/>
                <a:gd name="T5" fmla="*/ 1327 h 481"/>
                <a:gd name="T6" fmla="*/ 875 w 90"/>
                <a:gd name="T7" fmla="*/ 4014 h 481"/>
                <a:gd name="T8" fmla="*/ 1188 w 90"/>
                <a:gd name="T9" fmla="*/ 6927 h 481"/>
                <a:gd name="T10" fmla="*/ 1408 w 90"/>
                <a:gd name="T11" fmla="*/ 9107 h 481"/>
                <a:gd name="T12" fmla="*/ 1300 w 90"/>
                <a:gd name="T13" fmla="*/ 5469 h 481"/>
                <a:gd name="T14" fmla="*/ 1033 w 90"/>
                <a:gd name="T15" fmla="*/ 3046 h 481"/>
                <a:gd name="T16" fmla="*/ 1000 w 90"/>
                <a:gd name="T17" fmla="*/ 0 h 481"/>
                <a:gd name="T18" fmla="*/ 125 w 90"/>
                <a:gd name="T19" fmla="*/ 21 h 4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481">
                  <a:moveTo>
                    <a:pt x="0" y="10"/>
                  </a:moveTo>
                  <a:cubicBezTo>
                    <a:pt x="16" y="10"/>
                    <a:pt x="31" y="18"/>
                    <a:pt x="33" y="31"/>
                  </a:cubicBezTo>
                  <a:cubicBezTo>
                    <a:pt x="35" y="44"/>
                    <a:pt x="40" y="70"/>
                    <a:pt x="40" y="70"/>
                  </a:cubicBezTo>
                  <a:cubicBezTo>
                    <a:pt x="40" y="70"/>
                    <a:pt x="39" y="152"/>
                    <a:pt x="56" y="212"/>
                  </a:cubicBezTo>
                  <a:cubicBezTo>
                    <a:pt x="73" y="272"/>
                    <a:pt x="73" y="338"/>
                    <a:pt x="76" y="366"/>
                  </a:cubicBezTo>
                  <a:cubicBezTo>
                    <a:pt x="79" y="394"/>
                    <a:pt x="90" y="481"/>
                    <a:pt x="90" y="481"/>
                  </a:cubicBezTo>
                  <a:cubicBezTo>
                    <a:pt x="83" y="289"/>
                    <a:pt x="83" y="289"/>
                    <a:pt x="83" y="289"/>
                  </a:cubicBezTo>
                  <a:cubicBezTo>
                    <a:pt x="83" y="289"/>
                    <a:pt x="76" y="195"/>
                    <a:pt x="66" y="161"/>
                  </a:cubicBezTo>
                  <a:cubicBezTo>
                    <a:pt x="56" y="127"/>
                    <a:pt x="42" y="32"/>
                    <a:pt x="64" y="0"/>
                  </a:cubicBezTo>
                  <a:cubicBezTo>
                    <a:pt x="64" y="0"/>
                    <a:pt x="22" y="4"/>
                    <a:pt x="8" y="1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0" name="Freeform 24">
              <a:extLst>
                <a:ext uri="{FF2B5EF4-FFF2-40B4-BE49-F238E27FC236}">
                  <a16:creationId xmlns:a16="http://schemas.microsoft.com/office/drawing/2014/main" id="{EB269165-8855-4944-B4FD-6D5B1A9E1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536"/>
              <a:ext cx="238" cy="600"/>
            </a:xfrm>
            <a:custGeom>
              <a:avLst/>
              <a:gdLst>
                <a:gd name="T0" fmla="*/ 0 w 95"/>
                <a:gd name="T1" fmla="*/ 419 h 225"/>
                <a:gd name="T2" fmla="*/ 113 w 95"/>
                <a:gd name="T3" fmla="*/ 264 h 225"/>
                <a:gd name="T4" fmla="*/ 942 w 95"/>
                <a:gd name="T5" fmla="*/ 192 h 225"/>
                <a:gd name="T6" fmla="*/ 679 w 95"/>
                <a:gd name="T7" fmla="*/ 2104 h 225"/>
                <a:gd name="T8" fmla="*/ 1117 w 95"/>
                <a:gd name="T9" fmla="*/ 3661 h 225"/>
                <a:gd name="T10" fmla="*/ 1147 w 95"/>
                <a:gd name="T11" fmla="*/ 4173 h 225"/>
                <a:gd name="T12" fmla="*/ 408 w 95"/>
                <a:gd name="T13" fmla="*/ 3243 h 225"/>
                <a:gd name="T14" fmla="*/ 33 w 95"/>
                <a:gd name="T15" fmla="*/ 1160 h 2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225">
                  <a:moveTo>
                    <a:pt x="0" y="22"/>
                  </a:moveTo>
                  <a:cubicBezTo>
                    <a:pt x="2" y="19"/>
                    <a:pt x="4" y="16"/>
                    <a:pt x="7" y="14"/>
                  </a:cubicBezTo>
                  <a:cubicBezTo>
                    <a:pt x="23" y="0"/>
                    <a:pt x="41" y="8"/>
                    <a:pt x="60" y="10"/>
                  </a:cubicBezTo>
                  <a:cubicBezTo>
                    <a:pt x="46" y="26"/>
                    <a:pt x="35" y="72"/>
                    <a:pt x="43" y="111"/>
                  </a:cubicBezTo>
                  <a:cubicBezTo>
                    <a:pt x="51" y="150"/>
                    <a:pt x="47" y="161"/>
                    <a:pt x="71" y="193"/>
                  </a:cubicBezTo>
                  <a:cubicBezTo>
                    <a:pt x="95" y="225"/>
                    <a:pt x="73" y="220"/>
                    <a:pt x="73" y="220"/>
                  </a:cubicBezTo>
                  <a:cubicBezTo>
                    <a:pt x="73" y="220"/>
                    <a:pt x="46" y="214"/>
                    <a:pt x="26" y="171"/>
                  </a:cubicBezTo>
                  <a:cubicBezTo>
                    <a:pt x="12" y="142"/>
                    <a:pt x="3" y="77"/>
                    <a:pt x="2" y="61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1" name="Freeform 25">
              <a:extLst>
                <a:ext uri="{FF2B5EF4-FFF2-40B4-BE49-F238E27FC236}">
                  <a16:creationId xmlns:a16="http://schemas.microsoft.com/office/drawing/2014/main" id="{5EFCD5B0-FC92-4396-912A-446F284DB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3675"/>
              <a:ext cx="138" cy="192"/>
            </a:xfrm>
            <a:custGeom>
              <a:avLst/>
              <a:gdLst>
                <a:gd name="T0" fmla="*/ 50 w 55"/>
                <a:gd name="T1" fmla="*/ 989 h 72"/>
                <a:gd name="T2" fmla="*/ 693 w 55"/>
                <a:gd name="T3" fmla="*/ 1160 h 72"/>
                <a:gd name="T4" fmla="*/ 755 w 55"/>
                <a:gd name="T5" fmla="*/ 0 h 72"/>
                <a:gd name="T6" fmla="*/ 0 w 55"/>
                <a:gd name="T7" fmla="*/ 989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72">
                  <a:moveTo>
                    <a:pt x="3" y="52"/>
                  </a:moveTo>
                  <a:cubicBezTo>
                    <a:pt x="14" y="60"/>
                    <a:pt x="30" y="72"/>
                    <a:pt x="44" y="61"/>
                  </a:cubicBezTo>
                  <a:cubicBezTo>
                    <a:pt x="55" y="53"/>
                    <a:pt x="52" y="12"/>
                    <a:pt x="48" y="0"/>
                  </a:cubicBezTo>
                  <a:cubicBezTo>
                    <a:pt x="43" y="27"/>
                    <a:pt x="38" y="62"/>
                    <a:pt x="0" y="52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2" name="Freeform 26">
              <a:extLst>
                <a:ext uri="{FF2B5EF4-FFF2-40B4-BE49-F238E27FC236}">
                  <a16:creationId xmlns:a16="http://schemas.microsoft.com/office/drawing/2014/main" id="{9E2F20D7-D05B-457C-BE51-06D209EA1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3571"/>
              <a:ext cx="120" cy="341"/>
            </a:xfrm>
            <a:custGeom>
              <a:avLst/>
              <a:gdLst>
                <a:gd name="T0" fmla="*/ 0 w 48"/>
                <a:gd name="T1" fmla="*/ 2081 h 128"/>
                <a:gd name="T2" fmla="*/ 458 w 48"/>
                <a:gd name="T3" fmla="*/ 2272 h 128"/>
                <a:gd name="T4" fmla="*/ 720 w 48"/>
                <a:gd name="T5" fmla="*/ 1910 h 128"/>
                <a:gd name="T6" fmla="*/ 613 w 48"/>
                <a:gd name="T7" fmla="*/ 0 h 128"/>
                <a:gd name="T8" fmla="*/ 145 w 48"/>
                <a:gd name="T9" fmla="*/ 2137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28">
                  <a:moveTo>
                    <a:pt x="0" y="110"/>
                  </a:moveTo>
                  <a:cubicBezTo>
                    <a:pt x="7" y="117"/>
                    <a:pt x="19" y="121"/>
                    <a:pt x="29" y="120"/>
                  </a:cubicBezTo>
                  <a:cubicBezTo>
                    <a:pt x="41" y="120"/>
                    <a:pt x="45" y="113"/>
                    <a:pt x="46" y="101"/>
                  </a:cubicBezTo>
                  <a:cubicBezTo>
                    <a:pt x="48" y="67"/>
                    <a:pt x="38" y="33"/>
                    <a:pt x="39" y="0"/>
                  </a:cubicBezTo>
                  <a:cubicBezTo>
                    <a:pt x="38" y="14"/>
                    <a:pt x="43" y="128"/>
                    <a:pt x="9" y="113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3" name="Freeform 27">
              <a:extLst>
                <a:ext uri="{FF2B5EF4-FFF2-40B4-BE49-F238E27FC236}">
                  <a16:creationId xmlns:a16="http://schemas.microsoft.com/office/drawing/2014/main" id="{D60A9054-D40F-4884-8AC2-78EBD4029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3680"/>
              <a:ext cx="113" cy="224"/>
            </a:xfrm>
            <a:custGeom>
              <a:avLst/>
              <a:gdLst>
                <a:gd name="T0" fmla="*/ 650 w 45"/>
                <a:gd name="T1" fmla="*/ 0 h 84"/>
                <a:gd name="T2" fmla="*/ 600 w 45"/>
                <a:gd name="T3" fmla="*/ 1173 h 84"/>
                <a:gd name="T4" fmla="*/ 0 w 45"/>
                <a:gd name="T5" fmla="*/ 1480 h 84"/>
                <a:gd name="T6" fmla="*/ 472 w 45"/>
                <a:gd name="T7" fmla="*/ 875 h 84"/>
                <a:gd name="T8" fmla="*/ 600 w 45"/>
                <a:gd name="T9" fmla="*/ 11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4">
                  <a:moveTo>
                    <a:pt x="41" y="0"/>
                  </a:moveTo>
                  <a:cubicBezTo>
                    <a:pt x="41" y="15"/>
                    <a:pt x="45" y="43"/>
                    <a:pt x="38" y="62"/>
                  </a:cubicBezTo>
                  <a:cubicBezTo>
                    <a:pt x="32" y="76"/>
                    <a:pt x="19" y="84"/>
                    <a:pt x="0" y="78"/>
                  </a:cubicBezTo>
                  <a:cubicBezTo>
                    <a:pt x="16" y="77"/>
                    <a:pt x="26" y="60"/>
                    <a:pt x="30" y="46"/>
                  </a:cubicBezTo>
                  <a:cubicBezTo>
                    <a:pt x="33" y="34"/>
                    <a:pt x="39" y="18"/>
                    <a:pt x="38" y="6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4" name="Freeform 28">
              <a:extLst>
                <a:ext uri="{FF2B5EF4-FFF2-40B4-BE49-F238E27FC236}">
                  <a16:creationId xmlns:a16="http://schemas.microsoft.com/office/drawing/2014/main" id="{B2CDFC8C-4B26-42D4-99F6-2F0FCACDA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477"/>
              <a:ext cx="323" cy="1366"/>
            </a:xfrm>
            <a:custGeom>
              <a:avLst/>
              <a:gdLst>
                <a:gd name="T0" fmla="*/ 0 w 129"/>
                <a:gd name="T1" fmla="*/ 9722 h 512"/>
                <a:gd name="T2" fmla="*/ 501 w 129"/>
                <a:gd name="T3" fmla="*/ 9325 h 512"/>
                <a:gd name="T4" fmla="*/ 929 w 129"/>
                <a:gd name="T5" fmla="*/ 6078 h 512"/>
                <a:gd name="T6" fmla="*/ 1930 w 129"/>
                <a:gd name="T7" fmla="*/ 1425 h 512"/>
                <a:gd name="T8" fmla="*/ 1272 w 129"/>
                <a:gd name="T9" fmla="*/ 568 h 512"/>
                <a:gd name="T10" fmla="*/ 992 w 129"/>
                <a:gd name="T11" fmla="*/ 568 h 512"/>
                <a:gd name="T12" fmla="*/ 1272 w 129"/>
                <a:gd name="T13" fmla="*/ 2905 h 512"/>
                <a:gd name="T14" fmla="*/ 816 w 129"/>
                <a:gd name="T15" fmla="*/ 4178 h 512"/>
                <a:gd name="T16" fmla="*/ 676 w 129"/>
                <a:gd name="T17" fmla="*/ 5261 h 512"/>
                <a:gd name="T18" fmla="*/ 583 w 129"/>
                <a:gd name="T19" fmla="*/ 6550 h 512"/>
                <a:gd name="T20" fmla="*/ 283 w 129"/>
                <a:gd name="T21" fmla="*/ 9210 h 512"/>
                <a:gd name="T22" fmla="*/ 0 w 129"/>
                <a:gd name="T23" fmla="*/ 9722 h 5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" h="512">
                  <a:moveTo>
                    <a:pt x="0" y="512"/>
                  </a:moveTo>
                  <a:cubicBezTo>
                    <a:pt x="10" y="512"/>
                    <a:pt x="28" y="506"/>
                    <a:pt x="32" y="491"/>
                  </a:cubicBezTo>
                  <a:cubicBezTo>
                    <a:pt x="36" y="476"/>
                    <a:pt x="30" y="409"/>
                    <a:pt x="59" y="320"/>
                  </a:cubicBezTo>
                  <a:cubicBezTo>
                    <a:pt x="88" y="231"/>
                    <a:pt x="129" y="150"/>
                    <a:pt x="123" y="75"/>
                  </a:cubicBezTo>
                  <a:cubicBezTo>
                    <a:pt x="117" y="0"/>
                    <a:pt x="95" y="27"/>
                    <a:pt x="81" y="30"/>
                  </a:cubicBezTo>
                  <a:cubicBezTo>
                    <a:pt x="67" y="33"/>
                    <a:pt x="63" y="30"/>
                    <a:pt x="63" y="30"/>
                  </a:cubicBezTo>
                  <a:cubicBezTo>
                    <a:pt x="71" y="40"/>
                    <a:pt x="99" y="89"/>
                    <a:pt x="81" y="153"/>
                  </a:cubicBezTo>
                  <a:cubicBezTo>
                    <a:pt x="63" y="217"/>
                    <a:pt x="52" y="220"/>
                    <a:pt x="52" y="220"/>
                  </a:cubicBezTo>
                  <a:cubicBezTo>
                    <a:pt x="52" y="220"/>
                    <a:pt x="41" y="269"/>
                    <a:pt x="43" y="277"/>
                  </a:cubicBezTo>
                  <a:cubicBezTo>
                    <a:pt x="45" y="285"/>
                    <a:pt x="44" y="304"/>
                    <a:pt x="37" y="345"/>
                  </a:cubicBezTo>
                  <a:cubicBezTo>
                    <a:pt x="30" y="386"/>
                    <a:pt x="29" y="463"/>
                    <a:pt x="18" y="485"/>
                  </a:cubicBezTo>
                  <a:cubicBezTo>
                    <a:pt x="7" y="507"/>
                    <a:pt x="10" y="508"/>
                    <a:pt x="0" y="512"/>
                  </a:cubicBezTo>
                  <a:close/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5" name="Freeform 29">
              <a:extLst>
                <a:ext uri="{FF2B5EF4-FFF2-40B4-BE49-F238E27FC236}">
                  <a16:creationId xmlns:a16="http://schemas.microsoft.com/office/drawing/2014/main" id="{55439355-696C-4C33-B4B2-69BF2C463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3189"/>
              <a:ext cx="193" cy="211"/>
            </a:xfrm>
            <a:custGeom>
              <a:avLst/>
              <a:gdLst>
                <a:gd name="T0" fmla="*/ 333 w 77"/>
                <a:gd name="T1" fmla="*/ 1506 h 79"/>
                <a:gd name="T2" fmla="*/ 772 w 77"/>
                <a:gd name="T3" fmla="*/ 705 h 79"/>
                <a:gd name="T4" fmla="*/ 1100 w 77"/>
                <a:gd name="T5" fmla="*/ 491 h 79"/>
                <a:gd name="T6" fmla="*/ 772 w 77"/>
                <a:gd name="T7" fmla="*/ 21 h 79"/>
                <a:gd name="T8" fmla="*/ 125 w 77"/>
                <a:gd name="T9" fmla="*/ 513 h 79"/>
                <a:gd name="T10" fmla="*/ 83 w 77"/>
                <a:gd name="T11" fmla="*/ 1354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79">
                  <a:moveTo>
                    <a:pt x="21" y="79"/>
                  </a:moveTo>
                  <a:cubicBezTo>
                    <a:pt x="10" y="58"/>
                    <a:pt x="30" y="40"/>
                    <a:pt x="49" y="37"/>
                  </a:cubicBezTo>
                  <a:cubicBezTo>
                    <a:pt x="59" y="36"/>
                    <a:pt x="66" y="37"/>
                    <a:pt x="70" y="26"/>
                  </a:cubicBezTo>
                  <a:cubicBezTo>
                    <a:pt x="77" y="7"/>
                    <a:pt x="65" y="0"/>
                    <a:pt x="49" y="1"/>
                  </a:cubicBezTo>
                  <a:cubicBezTo>
                    <a:pt x="30" y="2"/>
                    <a:pt x="15" y="9"/>
                    <a:pt x="8" y="27"/>
                  </a:cubicBezTo>
                  <a:cubicBezTo>
                    <a:pt x="3" y="38"/>
                    <a:pt x="0" y="60"/>
                    <a:pt x="5" y="71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6" name="Freeform 30">
              <a:extLst>
                <a:ext uri="{FF2B5EF4-FFF2-40B4-BE49-F238E27FC236}">
                  <a16:creationId xmlns:a16="http://schemas.microsoft.com/office/drawing/2014/main" id="{929FC73E-F789-4E57-877B-44B5A713B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568"/>
              <a:ext cx="98" cy="275"/>
            </a:xfrm>
            <a:custGeom>
              <a:avLst/>
              <a:gdLst>
                <a:gd name="T0" fmla="*/ 618 w 39"/>
                <a:gd name="T1" fmla="*/ 379 h 103"/>
                <a:gd name="T2" fmla="*/ 158 w 39"/>
                <a:gd name="T3" fmla="*/ 1960 h 103"/>
                <a:gd name="T4" fmla="*/ 347 w 39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03">
                  <a:moveTo>
                    <a:pt x="39" y="20"/>
                  </a:moveTo>
                  <a:cubicBezTo>
                    <a:pt x="16" y="44"/>
                    <a:pt x="16" y="73"/>
                    <a:pt x="10" y="103"/>
                  </a:cubicBezTo>
                  <a:cubicBezTo>
                    <a:pt x="0" y="72"/>
                    <a:pt x="9" y="29"/>
                    <a:pt x="22" y="0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7" name="Freeform 31">
              <a:extLst>
                <a:ext uri="{FF2B5EF4-FFF2-40B4-BE49-F238E27FC236}">
                  <a16:creationId xmlns:a16="http://schemas.microsoft.com/office/drawing/2014/main" id="{86C35793-072E-40F8-9DB6-56702DF40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835"/>
              <a:ext cx="140" cy="194"/>
            </a:xfrm>
            <a:custGeom>
              <a:avLst/>
              <a:gdLst>
                <a:gd name="T0" fmla="*/ 875 w 56"/>
                <a:gd name="T1" fmla="*/ 319 h 73"/>
                <a:gd name="T2" fmla="*/ 425 w 56"/>
                <a:gd name="T3" fmla="*/ 712 h 73"/>
                <a:gd name="T4" fmla="*/ 488 w 56"/>
                <a:gd name="T5" fmla="*/ 1350 h 73"/>
                <a:gd name="T6" fmla="*/ 0 w 56"/>
                <a:gd name="T7" fmla="*/ 882 h 73"/>
                <a:gd name="T8" fmla="*/ 625 w 56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73">
                  <a:moveTo>
                    <a:pt x="56" y="17"/>
                  </a:moveTo>
                  <a:cubicBezTo>
                    <a:pt x="45" y="21"/>
                    <a:pt x="31" y="26"/>
                    <a:pt x="27" y="38"/>
                  </a:cubicBezTo>
                  <a:cubicBezTo>
                    <a:pt x="24" y="48"/>
                    <a:pt x="26" y="63"/>
                    <a:pt x="31" y="72"/>
                  </a:cubicBezTo>
                  <a:cubicBezTo>
                    <a:pt x="20" y="73"/>
                    <a:pt x="0" y="59"/>
                    <a:pt x="0" y="47"/>
                  </a:cubicBezTo>
                  <a:cubicBezTo>
                    <a:pt x="0" y="25"/>
                    <a:pt x="29" y="14"/>
                    <a:pt x="40" y="0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8" name="Freeform 32">
              <a:extLst>
                <a:ext uri="{FF2B5EF4-FFF2-40B4-BE49-F238E27FC236}">
                  <a16:creationId xmlns:a16="http://schemas.microsoft.com/office/drawing/2014/main" id="{FC210A52-AFAE-4F01-917A-E227C5ED3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557"/>
              <a:ext cx="163" cy="112"/>
            </a:xfrm>
            <a:custGeom>
              <a:avLst/>
              <a:gdLst>
                <a:gd name="T0" fmla="*/ 868 w 65"/>
                <a:gd name="T1" fmla="*/ 115 h 42"/>
                <a:gd name="T2" fmla="*/ 0 w 65"/>
                <a:gd name="T3" fmla="*/ 0 h 42"/>
                <a:gd name="T4" fmla="*/ 125 w 65"/>
                <a:gd name="T5" fmla="*/ 320 h 42"/>
                <a:gd name="T6" fmla="*/ 271 w 65"/>
                <a:gd name="T7" fmla="*/ 797 h 42"/>
                <a:gd name="T8" fmla="*/ 1026 w 65"/>
                <a:gd name="T9" fmla="*/ 456 h 42"/>
                <a:gd name="T10" fmla="*/ 913 w 65"/>
                <a:gd name="T11" fmla="*/ 149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42">
                  <a:moveTo>
                    <a:pt x="55" y="6"/>
                  </a:moveTo>
                  <a:cubicBezTo>
                    <a:pt x="36" y="6"/>
                    <a:pt x="18" y="1"/>
                    <a:pt x="0" y="0"/>
                  </a:cubicBezTo>
                  <a:cubicBezTo>
                    <a:pt x="3" y="6"/>
                    <a:pt x="6" y="11"/>
                    <a:pt x="8" y="17"/>
                  </a:cubicBezTo>
                  <a:cubicBezTo>
                    <a:pt x="12" y="25"/>
                    <a:pt x="12" y="35"/>
                    <a:pt x="17" y="42"/>
                  </a:cubicBezTo>
                  <a:cubicBezTo>
                    <a:pt x="15" y="21"/>
                    <a:pt x="52" y="23"/>
                    <a:pt x="65" y="24"/>
                  </a:cubicBezTo>
                  <a:cubicBezTo>
                    <a:pt x="62" y="19"/>
                    <a:pt x="60" y="14"/>
                    <a:pt x="58" y="8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9" name="Freeform 33">
              <a:extLst>
                <a:ext uri="{FF2B5EF4-FFF2-40B4-BE49-F238E27FC236}">
                  <a16:creationId xmlns:a16="http://schemas.microsoft.com/office/drawing/2014/main" id="{D77C4503-60D5-41ED-9F74-07F2E9D10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541"/>
              <a:ext cx="248" cy="1238"/>
            </a:xfrm>
            <a:custGeom>
              <a:avLst/>
              <a:gdLst>
                <a:gd name="T0" fmla="*/ 0 w 99"/>
                <a:gd name="T1" fmla="*/ 0 h 464"/>
                <a:gd name="T2" fmla="*/ 629 w 99"/>
                <a:gd name="T3" fmla="*/ 419 h 464"/>
                <a:gd name="T4" fmla="*/ 1085 w 99"/>
                <a:gd name="T5" fmla="*/ 2014 h 464"/>
                <a:gd name="T6" fmla="*/ 784 w 99"/>
                <a:gd name="T7" fmla="*/ 6321 h 464"/>
                <a:gd name="T8" fmla="*/ 721 w 99"/>
                <a:gd name="T9" fmla="*/ 8813 h 464"/>
                <a:gd name="T10" fmla="*/ 847 w 99"/>
                <a:gd name="T11" fmla="*/ 8677 h 464"/>
                <a:gd name="T12" fmla="*/ 1210 w 99"/>
                <a:gd name="T13" fmla="*/ 3210 h 464"/>
                <a:gd name="T14" fmla="*/ 1210 w 99"/>
                <a:gd name="T15" fmla="*/ 93 h 4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464">
                  <a:moveTo>
                    <a:pt x="0" y="0"/>
                  </a:moveTo>
                  <a:cubicBezTo>
                    <a:pt x="17" y="7"/>
                    <a:pt x="13" y="16"/>
                    <a:pt x="40" y="22"/>
                  </a:cubicBezTo>
                  <a:cubicBezTo>
                    <a:pt x="67" y="28"/>
                    <a:pt x="72" y="45"/>
                    <a:pt x="69" y="106"/>
                  </a:cubicBezTo>
                  <a:cubicBezTo>
                    <a:pt x="66" y="167"/>
                    <a:pt x="48" y="258"/>
                    <a:pt x="50" y="333"/>
                  </a:cubicBezTo>
                  <a:cubicBezTo>
                    <a:pt x="52" y="408"/>
                    <a:pt x="46" y="464"/>
                    <a:pt x="46" y="464"/>
                  </a:cubicBezTo>
                  <a:cubicBezTo>
                    <a:pt x="54" y="457"/>
                    <a:pt x="54" y="457"/>
                    <a:pt x="54" y="457"/>
                  </a:cubicBezTo>
                  <a:cubicBezTo>
                    <a:pt x="54" y="457"/>
                    <a:pt x="55" y="272"/>
                    <a:pt x="77" y="169"/>
                  </a:cubicBezTo>
                  <a:cubicBezTo>
                    <a:pt x="99" y="66"/>
                    <a:pt x="92" y="22"/>
                    <a:pt x="77" y="5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0" name="Freeform 34">
              <a:extLst>
                <a:ext uri="{FF2B5EF4-FFF2-40B4-BE49-F238E27FC236}">
                  <a16:creationId xmlns:a16="http://schemas.microsoft.com/office/drawing/2014/main" id="{3426D8FD-F834-46BD-A985-E1D3C4988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717"/>
              <a:ext cx="40" cy="1043"/>
            </a:xfrm>
            <a:custGeom>
              <a:avLst/>
              <a:gdLst>
                <a:gd name="T0" fmla="*/ 63 w 16"/>
                <a:gd name="T1" fmla="*/ 0 h 391"/>
                <a:gd name="T2" fmla="*/ 50 w 16"/>
                <a:gd name="T3" fmla="*/ 3985 h 391"/>
                <a:gd name="T4" fmla="*/ 0 w 16"/>
                <a:gd name="T5" fmla="*/ 7421 h 391"/>
                <a:gd name="T6" fmla="*/ 175 w 16"/>
                <a:gd name="T7" fmla="*/ 3743 h 391"/>
                <a:gd name="T8" fmla="*/ 63 w 16"/>
                <a:gd name="T9" fmla="*/ 0 h 3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91">
                  <a:moveTo>
                    <a:pt x="4" y="0"/>
                  </a:moveTo>
                  <a:cubicBezTo>
                    <a:pt x="9" y="35"/>
                    <a:pt x="6" y="118"/>
                    <a:pt x="3" y="210"/>
                  </a:cubicBezTo>
                  <a:cubicBezTo>
                    <a:pt x="0" y="302"/>
                    <a:pt x="0" y="391"/>
                    <a:pt x="0" y="391"/>
                  </a:cubicBezTo>
                  <a:cubicBezTo>
                    <a:pt x="0" y="357"/>
                    <a:pt x="9" y="228"/>
                    <a:pt x="11" y="197"/>
                  </a:cubicBezTo>
                  <a:cubicBezTo>
                    <a:pt x="13" y="166"/>
                    <a:pt x="16" y="4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1" name="Freeform 35">
              <a:extLst>
                <a:ext uri="{FF2B5EF4-FFF2-40B4-BE49-F238E27FC236}">
                  <a16:creationId xmlns:a16="http://schemas.microsoft.com/office/drawing/2014/main" id="{B5083330-B2B7-4CCE-B284-C47E01732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669"/>
              <a:ext cx="98" cy="875"/>
            </a:xfrm>
            <a:custGeom>
              <a:avLst/>
              <a:gdLst>
                <a:gd name="T0" fmla="*/ 63 w 39"/>
                <a:gd name="T1" fmla="*/ 0 h 328"/>
                <a:gd name="T2" fmla="*/ 221 w 39"/>
                <a:gd name="T3" fmla="*/ 2163 h 328"/>
                <a:gd name="T4" fmla="*/ 568 w 39"/>
                <a:gd name="T5" fmla="*/ 6226 h 328"/>
                <a:gd name="T6" fmla="*/ 367 w 39"/>
                <a:gd name="T7" fmla="*/ 2142 h 328"/>
                <a:gd name="T8" fmla="*/ 63 w 39"/>
                <a:gd name="T9" fmla="*/ 0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28">
                  <a:moveTo>
                    <a:pt x="4" y="0"/>
                  </a:moveTo>
                  <a:cubicBezTo>
                    <a:pt x="0" y="29"/>
                    <a:pt x="5" y="69"/>
                    <a:pt x="14" y="114"/>
                  </a:cubicBezTo>
                  <a:cubicBezTo>
                    <a:pt x="23" y="159"/>
                    <a:pt x="34" y="252"/>
                    <a:pt x="36" y="328"/>
                  </a:cubicBezTo>
                  <a:cubicBezTo>
                    <a:pt x="39" y="266"/>
                    <a:pt x="28" y="149"/>
                    <a:pt x="23" y="113"/>
                  </a:cubicBezTo>
                  <a:cubicBezTo>
                    <a:pt x="18" y="77"/>
                    <a:pt x="2" y="2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2" name="Freeform 36">
              <a:extLst>
                <a:ext uri="{FF2B5EF4-FFF2-40B4-BE49-F238E27FC236}">
                  <a16:creationId xmlns:a16="http://schemas.microsoft.com/office/drawing/2014/main" id="{F2F00986-E65A-4129-8B53-5E9D4BEF6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653"/>
              <a:ext cx="25" cy="227"/>
            </a:xfrm>
            <a:custGeom>
              <a:avLst/>
              <a:gdLst>
                <a:gd name="T0" fmla="*/ 158 w 10"/>
                <a:gd name="T1" fmla="*/ 0 h 85"/>
                <a:gd name="T2" fmla="*/ 83 w 10"/>
                <a:gd name="T3" fmla="*/ 1618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5">
                  <a:moveTo>
                    <a:pt x="10" y="0"/>
                  </a:moveTo>
                  <a:cubicBezTo>
                    <a:pt x="4" y="19"/>
                    <a:pt x="0" y="57"/>
                    <a:pt x="5" y="8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3" name="Freeform 37">
              <a:extLst>
                <a:ext uri="{FF2B5EF4-FFF2-40B4-BE49-F238E27FC236}">
                  <a16:creationId xmlns:a16="http://schemas.microsoft.com/office/drawing/2014/main" id="{FC5D6F8F-F684-48CE-9752-3C91D56AF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3139"/>
              <a:ext cx="130" cy="618"/>
            </a:xfrm>
            <a:custGeom>
              <a:avLst/>
              <a:gdLst>
                <a:gd name="T0" fmla="*/ 0 w 52"/>
                <a:gd name="T1" fmla="*/ 0 h 232"/>
                <a:gd name="T2" fmla="*/ 738 w 52"/>
                <a:gd name="T3" fmla="*/ 4385 h 232"/>
                <a:gd name="T4" fmla="*/ 0 w 52"/>
                <a:gd name="T5" fmla="*/ 0 h 2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2">
                  <a:moveTo>
                    <a:pt x="0" y="0"/>
                  </a:moveTo>
                  <a:cubicBezTo>
                    <a:pt x="21" y="60"/>
                    <a:pt x="47" y="147"/>
                    <a:pt x="47" y="232"/>
                  </a:cubicBezTo>
                  <a:cubicBezTo>
                    <a:pt x="52" y="168"/>
                    <a:pt x="34" y="6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4" name="Freeform 38">
              <a:extLst>
                <a:ext uri="{FF2B5EF4-FFF2-40B4-BE49-F238E27FC236}">
                  <a16:creationId xmlns:a16="http://schemas.microsoft.com/office/drawing/2014/main" id="{4A3C31E9-DD8A-4999-B0DE-9FB4AA6BB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560"/>
              <a:ext cx="105" cy="1285"/>
            </a:xfrm>
            <a:custGeom>
              <a:avLst/>
              <a:gdLst>
                <a:gd name="T0" fmla="*/ 645 w 42"/>
                <a:gd name="T1" fmla="*/ 9134 h 482"/>
                <a:gd name="T2" fmla="*/ 658 w 42"/>
                <a:gd name="T3" fmla="*/ 9054 h 482"/>
                <a:gd name="T4" fmla="*/ 333 w 42"/>
                <a:gd name="T5" fmla="*/ 3434 h 482"/>
                <a:gd name="T6" fmla="*/ 250 w 42"/>
                <a:gd name="T7" fmla="*/ 0 h 4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82">
                  <a:moveTo>
                    <a:pt x="41" y="482"/>
                  </a:moveTo>
                  <a:cubicBezTo>
                    <a:pt x="42" y="478"/>
                    <a:pt x="42" y="478"/>
                    <a:pt x="42" y="478"/>
                  </a:cubicBezTo>
                  <a:cubicBezTo>
                    <a:pt x="42" y="392"/>
                    <a:pt x="41" y="273"/>
                    <a:pt x="21" y="181"/>
                  </a:cubicBezTo>
                  <a:cubicBezTo>
                    <a:pt x="1" y="89"/>
                    <a:pt x="0" y="56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5" name="Freeform 39">
              <a:extLst>
                <a:ext uri="{FF2B5EF4-FFF2-40B4-BE49-F238E27FC236}">
                  <a16:creationId xmlns:a16="http://schemas.microsoft.com/office/drawing/2014/main" id="{10AA1D84-7001-42C3-AF0C-BB503326F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565"/>
              <a:ext cx="105" cy="488"/>
            </a:xfrm>
            <a:custGeom>
              <a:avLst/>
              <a:gdLst>
                <a:gd name="T0" fmla="*/ 533 w 42"/>
                <a:gd name="T1" fmla="*/ 0 h 183"/>
                <a:gd name="T2" fmla="*/ 658 w 42"/>
                <a:gd name="T3" fmla="*/ 3469 h 1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83">
                  <a:moveTo>
                    <a:pt x="34" y="0"/>
                  </a:moveTo>
                  <a:cubicBezTo>
                    <a:pt x="6" y="24"/>
                    <a:pt x="0" y="130"/>
                    <a:pt x="42" y="18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6" name="Freeform 40">
              <a:extLst>
                <a:ext uri="{FF2B5EF4-FFF2-40B4-BE49-F238E27FC236}">
                  <a16:creationId xmlns:a16="http://schemas.microsoft.com/office/drawing/2014/main" id="{97D16289-C2CD-49BF-8AD0-62E7620BC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104"/>
              <a:ext cx="1945" cy="1520"/>
            </a:xfrm>
            <a:custGeom>
              <a:avLst/>
              <a:gdLst>
                <a:gd name="T0" fmla="*/ 6083 w 778"/>
                <a:gd name="T1" fmla="*/ 10184 h 570"/>
                <a:gd name="T2" fmla="*/ 8125 w 778"/>
                <a:gd name="T3" fmla="*/ 10389 h 570"/>
                <a:gd name="T4" fmla="*/ 9020 w 778"/>
                <a:gd name="T5" fmla="*/ 10317 h 570"/>
                <a:gd name="T6" fmla="*/ 9438 w 778"/>
                <a:gd name="T7" fmla="*/ 10808 h 570"/>
                <a:gd name="T8" fmla="*/ 11408 w 778"/>
                <a:gd name="T9" fmla="*/ 9216 h 570"/>
                <a:gd name="T10" fmla="*/ 11238 w 778"/>
                <a:gd name="T11" fmla="*/ 5043 h 570"/>
                <a:gd name="T12" fmla="*/ 9813 w 778"/>
                <a:gd name="T13" fmla="*/ 2312 h 570"/>
                <a:gd name="T14" fmla="*/ 7408 w 778"/>
                <a:gd name="T15" fmla="*/ 0 h 570"/>
                <a:gd name="T16" fmla="*/ 6083 w 778"/>
                <a:gd name="T17" fmla="*/ 227 h 570"/>
                <a:gd name="T18" fmla="*/ 6083 w 778"/>
                <a:gd name="T19" fmla="*/ 227 h 570"/>
                <a:gd name="T20" fmla="*/ 4750 w 778"/>
                <a:gd name="T21" fmla="*/ 0 h 570"/>
                <a:gd name="T22" fmla="*/ 2345 w 778"/>
                <a:gd name="T23" fmla="*/ 2312 h 570"/>
                <a:gd name="T24" fmla="*/ 925 w 778"/>
                <a:gd name="T25" fmla="*/ 5043 h 570"/>
                <a:gd name="T26" fmla="*/ 750 w 778"/>
                <a:gd name="T27" fmla="*/ 9216 h 570"/>
                <a:gd name="T28" fmla="*/ 2720 w 778"/>
                <a:gd name="T29" fmla="*/ 10808 h 570"/>
                <a:gd name="T30" fmla="*/ 3145 w 778"/>
                <a:gd name="T31" fmla="*/ 10317 h 570"/>
                <a:gd name="T32" fmla="*/ 4033 w 778"/>
                <a:gd name="T33" fmla="*/ 10389 h 570"/>
                <a:gd name="T34" fmla="*/ 6083 w 778"/>
                <a:gd name="T35" fmla="*/ 10184 h 5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78" h="570">
                  <a:moveTo>
                    <a:pt x="389" y="537"/>
                  </a:moveTo>
                  <a:cubicBezTo>
                    <a:pt x="443" y="537"/>
                    <a:pt x="487" y="548"/>
                    <a:pt x="520" y="548"/>
                  </a:cubicBezTo>
                  <a:cubicBezTo>
                    <a:pt x="545" y="549"/>
                    <a:pt x="566" y="542"/>
                    <a:pt x="577" y="544"/>
                  </a:cubicBezTo>
                  <a:cubicBezTo>
                    <a:pt x="594" y="548"/>
                    <a:pt x="597" y="562"/>
                    <a:pt x="604" y="570"/>
                  </a:cubicBezTo>
                  <a:cubicBezTo>
                    <a:pt x="604" y="570"/>
                    <a:pt x="682" y="542"/>
                    <a:pt x="730" y="486"/>
                  </a:cubicBezTo>
                  <a:cubicBezTo>
                    <a:pt x="778" y="430"/>
                    <a:pt x="755" y="322"/>
                    <a:pt x="719" y="266"/>
                  </a:cubicBezTo>
                  <a:cubicBezTo>
                    <a:pt x="692" y="224"/>
                    <a:pt x="660" y="172"/>
                    <a:pt x="628" y="122"/>
                  </a:cubicBezTo>
                  <a:cubicBezTo>
                    <a:pt x="596" y="72"/>
                    <a:pt x="552" y="0"/>
                    <a:pt x="474" y="0"/>
                  </a:cubicBezTo>
                  <a:cubicBezTo>
                    <a:pt x="396" y="0"/>
                    <a:pt x="437" y="12"/>
                    <a:pt x="389" y="12"/>
                  </a:cubicBezTo>
                  <a:cubicBezTo>
                    <a:pt x="389" y="12"/>
                    <a:pt x="389" y="12"/>
                    <a:pt x="389" y="12"/>
                  </a:cubicBezTo>
                  <a:cubicBezTo>
                    <a:pt x="341" y="12"/>
                    <a:pt x="382" y="0"/>
                    <a:pt x="304" y="0"/>
                  </a:cubicBezTo>
                  <a:cubicBezTo>
                    <a:pt x="226" y="0"/>
                    <a:pt x="182" y="72"/>
                    <a:pt x="150" y="122"/>
                  </a:cubicBezTo>
                  <a:cubicBezTo>
                    <a:pt x="118" y="172"/>
                    <a:pt x="86" y="224"/>
                    <a:pt x="59" y="266"/>
                  </a:cubicBezTo>
                  <a:cubicBezTo>
                    <a:pt x="23" y="322"/>
                    <a:pt x="0" y="430"/>
                    <a:pt x="48" y="486"/>
                  </a:cubicBezTo>
                  <a:cubicBezTo>
                    <a:pt x="96" y="542"/>
                    <a:pt x="174" y="570"/>
                    <a:pt x="174" y="570"/>
                  </a:cubicBezTo>
                  <a:cubicBezTo>
                    <a:pt x="181" y="562"/>
                    <a:pt x="184" y="548"/>
                    <a:pt x="201" y="544"/>
                  </a:cubicBezTo>
                  <a:cubicBezTo>
                    <a:pt x="213" y="542"/>
                    <a:pt x="233" y="549"/>
                    <a:pt x="258" y="548"/>
                  </a:cubicBezTo>
                  <a:cubicBezTo>
                    <a:pt x="291" y="548"/>
                    <a:pt x="335" y="537"/>
                    <a:pt x="389" y="5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7" name="Freeform 41">
              <a:extLst>
                <a:ext uri="{FF2B5EF4-FFF2-40B4-BE49-F238E27FC236}">
                  <a16:creationId xmlns:a16="http://schemas.microsoft.com/office/drawing/2014/main" id="{6360E94A-885F-4AF0-AD0D-BD875E243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536"/>
              <a:ext cx="1120" cy="1400"/>
            </a:xfrm>
            <a:custGeom>
              <a:avLst/>
              <a:gdLst>
                <a:gd name="T0" fmla="*/ 3500 w 448"/>
                <a:gd name="T1" fmla="*/ 0 h 525"/>
                <a:gd name="T2" fmla="*/ 5550 w 448"/>
                <a:gd name="T3" fmla="*/ 205 h 525"/>
                <a:gd name="T4" fmla="*/ 6438 w 448"/>
                <a:gd name="T5" fmla="*/ 136 h 525"/>
                <a:gd name="T6" fmla="*/ 6813 w 448"/>
                <a:gd name="T7" fmla="*/ 547 h 525"/>
                <a:gd name="T8" fmla="*/ 6395 w 448"/>
                <a:gd name="T9" fmla="*/ 3891 h 525"/>
                <a:gd name="T10" fmla="*/ 5470 w 448"/>
                <a:gd name="T11" fmla="*/ 8819 h 525"/>
                <a:gd name="T12" fmla="*/ 4563 w 448"/>
                <a:gd name="T13" fmla="*/ 9309 h 525"/>
                <a:gd name="T14" fmla="*/ 3500 w 448"/>
                <a:gd name="T15" fmla="*/ 9613 h 525"/>
                <a:gd name="T16" fmla="*/ 3500 w 448"/>
                <a:gd name="T17" fmla="*/ 9613 h 525"/>
                <a:gd name="T18" fmla="*/ 2438 w 448"/>
                <a:gd name="T19" fmla="*/ 9309 h 525"/>
                <a:gd name="T20" fmla="*/ 1533 w 448"/>
                <a:gd name="T21" fmla="*/ 8819 h 525"/>
                <a:gd name="T22" fmla="*/ 613 w 448"/>
                <a:gd name="T23" fmla="*/ 3891 h 525"/>
                <a:gd name="T24" fmla="*/ 188 w 448"/>
                <a:gd name="T25" fmla="*/ 547 h 525"/>
                <a:gd name="T26" fmla="*/ 563 w 448"/>
                <a:gd name="T27" fmla="*/ 136 h 525"/>
                <a:gd name="T28" fmla="*/ 1458 w 448"/>
                <a:gd name="T29" fmla="*/ 205 h 525"/>
                <a:gd name="T30" fmla="*/ 3500 w 448"/>
                <a:gd name="T31" fmla="*/ 0 h 5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8" h="525">
                  <a:moveTo>
                    <a:pt x="224" y="0"/>
                  </a:moveTo>
                  <a:cubicBezTo>
                    <a:pt x="278" y="0"/>
                    <a:pt x="322" y="11"/>
                    <a:pt x="355" y="11"/>
                  </a:cubicBezTo>
                  <a:cubicBezTo>
                    <a:pt x="380" y="12"/>
                    <a:pt x="401" y="5"/>
                    <a:pt x="412" y="7"/>
                  </a:cubicBezTo>
                  <a:cubicBezTo>
                    <a:pt x="427" y="10"/>
                    <a:pt x="431" y="21"/>
                    <a:pt x="436" y="29"/>
                  </a:cubicBezTo>
                  <a:cubicBezTo>
                    <a:pt x="448" y="91"/>
                    <a:pt x="434" y="147"/>
                    <a:pt x="409" y="205"/>
                  </a:cubicBezTo>
                  <a:cubicBezTo>
                    <a:pt x="381" y="271"/>
                    <a:pt x="350" y="381"/>
                    <a:pt x="350" y="465"/>
                  </a:cubicBezTo>
                  <a:cubicBezTo>
                    <a:pt x="350" y="494"/>
                    <a:pt x="312" y="506"/>
                    <a:pt x="292" y="491"/>
                  </a:cubicBezTo>
                  <a:cubicBezTo>
                    <a:pt x="287" y="513"/>
                    <a:pt x="245" y="525"/>
                    <a:pt x="224" y="507"/>
                  </a:cubicBezTo>
                  <a:cubicBezTo>
                    <a:pt x="224" y="507"/>
                    <a:pt x="224" y="507"/>
                    <a:pt x="224" y="507"/>
                  </a:cubicBezTo>
                  <a:cubicBezTo>
                    <a:pt x="203" y="525"/>
                    <a:pt x="167" y="510"/>
                    <a:pt x="156" y="491"/>
                  </a:cubicBezTo>
                  <a:cubicBezTo>
                    <a:pt x="136" y="506"/>
                    <a:pt x="98" y="494"/>
                    <a:pt x="98" y="465"/>
                  </a:cubicBezTo>
                  <a:cubicBezTo>
                    <a:pt x="98" y="381"/>
                    <a:pt x="67" y="271"/>
                    <a:pt x="39" y="205"/>
                  </a:cubicBezTo>
                  <a:cubicBezTo>
                    <a:pt x="14" y="147"/>
                    <a:pt x="0" y="91"/>
                    <a:pt x="12" y="29"/>
                  </a:cubicBezTo>
                  <a:cubicBezTo>
                    <a:pt x="17" y="21"/>
                    <a:pt x="21" y="10"/>
                    <a:pt x="36" y="7"/>
                  </a:cubicBezTo>
                  <a:cubicBezTo>
                    <a:pt x="48" y="5"/>
                    <a:pt x="68" y="12"/>
                    <a:pt x="93" y="11"/>
                  </a:cubicBezTo>
                  <a:cubicBezTo>
                    <a:pt x="126" y="11"/>
                    <a:pt x="170" y="0"/>
                    <a:pt x="22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8" name="Freeform 42">
              <a:extLst>
                <a:ext uri="{FF2B5EF4-FFF2-40B4-BE49-F238E27FC236}">
                  <a16:creationId xmlns:a16="http://schemas.microsoft.com/office/drawing/2014/main" id="{7E3B27BF-4788-4647-ADB6-624AC2E71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560"/>
              <a:ext cx="105" cy="1285"/>
            </a:xfrm>
            <a:custGeom>
              <a:avLst/>
              <a:gdLst>
                <a:gd name="T0" fmla="*/ 20 w 42"/>
                <a:gd name="T1" fmla="*/ 9134 h 482"/>
                <a:gd name="T2" fmla="*/ 0 w 42"/>
                <a:gd name="T3" fmla="*/ 9054 h 482"/>
                <a:gd name="T4" fmla="*/ 333 w 42"/>
                <a:gd name="T5" fmla="*/ 3434 h 482"/>
                <a:gd name="T6" fmla="*/ 408 w 42"/>
                <a:gd name="T7" fmla="*/ 0 h 4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82">
                  <a:moveTo>
                    <a:pt x="1" y="482"/>
                  </a:moveTo>
                  <a:cubicBezTo>
                    <a:pt x="0" y="478"/>
                    <a:pt x="0" y="478"/>
                    <a:pt x="0" y="478"/>
                  </a:cubicBezTo>
                  <a:cubicBezTo>
                    <a:pt x="0" y="392"/>
                    <a:pt x="1" y="273"/>
                    <a:pt x="21" y="181"/>
                  </a:cubicBezTo>
                  <a:cubicBezTo>
                    <a:pt x="41" y="89"/>
                    <a:pt x="42" y="56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9" name="Freeform 43">
              <a:extLst>
                <a:ext uri="{FF2B5EF4-FFF2-40B4-BE49-F238E27FC236}">
                  <a16:creationId xmlns:a16="http://schemas.microsoft.com/office/drawing/2014/main" id="{9D940861-073D-45C1-B6EF-DE7B08DB6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536"/>
              <a:ext cx="20" cy="1352"/>
            </a:xfrm>
            <a:custGeom>
              <a:avLst/>
              <a:gdLst>
                <a:gd name="T0" fmla="*/ 33 w 8"/>
                <a:gd name="T1" fmla="*/ 0 h 507"/>
                <a:gd name="T2" fmla="*/ 83 w 8"/>
                <a:gd name="T3" fmla="*/ 3413 h 507"/>
                <a:gd name="T4" fmla="*/ 20 w 8"/>
                <a:gd name="T5" fmla="*/ 9613 h 5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07">
                  <a:moveTo>
                    <a:pt x="2" y="0"/>
                  </a:moveTo>
                  <a:cubicBezTo>
                    <a:pt x="0" y="28"/>
                    <a:pt x="8" y="96"/>
                    <a:pt x="5" y="180"/>
                  </a:cubicBezTo>
                  <a:cubicBezTo>
                    <a:pt x="3" y="264"/>
                    <a:pt x="1" y="483"/>
                    <a:pt x="1" y="50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0" name="Freeform 44">
              <a:extLst>
                <a:ext uri="{FF2B5EF4-FFF2-40B4-BE49-F238E27FC236}">
                  <a16:creationId xmlns:a16="http://schemas.microsoft.com/office/drawing/2014/main" id="{2DEBA8E0-A353-46A1-8578-D724F3142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371"/>
              <a:ext cx="203" cy="165"/>
            </a:xfrm>
            <a:custGeom>
              <a:avLst/>
              <a:gdLst>
                <a:gd name="T0" fmla="*/ 0 w 81"/>
                <a:gd name="T1" fmla="*/ 149 h 62"/>
                <a:gd name="T2" fmla="*/ 972 w 81"/>
                <a:gd name="T3" fmla="*/ 886 h 62"/>
                <a:gd name="T4" fmla="*/ 1276 w 81"/>
                <a:gd name="T5" fmla="*/ 1168 h 62"/>
                <a:gd name="T6" fmla="*/ 1276 w 81"/>
                <a:gd name="T7" fmla="*/ 1168 h 62"/>
                <a:gd name="T8" fmla="*/ 1163 w 81"/>
                <a:gd name="T9" fmla="*/ 998 h 62"/>
                <a:gd name="T10" fmla="*/ 960 w 81"/>
                <a:gd name="T11" fmla="*/ 639 h 62"/>
                <a:gd name="T12" fmla="*/ 20 w 81"/>
                <a:gd name="T13" fmla="*/ 0 h 62"/>
                <a:gd name="T14" fmla="*/ 50 w 81"/>
                <a:gd name="T15" fmla="*/ 77 h 62"/>
                <a:gd name="T16" fmla="*/ 0 w 81"/>
                <a:gd name="T17" fmla="*/ 149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62">
                  <a:moveTo>
                    <a:pt x="0" y="8"/>
                  </a:moveTo>
                  <a:cubicBezTo>
                    <a:pt x="20" y="9"/>
                    <a:pt x="44" y="27"/>
                    <a:pt x="62" y="47"/>
                  </a:cubicBezTo>
                  <a:cubicBezTo>
                    <a:pt x="68" y="52"/>
                    <a:pt x="75" y="58"/>
                    <a:pt x="81" y="62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9" y="59"/>
                    <a:pt x="77" y="56"/>
                    <a:pt x="74" y="53"/>
                  </a:cubicBezTo>
                  <a:cubicBezTo>
                    <a:pt x="70" y="46"/>
                    <a:pt x="66" y="40"/>
                    <a:pt x="61" y="34"/>
                  </a:cubicBezTo>
                  <a:cubicBezTo>
                    <a:pt x="46" y="20"/>
                    <a:pt x="23" y="1"/>
                    <a:pt x="1" y="0"/>
                  </a:cubicBezTo>
                  <a:cubicBezTo>
                    <a:pt x="2" y="1"/>
                    <a:pt x="3" y="2"/>
                    <a:pt x="3" y="4"/>
                  </a:cubicBezTo>
                  <a:cubicBezTo>
                    <a:pt x="3" y="6"/>
                    <a:pt x="2" y="8"/>
                    <a:pt x="0" y="8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1" name="Freeform 45">
              <a:extLst>
                <a:ext uri="{FF2B5EF4-FFF2-40B4-BE49-F238E27FC236}">
                  <a16:creationId xmlns:a16="http://schemas.microsoft.com/office/drawing/2014/main" id="{A8242BBA-2522-45AC-A2B7-99492D3B0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371"/>
              <a:ext cx="202" cy="165"/>
            </a:xfrm>
            <a:custGeom>
              <a:avLst/>
              <a:gdLst>
                <a:gd name="T0" fmla="*/ 1257 w 81"/>
                <a:gd name="T1" fmla="*/ 149 h 62"/>
                <a:gd name="T2" fmla="*/ 292 w 81"/>
                <a:gd name="T3" fmla="*/ 886 h 62"/>
                <a:gd name="T4" fmla="*/ 0 w 81"/>
                <a:gd name="T5" fmla="*/ 1168 h 62"/>
                <a:gd name="T6" fmla="*/ 0 w 81"/>
                <a:gd name="T7" fmla="*/ 1168 h 62"/>
                <a:gd name="T8" fmla="*/ 105 w 81"/>
                <a:gd name="T9" fmla="*/ 998 h 62"/>
                <a:gd name="T10" fmla="*/ 312 w 81"/>
                <a:gd name="T11" fmla="*/ 639 h 62"/>
                <a:gd name="T12" fmla="*/ 1244 w 81"/>
                <a:gd name="T13" fmla="*/ 0 h 62"/>
                <a:gd name="T14" fmla="*/ 1212 w 81"/>
                <a:gd name="T15" fmla="*/ 77 h 62"/>
                <a:gd name="T16" fmla="*/ 1257 w 81"/>
                <a:gd name="T17" fmla="*/ 149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62">
                  <a:moveTo>
                    <a:pt x="81" y="8"/>
                  </a:moveTo>
                  <a:cubicBezTo>
                    <a:pt x="61" y="9"/>
                    <a:pt x="37" y="27"/>
                    <a:pt x="19" y="47"/>
                  </a:cubicBezTo>
                  <a:cubicBezTo>
                    <a:pt x="13" y="52"/>
                    <a:pt x="6" y="58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2" y="59"/>
                    <a:pt x="4" y="56"/>
                    <a:pt x="7" y="53"/>
                  </a:cubicBezTo>
                  <a:cubicBezTo>
                    <a:pt x="11" y="46"/>
                    <a:pt x="15" y="40"/>
                    <a:pt x="20" y="34"/>
                  </a:cubicBezTo>
                  <a:cubicBezTo>
                    <a:pt x="35" y="20"/>
                    <a:pt x="59" y="1"/>
                    <a:pt x="80" y="0"/>
                  </a:cubicBezTo>
                  <a:cubicBezTo>
                    <a:pt x="79" y="1"/>
                    <a:pt x="78" y="2"/>
                    <a:pt x="78" y="4"/>
                  </a:cubicBezTo>
                  <a:cubicBezTo>
                    <a:pt x="78" y="6"/>
                    <a:pt x="79" y="8"/>
                    <a:pt x="81" y="8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2" name="Freeform 46">
              <a:extLst>
                <a:ext uri="{FF2B5EF4-FFF2-40B4-BE49-F238E27FC236}">
                  <a16:creationId xmlns:a16="http://schemas.microsoft.com/office/drawing/2014/main" id="{A4E45820-3B32-44BB-AB1F-E79AB0477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475"/>
              <a:ext cx="165" cy="192"/>
            </a:xfrm>
            <a:custGeom>
              <a:avLst/>
              <a:gdLst>
                <a:gd name="T0" fmla="*/ 125 w 66"/>
                <a:gd name="T1" fmla="*/ 1173 h 72"/>
                <a:gd name="T2" fmla="*/ 625 w 66"/>
                <a:gd name="T3" fmla="*/ 797 h 72"/>
                <a:gd name="T4" fmla="*/ 908 w 66"/>
                <a:gd name="T5" fmla="*/ 192 h 72"/>
                <a:gd name="T6" fmla="*/ 363 w 66"/>
                <a:gd name="T7" fmla="*/ 568 h 72"/>
                <a:gd name="T8" fmla="*/ 125 w 66"/>
                <a:gd name="T9" fmla="*/ 1173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72">
                  <a:moveTo>
                    <a:pt x="8" y="62"/>
                  </a:moveTo>
                  <a:cubicBezTo>
                    <a:pt x="16" y="72"/>
                    <a:pt x="28" y="57"/>
                    <a:pt x="40" y="42"/>
                  </a:cubicBezTo>
                  <a:cubicBezTo>
                    <a:pt x="53" y="25"/>
                    <a:pt x="66" y="20"/>
                    <a:pt x="58" y="10"/>
                  </a:cubicBezTo>
                  <a:cubicBezTo>
                    <a:pt x="50" y="0"/>
                    <a:pt x="35" y="19"/>
                    <a:pt x="23" y="30"/>
                  </a:cubicBezTo>
                  <a:cubicBezTo>
                    <a:pt x="15" y="39"/>
                    <a:pt x="0" y="48"/>
                    <a:pt x="8" y="62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3" name="Oval 47">
              <a:extLst>
                <a:ext uri="{FF2B5EF4-FFF2-40B4-BE49-F238E27FC236}">
                  <a16:creationId xmlns:a16="http://schemas.microsoft.com/office/drawing/2014/main" id="{BD2CA4DC-5208-46D1-83EB-5567B8BB4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3" y="1483"/>
              <a:ext cx="30" cy="26"/>
            </a:xfrm>
            <a:prstGeom prst="ellipse">
              <a:avLst/>
            </a:pr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4" name="Freeform 48">
              <a:extLst>
                <a:ext uri="{FF2B5EF4-FFF2-40B4-BE49-F238E27FC236}">
                  <a16:creationId xmlns:a16="http://schemas.microsoft.com/office/drawing/2014/main" id="{B9DA5662-6FBC-463F-B1BC-9FDB5D77F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493"/>
              <a:ext cx="160" cy="176"/>
            </a:xfrm>
            <a:custGeom>
              <a:avLst/>
              <a:gdLst>
                <a:gd name="T0" fmla="*/ 958 w 64"/>
                <a:gd name="T1" fmla="*/ 1024 h 66"/>
                <a:gd name="T2" fmla="*/ 270 w 64"/>
                <a:gd name="T3" fmla="*/ 171 h 66"/>
                <a:gd name="T4" fmla="*/ 188 w 64"/>
                <a:gd name="T5" fmla="*/ 0 h 66"/>
                <a:gd name="T6" fmla="*/ 188 w 64"/>
                <a:gd name="T7" fmla="*/ 21 h 66"/>
                <a:gd name="T8" fmla="*/ 95 w 64"/>
                <a:gd name="T9" fmla="*/ 115 h 66"/>
                <a:gd name="T10" fmla="*/ 0 w 64"/>
                <a:gd name="T11" fmla="*/ 56 h 66"/>
                <a:gd name="T12" fmla="*/ 20 w 64"/>
                <a:gd name="T13" fmla="*/ 77 h 66"/>
                <a:gd name="T14" fmla="*/ 95 w 64"/>
                <a:gd name="T15" fmla="*/ 264 h 66"/>
                <a:gd name="T16" fmla="*/ 875 w 64"/>
                <a:gd name="T17" fmla="*/ 1229 h 66"/>
                <a:gd name="T18" fmla="*/ 958 w 64"/>
                <a:gd name="T19" fmla="*/ 1160 h 66"/>
                <a:gd name="T20" fmla="*/ 958 w 64"/>
                <a:gd name="T21" fmla="*/ 1024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66">
                  <a:moveTo>
                    <a:pt x="61" y="54"/>
                  </a:moveTo>
                  <a:cubicBezTo>
                    <a:pt x="33" y="42"/>
                    <a:pt x="24" y="24"/>
                    <a:pt x="17" y="9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2" y="4"/>
                    <a:pt x="9" y="6"/>
                    <a:pt x="6" y="6"/>
                  </a:cubicBezTo>
                  <a:cubicBezTo>
                    <a:pt x="3" y="6"/>
                    <a:pt x="1" y="4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4" y="30"/>
                    <a:pt x="25" y="51"/>
                    <a:pt x="56" y="65"/>
                  </a:cubicBezTo>
                  <a:cubicBezTo>
                    <a:pt x="59" y="66"/>
                    <a:pt x="60" y="64"/>
                    <a:pt x="61" y="61"/>
                  </a:cubicBezTo>
                  <a:cubicBezTo>
                    <a:pt x="63" y="58"/>
                    <a:pt x="64" y="55"/>
                    <a:pt x="61" y="54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5" name="Freeform 49">
              <a:extLst>
                <a:ext uri="{FF2B5EF4-FFF2-40B4-BE49-F238E27FC236}">
                  <a16:creationId xmlns:a16="http://schemas.microsoft.com/office/drawing/2014/main" id="{C6EAC8FB-8246-47F7-8D62-D3EA87428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504"/>
              <a:ext cx="285" cy="373"/>
            </a:xfrm>
            <a:custGeom>
              <a:avLst/>
              <a:gdLst>
                <a:gd name="T0" fmla="*/ 1675 w 114"/>
                <a:gd name="T1" fmla="*/ 1156 h 140"/>
                <a:gd name="T2" fmla="*/ 925 w 114"/>
                <a:gd name="T3" fmla="*/ 264 h 140"/>
                <a:gd name="T4" fmla="*/ 783 w 114"/>
                <a:gd name="T5" fmla="*/ 0 h 140"/>
                <a:gd name="T6" fmla="*/ 783 w 114"/>
                <a:gd name="T7" fmla="*/ 0 h 140"/>
                <a:gd name="T8" fmla="*/ 488 w 114"/>
                <a:gd name="T9" fmla="*/ 589 h 140"/>
                <a:gd name="T10" fmla="*/ 0 w 114"/>
                <a:gd name="T11" fmla="*/ 986 h 140"/>
                <a:gd name="T12" fmla="*/ 675 w 114"/>
                <a:gd name="T13" fmla="*/ 2214 h 140"/>
                <a:gd name="T14" fmla="*/ 1708 w 114"/>
                <a:gd name="T15" fmla="*/ 1156 h 140"/>
                <a:gd name="T16" fmla="*/ 1675 w 114"/>
                <a:gd name="T17" fmla="*/ 1156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140">
                  <a:moveTo>
                    <a:pt x="107" y="61"/>
                  </a:moveTo>
                  <a:cubicBezTo>
                    <a:pt x="78" y="48"/>
                    <a:pt x="67" y="29"/>
                    <a:pt x="59" y="14"/>
                  </a:cubicBezTo>
                  <a:cubicBezTo>
                    <a:pt x="55" y="9"/>
                    <a:pt x="52" y="4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6" y="10"/>
                    <a:pt x="44" y="14"/>
                    <a:pt x="31" y="31"/>
                  </a:cubicBezTo>
                  <a:cubicBezTo>
                    <a:pt x="20" y="46"/>
                    <a:pt x="8" y="61"/>
                    <a:pt x="0" y="52"/>
                  </a:cubicBezTo>
                  <a:cubicBezTo>
                    <a:pt x="18" y="78"/>
                    <a:pt x="43" y="107"/>
                    <a:pt x="43" y="117"/>
                  </a:cubicBezTo>
                  <a:cubicBezTo>
                    <a:pt x="47" y="140"/>
                    <a:pt x="114" y="84"/>
                    <a:pt x="109" y="61"/>
                  </a:cubicBezTo>
                  <a:cubicBezTo>
                    <a:pt x="108" y="61"/>
                    <a:pt x="108" y="61"/>
                    <a:pt x="107" y="61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6" name="Freeform 50">
              <a:extLst>
                <a:ext uri="{FF2B5EF4-FFF2-40B4-BE49-F238E27FC236}">
                  <a16:creationId xmlns:a16="http://schemas.microsoft.com/office/drawing/2014/main" id="{27CDF141-C852-4242-8C7A-F2F3E13C4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33"/>
              <a:ext cx="57" cy="187"/>
            </a:xfrm>
            <a:custGeom>
              <a:avLst/>
              <a:gdLst>
                <a:gd name="T0" fmla="*/ 166 w 23"/>
                <a:gd name="T1" fmla="*/ 56 h 70"/>
                <a:gd name="T2" fmla="*/ 104 w 23"/>
                <a:gd name="T3" fmla="*/ 705 h 70"/>
                <a:gd name="T4" fmla="*/ 228 w 23"/>
                <a:gd name="T5" fmla="*/ 1336 h 70"/>
                <a:gd name="T6" fmla="*/ 320 w 23"/>
                <a:gd name="T7" fmla="*/ 649 h 70"/>
                <a:gd name="T8" fmla="*/ 166 w 23"/>
                <a:gd name="T9" fmla="*/ 5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0">
                  <a:moveTo>
                    <a:pt x="11" y="3"/>
                  </a:moveTo>
                  <a:cubicBezTo>
                    <a:pt x="0" y="6"/>
                    <a:pt x="6" y="20"/>
                    <a:pt x="7" y="37"/>
                  </a:cubicBezTo>
                  <a:cubicBezTo>
                    <a:pt x="8" y="54"/>
                    <a:pt x="7" y="70"/>
                    <a:pt x="15" y="70"/>
                  </a:cubicBezTo>
                  <a:cubicBezTo>
                    <a:pt x="23" y="70"/>
                    <a:pt x="23" y="49"/>
                    <a:pt x="21" y="34"/>
                  </a:cubicBezTo>
                  <a:cubicBezTo>
                    <a:pt x="19" y="19"/>
                    <a:pt x="18" y="0"/>
                    <a:pt x="11" y="3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7" name="Freeform 51">
              <a:extLst>
                <a:ext uri="{FF2B5EF4-FFF2-40B4-BE49-F238E27FC236}">
                  <a16:creationId xmlns:a16="http://schemas.microsoft.com/office/drawing/2014/main" id="{E9E48F64-9DD7-4605-8BA2-2ED7ACCCA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629"/>
              <a:ext cx="273" cy="403"/>
            </a:xfrm>
            <a:custGeom>
              <a:avLst/>
              <a:gdLst>
                <a:gd name="T0" fmla="*/ 1192 w 109"/>
                <a:gd name="T1" fmla="*/ 0 h 151"/>
                <a:gd name="T2" fmla="*/ 0 w 109"/>
                <a:gd name="T3" fmla="*/ 798 h 151"/>
                <a:gd name="T4" fmla="*/ 125 w 109"/>
                <a:gd name="T5" fmla="*/ 1388 h 151"/>
                <a:gd name="T6" fmla="*/ 33 w 109"/>
                <a:gd name="T7" fmla="*/ 2074 h 151"/>
                <a:gd name="T8" fmla="*/ 1713 w 109"/>
                <a:gd name="T9" fmla="*/ 2872 h 151"/>
                <a:gd name="T10" fmla="*/ 1192 w 109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151">
                  <a:moveTo>
                    <a:pt x="76" y="0"/>
                  </a:moveTo>
                  <a:cubicBezTo>
                    <a:pt x="74" y="11"/>
                    <a:pt x="24" y="38"/>
                    <a:pt x="0" y="42"/>
                  </a:cubicBezTo>
                  <a:cubicBezTo>
                    <a:pt x="5" y="42"/>
                    <a:pt x="6" y="59"/>
                    <a:pt x="8" y="73"/>
                  </a:cubicBezTo>
                  <a:cubicBezTo>
                    <a:pt x="10" y="88"/>
                    <a:pt x="10" y="109"/>
                    <a:pt x="2" y="109"/>
                  </a:cubicBezTo>
                  <a:cubicBezTo>
                    <a:pt x="19" y="107"/>
                    <a:pt x="80" y="114"/>
                    <a:pt x="109" y="151"/>
                  </a:cubicBezTo>
                  <a:lnTo>
                    <a:pt x="76" y="0"/>
                  </a:ln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8" name="Freeform 52">
              <a:extLst>
                <a:ext uri="{FF2B5EF4-FFF2-40B4-BE49-F238E27FC236}">
                  <a16:creationId xmlns:a16="http://schemas.microsoft.com/office/drawing/2014/main" id="{37FCC4AD-372D-4C6C-8F0D-957EF33D8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685"/>
              <a:ext cx="45" cy="200"/>
            </a:xfrm>
            <a:custGeom>
              <a:avLst/>
              <a:gdLst>
                <a:gd name="T0" fmla="*/ 175 w 18"/>
                <a:gd name="T1" fmla="*/ 0 h 75"/>
                <a:gd name="T2" fmla="*/ 33 w 18"/>
                <a:gd name="T3" fmla="*/ 760 h 75"/>
                <a:gd name="T4" fmla="*/ 175 w 18"/>
                <a:gd name="T5" fmla="*/ 1421 h 75"/>
                <a:gd name="T6" fmla="*/ 283 w 18"/>
                <a:gd name="T7" fmla="*/ 704 h 75"/>
                <a:gd name="T8" fmla="*/ 175 w 18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5">
                  <a:moveTo>
                    <a:pt x="11" y="0"/>
                  </a:moveTo>
                  <a:cubicBezTo>
                    <a:pt x="0" y="0"/>
                    <a:pt x="2" y="28"/>
                    <a:pt x="2" y="40"/>
                  </a:cubicBezTo>
                  <a:cubicBezTo>
                    <a:pt x="2" y="51"/>
                    <a:pt x="5" y="75"/>
                    <a:pt x="11" y="75"/>
                  </a:cubicBezTo>
                  <a:cubicBezTo>
                    <a:pt x="17" y="75"/>
                    <a:pt x="18" y="54"/>
                    <a:pt x="18" y="37"/>
                  </a:cubicBezTo>
                  <a:cubicBezTo>
                    <a:pt x="18" y="21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9" name="Freeform 53">
              <a:extLst>
                <a:ext uri="{FF2B5EF4-FFF2-40B4-BE49-F238E27FC236}">
                  <a16:creationId xmlns:a16="http://schemas.microsoft.com/office/drawing/2014/main" id="{EF26EE34-B2AE-4531-9909-956017E0B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3035"/>
              <a:ext cx="65" cy="202"/>
            </a:xfrm>
            <a:custGeom>
              <a:avLst/>
              <a:gdLst>
                <a:gd name="T0" fmla="*/ 175 w 26"/>
                <a:gd name="T1" fmla="*/ 21 h 76"/>
                <a:gd name="T2" fmla="*/ 113 w 26"/>
                <a:gd name="T3" fmla="*/ 792 h 76"/>
                <a:gd name="T4" fmla="*/ 300 w 26"/>
                <a:gd name="T5" fmla="*/ 1427 h 76"/>
                <a:gd name="T6" fmla="*/ 345 w 26"/>
                <a:gd name="T7" fmla="*/ 712 h 76"/>
                <a:gd name="T8" fmla="*/ 175 w 26"/>
                <a:gd name="T9" fmla="*/ 2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76">
                  <a:moveTo>
                    <a:pt x="11" y="1"/>
                  </a:moveTo>
                  <a:cubicBezTo>
                    <a:pt x="0" y="3"/>
                    <a:pt x="5" y="31"/>
                    <a:pt x="7" y="42"/>
                  </a:cubicBezTo>
                  <a:cubicBezTo>
                    <a:pt x="8" y="54"/>
                    <a:pt x="13" y="76"/>
                    <a:pt x="19" y="76"/>
                  </a:cubicBezTo>
                  <a:cubicBezTo>
                    <a:pt x="26" y="75"/>
                    <a:pt x="24" y="54"/>
                    <a:pt x="22" y="38"/>
                  </a:cubicBezTo>
                  <a:cubicBezTo>
                    <a:pt x="20" y="21"/>
                    <a:pt x="18" y="0"/>
                    <a:pt x="11" y="1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0" name="Freeform 54">
              <a:extLst>
                <a:ext uri="{FF2B5EF4-FFF2-40B4-BE49-F238E27FC236}">
                  <a16:creationId xmlns:a16="http://schemas.microsoft.com/office/drawing/2014/main" id="{9C0D2AF3-18FB-4CBF-909E-71022DC35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435"/>
              <a:ext cx="57" cy="181"/>
            </a:xfrm>
            <a:custGeom>
              <a:avLst/>
              <a:gdLst>
                <a:gd name="T0" fmla="*/ 154 w 23"/>
                <a:gd name="T1" fmla="*/ 0 h 68"/>
                <a:gd name="T2" fmla="*/ 92 w 23"/>
                <a:gd name="T3" fmla="*/ 695 h 68"/>
                <a:gd name="T4" fmla="*/ 258 w 23"/>
                <a:gd name="T5" fmla="*/ 1262 h 68"/>
                <a:gd name="T6" fmla="*/ 307 w 23"/>
                <a:gd name="T7" fmla="*/ 623 h 68"/>
                <a:gd name="T8" fmla="*/ 154 w 23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8">
                  <a:moveTo>
                    <a:pt x="10" y="0"/>
                  </a:moveTo>
                  <a:cubicBezTo>
                    <a:pt x="0" y="1"/>
                    <a:pt x="5" y="27"/>
                    <a:pt x="6" y="37"/>
                  </a:cubicBezTo>
                  <a:cubicBezTo>
                    <a:pt x="7" y="48"/>
                    <a:pt x="12" y="68"/>
                    <a:pt x="17" y="67"/>
                  </a:cubicBezTo>
                  <a:cubicBezTo>
                    <a:pt x="23" y="67"/>
                    <a:pt x="22" y="48"/>
                    <a:pt x="20" y="33"/>
                  </a:cubicBezTo>
                  <a:cubicBezTo>
                    <a:pt x="18" y="18"/>
                    <a:pt x="16" y="0"/>
                    <a:pt x="10" y="0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1" name="Freeform 55">
              <a:extLst>
                <a:ext uri="{FF2B5EF4-FFF2-40B4-BE49-F238E27FC236}">
                  <a16:creationId xmlns:a16="http://schemas.microsoft.com/office/drawing/2014/main" id="{7E729D47-AD76-42D0-B8F0-DF0594481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3312"/>
              <a:ext cx="95" cy="376"/>
            </a:xfrm>
            <a:custGeom>
              <a:avLst/>
              <a:gdLst>
                <a:gd name="T0" fmla="*/ 500 w 38"/>
                <a:gd name="T1" fmla="*/ 0 h 141"/>
                <a:gd name="T2" fmla="*/ 488 w 38"/>
                <a:gd name="T3" fmla="*/ 77 h 141"/>
                <a:gd name="T4" fmla="*/ 0 w 38"/>
                <a:gd name="T5" fmla="*/ 875 h 141"/>
                <a:gd name="T6" fmla="*/ 158 w 38"/>
                <a:gd name="T7" fmla="*/ 1501 h 141"/>
                <a:gd name="T8" fmla="*/ 113 w 38"/>
                <a:gd name="T9" fmla="*/ 2141 h 141"/>
                <a:gd name="T10" fmla="*/ 583 w 38"/>
                <a:gd name="T11" fmla="*/ 2675 h 141"/>
                <a:gd name="T12" fmla="*/ 595 w 38"/>
                <a:gd name="T13" fmla="*/ 2637 h 141"/>
                <a:gd name="T14" fmla="*/ 500 w 38"/>
                <a:gd name="T15" fmla="*/ 0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41">
                  <a:moveTo>
                    <a:pt x="32" y="0"/>
                  </a:moveTo>
                  <a:cubicBezTo>
                    <a:pt x="31" y="1"/>
                    <a:pt x="31" y="2"/>
                    <a:pt x="31" y="4"/>
                  </a:cubicBezTo>
                  <a:cubicBezTo>
                    <a:pt x="28" y="24"/>
                    <a:pt x="10" y="44"/>
                    <a:pt x="0" y="46"/>
                  </a:cubicBezTo>
                  <a:cubicBezTo>
                    <a:pt x="6" y="46"/>
                    <a:pt x="8" y="64"/>
                    <a:pt x="10" y="79"/>
                  </a:cubicBezTo>
                  <a:cubicBezTo>
                    <a:pt x="12" y="94"/>
                    <a:pt x="13" y="113"/>
                    <a:pt x="7" y="113"/>
                  </a:cubicBezTo>
                  <a:cubicBezTo>
                    <a:pt x="26" y="113"/>
                    <a:pt x="37" y="141"/>
                    <a:pt x="37" y="141"/>
                  </a:cubicBezTo>
                  <a:cubicBezTo>
                    <a:pt x="37" y="141"/>
                    <a:pt x="37" y="140"/>
                    <a:pt x="38" y="139"/>
                  </a:cubicBezTo>
                  <a:cubicBezTo>
                    <a:pt x="37" y="95"/>
                    <a:pt x="36" y="47"/>
                    <a:pt x="32" y="0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2" name="Freeform 56">
              <a:extLst>
                <a:ext uri="{FF2B5EF4-FFF2-40B4-BE49-F238E27FC236}">
                  <a16:creationId xmlns:a16="http://schemas.microsoft.com/office/drawing/2014/main" id="{13A70C17-FF87-4593-A87F-7143589DA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63"/>
              <a:ext cx="157" cy="341"/>
            </a:xfrm>
            <a:custGeom>
              <a:avLst/>
              <a:gdLst>
                <a:gd name="T0" fmla="*/ 758 w 63"/>
                <a:gd name="T1" fmla="*/ 567 h 128"/>
                <a:gd name="T2" fmla="*/ 665 w 63"/>
                <a:gd name="T3" fmla="*/ 0 h 128"/>
                <a:gd name="T4" fmla="*/ 665 w 63"/>
                <a:gd name="T5" fmla="*/ 0 h 128"/>
                <a:gd name="T6" fmla="*/ 0 w 63"/>
                <a:gd name="T7" fmla="*/ 533 h 128"/>
                <a:gd name="T8" fmla="*/ 167 w 63"/>
                <a:gd name="T9" fmla="*/ 1228 h 128"/>
                <a:gd name="T10" fmla="*/ 125 w 63"/>
                <a:gd name="T11" fmla="*/ 1945 h 128"/>
                <a:gd name="T12" fmla="*/ 974 w 63"/>
                <a:gd name="T13" fmla="*/ 2398 h 128"/>
                <a:gd name="T14" fmla="*/ 974 w 63"/>
                <a:gd name="T15" fmla="*/ 2419 h 128"/>
                <a:gd name="T16" fmla="*/ 758 w 63"/>
                <a:gd name="T17" fmla="*/ 567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128">
                  <a:moveTo>
                    <a:pt x="49" y="30"/>
                  </a:moveTo>
                  <a:cubicBezTo>
                    <a:pt x="47" y="20"/>
                    <a:pt x="45" y="1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8" y="13"/>
                    <a:pt x="14" y="30"/>
                    <a:pt x="0" y="28"/>
                  </a:cubicBezTo>
                  <a:cubicBezTo>
                    <a:pt x="7" y="27"/>
                    <a:pt x="9" y="48"/>
                    <a:pt x="11" y="65"/>
                  </a:cubicBezTo>
                  <a:cubicBezTo>
                    <a:pt x="13" y="81"/>
                    <a:pt x="15" y="102"/>
                    <a:pt x="8" y="103"/>
                  </a:cubicBezTo>
                  <a:cubicBezTo>
                    <a:pt x="34" y="97"/>
                    <a:pt x="59" y="111"/>
                    <a:pt x="63" y="127"/>
                  </a:cubicBezTo>
                  <a:cubicBezTo>
                    <a:pt x="63" y="127"/>
                    <a:pt x="63" y="128"/>
                    <a:pt x="63" y="128"/>
                  </a:cubicBezTo>
                  <a:cubicBezTo>
                    <a:pt x="60" y="94"/>
                    <a:pt x="56" y="61"/>
                    <a:pt x="49" y="30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3" name="Freeform 57">
              <a:extLst>
                <a:ext uri="{FF2B5EF4-FFF2-40B4-BE49-F238E27FC236}">
                  <a16:creationId xmlns:a16="http://schemas.microsoft.com/office/drawing/2014/main" id="{8114769F-F580-4250-AA5B-C202EA99D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621"/>
              <a:ext cx="125" cy="302"/>
            </a:xfrm>
            <a:custGeom>
              <a:avLst/>
              <a:gdLst>
                <a:gd name="T0" fmla="*/ 783 w 50"/>
                <a:gd name="T1" fmla="*/ 2157 h 113"/>
                <a:gd name="T2" fmla="*/ 750 w 50"/>
                <a:gd name="T3" fmla="*/ 0 h 113"/>
                <a:gd name="T4" fmla="*/ 0 w 50"/>
                <a:gd name="T5" fmla="*/ 457 h 113"/>
                <a:gd name="T6" fmla="*/ 0 w 50"/>
                <a:gd name="T7" fmla="*/ 457 h 113"/>
                <a:gd name="T8" fmla="*/ 83 w 50"/>
                <a:gd name="T9" fmla="*/ 1165 h 113"/>
                <a:gd name="T10" fmla="*/ 0 w 50"/>
                <a:gd name="T11" fmla="*/ 1871 h 113"/>
                <a:gd name="T12" fmla="*/ 783 w 50"/>
                <a:gd name="T13" fmla="*/ 2157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13">
                  <a:moveTo>
                    <a:pt x="50" y="113"/>
                  </a:moveTo>
                  <a:cubicBezTo>
                    <a:pt x="41" y="64"/>
                    <a:pt x="41" y="34"/>
                    <a:pt x="48" y="0"/>
                  </a:cubicBezTo>
                  <a:cubicBezTo>
                    <a:pt x="33" y="16"/>
                    <a:pt x="13" y="21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8"/>
                    <a:pt x="5" y="46"/>
                    <a:pt x="5" y="61"/>
                  </a:cubicBezTo>
                  <a:cubicBezTo>
                    <a:pt x="5" y="76"/>
                    <a:pt x="5" y="94"/>
                    <a:pt x="0" y="98"/>
                  </a:cubicBezTo>
                  <a:cubicBezTo>
                    <a:pt x="15" y="97"/>
                    <a:pt x="39" y="108"/>
                    <a:pt x="50" y="113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4" name="Freeform 58">
              <a:extLst>
                <a:ext uri="{FF2B5EF4-FFF2-40B4-BE49-F238E27FC236}">
                  <a16:creationId xmlns:a16="http://schemas.microsoft.com/office/drawing/2014/main" id="{2D7B4AA4-B72A-47C9-829C-B8C326188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960"/>
              <a:ext cx="45" cy="37"/>
            </a:xfrm>
            <a:custGeom>
              <a:avLst/>
              <a:gdLst>
                <a:gd name="T0" fmla="*/ 270 w 18"/>
                <a:gd name="T1" fmla="*/ 90 h 14"/>
                <a:gd name="T2" fmla="*/ 175 w 18"/>
                <a:gd name="T3" fmla="*/ 238 h 14"/>
                <a:gd name="T4" fmla="*/ 20 w 18"/>
                <a:gd name="T5" fmla="*/ 182 h 14"/>
                <a:gd name="T6" fmla="*/ 113 w 18"/>
                <a:gd name="T7" fmla="*/ 21 h 14"/>
                <a:gd name="T8" fmla="*/ 270 w 18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17" y="5"/>
                  </a:moveTo>
                  <a:cubicBezTo>
                    <a:pt x="18" y="8"/>
                    <a:pt x="15" y="11"/>
                    <a:pt x="11" y="13"/>
                  </a:cubicBezTo>
                  <a:cubicBezTo>
                    <a:pt x="6" y="14"/>
                    <a:pt x="2" y="13"/>
                    <a:pt x="1" y="10"/>
                  </a:cubicBezTo>
                  <a:cubicBezTo>
                    <a:pt x="0" y="7"/>
                    <a:pt x="3" y="3"/>
                    <a:pt x="7" y="1"/>
                  </a:cubicBezTo>
                  <a:cubicBezTo>
                    <a:pt x="11" y="0"/>
                    <a:pt x="15" y="1"/>
                    <a:pt x="17" y="5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5" name="Freeform 59">
              <a:extLst>
                <a:ext uri="{FF2B5EF4-FFF2-40B4-BE49-F238E27FC236}">
                  <a16:creationId xmlns:a16="http://schemas.microsoft.com/office/drawing/2014/main" id="{74B3D531-3B61-486F-81A4-AD0569D77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323"/>
              <a:ext cx="30" cy="42"/>
            </a:xfrm>
            <a:custGeom>
              <a:avLst/>
              <a:gdLst>
                <a:gd name="T0" fmla="*/ 95 w 12"/>
                <a:gd name="T1" fmla="*/ 0 h 16"/>
                <a:gd name="T2" fmla="*/ 188 w 12"/>
                <a:gd name="T3" fmla="*/ 144 h 16"/>
                <a:gd name="T4" fmla="*/ 95 w 12"/>
                <a:gd name="T5" fmla="*/ 289 h 16"/>
                <a:gd name="T6" fmla="*/ 0 w 12"/>
                <a:gd name="T7" fmla="*/ 144 h 16"/>
                <a:gd name="T8" fmla="*/ 95 w 1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6" y="0"/>
                  </a:moveTo>
                  <a:cubicBezTo>
                    <a:pt x="9" y="0"/>
                    <a:pt x="12" y="3"/>
                    <a:pt x="12" y="8"/>
                  </a:cubicBezTo>
                  <a:cubicBezTo>
                    <a:pt x="12" y="13"/>
                    <a:pt x="10" y="16"/>
                    <a:pt x="6" y="16"/>
                  </a:cubicBezTo>
                  <a:cubicBezTo>
                    <a:pt x="3" y="16"/>
                    <a:pt x="0" y="13"/>
                    <a:pt x="0" y="8"/>
                  </a:cubicBezTo>
                  <a:cubicBezTo>
                    <a:pt x="0" y="4"/>
                    <a:pt x="2" y="0"/>
                    <a:pt x="6" y="0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6" name="Freeform 60">
              <a:extLst>
                <a:ext uri="{FF2B5EF4-FFF2-40B4-BE49-F238E27FC236}">
                  <a16:creationId xmlns:a16="http://schemas.microsoft.com/office/drawing/2014/main" id="{3B9DED23-70B9-4FC5-8B59-13CEF2053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128"/>
              <a:ext cx="40" cy="43"/>
            </a:xfrm>
            <a:custGeom>
              <a:avLst/>
              <a:gdLst>
                <a:gd name="T0" fmla="*/ 208 w 16"/>
                <a:gd name="T1" fmla="*/ 35 h 16"/>
                <a:gd name="T2" fmla="*/ 188 w 16"/>
                <a:gd name="T3" fmla="*/ 231 h 16"/>
                <a:gd name="T4" fmla="*/ 33 w 16"/>
                <a:gd name="T5" fmla="*/ 274 h 16"/>
                <a:gd name="T6" fmla="*/ 50 w 16"/>
                <a:gd name="T7" fmla="*/ 81 h 16"/>
                <a:gd name="T8" fmla="*/ 208 w 16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3" y="2"/>
                  </a:moveTo>
                  <a:cubicBezTo>
                    <a:pt x="16" y="4"/>
                    <a:pt x="15" y="9"/>
                    <a:pt x="12" y="12"/>
                  </a:cubicBezTo>
                  <a:cubicBezTo>
                    <a:pt x="9" y="15"/>
                    <a:pt x="4" y="16"/>
                    <a:pt x="2" y="14"/>
                  </a:cubicBezTo>
                  <a:cubicBezTo>
                    <a:pt x="0" y="12"/>
                    <a:pt x="0" y="7"/>
                    <a:pt x="3" y="4"/>
                  </a:cubicBezTo>
                  <a:cubicBezTo>
                    <a:pt x="6" y="0"/>
                    <a:pt x="11" y="0"/>
                    <a:pt x="13" y="2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7" name="Freeform 61">
              <a:extLst>
                <a:ext uri="{FF2B5EF4-FFF2-40B4-BE49-F238E27FC236}">
                  <a16:creationId xmlns:a16="http://schemas.microsoft.com/office/drawing/2014/main" id="{EBF4DCAD-480D-4F01-9E3A-F76B9B7AA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136"/>
              <a:ext cx="198" cy="448"/>
            </a:xfrm>
            <a:custGeom>
              <a:avLst/>
              <a:gdLst>
                <a:gd name="T0" fmla="*/ 1150 w 79"/>
                <a:gd name="T1" fmla="*/ 2901 h 168"/>
                <a:gd name="T2" fmla="*/ 817 w 79"/>
                <a:gd name="T3" fmla="*/ 1672 h 168"/>
                <a:gd name="T4" fmla="*/ 772 w 79"/>
                <a:gd name="T5" fmla="*/ 1443 h 168"/>
                <a:gd name="T6" fmla="*/ 175 w 79"/>
                <a:gd name="T7" fmla="*/ 0 h 168"/>
                <a:gd name="T8" fmla="*/ 145 w 79"/>
                <a:gd name="T9" fmla="*/ 171 h 168"/>
                <a:gd name="T10" fmla="*/ 0 w 79"/>
                <a:gd name="T11" fmla="*/ 227 h 168"/>
                <a:gd name="T12" fmla="*/ 521 w 79"/>
                <a:gd name="T13" fmla="*/ 1515 h 168"/>
                <a:gd name="T14" fmla="*/ 566 w 79"/>
                <a:gd name="T15" fmla="*/ 1741 h 168"/>
                <a:gd name="T16" fmla="*/ 930 w 79"/>
                <a:gd name="T17" fmla="*/ 3037 h 168"/>
                <a:gd name="T18" fmla="*/ 1243 w 79"/>
                <a:gd name="T19" fmla="*/ 2901 h 168"/>
                <a:gd name="T20" fmla="*/ 1150 w 79"/>
                <a:gd name="T21" fmla="*/ 2901 h 1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168">
                  <a:moveTo>
                    <a:pt x="73" y="153"/>
                  </a:moveTo>
                  <a:cubicBezTo>
                    <a:pt x="66" y="149"/>
                    <a:pt x="56" y="108"/>
                    <a:pt x="52" y="88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1" y="44"/>
                    <a:pt x="36" y="23"/>
                    <a:pt x="11" y="0"/>
                  </a:cubicBezTo>
                  <a:cubicBezTo>
                    <a:pt x="12" y="2"/>
                    <a:pt x="12" y="6"/>
                    <a:pt x="9" y="9"/>
                  </a:cubicBezTo>
                  <a:cubicBezTo>
                    <a:pt x="6" y="12"/>
                    <a:pt x="3" y="13"/>
                    <a:pt x="0" y="12"/>
                  </a:cubicBezTo>
                  <a:cubicBezTo>
                    <a:pt x="21" y="31"/>
                    <a:pt x="25" y="47"/>
                    <a:pt x="33" y="8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44" y="125"/>
                    <a:pt x="50" y="149"/>
                    <a:pt x="59" y="160"/>
                  </a:cubicBezTo>
                  <a:cubicBezTo>
                    <a:pt x="66" y="168"/>
                    <a:pt x="76" y="161"/>
                    <a:pt x="79" y="153"/>
                  </a:cubicBezTo>
                  <a:lnTo>
                    <a:pt x="73" y="153"/>
                  </a:ln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8" name="Freeform 62">
              <a:extLst>
                <a:ext uri="{FF2B5EF4-FFF2-40B4-BE49-F238E27FC236}">
                  <a16:creationId xmlns:a16="http://schemas.microsoft.com/office/drawing/2014/main" id="{D7D6674C-E604-4FA2-8DFD-EF0551DB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411"/>
              <a:ext cx="35" cy="45"/>
            </a:xfrm>
            <a:custGeom>
              <a:avLst/>
              <a:gdLst>
                <a:gd name="T0" fmla="*/ 83 w 14"/>
                <a:gd name="T1" fmla="*/ 0 h 17"/>
                <a:gd name="T2" fmla="*/ 208 w 14"/>
                <a:gd name="T3" fmla="*/ 132 h 17"/>
                <a:gd name="T4" fmla="*/ 145 w 14"/>
                <a:gd name="T5" fmla="*/ 294 h 17"/>
                <a:gd name="T6" fmla="*/ 20 w 14"/>
                <a:gd name="T7" fmla="*/ 169 h 17"/>
                <a:gd name="T8" fmla="*/ 83 w 14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5" y="0"/>
                  </a:moveTo>
                  <a:cubicBezTo>
                    <a:pt x="8" y="0"/>
                    <a:pt x="12" y="3"/>
                    <a:pt x="13" y="7"/>
                  </a:cubicBezTo>
                  <a:cubicBezTo>
                    <a:pt x="14" y="11"/>
                    <a:pt x="12" y="15"/>
                    <a:pt x="9" y="16"/>
                  </a:cubicBezTo>
                  <a:cubicBezTo>
                    <a:pt x="6" y="17"/>
                    <a:pt x="2" y="14"/>
                    <a:pt x="1" y="9"/>
                  </a:cubicBezTo>
                  <a:cubicBezTo>
                    <a:pt x="0" y="5"/>
                    <a:pt x="2" y="1"/>
                    <a:pt x="5" y="0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9" name="Oval 63">
              <a:extLst>
                <a:ext uri="{FF2B5EF4-FFF2-40B4-BE49-F238E27FC236}">
                  <a16:creationId xmlns:a16="http://schemas.microsoft.com/office/drawing/2014/main" id="{4FE9B706-3233-4211-A5C3-407F7E37F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371"/>
              <a:ext cx="15" cy="21"/>
            </a:xfrm>
            <a:prstGeom prst="ellipse">
              <a:avLst/>
            </a:pr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0" name="Freeform 64">
              <a:extLst>
                <a:ext uri="{FF2B5EF4-FFF2-40B4-BE49-F238E27FC236}">
                  <a16:creationId xmlns:a16="http://schemas.microsoft.com/office/drawing/2014/main" id="{EEE21F1B-9849-4398-9763-BF34CE65D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032"/>
              <a:ext cx="30" cy="29"/>
            </a:xfrm>
            <a:custGeom>
              <a:avLst/>
              <a:gdLst>
                <a:gd name="T0" fmla="*/ 175 w 12"/>
                <a:gd name="T1" fmla="*/ 34 h 11"/>
                <a:gd name="T2" fmla="*/ 125 w 12"/>
                <a:gd name="T3" fmla="*/ 166 h 11"/>
                <a:gd name="T4" fmla="*/ 20 w 12"/>
                <a:gd name="T5" fmla="*/ 145 h 11"/>
                <a:gd name="T6" fmla="*/ 63 w 12"/>
                <a:gd name="T7" fmla="*/ 21 h 11"/>
                <a:gd name="T8" fmla="*/ 175 w 12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1" y="2"/>
                  </a:moveTo>
                  <a:cubicBezTo>
                    <a:pt x="12" y="4"/>
                    <a:pt x="11" y="7"/>
                    <a:pt x="8" y="9"/>
                  </a:cubicBezTo>
                  <a:cubicBezTo>
                    <a:pt x="5" y="11"/>
                    <a:pt x="2" y="10"/>
                    <a:pt x="1" y="8"/>
                  </a:cubicBezTo>
                  <a:cubicBezTo>
                    <a:pt x="0" y="6"/>
                    <a:pt x="1" y="3"/>
                    <a:pt x="4" y="1"/>
                  </a:cubicBezTo>
                  <a:cubicBezTo>
                    <a:pt x="7" y="0"/>
                    <a:pt x="10" y="0"/>
                    <a:pt x="11" y="2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1" name="Freeform 65">
              <a:extLst>
                <a:ext uri="{FF2B5EF4-FFF2-40B4-BE49-F238E27FC236}">
                  <a16:creationId xmlns:a16="http://schemas.microsoft.com/office/drawing/2014/main" id="{8DAC5F0B-8199-4020-8598-09B2F913B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037"/>
              <a:ext cx="160" cy="355"/>
            </a:xfrm>
            <a:custGeom>
              <a:avLst/>
              <a:gdLst>
                <a:gd name="T0" fmla="*/ 738 w 64"/>
                <a:gd name="T1" fmla="*/ 0 h 133"/>
                <a:gd name="T2" fmla="*/ 688 w 64"/>
                <a:gd name="T3" fmla="*/ 136 h 133"/>
                <a:gd name="T4" fmla="*/ 583 w 64"/>
                <a:gd name="T5" fmla="*/ 115 h 133"/>
                <a:gd name="T6" fmla="*/ 583 w 64"/>
                <a:gd name="T7" fmla="*/ 115 h 133"/>
                <a:gd name="T8" fmla="*/ 625 w 64"/>
                <a:gd name="T9" fmla="*/ 934 h 133"/>
                <a:gd name="T10" fmla="*/ 438 w 64"/>
                <a:gd name="T11" fmla="*/ 1311 h 133"/>
                <a:gd name="T12" fmla="*/ 83 w 64"/>
                <a:gd name="T13" fmla="*/ 2530 h 133"/>
                <a:gd name="T14" fmla="*/ 113 w 64"/>
                <a:gd name="T15" fmla="*/ 2509 h 133"/>
                <a:gd name="T16" fmla="*/ 270 w 64"/>
                <a:gd name="T17" fmla="*/ 2223 h 133"/>
                <a:gd name="T18" fmla="*/ 595 w 64"/>
                <a:gd name="T19" fmla="*/ 1425 h 133"/>
                <a:gd name="T20" fmla="*/ 783 w 64"/>
                <a:gd name="T21" fmla="*/ 1046 h 133"/>
                <a:gd name="T22" fmla="*/ 738 w 64"/>
                <a:gd name="T23" fmla="*/ 0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133">
                  <a:moveTo>
                    <a:pt x="47" y="0"/>
                  </a:moveTo>
                  <a:cubicBezTo>
                    <a:pt x="48" y="2"/>
                    <a:pt x="47" y="5"/>
                    <a:pt x="44" y="7"/>
                  </a:cubicBezTo>
                  <a:cubicBezTo>
                    <a:pt x="41" y="9"/>
                    <a:pt x="38" y="8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50" y="30"/>
                    <a:pt x="40" y="49"/>
                  </a:cubicBezTo>
                  <a:cubicBezTo>
                    <a:pt x="37" y="55"/>
                    <a:pt x="32" y="62"/>
                    <a:pt x="28" y="69"/>
                  </a:cubicBezTo>
                  <a:cubicBezTo>
                    <a:pt x="15" y="88"/>
                    <a:pt x="0" y="111"/>
                    <a:pt x="5" y="133"/>
                  </a:cubicBezTo>
                  <a:cubicBezTo>
                    <a:pt x="7" y="132"/>
                    <a:pt x="7" y="132"/>
                    <a:pt x="7" y="132"/>
                  </a:cubicBezTo>
                  <a:cubicBezTo>
                    <a:pt x="10" y="127"/>
                    <a:pt x="13" y="122"/>
                    <a:pt x="17" y="117"/>
                  </a:cubicBezTo>
                  <a:cubicBezTo>
                    <a:pt x="20" y="103"/>
                    <a:pt x="29" y="88"/>
                    <a:pt x="38" y="75"/>
                  </a:cubicBezTo>
                  <a:cubicBezTo>
                    <a:pt x="43" y="68"/>
                    <a:pt x="47" y="61"/>
                    <a:pt x="50" y="55"/>
                  </a:cubicBezTo>
                  <a:cubicBezTo>
                    <a:pt x="64" y="29"/>
                    <a:pt x="48" y="1"/>
                    <a:pt x="47" y="0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2" name="Freeform 66">
              <a:extLst>
                <a:ext uri="{FF2B5EF4-FFF2-40B4-BE49-F238E27FC236}">
                  <a16:creationId xmlns:a16="http://schemas.microsoft.com/office/drawing/2014/main" id="{BF495B87-1EE7-462F-92E5-7534A15A1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971"/>
              <a:ext cx="350" cy="165"/>
            </a:xfrm>
            <a:custGeom>
              <a:avLst/>
              <a:gdLst>
                <a:gd name="T0" fmla="*/ 1033 w 140"/>
                <a:gd name="T1" fmla="*/ 660 h 62"/>
                <a:gd name="T2" fmla="*/ 1770 w 140"/>
                <a:gd name="T3" fmla="*/ 1019 h 62"/>
                <a:gd name="T4" fmla="*/ 2063 w 140"/>
                <a:gd name="T5" fmla="*/ 1147 h 62"/>
                <a:gd name="T6" fmla="*/ 2188 w 140"/>
                <a:gd name="T7" fmla="*/ 1168 h 62"/>
                <a:gd name="T8" fmla="*/ 2188 w 140"/>
                <a:gd name="T9" fmla="*/ 1168 h 62"/>
                <a:gd name="T10" fmla="*/ 1033 w 140"/>
                <a:gd name="T11" fmla="*/ 362 h 62"/>
                <a:gd name="T12" fmla="*/ 220 w 140"/>
                <a:gd name="T13" fmla="*/ 0 h 62"/>
                <a:gd name="T14" fmla="*/ 238 w 140"/>
                <a:gd name="T15" fmla="*/ 21 h 62"/>
                <a:gd name="T16" fmla="*/ 145 w 140"/>
                <a:gd name="T17" fmla="*/ 170 h 62"/>
                <a:gd name="T18" fmla="*/ 0 w 140"/>
                <a:gd name="T19" fmla="*/ 149 h 62"/>
                <a:gd name="T20" fmla="*/ 1033 w 140"/>
                <a:gd name="T21" fmla="*/ 66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62">
                  <a:moveTo>
                    <a:pt x="66" y="35"/>
                  </a:moveTo>
                  <a:cubicBezTo>
                    <a:pt x="82" y="36"/>
                    <a:pt x="100" y="44"/>
                    <a:pt x="113" y="54"/>
                  </a:cubicBezTo>
                  <a:cubicBezTo>
                    <a:pt x="122" y="56"/>
                    <a:pt x="121" y="60"/>
                    <a:pt x="132" y="61"/>
                  </a:cubicBezTo>
                  <a:cubicBezTo>
                    <a:pt x="134" y="61"/>
                    <a:pt x="137" y="62"/>
                    <a:pt x="140" y="62"/>
                  </a:cubicBezTo>
                  <a:cubicBezTo>
                    <a:pt x="140" y="62"/>
                    <a:pt x="140" y="62"/>
                    <a:pt x="140" y="62"/>
                  </a:cubicBezTo>
                  <a:cubicBezTo>
                    <a:pt x="129" y="39"/>
                    <a:pt x="96" y="20"/>
                    <a:pt x="66" y="19"/>
                  </a:cubicBezTo>
                  <a:cubicBezTo>
                    <a:pt x="41" y="18"/>
                    <a:pt x="18" y="7"/>
                    <a:pt x="14" y="0"/>
                  </a:cubicBezTo>
                  <a:cubicBezTo>
                    <a:pt x="14" y="0"/>
                    <a:pt x="15" y="0"/>
                    <a:pt x="15" y="1"/>
                  </a:cubicBezTo>
                  <a:cubicBezTo>
                    <a:pt x="16" y="4"/>
                    <a:pt x="13" y="7"/>
                    <a:pt x="9" y="9"/>
                  </a:cubicBezTo>
                  <a:cubicBezTo>
                    <a:pt x="5" y="10"/>
                    <a:pt x="2" y="10"/>
                    <a:pt x="0" y="8"/>
                  </a:cubicBezTo>
                  <a:cubicBezTo>
                    <a:pt x="9" y="24"/>
                    <a:pt x="40" y="34"/>
                    <a:pt x="66" y="35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3" name="Freeform 67">
              <a:extLst>
                <a:ext uri="{FF2B5EF4-FFF2-40B4-BE49-F238E27FC236}">
                  <a16:creationId xmlns:a16="http://schemas.microsoft.com/office/drawing/2014/main" id="{FE655EE4-E385-4B49-9700-002E6734B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312"/>
              <a:ext cx="358" cy="272"/>
            </a:xfrm>
            <a:custGeom>
              <a:avLst/>
              <a:gdLst>
                <a:gd name="T0" fmla="*/ 2243 w 143"/>
                <a:gd name="T1" fmla="*/ 1707 h 102"/>
                <a:gd name="T2" fmla="*/ 2243 w 143"/>
                <a:gd name="T3" fmla="*/ 1707 h 102"/>
                <a:gd name="T4" fmla="*/ 1913 w 143"/>
                <a:gd name="T5" fmla="*/ 1288 h 102"/>
                <a:gd name="T6" fmla="*/ 1647 w 143"/>
                <a:gd name="T7" fmla="*/ 819 h 102"/>
                <a:gd name="T8" fmla="*/ 0 w 143"/>
                <a:gd name="T9" fmla="*/ 77 h 102"/>
                <a:gd name="T10" fmla="*/ 83 w 143"/>
                <a:gd name="T11" fmla="*/ 227 h 102"/>
                <a:gd name="T12" fmla="*/ 20 w 143"/>
                <a:gd name="T13" fmla="*/ 376 h 102"/>
                <a:gd name="T14" fmla="*/ 1460 w 143"/>
                <a:gd name="T15" fmla="*/ 1003 h 102"/>
                <a:gd name="T16" fmla="*/ 1692 w 143"/>
                <a:gd name="T17" fmla="*/ 1421 h 102"/>
                <a:gd name="T18" fmla="*/ 1913 w 143"/>
                <a:gd name="T19" fmla="*/ 1763 h 102"/>
                <a:gd name="T20" fmla="*/ 2243 w 143"/>
                <a:gd name="T21" fmla="*/ 1707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102">
                  <a:moveTo>
                    <a:pt x="143" y="90"/>
                  </a:moveTo>
                  <a:cubicBezTo>
                    <a:pt x="143" y="90"/>
                    <a:pt x="143" y="90"/>
                    <a:pt x="143" y="90"/>
                  </a:cubicBezTo>
                  <a:cubicBezTo>
                    <a:pt x="133" y="93"/>
                    <a:pt x="128" y="77"/>
                    <a:pt x="122" y="68"/>
                  </a:cubicBezTo>
                  <a:cubicBezTo>
                    <a:pt x="117" y="59"/>
                    <a:pt x="111" y="50"/>
                    <a:pt x="105" y="43"/>
                  </a:cubicBezTo>
                  <a:cubicBezTo>
                    <a:pt x="70" y="0"/>
                    <a:pt x="23" y="2"/>
                    <a:pt x="0" y="4"/>
                  </a:cubicBezTo>
                  <a:cubicBezTo>
                    <a:pt x="2" y="5"/>
                    <a:pt x="5" y="8"/>
                    <a:pt x="5" y="12"/>
                  </a:cubicBezTo>
                  <a:cubicBezTo>
                    <a:pt x="5" y="16"/>
                    <a:pt x="3" y="19"/>
                    <a:pt x="1" y="20"/>
                  </a:cubicBezTo>
                  <a:cubicBezTo>
                    <a:pt x="33" y="18"/>
                    <a:pt x="66" y="21"/>
                    <a:pt x="93" y="53"/>
                  </a:cubicBezTo>
                  <a:cubicBezTo>
                    <a:pt x="98" y="60"/>
                    <a:pt x="103" y="67"/>
                    <a:pt x="108" y="75"/>
                  </a:cubicBezTo>
                  <a:cubicBezTo>
                    <a:pt x="113" y="82"/>
                    <a:pt x="118" y="88"/>
                    <a:pt x="122" y="93"/>
                  </a:cubicBezTo>
                  <a:cubicBezTo>
                    <a:pt x="132" y="102"/>
                    <a:pt x="143" y="90"/>
                    <a:pt x="143" y="90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4" name="Freeform 68">
              <a:extLst>
                <a:ext uri="{FF2B5EF4-FFF2-40B4-BE49-F238E27FC236}">
                  <a16:creationId xmlns:a16="http://schemas.microsoft.com/office/drawing/2014/main" id="{5C1FEA78-1AEF-430B-9800-362B942A4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379"/>
              <a:ext cx="368" cy="226"/>
            </a:xfrm>
            <a:custGeom>
              <a:avLst/>
              <a:gdLst>
                <a:gd name="T0" fmla="*/ 2068 w 147"/>
                <a:gd name="T1" fmla="*/ 1279 h 85"/>
                <a:gd name="T2" fmla="*/ 1963 w 147"/>
                <a:gd name="T3" fmla="*/ 1109 h 85"/>
                <a:gd name="T4" fmla="*/ 1555 w 147"/>
                <a:gd name="T5" fmla="*/ 694 h 85"/>
                <a:gd name="T6" fmla="*/ 1242 w 147"/>
                <a:gd name="T7" fmla="*/ 375 h 85"/>
                <a:gd name="T8" fmla="*/ 95 w 147"/>
                <a:gd name="T9" fmla="*/ 205 h 85"/>
                <a:gd name="T10" fmla="*/ 0 w 147"/>
                <a:gd name="T11" fmla="*/ 226 h 85"/>
                <a:gd name="T12" fmla="*/ 113 w 147"/>
                <a:gd name="T13" fmla="*/ 362 h 85"/>
                <a:gd name="T14" fmla="*/ 63 w 147"/>
                <a:gd name="T15" fmla="*/ 524 h 85"/>
                <a:gd name="T16" fmla="*/ 158 w 147"/>
                <a:gd name="T17" fmla="*/ 487 h 85"/>
                <a:gd name="T18" fmla="*/ 1117 w 147"/>
                <a:gd name="T19" fmla="*/ 635 h 85"/>
                <a:gd name="T20" fmla="*/ 1397 w 147"/>
                <a:gd name="T21" fmla="*/ 920 h 85"/>
                <a:gd name="T22" fmla="*/ 2306 w 147"/>
                <a:gd name="T23" fmla="*/ 1316 h 85"/>
                <a:gd name="T24" fmla="*/ 2288 w 147"/>
                <a:gd name="T25" fmla="*/ 1316 h 85"/>
                <a:gd name="T26" fmla="*/ 2068 w 147"/>
                <a:gd name="T27" fmla="*/ 1279 h 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7" h="85">
                  <a:moveTo>
                    <a:pt x="132" y="68"/>
                  </a:moveTo>
                  <a:cubicBezTo>
                    <a:pt x="130" y="65"/>
                    <a:pt x="127" y="62"/>
                    <a:pt x="125" y="59"/>
                  </a:cubicBezTo>
                  <a:cubicBezTo>
                    <a:pt x="116" y="53"/>
                    <a:pt x="107" y="45"/>
                    <a:pt x="99" y="37"/>
                  </a:cubicBezTo>
                  <a:cubicBezTo>
                    <a:pt x="92" y="31"/>
                    <a:pt x="85" y="24"/>
                    <a:pt x="79" y="20"/>
                  </a:cubicBezTo>
                  <a:cubicBezTo>
                    <a:pt x="47" y="0"/>
                    <a:pt x="25" y="6"/>
                    <a:pt x="6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2"/>
                    <a:pt x="6" y="15"/>
                    <a:pt x="7" y="19"/>
                  </a:cubicBezTo>
                  <a:cubicBezTo>
                    <a:pt x="8" y="23"/>
                    <a:pt x="6" y="26"/>
                    <a:pt x="4" y="28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28" y="21"/>
                    <a:pt x="44" y="17"/>
                    <a:pt x="71" y="34"/>
                  </a:cubicBezTo>
                  <a:cubicBezTo>
                    <a:pt x="76" y="37"/>
                    <a:pt x="82" y="43"/>
                    <a:pt x="89" y="49"/>
                  </a:cubicBezTo>
                  <a:cubicBezTo>
                    <a:pt x="105" y="65"/>
                    <a:pt x="129" y="85"/>
                    <a:pt x="147" y="70"/>
                  </a:cubicBezTo>
                  <a:cubicBezTo>
                    <a:pt x="146" y="70"/>
                    <a:pt x="146" y="70"/>
                    <a:pt x="146" y="70"/>
                  </a:cubicBezTo>
                  <a:cubicBezTo>
                    <a:pt x="142" y="72"/>
                    <a:pt x="137" y="73"/>
                    <a:pt x="132" y="68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5" name="Freeform 69">
              <a:extLst>
                <a:ext uri="{FF2B5EF4-FFF2-40B4-BE49-F238E27FC236}">
                  <a16:creationId xmlns:a16="http://schemas.microsoft.com/office/drawing/2014/main" id="{4B26C070-9F02-4170-8347-D65F158DF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819"/>
              <a:ext cx="20" cy="18"/>
            </a:xfrm>
            <a:custGeom>
              <a:avLst/>
              <a:gdLst>
                <a:gd name="T0" fmla="*/ 0 w 8"/>
                <a:gd name="T1" fmla="*/ 67 h 7"/>
                <a:gd name="T2" fmla="*/ 63 w 8"/>
                <a:gd name="T3" fmla="*/ 0 h 7"/>
                <a:gd name="T4" fmla="*/ 125 w 8"/>
                <a:gd name="T5" fmla="*/ 54 h 7"/>
                <a:gd name="T6" fmla="*/ 63 w 8"/>
                <a:gd name="T7" fmla="*/ 118 h 7"/>
                <a:gd name="T8" fmla="*/ 0 w 8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8" y="5"/>
                    <a:pt x="6" y="6"/>
                    <a:pt x="4" y="7"/>
                  </a:cubicBezTo>
                  <a:cubicBezTo>
                    <a:pt x="2" y="7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6" name="Oval 70">
              <a:extLst>
                <a:ext uri="{FF2B5EF4-FFF2-40B4-BE49-F238E27FC236}">
                  <a16:creationId xmlns:a16="http://schemas.microsoft.com/office/drawing/2014/main" id="{6D4C624E-07FB-4838-9D09-FB42F62CE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" y="3093"/>
              <a:ext cx="15" cy="22"/>
            </a:xfrm>
            <a:prstGeom prst="ellipse">
              <a:avLst/>
            </a:pr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7" name="Freeform 71">
              <a:extLst>
                <a:ext uri="{FF2B5EF4-FFF2-40B4-BE49-F238E27FC236}">
                  <a16:creationId xmlns:a16="http://schemas.microsoft.com/office/drawing/2014/main" id="{AAE333F5-79E1-400F-AD37-8E493BFE6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3093"/>
              <a:ext cx="315" cy="736"/>
            </a:xfrm>
            <a:custGeom>
              <a:avLst/>
              <a:gdLst>
                <a:gd name="T0" fmla="*/ 1970 w 126"/>
                <a:gd name="T1" fmla="*/ 4573 h 276"/>
                <a:gd name="T2" fmla="*/ 1970 w 126"/>
                <a:gd name="T3" fmla="*/ 4472 h 276"/>
                <a:gd name="T4" fmla="*/ 1708 w 126"/>
                <a:gd name="T5" fmla="*/ 4131 h 276"/>
                <a:gd name="T6" fmla="*/ 1625 w 126"/>
                <a:gd name="T7" fmla="*/ 3869 h 276"/>
                <a:gd name="T8" fmla="*/ 1563 w 126"/>
                <a:gd name="T9" fmla="*/ 3336 h 276"/>
                <a:gd name="T10" fmla="*/ 1925 w 126"/>
                <a:gd name="T11" fmla="*/ 3811 h 276"/>
                <a:gd name="T12" fmla="*/ 1908 w 126"/>
                <a:gd name="T13" fmla="*/ 3699 h 276"/>
                <a:gd name="T14" fmla="*/ 1595 w 126"/>
                <a:gd name="T15" fmla="*/ 3264 h 276"/>
                <a:gd name="T16" fmla="*/ 1500 w 126"/>
                <a:gd name="T17" fmla="*/ 2936 h 276"/>
                <a:gd name="T18" fmla="*/ 1425 w 126"/>
                <a:gd name="T19" fmla="*/ 2525 h 276"/>
                <a:gd name="T20" fmla="*/ 1800 w 126"/>
                <a:gd name="T21" fmla="*/ 2901 h 276"/>
                <a:gd name="T22" fmla="*/ 1783 w 126"/>
                <a:gd name="T23" fmla="*/ 2808 h 276"/>
                <a:gd name="T24" fmla="*/ 1438 w 126"/>
                <a:gd name="T25" fmla="*/ 2424 h 276"/>
                <a:gd name="T26" fmla="*/ 1345 w 126"/>
                <a:gd name="T27" fmla="*/ 2163 h 276"/>
                <a:gd name="T28" fmla="*/ 1208 w 126"/>
                <a:gd name="T29" fmla="*/ 1536 h 276"/>
                <a:gd name="T30" fmla="*/ 1188 w 126"/>
                <a:gd name="T31" fmla="*/ 1459 h 276"/>
                <a:gd name="T32" fmla="*/ 1595 w 126"/>
                <a:gd name="T33" fmla="*/ 1821 h 276"/>
                <a:gd name="T34" fmla="*/ 1563 w 126"/>
                <a:gd name="T35" fmla="*/ 1728 h 276"/>
                <a:gd name="T36" fmla="*/ 1208 w 126"/>
                <a:gd name="T37" fmla="*/ 1344 h 276"/>
                <a:gd name="T38" fmla="*/ 1083 w 126"/>
                <a:gd name="T39" fmla="*/ 1101 h 276"/>
                <a:gd name="T40" fmla="*/ 0 w 126"/>
                <a:gd name="T41" fmla="*/ 0 h 276"/>
                <a:gd name="T42" fmla="*/ 50 w 126"/>
                <a:gd name="T43" fmla="*/ 77 h 276"/>
                <a:gd name="T44" fmla="*/ 0 w 126"/>
                <a:gd name="T45" fmla="*/ 149 h 276"/>
                <a:gd name="T46" fmla="*/ 0 w 126"/>
                <a:gd name="T47" fmla="*/ 149 h 276"/>
                <a:gd name="T48" fmla="*/ 0 w 126"/>
                <a:gd name="T49" fmla="*/ 149 h 276"/>
                <a:gd name="T50" fmla="*/ 1063 w 126"/>
                <a:gd name="T51" fmla="*/ 1501 h 276"/>
                <a:gd name="T52" fmla="*/ 1083 w 126"/>
                <a:gd name="T53" fmla="*/ 1571 h 276"/>
                <a:gd name="T54" fmla="*/ 1550 w 126"/>
                <a:gd name="T55" fmla="*/ 4232 h 276"/>
                <a:gd name="T56" fmla="*/ 1613 w 126"/>
                <a:gd name="T57" fmla="*/ 5235 h 276"/>
                <a:gd name="T58" fmla="*/ 1613 w 126"/>
                <a:gd name="T59" fmla="*/ 5235 h 276"/>
                <a:gd name="T60" fmla="*/ 1613 w 126"/>
                <a:gd name="T61" fmla="*/ 5235 h 276"/>
                <a:gd name="T62" fmla="*/ 1675 w 126"/>
                <a:gd name="T63" fmla="*/ 5155 h 276"/>
                <a:gd name="T64" fmla="*/ 1738 w 126"/>
                <a:gd name="T65" fmla="*/ 5213 h 276"/>
                <a:gd name="T66" fmla="*/ 1675 w 126"/>
                <a:gd name="T67" fmla="*/ 4232 h 276"/>
                <a:gd name="T68" fmla="*/ 1970 w 126"/>
                <a:gd name="T69" fmla="*/ 4573 h 27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6" h="276">
                  <a:moveTo>
                    <a:pt x="126" y="241"/>
                  </a:moveTo>
                  <a:cubicBezTo>
                    <a:pt x="126" y="239"/>
                    <a:pt x="126" y="237"/>
                    <a:pt x="126" y="236"/>
                  </a:cubicBezTo>
                  <a:cubicBezTo>
                    <a:pt x="120" y="231"/>
                    <a:pt x="113" y="226"/>
                    <a:pt x="109" y="218"/>
                  </a:cubicBezTo>
                  <a:cubicBezTo>
                    <a:pt x="106" y="214"/>
                    <a:pt x="105" y="207"/>
                    <a:pt x="104" y="204"/>
                  </a:cubicBezTo>
                  <a:cubicBezTo>
                    <a:pt x="103" y="194"/>
                    <a:pt x="102" y="185"/>
                    <a:pt x="100" y="176"/>
                  </a:cubicBezTo>
                  <a:cubicBezTo>
                    <a:pt x="108" y="189"/>
                    <a:pt x="119" y="198"/>
                    <a:pt x="123" y="201"/>
                  </a:cubicBezTo>
                  <a:cubicBezTo>
                    <a:pt x="123" y="199"/>
                    <a:pt x="122" y="197"/>
                    <a:pt x="122" y="195"/>
                  </a:cubicBezTo>
                  <a:cubicBezTo>
                    <a:pt x="117" y="191"/>
                    <a:pt x="108" y="182"/>
                    <a:pt x="102" y="172"/>
                  </a:cubicBezTo>
                  <a:cubicBezTo>
                    <a:pt x="98" y="166"/>
                    <a:pt x="97" y="158"/>
                    <a:pt x="96" y="155"/>
                  </a:cubicBezTo>
                  <a:cubicBezTo>
                    <a:pt x="94" y="148"/>
                    <a:pt x="93" y="140"/>
                    <a:pt x="91" y="133"/>
                  </a:cubicBezTo>
                  <a:cubicBezTo>
                    <a:pt x="97" y="140"/>
                    <a:pt x="105" y="147"/>
                    <a:pt x="115" y="153"/>
                  </a:cubicBezTo>
                  <a:cubicBezTo>
                    <a:pt x="115" y="151"/>
                    <a:pt x="114" y="149"/>
                    <a:pt x="114" y="148"/>
                  </a:cubicBezTo>
                  <a:cubicBezTo>
                    <a:pt x="105" y="142"/>
                    <a:pt x="98" y="135"/>
                    <a:pt x="92" y="128"/>
                  </a:cubicBezTo>
                  <a:cubicBezTo>
                    <a:pt x="91" y="126"/>
                    <a:pt x="87" y="117"/>
                    <a:pt x="86" y="114"/>
                  </a:cubicBezTo>
                  <a:cubicBezTo>
                    <a:pt x="83" y="102"/>
                    <a:pt x="80" y="91"/>
                    <a:pt x="77" y="81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85" y="87"/>
                    <a:pt x="95" y="94"/>
                    <a:pt x="102" y="96"/>
                  </a:cubicBezTo>
                  <a:cubicBezTo>
                    <a:pt x="101" y="94"/>
                    <a:pt x="101" y="93"/>
                    <a:pt x="100" y="91"/>
                  </a:cubicBezTo>
                  <a:cubicBezTo>
                    <a:pt x="94" y="88"/>
                    <a:pt x="85" y="81"/>
                    <a:pt x="77" y="71"/>
                  </a:cubicBezTo>
                  <a:cubicBezTo>
                    <a:pt x="76" y="69"/>
                    <a:pt x="70" y="61"/>
                    <a:pt x="69" y="58"/>
                  </a:cubicBezTo>
                  <a:cubicBezTo>
                    <a:pt x="54" y="23"/>
                    <a:pt x="29" y="1"/>
                    <a:pt x="0" y="0"/>
                  </a:cubicBezTo>
                  <a:cubicBezTo>
                    <a:pt x="2" y="0"/>
                    <a:pt x="3" y="2"/>
                    <a:pt x="3" y="4"/>
                  </a:cubicBezTo>
                  <a:cubicBezTo>
                    <a:pt x="3" y="6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0" y="9"/>
                    <a:pt x="56" y="37"/>
                    <a:pt x="68" y="79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80" y="120"/>
                    <a:pt x="92" y="164"/>
                    <a:pt x="99" y="223"/>
                  </a:cubicBezTo>
                  <a:cubicBezTo>
                    <a:pt x="100" y="233"/>
                    <a:pt x="102" y="266"/>
                    <a:pt x="103" y="276"/>
                  </a:cubicBezTo>
                  <a:cubicBezTo>
                    <a:pt x="103" y="276"/>
                    <a:pt x="103" y="276"/>
                    <a:pt x="103" y="276"/>
                  </a:cubicBezTo>
                  <a:cubicBezTo>
                    <a:pt x="103" y="276"/>
                    <a:pt x="103" y="276"/>
                    <a:pt x="103" y="276"/>
                  </a:cubicBezTo>
                  <a:cubicBezTo>
                    <a:pt x="103" y="274"/>
                    <a:pt x="105" y="272"/>
                    <a:pt x="107" y="272"/>
                  </a:cubicBezTo>
                  <a:cubicBezTo>
                    <a:pt x="109" y="272"/>
                    <a:pt x="111" y="273"/>
                    <a:pt x="111" y="275"/>
                  </a:cubicBezTo>
                  <a:cubicBezTo>
                    <a:pt x="110" y="265"/>
                    <a:pt x="108" y="232"/>
                    <a:pt x="107" y="223"/>
                  </a:cubicBezTo>
                  <a:cubicBezTo>
                    <a:pt x="113" y="231"/>
                    <a:pt x="120" y="236"/>
                    <a:pt x="126" y="241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8" name="Freeform 72">
              <a:extLst>
                <a:ext uri="{FF2B5EF4-FFF2-40B4-BE49-F238E27FC236}">
                  <a16:creationId xmlns:a16="http://schemas.microsoft.com/office/drawing/2014/main" id="{148B3138-CBDA-4451-9E5C-D057DAF66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475"/>
              <a:ext cx="166" cy="192"/>
            </a:xfrm>
            <a:custGeom>
              <a:avLst/>
              <a:gdLst>
                <a:gd name="T0" fmla="*/ 923 w 66"/>
                <a:gd name="T1" fmla="*/ 1173 h 72"/>
                <a:gd name="T2" fmla="*/ 410 w 66"/>
                <a:gd name="T3" fmla="*/ 797 h 72"/>
                <a:gd name="T4" fmla="*/ 126 w 66"/>
                <a:gd name="T5" fmla="*/ 192 h 72"/>
                <a:gd name="T6" fmla="*/ 684 w 66"/>
                <a:gd name="T7" fmla="*/ 568 h 72"/>
                <a:gd name="T8" fmla="*/ 923 w 66"/>
                <a:gd name="T9" fmla="*/ 1173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72">
                  <a:moveTo>
                    <a:pt x="58" y="62"/>
                  </a:moveTo>
                  <a:cubicBezTo>
                    <a:pt x="50" y="72"/>
                    <a:pt x="38" y="57"/>
                    <a:pt x="26" y="42"/>
                  </a:cubicBezTo>
                  <a:cubicBezTo>
                    <a:pt x="13" y="25"/>
                    <a:pt x="0" y="20"/>
                    <a:pt x="8" y="10"/>
                  </a:cubicBezTo>
                  <a:cubicBezTo>
                    <a:pt x="16" y="0"/>
                    <a:pt x="31" y="19"/>
                    <a:pt x="43" y="30"/>
                  </a:cubicBezTo>
                  <a:cubicBezTo>
                    <a:pt x="51" y="39"/>
                    <a:pt x="66" y="48"/>
                    <a:pt x="58" y="62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9" name="Oval 73">
              <a:extLst>
                <a:ext uri="{FF2B5EF4-FFF2-40B4-BE49-F238E27FC236}">
                  <a16:creationId xmlns:a16="http://schemas.microsoft.com/office/drawing/2014/main" id="{C8B427F7-7351-4785-959B-C3739AD77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3" y="1483"/>
              <a:ext cx="30" cy="26"/>
            </a:xfrm>
            <a:prstGeom prst="ellipse">
              <a:avLst/>
            </a:pr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0" name="Freeform 74">
              <a:extLst>
                <a:ext uri="{FF2B5EF4-FFF2-40B4-BE49-F238E27FC236}">
                  <a16:creationId xmlns:a16="http://schemas.microsoft.com/office/drawing/2014/main" id="{805C964C-5090-44E9-AC86-6D1D71949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493"/>
              <a:ext cx="160" cy="176"/>
            </a:xfrm>
            <a:custGeom>
              <a:avLst/>
              <a:gdLst>
                <a:gd name="T0" fmla="*/ 50 w 64"/>
                <a:gd name="T1" fmla="*/ 1024 h 66"/>
                <a:gd name="T2" fmla="*/ 738 w 64"/>
                <a:gd name="T3" fmla="*/ 171 h 66"/>
                <a:gd name="T4" fmla="*/ 813 w 64"/>
                <a:gd name="T5" fmla="*/ 0 h 66"/>
                <a:gd name="T6" fmla="*/ 813 w 64"/>
                <a:gd name="T7" fmla="*/ 21 h 66"/>
                <a:gd name="T8" fmla="*/ 908 w 64"/>
                <a:gd name="T9" fmla="*/ 115 h 66"/>
                <a:gd name="T10" fmla="*/ 1000 w 64"/>
                <a:gd name="T11" fmla="*/ 56 h 66"/>
                <a:gd name="T12" fmla="*/ 988 w 64"/>
                <a:gd name="T13" fmla="*/ 77 h 66"/>
                <a:gd name="T14" fmla="*/ 908 w 64"/>
                <a:gd name="T15" fmla="*/ 264 h 66"/>
                <a:gd name="T16" fmla="*/ 125 w 64"/>
                <a:gd name="T17" fmla="*/ 1229 h 66"/>
                <a:gd name="T18" fmla="*/ 50 w 64"/>
                <a:gd name="T19" fmla="*/ 1160 h 66"/>
                <a:gd name="T20" fmla="*/ 50 w 64"/>
                <a:gd name="T21" fmla="*/ 1024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66">
                  <a:moveTo>
                    <a:pt x="3" y="54"/>
                  </a:moveTo>
                  <a:cubicBezTo>
                    <a:pt x="31" y="42"/>
                    <a:pt x="40" y="24"/>
                    <a:pt x="47" y="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1"/>
                  </a:cubicBezTo>
                  <a:cubicBezTo>
                    <a:pt x="52" y="4"/>
                    <a:pt x="55" y="6"/>
                    <a:pt x="58" y="6"/>
                  </a:cubicBezTo>
                  <a:cubicBezTo>
                    <a:pt x="61" y="6"/>
                    <a:pt x="63" y="4"/>
                    <a:pt x="64" y="3"/>
                  </a:cubicBezTo>
                  <a:cubicBezTo>
                    <a:pt x="64" y="3"/>
                    <a:pt x="64" y="4"/>
                    <a:pt x="63" y="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0" y="30"/>
                    <a:pt x="40" y="51"/>
                    <a:pt x="8" y="65"/>
                  </a:cubicBezTo>
                  <a:cubicBezTo>
                    <a:pt x="5" y="66"/>
                    <a:pt x="4" y="64"/>
                    <a:pt x="3" y="61"/>
                  </a:cubicBezTo>
                  <a:cubicBezTo>
                    <a:pt x="1" y="58"/>
                    <a:pt x="0" y="55"/>
                    <a:pt x="3" y="54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1" name="Freeform 75">
              <a:extLst>
                <a:ext uri="{FF2B5EF4-FFF2-40B4-BE49-F238E27FC236}">
                  <a16:creationId xmlns:a16="http://schemas.microsoft.com/office/drawing/2014/main" id="{E0FE65B4-2320-4A70-A07C-033FE5D95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504"/>
              <a:ext cx="285" cy="373"/>
            </a:xfrm>
            <a:custGeom>
              <a:avLst/>
              <a:gdLst>
                <a:gd name="T0" fmla="*/ 113 w 114"/>
                <a:gd name="T1" fmla="*/ 1156 h 140"/>
                <a:gd name="T2" fmla="*/ 863 w 114"/>
                <a:gd name="T3" fmla="*/ 264 h 140"/>
                <a:gd name="T4" fmla="*/ 1000 w 114"/>
                <a:gd name="T5" fmla="*/ 0 h 140"/>
                <a:gd name="T6" fmla="*/ 1000 w 114"/>
                <a:gd name="T7" fmla="*/ 0 h 140"/>
                <a:gd name="T8" fmla="*/ 1300 w 114"/>
                <a:gd name="T9" fmla="*/ 589 h 140"/>
                <a:gd name="T10" fmla="*/ 1783 w 114"/>
                <a:gd name="T11" fmla="*/ 986 h 140"/>
                <a:gd name="T12" fmla="*/ 1113 w 114"/>
                <a:gd name="T13" fmla="*/ 2214 h 140"/>
                <a:gd name="T14" fmla="*/ 83 w 114"/>
                <a:gd name="T15" fmla="*/ 1156 h 140"/>
                <a:gd name="T16" fmla="*/ 113 w 114"/>
                <a:gd name="T17" fmla="*/ 1156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140">
                  <a:moveTo>
                    <a:pt x="7" y="61"/>
                  </a:moveTo>
                  <a:cubicBezTo>
                    <a:pt x="36" y="48"/>
                    <a:pt x="48" y="29"/>
                    <a:pt x="55" y="14"/>
                  </a:cubicBezTo>
                  <a:cubicBezTo>
                    <a:pt x="59" y="9"/>
                    <a:pt x="62" y="4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58" y="10"/>
                    <a:pt x="70" y="14"/>
                    <a:pt x="83" y="31"/>
                  </a:cubicBezTo>
                  <a:cubicBezTo>
                    <a:pt x="94" y="46"/>
                    <a:pt x="106" y="61"/>
                    <a:pt x="114" y="52"/>
                  </a:cubicBezTo>
                  <a:cubicBezTo>
                    <a:pt x="96" y="78"/>
                    <a:pt x="71" y="107"/>
                    <a:pt x="71" y="117"/>
                  </a:cubicBezTo>
                  <a:cubicBezTo>
                    <a:pt x="68" y="140"/>
                    <a:pt x="0" y="84"/>
                    <a:pt x="5" y="61"/>
                  </a:cubicBezTo>
                  <a:cubicBezTo>
                    <a:pt x="6" y="61"/>
                    <a:pt x="6" y="61"/>
                    <a:pt x="7" y="61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2" name="Freeform 76">
              <a:extLst>
                <a:ext uri="{FF2B5EF4-FFF2-40B4-BE49-F238E27FC236}">
                  <a16:creationId xmlns:a16="http://schemas.microsoft.com/office/drawing/2014/main" id="{E31AFCC2-459A-4CD4-AE17-0E82B5557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733"/>
              <a:ext cx="58" cy="187"/>
            </a:xfrm>
            <a:custGeom>
              <a:avLst/>
              <a:gdLst>
                <a:gd name="T0" fmla="*/ 192 w 23"/>
                <a:gd name="T1" fmla="*/ 56 h 70"/>
                <a:gd name="T2" fmla="*/ 255 w 23"/>
                <a:gd name="T3" fmla="*/ 705 h 70"/>
                <a:gd name="T4" fmla="*/ 126 w 23"/>
                <a:gd name="T5" fmla="*/ 1336 h 70"/>
                <a:gd name="T6" fmla="*/ 33 w 23"/>
                <a:gd name="T7" fmla="*/ 649 h 70"/>
                <a:gd name="T8" fmla="*/ 192 w 23"/>
                <a:gd name="T9" fmla="*/ 5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0">
                  <a:moveTo>
                    <a:pt x="12" y="3"/>
                  </a:moveTo>
                  <a:cubicBezTo>
                    <a:pt x="23" y="6"/>
                    <a:pt x="17" y="20"/>
                    <a:pt x="16" y="37"/>
                  </a:cubicBezTo>
                  <a:cubicBezTo>
                    <a:pt x="15" y="54"/>
                    <a:pt x="16" y="70"/>
                    <a:pt x="8" y="70"/>
                  </a:cubicBezTo>
                  <a:cubicBezTo>
                    <a:pt x="0" y="70"/>
                    <a:pt x="0" y="49"/>
                    <a:pt x="2" y="34"/>
                  </a:cubicBezTo>
                  <a:cubicBezTo>
                    <a:pt x="4" y="19"/>
                    <a:pt x="5" y="0"/>
                    <a:pt x="12" y="3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3" name="Freeform 77">
              <a:extLst>
                <a:ext uri="{FF2B5EF4-FFF2-40B4-BE49-F238E27FC236}">
                  <a16:creationId xmlns:a16="http://schemas.microsoft.com/office/drawing/2014/main" id="{17A5E80C-D164-41FB-BC27-8E0E64756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629"/>
              <a:ext cx="272" cy="403"/>
            </a:xfrm>
            <a:custGeom>
              <a:avLst/>
              <a:gdLst>
                <a:gd name="T0" fmla="*/ 512 w 109"/>
                <a:gd name="T1" fmla="*/ 0 h 151"/>
                <a:gd name="T2" fmla="*/ 1694 w 109"/>
                <a:gd name="T3" fmla="*/ 798 h 151"/>
                <a:gd name="T4" fmla="*/ 1570 w 109"/>
                <a:gd name="T5" fmla="*/ 1388 h 151"/>
                <a:gd name="T6" fmla="*/ 1662 w 109"/>
                <a:gd name="T7" fmla="*/ 2074 h 151"/>
                <a:gd name="T8" fmla="*/ 0 w 109"/>
                <a:gd name="T9" fmla="*/ 2872 h 151"/>
                <a:gd name="T10" fmla="*/ 512 w 109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151">
                  <a:moveTo>
                    <a:pt x="33" y="0"/>
                  </a:moveTo>
                  <a:cubicBezTo>
                    <a:pt x="35" y="11"/>
                    <a:pt x="85" y="38"/>
                    <a:pt x="109" y="42"/>
                  </a:cubicBezTo>
                  <a:cubicBezTo>
                    <a:pt x="104" y="42"/>
                    <a:pt x="103" y="59"/>
                    <a:pt x="101" y="73"/>
                  </a:cubicBezTo>
                  <a:cubicBezTo>
                    <a:pt x="99" y="88"/>
                    <a:pt x="99" y="109"/>
                    <a:pt x="107" y="109"/>
                  </a:cubicBezTo>
                  <a:cubicBezTo>
                    <a:pt x="90" y="107"/>
                    <a:pt x="29" y="114"/>
                    <a:pt x="0" y="151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4" name="Freeform 78">
              <a:extLst>
                <a:ext uri="{FF2B5EF4-FFF2-40B4-BE49-F238E27FC236}">
                  <a16:creationId xmlns:a16="http://schemas.microsoft.com/office/drawing/2014/main" id="{D83807E6-CBE3-46D0-B3A2-4C6F9E274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685"/>
              <a:ext cx="45" cy="200"/>
            </a:xfrm>
            <a:custGeom>
              <a:avLst/>
              <a:gdLst>
                <a:gd name="T0" fmla="*/ 113 w 18"/>
                <a:gd name="T1" fmla="*/ 0 h 75"/>
                <a:gd name="T2" fmla="*/ 250 w 18"/>
                <a:gd name="T3" fmla="*/ 760 h 75"/>
                <a:gd name="T4" fmla="*/ 113 w 18"/>
                <a:gd name="T5" fmla="*/ 1421 h 75"/>
                <a:gd name="T6" fmla="*/ 0 w 18"/>
                <a:gd name="T7" fmla="*/ 704 h 75"/>
                <a:gd name="T8" fmla="*/ 113 w 18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5">
                  <a:moveTo>
                    <a:pt x="7" y="0"/>
                  </a:moveTo>
                  <a:cubicBezTo>
                    <a:pt x="18" y="0"/>
                    <a:pt x="16" y="28"/>
                    <a:pt x="16" y="40"/>
                  </a:cubicBezTo>
                  <a:cubicBezTo>
                    <a:pt x="16" y="51"/>
                    <a:pt x="14" y="75"/>
                    <a:pt x="7" y="75"/>
                  </a:cubicBezTo>
                  <a:cubicBezTo>
                    <a:pt x="1" y="75"/>
                    <a:pt x="0" y="54"/>
                    <a:pt x="0" y="37"/>
                  </a:cubicBezTo>
                  <a:cubicBezTo>
                    <a:pt x="0" y="21"/>
                    <a:pt x="0" y="0"/>
                    <a:pt x="7" y="0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5" name="Freeform 79">
              <a:extLst>
                <a:ext uri="{FF2B5EF4-FFF2-40B4-BE49-F238E27FC236}">
                  <a16:creationId xmlns:a16="http://schemas.microsoft.com/office/drawing/2014/main" id="{BF229E59-F025-4D1B-BA7A-8C29B6653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035"/>
              <a:ext cx="62" cy="202"/>
            </a:xfrm>
            <a:custGeom>
              <a:avLst/>
              <a:gdLst>
                <a:gd name="T0" fmla="*/ 216 w 25"/>
                <a:gd name="T1" fmla="*/ 21 h 76"/>
                <a:gd name="T2" fmla="*/ 278 w 25"/>
                <a:gd name="T3" fmla="*/ 792 h 76"/>
                <a:gd name="T4" fmla="*/ 92 w 25"/>
                <a:gd name="T5" fmla="*/ 1427 h 76"/>
                <a:gd name="T6" fmla="*/ 42 w 25"/>
                <a:gd name="T7" fmla="*/ 712 h 76"/>
                <a:gd name="T8" fmla="*/ 216 w 25"/>
                <a:gd name="T9" fmla="*/ 2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6">
                  <a:moveTo>
                    <a:pt x="14" y="1"/>
                  </a:moveTo>
                  <a:cubicBezTo>
                    <a:pt x="25" y="3"/>
                    <a:pt x="20" y="31"/>
                    <a:pt x="18" y="42"/>
                  </a:cubicBezTo>
                  <a:cubicBezTo>
                    <a:pt x="17" y="54"/>
                    <a:pt x="12" y="76"/>
                    <a:pt x="6" y="76"/>
                  </a:cubicBezTo>
                  <a:cubicBezTo>
                    <a:pt x="0" y="75"/>
                    <a:pt x="1" y="54"/>
                    <a:pt x="3" y="38"/>
                  </a:cubicBezTo>
                  <a:cubicBezTo>
                    <a:pt x="5" y="21"/>
                    <a:pt x="7" y="0"/>
                    <a:pt x="14" y="1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6" name="Freeform 80">
              <a:extLst>
                <a:ext uri="{FF2B5EF4-FFF2-40B4-BE49-F238E27FC236}">
                  <a16:creationId xmlns:a16="http://schemas.microsoft.com/office/drawing/2014/main" id="{3813A6B4-B649-4F55-978C-8A0DBF079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435"/>
              <a:ext cx="58" cy="181"/>
            </a:xfrm>
            <a:custGeom>
              <a:avLst/>
              <a:gdLst>
                <a:gd name="T0" fmla="*/ 209 w 23"/>
                <a:gd name="T1" fmla="*/ 0 h 68"/>
                <a:gd name="T2" fmla="*/ 272 w 23"/>
                <a:gd name="T3" fmla="*/ 695 h 68"/>
                <a:gd name="T4" fmla="*/ 96 w 23"/>
                <a:gd name="T5" fmla="*/ 1262 h 68"/>
                <a:gd name="T6" fmla="*/ 50 w 23"/>
                <a:gd name="T7" fmla="*/ 623 h 68"/>
                <a:gd name="T8" fmla="*/ 209 w 23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8">
                  <a:moveTo>
                    <a:pt x="13" y="0"/>
                  </a:moveTo>
                  <a:cubicBezTo>
                    <a:pt x="23" y="1"/>
                    <a:pt x="18" y="27"/>
                    <a:pt x="17" y="37"/>
                  </a:cubicBezTo>
                  <a:cubicBezTo>
                    <a:pt x="16" y="48"/>
                    <a:pt x="12" y="68"/>
                    <a:pt x="6" y="67"/>
                  </a:cubicBezTo>
                  <a:cubicBezTo>
                    <a:pt x="0" y="67"/>
                    <a:pt x="1" y="48"/>
                    <a:pt x="3" y="33"/>
                  </a:cubicBezTo>
                  <a:cubicBezTo>
                    <a:pt x="5" y="18"/>
                    <a:pt x="7" y="0"/>
                    <a:pt x="13" y="0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7" name="Freeform 81">
              <a:extLst>
                <a:ext uri="{FF2B5EF4-FFF2-40B4-BE49-F238E27FC236}">
                  <a16:creationId xmlns:a16="http://schemas.microsoft.com/office/drawing/2014/main" id="{00321D13-26C5-4F71-93DB-73238E1D4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312"/>
              <a:ext cx="95" cy="376"/>
            </a:xfrm>
            <a:custGeom>
              <a:avLst/>
              <a:gdLst>
                <a:gd name="T0" fmla="*/ 95 w 38"/>
                <a:gd name="T1" fmla="*/ 0 h 141"/>
                <a:gd name="T2" fmla="*/ 113 w 38"/>
                <a:gd name="T3" fmla="*/ 77 h 141"/>
                <a:gd name="T4" fmla="*/ 595 w 38"/>
                <a:gd name="T5" fmla="*/ 875 h 141"/>
                <a:gd name="T6" fmla="*/ 438 w 38"/>
                <a:gd name="T7" fmla="*/ 1501 h 141"/>
                <a:gd name="T8" fmla="*/ 488 w 38"/>
                <a:gd name="T9" fmla="*/ 2141 h 141"/>
                <a:gd name="T10" fmla="*/ 20 w 38"/>
                <a:gd name="T11" fmla="*/ 2675 h 141"/>
                <a:gd name="T12" fmla="*/ 0 w 38"/>
                <a:gd name="T13" fmla="*/ 2637 h 141"/>
                <a:gd name="T14" fmla="*/ 95 w 38"/>
                <a:gd name="T15" fmla="*/ 0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41">
                  <a:moveTo>
                    <a:pt x="6" y="0"/>
                  </a:moveTo>
                  <a:cubicBezTo>
                    <a:pt x="7" y="1"/>
                    <a:pt x="7" y="2"/>
                    <a:pt x="7" y="4"/>
                  </a:cubicBezTo>
                  <a:cubicBezTo>
                    <a:pt x="10" y="24"/>
                    <a:pt x="28" y="44"/>
                    <a:pt x="38" y="46"/>
                  </a:cubicBezTo>
                  <a:cubicBezTo>
                    <a:pt x="32" y="46"/>
                    <a:pt x="30" y="64"/>
                    <a:pt x="28" y="79"/>
                  </a:cubicBezTo>
                  <a:cubicBezTo>
                    <a:pt x="26" y="94"/>
                    <a:pt x="25" y="113"/>
                    <a:pt x="31" y="113"/>
                  </a:cubicBezTo>
                  <a:cubicBezTo>
                    <a:pt x="12" y="113"/>
                    <a:pt x="1" y="141"/>
                    <a:pt x="1" y="141"/>
                  </a:cubicBezTo>
                  <a:cubicBezTo>
                    <a:pt x="1" y="141"/>
                    <a:pt x="1" y="140"/>
                    <a:pt x="0" y="139"/>
                  </a:cubicBezTo>
                  <a:cubicBezTo>
                    <a:pt x="1" y="95"/>
                    <a:pt x="2" y="47"/>
                    <a:pt x="6" y="0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8" name="Freeform 82">
              <a:extLst>
                <a:ext uri="{FF2B5EF4-FFF2-40B4-BE49-F238E27FC236}">
                  <a16:creationId xmlns:a16="http://schemas.microsoft.com/office/drawing/2014/main" id="{48747C70-3DBE-42CB-A625-91D957CE9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63"/>
              <a:ext cx="158" cy="341"/>
            </a:xfrm>
            <a:custGeom>
              <a:avLst/>
              <a:gdLst>
                <a:gd name="T0" fmla="*/ 221 w 63"/>
                <a:gd name="T1" fmla="*/ 567 h 128"/>
                <a:gd name="T2" fmla="*/ 313 w 63"/>
                <a:gd name="T3" fmla="*/ 0 h 128"/>
                <a:gd name="T4" fmla="*/ 313 w 63"/>
                <a:gd name="T5" fmla="*/ 0 h 128"/>
                <a:gd name="T6" fmla="*/ 993 w 63"/>
                <a:gd name="T7" fmla="*/ 533 h 128"/>
                <a:gd name="T8" fmla="*/ 818 w 63"/>
                <a:gd name="T9" fmla="*/ 1228 h 128"/>
                <a:gd name="T10" fmla="*/ 868 w 63"/>
                <a:gd name="T11" fmla="*/ 1945 h 128"/>
                <a:gd name="T12" fmla="*/ 20 w 63"/>
                <a:gd name="T13" fmla="*/ 2398 h 128"/>
                <a:gd name="T14" fmla="*/ 0 w 63"/>
                <a:gd name="T15" fmla="*/ 2419 h 128"/>
                <a:gd name="T16" fmla="*/ 221 w 63"/>
                <a:gd name="T17" fmla="*/ 567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128">
                  <a:moveTo>
                    <a:pt x="14" y="30"/>
                  </a:moveTo>
                  <a:cubicBezTo>
                    <a:pt x="16" y="20"/>
                    <a:pt x="18" y="1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5" y="13"/>
                    <a:pt x="49" y="30"/>
                    <a:pt x="63" y="28"/>
                  </a:cubicBezTo>
                  <a:cubicBezTo>
                    <a:pt x="56" y="27"/>
                    <a:pt x="54" y="48"/>
                    <a:pt x="52" y="65"/>
                  </a:cubicBezTo>
                  <a:cubicBezTo>
                    <a:pt x="50" y="81"/>
                    <a:pt x="49" y="102"/>
                    <a:pt x="55" y="103"/>
                  </a:cubicBezTo>
                  <a:cubicBezTo>
                    <a:pt x="29" y="97"/>
                    <a:pt x="5" y="111"/>
                    <a:pt x="1" y="127"/>
                  </a:cubicBezTo>
                  <a:cubicBezTo>
                    <a:pt x="1" y="127"/>
                    <a:pt x="0" y="128"/>
                    <a:pt x="0" y="128"/>
                  </a:cubicBezTo>
                  <a:cubicBezTo>
                    <a:pt x="3" y="94"/>
                    <a:pt x="7" y="61"/>
                    <a:pt x="14" y="30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9" name="Freeform 83">
              <a:extLst>
                <a:ext uri="{FF2B5EF4-FFF2-40B4-BE49-F238E27FC236}">
                  <a16:creationId xmlns:a16="http://schemas.microsoft.com/office/drawing/2014/main" id="{6ED189BD-5EE6-42BB-A508-4CB879805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621"/>
              <a:ext cx="125" cy="302"/>
            </a:xfrm>
            <a:custGeom>
              <a:avLst/>
              <a:gdLst>
                <a:gd name="T0" fmla="*/ 0 w 50"/>
                <a:gd name="T1" fmla="*/ 2157 h 113"/>
                <a:gd name="T2" fmla="*/ 33 w 50"/>
                <a:gd name="T3" fmla="*/ 0 h 113"/>
                <a:gd name="T4" fmla="*/ 783 w 50"/>
                <a:gd name="T5" fmla="*/ 457 h 113"/>
                <a:gd name="T6" fmla="*/ 783 w 50"/>
                <a:gd name="T7" fmla="*/ 457 h 113"/>
                <a:gd name="T8" fmla="*/ 708 w 50"/>
                <a:gd name="T9" fmla="*/ 1165 h 113"/>
                <a:gd name="T10" fmla="*/ 783 w 50"/>
                <a:gd name="T11" fmla="*/ 1871 h 113"/>
                <a:gd name="T12" fmla="*/ 0 w 50"/>
                <a:gd name="T13" fmla="*/ 2157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13">
                  <a:moveTo>
                    <a:pt x="0" y="113"/>
                  </a:moveTo>
                  <a:cubicBezTo>
                    <a:pt x="9" y="64"/>
                    <a:pt x="9" y="34"/>
                    <a:pt x="2" y="0"/>
                  </a:cubicBezTo>
                  <a:cubicBezTo>
                    <a:pt x="17" y="16"/>
                    <a:pt x="37" y="21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5" y="28"/>
                    <a:pt x="45" y="46"/>
                    <a:pt x="45" y="61"/>
                  </a:cubicBezTo>
                  <a:cubicBezTo>
                    <a:pt x="45" y="76"/>
                    <a:pt x="45" y="94"/>
                    <a:pt x="50" y="98"/>
                  </a:cubicBezTo>
                  <a:cubicBezTo>
                    <a:pt x="35" y="97"/>
                    <a:pt x="11" y="108"/>
                    <a:pt x="0" y="113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0" name="Freeform 84">
              <a:extLst>
                <a:ext uri="{FF2B5EF4-FFF2-40B4-BE49-F238E27FC236}">
                  <a16:creationId xmlns:a16="http://schemas.microsoft.com/office/drawing/2014/main" id="{D041F9C5-44EE-4FBC-8A32-30344A42D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960"/>
              <a:ext cx="42" cy="37"/>
            </a:xfrm>
            <a:custGeom>
              <a:avLst/>
              <a:gdLst>
                <a:gd name="T0" fmla="*/ 12 w 17"/>
                <a:gd name="T1" fmla="*/ 90 h 14"/>
                <a:gd name="T2" fmla="*/ 91 w 17"/>
                <a:gd name="T3" fmla="*/ 238 h 14"/>
                <a:gd name="T4" fmla="*/ 245 w 17"/>
                <a:gd name="T5" fmla="*/ 182 h 14"/>
                <a:gd name="T6" fmla="*/ 153 w 17"/>
                <a:gd name="T7" fmla="*/ 21 h 14"/>
                <a:gd name="T8" fmla="*/ 12 w 17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1" y="5"/>
                  </a:moveTo>
                  <a:cubicBezTo>
                    <a:pt x="0" y="8"/>
                    <a:pt x="2" y="11"/>
                    <a:pt x="6" y="13"/>
                  </a:cubicBezTo>
                  <a:cubicBezTo>
                    <a:pt x="11" y="14"/>
                    <a:pt x="15" y="13"/>
                    <a:pt x="16" y="10"/>
                  </a:cubicBezTo>
                  <a:cubicBezTo>
                    <a:pt x="17" y="7"/>
                    <a:pt x="14" y="3"/>
                    <a:pt x="10" y="1"/>
                  </a:cubicBezTo>
                  <a:cubicBezTo>
                    <a:pt x="6" y="0"/>
                    <a:pt x="2" y="1"/>
                    <a:pt x="1" y="5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1" name="Freeform 85">
              <a:extLst>
                <a:ext uri="{FF2B5EF4-FFF2-40B4-BE49-F238E27FC236}">
                  <a16:creationId xmlns:a16="http://schemas.microsoft.com/office/drawing/2014/main" id="{B9EC0ADA-36A5-44DE-948D-F023C7D72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323"/>
              <a:ext cx="30" cy="42"/>
            </a:xfrm>
            <a:custGeom>
              <a:avLst/>
              <a:gdLst>
                <a:gd name="T0" fmla="*/ 95 w 12"/>
                <a:gd name="T1" fmla="*/ 0 h 16"/>
                <a:gd name="T2" fmla="*/ 0 w 12"/>
                <a:gd name="T3" fmla="*/ 144 h 16"/>
                <a:gd name="T4" fmla="*/ 95 w 12"/>
                <a:gd name="T5" fmla="*/ 289 h 16"/>
                <a:gd name="T6" fmla="*/ 188 w 12"/>
                <a:gd name="T7" fmla="*/ 144 h 16"/>
                <a:gd name="T8" fmla="*/ 95 w 1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6" y="0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2" y="16"/>
                    <a:pt x="6" y="16"/>
                  </a:cubicBezTo>
                  <a:cubicBezTo>
                    <a:pt x="9" y="16"/>
                    <a:pt x="12" y="13"/>
                    <a:pt x="12" y="8"/>
                  </a:cubicBezTo>
                  <a:cubicBezTo>
                    <a:pt x="12" y="4"/>
                    <a:pt x="10" y="0"/>
                    <a:pt x="6" y="0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2" name="Freeform 86">
              <a:extLst>
                <a:ext uri="{FF2B5EF4-FFF2-40B4-BE49-F238E27FC236}">
                  <a16:creationId xmlns:a16="http://schemas.microsoft.com/office/drawing/2014/main" id="{229F45B6-9252-489E-80BA-D4D588320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128"/>
              <a:ext cx="38" cy="43"/>
            </a:xfrm>
            <a:custGeom>
              <a:avLst/>
              <a:gdLst>
                <a:gd name="T0" fmla="*/ 33 w 15"/>
                <a:gd name="T1" fmla="*/ 35 h 16"/>
                <a:gd name="T2" fmla="*/ 51 w 15"/>
                <a:gd name="T3" fmla="*/ 231 h 16"/>
                <a:gd name="T4" fmla="*/ 213 w 15"/>
                <a:gd name="T5" fmla="*/ 274 h 16"/>
                <a:gd name="T6" fmla="*/ 193 w 15"/>
                <a:gd name="T7" fmla="*/ 81 h 16"/>
                <a:gd name="T8" fmla="*/ 33 w 15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2" y="2"/>
                  </a:moveTo>
                  <a:cubicBezTo>
                    <a:pt x="0" y="4"/>
                    <a:pt x="0" y="9"/>
                    <a:pt x="3" y="12"/>
                  </a:cubicBezTo>
                  <a:cubicBezTo>
                    <a:pt x="6" y="15"/>
                    <a:pt x="11" y="16"/>
                    <a:pt x="13" y="14"/>
                  </a:cubicBezTo>
                  <a:cubicBezTo>
                    <a:pt x="15" y="12"/>
                    <a:pt x="15" y="7"/>
                    <a:pt x="12" y="4"/>
                  </a:cubicBezTo>
                  <a:cubicBezTo>
                    <a:pt x="9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3" name="Freeform 87">
              <a:extLst>
                <a:ext uri="{FF2B5EF4-FFF2-40B4-BE49-F238E27FC236}">
                  <a16:creationId xmlns:a16="http://schemas.microsoft.com/office/drawing/2014/main" id="{61F40C60-5B38-4A3D-A38E-DE6A8D7FB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36"/>
              <a:ext cx="197" cy="448"/>
            </a:xfrm>
            <a:custGeom>
              <a:avLst/>
              <a:gdLst>
                <a:gd name="T0" fmla="*/ 0 w 79"/>
                <a:gd name="T1" fmla="*/ 2901 h 168"/>
                <a:gd name="T2" fmla="*/ 312 w 79"/>
                <a:gd name="T3" fmla="*/ 3037 h 168"/>
                <a:gd name="T4" fmla="*/ 666 w 79"/>
                <a:gd name="T5" fmla="*/ 1741 h 168"/>
                <a:gd name="T6" fmla="*/ 716 w 79"/>
                <a:gd name="T7" fmla="*/ 1515 h 168"/>
                <a:gd name="T8" fmla="*/ 1224 w 79"/>
                <a:gd name="T9" fmla="*/ 227 h 168"/>
                <a:gd name="T10" fmla="*/ 1087 w 79"/>
                <a:gd name="T11" fmla="*/ 171 h 168"/>
                <a:gd name="T12" fmla="*/ 1057 w 79"/>
                <a:gd name="T13" fmla="*/ 0 h 168"/>
                <a:gd name="T14" fmla="*/ 466 w 79"/>
                <a:gd name="T15" fmla="*/ 1443 h 168"/>
                <a:gd name="T16" fmla="*/ 416 w 79"/>
                <a:gd name="T17" fmla="*/ 1672 h 168"/>
                <a:gd name="T18" fmla="*/ 92 w 79"/>
                <a:gd name="T19" fmla="*/ 2901 h 168"/>
                <a:gd name="T20" fmla="*/ 0 w 79"/>
                <a:gd name="T21" fmla="*/ 2901 h 1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168">
                  <a:moveTo>
                    <a:pt x="0" y="153"/>
                  </a:moveTo>
                  <a:cubicBezTo>
                    <a:pt x="3" y="161"/>
                    <a:pt x="13" y="168"/>
                    <a:pt x="20" y="160"/>
                  </a:cubicBezTo>
                  <a:cubicBezTo>
                    <a:pt x="29" y="149"/>
                    <a:pt x="35" y="125"/>
                    <a:pt x="43" y="92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54" y="47"/>
                    <a:pt x="59" y="31"/>
                    <a:pt x="79" y="12"/>
                  </a:cubicBezTo>
                  <a:cubicBezTo>
                    <a:pt x="76" y="13"/>
                    <a:pt x="73" y="12"/>
                    <a:pt x="70" y="9"/>
                  </a:cubicBezTo>
                  <a:cubicBezTo>
                    <a:pt x="67" y="6"/>
                    <a:pt x="67" y="2"/>
                    <a:pt x="68" y="0"/>
                  </a:cubicBezTo>
                  <a:cubicBezTo>
                    <a:pt x="43" y="23"/>
                    <a:pt x="38" y="44"/>
                    <a:pt x="30" y="76"/>
                  </a:cubicBezTo>
                  <a:cubicBezTo>
                    <a:pt x="27" y="88"/>
                    <a:pt x="27" y="88"/>
                    <a:pt x="27" y="88"/>
                  </a:cubicBezTo>
                  <a:cubicBezTo>
                    <a:pt x="23" y="108"/>
                    <a:pt x="13" y="149"/>
                    <a:pt x="6" y="153"/>
                  </a:cubicBezTo>
                  <a:lnTo>
                    <a:pt x="0" y="153"/>
                  </a:ln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4" name="Freeform 88">
              <a:extLst>
                <a:ext uri="{FF2B5EF4-FFF2-40B4-BE49-F238E27FC236}">
                  <a16:creationId xmlns:a16="http://schemas.microsoft.com/office/drawing/2014/main" id="{E466C400-B638-401D-A85D-CBB96677B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11"/>
              <a:ext cx="36" cy="45"/>
            </a:xfrm>
            <a:custGeom>
              <a:avLst/>
              <a:gdLst>
                <a:gd name="T0" fmla="*/ 152 w 14"/>
                <a:gd name="T1" fmla="*/ 0 h 17"/>
                <a:gd name="T2" fmla="*/ 21 w 14"/>
                <a:gd name="T3" fmla="*/ 132 h 17"/>
                <a:gd name="T4" fmla="*/ 85 w 14"/>
                <a:gd name="T5" fmla="*/ 294 h 17"/>
                <a:gd name="T6" fmla="*/ 219 w 14"/>
                <a:gd name="T7" fmla="*/ 169 h 17"/>
                <a:gd name="T8" fmla="*/ 152 w 14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9" y="0"/>
                  </a:moveTo>
                  <a:cubicBezTo>
                    <a:pt x="6" y="0"/>
                    <a:pt x="2" y="3"/>
                    <a:pt x="1" y="7"/>
                  </a:cubicBezTo>
                  <a:cubicBezTo>
                    <a:pt x="0" y="11"/>
                    <a:pt x="2" y="15"/>
                    <a:pt x="5" y="16"/>
                  </a:cubicBezTo>
                  <a:cubicBezTo>
                    <a:pt x="8" y="17"/>
                    <a:pt x="12" y="14"/>
                    <a:pt x="13" y="9"/>
                  </a:cubicBezTo>
                  <a:cubicBezTo>
                    <a:pt x="14" y="5"/>
                    <a:pt x="12" y="1"/>
                    <a:pt x="9" y="0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5" name="Freeform 89">
              <a:extLst>
                <a:ext uri="{FF2B5EF4-FFF2-40B4-BE49-F238E27FC236}">
                  <a16:creationId xmlns:a16="http://schemas.microsoft.com/office/drawing/2014/main" id="{3818AAEB-CA4E-40C1-8FC1-4E8D48643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371"/>
              <a:ext cx="15" cy="21"/>
            </a:xfrm>
            <a:custGeom>
              <a:avLst/>
              <a:gdLst>
                <a:gd name="T0" fmla="*/ 50 w 6"/>
                <a:gd name="T1" fmla="*/ 0 h 8"/>
                <a:gd name="T2" fmla="*/ 0 w 6"/>
                <a:gd name="T3" fmla="*/ 76 h 8"/>
                <a:gd name="T4" fmla="*/ 50 w 6"/>
                <a:gd name="T5" fmla="*/ 144 h 8"/>
                <a:gd name="T6" fmla="*/ 95 w 6"/>
                <a:gd name="T7" fmla="*/ 76 h 8"/>
                <a:gd name="T8" fmla="*/ 50 w 6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4" y="8"/>
                    <a:pt x="6" y="6"/>
                    <a:pt x="6" y="4"/>
                  </a:cubicBezTo>
                  <a:cubicBezTo>
                    <a:pt x="6" y="2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6" name="Freeform 90">
              <a:extLst>
                <a:ext uri="{FF2B5EF4-FFF2-40B4-BE49-F238E27FC236}">
                  <a16:creationId xmlns:a16="http://schemas.microsoft.com/office/drawing/2014/main" id="{62AC9F3D-BE4D-4103-A770-8066A307B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032"/>
              <a:ext cx="30" cy="29"/>
            </a:xfrm>
            <a:custGeom>
              <a:avLst/>
              <a:gdLst>
                <a:gd name="T0" fmla="*/ 20 w 12"/>
                <a:gd name="T1" fmla="*/ 34 h 11"/>
                <a:gd name="T2" fmla="*/ 63 w 12"/>
                <a:gd name="T3" fmla="*/ 166 h 11"/>
                <a:gd name="T4" fmla="*/ 175 w 12"/>
                <a:gd name="T5" fmla="*/ 145 h 11"/>
                <a:gd name="T6" fmla="*/ 125 w 12"/>
                <a:gd name="T7" fmla="*/ 21 h 11"/>
                <a:gd name="T8" fmla="*/ 20 w 12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2"/>
                  </a:moveTo>
                  <a:cubicBezTo>
                    <a:pt x="0" y="4"/>
                    <a:pt x="1" y="7"/>
                    <a:pt x="4" y="9"/>
                  </a:cubicBezTo>
                  <a:cubicBezTo>
                    <a:pt x="7" y="11"/>
                    <a:pt x="10" y="10"/>
                    <a:pt x="11" y="8"/>
                  </a:cubicBezTo>
                  <a:cubicBezTo>
                    <a:pt x="12" y="6"/>
                    <a:pt x="11" y="3"/>
                    <a:pt x="8" y="1"/>
                  </a:cubicBezTo>
                  <a:cubicBezTo>
                    <a:pt x="5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7" name="Freeform 91">
              <a:extLst>
                <a:ext uri="{FF2B5EF4-FFF2-40B4-BE49-F238E27FC236}">
                  <a16:creationId xmlns:a16="http://schemas.microsoft.com/office/drawing/2014/main" id="{EC20CE35-0DBF-47E8-A691-294559053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037"/>
              <a:ext cx="160" cy="355"/>
            </a:xfrm>
            <a:custGeom>
              <a:avLst/>
              <a:gdLst>
                <a:gd name="T0" fmla="*/ 270 w 64"/>
                <a:gd name="T1" fmla="*/ 0 h 133"/>
                <a:gd name="T2" fmla="*/ 313 w 64"/>
                <a:gd name="T3" fmla="*/ 136 h 133"/>
                <a:gd name="T4" fmla="*/ 425 w 64"/>
                <a:gd name="T5" fmla="*/ 115 h 133"/>
                <a:gd name="T6" fmla="*/ 425 w 64"/>
                <a:gd name="T7" fmla="*/ 115 h 133"/>
                <a:gd name="T8" fmla="*/ 375 w 64"/>
                <a:gd name="T9" fmla="*/ 934 h 133"/>
                <a:gd name="T10" fmla="*/ 563 w 64"/>
                <a:gd name="T11" fmla="*/ 1311 h 133"/>
                <a:gd name="T12" fmla="*/ 925 w 64"/>
                <a:gd name="T13" fmla="*/ 2530 h 133"/>
                <a:gd name="T14" fmla="*/ 908 w 64"/>
                <a:gd name="T15" fmla="*/ 2509 h 133"/>
                <a:gd name="T16" fmla="*/ 738 w 64"/>
                <a:gd name="T17" fmla="*/ 2223 h 133"/>
                <a:gd name="T18" fmla="*/ 408 w 64"/>
                <a:gd name="T19" fmla="*/ 1425 h 133"/>
                <a:gd name="T20" fmla="*/ 220 w 64"/>
                <a:gd name="T21" fmla="*/ 1046 h 133"/>
                <a:gd name="T22" fmla="*/ 270 w 64"/>
                <a:gd name="T23" fmla="*/ 0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133">
                  <a:moveTo>
                    <a:pt x="17" y="0"/>
                  </a:moveTo>
                  <a:cubicBezTo>
                    <a:pt x="16" y="2"/>
                    <a:pt x="17" y="5"/>
                    <a:pt x="20" y="7"/>
                  </a:cubicBezTo>
                  <a:cubicBezTo>
                    <a:pt x="23" y="9"/>
                    <a:pt x="26" y="8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14" y="30"/>
                    <a:pt x="24" y="49"/>
                  </a:cubicBezTo>
                  <a:cubicBezTo>
                    <a:pt x="28" y="55"/>
                    <a:pt x="32" y="62"/>
                    <a:pt x="36" y="69"/>
                  </a:cubicBezTo>
                  <a:cubicBezTo>
                    <a:pt x="49" y="88"/>
                    <a:pt x="64" y="111"/>
                    <a:pt x="59" y="133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4" y="127"/>
                    <a:pt x="51" y="122"/>
                    <a:pt x="47" y="117"/>
                  </a:cubicBezTo>
                  <a:cubicBezTo>
                    <a:pt x="44" y="103"/>
                    <a:pt x="35" y="88"/>
                    <a:pt x="26" y="75"/>
                  </a:cubicBezTo>
                  <a:cubicBezTo>
                    <a:pt x="22" y="68"/>
                    <a:pt x="17" y="61"/>
                    <a:pt x="14" y="55"/>
                  </a:cubicBezTo>
                  <a:cubicBezTo>
                    <a:pt x="0" y="29"/>
                    <a:pt x="16" y="1"/>
                    <a:pt x="17" y="0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8" name="Freeform 92">
              <a:extLst>
                <a:ext uri="{FF2B5EF4-FFF2-40B4-BE49-F238E27FC236}">
                  <a16:creationId xmlns:a16="http://schemas.microsoft.com/office/drawing/2014/main" id="{C4E8C6B1-7557-4BBA-B1E3-4FB21DFB8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971"/>
              <a:ext cx="350" cy="165"/>
            </a:xfrm>
            <a:custGeom>
              <a:avLst/>
              <a:gdLst>
                <a:gd name="T0" fmla="*/ 125 w 140"/>
                <a:gd name="T1" fmla="*/ 1147 h 62"/>
                <a:gd name="T2" fmla="*/ 425 w 140"/>
                <a:gd name="T3" fmla="*/ 1019 h 62"/>
                <a:gd name="T4" fmla="*/ 1158 w 140"/>
                <a:gd name="T5" fmla="*/ 660 h 62"/>
                <a:gd name="T6" fmla="*/ 2188 w 140"/>
                <a:gd name="T7" fmla="*/ 149 h 62"/>
                <a:gd name="T8" fmla="*/ 2050 w 140"/>
                <a:gd name="T9" fmla="*/ 170 h 62"/>
                <a:gd name="T10" fmla="*/ 1970 w 140"/>
                <a:gd name="T11" fmla="*/ 21 h 62"/>
                <a:gd name="T12" fmla="*/ 1970 w 140"/>
                <a:gd name="T13" fmla="*/ 0 h 62"/>
                <a:gd name="T14" fmla="*/ 1158 w 140"/>
                <a:gd name="T15" fmla="*/ 362 h 62"/>
                <a:gd name="T16" fmla="*/ 0 w 140"/>
                <a:gd name="T17" fmla="*/ 1168 h 62"/>
                <a:gd name="T18" fmla="*/ 0 w 140"/>
                <a:gd name="T19" fmla="*/ 1168 h 62"/>
                <a:gd name="T20" fmla="*/ 125 w 140"/>
                <a:gd name="T21" fmla="*/ 1147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62">
                  <a:moveTo>
                    <a:pt x="8" y="61"/>
                  </a:moveTo>
                  <a:cubicBezTo>
                    <a:pt x="19" y="60"/>
                    <a:pt x="18" y="56"/>
                    <a:pt x="27" y="54"/>
                  </a:cubicBezTo>
                  <a:cubicBezTo>
                    <a:pt x="40" y="44"/>
                    <a:pt x="58" y="36"/>
                    <a:pt x="74" y="35"/>
                  </a:cubicBezTo>
                  <a:cubicBezTo>
                    <a:pt x="100" y="34"/>
                    <a:pt x="131" y="24"/>
                    <a:pt x="140" y="8"/>
                  </a:cubicBezTo>
                  <a:cubicBezTo>
                    <a:pt x="138" y="10"/>
                    <a:pt x="135" y="10"/>
                    <a:pt x="131" y="9"/>
                  </a:cubicBezTo>
                  <a:cubicBezTo>
                    <a:pt x="127" y="7"/>
                    <a:pt x="125" y="4"/>
                    <a:pt x="126" y="1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2" y="7"/>
                    <a:pt x="99" y="18"/>
                    <a:pt x="74" y="19"/>
                  </a:cubicBezTo>
                  <a:cubicBezTo>
                    <a:pt x="44" y="20"/>
                    <a:pt x="11" y="39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3" y="62"/>
                    <a:pt x="6" y="61"/>
                    <a:pt x="8" y="61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9" name="Freeform 93">
              <a:extLst>
                <a:ext uri="{FF2B5EF4-FFF2-40B4-BE49-F238E27FC236}">
                  <a16:creationId xmlns:a16="http://schemas.microsoft.com/office/drawing/2014/main" id="{BE3EF96F-FF03-4C52-BC4D-9D9284E47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312"/>
              <a:ext cx="360" cy="272"/>
            </a:xfrm>
            <a:custGeom>
              <a:avLst/>
              <a:gdLst>
                <a:gd name="T0" fmla="*/ 0 w 144"/>
                <a:gd name="T1" fmla="*/ 1707 h 102"/>
                <a:gd name="T2" fmla="*/ 0 w 144"/>
                <a:gd name="T3" fmla="*/ 1707 h 102"/>
                <a:gd name="T4" fmla="*/ 333 w 144"/>
                <a:gd name="T5" fmla="*/ 1288 h 102"/>
                <a:gd name="T6" fmla="*/ 595 w 144"/>
                <a:gd name="T7" fmla="*/ 819 h 102"/>
                <a:gd name="T8" fmla="*/ 2250 w 144"/>
                <a:gd name="T9" fmla="*/ 77 h 102"/>
                <a:gd name="T10" fmla="*/ 2158 w 144"/>
                <a:gd name="T11" fmla="*/ 227 h 102"/>
                <a:gd name="T12" fmla="*/ 2220 w 144"/>
                <a:gd name="T13" fmla="*/ 376 h 102"/>
                <a:gd name="T14" fmla="*/ 783 w 144"/>
                <a:gd name="T15" fmla="*/ 1003 h 102"/>
                <a:gd name="T16" fmla="*/ 550 w 144"/>
                <a:gd name="T17" fmla="*/ 1421 h 102"/>
                <a:gd name="T18" fmla="*/ 333 w 144"/>
                <a:gd name="T19" fmla="*/ 1763 h 102"/>
                <a:gd name="T20" fmla="*/ 0 w 144"/>
                <a:gd name="T21" fmla="*/ 1707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02">
                  <a:moveTo>
                    <a:pt x="0" y="90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10" y="93"/>
                    <a:pt x="15" y="77"/>
                    <a:pt x="21" y="68"/>
                  </a:cubicBezTo>
                  <a:cubicBezTo>
                    <a:pt x="26" y="59"/>
                    <a:pt x="32" y="50"/>
                    <a:pt x="38" y="43"/>
                  </a:cubicBezTo>
                  <a:cubicBezTo>
                    <a:pt x="74" y="0"/>
                    <a:pt x="120" y="2"/>
                    <a:pt x="144" y="4"/>
                  </a:cubicBezTo>
                  <a:cubicBezTo>
                    <a:pt x="141" y="5"/>
                    <a:pt x="138" y="8"/>
                    <a:pt x="138" y="12"/>
                  </a:cubicBezTo>
                  <a:cubicBezTo>
                    <a:pt x="138" y="16"/>
                    <a:pt x="140" y="19"/>
                    <a:pt x="142" y="20"/>
                  </a:cubicBezTo>
                  <a:cubicBezTo>
                    <a:pt x="110" y="18"/>
                    <a:pt x="77" y="21"/>
                    <a:pt x="50" y="53"/>
                  </a:cubicBezTo>
                  <a:cubicBezTo>
                    <a:pt x="45" y="60"/>
                    <a:pt x="40" y="67"/>
                    <a:pt x="35" y="75"/>
                  </a:cubicBezTo>
                  <a:cubicBezTo>
                    <a:pt x="30" y="82"/>
                    <a:pt x="25" y="88"/>
                    <a:pt x="21" y="93"/>
                  </a:cubicBezTo>
                  <a:cubicBezTo>
                    <a:pt x="11" y="102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0" name="Freeform 94">
              <a:extLst>
                <a:ext uri="{FF2B5EF4-FFF2-40B4-BE49-F238E27FC236}">
                  <a16:creationId xmlns:a16="http://schemas.microsoft.com/office/drawing/2014/main" id="{A2F1BFCF-F109-4BF3-A204-B4456DC92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379"/>
              <a:ext cx="368" cy="226"/>
            </a:xfrm>
            <a:custGeom>
              <a:avLst/>
              <a:gdLst>
                <a:gd name="T0" fmla="*/ 238 w 147"/>
                <a:gd name="T1" fmla="*/ 1279 h 85"/>
                <a:gd name="T2" fmla="*/ 345 w 147"/>
                <a:gd name="T3" fmla="*/ 1109 h 85"/>
                <a:gd name="T4" fmla="*/ 751 w 147"/>
                <a:gd name="T5" fmla="*/ 694 h 85"/>
                <a:gd name="T6" fmla="*/ 1066 w 147"/>
                <a:gd name="T7" fmla="*/ 375 h 85"/>
                <a:gd name="T8" fmla="*/ 2213 w 147"/>
                <a:gd name="T9" fmla="*/ 205 h 85"/>
                <a:gd name="T10" fmla="*/ 2306 w 147"/>
                <a:gd name="T11" fmla="*/ 226 h 85"/>
                <a:gd name="T12" fmla="*/ 2193 w 147"/>
                <a:gd name="T13" fmla="*/ 362 h 85"/>
                <a:gd name="T14" fmla="*/ 2243 w 147"/>
                <a:gd name="T15" fmla="*/ 524 h 85"/>
                <a:gd name="T16" fmla="*/ 2150 w 147"/>
                <a:gd name="T17" fmla="*/ 487 h 85"/>
                <a:gd name="T18" fmla="*/ 1192 w 147"/>
                <a:gd name="T19" fmla="*/ 635 h 85"/>
                <a:gd name="T20" fmla="*/ 929 w 147"/>
                <a:gd name="T21" fmla="*/ 920 h 85"/>
                <a:gd name="T22" fmla="*/ 0 w 147"/>
                <a:gd name="T23" fmla="*/ 1316 h 85"/>
                <a:gd name="T24" fmla="*/ 20 w 147"/>
                <a:gd name="T25" fmla="*/ 1316 h 85"/>
                <a:gd name="T26" fmla="*/ 238 w 147"/>
                <a:gd name="T27" fmla="*/ 1279 h 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7" h="85">
                  <a:moveTo>
                    <a:pt x="15" y="68"/>
                  </a:moveTo>
                  <a:cubicBezTo>
                    <a:pt x="17" y="65"/>
                    <a:pt x="20" y="62"/>
                    <a:pt x="22" y="59"/>
                  </a:cubicBezTo>
                  <a:cubicBezTo>
                    <a:pt x="31" y="53"/>
                    <a:pt x="40" y="45"/>
                    <a:pt x="48" y="37"/>
                  </a:cubicBezTo>
                  <a:cubicBezTo>
                    <a:pt x="55" y="31"/>
                    <a:pt x="62" y="24"/>
                    <a:pt x="68" y="20"/>
                  </a:cubicBezTo>
                  <a:cubicBezTo>
                    <a:pt x="100" y="0"/>
                    <a:pt x="122" y="6"/>
                    <a:pt x="141" y="11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4" y="12"/>
                    <a:pt x="141" y="15"/>
                    <a:pt x="140" y="19"/>
                  </a:cubicBezTo>
                  <a:cubicBezTo>
                    <a:pt x="139" y="23"/>
                    <a:pt x="141" y="26"/>
                    <a:pt x="143" y="28"/>
                  </a:cubicBezTo>
                  <a:cubicBezTo>
                    <a:pt x="137" y="26"/>
                    <a:pt x="137" y="26"/>
                    <a:pt x="137" y="26"/>
                  </a:cubicBezTo>
                  <a:cubicBezTo>
                    <a:pt x="119" y="21"/>
                    <a:pt x="103" y="17"/>
                    <a:pt x="76" y="34"/>
                  </a:cubicBezTo>
                  <a:cubicBezTo>
                    <a:pt x="72" y="37"/>
                    <a:pt x="65" y="43"/>
                    <a:pt x="59" y="49"/>
                  </a:cubicBezTo>
                  <a:cubicBezTo>
                    <a:pt x="42" y="65"/>
                    <a:pt x="18" y="85"/>
                    <a:pt x="0" y="70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5" y="72"/>
                    <a:pt x="10" y="73"/>
                    <a:pt x="15" y="68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1" name="Freeform 95">
              <a:extLst>
                <a:ext uri="{FF2B5EF4-FFF2-40B4-BE49-F238E27FC236}">
                  <a16:creationId xmlns:a16="http://schemas.microsoft.com/office/drawing/2014/main" id="{7395B1AB-B6A1-4695-B94A-3F0987DA6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819"/>
              <a:ext cx="20" cy="18"/>
            </a:xfrm>
            <a:custGeom>
              <a:avLst/>
              <a:gdLst>
                <a:gd name="T0" fmla="*/ 125 w 8"/>
                <a:gd name="T1" fmla="*/ 67 h 7"/>
                <a:gd name="T2" fmla="*/ 63 w 8"/>
                <a:gd name="T3" fmla="*/ 0 h 7"/>
                <a:gd name="T4" fmla="*/ 0 w 8"/>
                <a:gd name="T5" fmla="*/ 54 h 7"/>
                <a:gd name="T6" fmla="*/ 63 w 8"/>
                <a:gd name="T7" fmla="*/ 118 h 7"/>
                <a:gd name="T8" fmla="*/ 125 w 8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6"/>
                    <a:pt x="4" y="7"/>
                  </a:cubicBezTo>
                  <a:cubicBezTo>
                    <a:pt x="6" y="7"/>
                    <a:pt x="8" y="5"/>
                    <a:pt x="8" y="4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2" name="Freeform 96">
              <a:extLst>
                <a:ext uri="{FF2B5EF4-FFF2-40B4-BE49-F238E27FC236}">
                  <a16:creationId xmlns:a16="http://schemas.microsoft.com/office/drawing/2014/main" id="{72C1BAA7-36D4-4713-A10A-BE7AF674A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093"/>
              <a:ext cx="15" cy="22"/>
            </a:xfrm>
            <a:custGeom>
              <a:avLst/>
              <a:gdLst>
                <a:gd name="T0" fmla="*/ 50 w 6"/>
                <a:gd name="T1" fmla="*/ 168 h 8"/>
                <a:gd name="T2" fmla="*/ 95 w 6"/>
                <a:gd name="T3" fmla="*/ 83 h 8"/>
                <a:gd name="T4" fmla="*/ 50 w 6"/>
                <a:gd name="T5" fmla="*/ 0 h 8"/>
                <a:gd name="T6" fmla="*/ 0 w 6"/>
                <a:gd name="T7" fmla="*/ 83 h 8"/>
                <a:gd name="T8" fmla="*/ 50 w 6"/>
                <a:gd name="T9" fmla="*/ 1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3" y="8"/>
                  </a:moveTo>
                  <a:cubicBezTo>
                    <a:pt x="5" y="8"/>
                    <a:pt x="6" y="6"/>
                    <a:pt x="6" y="4"/>
                  </a:cubicBezTo>
                  <a:cubicBezTo>
                    <a:pt x="6" y="2"/>
                    <a:pt x="5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2" y="8"/>
                    <a:pt x="3" y="8"/>
                  </a:cubicBezTo>
                  <a:close/>
                </a:path>
              </a:pathLst>
            </a:custGeom>
            <a:solidFill>
              <a:srgbClr val="FFF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3" name="Freeform 97">
              <a:extLst>
                <a:ext uri="{FF2B5EF4-FFF2-40B4-BE49-F238E27FC236}">
                  <a16:creationId xmlns:a16="http://schemas.microsoft.com/office/drawing/2014/main" id="{CE6F1FEF-27B4-446E-BD25-E1A5550FB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3093"/>
              <a:ext cx="315" cy="736"/>
            </a:xfrm>
            <a:custGeom>
              <a:avLst/>
              <a:gdLst>
                <a:gd name="T0" fmla="*/ 0 w 126"/>
                <a:gd name="T1" fmla="*/ 4573 h 276"/>
                <a:gd name="T2" fmla="*/ 0 w 126"/>
                <a:gd name="T3" fmla="*/ 4472 h 276"/>
                <a:gd name="T4" fmla="*/ 283 w 126"/>
                <a:gd name="T5" fmla="*/ 4131 h 276"/>
                <a:gd name="T6" fmla="*/ 345 w 126"/>
                <a:gd name="T7" fmla="*/ 3869 h 276"/>
                <a:gd name="T8" fmla="*/ 408 w 126"/>
                <a:gd name="T9" fmla="*/ 3336 h 276"/>
                <a:gd name="T10" fmla="*/ 50 w 126"/>
                <a:gd name="T11" fmla="*/ 3811 h 276"/>
                <a:gd name="T12" fmla="*/ 63 w 126"/>
                <a:gd name="T13" fmla="*/ 3699 h 276"/>
                <a:gd name="T14" fmla="*/ 395 w 126"/>
                <a:gd name="T15" fmla="*/ 3264 h 276"/>
                <a:gd name="T16" fmla="*/ 470 w 126"/>
                <a:gd name="T17" fmla="*/ 2936 h 276"/>
                <a:gd name="T18" fmla="*/ 550 w 126"/>
                <a:gd name="T19" fmla="*/ 2525 h 276"/>
                <a:gd name="T20" fmla="*/ 175 w 126"/>
                <a:gd name="T21" fmla="*/ 2901 h 276"/>
                <a:gd name="T22" fmla="*/ 188 w 126"/>
                <a:gd name="T23" fmla="*/ 2808 h 276"/>
                <a:gd name="T24" fmla="*/ 533 w 126"/>
                <a:gd name="T25" fmla="*/ 2424 h 276"/>
                <a:gd name="T26" fmla="*/ 625 w 126"/>
                <a:gd name="T27" fmla="*/ 2163 h 276"/>
                <a:gd name="T28" fmla="*/ 770 w 126"/>
                <a:gd name="T29" fmla="*/ 1536 h 276"/>
                <a:gd name="T30" fmla="*/ 783 w 126"/>
                <a:gd name="T31" fmla="*/ 1459 h 276"/>
                <a:gd name="T32" fmla="*/ 375 w 126"/>
                <a:gd name="T33" fmla="*/ 1821 h 276"/>
                <a:gd name="T34" fmla="*/ 408 w 126"/>
                <a:gd name="T35" fmla="*/ 1728 h 276"/>
                <a:gd name="T36" fmla="*/ 770 w 126"/>
                <a:gd name="T37" fmla="*/ 1344 h 276"/>
                <a:gd name="T38" fmla="*/ 895 w 126"/>
                <a:gd name="T39" fmla="*/ 1101 h 276"/>
                <a:gd name="T40" fmla="*/ 1970 w 126"/>
                <a:gd name="T41" fmla="*/ 0 h 276"/>
                <a:gd name="T42" fmla="*/ 1925 w 126"/>
                <a:gd name="T43" fmla="*/ 77 h 276"/>
                <a:gd name="T44" fmla="*/ 1970 w 126"/>
                <a:gd name="T45" fmla="*/ 149 h 276"/>
                <a:gd name="T46" fmla="*/ 1970 w 126"/>
                <a:gd name="T47" fmla="*/ 149 h 276"/>
                <a:gd name="T48" fmla="*/ 1970 w 126"/>
                <a:gd name="T49" fmla="*/ 149 h 276"/>
                <a:gd name="T50" fmla="*/ 908 w 126"/>
                <a:gd name="T51" fmla="*/ 1501 h 276"/>
                <a:gd name="T52" fmla="*/ 895 w 126"/>
                <a:gd name="T53" fmla="*/ 1571 h 276"/>
                <a:gd name="T54" fmla="*/ 425 w 126"/>
                <a:gd name="T55" fmla="*/ 4232 h 276"/>
                <a:gd name="T56" fmla="*/ 363 w 126"/>
                <a:gd name="T57" fmla="*/ 5235 h 276"/>
                <a:gd name="T58" fmla="*/ 363 w 126"/>
                <a:gd name="T59" fmla="*/ 5235 h 276"/>
                <a:gd name="T60" fmla="*/ 363 w 126"/>
                <a:gd name="T61" fmla="*/ 5235 h 276"/>
                <a:gd name="T62" fmla="*/ 300 w 126"/>
                <a:gd name="T63" fmla="*/ 5155 h 276"/>
                <a:gd name="T64" fmla="*/ 238 w 126"/>
                <a:gd name="T65" fmla="*/ 5213 h 276"/>
                <a:gd name="T66" fmla="*/ 300 w 126"/>
                <a:gd name="T67" fmla="*/ 4232 h 276"/>
                <a:gd name="T68" fmla="*/ 0 w 126"/>
                <a:gd name="T69" fmla="*/ 4573 h 27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6" h="276">
                  <a:moveTo>
                    <a:pt x="0" y="241"/>
                  </a:moveTo>
                  <a:cubicBezTo>
                    <a:pt x="0" y="239"/>
                    <a:pt x="0" y="237"/>
                    <a:pt x="0" y="236"/>
                  </a:cubicBezTo>
                  <a:cubicBezTo>
                    <a:pt x="6" y="231"/>
                    <a:pt x="13" y="226"/>
                    <a:pt x="18" y="218"/>
                  </a:cubicBezTo>
                  <a:cubicBezTo>
                    <a:pt x="20" y="214"/>
                    <a:pt x="21" y="207"/>
                    <a:pt x="22" y="204"/>
                  </a:cubicBezTo>
                  <a:cubicBezTo>
                    <a:pt x="23" y="194"/>
                    <a:pt x="25" y="185"/>
                    <a:pt x="26" y="176"/>
                  </a:cubicBezTo>
                  <a:cubicBezTo>
                    <a:pt x="18" y="189"/>
                    <a:pt x="7" y="198"/>
                    <a:pt x="3" y="201"/>
                  </a:cubicBezTo>
                  <a:cubicBezTo>
                    <a:pt x="3" y="199"/>
                    <a:pt x="4" y="197"/>
                    <a:pt x="4" y="195"/>
                  </a:cubicBezTo>
                  <a:cubicBezTo>
                    <a:pt x="9" y="191"/>
                    <a:pt x="18" y="182"/>
                    <a:pt x="25" y="172"/>
                  </a:cubicBezTo>
                  <a:cubicBezTo>
                    <a:pt x="28" y="166"/>
                    <a:pt x="30" y="158"/>
                    <a:pt x="30" y="155"/>
                  </a:cubicBezTo>
                  <a:cubicBezTo>
                    <a:pt x="32" y="148"/>
                    <a:pt x="33" y="140"/>
                    <a:pt x="35" y="133"/>
                  </a:cubicBezTo>
                  <a:cubicBezTo>
                    <a:pt x="29" y="140"/>
                    <a:pt x="21" y="147"/>
                    <a:pt x="11" y="153"/>
                  </a:cubicBezTo>
                  <a:cubicBezTo>
                    <a:pt x="11" y="151"/>
                    <a:pt x="12" y="149"/>
                    <a:pt x="12" y="148"/>
                  </a:cubicBezTo>
                  <a:cubicBezTo>
                    <a:pt x="21" y="142"/>
                    <a:pt x="28" y="135"/>
                    <a:pt x="34" y="128"/>
                  </a:cubicBezTo>
                  <a:cubicBezTo>
                    <a:pt x="35" y="126"/>
                    <a:pt x="39" y="117"/>
                    <a:pt x="40" y="114"/>
                  </a:cubicBezTo>
                  <a:cubicBezTo>
                    <a:pt x="43" y="102"/>
                    <a:pt x="46" y="91"/>
                    <a:pt x="49" y="81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41" y="87"/>
                    <a:pt x="31" y="94"/>
                    <a:pt x="24" y="96"/>
                  </a:cubicBezTo>
                  <a:cubicBezTo>
                    <a:pt x="25" y="94"/>
                    <a:pt x="25" y="93"/>
                    <a:pt x="26" y="91"/>
                  </a:cubicBezTo>
                  <a:cubicBezTo>
                    <a:pt x="32" y="88"/>
                    <a:pt x="41" y="81"/>
                    <a:pt x="49" y="71"/>
                  </a:cubicBezTo>
                  <a:cubicBezTo>
                    <a:pt x="50" y="69"/>
                    <a:pt x="56" y="61"/>
                    <a:pt x="57" y="58"/>
                  </a:cubicBezTo>
                  <a:cubicBezTo>
                    <a:pt x="72" y="23"/>
                    <a:pt x="98" y="1"/>
                    <a:pt x="126" y="0"/>
                  </a:cubicBezTo>
                  <a:cubicBezTo>
                    <a:pt x="124" y="0"/>
                    <a:pt x="123" y="2"/>
                    <a:pt x="123" y="4"/>
                  </a:cubicBezTo>
                  <a:cubicBezTo>
                    <a:pt x="123" y="6"/>
                    <a:pt x="125" y="8"/>
                    <a:pt x="126" y="8"/>
                  </a:cubicBezTo>
                  <a:cubicBezTo>
                    <a:pt x="126" y="8"/>
                    <a:pt x="126" y="8"/>
                    <a:pt x="126" y="8"/>
                  </a:cubicBezTo>
                  <a:cubicBezTo>
                    <a:pt x="126" y="8"/>
                    <a:pt x="126" y="8"/>
                    <a:pt x="126" y="8"/>
                  </a:cubicBezTo>
                  <a:cubicBezTo>
                    <a:pt x="97" y="9"/>
                    <a:pt x="70" y="37"/>
                    <a:pt x="58" y="79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46" y="120"/>
                    <a:pt x="34" y="164"/>
                    <a:pt x="27" y="223"/>
                  </a:cubicBezTo>
                  <a:cubicBezTo>
                    <a:pt x="26" y="233"/>
                    <a:pt x="24" y="266"/>
                    <a:pt x="23" y="276"/>
                  </a:cubicBezTo>
                  <a:cubicBezTo>
                    <a:pt x="23" y="276"/>
                    <a:pt x="23" y="276"/>
                    <a:pt x="23" y="276"/>
                  </a:cubicBezTo>
                  <a:cubicBezTo>
                    <a:pt x="23" y="276"/>
                    <a:pt x="23" y="276"/>
                    <a:pt x="23" y="276"/>
                  </a:cubicBezTo>
                  <a:cubicBezTo>
                    <a:pt x="23" y="274"/>
                    <a:pt x="21" y="272"/>
                    <a:pt x="19" y="272"/>
                  </a:cubicBezTo>
                  <a:cubicBezTo>
                    <a:pt x="17" y="272"/>
                    <a:pt x="15" y="273"/>
                    <a:pt x="15" y="275"/>
                  </a:cubicBezTo>
                  <a:cubicBezTo>
                    <a:pt x="16" y="265"/>
                    <a:pt x="18" y="232"/>
                    <a:pt x="19" y="223"/>
                  </a:cubicBezTo>
                  <a:cubicBezTo>
                    <a:pt x="14" y="231"/>
                    <a:pt x="6" y="236"/>
                    <a:pt x="0" y="241"/>
                  </a:cubicBezTo>
                  <a:close/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4" name="Freeform 98">
              <a:extLst>
                <a:ext uri="{FF2B5EF4-FFF2-40B4-BE49-F238E27FC236}">
                  <a16:creationId xmlns:a16="http://schemas.microsoft.com/office/drawing/2014/main" id="{2F85CCAB-512F-4C58-8632-E87CF8C40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621"/>
              <a:ext cx="98" cy="408"/>
            </a:xfrm>
            <a:custGeom>
              <a:avLst/>
              <a:gdLst>
                <a:gd name="T0" fmla="*/ 0 w 39"/>
                <a:gd name="T1" fmla="*/ 149 h 153"/>
                <a:gd name="T2" fmla="*/ 209 w 39"/>
                <a:gd name="T3" fmla="*/ 0 h 153"/>
                <a:gd name="T4" fmla="*/ 146 w 39"/>
                <a:gd name="T5" fmla="*/ 307 h 153"/>
                <a:gd name="T6" fmla="*/ 239 w 39"/>
                <a:gd name="T7" fmla="*/ 307 h 153"/>
                <a:gd name="T8" fmla="*/ 304 w 39"/>
                <a:gd name="T9" fmla="*/ 661 h 153"/>
                <a:gd name="T10" fmla="*/ 430 w 39"/>
                <a:gd name="T11" fmla="*/ 1059 h 153"/>
                <a:gd name="T12" fmla="*/ 460 w 39"/>
                <a:gd name="T13" fmla="*/ 1501 h 153"/>
                <a:gd name="T14" fmla="*/ 493 w 39"/>
                <a:gd name="T15" fmla="*/ 1856 h 153"/>
                <a:gd name="T16" fmla="*/ 442 w 39"/>
                <a:gd name="T17" fmla="*/ 2275 h 153"/>
                <a:gd name="T18" fmla="*/ 555 w 39"/>
                <a:gd name="T19" fmla="*/ 2424 h 153"/>
                <a:gd name="T20" fmla="*/ 525 w 39"/>
                <a:gd name="T21" fmla="*/ 2581 h 153"/>
                <a:gd name="T22" fmla="*/ 618 w 39"/>
                <a:gd name="T23" fmla="*/ 2731 h 153"/>
                <a:gd name="T24" fmla="*/ 601 w 39"/>
                <a:gd name="T25" fmla="*/ 2901 h 153"/>
                <a:gd name="T26" fmla="*/ 442 w 39"/>
                <a:gd name="T27" fmla="*/ 2709 h 1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153">
                  <a:moveTo>
                    <a:pt x="0" y="8"/>
                  </a:moveTo>
                  <a:cubicBezTo>
                    <a:pt x="4" y="5"/>
                    <a:pt x="9" y="2"/>
                    <a:pt x="13" y="0"/>
                  </a:cubicBezTo>
                  <a:cubicBezTo>
                    <a:pt x="11" y="5"/>
                    <a:pt x="6" y="10"/>
                    <a:pt x="9" y="16"/>
                  </a:cubicBezTo>
                  <a:cubicBezTo>
                    <a:pt x="11" y="16"/>
                    <a:pt x="13" y="17"/>
                    <a:pt x="15" y="16"/>
                  </a:cubicBezTo>
                  <a:cubicBezTo>
                    <a:pt x="13" y="27"/>
                    <a:pt x="1" y="36"/>
                    <a:pt x="19" y="35"/>
                  </a:cubicBezTo>
                  <a:cubicBezTo>
                    <a:pt x="18" y="48"/>
                    <a:pt x="13" y="51"/>
                    <a:pt x="27" y="56"/>
                  </a:cubicBezTo>
                  <a:cubicBezTo>
                    <a:pt x="23" y="65"/>
                    <a:pt x="15" y="74"/>
                    <a:pt x="29" y="79"/>
                  </a:cubicBezTo>
                  <a:cubicBezTo>
                    <a:pt x="20" y="91"/>
                    <a:pt x="27" y="88"/>
                    <a:pt x="31" y="98"/>
                  </a:cubicBezTo>
                  <a:cubicBezTo>
                    <a:pt x="34" y="106"/>
                    <a:pt x="25" y="111"/>
                    <a:pt x="28" y="120"/>
                  </a:cubicBezTo>
                  <a:cubicBezTo>
                    <a:pt x="29" y="124"/>
                    <a:pt x="34" y="124"/>
                    <a:pt x="35" y="128"/>
                  </a:cubicBezTo>
                  <a:cubicBezTo>
                    <a:pt x="35" y="130"/>
                    <a:pt x="32" y="133"/>
                    <a:pt x="33" y="136"/>
                  </a:cubicBezTo>
                  <a:cubicBezTo>
                    <a:pt x="34" y="140"/>
                    <a:pt x="38" y="140"/>
                    <a:pt x="39" y="144"/>
                  </a:cubicBezTo>
                  <a:cubicBezTo>
                    <a:pt x="39" y="146"/>
                    <a:pt x="38" y="151"/>
                    <a:pt x="38" y="153"/>
                  </a:cubicBezTo>
                  <a:cubicBezTo>
                    <a:pt x="35" y="149"/>
                    <a:pt x="32" y="145"/>
                    <a:pt x="28" y="143"/>
                  </a:cubicBezTo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5" name="Freeform 99">
              <a:extLst>
                <a:ext uri="{FF2B5EF4-FFF2-40B4-BE49-F238E27FC236}">
                  <a16:creationId xmlns:a16="http://schemas.microsoft.com/office/drawing/2014/main" id="{458295FB-77DB-4B4C-BAA7-E12471E58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635"/>
              <a:ext cx="105" cy="418"/>
            </a:xfrm>
            <a:custGeom>
              <a:avLst/>
              <a:gdLst>
                <a:gd name="T0" fmla="*/ 658 w 42"/>
                <a:gd name="T1" fmla="*/ 205 h 157"/>
                <a:gd name="T2" fmla="*/ 488 w 42"/>
                <a:gd name="T3" fmla="*/ 0 h 157"/>
                <a:gd name="T4" fmla="*/ 550 w 42"/>
                <a:gd name="T5" fmla="*/ 397 h 157"/>
                <a:gd name="T6" fmla="*/ 425 w 42"/>
                <a:gd name="T7" fmla="*/ 397 h 157"/>
                <a:gd name="T8" fmla="*/ 345 w 42"/>
                <a:gd name="T9" fmla="*/ 737 h 157"/>
                <a:gd name="T10" fmla="*/ 270 w 42"/>
                <a:gd name="T11" fmla="*/ 1092 h 157"/>
                <a:gd name="T12" fmla="*/ 175 w 42"/>
                <a:gd name="T13" fmla="*/ 1510 h 157"/>
                <a:gd name="T14" fmla="*/ 113 w 42"/>
                <a:gd name="T15" fmla="*/ 1906 h 157"/>
                <a:gd name="T16" fmla="*/ 63 w 42"/>
                <a:gd name="T17" fmla="*/ 2303 h 157"/>
                <a:gd name="T18" fmla="*/ 0 w 42"/>
                <a:gd name="T19" fmla="*/ 2963 h 157"/>
                <a:gd name="T20" fmla="*/ 113 w 42"/>
                <a:gd name="T21" fmla="*/ 2772 h 157"/>
                <a:gd name="T22" fmla="*/ 363 w 42"/>
                <a:gd name="T23" fmla="*/ 2529 h 1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" h="157">
                  <a:moveTo>
                    <a:pt x="42" y="11"/>
                  </a:moveTo>
                  <a:cubicBezTo>
                    <a:pt x="38" y="7"/>
                    <a:pt x="35" y="3"/>
                    <a:pt x="31" y="0"/>
                  </a:cubicBezTo>
                  <a:cubicBezTo>
                    <a:pt x="31" y="6"/>
                    <a:pt x="37" y="14"/>
                    <a:pt x="35" y="21"/>
                  </a:cubicBezTo>
                  <a:cubicBezTo>
                    <a:pt x="33" y="21"/>
                    <a:pt x="30" y="22"/>
                    <a:pt x="27" y="21"/>
                  </a:cubicBezTo>
                  <a:cubicBezTo>
                    <a:pt x="37" y="29"/>
                    <a:pt x="34" y="37"/>
                    <a:pt x="22" y="39"/>
                  </a:cubicBezTo>
                  <a:cubicBezTo>
                    <a:pt x="32" y="48"/>
                    <a:pt x="24" y="52"/>
                    <a:pt x="17" y="58"/>
                  </a:cubicBezTo>
                  <a:cubicBezTo>
                    <a:pt x="25" y="67"/>
                    <a:pt x="15" y="74"/>
                    <a:pt x="11" y="80"/>
                  </a:cubicBezTo>
                  <a:cubicBezTo>
                    <a:pt x="20" y="86"/>
                    <a:pt x="14" y="96"/>
                    <a:pt x="7" y="101"/>
                  </a:cubicBezTo>
                  <a:cubicBezTo>
                    <a:pt x="10" y="109"/>
                    <a:pt x="14" y="118"/>
                    <a:pt x="4" y="122"/>
                  </a:cubicBezTo>
                  <a:cubicBezTo>
                    <a:pt x="12" y="130"/>
                    <a:pt x="2" y="148"/>
                    <a:pt x="0" y="157"/>
                  </a:cubicBezTo>
                  <a:cubicBezTo>
                    <a:pt x="4" y="156"/>
                    <a:pt x="4" y="151"/>
                    <a:pt x="7" y="147"/>
                  </a:cubicBezTo>
                  <a:cubicBezTo>
                    <a:pt x="11" y="142"/>
                    <a:pt x="18" y="139"/>
                    <a:pt x="23" y="134"/>
                  </a:cubicBezTo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6" name="Freeform 100">
              <a:extLst>
                <a:ext uri="{FF2B5EF4-FFF2-40B4-BE49-F238E27FC236}">
                  <a16:creationId xmlns:a16="http://schemas.microsoft.com/office/drawing/2014/main" id="{5B859FA4-666D-4F20-A32A-35C33519B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693"/>
              <a:ext cx="168" cy="158"/>
            </a:xfrm>
            <a:custGeom>
              <a:avLst/>
              <a:gdLst>
                <a:gd name="T0" fmla="*/ 50 w 67"/>
                <a:gd name="T1" fmla="*/ 825 h 59"/>
                <a:gd name="T2" fmla="*/ 0 w 67"/>
                <a:gd name="T3" fmla="*/ 1133 h 59"/>
                <a:gd name="T4" fmla="*/ 95 w 67"/>
                <a:gd name="T5" fmla="*/ 940 h 59"/>
                <a:gd name="T6" fmla="*/ 208 w 67"/>
                <a:gd name="T7" fmla="*/ 1077 h 59"/>
                <a:gd name="T8" fmla="*/ 441 w 67"/>
                <a:gd name="T9" fmla="*/ 996 h 59"/>
                <a:gd name="T10" fmla="*/ 680 w 67"/>
                <a:gd name="T11" fmla="*/ 769 h 59"/>
                <a:gd name="T12" fmla="*/ 880 w 67"/>
                <a:gd name="T13" fmla="*/ 517 h 59"/>
                <a:gd name="T14" fmla="*/ 993 w 67"/>
                <a:gd name="T15" fmla="*/ 230 h 59"/>
                <a:gd name="T16" fmla="*/ 913 w 67"/>
                <a:gd name="T17" fmla="*/ 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59">
                  <a:moveTo>
                    <a:pt x="3" y="43"/>
                  </a:moveTo>
                  <a:cubicBezTo>
                    <a:pt x="2" y="49"/>
                    <a:pt x="1" y="54"/>
                    <a:pt x="0" y="59"/>
                  </a:cubicBezTo>
                  <a:cubicBezTo>
                    <a:pt x="2" y="57"/>
                    <a:pt x="4" y="53"/>
                    <a:pt x="6" y="49"/>
                  </a:cubicBezTo>
                  <a:cubicBezTo>
                    <a:pt x="9" y="51"/>
                    <a:pt x="11" y="52"/>
                    <a:pt x="13" y="56"/>
                  </a:cubicBezTo>
                  <a:cubicBezTo>
                    <a:pt x="14" y="45"/>
                    <a:pt x="22" y="46"/>
                    <a:pt x="28" y="52"/>
                  </a:cubicBezTo>
                  <a:cubicBezTo>
                    <a:pt x="30" y="44"/>
                    <a:pt x="33" y="37"/>
                    <a:pt x="43" y="40"/>
                  </a:cubicBezTo>
                  <a:cubicBezTo>
                    <a:pt x="44" y="30"/>
                    <a:pt x="47" y="29"/>
                    <a:pt x="56" y="27"/>
                  </a:cubicBezTo>
                  <a:cubicBezTo>
                    <a:pt x="53" y="14"/>
                    <a:pt x="58" y="19"/>
                    <a:pt x="63" y="12"/>
                  </a:cubicBezTo>
                  <a:cubicBezTo>
                    <a:pt x="67" y="6"/>
                    <a:pt x="65" y="4"/>
                    <a:pt x="58" y="0"/>
                  </a:cubicBezTo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7" name="Freeform 101">
              <a:extLst>
                <a:ext uri="{FF2B5EF4-FFF2-40B4-BE49-F238E27FC236}">
                  <a16:creationId xmlns:a16="http://schemas.microsoft.com/office/drawing/2014/main" id="{77B4B763-E5AB-4852-9E62-85B715C8E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677"/>
              <a:ext cx="175" cy="166"/>
            </a:xfrm>
            <a:custGeom>
              <a:avLst/>
              <a:gdLst>
                <a:gd name="T0" fmla="*/ 158 w 70"/>
                <a:gd name="T1" fmla="*/ 0 h 62"/>
                <a:gd name="T2" fmla="*/ 0 w 70"/>
                <a:gd name="T3" fmla="*/ 115 h 62"/>
                <a:gd name="T4" fmla="*/ 158 w 70"/>
                <a:gd name="T5" fmla="*/ 171 h 62"/>
                <a:gd name="T6" fmla="*/ 33 w 70"/>
                <a:gd name="T7" fmla="*/ 367 h 62"/>
                <a:gd name="T8" fmla="*/ 220 w 70"/>
                <a:gd name="T9" fmla="*/ 560 h 62"/>
                <a:gd name="T10" fmla="*/ 375 w 70"/>
                <a:gd name="T11" fmla="*/ 594 h 62"/>
                <a:gd name="T12" fmla="*/ 470 w 70"/>
                <a:gd name="T13" fmla="*/ 825 h 62"/>
                <a:gd name="T14" fmla="*/ 708 w 70"/>
                <a:gd name="T15" fmla="*/ 1076 h 62"/>
                <a:gd name="T16" fmla="*/ 895 w 70"/>
                <a:gd name="T17" fmla="*/ 1189 h 62"/>
                <a:gd name="T18" fmla="*/ 1095 w 70"/>
                <a:gd name="T19" fmla="*/ 902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62">
                  <a:moveTo>
                    <a:pt x="10" y="0"/>
                  </a:moveTo>
                  <a:cubicBezTo>
                    <a:pt x="8" y="3"/>
                    <a:pt x="4" y="6"/>
                    <a:pt x="0" y="6"/>
                  </a:cubicBezTo>
                  <a:cubicBezTo>
                    <a:pt x="3" y="7"/>
                    <a:pt x="7" y="8"/>
                    <a:pt x="10" y="9"/>
                  </a:cubicBezTo>
                  <a:cubicBezTo>
                    <a:pt x="9" y="13"/>
                    <a:pt x="6" y="16"/>
                    <a:pt x="2" y="19"/>
                  </a:cubicBezTo>
                  <a:cubicBezTo>
                    <a:pt x="9" y="17"/>
                    <a:pt x="18" y="20"/>
                    <a:pt x="14" y="29"/>
                  </a:cubicBezTo>
                  <a:cubicBezTo>
                    <a:pt x="17" y="29"/>
                    <a:pt x="21" y="30"/>
                    <a:pt x="24" y="31"/>
                  </a:cubicBezTo>
                  <a:cubicBezTo>
                    <a:pt x="29" y="35"/>
                    <a:pt x="27" y="41"/>
                    <a:pt x="30" y="43"/>
                  </a:cubicBezTo>
                  <a:cubicBezTo>
                    <a:pt x="35" y="49"/>
                    <a:pt x="44" y="46"/>
                    <a:pt x="45" y="56"/>
                  </a:cubicBezTo>
                  <a:cubicBezTo>
                    <a:pt x="51" y="55"/>
                    <a:pt x="53" y="59"/>
                    <a:pt x="57" y="62"/>
                  </a:cubicBezTo>
                  <a:cubicBezTo>
                    <a:pt x="62" y="57"/>
                    <a:pt x="62" y="50"/>
                    <a:pt x="70" y="47"/>
                  </a:cubicBezTo>
                </a:path>
              </a:pathLst>
            </a:custGeom>
            <a:solidFill>
              <a:srgbClr val="FFF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8" name="Freeform 102">
              <a:extLst>
                <a:ext uri="{FF2B5EF4-FFF2-40B4-BE49-F238E27FC236}">
                  <a16:creationId xmlns:a16="http://schemas.microsoft.com/office/drawing/2014/main" id="{67D2493F-330C-457B-BA9B-94F7A9AB1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552"/>
              <a:ext cx="105" cy="128"/>
            </a:xfrm>
            <a:custGeom>
              <a:avLst/>
              <a:gdLst>
                <a:gd name="T0" fmla="*/ 0 w 42"/>
                <a:gd name="T1" fmla="*/ 909 h 48"/>
                <a:gd name="T2" fmla="*/ 658 w 42"/>
                <a:gd name="T3" fmla="*/ 0 h 48"/>
                <a:gd name="T4" fmla="*/ 0 w 42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8">
                  <a:moveTo>
                    <a:pt x="0" y="48"/>
                  </a:moveTo>
                  <a:cubicBezTo>
                    <a:pt x="14" y="43"/>
                    <a:pt x="30" y="30"/>
                    <a:pt x="42" y="0"/>
                  </a:cubicBezTo>
                  <a:cubicBezTo>
                    <a:pt x="39" y="24"/>
                    <a:pt x="37" y="40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9" name="Freeform 103">
              <a:extLst>
                <a:ext uri="{FF2B5EF4-FFF2-40B4-BE49-F238E27FC236}">
                  <a16:creationId xmlns:a16="http://schemas.microsoft.com/office/drawing/2014/main" id="{9531EDD1-E221-41E6-8533-DB94D1C3A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664"/>
              <a:ext cx="77" cy="123"/>
            </a:xfrm>
            <a:custGeom>
              <a:avLst/>
              <a:gdLst>
                <a:gd name="T0" fmla="*/ 0 w 31"/>
                <a:gd name="T1" fmla="*/ 0 h 46"/>
                <a:gd name="T2" fmla="*/ 474 w 31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6">
                  <a:moveTo>
                    <a:pt x="0" y="0"/>
                  </a:moveTo>
                  <a:cubicBezTo>
                    <a:pt x="11" y="12"/>
                    <a:pt x="26" y="28"/>
                    <a:pt x="3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0" name="Freeform 104">
              <a:extLst>
                <a:ext uri="{FF2B5EF4-FFF2-40B4-BE49-F238E27FC236}">
                  <a16:creationId xmlns:a16="http://schemas.microsoft.com/office/drawing/2014/main" id="{772D1420-02F5-48D0-A600-B3C4A4F1D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547"/>
              <a:ext cx="58" cy="74"/>
            </a:xfrm>
            <a:custGeom>
              <a:avLst/>
              <a:gdLst>
                <a:gd name="T0" fmla="*/ 20 w 23"/>
                <a:gd name="T1" fmla="*/ 518 h 28"/>
                <a:gd name="T2" fmla="*/ 368 w 2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1" y="28"/>
                  </a:moveTo>
                  <a:cubicBezTo>
                    <a:pt x="0" y="15"/>
                    <a:pt x="10" y="11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1" name="Freeform 105">
              <a:extLst>
                <a:ext uri="{FF2B5EF4-FFF2-40B4-BE49-F238E27FC236}">
                  <a16:creationId xmlns:a16="http://schemas.microsoft.com/office/drawing/2014/main" id="{B801EF6E-B652-44B4-A3D2-B8BD66287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677"/>
              <a:ext cx="138" cy="72"/>
            </a:xfrm>
            <a:custGeom>
              <a:avLst/>
              <a:gdLst>
                <a:gd name="T0" fmla="*/ 0 w 55"/>
                <a:gd name="T1" fmla="*/ 512 h 27"/>
                <a:gd name="T2" fmla="*/ 868 w 5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7">
                  <a:moveTo>
                    <a:pt x="0" y="27"/>
                  </a:moveTo>
                  <a:cubicBezTo>
                    <a:pt x="17" y="27"/>
                    <a:pt x="44" y="12"/>
                    <a:pt x="5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2" name="Freeform 106">
              <a:extLst>
                <a:ext uri="{FF2B5EF4-FFF2-40B4-BE49-F238E27FC236}">
                  <a16:creationId xmlns:a16="http://schemas.microsoft.com/office/drawing/2014/main" id="{7ACE9CF4-AA70-4315-845E-B87D3643C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2675"/>
              <a:ext cx="128" cy="77"/>
            </a:xfrm>
            <a:custGeom>
              <a:avLst/>
              <a:gdLst>
                <a:gd name="T0" fmla="*/ 0 w 51"/>
                <a:gd name="T1" fmla="*/ 0 h 29"/>
                <a:gd name="T2" fmla="*/ 806 w 51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9">
                  <a:moveTo>
                    <a:pt x="0" y="0"/>
                  </a:moveTo>
                  <a:cubicBezTo>
                    <a:pt x="12" y="16"/>
                    <a:pt x="36" y="29"/>
                    <a:pt x="51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3" name="Freeform 107">
              <a:extLst>
                <a:ext uri="{FF2B5EF4-FFF2-40B4-BE49-F238E27FC236}">
                  <a16:creationId xmlns:a16="http://schemas.microsoft.com/office/drawing/2014/main" id="{E6578EB6-A12D-423F-9C4D-10A3CED90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669"/>
              <a:ext cx="65" cy="32"/>
            </a:xfrm>
            <a:custGeom>
              <a:avLst/>
              <a:gdLst>
                <a:gd name="T0" fmla="*/ 0 w 26"/>
                <a:gd name="T1" fmla="*/ 0 h 12"/>
                <a:gd name="T2" fmla="*/ 408 w 26"/>
                <a:gd name="T3" fmla="*/ 19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">
                  <a:moveTo>
                    <a:pt x="0" y="0"/>
                  </a:moveTo>
                  <a:cubicBezTo>
                    <a:pt x="8" y="10"/>
                    <a:pt x="17" y="12"/>
                    <a:pt x="2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4" name="Freeform 108">
              <a:extLst>
                <a:ext uri="{FF2B5EF4-FFF2-40B4-BE49-F238E27FC236}">
                  <a16:creationId xmlns:a16="http://schemas.microsoft.com/office/drawing/2014/main" id="{35AC236B-FB5F-4581-8574-5F689729B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013"/>
              <a:ext cx="63" cy="38"/>
            </a:xfrm>
            <a:custGeom>
              <a:avLst/>
              <a:gdLst>
                <a:gd name="T0" fmla="*/ 0 w 25"/>
                <a:gd name="T1" fmla="*/ 0 h 14"/>
                <a:gd name="T2" fmla="*/ 401 w 25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4">
                  <a:moveTo>
                    <a:pt x="0" y="0"/>
                  </a:moveTo>
                  <a:cubicBezTo>
                    <a:pt x="9" y="13"/>
                    <a:pt x="18" y="13"/>
                    <a:pt x="25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5" name="Freeform 109">
              <a:extLst>
                <a:ext uri="{FF2B5EF4-FFF2-40B4-BE49-F238E27FC236}">
                  <a16:creationId xmlns:a16="http://schemas.microsoft.com/office/drawing/2014/main" id="{BF0578AF-5B2B-4021-B9B8-A30C280C3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395"/>
              <a:ext cx="48" cy="48"/>
            </a:xfrm>
            <a:custGeom>
              <a:avLst/>
              <a:gdLst>
                <a:gd name="T0" fmla="*/ 0 w 19"/>
                <a:gd name="T1" fmla="*/ 0 h 18"/>
                <a:gd name="T2" fmla="*/ 306 w 19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0" y="0"/>
                  </a:moveTo>
                  <a:cubicBezTo>
                    <a:pt x="3" y="12"/>
                    <a:pt x="11" y="18"/>
                    <a:pt x="19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6" name="Freeform 110">
              <a:extLst>
                <a:ext uri="{FF2B5EF4-FFF2-40B4-BE49-F238E27FC236}">
                  <a16:creationId xmlns:a16="http://schemas.microsoft.com/office/drawing/2014/main" id="{40E50AD4-235C-446A-9DC9-1BA18A816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669"/>
              <a:ext cx="65" cy="32"/>
            </a:xfrm>
            <a:custGeom>
              <a:avLst/>
              <a:gdLst>
                <a:gd name="T0" fmla="*/ 408 w 26"/>
                <a:gd name="T1" fmla="*/ 0 h 12"/>
                <a:gd name="T2" fmla="*/ 0 w 26"/>
                <a:gd name="T3" fmla="*/ 19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">
                  <a:moveTo>
                    <a:pt x="26" y="0"/>
                  </a:moveTo>
                  <a:cubicBezTo>
                    <a:pt x="18" y="10"/>
                    <a:pt x="9" y="12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7" name="Freeform 111">
              <a:extLst>
                <a:ext uri="{FF2B5EF4-FFF2-40B4-BE49-F238E27FC236}">
                  <a16:creationId xmlns:a16="http://schemas.microsoft.com/office/drawing/2014/main" id="{D3B9D039-7C1F-4863-9BE6-9DACC24A8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3013"/>
              <a:ext cx="62" cy="38"/>
            </a:xfrm>
            <a:custGeom>
              <a:avLst/>
              <a:gdLst>
                <a:gd name="T0" fmla="*/ 382 w 25"/>
                <a:gd name="T1" fmla="*/ 0 h 14"/>
                <a:gd name="T2" fmla="*/ 0 w 25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4">
                  <a:moveTo>
                    <a:pt x="25" y="0"/>
                  </a:moveTo>
                  <a:cubicBezTo>
                    <a:pt x="16" y="13"/>
                    <a:pt x="7" y="13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8" name="Freeform 112">
              <a:extLst>
                <a:ext uri="{FF2B5EF4-FFF2-40B4-BE49-F238E27FC236}">
                  <a16:creationId xmlns:a16="http://schemas.microsoft.com/office/drawing/2014/main" id="{7E1314AF-38F6-44F0-BFAF-AA98AE0A4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3395"/>
              <a:ext cx="47" cy="48"/>
            </a:xfrm>
            <a:custGeom>
              <a:avLst/>
              <a:gdLst>
                <a:gd name="T0" fmla="*/ 287 w 19"/>
                <a:gd name="T1" fmla="*/ 0 h 18"/>
                <a:gd name="T2" fmla="*/ 0 w 19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19" y="0"/>
                  </a:moveTo>
                  <a:cubicBezTo>
                    <a:pt x="16" y="12"/>
                    <a:pt x="8" y="1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9" name="Freeform 113">
              <a:extLst>
                <a:ext uri="{FF2B5EF4-FFF2-40B4-BE49-F238E27FC236}">
                  <a16:creationId xmlns:a16="http://schemas.microsoft.com/office/drawing/2014/main" id="{55EB66C8-F31D-4F66-B283-B9CE3A015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331"/>
              <a:ext cx="192" cy="90"/>
            </a:xfrm>
            <a:custGeom>
              <a:avLst/>
              <a:gdLst>
                <a:gd name="T0" fmla="*/ 1194 w 77"/>
                <a:gd name="T1" fmla="*/ 0 h 34"/>
                <a:gd name="T2" fmla="*/ 0 w 77"/>
                <a:gd name="T3" fmla="*/ 630 h 34"/>
                <a:gd name="T4" fmla="*/ 1194 w 7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4">
                  <a:moveTo>
                    <a:pt x="77" y="0"/>
                  </a:moveTo>
                  <a:cubicBezTo>
                    <a:pt x="45" y="0"/>
                    <a:pt x="12" y="17"/>
                    <a:pt x="0" y="34"/>
                  </a:cubicBezTo>
                  <a:cubicBezTo>
                    <a:pt x="9" y="25"/>
                    <a:pt x="53" y="0"/>
                    <a:pt x="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0" name="Freeform 114">
              <a:extLst>
                <a:ext uri="{FF2B5EF4-FFF2-40B4-BE49-F238E27FC236}">
                  <a16:creationId xmlns:a16="http://schemas.microsoft.com/office/drawing/2014/main" id="{04DF3165-905B-4E34-B2DB-93C65DA3F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389"/>
              <a:ext cx="185" cy="75"/>
            </a:xfrm>
            <a:custGeom>
              <a:avLst/>
              <a:gdLst>
                <a:gd name="T0" fmla="*/ 0 w 74"/>
                <a:gd name="T1" fmla="*/ 538 h 28"/>
                <a:gd name="T2" fmla="*/ 1158 w 74"/>
                <a:gd name="T3" fmla="*/ 193 h 28"/>
                <a:gd name="T4" fmla="*/ 0 w 74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28">
                  <a:moveTo>
                    <a:pt x="0" y="28"/>
                  </a:moveTo>
                  <a:cubicBezTo>
                    <a:pt x="18" y="13"/>
                    <a:pt x="44" y="0"/>
                    <a:pt x="74" y="10"/>
                  </a:cubicBezTo>
                  <a:cubicBezTo>
                    <a:pt x="62" y="6"/>
                    <a:pt x="20" y="12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1" name="Freeform 115">
              <a:extLst>
                <a:ext uri="{FF2B5EF4-FFF2-40B4-BE49-F238E27FC236}">
                  <a16:creationId xmlns:a16="http://schemas.microsoft.com/office/drawing/2014/main" id="{B5992CA7-ACA9-4925-846C-6A8EFC365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331"/>
              <a:ext cx="193" cy="90"/>
            </a:xfrm>
            <a:custGeom>
              <a:avLst/>
              <a:gdLst>
                <a:gd name="T0" fmla="*/ 0 w 77"/>
                <a:gd name="T1" fmla="*/ 0 h 34"/>
                <a:gd name="T2" fmla="*/ 1213 w 77"/>
                <a:gd name="T3" fmla="*/ 630 h 34"/>
                <a:gd name="T4" fmla="*/ 0 w 7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4">
                  <a:moveTo>
                    <a:pt x="0" y="0"/>
                  </a:moveTo>
                  <a:cubicBezTo>
                    <a:pt x="32" y="0"/>
                    <a:pt x="65" y="17"/>
                    <a:pt x="77" y="34"/>
                  </a:cubicBezTo>
                  <a:cubicBezTo>
                    <a:pt x="68" y="25"/>
                    <a:pt x="2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2" name="Freeform 116">
              <a:extLst>
                <a:ext uri="{FF2B5EF4-FFF2-40B4-BE49-F238E27FC236}">
                  <a16:creationId xmlns:a16="http://schemas.microsoft.com/office/drawing/2014/main" id="{620BE0B4-4F58-407F-97D1-D1DFF61DB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389"/>
              <a:ext cx="185" cy="75"/>
            </a:xfrm>
            <a:custGeom>
              <a:avLst/>
              <a:gdLst>
                <a:gd name="T0" fmla="*/ 1158 w 74"/>
                <a:gd name="T1" fmla="*/ 538 h 28"/>
                <a:gd name="T2" fmla="*/ 0 w 74"/>
                <a:gd name="T3" fmla="*/ 193 h 28"/>
                <a:gd name="T4" fmla="*/ 1158 w 74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28">
                  <a:moveTo>
                    <a:pt x="74" y="28"/>
                  </a:moveTo>
                  <a:cubicBezTo>
                    <a:pt x="56" y="13"/>
                    <a:pt x="30" y="0"/>
                    <a:pt x="0" y="10"/>
                  </a:cubicBezTo>
                  <a:cubicBezTo>
                    <a:pt x="12" y="6"/>
                    <a:pt x="54" y="12"/>
                    <a:pt x="74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3" name="Freeform 117">
              <a:extLst>
                <a:ext uri="{FF2B5EF4-FFF2-40B4-BE49-F238E27FC236}">
                  <a16:creationId xmlns:a16="http://schemas.microsoft.com/office/drawing/2014/main" id="{22446965-3524-4F52-82E7-AF8FF7F18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171"/>
              <a:ext cx="105" cy="325"/>
            </a:xfrm>
            <a:custGeom>
              <a:avLst/>
              <a:gdLst>
                <a:gd name="T0" fmla="*/ 658 w 42"/>
                <a:gd name="T1" fmla="*/ 0 h 122"/>
                <a:gd name="T2" fmla="*/ 313 w 42"/>
                <a:gd name="T3" fmla="*/ 852 h 122"/>
                <a:gd name="T4" fmla="*/ 0 w 42"/>
                <a:gd name="T5" fmla="*/ 2307 h 122"/>
                <a:gd name="T6" fmla="*/ 375 w 42"/>
                <a:gd name="T7" fmla="*/ 831 h 122"/>
                <a:gd name="T8" fmla="*/ 658 w 42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22">
                  <a:moveTo>
                    <a:pt x="42" y="0"/>
                  </a:moveTo>
                  <a:cubicBezTo>
                    <a:pt x="35" y="8"/>
                    <a:pt x="22" y="29"/>
                    <a:pt x="20" y="45"/>
                  </a:cubicBezTo>
                  <a:cubicBezTo>
                    <a:pt x="18" y="61"/>
                    <a:pt x="5" y="109"/>
                    <a:pt x="0" y="122"/>
                  </a:cubicBezTo>
                  <a:cubicBezTo>
                    <a:pt x="8" y="104"/>
                    <a:pt x="20" y="56"/>
                    <a:pt x="24" y="44"/>
                  </a:cubicBezTo>
                  <a:cubicBezTo>
                    <a:pt x="28" y="31"/>
                    <a:pt x="37" y="4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4" name="Freeform 118">
              <a:extLst>
                <a:ext uri="{FF2B5EF4-FFF2-40B4-BE49-F238E27FC236}">
                  <a16:creationId xmlns:a16="http://schemas.microsoft.com/office/drawing/2014/main" id="{0CBF172D-04DF-4B21-8025-C2343D28C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160"/>
              <a:ext cx="95" cy="259"/>
            </a:xfrm>
            <a:custGeom>
              <a:avLst/>
              <a:gdLst>
                <a:gd name="T0" fmla="*/ 0 w 38"/>
                <a:gd name="T1" fmla="*/ 0 h 97"/>
                <a:gd name="T2" fmla="*/ 363 w 38"/>
                <a:gd name="T3" fmla="*/ 684 h 97"/>
                <a:gd name="T4" fmla="*/ 595 w 38"/>
                <a:gd name="T5" fmla="*/ 1848 h 97"/>
                <a:gd name="T6" fmla="*/ 270 w 38"/>
                <a:gd name="T7" fmla="*/ 550 h 97"/>
                <a:gd name="T8" fmla="*/ 0 w 38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7">
                  <a:moveTo>
                    <a:pt x="0" y="0"/>
                  </a:moveTo>
                  <a:cubicBezTo>
                    <a:pt x="7" y="7"/>
                    <a:pt x="18" y="22"/>
                    <a:pt x="23" y="36"/>
                  </a:cubicBezTo>
                  <a:cubicBezTo>
                    <a:pt x="28" y="50"/>
                    <a:pt x="35" y="89"/>
                    <a:pt x="38" y="97"/>
                  </a:cubicBezTo>
                  <a:cubicBezTo>
                    <a:pt x="32" y="86"/>
                    <a:pt x="21" y="39"/>
                    <a:pt x="17" y="29"/>
                  </a:cubicBezTo>
                  <a:cubicBezTo>
                    <a:pt x="13" y="19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5" name="Freeform 119">
              <a:extLst>
                <a:ext uri="{FF2B5EF4-FFF2-40B4-BE49-F238E27FC236}">
                  <a16:creationId xmlns:a16="http://schemas.microsoft.com/office/drawing/2014/main" id="{593BCF1C-03ED-4231-A85D-4EF63AC8D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008"/>
              <a:ext cx="232" cy="88"/>
            </a:xfrm>
            <a:custGeom>
              <a:avLst/>
              <a:gdLst>
                <a:gd name="T0" fmla="*/ 0 w 93"/>
                <a:gd name="T1" fmla="*/ 627 h 33"/>
                <a:gd name="T2" fmla="*/ 853 w 93"/>
                <a:gd name="T3" fmla="*/ 171 h 33"/>
                <a:gd name="T4" fmla="*/ 1444 w 93"/>
                <a:gd name="T5" fmla="*/ 0 h 33"/>
                <a:gd name="T6" fmla="*/ 808 w 93"/>
                <a:gd name="T7" fmla="*/ 227 h 33"/>
                <a:gd name="T8" fmla="*/ 0 w 93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33">
                  <a:moveTo>
                    <a:pt x="0" y="33"/>
                  </a:moveTo>
                  <a:cubicBezTo>
                    <a:pt x="7" y="21"/>
                    <a:pt x="36" y="10"/>
                    <a:pt x="55" y="9"/>
                  </a:cubicBezTo>
                  <a:cubicBezTo>
                    <a:pt x="73" y="7"/>
                    <a:pt x="86" y="3"/>
                    <a:pt x="93" y="0"/>
                  </a:cubicBezTo>
                  <a:cubicBezTo>
                    <a:pt x="86" y="5"/>
                    <a:pt x="64" y="11"/>
                    <a:pt x="52" y="12"/>
                  </a:cubicBezTo>
                  <a:cubicBezTo>
                    <a:pt x="41" y="13"/>
                    <a:pt x="9" y="20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6" name="Freeform 120">
              <a:extLst>
                <a:ext uri="{FF2B5EF4-FFF2-40B4-BE49-F238E27FC236}">
                  <a16:creationId xmlns:a16="http://schemas.microsoft.com/office/drawing/2014/main" id="{76490754-9381-4C13-8CBC-20EF2A1FA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008"/>
              <a:ext cx="233" cy="88"/>
            </a:xfrm>
            <a:custGeom>
              <a:avLst/>
              <a:gdLst>
                <a:gd name="T0" fmla="*/ 1463 w 93"/>
                <a:gd name="T1" fmla="*/ 627 h 33"/>
                <a:gd name="T2" fmla="*/ 596 w 93"/>
                <a:gd name="T3" fmla="*/ 171 h 33"/>
                <a:gd name="T4" fmla="*/ 0 w 93"/>
                <a:gd name="T5" fmla="*/ 0 h 33"/>
                <a:gd name="T6" fmla="*/ 646 w 93"/>
                <a:gd name="T7" fmla="*/ 227 h 33"/>
                <a:gd name="T8" fmla="*/ 1463 w 93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33">
                  <a:moveTo>
                    <a:pt x="93" y="33"/>
                  </a:moveTo>
                  <a:cubicBezTo>
                    <a:pt x="86" y="21"/>
                    <a:pt x="57" y="10"/>
                    <a:pt x="38" y="9"/>
                  </a:cubicBezTo>
                  <a:cubicBezTo>
                    <a:pt x="20" y="7"/>
                    <a:pt x="7" y="3"/>
                    <a:pt x="0" y="0"/>
                  </a:cubicBezTo>
                  <a:cubicBezTo>
                    <a:pt x="7" y="5"/>
                    <a:pt x="29" y="11"/>
                    <a:pt x="41" y="12"/>
                  </a:cubicBezTo>
                  <a:cubicBezTo>
                    <a:pt x="52" y="13"/>
                    <a:pt x="84" y="20"/>
                    <a:pt x="93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7" name="Freeform 121">
              <a:extLst>
                <a:ext uri="{FF2B5EF4-FFF2-40B4-BE49-F238E27FC236}">
                  <a16:creationId xmlns:a16="http://schemas.microsoft.com/office/drawing/2014/main" id="{1F4903F3-7CBE-4D59-8418-9AD8C5128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101"/>
              <a:ext cx="120" cy="240"/>
            </a:xfrm>
            <a:custGeom>
              <a:avLst/>
              <a:gdLst>
                <a:gd name="T0" fmla="*/ 595 w 48"/>
                <a:gd name="T1" fmla="*/ 0 h 90"/>
                <a:gd name="T2" fmla="*/ 500 w 48"/>
                <a:gd name="T3" fmla="*/ 589 h 90"/>
                <a:gd name="T4" fmla="*/ 0 w 48"/>
                <a:gd name="T5" fmla="*/ 1707 h 90"/>
                <a:gd name="T6" fmla="*/ 363 w 48"/>
                <a:gd name="T7" fmla="*/ 909 h 90"/>
                <a:gd name="T8" fmla="*/ 595 w 48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90">
                  <a:moveTo>
                    <a:pt x="38" y="0"/>
                  </a:moveTo>
                  <a:cubicBezTo>
                    <a:pt x="40" y="7"/>
                    <a:pt x="41" y="17"/>
                    <a:pt x="32" y="31"/>
                  </a:cubicBezTo>
                  <a:cubicBezTo>
                    <a:pt x="23" y="45"/>
                    <a:pt x="3" y="71"/>
                    <a:pt x="0" y="90"/>
                  </a:cubicBezTo>
                  <a:cubicBezTo>
                    <a:pt x="2" y="83"/>
                    <a:pt x="17" y="55"/>
                    <a:pt x="23" y="48"/>
                  </a:cubicBezTo>
                  <a:cubicBezTo>
                    <a:pt x="30" y="41"/>
                    <a:pt x="48" y="13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8" name="Freeform 122">
              <a:extLst>
                <a:ext uri="{FF2B5EF4-FFF2-40B4-BE49-F238E27FC236}">
                  <a16:creationId xmlns:a16="http://schemas.microsoft.com/office/drawing/2014/main" id="{F228E0BE-3798-48F7-8AD3-229F26E55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064"/>
              <a:ext cx="80" cy="213"/>
            </a:xfrm>
            <a:custGeom>
              <a:avLst/>
              <a:gdLst>
                <a:gd name="T0" fmla="*/ 125 w 32"/>
                <a:gd name="T1" fmla="*/ 0 h 80"/>
                <a:gd name="T2" fmla="*/ 113 w 32"/>
                <a:gd name="T3" fmla="*/ 759 h 80"/>
                <a:gd name="T4" fmla="*/ 500 w 32"/>
                <a:gd name="T5" fmla="*/ 1510 h 80"/>
                <a:gd name="T6" fmla="*/ 145 w 32"/>
                <a:gd name="T7" fmla="*/ 703 h 80"/>
                <a:gd name="T8" fmla="*/ 125 w 32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80">
                  <a:moveTo>
                    <a:pt x="8" y="0"/>
                  </a:moveTo>
                  <a:cubicBezTo>
                    <a:pt x="5" y="9"/>
                    <a:pt x="0" y="23"/>
                    <a:pt x="7" y="40"/>
                  </a:cubicBezTo>
                  <a:cubicBezTo>
                    <a:pt x="15" y="58"/>
                    <a:pt x="27" y="70"/>
                    <a:pt x="32" y="80"/>
                  </a:cubicBezTo>
                  <a:cubicBezTo>
                    <a:pt x="27" y="72"/>
                    <a:pt x="13" y="45"/>
                    <a:pt x="9" y="37"/>
                  </a:cubicBezTo>
                  <a:cubicBezTo>
                    <a:pt x="5" y="29"/>
                    <a:pt x="5" y="1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9" name="Freeform 123">
              <a:extLst>
                <a:ext uri="{FF2B5EF4-FFF2-40B4-BE49-F238E27FC236}">
                  <a16:creationId xmlns:a16="http://schemas.microsoft.com/office/drawing/2014/main" id="{11B00ED9-F460-4283-9D2B-B19153841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00"/>
              <a:ext cx="50" cy="37"/>
            </a:xfrm>
            <a:custGeom>
              <a:avLst/>
              <a:gdLst>
                <a:gd name="T0" fmla="*/ 0 w 20"/>
                <a:gd name="T1" fmla="*/ 56 h 14"/>
                <a:gd name="T2" fmla="*/ 113 w 20"/>
                <a:gd name="T3" fmla="*/ 182 h 14"/>
                <a:gd name="T4" fmla="*/ 208 w 20"/>
                <a:gd name="T5" fmla="*/ 259 h 14"/>
                <a:gd name="T6" fmla="*/ 283 w 20"/>
                <a:gd name="T7" fmla="*/ 204 h 14"/>
                <a:gd name="T8" fmla="*/ 313 w 20"/>
                <a:gd name="T9" fmla="*/ 111 h 14"/>
                <a:gd name="T10" fmla="*/ 270 w 20"/>
                <a:gd name="T11" fmla="*/ 0 h 14"/>
                <a:gd name="T12" fmla="*/ 283 w 20"/>
                <a:gd name="T13" fmla="*/ 77 h 14"/>
                <a:gd name="T14" fmla="*/ 270 w 20"/>
                <a:gd name="T15" fmla="*/ 167 h 14"/>
                <a:gd name="T16" fmla="*/ 145 w 20"/>
                <a:gd name="T17" fmla="*/ 148 h 14"/>
                <a:gd name="T18" fmla="*/ 95 w 20"/>
                <a:gd name="T19" fmla="*/ 111 h 14"/>
                <a:gd name="T20" fmla="*/ 50 w 20"/>
                <a:gd name="T21" fmla="*/ 77 h 14"/>
                <a:gd name="T22" fmla="*/ 20 w 20"/>
                <a:gd name="T23" fmla="*/ 77 h 14"/>
                <a:gd name="T24" fmla="*/ 0 w 20"/>
                <a:gd name="T25" fmla="*/ 56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14">
                  <a:moveTo>
                    <a:pt x="0" y="3"/>
                  </a:moveTo>
                  <a:cubicBezTo>
                    <a:pt x="1" y="6"/>
                    <a:pt x="4" y="8"/>
                    <a:pt x="7" y="10"/>
                  </a:cubicBezTo>
                  <a:cubicBezTo>
                    <a:pt x="9" y="11"/>
                    <a:pt x="11" y="13"/>
                    <a:pt x="13" y="14"/>
                  </a:cubicBezTo>
                  <a:cubicBezTo>
                    <a:pt x="16" y="14"/>
                    <a:pt x="17" y="13"/>
                    <a:pt x="18" y="11"/>
                  </a:cubicBezTo>
                  <a:cubicBezTo>
                    <a:pt x="19" y="9"/>
                    <a:pt x="20" y="8"/>
                    <a:pt x="20" y="6"/>
                  </a:cubicBezTo>
                  <a:cubicBezTo>
                    <a:pt x="20" y="4"/>
                    <a:pt x="18" y="2"/>
                    <a:pt x="17" y="0"/>
                  </a:cubicBezTo>
                  <a:cubicBezTo>
                    <a:pt x="17" y="1"/>
                    <a:pt x="18" y="2"/>
                    <a:pt x="18" y="4"/>
                  </a:cubicBezTo>
                  <a:cubicBezTo>
                    <a:pt x="18" y="5"/>
                    <a:pt x="18" y="7"/>
                    <a:pt x="17" y="9"/>
                  </a:cubicBezTo>
                  <a:cubicBezTo>
                    <a:pt x="15" y="11"/>
                    <a:pt x="11" y="9"/>
                    <a:pt x="9" y="8"/>
                  </a:cubicBezTo>
                  <a:cubicBezTo>
                    <a:pt x="8" y="7"/>
                    <a:pt x="7" y="7"/>
                    <a:pt x="6" y="6"/>
                  </a:cubicBezTo>
                  <a:cubicBezTo>
                    <a:pt x="5" y="6"/>
                    <a:pt x="4" y="5"/>
                    <a:pt x="3" y="4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0" name="Freeform 124">
              <a:extLst>
                <a:ext uri="{FF2B5EF4-FFF2-40B4-BE49-F238E27FC236}">
                  <a16:creationId xmlns:a16="http://schemas.microsoft.com/office/drawing/2014/main" id="{CBE8741E-A7B0-4FE3-8701-3BDBF5744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475"/>
              <a:ext cx="165" cy="192"/>
            </a:xfrm>
            <a:custGeom>
              <a:avLst/>
              <a:gdLst>
                <a:gd name="T0" fmla="*/ 125 w 66"/>
                <a:gd name="T1" fmla="*/ 1173 h 72"/>
                <a:gd name="T2" fmla="*/ 625 w 66"/>
                <a:gd name="T3" fmla="*/ 797 h 72"/>
                <a:gd name="T4" fmla="*/ 908 w 66"/>
                <a:gd name="T5" fmla="*/ 192 h 72"/>
                <a:gd name="T6" fmla="*/ 363 w 66"/>
                <a:gd name="T7" fmla="*/ 568 h 72"/>
                <a:gd name="T8" fmla="*/ 125 w 66"/>
                <a:gd name="T9" fmla="*/ 1173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72">
                  <a:moveTo>
                    <a:pt x="8" y="62"/>
                  </a:moveTo>
                  <a:cubicBezTo>
                    <a:pt x="16" y="72"/>
                    <a:pt x="28" y="57"/>
                    <a:pt x="40" y="42"/>
                  </a:cubicBezTo>
                  <a:cubicBezTo>
                    <a:pt x="53" y="25"/>
                    <a:pt x="66" y="20"/>
                    <a:pt x="58" y="10"/>
                  </a:cubicBezTo>
                  <a:cubicBezTo>
                    <a:pt x="50" y="0"/>
                    <a:pt x="35" y="19"/>
                    <a:pt x="23" y="30"/>
                  </a:cubicBezTo>
                  <a:cubicBezTo>
                    <a:pt x="15" y="39"/>
                    <a:pt x="0" y="48"/>
                    <a:pt x="8" y="6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1" name="Oval 125">
              <a:extLst>
                <a:ext uri="{FF2B5EF4-FFF2-40B4-BE49-F238E27FC236}">
                  <a16:creationId xmlns:a16="http://schemas.microsoft.com/office/drawing/2014/main" id="{79B0A0BE-54F7-4B86-A51B-C2AF02F30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3" y="1483"/>
              <a:ext cx="30" cy="2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2" name="Freeform 126">
              <a:extLst>
                <a:ext uri="{FF2B5EF4-FFF2-40B4-BE49-F238E27FC236}">
                  <a16:creationId xmlns:a16="http://schemas.microsoft.com/office/drawing/2014/main" id="{1184728F-0872-4B96-9DE4-24F7A0DDA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493"/>
              <a:ext cx="153" cy="174"/>
            </a:xfrm>
            <a:custGeom>
              <a:avLst/>
              <a:gdLst>
                <a:gd name="T0" fmla="*/ 963 w 61"/>
                <a:gd name="T1" fmla="*/ 1039 h 65"/>
                <a:gd name="T2" fmla="*/ 271 w 61"/>
                <a:gd name="T3" fmla="*/ 171 h 65"/>
                <a:gd name="T4" fmla="*/ 188 w 61"/>
                <a:gd name="T5" fmla="*/ 0 h 65"/>
                <a:gd name="T6" fmla="*/ 188 w 61"/>
                <a:gd name="T7" fmla="*/ 21 h 65"/>
                <a:gd name="T8" fmla="*/ 95 w 61"/>
                <a:gd name="T9" fmla="*/ 115 h 65"/>
                <a:gd name="T10" fmla="*/ 0 w 61"/>
                <a:gd name="T11" fmla="*/ 56 h 65"/>
                <a:gd name="T12" fmla="*/ 20 w 61"/>
                <a:gd name="T13" fmla="*/ 78 h 65"/>
                <a:gd name="T14" fmla="*/ 95 w 61"/>
                <a:gd name="T15" fmla="*/ 265 h 65"/>
                <a:gd name="T16" fmla="*/ 880 w 61"/>
                <a:gd name="T17" fmla="*/ 124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65">
                  <a:moveTo>
                    <a:pt x="61" y="54"/>
                  </a:moveTo>
                  <a:cubicBezTo>
                    <a:pt x="33" y="42"/>
                    <a:pt x="24" y="24"/>
                    <a:pt x="17" y="9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2" y="4"/>
                    <a:pt x="9" y="6"/>
                    <a:pt x="6" y="6"/>
                  </a:cubicBezTo>
                  <a:cubicBezTo>
                    <a:pt x="3" y="6"/>
                    <a:pt x="1" y="4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4" y="30"/>
                    <a:pt x="25" y="51"/>
                    <a:pt x="56" y="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3" name="Freeform 127">
              <a:extLst>
                <a:ext uri="{FF2B5EF4-FFF2-40B4-BE49-F238E27FC236}">
                  <a16:creationId xmlns:a16="http://schemas.microsoft.com/office/drawing/2014/main" id="{60ED13A3-C401-408C-8898-01571F065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504"/>
              <a:ext cx="272" cy="312"/>
            </a:xfrm>
            <a:custGeom>
              <a:avLst/>
              <a:gdLst>
                <a:gd name="T0" fmla="*/ 1694 w 109"/>
                <a:gd name="T1" fmla="*/ 1160 h 117"/>
                <a:gd name="T2" fmla="*/ 1662 w 109"/>
                <a:gd name="T3" fmla="*/ 1160 h 117"/>
                <a:gd name="T4" fmla="*/ 916 w 109"/>
                <a:gd name="T5" fmla="*/ 264 h 117"/>
                <a:gd name="T6" fmla="*/ 779 w 109"/>
                <a:gd name="T7" fmla="*/ 0 h 117"/>
                <a:gd name="T8" fmla="*/ 779 w 109"/>
                <a:gd name="T9" fmla="*/ 0 h 117"/>
                <a:gd name="T10" fmla="*/ 479 w 109"/>
                <a:gd name="T11" fmla="*/ 589 h 117"/>
                <a:gd name="T12" fmla="*/ 0 w 109"/>
                <a:gd name="T13" fmla="*/ 989 h 117"/>
                <a:gd name="T14" fmla="*/ 666 w 109"/>
                <a:gd name="T15" fmla="*/ 2219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17">
                  <a:moveTo>
                    <a:pt x="109" y="61"/>
                  </a:moveTo>
                  <a:cubicBezTo>
                    <a:pt x="108" y="61"/>
                    <a:pt x="108" y="61"/>
                    <a:pt x="107" y="61"/>
                  </a:cubicBezTo>
                  <a:cubicBezTo>
                    <a:pt x="78" y="48"/>
                    <a:pt x="67" y="29"/>
                    <a:pt x="59" y="14"/>
                  </a:cubicBezTo>
                  <a:cubicBezTo>
                    <a:pt x="55" y="9"/>
                    <a:pt x="52" y="4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6" y="10"/>
                    <a:pt x="44" y="14"/>
                    <a:pt x="31" y="31"/>
                  </a:cubicBezTo>
                  <a:cubicBezTo>
                    <a:pt x="20" y="46"/>
                    <a:pt x="8" y="61"/>
                    <a:pt x="0" y="52"/>
                  </a:cubicBezTo>
                  <a:cubicBezTo>
                    <a:pt x="18" y="78"/>
                    <a:pt x="43" y="107"/>
                    <a:pt x="43" y="1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4" name="Freeform 128">
              <a:extLst>
                <a:ext uri="{FF2B5EF4-FFF2-40B4-BE49-F238E27FC236}">
                  <a16:creationId xmlns:a16="http://schemas.microsoft.com/office/drawing/2014/main" id="{101F05B5-0639-4612-A263-A6F68B3C2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33"/>
              <a:ext cx="57" cy="187"/>
            </a:xfrm>
            <a:custGeom>
              <a:avLst/>
              <a:gdLst>
                <a:gd name="T0" fmla="*/ 166 w 23"/>
                <a:gd name="T1" fmla="*/ 56 h 70"/>
                <a:gd name="T2" fmla="*/ 104 w 23"/>
                <a:gd name="T3" fmla="*/ 705 h 70"/>
                <a:gd name="T4" fmla="*/ 228 w 23"/>
                <a:gd name="T5" fmla="*/ 1336 h 70"/>
                <a:gd name="T6" fmla="*/ 320 w 23"/>
                <a:gd name="T7" fmla="*/ 649 h 70"/>
                <a:gd name="T8" fmla="*/ 166 w 23"/>
                <a:gd name="T9" fmla="*/ 5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0">
                  <a:moveTo>
                    <a:pt x="11" y="3"/>
                  </a:moveTo>
                  <a:cubicBezTo>
                    <a:pt x="0" y="6"/>
                    <a:pt x="6" y="20"/>
                    <a:pt x="7" y="37"/>
                  </a:cubicBezTo>
                  <a:cubicBezTo>
                    <a:pt x="8" y="54"/>
                    <a:pt x="7" y="70"/>
                    <a:pt x="15" y="70"/>
                  </a:cubicBezTo>
                  <a:cubicBezTo>
                    <a:pt x="23" y="70"/>
                    <a:pt x="23" y="49"/>
                    <a:pt x="21" y="34"/>
                  </a:cubicBezTo>
                  <a:cubicBezTo>
                    <a:pt x="19" y="19"/>
                    <a:pt x="18" y="0"/>
                    <a:pt x="11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5" name="Freeform 129">
              <a:extLst>
                <a:ext uri="{FF2B5EF4-FFF2-40B4-BE49-F238E27FC236}">
                  <a16:creationId xmlns:a16="http://schemas.microsoft.com/office/drawing/2014/main" id="{D9EBE174-230A-48B1-84B9-670445250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629"/>
              <a:ext cx="273" cy="403"/>
            </a:xfrm>
            <a:custGeom>
              <a:avLst/>
              <a:gdLst>
                <a:gd name="T0" fmla="*/ 1192 w 109"/>
                <a:gd name="T1" fmla="*/ 0 h 151"/>
                <a:gd name="T2" fmla="*/ 0 w 109"/>
                <a:gd name="T3" fmla="*/ 798 h 151"/>
                <a:gd name="T4" fmla="*/ 125 w 109"/>
                <a:gd name="T5" fmla="*/ 1388 h 151"/>
                <a:gd name="T6" fmla="*/ 33 w 109"/>
                <a:gd name="T7" fmla="*/ 2074 h 151"/>
                <a:gd name="T8" fmla="*/ 1713 w 109"/>
                <a:gd name="T9" fmla="*/ 2872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1">
                  <a:moveTo>
                    <a:pt x="76" y="0"/>
                  </a:moveTo>
                  <a:cubicBezTo>
                    <a:pt x="74" y="11"/>
                    <a:pt x="24" y="38"/>
                    <a:pt x="0" y="42"/>
                  </a:cubicBezTo>
                  <a:cubicBezTo>
                    <a:pt x="5" y="42"/>
                    <a:pt x="6" y="59"/>
                    <a:pt x="8" y="73"/>
                  </a:cubicBezTo>
                  <a:cubicBezTo>
                    <a:pt x="10" y="88"/>
                    <a:pt x="10" y="109"/>
                    <a:pt x="2" y="109"/>
                  </a:cubicBezTo>
                  <a:cubicBezTo>
                    <a:pt x="19" y="107"/>
                    <a:pt x="80" y="114"/>
                    <a:pt x="109" y="1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6" name="Freeform 130">
              <a:extLst>
                <a:ext uri="{FF2B5EF4-FFF2-40B4-BE49-F238E27FC236}">
                  <a16:creationId xmlns:a16="http://schemas.microsoft.com/office/drawing/2014/main" id="{4DA248C7-9712-40B9-8398-C3DF22403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685"/>
              <a:ext cx="45" cy="200"/>
            </a:xfrm>
            <a:custGeom>
              <a:avLst/>
              <a:gdLst>
                <a:gd name="T0" fmla="*/ 175 w 18"/>
                <a:gd name="T1" fmla="*/ 0 h 75"/>
                <a:gd name="T2" fmla="*/ 33 w 18"/>
                <a:gd name="T3" fmla="*/ 760 h 75"/>
                <a:gd name="T4" fmla="*/ 175 w 18"/>
                <a:gd name="T5" fmla="*/ 1421 h 75"/>
                <a:gd name="T6" fmla="*/ 283 w 18"/>
                <a:gd name="T7" fmla="*/ 704 h 75"/>
                <a:gd name="T8" fmla="*/ 175 w 18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5">
                  <a:moveTo>
                    <a:pt x="11" y="0"/>
                  </a:moveTo>
                  <a:cubicBezTo>
                    <a:pt x="0" y="0"/>
                    <a:pt x="2" y="28"/>
                    <a:pt x="2" y="40"/>
                  </a:cubicBezTo>
                  <a:cubicBezTo>
                    <a:pt x="2" y="51"/>
                    <a:pt x="5" y="75"/>
                    <a:pt x="11" y="75"/>
                  </a:cubicBezTo>
                  <a:cubicBezTo>
                    <a:pt x="17" y="75"/>
                    <a:pt x="18" y="54"/>
                    <a:pt x="18" y="37"/>
                  </a:cubicBezTo>
                  <a:cubicBezTo>
                    <a:pt x="18" y="21"/>
                    <a:pt x="18" y="0"/>
                    <a:pt x="1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7" name="Freeform 131">
              <a:extLst>
                <a:ext uri="{FF2B5EF4-FFF2-40B4-BE49-F238E27FC236}">
                  <a16:creationId xmlns:a16="http://schemas.microsoft.com/office/drawing/2014/main" id="{5578274C-4EF5-4610-9FE5-5B6DF2DF7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3035"/>
              <a:ext cx="65" cy="202"/>
            </a:xfrm>
            <a:custGeom>
              <a:avLst/>
              <a:gdLst>
                <a:gd name="T0" fmla="*/ 175 w 26"/>
                <a:gd name="T1" fmla="*/ 21 h 76"/>
                <a:gd name="T2" fmla="*/ 113 w 26"/>
                <a:gd name="T3" fmla="*/ 792 h 76"/>
                <a:gd name="T4" fmla="*/ 300 w 26"/>
                <a:gd name="T5" fmla="*/ 1427 h 76"/>
                <a:gd name="T6" fmla="*/ 345 w 26"/>
                <a:gd name="T7" fmla="*/ 712 h 76"/>
                <a:gd name="T8" fmla="*/ 175 w 26"/>
                <a:gd name="T9" fmla="*/ 2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76">
                  <a:moveTo>
                    <a:pt x="11" y="1"/>
                  </a:moveTo>
                  <a:cubicBezTo>
                    <a:pt x="0" y="3"/>
                    <a:pt x="5" y="31"/>
                    <a:pt x="7" y="42"/>
                  </a:cubicBezTo>
                  <a:cubicBezTo>
                    <a:pt x="8" y="54"/>
                    <a:pt x="13" y="76"/>
                    <a:pt x="19" y="76"/>
                  </a:cubicBezTo>
                  <a:cubicBezTo>
                    <a:pt x="26" y="75"/>
                    <a:pt x="24" y="54"/>
                    <a:pt x="22" y="38"/>
                  </a:cubicBezTo>
                  <a:cubicBezTo>
                    <a:pt x="20" y="21"/>
                    <a:pt x="18" y="0"/>
                    <a:pt x="11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8" name="Freeform 132">
              <a:extLst>
                <a:ext uri="{FF2B5EF4-FFF2-40B4-BE49-F238E27FC236}">
                  <a16:creationId xmlns:a16="http://schemas.microsoft.com/office/drawing/2014/main" id="{197A1F9A-4D1B-4A21-B3A3-6475D4FB0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435"/>
              <a:ext cx="57" cy="181"/>
            </a:xfrm>
            <a:custGeom>
              <a:avLst/>
              <a:gdLst>
                <a:gd name="T0" fmla="*/ 154 w 23"/>
                <a:gd name="T1" fmla="*/ 0 h 68"/>
                <a:gd name="T2" fmla="*/ 92 w 23"/>
                <a:gd name="T3" fmla="*/ 695 h 68"/>
                <a:gd name="T4" fmla="*/ 258 w 23"/>
                <a:gd name="T5" fmla="*/ 1262 h 68"/>
                <a:gd name="T6" fmla="*/ 307 w 23"/>
                <a:gd name="T7" fmla="*/ 623 h 68"/>
                <a:gd name="T8" fmla="*/ 154 w 23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8">
                  <a:moveTo>
                    <a:pt x="10" y="0"/>
                  </a:moveTo>
                  <a:cubicBezTo>
                    <a:pt x="0" y="1"/>
                    <a:pt x="5" y="27"/>
                    <a:pt x="6" y="37"/>
                  </a:cubicBezTo>
                  <a:cubicBezTo>
                    <a:pt x="7" y="48"/>
                    <a:pt x="12" y="68"/>
                    <a:pt x="17" y="67"/>
                  </a:cubicBezTo>
                  <a:cubicBezTo>
                    <a:pt x="23" y="67"/>
                    <a:pt x="22" y="48"/>
                    <a:pt x="20" y="33"/>
                  </a:cubicBezTo>
                  <a:cubicBezTo>
                    <a:pt x="18" y="18"/>
                    <a:pt x="16" y="0"/>
                    <a:pt x="1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9" name="Freeform 133">
              <a:extLst>
                <a:ext uri="{FF2B5EF4-FFF2-40B4-BE49-F238E27FC236}">
                  <a16:creationId xmlns:a16="http://schemas.microsoft.com/office/drawing/2014/main" id="{47D2DF67-46CF-4419-8556-1E7F5876D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3312"/>
              <a:ext cx="95" cy="376"/>
            </a:xfrm>
            <a:custGeom>
              <a:avLst/>
              <a:gdLst>
                <a:gd name="T0" fmla="*/ 500 w 38"/>
                <a:gd name="T1" fmla="*/ 0 h 141"/>
                <a:gd name="T2" fmla="*/ 488 w 38"/>
                <a:gd name="T3" fmla="*/ 77 h 141"/>
                <a:gd name="T4" fmla="*/ 0 w 38"/>
                <a:gd name="T5" fmla="*/ 875 h 141"/>
                <a:gd name="T6" fmla="*/ 158 w 38"/>
                <a:gd name="T7" fmla="*/ 1501 h 141"/>
                <a:gd name="T8" fmla="*/ 113 w 38"/>
                <a:gd name="T9" fmla="*/ 2141 h 141"/>
                <a:gd name="T10" fmla="*/ 583 w 38"/>
                <a:gd name="T11" fmla="*/ 2675 h 141"/>
                <a:gd name="T12" fmla="*/ 595 w 38"/>
                <a:gd name="T13" fmla="*/ 2637 h 141"/>
                <a:gd name="T14" fmla="*/ 500 w 38"/>
                <a:gd name="T15" fmla="*/ 0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41">
                  <a:moveTo>
                    <a:pt x="32" y="0"/>
                  </a:moveTo>
                  <a:cubicBezTo>
                    <a:pt x="31" y="1"/>
                    <a:pt x="31" y="2"/>
                    <a:pt x="31" y="4"/>
                  </a:cubicBezTo>
                  <a:cubicBezTo>
                    <a:pt x="28" y="24"/>
                    <a:pt x="10" y="44"/>
                    <a:pt x="0" y="46"/>
                  </a:cubicBezTo>
                  <a:cubicBezTo>
                    <a:pt x="6" y="46"/>
                    <a:pt x="8" y="64"/>
                    <a:pt x="10" y="79"/>
                  </a:cubicBezTo>
                  <a:cubicBezTo>
                    <a:pt x="12" y="94"/>
                    <a:pt x="13" y="113"/>
                    <a:pt x="7" y="113"/>
                  </a:cubicBezTo>
                  <a:cubicBezTo>
                    <a:pt x="26" y="113"/>
                    <a:pt x="37" y="141"/>
                    <a:pt x="37" y="141"/>
                  </a:cubicBezTo>
                  <a:cubicBezTo>
                    <a:pt x="37" y="141"/>
                    <a:pt x="37" y="140"/>
                    <a:pt x="38" y="139"/>
                  </a:cubicBezTo>
                  <a:cubicBezTo>
                    <a:pt x="37" y="95"/>
                    <a:pt x="36" y="47"/>
                    <a:pt x="32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0" name="Freeform 134">
              <a:extLst>
                <a:ext uri="{FF2B5EF4-FFF2-40B4-BE49-F238E27FC236}">
                  <a16:creationId xmlns:a16="http://schemas.microsoft.com/office/drawing/2014/main" id="{8CE46AA5-1947-47D2-8085-B27A83159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63"/>
              <a:ext cx="157" cy="341"/>
            </a:xfrm>
            <a:custGeom>
              <a:avLst/>
              <a:gdLst>
                <a:gd name="T0" fmla="*/ 758 w 63"/>
                <a:gd name="T1" fmla="*/ 567 h 128"/>
                <a:gd name="T2" fmla="*/ 665 w 63"/>
                <a:gd name="T3" fmla="*/ 0 h 128"/>
                <a:gd name="T4" fmla="*/ 665 w 63"/>
                <a:gd name="T5" fmla="*/ 0 h 128"/>
                <a:gd name="T6" fmla="*/ 0 w 63"/>
                <a:gd name="T7" fmla="*/ 533 h 128"/>
                <a:gd name="T8" fmla="*/ 167 w 63"/>
                <a:gd name="T9" fmla="*/ 1228 h 128"/>
                <a:gd name="T10" fmla="*/ 125 w 63"/>
                <a:gd name="T11" fmla="*/ 1945 h 128"/>
                <a:gd name="T12" fmla="*/ 974 w 63"/>
                <a:gd name="T13" fmla="*/ 2398 h 128"/>
                <a:gd name="T14" fmla="*/ 974 w 63"/>
                <a:gd name="T15" fmla="*/ 2419 h 128"/>
                <a:gd name="T16" fmla="*/ 758 w 63"/>
                <a:gd name="T17" fmla="*/ 567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128">
                  <a:moveTo>
                    <a:pt x="49" y="30"/>
                  </a:moveTo>
                  <a:cubicBezTo>
                    <a:pt x="47" y="20"/>
                    <a:pt x="45" y="1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8" y="13"/>
                    <a:pt x="14" y="30"/>
                    <a:pt x="0" y="28"/>
                  </a:cubicBezTo>
                  <a:cubicBezTo>
                    <a:pt x="7" y="27"/>
                    <a:pt x="9" y="48"/>
                    <a:pt x="11" y="65"/>
                  </a:cubicBezTo>
                  <a:cubicBezTo>
                    <a:pt x="13" y="81"/>
                    <a:pt x="15" y="102"/>
                    <a:pt x="8" y="103"/>
                  </a:cubicBezTo>
                  <a:cubicBezTo>
                    <a:pt x="34" y="97"/>
                    <a:pt x="59" y="111"/>
                    <a:pt x="63" y="127"/>
                  </a:cubicBezTo>
                  <a:cubicBezTo>
                    <a:pt x="63" y="127"/>
                    <a:pt x="63" y="128"/>
                    <a:pt x="63" y="128"/>
                  </a:cubicBezTo>
                  <a:cubicBezTo>
                    <a:pt x="60" y="94"/>
                    <a:pt x="56" y="61"/>
                    <a:pt x="49" y="3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1" name="Freeform 135">
              <a:extLst>
                <a:ext uri="{FF2B5EF4-FFF2-40B4-BE49-F238E27FC236}">
                  <a16:creationId xmlns:a16="http://schemas.microsoft.com/office/drawing/2014/main" id="{CB1AE591-07B7-459D-A5FC-FB175629A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621"/>
              <a:ext cx="125" cy="302"/>
            </a:xfrm>
            <a:custGeom>
              <a:avLst/>
              <a:gdLst>
                <a:gd name="T0" fmla="*/ 783 w 50"/>
                <a:gd name="T1" fmla="*/ 2157 h 113"/>
                <a:gd name="T2" fmla="*/ 750 w 50"/>
                <a:gd name="T3" fmla="*/ 0 h 113"/>
                <a:gd name="T4" fmla="*/ 0 w 50"/>
                <a:gd name="T5" fmla="*/ 457 h 113"/>
                <a:gd name="T6" fmla="*/ 0 w 50"/>
                <a:gd name="T7" fmla="*/ 457 h 113"/>
                <a:gd name="T8" fmla="*/ 83 w 50"/>
                <a:gd name="T9" fmla="*/ 1165 h 113"/>
                <a:gd name="T10" fmla="*/ 0 w 50"/>
                <a:gd name="T11" fmla="*/ 1871 h 113"/>
                <a:gd name="T12" fmla="*/ 783 w 50"/>
                <a:gd name="T13" fmla="*/ 2157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13">
                  <a:moveTo>
                    <a:pt x="50" y="113"/>
                  </a:moveTo>
                  <a:cubicBezTo>
                    <a:pt x="41" y="64"/>
                    <a:pt x="41" y="34"/>
                    <a:pt x="48" y="0"/>
                  </a:cubicBezTo>
                  <a:cubicBezTo>
                    <a:pt x="33" y="16"/>
                    <a:pt x="13" y="21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8"/>
                    <a:pt x="5" y="46"/>
                    <a:pt x="5" y="61"/>
                  </a:cubicBezTo>
                  <a:cubicBezTo>
                    <a:pt x="5" y="76"/>
                    <a:pt x="5" y="94"/>
                    <a:pt x="0" y="98"/>
                  </a:cubicBezTo>
                  <a:cubicBezTo>
                    <a:pt x="15" y="97"/>
                    <a:pt x="39" y="108"/>
                    <a:pt x="50" y="1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2" name="Freeform 136">
              <a:extLst>
                <a:ext uri="{FF2B5EF4-FFF2-40B4-BE49-F238E27FC236}">
                  <a16:creationId xmlns:a16="http://schemas.microsoft.com/office/drawing/2014/main" id="{4D67BDCA-AE79-4596-A66B-D31CC5208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960"/>
              <a:ext cx="45" cy="37"/>
            </a:xfrm>
            <a:custGeom>
              <a:avLst/>
              <a:gdLst>
                <a:gd name="T0" fmla="*/ 270 w 18"/>
                <a:gd name="T1" fmla="*/ 90 h 14"/>
                <a:gd name="T2" fmla="*/ 175 w 18"/>
                <a:gd name="T3" fmla="*/ 238 h 14"/>
                <a:gd name="T4" fmla="*/ 20 w 18"/>
                <a:gd name="T5" fmla="*/ 182 h 14"/>
                <a:gd name="T6" fmla="*/ 113 w 18"/>
                <a:gd name="T7" fmla="*/ 21 h 14"/>
                <a:gd name="T8" fmla="*/ 270 w 18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17" y="5"/>
                  </a:moveTo>
                  <a:cubicBezTo>
                    <a:pt x="18" y="8"/>
                    <a:pt x="15" y="11"/>
                    <a:pt x="11" y="13"/>
                  </a:cubicBezTo>
                  <a:cubicBezTo>
                    <a:pt x="6" y="14"/>
                    <a:pt x="2" y="13"/>
                    <a:pt x="1" y="10"/>
                  </a:cubicBezTo>
                  <a:cubicBezTo>
                    <a:pt x="0" y="7"/>
                    <a:pt x="3" y="3"/>
                    <a:pt x="7" y="1"/>
                  </a:cubicBezTo>
                  <a:cubicBezTo>
                    <a:pt x="11" y="0"/>
                    <a:pt x="15" y="1"/>
                    <a:pt x="17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3" name="Freeform 137">
              <a:extLst>
                <a:ext uri="{FF2B5EF4-FFF2-40B4-BE49-F238E27FC236}">
                  <a16:creationId xmlns:a16="http://schemas.microsoft.com/office/drawing/2014/main" id="{9EA608C5-D082-401E-8D03-5BCB665FD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323"/>
              <a:ext cx="30" cy="42"/>
            </a:xfrm>
            <a:custGeom>
              <a:avLst/>
              <a:gdLst>
                <a:gd name="T0" fmla="*/ 95 w 12"/>
                <a:gd name="T1" fmla="*/ 0 h 16"/>
                <a:gd name="T2" fmla="*/ 188 w 12"/>
                <a:gd name="T3" fmla="*/ 144 h 16"/>
                <a:gd name="T4" fmla="*/ 95 w 12"/>
                <a:gd name="T5" fmla="*/ 289 h 16"/>
                <a:gd name="T6" fmla="*/ 0 w 12"/>
                <a:gd name="T7" fmla="*/ 144 h 16"/>
                <a:gd name="T8" fmla="*/ 95 w 1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6" y="0"/>
                  </a:moveTo>
                  <a:cubicBezTo>
                    <a:pt x="9" y="0"/>
                    <a:pt x="12" y="3"/>
                    <a:pt x="12" y="8"/>
                  </a:cubicBezTo>
                  <a:cubicBezTo>
                    <a:pt x="12" y="13"/>
                    <a:pt x="10" y="16"/>
                    <a:pt x="6" y="16"/>
                  </a:cubicBezTo>
                  <a:cubicBezTo>
                    <a:pt x="3" y="16"/>
                    <a:pt x="0" y="13"/>
                    <a:pt x="0" y="8"/>
                  </a:cubicBezTo>
                  <a:cubicBezTo>
                    <a:pt x="0" y="4"/>
                    <a:pt x="2" y="0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4" name="Freeform 138">
              <a:extLst>
                <a:ext uri="{FF2B5EF4-FFF2-40B4-BE49-F238E27FC236}">
                  <a16:creationId xmlns:a16="http://schemas.microsoft.com/office/drawing/2014/main" id="{399E6C9C-70B4-41F3-9473-377816589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128"/>
              <a:ext cx="40" cy="43"/>
            </a:xfrm>
            <a:custGeom>
              <a:avLst/>
              <a:gdLst>
                <a:gd name="T0" fmla="*/ 208 w 16"/>
                <a:gd name="T1" fmla="*/ 35 h 16"/>
                <a:gd name="T2" fmla="*/ 188 w 16"/>
                <a:gd name="T3" fmla="*/ 231 h 16"/>
                <a:gd name="T4" fmla="*/ 33 w 16"/>
                <a:gd name="T5" fmla="*/ 274 h 16"/>
                <a:gd name="T6" fmla="*/ 50 w 16"/>
                <a:gd name="T7" fmla="*/ 81 h 16"/>
                <a:gd name="T8" fmla="*/ 208 w 16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3" y="2"/>
                  </a:moveTo>
                  <a:cubicBezTo>
                    <a:pt x="16" y="4"/>
                    <a:pt x="15" y="9"/>
                    <a:pt x="12" y="12"/>
                  </a:cubicBezTo>
                  <a:cubicBezTo>
                    <a:pt x="9" y="15"/>
                    <a:pt x="4" y="16"/>
                    <a:pt x="2" y="14"/>
                  </a:cubicBezTo>
                  <a:cubicBezTo>
                    <a:pt x="0" y="12"/>
                    <a:pt x="0" y="7"/>
                    <a:pt x="3" y="4"/>
                  </a:cubicBezTo>
                  <a:cubicBezTo>
                    <a:pt x="6" y="0"/>
                    <a:pt x="11" y="0"/>
                    <a:pt x="13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5" name="Freeform 139">
              <a:extLst>
                <a:ext uri="{FF2B5EF4-FFF2-40B4-BE49-F238E27FC236}">
                  <a16:creationId xmlns:a16="http://schemas.microsoft.com/office/drawing/2014/main" id="{09534584-E914-4C94-A223-B084B00DB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136"/>
              <a:ext cx="198" cy="448"/>
            </a:xfrm>
            <a:custGeom>
              <a:avLst/>
              <a:gdLst>
                <a:gd name="T0" fmla="*/ 1150 w 79"/>
                <a:gd name="T1" fmla="*/ 2901 h 168"/>
                <a:gd name="T2" fmla="*/ 817 w 79"/>
                <a:gd name="T3" fmla="*/ 1672 h 168"/>
                <a:gd name="T4" fmla="*/ 772 w 79"/>
                <a:gd name="T5" fmla="*/ 1443 h 168"/>
                <a:gd name="T6" fmla="*/ 175 w 79"/>
                <a:gd name="T7" fmla="*/ 0 h 168"/>
                <a:gd name="T8" fmla="*/ 145 w 79"/>
                <a:gd name="T9" fmla="*/ 171 h 168"/>
                <a:gd name="T10" fmla="*/ 0 w 79"/>
                <a:gd name="T11" fmla="*/ 227 h 168"/>
                <a:gd name="T12" fmla="*/ 521 w 79"/>
                <a:gd name="T13" fmla="*/ 1515 h 168"/>
                <a:gd name="T14" fmla="*/ 566 w 79"/>
                <a:gd name="T15" fmla="*/ 1741 h 168"/>
                <a:gd name="T16" fmla="*/ 930 w 79"/>
                <a:gd name="T17" fmla="*/ 3037 h 168"/>
                <a:gd name="T18" fmla="*/ 1243 w 79"/>
                <a:gd name="T19" fmla="*/ 2901 h 168"/>
                <a:gd name="T20" fmla="*/ 1150 w 79"/>
                <a:gd name="T21" fmla="*/ 2901 h 1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168">
                  <a:moveTo>
                    <a:pt x="73" y="153"/>
                  </a:moveTo>
                  <a:cubicBezTo>
                    <a:pt x="66" y="149"/>
                    <a:pt x="56" y="108"/>
                    <a:pt x="52" y="88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1" y="44"/>
                    <a:pt x="36" y="23"/>
                    <a:pt x="11" y="0"/>
                  </a:cubicBezTo>
                  <a:cubicBezTo>
                    <a:pt x="12" y="2"/>
                    <a:pt x="12" y="6"/>
                    <a:pt x="9" y="9"/>
                  </a:cubicBezTo>
                  <a:cubicBezTo>
                    <a:pt x="6" y="12"/>
                    <a:pt x="3" y="13"/>
                    <a:pt x="0" y="12"/>
                  </a:cubicBezTo>
                  <a:cubicBezTo>
                    <a:pt x="21" y="31"/>
                    <a:pt x="25" y="47"/>
                    <a:pt x="33" y="8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44" y="125"/>
                    <a:pt x="50" y="149"/>
                    <a:pt x="59" y="160"/>
                  </a:cubicBezTo>
                  <a:cubicBezTo>
                    <a:pt x="66" y="168"/>
                    <a:pt x="76" y="161"/>
                    <a:pt x="79" y="153"/>
                  </a:cubicBezTo>
                  <a:lnTo>
                    <a:pt x="73" y="15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6" name="Freeform 140">
              <a:extLst>
                <a:ext uri="{FF2B5EF4-FFF2-40B4-BE49-F238E27FC236}">
                  <a16:creationId xmlns:a16="http://schemas.microsoft.com/office/drawing/2014/main" id="{3398F362-FAF5-4CD5-A77B-3EF22AAA3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411"/>
              <a:ext cx="35" cy="45"/>
            </a:xfrm>
            <a:custGeom>
              <a:avLst/>
              <a:gdLst>
                <a:gd name="T0" fmla="*/ 83 w 14"/>
                <a:gd name="T1" fmla="*/ 0 h 17"/>
                <a:gd name="T2" fmla="*/ 208 w 14"/>
                <a:gd name="T3" fmla="*/ 132 h 17"/>
                <a:gd name="T4" fmla="*/ 145 w 14"/>
                <a:gd name="T5" fmla="*/ 294 h 17"/>
                <a:gd name="T6" fmla="*/ 20 w 14"/>
                <a:gd name="T7" fmla="*/ 169 h 17"/>
                <a:gd name="T8" fmla="*/ 83 w 14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5" y="0"/>
                  </a:moveTo>
                  <a:cubicBezTo>
                    <a:pt x="8" y="0"/>
                    <a:pt x="12" y="3"/>
                    <a:pt x="13" y="7"/>
                  </a:cubicBezTo>
                  <a:cubicBezTo>
                    <a:pt x="14" y="11"/>
                    <a:pt x="12" y="15"/>
                    <a:pt x="9" y="16"/>
                  </a:cubicBezTo>
                  <a:cubicBezTo>
                    <a:pt x="6" y="17"/>
                    <a:pt x="2" y="14"/>
                    <a:pt x="1" y="9"/>
                  </a:cubicBezTo>
                  <a:cubicBezTo>
                    <a:pt x="0" y="5"/>
                    <a:pt x="2" y="1"/>
                    <a:pt x="5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7" name="Freeform 141">
              <a:extLst>
                <a:ext uri="{FF2B5EF4-FFF2-40B4-BE49-F238E27FC236}">
                  <a16:creationId xmlns:a16="http://schemas.microsoft.com/office/drawing/2014/main" id="{738E16B9-4B75-4EAA-926B-C801E44FA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032"/>
              <a:ext cx="30" cy="29"/>
            </a:xfrm>
            <a:custGeom>
              <a:avLst/>
              <a:gdLst>
                <a:gd name="T0" fmla="*/ 175 w 12"/>
                <a:gd name="T1" fmla="*/ 34 h 11"/>
                <a:gd name="T2" fmla="*/ 125 w 12"/>
                <a:gd name="T3" fmla="*/ 166 h 11"/>
                <a:gd name="T4" fmla="*/ 20 w 12"/>
                <a:gd name="T5" fmla="*/ 145 h 11"/>
                <a:gd name="T6" fmla="*/ 63 w 12"/>
                <a:gd name="T7" fmla="*/ 21 h 11"/>
                <a:gd name="T8" fmla="*/ 175 w 12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1" y="2"/>
                  </a:moveTo>
                  <a:cubicBezTo>
                    <a:pt x="12" y="4"/>
                    <a:pt x="11" y="7"/>
                    <a:pt x="8" y="9"/>
                  </a:cubicBezTo>
                  <a:cubicBezTo>
                    <a:pt x="5" y="11"/>
                    <a:pt x="2" y="10"/>
                    <a:pt x="1" y="8"/>
                  </a:cubicBezTo>
                  <a:cubicBezTo>
                    <a:pt x="0" y="6"/>
                    <a:pt x="1" y="3"/>
                    <a:pt x="4" y="1"/>
                  </a:cubicBezTo>
                  <a:cubicBezTo>
                    <a:pt x="7" y="0"/>
                    <a:pt x="10" y="0"/>
                    <a:pt x="11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8" name="Freeform 142">
              <a:extLst>
                <a:ext uri="{FF2B5EF4-FFF2-40B4-BE49-F238E27FC236}">
                  <a16:creationId xmlns:a16="http://schemas.microsoft.com/office/drawing/2014/main" id="{FBD0CA9F-6625-4AA9-8984-AB6A02678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037"/>
              <a:ext cx="160" cy="355"/>
            </a:xfrm>
            <a:custGeom>
              <a:avLst/>
              <a:gdLst>
                <a:gd name="T0" fmla="*/ 738 w 64"/>
                <a:gd name="T1" fmla="*/ 0 h 133"/>
                <a:gd name="T2" fmla="*/ 688 w 64"/>
                <a:gd name="T3" fmla="*/ 136 h 133"/>
                <a:gd name="T4" fmla="*/ 583 w 64"/>
                <a:gd name="T5" fmla="*/ 115 h 133"/>
                <a:gd name="T6" fmla="*/ 583 w 64"/>
                <a:gd name="T7" fmla="*/ 115 h 133"/>
                <a:gd name="T8" fmla="*/ 625 w 64"/>
                <a:gd name="T9" fmla="*/ 934 h 133"/>
                <a:gd name="T10" fmla="*/ 438 w 64"/>
                <a:gd name="T11" fmla="*/ 1311 h 133"/>
                <a:gd name="T12" fmla="*/ 83 w 64"/>
                <a:gd name="T13" fmla="*/ 2530 h 133"/>
                <a:gd name="T14" fmla="*/ 113 w 64"/>
                <a:gd name="T15" fmla="*/ 2509 h 133"/>
                <a:gd name="T16" fmla="*/ 270 w 64"/>
                <a:gd name="T17" fmla="*/ 2223 h 133"/>
                <a:gd name="T18" fmla="*/ 595 w 64"/>
                <a:gd name="T19" fmla="*/ 1425 h 133"/>
                <a:gd name="T20" fmla="*/ 783 w 64"/>
                <a:gd name="T21" fmla="*/ 1046 h 133"/>
                <a:gd name="T22" fmla="*/ 738 w 64"/>
                <a:gd name="T23" fmla="*/ 0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133">
                  <a:moveTo>
                    <a:pt x="47" y="0"/>
                  </a:moveTo>
                  <a:cubicBezTo>
                    <a:pt x="48" y="2"/>
                    <a:pt x="47" y="5"/>
                    <a:pt x="44" y="7"/>
                  </a:cubicBezTo>
                  <a:cubicBezTo>
                    <a:pt x="41" y="9"/>
                    <a:pt x="38" y="8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50" y="30"/>
                    <a:pt x="40" y="49"/>
                  </a:cubicBezTo>
                  <a:cubicBezTo>
                    <a:pt x="37" y="55"/>
                    <a:pt x="32" y="62"/>
                    <a:pt x="28" y="69"/>
                  </a:cubicBezTo>
                  <a:cubicBezTo>
                    <a:pt x="15" y="88"/>
                    <a:pt x="0" y="111"/>
                    <a:pt x="5" y="133"/>
                  </a:cubicBezTo>
                  <a:cubicBezTo>
                    <a:pt x="7" y="132"/>
                    <a:pt x="7" y="132"/>
                    <a:pt x="7" y="132"/>
                  </a:cubicBezTo>
                  <a:cubicBezTo>
                    <a:pt x="10" y="127"/>
                    <a:pt x="13" y="122"/>
                    <a:pt x="17" y="117"/>
                  </a:cubicBezTo>
                  <a:cubicBezTo>
                    <a:pt x="20" y="103"/>
                    <a:pt x="29" y="88"/>
                    <a:pt x="38" y="75"/>
                  </a:cubicBezTo>
                  <a:cubicBezTo>
                    <a:pt x="43" y="68"/>
                    <a:pt x="47" y="61"/>
                    <a:pt x="50" y="55"/>
                  </a:cubicBezTo>
                  <a:cubicBezTo>
                    <a:pt x="64" y="29"/>
                    <a:pt x="48" y="1"/>
                    <a:pt x="47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9" name="Freeform 143">
              <a:extLst>
                <a:ext uri="{FF2B5EF4-FFF2-40B4-BE49-F238E27FC236}">
                  <a16:creationId xmlns:a16="http://schemas.microsoft.com/office/drawing/2014/main" id="{43739B40-32AE-413B-90E1-ED757EAA3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971"/>
              <a:ext cx="350" cy="165"/>
            </a:xfrm>
            <a:custGeom>
              <a:avLst/>
              <a:gdLst>
                <a:gd name="T0" fmla="*/ 1033 w 140"/>
                <a:gd name="T1" fmla="*/ 660 h 62"/>
                <a:gd name="T2" fmla="*/ 1770 w 140"/>
                <a:gd name="T3" fmla="*/ 1019 h 62"/>
                <a:gd name="T4" fmla="*/ 2063 w 140"/>
                <a:gd name="T5" fmla="*/ 1147 h 62"/>
                <a:gd name="T6" fmla="*/ 2188 w 140"/>
                <a:gd name="T7" fmla="*/ 1168 h 62"/>
                <a:gd name="T8" fmla="*/ 2188 w 140"/>
                <a:gd name="T9" fmla="*/ 1168 h 62"/>
                <a:gd name="T10" fmla="*/ 1033 w 140"/>
                <a:gd name="T11" fmla="*/ 362 h 62"/>
                <a:gd name="T12" fmla="*/ 220 w 140"/>
                <a:gd name="T13" fmla="*/ 0 h 62"/>
                <a:gd name="T14" fmla="*/ 238 w 140"/>
                <a:gd name="T15" fmla="*/ 21 h 62"/>
                <a:gd name="T16" fmla="*/ 145 w 140"/>
                <a:gd name="T17" fmla="*/ 170 h 62"/>
                <a:gd name="T18" fmla="*/ 0 w 140"/>
                <a:gd name="T19" fmla="*/ 149 h 62"/>
                <a:gd name="T20" fmla="*/ 1033 w 140"/>
                <a:gd name="T21" fmla="*/ 66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62">
                  <a:moveTo>
                    <a:pt x="66" y="35"/>
                  </a:moveTo>
                  <a:cubicBezTo>
                    <a:pt x="82" y="36"/>
                    <a:pt x="100" y="44"/>
                    <a:pt x="113" y="54"/>
                  </a:cubicBezTo>
                  <a:cubicBezTo>
                    <a:pt x="122" y="56"/>
                    <a:pt x="121" y="60"/>
                    <a:pt x="132" y="61"/>
                  </a:cubicBezTo>
                  <a:cubicBezTo>
                    <a:pt x="134" y="61"/>
                    <a:pt x="137" y="62"/>
                    <a:pt x="140" y="62"/>
                  </a:cubicBezTo>
                  <a:cubicBezTo>
                    <a:pt x="140" y="62"/>
                    <a:pt x="140" y="62"/>
                    <a:pt x="140" y="62"/>
                  </a:cubicBezTo>
                  <a:cubicBezTo>
                    <a:pt x="129" y="39"/>
                    <a:pt x="96" y="20"/>
                    <a:pt x="66" y="19"/>
                  </a:cubicBezTo>
                  <a:cubicBezTo>
                    <a:pt x="41" y="18"/>
                    <a:pt x="18" y="7"/>
                    <a:pt x="14" y="0"/>
                  </a:cubicBezTo>
                  <a:cubicBezTo>
                    <a:pt x="14" y="0"/>
                    <a:pt x="15" y="0"/>
                    <a:pt x="15" y="1"/>
                  </a:cubicBezTo>
                  <a:cubicBezTo>
                    <a:pt x="16" y="4"/>
                    <a:pt x="13" y="7"/>
                    <a:pt x="9" y="9"/>
                  </a:cubicBezTo>
                  <a:cubicBezTo>
                    <a:pt x="5" y="10"/>
                    <a:pt x="2" y="10"/>
                    <a:pt x="0" y="8"/>
                  </a:cubicBezTo>
                  <a:cubicBezTo>
                    <a:pt x="9" y="24"/>
                    <a:pt x="40" y="34"/>
                    <a:pt x="66" y="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0" name="Freeform 144">
              <a:extLst>
                <a:ext uri="{FF2B5EF4-FFF2-40B4-BE49-F238E27FC236}">
                  <a16:creationId xmlns:a16="http://schemas.microsoft.com/office/drawing/2014/main" id="{3D7F49BF-64E2-461F-BFE6-94E6295CA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312"/>
              <a:ext cx="358" cy="272"/>
            </a:xfrm>
            <a:custGeom>
              <a:avLst/>
              <a:gdLst>
                <a:gd name="T0" fmla="*/ 2243 w 143"/>
                <a:gd name="T1" fmla="*/ 1707 h 102"/>
                <a:gd name="T2" fmla="*/ 2243 w 143"/>
                <a:gd name="T3" fmla="*/ 1707 h 102"/>
                <a:gd name="T4" fmla="*/ 1913 w 143"/>
                <a:gd name="T5" fmla="*/ 1288 h 102"/>
                <a:gd name="T6" fmla="*/ 1647 w 143"/>
                <a:gd name="T7" fmla="*/ 819 h 102"/>
                <a:gd name="T8" fmla="*/ 0 w 143"/>
                <a:gd name="T9" fmla="*/ 77 h 102"/>
                <a:gd name="T10" fmla="*/ 83 w 143"/>
                <a:gd name="T11" fmla="*/ 227 h 102"/>
                <a:gd name="T12" fmla="*/ 20 w 143"/>
                <a:gd name="T13" fmla="*/ 376 h 102"/>
                <a:gd name="T14" fmla="*/ 1460 w 143"/>
                <a:gd name="T15" fmla="*/ 1003 h 102"/>
                <a:gd name="T16" fmla="*/ 1692 w 143"/>
                <a:gd name="T17" fmla="*/ 1421 h 102"/>
                <a:gd name="T18" fmla="*/ 1913 w 143"/>
                <a:gd name="T19" fmla="*/ 1763 h 102"/>
                <a:gd name="T20" fmla="*/ 2243 w 143"/>
                <a:gd name="T21" fmla="*/ 1707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102">
                  <a:moveTo>
                    <a:pt x="143" y="90"/>
                  </a:moveTo>
                  <a:cubicBezTo>
                    <a:pt x="143" y="90"/>
                    <a:pt x="143" y="90"/>
                    <a:pt x="143" y="90"/>
                  </a:cubicBezTo>
                  <a:cubicBezTo>
                    <a:pt x="133" y="93"/>
                    <a:pt x="128" y="77"/>
                    <a:pt x="122" y="68"/>
                  </a:cubicBezTo>
                  <a:cubicBezTo>
                    <a:pt x="117" y="59"/>
                    <a:pt x="111" y="50"/>
                    <a:pt x="105" y="43"/>
                  </a:cubicBezTo>
                  <a:cubicBezTo>
                    <a:pt x="70" y="0"/>
                    <a:pt x="23" y="2"/>
                    <a:pt x="0" y="4"/>
                  </a:cubicBezTo>
                  <a:cubicBezTo>
                    <a:pt x="2" y="5"/>
                    <a:pt x="5" y="8"/>
                    <a:pt x="5" y="12"/>
                  </a:cubicBezTo>
                  <a:cubicBezTo>
                    <a:pt x="5" y="16"/>
                    <a:pt x="3" y="19"/>
                    <a:pt x="1" y="20"/>
                  </a:cubicBezTo>
                  <a:cubicBezTo>
                    <a:pt x="33" y="18"/>
                    <a:pt x="66" y="21"/>
                    <a:pt x="93" y="53"/>
                  </a:cubicBezTo>
                  <a:cubicBezTo>
                    <a:pt x="98" y="60"/>
                    <a:pt x="103" y="67"/>
                    <a:pt x="108" y="75"/>
                  </a:cubicBezTo>
                  <a:cubicBezTo>
                    <a:pt x="113" y="82"/>
                    <a:pt x="118" y="88"/>
                    <a:pt x="122" y="93"/>
                  </a:cubicBezTo>
                  <a:cubicBezTo>
                    <a:pt x="132" y="102"/>
                    <a:pt x="143" y="90"/>
                    <a:pt x="143" y="9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1" name="Freeform 145">
              <a:extLst>
                <a:ext uri="{FF2B5EF4-FFF2-40B4-BE49-F238E27FC236}">
                  <a16:creationId xmlns:a16="http://schemas.microsoft.com/office/drawing/2014/main" id="{FEA48B04-B656-4831-AB94-F930B5229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379"/>
              <a:ext cx="368" cy="226"/>
            </a:xfrm>
            <a:custGeom>
              <a:avLst/>
              <a:gdLst>
                <a:gd name="T0" fmla="*/ 2068 w 147"/>
                <a:gd name="T1" fmla="*/ 1279 h 85"/>
                <a:gd name="T2" fmla="*/ 1963 w 147"/>
                <a:gd name="T3" fmla="*/ 1109 h 85"/>
                <a:gd name="T4" fmla="*/ 1555 w 147"/>
                <a:gd name="T5" fmla="*/ 694 h 85"/>
                <a:gd name="T6" fmla="*/ 1242 w 147"/>
                <a:gd name="T7" fmla="*/ 375 h 85"/>
                <a:gd name="T8" fmla="*/ 95 w 147"/>
                <a:gd name="T9" fmla="*/ 205 h 85"/>
                <a:gd name="T10" fmla="*/ 0 w 147"/>
                <a:gd name="T11" fmla="*/ 226 h 85"/>
                <a:gd name="T12" fmla="*/ 113 w 147"/>
                <a:gd name="T13" fmla="*/ 362 h 85"/>
                <a:gd name="T14" fmla="*/ 63 w 147"/>
                <a:gd name="T15" fmla="*/ 524 h 85"/>
                <a:gd name="T16" fmla="*/ 158 w 147"/>
                <a:gd name="T17" fmla="*/ 487 h 85"/>
                <a:gd name="T18" fmla="*/ 1117 w 147"/>
                <a:gd name="T19" fmla="*/ 635 h 85"/>
                <a:gd name="T20" fmla="*/ 1397 w 147"/>
                <a:gd name="T21" fmla="*/ 920 h 85"/>
                <a:gd name="T22" fmla="*/ 2306 w 147"/>
                <a:gd name="T23" fmla="*/ 1316 h 85"/>
                <a:gd name="T24" fmla="*/ 2288 w 147"/>
                <a:gd name="T25" fmla="*/ 1316 h 85"/>
                <a:gd name="T26" fmla="*/ 2068 w 147"/>
                <a:gd name="T27" fmla="*/ 1279 h 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7" h="85">
                  <a:moveTo>
                    <a:pt x="132" y="68"/>
                  </a:moveTo>
                  <a:cubicBezTo>
                    <a:pt x="130" y="65"/>
                    <a:pt x="127" y="62"/>
                    <a:pt x="125" y="59"/>
                  </a:cubicBezTo>
                  <a:cubicBezTo>
                    <a:pt x="116" y="53"/>
                    <a:pt x="107" y="45"/>
                    <a:pt x="99" y="37"/>
                  </a:cubicBezTo>
                  <a:cubicBezTo>
                    <a:pt x="92" y="31"/>
                    <a:pt x="85" y="24"/>
                    <a:pt x="79" y="20"/>
                  </a:cubicBezTo>
                  <a:cubicBezTo>
                    <a:pt x="47" y="0"/>
                    <a:pt x="25" y="6"/>
                    <a:pt x="6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2"/>
                    <a:pt x="6" y="15"/>
                    <a:pt x="7" y="19"/>
                  </a:cubicBezTo>
                  <a:cubicBezTo>
                    <a:pt x="8" y="23"/>
                    <a:pt x="6" y="26"/>
                    <a:pt x="4" y="28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28" y="21"/>
                    <a:pt x="44" y="17"/>
                    <a:pt x="71" y="34"/>
                  </a:cubicBezTo>
                  <a:cubicBezTo>
                    <a:pt x="76" y="37"/>
                    <a:pt x="82" y="43"/>
                    <a:pt x="89" y="49"/>
                  </a:cubicBezTo>
                  <a:cubicBezTo>
                    <a:pt x="105" y="65"/>
                    <a:pt x="129" y="85"/>
                    <a:pt x="147" y="70"/>
                  </a:cubicBezTo>
                  <a:cubicBezTo>
                    <a:pt x="146" y="70"/>
                    <a:pt x="146" y="70"/>
                    <a:pt x="146" y="70"/>
                  </a:cubicBezTo>
                  <a:cubicBezTo>
                    <a:pt x="142" y="72"/>
                    <a:pt x="137" y="73"/>
                    <a:pt x="132" y="6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2" name="Freeform 146">
              <a:extLst>
                <a:ext uri="{FF2B5EF4-FFF2-40B4-BE49-F238E27FC236}">
                  <a16:creationId xmlns:a16="http://schemas.microsoft.com/office/drawing/2014/main" id="{D7193A85-C299-4988-9926-733B331C4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371"/>
              <a:ext cx="203" cy="165"/>
            </a:xfrm>
            <a:custGeom>
              <a:avLst/>
              <a:gdLst>
                <a:gd name="T0" fmla="*/ 0 w 81"/>
                <a:gd name="T1" fmla="*/ 149 h 62"/>
                <a:gd name="T2" fmla="*/ 972 w 81"/>
                <a:gd name="T3" fmla="*/ 886 h 62"/>
                <a:gd name="T4" fmla="*/ 1276 w 81"/>
                <a:gd name="T5" fmla="*/ 1168 h 62"/>
                <a:gd name="T6" fmla="*/ 1276 w 81"/>
                <a:gd name="T7" fmla="*/ 1168 h 62"/>
                <a:gd name="T8" fmla="*/ 1163 w 81"/>
                <a:gd name="T9" fmla="*/ 998 h 62"/>
                <a:gd name="T10" fmla="*/ 960 w 81"/>
                <a:gd name="T11" fmla="*/ 639 h 62"/>
                <a:gd name="T12" fmla="*/ 20 w 81"/>
                <a:gd name="T13" fmla="*/ 0 h 62"/>
                <a:gd name="T14" fmla="*/ 50 w 81"/>
                <a:gd name="T15" fmla="*/ 77 h 62"/>
                <a:gd name="T16" fmla="*/ 0 w 81"/>
                <a:gd name="T17" fmla="*/ 149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62">
                  <a:moveTo>
                    <a:pt x="0" y="8"/>
                  </a:moveTo>
                  <a:cubicBezTo>
                    <a:pt x="20" y="9"/>
                    <a:pt x="44" y="27"/>
                    <a:pt x="62" y="47"/>
                  </a:cubicBezTo>
                  <a:cubicBezTo>
                    <a:pt x="68" y="52"/>
                    <a:pt x="75" y="58"/>
                    <a:pt x="81" y="62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9" y="59"/>
                    <a:pt x="77" y="56"/>
                    <a:pt x="74" y="53"/>
                  </a:cubicBezTo>
                  <a:cubicBezTo>
                    <a:pt x="70" y="46"/>
                    <a:pt x="66" y="40"/>
                    <a:pt x="61" y="34"/>
                  </a:cubicBezTo>
                  <a:cubicBezTo>
                    <a:pt x="46" y="20"/>
                    <a:pt x="23" y="1"/>
                    <a:pt x="1" y="0"/>
                  </a:cubicBezTo>
                  <a:cubicBezTo>
                    <a:pt x="2" y="1"/>
                    <a:pt x="3" y="2"/>
                    <a:pt x="3" y="4"/>
                  </a:cubicBezTo>
                  <a:cubicBezTo>
                    <a:pt x="3" y="6"/>
                    <a:pt x="2" y="8"/>
                    <a:pt x="0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3" name="Freeform 147">
              <a:extLst>
                <a:ext uri="{FF2B5EF4-FFF2-40B4-BE49-F238E27FC236}">
                  <a16:creationId xmlns:a16="http://schemas.microsoft.com/office/drawing/2014/main" id="{350FF030-1FED-4C66-A82C-5E5AB7BE6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819"/>
              <a:ext cx="20" cy="18"/>
            </a:xfrm>
            <a:custGeom>
              <a:avLst/>
              <a:gdLst>
                <a:gd name="T0" fmla="*/ 0 w 8"/>
                <a:gd name="T1" fmla="*/ 67 h 7"/>
                <a:gd name="T2" fmla="*/ 63 w 8"/>
                <a:gd name="T3" fmla="*/ 0 h 7"/>
                <a:gd name="T4" fmla="*/ 125 w 8"/>
                <a:gd name="T5" fmla="*/ 54 h 7"/>
                <a:gd name="T6" fmla="*/ 63 w 8"/>
                <a:gd name="T7" fmla="*/ 118 h 7"/>
                <a:gd name="T8" fmla="*/ 0 w 8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8" y="5"/>
                    <a:pt x="6" y="6"/>
                    <a:pt x="4" y="7"/>
                  </a:cubicBezTo>
                  <a:cubicBezTo>
                    <a:pt x="2" y="7"/>
                    <a:pt x="0" y="5"/>
                    <a:pt x="0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4" name="Oval 148">
              <a:extLst>
                <a:ext uri="{FF2B5EF4-FFF2-40B4-BE49-F238E27FC236}">
                  <a16:creationId xmlns:a16="http://schemas.microsoft.com/office/drawing/2014/main" id="{CB2D88C0-AAE7-420C-932C-28353499C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" y="3093"/>
              <a:ext cx="15" cy="22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5" name="Freeform 149">
              <a:extLst>
                <a:ext uri="{FF2B5EF4-FFF2-40B4-BE49-F238E27FC236}">
                  <a16:creationId xmlns:a16="http://schemas.microsoft.com/office/drawing/2014/main" id="{51AFC99A-5B73-4852-B675-1278A8973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3093"/>
              <a:ext cx="315" cy="736"/>
            </a:xfrm>
            <a:custGeom>
              <a:avLst/>
              <a:gdLst>
                <a:gd name="T0" fmla="*/ 1970 w 126"/>
                <a:gd name="T1" fmla="*/ 4573 h 276"/>
                <a:gd name="T2" fmla="*/ 1970 w 126"/>
                <a:gd name="T3" fmla="*/ 4472 h 276"/>
                <a:gd name="T4" fmla="*/ 1708 w 126"/>
                <a:gd name="T5" fmla="*/ 4131 h 276"/>
                <a:gd name="T6" fmla="*/ 1625 w 126"/>
                <a:gd name="T7" fmla="*/ 3869 h 276"/>
                <a:gd name="T8" fmla="*/ 1563 w 126"/>
                <a:gd name="T9" fmla="*/ 3336 h 276"/>
                <a:gd name="T10" fmla="*/ 1925 w 126"/>
                <a:gd name="T11" fmla="*/ 3811 h 276"/>
                <a:gd name="T12" fmla="*/ 1908 w 126"/>
                <a:gd name="T13" fmla="*/ 3699 h 276"/>
                <a:gd name="T14" fmla="*/ 1595 w 126"/>
                <a:gd name="T15" fmla="*/ 3264 h 276"/>
                <a:gd name="T16" fmla="*/ 1500 w 126"/>
                <a:gd name="T17" fmla="*/ 2936 h 276"/>
                <a:gd name="T18" fmla="*/ 1425 w 126"/>
                <a:gd name="T19" fmla="*/ 2525 h 276"/>
                <a:gd name="T20" fmla="*/ 1800 w 126"/>
                <a:gd name="T21" fmla="*/ 2901 h 276"/>
                <a:gd name="T22" fmla="*/ 1783 w 126"/>
                <a:gd name="T23" fmla="*/ 2808 h 276"/>
                <a:gd name="T24" fmla="*/ 1438 w 126"/>
                <a:gd name="T25" fmla="*/ 2424 h 276"/>
                <a:gd name="T26" fmla="*/ 1345 w 126"/>
                <a:gd name="T27" fmla="*/ 2163 h 276"/>
                <a:gd name="T28" fmla="*/ 1208 w 126"/>
                <a:gd name="T29" fmla="*/ 1536 h 276"/>
                <a:gd name="T30" fmla="*/ 1188 w 126"/>
                <a:gd name="T31" fmla="*/ 1459 h 276"/>
                <a:gd name="T32" fmla="*/ 1595 w 126"/>
                <a:gd name="T33" fmla="*/ 1821 h 276"/>
                <a:gd name="T34" fmla="*/ 1563 w 126"/>
                <a:gd name="T35" fmla="*/ 1728 h 276"/>
                <a:gd name="T36" fmla="*/ 1208 w 126"/>
                <a:gd name="T37" fmla="*/ 1344 h 276"/>
                <a:gd name="T38" fmla="*/ 1083 w 126"/>
                <a:gd name="T39" fmla="*/ 1101 h 276"/>
                <a:gd name="T40" fmla="*/ 0 w 126"/>
                <a:gd name="T41" fmla="*/ 0 h 276"/>
                <a:gd name="T42" fmla="*/ 50 w 126"/>
                <a:gd name="T43" fmla="*/ 77 h 276"/>
                <a:gd name="T44" fmla="*/ 0 w 126"/>
                <a:gd name="T45" fmla="*/ 149 h 276"/>
                <a:gd name="T46" fmla="*/ 0 w 126"/>
                <a:gd name="T47" fmla="*/ 149 h 276"/>
                <a:gd name="T48" fmla="*/ 0 w 126"/>
                <a:gd name="T49" fmla="*/ 149 h 276"/>
                <a:gd name="T50" fmla="*/ 1063 w 126"/>
                <a:gd name="T51" fmla="*/ 1501 h 276"/>
                <a:gd name="T52" fmla="*/ 1083 w 126"/>
                <a:gd name="T53" fmla="*/ 1571 h 276"/>
                <a:gd name="T54" fmla="*/ 1550 w 126"/>
                <a:gd name="T55" fmla="*/ 4232 h 276"/>
                <a:gd name="T56" fmla="*/ 1613 w 126"/>
                <a:gd name="T57" fmla="*/ 5235 h 276"/>
                <a:gd name="T58" fmla="*/ 1613 w 126"/>
                <a:gd name="T59" fmla="*/ 5235 h 276"/>
                <a:gd name="T60" fmla="*/ 1613 w 126"/>
                <a:gd name="T61" fmla="*/ 5235 h 276"/>
                <a:gd name="T62" fmla="*/ 1675 w 126"/>
                <a:gd name="T63" fmla="*/ 5155 h 276"/>
                <a:gd name="T64" fmla="*/ 1738 w 126"/>
                <a:gd name="T65" fmla="*/ 5213 h 276"/>
                <a:gd name="T66" fmla="*/ 1675 w 126"/>
                <a:gd name="T67" fmla="*/ 4232 h 276"/>
                <a:gd name="T68" fmla="*/ 1970 w 126"/>
                <a:gd name="T69" fmla="*/ 4573 h 27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6" h="276">
                  <a:moveTo>
                    <a:pt x="126" y="241"/>
                  </a:moveTo>
                  <a:cubicBezTo>
                    <a:pt x="126" y="239"/>
                    <a:pt x="126" y="237"/>
                    <a:pt x="126" y="236"/>
                  </a:cubicBezTo>
                  <a:cubicBezTo>
                    <a:pt x="120" y="231"/>
                    <a:pt x="113" y="226"/>
                    <a:pt x="109" y="218"/>
                  </a:cubicBezTo>
                  <a:cubicBezTo>
                    <a:pt x="106" y="214"/>
                    <a:pt x="105" y="207"/>
                    <a:pt x="104" y="204"/>
                  </a:cubicBezTo>
                  <a:cubicBezTo>
                    <a:pt x="103" y="194"/>
                    <a:pt x="102" y="185"/>
                    <a:pt x="100" y="176"/>
                  </a:cubicBezTo>
                  <a:cubicBezTo>
                    <a:pt x="108" y="189"/>
                    <a:pt x="119" y="198"/>
                    <a:pt x="123" y="201"/>
                  </a:cubicBezTo>
                  <a:cubicBezTo>
                    <a:pt x="123" y="199"/>
                    <a:pt x="122" y="197"/>
                    <a:pt x="122" y="195"/>
                  </a:cubicBezTo>
                  <a:cubicBezTo>
                    <a:pt x="117" y="191"/>
                    <a:pt x="108" y="182"/>
                    <a:pt x="102" y="172"/>
                  </a:cubicBezTo>
                  <a:cubicBezTo>
                    <a:pt x="98" y="166"/>
                    <a:pt x="97" y="158"/>
                    <a:pt x="96" y="155"/>
                  </a:cubicBezTo>
                  <a:cubicBezTo>
                    <a:pt x="94" y="148"/>
                    <a:pt x="93" y="140"/>
                    <a:pt x="91" y="133"/>
                  </a:cubicBezTo>
                  <a:cubicBezTo>
                    <a:pt x="97" y="140"/>
                    <a:pt x="105" y="147"/>
                    <a:pt x="115" y="153"/>
                  </a:cubicBezTo>
                  <a:cubicBezTo>
                    <a:pt x="115" y="151"/>
                    <a:pt x="114" y="149"/>
                    <a:pt x="114" y="148"/>
                  </a:cubicBezTo>
                  <a:cubicBezTo>
                    <a:pt x="105" y="142"/>
                    <a:pt x="98" y="135"/>
                    <a:pt x="92" y="128"/>
                  </a:cubicBezTo>
                  <a:cubicBezTo>
                    <a:pt x="91" y="126"/>
                    <a:pt x="87" y="117"/>
                    <a:pt x="86" y="114"/>
                  </a:cubicBezTo>
                  <a:cubicBezTo>
                    <a:pt x="83" y="102"/>
                    <a:pt x="80" y="91"/>
                    <a:pt x="77" y="81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85" y="87"/>
                    <a:pt x="95" y="94"/>
                    <a:pt x="102" y="96"/>
                  </a:cubicBezTo>
                  <a:cubicBezTo>
                    <a:pt x="101" y="94"/>
                    <a:pt x="101" y="93"/>
                    <a:pt x="100" y="91"/>
                  </a:cubicBezTo>
                  <a:cubicBezTo>
                    <a:pt x="94" y="88"/>
                    <a:pt x="85" y="81"/>
                    <a:pt x="77" y="71"/>
                  </a:cubicBezTo>
                  <a:cubicBezTo>
                    <a:pt x="76" y="69"/>
                    <a:pt x="70" y="61"/>
                    <a:pt x="69" y="58"/>
                  </a:cubicBezTo>
                  <a:cubicBezTo>
                    <a:pt x="54" y="23"/>
                    <a:pt x="29" y="1"/>
                    <a:pt x="0" y="0"/>
                  </a:cubicBezTo>
                  <a:cubicBezTo>
                    <a:pt x="2" y="0"/>
                    <a:pt x="3" y="2"/>
                    <a:pt x="3" y="4"/>
                  </a:cubicBezTo>
                  <a:cubicBezTo>
                    <a:pt x="3" y="6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0" y="9"/>
                    <a:pt x="56" y="37"/>
                    <a:pt x="68" y="79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80" y="120"/>
                    <a:pt x="92" y="164"/>
                    <a:pt x="99" y="223"/>
                  </a:cubicBezTo>
                  <a:cubicBezTo>
                    <a:pt x="100" y="233"/>
                    <a:pt x="102" y="266"/>
                    <a:pt x="103" y="276"/>
                  </a:cubicBezTo>
                  <a:cubicBezTo>
                    <a:pt x="103" y="276"/>
                    <a:pt x="103" y="276"/>
                    <a:pt x="103" y="276"/>
                  </a:cubicBezTo>
                  <a:cubicBezTo>
                    <a:pt x="103" y="276"/>
                    <a:pt x="103" y="276"/>
                    <a:pt x="103" y="276"/>
                  </a:cubicBezTo>
                  <a:cubicBezTo>
                    <a:pt x="103" y="274"/>
                    <a:pt x="105" y="272"/>
                    <a:pt x="107" y="272"/>
                  </a:cubicBezTo>
                  <a:cubicBezTo>
                    <a:pt x="109" y="272"/>
                    <a:pt x="111" y="273"/>
                    <a:pt x="111" y="275"/>
                  </a:cubicBezTo>
                  <a:cubicBezTo>
                    <a:pt x="110" y="265"/>
                    <a:pt x="108" y="232"/>
                    <a:pt x="107" y="223"/>
                  </a:cubicBezTo>
                  <a:cubicBezTo>
                    <a:pt x="113" y="231"/>
                    <a:pt x="120" y="236"/>
                    <a:pt x="126" y="2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6" name="Freeform 150">
              <a:extLst>
                <a:ext uri="{FF2B5EF4-FFF2-40B4-BE49-F238E27FC236}">
                  <a16:creationId xmlns:a16="http://schemas.microsoft.com/office/drawing/2014/main" id="{2E5425B9-45F9-4568-834F-81382BB22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565"/>
              <a:ext cx="105" cy="488"/>
            </a:xfrm>
            <a:custGeom>
              <a:avLst/>
              <a:gdLst>
                <a:gd name="T0" fmla="*/ 125 w 42"/>
                <a:gd name="T1" fmla="*/ 0 h 183"/>
                <a:gd name="T2" fmla="*/ 0 w 42"/>
                <a:gd name="T3" fmla="*/ 3469 h 1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83">
                  <a:moveTo>
                    <a:pt x="8" y="0"/>
                  </a:moveTo>
                  <a:cubicBezTo>
                    <a:pt x="36" y="24"/>
                    <a:pt x="42" y="130"/>
                    <a:pt x="0" y="18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7" name="Freeform 151">
              <a:extLst>
                <a:ext uri="{FF2B5EF4-FFF2-40B4-BE49-F238E27FC236}">
                  <a16:creationId xmlns:a16="http://schemas.microsoft.com/office/drawing/2014/main" id="{E9234B06-42C8-493B-9D22-5BEA0598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475"/>
              <a:ext cx="166" cy="192"/>
            </a:xfrm>
            <a:custGeom>
              <a:avLst/>
              <a:gdLst>
                <a:gd name="T0" fmla="*/ 923 w 66"/>
                <a:gd name="T1" fmla="*/ 1173 h 72"/>
                <a:gd name="T2" fmla="*/ 410 w 66"/>
                <a:gd name="T3" fmla="*/ 797 h 72"/>
                <a:gd name="T4" fmla="*/ 126 w 66"/>
                <a:gd name="T5" fmla="*/ 192 h 72"/>
                <a:gd name="T6" fmla="*/ 684 w 66"/>
                <a:gd name="T7" fmla="*/ 568 h 72"/>
                <a:gd name="T8" fmla="*/ 923 w 66"/>
                <a:gd name="T9" fmla="*/ 1173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72">
                  <a:moveTo>
                    <a:pt x="58" y="62"/>
                  </a:moveTo>
                  <a:cubicBezTo>
                    <a:pt x="50" y="72"/>
                    <a:pt x="38" y="57"/>
                    <a:pt x="26" y="42"/>
                  </a:cubicBezTo>
                  <a:cubicBezTo>
                    <a:pt x="13" y="25"/>
                    <a:pt x="0" y="20"/>
                    <a:pt x="8" y="10"/>
                  </a:cubicBezTo>
                  <a:cubicBezTo>
                    <a:pt x="16" y="0"/>
                    <a:pt x="31" y="19"/>
                    <a:pt x="43" y="30"/>
                  </a:cubicBezTo>
                  <a:cubicBezTo>
                    <a:pt x="51" y="39"/>
                    <a:pt x="66" y="48"/>
                    <a:pt x="58" y="6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8" name="Oval 152">
              <a:extLst>
                <a:ext uri="{FF2B5EF4-FFF2-40B4-BE49-F238E27FC236}">
                  <a16:creationId xmlns:a16="http://schemas.microsoft.com/office/drawing/2014/main" id="{583B755C-17FA-434E-92C7-21E389C2C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3" y="1483"/>
              <a:ext cx="30" cy="2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9" name="Freeform 153">
              <a:extLst>
                <a:ext uri="{FF2B5EF4-FFF2-40B4-BE49-F238E27FC236}">
                  <a16:creationId xmlns:a16="http://schemas.microsoft.com/office/drawing/2014/main" id="{CAB7F0AD-896E-45CB-B6EF-0CEC46368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1493"/>
              <a:ext cx="152" cy="174"/>
            </a:xfrm>
            <a:custGeom>
              <a:avLst/>
              <a:gdLst>
                <a:gd name="T0" fmla="*/ 0 w 61"/>
                <a:gd name="T1" fmla="*/ 1039 h 65"/>
                <a:gd name="T2" fmla="*/ 683 w 61"/>
                <a:gd name="T3" fmla="*/ 171 h 65"/>
                <a:gd name="T4" fmla="*/ 758 w 61"/>
                <a:gd name="T5" fmla="*/ 0 h 65"/>
                <a:gd name="T6" fmla="*/ 758 w 61"/>
                <a:gd name="T7" fmla="*/ 21 h 65"/>
                <a:gd name="T8" fmla="*/ 850 w 61"/>
                <a:gd name="T9" fmla="*/ 115 h 65"/>
                <a:gd name="T10" fmla="*/ 944 w 61"/>
                <a:gd name="T11" fmla="*/ 56 h 65"/>
                <a:gd name="T12" fmla="*/ 932 w 61"/>
                <a:gd name="T13" fmla="*/ 78 h 65"/>
                <a:gd name="T14" fmla="*/ 850 w 61"/>
                <a:gd name="T15" fmla="*/ 265 h 65"/>
                <a:gd name="T16" fmla="*/ 75 w 61"/>
                <a:gd name="T17" fmla="*/ 124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65">
                  <a:moveTo>
                    <a:pt x="0" y="54"/>
                  </a:moveTo>
                  <a:cubicBezTo>
                    <a:pt x="28" y="42"/>
                    <a:pt x="37" y="24"/>
                    <a:pt x="44" y="9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1"/>
                  </a:cubicBezTo>
                  <a:cubicBezTo>
                    <a:pt x="49" y="4"/>
                    <a:pt x="52" y="6"/>
                    <a:pt x="55" y="6"/>
                  </a:cubicBezTo>
                  <a:cubicBezTo>
                    <a:pt x="58" y="6"/>
                    <a:pt x="60" y="4"/>
                    <a:pt x="61" y="3"/>
                  </a:cubicBezTo>
                  <a:cubicBezTo>
                    <a:pt x="61" y="3"/>
                    <a:pt x="61" y="4"/>
                    <a:pt x="60" y="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47" y="30"/>
                    <a:pt x="37" y="51"/>
                    <a:pt x="5" y="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0" name="Freeform 154">
              <a:extLst>
                <a:ext uri="{FF2B5EF4-FFF2-40B4-BE49-F238E27FC236}">
                  <a16:creationId xmlns:a16="http://schemas.microsoft.com/office/drawing/2014/main" id="{68ACE39B-A19E-4B3F-81FD-ACA0A4A20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504"/>
              <a:ext cx="273" cy="312"/>
            </a:xfrm>
            <a:custGeom>
              <a:avLst/>
              <a:gdLst>
                <a:gd name="T0" fmla="*/ 0 w 109"/>
                <a:gd name="T1" fmla="*/ 1160 h 117"/>
                <a:gd name="T2" fmla="*/ 33 w 109"/>
                <a:gd name="T3" fmla="*/ 1160 h 117"/>
                <a:gd name="T4" fmla="*/ 784 w 109"/>
                <a:gd name="T5" fmla="*/ 264 h 117"/>
                <a:gd name="T6" fmla="*/ 929 w 109"/>
                <a:gd name="T7" fmla="*/ 0 h 117"/>
                <a:gd name="T8" fmla="*/ 929 w 109"/>
                <a:gd name="T9" fmla="*/ 0 h 117"/>
                <a:gd name="T10" fmla="*/ 1222 w 109"/>
                <a:gd name="T11" fmla="*/ 589 h 117"/>
                <a:gd name="T12" fmla="*/ 1713 w 109"/>
                <a:gd name="T13" fmla="*/ 989 h 117"/>
                <a:gd name="T14" fmla="*/ 1034 w 109"/>
                <a:gd name="T15" fmla="*/ 2219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17">
                  <a:moveTo>
                    <a:pt x="0" y="61"/>
                  </a:moveTo>
                  <a:cubicBezTo>
                    <a:pt x="1" y="61"/>
                    <a:pt x="1" y="61"/>
                    <a:pt x="2" y="61"/>
                  </a:cubicBezTo>
                  <a:cubicBezTo>
                    <a:pt x="31" y="48"/>
                    <a:pt x="43" y="29"/>
                    <a:pt x="50" y="14"/>
                  </a:cubicBezTo>
                  <a:cubicBezTo>
                    <a:pt x="54" y="9"/>
                    <a:pt x="57" y="4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3" y="10"/>
                    <a:pt x="65" y="14"/>
                    <a:pt x="78" y="31"/>
                  </a:cubicBezTo>
                  <a:cubicBezTo>
                    <a:pt x="89" y="46"/>
                    <a:pt x="101" y="61"/>
                    <a:pt x="109" y="52"/>
                  </a:cubicBezTo>
                  <a:cubicBezTo>
                    <a:pt x="91" y="78"/>
                    <a:pt x="66" y="107"/>
                    <a:pt x="66" y="1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1" name="Freeform 155">
              <a:extLst>
                <a:ext uri="{FF2B5EF4-FFF2-40B4-BE49-F238E27FC236}">
                  <a16:creationId xmlns:a16="http://schemas.microsoft.com/office/drawing/2014/main" id="{4C81749B-4DE0-43EC-B131-934FD396F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733"/>
              <a:ext cx="58" cy="187"/>
            </a:xfrm>
            <a:custGeom>
              <a:avLst/>
              <a:gdLst>
                <a:gd name="T0" fmla="*/ 192 w 23"/>
                <a:gd name="T1" fmla="*/ 56 h 70"/>
                <a:gd name="T2" fmla="*/ 255 w 23"/>
                <a:gd name="T3" fmla="*/ 705 h 70"/>
                <a:gd name="T4" fmla="*/ 126 w 23"/>
                <a:gd name="T5" fmla="*/ 1336 h 70"/>
                <a:gd name="T6" fmla="*/ 33 w 23"/>
                <a:gd name="T7" fmla="*/ 649 h 70"/>
                <a:gd name="T8" fmla="*/ 192 w 23"/>
                <a:gd name="T9" fmla="*/ 56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0">
                  <a:moveTo>
                    <a:pt x="12" y="3"/>
                  </a:moveTo>
                  <a:cubicBezTo>
                    <a:pt x="23" y="6"/>
                    <a:pt x="17" y="20"/>
                    <a:pt x="16" y="37"/>
                  </a:cubicBezTo>
                  <a:cubicBezTo>
                    <a:pt x="15" y="54"/>
                    <a:pt x="16" y="70"/>
                    <a:pt x="8" y="70"/>
                  </a:cubicBezTo>
                  <a:cubicBezTo>
                    <a:pt x="0" y="70"/>
                    <a:pt x="0" y="49"/>
                    <a:pt x="2" y="34"/>
                  </a:cubicBezTo>
                  <a:cubicBezTo>
                    <a:pt x="4" y="19"/>
                    <a:pt x="5" y="0"/>
                    <a:pt x="12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2" name="Freeform 156">
              <a:extLst>
                <a:ext uri="{FF2B5EF4-FFF2-40B4-BE49-F238E27FC236}">
                  <a16:creationId xmlns:a16="http://schemas.microsoft.com/office/drawing/2014/main" id="{CCA29FAE-AC9E-448E-B5D2-3EDE7100A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629"/>
              <a:ext cx="272" cy="403"/>
            </a:xfrm>
            <a:custGeom>
              <a:avLst/>
              <a:gdLst>
                <a:gd name="T0" fmla="*/ 512 w 109"/>
                <a:gd name="T1" fmla="*/ 0 h 151"/>
                <a:gd name="T2" fmla="*/ 1694 w 109"/>
                <a:gd name="T3" fmla="*/ 798 h 151"/>
                <a:gd name="T4" fmla="*/ 1570 w 109"/>
                <a:gd name="T5" fmla="*/ 1388 h 151"/>
                <a:gd name="T6" fmla="*/ 1662 w 109"/>
                <a:gd name="T7" fmla="*/ 2074 h 151"/>
                <a:gd name="T8" fmla="*/ 0 w 109"/>
                <a:gd name="T9" fmla="*/ 2872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1">
                  <a:moveTo>
                    <a:pt x="33" y="0"/>
                  </a:moveTo>
                  <a:cubicBezTo>
                    <a:pt x="35" y="11"/>
                    <a:pt x="85" y="38"/>
                    <a:pt x="109" y="42"/>
                  </a:cubicBezTo>
                  <a:cubicBezTo>
                    <a:pt x="104" y="42"/>
                    <a:pt x="103" y="59"/>
                    <a:pt x="101" y="73"/>
                  </a:cubicBezTo>
                  <a:cubicBezTo>
                    <a:pt x="99" y="88"/>
                    <a:pt x="99" y="109"/>
                    <a:pt x="107" y="109"/>
                  </a:cubicBezTo>
                  <a:cubicBezTo>
                    <a:pt x="90" y="107"/>
                    <a:pt x="29" y="114"/>
                    <a:pt x="0" y="1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3" name="Freeform 157">
              <a:extLst>
                <a:ext uri="{FF2B5EF4-FFF2-40B4-BE49-F238E27FC236}">
                  <a16:creationId xmlns:a16="http://schemas.microsoft.com/office/drawing/2014/main" id="{C5D71E32-7581-4D86-88C7-2E2BB170A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685"/>
              <a:ext cx="45" cy="200"/>
            </a:xfrm>
            <a:custGeom>
              <a:avLst/>
              <a:gdLst>
                <a:gd name="T0" fmla="*/ 113 w 18"/>
                <a:gd name="T1" fmla="*/ 0 h 75"/>
                <a:gd name="T2" fmla="*/ 250 w 18"/>
                <a:gd name="T3" fmla="*/ 760 h 75"/>
                <a:gd name="T4" fmla="*/ 113 w 18"/>
                <a:gd name="T5" fmla="*/ 1421 h 75"/>
                <a:gd name="T6" fmla="*/ 0 w 18"/>
                <a:gd name="T7" fmla="*/ 704 h 75"/>
                <a:gd name="T8" fmla="*/ 113 w 18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5">
                  <a:moveTo>
                    <a:pt x="7" y="0"/>
                  </a:moveTo>
                  <a:cubicBezTo>
                    <a:pt x="18" y="0"/>
                    <a:pt x="16" y="28"/>
                    <a:pt x="16" y="40"/>
                  </a:cubicBezTo>
                  <a:cubicBezTo>
                    <a:pt x="16" y="51"/>
                    <a:pt x="14" y="75"/>
                    <a:pt x="7" y="75"/>
                  </a:cubicBezTo>
                  <a:cubicBezTo>
                    <a:pt x="1" y="75"/>
                    <a:pt x="0" y="54"/>
                    <a:pt x="0" y="37"/>
                  </a:cubicBezTo>
                  <a:cubicBezTo>
                    <a:pt x="0" y="21"/>
                    <a:pt x="0" y="0"/>
                    <a:pt x="7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4" name="Freeform 158">
              <a:extLst>
                <a:ext uri="{FF2B5EF4-FFF2-40B4-BE49-F238E27FC236}">
                  <a16:creationId xmlns:a16="http://schemas.microsoft.com/office/drawing/2014/main" id="{7634E02C-72DC-4A25-AE43-71C278C00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035"/>
              <a:ext cx="62" cy="202"/>
            </a:xfrm>
            <a:custGeom>
              <a:avLst/>
              <a:gdLst>
                <a:gd name="T0" fmla="*/ 216 w 25"/>
                <a:gd name="T1" fmla="*/ 21 h 76"/>
                <a:gd name="T2" fmla="*/ 278 w 25"/>
                <a:gd name="T3" fmla="*/ 792 h 76"/>
                <a:gd name="T4" fmla="*/ 92 w 25"/>
                <a:gd name="T5" fmla="*/ 1427 h 76"/>
                <a:gd name="T6" fmla="*/ 42 w 25"/>
                <a:gd name="T7" fmla="*/ 712 h 76"/>
                <a:gd name="T8" fmla="*/ 216 w 25"/>
                <a:gd name="T9" fmla="*/ 2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6">
                  <a:moveTo>
                    <a:pt x="14" y="1"/>
                  </a:moveTo>
                  <a:cubicBezTo>
                    <a:pt x="25" y="3"/>
                    <a:pt x="20" y="31"/>
                    <a:pt x="18" y="42"/>
                  </a:cubicBezTo>
                  <a:cubicBezTo>
                    <a:pt x="17" y="54"/>
                    <a:pt x="12" y="76"/>
                    <a:pt x="6" y="76"/>
                  </a:cubicBezTo>
                  <a:cubicBezTo>
                    <a:pt x="0" y="75"/>
                    <a:pt x="1" y="54"/>
                    <a:pt x="3" y="38"/>
                  </a:cubicBezTo>
                  <a:cubicBezTo>
                    <a:pt x="5" y="21"/>
                    <a:pt x="7" y="0"/>
                    <a:pt x="14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5" name="Freeform 159">
              <a:extLst>
                <a:ext uri="{FF2B5EF4-FFF2-40B4-BE49-F238E27FC236}">
                  <a16:creationId xmlns:a16="http://schemas.microsoft.com/office/drawing/2014/main" id="{1EC778FC-4AD2-4FA2-A0EC-207A8D529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435"/>
              <a:ext cx="58" cy="181"/>
            </a:xfrm>
            <a:custGeom>
              <a:avLst/>
              <a:gdLst>
                <a:gd name="T0" fmla="*/ 209 w 23"/>
                <a:gd name="T1" fmla="*/ 0 h 68"/>
                <a:gd name="T2" fmla="*/ 272 w 23"/>
                <a:gd name="T3" fmla="*/ 695 h 68"/>
                <a:gd name="T4" fmla="*/ 96 w 23"/>
                <a:gd name="T5" fmla="*/ 1262 h 68"/>
                <a:gd name="T6" fmla="*/ 50 w 23"/>
                <a:gd name="T7" fmla="*/ 623 h 68"/>
                <a:gd name="T8" fmla="*/ 209 w 23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8">
                  <a:moveTo>
                    <a:pt x="13" y="0"/>
                  </a:moveTo>
                  <a:cubicBezTo>
                    <a:pt x="23" y="1"/>
                    <a:pt x="18" y="27"/>
                    <a:pt x="17" y="37"/>
                  </a:cubicBezTo>
                  <a:cubicBezTo>
                    <a:pt x="16" y="48"/>
                    <a:pt x="12" y="68"/>
                    <a:pt x="6" y="67"/>
                  </a:cubicBezTo>
                  <a:cubicBezTo>
                    <a:pt x="0" y="67"/>
                    <a:pt x="1" y="48"/>
                    <a:pt x="3" y="33"/>
                  </a:cubicBezTo>
                  <a:cubicBezTo>
                    <a:pt x="5" y="18"/>
                    <a:pt x="7" y="0"/>
                    <a:pt x="13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6" name="Freeform 160">
              <a:extLst>
                <a:ext uri="{FF2B5EF4-FFF2-40B4-BE49-F238E27FC236}">
                  <a16:creationId xmlns:a16="http://schemas.microsoft.com/office/drawing/2014/main" id="{B0A171DD-A1DE-4AAD-9417-6E74FD431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312"/>
              <a:ext cx="95" cy="376"/>
            </a:xfrm>
            <a:custGeom>
              <a:avLst/>
              <a:gdLst>
                <a:gd name="T0" fmla="*/ 95 w 38"/>
                <a:gd name="T1" fmla="*/ 0 h 141"/>
                <a:gd name="T2" fmla="*/ 113 w 38"/>
                <a:gd name="T3" fmla="*/ 77 h 141"/>
                <a:gd name="T4" fmla="*/ 595 w 38"/>
                <a:gd name="T5" fmla="*/ 875 h 141"/>
                <a:gd name="T6" fmla="*/ 438 w 38"/>
                <a:gd name="T7" fmla="*/ 1501 h 141"/>
                <a:gd name="T8" fmla="*/ 488 w 38"/>
                <a:gd name="T9" fmla="*/ 2141 h 141"/>
                <a:gd name="T10" fmla="*/ 20 w 38"/>
                <a:gd name="T11" fmla="*/ 2675 h 141"/>
                <a:gd name="T12" fmla="*/ 0 w 38"/>
                <a:gd name="T13" fmla="*/ 2637 h 141"/>
                <a:gd name="T14" fmla="*/ 95 w 38"/>
                <a:gd name="T15" fmla="*/ 0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41">
                  <a:moveTo>
                    <a:pt x="6" y="0"/>
                  </a:moveTo>
                  <a:cubicBezTo>
                    <a:pt x="7" y="1"/>
                    <a:pt x="7" y="2"/>
                    <a:pt x="7" y="4"/>
                  </a:cubicBezTo>
                  <a:cubicBezTo>
                    <a:pt x="10" y="24"/>
                    <a:pt x="28" y="44"/>
                    <a:pt x="38" y="46"/>
                  </a:cubicBezTo>
                  <a:cubicBezTo>
                    <a:pt x="32" y="46"/>
                    <a:pt x="30" y="64"/>
                    <a:pt x="28" y="79"/>
                  </a:cubicBezTo>
                  <a:cubicBezTo>
                    <a:pt x="26" y="94"/>
                    <a:pt x="25" y="113"/>
                    <a:pt x="31" y="113"/>
                  </a:cubicBezTo>
                  <a:cubicBezTo>
                    <a:pt x="12" y="113"/>
                    <a:pt x="1" y="141"/>
                    <a:pt x="1" y="141"/>
                  </a:cubicBezTo>
                  <a:cubicBezTo>
                    <a:pt x="1" y="141"/>
                    <a:pt x="1" y="140"/>
                    <a:pt x="0" y="139"/>
                  </a:cubicBezTo>
                  <a:cubicBezTo>
                    <a:pt x="1" y="95"/>
                    <a:pt x="2" y="47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7" name="Freeform 161">
              <a:extLst>
                <a:ext uri="{FF2B5EF4-FFF2-40B4-BE49-F238E27FC236}">
                  <a16:creationId xmlns:a16="http://schemas.microsoft.com/office/drawing/2014/main" id="{F095FF2B-2055-406A-8805-796BCB2AE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63"/>
              <a:ext cx="158" cy="341"/>
            </a:xfrm>
            <a:custGeom>
              <a:avLst/>
              <a:gdLst>
                <a:gd name="T0" fmla="*/ 221 w 63"/>
                <a:gd name="T1" fmla="*/ 567 h 128"/>
                <a:gd name="T2" fmla="*/ 313 w 63"/>
                <a:gd name="T3" fmla="*/ 0 h 128"/>
                <a:gd name="T4" fmla="*/ 313 w 63"/>
                <a:gd name="T5" fmla="*/ 0 h 128"/>
                <a:gd name="T6" fmla="*/ 993 w 63"/>
                <a:gd name="T7" fmla="*/ 533 h 128"/>
                <a:gd name="T8" fmla="*/ 818 w 63"/>
                <a:gd name="T9" fmla="*/ 1228 h 128"/>
                <a:gd name="T10" fmla="*/ 868 w 63"/>
                <a:gd name="T11" fmla="*/ 1945 h 128"/>
                <a:gd name="T12" fmla="*/ 20 w 63"/>
                <a:gd name="T13" fmla="*/ 2398 h 128"/>
                <a:gd name="T14" fmla="*/ 0 w 63"/>
                <a:gd name="T15" fmla="*/ 2419 h 128"/>
                <a:gd name="T16" fmla="*/ 221 w 63"/>
                <a:gd name="T17" fmla="*/ 567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128">
                  <a:moveTo>
                    <a:pt x="14" y="30"/>
                  </a:moveTo>
                  <a:cubicBezTo>
                    <a:pt x="16" y="20"/>
                    <a:pt x="18" y="1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5" y="13"/>
                    <a:pt x="49" y="30"/>
                    <a:pt x="63" y="28"/>
                  </a:cubicBezTo>
                  <a:cubicBezTo>
                    <a:pt x="56" y="27"/>
                    <a:pt x="54" y="48"/>
                    <a:pt x="52" y="65"/>
                  </a:cubicBezTo>
                  <a:cubicBezTo>
                    <a:pt x="50" y="81"/>
                    <a:pt x="49" y="102"/>
                    <a:pt x="55" y="103"/>
                  </a:cubicBezTo>
                  <a:cubicBezTo>
                    <a:pt x="29" y="97"/>
                    <a:pt x="5" y="111"/>
                    <a:pt x="1" y="127"/>
                  </a:cubicBezTo>
                  <a:cubicBezTo>
                    <a:pt x="1" y="127"/>
                    <a:pt x="0" y="128"/>
                    <a:pt x="0" y="128"/>
                  </a:cubicBezTo>
                  <a:cubicBezTo>
                    <a:pt x="3" y="94"/>
                    <a:pt x="7" y="61"/>
                    <a:pt x="14" y="3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8" name="Freeform 162">
              <a:extLst>
                <a:ext uri="{FF2B5EF4-FFF2-40B4-BE49-F238E27FC236}">
                  <a16:creationId xmlns:a16="http://schemas.microsoft.com/office/drawing/2014/main" id="{A84A8495-813E-4C2D-AEEA-6DE36CBB8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621"/>
              <a:ext cx="125" cy="302"/>
            </a:xfrm>
            <a:custGeom>
              <a:avLst/>
              <a:gdLst>
                <a:gd name="T0" fmla="*/ 0 w 50"/>
                <a:gd name="T1" fmla="*/ 2157 h 113"/>
                <a:gd name="T2" fmla="*/ 33 w 50"/>
                <a:gd name="T3" fmla="*/ 0 h 113"/>
                <a:gd name="T4" fmla="*/ 783 w 50"/>
                <a:gd name="T5" fmla="*/ 457 h 113"/>
                <a:gd name="T6" fmla="*/ 783 w 50"/>
                <a:gd name="T7" fmla="*/ 457 h 113"/>
                <a:gd name="T8" fmla="*/ 708 w 50"/>
                <a:gd name="T9" fmla="*/ 1165 h 113"/>
                <a:gd name="T10" fmla="*/ 783 w 50"/>
                <a:gd name="T11" fmla="*/ 1871 h 113"/>
                <a:gd name="T12" fmla="*/ 0 w 50"/>
                <a:gd name="T13" fmla="*/ 2157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13">
                  <a:moveTo>
                    <a:pt x="0" y="113"/>
                  </a:moveTo>
                  <a:cubicBezTo>
                    <a:pt x="9" y="64"/>
                    <a:pt x="9" y="34"/>
                    <a:pt x="2" y="0"/>
                  </a:cubicBezTo>
                  <a:cubicBezTo>
                    <a:pt x="17" y="16"/>
                    <a:pt x="37" y="21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5" y="28"/>
                    <a:pt x="45" y="46"/>
                    <a:pt x="45" y="61"/>
                  </a:cubicBezTo>
                  <a:cubicBezTo>
                    <a:pt x="45" y="76"/>
                    <a:pt x="45" y="94"/>
                    <a:pt x="50" y="98"/>
                  </a:cubicBezTo>
                  <a:cubicBezTo>
                    <a:pt x="35" y="97"/>
                    <a:pt x="11" y="108"/>
                    <a:pt x="0" y="1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9" name="Freeform 163">
              <a:extLst>
                <a:ext uri="{FF2B5EF4-FFF2-40B4-BE49-F238E27FC236}">
                  <a16:creationId xmlns:a16="http://schemas.microsoft.com/office/drawing/2014/main" id="{DE3FC8C8-D712-4EF0-9AED-013A26E45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960"/>
              <a:ext cx="42" cy="37"/>
            </a:xfrm>
            <a:custGeom>
              <a:avLst/>
              <a:gdLst>
                <a:gd name="T0" fmla="*/ 12 w 17"/>
                <a:gd name="T1" fmla="*/ 90 h 14"/>
                <a:gd name="T2" fmla="*/ 91 w 17"/>
                <a:gd name="T3" fmla="*/ 238 h 14"/>
                <a:gd name="T4" fmla="*/ 245 w 17"/>
                <a:gd name="T5" fmla="*/ 182 h 14"/>
                <a:gd name="T6" fmla="*/ 153 w 17"/>
                <a:gd name="T7" fmla="*/ 21 h 14"/>
                <a:gd name="T8" fmla="*/ 12 w 17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1" y="5"/>
                  </a:moveTo>
                  <a:cubicBezTo>
                    <a:pt x="0" y="8"/>
                    <a:pt x="2" y="11"/>
                    <a:pt x="6" y="13"/>
                  </a:cubicBezTo>
                  <a:cubicBezTo>
                    <a:pt x="11" y="14"/>
                    <a:pt x="15" y="13"/>
                    <a:pt x="16" y="10"/>
                  </a:cubicBezTo>
                  <a:cubicBezTo>
                    <a:pt x="17" y="7"/>
                    <a:pt x="14" y="3"/>
                    <a:pt x="10" y="1"/>
                  </a:cubicBezTo>
                  <a:cubicBezTo>
                    <a:pt x="6" y="0"/>
                    <a:pt x="2" y="1"/>
                    <a:pt x="1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0" name="Freeform 164">
              <a:extLst>
                <a:ext uri="{FF2B5EF4-FFF2-40B4-BE49-F238E27FC236}">
                  <a16:creationId xmlns:a16="http://schemas.microsoft.com/office/drawing/2014/main" id="{1481531C-265D-48D4-B96D-94D4995AF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323"/>
              <a:ext cx="30" cy="42"/>
            </a:xfrm>
            <a:custGeom>
              <a:avLst/>
              <a:gdLst>
                <a:gd name="T0" fmla="*/ 95 w 12"/>
                <a:gd name="T1" fmla="*/ 0 h 16"/>
                <a:gd name="T2" fmla="*/ 0 w 12"/>
                <a:gd name="T3" fmla="*/ 144 h 16"/>
                <a:gd name="T4" fmla="*/ 95 w 12"/>
                <a:gd name="T5" fmla="*/ 289 h 16"/>
                <a:gd name="T6" fmla="*/ 188 w 12"/>
                <a:gd name="T7" fmla="*/ 144 h 16"/>
                <a:gd name="T8" fmla="*/ 95 w 1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6" y="0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2" y="16"/>
                    <a:pt x="6" y="16"/>
                  </a:cubicBezTo>
                  <a:cubicBezTo>
                    <a:pt x="9" y="16"/>
                    <a:pt x="12" y="13"/>
                    <a:pt x="12" y="8"/>
                  </a:cubicBezTo>
                  <a:cubicBezTo>
                    <a:pt x="12" y="4"/>
                    <a:pt x="10" y="0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1" name="Freeform 165">
              <a:extLst>
                <a:ext uri="{FF2B5EF4-FFF2-40B4-BE49-F238E27FC236}">
                  <a16:creationId xmlns:a16="http://schemas.microsoft.com/office/drawing/2014/main" id="{65B2A13F-6855-43BD-A49E-59BB61019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128"/>
              <a:ext cx="38" cy="43"/>
            </a:xfrm>
            <a:custGeom>
              <a:avLst/>
              <a:gdLst>
                <a:gd name="T0" fmla="*/ 33 w 15"/>
                <a:gd name="T1" fmla="*/ 35 h 16"/>
                <a:gd name="T2" fmla="*/ 51 w 15"/>
                <a:gd name="T3" fmla="*/ 231 h 16"/>
                <a:gd name="T4" fmla="*/ 213 w 15"/>
                <a:gd name="T5" fmla="*/ 274 h 16"/>
                <a:gd name="T6" fmla="*/ 193 w 15"/>
                <a:gd name="T7" fmla="*/ 81 h 16"/>
                <a:gd name="T8" fmla="*/ 33 w 15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2" y="2"/>
                  </a:moveTo>
                  <a:cubicBezTo>
                    <a:pt x="0" y="4"/>
                    <a:pt x="0" y="9"/>
                    <a:pt x="3" y="12"/>
                  </a:cubicBezTo>
                  <a:cubicBezTo>
                    <a:pt x="6" y="15"/>
                    <a:pt x="11" y="16"/>
                    <a:pt x="13" y="14"/>
                  </a:cubicBezTo>
                  <a:cubicBezTo>
                    <a:pt x="15" y="12"/>
                    <a:pt x="15" y="7"/>
                    <a:pt x="12" y="4"/>
                  </a:cubicBezTo>
                  <a:cubicBezTo>
                    <a:pt x="9" y="0"/>
                    <a:pt x="4" y="0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2" name="Freeform 166">
              <a:extLst>
                <a:ext uri="{FF2B5EF4-FFF2-40B4-BE49-F238E27FC236}">
                  <a16:creationId xmlns:a16="http://schemas.microsoft.com/office/drawing/2014/main" id="{DB19845E-8EDC-4BB6-853C-CE21D46FA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36"/>
              <a:ext cx="197" cy="448"/>
            </a:xfrm>
            <a:custGeom>
              <a:avLst/>
              <a:gdLst>
                <a:gd name="T0" fmla="*/ 0 w 79"/>
                <a:gd name="T1" fmla="*/ 2901 h 168"/>
                <a:gd name="T2" fmla="*/ 312 w 79"/>
                <a:gd name="T3" fmla="*/ 3037 h 168"/>
                <a:gd name="T4" fmla="*/ 666 w 79"/>
                <a:gd name="T5" fmla="*/ 1741 h 168"/>
                <a:gd name="T6" fmla="*/ 716 w 79"/>
                <a:gd name="T7" fmla="*/ 1515 h 168"/>
                <a:gd name="T8" fmla="*/ 1224 w 79"/>
                <a:gd name="T9" fmla="*/ 227 h 168"/>
                <a:gd name="T10" fmla="*/ 1087 w 79"/>
                <a:gd name="T11" fmla="*/ 171 h 168"/>
                <a:gd name="T12" fmla="*/ 1057 w 79"/>
                <a:gd name="T13" fmla="*/ 0 h 168"/>
                <a:gd name="T14" fmla="*/ 466 w 79"/>
                <a:gd name="T15" fmla="*/ 1443 h 168"/>
                <a:gd name="T16" fmla="*/ 416 w 79"/>
                <a:gd name="T17" fmla="*/ 1672 h 168"/>
                <a:gd name="T18" fmla="*/ 92 w 79"/>
                <a:gd name="T19" fmla="*/ 2901 h 168"/>
                <a:gd name="T20" fmla="*/ 0 w 79"/>
                <a:gd name="T21" fmla="*/ 2901 h 1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168">
                  <a:moveTo>
                    <a:pt x="0" y="153"/>
                  </a:moveTo>
                  <a:cubicBezTo>
                    <a:pt x="3" y="161"/>
                    <a:pt x="13" y="168"/>
                    <a:pt x="20" y="160"/>
                  </a:cubicBezTo>
                  <a:cubicBezTo>
                    <a:pt x="29" y="149"/>
                    <a:pt x="35" y="125"/>
                    <a:pt x="43" y="92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54" y="47"/>
                    <a:pt x="59" y="31"/>
                    <a:pt x="79" y="12"/>
                  </a:cubicBezTo>
                  <a:cubicBezTo>
                    <a:pt x="76" y="13"/>
                    <a:pt x="73" y="12"/>
                    <a:pt x="70" y="9"/>
                  </a:cubicBezTo>
                  <a:cubicBezTo>
                    <a:pt x="67" y="6"/>
                    <a:pt x="67" y="2"/>
                    <a:pt x="68" y="0"/>
                  </a:cubicBezTo>
                  <a:cubicBezTo>
                    <a:pt x="43" y="23"/>
                    <a:pt x="38" y="44"/>
                    <a:pt x="30" y="76"/>
                  </a:cubicBezTo>
                  <a:cubicBezTo>
                    <a:pt x="27" y="88"/>
                    <a:pt x="27" y="88"/>
                    <a:pt x="27" y="88"/>
                  </a:cubicBezTo>
                  <a:cubicBezTo>
                    <a:pt x="23" y="108"/>
                    <a:pt x="13" y="149"/>
                    <a:pt x="6" y="153"/>
                  </a:cubicBezTo>
                  <a:lnTo>
                    <a:pt x="0" y="15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3" name="Freeform 167">
              <a:extLst>
                <a:ext uri="{FF2B5EF4-FFF2-40B4-BE49-F238E27FC236}">
                  <a16:creationId xmlns:a16="http://schemas.microsoft.com/office/drawing/2014/main" id="{0E459A72-B9C1-4478-88E2-CEBF80FE9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11"/>
              <a:ext cx="36" cy="45"/>
            </a:xfrm>
            <a:custGeom>
              <a:avLst/>
              <a:gdLst>
                <a:gd name="T0" fmla="*/ 152 w 14"/>
                <a:gd name="T1" fmla="*/ 0 h 17"/>
                <a:gd name="T2" fmla="*/ 21 w 14"/>
                <a:gd name="T3" fmla="*/ 132 h 17"/>
                <a:gd name="T4" fmla="*/ 85 w 14"/>
                <a:gd name="T5" fmla="*/ 294 h 17"/>
                <a:gd name="T6" fmla="*/ 219 w 14"/>
                <a:gd name="T7" fmla="*/ 169 h 17"/>
                <a:gd name="T8" fmla="*/ 152 w 14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9" y="0"/>
                  </a:moveTo>
                  <a:cubicBezTo>
                    <a:pt x="6" y="0"/>
                    <a:pt x="2" y="3"/>
                    <a:pt x="1" y="7"/>
                  </a:cubicBezTo>
                  <a:cubicBezTo>
                    <a:pt x="0" y="11"/>
                    <a:pt x="2" y="15"/>
                    <a:pt x="5" y="16"/>
                  </a:cubicBezTo>
                  <a:cubicBezTo>
                    <a:pt x="8" y="17"/>
                    <a:pt x="12" y="14"/>
                    <a:pt x="13" y="9"/>
                  </a:cubicBezTo>
                  <a:cubicBezTo>
                    <a:pt x="14" y="5"/>
                    <a:pt x="12" y="1"/>
                    <a:pt x="9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4" name="Freeform 168">
              <a:extLst>
                <a:ext uri="{FF2B5EF4-FFF2-40B4-BE49-F238E27FC236}">
                  <a16:creationId xmlns:a16="http://schemas.microsoft.com/office/drawing/2014/main" id="{360207A6-E77B-42B4-B86F-C0785EEEB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371"/>
              <a:ext cx="15" cy="21"/>
            </a:xfrm>
            <a:custGeom>
              <a:avLst/>
              <a:gdLst>
                <a:gd name="T0" fmla="*/ 50 w 6"/>
                <a:gd name="T1" fmla="*/ 0 h 8"/>
                <a:gd name="T2" fmla="*/ 0 w 6"/>
                <a:gd name="T3" fmla="*/ 76 h 8"/>
                <a:gd name="T4" fmla="*/ 50 w 6"/>
                <a:gd name="T5" fmla="*/ 144 h 8"/>
                <a:gd name="T6" fmla="*/ 95 w 6"/>
                <a:gd name="T7" fmla="*/ 76 h 8"/>
                <a:gd name="T8" fmla="*/ 50 w 6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4" y="8"/>
                    <a:pt x="6" y="6"/>
                    <a:pt x="6" y="4"/>
                  </a:cubicBezTo>
                  <a:cubicBezTo>
                    <a:pt x="6" y="2"/>
                    <a:pt x="5" y="0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5" name="Freeform 169">
              <a:extLst>
                <a:ext uri="{FF2B5EF4-FFF2-40B4-BE49-F238E27FC236}">
                  <a16:creationId xmlns:a16="http://schemas.microsoft.com/office/drawing/2014/main" id="{B1600628-E61C-44B7-A43E-DDDD220D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032"/>
              <a:ext cx="30" cy="29"/>
            </a:xfrm>
            <a:custGeom>
              <a:avLst/>
              <a:gdLst>
                <a:gd name="T0" fmla="*/ 20 w 12"/>
                <a:gd name="T1" fmla="*/ 34 h 11"/>
                <a:gd name="T2" fmla="*/ 63 w 12"/>
                <a:gd name="T3" fmla="*/ 166 h 11"/>
                <a:gd name="T4" fmla="*/ 175 w 12"/>
                <a:gd name="T5" fmla="*/ 145 h 11"/>
                <a:gd name="T6" fmla="*/ 125 w 12"/>
                <a:gd name="T7" fmla="*/ 21 h 11"/>
                <a:gd name="T8" fmla="*/ 20 w 12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2"/>
                  </a:moveTo>
                  <a:cubicBezTo>
                    <a:pt x="0" y="4"/>
                    <a:pt x="1" y="7"/>
                    <a:pt x="4" y="9"/>
                  </a:cubicBezTo>
                  <a:cubicBezTo>
                    <a:pt x="7" y="11"/>
                    <a:pt x="10" y="10"/>
                    <a:pt x="11" y="8"/>
                  </a:cubicBezTo>
                  <a:cubicBezTo>
                    <a:pt x="12" y="6"/>
                    <a:pt x="11" y="3"/>
                    <a:pt x="8" y="1"/>
                  </a:cubicBezTo>
                  <a:cubicBezTo>
                    <a:pt x="5" y="0"/>
                    <a:pt x="2" y="0"/>
                    <a:pt x="1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6" name="Freeform 170">
              <a:extLst>
                <a:ext uri="{FF2B5EF4-FFF2-40B4-BE49-F238E27FC236}">
                  <a16:creationId xmlns:a16="http://schemas.microsoft.com/office/drawing/2014/main" id="{95144E4A-8CFA-4068-9109-F408957D5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037"/>
              <a:ext cx="160" cy="355"/>
            </a:xfrm>
            <a:custGeom>
              <a:avLst/>
              <a:gdLst>
                <a:gd name="T0" fmla="*/ 270 w 64"/>
                <a:gd name="T1" fmla="*/ 0 h 133"/>
                <a:gd name="T2" fmla="*/ 313 w 64"/>
                <a:gd name="T3" fmla="*/ 136 h 133"/>
                <a:gd name="T4" fmla="*/ 425 w 64"/>
                <a:gd name="T5" fmla="*/ 115 h 133"/>
                <a:gd name="T6" fmla="*/ 425 w 64"/>
                <a:gd name="T7" fmla="*/ 115 h 133"/>
                <a:gd name="T8" fmla="*/ 375 w 64"/>
                <a:gd name="T9" fmla="*/ 934 h 133"/>
                <a:gd name="T10" fmla="*/ 563 w 64"/>
                <a:gd name="T11" fmla="*/ 1311 h 133"/>
                <a:gd name="T12" fmla="*/ 925 w 64"/>
                <a:gd name="T13" fmla="*/ 2530 h 133"/>
                <a:gd name="T14" fmla="*/ 908 w 64"/>
                <a:gd name="T15" fmla="*/ 2509 h 133"/>
                <a:gd name="T16" fmla="*/ 738 w 64"/>
                <a:gd name="T17" fmla="*/ 2223 h 133"/>
                <a:gd name="T18" fmla="*/ 408 w 64"/>
                <a:gd name="T19" fmla="*/ 1425 h 133"/>
                <a:gd name="T20" fmla="*/ 220 w 64"/>
                <a:gd name="T21" fmla="*/ 1046 h 133"/>
                <a:gd name="T22" fmla="*/ 270 w 64"/>
                <a:gd name="T23" fmla="*/ 0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133">
                  <a:moveTo>
                    <a:pt x="17" y="0"/>
                  </a:moveTo>
                  <a:cubicBezTo>
                    <a:pt x="16" y="2"/>
                    <a:pt x="17" y="5"/>
                    <a:pt x="20" y="7"/>
                  </a:cubicBezTo>
                  <a:cubicBezTo>
                    <a:pt x="23" y="9"/>
                    <a:pt x="26" y="8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14" y="30"/>
                    <a:pt x="24" y="49"/>
                  </a:cubicBezTo>
                  <a:cubicBezTo>
                    <a:pt x="28" y="55"/>
                    <a:pt x="32" y="62"/>
                    <a:pt x="36" y="69"/>
                  </a:cubicBezTo>
                  <a:cubicBezTo>
                    <a:pt x="49" y="88"/>
                    <a:pt x="64" y="111"/>
                    <a:pt x="59" y="133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4" y="127"/>
                    <a:pt x="51" y="122"/>
                    <a:pt x="47" y="117"/>
                  </a:cubicBezTo>
                  <a:cubicBezTo>
                    <a:pt x="44" y="103"/>
                    <a:pt x="35" y="88"/>
                    <a:pt x="26" y="75"/>
                  </a:cubicBezTo>
                  <a:cubicBezTo>
                    <a:pt x="22" y="68"/>
                    <a:pt x="17" y="61"/>
                    <a:pt x="14" y="55"/>
                  </a:cubicBezTo>
                  <a:cubicBezTo>
                    <a:pt x="0" y="29"/>
                    <a:pt x="16" y="1"/>
                    <a:pt x="17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7" name="Freeform 171">
              <a:extLst>
                <a:ext uri="{FF2B5EF4-FFF2-40B4-BE49-F238E27FC236}">
                  <a16:creationId xmlns:a16="http://schemas.microsoft.com/office/drawing/2014/main" id="{9535A8A6-1E0C-455E-9B7A-6EEF5E67E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971"/>
              <a:ext cx="350" cy="165"/>
            </a:xfrm>
            <a:custGeom>
              <a:avLst/>
              <a:gdLst>
                <a:gd name="T0" fmla="*/ 125 w 140"/>
                <a:gd name="T1" fmla="*/ 1147 h 62"/>
                <a:gd name="T2" fmla="*/ 425 w 140"/>
                <a:gd name="T3" fmla="*/ 1019 h 62"/>
                <a:gd name="T4" fmla="*/ 1158 w 140"/>
                <a:gd name="T5" fmla="*/ 660 h 62"/>
                <a:gd name="T6" fmla="*/ 2188 w 140"/>
                <a:gd name="T7" fmla="*/ 149 h 62"/>
                <a:gd name="T8" fmla="*/ 2050 w 140"/>
                <a:gd name="T9" fmla="*/ 170 h 62"/>
                <a:gd name="T10" fmla="*/ 1970 w 140"/>
                <a:gd name="T11" fmla="*/ 21 h 62"/>
                <a:gd name="T12" fmla="*/ 1970 w 140"/>
                <a:gd name="T13" fmla="*/ 0 h 62"/>
                <a:gd name="T14" fmla="*/ 1158 w 140"/>
                <a:gd name="T15" fmla="*/ 362 h 62"/>
                <a:gd name="T16" fmla="*/ 0 w 140"/>
                <a:gd name="T17" fmla="*/ 1168 h 62"/>
                <a:gd name="T18" fmla="*/ 0 w 140"/>
                <a:gd name="T19" fmla="*/ 1168 h 62"/>
                <a:gd name="T20" fmla="*/ 125 w 140"/>
                <a:gd name="T21" fmla="*/ 1147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62">
                  <a:moveTo>
                    <a:pt x="8" y="61"/>
                  </a:moveTo>
                  <a:cubicBezTo>
                    <a:pt x="19" y="60"/>
                    <a:pt x="18" y="56"/>
                    <a:pt x="27" y="54"/>
                  </a:cubicBezTo>
                  <a:cubicBezTo>
                    <a:pt x="40" y="44"/>
                    <a:pt x="58" y="36"/>
                    <a:pt x="74" y="35"/>
                  </a:cubicBezTo>
                  <a:cubicBezTo>
                    <a:pt x="100" y="34"/>
                    <a:pt x="131" y="24"/>
                    <a:pt x="140" y="8"/>
                  </a:cubicBezTo>
                  <a:cubicBezTo>
                    <a:pt x="138" y="10"/>
                    <a:pt x="135" y="10"/>
                    <a:pt x="131" y="9"/>
                  </a:cubicBezTo>
                  <a:cubicBezTo>
                    <a:pt x="127" y="7"/>
                    <a:pt x="125" y="4"/>
                    <a:pt x="126" y="1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2" y="7"/>
                    <a:pt x="99" y="18"/>
                    <a:pt x="74" y="19"/>
                  </a:cubicBezTo>
                  <a:cubicBezTo>
                    <a:pt x="44" y="20"/>
                    <a:pt x="11" y="39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3" y="62"/>
                    <a:pt x="6" y="61"/>
                    <a:pt x="8" y="6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8" name="Freeform 172">
              <a:extLst>
                <a:ext uri="{FF2B5EF4-FFF2-40B4-BE49-F238E27FC236}">
                  <a16:creationId xmlns:a16="http://schemas.microsoft.com/office/drawing/2014/main" id="{7E298000-CDDD-4930-8F31-4C3E66ED6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312"/>
              <a:ext cx="360" cy="272"/>
            </a:xfrm>
            <a:custGeom>
              <a:avLst/>
              <a:gdLst>
                <a:gd name="T0" fmla="*/ 0 w 144"/>
                <a:gd name="T1" fmla="*/ 1707 h 102"/>
                <a:gd name="T2" fmla="*/ 0 w 144"/>
                <a:gd name="T3" fmla="*/ 1707 h 102"/>
                <a:gd name="T4" fmla="*/ 333 w 144"/>
                <a:gd name="T5" fmla="*/ 1288 h 102"/>
                <a:gd name="T6" fmla="*/ 595 w 144"/>
                <a:gd name="T7" fmla="*/ 819 h 102"/>
                <a:gd name="T8" fmla="*/ 2250 w 144"/>
                <a:gd name="T9" fmla="*/ 77 h 102"/>
                <a:gd name="T10" fmla="*/ 2158 w 144"/>
                <a:gd name="T11" fmla="*/ 227 h 102"/>
                <a:gd name="T12" fmla="*/ 2220 w 144"/>
                <a:gd name="T13" fmla="*/ 376 h 102"/>
                <a:gd name="T14" fmla="*/ 783 w 144"/>
                <a:gd name="T15" fmla="*/ 1003 h 102"/>
                <a:gd name="T16" fmla="*/ 550 w 144"/>
                <a:gd name="T17" fmla="*/ 1421 h 102"/>
                <a:gd name="T18" fmla="*/ 333 w 144"/>
                <a:gd name="T19" fmla="*/ 1763 h 102"/>
                <a:gd name="T20" fmla="*/ 0 w 144"/>
                <a:gd name="T21" fmla="*/ 1707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02">
                  <a:moveTo>
                    <a:pt x="0" y="90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10" y="93"/>
                    <a:pt x="15" y="77"/>
                    <a:pt x="21" y="68"/>
                  </a:cubicBezTo>
                  <a:cubicBezTo>
                    <a:pt x="26" y="59"/>
                    <a:pt x="32" y="50"/>
                    <a:pt x="38" y="43"/>
                  </a:cubicBezTo>
                  <a:cubicBezTo>
                    <a:pt x="74" y="0"/>
                    <a:pt x="120" y="2"/>
                    <a:pt x="144" y="4"/>
                  </a:cubicBezTo>
                  <a:cubicBezTo>
                    <a:pt x="141" y="5"/>
                    <a:pt x="138" y="8"/>
                    <a:pt x="138" y="12"/>
                  </a:cubicBezTo>
                  <a:cubicBezTo>
                    <a:pt x="138" y="16"/>
                    <a:pt x="140" y="19"/>
                    <a:pt x="142" y="20"/>
                  </a:cubicBezTo>
                  <a:cubicBezTo>
                    <a:pt x="110" y="18"/>
                    <a:pt x="77" y="21"/>
                    <a:pt x="50" y="53"/>
                  </a:cubicBezTo>
                  <a:cubicBezTo>
                    <a:pt x="45" y="60"/>
                    <a:pt x="40" y="67"/>
                    <a:pt x="35" y="75"/>
                  </a:cubicBezTo>
                  <a:cubicBezTo>
                    <a:pt x="30" y="82"/>
                    <a:pt x="25" y="88"/>
                    <a:pt x="21" y="93"/>
                  </a:cubicBezTo>
                  <a:cubicBezTo>
                    <a:pt x="11" y="102"/>
                    <a:pt x="0" y="90"/>
                    <a:pt x="0" y="9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9" name="Freeform 173">
              <a:extLst>
                <a:ext uri="{FF2B5EF4-FFF2-40B4-BE49-F238E27FC236}">
                  <a16:creationId xmlns:a16="http://schemas.microsoft.com/office/drawing/2014/main" id="{38B9EB0B-0B6B-4BE5-A974-A4C4D267E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379"/>
              <a:ext cx="368" cy="226"/>
            </a:xfrm>
            <a:custGeom>
              <a:avLst/>
              <a:gdLst>
                <a:gd name="T0" fmla="*/ 238 w 147"/>
                <a:gd name="T1" fmla="*/ 1279 h 85"/>
                <a:gd name="T2" fmla="*/ 345 w 147"/>
                <a:gd name="T3" fmla="*/ 1109 h 85"/>
                <a:gd name="T4" fmla="*/ 751 w 147"/>
                <a:gd name="T5" fmla="*/ 694 h 85"/>
                <a:gd name="T6" fmla="*/ 1066 w 147"/>
                <a:gd name="T7" fmla="*/ 375 h 85"/>
                <a:gd name="T8" fmla="*/ 2213 w 147"/>
                <a:gd name="T9" fmla="*/ 205 h 85"/>
                <a:gd name="T10" fmla="*/ 2306 w 147"/>
                <a:gd name="T11" fmla="*/ 226 h 85"/>
                <a:gd name="T12" fmla="*/ 2193 w 147"/>
                <a:gd name="T13" fmla="*/ 362 h 85"/>
                <a:gd name="T14" fmla="*/ 2243 w 147"/>
                <a:gd name="T15" fmla="*/ 524 h 85"/>
                <a:gd name="T16" fmla="*/ 2150 w 147"/>
                <a:gd name="T17" fmla="*/ 487 h 85"/>
                <a:gd name="T18" fmla="*/ 1192 w 147"/>
                <a:gd name="T19" fmla="*/ 635 h 85"/>
                <a:gd name="T20" fmla="*/ 929 w 147"/>
                <a:gd name="T21" fmla="*/ 920 h 85"/>
                <a:gd name="T22" fmla="*/ 0 w 147"/>
                <a:gd name="T23" fmla="*/ 1316 h 85"/>
                <a:gd name="T24" fmla="*/ 20 w 147"/>
                <a:gd name="T25" fmla="*/ 1316 h 85"/>
                <a:gd name="T26" fmla="*/ 238 w 147"/>
                <a:gd name="T27" fmla="*/ 1279 h 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7" h="85">
                  <a:moveTo>
                    <a:pt x="15" y="68"/>
                  </a:moveTo>
                  <a:cubicBezTo>
                    <a:pt x="17" y="65"/>
                    <a:pt x="20" y="62"/>
                    <a:pt x="22" y="59"/>
                  </a:cubicBezTo>
                  <a:cubicBezTo>
                    <a:pt x="31" y="53"/>
                    <a:pt x="40" y="45"/>
                    <a:pt x="48" y="37"/>
                  </a:cubicBezTo>
                  <a:cubicBezTo>
                    <a:pt x="55" y="31"/>
                    <a:pt x="62" y="24"/>
                    <a:pt x="68" y="20"/>
                  </a:cubicBezTo>
                  <a:cubicBezTo>
                    <a:pt x="100" y="0"/>
                    <a:pt x="122" y="6"/>
                    <a:pt x="141" y="11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4" y="12"/>
                    <a:pt x="141" y="15"/>
                    <a:pt x="140" y="19"/>
                  </a:cubicBezTo>
                  <a:cubicBezTo>
                    <a:pt x="139" y="23"/>
                    <a:pt x="141" y="26"/>
                    <a:pt x="143" y="28"/>
                  </a:cubicBezTo>
                  <a:cubicBezTo>
                    <a:pt x="137" y="26"/>
                    <a:pt x="137" y="26"/>
                    <a:pt x="137" y="26"/>
                  </a:cubicBezTo>
                  <a:cubicBezTo>
                    <a:pt x="119" y="21"/>
                    <a:pt x="103" y="17"/>
                    <a:pt x="76" y="34"/>
                  </a:cubicBezTo>
                  <a:cubicBezTo>
                    <a:pt x="72" y="37"/>
                    <a:pt x="65" y="43"/>
                    <a:pt x="59" y="49"/>
                  </a:cubicBezTo>
                  <a:cubicBezTo>
                    <a:pt x="42" y="65"/>
                    <a:pt x="18" y="85"/>
                    <a:pt x="0" y="70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5" y="72"/>
                    <a:pt x="10" y="73"/>
                    <a:pt x="15" y="6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0" name="Freeform 174">
              <a:extLst>
                <a:ext uri="{FF2B5EF4-FFF2-40B4-BE49-F238E27FC236}">
                  <a16:creationId xmlns:a16="http://schemas.microsoft.com/office/drawing/2014/main" id="{E544296E-029C-4A9E-B578-59F440D8A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371"/>
              <a:ext cx="202" cy="165"/>
            </a:xfrm>
            <a:custGeom>
              <a:avLst/>
              <a:gdLst>
                <a:gd name="T0" fmla="*/ 1257 w 81"/>
                <a:gd name="T1" fmla="*/ 149 h 62"/>
                <a:gd name="T2" fmla="*/ 292 w 81"/>
                <a:gd name="T3" fmla="*/ 886 h 62"/>
                <a:gd name="T4" fmla="*/ 0 w 81"/>
                <a:gd name="T5" fmla="*/ 1168 h 62"/>
                <a:gd name="T6" fmla="*/ 0 w 81"/>
                <a:gd name="T7" fmla="*/ 1168 h 62"/>
                <a:gd name="T8" fmla="*/ 105 w 81"/>
                <a:gd name="T9" fmla="*/ 998 h 62"/>
                <a:gd name="T10" fmla="*/ 312 w 81"/>
                <a:gd name="T11" fmla="*/ 639 h 62"/>
                <a:gd name="T12" fmla="*/ 1244 w 81"/>
                <a:gd name="T13" fmla="*/ 0 h 62"/>
                <a:gd name="T14" fmla="*/ 1212 w 81"/>
                <a:gd name="T15" fmla="*/ 77 h 62"/>
                <a:gd name="T16" fmla="*/ 1257 w 81"/>
                <a:gd name="T17" fmla="*/ 149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62">
                  <a:moveTo>
                    <a:pt x="81" y="8"/>
                  </a:moveTo>
                  <a:cubicBezTo>
                    <a:pt x="61" y="9"/>
                    <a:pt x="37" y="27"/>
                    <a:pt x="19" y="47"/>
                  </a:cubicBezTo>
                  <a:cubicBezTo>
                    <a:pt x="13" y="52"/>
                    <a:pt x="6" y="58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2" y="59"/>
                    <a:pt x="4" y="56"/>
                    <a:pt x="7" y="53"/>
                  </a:cubicBezTo>
                  <a:cubicBezTo>
                    <a:pt x="11" y="46"/>
                    <a:pt x="15" y="40"/>
                    <a:pt x="20" y="34"/>
                  </a:cubicBezTo>
                  <a:cubicBezTo>
                    <a:pt x="35" y="20"/>
                    <a:pt x="59" y="1"/>
                    <a:pt x="80" y="0"/>
                  </a:cubicBezTo>
                  <a:cubicBezTo>
                    <a:pt x="79" y="1"/>
                    <a:pt x="78" y="2"/>
                    <a:pt x="78" y="4"/>
                  </a:cubicBezTo>
                  <a:cubicBezTo>
                    <a:pt x="78" y="6"/>
                    <a:pt x="79" y="8"/>
                    <a:pt x="81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1" name="Freeform 175">
              <a:extLst>
                <a:ext uri="{FF2B5EF4-FFF2-40B4-BE49-F238E27FC236}">
                  <a16:creationId xmlns:a16="http://schemas.microsoft.com/office/drawing/2014/main" id="{4630B384-9EAC-4E1F-A1BF-08206CD4C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819"/>
              <a:ext cx="20" cy="18"/>
            </a:xfrm>
            <a:custGeom>
              <a:avLst/>
              <a:gdLst>
                <a:gd name="T0" fmla="*/ 125 w 8"/>
                <a:gd name="T1" fmla="*/ 67 h 7"/>
                <a:gd name="T2" fmla="*/ 63 w 8"/>
                <a:gd name="T3" fmla="*/ 0 h 7"/>
                <a:gd name="T4" fmla="*/ 0 w 8"/>
                <a:gd name="T5" fmla="*/ 54 h 7"/>
                <a:gd name="T6" fmla="*/ 63 w 8"/>
                <a:gd name="T7" fmla="*/ 118 h 7"/>
                <a:gd name="T8" fmla="*/ 125 w 8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6"/>
                    <a:pt x="4" y="7"/>
                  </a:cubicBezTo>
                  <a:cubicBezTo>
                    <a:pt x="6" y="7"/>
                    <a:pt x="8" y="5"/>
                    <a:pt x="8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2" name="Freeform 176">
              <a:extLst>
                <a:ext uri="{FF2B5EF4-FFF2-40B4-BE49-F238E27FC236}">
                  <a16:creationId xmlns:a16="http://schemas.microsoft.com/office/drawing/2014/main" id="{ACB7F478-D5D0-4ED6-A377-5BBE61E3F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093"/>
              <a:ext cx="15" cy="22"/>
            </a:xfrm>
            <a:custGeom>
              <a:avLst/>
              <a:gdLst>
                <a:gd name="T0" fmla="*/ 50 w 6"/>
                <a:gd name="T1" fmla="*/ 168 h 8"/>
                <a:gd name="T2" fmla="*/ 95 w 6"/>
                <a:gd name="T3" fmla="*/ 83 h 8"/>
                <a:gd name="T4" fmla="*/ 50 w 6"/>
                <a:gd name="T5" fmla="*/ 0 h 8"/>
                <a:gd name="T6" fmla="*/ 0 w 6"/>
                <a:gd name="T7" fmla="*/ 83 h 8"/>
                <a:gd name="T8" fmla="*/ 50 w 6"/>
                <a:gd name="T9" fmla="*/ 1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3" y="8"/>
                  </a:moveTo>
                  <a:cubicBezTo>
                    <a:pt x="5" y="8"/>
                    <a:pt x="6" y="6"/>
                    <a:pt x="6" y="4"/>
                  </a:cubicBezTo>
                  <a:cubicBezTo>
                    <a:pt x="6" y="2"/>
                    <a:pt x="5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2" y="8"/>
                    <a:pt x="3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3" name="Freeform 177">
              <a:extLst>
                <a:ext uri="{FF2B5EF4-FFF2-40B4-BE49-F238E27FC236}">
                  <a16:creationId xmlns:a16="http://schemas.microsoft.com/office/drawing/2014/main" id="{FF823066-F2FC-40F1-AAB9-ABC6222AD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3093"/>
              <a:ext cx="315" cy="736"/>
            </a:xfrm>
            <a:custGeom>
              <a:avLst/>
              <a:gdLst>
                <a:gd name="T0" fmla="*/ 0 w 126"/>
                <a:gd name="T1" fmla="*/ 4573 h 276"/>
                <a:gd name="T2" fmla="*/ 0 w 126"/>
                <a:gd name="T3" fmla="*/ 4472 h 276"/>
                <a:gd name="T4" fmla="*/ 283 w 126"/>
                <a:gd name="T5" fmla="*/ 4131 h 276"/>
                <a:gd name="T6" fmla="*/ 345 w 126"/>
                <a:gd name="T7" fmla="*/ 3869 h 276"/>
                <a:gd name="T8" fmla="*/ 408 w 126"/>
                <a:gd name="T9" fmla="*/ 3336 h 276"/>
                <a:gd name="T10" fmla="*/ 50 w 126"/>
                <a:gd name="T11" fmla="*/ 3811 h 276"/>
                <a:gd name="T12" fmla="*/ 63 w 126"/>
                <a:gd name="T13" fmla="*/ 3699 h 276"/>
                <a:gd name="T14" fmla="*/ 395 w 126"/>
                <a:gd name="T15" fmla="*/ 3264 h 276"/>
                <a:gd name="T16" fmla="*/ 470 w 126"/>
                <a:gd name="T17" fmla="*/ 2936 h 276"/>
                <a:gd name="T18" fmla="*/ 550 w 126"/>
                <a:gd name="T19" fmla="*/ 2525 h 276"/>
                <a:gd name="T20" fmla="*/ 175 w 126"/>
                <a:gd name="T21" fmla="*/ 2901 h 276"/>
                <a:gd name="T22" fmla="*/ 188 w 126"/>
                <a:gd name="T23" fmla="*/ 2808 h 276"/>
                <a:gd name="T24" fmla="*/ 533 w 126"/>
                <a:gd name="T25" fmla="*/ 2424 h 276"/>
                <a:gd name="T26" fmla="*/ 625 w 126"/>
                <a:gd name="T27" fmla="*/ 2163 h 276"/>
                <a:gd name="T28" fmla="*/ 770 w 126"/>
                <a:gd name="T29" fmla="*/ 1536 h 276"/>
                <a:gd name="T30" fmla="*/ 783 w 126"/>
                <a:gd name="T31" fmla="*/ 1459 h 276"/>
                <a:gd name="T32" fmla="*/ 375 w 126"/>
                <a:gd name="T33" fmla="*/ 1821 h 276"/>
                <a:gd name="T34" fmla="*/ 408 w 126"/>
                <a:gd name="T35" fmla="*/ 1728 h 276"/>
                <a:gd name="T36" fmla="*/ 770 w 126"/>
                <a:gd name="T37" fmla="*/ 1344 h 276"/>
                <a:gd name="T38" fmla="*/ 895 w 126"/>
                <a:gd name="T39" fmla="*/ 1101 h 276"/>
                <a:gd name="T40" fmla="*/ 1970 w 126"/>
                <a:gd name="T41" fmla="*/ 0 h 276"/>
                <a:gd name="T42" fmla="*/ 1925 w 126"/>
                <a:gd name="T43" fmla="*/ 77 h 276"/>
                <a:gd name="T44" fmla="*/ 1970 w 126"/>
                <a:gd name="T45" fmla="*/ 149 h 276"/>
                <a:gd name="T46" fmla="*/ 1970 w 126"/>
                <a:gd name="T47" fmla="*/ 149 h 276"/>
                <a:gd name="T48" fmla="*/ 1970 w 126"/>
                <a:gd name="T49" fmla="*/ 149 h 276"/>
                <a:gd name="T50" fmla="*/ 908 w 126"/>
                <a:gd name="T51" fmla="*/ 1501 h 276"/>
                <a:gd name="T52" fmla="*/ 895 w 126"/>
                <a:gd name="T53" fmla="*/ 1571 h 276"/>
                <a:gd name="T54" fmla="*/ 425 w 126"/>
                <a:gd name="T55" fmla="*/ 4232 h 276"/>
                <a:gd name="T56" fmla="*/ 363 w 126"/>
                <a:gd name="T57" fmla="*/ 5235 h 276"/>
                <a:gd name="T58" fmla="*/ 363 w 126"/>
                <a:gd name="T59" fmla="*/ 5235 h 276"/>
                <a:gd name="T60" fmla="*/ 363 w 126"/>
                <a:gd name="T61" fmla="*/ 5235 h 276"/>
                <a:gd name="T62" fmla="*/ 300 w 126"/>
                <a:gd name="T63" fmla="*/ 5155 h 276"/>
                <a:gd name="T64" fmla="*/ 238 w 126"/>
                <a:gd name="T65" fmla="*/ 5213 h 276"/>
                <a:gd name="T66" fmla="*/ 300 w 126"/>
                <a:gd name="T67" fmla="*/ 4232 h 276"/>
                <a:gd name="T68" fmla="*/ 0 w 126"/>
                <a:gd name="T69" fmla="*/ 4573 h 27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6" h="276">
                  <a:moveTo>
                    <a:pt x="0" y="241"/>
                  </a:moveTo>
                  <a:cubicBezTo>
                    <a:pt x="0" y="239"/>
                    <a:pt x="0" y="237"/>
                    <a:pt x="0" y="236"/>
                  </a:cubicBezTo>
                  <a:cubicBezTo>
                    <a:pt x="6" y="231"/>
                    <a:pt x="13" y="226"/>
                    <a:pt x="18" y="218"/>
                  </a:cubicBezTo>
                  <a:cubicBezTo>
                    <a:pt x="20" y="214"/>
                    <a:pt x="21" y="207"/>
                    <a:pt x="22" y="204"/>
                  </a:cubicBezTo>
                  <a:cubicBezTo>
                    <a:pt x="23" y="194"/>
                    <a:pt x="25" y="185"/>
                    <a:pt x="26" y="176"/>
                  </a:cubicBezTo>
                  <a:cubicBezTo>
                    <a:pt x="18" y="189"/>
                    <a:pt x="7" y="198"/>
                    <a:pt x="3" y="201"/>
                  </a:cubicBezTo>
                  <a:cubicBezTo>
                    <a:pt x="3" y="199"/>
                    <a:pt x="4" y="197"/>
                    <a:pt x="4" y="195"/>
                  </a:cubicBezTo>
                  <a:cubicBezTo>
                    <a:pt x="9" y="191"/>
                    <a:pt x="18" y="182"/>
                    <a:pt x="25" y="172"/>
                  </a:cubicBezTo>
                  <a:cubicBezTo>
                    <a:pt x="28" y="166"/>
                    <a:pt x="30" y="158"/>
                    <a:pt x="30" y="155"/>
                  </a:cubicBezTo>
                  <a:cubicBezTo>
                    <a:pt x="32" y="148"/>
                    <a:pt x="33" y="140"/>
                    <a:pt x="35" y="133"/>
                  </a:cubicBezTo>
                  <a:cubicBezTo>
                    <a:pt x="29" y="140"/>
                    <a:pt x="21" y="147"/>
                    <a:pt x="11" y="153"/>
                  </a:cubicBezTo>
                  <a:cubicBezTo>
                    <a:pt x="11" y="151"/>
                    <a:pt x="12" y="149"/>
                    <a:pt x="12" y="148"/>
                  </a:cubicBezTo>
                  <a:cubicBezTo>
                    <a:pt x="21" y="142"/>
                    <a:pt x="28" y="135"/>
                    <a:pt x="34" y="128"/>
                  </a:cubicBezTo>
                  <a:cubicBezTo>
                    <a:pt x="35" y="126"/>
                    <a:pt x="39" y="117"/>
                    <a:pt x="40" y="114"/>
                  </a:cubicBezTo>
                  <a:cubicBezTo>
                    <a:pt x="43" y="102"/>
                    <a:pt x="46" y="91"/>
                    <a:pt x="49" y="81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41" y="87"/>
                    <a:pt x="31" y="94"/>
                    <a:pt x="24" y="96"/>
                  </a:cubicBezTo>
                  <a:cubicBezTo>
                    <a:pt x="25" y="94"/>
                    <a:pt x="25" y="93"/>
                    <a:pt x="26" y="91"/>
                  </a:cubicBezTo>
                  <a:cubicBezTo>
                    <a:pt x="32" y="88"/>
                    <a:pt x="41" y="81"/>
                    <a:pt x="49" y="71"/>
                  </a:cubicBezTo>
                  <a:cubicBezTo>
                    <a:pt x="50" y="69"/>
                    <a:pt x="56" y="61"/>
                    <a:pt x="57" y="58"/>
                  </a:cubicBezTo>
                  <a:cubicBezTo>
                    <a:pt x="72" y="23"/>
                    <a:pt x="98" y="1"/>
                    <a:pt x="126" y="0"/>
                  </a:cubicBezTo>
                  <a:cubicBezTo>
                    <a:pt x="124" y="0"/>
                    <a:pt x="123" y="2"/>
                    <a:pt x="123" y="4"/>
                  </a:cubicBezTo>
                  <a:cubicBezTo>
                    <a:pt x="123" y="6"/>
                    <a:pt x="125" y="8"/>
                    <a:pt x="126" y="8"/>
                  </a:cubicBezTo>
                  <a:cubicBezTo>
                    <a:pt x="126" y="8"/>
                    <a:pt x="126" y="8"/>
                    <a:pt x="126" y="8"/>
                  </a:cubicBezTo>
                  <a:cubicBezTo>
                    <a:pt x="126" y="8"/>
                    <a:pt x="126" y="8"/>
                    <a:pt x="126" y="8"/>
                  </a:cubicBezTo>
                  <a:cubicBezTo>
                    <a:pt x="97" y="9"/>
                    <a:pt x="70" y="37"/>
                    <a:pt x="58" y="79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46" y="120"/>
                    <a:pt x="34" y="164"/>
                    <a:pt x="27" y="223"/>
                  </a:cubicBezTo>
                  <a:cubicBezTo>
                    <a:pt x="26" y="233"/>
                    <a:pt x="24" y="266"/>
                    <a:pt x="23" y="276"/>
                  </a:cubicBezTo>
                  <a:cubicBezTo>
                    <a:pt x="23" y="276"/>
                    <a:pt x="23" y="276"/>
                    <a:pt x="23" y="276"/>
                  </a:cubicBezTo>
                  <a:cubicBezTo>
                    <a:pt x="23" y="276"/>
                    <a:pt x="23" y="276"/>
                    <a:pt x="23" y="276"/>
                  </a:cubicBezTo>
                  <a:cubicBezTo>
                    <a:pt x="23" y="274"/>
                    <a:pt x="21" y="272"/>
                    <a:pt x="19" y="272"/>
                  </a:cubicBezTo>
                  <a:cubicBezTo>
                    <a:pt x="17" y="272"/>
                    <a:pt x="15" y="273"/>
                    <a:pt x="15" y="275"/>
                  </a:cubicBezTo>
                  <a:cubicBezTo>
                    <a:pt x="16" y="265"/>
                    <a:pt x="18" y="232"/>
                    <a:pt x="19" y="223"/>
                  </a:cubicBezTo>
                  <a:cubicBezTo>
                    <a:pt x="14" y="231"/>
                    <a:pt x="6" y="236"/>
                    <a:pt x="0" y="2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4" name="Oval 178">
              <a:extLst>
                <a:ext uri="{FF2B5EF4-FFF2-40B4-BE49-F238E27FC236}">
                  <a16:creationId xmlns:a16="http://schemas.microsoft.com/office/drawing/2014/main" id="{8CCA939D-3A76-4770-A192-4F7E85B1C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371"/>
              <a:ext cx="15" cy="2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65797E43-1D65-4E33-9F54-48D8EFA5BF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Brainstem (2)</a:t>
            </a:r>
          </a:p>
        </p:txBody>
      </p:sp>
      <p:grpSp>
        <p:nvGrpSpPr>
          <p:cNvPr id="67586" name="brainstem-cranial-nerve-nuclei-diagram">
            <a:extLst>
              <a:ext uri="{FF2B5EF4-FFF2-40B4-BE49-F238E27FC236}">
                <a16:creationId xmlns:a16="http://schemas.microsoft.com/office/drawing/2014/main" id="{8EA5337A-F5E5-4570-BFE7-7A44EDCB41F0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1222375"/>
            <a:ext cx="3206750" cy="5026025"/>
            <a:chOff x="3396" y="957"/>
            <a:chExt cx="2020" cy="3166"/>
          </a:xfrm>
        </p:grpSpPr>
        <p:grpSp>
          <p:nvGrpSpPr>
            <p:cNvPr id="67816" name="Group 607">
              <a:extLst>
                <a:ext uri="{FF2B5EF4-FFF2-40B4-BE49-F238E27FC236}">
                  <a16:creationId xmlns:a16="http://schemas.microsoft.com/office/drawing/2014/main" id="{1F7A3E3B-6838-4002-9464-9A35DF56C1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6" y="957"/>
              <a:ext cx="2020" cy="3166"/>
              <a:chOff x="3396" y="957"/>
              <a:chExt cx="2020" cy="3166"/>
            </a:xfrm>
          </p:grpSpPr>
          <p:sp>
            <p:nvSpPr>
              <p:cNvPr id="67822" name="Freeform 407">
                <a:extLst>
                  <a:ext uri="{FF2B5EF4-FFF2-40B4-BE49-F238E27FC236}">
                    <a16:creationId xmlns:a16="http://schemas.microsoft.com/office/drawing/2014/main" id="{9507DC82-B953-4642-B312-73743EBD4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1179"/>
                <a:ext cx="500" cy="1864"/>
              </a:xfrm>
              <a:custGeom>
                <a:avLst/>
                <a:gdLst>
                  <a:gd name="T0" fmla="*/ 2425 w 200"/>
                  <a:gd name="T1" fmla="*/ 8157 h 699"/>
                  <a:gd name="T2" fmla="*/ 2270 w 200"/>
                  <a:gd name="T3" fmla="*/ 8456 h 699"/>
                  <a:gd name="T4" fmla="*/ 2095 w 200"/>
                  <a:gd name="T5" fmla="*/ 8896 h 699"/>
                  <a:gd name="T6" fmla="*/ 2083 w 200"/>
                  <a:gd name="T7" fmla="*/ 9309 h 699"/>
                  <a:gd name="T8" fmla="*/ 1970 w 200"/>
                  <a:gd name="T9" fmla="*/ 9523 h 699"/>
                  <a:gd name="T10" fmla="*/ 1925 w 200"/>
                  <a:gd name="T11" fmla="*/ 9805 h 699"/>
                  <a:gd name="T12" fmla="*/ 1783 w 200"/>
                  <a:gd name="T13" fmla="*/ 9992 h 699"/>
                  <a:gd name="T14" fmla="*/ 1720 w 200"/>
                  <a:gd name="T15" fmla="*/ 10355 h 699"/>
                  <a:gd name="T16" fmla="*/ 1645 w 200"/>
                  <a:gd name="T17" fmla="*/ 10488 h 699"/>
                  <a:gd name="T18" fmla="*/ 1550 w 200"/>
                  <a:gd name="T19" fmla="*/ 10888 h 699"/>
                  <a:gd name="T20" fmla="*/ 1488 w 200"/>
                  <a:gd name="T21" fmla="*/ 11341 h 699"/>
                  <a:gd name="T22" fmla="*/ 1363 w 200"/>
                  <a:gd name="T23" fmla="*/ 11605 h 699"/>
                  <a:gd name="T24" fmla="*/ 1375 w 200"/>
                  <a:gd name="T25" fmla="*/ 11811 h 699"/>
                  <a:gd name="T26" fmla="*/ 1313 w 200"/>
                  <a:gd name="T27" fmla="*/ 12083 h 699"/>
                  <a:gd name="T28" fmla="*/ 1250 w 200"/>
                  <a:gd name="T29" fmla="*/ 12480 h 699"/>
                  <a:gd name="T30" fmla="*/ 1250 w 200"/>
                  <a:gd name="T31" fmla="*/ 12480 h 699"/>
                  <a:gd name="T32" fmla="*/ 1145 w 200"/>
                  <a:gd name="T33" fmla="*/ 12856 h 699"/>
                  <a:gd name="T34" fmla="*/ 1113 w 200"/>
                  <a:gd name="T35" fmla="*/ 13107 h 699"/>
                  <a:gd name="T36" fmla="*/ 1095 w 200"/>
                  <a:gd name="T37" fmla="*/ 13141 h 699"/>
                  <a:gd name="T38" fmla="*/ 800 w 200"/>
                  <a:gd name="T39" fmla="*/ 13256 h 699"/>
                  <a:gd name="T40" fmla="*/ 533 w 200"/>
                  <a:gd name="T41" fmla="*/ 5176 h 699"/>
                  <a:gd name="T42" fmla="*/ 0 w 200"/>
                  <a:gd name="T43" fmla="*/ 341 h 699"/>
                  <a:gd name="T44" fmla="*/ 783 w 200"/>
                  <a:gd name="T45" fmla="*/ 0 h 699"/>
                  <a:gd name="T46" fmla="*/ 1970 w 200"/>
                  <a:gd name="T47" fmla="*/ 1101 h 699"/>
                  <a:gd name="T48" fmla="*/ 1970 w 200"/>
                  <a:gd name="T49" fmla="*/ 2275 h 699"/>
                  <a:gd name="T50" fmla="*/ 2313 w 200"/>
                  <a:gd name="T51" fmla="*/ 3243 h 699"/>
                  <a:gd name="T52" fmla="*/ 1813 w 200"/>
                  <a:gd name="T53" fmla="*/ 4643 h 699"/>
                  <a:gd name="T54" fmla="*/ 1938 w 200"/>
                  <a:gd name="T55" fmla="*/ 6109 h 699"/>
                  <a:gd name="T56" fmla="*/ 2063 w 200"/>
                  <a:gd name="T57" fmla="*/ 6520 h 699"/>
                  <a:gd name="T58" fmla="*/ 2300 w 200"/>
                  <a:gd name="T59" fmla="*/ 6848 h 699"/>
                  <a:gd name="T60" fmla="*/ 2520 w 200"/>
                  <a:gd name="T61" fmla="*/ 7147 h 699"/>
                  <a:gd name="T62" fmla="*/ 2833 w 200"/>
                  <a:gd name="T63" fmla="*/ 7224 h 699"/>
                  <a:gd name="T64" fmla="*/ 3083 w 200"/>
                  <a:gd name="T65" fmla="*/ 7531 h 699"/>
                  <a:gd name="T66" fmla="*/ 2425 w 200"/>
                  <a:gd name="T67" fmla="*/ 8157 h 69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00" h="699">
                    <a:moveTo>
                      <a:pt x="155" y="430"/>
                    </a:moveTo>
                    <a:cubicBezTo>
                      <a:pt x="153" y="432"/>
                      <a:pt x="143" y="439"/>
                      <a:pt x="145" y="446"/>
                    </a:cubicBezTo>
                    <a:cubicBezTo>
                      <a:pt x="146" y="453"/>
                      <a:pt x="137" y="463"/>
                      <a:pt x="134" y="469"/>
                    </a:cubicBezTo>
                    <a:cubicBezTo>
                      <a:pt x="137" y="472"/>
                      <a:pt x="137" y="485"/>
                      <a:pt x="133" y="491"/>
                    </a:cubicBezTo>
                    <a:cubicBezTo>
                      <a:pt x="131" y="494"/>
                      <a:pt x="127" y="499"/>
                      <a:pt x="126" y="502"/>
                    </a:cubicBezTo>
                    <a:cubicBezTo>
                      <a:pt x="124" y="507"/>
                      <a:pt x="126" y="513"/>
                      <a:pt x="123" y="517"/>
                    </a:cubicBezTo>
                    <a:cubicBezTo>
                      <a:pt x="120" y="522"/>
                      <a:pt x="116" y="522"/>
                      <a:pt x="114" y="527"/>
                    </a:cubicBezTo>
                    <a:cubicBezTo>
                      <a:pt x="112" y="532"/>
                      <a:pt x="112" y="540"/>
                      <a:pt x="110" y="546"/>
                    </a:cubicBezTo>
                    <a:cubicBezTo>
                      <a:pt x="109" y="548"/>
                      <a:pt x="105" y="551"/>
                      <a:pt x="105" y="553"/>
                    </a:cubicBezTo>
                    <a:cubicBezTo>
                      <a:pt x="108" y="561"/>
                      <a:pt x="104" y="571"/>
                      <a:pt x="99" y="574"/>
                    </a:cubicBezTo>
                    <a:cubicBezTo>
                      <a:pt x="106" y="581"/>
                      <a:pt x="98" y="592"/>
                      <a:pt x="95" y="598"/>
                    </a:cubicBezTo>
                    <a:cubicBezTo>
                      <a:pt x="92" y="604"/>
                      <a:pt x="89" y="605"/>
                      <a:pt x="87" y="612"/>
                    </a:cubicBezTo>
                    <a:cubicBezTo>
                      <a:pt x="87" y="617"/>
                      <a:pt x="88" y="620"/>
                      <a:pt x="88" y="623"/>
                    </a:cubicBezTo>
                    <a:cubicBezTo>
                      <a:pt x="88" y="628"/>
                      <a:pt x="85" y="632"/>
                      <a:pt x="84" y="637"/>
                    </a:cubicBezTo>
                    <a:cubicBezTo>
                      <a:pt x="84" y="643"/>
                      <a:pt x="82" y="653"/>
                      <a:pt x="80" y="658"/>
                    </a:cubicBezTo>
                    <a:cubicBezTo>
                      <a:pt x="80" y="658"/>
                      <a:pt x="80" y="658"/>
                      <a:pt x="80" y="658"/>
                    </a:cubicBezTo>
                    <a:cubicBezTo>
                      <a:pt x="76" y="671"/>
                      <a:pt x="76" y="670"/>
                      <a:pt x="73" y="678"/>
                    </a:cubicBezTo>
                    <a:cubicBezTo>
                      <a:pt x="72" y="686"/>
                      <a:pt x="72" y="688"/>
                      <a:pt x="71" y="691"/>
                    </a:cubicBezTo>
                    <a:cubicBezTo>
                      <a:pt x="71" y="692"/>
                      <a:pt x="71" y="693"/>
                      <a:pt x="70" y="693"/>
                    </a:cubicBezTo>
                    <a:cubicBezTo>
                      <a:pt x="51" y="699"/>
                      <a:pt x="51" y="699"/>
                      <a:pt x="51" y="699"/>
                    </a:cubicBezTo>
                    <a:cubicBezTo>
                      <a:pt x="34" y="273"/>
                      <a:pt x="34" y="273"/>
                      <a:pt x="34" y="273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73" y="17"/>
                      <a:pt x="110" y="31"/>
                      <a:pt x="126" y="58"/>
                    </a:cubicBezTo>
                    <a:cubicBezTo>
                      <a:pt x="142" y="85"/>
                      <a:pt x="122" y="114"/>
                      <a:pt x="126" y="120"/>
                    </a:cubicBezTo>
                    <a:cubicBezTo>
                      <a:pt x="131" y="127"/>
                      <a:pt x="151" y="138"/>
                      <a:pt x="148" y="171"/>
                    </a:cubicBezTo>
                    <a:cubicBezTo>
                      <a:pt x="145" y="204"/>
                      <a:pt x="121" y="208"/>
                      <a:pt x="116" y="245"/>
                    </a:cubicBezTo>
                    <a:cubicBezTo>
                      <a:pt x="111" y="281"/>
                      <a:pt x="106" y="302"/>
                      <a:pt x="124" y="322"/>
                    </a:cubicBezTo>
                    <a:cubicBezTo>
                      <a:pt x="131" y="330"/>
                      <a:pt x="128" y="336"/>
                      <a:pt x="132" y="344"/>
                    </a:cubicBezTo>
                    <a:cubicBezTo>
                      <a:pt x="136" y="350"/>
                      <a:pt x="148" y="352"/>
                      <a:pt x="147" y="361"/>
                    </a:cubicBezTo>
                    <a:cubicBezTo>
                      <a:pt x="159" y="361"/>
                      <a:pt x="158" y="368"/>
                      <a:pt x="161" y="377"/>
                    </a:cubicBezTo>
                    <a:cubicBezTo>
                      <a:pt x="168" y="373"/>
                      <a:pt x="177" y="374"/>
                      <a:pt x="181" y="381"/>
                    </a:cubicBezTo>
                    <a:cubicBezTo>
                      <a:pt x="181" y="381"/>
                      <a:pt x="196" y="391"/>
                      <a:pt x="197" y="397"/>
                    </a:cubicBezTo>
                    <a:cubicBezTo>
                      <a:pt x="200" y="419"/>
                      <a:pt x="168" y="424"/>
                      <a:pt x="155" y="430"/>
                    </a:cubicBezTo>
                    <a:close/>
                  </a:path>
                </a:pathLst>
              </a:custGeom>
              <a:solidFill>
                <a:srgbClr val="FEE5BF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3" name="Freeform 408">
                <a:extLst>
                  <a:ext uri="{FF2B5EF4-FFF2-40B4-BE49-F238E27FC236}">
                    <a16:creationId xmlns:a16="http://schemas.microsoft.com/office/drawing/2014/main" id="{F77A6A39-2805-4650-80A0-8B0094881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056"/>
                <a:ext cx="1275" cy="2947"/>
              </a:xfrm>
              <a:custGeom>
                <a:avLst/>
                <a:gdLst>
                  <a:gd name="T0" fmla="*/ 7033 w 510"/>
                  <a:gd name="T1" fmla="*/ 20621 h 1105"/>
                  <a:gd name="T2" fmla="*/ 6238 w 510"/>
                  <a:gd name="T3" fmla="*/ 18002 h 1105"/>
                  <a:gd name="T4" fmla="*/ 6520 w 510"/>
                  <a:gd name="T5" fmla="*/ 16466 h 1105"/>
                  <a:gd name="T6" fmla="*/ 6550 w 510"/>
                  <a:gd name="T7" fmla="*/ 16373 h 1105"/>
                  <a:gd name="T8" fmla="*/ 6613 w 510"/>
                  <a:gd name="T9" fmla="*/ 16218 h 1105"/>
                  <a:gd name="T10" fmla="*/ 7375 w 510"/>
                  <a:gd name="T11" fmla="*/ 11252 h 1105"/>
                  <a:gd name="T12" fmla="*/ 7770 w 510"/>
                  <a:gd name="T13" fmla="*/ 10049 h 1105"/>
                  <a:gd name="T14" fmla="*/ 7783 w 510"/>
                  <a:gd name="T15" fmla="*/ 8385 h 1105"/>
                  <a:gd name="T16" fmla="*/ 7625 w 510"/>
                  <a:gd name="T17" fmla="*/ 6827 h 1105"/>
                  <a:gd name="T18" fmla="*/ 5533 w 510"/>
                  <a:gd name="T19" fmla="*/ 683 h 1105"/>
                  <a:gd name="T20" fmla="*/ 2625 w 510"/>
                  <a:gd name="T21" fmla="*/ 491 h 1105"/>
                  <a:gd name="T22" fmla="*/ 2175 w 510"/>
                  <a:gd name="T23" fmla="*/ 1024 h 1105"/>
                  <a:gd name="T24" fmla="*/ 2488 w 510"/>
                  <a:gd name="T25" fmla="*/ 2654 h 1105"/>
                  <a:gd name="T26" fmla="*/ 2925 w 510"/>
                  <a:gd name="T27" fmla="*/ 4155 h 1105"/>
                  <a:gd name="T28" fmla="*/ 2908 w 510"/>
                  <a:gd name="T29" fmla="*/ 4190 h 1105"/>
                  <a:gd name="T30" fmla="*/ 2863 w 510"/>
                  <a:gd name="T31" fmla="*/ 4211 h 1105"/>
                  <a:gd name="T32" fmla="*/ 800 w 510"/>
                  <a:gd name="T33" fmla="*/ 4531 h 1105"/>
                  <a:gd name="T34" fmla="*/ 20 w 510"/>
                  <a:gd name="T35" fmla="*/ 6395 h 1105"/>
                  <a:gd name="T36" fmla="*/ 2875 w 510"/>
                  <a:gd name="T37" fmla="*/ 12220 h 1105"/>
                  <a:gd name="T38" fmla="*/ 2895 w 510"/>
                  <a:gd name="T39" fmla="*/ 12220 h 1105"/>
                  <a:gd name="T40" fmla="*/ 2925 w 510"/>
                  <a:gd name="T41" fmla="*/ 12732 h 1105"/>
                  <a:gd name="T42" fmla="*/ 3000 w 510"/>
                  <a:gd name="T43" fmla="*/ 14324 h 1105"/>
                  <a:gd name="T44" fmla="*/ 3675 w 510"/>
                  <a:gd name="T45" fmla="*/ 16522 h 1105"/>
                  <a:gd name="T46" fmla="*/ 5000 w 510"/>
                  <a:gd name="T47" fmla="*/ 20962 h 110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10" h="1105">
                    <a:moveTo>
                      <a:pt x="450" y="1087"/>
                    </a:moveTo>
                    <a:cubicBezTo>
                      <a:pt x="430" y="1036"/>
                      <a:pt x="404" y="962"/>
                      <a:pt x="399" y="949"/>
                    </a:cubicBezTo>
                    <a:cubicBezTo>
                      <a:pt x="389" y="928"/>
                      <a:pt x="400" y="904"/>
                      <a:pt x="417" y="868"/>
                    </a:cubicBezTo>
                    <a:cubicBezTo>
                      <a:pt x="419" y="863"/>
                      <a:pt x="419" y="863"/>
                      <a:pt x="419" y="863"/>
                    </a:cubicBezTo>
                    <a:cubicBezTo>
                      <a:pt x="423" y="855"/>
                      <a:pt x="423" y="855"/>
                      <a:pt x="423" y="855"/>
                    </a:cubicBezTo>
                    <a:cubicBezTo>
                      <a:pt x="437" y="825"/>
                      <a:pt x="450" y="640"/>
                      <a:pt x="472" y="593"/>
                    </a:cubicBezTo>
                    <a:cubicBezTo>
                      <a:pt x="483" y="570"/>
                      <a:pt x="493" y="549"/>
                      <a:pt x="497" y="530"/>
                    </a:cubicBezTo>
                    <a:cubicBezTo>
                      <a:pt x="510" y="482"/>
                      <a:pt x="505" y="464"/>
                      <a:pt x="498" y="442"/>
                    </a:cubicBezTo>
                    <a:cubicBezTo>
                      <a:pt x="493" y="424"/>
                      <a:pt x="486" y="402"/>
                      <a:pt x="488" y="360"/>
                    </a:cubicBezTo>
                    <a:cubicBezTo>
                      <a:pt x="492" y="234"/>
                      <a:pt x="472" y="74"/>
                      <a:pt x="354" y="36"/>
                    </a:cubicBezTo>
                    <a:cubicBezTo>
                      <a:pt x="245" y="0"/>
                      <a:pt x="187" y="17"/>
                      <a:pt x="168" y="26"/>
                    </a:cubicBezTo>
                    <a:cubicBezTo>
                      <a:pt x="152" y="33"/>
                      <a:pt x="142" y="43"/>
                      <a:pt x="139" y="54"/>
                    </a:cubicBezTo>
                    <a:cubicBezTo>
                      <a:pt x="132" y="77"/>
                      <a:pt x="128" y="103"/>
                      <a:pt x="159" y="140"/>
                    </a:cubicBezTo>
                    <a:cubicBezTo>
                      <a:pt x="181" y="167"/>
                      <a:pt x="190" y="201"/>
                      <a:pt x="187" y="219"/>
                    </a:cubicBezTo>
                    <a:cubicBezTo>
                      <a:pt x="187" y="220"/>
                      <a:pt x="187" y="221"/>
                      <a:pt x="186" y="221"/>
                    </a:cubicBezTo>
                    <a:cubicBezTo>
                      <a:pt x="185" y="222"/>
                      <a:pt x="184" y="222"/>
                      <a:pt x="183" y="222"/>
                    </a:cubicBezTo>
                    <a:cubicBezTo>
                      <a:pt x="147" y="211"/>
                      <a:pt x="90" y="213"/>
                      <a:pt x="51" y="239"/>
                    </a:cubicBezTo>
                    <a:cubicBezTo>
                      <a:pt x="18" y="260"/>
                      <a:pt x="2" y="293"/>
                      <a:pt x="1" y="337"/>
                    </a:cubicBezTo>
                    <a:cubicBezTo>
                      <a:pt x="0" y="455"/>
                      <a:pt x="147" y="623"/>
                      <a:pt x="184" y="644"/>
                    </a:cubicBezTo>
                    <a:cubicBezTo>
                      <a:pt x="184" y="644"/>
                      <a:pt x="185" y="644"/>
                      <a:pt x="185" y="644"/>
                    </a:cubicBezTo>
                    <a:cubicBezTo>
                      <a:pt x="191" y="649"/>
                      <a:pt x="190" y="658"/>
                      <a:pt x="187" y="671"/>
                    </a:cubicBezTo>
                    <a:cubicBezTo>
                      <a:pt x="184" y="689"/>
                      <a:pt x="179" y="717"/>
                      <a:pt x="192" y="755"/>
                    </a:cubicBezTo>
                    <a:cubicBezTo>
                      <a:pt x="200" y="779"/>
                      <a:pt x="216" y="821"/>
                      <a:pt x="235" y="871"/>
                    </a:cubicBezTo>
                    <a:cubicBezTo>
                      <a:pt x="264" y="948"/>
                      <a:pt x="299" y="1042"/>
                      <a:pt x="320" y="1105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4" name="Freeform 409">
                <a:extLst>
                  <a:ext uri="{FF2B5EF4-FFF2-40B4-BE49-F238E27FC236}">
                    <a16:creationId xmlns:a16="http://schemas.microsoft.com/office/drawing/2014/main" id="{2319B3A9-DFE6-4B28-B701-06B737BC0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739"/>
                <a:ext cx="405" cy="1264"/>
              </a:xfrm>
              <a:custGeom>
                <a:avLst/>
                <a:gdLst>
                  <a:gd name="T0" fmla="*/ 2208 w 162"/>
                  <a:gd name="T1" fmla="*/ 8989 h 474"/>
                  <a:gd name="T2" fmla="*/ 2533 w 162"/>
                  <a:gd name="T3" fmla="*/ 8931 h 474"/>
                  <a:gd name="T4" fmla="*/ 2470 w 162"/>
                  <a:gd name="T5" fmla="*/ 8797 h 474"/>
                  <a:gd name="T6" fmla="*/ 2175 w 162"/>
                  <a:gd name="T7" fmla="*/ 7944 h 474"/>
                  <a:gd name="T8" fmla="*/ 1938 w 162"/>
                  <a:gd name="T9" fmla="*/ 6464 h 474"/>
                  <a:gd name="T10" fmla="*/ 1833 w 162"/>
                  <a:gd name="T11" fmla="*/ 5197 h 474"/>
                  <a:gd name="T12" fmla="*/ 1988 w 162"/>
                  <a:gd name="T13" fmla="*/ 4096 h 474"/>
                  <a:gd name="T14" fmla="*/ 1908 w 162"/>
                  <a:gd name="T15" fmla="*/ 2867 h 474"/>
                  <a:gd name="T16" fmla="*/ 1395 w 162"/>
                  <a:gd name="T17" fmla="*/ 832 h 474"/>
                  <a:gd name="T18" fmla="*/ 833 w 162"/>
                  <a:gd name="T19" fmla="*/ 171 h 474"/>
                  <a:gd name="T20" fmla="*/ 425 w 162"/>
                  <a:gd name="T21" fmla="*/ 56 h 474"/>
                  <a:gd name="T22" fmla="*/ 63 w 162"/>
                  <a:gd name="T23" fmla="*/ 171 h 474"/>
                  <a:gd name="T24" fmla="*/ 33 w 162"/>
                  <a:gd name="T25" fmla="*/ 205 h 474"/>
                  <a:gd name="T26" fmla="*/ 83 w 162"/>
                  <a:gd name="T27" fmla="*/ 248 h 474"/>
                  <a:gd name="T28" fmla="*/ 95 w 162"/>
                  <a:gd name="T29" fmla="*/ 248 h 474"/>
                  <a:gd name="T30" fmla="*/ 125 w 162"/>
                  <a:gd name="T31" fmla="*/ 760 h 474"/>
                  <a:gd name="T32" fmla="*/ 208 w 162"/>
                  <a:gd name="T33" fmla="*/ 2355 h 474"/>
                  <a:gd name="T34" fmla="*/ 875 w 162"/>
                  <a:gd name="T35" fmla="*/ 4552 h 474"/>
                  <a:gd name="T36" fmla="*/ 2208 w 162"/>
                  <a:gd name="T37" fmla="*/ 8989 h 47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62" h="474">
                    <a:moveTo>
                      <a:pt x="141" y="474"/>
                    </a:moveTo>
                    <a:cubicBezTo>
                      <a:pt x="162" y="471"/>
                      <a:pt x="162" y="471"/>
                      <a:pt x="162" y="471"/>
                    </a:cubicBezTo>
                    <a:cubicBezTo>
                      <a:pt x="161" y="468"/>
                      <a:pt x="159" y="466"/>
                      <a:pt x="158" y="464"/>
                    </a:cubicBezTo>
                    <a:cubicBezTo>
                      <a:pt x="151" y="450"/>
                      <a:pt x="144" y="434"/>
                      <a:pt x="139" y="419"/>
                    </a:cubicBezTo>
                    <a:cubicBezTo>
                      <a:pt x="131" y="394"/>
                      <a:pt x="128" y="367"/>
                      <a:pt x="124" y="341"/>
                    </a:cubicBezTo>
                    <a:cubicBezTo>
                      <a:pt x="120" y="319"/>
                      <a:pt x="116" y="296"/>
                      <a:pt x="117" y="274"/>
                    </a:cubicBezTo>
                    <a:cubicBezTo>
                      <a:pt x="118" y="254"/>
                      <a:pt x="128" y="236"/>
                      <a:pt x="127" y="216"/>
                    </a:cubicBezTo>
                    <a:cubicBezTo>
                      <a:pt x="126" y="195"/>
                      <a:pt x="124" y="172"/>
                      <a:pt x="122" y="151"/>
                    </a:cubicBezTo>
                    <a:cubicBezTo>
                      <a:pt x="119" y="116"/>
                      <a:pt x="105" y="75"/>
                      <a:pt x="89" y="44"/>
                    </a:cubicBezTo>
                    <a:cubicBezTo>
                      <a:pt x="80" y="26"/>
                      <a:pt x="70" y="18"/>
                      <a:pt x="53" y="9"/>
                    </a:cubicBezTo>
                    <a:cubicBezTo>
                      <a:pt x="44" y="4"/>
                      <a:pt x="38" y="0"/>
                      <a:pt x="27" y="3"/>
                    </a:cubicBezTo>
                    <a:cubicBezTo>
                      <a:pt x="20" y="5"/>
                      <a:pt x="12" y="13"/>
                      <a:pt x="4" y="9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4" y="12"/>
                      <a:pt x="5" y="13"/>
                    </a:cubicBezTo>
                    <a:cubicBezTo>
                      <a:pt x="5" y="13"/>
                      <a:pt x="6" y="13"/>
                      <a:pt x="6" y="13"/>
                    </a:cubicBezTo>
                    <a:cubicBezTo>
                      <a:pt x="12" y="18"/>
                      <a:pt x="11" y="27"/>
                      <a:pt x="8" y="40"/>
                    </a:cubicBezTo>
                    <a:cubicBezTo>
                      <a:pt x="5" y="58"/>
                      <a:pt x="0" y="86"/>
                      <a:pt x="13" y="124"/>
                    </a:cubicBezTo>
                    <a:cubicBezTo>
                      <a:pt x="21" y="148"/>
                      <a:pt x="37" y="190"/>
                      <a:pt x="56" y="240"/>
                    </a:cubicBezTo>
                    <a:cubicBezTo>
                      <a:pt x="85" y="317"/>
                      <a:pt x="120" y="411"/>
                      <a:pt x="141" y="474"/>
                    </a:cubicBezTo>
                    <a:close/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5" name="Freeform 410">
                <a:extLst>
                  <a:ext uri="{FF2B5EF4-FFF2-40B4-BE49-F238E27FC236}">
                    <a16:creationId xmlns:a16="http://schemas.microsoft.com/office/drawing/2014/main" id="{91AE0174-22E9-4A6D-A31A-9AE2DB75A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787"/>
                <a:ext cx="250" cy="578"/>
              </a:xfrm>
              <a:custGeom>
                <a:avLst/>
                <a:gdLst>
                  <a:gd name="T0" fmla="*/ 208 w 100"/>
                  <a:gd name="T1" fmla="*/ 320 h 217"/>
                  <a:gd name="T2" fmla="*/ 95 w 100"/>
                  <a:gd name="T3" fmla="*/ 887 h 217"/>
                  <a:gd name="T4" fmla="*/ 33 w 100"/>
                  <a:gd name="T5" fmla="*/ 1454 h 217"/>
                  <a:gd name="T6" fmla="*/ 145 w 100"/>
                  <a:gd name="T7" fmla="*/ 1718 h 217"/>
                  <a:gd name="T8" fmla="*/ 113 w 100"/>
                  <a:gd name="T9" fmla="*/ 1966 h 217"/>
                  <a:gd name="T10" fmla="*/ 220 w 100"/>
                  <a:gd name="T11" fmla="*/ 2227 h 217"/>
                  <a:gd name="T12" fmla="*/ 250 w 100"/>
                  <a:gd name="T13" fmla="*/ 2498 h 217"/>
                  <a:gd name="T14" fmla="*/ 395 w 100"/>
                  <a:gd name="T15" fmla="*/ 3114 h 217"/>
                  <a:gd name="T16" fmla="*/ 625 w 100"/>
                  <a:gd name="T17" fmla="*/ 3553 h 217"/>
                  <a:gd name="T18" fmla="*/ 908 w 100"/>
                  <a:gd name="T19" fmla="*/ 3910 h 217"/>
                  <a:gd name="T20" fmla="*/ 1063 w 100"/>
                  <a:gd name="T21" fmla="*/ 4081 h 217"/>
                  <a:gd name="T22" fmla="*/ 1300 w 100"/>
                  <a:gd name="T23" fmla="*/ 3931 h 217"/>
                  <a:gd name="T24" fmla="*/ 1520 w 100"/>
                  <a:gd name="T25" fmla="*/ 3497 h 217"/>
                  <a:gd name="T26" fmla="*/ 1533 w 100"/>
                  <a:gd name="T27" fmla="*/ 3228 h 217"/>
                  <a:gd name="T28" fmla="*/ 1550 w 100"/>
                  <a:gd name="T29" fmla="*/ 2951 h 217"/>
                  <a:gd name="T30" fmla="*/ 1438 w 100"/>
                  <a:gd name="T31" fmla="*/ 2285 h 217"/>
                  <a:gd name="T32" fmla="*/ 1395 w 100"/>
                  <a:gd name="T33" fmla="*/ 1910 h 217"/>
                  <a:gd name="T34" fmla="*/ 1283 w 100"/>
                  <a:gd name="T35" fmla="*/ 1569 h 217"/>
                  <a:gd name="T36" fmla="*/ 1220 w 100"/>
                  <a:gd name="T37" fmla="*/ 1057 h 217"/>
                  <a:gd name="T38" fmla="*/ 1033 w 100"/>
                  <a:gd name="T39" fmla="*/ 567 h 217"/>
                  <a:gd name="T40" fmla="*/ 688 w 100"/>
                  <a:gd name="T41" fmla="*/ 192 h 217"/>
                  <a:gd name="T42" fmla="*/ 283 w 100"/>
                  <a:gd name="T43" fmla="*/ 170 h 217"/>
                  <a:gd name="T44" fmla="*/ 208 w 100"/>
                  <a:gd name="T45" fmla="*/ 320 h 2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0" h="217">
                    <a:moveTo>
                      <a:pt x="13" y="17"/>
                    </a:moveTo>
                    <a:cubicBezTo>
                      <a:pt x="8" y="28"/>
                      <a:pt x="5" y="36"/>
                      <a:pt x="6" y="47"/>
                    </a:cubicBezTo>
                    <a:cubicBezTo>
                      <a:pt x="7" y="57"/>
                      <a:pt x="0" y="66"/>
                      <a:pt x="2" y="77"/>
                    </a:cubicBezTo>
                    <a:cubicBezTo>
                      <a:pt x="4" y="82"/>
                      <a:pt x="8" y="86"/>
                      <a:pt x="9" y="91"/>
                    </a:cubicBezTo>
                    <a:cubicBezTo>
                      <a:pt x="9" y="95"/>
                      <a:pt x="7" y="100"/>
                      <a:pt x="7" y="104"/>
                    </a:cubicBezTo>
                    <a:cubicBezTo>
                      <a:pt x="8" y="110"/>
                      <a:pt x="12" y="113"/>
                      <a:pt x="14" y="118"/>
                    </a:cubicBezTo>
                    <a:cubicBezTo>
                      <a:pt x="16" y="123"/>
                      <a:pt x="15" y="126"/>
                      <a:pt x="16" y="132"/>
                    </a:cubicBezTo>
                    <a:cubicBezTo>
                      <a:pt x="17" y="143"/>
                      <a:pt x="20" y="156"/>
                      <a:pt x="25" y="165"/>
                    </a:cubicBezTo>
                    <a:cubicBezTo>
                      <a:pt x="30" y="176"/>
                      <a:pt x="35" y="178"/>
                      <a:pt x="40" y="188"/>
                    </a:cubicBezTo>
                    <a:cubicBezTo>
                      <a:pt x="44" y="198"/>
                      <a:pt x="51" y="201"/>
                      <a:pt x="58" y="207"/>
                    </a:cubicBezTo>
                    <a:cubicBezTo>
                      <a:pt x="62" y="210"/>
                      <a:pt x="62" y="216"/>
                      <a:pt x="68" y="216"/>
                    </a:cubicBezTo>
                    <a:cubicBezTo>
                      <a:pt x="77" y="217"/>
                      <a:pt x="79" y="212"/>
                      <a:pt x="83" y="208"/>
                    </a:cubicBezTo>
                    <a:cubicBezTo>
                      <a:pt x="90" y="200"/>
                      <a:pt x="93" y="197"/>
                      <a:pt x="97" y="185"/>
                    </a:cubicBezTo>
                    <a:cubicBezTo>
                      <a:pt x="99" y="179"/>
                      <a:pt x="98" y="176"/>
                      <a:pt x="98" y="171"/>
                    </a:cubicBezTo>
                    <a:cubicBezTo>
                      <a:pt x="97" y="164"/>
                      <a:pt x="98" y="162"/>
                      <a:pt x="99" y="156"/>
                    </a:cubicBezTo>
                    <a:cubicBezTo>
                      <a:pt x="100" y="142"/>
                      <a:pt x="95" y="133"/>
                      <a:pt x="92" y="121"/>
                    </a:cubicBezTo>
                    <a:cubicBezTo>
                      <a:pt x="90" y="115"/>
                      <a:pt x="91" y="108"/>
                      <a:pt x="89" y="101"/>
                    </a:cubicBezTo>
                    <a:cubicBezTo>
                      <a:pt x="87" y="96"/>
                      <a:pt x="84" y="87"/>
                      <a:pt x="82" y="83"/>
                    </a:cubicBezTo>
                    <a:cubicBezTo>
                      <a:pt x="79" y="72"/>
                      <a:pt x="83" y="67"/>
                      <a:pt x="78" y="56"/>
                    </a:cubicBezTo>
                    <a:cubicBezTo>
                      <a:pt x="75" y="47"/>
                      <a:pt x="70" y="38"/>
                      <a:pt x="66" y="30"/>
                    </a:cubicBezTo>
                    <a:cubicBezTo>
                      <a:pt x="60" y="16"/>
                      <a:pt x="54" y="15"/>
                      <a:pt x="44" y="10"/>
                    </a:cubicBezTo>
                    <a:cubicBezTo>
                      <a:pt x="35" y="6"/>
                      <a:pt x="31" y="0"/>
                      <a:pt x="18" y="9"/>
                    </a:cubicBezTo>
                    <a:cubicBezTo>
                      <a:pt x="15" y="11"/>
                      <a:pt x="12" y="15"/>
                      <a:pt x="13" y="17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6" name="Freeform 411">
                <a:extLst>
                  <a:ext uri="{FF2B5EF4-FFF2-40B4-BE49-F238E27FC236}">
                    <a16:creationId xmlns:a16="http://schemas.microsoft.com/office/drawing/2014/main" id="{2729FBA0-3375-4EC8-9CF3-FB49CA7ED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3141"/>
                <a:ext cx="275" cy="806"/>
              </a:xfrm>
              <a:custGeom>
                <a:avLst/>
                <a:gdLst>
                  <a:gd name="T0" fmla="*/ 895 w 110"/>
                  <a:gd name="T1" fmla="*/ 5741 h 302"/>
                  <a:gd name="T2" fmla="*/ 50 w 110"/>
                  <a:gd name="T3" fmla="*/ 3176 h 302"/>
                  <a:gd name="T4" fmla="*/ 0 w 110"/>
                  <a:gd name="T5" fmla="*/ 2893 h 302"/>
                  <a:gd name="T6" fmla="*/ 345 w 110"/>
                  <a:gd name="T7" fmla="*/ 1695 h 302"/>
                  <a:gd name="T8" fmla="*/ 375 w 110"/>
                  <a:gd name="T9" fmla="*/ 1617 h 302"/>
                  <a:gd name="T10" fmla="*/ 675 w 110"/>
                  <a:gd name="T11" fmla="*/ 456 h 302"/>
                  <a:gd name="T12" fmla="*/ 845 w 110"/>
                  <a:gd name="T13" fmla="*/ 21 h 302"/>
                  <a:gd name="T14" fmla="*/ 925 w 110"/>
                  <a:gd name="T15" fmla="*/ 35 h 302"/>
                  <a:gd name="T16" fmla="*/ 1050 w 110"/>
                  <a:gd name="T17" fmla="*/ 1404 h 302"/>
                  <a:gd name="T18" fmla="*/ 1033 w 110"/>
                  <a:gd name="T19" fmla="*/ 1882 h 302"/>
                  <a:gd name="T20" fmla="*/ 1020 w 110"/>
                  <a:gd name="T21" fmla="*/ 2471 h 302"/>
                  <a:gd name="T22" fmla="*/ 1500 w 110"/>
                  <a:gd name="T23" fmla="*/ 4964 h 302"/>
                  <a:gd name="T24" fmla="*/ 1720 w 110"/>
                  <a:gd name="T25" fmla="*/ 5605 h 3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" h="302">
                    <a:moveTo>
                      <a:pt x="57" y="302"/>
                    </a:moveTo>
                    <a:cubicBezTo>
                      <a:pt x="37" y="252"/>
                      <a:pt x="9" y="180"/>
                      <a:pt x="3" y="167"/>
                    </a:cubicBezTo>
                    <a:cubicBezTo>
                      <a:pt x="1" y="162"/>
                      <a:pt x="0" y="157"/>
                      <a:pt x="0" y="152"/>
                    </a:cubicBezTo>
                    <a:cubicBezTo>
                      <a:pt x="0" y="135"/>
                      <a:pt x="9" y="116"/>
                      <a:pt x="22" y="89"/>
                    </a:cubicBezTo>
                    <a:cubicBezTo>
                      <a:pt x="24" y="85"/>
                      <a:pt x="24" y="85"/>
                      <a:pt x="24" y="85"/>
                    </a:cubicBezTo>
                    <a:cubicBezTo>
                      <a:pt x="39" y="49"/>
                      <a:pt x="40" y="41"/>
                      <a:pt x="43" y="24"/>
                    </a:cubicBezTo>
                    <a:cubicBezTo>
                      <a:pt x="46" y="12"/>
                      <a:pt x="50" y="4"/>
                      <a:pt x="54" y="1"/>
                    </a:cubicBezTo>
                    <a:cubicBezTo>
                      <a:pt x="55" y="0"/>
                      <a:pt x="58" y="0"/>
                      <a:pt x="59" y="2"/>
                    </a:cubicBezTo>
                    <a:cubicBezTo>
                      <a:pt x="63" y="11"/>
                      <a:pt x="68" y="38"/>
                      <a:pt x="67" y="74"/>
                    </a:cubicBezTo>
                    <a:cubicBezTo>
                      <a:pt x="67" y="82"/>
                      <a:pt x="67" y="90"/>
                      <a:pt x="66" y="99"/>
                    </a:cubicBezTo>
                    <a:cubicBezTo>
                      <a:pt x="66" y="110"/>
                      <a:pt x="65" y="120"/>
                      <a:pt x="65" y="130"/>
                    </a:cubicBezTo>
                    <a:cubicBezTo>
                      <a:pt x="65" y="170"/>
                      <a:pt x="71" y="204"/>
                      <a:pt x="96" y="261"/>
                    </a:cubicBezTo>
                    <a:cubicBezTo>
                      <a:pt x="101" y="274"/>
                      <a:pt x="106" y="285"/>
                      <a:pt x="110" y="295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7" name="Freeform 412">
                <a:extLst>
                  <a:ext uri="{FF2B5EF4-FFF2-40B4-BE49-F238E27FC236}">
                    <a16:creationId xmlns:a16="http://schemas.microsoft.com/office/drawing/2014/main" id="{4BB6F0F1-359B-4AC6-8BAA-9A1EF56FD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3928"/>
                <a:ext cx="500" cy="171"/>
              </a:xfrm>
              <a:custGeom>
                <a:avLst/>
                <a:gdLst>
                  <a:gd name="T0" fmla="*/ 0 w 200"/>
                  <a:gd name="T1" fmla="*/ 534 h 64"/>
                  <a:gd name="T2" fmla="*/ 1875 w 200"/>
                  <a:gd name="T3" fmla="*/ 1050 h 64"/>
                  <a:gd name="T4" fmla="*/ 3125 w 200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0" h="64">
                    <a:moveTo>
                      <a:pt x="0" y="28"/>
                    </a:moveTo>
                    <a:cubicBezTo>
                      <a:pt x="10" y="50"/>
                      <a:pt x="64" y="64"/>
                      <a:pt x="120" y="55"/>
                    </a:cubicBezTo>
                    <a:cubicBezTo>
                      <a:pt x="172" y="46"/>
                      <a:pt x="200" y="0"/>
                      <a:pt x="200" y="0"/>
                    </a:cubicBezTo>
                  </a:path>
                </a:pathLst>
              </a:custGeom>
              <a:solidFill>
                <a:srgbClr val="FDC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8" name="Freeform 413">
                <a:extLst>
                  <a:ext uri="{FF2B5EF4-FFF2-40B4-BE49-F238E27FC236}">
                    <a16:creationId xmlns:a16="http://schemas.microsoft.com/office/drawing/2014/main" id="{16D125D8-91E8-4EAB-962B-7D9C238A7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093"/>
                <a:ext cx="698" cy="1678"/>
              </a:xfrm>
              <a:custGeom>
                <a:avLst/>
                <a:gdLst>
                  <a:gd name="T0" fmla="*/ 3285 w 279"/>
                  <a:gd name="T1" fmla="*/ 3244 h 629"/>
                  <a:gd name="T2" fmla="*/ 3067 w 279"/>
                  <a:gd name="T3" fmla="*/ 2470 h 629"/>
                  <a:gd name="T4" fmla="*/ 2679 w 279"/>
                  <a:gd name="T5" fmla="*/ 1174 h 629"/>
                  <a:gd name="T6" fmla="*/ 3397 w 279"/>
                  <a:gd name="T7" fmla="*/ 0 h 629"/>
                  <a:gd name="T8" fmla="*/ 2629 w 279"/>
                  <a:gd name="T9" fmla="*/ 227 h 629"/>
                  <a:gd name="T10" fmla="*/ 2179 w 279"/>
                  <a:gd name="T11" fmla="*/ 760 h 629"/>
                  <a:gd name="T12" fmla="*/ 2492 w 279"/>
                  <a:gd name="T13" fmla="*/ 2390 h 629"/>
                  <a:gd name="T14" fmla="*/ 2930 w 279"/>
                  <a:gd name="T15" fmla="*/ 3892 h 629"/>
                  <a:gd name="T16" fmla="*/ 2910 w 279"/>
                  <a:gd name="T17" fmla="*/ 3930 h 629"/>
                  <a:gd name="T18" fmla="*/ 2867 w 279"/>
                  <a:gd name="T19" fmla="*/ 3951 h 629"/>
                  <a:gd name="T20" fmla="*/ 801 w 279"/>
                  <a:gd name="T21" fmla="*/ 4271 h 629"/>
                  <a:gd name="T22" fmla="*/ 20 w 279"/>
                  <a:gd name="T23" fmla="*/ 6136 h 629"/>
                  <a:gd name="T24" fmla="*/ 2867 w 279"/>
                  <a:gd name="T25" fmla="*/ 11941 h 629"/>
                  <a:gd name="T26" fmla="*/ 2847 w 279"/>
                  <a:gd name="T27" fmla="*/ 11735 h 629"/>
                  <a:gd name="T28" fmla="*/ 1301 w 279"/>
                  <a:gd name="T29" fmla="*/ 8049 h 629"/>
                  <a:gd name="T30" fmla="*/ 2397 w 279"/>
                  <a:gd name="T31" fmla="*/ 4861 h 629"/>
                  <a:gd name="T32" fmla="*/ 4351 w 279"/>
                  <a:gd name="T33" fmla="*/ 3644 h 629"/>
                  <a:gd name="T34" fmla="*/ 4368 w 279"/>
                  <a:gd name="T35" fmla="*/ 3631 h 629"/>
                  <a:gd name="T36" fmla="*/ 3285 w 279"/>
                  <a:gd name="T37" fmla="*/ 3244 h 6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79" h="629">
                    <a:moveTo>
                      <a:pt x="210" y="171"/>
                    </a:moveTo>
                    <a:cubicBezTo>
                      <a:pt x="204" y="163"/>
                      <a:pt x="202" y="145"/>
                      <a:pt x="196" y="130"/>
                    </a:cubicBezTo>
                    <a:cubicBezTo>
                      <a:pt x="187" y="106"/>
                      <a:pt x="175" y="83"/>
                      <a:pt x="171" y="62"/>
                    </a:cubicBezTo>
                    <a:cubicBezTo>
                      <a:pt x="166" y="33"/>
                      <a:pt x="187" y="12"/>
                      <a:pt x="217" y="0"/>
                    </a:cubicBezTo>
                    <a:cubicBezTo>
                      <a:pt x="192" y="2"/>
                      <a:pt x="176" y="8"/>
                      <a:pt x="168" y="12"/>
                    </a:cubicBezTo>
                    <a:cubicBezTo>
                      <a:pt x="152" y="19"/>
                      <a:pt x="142" y="29"/>
                      <a:pt x="139" y="40"/>
                    </a:cubicBezTo>
                    <a:cubicBezTo>
                      <a:pt x="132" y="63"/>
                      <a:pt x="128" y="89"/>
                      <a:pt x="159" y="126"/>
                    </a:cubicBezTo>
                    <a:cubicBezTo>
                      <a:pt x="181" y="153"/>
                      <a:pt x="190" y="187"/>
                      <a:pt x="187" y="205"/>
                    </a:cubicBezTo>
                    <a:cubicBezTo>
                      <a:pt x="187" y="206"/>
                      <a:pt x="187" y="207"/>
                      <a:pt x="186" y="207"/>
                    </a:cubicBezTo>
                    <a:cubicBezTo>
                      <a:pt x="185" y="208"/>
                      <a:pt x="184" y="208"/>
                      <a:pt x="183" y="208"/>
                    </a:cubicBezTo>
                    <a:cubicBezTo>
                      <a:pt x="147" y="197"/>
                      <a:pt x="90" y="199"/>
                      <a:pt x="51" y="225"/>
                    </a:cubicBezTo>
                    <a:cubicBezTo>
                      <a:pt x="18" y="246"/>
                      <a:pt x="2" y="279"/>
                      <a:pt x="1" y="323"/>
                    </a:cubicBezTo>
                    <a:cubicBezTo>
                      <a:pt x="0" y="440"/>
                      <a:pt x="144" y="607"/>
                      <a:pt x="183" y="629"/>
                    </a:cubicBezTo>
                    <a:cubicBezTo>
                      <a:pt x="187" y="625"/>
                      <a:pt x="188" y="622"/>
                      <a:pt x="182" y="618"/>
                    </a:cubicBezTo>
                    <a:cubicBezTo>
                      <a:pt x="161" y="606"/>
                      <a:pt x="118" y="541"/>
                      <a:pt x="83" y="424"/>
                    </a:cubicBezTo>
                    <a:cubicBezTo>
                      <a:pt x="48" y="307"/>
                      <a:pt x="111" y="267"/>
                      <a:pt x="153" y="256"/>
                    </a:cubicBezTo>
                    <a:cubicBezTo>
                      <a:pt x="222" y="239"/>
                      <a:pt x="240" y="201"/>
                      <a:pt x="278" y="192"/>
                    </a:cubicBezTo>
                    <a:cubicBezTo>
                      <a:pt x="279" y="191"/>
                      <a:pt x="279" y="191"/>
                      <a:pt x="279" y="191"/>
                    </a:cubicBezTo>
                    <a:cubicBezTo>
                      <a:pt x="266" y="187"/>
                      <a:pt x="222" y="192"/>
                      <a:pt x="210" y="171"/>
                    </a:cubicBezTo>
                    <a:close/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9" name="Freeform 414">
                <a:extLst>
                  <a:ext uri="{FF2B5EF4-FFF2-40B4-BE49-F238E27FC236}">
                    <a16:creationId xmlns:a16="http://schemas.microsoft.com/office/drawing/2014/main" id="{C6CAE66B-F9B7-45E8-B897-AED781FAE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640"/>
                <a:ext cx="288" cy="912"/>
              </a:xfrm>
              <a:custGeom>
                <a:avLst/>
                <a:gdLst>
                  <a:gd name="T0" fmla="*/ 1680 w 115"/>
                  <a:gd name="T1" fmla="*/ 149 h 342"/>
                  <a:gd name="T2" fmla="*/ 1788 w 115"/>
                  <a:gd name="T3" fmla="*/ 1059 h 342"/>
                  <a:gd name="T4" fmla="*/ 1505 w 115"/>
                  <a:gd name="T5" fmla="*/ 2163 h 342"/>
                  <a:gd name="T6" fmla="*/ 1242 w 115"/>
                  <a:gd name="T7" fmla="*/ 2995 h 342"/>
                  <a:gd name="T8" fmla="*/ 1180 w 115"/>
                  <a:gd name="T9" fmla="*/ 3605 h 342"/>
                  <a:gd name="T10" fmla="*/ 771 w 115"/>
                  <a:gd name="T11" fmla="*/ 4835 h 342"/>
                  <a:gd name="T12" fmla="*/ 533 w 115"/>
                  <a:gd name="T13" fmla="*/ 5483 h 342"/>
                  <a:gd name="T14" fmla="*/ 458 w 115"/>
                  <a:gd name="T15" fmla="*/ 5917 h 342"/>
                  <a:gd name="T16" fmla="*/ 283 w 115"/>
                  <a:gd name="T17" fmla="*/ 6485 h 342"/>
                  <a:gd name="T18" fmla="*/ 113 w 115"/>
                  <a:gd name="T19" fmla="*/ 4437 h 342"/>
                  <a:gd name="T20" fmla="*/ 521 w 115"/>
                  <a:gd name="T21" fmla="*/ 2240 h 342"/>
                  <a:gd name="T22" fmla="*/ 929 w 115"/>
                  <a:gd name="T23" fmla="*/ 1173 h 342"/>
                  <a:gd name="T24" fmla="*/ 1367 w 115"/>
                  <a:gd name="T25" fmla="*/ 0 h 3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5" h="342">
                    <a:moveTo>
                      <a:pt x="107" y="8"/>
                    </a:moveTo>
                    <a:cubicBezTo>
                      <a:pt x="115" y="19"/>
                      <a:pt x="115" y="44"/>
                      <a:pt x="114" y="56"/>
                    </a:cubicBezTo>
                    <a:cubicBezTo>
                      <a:pt x="111" y="77"/>
                      <a:pt x="104" y="95"/>
                      <a:pt x="96" y="114"/>
                    </a:cubicBezTo>
                    <a:cubicBezTo>
                      <a:pt x="90" y="129"/>
                      <a:pt x="84" y="144"/>
                      <a:pt x="79" y="158"/>
                    </a:cubicBezTo>
                    <a:cubicBezTo>
                      <a:pt x="76" y="169"/>
                      <a:pt x="77" y="179"/>
                      <a:pt x="75" y="190"/>
                    </a:cubicBezTo>
                    <a:cubicBezTo>
                      <a:pt x="71" y="213"/>
                      <a:pt x="62" y="236"/>
                      <a:pt x="49" y="255"/>
                    </a:cubicBezTo>
                    <a:cubicBezTo>
                      <a:pt x="42" y="267"/>
                      <a:pt x="36" y="276"/>
                      <a:pt x="34" y="289"/>
                    </a:cubicBezTo>
                    <a:cubicBezTo>
                      <a:pt x="32" y="297"/>
                      <a:pt x="32" y="304"/>
                      <a:pt x="29" y="312"/>
                    </a:cubicBezTo>
                    <a:cubicBezTo>
                      <a:pt x="26" y="321"/>
                      <a:pt x="24" y="337"/>
                      <a:pt x="18" y="342"/>
                    </a:cubicBezTo>
                    <a:cubicBezTo>
                      <a:pt x="0" y="311"/>
                      <a:pt x="3" y="268"/>
                      <a:pt x="7" y="234"/>
                    </a:cubicBezTo>
                    <a:cubicBezTo>
                      <a:pt x="13" y="194"/>
                      <a:pt x="22" y="157"/>
                      <a:pt x="33" y="118"/>
                    </a:cubicBezTo>
                    <a:cubicBezTo>
                      <a:pt x="38" y="100"/>
                      <a:pt x="48" y="77"/>
                      <a:pt x="59" y="62"/>
                    </a:cubicBezTo>
                    <a:cubicBezTo>
                      <a:pt x="73" y="43"/>
                      <a:pt x="88" y="26"/>
                      <a:pt x="87" y="0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0" name="Freeform 415">
                <a:extLst>
                  <a:ext uri="{FF2B5EF4-FFF2-40B4-BE49-F238E27FC236}">
                    <a16:creationId xmlns:a16="http://schemas.microsoft.com/office/drawing/2014/main" id="{5117EC3F-8527-4457-A0D8-00540BC01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20"/>
                <a:ext cx="317" cy="499"/>
              </a:xfrm>
              <a:custGeom>
                <a:avLst/>
                <a:gdLst>
                  <a:gd name="T0" fmla="*/ 1028 w 127"/>
                  <a:gd name="T1" fmla="*/ 0 h 187"/>
                  <a:gd name="T2" fmla="*/ 1415 w 127"/>
                  <a:gd name="T3" fmla="*/ 363 h 187"/>
                  <a:gd name="T4" fmla="*/ 1745 w 127"/>
                  <a:gd name="T5" fmla="*/ 777 h 187"/>
                  <a:gd name="T6" fmla="*/ 1445 w 127"/>
                  <a:gd name="T7" fmla="*/ 2394 h 187"/>
                  <a:gd name="T8" fmla="*/ 1091 w 127"/>
                  <a:gd name="T9" fmla="*/ 2834 h 187"/>
                  <a:gd name="T10" fmla="*/ 654 w 127"/>
                  <a:gd name="T11" fmla="*/ 3405 h 187"/>
                  <a:gd name="T12" fmla="*/ 12 w 127"/>
                  <a:gd name="T13" fmla="*/ 3077 h 187"/>
                  <a:gd name="T14" fmla="*/ 387 w 127"/>
                  <a:gd name="T15" fmla="*/ 1865 h 187"/>
                  <a:gd name="T16" fmla="*/ 467 w 127"/>
                  <a:gd name="T17" fmla="*/ 742 h 1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187">
                    <a:moveTo>
                      <a:pt x="66" y="0"/>
                    </a:moveTo>
                    <a:cubicBezTo>
                      <a:pt x="68" y="10"/>
                      <a:pt x="83" y="14"/>
                      <a:pt x="91" y="19"/>
                    </a:cubicBezTo>
                    <a:cubicBezTo>
                      <a:pt x="99" y="25"/>
                      <a:pt x="107" y="32"/>
                      <a:pt x="112" y="41"/>
                    </a:cubicBezTo>
                    <a:cubicBezTo>
                      <a:pt x="127" y="71"/>
                      <a:pt x="114" y="104"/>
                      <a:pt x="93" y="126"/>
                    </a:cubicBezTo>
                    <a:cubicBezTo>
                      <a:pt x="85" y="135"/>
                      <a:pt x="76" y="139"/>
                      <a:pt x="70" y="149"/>
                    </a:cubicBezTo>
                    <a:cubicBezTo>
                      <a:pt x="61" y="163"/>
                      <a:pt x="59" y="173"/>
                      <a:pt x="42" y="179"/>
                    </a:cubicBezTo>
                    <a:cubicBezTo>
                      <a:pt x="26" y="184"/>
                      <a:pt x="3" y="187"/>
                      <a:pt x="1" y="162"/>
                    </a:cubicBezTo>
                    <a:cubicBezTo>
                      <a:pt x="0" y="142"/>
                      <a:pt x="19" y="117"/>
                      <a:pt x="25" y="98"/>
                    </a:cubicBezTo>
                    <a:cubicBezTo>
                      <a:pt x="32" y="78"/>
                      <a:pt x="30" y="60"/>
                      <a:pt x="30" y="39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1" name="Freeform 416">
                <a:extLst>
                  <a:ext uri="{FF2B5EF4-FFF2-40B4-BE49-F238E27FC236}">
                    <a16:creationId xmlns:a16="http://schemas.microsoft.com/office/drawing/2014/main" id="{C2F8E40D-D7DD-4F53-8BDA-7D6E662A2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1637"/>
                <a:ext cx="175" cy="1422"/>
              </a:xfrm>
              <a:custGeom>
                <a:avLst/>
                <a:gdLst>
                  <a:gd name="T0" fmla="*/ 895 w 70"/>
                  <a:gd name="T1" fmla="*/ 5923 h 533"/>
                  <a:gd name="T2" fmla="*/ 908 w 70"/>
                  <a:gd name="T3" fmla="*/ 4255 h 533"/>
                  <a:gd name="T4" fmla="*/ 750 w 70"/>
                  <a:gd name="T5" fmla="*/ 2697 h 533"/>
                  <a:gd name="T6" fmla="*/ 613 w 70"/>
                  <a:gd name="T7" fmla="*/ 0 h 533"/>
                  <a:gd name="T8" fmla="*/ 175 w 70"/>
                  <a:gd name="T9" fmla="*/ 2241 h 533"/>
                  <a:gd name="T10" fmla="*/ 708 w 70"/>
                  <a:gd name="T11" fmla="*/ 3973 h 533"/>
                  <a:gd name="T12" fmla="*/ 833 w 70"/>
                  <a:gd name="T13" fmla="*/ 4690 h 533"/>
                  <a:gd name="T14" fmla="*/ 738 w 70"/>
                  <a:gd name="T15" fmla="*/ 5411 h 533"/>
                  <a:gd name="T16" fmla="*/ 458 w 70"/>
                  <a:gd name="T17" fmla="*/ 6363 h 533"/>
                  <a:gd name="T18" fmla="*/ 208 w 70"/>
                  <a:gd name="T19" fmla="*/ 7516 h 533"/>
                  <a:gd name="T20" fmla="*/ 20 w 70"/>
                  <a:gd name="T21" fmla="*/ 8791 h 533"/>
                  <a:gd name="T22" fmla="*/ 20 w 70"/>
                  <a:gd name="T23" fmla="*/ 9951 h 533"/>
                  <a:gd name="T24" fmla="*/ 33 w 70"/>
                  <a:gd name="T25" fmla="*/ 10122 h 533"/>
                  <a:gd name="T26" fmla="*/ 500 w 70"/>
                  <a:gd name="T27" fmla="*/ 7118 h 533"/>
                  <a:gd name="T28" fmla="*/ 895 w 70"/>
                  <a:gd name="T29" fmla="*/ 5923 h 53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0" h="533">
                    <a:moveTo>
                      <a:pt x="57" y="312"/>
                    </a:moveTo>
                    <a:cubicBezTo>
                      <a:pt x="70" y="264"/>
                      <a:pt x="65" y="246"/>
                      <a:pt x="58" y="224"/>
                    </a:cubicBezTo>
                    <a:cubicBezTo>
                      <a:pt x="53" y="206"/>
                      <a:pt x="46" y="184"/>
                      <a:pt x="48" y="142"/>
                    </a:cubicBezTo>
                    <a:cubicBezTo>
                      <a:pt x="49" y="97"/>
                      <a:pt x="48" y="47"/>
                      <a:pt x="39" y="0"/>
                    </a:cubicBezTo>
                    <a:cubicBezTo>
                      <a:pt x="11" y="118"/>
                      <a:pt x="11" y="118"/>
                      <a:pt x="11" y="118"/>
                    </a:cubicBezTo>
                    <a:cubicBezTo>
                      <a:pt x="39" y="135"/>
                      <a:pt x="40" y="181"/>
                      <a:pt x="45" y="209"/>
                    </a:cubicBezTo>
                    <a:cubicBezTo>
                      <a:pt x="48" y="222"/>
                      <a:pt x="53" y="234"/>
                      <a:pt x="53" y="247"/>
                    </a:cubicBezTo>
                    <a:cubicBezTo>
                      <a:pt x="53" y="260"/>
                      <a:pt x="50" y="273"/>
                      <a:pt x="47" y="285"/>
                    </a:cubicBezTo>
                    <a:cubicBezTo>
                      <a:pt x="42" y="302"/>
                      <a:pt x="35" y="318"/>
                      <a:pt x="29" y="335"/>
                    </a:cubicBezTo>
                    <a:cubicBezTo>
                      <a:pt x="22" y="354"/>
                      <a:pt x="18" y="375"/>
                      <a:pt x="13" y="396"/>
                    </a:cubicBezTo>
                    <a:cubicBezTo>
                      <a:pt x="7" y="417"/>
                      <a:pt x="1" y="441"/>
                      <a:pt x="1" y="463"/>
                    </a:cubicBezTo>
                    <a:cubicBezTo>
                      <a:pt x="2" y="483"/>
                      <a:pt x="0" y="504"/>
                      <a:pt x="1" y="524"/>
                    </a:cubicBezTo>
                    <a:cubicBezTo>
                      <a:pt x="1" y="527"/>
                      <a:pt x="2" y="530"/>
                      <a:pt x="2" y="533"/>
                    </a:cubicBezTo>
                    <a:cubicBezTo>
                      <a:pt x="10" y="471"/>
                      <a:pt x="20" y="401"/>
                      <a:pt x="32" y="375"/>
                    </a:cubicBezTo>
                    <a:cubicBezTo>
                      <a:pt x="43" y="352"/>
                      <a:pt x="53" y="331"/>
                      <a:pt x="57" y="312"/>
                    </a:cubicBezTo>
                    <a:close/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2" name="Freeform 417">
                <a:extLst>
                  <a:ext uri="{FF2B5EF4-FFF2-40B4-BE49-F238E27FC236}">
                    <a16:creationId xmlns:a16="http://schemas.microsoft.com/office/drawing/2014/main" id="{EDEFC29E-C511-4241-A4DE-184110CD6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576"/>
                <a:ext cx="140" cy="397"/>
              </a:xfrm>
              <a:custGeom>
                <a:avLst/>
                <a:gdLst>
                  <a:gd name="T0" fmla="*/ 363 w 56"/>
                  <a:gd name="T1" fmla="*/ 0 h 149"/>
                  <a:gd name="T2" fmla="*/ 345 w 56"/>
                  <a:gd name="T3" fmla="*/ 589 h 149"/>
                  <a:gd name="T4" fmla="*/ 645 w 56"/>
                  <a:gd name="T5" fmla="*/ 661 h 149"/>
                  <a:gd name="T6" fmla="*/ 863 w 56"/>
                  <a:gd name="T7" fmla="*/ 1306 h 149"/>
                  <a:gd name="T8" fmla="*/ 750 w 56"/>
                  <a:gd name="T9" fmla="*/ 2193 h 149"/>
                  <a:gd name="T10" fmla="*/ 458 w 56"/>
                  <a:gd name="T11" fmla="*/ 2798 h 149"/>
                  <a:gd name="T12" fmla="*/ 113 w 56"/>
                  <a:gd name="T13" fmla="*/ 1364 h 149"/>
                  <a:gd name="T14" fmla="*/ 0 w 56"/>
                  <a:gd name="T15" fmla="*/ 77 h 1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49">
                    <a:moveTo>
                      <a:pt x="23" y="0"/>
                    </a:moveTo>
                    <a:cubicBezTo>
                      <a:pt x="19" y="11"/>
                      <a:pt x="10" y="27"/>
                      <a:pt x="22" y="31"/>
                    </a:cubicBezTo>
                    <a:cubicBezTo>
                      <a:pt x="28" y="34"/>
                      <a:pt x="35" y="31"/>
                      <a:pt x="41" y="35"/>
                    </a:cubicBezTo>
                    <a:cubicBezTo>
                      <a:pt x="51" y="42"/>
                      <a:pt x="54" y="59"/>
                      <a:pt x="55" y="69"/>
                    </a:cubicBezTo>
                    <a:cubicBezTo>
                      <a:pt x="56" y="84"/>
                      <a:pt x="52" y="102"/>
                      <a:pt x="48" y="116"/>
                    </a:cubicBezTo>
                    <a:cubicBezTo>
                      <a:pt x="46" y="121"/>
                      <a:pt x="36" y="149"/>
                      <a:pt x="29" y="148"/>
                    </a:cubicBezTo>
                    <a:cubicBezTo>
                      <a:pt x="12" y="148"/>
                      <a:pt x="9" y="82"/>
                      <a:pt x="7" y="72"/>
                    </a:cubicBezTo>
                    <a:cubicBezTo>
                      <a:pt x="3" y="49"/>
                      <a:pt x="3" y="27"/>
                      <a:pt x="0" y="4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3" name="Freeform 418">
                <a:extLst>
                  <a:ext uri="{FF2B5EF4-FFF2-40B4-BE49-F238E27FC236}">
                    <a16:creationId xmlns:a16="http://schemas.microsoft.com/office/drawing/2014/main" id="{74D6659C-E93E-45C9-8E5F-EE72F0F64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523"/>
                <a:ext cx="140" cy="104"/>
              </a:xfrm>
              <a:custGeom>
                <a:avLst/>
                <a:gdLst>
                  <a:gd name="T0" fmla="*/ 0 w 56"/>
                  <a:gd name="T1" fmla="*/ 397 h 39"/>
                  <a:gd name="T2" fmla="*/ 658 w 56"/>
                  <a:gd name="T3" fmla="*/ 739 h 39"/>
                  <a:gd name="T4" fmla="*/ 738 w 56"/>
                  <a:gd name="T5" fmla="*/ 136 h 39"/>
                  <a:gd name="T6" fmla="*/ 63 w 56"/>
                  <a:gd name="T7" fmla="*/ 14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39">
                    <a:moveTo>
                      <a:pt x="0" y="21"/>
                    </a:moveTo>
                    <a:cubicBezTo>
                      <a:pt x="21" y="16"/>
                      <a:pt x="37" y="16"/>
                      <a:pt x="42" y="39"/>
                    </a:cubicBezTo>
                    <a:cubicBezTo>
                      <a:pt x="51" y="34"/>
                      <a:pt x="56" y="15"/>
                      <a:pt x="47" y="7"/>
                    </a:cubicBezTo>
                    <a:cubicBezTo>
                      <a:pt x="39" y="0"/>
                      <a:pt x="12" y="2"/>
                      <a:pt x="4" y="8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4" name="Freeform 419">
                <a:extLst>
                  <a:ext uri="{FF2B5EF4-FFF2-40B4-BE49-F238E27FC236}">
                    <a16:creationId xmlns:a16="http://schemas.microsoft.com/office/drawing/2014/main" id="{EA227823-9FC4-42D1-823F-631B40977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3141"/>
                <a:ext cx="188" cy="600"/>
              </a:xfrm>
              <a:custGeom>
                <a:avLst/>
                <a:gdLst>
                  <a:gd name="T0" fmla="*/ 1025 w 75"/>
                  <a:gd name="T1" fmla="*/ 2467 h 225"/>
                  <a:gd name="T2" fmla="*/ 1038 w 75"/>
                  <a:gd name="T3" fmla="*/ 1877 h 225"/>
                  <a:gd name="T4" fmla="*/ 1055 w 75"/>
                  <a:gd name="T5" fmla="*/ 1400 h 225"/>
                  <a:gd name="T6" fmla="*/ 930 w 75"/>
                  <a:gd name="T7" fmla="*/ 35 h 225"/>
                  <a:gd name="T8" fmla="*/ 847 w 75"/>
                  <a:gd name="T9" fmla="*/ 21 h 225"/>
                  <a:gd name="T10" fmla="*/ 679 w 75"/>
                  <a:gd name="T11" fmla="*/ 456 h 225"/>
                  <a:gd name="T12" fmla="*/ 376 w 75"/>
                  <a:gd name="T13" fmla="*/ 1613 h 225"/>
                  <a:gd name="T14" fmla="*/ 346 w 75"/>
                  <a:gd name="T15" fmla="*/ 1685 h 225"/>
                  <a:gd name="T16" fmla="*/ 0 w 75"/>
                  <a:gd name="T17" fmla="*/ 2880 h 225"/>
                  <a:gd name="T18" fmla="*/ 50 w 75"/>
                  <a:gd name="T19" fmla="*/ 3165 h 225"/>
                  <a:gd name="T20" fmla="*/ 363 w 75"/>
                  <a:gd name="T21" fmla="*/ 4075 h 225"/>
                  <a:gd name="T22" fmla="*/ 567 w 75"/>
                  <a:gd name="T23" fmla="*/ 4152 h 225"/>
                  <a:gd name="T24" fmla="*/ 521 w 75"/>
                  <a:gd name="T25" fmla="*/ 3413 h 225"/>
                  <a:gd name="T26" fmla="*/ 521 w 75"/>
                  <a:gd name="T27" fmla="*/ 2141 h 225"/>
                  <a:gd name="T28" fmla="*/ 647 w 75"/>
                  <a:gd name="T29" fmla="*/ 1728 h 225"/>
                  <a:gd name="T30" fmla="*/ 772 w 75"/>
                  <a:gd name="T31" fmla="*/ 1288 h 225"/>
                  <a:gd name="T32" fmla="*/ 805 w 75"/>
                  <a:gd name="T33" fmla="*/ 2027 h 225"/>
                  <a:gd name="T34" fmla="*/ 847 w 75"/>
                  <a:gd name="T35" fmla="*/ 2787 h 225"/>
                  <a:gd name="T36" fmla="*/ 1181 w 75"/>
                  <a:gd name="T37" fmla="*/ 3848 h 225"/>
                  <a:gd name="T38" fmla="*/ 1025 w 75"/>
                  <a:gd name="T39" fmla="*/ 2467 h 22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5" h="225">
                    <a:moveTo>
                      <a:pt x="65" y="130"/>
                    </a:moveTo>
                    <a:cubicBezTo>
                      <a:pt x="65" y="120"/>
                      <a:pt x="66" y="110"/>
                      <a:pt x="66" y="99"/>
                    </a:cubicBezTo>
                    <a:cubicBezTo>
                      <a:pt x="67" y="90"/>
                      <a:pt x="67" y="82"/>
                      <a:pt x="67" y="74"/>
                    </a:cubicBezTo>
                    <a:cubicBezTo>
                      <a:pt x="68" y="38"/>
                      <a:pt x="63" y="11"/>
                      <a:pt x="59" y="2"/>
                    </a:cubicBezTo>
                    <a:cubicBezTo>
                      <a:pt x="58" y="0"/>
                      <a:pt x="55" y="0"/>
                      <a:pt x="54" y="1"/>
                    </a:cubicBezTo>
                    <a:cubicBezTo>
                      <a:pt x="50" y="4"/>
                      <a:pt x="46" y="12"/>
                      <a:pt x="43" y="24"/>
                    </a:cubicBezTo>
                    <a:cubicBezTo>
                      <a:pt x="40" y="41"/>
                      <a:pt x="39" y="49"/>
                      <a:pt x="24" y="85"/>
                    </a:cubicBezTo>
                    <a:cubicBezTo>
                      <a:pt x="22" y="89"/>
                      <a:pt x="22" y="89"/>
                      <a:pt x="22" y="89"/>
                    </a:cubicBezTo>
                    <a:cubicBezTo>
                      <a:pt x="9" y="116"/>
                      <a:pt x="0" y="135"/>
                      <a:pt x="0" y="152"/>
                    </a:cubicBezTo>
                    <a:cubicBezTo>
                      <a:pt x="0" y="157"/>
                      <a:pt x="1" y="162"/>
                      <a:pt x="3" y="167"/>
                    </a:cubicBezTo>
                    <a:cubicBezTo>
                      <a:pt x="6" y="173"/>
                      <a:pt x="13" y="192"/>
                      <a:pt x="23" y="215"/>
                    </a:cubicBezTo>
                    <a:cubicBezTo>
                      <a:pt x="26" y="221"/>
                      <a:pt x="31" y="225"/>
                      <a:pt x="36" y="219"/>
                    </a:cubicBezTo>
                    <a:cubicBezTo>
                      <a:pt x="42" y="212"/>
                      <a:pt x="34" y="189"/>
                      <a:pt x="33" y="180"/>
                    </a:cubicBezTo>
                    <a:cubicBezTo>
                      <a:pt x="30" y="159"/>
                      <a:pt x="28" y="135"/>
                      <a:pt x="33" y="113"/>
                    </a:cubicBezTo>
                    <a:cubicBezTo>
                      <a:pt x="35" y="106"/>
                      <a:pt x="39" y="99"/>
                      <a:pt x="41" y="91"/>
                    </a:cubicBezTo>
                    <a:cubicBezTo>
                      <a:pt x="43" y="84"/>
                      <a:pt x="42" y="72"/>
                      <a:pt x="49" y="68"/>
                    </a:cubicBezTo>
                    <a:cubicBezTo>
                      <a:pt x="58" y="75"/>
                      <a:pt x="52" y="96"/>
                      <a:pt x="51" y="107"/>
                    </a:cubicBezTo>
                    <a:cubicBezTo>
                      <a:pt x="50" y="121"/>
                      <a:pt x="51" y="134"/>
                      <a:pt x="54" y="147"/>
                    </a:cubicBezTo>
                    <a:cubicBezTo>
                      <a:pt x="59" y="168"/>
                      <a:pt x="66" y="186"/>
                      <a:pt x="75" y="203"/>
                    </a:cubicBezTo>
                    <a:cubicBezTo>
                      <a:pt x="67" y="177"/>
                      <a:pt x="65" y="154"/>
                      <a:pt x="65" y="130"/>
                    </a:cubicBezTo>
                    <a:close/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5" name="Freeform 420">
                <a:extLst>
                  <a:ext uri="{FF2B5EF4-FFF2-40B4-BE49-F238E27FC236}">
                    <a16:creationId xmlns:a16="http://schemas.microsoft.com/office/drawing/2014/main" id="{C19D0526-FB73-47CC-B056-E9996E923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1563"/>
                <a:ext cx="220" cy="72"/>
              </a:xfrm>
              <a:custGeom>
                <a:avLst/>
                <a:gdLst>
                  <a:gd name="T0" fmla="*/ 1375 w 88"/>
                  <a:gd name="T1" fmla="*/ 512 h 27"/>
                  <a:gd name="T2" fmla="*/ 0 w 88"/>
                  <a:gd name="T3" fmla="*/ 171 h 27"/>
                  <a:gd name="T4" fmla="*/ 1375 w 88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7">
                    <a:moveTo>
                      <a:pt x="88" y="27"/>
                    </a:moveTo>
                    <a:cubicBezTo>
                      <a:pt x="66" y="13"/>
                      <a:pt x="13" y="4"/>
                      <a:pt x="0" y="9"/>
                    </a:cubicBezTo>
                    <a:cubicBezTo>
                      <a:pt x="16" y="0"/>
                      <a:pt x="65" y="2"/>
                      <a:pt x="88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6" name="Freeform 421">
                <a:extLst>
                  <a:ext uri="{FF2B5EF4-FFF2-40B4-BE49-F238E27FC236}">
                    <a16:creationId xmlns:a16="http://schemas.microsoft.com/office/drawing/2014/main" id="{7A380A3F-6C6B-4926-A93C-A6CC814CD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045"/>
                <a:ext cx="35" cy="174"/>
              </a:xfrm>
              <a:custGeom>
                <a:avLst/>
                <a:gdLst>
                  <a:gd name="T0" fmla="*/ 0 w 14"/>
                  <a:gd name="T1" fmla="*/ 0 h 65"/>
                  <a:gd name="T2" fmla="*/ 220 w 14"/>
                  <a:gd name="T3" fmla="*/ 1247 h 65"/>
                  <a:gd name="T4" fmla="*/ 0 w 14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5">
                    <a:moveTo>
                      <a:pt x="0" y="0"/>
                    </a:moveTo>
                    <a:cubicBezTo>
                      <a:pt x="5" y="11"/>
                      <a:pt x="2" y="38"/>
                      <a:pt x="14" y="65"/>
                    </a:cubicBezTo>
                    <a:cubicBezTo>
                      <a:pt x="4" y="51"/>
                      <a:pt x="2" y="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7" name="Freeform 422">
                <a:extLst>
                  <a:ext uri="{FF2B5EF4-FFF2-40B4-BE49-F238E27FC236}">
                    <a16:creationId xmlns:a16="http://schemas.microsoft.com/office/drawing/2014/main" id="{EFB1801E-0FA4-4D60-9183-530D5E62C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3709"/>
                <a:ext cx="83" cy="216"/>
              </a:xfrm>
              <a:custGeom>
                <a:avLst/>
                <a:gdLst>
                  <a:gd name="T0" fmla="*/ 0 w 33"/>
                  <a:gd name="T1" fmla="*/ 1536 h 81"/>
                  <a:gd name="T2" fmla="*/ 526 w 33"/>
                  <a:gd name="T3" fmla="*/ 1443 h 81"/>
                  <a:gd name="T4" fmla="*/ 50 w 33"/>
                  <a:gd name="T5" fmla="*/ 0 h 81"/>
                  <a:gd name="T6" fmla="*/ 254 w 33"/>
                  <a:gd name="T7" fmla="*/ 1229 h 81"/>
                  <a:gd name="T8" fmla="*/ 0 w 33"/>
                  <a:gd name="T9" fmla="*/ 1536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81">
                    <a:moveTo>
                      <a:pt x="0" y="81"/>
                    </a:moveTo>
                    <a:cubicBezTo>
                      <a:pt x="33" y="76"/>
                      <a:pt x="33" y="76"/>
                      <a:pt x="33" y="76"/>
                    </a:cubicBezTo>
                    <a:cubicBezTo>
                      <a:pt x="24" y="56"/>
                      <a:pt x="3" y="0"/>
                      <a:pt x="3" y="0"/>
                    </a:cubicBezTo>
                    <a:cubicBezTo>
                      <a:pt x="10" y="23"/>
                      <a:pt x="21" y="53"/>
                      <a:pt x="16" y="65"/>
                    </a:cubicBezTo>
                    <a:cubicBezTo>
                      <a:pt x="10" y="77"/>
                      <a:pt x="0" y="81"/>
                      <a:pt x="0" y="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8" name="Freeform 423">
                <a:extLst>
                  <a:ext uri="{FF2B5EF4-FFF2-40B4-BE49-F238E27FC236}">
                    <a16:creationId xmlns:a16="http://schemas.microsoft.com/office/drawing/2014/main" id="{24939B8E-CE3B-4A20-A34D-EBDBB67ED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813"/>
                <a:ext cx="57" cy="200"/>
              </a:xfrm>
              <a:custGeom>
                <a:avLst/>
                <a:gdLst>
                  <a:gd name="T0" fmla="*/ 196 w 23"/>
                  <a:gd name="T1" fmla="*/ 93 h 75"/>
                  <a:gd name="T2" fmla="*/ 104 w 23"/>
                  <a:gd name="T3" fmla="*/ 435 h 75"/>
                  <a:gd name="T4" fmla="*/ 74 w 23"/>
                  <a:gd name="T5" fmla="*/ 776 h 75"/>
                  <a:gd name="T6" fmla="*/ 154 w 23"/>
                  <a:gd name="T7" fmla="*/ 1421 h 75"/>
                  <a:gd name="T8" fmla="*/ 228 w 23"/>
                  <a:gd name="T9" fmla="*/ 1080 h 75"/>
                  <a:gd name="T10" fmla="*/ 104 w 23"/>
                  <a:gd name="T11" fmla="*/ 819 h 75"/>
                  <a:gd name="T12" fmla="*/ 216 w 23"/>
                  <a:gd name="T13" fmla="*/ 627 h 75"/>
                  <a:gd name="T14" fmla="*/ 183 w 23"/>
                  <a:gd name="T15" fmla="*/ 533 h 75"/>
                  <a:gd name="T16" fmla="*/ 196 w 23"/>
                  <a:gd name="T17" fmla="*/ 320 h 75"/>
                  <a:gd name="T18" fmla="*/ 349 w 23"/>
                  <a:gd name="T19" fmla="*/ 136 h 75"/>
                  <a:gd name="T20" fmla="*/ 307 w 23"/>
                  <a:gd name="T21" fmla="*/ 0 h 75"/>
                  <a:gd name="T22" fmla="*/ 287 w 23"/>
                  <a:gd name="T23" fmla="*/ 21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75">
                    <a:moveTo>
                      <a:pt x="13" y="5"/>
                    </a:moveTo>
                    <a:cubicBezTo>
                      <a:pt x="9" y="12"/>
                      <a:pt x="8" y="16"/>
                      <a:pt x="7" y="23"/>
                    </a:cubicBezTo>
                    <a:cubicBezTo>
                      <a:pt x="7" y="29"/>
                      <a:pt x="5" y="35"/>
                      <a:pt x="5" y="41"/>
                    </a:cubicBezTo>
                    <a:cubicBezTo>
                      <a:pt x="4" y="54"/>
                      <a:pt x="0" y="66"/>
                      <a:pt x="10" y="75"/>
                    </a:cubicBezTo>
                    <a:cubicBezTo>
                      <a:pt x="9" y="66"/>
                      <a:pt x="8" y="65"/>
                      <a:pt x="15" y="57"/>
                    </a:cubicBezTo>
                    <a:cubicBezTo>
                      <a:pt x="12" y="54"/>
                      <a:pt x="7" y="48"/>
                      <a:pt x="7" y="43"/>
                    </a:cubicBezTo>
                    <a:cubicBezTo>
                      <a:pt x="8" y="38"/>
                      <a:pt x="13" y="37"/>
                      <a:pt x="14" y="33"/>
                    </a:cubicBezTo>
                    <a:cubicBezTo>
                      <a:pt x="15" y="33"/>
                      <a:pt x="12" y="29"/>
                      <a:pt x="12" y="28"/>
                    </a:cubicBezTo>
                    <a:cubicBezTo>
                      <a:pt x="12" y="24"/>
                      <a:pt x="12" y="20"/>
                      <a:pt x="13" y="17"/>
                    </a:cubicBezTo>
                    <a:cubicBezTo>
                      <a:pt x="15" y="13"/>
                      <a:pt x="17" y="5"/>
                      <a:pt x="23" y="7"/>
                    </a:cubicBezTo>
                    <a:cubicBezTo>
                      <a:pt x="20" y="6"/>
                      <a:pt x="20" y="3"/>
                      <a:pt x="20" y="0"/>
                    </a:cubicBezTo>
                    <a:cubicBezTo>
                      <a:pt x="20" y="0"/>
                      <a:pt x="19" y="0"/>
                      <a:pt x="1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9" name="Freeform 424">
                <a:extLst>
                  <a:ext uri="{FF2B5EF4-FFF2-40B4-BE49-F238E27FC236}">
                    <a16:creationId xmlns:a16="http://schemas.microsoft.com/office/drawing/2014/main" id="{FC2518E5-9A90-45B9-97A5-164DC91D1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3061"/>
                <a:ext cx="50" cy="110"/>
              </a:xfrm>
              <a:custGeom>
                <a:avLst/>
                <a:gdLst>
                  <a:gd name="T0" fmla="*/ 20 w 20"/>
                  <a:gd name="T1" fmla="*/ 56 h 41"/>
                  <a:gd name="T2" fmla="*/ 208 w 20"/>
                  <a:gd name="T3" fmla="*/ 791 h 41"/>
                  <a:gd name="T4" fmla="*/ 313 w 20"/>
                  <a:gd name="T5" fmla="*/ 483 h 41"/>
                  <a:gd name="T6" fmla="*/ 175 w 20"/>
                  <a:gd name="T7" fmla="*/ 215 h 41"/>
                  <a:gd name="T8" fmla="*/ 63 w 20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1">
                    <a:moveTo>
                      <a:pt x="1" y="3"/>
                    </a:moveTo>
                    <a:cubicBezTo>
                      <a:pt x="11" y="14"/>
                      <a:pt x="4" y="30"/>
                      <a:pt x="13" y="41"/>
                    </a:cubicBezTo>
                    <a:cubicBezTo>
                      <a:pt x="12" y="35"/>
                      <a:pt x="11" y="23"/>
                      <a:pt x="20" y="25"/>
                    </a:cubicBezTo>
                    <a:cubicBezTo>
                      <a:pt x="9" y="26"/>
                      <a:pt x="13" y="17"/>
                      <a:pt x="11" y="11"/>
                    </a:cubicBezTo>
                    <a:cubicBezTo>
                      <a:pt x="10" y="8"/>
                      <a:pt x="0" y="5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0" name="Freeform 425">
                <a:extLst>
                  <a:ext uri="{FF2B5EF4-FFF2-40B4-BE49-F238E27FC236}">
                    <a16:creationId xmlns:a16="http://schemas.microsoft.com/office/drawing/2014/main" id="{8210F917-F819-411F-AF1A-D73A10646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912"/>
                <a:ext cx="118" cy="315"/>
              </a:xfrm>
              <a:custGeom>
                <a:avLst/>
                <a:gdLst>
                  <a:gd name="T0" fmla="*/ 126 w 47"/>
                  <a:gd name="T1" fmla="*/ 0 h 118"/>
                  <a:gd name="T2" fmla="*/ 20 w 47"/>
                  <a:gd name="T3" fmla="*/ 286 h 118"/>
                  <a:gd name="T4" fmla="*/ 50 w 47"/>
                  <a:gd name="T5" fmla="*/ 606 h 118"/>
                  <a:gd name="T6" fmla="*/ 146 w 47"/>
                  <a:gd name="T7" fmla="*/ 876 h 118"/>
                  <a:gd name="T8" fmla="*/ 221 w 47"/>
                  <a:gd name="T9" fmla="*/ 1183 h 118"/>
                  <a:gd name="T10" fmla="*/ 304 w 47"/>
                  <a:gd name="T11" fmla="*/ 1468 h 118"/>
                  <a:gd name="T12" fmla="*/ 316 w 47"/>
                  <a:gd name="T13" fmla="*/ 1789 h 118"/>
                  <a:gd name="T14" fmla="*/ 492 w 47"/>
                  <a:gd name="T15" fmla="*/ 1981 h 118"/>
                  <a:gd name="T16" fmla="*/ 567 w 47"/>
                  <a:gd name="T17" fmla="*/ 2245 h 118"/>
                  <a:gd name="T18" fmla="*/ 743 w 47"/>
                  <a:gd name="T19" fmla="*/ 2245 h 118"/>
                  <a:gd name="T20" fmla="*/ 618 w 47"/>
                  <a:gd name="T21" fmla="*/ 1845 h 118"/>
                  <a:gd name="T22" fmla="*/ 600 w 47"/>
                  <a:gd name="T23" fmla="*/ 1412 h 118"/>
                  <a:gd name="T24" fmla="*/ 522 w 47"/>
                  <a:gd name="T25" fmla="*/ 948 h 118"/>
                  <a:gd name="T26" fmla="*/ 429 w 47"/>
                  <a:gd name="T27" fmla="*/ 683 h 118"/>
                  <a:gd name="T28" fmla="*/ 459 w 47"/>
                  <a:gd name="T29" fmla="*/ 398 h 118"/>
                  <a:gd name="T30" fmla="*/ 379 w 47"/>
                  <a:gd name="T31" fmla="*/ 192 h 118"/>
                  <a:gd name="T32" fmla="*/ 251 w 47"/>
                  <a:gd name="T33" fmla="*/ 35 h 1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7" h="118">
                    <a:moveTo>
                      <a:pt x="8" y="0"/>
                    </a:moveTo>
                    <a:cubicBezTo>
                      <a:pt x="5" y="4"/>
                      <a:pt x="2" y="10"/>
                      <a:pt x="1" y="15"/>
                    </a:cubicBezTo>
                    <a:cubicBezTo>
                      <a:pt x="0" y="20"/>
                      <a:pt x="2" y="26"/>
                      <a:pt x="3" y="32"/>
                    </a:cubicBezTo>
                    <a:cubicBezTo>
                      <a:pt x="4" y="39"/>
                      <a:pt x="6" y="40"/>
                      <a:pt x="9" y="46"/>
                    </a:cubicBezTo>
                    <a:cubicBezTo>
                      <a:pt x="12" y="51"/>
                      <a:pt x="13" y="57"/>
                      <a:pt x="14" y="62"/>
                    </a:cubicBezTo>
                    <a:cubicBezTo>
                      <a:pt x="16" y="67"/>
                      <a:pt x="17" y="72"/>
                      <a:pt x="19" y="77"/>
                    </a:cubicBezTo>
                    <a:cubicBezTo>
                      <a:pt x="20" y="82"/>
                      <a:pt x="18" y="90"/>
                      <a:pt x="20" y="94"/>
                    </a:cubicBezTo>
                    <a:cubicBezTo>
                      <a:pt x="22" y="98"/>
                      <a:pt x="28" y="99"/>
                      <a:pt x="31" y="104"/>
                    </a:cubicBezTo>
                    <a:cubicBezTo>
                      <a:pt x="33" y="108"/>
                      <a:pt x="34" y="114"/>
                      <a:pt x="36" y="118"/>
                    </a:cubicBezTo>
                    <a:cubicBezTo>
                      <a:pt x="38" y="115"/>
                      <a:pt x="43" y="115"/>
                      <a:pt x="47" y="118"/>
                    </a:cubicBezTo>
                    <a:cubicBezTo>
                      <a:pt x="40" y="113"/>
                      <a:pt x="36" y="104"/>
                      <a:pt x="39" y="97"/>
                    </a:cubicBezTo>
                    <a:cubicBezTo>
                      <a:pt x="26" y="94"/>
                      <a:pt x="35" y="80"/>
                      <a:pt x="38" y="74"/>
                    </a:cubicBezTo>
                    <a:cubicBezTo>
                      <a:pt x="30" y="70"/>
                      <a:pt x="29" y="56"/>
                      <a:pt x="33" y="50"/>
                    </a:cubicBezTo>
                    <a:cubicBezTo>
                      <a:pt x="29" y="46"/>
                      <a:pt x="26" y="42"/>
                      <a:pt x="27" y="36"/>
                    </a:cubicBezTo>
                    <a:cubicBezTo>
                      <a:pt x="28" y="28"/>
                      <a:pt x="33" y="29"/>
                      <a:pt x="29" y="21"/>
                    </a:cubicBezTo>
                    <a:cubicBezTo>
                      <a:pt x="28" y="18"/>
                      <a:pt x="26" y="13"/>
                      <a:pt x="24" y="10"/>
                    </a:cubicBezTo>
                    <a:cubicBezTo>
                      <a:pt x="22" y="7"/>
                      <a:pt x="19" y="6"/>
                      <a:pt x="16" y="2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1" name="Freeform 426">
                <a:extLst>
                  <a:ext uri="{FF2B5EF4-FFF2-40B4-BE49-F238E27FC236}">
                    <a16:creationId xmlns:a16="http://schemas.microsoft.com/office/drawing/2014/main" id="{A6850C0B-C57D-49EF-A1E9-BB349BEE6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093"/>
                <a:ext cx="605" cy="502"/>
              </a:xfrm>
              <a:custGeom>
                <a:avLst/>
                <a:gdLst>
                  <a:gd name="T0" fmla="*/ 0 w 242"/>
                  <a:gd name="T1" fmla="*/ 0 h 188"/>
                  <a:gd name="T2" fmla="*/ 2220 w 242"/>
                  <a:gd name="T3" fmla="*/ 1049 h 188"/>
                  <a:gd name="T4" fmla="*/ 3175 w 242"/>
                  <a:gd name="T5" fmla="*/ 2040 h 188"/>
                  <a:gd name="T6" fmla="*/ 3375 w 242"/>
                  <a:gd name="T7" fmla="*/ 3522 h 188"/>
                  <a:gd name="T8" fmla="*/ 3720 w 242"/>
                  <a:gd name="T9" fmla="*/ 3578 h 188"/>
                  <a:gd name="T10" fmla="*/ 3783 w 242"/>
                  <a:gd name="T11" fmla="*/ 2566 h 188"/>
                  <a:gd name="T12" fmla="*/ 3283 w 242"/>
                  <a:gd name="T13" fmla="*/ 1049 h 188"/>
                  <a:gd name="T14" fmla="*/ 1658 w 242"/>
                  <a:gd name="T15" fmla="*/ 513 h 1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2" h="188">
                    <a:moveTo>
                      <a:pt x="0" y="0"/>
                    </a:moveTo>
                    <a:cubicBezTo>
                      <a:pt x="28" y="8"/>
                      <a:pt x="109" y="40"/>
                      <a:pt x="142" y="55"/>
                    </a:cubicBezTo>
                    <a:cubicBezTo>
                      <a:pt x="175" y="70"/>
                      <a:pt x="196" y="87"/>
                      <a:pt x="203" y="107"/>
                    </a:cubicBezTo>
                    <a:cubicBezTo>
                      <a:pt x="210" y="127"/>
                      <a:pt x="216" y="185"/>
                      <a:pt x="216" y="185"/>
                    </a:cubicBezTo>
                    <a:cubicBezTo>
                      <a:pt x="238" y="188"/>
                      <a:pt x="238" y="188"/>
                      <a:pt x="238" y="188"/>
                    </a:cubicBezTo>
                    <a:cubicBezTo>
                      <a:pt x="242" y="135"/>
                      <a:pt x="242" y="135"/>
                      <a:pt x="242" y="135"/>
                    </a:cubicBezTo>
                    <a:cubicBezTo>
                      <a:pt x="210" y="55"/>
                      <a:pt x="210" y="55"/>
                      <a:pt x="210" y="55"/>
                    </a:cubicBezTo>
                    <a:cubicBezTo>
                      <a:pt x="210" y="55"/>
                      <a:pt x="108" y="28"/>
                      <a:pt x="106" y="27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2" name="Freeform 427">
                <a:extLst>
                  <a:ext uri="{FF2B5EF4-FFF2-40B4-BE49-F238E27FC236}">
                    <a16:creationId xmlns:a16="http://schemas.microsoft.com/office/drawing/2014/main" id="{8A517A49-6B46-4419-8126-BAFE8C197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605"/>
                <a:ext cx="67" cy="310"/>
              </a:xfrm>
              <a:custGeom>
                <a:avLst/>
                <a:gdLst>
                  <a:gd name="T0" fmla="*/ 0 w 27"/>
                  <a:gd name="T1" fmla="*/ 56 h 116"/>
                  <a:gd name="T2" fmla="*/ 74 w 27"/>
                  <a:gd name="T3" fmla="*/ 2042 h 116"/>
                  <a:gd name="T4" fmla="*/ 308 w 27"/>
                  <a:gd name="T5" fmla="*/ 2213 h 116"/>
                  <a:gd name="T6" fmla="*/ 308 w 27"/>
                  <a:gd name="T7" fmla="*/ 1050 h 116"/>
                  <a:gd name="T8" fmla="*/ 412 w 27"/>
                  <a:gd name="T9" fmla="*/ 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6">
                    <a:moveTo>
                      <a:pt x="0" y="3"/>
                    </a:moveTo>
                    <a:cubicBezTo>
                      <a:pt x="8" y="25"/>
                      <a:pt x="5" y="107"/>
                      <a:pt x="5" y="107"/>
                    </a:cubicBezTo>
                    <a:cubicBezTo>
                      <a:pt x="20" y="116"/>
                      <a:pt x="20" y="116"/>
                      <a:pt x="20" y="116"/>
                    </a:cubicBezTo>
                    <a:cubicBezTo>
                      <a:pt x="20" y="55"/>
                      <a:pt x="20" y="55"/>
                      <a:pt x="20" y="55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3" name="Freeform 428">
                <a:extLst>
                  <a:ext uri="{FF2B5EF4-FFF2-40B4-BE49-F238E27FC236}">
                    <a16:creationId xmlns:a16="http://schemas.microsoft.com/office/drawing/2014/main" id="{6759D856-CC54-42D0-B7F7-89E483815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595"/>
                <a:ext cx="95" cy="904"/>
              </a:xfrm>
              <a:custGeom>
                <a:avLst/>
                <a:gdLst>
                  <a:gd name="T0" fmla="*/ 0 w 38"/>
                  <a:gd name="T1" fmla="*/ 0 h 339"/>
                  <a:gd name="T2" fmla="*/ 20 w 38"/>
                  <a:gd name="T3" fmla="*/ 3072 h 339"/>
                  <a:gd name="T4" fmla="*/ 250 w 38"/>
                  <a:gd name="T5" fmla="*/ 6221 h 339"/>
                  <a:gd name="T6" fmla="*/ 395 w 38"/>
                  <a:gd name="T7" fmla="*/ 6429 h 339"/>
                  <a:gd name="T8" fmla="*/ 395 w 38"/>
                  <a:gd name="T9" fmla="*/ 6429 h 339"/>
                  <a:gd name="T10" fmla="*/ 595 w 38"/>
                  <a:gd name="T11" fmla="*/ 5837 h 339"/>
                  <a:gd name="T12" fmla="*/ 345 w 38"/>
                  <a:gd name="T13" fmla="*/ 77 h 3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39">
                    <a:moveTo>
                      <a:pt x="0" y="0"/>
                    </a:moveTo>
                    <a:cubicBezTo>
                      <a:pt x="0" y="2"/>
                      <a:pt x="1" y="162"/>
                      <a:pt x="1" y="162"/>
                    </a:cubicBezTo>
                    <a:cubicBezTo>
                      <a:pt x="16" y="328"/>
                      <a:pt x="16" y="328"/>
                      <a:pt x="16" y="328"/>
                    </a:cubicBezTo>
                    <a:cubicBezTo>
                      <a:pt x="25" y="339"/>
                      <a:pt x="25" y="339"/>
                      <a:pt x="25" y="339"/>
                    </a:cubicBezTo>
                    <a:cubicBezTo>
                      <a:pt x="25" y="339"/>
                      <a:pt x="25" y="339"/>
                      <a:pt x="25" y="339"/>
                    </a:cubicBezTo>
                    <a:cubicBezTo>
                      <a:pt x="38" y="308"/>
                      <a:pt x="38" y="308"/>
                      <a:pt x="38" y="308"/>
                    </a:cubicBezTo>
                    <a:cubicBezTo>
                      <a:pt x="22" y="4"/>
                      <a:pt x="22" y="4"/>
                      <a:pt x="22" y="4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4" name="Freeform 429">
                <a:extLst>
                  <a:ext uri="{FF2B5EF4-FFF2-40B4-BE49-F238E27FC236}">
                    <a16:creationId xmlns:a16="http://schemas.microsoft.com/office/drawing/2014/main" id="{C79D35F5-408F-4B1A-994D-DA2AF109C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589"/>
                <a:ext cx="140" cy="174"/>
              </a:xfrm>
              <a:custGeom>
                <a:avLst/>
                <a:gdLst>
                  <a:gd name="T0" fmla="*/ 250 w 56"/>
                  <a:gd name="T1" fmla="*/ 1167 h 65"/>
                  <a:gd name="T2" fmla="*/ 583 w 56"/>
                  <a:gd name="T3" fmla="*/ 766 h 65"/>
                  <a:gd name="T4" fmla="*/ 738 w 56"/>
                  <a:gd name="T5" fmla="*/ 501 h 65"/>
                  <a:gd name="T6" fmla="*/ 863 w 56"/>
                  <a:gd name="T7" fmla="*/ 193 h 65"/>
                  <a:gd name="T8" fmla="*/ 625 w 56"/>
                  <a:gd name="T9" fmla="*/ 286 h 65"/>
                  <a:gd name="T10" fmla="*/ 283 w 56"/>
                  <a:gd name="T11" fmla="*/ 787 h 65"/>
                  <a:gd name="T12" fmla="*/ 0 w 56"/>
                  <a:gd name="T13" fmla="*/ 1247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65">
                    <a:moveTo>
                      <a:pt x="16" y="61"/>
                    </a:moveTo>
                    <a:cubicBezTo>
                      <a:pt x="25" y="57"/>
                      <a:pt x="31" y="47"/>
                      <a:pt x="37" y="40"/>
                    </a:cubicBezTo>
                    <a:cubicBezTo>
                      <a:pt x="41" y="35"/>
                      <a:pt x="44" y="31"/>
                      <a:pt x="47" y="26"/>
                    </a:cubicBezTo>
                    <a:cubicBezTo>
                      <a:pt x="50" y="22"/>
                      <a:pt x="55" y="15"/>
                      <a:pt x="55" y="10"/>
                    </a:cubicBezTo>
                    <a:cubicBezTo>
                      <a:pt x="56" y="0"/>
                      <a:pt x="43" y="12"/>
                      <a:pt x="40" y="15"/>
                    </a:cubicBezTo>
                    <a:cubicBezTo>
                      <a:pt x="31" y="23"/>
                      <a:pt x="25" y="32"/>
                      <a:pt x="18" y="41"/>
                    </a:cubicBezTo>
                    <a:cubicBezTo>
                      <a:pt x="13" y="49"/>
                      <a:pt x="3" y="57"/>
                      <a:pt x="0" y="65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5" name="Freeform 430">
                <a:extLst>
                  <a:ext uri="{FF2B5EF4-FFF2-40B4-BE49-F238E27FC236}">
                    <a16:creationId xmlns:a16="http://schemas.microsoft.com/office/drawing/2014/main" id="{9342FD84-D767-4ED3-A95B-3EA54B347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608"/>
                <a:ext cx="295" cy="131"/>
              </a:xfrm>
              <a:custGeom>
                <a:avLst/>
                <a:gdLst>
                  <a:gd name="T0" fmla="*/ 0 w 118"/>
                  <a:gd name="T1" fmla="*/ 230 h 49"/>
                  <a:gd name="T2" fmla="*/ 595 w 118"/>
                  <a:gd name="T3" fmla="*/ 230 h 49"/>
                  <a:gd name="T4" fmla="*/ 895 w 118"/>
                  <a:gd name="T5" fmla="*/ 364 h 49"/>
                  <a:gd name="T6" fmla="*/ 1158 w 118"/>
                  <a:gd name="T7" fmla="*/ 901 h 49"/>
                  <a:gd name="T8" fmla="*/ 1458 w 118"/>
                  <a:gd name="T9" fmla="*/ 821 h 49"/>
                  <a:gd name="T10" fmla="*/ 1533 w 118"/>
                  <a:gd name="T11" fmla="*/ 401 h 49"/>
                  <a:gd name="T12" fmla="*/ 1688 w 118"/>
                  <a:gd name="T13" fmla="*/ 78 h 49"/>
                  <a:gd name="T14" fmla="*/ 1188 w 118"/>
                  <a:gd name="T15" fmla="*/ 78 h 49"/>
                  <a:gd name="T16" fmla="*/ 438 w 118"/>
                  <a:gd name="T17" fmla="*/ 56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8" h="49">
                    <a:moveTo>
                      <a:pt x="0" y="12"/>
                    </a:moveTo>
                    <a:cubicBezTo>
                      <a:pt x="12" y="9"/>
                      <a:pt x="26" y="10"/>
                      <a:pt x="38" y="12"/>
                    </a:cubicBezTo>
                    <a:cubicBezTo>
                      <a:pt x="44" y="14"/>
                      <a:pt x="53" y="15"/>
                      <a:pt x="57" y="19"/>
                    </a:cubicBezTo>
                    <a:cubicBezTo>
                      <a:pt x="65" y="28"/>
                      <a:pt x="62" y="42"/>
                      <a:pt x="74" y="47"/>
                    </a:cubicBezTo>
                    <a:cubicBezTo>
                      <a:pt x="80" y="49"/>
                      <a:pt x="89" y="48"/>
                      <a:pt x="93" y="43"/>
                    </a:cubicBezTo>
                    <a:cubicBezTo>
                      <a:pt x="98" y="37"/>
                      <a:pt x="92" y="27"/>
                      <a:pt x="98" y="21"/>
                    </a:cubicBezTo>
                    <a:cubicBezTo>
                      <a:pt x="102" y="17"/>
                      <a:pt x="118" y="11"/>
                      <a:pt x="108" y="4"/>
                    </a:cubicBezTo>
                    <a:cubicBezTo>
                      <a:pt x="100" y="0"/>
                      <a:pt x="84" y="4"/>
                      <a:pt x="76" y="4"/>
                    </a:cubicBezTo>
                    <a:cubicBezTo>
                      <a:pt x="60" y="5"/>
                      <a:pt x="44" y="3"/>
                      <a:pt x="28" y="3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6" name="Freeform 431">
                <a:extLst>
                  <a:ext uri="{FF2B5EF4-FFF2-40B4-BE49-F238E27FC236}">
                    <a16:creationId xmlns:a16="http://schemas.microsoft.com/office/drawing/2014/main" id="{5E0CDE27-3483-4D1B-A6C4-392B8EBEE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533"/>
                <a:ext cx="172" cy="123"/>
              </a:xfrm>
              <a:custGeom>
                <a:avLst/>
                <a:gdLst>
                  <a:gd name="T0" fmla="*/ 416 w 69"/>
                  <a:gd name="T1" fmla="*/ 444 h 46"/>
                  <a:gd name="T2" fmla="*/ 199 w 69"/>
                  <a:gd name="T3" fmla="*/ 457 h 46"/>
                  <a:gd name="T4" fmla="*/ 0 w 69"/>
                  <a:gd name="T5" fmla="*/ 671 h 46"/>
                  <a:gd name="T6" fmla="*/ 603 w 69"/>
                  <a:gd name="T7" fmla="*/ 572 h 46"/>
                  <a:gd name="T8" fmla="*/ 995 w 69"/>
                  <a:gd name="T9" fmla="*/ 150 h 46"/>
                  <a:gd name="T10" fmla="*/ 633 w 69"/>
                  <a:gd name="T11" fmla="*/ 115 h 46"/>
                  <a:gd name="T12" fmla="*/ 167 w 69"/>
                  <a:gd name="T13" fmla="*/ 308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46">
                    <a:moveTo>
                      <a:pt x="27" y="23"/>
                    </a:moveTo>
                    <a:cubicBezTo>
                      <a:pt x="22" y="23"/>
                      <a:pt x="17" y="22"/>
                      <a:pt x="13" y="24"/>
                    </a:cubicBezTo>
                    <a:cubicBezTo>
                      <a:pt x="9" y="26"/>
                      <a:pt x="1" y="31"/>
                      <a:pt x="0" y="35"/>
                    </a:cubicBezTo>
                    <a:cubicBezTo>
                      <a:pt x="0" y="46"/>
                      <a:pt x="34" y="32"/>
                      <a:pt x="39" y="30"/>
                    </a:cubicBezTo>
                    <a:cubicBezTo>
                      <a:pt x="46" y="28"/>
                      <a:pt x="69" y="21"/>
                      <a:pt x="64" y="8"/>
                    </a:cubicBezTo>
                    <a:cubicBezTo>
                      <a:pt x="60" y="0"/>
                      <a:pt x="48" y="5"/>
                      <a:pt x="41" y="6"/>
                    </a:cubicBezTo>
                    <a:cubicBezTo>
                      <a:pt x="31" y="9"/>
                      <a:pt x="21" y="12"/>
                      <a:pt x="11" y="16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7" name="Freeform 432">
                <a:extLst>
                  <a:ext uri="{FF2B5EF4-FFF2-40B4-BE49-F238E27FC236}">
                    <a16:creationId xmlns:a16="http://schemas.microsoft.com/office/drawing/2014/main" id="{E22CA977-9E1D-4609-8AA4-8D54E52B6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621"/>
                <a:ext cx="122" cy="131"/>
              </a:xfrm>
              <a:custGeom>
                <a:avLst/>
                <a:gdLst>
                  <a:gd name="T0" fmla="*/ 0 w 49"/>
                  <a:gd name="T1" fmla="*/ 457 h 49"/>
                  <a:gd name="T2" fmla="*/ 124 w 49"/>
                  <a:gd name="T3" fmla="*/ 936 h 49"/>
                  <a:gd name="T4" fmla="*/ 137 w 49"/>
                  <a:gd name="T5" fmla="*/ 650 h 49"/>
                  <a:gd name="T6" fmla="*/ 433 w 49"/>
                  <a:gd name="T7" fmla="*/ 364 h 49"/>
                  <a:gd name="T8" fmla="*/ 695 w 49"/>
                  <a:gd name="T9" fmla="*/ 0 h 49"/>
                  <a:gd name="T10" fmla="*/ 309 w 49"/>
                  <a:gd name="T11" fmla="*/ 23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9">
                    <a:moveTo>
                      <a:pt x="0" y="24"/>
                    </a:moveTo>
                    <a:cubicBezTo>
                      <a:pt x="3" y="30"/>
                      <a:pt x="2" y="46"/>
                      <a:pt x="8" y="49"/>
                    </a:cubicBezTo>
                    <a:cubicBezTo>
                      <a:pt x="9" y="44"/>
                      <a:pt x="6" y="39"/>
                      <a:pt x="9" y="34"/>
                    </a:cubicBezTo>
                    <a:cubicBezTo>
                      <a:pt x="13" y="27"/>
                      <a:pt x="23" y="24"/>
                      <a:pt x="28" y="19"/>
                    </a:cubicBezTo>
                    <a:cubicBezTo>
                      <a:pt x="32" y="16"/>
                      <a:pt x="49" y="5"/>
                      <a:pt x="45" y="0"/>
                    </a:cubicBezTo>
                    <a:cubicBezTo>
                      <a:pt x="37" y="1"/>
                      <a:pt x="27" y="7"/>
                      <a:pt x="20" y="12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8" name="Freeform 433">
                <a:extLst>
                  <a:ext uri="{FF2B5EF4-FFF2-40B4-BE49-F238E27FC236}">
                    <a16:creationId xmlns:a16="http://schemas.microsoft.com/office/drawing/2014/main" id="{D85946F4-E26C-47D7-9F7A-3984063D2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923"/>
                <a:ext cx="92" cy="53"/>
              </a:xfrm>
              <a:custGeom>
                <a:avLst/>
                <a:gdLst>
                  <a:gd name="T0" fmla="*/ 124 w 37"/>
                  <a:gd name="T1" fmla="*/ 371 h 20"/>
                  <a:gd name="T2" fmla="*/ 353 w 37"/>
                  <a:gd name="T3" fmla="*/ 204 h 20"/>
                  <a:gd name="T4" fmla="*/ 537 w 37"/>
                  <a:gd name="T5" fmla="*/ 148 h 20"/>
                  <a:gd name="T6" fmla="*/ 403 w 37"/>
                  <a:gd name="T7" fmla="*/ 0 h 20"/>
                  <a:gd name="T8" fmla="*/ 0 w 37"/>
                  <a:gd name="T9" fmla="*/ 23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0">
                    <a:moveTo>
                      <a:pt x="8" y="20"/>
                    </a:moveTo>
                    <a:cubicBezTo>
                      <a:pt x="11" y="14"/>
                      <a:pt x="17" y="12"/>
                      <a:pt x="23" y="11"/>
                    </a:cubicBezTo>
                    <a:cubicBezTo>
                      <a:pt x="26" y="11"/>
                      <a:pt x="33" y="12"/>
                      <a:pt x="35" y="8"/>
                    </a:cubicBezTo>
                    <a:cubicBezTo>
                      <a:pt x="37" y="3"/>
                      <a:pt x="29" y="0"/>
                      <a:pt x="26" y="0"/>
                    </a:cubicBezTo>
                    <a:cubicBezTo>
                      <a:pt x="18" y="0"/>
                      <a:pt x="6" y="8"/>
                      <a:pt x="0" y="13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9" name="Freeform 434">
                <a:extLst>
                  <a:ext uri="{FF2B5EF4-FFF2-40B4-BE49-F238E27FC236}">
                    <a16:creationId xmlns:a16="http://schemas.microsoft.com/office/drawing/2014/main" id="{F94A0555-C102-4A3C-968F-972C3DD8F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920"/>
                <a:ext cx="70" cy="48"/>
              </a:xfrm>
              <a:custGeom>
                <a:avLst/>
                <a:gdLst>
                  <a:gd name="T0" fmla="*/ 0 w 28"/>
                  <a:gd name="T1" fmla="*/ 149 h 18"/>
                  <a:gd name="T2" fmla="*/ 188 w 28"/>
                  <a:gd name="T3" fmla="*/ 149 h 18"/>
                  <a:gd name="T4" fmla="*/ 300 w 28"/>
                  <a:gd name="T5" fmla="*/ 320 h 18"/>
                  <a:gd name="T6" fmla="*/ 408 w 28"/>
                  <a:gd name="T7" fmla="*/ 136 h 18"/>
                  <a:gd name="T8" fmla="*/ 95 w 28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8">
                    <a:moveTo>
                      <a:pt x="0" y="8"/>
                    </a:moveTo>
                    <a:cubicBezTo>
                      <a:pt x="4" y="9"/>
                      <a:pt x="8" y="6"/>
                      <a:pt x="12" y="8"/>
                    </a:cubicBezTo>
                    <a:cubicBezTo>
                      <a:pt x="15" y="9"/>
                      <a:pt x="16" y="16"/>
                      <a:pt x="19" y="17"/>
                    </a:cubicBezTo>
                    <a:cubicBezTo>
                      <a:pt x="23" y="18"/>
                      <a:pt x="28" y="11"/>
                      <a:pt x="26" y="7"/>
                    </a:cubicBezTo>
                    <a:cubicBezTo>
                      <a:pt x="24" y="2"/>
                      <a:pt x="11" y="2"/>
                      <a:pt x="6" y="0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0" name="Freeform 435">
                <a:extLst>
                  <a:ext uri="{FF2B5EF4-FFF2-40B4-BE49-F238E27FC236}">
                    <a16:creationId xmlns:a16="http://schemas.microsoft.com/office/drawing/2014/main" id="{1D32A684-1B72-4373-A099-B46ED7E3A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3104"/>
                <a:ext cx="60" cy="56"/>
              </a:xfrm>
              <a:custGeom>
                <a:avLst/>
                <a:gdLst>
                  <a:gd name="T0" fmla="*/ 0 w 24"/>
                  <a:gd name="T1" fmla="*/ 136 h 21"/>
                  <a:gd name="T2" fmla="*/ 188 w 24"/>
                  <a:gd name="T3" fmla="*/ 171 h 21"/>
                  <a:gd name="T4" fmla="*/ 238 w 24"/>
                  <a:gd name="T5" fmla="*/ 397 h 21"/>
                  <a:gd name="T6" fmla="*/ 363 w 24"/>
                  <a:gd name="T7" fmla="*/ 205 h 21"/>
                  <a:gd name="T8" fmla="*/ 113 w 24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1">
                    <a:moveTo>
                      <a:pt x="0" y="7"/>
                    </a:moveTo>
                    <a:cubicBezTo>
                      <a:pt x="4" y="8"/>
                      <a:pt x="8" y="7"/>
                      <a:pt x="12" y="9"/>
                    </a:cubicBezTo>
                    <a:cubicBezTo>
                      <a:pt x="16" y="12"/>
                      <a:pt x="15" y="17"/>
                      <a:pt x="15" y="21"/>
                    </a:cubicBezTo>
                    <a:cubicBezTo>
                      <a:pt x="18" y="20"/>
                      <a:pt x="24" y="15"/>
                      <a:pt x="23" y="11"/>
                    </a:cubicBezTo>
                    <a:cubicBezTo>
                      <a:pt x="22" y="6"/>
                      <a:pt x="11" y="2"/>
                      <a:pt x="7" y="0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1" name="Freeform 436">
                <a:extLst>
                  <a:ext uri="{FF2B5EF4-FFF2-40B4-BE49-F238E27FC236}">
                    <a16:creationId xmlns:a16="http://schemas.microsoft.com/office/drawing/2014/main" id="{3BC7E1AC-A72D-4AF5-9852-5BC2BF0EF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3093"/>
                <a:ext cx="68" cy="70"/>
              </a:xfrm>
              <a:custGeom>
                <a:avLst/>
                <a:gdLst>
                  <a:gd name="T0" fmla="*/ 113 w 27"/>
                  <a:gd name="T1" fmla="*/ 506 h 26"/>
                  <a:gd name="T2" fmla="*/ 400 w 27"/>
                  <a:gd name="T3" fmla="*/ 197 h 26"/>
                  <a:gd name="T4" fmla="*/ 368 w 27"/>
                  <a:gd name="T5" fmla="*/ 59 h 26"/>
                  <a:gd name="T6" fmla="*/ 0 w 27"/>
                  <a:gd name="T7" fmla="*/ 21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6">
                    <a:moveTo>
                      <a:pt x="7" y="26"/>
                    </a:moveTo>
                    <a:cubicBezTo>
                      <a:pt x="3" y="17"/>
                      <a:pt x="21" y="14"/>
                      <a:pt x="25" y="10"/>
                    </a:cubicBezTo>
                    <a:cubicBezTo>
                      <a:pt x="27" y="7"/>
                      <a:pt x="27" y="5"/>
                      <a:pt x="23" y="3"/>
                    </a:cubicBezTo>
                    <a:cubicBezTo>
                      <a:pt x="17" y="0"/>
                      <a:pt x="5" y="7"/>
                      <a:pt x="0" y="11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2" name="Freeform 437">
                <a:extLst>
                  <a:ext uri="{FF2B5EF4-FFF2-40B4-BE49-F238E27FC236}">
                    <a16:creationId xmlns:a16="http://schemas.microsoft.com/office/drawing/2014/main" id="{F4F80E38-0A60-4151-AB0B-366C72F36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3069"/>
                <a:ext cx="63" cy="54"/>
              </a:xfrm>
              <a:custGeom>
                <a:avLst/>
                <a:gdLst>
                  <a:gd name="T0" fmla="*/ 83 w 25"/>
                  <a:gd name="T1" fmla="*/ 394 h 20"/>
                  <a:gd name="T2" fmla="*/ 350 w 25"/>
                  <a:gd name="T3" fmla="*/ 257 h 20"/>
                  <a:gd name="T4" fmla="*/ 0 w 25"/>
                  <a:gd name="T5" fmla="*/ 25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5" y="20"/>
                    </a:moveTo>
                    <a:cubicBezTo>
                      <a:pt x="9" y="20"/>
                      <a:pt x="21" y="17"/>
                      <a:pt x="22" y="13"/>
                    </a:cubicBezTo>
                    <a:cubicBezTo>
                      <a:pt x="25" y="0"/>
                      <a:pt x="3" y="10"/>
                      <a:pt x="0" y="13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3" name="Freeform 438">
                <a:extLst>
                  <a:ext uri="{FF2B5EF4-FFF2-40B4-BE49-F238E27FC236}">
                    <a16:creationId xmlns:a16="http://schemas.microsoft.com/office/drawing/2014/main" id="{22B5D96F-C2F5-4EA3-8DCE-9037239C9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3187"/>
                <a:ext cx="212" cy="186"/>
              </a:xfrm>
              <a:custGeom>
                <a:avLst/>
                <a:gdLst>
                  <a:gd name="T0" fmla="*/ 417 w 85"/>
                  <a:gd name="T1" fmla="*/ 191 h 70"/>
                  <a:gd name="T2" fmla="*/ 30 w 85"/>
                  <a:gd name="T3" fmla="*/ 486 h 70"/>
                  <a:gd name="T4" fmla="*/ 92 w 85"/>
                  <a:gd name="T5" fmla="*/ 1108 h 70"/>
                  <a:gd name="T6" fmla="*/ 292 w 85"/>
                  <a:gd name="T7" fmla="*/ 959 h 70"/>
                  <a:gd name="T8" fmla="*/ 511 w 85"/>
                  <a:gd name="T9" fmla="*/ 996 h 70"/>
                  <a:gd name="T10" fmla="*/ 666 w 85"/>
                  <a:gd name="T11" fmla="*/ 1201 h 70"/>
                  <a:gd name="T12" fmla="*/ 933 w 85"/>
                  <a:gd name="T13" fmla="*/ 1201 h 70"/>
                  <a:gd name="T14" fmla="*/ 965 w 85"/>
                  <a:gd name="T15" fmla="*/ 882 h 70"/>
                  <a:gd name="T16" fmla="*/ 1195 w 85"/>
                  <a:gd name="T17" fmla="*/ 903 h 70"/>
                  <a:gd name="T18" fmla="*/ 1225 w 85"/>
                  <a:gd name="T19" fmla="*/ 622 h 70"/>
                  <a:gd name="T20" fmla="*/ 1132 w 85"/>
                  <a:gd name="T21" fmla="*/ 226 h 70"/>
                  <a:gd name="T22" fmla="*/ 1120 w 85"/>
                  <a:gd name="T23" fmla="*/ 0 h 70"/>
                  <a:gd name="T24" fmla="*/ 728 w 85"/>
                  <a:gd name="T25" fmla="*/ 114 h 70"/>
                  <a:gd name="T26" fmla="*/ 324 w 85"/>
                  <a:gd name="T27" fmla="*/ 170 h 70"/>
                  <a:gd name="T28" fmla="*/ 62 w 85"/>
                  <a:gd name="T29" fmla="*/ 226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5" h="70">
                    <a:moveTo>
                      <a:pt x="27" y="10"/>
                    </a:moveTo>
                    <a:cubicBezTo>
                      <a:pt x="15" y="7"/>
                      <a:pt x="2" y="13"/>
                      <a:pt x="2" y="26"/>
                    </a:cubicBezTo>
                    <a:cubicBezTo>
                      <a:pt x="2" y="34"/>
                      <a:pt x="0" y="54"/>
                      <a:pt x="6" y="59"/>
                    </a:cubicBezTo>
                    <a:cubicBezTo>
                      <a:pt x="12" y="56"/>
                      <a:pt x="13" y="51"/>
                      <a:pt x="19" y="51"/>
                    </a:cubicBezTo>
                    <a:cubicBezTo>
                      <a:pt x="24" y="50"/>
                      <a:pt x="29" y="51"/>
                      <a:pt x="33" y="53"/>
                    </a:cubicBezTo>
                    <a:cubicBezTo>
                      <a:pt x="38" y="56"/>
                      <a:pt x="39" y="60"/>
                      <a:pt x="43" y="64"/>
                    </a:cubicBezTo>
                    <a:cubicBezTo>
                      <a:pt x="47" y="68"/>
                      <a:pt x="56" y="70"/>
                      <a:pt x="60" y="64"/>
                    </a:cubicBezTo>
                    <a:cubicBezTo>
                      <a:pt x="64" y="60"/>
                      <a:pt x="59" y="50"/>
                      <a:pt x="62" y="47"/>
                    </a:cubicBezTo>
                    <a:cubicBezTo>
                      <a:pt x="64" y="45"/>
                      <a:pt x="74" y="49"/>
                      <a:pt x="77" y="48"/>
                    </a:cubicBezTo>
                    <a:cubicBezTo>
                      <a:pt x="85" y="47"/>
                      <a:pt x="80" y="39"/>
                      <a:pt x="79" y="33"/>
                    </a:cubicBezTo>
                    <a:cubicBezTo>
                      <a:pt x="76" y="26"/>
                      <a:pt x="74" y="19"/>
                      <a:pt x="73" y="12"/>
                    </a:cubicBezTo>
                    <a:cubicBezTo>
                      <a:pt x="73" y="8"/>
                      <a:pt x="74" y="3"/>
                      <a:pt x="72" y="0"/>
                    </a:cubicBezTo>
                    <a:cubicBezTo>
                      <a:pt x="64" y="3"/>
                      <a:pt x="55" y="5"/>
                      <a:pt x="47" y="6"/>
                    </a:cubicBezTo>
                    <a:cubicBezTo>
                      <a:pt x="38" y="7"/>
                      <a:pt x="30" y="8"/>
                      <a:pt x="21" y="9"/>
                    </a:cubicBezTo>
                    <a:cubicBezTo>
                      <a:pt x="16" y="10"/>
                      <a:pt x="10" y="12"/>
                      <a:pt x="4" y="12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4" name="Freeform 439">
                <a:extLst>
                  <a:ext uri="{FF2B5EF4-FFF2-40B4-BE49-F238E27FC236}">
                    <a16:creationId xmlns:a16="http://schemas.microsoft.com/office/drawing/2014/main" id="{047AD8B2-FDCD-4D68-B19F-F0F493034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3485"/>
                <a:ext cx="170" cy="112"/>
              </a:xfrm>
              <a:custGeom>
                <a:avLst/>
                <a:gdLst>
                  <a:gd name="T0" fmla="*/ 0 w 68"/>
                  <a:gd name="T1" fmla="*/ 320 h 42"/>
                  <a:gd name="T2" fmla="*/ 613 w 68"/>
                  <a:gd name="T3" fmla="*/ 419 h 42"/>
                  <a:gd name="T4" fmla="*/ 863 w 68"/>
                  <a:gd name="T5" fmla="*/ 605 h 42"/>
                  <a:gd name="T6" fmla="*/ 1063 w 68"/>
                  <a:gd name="T7" fmla="*/ 797 h 42"/>
                  <a:gd name="T8" fmla="*/ 895 w 68"/>
                  <a:gd name="T9" fmla="*/ 512 h 42"/>
                  <a:gd name="T10" fmla="*/ 645 w 68"/>
                  <a:gd name="T11" fmla="*/ 320 h 42"/>
                  <a:gd name="T12" fmla="*/ 95 w 68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2">
                    <a:moveTo>
                      <a:pt x="0" y="17"/>
                    </a:moveTo>
                    <a:cubicBezTo>
                      <a:pt x="12" y="11"/>
                      <a:pt x="28" y="17"/>
                      <a:pt x="39" y="22"/>
                    </a:cubicBezTo>
                    <a:cubicBezTo>
                      <a:pt x="45" y="25"/>
                      <a:pt x="50" y="29"/>
                      <a:pt x="55" y="32"/>
                    </a:cubicBezTo>
                    <a:cubicBezTo>
                      <a:pt x="60" y="35"/>
                      <a:pt x="64" y="39"/>
                      <a:pt x="68" y="42"/>
                    </a:cubicBezTo>
                    <a:cubicBezTo>
                      <a:pt x="65" y="37"/>
                      <a:pt x="62" y="32"/>
                      <a:pt x="57" y="27"/>
                    </a:cubicBezTo>
                    <a:cubicBezTo>
                      <a:pt x="52" y="23"/>
                      <a:pt x="46" y="21"/>
                      <a:pt x="41" y="17"/>
                    </a:cubicBezTo>
                    <a:cubicBezTo>
                      <a:pt x="31" y="8"/>
                      <a:pt x="20" y="1"/>
                      <a:pt x="6" y="0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5" name="Freeform 440">
                <a:extLst>
                  <a:ext uri="{FF2B5EF4-FFF2-40B4-BE49-F238E27FC236}">
                    <a16:creationId xmlns:a16="http://schemas.microsoft.com/office/drawing/2014/main" id="{A0D57559-D703-4499-BF92-E770D2585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3408"/>
                <a:ext cx="75" cy="80"/>
              </a:xfrm>
              <a:custGeom>
                <a:avLst/>
                <a:gdLst>
                  <a:gd name="T0" fmla="*/ 0 w 30"/>
                  <a:gd name="T1" fmla="*/ 547 h 30"/>
                  <a:gd name="T2" fmla="*/ 220 w 30"/>
                  <a:gd name="T3" fmla="*/ 533 h 30"/>
                  <a:gd name="T4" fmla="*/ 438 w 30"/>
                  <a:gd name="T5" fmla="*/ 149 h 30"/>
                  <a:gd name="T6" fmla="*/ 395 w 30"/>
                  <a:gd name="T7" fmla="*/ 0 h 30"/>
                  <a:gd name="T8" fmla="*/ 220 w 30"/>
                  <a:gd name="T9" fmla="*/ 26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0" y="29"/>
                    </a:moveTo>
                    <a:cubicBezTo>
                      <a:pt x="5" y="29"/>
                      <a:pt x="10" y="30"/>
                      <a:pt x="14" y="28"/>
                    </a:cubicBezTo>
                    <a:cubicBezTo>
                      <a:pt x="19" y="25"/>
                      <a:pt x="26" y="14"/>
                      <a:pt x="28" y="8"/>
                    </a:cubicBezTo>
                    <a:cubicBezTo>
                      <a:pt x="29" y="6"/>
                      <a:pt x="30" y="1"/>
                      <a:pt x="25" y="0"/>
                    </a:cubicBezTo>
                    <a:cubicBezTo>
                      <a:pt x="21" y="0"/>
                      <a:pt x="17" y="11"/>
                      <a:pt x="14" y="14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6" name="Freeform 441">
                <a:extLst>
                  <a:ext uri="{FF2B5EF4-FFF2-40B4-BE49-F238E27FC236}">
                    <a16:creationId xmlns:a16="http://schemas.microsoft.com/office/drawing/2014/main" id="{D8901977-7516-4D01-8527-A66CA9786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3373"/>
                <a:ext cx="130" cy="464"/>
              </a:xfrm>
              <a:custGeom>
                <a:avLst/>
                <a:gdLst>
                  <a:gd name="T0" fmla="*/ 208 w 52"/>
                  <a:gd name="T1" fmla="*/ 0 h 174"/>
                  <a:gd name="T2" fmla="*/ 283 w 52"/>
                  <a:gd name="T3" fmla="*/ 547 h 174"/>
                  <a:gd name="T4" fmla="*/ 313 w 52"/>
                  <a:gd name="T5" fmla="*/ 760 h 174"/>
                  <a:gd name="T6" fmla="*/ 283 w 52"/>
                  <a:gd name="T7" fmla="*/ 931 h 174"/>
                  <a:gd name="T8" fmla="*/ 363 w 52"/>
                  <a:gd name="T9" fmla="*/ 1117 h 174"/>
                  <a:gd name="T10" fmla="*/ 438 w 52"/>
                  <a:gd name="T11" fmla="*/ 1387 h 174"/>
                  <a:gd name="T12" fmla="*/ 550 w 52"/>
                  <a:gd name="T13" fmla="*/ 1912 h 174"/>
                  <a:gd name="T14" fmla="*/ 675 w 52"/>
                  <a:gd name="T15" fmla="*/ 2595 h 174"/>
                  <a:gd name="T16" fmla="*/ 708 w 52"/>
                  <a:gd name="T17" fmla="*/ 3264 h 174"/>
                  <a:gd name="T18" fmla="*/ 583 w 52"/>
                  <a:gd name="T19" fmla="*/ 3221 h 174"/>
                  <a:gd name="T20" fmla="*/ 520 w 52"/>
                  <a:gd name="T21" fmla="*/ 3072 h 174"/>
                  <a:gd name="T22" fmla="*/ 375 w 52"/>
                  <a:gd name="T23" fmla="*/ 2483 h 174"/>
                  <a:gd name="T24" fmla="*/ 250 w 52"/>
                  <a:gd name="T25" fmla="*/ 1515 h 174"/>
                  <a:gd name="T26" fmla="*/ 208 w 52"/>
                  <a:gd name="T27" fmla="*/ 1272 h 174"/>
                  <a:gd name="T28" fmla="*/ 175 w 52"/>
                  <a:gd name="T29" fmla="*/ 1117 h 174"/>
                  <a:gd name="T30" fmla="*/ 63 w 52"/>
                  <a:gd name="T31" fmla="*/ 1195 h 174"/>
                  <a:gd name="T32" fmla="*/ 20 w 52"/>
                  <a:gd name="T33" fmla="*/ 989 h 1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2" h="174">
                    <a:moveTo>
                      <a:pt x="13" y="0"/>
                    </a:moveTo>
                    <a:cubicBezTo>
                      <a:pt x="15" y="10"/>
                      <a:pt x="16" y="19"/>
                      <a:pt x="18" y="29"/>
                    </a:cubicBezTo>
                    <a:cubicBezTo>
                      <a:pt x="19" y="33"/>
                      <a:pt x="20" y="37"/>
                      <a:pt x="20" y="40"/>
                    </a:cubicBezTo>
                    <a:cubicBezTo>
                      <a:pt x="20" y="44"/>
                      <a:pt x="18" y="47"/>
                      <a:pt x="18" y="49"/>
                    </a:cubicBezTo>
                    <a:cubicBezTo>
                      <a:pt x="19" y="52"/>
                      <a:pt x="22" y="56"/>
                      <a:pt x="23" y="59"/>
                    </a:cubicBezTo>
                    <a:cubicBezTo>
                      <a:pt x="25" y="64"/>
                      <a:pt x="27" y="68"/>
                      <a:pt x="28" y="73"/>
                    </a:cubicBezTo>
                    <a:cubicBezTo>
                      <a:pt x="31" y="83"/>
                      <a:pt x="33" y="92"/>
                      <a:pt x="35" y="101"/>
                    </a:cubicBezTo>
                    <a:cubicBezTo>
                      <a:pt x="37" y="113"/>
                      <a:pt x="41" y="125"/>
                      <a:pt x="43" y="137"/>
                    </a:cubicBezTo>
                    <a:cubicBezTo>
                      <a:pt x="45" y="143"/>
                      <a:pt x="52" y="167"/>
                      <a:pt x="45" y="172"/>
                    </a:cubicBezTo>
                    <a:cubicBezTo>
                      <a:pt x="42" y="174"/>
                      <a:pt x="39" y="173"/>
                      <a:pt x="37" y="170"/>
                    </a:cubicBezTo>
                    <a:cubicBezTo>
                      <a:pt x="35" y="168"/>
                      <a:pt x="34" y="164"/>
                      <a:pt x="33" y="162"/>
                    </a:cubicBezTo>
                    <a:cubicBezTo>
                      <a:pt x="29" y="151"/>
                      <a:pt x="25" y="142"/>
                      <a:pt x="24" y="131"/>
                    </a:cubicBezTo>
                    <a:cubicBezTo>
                      <a:pt x="21" y="114"/>
                      <a:pt x="21" y="96"/>
                      <a:pt x="16" y="80"/>
                    </a:cubicBezTo>
                    <a:cubicBezTo>
                      <a:pt x="15" y="75"/>
                      <a:pt x="13" y="71"/>
                      <a:pt x="13" y="67"/>
                    </a:cubicBezTo>
                    <a:cubicBezTo>
                      <a:pt x="12" y="64"/>
                      <a:pt x="13" y="62"/>
                      <a:pt x="11" y="59"/>
                    </a:cubicBezTo>
                    <a:cubicBezTo>
                      <a:pt x="9" y="62"/>
                      <a:pt x="8" y="64"/>
                      <a:pt x="4" y="63"/>
                    </a:cubicBezTo>
                    <a:cubicBezTo>
                      <a:pt x="0" y="61"/>
                      <a:pt x="2" y="57"/>
                      <a:pt x="1" y="52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7" name="Freeform 442">
                <a:extLst>
                  <a:ext uri="{FF2B5EF4-FFF2-40B4-BE49-F238E27FC236}">
                    <a16:creationId xmlns:a16="http://schemas.microsoft.com/office/drawing/2014/main" id="{EF90AD20-8BB7-4767-BA2C-7D68290D7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3643"/>
                <a:ext cx="93" cy="232"/>
              </a:xfrm>
              <a:custGeom>
                <a:avLst/>
                <a:gdLst>
                  <a:gd name="T0" fmla="*/ 0 w 37"/>
                  <a:gd name="T1" fmla="*/ 0 h 87"/>
                  <a:gd name="T2" fmla="*/ 460 w 37"/>
                  <a:gd name="T3" fmla="*/ 1173 h 87"/>
                  <a:gd name="T4" fmla="*/ 493 w 37"/>
                  <a:gd name="T5" fmla="*/ 1629 h 87"/>
                  <a:gd name="T6" fmla="*/ 367 w 37"/>
                  <a:gd name="T7" fmla="*/ 1571 h 87"/>
                  <a:gd name="T8" fmla="*/ 271 w 37"/>
                  <a:gd name="T9" fmla="*/ 1251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87">
                    <a:moveTo>
                      <a:pt x="0" y="0"/>
                    </a:moveTo>
                    <a:cubicBezTo>
                      <a:pt x="13" y="18"/>
                      <a:pt x="20" y="42"/>
                      <a:pt x="29" y="62"/>
                    </a:cubicBezTo>
                    <a:cubicBezTo>
                      <a:pt x="31" y="66"/>
                      <a:pt x="37" y="83"/>
                      <a:pt x="31" y="86"/>
                    </a:cubicBezTo>
                    <a:cubicBezTo>
                      <a:pt x="30" y="87"/>
                      <a:pt x="24" y="85"/>
                      <a:pt x="23" y="83"/>
                    </a:cubicBezTo>
                    <a:cubicBezTo>
                      <a:pt x="19" y="80"/>
                      <a:pt x="20" y="71"/>
                      <a:pt x="17" y="66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8" name="Freeform 443">
                <a:extLst>
                  <a:ext uri="{FF2B5EF4-FFF2-40B4-BE49-F238E27FC236}">
                    <a16:creationId xmlns:a16="http://schemas.microsoft.com/office/drawing/2014/main" id="{E7B31ED5-233B-422C-A85B-0D4A59AE4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541"/>
                <a:ext cx="73" cy="96"/>
              </a:xfrm>
              <a:custGeom>
                <a:avLst/>
                <a:gdLst>
                  <a:gd name="T0" fmla="*/ 272 w 29"/>
                  <a:gd name="T1" fmla="*/ 491 h 36"/>
                  <a:gd name="T2" fmla="*/ 284 w 29"/>
                  <a:gd name="T3" fmla="*/ 307 h 36"/>
                  <a:gd name="T4" fmla="*/ 335 w 29"/>
                  <a:gd name="T5" fmla="*/ 149 h 36"/>
                  <a:gd name="T6" fmla="*/ 463 w 29"/>
                  <a:gd name="T7" fmla="*/ 0 h 36"/>
                  <a:gd name="T8" fmla="*/ 191 w 29"/>
                  <a:gd name="T9" fmla="*/ 192 h 36"/>
                  <a:gd name="T10" fmla="*/ 0 w 29"/>
                  <a:gd name="T11" fmla="*/ 683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6">
                    <a:moveTo>
                      <a:pt x="17" y="26"/>
                    </a:moveTo>
                    <a:cubicBezTo>
                      <a:pt x="18" y="23"/>
                      <a:pt x="17" y="19"/>
                      <a:pt x="18" y="16"/>
                    </a:cubicBezTo>
                    <a:cubicBezTo>
                      <a:pt x="18" y="14"/>
                      <a:pt x="20" y="11"/>
                      <a:pt x="21" y="8"/>
                    </a:cubicBezTo>
                    <a:cubicBezTo>
                      <a:pt x="23" y="5"/>
                      <a:pt x="26" y="2"/>
                      <a:pt x="29" y="0"/>
                    </a:cubicBezTo>
                    <a:cubicBezTo>
                      <a:pt x="23" y="2"/>
                      <a:pt x="17" y="6"/>
                      <a:pt x="12" y="10"/>
                    </a:cubicBezTo>
                    <a:cubicBezTo>
                      <a:pt x="6" y="16"/>
                      <a:pt x="0" y="27"/>
                      <a:pt x="0" y="36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9" name="Freeform 444">
                <a:extLst>
                  <a:ext uri="{FF2B5EF4-FFF2-40B4-BE49-F238E27FC236}">
                    <a16:creationId xmlns:a16="http://schemas.microsoft.com/office/drawing/2014/main" id="{D92EE247-DBD5-466A-A90A-453B18118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" y="1179"/>
                <a:ext cx="328" cy="1016"/>
              </a:xfrm>
              <a:custGeom>
                <a:avLst/>
                <a:gdLst>
                  <a:gd name="T0" fmla="*/ 0 w 131"/>
                  <a:gd name="T1" fmla="*/ 0 h 381"/>
                  <a:gd name="T2" fmla="*/ 1192 w 131"/>
                  <a:gd name="T3" fmla="*/ 1101 h 381"/>
                  <a:gd name="T4" fmla="*/ 1192 w 131"/>
                  <a:gd name="T5" fmla="*/ 2275 h 381"/>
                  <a:gd name="T6" fmla="*/ 1535 w 131"/>
                  <a:gd name="T7" fmla="*/ 3243 h 381"/>
                  <a:gd name="T8" fmla="*/ 1034 w 131"/>
                  <a:gd name="T9" fmla="*/ 4643 h 381"/>
                  <a:gd name="T10" fmla="*/ 1159 w 131"/>
                  <a:gd name="T11" fmla="*/ 6109 h 381"/>
                  <a:gd name="T12" fmla="*/ 1284 w 131"/>
                  <a:gd name="T13" fmla="*/ 6520 h 381"/>
                  <a:gd name="T14" fmla="*/ 1522 w 131"/>
                  <a:gd name="T15" fmla="*/ 6848 h 381"/>
                  <a:gd name="T16" fmla="*/ 1743 w 131"/>
                  <a:gd name="T17" fmla="*/ 7147 h 381"/>
                  <a:gd name="T18" fmla="*/ 2056 w 131"/>
                  <a:gd name="T19" fmla="*/ 7224 h 3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1" h="381">
                    <a:moveTo>
                      <a:pt x="0" y="0"/>
                    </a:moveTo>
                    <a:cubicBezTo>
                      <a:pt x="23" y="17"/>
                      <a:pt x="60" y="31"/>
                      <a:pt x="76" y="58"/>
                    </a:cubicBezTo>
                    <a:cubicBezTo>
                      <a:pt x="92" y="85"/>
                      <a:pt x="72" y="114"/>
                      <a:pt x="76" y="120"/>
                    </a:cubicBezTo>
                    <a:cubicBezTo>
                      <a:pt x="81" y="127"/>
                      <a:pt x="101" y="138"/>
                      <a:pt x="98" y="171"/>
                    </a:cubicBezTo>
                    <a:cubicBezTo>
                      <a:pt x="95" y="204"/>
                      <a:pt x="71" y="208"/>
                      <a:pt x="66" y="245"/>
                    </a:cubicBezTo>
                    <a:cubicBezTo>
                      <a:pt x="61" y="281"/>
                      <a:pt x="56" y="302"/>
                      <a:pt x="74" y="322"/>
                    </a:cubicBezTo>
                    <a:cubicBezTo>
                      <a:pt x="81" y="330"/>
                      <a:pt x="78" y="336"/>
                      <a:pt x="82" y="344"/>
                    </a:cubicBezTo>
                    <a:cubicBezTo>
                      <a:pt x="86" y="350"/>
                      <a:pt x="98" y="352"/>
                      <a:pt x="97" y="361"/>
                    </a:cubicBezTo>
                    <a:cubicBezTo>
                      <a:pt x="109" y="361"/>
                      <a:pt x="108" y="368"/>
                      <a:pt x="111" y="377"/>
                    </a:cubicBezTo>
                    <a:cubicBezTo>
                      <a:pt x="118" y="373"/>
                      <a:pt x="127" y="374"/>
                      <a:pt x="131" y="38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0" name="Freeform 445">
                <a:extLst>
                  <a:ext uri="{FF2B5EF4-FFF2-40B4-BE49-F238E27FC236}">
                    <a16:creationId xmlns:a16="http://schemas.microsoft.com/office/drawing/2014/main" id="{61060FF9-76DD-4E58-9F9A-220804F76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325"/>
                <a:ext cx="213" cy="702"/>
              </a:xfrm>
              <a:custGeom>
                <a:avLst/>
                <a:gdLst>
                  <a:gd name="T0" fmla="*/ 0 w 85"/>
                  <a:gd name="T1" fmla="*/ 5002 h 263"/>
                  <a:gd name="T2" fmla="*/ 20 w 85"/>
                  <a:gd name="T3" fmla="*/ 4965 h 263"/>
                  <a:gd name="T4" fmla="*/ 50 w 85"/>
                  <a:gd name="T5" fmla="*/ 4716 h 263"/>
                  <a:gd name="T6" fmla="*/ 158 w 85"/>
                  <a:gd name="T7" fmla="*/ 4340 h 263"/>
                  <a:gd name="T8" fmla="*/ 158 w 85"/>
                  <a:gd name="T9" fmla="*/ 4340 h 263"/>
                  <a:gd name="T10" fmla="*/ 221 w 85"/>
                  <a:gd name="T11" fmla="*/ 3940 h 263"/>
                  <a:gd name="T12" fmla="*/ 283 w 85"/>
                  <a:gd name="T13" fmla="*/ 3670 h 263"/>
                  <a:gd name="T14" fmla="*/ 271 w 85"/>
                  <a:gd name="T15" fmla="*/ 3462 h 263"/>
                  <a:gd name="T16" fmla="*/ 396 w 85"/>
                  <a:gd name="T17" fmla="*/ 3192 h 263"/>
                  <a:gd name="T18" fmla="*/ 459 w 85"/>
                  <a:gd name="T19" fmla="*/ 2736 h 263"/>
                  <a:gd name="T20" fmla="*/ 554 w 85"/>
                  <a:gd name="T21" fmla="*/ 2336 h 263"/>
                  <a:gd name="T22" fmla="*/ 629 w 85"/>
                  <a:gd name="T23" fmla="*/ 2207 h 263"/>
                  <a:gd name="T24" fmla="*/ 692 w 85"/>
                  <a:gd name="T25" fmla="*/ 1844 h 263"/>
                  <a:gd name="T26" fmla="*/ 834 w 85"/>
                  <a:gd name="T27" fmla="*/ 1652 h 263"/>
                  <a:gd name="T28" fmla="*/ 880 w 85"/>
                  <a:gd name="T29" fmla="*/ 1367 h 263"/>
                  <a:gd name="T30" fmla="*/ 992 w 85"/>
                  <a:gd name="T31" fmla="*/ 1161 h 263"/>
                  <a:gd name="T32" fmla="*/ 1005 w 85"/>
                  <a:gd name="T33" fmla="*/ 742 h 263"/>
                  <a:gd name="T34" fmla="*/ 1180 w 85"/>
                  <a:gd name="T35" fmla="*/ 307 h 263"/>
                  <a:gd name="T36" fmla="*/ 1338 w 85"/>
                  <a:gd name="T37" fmla="*/ 0 h 2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5" h="263">
                    <a:moveTo>
                      <a:pt x="0" y="263"/>
                    </a:moveTo>
                    <a:cubicBezTo>
                      <a:pt x="1" y="263"/>
                      <a:pt x="1" y="262"/>
                      <a:pt x="1" y="261"/>
                    </a:cubicBezTo>
                    <a:cubicBezTo>
                      <a:pt x="2" y="258"/>
                      <a:pt x="2" y="256"/>
                      <a:pt x="3" y="248"/>
                    </a:cubicBezTo>
                    <a:cubicBezTo>
                      <a:pt x="6" y="240"/>
                      <a:pt x="6" y="241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2" y="223"/>
                      <a:pt x="14" y="213"/>
                      <a:pt x="14" y="207"/>
                    </a:cubicBezTo>
                    <a:cubicBezTo>
                      <a:pt x="15" y="202"/>
                      <a:pt x="18" y="198"/>
                      <a:pt x="18" y="193"/>
                    </a:cubicBezTo>
                    <a:cubicBezTo>
                      <a:pt x="18" y="190"/>
                      <a:pt x="17" y="187"/>
                      <a:pt x="17" y="182"/>
                    </a:cubicBezTo>
                    <a:cubicBezTo>
                      <a:pt x="19" y="175"/>
                      <a:pt x="22" y="174"/>
                      <a:pt x="25" y="168"/>
                    </a:cubicBezTo>
                    <a:cubicBezTo>
                      <a:pt x="28" y="162"/>
                      <a:pt x="36" y="151"/>
                      <a:pt x="29" y="144"/>
                    </a:cubicBezTo>
                    <a:cubicBezTo>
                      <a:pt x="34" y="141"/>
                      <a:pt x="38" y="131"/>
                      <a:pt x="35" y="123"/>
                    </a:cubicBezTo>
                    <a:cubicBezTo>
                      <a:pt x="35" y="121"/>
                      <a:pt x="39" y="118"/>
                      <a:pt x="40" y="116"/>
                    </a:cubicBezTo>
                    <a:cubicBezTo>
                      <a:pt x="42" y="110"/>
                      <a:pt x="42" y="102"/>
                      <a:pt x="44" y="97"/>
                    </a:cubicBezTo>
                    <a:cubicBezTo>
                      <a:pt x="46" y="92"/>
                      <a:pt x="50" y="92"/>
                      <a:pt x="53" y="87"/>
                    </a:cubicBezTo>
                    <a:cubicBezTo>
                      <a:pt x="56" y="83"/>
                      <a:pt x="54" y="77"/>
                      <a:pt x="56" y="72"/>
                    </a:cubicBezTo>
                    <a:cubicBezTo>
                      <a:pt x="57" y="69"/>
                      <a:pt x="61" y="64"/>
                      <a:pt x="63" y="61"/>
                    </a:cubicBezTo>
                    <a:cubicBezTo>
                      <a:pt x="67" y="55"/>
                      <a:pt x="67" y="42"/>
                      <a:pt x="64" y="39"/>
                    </a:cubicBezTo>
                    <a:cubicBezTo>
                      <a:pt x="67" y="33"/>
                      <a:pt x="76" y="23"/>
                      <a:pt x="75" y="16"/>
                    </a:cubicBezTo>
                    <a:cubicBezTo>
                      <a:pt x="73" y="9"/>
                      <a:pt x="83" y="2"/>
                      <a:pt x="8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1" name="Freeform 446">
                <a:extLst>
                  <a:ext uri="{FF2B5EF4-FFF2-40B4-BE49-F238E27FC236}">
                    <a16:creationId xmlns:a16="http://schemas.microsoft.com/office/drawing/2014/main" id="{4BD2129C-7039-42FE-8E05-8F2F46A7F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787"/>
                <a:ext cx="250" cy="578"/>
              </a:xfrm>
              <a:custGeom>
                <a:avLst/>
                <a:gdLst>
                  <a:gd name="T0" fmla="*/ 208 w 100"/>
                  <a:gd name="T1" fmla="*/ 320 h 217"/>
                  <a:gd name="T2" fmla="*/ 95 w 100"/>
                  <a:gd name="T3" fmla="*/ 887 h 217"/>
                  <a:gd name="T4" fmla="*/ 33 w 100"/>
                  <a:gd name="T5" fmla="*/ 1454 h 217"/>
                  <a:gd name="T6" fmla="*/ 145 w 100"/>
                  <a:gd name="T7" fmla="*/ 1718 h 217"/>
                  <a:gd name="T8" fmla="*/ 113 w 100"/>
                  <a:gd name="T9" fmla="*/ 1966 h 217"/>
                  <a:gd name="T10" fmla="*/ 220 w 100"/>
                  <a:gd name="T11" fmla="*/ 2227 h 217"/>
                  <a:gd name="T12" fmla="*/ 250 w 100"/>
                  <a:gd name="T13" fmla="*/ 2498 h 217"/>
                  <a:gd name="T14" fmla="*/ 395 w 100"/>
                  <a:gd name="T15" fmla="*/ 3114 h 217"/>
                  <a:gd name="T16" fmla="*/ 625 w 100"/>
                  <a:gd name="T17" fmla="*/ 3553 h 217"/>
                  <a:gd name="T18" fmla="*/ 908 w 100"/>
                  <a:gd name="T19" fmla="*/ 3910 h 217"/>
                  <a:gd name="T20" fmla="*/ 1063 w 100"/>
                  <a:gd name="T21" fmla="*/ 4081 h 217"/>
                  <a:gd name="T22" fmla="*/ 1300 w 100"/>
                  <a:gd name="T23" fmla="*/ 3931 h 217"/>
                  <a:gd name="T24" fmla="*/ 1520 w 100"/>
                  <a:gd name="T25" fmla="*/ 3497 h 217"/>
                  <a:gd name="T26" fmla="*/ 1533 w 100"/>
                  <a:gd name="T27" fmla="*/ 3228 h 217"/>
                  <a:gd name="T28" fmla="*/ 1550 w 100"/>
                  <a:gd name="T29" fmla="*/ 2951 h 217"/>
                  <a:gd name="T30" fmla="*/ 1438 w 100"/>
                  <a:gd name="T31" fmla="*/ 2285 h 217"/>
                  <a:gd name="T32" fmla="*/ 1395 w 100"/>
                  <a:gd name="T33" fmla="*/ 1910 h 217"/>
                  <a:gd name="T34" fmla="*/ 1283 w 100"/>
                  <a:gd name="T35" fmla="*/ 1569 h 217"/>
                  <a:gd name="T36" fmla="*/ 1220 w 100"/>
                  <a:gd name="T37" fmla="*/ 1057 h 217"/>
                  <a:gd name="T38" fmla="*/ 1033 w 100"/>
                  <a:gd name="T39" fmla="*/ 567 h 217"/>
                  <a:gd name="T40" fmla="*/ 688 w 100"/>
                  <a:gd name="T41" fmla="*/ 192 h 217"/>
                  <a:gd name="T42" fmla="*/ 283 w 100"/>
                  <a:gd name="T43" fmla="*/ 170 h 217"/>
                  <a:gd name="T44" fmla="*/ 208 w 100"/>
                  <a:gd name="T45" fmla="*/ 320 h 2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0" h="217">
                    <a:moveTo>
                      <a:pt x="13" y="17"/>
                    </a:moveTo>
                    <a:cubicBezTo>
                      <a:pt x="8" y="28"/>
                      <a:pt x="5" y="36"/>
                      <a:pt x="6" y="47"/>
                    </a:cubicBezTo>
                    <a:cubicBezTo>
                      <a:pt x="7" y="57"/>
                      <a:pt x="0" y="66"/>
                      <a:pt x="2" y="77"/>
                    </a:cubicBezTo>
                    <a:cubicBezTo>
                      <a:pt x="4" y="82"/>
                      <a:pt x="8" y="86"/>
                      <a:pt x="9" y="91"/>
                    </a:cubicBezTo>
                    <a:cubicBezTo>
                      <a:pt x="9" y="95"/>
                      <a:pt x="7" y="100"/>
                      <a:pt x="7" y="104"/>
                    </a:cubicBezTo>
                    <a:cubicBezTo>
                      <a:pt x="8" y="110"/>
                      <a:pt x="12" y="113"/>
                      <a:pt x="14" y="118"/>
                    </a:cubicBezTo>
                    <a:cubicBezTo>
                      <a:pt x="16" y="123"/>
                      <a:pt x="15" y="126"/>
                      <a:pt x="16" y="132"/>
                    </a:cubicBezTo>
                    <a:cubicBezTo>
                      <a:pt x="17" y="143"/>
                      <a:pt x="20" y="156"/>
                      <a:pt x="25" y="165"/>
                    </a:cubicBezTo>
                    <a:cubicBezTo>
                      <a:pt x="30" y="176"/>
                      <a:pt x="35" y="178"/>
                      <a:pt x="40" y="188"/>
                    </a:cubicBezTo>
                    <a:cubicBezTo>
                      <a:pt x="44" y="198"/>
                      <a:pt x="51" y="201"/>
                      <a:pt x="58" y="207"/>
                    </a:cubicBezTo>
                    <a:cubicBezTo>
                      <a:pt x="62" y="210"/>
                      <a:pt x="62" y="216"/>
                      <a:pt x="68" y="216"/>
                    </a:cubicBezTo>
                    <a:cubicBezTo>
                      <a:pt x="77" y="217"/>
                      <a:pt x="79" y="212"/>
                      <a:pt x="83" y="208"/>
                    </a:cubicBezTo>
                    <a:cubicBezTo>
                      <a:pt x="90" y="200"/>
                      <a:pt x="93" y="197"/>
                      <a:pt x="97" y="185"/>
                    </a:cubicBezTo>
                    <a:cubicBezTo>
                      <a:pt x="99" y="179"/>
                      <a:pt x="98" y="176"/>
                      <a:pt x="98" y="171"/>
                    </a:cubicBezTo>
                    <a:cubicBezTo>
                      <a:pt x="97" y="164"/>
                      <a:pt x="98" y="162"/>
                      <a:pt x="99" y="156"/>
                    </a:cubicBezTo>
                    <a:cubicBezTo>
                      <a:pt x="100" y="142"/>
                      <a:pt x="95" y="133"/>
                      <a:pt x="92" y="121"/>
                    </a:cubicBezTo>
                    <a:cubicBezTo>
                      <a:pt x="90" y="115"/>
                      <a:pt x="91" y="108"/>
                      <a:pt x="89" y="101"/>
                    </a:cubicBezTo>
                    <a:cubicBezTo>
                      <a:pt x="87" y="96"/>
                      <a:pt x="84" y="87"/>
                      <a:pt x="82" y="83"/>
                    </a:cubicBezTo>
                    <a:cubicBezTo>
                      <a:pt x="79" y="72"/>
                      <a:pt x="83" y="67"/>
                      <a:pt x="78" y="56"/>
                    </a:cubicBezTo>
                    <a:cubicBezTo>
                      <a:pt x="75" y="47"/>
                      <a:pt x="70" y="38"/>
                      <a:pt x="66" y="30"/>
                    </a:cubicBezTo>
                    <a:cubicBezTo>
                      <a:pt x="60" y="16"/>
                      <a:pt x="54" y="15"/>
                      <a:pt x="44" y="10"/>
                    </a:cubicBezTo>
                    <a:cubicBezTo>
                      <a:pt x="35" y="6"/>
                      <a:pt x="31" y="0"/>
                      <a:pt x="18" y="9"/>
                    </a:cubicBezTo>
                    <a:cubicBezTo>
                      <a:pt x="15" y="11"/>
                      <a:pt x="12" y="15"/>
                      <a:pt x="13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2" name="Freeform 447">
                <a:extLst>
                  <a:ext uri="{FF2B5EF4-FFF2-40B4-BE49-F238E27FC236}">
                    <a16:creationId xmlns:a16="http://schemas.microsoft.com/office/drawing/2014/main" id="{69DC236D-956C-4F99-9880-BD9BB5F81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883"/>
                <a:ext cx="113" cy="354"/>
              </a:xfrm>
              <a:custGeom>
                <a:avLst/>
                <a:gdLst>
                  <a:gd name="T0" fmla="*/ 83 w 45"/>
                  <a:gd name="T1" fmla="*/ 0 h 133"/>
                  <a:gd name="T2" fmla="*/ 0 w 45"/>
                  <a:gd name="T3" fmla="*/ 567 h 133"/>
                  <a:gd name="T4" fmla="*/ 83 w 45"/>
                  <a:gd name="T5" fmla="*/ 806 h 133"/>
                  <a:gd name="T6" fmla="*/ 63 w 45"/>
                  <a:gd name="T7" fmla="*/ 921 h 133"/>
                  <a:gd name="T8" fmla="*/ 158 w 45"/>
                  <a:gd name="T9" fmla="*/ 998 h 133"/>
                  <a:gd name="T10" fmla="*/ 271 w 45"/>
                  <a:gd name="T11" fmla="*/ 1544 h 133"/>
                  <a:gd name="T12" fmla="*/ 334 w 45"/>
                  <a:gd name="T13" fmla="*/ 1757 h 133"/>
                  <a:gd name="T14" fmla="*/ 334 w 45"/>
                  <a:gd name="T15" fmla="*/ 2034 h 133"/>
                  <a:gd name="T16" fmla="*/ 492 w 45"/>
                  <a:gd name="T17" fmla="*/ 2145 h 133"/>
                  <a:gd name="T18" fmla="*/ 555 w 45"/>
                  <a:gd name="T19" fmla="*/ 2507 h 133"/>
                  <a:gd name="T20" fmla="*/ 713 w 45"/>
                  <a:gd name="T21" fmla="*/ 2486 h 1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133">
                    <a:moveTo>
                      <a:pt x="5" y="0"/>
                    </a:moveTo>
                    <a:cubicBezTo>
                      <a:pt x="10" y="10"/>
                      <a:pt x="6" y="21"/>
                      <a:pt x="0" y="30"/>
                    </a:cubicBezTo>
                    <a:cubicBezTo>
                      <a:pt x="6" y="33"/>
                      <a:pt x="4" y="37"/>
                      <a:pt x="5" y="43"/>
                    </a:cubicBezTo>
                    <a:cubicBezTo>
                      <a:pt x="6" y="45"/>
                      <a:pt x="4" y="48"/>
                      <a:pt x="4" y="49"/>
                    </a:cubicBezTo>
                    <a:cubicBezTo>
                      <a:pt x="5" y="52"/>
                      <a:pt x="9" y="51"/>
                      <a:pt x="10" y="53"/>
                    </a:cubicBezTo>
                    <a:cubicBezTo>
                      <a:pt x="13" y="62"/>
                      <a:pt x="14" y="72"/>
                      <a:pt x="17" y="82"/>
                    </a:cubicBezTo>
                    <a:cubicBezTo>
                      <a:pt x="18" y="86"/>
                      <a:pt x="20" y="89"/>
                      <a:pt x="21" y="93"/>
                    </a:cubicBezTo>
                    <a:cubicBezTo>
                      <a:pt x="22" y="97"/>
                      <a:pt x="20" y="104"/>
                      <a:pt x="21" y="108"/>
                    </a:cubicBezTo>
                    <a:cubicBezTo>
                      <a:pt x="23" y="110"/>
                      <a:pt x="29" y="111"/>
                      <a:pt x="31" y="114"/>
                    </a:cubicBezTo>
                    <a:cubicBezTo>
                      <a:pt x="34" y="119"/>
                      <a:pt x="34" y="127"/>
                      <a:pt x="35" y="133"/>
                    </a:cubicBezTo>
                    <a:cubicBezTo>
                      <a:pt x="39" y="130"/>
                      <a:pt x="42" y="129"/>
                      <a:pt x="45" y="13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3" name="Freeform 448">
                <a:extLst>
                  <a:ext uri="{FF2B5EF4-FFF2-40B4-BE49-F238E27FC236}">
                    <a16:creationId xmlns:a16="http://schemas.microsoft.com/office/drawing/2014/main" id="{21C9DA5E-D1F8-43DB-91F9-55A8ABE6F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1576"/>
                <a:ext cx="285" cy="69"/>
              </a:xfrm>
              <a:custGeom>
                <a:avLst/>
                <a:gdLst>
                  <a:gd name="T0" fmla="*/ 0 w 114"/>
                  <a:gd name="T1" fmla="*/ 486 h 26"/>
                  <a:gd name="T2" fmla="*/ 1783 w 114"/>
                  <a:gd name="T3" fmla="*/ 31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4" h="26">
                    <a:moveTo>
                      <a:pt x="0" y="26"/>
                    </a:moveTo>
                    <a:cubicBezTo>
                      <a:pt x="20" y="13"/>
                      <a:pt x="76" y="0"/>
                      <a:pt x="114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4" name="Freeform 449">
                <a:extLst>
                  <a:ext uri="{FF2B5EF4-FFF2-40B4-BE49-F238E27FC236}">
                    <a16:creationId xmlns:a16="http://schemas.microsoft.com/office/drawing/2014/main" id="{5E3A016D-BD96-488E-B45D-E04CCCA4F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536"/>
                <a:ext cx="117" cy="253"/>
              </a:xfrm>
              <a:custGeom>
                <a:avLst/>
                <a:gdLst>
                  <a:gd name="T0" fmla="*/ 199 w 47"/>
                  <a:gd name="T1" fmla="*/ 1795 h 95"/>
                  <a:gd name="T2" fmla="*/ 291 w 47"/>
                  <a:gd name="T3" fmla="*/ 397 h 95"/>
                  <a:gd name="T4" fmla="*/ 724 w 47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95">
                    <a:moveTo>
                      <a:pt x="13" y="95"/>
                    </a:moveTo>
                    <a:cubicBezTo>
                      <a:pt x="0" y="57"/>
                      <a:pt x="8" y="38"/>
                      <a:pt x="19" y="21"/>
                    </a:cubicBezTo>
                    <a:cubicBezTo>
                      <a:pt x="26" y="9"/>
                      <a:pt x="40" y="2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5" name="Freeform 450">
                <a:extLst>
                  <a:ext uri="{FF2B5EF4-FFF2-40B4-BE49-F238E27FC236}">
                    <a16:creationId xmlns:a16="http://schemas.microsoft.com/office/drawing/2014/main" id="{A3509D6B-D577-4599-8F35-4A7234600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896"/>
                <a:ext cx="50" cy="35"/>
              </a:xfrm>
              <a:custGeom>
                <a:avLst/>
                <a:gdLst>
                  <a:gd name="T0" fmla="*/ 0 w 20"/>
                  <a:gd name="T1" fmla="*/ 137 h 13"/>
                  <a:gd name="T2" fmla="*/ 313 w 20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0" y="7"/>
                    </a:moveTo>
                    <a:cubicBezTo>
                      <a:pt x="7" y="0"/>
                      <a:pt x="15" y="7"/>
                      <a:pt x="20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6" name="Freeform 451">
                <a:extLst>
                  <a:ext uri="{FF2B5EF4-FFF2-40B4-BE49-F238E27FC236}">
                    <a16:creationId xmlns:a16="http://schemas.microsoft.com/office/drawing/2014/main" id="{4F9BEABB-C099-49CC-9EA9-1263DA034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896"/>
                <a:ext cx="28" cy="32"/>
              </a:xfrm>
              <a:custGeom>
                <a:avLst/>
                <a:gdLst>
                  <a:gd name="T0" fmla="*/ 150 w 11"/>
                  <a:gd name="T1" fmla="*/ 227 h 12"/>
                  <a:gd name="T2" fmla="*/ 163 w 11"/>
                  <a:gd name="T3" fmla="*/ 115 h 12"/>
                  <a:gd name="T4" fmla="*/ 84 w 11"/>
                  <a:gd name="T5" fmla="*/ 192 h 12"/>
                  <a:gd name="T6" fmla="*/ 97 w 11"/>
                  <a:gd name="T7" fmla="*/ 0 h 12"/>
                  <a:gd name="T8" fmla="*/ 0 w 11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9" y="12"/>
                    </a:moveTo>
                    <a:cubicBezTo>
                      <a:pt x="10" y="10"/>
                      <a:pt x="11" y="8"/>
                      <a:pt x="10" y="6"/>
                    </a:cubicBezTo>
                    <a:cubicBezTo>
                      <a:pt x="8" y="7"/>
                      <a:pt x="6" y="8"/>
                      <a:pt x="5" y="10"/>
                    </a:cubicBezTo>
                    <a:cubicBezTo>
                      <a:pt x="7" y="7"/>
                      <a:pt x="8" y="3"/>
                      <a:pt x="6" y="0"/>
                    </a:cubicBezTo>
                    <a:cubicBezTo>
                      <a:pt x="4" y="1"/>
                      <a:pt x="2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EE5B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7" name="Freeform 452">
                <a:extLst>
                  <a:ext uri="{FF2B5EF4-FFF2-40B4-BE49-F238E27FC236}">
                    <a16:creationId xmlns:a16="http://schemas.microsoft.com/office/drawing/2014/main" id="{AA0C6D5B-9820-428D-916F-63F096F4F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885"/>
                <a:ext cx="25" cy="16"/>
              </a:xfrm>
              <a:custGeom>
                <a:avLst/>
                <a:gdLst>
                  <a:gd name="T0" fmla="*/ 0 w 10"/>
                  <a:gd name="T1" fmla="*/ 115 h 6"/>
                  <a:gd name="T2" fmla="*/ 158 w 1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3" y="4"/>
                      <a:pt x="6" y="1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EE5B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8" name="Freeform 453">
                <a:extLst>
                  <a:ext uri="{FF2B5EF4-FFF2-40B4-BE49-F238E27FC236}">
                    <a16:creationId xmlns:a16="http://schemas.microsoft.com/office/drawing/2014/main" id="{B1237910-5CE9-4E41-98F7-16D459E4F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3227"/>
                <a:ext cx="5" cy="21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0" y="2"/>
                      <a:pt x="0" y="5"/>
                      <a:pt x="0" y="8"/>
                    </a:cubicBezTo>
                  </a:path>
                </a:pathLst>
              </a:custGeom>
              <a:noFill/>
              <a:ln w="15875" cap="flat">
                <a:solidFill>
                  <a:srgbClr val="FEE5B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9" name="Freeform 454">
                <a:extLst>
                  <a:ext uri="{FF2B5EF4-FFF2-40B4-BE49-F238E27FC236}">
                    <a16:creationId xmlns:a16="http://schemas.microsoft.com/office/drawing/2014/main" id="{68C9366B-06F0-499D-B03E-09ED73DF3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600"/>
                <a:ext cx="33" cy="35"/>
              </a:xfrm>
              <a:custGeom>
                <a:avLst/>
                <a:gdLst>
                  <a:gd name="T0" fmla="*/ 213 w 13"/>
                  <a:gd name="T1" fmla="*/ 35 h 13"/>
                  <a:gd name="T2" fmla="*/ 63 w 13"/>
                  <a:gd name="T3" fmla="*/ 253 h 13"/>
                  <a:gd name="T4" fmla="*/ 63 w 13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3" y="2"/>
                    </a:moveTo>
                    <a:cubicBezTo>
                      <a:pt x="10" y="6"/>
                      <a:pt x="8" y="11"/>
                      <a:pt x="4" y="13"/>
                    </a:cubicBezTo>
                    <a:cubicBezTo>
                      <a:pt x="0" y="10"/>
                      <a:pt x="2" y="5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ED89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0" name="Freeform 455">
                <a:extLst>
                  <a:ext uri="{FF2B5EF4-FFF2-40B4-BE49-F238E27FC236}">
                    <a16:creationId xmlns:a16="http://schemas.microsoft.com/office/drawing/2014/main" id="{85EC53C9-72F2-4EEE-A75C-26863C3FC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696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1" y="3"/>
                      <a:pt x="3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1" name="Freeform 456">
                <a:extLst>
                  <a:ext uri="{FF2B5EF4-FFF2-40B4-BE49-F238E27FC236}">
                    <a16:creationId xmlns:a16="http://schemas.microsoft.com/office/drawing/2014/main" id="{BAD46B32-F7DC-440E-8023-195A060FC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608"/>
                <a:ext cx="10" cy="21"/>
              </a:xfrm>
              <a:custGeom>
                <a:avLst/>
                <a:gdLst>
                  <a:gd name="T0" fmla="*/ 0 w 4"/>
                  <a:gd name="T1" fmla="*/ 144 h 8"/>
                  <a:gd name="T2" fmla="*/ 63 w 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0" y="5"/>
                      <a:pt x="1" y="2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2" name="Freeform 457">
                <a:extLst>
                  <a:ext uri="{FF2B5EF4-FFF2-40B4-BE49-F238E27FC236}">
                    <a16:creationId xmlns:a16="http://schemas.microsoft.com/office/drawing/2014/main" id="{7A809E55-139C-4B94-824C-C052899E1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555"/>
                <a:ext cx="18" cy="10"/>
              </a:xfrm>
              <a:custGeom>
                <a:avLst/>
                <a:gdLst>
                  <a:gd name="T0" fmla="*/ 0 w 7"/>
                  <a:gd name="T1" fmla="*/ 0 h 4"/>
                  <a:gd name="T2" fmla="*/ 118 w 7"/>
                  <a:gd name="T3" fmla="*/ 3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3"/>
                      <a:pt x="5" y="4"/>
                      <a:pt x="7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3" name="Freeform 458">
                <a:extLst>
                  <a:ext uri="{FF2B5EF4-FFF2-40B4-BE49-F238E27FC236}">
                    <a16:creationId xmlns:a16="http://schemas.microsoft.com/office/drawing/2014/main" id="{1828814D-F176-4BE6-B10C-76C1684A4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464"/>
                <a:ext cx="18" cy="5"/>
              </a:xfrm>
              <a:custGeom>
                <a:avLst/>
                <a:gdLst>
                  <a:gd name="T0" fmla="*/ 0 w 7"/>
                  <a:gd name="T1" fmla="*/ 0 h 2"/>
                  <a:gd name="T2" fmla="*/ 118 w 7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1" y="2"/>
                      <a:pt x="5" y="1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4" name="Freeform 459">
                <a:extLst>
                  <a:ext uri="{FF2B5EF4-FFF2-40B4-BE49-F238E27FC236}">
                    <a16:creationId xmlns:a16="http://schemas.microsoft.com/office/drawing/2014/main" id="{2DB8E1DF-9C23-48E7-8690-F2A95A8AE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21"/>
                <a:ext cx="8" cy="22"/>
              </a:xfrm>
              <a:custGeom>
                <a:avLst/>
                <a:gdLst>
                  <a:gd name="T0" fmla="*/ 56 w 3"/>
                  <a:gd name="T1" fmla="*/ 0 h 8"/>
                  <a:gd name="T2" fmla="*/ 21 w 3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2"/>
                      <a:pt x="0" y="5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5" name="Freeform 460">
                <a:extLst>
                  <a:ext uri="{FF2B5EF4-FFF2-40B4-BE49-F238E27FC236}">
                    <a16:creationId xmlns:a16="http://schemas.microsoft.com/office/drawing/2014/main" id="{05F52C1A-BC85-4D9A-AE71-FAB29DD59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720"/>
                <a:ext cx="57" cy="659"/>
              </a:xfrm>
              <a:custGeom>
                <a:avLst/>
                <a:gdLst>
                  <a:gd name="T0" fmla="*/ 62 w 23"/>
                  <a:gd name="T1" fmla="*/ 3951 h 247"/>
                  <a:gd name="T2" fmla="*/ 74 w 23"/>
                  <a:gd name="T3" fmla="*/ 4328 h 247"/>
                  <a:gd name="T4" fmla="*/ 92 w 23"/>
                  <a:gd name="T5" fmla="*/ 4541 h 247"/>
                  <a:gd name="T6" fmla="*/ 228 w 23"/>
                  <a:gd name="T7" fmla="*/ 4690 h 247"/>
                  <a:gd name="T8" fmla="*/ 337 w 23"/>
                  <a:gd name="T9" fmla="*/ 4541 h 247"/>
                  <a:gd name="T10" fmla="*/ 320 w 23"/>
                  <a:gd name="T11" fmla="*/ 4314 h 247"/>
                  <a:gd name="T12" fmla="*/ 245 w 23"/>
                  <a:gd name="T13" fmla="*/ 2505 h 247"/>
                  <a:gd name="T14" fmla="*/ 278 w 23"/>
                  <a:gd name="T15" fmla="*/ 875 h 247"/>
                  <a:gd name="T16" fmla="*/ 278 w 23"/>
                  <a:gd name="T17" fmla="*/ 136 h 247"/>
                  <a:gd name="T18" fmla="*/ 154 w 23"/>
                  <a:gd name="T19" fmla="*/ 0 h 247"/>
                  <a:gd name="T20" fmla="*/ 30 w 23"/>
                  <a:gd name="T21" fmla="*/ 171 h 247"/>
                  <a:gd name="T22" fmla="*/ 30 w 23"/>
                  <a:gd name="T23" fmla="*/ 875 h 247"/>
                  <a:gd name="T24" fmla="*/ 0 w 23"/>
                  <a:gd name="T25" fmla="*/ 2505 h 247"/>
                  <a:gd name="T26" fmla="*/ 42 w 23"/>
                  <a:gd name="T27" fmla="*/ 3781 h 2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247">
                    <a:moveTo>
                      <a:pt x="4" y="208"/>
                    </a:moveTo>
                    <a:cubicBezTo>
                      <a:pt x="4" y="216"/>
                      <a:pt x="5" y="223"/>
                      <a:pt x="5" y="228"/>
                    </a:cubicBezTo>
                    <a:cubicBezTo>
                      <a:pt x="6" y="239"/>
                      <a:pt x="6" y="239"/>
                      <a:pt x="6" y="239"/>
                    </a:cubicBezTo>
                    <a:cubicBezTo>
                      <a:pt x="7" y="243"/>
                      <a:pt x="10" y="247"/>
                      <a:pt x="15" y="247"/>
                    </a:cubicBezTo>
                    <a:cubicBezTo>
                      <a:pt x="19" y="246"/>
                      <a:pt x="23" y="243"/>
                      <a:pt x="22" y="239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0" y="209"/>
                      <a:pt x="17" y="171"/>
                      <a:pt x="16" y="132"/>
                    </a:cubicBezTo>
                    <a:cubicBezTo>
                      <a:pt x="16" y="101"/>
                      <a:pt x="17" y="70"/>
                      <a:pt x="18" y="46"/>
                    </a:cubicBezTo>
                    <a:cubicBezTo>
                      <a:pt x="18" y="27"/>
                      <a:pt x="19" y="13"/>
                      <a:pt x="18" y="7"/>
                    </a:cubicBezTo>
                    <a:cubicBezTo>
                      <a:pt x="18" y="3"/>
                      <a:pt x="14" y="0"/>
                      <a:pt x="10" y="0"/>
                    </a:cubicBezTo>
                    <a:cubicBezTo>
                      <a:pt x="5" y="0"/>
                      <a:pt x="2" y="4"/>
                      <a:pt x="2" y="9"/>
                    </a:cubicBezTo>
                    <a:cubicBezTo>
                      <a:pt x="3" y="14"/>
                      <a:pt x="2" y="29"/>
                      <a:pt x="2" y="46"/>
                    </a:cubicBezTo>
                    <a:cubicBezTo>
                      <a:pt x="1" y="69"/>
                      <a:pt x="0" y="101"/>
                      <a:pt x="0" y="132"/>
                    </a:cubicBezTo>
                    <a:cubicBezTo>
                      <a:pt x="0" y="156"/>
                      <a:pt x="2" y="180"/>
                      <a:pt x="3" y="199"/>
                    </a:cubicBezTo>
                  </a:path>
                </a:pathLst>
              </a:custGeom>
              <a:solidFill>
                <a:srgbClr val="53B278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6" name="Freeform 461">
                <a:extLst>
                  <a:ext uri="{FF2B5EF4-FFF2-40B4-BE49-F238E27FC236}">
                    <a16:creationId xmlns:a16="http://schemas.microsoft.com/office/drawing/2014/main" id="{9B2C36BA-AEB8-4CC1-B966-5C40163EE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720"/>
                <a:ext cx="57" cy="659"/>
              </a:xfrm>
              <a:custGeom>
                <a:avLst/>
                <a:gdLst>
                  <a:gd name="T0" fmla="*/ 62 w 23"/>
                  <a:gd name="T1" fmla="*/ 3951 h 247"/>
                  <a:gd name="T2" fmla="*/ 74 w 23"/>
                  <a:gd name="T3" fmla="*/ 4328 h 247"/>
                  <a:gd name="T4" fmla="*/ 92 w 23"/>
                  <a:gd name="T5" fmla="*/ 4541 h 247"/>
                  <a:gd name="T6" fmla="*/ 228 w 23"/>
                  <a:gd name="T7" fmla="*/ 4690 h 247"/>
                  <a:gd name="T8" fmla="*/ 337 w 23"/>
                  <a:gd name="T9" fmla="*/ 4541 h 247"/>
                  <a:gd name="T10" fmla="*/ 320 w 23"/>
                  <a:gd name="T11" fmla="*/ 4314 h 247"/>
                  <a:gd name="T12" fmla="*/ 245 w 23"/>
                  <a:gd name="T13" fmla="*/ 2505 h 247"/>
                  <a:gd name="T14" fmla="*/ 278 w 23"/>
                  <a:gd name="T15" fmla="*/ 875 h 247"/>
                  <a:gd name="T16" fmla="*/ 278 w 23"/>
                  <a:gd name="T17" fmla="*/ 136 h 247"/>
                  <a:gd name="T18" fmla="*/ 154 w 23"/>
                  <a:gd name="T19" fmla="*/ 0 h 247"/>
                  <a:gd name="T20" fmla="*/ 30 w 23"/>
                  <a:gd name="T21" fmla="*/ 171 h 247"/>
                  <a:gd name="T22" fmla="*/ 30 w 23"/>
                  <a:gd name="T23" fmla="*/ 875 h 247"/>
                  <a:gd name="T24" fmla="*/ 0 w 23"/>
                  <a:gd name="T25" fmla="*/ 2505 h 247"/>
                  <a:gd name="T26" fmla="*/ 42 w 23"/>
                  <a:gd name="T27" fmla="*/ 3781 h 2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247">
                    <a:moveTo>
                      <a:pt x="4" y="208"/>
                    </a:moveTo>
                    <a:cubicBezTo>
                      <a:pt x="4" y="216"/>
                      <a:pt x="5" y="223"/>
                      <a:pt x="5" y="228"/>
                    </a:cubicBezTo>
                    <a:cubicBezTo>
                      <a:pt x="6" y="239"/>
                      <a:pt x="6" y="239"/>
                      <a:pt x="6" y="239"/>
                    </a:cubicBezTo>
                    <a:cubicBezTo>
                      <a:pt x="7" y="243"/>
                      <a:pt x="10" y="247"/>
                      <a:pt x="15" y="247"/>
                    </a:cubicBezTo>
                    <a:cubicBezTo>
                      <a:pt x="19" y="246"/>
                      <a:pt x="23" y="243"/>
                      <a:pt x="22" y="239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0" y="209"/>
                      <a:pt x="17" y="171"/>
                      <a:pt x="16" y="132"/>
                    </a:cubicBezTo>
                    <a:cubicBezTo>
                      <a:pt x="16" y="101"/>
                      <a:pt x="17" y="70"/>
                      <a:pt x="18" y="46"/>
                    </a:cubicBezTo>
                    <a:cubicBezTo>
                      <a:pt x="18" y="27"/>
                      <a:pt x="19" y="13"/>
                      <a:pt x="18" y="7"/>
                    </a:cubicBezTo>
                    <a:cubicBezTo>
                      <a:pt x="18" y="3"/>
                      <a:pt x="14" y="0"/>
                      <a:pt x="10" y="0"/>
                    </a:cubicBezTo>
                    <a:cubicBezTo>
                      <a:pt x="5" y="0"/>
                      <a:pt x="2" y="4"/>
                      <a:pt x="2" y="9"/>
                    </a:cubicBezTo>
                    <a:cubicBezTo>
                      <a:pt x="3" y="14"/>
                      <a:pt x="2" y="29"/>
                      <a:pt x="2" y="46"/>
                    </a:cubicBezTo>
                    <a:cubicBezTo>
                      <a:pt x="1" y="69"/>
                      <a:pt x="0" y="101"/>
                      <a:pt x="0" y="132"/>
                    </a:cubicBezTo>
                    <a:cubicBezTo>
                      <a:pt x="0" y="156"/>
                      <a:pt x="2" y="180"/>
                      <a:pt x="3" y="19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7" name="Freeform 462">
                <a:extLst>
                  <a:ext uri="{FF2B5EF4-FFF2-40B4-BE49-F238E27FC236}">
                    <a16:creationId xmlns:a16="http://schemas.microsoft.com/office/drawing/2014/main" id="{A8144812-DB22-4D7F-B24F-596E6629E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755"/>
                <a:ext cx="448" cy="320"/>
              </a:xfrm>
              <a:custGeom>
                <a:avLst/>
                <a:gdLst>
                  <a:gd name="T0" fmla="*/ 2806 w 179"/>
                  <a:gd name="T1" fmla="*/ 1421 h 120"/>
                  <a:gd name="T2" fmla="*/ 158 w 179"/>
                  <a:gd name="T3" fmla="*/ 0 h 120"/>
                  <a:gd name="T4" fmla="*/ 0 w 179"/>
                  <a:gd name="T5" fmla="*/ 888 h 120"/>
                  <a:gd name="T6" fmla="*/ 33 w 179"/>
                  <a:gd name="T7" fmla="*/ 888 h 120"/>
                  <a:gd name="T8" fmla="*/ 2525 w 179"/>
                  <a:gd name="T9" fmla="*/ 2275 h 120"/>
                  <a:gd name="T10" fmla="*/ 2806 w 179"/>
                  <a:gd name="T11" fmla="*/ 1421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120">
                    <a:moveTo>
                      <a:pt x="179" y="75"/>
                    </a:moveTo>
                    <a:cubicBezTo>
                      <a:pt x="111" y="49"/>
                      <a:pt x="35" y="12"/>
                      <a:pt x="10" y="0"/>
                    </a:cubicBezTo>
                    <a:cubicBezTo>
                      <a:pt x="4" y="14"/>
                      <a:pt x="1" y="30"/>
                      <a:pt x="0" y="47"/>
                    </a:cubicBezTo>
                    <a:cubicBezTo>
                      <a:pt x="1" y="47"/>
                      <a:pt x="2" y="47"/>
                      <a:pt x="2" y="47"/>
                    </a:cubicBezTo>
                    <a:cubicBezTo>
                      <a:pt x="20" y="57"/>
                      <a:pt x="95" y="93"/>
                      <a:pt x="161" y="120"/>
                    </a:cubicBezTo>
                    <a:cubicBezTo>
                      <a:pt x="156" y="103"/>
                      <a:pt x="167" y="83"/>
                      <a:pt x="179" y="7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8" name="Freeform 463">
                <a:extLst>
                  <a:ext uri="{FF2B5EF4-FFF2-40B4-BE49-F238E27FC236}">
                    <a16:creationId xmlns:a16="http://schemas.microsoft.com/office/drawing/2014/main" id="{81EBBCF7-A13D-4D68-B4F0-591462AAE7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96" y="1245"/>
                <a:ext cx="1695" cy="2619"/>
              </a:xfrm>
              <a:custGeom>
                <a:avLst/>
                <a:gdLst>
                  <a:gd name="T0" fmla="*/ 10363 w 678"/>
                  <a:gd name="T1" fmla="*/ 18480 h 982"/>
                  <a:gd name="T2" fmla="*/ 9813 w 678"/>
                  <a:gd name="T3" fmla="*/ 17072 h 982"/>
                  <a:gd name="T4" fmla="*/ 9250 w 678"/>
                  <a:gd name="T5" fmla="*/ 15933 h 982"/>
                  <a:gd name="T6" fmla="*/ 8908 w 678"/>
                  <a:gd name="T7" fmla="*/ 10663 h 982"/>
                  <a:gd name="T8" fmla="*/ 9095 w 678"/>
                  <a:gd name="T9" fmla="*/ 8081 h 982"/>
                  <a:gd name="T10" fmla="*/ 9583 w 678"/>
                  <a:gd name="T11" fmla="*/ 6772 h 982"/>
                  <a:gd name="T12" fmla="*/ 9813 w 678"/>
                  <a:gd name="T13" fmla="*/ 5350 h 982"/>
                  <a:gd name="T14" fmla="*/ 10125 w 678"/>
                  <a:gd name="T15" fmla="*/ 4553 h 982"/>
                  <a:gd name="T16" fmla="*/ 10563 w 678"/>
                  <a:gd name="T17" fmla="*/ 2654 h 982"/>
                  <a:gd name="T18" fmla="*/ 10333 w 678"/>
                  <a:gd name="T19" fmla="*/ 1502 h 982"/>
                  <a:gd name="T20" fmla="*/ 9625 w 678"/>
                  <a:gd name="T21" fmla="*/ 93 h 982"/>
                  <a:gd name="T22" fmla="*/ 9333 w 678"/>
                  <a:gd name="T23" fmla="*/ 512 h 982"/>
                  <a:gd name="T24" fmla="*/ 9875 w 678"/>
                  <a:gd name="T25" fmla="*/ 2824 h 982"/>
                  <a:gd name="T26" fmla="*/ 8720 w 678"/>
                  <a:gd name="T27" fmla="*/ 5214 h 982"/>
                  <a:gd name="T28" fmla="*/ 6270 w 678"/>
                  <a:gd name="T29" fmla="*/ 5462 h 982"/>
                  <a:gd name="T30" fmla="*/ 5125 w 678"/>
                  <a:gd name="T31" fmla="*/ 5043 h 982"/>
                  <a:gd name="T32" fmla="*/ 5095 w 678"/>
                  <a:gd name="T33" fmla="*/ 5043 h 982"/>
                  <a:gd name="T34" fmla="*/ 4813 w 678"/>
                  <a:gd name="T35" fmla="*/ 5897 h 982"/>
                  <a:gd name="T36" fmla="*/ 4833 w 678"/>
                  <a:gd name="T37" fmla="*/ 5918 h 982"/>
                  <a:gd name="T38" fmla="*/ 6095 w 678"/>
                  <a:gd name="T39" fmla="*/ 6430 h 982"/>
                  <a:gd name="T40" fmla="*/ 7938 w 678"/>
                  <a:gd name="T41" fmla="*/ 7206 h 982"/>
                  <a:gd name="T42" fmla="*/ 8708 w 678"/>
                  <a:gd name="T43" fmla="*/ 9183 h 982"/>
                  <a:gd name="T44" fmla="*/ 8688 w 678"/>
                  <a:gd name="T45" fmla="*/ 10833 h 982"/>
                  <a:gd name="T46" fmla="*/ 9083 w 678"/>
                  <a:gd name="T47" fmla="*/ 15989 h 982"/>
                  <a:gd name="T48" fmla="*/ 9645 w 678"/>
                  <a:gd name="T49" fmla="*/ 17184 h 982"/>
                  <a:gd name="T50" fmla="*/ 10188 w 678"/>
                  <a:gd name="T51" fmla="*/ 18536 h 982"/>
                  <a:gd name="T52" fmla="*/ 10300 w 678"/>
                  <a:gd name="T53" fmla="*/ 18608 h 982"/>
                  <a:gd name="T54" fmla="*/ 10363 w 678"/>
                  <a:gd name="T55" fmla="*/ 18480 h 982"/>
                  <a:gd name="T56" fmla="*/ 988 w 678"/>
                  <a:gd name="T57" fmla="*/ 2526 h 982"/>
                  <a:gd name="T58" fmla="*/ 583 w 678"/>
                  <a:gd name="T59" fmla="*/ 2355 h 982"/>
                  <a:gd name="T60" fmla="*/ 395 w 678"/>
                  <a:gd name="T61" fmla="*/ 2654 h 982"/>
                  <a:gd name="T62" fmla="*/ 675 w 678"/>
                  <a:gd name="T63" fmla="*/ 2936 h 982"/>
                  <a:gd name="T64" fmla="*/ 645 w 678"/>
                  <a:gd name="T65" fmla="*/ 3150 h 982"/>
                  <a:gd name="T66" fmla="*/ 250 w 678"/>
                  <a:gd name="T67" fmla="*/ 2995 h 982"/>
                  <a:gd name="T68" fmla="*/ 158 w 678"/>
                  <a:gd name="T69" fmla="*/ 3358 h 982"/>
                  <a:gd name="T70" fmla="*/ 563 w 678"/>
                  <a:gd name="T71" fmla="*/ 3528 h 982"/>
                  <a:gd name="T72" fmla="*/ 625 w 678"/>
                  <a:gd name="T73" fmla="*/ 3734 h 982"/>
                  <a:gd name="T74" fmla="*/ 220 w 678"/>
                  <a:gd name="T75" fmla="*/ 3734 h 982"/>
                  <a:gd name="T76" fmla="*/ 238 w 678"/>
                  <a:gd name="T77" fmla="*/ 4134 h 982"/>
                  <a:gd name="T78" fmla="*/ 738 w 678"/>
                  <a:gd name="T79" fmla="*/ 4134 h 982"/>
                  <a:gd name="T80" fmla="*/ 1425 w 678"/>
                  <a:gd name="T81" fmla="*/ 4518 h 982"/>
                  <a:gd name="T82" fmla="*/ 2300 w 678"/>
                  <a:gd name="T83" fmla="*/ 4518 h 982"/>
                  <a:gd name="T84" fmla="*/ 2458 w 678"/>
                  <a:gd name="T85" fmla="*/ 3622 h 982"/>
                  <a:gd name="T86" fmla="*/ 2438 w 678"/>
                  <a:gd name="T87" fmla="*/ 3622 h 982"/>
                  <a:gd name="T88" fmla="*/ 988 w 678"/>
                  <a:gd name="T89" fmla="*/ 2526 h 98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678" h="982">
                    <a:moveTo>
                      <a:pt x="663" y="974"/>
                    </a:moveTo>
                    <a:cubicBezTo>
                      <a:pt x="656" y="951"/>
                      <a:pt x="642" y="925"/>
                      <a:pt x="628" y="900"/>
                    </a:cubicBezTo>
                    <a:cubicBezTo>
                      <a:pt x="615" y="877"/>
                      <a:pt x="597" y="857"/>
                      <a:pt x="592" y="840"/>
                    </a:cubicBezTo>
                    <a:cubicBezTo>
                      <a:pt x="572" y="780"/>
                      <a:pt x="567" y="655"/>
                      <a:pt x="570" y="562"/>
                    </a:cubicBezTo>
                    <a:cubicBezTo>
                      <a:pt x="571" y="526"/>
                      <a:pt x="576" y="465"/>
                      <a:pt x="582" y="426"/>
                    </a:cubicBezTo>
                    <a:cubicBezTo>
                      <a:pt x="585" y="401"/>
                      <a:pt x="606" y="379"/>
                      <a:pt x="613" y="357"/>
                    </a:cubicBezTo>
                    <a:cubicBezTo>
                      <a:pt x="621" y="330"/>
                      <a:pt x="617" y="305"/>
                      <a:pt x="628" y="282"/>
                    </a:cubicBezTo>
                    <a:cubicBezTo>
                      <a:pt x="635" y="267"/>
                      <a:pt x="642" y="254"/>
                      <a:pt x="648" y="240"/>
                    </a:cubicBezTo>
                    <a:cubicBezTo>
                      <a:pt x="675" y="189"/>
                      <a:pt x="678" y="143"/>
                      <a:pt x="676" y="140"/>
                    </a:cubicBezTo>
                    <a:cubicBezTo>
                      <a:pt x="675" y="137"/>
                      <a:pt x="662" y="82"/>
                      <a:pt x="661" y="79"/>
                    </a:cubicBezTo>
                    <a:cubicBezTo>
                      <a:pt x="660" y="76"/>
                      <a:pt x="627" y="10"/>
                      <a:pt x="616" y="5"/>
                    </a:cubicBezTo>
                    <a:cubicBezTo>
                      <a:pt x="606" y="0"/>
                      <a:pt x="589" y="8"/>
                      <a:pt x="597" y="27"/>
                    </a:cubicBezTo>
                    <a:cubicBezTo>
                      <a:pt x="604" y="47"/>
                      <a:pt x="627" y="97"/>
                      <a:pt x="632" y="149"/>
                    </a:cubicBezTo>
                    <a:cubicBezTo>
                      <a:pt x="637" y="200"/>
                      <a:pt x="597" y="256"/>
                      <a:pt x="558" y="275"/>
                    </a:cubicBezTo>
                    <a:cubicBezTo>
                      <a:pt x="519" y="294"/>
                      <a:pt x="475" y="303"/>
                      <a:pt x="401" y="288"/>
                    </a:cubicBezTo>
                    <a:cubicBezTo>
                      <a:pt x="380" y="284"/>
                      <a:pt x="354" y="276"/>
                      <a:pt x="328" y="266"/>
                    </a:cubicBezTo>
                    <a:cubicBezTo>
                      <a:pt x="325" y="265"/>
                      <a:pt x="324" y="265"/>
                      <a:pt x="326" y="266"/>
                    </a:cubicBezTo>
                    <a:cubicBezTo>
                      <a:pt x="314" y="274"/>
                      <a:pt x="303" y="294"/>
                      <a:pt x="308" y="311"/>
                    </a:cubicBezTo>
                    <a:cubicBezTo>
                      <a:pt x="308" y="311"/>
                      <a:pt x="308" y="311"/>
                      <a:pt x="309" y="312"/>
                    </a:cubicBezTo>
                    <a:cubicBezTo>
                      <a:pt x="327" y="319"/>
                      <a:pt x="366" y="331"/>
                      <a:pt x="390" y="339"/>
                    </a:cubicBezTo>
                    <a:cubicBezTo>
                      <a:pt x="459" y="360"/>
                      <a:pt x="489" y="366"/>
                      <a:pt x="508" y="380"/>
                    </a:cubicBezTo>
                    <a:cubicBezTo>
                      <a:pt x="526" y="394"/>
                      <a:pt x="552" y="414"/>
                      <a:pt x="557" y="484"/>
                    </a:cubicBezTo>
                    <a:cubicBezTo>
                      <a:pt x="558" y="513"/>
                      <a:pt x="558" y="540"/>
                      <a:pt x="556" y="571"/>
                    </a:cubicBezTo>
                    <a:cubicBezTo>
                      <a:pt x="553" y="671"/>
                      <a:pt x="560" y="782"/>
                      <a:pt x="581" y="843"/>
                    </a:cubicBezTo>
                    <a:cubicBezTo>
                      <a:pt x="586" y="862"/>
                      <a:pt x="604" y="882"/>
                      <a:pt x="617" y="906"/>
                    </a:cubicBezTo>
                    <a:cubicBezTo>
                      <a:pt x="631" y="931"/>
                      <a:pt x="645" y="956"/>
                      <a:pt x="652" y="977"/>
                    </a:cubicBezTo>
                    <a:cubicBezTo>
                      <a:pt x="653" y="981"/>
                      <a:pt x="656" y="982"/>
                      <a:pt x="659" y="981"/>
                    </a:cubicBezTo>
                    <a:cubicBezTo>
                      <a:pt x="662" y="981"/>
                      <a:pt x="664" y="977"/>
                      <a:pt x="663" y="974"/>
                    </a:cubicBezTo>
                    <a:close/>
                    <a:moveTo>
                      <a:pt x="63" y="133"/>
                    </a:moveTo>
                    <a:cubicBezTo>
                      <a:pt x="52" y="133"/>
                      <a:pt x="47" y="131"/>
                      <a:pt x="37" y="124"/>
                    </a:cubicBezTo>
                    <a:cubicBezTo>
                      <a:pt x="30" y="119"/>
                      <a:pt x="17" y="133"/>
                      <a:pt x="25" y="140"/>
                    </a:cubicBezTo>
                    <a:cubicBezTo>
                      <a:pt x="33" y="147"/>
                      <a:pt x="41" y="153"/>
                      <a:pt x="43" y="155"/>
                    </a:cubicBezTo>
                    <a:cubicBezTo>
                      <a:pt x="47" y="158"/>
                      <a:pt x="46" y="164"/>
                      <a:pt x="41" y="166"/>
                    </a:cubicBezTo>
                    <a:cubicBezTo>
                      <a:pt x="37" y="168"/>
                      <a:pt x="21" y="160"/>
                      <a:pt x="16" y="158"/>
                    </a:cubicBezTo>
                    <a:cubicBezTo>
                      <a:pt x="11" y="156"/>
                      <a:pt x="0" y="172"/>
                      <a:pt x="10" y="177"/>
                    </a:cubicBezTo>
                    <a:cubicBezTo>
                      <a:pt x="20" y="182"/>
                      <a:pt x="31" y="184"/>
                      <a:pt x="36" y="186"/>
                    </a:cubicBezTo>
                    <a:cubicBezTo>
                      <a:pt x="42" y="188"/>
                      <a:pt x="47" y="193"/>
                      <a:pt x="40" y="197"/>
                    </a:cubicBezTo>
                    <a:cubicBezTo>
                      <a:pt x="33" y="201"/>
                      <a:pt x="20" y="197"/>
                      <a:pt x="14" y="197"/>
                    </a:cubicBezTo>
                    <a:cubicBezTo>
                      <a:pt x="8" y="197"/>
                      <a:pt x="3" y="217"/>
                      <a:pt x="15" y="218"/>
                    </a:cubicBezTo>
                    <a:cubicBezTo>
                      <a:pt x="27" y="219"/>
                      <a:pt x="37" y="220"/>
                      <a:pt x="47" y="218"/>
                    </a:cubicBezTo>
                    <a:cubicBezTo>
                      <a:pt x="57" y="216"/>
                      <a:pt x="73" y="235"/>
                      <a:pt x="91" y="238"/>
                    </a:cubicBezTo>
                    <a:cubicBezTo>
                      <a:pt x="108" y="241"/>
                      <a:pt x="131" y="233"/>
                      <a:pt x="147" y="238"/>
                    </a:cubicBezTo>
                    <a:cubicBezTo>
                      <a:pt x="148" y="221"/>
                      <a:pt x="151" y="205"/>
                      <a:pt x="157" y="191"/>
                    </a:cubicBezTo>
                    <a:cubicBezTo>
                      <a:pt x="156" y="192"/>
                      <a:pt x="156" y="191"/>
                      <a:pt x="156" y="191"/>
                    </a:cubicBezTo>
                    <a:cubicBezTo>
                      <a:pt x="137" y="184"/>
                      <a:pt x="120" y="132"/>
                      <a:pt x="63" y="133"/>
                    </a:cubicBezTo>
                    <a:close/>
                  </a:path>
                </a:pathLst>
              </a:custGeom>
              <a:solidFill>
                <a:srgbClr val="DEF176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9" name="Freeform 464">
                <a:extLst>
                  <a:ext uri="{FF2B5EF4-FFF2-40B4-BE49-F238E27FC236}">
                    <a16:creationId xmlns:a16="http://schemas.microsoft.com/office/drawing/2014/main" id="{97B5CCA4-63BB-4D2A-A87F-FE464134A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877"/>
                <a:ext cx="420" cy="62"/>
              </a:xfrm>
              <a:custGeom>
                <a:avLst/>
                <a:gdLst>
                  <a:gd name="T0" fmla="*/ 2500 w 168"/>
                  <a:gd name="T1" fmla="*/ 59 h 23"/>
                  <a:gd name="T2" fmla="*/ 863 w 168"/>
                  <a:gd name="T3" fmla="*/ 81 h 23"/>
                  <a:gd name="T4" fmla="*/ 83 w 168"/>
                  <a:gd name="T5" fmla="*/ 22 h 23"/>
                  <a:gd name="T6" fmla="*/ 0 w 168"/>
                  <a:gd name="T7" fmla="*/ 137 h 23"/>
                  <a:gd name="T8" fmla="*/ 95 w 168"/>
                  <a:gd name="T9" fmla="*/ 253 h 23"/>
                  <a:gd name="T10" fmla="*/ 845 w 168"/>
                  <a:gd name="T11" fmla="*/ 313 h 23"/>
                  <a:gd name="T12" fmla="*/ 2550 w 168"/>
                  <a:gd name="T13" fmla="*/ 291 h 23"/>
                  <a:gd name="T14" fmla="*/ 2613 w 168"/>
                  <a:gd name="T15" fmla="*/ 137 h 23"/>
                  <a:gd name="T16" fmla="*/ 2500 w 168"/>
                  <a:gd name="T17" fmla="*/ 59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8" h="23">
                    <a:moveTo>
                      <a:pt x="160" y="3"/>
                    </a:moveTo>
                    <a:cubicBezTo>
                      <a:pt x="135" y="10"/>
                      <a:pt x="91" y="7"/>
                      <a:pt x="55" y="4"/>
                    </a:cubicBezTo>
                    <a:cubicBezTo>
                      <a:pt x="35" y="2"/>
                      <a:pt x="18" y="0"/>
                      <a:pt x="5" y="1"/>
                    </a:cubicBezTo>
                    <a:cubicBezTo>
                      <a:pt x="2" y="1"/>
                      <a:pt x="0" y="4"/>
                      <a:pt x="0" y="7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17" y="12"/>
                      <a:pt x="35" y="14"/>
                      <a:pt x="54" y="16"/>
                    </a:cubicBezTo>
                    <a:cubicBezTo>
                      <a:pt x="93" y="19"/>
                      <a:pt x="136" y="23"/>
                      <a:pt x="163" y="15"/>
                    </a:cubicBezTo>
                    <a:cubicBezTo>
                      <a:pt x="166" y="14"/>
                      <a:pt x="168" y="10"/>
                      <a:pt x="167" y="7"/>
                    </a:cubicBezTo>
                    <a:cubicBezTo>
                      <a:pt x="166" y="4"/>
                      <a:pt x="163" y="2"/>
                      <a:pt x="160" y="3"/>
                    </a:cubicBezTo>
                    <a:close/>
                  </a:path>
                </a:pathLst>
              </a:custGeom>
              <a:solidFill>
                <a:srgbClr val="DEF176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0" name="Freeform 465">
                <a:extLst>
                  <a:ext uri="{FF2B5EF4-FFF2-40B4-BE49-F238E27FC236}">
                    <a16:creationId xmlns:a16="http://schemas.microsoft.com/office/drawing/2014/main" id="{89BECC87-EE08-4882-9CB2-E2A1B2CEA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3024"/>
                <a:ext cx="550" cy="243"/>
              </a:xfrm>
              <a:custGeom>
                <a:avLst/>
                <a:gdLst>
                  <a:gd name="T0" fmla="*/ 3438 w 220"/>
                  <a:gd name="T1" fmla="*/ 1541 h 91"/>
                  <a:gd name="T2" fmla="*/ 3345 w 220"/>
                  <a:gd name="T3" fmla="*/ 1426 h 91"/>
                  <a:gd name="T4" fmla="*/ 1208 w 220"/>
                  <a:gd name="T5" fmla="*/ 1049 h 91"/>
                  <a:gd name="T6" fmla="*/ 1813 w 220"/>
                  <a:gd name="T7" fmla="*/ 742 h 91"/>
                  <a:gd name="T8" fmla="*/ 2938 w 220"/>
                  <a:gd name="T9" fmla="*/ 401 h 91"/>
                  <a:gd name="T10" fmla="*/ 3063 w 220"/>
                  <a:gd name="T11" fmla="*/ 363 h 91"/>
                  <a:gd name="T12" fmla="*/ 3020 w 220"/>
                  <a:gd name="T13" fmla="*/ 206 h 91"/>
                  <a:gd name="T14" fmla="*/ 1720 w 220"/>
                  <a:gd name="T15" fmla="*/ 534 h 91"/>
                  <a:gd name="T16" fmla="*/ 363 w 220"/>
                  <a:gd name="T17" fmla="*/ 897 h 91"/>
                  <a:gd name="T18" fmla="*/ 145 w 220"/>
                  <a:gd name="T19" fmla="*/ 876 h 91"/>
                  <a:gd name="T20" fmla="*/ 50 w 220"/>
                  <a:gd name="T21" fmla="*/ 991 h 91"/>
                  <a:gd name="T22" fmla="*/ 50 w 220"/>
                  <a:gd name="T23" fmla="*/ 1220 h 91"/>
                  <a:gd name="T24" fmla="*/ 270 w 220"/>
                  <a:gd name="T25" fmla="*/ 1276 h 91"/>
                  <a:gd name="T26" fmla="*/ 1063 w 220"/>
                  <a:gd name="T27" fmla="*/ 1220 h 91"/>
                  <a:gd name="T28" fmla="*/ 3345 w 220"/>
                  <a:gd name="T29" fmla="*/ 1656 h 91"/>
                  <a:gd name="T30" fmla="*/ 3438 w 220"/>
                  <a:gd name="T31" fmla="*/ 1541 h 9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0" h="91">
                    <a:moveTo>
                      <a:pt x="220" y="81"/>
                    </a:moveTo>
                    <a:cubicBezTo>
                      <a:pt x="220" y="78"/>
                      <a:pt x="217" y="75"/>
                      <a:pt x="214" y="75"/>
                    </a:cubicBezTo>
                    <a:cubicBezTo>
                      <a:pt x="137" y="78"/>
                      <a:pt x="98" y="64"/>
                      <a:pt x="77" y="55"/>
                    </a:cubicBezTo>
                    <a:cubicBezTo>
                      <a:pt x="88" y="52"/>
                      <a:pt x="100" y="47"/>
                      <a:pt x="116" y="39"/>
                    </a:cubicBezTo>
                    <a:cubicBezTo>
                      <a:pt x="170" y="13"/>
                      <a:pt x="188" y="21"/>
                      <a:pt x="188" y="21"/>
                    </a:cubicBezTo>
                    <a:cubicBezTo>
                      <a:pt x="191" y="23"/>
                      <a:pt x="194" y="22"/>
                      <a:pt x="196" y="19"/>
                    </a:cubicBezTo>
                    <a:cubicBezTo>
                      <a:pt x="197" y="16"/>
                      <a:pt x="196" y="12"/>
                      <a:pt x="193" y="11"/>
                    </a:cubicBezTo>
                    <a:cubicBezTo>
                      <a:pt x="191" y="10"/>
                      <a:pt x="171" y="0"/>
                      <a:pt x="110" y="28"/>
                    </a:cubicBezTo>
                    <a:cubicBezTo>
                      <a:pt x="63" y="51"/>
                      <a:pt x="44" y="50"/>
                      <a:pt x="23" y="47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6" y="46"/>
                      <a:pt x="3" y="48"/>
                      <a:pt x="3" y="52"/>
                    </a:cubicBezTo>
                    <a:cubicBezTo>
                      <a:pt x="2" y="55"/>
                      <a:pt x="0" y="63"/>
                      <a:pt x="3" y="64"/>
                    </a:cubicBezTo>
                    <a:cubicBezTo>
                      <a:pt x="17" y="67"/>
                      <a:pt x="17" y="67"/>
                      <a:pt x="17" y="67"/>
                    </a:cubicBezTo>
                    <a:cubicBezTo>
                      <a:pt x="28" y="68"/>
                      <a:pt x="68" y="64"/>
                      <a:pt x="68" y="64"/>
                    </a:cubicBezTo>
                    <a:cubicBezTo>
                      <a:pt x="88" y="73"/>
                      <a:pt x="129" y="91"/>
                      <a:pt x="214" y="87"/>
                    </a:cubicBezTo>
                    <a:cubicBezTo>
                      <a:pt x="218" y="87"/>
                      <a:pt x="220" y="85"/>
                      <a:pt x="220" y="81"/>
                    </a:cubicBezTo>
                    <a:close/>
                  </a:path>
                </a:pathLst>
              </a:custGeom>
              <a:solidFill>
                <a:srgbClr val="DEF176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1" name="Oval 466">
                <a:extLst>
                  <a:ext uri="{FF2B5EF4-FFF2-40B4-BE49-F238E27FC236}">
                    <a16:creationId xmlns:a16="http://schemas.microsoft.com/office/drawing/2014/main" id="{B86769BA-FF78-4AA4-A80E-67B26E440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" y="3147"/>
                <a:ext cx="38" cy="56"/>
              </a:xfrm>
              <a:prstGeom prst="ellipse">
                <a:avLst/>
              </a:prstGeom>
              <a:solidFill>
                <a:srgbClr val="EDF8B0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2" name="Freeform 467">
                <a:extLst>
                  <a:ext uri="{FF2B5EF4-FFF2-40B4-BE49-F238E27FC236}">
                    <a16:creationId xmlns:a16="http://schemas.microsoft.com/office/drawing/2014/main" id="{6D04212F-B45C-426C-8D6C-69A5701E4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997"/>
                <a:ext cx="385" cy="144"/>
              </a:xfrm>
              <a:custGeom>
                <a:avLst/>
                <a:gdLst>
                  <a:gd name="T0" fmla="*/ 2395 w 154"/>
                  <a:gd name="T1" fmla="*/ 77 h 54"/>
                  <a:gd name="T2" fmla="*/ 2333 w 154"/>
                  <a:gd name="T3" fmla="*/ 21 h 54"/>
                  <a:gd name="T4" fmla="*/ 1208 w 154"/>
                  <a:gd name="T5" fmla="*/ 264 h 54"/>
                  <a:gd name="T6" fmla="*/ 1188 w 154"/>
                  <a:gd name="T7" fmla="*/ 264 h 54"/>
                  <a:gd name="T8" fmla="*/ 1175 w 154"/>
                  <a:gd name="T9" fmla="*/ 264 h 54"/>
                  <a:gd name="T10" fmla="*/ 0 w 154"/>
                  <a:gd name="T11" fmla="*/ 419 h 54"/>
                  <a:gd name="T12" fmla="*/ 20 w 154"/>
                  <a:gd name="T13" fmla="*/ 419 h 54"/>
                  <a:gd name="T14" fmla="*/ 33 w 154"/>
                  <a:gd name="T15" fmla="*/ 568 h 54"/>
                  <a:gd name="T16" fmla="*/ 1208 w 154"/>
                  <a:gd name="T17" fmla="*/ 419 h 54"/>
                  <a:gd name="T18" fmla="*/ 1395 w 154"/>
                  <a:gd name="T19" fmla="*/ 968 h 54"/>
                  <a:gd name="T20" fmla="*/ 1458 w 154"/>
                  <a:gd name="T21" fmla="*/ 1024 h 54"/>
                  <a:gd name="T22" fmla="*/ 1520 w 154"/>
                  <a:gd name="T23" fmla="*/ 947 h 54"/>
                  <a:gd name="T24" fmla="*/ 1363 w 154"/>
                  <a:gd name="T25" fmla="*/ 376 h 54"/>
                  <a:gd name="T26" fmla="*/ 2345 w 154"/>
                  <a:gd name="T27" fmla="*/ 171 h 54"/>
                  <a:gd name="T28" fmla="*/ 2395 w 154"/>
                  <a:gd name="T29" fmla="*/ 77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4" h="54">
                    <a:moveTo>
                      <a:pt x="153" y="4"/>
                    </a:moveTo>
                    <a:cubicBezTo>
                      <a:pt x="153" y="2"/>
                      <a:pt x="151" y="0"/>
                      <a:pt x="149" y="1"/>
                    </a:cubicBezTo>
                    <a:cubicBezTo>
                      <a:pt x="129" y="5"/>
                      <a:pt x="103" y="10"/>
                      <a:pt x="77" y="14"/>
                    </a:cubicBezTo>
                    <a:cubicBezTo>
                      <a:pt x="77" y="14"/>
                      <a:pt x="77" y="14"/>
                      <a:pt x="76" y="14"/>
                    </a:cubicBezTo>
                    <a:cubicBezTo>
                      <a:pt x="76" y="14"/>
                      <a:pt x="75" y="14"/>
                      <a:pt x="75" y="14"/>
                    </a:cubicBezTo>
                    <a:cubicBezTo>
                      <a:pt x="44" y="19"/>
                      <a:pt x="15" y="23"/>
                      <a:pt x="0" y="22"/>
                    </a:cubicBezTo>
                    <a:cubicBezTo>
                      <a:pt x="0" y="22"/>
                      <a:pt x="0" y="22"/>
                      <a:pt x="1" y="22"/>
                    </a:cubicBezTo>
                    <a:cubicBezTo>
                      <a:pt x="1" y="25"/>
                      <a:pt x="2" y="28"/>
                      <a:pt x="2" y="30"/>
                    </a:cubicBezTo>
                    <a:cubicBezTo>
                      <a:pt x="19" y="30"/>
                      <a:pt x="49" y="26"/>
                      <a:pt x="77" y="22"/>
                    </a:cubicBezTo>
                    <a:cubicBezTo>
                      <a:pt x="82" y="23"/>
                      <a:pt x="87" y="36"/>
                      <a:pt x="89" y="51"/>
                    </a:cubicBezTo>
                    <a:cubicBezTo>
                      <a:pt x="89" y="53"/>
                      <a:pt x="91" y="54"/>
                      <a:pt x="93" y="54"/>
                    </a:cubicBezTo>
                    <a:cubicBezTo>
                      <a:pt x="95" y="54"/>
                      <a:pt x="97" y="52"/>
                      <a:pt x="97" y="50"/>
                    </a:cubicBezTo>
                    <a:cubicBezTo>
                      <a:pt x="96" y="42"/>
                      <a:pt x="93" y="28"/>
                      <a:pt x="87" y="20"/>
                    </a:cubicBezTo>
                    <a:cubicBezTo>
                      <a:pt x="117" y="15"/>
                      <a:pt x="144" y="10"/>
                      <a:pt x="150" y="9"/>
                    </a:cubicBezTo>
                    <a:cubicBezTo>
                      <a:pt x="152" y="8"/>
                      <a:pt x="154" y="6"/>
                      <a:pt x="153" y="4"/>
                    </a:cubicBezTo>
                    <a:close/>
                  </a:path>
                </a:pathLst>
              </a:custGeom>
              <a:solidFill>
                <a:srgbClr val="DEF1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3" name="Freeform 468">
                <a:extLst>
                  <a:ext uri="{FF2B5EF4-FFF2-40B4-BE49-F238E27FC236}">
                    <a16:creationId xmlns:a16="http://schemas.microsoft.com/office/drawing/2014/main" id="{E3B2BB4D-21C6-4987-B955-D5CF4A6D9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3021"/>
                <a:ext cx="157" cy="110"/>
              </a:xfrm>
              <a:custGeom>
                <a:avLst/>
                <a:gdLst>
                  <a:gd name="T0" fmla="*/ 155 w 63"/>
                  <a:gd name="T1" fmla="*/ 791 h 41"/>
                  <a:gd name="T2" fmla="*/ 0 w 63"/>
                  <a:gd name="T3" fmla="*/ 215 h 41"/>
                  <a:gd name="T4" fmla="*/ 974 w 63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41">
                    <a:moveTo>
                      <a:pt x="10" y="41"/>
                    </a:moveTo>
                    <a:cubicBezTo>
                      <a:pt x="9" y="33"/>
                      <a:pt x="6" y="19"/>
                      <a:pt x="0" y="11"/>
                    </a:cubicBezTo>
                    <a:cubicBezTo>
                      <a:pt x="30" y="6"/>
                      <a:pt x="57" y="1"/>
                      <a:pt x="6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4" name="Freeform 469">
                <a:extLst>
                  <a:ext uri="{FF2B5EF4-FFF2-40B4-BE49-F238E27FC236}">
                    <a16:creationId xmlns:a16="http://schemas.microsoft.com/office/drawing/2014/main" id="{84FBA042-8905-4ABD-B876-28493C431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3000"/>
                <a:ext cx="373" cy="133"/>
              </a:xfrm>
              <a:custGeom>
                <a:avLst/>
                <a:gdLst>
                  <a:gd name="T0" fmla="*/ 2338 w 149"/>
                  <a:gd name="T1" fmla="*/ 0 h 50"/>
                  <a:gd name="T2" fmla="*/ 1209 w 149"/>
                  <a:gd name="T3" fmla="*/ 247 h 50"/>
                  <a:gd name="T4" fmla="*/ 1192 w 149"/>
                  <a:gd name="T5" fmla="*/ 247 h 50"/>
                  <a:gd name="T6" fmla="*/ 1179 w 149"/>
                  <a:gd name="T7" fmla="*/ 247 h 50"/>
                  <a:gd name="T8" fmla="*/ 0 w 149"/>
                  <a:gd name="T9" fmla="*/ 396 h 50"/>
                  <a:gd name="T10" fmla="*/ 20 w 149"/>
                  <a:gd name="T11" fmla="*/ 396 h 50"/>
                  <a:gd name="T12" fmla="*/ 33 w 149"/>
                  <a:gd name="T13" fmla="*/ 545 h 50"/>
                  <a:gd name="T14" fmla="*/ 1209 w 149"/>
                  <a:gd name="T15" fmla="*/ 396 h 50"/>
                  <a:gd name="T16" fmla="*/ 1397 w 149"/>
                  <a:gd name="T17" fmla="*/ 942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9" h="50">
                    <a:moveTo>
                      <a:pt x="149" y="0"/>
                    </a:moveTo>
                    <a:cubicBezTo>
                      <a:pt x="129" y="4"/>
                      <a:pt x="103" y="9"/>
                      <a:pt x="77" y="13"/>
                    </a:cubicBezTo>
                    <a:cubicBezTo>
                      <a:pt x="77" y="13"/>
                      <a:pt x="77" y="13"/>
                      <a:pt x="76" y="13"/>
                    </a:cubicBezTo>
                    <a:cubicBezTo>
                      <a:pt x="76" y="13"/>
                      <a:pt x="75" y="13"/>
                      <a:pt x="75" y="13"/>
                    </a:cubicBezTo>
                    <a:cubicBezTo>
                      <a:pt x="44" y="18"/>
                      <a:pt x="15" y="22"/>
                      <a:pt x="0" y="21"/>
                    </a:cubicBezTo>
                    <a:cubicBezTo>
                      <a:pt x="0" y="21"/>
                      <a:pt x="0" y="21"/>
                      <a:pt x="1" y="21"/>
                    </a:cubicBezTo>
                    <a:cubicBezTo>
                      <a:pt x="1" y="24"/>
                      <a:pt x="2" y="27"/>
                      <a:pt x="2" y="29"/>
                    </a:cubicBezTo>
                    <a:cubicBezTo>
                      <a:pt x="19" y="29"/>
                      <a:pt x="49" y="25"/>
                      <a:pt x="77" y="21"/>
                    </a:cubicBezTo>
                    <a:cubicBezTo>
                      <a:pt x="82" y="22"/>
                      <a:pt x="87" y="35"/>
                      <a:pt x="89" y="5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5" name="Freeform 470">
                <a:extLst>
                  <a:ext uri="{FF2B5EF4-FFF2-40B4-BE49-F238E27FC236}">
                    <a16:creationId xmlns:a16="http://schemas.microsoft.com/office/drawing/2014/main" id="{0D95A2EE-D7BB-4B74-8CD0-A991D9245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221"/>
                <a:ext cx="353" cy="147"/>
              </a:xfrm>
              <a:custGeom>
                <a:avLst/>
                <a:gdLst>
                  <a:gd name="T0" fmla="*/ 2193 w 141"/>
                  <a:gd name="T1" fmla="*/ 56 h 55"/>
                  <a:gd name="T2" fmla="*/ 2118 w 141"/>
                  <a:gd name="T3" fmla="*/ 21 h 55"/>
                  <a:gd name="T4" fmla="*/ 0 w 141"/>
                  <a:gd name="T5" fmla="*/ 192 h 55"/>
                  <a:gd name="T6" fmla="*/ 0 w 141"/>
                  <a:gd name="T7" fmla="*/ 192 h 55"/>
                  <a:gd name="T8" fmla="*/ 0 w 141"/>
                  <a:gd name="T9" fmla="*/ 342 h 55"/>
                  <a:gd name="T10" fmla="*/ 1021 w 141"/>
                  <a:gd name="T11" fmla="*/ 307 h 55"/>
                  <a:gd name="T12" fmla="*/ 1097 w 141"/>
                  <a:gd name="T13" fmla="*/ 321 h 55"/>
                  <a:gd name="T14" fmla="*/ 1409 w 141"/>
                  <a:gd name="T15" fmla="*/ 970 h 55"/>
                  <a:gd name="T16" fmla="*/ 1472 w 141"/>
                  <a:gd name="T17" fmla="*/ 1050 h 55"/>
                  <a:gd name="T18" fmla="*/ 1535 w 141"/>
                  <a:gd name="T19" fmla="*/ 957 h 55"/>
                  <a:gd name="T20" fmla="*/ 1284 w 141"/>
                  <a:gd name="T21" fmla="*/ 307 h 55"/>
                  <a:gd name="T22" fmla="*/ 2163 w 141"/>
                  <a:gd name="T23" fmla="*/ 171 h 55"/>
                  <a:gd name="T24" fmla="*/ 2193 w 141"/>
                  <a:gd name="T25" fmla="*/ 56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1" h="55">
                    <a:moveTo>
                      <a:pt x="140" y="3"/>
                    </a:moveTo>
                    <a:cubicBezTo>
                      <a:pt x="139" y="1"/>
                      <a:pt x="137" y="0"/>
                      <a:pt x="135" y="1"/>
                    </a:cubicBezTo>
                    <a:cubicBezTo>
                      <a:pt x="120" y="8"/>
                      <a:pt x="21" y="10"/>
                      <a:pt x="0" y="10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3"/>
                      <a:pt x="0" y="15"/>
                      <a:pt x="0" y="18"/>
                    </a:cubicBezTo>
                    <a:cubicBezTo>
                      <a:pt x="8" y="18"/>
                      <a:pt x="36" y="18"/>
                      <a:pt x="65" y="16"/>
                    </a:cubicBezTo>
                    <a:cubicBezTo>
                      <a:pt x="66" y="16"/>
                      <a:pt x="69" y="17"/>
                      <a:pt x="70" y="17"/>
                    </a:cubicBezTo>
                    <a:cubicBezTo>
                      <a:pt x="76" y="18"/>
                      <a:pt x="88" y="34"/>
                      <a:pt x="90" y="51"/>
                    </a:cubicBezTo>
                    <a:cubicBezTo>
                      <a:pt x="90" y="54"/>
                      <a:pt x="92" y="55"/>
                      <a:pt x="94" y="55"/>
                    </a:cubicBezTo>
                    <a:cubicBezTo>
                      <a:pt x="96" y="55"/>
                      <a:pt x="98" y="53"/>
                      <a:pt x="98" y="50"/>
                    </a:cubicBezTo>
                    <a:cubicBezTo>
                      <a:pt x="96" y="37"/>
                      <a:pt x="89" y="23"/>
                      <a:pt x="82" y="16"/>
                    </a:cubicBezTo>
                    <a:cubicBezTo>
                      <a:pt x="107" y="14"/>
                      <a:pt x="130" y="12"/>
                      <a:pt x="138" y="9"/>
                    </a:cubicBezTo>
                    <a:cubicBezTo>
                      <a:pt x="140" y="8"/>
                      <a:pt x="141" y="5"/>
                      <a:pt x="140" y="3"/>
                    </a:cubicBezTo>
                    <a:close/>
                  </a:path>
                </a:pathLst>
              </a:custGeom>
              <a:solidFill>
                <a:srgbClr val="DEF1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6" name="Freeform 471">
                <a:extLst>
                  <a:ext uri="{FF2B5EF4-FFF2-40B4-BE49-F238E27FC236}">
                    <a16:creationId xmlns:a16="http://schemas.microsoft.com/office/drawing/2014/main" id="{57F825DF-0B87-40D2-B9AC-7C63F1C04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3245"/>
                <a:ext cx="140" cy="110"/>
              </a:xfrm>
              <a:custGeom>
                <a:avLst/>
                <a:gdLst>
                  <a:gd name="T0" fmla="*/ 250 w 56"/>
                  <a:gd name="T1" fmla="*/ 791 h 41"/>
                  <a:gd name="T2" fmla="*/ 0 w 56"/>
                  <a:gd name="T3" fmla="*/ 137 h 41"/>
                  <a:gd name="T4" fmla="*/ 875 w 56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41">
                    <a:moveTo>
                      <a:pt x="16" y="41"/>
                    </a:moveTo>
                    <a:cubicBezTo>
                      <a:pt x="14" y="28"/>
                      <a:pt x="7" y="14"/>
                      <a:pt x="0" y="7"/>
                    </a:cubicBezTo>
                    <a:cubicBezTo>
                      <a:pt x="25" y="5"/>
                      <a:pt x="48" y="3"/>
                      <a:pt x="5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7" name="Freeform 472">
                <a:extLst>
                  <a:ext uri="{FF2B5EF4-FFF2-40B4-BE49-F238E27FC236}">
                    <a16:creationId xmlns:a16="http://schemas.microsoft.com/office/drawing/2014/main" id="{CE4D1934-076C-40FF-BBB7-CED66B577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224"/>
                <a:ext cx="338" cy="133"/>
              </a:xfrm>
              <a:custGeom>
                <a:avLst/>
                <a:gdLst>
                  <a:gd name="T0" fmla="*/ 2118 w 135"/>
                  <a:gd name="T1" fmla="*/ 0 h 50"/>
                  <a:gd name="T2" fmla="*/ 0 w 135"/>
                  <a:gd name="T3" fmla="*/ 170 h 50"/>
                  <a:gd name="T4" fmla="*/ 0 w 135"/>
                  <a:gd name="T5" fmla="*/ 170 h 50"/>
                  <a:gd name="T6" fmla="*/ 0 w 135"/>
                  <a:gd name="T7" fmla="*/ 319 h 50"/>
                  <a:gd name="T8" fmla="*/ 1022 w 135"/>
                  <a:gd name="T9" fmla="*/ 282 h 50"/>
                  <a:gd name="T10" fmla="*/ 1097 w 135"/>
                  <a:gd name="T11" fmla="*/ 303 h 50"/>
                  <a:gd name="T12" fmla="*/ 1410 w 135"/>
                  <a:gd name="T13" fmla="*/ 942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50">
                    <a:moveTo>
                      <a:pt x="135" y="0"/>
                    </a:moveTo>
                    <a:cubicBezTo>
                      <a:pt x="120" y="7"/>
                      <a:pt x="21" y="9"/>
                      <a:pt x="0" y="9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12"/>
                      <a:pt x="0" y="14"/>
                      <a:pt x="0" y="17"/>
                    </a:cubicBezTo>
                    <a:cubicBezTo>
                      <a:pt x="8" y="17"/>
                      <a:pt x="36" y="17"/>
                      <a:pt x="65" y="15"/>
                    </a:cubicBezTo>
                    <a:cubicBezTo>
                      <a:pt x="66" y="15"/>
                      <a:pt x="69" y="16"/>
                      <a:pt x="70" y="16"/>
                    </a:cubicBezTo>
                    <a:cubicBezTo>
                      <a:pt x="76" y="17"/>
                      <a:pt x="88" y="33"/>
                      <a:pt x="90" y="5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8" name="Freeform 473">
                <a:extLst>
                  <a:ext uri="{FF2B5EF4-FFF2-40B4-BE49-F238E27FC236}">
                    <a16:creationId xmlns:a16="http://schemas.microsoft.com/office/drawing/2014/main" id="{7FEF2AD1-1235-4FA6-A8FE-F94C8DC98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944"/>
                <a:ext cx="27" cy="11"/>
              </a:xfrm>
              <a:custGeom>
                <a:avLst/>
                <a:gdLst>
                  <a:gd name="T0" fmla="*/ 0 w 11"/>
                  <a:gd name="T1" fmla="*/ 83 h 4"/>
                  <a:gd name="T2" fmla="*/ 162 w 1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4"/>
                    </a:moveTo>
                    <a:cubicBezTo>
                      <a:pt x="3" y="0"/>
                      <a:pt x="8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9" name="Freeform 474">
                <a:extLst>
                  <a:ext uri="{FF2B5EF4-FFF2-40B4-BE49-F238E27FC236}">
                    <a16:creationId xmlns:a16="http://schemas.microsoft.com/office/drawing/2014/main" id="{5058D640-8991-43D3-B28D-A509E59EE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933"/>
                <a:ext cx="3" cy="19"/>
              </a:xfrm>
              <a:custGeom>
                <a:avLst/>
                <a:gdLst>
                  <a:gd name="T0" fmla="*/ 27 w 1"/>
                  <a:gd name="T1" fmla="*/ 141 h 7"/>
                  <a:gd name="T2" fmla="*/ 0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ED89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0" name="Freeform 475">
                <a:extLst>
                  <a:ext uri="{FF2B5EF4-FFF2-40B4-BE49-F238E27FC236}">
                    <a16:creationId xmlns:a16="http://schemas.microsoft.com/office/drawing/2014/main" id="{EF3F81E2-900B-4012-8581-4A4AD6FAC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75"/>
                <a:ext cx="20" cy="26"/>
              </a:xfrm>
              <a:custGeom>
                <a:avLst/>
                <a:gdLst>
                  <a:gd name="T0" fmla="*/ 0 w 8"/>
                  <a:gd name="T1" fmla="*/ 0 h 10"/>
                  <a:gd name="T2" fmla="*/ 125 w 8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1" y="5"/>
                      <a:pt x="4" y="9"/>
                      <a:pt x="8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1" name="Freeform 476">
                <a:extLst>
                  <a:ext uri="{FF2B5EF4-FFF2-40B4-BE49-F238E27FC236}">
                    <a16:creationId xmlns:a16="http://schemas.microsoft.com/office/drawing/2014/main" id="{ED06B7E3-C7EC-47D6-BC2C-394895C7E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091"/>
                <a:ext cx="10" cy="13"/>
              </a:xfrm>
              <a:custGeom>
                <a:avLst/>
                <a:gdLst>
                  <a:gd name="T0" fmla="*/ 0 w 4"/>
                  <a:gd name="T1" fmla="*/ 88 h 5"/>
                  <a:gd name="T2" fmla="*/ 63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2" y="2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ED89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2" name="Freeform 477">
                <a:extLst>
                  <a:ext uri="{FF2B5EF4-FFF2-40B4-BE49-F238E27FC236}">
                    <a16:creationId xmlns:a16="http://schemas.microsoft.com/office/drawing/2014/main" id="{E3F7A279-01C7-4F3A-ACBA-64E682566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2984"/>
                <a:ext cx="28" cy="61"/>
              </a:xfrm>
              <a:custGeom>
                <a:avLst/>
                <a:gdLst>
                  <a:gd name="T0" fmla="*/ 64 w 11"/>
                  <a:gd name="T1" fmla="*/ 0 h 23"/>
                  <a:gd name="T2" fmla="*/ 130 w 11"/>
                  <a:gd name="T3" fmla="*/ 374 h 23"/>
                  <a:gd name="T4" fmla="*/ 0 w 11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4" y="0"/>
                    </a:moveTo>
                    <a:cubicBezTo>
                      <a:pt x="6" y="3"/>
                      <a:pt x="11" y="19"/>
                      <a:pt x="8" y="20"/>
                    </a:cubicBezTo>
                    <a:cubicBezTo>
                      <a:pt x="0" y="23"/>
                      <a:pt x="0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53B27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3" name="Freeform 478">
                <a:extLst>
                  <a:ext uri="{FF2B5EF4-FFF2-40B4-BE49-F238E27FC236}">
                    <a16:creationId xmlns:a16="http://schemas.microsoft.com/office/drawing/2014/main" id="{6C939782-C91E-48DA-A5D3-A33C19BF2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3211"/>
                <a:ext cx="15" cy="45"/>
              </a:xfrm>
              <a:custGeom>
                <a:avLst/>
                <a:gdLst>
                  <a:gd name="T0" fmla="*/ 0 w 6"/>
                  <a:gd name="T1" fmla="*/ 0 h 17"/>
                  <a:gd name="T2" fmla="*/ 95 w 6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4" y="5"/>
                      <a:pt x="2" y="12"/>
                      <a:pt x="6" y="17"/>
                    </a:cubicBezTo>
                  </a:path>
                </a:pathLst>
              </a:custGeom>
              <a:noFill/>
              <a:ln w="7938" cap="rnd">
                <a:solidFill>
                  <a:srgbClr val="53B27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4" name="Freeform 479">
                <a:extLst>
                  <a:ext uri="{FF2B5EF4-FFF2-40B4-BE49-F238E27FC236}">
                    <a16:creationId xmlns:a16="http://schemas.microsoft.com/office/drawing/2014/main" id="{CE5F53FE-A188-4CF1-A65A-D4C060CE0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523"/>
                <a:ext cx="22" cy="29"/>
              </a:xfrm>
              <a:custGeom>
                <a:avLst/>
                <a:gdLst>
                  <a:gd name="T0" fmla="*/ 103 w 9"/>
                  <a:gd name="T1" fmla="*/ 182 h 11"/>
                  <a:gd name="T2" fmla="*/ 42 w 9"/>
                  <a:gd name="T3" fmla="*/ 0 h 11"/>
                  <a:gd name="T4" fmla="*/ 59 w 9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7" y="10"/>
                    </a:moveTo>
                    <a:cubicBezTo>
                      <a:pt x="9" y="6"/>
                      <a:pt x="7" y="2"/>
                      <a:pt x="3" y="0"/>
                    </a:cubicBezTo>
                    <a:cubicBezTo>
                      <a:pt x="0" y="4"/>
                      <a:pt x="1" y="9"/>
                      <a:pt x="4" y="11"/>
                    </a:cubicBezTo>
                  </a:path>
                </a:pathLst>
              </a:custGeom>
              <a:noFill/>
              <a:ln w="15875" cap="flat">
                <a:solidFill>
                  <a:srgbClr val="FED89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5" name="Freeform 480">
                <a:extLst>
                  <a:ext uri="{FF2B5EF4-FFF2-40B4-BE49-F238E27FC236}">
                    <a16:creationId xmlns:a16="http://schemas.microsoft.com/office/drawing/2014/main" id="{B9589D01-9673-4FEF-A8CA-AFB6F871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611"/>
                <a:ext cx="10" cy="2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FED89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6" name="Freeform 481">
                <a:extLst>
                  <a:ext uri="{FF2B5EF4-FFF2-40B4-BE49-F238E27FC236}">
                    <a16:creationId xmlns:a16="http://schemas.microsoft.com/office/drawing/2014/main" id="{4AD4CEC2-62D9-40EA-90F3-A73730B78D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51" y="2557"/>
                <a:ext cx="1195" cy="251"/>
              </a:xfrm>
              <a:custGeom>
                <a:avLst/>
                <a:gdLst>
                  <a:gd name="T0" fmla="*/ 2283 w 478"/>
                  <a:gd name="T1" fmla="*/ 1127 h 94"/>
                  <a:gd name="T2" fmla="*/ 145 w 478"/>
                  <a:gd name="T3" fmla="*/ 1354 h 94"/>
                  <a:gd name="T4" fmla="*/ 20 w 478"/>
                  <a:gd name="T5" fmla="*/ 1413 h 94"/>
                  <a:gd name="T6" fmla="*/ 83 w 478"/>
                  <a:gd name="T7" fmla="*/ 1562 h 94"/>
                  <a:gd name="T8" fmla="*/ 2345 w 478"/>
                  <a:gd name="T9" fmla="*/ 1332 h 94"/>
                  <a:gd name="T10" fmla="*/ 2675 w 478"/>
                  <a:gd name="T11" fmla="*/ 1183 h 94"/>
                  <a:gd name="T12" fmla="*/ 2550 w 478"/>
                  <a:gd name="T13" fmla="*/ 991 h 94"/>
                  <a:gd name="T14" fmla="*/ 2283 w 478"/>
                  <a:gd name="T15" fmla="*/ 1127 h 94"/>
                  <a:gd name="T16" fmla="*/ 7083 w 478"/>
                  <a:gd name="T17" fmla="*/ 478 h 94"/>
                  <a:gd name="T18" fmla="*/ 5970 w 478"/>
                  <a:gd name="T19" fmla="*/ 192 h 94"/>
                  <a:gd name="T20" fmla="*/ 5688 w 478"/>
                  <a:gd name="T21" fmla="*/ 93 h 94"/>
                  <a:gd name="T22" fmla="*/ 5395 w 478"/>
                  <a:gd name="T23" fmla="*/ 0 h 94"/>
                  <a:gd name="T24" fmla="*/ 4708 w 478"/>
                  <a:gd name="T25" fmla="*/ 115 h 94"/>
                  <a:gd name="T26" fmla="*/ 4345 w 478"/>
                  <a:gd name="T27" fmla="*/ 171 h 94"/>
                  <a:gd name="T28" fmla="*/ 3908 w 478"/>
                  <a:gd name="T29" fmla="*/ 206 h 94"/>
                  <a:gd name="T30" fmla="*/ 3520 w 478"/>
                  <a:gd name="T31" fmla="*/ 422 h 94"/>
                  <a:gd name="T32" fmla="*/ 3500 w 478"/>
                  <a:gd name="T33" fmla="*/ 422 h 94"/>
                  <a:gd name="T34" fmla="*/ 3438 w 478"/>
                  <a:gd name="T35" fmla="*/ 457 h 94"/>
                  <a:gd name="T36" fmla="*/ 3095 w 478"/>
                  <a:gd name="T37" fmla="*/ 662 h 94"/>
                  <a:gd name="T38" fmla="*/ 2970 w 478"/>
                  <a:gd name="T39" fmla="*/ 742 h 94"/>
                  <a:gd name="T40" fmla="*/ 2970 w 478"/>
                  <a:gd name="T41" fmla="*/ 764 h 94"/>
                  <a:gd name="T42" fmla="*/ 2970 w 478"/>
                  <a:gd name="T43" fmla="*/ 1012 h 94"/>
                  <a:gd name="T44" fmla="*/ 3550 w 478"/>
                  <a:gd name="T45" fmla="*/ 628 h 94"/>
                  <a:gd name="T46" fmla="*/ 3625 w 478"/>
                  <a:gd name="T47" fmla="*/ 571 h 94"/>
                  <a:gd name="T48" fmla="*/ 3645 w 478"/>
                  <a:gd name="T49" fmla="*/ 550 h 94"/>
                  <a:gd name="T50" fmla="*/ 4533 w 478"/>
                  <a:gd name="T51" fmla="*/ 435 h 94"/>
                  <a:gd name="T52" fmla="*/ 5500 w 478"/>
                  <a:gd name="T53" fmla="*/ 571 h 94"/>
                  <a:gd name="T54" fmla="*/ 5770 w 478"/>
                  <a:gd name="T55" fmla="*/ 491 h 94"/>
                  <a:gd name="T56" fmla="*/ 6063 w 478"/>
                  <a:gd name="T57" fmla="*/ 435 h 94"/>
                  <a:gd name="T58" fmla="*/ 6875 w 478"/>
                  <a:gd name="T59" fmla="*/ 628 h 94"/>
                  <a:gd name="T60" fmla="*/ 7313 w 478"/>
                  <a:gd name="T61" fmla="*/ 1199 h 94"/>
                  <a:gd name="T62" fmla="*/ 7470 w 478"/>
                  <a:gd name="T63" fmla="*/ 286 h 94"/>
                  <a:gd name="T64" fmla="*/ 7083 w 478"/>
                  <a:gd name="T65" fmla="*/ 478 h 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8" h="94">
                    <a:moveTo>
                      <a:pt x="146" y="59"/>
                    </a:moveTo>
                    <a:cubicBezTo>
                      <a:pt x="106" y="72"/>
                      <a:pt x="35" y="81"/>
                      <a:pt x="9" y="71"/>
                    </a:cubicBezTo>
                    <a:cubicBezTo>
                      <a:pt x="6" y="70"/>
                      <a:pt x="3" y="71"/>
                      <a:pt x="1" y="74"/>
                    </a:cubicBezTo>
                    <a:cubicBezTo>
                      <a:pt x="0" y="77"/>
                      <a:pt x="2" y="81"/>
                      <a:pt x="5" y="82"/>
                    </a:cubicBezTo>
                    <a:cubicBezTo>
                      <a:pt x="36" y="94"/>
                      <a:pt x="113" y="83"/>
                      <a:pt x="150" y="70"/>
                    </a:cubicBezTo>
                    <a:cubicBezTo>
                      <a:pt x="157" y="68"/>
                      <a:pt x="164" y="65"/>
                      <a:pt x="171" y="62"/>
                    </a:cubicBezTo>
                    <a:cubicBezTo>
                      <a:pt x="163" y="52"/>
                      <a:pt x="163" y="52"/>
                      <a:pt x="163" y="52"/>
                    </a:cubicBezTo>
                    <a:cubicBezTo>
                      <a:pt x="157" y="55"/>
                      <a:pt x="152" y="57"/>
                      <a:pt x="146" y="59"/>
                    </a:cubicBezTo>
                    <a:close/>
                    <a:moveTo>
                      <a:pt x="453" y="25"/>
                    </a:moveTo>
                    <a:cubicBezTo>
                      <a:pt x="428" y="16"/>
                      <a:pt x="394" y="11"/>
                      <a:pt x="382" y="10"/>
                    </a:cubicBezTo>
                    <a:cubicBezTo>
                      <a:pt x="379" y="10"/>
                      <a:pt x="367" y="7"/>
                      <a:pt x="364" y="5"/>
                    </a:cubicBezTo>
                    <a:cubicBezTo>
                      <a:pt x="358" y="3"/>
                      <a:pt x="351" y="0"/>
                      <a:pt x="345" y="0"/>
                    </a:cubicBezTo>
                    <a:cubicBezTo>
                      <a:pt x="336" y="0"/>
                      <a:pt x="317" y="3"/>
                      <a:pt x="301" y="6"/>
                    </a:cubicBezTo>
                    <a:cubicBezTo>
                      <a:pt x="295" y="7"/>
                      <a:pt x="280" y="9"/>
                      <a:pt x="278" y="9"/>
                    </a:cubicBezTo>
                    <a:cubicBezTo>
                      <a:pt x="268" y="8"/>
                      <a:pt x="258" y="9"/>
                      <a:pt x="250" y="11"/>
                    </a:cubicBezTo>
                    <a:cubicBezTo>
                      <a:pt x="242" y="14"/>
                      <a:pt x="233" y="17"/>
                      <a:pt x="225" y="22"/>
                    </a:cubicBezTo>
                    <a:cubicBezTo>
                      <a:pt x="225" y="22"/>
                      <a:pt x="224" y="22"/>
                      <a:pt x="224" y="22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16" y="27"/>
                      <a:pt x="208" y="31"/>
                      <a:pt x="198" y="35"/>
                    </a:cubicBezTo>
                    <a:cubicBezTo>
                      <a:pt x="196" y="37"/>
                      <a:pt x="193" y="38"/>
                      <a:pt x="190" y="39"/>
                    </a:cubicBezTo>
                    <a:cubicBezTo>
                      <a:pt x="190" y="40"/>
                      <a:pt x="190" y="40"/>
                      <a:pt x="190" y="40"/>
                    </a:cubicBezTo>
                    <a:cubicBezTo>
                      <a:pt x="187" y="42"/>
                      <a:pt x="187" y="49"/>
                      <a:pt x="190" y="53"/>
                    </a:cubicBezTo>
                    <a:cubicBezTo>
                      <a:pt x="206" y="45"/>
                      <a:pt x="220" y="37"/>
                      <a:pt x="227" y="33"/>
                    </a:cubicBezTo>
                    <a:cubicBezTo>
                      <a:pt x="232" y="30"/>
                      <a:pt x="232" y="30"/>
                      <a:pt x="232" y="30"/>
                    </a:cubicBezTo>
                    <a:cubicBezTo>
                      <a:pt x="232" y="30"/>
                      <a:pt x="233" y="29"/>
                      <a:pt x="233" y="29"/>
                    </a:cubicBezTo>
                    <a:cubicBezTo>
                      <a:pt x="246" y="21"/>
                      <a:pt x="268" y="19"/>
                      <a:pt x="290" y="23"/>
                    </a:cubicBezTo>
                    <a:cubicBezTo>
                      <a:pt x="295" y="24"/>
                      <a:pt x="338" y="33"/>
                      <a:pt x="352" y="30"/>
                    </a:cubicBezTo>
                    <a:cubicBezTo>
                      <a:pt x="359" y="29"/>
                      <a:pt x="364" y="28"/>
                      <a:pt x="369" y="26"/>
                    </a:cubicBezTo>
                    <a:cubicBezTo>
                      <a:pt x="373" y="25"/>
                      <a:pt x="386" y="22"/>
                      <a:pt x="388" y="23"/>
                    </a:cubicBezTo>
                    <a:cubicBezTo>
                      <a:pt x="405" y="25"/>
                      <a:pt x="424" y="29"/>
                      <a:pt x="440" y="33"/>
                    </a:cubicBezTo>
                    <a:cubicBezTo>
                      <a:pt x="456" y="37"/>
                      <a:pt x="464" y="52"/>
                      <a:pt x="468" y="63"/>
                    </a:cubicBezTo>
                    <a:cubicBezTo>
                      <a:pt x="469" y="47"/>
                      <a:pt x="473" y="31"/>
                      <a:pt x="478" y="15"/>
                    </a:cubicBezTo>
                    <a:cubicBezTo>
                      <a:pt x="471" y="14"/>
                      <a:pt x="473" y="27"/>
                      <a:pt x="453" y="25"/>
                    </a:cubicBezTo>
                    <a:close/>
                  </a:path>
                </a:pathLst>
              </a:custGeom>
              <a:solidFill>
                <a:srgbClr val="DEF176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7" name="Freeform 482">
                <a:extLst>
                  <a:ext uri="{FF2B5EF4-FFF2-40B4-BE49-F238E27FC236}">
                    <a16:creationId xmlns:a16="http://schemas.microsoft.com/office/drawing/2014/main" id="{C7EC44A9-99BB-4880-A6E0-378EE8931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661"/>
                <a:ext cx="68" cy="62"/>
              </a:xfrm>
              <a:custGeom>
                <a:avLst/>
                <a:gdLst>
                  <a:gd name="T0" fmla="*/ 431 w 27"/>
                  <a:gd name="T1" fmla="*/ 22 h 23"/>
                  <a:gd name="T2" fmla="*/ 431 w 27"/>
                  <a:gd name="T3" fmla="*/ 0 h 23"/>
                  <a:gd name="T4" fmla="*/ 0 w 27"/>
                  <a:gd name="T5" fmla="*/ 253 h 23"/>
                  <a:gd name="T6" fmla="*/ 0 w 27"/>
                  <a:gd name="T7" fmla="*/ 253 h 23"/>
                  <a:gd name="T8" fmla="*/ 126 w 27"/>
                  <a:gd name="T9" fmla="*/ 450 h 23"/>
                  <a:gd name="T10" fmla="*/ 431 w 27"/>
                  <a:gd name="T11" fmla="*/ 275 h 23"/>
                  <a:gd name="T12" fmla="*/ 431 w 27"/>
                  <a:gd name="T13" fmla="*/ 22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3">
                    <a:moveTo>
                      <a:pt x="27" y="1"/>
                    </a:moveTo>
                    <a:cubicBezTo>
                      <a:pt x="27" y="1"/>
                      <a:pt x="27" y="1"/>
                      <a:pt x="27" y="0"/>
                    </a:cubicBezTo>
                    <a:cubicBezTo>
                      <a:pt x="19" y="5"/>
                      <a:pt x="9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5" y="20"/>
                      <a:pt x="21" y="17"/>
                      <a:pt x="27" y="14"/>
                    </a:cubicBezTo>
                    <a:cubicBezTo>
                      <a:pt x="24" y="10"/>
                      <a:pt x="24" y="3"/>
                      <a:pt x="27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8" name="Freeform 483">
                <a:extLst>
                  <a:ext uri="{FF2B5EF4-FFF2-40B4-BE49-F238E27FC236}">
                    <a16:creationId xmlns:a16="http://schemas.microsoft.com/office/drawing/2014/main" id="{C88B2087-6E0B-4C72-9D5F-E8A4151EF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627"/>
                <a:ext cx="95" cy="66"/>
              </a:xfrm>
              <a:custGeom>
                <a:avLst/>
                <a:gdLst>
                  <a:gd name="T0" fmla="*/ 595 w 38"/>
                  <a:gd name="T1" fmla="*/ 0 h 25"/>
                  <a:gd name="T2" fmla="*/ 0 w 38"/>
                  <a:gd name="T3" fmla="*/ 280 h 25"/>
                  <a:gd name="T4" fmla="*/ 145 w 38"/>
                  <a:gd name="T5" fmla="*/ 459 h 25"/>
                  <a:gd name="T6" fmla="*/ 595 w 38"/>
                  <a:gd name="T7" fmla="*/ 238 h 25"/>
                  <a:gd name="T8" fmla="*/ 595 w 38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5">
                    <a:moveTo>
                      <a:pt x="38" y="0"/>
                    </a:moveTo>
                    <a:cubicBezTo>
                      <a:pt x="27" y="5"/>
                      <a:pt x="14" y="10"/>
                      <a:pt x="0" y="1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20" y="21"/>
                      <a:pt x="30" y="17"/>
                      <a:pt x="38" y="13"/>
                    </a:cubicBezTo>
                    <a:cubicBezTo>
                      <a:pt x="37" y="10"/>
                      <a:pt x="36" y="5"/>
                      <a:pt x="3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9" name="Freeform 484">
                <a:extLst>
                  <a:ext uri="{FF2B5EF4-FFF2-40B4-BE49-F238E27FC236}">
                    <a16:creationId xmlns:a16="http://schemas.microsoft.com/office/drawing/2014/main" id="{1D2EDAF3-A802-46EC-BB05-0258496B82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56" y="2416"/>
                <a:ext cx="1282" cy="384"/>
              </a:xfrm>
              <a:custGeom>
                <a:avLst/>
                <a:gdLst>
                  <a:gd name="T0" fmla="*/ 2342 w 513"/>
                  <a:gd name="T1" fmla="*/ 1784 h 144"/>
                  <a:gd name="T2" fmla="*/ 2292 w 513"/>
                  <a:gd name="T3" fmla="*/ 1800 h 144"/>
                  <a:gd name="T4" fmla="*/ 137 w 513"/>
                  <a:gd name="T5" fmla="*/ 2104 h 144"/>
                  <a:gd name="T6" fmla="*/ 12 w 513"/>
                  <a:gd name="T7" fmla="*/ 2163 h 144"/>
                  <a:gd name="T8" fmla="*/ 75 w 513"/>
                  <a:gd name="T9" fmla="*/ 2312 h 144"/>
                  <a:gd name="T10" fmla="*/ 2354 w 513"/>
                  <a:gd name="T11" fmla="*/ 2027 h 144"/>
                  <a:gd name="T12" fmla="*/ 2529 w 513"/>
                  <a:gd name="T13" fmla="*/ 1933 h 144"/>
                  <a:gd name="T14" fmla="*/ 2479 w 513"/>
                  <a:gd name="T15" fmla="*/ 1971 h 144"/>
                  <a:gd name="T16" fmla="*/ 2342 w 513"/>
                  <a:gd name="T17" fmla="*/ 1784 h 144"/>
                  <a:gd name="T18" fmla="*/ 7587 w 513"/>
                  <a:gd name="T19" fmla="*/ 683 h 144"/>
                  <a:gd name="T20" fmla="*/ 7432 w 513"/>
                  <a:gd name="T21" fmla="*/ 832 h 144"/>
                  <a:gd name="T22" fmla="*/ 5290 w 513"/>
                  <a:gd name="T23" fmla="*/ 739 h 144"/>
                  <a:gd name="T24" fmla="*/ 5103 w 513"/>
                  <a:gd name="T25" fmla="*/ 739 h 144"/>
                  <a:gd name="T26" fmla="*/ 3384 w 513"/>
                  <a:gd name="T27" fmla="*/ 1216 h 144"/>
                  <a:gd name="T28" fmla="*/ 3404 w 513"/>
                  <a:gd name="T29" fmla="*/ 1216 h 144"/>
                  <a:gd name="T30" fmla="*/ 3321 w 513"/>
                  <a:gd name="T31" fmla="*/ 1272 h 144"/>
                  <a:gd name="T32" fmla="*/ 2936 w 513"/>
                  <a:gd name="T33" fmla="*/ 1501 h 144"/>
                  <a:gd name="T34" fmla="*/ 2936 w 513"/>
                  <a:gd name="T35" fmla="*/ 1741 h 144"/>
                  <a:gd name="T36" fmla="*/ 3404 w 513"/>
                  <a:gd name="T37" fmla="*/ 1459 h 144"/>
                  <a:gd name="T38" fmla="*/ 3466 w 513"/>
                  <a:gd name="T39" fmla="*/ 1421 h 144"/>
                  <a:gd name="T40" fmla="*/ 3479 w 513"/>
                  <a:gd name="T41" fmla="*/ 1421 h 144"/>
                  <a:gd name="T42" fmla="*/ 5103 w 513"/>
                  <a:gd name="T43" fmla="*/ 968 h 144"/>
                  <a:gd name="T44" fmla="*/ 5308 w 513"/>
                  <a:gd name="T45" fmla="*/ 968 h 144"/>
                  <a:gd name="T46" fmla="*/ 7275 w 513"/>
                  <a:gd name="T47" fmla="*/ 1045 h 144"/>
                  <a:gd name="T48" fmla="*/ 7432 w 513"/>
                  <a:gd name="T49" fmla="*/ 1251 h 144"/>
                  <a:gd name="T50" fmla="*/ 7275 w 513"/>
                  <a:gd name="T51" fmla="*/ 2595 h 144"/>
                  <a:gd name="T52" fmla="*/ 7287 w 513"/>
                  <a:gd name="T53" fmla="*/ 2731 h 144"/>
                  <a:gd name="T54" fmla="*/ 7537 w 513"/>
                  <a:gd name="T55" fmla="*/ 1571 h 144"/>
                  <a:gd name="T56" fmla="*/ 7724 w 513"/>
                  <a:gd name="T57" fmla="*/ 1080 h 144"/>
                  <a:gd name="T58" fmla="*/ 7744 w 513"/>
                  <a:gd name="T59" fmla="*/ 1045 h 144"/>
                  <a:gd name="T60" fmla="*/ 7744 w 513"/>
                  <a:gd name="T61" fmla="*/ 1024 h 144"/>
                  <a:gd name="T62" fmla="*/ 7932 w 513"/>
                  <a:gd name="T63" fmla="*/ 376 h 144"/>
                  <a:gd name="T64" fmla="*/ 8007 w 513"/>
                  <a:gd name="T65" fmla="*/ 0 h 144"/>
                  <a:gd name="T66" fmla="*/ 7587 w 513"/>
                  <a:gd name="T67" fmla="*/ 683 h 14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13" h="144">
                    <a:moveTo>
                      <a:pt x="150" y="94"/>
                    </a:moveTo>
                    <a:cubicBezTo>
                      <a:pt x="149" y="95"/>
                      <a:pt x="148" y="95"/>
                      <a:pt x="147" y="95"/>
                    </a:cubicBezTo>
                    <a:cubicBezTo>
                      <a:pt x="109" y="108"/>
                      <a:pt x="35" y="121"/>
                      <a:pt x="9" y="111"/>
                    </a:cubicBezTo>
                    <a:cubicBezTo>
                      <a:pt x="6" y="109"/>
                      <a:pt x="2" y="111"/>
                      <a:pt x="1" y="114"/>
                    </a:cubicBezTo>
                    <a:cubicBezTo>
                      <a:pt x="0" y="117"/>
                      <a:pt x="2" y="121"/>
                      <a:pt x="5" y="122"/>
                    </a:cubicBezTo>
                    <a:cubicBezTo>
                      <a:pt x="34" y="133"/>
                      <a:pt x="110" y="121"/>
                      <a:pt x="151" y="107"/>
                    </a:cubicBezTo>
                    <a:cubicBezTo>
                      <a:pt x="155" y="105"/>
                      <a:pt x="159" y="104"/>
                      <a:pt x="162" y="102"/>
                    </a:cubicBezTo>
                    <a:cubicBezTo>
                      <a:pt x="161" y="103"/>
                      <a:pt x="160" y="103"/>
                      <a:pt x="159" y="104"/>
                    </a:cubicBezTo>
                    <a:lnTo>
                      <a:pt x="150" y="94"/>
                    </a:lnTo>
                    <a:close/>
                    <a:moveTo>
                      <a:pt x="486" y="36"/>
                    </a:moveTo>
                    <a:cubicBezTo>
                      <a:pt x="485" y="39"/>
                      <a:pt x="482" y="45"/>
                      <a:pt x="476" y="44"/>
                    </a:cubicBezTo>
                    <a:cubicBezTo>
                      <a:pt x="437" y="37"/>
                      <a:pt x="382" y="38"/>
                      <a:pt x="339" y="39"/>
                    </a:cubicBezTo>
                    <a:cubicBezTo>
                      <a:pt x="327" y="39"/>
                      <a:pt x="327" y="39"/>
                      <a:pt x="327" y="39"/>
                    </a:cubicBezTo>
                    <a:cubicBezTo>
                      <a:pt x="281" y="40"/>
                      <a:pt x="250" y="47"/>
                      <a:pt x="217" y="64"/>
                    </a:cubicBezTo>
                    <a:cubicBezTo>
                      <a:pt x="217" y="64"/>
                      <a:pt x="218" y="64"/>
                      <a:pt x="218" y="64"/>
                    </a:cubicBezTo>
                    <a:cubicBezTo>
                      <a:pt x="213" y="67"/>
                      <a:pt x="213" y="67"/>
                      <a:pt x="213" y="67"/>
                    </a:cubicBezTo>
                    <a:cubicBezTo>
                      <a:pt x="208" y="69"/>
                      <a:pt x="199" y="74"/>
                      <a:pt x="188" y="79"/>
                    </a:cubicBezTo>
                    <a:cubicBezTo>
                      <a:pt x="186" y="84"/>
                      <a:pt x="187" y="89"/>
                      <a:pt x="188" y="92"/>
                    </a:cubicBezTo>
                    <a:cubicBezTo>
                      <a:pt x="202" y="86"/>
                      <a:pt x="213" y="80"/>
                      <a:pt x="218" y="77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222" y="75"/>
                      <a:pt x="223" y="75"/>
                      <a:pt x="223" y="75"/>
                    </a:cubicBezTo>
                    <a:cubicBezTo>
                      <a:pt x="254" y="58"/>
                      <a:pt x="283" y="52"/>
                      <a:pt x="327" y="51"/>
                    </a:cubicBezTo>
                    <a:cubicBezTo>
                      <a:pt x="340" y="51"/>
                      <a:pt x="340" y="51"/>
                      <a:pt x="340" y="51"/>
                    </a:cubicBezTo>
                    <a:cubicBezTo>
                      <a:pt x="378" y="50"/>
                      <a:pt x="429" y="49"/>
                      <a:pt x="466" y="55"/>
                    </a:cubicBezTo>
                    <a:cubicBezTo>
                      <a:pt x="476" y="56"/>
                      <a:pt x="477" y="63"/>
                      <a:pt x="476" y="66"/>
                    </a:cubicBezTo>
                    <a:cubicBezTo>
                      <a:pt x="470" y="89"/>
                      <a:pt x="464" y="114"/>
                      <a:pt x="466" y="137"/>
                    </a:cubicBezTo>
                    <a:cubicBezTo>
                      <a:pt x="467" y="140"/>
                      <a:pt x="467" y="142"/>
                      <a:pt x="467" y="144"/>
                    </a:cubicBezTo>
                    <a:cubicBezTo>
                      <a:pt x="472" y="118"/>
                      <a:pt x="477" y="95"/>
                      <a:pt x="483" y="83"/>
                    </a:cubicBezTo>
                    <a:cubicBezTo>
                      <a:pt x="487" y="74"/>
                      <a:pt x="491" y="65"/>
                      <a:pt x="495" y="57"/>
                    </a:cubicBezTo>
                    <a:cubicBezTo>
                      <a:pt x="495" y="56"/>
                      <a:pt x="496" y="56"/>
                      <a:pt x="496" y="55"/>
                    </a:cubicBezTo>
                    <a:cubicBezTo>
                      <a:pt x="496" y="54"/>
                      <a:pt x="496" y="54"/>
                      <a:pt x="496" y="54"/>
                    </a:cubicBezTo>
                    <a:cubicBezTo>
                      <a:pt x="501" y="42"/>
                      <a:pt x="506" y="31"/>
                      <a:pt x="508" y="20"/>
                    </a:cubicBezTo>
                    <a:cubicBezTo>
                      <a:pt x="510" y="13"/>
                      <a:pt x="512" y="6"/>
                      <a:pt x="513" y="0"/>
                    </a:cubicBezTo>
                    <a:cubicBezTo>
                      <a:pt x="500" y="2"/>
                      <a:pt x="493" y="16"/>
                      <a:pt x="486" y="36"/>
                    </a:cubicBezTo>
                    <a:close/>
                  </a:path>
                </a:pathLst>
              </a:custGeom>
              <a:solidFill>
                <a:srgbClr val="DEF176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0" name="Freeform 485">
                <a:extLst>
                  <a:ext uri="{FF2B5EF4-FFF2-40B4-BE49-F238E27FC236}">
                    <a16:creationId xmlns:a16="http://schemas.microsoft.com/office/drawing/2014/main" id="{09A9BFCF-A731-4D20-AB24-BE6568112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520"/>
                <a:ext cx="177" cy="101"/>
              </a:xfrm>
              <a:custGeom>
                <a:avLst/>
                <a:gdLst>
                  <a:gd name="T0" fmla="*/ 1099 w 71"/>
                  <a:gd name="T1" fmla="*/ 0 h 38"/>
                  <a:gd name="T2" fmla="*/ 0 w 71"/>
                  <a:gd name="T3" fmla="*/ 524 h 38"/>
                  <a:gd name="T4" fmla="*/ 137 w 71"/>
                  <a:gd name="T5" fmla="*/ 712 h 38"/>
                  <a:gd name="T6" fmla="*/ 1069 w 71"/>
                  <a:gd name="T7" fmla="*/ 260 h 38"/>
                  <a:gd name="T8" fmla="*/ 1099 w 71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8">
                    <a:moveTo>
                      <a:pt x="71" y="0"/>
                    </a:moveTo>
                    <a:cubicBezTo>
                      <a:pt x="46" y="12"/>
                      <a:pt x="20" y="21"/>
                      <a:pt x="0" y="2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27" y="31"/>
                      <a:pt x="48" y="24"/>
                      <a:pt x="69" y="14"/>
                    </a:cubicBezTo>
                    <a:cubicBezTo>
                      <a:pt x="66" y="11"/>
                      <a:pt x="68" y="4"/>
                      <a:pt x="7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1" name="Freeform 486">
                <a:extLst>
                  <a:ext uri="{FF2B5EF4-FFF2-40B4-BE49-F238E27FC236}">
                    <a16:creationId xmlns:a16="http://schemas.microsoft.com/office/drawing/2014/main" id="{FC5BC4C2-621E-4EA6-BD84-429DBB6E36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76" y="2299"/>
                <a:ext cx="1080" cy="1248"/>
              </a:xfrm>
              <a:custGeom>
                <a:avLst/>
                <a:gdLst>
                  <a:gd name="T0" fmla="*/ 1845 w 432"/>
                  <a:gd name="T1" fmla="*/ 2083 h 468"/>
                  <a:gd name="T2" fmla="*/ 1408 w 432"/>
                  <a:gd name="T3" fmla="*/ 2253 h 468"/>
                  <a:gd name="T4" fmla="*/ 1375 w 432"/>
                  <a:gd name="T5" fmla="*/ 2275 h 468"/>
                  <a:gd name="T6" fmla="*/ 125 w 432"/>
                  <a:gd name="T7" fmla="*/ 2275 h 468"/>
                  <a:gd name="T8" fmla="*/ 20 w 432"/>
                  <a:gd name="T9" fmla="*/ 2355 h 468"/>
                  <a:gd name="T10" fmla="*/ 95 w 432"/>
                  <a:gd name="T11" fmla="*/ 2483 h 468"/>
                  <a:gd name="T12" fmla="*/ 1438 w 432"/>
                  <a:gd name="T13" fmla="*/ 2483 h 468"/>
                  <a:gd name="T14" fmla="*/ 1470 w 432"/>
                  <a:gd name="T15" fmla="*/ 2483 h 468"/>
                  <a:gd name="T16" fmla="*/ 1958 w 432"/>
                  <a:gd name="T17" fmla="*/ 2296 h 468"/>
                  <a:gd name="T18" fmla="*/ 1813 w 432"/>
                  <a:gd name="T19" fmla="*/ 2104 h 468"/>
                  <a:gd name="T20" fmla="*/ 1845 w 432"/>
                  <a:gd name="T21" fmla="*/ 2083 h 468"/>
                  <a:gd name="T22" fmla="*/ 6738 w 432"/>
                  <a:gd name="T23" fmla="*/ 8704 h 468"/>
                  <a:gd name="T24" fmla="*/ 6300 w 432"/>
                  <a:gd name="T25" fmla="*/ 4189 h 468"/>
                  <a:gd name="T26" fmla="*/ 6313 w 432"/>
                  <a:gd name="T27" fmla="*/ 3925 h 468"/>
                  <a:gd name="T28" fmla="*/ 6313 w 432"/>
                  <a:gd name="T29" fmla="*/ 3925 h 468"/>
                  <a:gd name="T30" fmla="*/ 6345 w 432"/>
                  <a:gd name="T31" fmla="*/ 3832 h 468"/>
                  <a:gd name="T32" fmla="*/ 6313 w 432"/>
                  <a:gd name="T33" fmla="*/ 3776 h 468"/>
                  <a:gd name="T34" fmla="*/ 6313 w 432"/>
                  <a:gd name="T35" fmla="*/ 3563 h 468"/>
                  <a:gd name="T36" fmla="*/ 6250 w 432"/>
                  <a:gd name="T37" fmla="*/ 1571 h 468"/>
                  <a:gd name="T38" fmla="*/ 5738 w 432"/>
                  <a:gd name="T39" fmla="*/ 683 h 468"/>
                  <a:gd name="T40" fmla="*/ 5113 w 432"/>
                  <a:gd name="T41" fmla="*/ 419 h 468"/>
                  <a:gd name="T42" fmla="*/ 5533 w 432"/>
                  <a:gd name="T43" fmla="*/ 227 h 468"/>
                  <a:gd name="T44" fmla="*/ 5613 w 432"/>
                  <a:gd name="T45" fmla="*/ 115 h 468"/>
                  <a:gd name="T46" fmla="*/ 5500 w 432"/>
                  <a:gd name="T47" fmla="*/ 21 h 468"/>
                  <a:gd name="T48" fmla="*/ 3488 w 432"/>
                  <a:gd name="T49" fmla="*/ 1216 h 468"/>
                  <a:gd name="T50" fmla="*/ 2925 w 432"/>
                  <a:gd name="T51" fmla="*/ 1571 h 468"/>
                  <a:gd name="T52" fmla="*/ 2895 w 432"/>
                  <a:gd name="T53" fmla="*/ 1843 h 468"/>
                  <a:gd name="T54" fmla="*/ 3583 w 432"/>
                  <a:gd name="T55" fmla="*/ 1400 h 468"/>
                  <a:gd name="T56" fmla="*/ 4658 w 432"/>
                  <a:gd name="T57" fmla="*/ 683 h 468"/>
                  <a:gd name="T58" fmla="*/ 4675 w 432"/>
                  <a:gd name="T59" fmla="*/ 683 h 468"/>
                  <a:gd name="T60" fmla="*/ 5645 w 432"/>
                  <a:gd name="T61" fmla="*/ 875 h 468"/>
                  <a:gd name="T62" fmla="*/ 6063 w 432"/>
                  <a:gd name="T63" fmla="*/ 1592 h 468"/>
                  <a:gd name="T64" fmla="*/ 6125 w 432"/>
                  <a:gd name="T65" fmla="*/ 3563 h 468"/>
                  <a:gd name="T66" fmla="*/ 6125 w 432"/>
                  <a:gd name="T67" fmla="*/ 3720 h 468"/>
                  <a:gd name="T68" fmla="*/ 6050 w 432"/>
                  <a:gd name="T69" fmla="*/ 3832 h 468"/>
                  <a:gd name="T70" fmla="*/ 5750 w 432"/>
                  <a:gd name="T71" fmla="*/ 3891 h 468"/>
                  <a:gd name="T72" fmla="*/ 4125 w 432"/>
                  <a:gd name="T73" fmla="*/ 4211 h 468"/>
                  <a:gd name="T74" fmla="*/ 4175 w 432"/>
                  <a:gd name="T75" fmla="*/ 4360 h 468"/>
                  <a:gd name="T76" fmla="*/ 5083 w 432"/>
                  <a:gd name="T77" fmla="*/ 4152 h 468"/>
                  <a:gd name="T78" fmla="*/ 5095 w 432"/>
                  <a:gd name="T79" fmla="*/ 4152 h 468"/>
                  <a:gd name="T80" fmla="*/ 5425 w 432"/>
                  <a:gd name="T81" fmla="*/ 4245 h 468"/>
                  <a:gd name="T82" fmla="*/ 5720 w 432"/>
                  <a:gd name="T83" fmla="*/ 4723 h 468"/>
                  <a:gd name="T84" fmla="*/ 5845 w 432"/>
                  <a:gd name="T85" fmla="*/ 4685 h 468"/>
                  <a:gd name="T86" fmla="*/ 5500 w 432"/>
                  <a:gd name="T87" fmla="*/ 4117 h 468"/>
                  <a:gd name="T88" fmla="*/ 5438 w 432"/>
                  <a:gd name="T89" fmla="*/ 4075 h 468"/>
                  <a:gd name="T90" fmla="*/ 5770 w 432"/>
                  <a:gd name="T91" fmla="*/ 4019 h 468"/>
                  <a:gd name="T92" fmla="*/ 6033 w 432"/>
                  <a:gd name="T93" fmla="*/ 3981 h 468"/>
                  <a:gd name="T94" fmla="*/ 6125 w 432"/>
                  <a:gd name="T95" fmla="*/ 4061 h 468"/>
                  <a:gd name="T96" fmla="*/ 6113 w 432"/>
                  <a:gd name="T97" fmla="*/ 4189 h 468"/>
                  <a:gd name="T98" fmla="*/ 6563 w 432"/>
                  <a:gd name="T99" fmla="*/ 8797 h 468"/>
                  <a:gd name="T100" fmla="*/ 6688 w 432"/>
                  <a:gd name="T101" fmla="*/ 8853 h 468"/>
                  <a:gd name="T102" fmla="*/ 6738 w 432"/>
                  <a:gd name="T103" fmla="*/ 8704 h 46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432" h="468">
                    <a:moveTo>
                      <a:pt x="118" y="110"/>
                    </a:moveTo>
                    <a:cubicBezTo>
                      <a:pt x="107" y="114"/>
                      <a:pt x="98" y="117"/>
                      <a:pt x="90" y="119"/>
                    </a:cubicBezTo>
                    <a:cubicBezTo>
                      <a:pt x="88" y="120"/>
                      <a:pt x="88" y="120"/>
                      <a:pt x="88" y="120"/>
                    </a:cubicBezTo>
                    <a:cubicBezTo>
                      <a:pt x="68" y="126"/>
                      <a:pt x="42" y="126"/>
                      <a:pt x="8" y="120"/>
                    </a:cubicBezTo>
                    <a:cubicBezTo>
                      <a:pt x="5" y="119"/>
                      <a:pt x="2" y="121"/>
                      <a:pt x="1" y="124"/>
                    </a:cubicBezTo>
                    <a:cubicBezTo>
                      <a:pt x="0" y="128"/>
                      <a:pt x="3" y="131"/>
                      <a:pt x="6" y="131"/>
                    </a:cubicBezTo>
                    <a:cubicBezTo>
                      <a:pt x="42" y="139"/>
                      <a:pt x="70" y="139"/>
                      <a:pt x="92" y="131"/>
                    </a:cubicBezTo>
                    <a:cubicBezTo>
                      <a:pt x="94" y="131"/>
                      <a:pt x="94" y="131"/>
                      <a:pt x="94" y="131"/>
                    </a:cubicBezTo>
                    <a:cubicBezTo>
                      <a:pt x="102" y="128"/>
                      <a:pt x="113" y="125"/>
                      <a:pt x="125" y="121"/>
                    </a:cubicBezTo>
                    <a:cubicBezTo>
                      <a:pt x="116" y="111"/>
                      <a:pt x="116" y="111"/>
                      <a:pt x="116" y="111"/>
                    </a:cubicBezTo>
                    <a:cubicBezTo>
                      <a:pt x="117" y="111"/>
                      <a:pt x="117" y="111"/>
                      <a:pt x="118" y="110"/>
                    </a:cubicBezTo>
                    <a:close/>
                    <a:moveTo>
                      <a:pt x="431" y="459"/>
                    </a:moveTo>
                    <a:cubicBezTo>
                      <a:pt x="406" y="404"/>
                      <a:pt x="403" y="274"/>
                      <a:pt x="403" y="221"/>
                    </a:cubicBezTo>
                    <a:cubicBezTo>
                      <a:pt x="404" y="207"/>
                      <a:pt x="404" y="207"/>
                      <a:pt x="404" y="207"/>
                    </a:cubicBezTo>
                    <a:cubicBezTo>
                      <a:pt x="404" y="207"/>
                      <a:pt x="404" y="207"/>
                      <a:pt x="404" y="207"/>
                    </a:cubicBezTo>
                    <a:cubicBezTo>
                      <a:pt x="406" y="206"/>
                      <a:pt x="407" y="204"/>
                      <a:pt x="406" y="202"/>
                    </a:cubicBezTo>
                    <a:cubicBezTo>
                      <a:pt x="406" y="201"/>
                      <a:pt x="405" y="200"/>
                      <a:pt x="404" y="199"/>
                    </a:cubicBezTo>
                    <a:cubicBezTo>
                      <a:pt x="404" y="188"/>
                      <a:pt x="404" y="188"/>
                      <a:pt x="404" y="188"/>
                    </a:cubicBezTo>
                    <a:cubicBezTo>
                      <a:pt x="404" y="154"/>
                      <a:pt x="405" y="121"/>
                      <a:pt x="400" y="83"/>
                    </a:cubicBezTo>
                    <a:cubicBezTo>
                      <a:pt x="397" y="63"/>
                      <a:pt x="386" y="47"/>
                      <a:pt x="367" y="36"/>
                    </a:cubicBezTo>
                    <a:cubicBezTo>
                      <a:pt x="355" y="28"/>
                      <a:pt x="340" y="24"/>
                      <a:pt x="327" y="22"/>
                    </a:cubicBezTo>
                    <a:cubicBezTo>
                      <a:pt x="339" y="17"/>
                      <a:pt x="349" y="13"/>
                      <a:pt x="354" y="12"/>
                    </a:cubicBezTo>
                    <a:cubicBezTo>
                      <a:pt x="357" y="12"/>
                      <a:pt x="360" y="9"/>
                      <a:pt x="359" y="6"/>
                    </a:cubicBezTo>
                    <a:cubicBezTo>
                      <a:pt x="359" y="2"/>
                      <a:pt x="355" y="0"/>
                      <a:pt x="352" y="1"/>
                    </a:cubicBezTo>
                    <a:cubicBezTo>
                      <a:pt x="327" y="5"/>
                      <a:pt x="244" y="51"/>
                      <a:pt x="223" y="64"/>
                    </a:cubicBezTo>
                    <a:cubicBezTo>
                      <a:pt x="211" y="71"/>
                      <a:pt x="199" y="77"/>
                      <a:pt x="187" y="83"/>
                    </a:cubicBezTo>
                    <a:cubicBezTo>
                      <a:pt x="184" y="87"/>
                      <a:pt x="182" y="94"/>
                      <a:pt x="185" y="97"/>
                    </a:cubicBezTo>
                    <a:cubicBezTo>
                      <a:pt x="200" y="90"/>
                      <a:pt x="215" y="83"/>
                      <a:pt x="229" y="74"/>
                    </a:cubicBezTo>
                    <a:cubicBezTo>
                      <a:pt x="245" y="64"/>
                      <a:pt x="273" y="49"/>
                      <a:pt x="298" y="36"/>
                    </a:cubicBezTo>
                    <a:cubicBezTo>
                      <a:pt x="298" y="36"/>
                      <a:pt x="299" y="36"/>
                      <a:pt x="299" y="36"/>
                    </a:cubicBezTo>
                    <a:cubicBezTo>
                      <a:pt x="312" y="31"/>
                      <a:pt x="341" y="34"/>
                      <a:pt x="361" y="46"/>
                    </a:cubicBezTo>
                    <a:cubicBezTo>
                      <a:pt x="372" y="52"/>
                      <a:pt x="385" y="64"/>
                      <a:pt x="388" y="84"/>
                    </a:cubicBezTo>
                    <a:cubicBezTo>
                      <a:pt x="393" y="122"/>
                      <a:pt x="392" y="154"/>
                      <a:pt x="392" y="188"/>
                    </a:cubicBezTo>
                    <a:cubicBezTo>
                      <a:pt x="392" y="196"/>
                      <a:pt x="392" y="196"/>
                      <a:pt x="392" y="196"/>
                    </a:cubicBezTo>
                    <a:cubicBezTo>
                      <a:pt x="392" y="196"/>
                      <a:pt x="392" y="201"/>
                      <a:pt x="387" y="202"/>
                    </a:cubicBezTo>
                    <a:cubicBezTo>
                      <a:pt x="382" y="203"/>
                      <a:pt x="375" y="204"/>
                      <a:pt x="368" y="205"/>
                    </a:cubicBezTo>
                    <a:cubicBezTo>
                      <a:pt x="336" y="209"/>
                      <a:pt x="291" y="215"/>
                      <a:pt x="264" y="222"/>
                    </a:cubicBezTo>
                    <a:cubicBezTo>
                      <a:pt x="265" y="225"/>
                      <a:pt x="266" y="227"/>
                      <a:pt x="267" y="230"/>
                    </a:cubicBezTo>
                    <a:cubicBezTo>
                      <a:pt x="283" y="226"/>
                      <a:pt x="304" y="222"/>
                      <a:pt x="325" y="219"/>
                    </a:cubicBezTo>
                    <a:cubicBezTo>
                      <a:pt x="325" y="219"/>
                      <a:pt x="326" y="219"/>
                      <a:pt x="326" y="219"/>
                    </a:cubicBezTo>
                    <a:cubicBezTo>
                      <a:pt x="332" y="217"/>
                      <a:pt x="340" y="219"/>
                      <a:pt x="347" y="224"/>
                    </a:cubicBezTo>
                    <a:cubicBezTo>
                      <a:pt x="357" y="230"/>
                      <a:pt x="364" y="240"/>
                      <a:pt x="366" y="249"/>
                    </a:cubicBezTo>
                    <a:cubicBezTo>
                      <a:pt x="374" y="247"/>
                      <a:pt x="374" y="247"/>
                      <a:pt x="374" y="247"/>
                    </a:cubicBezTo>
                    <a:cubicBezTo>
                      <a:pt x="372" y="236"/>
                      <a:pt x="363" y="225"/>
                      <a:pt x="352" y="217"/>
                    </a:cubicBezTo>
                    <a:cubicBezTo>
                      <a:pt x="350" y="217"/>
                      <a:pt x="349" y="216"/>
                      <a:pt x="348" y="215"/>
                    </a:cubicBezTo>
                    <a:cubicBezTo>
                      <a:pt x="355" y="214"/>
                      <a:pt x="362" y="213"/>
                      <a:pt x="369" y="212"/>
                    </a:cubicBezTo>
                    <a:cubicBezTo>
                      <a:pt x="375" y="212"/>
                      <a:pt x="381" y="211"/>
                      <a:pt x="386" y="210"/>
                    </a:cubicBezTo>
                    <a:cubicBezTo>
                      <a:pt x="393" y="209"/>
                      <a:pt x="392" y="214"/>
                      <a:pt x="392" y="214"/>
                    </a:cubicBezTo>
                    <a:cubicBezTo>
                      <a:pt x="391" y="221"/>
                      <a:pt x="391" y="221"/>
                      <a:pt x="391" y="221"/>
                    </a:cubicBezTo>
                    <a:cubicBezTo>
                      <a:pt x="391" y="275"/>
                      <a:pt x="394" y="407"/>
                      <a:pt x="420" y="464"/>
                    </a:cubicBezTo>
                    <a:cubicBezTo>
                      <a:pt x="421" y="467"/>
                      <a:pt x="425" y="468"/>
                      <a:pt x="428" y="467"/>
                    </a:cubicBezTo>
                    <a:cubicBezTo>
                      <a:pt x="431" y="465"/>
                      <a:pt x="432" y="462"/>
                      <a:pt x="431" y="459"/>
                    </a:cubicBezTo>
                    <a:close/>
                  </a:path>
                </a:pathLst>
              </a:custGeom>
              <a:solidFill>
                <a:srgbClr val="DEF1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2" name="Freeform 487">
                <a:extLst>
                  <a:ext uri="{FF2B5EF4-FFF2-40B4-BE49-F238E27FC236}">
                    <a16:creationId xmlns:a16="http://schemas.microsoft.com/office/drawing/2014/main" id="{4892283F-9084-4925-B094-2CD4102D24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76" y="2301"/>
                <a:ext cx="1080" cy="1246"/>
              </a:xfrm>
              <a:custGeom>
                <a:avLst/>
                <a:gdLst>
                  <a:gd name="T0" fmla="*/ 1845 w 432"/>
                  <a:gd name="T1" fmla="*/ 2070 h 467"/>
                  <a:gd name="T2" fmla="*/ 1408 w 432"/>
                  <a:gd name="T3" fmla="*/ 2241 h 467"/>
                  <a:gd name="T4" fmla="*/ 1375 w 432"/>
                  <a:gd name="T5" fmla="*/ 2263 h 467"/>
                  <a:gd name="T6" fmla="*/ 125 w 432"/>
                  <a:gd name="T7" fmla="*/ 2263 h 467"/>
                  <a:gd name="T8" fmla="*/ 20 w 432"/>
                  <a:gd name="T9" fmla="*/ 2335 h 467"/>
                  <a:gd name="T10" fmla="*/ 95 w 432"/>
                  <a:gd name="T11" fmla="*/ 2471 h 467"/>
                  <a:gd name="T12" fmla="*/ 1438 w 432"/>
                  <a:gd name="T13" fmla="*/ 2471 h 467"/>
                  <a:gd name="T14" fmla="*/ 1470 w 432"/>
                  <a:gd name="T15" fmla="*/ 2471 h 467"/>
                  <a:gd name="T16" fmla="*/ 1958 w 432"/>
                  <a:gd name="T17" fmla="*/ 2279 h 467"/>
                  <a:gd name="T18" fmla="*/ 1813 w 432"/>
                  <a:gd name="T19" fmla="*/ 2086 h 467"/>
                  <a:gd name="T20" fmla="*/ 1845 w 432"/>
                  <a:gd name="T21" fmla="*/ 2070 h 467"/>
                  <a:gd name="T22" fmla="*/ 5845 w 432"/>
                  <a:gd name="T23" fmla="*/ 4669 h 467"/>
                  <a:gd name="T24" fmla="*/ 5500 w 432"/>
                  <a:gd name="T25" fmla="*/ 4101 h 467"/>
                  <a:gd name="T26" fmla="*/ 5438 w 432"/>
                  <a:gd name="T27" fmla="*/ 4064 h 467"/>
                  <a:gd name="T28" fmla="*/ 5770 w 432"/>
                  <a:gd name="T29" fmla="*/ 4007 h 467"/>
                  <a:gd name="T30" fmla="*/ 6033 w 432"/>
                  <a:gd name="T31" fmla="*/ 3973 h 467"/>
                  <a:gd name="T32" fmla="*/ 6125 w 432"/>
                  <a:gd name="T33" fmla="*/ 4042 h 467"/>
                  <a:gd name="T34" fmla="*/ 6113 w 432"/>
                  <a:gd name="T35" fmla="*/ 4178 h 467"/>
                  <a:gd name="T36" fmla="*/ 6563 w 432"/>
                  <a:gd name="T37" fmla="*/ 8791 h 467"/>
                  <a:gd name="T38" fmla="*/ 6688 w 432"/>
                  <a:gd name="T39" fmla="*/ 8847 h 467"/>
                  <a:gd name="T40" fmla="*/ 6738 w 432"/>
                  <a:gd name="T41" fmla="*/ 8698 h 467"/>
                  <a:gd name="T42" fmla="*/ 6300 w 432"/>
                  <a:gd name="T43" fmla="*/ 4178 h 467"/>
                  <a:gd name="T44" fmla="*/ 6313 w 432"/>
                  <a:gd name="T45" fmla="*/ 3914 h 467"/>
                  <a:gd name="T46" fmla="*/ 6313 w 432"/>
                  <a:gd name="T47" fmla="*/ 3914 h 467"/>
                  <a:gd name="T48" fmla="*/ 6345 w 432"/>
                  <a:gd name="T49" fmla="*/ 3815 h 467"/>
                  <a:gd name="T50" fmla="*/ 6313 w 432"/>
                  <a:gd name="T51" fmla="*/ 3759 h 467"/>
                  <a:gd name="T52" fmla="*/ 6313 w 432"/>
                  <a:gd name="T53" fmla="*/ 3551 h 467"/>
                  <a:gd name="T54" fmla="*/ 6250 w 432"/>
                  <a:gd name="T55" fmla="*/ 1558 h 467"/>
                  <a:gd name="T56" fmla="*/ 5738 w 432"/>
                  <a:gd name="T57" fmla="*/ 662 h 467"/>
                  <a:gd name="T58" fmla="*/ 5113 w 432"/>
                  <a:gd name="T59" fmla="*/ 398 h 467"/>
                  <a:gd name="T60" fmla="*/ 5533 w 432"/>
                  <a:gd name="T61" fmla="*/ 205 h 467"/>
                  <a:gd name="T62" fmla="*/ 5500 w 432"/>
                  <a:gd name="T63" fmla="*/ 0 h 467"/>
                  <a:gd name="T64" fmla="*/ 3488 w 432"/>
                  <a:gd name="T65" fmla="*/ 1195 h 467"/>
                  <a:gd name="T66" fmla="*/ 2925 w 432"/>
                  <a:gd name="T67" fmla="*/ 1558 h 467"/>
                  <a:gd name="T68" fmla="*/ 2895 w 432"/>
                  <a:gd name="T69" fmla="*/ 1822 h 467"/>
                  <a:gd name="T70" fmla="*/ 3583 w 432"/>
                  <a:gd name="T71" fmla="*/ 1387 h 467"/>
                  <a:gd name="T72" fmla="*/ 4658 w 432"/>
                  <a:gd name="T73" fmla="*/ 662 h 467"/>
                  <a:gd name="T74" fmla="*/ 4675 w 432"/>
                  <a:gd name="T75" fmla="*/ 662 h 467"/>
                  <a:gd name="T76" fmla="*/ 5645 w 432"/>
                  <a:gd name="T77" fmla="*/ 854 h 467"/>
                  <a:gd name="T78" fmla="*/ 6063 w 432"/>
                  <a:gd name="T79" fmla="*/ 1574 h 467"/>
                  <a:gd name="T80" fmla="*/ 6125 w 432"/>
                  <a:gd name="T81" fmla="*/ 3551 h 467"/>
                  <a:gd name="T82" fmla="*/ 6125 w 432"/>
                  <a:gd name="T83" fmla="*/ 3701 h 467"/>
                  <a:gd name="T84" fmla="*/ 6050 w 432"/>
                  <a:gd name="T85" fmla="*/ 3815 h 467"/>
                  <a:gd name="T86" fmla="*/ 5750 w 432"/>
                  <a:gd name="T87" fmla="*/ 3871 h 467"/>
                  <a:gd name="T88" fmla="*/ 4125 w 432"/>
                  <a:gd name="T89" fmla="*/ 4200 h 467"/>
                  <a:gd name="T90" fmla="*/ 4175 w 432"/>
                  <a:gd name="T91" fmla="*/ 4349 h 467"/>
                  <a:gd name="T92" fmla="*/ 5083 w 432"/>
                  <a:gd name="T93" fmla="*/ 4144 h 467"/>
                  <a:gd name="T94" fmla="*/ 5095 w 432"/>
                  <a:gd name="T95" fmla="*/ 4144 h 467"/>
                  <a:gd name="T96" fmla="*/ 5425 w 432"/>
                  <a:gd name="T97" fmla="*/ 4237 h 467"/>
                  <a:gd name="T98" fmla="*/ 5720 w 432"/>
                  <a:gd name="T99" fmla="*/ 4712 h 46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32" h="467">
                    <a:moveTo>
                      <a:pt x="118" y="109"/>
                    </a:moveTo>
                    <a:cubicBezTo>
                      <a:pt x="107" y="113"/>
                      <a:pt x="98" y="116"/>
                      <a:pt x="90" y="118"/>
                    </a:cubicBezTo>
                    <a:cubicBezTo>
                      <a:pt x="88" y="119"/>
                      <a:pt x="88" y="119"/>
                      <a:pt x="88" y="119"/>
                    </a:cubicBezTo>
                    <a:cubicBezTo>
                      <a:pt x="68" y="125"/>
                      <a:pt x="42" y="125"/>
                      <a:pt x="8" y="119"/>
                    </a:cubicBezTo>
                    <a:cubicBezTo>
                      <a:pt x="5" y="118"/>
                      <a:pt x="2" y="120"/>
                      <a:pt x="1" y="123"/>
                    </a:cubicBezTo>
                    <a:cubicBezTo>
                      <a:pt x="0" y="127"/>
                      <a:pt x="3" y="130"/>
                      <a:pt x="6" y="130"/>
                    </a:cubicBezTo>
                    <a:cubicBezTo>
                      <a:pt x="42" y="138"/>
                      <a:pt x="70" y="138"/>
                      <a:pt x="92" y="130"/>
                    </a:cubicBezTo>
                    <a:cubicBezTo>
                      <a:pt x="94" y="130"/>
                      <a:pt x="94" y="130"/>
                      <a:pt x="94" y="130"/>
                    </a:cubicBezTo>
                    <a:cubicBezTo>
                      <a:pt x="102" y="127"/>
                      <a:pt x="113" y="124"/>
                      <a:pt x="125" y="120"/>
                    </a:cubicBezTo>
                    <a:cubicBezTo>
                      <a:pt x="116" y="110"/>
                      <a:pt x="116" y="110"/>
                      <a:pt x="116" y="110"/>
                    </a:cubicBezTo>
                    <a:cubicBezTo>
                      <a:pt x="117" y="110"/>
                      <a:pt x="117" y="110"/>
                      <a:pt x="118" y="109"/>
                    </a:cubicBezTo>
                    <a:close/>
                    <a:moveTo>
                      <a:pt x="374" y="246"/>
                    </a:moveTo>
                    <a:cubicBezTo>
                      <a:pt x="372" y="235"/>
                      <a:pt x="363" y="224"/>
                      <a:pt x="352" y="216"/>
                    </a:cubicBezTo>
                    <a:cubicBezTo>
                      <a:pt x="350" y="216"/>
                      <a:pt x="349" y="215"/>
                      <a:pt x="348" y="214"/>
                    </a:cubicBezTo>
                    <a:cubicBezTo>
                      <a:pt x="355" y="213"/>
                      <a:pt x="362" y="212"/>
                      <a:pt x="369" y="211"/>
                    </a:cubicBezTo>
                    <a:cubicBezTo>
                      <a:pt x="375" y="211"/>
                      <a:pt x="381" y="210"/>
                      <a:pt x="386" y="209"/>
                    </a:cubicBezTo>
                    <a:cubicBezTo>
                      <a:pt x="393" y="208"/>
                      <a:pt x="392" y="213"/>
                      <a:pt x="392" y="213"/>
                    </a:cubicBezTo>
                    <a:cubicBezTo>
                      <a:pt x="391" y="220"/>
                      <a:pt x="391" y="220"/>
                      <a:pt x="391" y="220"/>
                    </a:cubicBezTo>
                    <a:cubicBezTo>
                      <a:pt x="391" y="274"/>
                      <a:pt x="394" y="406"/>
                      <a:pt x="420" y="463"/>
                    </a:cubicBezTo>
                    <a:cubicBezTo>
                      <a:pt x="421" y="466"/>
                      <a:pt x="425" y="467"/>
                      <a:pt x="428" y="466"/>
                    </a:cubicBezTo>
                    <a:cubicBezTo>
                      <a:pt x="431" y="464"/>
                      <a:pt x="432" y="461"/>
                      <a:pt x="431" y="458"/>
                    </a:cubicBezTo>
                    <a:cubicBezTo>
                      <a:pt x="406" y="403"/>
                      <a:pt x="403" y="273"/>
                      <a:pt x="403" y="220"/>
                    </a:cubicBezTo>
                    <a:cubicBezTo>
                      <a:pt x="404" y="206"/>
                      <a:pt x="404" y="206"/>
                      <a:pt x="404" y="206"/>
                    </a:cubicBezTo>
                    <a:cubicBezTo>
                      <a:pt x="404" y="206"/>
                      <a:pt x="404" y="206"/>
                      <a:pt x="404" y="206"/>
                    </a:cubicBezTo>
                    <a:cubicBezTo>
                      <a:pt x="406" y="205"/>
                      <a:pt x="407" y="203"/>
                      <a:pt x="406" y="201"/>
                    </a:cubicBezTo>
                    <a:cubicBezTo>
                      <a:pt x="406" y="200"/>
                      <a:pt x="405" y="199"/>
                      <a:pt x="404" y="198"/>
                    </a:cubicBezTo>
                    <a:cubicBezTo>
                      <a:pt x="404" y="187"/>
                      <a:pt x="404" y="187"/>
                      <a:pt x="404" y="187"/>
                    </a:cubicBezTo>
                    <a:cubicBezTo>
                      <a:pt x="404" y="153"/>
                      <a:pt x="405" y="120"/>
                      <a:pt x="400" y="82"/>
                    </a:cubicBezTo>
                    <a:cubicBezTo>
                      <a:pt x="397" y="62"/>
                      <a:pt x="386" y="46"/>
                      <a:pt x="367" y="35"/>
                    </a:cubicBezTo>
                    <a:cubicBezTo>
                      <a:pt x="355" y="27"/>
                      <a:pt x="340" y="23"/>
                      <a:pt x="327" y="21"/>
                    </a:cubicBezTo>
                    <a:cubicBezTo>
                      <a:pt x="339" y="16"/>
                      <a:pt x="349" y="12"/>
                      <a:pt x="354" y="11"/>
                    </a:cubicBezTo>
                    <a:moveTo>
                      <a:pt x="352" y="0"/>
                    </a:moveTo>
                    <a:cubicBezTo>
                      <a:pt x="327" y="4"/>
                      <a:pt x="244" y="50"/>
                      <a:pt x="223" y="63"/>
                    </a:cubicBezTo>
                    <a:cubicBezTo>
                      <a:pt x="211" y="70"/>
                      <a:pt x="199" y="76"/>
                      <a:pt x="187" y="82"/>
                    </a:cubicBezTo>
                    <a:cubicBezTo>
                      <a:pt x="184" y="86"/>
                      <a:pt x="182" y="93"/>
                      <a:pt x="185" y="96"/>
                    </a:cubicBezTo>
                    <a:cubicBezTo>
                      <a:pt x="200" y="89"/>
                      <a:pt x="215" y="82"/>
                      <a:pt x="229" y="73"/>
                    </a:cubicBezTo>
                    <a:cubicBezTo>
                      <a:pt x="245" y="63"/>
                      <a:pt x="273" y="48"/>
                      <a:pt x="298" y="35"/>
                    </a:cubicBezTo>
                    <a:cubicBezTo>
                      <a:pt x="298" y="35"/>
                      <a:pt x="299" y="35"/>
                      <a:pt x="299" y="35"/>
                    </a:cubicBezTo>
                    <a:cubicBezTo>
                      <a:pt x="312" y="30"/>
                      <a:pt x="341" y="33"/>
                      <a:pt x="361" y="45"/>
                    </a:cubicBezTo>
                    <a:cubicBezTo>
                      <a:pt x="372" y="51"/>
                      <a:pt x="385" y="63"/>
                      <a:pt x="388" y="83"/>
                    </a:cubicBezTo>
                    <a:cubicBezTo>
                      <a:pt x="393" y="121"/>
                      <a:pt x="392" y="153"/>
                      <a:pt x="392" y="187"/>
                    </a:cubicBezTo>
                    <a:cubicBezTo>
                      <a:pt x="392" y="195"/>
                      <a:pt x="392" y="195"/>
                      <a:pt x="392" y="195"/>
                    </a:cubicBezTo>
                    <a:cubicBezTo>
                      <a:pt x="392" y="195"/>
                      <a:pt x="392" y="200"/>
                      <a:pt x="387" y="201"/>
                    </a:cubicBezTo>
                    <a:cubicBezTo>
                      <a:pt x="382" y="202"/>
                      <a:pt x="375" y="203"/>
                      <a:pt x="368" y="204"/>
                    </a:cubicBezTo>
                    <a:cubicBezTo>
                      <a:pt x="336" y="208"/>
                      <a:pt x="291" y="214"/>
                      <a:pt x="264" y="221"/>
                    </a:cubicBezTo>
                    <a:cubicBezTo>
                      <a:pt x="265" y="224"/>
                      <a:pt x="266" y="226"/>
                      <a:pt x="267" y="229"/>
                    </a:cubicBezTo>
                    <a:cubicBezTo>
                      <a:pt x="283" y="225"/>
                      <a:pt x="304" y="221"/>
                      <a:pt x="325" y="218"/>
                    </a:cubicBezTo>
                    <a:cubicBezTo>
                      <a:pt x="325" y="218"/>
                      <a:pt x="326" y="218"/>
                      <a:pt x="326" y="218"/>
                    </a:cubicBezTo>
                    <a:cubicBezTo>
                      <a:pt x="332" y="216"/>
                      <a:pt x="340" y="218"/>
                      <a:pt x="347" y="223"/>
                    </a:cubicBezTo>
                    <a:cubicBezTo>
                      <a:pt x="357" y="229"/>
                      <a:pt x="364" y="239"/>
                      <a:pt x="366" y="24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3" name="Freeform 488">
                <a:extLst>
                  <a:ext uri="{FF2B5EF4-FFF2-40B4-BE49-F238E27FC236}">
                    <a16:creationId xmlns:a16="http://schemas.microsoft.com/office/drawing/2014/main" id="{32F8E804-194C-422B-8C68-CFC60635A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749"/>
                <a:ext cx="105" cy="190"/>
              </a:xfrm>
              <a:custGeom>
                <a:avLst/>
                <a:gdLst>
                  <a:gd name="T0" fmla="*/ 520 w 42"/>
                  <a:gd name="T1" fmla="*/ 35 h 71"/>
                  <a:gd name="T2" fmla="*/ 270 w 42"/>
                  <a:gd name="T3" fmla="*/ 265 h 71"/>
                  <a:gd name="T4" fmla="*/ 313 w 42"/>
                  <a:gd name="T5" fmla="*/ 573 h 71"/>
                  <a:gd name="T6" fmla="*/ 33 w 42"/>
                  <a:gd name="T7" fmla="*/ 1226 h 71"/>
                  <a:gd name="T8" fmla="*/ 20 w 42"/>
                  <a:gd name="T9" fmla="*/ 1338 h 71"/>
                  <a:gd name="T10" fmla="*/ 113 w 42"/>
                  <a:gd name="T11" fmla="*/ 1338 h 71"/>
                  <a:gd name="T12" fmla="*/ 438 w 42"/>
                  <a:gd name="T13" fmla="*/ 615 h 71"/>
                  <a:gd name="T14" fmla="*/ 625 w 42"/>
                  <a:gd name="T15" fmla="*/ 388 h 71"/>
                  <a:gd name="T16" fmla="*/ 520 w 42"/>
                  <a:gd name="T17" fmla="*/ 35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71">
                    <a:moveTo>
                      <a:pt x="33" y="2"/>
                    </a:moveTo>
                    <a:cubicBezTo>
                      <a:pt x="27" y="0"/>
                      <a:pt x="20" y="6"/>
                      <a:pt x="17" y="14"/>
                    </a:cubicBezTo>
                    <a:cubicBezTo>
                      <a:pt x="16" y="20"/>
                      <a:pt x="17" y="26"/>
                      <a:pt x="20" y="30"/>
                    </a:cubicBezTo>
                    <a:cubicBezTo>
                      <a:pt x="18" y="44"/>
                      <a:pt x="12" y="56"/>
                      <a:pt x="2" y="64"/>
                    </a:cubicBezTo>
                    <a:cubicBezTo>
                      <a:pt x="0" y="65"/>
                      <a:pt x="0" y="68"/>
                      <a:pt x="1" y="70"/>
                    </a:cubicBezTo>
                    <a:cubicBezTo>
                      <a:pt x="3" y="71"/>
                      <a:pt x="5" y="71"/>
                      <a:pt x="7" y="70"/>
                    </a:cubicBezTo>
                    <a:cubicBezTo>
                      <a:pt x="18" y="61"/>
                      <a:pt x="25" y="47"/>
                      <a:pt x="28" y="32"/>
                    </a:cubicBezTo>
                    <a:cubicBezTo>
                      <a:pt x="33" y="31"/>
                      <a:pt x="38" y="27"/>
                      <a:pt x="40" y="20"/>
                    </a:cubicBezTo>
                    <a:cubicBezTo>
                      <a:pt x="42" y="12"/>
                      <a:pt x="39" y="4"/>
                      <a:pt x="33" y="2"/>
                    </a:cubicBezTo>
                    <a:close/>
                  </a:path>
                </a:pathLst>
              </a:custGeom>
              <a:solidFill>
                <a:srgbClr val="BD4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4" name="Freeform 489">
                <a:extLst>
                  <a:ext uri="{FF2B5EF4-FFF2-40B4-BE49-F238E27FC236}">
                    <a16:creationId xmlns:a16="http://schemas.microsoft.com/office/drawing/2014/main" id="{5D40B3D7-EEDA-4692-910D-96461017E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901"/>
                <a:ext cx="93" cy="46"/>
              </a:xfrm>
              <a:custGeom>
                <a:avLst/>
                <a:gdLst>
                  <a:gd name="T0" fmla="*/ 0 w 37"/>
                  <a:gd name="T1" fmla="*/ 116 h 17"/>
                  <a:gd name="T2" fmla="*/ 33 w 37"/>
                  <a:gd name="T3" fmla="*/ 257 h 17"/>
                  <a:gd name="T4" fmla="*/ 63 w 37"/>
                  <a:gd name="T5" fmla="*/ 336 h 17"/>
                  <a:gd name="T6" fmla="*/ 588 w 37"/>
                  <a:gd name="T7" fmla="*/ 219 h 17"/>
                  <a:gd name="T8" fmla="*/ 568 w 37"/>
                  <a:gd name="T9" fmla="*/ 0 h 17"/>
                  <a:gd name="T10" fmla="*/ 0 w 37"/>
                  <a:gd name="T11" fmla="*/ 1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7">
                    <a:moveTo>
                      <a:pt x="0" y="6"/>
                    </a:moveTo>
                    <a:cubicBezTo>
                      <a:pt x="1" y="8"/>
                      <a:pt x="2" y="10"/>
                      <a:pt x="2" y="13"/>
                    </a:cubicBezTo>
                    <a:cubicBezTo>
                      <a:pt x="3" y="14"/>
                      <a:pt x="3" y="16"/>
                      <a:pt x="4" y="17"/>
                    </a:cubicBezTo>
                    <a:cubicBezTo>
                      <a:pt x="21" y="13"/>
                      <a:pt x="31" y="12"/>
                      <a:pt x="37" y="11"/>
                    </a:cubicBezTo>
                    <a:cubicBezTo>
                      <a:pt x="36" y="7"/>
                      <a:pt x="36" y="3"/>
                      <a:pt x="36" y="0"/>
                    </a:cubicBezTo>
                    <a:cubicBezTo>
                      <a:pt x="29" y="1"/>
                      <a:pt x="19" y="2"/>
                      <a:pt x="0" y="6"/>
                    </a:cubicBezTo>
                    <a:close/>
                  </a:path>
                </a:pathLst>
              </a:custGeom>
              <a:solidFill>
                <a:srgbClr val="BD4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5" name="Freeform 490">
                <a:extLst>
                  <a:ext uri="{FF2B5EF4-FFF2-40B4-BE49-F238E27FC236}">
                    <a16:creationId xmlns:a16="http://schemas.microsoft.com/office/drawing/2014/main" id="{D86CD78B-8598-4E57-BB4C-280E7DAD2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749"/>
                <a:ext cx="87" cy="158"/>
              </a:xfrm>
              <a:custGeom>
                <a:avLst/>
                <a:gdLst>
                  <a:gd name="T0" fmla="*/ 167 w 35"/>
                  <a:gd name="T1" fmla="*/ 1111 h 59"/>
                  <a:gd name="T2" fmla="*/ 321 w 35"/>
                  <a:gd name="T3" fmla="*/ 616 h 59"/>
                  <a:gd name="T4" fmla="*/ 507 w 35"/>
                  <a:gd name="T5" fmla="*/ 388 h 59"/>
                  <a:gd name="T6" fmla="*/ 403 w 35"/>
                  <a:gd name="T7" fmla="*/ 35 h 59"/>
                  <a:gd name="T8" fmla="*/ 154 w 35"/>
                  <a:gd name="T9" fmla="*/ 265 h 59"/>
                  <a:gd name="T10" fmla="*/ 199 w 35"/>
                  <a:gd name="T11" fmla="*/ 573 h 59"/>
                  <a:gd name="T12" fmla="*/ 0 w 35"/>
                  <a:gd name="T13" fmla="*/ 1133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59">
                    <a:moveTo>
                      <a:pt x="11" y="58"/>
                    </a:moveTo>
                    <a:cubicBezTo>
                      <a:pt x="16" y="50"/>
                      <a:pt x="19" y="42"/>
                      <a:pt x="21" y="32"/>
                    </a:cubicBezTo>
                    <a:cubicBezTo>
                      <a:pt x="26" y="31"/>
                      <a:pt x="31" y="27"/>
                      <a:pt x="33" y="20"/>
                    </a:cubicBezTo>
                    <a:cubicBezTo>
                      <a:pt x="35" y="12"/>
                      <a:pt x="32" y="4"/>
                      <a:pt x="26" y="2"/>
                    </a:cubicBezTo>
                    <a:cubicBezTo>
                      <a:pt x="20" y="0"/>
                      <a:pt x="13" y="6"/>
                      <a:pt x="10" y="14"/>
                    </a:cubicBezTo>
                    <a:cubicBezTo>
                      <a:pt x="9" y="20"/>
                      <a:pt x="10" y="26"/>
                      <a:pt x="13" y="30"/>
                    </a:cubicBezTo>
                    <a:cubicBezTo>
                      <a:pt x="12" y="41"/>
                      <a:pt x="7" y="51"/>
                      <a:pt x="0" y="5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6" name="Freeform 491">
                <a:extLst>
                  <a:ext uri="{FF2B5EF4-FFF2-40B4-BE49-F238E27FC236}">
                    <a16:creationId xmlns:a16="http://schemas.microsoft.com/office/drawing/2014/main" id="{8240C827-BF35-4F95-A793-0206C2A9F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901"/>
                <a:ext cx="93" cy="46"/>
              </a:xfrm>
              <a:custGeom>
                <a:avLst/>
                <a:gdLst>
                  <a:gd name="T0" fmla="*/ 304 w 37"/>
                  <a:gd name="T1" fmla="*/ 38 h 17"/>
                  <a:gd name="T2" fmla="*/ 0 w 37"/>
                  <a:gd name="T3" fmla="*/ 116 h 17"/>
                  <a:gd name="T4" fmla="*/ 33 w 37"/>
                  <a:gd name="T5" fmla="*/ 257 h 17"/>
                  <a:gd name="T6" fmla="*/ 63 w 37"/>
                  <a:gd name="T7" fmla="*/ 336 h 17"/>
                  <a:gd name="T8" fmla="*/ 588 w 37"/>
                  <a:gd name="T9" fmla="*/ 219 h 17"/>
                  <a:gd name="T10" fmla="*/ 568 w 37"/>
                  <a:gd name="T11" fmla="*/ 0 h 17"/>
                  <a:gd name="T12" fmla="*/ 475 w 37"/>
                  <a:gd name="T13" fmla="*/ 22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19" y="2"/>
                    </a:moveTo>
                    <a:cubicBezTo>
                      <a:pt x="14" y="3"/>
                      <a:pt x="7" y="4"/>
                      <a:pt x="0" y="6"/>
                    </a:cubicBezTo>
                    <a:cubicBezTo>
                      <a:pt x="1" y="8"/>
                      <a:pt x="2" y="10"/>
                      <a:pt x="2" y="13"/>
                    </a:cubicBezTo>
                    <a:cubicBezTo>
                      <a:pt x="3" y="14"/>
                      <a:pt x="3" y="16"/>
                      <a:pt x="4" y="17"/>
                    </a:cubicBezTo>
                    <a:cubicBezTo>
                      <a:pt x="21" y="13"/>
                      <a:pt x="31" y="12"/>
                      <a:pt x="37" y="11"/>
                    </a:cubicBezTo>
                    <a:cubicBezTo>
                      <a:pt x="36" y="7"/>
                      <a:pt x="36" y="3"/>
                      <a:pt x="36" y="0"/>
                    </a:cubicBezTo>
                    <a:cubicBezTo>
                      <a:pt x="34" y="0"/>
                      <a:pt x="33" y="1"/>
                      <a:pt x="30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7" name="Freeform 492">
                <a:extLst>
                  <a:ext uri="{FF2B5EF4-FFF2-40B4-BE49-F238E27FC236}">
                    <a16:creationId xmlns:a16="http://schemas.microsoft.com/office/drawing/2014/main" id="{F235CAC0-2A74-4591-8369-CF44098BD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867"/>
                <a:ext cx="592" cy="976"/>
              </a:xfrm>
              <a:custGeom>
                <a:avLst/>
                <a:gdLst>
                  <a:gd name="T0" fmla="*/ 3662 w 237"/>
                  <a:gd name="T1" fmla="*/ 6712 h 366"/>
                  <a:gd name="T2" fmla="*/ 3462 w 237"/>
                  <a:gd name="T3" fmla="*/ 5747 h 366"/>
                  <a:gd name="T4" fmla="*/ 3257 w 237"/>
                  <a:gd name="T5" fmla="*/ 4757 h 366"/>
                  <a:gd name="T6" fmla="*/ 3120 w 237"/>
                  <a:gd name="T7" fmla="*/ 4643 h 366"/>
                  <a:gd name="T8" fmla="*/ 3037 w 237"/>
                  <a:gd name="T9" fmla="*/ 4744 h 366"/>
                  <a:gd name="T10" fmla="*/ 2528 w 237"/>
                  <a:gd name="T11" fmla="*/ 4403 h 366"/>
                  <a:gd name="T12" fmla="*/ 2870 w 237"/>
                  <a:gd name="T13" fmla="*/ 4003 h 366"/>
                  <a:gd name="T14" fmla="*/ 2945 w 237"/>
                  <a:gd name="T15" fmla="*/ 4459 h 366"/>
                  <a:gd name="T16" fmla="*/ 3100 w 237"/>
                  <a:gd name="T17" fmla="*/ 4552 h 366"/>
                  <a:gd name="T18" fmla="*/ 3195 w 237"/>
                  <a:gd name="T19" fmla="*/ 4360 h 366"/>
                  <a:gd name="T20" fmla="*/ 2665 w 237"/>
                  <a:gd name="T21" fmla="*/ 171 h 366"/>
                  <a:gd name="T22" fmla="*/ 2558 w 237"/>
                  <a:gd name="T23" fmla="*/ 0 h 366"/>
                  <a:gd name="T24" fmla="*/ 2415 w 237"/>
                  <a:gd name="T25" fmla="*/ 136 h 366"/>
                  <a:gd name="T26" fmla="*/ 2820 w 237"/>
                  <a:gd name="T27" fmla="*/ 3677 h 366"/>
                  <a:gd name="T28" fmla="*/ 2808 w 237"/>
                  <a:gd name="T29" fmla="*/ 3832 h 366"/>
                  <a:gd name="T30" fmla="*/ 2403 w 237"/>
                  <a:gd name="T31" fmla="*/ 4288 h 366"/>
                  <a:gd name="T32" fmla="*/ 2183 w 237"/>
                  <a:gd name="T33" fmla="*/ 4301 h 366"/>
                  <a:gd name="T34" fmla="*/ 42 w 237"/>
                  <a:gd name="T35" fmla="*/ 4403 h 366"/>
                  <a:gd name="T36" fmla="*/ 12 w 237"/>
                  <a:gd name="T37" fmla="*/ 4493 h 366"/>
                  <a:gd name="T38" fmla="*/ 92 w 237"/>
                  <a:gd name="T39" fmla="*/ 4531 h 366"/>
                  <a:gd name="T40" fmla="*/ 2258 w 237"/>
                  <a:gd name="T41" fmla="*/ 4459 h 366"/>
                  <a:gd name="T42" fmla="*/ 2321 w 237"/>
                  <a:gd name="T43" fmla="*/ 4472 h 366"/>
                  <a:gd name="T44" fmla="*/ 2975 w 237"/>
                  <a:gd name="T45" fmla="*/ 4872 h 366"/>
                  <a:gd name="T46" fmla="*/ 3070 w 237"/>
                  <a:gd name="T47" fmla="*/ 5064 h 366"/>
                  <a:gd name="T48" fmla="*/ 3195 w 237"/>
                  <a:gd name="T49" fmla="*/ 5688 h 366"/>
                  <a:gd name="T50" fmla="*/ 2870 w 237"/>
                  <a:gd name="T51" fmla="*/ 5496 h 366"/>
                  <a:gd name="T52" fmla="*/ 2790 w 237"/>
                  <a:gd name="T53" fmla="*/ 5555 h 366"/>
                  <a:gd name="T54" fmla="*/ 2840 w 237"/>
                  <a:gd name="T55" fmla="*/ 5653 h 366"/>
                  <a:gd name="T56" fmla="*/ 3257 w 237"/>
                  <a:gd name="T57" fmla="*/ 5973 h 366"/>
                  <a:gd name="T58" fmla="*/ 3432 w 237"/>
                  <a:gd name="T59" fmla="*/ 6827 h 366"/>
                  <a:gd name="T60" fmla="*/ 3599 w 237"/>
                  <a:gd name="T61" fmla="*/ 6904 h 366"/>
                  <a:gd name="T62" fmla="*/ 3662 w 237"/>
                  <a:gd name="T63" fmla="*/ 6712 h 36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7" h="366">
                    <a:moveTo>
                      <a:pt x="235" y="354"/>
                    </a:moveTo>
                    <a:cubicBezTo>
                      <a:pt x="233" y="348"/>
                      <a:pt x="227" y="324"/>
                      <a:pt x="222" y="303"/>
                    </a:cubicBezTo>
                    <a:cubicBezTo>
                      <a:pt x="218" y="283"/>
                      <a:pt x="213" y="262"/>
                      <a:pt x="209" y="251"/>
                    </a:cubicBezTo>
                    <a:cubicBezTo>
                      <a:pt x="208" y="246"/>
                      <a:pt x="204" y="244"/>
                      <a:pt x="200" y="245"/>
                    </a:cubicBezTo>
                    <a:cubicBezTo>
                      <a:pt x="197" y="246"/>
                      <a:pt x="195" y="248"/>
                      <a:pt x="195" y="250"/>
                    </a:cubicBezTo>
                    <a:cubicBezTo>
                      <a:pt x="187" y="244"/>
                      <a:pt x="176" y="237"/>
                      <a:pt x="162" y="232"/>
                    </a:cubicBezTo>
                    <a:cubicBezTo>
                      <a:pt x="172" y="227"/>
                      <a:pt x="180" y="218"/>
                      <a:pt x="184" y="211"/>
                    </a:cubicBezTo>
                    <a:cubicBezTo>
                      <a:pt x="187" y="223"/>
                      <a:pt x="188" y="231"/>
                      <a:pt x="189" y="235"/>
                    </a:cubicBezTo>
                    <a:cubicBezTo>
                      <a:pt x="190" y="239"/>
                      <a:pt x="195" y="241"/>
                      <a:pt x="199" y="240"/>
                    </a:cubicBezTo>
                    <a:cubicBezTo>
                      <a:pt x="203" y="239"/>
                      <a:pt x="206" y="235"/>
                      <a:pt x="205" y="230"/>
                    </a:cubicBezTo>
                    <a:cubicBezTo>
                      <a:pt x="198" y="207"/>
                      <a:pt x="169" y="32"/>
                      <a:pt x="171" y="9"/>
                    </a:cubicBezTo>
                    <a:cubicBezTo>
                      <a:pt x="171" y="4"/>
                      <a:pt x="168" y="0"/>
                      <a:pt x="164" y="0"/>
                    </a:cubicBezTo>
                    <a:cubicBezTo>
                      <a:pt x="159" y="0"/>
                      <a:pt x="156" y="3"/>
                      <a:pt x="155" y="7"/>
                    </a:cubicBezTo>
                    <a:cubicBezTo>
                      <a:pt x="153" y="28"/>
                      <a:pt x="170" y="134"/>
                      <a:pt x="181" y="194"/>
                    </a:cubicBezTo>
                    <a:cubicBezTo>
                      <a:pt x="182" y="196"/>
                      <a:pt x="180" y="201"/>
                      <a:pt x="180" y="202"/>
                    </a:cubicBezTo>
                    <a:cubicBezTo>
                      <a:pt x="178" y="208"/>
                      <a:pt x="167" y="222"/>
                      <a:pt x="154" y="226"/>
                    </a:cubicBezTo>
                    <a:cubicBezTo>
                      <a:pt x="152" y="227"/>
                      <a:pt x="143" y="227"/>
                      <a:pt x="140" y="227"/>
                    </a:cubicBezTo>
                    <a:cubicBezTo>
                      <a:pt x="102" y="221"/>
                      <a:pt x="25" y="223"/>
                      <a:pt x="3" y="232"/>
                    </a:cubicBezTo>
                    <a:cubicBezTo>
                      <a:pt x="1" y="232"/>
                      <a:pt x="0" y="235"/>
                      <a:pt x="1" y="237"/>
                    </a:cubicBezTo>
                    <a:cubicBezTo>
                      <a:pt x="2" y="239"/>
                      <a:pt x="4" y="240"/>
                      <a:pt x="6" y="239"/>
                    </a:cubicBezTo>
                    <a:cubicBezTo>
                      <a:pt x="28" y="230"/>
                      <a:pt x="111" y="229"/>
                      <a:pt x="145" y="235"/>
                    </a:cubicBezTo>
                    <a:cubicBezTo>
                      <a:pt x="145" y="236"/>
                      <a:pt x="149" y="236"/>
                      <a:pt x="149" y="236"/>
                    </a:cubicBezTo>
                    <a:cubicBezTo>
                      <a:pt x="168" y="241"/>
                      <a:pt x="182" y="250"/>
                      <a:pt x="191" y="257"/>
                    </a:cubicBezTo>
                    <a:cubicBezTo>
                      <a:pt x="193" y="259"/>
                      <a:pt x="197" y="265"/>
                      <a:pt x="197" y="267"/>
                    </a:cubicBezTo>
                    <a:cubicBezTo>
                      <a:pt x="200" y="276"/>
                      <a:pt x="202" y="288"/>
                      <a:pt x="205" y="300"/>
                    </a:cubicBezTo>
                    <a:cubicBezTo>
                      <a:pt x="200" y="296"/>
                      <a:pt x="193" y="293"/>
                      <a:pt x="184" y="290"/>
                    </a:cubicBezTo>
                    <a:cubicBezTo>
                      <a:pt x="182" y="290"/>
                      <a:pt x="180" y="291"/>
                      <a:pt x="179" y="293"/>
                    </a:cubicBezTo>
                    <a:cubicBezTo>
                      <a:pt x="178" y="295"/>
                      <a:pt x="180" y="297"/>
                      <a:pt x="182" y="298"/>
                    </a:cubicBezTo>
                    <a:cubicBezTo>
                      <a:pt x="196" y="302"/>
                      <a:pt x="203" y="307"/>
                      <a:pt x="209" y="315"/>
                    </a:cubicBezTo>
                    <a:cubicBezTo>
                      <a:pt x="214" y="339"/>
                      <a:pt x="218" y="354"/>
                      <a:pt x="220" y="360"/>
                    </a:cubicBezTo>
                    <a:cubicBezTo>
                      <a:pt x="222" y="364"/>
                      <a:pt x="227" y="366"/>
                      <a:pt x="231" y="364"/>
                    </a:cubicBezTo>
                    <a:cubicBezTo>
                      <a:pt x="235" y="362"/>
                      <a:pt x="237" y="358"/>
                      <a:pt x="235" y="354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8" name="Freeform 493">
                <a:extLst>
                  <a:ext uri="{FF2B5EF4-FFF2-40B4-BE49-F238E27FC236}">
                    <a16:creationId xmlns:a16="http://schemas.microsoft.com/office/drawing/2014/main" id="{BB38B89D-1CE0-4A56-8779-812227A22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3032"/>
                <a:ext cx="260" cy="155"/>
              </a:xfrm>
              <a:custGeom>
                <a:avLst/>
                <a:gdLst>
                  <a:gd name="T0" fmla="*/ 0 w 104"/>
                  <a:gd name="T1" fmla="*/ 1106 h 58"/>
                  <a:gd name="T2" fmla="*/ 488 w 104"/>
                  <a:gd name="T3" fmla="*/ 743 h 58"/>
                  <a:gd name="T4" fmla="*/ 408 w 104"/>
                  <a:gd name="T5" fmla="*/ 492 h 58"/>
                  <a:gd name="T6" fmla="*/ 1550 w 104"/>
                  <a:gd name="T7" fmla="*/ 251 h 58"/>
                  <a:gd name="T8" fmla="*/ 1613 w 104"/>
                  <a:gd name="T9" fmla="*/ 94 h 58"/>
                  <a:gd name="T10" fmla="*/ 1488 w 104"/>
                  <a:gd name="T11" fmla="*/ 35 h 58"/>
                  <a:gd name="T12" fmla="*/ 33 w 104"/>
                  <a:gd name="T13" fmla="*/ 321 h 58"/>
                  <a:gd name="T14" fmla="*/ 63 w 104"/>
                  <a:gd name="T15" fmla="*/ 572 h 58"/>
                  <a:gd name="T16" fmla="*/ 270 w 104"/>
                  <a:gd name="T17" fmla="*/ 628 h 58"/>
                  <a:gd name="T18" fmla="*/ 300 w 104"/>
                  <a:gd name="T19" fmla="*/ 786 h 58"/>
                  <a:gd name="T20" fmla="*/ 20 w 104"/>
                  <a:gd name="T21" fmla="*/ 935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4" h="58">
                    <a:moveTo>
                      <a:pt x="0" y="58"/>
                    </a:moveTo>
                    <a:cubicBezTo>
                      <a:pt x="10" y="57"/>
                      <a:pt x="32" y="52"/>
                      <a:pt x="31" y="39"/>
                    </a:cubicBezTo>
                    <a:cubicBezTo>
                      <a:pt x="31" y="33"/>
                      <a:pt x="29" y="29"/>
                      <a:pt x="26" y="26"/>
                    </a:cubicBezTo>
                    <a:cubicBezTo>
                      <a:pt x="51" y="23"/>
                      <a:pt x="90" y="17"/>
                      <a:pt x="99" y="13"/>
                    </a:cubicBezTo>
                    <a:cubicBezTo>
                      <a:pt x="103" y="12"/>
                      <a:pt x="104" y="8"/>
                      <a:pt x="103" y="5"/>
                    </a:cubicBezTo>
                    <a:cubicBezTo>
                      <a:pt x="102" y="2"/>
                      <a:pt x="98" y="0"/>
                      <a:pt x="95" y="2"/>
                    </a:cubicBezTo>
                    <a:cubicBezTo>
                      <a:pt x="84" y="6"/>
                      <a:pt x="34" y="13"/>
                      <a:pt x="2" y="17"/>
                    </a:cubicBezTo>
                    <a:cubicBezTo>
                      <a:pt x="3" y="21"/>
                      <a:pt x="4" y="25"/>
                      <a:pt x="4" y="30"/>
                    </a:cubicBezTo>
                    <a:cubicBezTo>
                      <a:pt x="10" y="30"/>
                      <a:pt x="15" y="31"/>
                      <a:pt x="17" y="33"/>
                    </a:cubicBezTo>
                    <a:cubicBezTo>
                      <a:pt x="19" y="34"/>
                      <a:pt x="20" y="36"/>
                      <a:pt x="19" y="41"/>
                    </a:cubicBezTo>
                    <a:cubicBezTo>
                      <a:pt x="17" y="45"/>
                      <a:pt x="9" y="48"/>
                      <a:pt x="1" y="49"/>
                    </a:cubicBezTo>
                  </a:path>
                </a:pathLst>
              </a:custGeom>
              <a:solidFill>
                <a:srgbClr val="BD4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9" name="Freeform 494">
                <a:extLst>
                  <a:ext uri="{FF2B5EF4-FFF2-40B4-BE49-F238E27FC236}">
                    <a16:creationId xmlns:a16="http://schemas.microsoft.com/office/drawing/2014/main" id="{4F35966B-05B6-4B42-B88F-E2691ACE2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3037"/>
                <a:ext cx="235" cy="126"/>
              </a:xfrm>
              <a:custGeom>
                <a:avLst/>
                <a:gdLst>
                  <a:gd name="T0" fmla="*/ 1470 w 94"/>
                  <a:gd name="T1" fmla="*/ 0 h 47"/>
                  <a:gd name="T2" fmla="*/ 20 w 94"/>
                  <a:gd name="T3" fmla="*/ 287 h 47"/>
                  <a:gd name="T4" fmla="*/ 50 w 94"/>
                  <a:gd name="T5" fmla="*/ 539 h 47"/>
                  <a:gd name="T6" fmla="*/ 250 w 94"/>
                  <a:gd name="T7" fmla="*/ 598 h 47"/>
                  <a:gd name="T8" fmla="*/ 283 w 94"/>
                  <a:gd name="T9" fmla="*/ 753 h 47"/>
                  <a:gd name="T10" fmla="*/ 0 w 94"/>
                  <a:gd name="T11" fmla="*/ 906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47">
                    <a:moveTo>
                      <a:pt x="94" y="0"/>
                    </a:moveTo>
                    <a:cubicBezTo>
                      <a:pt x="83" y="4"/>
                      <a:pt x="33" y="11"/>
                      <a:pt x="1" y="15"/>
                    </a:cubicBezTo>
                    <a:cubicBezTo>
                      <a:pt x="2" y="19"/>
                      <a:pt x="3" y="23"/>
                      <a:pt x="3" y="28"/>
                    </a:cubicBezTo>
                    <a:cubicBezTo>
                      <a:pt x="9" y="28"/>
                      <a:pt x="14" y="29"/>
                      <a:pt x="16" y="31"/>
                    </a:cubicBezTo>
                    <a:cubicBezTo>
                      <a:pt x="18" y="32"/>
                      <a:pt x="19" y="34"/>
                      <a:pt x="18" y="39"/>
                    </a:cubicBezTo>
                    <a:cubicBezTo>
                      <a:pt x="16" y="43"/>
                      <a:pt x="8" y="46"/>
                      <a:pt x="0" y="4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0" name="Freeform 495">
                <a:extLst>
                  <a:ext uri="{FF2B5EF4-FFF2-40B4-BE49-F238E27FC236}">
                    <a16:creationId xmlns:a16="http://schemas.microsoft.com/office/drawing/2014/main" id="{52236E87-38A4-44AA-9EDB-19471685F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3067"/>
                <a:ext cx="247" cy="120"/>
              </a:xfrm>
              <a:custGeom>
                <a:avLst/>
                <a:gdLst>
                  <a:gd name="T0" fmla="*/ 0 w 99"/>
                  <a:gd name="T1" fmla="*/ 853 h 45"/>
                  <a:gd name="T2" fmla="*/ 479 w 99"/>
                  <a:gd name="T3" fmla="*/ 491 h 45"/>
                  <a:gd name="T4" fmla="*/ 404 w 99"/>
                  <a:gd name="T5" fmla="*/ 248 h 45"/>
                  <a:gd name="T6" fmla="*/ 1537 w 99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45">
                    <a:moveTo>
                      <a:pt x="0" y="45"/>
                    </a:moveTo>
                    <a:cubicBezTo>
                      <a:pt x="10" y="44"/>
                      <a:pt x="32" y="39"/>
                      <a:pt x="31" y="26"/>
                    </a:cubicBezTo>
                    <a:cubicBezTo>
                      <a:pt x="31" y="20"/>
                      <a:pt x="29" y="16"/>
                      <a:pt x="26" y="13"/>
                    </a:cubicBezTo>
                    <a:cubicBezTo>
                      <a:pt x="51" y="10"/>
                      <a:pt x="90" y="4"/>
                      <a:pt x="9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1" name="Freeform 496">
                <a:extLst>
                  <a:ext uri="{FF2B5EF4-FFF2-40B4-BE49-F238E27FC236}">
                    <a16:creationId xmlns:a16="http://schemas.microsoft.com/office/drawing/2014/main" id="{4703B72D-F902-419C-BFBD-1BFE4F2CA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1560"/>
                <a:ext cx="307" cy="184"/>
              </a:xfrm>
              <a:custGeom>
                <a:avLst/>
                <a:gdLst>
                  <a:gd name="T0" fmla="*/ 1849 w 123"/>
                  <a:gd name="T1" fmla="*/ 136 h 69"/>
                  <a:gd name="T2" fmla="*/ 791 w 123"/>
                  <a:gd name="T3" fmla="*/ 307 h 69"/>
                  <a:gd name="T4" fmla="*/ 542 w 123"/>
                  <a:gd name="T5" fmla="*/ 192 h 69"/>
                  <a:gd name="T6" fmla="*/ 292 w 123"/>
                  <a:gd name="T7" fmla="*/ 35 h 69"/>
                  <a:gd name="T8" fmla="*/ 354 w 123"/>
                  <a:gd name="T9" fmla="*/ 1195 h 69"/>
                  <a:gd name="T10" fmla="*/ 529 w 123"/>
                  <a:gd name="T11" fmla="*/ 888 h 69"/>
                  <a:gd name="T12" fmla="*/ 821 w 123"/>
                  <a:gd name="T13" fmla="*/ 533 h 69"/>
                  <a:gd name="T14" fmla="*/ 1912 w 123"/>
                  <a:gd name="T15" fmla="*/ 363 h 69"/>
                  <a:gd name="T16" fmla="*/ 1849 w 123"/>
                  <a:gd name="T17" fmla="*/ 136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" h="69">
                    <a:moveTo>
                      <a:pt x="119" y="7"/>
                    </a:moveTo>
                    <a:cubicBezTo>
                      <a:pt x="96" y="5"/>
                      <a:pt x="70" y="10"/>
                      <a:pt x="51" y="16"/>
                    </a:cubicBezTo>
                    <a:cubicBezTo>
                      <a:pt x="36" y="19"/>
                      <a:pt x="36" y="13"/>
                      <a:pt x="35" y="10"/>
                    </a:cubicBezTo>
                    <a:cubicBezTo>
                      <a:pt x="32" y="4"/>
                      <a:pt x="27" y="0"/>
                      <a:pt x="19" y="2"/>
                    </a:cubicBezTo>
                    <a:cubicBezTo>
                      <a:pt x="0" y="10"/>
                      <a:pt x="6" y="69"/>
                      <a:pt x="23" y="63"/>
                    </a:cubicBezTo>
                    <a:cubicBezTo>
                      <a:pt x="28" y="61"/>
                      <a:pt x="32" y="55"/>
                      <a:pt x="34" y="47"/>
                    </a:cubicBezTo>
                    <a:cubicBezTo>
                      <a:pt x="36" y="43"/>
                      <a:pt x="40" y="32"/>
                      <a:pt x="53" y="28"/>
                    </a:cubicBezTo>
                    <a:cubicBezTo>
                      <a:pt x="73" y="22"/>
                      <a:pt x="101" y="17"/>
                      <a:pt x="123" y="19"/>
                    </a:cubicBezTo>
                    <a:cubicBezTo>
                      <a:pt x="121" y="15"/>
                      <a:pt x="120" y="11"/>
                      <a:pt x="119" y="7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2" name="Freeform 497">
                <a:extLst>
                  <a:ext uri="{FF2B5EF4-FFF2-40B4-BE49-F238E27FC236}">
                    <a16:creationId xmlns:a16="http://schemas.microsoft.com/office/drawing/2014/main" id="{410EC613-96A6-4B33-847A-F4F89926D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005"/>
                <a:ext cx="255" cy="470"/>
              </a:xfrm>
              <a:custGeom>
                <a:avLst/>
                <a:gdLst>
                  <a:gd name="T0" fmla="*/ 958 w 102"/>
                  <a:gd name="T1" fmla="*/ 3351 h 176"/>
                  <a:gd name="T2" fmla="*/ 1520 w 102"/>
                  <a:gd name="T3" fmla="*/ 1640 h 176"/>
                  <a:gd name="T4" fmla="*/ 675 w 102"/>
                  <a:gd name="T5" fmla="*/ 150 h 176"/>
                  <a:gd name="T6" fmla="*/ 270 w 102"/>
                  <a:gd name="T7" fmla="*/ 1869 h 176"/>
                  <a:gd name="T8" fmla="*/ 958 w 102"/>
                  <a:gd name="T9" fmla="*/ 3351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76">
                    <a:moveTo>
                      <a:pt x="61" y="176"/>
                    </a:moveTo>
                    <a:cubicBezTo>
                      <a:pt x="95" y="174"/>
                      <a:pt x="102" y="120"/>
                      <a:pt x="97" y="86"/>
                    </a:cubicBezTo>
                    <a:cubicBezTo>
                      <a:pt x="92" y="52"/>
                      <a:pt x="86" y="0"/>
                      <a:pt x="43" y="8"/>
                    </a:cubicBezTo>
                    <a:cubicBezTo>
                      <a:pt x="0" y="15"/>
                      <a:pt x="16" y="81"/>
                      <a:pt x="17" y="98"/>
                    </a:cubicBezTo>
                    <a:cubicBezTo>
                      <a:pt x="19" y="115"/>
                      <a:pt x="25" y="175"/>
                      <a:pt x="61" y="176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3" name="Freeform 498">
                <a:extLst>
                  <a:ext uri="{FF2B5EF4-FFF2-40B4-BE49-F238E27FC236}">
                    <a16:creationId xmlns:a16="http://schemas.microsoft.com/office/drawing/2014/main" id="{33BAFA4A-1586-43DB-973E-4568B15BC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045"/>
                <a:ext cx="200" cy="491"/>
              </a:xfrm>
              <a:custGeom>
                <a:avLst/>
                <a:gdLst>
                  <a:gd name="T0" fmla="*/ 938 w 80"/>
                  <a:gd name="T1" fmla="*/ 3496 h 184"/>
                  <a:gd name="T2" fmla="*/ 1250 w 80"/>
                  <a:gd name="T3" fmla="*/ 3061 h 184"/>
                  <a:gd name="T4" fmla="*/ 1145 w 80"/>
                  <a:gd name="T5" fmla="*/ 2129 h 184"/>
                  <a:gd name="T6" fmla="*/ 313 w 80"/>
                  <a:gd name="T7" fmla="*/ 115 h 184"/>
                  <a:gd name="T8" fmla="*/ 470 w 80"/>
                  <a:gd name="T9" fmla="*/ 1686 h 184"/>
                  <a:gd name="T10" fmla="*/ 938 w 80"/>
                  <a:gd name="T11" fmla="*/ 3496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184">
                    <a:moveTo>
                      <a:pt x="60" y="184"/>
                    </a:moveTo>
                    <a:cubicBezTo>
                      <a:pt x="72" y="184"/>
                      <a:pt x="80" y="181"/>
                      <a:pt x="80" y="161"/>
                    </a:cubicBezTo>
                    <a:cubicBezTo>
                      <a:pt x="79" y="142"/>
                      <a:pt x="73" y="112"/>
                      <a:pt x="73" y="112"/>
                    </a:cubicBezTo>
                    <a:cubicBezTo>
                      <a:pt x="73" y="112"/>
                      <a:pt x="47" y="0"/>
                      <a:pt x="20" y="6"/>
                    </a:cubicBezTo>
                    <a:cubicBezTo>
                      <a:pt x="0" y="11"/>
                      <a:pt x="17" y="47"/>
                      <a:pt x="30" y="89"/>
                    </a:cubicBezTo>
                    <a:cubicBezTo>
                      <a:pt x="44" y="132"/>
                      <a:pt x="42" y="183"/>
                      <a:pt x="60" y="184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4" name="Freeform 499">
                <a:extLst>
                  <a:ext uri="{FF2B5EF4-FFF2-40B4-BE49-F238E27FC236}">
                    <a16:creationId xmlns:a16="http://schemas.microsoft.com/office/drawing/2014/main" id="{E06CA4E1-35F4-427A-AA45-A8E8ECC72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957"/>
                <a:ext cx="190" cy="438"/>
              </a:xfrm>
              <a:custGeom>
                <a:avLst/>
                <a:gdLst>
                  <a:gd name="T0" fmla="*/ 113 w 76"/>
                  <a:gd name="T1" fmla="*/ 879 h 164"/>
                  <a:gd name="T2" fmla="*/ 175 w 76"/>
                  <a:gd name="T3" fmla="*/ 77 h 164"/>
                  <a:gd name="T4" fmla="*/ 625 w 76"/>
                  <a:gd name="T5" fmla="*/ 550 h 164"/>
                  <a:gd name="T6" fmla="*/ 1050 w 76"/>
                  <a:gd name="T7" fmla="*/ 2190 h 164"/>
                  <a:gd name="T8" fmla="*/ 1000 w 76"/>
                  <a:gd name="T9" fmla="*/ 3010 h 164"/>
                  <a:gd name="T10" fmla="*/ 520 w 76"/>
                  <a:gd name="T11" fmla="*/ 2382 h 164"/>
                  <a:gd name="T12" fmla="*/ 113 w 76"/>
                  <a:gd name="T13" fmla="*/ 879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164">
                    <a:moveTo>
                      <a:pt x="7" y="46"/>
                    </a:moveTo>
                    <a:cubicBezTo>
                      <a:pt x="1" y="25"/>
                      <a:pt x="0" y="9"/>
                      <a:pt x="11" y="4"/>
                    </a:cubicBezTo>
                    <a:cubicBezTo>
                      <a:pt x="22" y="0"/>
                      <a:pt x="32" y="11"/>
                      <a:pt x="40" y="29"/>
                    </a:cubicBezTo>
                    <a:cubicBezTo>
                      <a:pt x="52" y="57"/>
                      <a:pt x="63" y="99"/>
                      <a:pt x="67" y="115"/>
                    </a:cubicBezTo>
                    <a:cubicBezTo>
                      <a:pt x="75" y="141"/>
                      <a:pt x="76" y="151"/>
                      <a:pt x="64" y="158"/>
                    </a:cubicBezTo>
                    <a:cubicBezTo>
                      <a:pt x="52" y="164"/>
                      <a:pt x="37" y="136"/>
                      <a:pt x="33" y="125"/>
                    </a:cubicBezTo>
                    <a:cubicBezTo>
                      <a:pt x="29" y="115"/>
                      <a:pt x="14" y="68"/>
                      <a:pt x="7" y="46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5" name="Freeform 500">
                <a:extLst>
                  <a:ext uri="{FF2B5EF4-FFF2-40B4-BE49-F238E27FC236}">
                    <a16:creationId xmlns:a16="http://schemas.microsoft.com/office/drawing/2014/main" id="{DBB0E10E-0AC7-4C44-A441-3474E0E15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65"/>
                <a:ext cx="250" cy="379"/>
              </a:xfrm>
              <a:custGeom>
                <a:avLst/>
                <a:gdLst>
                  <a:gd name="T0" fmla="*/ 1283 w 100"/>
                  <a:gd name="T1" fmla="*/ 2130 h 142"/>
                  <a:gd name="T2" fmla="*/ 1188 w 100"/>
                  <a:gd name="T3" fmla="*/ 456 h 142"/>
                  <a:gd name="T4" fmla="*/ 50 w 100"/>
                  <a:gd name="T5" fmla="*/ 77 h 142"/>
                  <a:gd name="T6" fmla="*/ 20 w 100"/>
                  <a:gd name="T7" fmla="*/ 192 h 142"/>
                  <a:gd name="T8" fmla="*/ 95 w 100"/>
                  <a:gd name="T9" fmla="*/ 227 h 142"/>
                  <a:gd name="T10" fmla="*/ 1095 w 100"/>
                  <a:gd name="T11" fmla="*/ 550 h 142"/>
                  <a:gd name="T12" fmla="*/ 1175 w 100"/>
                  <a:gd name="T13" fmla="*/ 2095 h 142"/>
                  <a:gd name="T14" fmla="*/ 988 w 100"/>
                  <a:gd name="T15" fmla="*/ 2322 h 142"/>
                  <a:gd name="T16" fmla="*/ 1095 w 100"/>
                  <a:gd name="T17" fmla="*/ 2664 h 142"/>
                  <a:gd name="T18" fmla="*/ 1333 w 100"/>
                  <a:gd name="T19" fmla="*/ 2437 h 142"/>
                  <a:gd name="T20" fmla="*/ 1283 w 100"/>
                  <a:gd name="T21" fmla="*/ 2130 h 1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142">
                    <a:moveTo>
                      <a:pt x="82" y="112"/>
                    </a:moveTo>
                    <a:cubicBezTo>
                      <a:pt x="100" y="64"/>
                      <a:pt x="89" y="38"/>
                      <a:pt x="76" y="24"/>
                    </a:cubicBezTo>
                    <a:cubicBezTo>
                      <a:pt x="55" y="2"/>
                      <a:pt x="18" y="0"/>
                      <a:pt x="3" y="4"/>
                    </a:cubicBezTo>
                    <a:cubicBezTo>
                      <a:pt x="1" y="5"/>
                      <a:pt x="0" y="7"/>
                      <a:pt x="1" y="10"/>
                    </a:cubicBezTo>
                    <a:cubicBezTo>
                      <a:pt x="1" y="12"/>
                      <a:pt x="4" y="13"/>
                      <a:pt x="6" y="12"/>
                    </a:cubicBezTo>
                    <a:cubicBezTo>
                      <a:pt x="19" y="8"/>
                      <a:pt x="52" y="10"/>
                      <a:pt x="70" y="29"/>
                    </a:cubicBezTo>
                    <a:cubicBezTo>
                      <a:pt x="86" y="47"/>
                      <a:pt x="88" y="74"/>
                      <a:pt x="75" y="110"/>
                    </a:cubicBezTo>
                    <a:cubicBezTo>
                      <a:pt x="70" y="111"/>
                      <a:pt x="65" y="115"/>
                      <a:pt x="63" y="122"/>
                    </a:cubicBezTo>
                    <a:cubicBezTo>
                      <a:pt x="61" y="130"/>
                      <a:pt x="64" y="138"/>
                      <a:pt x="70" y="140"/>
                    </a:cubicBezTo>
                    <a:cubicBezTo>
                      <a:pt x="76" y="142"/>
                      <a:pt x="83" y="137"/>
                      <a:pt x="85" y="128"/>
                    </a:cubicBezTo>
                    <a:cubicBezTo>
                      <a:pt x="87" y="122"/>
                      <a:pt x="86" y="116"/>
                      <a:pt x="82" y="112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6" name="Freeform 501">
                <a:extLst>
                  <a:ext uri="{FF2B5EF4-FFF2-40B4-BE49-F238E27FC236}">
                    <a16:creationId xmlns:a16="http://schemas.microsoft.com/office/drawing/2014/main" id="{EDF0F2A8-AE43-498E-91BE-3C8B5AFD5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435"/>
                <a:ext cx="253" cy="149"/>
              </a:xfrm>
              <a:custGeom>
                <a:avLst/>
                <a:gdLst>
                  <a:gd name="T0" fmla="*/ 1538 w 101"/>
                  <a:gd name="T1" fmla="*/ 0 h 56"/>
                  <a:gd name="T2" fmla="*/ 992 w 101"/>
                  <a:gd name="T3" fmla="*/ 319 h 56"/>
                  <a:gd name="T4" fmla="*/ 301 w 101"/>
                  <a:gd name="T5" fmla="*/ 737 h 56"/>
                  <a:gd name="T6" fmla="*/ 0 w 101"/>
                  <a:gd name="T7" fmla="*/ 886 h 56"/>
                  <a:gd name="T8" fmla="*/ 145 w 101"/>
                  <a:gd name="T9" fmla="*/ 1054 h 56"/>
                  <a:gd name="T10" fmla="*/ 376 w 101"/>
                  <a:gd name="T11" fmla="*/ 942 h 56"/>
                  <a:gd name="T12" fmla="*/ 1067 w 101"/>
                  <a:gd name="T13" fmla="*/ 532 h 56"/>
                  <a:gd name="T14" fmla="*/ 1588 w 101"/>
                  <a:gd name="T15" fmla="*/ 226 h 56"/>
                  <a:gd name="T16" fmla="*/ 1538 w 101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56">
                    <a:moveTo>
                      <a:pt x="98" y="0"/>
                    </a:moveTo>
                    <a:cubicBezTo>
                      <a:pt x="86" y="6"/>
                      <a:pt x="74" y="12"/>
                      <a:pt x="63" y="17"/>
                    </a:cubicBezTo>
                    <a:cubicBezTo>
                      <a:pt x="43" y="27"/>
                      <a:pt x="28" y="35"/>
                      <a:pt x="19" y="39"/>
                    </a:cubicBezTo>
                    <a:cubicBezTo>
                      <a:pt x="12" y="42"/>
                      <a:pt x="6" y="45"/>
                      <a:pt x="0" y="47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14" y="54"/>
                      <a:pt x="19" y="52"/>
                      <a:pt x="24" y="50"/>
                    </a:cubicBezTo>
                    <a:cubicBezTo>
                      <a:pt x="33" y="46"/>
                      <a:pt x="49" y="38"/>
                      <a:pt x="68" y="28"/>
                    </a:cubicBezTo>
                    <a:cubicBezTo>
                      <a:pt x="78" y="23"/>
                      <a:pt x="89" y="18"/>
                      <a:pt x="101" y="12"/>
                    </a:cubicBezTo>
                    <a:cubicBezTo>
                      <a:pt x="97" y="10"/>
                      <a:pt x="96" y="4"/>
                      <a:pt x="9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7" name="Freeform 502">
                <a:extLst>
                  <a:ext uri="{FF2B5EF4-FFF2-40B4-BE49-F238E27FC236}">
                    <a16:creationId xmlns:a16="http://schemas.microsoft.com/office/drawing/2014/main" id="{4818245A-CB57-4593-AC3D-E7043A0AD0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8" y="2147"/>
                <a:ext cx="1193" cy="482"/>
              </a:xfrm>
              <a:custGeom>
                <a:avLst/>
                <a:gdLst>
                  <a:gd name="T0" fmla="*/ 7256 w 477"/>
                  <a:gd name="T1" fmla="*/ 453 h 181"/>
                  <a:gd name="T2" fmla="*/ 3004 w 477"/>
                  <a:gd name="T3" fmla="*/ 2043 h 181"/>
                  <a:gd name="T4" fmla="*/ 3054 w 477"/>
                  <a:gd name="T5" fmla="*/ 2269 h 181"/>
                  <a:gd name="T6" fmla="*/ 3004 w 477"/>
                  <a:gd name="T7" fmla="*/ 2282 h 181"/>
                  <a:gd name="T8" fmla="*/ 7150 w 477"/>
                  <a:gd name="T9" fmla="*/ 644 h 181"/>
                  <a:gd name="T10" fmla="*/ 7256 w 477"/>
                  <a:gd name="T11" fmla="*/ 964 h 181"/>
                  <a:gd name="T12" fmla="*/ 5160 w 477"/>
                  <a:gd name="T13" fmla="*/ 2511 h 181"/>
                  <a:gd name="T14" fmla="*/ 4805 w 477"/>
                  <a:gd name="T15" fmla="*/ 2362 h 181"/>
                  <a:gd name="T16" fmla="*/ 4534 w 477"/>
                  <a:gd name="T17" fmla="*/ 2852 h 181"/>
                  <a:gd name="T18" fmla="*/ 4722 w 477"/>
                  <a:gd name="T19" fmla="*/ 3398 h 181"/>
                  <a:gd name="T20" fmla="*/ 4972 w 477"/>
                  <a:gd name="T21" fmla="*/ 3041 h 181"/>
                  <a:gd name="T22" fmla="*/ 5410 w 477"/>
                  <a:gd name="T23" fmla="*/ 2716 h 181"/>
                  <a:gd name="T24" fmla="*/ 7443 w 477"/>
                  <a:gd name="T25" fmla="*/ 977 h 181"/>
                  <a:gd name="T26" fmla="*/ 7256 w 477"/>
                  <a:gd name="T27" fmla="*/ 453 h 181"/>
                  <a:gd name="T28" fmla="*/ 1471 w 477"/>
                  <a:gd name="T29" fmla="*/ 2929 h 181"/>
                  <a:gd name="T30" fmla="*/ 500 w 477"/>
                  <a:gd name="T31" fmla="*/ 3078 h 181"/>
                  <a:gd name="T32" fmla="*/ 95 w 477"/>
                  <a:gd name="T33" fmla="*/ 2985 h 181"/>
                  <a:gd name="T34" fmla="*/ 0 w 477"/>
                  <a:gd name="T35" fmla="*/ 3100 h 181"/>
                  <a:gd name="T36" fmla="*/ 83 w 477"/>
                  <a:gd name="T37" fmla="*/ 3212 h 181"/>
                  <a:gd name="T38" fmla="*/ 458 w 477"/>
                  <a:gd name="T39" fmla="*/ 3305 h 181"/>
                  <a:gd name="T40" fmla="*/ 1721 w 477"/>
                  <a:gd name="T41" fmla="*/ 3041 h 181"/>
                  <a:gd name="T42" fmla="*/ 1613 w 477"/>
                  <a:gd name="T43" fmla="*/ 3100 h 181"/>
                  <a:gd name="T44" fmla="*/ 1471 w 477"/>
                  <a:gd name="T45" fmla="*/ 2929 h 18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77" h="181">
                    <a:moveTo>
                      <a:pt x="464" y="24"/>
                    </a:moveTo>
                    <a:cubicBezTo>
                      <a:pt x="428" y="0"/>
                      <a:pt x="305" y="52"/>
                      <a:pt x="192" y="108"/>
                    </a:cubicBezTo>
                    <a:cubicBezTo>
                      <a:pt x="190" y="112"/>
                      <a:pt x="191" y="118"/>
                      <a:pt x="195" y="120"/>
                    </a:cubicBezTo>
                    <a:cubicBezTo>
                      <a:pt x="194" y="120"/>
                      <a:pt x="193" y="121"/>
                      <a:pt x="192" y="121"/>
                    </a:cubicBezTo>
                    <a:cubicBezTo>
                      <a:pt x="280" y="78"/>
                      <a:pt x="424" y="12"/>
                      <a:pt x="457" y="34"/>
                    </a:cubicBezTo>
                    <a:cubicBezTo>
                      <a:pt x="461" y="36"/>
                      <a:pt x="465" y="40"/>
                      <a:pt x="464" y="51"/>
                    </a:cubicBezTo>
                    <a:cubicBezTo>
                      <a:pt x="459" y="116"/>
                      <a:pt x="368" y="131"/>
                      <a:pt x="330" y="133"/>
                    </a:cubicBezTo>
                    <a:cubicBezTo>
                      <a:pt x="325" y="133"/>
                      <a:pt x="311" y="126"/>
                      <a:pt x="307" y="125"/>
                    </a:cubicBezTo>
                    <a:cubicBezTo>
                      <a:pt x="299" y="125"/>
                      <a:pt x="292" y="136"/>
                      <a:pt x="290" y="151"/>
                    </a:cubicBezTo>
                    <a:cubicBezTo>
                      <a:pt x="289" y="166"/>
                      <a:pt x="294" y="179"/>
                      <a:pt x="302" y="180"/>
                    </a:cubicBezTo>
                    <a:cubicBezTo>
                      <a:pt x="309" y="181"/>
                      <a:pt x="315" y="173"/>
                      <a:pt x="318" y="161"/>
                    </a:cubicBezTo>
                    <a:cubicBezTo>
                      <a:pt x="320" y="150"/>
                      <a:pt x="335" y="145"/>
                      <a:pt x="346" y="144"/>
                    </a:cubicBezTo>
                    <a:cubicBezTo>
                      <a:pt x="390" y="139"/>
                      <a:pt x="471" y="118"/>
                      <a:pt x="476" y="52"/>
                    </a:cubicBezTo>
                    <a:cubicBezTo>
                      <a:pt x="477" y="36"/>
                      <a:pt x="470" y="28"/>
                      <a:pt x="464" y="24"/>
                    </a:cubicBezTo>
                    <a:close/>
                    <a:moveTo>
                      <a:pt x="94" y="155"/>
                    </a:moveTo>
                    <a:cubicBezTo>
                      <a:pt x="66" y="166"/>
                      <a:pt x="50" y="168"/>
                      <a:pt x="32" y="163"/>
                    </a:cubicBezTo>
                    <a:cubicBezTo>
                      <a:pt x="24" y="161"/>
                      <a:pt x="15" y="159"/>
                      <a:pt x="6" y="158"/>
                    </a:cubicBezTo>
                    <a:cubicBezTo>
                      <a:pt x="3" y="158"/>
                      <a:pt x="0" y="161"/>
                      <a:pt x="0" y="164"/>
                    </a:cubicBezTo>
                    <a:cubicBezTo>
                      <a:pt x="0" y="167"/>
                      <a:pt x="2" y="170"/>
                      <a:pt x="5" y="170"/>
                    </a:cubicBezTo>
                    <a:cubicBezTo>
                      <a:pt x="13" y="171"/>
                      <a:pt x="21" y="173"/>
                      <a:pt x="29" y="175"/>
                    </a:cubicBezTo>
                    <a:cubicBezTo>
                      <a:pt x="50" y="180"/>
                      <a:pt x="69" y="179"/>
                      <a:pt x="110" y="161"/>
                    </a:cubicBezTo>
                    <a:cubicBezTo>
                      <a:pt x="108" y="162"/>
                      <a:pt x="106" y="163"/>
                      <a:pt x="103" y="164"/>
                    </a:cubicBezTo>
                    <a:lnTo>
                      <a:pt x="94" y="155"/>
                    </a:ln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8" name="Freeform 503">
                <a:extLst>
                  <a:ext uri="{FF2B5EF4-FFF2-40B4-BE49-F238E27FC236}">
                    <a16:creationId xmlns:a16="http://schemas.microsoft.com/office/drawing/2014/main" id="{C53C1C49-F575-4690-8538-F9C22F9F1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765"/>
                <a:ext cx="205" cy="88"/>
              </a:xfrm>
              <a:custGeom>
                <a:avLst/>
                <a:gdLst>
                  <a:gd name="T0" fmla="*/ 1125 w 82"/>
                  <a:gd name="T1" fmla="*/ 0 h 33"/>
                  <a:gd name="T2" fmla="*/ 113 w 82"/>
                  <a:gd name="T3" fmla="*/ 307 h 33"/>
                  <a:gd name="T4" fmla="*/ 0 w 82"/>
                  <a:gd name="T5" fmla="*/ 376 h 33"/>
                  <a:gd name="T6" fmla="*/ 83 w 82"/>
                  <a:gd name="T7" fmla="*/ 512 h 33"/>
                  <a:gd name="T8" fmla="*/ 1283 w 82"/>
                  <a:gd name="T9" fmla="*/ 171 h 33"/>
                  <a:gd name="T10" fmla="*/ 1125 w 82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33">
                    <a:moveTo>
                      <a:pt x="72" y="0"/>
                    </a:moveTo>
                    <a:cubicBezTo>
                      <a:pt x="51" y="13"/>
                      <a:pt x="28" y="20"/>
                      <a:pt x="7" y="16"/>
                    </a:cubicBezTo>
                    <a:cubicBezTo>
                      <a:pt x="4" y="15"/>
                      <a:pt x="1" y="17"/>
                      <a:pt x="0" y="20"/>
                    </a:cubicBezTo>
                    <a:cubicBezTo>
                      <a:pt x="0" y="23"/>
                      <a:pt x="2" y="27"/>
                      <a:pt x="5" y="27"/>
                    </a:cubicBezTo>
                    <a:cubicBezTo>
                      <a:pt x="29" y="33"/>
                      <a:pt x="58" y="24"/>
                      <a:pt x="82" y="9"/>
                    </a:cubicBez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9" name="Freeform 504">
                <a:extLst>
                  <a:ext uri="{FF2B5EF4-FFF2-40B4-BE49-F238E27FC236}">
                    <a16:creationId xmlns:a16="http://schemas.microsoft.com/office/drawing/2014/main" id="{2AFE1840-42EF-48F2-99BE-BA357CCCB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221"/>
                <a:ext cx="710" cy="555"/>
              </a:xfrm>
              <a:custGeom>
                <a:avLst/>
                <a:gdLst>
                  <a:gd name="T0" fmla="*/ 3938 w 284"/>
                  <a:gd name="T1" fmla="*/ 286 h 208"/>
                  <a:gd name="T2" fmla="*/ 3708 w 284"/>
                  <a:gd name="T3" fmla="*/ 512 h 208"/>
                  <a:gd name="T4" fmla="*/ 3063 w 284"/>
                  <a:gd name="T5" fmla="*/ 913 h 208"/>
                  <a:gd name="T6" fmla="*/ 2095 w 284"/>
                  <a:gd name="T7" fmla="*/ 1481 h 208"/>
                  <a:gd name="T8" fmla="*/ 613 w 284"/>
                  <a:gd name="T9" fmla="*/ 3119 h 208"/>
                  <a:gd name="T10" fmla="*/ 375 w 284"/>
                  <a:gd name="T11" fmla="*/ 3439 h 208"/>
                  <a:gd name="T12" fmla="*/ 50 w 284"/>
                  <a:gd name="T13" fmla="*/ 3760 h 208"/>
                  <a:gd name="T14" fmla="*/ 145 w 284"/>
                  <a:gd name="T15" fmla="*/ 3952 h 208"/>
                  <a:gd name="T16" fmla="*/ 520 w 284"/>
                  <a:gd name="T17" fmla="*/ 3589 h 208"/>
                  <a:gd name="T18" fmla="*/ 750 w 284"/>
                  <a:gd name="T19" fmla="*/ 3247 h 208"/>
                  <a:gd name="T20" fmla="*/ 2188 w 284"/>
                  <a:gd name="T21" fmla="*/ 1673 h 208"/>
                  <a:gd name="T22" fmla="*/ 3145 w 284"/>
                  <a:gd name="T23" fmla="*/ 1118 h 208"/>
                  <a:gd name="T24" fmla="*/ 3645 w 284"/>
                  <a:gd name="T25" fmla="*/ 854 h 208"/>
                  <a:gd name="T26" fmla="*/ 4188 w 284"/>
                  <a:gd name="T27" fmla="*/ 1046 h 208"/>
                  <a:gd name="T28" fmla="*/ 4408 w 284"/>
                  <a:gd name="T29" fmla="*/ 547 h 208"/>
                  <a:gd name="T30" fmla="*/ 3938 w 284"/>
                  <a:gd name="T31" fmla="*/ 286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4" h="208">
                    <a:moveTo>
                      <a:pt x="252" y="15"/>
                    </a:moveTo>
                    <a:cubicBezTo>
                      <a:pt x="251" y="17"/>
                      <a:pt x="241" y="25"/>
                      <a:pt x="237" y="27"/>
                    </a:cubicBezTo>
                    <a:cubicBezTo>
                      <a:pt x="222" y="35"/>
                      <a:pt x="207" y="43"/>
                      <a:pt x="196" y="48"/>
                    </a:cubicBezTo>
                    <a:cubicBezTo>
                      <a:pt x="172" y="58"/>
                      <a:pt x="151" y="67"/>
                      <a:pt x="134" y="78"/>
                    </a:cubicBezTo>
                    <a:cubicBezTo>
                      <a:pt x="78" y="113"/>
                      <a:pt x="54" y="144"/>
                      <a:pt x="39" y="164"/>
                    </a:cubicBezTo>
                    <a:cubicBezTo>
                      <a:pt x="33" y="170"/>
                      <a:pt x="29" y="176"/>
                      <a:pt x="24" y="181"/>
                    </a:cubicBezTo>
                    <a:cubicBezTo>
                      <a:pt x="18" y="187"/>
                      <a:pt x="12" y="193"/>
                      <a:pt x="3" y="198"/>
                    </a:cubicBezTo>
                    <a:cubicBezTo>
                      <a:pt x="0" y="202"/>
                      <a:pt x="5" y="207"/>
                      <a:pt x="9" y="208"/>
                    </a:cubicBezTo>
                    <a:cubicBezTo>
                      <a:pt x="18" y="203"/>
                      <a:pt x="26" y="196"/>
                      <a:pt x="33" y="189"/>
                    </a:cubicBezTo>
                    <a:cubicBezTo>
                      <a:pt x="38" y="184"/>
                      <a:pt x="43" y="178"/>
                      <a:pt x="48" y="171"/>
                    </a:cubicBezTo>
                    <a:cubicBezTo>
                      <a:pt x="64" y="150"/>
                      <a:pt x="86" y="122"/>
                      <a:pt x="140" y="88"/>
                    </a:cubicBezTo>
                    <a:cubicBezTo>
                      <a:pt x="157" y="78"/>
                      <a:pt x="177" y="69"/>
                      <a:pt x="201" y="59"/>
                    </a:cubicBezTo>
                    <a:cubicBezTo>
                      <a:pt x="211" y="55"/>
                      <a:pt x="222" y="50"/>
                      <a:pt x="233" y="45"/>
                    </a:cubicBezTo>
                    <a:cubicBezTo>
                      <a:pt x="250" y="37"/>
                      <a:pt x="252" y="67"/>
                      <a:pt x="268" y="55"/>
                    </a:cubicBezTo>
                    <a:cubicBezTo>
                      <a:pt x="280" y="47"/>
                      <a:pt x="282" y="36"/>
                      <a:pt x="282" y="29"/>
                    </a:cubicBezTo>
                    <a:cubicBezTo>
                      <a:pt x="284" y="14"/>
                      <a:pt x="267" y="0"/>
                      <a:pt x="252" y="15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0" name="Freeform 505">
                <a:extLst>
                  <a:ext uri="{FF2B5EF4-FFF2-40B4-BE49-F238E27FC236}">
                    <a16:creationId xmlns:a16="http://schemas.microsoft.com/office/drawing/2014/main" id="{5C0BF0F2-D06F-4AC2-ABD4-06FB81122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912"/>
                <a:ext cx="425" cy="61"/>
              </a:xfrm>
              <a:custGeom>
                <a:avLst/>
                <a:gdLst>
                  <a:gd name="T0" fmla="*/ 2533 w 170"/>
                  <a:gd name="T1" fmla="*/ 111 h 23"/>
                  <a:gd name="T2" fmla="*/ 1208 w 170"/>
                  <a:gd name="T3" fmla="*/ 90 h 23"/>
                  <a:gd name="T4" fmla="*/ 83 w 170"/>
                  <a:gd name="T5" fmla="*/ 77 h 23"/>
                  <a:gd name="T6" fmla="*/ 20 w 170"/>
                  <a:gd name="T7" fmla="*/ 225 h 23"/>
                  <a:gd name="T8" fmla="*/ 125 w 170"/>
                  <a:gd name="T9" fmla="*/ 294 h 23"/>
                  <a:gd name="T10" fmla="*/ 1188 w 170"/>
                  <a:gd name="T11" fmla="*/ 316 h 23"/>
                  <a:gd name="T12" fmla="*/ 2583 w 170"/>
                  <a:gd name="T13" fmla="*/ 337 h 23"/>
                  <a:gd name="T14" fmla="*/ 2645 w 170"/>
                  <a:gd name="T15" fmla="*/ 204 h 23"/>
                  <a:gd name="T16" fmla="*/ 2533 w 170"/>
                  <a:gd name="T17" fmla="*/ 111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0" h="23">
                    <a:moveTo>
                      <a:pt x="162" y="6"/>
                    </a:moveTo>
                    <a:cubicBezTo>
                      <a:pt x="146" y="11"/>
                      <a:pt x="109" y="8"/>
                      <a:pt x="77" y="5"/>
                    </a:cubicBezTo>
                    <a:cubicBezTo>
                      <a:pt x="45" y="3"/>
                      <a:pt x="18" y="0"/>
                      <a:pt x="5" y="4"/>
                    </a:cubicBezTo>
                    <a:cubicBezTo>
                      <a:pt x="2" y="5"/>
                      <a:pt x="0" y="8"/>
                      <a:pt x="1" y="12"/>
                    </a:cubicBezTo>
                    <a:cubicBezTo>
                      <a:pt x="2" y="15"/>
                      <a:pt x="5" y="17"/>
                      <a:pt x="8" y="16"/>
                    </a:cubicBezTo>
                    <a:cubicBezTo>
                      <a:pt x="19" y="12"/>
                      <a:pt x="48" y="15"/>
                      <a:pt x="76" y="17"/>
                    </a:cubicBezTo>
                    <a:cubicBezTo>
                      <a:pt x="111" y="20"/>
                      <a:pt x="147" y="23"/>
                      <a:pt x="165" y="18"/>
                    </a:cubicBezTo>
                    <a:cubicBezTo>
                      <a:pt x="168" y="17"/>
                      <a:pt x="170" y="14"/>
                      <a:pt x="169" y="11"/>
                    </a:cubicBezTo>
                    <a:cubicBezTo>
                      <a:pt x="168" y="7"/>
                      <a:pt x="165" y="6"/>
                      <a:pt x="162" y="6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1" name="Freeform 506">
                <a:extLst>
                  <a:ext uri="{FF2B5EF4-FFF2-40B4-BE49-F238E27FC236}">
                    <a16:creationId xmlns:a16="http://schemas.microsoft.com/office/drawing/2014/main" id="{4585EB39-A807-48B2-A50F-F7571689A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3080"/>
                <a:ext cx="565" cy="221"/>
              </a:xfrm>
              <a:custGeom>
                <a:avLst/>
                <a:gdLst>
                  <a:gd name="T0" fmla="*/ 3520 w 226"/>
                  <a:gd name="T1" fmla="*/ 1377 h 83"/>
                  <a:gd name="T2" fmla="*/ 3425 w 226"/>
                  <a:gd name="T3" fmla="*/ 1262 h 83"/>
                  <a:gd name="T4" fmla="*/ 1375 w 226"/>
                  <a:gd name="T5" fmla="*/ 964 h 83"/>
                  <a:gd name="T6" fmla="*/ 3063 w 226"/>
                  <a:gd name="T7" fmla="*/ 248 h 83"/>
                  <a:gd name="T8" fmla="*/ 3158 w 226"/>
                  <a:gd name="T9" fmla="*/ 136 h 83"/>
                  <a:gd name="T10" fmla="*/ 3158 w 226"/>
                  <a:gd name="T11" fmla="*/ 114 h 83"/>
                  <a:gd name="T12" fmla="*/ 3063 w 226"/>
                  <a:gd name="T13" fmla="*/ 21 h 83"/>
                  <a:gd name="T14" fmla="*/ 1333 w 226"/>
                  <a:gd name="T15" fmla="*/ 738 h 83"/>
                  <a:gd name="T16" fmla="*/ 113 w 226"/>
                  <a:gd name="T17" fmla="*/ 716 h 83"/>
                  <a:gd name="T18" fmla="*/ 20 w 226"/>
                  <a:gd name="T19" fmla="*/ 921 h 83"/>
                  <a:gd name="T20" fmla="*/ 113 w 226"/>
                  <a:gd name="T21" fmla="*/ 1092 h 83"/>
                  <a:gd name="T22" fmla="*/ 938 w 226"/>
                  <a:gd name="T23" fmla="*/ 1169 h 83"/>
                  <a:gd name="T24" fmla="*/ 1438 w 226"/>
                  <a:gd name="T25" fmla="*/ 1262 h 83"/>
                  <a:gd name="T26" fmla="*/ 3438 w 226"/>
                  <a:gd name="T27" fmla="*/ 1488 h 83"/>
                  <a:gd name="T28" fmla="*/ 3520 w 226"/>
                  <a:gd name="T29" fmla="*/ 1377 h 8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6" h="83">
                    <a:moveTo>
                      <a:pt x="225" y="73"/>
                    </a:moveTo>
                    <a:cubicBezTo>
                      <a:pt x="225" y="70"/>
                      <a:pt x="222" y="67"/>
                      <a:pt x="219" y="67"/>
                    </a:cubicBezTo>
                    <a:cubicBezTo>
                      <a:pt x="169" y="71"/>
                      <a:pt x="109" y="62"/>
                      <a:pt x="88" y="51"/>
                    </a:cubicBezTo>
                    <a:cubicBezTo>
                      <a:pt x="127" y="28"/>
                      <a:pt x="165" y="15"/>
                      <a:pt x="196" y="13"/>
                    </a:cubicBezTo>
                    <a:cubicBezTo>
                      <a:pt x="199" y="12"/>
                      <a:pt x="202" y="10"/>
                      <a:pt x="202" y="7"/>
                    </a:cubicBezTo>
                    <a:cubicBezTo>
                      <a:pt x="202" y="7"/>
                      <a:pt x="202" y="7"/>
                      <a:pt x="202" y="6"/>
                    </a:cubicBezTo>
                    <a:cubicBezTo>
                      <a:pt x="202" y="3"/>
                      <a:pt x="199" y="0"/>
                      <a:pt x="196" y="1"/>
                    </a:cubicBezTo>
                    <a:cubicBezTo>
                      <a:pt x="156" y="3"/>
                      <a:pt x="115" y="21"/>
                      <a:pt x="85" y="39"/>
                    </a:cubicBezTo>
                    <a:cubicBezTo>
                      <a:pt x="69" y="45"/>
                      <a:pt x="24" y="40"/>
                      <a:pt x="7" y="38"/>
                    </a:cubicBezTo>
                    <a:cubicBezTo>
                      <a:pt x="3" y="38"/>
                      <a:pt x="1" y="46"/>
                      <a:pt x="1" y="49"/>
                    </a:cubicBezTo>
                    <a:cubicBezTo>
                      <a:pt x="0" y="53"/>
                      <a:pt x="3" y="58"/>
                      <a:pt x="7" y="58"/>
                    </a:cubicBezTo>
                    <a:cubicBezTo>
                      <a:pt x="21" y="60"/>
                      <a:pt x="44" y="61"/>
                      <a:pt x="60" y="62"/>
                    </a:cubicBezTo>
                    <a:cubicBezTo>
                      <a:pt x="69" y="62"/>
                      <a:pt x="88" y="65"/>
                      <a:pt x="92" y="67"/>
                    </a:cubicBezTo>
                    <a:cubicBezTo>
                      <a:pt x="123" y="78"/>
                      <a:pt x="178" y="83"/>
                      <a:pt x="220" y="79"/>
                    </a:cubicBezTo>
                    <a:cubicBezTo>
                      <a:pt x="223" y="79"/>
                      <a:pt x="226" y="76"/>
                      <a:pt x="225" y="73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2" name="Freeform 507">
                <a:extLst>
                  <a:ext uri="{FF2B5EF4-FFF2-40B4-BE49-F238E27FC236}">
                    <a16:creationId xmlns:a16="http://schemas.microsoft.com/office/drawing/2014/main" id="{B072EB09-4916-4045-B465-192C7CDC82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71" y="2693"/>
                <a:ext cx="1097" cy="771"/>
              </a:xfrm>
              <a:custGeom>
                <a:avLst/>
                <a:gdLst>
                  <a:gd name="T0" fmla="*/ 6837 w 439"/>
                  <a:gd name="T1" fmla="*/ 5282 h 289"/>
                  <a:gd name="T2" fmla="*/ 6557 w 439"/>
                  <a:gd name="T3" fmla="*/ 2412 h 289"/>
                  <a:gd name="T4" fmla="*/ 6570 w 439"/>
                  <a:gd name="T5" fmla="*/ 819 h 289"/>
                  <a:gd name="T6" fmla="*/ 6587 w 439"/>
                  <a:gd name="T7" fmla="*/ 149 h 289"/>
                  <a:gd name="T8" fmla="*/ 6462 w 439"/>
                  <a:gd name="T9" fmla="*/ 0 h 289"/>
                  <a:gd name="T10" fmla="*/ 6337 w 439"/>
                  <a:gd name="T11" fmla="*/ 171 h 289"/>
                  <a:gd name="T12" fmla="*/ 6320 w 439"/>
                  <a:gd name="T13" fmla="*/ 819 h 289"/>
                  <a:gd name="T14" fmla="*/ 6307 w 439"/>
                  <a:gd name="T15" fmla="*/ 1857 h 289"/>
                  <a:gd name="T16" fmla="*/ 6225 w 439"/>
                  <a:gd name="T17" fmla="*/ 2049 h 289"/>
                  <a:gd name="T18" fmla="*/ 4903 w 439"/>
                  <a:gd name="T19" fmla="*/ 2369 h 289"/>
                  <a:gd name="T20" fmla="*/ 2871 w 439"/>
                  <a:gd name="T21" fmla="*/ 2278 h 289"/>
                  <a:gd name="T22" fmla="*/ 1904 w 439"/>
                  <a:gd name="T23" fmla="*/ 2300 h 289"/>
                  <a:gd name="T24" fmla="*/ 217 w 439"/>
                  <a:gd name="T25" fmla="*/ 2278 h 289"/>
                  <a:gd name="T26" fmla="*/ 155 w 439"/>
                  <a:gd name="T27" fmla="*/ 2732 h 289"/>
                  <a:gd name="T28" fmla="*/ 1137 w 439"/>
                  <a:gd name="T29" fmla="*/ 2961 h 289"/>
                  <a:gd name="T30" fmla="*/ 1904 w 439"/>
                  <a:gd name="T31" fmla="*/ 3359 h 289"/>
                  <a:gd name="T32" fmla="*/ 5070 w 439"/>
                  <a:gd name="T33" fmla="*/ 3700 h 289"/>
                  <a:gd name="T34" fmla="*/ 6287 w 439"/>
                  <a:gd name="T35" fmla="*/ 3495 h 289"/>
                  <a:gd name="T36" fmla="*/ 6370 w 439"/>
                  <a:gd name="T37" fmla="*/ 3588 h 289"/>
                  <a:gd name="T38" fmla="*/ 6445 w 439"/>
                  <a:gd name="T39" fmla="*/ 4349 h 289"/>
                  <a:gd name="T40" fmla="*/ 6495 w 439"/>
                  <a:gd name="T41" fmla="*/ 4725 h 289"/>
                  <a:gd name="T42" fmla="*/ 6587 w 439"/>
                  <a:gd name="T43" fmla="*/ 5352 h 289"/>
                  <a:gd name="T44" fmla="*/ 6744 w 439"/>
                  <a:gd name="T45" fmla="*/ 5466 h 289"/>
                  <a:gd name="T46" fmla="*/ 6837 w 439"/>
                  <a:gd name="T47" fmla="*/ 5282 h 289"/>
                  <a:gd name="T48" fmla="*/ 6307 w 439"/>
                  <a:gd name="T49" fmla="*/ 3324 h 289"/>
                  <a:gd name="T50" fmla="*/ 5058 w 439"/>
                  <a:gd name="T51" fmla="*/ 3551 h 289"/>
                  <a:gd name="T52" fmla="*/ 2092 w 439"/>
                  <a:gd name="T53" fmla="*/ 3268 h 289"/>
                  <a:gd name="T54" fmla="*/ 1374 w 439"/>
                  <a:gd name="T55" fmla="*/ 2868 h 289"/>
                  <a:gd name="T56" fmla="*/ 1104 w 439"/>
                  <a:gd name="T57" fmla="*/ 2620 h 289"/>
                  <a:gd name="T58" fmla="*/ 1999 w 439"/>
                  <a:gd name="T59" fmla="*/ 2449 h 289"/>
                  <a:gd name="T60" fmla="*/ 2854 w 439"/>
                  <a:gd name="T61" fmla="*/ 2428 h 289"/>
                  <a:gd name="T62" fmla="*/ 4915 w 439"/>
                  <a:gd name="T63" fmla="*/ 2526 h 289"/>
                  <a:gd name="T64" fmla="*/ 6212 w 439"/>
                  <a:gd name="T65" fmla="*/ 2220 h 289"/>
                  <a:gd name="T66" fmla="*/ 6307 w 439"/>
                  <a:gd name="T67" fmla="*/ 2278 h 289"/>
                  <a:gd name="T68" fmla="*/ 6307 w 439"/>
                  <a:gd name="T69" fmla="*/ 2428 h 289"/>
                  <a:gd name="T70" fmla="*/ 6350 w 439"/>
                  <a:gd name="T71" fmla="*/ 3209 h 289"/>
                  <a:gd name="T72" fmla="*/ 6307 w 439"/>
                  <a:gd name="T73" fmla="*/ 3324 h 28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39" h="289">
                    <a:moveTo>
                      <a:pt x="438" y="278"/>
                    </a:moveTo>
                    <a:cubicBezTo>
                      <a:pt x="431" y="252"/>
                      <a:pt x="422" y="185"/>
                      <a:pt x="420" y="127"/>
                    </a:cubicBezTo>
                    <a:cubicBezTo>
                      <a:pt x="419" y="97"/>
                      <a:pt x="420" y="67"/>
                      <a:pt x="421" y="43"/>
                    </a:cubicBezTo>
                    <a:cubicBezTo>
                      <a:pt x="422" y="28"/>
                      <a:pt x="422" y="16"/>
                      <a:pt x="422" y="8"/>
                    </a:cubicBezTo>
                    <a:cubicBezTo>
                      <a:pt x="422" y="4"/>
                      <a:pt x="418" y="0"/>
                      <a:pt x="414" y="0"/>
                    </a:cubicBezTo>
                    <a:cubicBezTo>
                      <a:pt x="409" y="1"/>
                      <a:pt x="406" y="4"/>
                      <a:pt x="406" y="9"/>
                    </a:cubicBezTo>
                    <a:cubicBezTo>
                      <a:pt x="406" y="16"/>
                      <a:pt x="406" y="28"/>
                      <a:pt x="405" y="43"/>
                    </a:cubicBezTo>
                    <a:cubicBezTo>
                      <a:pt x="405" y="59"/>
                      <a:pt x="404" y="78"/>
                      <a:pt x="404" y="98"/>
                    </a:cubicBezTo>
                    <a:cubicBezTo>
                      <a:pt x="404" y="101"/>
                      <a:pt x="404" y="105"/>
                      <a:pt x="399" y="108"/>
                    </a:cubicBezTo>
                    <a:cubicBezTo>
                      <a:pt x="390" y="113"/>
                      <a:pt x="369" y="117"/>
                      <a:pt x="314" y="125"/>
                    </a:cubicBezTo>
                    <a:cubicBezTo>
                      <a:pt x="273" y="131"/>
                      <a:pt x="226" y="125"/>
                      <a:pt x="184" y="120"/>
                    </a:cubicBezTo>
                    <a:cubicBezTo>
                      <a:pt x="160" y="117"/>
                      <a:pt x="139" y="121"/>
                      <a:pt x="122" y="121"/>
                    </a:cubicBezTo>
                    <a:cubicBezTo>
                      <a:pt x="114" y="122"/>
                      <a:pt x="46" y="122"/>
                      <a:pt x="14" y="120"/>
                    </a:cubicBezTo>
                    <a:cubicBezTo>
                      <a:pt x="5" y="123"/>
                      <a:pt x="0" y="140"/>
                      <a:pt x="10" y="144"/>
                    </a:cubicBezTo>
                    <a:cubicBezTo>
                      <a:pt x="19" y="148"/>
                      <a:pt x="45" y="149"/>
                      <a:pt x="73" y="156"/>
                    </a:cubicBezTo>
                    <a:cubicBezTo>
                      <a:pt x="80" y="158"/>
                      <a:pt x="110" y="173"/>
                      <a:pt x="122" y="177"/>
                    </a:cubicBezTo>
                    <a:cubicBezTo>
                      <a:pt x="174" y="194"/>
                      <a:pt x="263" y="203"/>
                      <a:pt x="325" y="195"/>
                    </a:cubicBezTo>
                    <a:cubicBezTo>
                      <a:pt x="368" y="190"/>
                      <a:pt x="391" y="187"/>
                      <a:pt x="403" y="184"/>
                    </a:cubicBezTo>
                    <a:cubicBezTo>
                      <a:pt x="407" y="183"/>
                      <a:pt x="408" y="187"/>
                      <a:pt x="408" y="189"/>
                    </a:cubicBezTo>
                    <a:cubicBezTo>
                      <a:pt x="410" y="203"/>
                      <a:pt x="411" y="217"/>
                      <a:pt x="413" y="229"/>
                    </a:cubicBezTo>
                    <a:cubicBezTo>
                      <a:pt x="414" y="238"/>
                      <a:pt x="416" y="249"/>
                      <a:pt x="416" y="249"/>
                    </a:cubicBezTo>
                    <a:cubicBezTo>
                      <a:pt x="418" y="263"/>
                      <a:pt x="420" y="274"/>
                      <a:pt x="422" y="282"/>
                    </a:cubicBezTo>
                    <a:cubicBezTo>
                      <a:pt x="423" y="286"/>
                      <a:pt x="428" y="289"/>
                      <a:pt x="432" y="288"/>
                    </a:cubicBezTo>
                    <a:cubicBezTo>
                      <a:pt x="436" y="287"/>
                      <a:pt x="439" y="282"/>
                      <a:pt x="438" y="278"/>
                    </a:cubicBezTo>
                    <a:close/>
                    <a:moveTo>
                      <a:pt x="404" y="175"/>
                    </a:moveTo>
                    <a:cubicBezTo>
                      <a:pt x="392" y="178"/>
                      <a:pt x="370" y="182"/>
                      <a:pt x="324" y="187"/>
                    </a:cubicBezTo>
                    <a:cubicBezTo>
                      <a:pt x="264" y="195"/>
                      <a:pt x="183" y="185"/>
                      <a:pt x="134" y="172"/>
                    </a:cubicBezTo>
                    <a:cubicBezTo>
                      <a:pt x="117" y="167"/>
                      <a:pt x="92" y="154"/>
                      <a:pt x="88" y="151"/>
                    </a:cubicBezTo>
                    <a:cubicBezTo>
                      <a:pt x="82" y="147"/>
                      <a:pt x="69" y="142"/>
                      <a:pt x="71" y="138"/>
                    </a:cubicBezTo>
                    <a:cubicBezTo>
                      <a:pt x="72" y="132"/>
                      <a:pt x="118" y="129"/>
                      <a:pt x="128" y="129"/>
                    </a:cubicBezTo>
                    <a:cubicBezTo>
                      <a:pt x="143" y="130"/>
                      <a:pt x="162" y="125"/>
                      <a:pt x="183" y="128"/>
                    </a:cubicBezTo>
                    <a:cubicBezTo>
                      <a:pt x="225" y="133"/>
                      <a:pt x="273" y="139"/>
                      <a:pt x="315" y="133"/>
                    </a:cubicBezTo>
                    <a:cubicBezTo>
                      <a:pt x="363" y="126"/>
                      <a:pt x="386" y="122"/>
                      <a:pt x="398" y="117"/>
                    </a:cubicBezTo>
                    <a:cubicBezTo>
                      <a:pt x="400" y="116"/>
                      <a:pt x="404" y="116"/>
                      <a:pt x="404" y="120"/>
                    </a:cubicBezTo>
                    <a:cubicBezTo>
                      <a:pt x="404" y="123"/>
                      <a:pt x="404" y="125"/>
                      <a:pt x="404" y="128"/>
                    </a:cubicBezTo>
                    <a:cubicBezTo>
                      <a:pt x="405" y="141"/>
                      <a:pt x="405" y="155"/>
                      <a:pt x="407" y="169"/>
                    </a:cubicBezTo>
                    <a:cubicBezTo>
                      <a:pt x="407" y="171"/>
                      <a:pt x="406" y="174"/>
                      <a:pt x="404" y="175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3" name="Freeform 508">
                <a:extLst>
                  <a:ext uri="{FF2B5EF4-FFF2-40B4-BE49-F238E27FC236}">
                    <a16:creationId xmlns:a16="http://schemas.microsoft.com/office/drawing/2014/main" id="{E8172816-77F8-4E1E-8F8C-35EB16FDF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256"/>
                <a:ext cx="210" cy="136"/>
              </a:xfrm>
              <a:custGeom>
                <a:avLst/>
                <a:gdLst>
                  <a:gd name="T0" fmla="*/ 0 w 84"/>
                  <a:gd name="T1" fmla="*/ 832 h 51"/>
                  <a:gd name="T2" fmla="*/ 313 w 84"/>
                  <a:gd name="T3" fmla="*/ 888 h 51"/>
                  <a:gd name="T4" fmla="*/ 425 w 84"/>
                  <a:gd name="T5" fmla="*/ 739 h 51"/>
                  <a:gd name="T6" fmla="*/ 395 w 84"/>
                  <a:gd name="T7" fmla="*/ 363 h 51"/>
                  <a:gd name="T8" fmla="*/ 333 w 84"/>
                  <a:gd name="T9" fmla="*/ 264 h 51"/>
                  <a:gd name="T10" fmla="*/ 1313 w 84"/>
                  <a:gd name="T11" fmla="*/ 149 h 51"/>
                  <a:gd name="T12" fmla="*/ 1300 w 84"/>
                  <a:gd name="T13" fmla="*/ 0 h 51"/>
                  <a:gd name="T14" fmla="*/ 63 w 84"/>
                  <a:gd name="T15" fmla="*/ 149 h 51"/>
                  <a:gd name="T16" fmla="*/ 95 w 84"/>
                  <a:gd name="T17" fmla="*/ 285 h 51"/>
                  <a:gd name="T18" fmla="*/ 113 w 84"/>
                  <a:gd name="T19" fmla="*/ 285 h 51"/>
                  <a:gd name="T20" fmla="*/ 283 w 84"/>
                  <a:gd name="T21" fmla="*/ 456 h 51"/>
                  <a:gd name="T22" fmla="*/ 283 w 84"/>
                  <a:gd name="T23" fmla="*/ 661 h 51"/>
                  <a:gd name="T24" fmla="*/ 270 w 84"/>
                  <a:gd name="T25" fmla="*/ 683 h 51"/>
                  <a:gd name="T26" fmla="*/ 83 w 84"/>
                  <a:gd name="T27" fmla="*/ 683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4" h="51">
                    <a:moveTo>
                      <a:pt x="0" y="44"/>
                    </a:moveTo>
                    <a:cubicBezTo>
                      <a:pt x="2" y="46"/>
                      <a:pt x="13" y="51"/>
                      <a:pt x="20" y="47"/>
                    </a:cubicBezTo>
                    <a:cubicBezTo>
                      <a:pt x="23" y="46"/>
                      <a:pt x="25" y="43"/>
                      <a:pt x="27" y="39"/>
                    </a:cubicBezTo>
                    <a:cubicBezTo>
                      <a:pt x="29" y="33"/>
                      <a:pt x="28" y="25"/>
                      <a:pt x="25" y="19"/>
                    </a:cubicBezTo>
                    <a:cubicBezTo>
                      <a:pt x="24" y="17"/>
                      <a:pt x="23" y="16"/>
                      <a:pt x="21" y="14"/>
                    </a:cubicBezTo>
                    <a:cubicBezTo>
                      <a:pt x="50" y="12"/>
                      <a:pt x="73" y="11"/>
                      <a:pt x="84" y="8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74" y="3"/>
                      <a:pt x="40" y="5"/>
                      <a:pt x="4" y="8"/>
                    </a:cubicBezTo>
                    <a:cubicBezTo>
                      <a:pt x="5" y="10"/>
                      <a:pt x="5" y="13"/>
                      <a:pt x="6" y="15"/>
                    </a:cubicBezTo>
                    <a:cubicBezTo>
                      <a:pt x="6" y="15"/>
                      <a:pt x="7" y="15"/>
                      <a:pt x="7" y="15"/>
                    </a:cubicBezTo>
                    <a:cubicBezTo>
                      <a:pt x="12" y="17"/>
                      <a:pt x="16" y="21"/>
                      <a:pt x="18" y="24"/>
                    </a:cubicBezTo>
                    <a:cubicBezTo>
                      <a:pt x="19" y="27"/>
                      <a:pt x="19" y="33"/>
                      <a:pt x="18" y="35"/>
                    </a:cubicBezTo>
                    <a:cubicBezTo>
                      <a:pt x="18" y="36"/>
                      <a:pt x="17" y="36"/>
                      <a:pt x="17" y="36"/>
                    </a:cubicBezTo>
                    <a:cubicBezTo>
                      <a:pt x="14" y="41"/>
                      <a:pt x="8" y="39"/>
                      <a:pt x="5" y="36"/>
                    </a:cubicBezTo>
                  </a:path>
                </a:pathLst>
              </a:custGeom>
              <a:solidFill>
                <a:srgbClr val="BD4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4" name="Freeform 509">
                <a:extLst>
                  <a:ext uri="{FF2B5EF4-FFF2-40B4-BE49-F238E27FC236}">
                    <a16:creationId xmlns:a16="http://schemas.microsoft.com/office/drawing/2014/main" id="{63F9E6D9-A007-47E9-8F84-C358D24DC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3261"/>
                <a:ext cx="180" cy="104"/>
              </a:xfrm>
              <a:custGeom>
                <a:avLst/>
                <a:gdLst>
                  <a:gd name="T0" fmla="*/ 1125 w 72"/>
                  <a:gd name="T1" fmla="*/ 0 h 39"/>
                  <a:gd name="T2" fmla="*/ 0 w 72"/>
                  <a:gd name="T3" fmla="*/ 115 h 39"/>
                  <a:gd name="T4" fmla="*/ 33 w 72"/>
                  <a:gd name="T5" fmla="*/ 248 h 39"/>
                  <a:gd name="T6" fmla="*/ 50 w 72"/>
                  <a:gd name="T7" fmla="*/ 248 h 39"/>
                  <a:gd name="T8" fmla="*/ 220 w 72"/>
                  <a:gd name="T9" fmla="*/ 419 h 39"/>
                  <a:gd name="T10" fmla="*/ 220 w 72"/>
                  <a:gd name="T11" fmla="*/ 627 h 39"/>
                  <a:gd name="T12" fmla="*/ 208 w 72"/>
                  <a:gd name="T13" fmla="*/ 648 h 39"/>
                  <a:gd name="T14" fmla="*/ 20 w 72"/>
                  <a:gd name="T15" fmla="*/ 648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2" h="39">
                    <a:moveTo>
                      <a:pt x="72" y="0"/>
                    </a:moveTo>
                    <a:cubicBezTo>
                      <a:pt x="58" y="2"/>
                      <a:pt x="30" y="3"/>
                      <a:pt x="0" y="6"/>
                    </a:cubicBezTo>
                    <a:cubicBezTo>
                      <a:pt x="1" y="8"/>
                      <a:pt x="1" y="11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8" y="15"/>
                      <a:pt x="12" y="19"/>
                      <a:pt x="14" y="22"/>
                    </a:cubicBezTo>
                    <a:cubicBezTo>
                      <a:pt x="15" y="25"/>
                      <a:pt x="15" y="31"/>
                      <a:pt x="14" y="33"/>
                    </a:cubicBezTo>
                    <a:cubicBezTo>
                      <a:pt x="14" y="34"/>
                      <a:pt x="13" y="34"/>
                      <a:pt x="13" y="34"/>
                    </a:cubicBezTo>
                    <a:cubicBezTo>
                      <a:pt x="10" y="39"/>
                      <a:pt x="4" y="37"/>
                      <a:pt x="1" y="3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5" name="Freeform 510">
                <a:extLst>
                  <a:ext uri="{FF2B5EF4-FFF2-40B4-BE49-F238E27FC236}">
                    <a16:creationId xmlns:a16="http://schemas.microsoft.com/office/drawing/2014/main" id="{F4ED0D75-F459-42A9-A844-DB7FEFE29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280"/>
                <a:ext cx="192" cy="112"/>
              </a:xfrm>
              <a:custGeom>
                <a:avLst/>
                <a:gdLst>
                  <a:gd name="T0" fmla="*/ 0 w 77"/>
                  <a:gd name="T1" fmla="*/ 661 h 42"/>
                  <a:gd name="T2" fmla="*/ 312 w 77"/>
                  <a:gd name="T3" fmla="*/ 717 h 42"/>
                  <a:gd name="T4" fmla="*/ 416 w 77"/>
                  <a:gd name="T5" fmla="*/ 568 h 42"/>
                  <a:gd name="T6" fmla="*/ 386 w 77"/>
                  <a:gd name="T7" fmla="*/ 192 h 42"/>
                  <a:gd name="T8" fmla="*/ 324 w 77"/>
                  <a:gd name="T9" fmla="*/ 93 h 42"/>
                  <a:gd name="T10" fmla="*/ 1194 w 77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42">
                    <a:moveTo>
                      <a:pt x="0" y="35"/>
                    </a:moveTo>
                    <a:cubicBezTo>
                      <a:pt x="2" y="37"/>
                      <a:pt x="13" y="42"/>
                      <a:pt x="20" y="38"/>
                    </a:cubicBezTo>
                    <a:cubicBezTo>
                      <a:pt x="23" y="37"/>
                      <a:pt x="25" y="34"/>
                      <a:pt x="27" y="30"/>
                    </a:cubicBezTo>
                    <a:cubicBezTo>
                      <a:pt x="29" y="24"/>
                      <a:pt x="28" y="16"/>
                      <a:pt x="25" y="10"/>
                    </a:cubicBezTo>
                    <a:cubicBezTo>
                      <a:pt x="24" y="8"/>
                      <a:pt x="23" y="7"/>
                      <a:pt x="21" y="5"/>
                    </a:cubicBezTo>
                    <a:cubicBezTo>
                      <a:pt x="45" y="4"/>
                      <a:pt x="64" y="2"/>
                      <a:pt x="7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6" name="Freeform 511">
                <a:extLst>
                  <a:ext uri="{FF2B5EF4-FFF2-40B4-BE49-F238E27FC236}">
                    <a16:creationId xmlns:a16="http://schemas.microsoft.com/office/drawing/2014/main" id="{AE28F88B-F8AB-44B6-B3AC-A3977248A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792"/>
                <a:ext cx="410" cy="227"/>
              </a:xfrm>
              <a:custGeom>
                <a:avLst/>
                <a:gdLst>
                  <a:gd name="T0" fmla="*/ 1270 w 164"/>
                  <a:gd name="T1" fmla="*/ 684 h 85"/>
                  <a:gd name="T2" fmla="*/ 33 w 164"/>
                  <a:gd name="T3" fmla="*/ 0 h 85"/>
                  <a:gd name="T4" fmla="*/ 0 w 164"/>
                  <a:gd name="T5" fmla="*/ 227 h 85"/>
                  <a:gd name="T6" fmla="*/ 1175 w 164"/>
                  <a:gd name="T7" fmla="*/ 876 h 85"/>
                  <a:gd name="T8" fmla="*/ 2488 w 164"/>
                  <a:gd name="T9" fmla="*/ 1618 h 85"/>
                  <a:gd name="T10" fmla="*/ 2563 w 164"/>
                  <a:gd name="T11" fmla="*/ 1426 h 85"/>
                  <a:gd name="T12" fmla="*/ 1270 w 164"/>
                  <a:gd name="T13" fmla="*/ 684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4" h="85">
                    <a:moveTo>
                      <a:pt x="81" y="36"/>
                    </a:moveTo>
                    <a:cubicBezTo>
                      <a:pt x="51" y="21"/>
                      <a:pt x="24" y="8"/>
                      <a:pt x="2" y="0"/>
                    </a:cubicBezTo>
                    <a:cubicBezTo>
                      <a:pt x="1" y="4"/>
                      <a:pt x="0" y="8"/>
                      <a:pt x="0" y="12"/>
                    </a:cubicBezTo>
                    <a:cubicBezTo>
                      <a:pt x="20" y="19"/>
                      <a:pt x="46" y="32"/>
                      <a:pt x="75" y="46"/>
                    </a:cubicBezTo>
                    <a:cubicBezTo>
                      <a:pt x="101" y="59"/>
                      <a:pt x="130" y="73"/>
                      <a:pt x="159" y="85"/>
                    </a:cubicBezTo>
                    <a:cubicBezTo>
                      <a:pt x="160" y="82"/>
                      <a:pt x="162" y="78"/>
                      <a:pt x="164" y="75"/>
                    </a:cubicBezTo>
                    <a:cubicBezTo>
                      <a:pt x="135" y="62"/>
                      <a:pt x="106" y="48"/>
                      <a:pt x="81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7" name="Freeform 512">
                <a:extLst>
                  <a:ext uri="{FF2B5EF4-FFF2-40B4-BE49-F238E27FC236}">
                    <a16:creationId xmlns:a16="http://schemas.microsoft.com/office/drawing/2014/main" id="{342267EE-22A0-448C-8A41-302B6BD0C2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6" y="1757"/>
                <a:ext cx="1340" cy="488"/>
              </a:xfrm>
              <a:custGeom>
                <a:avLst/>
                <a:gdLst>
                  <a:gd name="T0" fmla="*/ 113 w 536"/>
                  <a:gd name="T1" fmla="*/ 136 h 183"/>
                  <a:gd name="T2" fmla="*/ 125 w 536"/>
                  <a:gd name="T3" fmla="*/ 341 h 183"/>
                  <a:gd name="T4" fmla="*/ 1488 w 536"/>
                  <a:gd name="T5" fmla="*/ 397 h 183"/>
                  <a:gd name="T6" fmla="*/ 1720 w 536"/>
                  <a:gd name="T7" fmla="*/ 477 h 183"/>
                  <a:gd name="T8" fmla="*/ 1750 w 536"/>
                  <a:gd name="T9" fmla="*/ 248 h 183"/>
                  <a:gd name="T10" fmla="*/ 1533 w 536"/>
                  <a:gd name="T11" fmla="*/ 171 h 183"/>
                  <a:gd name="T12" fmla="*/ 113 w 536"/>
                  <a:gd name="T13" fmla="*/ 136 h 183"/>
                  <a:gd name="T14" fmla="*/ 8050 w 536"/>
                  <a:gd name="T15" fmla="*/ 1955 h 183"/>
                  <a:gd name="T16" fmla="*/ 7595 w 536"/>
                  <a:gd name="T17" fmla="*/ 2253 h 183"/>
                  <a:gd name="T18" fmla="*/ 7145 w 536"/>
                  <a:gd name="T19" fmla="*/ 2504 h 183"/>
                  <a:gd name="T20" fmla="*/ 4720 w 536"/>
                  <a:gd name="T21" fmla="*/ 1877 h 183"/>
                  <a:gd name="T22" fmla="*/ 4283 w 536"/>
                  <a:gd name="T23" fmla="*/ 1672 h 183"/>
                  <a:gd name="T24" fmla="*/ 4208 w 536"/>
                  <a:gd name="T25" fmla="*/ 1856 h 183"/>
                  <a:gd name="T26" fmla="*/ 4658 w 536"/>
                  <a:gd name="T27" fmla="*/ 2083 h 183"/>
                  <a:gd name="T28" fmla="*/ 7095 w 536"/>
                  <a:gd name="T29" fmla="*/ 2808 h 183"/>
                  <a:gd name="T30" fmla="*/ 7470 w 536"/>
                  <a:gd name="T31" fmla="*/ 3165 h 183"/>
                  <a:gd name="T32" fmla="*/ 7658 w 536"/>
                  <a:gd name="T33" fmla="*/ 3357 h 183"/>
                  <a:gd name="T34" fmla="*/ 8158 w 536"/>
                  <a:gd name="T35" fmla="*/ 2765 h 183"/>
                  <a:gd name="T36" fmla="*/ 8050 w 536"/>
                  <a:gd name="T37" fmla="*/ 1955 h 18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36" h="183">
                    <a:moveTo>
                      <a:pt x="7" y="7"/>
                    </a:moveTo>
                    <a:cubicBezTo>
                      <a:pt x="0" y="10"/>
                      <a:pt x="3" y="19"/>
                      <a:pt x="8" y="18"/>
                    </a:cubicBezTo>
                    <a:cubicBezTo>
                      <a:pt x="24" y="11"/>
                      <a:pt x="68" y="15"/>
                      <a:pt x="95" y="21"/>
                    </a:cubicBezTo>
                    <a:cubicBezTo>
                      <a:pt x="100" y="22"/>
                      <a:pt x="104" y="23"/>
                      <a:pt x="110" y="25"/>
                    </a:cubicBezTo>
                    <a:cubicBezTo>
                      <a:pt x="110" y="21"/>
                      <a:pt x="111" y="17"/>
                      <a:pt x="112" y="13"/>
                    </a:cubicBezTo>
                    <a:cubicBezTo>
                      <a:pt x="107" y="11"/>
                      <a:pt x="102" y="10"/>
                      <a:pt x="98" y="9"/>
                    </a:cubicBezTo>
                    <a:cubicBezTo>
                      <a:pt x="68" y="2"/>
                      <a:pt x="20" y="0"/>
                      <a:pt x="7" y="7"/>
                    </a:cubicBezTo>
                    <a:close/>
                    <a:moveTo>
                      <a:pt x="515" y="103"/>
                    </a:moveTo>
                    <a:cubicBezTo>
                      <a:pt x="502" y="98"/>
                      <a:pt x="493" y="110"/>
                      <a:pt x="486" y="119"/>
                    </a:cubicBezTo>
                    <a:cubicBezTo>
                      <a:pt x="479" y="129"/>
                      <a:pt x="464" y="131"/>
                      <a:pt x="457" y="132"/>
                    </a:cubicBezTo>
                    <a:cubicBezTo>
                      <a:pt x="415" y="133"/>
                      <a:pt x="358" y="120"/>
                      <a:pt x="302" y="99"/>
                    </a:cubicBezTo>
                    <a:cubicBezTo>
                      <a:pt x="292" y="95"/>
                      <a:pt x="283" y="91"/>
                      <a:pt x="274" y="88"/>
                    </a:cubicBezTo>
                    <a:cubicBezTo>
                      <a:pt x="272" y="91"/>
                      <a:pt x="270" y="95"/>
                      <a:pt x="269" y="98"/>
                    </a:cubicBezTo>
                    <a:cubicBezTo>
                      <a:pt x="278" y="102"/>
                      <a:pt x="288" y="106"/>
                      <a:pt x="298" y="110"/>
                    </a:cubicBezTo>
                    <a:cubicBezTo>
                      <a:pt x="356" y="132"/>
                      <a:pt x="419" y="140"/>
                      <a:pt x="454" y="148"/>
                    </a:cubicBezTo>
                    <a:cubicBezTo>
                      <a:pt x="467" y="150"/>
                      <a:pt x="475" y="160"/>
                      <a:pt x="478" y="167"/>
                    </a:cubicBezTo>
                    <a:cubicBezTo>
                      <a:pt x="479" y="171"/>
                      <a:pt x="483" y="175"/>
                      <a:pt x="490" y="177"/>
                    </a:cubicBezTo>
                    <a:cubicBezTo>
                      <a:pt x="508" y="183"/>
                      <a:pt x="518" y="163"/>
                      <a:pt x="522" y="146"/>
                    </a:cubicBezTo>
                    <a:cubicBezTo>
                      <a:pt x="527" y="130"/>
                      <a:pt x="536" y="109"/>
                      <a:pt x="515" y="103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8" name="Freeform 513">
                <a:extLst>
                  <a:ext uri="{FF2B5EF4-FFF2-40B4-BE49-F238E27FC236}">
                    <a16:creationId xmlns:a16="http://schemas.microsoft.com/office/drawing/2014/main" id="{6995620F-0902-4C90-864F-68E72A9EB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203"/>
                <a:ext cx="830" cy="194"/>
              </a:xfrm>
              <a:custGeom>
                <a:avLst/>
                <a:gdLst>
                  <a:gd name="T0" fmla="*/ 4988 w 332"/>
                  <a:gd name="T1" fmla="*/ 486 h 73"/>
                  <a:gd name="T2" fmla="*/ 4863 w 332"/>
                  <a:gd name="T3" fmla="*/ 319 h 73"/>
                  <a:gd name="T4" fmla="*/ 5113 w 332"/>
                  <a:gd name="T5" fmla="*/ 226 h 73"/>
                  <a:gd name="T6" fmla="*/ 5175 w 332"/>
                  <a:gd name="T7" fmla="*/ 93 h 73"/>
                  <a:gd name="T8" fmla="*/ 5050 w 332"/>
                  <a:gd name="T9" fmla="*/ 21 h 73"/>
                  <a:gd name="T10" fmla="*/ 4625 w 332"/>
                  <a:gd name="T11" fmla="*/ 149 h 73"/>
                  <a:gd name="T12" fmla="*/ 4175 w 332"/>
                  <a:gd name="T13" fmla="*/ 247 h 73"/>
                  <a:gd name="T14" fmla="*/ 2438 w 332"/>
                  <a:gd name="T15" fmla="*/ 749 h 73"/>
                  <a:gd name="T16" fmla="*/ 113 w 332"/>
                  <a:gd name="T17" fmla="*/ 1031 h 73"/>
                  <a:gd name="T18" fmla="*/ 0 w 332"/>
                  <a:gd name="T19" fmla="*/ 1124 h 73"/>
                  <a:gd name="T20" fmla="*/ 83 w 332"/>
                  <a:gd name="T21" fmla="*/ 1257 h 73"/>
                  <a:gd name="T22" fmla="*/ 2175 w 332"/>
                  <a:gd name="T23" fmla="*/ 1108 h 73"/>
                  <a:gd name="T24" fmla="*/ 2770 w 332"/>
                  <a:gd name="T25" fmla="*/ 975 h 73"/>
                  <a:gd name="T26" fmla="*/ 3563 w 332"/>
                  <a:gd name="T27" fmla="*/ 1066 h 73"/>
                  <a:gd name="T28" fmla="*/ 3720 w 332"/>
                  <a:gd name="T29" fmla="*/ 1108 h 73"/>
                  <a:gd name="T30" fmla="*/ 3800 w 332"/>
                  <a:gd name="T31" fmla="*/ 975 h 73"/>
                  <a:gd name="T32" fmla="*/ 3688 w 332"/>
                  <a:gd name="T33" fmla="*/ 882 h 73"/>
                  <a:gd name="T34" fmla="*/ 3708 w 332"/>
                  <a:gd name="T35" fmla="*/ 882 h 73"/>
                  <a:gd name="T36" fmla="*/ 3595 w 332"/>
                  <a:gd name="T37" fmla="*/ 861 h 73"/>
                  <a:gd name="T38" fmla="*/ 3033 w 332"/>
                  <a:gd name="T39" fmla="*/ 749 h 73"/>
                  <a:gd name="T40" fmla="*/ 4188 w 332"/>
                  <a:gd name="T41" fmla="*/ 465 h 73"/>
                  <a:gd name="T42" fmla="*/ 4938 w 332"/>
                  <a:gd name="T43" fmla="*/ 678 h 7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2" h="73">
                    <a:moveTo>
                      <a:pt x="319" y="26"/>
                    </a:moveTo>
                    <a:cubicBezTo>
                      <a:pt x="319" y="26"/>
                      <a:pt x="316" y="23"/>
                      <a:pt x="311" y="17"/>
                    </a:cubicBezTo>
                    <a:cubicBezTo>
                      <a:pt x="319" y="14"/>
                      <a:pt x="326" y="12"/>
                      <a:pt x="327" y="12"/>
                    </a:cubicBezTo>
                    <a:cubicBezTo>
                      <a:pt x="330" y="11"/>
                      <a:pt x="332" y="8"/>
                      <a:pt x="331" y="5"/>
                    </a:cubicBezTo>
                    <a:cubicBezTo>
                      <a:pt x="330" y="1"/>
                      <a:pt x="326" y="0"/>
                      <a:pt x="323" y="1"/>
                    </a:cubicBezTo>
                    <a:cubicBezTo>
                      <a:pt x="323" y="1"/>
                      <a:pt x="309" y="5"/>
                      <a:pt x="296" y="8"/>
                    </a:cubicBezTo>
                    <a:cubicBezTo>
                      <a:pt x="292" y="9"/>
                      <a:pt x="272" y="12"/>
                      <a:pt x="267" y="13"/>
                    </a:cubicBezTo>
                    <a:cubicBezTo>
                      <a:pt x="229" y="18"/>
                      <a:pt x="199" y="25"/>
                      <a:pt x="156" y="40"/>
                    </a:cubicBezTo>
                    <a:cubicBezTo>
                      <a:pt x="109" y="58"/>
                      <a:pt x="62" y="62"/>
                      <a:pt x="7" y="55"/>
                    </a:cubicBezTo>
                    <a:cubicBezTo>
                      <a:pt x="3" y="55"/>
                      <a:pt x="0" y="57"/>
                      <a:pt x="0" y="60"/>
                    </a:cubicBezTo>
                    <a:cubicBezTo>
                      <a:pt x="0" y="64"/>
                      <a:pt x="2" y="67"/>
                      <a:pt x="5" y="67"/>
                    </a:cubicBezTo>
                    <a:cubicBezTo>
                      <a:pt x="54" y="73"/>
                      <a:pt x="97" y="71"/>
                      <a:pt x="139" y="59"/>
                    </a:cubicBezTo>
                    <a:cubicBezTo>
                      <a:pt x="144" y="57"/>
                      <a:pt x="170" y="52"/>
                      <a:pt x="177" y="52"/>
                    </a:cubicBezTo>
                    <a:cubicBezTo>
                      <a:pt x="198" y="51"/>
                      <a:pt x="217" y="55"/>
                      <a:pt x="228" y="57"/>
                    </a:cubicBezTo>
                    <a:cubicBezTo>
                      <a:pt x="234" y="59"/>
                      <a:pt x="236" y="59"/>
                      <a:pt x="238" y="59"/>
                    </a:cubicBezTo>
                    <a:cubicBezTo>
                      <a:pt x="241" y="58"/>
                      <a:pt x="243" y="55"/>
                      <a:pt x="243" y="52"/>
                    </a:cubicBezTo>
                    <a:cubicBezTo>
                      <a:pt x="242" y="49"/>
                      <a:pt x="239" y="47"/>
                      <a:pt x="236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0" y="46"/>
                      <a:pt x="230" y="46"/>
                      <a:pt x="230" y="46"/>
                    </a:cubicBezTo>
                    <a:cubicBezTo>
                      <a:pt x="222" y="44"/>
                      <a:pt x="209" y="41"/>
                      <a:pt x="194" y="40"/>
                    </a:cubicBezTo>
                    <a:cubicBezTo>
                      <a:pt x="220" y="33"/>
                      <a:pt x="242" y="29"/>
                      <a:pt x="268" y="25"/>
                    </a:cubicBezTo>
                    <a:cubicBezTo>
                      <a:pt x="301" y="20"/>
                      <a:pt x="315" y="36"/>
                      <a:pt x="316" y="36"/>
                    </a:cubicBezTo>
                  </a:path>
                </a:pathLst>
              </a:custGeom>
              <a:solidFill>
                <a:srgbClr val="BD4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9" name="Freeform 514">
                <a:extLst>
                  <a:ext uri="{FF2B5EF4-FFF2-40B4-BE49-F238E27FC236}">
                    <a16:creationId xmlns:a16="http://schemas.microsoft.com/office/drawing/2014/main" id="{8576AA9D-35B7-47BD-BAD4-B18D240EE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208"/>
                <a:ext cx="800" cy="189"/>
              </a:xfrm>
              <a:custGeom>
                <a:avLst/>
                <a:gdLst>
                  <a:gd name="T0" fmla="*/ 5000 w 320"/>
                  <a:gd name="T1" fmla="*/ 0 h 71"/>
                  <a:gd name="T2" fmla="*/ 4625 w 320"/>
                  <a:gd name="T3" fmla="*/ 114 h 71"/>
                  <a:gd name="T4" fmla="*/ 4175 w 320"/>
                  <a:gd name="T5" fmla="*/ 205 h 71"/>
                  <a:gd name="T6" fmla="*/ 2438 w 320"/>
                  <a:gd name="T7" fmla="*/ 716 h 71"/>
                  <a:gd name="T8" fmla="*/ 113 w 320"/>
                  <a:gd name="T9" fmla="*/ 998 h 71"/>
                  <a:gd name="T10" fmla="*/ 0 w 320"/>
                  <a:gd name="T11" fmla="*/ 1091 h 71"/>
                  <a:gd name="T12" fmla="*/ 83 w 320"/>
                  <a:gd name="T13" fmla="*/ 1227 h 71"/>
                  <a:gd name="T14" fmla="*/ 2175 w 320"/>
                  <a:gd name="T15" fmla="*/ 1078 h 71"/>
                  <a:gd name="T16" fmla="*/ 2770 w 320"/>
                  <a:gd name="T17" fmla="*/ 942 h 71"/>
                  <a:gd name="T18" fmla="*/ 3563 w 320"/>
                  <a:gd name="T19" fmla="*/ 1036 h 71"/>
                  <a:gd name="T20" fmla="*/ 3720 w 320"/>
                  <a:gd name="T21" fmla="*/ 1078 h 71"/>
                  <a:gd name="T22" fmla="*/ 3800 w 320"/>
                  <a:gd name="T23" fmla="*/ 942 h 71"/>
                  <a:gd name="T24" fmla="*/ 3688 w 320"/>
                  <a:gd name="T25" fmla="*/ 849 h 71"/>
                  <a:gd name="T26" fmla="*/ 3708 w 320"/>
                  <a:gd name="T27" fmla="*/ 849 h 71"/>
                  <a:gd name="T28" fmla="*/ 3595 w 320"/>
                  <a:gd name="T29" fmla="*/ 828 h 71"/>
                  <a:gd name="T30" fmla="*/ 3033 w 320"/>
                  <a:gd name="T31" fmla="*/ 716 h 71"/>
                  <a:gd name="T32" fmla="*/ 4188 w 320"/>
                  <a:gd name="T33" fmla="*/ 431 h 71"/>
                  <a:gd name="T34" fmla="*/ 4938 w 320"/>
                  <a:gd name="T35" fmla="*/ 644 h 7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0" h="71">
                    <a:moveTo>
                      <a:pt x="320" y="0"/>
                    </a:moveTo>
                    <a:cubicBezTo>
                      <a:pt x="315" y="1"/>
                      <a:pt x="306" y="4"/>
                      <a:pt x="296" y="6"/>
                    </a:cubicBezTo>
                    <a:cubicBezTo>
                      <a:pt x="292" y="7"/>
                      <a:pt x="272" y="10"/>
                      <a:pt x="267" y="11"/>
                    </a:cubicBezTo>
                    <a:cubicBezTo>
                      <a:pt x="229" y="16"/>
                      <a:pt x="199" y="23"/>
                      <a:pt x="156" y="38"/>
                    </a:cubicBezTo>
                    <a:cubicBezTo>
                      <a:pt x="109" y="56"/>
                      <a:pt x="62" y="60"/>
                      <a:pt x="7" y="53"/>
                    </a:cubicBezTo>
                    <a:cubicBezTo>
                      <a:pt x="3" y="53"/>
                      <a:pt x="0" y="55"/>
                      <a:pt x="0" y="58"/>
                    </a:cubicBezTo>
                    <a:cubicBezTo>
                      <a:pt x="0" y="62"/>
                      <a:pt x="2" y="65"/>
                      <a:pt x="5" y="65"/>
                    </a:cubicBezTo>
                    <a:cubicBezTo>
                      <a:pt x="54" y="71"/>
                      <a:pt x="97" y="69"/>
                      <a:pt x="139" y="57"/>
                    </a:cubicBezTo>
                    <a:cubicBezTo>
                      <a:pt x="144" y="55"/>
                      <a:pt x="170" y="50"/>
                      <a:pt x="177" y="50"/>
                    </a:cubicBezTo>
                    <a:cubicBezTo>
                      <a:pt x="198" y="49"/>
                      <a:pt x="217" y="53"/>
                      <a:pt x="228" y="55"/>
                    </a:cubicBezTo>
                    <a:cubicBezTo>
                      <a:pt x="234" y="57"/>
                      <a:pt x="236" y="57"/>
                      <a:pt x="238" y="57"/>
                    </a:cubicBezTo>
                    <a:cubicBezTo>
                      <a:pt x="241" y="56"/>
                      <a:pt x="243" y="53"/>
                      <a:pt x="243" y="50"/>
                    </a:cubicBezTo>
                    <a:cubicBezTo>
                      <a:pt x="242" y="47"/>
                      <a:pt x="239" y="45"/>
                      <a:pt x="236" y="45"/>
                    </a:cubicBezTo>
                    <a:cubicBezTo>
                      <a:pt x="237" y="45"/>
                      <a:pt x="237" y="45"/>
                      <a:pt x="237" y="45"/>
                    </a:cubicBezTo>
                    <a:cubicBezTo>
                      <a:pt x="230" y="44"/>
                      <a:pt x="230" y="44"/>
                      <a:pt x="230" y="44"/>
                    </a:cubicBezTo>
                    <a:cubicBezTo>
                      <a:pt x="222" y="42"/>
                      <a:pt x="209" y="39"/>
                      <a:pt x="194" y="38"/>
                    </a:cubicBezTo>
                    <a:cubicBezTo>
                      <a:pt x="220" y="31"/>
                      <a:pt x="242" y="27"/>
                      <a:pt x="268" y="23"/>
                    </a:cubicBezTo>
                    <a:cubicBezTo>
                      <a:pt x="301" y="18"/>
                      <a:pt x="315" y="34"/>
                      <a:pt x="316" y="3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0" name="Freeform 515">
                <a:extLst>
                  <a:ext uri="{FF2B5EF4-FFF2-40B4-BE49-F238E27FC236}">
                    <a16:creationId xmlns:a16="http://schemas.microsoft.com/office/drawing/2014/main" id="{3DAE20DA-D2B2-42D4-ACB8-F74A1AE9B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1237"/>
                <a:ext cx="30" cy="35"/>
              </a:xfrm>
              <a:custGeom>
                <a:avLst/>
                <a:gdLst>
                  <a:gd name="T0" fmla="*/ 125 w 12"/>
                  <a:gd name="T1" fmla="*/ 253 h 13"/>
                  <a:gd name="T2" fmla="*/ 0 w 12"/>
                  <a:gd name="T3" fmla="*/ 81 h 13"/>
                  <a:gd name="T4" fmla="*/ 188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8" y="13"/>
                    </a:moveTo>
                    <a:cubicBezTo>
                      <a:pt x="8" y="13"/>
                      <a:pt x="5" y="10"/>
                      <a:pt x="0" y="4"/>
                    </a:cubicBezTo>
                    <a:cubicBezTo>
                      <a:pt x="5" y="2"/>
                      <a:pt x="9" y="1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1" name="Freeform 516">
                <a:extLst>
                  <a:ext uri="{FF2B5EF4-FFF2-40B4-BE49-F238E27FC236}">
                    <a16:creationId xmlns:a16="http://schemas.microsoft.com/office/drawing/2014/main" id="{DD3CB33D-8649-4321-8F76-49C6DDAD3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1296"/>
                <a:ext cx="192" cy="221"/>
              </a:xfrm>
              <a:custGeom>
                <a:avLst/>
                <a:gdLst>
                  <a:gd name="T0" fmla="*/ 883 w 77"/>
                  <a:gd name="T1" fmla="*/ 0 h 83"/>
                  <a:gd name="T2" fmla="*/ 92 w 77"/>
                  <a:gd name="T3" fmla="*/ 341 h 83"/>
                  <a:gd name="T4" fmla="*/ 0 w 77"/>
                  <a:gd name="T5" fmla="*/ 453 h 83"/>
                  <a:gd name="T6" fmla="*/ 92 w 77"/>
                  <a:gd name="T7" fmla="*/ 567 h 83"/>
                  <a:gd name="T8" fmla="*/ 374 w 77"/>
                  <a:gd name="T9" fmla="*/ 602 h 83"/>
                  <a:gd name="T10" fmla="*/ 696 w 77"/>
                  <a:gd name="T11" fmla="*/ 793 h 83"/>
                  <a:gd name="T12" fmla="*/ 1007 w 77"/>
                  <a:gd name="T13" fmla="*/ 1475 h 83"/>
                  <a:gd name="T14" fmla="*/ 1120 w 77"/>
                  <a:gd name="T15" fmla="*/ 1544 h 83"/>
                  <a:gd name="T16" fmla="*/ 1182 w 77"/>
                  <a:gd name="T17" fmla="*/ 1398 h 83"/>
                  <a:gd name="T18" fmla="*/ 933 w 77"/>
                  <a:gd name="T19" fmla="*/ 809 h 83"/>
                  <a:gd name="T20" fmla="*/ 1025 w 77"/>
                  <a:gd name="T21" fmla="*/ 887 h 83"/>
                  <a:gd name="T22" fmla="*/ 1150 w 77"/>
                  <a:gd name="T23" fmla="*/ 887 h 83"/>
                  <a:gd name="T24" fmla="*/ 1182 w 77"/>
                  <a:gd name="T25" fmla="*/ 831 h 83"/>
                  <a:gd name="T26" fmla="*/ 1150 w 77"/>
                  <a:gd name="T27" fmla="*/ 738 h 83"/>
                  <a:gd name="T28" fmla="*/ 603 w 77"/>
                  <a:gd name="T29" fmla="*/ 418 h 83"/>
                  <a:gd name="T30" fmla="*/ 1007 w 77"/>
                  <a:gd name="T31" fmla="*/ 170 h 8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7" h="83">
                    <a:moveTo>
                      <a:pt x="57" y="0"/>
                    </a:moveTo>
                    <a:cubicBezTo>
                      <a:pt x="50" y="6"/>
                      <a:pt x="20" y="16"/>
                      <a:pt x="6" y="18"/>
                    </a:cubicBezTo>
                    <a:cubicBezTo>
                      <a:pt x="3" y="18"/>
                      <a:pt x="0" y="21"/>
                      <a:pt x="0" y="24"/>
                    </a:cubicBezTo>
                    <a:cubicBezTo>
                      <a:pt x="1" y="27"/>
                      <a:pt x="3" y="29"/>
                      <a:pt x="6" y="30"/>
                    </a:cubicBezTo>
                    <a:cubicBezTo>
                      <a:pt x="12" y="30"/>
                      <a:pt x="18" y="31"/>
                      <a:pt x="24" y="32"/>
                    </a:cubicBezTo>
                    <a:cubicBezTo>
                      <a:pt x="31" y="32"/>
                      <a:pt x="41" y="38"/>
                      <a:pt x="45" y="42"/>
                    </a:cubicBezTo>
                    <a:cubicBezTo>
                      <a:pt x="56" y="53"/>
                      <a:pt x="61" y="67"/>
                      <a:pt x="65" y="78"/>
                    </a:cubicBezTo>
                    <a:cubicBezTo>
                      <a:pt x="66" y="81"/>
                      <a:pt x="69" y="83"/>
                      <a:pt x="72" y="82"/>
                    </a:cubicBezTo>
                    <a:cubicBezTo>
                      <a:pt x="76" y="81"/>
                      <a:pt x="77" y="78"/>
                      <a:pt x="76" y="74"/>
                    </a:cubicBezTo>
                    <a:cubicBezTo>
                      <a:pt x="73" y="65"/>
                      <a:pt x="68" y="53"/>
                      <a:pt x="60" y="43"/>
                    </a:cubicBezTo>
                    <a:cubicBezTo>
                      <a:pt x="62" y="44"/>
                      <a:pt x="64" y="46"/>
                      <a:pt x="66" y="47"/>
                    </a:cubicBezTo>
                    <a:cubicBezTo>
                      <a:pt x="68" y="50"/>
                      <a:pt x="72" y="50"/>
                      <a:pt x="74" y="47"/>
                    </a:cubicBezTo>
                    <a:cubicBezTo>
                      <a:pt x="75" y="46"/>
                      <a:pt x="76" y="45"/>
                      <a:pt x="76" y="44"/>
                    </a:cubicBezTo>
                    <a:cubicBezTo>
                      <a:pt x="76" y="42"/>
                      <a:pt x="75" y="40"/>
                      <a:pt x="74" y="39"/>
                    </a:cubicBezTo>
                    <a:cubicBezTo>
                      <a:pt x="66" y="31"/>
                      <a:pt x="53" y="26"/>
                      <a:pt x="39" y="22"/>
                    </a:cubicBezTo>
                    <a:cubicBezTo>
                      <a:pt x="47" y="20"/>
                      <a:pt x="61" y="13"/>
                      <a:pt x="65" y="9"/>
                    </a:cubicBezTo>
                  </a:path>
                </a:pathLst>
              </a:custGeom>
              <a:solidFill>
                <a:srgbClr val="BD4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2" name="Freeform 517">
                <a:extLst>
                  <a:ext uri="{FF2B5EF4-FFF2-40B4-BE49-F238E27FC236}">
                    <a16:creationId xmlns:a16="http://schemas.microsoft.com/office/drawing/2014/main" id="{5531CF94-9677-4A62-8696-7AE66BBB1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320"/>
                <a:ext cx="88" cy="80"/>
              </a:xfrm>
              <a:custGeom>
                <a:avLst/>
                <a:gdLst>
                  <a:gd name="T0" fmla="*/ 556 w 35"/>
                  <a:gd name="T1" fmla="*/ 568 h 30"/>
                  <a:gd name="T2" fmla="*/ 0 w 35"/>
                  <a:gd name="T3" fmla="*/ 248 h 30"/>
                  <a:gd name="T4" fmla="*/ 410 w 35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0">
                    <a:moveTo>
                      <a:pt x="35" y="30"/>
                    </a:moveTo>
                    <a:cubicBezTo>
                      <a:pt x="27" y="22"/>
                      <a:pt x="14" y="17"/>
                      <a:pt x="0" y="13"/>
                    </a:cubicBezTo>
                    <a:cubicBezTo>
                      <a:pt x="8" y="11"/>
                      <a:pt x="22" y="4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3" name="Freeform 518">
                <a:extLst>
                  <a:ext uri="{FF2B5EF4-FFF2-40B4-BE49-F238E27FC236}">
                    <a16:creationId xmlns:a16="http://schemas.microsoft.com/office/drawing/2014/main" id="{ACC3CD44-25EA-487D-A588-C67429584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411"/>
                <a:ext cx="40" cy="82"/>
              </a:xfrm>
              <a:custGeom>
                <a:avLst/>
                <a:gdLst>
                  <a:gd name="T0" fmla="*/ 250 w 16"/>
                  <a:gd name="T1" fmla="*/ 574 h 31"/>
                  <a:gd name="T2" fmla="*/ 0 w 16"/>
                  <a:gd name="T3" fmla="*/ 0 h 31"/>
                  <a:gd name="T4" fmla="*/ 95 w 16"/>
                  <a:gd name="T5" fmla="*/ 7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31"/>
                    </a:moveTo>
                    <a:cubicBezTo>
                      <a:pt x="13" y="22"/>
                      <a:pt x="8" y="10"/>
                      <a:pt x="0" y="0"/>
                    </a:cubicBezTo>
                    <a:cubicBezTo>
                      <a:pt x="2" y="1"/>
                      <a:pt x="4" y="3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4" name="Freeform 519">
                <a:extLst>
                  <a:ext uri="{FF2B5EF4-FFF2-40B4-BE49-F238E27FC236}">
                    <a16:creationId xmlns:a16="http://schemas.microsoft.com/office/drawing/2014/main" id="{823C7353-2D18-486E-8B2B-6750E5A0B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1296"/>
                <a:ext cx="162" cy="208"/>
              </a:xfrm>
              <a:custGeom>
                <a:avLst/>
                <a:gdLst>
                  <a:gd name="T0" fmla="*/ 882 w 65"/>
                  <a:gd name="T1" fmla="*/ 0 h 78"/>
                  <a:gd name="T2" fmla="*/ 92 w 65"/>
                  <a:gd name="T3" fmla="*/ 341 h 78"/>
                  <a:gd name="T4" fmla="*/ 0 w 65"/>
                  <a:gd name="T5" fmla="*/ 456 h 78"/>
                  <a:gd name="T6" fmla="*/ 92 w 65"/>
                  <a:gd name="T7" fmla="*/ 568 h 78"/>
                  <a:gd name="T8" fmla="*/ 374 w 65"/>
                  <a:gd name="T9" fmla="*/ 605 h 78"/>
                  <a:gd name="T10" fmla="*/ 695 w 65"/>
                  <a:gd name="T11" fmla="*/ 797 h 78"/>
                  <a:gd name="T12" fmla="*/ 1007 w 65"/>
                  <a:gd name="T13" fmla="*/ 1480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78">
                    <a:moveTo>
                      <a:pt x="57" y="0"/>
                    </a:moveTo>
                    <a:cubicBezTo>
                      <a:pt x="50" y="6"/>
                      <a:pt x="20" y="16"/>
                      <a:pt x="6" y="18"/>
                    </a:cubicBezTo>
                    <a:cubicBezTo>
                      <a:pt x="3" y="18"/>
                      <a:pt x="0" y="21"/>
                      <a:pt x="0" y="24"/>
                    </a:cubicBezTo>
                    <a:cubicBezTo>
                      <a:pt x="1" y="27"/>
                      <a:pt x="3" y="29"/>
                      <a:pt x="6" y="30"/>
                    </a:cubicBezTo>
                    <a:cubicBezTo>
                      <a:pt x="12" y="30"/>
                      <a:pt x="18" y="31"/>
                      <a:pt x="24" y="32"/>
                    </a:cubicBezTo>
                    <a:cubicBezTo>
                      <a:pt x="31" y="32"/>
                      <a:pt x="41" y="38"/>
                      <a:pt x="45" y="42"/>
                    </a:cubicBezTo>
                    <a:cubicBezTo>
                      <a:pt x="56" y="53"/>
                      <a:pt x="61" y="67"/>
                      <a:pt x="65" y="7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5" name="Freeform 520">
                <a:extLst>
                  <a:ext uri="{FF2B5EF4-FFF2-40B4-BE49-F238E27FC236}">
                    <a16:creationId xmlns:a16="http://schemas.microsoft.com/office/drawing/2014/main" id="{ACDC048B-8A03-494F-BBAF-97B5361E2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896"/>
                <a:ext cx="85" cy="101"/>
              </a:xfrm>
              <a:custGeom>
                <a:avLst/>
                <a:gdLst>
                  <a:gd name="T0" fmla="*/ 20 w 34"/>
                  <a:gd name="T1" fmla="*/ 712 h 38"/>
                  <a:gd name="T2" fmla="*/ 488 w 34"/>
                  <a:gd name="T3" fmla="*/ 465 h 38"/>
                  <a:gd name="T4" fmla="*/ 520 w 34"/>
                  <a:gd name="T5" fmla="*/ 282 h 38"/>
                  <a:gd name="T6" fmla="*/ 33 w 34"/>
                  <a:gd name="T7" fmla="*/ 21 h 38"/>
                  <a:gd name="T8" fmla="*/ 33 w 34"/>
                  <a:gd name="T9" fmla="*/ 226 h 38"/>
                  <a:gd name="T10" fmla="*/ 333 w 34"/>
                  <a:gd name="T11" fmla="*/ 340 h 38"/>
                  <a:gd name="T12" fmla="*/ 333 w 34"/>
                  <a:gd name="T13" fmla="*/ 361 h 38"/>
                  <a:gd name="T14" fmla="*/ 0 w 34"/>
                  <a:gd name="T15" fmla="*/ 50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8">
                    <a:moveTo>
                      <a:pt x="1" y="38"/>
                    </a:moveTo>
                    <a:cubicBezTo>
                      <a:pt x="11" y="37"/>
                      <a:pt x="26" y="34"/>
                      <a:pt x="31" y="25"/>
                    </a:cubicBezTo>
                    <a:cubicBezTo>
                      <a:pt x="33" y="22"/>
                      <a:pt x="34" y="18"/>
                      <a:pt x="33" y="15"/>
                    </a:cubicBezTo>
                    <a:cubicBezTo>
                      <a:pt x="30" y="5"/>
                      <a:pt x="17" y="0"/>
                      <a:pt x="2" y="1"/>
                    </a:cubicBezTo>
                    <a:cubicBezTo>
                      <a:pt x="2" y="4"/>
                      <a:pt x="2" y="7"/>
                      <a:pt x="2" y="12"/>
                    </a:cubicBezTo>
                    <a:cubicBezTo>
                      <a:pt x="13" y="11"/>
                      <a:pt x="20" y="13"/>
                      <a:pt x="21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0" y="25"/>
                      <a:pt x="13" y="26"/>
                      <a:pt x="0" y="27"/>
                    </a:cubicBezTo>
                  </a:path>
                </a:pathLst>
              </a:custGeom>
              <a:solidFill>
                <a:srgbClr val="BD4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6" name="Freeform 521">
                <a:extLst>
                  <a:ext uri="{FF2B5EF4-FFF2-40B4-BE49-F238E27FC236}">
                    <a16:creationId xmlns:a16="http://schemas.microsoft.com/office/drawing/2014/main" id="{2ECCE590-2854-4824-B623-F2FE936FD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896"/>
                <a:ext cx="85" cy="101"/>
              </a:xfrm>
              <a:custGeom>
                <a:avLst/>
                <a:gdLst>
                  <a:gd name="T0" fmla="*/ 20 w 34"/>
                  <a:gd name="T1" fmla="*/ 712 h 38"/>
                  <a:gd name="T2" fmla="*/ 488 w 34"/>
                  <a:gd name="T3" fmla="*/ 465 h 38"/>
                  <a:gd name="T4" fmla="*/ 520 w 34"/>
                  <a:gd name="T5" fmla="*/ 282 h 38"/>
                  <a:gd name="T6" fmla="*/ 33 w 34"/>
                  <a:gd name="T7" fmla="*/ 21 h 38"/>
                  <a:gd name="T8" fmla="*/ 33 w 34"/>
                  <a:gd name="T9" fmla="*/ 226 h 38"/>
                  <a:gd name="T10" fmla="*/ 333 w 34"/>
                  <a:gd name="T11" fmla="*/ 340 h 38"/>
                  <a:gd name="T12" fmla="*/ 333 w 34"/>
                  <a:gd name="T13" fmla="*/ 361 h 38"/>
                  <a:gd name="T14" fmla="*/ 0 w 34"/>
                  <a:gd name="T15" fmla="*/ 50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8">
                    <a:moveTo>
                      <a:pt x="1" y="38"/>
                    </a:moveTo>
                    <a:cubicBezTo>
                      <a:pt x="11" y="37"/>
                      <a:pt x="26" y="34"/>
                      <a:pt x="31" y="25"/>
                    </a:cubicBezTo>
                    <a:cubicBezTo>
                      <a:pt x="33" y="22"/>
                      <a:pt x="34" y="18"/>
                      <a:pt x="33" y="15"/>
                    </a:cubicBezTo>
                    <a:cubicBezTo>
                      <a:pt x="30" y="5"/>
                      <a:pt x="17" y="0"/>
                      <a:pt x="2" y="1"/>
                    </a:cubicBezTo>
                    <a:cubicBezTo>
                      <a:pt x="2" y="4"/>
                      <a:pt x="2" y="7"/>
                      <a:pt x="2" y="12"/>
                    </a:cubicBezTo>
                    <a:cubicBezTo>
                      <a:pt x="13" y="11"/>
                      <a:pt x="20" y="13"/>
                      <a:pt x="21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0" y="25"/>
                      <a:pt x="13" y="26"/>
                      <a:pt x="0" y="27"/>
                    </a:cubicBezTo>
                  </a:path>
                </a:pathLst>
              </a:custGeom>
              <a:solidFill>
                <a:srgbClr val="BD4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7" name="Freeform 522">
                <a:extLst>
                  <a:ext uri="{FF2B5EF4-FFF2-40B4-BE49-F238E27FC236}">
                    <a16:creationId xmlns:a16="http://schemas.microsoft.com/office/drawing/2014/main" id="{9098C227-85D8-48BF-9F4F-071B602E6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896"/>
                <a:ext cx="85" cy="101"/>
              </a:xfrm>
              <a:custGeom>
                <a:avLst/>
                <a:gdLst>
                  <a:gd name="T0" fmla="*/ 20 w 34"/>
                  <a:gd name="T1" fmla="*/ 712 h 38"/>
                  <a:gd name="T2" fmla="*/ 488 w 34"/>
                  <a:gd name="T3" fmla="*/ 465 h 38"/>
                  <a:gd name="T4" fmla="*/ 520 w 34"/>
                  <a:gd name="T5" fmla="*/ 282 h 38"/>
                  <a:gd name="T6" fmla="*/ 33 w 34"/>
                  <a:gd name="T7" fmla="*/ 21 h 38"/>
                  <a:gd name="T8" fmla="*/ 33 w 34"/>
                  <a:gd name="T9" fmla="*/ 226 h 38"/>
                  <a:gd name="T10" fmla="*/ 333 w 34"/>
                  <a:gd name="T11" fmla="*/ 340 h 38"/>
                  <a:gd name="T12" fmla="*/ 333 w 34"/>
                  <a:gd name="T13" fmla="*/ 361 h 38"/>
                  <a:gd name="T14" fmla="*/ 0 w 34"/>
                  <a:gd name="T15" fmla="*/ 50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8">
                    <a:moveTo>
                      <a:pt x="1" y="38"/>
                    </a:moveTo>
                    <a:cubicBezTo>
                      <a:pt x="11" y="37"/>
                      <a:pt x="26" y="34"/>
                      <a:pt x="31" y="25"/>
                    </a:cubicBezTo>
                    <a:cubicBezTo>
                      <a:pt x="33" y="22"/>
                      <a:pt x="34" y="18"/>
                      <a:pt x="33" y="15"/>
                    </a:cubicBezTo>
                    <a:cubicBezTo>
                      <a:pt x="30" y="5"/>
                      <a:pt x="17" y="0"/>
                      <a:pt x="2" y="1"/>
                    </a:cubicBezTo>
                    <a:cubicBezTo>
                      <a:pt x="2" y="4"/>
                      <a:pt x="2" y="7"/>
                      <a:pt x="2" y="12"/>
                    </a:cubicBezTo>
                    <a:cubicBezTo>
                      <a:pt x="13" y="11"/>
                      <a:pt x="20" y="13"/>
                      <a:pt x="21" y="18"/>
                    </a:cubicBezTo>
                    <a:cubicBezTo>
                      <a:pt x="21" y="18"/>
                      <a:pt x="21" y="18"/>
                      <a:pt x="21" y="19"/>
                    </a:cubicBezTo>
                    <a:cubicBezTo>
                      <a:pt x="20" y="25"/>
                      <a:pt x="13" y="26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8" name="Freeform 523">
                <a:extLst>
                  <a:ext uri="{FF2B5EF4-FFF2-40B4-BE49-F238E27FC236}">
                    <a16:creationId xmlns:a16="http://schemas.microsoft.com/office/drawing/2014/main" id="{35BBECFE-7440-49A0-84C5-321B4C777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3080"/>
                <a:ext cx="75" cy="40"/>
              </a:xfrm>
              <a:custGeom>
                <a:avLst/>
                <a:gdLst>
                  <a:gd name="T0" fmla="*/ 345 w 30"/>
                  <a:gd name="T1" fmla="*/ 21 h 15"/>
                  <a:gd name="T2" fmla="*/ 0 w 30"/>
                  <a:gd name="T3" fmla="*/ 56 h 15"/>
                  <a:gd name="T4" fmla="*/ 20 w 30"/>
                  <a:gd name="T5" fmla="*/ 205 h 15"/>
                  <a:gd name="T6" fmla="*/ 33 w 30"/>
                  <a:gd name="T7" fmla="*/ 285 h 15"/>
                  <a:gd name="T8" fmla="*/ 363 w 30"/>
                  <a:gd name="T9" fmla="*/ 248 h 15"/>
                  <a:gd name="T10" fmla="*/ 470 w 30"/>
                  <a:gd name="T11" fmla="*/ 227 h 15"/>
                  <a:gd name="T12" fmla="*/ 438 w 30"/>
                  <a:gd name="T13" fmla="*/ 0 h 15"/>
                  <a:gd name="T14" fmla="*/ 345 w 30"/>
                  <a:gd name="T15" fmla="*/ 21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15">
                    <a:moveTo>
                      <a:pt x="22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6"/>
                      <a:pt x="0" y="9"/>
                      <a:pt x="1" y="11"/>
                    </a:cubicBezTo>
                    <a:cubicBezTo>
                      <a:pt x="1" y="13"/>
                      <a:pt x="2" y="14"/>
                      <a:pt x="2" y="15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5" y="13"/>
                      <a:pt x="28" y="12"/>
                      <a:pt x="30" y="12"/>
                    </a:cubicBezTo>
                    <a:cubicBezTo>
                      <a:pt x="30" y="8"/>
                      <a:pt x="29" y="4"/>
                      <a:pt x="28" y="0"/>
                    </a:cubicBezTo>
                    <a:cubicBezTo>
                      <a:pt x="26" y="0"/>
                      <a:pt x="24" y="1"/>
                      <a:pt x="22" y="1"/>
                    </a:cubicBezTo>
                    <a:close/>
                  </a:path>
                </a:pathLst>
              </a:custGeom>
              <a:solidFill>
                <a:srgbClr val="BD4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9" name="Freeform 524">
                <a:extLst>
                  <a:ext uri="{FF2B5EF4-FFF2-40B4-BE49-F238E27FC236}">
                    <a16:creationId xmlns:a16="http://schemas.microsoft.com/office/drawing/2014/main" id="{DC02E612-1DAF-4E20-B61E-57FC0711D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3080"/>
                <a:ext cx="75" cy="40"/>
              </a:xfrm>
              <a:custGeom>
                <a:avLst/>
                <a:gdLst>
                  <a:gd name="T0" fmla="*/ 345 w 30"/>
                  <a:gd name="T1" fmla="*/ 21 h 15"/>
                  <a:gd name="T2" fmla="*/ 0 w 30"/>
                  <a:gd name="T3" fmla="*/ 56 h 15"/>
                  <a:gd name="T4" fmla="*/ 20 w 30"/>
                  <a:gd name="T5" fmla="*/ 205 h 15"/>
                  <a:gd name="T6" fmla="*/ 33 w 30"/>
                  <a:gd name="T7" fmla="*/ 285 h 15"/>
                  <a:gd name="T8" fmla="*/ 363 w 30"/>
                  <a:gd name="T9" fmla="*/ 248 h 15"/>
                  <a:gd name="T10" fmla="*/ 470 w 30"/>
                  <a:gd name="T11" fmla="*/ 227 h 15"/>
                  <a:gd name="T12" fmla="*/ 438 w 30"/>
                  <a:gd name="T13" fmla="*/ 0 h 15"/>
                  <a:gd name="T14" fmla="*/ 345 w 30"/>
                  <a:gd name="T15" fmla="*/ 21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15">
                    <a:moveTo>
                      <a:pt x="22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6"/>
                      <a:pt x="0" y="9"/>
                      <a:pt x="1" y="11"/>
                    </a:cubicBezTo>
                    <a:cubicBezTo>
                      <a:pt x="1" y="13"/>
                      <a:pt x="2" y="14"/>
                      <a:pt x="2" y="15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5" y="13"/>
                      <a:pt x="28" y="12"/>
                      <a:pt x="30" y="12"/>
                    </a:cubicBezTo>
                    <a:cubicBezTo>
                      <a:pt x="30" y="8"/>
                      <a:pt x="29" y="4"/>
                      <a:pt x="28" y="0"/>
                    </a:cubicBezTo>
                    <a:cubicBezTo>
                      <a:pt x="26" y="0"/>
                      <a:pt x="24" y="1"/>
                      <a:pt x="22" y="1"/>
                    </a:cubicBezTo>
                    <a:close/>
                  </a:path>
                </a:pathLst>
              </a:custGeom>
              <a:solidFill>
                <a:srgbClr val="BD4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0" name="Freeform 525">
                <a:extLst>
                  <a:ext uri="{FF2B5EF4-FFF2-40B4-BE49-F238E27FC236}">
                    <a16:creationId xmlns:a16="http://schemas.microsoft.com/office/drawing/2014/main" id="{CD59BAF7-9F11-430C-A454-1D08D9F33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3080"/>
                <a:ext cx="75" cy="40"/>
              </a:xfrm>
              <a:custGeom>
                <a:avLst/>
                <a:gdLst>
                  <a:gd name="T0" fmla="*/ 345 w 30"/>
                  <a:gd name="T1" fmla="*/ 21 h 15"/>
                  <a:gd name="T2" fmla="*/ 0 w 30"/>
                  <a:gd name="T3" fmla="*/ 56 h 15"/>
                  <a:gd name="T4" fmla="*/ 20 w 30"/>
                  <a:gd name="T5" fmla="*/ 205 h 15"/>
                  <a:gd name="T6" fmla="*/ 33 w 30"/>
                  <a:gd name="T7" fmla="*/ 285 h 15"/>
                  <a:gd name="T8" fmla="*/ 363 w 30"/>
                  <a:gd name="T9" fmla="*/ 248 h 15"/>
                  <a:gd name="T10" fmla="*/ 470 w 30"/>
                  <a:gd name="T11" fmla="*/ 227 h 15"/>
                  <a:gd name="T12" fmla="*/ 438 w 30"/>
                  <a:gd name="T13" fmla="*/ 0 h 15"/>
                  <a:gd name="T14" fmla="*/ 345 w 30"/>
                  <a:gd name="T15" fmla="*/ 21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15">
                    <a:moveTo>
                      <a:pt x="22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6"/>
                      <a:pt x="0" y="9"/>
                      <a:pt x="1" y="11"/>
                    </a:cubicBezTo>
                    <a:cubicBezTo>
                      <a:pt x="1" y="13"/>
                      <a:pt x="2" y="14"/>
                      <a:pt x="2" y="15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5" y="13"/>
                      <a:pt x="28" y="12"/>
                      <a:pt x="30" y="12"/>
                    </a:cubicBezTo>
                    <a:cubicBezTo>
                      <a:pt x="30" y="8"/>
                      <a:pt x="29" y="4"/>
                      <a:pt x="28" y="0"/>
                    </a:cubicBezTo>
                    <a:cubicBezTo>
                      <a:pt x="26" y="0"/>
                      <a:pt x="24" y="1"/>
                      <a:pt x="2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1" name="Freeform 526">
                <a:extLst>
                  <a:ext uri="{FF2B5EF4-FFF2-40B4-BE49-F238E27FC236}">
                    <a16:creationId xmlns:a16="http://schemas.microsoft.com/office/drawing/2014/main" id="{B3A873A2-9EDA-41E1-8BA1-9124B5BAF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3280"/>
                <a:ext cx="100" cy="27"/>
              </a:xfrm>
              <a:custGeom>
                <a:avLst/>
                <a:gdLst>
                  <a:gd name="T0" fmla="*/ 63 w 40"/>
                  <a:gd name="T1" fmla="*/ 38 h 10"/>
                  <a:gd name="T2" fmla="*/ 0 w 40"/>
                  <a:gd name="T3" fmla="*/ 197 h 10"/>
                  <a:gd name="T4" fmla="*/ 625 w 40"/>
                  <a:gd name="T5" fmla="*/ 159 h 10"/>
                  <a:gd name="T6" fmla="*/ 595 w 40"/>
                  <a:gd name="T7" fmla="*/ 0 h 10"/>
                  <a:gd name="T8" fmla="*/ 63 w 40"/>
                  <a:gd name="T9" fmla="*/ 3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0">
                    <a:moveTo>
                      <a:pt x="4" y="2"/>
                    </a:moveTo>
                    <a:cubicBezTo>
                      <a:pt x="3" y="5"/>
                      <a:pt x="1" y="8"/>
                      <a:pt x="0" y="10"/>
                    </a:cubicBezTo>
                    <a:cubicBezTo>
                      <a:pt x="7" y="9"/>
                      <a:pt x="22" y="9"/>
                      <a:pt x="40" y="8"/>
                    </a:cubicBezTo>
                    <a:cubicBezTo>
                      <a:pt x="39" y="5"/>
                      <a:pt x="39" y="2"/>
                      <a:pt x="38" y="0"/>
                    </a:cubicBezTo>
                    <a:cubicBezTo>
                      <a:pt x="25" y="0"/>
                      <a:pt x="13" y="1"/>
                      <a:pt x="4" y="2"/>
                    </a:cubicBezTo>
                    <a:close/>
                  </a:path>
                </a:pathLst>
              </a:custGeom>
              <a:solidFill>
                <a:srgbClr val="BD4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2" name="Freeform 527">
                <a:extLst>
                  <a:ext uri="{FF2B5EF4-FFF2-40B4-BE49-F238E27FC236}">
                    <a16:creationId xmlns:a16="http://schemas.microsoft.com/office/drawing/2014/main" id="{D5345E2D-7E83-457B-9E65-9C991B11E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3280"/>
                <a:ext cx="100" cy="27"/>
              </a:xfrm>
              <a:custGeom>
                <a:avLst/>
                <a:gdLst>
                  <a:gd name="T0" fmla="*/ 63 w 40"/>
                  <a:gd name="T1" fmla="*/ 38 h 10"/>
                  <a:gd name="T2" fmla="*/ 0 w 40"/>
                  <a:gd name="T3" fmla="*/ 197 h 10"/>
                  <a:gd name="T4" fmla="*/ 625 w 40"/>
                  <a:gd name="T5" fmla="*/ 159 h 10"/>
                  <a:gd name="T6" fmla="*/ 595 w 40"/>
                  <a:gd name="T7" fmla="*/ 0 h 10"/>
                  <a:gd name="T8" fmla="*/ 63 w 40"/>
                  <a:gd name="T9" fmla="*/ 3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0">
                    <a:moveTo>
                      <a:pt x="4" y="2"/>
                    </a:moveTo>
                    <a:cubicBezTo>
                      <a:pt x="3" y="5"/>
                      <a:pt x="1" y="8"/>
                      <a:pt x="0" y="10"/>
                    </a:cubicBezTo>
                    <a:cubicBezTo>
                      <a:pt x="7" y="9"/>
                      <a:pt x="22" y="9"/>
                      <a:pt x="40" y="8"/>
                    </a:cubicBezTo>
                    <a:cubicBezTo>
                      <a:pt x="39" y="5"/>
                      <a:pt x="39" y="2"/>
                      <a:pt x="38" y="0"/>
                    </a:cubicBezTo>
                    <a:cubicBezTo>
                      <a:pt x="25" y="0"/>
                      <a:pt x="13" y="1"/>
                      <a:pt x="4" y="2"/>
                    </a:cubicBezTo>
                    <a:close/>
                  </a:path>
                </a:pathLst>
              </a:custGeom>
              <a:solidFill>
                <a:srgbClr val="BD4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3" name="Freeform 528">
                <a:extLst>
                  <a:ext uri="{FF2B5EF4-FFF2-40B4-BE49-F238E27FC236}">
                    <a16:creationId xmlns:a16="http://schemas.microsoft.com/office/drawing/2014/main" id="{69169878-3669-48D4-989B-88821C99D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3280"/>
                <a:ext cx="100" cy="27"/>
              </a:xfrm>
              <a:custGeom>
                <a:avLst/>
                <a:gdLst>
                  <a:gd name="T0" fmla="*/ 63 w 40"/>
                  <a:gd name="T1" fmla="*/ 38 h 10"/>
                  <a:gd name="T2" fmla="*/ 0 w 40"/>
                  <a:gd name="T3" fmla="*/ 197 h 10"/>
                  <a:gd name="T4" fmla="*/ 625 w 40"/>
                  <a:gd name="T5" fmla="*/ 159 h 10"/>
                  <a:gd name="T6" fmla="*/ 595 w 40"/>
                  <a:gd name="T7" fmla="*/ 0 h 10"/>
                  <a:gd name="T8" fmla="*/ 63 w 40"/>
                  <a:gd name="T9" fmla="*/ 3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0">
                    <a:moveTo>
                      <a:pt x="4" y="2"/>
                    </a:moveTo>
                    <a:cubicBezTo>
                      <a:pt x="3" y="5"/>
                      <a:pt x="1" y="8"/>
                      <a:pt x="0" y="10"/>
                    </a:cubicBezTo>
                    <a:cubicBezTo>
                      <a:pt x="7" y="9"/>
                      <a:pt x="22" y="9"/>
                      <a:pt x="40" y="8"/>
                    </a:cubicBezTo>
                    <a:cubicBezTo>
                      <a:pt x="39" y="5"/>
                      <a:pt x="39" y="2"/>
                      <a:pt x="38" y="0"/>
                    </a:cubicBezTo>
                    <a:cubicBezTo>
                      <a:pt x="25" y="0"/>
                      <a:pt x="13" y="1"/>
                      <a:pt x="4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4" name="Freeform 529">
                <a:extLst>
                  <a:ext uri="{FF2B5EF4-FFF2-40B4-BE49-F238E27FC236}">
                    <a16:creationId xmlns:a16="http://schemas.microsoft.com/office/drawing/2014/main" id="{F4A4F590-8A28-49B1-8A7F-21165BF23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3928"/>
                <a:ext cx="500" cy="75"/>
              </a:xfrm>
              <a:custGeom>
                <a:avLst/>
                <a:gdLst>
                  <a:gd name="T0" fmla="*/ 500 w 500"/>
                  <a:gd name="T1" fmla="*/ 0 h 75"/>
                  <a:gd name="T2" fmla="*/ 0 w 500"/>
                  <a:gd name="T3" fmla="*/ 75 h 75"/>
                  <a:gd name="T4" fmla="*/ 500 w 500"/>
                  <a:gd name="T5" fmla="*/ 0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0" h="75">
                    <a:moveTo>
                      <a:pt x="500" y="0"/>
                    </a:moveTo>
                    <a:lnTo>
                      <a:pt x="0" y="75"/>
                    </a:lnTo>
                    <a:lnTo>
                      <a:pt x="500" y="0"/>
                    </a:ln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5" name="Line 530">
                <a:extLst>
                  <a:ext uri="{FF2B5EF4-FFF2-40B4-BE49-F238E27FC236}">
                    <a16:creationId xmlns:a16="http://schemas.microsoft.com/office/drawing/2014/main" id="{82B9A1B7-C57F-461E-BF95-52785B2927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683" y="3928"/>
                <a:ext cx="500" cy="7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6" name="Freeform 531">
                <a:extLst>
                  <a:ext uri="{FF2B5EF4-FFF2-40B4-BE49-F238E27FC236}">
                    <a16:creationId xmlns:a16="http://schemas.microsoft.com/office/drawing/2014/main" id="{FAB9630C-70A3-414B-9A91-202B74227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168"/>
                <a:ext cx="682" cy="2181"/>
              </a:xfrm>
              <a:custGeom>
                <a:avLst/>
                <a:gdLst>
                  <a:gd name="T0" fmla="*/ 3650 w 273"/>
                  <a:gd name="T1" fmla="*/ 13550 h 818"/>
                  <a:gd name="T2" fmla="*/ 3557 w 273"/>
                  <a:gd name="T3" fmla="*/ 12091 h 818"/>
                  <a:gd name="T4" fmla="*/ 3587 w 273"/>
                  <a:gd name="T5" fmla="*/ 11900 h 818"/>
                  <a:gd name="T6" fmla="*/ 3600 w 273"/>
                  <a:gd name="T7" fmla="*/ 11750 h 818"/>
                  <a:gd name="T8" fmla="*/ 3587 w 273"/>
                  <a:gd name="T9" fmla="*/ 11489 h 818"/>
                  <a:gd name="T10" fmla="*/ 667 w 273"/>
                  <a:gd name="T11" fmla="*/ 5594 h 818"/>
                  <a:gd name="T12" fmla="*/ 1499 w 273"/>
                  <a:gd name="T13" fmla="*/ 3639 h 818"/>
                  <a:gd name="T14" fmla="*/ 3587 w 273"/>
                  <a:gd name="T15" fmla="*/ 3277 h 818"/>
                  <a:gd name="T16" fmla="*/ 3587 w 273"/>
                  <a:gd name="T17" fmla="*/ 3242 h 818"/>
                  <a:gd name="T18" fmla="*/ 3153 w 273"/>
                  <a:gd name="T19" fmla="*/ 1933 h 818"/>
                  <a:gd name="T20" fmla="*/ 2745 w 273"/>
                  <a:gd name="T21" fmla="*/ 739 h 818"/>
                  <a:gd name="T22" fmla="*/ 2820 w 273"/>
                  <a:gd name="T23" fmla="*/ 192 h 818"/>
                  <a:gd name="T24" fmla="*/ 2840 w 273"/>
                  <a:gd name="T25" fmla="*/ 171 h 818"/>
                  <a:gd name="T26" fmla="*/ 2478 w 273"/>
                  <a:gd name="T27" fmla="*/ 248 h 818"/>
                  <a:gd name="T28" fmla="*/ 2058 w 273"/>
                  <a:gd name="T29" fmla="*/ 853 h 818"/>
                  <a:gd name="T30" fmla="*/ 2758 w 273"/>
                  <a:gd name="T31" fmla="*/ 2752 h 818"/>
                  <a:gd name="T32" fmla="*/ 842 w 273"/>
                  <a:gd name="T33" fmla="*/ 3205 h 818"/>
                  <a:gd name="T34" fmla="*/ 12 w 273"/>
                  <a:gd name="T35" fmla="*/ 5154 h 818"/>
                  <a:gd name="T36" fmla="*/ 2228 w 273"/>
                  <a:gd name="T37" fmla="*/ 10705 h 818"/>
                  <a:gd name="T38" fmla="*/ 3412 w 273"/>
                  <a:gd name="T39" fmla="*/ 11545 h 818"/>
                  <a:gd name="T40" fmla="*/ 3445 w 273"/>
                  <a:gd name="T41" fmla="*/ 13094 h 818"/>
                  <a:gd name="T42" fmla="*/ 4257 w 273"/>
                  <a:gd name="T43" fmla="*/ 15504 h 818"/>
                  <a:gd name="T44" fmla="*/ 3650 w 273"/>
                  <a:gd name="T45" fmla="*/ 13550 h 8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73" h="818">
                    <a:moveTo>
                      <a:pt x="234" y="715"/>
                    </a:moveTo>
                    <a:cubicBezTo>
                      <a:pt x="223" y="682"/>
                      <a:pt x="225" y="657"/>
                      <a:pt x="228" y="638"/>
                    </a:cubicBezTo>
                    <a:cubicBezTo>
                      <a:pt x="229" y="634"/>
                      <a:pt x="229" y="631"/>
                      <a:pt x="230" y="628"/>
                    </a:cubicBezTo>
                    <a:cubicBezTo>
                      <a:pt x="230" y="625"/>
                      <a:pt x="231" y="623"/>
                      <a:pt x="231" y="620"/>
                    </a:cubicBezTo>
                    <a:cubicBezTo>
                      <a:pt x="232" y="613"/>
                      <a:pt x="232" y="609"/>
                      <a:pt x="230" y="606"/>
                    </a:cubicBezTo>
                    <a:cubicBezTo>
                      <a:pt x="190" y="584"/>
                      <a:pt x="42" y="418"/>
                      <a:pt x="43" y="295"/>
                    </a:cubicBezTo>
                    <a:cubicBezTo>
                      <a:pt x="44" y="249"/>
                      <a:pt x="62" y="214"/>
                      <a:pt x="96" y="192"/>
                    </a:cubicBezTo>
                    <a:cubicBezTo>
                      <a:pt x="138" y="165"/>
                      <a:pt x="194" y="163"/>
                      <a:pt x="230" y="173"/>
                    </a:cubicBezTo>
                    <a:cubicBezTo>
                      <a:pt x="230" y="172"/>
                      <a:pt x="230" y="172"/>
                      <a:pt x="230" y="171"/>
                    </a:cubicBezTo>
                    <a:cubicBezTo>
                      <a:pt x="230" y="156"/>
                      <a:pt x="223" y="127"/>
                      <a:pt x="202" y="102"/>
                    </a:cubicBezTo>
                    <a:cubicBezTo>
                      <a:pt x="182" y="77"/>
                      <a:pt x="176" y="57"/>
                      <a:pt x="176" y="39"/>
                    </a:cubicBezTo>
                    <a:cubicBezTo>
                      <a:pt x="177" y="29"/>
                      <a:pt x="179" y="19"/>
                      <a:pt x="181" y="10"/>
                    </a:cubicBezTo>
                    <a:cubicBezTo>
                      <a:pt x="182" y="10"/>
                      <a:pt x="182" y="9"/>
                      <a:pt x="182" y="9"/>
                    </a:cubicBezTo>
                    <a:cubicBezTo>
                      <a:pt x="184" y="0"/>
                      <a:pt x="167" y="7"/>
                      <a:pt x="159" y="13"/>
                    </a:cubicBezTo>
                    <a:cubicBezTo>
                      <a:pt x="150" y="19"/>
                      <a:pt x="151" y="37"/>
                      <a:pt x="132" y="45"/>
                    </a:cubicBezTo>
                    <a:cubicBezTo>
                      <a:pt x="111" y="66"/>
                      <a:pt x="152" y="138"/>
                      <a:pt x="177" y="145"/>
                    </a:cubicBezTo>
                    <a:cubicBezTo>
                      <a:pt x="141" y="135"/>
                      <a:pt x="95" y="143"/>
                      <a:pt x="54" y="169"/>
                    </a:cubicBezTo>
                    <a:cubicBezTo>
                      <a:pt x="20" y="191"/>
                      <a:pt x="2" y="227"/>
                      <a:pt x="1" y="272"/>
                    </a:cubicBezTo>
                    <a:cubicBezTo>
                      <a:pt x="0" y="369"/>
                      <a:pt x="85" y="507"/>
                      <a:pt x="143" y="565"/>
                    </a:cubicBezTo>
                    <a:cubicBezTo>
                      <a:pt x="168" y="593"/>
                      <a:pt x="210" y="603"/>
                      <a:pt x="219" y="609"/>
                    </a:cubicBezTo>
                    <a:cubicBezTo>
                      <a:pt x="228" y="614"/>
                      <a:pt x="209" y="644"/>
                      <a:pt x="221" y="691"/>
                    </a:cubicBezTo>
                    <a:cubicBezTo>
                      <a:pt x="227" y="720"/>
                      <a:pt x="254" y="781"/>
                      <a:pt x="273" y="818"/>
                    </a:cubicBezTo>
                    <a:cubicBezTo>
                      <a:pt x="256" y="774"/>
                      <a:pt x="242" y="736"/>
                      <a:pt x="234" y="715"/>
                    </a:cubicBezTo>
                    <a:close/>
                  </a:path>
                </a:pathLst>
              </a:custGeom>
              <a:solidFill>
                <a:srgbClr val="FEE5BF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7" name="Freeform 532">
                <a:extLst>
                  <a:ext uri="{FF2B5EF4-FFF2-40B4-BE49-F238E27FC236}">
                    <a16:creationId xmlns:a16="http://schemas.microsoft.com/office/drawing/2014/main" id="{D77A6005-C803-4A5D-A56A-05EB6117D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357"/>
                <a:ext cx="105" cy="59"/>
              </a:xfrm>
              <a:custGeom>
                <a:avLst/>
                <a:gdLst>
                  <a:gd name="T0" fmla="*/ 188 w 42"/>
                  <a:gd name="T1" fmla="*/ 424 h 22"/>
                  <a:gd name="T2" fmla="*/ 470 w 42"/>
                  <a:gd name="T3" fmla="*/ 115 h 22"/>
                  <a:gd name="T4" fmla="*/ 175 w 42"/>
                  <a:gd name="T5" fmla="*/ 34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2">
                    <a:moveTo>
                      <a:pt x="12" y="22"/>
                    </a:moveTo>
                    <a:cubicBezTo>
                      <a:pt x="18" y="22"/>
                      <a:pt x="42" y="18"/>
                      <a:pt x="30" y="6"/>
                    </a:cubicBezTo>
                    <a:cubicBezTo>
                      <a:pt x="24" y="0"/>
                      <a:pt x="0" y="10"/>
                      <a:pt x="11" y="18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8" name="Freeform 533">
                <a:extLst>
                  <a:ext uri="{FF2B5EF4-FFF2-40B4-BE49-F238E27FC236}">
                    <a16:creationId xmlns:a16="http://schemas.microsoft.com/office/drawing/2014/main" id="{E4C9F514-8A01-449B-AD27-76E6E9268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3083"/>
                <a:ext cx="302" cy="877"/>
              </a:xfrm>
              <a:custGeom>
                <a:avLst/>
                <a:gdLst>
                  <a:gd name="T0" fmla="*/ 966 w 121"/>
                  <a:gd name="T1" fmla="*/ 6139 h 329"/>
                  <a:gd name="T2" fmla="*/ 125 w 121"/>
                  <a:gd name="T3" fmla="*/ 3580 h 329"/>
                  <a:gd name="T4" fmla="*/ 75 w 121"/>
                  <a:gd name="T5" fmla="*/ 3297 h 329"/>
                  <a:gd name="T6" fmla="*/ 417 w 121"/>
                  <a:gd name="T7" fmla="*/ 2103 h 329"/>
                  <a:gd name="T8" fmla="*/ 449 w 121"/>
                  <a:gd name="T9" fmla="*/ 2026 h 329"/>
                  <a:gd name="T10" fmla="*/ 749 w 121"/>
                  <a:gd name="T11" fmla="*/ 874 h 329"/>
                  <a:gd name="T12" fmla="*/ 916 w 121"/>
                  <a:gd name="T13" fmla="*/ 435 h 329"/>
                  <a:gd name="T14" fmla="*/ 996 w 121"/>
                  <a:gd name="T15" fmla="*/ 456 h 329"/>
                  <a:gd name="T16" fmla="*/ 1121 w 121"/>
                  <a:gd name="T17" fmla="*/ 1818 h 329"/>
                  <a:gd name="T18" fmla="*/ 1103 w 121"/>
                  <a:gd name="T19" fmla="*/ 2295 h 329"/>
                  <a:gd name="T20" fmla="*/ 1091 w 121"/>
                  <a:gd name="T21" fmla="*/ 2879 h 329"/>
                  <a:gd name="T22" fmla="*/ 1570 w 121"/>
                  <a:gd name="T23" fmla="*/ 5358 h 329"/>
                  <a:gd name="T24" fmla="*/ 1787 w 121"/>
                  <a:gd name="T25" fmla="*/ 6003 h 329"/>
                  <a:gd name="T26" fmla="*/ 1882 w 121"/>
                  <a:gd name="T27" fmla="*/ 5982 h 329"/>
                  <a:gd name="T28" fmla="*/ 1662 w 121"/>
                  <a:gd name="T29" fmla="*/ 5302 h 329"/>
                  <a:gd name="T30" fmla="*/ 1215 w 121"/>
                  <a:gd name="T31" fmla="*/ 2295 h 329"/>
                  <a:gd name="T32" fmla="*/ 1071 w 121"/>
                  <a:gd name="T33" fmla="*/ 376 h 329"/>
                  <a:gd name="T34" fmla="*/ 1058 w 121"/>
                  <a:gd name="T35" fmla="*/ 264 h 329"/>
                  <a:gd name="T36" fmla="*/ 1121 w 121"/>
                  <a:gd name="T37" fmla="*/ 77 h 329"/>
                  <a:gd name="T38" fmla="*/ 1071 w 121"/>
                  <a:gd name="T39" fmla="*/ 21 h 329"/>
                  <a:gd name="T40" fmla="*/ 1008 w 121"/>
                  <a:gd name="T41" fmla="*/ 56 h 329"/>
                  <a:gd name="T42" fmla="*/ 966 w 121"/>
                  <a:gd name="T43" fmla="*/ 227 h 329"/>
                  <a:gd name="T44" fmla="*/ 884 w 121"/>
                  <a:gd name="T45" fmla="*/ 320 h 329"/>
                  <a:gd name="T46" fmla="*/ 654 w 121"/>
                  <a:gd name="T47" fmla="*/ 853 h 329"/>
                  <a:gd name="T48" fmla="*/ 354 w 121"/>
                  <a:gd name="T49" fmla="*/ 2010 h 329"/>
                  <a:gd name="T50" fmla="*/ 324 w 121"/>
                  <a:gd name="T51" fmla="*/ 2082 h 329"/>
                  <a:gd name="T52" fmla="*/ 0 w 121"/>
                  <a:gd name="T53" fmla="*/ 3255 h 329"/>
                  <a:gd name="T54" fmla="*/ 42 w 121"/>
                  <a:gd name="T55" fmla="*/ 3596 h 329"/>
                  <a:gd name="T56" fmla="*/ 871 w 121"/>
                  <a:gd name="T57" fmla="*/ 6152 h 329"/>
                  <a:gd name="T58" fmla="*/ 966 w 121"/>
                  <a:gd name="T59" fmla="*/ 6139 h 32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1" h="329">
                    <a:moveTo>
                      <a:pt x="62" y="324"/>
                    </a:moveTo>
                    <a:cubicBezTo>
                      <a:pt x="42" y="274"/>
                      <a:pt x="14" y="202"/>
                      <a:pt x="8" y="189"/>
                    </a:cubicBezTo>
                    <a:cubicBezTo>
                      <a:pt x="6" y="184"/>
                      <a:pt x="5" y="179"/>
                      <a:pt x="5" y="174"/>
                    </a:cubicBezTo>
                    <a:cubicBezTo>
                      <a:pt x="5" y="157"/>
                      <a:pt x="14" y="138"/>
                      <a:pt x="27" y="111"/>
                    </a:cubicBezTo>
                    <a:cubicBezTo>
                      <a:pt x="29" y="107"/>
                      <a:pt x="29" y="107"/>
                      <a:pt x="29" y="107"/>
                    </a:cubicBezTo>
                    <a:cubicBezTo>
                      <a:pt x="44" y="71"/>
                      <a:pt x="45" y="63"/>
                      <a:pt x="48" y="46"/>
                    </a:cubicBezTo>
                    <a:cubicBezTo>
                      <a:pt x="51" y="34"/>
                      <a:pt x="55" y="26"/>
                      <a:pt x="59" y="23"/>
                    </a:cubicBezTo>
                    <a:cubicBezTo>
                      <a:pt x="60" y="22"/>
                      <a:pt x="63" y="22"/>
                      <a:pt x="64" y="24"/>
                    </a:cubicBezTo>
                    <a:cubicBezTo>
                      <a:pt x="68" y="33"/>
                      <a:pt x="73" y="60"/>
                      <a:pt x="72" y="96"/>
                    </a:cubicBezTo>
                    <a:cubicBezTo>
                      <a:pt x="72" y="104"/>
                      <a:pt x="72" y="112"/>
                      <a:pt x="71" y="121"/>
                    </a:cubicBezTo>
                    <a:cubicBezTo>
                      <a:pt x="71" y="132"/>
                      <a:pt x="70" y="142"/>
                      <a:pt x="70" y="152"/>
                    </a:cubicBezTo>
                    <a:cubicBezTo>
                      <a:pt x="70" y="192"/>
                      <a:pt x="76" y="226"/>
                      <a:pt x="101" y="283"/>
                    </a:cubicBezTo>
                    <a:cubicBezTo>
                      <a:pt x="106" y="296"/>
                      <a:pt x="111" y="307"/>
                      <a:pt x="115" y="317"/>
                    </a:cubicBezTo>
                    <a:cubicBezTo>
                      <a:pt x="121" y="316"/>
                      <a:pt x="121" y="316"/>
                      <a:pt x="121" y="316"/>
                    </a:cubicBezTo>
                    <a:cubicBezTo>
                      <a:pt x="118" y="306"/>
                      <a:pt x="113" y="294"/>
                      <a:pt x="107" y="280"/>
                    </a:cubicBezTo>
                    <a:cubicBezTo>
                      <a:pt x="77" y="211"/>
                      <a:pt x="74" y="177"/>
                      <a:pt x="78" y="121"/>
                    </a:cubicBezTo>
                    <a:cubicBezTo>
                      <a:pt x="81" y="76"/>
                      <a:pt x="76" y="34"/>
                      <a:pt x="69" y="20"/>
                    </a:cubicBezTo>
                    <a:cubicBezTo>
                      <a:pt x="68" y="19"/>
                      <a:pt x="67" y="17"/>
                      <a:pt x="68" y="14"/>
                    </a:cubicBezTo>
                    <a:cubicBezTo>
                      <a:pt x="70" y="11"/>
                      <a:pt x="71" y="7"/>
                      <a:pt x="72" y="4"/>
                    </a:cubicBezTo>
                    <a:cubicBezTo>
                      <a:pt x="72" y="2"/>
                      <a:pt x="71" y="1"/>
                      <a:pt x="69" y="1"/>
                    </a:cubicBezTo>
                    <a:cubicBezTo>
                      <a:pt x="67" y="0"/>
                      <a:pt x="65" y="1"/>
                      <a:pt x="65" y="3"/>
                    </a:cubicBezTo>
                    <a:cubicBezTo>
                      <a:pt x="65" y="5"/>
                      <a:pt x="63" y="9"/>
                      <a:pt x="62" y="12"/>
                    </a:cubicBezTo>
                    <a:cubicBezTo>
                      <a:pt x="61" y="15"/>
                      <a:pt x="58" y="16"/>
                      <a:pt x="57" y="17"/>
                    </a:cubicBezTo>
                    <a:cubicBezTo>
                      <a:pt x="51" y="20"/>
                      <a:pt x="45" y="30"/>
                      <a:pt x="42" y="45"/>
                    </a:cubicBezTo>
                    <a:cubicBezTo>
                      <a:pt x="38" y="61"/>
                      <a:pt x="38" y="70"/>
                      <a:pt x="23" y="106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8" y="137"/>
                      <a:pt x="0" y="155"/>
                      <a:pt x="0" y="172"/>
                    </a:cubicBezTo>
                    <a:cubicBezTo>
                      <a:pt x="0" y="178"/>
                      <a:pt x="1" y="184"/>
                      <a:pt x="3" y="190"/>
                    </a:cubicBezTo>
                    <a:cubicBezTo>
                      <a:pt x="9" y="203"/>
                      <a:pt x="35" y="275"/>
                      <a:pt x="56" y="325"/>
                    </a:cubicBezTo>
                    <a:cubicBezTo>
                      <a:pt x="55" y="329"/>
                      <a:pt x="61" y="328"/>
                      <a:pt x="62" y="324"/>
                    </a:cubicBezTo>
                    <a:close/>
                  </a:path>
                </a:pathLst>
              </a:custGeom>
              <a:solidFill>
                <a:srgbClr val="FEF3E1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9" name="Freeform 534">
                <a:extLst>
                  <a:ext uri="{FF2B5EF4-FFF2-40B4-BE49-F238E27FC236}">
                    <a16:creationId xmlns:a16="http://schemas.microsoft.com/office/drawing/2014/main" id="{C87E1391-4001-42D9-BC91-830919C9A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3925"/>
                <a:ext cx="532" cy="198"/>
              </a:xfrm>
              <a:custGeom>
                <a:avLst/>
                <a:gdLst>
                  <a:gd name="T0" fmla="*/ 105 w 213"/>
                  <a:gd name="T1" fmla="*/ 559 h 74"/>
                  <a:gd name="T2" fmla="*/ 1978 w 213"/>
                  <a:gd name="T3" fmla="*/ 1073 h 74"/>
                  <a:gd name="T4" fmla="*/ 3224 w 213"/>
                  <a:gd name="T5" fmla="*/ 21 h 74"/>
                  <a:gd name="T6" fmla="*/ 3319 w 213"/>
                  <a:gd name="T7" fmla="*/ 0 h 74"/>
                  <a:gd name="T8" fmla="*/ 2008 w 213"/>
                  <a:gd name="T9" fmla="*/ 1188 h 74"/>
                  <a:gd name="T10" fmla="*/ 0 w 213"/>
                  <a:gd name="T11" fmla="*/ 573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3" h="74">
                    <a:moveTo>
                      <a:pt x="7" y="29"/>
                    </a:moveTo>
                    <a:cubicBezTo>
                      <a:pt x="17" y="51"/>
                      <a:pt x="71" y="65"/>
                      <a:pt x="127" y="56"/>
                    </a:cubicBezTo>
                    <a:cubicBezTo>
                      <a:pt x="179" y="47"/>
                      <a:pt x="207" y="1"/>
                      <a:pt x="207" y="1"/>
                    </a:cubicBezTo>
                    <a:cubicBezTo>
                      <a:pt x="213" y="0"/>
                      <a:pt x="213" y="0"/>
                      <a:pt x="213" y="0"/>
                    </a:cubicBezTo>
                    <a:cubicBezTo>
                      <a:pt x="213" y="0"/>
                      <a:pt x="193" y="49"/>
                      <a:pt x="129" y="62"/>
                    </a:cubicBezTo>
                    <a:cubicBezTo>
                      <a:pt x="64" y="74"/>
                      <a:pt x="11" y="53"/>
                      <a:pt x="0" y="30"/>
                    </a:cubicBezTo>
                  </a:path>
                </a:pathLst>
              </a:custGeom>
              <a:solidFill>
                <a:srgbClr val="FEE5BF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0" name="Freeform 535">
                <a:extLst>
                  <a:ext uri="{FF2B5EF4-FFF2-40B4-BE49-F238E27FC236}">
                    <a16:creationId xmlns:a16="http://schemas.microsoft.com/office/drawing/2014/main" id="{36BC5CF0-971A-4E21-BD2F-A63D82BDC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3925"/>
                <a:ext cx="532" cy="198"/>
              </a:xfrm>
              <a:custGeom>
                <a:avLst/>
                <a:gdLst>
                  <a:gd name="T0" fmla="*/ 105 w 213"/>
                  <a:gd name="T1" fmla="*/ 559 h 74"/>
                  <a:gd name="T2" fmla="*/ 1978 w 213"/>
                  <a:gd name="T3" fmla="*/ 1073 h 74"/>
                  <a:gd name="T4" fmla="*/ 3224 w 213"/>
                  <a:gd name="T5" fmla="*/ 21 h 74"/>
                  <a:gd name="T6" fmla="*/ 3319 w 213"/>
                  <a:gd name="T7" fmla="*/ 0 h 74"/>
                  <a:gd name="T8" fmla="*/ 2008 w 213"/>
                  <a:gd name="T9" fmla="*/ 1188 h 74"/>
                  <a:gd name="T10" fmla="*/ 0 w 213"/>
                  <a:gd name="T11" fmla="*/ 573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3" h="74">
                    <a:moveTo>
                      <a:pt x="7" y="29"/>
                    </a:moveTo>
                    <a:cubicBezTo>
                      <a:pt x="17" y="51"/>
                      <a:pt x="71" y="65"/>
                      <a:pt x="127" y="56"/>
                    </a:cubicBezTo>
                    <a:cubicBezTo>
                      <a:pt x="179" y="47"/>
                      <a:pt x="207" y="1"/>
                      <a:pt x="207" y="1"/>
                    </a:cubicBezTo>
                    <a:cubicBezTo>
                      <a:pt x="213" y="0"/>
                      <a:pt x="213" y="0"/>
                      <a:pt x="213" y="0"/>
                    </a:cubicBezTo>
                    <a:cubicBezTo>
                      <a:pt x="213" y="0"/>
                      <a:pt x="193" y="49"/>
                      <a:pt x="129" y="62"/>
                    </a:cubicBezTo>
                    <a:cubicBezTo>
                      <a:pt x="64" y="74"/>
                      <a:pt x="11" y="53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1" name="Freeform 536">
                <a:extLst>
                  <a:ext uri="{FF2B5EF4-FFF2-40B4-BE49-F238E27FC236}">
                    <a16:creationId xmlns:a16="http://schemas.microsoft.com/office/drawing/2014/main" id="{C225636E-4A88-4B7D-B884-97228555B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1056"/>
                <a:ext cx="1310" cy="2949"/>
              </a:xfrm>
              <a:custGeom>
                <a:avLst/>
                <a:gdLst>
                  <a:gd name="T0" fmla="*/ 613 w 524"/>
                  <a:gd name="T1" fmla="*/ 1229 h 1106"/>
                  <a:gd name="T2" fmla="*/ 1875 w 524"/>
                  <a:gd name="T3" fmla="*/ 776 h 1106"/>
                  <a:gd name="T4" fmla="*/ 2425 w 524"/>
                  <a:gd name="T5" fmla="*/ 491 h 1106"/>
                  <a:gd name="T6" fmla="*/ 3095 w 524"/>
                  <a:gd name="T7" fmla="*/ 227 h 1106"/>
                  <a:gd name="T8" fmla="*/ 5688 w 524"/>
                  <a:gd name="T9" fmla="*/ 568 h 1106"/>
                  <a:gd name="T10" fmla="*/ 7833 w 524"/>
                  <a:gd name="T11" fmla="*/ 6847 h 1106"/>
                  <a:gd name="T12" fmla="*/ 7988 w 524"/>
                  <a:gd name="T13" fmla="*/ 8362 h 1106"/>
                  <a:gd name="T14" fmla="*/ 7988 w 524"/>
                  <a:gd name="T15" fmla="*/ 10090 h 1106"/>
                  <a:gd name="T16" fmla="*/ 7583 w 524"/>
                  <a:gd name="T17" fmla="*/ 11276 h 1106"/>
                  <a:gd name="T18" fmla="*/ 6813 w 524"/>
                  <a:gd name="T19" fmla="*/ 16209 h 1106"/>
                  <a:gd name="T20" fmla="*/ 6750 w 524"/>
                  <a:gd name="T21" fmla="*/ 16358 h 1106"/>
                  <a:gd name="T22" fmla="*/ 6720 w 524"/>
                  <a:gd name="T23" fmla="*/ 16438 h 1106"/>
                  <a:gd name="T24" fmla="*/ 6408 w 524"/>
                  <a:gd name="T25" fmla="*/ 17953 h 1106"/>
                  <a:gd name="T26" fmla="*/ 7250 w 524"/>
                  <a:gd name="T27" fmla="*/ 20590 h 1106"/>
                  <a:gd name="T28" fmla="*/ 7145 w 524"/>
                  <a:gd name="T29" fmla="*/ 20603 h 1106"/>
                  <a:gd name="T30" fmla="*/ 6345 w 524"/>
                  <a:gd name="T31" fmla="*/ 17987 h 1106"/>
                  <a:gd name="T32" fmla="*/ 6625 w 524"/>
                  <a:gd name="T33" fmla="*/ 16451 h 1106"/>
                  <a:gd name="T34" fmla="*/ 6658 w 524"/>
                  <a:gd name="T35" fmla="*/ 16358 h 1106"/>
                  <a:gd name="T36" fmla="*/ 6720 w 524"/>
                  <a:gd name="T37" fmla="*/ 16209 h 1106"/>
                  <a:gd name="T38" fmla="*/ 7488 w 524"/>
                  <a:gd name="T39" fmla="*/ 11241 h 1106"/>
                  <a:gd name="T40" fmla="*/ 7875 w 524"/>
                  <a:gd name="T41" fmla="*/ 10047 h 1106"/>
                  <a:gd name="T42" fmla="*/ 7895 w 524"/>
                  <a:gd name="T43" fmla="*/ 8383 h 1106"/>
                  <a:gd name="T44" fmla="*/ 7738 w 524"/>
                  <a:gd name="T45" fmla="*/ 6826 h 1106"/>
                  <a:gd name="T46" fmla="*/ 5645 w 524"/>
                  <a:gd name="T47" fmla="*/ 683 h 1106"/>
                  <a:gd name="T48" fmla="*/ 2738 w 524"/>
                  <a:gd name="T49" fmla="*/ 491 h 1106"/>
                  <a:gd name="T50" fmla="*/ 2283 w 524"/>
                  <a:gd name="T51" fmla="*/ 1024 h 1106"/>
                  <a:gd name="T52" fmla="*/ 2595 w 524"/>
                  <a:gd name="T53" fmla="*/ 2653 h 1106"/>
                  <a:gd name="T54" fmla="*/ 3033 w 524"/>
                  <a:gd name="T55" fmla="*/ 4152 h 1106"/>
                  <a:gd name="T56" fmla="*/ 3020 w 524"/>
                  <a:gd name="T57" fmla="*/ 4186 h 1106"/>
                  <a:gd name="T58" fmla="*/ 2970 w 524"/>
                  <a:gd name="T59" fmla="*/ 4208 h 1106"/>
                  <a:gd name="T60" fmla="*/ 908 w 524"/>
                  <a:gd name="T61" fmla="*/ 4527 h 1106"/>
                  <a:gd name="T62" fmla="*/ 125 w 524"/>
                  <a:gd name="T63" fmla="*/ 6391 h 1106"/>
                  <a:gd name="T64" fmla="*/ 2988 w 524"/>
                  <a:gd name="T65" fmla="*/ 12207 h 1106"/>
                  <a:gd name="T66" fmla="*/ 3000 w 524"/>
                  <a:gd name="T67" fmla="*/ 12207 h 1106"/>
                  <a:gd name="T68" fmla="*/ 3033 w 524"/>
                  <a:gd name="T69" fmla="*/ 12719 h 1106"/>
                  <a:gd name="T70" fmla="*/ 3113 w 524"/>
                  <a:gd name="T71" fmla="*/ 14310 h 1106"/>
                  <a:gd name="T72" fmla="*/ 3783 w 524"/>
                  <a:gd name="T73" fmla="*/ 16507 h 1106"/>
                  <a:gd name="T74" fmla="*/ 5113 w 524"/>
                  <a:gd name="T75" fmla="*/ 20944 h 1106"/>
                  <a:gd name="T76" fmla="*/ 5000 w 524"/>
                  <a:gd name="T77" fmla="*/ 20966 h 1106"/>
                  <a:gd name="T78" fmla="*/ 3675 w 524"/>
                  <a:gd name="T79" fmla="*/ 16550 h 1106"/>
                  <a:gd name="T80" fmla="*/ 3000 w 524"/>
                  <a:gd name="T81" fmla="*/ 14348 h 1106"/>
                  <a:gd name="T82" fmla="*/ 2908 w 524"/>
                  <a:gd name="T83" fmla="*/ 12889 h 1106"/>
                  <a:gd name="T84" fmla="*/ 2938 w 524"/>
                  <a:gd name="T85" fmla="*/ 12697 h 1106"/>
                  <a:gd name="T86" fmla="*/ 2958 w 524"/>
                  <a:gd name="T87" fmla="*/ 12548 h 1106"/>
                  <a:gd name="T88" fmla="*/ 2938 w 524"/>
                  <a:gd name="T89" fmla="*/ 12284 h 1106"/>
                  <a:gd name="T90" fmla="*/ 20 w 524"/>
                  <a:gd name="T91" fmla="*/ 6391 h 1106"/>
                  <a:gd name="T92" fmla="*/ 845 w 524"/>
                  <a:gd name="T93" fmla="*/ 4437 h 1106"/>
                  <a:gd name="T94" fmla="*/ 2938 w 524"/>
                  <a:gd name="T95" fmla="*/ 4074 h 1106"/>
                  <a:gd name="T96" fmla="*/ 2938 w 524"/>
                  <a:gd name="T97" fmla="*/ 4037 h 1106"/>
                  <a:gd name="T98" fmla="*/ 2500 w 524"/>
                  <a:gd name="T99" fmla="*/ 2730 h 1106"/>
                  <a:gd name="T100" fmla="*/ 2095 w 524"/>
                  <a:gd name="T101" fmla="*/ 1536 h 1106"/>
                  <a:gd name="T102" fmla="*/ 2175 w 524"/>
                  <a:gd name="T103" fmla="*/ 989 h 1106"/>
                  <a:gd name="T104" fmla="*/ 2188 w 524"/>
                  <a:gd name="T105" fmla="*/ 968 h 1106"/>
                  <a:gd name="T106" fmla="*/ 1833 w 524"/>
                  <a:gd name="T107" fmla="*/ 1045 h 1106"/>
                  <a:gd name="T108" fmla="*/ 1408 w 524"/>
                  <a:gd name="T109" fmla="*/ 1650 h 1106"/>
                  <a:gd name="T110" fmla="*/ 783 w 524"/>
                  <a:gd name="T111" fmla="*/ 1536 h 110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524" h="1106">
                    <a:moveTo>
                      <a:pt x="39" y="65"/>
                    </a:moveTo>
                    <a:cubicBezTo>
                      <a:pt x="70" y="61"/>
                      <a:pt x="95" y="54"/>
                      <a:pt x="120" y="41"/>
                    </a:cubicBezTo>
                    <a:cubicBezTo>
                      <a:pt x="130" y="35"/>
                      <a:pt x="144" y="30"/>
                      <a:pt x="155" y="26"/>
                    </a:cubicBezTo>
                    <a:cubicBezTo>
                      <a:pt x="163" y="24"/>
                      <a:pt x="189" y="14"/>
                      <a:pt x="198" y="12"/>
                    </a:cubicBezTo>
                    <a:cubicBezTo>
                      <a:pt x="241" y="3"/>
                      <a:pt x="299" y="9"/>
                      <a:pt x="364" y="30"/>
                    </a:cubicBezTo>
                    <a:cubicBezTo>
                      <a:pt x="485" y="70"/>
                      <a:pt x="506" y="232"/>
                      <a:pt x="501" y="361"/>
                    </a:cubicBezTo>
                    <a:cubicBezTo>
                      <a:pt x="500" y="402"/>
                      <a:pt x="506" y="422"/>
                      <a:pt x="511" y="441"/>
                    </a:cubicBezTo>
                    <a:cubicBezTo>
                      <a:pt x="518" y="464"/>
                      <a:pt x="524" y="482"/>
                      <a:pt x="511" y="532"/>
                    </a:cubicBezTo>
                    <a:cubicBezTo>
                      <a:pt x="506" y="551"/>
                      <a:pt x="496" y="572"/>
                      <a:pt x="485" y="595"/>
                    </a:cubicBezTo>
                    <a:cubicBezTo>
                      <a:pt x="463" y="641"/>
                      <a:pt x="451" y="824"/>
                      <a:pt x="436" y="855"/>
                    </a:cubicBezTo>
                    <a:cubicBezTo>
                      <a:pt x="432" y="863"/>
                      <a:pt x="432" y="863"/>
                      <a:pt x="432" y="863"/>
                    </a:cubicBezTo>
                    <a:cubicBezTo>
                      <a:pt x="430" y="867"/>
                      <a:pt x="430" y="867"/>
                      <a:pt x="430" y="867"/>
                    </a:cubicBezTo>
                    <a:cubicBezTo>
                      <a:pt x="414" y="903"/>
                      <a:pt x="402" y="929"/>
                      <a:pt x="410" y="947"/>
                    </a:cubicBezTo>
                    <a:cubicBezTo>
                      <a:pt x="416" y="961"/>
                      <a:pt x="444" y="1035"/>
                      <a:pt x="464" y="1086"/>
                    </a:cubicBezTo>
                    <a:cubicBezTo>
                      <a:pt x="464" y="1090"/>
                      <a:pt x="456" y="1091"/>
                      <a:pt x="457" y="1087"/>
                    </a:cubicBezTo>
                    <a:cubicBezTo>
                      <a:pt x="437" y="1036"/>
                      <a:pt x="411" y="962"/>
                      <a:pt x="406" y="949"/>
                    </a:cubicBezTo>
                    <a:cubicBezTo>
                      <a:pt x="396" y="928"/>
                      <a:pt x="407" y="904"/>
                      <a:pt x="424" y="868"/>
                    </a:cubicBezTo>
                    <a:cubicBezTo>
                      <a:pt x="426" y="863"/>
                      <a:pt x="426" y="863"/>
                      <a:pt x="426" y="863"/>
                    </a:cubicBezTo>
                    <a:cubicBezTo>
                      <a:pt x="430" y="855"/>
                      <a:pt x="430" y="855"/>
                      <a:pt x="430" y="855"/>
                    </a:cubicBezTo>
                    <a:cubicBezTo>
                      <a:pt x="444" y="825"/>
                      <a:pt x="457" y="640"/>
                      <a:pt x="479" y="593"/>
                    </a:cubicBezTo>
                    <a:cubicBezTo>
                      <a:pt x="490" y="570"/>
                      <a:pt x="500" y="549"/>
                      <a:pt x="504" y="530"/>
                    </a:cubicBezTo>
                    <a:cubicBezTo>
                      <a:pt x="517" y="482"/>
                      <a:pt x="512" y="464"/>
                      <a:pt x="505" y="442"/>
                    </a:cubicBezTo>
                    <a:cubicBezTo>
                      <a:pt x="500" y="424"/>
                      <a:pt x="493" y="402"/>
                      <a:pt x="495" y="360"/>
                    </a:cubicBezTo>
                    <a:cubicBezTo>
                      <a:pt x="499" y="234"/>
                      <a:pt x="479" y="74"/>
                      <a:pt x="361" y="36"/>
                    </a:cubicBezTo>
                    <a:cubicBezTo>
                      <a:pt x="252" y="0"/>
                      <a:pt x="194" y="17"/>
                      <a:pt x="175" y="26"/>
                    </a:cubicBezTo>
                    <a:cubicBezTo>
                      <a:pt x="159" y="33"/>
                      <a:pt x="149" y="43"/>
                      <a:pt x="146" y="54"/>
                    </a:cubicBezTo>
                    <a:cubicBezTo>
                      <a:pt x="139" y="77"/>
                      <a:pt x="135" y="103"/>
                      <a:pt x="166" y="140"/>
                    </a:cubicBezTo>
                    <a:cubicBezTo>
                      <a:pt x="188" y="167"/>
                      <a:pt x="197" y="201"/>
                      <a:pt x="194" y="219"/>
                    </a:cubicBezTo>
                    <a:cubicBezTo>
                      <a:pt x="194" y="220"/>
                      <a:pt x="194" y="221"/>
                      <a:pt x="193" y="221"/>
                    </a:cubicBezTo>
                    <a:cubicBezTo>
                      <a:pt x="192" y="222"/>
                      <a:pt x="191" y="222"/>
                      <a:pt x="190" y="222"/>
                    </a:cubicBezTo>
                    <a:cubicBezTo>
                      <a:pt x="154" y="211"/>
                      <a:pt x="97" y="213"/>
                      <a:pt x="58" y="239"/>
                    </a:cubicBezTo>
                    <a:cubicBezTo>
                      <a:pt x="25" y="260"/>
                      <a:pt x="9" y="293"/>
                      <a:pt x="8" y="337"/>
                    </a:cubicBezTo>
                    <a:cubicBezTo>
                      <a:pt x="7" y="455"/>
                      <a:pt x="154" y="623"/>
                      <a:pt x="191" y="644"/>
                    </a:cubicBezTo>
                    <a:cubicBezTo>
                      <a:pt x="191" y="644"/>
                      <a:pt x="192" y="644"/>
                      <a:pt x="192" y="644"/>
                    </a:cubicBezTo>
                    <a:cubicBezTo>
                      <a:pt x="198" y="649"/>
                      <a:pt x="197" y="658"/>
                      <a:pt x="194" y="671"/>
                    </a:cubicBezTo>
                    <a:cubicBezTo>
                      <a:pt x="191" y="689"/>
                      <a:pt x="186" y="717"/>
                      <a:pt x="199" y="755"/>
                    </a:cubicBezTo>
                    <a:cubicBezTo>
                      <a:pt x="207" y="779"/>
                      <a:pt x="223" y="821"/>
                      <a:pt x="242" y="871"/>
                    </a:cubicBezTo>
                    <a:cubicBezTo>
                      <a:pt x="271" y="948"/>
                      <a:pt x="306" y="1042"/>
                      <a:pt x="327" y="1105"/>
                    </a:cubicBezTo>
                    <a:cubicBezTo>
                      <a:pt x="320" y="1106"/>
                      <a:pt x="320" y="1106"/>
                      <a:pt x="320" y="1106"/>
                    </a:cubicBezTo>
                    <a:cubicBezTo>
                      <a:pt x="300" y="1043"/>
                      <a:pt x="265" y="950"/>
                      <a:pt x="235" y="873"/>
                    </a:cubicBezTo>
                    <a:cubicBezTo>
                      <a:pt x="217" y="823"/>
                      <a:pt x="200" y="780"/>
                      <a:pt x="192" y="757"/>
                    </a:cubicBezTo>
                    <a:cubicBezTo>
                      <a:pt x="181" y="724"/>
                      <a:pt x="183" y="699"/>
                      <a:pt x="186" y="680"/>
                    </a:cubicBezTo>
                    <a:cubicBezTo>
                      <a:pt x="187" y="676"/>
                      <a:pt x="187" y="673"/>
                      <a:pt x="188" y="670"/>
                    </a:cubicBezTo>
                    <a:cubicBezTo>
                      <a:pt x="188" y="667"/>
                      <a:pt x="189" y="665"/>
                      <a:pt x="189" y="662"/>
                    </a:cubicBezTo>
                    <a:cubicBezTo>
                      <a:pt x="190" y="655"/>
                      <a:pt x="190" y="651"/>
                      <a:pt x="188" y="648"/>
                    </a:cubicBezTo>
                    <a:cubicBezTo>
                      <a:pt x="148" y="626"/>
                      <a:pt x="0" y="460"/>
                      <a:pt x="1" y="337"/>
                    </a:cubicBezTo>
                    <a:cubicBezTo>
                      <a:pt x="2" y="291"/>
                      <a:pt x="20" y="256"/>
                      <a:pt x="54" y="234"/>
                    </a:cubicBezTo>
                    <a:cubicBezTo>
                      <a:pt x="96" y="207"/>
                      <a:pt x="152" y="205"/>
                      <a:pt x="188" y="215"/>
                    </a:cubicBezTo>
                    <a:cubicBezTo>
                      <a:pt x="188" y="214"/>
                      <a:pt x="188" y="214"/>
                      <a:pt x="188" y="213"/>
                    </a:cubicBezTo>
                    <a:cubicBezTo>
                      <a:pt x="188" y="198"/>
                      <a:pt x="181" y="169"/>
                      <a:pt x="160" y="144"/>
                    </a:cubicBezTo>
                    <a:cubicBezTo>
                      <a:pt x="140" y="119"/>
                      <a:pt x="134" y="99"/>
                      <a:pt x="134" y="81"/>
                    </a:cubicBezTo>
                    <a:cubicBezTo>
                      <a:pt x="135" y="71"/>
                      <a:pt x="137" y="61"/>
                      <a:pt x="139" y="52"/>
                    </a:cubicBezTo>
                    <a:cubicBezTo>
                      <a:pt x="140" y="52"/>
                      <a:pt x="140" y="51"/>
                      <a:pt x="140" y="51"/>
                    </a:cubicBezTo>
                    <a:cubicBezTo>
                      <a:pt x="142" y="42"/>
                      <a:pt x="125" y="49"/>
                      <a:pt x="117" y="55"/>
                    </a:cubicBezTo>
                    <a:cubicBezTo>
                      <a:pt x="108" y="61"/>
                      <a:pt x="109" y="79"/>
                      <a:pt x="90" y="87"/>
                    </a:cubicBezTo>
                    <a:cubicBezTo>
                      <a:pt x="66" y="96"/>
                      <a:pt x="62" y="74"/>
                      <a:pt x="50" y="81"/>
                    </a:cubicBezTo>
                  </a:path>
                </a:pathLst>
              </a:custGeom>
              <a:solidFill>
                <a:srgbClr val="FEF3E1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2" name="Freeform 537">
                <a:extLst>
                  <a:ext uri="{FF2B5EF4-FFF2-40B4-BE49-F238E27FC236}">
                    <a16:creationId xmlns:a16="http://schemas.microsoft.com/office/drawing/2014/main" id="{EF18D3AE-E6CC-4C49-8A14-986D31484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1056"/>
                <a:ext cx="1310" cy="2949"/>
              </a:xfrm>
              <a:custGeom>
                <a:avLst/>
                <a:gdLst>
                  <a:gd name="T0" fmla="*/ 613 w 524"/>
                  <a:gd name="T1" fmla="*/ 1229 h 1106"/>
                  <a:gd name="T2" fmla="*/ 1875 w 524"/>
                  <a:gd name="T3" fmla="*/ 776 h 1106"/>
                  <a:gd name="T4" fmla="*/ 2425 w 524"/>
                  <a:gd name="T5" fmla="*/ 491 h 1106"/>
                  <a:gd name="T6" fmla="*/ 3095 w 524"/>
                  <a:gd name="T7" fmla="*/ 227 h 1106"/>
                  <a:gd name="T8" fmla="*/ 5688 w 524"/>
                  <a:gd name="T9" fmla="*/ 568 h 1106"/>
                  <a:gd name="T10" fmla="*/ 7833 w 524"/>
                  <a:gd name="T11" fmla="*/ 6847 h 1106"/>
                  <a:gd name="T12" fmla="*/ 7988 w 524"/>
                  <a:gd name="T13" fmla="*/ 8362 h 1106"/>
                  <a:gd name="T14" fmla="*/ 7988 w 524"/>
                  <a:gd name="T15" fmla="*/ 10090 h 1106"/>
                  <a:gd name="T16" fmla="*/ 7583 w 524"/>
                  <a:gd name="T17" fmla="*/ 11276 h 1106"/>
                  <a:gd name="T18" fmla="*/ 6813 w 524"/>
                  <a:gd name="T19" fmla="*/ 16209 h 1106"/>
                  <a:gd name="T20" fmla="*/ 6750 w 524"/>
                  <a:gd name="T21" fmla="*/ 16358 h 1106"/>
                  <a:gd name="T22" fmla="*/ 6720 w 524"/>
                  <a:gd name="T23" fmla="*/ 16438 h 1106"/>
                  <a:gd name="T24" fmla="*/ 6408 w 524"/>
                  <a:gd name="T25" fmla="*/ 17953 h 1106"/>
                  <a:gd name="T26" fmla="*/ 7250 w 524"/>
                  <a:gd name="T27" fmla="*/ 20590 h 1106"/>
                  <a:gd name="T28" fmla="*/ 7145 w 524"/>
                  <a:gd name="T29" fmla="*/ 20603 h 1106"/>
                  <a:gd name="T30" fmla="*/ 6345 w 524"/>
                  <a:gd name="T31" fmla="*/ 17987 h 1106"/>
                  <a:gd name="T32" fmla="*/ 6625 w 524"/>
                  <a:gd name="T33" fmla="*/ 16451 h 1106"/>
                  <a:gd name="T34" fmla="*/ 6658 w 524"/>
                  <a:gd name="T35" fmla="*/ 16358 h 1106"/>
                  <a:gd name="T36" fmla="*/ 6720 w 524"/>
                  <a:gd name="T37" fmla="*/ 16209 h 1106"/>
                  <a:gd name="T38" fmla="*/ 7488 w 524"/>
                  <a:gd name="T39" fmla="*/ 11241 h 1106"/>
                  <a:gd name="T40" fmla="*/ 7875 w 524"/>
                  <a:gd name="T41" fmla="*/ 10047 h 1106"/>
                  <a:gd name="T42" fmla="*/ 7895 w 524"/>
                  <a:gd name="T43" fmla="*/ 8383 h 1106"/>
                  <a:gd name="T44" fmla="*/ 7738 w 524"/>
                  <a:gd name="T45" fmla="*/ 6826 h 1106"/>
                  <a:gd name="T46" fmla="*/ 5645 w 524"/>
                  <a:gd name="T47" fmla="*/ 683 h 1106"/>
                  <a:gd name="T48" fmla="*/ 2738 w 524"/>
                  <a:gd name="T49" fmla="*/ 491 h 1106"/>
                  <a:gd name="T50" fmla="*/ 2283 w 524"/>
                  <a:gd name="T51" fmla="*/ 1024 h 1106"/>
                  <a:gd name="T52" fmla="*/ 2595 w 524"/>
                  <a:gd name="T53" fmla="*/ 2653 h 1106"/>
                  <a:gd name="T54" fmla="*/ 3033 w 524"/>
                  <a:gd name="T55" fmla="*/ 4152 h 1106"/>
                  <a:gd name="T56" fmla="*/ 3020 w 524"/>
                  <a:gd name="T57" fmla="*/ 4186 h 1106"/>
                  <a:gd name="T58" fmla="*/ 2970 w 524"/>
                  <a:gd name="T59" fmla="*/ 4208 h 1106"/>
                  <a:gd name="T60" fmla="*/ 908 w 524"/>
                  <a:gd name="T61" fmla="*/ 4527 h 1106"/>
                  <a:gd name="T62" fmla="*/ 125 w 524"/>
                  <a:gd name="T63" fmla="*/ 6391 h 1106"/>
                  <a:gd name="T64" fmla="*/ 2988 w 524"/>
                  <a:gd name="T65" fmla="*/ 12207 h 1106"/>
                  <a:gd name="T66" fmla="*/ 3000 w 524"/>
                  <a:gd name="T67" fmla="*/ 12207 h 1106"/>
                  <a:gd name="T68" fmla="*/ 3033 w 524"/>
                  <a:gd name="T69" fmla="*/ 12719 h 1106"/>
                  <a:gd name="T70" fmla="*/ 3113 w 524"/>
                  <a:gd name="T71" fmla="*/ 14310 h 1106"/>
                  <a:gd name="T72" fmla="*/ 3783 w 524"/>
                  <a:gd name="T73" fmla="*/ 16507 h 1106"/>
                  <a:gd name="T74" fmla="*/ 5113 w 524"/>
                  <a:gd name="T75" fmla="*/ 20944 h 1106"/>
                  <a:gd name="T76" fmla="*/ 5000 w 524"/>
                  <a:gd name="T77" fmla="*/ 20966 h 1106"/>
                  <a:gd name="T78" fmla="*/ 3675 w 524"/>
                  <a:gd name="T79" fmla="*/ 16550 h 1106"/>
                  <a:gd name="T80" fmla="*/ 3000 w 524"/>
                  <a:gd name="T81" fmla="*/ 14348 h 1106"/>
                  <a:gd name="T82" fmla="*/ 2908 w 524"/>
                  <a:gd name="T83" fmla="*/ 12889 h 1106"/>
                  <a:gd name="T84" fmla="*/ 2938 w 524"/>
                  <a:gd name="T85" fmla="*/ 12697 h 1106"/>
                  <a:gd name="T86" fmla="*/ 2958 w 524"/>
                  <a:gd name="T87" fmla="*/ 12548 h 1106"/>
                  <a:gd name="T88" fmla="*/ 2938 w 524"/>
                  <a:gd name="T89" fmla="*/ 12284 h 1106"/>
                  <a:gd name="T90" fmla="*/ 20 w 524"/>
                  <a:gd name="T91" fmla="*/ 6391 h 1106"/>
                  <a:gd name="T92" fmla="*/ 845 w 524"/>
                  <a:gd name="T93" fmla="*/ 4437 h 1106"/>
                  <a:gd name="T94" fmla="*/ 2938 w 524"/>
                  <a:gd name="T95" fmla="*/ 4074 h 1106"/>
                  <a:gd name="T96" fmla="*/ 2938 w 524"/>
                  <a:gd name="T97" fmla="*/ 4037 h 1106"/>
                  <a:gd name="T98" fmla="*/ 2500 w 524"/>
                  <a:gd name="T99" fmla="*/ 2730 h 1106"/>
                  <a:gd name="T100" fmla="*/ 2095 w 524"/>
                  <a:gd name="T101" fmla="*/ 1536 h 1106"/>
                  <a:gd name="T102" fmla="*/ 2175 w 524"/>
                  <a:gd name="T103" fmla="*/ 989 h 1106"/>
                  <a:gd name="T104" fmla="*/ 2188 w 524"/>
                  <a:gd name="T105" fmla="*/ 968 h 1106"/>
                  <a:gd name="T106" fmla="*/ 1833 w 524"/>
                  <a:gd name="T107" fmla="*/ 1045 h 1106"/>
                  <a:gd name="T108" fmla="*/ 1408 w 524"/>
                  <a:gd name="T109" fmla="*/ 1650 h 1106"/>
                  <a:gd name="T110" fmla="*/ 783 w 524"/>
                  <a:gd name="T111" fmla="*/ 1536 h 110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524" h="1106">
                    <a:moveTo>
                      <a:pt x="39" y="65"/>
                    </a:moveTo>
                    <a:cubicBezTo>
                      <a:pt x="70" y="61"/>
                      <a:pt x="95" y="54"/>
                      <a:pt x="120" y="41"/>
                    </a:cubicBezTo>
                    <a:cubicBezTo>
                      <a:pt x="130" y="35"/>
                      <a:pt x="144" y="30"/>
                      <a:pt x="155" y="26"/>
                    </a:cubicBezTo>
                    <a:cubicBezTo>
                      <a:pt x="163" y="24"/>
                      <a:pt x="189" y="14"/>
                      <a:pt x="198" y="12"/>
                    </a:cubicBezTo>
                    <a:cubicBezTo>
                      <a:pt x="241" y="3"/>
                      <a:pt x="299" y="9"/>
                      <a:pt x="364" y="30"/>
                    </a:cubicBezTo>
                    <a:cubicBezTo>
                      <a:pt x="485" y="70"/>
                      <a:pt x="506" y="232"/>
                      <a:pt x="501" y="361"/>
                    </a:cubicBezTo>
                    <a:cubicBezTo>
                      <a:pt x="500" y="402"/>
                      <a:pt x="506" y="422"/>
                      <a:pt x="511" y="441"/>
                    </a:cubicBezTo>
                    <a:cubicBezTo>
                      <a:pt x="518" y="464"/>
                      <a:pt x="524" y="482"/>
                      <a:pt x="511" y="532"/>
                    </a:cubicBezTo>
                    <a:cubicBezTo>
                      <a:pt x="506" y="551"/>
                      <a:pt x="496" y="572"/>
                      <a:pt x="485" y="595"/>
                    </a:cubicBezTo>
                    <a:cubicBezTo>
                      <a:pt x="463" y="641"/>
                      <a:pt x="451" y="824"/>
                      <a:pt x="436" y="855"/>
                    </a:cubicBezTo>
                    <a:cubicBezTo>
                      <a:pt x="432" y="863"/>
                      <a:pt x="432" y="863"/>
                      <a:pt x="432" y="863"/>
                    </a:cubicBezTo>
                    <a:cubicBezTo>
                      <a:pt x="430" y="867"/>
                      <a:pt x="430" y="867"/>
                      <a:pt x="430" y="867"/>
                    </a:cubicBezTo>
                    <a:cubicBezTo>
                      <a:pt x="414" y="903"/>
                      <a:pt x="402" y="929"/>
                      <a:pt x="410" y="947"/>
                    </a:cubicBezTo>
                    <a:cubicBezTo>
                      <a:pt x="416" y="961"/>
                      <a:pt x="444" y="1035"/>
                      <a:pt x="464" y="1086"/>
                    </a:cubicBezTo>
                    <a:cubicBezTo>
                      <a:pt x="464" y="1090"/>
                      <a:pt x="456" y="1091"/>
                      <a:pt x="457" y="1087"/>
                    </a:cubicBezTo>
                    <a:cubicBezTo>
                      <a:pt x="437" y="1036"/>
                      <a:pt x="411" y="962"/>
                      <a:pt x="406" y="949"/>
                    </a:cubicBezTo>
                    <a:cubicBezTo>
                      <a:pt x="396" y="928"/>
                      <a:pt x="407" y="904"/>
                      <a:pt x="424" y="868"/>
                    </a:cubicBezTo>
                    <a:cubicBezTo>
                      <a:pt x="426" y="863"/>
                      <a:pt x="426" y="863"/>
                      <a:pt x="426" y="863"/>
                    </a:cubicBezTo>
                    <a:cubicBezTo>
                      <a:pt x="430" y="855"/>
                      <a:pt x="430" y="855"/>
                      <a:pt x="430" y="855"/>
                    </a:cubicBezTo>
                    <a:cubicBezTo>
                      <a:pt x="444" y="825"/>
                      <a:pt x="457" y="640"/>
                      <a:pt x="479" y="593"/>
                    </a:cubicBezTo>
                    <a:cubicBezTo>
                      <a:pt x="490" y="570"/>
                      <a:pt x="500" y="549"/>
                      <a:pt x="504" y="530"/>
                    </a:cubicBezTo>
                    <a:cubicBezTo>
                      <a:pt x="517" y="482"/>
                      <a:pt x="512" y="464"/>
                      <a:pt x="505" y="442"/>
                    </a:cubicBezTo>
                    <a:cubicBezTo>
                      <a:pt x="500" y="424"/>
                      <a:pt x="493" y="402"/>
                      <a:pt x="495" y="360"/>
                    </a:cubicBezTo>
                    <a:cubicBezTo>
                      <a:pt x="499" y="234"/>
                      <a:pt x="479" y="74"/>
                      <a:pt x="361" y="36"/>
                    </a:cubicBezTo>
                    <a:cubicBezTo>
                      <a:pt x="252" y="0"/>
                      <a:pt x="194" y="17"/>
                      <a:pt x="175" y="26"/>
                    </a:cubicBezTo>
                    <a:cubicBezTo>
                      <a:pt x="159" y="33"/>
                      <a:pt x="149" y="43"/>
                      <a:pt x="146" y="54"/>
                    </a:cubicBezTo>
                    <a:cubicBezTo>
                      <a:pt x="139" y="77"/>
                      <a:pt x="135" y="103"/>
                      <a:pt x="166" y="140"/>
                    </a:cubicBezTo>
                    <a:cubicBezTo>
                      <a:pt x="188" y="167"/>
                      <a:pt x="197" y="201"/>
                      <a:pt x="194" y="219"/>
                    </a:cubicBezTo>
                    <a:cubicBezTo>
                      <a:pt x="194" y="220"/>
                      <a:pt x="194" y="221"/>
                      <a:pt x="193" y="221"/>
                    </a:cubicBezTo>
                    <a:cubicBezTo>
                      <a:pt x="192" y="222"/>
                      <a:pt x="191" y="222"/>
                      <a:pt x="190" y="222"/>
                    </a:cubicBezTo>
                    <a:cubicBezTo>
                      <a:pt x="154" y="211"/>
                      <a:pt x="97" y="213"/>
                      <a:pt x="58" y="239"/>
                    </a:cubicBezTo>
                    <a:cubicBezTo>
                      <a:pt x="25" y="260"/>
                      <a:pt x="9" y="293"/>
                      <a:pt x="8" y="337"/>
                    </a:cubicBezTo>
                    <a:cubicBezTo>
                      <a:pt x="7" y="455"/>
                      <a:pt x="154" y="623"/>
                      <a:pt x="191" y="644"/>
                    </a:cubicBezTo>
                    <a:cubicBezTo>
                      <a:pt x="191" y="644"/>
                      <a:pt x="192" y="644"/>
                      <a:pt x="192" y="644"/>
                    </a:cubicBezTo>
                    <a:cubicBezTo>
                      <a:pt x="198" y="649"/>
                      <a:pt x="197" y="658"/>
                      <a:pt x="194" y="671"/>
                    </a:cubicBezTo>
                    <a:cubicBezTo>
                      <a:pt x="191" y="689"/>
                      <a:pt x="186" y="717"/>
                      <a:pt x="199" y="755"/>
                    </a:cubicBezTo>
                    <a:cubicBezTo>
                      <a:pt x="207" y="779"/>
                      <a:pt x="223" y="821"/>
                      <a:pt x="242" y="871"/>
                    </a:cubicBezTo>
                    <a:cubicBezTo>
                      <a:pt x="271" y="948"/>
                      <a:pt x="306" y="1042"/>
                      <a:pt x="327" y="1105"/>
                    </a:cubicBezTo>
                    <a:cubicBezTo>
                      <a:pt x="320" y="1106"/>
                      <a:pt x="320" y="1106"/>
                      <a:pt x="320" y="1106"/>
                    </a:cubicBezTo>
                    <a:cubicBezTo>
                      <a:pt x="300" y="1043"/>
                      <a:pt x="265" y="950"/>
                      <a:pt x="235" y="873"/>
                    </a:cubicBezTo>
                    <a:cubicBezTo>
                      <a:pt x="217" y="823"/>
                      <a:pt x="200" y="780"/>
                      <a:pt x="192" y="757"/>
                    </a:cubicBezTo>
                    <a:cubicBezTo>
                      <a:pt x="181" y="724"/>
                      <a:pt x="183" y="699"/>
                      <a:pt x="186" y="680"/>
                    </a:cubicBezTo>
                    <a:cubicBezTo>
                      <a:pt x="187" y="676"/>
                      <a:pt x="187" y="673"/>
                      <a:pt x="188" y="670"/>
                    </a:cubicBezTo>
                    <a:cubicBezTo>
                      <a:pt x="188" y="667"/>
                      <a:pt x="189" y="665"/>
                      <a:pt x="189" y="662"/>
                    </a:cubicBezTo>
                    <a:cubicBezTo>
                      <a:pt x="190" y="655"/>
                      <a:pt x="190" y="651"/>
                      <a:pt x="188" y="648"/>
                    </a:cubicBezTo>
                    <a:cubicBezTo>
                      <a:pt x="148" y="626"/>
                      <a:pt x="0" y="460"/>
                      <a:pt x="1" y="337"/>
                    </a:cubicBezTo>
                    <a:cubicBezTo>
                      <a:pt x="2" y="291"/>
                      <a:pt x="20" y="256"/>
                      <a:pt x="54" y="234"/>
                    </a:cubicBezTo>
                    <a:cubicBezTo>
                      <a:pt x="96" y="207"/>
                      <a:pt x="152" y="205"/>
                      <a:pt x="188" y="215"/>
                    </a:cubicBezTo>
                    <a:cubicBezTo>
                      <a:pt x="188" y="214"/>
                      <a:pt x="188" y="214"/>
                      <a:pt x="188" y="213"/>
                    </a:cubicBezTo>
                    <a:cubicBezTo>
                      <a:pt x="188" y="198"/>
                      <a:pt x="181" y="169"/>
                      <a:pt x="160" y="144"/>
                    </a:cubicBezTo>
                    <a:cubicBezTo>
                      <a:pt x="140" y="119"/>
                      <a:pt x="134" y="99"/>
                      <a:pt x="134" y="81"/>
                    </a:cubicBezTo>
                    <a:cubicBezTo>
                      <a:pt x="135" y="71"/>
                      <a:pt x="137" y="61"/>
                      <a:pt x="139" y="52"/>
                    </a:cubicBezTo>
                    <a:cubicBezTo>
                      <a:pt x="140" y="52"/>
                      <a:pt x="140" y="51"/>
                      <a:pt x="140" y="51"/>
                    </a:cubicBezTo>
                    <a:cubicBezTo>
                      <a:pt x="142" y="42"/>
                      <a:pt x="125" y="49"/>
                      <a:pt x="117" y="55"/>
                    </a:cubicBezTo>
                    <a:cubicBezTo>
                      <a:pt x="108" y="61"/>
                      <a:pt x="109" y="79"/>
                      <a:pt x="90" y="87"/>
                    </a:cubicBezTo>
                    <a:cubicBezTo>
                      <a:pt x="66" y="96"/>
                      <a:pt x="62" y="74"/>
                      <a:pt x="50" y="8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3" name="Freeform 538">
                <a:extLst>
                  <a:ext uri="{FF2B5EF4-FFF2-40B4-BE49-F238E27FC236}">
                    <a16:creationId xmlns:a16="http://schemas.microsoft.com/office/drawing/2014/main" id="{F6F60CF4-88CF-4AFF-B71C-B14B451E5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1213"/>
                <a:ext cx="498" cy="2739"/>
              </a:xfrm>
              <a:custGeom>
                <a:avLst/>
                <a:gdLst>
                  <a:gd name="T0" fmla="*/ 300 w 199"/>
                  <a:gd name="T1" fmla="*/ 93 h 1027"/>
                  <a:gd name="T2" fmla="*/ 1554 w 199"/>
                  <a:gd name="T3" fmla="*/ 5726 h 1027"/>
                  <a:gd name="T4" fmla="*/ 1709 w 199"/>
                  <a:gd name="T5" fmla="*/ 7249 h 1027"/>
                  <a:gd name="T6" fmla="*/ 1709 w 199"/>
                  <a:gd name="T7" fmla="*/ 8969 h 1027"/>
                  <a:gd name="T8" fmla="*/ 1304 w 199"/>
                  <a:gd name="T9" fmla="*/ 10172 h 1027"/>
                  <a:gd name="T10" fmla="*/ 533 w 199"/>
                  <a:gd name="T11" fmla="*/ 15101 h 1027"/>
                  <a:gd name="T12" fmla="*/ 470 w 199"/>
                  <a:gd name="T13" fmla="*/ 15250 h 1027"/>
                  <a:gd name="T14" fmla="*/ 438 w 199"/>
                  <a:gd name="T15" fmla="*/ 15327 h 1027"/>
                  <a:gd name="T16" fmla="*/ 125 w 199"/>
                  <a:gd name="T17" fmla="*/ 16842 h 1027"/>
                  <a:gd name="T18" fmla="*/ 971 w 199"/>
                  <a:gd name="T19" fmla="*/ 19482 h 1027"/>
                  <a:gd name="T20" fmla="*/ 1034 w 199"/>
                  <a:gd name="T21" fmla="*/ 19461 h 1027"/>
                  <a:gd name="T22" fmla="*/ 208 w 199"/>
                  <a:gd name="T23" fmla="*/ 16901 h 1027"/>
                  <a:gd name="T24" fmla="*/ 158 w 199"/>
                  <a:gd name="T25" fmla="*/ 16559 h 1027"/>
                  <a:gd name="T26" fmla="*/ 488 w 199"/>
                  <a:gd name="T27" fmla="*/ 15386 h 1027"/>
                  <a:gd name="T28" fmla="*/ 521 w 199"/>
                  <a:gd name="T29" fmla="*/ 15306 h 1027"/>
                  <a:gd name="T30" fmla="*/ 813 w 199"/>
                  <a:gd name="T31" fmla="*/ 14154 h 1027"/>
                  <a:gd name="T32" fmla="*/ 1051 w 199"/>
                  <a:gd name="T33" fmla="*/ 13620 h 1027"/>
                  <a:gd name="T34" fmla="*/ 1126 w 199"/>
                  <a:gd name="T35" fmla="*/ 13530 h 1027"/>
                  <a:gd name="T36" fmla="*/ 1176 w 199"/>
                  <a:gd name="T37" fmla="*/ 13359 h 1027"/>
                  <a:gd name="T38" fmla="*/ 1239 w 199"/>
                  <a:gd name="T39" fmla="*/ 13316 h 1027"/>
                  <a:gd name="T40" fmla="*/ 1284 w 199"/>
                  <a:gd name="T41" fmla="*/ 13372 h 1027"/>
                  <a:gd name="T42" fmla="*/ 1284 w 199"/>
                  <a:gd name="T43" fmla="*/ 13338 h 1027"/>
                  <a:gd name="T44" fmla="*/ 1366 w 199"/>
                  <a:gd name="T45" fmla="*/ 12916 h 1027"/>
                  <a:gd name="T46" fmla="*/ 1379 w 199"/>
                  <a:gd name="T47" fmla="*/ 12903 h 1027"/>
                  <a:gd name="T48" fmla="*/ 1304 w 199"/>
                  <a:gd name="T49" fmla="*/ 12847 h 1027"/>
                  <a:gd name="T50" fmla="*/ 1304 w 199"/>
                  <a:gd name="T51" fmla="*/ 11721 h 1027"/>
                  <a:gd name="T52" fmla="*/ 1379 w 199"/>
                  <a:gd name="T53" fmla="*/ 11268 h 1027"/>
                  <a:gd name="T54" fmla="*/ 1441 w 199"/>
                  <a:gd name="T55" fmla="*/ 10796 h 1027"/>
                  <a:gd name="T56" fmla="*/ 1647 w 199"/>
                  <a:gd name="T57" fmla="*/ 10300 h 1027"/>
                  <a:gd name="T58" fmla="*/ 1742 w 199"/>
                  <a:gd name="T59" fmla="*/ 9751 h 1027"/>
                  <a:gd name="T60" fmla="*/ 1867 w 199"/>
                  <a:gd name="T61" fmla="*/ 9297 h 1027"/>
                  <a:gd name="T62" fmla="*/ 1992 w 199"/>
                  <a:gd name="T63" fmla="*/ 8897 h 1027"/>
                  <a:gd name="T64" fmla="*/ 2067 w 199"/>
                  <a:gd name="T65" fmla="*/ 8572 h 1027"/>
                  <a:gd name="T66" fmla="*/ 3118 w 199"/>
                  <a:gd name="T67" fmla="*/ 7377 h 1027"/>
                  <a:gd name="T68" fmla="*/ 1867 w 199"/>
                  <a:gd name="T69" fmla="*/ 6110 h 1027"/>
                  <a:gd name="T70" fmla="*/ 1867 w 199"/>
                  <a:gd name="T71" fmla="*/ 3720 h 1027"/>
                  <a:gd name="T72" fmla="*/ 1504 w 199"/>
                  <a:gd name="T73" fmla="*/ 1992 h 1027"/>
                  <a:gd name="T74" fmla="*/ 1084 w 199"/>
                  <a:gd name="T75" fmla="*/ 968 h 1027"/>
                  <a:gd name="T76" fmla="*/ 521 w 199"/>
                  <a:gd name="T77" fmla="*/ 0 h 102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99" h="1027">
                    <a:moveTo>
                      <a:pt x="19" y="5"/>
                    </a:moveTo>
                    <a:cubicBezTo>
                      <a:pt x="90" y="70"/>
                      <a:pt x="103" y="197"/>
                      <a:pt x="99" y="302"/>
                    </a:cubicBezTo>
                    <a:cubicBezTo>
                      <a:pt x="98" y="343"/>
                      <a:pt x="104" y="363"/>
                      <a:pt x="109" y="382"/>
                    </a:cubicBezTo>
                    <a:cubicBezTo>
                      <a:pt x="116" y="405"/>
                      <a:pt x="122" y="423"/>
                      <a:pt x="109" y="473"/>
                    </a:cubicBezTo>
                    <a:cubicBezTo>
                      <a:pt x="104" y="492"/>
                      <a:pt x="94" y="513"/>
                      <a:pt x="83" y="536"/>
                    </a:cubicBezTo>
                    <a:cubicBezTo>
                      <a:pt x="61" y="582"/>
                      <a:pt x="49" y="765"/>
                      <a:pt x="34" y="796"/>
                    </a:cubicBezTo>
                    <a:cubicBezTo>
                      <a:pt x="30" y="804"/>
                      <a:pt x="30" y="804"/>
                      <a:pt x="30" y="804"/>
                    </a:cubicBezTo>
                    <a:cubicBezTo>
                      <a:pt x="28" y="808"/>
                      <a:pt x="28" y="808"/>
                      <a:pt x="28" y="808"/>
                    </a:cubicBezTo>
                    <a:cubicBezTo>
                      <a:pt x="12" y="844"/>
                      <a:pt x="0" y="870"/>
                      <a:pt x="8" y="888"/>
                    </a:cubicBezTo>
                    <a:cubicBezTo>
                      <a:pt x="14" y="902"/>
                      <a:pt x="42" y="976"/>
                      <a:pt x="62" y="1027"/>
                    </a:cubicBezTo>
                    <a:cubicBezTo>
                      <a:pt x="66" y="1026"/>
                      <a:pt x="66" y="1026"/>
                      <a:pt x="66" y="1026"/>
                    </a:cubicBezTo>
                    <a:cubicBezTo>
                      <a:pt x="45" y="975"/>
                      <a:pt x="19" y="904"/>
                      <a:pt x="13" y="891"/>
                    </a:cubicBezTo>
                    <a:cubicBezTo>
                      <a:pt x="11" y="885"/>
                      <a:pt x="10" y="879"/>
                      <a:pt x="10" y="873"/>
                    </a:cubicBezTo>
                    <a:cubicBezTo>
                      <a:pt x="10" y="856"/>
                      <a:pt x="18" y="838"/>
                      <a:pt x="31" y="811"/>
                    </a:cubicBezTo>
                    <a:cubicBezTo>
                      <a:pt x="33" y="807"/>
                      <a:pt x="33" y="807"/>
                      <a:pt x="33" y="807"/>
                    </a:cubicBezTo>
                    <a:cubicBezTo>
                      <a:pt x="48" y="771"/>
                      <a:pt x="48" y="762"/>
                      <a:pt x="52" y="746"/>
                    </a:cubicBezTo>
                    <a:cubicBezTo>
                      <a:pt x="55" y="731"/>
                      <a:pt x="61" y="721"/>
                      <a:pt x="67" y="718"/>
                    </a:cubicBezTo>
                    <a:cubicBezTo>
                      <a:pt x="68" y="717"/>
                      <a:pt x="71" y="716"/>
                      <a:pt x="72" y="713"/>
                    </a:cubicBezTo>
                    <a:cubicBezTo>
                      <a:pt x="73" y="710"/>
                      <a:pt x="75" y="706"/>
                      <a:pt x="75" y="704"/>
                    </a:cubicBezTo>
                    <a:cubicBezTo>
                      <a:pt x="75" y="702"/>
                      <a:pt x="77" y="701"/>
                      <a:pt x="79" y="702"/>
                    </a:cubicBezTo>
                    <a:cubicBezTo>
                      <a:pt x="81" y="702"/>
                      <a:pt x="82" y="703"/>
                      <a:pt x="82" y="705"/>
                    </a:cubicBezTo>
                    <a:cubicBezTo>
                      <a:pt x="82" y="703"/>
                      <a:pt x="82" y="703"/>
                      <a:pt x="82" y="703"/>
                    </a:cubicBezTo>
                    <a:cubicBezTo>
                      <a:pt x="77" y="694"/>
                      <a:pt x="81" y="683"/>
                      <a:pt x="87" y="681"/>
                    </a:cubicBezTo>
                    <a:cubicBezTo>
                      <a:pt x="88" y="680"/>
                      <a:pt x="88" y="680"/>
                      <a:pt x="88" y="680"/>
                    </a:cubicBezTo>
                    <a:cubicBezTo>
                      <a:pt x="86" y="682"/>
                      <a:pt x="83" y="681"/>
                      <a:pt x="83" y="677"/>
                    </a:cubicBezTo>
                    <a:cubicBezTo>
                      <a:pt x="87" y="655"/>
                      <a:pt x="86" y="639"/>
                      <a:pt x="83" y="618"/>
                    </a:cubicBezTo>
                    <a:cubicBezTo>
                      <a:pt x="83" y="609"/>
                      <a:pt x="84" y="602"/>
                      <a:pt x="88" y="594"/>
                    </a:cubicBezTo>
                    <a:cubicBezTo>
                      <a:pt x="93" y="584"/>
                      <a:pt x="91" y="580"/>
                      <a:pt x="92" y="569"/>
                    </a:cubicBezTo>
                    <a:cubicBezTo>
                      <a:pt x="93" y="559"/>
                      <a:pt x="101" y="551"/>
                      <a:pt x="105" y="543"/>
                    </a:cubicBezTo>
                    <a:cubicBezTo>
                      <a:pt x="111" y="531"/>
                      <a:pt x="111" y="526"/>
                      <a:pt x="111" y="514"/>
                    </a:cubicBezTo>
                    <a:cubicBezTo>
                      <a:pt x="111" y="505"/>
                      <a:pt x="114" y="497"/>
                      <a:pt x="119" y="490"/>
                    </a:cubicBezTo>
                    <a:cubicBezTo>
                      <a:pt x="123" y="483"/>
                      <a:pt x="130" y="478"/>
                      <a:pt x="127" y="469"/>
                    </a:cubicBezTo>
                    <a:cubicBezTo>
                      <a:pt x="125" y="463"/>
                      <a:pt x="130" y="457"/>
                      <a:pt x="132" y="452"/>
                    </a:cubicBezTo>
                    <a:cubicBezTo>
                      <a:pt x="151" y="411"/>
                      <a:pt x="166" y="401"/>
                      <a:pt x="199" y="389"/>
                    </a:cubicBezTo>
                    <a:cubicBezTo>
                      <a:pt x="157" y="387"/>
                      <a:pt x="130" y="352"/>
                      <a:pt x="119" y="322"/>
                    </a:cubicBezTo>
                    <a:cubicBezTo>
                      <a:pt x="107" y="292"/>
                      <a:pt x="117" y="241"/>
                      <a:pt x="119" y="196"/>
                    </a:cubicBezTo>
                    <a:cubicBezTo>
                      <a:pt x="120" y="151"/>
                      <a:pt x="114" y="127"/>
                      <a:pt x="96" y="105"/>
                    </a:cubicBezTo>
                    <a:cubicBezTo>
                      <a:pt x="79" y="83"/>
                      <a:pt x="80" y="72"/>
                      <a:pt x="69" y="51"/>
                    </a:cubicBezTo>
                    <a:cubicBezTo>
                      <a:pt x="57" y="29"/>
                      <a:pt x="51" y="23"/>
                      <a:pt x="33" y="0"/>
                    </a:cubicBezTo>
                  </a:path>
                </a:pathLst>
              </a:custGeom>
              <a:solidFill>
                <a:srgbClr val="FDC271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4" name="Freeform 539">
                <a:extLst>
                  <a:ext uri="{FF2B5EF4-FFF2-40B4-BE49-F238E27FC236}">
                    <a16:creationId xmlns:a16="http://schemas.microsoft.com/office/drawing/2014/main" id="{39AF3CAF-45D8-43F2-980B-70C755A27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1213"/>
                <a:ext cx="498" cy="2739"/>
              </a:xfrm>
              <a:custGeom>
                <a:avLst/>
                <a:gdLst>
                  <a:gd name="T0" fmla="*/ 300 w 199"/>
                  <a:gd name="T1" fmla="*/ 93 h 1027"/>
                  <a:gd name="T2" fmla="*/ 1554 w 199"/>
                  <a:gd name="T3" fmla="*/ 5726 h 1027"/>
                  <a:gd name="T4" fmla="*/ 1709 w 199"/>
                  <a:gd name="T5" fmla="*/ 7249 h 1027"/>
                  <a:gd name="T6" fmla="*/ 1709 w 199"/>
                  <a:gd name="T7" fmla="*/ 8969 h 1027"/>
                  <a:gd name="T8" fmla="*/ 1304 w 199"/>
                  <a:gd name="T9" fmla="*/ 10172 h 1027"/>
                  <a:gd name="T10" fmla="*/ 533 w 199"/>
                  <a:gd name="T11" fmla="*/ 15101 h 1027"/>
                  <a:gd name="T12" fmla="*/ 470 w 199"/>
                  <a:gd name="T13" fmla="*/ 15250 h 1027"/>
                  <a:gd name="T14" fmla="*/ 438 w 199"/>
                  <a:gd name="T15" fmla="*/ 15327 h 1027"/>
                  <a:gd name="T16" fmla="*/ 125 w 199"/>
                  <a:gd name="T17" fmla="*/ 16842 h 1027"/>
                  <a:gd name="T18" fmla="*/ 971 w 199"/>
                  <a:gd name="T19" fmla="*/ 19482 h 1027"/>
                  <a:gd name="T20" fmla="*/ 1034 w 199"/>
                  <a:gd name="T21" fmla="*/ 19461 h 1027"/>
                  <a:gd name="T22" fmla="*/ 208 w 199"/>
                  <a:gd name="T23" fmla="*/ 16901 h 1027"/>
                  <a:gd name="T24" fmla="*/ 158 w 199"/>
                  <a:gd name="T25" fmla="*/ 16559 h 1027"/>
                  <a:gd name="T26" fmla="*/ 488 w 199"/>
                  <a:gd name="T27" fmla="*/ 15386 h 1027"/>
                  <a:gd name="T28" fmla="*/ 521 w 199"/>
                  <a:gd name="T29" fmla="*/ 15306 h 1027"/>
                  <a:gd name="T30" fmla="*/ 813 w 199"/>
                  <a:gd name="T31" fmla="*/ 14154 h 1027"/>
                  <a:gd name="T32" fmla="*/ 1051 w 199"/>
                  <a:gd name="T33" fmla="*/ 13620 h 1027"/>
                  <a:gd name="T34" fmla="*/ 1126 w 199"/>
                  <a:gd name="T35" fmla="*/ 13530 h 1027"/>
                  <a:gd name="T36" fmla="*/ 1176 w 199"/>
                  <a:gd name="T37" fmla="*/ 13359 h 1027"/>
                  <a:gd name="T38" fmla="*/ 1239 w 199"/>
                  <a:gd name="T39" fmla="*/ 13316 h 1027"/>
                  <a:gd name="T40" fmla="*/ 1284 w 199"/>
                  <a:gd name="T41" fmla="*/ 13372 h 1027"/>
                  <a:gd name="T42" fmla="*/ 1284 w 199"/>
                  <a:gd name="T43" fmla="*/ 13338 h 1027"/>
                  <a:gd name="T44" fmla="*/ 1366 w 199"/>
                  <a:gd name="T45" fmla="*/ 12916 h 1027"/>
                  <a:gd name="T46" fmla="*/ 1379 w 199"/>
                  <a:gd name="T47" fmla="*/ 12903 h 1027"/>
                  <a:gd name="T48" fmla="*/ 1304 w 199"/>
                  <a:gd name="T49" fmla="*/ 12847 h 1027"/>
                  <a:gd name="T50" fmla="*/ 1304 w 199"/>
                  <a:gd name="T51" fmla="*/ 11721 h 1027"/>
                  <a:gd name="T52" fmla="*/ 1379 w 199"/>
                  <a:gd name="T53" fmla="*/ 11268 h 1027"/>
                  <a:gd name="T54" fmla="*/ 1441 w 199"/>
                  <a:gd name="T55" fmla="*/ 10796 h 1027"/>
                  <a:gd name="T56" fmla="*/ 1647 w 199"/>
                  <a:gd name="T57" fmla="*/ 10300 h 1027"/>
                  <a:gd name="T58" fmla="*/ 1742 w 199"/>
                  <a:gd name="T59" fmla="*/ 9751 h 1027"/>
                  <a:gd name="T60" fmla="*/ 1867 w 199"/>
                  <a:gd name="T61" fmla="*/ 9297 h 1027"/>
                  <a:gd name="T62" fmla="*/ 1992 w 199"/>
                  <a:gd name="T63" fmla="*/ 8897 h 1027"/>
                  <a:gd name="T64" fmla="*/ 2067 w 199"/>
                  <a:gd name="T65" fmla="*/ 8572 h 1027"/>
                  <a:gd name="T66" fmla="*/ 3118 w 199"/>
                  <a:gd name="T67" fmla="*/ 7377 h 1027"/>
                  <a:gd name="T68" fmla="*/ 1867 w 199"/>
                  <a:gd name="T69" fmla="*/ 6110 h 1027"/>
                  <a:gd name="T70" fmla="*/ 1867 w 199"/>
                  <a:gd name="T71" fmla="*/ 3720 h 1027"/>
                  <a:gd name="T72" fmla="*/ 1504 w 199"/>
                  <a:gd name="T73" fmla="*/ 1992 h 1027"/>
                  <a:gd name="T74" fmla="*/ 1084 w 199"/>
                  <a:gd name="T75" fmla="*/ 968 h 1027"/>
                  <a:gd name="T76" fmla="*/ 521 w 199"/>
                  <a:gd name="T77" fmla="*/ 0 h 102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99" h="1027">
                    <a:moveTo>
                      <a:pt x="19" y="5"/>
                    </a:moveTo>
                    <a:cubicBezTo>
                      <a:pt x="90" y="70"/>
                      <a:pt x="103" y="197"/>
                      <a:pt x="99" y="302"/>
                    </a:cubicBezTo>
                    <a:cubicBezTo>
                      <a:pt x="98" y="343"/>
                      <a:pt x="104" y="363"/>
                      <a:pt x="109" y="382"/>
                    </a:cubicBezTo>
                    <a:cubicBezTo>
                      <a:pt x="116" y="405"/>
                      <a:pt x="122" y="423"/>
                      <a:pt x="109" y="473"/>
                    </a:cubicBezTo>
                    <a:cubicBezTo>
                      <a:pt x="104" y="492"/>
                      <a:pt x="94" y="513"/>
                      <a:pt x="83" y="536"/>
                    </a:cubicBezTo>
                    <a:cubicBezTo>
                      <a:pt x="61" y="582"/>
                      <a:pt x="49" y="765"/>
                      <a:pt x="34" y="796"/>
                    </a:cubicBezTo>
                    <a:cubicBezTo>
                      <a:pt x="30" y="804"/>
                      <a:pt x="30" y="804"/>
                      <a:pt x="30" y="804"/>
                    </a:cubicBezTo>
                    <a:cubicBezTo>
                      <a:pt x="28" y="808"/>
                      <a:pt x="28" y="808"/>
                      <a:pt x="28" y="808"/>
                    </a:cubicBezTo>
                    <a:cubicBezTo>
                      <a:pt x="12" y="844"/>
                      <a:pt x="0" y="870"/>
                      <a:pt x="8" y="888"/>
                    </a:cubicBezTo>
                    <a:cubicBezTo>
                      <a:pt x="14" y="902"/>
                      <a:pt x="42" y="976"/>
                      <a:pt x="62" y="1027"/>
                    </a:cubicBezTo>
                    <a:cubicBezTo>
                      <a:pt x="66" y="1026"/>
                      <a:pt x="66" y="1026"/>
                      <a:pt x="66" y="1026"/>
                    </a:cubicBezTo>
                    <a:cubicBezTo>
                      <a:pt x="45" y="975"/>
                      <a:pt x="19" y="904"/>
                      <a:pt x="13" y="891"/>
                    </a:cubicBezTo>
                    <a:cubicBezTo>
                      <a:pt x="11" y="885"/>
                      <a:pt x="10" y="879"/>
                      <a:pt x="10" y="873"/>
                    </a:cubicBezTo>
                    <a:cubicBezTo>
                      <a:pt x="10" y="856"/>
                      <a:pt x="18" y="838"/>
                      <a:pt x="31" y="811"/>
                    </a:cubicBezTo>
                    <a:cubicBezTo>
                      <a:pt x="33" y="807"/>
                      <a:pt x="33" y="807"/>
                      <a:pt x="33" y="807"/>
                    </a:cubicBezTo>
                    <a:cubicBezTo>
                      <a:pt x="48" y="771"/>
                      <a:pt x="48" y="762"/>
                      <a:pt x="52" y="746"/>
                    </a:cubicBezTo>
                    <a:cubicBezTo>
                      <a:pt x="55" y="731"/>
                      <a:pt x="61" y="721"/>
                      <a:pt x="67" y="718"/>
                    </a:cubicBezTo>
                    <a:cubicBezTo>
                      <a:pt x="68" y="717"/>
                      <a:pt x="71" y="716"/>
                      <a:pt x="72" y="713"/>
                    </a:cubicBezTo>
                    <a:cubicBezTo>
                      <a:pt x="73" y="710"/>
                      <a:pt x="75" y="706"/>
                      <a:pt x="75" y="704"/>
                    </a:cubicBezTo>
                    <a:cubicBezTo>
                      <a:pt x="75" y="702"/>
                      <a:pt x="77" y="701"/>
                      <a:pt x="79" y="702"/>
                    </a:cubicBezTo>
                    <a:cubicBezTo>
                      <a:pt x="81" y="702"/>
                      <a:pt x="82" y="703"/>
                      <a:pt x="82" y="705"/>
                    </a:cubicBezTo>
                    <a:cubicBezTo>
                      <a:pt x="82" y="703"/>
                      <a:pt x="82" y="703"/>
                      <a:pt x="82" y="703"/>
                    </a:cubicBezTo>
                    <a:cubicBezTo>
                      <a:pt x="77" y="694"/>
                      <a:pt x="81" y="683"/>
                      <a:pt x="87" y="681"/>
                    </a:cubicBezTo>
                    <a:cubicBezTo>
                      <a:pt x="88" y="680"/>
                      <a:pt x="88" y="680"/>
                      <a:pt x="88" y="680"/>
                    </a:cubicBezTo>
                    <a:cubicBezTo>
                      <a:pt x="86" y="682"/>
                      <a:pt x="83" y="681"/>
                      <a:pt x="83" y="677"/>
                    </a:cubicBezTo>
                    <a:cubicBezTo>
                      <a:pt x="87" y="655"/>
                      <a:pt x="86" y="639"/>
                      <a:pt x="83" y="618"/>
                    </a:cubicBezTo>
                    <a:cubicBezTo>
                      <a:pt x="83" y="609"/>
                      <a:pt x="84" y="602"/>
                      <a:pt x="88" y="594"/>
                    </a:cubicBezTo>
                    <a:cubicBezTo>
                      <a:pt x="93" y="584"/>
                      <a:pt x="91" y="580"/>
                      <a:pt x="92" y="569"/>
                    </a:cubicBezTo>
                    <a:cubicBezTo>
                      <a:pt x="93" y="559"/>
                      <a:pt x="101" y="551"/>
                      <a:pt x="105" y="543"/>
                    </a:cubicBezTo>
                    <a:cubicBezTo>
                      <a:pt x="111" y="531"/>
                      <a:pt x="111" y="526"/>
                      <a:pt x="111" y="514"/>
                    </a:cubicBezTo>
                    <a:cubicBezTo>
                      <a:pt x="111" y="505"/>
                      <a:pt x="114" y="497"/>
                      <a:pt x="119" y="490"/>
                    </a:cubicBezTo>
                    <a:cubicBezTo>
                      <a:pt x="123" y="483"/>
                      <a:pt x="130" y="478"/>
                      <a:pt x="127" y="469"/>
                    </a:cubicBezTo>
                    <a:cubicBezTo>
                      <a:pt x="125" y="463"/>
                      <a:pt x="130" y="457"/>
                      <a:pt x="132" y="452"/>
                    </a:cubicBezTo>
                    <a:cubicBezTo>
                      <a:pt x="151" y="411"/>
                      <a:pt x="166" y="401"/>
                      <a:pt x="199" y="389"/>
                    </a:cubicBezTo>
                    <a:cubicBezTo>
                      <a:pt x="157" y="387"/>
                      <a:pt x="130" y="352"/>
                      <a:pt x="119" y="322"/>
                    </a:cubicBezTo>
                    <a:cubicBezTo>
                      <a:pt x="107" y="292"/>
                      <a:pt x="117" y="241"/>
                      <a:pt x="119" y="196"/>
                    </a:cubicBezTo>
                    <a:cubicBezTo>
                      <a:pt x="120" y="151"/>
                      <a:pt x="114" y="127"/>
                      <a:pt x="96" y="105"/>
                    </a:cubicBezTo>
                    <a:cubicBezTo>
                      <a:pt x="79" y="83"/>
                      <a:pt x="80" y="72"/>
                      <a:pt x="69" y="51"/>
                    </a:cubicBezTo>
                    <a:cubicBezTo>
                      <a:pt x="57" y="29"/>
                      <a:pt x="51" y="23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5" name="Freeform 540">
                <a:extLst>
                  <a:ext uri="{FF2B5EF4-FFF2-40B4-BE49-F238E27FC236}">
                    <a16:creationId xmlns:a16="http://schemas.microsoft.com/office/drawing/2014/main" id="{6864AEA8-7262-49CE-A834-7011CAE04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555"/>
                <a:ext cx="133" cy="74"/>
              </a:xfrm>
              <a:custGeom>
                <a:avLst/>
                <a:gdLst>
                  <a:gd name="T0" fmla="*/ 0 w 53"/>
                  <a:gd name="T1" fmla="*/ 0 h 28"/>
                  <a:gd name="T2" fmla="*/ 838 w 53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28">
                    <a:moveTo>
                      <a:pt x="0" y="0"/>
                    </a:moveTo>
                    <a:cubicBezTo>
                      <a:pt x="23" y="5"/>
                      <a:pt x="53" y="28"/>
                      <a:pt x="53" y="2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6" name="Freeform 541">
                <a:extLst>
                  <a:ext uri="{FF2B5EF4-FFF2-40B4-BE49-F238E27FC236}">
                    <a16:creationId xmlns:a16="http://schemas.microsoft.com/office/drawing/2014/main" id="{82D429CE-BC35-424C-B2F1-9E4840E2E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2123"/>
                <a:ext cx="65" cy="333"/>
              </a:xfrm>
              <a:custGeom>
                <a:avLst/>
                <a:gdLst>
                  <a:gd name="T0" fmla="*/ 188 w 26"/>
                  <a:gd name="T1" fmla="*/ 2363 h 125"/>
                  <a:gd name="T2" fmla="*/ 208 w 26"/>
                  <a:gd name="T3" fmla="*/ 887 h 125"/>
                  <a:gd name="T4" fmla="*/ 0 w 26"/>
                  <a:gd name="T5" fmla="*/ 0 h 125"/>
                  <a:gd name="T6" fmla="*/ 395 w 26"/>
                  <a:gd name="T7" fmla="*/ 1263 h 125"/>
                  <a:gd name="T8" fmla="*/ 188 w 26"/>
                  <a:gd name="T9" fmla="*/ 2363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25">
                    <a:moveTo>
                      <a:pt x="12" y="125"/>
                    </a:moveTo>
                    <a:cubicBezTo>
                      <a:pt x="19" y="96"/>
                      <a:pt x="19" y="65"/>
                      <a:pt x="13" y="47"/>
                    </a:cubicBezTo>
                    <a:cubicBezTo>
                      <a:pt x="6" y="29"/>
                      <a:pt x="2" y="17"/>
                      <a:pt x="0" y="0"/>
                    </a:cubicBezTo>
                    <a:cubicBezTo>
                      <a:pt x="7" y="22"/>
                      <a:pt x="23" y="41"/>
                      <a:pt x="25" y="67"/>
                    </a:cubicBezTo>
                    <a:cubicBezTo>
                      <a:pt x="26" y="94"/>
                      <a:pt x="13" y="119"/>
                      <a:pt x="12" y="125"/>
                    </a:cubicBezTo>
                    <a:close/>
                  </a:path>
                </a:pathLst>
              </a:custGeom>
              <a:solidFill>
                <a:srgbClr val="FE9B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7" name="Freeform 542">
                <a:extLst>
                  <a:ext uri="{FF2B5EF4-FFF2-40B4-BE49-F238E27FC236}">
                    <a16:creationId xmlns:a16="http://schemas.microsoft.com/office/drawing/2014/main" id="{7146779A-8106-4FB7-8F2B-2D3EC6279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3008"/>
                <a:ext cx="70" cy="248"/>
              </a:xfrm>
              <a:custGeom>
                <a:avLst/>
                <a:gdLst>
                  <a:gd name="T0" fmla="*/ 238 w 28"/>
                  <a:gd name="T1" fmla="*/ 0 h 93"/>
                  <a:gd name="T2" fmla="*/ 438 w 28"/>
                  <a:gd name="T3" fmla="*/ 456 h 93"/>
                  <a:gd name="T4" fmla="*/ 375 w 28"/>
                  <a:gd name="T5" fmla="*/ 739 h 93"/>
                  <a:gd name="T6" fmla="*/ 188 w 28"/>
                  <a:gd name="T7" fmla="*/ 989 h 93"/>
                  <a:gd name="T8" fmla="*/ 0 w 28"/>
                  <a:gd name="T9" fmla="*/ 1763 h 93"/>
                  <a:gd name="T10" fmla="*/ 95 w 28"/>
                  <a:gd name="T11" fmla="*/ 947 h 93"/>
                  <a:gd name="T12" fmla="*/ 158 w 28"/>
                  <a:gd name="T13" fmla="*/ 568 h 93"/>
                  <a:gd name="T14" fmla="*/ 188 w 28"/>
                  <a:gd name="T15" fmla="*/ 376 h 93"/>
                  <a:gd name="T16" fmla="*/ 208 w 28"/>
                  <a:gd name="T17" fmla="*/ 192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93">
                    <a:moveTo>
                      <a:pt x="15" y="0"/>
                    </a:moveTo>
                    <a:cubicBezTo>
                      <a:pt x="13" y="6"/>
                      <a:pt x="16" y="37"/>
                      <a:pt x="28" y="24"/>
                    </a:cubicBezTo>
                    <a:cubicBezTo>
                      <a:pt x="26" y="29"/>
                      <a:pt x="27" y="34"/>
                      <a:pt x="24" y="39"/>
                    </a:cubicBezTo>
                    <a:cubicBezTo>
                      <a:pt x="20" y="43"/>
                      <a:pt x="15" y="46"/>
                      <a:pt x="12" y="52"/>
                    </a:cubicBezTo>
                    <a:cubicBezTo>
                      <a:pt x="5" y="63"/>
                      <a:pt x="1" y="80"/>
                      <a:pt x="0" y="93"/>
                    </a:cubicBezTo>
                    <a:cubicBezTo>
                      <a:pt x="0" y="79"/>
                      <a:pt x="2" y="64"/>
                      <a:pt x="6" y="50"/>
                    </a:cubicBezTo>
                    <a:cubicBezTo>
                      <a:pt x="7" y="44"/>
                      <a:pt x="9" y="37"/>
                      <a:pt x="10" y="30"/>
                    </a:cubicBezTo>
                    <a:cubicBezTo>
                      <a:pt x="11" y="27"/>
                      <a:pt x="12" y="24"/>
                      <a:pt x="12" y="20"/>
                    </a:cubicBezTo>
                    <a:cubicBezTo>
                      <a:pt x="12" y="17"/>
                      <a:pt x="11" y="13"/>
                      <a:pt x="13" y="10"/>
                    </a:cubicBezTo>
                  </a:path>
                </a:pathLst>
              </a:custGeom>
              <a:solidFill>
                <a:srgbClr val="FE9B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8" name="Freeform 543">
                <a:extLst>
                  <a:ext uri="{FF2B5EF4-FFF2-40B4-BE49-F238E27FC236}">
                    <a16:creationId xmlns:a16="http://schemas.microsoft.com/office/drawing/2014/main" id="{909FE5A6-A525-4347-8F7D-8811A7A03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8" y="2221"/>
                <a:ext cx="86" cy="99"/>
              </a:xfrm>
              <a:custGeom>
                <a:avLst/>
                <a:gdLst>
                  <a:gd name="T0" fmla="*/ 243 w 34"/>
                  <a:gd name="T1" fmla="*/ 321 h 37"/>
                  <a:gd name="T2" fmla="*/ 0 w 34"/>
                  <a:gd name="T3" fmla="*/ 709 h 37"/>
                  <a:gd name="T4" fmla="*/ 551 w 34"/>
                  <a:gd name="T5" fmla="*/ 230 h 37"/>
                  <a:gd name="T6" fmla="*/ 83 w 34"/>
                  <a:gd name="T7" fmla="*/ 0 h 37"/>
                  <a:gd name="T8" fmla="*/ 243 w 34"/>
                  <a:gd name="T9" fmla="*/ 32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7">
                    <a:moveTo>
                      <a:pt x="15" y="17"/>
                    </a:moveTo>
                    <a:cubicBezTo>
                      <a:pt x="10" y="21"/>
                      <a:pt x="5" y="26"/>
                      <a:pt x="0" y="37"/>
                    </a:cubicBezTo>
                    <a:cubicBezTo>
                      <a:pt x="11" y="20"/>
                      <a:pt x="23" y="17"/>
                      <a:pt x="34" y="12"/>
                    </a:cubicBezTo>
                    <a:cubicBezTo>
                      <a:pt x="25" y="14"/>
                      <a:pt x="12" y="6"/>
                      <a:pt x="5" y="0"/>
                    </a:cubicBezTo>
                    <a:cubicBezTo>
                      <a:pt x="10" y="6"/>
                      <a:pt x="19" y="13"/>
                      <a:pt x="15" y="17"/>
                    </a:cubicBezTo>
                    <a:close/>
                  </a:path>
                </a:pathLst>
              </a:custGeom>
              <a:solidFill>
                <a:srgbClr val="FE9B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9" name="Freeform 544">
                <a:extLst>
                  <a:ext uri="{FF2B5EF4-FFF2-40B4-BE49-F238E27FC236}">
                    <a16:creationId xmlns:a16="http://schemas.microsoft.com/office/drawing/2014/main" id="{5A751278-09E4-4870-907F-A74CBD0B0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" y="1600"/>
                <a:ext cx="90" cy="83"/>
              </a:xfrm>
              <a:custGeom>
                <a:avLst/>
                <a:gdLst>
                  <a:gd name="T0" fmla="*/ 500 w 36"/>
                  <a:gd name="T1" fmla="*/ 560 h 31"/>
                  <a:gd name="T2" fmla="*/ 550 w 36"/>
                  <a:gd name="T3" fmla="*/ 402 h 31"/>
                  <a:gd name="T4" fmla="*/ 113 w 36"/>
                  <a:gd name="T5" fmla="*/ 0 h 31"/>
                  <a:gd name="T6" fmla="*/ 50 w 36"/>
                  <a:gd name="T7" fmla="*/ 230 h 31"/>
                  <a:gd name="T8" fmla="*/ 375 w 36"/>
                  <a:gd name="T9" fmla="*/ 517 h 31"/>
                  <a:gd name="T10" fmla="*/ 500 w 36"/>
                  <a:gd name="T11" fmla="*/ 56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1">
                    <a:moveTo>
                      <a:pt x="32" y="29"/>
                    </a:moveTo>
                    <a:cubicBezTo>
                      <a:pt x="35" y="28"/>
                      <a:pt x="36" y="24"/>
                      <a:pt x="35" y="21"/>
                    </a:cubicBezTo>
                    <a:cubicBezTo>
                      <a:pt x="29" y="10"/>
                      <a:pt x="19" y="4"/>
                      <a:pt x="7" y="0"/>
                    </a:cubicBezTo>
                    <a:cubicBezTo>
                      <a:pt x="2" y="1"/>
                      <a:pt x="0" y="7"/>
                      <a:pt x="3" y="12"/>
                    </a:cubicBezTo>
                    <a:cubicBezTo>
                      <a:pt x="13" y="14"/>
                      <a:pt x="20" y="19"/>
                      <a:pt x="24" y="27"/>
                    </a:cubicBezTo>
                    <a:cubicBezTo>
                      <a:pt x="26" y="30"/>
                      <a:pt x="29" y="31"/>
                      <a:pt x="32" y="29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0" name="Oval 545">
                <a:extLst>
                  <a:ext uri="{FF2B5EF4-FFF2-40B4-BE49-F238E27FC236}">
                    <a16:creationId xmlns:a16="http://schemas.microsoft.com/office/drawing/2014/main" id="{41B9A5CF-828E-41E6-BEC2-E017DAEEE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6" y="1653"/>
                <a:ext cx="30" cy="30"/>
              </a:xfrm>
              <a:prstGeom prst="ellipse">
                <a:avLst/>
              </a:prstGeom>
              <a:solidFill>
                <a:srgbClr val="DFAACA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61" name="Freeform 546">
                <a:extLst>
                  <a:ext uri="{FF2B5EF4-FFF2-40B4-BE49-F238E27FC236}">
                    <a16:creationId xmlns:a16="http://schemas.microsoft.com/office/drawing/2014/main" id="{63C1A92A-64FE-4EF7-9312-9806B1109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336"/>
                <a:ext cx="15" cy="16"/>
              </a:xfrm>
              <a:custGeom>
                <a:avLst/>
                <a:gdLst>
                  <a:gd name="T0" fmla="*/ 95 w 6"/>
                  <a:gd name="T1" fmla="*/ 0 h 6"/>
                  <a:gd name="T2" fmla="*/ 0 w 6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1"/>
                      <a:pt x="1" y="3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2" name="Freeform 547">
                <a:extLst>
                  <a:ext uri="{FF2B5EF4-FFF2-40B4-BE49-F238E27FC236}">
                    <a16:creationId xmlns:a16="http://schemas.microsoft.com/office/drawing/2014/main" id="{42451E6A-ADB9-4226-AD64-D8C282EBF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368"/>
                <a:ext cx="12" cy="13"/>
              </a:xfrm>
              <a:custGeom>
                <a:avLst/>
                <a:gdLst>
                  <a:gd name="T0" fmla="*/ 0 w 5"/>
                  <a:gd name="T1" fmla="*/ 0 h 5"/>
                  <a:gd name="T2" fmla="*/ 70 w 5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3" name="Freeform 548">
                <a:extLst>
                  <a:ext uri="{FF2B5EF4-FFF2-40B4-BE49-F238E27FC236}">
                    <a16:creationId xmlns:a16="http://schemas.microsoft.com/office/drawing/2014/main" id="{837814AD-27BB-4479-9FA9-40324D999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320"/>
                <a:ext cx="13" cy="19"/>
              </a:xfrm>
              <a:custGeom>
                <a:avLst/>
                <a:gdLst>
                  <a:gd name="T0" fmla="*/ 0 w 5"/>
                  <a:gd name="T1" fmla="*/ 0 h 7"/>
                  <a:gd name="T2" fmla="*/ 88 w 5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3" y="1"/>
                      <a:pt x="4" y="4"/>
                      <a:pt x="5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4" name="Freeform 549">
                <a:extLst>
                  <a:ext uri="{FF2B5EF4-FFF2-40B4-BE49-F238E27FC236}">
                    <a16:creationId xmlns:a16="http://schemas.microsoft.com/office/drawing/2014/main" id="{0467192D-108F-4DBC-AA88-B9AD5E6BB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352"/>
                <a:ext cx="20" cy="13"/>
              </a:xfrm>
              <a:custGeom>
                <a:avLst/>
                <a:gdLst>
                  <a:gd name="T0" fmla="*/ 0 w 8"/>
                  <a:gd name="T1" fmla="*/ 88 h 5"/>
                  <a:gd name="T2" fmla="*/ 125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5"/>
                      <a:pt x="7" y="3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5" name="Freeform 550">
                <a:extLst>
                  <a:ext uri="{FF2B5EF4-FFF2-40B4-BE49-F238E27FC236}">
                    <a16:creationId xmlns:a16="http://schemas.microsoft.com/office/drawing/2014/main" id="{FFC6DDF7-D31B-4DC4-95EC-7AC022932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349"/>
                <a:ext cx="220" cy="43"/>
              </a:xfrm>
              <a:custGeom>
                <a:avLst/>
                <a:gdLst>
                  <a:gd name="T0" fmla="*/ 1283 w 88"/>
                  <a:gd name="T1" fmla="*/ 35 h 16"/>
                  <a:gd name="T2" fmla="*/ 113 w 88"/>
                  <a:gd name="T3" fmla="*/ 0 h 16"/>
                  <a:gd name="T4" fmla="*/ 0 w 88"/>
                  <a:gd name="T5" fmla="*/ 94 h 16"/>
                  <a:gd name="T6" fmla="*/ 83 w 88"/>
                  <a:gd name="T7" fmla="*/ 231 h 16"/>
                  <a:gd name="T8" fmla="*/ 1283 w 88"/>
                  <a:gd name="T9" fmla="*/ 274 h 16"/>
                  <a:gd name="T10" fmla="*/ 1283 w 88"/>
                  <a:gd name="T11" fmla="*/ 35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16">
                    <a:moveTo>
                      <a:pt x="82" y="2"/>
                    </a:moveTo>
                    <a:cubicBezTo>
                      <a:pt x="58" y="4"/>
                      <a:pt x="33" y="4"/>
                      <a:pt x="7" y="0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0" y="9"/>
                      <a:pt x="2" y="12"/>
                      <a:pt x="5" y="12"/>
                    </a:cubicBezTo>
                    <a:cubicBezTo>
                      <a:pt x="32" y="16"/>
                      <a:pt x="58" y="16"/>
                      <a:pt x="82" y="14"/>
                    </a:cubicBezTo>
                    <a:cubicBezTo>
                      <a:pt x="88" y="14"/>
                      <a:pt x="87" y="3"/>
                      <a:pt x="82" y="2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6" name="Oval 551">
                <a:extLst>
                  <a:ext uri="{FF2B5EF4-FFF2-40B4-BE49-F238E27FC236}">
                    <a16:creationId xmlns:a16="http://schemas.microsoft.com/office/drawing/2014/main" id="{C606A617-5FBD-4B66-B464-271215F7C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3" y="1349"/>
                <a:ext cx="30" cy="30"/>
              </a:xfrm>
              <a:prstGeom prst="ellipse">
                <a:avLst/>
              </a:prstGeom>
              <a:solidFill>
                <a:srgbClr val="DFAACA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67" name="Oval 552">
                <a:extLst>
                  <a:ext uri="{FF2B5EF4-FFF2-40B4-BE49-F238E27FC236}">
                    <a16:creationId xmlns:a16="http://schemas.microsoft.com/office/drawing/2014/main" id="{2FC6DB3F-2F47-4487-AAF0-946B9FC5E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1773"/>
                <a:ext cx="30" cy="32"/>
              </a:xfrm>
              <a:prstGeom prst="ellipse">
                <a:avLst/>
              </a:prstGeom>
              <a:solidFill>
                <a:srgbClr val="DFAACA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68" name="Oval 553">
                <a:extLst>
                  <a:ext uri="{FF2B5EF4-FFF2-40B4-BE49-F238E27FC236}">
                    <a16:creationId xmlns:a16="http://schemas.microsoft.com/office/drawing/2014/main" id="{F9D5E7F0-53C1-4F38-9889-F2B715048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6" y="2568"/>
                <a:ext cx="30" cy="32"/>
              </a:xfrm>
              <a:prstGeom prst="ellipse">
                <a:avLst/>
              </a:prstGeom>
              <a:solidFill>
                <a:srgbClr val="DFAACA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69" name="Oval 554">
                <a:extLst>
                  <a:ext uri="{FF2B5EF4-FFF2-40B4-BE49-F238E27FC236}">
                    <a16:creationId xmlns:a16="http://schemas.microsoft.com/office/drawing/2014/main" id="{4EE3B4B4-8FAA-4F54-A779-A8E4D87AC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805"/>
                <a:ext cx="30" cy="32"/>
              </a:xfrm>
              <a:prstGeom prst="ellipse">
                <a:avLst/>
              </a:prstGeom>
              <a:solidFill>
                <a:srgbClr val="DFAACA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70" name="Oval 555">
                <a:extLst>
                  <a:ext uri="{FF2B5EF4-FFF2-40B4-BE49-F238E27FC236}">
                    <a16:creationId xmlns:a16="http://schemas.microsoft.com/office/drawing/2014/main" id="{0171DB61-BBCD-4C96-BC8D-B4C8FA6B0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6" y="2712"/>
                <a:ext cx="30" cy="32"/>
              </a:xfrm>
              <a:prstGeom prst="ellipse">
                <a:avLst/>
              </a:prstGeom>
              <a:solidFill>
                <a:srgbClr val="EDF8B0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71" name="Oval 556">
                <a:extLst>
                  <a:ext uri="{FF2B5EF4-FFF2-40B4-BE49-F238E27FC236}">
                    <a16:creationId xmlns:a16="http://schemas.microsoft.com/office/drawing/2014/main" id="{931591A4-4B32-4F06-8680-49E9DEBEC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2744"/>
                <a:ext cx="30" cy="32"/>
              </a:xfrm>
              <a:prstGeom prst="ellipse">
                <a:avLst/>
              </a:prstGeom>
              <a:solidFill>
                <a:srgbClr val="EDF8B0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72" name="Oval 557">
                <a:extLst>
                  <a:ext uri="{FF2B5EF4-FFF2-40B4-BE49-F238E27FC236}">
                    <a16:creationId xmlns:a16="http://schemas.microsoft.com/office/drawing/2014/main" id="{5C34638E-0EAF-4F29-82D4-033F81BFF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6" y="3832"/>
                <a:ext cx="27" cy="32"/>
              </a:xfrm>
              <a:prstGeom prst="ellipse">
                <a:avLst/>
              </a:prstGeom>
              <a:solidFill>
                <a:srgbClr val="EDF8B0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73" name="Oval 558">
                <a:extLst>
                  <a:ext uri="{FF2B5EF4-FFF2-40B4-BE49-F238E27FC236}">
                    <a16:creationId xmlns:a16="http://schemas.microsoft.com/office/drawing/2014/main" id="{22BB6D40-B8AA-48B3-8382-2353A8AA1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3" y="3512"/>
                <a:ext cx="30" cy="32"/>
              </a:xfrm>
              <a:prstGeom prst="ellipse">
                <a:avLst/>
              </a:prstGeom>
              <a:solidFill>
                <a:srgbClr val="EDF8B0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74" name="Oval 559">
                <a:extLst>
                  <a:ext uri="{FF2B5EF4-FFF2-40B4-BE49-F238E27FC236}">
                    <a16:creationId xmlns:a16="http://schemas.microsoft.com/office/drawing/2014/main" id="{71ED5961-B4BA-4982-8640-D944AF86A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8" y="2880"/>
                <a:ext cx="30" cy="29"/>
              </a:xfrm>
              <a:prstGeom prst="ellipse">
                <a:avLst/>
              </a:prstGeom>
              <a:solidFill>
                <a:srgbClr val="EDF8B0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75" name="Oval 560">
                <a:extLst>
                  <a:ext uri="{FF2B5EF4-FFF2-40B4-BE49-F238E27FC236}">
                    <a16:creationId xmlns:a16="http://schemas.microsoft.com/office/drawing/2014/main" id="{E2AAC408-7CC4-40EC-AA42-04F3963F6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2616"/>
                <a:ext cx="30" cy="32"/>
              </a:xfrm>
              <a:prstGeom prst="ellipse">
                <a:avLst/>
              </a:prstGeom>
              <a:solidFill>
                <a:srgbClr val="EDF8B0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76" name="Oval 561">
                <a:extLst>
                  <a:ext uri="{FF2B5EF4-FFF2-40B4-BE49-F238E27FC236}">
                    <a16:creationId xmlns:a16="http://schemas.microsoft.com/office/drawing/2014/main" id="{9B17EACD-2A6E-4B4E-BA07-A66A0BBF5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1" y="2925"/>
                <a:ext cx="30" cy="30"/>
              </a:xfrm>
              <a:prstGeom prst="ellipse">
                <a:avLst/>
              </a:prstGeom>
              <a:solidFill>
                <a:srgbClr val="DFAACA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77" name="Oval 562">
                <a:extLst>
                  <a:ext uri="{FF2B5EF4-FFF2-40B4-BE49-F238E27FC236}">
                    <a16:creationId xmlns:a16="http://schemas.microsoft.com/office/drawing/2014/main" id="{CCA67117-5E0F-4D9A-90BD-F5212AD1B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3013"/>
                <a:ext cx="45" cy="67"/>
              </a:xfrm>
              <a:prstGeom prst="ellipse">
                <a:avLst/>
              </a:prstGeom>
              <a:solidFill>
                <a:srgbClr val="DFAACA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78" name="Oval 563">
                <a:extLst>
                  <a:ext uri="{FF2B5EF4-FFF2-40B4-BE49-F238E27FC236}">
                    <a16:creationId xmlns:a16="http://schemas.microsoft.com/office/drawing/2014/main" id="{0EA1C641-FBE1-486E-8C69-D050C09CB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6" y="3181"/>
                <a:ext cx="37" cy="54"/>
              </a:xfrm>
              <a:prstGeom prst="ellipse">
                <a:avLst/>
              </a:prstGeom>
              <a:solidFill>
                <a:srgbClr val="DFAACA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79" name="Oval 564">
                <a:extLst>
                  <a:ext uri="{FF2B5EF4-FFF2-40B4-BE49-F238E27FC236}">
                    <a16:creationId xmlns:a16="http://schemas.microsoft.com/office/drawing/2014/main" id="{5DA13751-67F2-43CE-9DCC-AEAE7985B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3483"/>
                <a:ext cx="23" cy="24"/>
              </a:xfrm>
              <a:prstGeom prst="ellipse">
                <a:avLst/>
              </a:prstGeom>
              <a:solidFill>
                <a:srgbClr val="DFAACA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80" name="Freeform 565">
                <a:extLst>
                  <a:ext uri="{FF2B5EF4-FFF2-40B4-BE49-F238E27FC236}">
                    <a16:creationId xmlns:a16="http://schemas.microsoft.com/office/drawing/2014/main" id="{7BD5E60A-22CB-4817-AE85-450ECD4EA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1568"/>
                <a:ext cx="45" cy="53"/>
              </a:xfrm>
              <a:custGeom>
                <a:avLst/>
                <a:gdLst>
                  <a:gd name="T0" fmla="*/ 50 w 18"/>
                  <a:gd name="T1" fmla="*/ 352 h 20"/>
                  <a:gd name="T2" fmla="*/ 63 w 18"/>
                  <a:gd name="T3" fmla="*/ 133 h 20"/>
                  <a:gd name="T4" fmla="*/ 250 w 18"/>
                  <a:gd name="T5" fmla="*/ 34 h 20"/>
                  <a:gd name="T6" fmla="*/ 238 w 18"/>
                  <a:gd name="T7" fmla="*/ 239 h 20"/>
                  <a:gd name="T8" fmla="*/ 50 w 18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3" y="19"/>
                    </a:moveTo>
                    <a:cubicBezTo>
                      <a:pt x="0" y="17"/>
                      <a:pt x="1" y="12"/>
                      <a:pt x="4" y="7"/>
                    </a:cubicBezTo>
                    <a:cubicBezTo>
                      <a:pt x="7" y="2"/>
                      <a:pt x="13" y="0"/>
                      <a:pt x="16" y="2"/>
                    </a:cubicBezTo>
                    <a:cubicBezTo>
                      <a:pt x="18" y="3"/>
                      <a:pt x="18" y="8"/>
                      <a:pt x="15" y="13"/>
                    </a:cubicBezTo>
                    <a:cubicBezTo>
                      <a:pt x="11" y="18"/>
                      <a:pt x="6" y="20"/>
                      <a:pt x="3" y="19"/>
                    </a:cubicBezTo>
                    <a:close/>
                  </a:path>
                </a:pathLst>
              </a:custGeom>
              <a:solidFill>
                <a:srgbClr val="EDF8B0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1" name="Freeform 566">
                <a:extLst>
                  <a:ext uri="{FF2B5EF4-FFF2-40B4-BE49-F238E27FC236}">
                    <a16:creationId xmlns:a16="http://schemas.microsoft.com/office/drawing/2014/main" id="{AA534EA5-5D8D-4C0A-B323-594DFAC96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661"/>
                <a:ext cx="40" cy="59"/>
              </a:xfrm>
              <a:custGeom>
                <a:avLst/>
                <a:gdLst>
                  <a:gd name="T0" fmla="*/ 63 w 16"/>
                  <a:gd name="T1" fmla="*/ 402 h 22"/>
                  <a:gd name="T2" fmla="*/ 33 w 16"/>
                  <a:gd name="T3" fmla="*/ 172 h 22"/>
                  <a:gd name="T4" fmla="*/ 188 w 16"/>
                  <a:gd name="T5" fmla="*/ 21 h 22"/>
                  <a:gd name="T6" fmla="*/ 220 w 16"/>
                  <a:gd name="T7" fmla="*/ 252 h 22"/>
                  <a:gd name="T8" fmla="*/ 63 w 16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4" y="21"/>
                    </a:moveTo>
                    <a:cubicBezTo>
                      <a:pt x="1" y="20"/>
                      <a:pt x="0" y="15"/>
                      <a:pt x="2" y="9"/>
                    </a:cubicBezTo>
                    <a:cubicBezTo>
                      <a:pt x="4" y="4"/>
                      <a:pt x="8" y="0"/>
                      <a:pt x="12" y="1"/>
                    </a:cubicBezTo>
                    <a:cubicBezTo>
                      <a:pt x="15" y="2"/>
                      <a:pt x="16" y="8"/>
                      <a:pt x="14" y="13"/>
                    </a:cubicBezTo>
                    <a:cubicBezTo>
                      <a:pt x="11" y="18"/>
                      <a:pt x="7" y="22"/>
                      <a:pt x="4" y="21"/>
                    </a:cubicBezTo>
                    <a:close/>
                  </a:path>
                </a:pathLst>
              </a:custGeom>
              <a:solidFill>
                <a:srgbClr val="EDF8B0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2" name="Freeform 567">
                <a:extLst>
                  <a:ext uri="{FF2B5EF4-FFF2-40B4-BE49-F238E27FC236}">
                    <a16:creationId xmlns:a16="http://schemas.microsoft.com/office/drawing/2014/main" id="{E0CD870B-9019-475E-BCDE-28F245AA7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771"/>
                <a:ext cx="33" cy="56"/>
              </a:xfrm>
              <a:custGeom>
                <a:avLst/>
                <a:gdLst>
                  <a:gd name="T0" fmla="*/ 96 w 13"/>
                  <a:gd name="T1" fmla="*/ 397 h 21"/>
                  <a:gd name="T2" fmla="*/ 0 w 13"/>
                  <a:gd name="T3" fmla="*/ 205 h 21"/>
                  <a:gd name="T4" fmla="*/ 117 w 13"/>
                  <a:gd name="T5" fmla="*/ 0 h 21"/>
                  <a:gd name="T6" fmla="*/ 213 w 13"/>
                  <a:gd name="T7" fmla="*/ 192 h 21"/>
                  <a:gd name="T8" fmla="*/ 96 w 13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6" y="21"/>
                    </a:moveTo>
                    <a:cubicBezTo>
                      <a:pt x="3" y="21"/>
                      <a:pt x="0" y="17"/>
                      <a:pt x="0" y="11"/>
                    </a:cubicBezTo>
                    <a:cubicBezTo>
                      <a:pt x="0" y="5"/>
                      <a:pt x="3" y="0"/>
                      <a:pt x="7" y="0"/>
                    </a:cubicBezTo>
                    <a:cubicBezTo>
                      <a:pt x="10" y="0"/>
                      <a:pt x="13" y="4"/>
                      <a:pt x="13" y="10"/>
                    </a:cubicBezTo>
                    <a:cubicBezTo>
                      <a:pt x="13" y="16"/>
                      <a:pt x="10" y="21"/>
                      <a:pt x="6" y="21"/>
                    </a:cubicBezTo>
                    <a:close/>
                  </a:path>
                </a:pathLst>
              </a:custGeom>
              <a:solidFill>
                <a:srgbClr val="EDF8B0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3" name="Freeform 568">
                <a:extLst>
                  <a:ext uri="{FF2B5EF4-FFF2-40B4-BE49-F238E27FC236}">
                    <a16:creationId xmlns:a16="http://schemas.microsoft.com/office/drawing/2014/main" id="{113F17C8-D7D0-4886-A1E9-A1FC17FB8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1467"/>
                <a:ext cx="30" cy="26"/>
              </a:xfrm>
              <a:custGeom>
                <a:avLst/>
                <a:gdLst>
                  <a:gd name="T0" fmla="*/ 83 w 12"/>
                  <a:gd name="T1" fmla="*/ 177 h 10"/>
                  <a:gd name="T2" fmla="*/ 188 w 12"/>
                  <a:gd name="T3" fmla="*/ 55 h 10"/>
                  <a:gd name="T4" fmla="*/ 0 w 12"/>
                  <a:gd name="T5" fmla="*/ 10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5" y="10"/>
                    </a:moveTo>
                    <a:cubicBezTo>
                      <a:pt x="8" y="8"/>
                      <a:pt x="12" y="6"/>
                      <a:pt x="12" y="3"/>
                    </a:cubicBezTo>
                    <a:cubicBezTo>
                      <a:pt x="9" y="0"/>
                      <a:pt x="3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BD4E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4" name="Freeform 569">
                <a:extLst>
                  <a:ext uri="{FF2B5EF4-FFF2-40B4-BE49-F238E27FC236}">
                    <a16:creationId xmlns:a16="http://schemas.microsoft.com/office/drawing/2014/main" id="{5DE783A6-7E44-4C06-9999-3F213E222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1381"/>
                <a:ext cx="15" cy="19"/>
              </a:xfrm>
              <a:custGeom>
                <a:avLst/>
                <a:gdLst>
                  <a:gd name="T0" fmla="*/ 63 w 6"/>
                  <a:gd name="T1" fmla="*/ 141 h 7"/>
                  <a:gd name="T2" fmla="*/ 83 w 6"/>
                  <a:gd name="T3" fmla="*/ 0 h 7"/>
                  <a:gd name="T4" fmla="*/ 0 w 6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6" y="5"/>
                      <a:pt x="6" y="2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BD4E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5" name="Freeform 570">
                <a:extLst>
                  <a:ext uri="{FF2B5EF4-FFF2-40B4-BE49-F238E27FC236}">
                    <a16:creationId xmlns:a16="http://schemas.microsoft.com/office/drawing/2014/main" id="{AEC470AF-7FC2-4B8A-B1B2-049D517B7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1203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BD4E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6" name="Freeform 571">
                <a:extLst>
                  <a:ext uri="{FF2B5EF4-FFF2-40B4-BE49-F238E27FC236}">
                    <a16:creationId xmlns:a16="http://schemas.microsoft.com/office/drawing/2014/main" id="{46B65AD7-AD73-4E5F-88BA-DC20A746D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037"/>
                <a:ext cx="115" cy="75"/>
              </a:xfrm>
              <a:custGeom>
                <a:avLst/>
                <a:gdLst>
                  <a:gd name="T0" fmla="*/ 563 w 46"/>
                  <a:gd name="T1" fmla="*/ 78 h 28"/>
                  <a:gd name="T2" fmla="*/ 720 w 46"/>
                  <a:gd name="T3" fmla="*/ 35 h 28"/>
                  <a:gd name="T4" fmla="*/ 395 w 46"/>
                  <a:gd name="T5" fmla="*/ 209 h 28"/>
                  <a:gd name="T6" fmla="*/ 0 w 46"/>
                  <a:gd name="T7" fmla="*/ 538 h 28"/>
                  <a:gd name="T8" fmla="*/ 333 w 46"/>
                  <a:gd name="T9" fmla="*/ 388 h 28"/>
                  <a:gd name="T10" fmla="*/ 563 w 46"/>
                  <a:gd name="T11" fmla="*/ 7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8">
                    <a:moveTo>
                      <a:pt x="36" y="4"/>
                    </a:moveTo>
                    <a:cubicBezTo>
                      <a:pt x="38" y="3"/>
                      <a:pt x="44" y="2"/>
                      <a:pt x="46" y="2"/>
                    </a:cubicBezTo>
                    <a:cubicBezTo>
                      <a:pt x="37" y="0"/>
                      <a:pt x="31" y="1"/>
                      <a:pt x="25" y="11"/>
                    </a:cubicBezTo>
                    <a:cubicBezTo>
                      <a:pt x="19" y="21"/>
                      <a:pt x="9" y="26"/>
                      <a:pt x="0" y="28"/>
                    </a:cubicBezTo>
                    <a:cubicBezTo>
                      <a:pt x="10" y="27"/>
                      <a:pt x="15" y="26"/>
                      <a:pt x="21" y="20"/>
                    </a:cubicBezTo>
                    <a:cubicBezTo>
                      <a:pt x="26" y="16"/>
                      <a:pt x="30" y="8"/>
                      <a:pt x="3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7" name="Freeform 572">
                <a:extLst>
                  <a:ext uri="{FF2B5EF4-FFF2-40B4-BE49-F238E27FC236}">
                    <a16:creationId xmlns:a16="http://schemas.microsoft.com/office/drawing/2014/main" id="{803EFFA2-7ABA-41EF-B5CA-D6E000863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243"/>
                <a:ext cx="105" cy="69"/>
              </a:xfrm>
              <a:custGeom>
                <a:avLst/>
                <a:gdLst>
                  <a:gd name="T0" fmla="*/ 0 w 42"/>
                  <a:gd name="T1" fmla="*/ 486 h 26"/>
                  <a:gd name="T2" fmla="*/ 313 w 42"/>
                  <a:gd name="T3" fmla="*/ 191 h 26"/>
                  <a:gd name="T4" fmla="*/ 658 w 42"/>
                  <a:gd name="T5" fmla="*/ 149 h 26"/>
                  <a:gd name="T6" fmla="*/ 395 w 42"/>
                  <a:gd name="T7" fmla="*/ 226 h 26"/>
                  <a:gd name="T8" fmla="*/ 0 w 42"/>
                  <a:gd name="T9" fmla="*/ 48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6">
                    <a:moveTo>
                      <a:pt x="0" y="26"/>
                    </a:moveTo>
                    <a:cubicBezTo>
                      <a:pt x="10" y="21"/>
                      <a:pt x="16" y="15"/>
                      <a:pt x="20" y="10"/>
                    </a:cubicBezTo>
                    <a:cubicBezTo>
                      <a:pt x="24" y="5"/>
                      <a:pt x="36" y="0"/>
                      <a:pt x="42" y="8"/>
                    </a:cubicBezTo>
                    <a:cubicBezTo>
                      <a:pt x="38" y="6"/>
                      <a:pt x="29" y="7"/>
                      <a:pt x="25" y="12"/>
                    </a:cubicBezTo>
                    <a:cubicBezTo>
                      <a:pt x="22" y="17"/>
                      <a:pt x="7" y="22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8" name="Freeform 573">
                <a:extLst>
                  <a:ext uri="{FF2B5EF4-FFF2-40B4-BE49-F238E27FC236}">
                    <a16:creationId xmlns:a16="http://schemas.microsoft.com/office/drawing/2014/main" id="{F15952D2-C096-405A-B02F-B939CA02D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496"/>
                <a:ext cx="32" cy="123"/>
              </a:xfrm>
              <a:custGeom>
                <a:avLst/>
                <a:gdLst>
                  <a:gd name="T0" fmla="*/ 162 w 13"/>
                  <a:gd name="T1" fmla="*/ 880 h 46"/>
                  <a:gd name="T2" fmla="*/ 42 w 13"/>
                  <a:gd name="T3" fmla="*/ 615 h 46"/>
                  <a:gd name="T4" fmla="*/ 194 w 13"/>
                  <a:gd name="T5" fmla="*/ 0 h 46"/>
                  <a:gd name="T6" fmla="*/ 162 w 13"/>
                  <a:gd name="T7" fmla="*/ 88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6">
                    <a:moveTo>
                      <a:pt x="11" y="46"/>
                    </a:moveTo>
                    <a:cubicBezTo>
                      <a:pt x="11" y="46"/>
                      <a:pt x="6" y="44"/>
                      <a:pt x="3" y="32"/>
                    </a:cubicBezTo>
                    <a:cubicBezTo>
                      <a:pt x="0" y="19"/>
                      <a:pt x="5" y="4"/>
                      <a:pt x="13" y="0"/>
                    </a:cubicBezTo>
                    <a:cubicBezTo>
                      <a:pt x="9" y="7"/>
                      <a:pt x="0" y="23"/>
                      <a:pt x="11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9" name="Freeform 574">
                <a:extLst>
                  <a:ext uri="{FF2B5EF4-FFF2-40B4-BE49-F238E27FC236}">
                    <a16:creationId xmlns:a16="http://schemas.microsoft.com/office/drawing/2014/main" id="{BE88DE0F-CE1D-46E0-9ABE-51073C60C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669"/>
                <a:ext cx="32" cy="48"/>
              </a:xfrm>
              <a:custGeom>
                <a:avLst/>
                <a:gdLst>
                  <a:gd name="T0" fmla="*/ 194 w 13"/>
                  <a:gd name="T1" fmla="*/ 0 h 18"/>
                  <a:gd name="T2" fmla="*/ 42 w 13"/>
                  <a:gd name="T3" fmla="*/ 341 h 18"/>
                  <a:gd name="T4" fmla="*/ 194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8" y="0"/>
                      <a:pt x="0" y="7"/>
                      <a:pt x="3" y="18"/>
                    </a:cubicBezTo>
                    <a:cubicBezTo>
                      <a:pt x="3" y="12"/>
                      <a:pt x="10" y="1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0" name="Freeform 575">
                <a:extLst>
                  <a:ext uri="{FF2B5EF4-FFF2-40B4-BE49-F238E27FC236}">
                    <a16:creationId xmlns:a16="http://schemas.microsoft.com/office/drawing/2014/main" id="{CFAB6659-865E-4984-AA86-4A4F8E301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765"/>
                <a:ext cx="30" cy="48"/>
              </a:xfrm>
              <a:custGeom>
                <a:avLst/>
                <a:gdLst>
                  <a:gd name="T0" fmla="*/ 188 w 12"/>
                  <a:gd name="T1" fmla="*/ 0 h 18"/>
                  <a:gd name="T2" fmla="*/ 50 w 12"/>
                  <a:gd name="T3" fmla="*/ 341 h 18"/>
                  <a:gd name="T4" fmla="*/ 188 w 1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8" y="1"/>
                      <a:pt x="0" y="8"/>
                      <a:pt x="3" y="18"/>
                    </a:cubicBezTo>
                    <a:cubicBezTo>
                      <a:pt x="2" y="13"/>
                      <a:pt x="10" y="2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1" name="Freeform 576">
                <a:extLst>
                  <a:ext uri="{FF2B5EF4-FFF2-40B4-BE49-F238E27FC236}">
                    <a16:creationId xmlns:a16="http://schemas.microsoft.com/office/drawing/2014/main" id="{81D43DA7-95B4-4602-9A17-D9E6F3879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571"/>
                <a:ext cx="38" cy="104"/>
              </a:xfrm>
              <a:custGeom>
                <a:avLst/>
                <a:gdLst>
                  <a:gd name="T0" fmla="*/ 243 w 15"/>
                  <a:gd name="T1" fmla="*/ 0 h 39"/>
                  <a:gd name="T2" fmla="*/ 51 w 15"/>
                  <a:gd name="T3" fmla="*/ 739 h 39"/>
                  <a:gd name="T4" fmla="*/ 243 w 15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9">
                    <a:moveTo>
                      <a:pt x="15" y="0"/>
                    </a:moveTo>
                    <a:cubicBezTo>
                      <a:pt x="7" y="1"/>
                      <a:pt x="0" y="16"/>
                      <a:pt x="3" y="39"/>
                    </a:cubicBezTo>
                    <a:cubicBezTo>
                      <a:pt x="3" y="33"/>
                      <a:pt x="3" y="9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2" name="Freeform 577">
                <a:extLst>
                  <a:ext uri="{FF2B5EF4-FFF2-40B4-BE49-F238E27FC236}">
                    <a16:creationId xmlns:a16="http://schemas.microsoft.com/office/drawing/2014/main" id="{03E46908-B918-4B62-A749-C477FF0FC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979"/>
                <a:ext cx="25" cy="114"/>
              </a:xfrm>
              <a:custGeom>
                <a:avLst/>
                <a:gdLst>
                  <a:gd name="T0" fmla="*/ 125 w 10"/>
                  <a:gd name="T1" fmla="*/ 0 h 43"/>
                  <a:gd name="T2" fmla="*/ 158 w 10"/>
                  <a:gd name="T3" fmla="*/ 801 h 43"/>
                  <a:gd name="T4" fmla="*/ 125 w 1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3">
                    <a:moveTo>
                      <a:pt x="8" y="0"/>
                    </a:moveTo>
                    <a:cubicBezTo>
                      <a:pt x="0" y="4"/>
                      <a:pt x="2" y="21"/>
                      <a:pt x="10" y="43"/>
                    </a:cubicBezTo>
                    <a:cubicBezTo>
                      <a:pt x="8" y="36"/>
                      <a:pt x="2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3" name="Freeform 578">
                <a:extLst>
                  <a:ext uri="{FF2B5EF4-FFF2-40B4-BE49-F238E27FC236}">
                    <a16:creationId xmlns:a16="http://schemas.microsoft.com/office/drawing/2014/main" id="{12E0A6C4-1873-4D8B-94B7-75C546245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1107"/>
                <a:ext cx="10" cy="130"/>
              </a:xfrm>
              <a:custGeom>
                <a:avLst/>
                <a:gdLst>
                  <a:gd name="T0" fmla="*/ 63 w 4"/>
                  <a:gd name="T1" fmla="*/ 915 h 49"/>
                  <a:gd name="T2" fmla="*/ 50 w 4"/>
                  <a:gd name="T3" fmla="*/ 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9">
                    <a:moveTo>
                      <a:pt x="4" y="49"/>
                    </a:moveTo>
                    <a:cubicBezTo>
                      <a:pt x="0" y="33"/>
                      <a:pt x="1" y="9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4" name="Freeform 579">
                <a:extLst>
                  <a:ext uri="{FF2B5EF4-FFF2-40B4-BE49-F238E27FC236}">
                    <a16:creationId xmlns:a16="http://schemas.microsoft.com/office/drawing/2014/main" id="{ADD25892-9816-4EE8-AE9F-069E0E29F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312"/>
                <a:ext cx="95" cy="40"/>
              </a:xfrm>
              <a:custGeom>
                <a:avLst/>
                <a:gdLst>
                  <a:gd name="T0" fmla="*/ 0 w 38"/>
                  <a:gd name="T1" fmla="*/ 285 h 15"/>
                  <a:gd name="T2" fmla="*/ 595 w 3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5">
                    <a:moveTo>
                      <a:pt x="0" y="15"/>
                    </a:moveTo>
                    <a:cubicBezTo>
                      <a:pt x="10" y="13"/>
                      <a:pt x="29" y="6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5" name="Freeform 580">
                <a:extLst>
                  <a:ext uri="{FF2B5EF4-FFF2-40B4-BE49-F238E27FC236}">
                    <a16:creationId xmlns:a16="http://schemas.microsoft.com/office/drawing/2014/main" id="{9AD26124-C4B3-43B5-9BA9-6D30AAB4B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237"/>
                <a:ext cx="167" cy="30"/>
              </a:xfrm>
              <a:custGeom>
                <a:avLst/>
                <a:gdLst>
                  <a:gd name="T0" fmla="*/ 0 w 67"/>
                  <a:gd name="T1" fmla="*/ 224 h 11"/>
                  <a:gd name="T2" fmla="*/ 1037 w 67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1">
                    <a:moveTo>
                      <a:pt x="0" y="11"/>
                    </a:moveTo>
                    <a:cubicBezTo>
                      <a:pt x="8" y="7"/>
                      <a:pt x="57" y="0"/>
                      <a:pt x="6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6" name="Freeform 581">
                <a:extLst>
                  <a:ext uri="{FF2B5EF4-FFF2-40B4-BE49-F238E27FC236}">
                    <a16:creationId xmlns:a16="http://schemas.microsoft.com/office/drawing/2014/main" id="{456C062A-2B6E-45E9-90BB-1C6366B65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320"/>
                <a:ext cx="92" cy="16"/>
              </a:xfrm>
              <a:custGeom>
                <a:avLst/>
                <a:gdLst>
                  <a:gd name="T0" fmla="*/ 0 w 37"/>
                  <a:gd name="T1" fmla="*/ 0 h 6"/>
                  <a:gd name="T2" fmla="*/ 569 w 3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">
                    <a:moveTo>
                      <a:pt x="0" y="0"/>
                    </a:moveTo>
                    <a:cubicBezTo>
                      <a:pt x="7" y="0"/>
                      <a:pt x="32" y="4"/>
                      <a:pt x="3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7" name="Freeform 582">
                <a:extLst>
                  <a:ext uri="{FF2B5EF4-FFF2-40B4-BE49-F238E27FC236}">
                    <a16:creationId xmlns:a16="http://schemas.microsoft.com/office/drawing/2014/main" id="{E8E8AF17-6EEB-49BF-A7EE-9D5AF5293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365"/>
                <a:ext cx="65" cy="27"/>
              </a:xfrm>
              <a:custGeom>
                <a:avLst/>
                <a:gdLst>
                  <a:gd name="T0" fmla="*/ 0 w 26"/>
                  <a:gd name="T1" fmla="*/ 0 h 10"/>
                  <a:gd name="T2" fmla="*/ 408 w 26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0" y="0"/>
                    </a:moveTo>
                    <a:cubicBezTo>
                      <a:pt x="8" y="1"/>
                      <a:pt x="20" y="6"/>
                      <a:pt x="2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8" name="Freeform 583">
                <a:extLst>
                  <a:ext uri="{FF2B5EF4-FFF2-40B4-BE49-F238E27FC236}">
                    <a16:creationId xmlns:a16="http://schemas.microsoft.com/office/drawing/2014/main" id="{B0FC192C-85E0-48D9-9CF8-E4D23E9E5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581"/>
                <a:ext cx="107" cy="16"/>
              </a:xfrm>
              <a:custGeom>
                <a:avLst/>
                <a:gdLst>
                  <a:gd name="T0" fmla="*/ 0 w 43"/>
                  <a:gd name="T1" fmla="*/ 115 h 6"/>
                  <a:gd name="T2" fmla="*/ 662 w 43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">
                    <a:moveTo>
                      <a:pt x="0" y="6"/>
                    </a:moveTo>
                    <a:cubicBezTo>
                      <a:pt x="10" y="3"/>
                      <a:pt x="37" y="0"/>
                      <a:pt x="4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9" name="Freeform 584">
                <a:extLst>
                  <a:ext uri="{FF2B5EF4-FFF2-40B4-BE49-F238E27FC236}">
                    <a16:creationId xmlns:a16="http://schemas.microsoft.com/office/drawing/2014/main" id="{0741CC8B-23ED-4C45-99E0-B067CE7B5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1611"/>
                <a:ext cx="43" cy="29"/>
              </a:xfrm>
              <a:custGeom>
                <a:avLst/>
                <a:gdLst>
                  <a:gd name="T0" fmla="*/ 0 w 17"/>
                  <a:gd name="T1" fmla="*/ 0 h 11"/>
                  <a:gd name="T2" fmla="*/ 276 w 17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9" y="2"/>
                      <a:pt x="15" y="9"/>
                      <a:pt x="1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0" name="Freeform 585">
                <a:extLst>
                  <a:ext uri="{FF2B5EF4-FFF2-40B4-BE49-F238E27FC236}">
                    <a16:creationId xmlns:a16="http://schemas.microsoft.com/office/drawing/2014/main" id="{2130FF93-1C62-4881-BA25-ACE2A6E8F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205"/>
                <a:ext cx="285" cy="104"/>
              </a:xfrm>
              <a:custGeom>
                <a:avLst/>
                <a:gdLst>
                  <a:gd name="T0" fmla="*/ 0 w 114"/>
                  <a:gd name="T1" fmla="*/ 739 h 39"/>
                  <a:gd name="T2" fmla="*/ 1783 w 114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4" h="39">
                    <a:moveTo>
                      <a:pt x="0" y="39"/>
                    </a:moveTo>
                    <a:cubicBezTo>
                      <a:pt x="8" y="33"/>
                      <a:pt x="94" y="2"/>
                      <a:pt x="1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1" name="Freeform 586">
                <a:extLst>
                  <a:ext uri="{FF2B5EF4-FFF2-40B4-BE49-F238E27FC236}">
                    <a16:creationId xmlns:a16="http://schemas.microsoft.com/office/drawing/2014/main" id="{BF8EC8F1-AAF2-4168-BE0B-FAE4E0035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368"/>
                <a:ext cx="48" cy="24"/>
              </a:xfrm>
              <a:custGeom>
                <a:avLst/>
                <a:gdLst>
                  <a:gd name="T0" fmla="*/ 0 w 19"/>
                  <a:gd name="T1" fmla="*/ 149 h 9"/>
                  <a:gd name="T2" fmla="*/ 222 w 19"/>
                  <a:gd name="T3" fmla="*/ 149 h 9"/>
                  <a:gd name="T4" fmla="*/ 306 w 19"/>
                  <a:gd name="T5" fmla="*/ 77 h 9"/>
                  <a:gd name="T6" fmla="*/ 243 w 1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9">
                    <a:moveTo>
                      <a:pt x="0" y="8"/>
                    </a:moveTo>
                    <a:cubicBezTo>
                      <a:pt x="3" y="8"/>
                      <a:pt x="10" y="9"/>
                      <a:pt x="14" y="8"/>
                    </a:cubicBezTo>
                    <a:cubicBezTo>
                      <a:pt x="16" y="7"/>
                      <a:pt x="18" y="6"/>
                      <a:pt x="19" y="4"/>
                    </a:cubicBezTo>
                    <a:cubicBezTo>
                      <a:pt x="19" y="3"/>
                      <a:pt x="17" y="1"/>
                      <a:pt x="15" y="0"/>
                    </a:cubicBezTo>
                  </a:path>
                </a:pathLst>
              </a:custGeom>
              <a:solidFill>
                <a:srgbClr val="BD4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2" name="Freeform 587">
                <a:extLst>
                  <a:ext uri="{FF2B5EF4-FFF2-40B4-BE49-F238E27FC236}">
                    <a16:creationId xmlns:a16="http://schemas.microsoft.com/office/drawing/2014/main" id="{A8A6484D-7F14-441D-B554-06A7A270D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765"/>
                <a:ext cx="167" cy="24"/>
              </a:xfrm>
              <a:custGeom>
                <a:avLst/>
                <a:gdLst>
                  <a:gd name="T0" fmla="*/ 0 w 67"/>
                  <a:gd name="T1" fmla="*/ 56 h 9"/>
                  <a:gd name="T2" fmla="*/ 1037 w 67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9">
                    <a:moveTo>
                      <a:pt x="0" y="3"/>
                    </a:moveTo>
                    <a:cubicBezTo>
                      <a:pt x="9" y="0"/>
                      <a:pt x="59" y="6"/>
                      <a:pt x="67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3" name="Freeform 588">
                <a:extLst>
                  <a:ext uri="{FF2B5EF4-FFF2-40B4-BE49-F238E27FC236}">
                    <a16:creationId xmlns:a16="http://schemas.microsoft.com/office/drawing/2014/main" id="{D0156286-325F-472A-BB06-523C2A766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016"/>
                <a:ext cx="248" cy="77"/>
              </a:xfrm>
              <a:custGeom>
                <a:avLst/>
                <a:gdLst>
                  <a:gd name="T0" fmla="*/ 1556 w 99"/>
                  <a:gd name="T1" fmla="*/ 542 h 29"/>
                  <a:gd name="T2" fmla="*/ 0 w 99"/>
                  <a:gd name="T3" fmla="*/ 0 h 29"/>
                  <a:gd name="T4" fmla="*/ 1556 w 99"/>
                  <a:gd name="T5" fmla="*/ 54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9">
                    <a:moveTo>
                      <a:pt x="99" y="29"/>
                    </a:moveTo>
                    <a:cubicBezTo>
                      <a:pt x="72" y="27"/>
                      <a:pt x="11" y="5"/>
                      <a:pt x="0" y="0"/>
                    </a:cubicBezTo>
                    <a:cubicBezTo>
                      <a:pt x="14" y="4"/>
                      <a:pt x="79" y="25"/>
                      <a:pt x="99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4" name="Freeform 589">
                <a:extLst>
                  <a:ext uri="{FF2B5EF4-FFF2-40B4-BE49-F238E27FC236}">
                    <a16:creationId xmlns:a16="http://schemas.microsoft.com/office/drawing/2014/main" id="{95ADDE3E-0943-4283-BA2B-F02424AE9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467"/>
                <a:ext cx="175" cy="181"/>
              </a:xfrm>
              <a:custGeom>
                <a:avLst/>
                <a:gdLst>
                  <a:gd name="T0" fmla="*/ 1095 w 70"/>
                  <a:gd name="T1" fmla="*/ 0 h 68"/>
                  <a:gd name="T2" fmla="*/ 0 w 70"/>
                  <a:gd name="T3" fmla="*/ 1283 h 68"/>
                  <a:gd name="T4" fmla="*/ 1095 w 70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8">
                    <a:moveTo>
                      <a:pt x="70" y="0"/>
                    </a:moveTo>
                    <a:cubicBezTo>
                      <a:pt x="54" y="9"/>
                      <a:pt x="7" y="53"/>
                      <a:pt x="0" y="68"/>
                    </a:cubicBezTo>
                    <a:cubicBezTo>
                      <a:pt x="12" y="55"/>
                      <a:pt x="53" y="9"/>
                      <a:pt x="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5" name="Freeform 590">
                <a:extLst>
                  <a:ext uri="{FF2B5EF4-FFF2-40B4-BE49-F238E27FC236}">
                    <a16:creationId xmlns:a16="http://schemas.microsoft.com/office/drawing/2014/main" id="{9E9F3C8F-DCF5-4E47-BE2E-62B212DF9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787"/>
                <a:ext cx="93" cy="32"/>
              </a:xfrm>
              <a:custGeom>
                <a:avLst/>
                <a:gdLst>
                  <a:gd name="T0" fmla="*/ 0 w 37"/>
                  <a:gd name="T1" fmla="*/ 205 h 12"/>
                  <a:gd name="T2" fmla="*/ 588 w 37"/>
                  <a:gd name="T3" fmla="*/ 0 h 12"/>
                  <a:gd name="T4" fmla="*/ 0 w 37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2">
                    <a:moveTo>
                      <a:pt x="0" y="11"/>
                    </a:moveTo>
                    <a:cubicBezTo>
                      <a:pt x="7" y="12"/>
                      <a:pt x="30" y="5"/>
                      <a:pt x="37" y="0"/>
                    </a:cubicBezTo>
                    <a:cubicBezTo>
                      <a:pt x="30" y="10"/>
                      <a:pt x="8" y="12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6" name="Freeform 591">
                <a:extLst>
                  <a:ext uri="{FF2B5EF4-FFF2-40B4-BE49-F238E27FC236}">
                    <a16:creationId xmlns:a16="http://schemas.microsoft.com/office/drawing/2014/main" id="{502080E3-05FE-4F4E-AEFE-D710FF14E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707"/>
                <a:ext cx="165" cy="26"/>
              </a:xfrm>
              <a:custGeom>
                <a:avLst/>
                <a:gdLst>
                  <a:gd name="T0" fmla="*/ 0 w 66"/>
                  <a:gd name="T1" fmla="*/ 156 h 10"/>
                  <a:gd name="T2" fmla="*/ 1033 w 6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0">
                    <a:moveTo>
                      <a:pt x="0" y="9"/>
                    </a:moveTo>
                    <a:cubicBezTo>
                      <a:pt x="10" y="10"/>
                      <a:pt x="51" y="6"/>
                      <a:pt x="6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7" name="Freeform 592">
                <a:extLst>
                  <a:ext uri="{FF2B5EF4-FFF2-40B4-BE49-F238E27FC236}">
                    <a16:creationId xmlns:a16="http://schemas.microsoft.com/office/drawing/2014/main" id="{3B27E0F2-AC5C-4291-BBD9-33AAE05FF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741"/>
                <a:ext cx="183" cy="32"/>
              </a:xfrm>
              <a:custGeom>
                <a:avLst/>
                <a:gdLst>
                  <a:gd name="T0" fmla="*/ 0 w 73"/>
                  <a:gd name="T1" fmla="*/ 205 h 12"/>
                  <a:gd name="T2" fmla="*/ 1151 w 7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2">
                    <a:moveTo>
                      <a:pt x="0" y="11"/>
                    </a:moveTo>
                    <a:cubicBezTo>
                      <a:pt x="10" y="12"/>
                      <a:pt x="58" y="6"/>
                      <a:pt x="7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8" name="Freeform 593">
                <a:extLst>
                  <a:ext uri="{FF2B5EF4-FFF2-40B4-BE49-F238E27FC236}">
                    <a16:creationId xmlns:a16="http://schemas.microsoft.com/office/drawing/2014/main" id="{750B893A-647F-405B-A439-5210C759A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635"/>
                <a:ext cx="135" cy="16"/>
              </a:xfrm>
              <a:custGeom>
                <a:avLst/>
                <a:gdLst>
                  <a:gd name="T0" fmla="*/ 0 w 54"/>
                  <a:gd name="T1" fmla="*/ 21 h 6"/>
                  <a:gd name="T2" fmla="*/ 845 w 5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6">
                    <a:moveTo>
                      <a:pt x="0" y="1"/>
                    </a:moveTo>
                    <a:cubicBezTo>
                      <a:pt x="11" y="3"/>
                      <a:pt x="40" y="6"/>
                      <a:pt x="5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9" name="Freeform 594">
                <a:extLst>
                  <a:ext uri="{FF2B5EF4-FFF2-40B4-BE49-F238E27FC236}">
                    <a16:creationId xmlns:a16="http://schemas.microsoft.com/office/drawing/2014/main" id="{AD1E1E57-2576-43D2-9073-779A171B3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901"/>
                <a:ext cx="180" cy="16"/>
              </a:xfrm>
              <a:custGeom>
                <a:avLst/>
                <a:gdLst>
                  <a:gd name="T0" fmla="*/ 0 w 72"/>
                  <a:gd name="T1" fmla="*/ 0 h 6"/>
                  <a:gd name="T2" fmla="*/ 1125 w 72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6">
                    <a:moveTo>
                      <a:pt x="0" y="0"/>
                    </a:moveTo>
                    <a:cubicBezTo>
                      <a:pt x="14" y="3"/>
                      <a:pt x="53" y="6"/>
                      <a:pt x="7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0" name="Freeform 595">
                <a:extLst>
                  <a:ext uri="{FF2B5EF4-FFF2-40B4-BE49-F238E27FC236}">
                    <a16:creationId xmlns:a16="http://schemas.microsoft.com/office/drawing/2014/main" id="{600DC17D-3EBA-4253-9F0B-883CFD6B8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923"/>
                <a:ext cx="202" cy="16"/>
              </a:xfrm>
              <a:custGeom>
                <a:avLst/>
                <a:gdLst>
                  <a:gd name="T0" fmla="*/ 0 w 81"/>
                  <a:gd name="T1" fmla="*/ 35 h 6"/>
                  <a:gd name="T2" fmla="*/ 1257 w 8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6">
                    <a:moveTo>
                      <a:pt x="0" y="2"/>
                    </a:moveTo>
                    <a:cubicBezTo>
                      <a:pt x="12" y="0"/>
                      <a:pt x="57" y="3"/>
                      <a:pt x="8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1" name="Freeform 596">
                <a:extLst>
                  <a:ext uri="{FF2B5EF4-FFF2-40B4-BE49-F238E27FC236}">
                    <a16:creationId xmlns:a16="http://schemas.microsoft.com/office/drawing/2014/main" id="{E73D6D1A-00AF-48B6-AA92-08E4B69D5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024"/>
                <a:ext cx="135" cy="5"/>
              </a:xfrm>
              <a:custGeom>
                <a:avLst/>
                <a:gdLst>
                  <a:gd name="T0" fmla="*/ 0 w 54"/>
                  <a:gd name="T1" fmla="*/ 0 h 2"/>
                  <a:gd name="T2" fmla="*/ 845 w 5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2">
                    <a:moveTo>
                      <a:pt x="0" y="0"/>
                    </a:moveTo>
                    <a:cubicBezTo>
                      <a:pt x="12" y="1"/>
                      <a:pt x="43" y="2"/>
                      <a:pt x="5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2" name="Freeform 597">
                <a:extLst>
                  <a:ext uri="{FF2B5EF4-FFF2-40B4-BE49-F238E27FC236}">
                    <a16:creationId xmlns:a16="http://schemas.microsoft.com/office/drawing/2014/main" id="{A98A583F-FC7A-41D3-A07E-3643A6803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3195"/>
                <a:ext cx="130" cy="13"/>
              </a:xfrm>
              <a:custGeom>
                <a:avLst/>
                <a:gdLst>
                  <a:gd name="T0" fmla="*/ 0 w 52"/>
                  <a:gd name="T1" fmla="*/ 0 h 5"/>
                  <a:gd name="T2" fmla="*/ 813 w 52"/>
                  <a:gd name="T3" fmla="*/ 5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5">
                    <a:moveTo>
                      <a:pt x="0" y="0"/>
                    </a:moveTo>
                    <a:cubicBezTo>
                      <a:pt x="10" y="2"/>
                      <a:pt x="43" y="5"/>
                      <a:pt x="5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3" name="Freeform 598">
                <a:extLst>
                  <a:ext uri="{FF2B5EF4-FFF2-40B4-BE49-F238E27FC236}">
                    <a16:creationId xmlns:a16="http://schemas.microsoft.com/office/drawing/2014/main" id="{D87AE9F8-B95F-4977-82EC-C53C03B9F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3005"/>
                <a:ext cx="202" cy="32"/>
              </a:xfrm>
              <a:custGeom>
                <a:avLst/>
                <a:gdLst>
                  <a:gd name="T0" fmla="*/ 0 w 81"/>
                  <a:gd name="T1" fmla="*/ 227 h 12"/>
                  <a:gd name="T2" fmla="*/ 1257 w 8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12">
                    <a:moveTo>
                      <a:pt x="0" y="12"/>
                    </a:moveTo>
                    <a:cubicBezTo>
                      <a:pt x="11" y="12"/>
                      <a:pt x="67" y="4"/>
                      <a:pt x="8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4" name="Freeform 599">
                <a:extLst>
                  <a:ext uri="{FF2B5EF4-FFF2-40B4-BE49-F238E27FC236}">
                    <a16:creationId xmlns:a16="http://schemas.microsoft.com/office/drawing/2014/main" id="{86F50DC2-4791-417D-9203-B32089180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3181"/>
                <a:ext cx="170" cy="24"/>
              </a:xfrm>
              <a:custGeom>
                <a:avLst/>
                <a:gdLst>
                  <a:gd name="T0" fmla="*/ 0 w 68"/>
                  <a:gd name="T1" fmla="*/ 171 h 9"/>
                  <a:gd name="T2" fmla="*/ 1063 w 6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9">
                    <a:moveTo>
                      <a:pt x="0" y="9"/>
                    </a:moveTo>
                    <a:cubicBezTo>
                      <a:pt x="9" y="8"/>
                      <a:pt x="50" y="5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5" name="Freeform 600">
                <a:extLst>
                  <a:ext uri="{FF2B5EF4-FFF2-40B4-BE49-F238E27FC236}">
                    <a16:creationId xmlns:a16="http://schemas.microsoft.com/office/drawing/2014/main" id="{2DEDDFD6-7D86-43D1-A924-C113A0FF2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763"/>
                <a:ext cx="13" cy="186"/>
              </a:xfrm>
              <a:custGeom>
                <a:avLst/>
                <a:gdLst>
                  <a:gd name="T0" fmla="*/ 34 w 5"/>
                  <a:gd name="T1" fmla="*/ 0 h 70"/>
                  <a:gd name="T2" fmla="*/ 0 w 5"/>
                  <a:gd name="T3" fmla="*/ 131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0">
                    <a:moveTo>
                      <a:pt x="2" y="0"/>
                    </a:moveTo>
                    <a:cubicBezTo>
                      <a:pt x="5" y="14"/>
                      <a:pt x="1" y="59"/>
                      <a:pt x="0" y="7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6" name="Freeform 601">
                <a:extLst>
                  <a:ext uri="{FF2B5EF4-FFF2-40B4-BE49-F238E27FC236}">
                    <a16:creationId xmlns:a16="http://schemas.microsoft.com/office/drawing/2014/main" id="{5A74911A-104B-4C14-83E8-5E272D30A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2792"/>
                <a:ext cx="10" cy="157"/>
              </a:xfrm>
              <a:custGeom>
                <a:avLst/>
                <a:gdLst>
                  <a:gd name="T0" fmla="*/ 20 w 4"/>
                  <a:gd name="T1" fmla="*/ 0 h 59"/>
                  <a:gd name="T2" fmla="*/ 0 w 4"/>
                  <a:gd name="T3" fmla="*/ 11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9">
                    <a:moveTo>
                      <a:pt x="1" y="0"/>
                    </a:moveTo>
                    <a:cubicBezTo>
                      <a:pt x="4" y="14"/>
                      <a:pt x="1" y="49"/>
                      <a:pt x="0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7" name="Freeform 602">
                <a:extLst>
                  <a:ext uri="{FF2B5EF4-FFF2-40B4-BE49-F238E27FC236}">
                    <a16:creationId xmlns:a16="http://schemas.microsoft.com/office/drawing/2014/main" id="{FC6DBB7C-45F3-46F2-A6B6-ACA7C7F46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3024"/>
                <a:ext cx="8" cy="117"/>
              </a:xfrm>
              <a:custGeom>
                <a:avLst/>
                <a:gdLst>
                  <a:gd name="T0" fmla="*/ 21 w 3"/>
                  <a:gd name="T1" fmla="*/ 0 h 44"/>
                  <a:gd name="T2" fmla="*/ 56 w 3"/>
                  <a:gd name="T3" fmla="*/ 82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4">
                    <a:moveTo>
                      <a:pt x="1" y="0"/>
                    </a:moveTo>
                    <a:cubicBezTo>
                      <a:pt x="0" y="10"/>
                      <a:pt x="1" y="34"/>
                      <a:pt x="3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8" name="Freeform 603">
                <a:extLst>
                  <a:ext uri="{FF2B5EF4-FFF2-40B4-BE49-F238E27FC236}">
                    <a16:creationId xmlns:a16="http://schemas.microsoft.com/office/drawing/2014/main" id="{D84AD6C5-D244-4366-94B2-ED1123817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3581"/>
                <a:ext cx="12" cy="72"/>
              </a:xfrm>
              <a:custGeom>
                <a:avLst/>
                <a:gdLst>
                  <a:gd name="T0" fmla="*/ 0 w 5"/>
                  <a:gd name="T1" fmla="*/ 0 h 27"/>
                  <a:gd name="T2" fmla="*/ 70 w 5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0" y="0"/>
                    </a:moveTo>
                    <a:cubicBezTo>
                      <a:pt x="4" y="11"/>
                      <a:pt x="5" y="20"/>
                      <a:pt x="5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9" name="Freeform 604">
                <a:extLst>
                  <a:ext uri="{FF2B5EF4-FFF2-40B4-BE49-F238E27FC236}">
                    <a16:creationId xmlns:a16="http://schemas.microsoft.com/office/drawing/2014/main" id="{4E3E3C26-9D8C-4FDC-B781-861BAD4C6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2440"/>
                <a:ext cx="35" cy="72"/>
              </a:xfrm>
              <a:custGeom>
                <a:avLst/>
                <a:gdLst>
                  <a:gd name="T0" fmla="*/ 220 w 14"/>
                  <a:gd name="T1" fmla="*/ 0 h 27"/>
                  <a:gd name="T2" fmla="*/ 0 w 14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14" y="0"/>
                    </a:moveTo>
                    <a:cubicBezTo>
                      <a:pt x="6" y="6"/>
                      <a:pt x="1" y="18"/>
                      <a:pt x="0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0" name="Freeform 605">
                <a:extLst>
                  <a:ext uri="{FF2B5EF4-FFF2-40B4-BE49-F238E27FC236}">
                    <a16:creationId xmlns:a16="http://schemas.microsoft.com/office/drawing/2014/main" id="{7E46FF6F-F6E4-409F-99D5-D992EDB06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573"/>
                <a:ext cx="13" cy="211"/>
              </a:xfrm>
              <a:custGeom>
                <a:avLst/>
                <a:gdLst>
                  <a:gd name="T0" fmla="*/ 0 w 5"/>
                  <a:gd name="T1" fmla="*/ 0 h 79"/>
                  <a:gd name="T2" fmla="*/ 21 w 5"/>
                  <a:gd name="T3" fmla="*/ 1506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9">
                    <a:moveTo>
                      <a:pt x="0" y="0"/>
                    </a:moveTo>
                    <a:cubicBezTo>
                      <a:pt x="5" y="13"/>
                      <a:pt x="1" y="62"/>
                      <a:pt x="1" y="7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1" name="Freeform 606">
                <a:extLst>
                  <a:ext uri="{FF2B5EF4-FFF2-40B4-BE49-F238E27FC236}">
                    <a16:creationId xmlns:a16="http://schemas.microsoft.com/office/drawing/2014/main" id="{B9BB2A27-6522-4070-8509-9BF9BC7E7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573"/>
                <a:ext cx="98" cy="56"/>
              </a:xfrm>
              <a:custGeom>
                <a:avLst/>
                <a:gdLst>
                  <a:gd name="T0" fmla="*/ 0 w 39"/>
                  <a:gd name="T1" fmla="*/ 397 h 21"/>
                  <a:gd name="T2" fmla="*/ 618 w 39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1">
                    <a:moveTo>
                      <a:pt x="0" y="21"/>
                    </a:moveTo>
                    <a:cubicBezTo>
                      <a:pt x="11" y="16"/>
                      <a:pt x="32" y="6"/>
                      <a:pt x="3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7817" name="Freeform 608">
              <a:extLst>
                <a:ext uri="{FF2B5EF4-FFF2-40B4-BE49-F238E27FC236}">
                  <a16:creationId xmlns:a16="http://schemas.microsoft.com/office/drawing/2014/main" id="{97376BEE-25D1-4F5F-A9E7-14FC3F991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16"/>
              <a:ext cx="185" cy="104"/>
            </a:xfrm>
            <a:custGeom>
              <a:avLst/>
              <a:gdLst>
                <a:gd name="T0" fmla="*/ 0 w 74"/>
                <a:gd name="T1" fmla="*/ 0 h 39"/>
                <a:gd name="T2" fmla="*/ 1158 w 74"/>
                <a:gd name="T3" fmla="*/ 739 h 39"/>
                <a:gd name="T4" fmla="*/ 0 w 7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39">
                  <a:moveTo>
                    <a:pt x="0" y="0"/>
                  </a:moveTo>
                  <a:cubicBezTo>
                    <a:pt x="14" y="0"/>
                    <a:pt x="46" y="0"/>
                    <a:pt x="74" y="39"/>
                  </a:cubicBezTo>
                  <a:cubicBezTo>
                    <a:pt x="65" y="29"/>
                    <a:pt x="2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8" name="Freeform 609">
              <a:extLst>
                <a:ext uri="{FF2B5EF4-FFF2-40B4-BE49-F238E27FC236}">
                  <a16:creationId xmlns:a16="http://schemas.microsoft.com/office/drawing/2014/main" id="{2123568B-85AA-44CF-86F0-B0D5A55A0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1573"/>
              <a:ext cx="260" cy="350"/>
            </a:xfrm>
            <a:custGeom>
              <a:avLst/>
              <a:gdLst>
                <a:gd name="T0" fmla="*/ 1625 w 104"/>
                <a:gd name="T1" fmla="*/ 0 h 131"/>
                <a:gd name="T2" fmla="*/ 125 w 104"/>
                <a:gd name="T3" fmla="*/ 2498 h 131"/>
                <a:gd name="T4" fmla="*/ 1625 w 104"/>
                <a:gd name="T5" fmla="*/ 0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131">
                  <a:moveTo>
                    <a:pt x="104" y="0"/>
                  </a:moveTo>
                  <a:cubicBezTo>
                    <a:pt x="65" y="13"/>
                    <a:pt x="0" y="44"/>
                    <a:pt x="8" y="131"/>
                  </a:cubicBezTo>
                  <a:cubicBezTo>
                    <a:pt x="15" y="91"/>
                    <a:pt x="20" y="35"/>
                    <a:pt x="1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9" name="Freeform 610">
              <a:extLst>
                <a:ext uri="{FF2B5EF4-FFF2-40B4-BE49-F238E27FC236}">
                  <a16:creationId xmlns:a16="http://schemas.microsoft.com/office/drawing/2014/main" id="{1380892E-D155-4456-8C9A-DC4C316CC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472"/>
              <a:ext cx="150" cy="133"/>
            </a:xfrm>
            <a:custGeom>
              <a:avLst/>
              <a:gdLst>
                <a:gd name="T0" fmla="*/ 0 w 60"/>
                <a:gd name="T1" fmla="*/ 192 h 50"/>
                <a:gd name="T2" fmla="*/ 458 w 60"/>
                <a:gd name="T3" fmla="*/ 580 h 50"/>
                <a:gd name="T4" fmla="*/ 938 w 60"/>
                <a:gd name="T5" fmla="*/ 942 h 50"/>
                <a:gd name="T6" fmla="*/ 533 w 60"/>
                <a:gd name="T7" fmla="*/ 0 h 50"/>
                <a:gd name="T8" fmla="*/ 550 w 60"/>
                <a:gd name="T9" fmla="*/ 303 h 50"/>
                <a:gd name="T10" fmla="*/ 20 w 60"/>
                <a:gd name="T11" fmla="*/ 205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0">
                  <a:moveTo>
                    <a:pt x="0" y="10"/>
                  </a:moveTo>
                  <a:cubicBezTo>
                    <a:pt x="11" y="22"/>
                    <a:pt x="14" y="26"/>
                    <a:pt x="29" y="31"/>
                  </a:cubicBezTo>
                  <a:cubicBezTo>
                    <a:pt x="39" y="36"/>
                    <a:pt x="52" y="41"/>
                    <a:pt x="60" y="50"/>
                  </a:cubicBezTo>
                  <a:cubicBezTo>
                    <a:pt x="58" y="37"/>
                    <a:pt x="45" y="8"/>
                    <a:pt x="34" y="0"/>
                  </a:cubicBezTo>
                  <a:cubicBezTo>
                    <a:pt x="38" y="6"/>
                    <a:pt x="42" y="12"/>
                    <a:pt x="35" y="16"/>
                  </a:cubicBezTo>
                  <a:cubicBezTo>
                    <a:pt x="29" y="20"/>
                    <a:pt x="8" y="13"/>
                    <a:pt x="1" y="11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0" name="Freeform 611">
              <a:extLst>
                <a:ext uri="{FF2B5EF4-FFF2-40B4-BE49-F238E27FC236}">
                  <a16:creationId xmlns:a16="http://schemas.microsoft.com/office/drawing/2014/main" id="{F5BDA73A-7B73-46A0-B9D0-2DEDB2C80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195"/>
              <a:ext cx="65" cy="98"/>
            </a:xfrm>
            <a:custGeom>
              <a:avLst/>
              <a:gdLst>
                <a:gd name="T0" fmla="*/ 0 w 26"/>
                <a:gd name="T1" fmla="*/ 596 h 37"/>
                <a:gd name="T2" fmla="*/ 125 w 26"/>
                <a:gd name="T3" fmla="*/ 204 h 37"/>
                <a:gd name="T4" fmla="*/ 395 w 26"/>
                <a:gd name="T5" fmla="*/ 0 h 37"/>
                <a:gd name="T6" fmla="*/ 313 w 26"/>
                <a:gd name="T7" fmla="*/ 315 h 37"/>
                <a:gd name="T8" fmla="*/ 345 w 26"/>
                <a:gd name="T9" fmla="*/ 689 h 37"/>
                <a:gd name="T10" fmla="*/ 95 w 26"/>
                <a:gd name="T11" fmla="*/ 54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7">
                  <a:moveTo>
                    <a:pt x="0" y="32"/>
                  </a:moveTo>
                  <a:cubicBezTo>
                    <a:pt x="5" y="26"/>
                    <a:pt x="4" y="18"/>
                    <a:pt x="8" y="11"/>
                  </a:cubicBezTo>
                  <a:cubicBezTo>
                    <a:pt x="11" y="6"/>
                    <a:pt x="19" y="2"/>
                    <a:pt x="25" y="0"/>
                  </a:cubicBezTo>
                  <a:cubicBezTo>
                    <a:pt x="26" y="5"/>
                    <a:pt x="21" y="11"/>
                    <a:pt x="20" y="17"/>
                  </a:cubicBezTo>
                  <a:cubicBezTo>
                    <a:pt x="19" y="24"/>
                    <a:pt x="20" y="30"/>
                    <a:pt x="22" y="37"/>
                  </a:cubicBezTo>
                  <a:cubicBezTo>
                    <a:pt x="19" y="29"/>
                    <a:pt x="12" y="14"/>
                    <a:pt x="6" y="29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1" name="Freeform 612">
              <a:extLst>
                <a:ext uri="{FF2B5EF4-FFF2-40B4-BE49-F238E27FC236}">
                  <a16:creationId xmlns:a16="http://schemas.microsoft.com/office/drawing/2014/main" id="{12787E28-9715-4D19-8015-9273EA800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637"/>
              <a:ext cx="135" cy="104"/>
            </a:xfrm>
            <a:custGeom>
              <a:avLst/>
              <a:gdLst>
                <a:gd name="T0" fmla="*/ 0 w 54"/>
                <a:gd name="T1" fmla="*/ 149 h 39"/>
                <a:gd name="T2" fmla="*/ 845 w 54"/>
                <a:gd name="T3" fmla="*/ 739 h 39"/>
                <a:gd name="T4" fmla="*/ 488 w 54"/>
                <a:gd name="T5" fmla="*/ 456 h 39"/>
                <a:gd name="T6" fmla="*/ 175 w 54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9">
                  <a:moveTo>
                    <a:pt x="0" y="8"/>
                  </a:moveTo>
                  <a:cubicBezTo>
                    <a:pt x="14" y="26"/>
                    <a:pt x="33" y="35"/>
                    <a:pt x="54" y="39"/>
                  </a:cubicBezTo>
                  <a:cubicBezTo>
                    <a:pt x="47" y="33"/>
                    <a:pt x="38" y="30"/>
                    <a:pt x="31" y="24"/>
                  </a:cubicBezTo>
                  <a:cubicBezTo>
                    <a:pt x="23" y="17"/>
                    <a:pt x="19" y="7"/>
                    <a:pt x="11" y="0"/>
                  </a:cubicBezTo>
                </a:path>
              </a:pathLst>
            </a:custGeom>
            <a:solidFill>
              <a:srgbClr val="FED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7587" name="Brainstem-cranial-nerve-nuclei-pathways">
            <a:extLst>
              <a:ext uri="{FF2B5EF4-FFF2-40B4-BE49-F238E27FC236}">
                <a16:creationId xmlns:a16="http://schemas.microsoft.com/office/drawing/2014/main" id="{C0ECB962-A2E8-4A7E-A6F3-2E6E1AFC2BD0}"/>
              </a:ext>
            </a:extLst>
          </p:cNvPr>
          <p:cNvGrpSpPr>
            <a:grpSpLocks/>
          </p:cNvGrpSpPr>
          <p:nvPr/>
        </p:nvGrpSpPr>
        <p:grpSpPr bwMode="auto">
          <a:xfrm>
            <a:off x="2227263" y="1676400"/>
            <a:ext cx="3563937" cy="4173538"/>
            <a:chOff x="576" y="1008"/>
            <a:chExt cx="2245" cy="2629"/>
          </a:xfrm>
        </p:grpSpPr>
        <p:grpSp>
          <p:nvGrpSpPr>
            <p:cNvPr id="67588" name="Group 378">
              <a:extLst>
                <a:ext uri="{FF2B5EF4-FFF2-40B4-BE49-F238E27FC236}">
                  <a16:creationId xmlns:a16="http://schemas.microsoft.com/office/drawing/2014/main" id="{B10F7027-C551-43DC-BF17-DB50F10239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6" y="1008"/>
              <a:ext cx="2245" cy="2629"/>
              <a:chOff x="576" y="1008"/>
              <a:chExt cx="2245" cy="2629"/>
            </a:xfrm>
          </p:grpSpPr>
          <p:sp>
            <p:nvSpPr>
              <p:cNvPr id="67616" name="Freeform 178">
                <a:extLst>
                  <a:ext uri="{FF2B5EF4-FFF2-40B4-BE49-F238E27FC236}">
                    <a16:creationId xmlns:a16="http://schemas.microsoft.com/office/drawing/2014/main" id="{134AE22D-D0F3-469A-9AF9-A2BA0D44D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707"/>
                <a:ext cx="1748" cy="834"/>
              </a:xfrm>
              <a:custGeom>
                <a:avLst/>
                <a:gdLst>
                  <a:gd name="T0" fmla="*/ 10305 w 699"/>
                  <a:gd name="T1" fmla="*/ 1647 h 313"/>
                  <a:gd name="T2" fmla="*/ 8492 w 699"/>
                  <a:gd name="T3" fmla="*/ 2158 h 313"/>
                  <a:gd name="T4" fmla="*/ 8067 w 699"/>
                  <a:gd name="T5" fmla="*/ 1932 h 313"/>
                  <a:gd name="T6" fmla="*/ 7147 w 699"/>
                  <a:gd name="T7" fmla="*/ 759 h 313"/>
                  <a:gd name="T8" fmla="*/ 6534 w 699"/>
                  <a:gd name="T9" fmla="*/ 418 h 313"/>
                  <a:gd name="T10" fmla="*/ 6397 w 699"/>
                  <a:gd name="T11" fmla="*/ 397 h 313"/>
                  <a:gd name="T12" fmla="*/ 6022 w 699"/>
                  <a:gd name="T13" fmla="*/ 93 h 313"/>
                  <a:gd name="T14" fmla="*/ 5692 w 699"/>
                  <a:gd name="T15" fmla="*/ 35 h 313"/>
                  <a:gd name="T16" fmla="*/ 5459 w 699"/>
                  <a:gd name="T17" fmla="*/ 56 h 313"/>
                  <a:gd name="T18" fmla="*/ 5221 w 699"/>
                  <a:gd name="T19" fmla="*/ 35 h 313"/>
                  <a:gd name="T20" fmla="*/ 4909 w 699"/>
                  <a:gd name="T21" fmla="*/ 93 h 313"/>
                  <a:gd name="T22" fmla="*/ 4521 w 699"/>
                  <a:gd name="T23" fmla="*/ 397 h 313"/>
                  <a:gd name="T24" fmla="*/ 4379 w 699"/>
                  <a:gd name="T25" fmla="*/ 418 h 313"/>
                  <a:gd name="T26" fmla="*/ 3771 w 699"/>
                  <a:gd name="T27" fmla="*/ 759 h 313"/>
                  <a:gd name="T28" fmla="*/ 2863 w 699"/>
                  <a:gd name="T29" fmla="*/ 1932 h 313"/>
                  <a:gd name="T30" fmla="*/ 2438 w 699"/>
                  <a:gd name="T31" fmla="*/ 2158 h 313"/>
                  <a:gd name="T32" fmla="*/ 613 w 699"/>
                  <a:gd name="T33" fmla="*/ 1647 h 313"/>
                  <a:gd name="T34" fmla="*/ 970 w 699"/>
                  <a:gd name="T35" fmla="*/ 4594 h 313"/>
                  <a:gd name="T36" fmla="*/ 2863 w 699"/>
                  <a:gd name="T37" fmla="*/ 5183 h 313"/>
                  <a:gd name="T38" fmla="*/ 3158 w 699"/>
                  <a:gd name="T39" fmla="*/ 3011 h 313"/>
                  <a:gd name="T40" fmla="*/ 4084 w 699"/>
                  <a:gd name="T41" fmla="*/ 1703 h 313"/>
                  <a:gd name="T42" fmla="*/ 4521 w 699"/>
                  <a:gd name="T43" fmla="*/ 645 h 313"/>
                  <a:gd name="T44" fmla="*/ 4596 w 699"/>
                  <a:gd name="T45" fmla="*/ 512 h 313"/>
                  <a:gd name="T46" fmla="*/ 4991 w 699"/>
                  <a:gd name="T47" fmla="*/ 192 h 313"/>
                  <a:gd name="T48" fmla="*/ 5209 w 699"/>
                  <a:gd name="T49" fmla="*/ 171 h 313"/>
                  <a:gd name="T50" fmla="*/ 5459 w 699"/>
                  <a:gd name="T51" fmla="*/ 192 h 313"/>
                  <a:gd name="T52" fmla="*/ 5722 w 699"/>
                  <a:gd name="T53" fmla="*/ 171 h 313"/>
                  <a:gd name="T54" fmla="*/ 5942 w 699"/>
                  <a:gd name="T55" fmla="*/ 192 h 313"/>
                  <a:gd name="T56" fmla="*/ 6317 w 699"/>
                  <a:gd name="T57" fmla="*/ 512 h 313"/>
                  <a:gd name="T58" fmla="*/ 6409 w 699"/>
                  <a:gd name="T59" fmla="*/ 645 h 313"/>
                  <a:gd name="T60" fmla="*/ 6847 w 699"/>
                  <a:gd name="T61" fmla="*/ 1703 h 313"/>
                  <a:gd name="T62" fmla="*/ 7755 w 699"/>
                  <a:gd name="T63" fmla="*/ 3011 h 313"/>
                  <a:gd name="T64" fmla="*/ 8067 w 699"/>
                  <a:gd name="T65" fmla="*/ 5183 h 313"/>
                  <a:gd name="T66" fmla="*/ 9963 w 699"/>
                  <a:gd name="T67" fmla="*/ 4594 h 313"/>
                  <a:gd name="T68" fmla="*/ 10305 w 699"/>
                  <a:gd name="T69" fmla="*/ 1647 h 31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99" h="313">
                    <a:moveTo>
                      <a:pt x="659" y="87"/>
                    </a:moveTo>
                    <a:cubicBezTo>
                      <a:pt x="624" y="60"/>
                      <a:pt x="554" y="104"/>
                      <a:pt x="543" y="114"/>
                    </a:cubicBezTo>
                    <a:cubicBezTo>
                      <a:pt x="532" y="124"/>
                      <a:pt x="522" y="113"/>
                      <a:pt x="516" y="102"/>
                    </a:cubicBezTo>
                    <a:cubicBezTo>
                      <a:pt x="509" y="92"/>
                      <a:pt x="479" y="60"/>
                      <a:pt x="457" y="40"/>
                    </a:cubicBezTo>
                    <a:cubicBezTo>
                      <a:pt x="440" y="23"/>
                      <a:pt x="427" y="19"/>
                      <a:pt x="418" y="22"/>
                    </a:cubicBezTo>
                    <a:cubicBezTo>
                      <a:pt x="416" y="23"/>
                      <a:pt x="411" y="21"/>
                      <a:pt x="409" y="21"/>
                    </a:cubicBezTo>
                    <a:cubicBezTo>
                      <a:pt x="401" y="18"/>
                      <a:pt x="390" y="9"/>
                      <a:pt x="385" y="5"/>
                    </a:cubicBezTo>
                    <a:cubicBezTo>
                      <a:pt x="379" y="0"/>
                      <a:pt x="373" y="1"/>
                      <a:pt x="364" y="2"/>
                    </a:cubicBezTo>
                    <a:cubicBezTo>
                      <a:pt x="363" y="2"/>
                      <a:pt x="356" y="3"/>
                      <a:pt x="349" y="3"/>
                    </a:cubicBezTo>
                    <a:cubicBezTo>
                      <a:pt x="342" y="3"/>
                      <a:pt x="335" y="2"/>
                      <a:pt x="334" y="2"/>
                    </a:cubicBezTo>
                    <a:cubicBezTo>
                      <a:pt x="325" y="1"/>
                      <a:pt x="319" y="0"/>
                      <a:pt x="314" y="5"/>
                    </a:cubicBezTo>
                    <a:cubicBezTo>
                      <a:pt x="308" y="9"/>
                      <a:pt x="298" y="18"/>
                      <a:pt x="289" y="21"/>
                    </a:cubicBezTo>
                    <a:cubicBezTo>
                      <a:pt x="288" y="21"/>
                      <a:pt x="282" y="23"/>
                      <a:pt x="280" y="22"/>
                    </a:cubicBezTo>
                    <a:cubicBezTo>
                      <a:pt x="271" y="19"/>
                      <a:pt x="259" y="23"/>
                      <a:pt x="241" y="40"/>
                    </a:cubicBezTo>
                    <a:cubicBezTo>
                      <a:pt x="219" y="60"/>
                      <a:pt x="189" y="92"/>
                      <a:pt x="183" y="102"/>
                    </a:cubicBezTo>
                    <a:cubicBezTo>
                      <a:pt x="176" y="113"/>
                      <a:pt x="167" y="124"/>
                      <a:pt x="156" y="114"/>
                    </a:cubicBezTo>
                    <a:cubicBezTo>
                      <a:pt x="144" y="104"/>
                      <a:pt x="75" y="60"/>
                      <a:pt x="39" y="87"/>
                    </a:cubicBezTo>
                    <a:cubicBezTo>
                      <a:pt x="0" y="122"/>
                      <a:pt x="26" y="199"/>
                      <a:pt x="62" y="243"/>
                    </a:cubicBezTo>
                    <a:cubicBezTo>
                      <a:pt x="97" y="287"/>
                      <a:pt x="151" y="313"/>
                      <a:pt x="183" y="274"/>
                    </a:cubicBezTo>
                    <a:cubicBezTo>
                      <a:pt x="217" y="227"/>
                      <a:pt x="197" y="178"/>
                      <a:pt x="202" y="159"/>
                    </a:cubicBezTo>
                    <a:cubicBezTo>
                      <a:pt x="208" y="139"/>
                      <a:pt x="242" y="112"/>
                      <a:pt x="261" y="90"/>
                    </a:cubicBezTo>
                    <a:cubicBezTo>
                      <a:pt x="275" y="73"/>
                      <a:pt x="287" y="46"/>
                      <a:pt x="289" y="34"/>
                    </a:cubicBezTo>
                    <a:cubicBezTo>
                      <a:pt x="289" y="32"/>
                      <a:pt x="290" y="28"/>
                      <a:pt x="294" y="27"/>
                    </a:cubicBezTo>
                    <a:cubicBezTo>
                      <a:pt x="304" y="23"/>
                      <a:pt x="313" y="15"/>
                      <a:pt x="319" y="10"/>
                    </a:cubicBezTo>
                    <a:cubicBezTo>
                      <a:pt x="322" y="8"/>
                      <a:pt x="325" y="8"/>
                      <a:pt x="333" y="9"/>
                    </a:cubicBezTo>
                    <a:cubicBezTo>
                      <a:pt x="337" y="10"/>
                      <a:pt x="343" y="10"/>
                      <a:pt x="349" y="10"/>
                    </a:cubicBezTo>
                    <a:cubicBezTo>
                      <a:pt x="356" y="10"/>
                      <a:pt x="361" y="10"/>
                      <a:pt x="366" y="9"/>
                    </a:cubicBezTo>
                    <a:cubicBezTo>
                      <a:pt x="373" y="8"/>
                      <a:pt x="377" y="8"/>
                      <a:pt x="380" y="10"/>
                    </a:cubicBezTo>
                    <a:cubicBezTo>
                      <a:pt x="385" y="15"/>
                      <a:pt x="395" y="23"/>
                      <a:pt x="404" y="27"/>
                    </a:cubicBezTo>
                    <a:cubicBezTo>
                      <a:pt x="408" y="28"/>
                      <a:pt x="409" y="32"/>
                      <a:pt x="410" y="34"/>
                    </a:cubicBezTo>
                    <a:cubicBezTo>
                      <a:pt x="411" y="46"/>
                      <a:pt x="424" y="73"/>
                      <a:pt x="438" y="90"/>
                    </a:cubicBezTo>
                    <a:cubicBezTo>
                      <a:pt x="456" y="112"/>
                      <a:pt x="490" y="139"/>
                      <a:pt x="496" y="159"/>
                    </a:cubicBezTo>
                    <a:cubicBezTo>
                      <a:pt x="502" y="178"/>
                      <a:pt x="482" y="227"/>
                      <a:pt x="516" y="274"/>
                    </a:cubicBezTo>
                    <a:cubicBezTo>
                      <a:pt x="548" y="313"/>
                      <a:pt x="601" y="287"/>
                      <a:pt x="637" y="243"/>
                    </a:cubicBezTo>
                    <a:cubicBezTo>
                      <a:pt x="672" y="199"/>
                      <a:pt x="699" y="122"/>
                      <a:pt x="659" y="87"/>
                    </a:cubicBezTo>
                    <a:close/>
                  </a:path>
                </a:pathLst>
              </a:custGeom>
              <a:solidFill>
                <a:srgbClr val="FEEE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7" name="Freeform 179">
                <a:extLst>
                  <a:ext uri="{FF2B5EF4-FFF2-40B4-BE49-F238E27FC236}">
                    <a16:creationId xmlns:a16="http://schemas.microsoft.com/office/drawing/2014/main" id="{F9DFDEB2-54CD-4F77-B2AC-11625FA80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008"/>
                <a:ext cx="1742" cy="1029"/>
              </a:xfrm>
              <a:custGeom>
                <a:avLst/>
                <a:gdLst>
                  <a:gd name="T0" fmla="*/ 0 w 697"/>
                  <a:gd name="T1" fmla="*/ 0 h 386"/>
                  <a:gd name="T2" fmla="*/ 0 w 697"/>
                  <a:gd name="T3" fmla="*/ 1727 h 386"/>
                  <a:gd name="T4" fmla="*/ 1230 w 697"/>
                  <a:gd name="T5" fmla="*/ 2501 h 386"/>
                  <a:gd name="T6" fmla="*/ 1812 w 697"/>
                  <a:gd name="T7" fmla="*/ 3753 h 386"/>
                  <a:gd name="T8" fmla="*/ 1812 w 697"/>
                  <a:gd name="T9" fmla="*/ 3753 h 386"/>
                  <a:gd name="T10" fmla="*/ 1375 w 697"/>
                  <a:gd name="T11" fmla="*/ 5116 h 386"/>
                  <a:gd name="T12" fmla="*/ 417 w 697"/>
                  <a:gd name="T13" fmla="*/ 6859 h 386"/>
                  <a:gd name="T14" fmla="*/ 592 w 697"/>
                  <a:gd name="T15" fmla="*/ 6609 h 386"/>
                  <a:gd name="T16" fmla="*/ 2417 w 697"/>
                  <a:gd name="T17" fmla="*/ 7120 h 386"/>
                  <a:gd name="T18" fmla="*/ 2842 w 697"/>
                  <a:gd name="T19" fmla="*/ 6894 h 386"/>
                  <a:gd name="T20" fmla="*/ 3749 w 697"/>
                  <a:gd name="T21" fmla="*/ 5721 h 386"/>
                  <a:gd name="T22" fmla="*/ 4354 w 697"/>
                  <a:gd name="T23" fmla="*/ 5380 h 386"/>
                  <a:gd name="T24" fmla="*/ 4496 w 697"/>
                  <a:gd name="T25" fmla="*/ 5358 h 386"/>
                  <a:gd name="T26" fmla="*/ 4884 w 697"/>
                  <a:gd name="T27" fmla="*/ 5060 h 386"/>
                  <a:gd name="T28" fmla="*/ 5196 w 697"/>
                  <a:gd name="T29" fmla="*/ 5004 h 386"/>
                  <a:gd name="T30" fmla="*/ 5433 w 697"/>
                  <a:gd name="T31" fmla="*/ 5017 h 386"/>
                  <a:gd name="T32" fmla="*/ 5666 w 697"/>
                  <a:gd name="T33" fmla="*/ 5004 h 386"/>
                  <a:gd name="T34" fmla="*/ 5996 w 697"/>
                  <a:gd name="T35" fmla="*/ 5060 h 386"/>
                  <a:gd name="T36" fmla="*/ 6371 w 697"/>
                  <a:gd name="T37" fmla="*/ 5358 h 386"/>
                  <a:gd name="T38" fmla="*/ 6508 w 697"/>
                  <a:gd name="T39" fmla="*/ 5380 h 386"/>
                  <a:gd name="T40" fmla="*/ 7120 w 697"/>
                  <a:gd name="T41" fmla="*/ 5721 h 386"/>
                  <a:gd name="T42" fmla="*/ 8040 w 697"/>
                  <a:gd name="T43" fmla="*/ 6894 h 386"/>
                  <a:gd name="T44" fmla="*/ 8465 w 697"/>
                  <a:gd name="T45" fmla="*/ 7120 h 386"/>
                  <a:gd name="T46" fmla="*/ 10275 w 697"/>
                  <a:gd name="T47" fmla="*/ 6609 h 386"/>
                  <a:gd name="T48" fmla="*/ 10474 w 697"/>
                  <a:gd name="T49" fmla="*/ 6915 h 386"/>
                  <a:gd name="T50" fmla="*/ 10474 w 697"/>
                  <a:gd name="T51" fmla="*/ 6915 h 386"/>
                  <a:gd name="T52" fmla="*/ 9507 w 697"/>
                  <a:gd name="T53" fmla="*/ 5116 h 386"/>
                  <a:gd name="T54" fmla="*/ 9070 w 697"/>
                  <a:gd name="T55" fmla="*/ 3753 h 386"/>
                  <a:gd name="T56" fmla="*/ 9650 w 697"/>
                  <a:gd name="T57" fmla="*/ 2501 h 386"/>
                  <a:gd name="T58" fmla="*/ 10882 w 697"/>
                  <a:gd name="T59" fmla="*/ 1727 h 386"/>
                  <a:gd name="T60" fmla="*/ 10882 w 697"/>
                  <a:gd name="T61" fmla="*/ 0 h 386"/>
                  <a:gd name="T62" fmla="*/ 12 w 697"/>
                  <a:gd name="T63" fmla="*/ 0 h 38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97" h="386">
                    <a:moveTo>
                      <a:pt x="0" y="0"/>
                    </a:moveTo>
                    <a:cubicBezTo>
                      <a:pt x="0" y="91"/>
                      <a:pt x="0" y="91"/>
                      <a:pt x="0" y="91"/>
                    </a:cubicBezTo>
                    <a:cubicBezTo>
                      <a:pt x="0" y="91"/>
                      <a:pt x="63" y="95"/>
                      <a:pt x="79" y="132"/>
                    </a:cubicBezTo>
                    <a:cubicBezTo>
                      <a:pt x="95" y="168"/>
                      <a:pt x="105" y="176"/>
                      <a:pt x="116" y="198"/>
                    </a:cubicBezTo>
                    <a:cubicBezTo>
                      <a:pt x="116" y="198"/>
                      <a:pt x="116" y="198"/>
                      <a:pt x="116" y="198"/>
                    </a:cubicBezTo>
                    <a:cubicBezTo>
                      <a:pt x="128" y="220"/>
                      <a:pt x="118" y="229"/>
                      <a:pt x="88" y="270"/>
                    </a:cubicBezTo>
                    <a:cubicBezTo>
                      <a:pt x="60" y="308"/>
                      <a:pt x="35" y="341"/>
                      <a:pt x="27" y="362"/>
                    </a:cubicBezTo>
                    <a:cubicBezTo>
                      <a:pt x="30" y="357"/>
                      <a:pt x="34" y="353"/>
                      <a:pt x="38" y="349"/>
                    </a:cubicBezTo>
                    <a:cubicBezTo>
                      <a:pt x="74" y="322"/>
                      <a:pt x="143" y="366"/>
                      <a:pt x="155" y="376"/>
                    </a:cubicBezTo>
                    <a:cubicBezTo>
                      <a:pt x="166" y="386"/>
                      <a:pt x="175" y="375"/>
                      <a:pt x="182" y="364"/>
                    </a:cubicBezTo>
                    <a:cubicBezTo>
                      <a:pt x="188" y="354"/>
                      <a:pt x="218" y="322"/>
                      <a:pt x="240" y="302"/>
                    </a:cubicBezTo>
                    <a:cubicBezTo>
                      <a:pt x="258" y="285"/>
                      <a:pt x="270" y="281"/>
                      <a:pt x="279" y="284"/>
                    </a:cubicBezTo>
                    <a:cubicBezTo>
                      <a:pt x="281" y="285"/>
                      <a:pt x="287" y="283"/>
                      <a:pt x="288" y="283"/>
                    </a:cubicBezTo>
                    <a:cubicBezTo>
                      <a:pt x="297" y="280"/>
                      <a:pt x="307" y="271"/>
                      <a:pt x="313" y="267"/>
                    </a:cubicBezTo>
                    <a:cubicBezTo>
                      <a:pt x="318" y="262"/>
                      <a:pt x="324" y="263"/>
                      <a:pt x="333" y="264"/>
                    </a:cubicBezTo>
                    <a:cubicBezTo>
                      <a:pt x="334" y="264"/>
                      <a:pt x="341" y="265"/>
                      <a:pt x="348" y="265"/>
                    </a:cubicBezTo>
                    <a:cubicBezTo>
                      <a:pt x="355" y="265"/>
                      <a:pt x="362" y="264"/>
                      <a:pt x="363" y="264"/>
                    </a:cubicBezTo>
                    <a:cubicBezTo>
                      <a:pt x="372" y="263"/>
                      <a:pt x="378" y="262"/>
                      <a:pt x="384" y="267"/>
                    </a:cubicBezTo>
                    <a:cubicBezTo>
                      <a:pt x="389" y="271"/>
                      <a:pt x="400" y="280"/>
                      <a:pt x="408" y="283"/>
                    </a:cubicBezTo>
                    <a:cubicBezTo>
                      <a:pt x="410" y="283"/>
                      <a:pt x="415" y="285"/>
                      <a:pt x="417" y="284"/>
                    </a:cubicBezTo>
                    <a:cubicBezTo>
                      <a:pt x="426" y="281"/>
                      <a:pt x="439" y="285"/>
                      <a:pt x="456" y="302"/>
                    </a:cubicBezTo>
                    <a:cubicBezTo>
                      <a:pt x="478" y="322"/>
                      <a:pt x="508" y="354"/>
                      <a:pt x="515" y="364"/>
                    </a:cubicBezTo>
                    <a:cubicBezTo>
                      <a:pt x="521" y="375"/>
                      <a:pt x="531" y="386"/>
                      <a:pt x="542" y="376"/>
                    </a:cubicBezTo>
                    <a:cubicBezTo>
                      <a:pt x="553" y="366"/>
                      <a:pt x="623" y="322"/>
                      <a:pt x="658" y="349"/>
                    </a:cubicBezTo>
                    <a:cubicBezTo>
                      <a:pt x="664" y="354"/>
                      <a:pt x="668" y="359"/>
                      <a:pt x="671" y="365"/>
                    </a:cubicBezTo>
                    <a:cubicBezTo>
                      <a:pt x="671" y="365"/>
                      <a:pt x="671" y="365"/>
                      <a:pt x="671" y="365"/>
                    </a:cubicBezTo>
                    <a:cubicBezTo>
                      <a:pt x="665" y="345"/>
                      <a:pt x="639" y="310"/>
                      <a:pt x="609" y="270"/>
                    </a:cubicBezTo>
                    <a:cubicBezTo>
                      <a:pt x="579" y="229"/>
                      <a:pt x="570" y="220"/>
                      <a:pt x="581" y="198"/>
                    </a:cubicBezTo>
                    <a:cubicBezTo>
                      <a:pt x="592" y="176"/>
                      <a:pt x="603" y="168"/>
                      <a:pt x="618" y="132"/>
                    </a:cubicBezTo>
                    <a:cubicBezTo>
                      <a:pt x="634" y="95"/>
                      <a:pt x="697" y="91"/>
                      <a:pt x="697" y="91"/>
                    </a:cubicBezTo>
                    <a:cubicBezTo>
                      <a:pt x="697" y="0"/>
                      <a:pt x="697" y="0"/>
                      <a:pt x="697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8" name="Freeform 180">
                <a:extLst>
                  <a:ext uri="{FF2B5EF4-FFF2-40B4-BE49-F238E27FC236}">
                    <a16:creationId xmlns:a16="http://schemas.microsoft.com/office/drawing/2014/main" id="{D8ECA3DF-FF57-4BE6-A9FF-9ABBDE6B1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448"/>
                <a:ext cx="132" cy="280"/>
              </a:xfrm>
              <a:custGeom>
                <a:avLst/>
                <a:gdLst>
                  <a:gd name="T0" fmla="*/ 819 w 53"/>
                  <a:gd name="T1" fmla="*/ 77 h 105"/>
                  <a:gd name="T2" fmla="*/ 496 w 53"/>
                  <a:gd name="T3" fmla="*/ 947 h 105"/>
                  <a:gd name="T4" fmla="*/ 291 w 53"/>
                  <a:gd name="T5" fmla="*/ 1421 h 105"/>
                  <a:gd name="T6" fmla="*/ 249 w 53"/>
                  <a:gd name="T7" fmla="*/ 1992 h 105"/>
                  <a:gd name="T8" fmla="*/ 125 w 53"/>
                  <a:gd name="T9" fmla="*/ 1629 h 105"/>
                  <a:gd name="T10" fmla="*/ 199 w 53"/>
                  <a:gd name="T11" fmla="*/ 968 h 105"/>
                  <a:gd name="T12" fmla="*/ 0 w 53"/>
                  <a:gd name="T13" fmla="*/ 136 h 105"/>
                  <a:gd name="T14" fmla="*/ 682 w 53"/>
                  <a:gd name="T15" fmla="*/ 0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105">
                    <a:moveTo>
                      <a:pt x="53" y="4"/>
                    </a:moveTo>
                    <a:cubicBezTo>
                      <a:pt x="49" y="23"/>
                      <a:pt x="43" y="35"/>
                      <a:pt x="32" y="50"/>
                    </a:cubicBezTo>
                    <a:cubicBezTo>
                      <a:pt x="26" y="59"/>
                      <a:pt x="21" y="66"/>
                      <a:pt x="19" y="75"/>
                    </a:cubicBezTo>
                    <a:cubicBezTo>
                      <a:pt x="17" y="85"/>
                      <a:pt x="19" y="96"/>
                      <a:pt x="16" y="105"/>
                    </a:cubicBezTo>
                    <a:cubicBezTo>
                      <a:pt x="10" y="95"/>
                      <a:pt x="8" y="97"/>
                      <a:pt x="8" y="86"/>
                    </a:cubicBezTo>
                    <a:cubicBezTo>
                      <a:pt x="8" y="74"/>
                      <a:pt x="11" y="62"/>
                      <a:pt x="13" y="51"/>
                    </a:cubicBezTo>
                    <a:cubicBezTo>
                      <a:pt x="15" y="37"/>
                      <a:pt x="16" y="14"/>
                      <a:pt x="0" y="7"/>
                    </a:cubicBezTo>
                    <a:cubicBezTo>
                      <a:pt x="11" y="17"/>
                      <a:pt x="36" y="11"/>
                      <a:pt x="44" y="0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9" name="Freeform 181">
                <a:extLst>
                  <a:ext uri="{FF2B5EF4-FFF2-40B4-BE49-F238E27FC236}">
                    <a16:creationId xmlns:a16="http://schemas.microsoft.com/office/drawing/2014/main" id="{E7840B0F-1BC6-4460-B6E5-128F4C31E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1411"/>
                <a:ext cx="98" cy="296"/>
              </a:xfrm>
              <a:custGeom>
                <a:avLst/>
                <a:gdLst>
                  <a:gd name="T0" fmla="*/ 618 w 39"/>
                  <a:gd name="T1" fmla="*/ 0 h 111"/>
                  <a:gd name="T2" fmla="*/ 397 w 39"/>
                  <a:gd name="T3" fmla="*/ 819 h 111"/>
                  <a:gd name="T4" fmla="*/ 113 w 39"/>
                  <a:gd name="T5" fmla="*/ 1443 h 111"/>
                  <a:gd name="T6" fmla="*/ 0 w 39"/>
                  <a:gd name="T7" fmla="*/ 2104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11">
                    <a:moveTo>
                      <a:pt x="39" y="0"/>
                    </a:moveTo>
                    <a:cubicBezTo>
                      <a:pt x="39" y="15"/>
                      <a:pt x="33" y="29"/>
                      <a:pt x="25" y="43"/>
                    </a:cubicBezTo>
                    <a:cubicBezTo>
                      <a:pt x="18" y="56"/>
                      <a:pt x="15" y="68"/>
                      <a:pt x="7" y="76"/>
                    </a:cubicBezTo>
                    <a:cubicBezTo>
                      <a:pt x="0" y="83"/>
                      <a:pt x="2" y="100"/>
                      <a:pt x="0" y="1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0" name="Freeform 182">
                <a:extLst>
                  <a:ext uri="{FF2B5EF4-FFF2-40B4-BE49-F238E27FC236}">
                    <a16:creationId xmlns:a16="http://schemas.microsoft.com/office/drawing/2014/main" id="{6727A5A7-4C91-43E6-99AF-526F7EFF0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1411"/>
                <a:ext cx="95" cy="296"/>
              </a:xfrm>
              <a:custGeom>
                <a:avLst/>
                <a:gdLst>
                  <a:gd name="T0" fmla="*/ 0 w 38"/>
                  <a:gd name="T1" fmla="*/ 0 h 111"/>
                  <a:gd name="T2" fmla="*/ 208 w 38"/>
                  <a:gd name="T3" fmla="*/ 819 h 111"/>
                  <a:gd name="T4" fmla="*/ 488 w 38"/>
                  <a:gd name="T5" fmla="*/ 1443 h 111"/>
                  <a:gd name="T6" fmla="*/ 595 w 38"/>
                  <a:gd name="T7" fmla="*/ 2104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11">
                    <a:moveTo>
                      <a:pt x="0" y="0"/>
                    </a:moveTo>
                    <a:cubicBezTo>
                      <a:pt x="0" y="15"/>
                      <a:pt x="6" y="29"/>
                      <a:pt x="13" y="43"/>
                    </a:cubicBezTo>
                    <a:cubicBezTo>
                      <a:pt x="21" y="56"/>
                      <a:pt x="23" y="68"/>
                      <a:pt x="31" y="76"/>
                    </a:cubicBezTo>
                    <a:cubicBezTo>
                      <a:pt x="38" y="83"/>
                      <a:pt x="36" y="100"/>
                      <a:pt x="38" y="1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1" name="Freeform 183">
                <a:extLst>
                  <a:ext uri="{FF2B5EF4-FFF2-40B4-BE49-F238E27FC236}">
                    <a16:creationId xmlns:a16="http://schemas.microsoft.com/office/drawing/2014/main" id="{ADB42B18-BF7A-41CB-8551-80B45C683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728"/>
                <a:ext cx="1252" cy="1896"/>
              </a:xfrm>
              <a:custGeom>
                <a:avLst/>
                <a:gdLst>
                  <a:gd name="T0" fmla="*/ 6507 w 501"/>
                  <a:gd name="T1" fmla="*/ 5043 h 711"/>
                  <a:gd name="T2" fmla="*/ 6195 w 501"/>
                  <a:gd name="T3" fmla="*/ 2867 h 711"/>
                  <a:gd name="T4" fmla="*/ 5290 w 501"/>
                  <a:gd name="T5" fmla="*/ 1557 h 711"/>
                  <a:gd name="T6" fmla="*/ 4853 w 501"/>
                  <a:gd name="T7" fmla="*/ 491 h 711"/>
                  <a:gd name="T8" fmla="*/ 4758 w 501"/>
                  <a:gd name="T9" fmla="*/ 363 h 711"/>
                  <a:gd name="T10" fmla="*/ 4383 w 501"/>
                  <a:gd name="T11" fmla="*/ 35 h 711"/>
                  <a:gd name="T12" fmla="*/ 4166 w 501"/>
                  <a:gd name="T13" fmla="*/ 21 h 711"/>
                  <a:gd name="T14" fmla="*/ 3903 w 501"/>
                  <a:gd name="T15" fmla="*/ 35 h 711"/>
                  <a:gd name="T16" fmla="*/ 3654 w 501"/>
                  <a:gd name="T17" fmla="*/ 21 h 711"/>
                  <a:gd name="T18" fmla="*/ 3434 w 501"/>
                  <a:gd name="T19" fmla="*/ 35 h 711"/>
                  <a:gd name="T20" fmla="*/ 3041 w 501"/>
                  <a:gd name="T21" fmla="*/ 363 h 711"/>
                  <a:gd name="T22" fmla="*/ 2966 w 501"/>
                  <a:gd name="T23" fmla="*/ 491 h 711"/>
                  <a:gd name="T24" fmla="*/ 2529 w 501"/>
                  <a:gd name="T25" fmla="*/ 1557 h 711"/>
                  <a:gd name="T26" fmla="*/ 1604 w 501"/>
                  <a:gd name="T27" fmla="*/ 2867 h 711"/>
                  <a:gd name="T28" fmla="*/ 1312 w 501"/>
                  <a:gd name="T29" fmla="*/ 5043 h 711"/>
                  <a:gd name="T30" fmla="*/ 0 w 501"/>
                  <a:gd name="T31" fmla="*/ 5099 h 711"/>
                  <a:gd name="T32" fmla="*/ 792 w 501"/>
                  <a:gd name="T33" fmla="*/ 6315 h 711"/>
                  <a:gd name="T34" fmla="*/ 1217 w 501"/>
                  <a:gd name="T35" fmla="*/ 7659 h 711"/>
                  <a:gd name="T36" fmla="*/ 1592 w 501"/>
                  <a:gd name="T37" fmla="*/ 8875 h 711"/>
                  <a:gd name="T38" fmla="*/ 2167 w 501"/>
                  <a:gd name="T39" fmla="*/ 12515 h 711"/>
                  <a:gd name="T40" fmla="*/ 2904 w 501"/>
                  <a:gd name="T41" fmla="*/ 13107 h 711"/>
                  <a:gd name="T42" fmla="*/ 3246 w 501"/>
                  <a:gd name="T43" fmla="*/ 13368 h 711"/>
                  <a:gd name="T44" fmla="*/ 3479 w 501"/>
                  <a:gd name="T45" fmla="*/ 13389 h 711"/>
                  <a:gd name="T46" fmla="*/ 3696 w 501"/>
                  <a:gd name="T47" fmla="*/ 13483 h 711"/>
                  <a:gd name="T48" fmla="*/ 3903 w 501"/>
                  <a:gd name="T49" fmla="*/ 13405 h 711"/>
                  <a:gd name="T50" fmla="*/ 3903 w 501"/>
                  <a:gd name="T51" fmla="*/ 13405 h 711"/>
                  <a:gd name="T52" fmla="*/ 4103 w 501"/>
                  <a:gd name="T53" fmla="*/ 13483 h 711"/>
                  <a:gd name="T54" fmla="*/ 4341 w 501"/>
                  <a:gd name="T55" fmla="*/ 13389 h 711"/>
                  <a:gd name="T56" fmla="*/ 4558 w 501"/>
                  <a:gd name="T57" fmla="*/ 13368 h 711"/>
                  <a:gd name="T58" fmla="*/ 4916 w 501"/>
                  <a:gd name="T59" fmla="*/ 13107 h 711"/>
                  <a:gd name="T60" fmla="*/ 5633 w 501"/>
                  <a:gd name="T61" fmla="*/ 12515 h 711"/>
                  <a:gd name="T62" fmla="*/ 6215 w 501"/>
                  <a:gd name="T63" fmla="*/ 8875 h 711"/>
                  <a:gd name="T64" fmla="*/ 6587 w 501"/>
                  <a:gd name="T65" fmla="*/ 7659 h 711"/>
                  <a:gd name="T66" fmla="*/ 7007 w 501"/>
                  <a:gd name="T67" fmla="*/ 6315 h 711"/>
                  <a:gd name="T68" fmla="*/ 7819 w 501"/>
                  <a:gd name="T69" fmla="*/ 5099 h 711"/>
                  <a:gd name="T70" fmla="*/ 6507 w 501"/>
                  <a:gd name="T71" fmla="*/ 5043 h 71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501" h="711">
                    <a:moveTo>
                      <a:pt x="417" y="266"/>
                    </a:moveTo>
                    <a:cubicBezTo>
                      <a:pt x="383" y="219"/>
                      <a:pt x="403" y="170"/>
                      <a:pt x="397" y="151"/>
                    </a:cubicBezTo>
                    <a:cubicBezTo>
                      <a:pt x="391" y="131"/>
                      <a:pt x="357" y="104"/>
                      <a:pt x="339" y="82"/>
                    </a:cubicBezTo>
                    <a:cubicBezTo>
                      <a:pt x="325" y="65"/>
                      <a:pt x="312" y="38"/>
                      <a:pt x="311" y="26"/>
                    </a:cubicBezTo>
                    <a:cubicBezTo>
                      <a:pt x="310" y="24"/>
                      <a:pt x="309" y="20"/>
                      <a:pt x="305" y="19"/>
                    </a:cubicBezTo>
                    <a:cubicBezTo>
                      <a:pt x="296" y="15"/>
                      <a:pt x="286" y="7"/>
                      <a:pt x="281" y="2"/>
                    </a:cubicBezTo>
                    <a:cubicBezTo>
                      <a:pt x="278" y="0"/>
                      <a:pt x="274" y="0"/>
                      <a:pt x="267" y="1"/>
                    </a:cubicBezTo>
                    <a:cubicBezTo>
                      <a:pt x="262" y="2"/>
                      <a:pt x="257" y="2"/>
                      <a:pt x="250" y="2"/>
                    </a:cubicBezTo>
                    <a:cubicBezTo>
                      <a:pt x="244" y="2"/>
                      <a:pt x="238" y="2"/>
                      <a:pt x="234" y="1"/>
                    </a:cubicBezTo>
                    <a:cubicBezTo>
                      <a:pt x="226" y="0"/>
                      <a:pt x="223" y="0"/>
                      <a:pt x="220" y="2"/>
                    </a:cubicBezTo>
                    <a:cubicBezTo>
                      <a:pt x="214" y="7"/>
                      <a:pt x="205" y="15"/>
                      <a:pt x="195" y="19"/>
                    </a:cubicBezTo>
                    <a:cubicBezTo>
                      <a:pt x="191" y="20"/>
                      <a:pt x="190" y="24"/>
                      <a:pt x="190" y="26"/>
                    </a:cubicBezTo>
                    <a:cubicBezTo>
                      <a:pt x="188" y="38"/>
                      <a:pt x="176" y="65"/>
                      <a:pt x="162" y="82"/>
                    </a:cubicBezTo>
                    <a:cubicBezTo>
                      <a:pt x="143" y="104"/>
                      <a:pt x="109" y="131"/>
                      <a:pt x="103" y="151"/>
                    </a:cubicBezTo>
                    <a:cubicBezTo>
                      <a:pt x="98" y="170"/>
                      <a:pt x="118" y="219"/>
                      <a:pt x="84" y="266"/>
                    </a:cubicBezTo>
                    <a:cubicBezTo>
                      <a:pt x="62" y="293"/>
                      <a:pt x="29" y="289"/>
                      <a:pt x="0" y="269"/>
                    </a:cubicBezTo>
                    <a:cubicBezTo>
                      <a:pt x="24" y="291"/>
                      <a:pt x="45" y="318"/>
                      <a:pt x="51" y="333"/>
                    </a:cubicBezTo>
                    <a:cubicBezTo>
                      <a:pt x="58" y="349"/>
                      <a:pt x="69" y="394"/>
                      <a:pt x="78" y="404"/>
                    </a:cubicBezTo>
                    <a:cubicBezTo>
                      <a:pt x="82" y="417"/>
                      <a:pt x="94" y="448"/>
                      <a:pt x="102" y="468"/>
                    </a:cubicBezTo>
                    <a:cubicBezTo>
                      <a:pt x="125" y="519"/>
                      <a:pt x="139" y="594"/>
                      <a:pt x="139" y="660"/>
                    </a:cubicBezTo>
                    <a:cubicBezTo>
                      <a:pt x="139" y="682"/>
                      <a:pt x="168" y="700"/>
                      <a:pt x="186" y="691"/>
                    </a:cubicBezTo>
                    <a:cubicBezTo>
                      <a:pt x="189" y="697"/>
                      <a:pt x="201" y="702"/>
                      <a:pt x="208" y="705"/>
                    </a:cubicBezTo>
                    <a:cubicBezTo>
                      <a:pt x="215" y="707"/>
                      <a:pt x="223" y="706"/>
                      <a:pt x="223" y="706"/>
                    </a:cubicBezTo>
                    <a:cubicBezTo>
                      <a:pt x="223" y="706"/>
                      <a:pt x="230" y="711"/>
                      <a:pt x="237" y="711"/>
                    </a:cubicBezTo>
                    <a:cubicBezTo>
                      <a:pt x="244" y="711"/>
                      <a:pt x="246" y="710"/>
                      <a:pt x="250" y="707"/>
                    </a:cubicBezTo>
                    <a:cubicBezTo>
                      <a:pt x="250" y="707"/>
                      <a:pt x="250" y="707"/>
                      <a:pt x="250" y="707"/>
                    </a:cubicBezTo>
                    <a:cubicBezTo>
                      <a:pt x="254" y="710"/>
                      <a:pt x="256" y="711"/>
                      <a:pt x="263" y="711"/>
                    </a:cubicBezTo>
                    <a:cubicBezTo>
                      <a:pt x="271" y="711"/>
                      <a:pt x="278" y="706"/>
                      <a:pt x="278" y="706"/>
                    </a:cubicBezTo>
                    <a:cubicBezTo>
                      <a:pt x="278" y="706"/>
                      <a:pt x="285" y="707"/>
                      <a:pt x="292" y="705"/>
                    </a:cubicBezTo>
                    <a:cubicBezTo>
                      <a:pt x="299" y="702"/>
                      <a:pt x="311" y="697"/>
                      <a:pt x="315" y="691"/>
                    </a:cubicBezTo>
                    <a:cubicBezTo>
                      <a:pt x="333" y="700"/>
                      <a:pt x="361" y="682"/>
                      <a:pt x="361" y="660"/>
                    </a:cubicBezTo>
                    <a:cubicBezTo>
                      <a:pt x="361" y="594"/>
                      <a:pt x="376" y="519"/>
                      <a:pt x="398" y="468"/>
                    </a:cubicBezTo>
                    <a:cubicBezTo>
                      <a:pt x="406" y="448"/>
                      <a:pt x="419" y="417"/>
                      <a:pt x="422" y="404"/>
                    </a:cubicBezTo>
                    <a:cubicBezTo>
                      <a:pt x="431" y="394"/>
                      <a:pt x="443" y="349"/>
                      <a:pt x="449" y="333"/>
                    </a:cubicBezTo>
                    <a:cubicBezTo>
                      <a:pt x="455" y="318"/>
                      <a:pt x="476" y="291"/>
                      <a:pt x="501" y="269"/>
                    </a:cubicBezTo>
                    <a:cubicBezTo>
                      <a:pt x="471" y="289"/>
                      <a:pt x="439" y="293"/>
                      <a:pt x="417" y="266"/>
                    </a:cubicBezTo>
                    <a:close/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2" name="Freeform 184">
                <a:extLst>
                  <a:ext uri="{FF2B5EF4-FFF2-40B4-BE49-F238E27FC236}">
                    <a16:creationId xmlns:a16="http://schemas.microsoft.com/office/drawing/2014/main" id="{B440FB25-DA7B-48E1-A0EC-C4D9F1207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2467"/>
                <a:ext cx="602" cy="328"/>
              </a:xfrm>
              <a:custGeom>
                <a:avLst/>
                <a:gdLst>
                  <a:gd name="T0" fmla="*/ 562 w 241"/>
                  <a:gd name="T1" fmla="*/ 2333 h 123"/>
                  <a:gd name="T2" fmla="*/ 887 w 241"/>
                  <a:gd name="T3" fmla="*/ 1728 h 123"/>
                  <a:gd name="T4" fmla="*/ 1012 w 241"/>
                  <a:gd name="T5" fmla="*/ 968 h 123"/>
                  <a:gd name="T6" fmla="*/ 1604 w 241"/>
                  <a:gd name="T7" fmla="*/ 931 h 123"/>
                  <a:gd name="T8" fmla="*/ 2933 w 241"/>
                  <a:gd name="T9" fmla="*/ 1080 h 123"/>
                  <a:gd name="T10" fmla="*/ 3757 w 241"/>
                  <a:gd name="T11" fmla="*/ 1344 h 123"/>
                  <a:gd name="T12" fmla="*/ 3662 w 241"/>
                  <a:gd name="T13" fmla="*/ 1059 h 123"/>
                  <a:gd name="T14" fmla="*/ 3212 w 241"/>
                  <a:gd name="T15" fmla="*/ 285 h 123"/>
                  <a:gd name="T16" fmla="*/ 2715 w 241"/>
                  <a:gd name="T17" fmla="*/ 435 h 123"/>
                  <a:gd name="T18" fmla="*/ 699 w 241"/>
                  <a:gd name="T19" fmla="*/ 320 h 123"/>
                  <a:gd name="T20" fmla="*/ 355 w 241"/>
                  <a:gd name="T21" fmla="*/ 760 h 123"/>
                  <a:gd name="T22" fmla="*/ 12 w 241"/>
                  <a:gd name="T23" fmla="*/ 1613 h 123"/>
                  <a:gd name="T24" fmla="*/ 92 w 241"/>
                  <a:gd name="T25" fmla="*/ 2253 h 1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1" h="123">
                    <a:moveTo>
                      <a:pt x="36" y="123"/>
                    </a:moveTo>
                    <a:cubicBezTo>
                      <a:pt x="39" y="115"/>
                      <a:pt x="47" y="116"/>
                      <a:pt x="57" y="91"/>
                    </a:cubicBezTo>
                    <a:cubicBezTo>
                      <a:pt x="67" y="67"/>
                      <a:pt x="57" y="56"/>
                      <a:pt x="65" y="51"/>
                    </a:cubicBezTo>
                    <a:cubicBezTo>
                      <a:pt x="73" y="45"/>
                      <a:pt x="85" y="47"/>
                      <a:pt x="103" y="49"/>
                    </a:cubicBezTo>
                    <a:cubicBezTo>
                      <a:pt x="121" y="52"/>
                      <a:pt x="159" y="55"/>
                      <a:pt x="188" y="57"/>
                    </a:cubicBezTo>
                    <a:cubicBezTo>
                      <a:pt x="215" y="60"/>
                      <a:pt x="230" y="65"/>
                      <a:pt x="241" y="71"/>
                    </a:cubicBezTo>
                    <a:cubicBezTo>
                      <a:pt x="239" y="65"/>
                      <a:pt x="237" y="60"/>
                      <a:pt x="235" y="56"/>
                    </a:cubicBezTo>
                    <a:cubicBezTo>
                      <a:pt x="231" y="46"/>
                      <a:pt x="220" y="30"/>
                      <a:pt x="206" y="15"/>
                    </a:cubicBezTo>
                    <a:cubicBezTo>
                      <a:pt x="202" y="19"/>
                      <a:pt x="192" y="25"/>
                      <a:pt x="174" y="23"/>
                    </a:cubicBezTo>
                    <a:cubicBezTo>
                      <a:pt x="148" y="21"/>
                      <a:pt x="77" y="0"/>
                      <a:pt x="45" y="17"/>
                    </a:cubicBezTo>
                    <a:cubicBezTo>
                      <a:pt x="32" y="24"/>
                      <a:pt x="26" y="34"/>
                      <a:pt x="23" y="40"/>
                    </a:cubicBezTo>
                    <a:cubicBezTo>
                      <a:pt x="19" y="46"/>
                      <a:pt x="0" y="61"/>
                      <a:pt x="1" y="85"/>
                    </a:cubicBezTo>
                    <a:cubicBezTo>
                      <a:pt x="1" y="110"/>
                      <a:pt x="6" y="119"/>
                      <a:pt x="6" y="119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3" name="Freeform 185">
                <a:extLst>
                  <a:ext uri="{FF2B5EF4-FFF2-40B4-BE49-F238E27FC236}">
                    <a16:creationId xmlns:a16="http://schemas.microsoft.com/office/drawing/2014/main" id="{CD3B96D0-601E-4874-8A40-484779A39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2075"/>
                <a:ext cx="155" cy="144"/>
              </a:xfrm>
              <a:custGeom>
                <a:avLst/>
                <a:gdLst>
                  <a:gd name="T0" fmla="*/ 800 w 62"/>
                  <a:gd name="T1" fmla="*/ 264 h 54"/>
                  <a:gd name="T2" fmla="*/ 345 w 62"/>
                  <a:gd name="T3" fmla="*/ 0 h 54"/>
                  <a:gd name="T4" fmla="*/ 33 w 62"/>
                  <a:gd name="T5" fmla="*/ 477 h 54"/>
                  <a:gd name="T6" fmla="*/ 220 w 62"/>
                  <a:gd name="T7" fmla="*/ 1003 h 54"/>
                  <a:gd name="T8" fmla="*/ 500 w 62"/>
                  <a:gd name="T9" fmla="*/ 875 h 54"/>
                  <a:gd name="T10" fmla="*/ 970 w 62"/>
                  <a:gd name="T11" fmla="*/ 1024 h 54"/>
                  <a:gd name="T12" fmla="*/ 800 w 62"/>
                  <a:gd name="T13" fmla="*/ 264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54">
                    <a:moveTo>
                      <a:pt x="51" y="14"/>
                    </a:moveTo>
                    <a:cubicBezTo>
                      <a:pt x="39" y="9"/>
                      <a:pt x="30" y="1"/>
                      <a:pt x="22" y="0"/>
                    </a:cubicBezTo>
                    <a:cubicBezTo>
                      <a:pt x="12" y="0"/>
                      <a:pt x="3" y="5"/>
                      <a:pt x="2" y="25"/>
                    </a:cubicBezTo>
                    <a:cubicBezTo>
                      <a:pt x="0" y="45"/>
                      <a:pt x="1" y="52"/>
                      <a:pt x="14" y="53"/>
                    </a:cubicBezTo>
                    <a:cubicBezTo>
                      <a:pt x="28" y="54"/>
                      <a:pt x="27" y="46"/>
                      <a:pt x="32" y="46"/>
                    </a:cubicBezTo>
                    <a:cubicBezTo>
                      <a:pt x="35" y="46"/>
                      <a:pt x="48" y="52"/>
                      <a:pt x="62" y="54"/>
                    </a:cubicBezTo>
                    <a:cubicBezTo>
                      <a:pt x="56" y="41"/>
                      <a:pt x="52" y="27"/>
                      <a:pt x="51" y="14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4" name="Freeform 186">
                <a:extLst>
                  <a:ext uri="{FF2B5EF4-FFF2-40B4-BE49-F238E27FC236}">
                    <a16:creationId xmlns:a16="http://schemas.microsoft.com/office/drawing/2014/main" id="{A66E60A6-090C-4734-9C66-DBEAC9EB0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1480"/>
                <a:ext cx="445" cy="360"/>
              </a:xfrm>
              <a:custGeom>
                <a:avLst/>
                <a:gdLst>
                  <a:gd name="T0" fmla="*/ 2345 w 178"/>
                  <a:gd name="T1" fmla="*/ 2368 h 135"/>
                  <a:gd name="T2" fmla="*/ 2720 w 178"/>
                  <a:gd name="T3" fmla="*/ 1763 h 135"/>
                  <a:gd name="T4" fmla="*/ 2783 w 178"/>
                  <a:gd name="T5" fmla="*/ 1651 h 135"/>
                  <a:gd name="T6" fmla="*/ 1738 w 178"/>
                  <a:gd name="T7" fmla="*/ 1195 h 135"/>
                  <a:gd name="T8" fmla="*/ 1488 w 178"/>
                  <a:gd name="T9" fmla="*/ 205 h 135"/>
                  <a:gd name="T10" fmla="*/ 783 w 178"/>
                  <a:gd name="T11" fmla="*/ 320 h 135"/>
                  <a:gd name="T12" fmla="*/ 845 w 178"/>
                  <a:gd name="T13" fmla="*/ 853 h 135"/>
                  <a:gd name="T14" fmla="*/ 270 w 178"/>
                  <a:gd name="T15" fmla="*/ 627 h 135"/>
                  <a:gd name="T16" fmla="*/ 20 w 178"/>
                  <a:gd name="T17" fmla="*/ 1251 h 135"/>
                  <a:gd name="T18" fmla="*/ 488 w 178"/>
                  <a:gd name="T19" fmla="*/ 1557 h 135"/>
                  <a:gd name="T20" fmla="*/ 50 w 178"/>
                  <a:gd name="T21" fmla="*/ 1899 h 135"/>
                  <a:gd name="T22" fmla="*/ 283 w 178"/>
                  <a:gd name="T23" fmla="*/ 2504 h 135"/>
                  <a:gd name="T24" fmla="*/ 970 w 178"/>
                  <a:gd name="T25" fmla="*/ 2424 h 135"/>
                  <a:gd name="T26" fmla="*/ 1488 w 178"/>
                  <a:gd name="T27" fmla="*/ 2104 h 135"/>
                  <a:gd name="T28" fmla="*/ 2333 w 178"/>
                  <a:gd name="T29" fmla="*/ 2355 h 135"/>
                  <a:gd name="T30" fmla="*/ 2345 w 178"/>
                  <a:gd name="T31" fmla="*/ 2368 h 1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8" h="135">
                    <a:moveTo>
                      <a:pt x="150" y="125"/>
                    </a:moveTo>
                    <a:cubicBezTo>
                      <a:pt x="158" y="115"/>
                      <a:pt x="166" y="104"/>
                      <a:pt x="174" y="93"/>
                    </a:cubicBezTo>
                    <a:cubicBezTo>
                      <a:pt x="176" y="91"/>
                      <a:pt x="177" y="89"/>
                      <a:pt x="178" y="87"/>
                    </a:cubicBezTo>
                    <a:cubicBezTo>
                      <a:pt x="146" y="83"/>
                      <a:pt x="113" y="74"/>
                      <a:pt x="111" y="63"/>
                    </a:cubicBezTo>
                    <a:cubicBezTo>
                      <a:pt x="110" y="51"/>
                      <a:pt x="103" y="23"/>
                      <a:pt x="95" y="11"/>
                    </a:cubicBezTo>
                    <a:cubicBezTo>
                      <a:pt x="87" y="0"/>
                      <a:pt x="53" y="11"/>
                      <a:pt x="50" y="17"/>
                    </a:cubicBezTo>
                    <a:cubicBezTo>
                      <a:pt x="47" y="23"/>
                      <a:pt x="49" y="37"/>
                      <a:pt x="54" y="45"/>
                    </a:cubicBezTo>
                    <a:cubicBezTo>
                      <a:pt x="51" y="43"/>
                      <a:pt x="31" y="30"/>
                      <a:pt x="17" y="33"/>
                    </a:cubicBezTo>
                    <a:cubicBezTo>
                      <a:pt x="7" y="36"/>
                      <a:pt x="2" y="53"/>
                      <a:pt x="1" y="66"/>
                    </a:cubicBezTo>
                    <a:cubicBezTo>
                      <a:pt x="0" y="72"/>
                      <a:pt x="23" y="84"/>
                      <a:pt x="31" y="82"/>
                    </a:cubicBezTo>
                    <a:cubicBezTo>
                      <a:pt x="31" y="82"/>
                      <a:pt x="5" y="87"/>
                      <a:pt x="3" y="100"/>
                    </a:cubicBezTo>
                    <a:cubicBezTo>
                      <a:pt x="0" y="113"/>
                      <a:pt x="11" y="135"/>
                      <a:pt x="18" y="132"/>
                    </a:cubicBezTo>
                    <a:cubicBezTo>
                      <a:pt x="35" y="125"/>
                      <a:pt x="42" y="132"/>
                      <a:pt x="62" y="128"/>
                    </a:cubicBezTo>
                    <a:cubicBezTo>
                      <a:pt x="82" y="124"/>
                      <a:pt x="83" y="111"/>
                      <a:pt x="95" y="111"/>
                    </a:cubicBezTo>
                    <a:cubicBezTo>
                      <a:pt x="106" y="112"/>
                      <a:pt x="135" y="125"/>
                      <a:pt x="149" y="124"/>
                    </a:cubicBezTo>
                    <a:lnTo>
                      <a:pt x="150" y="125"/>
                    </a:ln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5" name="Freeform 187">
                <a:extLst>
                  <a:ext uri="{FF2B5EF4-FFF2-40B4-BE49-F238E27FC236}">
                    <a16:creationId xmlns:a16="http://schemas.microsoft.com/office/drawing/2014/main" id="{201C88F1-1185-46F5-BBA1-E0D76960F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2304"/>
                <a:ext cx="560" cy="219"/>
              </a:xfrm>
              <a:custGeom>
                <a:avLst/>
                <a:gdLst>
                  <a:gd name="T0" fmla="*/ 0 w 224"/>
                  <a:gd name="T1" fmla="*/ 841 h 82"/>
                  <a:gd name="T2" fmla="*/ 3500 w 224"/>
                  <a:gd name="T3" fmla="*/ 1162 h 82"/>
                  <a:gd name="T4" fmla="*/ 3470 w 224"/>
                  <a:gd name="T5" fmla="*/ 1127 h 82"/>
                  <a:gd name="T6" fmla="*/ 2813 w 224"/>
                  <a:gd name="T7" fmla="*/ 478 h 82"/>
                  <a:gd name="T8" fmla="*/ 0 w 224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82">
                    <a:moveTo>
                      <a:pt x="0" y="44"/>
                    </a:moveTo>
                    <a:cubicBezTo>
                      <a:pt x="22" y="54"/>
                      <a:pt x="127" y="82"/>
                      <a:pt x="224" y="61"/>
                    </a:cubicBezTo>
                    <a:cubicBezTo>
                      <a:pt x="222" y="59"/>
                      <a:pt x="222" y="59"/>
                      <a:pt x="222" y="59"/>
                    </a:cubicBezTo>
                    <a:cubicBezTo>
                      <a:pt x="208" y="51"/>
                      <a:pt x="193" y="39"/>
                      <a:pt x="180" y="25"/>
                    </a:cubicBezTo>
                    <a:cubicBezTo>
                      <a:pt x="106" y="34"/>
                      <a:pt x="16" y="16"/>
                      <a:pt x="0" y="0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6" name="Freeform 188">
                <a:extLst>
                  <a:ext uri="{FF2B5EF4-FFF2-40B4-BE49-F238E27FC236}">
                    <a16:creationId xmlns:a16="http://schemas.microsoft.com/office/drawing/2014/main" id="{E446A35C-D050-4E7F-881E-5B665AA9A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635"/>
                <a:ext cx="423" cy="512"/>
              </a:xfrm>
              <a:custGeom>
                <a:avLst/>
                <a:gdLst>
                  <a:gd name="T0" fmla="*/ 688 w 169"/>
                  <a:gd name="T1" fmla="*/ 3640 h 192"/>
                  <a:gd name="T2" fmla="*/ 959 w 169"/>
                  <a:gd name="T3" fmla="*/ 2595 h 192"/>
                  <a:gd name="T4" fmla="*/ 771 w 169"/>
                  <a:gd name="T5" fmla="*/ 1592 h 192"/>
                  <a:gd name="T6" fmla="*/ 939 w 169"/>
                  <a:gd name="T7" fmla="*/ 989 h 192"/>
                  <a:gd name="T8" fmla="*/ 2035 w 169"/>
                  <a:gd name="T9" fmla="*/ 1195 h 192"/>
                  <a:gd name="T10" fmla="*/ 2651 w 169"/>
                  <a:gd name="T11" fmla="*/ 1629 h 192"/>
                  <a:gd name="T12" fmla="*/ 2525 w 169"/>
                  <a:gd name="T13" fmla="*/ 1216 h 192"/>
                  <a:gd name="T14" fmla="*/ 2225 w 169"/>
                  <a:gd name="T15" fmla="*/ 285 h 192"/>
                  <a:gd name="T16" fmla="*/ 1647 w 169"/>
                  <a:gd name="T17" fmla="*/ 285 h 192"/>
                  <a:gd name="T18" fmla="*/ 220 w 169"/>
                  <a:gd name="T19" fmla="*/ 931 h 192"/>
                  <a:gd name="T20" fmla="*/ 158 w 169"/>
                  <a:gd name="T21" fmla="*/ 1685 h 192"/>
                  <a:gd name="T22" fmla="*/ 33 w 169"/>
                  <a:gd name="T23" fmla="*/ 2560 h 192"/>
                  <a:gd name="T24" fmla="*/ 270 w 169"/>
                  <a:gd name="T25" fmla="*/ 3640 h 1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9" h="192">
                    <a:moveTo>
                      <a:pt x="44" y="192"/>
                    </a:moveTo>
                    <a:cubicBezTo>
                      <a:pt x="47" y="175"/>
                      <a:pt x="60" y="164"/>
                      <a:pt x="61" y="137"/>
                    </a:cubicBezTo>
                    <a:cubicBezTo>
                      <a:pt x="62" y="110"/>
                      <a:pt x="51" y="95"/>
                      <a:pt x="49" y="84"/>
                    </a:cubicBezTo>
                    <a:cubicBezTo>
                      <a:pt x="47" y="72"/>
                      <a:pt x="50" y="60"/>
                      <a:pt x="60" y="52"/>
                    </a:cubicBezTo>
                    <a:cubicBezTo>
                      <a:pt x="70" y="45"/>
                      <a:pt x="111" y="58"/>
                      <a:pt x="130" y="63"/>
                    </a:cubicBezTo>
                    <a:cubicBezTo>
                      <a:pt x="146" y="67"/>
                      <a:pt x="161" y="76"/>
                      <a:pt x="169" y="86"/>
                    </a:cubicBezTo>
                    <a:cubicBezTo>
                      <a:pt x="165" y="77"/>
                      <a:pt x="163" y="69"/>
                      <a:pt x="161" y="64"/>
                    </a:cubicBezTo>
                    <a:cubicBezTo>
                      <a:pt x="155" y="57"/>
                      <a:pt x="148" y="34"/>
                      <a:pt x="142" y="15"/>
                    </a:cubicBezTo>
                    <a:cubicBezTo>
                      <a:pt x="139" y="17"/>
                      <a:pt x="131" y="19"/>
                      <a:pt x="105" y="15"/>
                    </a:cubicBezTo>
                    <a:cubicBezTo>
                      <a:pt x="87" y="12"/>
                      <a:pt x="25" y="0"/>
                      <a:pt x="14" y="49"/>
                    </a:cubicBezTo>
                    <a:cubicBezTo>
                      <a:pt x="10" y="70"/>
                      <a:pt x="9" y="82"/>
                      <a:pt x="10" y="89"/>
                    </a:cubicBezTo>
                    <a:cubicBezTo>
                      <a:pt x="10" y="102"/>
                      <a:pt x="0" y="111"/>
                      <a:pt x="2" y="135"/>
                    </a:cubicBezTo>
                    <a:cubicBezTo>
                      <a:pt x="4" y="159"/>
                      <a:pt x="21" y="166"/>
                      <a:pt x="17" y="192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7" name="Freeform 189">
                <a:extLst>
                  <a:ext uri="{FF2B5EF4-FFF2-40B4-BE49-F238E27FC236}">
                    <a16:creationId xmlns:a16="http://schemas.microsoft.com/office/drawing/2014/main" id="{8AE7A98D-6418-465B-92BA-6F5A236D2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728"/>
                <a:ext cx="1252" cy="1344"/>
              </a:xfrm>
              <a:custGeom>
                <a:avLst/>
                <a:gdLst>
                  <a:gd name="T0" fmla="*/ 6507 w 501"/>
                  <a:gd name="T1" fmla="*/ 5043 h 504"/>
                  <a:gd name="T2" fmla="*/ 6195 w 501"/>
                  <a:gd name="T3" fmla="*/ 2867 h 504"/>
                  <a:gd name="T4" fmla="*/ 5290 w 501"/>
                  <a:gd name="T5" fmla="*/ 1557 h 504"/>
                  <a:gd name="T6" fmla="*/ 4853 w 501"/>
                  <a:gd name="T7" fmla="*/ 491 h 504"/>
                  <a:gd name="T8" fmla="*/ 4758 w 501"/>
                  <a:gd name="T9" fmla="*/ 363 h 504"/>
                  <a:gd name="T10" fmla="*/ 4383 w 501"/>
                  <a:gd name="T11" fmla="*/ 35 h 504"/>
                  <a:gd name="T12" fmla="*/ 4166 w 501"/>
                  <a:gd name="T13" fmla="*/ 21 h 504"/>
                  <a:gd name="T14" fmla="*/ 3903 w 501"/>
                  <a:gd name="T15" fmla="*/ 35 h 504"/>
                  <a:gd name="T16" fmla="*/ 3654 w 501"/>
                  <a:gd name="T17" fmla="*/ 21 h 504"/>
                  <a:gd name="T18" fmla="*/ 3434 w 501"/>
                  <a:gd name="T19" fmla="*/ 35 h 504"/>
                  <a:gd name="T20" fmla="*/ 3041 w 501"/>
                  <a:gd name="T21" fmla="*/ 363 h 504"/>
                  <a:gd name="T22" fmla="*/ 2966 w 501"/>
                  <a:gd name="T23" fmla="*/ 491 h 504"/>
                  <a:gd name="T24" fmla="*/ 2529 w 501"/>
                  <a:gd name="T25" fmla="*/ 1557 h 504"/>
                  <a:gd name="T26" fmla="*/ 1604 w 501"/>
                  <a:gd name="T27" fmla="*/ 2867 h 504"/>
                  <a:gd name="T28" fmla="*/ 1312 w 501"/>
                  <a:gd name="T29" fmla="*/ 5043 h 504"/>
                  <a:gd name="T30" fmla="*/ 0 w 501"/>
                  <a:gd name="T31" fmla="*/ 5099 h 504"/>
                  <a:gd name="T32" fmla="*/ 700 w 501"/>
                  <a:gd name="T33" fmla="*/ 6109 h 504"/>
                  <a:gd name="T34" fmla="*/ 717 w 501"/>
                  <a:gd name="T35" fmla="*/ 6109 h 504"/>
                  <a:gd name="T36" fmla="*/ 1592 w 501"/>
                  <a:gd name="T37" fmla="*/ 6656 h 504"/>
                  <a:gd name="T38" fmla="*/ 3029 w 501"/>
                  <a:gd name="T39" fmla="*/ 7928 h 504"/>
                  <a:gd name="T40" fmla="*/ 3903 w 501"/>
                  <a:gd name="T41" fmla="*/ 9557 h 504"/>
                  <a:gd name="T42" fmla="*/ 3903 w 501"/>
                  <a:gd name="T43" fmla="*/ 9557 h 504"/>
                  <a:gd name="T44" fmla="*/ 4791 w 501"/>
                  <a:gd name="T45" fmla="*/ 7928 h 504"/>
                  <a:gd name="T46" fmla="*/ 6215 w 501"/>
                  <a:gd name="T47" fmla="*/ 6656 h 504"/>
                  <a:gd name="T48" fmla="*/ 7100 w 501"/>
                  <a:gd name="T49" fmla="*/ 6109 h 504"/>
                  <a:gd name="T50" fmla="*/ 7100 w 501"/>
                  <a:gd name="T51" fmla="*/ 6088 h 504"/>
                  <a:gd name="T52" fmla="*/ 7819 w 501"/>
                  <a:gd name="T53" fmla="*/ 5099 h 504"/>
                  <a:gd name="T54" fmla="*/ 6507 w 501"/>
                  <a:gd name="T55" fmla="*/ 5043 h 50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01" h="504">
                    <a:moveTo>
                      <a:pt x="417" y="266"/>
                    </a:moveTo>
                    <a:cubicBezTo>
                      <a:pt x="383" y="219"/>
                      <a:pt x="403" y="170"/>
                      <a:pt x="397" y="151"/>
                    </a:cubicBezTo>
                    <a:cubicBezTo>
                      <a:pt x="391" y="131"/>
                      <a:pt x="357" y="104"/>
                      <a:pt x="339" y="82"/>
                    </a:cubicBezTo>
                    <a:cubicBezTo>
                      <a:pt x="325" y="65"/>
                      <a:pt x="312" y="38"/>
                      <a:pt x="311" y="26"/>
                    </a:cubicBezTo>
                    <a:cubicBezTo>
                      <a:pt x="310" y="24"/>
                      <a:pt x="309" y="20"/>
                      <a:pt x="305" y="19"/>
                    </a:cubicBezTo>
                    <a:cubicBezTo>
                      <a:pt x="296" y="15"/>
                      <a:pt x="286" y="7"/>
                      <a:pt x="281" y="2"/>
                    </a:cubicBezTo>
                    <a:cubicBezTo>
                      <a:pt x="278" y="0"/>
                      <a:pt x="274" y="0"/>
                      <a:pt x="267" y="1"/>
                    </a:cubicBezTo>
                    <a:cubicBezTo>
                      <a:pt x="262" y="2"/>
                      <a:pt x="257" y="2"/>
                      <a:pt x="250" y="2"/>
                    </a:cubicBezTo>
                    <a:cubicBezTo>
                      <a:pt x="244" y="2"/>
                      <a:pt x="238" y="2"/>
                      <a:pt x="234" y="1"/>
                    </a:cubicBezTo>
                    <a:cubicBezTo>
                      <a:pt x="226" y="0"/>
                      <a:pt x="223" y="0"/>
                      <a:pt x="220" y="2"/>
                    </a:cubicBezTo>
                    <a:cubicBezTo>
                      <a:pt x="214" y="7"/>
                      <a:pt x="205" y="15"/>
                      <a:pt x="195" y="19"/>
                    </a:cubicBezTo>
                    <a:cubicBezTo>
                      <a:pt x="191" y="20"/>
                      <a:pt x="190" y="24"/>
                      <a:pt x="190" y="26"/>
                    </a:cubicBezTo>
                    <a:cubicBezTo>
                      <a:pt x="188" y="38"/>
                      <a:pt x="176" y="65"/>
                      <a:pt x="162" y="82"/>
                    </a:cubicBezTo>
                    <a:cubicBezTo>
                      <a:pt x="143" y="104"/>
                      <a:pt x="109" y="131"/>
                      <a:pt x="103" y="151"/>
                    </a:cubicBezTo>
                    <a:cubicBezTo>
                      <a:pt x="98" y="170"/>
                      <a:pt x="118" y="219"/>
                      <a:pt x="84" y="266"/>
                    </a:cubicBezTo>
                    <a:cubicBezTo>
                      <a:pt x="62" y="293"/>
                      <a:pt x="29" y="289"/>
                      <a:pt x="0" y="269"/>
                    </a:cubicBezTo>
                    <a:cubicBezTo>
                      <a:pt x="19" y="286"/>
                      <a:pt x="36" y="307"/>
                      <a:pt x="45" y="322"/>
                    </a:cubicBezTo>
                    <a:cubicBezTo>
                      <a:pt x="46" y="322"/>
                      <a:pt x="46" y="322"/>
                      <a:pt x="46" y="322"/>
                    </a:cubicBezTo>
                    <a:cubicBezTo>
                      <a:pt x="56" y="338"/>
                      <a:pt x="73" y="339"/>
                      <a:pt x="102" y="351"/>
                    </a:cubicBezTo>
                    <a:cubicBezTo>
                      <a:pt x="132" y="363"/>
                      <a:pt x="175" y="396"/>
                      <a:pt x="194" y="418"/>
                    </a:cubicBezTo>
                    <a:cubicBezTo>
                      <a:pt x="213" y="440"/>
                      <a:pt x="244" y="483"/>
                      <a:pt x="250" y="504"/>
                    </a:cubicBezTo>
                    <a:cubicBezTo>
                      <a:pt x="250" y="504"/>
                      <a:pt x="250" y="504"/>
                      <a:pt x="250" y="504"/>
                    </a:cubicBezTo>
                    <a:cubicBezTo>
                      <a:pt x="256" y="483"/>
                      <a:pt x="289" y="440"/>
                      <a:pt x="307" y="418"/>
                    </a:cubicBezTo>
                    <a:cubicBezTo>
                      <a:pt x="326" y="395"/>
                      <a:pt x="369" y="363"/>
                      <a:pt x="398" y="351"/>
                    </a:cubicBezTo>
                    <a:cubicBezTo>
                      <a:pt x="428" y="339"/>
                      <a:pt x="444" y="338"/>
                      <a:pt x="455" y="322"/>
                    </a:cubicBezTo>
                    <a:cubicBezTo>
                      <a:pt x="455" y="321"/>
                      <a:pt x="455" y="321"/>
                      <a:pt x="455" y="321"/>
                    </a:cubicBezTo>
                    <a:cubicBezTo>
                      <a:pt x="465" y="306"/>
                      <a:pt x="482" y="286"/>
                      <a:pt x="501" y="269"/>
                    </a:cubicBezTo>
                    <a:cubicBezTo>
                      <a:pt x="471" y="289"/>
                      <a:pt x="439" y="293"/>
                      <a:pt x="417" y="266"/>
                    </a:cubicBezTo>
                    <a:close/>
                  </a:path>
                </a:pathLst>
              </a:custGeom>
              <a:solidFill>
                <a:srgbClr val="FDC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8" name="Freeform 190">
                <a:extLst>
                  <a:ext uri="{FF2B5EF4-FFF2-40B4-BE49-F238E27FC236}">
                    <a16:creationId xmlns:a16="http://schemas.microsoft.com/office/drawing/2014/main" id="{C14E8459-8249-48B7-A0D8-900D9D96E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800"/>
                <a:ext cx="125" cy="672"/>
              </a:xfrm>
              <a:custGeom>
                <a:avLst/>
                <a:gdLst>
                  <a:gd name="T0" fmla="*/ 83 w 50"/>
                  <a:gd name="T1" fmla="*/ 0 h 252"/>
                  <a:gd name="T2" fmla="*/ 158 w 50"/>
                  <a:gd name="T3" fmla="*/ 1251 h 252"/>
                  <a:gd name="T4" fmla="*/ 158 w 50"/>
                  <a:gd name="T5" fmla="*/ 2752 h 252"/>
                  <a:gd name="T6" fmla="*/ 158 w 50"/>
                  <a:gd name="T7" fmla="*/ 4096 h 252"/>
                  <a:gd name="T8" fmla="*/ 783 w 50"/>
                  <a:gd name="T9" fmla="*/ 4459 h 252"/>
                  <a:gd name="T10" fmla="*/ 313 w 50"/>
                  <a:gd name="T11" fmla="*/ 3413 h 252"/>
                  <a:gd name="T12" fmla="*/ 300 w 50"/>
                  <a:gd name="T13" fmla="*/ 2296 h 252"/>
                  <a:gd name="T14" fmla="*/ 333 w 50"/>
                  <a:gd name="T15" fmla="*/ 1101 h 252"/>
                  <a:gd name="T16" fmla="*/ 188 w 50"/>
                  <a:gd name="T17" fmla="*/ 568 h 252"/>
                  <a:gd name="T18" fmla="*/ 83 w 50"/>
                  <a:gd name="T19" fmla="*/ 35 h 2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252">
                    <a:moveTo>
                      <a:pt x="5" y="0"/>
                    </a:moveTo>
                    <a:cubicBezTo>
                      <a:pt x="0" y="20"/>
                      <a:pt x="9" y="46"/>
                      <a:pt x="10" y="66"/>
                    </a:cubicBezTo>
                    <a:cubicBezTo>
                      <a:pt x="11" y="92"/>
                      <a:pt x="11" y="118"/>
                      <a:pt x="10" y="145"/>
                    </a:cubicBezTo>
                    <a:cubicBezTo>
                      <a:pt x="9" y="167"/>
                      <a:pt x="5" y="194"/>
                      <a:pt x="10" y="216"/>
                    </a:cubicBezTo>
                    <a:cubicBezTo>
                      <a:pt x="14" y="238"/>
                      <a:pt x="30" y="252"/>
                      <a:pt x="50" y="235"/>
                    </a:cubicBezTo>
                    <a:cubicBezTo>
                      <a:pt x="21" y="230"/>
                      <a:pt x="24" y="203"/>
                      <a:pt x="20" y="180"/>
                    </a:cubicBezTo>
                    <a:cubicBezTo>
                      <a:pt x="16" y="162"/>
                      <a:pt x="19" y="140"/>
                      <a:pt x="19" y="121"/>
                    </a:cubicBezTo>
                    <a:cubicBezTo>
                      <a:pt x="19" y="101"/>
                      <a:pt x="26" y="79"/>
                      <a:pt x="21" y="58"/>
                    </a:cubicBezTo>
                    <a:cubicBezTo>
                      <a:pt x="18" y="49"/>
                      <a:pt x="14" y="40"/>
                      <a:pt x="12" y="30"/>
                    </a:cubicBezTo>
                    <a:cubicBezTo>
                      <a:pt x="10" y="23"/>
                      <a:pt x="3" y="8"/>
                      <a:pt x="5" y="2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9" name="Freeform 191">
                <a:extLst>
                  <a:ext uri="{FF2B5EF4-FFF2-40B4-BE49-F238E27FC236}">
                    <a16:creationId xmlns:a16="http://schemas.microsoft.com/office/drawing/2014/main" id="{6E1B7B29-EEA6-4184-812F-7F028FF90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077"/>
                <a:ext cx="120" cy="371"/>
              </a:xfrm>
              <a:custGeom>
                <a:avLst/>
                <a:gdLst>
                  <a:gd name="T0" fmla="*/ 33 w 48"/>
                  <a:gd name="T1" fmla="*/ 948 h 139"/>
                  <a:gd name="T2" fmla="*/ 750 w 48"/>
                  <a:gd name="T3" fmla="*/ 2642 h 139"/>
                  <a:gd name="T4" fmla="*/ 208 w 48"/>
                  <a:gd name="T5" fmla="*/ 1332 h 139"/>
                  <a:gd name="T6" fmla="*/ 125 w 48"/>
                  <a:gd name="T7" fmla="*/ 0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39">
                    <a:moveTo>
                      <a:pt x="2" y="50"/>
                    </a:moveTo>
                    <a:cubicBezTo>
                      <a:pt x="0" y="80"/>
                      <a:pt x="12" y="135"/>
                      <a:pt x="48" y="139"/>
                    </a:cubicBezTo>
                    <a:cubicBezTo>
                      <a:pt x="30" y="124"/>
                      <a:pt x="17" y="92"/>
                      <a:pt x="13" y="70"/>
                    </a:cubicBezTo>
                    <a:cubicBezTo>
                      <a:pt x="9" y="50"/>
                      <a:pt x="1" y="21"/>
                      <a:pt x="8" y="0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0" name="Freeform 192">
                <a:extLst>
                  <a:ext uri="{FF2B5EF4-FFF2-40B4-BE49-F238E27FC236}">
                    <a16:creationId xmlns:a16="http://schemas.microsoft.com/office/drawing/2014/main" id="{19718746-842E-4224-BF93-0DF849F82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536"/>
                <a:ext cx="30" cy="435"/>
              </a:xfrm>
              <a:custGeom>
                <a:avLst/>
                <a:gdLst>
                  <a:gd name="T0" fmla="*/ 63 w 12"/>
                  <a:gd name="T1" fmla="*/ 77 h 163"/>
                  <a:gd name="T2" fmla="*/ 145 w 12"/>
                  <a:gd name="T3" fmla="*/ 1695 h 163"/>
                  <a:gd name="T4" fmla="*/ 83 w 12"/>
                  <a:gd name="T5" fmla="*/ 3098 h 163"/>
                  <a:gd name="T6" fmla="*/ 20 w 12"/>
                  <a:gd name="T7" fmla="*/ 1388 h 163"/>
                  <a:gd name="T8" fmla="*/ 0 w 12"/>
                  <a:gd name="T9" fmla="*/ 627 h 163"/>
                  <a:gd name="T10" fmla="*/ 0 w 12"/>
                  <a:gd name="T11" fmla="*/ 0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3">
                    <a:moveTo>
                      <a:pt x="4" y="4"/>
                    </a:moveTo>
                    <a:cubicBezTo>
                      <a:pt x="9" y="32"/>
                      <a:pt x="8" y="61"/>
                      <a:pt x="9" y="89"/>
                    </a:cubicBezTo>
                    <a:cubicBezTo>
                      <a:pt x="10" y="111"/>
                      <a:pt x="12" y="142"/>
                      <a:pt x="5" y="163"/>
                    </a:cubicBezTo>
                    <a:cubicBezTo>
                      <a:pt x="5" y="133"/>
                      <a:pt x="2" y="103"/>
                      <a:pt x="1" y="73"/>
                    </a:cubicBezTo>
                    <a:cubicBezTo>
                      <a:pt x="0" y="60"/>
                      <a:pt x="0" y="46"/>
                      <a:pt x="0" y="33"/>
                    </a:cubicBezTo>
                    <a:cubicBezTo>
                      <a:pt x="0" y="23"/>
                      <a:pt x="5" y="10"/>
                      <a:pt x="0" y="0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1" name="Freeform 193">
                <a:extLst>
                  <a:ext uri="{FF2B5EF4-FFF2-40B4-BE49-F238E27FC236}">
                    <a16:creationId xmlns:a16="http://schemas.microsoft.com/office/drawing/2014/main" id="{689AF90A-8CF5-402C-A5C1-B8BA55085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832"/>
                <a:ext cx="495" cy="1021"/>
              </a:xfrm>
              <a:custGeom>
                <a:avLst/>
                <a:gdLst>
                  <a:gd name="T0" fmla="*/ 1783 w 198"/>
                  <a:gd name="T1" fmla="*/ 4300 h 383"/>
                  <a:gd name="T2" fmla="*/ 1470 w 198"/>
                  <a:gd name="T3" fmla="*/ 2125 h 383"/>
                  <a:gd name="T4" fmla="*/ 563 w 198"/>
                  <a:gd name="T5" fmla="*/ 818 h 383"/>
                  <a:gd name="T6" fmla="*/ 208 w 198"/>
                  <a:gd name="T7" fmla="*/ 56 h 383"/>
                  <a:gd name="T8" fmla="*/ 83 w 198"/>
                  <a:gd name="T9" fmla="*/ 0 h 383"/>
                  <a:gd name="T10" fmla="*/ 300 w 198"/>
                  <a:gd name="T11" fmla="*/ 930 h 383"/>
                  <a:gd name="T12" fmla="*/ 800 w 198"/>
                  <a:gd name="T13" fmla="*/ 1727 h 383"/>
                  <a:gd name="T14" fmla="*/ 1125 w 198"/>
                  <a:gd name="T15" fmla="*/ 2751 h 383"/>
                  <a:gd name="T16" fmla="*/ 1220 w 198"/>
                  <a:gd name="T17" fmla="*/ 3865 h 383"/>
                  <a:gd name="T18" fmla="*/ 1625 w 198"/>
                  <a:gd name="T19" fmla="*/ 4641 h 383"/>
                  <a:gd name="T20" fmla="*/ 1250 w 198"/>
                  <a:gd name="T21" fmla="*/ 5529 h 383"/>
                  <a:gd name="T22" fmla="*/ 470 w 198"/>
                  <a:gd name="T23" fmla="*/ 6310 h 383"/>
                  <a:gd name="T24" fmla="*/ 0 w 198"/>
                  <a:gd name="T25" fmla="*/ 7256 h 383"/>
                  <a:gd name="T26" fmla="*/ 63 w 198"/>
                  <a:gd name="T27" fmla="*/ 7176 h 383"/>
                  <a:gd name="T28" fmla="*/ 1488 w 198"/>
                  <a:gd name="T29" fmla="*/ 5913 h 383"/>
                  <a:gd name="T30" fmla="*/ 2375 w 198"/>
                  <a:gd name="T31" fmla="*/ 5358 h 383"/>
                  <a:gd name="T32" fmla="*/ 2375 w 198"/>
                  <a:gd name="T33" fmla="*/ 5345 h 383"/>
                  <a:gd name="T34" fmla="*/ 3095 w 198"/>
                  <a:gd name="T35" fmla="*/ 4356 h 383"/>
                  <a:gd name="T36" fmla="*/ 1783 w 198"/>
                  <a:gd name="T37" fmla="*/ 4300 h 38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98" h="383">
                    <a:moveTo>
                      <a:pt x="114" y="227"/>
                    </a:moveTo>
                    <a:cubicBezTo>
                      <a:pt x="80" y="180"/>
                      <a:pt x="100" y="131"/>
                      <a:pt x="94" y="112"/>
                    </a:cubicBezTo>
                    <a:cubicBezTo>
                      <a:pt x="88" y="92"/>
                      <a:pt x="54" y="65"/>
                      <a:pt x="36" y="43"/>
                    </a:cubicBezTo>
                    <a:cubicBezTo>
                      <a:pt x="26" y="32"/>
                      <a:pt x="18" y="16"/>
                      <a:pt x="13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2" y="16"/>
                      <a:pt x="11" y="34"/>
                      <a:pt x="19" y="49"/>
                    </a:cubicBezTo>
                    <a:cubicBezTo>
                      <a:pt x="26" y="65"/>
                      <a:pt x="40" y="77"/>
                      <a:pt x="51" y="91"/>
                    </a:cubicBezTo>
                    <a:cubicBezTo>
                      <a:pt x="62" y="106"/>
                      <a:pt x="71" y="126"/>
                      <a:pt x="72" y="145"/>
                    </a:cubicBezTo>
                    <a:cubicBezTo>
                      <a:pt x="73" y="166"/>
                      <a:pt x="71" y="184"/>
                      <a:pt x="78" y="204"/>
                    </a:cubicBezTo>
                    <a:cubicBezTo>
                      <a:pt x="84" y="219"/>
                      <a:pt x="102" y="230"/>
                      <a:pt x="104" y="245"/>
                    </a:cubicBezTo>
                    <a:cubicBezTo>
                      <a:pt x="106" y="263"/>
                      <a:pt x="92" y="281"/>
                      <a:pt x="80" y="292"/>
                    </a:cubicBezTo>
                    <a:cubicBezTo>
                      <a:pt x="64" y="307"/>
                      <a:pt x="44" y="317"/>
                      <a:pt x="30" y="333"/>
                    </a:cubicBezTo>
                    <a:cubicBezTo>
                      <a:pt x="18" y="348"/>
                      <a:pt x="8" y="365"/>
                      <a:pt x="0" y="383"/>
                    </a:cubicBezTo>
                    <a:cubicBezTo>
                      <a:pt x="2" y="382"/>
                      <a:pt x="3" y="380"/>
                      <a:pt x="4" y="379"/>
                    </a:cubicBezTo>
                    <a:cubicBezTo>
                      <a:pt x="23" y="356"/>
                      <a:pt x="66" y="324"/>
                      <a:pt x="95" y="312"/>
                    </a:cubicBezTo>
                    <a:cubicBezTo>
                      <a:pt x="125" y="300"/>
                      <a:pt x="141" y="299"/>
                      <a:pt x="152" y="283"/>
                    </a:cubicBezTo>
                    <a:cubicBezTo>
                      <a:pt x="152" y="282"/>
                      <a:pt x="152" y="282"/>
                      <a:pt x="152" y="282"/>
                    </a:cubicBezTo>
                    <a:cubicBezTo>
                      <a:pt x="162" y="267"/>
                      <a:pt x="179" y="247"/>
                      <a:pt x="198" y="230"/>
                    </a:cubicBezTo>
                    <a:cubicBezTo>
                      <a:pt x="168" y="250"/>
                      <a:pt x="136" y="254"/>
                      <a:pt x="114" y="227"/>
                    </a:cubicBezTo>
                    <a:close/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2" name="Freeform 194">
                <a:extLst>
                  <a:ext uri="{FF2B5EF4-FFF2-40B4-BE49-F238E27FC236}">
                    <a16:creationId xmlns:a16="http://schemas.microsoft.com/office/drawing/2014/main" id="{47E59ACE-CF7C-493A-B7D5-644B9B5E4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488"/>
                <a:ext cx="95" cy="397"/>
              </a:xfrm>
              <a:custGeom>
                <a:avLst/>
                <a:gdLst>
                  <a:gd name="T0" fmla="*/ 0 w 38"/>
                  <a:gd name="T1" fmla="*/ 115 h 149"/>
                  <a:gd name="T2" fmla="*/ 563 w 38"/>
                  <a:gd name="T3" fmla="*/ 2819 h 149"/>
                  <a:gd name="T4" fmla="*/ 500 w 38"/>
                  <a:gd name="T5" fmla="*/ 1364 h 149"/>
                  <a:gd name="T6" fmla="*/ 500 w 38"/>
                  <a:gd name="T7" fmla="*/ 0 h 149"/>
                  <a:gd name="T8" fmla="*/ 250 w 38"/>
                  <a:gd name="T9" fmla="*/ 136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49">
                    <a:moveTo>
                      <a:pt x="0" y="6"/>
                    </a:moveTo>
                    <a:cubicBezTo>
                      <a:pt x="33" y="40"/>
                      <a:pt x="29" y="105"/>
                      <a:pt x="36" y="149"/>
                    </a:cubicBezTo>
                    <a:cubicBezTo>
                      <a:pt x="38" y="124"/>
                      <a:pt x="34" y="97"/>
                      <a:pt x="32" y="72"/>
                    </a:cubicBezTo>
                    <a:cubicBezTo>
                      <a:pt x="30" y="48"/>
                      <a:pt x="33" y="24"/>
                      <a:pt x="32" y="0"/>
                    </a:cubicBezTo>
                    <a:cubicBezTo>
                      <a:pt x="29" y="6"/>
                      <a:pt x="23" y="11"/>
                      <a:pt x="16" y="7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3" name="Freeform 195">
                <a:extLst>
                  <a:ext uri="{FF2B5EF4-FFF2-40B4-BE49-F238E27FC236}">
                    <a16:creationId xmlns:a16="http://schemas.microsoft.com/office/drawing/2014/main" id="{FF551BB3-E0C9-4B93-AF4E-0FBA20596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472"/>
                <a:ext cx="90" cy="307"/>
              </a:xfrm>
              <a:custGeom>
                <a:avLst/>
                <a:gdLst>
                  <a:gd name="T0" fmla="*/ 0 w 36"/>
                  <a:gd name="T1" fmla="*/ 227 h 115"/>
                  <a:gd name="T2" fmla="*/ 520 w 36"/>
                  <a:gd name="T3" fmla="*/ 0 h 115"/>
                  <a:gd name="T4" fmla="*/ 488 w 36"/>
                  <a:gd name="T5" fmla="*/ 286 h 115"/>
                  <a:gd name="T6" fmla="*/ 408 w 36"/>
                  <a:gd name="T7" fmla="*/ 854 h 115"/>
                  <a:gd name="T8" fmla="*/ 283 w 36"/>
                  <a:gd name="T9" fmla="*/ 2189 h 115"/>
                  <a:gd name="T10" fmla="*/ 313 w 36"/>
                  <a:gd name="T11" fmla="*/ 948 h 115"/>
                  <a:gd name="T12" fmla="*/ 95 w 36"/>
                  <a:gd name="T13" fmla="*/ 342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15">
                    <a:moveTo>
                      <a:pt x="0" y="12"/>
                    </a:moveTo>
                    <a:cubicBezTo>
                      <a:pt x="10" y="15"/>
                      <a:pt x="27" y="9"/>
                      <a:pt x="33" y="0"/>
                    </a:cubicBezTo>
                    <a:cubicBezTo>
                      <a:pt x="36" y="4"/>
                      <a:pt x="32" y="11"/>
                      <a:pt x="31" y="15"/>
                    </a:cubicBezTo>
                    <a:cubicBezTo>
                      <a:pt x="29" y="25"/>
                      <a:pt x="27" y="35"/>
                      <a:pt x="26" y="45"/>
                    </a:cubicBezTo>
                    <a:cubicBezTo>
                      <a:pt x="22" y="68"/>
                      <a:pt x="17" y="92"/>
                      <a:pt x="18" y="115"/>
                    </a:cubicBezTo>
                    <a:cubicBezTo>
                      <a:pt x="18" y="93"/>
                      <a:pt x="21" y="71"/>
                      <a:pt x="20" y="50"/>
                    </a:cubicBezTo>
                    <a:cubicBezTo>
                      <a:pt x="20" y="41"/>
                      <a:pt x="15" y="22"/>
                      <a:pt x="6" y="18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4" name="Freeform 196">
                <a:extLst>
                  <a:ext uri="{FF2B5EF4-FFF2-40B4-BE49-F238E27FC236}">
                    <a16:creationId xmlns:a16="http://schemas.microsoft.com/office/drawing/2014/main" id="{FD5F88D2-CB3E-44DB-BDBD-C4F8C8B59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395"/>
                <a:ext cx="195" cy="160"/>
              </a:xfrm>
              <a:custGeom>
                <a:avLst/>
                <a:gdLst>
                  <a:gd name="T0" fmla="*/ 0 w 78"/>
                  <a:gd name="T1" fmla="*/ 605 h 60"/>
                  <a:gd name="T2" fmla="*/ 158 w 78"/>
                  <a:gd name="T3" fmla="*/ 832 h 60"/>
                  <a:gd name="T4" fmla="*/ 375 w 78"/>
                  <a:gd name="T5" fmla="*/ 1139 h 60"/>
                  <a:gd name="T6" fmla="*/ 958 w 78"/>
                  <a:gd name="T7" fmla="*/ 739 h 60"/>
                  <a:gd name="T8" fmla="*/ 1188 w 78"/>
                  <a:gd name="T9" fmla="*/ 0 h 60"/>
                  <a:gd name="T10" fmla="*/ 908 w 78"/>
                  <a:gd name="T11" fmla="*/ 589 h 60"/>
                  <a:gd name="T12" fmla="*/ 250 w 78"/>
                  <a:gd name="T13" fmla="*/ 875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60">
                    <a:moveTo>
                      <a:pt x="0" y="32"/>
                    </a:moveTo>
                    <a:cubicBezTo>
                      <a:pt x="3" y="36"/>
                      <a:pt x="7" y="40"/>
                      <a:pt x="10" y="44"/>
                    </a:cubicBezTo>
                    <a:cubicBezTo>
                      <a:pt x="14" y="48"/>
                      <a:pt x="18" y="59"/>
                      <a:pt x="24" y="60"/>
                    </a:cubicBezTo>
                    <a:cubicBezTo>
                      <a:pt x="33" y="48"/>
                      <a:pt x="48" y="46"/>
                      <a:pt x="61" y="39"/>
                    </a:cubicBezTo>
                    <a:cubicBezTo>
                      <a:pt x="77" y="30"/>
                      <a:pt x="78" y="17"/>
                      <a:pt x="76" y="0"/>
                    </a:cubicBezTo>
                    <a:cubicBezTo>
                      <a:pt x="71" y="12"/>
                      <a:pt x="67" y="22"/>
                      <a:pt x="58" y="31"/>
                    </a:cubicBezTo>
                    <a:cubicBezTo>
                      <a:pt x="45" y="43"/>
                      <a:pt x="32" y="45"/>
                      <a:pt x="16" y="46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5" name="Freeform 197">
                <a:extLst>
                  <a:ext uri="{FF2B5EF4-FFF2-40B4-BE49-F238E27FC236}">
                    <a16:creationId xmlns:a16="http://schemas.microsoft.com/office/drawing/2014/main" id="{D9C418AB-4B99-498F-BB94-3DF18F8F6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728"/>
                <a:ext cx="410" cy="645"/>
              </a:xfrm>
              <a:custGeom>
                <a:avLst/>
                <a:gdLst>
                  <a:gd name="T0" fmla="*/ 2333 w 164"/>
                  <a:gd name="T1" fmla="*/ 35 h 242"/>
                  <a:gd name="T2" fmla="*/ 2083 w 164"/>
                  <a:gd name="T3" fmla="*/ 21 h 242"/>
                  <a:gd name="T4" fmla="*/ 1863 w 164"/>
                  <a:gd name="T5" fmla="*/ 35 h 242"/>
                  <a:gd name="T6" fmla="*/ 1470 w 164"/>
                  <a:gd name="T7" fmla="*/ 362 h 242"/>
                  <a:gd name="T8" fmla="*/ 1395 w 164"/>
                  <a:gd name="T9" fmla="*/ 490 h 242"/>
                  <a:gd name="T10" fmla="*/ 958 w 164"/>
                  <a:gd name="T11" fmla="*/ 1557 h 242"/>
                  <a:gd name="T12" fmla="*/ 33 w 164"/>
                  <a:gd name="T13" fmla="*/ 2855 h 242"/>
                  <a:gd name="T14" fmla="*/ 50 w 164"/>
                  <a:gd name="T15" fmla="*/ 3750 h 242"/>
                  <a:gd name="T16" fmla="*/ 188 w 164"/>
                  <a:gd name="T17" fmla="*/ 3993 h 242"/>
                  <a:gd name="T18" fmla="*/ 283 w 164"/>
                  <a:gd name="T19" fmla="*/ 3468 h 242"/>
                  <a:gd name="T20" fmla="*/ 408 w 164"/>
                  <a:gd name="T21" fmla="*/ 3638 h 242"/>
                  <a:gd name="T22" fmla="*/ 488 w 164"/>
                  <a:gd name="T23" fmla="*/ 3673 h 242"/>
                  <a:gd name="T24" fmla="*/ 520 w 164"/>
                  <a:gd name="T25" fmla="*/ 3878 h 242"/>
                  <a:gd name="T26" fmla="*/ 625 w 164"/>
                  <a:gd name="T27" fmla="*/ 4582 h 242"/>
                  <a:gd name="T28" fmla="*/ 625 w 164"/>
                  <a:gd name="T29" fmla="*/ 3750 h 242"/>
                  <a:gd name="T30" fmla="*/ 800 w 164"/>
                  <a:gd name="T31" fmla="*/ 2593 h 242"/>
                  <a:gd name="T32" fmla="*/ 1033 w 164"/>
                  <a:gd name="T33" fmla="*/ 1988 h 242"/>
                  <a:gd name="T34" fmla="*/ 1375 w 164"/>
                  <a:gd name="T35" fmla="*/ 1613 h 242"/>
                  <a:gd name="T36" fmla="*/ 1625 w 164"/>
                  <a:gd name="T37" fmla="*/ 930 h 242"/>
                  <a:gd name="T38" fmla="*/ 1908 w 164"/>
                  <a:gd name="T39" fmla="*/ 456 h 242"/>
                  <a:gd name="T40" fmla="*/ 2238 w 164"/>
                  <a:gd name="T41" fmla="*/ 149 h 242"/>
                  <a:gd name="T42" fmla="*/ 2563 w 164"/>
                  <a:gd name="T43" fmla="*/ 35 h 242"/>
                  <a:gd name="T44" fmla="*/ 2333 w 164"/>
                  <a:gd name="T45" fmla="*/ 35 h 24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4" h="242">
                    <a:moveTo>
                      <a:pt x="149" y="2"/>
                    </a:moveTo>
                    <a:cubicBezTo>
                      <a:pt x="143" y="2"/>
                      <a:pt x="137" y="2"/>
                      <a:pt x="133" y="1"/>
                    </a:cubicBezTo>
                    <a:cubicBezTo>
                      <a:pt x="125" y="0"/>
                      <a:pt x="122" y="0"/>
                      <a:pt x="119" y="2"/>
                    </a:cubicBezTo>
                    <a:cubicBezTo>
                      <a:pt x="113" y="7"/>
                      <a:pt x="104" y="15"/>
                      <a:pt x="94" y="19"/>
                    </a:cubicBezTo>
                    <a:cubicBezTo>
                      <a:pt x="90" y="20"/>
                      <a:pt x="89" y="24"/>
                      <a:pt x="89" y="26"/>
                    </a:cubicBezTo>
                    <a:cubicBezTo>
                      <a:pt x="87" y="38"/>
                      <a:pt x="75" y="65"/>
                      <a:pt x="61" y="82"/>
                    </a:cubicBezTo>
                    <a:cubicBezTo>
                      <a:pt x="42" y="104"/>
                      <a:pt x="8" y="131"/>
                      <a:pt x="2" y="151"/>
                    </a:cubicBezTo>
                    <a:cubicBezTo>
                      <a:pt x="0" y="160"/>
                      <a:pt x="3" y="177"/>
                      <a:pt x="3" y="198"/>
                    </a:cubicBezTo>
                    <a:cubicBezTo>
                      <a:pt x="5" y="205"/>
                      <a:pt x="8" y="210"/>
                      <a:pt x="12" y="211"/>
                    </a:cubicBezTo>
                    <a:cubicBezTo>
                      <a:pt x="15" y="204"/>
                      <a:pt x="16" y="192"/>
                      <a:pt x="18" y="183"/>
                    </a:cubicBezTo>
                    <a:cubicBezTo>
                      <a:pt x="22" y="184"/>
                      <a:pt x="22" y="190"/>
                      <a:pt x="26" y="192"/>
                    </a:cubicBezTo>
                    <a:cubicBezTo>
                      <a:pt x="27" y="194"/>
                      <a:pt x="29" y="192"/>
                      <a:pt x="31" y="194"/>
                    </a:cubicBezTo>
                    <a:cubicBezTo>
                      <a:pt x="33" y="196"/>
                      <a:pt x="33" y="203"/>
                      <a:pt x="33" y="205"/>
                    </a:cubicBezTo>
                    <a:cubicBezTo>
                      <a:pt x="34" y="218"/>
                      <a:pt x="36" y="229"/>
                      <a:pt x="40" y="242"/>
                    </a:cubicBezTo>
                    <a:cubicBezTo>
                      <a:pt x="39" y="227"/>
                      <a:pt x="38" y="213"/>
                      <a:pt x="40" y="198"/>
                    </a:cubicBezTo>
                    <a:cubicBezTo>
                      <a:pt x="43" y="178"/>
                      <a:pt x="47" y="157"/>
                      <a:pt x="51" y="137"/>
                    </a:cubicBezTo>
                    <a:cubicBezTo>
                      <a:pt x="53" y="125"/>
                      <a:pt x="59" y="115"/>
                      <a:pt x="66" y="105"/>
                    </a:cubicBezTo>
                    <a:cubicBezTo>
                      <a:pt x="72" y="96"/>
                      <a:pt x="80" y="92"/>
                      <a:pt x="88" y="85"/>
                    </a:cubicBezTo>
                    <a:cubicBezTo>
                      <a:pt x="97" y="75"/>
                      <a:pt x="101" y="62"/>
                      <a:pt x="104" y="49"/>
                    </a:cubicBezTo>
                    <a:cubicBezTo>
                      <a:pt x="108" y="37"/>
                      <a:pt x="114" y="32"/>
                      <a:pt x="122" y="24"/>
                    </a:cubicBezTo>
                    <a:cubicBezTo>
                      <a:pt x="129" y="17"/>
                      <a:pt x="134" y="11"/>
                      <a:pt x="143" y="8"/>
                    </a:cubicBezTo>
                    <a:cubicBezTo>
                      <a:pt x="149" y="5"/>
                      <a:pt x="158" y="4"/>
                      <a:pt x="164" y="2"/>
                    </a:cubicBezTo>
                    <a:cubicBezTo>
                      <a:pt x="160" y="2"/>
                      <a:pt x="155" y="2"/>
                      <a:pt x="149" y="2"/>
                    </a:cubicBezTo>
                    <a:close/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6" name="Freeform 198">
                <a:extLst>
                  <a:ext uri="{FF2B5EF4-FFF2-40B4-BE49-F238E27FC236}">
                    <a16:creationId xmlns:a16="http://schemas.microsoft.com/office/drawing/2014/main" id="{363CC525-F412-470A-948E-D3DDA2C92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1731"/>
                <a:ext cx="90" cy="760"/>
              </a:xfrm>
              <a:custGeom>
                <a:avLst/>
                <a:gdLst>
                  <a:gd name="T0" fmla="*/ 0 w 36"/>
                  <a:gd name="T1" fmla="*/ 376 h 285"/>
                  <a:gd name="T2" fmla="*/ 158 w 36"/>
                  <a:gd name="T3" fmla="*/ 477 h 285"/>
                  <a:gd name="T4" fmla="*/ 270 w 36"/>
                  <a:gd name="T5" fmla="*/ 797 h 285"/>
                  <a:gd name="T6" fmla="*/ 300 w 36"/>
                  <a:gd name="T7" fmla="*/ 1571 h 285"/>
                  <a:gd name="T8" fmla="*/ 300 w 36"/>
                  <a:gd name="T9" fmla="*/ 2867 h 285"/>
                  <a:gd name="T10" fmla="*/ 345 w 36"/>
                  <a:gd name="T11" fmla="*/ 4232 h 285"/>
                  <a:gd name="T12" fmla="*/ 300 w 36"/>
                  <a:gd name="T13" fmla="*/ 4928 h 285"/>
                  <a:gd name="T14" fmla="*/ 158 w 36"/>
                  <a:gd name="T15" fmla="*/ 5405 h 285"/>
                  <a:gd name="T16" fmla="*/ 250 w 36"/>
                  <a:gd name="T17" fmla="*/ 5347 h 285"/>
                  <a:gd name="T18" fmla="*/ 375 w 36"/>
                  <a:gd name="T19" fmla="*/ 5312 h 285"/>
                  <a:gd name="T20" fmla="*/ 438 w 36"/>
                  <a:gd name="T21" fmla="*/ 5141 h 285"/>
                  <a:gd name="T22" fmla="*/ 438 w 36"/>
                  <a:gd name="T23" fmla="*/ 4472 h 285"/>
                  <a:gd name="T24" fmla="*/ 500 w 36"/>
                  <a:gd name="T25" fmla="*/ 2979 h 285"/>
                  <a:gd name="T26" fmla="*/ 488 w 36"/>
                  <a:gd name="T27" fmla="*/ 1501 h 285"/>
                  <a:gd name="T28" fmla="*/ 470 w 36"/>
                  <a:gd name="T29" fmla="*/ 589 h 285"/>
                  <a:gd name="T30" fmla="*/ 300 w 36"/>
                  <a:gd name="T31" fmla="*/ 93 h 2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" h="285">
                    <a:moveTo>
                      <a:pt x="0" y="20"/>
                    </a:moveTo>
                    <a:cubicBezTo>
                      <a:pt x="3" y="22"/>
                      <a:pt x="7" y="22"/>
                      <a:pt x="10" y="25"/>
                    </a:cubicBezTo>
                    <a:cubicBezTo>
                      <a:pt x="13" y="29"/>
                      <a:pt x="15" y="37"/>
                      <a:pt x="17" y="42"/>
                    </a:cubicBezTo>
                    <a:cubicBezTo>
                      <a:pt x="21" y="55"/>
                      <a:pt x="20" y="70"/>
                      <a:pt x="19" y="83"/>
                    </a:cubicBezTo>
                    <a:cubicBezTo>
                      <a:pt x="18" y="106"/>
                      <a:pt x="17" y="128"/>
                      <a:pt x="19" y="151"/>
                    </a:cubicBezTo>
                    <a:cubicBezTo>
                      <a:pt x="21" y="175"/>
                      <a:pt x="22" y="199"/>
                      <a:pt x="22" y="223"/>
                    </a:cubicBezTo>
                    <a:cubicBezTo>
                      <a:pt x="21" y="235"/>
                      <a:pt x="20" y="248"/>
                      <a:pt x="19" y="260"/>
                    </a:cubicBezTo>
                    <a:cubicBezTo>
                      <a:pt x="18" y="270"/>
                      <a:pt x="13" y="276"/>
                      <a:pt x="10" y="285"/>
                    </a:cubicBezTo>
                    <a:cubicBezTo>
                      <a:pt x="12" y="284"/>
                      <a:pt x="14" y="282"/>
                      <a:pt x="16" y="282"/>
                    </a:cubicBezTo>
                    <a:cubicBezTo>
                      <a:pt x="18" y="281"/>
                      <a:pt x="22" y="281"/>
                      <a:pt x="24" y="280"/>
                    </a:cubicBezTo>
                    <a:cubicBezTo>
                      <a:pt x="29" y="278"/>
                      <a:pt x="28" y="278"/>
                      <a:pt x="28" y="271"/>
                    </a:cubicBezTo>
                    <a:cubicBezTo>
                      <a:pt x="29" y="260"/>
                      <a:pt x="28" y="248"/>
                      <a:pt x="28" y="236"/>
                    </a:cubicBezTo>
                    <a:cubicBezTo>
                      <a:pt x="28" y="209"/>
                      <a:pt x="30" y="183"/>
                      <a:pt x="32" y="157"/>
                    </a:cubicBezTo>
                    <a:cubicBezTo>
                      <a:pt x="35" y="131"/>
                      <a:pt x="33" y="105"/>
                      <a:pt x="31" y="79"/>
                    </a:cubicBezTo>
                    <a:cubicBezTo>
                      <a:pt x="30" y="63"/>
                      <a:pt x="30" y="47"/>
                      <a:pt x="30" y="31"/>
                    </a:cubicBezTo>
                    <a:cubicBezTo>
                      <a:pt x="31" y="21"/>
                      <a:pt x="36" y="0"/>
                      <a:pt x="19" y="5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7" name="Freeform 199">
                <a:extLst>
                  <a:ext uri="{FF2B5EF4-FFF2-40B4-BE49-F238E27FC236}">
                    <a16:creationId xmlns:a16="http://schemas.microsoft.com/office/drawing/2014/main" id="{3E9A687C-DAA3-439E-B82D-E0596633C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731"/>
                <a:ext cx="175" cy="176"/>
              </a:xfrm>
              <a:custGeom>
                <a:avLst/>
                <a:gdLst>
                  <a:gd name="T0" fmla="*/ 95 w 70"/>
                  <a:gd name="T1" fmla="*/ 512 h 66"/>
                  <a:gd name="T2" fmla="*/ 375 w 70"/>
                  <a:gd name="T3" fmla="*/ 285 h 66"/>
                  <a:gd name="T4" fmla="*/ 720 w 70"/>
                  <a:gd name="T5" fmla="*/ 512 h 66"/>
                  <a:gd name="T6" fmla="*/ 1095 w 70"/>
                  <a:gd name="T7" fmla="*/ 1251 h 66"/>
                  <a:gd name="T8" fmla="*/ 970 w 70"/>
                  <a:gd name="T9" fmla="*/ 512 h 66"/>
                  <a:gd name="T10" fmla="*/ 708 w 70"/>
                  <a:gd name="T11" fmla="*/ 248 h 66"/>
                  <a:gd name="T12" fmla="*/ 550 w 70"/>
                  <a:gd name="T13" fmla="*/ 136 h 66"/>
                  <a:gd name="T14" fmla="*/ 458 w 70"/>
                  <a:gd name="T15" fmla="*/ 0 h 66"/>
                  <a:gd name="T16" fmla="*/ 238 w 70"/>
                  <a:gd name="T17" fmla="*/ 77 h 66"/>
                  <a:gd name="T18" fmla="*/ 0 w 70"/>
                  <a:gd name="T19" fmla="*/ 93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66">
                    <a:moveTo>
                      <a:pt x="6" y="27"/>
                    </a:moveTo>
                    <a:cubicBezTo>
                      <a:pt x="3" y="18"/>
                      <a:pt x="18" y="15"/>
                      <a:pt x="24" y="15"/>
                    </a:cubicBezTo>
                    <a:cubicBezTo>
                      <a:pt x="33" y="15"/>
                      <a:pt x="41" y="20"/>
                      <a:pt x="46" y="27"/>
                    </a:cubicBezTo>
                    <a:cubicBezTo>
                      <a:pt x="56" y="38"/>
                      <a:pt x="63" y="52"/>
                      <a:pt x="70" y="66"/>
                    </a:cubicBezTo>
                    <a:cubicBezTo>
                      <a:pt x="67" y="53"/>
                      <a:pt x="66" y="39"/>
                      <a:pt x="62" y="27"/>
                    </a:cubicBezTo>
                    <a:cubicBezTo>
                      <a:pt x="60" y="20"/>
                      <a:pt x="51" y="17"/>
                      <a:pt x="45" y="13"/>
                    </a:cubicBezTo>
                    <a:cubicBezTo>
                      <a:pt x="42" y="11"/>
                      <a:pt x="38" y="10"/>
                      <a:pt x="35" y="7"/>
                    </a:cubicBezTo>
                    <a:cubicBezTo>
                      <a:pt x="33" y="5"/>
                      <a:pt x="33" y="1"/>
                      <a:pt x="29" y="0"/>
                    </a:cubicBezTo>
                    <a:cubicBezTo>
                      <a:pt x="27" y="0"/>
                      <a:pt x="18" y="4"/>
                      <a:pt x="15" y="4"/>
                    </a:cubicBezTo>
                    <a:cubicBezTo>
                      <a:pt x="10" y="5"/>
                      <a:pt x="5" y="6"/>
                      <a:pt x="0" y="5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8" name="Freeform 200">
                <a:extLst>
                  <a:ext uri="{FF2B5EF4-FFF2-40B4-BE49-F238E27FC236}">
                    <a16:creationId xmlns:a16="http://schemas.microsoft.com/office/drawing/2014/main" id="{0988C116-2732-48E6-A1C0-89A35ADC3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155"/>
                <a:ext cx="95" cy="610"/>
              </a:xfrm>
              <a:custGeom>
                <a:avLst/>
                <a:gdLst>
                  <a:gd name="T0" fmla="*/ 313 w 38"/>
                  <a:gd name="T1" fmla="*/ 306 h 229"/>
                  <a:gd name="T2" fmla="*/ 175 w 38"/>
                  <a:gd name="T3" fmla="*/ 2397 h 229"/>
                  <a:gd name="T4" fmla="*/ 63 w 38"/>
                  <a:gd name="T5" fmla="*/ 3194 h 229"/>
                  <a:gd name="T6" fmla="*/ 63 w 38"/>
                  <a:gd name="T7" fmla="*/ 3796 h 229"/>
                  <a:gd name="T8" fmla="*/ 20 w 38"/>
                  <a:gd name="T9" fmla="*/ 4329 h 229"/>
                  <a:gd name="T10" fmla="*/ 63 w 38"/>
                  <a:gd name="T11" fmla="*/ 4022 h 229"/>
                  <a:gd name="T12" fmla="*/ 158 w 38"/>
                  <a:gd name="T13" fmla="*/ 3399 h 229"/>
                  <a:gd name="T14" fmla="*/ 458 w 38"/>
                  <a:gd name="T15" fmla="*/ 2022 h 229"/>
                  <a:gd name="T16" fmla="*/ 533 w 38"/>
                  <a:gd name="T17" fmla="*/ 1340 h 229"/>
                  <a:gd name="T18" fmla="*/ 595 w 38"/>
                  <a:gd name="T19" fmla="*/ 908 h 229"/>
                  <a:gd name="T20" fmla="*/ 488 w 38"/>
                  <a:gd name="T21" fmla="*/ 546 h 229"/>
                  <a:gd name="T22" fmla="*/ 425 w 38"/>
                  <a:gd name="T23" fmla="*/ 205 h 229"/>
                  <a:gd name="T24" fmla="*/ 313 w 38"/>
                  <a:gd name="T25" fmla="*/ 0 h 2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" h="229">
                    <a:moveTo>
                      <a:pt x="20" y="16"/>
                    </a:moveTo>
                    <a:cubicBezTo>
                      <a:pt x="27" y="39"/>
                      <a:pt x="17" y="104"/>
                      <a:pt x="11" y="127"/>
                    </a:cubicBezTo>
                    <a:cubicBezTo>
                      <a:pt x="8" y="140"/>
                      <a:pt x="5" y="155"/>
                      <a:pt x="4" y="169"/>
                    </a:cubicBezTo>
                    <a:cubicBezTo>
                      <a:pt x="4" y="180"/>
                      <a:pt x="4" y="190"/>
                      <a:pt x="4" y="201"/>
                    </a:cubicBezTo>
                    <a:cubicBezTo>
                      <a:pt x="3" y="210"/>
                      <a:pt x="0" y="220"/>
                      <a:pt x="1" y="229"/>
                    </a:cubicBezTo>
                    <a:cubicBezTo>
                      <a:pt x="1" y="224"/>
                      <a:pt x="3" y="218"/>
                      <a:pt x="4" y="213"/>
                    </a:cubicBezTo>
                    <a:cubicBezTo>
                      <a:pt x="7" y="202"/>
                      <a:pt x="7" y="191"/>
                      <a:pt x="10" y="180"/>
                    </a:cubicBezTo>
                    <a:cubicBezTo>
                      <a:pt x="17" y="157"/>
                      <a:pt x="28" y="132"/>
                      <a:pt x="29" y="107"/>
                    </a:cubicBezTo>
                    <a:cubicBezTo>
                      <a:pt x="29" y="94"/>
                      <a:pt x="32" y="83"/>
                      <a:pt x="34" y="71"/>
                    </a:cubicBezTo>
                    <a:cubicBezTo>
                      <a:pt x="36" y="64"/>
                      <a:pt x="38" y="56"/>
                      <a:pt x="38" y="48"/>
                    </a:cubicBezTo>
                    <a:cubicBezTo>
                      <a:pt x="37" y="41"/>
                      <a:pt x="33" y="36"/>
                      <a:pt x="31" y="29"/>
                    </a:cubicBezTo>
                    <a:cubicBezTo>
                      <a:pt x="29" y="23"/>
                      <a:pt x="30" y="17"/>
                      <a:pt x="27" y="11"/>
                    </a:cubicBezTo>
                    <a:cubicBezTo>
                      <a:pt x="25" y="7"/>
                      <a:pt x="22" y="4"/>
                      <a:pt x="20" y="0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9" name="Freeform 201">
                <a:extLst>
                  <a:ext uri="{FF2B5EF4-FFF2-40B4-BE49-F238E27FC236}">
                    <a16:creationId xmlns:a16="http://schemas.microsoft.com/office/drawing/2014/main" id="{15FBC443-D42E-425C-BA0F-7B303055C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616"/>
                <a:ext cx="223" cy="421"/>
              </a:xfrm>
              <a:custGeom>
                <a:avLst/>
                <a:gdLst>
                  <a:gd name="T0" fmla="*/ 942 w 89"/>
                  <a:gd name="T1" fmla="*/ 362 h 158"/>
                  <a:gd name="T2" fmla="*/ 1055 w 89"/>
                  <a:gd name="T3" fmla="*/ 1194 h 158"/>
                  <a:gd name="T4" fmla="*/ 616 w 89"/>
                  <a:gd name="T5" fmla="*/ 1873 h 158"/>
                  <a:gd name="T6" fmla="*/ 238 w 89"/>
                  <a:gd name="T7" fmla="*/ 2513 h 158"/>
                  <a:gd name="T8" fmla="*/ 0 w 89"/>
                  <a:gd name="T9" fmla="*/ 2990 h 158"/>
                  <a:gd name="T10" fmla="*/ 125 w 89"/>
                  <a:gd name="T11" fmla="*/ 2593 h 158"/>
                  <a:gd name="T12" fmla="*/ 471 w 89"/>
                  <a:gd name="T13" fmla="*/ 1796 h 158"/>
                  <a:gd name="T14" fmla="*/ 754 w 89"/>
                  <a:gd name="T15" fmla="*/ 1023 h 158"/>
                  <a:gd name="T16" fmla="*/ 722 w 89"/>
                  <a:gd name="T17" fmla="*/ 738 h 158"/>
                  <a:gd name="T18" fmla="*/ 679 w 89"/>
                  <a:gd name="T19" fmla="*/ 546 h 1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58">
                    <a:moveTo>
                      <a:pt x="60" y="19"/>
                    </a:moveTo>
                    <a:cubicBezTo>
                      <a:pt x="89" y="0"/>
                      <a:pt x="73" y="52"/>
                      <a:pt x="67" y="63"/>
                    </a:cubicBezTo>
                    <a:cubicBezTo>
                      <a:pt x="59" y="76"/>
                      <a:pt x="48" y="86"/>
                      <a:pt x="39" y="99"/>
                    </a:cubicBezTo>
                    <a:cubicBezTo>
                      <a:pt x="31" y="110"/>
                      <a:pt x="22" y="121"/>
                      <a:pt x="15" y="133"/>
                    </a:cubicBezTo>
                    <a:cubicBezTo>
                      <a:pt x="10" y="141"/>
                      <a:pt x="8" y="152"/>
                      <a:pt x="0" y="158"/>
                    </a:cubicBezTo>
                    <a:cubicBezTo>
                      <a:pt x="0" y="152"/>
                      <a:pt x="5" y="143"/>
                      <a:pt x="8" y="137"/>
                    </a:cubicBezTo>
                    <a:cubicBezTo>
                      <a:pt x="14" y="123"/>
                      <a:pt x="22" y="108"/>
                      <a:pt x="30" y="95"/>
                    </a:cubicBezTo>
                    <a:cubicBezTo>
                      <a:pt x="39" y="82"/>
                      <a:pt x="46" y="70"/>
                      <a:pt x="48" y="54"/>
                    </a:cubicBezTo>
                    <a:cubicBezTo>
                      <a:pt x="48" y="49"/>
                      <a:pt x="48" y="44"/>
                      <a:pt x="46" y="39"/>
                    </a:cubicBezTo>
                    <a:cubicBezTo>
                      <a:pt x="45" y="35"/>
                      <a:pt x="43" y="33"/>
                      <a:pt x="43" y="29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0" name="Freeform 202">
                <a:extLst>
                  <a:ext uri="{FF2B5EF4-FFF2-40B4-BE49-F238E27FC236}">
                    <a16:creationId xmlns:a16="http://schemas.microsoft.com/office/drawing/2014/main" id="{45B05505-AFC3-4A30-AD9E-A8337CF73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3181"/>
                <a:ext cx="48" cy="379"/>
              </a:xfrm>
              <a:custGeom>
                <a:avLst/>
                <a:gdLst>
                  <a:gd name="T0" fmla="*/ 33 w 19"/>
                  <a:gd name="T1" fmla="*/ 0 h 142"/>
                  <a:gd name="T2" fmla="*/ 255 w 19"/>
                  <a:gd name="T3" fmla="*/ 1196 h 142"/>
                  <a:gd name="T4" fmla="*/ 275 w 19"/>
                  <a:gd name="T5" fmla="*/ 2245 h 142"/>
                  <a:gd name="T6" fmla="*/ 255 w 19"/>
                  <a:gd name="T7" fmla="*/ 2586 h 142"/>
                  <a:gd name="T8" fmla="*/ 0 w 19"/>
                  <a:gd name="T9" fmla="*/ 2530 h 142"/>
                  <a:gd name="T10" fmla="*/ 96 w 19"/>
                  <a:gd name="T11" fmla="*/ 2357 h 142"/>
                  <a:gd name="T12" fmla="*/ 159 w 19"/>
                  <a:gd name="T13" fmla="*/ 1938 h 142"/>
                  <a:gd name="T14" fmla="*/ 114 w 19"/>
                  <a:gd name="T15" fmla="*/ 342 h 1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42">
                    <a:moveTo>
                      <a:pt x="2" y="0"/>
                    </a:moveTo>
                    <a:cubicBezTo>
                      <a:pt x="13" y="18"/>
                      <a:pt x="14" y="43"/>
                      <a:pt x="16" y="63"/>
                    </a:cubicBezTo>
                    <a:cubicBezTo>
                      <a:pt x="18" y="81"/>
                      <a:pt x="18" y="100"/>
                      <a:pt x="17" y="118"/>
                    </a:cubicBezTo>
                    <a:cubicBezTo>
                      <a:pt x="17" y="122"/>
                      <a:pt x="19" y="133"/>
                      <a:pt x="16" y="136"/>
                    </a:cubicBezTo>
                    <a:cubicBezTo>
                      <a:pt x="12" y="142"/>
                      <a:pt x="1" y="140"/>
                      <a:pt x="0" y="133"/>
                    </a:cubicBezTo>
                    <a:cubicBezTo>
                      <a:pt x="0" y="132"/>
                      <a:pt x="5" y="125"/>
                      <a:pt x="6" y="124"/>
                    </a:cubicBezTo>
                    <a:cubicBezTo>
                      <a:pt x="9" y="117"/>
                      <a:pt x="10" y="109"/>
                      <a:pt x="10" y="102"/>
                    </a:cubicBezTo>
                    <a:cubicBezTo>
                      <a:pt x="11" y="74"/>
                      <a:pt x="7" y="46"/>
                      <a:pt x="7" y="18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1" name="Freeform 203">
                <a:extLst>
                  <a:ext uri="{FF2B5EF4-FFF2-40B4-BE49-F238E27FC236}">
                    <a16:creationId xmlns:a16="http://schemas.microsoft.com/office/drawing/2014/main" id="{0442DF5A-7CAD-4799-A558-57468B39E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3160"/>
                <a:ext cx="47" cy="432"/>
              </a:xfrm>
              <a:custGeom>
                <a:avLst/>
                <a:gdLst>
                  <a:gd name="T0" fmla="*/ 0 w 19"/>
                  <a:gd name="T1" fmla="*/ 0 h 162"/>
                  <a:gd name="T2" fmla="*/ 183 w 19"/>
                  <a:gd name="T3" fmla="*/ 1728 h 162"/>
                  <a:gd name="T4" fmla="*/ 228 w 19"/>
                  <a:gd name="T5" fmla="*/ 3072 h 162"/>
                  <a:gd name="T6" fmla="*/ 62 w 19"/>
                  <a:gd name="T7" fmla="*/ 2923 h 162"/>
                  <a:gd name="T8" fmla="*/ 153 w 19"/>
                  <a:gd name="T9" fmla="*/ 1955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2">
                    <a:moveTo>
                      <a:pt x="0" y="0"/>
                    </a:moveTo>
                    <a:cubicBezTo>
                      <a:pt x="7" y="31"/>
                      <a:pt x="10" y="60"/>
                      <a:pt x="12" y="91"/>
                    </a:cubicBezTo>
                    <a:cubicBezTo>
                      <a:pt x="14" y="115"/>
                      <a:pt x="19" y="138"/>
                      <a:pt x="15" y="162"/>
                    </a:cubicBezTo>
                    <a:cubicBezTo>
                      <a:pt x="10" y="161"/>
                      <a:pt x="6" y="158"/>
                      <a:pt x="4" y="154"/>
                    </a:cubicBezTo>
                    <a:cubicBezTo>
                      <a:pt x="17" y="142"/>
                      <a:pt x="8" y="118"/>
                      <a:pt x="10" y="103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2" name="Freeform 204">
                <a:extLst>
                  <a:ext uri="{FF2B5EF4-FFF2-40B4-BE49-F238E27FC236}">
                    <a16:creationId xmlns:a16="http://schemas.microsoft.com/office/drawing/2014/main" id="{6D129406-0CA2-47B6-B5F6-30FB6AD0F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3171"/>
                <a:ext cx="43" cy="466"/>
              </a:xfrm>
              <a:custGeom>
                <a:avLst/>
                <a:gdLst>
                  <a:gd name="T0" fmla="*/ 255 w 17"/>
                  <a:gd name="T1" fmla="*/ 0 h 175"/>
                  <a:gd name="T2" fmla="*/ 192 w 17"/>
                  <a:gd name="T3" fmla="*/ 1965 h 175"/>
                  <a:gd name="T4" fmla="*/ 192 w 17"/>
                  <a:gd name="T5" fmla="*/ 2759 h 175"/>
                  <a:gd name="T6" fmla="*/ 0 w 17"/>
                  <a:gd name="T7" fmla="*/ 3100 h 175"/>
                  <a:gd name="T8" fmla="*/ 83 w 17"/>
                  <a:gd name="T9" fmla="*/ 2623 h 175"/>
                  <a:gd name="T10" fmla="*/ 129 w 17"/>
                  <a:gd name="T11" fmla="*/ 1928 h 175"/>
                  <a:gd name="T12" fmla="*/ 147 w 17"/>
                  <a:gd name="T13" fmla="*/ 1169 h 175"/>
                  <a:gd name="T14" fmla="*/ 192 w 17"/>
                  <a:gd name="T15" fmla="*/ 77 h 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75">
                    <a:moveTo>
                      <a:pt x="16" y="0"/>
                    </a:moveTo>
                    <a:cubicBezTo>
                      <a:pt x="6" y="32"/>
                      <a:pt x="12" y="72"/>
                      <a:pt x="12" y="104"/>
                    </a:cubicBezTo>
                    <a:cubicBezTo>
                      <a:pt x="12" y="118"/>
                      <a:pt x="12" y="132"/>
                      <a:pt x="12" y="146"/>
                    </a:cubicBezTo>
                    <a:cubicBezTo>
                      <a:pt x="12" y="150"/>
                      <a:pt x="11" y="175"/>
                      <a:pt x="0" y="164"/>
                    </a:cubicBezTo>
                    <a:cubicBezTo>
                      <a:pt x="7" y="158"/>
                      <a:pt x="5" y="148"/>
                      <a:pt x="5" y="139"/>
                    </a:cubicBezTo>
                    <a:cubicBezTo>
                      <a:pt x="5" y="127"/>
                      <a:pt x="7" y="115"/>
                      <a:pt x="8" y="102"/>
                    </a:cubicBezTo>
                    <a:cubicBezTo>
                      <a:pt x="9" y="89"/>
                      <a:pt x="9" y="76"/>
                      <a:pt x="9" y="62"/>
                    </a:cubicBezTo>
                    <a:cubicBezTo>
                      <a:pt x="10" y="43"/>
                      <a:pt x="17" y="23"/>
                      <a:pt x="12" y="4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3" name="Freeform 205">
                <a:extLst>
                  <a:ext uri="{FF2B5EF4-FFF2-40B4-BE49-F238E27FC236}">
                    <a16:creationId xmlns:a16="http://schemas.microsoft.com/office/drawing/2014/main" id="{9990AE8A-6C90-4E54-8F94-BB7A8A68D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211"/>
                <a:ext cx="80" cy="410"/>
              </a:xfrm>
              <a:custGeom>
                <a:avLst/>
                <a:gdLst>
                  <a:gd name="T0" fmla="*/ 500 w 32"/>
                  <a:gd name="T1" fmla="*/ 0 h 154"/>
                  <a:gd name="T2" fmla="*/ 300 w 32"/>
                  <a:gd name="T3" fmla="*/ 1885 h 154"/>
                  <a:gd name="T4" fmla="*/ 250 w 32"/>
                  <a:gd name="T5" fmla="*/ 2473 h 154"/>
                  <a:gd name="T6" fmla="*/ 0 w 32"/>
                  <a:gd name="T7" fmla="*/ 2793 h 154"/>
                  <a:gd name="T8" fmla="*/ 270 w 32"/>
                  <a:gd name="T9" fmla="*/ 1872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54">
                    <a:moveTo>
                      <a:pt x="32" y="0"/>
                    </a:moveTo>
                    <a:cubicBezTo>
                      <a:pt x="25" y="33"/>
                      <a:pt x="22" y="67"/>
                      <a:pt x="19" y="100"/>
                    </a:cubicBezTo>
                    <a:cubicBezTo>
                      <a:pt x="18" y="111"/>
                      <a:pt x="17" y="121"/>
                      <a:pt x="16" y="131"/>
                    </a:cubicBezTo>
                    <a:cubicBezTo>
                      <a:pt x="15" y="144"/>
                      <a:pt x="15" y="154"/>
                      <a:pt x="0" y="148"/>
                    </a:cubicBezTo>
                    <a:cubicBezTo>
                      <a:pt x="11" y="136"/>
                      <a:pt x="9" y="115"/>
                      <a:pt x="17" y="99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4" name="Freeform 206">
                <a:extLst>
                  <a:ext uri="{FF2B5EF4-FFF2-40B4-BE49-F238E27FC236}">
                    <a16:creationId xmlns:a16="http://schemas.microsoft.com/office/drawing/2014/main" id="{4011A8B8-DFFA-4606-8D40-6EE048A05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3307"/>
                <a:ext cx="55" cy="285"/>
              </a:xfrm>
              <a:custGeom>
                <a:avLst/>
                <a:gdLst>
                  <a:gd name="T0" fmla="*/ 333 w 22"/>
                  <a:gd name="T1" fmla="*/ 0 h 107"/>
                  <a:gd name="T2" fmla="*/ 283 w 22"/>
                  <a:gd name="T3" fmla="*/ 682 h 107"/>
                  <a:gd name="T4" fmla="*/ 300 w 22"/>
                  <a:gd name="T5" fmla="*/ 1318 h 107"/>
                  <a:gd name="T6" fmla="*/ 283 w 22"/>
                  <a:gd name="T7" fmla="*/ 1795 h 107"/>
                  <a:gd name="T8" fmla="*/ 0 w 22"/>
                  <a:gd name="T9" fmla="*/ 2022 h 107"/>
                  <a:gd name="T10" fmla="*/ 188 w 22"/>
                  <a:gd name="T11" fmla="*/ 1454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07">
                    <a:moveTo>
                      <a:pt x="21" y="0"/>
                    </a:moveTo>
                    <a:cubicBezTo>
                      <a:pt x="22" y="12"/>
                      <a:pt x="18" y="25"/>
                      <a:pt x="18" y="36"/>
                    </a:cubicBezTo>
                    <a:cubicBezTo>
                      <a:pt x="18" y="48"/>
                      <a:pt x="19" y="59"/>
                      <a:pt x="19" y="70"/>
                    </a:cubicBezTo>
                    <a:cubicBezTo>
                      <a:pt x="19" y="77"/>
                      <a:pt x="20" y="89"/>
                      <a:pt x="18" y="95"/>
                    </a:cubicBezTo>
                    <a:cubicBezTo>
                      <a:pt x="14" y="103"/>
                      <a:pt x="8" y="104"/>
                      <a:pt x="0" y="107"/>
                    </a:cubicBezTo>
                    <a:cubicBezTo>
                      <a:pt x="6" y="98"/>
                      <a:pt x="12" y="88"/>
                      <a:pt x="12" y="77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5" name="Freeform 207">
                <a:extLst>
                  <a:ext uri="{FF2B5EF4-FFF2-40B4-BE49-F238E27FC236}">
                    <a16:creationId xmlns:a16="http://schemas.microsoft.com/office/drawing/2014/main" id="{2B31200F-2A77-474B-8057-6263DE948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3181"/>
                <a:ext cx="105" cy="379"/>
              </a:xfrm>
              <a:custGeom>
                <a:avLst/>
                <a:gdLst>
                  <a:gd name="T0" fmla="*/ 658 w 42"/>
                  <a:gd name="T1" fmla="*/ 0 h 142"/>
                  <a:gd name="T2" fmla="*/ 425 w 42"/>
                  <a:gd name="T3" fmla="*/ 1788 h 142"/>
                  <a:gd name="T4" fmla="*/ 0 w 42"/>
                  <a:gd name="T5" fmla="*/ 2701 h 142"/>
                  <a:gd name="T6" fmla="*/ 283 w 42"/>
                  <a:gd name="T7" fmla="*/ 2095 h 142"/>
                  <a:gd name="T8" fmla="*/ 520 w 42"/>
                  <a:gd name="T9" fmla="*/ 649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42">
                    <a:moveTo>
                      <a:pt x="42" y="0"/>
                    </a:moveTo>
                    <a:cubicBezTo>
                      <a:pt x="29" y="26"/>
                      <a:pt x="28" y="66"/>
                      <a:pt x="27" y="94"/>
                    </a:cubicBezTo>
                    <a:cubicBezTo>
                      <a:pt x="26" y="120"/>
                      <a:pt x="26" y="135"/>
                      <a:pt x="0" y="142"/>
                    </a:cubicBezTo>
                    <a:cubicBezTo>
                      <a:pt x="11" y="132"/>
                      <a:pt x="17" y="127"/>
                      <a:pt x="18" y="110"/>
                    </a:cubicBezTo>
                    <a:cubicBezTo>
                      <a:pt x="20" y="85"/>
                      <a:pt x="27" y="59"/>
                      <a:pt x="33" y="34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6" name="Freeform 208">
                <a:extLst>
                  <a:ext uri="{FF2B5EF4-FFF2-40B4-BE49-F238E27FC236}">
                    <a16:creationId xmlns:a16="http://schemas.microsoft.com/office/drawing/2014/main" id="{21077D01-1AFB-478B-94B0-1A59AE01A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941"/>
                <a:ext cx="33" cy="142"/>
              </a:xfrm>
              <a:custGeom>
                <a:avLst/>
                <a:gdLst>
                  <a:gd name="T0" fmla="*/ 147 w 13"/>
                  <a:gd name="T1" fmla="*/ 0 h 53"/>
                  <a:gd name="T2" fmla="*/ 0 w 13"/>
                  <a:gd name="T3" fmla="*/ 101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3">
                    <a:moveTo>
                      <a:pt x="9" y="0"/>
                    </a:moveTo>
                    <a:cubicBezTo>
                      <a:pt x="13" y="19"/>
                      <a:pt x="11" y="37"/>
                      <a:pt x="0" y="53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7" name="Freeform 209">
                <a:extLst>
                  <a:ext uri="{FF2B5EF4-FFF2-40B4-BE49-F238E27FC236}">
                    <a16:creationId xmlns:a16="http://schemas.microsoft.com/office/drawing/2014/main" id="{3C6AB392-9DE3-40E6-82C2-3EEFAE785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2635"/>
                <a:ext cx="63" cy="141"/>
              </a:xfrm>
              <a:custGeom>
                <a:avLst/>
                <a:gdLst>
                  <a:gd name="T0" fmla="*/ 318 w 25"/>
                  <a:gd name="T1" fmla="*/ 0 h 53"/>
                  <a:gd name="T2" fmla="*/ 0 w 25"/>
                  <a:gd name="T3" fmla="*/ 99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3">
                    <a:moveTo>
                      <a:pt x="20" y="0"/>
                    </a:moveTo>
                    <a:cubicBezTo>
                      <a:pt x="25" y="21"/>
                      <a:pt x="11" y="38"/>
                      <a:pt x="0" y="53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8" name="Freeform 210">
                <a:extLst>
                  <a:ext uri="{FF2B5EF4-FFF2-40B4-BE49-F238E27FC236}">
                    <a16:creationId xmlns:a16="http://schemas.microsoft.com/office/drawing/2014/main" id="{0FF84935-1FDE-4F77-B747-BC9DBD363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2176"/>
                <a:ext cx="70" cy="43"/>
              </a:xfrm>
              <a:custGeom>
                <a:avLst/>
                <a:gdLst>
                  <a:gd name="T0" fmla="*/ 0 w 28"/>
                  <a:gd name="T1" fmla="*/ 81 h 16"/>
                  <a:gd name="T2" fmla="*/ 438 w 28"/>
                  <a:gd name="T3" fmla="*/ 253 h 16"/>
                  <a:gd name="T4" fmla="*/ 375 w 28"/>
                  <a:gd name="T5" fmla="*/ 59 h 16"/>
                  <a:gd name="T6" fmla="*/ 20 w 28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6">
                    <a:moveTo>
                      <a:pt x="0" y="4"/>
                    </a:moveTo>
                    <a:cubicBezTo>
                      <a:pt x="10" y="5"/>
                      <a:pt x="19" y="16"/>
                      <a:pt x="28" y="13"/>
                    </a:cubicBezTo>
                    <a:cubicBezTo>
                      <a:pt x="27" y="10"/>
                      <a:pt x="25" y="6"/>
                      <a:pt x="24" y="3"/>
                    </a:cubicBezTo>
                    <a:cubicBezTo>
                      <a:pt x="17" y="4"/>
                      <a:pt x="8" y="2"/>
                      <a:pt x="1" y="0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9" name="Freeform 211">
                <a:extLst>
                  <a:ext uri="{FF2B5EF4-FFF2-40B4-BE49-F238E27FC236}">
                    <a16:creationId xmlns:a16="http://schemas.microsoft.com/office/drawing/2014/main" id="{B6E0C0DD-B119-4B45-9AEB-EBBF279DA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1771"/>
                <a:ext cx="108" cy="56"/>
              </a:xfrm>
              <a:custGeom>
                <a:avLst/>
                <a:gdLst>
                  <a:gd name="T0" fmla="*/ 0 w 43"/>
                  <a:gd name="T1" fmla="*/ 248 h 21"/>
                  <a:gd name="T2" fmla="*/ 681 w 43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1">
                    <a:moveTo>
                      <a:pt x="0" y="13"/>
                    </a:moveTo>
                    <a:cubicBezTo>
                      <a:pt x="11" y="21"/>
                      <a:pt x="36" y="11"/>
                      <a:pt x="43" y="0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0" name="Freeform 212">
                <a:extLst>
                  <a:ext uri="{FF2B5EF4-FFF2-40B4-BE49-F238E27FC236}">
                    <a16:creationId xmlns:a16="http://schemas.microsoft.com/office/drawing/2014/main" id="{181869AB-D020-4C55-9B42-90CA76111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861"/>
                <a:ext cx="315" cy="147"/>
              </a:xfrm>
              <a:custGeom>
                <a:avLst/>
                <a:gdLst>
                  <a:gd name="T0" fmla="*/ 0 w 126"/>
                  <a:gd name="T1" fmla="*/ 307 h 55"/>
                  <a:gd name="T2" fmla="*/ 1050 w 126"/>
                  <a:gd name="T3" fmla="*/ 821 h 55"/>
                  <a:gd name="T4" fmla="*/ 1408 w 126"/>
                  <a:gd name="T5" fmla="*/ 799 h 55"/>
                  <a:gd name="T6" fmla="*/ 1970 w 126"/>
                  <a:gd name="T7" fmla="*/ 0 h 55"/>
                  <a:gd name="T8" fmla="*/ 158 w 126"/>
                  <a:gd name="T9" fmla="*/ 286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55">
                    <a:moveTo>
                      <a:pt x="0" y="16"/>
                    </a:moveTo>
                    <a:cubicBezTo>
                      <a:pt x="23" y="25"/>
                      <a:pt x="46" y="30"/>
                      <a:pt x="67" y="43"/>
                    </a:cubicBezTo>
                    <a:cubicBezTo>
                      <a:pt x="78" y="51"/>
                      <a:pt x="81" y="55"/>
                      <a:pt x="90" y="42"/>
                    </a:cubicBezTo>
                    <a:cubicBezTo>
                      <a:pt x="99" y="29"/>
                      <a:pt x="114" y="11"/>
                      <a:pt x="126" y="0"/>
                    </a:cubicBezTo>
                    <a:cubicBezTo>
                      <a:pt x="92" y="30"/>
                      <a:pt x="21" y="23"/>
                      <a:pt x="10" y="15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1" name="Freeform 213">
                <a:extLst>
                  <a:ext uri="{FF2B5EF4-FFF2-40B4-BE49-F238E27FC236}">
                    <a16:creationId xmlns:a16="http://schemas.microsoft.com/office/drawing/2014/main" id="{6CD8E668-D9E3-4410-A6A8-981013690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309"/>
                <a:ext cx="235" cy="646"/>
              </a:xfrm>
              <a:custGeom>
                <a:avLst/>
                <a:gdLst>
                  <a:gd name="T0" fmla="*/ 1033 w 94"/>
                  <a:gd name="T1" fmla="*/ 0 h 242"/>
                  <a:gd name="T2" fmla="*/ 550 w 94"/>
                  <a:gd name="T3" fmla="*/ 1046 h 242"/>
                  <a:gd name="T4" fmla="*/ 250 w 94"/>
                  <a:gd name="T5" fmla="*/ 2168 h 242"/>
                  <a:gd name="T6" fmla="*/ 1470 w 94"/>
                  <a:gd name="T7" fmla="*/ 4239 h 242"/>
                  <a:gd name="T8" fmla="*/ 158 w 94"/>
                  <a:gd name="T9" fmla="*/ 4602 h 242"/>
                  <a:gd name="T10" fmla="*/ 583 w 94"/>
                  <a:gd name="T11" fmla="*/ 3521 h 242"/>
                  <a:gd name="T12" fmla="*/ 20 w 94"/>
                  <a:gd name="T13" fmla="*/ 2095 h 242"/>
                  <a:gd name="T14" fmla="*/ 438 w 94"/>
                  <a:gd name="T15" fmla="*/ 1062 h 242"/>
                  <a:gd name="T16" fmla="*/ 1033 w 94"/>
                  <a:gd name="T17" fmla="*/ 0 h 2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242">
                    <a:moveTo>
                      <a:pt x="66" y="0"/>
                    </a:moveTo>
                    <a:cubicBezTo>
                      <a:pt x="55" y="15"/>
                      <a:pt x="49" y="30"/>
                      <a:pt x="35" y="55"/>
                    </a:cubicBezTo>
                    <a:cubicBezTo>
                      <a:pt x="21" y="80"/>
                      <a:pt x="9" y="93"/>
                      <a:pt x="16" y="114"/>
                    </a:cubicBezTo>
                    <a:cubicBezTo>
                      <a:pt x="23" y="135"/>
                      <a:pt x="79" y="197"/>
                      <a:pt x="94" y="223"/>
                    </a:cubicBezTo>
                    <a:cubicBezTo>
                      <a:pt x="74" y="215"/>
                      <a:pt x="33" y="219"/>
                      <a:pt x="10" y="242"/>
                    </a:cubicBezTo>
                    <a:cubicBezTo>
                      <a:pt x="33" y="224"/>
                      <a:pt x="47" y="226"/>
                      <a:pt x="37" y="185"/>
                    </a:cubicBezTo>
                    <a:cubicBezTo>
                      <a:pt x="27" y="144"/>
                      <a:pt x="0" y="141"/>
                      <a:pt x="1" y="110"/>
                    </a:cubicBezTo>
                    <a:cubicBezTo>
                      <a:pt x="2" y="79"/>
                      <a:pt x="14" y="74"/>
                      <a:pt x="28" y="56"/>
                    </a:cubicBezTo>
                    <a:cubicBezTo>
                      <a:pt x="42" y="38"/>
                      <a:pt x="66" y="0"/>
                      <a:pt x="66" y="0"/>
                    </a:cubicBezTo>
                    <a:close/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2" name="Freeform 214">
                <a:extLst>
                  <a:ext uri="{FF2B5EF4-FFF2-40B4-BE49-F238E27FC236}">
                    <a16:creationId xmlns:a16="http://schemas.microsoft.com/office/drawing/2014/main" id="{5D6DC7C8-C360-44E6-B8DE-88BB225C8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333"/>
                <a:ext cx="97" cy="184"/>
              </a:xfrm>
              <a:custGeom>
                <a:avLst/>
                <a:gdLst>
                  <a:gd name="T0" fmla="*/ 0 w 39"/>
                  <a:gd name="T1" fmla="*/ 0 h 69"/>
                  <a:gd name="T2" fmla="*/ 599 w 39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9">
                    <a:moveTo>
                      <a:pt x="0" y="0"/>
                    </a:moveTo>
                    <a:cubicBezTo>
                      <a:pt x="10" y="33"/>
                      <a:pt x="26" y="54"/>
                      <a:pt x="39" y="6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3" name="Freeform 215">
                <a:extLst>
                  <a:ext uri="{FF2B5EF4-FFF2-40B4-BE49-F238E27FC236}">
                    <a16:creationId xmlns:a16="http://schemas.microsoft.com/office/drawing/2014/main" id="{DF8021C9-7BAB-4DD3-84B5-A9F0AB562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635"/>
                <a:ext cx="153" cy="224"/>
              </a:xfrm>
              <a:custGeom>
                <a:avLst/>
                <a:gdLst>
                  <a:gd name="T0" fmla="*/ 0 w 61"/>
                  <a:gd name="T1" fmla="*/ 1592 h 84"/>
                  <a:gd name="T2" fmla="*/ 963 w 61"/>
                  <a:gd name="T3" fmla="*/ 0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84">
                    <a:moveTo>
                      <a:pt x="0" y="84"/>
                    </a:moveTo>
                    <a:cubicBezTo>
                      <a:pt x="14" y="55"/>
                      <a:pt x="42" y="17"/>
                      <a:pt x="6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4" name="Freeform 216">
                <a:extLst>
                  <a:ext uri="{FF2B5EF4-FFF2-40B4-BE49-F238E27FC236}">
                    <a16:creationId xmlns:a16="http://schemas.microsoft.com/office/drawing/2014/main" id="{CE70777B-A8EC-4E99-9D53-8931908A6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336"/>
                <a:ext cx="112" cy="128"/>
              </a:xfrm>
              <a:custGeom>
                <a:avLst/>
                <a:gdLst>
                  <a:gd name="T0" fmla="*/ 75 w 45"/>
                  <a:gd name="T1" fmla="*/ 0 h 48"/>
                  <a:gd name="T2" fmla="*/ 694 w 45"/>
                  <a:gd name="T3" fmla="*/ 797 h 48"/>
                  <a:gd name="T4" fmla="*/ 75 w 45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8">
                    <a:moveTo>
                      <a:pt x="5" y="0"/>
                    </a:moveTo>
                    <a:cubicBezTo>
                      <a:pt x="2" y="20"/>
                      <a:pt x="21" y="48"/>
                      <a:pt x="45" y="42"/>
                    </a:cubicBezTo>
                    <a:cubicBezTo>
                      <a:pt x="30" y="37"/>
                      <a:pt x="0" y="1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5" name="Freeform 217">
                <a:extLst>
                  <a:ext uri="{FF2B5EF4-FFF2-40B4-BE49-F238E27FC236}">
                    <a16:creationId xmlns:a16="http://schemas.microsoft.com/office/drawing/2014/main" id="{573A60EE-3633-4252-BE4B-51C058568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093"/>
                <a:ext cx="15" cy="62"/>
              </a:xfrm>
              <a:custGeom>
                <a:avLst/>
                <a:gdLst>
                  <a:gd name="T0" fmla="*/ 33 w 6"/>
                  <a:gd name="T1" fmla="*/ 0 h 23"/>
                  <a:gd name="T2" fmla="*/ 95 w 6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3">
                    <a:moveTo>
                      <a:pt x="2" y="0"/>
                    </a:moveTo>
                    <a:cubicBezTo>
                      <a:pt x="0" y="15"/>
                      <a:pt x="2" y="18"/>
                      <a:pt x="6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6" name="Freeform 218">
                <a:extLst>
                  <a:ext uri="{FF2B5EF4-FFF2-40B4-BE49-F238E27FC236}">
                    <a16:creationId xmlns:a16="http://schemas.microsoft.com/office/drawing/2014/main" id="{58B6FDC0-C8FB-46C2-9C6B-8146BA3FF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317"/>
                <a:ext cx="165" cy="120"/>
              </a:xfrm>
              <a:custGeom>
                <a:avLst/>
                <a:gdLst>
                  <a:gd name="T0" fmla="*/ 0 w 66"/>
                  <a:gd name="T1" fmla="*/ 0 h 45"/>
                  <a:gd name="T2" fmla="*/ 1033 w 66"/>
                  <a:gd name="T3" fmla="*/ 832 h 45"/>
                  <a:gd name="T4" fmla="*/ 0 w 66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45">
                    <a:moveTo>
                      <a:pt x="0" y="0"/>
                    </a:moveTo>
                    <a:cubicBezTo>
                      <a:pt x="14" y="19"/>
                      <a:pt x="42" y="45"/>
                      <a:pt x="66" y="44"/>
                    </a:cubicBezTo>
                    <a:cubicBezTo>
                      <a:pt x="48" y="38"/>
                      <a:pt x="7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7" name="Freeform 219">
                <a:extLst>
                  <a:ext uri="{FF2B5EF4-FFF2-40B4-BE49-F238E27FC236}">
                    <a16:creationId xmlns:a16="http://schemas.microsoft.com/office/drawing/2014/main" id="{8FFE641D-81C3-4B2D-B7A5-2D77FA3B5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395"/>
                <a:ext cx="225" cy="224"/>
              </a:xfrm>
              <a:custGeom>
                <a:avLst/>
                <a:gdLst>
                  <a:gd name="T0" fmla="*/ 63 w 90"/>
                  <a:gd name="T1" fmla="*/ 397 h 84"/>
                  <a:gd name="T2" fmla="*/ 783 w 90"/>
                  <a:gd name="T3" fmla="*/ 512 h 84"/>
                  <a:gd name="T4" fmla="*/ 1408 w 90"/>
                  <a:gd name="T5" fmla="*/ 0 h 84"/>
                  <a:gd name="T6" fmla="*/ 720 w 90"/>
                  <a:gd name="T7" fmla="*/ 739 h 84"/>
                  <a:gd name="T8" fmla="*/ 500 w 90"/>
                  <a:gd name="T9" fmla="*/ 1592 h 84"/>
                  <a:gd name="T10" fmla="*/ 408 w 90"/>
                  <a:gd name="T11" fmla="*/ 1288 h 84"/>
                  <a:gd name="T12" fmla="*/ 250 w 90"/>
                  <a:gd name="T13" fmla="*/ 989 h 84"/>
                  <a:gd name="T14" fmla="*/ 33 w 90"/>
                  <a:gd name="T15" fmla="*/ 419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84">
                    <a:moveTo>
                      <a:pt x="4" y="21"/>
                    </a:moveTo>
                    <a:cubicBezTo>
                      <a:pt x="15" y="31"/>
                      <a:pt x="37" y="30"/>
                      <a:pt x="50" y="27"/>
                    </a:cubicBezTo>
                    <a:cubicBezTo>
                      <a:pt x="67" y="24"/>
                      <a:pt x="78" y="12"/>
                      <a:pt x="90" y="0"/>
                    </a:cubicBezTo>
                    <a:cubicBezTo>
                      <a:pt x="76" y="15"/>
                      <a:pt x="63" y="27"/>
                      <a:pt x="46" y="39"/>
                    </a:cubicBezTo>
                    <a:cubicBezTo>
                      <a:pt x="32" y="49"/>
                      <a:pt x="29" y="67"/>
                      <a:pt x="32" y="84"/>
                    </a:cubicBezTo>
                    <a:cubicBezTo>
                      <a:pt x="28" y="79"/>
                      <a:pt x="28" y="74"/>
                      <a:pt x="26" y="68"/>
                    </a:cubicBezTo>
                    <a:cubicBezTo>
                      <a:pt x="23" y="62"/>
                      <a:pt x="19" y="58"/>
                      <a:pt x="16" y="52"/>
                    </a:cubicBezTo>
                    <a:cubicBezTo>
                      <a:pt x="13" y="46"/>
                      <a:pt x="0" y="27"/>
                      <a:pt x="2" y="22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8" name="Freeform 220">
                <a:extLst>
                  <a:ext uri="{FF2B5EF4-FFF2-40B4-BE49-F238E27FC236}">
                    <a16:creationId xmlns:a16="http://schemas.microsoft.com/office/drawing/2014/main" id="{F1B0B2F2-9046-4A5A-B375-51C9CC7C5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197"/>
                <a:ext cx="255" cy="128"/>
              </a:xfrm>
              <a:custGeom>
                <a:avLst/>
                <a:gdLst>
                  <a:gd name="T0" fmla="*/ 113 w 102"/>
                  <a:gd name="T1" fmla="*/ 589 h 48"/>
                  <a:gd name="T2" fmla="*/ 595 w 102"/>
                  <a:gd name="T3" fmla="*/ 435 h 48"/>
                  <a:gd name="T4" fmla="*/ 875 w 102"/>
                  <a:gd name="T5" fmla="*/ 0 h 48"/>
                  <a:gd name="T6" fmla="*/ 1595 w 102"/>
                  <a:gd name="T7" fmla="*/ 512 h 48"/>
                  <a:gd name="T8" fmla="*/ 863 w 102"/>
                  <a:gd name="T9" fmla="*/ 909 h 48"/>
                  <a:gd name="T10" fmla="*/ 813 w 102"/>
                  <a:gd name="T11" fmla="*/ 568 h 48"/>
                  <a:gd name="T12" fmla="*/ 583 w 102"/>
                  <a:gd name="T13" fmla="*/ 648 h 48"/>
                  <a:gd name="T14" fmla="*/ 0 w 102"/>
                  <a:gd name="T15" fmla="*/ 589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48">
                    <a:moveTo>
                      <a:pt x="7" y="31"/>
                    </a:moveTo>
                    <a:cubicBezTo>
                      <a:pt x="17" y="28"/>
                      <a:pt x="27" y="30"/>
                      <a:pt x="38" y="23"/>
                    </a:cubicBezTo>
                    <a:cubicBezTo>
                      <a:pt x="46" y="18"/>
                      <a:pt x="53" y="10"/>
                      <a:pt x="56" y="0"/>
                    </a:cubicBezTo>
                    <a:cubicBezTo>
                      <a:pt x="57" y="21"/>
                      <a:pt x="84" y="33"/>
                      <a:pt x="102" y="27"/>
                    </a:cubicBezTo>
                    <a:cubicBezTo>
                      <a:pt x="84" y="34"/>
                      <a:pt x="68" y="30"/>
                      <a:pt x="55" y="48"/>
                    </a:cubicBezTo>
                    <a:cubicBezTo>
                      <a:pt x="56" y="43"/>
                      <a:pt x="58" y="32"/>
                      <a:pt x="52" y="30"/>
                    </a:cubicBezTo>
                    <a:cubicBezTo>
                      <a:pt x="50" y="29"/>
                      <a:pt x="40" y="34"/>
                      <a:pt x="37" y="34"/>
                    </a:cubicBezTo>
                    <a:cubicBezTo>
                      <a:pt x="24" y="37"/>
                      <a:pt x="12" y="38"/>
                      <a:pt x="0" y="31"/>
                    </a:cubicBezTo>
                  </a:path>
                </a:pathLst>
              </a:custGeom>
              <a:solidFill>
                <a:srgbClr val="FD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9" name="Freeform 221">
                <a:extLst>
                  <a:ext uri="{FF2B5EF4-FFF2-40B4-BE49-F238E27FC236}">
                    <a16:creationId xmlns:a16="http://schemas.microsoft.com/office/drawing/2014/main" id="{2E7BA976-F3B6-4CB5-88B5-8BC36D1BC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1536"/>
                <a:ext cx="20" cy="80"/>
              </a:xfrm>
              <a:custGeom>
                <a:avLst/>
                <a:gdLst>
                  <a:gd name="T0" fmla="*/ 20 w 8"/>
                  <a:gd name="T1" fmla="*/ 0 h 30"/>
                  <a:gd name="T2" fmla="*/ 125 w 8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0">
                    <a:moveTo>
                      <a:pt x="1" y="0"/>
                    </a:moveTo>
                    <a:cubicBezTo>
                      <a:pt x="0" y="10"/>
                      <a:pt x="5" y="21"/>
                      <a:pt x="8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0" name="Freeform 222">
                <a:extLst>
                  <a:ext uri="{FF2B5EF4-FFF2-40B4-BE49-F238E27FC236}">
                    <a16:creationId xmlns:a16="http://schemas.microsoft.com/office/drawing/2014/main" id="{44FC11DC-6394-4BCF-B88F-23F1F6449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2048"/>
                <a:ext cx="38" cy="109"/>
              </a:xfrm>
              <a:custGeom>
                <a:avLst/>
                <a:gdLst>
                  <a:gd name="T0" fmla="*/ 0 w 15"/>
                  <a:gd name="T1" fmla="*/ 771 h 41"/>
                  <a:gd name="T2" fmla="*/ 243 w 15"/>
                  <a:gd name="T3" fmla="*/ 303 h 41"/>
                  <a:gd name="T4" fmla="*/ 63 w 15"/>
                  <a:gd name="T5" fmla="*/ 62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1">
                    <a:moveTo>
                      <a:pt x="0" y="41"/>
                    </a:moveTo>
                    <a:cubicBezTo>
                      <a:pt x="0" y="37"/>
                      <a:pt x="7" y="0"/>
                      <a:pt x="15" y="16"/>
                    </a:cubicBezTo>
                    <a:cubicBezTo>
                      <a:pt x="6" y="17"/>
                      <a:pt x="3" y="26"/>
                      <a:pt x="4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1" name="Freeform 223">
                <a:extLst>
                  <a:ext uri="{FF2B5EF4-FFF2-40B4-BE49-F238E27FC236}">
                    <a16:creationId xmlns:a16="http://schemas.microsoft.com/office/drawing/2014/main" id="{62D13C2E-9A21-4D14-8D82-03D6A15E7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2632"/>
                <a:ext cx="18" cy="91"/>
              </a:xfrm>
              <a:custGeom>
                <a:avLst/>
                <a:gdLst>
                  <a:gd name="T0" fmla="*/ 118 w 7"/>
                  <a:gd name="T1" fmla="*/ 0 h 34"/>
                  <a:gd name="T2" fmla="*/ 54 w 7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4">
                    <a:moveTo>
                      <a:pt x="7" y="0"/>
                    </a:moveTo>
                    <a:cubicBezTo>
                      <a:pt x="0" y="11"/>
                      <a:pt x="0" y="22"/>
                      <a:pt x="3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2" name="Freeform 224">
                <a:extLst>
                  <a:ext uri="{FF2B5EF4-FFF2-40B4-BE49-F238E27FC236}">
                    <a16:creationId xmlns:a16="http://schemas.microsoft.com/office/drawing/2014/main" id="{7AE472DA-4B40-44CE-88B6-B136334E4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917"/>
                <a:ext cx="17" cy="104"/>
              </a:xfrm>
              <a:custGeom>
                <a:avLst/>
                <a:gdLst>
                  <a:gd name="T0" fmla="*/ 100 w 7"/>
                  <a:gd name="T1" fmla="*/ 0 h 39"/>
                  <a:gd name="T2" fmla="*/ 100 w 7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9">
                    <a:moveTo>
                      <a:pt x="7" y="0"/>
                    </a:moveTo>
                    <a:cubicBezTo>
                      <a:pt x="4" y="13"/>
                      <a:pt x="0" y="28"/>
                      <a:pt x="7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3" name="Freeform 225">
                <a:extLst>
                  <a:ext uri="{FF2B5EF4-FFF2-40B4-BE49-F238E27FC236}">
                    <a16:creationId xmlns:a16="http://schemas.microsoft.com/office/drawing/2014/main" id="{F9B71FAC-00FA-4537-AEE2-759D73645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467"/>
                <a:ext cx="600" cy="328"/>
              </a:xfrm>
              <a:custGeom>
                <a:avLst/>
                <a:gdLst>
                  <a:gd name="T0" fmla="*/ 3188 w 240"/>
                  <a:gd name="T1" fmla="*/ 2333 h 123"/>
                  <a:gd name="T2" fmla="*/ 2863 w 240"/>
                  <a:gd name="T3" fmla="*/ 1728 h 123"/>
                  <a:gd name="T4" fmla="*/ 2750 w 240"/>
                  <a:gd name="T5" fmla="*/ 968 h 123"/>
                  <a:gd name="T6" fmla="*/ 2158 w 240"/>
                  <a:gd name="T7" fmla="*/ 931 h 123"/>
                  <a:gd name="T8" fmla="*/ 813 w 240"/>
                  <a:gd name="T9" fmla="*/ 1080 h 123"/>
                  <a:gd name="T10" fmla="*/ 0 w 240"/>
                  <a:gd name="T11" fmla="*/ 1344 h 123"/>
                  <a:gd name="T12" fmla="*/ 83 w 240"/>
                  <a:gd name="T13" fmla="*/ 1059 h 123"/>
                  <a:gd name="T14" fmla="*/ 533 w 240"/>
                  <a:gd name="T15" fmla="*/ 285 h 123"/>
                  <a:gd name="T16" fmla="*/ 1033 w 240"/>
                  <a:gd name="T17" fmla="*/ 435 h 123"/>
                  <a:gd name="T18" fmla="*/ 3063 w 240"/>
                  <a:gd name="T19" fmla="*/ 320 h 123"/>
                  <a:gd name="T20" fmla="*/ 3408 w 240"/>
                  <a:gd name="T21" fmla="*/ 760 h 123"/>
                  <a:gd name="T22" fmla="*/ 3750 w 240"/>
                  <a:gd name="T23" fmla="*/ 1613 h 123"/>
                  <a:gd name="T24" fmla="*/ 3658 w 240"/>
                  <a:gd name="T25" fmla="*/ 2253 h 1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0" h="123">
                    <a:moveTo>
                      <a:pt x="204" y="123"/>
                    </a:moveTo>
                    <a:cubicBezTo>
                      <a:pt x="202" y="115"/>
                      <a:pt x="193" y="116"/>
                      <a:pt x="183" y="91"/>
                    </a:cubicBezTo>
                    <a:cubicBezTo>
                      <a:pt x="173" y="67"/>
                      <a:pt x="184" y="56"/>
                      <a:pt x="176" y="51"/>
                    </a:cubicBezTo>
                    <a:cubicBezTo>
                      <a:pt x="168" y="45"/>
                      <a:pt x="156" y="47"/>
                      <a:pt x="138" y="49"/>
                    </a:cubicBezTo>
                    <a:cubicBezTo>
                      <a:pt x="120" y="52"/>
                      <a:pt x="82" y="55"/>
                      <a:pt x="52" y="57"/>
                    </a:cubicBezTo>
                    <a:cubicBezTo>
                      <a:pt x="26" y="60"/>
                      <a:pt x="10" y="65"/>
                      <a:pt x="0" y="71"/>
                    </a:cubicBezTo>
                    <a:cubicBezTo>
                      <a:pt x="2" y="65"/>
                      <a:pt x="3" y="60"/>
                      <a:pt x="5" y="56"/>
                    </a:cubicBezTo>
                    <a:cubicBezTo>
                      <a:pt x="9" y="46"/>
                      <a:pt x="20" y="30"/>
                      <a:pt x="34" y="15"/>
                    </a:cubicBezTo>
                    <a:cubicBezTo>
                      <a:pt x="39" y="19"/>
                      <a:pt x="49" y="25"/>
                      <a:pt x="66" y="23"/>
                    </a:cubicBezTo>
                    <a:cubicBezTo>
                      <a:pt x="92" y="21"/>
                      <a:pt x="163" y="0"/>
                      <a:pt x="196" y="17"/>
                    </a:cubicBezTo>
                    <a:cubicBezTo>
                      <a:pt x="208" y="24"/>
                      <a:pt x="214" y="34"/>
                      <a:pt x="218" y="40"/>
                    </a:cubicBezTo>
                    <a:cubicBezTo>
                      <a:pt x="221" y="46"/>
                      <a:pt x="240" y="61"/>
                      <a:pt x="240" y="85"/>
                    </a:cubicBezTo>
                    <a:cubicBezTo>
                      <a:pt x="239" y="110"/>
                      <a:pt x="234" y="119"/>
                      <a:pt x="234" y="119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4" name="Freeform 226">
                <a:extLst>
                  <a:ext uri="{FF2B5EF4-FFF2-40B4-BE49-F238E27FC236}">
                    <a16:creationId xmlns:a16="http://schemas.microsoft.com/office/drawing/2014/main" id="{F00345BA-B492-4D87-8C73-27277EA77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075"/>
                <a:ext cx="153" cy="144"/>
              </a:xfrm>
              <a:custGeom>
                <a:avLst/>
                <a:gdLst>
                  <a:gd name="T0" fmla="*/ 176 w 61"/>
                  <a:gd name="T1" fmla="*/ 264 h 54"/>
                  <a:gd name="T2" fmla="*/ 617 w 61"/>
                  <a:gd name="T3" fmla="*/ 0 h 54"/>
                  <a:gd name="T4" fmla="*/ 943 w 61"/>
                  <a:gd name="T5" fmla="*/ 477 h 54"/>
                  <a:gd name="T6" fmla="*/ 742 w 61"/>
                  <a:gd name="T7" fmla="*/ 1003 h 54"/>
                  <a:gd name="T8" fmla="*/ 472 w 61"/>
                  <a:gd name="T9" fmla="*/ 875 h 54"/>
                  <a:gd name="T10" fmla="*/ 0 w 61"/>
                  <a:gd name="T11" fmla="*/ 1024 h 54"/>
                  <a:gd name="T12" fmla="*/ 176 w 61"/>
                  <a:gd name="T13" fmla="*/ 264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54">
                    <a:moveTo>
                      <a:pt x="11" y="14"/>
                    </a:moveTo>
                    <a:cubicBezTo>
                      <a:pt x="22" y="9"/>
                      <a:pt x="31" y="1"/>
                      <a:pt x="39" y="0"/>
                    </a:cubicBezTo>
                    <a:cubicBezTo>
                      <a:pt x="50" y="0"/>
                      <a:pt x="58" y="5"/>
                      <a:pt x="60" y="25"/>
                    </a:cubicBezTo>
                    <a:cubicBezTo>
                      <a:pt x="61" y="45"/>
                      <a:pt x="60" y="52"/>
                      <a:pt x="47" y="53"/>
                    </a:cubicBezTo>
                    <a:cubicBezTo>
                      <a:pt x="34" y="54"/>
                      <a:pt x="34" y="46"/>
                      <a:pt x="30" y="46"/>
                    </a:cubicBezTo>
                    <a:cubicBezTo>
                      <a:pt x="26" y="46"/>
                      <a:pt x="13" y="52"/>
                      <a:pt x="0" y="54"/>
                    </a:cubicBezTo>
                    <a:cubicBezTo>
                      <a:pt x="5" y="41"/>
                      <a:pt x="9" y="27"/>
                      <a:pt x="11" y="14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5" name="Freeform 227">
                <a:extLst>
                  <a:ext uri="{FF2B5EF4-FFF2-40B4-BE49-F238E27FC236}">
                    <a16:creationId xmlns:a16="http://schemas.microsoft.com/office/drawing/2014/main" id="{016951AA-9A84-48EF-BA3F-C7FA6BBD7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480"/>
                <a:ext cx="445" cy="360"/>
              </a:xfrm>
              <a:custGeom>
                <a:avLst/>
                <a:gdLst>
                  <a:gd name="T0" fmla="*/ 438 w 178"/>
                  <a:gd name="T1" fmla="*/ 2368 h 135"/>
                  <a:gd name="T2" fmla="*/ 63 w 178"/>
                  <a:gd name="T3" fmla="*/ 1763 h 135"/>
                  <a:gd name="T4" fmla="*/ 0 w 178"/>
                  <a:gd name="T5" fmla="*/ 1651 h 135"/>
                  <a:gd name="T6" fmla="*/ 1050 w 178"/>
                  <a:gd name="T7" fmla="*/ 1195 h 135"/>
                  <a:gd name="T8" fmla="*/ 1313 w 178"/>
                  <a:gd name="T9" fmla="*/ 205 h 135"/>
                  <a:gd name="T10" fmla="*/ 2000 w 178"/>
                  <a:gd name="T11" fmla="*/ 320 h 135"/>
                  <a:gd name="T12" fmla="*/ 1938 w 178"/>
                  <a:gd name="T13" fmla="*/ 853 h 135"/>
                  <a:gd name="T14" fmla="*/ 2533 w 178"/>
                  <a:gd name="T15" fmla="*/ 627 h 135"/>
                  <a:gd name="T16" fmla="*/ 2783 w 178"/>
                  <a:gd name="T17" fmla="*/ 1251 h 135"/>
                  <a:gd name="T18" fmla="*/ 2300 w 178"/>
                  <a:gd name="T19" fmla="*/ 1557 h 135"/>
                  <a:gd name="T20" fmla="*/ 2750 w 178"/>
                  <a:gd name="T21" fmla="*/ 1899 h 135"/>
                  <a:gd name="T22" fmla="*/ 2500 w 178"/>
                  <a:gd name="T23" fmla="*/ 2504 h 135"/>
                  <a:gd name="T24" fmla="*/ 1813 w 178"/>
                  <a:gd name="T25" fmla="*/ 2424 h 135"/>
                  <a:gd name="T26" fmla="*/ 1313 w 178"/>
                  <a:gd name="T27" fmla="*/ 2104 h 135"/>
                  <a:gd name="T28" fmla="*/ 458 w 178"/>
                  <a:gd name="T29" fmla="*/ 2355 h 135"/>
                  <a:gd name="T30" fmla="*/ 438 w 178"/>
                  <a:gd name="T31" fmla="*/ 2368 h 1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8" h="135">
                    <a:moveTo>
                      <a:pt x="28" y="125"/>
                    </a:moveTo>
                    <a:cubicBezTo>
                      <a:pt x="20" y="115"/>
                      <a:pt x="12" y="104"/>
                      <a:pt x="4" y="93"/>
                    </a:cubicBezTo>
                    <a:cubicBezTo>
                      <a:pt x="3" y="91"/>
                      <a:pt x="1" y="89"/>
                      <a:pt x="0" y="87"/>
                    </a:cubicBezTo>
                    <a:cubicBezTo>
                      <a:pt x="33" y="83"/>
                      <a:pt x="66" y="74"/>
                      <a:pt x="67" y="63"/>
                    </a:cubicBezTo>
                    <a:cubicBezTo>
                      <a:pt x="68" y="51"/>
                      <a:pt x="76" y="23"/>
                      <a:pt x="84" y="11"/>
                    </a:cubicBezTo>
                    <a:cubicBezTo>
                      <a:pt x="92" y="0"/>
                      <a:pt x="126" y="11"/>
                      <a:pt x="128" y="17"/>
                    </a:cubicBezTo>
                    <a:cubicBezTo>
                      <a:pt x="131" y="23"/>
                      <a:pt x="129" y="37"/>
                      <a:pt x="124" y="45"/>
                    </a:cubicBezTo>
                    <a:cubicBezTo>
                      <a:pt x="128" y="43"/>
                      <a:pt x="147" y="30"/>
                      <a:pt x="162" y="33"/>
                    </a:cubicBezTo>
                    <a:cubicBezTo>
                      <a:pt x="171" y="36"/>
                      <a:pt x="177" y="53"/>
                      <a:pt x="178" y="66"/>
                    </a:cubicBezTo>
                    <a:cubicBezTo>
                      <a:pt x="178" y="72"/>
                      <a:pt x="156" y="84"/>
                      <a:pt x="147" y="82"/>
                    </a:cubicBezTo>
                    <a:cubicBezTo>
                      <a:pt x="147" y="82"/>
                      <a:pt x="173" y="87"/>
                      <a:pt x="176" y="100"/>
                    </a:cubicBezTo>
                    <a:cubicBezTo>
                      <a:pt x="178" y="113"/>
                      <a:pt x="168" y="135"/>
                      <a:pt x="160" y="132"/>
                    </a:cubicBezTo>
                    <a:cubicBezTo>
                      <a:pt x="144" y="125"/>
                      <a:pt x="136" y="132"/>
                      <a:pt x="116" y="128"/>
                    </a:cubicBezTo>
                    <a:cubicBezTo>
                      <a:pt x="96" y="124"/>
                      <a:pt x="95" y="111"/>
                      <a:pt x="84" y="111"/>
                    </a:cubicBezTo>
                    <a:cubicBezTo>
                      <a:pt x="72" y="112"/>
                      <a:pt x="44" y="125"/>
                      <a:pt x="29" y="12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6" name="Freeform 228">
                <a:extLst>
                  <a:ext uri="{FF2B5EF4-FFF2-40B4-BE49-F238E27FC236}">
                    <a16:creationId xmlns:a16="http://schemas.microsoft.com/office/drawing/2014/main" id="{ACF59088-BE2A-4732-ABF2-63B943912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912"/>
                <a:ext cx="300" cy="627"/>
              </a:xfrm>
              <a:custGeom>
                <a:avLst/>
                <a:gdLst>
                  <a:gd name="T0" fmla="*/ 1095 w 120"/>
                  <a:gd name="T1" fmla="*/ 35 h 235"/>
                  <a:gd name="T2" fmla="*/ 0 w 120"/>
                  <a:gd name="T3" fmla="*/ 4237 h 235"/>
                  <a:gd name="T4" fmla="*/ 188 w 120"/>
                  <a:gd name="T5" fmla="*/ 4464 h 235"/>
                  <a:gd name="T6" fmla="*/ 375 w 120"/>
                  <a:gd name="T7" fmla="*/ 4237 h 235"/>
                  <a:gd name="T8" fmla="*/ 1145 w 120"/>
                  <a:gd name="T9" fmla="*/ 491 h 235"/>
                  <a:gd name="T10" fmla="*/ 1333 w 120"/>
                  <a:gd name="T11" fmla="*/ 534 h 235"/>
                  <a:gd name="T12" fmla="*/ 1488 w 120"/>
                  <a:gd name="T13" fmla="*/ 1574 h 235"/>
                  <a:gd name="T14" fmla="*/ 1500 w 120"/>
                  <a:gd name="T15" fmla="*/ 1857 h 235"/>
                  <a:gd name="T16" fmla="*/ 1688 w 120"/>
                  <a:gd name="T17" fmla="*/ 1958 h 235"/>
                  <a:gd name="T18" fmla="*/ 1875 w 120"/>
                  <a:gd name="T19" fmla="*/ 1844 h 235"/>
                  <a:gd name="T20" fmla="*/ 1863 w 120"/>
                  <a:gd name="T21" fmla="*/ 1574 h 235"/>
                  <a:gd name="T22" fmla="*/ 1583 w 120"/>
                  <a:gd name="T23" fmla="*/ 192 h 235"/>
                  <a:gd name="T24" fmla="*/ 1095 w 120"/>
                  <a:gd name="T25" fmla="*/ 35 h 2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0" h="235">
                    <a:moveTo>
                      <a:pt x="70" y="2"/>
                    </a:moveTo>
                    <a:cubicBezTo>
                      <a:pt x="13" y="9"/>
                      <a:pt x="0" y="168"/>
                      <a:pt x="0" y="223"/>
                    </a:cubicBezTo>
                    <a:cubicBezTo>
                      <a:pt x="0" y="230"/>
                      <a:pt x="5" y="235"/>
                      <a:pt x="12" y="235"/>
                    </a:cubicBezTo>
                    <a:cubicBezTo>
                      <a:pt x="18" y="235"/>
                      <a:pt x="24" y="230"/>
                      <a:pt x="24" y="223"/>
                    </a:cubicBezTo>
                    <a:cubicBezTo>
                      <a:pt x="24" y="128"/>
                      <a:pt x="49" y="29"/>
                      <a:pt x="73" y="26"/>
                    </a:cubicBezTo>
                    <a:cubicBezTo>
                      <a:pt x="80" y="25"/>
                      <a:pt x="83" y="27"/>
                      <a:pt x="85" y="28"/>
                    </a:cubicBezTo>
                    <a:cubicBezTo>
                      <a:pt x="95" y="37"/>
                      <a:pt x="95" y="65"/>
                      <a:pt x="95" y="83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6" y="105"/>
                      <a:pt x="101" y="103"/>
                      <a:pt x="108" y="103"/>
                    </a:cubicBezTo>
                    <a:cubicBezTo>
                      <a:pt x="114" y="103"/>
                      <a:pt x="120" y="104"/>
                      <a:pt x="120" y="97"/>
                    </a:cubicBezTo>
                    <a:cubicBezTo>
                      <a:pt x="119" y="83"/>
                      <a:pt x="119" y="83"/>
                      <a:pt x="119" y="83"/>
                    </a:cubicBezTo>
                    <a:cubicBezTo>
                      <a:pt x="119" y="58"/>
                      <a:pt x="119" y="26"/>
                      <a:pt x="101" y="10"/>
                    </a:cubicBezTo>
                    <a:cubicBezTo>
                      <a:pt x="93" y="3"/>
                      <a:pt x="83" y="0"/>
                      <a:pt x="70" y="2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7" name="Freeform 229">
                <a:extLst>
                  <a:ext uri="{FF2B5EF4-FFF2-40B4-BE49-F238E27FC236}">
                    <a16:creationId xmlns:a16="http://schemas.microsoft.com/office/drawing/2014/main" id="{EF824CFA-F2B6-4572-AA1D-93BDE1EF6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635"/>
                <a:ext cx="425" cy="512"/>
              </a:xfrm>
              <a:custGeom>
                <a:avLst/>
                <a:gdLst>
                  <a:gd name="T0" fmla="*/ 1970 w 170"/>
                  <a:gd name="T1" fmla="*/ 3640 h 192"/>
                  <a:gd name="T2" fmla="*/ 1688 w 170"/>
                  <a:gd name="T3" fmla="*/ 2595 h 192"/>
                  <a:gd name="T4" fmla="*/ 1875 w 170"/>
                  <a:gd name="T5" fmla="*/ 1592 h 192"/>
                  <a:gd name="T6" fmla="*/ 1720 w 170"/>
                  <a:gd name="T7" fmla="*/ 989 h 192"/>
                  <a:gd name="T8" fmla="*/ 625 w 170"/>
                  <a:gd name="T9" fmla="*/ 1195 h 192"/>
                  <a:gd name="T10" fmla="*/ 0 w 170"/>
                  <a:gd name="T11" fmla="*/ 1629 h 192"/>
                  <a:gd name="T12" fmla="*/ 125 w 170"/>
                  <a:gd name="T13" fmla="*/ 1216 h 192"/>
                  <a:gd name="T14" fmla="*/ 425 w 170"/>
                  <a:gd name="T15" fmla="*/ 285 h 192"/>
                  <a:gd name="T16" fmla="*/ 1000 w 170"/>
                  <a:gd name="T17" fmla="*/ 285 h 192"/>
                  <a:gd name="T18" fmla="*/ 2425 w 170"/>
                  <a:gd name="T19" fmla="*/ 931 h 192"/>
                  <a:gd name="T20" fmla="*/ 2500 w 170"/>
                  <a:gd name="T21" fmla="*/ 1685 h 192"/>
                  <a:gd name="T22" fmla="*/ 2625 w 170"/>
                  <a:gd name="T23" fmla="*/ 2560 h 192"/>
                  <a:gd name="T24" fmla="*/ 2375 w 170"/>
                  <a:gd name="T25" fmla="*/ 3640 h 1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0" h="192">
                    <a:moveTo>
                      <a:pt x="126" y="192"/>
                    </a:moveTo>
                    <a:cubicBezTo>
                      <a:pt x="122" y="174"/>
                      <a:pt x="110" y="164"/>
                      <a:pt x="108" y="137"/>
                    </a:cubicBezTo>
                    <a:cubicBezTo>
                      <a:pt x="107" y="110"/>
                      <a:pt x="118" y="95"/>
                      <a:pt x="120" y="84"/>
                    </a:cubicBezTo>
                    <a:cubicBezTo>
                      <a:pt x="122" y="72"/>
                      <a:pt x="120" y="60"/>
                      <a:pt x="110" y="52"/>
                    </a:cubicBezTo>
                    <a:cubicBezTo>
                      <a:pt x="100" y="45"/>
                      <a:pt x="58" y="58"/>
                      <a:pt x="40" y="63"/>
                    </a:cubicBezTo>
                    <a:cubicBezTo>
                      <a:pt x="23" y="67"/>
                      <a:pt x="8" y="76"/>
                      <a:pt x="0" y="86"/>
                    </a:cubicBezTo>
                    <a:cubicBezTo>
                      <a:pt x="4" y="77"/>
                      <a:pt x="7" y="69"/>
                      <a:pt x="8" y="64"/>
                    </a:cubicBezTo>
                    <a:cubicBezTo>
                      <a:pt x="14" y="57"/>
                      <a:pt x="22" y="34"/>
                      <a:pt x="27" y="15"/>
                    </a:cubicBezTo>
                    <a:cubicBezTo>
                      <a:pt x="30" y="17"/>
                      <a:pt x="39" y="19"/>
                      <a:pt x="64" y="15"/>
                    </a:cubicBezTo>
                    <a:cubicBezTo>
                      <a:pt x="82" y="12"/>
                      <a:pt x="144" y="0"/>
                      <a:pt x="155" y="49"/>
                    </a:cubicBezTo>
                    <a:cubicBezTo>
                      <a:pt x="160" y="70"/>
                      <a:pt x="160" y="82"/>
                      <a:pt x="160" y="89"/>
                    </a:cubicBezTo>
                    <a:cubicBezTo>
                      <a:pt x="159" y="102"/>
                      <a:pt x="170" y="111"/>
                      <a:pt x="168" y="135"/>
                    </a:cubicBezTo>
                    <a:cubicBezTo>
                      <a:pt x="166" y="159"/>
                      <a:pt x="148" y="166"/>
                      <a:pt x="152" y="192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8" name="Freeform 230">
                <a:extLst>
                  <a:ext uri="{FF2B5EF4-FFF2-40B4-BE49-F238E27FC236}">
                    <a16:creationId xmlns:a16="http://schemas.microsoft.com/office/drawing/2014/main" id="{E3B9C9B2-8895-453F-808C-10DA7DDE0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941"/>
                <a:ext cx="30" cy="142"/>
              </a:xfrm>
              <a:custGeom>
                <a:avLst/>
                <a:gdLst>
                  <a:gd name="T0" fmla="*/ 50 w 12"/>
                  <a:gd name="T1" fmla="*/ 0 h 53"/>
                  <a:gd name="T2" fmla="*/ 188 w 12"/>
                  <a:gd name="T3" fmla="*/ 101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3">
                    <a:moveTo>
                      <a:pt x="3" y="0"/>
                    </a:moveTo>
                    <a:cubicBezTo>
                      <a:pt x="0" y="19"/>
                      <a:pt x="1" y="37"/>
                      <a:pt x="12" y="53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9" name="Freeform 231">
                <a:extLst>
                  <a:ext uri="{FF2B5EF4-FFF2-40B4-BE49-F238E27FC236}">
                    <a16:creationId xmlns:a16="http://schemas.microsoft.com/office/drawing/2014/main" id="{845205BA-8E4A-400C-9C9B-E5FC05F62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635"/>
                <a:ext cx="60" cy="141"/>
              </a:xfrm>
              <a:custGeom>
                <a:avLst/>
                <a:gdLst>
                  <a:gd name="T0" fmla="*/ 63 w 24"/>
                  <a:gd name="T1" fmla="*/ 0 h 53"/>
                  <a:gd name="T2" fmla="*/ 375 w 24"/>
                  <a:gd name="T3" fmla="*/ 99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3">
                    <a:moveTo>
                      <a:pt x="4" y="0"/>
                    </a:moveTo>
                    <a:cubicBezTo>
                      <a:pt x="0" y="21"/>
                      <a:pt x="13" y="38"/>
                      <a:pt x="24" y="53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0" name="Freeform 232">
                <a:extLst>
                  <a:ext uri="{FF2B5EF4-FFF2-40B4-BE49-F238E27FC236}">
                    <a16:creationId xmlns:a16="http://schemas.microsoft.com/office/drawing/2014/main" id="{FE9C3604-A4DD-4348-8CB6-80A74BE24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176"/>
                <a:ext cx="67" cy="43"/>
              </a:xfrm>
              <a:custGeom>
                <a:avLst/>
                <a:gdLst>
                  <a:gd name="T0" fmla="*/ 412 w 27"/>
                  <a:gd name="T1" fmla="*/ 81 h 16"/>
                  <a:gd name="T2" fmla="*/ 0 w 27"/>
                  <a:gd name="T3" fmla="*/ 253 h 16"/>
                  <a:gd name="T4" fmla="*/ 42 w 27"/>
                  <a:gd name="T5" fmla="*/ 59 h 16"/>
                  <a:gd name="T6" fmla="*/ 400 w 27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6">
                    <a:moveTo>
                      <a:pt x="27" y="4"/>
                    </a:moveTo>
                    <a:cubicBezTo>
                      <a:pt x="18" y="5"/>
                      <a:pt x="8" y="16"/>
                      <a:pt x="0" y="13"/>
                    </a:cubicBezTo>
                    <a:cubicBezTo>
                      <a:pt x="1" y="10"/>
                      <a:pt x="2" y="6"/>
                      <a:pt x="3" y="3"/>
                    </a:cubicBezTo>
                    <a:cubicBezTo>
                      <a:pt x="11" y="4"/>
                      <a:pt x="19" y="2"/>
                      <a:pt x="26" y="0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1" name="Freeform 233">
                <a:extLst>
                  <a:ext uri="{FF2B5EF4-FFF2-40B4-BE49-F238E27FC236}">
                    <a16:creationId xmlns:a16="http://schemas.microsoft.com/office/drawing/2014/main" id="{3B968705-3721-43BE-839B-A8981D8A4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771"/>
                <a:ext cx="108" cy="56"/>
              </a:xfrm>
              <a:custGeom>
                <a:avLst/>
                <a:gdLst>
                  <a:gd name="T0" fmla="*/ 681 w 43"/>
                  <a:gd name="T1" fmla="*/ 248 h 21"/>
                  <a:gd name="T2" fmla="*/ 0 w 43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1">
                    <a:moveTo>
                      <a:pt x="43" y="13"/>
                    </a:moveTo>
                    <a:cubicBezTo>
                      <a:pt x="32" y="21"/>
                      <a:pt x="7" y="11"/>
                      <a:pt x="0" y="0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2" name="Freeform 234">
                <a:extLst>
                  <a:ext uri="{FF2B5EF4-FFF2-40B4-BE49-F238E27FC236}">
                    <a16:creationId xmlns:a16="http://schemas.microsoft.com/office/drawing/2014/main" id="{FC42EA35-58AA-4259-A11A-429800776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536"/>
                <a:ext cx="20" cy="80"/>
              </a:xfrm>
              <a:custGeom>
                <a:avLst/>
                <a:gdLst>
                  <a:gd name="T0" fmla="*/ 113 w 8"/>
                  <a:gd name="T1" fmla="*/ 0 h 30"/>
                  <a:gd name="T2" fmla="*/ 0 w 8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0">
                    <a:moveTo>
                      <a:pt x="7" y="0"/>
                    </a:moveTo>
                    <a:cubicBezTo>
                      <a:pt x="8" y="10"/>
                      <a:pt x="3" y="21"/>
                      <a:pt x="0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3" name="Freeform 235">
                <a:extLst>
                  <a:ext uri="{FF2B5EF4-FFF2-40B4-BE49-F238E27FC236}">
                    <a16:creationId xmlns:a16="http://schemas.microsoft.com/office/drawing/2014/main" id="{1F2DAE68-BBDE-4807-BCE6-FE4EE0C5C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048"/>
                <a:ext cx="35" cy="109"/>
              </a:xfrm>
              <a:custGeom>
                <a:avLst/>
                <a:gdLst>
                  <a:gd name="T0" fmla="*/ 220 w 14"/>
                  <a:gd name="T1" fmla="*/ 771 h 41"/>
                  <a:gd name="T2" fmla="*/ 0 w 14"/>
                  <a:gd name="T3" fmla="*/ 303 h 41"/>
                  <a:gd name="T4" fmla="*/ 158 w 14"/>
                  <a:gd name="T5" fmla="*/ 62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1">
                    <a:moveTo>
                      <a:pt x="14" y="41"/>
                    </a:moveTo>
                    <a:cubicBezTo>
                      <a:pt x="14" y="37"/>
                      <a:pt x="7" y="0"/>
                      <a:pt x="0" y="16"/>
                    </a:cubicBezTo>
                    <a:cubicBezTo>
                      <a:pt x="8" y="17"/>
                      <a:pt x="11" y="26"/>
                      <a:pt x="10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4" name="Freeform 236">
                <a:extLst>
                  <a:ext uri="{FF2B5EF4-FFF2-40B4-BE49-F238E27FC236}">
                    <a16:creationId xmlns:a16="http://schemas.microsoft.com/office/drawing/2014/main" id="{904422BB-A24B-4820-8817-AF266D3DA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632"/>
                <a:ext cx="18" cy="91"/>
              </a:xfrm>
              <a:custGeom>
                <a:avLst/>
                <a:gdLst>
                  <a:gd name="T0" fmla="*/ 0 w 7"/>
                  <a:gd name="T1" fmla="*/ 0 h 34"/>
                  <a:gd name="T2" fmla="*/ 67 w 7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4">
                    <a:moveTo>
                      <a:pt x="0" y="0"/>
                    </a:moveTo>
                    <a:cubicBezTo>
                      <a:pt x="7" y="11"/>
                      <a:pt x="7" y="22"/>
                      <a:pt x="4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5" name="Freeform 237">
                <a:extLst>
                  <a:ext uri="{FF2B5EF4-FFF2-40B4-BE49-F238E27FC236}">
                    <a16:creationId xmlns:a16="http://schemas.microsoft.com/office/drawing/2014/main" id="{713AF57C-76B6-4CCE-8376-C330D29E2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917"/>
                <a:ext cx="20" cy="104"/>
              </a:xfrm>
              <a:custGeom>
                <a:avLst/>
                <a:gdLst>
                  <a:gd name="T0" fmla="*/ 0 w 8"/>
                  <a:gd name="T1" fmla="*/ 0 h 39"/>
                  <a:gd name="T2" fmla="*/ 0 w 8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9">
                    <a:moveTo>
                      <a:pt x="0" y="0"/>
                    </a:moveTo>
                    <a:cubicBezTo>
                      <a:pt x="3" y="13"/>
                      <a:pt x="8" y="28"/>
                      <a:pt x="0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6" name="Freeform 238">
                <a:extLst>
                  <a:ext uri="{FF2B5EF4-FFF2-40B4-BE49-F238E27FC236}">
                    <a16:creationId xmlns:a16="http://schemas.microsoft.com/office/drawing/2014/main" id="{BC06D715-A712-4155-8B0B-172301B65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680"/>
                <a:ext cx="105" cy="136"/>
              </a:xfrm>
              <a:custGeom>
                <a:avLst/>
                <a:gdLst>
                  <a:gd name="T0" fmla="*/ 238 w 42"/>
                  <a:gd name="T1" fmla="*/ 704 h 51"/>
                  <a:gd name="T2" fmla="*/ 658 w 42"/>
                  <a:gd name="T3" fmla="*/ 968 h 51"/>
                  <a:gd name="T4" fmla="*/ 438 w 42"/>
                  <a:gd name="T5" fmla="*/ 192 h 51"/>
                  <a:gd name="T6" fmla="*/ 300 w 42"/>
                  <a:gd name="T7" fmla="*/ 56 h 51"/>
                  <a:gd name="T8" fmla="*/ 0 w 42"/>
                  <a:gd name="T9" fmla="*/ 115 h 51"/>
                  <a:gd name="T10" fmla="*/ 300 w 42"/>
                  <a:gd name="T11" fmla="*/ 704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1">
                    <a:moveTo>
                      <a:pt x="15" y="37"/>
                    </a:moveTo>
                    <a:cubicBezTo>
                      <a:pt x="24" y="40"/>
                      <a:pt x="34" y="45"/>
                      <a:pt x="42" y="51"/>
                    </a:cubicBezTo>
                    <a:cubicBezTo>
                      <a:pt x="35" y="38"/>
                      <a:pt x="33" y="23"/>
                      <a:pt x="28" y="10"/>
                    </a:cubicBezTo>
                    <a:cubicBezTo>
                      <a:pt x="25" y="0"/>
                      <a:pt x="27" y="2"/>
                      <a:pt x="19" y="3"/>
                    </a:cubicBezTo>
                    <a:cubicBezTo>
                      <a:pt x="14" y="3"/>
                      <a:pt x="6" y="5"/>
                      <a:pt x="0" y="6"/>
                    </a:cubicBezTo>
                    <a:cubicBezTo>
                      <a:pt x="7" y="16"/>
                      <a:pt x="23" y="22"/>
                      <a:pt x="19" y="37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7" name="Freeform 239">
                <a:extLst>
                  <a:ext uri="{FF2B5EF4-FFF2-40B4-BE49-F238E27FC236}">
                    <a16:creationId xmlns:a16="http://schemas.microsoft.com/office/drawing/2014/main" id="{0CEC8F71-DEB5-4056-871C-0EB290E37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533"/>
                <a:ext cx="90" cy="96"/>
              </a:xfrm>
              <a:custGeom>
                <a:avLst/>
                <a:gdLst>
                  <a:gd name="T0" fmla="*/ 0 w 36"/>
                  <a:gd name="T1" fmla="*/ 56 h 36"/>
                  <a:gd name="T2" fmla="*/ 208 w 36"/>
                  <a:gd name="T3" fmla="*/ 0 h 36"/>
                  <a:gd name="T4" fmla="*/ 563 w 36"/>
                  <a:gd name="T5" fmla="*/ 683 h 36"/>
                  <a:gd name="T6" fmla="*/ 113 w 36"/>
                  <a:gd name="T7" fmla="*/ 512 h 36"/>
                  <a:gd name="T8" fmla="*/ 33 w 36"/>
                  <a:gd name="T9" fmla="*/ 14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0" y="3"/>
                    </a:moveTo>
                    <a:cubicBezTo>
                      <a:pt x="5" y="4"/>
                      <a:pt x="10" y="3"/>
                      <a:pt x="13" y="0"/>
                    </a:cubicBezTo>
                    <a:cubicBezTo>
                      <a:pt x="24" y="9"/>
                      <a:pt x="33" y="22"/>
                      <a:pt x="36" y="36"/>
                    </a:cubicBezTo>
                    <a:cubicBezTo>
                      <a:pt x="26" y="30"/>
                      <a:pt x="18" y="29"/>
                      <a:pt x="7" y="27"/>
                    </a:cubicBezTo>
                    <a:cubicBezTo>
                      <a:pt x="8" y="20"/>
                      <a:pt x="8" y="14"/>
                      <a:pt x="2" y="8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8" name="Freeform 240">
                <a:extLst>
                  <a:ext uri="{FF2B5EF4-FFF2-40B4-BE49-F238E27FC236}">
                    <a16:creationId xmlns:a16="http://schemas.microsoft.com/office/drawing/2014/main" id="{4E422467-606B-43B9-8051-0966B5D18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704"/>
                <a:ext cx="108" cy="91"/>
              </a:xfrm>
              <a:custGeom>
                <a:avLst/>
                <a:gdLst>
                  <a:gd name="T0" fmla="*/ 0 w 43"/>
                  <a:gd name="T1" fmla="*/ 616 h 34"/>
                  <a:gd name="T2" fmla="*/ 239 w 43"/>
                  <a:gd name="T3" fmla="*/ 78 h 34"/>
                  <a:gd name="T4" fmla="*/ 681 w 43"/>
                  <a:gd name="T5" fmla="*/ 94 h 34"/>
                  <a:gd name="T6" fmla="*/ 367 w 43"/>
                  <a:gd name="T7" fmla="*/ 65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4">
                    <a:moveTo>
                      <a:pt x="0" y="32"/>
                    </a:moveTo>
                    <a:cubicBezTo>
                      <a:pt x="13" y="28"/>
                      <a:pt x="19" y="17"/>
                      <a:pt x="15" y="4"/>
                    </a:cubicBezTo>
                    <a:cubicBezTo>
                      <a:pt x="23" y="0"/>
                      <a:pt x="35" y="4"/>
                      <a:pt x="43" y="5"/>
                    </a:cubicBezTo>
                    <a:cubicBezTo>
                      <a:pt x="40" y="15"/>
                      <a:pt x="29" y="25"/>
                      <a:pt x="23" y="34"/>
                    </a:cubicBezTo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9" name="Freeform 241">
                <a:extLst>
                  <a:ext uri="{FF2B5EF4-FFF2-40B4-BE49-F238E27FC236}">
                    <a16:creationId xmlns:a16="http://schemas.microsoft.com/office/drawing/2014/main" id="{EB73EC75-C7E0-4A8B-9133-C7F3E04B8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912"/>
                <a:ext cx="265" cy="221"/>
              </a:xfrm>
              <a:custGeom>
                <a:avLst/>
                <a:gdLst>
                  <a:gd name="T0" fmla="*/ 438 w 106"/>
                  <a:gd name="T1" fmla="*/ 248 h 83"/>
                  <a:gd name="T2" fmla="*/ 125 w 106"/>
                  <a:gd name="T3" fmla="*/ 1566 h 83"/>
                  <a:gd name="T4" fmla="*/ 500 w 106"/>
                  <a:gd name="T5" fmla="*/ 375 h 83"/>
                  <a:gd name="T6" fmla="*/ 1658 w 106"/>
                  <a:gd name="T7" fmla="*/ 644 h 83"/>
                  <a:gd name="T8" fmla="*/ 438 w 106"/>
                  <a:gd name="T9" fmla="*/ 248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83">
                    <a:moveTo>
                      <a:pt x="28" y="13"/>
                    </a:moveTo>
                    <a:cubicBezTo>
                      <a:pt x="4" y="23"/>
                      <a:pt x="0" y="57"/>
                      <a:pt x="8" y="83"/>
                    </a:cubicBezTo>
                    <a:cubicBezTo>
                      <a:pt x="7" y="62"/>
                      <a:pt x="9" y="35"/>
                      <a:pt x="32" y="20"/>
                    </a:cubicBezTo>
                    <a:cubicBezTo>
                      <a:pt x="55" y="5"/>
                      <a:pt x="106" y="34"/>
                      <a:pt x="106" y="34"/>
                    </a:cubicBezTo>
                    <a:cubicBezTo>
                      <a:pt x="85" y="18"/>
                      <a:pt x="54" y="0"/>
                      <a:pt x="28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0" name="Freeform 242">
                <a:extLst>
                  <a:ext uri="{FF2B5EF4-FFF2-40B4-BE49-F238E27FC236}">
                    <a16:creationId xmlns:a16="http://schemas.microsoft.com/office/drawing/2014/main" id="{CD86B72B-43DC-4EB1-9793-0EF1F5070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899"/>
                <a:ext cx="260" cy="114"/>
              </a:xfrm>
              <a:custGeom>
                <a:avLst/>
                <a:gdLst>
                  <a:gd name="T0" fmla="*/ 0 w 104"/>
                  <a:gd name="T1" fmla="*/ 801 h 43"/>
                  <a:gd name="T2" fmla="*/ 1625 w 104"/>
                  <a:gd name="T3" fmla="*/ 464 h 43"/>
                  <a:gd name="T4" fmla="*/ 0 w 104"/>
                  <a:gd name="T5" fmla="*/ 80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3">
                    <a:moveTo>
                      <a:pt x="0" y="43"/>
                    </a:moveTo>
                    <a:cubicBezTo>
                      <a:pt x="21" y="21"/>
                      <a:pt x="84" y="0"/>
                      <a:pt x="104" y="25"/>
                    </a:cubicBezTo>
                    <a:cubicBezTo>
                      <a:pt x="87" y="16"/>
                      <a:pt x="32" y="14"/>
                      <a:pt x="0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1" name="Freeform 243">
                <a:extLst>
                  <a:ext uri="{FF2B5EF4-FFF2-40B4-BE49-F238E27FC236}">
                    <a16:creationId xmlns:a16="http://schemas.microsoft.com/office/drawing/2014/main" id="{A90572B6-A113-4F4F-AC1D-F3D77C2A0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1805"/>
                <a:ext cx="140" cy="216"/>
              </a:xfrm>
              <a:custGeom>
                <a:avLst/>
                <a:gdLst>
                  <a:gd name="T0" fmla="*/ 0 w 56"/>
                  <a:gd name="T1" fmla="*/ 0 h 81"/>
                  <a:gd name="T2" fmla="*/ 875 w 56"/>
                  <a:gd name="T3" fmla="*/ 1536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81">
                    <a:moveTo>
                      <a:pt x="0" y="0"/>
                    </a:moveTo>
                    <a:cubicBezTo>
                      <a:pt x="1" y="19"/>
                      <a:pt x="27" y="55"/>
                      <a:pt x="56" y="8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2" name="Freeform 244">
                <a:extLst>
                  <a:ext uri="{FF2B5EF4-FFF2-40B4-BE49-F238E27FC236}">
                    <a16:creationId xmlns:a16="http://schemas.microsoft.com/office/drawing/2014/main" id="{B16755FE-5F12-45A6-8E98-064A2AB56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205"/>
                <a:ext cx="92" cy="259"/>
              </a:xfrm>
              <a:custGeom>
                <a:avLst/>
                <a:gdLst>
                  <a:gd name="T0" fmla="*/ 569 w 37"/>
                  <a:gd name="T1" fmla="*/ 1848 h 97"/>
                  <a:gd name="T2" fmla="*/ 62 w 37"/>
                  <a:gd name="T3" fmla="*/ 0 h 97"/>
                  <a:gd name="T4" fmla="*/ 569 w 37"/>
                  <a:gd name="T5" fmla="*/ 1848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7">
                    <a:moveTo>
                      <a:pt x="37" y="97"/>
                    </a:moveTo>
                    <a:cubicBezTo>
                      <a:pt x="3" y="79"/>
                      <a:pt x="0" y="27"/>
                      <a:pt x="4" y="0"/>
                    </a:cubicBezTo>
                    <a:cubicBezTo>
                      <a:pt x="5" y="20"/>
                      <a:pt x="8" y="79"/>
                      <a:pt x="37" y="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3" name="Freeform 245">
                <a:extLst>
                  <a:ext uri="{FF2B5EF4-FFF2-40B4-BE49-F238E27FC236}">
                    <a16:creationId xmlns:a16="http://schemas.microsoft.com/office/drawing/2014/main" id="{39D91EFB-9036-4953-B93F-6F50E4E9A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1877"/>
                <a:ext cx="88" cy="104"/>
              </a:xfrm>
              <a:custGeom>
                <a:avLst/>
                <a:gdLst>
                  <a:gd name="T0" fmla="*/ 0 w 35"/>
                  <a:gd name="T1" fmla="*/ 739 h 39"/>
                  <a:gd name="T2" fmla="*/ 556 w 35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9">
                    <a:moveTo>
                      <a:pt x="0" y="39"/>
                    </a:moveTo>
                    <a:cubicBezTo>
                      <a:pt x="13" y="13"/>
                      <a:pt x="27" y="4"/>
                      <a:pt x="3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4" name="Freeform 246">
                <a:extLst>
                  <a:ext uri="{FF2B5EF4-FFF2-40B4-BE49-F238E27FC236}">
                    <a16:creationId xmlns:a16="http://schemas.microsoft.com/office/drawing/2014/main" id="{C7C48B4B-2DD4-4985-9459-2A60985BA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3171"/>
                <a:ext cx="5" cy="357"/>
              </a:xfrm>
              <a:custGeom>
                <a:avLst/>
                <a:gdLst>
                  <a:gd name="T0" fmla="*/ 0 w 2"/>
                  <a:gd name="T1" fmla="*/ 0 h 134"/>
                  <a:gd name="T2" fmla="*/ 0 w 2"/>
                  <a:gd name="T3" fmla="*/ 2534 h 1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4">
                    <a:moveTo>
                      <a:pt x="0" y="0"/>
                    </a:moveTo>
                    <a:cubicBezTo>
                      <a:pt x="2" y="19"/>
                      <a:pt x="2" y="107"/>
                      <a:pt x="0" y="1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5" name="Freeform 247">
                <a:extLst>
                  <a:ext uri="{FF2B5EF4-FFF2-40B4-BE49-F238E27FC236}">
                    <a16:creationId xmlns:a16="http://schemas.microsoft.com/office/drawing/2014/main" id="{166A3872-B8D8-4D2B-B6E8-11EDA8464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837"/>
                <a:ext cx="97" cy="414"/>
              </a:xfrm>
              <a:custGeom>
                <a:avLst/>
                <a:gdLst>
                  <a:gd name="T0" fmla="*/ 599 w 39"/>
                  <a:gd name="T1" fmla="*/ 0 h 155"/>
                  <a:gd name="T2" fmla="*/ 0 w 39"/>
                  <a:gd name="T3" fmla="*/ 2954 h 1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55">
                    <a:moveTo>
                      <a:pt x="39" y="0"/>
                    </a:moveTo>
                    <a:cubicBezTo>
                      <a:pt x="31" y="19"/>
                      <a:pt x="6" y="93"/>
                      <a:pt x="0" y="1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6" name="Freeform 248">
                <a:extLst>
                  <a:ext uri="{FF2B5EF4-FFF2-40B4-BE49-F238E27FC236}">
                    <a16:creationId xmlns:a16="http://schemas.microsoft.com/office/drawing/2014/main" id="{F427DB92-448E-4250-A670-7BEB765A7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3144"/>
                <a:ext cx="48" cy="221"/>
              </a:xfrm>
              <a:custGeom>
                <a:avLst/>
                <a:gdLst>
                  <a:gd name="T0" fmla="*/ 306 w 19"/>
                  <a:gd name="T1" fmla="*/ 0 h 83"/>
                  <a:gd name="T2" fmla="*/ 0 w 19"/>
                  <a:gd name="T3" fmla="*/ 1566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3">
                    <a:moveTo>
                      <a:pt x="19" y="0"/>
                    </a:moveTo>
                    <a:cubicBezTo>
                      <a:pt x="12" y="21"/>
                      <a:pt x="0" y="58"/>
                      <a:pt x="0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7" name="Freeform 249">
                <a:extLst>
                  <a:ext uri="{FF2B5EF4-FFF2-40B4-BE49-F238E27FC236}">
                    <a16:creationId xmlns:a16="http://schemas.microsoft.com/office/drawing/2014/main" id="{D5FA74BE-491E-40E7-88D9-7D19D7902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3141"/>
                <a:ext cx="55" cy="294"/>
              </a:xfrm>
              <a:custGeom>
                <a:avLst/>
                <a:gdLst>
                  <a:gd name="T0" fmla="*/ 0 w 22"/>
                  <a:gd name="T1" fmla="*/ 0 h 110"/>
                  <a:gd name="T2" fmla="*/ 345 w 22"/>
                  <a:gd name="T3" fmla="*/ 2101 h 110"/>
                  <a:gd name="T4" fmla="*/ 0 w 22"/>
                  <a:gd name="T5" fmla="*/ 0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10">
                    <a:moveTo>
                      <a:pt x="0" y="0"/>
                    </a:moveTo>
                    <a:cubicBezTo>
                      <a:pt x="8" y="16"/>
                      <a:pt x="18" y="61"/>
                      <a:pt x="22" y="110"/>
                    </a:cubicBezTo>
                    <a:cubicBezTo>
                      <a:pt x="21" y="72"/>
                      <a:pt x="18" y="3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8" name="Freeform 250">
                <a:extLst>
                  <a:ext uri="{FF2B5EF4-FFF2-40B4-BE49-F238E27FC236}">
                    <a16:creationId xmlns:a16="http://schemas.microsoft.com/office/drawing/2014/main" id="{B87ADABD-E6A7-447C-A984-ACAB1C3B1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3115"/>
                <a:ext cx="60" cy="437"/>
              </a:xfrm>
              <a:custGeom>
                <a:avLst/>
                <a:gdLst>
                  <a:gd name="T0" fmla="*/ 0 w 24"/>
                  <a:gd name="T1" fmla="*/ 0 h 164"/>
                  <a:gd name="T2" fmla="*/ 375 w 24"/>
                  <a:gd name="T3" fmla="*/ 3102 h 164"/>
                  <a:gd name="T4" fmla="*/ 0 w 24"/>
                  <a:gd name="T5" fmla="*/ 0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64">
                    <a:moveTo>
                      <a:pt x="0" y="0"/>
                    </a:moveTo>
                    <a:cubicBezTo>
                      <a:pt x="5" y="34"/>
                      <a:pt x="20" y="114"/>
                      <a:pt x="24" y="164"/>
                    </a:cubicBezTo>
                    <a:cubicBezTo>
                      <a:pt x="21" y="116"/>
                      <a:pt x="12" y="3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9" name="Freeform 251">
                <a:extLst>
                  <a:ext uri="{FF2B5EF4-FFF2-40B4-BE49-F238E27FC236}">
                    <a16:creationId xmlns:a16="http://schemas.microsoft.com/office/drawing/2014/main" id="{90C391D0-90D9-476C-AD5E-3A79C9818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928"/>
                <a:ext cx="102" cy="363"/>
              </a:xfrm>
              <a:custGeom>
                <a:avLst/>
                <a:gdLst>
                  <a:gd name="T0" fmla="*/ 0 w 41"/>
                  <a:gd name="T1" fmla="*/ 0 h 136"/>
                  <a:gd name="T2" fmla="*/ 632 w 41"/>
                  <a:gd name="T3" fmla="*/ 2586 h 136"/>
                  <a:gd name="T4" fmla="*/ 0 w 41"/>
                  <a:gd name="T5" fmla="*/ 0 h 1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36">
                    <a:moveTo>
                      <a:pt x="0" y="0"/>
                    </a:moveTo>
                    <a:cubicBezTo>
                      <a:pt x="4" y="18"/>
                      <a:pt x="23" y="34"/>
                      <a:pt x="41" y="136"/>
                    </a:cubicBezTo>
                    <a:cubicBezTo>
                      <a:pt x="36" y="98"/>
                      <a:pt x="19" y="2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0" name="Freeform 252">
                <a:extLst>
                  <a:ext uri="{FF2B5EF4-FFF2-40B4-BE49-F238E27FC236}">
                    <a16:creationId xmlns:a16="http://schemas.microsoft.com/office/drawing/2014/main" id="{1E7BC80D-6F92-4E92-9AC2-CDBD2BB05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2109"/>
                <a:ext cx="930" cy="1043"/>
              </a:xfrm>
              <a:custGeom>
                <a:avLst/>
                <a:gdLst>
                  <a:gd name="T0" fmla="*/ 2770 w 372"/>
                  <a:gd name="T1" fmla="*/ 115 h 391"/>
                  <a:gd name="T2" fmla="*/ 488 w 372"/>
                  <a:gd name="T3" fmla="*/ 227 h 391"/>
                  <a:gd name="T4" fmla="*/ 125 w 372"/>
                  <a:gd name="T5" fmla="*/ 227 h 391"/>
                  <a:gd name="T6" fmla="*/ 0 w 372"/>
                  <a:gd name="T7" fmla="*/ 662 h 391"/>
                  <a:gd name="T8" fmla="*/ 83 w 372"/>
                  <a:gd name="T9" fmla="*/ 776 h 391"/>
                  <a:gd name="T10" fmla="*/ 158 w 372"/>
                  <a:gd name="T11" fmla="*/ 662 h 391"/>
                  <a:gd name="T12" fmla="*/ 238 w 372"/>
                  <a:gd name="T13" fmla="*/ 376 h 391"/>
                  <a:gd name="T14" fmla="*/ 425 w 372"/>
                  <a:gd name="T15" fmla="*/ 397 h 391"/>
                  <a:gd name="T16" fmla="*/ 2800 w 372"/>
                  <a:gd name="T17" fmla="*/ 264 h 391"/>
                  <a:gd name="T18" fmla="*/ 3938 w 372"/>
                  <a:gd name="T19" fmla="*/ 627 h 391"/>
                  <a:gd name="T20" fmla="*/ 4583 w 372"/>
                  <a:gd name="T21" fmla="*/ 2505 h 391"/>
                  <a:gd name="T22" fmla="*/ 4595 w 372"/>
                  <a:gd name="T23" fmla="*/ 3550 h 391"/>
                  <a:gd name="T24" fmla="*/ 5738 w 372"/>
                  <a:gd name="T25" fmla="*/ 7400 h 391"/>
                  <a:gd name="T26" fmla="*/ 5783 w 372"/>
                  <a:gd name="T27" fmla="*/ 7160 h 391"/>
                  <a:gd name="T28" fmla="*/ 5770 w 372"/>
                  <a:gd name="T29" fmla="*/ 6816 h 391"/>
                  <a:gd name="T30" fmla="*/ 4813 w 372"/>
                  <a:gd name="T31" fmla="*/ 3436 h 391"/>
                  <a:gd name="T32" fmla="*/ 4783 w 372"/>
                  <a:gd name="T33" fmla="*/ 2561 h 391"/>
                  <a:gd name="T34" fmla="*/ 4033 w 372"/>
                  <a:gd name="T35" fmla="*/ 491 h 391"/>
                  <a:gd name="T36" fmla="*/ 2770 w 372"/>
                  <a:gd name="T37" fmla="*/ 115 h 39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72" h="391">
                    <a:moveTo>
                      <a:pt x="177" y="6"/>
                    </a:moveTo>
                    <a:cubicBezTo>
                      <a:pt x="146" y="12"/>
                      <a:pt x="70" y="24"/>
                      <a:pt x="31" y="12"/>
                    </a:cubicBezTo>
                    <a:cubicBezTo>
                      <a:pt x="24" y="10"/>
                      <a:pt x="15" y="7"/>
                      <a:pt x="8" y="12"/>
                    </a:cubicBezTo>
                    <a:cubicBezTo>
                      <a:pt x="3" y="16"/>
                      <a:pt x="0" y="23"/>
                      <a:pt x="0" y="35"/>
                    </a:cubicBezTo>
                    <a:cubicBezTo>
                      <a:pt x="0" y="38"/>
                      <a:pt x="2" y="41"/>
                      <a:pt x="5" y="41"/>
                    </a:cubicBezTo>
                    <a:cubicBezTo>
                      <a:pt x="8" y="41"/>
                      <a:pt x="10" y="39"/>
                      <a:pt x="10" y="35"/>
                    </a:cubicBezTo>
                    <a:cubicBezTo>
                      <a:pt x="10" y="26"/>
                      <a:pt x="12" y="22"/>
                      <a:pt x="15" y="20"/>
                    </a:cubicBezTo>
                    <a:cubicBezTo>
                      <a:pt x="18" y="19"/>
                      <a:pt x="23" y="19"/>
                      <a:pt x="27" y="21"/>
                    </a:cubicBezTo>
                    <a:cubicBezTo>
                      <a:pt x="68" y="33"/>
                      <a:pt x="140" y="22"/>
                      <a:pt x="179" y="14"/>
                    </a:cubicBezTo>
                    <a:cubicBezTo>
                      <a:pt x="204" y="10"/>
                      <a:pt x="232" y="17"/>
                      <a:pt x="252" y="33"/>
                    </a:cubicBezTo>
                    <a:cubicBezTo>
                      <a:pt x="278" y="53"/>
                      <a:pt x="291" y="87"/>
                      <a:pt x="293" y="132"/>
                    </a:cubicBezTo>
                    <a:cubicBezTo>
                      <a:pt x="294" y="187"/>
                      <a:pt x="294" y="187"/>
                      <a:pt x="294" y="187"/>
                    </a:cubicBezTo>
                    <a:cubicBezTo>
                      <a:pt x="297" y="283"/>
                      <a:pt x="301" y="384"/>
                      <a:pt x="367" y="390"/>
                    </a:cubicBezTo>
                    <a:cubicBezTo>
                      <a:pt x="370" y="391"/>
                      <a:pt x="370" y="381"/>
                      <a:pt x="370" y="377"/>
                    </a:cubicBezTo>
                    <a:cubicBezTo>
                      <a:pt x="370" y="374"/>
                      <a:pt x="372" y="359"/>
                      <a:pt x="369" y="359"/>
                    </a:cubicBezTo>
                    <a:cubicBezTo>
                      <a:pt x="313" y="353"/>
                      <a:pt x="310" y="272"/>
                      <a:pt x="308" y="181"/>
                    </a:cubicBezTo>
                    <a:cubicBezTo>
                      <a:pt x="306" y="135"/>
                      <a:pt x="306" y="135"/>
                      <a:pt x="306" y="135"/>
                    </a:cubicBezTo>
                    <a:cubicBezTo>
                      <a:pt x="303" y="73"/>
                      <a:pt x="278" y="42"/>
                      <a:pt x="258" y="26"/>
                    </a:cubicBezTo>
                    <a:cubicBezTo>
                      <a:pt x="235" y="8"/>
                      <a:pt x="205" y="0"/>
                      <a:pt x="177" y="6"/>
                    </a:cubicBezTo>
                    <a:close/>
                  </a:path>
                </a:pathLst>
              </a:custGeom>
              <a:solidFill>
                <a:srgbClr val="DEF176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1" name="Freeform 253">
                <a:extLst>
                  <a:ext uri="{FF2B5EF4-FFF2-40B4-BE49-F238E27FC236}">
                    <a16:creationId xmlns:a16="http://schemas.microsoft.com/office/drawing/2014/main" id="{1D587CE1-52C0-4E3E-81A7-C5A497270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2691"/>
                <a:ext cx="695" cy="456"/>
              </a:xfrm>
              <a:custGeom>
                <a:avLst/>
                <a:gdLst>
                  <a:gd name="T0" fmla="*/ 520 w 278"/>
                  <a:gd name="T1" fmla="*/ 136 h 171"/>
                  <a:gd name="T2" fmla="*/ 63 w 278"/>
                  <a:gd name="T3" fmla="*/ 1400 h 171"/>
                  <a:gd name="T4" fmla="*/ 83 w 278"/>
                  <a:gd name="T5" fmla="*/ 1536 h 171"/>
                  <a:gd name="T6" fmla="*/ 50 w 278"/>
                  <a:gd name="T7" fmla="*/ 3243 h 171"/>
                  <a:gd name="T8" fmla="*/ 175 w 278"/>
                  <a:gd name="T9" fmla="*/ 3243 h 171"/>
                  <a:gd name="T10" fmla="*/ 208 w 278"/>
                  <a:gd name="T11" fmla="*/ 1515 h 171"/>
                  <a:gd name="T12" fmla="*/ 188 w 278"/>
                  <a:gd name="T13" fmla="*/ 1387 h 171"/>
                  <a:gd name="T14" fmla="*/ 550 w 278"/>
                  <a:gd name="T15" fmla="*/ 264 h 171"/>
                  <a:gd name="T16" fmla="*/ 1708 w 278"/>
                  <a:gd name="T17" fmla="*/ 512 h 171"/>
                  <a:gd name="T18" fmla="*/ 2238 w 278"/>
                  <a:gd name="T19" fmla="*/ 683 h 171"/>
                  <a:gd name="T20" fmla="*/ 4145 w 278"/>
                  <a:gd name="T21" fmla="*/ 661 h 171"/>
                  <a:gd name="T22" fmla="*/ 4333 w 278"/>
                  <a:gd name="T23" fmla="*/ 797 h 171"/>
                  <a:gd name="T24" fmla="*/ 4345 w 278"/>
                  <a:gd name="T25" fmla="*/ 512 h 171"/>
                  <a:gd name="T26" fmla="*/ 4300 w 278"/>
                  <a:gd name="T27" fmla="*/ 341 h 171"/>
                  <a:gd name="T28" fmla="*/ 4113 w 278"/>
                  <a:gd name="T29" fmla="*/ 477 h 171"/>
                  <a:gd name="T30" fmla="*/ 2238 w 278"/>
                  <a:gd name="T31" fmla="*/ 533 h 171"/>
                  <a:gd name="T32" fmla="*/ 1738 w 278"/>
                  <a:gd name="T33" fmla="*/ 363 h 171"/>
                  <a:gd name="T34" fmla="*/ 520 w 278"/>
                  <a:gd name="T35" fmla="*/ 136 h 17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78" h="171">
                    <a:moveTo>
                      <a:pt x="33" y="7"/>
                    </a:moveTo>
                    <a:cubicBezTo>
                      <a:pt x="0" y="16"/>
                      <a:pt x="2" y="48"/>
                      <a:pt x="4" y="74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7" y="109"/>
                      <a:pt x="9" y="142"/>
                      <a:pt x="3" y="171"/>
                    </a:cubicBezTo>
                    <a:cubicBezTo>
                      <a:pt x="3" y="171"/>
                      <a:pt x="11" y="171"/>
                      <a:pt x="11" y="171"/>
                    </a:cubicBezTo>
                    <a:cubicBezTo>
                      <a:pt x="17" y="141"/>
                      <a:pt x="15" y="109"/>
                      <a:pt x="13" y="80"/>
                    </a:cubicBezTo>
                    <a:cubicBezTo>
                      <a:pt x="12" y="73"/>
                      <a:pt x="12" y="73"/>
                      <a:pt x="12" y="73"/>
                    </a:cubicBezTo>
                    <a:cubicBezTo>
                      <a:pt x="10" y="48"/>
                      <a:pt x="8" y="22"/>
                      <a:pt x="35" y="14"/>
                    </a:cubicBezTo>
                    <a:cubicBezTo>
                      <a:pt x="56" y="9"/>
                      <a:pt x="85" y="19"/>
                      <a:pt x="109" y="27"/>
                    </a:cubicBezTo>
                    <a:cubicBezTo>
                      <a:pt x="122" y="31"/>
                      <a:pt x="134" y="35"/>
                      <a:pt x="143" y="36"/>
                    </a:cubicBezTo>
                    <a:cubicBezTo>
                      <a:pt x="164" y="39"/>
                      <a:pt x="236" y="37"/>
                      <a:pt x="265" y="35"/>
                    </a:cubicBezTo>
                    <a:cubicBezTo>
                      <a:pt x="270" y="34"/>
                      <a:pt x="275" y="36"/>
                      <a:pt x="277" y="42"/>
                    </a:cubicBezTo>
                    <a:cubicBezTo>
                      <a:pt x="278" y="44"/>
                      <a:pt x="278" y="29"/>
                      <a:pt x="278" y="27"/>
                    </a:cubicBezTo>
                    <a:cubicBezTo>
                      <a:pt x="277" y="25"/>
                      <a:pt x="275" y="16"/>
                      <a:pt x="275" y="18"/>
                    </a:cubicBezTo>
                    <a:cubicBezTo>
                      <a:pt x="273" y="22"/>
                      <a:pt x="268" y="25"/>
                      <a:pt x="263" y="25"/>
                    </a:cubicBezTo>
                    <a:cubicBezTo>
                      <a:pt x="236" y="28"/>
                      <a:pt x="165" y="31"/>
                      <a:pt x="143" y="28"/>
                    </a:cubicBezTo>
                    <a:cubicBezTo>
                      <a:pt x="135" y="27"/>
                      <a:pt x="124" y="23"/>
                      <a:pt x="111" y="19"/>
                    </a:cubicBezTo>
                    <a:cubicBezTo>
                      <a:pt x="85" y="10"/>
                      <a:pt x="56" y="0"/>
                      <a:pt x="33" y="7"/>
                    </a:cubicBezTo>
                    <a:close/>
                  </a:path>
                </a:pathLst>
              </a:custGeom>
              <a:solidFill>
                <a:srgbClr val="DEF176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2" name="Freeform 254">
                <a:extLst>
                  <a:ext uri="{FF2B5EF4-FFF2-40B4-BE49-F238E27FC236}">
                    <a16:creationId xmlns:a16="http://schemas.microsoft.com/office/drawing/2014/main" id="{FD502925-56A8-43F7-BC6F-4B82F6808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525"/>
                <a:ext cx="877" cy="264"/>
              </a:xfrm>
              <a:custGeom>
                <a:avLst/>
                <a:gdLst>
                  <a:gd name="T0" fmla="*/ 450 w 351"/>
                  <a:gd name="T1" fmla="*/ 205 h 99"/>
                  <a:gd name="T2" fmla="*/ 0 w 351"/>
                  <a:gd name="T3" fmla="*/ 1856 h 99"/>
                  <a:gd name="T4" fmla="*/ 125 w 351"/>
                  <a:gd name="T5" fmla="*/ 1877 h 99"/>
                  <a:gd name="T6" fmla="*/ 530 w 351"/>
                  <a:gd name="T7" fmla="*/ 320 h 99"/>
                  <a:gd name="T8" fmla="*/ 1167 w 351"/>
                  <a:gd name="T9" fmla="*/ 205 h 99"/>
                  <a:gd name="T10" fmla="*/ 3758 w 351"/>
                  <a:gd name="T11" fmla="*/ 512 h 99"/>
                  <a:gd name="T12" fmla="*/ 4133 w 351"/>
                  <a:gd name="T13" fmla="*/ 533 h 99"/>
                  <a:gd name="T14" fmla="*/ 5349 w 351"/>
                  <a:gd name="T15" fmla="*/ 875 h 99"/>
                  <a:gd name="T16" fmla="*/ 5432 w 351"/>
                  <a:gd name="T17" fmla="*/ 931 h 99"/>
                  <a:gd name="T18" fmla="*/ 5474 w 351"/>
                  <a:gd name="T19" fmla="*/ 853 h 99"/>
                  <a:gd name="T20" fmla="*/ 4153 w 351"/>
                  <a:gd name="T21" fmla="*/ 341 h 99"/>
                  <a:gd name="T22" fmla="*/ 3778 w 351"/>
                  <a:gd name="T23" fmla="*/ 320 h 99"/>
                  <a:gd name="T24" fmla="*/ 1199 w 351"/>
                  <a:gd name="T25" fmla="*/ 56 h 99"/>
                  <a:gd name="T26" fmla="*/ 450 w 351"/>
                  <a:gd name="T27" fmla="*/ 205 h 9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1" h="99">
                    <a:moveTo>
                      <a:pt x="29" y="11"/>
                    </a:moveTo>
                    <a:cubicBezTo>
                      <a:pt x="13" y="23"/>
                      <a:pt x="3" y="55"/>
                      <a:pt x="0" y="98"/>
                    </a:cubicBezTo>
                    <a:cubicBezTo>
                      <a:pt x="0" y="98"/>
                      <a:pt x="8" y="99"/>
                      <a:pt x="8" y="99"/>
                    </a:cubicBezTo>
                    <a:cubicBezTo>
                      <a:pt x="11" y="58"/>
                      <a:pt x="20" y="28"/>
                      <a:pt x="34" y="17"/>
                    </a:cubicBezTo>
                    <a:cubicBezTo>
                      <a:pt x="43" y="10"/>
                      <a:pt x="57" y="8"/>
                      <a:pt x="75" y="11"/>
                    </a:cubicBezTo>
                    <a:cubicBezTo>
                      <a:pt x="120" y="19"/>
                      <a:pt x="190" y="25"/>
                      <a:pt x="241" y="27"/>
                    </a:cubicBezTo>
                    <a:cubicBezTo>
                      <a:pt x="265" y="28"/>
                      <a:pt x="265" y="28"/>
                      <a:pt x="265" y="28"/>
                    </a:cubicBezTo>
                    <a:cubicBezTo>
                      <a:pt x="296" y="29"/>
                      <a:pt x="340" y="29"/>
                      <a:pt x="343" y="46"/>
                    </a:cubicBezTo>
                    <a:cubicBezTo>
                      <a:pt x="343" y="48"/>
                      <a:pt x="346" y="50"/>
                      <a:pt x="348" y="49"/>
                    </a:cubicBezTo>
                    <a:cubicBezTo>
                      <a:pt x="350" y="49"/>
                      <a:pt x="351" y="47"/>
                      <a:pt x="351" y="45"/>
                    </a:cubicBezTo>
                    <a:cubicBezTo>
                      <a:pt x="346" y="21"/>
                      <a:pt x="304" y="19"/>
                      <a:pt x="266" y="18"/>
                    </a:cubicBezTo>
                    <a:cubicBezTo>
                      <a:pt x="242" y="17"/>
                      <a:pt x="242" y="17"/>
                      <a:pt x="242" y="17"/>
                    </a:cubicBezTo>
                    <a:cubicBezTo>
                      <a:pt x="191" y="15"/>
                      <a:pt x="121" y="12"/>
                      <a:pt x="77" y="3"/>
                    </a:cubicBezTo>
                    <a:cubicBezTo>
                      <a:pt x="56" y="0"/>
                      <a:pt x="41" y="2"/>
                      <a:pt x="29" y="11"/>
                    </a:cubicBezTo>
                    <a:close/>
                  </a:path>
                </a:pathLst>
              </a:custGeom>
              <a:solidFill>
                <a:srgbClr val="DEF1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3" name="Freeform 255">
                <a:extLst>
                  <a:ext uri="{FF2B5EF4-FFF2-40B4-BE49-F238E27FC236}">
                    <a16:creationId xmlns:a16="http://schemas.microsoft.com/office/drawing/2014/main" id="{4A56E849-92C6-4630-8D6D-34194BAF0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525"/>
                <a:ext cx="877" cy="264"/>
              </a:xfrm>
              <a:custGeom>
                <a:avLst/>
                <a:gdLst>
                  <a:gd name="T0" fmla="*/ 5474 w 351"/>
                  <a:gd name="T1" fmla="*/ 853 h 99"/>
                  <a:gd name="T2" fmla="*/ 4153 w 351"/>
                  <a:gd name="T3" fmla="*/ 341 h 99"/>
                  <a:gd name="T4" fmla="*/ 3778 w 351"/>
                  <a:gd name="T5" fmla="*/ 320 h 99"/>
                  <a:gd name="T6" fmla="*/ 1199 w 351"/>
                  <a:gd name="T7" fmla="*/ 56 h 99"/>
                  <a:gd name="T8" fmla="*/ 450 w 351"/>
                  <a:gd name="T9" fmla="*/ 205 h 99"/>
                  <a:gd name="T10" fmla="*/ 0 w 351"/>
                  <a:gd name="T11" fmla="*/ 1856 h 99"/>
                  <a:gd name="T12" fmla="*/ 125 w 351"/>
                  <a:gd name="T13" fmla="*/ 1877 h 99"/>
                  <a:gd name="T14" fmla="*/ 530 w 351"/>
                  <a:gd name="T15" fmla="*/ 320 h 99"/>
                  <a:gd name="T16" fmla="*/ 1167 w 351"/>
                  <a:gd name="T17" fmla="*/ 205 h 99"/>
                  <a:gd name="T18" fmla="*/ 3758 w 351"/>
                  <a:gd name="T19" fmla="*/ 512 h 99"/>
                  <a:gd name="T20" fmla="*/ 4133 w 351"/>
                  <a:gd name="T21" fmla="*/ 533 h 99"/>
                  <a:gd name="T22" fmla="*/ 5349 w 351"/>
                  <a:gd name="T23" fmla="*/ 875 h 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1" h="99">
                    <a:moveTo>
                      <a:pt x="351" y="45"/>
                    </a:moveTo>
                    <a:cubicBezTo>
                      <a:pt x="346" y="21"/>
                      <a:pt x="304" y="19"/>
                      <a:pt x="266" y="18"/>
                    </a:cubicBezTo>
                    <a:cubicBezTo>
                      <a:pt x="242" y="17"/>
                      <a:pt x="242" y="17"/>
                      <a:pt x="242" y="17"/>
                    </a:cubicBezTo>
                    <a:cubicBezTo>
                      <a:pt x="191" y="15"/>
                      <a:pt x="121" y="12"/>
                      <a:pt x="77" y="3"/>
                    </a:cubicBezTo>
                    <a:cubicBezTo>
                      <a:pt x="56" y="0"/>
                      <a:pt x="41" y="2"/>
                      <a:pt x="29" y="11"/>
                    </a:cubicBezTo>
                    <a:cubicBezTo>
                      <a:pt x="13" y="23"/>
                      <a:pt x="3" y="55"/>
                      <a:pt x="0" y="98"/>
                    </a:cubicBezTo>
                    <a:cubicBezTo>
                      <a:pt x="0" y="98"/>
                      <a:pt x="8" y="99"/>
                      <a:pt x="8" y="99"/>
                    </a:cubicBezTo>
                    <a:cubicBezTo>
                      <a:pt x="11" y="58"/>
                      <a:pt x="20" y="28"/>
                      <a:pt x="34" y="17"/>
                    </a:cubicBezTo>
                    <a:cubicBezTo>
                      <a:pt x="43" y="10"/>
                      <a:pt x="57" y="8"/>
                      <a:pt x="75" y="11"/>
                    </a:cubicBezTo>
                    <a:cubicBezTo>
                      <a:pt x="120" y="19"/>
                      <a:pt x="190" y="25"/>
                      <a:pt x="241" y="27"/>
                    </a:cubicBezTo>
                    <a:cubicBezTo>
                      <a:pt x="265" y="28"/>
                      <a:pt x="265" y="28"/>
                      <a:pt x="265" y="28"/>
                    </a:cubicBezTo>
                    <a:cubicBezTo>
                      <a:pt x="296" y="29"/>
                      <a:pt x="340" y="29"/>
                      <a:pt x="343" y="4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4" name="Freeform 256">
                <a:extLst>
                  <a:ext uri="{FF2B5EF4-FFF2-40B4-BE49-F238E27FC236}">
                    <a16:creationId xmlns:a16="http://schemas.microsoft.com/office/drawing/2014/main" id="{05A09F9D-550F-4143-AE43-1331DA288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032"/>
                <a:ext cx="843" cy="224"/>
              </a:xfrm>
              <a:custGeom>
                <a:avLst/>
                <a:gdLst>
                  <a:gd name="T0" fmla="*/ 4743 w 337"/>
                  <a:gd name="T1" fmla="*/ 285 h 84"/>
                  <a:gd name="T2" fmla="*/ 3722 w 337"/>
                  <a:gd name="T3" fmla="*/ 683 h 84"/>
                  <a:gd name="T4" fmla="*/ 3630 w 337"/>
                  <a:gd name="T5" fmla="*/ 832 h 84"/>
                  <a:gd name="T6" fmla="*/ 2754 w 337"/>
                  <a:gd name="T7" fmla="*/ 1080 h 84"/>
                  <a:gd name="T8" fmla="*/ 1396 w 337"/>
                  <a:gd name="T9" fmla="*/ 1024 h 84"/>
                  <a:gd name="T10" fmla="*/ 1208 w 337"/>
                  <a:gd name="T11" fmla="*/ 947 h 84"/>
                  <a:gd name="T12" fmla="*/ 1051 w 337"/>
                  <a:gd name="T13" fmla="*/ 760 h 84"/>
                  <a:gd name="T14" fmla="*/ 95 w 337"/>
                  <a:gd name="T15" fmla="*/ 717 h 84"/>
                  <a:gd name="T16" fmla="*/ 958 w 337"/>
                  <a:gd name="T17" fmla="*/ 1288 h 84"/>
                  <a:gd name="T18" fmla="*/ 1176 w 337"/>
                  <a:gd name="T19" fmla="*/ 1173 h 84"/>
                  <a:gd name="T20" fmla="*/ 1333 w 337"/>
                  <a:gd name="T21" fmla="*/ 1229 h 84"/>
                  <a:gd name="T22" fmla="*/ 2817 w 337"/>
                  <a:gd name="T23" fmla="*/ 1288 h 84"/>
                  <a:gd name="T24" fmla="*/ 3880 w 337"/>
                  <a:gd name="T25" fmla="*/ 1117 h 84"/>
                  <a:gd name="T26" fmla="*/ 4130 w 337"/>
                  <a:gd name="T27" fmla="*/ 1272 h 84"/>
                  <a:gd name="T28" fmla="*/ 4525 w 337"/>
                  <a:gd name="T29" fmla="*/ 1480 h 84"/>
                  <a:gd name="T30" fmla="*/ 5151 w 337"/>
                  <a:gd name="T31" fmla="*/ 1288 h 84"/>
                  <a:gd name="T32" fmla="*/ 4743 w 337"/>
                  <a:gd name="T33" fmla="*/ 285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37" h="84">
                    <a:moveTo>
                      <a:pt x="303" y="15"/>
                    </a:moveTo>
                    <a:cubicBezTo>
                      <a:pt x="277" y="0"/>
                      <a:pt x="224" y="1"/>
                      <a:pt x="238" y="36"/>
                    </a:cubicBezTo>
                    <a:cubicBezTo>
                      <a:pt x="240" y="40"/>
                      <a:pt x="236" y="44"/>
                      <a:pt x="232" y="44"/>
                    </a:cubicBezTo>
                    <a:cubicBezTo>
                      <a:pt x="220" y="44"/>
                      <a:pt x="204" y="46"/>
                      <a:pt x="176" y="57"/>
                    </a:cubicBezTo>
                    <a:cubicBezTo>
                      <a:pt x="138" y="71"/>
                      <a:pt x="113" y="62"/>
                      <a:pt x="89" y="54"/>
                    </a:cubicBezTo>
                    <a:cubicBezTo>
                      <a:pt x="85" y="53"/>
                      <a:pt x="81" y="51"/>
                      <a:pt x="77" y="50"/>
                    </a:cubicBezTo>
                    <a:cubicBezTo>
                      <a:pt x="72" y="48"/>
                      <a:pt x="69" y="43"/>
                      <a:pt x="67" y="40"/>
                    </a:cubicBezTo>
                    <a:cubicBezTo>
                      <a:pt x="56" y="20"/>
                      <a:pt x="13" y="12"/>
                      <a:pt x="6" y="38"/>
                    </a:cubicBezTo>
                    <a:cubicBezTo>
                      <a:pt x="0" y="55"/>
                      <a:pt x="42" y="80"/>
                      <a:pt x="61" y="68"/>
                    </a:cubicBezTo>
                    <a:cubicBezTo>
                      <a:pt x="64" y="66"/>
                      <a:pt x="68" y="59"/>
                      <a:pt x="75" y="62"/>
                    </a:cubicBezTo>
                    <a:cubicBezTo>
                      <a:pt x="78" y="63"/>
                      <a:pt x="81" y="64"/>
                      <a:pt x="85" y="65"/>
                    </a:cubicBezTo>
                    <a:cubicBezTo>
                      <a:pt x="110" y="74"/>
                      <a:pt x="138" y="84"/>
                      <a:pt x="180" y="68"/>
                    </a:cubicBezTo>
                    <a:cubicBezTo>
                      <a:pt x="223" y="52"/>
                      <a:pt x="234" y="55"/>
                      <a:pt x="248" y="59"/>
                    </a:cubicBezTo>
                    <a:cubicBezTo>
                      <a:pt x="248" y="59"/>
                      <a:pt x="257" y="61"/>
                      <a:pt x="264" y="67"/>
                    </a:cubicBezTo>
                    <a:cubicBezTo>
                      <a:pt x="272" y="72"/>
                      <a:pt x="280" y="76"/>
                      <a:pt x="289" y="78"/>
                    </a:cubicBezTo>
                    <a:cubicBezTo>
                      <a:pt x="306" y="83"/>
                      <a:pt x="321" y="83"/>
                      <a:pt x="329" y="68"/>
                    </a:cubicBezTo>
                    <a:cubicBezTo>
                      <a:pt x="337" y="54"/>
                      <a:pt x="329" y="30"/>
                      <a:pt x="303" y="15"/>
                    </a:cubicBezTo>
                    <a:close/>
                  </a:path>
                </a:pathLst>
              </a:custGeom>
              <a:solidFill>
                <a:srgbClr val="DEF176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5" name="Freeform 257">
                <a:extLst>
                  <a:ext uri="{FF2B5EF4-FFF2-40B4-BE49-F238E27FC236}">
                    <a16:creationId xmlns:a16="http://schemas.microsoft.com/office/drawing/2014/main" id="{0D8B0461-87A9-4847-B5AD-46E8B18A5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1283"/>
                <a:ext cx="925" cy="2256"/>
              </a:xfrm>
              <a:custGeom>
                <a:avLst/>
                <a:gdLst>
                  <a:gd name="T0" fmla="*/ 5583 w 370"/>
                  <a:gd name="T1" fmla="*/ 3699 h 846"/>
                  <a:gd name="T2" fmla="*/ 5438 w 370"/>
                  <a:gd name="T3" fmla="*/ 2637 h 846"/>
                  <a:gd name="T4" fmla="*/ 5533 w 370"/>
                  <a:gd name="T5" fmla="*/ 149 h 846"/>
                  <a:gd name="T6" fmla="*/ 5458 w 370"/>
                  <a:gd name="T7" fmla="*/ 21 h 846"/>
                  <a:gd name="T8" fmla="*/ 5345 w 370"/>
                  <a:gd name="T9" fmla="*/ 93 h 846"/>
                  <a:gd name="T10" fmla="*/ 5188 w 370"/>
                  <a:gd name="T11" fmla="*/ 2637 h 846"/>
                  <a:gd name="T12" fmla="*/ 5158 w 370"/>
                  <a:gd name="T13" fmla="*/ 3619 h 846"/>
                  <a:gd name="T14" fmla="*/ 4863 w 370"/>
                  <a:gd name="T15" fmla="*/ 3811 h 846"/>
                  <a:gd name="T16" fmla="*/ 1645 w 370"/>
                  <a:gd name="T17" fmla="*/ 3037 h 846"/>
                  <a:gd name="T18" fmla="*/ 1488 w 370"/>
                  <a:gd name="T19" fmla="*/ 2923 h 846"/>
                  <a:gd name="T20" fmla="*/ 1158 w 370"/>
                  <a:gd name="T21" fmla="*/ 1707 h 846"/>
                  <a:gd name="T22" fmla="*/ 1063 w 370"/>
                  <a:gd name="T23" fmla="*/ 1592 h 846"/>
                  <a:gd name="T24" fmla="*/ 970 w 370"/>
                  <a:gd name="T25" fmla="*/ 1728 h 846"/>
                  <a:gd name="T26" fmla="*/ 1250 w 370"/>
                  <a:gd name="T27" fmla="*/ 2845 h 846"/>
                  <a:gd name="T28" fmla="*/ 720 w 370"/>
                  <a:gd name="T29" fmla="*/ 2539 h 846"/>
                  <a:gd name="T30" fmla="*/ 95 w 370"/>
                  <a:gd name="T31" fmla="*/ 2296 h 846"/>
                  <a:gd name="T32" fmla="*/ 0 w 370"/>
                  <a:gd name="T33" fmla="*/ 2411 h 846"/>
                  <a:gd name="T34" fmla="*/ 113 w 370"/>
                  <a:gd name="T35" fmla="*/ 2525 h 846"/>
                  <a:gd name="T36" fmla="*/ 645 w 370"/>
                  <a:gd name="T37" fmla="*/ 2752 h 846"/>
                  <a:gd name="T38" fmla="*/ 988 w 370"/>
                  <a:gd name="T39" fmla="*/ 3016 h 846"/>
                  <a:gd name="T40" fmla="*/ 83 w 370"/>
                  <a:gd name="T41" fmla="*/ 3491 h 846"/>
                  <a:gd name="T42" fmla="*/ 63 w 370"/>
                  <a:gd name="T43" fmla="*/ 3640 h 846"/>
                  <a:gd name="T44" fmla="*/ 188 w 370"/>
                  <a:gd name="T45" fmla="*/ 3661 h 846"/>
                  <a:gd name="T46" fmla="*/ 1095 w 370"/>
                  <a:gd name="T47" fmla="*/ 3299 h 846"/>
                  <a:gd name="T48" fmla="*/ 1813 w 370"/>
                  <a:gd name="T49" fmla="*/ 3435 h 846"/>
                  <a:gd name="T50" fmla="*/ 4783 w 370"/>
                  <a:gd name="T51" fmla="*/ 4117 h 846"/>
                  <a:gd name="T52" fmla="*/ 5000 w 370"/>
                  <a:gd name="T53" fmla="*/ 4301 h 846"/>
                  <a:gd name="T54" fmla="*/ 5033 w 370"/>
                  <a:gd name="T55" fmla="*/ 5176 h 846"/>
                  <a:gd name="T56" fmla="*/ 5000 w 370"/>
                  <a:gd name="T57" fmla="*/ 5880 h 846"/>
                  <a:gd name="T58" fmla="*/ 4563 w 370"/>
                  <a:gd name="T59" fmla="*/ 8043 h 846"/>
                  <a:gd name="T60" fmla="*/ 4895 w 370"/>
                  <a:gd name="T61" fmla="*/ 12459 h 846"/>
                  <a:gd name="T62" fmla="*/ 5158 w 370"/>
                  <a:gd name="T63" fmla="*/ 14848 h 846"/>
                  <a:gd name="T64" fmla="*/ 5188 w 370"/>
                  <a:gd name="T65" fmla="*/ 15928 h 846"/>
                  <a:gd name="T66" fmla="*/ 5283 w 370"/>
                  <a:gd name="T67" fmla="*/ 16021 h 846"/>
                  <a:gd name="T68" fmla="*/ 5375 w 370"/>
                  <a:gd name="T69" fmla="*/ 15907 h 846"/>
                  <a:gd name="T70" fmla="*/ 5345 w 370"/>
                  <a:gd name="T71" fmla="*/ 14848 h 846"/>
                  <a:gd name="T72" fmla="*/ 5083 w 370"/>
                  <a:gd name="T73" fmla="*/ 12365 h 846"/>
                  <a:gd name="T74" fmla="*/ 4750 w 370"/>
                  <a:gd name="T75" fmla="*/ 8056 h 846"/>
                  <a:gd name="T76" fmla="*/ 5063 w 370"/>
                  <a:gd name="T77" fmla="*/ 6349 h 846"/>
                  <a:gd name="T78" fmla="*/ 5395 w 370"/>
                  <a:gd name="T79" fmla="*/ 5709 h 846"/>
                  <a:gd name="T80" fmla="*/ 5658 w 370"/>
                  <a:gd name="T81" fmla="*/ 5043 h 846"/>
                  <a:gd name="T82" fmla="*/ 5583 w 370"/>
                  <a:gd name="T83" fmla="*/ 3699 h 84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70" h="846">
                    <a:moveTo>
                      <a:pt x="357" y="195"/>
                    </a:moveTo>
                    <a:cubicBezTo>
                      <a:pt x="355" y="190"/>
                      <a:pt x="348" y="153"/>
                      <a:pt x="348" y="139"/>
                    </a:cubicBezTo>
                    <a:cubicBezTo>
                      <a:pt x="346" y="86"/>
                      <a:pt x="349" y="33"/>
                      <a:pt x="354" y="8"/>
                    </a:cubicBezTo>
                    <a:cubicBezTo>
                      <a:pt x="355" y="4"/>
                      <a:pt x="352" y="1"/>
                      <a:pt x="349" y="1"/>
                    </a:cubicBezTo>
                    <a:cubicBezTo>
                      <a:pt x="346" y="0"/>
                      <a:pt x="343" y="2"/>
                      <a:pt x="342" y="5"/>
                    </a:cubicBezTo>
                    <a:cubicBezTo>
                      <a:pt x="337" y="32"/>
                      <a:pt x="330" y="84"/>
                      <a:pt x="332" y="139"/>
                    </a:cubicBezTo>
                    <a:cubicBezTo>
                      <a:pt x="333" y="149"/>
                      <a:pt x="333" y="184"/>
                      <a:pt x="330" y="191"/>
                    </a:cubicBezTo>
                    <a:cubicBezTo>
                      <a:pt x="327" y="199"/>
                      <a:pt x="318" y="202"/>
                      <a:pt x="311" y="201"/>
                    </a:cubicBezTo>
                    <a:cubicBezTo>
                      <a:pt x="266" y="200"/>
                      <a:pt x="162" y="180"/>
                      <a:pt x="105" y="160"/>
                    </a:cubicBezTo>
                    <a:cubicBezTo>
                      <a:pt x="104" y="159"/>
                      <a:pt x="96" y="155"/>
                      <a:pt x="95" y="154"/>
                    </a:cubicBezTo>
                    <a:cubicBezTo>
                      <a:pt x="87" y="141"/>
                      <a:pt x="75" y="101"/>
                      <a:pt x="74" y="90"/>
                    </a:cubicBezTo>
                    <a:cubicBezTo>
                      <a:pt x="74" y="86"/>
                      <a:pt x="71" y="84"/>
                      <a:pt x="68" y="84"/>
                    </a:cubicBezTo>
                    <a:cubicBezTo>
                      <a:pt x="64" y="84"/>
                      <a:pt x="62" y="87"/>
                      <a:pt x="62" y="91"/>
                    </a:cubicBezTo>
                    <a:cubicBezTo>
                      <a:pt x="63" y="98"/>
                      <a:pt x="72" y="132"/>
                      <a:pt x="80" y="150"/>
                    </a:cubicBezTo>
                    <a:cubicBezTo>
                      <a:pt x="64" y="144"/>
                      <a:pt x="54" y="138"/>
                      <a:pt x="46" y="134"/>
                    </a:cubicBezTo>
                    <a:cubicBezTo>
                      <a:pt x="32" y="127"/>
                      <a:pt x="21" y="119"/>
                      <a:pt x="6" y="121"/>
                    </a:cubicBezTo>
                    <a:cubicBezTo>
                      <a:pt x="3" y="121"/>
                      <a:pt x="0" y="124"/>
                      <a:pt x="0" y="127"/>
                    </a:cubicBezTo>
                    <a:cubicBezTo>
                      <a:pt x="1" y="131"/>
                      <a:pt x="4" y="133"/>
                      <a:pt x="7" y="133"/>
                    </a:cubicBezTo>
                    <a:cubicBezTo>
                      <a:pt x="19" y="132"/>
                      <a:pt x="27" y="138"/>
                      <a:pt x="41" y="145"/>
                    </a:cubicBezTo>
                    <a:cubicBezTo>
                      <a:pt x="46" y="148"/>
                      <a:pt x="53" y="153"/>
                      <a:pt x="63" y="159"/>
                    </a:cubicBezTo>
                    <a:cubicBezTo>
                      <a:pt x="35" y="164"/>
                      <a:pt x="13" y="178"/>
                      <a:pt x="5" y="184"/>
                    </a:cubicBezTo>
                    <a:cubicBezTo>
                      <a:pt x="3" y="185"/>
                      <a:pt x="2" y="189"/>
                      <a:pt x="4" y="192"/>
                    </a:cubicBezTo>
                    <a:cubicBezTo>
                      <a:pt x="6" y="195"/>
                      <a:pt x="10" y="195"/>
                      <a:pt x="12" y="193"/>
                    </a:cubicBezTo>
                    <a:cubicBezTo>
                      <a:pt x="18" y="189"/>
                      <a:pt x="41" y="177"/>
                      <a:pt x="70" y="174"/>
                    </a:cubicBezTo>
                    <a:cubicBezTo>
                      <a:pt x="78" y="173"/>
                      <a:pt x="108" y="178"/>
                      <a:pt x="116" y="181"/>
                    </a:cubicBezTo>
                    <a:cubicBezTo>
                      <a:pt x="172" y="198"/>
                      <a:pt x="260" y="215"/>
                      <a:pt x="306" y="217"/>
                    </a:cubicBezTo>
                    <a:cubicBezTo>
                      <a:pt x="312" y="217"/>
                      <a:pt x="320" y="218"/>
                      <a:pt x="320" y="227"/>
                    </a:cubicBezTo>
                    <a:cubicBezTo>
                      <a:pt x="318" y="243"/>
                      <a:pt x="320" y="257"/>
                      <a:pt x="322" y="273"/>
                    </a:cubicBezTo>
                    <a:cubicBezTo>
                      <a:pt x="324" y="286"/>
                      <a:pt x="322" y="305"/>
                      <a:pt x="320" y="310"/>
                    </a:cubicBezTo>
                    <a:cubicBezTo>
                      <a:pt x="310" y="337"/>
                      <a:pt x="297" y="373"/>
                      <a:pt x="292" y="424"/>
                    </a:cubicBezTo>
                    <a:cubicBezTo>
                      <a:pt x="282" y="515"/>
                      <a:pt x="290" y="602"/>
                      <a:pt x="313" y="657"/>
                    </a:cubicBezTo>
                    <a:cubicBezTo>
                      <a:pt x="328" y="692"/>
                      <a:pt x="329" y="738"/>
                      <a:pt x="330" y="783"/>
                    </a:cubicBezTo>
                    <a:cubicBezTo>
                      <a:pt x="330" y="803"/>
                      <a:pt x="330" y="822"/>
                      <a:pt x="332" y="840"/>
                    </a:cubicBezTo>
                    <a:cubicBezTo>
                      <a:pt x="332" y="843"/>
                      <a:pt x="335" y="846"/>
                      <a:pt x="338" y="845"/>
                    </a:cubicBezTo>
                    <a:cubicBezTo>
                      <a:pt x="342" y="845"/>
                      <a:pt x="344" y="842"/>
                      <a:pt x="344" y="839"/>
                    </a:cubicBezTo>
                    <a:cubicBezTo>
                      <a:pt x="342" y="821"/>
                      <a:pt x="342" y="803"/>
                      <a:pt x="342" y="783"/>
                    </a:cubicBezTo>
                    <a:cubicBezTo>
                      <a:pt x="341" y="737"/>
                      <a:pt x="340" y="689"/>
                      <a:pt x="325" y="652"/>
                    </a:cubicBezTo>
                    <a:cubicBezTo>
                      <a:pt x="302" y="599"/>
                      <a:pt x="294" y="514"/>
                      <a:pt x="304" y="425"/>
                    </a:cubicBezTo>
                    <a:cubicBezTo>
                      <a:pt x="308" y="388"/>
                      <a:pt x="316" y="358"/>
                      <a:pt x="324" y="335"/>
                    </a:cubicBezTo>
                    <a:cubicBezTo>
                      <a:pt x="326" y="329"/>
                      <a:pt x="339" y="310"/>
                      <a:pt x="345" y="301"/>
                    </a:cubicBezTo>
                    <a:cubicBezTo>
                      <a:pt x="351" y="291"/>
                      <a:pt x="358" y="279"/>
                      <a:pt x="362" y="266"/>
                    </a:cubicBezTo>
                    <a:cubicBezTo>
                      <a:pt x="370" y="243"/>
                      <a:pt x="365" y="218"/>
                      <a:pt x="357" y="195"/>
                    </a:cubicBezTo>
                    <a:close/>
                  </a:path>
                </a:pathLst>
              </a:custGeom>
              <a:solidFill>
                <a:srgbClr val="DEF176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6" name="Freeform 258">
                <a:extLst>
                  <a:ext uri="{FF2B5EF4-FFF2-40B4-BE49-F238E27FC236}">
                    <a16:creationId xmlns:a16="http://schemas.microsoft.com/office/drawing/2014/main" id="{E031674E-F897-4BDB-88C1-E3B756B78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2317"/>
                <a:ext cx="733" cy="235"/>
              </a:xfrm>
              <a:custGeom>
                <a:avLst/>
                <a:gdLst>
                  <a:gd name="T0" fmla="*/ 4506 w 293"/>
                  <a:gd name="T1" fmla="*/ 1370 h 88"/>
                  <a:gd name="T2" fmla="*/ 4380 w 293"/>
                  <a:gd name="T3" fmla="*/ 855 h 88"/>
                  <a:gd name="T4" fmla="*/ 3713 w 293"/>
                  <a:gd name="T5" fmla="*/ 206 h 88"/>
                  <a:gd name="T6" fmla="*/ 3505 w 293"/>
                  <a:gd name="T7" fmla="*/ 571 h 88"/>
                  <a:gd name="T8" fmla="*/ 3397 w 293"/>
                  <a:gd name="T9" fmla="*/ 777 h 88"/>
                  <a:gd name="T10" fmla="*/ 0 w 293"/>
                  <a:gd name="T11" fmla="*/ 363 h 88"/>
                  <a:gd name="T12" fmla="*/ 0 w 293"/>
                  <a:gd name="T13" fmla="*/ 478 h 88"/>
                  <a:gd name="T14" fmla="*/ 3492 w 293"/>
                  <a:gd name="T15" fmla="*/ 913 h 88"/>
                  <a:gd name="T16" fmla="*/ 3617 w 293"/>
                  <a:gd name="T17" fmla="*/ 956 h 88"/>
                  <a:gd name="T18" fmla="*/ 3680 w 293"/>
                  <a:gd name="T19" fmla="*/ 991 h 88"/>
                  <a:gd name="T20" fmla="*/ 3868 w 293"/>
                  <a:gd name="T21" fmla="*/ 1199 h 88"/>
                  <a:gd name="T22" fmla="*/ 3975 w 293"/>
                  <a:gd name="T23" fmla="*/ 1447 h 88"/>
                  <a:gd name="T24" fmla="*/ 4243 w 293"/>
                  <a:gd name="T25" fmla="*/ 1677 h 88"/>
                  <a:gd name="T26" fmla="*/ 4506 w 293"/>
                  <a:gd name="T27" fmla="*/ 1370 h 8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3" h="88">
                    <a:moveTo>
                      <a:pt x="288" y="72"/>
                    </a:moveTo>
                    <a:cubicBezTo>
                      <a:pt x="283" y="65"/>
                      <a:pt x="280" y="56"/>
                      <a:pt x="280" y="45"/>
                    </a:cubicBezTo>
                    <a:cubicBezTo>
                      <a:pt x="285" y="30"/>
                      <a:pt x="267" y="0"/>
                      <a:pt x="237" y="11"/>
                    </a:cubicBezTo>
                    <a:cubicBezTo>
                      <a:pt x="229" y="14"/>
                      <a:pt x="225" y="21"/>
                      <a:pt x="224" y="30"/>
                    </a:cubicBezTo>
                    <a:cubicBezTo>
                      <a:pt x="224" y="33"/>
                      <a:pt x="223" y="39"/>
                      <a:pt x="217" y="41"/>
                    </a:cubicBezTo>
                    <a:cubicBezTo>
                      <a:pt x="165" y="51"/>
                      <a:pt x="53" y="54"/>
                      <a:pt x="0" y="19"/>
                    </a:cubicBezTo>
                    <a:cubicBezTo>
                      <a:pt x="0" y="19"/>
                      <a:pt x="0" y="26"/>
                      <a:pt x="0" y="25"/>
                    </a:cubicBezTo>
                    <a:cubicBezTo>
                      <a:pt x="57" y="64"/>
                      <a:pt x="171" y="59"/>
                      <a:pt x="223" y="48"/>
                    </a:cubicBezTo>
                    <a:cubicBezTo>
                      <a:pt x="225" y="48"/>
                      <a:pt x="230" y="49"/>
                      <a:pt x="231" y="50"/>
                    </a:cubicBezTo>
                    <a:cubicBezTo>
                      <a:pt x="232" y="50"/>
                      <a:pt x="233" y="51"/>
                      <a:pt x="235" y="52"/>
                    </a:cubicBezTo>
                    <a:cubicBezTo>
                      <a:pt x="238" y="55"/>
                      <a:pt x="243" y="59"/>
                      <a:pt x="247" y="63"/>
                    </a:cubicBezTo>
                    <a:cubicBezTo>
                      <a:pt x="250" y="68"/>
                      <a:pt x="252" y="74"/>
                      <a:pt x="254" y="76"/>
                    </a:cubicBezTo>
                    <a:cubicBezTo>
                      <a:pt x="259" y="83"/>
                      <a:pt x="263" y="88"/>
                      <a:pt x="271" y="88"/>
                    </a:cubicBezTo>
                    <a:cubicBezTo>
                      <a:pt x="286" y="88"/>
                      <a:pt x="293" y="79"/>
                      <a:pt x="288" y="72"/>
                    </a:cubicBezTo>
                    <a:close/>
                  </a:path>
                </a:pathLst>
              </a:custGeom>
              <a:solidFill>
                <a:srgbClr val="DEF176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7" name="Freeform 259">
                <a:extLst>
                  <a:ext uri="{FF2B5EF4-FFF2-40B4-BE49-F238E27FC236}">
                    <a16:creationId xmlns:a16="http://schemas.microsoft.com/office/drawing/2014/main" id="{ADC52C99-E8E7-477D-891C-E658F5E5E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557"/>
                <a:ext cx="63" cy="435"/>
              </a:xfrm>
              <a:custGeom>
                <a:avLst/>
                <a:gdLst>
                  <a:gd name="T0" fmla="*/ 83 w 25"/>
                  <a:gd name="T1" fmla="*/ 0 h 163"/>
                  <a:gd name="T2" fmla="*/ 0 w 25"/>
                  <a:gd name="T3" fmla="*/ 136 h 163"/>
                  <a:gd name="T4" fmla="*/ 83 w 25"/>
                  <a:gd name="T5" fmla="*/ 1217 h 163"/>
                  <a:gd name="T6" fmla="*/ 96 w 25"/>
                  <a:gd name="T7" fmla="*/ 1276 h 163"/>
                  <a:gd name="T8" fmla="*/ 96 w 25"/>
                  <a:gd name="T9" fmla="*/ 1388 h 163"/>
                  <a:gd name="T10" fmla="*/ 126 w 25"/>
                  <a:gd name="T11" fmla="*/ 1708 h 163"/>
                  <a:gd name="T12" fmla="*/ 209 w 25"/>
                  <a:gd name="T13" fmla="*/ 2984 h 163"/>
                  <a:gd name="T14" fmla="*/ 305 w 25"/>
                  <a:gd name="T15" fmla="*/ 3077 h 163"/>
                  <a:gd name="T16" fmla="*/ 401 w 25"/>
                  <a:gd name="T17" fmla="*/ 2962 h 163"/>
                  <a:gd name="T18" fmla="*/ 272 w 25"/>
                  <a:gd name="T19" fmla="*/ 1196 h 163"/>
                  <a:gd name="T20" fmla="*/ 192 w 25"/>
                  <a:gd name="T21" fmla="*/ 115 h 163"/>
                  <a:gd name="T22" fmla="*/ 83 w 25"/>
                  <a:gd name="T23" fmla="*/ 0 h 1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163">
                    <a:moveTo>
                      <a:pt x="5" y="0"/>
                    </a:moveTo>
                    <a:cubicBezTo>
                      <a:pt x="2" y="1"/>
                      <a:pt x="0" y="4"/>
                      <a:pt x="0" y="7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5" y="66"/>
                      <a:pt x="6" y="66"/>
                      <a:pt x="6" y="67"/>
                    </a:cubicBezTo>
                    <a:cubicBezTo>
                      <a:pt x="6" y="69"/>
                      <a:pt x="6" y="72"/>
                      <a:pt x="6" y="73"/>
                    </a:cubicBezTo>
                    <a:cubicBezTo>
                      <a:pt x="7" y="79"/>
                      <a:pt x="7" y="85"/>
                      <a:pt x="8" y="90"/>
                    </a:cubicBezTo>
                    <a:cubicBezTo>
                      <a:pt x="10" y="119"/>
                      <a:pt x="13" y="145"/>
                      <a:pt x="13" y="157"/>
                    </a:cubicBezTo>
                    <a:cubicBezTo>
                      <a:pt x="13" y="160"/>
                      <a:pt x="16" y="163"/>
                      <a:pt x="19" y="162"/>
                    </a:cubicBezTo>
                    <a:cubicBezTo>
                      <a:pt x="23" y="162"/>
                      <a:pt x="25" y="159"/>
                      <a:pt x="25" y="156"/>
                    </a:cubicBezTo>
                    <a:cubicBezTo>
                      <a:pt x="24" y="141"/>
                      <a:pt x="21" y="101"/>
                      <a:pt x="17" y="63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9" y="0"/>
                      <a:pt x="5" y="0"/>
                    </a:cubicBezTo>
                    <a:close/>
                  </a:path>
                </a:pathLst>
              </a:custGeom>
              <a:solidFill>
                <a:srgbClr val="53B2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8" name="Freeform 260">
                <a:extLst>
                  <a:ext uri="{FF2B5EF4-FFF2-40B4-BE49-F238E27FC236}">
                    <a16:creationId xmlns:a16="http://schemas.microsoft.com/office/drawing/2014/main" id="{E806AF0B-DC1F-44BD-94AF-AC810120B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557"/>
                <a:ext cx="63" cy="435"/>
              </a:xfrm>
              <a:custGeom>
                <a:avLst/>
                <a:gdLst>
                  <a:gd name="T0" fmla="*/ 126 w 25"/>
                  <a:gd name="T1" fmla="*/ 1729 h 163"/>
                  <a:gd name="T2" fmla="*/ 209 w 25"/>
                  <a:gd name="T3" fmla="*/ 2984 h 163"/>
                  <a:gd name="T4" fmla="*/ 305 w 25"/>
                  <a:gd name="T5" fmla="*/ 3077 h 163"/>
                  <a:gd name="T6" fmla="*/ 401 w 25"/>
                  <a:gd name="T7" fmla="*/ 2962 h 163"/>
                  <a:gd name="T8" fmla="*/ 272 w 25"/>
                  <a:gd name="T9" fmla="*/ 1196 h 163"/>
                  <a:gd name="T10" fmla="*/ 192 w 25"/>
                  <a:gd name="T11" fmla="*/ 115 h 163"/>
                  <a:gd name="T12" fmla="*/ 83 w 25"/>
                  <a:gd name="T13" fmla="*/ 0 h 163"/>
                  <a:gd name="T14" fmla="*/ 0 w 25"/>
                  <a:gd name="T15" fmla="*/ 136 h 163"/>
                  <a:gd name="T16" fmla="*/ 83 w 25"/>
                  <a:gd name="T17" fmla="*/ 1217 h 163"/>
                  <a:gd name="T18" fmla="*/ 83 w 25"/>
                  <a:gd name="T19" fmla="*/ 1276 h 1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63">
                    <a:moveTo>
                      <a:pt x="8" y="91"/>
                    </a:moveTo>
                    <a:cubicBezTo>
                      <a:pt x="10" y="119"/>
                      <a:pt x="13" y="145"/>
                      <a:pt x="13" y="157"/>
                    </a:cubicBezTo>
                    <a:cubicBezTo>
                      <a:pt x="13" y="160"/>
                      <a:pt x="16" y="163"/>
                      <a:pt x="19" y="162"/>
                    </a:cubicBezTo>
                    <a:cubicBezTo>
                      <a:pt x="23" y="162"/>
                      <a:pt x="25" y="159"/>
                      <a:pt x="25" y="156"/>
                    </a:cubicBezTo>
                    <a:cubicBezTo>
                      <a:pt x="24" y="141"/>
                      <a:pt x="21" y="101"/>
                      <a:pt x="17" y="63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9" y="0"/>
                      <a:pt x="5" y="0"/>
                    </a:cubicBezTo>
                    <a:cubicBezTo>
                      <a:pt x="2" y="1"/>
                      <a:pt x="0" y="4"/>
                      <a:pt x="0" y="7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5" y="65"/>
                      <a:pt x="5" y="66"/>
                      <a:pt x="5" y="6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9" name="Freeform 261">
                <a:extLst>
                  <a:ext uri="{FF2B5EF4-FFF2-40B4-BE49-F238E27FC236}">
                    <a16:creationId xmlns:a16="http://schemas.microsoft.com/office/drawing/2014/main" id="{9A7A587F-6A3C-48A4-B488-77CD2B99D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560"/>
                <a:ext cx="40" cy="443"/>
              </a:xfrm>
              <a:custGeom>
                <a:avLst/>
                <a:gdLst>
                  <a:gd name="T0" fmla="*/ 63 w 16"/>
                  <a:gd name="T1" fmla="*/ 115 h 166"/>
                  <a:gd name="T2" fmla="*/ 20 w 16"/>
                  <a:gd name="T3" fmla="*/ 3042 h 166"/>
                  <a:gd name="T4" fmla="*/ 113 w 16"/>
                  <a:gd name="T5" fmla="*/ 3133 h 166"/>
                  <a:gd name="T6" fmla="*/ 208 w 16"/>
                  <a:gd name="T7" fmla="*/ 3021 h 166"/>
                  <a:gd name="T8" fmla="*/ 250 w 16"/>
                  <a:gd name="T9" fmla="*/ 136 h 166"/>
                  <a:gd name="T10" fmla="*/ 158 w 16"/>
                  <a:gd name="T11" fmla="*/ 0 h 166"/>
                  <a:gd name="T12" fmla="*/ 63 w 16"/>
                  <a:gd name="T13" fmla="*/ 115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66">
                    <a:moveTo>
                      <a:pt x="4" y="6"/>
                    </a:moveTo>
                    <a:cubicBezTo>
                      <a:pt x="1" y="31"/>
                      <a:pt x="0" y="146"/>
                      <a:pt x="1" y="160"/>
                    </a:cubicBezTo>
                    <a:cubicBezTo>
                      <a:pt x="1" y="163"/>
                      <a:pt x="4" y="166"/>
                      <a:pt x="7" y="165"/>
                    </a:cubicBezTo>
                    <a:cubicBezTo>
                      <a:pt x="10" y="165"/>
                      <a:pt x="13" y="162"/>
                      <a:pt x="13" y="159"/>
                    </a:cubicBezTo>
                    <a:cubicBezTo>
                      <a:pt x="12" y="145"/>
                      <a:pt x="13" y="32"/>
                      <a:pt x="16" y="7"/>
                    </a:cubicBezTo>
                    <a:cubicBezTo>
                      <a:pt x="16" y="4"/>
                      <a:pt x="14" y="1"/>
                      <a:pt x="10" y="0"/>
                    </a:cubicBezTo>
                    <a:cubicBezTo>
                      <a:pt x="7" y="0"/>
                      <a:pt x="4" y="2"/>
                      <a:pt x="4" y="6"/>
                    </a:cubicBezTo>
                    <a:close/>
                  </a:path>
                </a:pathLst>
              </a:custGeom>
              <a:solidFill>
                <a:srgbClr val="53B2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0" name="Freeform 262">
                <a:extLst>
                  <a:ext uri="{FF2B5EF4-FFF2-40B4-BE49-F238E27FC236}">
                    <a16:creationId xmlns:a16="http://schemas.microsoft.com/office/drawing/2014/main" id="{800BE2B7-7017-4FBB-98BD-0B474C291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560"/>
                <a:ext cx="40" cy="443"/>
              </a:xfrm>
              <a:custGeom>
                <a:avLst/>
                <a:gdLst>
                  <a:gd name="T0" fmla="*/ 63 w 16"/>
                  <a:gd name="T1" fmla="*/ 115 h 166"/>
                  <a:gd name="T2" fmla="*/ 20 w 16"/>
                  <a:gd name="T3" fmla="*/ 3042 h 166"/>
                  <a:gd name="T4" fmla="*/ 113 w 16"/>
                  <a:gd name="T5" fmla="*/ 3133 h 166"/>
                  <a:gd name="T6" fmla="*/ 208 w 16"/>
                  <a:gd name="T7" fmla="*/ 3021 h 166"/>
                  <a:gd name="T8" fmla="*/ 250 w 16"/>
                  <a:gd name="T9" fmla="*/ 136 h 166"/>
                  <a:gd name="T10" fmla="*/ 158 w 16"/>
                  <a:gd name="T11" fmla="*/ 0 h 166"/>
                  <a:gd name="T12" fmla="*/ 63 w 16"/>
                  <a:gd name="T13" fmla="*/ 115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66">
                    <a:moveTo>
                      <a:pt x="4" y="6"/>
                    </a:moveTo>
                    <a:cubicBezTo>
                      <a:pt x="1" y="31"/>
                      <a:pt x="0" y="146"/>
                      <a:pt x="1" y="160"/>
                    </a:cubicBezTo>
                    <a:cubicBezTo>
                      <a:pt x="1" y="163"/>
                      <a:pt x="4" y="166"/>
                      <a:pt x="7" y="165"/>
                    </a:cubicBezTo>
                    <a:cubicBezTo>
                      <a:pt x="10" y="165"/>
                      <a:pt x="13" y="162"/>
                      <a:pt x="13" y="159"/>
                    </a:cubicBezTo>
                    <a:cubicBezTo>
                      <a:pt x="12" y="145"/>
                      <a:pt x="13" y="32"/>
                      <a:pt x="16" y="7"/>
                    </a:cubicBezTo>
                    <a:cubicBezTo>
                      <a:pt x="16" y="4"/>
                      <a:pt x="14" y="1"/>
                      <a:pt x="10" y="0"/>
                    </a:cubicBezTo>
                    <a:cubicBezTo>
                      <a:pt x="7" y="0"/>
                      <a:pt x="4" y="2"/>
                      <a:pt x="4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1" name="Freeform 263">
                <a:extLst>
                  <a:ext uri="{FF2B5EF4-FFF2-40B4-BE49-F238E27FC236}">
                    <a16:creationId xmlns:a16="http://schemas.microsoft.com/office/drawing/2014/main" id="{0161D0C6-A01D-4165-92CC-59D610A51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2085"/>
                <a:ext cx="933" cy="502"/>
              </a:xfrm>
              <a:custGeom>
                <a:avLst/>
                <a:gdLst>
                  <a:gd name="T0" fmla="*/ 5601 w 373"/>
                  <a:gd name="T1" fmla="*/ 1482 h 188"/>
                  <a:gd name="T2" fmla="*/ 4943 w 373"/>
                  <a:gd name="T3" fmla="*/ 115 h 188"/>
                  <a:gd name="T4" fmla="*/ 4380 w 373"/>
                  <a:gd name="T5" fmla="*/ 956 h 188"/>
                  <a:gd name="T6" fmla="*/ 3910 w 373"/>
                  <a:gd name="T7" fmla="*/ 1653 h 188"/>
                  <a:gd name="T8" fmla="*/ 3022 w 373"/>
                  <a:gd name="T9" fmla="*/ 2096 h 188"/>
                  <a:gd name="T10" fmla="*/ 0 w 373"/>
                  <a:gd name="T11" fmla="*/ 1768 h 188"/>
                  <a:gd name="T12" fmla="*/ 0 w 373"/>
                  <a:gd name="T13" fmla="*/ 1904 h 188"/>
                  <a:gd name="T14" fmla="*/ 2754 w 373"/>
                  <a:gd name="T15" fmla="*/ 2302 h 188"/>
                  <a:gd name="T16" fmla="*/ 4035 w 373"/>
                  <a:gd name="T17" fmla="*/ 2096 h 188"/>
                  <a:gd name="T18" fmla="*/ 5025 w 373"/>
                  <a:gd name="T19" fmla="*/ 2395 h 188"/>
                  <a:gd name="T20" fmla="*/ 5681 w 373"/>
                  <a:gd name="T21" fmla="*/ 3316 h 188"/>
                  <a:gd name="T22" fmla="*/ 5601 w 373"/>
                  <a:gd name="T23" fmla="*/ 1482 h 1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3" h="188">
                    <a:moveTo>
                      <a:pt x="358" y="78"/>
                    </a:moveTo>
                    <a:cubicBezTo>
                      <a:pt x="343" y="44"/>
                      <a:pt x="331" y="12"/>
                      <a:pt x="316" y="6"/>
                    </a:cubicBezTo>
                    <a:cubicBezTo>
                      <a:pt x="301" y="0"/>
                      <a:pt x="290" y="34"/>
                      <a:pt x="280" y="50"/>
                    </a:cubicBezTo>
                    <a:cubicBezTo>
                      <a:pt x="273" y="61"/>
                      <a:pt x="263" y="75"/>
                      <a:pt x="250" y="87"/>
                    </a:cubicBezTo>
                    <a:cubicBezTo>
                      <a:pt x="234" y="98"/>
                      <a:pt x="207" y="108"/>
                      <a:pt x="193" y="110"/>
                    </a:cubicBezTo>
                    <a:cubicBezTo>
                      <a:pt x="141" y="119"/>
                      <a:pt x="48" y="117"/>
                      <a:pt x="0" y="93"/>
                    </a:cubicBezTo>
                    <a:cubicBezTo>
                      <a:pt x="0" y="93"/>
                      <a:pt x="0" y="100"/>
                      <a:pt x="0" y="100"/>
                    </a:cubicBezTo>
                    <a:cubicBezTo>
                      <a:pt x="45" y="123"/>
                      <a:pt x="124" y="127"/>
                      <a:pt x="176" y="121"/>
                    </a:cubicBezTo>
                    <a:cubicBezTo>
                      <a:pt x="197" y="118"/>
                      <a:pt x="249" y="111"/>
                      <a:pt x="258" y="110"/>
                    </a:cubicBezTo>
                    <a:cubicBezTo>
                      <a:pt x="286" y="106"/>
                      <a:pt x="308" y="100"/>
                      <a:pt x="321" y="126"/>
                    </a:cubicBezTo>
                    <a:cubicBezTo>
                      <a:pt x="338" y="161"/>
                      <a:pt x="355" y="188"/>
                      <a:pt x="363" y="174"/>
                    </a:cubicBezTo>
                    <a:cubicBezTo>
                      <a:pt x="371" y="160"/>
                      <a:pt x="373" y="112"/>
                      <a:pt x="358" y="78"/>
                    </a:cubicBezTo>
                    <a:close/>
                  </a:path>
                </a:pathLst>
              </a:custGeom>
              <a:solidFill>
                <a:srgbClr val="DEF176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2" name="Freeform 264">
                <a:extLst>
                  <a:ext uri="{FF2B5EF4-FFF2-40B4-BE49-F238E27FC236}">
                    <a16:creationId xmlns:a16="http://schemas.microsoft.com/office/drawing/2014/main" id="{263554AE-9C38-49F5-8852-51D4BD379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317"/>
                <a:ext cx="153" cy="120"/>
              </a:xfrm>
              <a:custGeom>
                <a:avLst/>
                <a:gdLst>
                  <a:gd name="T0" fmla="*/ 880 w 61"/>
                  <a:gd name="T1" fmla="*/ 853 h 45"/>
                  <a:gd name="T2" fmla="*/ 208 w 61"/>
                  <a:gd name="T3" fmla="*/ 205 h 45"/>
                  <a:gd name="T4" fmla="*/ 0 w 61"/>
                  <a:gd name="T5" fmla="*/ 56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45">
                    <a:moveTo>
                      <a:pt x="56" y="45"/>
                    </a:moveTo>
                    <a:cubicBezTo>
                      <a:pt x="61" y="30"/>
                      <a:pt x="43" y="0"/>
                      <a:pt x="13" y="11"/>
                    </a:cubicBezTo>
                    <a:cubicBezTo>
                      <a:pt x="5" y="14"/>
                      <a:pt x="1" y="21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3" name="Freeform 265">
                <a:extLst>
                  <a:ext uri="{FF2B5EF4-FFF2-40B4-BE49-F238E27FC236}">
                    <a16:creationId xmlns:a16="http://schemas.microsoft.com/office/drawing/2014/main" id="{D45F0055-67B7-4C24-9B9A-8259F5522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765"/>
                <a:ext cx="130" cy="131"/>
              </a:xfrm>
              <a:custGeom>
                <a:avLst/>
                <a:gdLst>
                  <a:gd name="T0" fmla="*/ 20 w 52"/>
                  <a:gd name="T1" fmla="*/ 78 h 49"/>
                  <a:gd name="T2" fmla="*/ 63 w 52"/>
                  <a:gd name="T3" fmla="*/ 136 h 49"/>
                  <a:gd name="T4" fmla="*/ 688 w 52"/>
                  <a:gd name="T5" fmla="*/ 880 h 49"/>
                  <a:gd name="T6" fmla="*/ 770 w 52"/>
                  <a:gd name="T7" fmla="*/ 936 h 49"/>
                  <a:gd name="T8" fmla="*/ 800 w 52"/>
                  <a:gd name="T9" fmla="*/ 842 h 49"/>
                  <a:gd name="T10" fmla="*/ 95 w 52"/>
                  <a:gd name="T11" fmla="*/ 21 h 49"/>
                  <a:gd name="T12" fmla="*/ 20 w 52"/>
                  <a:gd name="T13" fmla="*/ 7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9">
                    <a:moveTo>
                      <a:pt x="1" y="4"/>
                    </a:moveTo>
                    <a:cubicBezTo>
                      <a:pt x="0" y="6"/>
                      <a:pt x="2" y="7"/>
                      <a:pt x="4" y="7"/>
                    </a:cubicBezTo>
                    <a:cubicBezTo>
                      <a:pt x="21" y="14"/>
                      <a:pt x="36" y="23"/>
                      <a:pt x="44" y="46"/>
                    </a:cubicBezTo>
                    <a:cubicBezTo>
                      <a:pt x="44" y="48"/>
                      <a:pt x="47" y="49"/>
                      <a:pt x="49" y="49"/>
                    </a:cubicBezTo>
                    <a:cubicBezTo>
                      <a:pt x="51" y="48"/>
                      <a:pt x="52" y="46"/>
                      <a:pt x="51" y="44"/>
                    </a:cubicBezTo>
                    <a:cubicBezTo>
                      <a:pt x="43" y="17"/>
                      <a:pt x="25" y="8"/>
                      <a:pt x="6" y="1"/>
                    </a:cubicBezTo>
                    <a:cubicBezTo>
                      <a:pt x="4" y="0"/>
                      <a:pt x="1" y="1"/>
                      <a:pt x="1" y="4"/>
                    </a:cubicBezTo>
                    <a:close/>
                  </a:path>
                </a:pathLst>
              </a:custGeom>
              <a:solidFill>
                <a:srgbClr val="DEF1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4" name="Freeform 266">
                <a:extLst>
                  <a:ext uri="{FF2B5EF4-FFF2-40B4-BE49-F238E27FC236}">
                    <a16:creationId xmlns:a16="http://schemas.microsoft.com/office/drawing/2014/main" id="{F79132F9-78EB-4B54-8CF5-FB7FF8D69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768"/>
                <a:ext cx="113" cy="115"/>
              </a:xfrm>
              <a:custGeom>
                <a:avLst/>
                <a:gdLst>
                  <a:gd name="T0" fmla="*/ 713 w 45"/>
                  <a:gd name="T1" fmla="*/ 824 h 43"/>
                  <a:gd name="T2" fmla="*/ 0 w 45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3">
                    <a:moveTo>
                      <a:pt x="45" y="43"/>
                    </a:moveTo>
                    <a:cubicBezTo>
                      <a:pt x="37" y="16"/>
                      <a:pt x="19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5" name="Freeform 267">
                <a:extLst>
                  <a:ext uri="{FF2B5EF4-FFF2-40B4-BE49-F238E27FC236}">
                    <a16:creationId xmlns:a16="http://schemas.microsoft.com/office/drawing/2014/main" id="{78F9F374-6CB3-407A-A680-BA2A0DAB2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784"/>
                <a:ext cx="100" cy="104"/>
              </a:xfrm>
              <a:custGeom>
                <a:avLst/>
                <a:gdLst>
                  <a:gd name="T0" fmla="*/ 0 w 40"/>
                  <a:gd name="T1" fmla="*/ 0 h 39"/>
                  <a:gd name="T2" fmla="*/ 625 w 40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9">
                    <a:moveTo>
                      <a:pt x="0" y="0"/>
                    </a:moveTo>
                    <a:cubicBezTo>
                      <a:pt x="17" y="7"/>
                      <a:pt x="32" y="16"/>
                      <a:pt x="40" y="3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6" name="Freeform 268">
                <a:extLst>
                  <a:ext uri="{FF2B5EF4-FFF2-40B4-BE49-F238E27FC236}">
                    <a16:creationId xmlns:a16="http://schemas.microsoft.com/office/drawing/2014/main" id="{6CEC6557-1667-4364-A98F-3EB84165B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768"/>
                <a:ext cx="95" cy="125"/>
              </a:xfrm>
              <a:custGeom>
                <a:avLst/>
                <a:gdLst>
                  <a:gd name="T0" fmla="*/ 83 w 38"/>
                  <a:gd name="T1" fmla="*/ 77 h 47"/>
                  <a:gd name="T2" fmla="*/ 50 w 38"/>
                  <a:gd name="T3" fmla="*/ 149 h 47"/>
                  <a:gd name="T4" fmla="*/ 63 w 38"/>
                  <a:gd name="T5" fmla="*/ 149 h 47"/>
                  <a:gd name="T6" fmla="*/ 470 w 38"/>
                  <a:gd name="T7" fmla="*/ 827 h 47"/>
                  <a:gd name="T8" fmla="*/ 533 w 38"/>
                  <a:gd name="T9" fmla="*/ 883 h 47"/>
                  <a:gd name="T10" fmla="*/ 583 w 38"/>
                  <a:gd name="T11" fmla="*/ 793 h 47"/>
                  <a:gd name="T12" fmla="*/ 95 w 38"/>
                  <a:gd name="T13" fmla="*/ 0 h 47"/>
                  <a:gd name="T14" fmla="*/ 63 w 38"/>
                  <a:gd name="T15" fmla="*/ 0 h 47"/>
                  <a:gd name="T16" fmla="*/ 83 w 38"/>
                  <a:gd name="T17" fmla="*/ 77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7">
                    <a:moveTo>
                      <a:pt x="5" y="4"/>
                    </a:moveTo>
                    <a:cubicBezTo>
                      <a:pt x="5" y="6"/>
                      <a:pt x="0" y="7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8" y="12"/>
                      <a:pt x="23" y="13"/>
                      <a:pt x="30" y="44"/>
                    </a:cubicBezTo>
                    <a:cubicBezTo>
                      <a:pt x="30" y="46"/>
                      <a:pt x="32" y="47"/>
                      <a:pt x="34" y="47"/>
                    </a:cubicBezTo>
                    <a:cubicBezTo>
                      <a:pt x="36" y="46"/>
                      <a:pt x="38" y="44"/>
                      <a:pt x="37" y="42"/>
                    </a:cubicBezTo>
                    <a:cubicBezTo>
                      <a:pt x="30" y="8"/>
                      <a:pt x="23" y="5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6" y="2"/>
                      <a:pt x="5" y="4"/>
                    </a:cubicBezTo>
                    <a:close/>
                  </a:path>
                </a:pathLst>
              </a:custGeom>
              <a:solidFill>
                <a:srgbClr val="DEF1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7" name="Freeform 269">
                <a:extLst>
                  <a:ext uri="{FF2B5EF4-FFF2-40B4-BE49-F238E27FC236}">
                    <a16:creationId xmlns:a16="http://schemas.microsoft.com/office/drawing/2014/main" id="{9C6905DB-FF25-44BF-8479-3BD041211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768"/>
                <a:ext cx="83" cy="112"/>
              </a:xfrm>
              <a:custGeom>
                <a:avLst/>
                <a:gdLst>
                  <a:gd name="T0" fmla="*/ 526 w 33"/>
                  <a:gd name="T1" fmla="*/ 797 h 42"/>
                  <a:gd name="T2" fmla="*/ 33 w 33"/>
                  <a:gd name="T3" fmla="*/ 0 h 42"/>
                  <a:gd name="T4" fmla="*/ 0 w 3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2">
                    <a:moveTo>
                      <a:pt x="33" y="42"/>
                    </a:moveTo>
                    <a:cubicBezTo>
                      <a:pt x="26" y="8"/>
                      <a:pt x="19" y="5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8" name="Freeform 270">
                <a:extLst>
                  <a:ext uri="{FF2B5EF4-FFF2-40B4-BE49-F238E27FC236}">
                    <a16:creationId xmlns:a16="http://schemas.microsoft.com/office/drawing/2014/main" id="{D52B9A9B-7EBB-46D0-850E-EAA8F8382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789"/>
                <a:ext cx="67" cy="96"/>
              </a:xfrm>
              <a:custGeom>
                <a:avLst/>
                <a:gdLst>
                  <a:gd name="T0" fmla="*/ 0 w 27"/>
                  <a:gd name="T1" fmla="*/ 0 h 36"/>
                  <a:gd name="T2" fmla="*/ 12 w 27"/>
                  <a:gd name="T3" fmla="*/ 0 h 36"/>
                  <a:gd name="T4" fmla="*/ 412 w 27"/>
                  <a:gd name="T5" fmla="*/ 68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5" y="4"/>
                      <a:pt x="20" y="5"/>
                      <a:pt x="27" y="3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9" name="Freeform 271">
                <a:extLst>
                  <a:ext uri="{FF2B5EF4-FFF2-40B4-BE49-F238E27FC236}">
                    <a16:creationId xmlns:a16="http://schemas.microsoft.com/office/drawing/2014/main" id="{6FD59ED8-B756-4204-A111-03984462E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576"/>
                <a:ext cx="112" cy="141"/>
              </a:xfrm>
              <a:custGeom>
                <a:avLst/>
                <a:gdLst>
                  <a:gd name="T0" fmla="*/ 105 w 45"/>
                  <a:gd name="T1" fmla="*/ 93 h 53"/>
                  <a:gd name="T2" fmla="*/ 30 w 45"/>
                  <a:gd name="T3" fmla="*/ 170 h 53"/>
                  <a:gd name="T4" fmla="*/ 558 w 45"/>
                  <a:gd name="T5" fmla="*/ 920 h 53"/>
                  <a:gd name="T6" fmla="*/ 632 w 45"/>
                  <a:gd name="T7" fmla="*/ 998 h 53"/>
                  <a:gd name="T8" fmla="*/ 682 w 45"/>
                  <a:gd name="T9" fmla="*/ 920 h 53"/>
                  <a:gd name="T10" fmla="*/ 75 w 45"/>
                  <a:gd name="T11" fmla="*/ 21 h 53"/>
                  <a:gd name="T12" fmla="*/ 105 w 45"/>
                  <a:gd name="T13" fmla="*/ 93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3">
                    <a:moveTo>
                      <a:pt x="7" y="5"/>
                    </a:moveTo>
                    <a:cubicBezTo>
                      <a:pt x="6" y="7"/>
                      <a:pt x="0" y="8"/>
                      <a:pt x="2" y="9"/>
                    </a:cubicBezTo>
                    <a:cubicBezTo>
                      <a:pt x="24" y="17"/>
                      <a:pt x="35" y="29"/>
                      <a:pt x="36" y="49"/>
                    </a:cubicBezTo>
                    <a:cubicBezTo>
                      <a:pt x="37" y="51"/>
                      <a:pt x="39" y="53"/>
                      <a:pt x="41" y="53"/>
                    </a:cubicBezTo>
                    <a:cubicBezTo>
                      <a:pt x="43" y="53"/>
                      <a:pt x="45" y="51"/>
                      <a:pt x="44" y="49"/>
                    </a:cubicBezTo>
                    <a:cubicBezTo>
                      <a:pt x="42" y="25"/>
                      <a:pt x="30" y="10"/>
                      <a:pt x="5" y="1"/>
                    </a:cubicBezTo>
                    <a:cubicBezTo>
                      <a:pt x="3" y="0"/>
                      <a:pt x="7" y="3"/>
                      <a:pt x="7" y="5"/>
                    </a:cubicBezTo>
                    <a:close/>
                  </a:path>
                </a:pathLst>
              </a:custGeom>
              <a:solidFill>
                <a:srgbClr val="DEF1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0" name="Freeform 272">
                <a:extLst>
                  <a:ext uri="{FF2B5EF4-FFF2-40B4-BE49-F238E27FC236}">
                    <a16:creationId xmlns:a16="http://schemas.microsoft.com/office/drawing/2014/main" id="{5B3B3954-01B1-4990-8050-7837572C1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579"/>
                <a:ext cx="98" cy="128"/>
              </a:xfrm>
              <a:custGeom>
                <a:avLst/>
                <a:gdLst>
                  <a:gd name="T0" fmla="*/ 618 w 39"/>
                  <a:gd name="T1" fmla="*/ 909 h 48"/>
                  <a:gd name="T2" fmla="*/ 0 w 39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48">
                    <a:moveTo>
                      <a:pt x="39" y="48"/>
                    </a:moveTo>
                    <a:cubicBezTo>
                      <a:pt x="37" y="24"/>
                      <a:pt x="25" y="9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1" name="Freeform 273">
                <a:extLst>
                  <a:ext uri="{FF2B5EF4-FFF2-40B4-BE49-F238E27FC236}">
                    <a16:creationId xmlns:a16="http://schemas.microsoft.com/office/drawing/2014/main" id="{2D933FB1-8F6B-4C32-85E7-2463825F3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600"/>
                <a:ext cx="85" cy="107"/>
              </a:xfrm>
              <a:custGeom>
                <a:avLst/>
                <a:gdLst>
                  <a:gd name="T0" fmla="*/ 0 w 34"/>
                  <a:gd name="T1" fmla="*/ 0 h 40"/>
                  <a:gd name="T2" fmla="*/ 533 w 34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22" y="8"/>
                      <a:pt x="33" y="20"/>
                      <a:pt x="34" y="4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2" name="Freeform 274">
                <a:extLst>
                  <a:ext uri="{FF2B5EF4-FFF2-40B4-BE49-F238E27FC236}">
                    <a16:creationId xmlns:a16="http://schemas.microsoft.com/office/drawing/2014/main" id="{84217C4B-230C-48A9-83AC-5B747B79E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728"/>
                <a:ext cx="28" cy="75"/>
              </a:xfrm>
              <a:custGeom>
                <a:avLst/>
                <a:gdLst>
                  <a:gd name="T0" fmla="*/ 33 w 11"/>
                  <a:gd name="T1" fmla="*/ 171 h 28"/>
                  <a:gd name="T2" fmla="*/ 130 w 11"/>
                  <a:gd name="T3" fmla="*/ 94 h 28"/>
                  <a:gd name="T4" fmla="*/ 181 w 11"/>
                  <a:gd name="T5" fmla="*/ 329 h 28"/>
                  <a:gd name="T6" fmla="*/ 181 w 11"/>
                  <a:gd name="T7" fmla="*/ 504 h 28"/>
                  <a:gd name="T8" fmla="*/ 97 w 11"/>
                  <a:gd name="T9" fmla="*/ 504 h 28"/>
                  <a:gd name="T10" fmla="*/ 51 w 11"/>
                  <a:gd name="T11" fmla="*/ 402 h 28"/>
                  <a:gd name="T12" fmla="*/ 0 w 11"/>
                  <a:gd name="T13" fmla="*/ 30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8">
                    <a:moveTo>
                      <a:pt x="2" y="9"/>
                    </a:moveTo>
                    <a:cubicBezTo>
                      <a:pt x="3" y="6"/>
                      <a:pt x="6" y="0"/>
                      <a:pt x="8" y="5"/>
                    </a:cubicBezTo>
                    <a:cubicBezTo>
                      <a:pt x="10" y="8"/>
                      <a:pt x="10" y="13"/>
                      <a:pt x="11" y="17"/>
                    </a:cubicBezTo>
                    <a:cubicBezTo>
                      <a:pt x="11" y="19"/>
                      <a:pt x="11" y="24"/>
                      <a:pt x="11" y="26"/>
                    </a:cubicBezTo>
                    <a:cubicBezTo>
                      <a:pt x="10" y="28"/>
                      <a:pt x="8" y="28"/>
                      <a:pt x="6" y="26"/>
                    </a:cubicBezTo>
                    <a:cubicBezTo>
                      <a:pt x="5" y="25"/>
                      <a:pt x="4" y="22"/>
                      <a:pt x="3" y="21"/>
                    </a:cubicBezTo>
                    <a:cubicBezTo>
                      <a:pt x="2" y="19"/>
                      <a:pt x="1" y="18"/>
                      <a:pt x="0" y="16"/>
                    </a:cubicBezTo>
                  </a:path>
                </a:pathLst>
              </a:custGeom>
              <a:solidFill>
                <a:srgbClr val="DEF1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3" name="Line 275">
                <a:extLst>
                  <a:ext uri="{FF2B5EF4-FFF2-40B4-BE49-F238E27FC236}">
                    <a16:creationId xmlns:a16="http://schemas.microsoft.com/office/drawing/2014/main" id="{B0AC3FAE-3B94-4069-B22B-3650E8C480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56" y="2725"/>
                <a:ext cx="10" cy="88"/>
              </a:xfrm>
              <a:prstGeom prst="line">
                <a:avLst/>
              </a:prstGeom>
              <a:noFill/>
              <a:ln w="7938">
                <a:solidFill>
                  <a:srgbClr val="53B278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4" name="Line 276">
                <a:extLst>
                  <a:ext uri="{FF2B5EF4-FFF2-40B4-BE49-F238E27FC236}">
                    <a16:creationId xmlns:a16="http://schemas.microsoft.com/office/drawing/2014/main" id="{FFD74862-D2E0-4BB8-95A3-89C9FA6C4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49" y="2736"/>
                <a:ext cx="10" cy="77"/>
              </a:xfrm>
              <a:prstGeom prst="line">
                <a:avLst/>
              </a:prstGeom>
              <a:noFill/>
              <a:ln w="7938">
                <a:solidFill>
                  <a:srgbClr val="53B278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5" name="Freeform 277">
                <a:extLst>
                  <a:ext uri="{FF2B5EF4-FFF2-40B4-BE49-F238E27FC236}">
                    <a16:creationId xmlns:a16="http://schemas.microsoft.com/office/drawing/2014/main" id="{70A91398-7609-4EAB-AF51-BA931BEED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176"/>
                <a:ext cx="57" cy="317"/>
              </a:xfrm>
              <a:custGeom>
                <a:avLst/>
                <a:gdLst>
                  <a:gd name="T0" fmla="*/ 0 w 23"/>
                  <a:gd name="T1" fmla="*/ 2248 h 119"/>
                  <a:gd name="T2" fmla="*/ 42 w 23"/>
                  <a:gd name="T3" fmla="*/ 1702 h 119"/>
                  <a:gd name="T4" fmla="*/ 349 w 23"/>
                  <a:gd name="T5" fmla="*/ 0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9">
                    <a:moveTo>
                      <a:pt x="0" y="119"/>
                    </a:moveTo>
                    <a:cubicBezTo>
                      <a:pt x="1" y="109"/>
                      <a:pt x="2" y="100"/>
                      <a:pt x="3" y="90"/>
                    </a:cubicBezTo>
                    <a:cubicBezTo>
                      <a:pt x="7" y="53"/>
                      <a:pt x="15" y="23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6" name="Freeform 278">
                <a:extLst>
                  <a:ext uri="{FF2B5EF4-FFF2-40B4-BE49-F238E27FC236}">
                    <a16:creationId xmlns:a16="http://schemas.microsoft.com/office/drawing/2014/main" id="{E09AF570-3D33-4F0E-9869-522BA5739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109"/>
                <a:ext cx="72" cy="339"/>
              </a:xfrm>
              <a:custGeom>
                <a:avLst/>
                <a:gdLst>
                  <a:gd name="T0" fmla="*/ 444 w 29"/>
                  <a:gd name="T1" fmla="*/ 0 h 127"/>
                  <a:gd name="T2" fmla="*/ 12 w 29"/>
                  <a:gd name="T3" fmla="*/ 2165 h 127"/>
                  <a:gd name="T4" fmla="*/ 0 w 29"/>
                  <a:gd name="T5" fmla="*/ 2416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27">
                    <a:moveTo>
                      <a:pt x="29" y="0"/>
                    </a:moveTo>
                    <a:cubicBezTo>
                      <a:pt x="19" y="27"/>
                      <a:pt x="6" y="63"/>
                      <a:pt x="1" y="114"/>
                    </a:cubicBezTo>
                    <a:cubicBezTo>
                      <a:pt x="1" y="118"/>
                      <a:pt x="0" y="122"/>
                      <a:pt x="0" y="12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7" name="Freeform 279">
                <a:extLst>
                  <a:ext uri="{FF2B5EF4-FFF2-40B4-BE49-F238E27FC236}">
                    <a16:creationId xmlns:a16="http://schemas.microsoft.com/office/drawing/2014/main" id="{C57DCDBC-D50D-48D3-8529-899093A49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051"/>
                <a:ext cx="157" cy="53"/>
              </a:xfrm>
              <a:custGeom>
                <a:avLst/>
                <a:gdLst>
                  <a:gd name="T0" fmla="*/ 0 w 63"/>
                  <a:gd name="T1" fmla="*/ 315 h 20"/>
                  <a:gd name="T2" fmla="*/ 974 w 63"/>
                  <a:gd name="T3" fmla="*/ 371 h 20"/>
                  <a:gd name="T4" fmla="*/ 0 w 63"/>
                  <a:gd name="T5" fmla="*/ 31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20">
                    <a:moveTo>
                      <a:pt x="0" y="17"/>
                    </a:moveTo>
                    <a:cubicBezTo>
                      <a:pt x="5" y="1"/>
                      <a:pt x="32" y="1"/>
                      <a:pt x="63" y="20"/>
                    </a:cubicBezTo>
                    <a:cubicBezTo>
                      <a:pt x="52" y="16"/>
                      <a:pt x="13" y="0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8" name="Freeform 280">
                <a:extLst>
                  <a:ext uri="{FF2B5EF4-FFF2-40B4-BE49-F238E27FC236}">
                    <a16:creationId xmlns:a16="http://schemas.microsoft.com/office/drawing/2014/main" id="{ED293FF4-8FFB-4857-9527-0428857B6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872"/>
                <a:ext cx="17" cy="163"/>
              </a:xfrm>
              <a:custGeom>
                <a:avLst/>
                <a:gdLst>
                  <a:gd name="T0" fmla="*/ 29 w 7"/>
                  <a:gd name="T1" fmla="*/ 0 h 61"/>
                  <a:gd name="T2" fmla="*/ 100 w 7"/>
                  <a:gd name="T3" fmla="*/ 1165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1">
                    <a:moveTo>
                      <a:pt x="2" y="0"/>
                    </a:moveTo>
                    <a:cubicBezTo>
                      <a:pt x="0" y="23"/>
                      <a:pt x="0" y="38"/>
                      <a:pt x="7" y="6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9" name="Freeform 281">
                <a:extLst>
                  <a:ext uri="{FF2B5EF4-FFF2-40B4-BE49-F238E27FC236}">
                    <a16:creationId xmlns:a16="http://schemas.microsoft.com/office/drawing/2014/main" id="{DD1F1771-6404-4406-90F2-C5E4F8D1A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152"/>
                <a:ext cx="93" cy="160"/>
              </a:xfrm>
              <a:custGeom>
                <a:avLst/>
                <a:gdLst>
                  <a:gd name="T0" fmla="*/ 588 w 37"/>
                  <a:gd name="T1" fmla="*/ 0 h 60"/>
                  <a:gd name="T2" fmla="*/ 0 w 37"/>
                  <a:gd name="T3" fmla="*/ 1139 h 60"/>
                  <a:gd name="T4" fmla="*/ 588 w 37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60">
                    <a:moveTo>
                      <a:pt x="37" y="0"/>
                    </a:moveTo>
                    <a:cubicBezTo>
                      <a:pt x="33" y="19"/>
                      <a:pt x="14" y="47"/>
                      <a:pt x="0" y="60"/>
                    </a:cubicBezTo>
                    <a:cubicBezTo>
                      <a:pt x="20" y="54"/>
                      <a:pt x="34" y="34"/>
                      <a:pt x="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0" name="Freeform 282">
                <a:extLst>
                  <a:ext uri="{FF2B5EF4-FFF2-40B4-BE49-F238E27FC236}">
                    <a16:creationId xmlns:a16="http://schemas.microsoft.com/office/drawing/2014/main" id="{178A024C-F190-46DE-A890-A47EB541A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448"/>
                <a:ext cx="55" cy="77"/>
              </a:xfrm>
              <a:custGeom>
                <a:avLst/>
                <a:gdLst>
                  <a:gd name="T0" fmla="*/ 0 w 22"/>
                  <a:gd name="T1" fmla="*/ 0 h 29"/>
                  <a:gd name="T2" fmla="*/ 345 w 22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9">
                    <a:moveTo>
                      <a:pt x="0" y="0"/>
                    </a:moveTo>
                    <a:cubicBezTo>
                      <a:pt x="10" y="6"/>
                      <a:pt x="13" y="25"/>
                      <a:pt x="22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1" name="Freeform 283">
                <a:extLst>
                  <a:ext uri="{FF2B5EF4-FFF2-40B4-BE49-F238E27FC236}">
                    <a16:creationId xmlns:a16="http://schemas.microsoft.com/office/drawing/2014/main" id="{58BF53FA-8408-4418-B31E-75C998446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701"/>
                <a:ext cx="153" cy="59"/>
              </a:xfrm>
              <a:custGeom>
                <a:avLst/>
                <a:gdLst>
                  <a:gd name="T0" fmla="*/ 0 w 61"/>
                  <a:gd name="T1" fmla="*/ 0 h 22"/>
                  <a:gd name="T2" fmla="*/ 963 w 61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22">
                    <a:moveTo>
                      <a:pt x="0" y="0"/>
                    </a:moveTo>
                    <a:cubicBezTo>
                      <a:pt x="12" y="8"/>
                      <a:pt x="40" y="18"/>
                      <a:pt x="61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2" name="Freeform 284">
                <a:extLst>
                  <a:ext uri="{FF2B5EF4-FFF2-40B4-BE49-F238E27FC236}">
                    <a16:creationId xmlns:a16="http://schemas.microsoft.com/office/drawing/2014/main" id="{4328C7FD-87C6-4728-B6C7-D5DE6DF6E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448"/>
                <a:ext cx="17" cy="248"/>
              </a:xfrm>
              <a:custGeom>
                <a:avLst/>
                <a:gdLst>
                  <a:gd name="T0" fmla="*/ 100 w 7"/>
                  <a:gd name="T1" fmla="*/ 0 h 93"/>
                  <a:gd name="T2" fmla="*/ 41 w 7"/>
                  <a:gd name="T3" fmla="*/ 1763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3">
                    <a:moveTo>
                      <a:pt x="7" y="0"/>
                    </a:moveTo>
                    <a:cubicBezTo>
                      <a:pt x="3" y="16"/>
                      <a:pt x="0" y="66"/>
                      <a:pt x="3" y="9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3" name="Freeform 285">
                <a:extLst>
                  <a:ext uri="{FF2B5EF4-FFF2-40B4-BE49-F238E27FC236}">
                    <a16:creationId xmlns:a16="http://schemas.microsoft.com/office/drawing/2014/main" id="{4434DECE-7AB3-481A-A789-702E6F8E7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083"/>
                <a:ext cx="118" cy="58"/>
              </a:xfrm>
              <a:custGeom>
                <a:avLst/>
                <a:gdLst>
                  <a:gd name="T0" fmla="*/ 0 w 47"/>
                  <a:gd name="T1" fmla="*/ 403 h 22"/>
                  <a:gd name="T2" fmla="*/ 743 w 47"/>
                  <a:gd name="T3" fmla="*/ 293 h 22"/>
                  <a:gd name="T4" fmla="*/ 0 w 47"/>
                  <a:gd name="T5" fmla="*/ 40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2">
                    <a:moveTo>
                      <a:pt x="0" y="22"/>
                    </a:moveTo>
                    <a:cubicBezTo>
                      <a:pt x="3" y="10"/>
                      <a:pt x="20" y="0"/>
                      <a:pt x="47" y="16"/>
                    </a:cubicBezTo>
                    <a:cubicBezTo>
                      <a:pt x="39" y="14"/>
                      <a:pt x="7" y="5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4" name="Freeform 286">
                <a:extLst>
                  <a:ext uri="{FF2B5EF4-FFF2-40B4-BE49-F238E27FC236}">
                    <a16:creationId xmlns:a16="http://schemas.microsoft.com/office/drawing/2014/main" id="{9922DF74-A380-4CC0-A5A5-25ECAADC4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835"/>
                <a:ext cx="65" cy="77"/>
              </a:xfrm>
              <a:custGeom>
                <a:avLst/>
                <a:gdLst>
                  <a:gd name="T0" fmla="*/ 63 w 26"/>
                  <a:gd name="T1" fmla="*/ 112 h 29"/>
                  <a:gd name="T2" fmla="*/ 33 w 26"/>
                  <a:gd name="T3" fmla="*/ 396 h 29"/>
                  <a:gd name="T4" fmla="*/ 300 w 26"/>
                  <a:gd name="T5" fmla="*/ 520 h 29"/>
                  <a:gd name="T6" fmla="*/ 345 w 26"/>
                  <a:gd name="T7" fmla="*/ 451 h 29"/>
                  <a:gd name="T8" fmla="*/ 283 w 26"/>
                  <a:gd name="T9" fmla="*/ 374 h 29"/>
                  <a:gd name="T10" fmla="*/ 158 w 26"/>
                  <a:gd name="T11" fmla="*/ 316 h 29"/>
                  <a:gd name="T12" fmla="*/ 158 w 26"/>
                  <a:gd name="T13" fmla="*/ 204 h 29"/>
                  <a:gd name="T14" fmla="*/ 313 w 26"/>
                  <a:gd name="T15" fmla="*/ 191 h 29"/>
                  <a:gd name="T16" fmla="*/ 395 w 26"/>
                  <a:gd name="T17" fmla="*/ 149 h 29"/>
                  <a:gd name="T18" fmla="*/ 345 w 26"/>
                  <a:gd name="T19" fmla="*/ 56 h 29"/>
                  <a:gd name="T20" fmla="*/ 63 w 26"/>
                  <a:gd name="T21" fmla="*/ 112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29">
                    <a:moveTo>
                      <a:pt x="4" y="6"/>
                    </a:moveTo>
                    <a:cubicBezTo>
                      <a:pt x="1" y="10"/>
                      <a:pt x="0" y="16"/>
                      <a:pt x="2" y="21"/>
                    </a:cubicBezTo>
                    <a:cubicBezTo>
                      <a:pt x="4" y="24"/>
                      <a:pt x="8" y="29"/>
                      <a:pt x="19" y="28"/>
                    </a:cubicBezTo>
                    <a:cubicBezTo>
                      <a:pt x="21" y="28"/>
                      <a:pt x="23" y="26"/>
                      <a:pt x="22" y="24"/>
                    </a:cubicBezTo>
                    <a:cubicBezTo>
                      <a:pt x="22" y="21"/>
                      <a:pt x="20" y="20"/>
                      <a:pt x="18" y="20"/>
                    </a:cubicBezTo>
                    <a:cubicBezTo>
                      <a:pt x="14" y="21"/>
                      <a:pt x="11" y="20"/>
                      <a:pt x="10" y="17"/>
                    </a:cubicBezTo>
                    <a:cubicBezTo>
                      <a:pt x="9" y="15"/>
                      <a:pt x="9" y="13"/>
                      <a:pt x="10" y="11"/>
                    </a:cubicBezTo>
                    <a:cubicBezTo>
                      <a:pt x="12" y="9"/>
                      <a:pt x="16" y="9"/>
                      <a:pt x="20" y="10"/>
                    </a:cubicBezTo>
                    <a:cubicBezTo>
                      <a:pt x="22" y="11"/>
                      <a:pt x="24" y="10"/>
                      <a:pt x="25" y="8"/>
                    </a:cubicBezTo>
                    <a:cubicBezTo>
                      <a:pt x="26" y="6"/>
                      <a:pt x="24" y="4"/>
                      <a:pt x="22" y="3"/>
                    </a:cubicBezTo>
                    <a:cubicBezTo>
                      <a:pt x="15" y="0"/>
                      <a:pt x="9" y="1"/>
                      <a:pt x="4" y="6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5" name="Freeform 287">
                <a:extLst>
                  <a:ext uri="{FF2B5EF4-FFF2-40B4-BE49-F238E27FC236}">
                    <a16:creationId xmlns:a16="http://schemas.microsoft.com/office/drawing/2014/main" id="{DB17D5CF-C680-4F10-A1B5-032E17157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688"/>
                <a:ext cx="105" cy="115"/>
              </a:xfrm>
              <a:custGeom>
                <a:avLst/>
                <a:gdLst>
                  <a:gd name="T0" fmla="*/ 0 w 42"/>
                  <a:gd name="T1" fmla="*/ 265 h 43"/>
                  <a:gd name="T2" fmla="*/ 158 w 42"/>
                  <a:gd name="T3" fmla="*/ 265 h 43"/>
                  <a:gd name="T4" fmla="*/ 145 w 42"/>
                  <a:gd name="T5" fmla="*/ 321 h 43"/>
                  <a:gd name="T6" fmla="*/ 300 w 42"/>
                  <a:gd name="T7" fmla="*/ 709 h 43"/>
                  <a:gd name="T8" fmla="*/ 408 w 42"/>
                  <a:gd name="T9" fmla="*/ 802 h 43"/>
                  <a:gd name="T10" fmla="*/ 500 w 42"/>
                  <a:gd name="T11" fmla="*/ 786 h 43"/>
                  <a:gd name="T12" fmla="*/ 488 w 42"/>
                  <a:gd name="T13" fmla="*/ 687 h 43"/>
                  <a:gd name="T14" fmla="*/ 363 w 42"/>
                  <a:gd name="T15" fmla="*/ 594 h 43"/>
                  <a:gd name="T16" fmla="*/ 250 w 42"/>
                  <a:gd name="T17" fmla="*/ 364 h 43"/>
                  <a:gd name="T18" fmla="*/ 595 w 42"/>
                  <a:gd name="T19" fmla="*/ 150 h 43"/>
                  <a:gd name="T20" fmla="*/ 658 w 42"/>
                  <a:gd name="T21" fmla="*/ 94 h 43"/>
                  <a:gd name="T22" fmla="*/ 595 w 42"/>
                  <a:gd name="T23" fmla="*/ 0 h 43"/>
                  <a:gd name="T24" fmla="*/ 270 w 42"/>
                  <a:gd name="T25" fmla="*/ 94 h 43"/>
                  <a:gd name="T26" fmla="*/ 250 w 42"/>
                  <a:gd name="T27" fmla="*/ 94 h 43"/>
                  <a:gd name="T28" fmla="*/ 175 w 42"/>
                  <a:gd name="T29" fmla="*/ 115 h 43"/>
                  <a:gd name="T30" fmla="*/ 0 w 42"/>
                  <a:gd name="T31" fmla="*/ 115 h 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" h="43">
                    <a:moveTo>
                      <a:pt x="0" y="14"/>
                    </a:moveTo>
                    <a:cubicBezTo>
                      <a:pt x="3" y="15"/>
                      <a:pt x="7" y="14"/>
                      <a:pt x="10" y="14"/>
                    </a:cubicBezTo>
                    <a:cubicBezTo>
                      <a:pt x="9" y="15"/>
                      <a:pt x="9" y="16"/>
                      <a:pt x="9" y="17"/>
                    </a:cubicBezTo>
                    <a:cubicBezTo>
                      <a:pt x="5" y="29"/>
                      <a:pt x="13" y="34"/>
                      <a:pt x="19" y="37"/>
                    </a:cubicBezTo>
                    <a:cubicBezTo>
                      <a:pt x="26" y="42"/>
                      <a:pt x="26" y="42"/>
                      <a:pt x="26" y="42"/>
                    </a:cubicBezTo>
                    <a:cubicBezTo>
                      <a:pt x="28" y="43"/>
                      <a:pt x="31" y="43"/>
                      <a:pt x="32" y="41"/>
                    </a:cubicBezTo>
                    <a:cubicBezTo>
                      <a:pt x="33" y="40"/>
                      <a:pt x="33" y="37"/>
                      <a:pt x="31" y="36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17" y="27"/>
                      <a:pt x="15" y="25"/>
                      <a:pt x="16" y="19"/>
                    </a:cubicBezTo>
                    <a:cubicBezTo>
                      <a:pt x="19" y="11"/>
                      <a:pt x="29" y="7"/>
                      <a:pt x="38" y="8"/>
                    </a:cubicBezTo>
                    <a:cubicBezTo>
                      <a:pt x="40" y="9"/>
                      <a:pt x="42" y="7"/>
                      <a:pt x="42" y="5"/>
                    </a:cubicBezTo>
                    <a:cubicBezTo>
                      <a:pt x="42" y="3"/>
                      <a:pt x="41" y="1"/>
                      <a:pt x="38" y="0"/>
                    </a:cubicBezTo>
                    <a:cubicBezTo>
                      <a:pt x="31" y="0"/>
                      <a:pt x="23" y="1"/>
                      <a:pt x="17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6"/>
                      <a:pt x="4" y="7"/>
                      <a:pt x="0" y="6"/>
                    </a:cubicBezTo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6" name="Freeform 288">
                <a:extLst>
                  <a:ext uri="{FF2B5EF4-FFF2-40B4-BE49-F238E27FC236}">
                    <a16:creationId xmlns:a16="http://schemas.microsoft.com/office/drawing/2014/main" id="{3AD4FC2F-0165-4231-BDCA-FEC0AD9A7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688"/>
                <a:ext cx="105" cy="115"/>
              </a:xfrm>
              <a:custGeom>
                <a:avLst/>
                <a:gdLst>
                  <a:gd name="T0" fmla="*/ 0 w 42"/>
                  <a:gd name="T1" fmla="*/ 265 h 43"/>
                  <a:gd name="T2" fmla="*/ 158 w 42"/>
                  <a:gd name="T3" fmla="*/ 265 h 43"/>
                  <a:gd name="T4" fmla="*/ 145 w 42"/>
                  <a:gd name="T5" fmla="*/ 321 h 43"/>
                  <a:gd name="T6" fmla="*/ 300 w 42"/>
                  <a:gd name="T7" fmla="*/ 709 h 43"/>
                  <a:gd name="T8" fmla="*/ 408 w 42"/>
                  <a:gd name="T9" fmla="*/ 802 h 43"/>
                  <a:gd name="T10" fmla="*/ 500 w 42"/>
                  <a:gd name="T11" fmla="*/ 786 h 43"/>
                  <a:gd name="T12" fmla="*/ 488 w 42"/>
                  <a:gd name="T13" fmla="*/ 687 h 43"/>
                  <a:gd name="T14" fmla="*/ 363 w 42"/>
                  <a:gd name="T15" fmla="*/ 594 h 43"/>
                  <a:gd name="T16" fmla="*/ 250 w 42"/>
                  <a:gd name="T17" fmla="*/ 364 h 43"/>
                  <a:gd name="T18" fmla="*/ 595 w 42"/>
                  <a:gd name="T19" fmla="*/ 150 h 43"/>
                  <a:gd name="T20" fmla="*/ 658 w 42"/>
                  <a:gd name="T21" fmla="*/ 94 h 43"/>
                  <a:gd name="T22" fmla="*/ 595 w 42"/>
                  <a:gd name="T23" fmla="*/ 0 h 43"/>
                  <a:gd name="T24" fmla="*/ 270 w 42"/>
                  <a:gd name="T25" fmla="*/ 94 h 43"/>
                  <a:gd name="T26" fmla="*/ 250 w 42"/>
                  <a:gd name="T27" fmla="*/ 94 h 43"/>
                  <a:gd name="T28" fmla="*/ 175 w 42"/>
                  <a:gd name="T29" fmla="*/ 115 h 43"/>
                  <a:gd name="T30" fmla="*/ 0 w 42"/>
                  <a:gd name="T31" fmla="*/ 115 h 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" h="43">
                    <a:moveTo>
                      <a:pt x="0" y="14"/>
                    </a:moveTo>
                    <a:cubicBezTo>
                      <a:pt x="3" y="15"/>
                      <a:pt x="7" y="14"/>
                      <a:pt x="10" y="14"/>
                    </a:cubicBezTo>
                    <a:cubicBezTo>
                      <a:pt x="9" y="15"/>
                      <a:pt x="9" y="16"/>
                      <a:pt x="9" y="17"/>
                    </a:cubicBezTo>
                    <a:cubicBezTo>
                      <a:pt x="5" y="29"/>
                      <a:pt x="13" y="34"/>
                      <a:pt x="19" y="37"/>
                    </a:cubicBezTo>
                    <a:cubicBezTo>
                      <a:pt x="26" y="42"/>
                      <a:pt x="26" y="42"/>
                      <a:pt x="26" y="42"/>
                    </a:cubicBezTo>
                    <a:cubicBezTo>
                      <a:pt x="28" y="43"/>
                      <a:pt x="31" y="43"/>
                      <a:pt x="32" y="41"/>
                    </a:cubicBezTo>
                    <a:cubicBezTo>
                      <a:pt x="33" y="40"/>
                      <a:pt x="33" y="37"/>
                      <a:pt x="31" y="36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17" y="27"/>
                      <a:pt x="15" y="25"/>
                      <a:pt x="16" y="19"/>
                    </a:cubicBezTo>
                    <a:cubicBezTo>
                      <a:pt x="19" y="11"/>
                      <a:pt x="29" y="7"/>
                      <a:pt x="38" y="8"/>
                    </a:cubicBezTo>
                    <a:cubicBezTo>
                      <a:pt x="40" y="9"/>
                      <a:pt x="42" y="7"/>
                      <a:pt x="42" y="5"/>
                    </a:cubicBezTo>
                    <a:cubicBezTo>
                      <a:pt x="42" y="3"/>
                      <a:pt x="41" y="1"/>
                      <a:pt x="38" y="0"/>
                    </a:cubicBezTo>
                    <a:cubicBezTo>
                      <a:pt x="31" y="0"/>
                      <a:pt x="23" y="1"/>
                      <a:pt x="17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6"/>
                      <a:pt x="4" y="7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7" name="Freeform 289">
                <a:extLst>
                  <a:ext uri="{FF2B5EF4-FFF2-40B4-BE49-F238E27FC236}">
                    <a16:creationId xmlns:a16="http://schemas.microsoft.com/office/drawing/2014/main" id="{9AF637E2-9E08-4700-94E6-D64A4CC94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651"/>
                <a:ext cx="1025" cy="573"/>
              </a:xfrm>
              <a:custGeom>
                <a:avLst/>
                <a:gdLst>
                  <a:gd name="T0" fmla="*/ 6363 w 410"/>
                  <a:gd name="T1" fmla="*/ 874 h 215"/>
                  <a:gd name="T2" fmla="*/ 3738 w 410"/>
                  <a:gd name="T3" fmla="*/ 909 h 215"/>
                  <a:gd name="T4" fmla="*/ 3458 w 410"/>
                  <a:gd name="T5" fmla="*/ 1058 h 215"/>
                  <a:gd name="T6" fmla="*/ 1925 w 410"/>
                  <a:gd name="T7" fmla="*/ 2137 h 215"/>
                  <a:gd name="T8" fmla="*/ 970 w 410"/>
                  <a:gd name="T9" fmla="*/ 2841 h 215"/>
                  <a:gd name="T10" fmla="*/ 720 w 410"/>
                  <a:gd name="T11" fmla="*/ 2785 h 215"/>
                  <a:gd name="T12" fmla="*/ 313 w 410"/>
                  <a:gd name="T13" fmla="*/ 2726 h 215"/>
                  <a:gd name="T14" fmla="*/ 875 w 410"/>
                  <a:gd name="T15" fmla="*/ 3808 h 215"/>
                  <a:gd name="T16" fmla="*/ 988 w 410"/>
                  <a:gd name="T17" fmla="*/ 3310 h 215"/>
                  <a:gd name="T18" fmla="*/ 1063 w 410"/>
                  <a:gd name="T19" fmla="*/ 3046 h 215"/>
                  <a:gd name="T20" fmla="*/ 2020 w 410"/>
                  <a:gd name="T21" fmla="*/ 2329 h 215"/>
                  <a:gd name="T22" fmla="*/ 3533 w 410"/>
                  <a:gd name="T23" fmla="*/ 1271 h 215"/>
                  <a:gd name="T24" fmla="*/ 3813 w 410"/>
                  <a:gd name="T25" fmla="*/ 1101 h 215"/>
                  <a:gd name="T26" fmla="*/ 6250 w 410"/>
                  <a:gd name="T27" fmla="*/ 1058 h 215"/>
                  <a:gd name="T28" fmla="*/ 6395 w 410"/>
                  <a:gd name="T29" fmla="*/ 1023 h 215"/>
                  <a:gd name="T30" fmla="*/ 6363 w 410"/>
                  <a:gd name="T31" fmla="*/ 874 h 21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0" h="215">
                    <a:moveTo>
                      <a:pt x="407" y="46"/>
                    </a:moveTo>
                    <a:cubicBezTo>
                      <a:pt x="339" y="0"/>
                      <a:pt x="297" y="20"/>
                      <a:pt x="239" y="48"/>
                    </a:cubicBezTo>
                    <a:cubicBezTo>
                      <a:pt x="221" y="56"/>
                      <a:pt x="221" y="56"/>
                      <a:pt x="221" y="56"/>
                    </a:cubicBezTo>
                    <a:cubicBezTo>
                      <a:pt x="193" y="69"/>
                      <a:pt x="157" y="91"/>
                      <a:pt x="123" y="113"/>
                    </a:cubicBezTo>
                    <a:cubicBezTo>
                      <a:pt x="101" y="127"/>
                      <a:pt x="80" y="140"/>
                      <a:pt x="62" y="150"/>
                    </a:cubicBezTo>
                    <a:cubicBezTo>
                      <a:pt x="55" y="154"/>
                      <a:pt x="49" y="149"/>
                      <a:pt x="46" y="147"/>
                    </a:cubicBezTo>
                    <a:cubicBezTo>
                      <a:pt x="38" y="140"/>
                      <a:pt x="29" y="137"/>
                      <a:pt x="20" y="144"/>
                    </a:cubicBezTo>
                    <a:cubicBezTo>
                      <a:pt x="0" y="156"/>
                      <a:pt x="32" y="215"/>
                      <a:pt x="56" y="201"/>
                    </a:cubicBezTo>
                    <a:cubicBezTo>
                      <a:pt x="64" y="197"/>
                      <a:pt x="65" y="186"/>
                      <a:pt x="63" y="175"/>
                    </a:cubicBezTo>
                    <a:cubicBezTo>
                      <a:pt x="62" y="172"/>
                      <a:pt x="60" y="164"/>
                      <a:pt x="68" y="161"/>
                    </a:cubicBezTo>
                    <a:cubicBezTo>
                      <a:pt x="86" y="151"/>
                      <a:pt x="107" y="137"/>
                      <a:pt x="129" y="123"/>
                    </a:cubicBezTo>
                    <a:cubicBezTo>
                      <a:pt x="163" y="102"/>
                      <a:pt x="199" y="79"/>
                      <a:pt x="226" y="67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301" y="32"/>
                      <a:pt x="338" y="14"/>
                      <a:pt x="400" y="56"/>
                    </a:cubicBezTo>
                    <a:cubicBezTo>
                      <a:pt x="403" y="58"/>
                      <a:pt x="407" y="57"/>
                      <a:pt x="409" y="54"/>
                    </a:cubicBezTo>
                    <a:cubicBezTo>
                      <a:pt x="410" y="51"/>
                      <a:pt x="410" y="48"/>
                      <a:pt x="407" y="46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8" name="Freeform 290">
                <a:extLst>
                  <a:ext uri="{FF2B5EF4-FFF2-40B4-BE49-F238E27FC236}">
                    <a16:creationId xmlns:a16="http://schemas.microsoft.com/office/drawing/2014/main" id="{1C19B6CD-B7A0-4EFC-8ADB-077A6FF92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245"/>
                <a:ext cx="100" cy="131"/>
              </a:xfrm>
              <a:custGeom>
                <a:avLst/>
                <a:gdLst>
                  <a:gd name="T0" fmla="*/ 313 w 40"/>
                  <a:gd name="T1" fmla="*/ 78 h 49"/>
                  <a:gd name="T2" fmla="*/ 220 w 40"/>
                  <a:gd name="T3" fmla="*/ 858 h 49"/>
                  <a:gd name="T4" fmla="*/ 313 w 40"/>
                  <a:gd name="T5" fmla="*/ 78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9">
                    <a:moveTo>
                      <a:pt x="20" y="4"/>
                    </a:moveTo>
                    <a:cubicBezTo>
                      <a:pt x="0" y="0"/>
                      <a:pt x="0" y="41"/>
                      <a:pt x="14" y="45"/>
                    </a:cubicBezTo>
                    <a:cubicBezTo>
                      <a:pt x="27" y="49"/>
                      <a:pt x="40" y="8"/>
                      <a:pt x="20" y="4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9" name="Freeform 291">
                <a:extLst>
                  <a:ext uri="{FF2B5EF4-FFF2-40B4-BE49-F238E27FC236}">
                    <a16:creationId xmlns:a16="http://schemas.microsoft.com/office/drawing/2014/main" id="{BAABC9DC-04C4-4515-A444-766686A2C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125"/>
                <a:ext cx="885" cy="371"/>
              </a:xfrm>
              <a:custGeom>
                <a:avLst/>
                <a:gdLst>
                  <a:gd name="T0" fmla="*/ 5520 w 354"/>
                  <a:gd name="T1" fmla="*/ 534 h 139"/>
                  <a:gd name="T2" fmla="*/ 5375 w 354"/>
                  <a:gd name="T3" fmla="*/ 77 h 139"/>
                  <a:gd name="T4" fmla="*/ 5125 w 354"/>
                  <a:gd name="T5" fmla="*/ 35 h 139"/>
                  <a:gd name="T6" fmla="*/ 4500 w 354"/>
                  <a:gd name="T7" fmla="*/ 419 h 139"/>
                  <a:gd name="T8" fmla="*/ 3250 w 354"/>
                  <a:gd name="T9" fmla="*/ 1140 h 139"/>
                  <a:gd name="T10" fmla="*/ 1583 w 354"/>
                  <a:gd name="T11" fmla="*/ 934 h 139"/>
                  <a:gd name="T12" fmla="*/ 145 w 354"/>
                  <a:gd name="T13" fmla="*/ 948 h 139"/>
                  <a:gd name="T14" fmla="*/ 20 w 354"/>
                  <a:gd name="T15" fmla="*/ 1289 h 139"/>
                  <a:gd name="T16" fmla="*/ 938 w 354"/>
                  <a:gd name="T17" fmla="*/ 1866 h 139"/>
                  <a:gd name="T18" fmla="*/ 1083 w 354"/>
                  <a:gd name="T19" fmla="*/ 1980 h 139"/>
                  <a:gd name="T20" fmla="*/ 1208 w 354"/>
                  <a:gd name="T21" fmla="*/ 2165 h 139"/>
                  <a:gd name="T22" fmla="*/ 1375 w 354"/>
                  <a:gd name="T23" fmla="*/ 1353 h 139"/>
                  <a:gd name="T24" fmla="*/ 1083 w 354"/>
                  <a:gd name="T25" fmla="*/ 1540 h 139"/>
                  <a:gd name="T26" fmla="*/ 970 w 354"/>
                  <a:gd name="T27" fmla="*/ 1639 h 139"/>
                  <a:gd name="T28" fmla="*/ 208 w 354"/>
                  <a:gd name="T29" fmla="*/ 1276 h 139"/>
                  <a:gd name="T30" fmla="*/ 250 w 354"/>
                  <a:gd name="T31" fmla="*/ 1140 h 139"/>
                  <a:gd name="T32" fmla="*/ 1500 w 354"/>
                  <a:gd name="T33" fmla="*/ 1140 h 139"/>
                  <a:gd name="T34" fmla="*/ 2220 w 354"/>
                  <a:gd name="T35" fmla="*/ 1388 h 139"/>
                  <a:gd name="T36" fmla="*/ 1708 w 354"/>
                  <a:gd name="T37" fmla="*/ 2207 h 139"/>
                  <a:gd name="T38" fmla="*/ 1550 w 354"/>
                  <a:gd name="T39" fmla="*/ 2357 h 139"/>
                  <a:gd name="T40" fmla="*/ 1625 w 354"/>
                  <a:gd name="T41" fmla="*/ 2621 h 139"/>
                  <a:gd name="T42" fmla="*/ 1833 w 354"/>
                  <a:gd name="T43" fmla="*/ 2493 h 139"/>
                  <a:gd name="T44" fmla="*/ 1833 w 354"/>
                  <a:gd name="T45" fmla="*/ 2301 h 139"/>
                  <a:gd name="T46" fmla="*/ 2438 w 354"/>
                  <a:gd name="T47" fmla="*/ 1447 h 139"/>
                  <a:gd name="T48" fmla="*/ 2675 w 354"/>
                  <a:gd name="T49" fmla="*/ 1425 h 139"/>
                  <a:gd name="T50" fmla="*/ 3283 w 354"/>
                  <a:gd name="T51" fmla="*/ 1367 h 139"/>
                  <a:gd name="T52" fmla="*/ 4613 w 354"/>
                  <a:gd name="T53" fmla="*/ 606 h 139"/>
                  <a:gd name="T54" fmla="*/ 5175 w 354"/>
                  <a:gd name="T55" fmla="*/ 248 h 139"/>
                  <a:gd name="T56" fmla="*/ 5270 w 354"/>
                  <a:gd name="T57" fmla="*/ 264 h 139"/>
                  <a:gd name="T58" fmla="*/ 5333 w 354"/>
                  <a:gd name="T59" fmla="*/ 550 h 139"/>
                  <a:gd name="T60" fmla="*/ 5345 w 354"/>
                  <a:gd name="T61" fmla="*/ 593 h 139"/>
                  <a:gd name="T62" fmla="*/ 5438 w 354"/>
                  <a:gd name="T63" fmla="*/ 683 h 139"/>
                  <a:gd name="T64" fmla="*/ 5533 w 354"/>
                  <a:gd name="T65" fmla="*/ 550 h 139"/>
                  <a:gd name="T66" fmla="*/ 5520 w 354"/>
                  <a:gd name="T67" fmla="*/ 534 h 13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54" h="139">
                    <a:moveTo>
                      <a:pt x="353" y="28"/>
                    </a:moveTo>
                    <a:cubicBezTo>
                      <a:pt x="353" y="23"/>
                      <a:pt x="353" y="11"/>
                      <a:pt x="344" y="4"/>
                    </a:cubicBezTo>
                    <a:cubicBezTo>
                      <a:pt x="340" y="1"/>
                      <a:pt x="335" y="0"/>
                      <a:pt x="328" y="2"/>
                    </a:cubicBezTo>
                    <a:cubicBezTo>
                      <a:pt x="320" y="3"/>
                      <a:pt x="306" y="12"/>
                      <a:pt x="288" y="22"/>
                    </a:cubicBezTo>
                    <a:cubicBezTo>
                      <a:pt x="263" y="37"/>
                      <a:pt x="232" y="56"/>
                      <a:pt x="208" y="60"/>
                    </a:cubicBezTo>
                    <a:cubicBezTo>
                      <a:pt x="170" y="67"/>
                      <a:pt x="137" y="63"/>
                      <a:pt x="101" y="49"/>
                    </a:cubicBezTo>
                    <a:cubicBezTo>
                      <a:pt x="71" y="36"/>
                      <a:pt x="26" y="37"/>
                      <a:pt x="9" y="50"/>
                    </a:cubicBezTo>
                    <a:cubicBezTo>
                      <a:pt x="1" y="56"/>
                      <a:pt x="0" y="63"/>
                      <a:pt x="1" y="68"/>
                    </a:cubicBezTo>
                    <a:cubicBezTo>
                      <a:pt x="3" y="91"/>
                      <a:pt x="36" y="95"/>
                      <a:pt x="60" y="98"/>
                    </a:cubicBezTo>
                    <a:cubicBezTo>
                      <a:pt x="60" y="98"/>
                      <a:pt x="68" y="99"/>
                      <a:pt x="69" y="104"/>
                    </a:cubicBezTo>
                    <a:cubicBezTo>
                      <a:pt x="71" y="108"/>
                      <a:pt x="73" y="112"/>
                      <a:pt x="77" y="114"/>
                    </a:cubicBezTo>
                    <a:cubicBezTo>
                      <a:pt x="93" y="120"/>
                      <a:pt x="105" y="80"/>
                      <a:pt x="88" y="71"/>
                    </a:cubicBezTo>
                    <a:cubicBezTo>
                      <a:pt x="78" y="64"/>
                      <a:pt x="71" y="71"/>
                      <a:pt x="69" y="81"/>
                    </a:cubicBezTo>
                    <a:cubicBezTo>
                      <a:pt x="66" y="87"/>
                      <a:pt x="62" y="86"/>
                      <a:pt x="62" y="86"/>
                    </a:cubicBezTo>
                    <a:cubicBezTo>
                      <a:pt x="43" y="84"/>
                      <a:pt x="14" y="80"/>
                      <a:pt x="13" y="67"/>
                    </a:cubicBezTo>
                    <a:cubicBezTo>
                      <a:pt x="12" y="65"/>
                      <a:pt x="13" y="63"/>
                      <a:pt x="16" y="60"/>
                    </a:cubicBezTo>
                    <a:cubicBezTo>
                      <a:pt x="29" y="50"/>
                      <a:pt x="68" y="48"/>
                      <a:pt x="96" y="60"/>
                    </a:cubicBezTo>
                    <a:cubicBezTo>
                      <a:pt x="112" y="66"/>
                      <a:pt x="127" y="70"/>
                      <a:pt x="142" y="73"/>
                    </a:cubicBezTo>
                    <a:cubicBezTo>
                      <a:pt x="121" y="83"/>
                      <a:pt x="112" y="101"/>
                      <a:pt x="109" y="116"/>
                    </a:cubicBezTo>
                    <a:cubicBezTo>
                      <a:pt x="105" y="116"/>
                      <a:pt x="101" y="119"/>
                      <a:pt x="99" y="124"/>
                    </a:cubicBezTo>
                    <a:cubicBezTo>
                      <a:pt x="97" y="129"/>
                      <a:pt x="99" y="136"/>
                      <a:pt x="104" y="138"/>
                    </a:cubicBezTo>
                    <a:cubicBezTo>
                      <a:pt x="110" y="139"/>
                      <a:pt x="115" y="136"/>
                      <a:pt x="117" y="131"/>
                    </a:cubicBezTo>
                    <a:cubicBezTo>
                      <a:pt x="119" y="127"/>
                      <a:pt x="118" y="123"/>
                      <a:pt x="117" y="121"/>
                    </a:cubicBezTo>
                    <a:cubicBezTo>
                      <a:pt x="120" y="103"/>
                      <a:pt x="129" y="83"/>
                      <a:pt x="156" y="76"/>
                    </a:cubicBezTo>
                    <a:cubicBezTo>
                      <a:pt x="158" y="76"/>
                      <a:pt x="168" y="75"/>
                      <a:pt x="171" y="75"/>
                    </a:cubicBezTo>
                    <a:cubicBezTo>
                      <a:pt x="184" y="75"/>
                      <a:pt x="197" y="74"/>
                      <a:pt x="210" y="72"/>
                    </a:cubicBezTo>
                    <a:cubicBezTo>
                      <a:pt x="236" y="68"/>
                      <a:pt x="268" y="48"/>
                      <a:pt x="295" y="32"/>
                    </a:cubicBezTo>
                    <a:cubicBezTo>
                      <a:pt x="310" y="23"/>
                      <a:pt x="324" y="15"/>
                      <a:pt x="331" y="13"/>
                    </a:cubicBezTo>
                    <a:cubicBezTo>
                      <a:pt x="335" y="12"/>
                      <a:pt x="337" y="14"/>
                      <a:pt x="337" y="14"/>
                    </a:cubicBezTo>
                    <a:cubicBezTo>
                      <a:pt x="341" y="17"/>
                      <a:pt x="341" y="26"/>
                      <a:pt x="341" y="29"/>
                    </a:cubicBezTo>
                    <a:cubicBezTo>
                      <a:pt x="342" y="31"/>
                      <a:pt x="342" y="31"/>
                      <a:pt x="342" y="31"/>
                    </a:cubicBezTo>
                    <a:cubicBezTo>
                      <a:pt x="342" y="34"/>
                      <a:pt x="345" y="36"/>
                      <a:pt x="348" y="36"/>
                    </a:cubicBezTo>
                    <a:cubicBezTo>
                      <a:pt x="351" y="36"/>
                      <a:pt x="354" y="33"/>
                      <a:pt x="354" y="29"/>
                    </a:cubicBezTo>
                    <a:lnTo>
                      <a:pt x="353" y="28"/>
                    </a:ln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0" name="Freeform 292">
                <a:extLst>
                  <a:ext uri="{FF2B5EF4-FFF2-40B4-BE49-F238E27FC236}">
                    <a16:creationId xmlns:a16="http://schemas.microsoft.com/office/drawing/2014/main" id="{0DA3ABB9-555C-46F0-9D45-D8AB7458F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560"/>
                <a:ext cx="30" cy="475"/>
              </a:xfrm>
              <a:custGeom>
                <a:avLst/>
                <a:gdLst>
                  <a:gd name="T0" fmla="*/ 0 w 12"/>
                  <a:gd name="T1" fmla="*/ 115 h 178"/>
                  <a:gd name="T2" fmla="*/ 0 w 12"/>
                  <a:gd name="T3" fmla="*/ 3269 h 178"/>
                  <a:gd name="T4" fmla="*/ 95 w 12"/>
                  <a:gd name="T5" fmla="*/ 3384 h 178"/>
                  <a:gd name="T6" fmla="*/ 188 w 12"/>
                  <a:gd name="T7" fmla="*/ 3269 h 178"/>
                  <a:gd name="T8" fmla="*/ 188 w 12"/>
                  <a:gd name="T9" fmla="*/ 115 h 178"/>
                  <a:gd name="T10" fmla="*/ 95 w 12"/>
                  <a:gd name="T11" fmla="*/ 0 h 178"/>
                  <a:gd name="T12" fmla="*/ 0 w 12"/>
                  <a:gd name="T13" fmla="*/ 115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8">
                    <a:moveTo>
                      <a:pt x="0" y="6"/>
                    </a:moveTo>
                    <a:cubicBezTo>
                      <a:pt x="0" y="172"/>
                      <a:pt x="0" y="172"/>
                      <a:pt x="0" y="172"/>
                    </a:cubicBezTo>
                    <a:cubicBezTo>
                      <a:pt x="0" y="176"/>
                      <a:pt x="2" y="178"/>
                      <a:pt x="6" y="178"/>
                    </a:cubicBezTo>
                    <a:cubicBezTo>
                      <a:pt x="9" y="178"/>
                      <a:pt x="12" y="176"/>
                      <a:pt x="12" y="172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2" y="0"/>
                      <a:pt x="0" y="2"/>
                      <a:pt x="0" y="6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1" name="Line 293">
                <a:extLst>
                  <a:ext uri="{FF2B5EF4-FFF2-40B4-BE49-F238E27FC236}">
                    <a16:creationId xmlns:a16="http://schemas.microsoft.com/office/drawing/2014/main" id="{8D12A26D-1713-4F92-9AD0-97CF826E5F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1" y="2608"/>
                <a:ext cx="1" cy="1"/>
              </a:xfrm>
              <a:prstGeom prst="line">
                <a:avLst/>
              </a:prstGeom>
              <a:noFill/>
              <a:ln w="317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2" name="Freeform 294">
                <a:extLst>
                  <a:ext uri="{FF2B5EF4-FFF2-40B4-BE49-F238E27FC236}">
                    <a16:creationId xmlns:a16="http://schemas.microsoft.com/office/drawing/2014/main" id="{D190B655-EABA-48D3-8245-811B65FEA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589"/>
                <a:ext cx="117" cy="83"/>
              </a:xfrm>
              <a:custGeom>
                <a:avLst/>
                <a:gdLst>
                  <a:gd name="T0" fmla="*/ 0 w 47"/>
                  <a:gd name="T1" fmla="*/ 94 h 31"/>
                  <a:gd name="T2" fmla="*/ 371 w 47"/>
                  <a:gd name="T3" fmla="*/ 230 h 31"/>
                  <a:gd name="T4" fmla="*/ 383 w 47"/>
                  <a:gd name="T5" fmla="*/ 286 h 31"/>
                  <a:gd name="T6" fmla="*/ 620 w 47"/>
                  <a:gd name="T7" fmla="*/ 594 h 31"/>
                  <a:gd name="T8" fmla="*/ 695 w 47"/>
                  <a:gd name="T9" fmla="*/ 538 h 31"/>
                  <a:gd name="T10" fmla="*/ 650 w 47"/>
                  <a:gd name="T11" fmla="*/ 444 h 31"/>
                  <a:gd name="T12" fmla="*/ 508 w 47"/>
                  <a:gd name="T13" fmla="*/ 252 h 31"/>
                  <a:gd name="T14" fmla="*/ 508 w 47"/>
                  <a:gd name="T15" fmla="*/ 193 h 31"/>
                  <a:gd name="T16" fmla="*/ 632 w 47"/>
                  <a:gd name="T17" fmla="*/ 209 h 31"/>
                  <a:gd name="T18" fmla="*/ 712 w 47"/>
                  <a:gd name="T19" fmla="*/ 150 h 31"/>
                  <a:gd name="T20" fmla="*/ 682 w 47"/>
                  <a:gd name="T21" fmla="*/ 35 h 31"/>
                  <a:gd name="T22" fmla="*/ 433 w 47"/>
                  <a:gd name="T23" fmla="*/ 78 h 31"/>
                  <a:gd name="T24" fmla="*/ 403 w 47"/>
                  <a:gd name="T25" fmla="*/ 78 h 31"/>
                  <a:gd name="T26" fmla="*/ 92 w 47"/>
                  <a:gd name="T27" fmla="*/ 0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7" h="31">
                    <a:moveTo>
                      <a:pt x="0" y="5"/>
                    </a:moveTo>
                    <a:cubicBezTo>
                      <a:pt x="5" y="12"/>
                      <a:pt x="18" y="12"/>
                      <a:pt x="24" y="12"/>
                    </a:cubicBezTo>
                    <a:cubicBezTo>
                      <a:pt x="24" y="13"/>
                      <a:pt x="25" y="14"/>
                      <a:pt x="25" y="15"/>
                    </a:cubicBezTo>
                    <a:cubicBezTo>
                      <a:pt x="26" y="21"/>
                      <a:pt x="32" y="28"/>
                      <a:pt x="40" y="31"/>
                    </a:cubicBezTo>
                    <a:cubicBezTo>
                      <a:pt x="42" y="31"/>
                      <a:pt x="45" y="30"/>
                      <a:pt x="45" y="28"/>
                    </a:cubicBezTo>
                    <a:cubicBezTo>
                      <a:pt x="46" y="26"/>
                      <a:pt x="44" y="23"/>
                      <a:pt x="42" y="23"/>
                    </a:cubicBezTo>
                    <a:cubicBezTo>
                      <a:pt x="37" y="21"/>
                      <a:pt x="34" y="17"/>
                      <a:pt x="33" y="13"/>
                    </a:cubicBezTo>
                    <a:cubicBezTo>
                      <a:pt x="32" y="12"/>
                      <a:pt x="32" y="11"/>
                      <a:pt x="33" y="10"/>
                    </a:cubicBezTo>
                    <a:cubicBezTo>
                      <a:pt x="34" y="9"/>
                      <a:pt x="37" y="9"/>
                      <a:pt x="41" y="11"/>
                    </a:cubicBezTo>
                    <a:cubicBezTo>
                      <a:pt x="44" y="11"/>
                      <a:pt x="46" y="10"/>
                      <a:pt x="46" y="8"/>
                    </a:cubicBezTo>
                    <a:cubicBezTo>
                      <a:pt x="47" y="6"/>
                      <a:pt x="46" y="3"/>
                      <a:pt x="44" y="2"/>
                    </a:cubicBezTo>
                    <a:cubicBezTo>
                      <a:pt x="35" y="0"/>
                      <a:pt x="30" y="2"/>
                      <a:pt x="28" y="4"/>
                    </a:cubicBezTo>
                    <a:cubicBezTo>
                      <a:pt x="27" y="4"/>
                      <a:pt x="27" y="4"/>
                      <a:pt x="26" y="4"/>
                    </a:cubicBezTo>
                    <a:cubicBezTo>
                      <a:pt x="19" y="5"/>
                      <a:pt x="9" y="4"/>
                      <a:pt x="6" y="0"/>
                    </a:cubicBezTo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3" name="Freeform 295">
                <a:extLst>
                  <a:ext uri="{FF2B5EF4-FFF2-40B4-BE49-F238E27FC236}">
                    <a16:creationId xmlns:a16="http://schemas.microsoft.com/office/drawing/2014/main" id="{EBF513D9-285E-4823-938F-6B23D133B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589"/>
                <a:ext cx="117" cy="83"/>
              </a:xfrm>
              <a:custGeom>
                <a:avLst/>
                <a:gdLst>
                  <a:gd name="T0" fmla="*/ 0 w 47"/>
                  <a:gd name="T1" fmla="*/ 94 h 31"/>
                  <a:gd name="T2" fmla="*/ 371 w 47"/>
                  <a:gd name="T3" fmla="*/ 230 h 31"/>
                  <a:gd name="T4" fmla="*/ 383 w 47"/>
                  <a:gd name="T5" fmla="*/ 286 h 31"/>
                  <a:gd name="T6" fmla="*/ 620 w 47"/>
                  <a:gd name="T7" fmla="*/ 594 h 31"/>
                  <a:gd name="T8" fmla="*/ 695 w 47"/>
                  <a:gd name="T9" fmla="*/ 538 h 31"/>
                  <a:gd name="T10" fmla="*/ 650 w 47"/>
                  <a:gd name="T11" fmla="*/ 444 h 31"/>
                  <a:gd name="T12" fmla="*/ 508 w 47"/>
                  <a:gd name="T13" fmla="*/ 252 h 31"/>
                  <a:gd name="T14" fmla="*/ 508 w 47"/>
                  <a:gd name="T15" fmla="*/ 193 h 31"/>
                  <a:gd name="T16" fmla="*/ 632 w 47"/>
                  <a:gd name="T17" fmla="*/ 209 h 31"/>
                  <a:gd name="T18" fmla="*/ 712 w 47"/>
                  <a:gd name="T19" fmla="*/ 150 h 31"/>
                  <a:gd name="T20" fmla="*/ 682 w 47"/>
                  <a:gd name="T21" fmla="*/ 35 h 31"/>
                  <a:gd name="T22" fmla="*/ 433 w 47"/>
                  <a:gd name="T23" fmla="*/ 78 h 31"/>
                  <a:gd name="T24" fmla="*/ 403 w 47"/>
                  <a:gd name="T25" fmla="*/ 78 h 31"/>
                  <a:gd name="T26" fmla="*/ 92 w 47"/>
                  <a:gd name="T27" fmla="*/ 0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7" h="31">
                    <a:moveTo>
                      <a:pt x="0" y="5"/>
                    </a:moveTo>
                    <a:cubicBezTo>
                      <a:pt x="5" y="12"/>
                      <a:pt x="18" y="12"/>
                      <a:pt x="24" y="12"/>
                    </a:cubicBezTo>
                    <a:cubicBezTo>
                      <a:pt x="24" y="13"/>
                      <a:pt x="25" y="14"/>
                      <a:pt x="25" y="15"/>
                    </a:cubicBezTo>
                    <a:cubicBezTo>
                      <a:pt x="26" y="21"/>
                      <a:pt x="32" y="28"/>
                      <a:pt x="40" y="31"/>
                    </a:cubicBezTo>
                    <a:cubicBezTo>
                      <a:pt x="42" y="31"/>
                      <a:pt x="45" y="30"/>
                      <a:pt x="45" y="28"/>
                    </a:cubicBezTo>
                    <a:cubicBezTo>
                      <a:pt x="46" y="26"/>
                      <a:pt x="44" y="23"/>
                      <a:pt x="42" y="23"/>
                    </a:cubicBezTo>
                    <a:cubicBezTo>
                      <a:pt x="37" y="21"/>
                      <a:pt x="34" y="17"/>
                      <a:pt x="33" y="13"/>
                    </a:cubicBezTo>
                    <a:cubicBezTo>
                      <a:pt x="32" y="12"/>
                      <a:pt x="32" y="11"/>
                      <a:pt x="33" y="10"/>
                    </a:cubicBezTo>
                    <a:cubicBezTo>
                      <a:pt x="34" y="9"/>
                      <a:pt x="37" y="9"/>
                      <a:pt x="41" y="11"/>
                    </a:cubicBezTo>
                    <a:cubicBezTo>
                      <a:pt x="44" y="11"/>
                      <a:pt x="46" y="10"/>
                      <a:pt x="46" y="8"/>
                    </a:cubicBezTo>
                    <a:cubicBezTo>
                      <a:pt x="47" y="6"/>
                      <a:pt x="46" y="3"/>
                      <a:pt x="44" y="2"/>
                    </a:cubicBezTo>
                    <a:cubicBezTo>
                      <a:pt x="35" y="0"/>
                      <a:pt x="30" y="2"/>
                      <a:pt x="28" y="4"/>
                    </a:cubicBezTo>
                    <a:cubicBezTo>
                      <a:pt x="27" y="4"/>
                      <a:pt x="27" y="4"/>
                      <a:pt x="26" y="4"/>
                    </a:cubicBezTo>
                    <a:cubicBezTo>
                      <a:pt x="19" y="5"/>
                      <a:pt x="9" y="4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4" name="Freeform 296">
                <a:extLst>
                  <a:ext uri="{FF2B5EF4-FFF2-40B4-BE49-F238E27FC236}">
                    <a16:creationId xmlns:a16="http://schemas.microsoft.com/office/drawing/2014/main" id="{BB1CF4C2-451C-40B7-8B64-9343370362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64" y="2512"/>
                <a:ext cx="927" cy="635"/>
              </a:xfrm>
              <a:custGeom>
                <a:avLst/>
                <a:gdLst>
                  <a:gd name="T0" fmla="*/ 5787 w 371"/>
                  <a:gd name="T1" fmla="*/ 1958 h 238"/>
                  <a:gd name="T2" fmla="*/ 5225 w 371"/>
                  <a:gd name="T3" fmla="*/ 307 h 238"/>
                  <a:gd name="T4" fmla="*/ 3965 w 371"/>
                  <a:gd name="T5" fmla="*/ 171 h 238"/>
                  <a:gd name="T6" fmla="*/ 3478 w 371"/>
                  <a:gd name="T7" fmla="*/ 264 h 238"/>
                  <a:gd name="T8" fmla="*/ 1542 w 371"/>
                  <a:gd name="T9" fmla="*/ 547 h 238"/>
                  <a:gd name="T10" fmla="*/ 1354 w 371"/>
                  <a:gd name="T11" fmla="*/ 547 h 238"/>
                  <a:gd name="T12" fmla="*/ 1029 w 371"/>
                  <a:gd name="T13" fmla="*/ 363 h 238"/>
                  <a:gd name="T14" fmla="*/ 1062 w 371"/>
                  <a:gd name="T15" fmla="*/ 285 h 238"/>
                  <a:gd name="T16" fmla="*/ 979 w 371"/>
                  <a:gd name="T17" fmla="*/ 35 h 238"/>
                  <a:gd name="T18" fmla="*/ 780 w 371"/>
                  <a:gd name="T19" fmla="*/ 171 h 238"/>
                  <a:gd name="T20" fmla="*/ 855 w 371"/>
                  <a:gd name="T21" fmla="*/ 419 h 238"/>
                  <a:gd name="T22" fmla="*/ 917 w 371"/>
                  <a:gd name="T23" fmla="*/ 435 h 238"/>
                  <a:gd name="T24" fmla="*/ 1124 w 371"/>
                  <a:gd name="T25" fmla="*/ 606 h 238"/>
                  <a:gd name="T26" fmla="*/ 700 w 371"/>
                  <a:gd name="T27" fmla="*/ 627 h 238"/>
                  <a:gd name="T28" fmla="*/ 625 w 371"/>
                  <a:gd name="T29" fmla="*/ 534 h 238"/>
                  <a:gd name="T30" fmla="*/ 542 w 371"/>
                  <a:gd name="T31" fmla="*/ 398 h 238"/>
                  <a:gd name="T32" fmla="*/ 437 w 371"/>
                  <a:gd name="T33" fmla="*/ 478 h 238"/>
                  <a:gd name="T34" fmla="*/ 0 w 371"/>
                  <a:gd name="T35" fmla="*/ 3346 h 238"/>
                  <a:gd name="T36" fmla="*/ 75 w 371"/>
                  <a:gd name="T37" fmla="*/ 3474 h 238"/>
                  <a:gd name="T38" fmla="*/ 187 w 371"/>
                  <a:gd name="T39" fmla="*/ 3380 h 238"/>
                  <a:gd name="T40" fmla="*/ 280 w 371"/>
                  <a:gd name="T41" fmla="*/ 2641 h 238"/>
                  <a:gd name="T42" fmla="*/ 375 w 371"/>
                  <a:gd name="T43" fmla="*/ 2433 h 238"/>
                  <a:gd name="T44" fmla="*/ 2354 w 371"/>
                  <a:gd name="T45" fmla="*/ 1708 h 238"/>
                  <a:gd name="T46" fmla="*/ 2654 w 371"/>
                  <a:gd name="T47" fmla="*/ 1617 h 238"/>
                  <a:gd name="T48" fmla="*/ 2696 w 371"/>
                  <a:gd name="T49" fmla="*/ 1617 h 238"/>
                  <a:gd name="T50" fmla="*/ 3790 w 371"/>
                  <a:gd name="T51" fmla="*/ 2049 h 238"/>
                  <a:gd name="T52" fmla="*/ 3808 w 371"/>
                  <a:gd name="T53" fmla="*/ 3589 h 238"/>
                  <a:gd name="T54" fmla="*/ 3820 w 371"/>
                  <a:gd name="T55" fmla="*/ 4520 h 238"/>
                  <a:gd name="T56" fmla="*/ 3978 w 371"/>
                  <a:gd name="T57" fmla="*/ 4520 h 238"/>
                  <a:gd name="T58" fmla="*/ 3978 w 371"/>
                  <a:gd name="T59" fmla="*/ 3573 h 238"/>
                  <a:gd name="T60" fmla="*/ 3965 w 371"/>
                  <a:gd name="T61" fmla="*/ 2014 h 238"/>
                  <a:gd name="T62" fmla="*/ 2696 w 371"/>
                  <a:gd name="T63" fmla="*/ 1425 h 238"/>
                  <a:gd name="T64" fmla="*/ 2666 w 371"/>
                  <a:gd name="T65" fmla="*/ 1446 h 238"/>
                  <a:gd name="T66" fmla="*/ 2666 w 371"/>
                  <a:gd name="T67" fmla="*/ 1446 h 238"/>
                  <a:gd name="T68" fmla="*/ 2666 w 371"/>
                  <a:gd name="T69" fmla="*/ 1446 h 238"/>
                  <a:gd name="T70" fmla="*/ 625 w 371"/>
                  <a:gd name="T71" fmla="*/ 1289 h 238"/>
                  <a:gd name="T72" fmla="*/ 512 w 371"/>
                  <a:gd name="T73" fmla="*/ 1118 h 238"/>
                  <a:gd name="T74" fmla="*/ 562 w 371"/>
                  <a:gd name="T75" fmla="*/ 832 h 238"/>
                  <a:gd name="T76" fmla="*/ 667 w 371"/>
                  <a:gd name="T77" fmla="*/ 776 h 238"/>
                  <a:gd name="T78" fmla="*/ 3496 w 371"/>
                  <a:gd name="T79" fmla="*/ 478 h 238"/>
                  <a:gd name="T80" fmla="*/ 3978 w 371"/>
                  <a:gd name="T81" fmla="*/ 376 h 238"/>
                  <a:gd name="T82" fmla="*/ 5132 w 371"/>
                  <a:gd name="T83" fmla="*/ 456 h 238"/>
                  <a:gd name="T84" fmla="*/ 5649 w 371"/>
                  <a:gd name="T85" fmla="*/ 1993 h 238"/>
                  <a:gd name="T86" fmla="*/ 5787 w 371"/>
                  <a:gd name="T87" fmla="*/ 1958 h 238"/>
                  <a:gd name="T88" fmla="*/ 592 w 371"/>
                  <a:gd name="T89" fmla="*/ 1446 h 238"/>
                  <a:gd name="T90" fmla="*/ 1966 w 371"/>
                  <a:gd name="T91" fmla="*/ 1630 h 238"/>
                  <a:gd name="T92" fmla="*/ 417 w 371"/>
                  <a:gd name="T93" fmla="*/ 2241 h 238"/>
                  <a:gd name="T94" fmla="*/ 355 w 371"/>
                  <a:gd name="T95" fmla="*/ 2185 h 238"/>
                  <a:gd name="T96" fmla="*/ 450 w 371"/>
                  <a:gd name="T97" fmla="*/ 1558 h 238"/>
                  <a:gd name="T98" fmla="*/ 592 w 371"/>
                  <a:gd name="T99" fmla="*/ 1446 h 23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71" h="238">
                    <a:moveTo>
                      <a:pt x="371" y="103"/>
                    </a:moveTo>
                    <a:cubicBezTo>
                      <a:pt x="364" y="62"/>
                      <a:pt x="352" y="29"/>
                      <a:pt x="335" y="16"/>
                    </a:cubicBezTo>
                    <a:cubicBezTo>
                      <a:pt x="315" y="2"/>
                      <a:pt x="287" y="4"/>
                      <a:pt x="254" y="9"/>
                    </a:cubicBezTo>
                    <a:cubicBezTo>
                      <a:pt x="223" y="14"/>
                      <a:pt x="223" y="14"/>
                      <a:pt x="223" y="14"/>
                    </a:cubicBezTo>
                    <a:cubicBezTo>
                      <a:pt x="194" y="17"/>
                      <a:pt x="142" y="25"/>
                      <a:pt x="99" y="29"/>
                    </a:cubicBezTo>
                    <a:cubicBezTo>
                      <a:pt x="97" y="30"/>
                      <a:pt x="89" y="30"/>
                      <a:pt x="87" y="29"/>
                    </a:cubicBezTo>
                    <a:cubicBezTo>
                      <a:pt x="80" y="27"/>
                      <a:pt x="72" y="23"/>
                      <a:pt x="66" y="19"/>
                    </a:cubicBezTo>
                    <a:cubicBezTo>
                      <a:pt x="67" y="18"/>
                      <a:pt x="68" y="17"/>
                      <a:pt x="68" y="15"/>
                    </a:cubicBezTo>
                    <a:cubicBezTo>
                      <a:pt x="71" y="10"/>
                      <a:pt x="68" y="4"/>
                      <a:pt x="63" y="2"/>
                    </a:cubicBezTo>
                    <a:cubicBezTo>
                      <a:pt x="58" y="0"/>
                      <a:pt x="52" y="3"/>
                      <a:pt x="50" y="9"/>
                    </a:cubicBezTo>
                    <a:cubicBezTo>
                      <a:pt x="48" y="14"/>
                      <a:pt x="50" y="20"/>
                      <a:pt x="55" y="22"/>
                    </a:cubicBezTo>
                    <a:cubicBezTo>
                      <a:pt x="57" y="23"/>
                      <a:pt x="58" y="23"/>
                      <a:pt x="59" y="23"/>
                    </a:cubicBezTo>
                    <a:cubicBezTo>
                      <a:pt x="62" y="26"/>
                      <a:pt x="67" y="30"/>
                      <a:pt x="72" y="32"/>
                    </a:cubicBezTo>
                    <a:cubicBezTo>
                      <a:pt x="61" y="33"/>
                      <a:pt x="51" y="33"/>
                      <a:pt x="45" y="33"/>
                    </a:cubicBezTo>
                    <a:cubicBezTo>
                      <a:pt x="42" y="33"/>
                      <a:pt x="39" y="31"/>
                      <a:pt x="40" y="28"/>
                    </a:cubicBezTo>
                    <a:cubicBezTo>
                      <a:pt x="41" y="25"/>
                      <a:pt x="39" y="21"/>
                      <a:pt x="35" y="21"/>
                    </a:cubicBezTo>
                    <a:cubicBezTo>
                      <a:pt x="32" y="20"/>
                      <a:pt x="29" y="22"/>
                      <a:pt x="28" y="25"/>
                    </a:cubicBezTo>
                    <a:cubicBezTo>
                      <a:pt x="24" y="41"/>
                      <a:pt x="4" y="145"/>
                      <a:pt x="0" y="176"/>
                    </a:cubicBezTo>
                    <a:cubicBezTo>
                      <a:pt x="0" y="180"/>
                      <a:pt x="2" y="183"/>
                      <a:pt x="5" y="183"/>
                    </a:cubicBezTo>
                    <a:cubicBezTo>
                      <a:pt x="8" y="183"/>
                      <a:pt x="12" y="181"/>
                      <a:pt x="12" y="178"/>
                    </a:cubicBezTo>
                    <a:cubicBezTo>
                      <a:pt x="13" y="169"/>
                      <a:pt x="15" y="155"/>
                      <a:pt x="18" y="139"/>
                    </a:cubicBezTo>
                    <a:cubicBezTo>
                      <a:pt x="19" y="136"/>
                      <a:pt x="19" y="131"/>
                      <a:pt x="24" y="128"/>
                    </a:cubicBezTo>
                    <a:cubicBezTo>
                      <a:pt x="51" y="111"/>
                      <a:pt x="118" y="97"/>
                      <a:pt x="151" y="90"/>
                    </a:cubicBezTo>
                    <a:cubicBezTo>
                      <a:pt x="170" y="85"/>
                      <a:pt x="170" y="85"/>
                      <a:pt x="170" y="85"/>
                    </a:cubicBezTo>
                    <a:cubicBezTo>
                      <a:pt x="173" y="85"/>
                      <a:pt x="173" y="85"/>
                      <a:pt x="173" y="85"/>
                    </a:cubicBezTo>
                    <a:cubicBezTo>
                      <a:pt x="216" y="79"/>
                      <a:pt x="238" y="77"/>
                      <a:pt x="243" y="108"/>
                    </a:cubicBezTo>
                    <a:cubicBezTo>
                      <a:pt x="246" y="128"/>
                      <a:pt x="244" y="162"/>
                      <a:pt x="244" y="189"/>
                    </a:cubicBezTo>
                    <a:cubicBezTo>
                      <a:pt x="243" y="216"/>
                      <a:pt x="243" y="232"/>
                      <a:pt x="245" y="238"/>
                    </a:cubicBezTo>
                    <a:cubicBezTo>
                      <a:pt x="245" y="238"/>
                      <a:pt x="255" y="238"/>
                      <a:pt x="255" y="238"/>
                    </a:cubicBezTo>
                    <a:cubicBezTo>
                      <a:pt x="254" y="233"/>
                      <a:pt x="254" y="209"/>
                      <a:pt x="255" y="188"/>
                    </a:cubicBezTo>
                    <a:cubicBezTo>
                      <a:pt x="256" y="161"/>
                      <a:pt x="257" y="127"/>
                      <a:pt x="254" y="106"/>
                    </a:cubicBezTo>
                    <a:cubicBezTo>
                      <a:pt x="248" y="65"/>
                      <a:pt x="212" y="70"/>
                      <a:pt x="173" y="75"/>
                    </a:cubicBezTo>
                    <a:cubicBezTo>
                      <a:pt x="171" y="76"/>
                      <a:pt x="171" y="76"/>
                      <a:pt x="171" y="76"/>
                    </a:cubicBezTo>
                    <a:cubicBezTo>
                      <a:pt x="171" y="76"/>
                      <a:pt x="171" y="76"/>
                      <a:pt x="171" y="76"/>
                    </a:cubicBezTo>
                    <a:cubicBezTo>
                      <a:pt x="171" y="76"/>
                      <a:pt x="171" y="76"/>
                      <a:pt x="171" y="76"/>
                    </a:cubicBezTo>
                    <a:cubicBezTo>
                      <a:pt x="138" y="81"/>
                      <a:pt x="72" y="75"/>
                      <a:pt x="40" y="68"/>
                    </a:cubicBezTo>
                    <a:cubicBezTo>
                      <a:pt x="37" y="67"/>
                      <a:pt x="32" y="65"/>
                      <a:pt x="33" y="59"/>
                    </a:cubicBezTo>
                    <a:cubicBezTo>
                      <a:pt x="34" y="54"/>
                      <a:pt x="35" y="49"/>
                      <a:pt x="36" y="44"/>
                    </a:cubicBezTo>
                    <a:cubicBezTo>
                      <a:pt x="37" y="40"/>
                      <a:pt x="41" y="41"/>
                      <a:pt x="43" y="41"/>
                    </a:cubicBezTo>
                    <a:cubicBezTo>
                      <a:pt x="73" y="43"/>
                      <a:pt x="150" y="34"/>
                      <a:pt x="224" y="25"/>
                    </a:cubicBezTo>
                    <a:cubicBezTo>
                      <a:pt x="255" y="20"/>
                      <a:pt x="255" y="20"/>
                      <a:pt x="255" y="20"/>
                    </a:cubicBezTo>
                    <a:cubicBezTo>
                      <a:pt x="286" y="15"/>
                      <a:pt x="311" y="11"/>
                      <a:pt x="329" y="24"/>
                    </a:cubicBezTo>
                    <a:cubicBezTo>
                      <a:pt x="344" y="35"/>
                      <a:pt x="355" y="66"/>
                      <a:pt x="362" y="105"/>
                    </a:cubicBezTo>
                    <a:cubicBezTo>
                      <a:pt x="361" y="105"/>
                      <a:pt x="371" y="103"/>
                      <a:pt x="371" y="103"/>
                    </a:cubicBezTo>
                    <a:close/>
                    <a:moveTo>
                      <a:pt x="38" y="76"/>
                    </a:moveTo>
                    <a:cubicBezTo>
                      <a:pt x="59" y="81"/>
                      <a:pt x="95" y="85"/>
                      <a:pt x="126" y="86"/>
                    </a:cubicBezTo>
                    <a:cubicBezTo>
                      <a:pt x="93" y="93"/>
                      <a:pt x="51" y="104"/>
                      <a:pt x="27" y="118"/>
                    </a:cubicBezTo>
                    <a:cubicBezTo>
                      <a:pt x="25" y="118"/>
                      <a:pt x="22" y="117"/>
                      <a:pt x="23" y="115"/>
                    </a:cubicBezTo>
                    <a:cubicBezTo>
                      <a:pt x="25" y="104"/>
                      <a:pt x="27" y="93"/>
                      <a:pt x="29" y="82"/>
                    </a:cubicBezTo>
                    <a:cubicBezTo>
                      <a:pt x="29" y="80"/>
                      <a:pt x="31" y="74"/>
                      <a:pt x="38" y="76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5" name="Freeform 297">
                <a:extLst>
                  <a:ext uri="{FF2B5EF4-FFF2-40B4-BE49-F238E27FC236}">
                    <a16:creationId xmlns:a16="http://schemas.microsoft.com/office/drawing/2014/main" id="{D0C0BF33-F2D2-4ACD-9458-C9B2F6883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829"/>
                <a:ext cx="45" cy="32"/>
              </a:xfrm>
              <a:custGeom>
                <a:avLst/>
                <a:gdLst>
                  <a:gd name="T0" fmla="*/ 0 w 18"/>
                  <a:gd name="T1" fmla="*/ 136 h 12"/>
                  <a:gd name="T2" fmla="*/ 208 w 18"/>
                  <a:gd name="T3" fmla="*/ 205 h 12"/>
                  <a:gd name="T4" fmla="*/ 283 w 18"/>
                  <a:gd name="T5" fmla="*/ 149 h 12"/>
                  <a:gd name="T6" fmla="*/ 238 w 18"/>
                  <a:gd name="T7" fmla="*/ 77 h 12"/>
                  <a:gd name="T8" fmla="*/ 63 w 18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2">
                    <a:moveTo>
                      <a:pt x="0" y="7"/>
                    </a:moveTo>
                    <a:cubicBezTo>
                      <a:pt x="5" y="9"/>
                      <a:pt x="9" y="10"/>
                      <a:pt x="13" y="11"/>
                    </a:cubicBezTo>
                    <a:cubicBezTo>
                      <a:pt x="15" y="12"/>
                      <a:pt x="17" y="10"/>
                      <a:pt x="18" y="8"/>
                    </a:cubicBezTo>
                    <a:cubicBezTo>
                      <a:pt x="18" y="6"/>
                      <a:pt x="17" y="4"/>
                      <a:pt x="15" y="4"/>
                    </a:cubicBezTo>
                    <a:cubicBezTo>
                      <a:pt x="11" y="3"/>
                      <a:pt x="7" y="1"/>
                      <a:pt x="4" y="0"/>
                    </a:cubicBezTo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6" name="Freeform 298">
                <a:extLst>
                  <a:ext uri="{FF2B5EF4-FFF2-40B4-BE49-F238E27FC236}">
                    <a16:creationId xmlns:a16="http://schemas.microsoft.com/office/drawing/2014/main" id="{05FA19FC-8DFB-4AC6-ACA5-4F6ED6816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829"/>
                <a:ext cx="45" cy="32"/>
              </a:xfrm>
              <a:custGeom>
                <a:avLst/>
                <a:gdLst>
                  <a:gd name="T0" fmla="*/ 0 w 18"/>
                  <a:gd name="T1" fmla="*/ 136 h 12"/>
                  <a:gd name="T2" fmla="*/ 208 w 18"/>
                  <a:gd name="T3" fmla="*/ 205 h 12"/>
                  <a:gd name="T4" fmla="*/ 283 w 18"/>
                  <a:gd name="T5" fmla="*/ 149 h 12"/>
                  <a:gd name="T6" fmla="*/ 238 w 18"/>
                  <a:gd name="T7" fmla="*/ 77 h 12"/>
                  <a:gd name="T8" fmla="*/ 63 w 18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2">
                    <a:moveTo>
                      <a:pt x="0" y="7"/>
                    </a:moveTo>
                    <a:cubicBezTo>
                      <a:pt x="5" y="9"/>
                      <a:pt x="9" y="10"/>
                      <a:pt x="13" y="11"/>
                    </a:cubicBezTo>
                    <a:cubicBezTo>
                      <a:pt x="15" y="12"/>
                      <a:pt x="17" y="10"/>
                      <a:pt x="18" y="8"/>
                    </a:cubicBezTo>
                    <a:cubicBezTo>
                      <a:pt x="18" y="6"/>
                      <a:pt x="17" y="4"/>
                      <a:pt x="15" y="4"/>
                    </a:cubicBezTo>
                    <a:cubicBezTo>
                      <a:pt x="11" y="3"/>
                      <a:pt x="7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7" name="Freeform 299">
                <a:extLst>
                  <a:ext uri="{FF2B5EF4-FFF2-40B4-BE49-F238E27FC236}">
                    <a16:creationId xmlns:a16="http://schemas.microsoft.com/office/drawing/2014/main" id="{33938C51-6AD0-487E-9747-4E3169C80E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94" y="2933"/>
                <a:ext cx="522" cy="680"/>
              </a:xfrm>
              <a:custGeom>
                <a:avLst/>
                <a:gdLst>
                  <a:gd name="T0" fmla="*/ 500 w 209"/>
                  <a:gd name="T1" fmla="*/ 149 h 255"/>
                  <a:gd name="T2" fmla="*/ 1591 w 209"/>
                  <a:gd name="T3" fmla="*/ 456 h 255"/>
                  <a:gd name="T4" fmla="*/ 2120 w 209"/>
                  <a:gd name="T5" fmla="*/ 477 h 255"/>
                  <a:gd name="T6" fmla="*/ 2133 w 209"/>
                  <a:gd name="T7" fmla="*/ 568 h 255"/>
                  <a:gd name="T8" fmla="*/ 1933 w 209"/>
                  <a:gd name="T9" fmla="*/ 1272 h 255"/>
                  <a:gd name="T10" fmla="*/ 1841 w 209"/>
                  <a:gd name="T11" fmla="*/ 1501 h 255"/>
                  <a:gd name="T12" fmla="*/ 480 w 209"/>
                  <a:gd name="T13" fmla="*/ 2219 h 255"/>
                  <a:gd name="T14" fmla="*/ 405 w 209"/>
                  <a:gd name="T15" fmla="*/ 2069 h 255"/>
                  <a:gd name="T16" fmla="*/ 562 w 209"/>
                  <a:gd name="T17" fmla="*/ 1101 h 255"/>
                  <a:gd name="T18" fmla="*/ 480 w 209"/>
                  <a:gd name="T19" fmla="*/ 968 h 255"/>
                  <a:gd name="T20" fmla="*/ 375 w 209"/>
                  <a:gd name="T21" fmla="*/ 1045 h 255"/>
                  <a:gd name="T22" fmla="*/ 0 w 209"/>
                  <a:gd name="T23" fmla="*/ 4757 h 255"/>
                  <a:gd name="T24" fmla="*/ 92 w 209"/>
                  <a:gd name="T25" fmla="*/ 4757 h 255"/>
                  <a:gd name="T26" fmla="*/ 187 w 209"/>
                  <a:gd name="T27" fmla="*/ 4757 h 255"/>
                  <a:gd name="T28" fmla="*/ 187 w 209"/>
                  <a:gd name="T29" fmla="*/ 4552 h 255"/>
                  <a:gd name="T30" fmla="*/ 280 w 209"/>
                  <a:gd name="T31" fmla="*/ 4437 h 255"/>
                  <a:gd name="T32" fmla="*/ 1633 w 209"/>
                  <a:gd name="T33" fmla="*/ 3584 h 255"/>
                  <a:gd name="T34" fmla="*/ 1633 w 209"/>
                  <a:gd name="T35" fmla="*/ 4075 h 255"/>
                  <a:gd name="T36" fmla="*/ 1696 w 209"/>
                  <a:gd name="T37" fmla="*/ 4152 h 255"/>
                  <a:gd name="T38" fmla="*/ 1758 w 209"/>
                  <a:gd name="T39" fmla="*/ 4075 h 255"/>
                  <a:gd name="T40" fmla="*/ 2632 w 209"/>
                  <a:gd name="T41" fmla="*/ 192 h 255"/>
                  <a:gd name="T42" fmla="*/ 2932 w 209"/>
                  <a:gd name="T43" fmla="*/ 264 h 255"/>
                  <a:gd name="T44" fmla="*/ 3120 w 209"/>
                  <a:gd name="T45" fmla="*/ 1421 h 255"/>
                  <a:gd name="T46" fmla="*/ 3132 w 209"/>
                  <a:gd name="T47" fmla="*/ 1763 h 255"/>
                  <a:gd name="T48" fmla="*/ 3194 w 209"/>
                  <a:gd name="T49" fmla="*/ 1843 h 255"/>
                  <a:gd name="T50" fmla="*/ 3257 w 209"/>
                  <a:gd name="T51" fmla="*/ 1763 h 255"/>
                  <a:gd name="T52" fmla="*/ 3244 w 209"/>
                  <a:gd name="T53" fmla="*/ 1421 h 255"/>
                  <a:gd name="T54" fmla="*/ 3007 w 209"/>
                  <a:gd name="T55" fmla="*/ 149 h 255"/>
                  <a:gd name="T56" fmla="*/ 2620 w 209"/>
                  <a:gd name="T57" fmla="*/ 35 h 255"/>
                  <a:gd name="T58" fmla="*/ 2308 w 209"/>
                  <a:gd name="T59" fmla="*/ 285 h 255"/>
                  <a:gd name="T60" fmla="*/ 2183 w 209"/>
                  <a:gd name="T61" fmla="*/ 320 h 255"/>
                  <a:gd name="T62" fmla="*/ 1603 w 209"/>
                  <a:gd name="T63" fmla="*/ 307 h 255"/>
                  <a:gd name="T64" fmla="*/ 604 w 209"/>
                  <a:gd name="T65" fmla="*/ 56 h 255"/>
                  <a:gd name="T66" fmla="*/ 1666 w 209"/>
                  <a:gd name="T67" fmla="*/ 3165 h 255"/>
                  <a:gd name="T68" fmla="*/ 1603 w 209"/>
                  <a:gd name="T69" fmla="*/ 3392 h 255"/>
                  <a:gd name="T70" fmla="*/ 292 w 209"/>
                  <a:gd name="T71" fmla="*/ 4288 h 255"/>
                  <a:gd name="T72" fmla="*/ 200 w 209"/>
                  <a:gd name="T73" fmla="*/ 4189 h 255"/>
                  <a:gd name="T74" fmla="*/ 250 w 209"/>
                  <a:gd name="T75" fmla="*/ 3549 h 255"/>
                  <a:gd name="T76" fmla="*/ 355 w 209"/>
                  <a:gd name="T77" fmla="*/ 3413 h 255"/>
                  <a:gd name="T78" fmla="*/ 1716 w 209"/>
                  <a:gd name="T79" fmla="*/ 2653 h 255"/>
                  <a:gd name="T80" fmla="*/ 1666 w 209"/>
                  <a:gd name="T81" fmla="*/ 3165 h 255"/>
                  <a:gd name="T82" fmla="*/ 1728 w 209"/>
                  <a:gd name="T83" fmla="*/ 2389 h 255"/>
                  <a:gd name="T84" fmla="*/ 1728 w 209"/>
                  <a:gd name="T85" fmla="*/ 2389 h 255"/>
                  <a:gd name="T86" fmla="*/ 355 w 209"/>
                  <a:gd name="T87" fmla="*/ 3264 h 255"/>
                  <a:gd name="T88" fmla="*/ 280 w 209"/>
                  <a:gd name="T89" fmla="*/ 3165 h 255"/>
                  <a:gd name="T90" fmla="*/ 355 w 209"/>
                  <a:gd name="T91" fmla="*/ 2467 h 255"/>
                  <a:gd name="T92" fmla="*/ 437 w 209"/>
                  <a:gd name="T93" fmla="*/ 2368 h 255"/>
                  <a:gd name="T94" fmla="*/ 1841 w 209"/>
                  <a:gd name="T95" fmla="*/ 1728 h 255"/>
                  <a:gd name="T96" fmla="*/ 1728 w 209"/>
                  <a:gd name="T97" fmla="*/ 2389 h 25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09" h="255">
                    <a:moveTo>
                      <a:pt x="32" y="8"/>
                    </a:moveTo>
                    <a:cubicBezTo>
                      <a:pt x="42" y="22"/>
                      <a:pt x="69" y="23"/>
                      <a:pt x="102" y="24"/>
                    </a:cubicBezTo>
                    <a:cubicBezTo>
                      <a:pt x="113" y="24"/>
                      <a:pt x="124" y="25"/>
                      <a:pt x="136" y="25"/>
                    </a:cubicBezTo>
                    <a:cubicBezTo>
                      <a:pt x="139" y="26"/>
                      <a:pt x="138" y="29"/>
                      <a:pt x="137" y="30"/>
                    </a:cubicBezTo>
                    <a:cubicBezTo>
                      <a:pt x="132" y="40"/>
                      <a:pt x="128" y="53"/>
                      <a:pt x="124" y="67"/>
                    </a:cubicBezTo>
                    <a:cubicBezTo>
                      <a:pt x="123" y="69"/>
                      <a:pt x="119" y="78"/>
                      <a:pt x="118" y="79"/>
                    </a:cubicBezTo>
                    <a:cubicBezTo>
                      <a:pt x="105" y="96"/>
                      <a:pt x="57" y="116"/>
                      <a:pt x="31" y="117"/>
                    </a:cubicBezTo>
                    <a:cubicBezTo>
                      <a:pt x="29" y="118"/>
                      <a:pt x="25" y="115"/>
                      <a:pt x="26" y="109"/>
                    </a:cubicBezTo>
                    <a:cubicBezTo>
                      <a:pt x="30" y="86"/>
                      <a:pt x="34" y="68"/>
                      <a:pt x="36" y="58"/>
                    </a:cubicBezTo>
                    <a:cubicBezTo>
                      <a:pt x="37" y="54"/>
                      <a:pt x="34" y="51"/>
                      <a:pt x="31" y="51"/>
                    </a:cubicBezTo>
                    <a:cubicBezTo>
                      <a:pt x="28" y="50"/>
                      <a:pt x="25" y="52"/>
                      <a:pt x="24" y="55"/>
                    </a:cubicBezTo>
                    <a:cubicBezTo>
                      <a:pt x="19" y="82"/>
                      <a:pt x="3" y="162"/>
                      <a:pt x="0" y="251"/>
                    </a:cubicBezTo>
                    <a:cubicBezTo>
                      <a:pt x="0" y="254"/>
                      <a:pt x="2" y="251"/>
                      <a:pt x="6" y="251"/>
                    </a:cubicBezTo>
                    <a:cubicBezTo>
                      <a:pt x="9" y="252"/>
                      <a:pt x="12" y="255"/>
                      <a:pt x="12" y="251"/>
                    </a:cubicBezTo>
                    <a:cubicBezTo>
                      <a:pt x="12" y="248"/>
                      <a:pt x="12" y="244"/>
                      <a:pt x="12" y="240"/>
                    </a:cubicBezTo>
                    <a:cubicBezTo>
                      <a:pt x="12" y="238"/>
                      <a:pt x="12" y="234"/>
                      <a:pt x="18" y="234"/>
                    </a:cubicBezTo>
                    <a:cubicBezTo>
                      <a:pt x="46" y="231"/>
                      <a:pt x="88" y="207"/>
                      <a:pt x="105" y="189"/>
                    </a:cubicBezTo>
                    <a:cubicBezTo>
                      <a:pt x="105" y="198"/>
                      <a:pt x="105" y="207"/>
                      <a:pt x="105" y="215"/>
                    </a:cubicBezTo>
                    <a:cubicBezTo>
                      <a:pt x="105" y="217"/>
                      <a:pt x="106" y="219"/>
                      <a:pt x="109" y="219"/>
                    </a:cubicBezTo>
                    <a:cubicBezTo>
                      <a:pt x="111" y="219"/>
                      <a:pt x="113" y="217"/>
                      <a:pt x="113" y="215"/>
                    </a:cubicBezTo>
                    <a:cubicBezTo>
                      <a:pt x="113" y="134"/>
                      <a:pt x="133" y="14"/>
                      <a:pt x="169" y="10"/>
                    </a:cubicBezTo>
                    <a:cubicBezTo>
                      <a:pt x="177" y="9"/>
                      <a:pt x="183" y="10"/>
                      <a:pt x="188" y="14"/>
                    </a:cubicBezTo>
                    <a:cubicBezTo>
                      <a:pt x="200" y="25"/>
                      <a:pt x="200" y="54"/>
                      <a:pt x="200" y="75"/>
                    </a:cubicBezTo>
                    <a:cubicBezTo>
                      <a:pt x="201" y="93"/>
                      <a:pt x="201" y="93"/>
                      <a:pt x="201" y="93"/>
                    </a:cubicBezTo>
                    <a:cubicBezTo>
                      <a:pt x="201" y="96"/>
                      <a:pt x="203" y="97"/>
                      <a:pt x="205" y="97"/>
                    </a:cubicBezTo>
                    <a:cubicBezTo>
                      <a:pt x="207" y="97"/>
                      <a:pt x="209" y="95"/>
                      <a:pt x="209" y="93"/>
                    </a:cubicBezTo>
                    <a:cubicBezTo>
                      <a:pt x="208" y="75"/>
                      <a:pt x="208" y="75"/>
                      <a:pt x="208" y="75"/>
                    </a:cubicBezTo>
                    <a:cubicBezTo>
                      <a:pt x="208" y="51"/>
                      <a:pt x="208" y="22"/>
                      <a:pt x="193" y="8"/>
                    </a:cubicBezTo>
                    <a:cubicBezTo>
                      <a:pt x="186" y="3"/>
                      <a:pt x="178" y="0"/>
                      <a:pt x="168" y="2"/>
                    </a:cubicBezTo>
                    <a:cubicBezTo>
                      <a:pt x="160" y="3"/>
                      <a:pt x="154" y="7"/>
                      <a:pt x="148" y="15"/>
                    </a:cubicBezTo>
                    <a:cubicBezTo>
                      <a:pt x="146" y="16"/>
                      <a:pt x="143" y="17"/>
                      <a:pt x="140" y="17"/>
                    </a:cubicBezTo>
                    <a:cubicBezTo>
                      <a:pt x="126" y="16"/>
                      <a:pt x="115" y="16"/>
                      <a:pt x="103" y="16"/>
                    </a:cubicBezTo>
                    <a:cubicBezTo>
                      <a:pt x="72" y="15"/>
                      <a:pt x="46" y="14"/>
                      <a:pt x="39" y="3"/>
                    </a:cubicBezTo>
                    <a:moveTo>
                      <a:pt x="107" y="167"/>
                    </a:moveTo>
                    <a:cubicBezTo>
                      <a:pt x="106" y="175"/>
                      <a:pt x="104" y="178"/>
                      <a:pt x="103" y="179"/>
                    </a:cubicBezTo>
                    <a:cubicBezTo>
                      <a:pt x="90" y="196"/>
                      <a:pt x="45" y="222"/>
                      <a:pt x="19" y="226"/>
                    </a:cubicBezTo>
                    <a:cubicBezTo>
                      <a:pt x="17" y="226"/>
                      <a:pt x="13" y="226"/>
                      <a:pt x="13" y="221"/>
                    </a:cubicBezTo>
                    <a:cubicBezTo>
                      <a:pt x="14" y="209"/>
                      <a:pt x="15" y="198"/>
                      <a:pt x="16" y="187"/>
                    </a:cubicBezTo>
                    <a:cubicBezTo>
                      <a:pt x="16" y="185"/>
                      <a:pt x="17" y="180"/>
                      <a:pt x="23" y="180"/>
                    </a:cubicBezTo>
                    <a:cubicBezTo>
                      <a:pt x="49" y="177"/>
                      <a:pt x="88" y="161"/>
                      <a:pt x="110" y="140"/>
                    </a:cubicBezTo>
                    <a:cubicBezTo>
                      <a:pt x="109" y="149"/>
                      <a:pt x="108" y="158"/>
                      <a:pt x="107" y="167"/>
                    </a:cubicBezTo>
                    <a:close/>
                    <a:moveTo>
                      <a:pt x="111" y="126"/>
                    </a:moveTo>
                    <a:cubicBezTo>
                      <a:pt x="111" y="126"/>
                      <a:pt x="111" y="126"/>
                      <a:pt x="111" y="126"/>
                    </a:cubicBezTo>
                    <a:cubicBezTo>
                      <a:pt x="96" y="148"/>
                      <a:pt x="51" y="169"/>
                      <a:pt x="23" y="172"/>
                    </a:cubicBezTo>
                    <a:cubicBezTo>
                      <a:pt x="18" y="172"/>
                      <a:pt x="18" y="169"/>
                      <a:pt x="18" y="167"/>
                    </a:cubicBezTo>
                    <a:cubicBezTo>
                      <a:pt x="20" y="154"/>
                      <a:pt x="21" y="141"/>
                      <a:pt x="23" y="130"/>
                    </a:cubicBezTo>
                    <a:cubicBezTo>
                      <a:pt x="23" y="128"/>
                      <a:pt x="24" y="125"/>
                      <a:pt x="28" y="125"/>
                    </a:cubicBezTo>
                    <a:cubicBezTo>
                      <a:pt x="54" y="126"/>
                      <a:pt x="97" y="109"/>
                      <a:pt x="118" y="91"/>
                    </a:cubicBezTo>
                    <a:cubicBezTo>
                      <a:pt x="115" y="102"/>
                      <a:pt x="113" y="114"/>
                      <a:pt x="111" y="126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8" name="Freeform 300">
                <a:extLst>
                  <a:ext uri="{FF2B5EF4-FFF2-40B4-BE49-F238E27FC236}">
                    <a16:creationId xmlns:a16="http://schemas.microsoft.com/office/drawing/2014/main" id="{47E70139-7EC2-4086-9ED2-80121CA07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067"/>
                <a:ext cx="40" cy="229"/>
              </a:xfrm>
              <a:custGeom>
                <a:avLst/>
                <a:gdLst>
                  <a:gd name="T0" fmla="*/ 0 w 16"/>
                  <a:gd name="T1" fmla="*/ 149 h 86"/>
                  <a:gd name="T2" fmla="*/ 0 w 16"/>
                  <a:gd name="T3" fmla="*/ 1475 h 86"/>
                  <a:gd name="T4" fmla="*/ 125 w 16"/>
                  <a:gd name="T5" fmla="*/ 1624 h 86"/>
                  <a:gd name="T6" fmla="*/ 250 w 16"/>
                  <a:gd name="T7" fmla="*/ 1475 h 86"/>
                  <a:gd name="T8" fmla="*/ 250 w 16"/>
                  <a:gd name="T9" fmla="*/ 149 h 86"/>
                  <a:gd name="T10" fmla="*/ 125 w 16"/>
                  <a:gd name="T11" fmla="*/ 0 h 86"/>
                  <a:gd name="T12" fmla="*/ 0 w 16"/>
                  <a:gd name="T13" fmla="*/ 149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6">
                    <a:moveTo>
                      <a:pt x="0" y="8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0" y="82"/>
                      <a:pt x="3" y="86"/>
                      <a:pt x="8" y="86"/>
                    </a:cubicBezTo>
                    <a:cubicBezTo>
                      <a:pt x="12" y="86"/>
                      <a:pt x="16" y="82"/>
                      <a:pt x="16" y="7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4"/>
                      <a:pt x="12" y="0"/>
                      <a:pt x="8" y="0"/>
                    </a:cubicBezTo>
                    <a:cubicBezTo>
                      <a:pt x="3" y="0"/>
                      <a:pt x="0" y="4"/>
                      <a:pt x="0" y="8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9" name="Freeform 301">
                <a:extLst>
                  <a:ext uri="{FF2B5EF4-FFF2-40B4-BE49-F238E27FC236}">
                    <a16:creationId xmlns:a16="http://schemas.microsoft.com/office/drawing/2014/main" id="{1897ADFB-5EE9-4602-BD9D-A5D2D41D5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008"/>
                <a:ext cx="40" cy="197"/>
              </a:xfrm>
              <a:custGeom>
                <a:avLst/>
                <a:gdLst>
                  <a:gd name="T0" fmla="*/ 0 w 16"/>
                  <a:gd name="T1" fmla="*/ 0 h 74"/>
                  <a:gd name="T2" fmla="*/ 0 w 16"/>
                  <a:gd name="T3" fmla="*/ 1249 h 74"/>
                  <a:gd name="T4" fmla="*/ 125 w 16"/>
                  <a:gd name="T5" fmla="*/ 1395 h 74"/>
                  <a:gd name="T6" fmla="*/ 250 w 16"/>
                  <a:gd name="T7" fmla="*/ 1249 h 74"/>
                  <a:gd name="T8" fmla="*/ 250 w 16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74">
                    <a:moveTo>
                      <a:pt x="0" y="0"/>
                    </a:moveTo>
                    <a:cubicBezTo>
                      <a:pt x="0" y="66"/>
                      <a:pt x="0" y="66"/>
                      <a:pt x="0" y="66"/>
                    </a:cubicBezTo>
                    <a:cubicBezTo>
                      <a:pt x="0" y="71"/>
                      <a:pt x="4" y="74"/>
                      <a:pt x="8" y="74"/>
                    </a:cubicBezTo>
                    <a:cubicBezTo>
                      <a:pt x="12" y="74"/>
                      <a:pt x="16" y="71"/>
                      <a:pt x="16" y="66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0" name="Freeform 302">
                <a:extLst>
                  <a:ext uri="{FF2B5EF4-FFF2-40B4-BE49-F238E27FC236}">
                    <a16:creationId xmlns:a16="http://schemas.microsoft.com/office/drawing/2014/main" id="{2F8FD10E-0118-4A56-B2CE-2BC934648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008"/>
                <a:ext cx="40" cy="197"/>
              </a:xfrm>
              <a:custGeom>
                <a:avLst/>
                <a:gdLst>
                  <a:gd name="T0" fmla="*/ 0 w 16"/>
                  <a:gd name="T1" fmla="*/ 0 h 74"/>
                  <a:gd name="T2" fmla="*/ 0 w 16"/>
                  <a:gd name="T3" fmla="*/ 1249 h 74"/>
                  <a:gd name="T4" fmla="*/ 125 w 16"/>
                  <a:gd name="T5" fmla="*/ 1395 h 74"/>
                  <a:gd name="T6" fmla="*/ 250 w 16"/>
                  <a:gd name="T7" fmla="*/ 1249 h 74"/>
                  <a:gd name="T8" fmla="*/ 250 w 16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74">
                    <a:moveTo>
                      <a:pt x="0" y="0"/>
                    </a:moveTo>
                    <a:cubicBezTo>
                      <a:pt x="0" y="66"/>
                      <a:pt x="0" y="66"/>
                      <a:pt x="0" y="66"/>
                    </a:cubicBezTo>
                    <a:cubicBezTo>
                      <a:pt x="0" y="71"/>
                      <a:pt x="4" y="74"/>
                      <a:pt x="8" y="74"/>
                    </a:cubicBezTo>
                    <a:cubicBezTo>
                      <a:pt x="12" y="74"/>
                      <a:pt x="16" y="71"/>
                      <a:pt x="16" y="66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1" name="Freeform 303">
                <a:extLst>
                  <a:ext uri="{FF2B5EF4-FFF2-40B4-BE49-F238E27FC236}">
                    <a16:creationId xmlns:a16="http://schemas.microsoft.com/office/drawing/2014/main" id="{95D5DCF1-5936-4FA7-B534-8C0BE73D5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189"/>
                <a:ext cx="142" cy="75"/>
              </a:xfrm>
              <a:custGeom>
                <a:avLst/>
                <a:gdLst>
                  <a:gd name="T0" fmla="*/ 0 w 57"/>
                  <a:gd name="T1" fmla="*/ 0 h 28"/>
                  <a:gd name="T2" fmla="*/ 882 w 57"/>
                  <a:gd name="T3" fmla="*/ 273 h 28"/>
                  <a:gd name="T4" fmla="*/ 0 w 57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28">
                    <a:moveTo>
                      <a:pt x="0" y="0"/>
                    </a:moveTo>
                    <a:cubicBezTo>
                      <a:pt x="10" y="18"/>
                      <a:pt x="35" y="28"/>
                      <a:pt x="57" y="14"/>
                    </a:cubicBezTo>
                    <a:cubicBezTo>
                      <a:pt x="45" y="21"/>
                      <a:pt x="6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2" name="Freeform 304">
                <a:extLst>
                  <a:ext uri="{FF2B5EF4-FFF2-40B4-BE49-F238E27FC236}">
                    <a16:creationId xmlns:a16="http://schemas.microsoft.com/office/drawing/2014/main" id="{1BE486D9-2625-42CC-A620-A762F6273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323"/>
                <a:ext cx="345" cy="272"/>
              </a:xfrm>
              <a:custGeom>
                <a:avLst/>
                <a:gdLst>
                  <a:gd name="T0" fmla="*/ 2113 w 138"/>
                  <a:gd name="T1" fmla="*/ 875 h 102"/>
                  <a:gd name="T2" fmla="*/ 1738 w 138"/>
                  <a:gd name="T3" fmla="*/ 285 h 102"/>
                  <a:gd name="T4" fmla="*/ 1658 w 138"/>
                  <a:gd name="T5" fmla="*/ 136 h 102"/>
                  <a:gd name="T6" fmla="*/ 1500 w 138"/>
                  <a:gd name="T7" fmla="*/ 0 h 102"/>
                  <a:gd name="T8" fmla="*/ 1313 w 138"/>
                  <a:gd name="T9" fmla="*/ 320 h 102"/>
                  <a:gd name="T10" fmla="*/ 1500 w 138"/>
                  <a:gd name="T11" fmla="*/ 648 h 102"/>
                  <a:gd name="T12" fmla="*/ 1645 w 138"/>
                  <a:gd name="T13" fmla="*/ 547 h 102"/>
                  <a:gd name="T14" fmla="*/ 1708 w 138"/>
                  <a:gd name="T15" fmla="*/ 533 h 102"/>
                  <a:gd name="T16" fmla="*/ 1938 w 138"/>
                  <a:gd name="T17" fmla="*/ 909 h 102"/>
                  <a:gd name="T18" fmla="*/ 1720 w 138"/>
                  <a:gd name="T19" fmla="*/ 1344 h 102"/>
                  <a:gd name="T20" fmla="*/ 833 w 138"/>
                  <a:gd name="T21" fmla="*/ 1515 h 102"/>
                  <a:gd name="T22" fmla="*/ 50 w 138"/>
                  <a:gd name="T23" fmla="*/ 1728 h 102"/>
                  <a:gd name="T24" fmla="*/ 50 w 138"/>
                  <a:gd name="T25" fmla="*/ 1877 h 102"/>
                  <a:gd name="T26" fmla="*/ 175 w 138"/>
                  <a:gd name="T27" fmla="*/ 1877 h 102"/>
                  <a:gd name="T28" fmla="*/ 845 w 138"/>
                  <a:gd name="T29" fmla="*/ 1741 h 102"/>
                  <a:gd name="T30" fmla="*/ 1800 w 138"/>
                  <a:gd name="T31" fmla="*/ 1557 h 102"/>
                  <a:gd name="T32" fmla="*/ 2113 w 138"/>
                  <a:gd name="T33" fmla="*/ 875 h 10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8" h="102">
                    <a:moveTo>
                      <a:pt x="135" y="46"/>
                    </a:moveTo>
                    <a:cubicBezTo>
                      <a:pt x="133" y="33"/>
                      <a:pt x="123" y="20"/>
                      <a:pt x="111" y="15"/>
                    </a:cubicBezTo>
                    <a:cubicBezTo>
                      <a:pt x="108" y="13"/>
                      <a:pt x="107" y="9"/>
                      <a:pt x="106" y="7"/>
                    </a:cubicBezTo>
                    <a:cubicBezTo>
                      <a:pt x="104" y="3"/>
                      <a:pt x="100" y="0"/>
                      <a:pt x="96" y="0"/>
                    </a:cubicBezTo>
                    <a:cubicBezTo>
                      <a:pt x="90" y="0"/>
                      <a:pt x="84" y="8"/>
                      <a:pt x="84" y="17"/>
                    </a:cubicBezTo>
                    <a:cubicBezTo>
                      <a:pt x="84" y="26"/>
                      <a:pt x="90" y="34"/>
                      <a:pt x="96" y="34"/>
                    </a:cubicBezTo>
                    <a:cubicBezTo>
                      <a:pt x="100" y="34"/>
                      <a:pt x="102" y="32"/>
                      <a:pt x="105" y="29"/>
                    </a:cubicBezTo>
                    <a:cubicBezTo>
                      <a:pt x="105" y="28"/>
                      <a:pt x="107" y="27"/>
                      <a:pt x="109" y="28"/>
                    </a:cubicBezTo>
                    <a:cubicBezTo>
                      <a:pt x="116" y="32"/>
                      <a:pt x="122" y="40"/>
                      <a:pt x="124" y="48"/>
                    </a:cubicBezTo>
                    <a:cubicBezTo>
                      <a:pt x="125" y="55"/>
                      <a:pt x="123" y="65"/>
                      <a:pt x="110" y="71"/>
                    </a:cubicBezTo>
                    <a:cubicBezTo>
                      <a:pt x="97" y="76"/>
                      <a:pt x="74" y="78"/>
                      <a:pt x="53" y="80"/>
                    </a:cubicBezTo>
                    <a:cubicBezTo>
                      <a:pt x="25" y="83"/>
                      <a:pt x="9" y="84"/>
                      <a:pt x="3" y="91"/>
                    </a:cubicBezTo>
                    <a:cubicBezTo>
                      <a:pt x="0" y="93"/>
                      <a:pt x="0" y="97"/>
                      <a:pt x="3" y="99"/>
                    </a:cubicBezTo>
                    <a:cubicBezTo>
                      <a:pt x="5" y="102"/>
                      <a:pt x="9" y="102"/>
                      <a:pt x="11" y="99"/>
                    </a:cubicBezTo>
                    <a:cubicBezTo>
                      <a:pt x="15" y="96"/>
                      <a:pt x="38" y="94"/>
                      <a:pt x="54" y="92"/>
                    </a:cubicBezTo>
                    <a:cubicBezTo>
                      <a:pt x="77" y="90"/>
                      <a:pt x="100" y="88"/>
                      <a:pt x="115" y="82"/>
                    </a:cubicBezTo>
                    <a:cubicBezTo>
                      <a:pt x="130" y="75"/>
                      <a:pt x="138" y="62"/>
                      <a:pt x="135" y="46"/>
                    </a:cubicBezTo>
                    <a:close/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3" name="Freeform 305">
                <a:extLst>
                  <a:ext uri="{FF2B5EF4-FFF2-40B4-BE49-F238E27FC236}">
                    <a16:creationId xmlns:a16="http://schemas.microsoft.com/office/drawing/2014/main" id="{111A3E14-D84E-46DF-8903-585CBA105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624"/>
                <a:ext cx="53" cy="48"/>
              </a:xfrm>
              <a:custGeom>
                <a:avLst/>
                <a:gdLst>
                  <a:gd name="T0" fmla="*/ 0 w 21"/>
                  <a:gd name="T1" fmla="*/ 35 h 18"/>
                  <a:gd name="T2" fmla="*/ 242 w 21"/>
                  <a:gd name="T3" fmla="*/ 341 h 18"/>
                  <a:gd name="T4" fmla="*/ 318 w 21"/>
                  <a:gd name="T5" fmla="*/ 285 h 18"/>
                  <a:gd name="T6" fmla="*/ 275 w 21"/>
                  <a:gd name="T7" fmla="*/ 192 h 18"/>
                  <a:gd name="T8" fmla="*/ 126 w 21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">
                    <a:moveTo>
                      <a:pt x="0" y="2"/>
                    </a:moveTo>
                    <a:cubicBezTo>
                      <a:pt x="1" y="8"/>
                      <a:pt x="7" y="15"/>
                      <a:pt x="15" y="18"/>
                    </a:cubicBezTo>
                    <a:cubicBezTo>
                      <a:pt x="17" y="18"/>
                      <a:pt x="20" y="17"/>
                      <a:pt x="20" y="15"/>
                    </a:cubicBezTo>
                    <a:cubicBezTo>
                      <a:pt x="21" y="13"/>
                      <a:pt x="19" y="10"/>
                      <a:pt x="17" y="10"/>
                    </a:cubicBezTo>
                    <a:cubicBezTo>
                      <a:pt x="12" y="8"/>
                      <a:pt x="9" y="4"/>
                      <a:pt x="8" y="0"/>
                    </a:cubicBezTo>
                  </a:path>
                </a:pathLst>
              </a:custGeom>
              <a:solidFill>
                <a:srgbClr val="BD4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4" name="Freeform 306">
                <a:extLst>
                  <a:ext uri="{FF2B5EF4-FFF2-40B4-BE49-F238E27FC236}">
                    <a16:creationId xmlns:a16="http://schemas.microsoft.com/office/drawing/2014/main" id="{220AB71B-6B93-4743-B2B7-7599CCBB1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771"/>
                <a:ext cx="35" cy="32"/>
              </a:xfrm>
              <a:custGeom>
                <a:avLst/>
                <a:gdLst>
                  <a:gd name="T0" fmla="*/ 0 w 14"/>
                  <a:gd name="T1" fmla="*/ 115 h 12"/>
                  <a:gd name="T2" fmla="*/ 113 w 14"/>
                  <a:gd name="T3" fmla="*/ 205 h 12"/>
                  <a:gd name="T4" fmla="*/ 208 w 14"/>
                  <a:gd name="T5" fmla="*/ 192 h 12"/>
                  <a:gd name="T6" fmla="*/ 188 w 14"/>
                  <a:gd name="T7" fmla="*/ 93 h 12"/>
                  <a:gd name="T8" fmla="*/ 63 w 1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cubicBezTo>
                      <a:pt x="7" y="11"/>
                      <a:pt x="7" y="11"/>
                      <a:pt x="7" y="11"/>
                    </a:cubicBezTo>
                    <a:cubicBezTo>
                      <a:pt x="9" y="12"/>
                      <a:pt x="12" y="12"/>
                      <a:pt x="13" y="10"/>
                    </a:cubicBezTo>
                    <a:cubicBezTo>
                      <a:pt x="14" y="9"/>
                      <a:pt x="14" y="6"/>
                      <a:pt x="12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5" name="Freeform 307">
                <a:extLst>
                  <a:ext uri="{FF2B5EF4-FFF2-40B4-BE49-F238E27FC236}">
                    <a16:creationId xmlns:a16="http://schemas.microsoft.com/office/drawing/2014/main" id="{94180B0F-D2E0-4B5E-805F-B646304DE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771"/>
                <a:ext cx="35" cy="32"/>
              </a:xfrm>
              <a:custGeom>
                <a:avLst/>
                <a:gdLst>
                  <a:gd name="T0" fmla="*/ 0 w 14"/>
                  <a:gd name="T1" fmla="*/ 115 h 12"/>
                  <a:gd name="T2" fmla="*/ 113 w 14"/>
                  <a:gd name="T3" fmla="*/ 205 h 12"/>
                  <a:gd name="T4" fmla="*/ 208 w 14"/>
                  <a:gd name="T5" fmla="*/ 192 h 12"/>
                  <a:gd name="T6" fmla="*/ 188 w 14"/>
                  <a:gd name="T7" fmla="*/ 93 h 12"/>
                  <a:gd name="T8" fmla="*/ 63 w 1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6"/>
                    </a:moveTo>
                    <a:cubicBezTo>
                      <a:pt x="7" y="11"/>
                      <a:pt x="7" y="11"/>
                      <a:pt x="7" y="11"/>
                    </a:cubicBezTo>
                    <a:cubicBezTo>
                      <a:pt x="9" y="12"/>
                      <a:pt x="12" y="12"/>
                      <a:pt x="13" y="10"/>
                    </a:cubicBezTo>
                    <a:cubicBezTo>
                      <a:pt x="14" y="9"/>
                      <a:pt x="14" y="6"/>
                      <a:pt x="12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6" name="Freeform 308">
                <a:extLst>
                  <a:ext uri="{FF2B5EF4-FFF2-40B4-BE49-F238E27FC236}">
                    <a16:creationId xmlns:a16="http://schemas.microsoft.com/office/drawing/2014/main" id="{3B3F790F-0517-4D3A-8BC2-84C7A65B5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880"/>
                <a:ext cx="53" cy="32"/>
              </a:xfrm>
              <a:custGeom>
                <a:avLst/>
                <a:gdLst>
                  <a:gd name="T0" fmla="*/ 0 w 21"/>
                  <a:gd name="T1" fmla="*/ 77 h 12"/>
                  <a:gd name="T2" fmla="*/ 275 w 21"/>
                  <a:gd name="T3" fmla="*/ 205 h 12"/>
                  <a:gd name="T4" fmla="*/ 318 w 21"/>
                  <a:gd name="T5" fmla="*/ 136 h 12"/>
                  <a:gd name="T6" fmla="*/ 255 w 21"/>
                  <a:gd name="T7" fmla="*/ 56 h 12"/>
                  <a:gd name="T8" fmla="*/ 126 w 2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0" y="4"/>
                    </a:moveTo>
                    <a:cubicBezTo>
                      <a:pt x="2" y="7"/>
                      <a:pt x="6" y="12"/>
                      <a:pt x="17" y="11"/>
                    </a:cubicBezTo>
                    <a:cubicBezTo>
                      <a:pt x="19" y="11"/>
                      <a:pt x="21" y="9"/>
                      <a:pt x="20" y="7"/>
                    </a:cubicBezTo>
                    <a:cubicBezTo>
                      <a:pt x="20" y="4"/>
                      <a:pt x="18" y="3"/>
                      <a:pt x="16" y="3"/>
                    </a:cubicBezTo>
                    <a:cubicBezTo>
                      <a:pt x="12" y="4"/>
                      <a:pt x="9" y="3"/>
                      <a:pt x="8" y="0"/>
                    </a:cubicBezTo>
                  </a:path>
                </a:pathLst>
              </a:custGeom>
              <a:solidFill>
                <a:srgbClr val="BD4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7" name="Freeform 309">
                <a:extLst>
                  <a:ext uri="{FF2B5EF4-FFF2-40B4-BE49-F238E27FC236}">
                    <a16:creationId xmlns:a16="http://schemas.microsoft.com/office/drawing/2014/main" id="{7138535C-0691-47CE-95BC-3243C6527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624"/>
                <a:ext cx="23" cy="27"/>
              </a:xfrm>
              <a:custGeom>
                <a:avLst/>
                <a:gdLst>
                  <a:gd name="T0" fmla="*/ 151 w 9"/>
                  <a:gd name="T1" fmla="*/ 197 h 10"/>
                  <a:gd name="T2" fmla="*/ 0 w 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10"/>
                    </a:moveTo>
                    <a:cubicBezTo>
                      <a:pt x="4" y="8"/>
                      <a:pt x="1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8" name="Freeform 310">
                <a:extLst>
                  <a:ext uri="{FF2B5EF4-FFF2-40B4-BE49-F238E27FC236}">
                    <a16:creationId xmlns:a16="http://schemas.microsoft.com/office/drawing/2014/main" id="{57366A5D-A2E8-4506-9543-C8F6193E4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629"/>
                <a:ext cx="38" cy="43"/>
              </a:xfrm>
              <a:custGeom>
                <a:avLst/>
                <a:gdLst>
                  <a:gd name="T0" fmla="*/ 0 w 15"/>
                  <a:gd name="T1" fmla="*/ 0 h 16"/>
                  <a:gd name="T2" fmla="*/ 243 w 15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1" y="6"/>
                      <a:pt x="7" y="13"/>
                      <a:pt x="15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9" name="Freeform 311">
                <a:extLst>
                  <a:ext uri="{FF2B5EF4-FFF2-40B4-BE49-F238E27FC236}">
                    <a16:creationId xmlns:a16="http://schemas.microsoft.com/office/drawing/2014/main" id="{C0B16839-A2D1-4434-A75E-18A209634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880"/>
                <a:ext cx="20" cy="11"/>
              </a:xfrm>
              <a:custGeom>
                <a:avLst/>
                <a:gdLst>
                  <a:gd name="T0" fmla="*/ 125 w 8"/>
                  <a:gd name="T1" fmla="*/ 61 h 4"/>
                  <a:gd name="T2" fmla="*/ 0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3"/>
                    </a:moveTo>
                    <a:cubicBezTo>
                      <a:pt x="4" y="4"/>
                      <a:pt x="1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0" name="Freeform 312">
                <a:extLst>
                  <a:ext uri="{FF2B5EF4-FFF2-40B4-BE49-F238E27FC236}">
                    <a16:creationId xmlns:a16="http://schemas.microsoft.com/office/drawing/2014/main" id="{DDF99844-91A4-48E0-A5F7-8D46D4C58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891"/>
                <a:ext cx="43" cy="21"/>
              </a:xfrm>
              <a:custGeom>
                <a:avLst/>
                <a:gdLst>
                  <a:gd name="T0" fmla="*/ 0 w 17"/>
                  <a:gd name="T1" fmla="*/ 0 h 8"/>
                  <a:gd name="T2" fmla="*/ 276 w 17"/>
                  <a:gd name="T3" fmla="*/ 12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0"/>
                    </a:moveTo>
                    <a:cubicBezTo>
                      <a:pt x="2" y="3"/>
                      <a:pt x="6" y="8"/>
                      <a:pt x="17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1" name="Line 313">
                <a:extLst>
                  <a:ext uri="{FF2B5EF4-FFF2-40B4-BE49-F238E27FC236}">
                    <a16:creationId xmlns:a16="http://schemas.microsoft.com/office/drawing/2014/main" id="{43D7F4EC-3F4A-42DB-9778-0B1838F4D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6" y="2584"/>
                <a:ext cx="23" cy="24"/>
              </a:xfrm>
              <a:prstGeom prst="line">
                <a:avLst/>
              </a:prstGeom>
              <a:noFill/>
              <a:ln w="7938">
                <a:solidFill>
                  <a:srgbClr val="53B278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2" name="Line 314">
                <a:extLst>
                  <a:ext uri="{FF2B5EF4-FFF2-40B4-BE49-F238E27FC236}">
                    <a16:creationId xmlns:a16="http://schemas.microsoft.com/office/drawing/2014/main" id="{1D333972-0FA5-4300-876F-16F6908128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36" y="2696"/>
                <a:ext cx="3" cy="37"/>
              </a:xfrm>
              <a:prstGeom prst="line">
                <a:avLst/>
              </a:prstGeom>
              <a:noFill/>
              <a:ln w="7938">
                <a:solidFill>
                  <a:srgbClr val="53B278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3" name="Oval 315">
                <a:extLst>
                  <a:ext uri="{FF2B5EF4-FFF2-40B4-BE49-F238E27FC236}">
                    <a16:creationId xmlns:a16="http://schemas.microsoft.com/office/drawing/2014/main" id="{BC2FE339-9B76-4627-8E20-EE4608F6E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563"/>
                <a:ext cx="27" cy="29"/>
              </a:xfrm>
              <a:prstGeom prst="ellipse">
                <a:avLst/>
              </a:prstGeom>
              <a:solidFill>
                <a:srgbClr val="DFAACA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4" name="Freeform 316">
                <a:extLst>
                  <a:ext uri="{FF2B5EF4-FFF2-40B4-BE49-F238E27FC236}">
                    <a16:creationId xmlns:a16="http://schemas.microsoft.com/office/drawing/2014/main" id="{372F112B-FDCD-425B-A111-78390957C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251"/>
                <a:ext cx="62" cy="82"/>
              </a:xfrm>
              <a:custGeom>
                <a:avLst/>
                <a:gdLst>
                  <a:gd name="T0" fmla="*/ 320 w 25"/>
                  <a:gd name="T1" fmla="*/ 574 h 31"/>
                  <a:gd name="T2" fmla="*/ 196 w 25"/>
                  <a:gd name="T3" fmla="*/ 34 h 31"/>
                  <a:gd name="T4" fmla="*/ 0 w 25"/>
                  <a:gd name="T5" fmla="*/ 31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1">
                    <a:moveTo>
                      <a:pt x="21" y="31"/>
                    </a:moveTo>
                    <a:cubicBezTo>
                      <a:pt x="25" y="19"/>
                      <a:pt x="25" y="4"/>
                      <a:pt x="13" y="2"/>
                    </a:cubicBezTo>
                    <a:cubicBezTo>
                      <a:pt x="4" y="0"/>
                      <a:pt x="2" y="9"/>
                      <a:pt x="0" y="17"/>
                    </a:cubicBezTo>
                  </a:path>
                </a:pathLst>
              </a:custGeom>
              <a:solidFill>
                <a:srgbClr val="BD4E93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5" name="Freeform 317">
                <a:extLst>
                  <a:ext uri="{FF2B5EF4-FFF2-40B4-BE49-F238E27FC236}">
                    <a16:creationId xmlns:a16="http://schemas.microsoft.com/office/drawing/2014/main" id="{6B6F6FAE-D8B8-4BB1-B237-E0DAF78D9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251"/>
                <a:ext cx="62" cy="82"/>
              </a:xfrm>
              <a:custGeom>
                <a:avLst/>
                <a:gdLst>
                  <a:gd name="T0" fmla="*/ 320 w 25"/>
                  <a:gd name="T1" fmla="*/ 574 h 31"/>
                  <a:gd name="T2" fmla="*/ 196 w 25"/>
                  <a:gd name="T3" fmla="*/ 34 h 31"/>
                  <a:gd name="T4" fmla="*/ 0 w 25"/>
                  <a:gd name="T5" fmla="*/ 31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1">
                    <a:moveTo>
                      <a:pt x="21" y="31"/>
                    </a:moveTo>
                    <a:cubicBezTo>
                      <a:pt x="25" y="19"/>
                      <a:pt x="25" y="4"/>
                      <a:pt x="13" y="2"/>
                    </a:cubicBezTo>
                    <a:cubicBezTo>
                      <a:pt x="4" y="0"/>
                      <a:pt x="2" y="9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6" name="Freeform 318">
                <a:extLst>
                  <a:ext uri="{FF2B5EF4-FFF2-40B4-BE49-F238E27FC236}">
                    <a16:creationId xmlns:a16="http://schemas.microsoft.com/office/drawing/2014/main" id="{6B89ADFD-EB2D-4BB8-890F-2DA00A538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680"/>
                <a:ext cx="337" cy="304"/>
              </a:xfrm>
              <a:custGeom>
                <a:avLst/>
                <a:gdLst>
                  <a:gd name="T0" fmla="*/ 0 w 135"/>
                  <a:gd name="T1" fmla="*/ 419 h 114"/>
                  <a:gd name="T2" fmla="*/ 729 w 135"/>
                  <a:gd name="T3" fmla="*/ 776 h 114"/>
                  <a:gd name="T4" fmla="*/ 1620 w 135"/>
                  <a:gd name="T5" fmla="*/ 1912 h 114"/>
                  <a:gd name="T6" fmla="*/ 2099 w 135"/>
                  <a:gd name="T7" fmla="*/ 1992 h 114"/>
                  <a:gd name="T8" fmla="*/ 1183 w 135"/>
                  <a:gd name="T9" fmla="*/ 1117 h 114"/>
                  <a:gd name="T10" fmla="*/ 0 w 135"/>
                  <a:gd name="T11" fmla="*/ 419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114">
                    <a:moveTo>
                      <a:pt x="0" y="22"/>
                    </a:moveTo>
                    <a:cubicBezTo>
                      <a:pt x="20" y="16"/>
                      <a:pt x="28" y="21"/>
                      <a:pt x="47" y="41"/>
                    </a:cubicBezTo>
                    <a:cubicBezTo>
                      <a:pt x="66" y="61"/>
                      <a:pt x="94" y="89"/>
                      <a:pt x="104" y="101"/>
                    </a:cubicBezTo>
                    <a:cubicBezTo>
                      <a:pt x="114" y="113"/>
                      <a:pt x="124" y="110"/>
                      <a:pt x="135" y="105"/>
                    </a:cubicBezTo>
                    <a:cubicBezTo>
                      <a:pt x="114" y="114"/>
                      <a:pt x="88" y="74"/>
                      <a:pt x="76" y="59"/>
                    </a:cubicBezTo>
                    <a:cubicBezTo>
                      <a:pt x="64" y="44"/>
                      <a:pt x="24" y="0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7" name="Freeform 319">
                <a:extLst>
                  <a:ext uri="{FF2B5EF4-FFF2-40B4-BE49-F238E27FC236}">
                    <a16:creationId xmlns:a16="http://schemas.microsoft.com/office/drawing/2014/main" id="{91155B32-05A5-4D11-B83E-C3DEAC7B8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037"/>
                <a:ext cx="60" cy="110"/>
              </a:xfrm>
              <a:custGeom>
                <a:avLst/>
                <a:gdLst>
                  <a:gd name="T0" fmla="*/ 313 w 24"/>
                  <a:gd name="T1" fmla="*/ 0 h 41"/>
                  <a:gd name="T2" fmla="*/ 375 w 24"/>
                  <a:gd name="T3" fmla="*/ 791 h 41"/>
                  <a:gd name="T4" fmla="*/ 283 w 24"/>
                  <a:gd name="T5" fmla="*/ 3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1">
                    <a:moveTo>
                      <a:pt x="20" y="0"/>
                    </a:moveTo>
                    <a:cubicBezTo>
                      <a:pt x="0" y="8"/>
                      <a:pt x="9" y="31"/>
                      <a:pt x="24" y="41"/>
                    </a:cubicBezTo>
                    <a:cubicBezTo>
                      <a:pt x="17" y="35"/>
                      <a:pt x="4" y="9"/>
                      <a:pt x="1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8" name="Freeform 320">
                <a:extLst>
                  <a:ext uri="{FF2B5EF4-FFF2-40B4-BE49-F238E27FC236}">
                    <a16:creationId xmlns:a16="http://schemas.microsoft.com/office/drawing/2014/main" id="{B462B080-6DDD-4FDC-9148-90496C818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315"/>
                <a:ext cx="33" cy="37"/>
              </a:xfrm>
              <a:custGeom>
                <a:avLst/>
                <a:gdLst>
                  <a:gd name="T0" fmla="*/ 0 w 13"/>
                  <a:gd name="T1" fmla="*/ 259 h 14"/>
                  <a:gd name="T2" fmla="*/ 213 w 13"/>
                  <a:gd name="T3" fmla="*/ 77 h 14"/>
                  <a:gd name="T4" fmla="*/ 63 w 13"/>
                  <a:gd name="T5" fmla="*/ 2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0" y="9"/>
                      <a:pt x="7" y="0"/>
                      <a:pt x="13" y="4"/>
                    </a:cubicBezTo>
                    <a:cubicBezTo>
                      <a:pt x="9" y="5"/>
                      <a:pt x="5" y="7"/>
                      <a:pt x="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9" name="Freeform 321">
                <a:extLst>
                  <a:ext uri="{FF2B5EF4-FFF2-40B4-BE49-F238E27FC236}">
                    <a16:creationId xmlns:a16="http://schemas.microsoft.com/office/drawing/2014/main" id="{A9E6D6BB-34F0-4E07-A6D3-9291C74AE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445"/>
                <a:ext cx="15" cy="35"/>
              </a:xfrm>
              <a:custGeom>
                <a:avLst/>
                <a:gdLst>
                  <a:gd name="T0" fmla="*/ 95 w 6"/>
                  <a:gd name="T1" fmla="*/ 0 h 13"/>
                  <a:gd name="T2" fmla="*/ 33 w 6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1" y="2"/>
                      <a:pt x="0" y="8"/>
                      <a:pt x="2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0" name="Freeform 322">
                <a:extLst>
                  <a:ext uri="{FF2B5EF4-FFF2-40B4-BE49-F238E27FC236}">
                    <a16:creationId xmlns:a16="http://schemas.microsoft.com/office/drawing/2014/main" id="{53782F35-AF8A-4189-87D0-C741F48FB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528"/>
                <a:ext cx="15" cy="35"/>
              </a:xfrm>
              <a:custGeom>
                <a:avLst/>
                <a:gdLst>
                  <a:gd name="T0" fmla="*/ 95 w 6"/>
                  <a:gd name="T1" fmla="*/ 0 h 13"/>
                  <a:gd name="T2" fmla="*/ 83 w 6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2" y="3"/>
                      <a:pt x="0" y="10"/>
                      <a:pt x="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1" name="Freeform 323">
                <a:extLst>
                  <a:ext uri="{FF2B5EF4-FFF2-40B4-BE49-F238E27FC236}">
                    <a16:creationId xmlns:a16="http://schemas.microsoft.com/office/drawing/2014/main" id="{0A25B103-AD55-422B-80DD-256FAE20A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261"/>
                <a:ext cx="20" cy="40"/>
              </a:xfrm>
              <a:custGeom>
                <a:avLst/>
                <a:gdLst>
                  <a:gd name="T0" fmla="*/ 0 w 8"/>
                  <a:gd name="T1" fmla="*/ 285 h 15"/>
                  <a:gd name="T2" fmla="*/ 125 w 8"/>
                  <a:gd name="T3" fmla="*/ 3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cubicBezTo>
                      <a:pt x="0" y="10"/>
                      <a:pt x="2" y="0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2" name="Freeform 324">
                <a:extLst>
                  <a:ext uri="{FF2B5EF4-FFF2-40B4-BE49-F238E27FC236}">
                    <a16:creationId xmlns:a16="http://schemas.microsoft.com/office/drawing/2014/main" id="{1DFD555C-E961-4A60-BFC7-83C7940EE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28"/>
                <a:ext cx="35" cy="69"/>
              </a:xfrm>
              <a:custGeom>
                <a:avLst/>
                <a:gdLst>
                  <a:gd name="T0" fmla="*/ 208 w 14"/>
                  <a:gd name="T1" fmla="*/ 35 h 26"/>
                  <a:gd name="T2" fmla="*/ 113 w 14"/>
                  <a:gd name="T3" fmla="*/ 486 h 26"/>
                  <a:gd name="T4" fmla="*/ 220 w 1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6">
                    <a:moveTo>
                      <a:pt x="13" y="2"/>
                    </a:moveTo>
                    <a:cubicBezTo>
                      <a:pt x="5" y="3"/>
                      <a:pt x="0" y="17"/>
                      <a:pt x="7" y="26"/>
                    </a:cubicBezTo>
                    <a:cubicBezTo>
                      <a:pt x="5" y="18"/>
                      <a:pt x="9" y="4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3" name="Freeform 325">
                <a:extLst>
                  <a:ext uri="{FF2B5EF4-FFF2-40B4-BE49-F238E27FC236}">
                    <a16:creationId xmlns:a16="http://schemas.microsoft.com/office/drawing/2014/main" id="{EA5C8DDA-F05B-427A-87B4-DE9F15C5D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533"/>
                <a:ext cx="157" cy="19"/>
              </a:xfrm>
              <a:custGeom>
                <a:avLst/>
                <a:gdLst>
                  <a:gd name="T0" fmla="*/ 0 w 63"/>
                  <a:gd name="T1" fmla="*/ 103 h 7"/>
                  <a:gd name="T2" fmla="*/ 974 w 6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7">
                    <a:moveTo>
                      <a:pt x="0" y="5"/>
                    </a:moveTo>
                    <a:cubicBezTo>
                      <a:pt x="15" y="7"/>
                      <a:pt x="56" y="2"/>
                      <a:pt x="6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4" name="Freeform 326">
                <a:extLst>
                  <a:ext uri="{FF2B5EF4-FFF2-40B4-BE49-F238E27FC236}">
                    <a16:creationId xmlns:a16="http://schemas.microsoft.com/office/drawing/2014/main" id="{B15082BB-8788-4445-A85B-FBC0E6A4B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693"/>
                <a:ext cx="220" cy="46"/>
              </a:xfrm>
              <a:custGeom>
                <a:avLst/>
                <a:gdLst>
                  <a:gd name="T0" fmla="*/ 1375 w 88"/>
                  <a:gd name="T1" fmla="*/ 336 h 17"/>
                  <a:gd name="T2" fmla="*/ 0 w 88"/>
                  <a:gd name="T3" fmla="*/ 257 h 17"/>
                  <a:gd name="T4" fmla="*/ 1375 w 88"/>
                  <a:gd name="T5" fmla="*/ 3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17">
                    <a:moveTo>
                      <a:pt x="88" y="17"/>
                    </a:moveTo>
                    <a:cubicBezTo>
                      <a:pt x="56" y="0"/>
                      <a:pt x="18" y="4"/>
                      <a:pt x="0" y="13"/>
                    </a:cubicBezTo>
                    <a:cubicBezTo>
                      <a:pt x="12" y="9"/>
                      <a:pt x="56" y="2"/>
                      <a:pt x="8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5" name="Freeform 327">
                <a:extLst>
                  <a:ext uri="{FF2B5EF4-FFF2-40B4-BE49-F238E27FC236}">
                    <a16:creationId xmlns:a16="http://schemas.microsoft.com/office/drawing/2014/main" id="{89A22706-1C1D-4B70-8F63-F526B3D25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197"/>
                <a:ext cx="198" cy="99"/>
              </a:xfrm>
              <a:custGeom>
                <a:avLst/>
                <a:gdLst>
                  <a:gd name="T0" fmla="*/ 0 w 79"/>
                  <a:gd name="T1" fmla="*/ 709 h 37"/>
                  <a:gd name="T2" fmla="*/ 1243 w 79"/>
                  <a:gd name="T3" fmla="*/ 0 h 37"/>
                  <a:gd name="T4" fmla="*/ 0 w 79"/>
                  <a:gd name="T5" fmla="*/ 70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37">
                    <a:moveTo>
                      <a:pt x="0" y="37"/>
                    </a:moveTo>
                    <a:cubicBezTo>
                      <a:pt x="16" y="34"/>
                      <a:pt x="46" y="22"/>
                      <a:pt x="79" y="0"/>
                    </a:cubicBezTo>
                    <a:cubicBezTo>
                      <a:pt x="71" y="11"/>
                      <a:pt x="36" y="33"/>
                      <a:pt x="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6" name="Freeform 328">
                <a:extLst>
                  <a:ext uri="{FF2B5EF4-FFF2-40B4-BE49-F238E27FC236}">
                    <a16:creationId xmlns:a16="http://schemas.microsoft.com/office/drawing/2014/main" id="{E87400A5-C457-42C2-90B2-7AF3639EA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229"/>
                <a:ext cx="173" cy="51"/>
              </a:xfrm>
              <a:custGeom>
                <a:avLst/>
                <a:gdLst>
                  <a:gd name="T0" fmla="*/ 1088 w 69"/>
                  <a:gd name="T1" fmla="*/ 368 h 19"/>
                  <a:gd name="T2" fmla="*/ 0 w 69"/>
                  <a:gd name="T3" fmla="*/ 81 h 19"/>
                  <a:gd name="T4" fmla="*/ 1088 w 69"/>
                  <a:gd name="T5" fmla="*/ 3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9">
                    <a:moveTo>
                      <a:pt x="69" y="19"/>
                    </a:moveTo>
                    <a:cubicBezTo>
                      <a:pt x="42" y="6"/>
                      <a:pt x="16" y="0"/>
                      <a:pt x="0" y="4"/>
                    </a:cubicBezTo>
                    <a:cubicBezTo>
                      <a:pt x="15" y="3"/>
                      <a:pt x="50" y="8"/>
                      <a:pt x="69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7" name="Freeform 329">
                <a:extLst>
                  <a:ext uri="{FF2B5EF4-FFF2-40B4-BE49-F238E27FC236}">
                    <a16:creationId xmlns:a16="http://schemas.microsoft.com/office/drawing/2014/main" id="{EA1BA669-C95D-4F6A-A57C-F9EC34947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525"/>
                <a:ext cx="260" cy="46"/>
              </a:xfrm>
              <a:custGeom>
                <a:avLst/>
                <a:gdLst>
                  <a:gd name="T0" fmla="*/ 0 w 104"/>
                  <a:gd name="T1" fmla="*/ 336 h 17"/>
                  <a:gd name="T2" fmla="*/ 1625 w 104"/>
                  <a:gd name="T3" fmla="*/ 3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" h="17">
                    <a:moveTo>
                      <a:pt x="0" y="17"/>
                    </a:moveTo>
                    <a:cubicBezTo>
                      <a:pt x="24" y="13"/>
                      <a:pt x="86" y="0"/>
                      <a:pt x="10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8" name="Freeform 330">
                <a:extLst>
                  <a:ext uri="{FF2B5EF4-FFF2-40B4-BE49-F238E27FC236}">
                    <a16:creationId xmlns:a16="http://schemas.microsoft.com/office/drawing/2014/main" id="{21DE872D-CE3D-4A1A-BBC5-A4FF07813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699"/>
                <a:ext cx="178" cy="29"/>
              </a:xfrm>
              <a:custGeom>
                <a:avLst/>
                <a:gdLst>
                  <a:gd name="T0" fmla="*/ 0 w 71"/>
                  <a:gd name="T1" fmla="*/ 200 h 11"/>
                  <a:gd name="T2" fmla="*/ 1118 w 71"/>
                  <a:gd name="T3" fmla="*/ 145 h 11"/>
                  <a:gd name="T4" fmla="*/ 0 w 71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1">
                    <a:moveTo>
                      <a:pt x="0" y="11"/>
                    </a:moveTo>
                    <a:cubicBezTo>
                      <a:pt x="18" y="8"/>
                      <a:pt x="57" y="0"/>
                      <a:pt x="71" y="8"/>
                    </a:cubicBezTo>
                    <a:cubicBezTo>
                      <a:pt x="60" y="5"/>
                      <a:pt x="8" y="8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9" name="Freeform 331">
                <a:extLst>
                  <a:ext uri="{FF2B5EF4-FFF2-40B4-BE49-F238E27FC236}">
                    <a16:creationId xmlns:a16="http://schemas.microsoft.com/office/drawing/2014/main" id="{DC3B8ACE-ED93-4F76-ADAD-1C5633AE7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757"/>
                <a:ext cx="170" cy="56"/>
              </a:xfrm>
              <a:custGeom>
                <a:avLst/>
                <a:gdLst>
                  <a:gd name="T0" fmla="*/ 0 w 68"/>
                  <a:gd name="T1" fmla="*/ 397 h 21"/>
                  <a:gd name="T2" fmla="*/ 1063 w 6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1">
                    <a:moveTo>
                      <a:pt x="0" y="21"/>
                    </a:moveTo>
                    <a:cubicBezTo>
                      <a:pt x="15" y="13"/>
                      <a:pt x="56" y="2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0" name="Freeform 332">
                <a:extLst>
                  <a:ext uri="{FF2B5EF4-FFF2-40B4-BE49-F238E27FC236}">
                    <a16:creationId xmlns:a16="http://schemas.microsoft.com/office/drawing/2014/main" id="{AB53A199-59D8-4D19-AB34-5BF3376C9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152"/>
                <a:ext cx="40" cy="309"/>
              </a:xfrm>
              <a:custGeom>
                <a:avLst/>
                <a:gdLst>
                  <a:gd name="T0" fmla="*/ 250 w 16"/>
                  <a:gd name="T1" fmla="*/ 0 h 116"/>
                  <a:gd name="T2" fmla="*/ 0 w 16"/>
                  <a:gd name="T3" fmla="*/ 2192 h 1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6">
                    <a:moveTo>
                      <a:pt x="16" y="0"/>
                    </a:moveTo>
                    <a:cubicBezTo>
                      <a:pt x="13" y="12"/>
                      <a:pt x="2" y="92"/>
                      <a:pt x="0" y="1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1" name="Freeform 333">
                <a:extLst>
                  <a:ext uri="{FF2B5EF4-FFF2-40B4-BE49-F238E27FC236}">
                    <a16:creationId xmlns:a16="http://schemas.microsoft.com/office/drawing/2014/main" id="{D1A43E4C-7C73-45FB-AE01-EB5A00BBA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619"/>
                <a:ext cx="13" cy="336"/>
              </a:xfrm>
              <a:custGeom>
                <a:avLst/>
                <a:gdLst>
                  <a:gd name="T0" fmla="*/ 0 w 5"/>
                  <a:gd name="T1" fmla="*/ 0 h 126"/>
                  <a:gd name="T2" fmla="*/ 0 w 5"/>
                  <a:gd name="T3" fmla="*/ 2389 h 1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6">
                    <a:moveTo>
                      <a:pt x="0" y="0"/>
                    </a:moveTo>
                    <a:cubicBezTo>
                      <a:pt x="1" y="14"/>
                      <a:pt x="5" y="102"/>
                      <a:pt x="0" y="1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2" name="Freeform 334">
                <a:extLst>
                  <a:ext uri="{FF2B5EF4-FFF2-40B4-BE49-F238E27FC236}">
                    <a16:creationId xmlns:a16="http://schemas.microsoft.com/office/drawing/2014/main" id="{8DFA9C78-C14F-40FB-BFFB-17E51DE31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3293"/>
                <a:ext cx="7" cy="208"/>
              </a:xfrm>
              <a:custGeom>
                <a:avLst/>
                <a:gdLst>
                  <a:gd name="T0" fmla="*/ 0 w 3"/>
                  <a:gd name="T1" fmla="*/ 0 h 78"/>
                  <a:gd name="T2" fmla="*/ 37 w 3"/>
                  <a:gd name="T3" fmla="*/ 148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8">
                    <a:moveTo>
                      <a:pt x="0" y="0"/>
                    </a:moveTo>
                    <a:cubicBezTo>
                      <a:pt x="0" y="18"/>
                      <a:pt x="0" y="61"/>
                      <a:pt x="3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3" name="Freeform 335">
                <a:extLst>
                  <a:ext uri="{FF2B5EF4-FFF2-40B4-BE49-F238E27FC236}">
                    <a16:creationId xmlns:a16="http://schemas.microsoft.com/office/drawing/2014/main" id="{F3520D38-5E67-40F0-B6F8-FA7993031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584"/>
                <a:ext cx="10" cy="45"/>
              </a:xfrm>
              <a:custGeom>
                <a:avLst/>
                <a:gdLst>
                  <a:gd name="T0" fmla="*/ 0 w 4"/>
                  <a:gd name="T1" fmla="*/ 315 h 17"/>
                  <a:gd name="T2" fmla="*/ 63 w 4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0" y="17"/>
                    </a:moveTo>
                    <a:cubicBezTo>
                      <a:pt x="1" y="7"/>
                      <a:pt x="0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4" name="Freeform 336">
                <a:extLst>
                  <a:ext uri="{FF2B5EF4-FFF2-40B4-BE49-F238E27FC236}">
                    <a16:creationId xmlns:a16="http://schemas.microsoft.com/office/drawing/2014/main" id="{CE83E70D-3638-458F-A937-9C17671CB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632"/>
                <a:ext cx="10" cy="176"/>
              </a:xfrm>
              <a:custGeom>
                <a:avLst/>
                <a:gdLst>
                  <a:gd name="T0" fmla="*/ 63 w 4"/>
                  <a:gd name="T1" fmla="*/ 0 h 66"/>
                  <a:gd name="T2" fmla="*/ 33 w 4"/>
                  <a:gd name="T3" fmla="*/ 1251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6">
                    <a:moveTo>
                      <a:pt x="4" y="0"/>
                    </a:moveTo>
                    <a:cubicBezTo>
                      <a:pt x="2" y="15"/>
                      <a:pt x="0" y="53"/>
                      <a:pt x="2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5" name="Freeform 337">
                <a:extLst>
                  <a:ext uri="{FF2B5EF4-FFF2-40B4-BE49-F238E27FC236}">
                    <a16:creationId xmlns:a16="http://schemas.microsoft.com/office/drawing/2014/main" id="{423F616F-D0AC-4965-91C9-3DF910F07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787"/>
                <a:ext cx="185" cy="112"/>
              </a:xfrm>
              <a:custGeom>
                <a:avLst/>
                <a:gdLst>
                  <a:gd name="T0" fmla="*/ 0 w 74"/>
                  <a:gd name="T1" fmla="*/ 797 h 42"/>
                  <a:gd name="T2" fmla="*/ 1158 w 74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42">
                    <a:moveTo>
                      <a:pt x="0" y="42"/>
                    </a:moveTo>
                    <a:cubicBezTo>
                      <a:pt x="17" y="28"/>
                      <a:pt x="62" y="3"/>
                      <a:pt x="7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6" name="Freeform 338">
                <a:extLst>
                  <a:ext uri="{FF2B5EF4-FFF2-40B4-BE49-F238E27FC236}">
                    <a16:creationId xmlns:a16="http://schemas.microsoft.com/office/drawing/2014/main" id="{74BDE573-CD07-4B65-883E-83BE652EC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1051"/>
                <a:ext cx="5" cy="122"/>
              </a:xfrm>
              <a:custGeom>
                <a:avLst/>
                <a:gdLst>
                  <a:gd name="T0" fmla="*/ 0 w 2"/>
                  <a:gd name="T1" fmla="*/ 0 h 46"/>
                  <a:gd name="T2" fmla="*/ 33 w 2"/>
                  <a:gd name="T3" fmla="*/ 85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6">
                    <a:moveTo>
                      <a:pt x="0" y="0"/>
                    </a:moveTo>
                    <a:cubicBezTo>
                      <a:pt x="0" y="10"/>
                      <a:pt x="0" y="40"/>
                      <a:pt x="2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7" name="Freeform 339">
                <a:extLst>
                  <a:ext uri="{FF2B5EF4-FFF2-40B4-BE49-F238E27FC236}">
                    <a16:creationId xmlns:a16="http://schemas.microsoft.com/office/drawing/2014/main" id="{93815C4C-1B92-49D1-A3D7-56ED09E83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488"/>
                <a:ext cx="40" cy="59"/>
              </a:xfrm>
              <a:custGeom>
                <a:avLst/>
                <a:gdLst>
                  <a:gd name="T0" fmla="*/ 0 w 16"/>
                  <a:gd name="T1" fmla="*/ 172 h 22"/>
                  <a:gd name="T2" fmla="*/ 95 w 16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0" y="9"/>
                    </a:moveTo>
                    <a:cubicBezTo>
                      <a:pt x="1" y="0"/>
                      <a:pt x="16" y="19"/>
                      <a:pt x="6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8" name="Freeform 340">
                <a:extLst>
                  <a:ext uri="{FF2B5EF4-FFF2-40B4-BE49-F238E27FC236}">
                    <a16:creationId xmlns:a16="http://schemas.microsoft.com/office/drawing/2014/main" id="{B2281C4E-88C8-4C3F-BB7C-522FE274A2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6" y="2912"/>
                <a:ext cx="300" cy="627"/>
              </a:xfrm>
              <a:custGeom>
                <a:avLst/>
                <a:gdLst>
                  <a:gd name="T0" fmla="*/ 1583 w 120"/>
                  <a:gd name="T1" fmla="*/ 192 h 235"/>
                  <a:gd name="T2" fmla="*/ 1095 w 120"/>
                  <a:gd name="T3" fmla="*/ 35 h 235"/>
                  <a:gd name="T4" fmla="*/ 0 w 120"/>
                  <a:gd name="T5" fmla="*/ 4237 h 235"/>
                  <a:gd name="T6" fmla="*/ 188 w 120"/>
                  <a:gd name="T7" fmla="*/ 4464 h 235"/>
                  <a:gd name="T8" fmla="*/ 375 w 120"/>
                  <a:gd name="T9" fmla="*/ 4237 h 235"/>
                  <a:gd name="T10" fmla="*/ 1145 w 120"/>
                  <a:gd name="T11" fmla="*/ 491 h 235"/>
                  <a:gd name="T12" fmla="*/ 1333 w 120"/>
                  <a:gd name="T13" fmla="*/ 534 h 235"/>
                  <a:gd name="T14" fmla="*/ 1488 w 120"/>
                  <a:gd name="T15" fmla="*/ 1574 h 235"/>
                  <a:gd name="T16" fmla="*/ 1500 w 120"/>
                  <a:gd name="T17" fmla="*/ 1857 h 235"/>
                  <a:gd name="T18" fmla="*/ 1688 w 120"/>
                  <a:gd name="T19" fmla="*/ 1958 h 235"/>
                  <a:gd name="T20" fmla="*/ 1875 w 120"/>
                  <a:gd name="T21" fmla="*/ 1844 h 235"/>
                  <a:gd name="T22" fmla="*/ 1863 w 120"/>
                  <a:gd name="T23" fmla="*/ 1574 h 235"/>
                  <a:gd name="T24" fmla="*/ 1583 w 120"/>
                  <a:gd name="T25" fmla="*/ 192 h 235"/>
                  <a:gd name="T26" fmla="*/ 1720 w 120"/>
                  <a:gd name="T27" fmla="*/ 1844 h 235"/>
                  <a:gd name="T28" fmla="*/ 1688 w 120"/>
                  <a:gd name="T29" fmla="*/ 1844 h 235"/>
                  <a:gd name="T30" fmla="*/ 1625 w 120"/>
                  <a:gd name="T31" fmla="*/ 1844 h 235"/>
                  <a:gd name="T32" fmla="*/ 1595 w 120"/>
                  <a:gd name="T33" fmla="*/ 1844 h 235"/>
                  <a:gd name="T34" fmla="*/ 1583 w 120"/>
                  <a:gd name="T35" fmla="*/ 1574 h 235"/>
                  <a:gd name="T36" fmla="*/ 1395 w 120"/>
                  <a:gd name="T37" fmla="*/ 456 h 235"/>
                  <a:gd name="T38" fmla="*/ 1125 w 120"/>
                  <a:gd name="T39" fmla="*/ 376 h 235"/>
                  <a:gd name="T40" fmla="*/ 283 w 120"/>
                  <a:gd name="T41" fmla="*/ 4237 h 235"/>
                  <a:gd name="T42" fmla="*/ 188 w 120"/>
                  <a:gd name="T43" fmla="*/ 4349 h 235"/>
                  <a:gd name="T44" fmla="*/ 95 w 120"/>
                  <a:gd name="T45" fmla="*/ 4237 h 235"/>
                  <a:gd name="T46" fmla="*/ 1083 w 120"/>
                  <a:gd name="T47" fmla="*/ 93 h 235"/>
                  <a:gd name="T48" fmla="*/ 1520 w 120"/>
                  <a:gd name="T49" fmla="*/ 285 h 235"/>
                  <a:gd name="T50" fmla="*/ 1770 w 120"/>
                  <a:gd name="T51" fmla="*/ 1574 h 235"/>
                  <a:gd name="T52" fmla="*/ 1783 w 120"/>
                  <a:gd name="T53" fmla="*/ 1844 h 235"/>
                  <a:gd name="T54" fmla="*/ 1720 w 120"/>
                  <a:gd name="T55" fmla="*/ 1844 h 23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20" h="235">
                    <a:moveTo>
                      <a:pt x="101" y="10"/>
                    </a:moveTo>
                    <a:cubicBezTo>
                      <a:pt x="93" y="3"/>
                      <a:pt x="83" y="0"/>
                      <a:pt x="70" y="2"/>
                    </a:cubicBezTo>
                    <a:cubicBezTo>
                      <a:pt x="13" y="9"/>
                      <a:pt x="0" y="168"/>
                      <a:pt x="0" y="223"/>
                    </a:cubicBezTo>
                    <a:cubicBezTo>
                      <a:pt x="0" y="230"/>
                      <a:pt x="5" y="235"/>
                      <a:pt x="12" y="235"/>
                    </a:cubicBezTo>
                    <a:cubicBezTo>
                      <a:pt x="18" y="235"/>
                      <a:pt x="24" y="230"/>
                      <a:pt x="24" y="223"/>
                    </a:cubicBezTo>
                    <a:cubicBezTo>
                      <a:pt x="24" y="128"/>
                      <a:pt x="49" y="29"/>
                      <a:pt x="73" y="26"/>
                    </a:cubicBezTo>
                    <a:cubicBezTo>
                      <a:pt x="80" y="25"/>
                      <a:pt x="83" y="27"/>
                      <a:pt x="85" y="28"/>
                    </a:cubicBezTo>
                    <a:cubicBezTo>
                      <a:pt x="95" y="37"/>
                      <a:pt x="95" y="65"/>
                      <a:pt x="95" y="83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6" y="105"/>
                      <a:pt x="101" y="103"/>
                      <a:pt x="108" y="103"/>
                    </a:cubicBezTo>
                    <a:cubicBezTo>
                      <a:pt x="114" y="103"/>
                      <a:pt x="120" y="104"/>
                      <a:pt x="120" y="97"/>
                    </a:cubicBezTo>
                    <a:cubicBezTo>
                      <a:pt x="119" y="83"/>
                      <a:pt x="119" y="83"/>
                      <a:pt x="119" y="83"/>
                    </a:cubicBezTo>
                    <a:cubicBezTo>
                      <a:pt x="119" y="58"/>
                      <a:pt x="119" y="26"/>
                      <a:pt x="101" y="10"/>
                    </a:cubicBezTo>
                    <a:close/>
                    <a:moveTo>
                      <a:pt x="110" y="97"/>
                    </a:moveTo>
                    <a:cubicBezTo>
                      <a:pt x="108" y="97"/>
                      <a:pt x="108" y="97"/>
                      <a:pt x="108" y="97"/>
                    </a:cubicBezTo>
                    <a:cubicBezTo>
                      <a:pt x="104" y="97"/>
                      <a:pt x="104" y="97"/>
                      <a:pt x="104" y="97"/>
                    </a:cubicBezTo>
                    <a:cubicBezTo>
                      <a:pt x="103" y="97"/>
                      <a:pt x="102" y="97"/>
                      <a:pt x="102" y="97"/>
                    </a:cubicBezTo>
                    <a:cubicBezTo>
                      <a:pt x="102" y="96"/>
                      <a:pt x="101" y="83"/>
                      <a:pt x="101" y="83"/>
                    </a:cubicBezTo>
                    <a:cubicBezTo>
                      <a:pt x="101" y="57"/>
                      <a:pt x="100" y="33"/>
                      <a:pt x="89" y="24"/>
                    </a:cubicBezTo>
                    <a:cubicBezTo>
                      <a:pt x="85" y="20"/>
                      <a:pt x="80" y="19"/>
                      <a:pt x="72" y="20"/>
                    </a:cubicBezTo>
                    <a:cubicBezTo>
                      <a:pt x="38" y="24"/>
                      <a:pt x="18" y="141"/>
                      <a:pt x="18" y="223"/>
                    </a:cubicBezTo>
                    <a:cubicBezTo>
                      <a:pt x="18" y="226"/>
                      <a:pt x="15" y="229"/>
                      <a:pt x="12" y="229"/>
                    </a:cubicBezTo>
                    <a:cubicBezTo>
                      <a:pt x="8" y="229"/>
                      <a:pt x="6" y="226"/>
                      <a:pt x="6" y="223"/>
                    </a:cubicBezTo>
                    <a:cubicBezTo>
                      <a:pt x="6" y="156"/>
                      <a:pt x="20" y="12"/>
                      <a:pt x="69" y="5"/>
                    </a:cubicBezTo>
                    <a:cubicBezTo>
                      <a:pt x="80" y="4"/>
                      <a:pt x="90" y="9"/>
                      <a:pt x="97" y="15"/>
                    </a:cubicBezTo>
                    <a:cubicBezTo>
                      <a:pt x="113" y="29"/>
                      <a:pt x="113" y="59"/>
                      <a:pt x="113" y="83"/>
                    </a:cubicBezTo>
                    <a:cubicBezTo>
                      <a:pt x="113" y="83"/>
                      <a:pt x="114" y="96"/>
                      <a:pt x="114" y="97"/>
                    </a:cubicBezTo>
                    <a:cubicBezTo>
                      <a:pt x="113" y="97"/>
                      <a:pt x="111" y="97"/>
                      <a:pt x="110" y="97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9" name="Freeform 341">
                <a:extLst>
                  <a:ext uri="{FF2B5EF4-FFF2-40B4-BE49-F238E27FC236}">
                    <a16:creationId xmlns:a16="http://schemas.microsoft.com/office/drawing/2014/main" id="{3DC37110-7D5F-4623-86AA-B4877672D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912"/>
                <a:ext cx="300" cy="627"/>
              </a:xfrm>
              <a:custGeom>
                <a:avLst/>
                <a:gdLst>
                  <a:gd name="T0" fmla="*/ 1095 w 120"/>
                  <a:gd name="T1" fmla="*/ 35 h 235"/>
                  <a:gd name="T2" fmla="*/ 0 w 120"/>
                  <a:gd name="T3" fmla="*/ 4237 h 235"/>
                  <a:gd name="T4" fmla="*/ 188 w 120"/>
                  <a:gd name="T5" fmla="*/ 4464 h 235"/>
                  <a:gd name="T6" fmla="*/ 375 w 120"/>
                  <a:gd name="T7" fmla="*/ 4237 h 235"/>
                  <a:gd name="T8" fmla="*/ 1145 w 120"/>
                  <a:gd name="T9" fmla="*/ 491 h 235"/>
                  <a:gd name="T10" fmla="*/ 1333 w 120"/>
                  <a:gd name="T11" fmla="*/ 534 h 235"/>
                  <a:gd name="T12" fmla="*/ 1488 w 120"/>
                  <a:gd name="T13" fmla="*/ 1574 h 235"/>
                  <a:gd name="T14" fmla="*/ 1500 w 120"/>
                  <a:gd name="T15" fmla="*/ 1857 h 235"/>
                  <a:gd name="T16" fmla="*/ 1688 w 120"/>
                  <a:gd name="T17" fmla="*/ 1958 h 235"/>
                  <a:gd name="T18" fmla="*/ 1875 w 120"/>
                  <a:gd name="T19" fmla="*/ 1844 h 235"/>
                  <a:gd name="T20" fmla="*/ 1863 w 120"/>
                  <a:gd name="T21" fmla="*/ 1574 h 235"/>
                  <a:gd name="T22" fmla="*/ 1583 w 120"/>
                  <a:gd name="T23" fmla="*/ 192 h 235"/>
                  <a:gd name="T24" fmla="*/ 1095 w 120"/>
                  <a:gd name="T25" fmla="*/ 35 h 2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0" h="235">
                    <a:moveTo>
                      <a:pt x="70" y="2"/>
                    </a:moveTo>
                    <a:cubicBezTo>
                      <a:pt x="13" y="9"/>
                      <a:pt x="0" y="168"/>
                      <a:pt x="0" y="223"/>
                    </a:cubicBezTo>
                    <a:cubicBezTo>
                      <a:pt x="0" y="230"/>
                      <a:pt x="5" y="235"/>
                      <a:pt x="12" y="235"/>
                    </a:cubicBezTo>
                    <a:cubicBezTo>
                      <a:pt x="18" y="235"/>
                      <a:pt x="24" y="230"/>
                      <a:pt x="24" y="223"/>
                    </a:cubicBezTo>
                    <a:cubicBezTo>
                      <a:pt x="24" y="128"/>
                      <a:pt x="49" y="29"/>
                      <a:pt x="73" y="26"/>
                    </a:cubicBezTo>
                    <a:cubicBezTo>
                      <a:pt x="80" y="25"/>
                      <a:pt x="83" y="27"/>
                      <a:pt x="85" y="28"/>
                    </a:cubicBezTo>
                    <a:cubicBezTo>
                      <a:pt x="95" y="37"/>
                      <a:pt x="95" y="65"/>
                      <a:pt x="95" y="83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6" y="105"/>
                      <a:pt x="101" y="103"/>
                      <a:pt x="108" y="103"/>
                    </a:cubicBezTo>
                    <a:cubicBezTo>
                      <a:pt x="114" y="103"/>
                      <a:pt x="120" y="104"/>
                      <a:pt x="120" y="97"/>
                    </a:cubicBezTo>
                    <a:cubicBezTo>
                      <a:pt x="119" y="83"/>
                      <a:pt x="119" y="83"/>
                      <a:pt x="119" y="83"/>
                    </a:cubicBezTo>
                    <a:cubicBezTo>
                      <a:pt x="119" y="58"/>
                      <a:pt x="119" y="26"/>
                      <a:pt x="101" y="10"/>
                    </a:cubicBezTo>
                    <a:cubicBezTo>
                      <a:pt x="93" y="3"/>
                      <a:pt x="83" y="0"/>
                      <a:pt x="7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0" name="Freeform 342">
                <a:extLst>
                  <a:ext uri="{FF2B5EF4-FFF2-40B4-BE49-F238E27FC236}">
                    <a16:creationId xmlns:a16="http://schemas.microsoft.com/office/drawing/2014/main" id="{B7EE1D3A-220D-48E5-82D9-932AA288C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648"/>
                <a:ext cx="65" cy="176"/>
              </a:xfrm>
              <a:custGeom>
                <a:avLst/>
                <a:gdLst>
                  <a:gd name="T0" fmla="*/ 0 w 26"/>
                  <a:gd name="T1" fmla="*/ 0 h 66"/>
                  <a:gd name="T2" fmla="*/ 408 w 26"/>
                  <a:gd name="T3" fmla="*/ 1251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6">
                    <a:moveTo>
                      <a:pt x="0" y="0"/>
                    </a:moveTo>
                    <a:cubicBezTo>
                      <a:pt x="2" y="11"/>
                      <a:pt x="9" y="46"/>
                      <a:pt x="26" y="66"/>
                    </a:cubicBezTo>
                  </a:path>
                </a:pathLst>
              </a:custGeom>
              <a:noFill/>
              <a:ln w="31750" cap="flat">
                <a:solidFill>
                  <a:srgbClr val="FED89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1" name="Freeform 343">
                <a:extLst>
                  <a:ext uri="{FF2B5EF4-FFF2-40B4-BE49-F238E27FC236}">
                    <a16:creationId xmlns:a16="http://schemas.microsoft.com/office/drawing/2014/main" id="{E0A7C92E-C54F-4D2E-A55A-2686C181F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381"/>
                <a:ext cx="195" cy="118"/>
              </a:xfrm>
              <a:custGeom>
                <a:avLst/>
                <a:gdLst>
                  <a:gd name="T0" fmla="*/ 0 w 78"/>
                  <a:gd name="T1" fmla="*/ 0 h 44"/>
                  <a:gd name="T2" fmla="*/ 1220 w 78"/>
                  <a:gd name="T3" fmla="*/ 57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44">
                    <a:moveTo>
                      <a:pt x="0" y="0"/>
                    </a:moveTo>
                    <a:cubicBezTo>
                      <a:pt x="0" y="43"/>
                      <a:pt x="64" y="44"/>
                      <a:pt x="78" y="30"/>
                    </a:cubicBezTo>
                  </a:path>
                </a:pathLst>
              </a:custGeom>
              <a:noFill/>
              <a:ln w="31750" cap="flat">
                <a:solidFill>
                  <a:srgbClr val="FDC48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2" name="Freeform 344">
                <a:extLst>
                  <a:ext uri="{FF2B5EF4-FFF2-40B4-BE49-F238E27FC236}">
                    <a16:creationId xmlns:a16="http://schemas.microsoft.com/office/drawing/2014/main" id="{9D292D61-5CE3-441A-8F74-AD31569EB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392"/>
                <a:ext cx="185" cy="115"/>
              </a:xfrm>
              <a:custGeom>
                <a:avLst/>
                <a:gdLst>
                  <a:gd name="T0" fmla="*/ 1158 w 74"/>
                  <a:gd name="T1" fmla="*/ 0 h 43"/>
                  <a:gd name="T2" fmla="*/ 0 w 74"/>
                  <a:gd name="T3" fmla="*/ 50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43">
                    <a:moveTo>
                      <a:pt x="74" y="0"/>
                    </a:moveTo>
                    <a:cubicBezTo>
                      <a:pt x="74" y="43"/>
                      <a:pt x="13" y="40"/>
                      <a:pt x="0" y="26"/>
                    </a:cubicBezTo>
                  </a:path>
                </a:pathLst>
              </a:custGeom>
              <a:noFill/>
              <a:ln w="31750" cap="flat">
                <a:solidFill>
                  <a:srgbClr val="FDC48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3" name="Freeform 345">
                <a:extLst>
                  <a:ext uri="{FF2B5EF4-FFF2-40B4-BE49-F238E27FC236}">
                    <a16:creationId xmlns:a16="http://schemas.microsoft.com/office/drawing/2014/main" id="{39992EC3-9D49-4C56-A64A-99417A119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131"/>
                <a:ext cx="300" cy="136"/>
              </a:xfrm>
              <a:custGeom>
                <a:avLst/>
                <a:gdLst>
                  <a:gd name="T0" fmla="*/ 0 w 120"/>
                  <a:gd name="T1" fmla="*/ 0 h 51"/>
                  <a:gd name="T2" fmla="*/ 1050 w 120"/>
                  <a:gd name="T3" fmla="*/ 888 h 51"/>
                  <a:gd name="T4" fmla="*/ 1875 w 120"/>
                  <a:gd name="T5" fmla="*/ 24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51">
                    <a:moveTo>
                      <a:pt x="0" y="0"/>
                    </a:moveTo>
                    <a:cubicBezTo>
                      <a:pt x="20" y="16"/>
                      <a:pt x="32" y="42"/>
                      <a:pt x="67" y="47"/>
                    </a:cubicBezTo>
                    <a:cubicBezTo>
                      <a:pt x="98" y="51"/>
                      <a:pt x="116" y="29"/>
                      <a:pt x="120" y="13"/>
                    </a:cubicBezTo>
                  </a:path>
                </a:pathLst>
              </a:custGeom>
              <a:noFill/>
              <a:ln w="31750" cap="flat">
                <a:solidFill>
                  <a:srgbClr val="FED89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4" name="Freeform 346">
                <a:extLst>
                  <a:ext uri="{FF2B5EF4-FFF2-40B4-BE49-F238E27FC236}">
                    <a16:creationId xmlns:a16="http://schemas.microsoft.com/office/drawing/2014/main" id="{C71F8215-923E-4415-9C20-20F7F9492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291"/>
                <a:ext cx="345" cy="170"/>
              </a:xfrm>
              <a:custGeom>
                <a:avLst/>
                <a:gdLst>
                  <a:gd name="T0" fmla="*/ 0 w 138"/>
                  <a:gd name="T1" fmla="*/ 0 h 64"/>
                  <a:gd name="T2" fmla="*/ 1500 w 138"/>
                  <a:gd name="T3" fmla="*/ 1121 h 64"/>
                  <a:gd name="T4" fmla="*/ 2020 w 138"/>
                  <a:gd name="T5" fmla="*/ 226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64">
                    <a:moveTo>
                      <a:pt x="0" y="0"/>
                    </a:moveTo>
                    <a:cubicBezTo>
                      <a:pt x="24" y="15"/>
                      <a:pt x="44" y="64"/>
                      <a:pt x="96" y="60"/>
                    </a:cubicBezTo>
                    <a:cubicBezTo>
                      <a:pt x="138" y="56"/>
                      <a:pt x="133" y="26"/>
                      <a:pt x="129" y="12"/>
                    </a:cubicBezTo>
                  </a:path>
                </a:pathLst>
              </a:custGeom>
              <a:noFill/>
              <a:ln w="31750" cap="flat">
                <a:solidFill>
                  <a:srgbClr val="FED89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5" name="Freeform 347">
                <a:extLst>
                  <a:ext uri="{FF2B5EF4-FFF2-40B4-BE49-F238E27FC236}">
                    <a16:creationId xmlns:a16="http://schemas.microsoft.com/office/drawing/2014/main" id="{7296DEEB-21EC-4A16-A576-C0CC2791E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131"/>
                <a:ext cx="298" cy="136"/>
              </a:xfrm>
              <a:custGeom>
                <a:avLst/>
                <a:gdLst>
                  <a:gd name="T0" fmla="*/ 1868 w 119"/>
                  <a:gd name="T1" fmla="*/ 0 h 51"/>
                  <a:gd name="T2" fmla="*/ 834 w 119"/>
                  <a:gd name="T3" fmla="*/ 888 h 51"/>
                  <a:gd name="T4" fmla="*/ 0 w 119"/>
                  <a:gd name="T5" fmla="*/ 24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51">
                    <a:moveTo>
                      <a:pt x="119" y="0"/>
                    </a:moveTo>
                    <a:cubicBezTo>
                      <a:pt x="99" y="16"/>
                      <a:pt x="88" y="42"/>
                      <a:pt x="53" y="47"/>
                    </a:cubicBezTo>
                    <a:cubicBezTo>
                      <a:pt x="21" y="51"/>
                      <a:pt x="3" y="29"/>
                      <a:pt x="0" y="13"/>
                    </a:cubicBezTo>
                  </a:path>
                </a:pathLst>
              </a:custGeom>
              <a:noFill/>
              <a:ln w="31750" cap="flat">
                <a:solidFill>
                  <a:srgbClr val="FED89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6" name="Freeform 348">
                <a:extLst>
                  <a:ext uri="{FF2B5EF4-FFF2-40B4-BE49-F238E27FC236}">
                    <a16:creationId xmlns:a16="http://schemas.microsoft.com/office/drawing/2014/main" id="{CB518647-5F6D-4705-829E-D2BF2B1C2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1291"/>
                <a:ext cx="330" cy="168"/>
              </a:xfrm>
              <a:custGeom>
                <a:avLst/>
                <a:gdLst>
                  <a:gd name="T0" fmla="*/ 2063 w 132"/>
                  <a:gd name="T1" fmla="*/ 0 h 63"/>
                  <a:gd name="T2" fmla="*/ 675 w 132"/>
                  <a:gd name="T3" fmla="*/ 1160 h 63"/>
                  <a:gd name="T4" fmla="*/ 50 w 132"/>
                  <a:gd name="T5" fmla="*/ 227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63">
                    <a:moveTo>
                      <a:pt x="132" y="0"/>
                    </a:moveTo>
                    <a:cubicBezTo>
                      <a:pt x="109" y="15"/>
                      <a:pt x="93" y="63"/>
                      <a:pt x="43" y="61"/>
                    </a:cubicBezTo>
                    <a:cubicBezTo>
                      <a:pt x="0" y="60"/>
                      <a:pt x="0" y="26"/>
                      <a:pt x="3" y="12"/>
                    </a:cubicBezTo>
                  </a:path>
                </a:pathLst>
              </a:custGeom>
              <a:noFill/>
              <a:ln w="31750" cap="flat">
                <a:solidFill>
                  <a:srgbClr val="FED89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7" name="Freeform 349">
                <a:extLst>
                  <a:ext uri="{FF2B5EF4-FFF2-40B4-BE49-F238E27FC236}">
                    <a16:creationId xmlns:a16="http://schemas.microsoft.com/office/drawing/2014/main" id="{E7A2EAD0-1E30-414A-B59E-499DC8517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805"/>
                <a:ext cx="270" cy="766"/>
              </a:xfrm>
              <a:custGeom>
                <a:avLst/>
                <a:gdLst>
                  <a:gd name="T0" fmla="*/ 0 w 108"/>
                  <a:gd name="T1" fmla="*/ 0 h 287"/>
                  <a:gd name="T2" fmla="*/ 1438 w 108"/>
                  <a:gd name="T3" fmla="*/ 2757 h 287"/>
                  <a:gd name="T4" fmla="*/ 1688 w 108"/>
                  <a:gd name="T5" fmla="*/ 5455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287">
                    <a:moveTo>
                      <a:pt x="0" y="0"/>
                    </a:moveTo>
                    <a:cubicBezTo>
                      <a:pt x="27" y="38"/>
                      <a:pt x="66" y="70"/>
                      <a:pt x="92" y="145"/>
                    </a:cubicBezTo>
                    <a:cubicBezTo>
                      <a:pt x="108" y="197"/>
                      <a:pt x="107" y="248"/>
                      <a:pt x="108" y="287"/>
                    </a:cubicBezTo>
                  </a:path>
                </a:pathLst>
              </a:custGeom>
              <a:noFill/>
              <a:ln w="31750" cap="flat">
                <a:solidFill>
                  <a:srgbClr val="FED89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8" name="Freeform 350">
                <a:extLst>
                  <a:ext uri="{FF2B5EF4-FFF2-40B4-BE49-F238E27FC236}">
                    <a16:creationId xmlns:a16="http://schemas.microsoft.com/office/drawing/2014/main" id="{9BAA4D6A-F85E-42B6-A245-9296C5F72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805"/>
                <a:ext cx="270" cy="766"/>
              </a:xfrm>
              <a:custGeom>
                <a:avLst/>
                <a:gdLst>
                  <a:gd name="T0" fmla="*/ 0 w 108"/>
                  <a:gd name="T1" fmla="*/ 0 h 287"/>
                  <a:gd name="T2" fmla="*/ 1438 w 108"/>
                  <a:gd name="T3" fmla="*/ 2757 h 287"/>
                  <a:gd name="T4" fmla="*/ 1688 w 108"/>
                  <a:gd name="T5" fmla="*/ 5455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287">
                    <a:moveTo>
                      <a:pt x="0" y="0"/>
                    </a:moveTo>
                    <a:cubicBezTo>
                      <a:pt x="27" y="38"/>
                      <a:pt x="66" y="70"/>
                      <a:pt x="92" y="145"/>
                    </a:cubicBezTo>
                    <a:cubicBezTo>
                      <a:pt x="108" y="197"/>
                      <a:pt x="107" y="248"/>
                      <a:pt x="108" y="28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9" name="Freeform 351">
                <a:extLst>
                  <a:ext uri="{FF2B5EF4-FFF2-40B4-BE49-F238E27FC236}">
                    <a16:creationId xmlns:a16="http://schemas.microsoft.com/office/drawing/2014/main" id="{8DC14C8C-1BE4-4794-8EF6-8E33C827F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568"/>
                <a:ext cx="515" cy="483"/>
              </a:xfrm>
              <a:custGeom>
                <a:avLst/>
                <a:gdLst>
                  <a:gd name="T0" fmla="*/ 0 w 206"/>
                  <a:gd name="T1" fmla="*/ 0 h 181"/>
                  <a:gd name="T2" fmla="*/ 875 w 206"/>
                  <a:gd name="T3" fmla="*/ 627 h 181"/>
                  <a:gd name="T4" fmla="*/ 2345 w 206"/>
                  <a:gd name="T5" fmla="*/ 1865 h 181"/>
                  <a:gd name="T6" fmla="*/ 3220 w 206"/>
                  <a:gd name="T7" fmla="*/ 3440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6" h="181">
                    <a:moveTo>
                      <a:pt x="0" y="0"/>
                    </a:moveTo>
                    <a:cubicBezTo>
                      <a:pt x="10" y="16"/>
                      <a:pt x="27" y="21"/>
                      <a:pt x="56" y="33"/>
                    </a:cubicBezTo>
                    <a:cubicBezTo>
                      <a:pt x="86" y="45"/>
                      <a:pt x="132" y="77"/>
                      <a:pt x="150" y="98"/>
                    </a:cubicBezTo>
                    <a:cubicBezTo>
                      <a:pt x="169" y="121"/>
                      <a:pt x="200" y="160"/>
                      <a:pt x="206" y="181"/>
                    </a:cubicBezTo>
                  </a:path>
                </a:pathLst>
              </a:custGeom>
              <a:noFill/>
              <a:ln w="15875" cap="flat">
                <a:solidFill>
                  <a:srgbClr val="FDC48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0" name="Freeform 352">
                <a:extLst>
                  <a:ext uri="{FF2B5EF4-FFF2-40B4-BE49-F238E27FC236}">
                    <a16:creationId xmlns:a16="http://schemas.microsoft.com/office/drawing/2014/main" id="{8D6036A6-4414-450A-BEB5-9499FED05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576"/>
                <a:ext cx="513" cy="477"/>
              </a:xfrm>
              <a:custGeom>
                <a:avLst/>
                <a:gdLst>
                  <a:gd name="T0" fmla="*/ 3213 w 205"/>
                  <a:gd name="T1" fmla="*/ 0 h 179"/>
                  <a:gd name="T2" fmla="*/ 2305 w 205"/>
                  <a:gd name="T3" fmla="*/ 568 h 179"/>
                  <a:gd name="T4" fmla="*/ 926 w 205"/>
                  <a:gd name="T5" fmla="*/ 1740 h 179"/>
                  <a:gd name="T6" fmla="*/ 0 w 205"/>
                  <a:gd name="T7" fmla="*/ 3387 h 1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179">
                    <a:moveTo>
                      <a:pt x="205" y="0"/>
                    </a:moveTo>
                    <a:cubicBezTo>
                      <a:pt x="195" y="16"/>
                      <a:pt x="176" y="18"/>
                      <a:pt x="147" y="30"/>
                    </a:cubicBezTo>
                    <a:cubicBezTo>
                      <a:pt x="118" y="42"/>
                      <a:pt x="78" y="69"/>
                      <a:pt x="59" y="92"/>
                    </a:cubicBezTo>
                    <a:cubicBezTo>
                      <a:pt x="41" y="114"/>
                      <a:pt x="6" y="158"/>
                      <a:pt x="0" y="179"/>
                    </a:cubicBezTo>
                  </a:path>
                </a:pathLst>
              </a:custGeom>
              <a:noFill/>
              <a:ln w="15875" cap="flat">
                <a:solidFill>
                  <a:srgbClr val="FDBB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1" name="Freeform 353">
                <a:extLst>
                  <a:ext uri="{FF2B5EF4-FFF2-40B4-BE49-F238E27FC236}">
                    <a16:creationId xmlns:a16="http://schemas.microsoft.com/office/drawing/2014/main" id="{BF66C5E2-BD3C-4F04-BB0C-D0C8214A5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629"/>
                <a:ext cx="480" cy="467"/>
              </a:xfrm>
              <a:custGeom>
                <a:avLst/>
                <a:gdLst>
                  <a:gd name="T0" fmla="*/ 0 w 192"/>
                  <a:gd name="T1" fmla="*/ 0 h 175"/>
                  <a:gd name="T2" fmla="*/ 688 w 192"/>
                  <a:gd name="T3" fmla="*/ 320 h 175"/>
                  <a:gd name="T4" fmla="*/ 2113 w 192"/>
                  <a:gd name="T5" fmla="*/ 1596 h 175"/>
                  <a:gd name="T6" fmla="*/ 3000 w 192"/>
                  <a:gd name="T7" fmla="*/ 3325 h 1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2" h="175">
                    <a:moveTo>
                      <a:pt x="0" y="0"/>
                    </a:moveTo>
                    <a:cubicBezTo>
                      <a:pt x="11" y="6"/>
                      <a:pt x="25" y="9"/>
                      <a:pt x="44" y="17"/>
                    </a:cubicBezTo>
                    <a:cubicBezTo>
                      <a:pt x="74" y="29"/>
                      <a:pt x="117" y="63"/>
                      <a:pt x="135" y="84"/>
                    </a:cubicBezTo>
                    <a:cubicBezTo>
                      <a:pt x="155" y="107"/>
                      <a:pt x="186" y="154"/>
                      <a:pt x="192" y="175"/>
                    </a:cubicBezTo>
                  </a:path>
                </a:pathLst>
              </a:custGeom>
              <a:noFill/>
              <a:ln w="15875" cap="flat">
                <a:solidFill>
                  <a:srgbClr val="FED89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2" name="Freeform 354">
                <a:extLst>
                  <a:ext uri="{FF2B5EF4-FFF2-40B4-BE49-F238E27FC236}">
                    <a16:creationId xmlns:a16="http://schemas.microsoft.com/office/drawing/2014/main" id="{3066C7E6-0D29-400E-A77C-5A12B19B6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632"/>
                <a:ext cx="472" cy="461"/>
              </a:xfrm>
              <a:custGeom>
                <a:avLst/>
                <a:gdLst>
                  <a:gd name="T0" fmla="*/ 2944 w 189"/>
                  <a:gd name="T1" fmla="*/ 0 h 173"/>
                  <a:gd name="T2" fmla="*/ 2320 w 189"/>
                  <a:gd name="T3" fmla="*/ 285 h 173"/>
                  <a:gd name="T4" fmla="*/ 904 w 189"/>
                  <a:gd name="T5" fmla="*/ 1535 h 173"/>
                  <a:gd name="T6" fmla="*/ 0 w 189"/>
                  <a:gd name="T7" fmla="*/ 3272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9" h="173">
                    <a:moveTo>
                      <a:pt x="189" y="0"/>
                    </a:moveTo>
                    <a:cubicBezTo>
                      <a:pt x="179" y="5"/>
                      <a:pt x="167" y="8"/>
                      <a:pt x="149" y="15"/>
                    </a:cubicBezTo>
                    <a:cubicBezTo>
                      <a:pt x="120" y="27"/>
                      <a:pt x="77" y="58"/>
                      <a:pt x="58" y="81"/>
                    </a:cubicBezTo>
                    <a:cubicBezTo>
                      <a:pt x="40" y="103"/>
                      <a:pt x="6" y="152"/>
                      <a:pt x="0" y="173"/>
                    </a:cubicBezTo>
                  </a:path>
                </a:pathLst>
              </a:custGeom>
              <a:noFill/>
              <a:ln w="15875" cap="flat">
                <a:solidFill>
                  <a:srgbClr val="FED89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3" name="Freeform 355">
                <a:extLst>
                  <a:ext uri="{FF2B5EF4-FFF2-40B4-BE49-F238E27FC236}">
                    <a16:creationId xmlns:a16="http://schemas.microsoft.com/office/drawing/2014/main" id="{785FA7CC-6D25-4865-AFE4-1181997C6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587"/>
                <a:ext cx="510" cy="485"/>
              </a:xfrm>
              <a:custGeom>
                <a:avLst/>
                <a:gdLst>
                  <a:gd name="T0" fmla="*/ 0 w 204"/>
                  <a:gd name="T1" fmla="*/ 0 h 182"/>
                  <a:gd name="T2" fmla="*/ 875 w 204"/>
                  <a:gd name="T3" fmla="*/ 546 h 182"/>
                  <a:gd name="T4" fmla="*/ 2313 w 204"/>
                  <a:gd name="T5" fmla="*/ 1817 h 182"/>
                  <a:gd name="T6" fmla="*/ 3188 w 204"/>
                  <a:gd name="T7" fmla="*/ 3443 h 1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4" h="182">
                    <a:moveTo>
                      <a:pt x="0" y="0"/>
                    </a:moveTo>
                    <a:cubicBezTo>
                      <a:pt x="10" y="16"/>
                      <a:pt x="27" y="17"/>
                      <a:pt x="56" y="29"/>
                    </a:cubicBezTo>
                    <a:cubicBezTo>
                      <a:pt x="86" y="41"/>
                      <a:pt x="129" y="74"/>
                      <a:pt x="148" y="96"/>
                    </a:cubicBezTo>
                    <a:cubicBezTo>
                      <a:pt x="167" y="118"/>
                      <a:pt x="198" y="161"/>
                      <a:pt x="204" y="18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4" name="Freeform 356">
                <a:extLst>
                  <a:ext uri="{FF2B5EF4-FFF2-40B4-BE49-F238E27FC236}">
                    <a16:creationId xmlns:a16="http://schemas.microsoft.com/office/drawing/2014/main" id="{E633A359-F4DB-4586-8664-8BC59CF3D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141"/>
                <a:ext cx="300" cy="136"/>
              </a:xfrm>
              <a:custGeom>
                <a:avLst/>
                <a:gdLst>
                  <a:gd name="T0" fmla="*/ 0 w 120"/>
                  <a:gd name="T1" fmla="*/ 0 h 51"/>
                  <a:gd name="T2" fmla="*/ 1050 w 120"/>
                  <a:gd name="T3" fmla="*/ 888 h 51"/>
                  <a:gd name="T4" fmla="*/ 1875 w 120"/>
                  <a:gd name="T5" fmla="*/ 24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51">
                    <a:moveTo>
                      <a:pt x="0" y="0"/>
                    </a:moveTo>
                    <a:cubicBezTo>
                      <a:pt x="20" y="16"/>
                      <a:pt x="32" y="42"/>
                      <a:pt x="67" y="47"/>
                    </a:cubicBezTo>
                    <a:cubicBezTo>
                      <a:pt x="98" y="51"/>
                      <a:pt x="116" y="29"/>
                      <a:pt x="120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5" name="Freeform 357">
                <a:extLst>
                  <a:ext uri="{FF2B5EF4-FFF2-40B4-BE49-F238E27FC236}">
                    <a16:creationId xmlns:a16="http://schemas.microsoft.com/office/drawing/2014/main" id="{020F3BC6-67A6-4945-8EA4-476B4EBA4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096"/>
                <a:ext cx="75" cy="77"/>
              </a:xfrm>
              <a:custGeom>
                <a:avLst/>
                <a:gdLst>
                  <a:gd name="T0" fmla="*/ 438 w 30"/>
                  <a:gd name="T1" fmla="*/ 0 h 29"/>
                  <a:gd name="T2" fmla="*/ 238 w 30"/>
                  <a:gd name="T3" fmla="*/ 542 h 29"/>
                  <a:gd name="T4" fmla="*/ 20 w 3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28" y="0"/>
                    </a:moveTo>
                    <a:cubicBezTo>
                      <a:pt x="30" y="15"/>
                      <a:pt x="25" y="29"/>
                      <a:pt x="15" y="29"/>
                    </a:cubicBezTo>
                    <a:cubicBezTo>
                      <a:pt x="5" y="29"/>
                      <a:pt x="0" y="15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6" name="Freeform 358">
                <a:extLst>
                  <a:ext uri="{FF2B5EF4-FFF2-40B4-BE49-F238E27FC236}">
                    <a16:creationId xmlns:a16="http://schemas.microsoft.com/office/drawing/2014/main" id="{18E3A05D-CA3C-40AD-902C-DF1A78A16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301"/>
                <a:ext cx="345" cy="171"/>
              </a:xfrm>
              <a:custGeom>
                <a:avLst/>
                <a:gdLst>
                  <a:gd name="T0" fmla="*/ 0 w 138"/>
                  <a:gd name="T1" fmla="*/ 0 h 64"/>
                  <a:gd name="T2" fmla="*/ 1500 w 138"/>
                  <a:gd name="T3" fmla="*/ 1144 h 64"/>
                  <a:gd name="T4" fmla="*/ 2020 w 138"/>
                  <a:gd name="T5" fmla="*/ 23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64">
                    <a:moveTo>
                      <a:pt x="0" y="0"/>
                    </a:moveTo>
                    <a:cubicBezTo>
                      <a:pt x="24" y="15"/>
                      <a:pt x="44" y="64"/>
                      <a:pt x="96" y="60"/>
                    </a:cubicBezTo>
                    <a:cubicBezTo>
                      <a:pt x="138" y="56"/>
                      <a:pt x="133" y="26"/>
                      <a:pt x="129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7" name="Freeform 359">
                <a:extLst>
                  <a:ext uri="{FF2B5EF4-FFF2-40B4-BE49-F238E27FC236}">
                    <a16:creationId xmlns:a16="http://schemas.microsoft.com/office/drawing/2014/main" id="{0364CBAB-E80F-4F88-81F9-EB14F01909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1" y="1707"/>
                <a:ext cx="1748" cy="834"/>
              </a:xfrm>
              <a:custGeom>
                <a:avLst/>
                <a:gdLst>
                  <a:gd name="T0" fmla="*/ 10305 w 699"/>
                  <a:gd name="T1" fmla="*/ 1647 h 313"/>
                  <a:gd name="T2" fmla="*/ 8067 w 699"/>
                  <a:gd name="T3" fmla="*/ 1932 h 313"/>
                  <a:gd name="T4" fmla="*/ 6534 w 699"/>
                  <a:gd name="T5" fmla="*/ 418 h 313"/>
                  <a:gd name="T6" fmla="*/ 6022 w 699"/>
                  <a:gd name="T7" fmla="*/ 93 h 313"/>
                  <a:gd name="T8" fmla="*/ 5459 w 699"/>
                  <a:gd name="T9" fmla="*/ 56 h 313"/>
                  <a:gd name="T10" fmla="*/ 4909 w 699"/>
                  <a:gd name="T11" fmla="*/ 93 h 313"/>
                  <a:gd name="T12" fmla="*/ 4379 w 699"/>
                  <a:gd name="T13" fmla="*/ 418 h 313"/>
                  <a:gd name="T14" fmla="*/ 2863 w 699"/>
                  <a:gd name="T15" fmla="*/ 1932 h 313"/>
                  <a:gd name="T16" fmla="*/ 613 w 699"/>
                  <a:gd name="T17" fmla="*/ 1647 h 313"/>
                  <a:gd name="T18" fmla="*/ 2863 w 699"/>
                  <a:gd name="T19" fmla="*/ 5183 h 313"/>
                  <a:gd name="T20" fmla="*/ 4084 w 699"/>
                  <a:gd name="T21" fmla="*/ 1703 h 313"/>
                  <a:gd name="T22" fmla="*/ 4596 w 699"/>
                  <a:gd name="T23" fmla="*/ 512 h 313"/>
                  <a:gd name="T24" fmla="*/ 5209 w 699"/>
                  <a:gd name="T25" fmla="*/ 171 h 313"/>
                  <a:gd name="T26" fmla="*/ 5722 w 699"/>
                  <a:gd name="T27" fmla="*/ 171 h 313"/>
                  <a:gd name="T28" fmla="*/ 6317 w 699"/>
                  <a:gd name="T29" fmla="*/ 512 h 313"/>
                  <a:gd name="T30" fmla="*/ 6847 w 699"/>
                  <a:gd name="T31" fmla="*/ 1703 h 313"/>
                  <a:gd name="T32" fmla="*/ 8067 w 699"/>
                  <a:gd name="T33" fmla="*/ 5183 h 313"/>
                  <a:gd name="T34" fmla="*/ 4429 w 699"/>
                  <a:gd name="T35" fmla="*/ 624 h 313"/>
                  <a:gd name="T36" fmla="*/ 3676 w 699"/>
                  <a:gd name="T37" fmla="*/ 2060 h 313"/>
                  <a:gd name="T38" fmla="*/ 3051 w 699"/>
                  <a:gd name="T39" fmla="*/ 3195 h 313"/>
                  <a:gd name="T40" fmla="*/ 3083 w 699"/>
                  <a:gd name="T41" fmla="*/ 3898 h 313"/>
                  <a:gd name="T42" fmla="*/ 2251 w 699"/>
                  <a:gd name="T43" fmla="*/ 5430 h 313"/>
                  <a:gd name="T44" fmla="*/ 395 w 699"/>
                  <a:gd name="T45" fmla="*/ 2571 h 313"/>
                  <a:gd name="T46" fmla="*/ 2376 w 699"/>
                  <a:gd name="T47" fmla="*/ 2252 h 313"/>
                  <a:gd name="T48" fmla="*/ 2938 w 699"/>
                  <a:gd name="T49" fmla="*/ 2001 h 313"/>
                  <a:gd name="T50" fmla="*/ 4346 w 699"/>
                  <a:gd name="T51" fmla="*/ 533 h 313"/>
                  <a:gd name="T52" fmla="*/ 4459 w 699"/>
                  <a:gd name="T53" fmla="*/ 533 h 313"/>
                  <a:gd name="T54" fmla="*/ 8680 w 699"/>
                  <a:gd name="T55" fmla="*/ 5430 h 313"/>
                  <a:gd name="T56" fmla="*/ 7835 w 699"/>
                  <a:gd name="T57" fmla="*/ 3898 h 313"/>
                  <a:gd name="T58" fmla="*/ 7867 w 699"/>
                  <a:gd name="T59" fmla="*/ 3195 h 313"/>
                  <a:gd name="T60" fmla="*/ 7255 w 699"/>
                  <a:gd name="T61" fmla="*/ 2060 h 313"/>
                  <a:gd name="T62" fmla="*/ 6504 w 699"/>
                  <a:gd name="T63" fmla="*/ 624 h 313"/>
                  <a:gd name="T64" fmla="*/ 6567 w 699"/>
                  <a:gd name="T65" fmla="*/ 533 h 313"/>
                  <a:gd name="T66" fmla="*/ 7085 w 699"/>
                  <a:gd name="T67" fmla="*/ 831 h 313"/>
                  <a:gd name="T68" fmla="*/ 8317 w 699"/>
                  <a:gd name="T69" fmla="*/ 2342 h 313"/>
                  <a:gd name="T70" fmla="*/ 10243 w 699"/>
                  <a:gd name="T71" fmla="*/ 1719 h 313"/>
                  <a:gd name="T72" fmla="*/ 9880 w 699"/>
                  <a:gd name="T73" fmla="*/ 4522 h 31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699" h="313">
                    <a:moveTo>
                      <a:pt x="637" y="243"/>
                    </a:moveTo>
                    <a:cubicBezTo>
                      <a:pt x="672" y="199"/>
                      <a:pt x="699" y="122"/>
                      <a:pt x="659" y="87"/>
                    </a:cubicBezTo>
                    <a:cubicBezTo>
                      <a:pt x="624" y="60"/>
                      <a:pt x="554" y="104"/>
                      <a:pt x="543" y="114"/>
                    </a:cubicBezTo>
                    <a:cubicBezTo>
                      <a:pt x="532" y="124"/>
                      <a:pt x="522" y="113"/>
                      <a:pt x="516" y="102"/>
                    </a:cubicBezTo>
                    <a:cubicBezTo>
                      <a:pt x="509" y="92"/>
                      <a:pt x="479" y="60"/>
                      <a:pt x="457" y="40"/>
                    </a:cubicBezTo>
                    <a:cubicBezTo>
                      <a:pt x="440" y="23"/>
                      <a:pt x="427" y="19"/>
                      <a:pt x="418" y="22"/>
                    </a:cubicBezTo>
                    <a:cubicBezTo>
                      <a:pt x="416" y="23"/>
                      <a:pt x="411" y="21"/>
                      <a:pt x="409" y="21"/>
                    </a:cubicBezTo>
                    <a:cubicBezTo>
                      <a:pt x="401" y="18"/>
                      <a:pt x="390" y="9"/>
                      <a:pt x="385" y="5"/>
                    </a:cubicBezTo>
                    <a:cubicBezTo>
                      <a:pt x="379" y="0"/>
                      <a:pt x="373" y="1"/>
                      <a:pt x="364" y="2"/>
                    </a:cubicBezTo>
                    <a:cubicBezTo>
                      <a:pt x="363" y="2"/>
                      <a:pt x="356" y="3"/>
                      <a:pt x="349" y="3"/>
                    </a:cubicBezTo>
                    <a:cubicBezTo>
                      <a:pt x="342" y="3"/>
                      <a:pt x="335" y="2"/>
                      <a:pt x="334" y="2"/>
                    </a:cubicBezTo>
                    <a:cubicBezTo>
                      <a:pt x="325" y="1"/>
                      <a:pt x="319" y="0"/>
                      <a:pt x="314" y="5"/>
                    </a:cubicBezTo>
                    <a:cubicBezTo>
                      <a:pt x="308" y="9"/>
                      <a:pt x="298" y="18"/>
                      <a:pt x="289" y="21"/>
                    </a:cubicBezTo>
                    <a:cubicBezTo>
                      <a:pt x="288" y="21"/>
                      <a:pt x="282" y="23"/>
                      <a:pt x="280" y="22"/>
                    </a:cubicBezTo>
                    <a:cubicBezTo>
                      <a:pt x="271" y="19"/>
                      <a:pt x="259" y="23"/>
                      <a:pt x="241" y="40"/>
                    </a:cubicBezTo>
                    <a:cubicBezTo>
                      <a:pt x="219" y="60"/>
                      <a:pt x="189" y="92"/>
                      <a:pt x="183" y="102"/>
                    </a:cubicBezTo>
                    <a:cubicBezTo>
                      <a:pt x="176" y="113"/>
                      <a:pt x="167" y="124"/>
                      <a:pt x="156" y="114"/>
                    </a:cubicBezTo>
                    <a:cubicBezTo>
                      <a:pt x="144" y="104"/>
                      <a:pt x="75" y="60"/>
                      <a:pt x="39" y="87"/>
                    </a:cubicBezTo>
                    <a:cubicBezTo>
                      <a:pt x="0" y="122"/>
                      <a:pt x="26" y="199"/>
                      <a:pt x="62" y="243"/>
                    </a:cubicBezTo>
                    <a:cubicBezTo>
                      <a:pt x="97" y="287"/>
                      <a:pt x="151" y="313"/>
                      <a:pt x="183" y="274"/>
                    </a:cubicBezTo>
                    <a:cubicBezTo>
                      <a:pt x="217" y="227"/>
                      <a:pt x="197" y="178"/>
                      <a:pt x="202" y="159"/>
                    </a:cubicBezTo>
                    <a:cubicBezTo>
                      <a:pt x="208" y="139"/>
                      <a:pt x="242" y="112"/>
                      <a:pt x="261" y="90"/>
                    </a:cubicBezTo>
                    <a:cubicBezTo>
                      <a:pt x="275" y="73"/>
                      <a:pt x="287" y="46"/>
                      <a:pt x="289" y="34"/>
                    </a:cubicBezTo>
                    <a:cubicBezTo>
                      <a:pt x="289" y="32"/>
                      <a:pt x="290" y="28"/>
                      <a:pt x="294" y="27"/>
                    </a:cubicBezTo>
                    <a:cubicBezTo>
                      <a:pt x="304" y="23"/>
                      <a:pt x="313" y="15"/>
                      <a:pt x="319" y="10"/>
                    </a:cubicBezTo>
                    <a:cubicBezTo>
                      <a:pt x="322" y="8"/>
                      <a:pt x="325" y="8"/>
                      <a:pt x="333" y="9"/>
                    </a:cubicBezTo>
                    <a:cubicBezTo>
                      <a:pt x="337" y="10"/>
                      <a:pt x="343" y="10"/>
                      <a:pt x="349" y="10"/>
                    </a:cubicBezTo>
                    <a:cubicBezTo>
                      <a:pt x="356" y="10"/>
                      <a:pt x="361" y="10"/>
                      <a:pt x="366" y="9"/>
                    </a:cubicBezTo>
                    <a:cubicBezTo>
                      <a:pt x="373" y="8"/>
                      <a:pt x="377" y="8"/>
                      <a:pt x="380" y="10"/>
                    </a:cubicBezTo>
                    <a:cubicBezTo>
                      <a:pt x="385" y="15"/>
                      <a:pt x="395" y="23"/>
                      <a:pt x="404" y="27"/>
                    </a:cubicBezTo>
                    <a:cubicBezTo>
                      <a:pt x="408" y="28"/>
                      <a:pt x="409" y="32"/>
                      <a:pt x="410" y="34"/>
                    </a:cubicBezTo>
                    <a:cubicBezTo>
                      <a:pt x="411" y="46"/>
                      <a:pt x="424" y="73"/>
                      <a:pt x="438" y="90"/>
                    </a:cubicBezTo>
                    <a:cubicBezTo>
                      <a:pt x="456" y="112"/>
                      <a:pt x="490" y="139"/>
                      <a:pt x="496" y="159"/>
                    </a:cubicBezTo>
                    <a:cubicBezTo>
                      <a:pt x="502" y="178"/>
                      <a:pt x="482" y="227"/>
                      <a:pt x="516" y="274"/>
                    </a:cubicBezTo>
                    <a:cubicBezTo>
                      <a:pt x="548" y="313"/>
                      <a:pt x="601" y="287"/>
                      <a:pt x="637" y="243"/>
                    </a:cubicBezTo>
                    <a:close/>
                    <a:moveTo>
                      <a:pt x="283" y="33"/>
                    </a:moveTo>
                    <a:cubicBezTo>
                      <a:pt x="281" y="43"/>
                      <a:pt x="270" y="70"/>
                      <a:pt x="256" y="86"/>
                    </a:cubicBezTo>
                    <a:cubicBezTo>
                      <a:pt x="250" y="93"/>
                      <a:pt x="243" y="101"/>
                      <a:pt x="235" y="109"/>
                    </a:cubicBezTo>
                    <a:cubicBezTo>
                      <a:pt x="217" y="126"/>
                      <a:pt x="201" y="143"/>
                      <a:pt x="197" y="157"/>
                    </a:cubicBezTo>
                    <a:cubicBezTo>
                      <a:pt x="196" y="160"/>
                      <a:pt x="195" y="164"/>
                      <a:pt x="195" y="169"/>
                    </a:cubicBezTo>
                    <a:cubicBezTo>
                      <a:pt x="195" y="173"/>
                      <a:pt x="196" y="178"/>
                      <a:pt x="196" y="184"/>
                    </a:cubicBezTo>
                    <a:cubicBezTo>
                      <a:pt x="197" y="191"/>
                      <a:pt x="197" y="198"/>
                      <a:pt x="197" y="206"/>
                    </a:cubicBezTo>
                    <a:cubicBezTo>
                      <a:pt x="197" y="225"/>
                      <a:pt x="194" y="248"/>
                      <a:pt x="178" y="271"/>
                    </a:cubicBezTo>
                    <a:cubicBezTo>
                      <a:pt x="169" y="282"/>
                      <a:pt x="157" y="287"/>
                      <a:pt x="144" y="287"/>
                    </a:cubicBezTo>
                    <a:cubicBezTo>
                      <a:pt x="120" y="287"/>
                      <a:pt x="90" y="269"/>
                      <a:pt x="66" y="239"/>
                    </a:cubicBezTo>
                    <a:cubicBezTo>
                      <a:pt x="44" y="212"/>
                      <a:pt x="25" y="171"/>
                      <a:pt x="25" y="136"/>
                    </a:cubicBezTo>
                    <a:cubicBezTo>
                      <a:pt x="25" y="118"/>
                      <a:pt x="30" y="103"/>
                      <a:pt x="43" y="91"/>
                    </a:cubicBezTo>
                    <a:cubicBezTo>
                      <a:pt x="75" y="68"/>
                      <a:pt x="140" y="108"/>
                      <a:pt x="152" y="119"/>
                    </a:cubicBezTo>
                    <a:cubicBezTo>
                      <a:pt x="156" y="123"/>
                      <a:pt x="161" y="125"/>
                      <a:pt x="166" y="124"/>
                    </a:cubicBezTo>
                    <a:cubicBezTo>
                      <a:pt x="175" y="123"/>
                      <a:pt x="182" y="114"/>
                      <a:pt x="188" y="106"/>
                    </a:cubicBezTo>
                    <a:cubicBezTo>
                      <a:pt x="194" y="96"/>
                      <a:pt x="224" y="64"/>
                      <a:pt x="245" y="44"/>
                    </a:cubicBezTo>
                    <a:cubicBezTo>
                      <a:pt x="259" y="31"/>
                      <a:pt x="271" y="25"/>
                      <a:pt x="278" y="28"/>
                    </a:cubicBezTo>
                    <a:cubicBezTo>
                      <a:pt x="278" y="28"/>
                      <a:pt x="278" y="28"/>
                      <a:pt x="278" y="28"/>
                    </a:cubicBezTo>
                    <a:cubicBezTo>
                      <a:pt x="280" y="28"/>
                      <a:pt x="282" y="28"/>
                      <a:pt x="285" y="28"/>
                    </a:cubicBezTo>
                    <a:cubicBezTo>
                      <a:pt x="284" y="30"/>
                      <a:pt x="283" y="32"/>
                      <a:pt x="283" y="33"/>
                    </a:cubicBezTo>
                    <a:close/>
                    <a:moveTo>
                      <a:pt x="555" y="287"/>
                    </a:moveTo>
                    <a:cubicBezTo>
                      <a:pt x="541" y="287"/>
                      <a:pt x="529" y="282"/>
                      <a:pt x="520" y="271"/>
                    </a:cubicBezTo>
                    <a:cubicBezTo>
                      <a:pt x="505" y="248"/>
                      <a:pt x="501" y="226"/>
                      <a:pt x="501" y="206"/>
                    </a:cubicBezTo>
                    <a:cubicBezTo>
                      <a:pt x="501" y="198"/>
                      <a:pt x="502" y="191"/>
                      <a:pt x="502" y="184"/>
                    </a:cubicBezTo>
                    <a:cubicBezTo>
                      <a:pt x="503" y="178"/>
                      <a:pt x="503" y="173"/>
                      <a:pt x="503" y="169"/>
                    </a:cubicBezTo>
                    <a:cubicBezTo>
                      <a:pt x="503" y="164"/>
                      <a:pt x="503" y="160"/>
                      <a:pt x="502" y="157"/>
                    </a:cubicBezTo>
                    <a:cubicBezTo>
                      <a:pt x="497" y="143"/>
                      <a:pt x="481" y="126"/>
                      <a:pt x="464" y="109"/>
                    </a:cubicBezTo>
                    <a:cubicBezTo>
                      <a:pt x="456" y="101"/>
                      <a:pt x="448" y="93"/>
                      <a:pt x="442" y="86"/>
                    </a:cubicBezTo>
                    <a:cubicBezTo>
                      <a:pt x="429" y="70"/>
                      <a:pt x="417" y="43"/>
                      <a:pt x="416" y="33"/>
                    </a:cubicBezTo>
                    <a:cubicBezTo>
                      <a:pt x="416" y="32"/>
                      <a:pt x="415" y="30"/>
                      <a:pt x="414" y="28"/>
                    </a:cubicBezTo>
                    <a:cubicBezTo>
                      <a:pt x="417" y="28"/>
                      <a:pt x="419" y="28"/>
                      <a:pt x="420" y="28"/>
                    </a:cubicBezTo>
                    <a:cubicBezTo>
                      <a:pt x="420" y="28"/>
                      <a:pt x="420" y="28"/>
                      <a:pt x="420" y="28"/>
                    </a:cubicBezTo>
                    <a:cubicBezTo>
                      <a:pt x="428" y="25"/>
                      <a:pt x="439" y="31"/>
                      <a:pt x="453" y="44"/>
                    </a:cubicBezTo>
                    <a:cubicBezTo>
                      <a:pt x="474" y="64"/>
                      <a:pt x="504" y="96"/>
                      <a:pt x="511" y="106"/>
                    </a:cubicBezTo>
                    <a:cubicBezTo>
                      <a:pt x="516" y="114"/>
                      <a:pt x="523" y="123"/>
                      <a:pt x="532" y="124"/>
                    </a:cubicBezTo>
                    <a:cubicBezTo>
                      <a:pt x="537" y="125"/>
                      <a:pt x="542" y="123"/>
                      <a:pt x="547" y="119"/>
                    </a:cubicBezTo>
                    <a:cubicBezTo>
                      <a:pt x="559" y="108"/>
                      <a:pt x="624" y="68"/>
                      <a:pt x="655" y="91"/>
                    </a:cubicBezTo>
                    <a:cubicBezTo>
                      <a:pt x="668" y="103"/>
                      <a:pt x="673" y="118"/>
                      <a:pt x="673" y="136"/>
                    </a:cubicBezTo>
                    <a:cubicBezTo>
                      <a:pt x="673" y="171"/>
                      <a:pt x="654" y="212"/>
                      <a:pt x="632" y="239"/>
                    </a:cubicBezTo>
                    <a:cubicBezTo>
                      <a:pt x="608" y="269"/>
                      <a:pt x="579" y="287"/>
                      <a:pt x="555" y="287"/>
                    </a:cubicBezTo>
                    <a:close/>
                  </a:path>
                </a:pathLst>
              </a:custGeom>
              <a:solidFill>
                <a:srgbClr val="FEEE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8" name="Freeform 360">
                <a:extLst>
                  <a:ext uri="{FF2B5EF4-FFF2-40B4-BE49-F238E27FC236}">
                    <a16:creationId xmlns:a16="http://schemas.microsoft.com/office/drawing/2014/main" id="{EAA8AA5A-FFA3-4169-A68B-FC7DA9E0D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707"/>
                <a:ext cx="1748" cy="834"/>
              </a:xfrm>
              <a:custGeom>
                <a:avLst/>
                <a:gdLst>
                  <a:gd name="T0" fmla="*/ 10305 w 699"/>
                  <a:gd name="T1" fmla="*/ 1647 h 313"/>
                  <a:gd name="T2" fmla="*/ 8492 w 699"/>
                  <a:gd name="T3" fmla="*/ 2158 h 313"/>
                  <a:gd name="T4" fmla="*/ 8067 w 699"/>
                  <a:gd name="T5" fmla="*/ 1932 h 313"/>
                  <a:gd name="T6" fmla="*/ 7147 w 699"/>
                  <a:gd name="T7" fmla="*/ 759 h 313"/>
                  <a:gd name="T8" fmla="*/ 6534 w 699"/>
                  <a:gd name="T9" fmla="*/ 418 h 313"/>
                  <a:gd name="T10" fmla="*/ 6397 w 699"/>
                  <a:gd name="T11" fmla="*/ 397 h 313"/>
                  <a:gd name="T12" fmla="*/ 6022 w 699"/>
                  <a:gd name="T13" fmla="*/ 93 h 313"/>
                  <a:gd name="T14" fmla="*/ 5692 w 699"/>
                  <a:gd name="T15" fmla="*/ 35 h 313"/>
                  <a:gd name="T16" fmla="*/ 5459 w 699"/>
                  <a:gd name="T17" fmla="*/ 56 h 313"/>
                  <a:gd name="T18" fmla="*/ 5221 w 699"/>
                  <a:gd name="T19" fmla="*/ 35 h 313"/>
                  <a:gd name="T20" fmla="*/ 4909 w 699"/>
                  <a:gd name="T21" fmla="*/ 93 h 313"/>
                  <a:gd name="T22" fmla="*/ 4521 w 699"/>
                  <a:gd name="T23" fmla="*/ 397 h 313"/>
                  <a:gd name="T24" fmla="*/ 4379 w 699"/>
                  <a:gd name="T25" fmla="*/ 418 h 313"/>
                  <a:gd name="T26" fmla="*/ 3771 w 699"/>
                  <a:gd name="T27" fmla="*/ 759 h 313"/>
                  <a:gd name="T28" fmla="*/ 2863 w 699"/>
                  <a:gd name="T29" fmla="*/ 1932 h 313"/>
                  <a:gd name="T30" fmla="*/ 2438 w 699"/>
                  <a:gd name="T31" fmla="*/ 2158 h 313"/>
                  <a:gd name="T32" fmla="*/ 613 w 699"/>
                  <a:gd name="T33" fmla="*/ 1647 h 313"/>
                  <a:gd name="T34" fmla="*/ 970 w 699"/>
                  <a:gd name="T35" fmla="*/ 4594 h 313"/>
                  <a:gd name="T36" fmla="*/ 2863 w 699"/>
                  <a:gd name="T37" fmla="*/ 5183 h 313"/>
                  <a:gd name="T38" fmla="*/ 3158 w 699"/>
                  <a:gd name="T39" fmla="*/ 3011 h 313"/>
                  <a:gd name="T40" fmla="*/ 4084 w 699"/>
                  <a:gd name="T41" fmla="*/ 1703 h 313"/>
                  <a:gd name="T42" fmla="*/ 4521 w 699"/>
                  <a:gd name="T43" fmla="*/ 645 h 313"/>
                  <a:gd name="T44" fmla="*/ 4596 w 699"/>
                  <a:gd name="T45" fmla="*/ 512 h 313"/>
                  <a:gd name="T46" fmla="*/ 4991 w 699"/>
                  <a:gd name="T47" fmla="*/ 192 h 313"/>
                  <a:gd name="T48" fmla="*/ 5209 w 699"/>
                  <a:gd name="T49" fmla="*/ 171 h 313"/>
                  <a:gd name="T50" fmla="*/ 5459 w 699"/>
                  <a:gd name="T51" fmla="*/ 192 h 313"/>
                  <a:gd name="T52" fmla="*/ 5722 w 699"/>
                  <a:gd name="T53" fmla="*/ 171 h 313"/>
                  <a:gd name="T54" fmla="*/ 5942 w 699"/>
                  <a:gd name="T55" fmla="*/ 192 h 313"/>
                  <a:gd name="T56" fmla="*/ 6317 w 699"/>
                  <a:gd name="T57" fmla="*/ 512 h 313"/>
                  <a:gd name="T58" fmla="*/ 6409 w 699"/>
                  <a:gd name="T59" fmla="*/ 645 h 313"/>
                  <a:gd name="T60" fmla="*/ 6847 w 699"/>
                  <a:gd name="T61" fmla="*/ 1703 h 313"/>
                  <a:gd name="T62" fmla="*/ 7755 w 699"/>
                  <a:gd name="T63" fmla="*/ 3011 h 313"/>
                  <a:gd name="T64" fmla="*/ 8067 w 699"/>
                  <a:gd name="T65" fmla="*/ 5183 h 313"/>
                  <a:gd name="T66" fmla="*/ 9963 w 699"/>
                  <a:gd name="T67" fmla="*/ 4594 h 313"/>
                  <a:gd name="T68" fmla="*/ 10305 w 699"/>
                  <a:gd name="T69" fmla="*/ 1647 h 31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99" h="313">
                    <a:moveTo>
                      <a:pt x="659" y="87"/>
                    </a:moveTo>
                    <a:cubicBezTo>
                      <a:pt x="624" y="60"/>
                      <a:pt x="554" y="104"/>
                      <a:pt x="543" y="114"/>
                    </a:cubicBezTo>
                    <a:cubicBezTo>
                      <a:pt x="532" y="124"/>
                      <a:pt x="522" y="113"/>
                      <a:pt x="516" y="102"/>
                    </a:cubicBezTo>
                    <a:cubicBezTo>
                      <a:pt x="509" y="92"/>
                      <a:pt x="479" y="60"/>
                      <a:pt x="457" y="40"/>
                    </a:cubicBezTo>
                    <a:cubicBezTo>
                      <a:pt x="440" y="23"/>
                      <a:pt x="427" y="19"/>
                      <a:pt x="418" y="22"/>
                    </a:cubicBezTo>
                    <a:cubicBezTo>
                      <a:pt x="416" y="23"/>
                      <a:pt x="411" y="21"/>
                      <a:pt x="409" y="21"/>
                    </a:cubicBezTo>
                    <a:cubicBezTo>
                      <a:pt x="401" y="18"/>
                      <a:pt x="390" y="9"/>
                      <a:pt x="385" y="5"/>
                    </a:cubicBezTo>
                    <a:cubicBezTo>
                      <a:pt x="379" y="0"/>
                      <a:pt x="373" y="1"/>
                      <a:pt x="364" y="2"/>
                    </a:cubicBezTo>
                    <a:cubicBezTo>
                      <a:pt x="363" y="2"/>
                      <a:pt x="356" y="3"/>
                      <a:pt x="349" y="3"/>
                    </a:cubicBezTo>
                    <a:cubicBezTo>
                      <a:pt x="342" y="3"/>
                      <a:pt x="335" y="2"/>
                      <a:pt x="334" y="2"/>
                    </a:cubicBezTo>
                    <a:cubicBezTo>
                      <a:pt x="325" y="1"/>
                      <a:pt x="319" y="0"/>
                      <a:pt x="314" y="5"/>
                    </a:cubicBezTo>
                    <a:cubicBezTo>
                      <a:pt x="308" y="9"/>
                      <a:pt x="298" y="18"/>
                      <a:pt x="289" y="21"/>
                    </a:cubicBezTo>
                    <a:cubicBezTo>
                      <a:pt x="288" y="21"/>
                      <a:pt x="282" y="23"/>
                      <a:pt x="280" y="22"/>
                    </a:cubicBezTo>
                    <a:cubicBezTo>
                      <a:pt x="271" y="19"/>
                      <a:pt x="259" y="23"/>
                      <a:pt x="241" y="40"/>
                    </a:cubicBezTo>
                    <a:cubicBezTo>
                      <a:pt x="219" y="60"/>
                      <a:pt x="189" y="92"/>
                      <a:pt x="183" y="102"/>
                    </a:cubicBezTo>
                    <a:cubicBezTo>
                      <a:pt x="176" y="113"/>
                      <a:pt x="167" y="124"/>
                      <a:pt x="156" y="114"/>
                    </a:cubicBezTo>
                    <a:cubicBezTo>
                      <a:pt x="144" y="104"/>
                      <a:pt x="75" y="60"/>
                      <a:pt x="39" y="87"/>
                    </a:cubicBezTo>
                    <a:cubicBezTo>
                      <a:pt x="0" y="122"/>
                      <a:pt x="26" y="199"/>
                      <a:pt x="62" y="243"/>
                    </a:cubicBezTo>
                    <a:cubicBezTo>
                      <a:pt x="97" y="287"/>
                      <a:pt x="151" y="313"/>
                      <a:pt x="183" y="274"/>
                    </a:cubicBezTo>
                    <a:cubicBezTo>
                      <a:pt x="217" y="227"/>
                      <a:pt x="197" y="178"/>
                      <a:pt x="202" y="159"/>
                    </a:cubicBezTo>
                    <a:cubicBezTo>
                      <a:pt x="208" y="139"/>
                      <a:pt x="242" y="112"/>
                      <a:pt x="261" y="90"/>
                    </a:cubicBezTo>
                    <a:cubicBezTo>
                      <a:pt x="275" y="73"/>
                      <a:pt x="287" y="46"/>
                      <a:pt x="289" y="34"/>
                    </a:cubicBezTo>
                    <a:cubicBezTo>
                      <a:pt x="289" y="32"/>
                      <a:pt x="290" y="28"/>
                      <a:pt x="294" y="27"/>
                    </a:cubicBezTo>
                    <a:cubicBezTo>
                      <a:pt x="304" y="23"/>
                      <a:pt x="313" y="15"/>
                      <a:pt x="319" y="10"/>
                    </a:cubicBezTo>
                    <a:cubicBezTo>
                      <a:pt x="322" y="8"/>
                      <a:pt x="325" y="8"/>
                      <a:pt x="333" y="9"/>
                    </a:cubicBezTo>
                    <a:cubicBezTo>
                      <a:pt x="337" y="10"/>
                      <a:pt x="343" y="10"/>
                      <a:pt x="349" y="10"/>
                    </a:cubicBezTo>
                    <a:cubicBezTo>
                      <a:pt x="356" y="10"/>
                      <a:pt x="361" y="10"/>
                      <a:pt x="366" y="9"/>
                    </a:cubicBezTo>
                    <a:cubicBezTo>
                      <a:pt x="373" y="8"/>
                      <a:pt x="377" y="8"/>
                      <a:pt x="380" y="10"/>
                    </a:cubicBezTo>
                    <a:cubicBezTo>
                      <a:pt x="385" y="15"/>
                      <a:pt x="395" y="23"/>
                      <a:pt x="404" y="27"/>
                    </a:cubicBezTo>
                    <a:cubicBezTo>
                      <a:pt x="408" y="28"/>
                      <a:pt x="409" y="32"/>
                      <a:pt x="410" y="34"/>
                    </a:cubicBezTo>
                    <a:cubicBezTo>
                      <a:pt x="411" y="46"/>
                      <a:pt x="424" y="73"/>
                      <a:pt x="438" y="90"/>
                    </a:cubicBezTo>
                    <a:cubicBezTo>
                      <a:pt x="456" y="112"/>
                      <a:pt x="490" y="139"/>
                      <a:pt x="496" y="159"/>
                    </a:cubicBezTo>
                    <a:cubicBezTo>
                      <a:pt x="502" y="178"/>
                      <a:pt x="482" y="227"/>
                      <a:pt x="516" y="274"/>
                    </a:cubicBezTo>
                    <a:cubicBezTo>
                      <a:pt x="548" y="313"/>
                      <a:pt x="601" y="287"/>
                      <a:pt x="637" y="243"/>
                    </a:cubicBezTo>
                    <a:cubicBezTo>
                      <a:pt x="672" y="199"/>
                      <a:pt x="699" y="122"/>
                      <a:pt x="659" y="8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9" name="Freeform 361">
                <a:extLst>
                  <a:ext uri="{FF2B5EF4-FFF2-40B4-BE49-F238E27FC236}">
                    <a16:creationId xmlns:a16="http://schemas.microsoft.com/office/drawing/2014/main" id="{A85ADE21-10B3-4A0E-B981-CB28E32F5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267"/>
                <a:ext cx="1610" cy="770"/>
              </a:xfrm>
              <a:custGeom>
                <a:avLst/>
                <a:gdLst>
                  <a:gd name="T0" fmla="*/ 9238 w 644"/>
                  <a:gd name="T1" fmla="*/ 661 h 289"/>
                  <a:gd name="T2" fmla="*/ 9708 w 644"/>
                  <a:gd name="T3" fmla="*/ 0 h 289"/>
                  <a:gd name="T4" fmla="*/ 8783 w 644"/>
                  <a:gd name="T5" fmla="*/ 1433 h 289"/>
                  <a:gd name="T6" fmla="*/ 8488 w 644"/>
                  <a:gd name="T7" fmla="*/ 2214 h 289"/>
                  <a:gd name="T8" fmla="*/ 9020 w 644"/>
                  <a:gd name="T9" fmla="*/ 3330 h 289"/>
                  <a:gd name="T10" fmla="*/ 9738 w 644"/>
                  <a:gd name="T11" fmla="*/ 4559 h 289"/>
                  <a:gd name="T12" fmla="*/ 7908 w 644"/>
                  <a:gd name="T13" fmla="*/ 5238 h 289"/>
                  <a:gd name="T14" fmla="*/ 6783 w 644"/>
                  <a:gd name="T15" fmla="*/ 3783 h 289"/>
                  <a:gd name="T16" fmla="*/ 5988 w 644"/>
                  <a:gd name="T17" fmla="*/ 3408 h 289"/>
                  <a:gd name="T18" fmla="*/ 5250 w 644"/>
                  <a:gd name="T19" fmla="*/ 3045 h 289"/>
                  <a:gd name="T20" fmla="*/ 4800 w 644"/>
                  <a:gd name="T21" fmla="*/ 3045 h 289"/>
                  <a:gd name="T22" fmla="*/ 4050 w 644"/>
                  <a:gd name="T23" fmla="*/ 3408 h 289"/>
                  <a:gd name="T24" fmla="*/ 3270 w 644"/>
                  <a:gd name="T25" fmla="*/ 3783 h 289"/>
                  <a:gd name="T26" fmla="*/ 2145 w 644"/>
                  <a:gd name="T27" fmla="*/ 5238 h 289"/>
                  <a:gd name="T28" fmla="*/ 313 w 644"/>
                  <a:gd name="T29" fmla="*/ 4537 h 289"/>
                  <a:gd name="T30" fmla="*/ 1033 w 644"/>
                  <a:gd name="T31" fmla="*/ 3330 h 289"/>
                  <a:gd name="T32" fmla="*/ 1563 w 644"/>
                  <a:gd name="T33" fmla="*/ 2214 h 289"/>
                  <a:gd name="T34" fmla="*/ 1270 w 644"/>
                  <a:gd name="T35" fmla="*/ 1433 h 289"/>
                  <a:gd name="T36" fmla="*/ 345 w 644"/>
                  <a:gd name="T37" fmla="*/ 0 h 289"/>
                  <a:gd name="T38" fmla="*/ 813 w 644"/>
                  <a:gd name="T39" fmla="*/ 661 h 289"/>
                  <a:gd name="T40" fmla="*/ 1395 w 644"/>
                  <a:gd name="T41" fmla="*/ 1910 h 289"/>
                  <a:gd name="T42" fmla="*/ 0 w 644"/>
                  <a:gd name="T43" fmla="*/ 5012 h 289"/>
                  <a:gd name="T44" fmla="*/ 2000 w 644"/>
                  <a:gd name="T45" fmla="*/ 5275 h 289"/>
                  <a:gd name="T46" fmla="*/ 3333 w 644"/>
                  <a:gd name="T47" fmla="*/ 3877 h 289"/>
                  <a:gd name="T48" fmla="*/ 4083 w 644"/>
                  <a:gd name="T49" fmla="*/ 3522 h 289"/>
                  <a:gd name="T50" fmla="*/ 4783 w 644"/>
                  <a:gd name="T51" fmla="*/ 3160 h 289"/>
                  <a:gd name="T52" fmla="*/ 5250 w 644"/>
                  <a:gd name="T53" fmla="*/ 3160 h 289"/>
                  <a:gd name="T54" fmla="*/ 5958 w 644"/>
                  <a:gd name="T55" fmla="*/ 3522 h 289"/>
                  <a:gd name="T56" fmla="*/ 6708 w 644"/>
                  <a:gd name="T57" fmla="*/ 3877 h 289"/>
                  <a:gd name="T58" fmla="*/ 8050 w 644"/>
                  <a:gd name="T59" fmla="*/ 5275 h 289"/>
                  <a:gd name="T60" fmla="*/ 10063 w 644"/>
                  <a:gd name="T61" fmla="*/ 5068 h 289"/>
                  <a:gd name="T62" fmla="*/ 9095 w 644"/>
                  <a:gd name="T63" fmla="*/ 3272 h 28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44" h="289">
                    <a:moveTo>
                      <a:pt x="554" y="101"/>
                    </a:moveTo>
                    <a:cubicBezTo>
                      <a:pt x="565" y="79"/>
                      <a:pt x="576" y="71"/>
                      <a:pt x="591" y="35"/>
                    </a:cubicBezTo>
                    <a:cubicBezTo>
                      <a:pt x="599" y="16"/>
                      <a:pt x="620" y="6"/>
                      <a:pt x="638" y="0"/>
                    </a:cubicBezTo>
                    <a:cubicBezTo>
                      <a:pt x="621" y="0"/>
                      <a:pt x="621" y="0"/>
                      <a:pt x="621" y="0"/>
                    </a:cubicBezTo>
                    <a:cubicBezTo>
                      <a:pt x="606" y="7"/>
                      <a:pt x="592" y="17"/>
                      <a:pt x="586" y="32"/>
                    </a:cubicBezTo>
                    <a:cubicBezTo>
                      <a:pt x="577" y="54"/>
                      <a:pt x="569" y="65"/>
                      <a:pt x="562" y="76"/>
                    </a:cubicBezTo>
                    <a:cubicBezTo>
                      <a:pt x="557" y="83"/>
                      <a:pt x="553" y="89"/>
                      <a:pt x="548" y="98"/>
                    </a:cubicBezTo>
                    <a:cubicBezTo>
                      <a:pt x="545" y="105"/>
                      <a:pt x="543" y="111"/>
                      <a:pt x="543" y="117"/>
                    </a:cubicBezTo>
                    <a:cubicBezTo>
                      <a:pt x="543" y="131"/>
                      <a:pt x="553" y="144"/>
                      <a:pt x="570" y="167"/>
                    </a:cubicBezTo>
                    <a:cubicBezTo>
                      <a:pt x="577" y="176"/>
                      <a:pt x="577" y="176"/>
                      <a:pt x="577" y="176"/>
                    </a:cubicBezTo>
                    <a:cubicBezTo>
                      <a:pt x="577" y="176"/>
                      <a:pt x="580" y="180"/>
                      <a:pt x="580" y="180"/>
                    </a:cubicBezTo>
                    <a:cubicBezTo>
                      <a:pt x="597" y="203"/>
                      <a:pt x="612" y="224"/>
                      <a:pt x="623" y="241"/>
                    </a:cubicBezTo>
                    <a:cubicBezTo>
                      <a:pt x="582" y="225"/>
                      <a:pt x="519" y="267"/>
                      <a:pt x="511" y="275"/>
                    </a:cubicBezTo>
                    <a:cubicBezTo>
                      <a:pt x="508" y="277"/>
                      <a:pt x="506" y="277"/>
                      <a:pt x="506" y="277"/>
                    </a:cubicBezTo>
                    <a:cubicBezTo>
                      <a:pt x="501" y="277"/>
                      <a:pt x="495" y="267"/>
                      <a:pt x="493" y="264"/>
                    </a:cubicBezTo>
                    <a:cubicBezTo>
                      <a:pt x="485" y="253"/>
                      <a:pt x="454" y="220"/>
                      <a:pt x="434" y="200"/>
                    </a:cubicBezTo>
                    <a:cubicBezTo>
                      <a:pt x="416" y="184"/>
                      <a:pt x="401" y="178"/>
                      <a:pt x="389" y="181"/>
                    </a:cubicBezTo>
                    <a:cubicBezTo>
                      <a:pt x="388" y="181"/>
                      <a:pt x="387" y="181"/>
                      <a:pt x="383" y="180"/>
                    </a:cubicBezTo>
                    <a:cubicBezTo>
                      <a:pt x="375" y="178"/>
                      <a:pt x="365" y="169"/>
                      <a:pt x="361" y="165"/>
                    </a:cubicBezTo>
                    <a:cubicBezTo>
                      <a:pt x="353" y="159"/>
                      <a:pt x="344" y="160"/>
                      <a:pt x="336" y="161"/>
                    </a:cubicBezTo>
                    <a:cubicBezTo>
                      <a:pt x="335" y="161"/>
                      <a:pt x="328" y="162"/>
                      <a:pt x="321" y="162"/>
                    </a:cubicBezTo>
                    <a:cubicBezTo>
                      <a:pt x="314" y="162"/>
                      <a:pt x="308" y="161"/>
                      <a:pt x="307" y="161"/>
                    </a:cubicBezTo>
                    <a:cubicBezTo>
                      <a:pt x="298" y="160"/>
                      <a:pt x="290" y="159"/>
                      <a:pt x="282" y="165"/>
                    </a:cubicBezTo>
                    <a:cubicBezTo>
                      <a:pt x="277" y="169"/>
                      <a:pt x="267" y="178"/>
                      <a:pt x="259" y="180"/>
                    </a:cubicBezTo>
                    <a:cubicBezTo>
                      <a:pt x="255" y="181"/>
                      <a:pt x="254" y="181"/>
                      <a:pt x="254" y="181"/>
                    </a:cubicBezTo>
                    <a:cubicBezTo>
                      <a:pt x="241" y="178"/>
                      <a:pt x="227" y="184"/>
                      <a:pt x="209" y="200"/>
                    </a:cubicBezTo>
                    <a:cubicBezTo>
                      <a:pt x="188" y="220"/>
                      <a:pt x="157" y="253"/>
                      <a:pt x="150" y="264"/>
                    </a:cubicBezTo>
                    <a:cubicBezTo>
                      <a:pt x="148" y="267"/>
                      <a:pt x="142" y="277"/>
                      <a:pt x="137" y="277"/>
                    </a:cubicBezTo>
                    <a:cubicBezTo>
                      <a:pt x="136" y="277"/>
                      <a:pt x="134" y="277"/>
                      <a:pt x="132" y="275"/>
                    </a:cubicBezTo>
                    <a:cubicBezTo>
                      <a:pt x="123" y="267"/>
                      <a:pt x="62" y="226"/>
                      <a:pt x="20" y="240"/>
                    </a:cubicBezTo>
                    <a:cubicBezTo>
                      <a:pt x="31" y="223"/>
                      <a:pt x="46" y="203"/>
                      <a:pt x="63" y="180"/>
                    </a:cubicBezTo>
                    <a:cubicBezTo>
                      <a:pt x="66" y="176"/>
                      <a:pt x="66" y="176"/>
                      <a:pt x="66" y="176"/>
                    </a:cubicBezTo>
                    <a:cubicBezTo>
                      <a:pt x="73" y="167"/>
                      <a:pt x="73" y="167"/>
                      <a:pt x="73" y="167"/>
                    </a:cubicBezTo>
                    <a:cubicBezTo>
                      <a:pt x="90" y="144"/>
                      <a:pt x="100" y="131"/>
                      <a:pt x="100" y="117"/>
                    </a:cubicBezTo>
                    <a:cubicBezTo>
                      <a:pt x="100" y="111"/>
                      <a:pt x="98" y="105"/>
                      <a:pt x="95" y="98"/>
                    </a:cubicBezTo>
                    <a:cubicBezTo>
                      <a:pt x="90" y="89"/>
                      <a:pt x="86" y="83"/>
                      <a:pt x="81" y="76"/>
                    </a:cubicBezTo>
                    <a:cubicBezTo>
                      <a:pt x="74" y="65"/>
                      <a:pt x="67" y="54"/>
                      <a:pt x="57" y="32"/>
                    </a:cubicBezTo>
                    <a:cubicBezTo>
                      <a:pt x="51" y="17"/>
                      <a:pt x="37" y="7"/>
                      <a:pt x="22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3" y="6"/>
                      <a:pt x="44" y="16"/>
                      <a:pt x="52" y="35"/>
                    </a:cubicBezTo>
                    <a:cubicBezTo>
                      <a:pt x="68" y="71"/>
                      <a:pt x="78" y="79"/>
                      <a:pt x="89" y="101"/>
                    </a:cubicBezTo>
                    <a:cubicBezTo>
                      <a:pt x="89" y="101"/>
                      <a:pt x="89" y="101"/>
                      <a:pt x="89" y="101"/>
                    </a:cubicBezTo>
                    <a:cubicBezTo>
                      <a:pt x="101" y="123"/>
                      <a:pt x="91" y="132"/>
                      <a:pt x="61" y="173"/>
                    </a:cubicBezTo>
                    <a:cubicBezTo>
                      <a:pt x="33" y="211"/>
                      <a:pt x="8" y="244"/>
                      <a:pt x="0" y="265"/>
                    </a:cubicBezTo>
                    <a:cubicBezTo>
                      <a:pt x="3" y="260"/>
                      <a:pt x="7" y="256"/>
                      <a:pt x="11" y="252"/>
                    </a:cubicBezTo>
                    <a:cubicBezTo>
                      <a:pt x="47" y="225"/>
                      <a:pt x="116" y="269"/>
                      <a:pt x="128" y="279"/>
                    </a:cubicBezTo>
                    <a:cubicBezTo>
                      <a:pt x="139" y="289"/>
                      <a:pt x="148" y="278"/>
                      <a:pt x="155" y="267"/>
                    </a:cubicBezTo>
                    <a:cubicBezTo>
                      <a:pt x="161" y="257"/>
                      <a:pt x="191" y="225"/>
                      <a:pt x="213" y="205"/>
                    </a:cubicBezTo>
                    <a:cubicBezTo>
                      <a:pt x="231" y="188"/>
                      <a:pt x="243" y="184"/>
                      <a:pt x="252" y="187"/>
                    </a:cubicBezTo>
                    <a:cubicBezTo>
                      <a:pt x="254" y="188"/>
                      <a:pt x="260" y="186"/>
                      <a:pt x="261" y="186"/>
                    </a:cubicBezTo>
                    <a:cubicBezTo>
                      <a:pt x="270" y="183"/>
                      <a:pt x="280" y="174"/>
                      <a:pt x="286" y="170"/>
                    </a:cubicBezTo>
                    <a:cubicBezTo>
                      <a:pt x="291" y="165"/>
                      <a:pt x="297" y="166"/>
                      <a:pt x="306" y="167"/>
                    </a:cubicBezTo>
                    <a:cubicBezTo>
                      <a:pt x="307" y="167"/>
                      <a:pt x="314" y="168"/>
                      <a:pt x="321" y="168"/>
                    </a:cubicBezTo>
                    <a:cubicBezTo>
                      <a:pt x="328" y="168"/>
                      <a:pt x="335" y="167"/>
                      <a:pt x="336" y="167"/>
                    </a:cubicBezTo>
                    <a:cubicBezTo>
                      <a:pt x="345" y="166"/>
                      <a:pt x="351" y="165"/>
                      <a:pt x="357" y="170"/>
                    </a:cubicBezTo>
                    <a:cubicBezTo>
                      <a:pt x="362" y="174"/>
                      <a:pt x="373" y="183"/>
                      <a:pt x="381" y="186"/>
                    </a:cubicBezTo>
                    <a:cubicBezTo>
                      <a:pt x="383" y="186"/>
                      <a:pt x="388" y="188"/>
                      <a:pt x="390" y="187"/>
                    </a:cubicBezTo>
                    <a:cubicBezTo>
                      <a:pt x="399" y="184"/>
                      <a:pt x="412" y="188"/>
                      <a:pt x="429" y="205"/>
                    </a:cubicBezTo>
                    <a:cubicBezTo>
                      <a:pt x="451" y="225"/>
                      <a:pt x="481" y="257"/>
                      <a:pt x="488" y="267"/>
                    </a:cubicBezTo>
                    <a:cubicBezTo>
                      <a:pt x="494" y="278"/>
                      <a:pt x="504" y="289"/>
                      <a:pt x="515" y="279"/>
                    </a:cubicBezTo>
                    <a:cubicBezTo>
                      <a:pt x="526" y="269"/>
                      <a:pt x="596" y="225"/>
                      <a:pt x="631" y="252"/>
                    </a:cubicBezTo>
                    <a:cubicBezTo>
                      <a:pt x="637" y="257"/>
                      <a:pt x="641" y="262"/>
                      <a:pt x="644" y="268"/>
                    </a:cubicBezTo>
                    <a:cubicBezTo>
                      <a:pt x="644" y="268"/>
                      <a:pt x="644" y="268"/>
                      <a:pt x="644" y="268"/>
                    </a:cubicBezTo>
                    <a:cubicBezTo>
                      <a:pt x="638" y="248"/>
                      <a:pt x="612" y="213"/>
                      <a:pt x="582" y="173"/>
                    </a:cubicBezTo>
                    <a:cubicBezTo>
                      <a:pt x="552" y="132"/>
                      <a:pt x="543" y="123"/>
                      <a:pt x="554" y="101"/>
                    </a:cubicBezTo>
                    <a:close/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0" name="Freeform 362">
                <a:extLst>
                  <a:ext uri="{FF2B5EF4-FFF2-40B4-BE49-F238E27FC236}">
                    <a16:creationId xmlns:a16="http://schemas.microsoft.com/office/drawing/2014/main" id="{DAB2E2F2-36F7-4427-85B6-52D10E43A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251"/>
                <a:ext cx="1742" cy="786"/>
              </a:xfrm>
              <a:custGeom>
                <a:avLst/>
                <a:gdLst>
                  <a:gd name="T0" fmla="*/ 0 w 697"/>
                  <a:gd name="T1" fmla="*/ 0 h 295"/>
                  <a:gd name="T2" fmla="*/ 1230 w 697"/>
                  <a:gd name="T3" fmla="*/ 773 h 295"/>
                  <a:gd name="T4" fmla="*/ 1812 w 697"/>
                  <a:gd name="T5" fmla="*/ 2022 h 295"/>
                  <a:gd name="T6" fmla="*/ 1812 w 697"/>
                  <a:gd name="T7" fmla="*/ 2022 h 295"/>
                  <a:gd name="T8" fmla="*/ 1375 w 697"/>
                  <a:gd name="T9" fmla="*/ 3386 h 295"/>
                  <a:gd name="T10" fmla="*/ 417 w 697"/>
                  <a:gd name="T11" fmla="*/ 5126 h 295"/>
                  <a:gd name="T12" fmla="*/ 592 w 697"/>
                  <a:gd name="T13" fmla="*/ 4876 h 295"/>
                  <a:gd name="T14" fmla="*/ 2417 w 697"/>
                  <a:gd name="T15" fmla="*/ 5387 h 295"/>
                  <a:gd name="T16" fmla="*/ 2842 w 697"/>
                  <a:gd name="T17" fmla="*/ 5161 h 295"/>
                  <a:gd name="T18" fmla="*/ 3749 w 697"/>
                  <a:gd name="T19" fmla="*/ 3989 h 295"/>
                  <a:gd name="T20" fmla="*/ 4354 w 697"/>
                  <a:gd name="T21" fmla="*/ 3650 h 295"/>
                  <a:gd name="T22" fmla="*/ 4496 w 697"/>
                  <a:gd name="T23" fmla="*/ 3634 h 295"/>
                  <a:gd name="T24" fmla="*/ 4884 w 697"/>
                  <a:gd name="T25" fmla="*/ 3331 h 295"/>
                  <a:gd name="T26" fmla="*/ 5196 w 697"/>
                  <a:gd name="T27" fmla="*/ 3272 h 295"/>
                  <a:gd name="T28" fmla="*/ 5433 w 697"/>
                  <a:gd name="T29" fmla="*/ 3293 h 295"/>
                  <a:gd name="T30" fmla="*/ 5666 w 697"/>
                  <a:gd name="T31" fmla="*/ 3272 h 295"/>
                  <a:gd name="T32" fmla="*/ 5996 w 697"/>
                  <a:gd name="T33" fmla="*/ 3331 h 295"/>
                  <a:gd name="T34" fmla="*/ 6371 w 697"/>
                  <a:gd name="T35" fmla="*/ 3634 h 295"/>
                  <a:gd name="T36" fmla="*/ 6508 w 697"/>
                  <a:gd name="T37" fmla="*/ 3650 h 295"/>
                  <a:gd name="T38" fmla="*/ 7120 w 697"/>
                  <a:gd name="T39" fmla="*/ 3989 h 295"/>
                  <a:gd name="T40" fmla="*/ 8040 w 697"/>
                  <a:gd name="T41" fmla="*/ 5161 h 295"/>
                  <a:gd name="T42" fmla="*/ 8465 w 697"/>
                  <a:gd name="T43" fmla="*/ 5387 h 295"/>
                  <a:gd name="T44" fmla="*/ 10275 w 697"/>
                  <a:gd name="T45" fmla="*/ 4876 h 295"/>
                  <a:gd name="T46" fmla="*/ 10474 w 697"/>
                  <a:gd name="T47" fmla="*/ 5182 h 295"/>
                  <a:gd name="T48" fmla="*/ 10474 w 697"/>
                  <a:gd name="T49" fmla="*/ 5182 h 295"/>
                  <a:gd name="T50" fmla="*/ 9507 w 697"/>
                  <a:gd name="T51" fmla="*/ 3386 h 295"/>
                  <a:gd name="T52" fmla="*/ 9070 w 697"/>
                  <a:gd name="T53" fmla="*/ 2022 h 295"/>
                  <a:gd name="T54" fmla="*/ 9650 w 697"/>
                  <a:gd name="T55" fmla="*/ 773 h 295"/>
                  <a:gd name="T56" fmla="*/ 10882 w 697"/>
                  <a:gd name="T57" fmla="*/ 0 h 29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97" h="295">
                    <a:moveTo>
                      <a:pt x="0" y="0"/>
                    </a:moveTo>
                    <a:cubicBezTo>
                      <a:pt x="0" y="0"/>
                      <a:pt x="63" y="4"/>
                      <a:pt x="79" y="41"/>
                    </a:cubicBezTo>
                    <a:cubicBezTo>
                      <a:pt x="95" y="77"/>
                      <a:pt x="105" y="85"/>
                      <a:pt x="116" y="107"/>
                    </a:cubicBezTo>
                    <a:cubicBezTo>
                      <a:pt x="116" y="107"/>
                      <a:pt x="116" y="107"/>
                      <a:pt x="116" y="107"/>
                    </a:cubicBezTo>
                    <a:cubicBezTo>
                      <a:pt x="128" y="129"/>
                      <a:pt x="118" y="138"/>
                      <a:pt x="88" y="179"/>
                    </a:cubicBezTo>
                    <a:cubicBezTo>
                      <a:pt x="60" y="217"/>
                      <a:pt x="35" y="250"/>
                      <a:pt x="27" y="271"/>
                    </a:cubicBezTo>
                    <a:cubicBezTo>
                      <a:pt x="30" y="266"/>
                      <a:pt x="34" y="262"/>
                      <a:pt x="38" y="258"/>
                    </a:cubicBezTo>
                    <a:cubicBezTo>
                      <a:pt x="74" y="231"/>
                      <a:pt x="143" y="275"/>
                      <a:pt x="155" y="285"/>
                    </a:cubicBezTo>
                    <a:cubicBezTo>
                      <a:pt x="166" y="295"/>
                      <a:pt x="175" y="284"/>
                      <a:pt x="182" y="273"/>
                    </a:cubicBezTo>
                    <a:cubicBezTo>
                      <a:pt x="188" y="263"/>
                      <a:pt x="218" y="231"/>
                      <a:pt x="240" y="211"/>
                    </a:cubicBezTo>
                    <a:cubicBezTo>
                      <a:pt x="258" y="194"/>
                      <a:pt x="270" y="190"/>
                      <a:pt x="279" y="193"/>
                    </a:cubicBezTo>
                    <a:cubicBezTo>
                      <a:pt x="281" y="194"/>
                      <a:pt x="287" y="192"/>
                      <a:pt x="288" y="192"/>
                    </a:cubicBezTo>
                    <a:cubicBezTo>
                      <a:pt x="297" y="189"/>
                      <a:pt x="307" y="180"/>
                      <a:pt x="313" y="176"/>
                    </a:cubicBezTo>
                    <a:cubicBezTo>
                      <a:pt x="318" y="171"/>
                      <a:pt x="324" y="172"/>
                      <a:pt x="333" y="173"/>
                    </a:cubicBezTo>
                    <a:cubicBezTo>
                      <a:pt x="334" y="173"/>
                      <a:pt x="341" y="174"/>
                      <a:pt x="348" y="174"/>
                    </a:cubicBezTo>
                    <a:cubicBezTo>
                      <a:pt x="355" y="174"/>
                      <a:pt x="362" y="173"/>
                      <a:pt x="363" y="173"/>
                    </a:cubicBezTo>
                    <a:cubicBezTo>
                      <a:pt x="372" y="172"/>
                      <a:pt x="378" y="171"/>
                      <a:pt x="384" y="176"/>
                    </a:cubicBezTo>
                    <a:cubicBezTo>
                      <a:pt x="389" y="180"/>
                      <a:pt x="400" y="189"/>
                      <a:pt x="408" y="192"/>
                    </a:cubicBezTo>
                    <a:cubicBezTo>
                      <a:pt x="410" y="192"/>
                      <a:pt x="415" y="194"/>
                      <a:pt x="417" y="193"/>
                    </a:cubicBezTo>
                    <a:cubicBezTo>
                      <a:pt x="426" y="190"/>
                      <a:pt x="439" y="194"/>
                      <a:pt x="456" y="211"/>
                    </a:cubicBezTo>
                    <a:cubicBezTo>
                      <a:pt x="478" y="231"/>
                      <a:pt x="508" y="263"/>
                      <a:pt x="515" y="273"/>
                    </a:cubicBezTo>
                    <a:cubicBezTo>
                      <a:pt x="521" y="284"/>
                      <a:pt x="531" y="295"/>
                      <a:pt x="542" y="285"/>
                    </a:cubicBezTo>
                    <a:cubicBezTo>
                      <a:pt x="553" y="275"/>
                      <a:pt x="623" y="231"/>
                      <a:pt x="658" y="258"/>
                    </a:cubicBezTo>
                    <a:cubicBezTo>
                      <a:pt x="664" y="263"/>
                      <a:pt x="668" y="268"/>
                      <a:pt x="671" y="274"/>
                    </a:cubicBezTo>
                    <a:cubicBezTo>
                      <a:pt x="671" y="274"/>
                      <a:pt x="671" y="274"/>
                      <a:pt x="671" y="274"/>
                    </a:cubicBezTo>
                    <a:cubicBezTo>
                      <a:pt x="665" y="254"/>
                      <a:pt x="639" y="219"/>
                      <a:pt x="609" y="179"/>
                    </a:cubicBezTo>
                    <a:cubicBezTo>
                      <a:pt x="579" y="138"/>
                      <a:pt x="570" y="129"/>
                      <a:pt x="581" y="107"/>
                    </a:cubicBezTo>
                    <a:cubicBezTo>
                      <a:pt x="592" y="85"/>
                      <a:pt x="603" y="77"/>
                      <a:pt x="618" y="41"/>
                    </a:cubicBezTo>
                    <a:cubicBezTo>
                      <a:pt x="634" y="4"/>
                      <a:pt x="697" y="0"/>
                      <a:pt x="69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1" name="Freeform 363">
                <a:extLst>
                  <a:ext uri="{FF2B5EF4-FFF2-40B4-BE49-F238E27FC236}">
                    <a16:creationId xmlns:a16="http://schemas.microsoft.com/office/drawing/2014/main" id="{45C11ABD-3CD5-4F8B-AA5F-800D8AD30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629"/>
                <a:ext cx="487" cy="995"/>
              </a:xfrm>
              <a:custGeom>
                <a:avLst/>
                <a:gdLst>
                  <a:gd name="T0" fmla="*/ 3037 w 195"/>
                  <a:gd name="T1" fmla="*/ 0 h 373"/>
                  <a:gd name="T2" fmla="*/ 2932 w 195"/>
                  <a:gd name="T3" fmla="*/ 21 h 373"/>
                  <a:gd name="T4" fmla="*/ 2870 w 195"/>
                  <a:gd name="T5" fmla="*/ 307 h 373"/>
                  <a:gd name="T6" fmla="*/ 2587 w 195"/>
                  <a:gd name="T7" fmla="*/ 1174 h 373"/>
                  <a:gd name="T8" fmla="*/ 2570 w 195"/>
                  <a:gd name="T9" fmla="*/ 1216 h 373"/>
                  <a:gd name="T10" fmla="*/ 2557 w 195"/>
                  <a:gd name="T11" fmla="*/ 1230 h 373"/>
                  <a:gd name="T12" fmla="*/ 2183 w 195"/>
                  <a:gd name="T13" fmla="*/ 2427 h 373"/>
                  <a:gd name="T14" fmla="*/ 1603 w 195"/>
                  <a:gd name="T15" fmla="*/ 6111 h 373"/>
                  <a:gd name="T16" fmla="*/ 1384 w 195"/>
                  <a:gd name="T17" fmla="*/ 6546 h 373"/>
                  <a:gd name="T18" fmla="*/ 1011 w 195"/>
                  <a:gd name="T19" fmla="*/ 6602 h 373"/>
                  <a:gd name="T20" fmla="*/ 937 w 195"/>
                  <a:gd name="T21" fmla="*/ 6546 h 373"/>
                  <a:gd name="T22" fmla="*/ 887 w 195"/>
                  <a:gd name="T23" fmla="*/ 6648 h 373"/>
                  <a:gd name="T24" fmla="*/ 592 w 195"/>
                  <a:gd name="T25" fmla="*/ 6853 h 373"/>
                  <a:gd name="T26" fmla="*/ 405 w 195"/>
                  <a:gd name="T27" fmla="*/ 6874 h 373"/>
                  <a:gd name="T28" fmla="*/ 375 w 195"/>
                  <a:gd name="T29" fmla="*/ 6874 h 373"/>
                  <a:gd name="T30" fmla="*/ 342 w 195"/>
                  <a:gd name="T31" fmla="*/ 6888 h 373"/>
                  <a:gd name="T32" fmla="*/ 167 w 195"/>
                  <a:gd name="T33" fmla="*/ 6968 h 373"/>
                  <a:gd name="T34" fmla="*/ 30 w 195"/>
                  <a:gd name="T35" fmla="*/ 6909 h 373"/>
                  <a:gd name="T36" fmla="*/ 12 w 195"/>
                  <a:gd name="T37" fmla="*/ 6888 h 373"/>
                  <a:gd name="T38" fmla="*/ 12 w 195"/>
                  <a:gd name="T39" fmla="*/ 6930 h 373"/>
                  <a:gd name="T40" fmla="*/ 0 w 195"/>
                  <a:gd name="T41" fmla="*/ 7024 h 373"/>
                  <a:gd name="T42" fmla="*/ 167 w 195"/>
                  <a:gd name="T43" fmla="*/ 7080 h 373"/>
                  <a:gd name="T44" fmla="*/ 405 w 195"/>
                  <a:gd name="T45" fmla="*/ 6989 h 373"/>
                  <a:gd name="T46" fmla="*/ 624 w 195"/>
                  <a:gd name="T47" fmla="*/ 6968 h 373"/>
                  <a:gd name="T48" fmla="*/ 979 w 195"/>
                  <a:gd name="T49" fmla="*/ 6704 h 373"/>
                  <a:gd name="T50" fmla="*/ 1696 w 195"/>
                  <a:gd name="T51" fmla="*/ 6111 h 373"/>
                  <a:gd name="T52" fmla="*/ 2278 w 195"/>
                  <a:gd name="T53" fmla="*/ 2470 h 373"/>
                  <a:gd name="T54" fmla="*/ 2650 w 195"/>
                  <a:gd name="T55" fmla="*/ 1251 h 373"/>
                  <a:gd name="T56" fmla="*/ 3037 w 195"/>
                  <a:gd name="T57" fmla="*/ 0 h 3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95" h="373">
                    <a:moveTo>
                      <a:pt x="195" y="0"/>
                    </a:moveTo>
                    <a:cubicBezTo>
                      <a:pt x="193" y="0"/>
                      <a:pt x="191" y="0"/>
                      <a:pt x="188" y="1"/>
                    </a:cubicBezTo>
                    <a:cubicBezTo>
                      <a:pt x="187" y="5"/>
                      <a:pt x="185" y="10"/>
                      <a:pt x="184" y="16"/>
                    </a:cubicBezTo>
                    <a:cubicBezTo>
                      <a:pt x="178" y="33"/>
                      <a:pt x="171" y="56"/>
                      <a:pt x="166" y="62"/>
                    </a:cubicBezTo>
                    <a:cubicBezTo>
                      <a:pt x="165" y="64"/>
                      <a:pt x="165" y="64"/>
                      <a:pt x="165" y="64"/>
                    </a:cubicBezTo>
                    <a:cubicBezTo>
                      <a:pt x="164" y="65"/>
                      <a:pt x="164" y="65"/>
                      <a:pt x="164" y="65"/>
                    </a:cubicBezTo>
                    <a:cubicBezTo>
                      <a:pt x="161" y="76"/>
                      <a:pt x="150" y="104"/>
                      <a:pt x="140" y="128"/>
                    </a:cubicBezTo>
                    <a:cubicBezTo>
                      <a:pt x="118" y="179"/>
                      <a:pt x="103" y="256"/>
                      <a:pt x="103" y="322"/>
                    </a:cubicBezTo>
                    <a:cubicBezTo>
                      <a:pt x="103" y="330"/>
                      <a:pt x="98" y="339"/>
                      <a:pt x="89" y="345"/>
                    </a:cubicBezTo>
                    <a:cubicBezTo>
                      <a:pt x="81" y="350"/>
                      <a:pt x="72" y="351"/>
                      <a:pt x="65" y="348"/>
                    </a:cubicBezTo>
                    <a:cubicBezTo>
                      <a:pt x="60" y="345"/>
                      <a:pt x="60" y="345"/>
                      <a:pt x="60" y="345"/>
                    </a:cubicBezTo>
                    <a:cubicBezTo>
                      <a:pt x="57" y="350"/>
                      <a:pt x="57" y="350"/>
                      <a:pt x="57" y="350"/>
                    </a:cubicBezTo>
                    <a:cubicBezTo>
                      <a:pt x="57" y="351"/>
                      <a:pt x="53" y="355"/>
                      <a:pt x="38" y="361"/>
                    </a:cubicBezTo>
                    <a:cubicBezTo>
                      <a:pt x="33" y="363"/>
                      <a:pt x="26" y="362"/>
                      <a:pt x="26" y="362"/>
                    </a:cubicBezTo>
                    <a:cubicBezTo>
                      <a:pt x="24" y="362"/>
                      <a:pt x="24" y="362"/>
                      <a:pt x="24" y="362"/>
                    </a:cubicBezTo>
                    <a:cubicBezTo>
                      <a:pt x="22" y="363"/>
                      <a:pt x="22" y="363"/>
                      <a:pt x="22" y="363"/>
                    </a:cubicBezTo>
                    <a:cubicBezTo>
                      <a:pt x="21" y="364"/>
                      <a:pt x="16" y="367"/>
                      <a:pt x="11" y="367"/>
                    </a:cubicBezTo>
                    <a:cubicBezTo>
                      <a:pt x="6" y="367"/>
                      <a:pt x="5" y="367"/>
                      <a:pt x="2" y="364"/>
                    </a:cubicBezTo>
                    <a:cubicBezTo>
                      <a:pt x="1" y="363"/>
                      <a:pt x="1" y="363"/>
                      <a:pt x="1" y="363"/>
                    </a:cubicBezTo>
                    <a:cubicBezTo>
                      <a:pt x="1" y="364"/>
                      <a:pt x="1" y="365"/>
                      <a:pt x="1" y="365"/>
                    </a:cubicBezTo>
                    <a:cubicBezTo>
                      <a:pt x="0" y="367"/>
                      <a:pt x="0" y="368"/>
                      <a:pt x="0" y="370"/>
                    </a:cubicBezTo>
                    <a:cubicBezTo>
                      <a:pt x="3" y="372"/>
                      <a:pt x="5" y="373"/>
                      <a:pt x="11" y="373"/>
                    </a:cubicBezTo>
                    <a:cubicBezTo>
                      <a:pt x="19" y="373"/>
                      <a:pt x="26" y="368"/>
                      <a:pt x="26" y="368"/>
                    </a:cubicBezTo>
                    <a:cubicBezTo>
                      <a:pt x="26" y="368"/>
                      <a:pt x="33" y="369"/>
                      <a:pt x="40" y="367"/>
                    </a:cubicBezTo>
                    <a:cubicBezTo>
                      <a:pt x="47" y="364"/>
                      <a:pt x="59" y="359"/>
                      <a:pt x="63" y="353"/>
                    </a:cubicBezTo>
                    <a:cubicBezTo>
                      <a:pt x="81" y="362"/>
                      <a:pt x="109" y="344"/>
                      <a:pt x="109" y="322"/>
                    </a:cubicBezTo>
                    <a:cubicBezTo>
                      <a:pt x="109" y="256"/>
                      <a:pt x="124" y="181"/>
                      <a:pt x="146" y="130"/>
                    </a:cubicBezTo>
                    <a:cubicBezTo>
                      <a:pt x="154" y="110"/>
                      <a:pt x="167" y="79"/>
                      <a:pt x="170" y="66"/>
                    </a:cubicBezTo>
                    <a:cubicBezTo>
                      <a:pt x="179" y="57"/>
                      <a:pt x="189" y="18"/>
                      <a:pt x="195" y="0"/>
                    </a:cubicBezTo>
                    <a:close/>
                  </a:path>
                </a:pathLst>
              </a:custGeom>
              <a:solidFill>
                <a:srgbClr val="FE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2" name="Freeform 364">
                <a:extLst>
                  <a:ext uri="{FF2B5EF4-FFF2-40B4-BE49-F238E27FC236}">
                    <a16:creationId xmlns:a16="http://schemas.microsoft.com/office/drawing/2014/main" id="{6921D8F7-8F6D-406C-9C3E-BFA6D4868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728"/>
                <a:ext cx="1252" cy="1896"/>
              </a:xfrm>
              <a:custGeom>
                <a:avLst/>
                <a:gdLst>
                  <a:gd name="T0" fmla="*/ 6507 w 501"/>
                  <a:gd name="T1" fmla="*/ 5043 h 711"/>
                  <a:gd name="T2" fmla="*/ 6195 w 501"/>
                  <a:gd name="T3" fmla="*/ 2867 h 711"/>
                  <a:gd name="T4" fmla="*/ 5290 w 501"/>
                  <a:gd name="T5" fmla="*/ 1557 h 711"/>
                  <a:gd name="T6" fmla="*/ 4853 w 501"/>
                  <a:gd name="T7" fmla="*/ 491 h 711"/>
                  <a:gd name="T8" fmla="*/ 4758 w 501"/>
                  <a:gd name="T9" fmla="*/ 363 h 711"/>
                  <a:gd name="T10" fmla="*/ 4383 w 501"/>
                  <a:gd name="T11" fmla="*/ 35 h 711"/>
                  <a:gd name="T12" fmla="*/ 4166 w 501"/>
                  <a:gd name="T13" fmla="*/ 21 h 711"/>
                  <a:gd name="T14" fmla="*/ 3903 w 501"/>
                  <a:gd name="T15" fmla="*/ 35 h 711"/>
                  <a:gd name="T16" fmla="*/ 3654 w 501"/>
                  <a:gd name="T17" fmla="*/ 21 h 711"/>
                  <a:gd name="T18" fmla="*/ 3434 w 501"/>
                  <a:gd name="T19" fmla="*/ 35 h 711"/>
                  <a:gd name="T20" fmla="*/ 3041 w 501"/>
                  <a:gd name="T21" fmla="*/ 363 h 711"/>
                  <a:gd name="T22" fmla="*/ 2966 w 501"/>
                  <a:gd name="T23" fmla="*/ 491 h 711"/>
                  <a:gd name="T24" fmla="*/ 2529 w 501"/>
                  <a:gd name="T25" fmla="*/ 1557 h 711"/>
                  <a:gd name="T26" fmla="*/ 1604 w 501"/>
                  <a:gd name="T27" fmla="*/ 2867 h 711"/>
                  <a:gd name="T28" fmla="*/ 1312 w 501"/>
                  <a:gd name="T29" fmla="*/ 5043 h 711"/>
                  <a:gd name="T30" fmla="*/ 0 w 501"/>
                  <a:gd name="T31" fmla="*/ 5099 h 711"/>
                  <a:gd name="T32" fmla="*/ 792 w 501"/>
                  <a:gd name="T33" fmla="*/ 6315 h 711"/>
                  <a:gd name="T34" fmla="*/ 1217 w 501"/>
                  <a:gd name="T35" fmla="*/ 7659 h 711"/>
                  <a:gd name="T36" fmla="*/ 1592 w 501"/>
                  <a:gd name="T37" fmla="*/ 8875 h 711"/>
                  <a:gd name="T38" fmla="*/ 2167 w 501"/>
                  <a:gd name="T39" fmla="*/ 12515 h 711"/>
                  <a:gd name="T40" fmla="*/ 2904 w 501"/>
                  <a:gd name="T41" fmla="*/ 13107 h 711"/>
                  <a:gd name="T42" fmla="*/ 3246 w 501"/>
                  <a:gd name="T43" fmla="*/ 13368 h 711"/>
                  <a:gd name="T44" fmla="*/ 3479 w 501"/>
                  <a:gd name="T45" fmla="*/ 13389 h 711"/>
                  <a:gd name="T46" fmla="*/ 3696 w 501"/>
                  <a:gd name="T47" fmla="*/ 13483 h 711"/>
                  <a:gd name="T48" fmla="*/ 3903 w 501"/>
                  <a:gd name="T49" fmla="*/ 13405 h 711"/>
                  <a:gd name="T50" fmla="*/ 3903 w 501"/>
                  <a:gd name="T51" fmla="*/ 13405 h 711"/>
                  <a:gd name="T52" fmla="*/ 4103 w 501"/>
                  <a:gd name="T53" fmla="*/ 13483 h 711"/>
                  <a:gd name="T54" fmla="*/ 4341 w 501"/>
                  <a:gd name="T55" fmla="*/ 13389 h 711"/>
                  <a:gd name="T56" fmla="*/ 4558 w 501"/>
                  <a:gd name="T57" fmla="*/ 13368 h 711"/>
                  <a:gd name="T58" fmla="*/ 4916 w 501"/>
                  <a:gd name="T59" fmla="*/ 13107 h 711"/>
                  <a:gd name="T60" fmla="*/ 5633 w 501"/>
                  <a:gd name="T61" fmla="*/ 12515 h 711"/>
                  <a:gd name="T62" fmla="*/ 6215 w 501"/>
                  <a:gd name="T63" fmla="*/ 8875 h 711"/>
                  <a:gd name="T64" fmla="*/ 6587 w 501"/>
                  <a:gd name="T65" fmla="*/ 7659 h 711"/>
                  <a:gd name="T66" fmla="*/ 7007 w 501"/>
                  <a:gd name="T67" fmla="*/ 6315 h 711"/>
                  <a:gd name="T68" fmla="*/ 7819 w 501"/>
                  <a:gd name="T69" fmla="*/ 5099 h 711"/>
                  <a:gd name="T70" fmla="*/ 6507 w 501"/>
                  <a:gd name="T71" fmla="*/ 5043 h 71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501" h="711">
                    <a:moveTo>
                      <a:pt x="417" y="266"/>
                    </a:moveTo>
                    <a:cubicBezTo>
                      <a:pt x="383" y="219"/>
                      <a:pt x="403" y="170"/>
                      <a:pt x="397" y="151"/>
                    </a:cubicBezTo>
                    <a:cubicBezTo>
                      <a:pt x="391" y="131"/>
                      <a:pt x="357" y="104"/>
                      <a:pt x="339" y="82"/>
                    </a:cubicBezTo>
                    <a:cubicBezTo>
                      <a:pt x="325" y="65"/>
                      <a:pt x="312" y="38"/>
                      <a:pt x="311" y="26"/>
                    </a:cubicBezTo>
                    <a:cubicBezTo>
                      <a:pt x="310" y="24"/>
                      <a:pt x="309" y="20"/>
                      <a:pt x="305" y="19"/>
                    </a:cubicBezTo>
                    <a:cubicBezTo>
                      <a:pt x="296" y="15"/>
                      <a:pt x="286" y="7"/>
                      <a:pt x="281" y="2"/>
                    </a:cubicBezTo>
                    <a:cubicBezTo>
                      <a:pt x="278" y="0"/>
                      <a:pt x="274" y="0"/>
                      <a:pt x="267" y="1"/>
                    </a:cubicBezTo>
                    <a:cubicBezTo>
                      <a:pt x="262" y="2"/>
                      <a:pt x="257" y="2"/>
                      <a:pt x="250" y="2"/>
                    </a:cubicBezTo>
                    <a:cubicBezTo>
                      <a:pt x="244" y="2"/>
                      <a:pt x="238" y="2"/>
                      <a:pt x="234" y="1"/>
                    </a:cubicBezTo>
                    <a:cubicBezTo>
                      <a:pt x="226" y="0"/>
                      <a:pt x="223" y="0"/>
                      <a:pt x="220" y="2"/>
                    </a:cubicBezTo>
                    <a:cubicBezTo>
                      <a:pt x="214" y="7"/>
                      <a:pt x="205" y="15"/>
                      <a:pt x="195" y="19"/>
                    </a:cubicBezTo>
                    <a:cubicBezTo>
                      <a:pt x="191" y="20"/>
                      <a:pt x="190" y="24"/>
                      <a:pt x="190" y="26"/>
                    </a:cubicBezTo>
                    <a:cubicBezTo>
                      <a:pt x="188" y="38"/>
                      <a:pt x="176" y="65"/>
                      <a:pt x="162" y="82"/>
                    </a:cubicBezTo>
                    <a:cubicBezTo>
                      <a:pt x="143" y="104"/>
                      <a:pt x="109" y="131"/>
                      <a:pt x="103" y="151"/>
                    </a:cubicBezTo>
                    <a:cubicBezTo>
                      <a:pt x="98" y="170"/>
                      <a:pt x="118" y="219"/>
                      <a:pt x="84" y="266"/>
                    </a:cubicBezTo>
                    <a:cubicBezTo>
                      <a:pt x="62" y="293"/>
                      <a:pt x="29" y="289"/>
                      <a:pt x="0" y="269"/>
                    </a:cubicBezTo>
                    <a:cubicBezTo>
                      <a:pt x="24" y="291"/>
                      <a:pt x="45" y="318"/>
                      <a:pt x="51" y="333"/>
                    </a:cubicBezTo>
                    <a:cubicBezTo>
                      <a:pt x="58" y="349"/>
                      <a:pt x="69" y="394"/>
                      <a:pt x="78" y="404"/>
                    </a:cubicBezTo>
                    <a:cubicBezTo>
                      <a:pt x="82" y="417"/>
                      <a:pt x="94" y="448"/>
                      <a:pt x="102" y="468"/>
                    </a:cubicBezTo>
                    <a:cubicBezTo>
                      <a:pt x="125" y="519"/>
                      <a:pt x="139" y="594"/>
                      <a:pt x="139" y="660"/>
                    </a:cubicBezTo>
                    <a:cubicBezTo>
                      <a:pt x="139" y="682"/>
                      <a:pt x="168" y="700"/>
                      <a:pt x="186" y="691"/>
                    </a:cubicBezTo>
                    <a:cubicBezTo>
                      <a:pt x="189" y="697"/>
                      <a:pt x="201" y="702"/>
                      <a:pt x="208" y="705"/>
                    </a:cubicBezTo>
                    <a:cubicBezTo>
                      <a:pt x="215" y="707"/>
                      <a:pt x="223" y="706"/>
                      <a:pt x="223" y="706"/>
                    </a:cubicBezTo>
                    <a:cubicBezTo>
                      <a:pt x="223" y="706"/>
                      <a:pt x="230" y="711"/>
                      <a:pt x="237" y="711"/>
                    </a:cubicBezTo>
                    <a:cubicBezTo>
                      <a:pt x="244" y="711"/>
                      <a:pt x="246" y="710"/>
                      <a:pt x="250" y="707"/>
                    </a:cubicBezTo>
                    <a:cubicBezTo>
                      <a:pt x="250" y="707"/>
                      <a:pt x="250" y="707"/>
                      <a:pt x="250" y="707"/>
                    </a:cubicBezTo>
                    <a:cubicBezTo>
                      <a:pt x="254" y="710"/>
                      <a:pt x="256" y="711"/>
                      <a:pt x="263" y="711"/>
                    </a:cubicBezTo>
                    <a:cubicBezTo>
                      <a:pt x="271" y="711"/>
                      <a:pt x="278" y="706"/>
                      <a:pt x="278" y="706"/>
                    </a:cubicBezTo>
                    <a:cubicBezTo>
                      <a:pt x="278" y="706"/>
                      <a:pt x="285" y="707"/>
                      <a:pt x="292" y="705"/>
                    </a:cubicBezTo>
                    <a:cubicBezTo>
                      <a:pt x="299" y="702"/>
                      <a:pt x="311" y="697"/>
                      <a:pt x="315" y="691"/>
                    </a:cubicBezTo>
                    <a:cubicBezTo>
                      <a:pt x="333" y="700"/>
                      <a:pt x="361" y="682"/>
                      <a:pt x="361" y="660"/>
                    </a:cubicBezTo>
                    <a:cubicBezTo>
                      <a:pt x="361" y="594"/>
                      <a:pt x="376" y="519"/>
                      <a:pt x="398" y="468"/>
                    </a:cubicBezTo>
                    <a:cubicBezTo>
                      <a:pt x="406" y="448"/>
                      <a:pt x="419" y="417"/>
                      <a:pt x="422" y="404"/>
                    </a:cubicBezTo>
                    <a:cubicBezTo>
                      <a:pt x="431" y="394"/>
                      <a:pt x="443" y="349"/>
                      <a:pt x="449" y="333"/>
                    </a:cubicBezTo>
                    <a:cubicBezTo>
                      <a:pt x="455" y="318"/>
                      <a:pt x="476" y="291"/>
                      <a:pt x="501" y="269"/>
                    </a:cubicBezTo>
                    <a:cubicBezTo>
                      <a:pt x="471" y="289"/>
                      <a:pt x="439" y="293"/>
                      <a:pt x="417" y="26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3" name="Freeform 365">
                <a:extLst>
                  <a:ext uri="{FF2B5EF4-FFF2-40B4-BE49-F238E27FC236}">
                    <a16:creationId xmlns:a16="http://schemas.microsoft.com/office/drawing/2014/main" id="{152E2EC2-B57F-4793-8009-46A4C972A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805"/>
                <a:ext cx="280" cy="766"/>
              </a:xfrm>
              <a:custGeom>
                <a:avLst/>
                <a:gdLst>
                  <a:gd name="T0" fmla="*/ 1750 w 112"/>
                  <a:gd name="T1" fmla="*/ 0 h 287"/>
                  <a:gd name="T2" fmla="*/ 313 w 112"/>
                  <a:gd name="T3" fmla="*/ 2757 h 287"/>
                  <a:gd name="T4" fmla="*/ 83 w 112"/>
                  <a:gd name="T5" fmla="*/ 5455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287">
                    <a:moveTo>
                      <a:pt x="112" y="0"/>
                    </a:moveTo>
                    <a:cubicBezTo>
                      <a:pt x="85" y="38"/>
                      <a:pt x="46" y="70"/>
                      <a:pt x="20" y="145"/>
                    </a:cubicBezTo>
                    <a:cubicBezTo>
                      <a:pt x="0" y="198"/>
                      <a:pt x="7" y="235"/>
                      <a:pt x="5" y="287"/>
                    </a:cubicBezTo>
                  </a:path>
                </a:pathLst>
              </a:custGeom>
              <a:noFill/>
              <a:ln w="31750" cap="flat">
                <a:solidFill>
                  <a:srgbClr val="FED89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4" name="Freeform 366">
                <a:extLst>
                  <a:ext uri="{FF2B5EF4-FFF2-40B4-BE49-F238E27FC236}">
                    <a16:creationId xmlns:a16="http://schemas.microsoft.com/office/drawing/2014/main" id="{43EFCC8B-4B1B-487A-B2A7-20508E675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805"/>
                <a:ext cx="280" cy="766"/>
              </a:xfrm>
              <a:custGeom>
                <a:avLst/>
                <a:gdLst>
                  <a:gd name="T0" fmla="*/ 1750 w 112"/>
                  <a:gd name="T1" fmla="*/ 0 h 287"/>
                  <a:gd name="T2" fmla="*/ 313 w 112"/>
                  <a:gd name="T3" fmla="*/ 2757 h 287"/>
                  <a:gd name="T4" fmla="*/ 83 w 112"/>
                  <a:gd name="T5" fmla="*/ 5455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287">
                    <a:moveTo>
                      <a:pt x="112" y="0"/>
                    </a:moveTo>
                    <a:cubicBezTo>
                      <a:pt x="85" y="38"/>
                      <a:pt x="46" y="70"/>
                      <a:pt x="20" y="145"/>
                    </a:cubicBezTo>
                    <a:cubicBezTo>
                      <a:pt x="0" y="198"/>
                      <a:pt x="7" y="235"/>
                      <a:pt x="5" y="28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5" name="Freeform 367">
                <a:extLst>
                  <a:ext uri="{FF2B5EF4-FFF2-40B4-BE49-F238E27FC236}">
                    <a16:creationId xmlns:a16="http://schemas.microsoft.com/office/drawing/2014/main" id="{9384C1D1-F6C5-4EF1-932F-2A440F7D4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512" cy="485"/>
              </a:xfrm>
              <a:custGeom>
                <a:avLst/>
                <a:gdLst>
                  <a:gd name="T0" fmla="*/ 3194 w 205"/>
                  <a:gd name="T1" fmla="*/ 0 h 182"/>
                  <a:gd name="T2" fmla="*/ 2308 w 205"/>
                  <a:gd name="T3" fmla="*/ 546 h 182"/>
                  <a:gd name="T4" fmla="*/ 887 w 205"/>
                  <a:gd name="T5" fmla="*/ 1817 h 182"/>
                  <a:gd name="T6" fmla="*/ 0 w 205"/>
                  <a:gd name="T7" fmla="*/ 3443 h 1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182">
                    <a:moveTo>
                      <a:pt x="205" y="0"/>
                    </a:moveTo>
                    <a:cubicBezTo>
                      <a:pt x="194" y="16"/>
                      <a:pt x="178" y="17"/>
                      <a:pt x="148" y="29"/>
                    </a:cubicBezTo>
                    <a:cubicBezTo>
                      <a:pt x="119" y="41"/>
                      <a:pt x="76" y="73"/>
                      <a:pt x="57" y="96"/>
                    </a:cubicBezTo>
                    <a:cubicBezTo>
                      <a:pt x="39" y="118"/>
                      <a:pt x="6" y="161"/>
                      <a:pt x="0" y="18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6" name="Freeform 368">
                <a:extLst>
                  <a:ext uri="{FF2B5EF4-FFF2-40B4-BE49-F238E27FC236}">
                    <a16:creationId xmlns:a16="http://schemas.microsoft.com/office/drawing/2014/main" id="{46832A7C-E97F-4E69-BCE4-9D547AA49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141"/>
                <a:ext cx="298" cy="136"/>
              </a:xfrm>
              <a:custGeom>
                <a:avLst/>
                <a:gdLst>
                  <a:gd name="T0" fmla="*/ 1868 w 119"/>
                  <a:gd name="T1" fmla="*/ 0 h 51"/>
                  <a:gd name="T2" fmla="*/ 834 w 119"/>
                  <a:gd name="T3" fmla="*/ 888 h 51"/>
                  <a:gd name="T4" fmla="*/ 0 w 119"/>
                  <a:gd name="T5" fmla="*/ 24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51">
                    <a:moveTo>
                      <a:pt x="119" y="0"/>
                    </a:moveTo>
                    <a:cubicBezTo>
                      <a:pt x="99" y="16"/>
                      <a:pt x="88" y="42"/>
                      <a:pt x="53" y="47"/>
                    </a:cubicBezTo>
                    <a:cubicBezTo>
                      <a:pt x="21" y="51"/>
                      <a:pt x="3" y="2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7" name="Freeform 369">
                <a:extLst>
                  <a:ext uri="{FF2B5EF4-FFF2-40B4-BE49-F238E27FC236}">
                    <a16:creationId xmlns:a16="http://schemas.microsoft.com/office/drawing/2014/main" id="{95E2CF0A-2B0C-490D-9578-644327259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1301"/>
                <a:ext cx="330" cy="168"/>
              </a:xfrm>
              <a:custGeom>
                <a:avLst/>
                <a:gdLst>
                  <a:gd name="T0" fmla="*/ 2063 w 132"/>
                  <a:gd name="T1" fmla="*/ 0 h 63"/>
                  <a:gd name="T2" fmla="*/ 675 w 132"/>
                  <a:gd name="T3" fmla="*/ 1160 h 63"/>
                  <a:gd name="T4" fmla="*/ 50 w 132"/>
                  <a:gd name="T5" fmla="*/ 227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63">
                    <a:moveTo>
                      <a:pt x="132" y="0"/>
                    </a:moveTo>
                    <a:cubicBezTo>
                      <a:pt x="109" y="15"/>
                      <a:pt x="93" y="63"/>
                      <a:pt x="43" y="61"/>
                    </a:cubicBezTo>
                    <a:cubicBezTo>
                      <a:pt x="0" y="60"/>
                      <a:pt x="0" y="26"/>
                      <a:pt x="3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8" name="Freeform 370">
                <a:extLst>
                  <a:ext uri="{FF2B5EF4-FFF2-40B4-BE49-F238E27FC236}">
                    <a16:creationId xmlns:a16="http://schemas.microsoft.com/office/drawing/2014/main" id="{F830B54F-2B3F-44E6-99A2-46CB48FED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400"/>
                <a:ext cx="195" cy="117"/>
              </a:xfrm>
              <a:custGeom>
                <a:avLst/>
                <a:gdLst>
                  <a:gd name="T0" fmla="*/ 0 w 78"/>
                  <a:gd name="T1" fmla="*/ 0 h 44"/>
                  <a:gd name="T2" fmla="*/ 1220 w 78"/>
                  <a:gd name="T3" fmla="*/ 56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44">
                    <a:moveTo>
                      <a:pt x="0" y="0"/>
                    </a:moveTo>
                    <a:cubicBezTo>
                      <a:pt x="0" y="43"/>
                      <a:pt x="64" y="44"/>
                      <a:pt x="78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9" name="Freeform 371">
                <a:extLst>
                  <a:ext uri="{FF2B5EF4-FFF2-40B4-BE49-F238E27FC236}">
                    <a16:creationId xmlns:a16="http://schemas.microsoft.com/office/drawing/2014/main" id="{9527F15A-292D-4BE4-93CB-022016912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736"/>
                <a:ext cx="192" cy="875"/>
              </a:xfrm>
              <a:custGeom>
                <a:avLst/>
                <a:gdLst>
                  <a:gd name="T0" fmla="*/ 1162 w 77"/>
                  <a:gd name="T1" fmla="*/ 6226 h 328"/>
                  <a:gd name="T2" fmla="*/ 0 w 77"/>
                  <a:gd name="T3" fmla="*/ 0 h 3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328">
                    <a:moveTo>
                      <a:pt x="75" y="328"/>
                    </a:moveTo>
                    <a:cubicBezTo>
                      <a:pt x="77" y="300"/>
                      <a:pt x="48" y="6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0" name="Freeform 372">
                <a:extLst>
                  <a:ext uri="{FF2B5EF4-FFF2-40B4-BE49-F238E27FC236}">
                    <a16:creationId xmlns:a16="http://schemas.microsoft.com/office/drawing/2014/main" id="{907D61FF-045E-4B37-8F11-4E6BAD130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400"/>
                <a:ext cx="193" cy="117"/>
              </a:xfrm>
              <a:custGeom>
                <a:avLst/>
                <a:gdLst>
                  <a:gd name="T0" fmla="*/ 1213 w 77"/>
                  <a:gd name="T1" fmla="*/ 0 h 44"/>
                  <a:gd name="T2" fmla="*/ 0 w 77"/>
                  <a:gd name="T3" fmla="*/ 56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44">
                    <a:moveTo>
                      <a:pt x="77" y="0"/>
                    </a:moveTo>
                    <a:cubicBezTo>
                      <a:pt x="77" y="43"/>
                      <a:pt x="13" y="44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1" name="Freeform 373">
                <a:extLst>
                  <a:ext uri="{FF2B5EF4-FFF2-40B4-BE49-F238E27FC236}">
                    <a16:creationId xmlns:a16="http://schemas.microsoft.com/office/drawing/2014/main" id="{841C75B0-4940-4460-942E-4E6F7062D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445"/>
                <a:ext cx="32" cy="142"/>
              </a:xfrm>
              <a:custGeom>
                <a:avLst/>
                <a:gdLst>
                  <a:gd name="T0" fmla="*/ 194 w 13"/>
                  <a:gd name="T1" fmla="*/ 0 h 53"/>
                  <a:gd name="T2" fmla="*/ 0 w 13"/>
                  <a:gd name="T3" fmla="*/ 101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3">
                    <a:moveTo>
                      <a:pt x="13" y="0"/>
                    </a:moveTo>
                    <a:cubicBezTo>
                      <a:pt x="7" y="12"/>
                      <a:pt x="3" y="33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2" name="Freeform 374">
                <a:extLst>
                  <a:ext uri="{FF2B5EF4-FFF2-40B4-BE49-F238E27FC236}">
                    <a16:creationId xmlns:a16="http://schemas.microsoft.com/office/drawing/2014/main" id="{CAB58BB4-A18E-432C-9438-68BD8D1D6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733"/>
                <a:ext cx="112" cy="334"/>
              </a:xfrm>
              <a:custGeom>
                <a:avLst/>
                <a:gdLst>
                  <a:gd name="T0" fmla="*/ 0 w 45"/>
                  <a:gd name="T1" fmla="*/ 2383 h 125"/>
                  <a:gd name="T2" fmla="*/ 694 w 45"/>
                  <a:gd name="T3" fmla="*/ 0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25">
                    <a:moveTo>
                      <a:pt x="0" y="125"/>
                    </a:moveTo>
                    <a:cubicBezTo>
                      <a:pt x="12" y="72"/>
                      <a:pt x="27" y="24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3" name="Freeform 375">
                <a:extLst>
                  <a:ext uri="{FF2B5EF4-FFF2-40B4-BE49-F238E27FC236}">
                    <a16:creationId xmlns:a16="http://schemas.microsoft.com/office/drawing/2014/main" id="{CED1562B-AF43-4EB5-98EF-022C9C80B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2467"/>
                <a:ext cx="602" cy="328"/>
              </a:xfrm>
              <a:custGeom>
                <a:avLst/>
                <a:gdLst>
                  <a:gd name="T0" fmla="*/ 887 w 241"/>
                  <a:gd name="T1" fmla="*/ 1728 h 123"/>
                  <a:gd name="T2" fmla="*/ 1012 w 241"/>
                  <a:gd name="T3" fmla="*/ 968 h 123"/>
                  <a:gd name="T4" fmla="*/ 1604 w 241"/>
                  <a:gd name="T5" fmla="*/ 931 h 123"/>
                  <a:gd name="T6" fmla="*/ 2933 w 241"/>
                  <a:gd name="T7" fmla="*/ 1080 h 123"/>
                  <a:gd name="T8" fmla="*/ 3757 w 241"/>
                  <a:gd name="T9" fmla="*/ 1344 h 123"/>
                  <a:gd name="T10" fmla="*/ 3662 w 241"/>
                  <a:gd name="T11" fmla="*/ 1059 h 123"/>
                  <a:gd name="T12" fmla="*/ 3212 w 241"/>
                  <a:gd name="T13" fmla="*/ 285 h 123"/>
                  <a:gd name="T14" fmla="*/ 2715 w 241"/>
                  <a:gd name="T15" fmla="*/ 435 h 123"/>
                  <a:gd name="T16" fmla="*/ 699 w 241"/>
                  <a:gd name="T17" fmla="*/ 320 h 123"/>
                  <a:gd name="T18" fmla="*/ 355 w 241"/>
                  <a:gd name="T19" fmla="*/ 760 h 123"/>
                  <a:gd name="T20" fmla="*/ 12 w 241"/>
                  <a:gd name="T21" fmla="*/ 1613 h 123"/>
                  <a:gd name="T22" fmla="*/ 92 w 241"/>
                  <a:gd name="T23" fmla="*/ 2253 h 123"/>
                  <a:gd name="T24" fmla="*/ 92 w 241"/>
                  <a:gd name="T25" fmla="*/ 2253 h 123"/>
                  <a:gd name="T26" fmla="*/ 167 w 241"/>
                  <a:gd name="T27" fmla="*/ 2197 h 123"/>
                  <a:gd name="T28" fmla="*/ 105 w 241"/>
                  <a:gd name="T29" fmla="*/ 1613 h 123"/>
                  <a:gd name="T30" fmla="*/ 355 w 241"/>
                  <a:gd name="T31" fmla="*/ 931 h 123"/>
                  <a:gd name="T32" fmla="*/ 437 w 241"/>
                  <a:gd name="T33" fmla="*/ 819 h 123"/>
                  <a:gd name="T34" fmla="*/ 729 w 241"/>
                  <a:gd name="T35" fmla="*/ 435 h 123"/>
                  <a:gd name="T36" fmla="*/ 2258 w 241"/>
                  <a:gd name="T37" fmla="*/ 477 h 123"/>
                  <a:gd name="T38" fmla="*/ 2715 w 241"/>
                  <a:gd name="T39" fmla="*/ 547 h 123"/>
                  <a:gd name="T40" fmla="*/ 3195 w 241"/>
                  <a:gd name="T41" fmla="*/ 435 h 123"/>
                  <a:gd name="T42" fmla="*/ 3587 w 241"/>
                  <a:gd name="T43" fmla="*/ 1117 h 123"/>
                  <a:gd name="T44" fmla="*/ 3587 w 241"/>
                  <a:gd name="T45" fmla="*/ 1139 h 123"/>
                  <a:gd name="T46" fmla="*/ 2933 w 241"/>
                  <a:gd name="T47" fmla="*/ 968 h 123"/>
                  <a:gd name="T48" fmla="*/ 1621 w 241"/>
                  <a:gd name="T49" fmla="*/ 819 h 123"/>
                  <a:gd name="T50" fmla="*/ 949 w 241"/>
                  <a:gd name="T51" fmla="*/ 875 h 123"/>
                  <a:gd name="T52" fmla="*/ 874 w 241"/>
                  <a:gd name="T53" fmla="*/ 1195 h 123"/>
                  <a:gd name="T54" fmla="*/ 812 w 241"/>
                  <a:gd name="T55" fmla="*/ 1685 h 123"/>
                  <a:gd name="T56" fmla="*/ 575 w 241"/>
                  <a:gd name="T57" fmla="*/ 2125 h 123"/>
                  <a:gd name="T58" fmla="*/ 467 w 241"/>
                  <a:gd name="T59" fmla="*/ 2296 h 123"/>
                  <a:gd name="T60" fmla="*/ 562 w 241"/>
                  <a:gd name="T61" fmla="*/ 2333 h 123"/>
                  <a:gd name="T62" fmla="*/ 887 w 241"/>
                  <a:gd name="T63" fmla="*/ 1728 h 12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41" h="123">
                    <a:moveTo>
                      <a:pt x="57" y="91"/>
                    </a:moveTo>
                    <a:cubicBezTo>
                      <a:pt x="67" y="67"/>
                      <a:pt x="57" y="56"/>
                      <a:pt x="65" y="51"/>
                    </a:cubicBezTo>
                    <a:cubicBezTo>
                      <a:pt x="73" y="45"/>
                      <a:pt x="85" y="47"/>
                      <a:pt x="103" y="49"/>
                    </a:cubicBezTo>
                    <a:cubicBezTo>
                      <a:pt x="121" y="52"/>
                      <a:pt x="159" y="55"/>
                      <a:pt x="188" y="57"/>
                    </a:cubicBezTo>
                    <a:cubicBezTo>
                      <a:pt x="215" y="60"/>
                      <a:pt x="230" y="65"/>
                      <a:pt x="241" y="71"/>
                    </a:cubicBezTo>
                    <a:cubicBezTo>
                      <a:pt x="239" y="65"/>
                      <a:pt x="237" y="60"/>
                      <a:pt x="235" y="56"/>
                    </a:cubicBezTo>
                    <a:cubicBezTo>
                      <a:pt x="231" y="46"/>
                      <a:pt x="220" y="30"/>
                      <a:pt x="206" y="15"/>
                    </a:cubicBezTo>
                    <a:cubicBezTo>
                      <a:pt x="202" y="19"/>
                      <a:pt x="192" y="25"/>
                      <a:pt x="174" y="23"/>
                    </a:cubicBezTo>
                    <a:cubicBezTo>
                      <a:pt x="148" y="21"/>
                      <a:pt x="77" y="0"/>
                      <a:pt x="45" y="17"/>
                    </a:cubicBezTo>
                    <a:cubicBezTo>
                      <a:pt x="32" y="24"/>
                      <a:pt x="26" y="34"/>
                      <a:pt x="23" y="40"/>
                    </a:cubicBezTo>
                    <a:cubicBezTo>
                      <a:pt x="19" y="46"/>
                      <a:pt x="0" y="61"/>
                      <a:pt x="1" y="85"/>
                    </a:cubicBezTo>
                    <a:cubicBezTo>
                      <a:pt x="1" y="110"/>
                      <a:pt x="6" y="119"/>
                      <a:pt x="6" y="119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11" y="116"/>
                      <a:pt x="11" y="116"/>
                      <a:pt x="11" y="116"/>
                    </a:cubicBezTo>
                    <a:cubicBezTo>
                      <a:pt x="11" y="116"/>
                      <a:pt x="7" y="108"/>
                      <a:pt x="7" y="85"/>
                    </a:cubicBezTo>
                    <a:cubicBezTo>
                      <a:pt x="6" y="69"/>
                      <a:pt x="16" y="57"/>
                      <a:pt x="23" y="49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30" y="38"/>
                      <a:pt x="36" y="29"/>
                      <a:pt x="47" y="23"/>
                    </a:cubicBezTo>
                    <a:cubicBezTo>
                      <a:pt x="70" y="11"/>
                      <a:pt x="115" y="19"/>
                      <a:pt x="145" y="25"/>
                    </a:cubicBezTo>
                    <a:cubicBezTo>
                      <a:pt x="157" y="27"/>
                      <a:pt x="166" y="29"/>
                      <a:pt x="174" y="29"/>
                    </a:cubicBezTo>
                    <a:cubicBezTo>
                      <a:pt x="189" y="31"/>
                      <a:pt x="199" y="27"/>
                      <a:pt x="205" y="23"/>
                    </a:cubicBezTo>
                    <a:cubicBezTo>
                      <a:pt x="217" y="36"/>
                      <a:pt x="226" y="50"/>
                      <a:pt x="230" y="59"/>
                    </a:cubicBezTo>
                    <a:cubicBezTo>
                      <a:pt x="230" y="59"/>
                      <a:pt x="230" y="59"/>
                      <a:pt x="230" y="60"/>
                    </a:cubicBezTo>
                    <a:cubicBezTo>
                      <a:pt x="219" y="56"/>
                      <a:pt x="206" y="53"/>
                      <a:pt x="188" y="51"/>
                    </a:cubicBezTo>
                    <a:cubicBezTo>
                      <a:pt x="164" y="50"/>
                      <a:pt x="122" y="46"/>
                      <a:pt x="104" y="43"/>
                    </a:cubicBezTo>
                    <a:cubicBezTo>
                      <a:pt x="84" y="41"/>
                      <a:pt x="71" y="39"/>
                      <a:pt x="61" y="46"/>
                    </a:cubicBezTo>
                    <a:cubicBezTo>
                      <a:pt x="55" y="50"/>
                      <a:pt x="55" y="57"/>
                      <a:pt x="56" y="63"/>
                    </a:cubicBezTo>
                    <a:cubicBezTo>
                      <a:pt x="56" y="69"/>
                      <a:pt x="57" y="77"/>
                      <a:pt x="52" y="89"/>
                    </a:cubicBezTo>
                    <a:cubicBezTo>
                      <a:pt x="46" y="104"/>
                      <a:pt x="41" y="109"/>
                      <a:pt x="37" y="112"/>
                    </a:cubicBezTo>
                    <a:cubicBezTo>
                      <a:pt x="34" y="114"/>
                      <a:pt x="32" y="117"/>
                      <a:pt x="30" y="121"/>
                    </a:cubicBezTo>
                    <a:cubicBezTo>
                      <a:pt x="36" y="123"/>
                      <a:pt x="36" y="123"/>
                      <a:pt x="36" y="123"/>
                    </a:cubicBezTo>
                    <a:cubicBezTo>
                      <a:pt x="39" y="115"/>
                      <a:pt x="47" y="116"/>
                      <a:pt x="57" y="91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4" name="Freeform 376">
                <a:extLst>
                  <a:ext uri="{FF2B5EF4-FFF2-40B4-BE49-F238E27FC236}">
                    <a16:creationId xmlns:a16="http://schemas.microsoft.com/office/drawing/2014/main" id="{21A15699-1C7F-40C8-A711-CC1877ED1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2467"/>
                <a:ext cx="602" cy="328"/>
              </a:xfrm>
              <a:custGeom>
                <a:avLst/>
                <a:gdLst>
                  <a:gd name="T0" fmla="*/ 562 w 241"/>
                  <a:gd name="T1" fmla="*/ 2333 h 123"/>
                  <a:gd name="T2" fmla="*/ 887 w 241"/>
                  <a:gd name="T3" fmla="*/ 1728 h 123"/>
                  <a:gd name="T4" fmla="*/ 1012 w 241"/>
                  <a:gd name="T5" fmla="*/ 968 h 123"/>
                  <a:gd name="T6" fmla="*/ 1604 w 241"/>
                  <a:gd name="T7" fmla="*/ 931 h 123"/>
                  <a:gd name="T8" fmla="*/ 2933 w 241"/>
                  <a:gd name="T9" fmla="*/ 1080 h 123"/>
                  <a:gd name="T10" fmla="*/ 3757 w 241"/>
                  <a:gd name="T11" fmla="*/ 1344 h 123"/>
                  <a:gd name="T12" fmla="*/ 3662 w 241"/>
                  <a:gd name="T13" fmla="*/ 1059 h 123"/>
                  <a:gd name="T14" fmla="*/ 3212 w 241"/>
                  <a:gd name="T15" fmla="*/ 285 h 123"/>
                  <a:gd name="T16" fmla="*/ 2715 w 241"/>
                  <a:gd name="T17" fmla="*/ 435 h 123"/>
                  <a:gd name="T18" fmla="*/ 699 w 241"/>
                  <a:gd name="T19" fmla="*/ 320 h 123"/>
                  <a:gd name="T20" fmla="*/ 355 w 241"/>
                  <a:gd name="T21" fmla="*/ 760 h 123"/>
                  <a:gd name="T22" fmla="*/ 12 w 241"/>
                  <a:gd name="T23" fmla="*/ 1613 h 123"/>
                  <a:gd name="T24" fmla="*/ 92 w 241"/>
                  <a:gd name="T25" fmla="*/ 2253 h 1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1" h="123">
                    <a:moveTo>
                      <a:pt x="36" y="123"/>
                    </a:moveTo>
                    <a:cubicBezTo>
                      <a:pt x="39" y="115"/>
                      <a:pt x="47" y="116"/>
                      <a:pt x="57" y="91"/>
                    </a:cubicBezTo>
                    <a:cubicBezTo>
                      <a:pt x="67" y="67"/>
                      <a:pt x="57" y="56"/>
                      <a:pt x="65" y="51"/>
                    </a:cubicBezTo>
                    <a:cubicBezTo>
                      <a:pt x="73" y="45"/>
                      <a:pt x="85" y="47"/>
                      <a:pt x="103" y="49"/>
                    </a:cubicBezTo>
                    <a:cubicBezTo>
                      <a:pt x="121" y="52"/>
                      <a:pt x="159" y="55"/>
                      <a:pt x="188" y="57"/>
                    </a:cubicBezTo>
                    <a:cubicBezTo>
                      <a:pt x="215" y="60"/>
                      <a:pt x="230" y="65"/>
                      <a:pt x="241" y="71"/>
                    </a:cubicBezTo>
                    <a:cubicBezTo>
                      <a:pt x="239" y="65"/>
                      <a:pt x="237" y="60"/>
                      <a:pt x="235" y="56"/>
                    </a:cubicBezTo>
                    <a:cubicBezTo>
                      <a:pt x="231" y="46"/>
                      <a:pt x="220" y="30"/>
                      <a:pt x="206" y="15"/>
                    </a:cubicBezTo>
                    <a:cubicBezTo>
                      <a:pt x="202" y="19"/>
                      <a:pt x="192" y="25"/>
                      <a:pt x="174" y="23"/>
                    </a:cubicBezTo>
                    <a:cubicBezTo>
                      <a:pt x="148" y="21"/>
                      <a:pt x="77" y="0"/>
                      <a:pt x="45" y="17"/>
                    </a:cubicBezTo>
                    <a:cubicBezTo>
                      <a:pt x="32" y="24"/>
                      <a:pt x="26" y="34"/>
                      <a:pt x="23" y="40"/>
                    </a:cubicBezTo>
                    <a:cubicBezTo>
                      <a:pt x="19" y="46"/>
                      <a:pt x="0" y="61"/>
                      <a:pt x="1" y="85"/>
                    </a:cubicBezTo>
                    <a:cubicBezTo>
                      <a:pt x="1" y="110"/>
                      <a:pt x="6" y="119"/>
                      <a:pt x="6" y="11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5" name="Freeform 377">
                <a:extLst>
                  <a:ext uri="{FF2B5EF4-FFF2-40B4-BE49-F238E27FC236}">
                    <a16:creationId xmlns:a16="http://schemas.microsoft.com/office/drawing/2014/main" id="{FD15A503-039B-4F54-AD6D-3390FDA1E4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86" y="2075"/>
                <a:ext cx="155" cy="144"/>
              </a:xfrm>
              <a:custGeom>
                <a:avLst/>
                <a:gdLst>
                  <a:gd name="T0" fmla="*/ 970 w 62"/>
                  <a:gd name="T1" fmla="*/ 1024 h 54"/>
                  <a:gd name="T2" fmla="*/ 800 w 62"/>
                  <a:gd name="T3" fmla="*/ 264 h 54"/>
                  <a:gd name="T4" fmla="*/ 345 w 62"/>
                  <a:gd name="T5" fmla="*/ 0 h 54"/>
                  <a:gd name="T6" fmla="*/ 33 w 62"/>
                  <a:gd name="T7" fmla="*/ 477 h 54"/>
                  <a:gd name="T8" fmla="*/ 220 w 62"/>
                  <a:gd name="T9" fmla="*/ 1003 h 54"/>
                  <a:gd name="T10" fmla="*/ 500 w 62"/>
                  <a:gd name="T11" fmla="*/ 875 h 54"/>
                  <a:gd name="T12" fmla="*/ 970 w 62"/>
                  <a:gd name="T13" fmla="*/ 1024 h 54"/>
                  <a:gd name="T14" fmla="*/ 395 w 62"/>
                  <a:gd name="T15" fmla="*/ 875 h 54"/>
                  <a:gd name="T16" fmla="*/ 238 w 62"/>
                  <a:gd name="T17" fmla="*/ 931 h 54"/>
                  <a:gd name="T18" fmla="*/ 95 w 62"/>
                  <a:gd name="T19" fmla="*/ 477 h 54"/>
                  <a:gd name="T20" fmla="*/ 345 w 62"/>
                  <a:gd name="T21" fmla="*/ 77 h 54"/>
                  <a:gd name="T22" fmla="*/ 563 w 62"/>
                  <a:gd name="T23" fmla="*/ 205 h 54"/>
                  <a:gd name="T24" fmla="*/ 738 w 62"/>
                  <a:gd name="T25" fmla="*/ 320 h 54"/>
                  <a:gd name="T26" fmla="*/ 875 w 62"/>
                  <a:gd name="T27" fmla="*/ 931 h 54"/>
                  <a:gd name="T28" fmla="*/ 658 w 62"/>
                  <a:gd name="T29" fmla="*/ 853 h 54"/>
                  <a:gd name="T30" fmla="*/ 500 w 62"/>
                  <a:gd name="T31" fmla="*/ 797 h 54"/>
                  <a:gd name="T32" fmla="*/ 395 w 62"/>
                  <a:gd name="T33" fmla="*/ 875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54">
                    <a:moveTo>
                      <a:pt x="62" y="54"/>
                    </a:moveTo>
                    <a:cubicBezTo>
                      <a:pt x="56" y="41"/>
                      <a:pt x="52" y="27"/>
                      <a:pt x="51" y="14"/>
                    </a:cubicBezTo>
                    <a:cubicBezTo>
                      <a:pt x="39" y="9"/>
                      <a:pt x="30" y="1"/>
                      <a:pt x="22" y="0"/>
                    </a:cubicBezTo>
                    <a:cubicBezTo>
                      <a:pt x="12" y="0"/>
                      <a:pt x="3" y="5"/>
                      <a:pt x="2" y="25"/>
                    </a:cubicBezTo>
                    <a:cubicBezTo>
                      <a:pt x="0" y="45"/>
                      <a:pt x="1" y="52"/>
                      <a:pt x="14" y="53"/>
                    </a:cubicBezTo>
                    <a:cubicBezTo>
                      <a:pt x="28" y="54"/>
                      <a:pt x="27" y="46"/>
                      <a:pt x="32" y="46"/>
                    </a:cubicBezTo>
                    <a:cubicBezTo>
                      <a:pt x="35" y="46"/>
                      <a:pt x="48" y="52"/>
                      <a:pt x="62" y="54"/>
                    </a:cubicBezTo>
                    <a:close/>
                    <a:moveTo>
                      <a:pt x="25" y="46"/>
                    </a:moveTo>
                    <a:cubicBezTo>
                      <a:pt x="23" y="48"/>
                      <a:pt x="21" y="50"/>
                      <a:pt x="15" y="49"/>
                    </a:cubicBezTo>
                    <a:cubicBezTo>
                      <a:pt x="6" y="48"/>
                      <a:pt x="4" y="46"/>
                      <a:pt x="6" y="25"/>
                    </a:cubicBezTo>
                    <a:cubicBezTo>
                      <a:pt x="7" y="6"/>
                      <a:pt x="15" y="4"/>
                      <a:pt x="22" y="4"/>
                    </a:cubicBezTo>
                    <a:cubicBezTo>
                      <a:pt x="26" y="5"/>
                      <a:pt x="30" y="7"/>
                      <a:pt x="36" y="11"/>
                    </a:cubicBezTo>
                    <a:cubicBezTo>
                      <a:pt x="39" y="13"/>
                      <a:pt x="43" y="15"/>
                      <a:pt x="47" y="17"/>
                    </a:cubicBezTo>
                    <a:cubicBezTo>
                      <a:pt x="49" y="27"/>
                      <a:pt x="52" y="38"/>
                      <a:pt x="56" y="49"/>
                    </a:cubicBezTo>
                    <a:cubicBezTo>
                      <a:pt x="51" y="47"/>
                      <a:pt x="46" y="46"/>
                      <a:pt x="42" y="45"/>
                    </a:cubicBezTo>
                    <a:cubicBezTo>
                      <a:pt x="37" y="43"/>
                      <a:pt x="34" y="42"/>
                      <a:pt x="32" y="42"/>
                    </a:cubicBezTo>
                    <a:cubicBezTo>
                      <a:pt x="28" y="42"/>
                      <a:pt x="26" y="44"/>
                      <a:pt x="25" y="46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7589" name="Freeform 379">
              <a:extLst>
                <a:ext uri="{FF2B5EF4-FFF2-40B4-BE49-F238E27FC236}">
                  <a16:creationId xmlns:a16="http://schemas.microsoft.com/office/drawing/2014/main" id="{42085853-5421-4160-ACB0-B079B950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075"/>
              <a:ext cx="155" cy="144"/>
            </a:xfrm>
            <a:custGeom>
              <a:avLst/>
              <a:gdLst>
                <a:gd name="T0" fmla="*/ 800 w 62"/>
                <a:gd name="T1" fmla="*/ 264 h 54"/>
                <a:gd name="T2" fmla="*/ 345 w 62"/>
                <a:gd name="T3" fmla="*/ 0 h 54"/>
                <a:gd name="T4" fmla="*/ 33 w 62"/>
                <a:gd name="T5" fmla="*/ 477 h 54"/>
                <a:gd name="T6" fmla="*/ 220 w 62"/>
                <a:gd name="T7" fmla="*/ 1003 h 54"/>
                <a:gd name="T8" fmla="*/ 500 w 62"/>
                <a:gd name="T9" fmla="*/ 875 h 54"/>
                <a:gd name="T10" fmla="*/ 970 w 62"/>
                <a:gd name="T11" fmla="*/ 1024 h 54"/>
                <a:gd name="T12" fmla="*/ 800 w 62"/>
                <a:gd name="T13" fmla="*/ 26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4">
                  <a:moveTo>
                    <a:pt x="51" y="14"/>
                  </a:moveTo>
                  <a:cubicBezTo>
                    <a:pt x="39" y="9"/>
                    <a:pt x="30" y="1"/>
                    <a:pt x="22" y="0"/>
                  </a:cubicBezTo>
                  <a:cubicBezTo>
                    <a:pt x="12" y="0"/>
                    <a:pt x="3" y="5"/>
                    <a:pt x="2" y="25"/>
                  </a:cubicBezTo>
                  <a:cubicBezTo>
                    <a:pt x="0" y="45"/>
                    <a:pt x="1" y="52"/>
                    <a:pt x="14" y="53"/>
                  </a:cubicBezTo>
                  <a:cubicBezTo>
                    <a:pt x="28" y="54"/>
                    <a:pt x="27" y="46"/>
                    <a:pt x="32" y="46"/>
                  </a:cubicBezTo>
                  <a:cubicBezTo>
                    <a:pt x="35" y="46"/>
                    <a:pt x="48" y="52"/>
                    <a:pt x="62" y="54"/>
                  </a:cubicBezTo>
                  <a:cubicBezTo>
                    <a:pt x="56" y="41"/>
                    <a:pt x="52" y="27"/>
                    <a:pt x="51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0" name="Freeform 380">
              <a:extLst>
                <a:ext uri="{FF2B5EF4-FFF2-40B4-BE49-F238E27FC236}">
                  <a16:creationId xmlns:a16="http://schemas.microsoft.com/office/drawing/2014/main" id="{F85EF479-79EF-41C7-B9C7-74DB91A1A4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" y="1480"/>
              <a:ext cx="445" cy="360"/>
            </a:xfrm>
            <a:custGeom>
              <a:avLst/>
              <a:gdLst>
                <a:gd name="T0" fmla="*/ 2783 w 178"/>
                <a:gd name="T1" fmla="*/ 1651 h 135"/>
                <a:gd name="T2" fmla="*/ 1738 w 178"/>
                <a:gd name="T3" fmla="*/ 1195 h 135"/>
                <a:gd name="T4" fmla="*/ 1488 w 178"/>
                <a:gd name="T5" fmla="*/ 205 h 135"/>
                <a:gd name="T6" fmla="*/ 783 w 178"/>
                <a:gd name="T7" fmla="*/ 320 h 135"/>
                <a:gd name="T8" fmla="*/ 845 w 178"/>
                <a:gd name="T9" fmla="*/ 853 h 135"/>
                <a:gd name="T10" fmla="*/ 270 w 178"/>
                <a:gd name="T11" fmla="*/ 627 h 135"/>
                <a:gd name="T12" fmla="*/ 20 w 178"/>
                <a:gd name="T13" fmla="*/ 1251 h 135"/>
                <a:gd name="T14" fmla="*/ 488 w 178"/>
                <a:gd name="T15" fmla="*/ 1557 h 135"/>
                <a:gd name="T16" fmla="*/ 50 w 178"/>
                <a:gd name="T17" fmla="*/ 1899 h 135"/>
                <a:gd name="T18" fmla="*/ 283 w 178"/>
                <a:gd name="T19" fmla="*/ 2504 h 135"/>
                <a:gd name="T20" fmla="*/ 970 w 178"/>
                <a:gd name="T21" fmla="*/ 2424 h 135"/>
                <a:gd name="T22" fmla="*/ 1488 w 178"/>
                <a:gd name="T23" fmla="*/ 2104 h 135"/>
                <a:gd name="T24" fmla="*/ 2333 w 178"/>
                <a:gd name="T25" fmla="*/ 2355 h 135"/>
                <a:gd name="T26" fmla="*/ 2345 w 178"/>
                <a:gd name="T27" fmla="*/ 2368 h 135"/>
                <a:gd name="T28" fmla="*/ 2720 w 178"/>
                <a:gd name="T29" fmla="*/ 1763 h 135"/>
                <a:gd name="T30" fmla="*/ 2783 w 178"/>
                <a:gd name="T31" fmla="*/ 1651 h 135"/>
                <a:gd name="T32" fmla="*/ 2313 w 178"/>
                <a:gd name="T33" fmla="*/ 2240 h 135"/>
                <a:gd name="T34" fmla="*/ 1845 w 178"/>
                <a:gd name="T35" fmla="*/ 2104 h 135"/>
                <a:gd name="T36" fmla="*/ 1488 w 178"/>
                <a:gd name="T37" fmla="*/ 1992 h 135"/>
                <a:gd name="T38" fmla="*/ 1220 w 178"/>
                <a:gd name="T39" fmla="*/ 2141 h 135"/>
                <a:gd name="T40" fmla="*/ 958 w 178"/>
                <a:gd name="T41" fmla="*/ 2312 h 135"/>
                <a:gd name="T42" fmla="*/ 645 w 178"/>
                <a:gd name="T43" fmla="*/ 2333 h 135"/>
                <a:gd name="T44" fmla="*/ 270 w 178"/>
                <a:gd name="T45" fmla="*/ 2389 h 135"/>
                <a:gd name="T46" fmla="*/ 125 w 178"/>
                <a:gd name="T47" fmla="*/ 1971 h 135"/>
                <a:gd name="T48" fmla="*/ 145 w 178"/>
                <a:gd name="T49" fmla="*/ 1912 h 135"/>
                <a:gd name="T50" fmla="*/ 520 w 178"/>
                <a:gd name="T51" fmla="*/ 1672 h 135"/>
                <a:gd name="T52" fmla="*/ 520 w 178"/>
                <a:gd name="T53" fmla="*/ 1672 h 135"/>
                <a:gd name="T54" fmla="*/ 520 w 178"/>
                <a:gd name="T55" fmla="*/ 1672 h 135"/>
                <a:gd name="T56" fmla="*/ 470 w 178"/>
                <a:gd name="T57" fmla="*/ 1443 h 135"/>
                <a:gd name="T58" fmla="*/ 470 w 178"/>
                <a:gd name="T59" fmla="*/ 1443 h 135"/>
                <a:gd name="T60" fmla="*/ 113 w 178"/>
                <a:gd name="T61" fmla="*/ 1251 h 135"/>
                <a:gd name="T62" fmla="*/ 283 w 178"/>
                <a:gd name="T63" fmla="*/ 739 h 135"/>
                <a:gd name="T64" fmla="*/ 783 w 178"/>
                <a:gd name="T65" fmla="*/ 947 h 135"/>
                <a:gd name="T66" fmla="*/ 925 w 178"/>
                <a:gd name="T67" fmla="*/ 797 h 135"/>
                <a:gd name="T68" fmla="*/ 863 w 178"/>
                <a:gd name="T69" fmla="*/ 456 h 135"/>
                <a:gd name="T70" fmla="*/ 863 w 178"/>
                <a:gd name="T71" fmla="*/ 376 h 135"/>
                <a:gd name="T72" fmla="*/ 1300 w 178"/>
                <a:gd name="T73" fmla="*/ 227 h 135"/>
                <a:gd name="T74" fmla="*/ 1408 w 178"/>
                <a:gd name="T75" fmla="*/ 285 h 135"/>
                <a:gd name="T76" fmla="*/ 1645 w 178"/>
                <a:gd name="T77" fmla="*/ 1195 h 135"/>
                <a:gd name="T78" fmla="*/ 2613 w 178"/>
                <a:gd name="T79" fmla="*/ 1741 h 135"/>
                <a:gd name="T80" fmla="*/ 2313 w 178"/>
                <a:gd name="T81" fmla="*/ 2240 h 1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78" h="135">
                  <a:moveTo>
                    <a:pt x="178" y="87"/>
                  </a:moveTo>
                  <a:cubicBezTo>
                    <a:pt x="146" y="83"/>
                    <a:pt x="113" y="74"/>
                    <a:pt x="111" y="63"/>
                  </a:cubicBezTo>
                  <a:cubicBezTo>
                    <a:pt x="110" y="51"/>
                    <a:pt x="103" y="23"/>
                    <a:pt x="95" y="11"/>
                  </a:cubicBezTo>
                  <a:cubicBezTo>
                    <a:pt x="87" y="0"/>
                    <a:pt x="53" y="11"/>
                    <a:pt x="50" y="17"/>
                  </a:cubicBezTo>
                  <a:cubicBezTo>
                    <a:pt x="47" y="23"/>
                    <a:pt x="49" y="37"/>
                    <a:pt x="54" y="45"/>
                  </a:cubicBezTo>
                  <a:cubicBezTo>
                    <a:pt x="51" y="43"/>
                    <a:pt x="31" y="30"/>
                    <a:pt x="17" y="33"/>
                  </a:cubicBezTo>
                  <a:cubicBezTo>
                    <a:pt x="7" y="36"/>
                    <a:pt x="2" y="53"/>
                    <a:pt x="1" y="66"/>
                  </a:cubicBezTo>
                  <a:cubicBezTo>
                    <a:pt x="0" y="72"/>
                    <a:pt x="23" y="84"/>
                    <a:pt x="31" y="82"/>
                  </a:cubicBezTo>
                  <a:cubicBezTo>
                    <a:pt x="31" y="82"/>
                    <a:pt x="5" y="87"/>
                    <a:pt x="3" y="100"/>
                  </a:cubicBezTo>
                  <a:cubicBezTo>
                    <a:pt x="0" y="113"/>
                    <a:pt x="11" y="135"/>
                    <a:pt x="18" y="132"/>
                  </a:cubicBezTo>
                  <a:cubicBezTo>
                    <a:pt x="35" y="125"/>
                    <a:pt x="42" y="132"/>
                    <a:pt x="62" y="128"/>
                  </a:cubicBezTo>
                  <a:cubicBezTo>
                    <a:pt x="82" y="124"/>
                    <a:pt x="83" y="111"/>
                    <a:pt x="95" y="111"/>
                  </a:cubicBezTo>
                  <a:cubicBezTo>
                    <a:pt x="106" y="112"/>
                    <a:pt x="135" y="125"/>
                    <a:pt x="149" y="124"/>
                  </a:cubicBezTo>
                  <a:cubicBezTo>
                    <a:pt x="150" y="125"/>
                    <a:pt x="150" y="125"/>
                    <a:pt x="150" y="125"/>
                  </a:cubicBezTo>
                  <a:cubicBezTo>
                    <a:pt x="158" y="115"/>
                    <a:pt x="166" y="104"/>
                    <a:pt x="174" y="93"/>
                  </a:cubicBezTo>
                  <a:cubicBezTo>
                    <a:pt x="176" y="91"/>
                    <a:pt x="177" y="89"/>
                    <a:pt x="178" y="87"/>
                  </a:cubicBezTo>
                  <a:close/>
                  <a:moveTo>
                    <a:pt x="148" y="118"/>
                  </a:moveTo>
                  <a:cubicBezTo>
                    <a:pt x="140" y="118"/>
                    <a:pt x="128" y="114"/>
                    <a:pt x="118" y="111"/>
                  </a:cubicBezTo>
                  <a:cubicBezTo>
                    <a:pt x="109" y="108"/>
                    <a:pt x="101" y="106"/>
                    <a:pt x="95" y="105"/>
                  </a:cubicBezTo>
                  <a:cubicBezTo>
                    <a:pt x="87" y="105"/>
                    <a:pt x="83" y="109"/>
                    <a:pt x="78" y="113"/>
                  </a:cubicBezTo>
                  <a:cubicBezTo>
                    <a:pt x="74" y="117"/>
                    <a:pt x="70" y="120"/>
                    <a:pt x="61" y="122"/>
                  </a:cubicBezTo>
                  <a:cubicBezTo>
                    <a:pt x="53" y="124"/>
                    <a:pt x="47" y="124"/>
                    <a:pt x="41" y="123"/>
                  </a:cubicBezTo>
                  <a:cubicBezTo>
                    <a:pt x="34" y="123"/>
                    <a:pt x="27" y="123"/>
                    <a:pt x="17" y="126"/>
                  </a:cubicBezTo>
                  <a:cubicBezTo>
                    <a:pt x="14" y="124"/>
                    <a:pt x="8" y="113"/>
                    <a:pt x="8" y="104"/>
                  </a:cubicBezTo>
                  <a:cubicBezTo>
                    <a:pt x="8" y="103"/>
                    <a:pt x="8" y="102"/>
                    <a:pt x="9" y="101"/>
                  </a:cubicBezTo>
                  <a:cubicBezTo>
                    <a:pt x="10" y="95"/>
                    <a:pt x="24" y="90"/>
                    <a:pt x="33" y="88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25" y="77"/>
                    <a:pt x="9" y="70"/>
                    <a:pt x="7" y="66"/>
                  </a:cubicBezTo>
                  <a:cubicBezTo>
                    <a:pt x="8" y="52"/>
                    <a:pt x="13" y="40"/>
                    <a:pt x="18" y="39"/>
                  </a:cubicBezTo>
                  <a:cubicBezTo>
                    <a:pt x="29" y="37"/>
                    <a:pt x="46" y="46"/>
                    <a:pt x="50" y="50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6" y="37"/>
                    <a:pt x="55" y="29"/>
                    <a:pt x="55" y="24"/>
                  </a:cubicBezTo>
                  <a:cubicBezTo>
                    <a:pt x="55" y="22"/>
                    <a:pt x="55" y="21"/>
                    <a:pt x="55" y="20"/>
                  </a:cubicBezTo>
                  <a:cubicBezTo>
                    <a:pt x="58" y="17"/>
                    <a:pt x="72" y="12"/>
                    <a:pt x="83" y="12"/>
                  </a:cubicBezTo>
                  <a:cubicBezTo>
                    <a:pt x="86" y="13"/>
                    <a:pt x="89" y="14"/>
                    <a:pt x="90" y="15"/>
                  </a:cubicBezTo>
                  <a:cubicBezTo>
                    <a:pt x="97" y="25"/>
                    <a:pt x="104" y="53"/>
                    <a:pt x="105" y="63"/>
                  </a:cubicBezTo>
                  <a:cubicBezTo>
                    <a:pt x="107" y="80"/>
                    <a:pt x="147" y="88"/>
                    <a:pt x="167" y="92"/>
                  </a:cubicBezTo>
                  <a:cubicBezTo>
                    <a:pt x="167" y="92"/>
                    <a:pt x="152" y="113"/>
                    <a:pt x="148" y="118"/>
                  </a:cubicBezTo>
                  <a:close/>
                </a:path>
              </a:pathLst>
            </a:custGeom>
            <a:solidFill>
              <a:srgbClr val="FEE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1" name="Freeform 381">
              <a:extLst>
                <a:ext uri="{FF2B5EF4-FFF2-40B4-BE49-F238E27FC236}">
                  <a16:creationId xmlns:a16="http://schemas.microsoft.com/office/drawing/2014/main" id="{319AD449-6522-4882-B4A6-3C001258F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1480"/>
              <a:ext cx="445" cy="360"/>
            </a:xfrm>
            <a:custGeom>
              <a:avLst/>
              <a:gdLst>
                <a:gd name="T0" fmla="*/ 2345 w 178"/>
                <a:gd name="T1" fmla="*/ 2368 h 135"/>
                <a:gd name="T2" fmla="*/ 2720 w 178"/>
                <a:gd name="T3" fmla="*/ 1763 h 135"/>
                <a:gd name="T4" fmla="*/ 2783 w 178"/>
                <a:gd name="T5" fmla="*/ 1651 h 135"/>
                <a:gd name="T6" fmla="*/ 1738 w 178"/>
                <a:gd name="T7" fmla="*/ 1195 h 135"/>
                <a:gd name="T8" fmla="*/ 1488 w 178"/>
                <a:gd name="T9" fmla="*/ 205 h 135"/>
                <a:gd name="T10" fmla="*/ 783 w 178"/>
                <a:gd name="T11" fmla="*/ 320 h 135"/>
                <a:gd name="T12" fmla="*/ 845 w 178"/>
                <a:gd name="T13" fmla="*/ 853 h 135"/>
                <a:gd name="T14" fmla="*/ 270 w 178"/>
                <a:gd name="T15" fmla="*/ 627 h 135"/>
                <a:gd name="T16" fmla="*/ 20 w 178"/>
                <a:gd name="T17" fmla="*/ 1251 h 135"/>
                <a:gd name="T18" fmla="*/ 488 w 178"/>
                <a:gd name="T19" fmla="*/ 1557 h 135"/>
                <a:gd name="T20" fmla="*/ 50 w 178"/>
                <a:gd name="T21" fmla="*/ 1899 h 135"/>
                <a:gd name="T22" fmla="*/ 283 w 178"/>
                <a:gd name="T23" fmla="*/ 2504 h 135"/>
                <a:gd name="T24" fmla="*/ 970 w 178"/>
                <a:gd name="T25" fmla="*/ 2424 h 135"/>
                <a:gd name="T26" fmla="*/ 1488 w 178"/>
                <a:gd name="T27" fmla="*/ 2104 h 135"/>
                <a:gd name="T28" fmla="*/ 2333 w 178"/>
                <a:gd name="T29" fmla="*/ 2355 h 135"/>
                <a:gd name="T30" fmla="*/ 2345 w 178"/>
                <a:gd name="T31" fmla="*/ 2368 h 1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8" h="135">
                  <a:moveTo>
                    <a:pt x="150" y="125"/>
                  </a:moveTo>
                  <a:cubicBezTo>
                    <a:pt x="158" y="115"/>
                    <a:pt x="166" y="104"/>
                    <a:pt x="174" y="93"/>
                  </a:cubicBezTo>
                  <a:cubicBezTo>
                    <a:pt x="176" y="91"/>
                    <a:pt x="177" y="89"/>
                    <a:pt x="178" y="87"/>
                  </a:cubicBezTo>
                  <a:cubicBezTo>
                    <a:pt x="146" y="83"/>
                    <a:pt x="113" y="74"/>
                    <a:pt x="111" y="63"/>
                  </a:cubicBezTo>
                  <a:cubicBezTo>
                    <a:pt x="110" y="51"/>
                    <a:pt x="103" y="23"/>
                    <a:pt x="95" y="11"/>
                  </a:cubicBezTo>
                  <a:cubicBezTo>
                    <a:pt x="87" y="0"/>
                    <a:pt x="53" y="11"/>
                    <a:pt x="50" y="17"/>
                  </a:cubicBezTo>
                  <a:cubicBezTo>
                    <a:pt x="47" y="23"/>
                    <a:pt x="49" y="37"/>
                    <a:pt x="54" y="45"/>
                  </a:cubicBezTo>
                  <a:cubicBezTo>
                    <a:pt x="51" y="43"/>
                    <a:pt x="31" y="30"/>
                    <a:pt x="17" y="33"/>
                  </a:cubicBezTo>
                  <a:cubicBezTo>
                    <a:pt x="7" y="36"/>
                    <a:pt x="2" y="53"/>
                    <a:pt x="1" y="66"/>
                  </a:cubicBezTo>
                  <a:cubicBezTo>
                    <a:pt x="0" y="72"/>
                    <a:pt x="23" y="84"/>
                    <a:pt x="31" y="82"/>
                  </a:cubicBezTo>
                  <a:cubicBezTo>
                    <a:pt x="31" y="82"/>
                    <a:pt x="5" y="87"/>
                    <a:pt x="3" y="100"/>
                  </a:cubicBezTo>
                  <a:cubicBezTo>
                    <a:pt x="0" y="113"/>
                    <a:pt x="11" y="135"/>
                    <a:pt x="18" y="132"/>
                  </a:cubicBezTo>
                  <a:cubicBezTo>
                    <a:pt x="35" y="125"/>
                    <a:pt x="42" y="132"/>
                    <a:pt x="62" y="128"/>
                  </a:cubicBezTo>
                  <a:cubicBezTo>
                    <a:pt x="82" y="124"/>
                    <a:pt x="83" y="111"/>
                    <a:pt x="95" y="111"/>
                  </a:cubicBezTo>
                  <a:cubicBezTo>
                    <a:pt x="106" y="112"/>
                    <a:pt x="135" y="125"/>
                    <a:pt x="149" y="124"/>
                  </a:cubicBezTo>
                  <a:lnTo>
                    <a:pt x="150" y="12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2" name="Freeform 382">
              <a:extLst>
                <a:ext uri="{FF2B5EF4-FFF2-40B4-BE49-F238E27FC236}">
                  <a16:creationId xmlns:a16="http://schemas.microsoft.com/office/drawing/2014/main" id="{4E5AC4C9-B51C-4E3C-A5D6-8887224B9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304"/>
              <a:ext cx="560" cy="219"/>
            </a:xfrm>
            <a:custGeom>
              <a:avLst/>
              <a:gdLst>
                <a:gd name="T0" fmla="*/ 2783 w 224"/>
                <a:gd name="T1" fmla="*/ 572 h 82"/>
                <a:gd name="T2" fmla="*/ 3250 w 224"/>
                <a:gd name="T3" fmla="*/ 1106 h 82"/>
                <a:gd name="T4" fmla="*/ 0 w 224"/>
                <a:gd name="T5" fmla="*/ 742 h 82"/>
                <a:gd name="T6" fmla="*/ 0 w 224"/>
                <a:gd name="T7" fmla="*/ 841 h 82"/>
                <a:gd name="T8" fmla="*/ 3500 w 224"/>
                <a:gd name="T9" fmla="*/ 1162 h 82"/>
                <a:gd name="T10" fmla="*/ 3470 w 224"/>
                <a:gd name="T11" fmla="*/ 1127 h 82"/>
                <a:gd name="T12" fmla="*/ 2813 w 224"/>
                <a:gd name="T13" fmla="*/ 478 h 82"/>
                <a:gd name="T14" fmla="*/ 0 w 224"/>
                <a:gd name="T15" fmla="*/ 0 h 82"/>
                <a:gd name="T16" fmla="*/ 0 w 224"/>
                <a:gd name="T17" fmla="*/ 150 h 82"/>
                <a:gd name="T18" fmla="*/ 2783 w 224"/>
                <a:gd name="T19" fmla="*/ 572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4" h="82">
                  <a:moveTo>
                    <a:pt x="178" y="30"/>
                  </a:moveTo>
                  <a:cubicBezTo>
                    <a:pt x="188" y="40"/>
                    <a:pt x="198" y="51"/>
                    <a:pt x="208" y="58"/>
                  </a:cubicBezTo>
                  <a:cubicBezTo>
                    <a:pt x="118" y="73"/>
                    <a:pt x="20" y="48"/>
                    <a:pt x="0" y="3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22" y="54"/>
                    <a:pt x="127" y="82"/>
                    <a:pt x="224" y="61"/>
                  </a:cubicBezTo>
                  <a:cubicBezTo>
                    <a:pt x="222" y="59"/>
                    <a:pt x="222" y="59"/>
                    <a:pt x="222" y="59"/>
                  </a:cubicBezTo>
                  <a:cubicBezTo>
                    <a:pt x="208" y="51"/>
                    <a:pt x="193" y="39"/>
                    <a:pt x="180" y="25"/>
                  </a:cubicBezTo>
                  <a:cubicBezTo>
                    <a:pt x="106" y="34"/>
                    <a:pt x="16" y="16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6" y="25"/>
                    <a:pt x="112" y="38"/>
                    <a:pt x="178" y="30"/>
                  </a:cubicBezTo>
                  <a:close/>
                </a:path>
              </a:pathLst>
            </a:custGeom>
            <a:solidFill>
              <a:srgbClr val="FEE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3" name="Freeform 383">
              <a:extLst>
                <a:ext uri="{FF2B5EF4-FFF2-40B4-BE49-F238E27FC236}">
                  <a16:creationId xmlns:a16="http://schemas.microsoft.com/office/drawing/2014/main" id="{97C8B4C8-486D-408B-A5AC-C02957E56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635"/>
              <a:ext cx="423" cy="512"/>
            </a:xfrm>
            <a:custGeom>
              <a:avLst/>
              <a:gdLst>
                <a:gd name="T0" fmla="*/ 771 w 169"/>
                <a:gd name="T1" fmla="*/ 1592 h 192"/>
                <a:gd name="T2" fmla="*/ 939 w 169"/>
                <a:gd name="T3" fmla="*/ 989 h 192"/>
                <a:gd name="T4" fmla="*/ 2035 w 169"/>
                <a:gd name="T5" fmla="*/ 1195 h 192"/>
                <a:gd name="T6" fmla="*/ 2651 w 169"/>
                <a:gd name="T7" fmla="*/ 1629 h 192"/>
                <a:gd name="T8" fmla="*/ 2525 w 169"/>
                <a:gd name="T9" fmla="*/ 1216 h 192"/>
                <a:gd name="T10" fmla="*/ 2225 w 169"/>
                <a:gd name="T11" fmla="*/ 285 h 192"/>
                <a:gd name="T12" fmla="*/ 1647 w 169"/>
                <a:gd name="T13" fmla="*/ 285 h 192"/>
                <a:gd name="T14" fmla="*/ 220 w 169"/>
                <a:gd name="T15" fmla="*/ 931 h 192"/>
                <a:gd name="T16" fmla="*/ 158 w 169"/>
                <a:gd name="T17" fmla="*/ 1685 h 192"/>
                <a:gd name="T18" fmla="*/ 33 w 169"/>
                <a:gd name="T19" fmla="*/ 2560 h 192"/>
                <a:gd name="T20" fmla="*/ 270 w 169"/>
                <a:gd name="T21" fmla="*/ 3640 h 192"/>
                <a:gd name="T22" fmla="*/ 363 w 169"/>
                <a:gd name="T23" fmla="*/ 3640 h 192"/>
                <a:gd name="T24" fmla="*/ 238 w 169"/>
                <a:gd name="T25" fmla="*/ 2979 h 192"/>
                <a:gd name="T26" fmla="*/ 125 w 169"/>
                <a:gd name="T27" fmla="*/ 2560 h 192"/>
                <a:gd name="T28" fmla="*/ 188 w 169"/>
                <a:gd name="T29" fmla="*/ 2027 h 192"/>
                <a:gd name="T30" fmla="*/ 250 w 169"/>
                <a:gd name="T31" fmla="*/ 1685 h 192"/>
                <a:gd name="T32" fmla="*/ 313 w 169"/>
                <a:gd name="T33" fmla="*/ 947 h 192"/>
                <a:gd name="T34" fmla="*/ 1597 w 169"/>
                <a:gd name="T35" fmla="*/ 397 h 192"/>
                <a:gd name="T36" fmla="*/ 1629 w 169"/>
                <a:gd name="T37" fmla="*/ 397 h 192"/>
                <a:gd name="T38" fmla="*/ 2163 w 169"/>
                <a:gd name="T39" fmla="*/ 435 h 192"/>
                <a:gd name="T40" fmla="*/ 2443 w 169"/>
                <a:gd name="T41" fmla="*/ 1272 h 192"/>
                <a:gd name="T42" fmla="*/ 2443 w 169"/>
                <a:gd name="T43" fmla="*/ 1288 h 192"/>
                <a:gd name="T44" fmla="*/ 2055 w 169"/>
                <a:gd name="T45" fmla="*/ 1080 h 192"/>
                <a:gd name="T46" fmla="*/ 1880 w 169"/>
                <a:gd name="T47" fmla="*/ 1024 h 192"/>
                <a:gd name="T48" fmla="*/ 876 w 169"/>
                <a:gd name="T49" fmla="*/ 909 h 192"/>
                <a:gd name="T50" fmla="*/ 676 w 169"/>
                <a:gd name="T51" fmla="*/ 1613 h 192"/>
                <a:gd name="T52" fmla="*/ 738 w 169"/>
                <a:gd name="T53" fmla="*/ 1856 h 192"/>
                <a:gd name="T54" fmla="*/ 864 w 169"/>
                <a:gd name="T55" fmla="*/ 2595 h 192"/>
                <a:gd name="T56" fmla="*/ 708 w 169"/>
                <a:gd name="T57" fmla="*/ 3243 h 192"/>
                <a:gd name="T58" fmla="*/ 596 w 169"/>
                <a:gd name="T59" fmla="*/ 3640 h 192"/>
                <a:gd name="T60" fmla="*/ 688 w 169"/>
                <a:gd name="T61" fmla="*/ 3640 h 192"/>
                <a:gd name="T62" fmla="*/ 959 w 169"/>
                <a:gd name="T63" fmla="*/ 2595 h 192"/>
                <a:gd name="T64" fmla="*/ 771 w 169"/>
                <a:gd name="T65" fmla="*/ 1592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9" h="192">
                  <a:moveTo>
                    <a:pt x="49" y="84"/>
                  </a:moveTo>
                  <a:cubicBezTo>
                    <a:pt x="47" y="72"/>
                    <a:pt x="50" y="60"/>
                    <a:pt x="60" y="52"/>
                  </a:cubicBezTo>
                  <a:cubicBezTo>
                    <a:pt x="70" y="45"/>
                    <a:pt x="111" y="58"/>
                    <a:pt x="130" y="63"/>
                  </a:cubicBezTo>
                  <a:cubicBezTo>
                    <a:pt x="146" y="67"/>
                    <a:pt x="161" y="76"/>
                    <a:pt x="169" y="86"/>
                  </a:cubicBezTo>
                  <a:cubicBezTo>
                    <a:pt x="165" y="77"/>
                    <a:pt x="163" y="69"/>
                    <a:pt x="161" y="64"/>
                  </a:cubicBezTo>
                  <a:cubicBezTo>
                    <a:pt x="155" y="57"/>
                    <a:pt x="148" y="34"/>
                    <a:pt x="142" y="15"/>
                  </a:cubicBezTo>
                  <a:cubicBezTo>
                    <a:pt x="139" y="17"/>
                    <a:pt x="131" y="19"/>
                    <a:pt x="105" y="15"/>
                  </a:cubicBezTo>
                  <a:cubicBezTo>
                    <a:pt x="87" y="12"/>
                    <a:pt x="25" y="0"/>
                    <a:pt x="14" y="49"/>
                  </a:cubicBezTo>
                  <a:cubicBezTo>
                    <a:pt x="10" y="70"/>
                    <a:pt x="9" y="82"/>
                    <a:pt x="10" y="89"/>
                  </a:cubicBezTo>
                  <a:cubicBezTo>
                    <a:pt x="10" y="102"/>
                    <a:pt x="0" y="111"/>
                    <a:pt x="2" y="135"/>
                  </a:cubicBezTo>
                  <a:cubicBezTo>
                    <a:pt x="4" y="159"/>
                    <a:pt x="21" y="166"/>
                    <a:pt x="17" y="192"/>
                  </a:cubicBezTo>
                  <a:cubicBezTo>
                    <a:pt x="23" y="192"/>
                    <a:pt x="23" y="192"/>
                    <a:pt x="23" y="192"/>
                  </a:cubicBezTo>
                  <a:cubicBezTo>
                    <a:pt x="25" y="176"/>
                    <a:pt x="20" y="166"/>
                    <a:pt x="15" y="157"/>
                  </a:cubicBezTo>
                  <a:cubicBezTo>
                    <a:pt x="12" y="150"/>
                    <a:pt x="8" y="144"/>
                    <a:pt x="8" y="135"/>
                  </a:cubicBezTo>
                  <a:cubicBezTo>
                    <a:pt x="7" y="122"/>
                    <a:pt x="9" y="114"/>
                    <a:pt x="12" y="107"/>
                  </a:cubicBezTo>
                  <a:cubicBezTo>
                    <a:pt x="14" y="101"/>
                    <a:pt x="16" y="96"/>
                    <a:pt x="16" y="89"/>
                  </a:cubicBezTo>
                  <a:cubicBezTo>
                    <a:pt x="15" y="79"/>
                    <a:pt x="17" y="66"/>
                    <a:pt x="20" y="50"/>
                  </a:cubicBezTo>
                  <a:cubicBezTo>
                    <a:pt x="28" y="13"/>
                    <a:pt x="71" y="15"/>
                    <a:pt x="102" y="21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19" y="24"/>
                    <a:pt x="130" y="24"/>
                    <a:pt x="138" y="23"/>
                  </a:cubicBezTo>
                  <a:cubicBezTo>
                    <a:pt x="145" y="44"/>
                    <a:pt x="150" y="60"/>
                    <a:pt x="156" y="67"/>
                  </a:cubicBezTo>
                  <a:cubicBezTo>
                    <a:pt x="156" y="67"/>
                    <a:pt x="156" y="67"/>
                    <a:pt x="156" y="68"/>
                  </a:cubicBezTo>
                  <a:cubicBezTo>
                    <a:pt x="149" y="63"/>
                    <a:pt x="140" y="60"/>
                    <a:pt x="131" y="57"/>
                  </a:cubicBezTo>
                  <a:cubicBezTo>
                    <a:pt x="120" y="54"/>
                    <a:pt x="120" y="54"/>
                    <a:pt x="120" y="54"/>
                  </a:cubicBezTo>
                  <a:cubicBezTo>
                    <a:pt x="90" y="46"/>
                    <a:pt x="66" y="40"/>
                    <a:pt x="56" y="48"/>
                  </a:cubicBezTo>
                  <a:cubicBezTo>
                    <a:pt x="45" y="56"/>
                    <a:pt x="40" y="69"/>
                    <a:pt x="43" y="85"/>
                  </a:cubicBezTo>
                  <a:cubicBezTo>
                    <a:pt x="44" y="89"/>
                    <a:pt x="45" y="93"/>
                    <a:pt x="47" y="98"/>
                  </a:cubicBezTo>
                  <a:cubicBezTo>
                    <a:pt x="51" y="107"/>
                    <a:pt x="56" y="119"/>
                    <a:pt x="55" y="137"/>
                  </a:cubicBezTo>
                  <a:cubicBezTo>
                    <a:pt x="54" y="152"/>
                    <a:pt x="50" y="161"/>
                    <a:pt x="45" y="171"/>
                  </a:cubicBezTo>
                  <a:cubicBezTo>
                    <a:pt x="42" y="177"/>
                    <a:pt x="39" y="184"/>
                    <a:pt x="38" y="192"/>
                  </a:cubicBezTo>
                  <a:cubicBezTo>
                    <a:pt x="44" y="192"/>
                    <a:pt x="44" y="192"/>
                    <a:pt x="44" y="192"/>
                  </a:cubicBezTo>
                  <a:cubicBezTo>
                    <a:pt x="47" y="175"/>
                    <a:pt x="60" y="164"/>
                    <a:pt x="61" y="137"/>
                  </a:cubicBezTo>
                  <a:cubicBezTo>
                    <a:pt x="62" y="110"/>
                    <a:pt x="51" y="95"/>
                    <a:pt x="49" y="84"/>
                  </a:cubicBezTo>
                  <a:close/>
                </a:path>
              </a:pathLst>
            </a:custGeom>
            <a:solidFill>
              <a:srgbClr val="FEE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4" name="Freeform 384">
              <a:extLst>
                <a:ext uri="{FF2B5EF4-FFF2-40B4-BE49-F238E27FC236}">
                  <a16:creationId xmlns:a16="http://schemas.microsoft.com/office/drawing/2014/main" id="{AD8FF06C-2A26-47AD-B18D-F0D844EC8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635"/>
              <a:ext cx="423" cy="512"/>
            </a:xfrm>
            <a:custGeom>
              <a:avLst/>
              <a:gdLst>
                <a:gd name="T0" fmla="*/ 688 w 169"/>
                <a:gd name="T1" fmla="*/ 3640 h 192"/>
                <a:gd name="T2" fmla="*/ 959 w 169"/>
                <a:gd name="T3" fmla="*/ 2595 h 192"/>
                <a:gd name="T4" fmla="*/ 771 w 169"/>
                <a:gd name="T5" fmla="*/ 1592 h 192"/>
                <a:gd name="T6" fmla="*/ 939 w 169"/>
                <a:gd name="T7" fmla="*/ 989 h 192"/>
                <a:gd name="T8" fmla="*/ 2035 w 169"/>
                <a:gd name="T9" fmla="*/ 1195 h 192"/>
                <a:gd name="T10" fmla="*/ 2651 w 169"/>
                <a:gd name="T11" fmla="*/ 1629 h 192"/>
                <a:gd name="T12" fmla="*/ 2525 w 169"/>
                <a:gd name="T13" fmla="*/ 1216 h 192"/>
                <a:gd name="T14" fmla="*/ 2225 w 169"/>
                <a:gd name="T15" fmla="*/ 285 h 192"/>
                <a:gd name="T16" fmla="*/ 1647 w 169"/>
                <a:gd name="T17" fmla="*/ 285 h 192"/>
                <a:gd name="T18" fmla="*/ 220 w 169"/>
                <a:gd name="T19" fmla="*/ 931 h 192"/>
                <a:gd name="T20" fmla="*/ 158 w 169"/>
                <a:gd name="T21" fmla="*/ 1685 h 192"/>
                <a:gd name="T22" fmla="*/ 33 w 169"/>
                <a:gd name="T23" fmla="*/ 2560 h 192"/>
                <a:gd name="T24" fmla="*/ 270 w 169"/>
                <a:gd name="T25" fmla="*/ 3640 h 1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192">
                  <a:moveTo>
                    <a:pt x="44" y="192"/>
                  </a:moveTo>
                  <a:cubicBezTo>
                    <a:pt x="47" y="175"/>
                    <a:pt x="60" y="164"/>
                    <a:pt x="61" y="137"/>
                  </a:cubicBezTo>
                  <a:cubicBezTo>
                    <a:pt x="62" y="110"/>
                    <a:pt x="51" y="95"/>
                    <a:pt x="49" y="84"/>
                  </a:cubicBezTo>
                  <a:cubicBezTo>
                    <a:pt x="47" y="72"/>
                    <a:pt x="50" y="60"/>
                    <a:pt x="60" y="52"/>
                  </a:cubicBezTo>
                  <a:cubicBezTo>
                    <a:pt x="70" y="45"/>
                    <a:pt x="111" y="58"/>
                    <a:pt x="130" y="63"/>
                  </a:cubicBezTo>
                  <a:cubicBezTo>
                    <a:pt x="146" y="67"/>
                    <a:pt x="161" y="76"/>
                    <a:pt x="169" y="86"/>
                  </a:cubicBezTo>
                  <a:cubicBezTo>
                    <a:pt x="165" y="77"/>
                    <a:pt x="163" y="69"/>
                    <a:pt x="161" y="64"/>
                  </a:cubicBezTo>
                  <a:cubicBezTo>
                    <a:pt x="155" y="57"/>
                    <a:pt x="148" y="34"/>
                    <a:pt x="142" y="15"/>
                  </a:cubicBezTo>
                  <a:cubicBezTo>
                    <a:pt x="139" y="17"/>
                    <a:pt x="131" y="19"/>
                    <a:pt x="105" y="15"/>
                  </a:cubicBezTo>
                  <a:cubicBezTo>
                    <a:pt x="87" y="12"/>
                    <a:pt x="25" y="0"/>
                    <a:pt x="14" y="49"/>
                  </a:cubicBezTo>
                  <a:cubicBezTo>
                    <a:pt x="10" y="70"/>
                    <a:pt x="9" y="82"/>
                    <a:pt x="10" y="89"/>
                  </a:cubicBezTo>
                  <a:cubicBezTo>
                    <a:pt x="10" y="102"/>
                    <a:pt x="0" y="111"/>
                    <a:pt x="2" y="135"/>
                  </a:cubicBezTo>
                  <a:cubicBezTo>
                    <a:pt x="4" y="159"/>
                    <a:pt x="21" y="166"/>
                    <a:pt x="17" y="19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5" name="Freeform 385">
              <a:extLst>
                <a:ext uri="{FF2B5EF4-FFF2-40B4-BE49-F238E27FC236}">
                  <a16:creationId xmlns:a16="http://schemas.microsoft.com/office/drawing/2014/main" id="{E201ECBF-E77F-40B9-9ED6-AD60F4D4C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728"/>
              <a:ext cx="13" cy="733"/>
            </a:xfrm>
            <a:custGeom>
              <a:avLst/>
              <a:gdLst>
                <a:gd name="T0" fmla="*/ 21 w 5"/>
                <a:gd name="T1" fmla="*/ 5208 h 275"/>
                <a:gd name="T2" fmla="*/ 55 w 5"/>
                <a:gd name="T3" fmla="*/ 3255 h 275"/>
                <a:gd name="T4" fmla="*/ 0 w 5"/>
                <a:gd name="T5" fmla="*/ 0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75">
                  <a:moveTo>
                    <a:pt x="1" y="275"/>
                  </a:moveTo>
                  <a:cubicBezTo>
                    <a:pt x="1" y="257"/>
                    <a:pt x="1" y="210"/>
                    <a:pt x="3" y="172"/>
                  </a:cubicBezTo>
                  <a:cubicBezTo>
                    <a:pt x="5" y="134"/>
                    <a:pt x="3" y="2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6" name="Freeform 386">
              <a:extLst>
                <a:ext uri="{FF2B5EF4-FFF2-40B4-BE49-F238E27FC236}">
                  <a16:creationId xmlns:a16="http://schemas.microsoft.com/office/drawing/2014/main" id="{950F7D77-8B77-4A30-8A0D-79E0D360A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296"/>
              <a:ext cx="45" cy="77"/>
            </a:xfrm>
            <a:custGeom>
              <a:avLst/>
              <a:gdLst>
                <a:gd name="T0" fmla="*/ 0 w 18"/>
                <a:gd name="T1" fmla="*/ 170 h 29"/>
                <a:gd name="T2" fmla="*/ 125 w 18"/>
                <a:gd name="T3" fmla="*/ 0 h 29"/>
                <a:gd name="T4" fmla="*/ 20 w 18"/>
                <a:gd name="T5" fmla="*/ 316 h 29"/>
                <a:gd name="T6" fmla="*/ 125 w 18"/>
                <a:gd name="T7" fmla="*/ 5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9">
                  <a:moveTo>
                    <a:pt x="0" y="9"/>
                  </a:moveTo>
                  <a:cubicBezTo>
                    <a:pt x="1" y="5"/>
                    <a:pt x="4" y="2"/>
                    <a:pt x="8" y="0"/>
                  </a:cubicBezTo>
                  <a:cubicBezTo>
                    <a:pt x="8" y="5"/>
                    <a:pt x="4" y="12"/>
                    <a:pt x="1" y="17"/>
                  </a:cubicBezTo>
                  <a:cubicBezTo>
                    <a:pt x="14" y="3"/>
                    <a:pt x="18" y="22"/>
                    <a:pt x="8" y="29"/>
                  </a:cubicBezTo>
                </a:path>
              </a:pathLst>
            </a:custGeom>
            <a:noFill/>
            <a:ln w="15875" cap="flat">
              <a:solidFill>
                <a:srgbClr val="FED8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7" name="Freeform 387">
              <a:extLst>
                <a:ext uri="{FF2B5EF4-FFF2-40B4-BE49-F238E27FC236}">
                  <a16:creationId xmlns:a16="http://schemas.microsoft.com/office/drawing/2014/main" id="{FDB5E1DE-70B9-4769-B7F5-01429BBBE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293"/>
              <a:ext cx="62" cy="64"/>
            </a:xfrm>
            <a:custGeom>
              <a:avLst/>
              <a:gdLst>
                <a:gd name="T0" fmla="*/ 382 w 25"/>
                <a:gd name="T1" fmla="*/ 171 h 24"/>
                <a:gd name="T2" fmla="*/ 278 w 25"/>
                <a:gd name="T3" fmla="*/ 35 h 24"/>
                <a:gd name="T4" fmla="*/ 228 w 25"/>
                <a:gd name="T5" fmla="*/ 205 h 24"/>
                <a:gd name="T6" fmla="*/ 228 w 25"/>
                <a:gd name="T7" fmla="*/ 397 h 24"/>
                <a:gd name="T8" fmla="*/ 0 w 25"/>
                <a:gd name="T9" fmla="*/ 24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5" y="9"/>
                  </a:moveTo>
                  <a:cubicBezTo>
                    <a:pt x="24" y="7"/>
                    <a:pt x="21" y="3"/>
                    <a:pt x="18" y="2"/>
                  </a:cubicBezTo>
                  <a:cubicBezTo>
                    <a:pt x="7" y="0"/>
                    <a:pt x="15" y="9"/>
                    <a:pt x="15" y="11"/>
                  </a:cubicBezTo>
                  <a:cubicBezTo>
                    <a:pt x="16" y="14"/>
                    <a:pt x="23" y="17"/>
                    <a:pt x="15" y="21"/>
                  </a:cubicBezTo>
                  <a:cubicBezTo>
                    <a:pt x="10" y="24"/>
                    <a:pt x="3" y="17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ED8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8" name="Freeform 388">
              <a:extLst>
                <a:ext uri="{FF2B5EF4-FFF2-40B4-BE49-F238E27FC236}">
                  <a16:creationId xmlns:a16="http://schemas.microsoft.com/office/drawing/2014/main" id="{24654B9C-DBF8-488B-B5F3-6871E2906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136"/>
              <a:ext cx="52" cy="72"/>
            </a:xfrm>
            <a:custGeom>
              <a:avLst/>
              <a:gdLst>
                <a:gd name="T0" fmla="*/ 319 w 21"/>
                <a:gd name="T1" fmla="*/ 115 h 27"/>
                <a:gd name="T2" fmla="*/ 183 w 21"/>
                <a:gd name="T3" fmla="*/ 264 h 27"/>
                <a:gd name="T4" fmla="*/ 0 w 21"/>
                <a:gd name="T5" fmla="*/ 227 h 27"/>
                <a:gd name="T6" fmla="*/ 104 w 21"/>
                <a:gd name="T7" fmla="*/ 5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7">
                  <a:moveTo>
                    <a:pt x="21" y="6"/>
                  </a:moveTo>
                  <a:cubicBezTo>
                    <a:pt x="14" y="0"/>
                    <a:pt x="5" y="6"/>
                    <a:pt x="12" y="14"/>
                  </a:cubicBezTo>
                  <a:cubicBezTo>
                    <a:pt x="8" y="13"/>
                    <a:pt x="4" y="11"/>
                    <a:pt x="0" y="12"/>
                  </a:cubicBezTo>
                  <a:cubicBezTo>
                    <a:pt x="0" y="18"/>
                    <a:pt x="2" y="24"/>
                    <a:pt x="7" y="27"/>
                  </a:cubicBezTo>
                </a:path>
              </a:pathLst>
            </a:custGeom>
            <a:noFill/>
            <a:ln w="15875" cap="flat">
              <a:solidFill>
                <a:srgbClr val="FED8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9" name="Freeform 389">
              <a:extLst>
                <a:ext uri="{FF2B5EF4-FFF2-40B4-BE49-F238E27FC236}">
                  <a16:creationId xmlns:a16="http://schemas.microsoft.com/office/drawing/2014/main" id="{E5211CEB-E955-4655-94D2-580C80C6B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104"/>
              <a:ext cx="10" cy="5"/>
            </a:xfrm>
            <a:custGeom>
              <a:avLst/>
              <a:gdLst>
                <a:gd name="T0" fmla="*/ 63 w 4"/>
                <a:gd name="T1" fmla="*/ 0 h 2"/>
                <a:gd name="T2" fmla="*/ 0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D8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0" name="Freeform 390">
              <a:extLst>
                <a:ext uri="{FF2B5EF4-FFF2-40B4-BE49-F238E27FC236}">
                  <a16:creationId xmlns:a16="http://schemas.microsoft.com/office/drawing/2014/main" id="{84477075-7B94-49BA-9C96-103899583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643"/>
              <a:ext cx="55" cy="61"/>
            </a:xfrm>
            <a:custGeom>
              <a:avLst/>
              <a:gdLst>
                <a:gd name="T0" fmla="*/ 158 w 22"/>
                <a:gd name="T1" fmla="*/ 408 h 23"/>
                <a:gd name="T2" fmla="*/ 345 w 22"/>
                <a:gd name="T3" fmla="*/ 337 h 23"/>
                <a:gd name="T4" fmla="*/ 125 w 22"/>
                <a:gd name="T5" fmla="*/ 281 h 23"/>
                <a:gd name="T6" fmla="*/ 300 w 22"/>
                <a:gd name="T7" fmla="*/ 77 h 23"/>
                <a:gd name="T8" fmla="*/ 0 w 22"/>
                <a:gd name="T9" fmla="*/ 7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10" y="22"/>
                  </a:moveTo>
                  <a:cubicBezTo>
                    <a:pt x="15" y="23"/>
                    <a:pt x="20" y="22"/>
                    <a:pt x="22" y="18"/>
                  </a:cubicBezTo>
                  <a:cubicBezTo>
                    <a:pt x="18" y="15"/>
                    <a:pt x="13" y="15"/>
                    <a:pt x="8" y="15"/>
                  </a:cubicBezTo>
                  <a:cubicBezTo>
                    <a:pt x="12" y="12"/>
                    <a:pt x="17" y="9"/>
                    <a:pt x="19" y="4"/>
                  </a:cubicBezTo>
                  <a:cubicBezTo>
                    <a:pt x="14" y="0"/>
                    <a:pt x="6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D8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1" name="Freeform 391">
              <a:extLst>
                <a:ext uri="{FF2B5EF4-FFF2-40B4-BE49-F238E27FC236}">
                  <a16:creationId xmlns:a16="http://schemas.microsoft.com/office/drawing/2014/main" id="{3899572E-B5A1-46C4-97B0-A26781F78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696"/>
              <a:ext cx="18" cy="3"/>
            </a:xfrm>
            <a:custGeom>
              <a:avLst/>
              <a:gdLst>
                <a:gd name="T0" fmla="*/ 0 w 7"/>
                <a:gd name="T1" fmla="*/ 27 h 1"/>
                <a:gd name="T2" fmla="*/ 118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D8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2" name="Freeform 392">
              <a:extLst>
                <a:ext uri="{FF2B5EF4-FFF2-40B4-BE49-F238E27FC236}">
                  <a16:creationId xmlns:a16="http://schemas.microsoft.com/office/drawing/2014/main" id="{A4BD2E80-8F5D-40B0-A783-02A65DE7C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341"/>
              <a:ext cx="40" cy="40"/>
            </a:xfrm>
            <a:custGeom>
              <a:avLst/>
              <a:gdLst>
                <a:gd name="T0" fmla="*/ 220 w 16"/>
                <a:gd name="T1" fmla="*/ 56 h 15"/>
                <a:gd name="T2" fmla="*/ 250 w 16"/>
                <a:gd name="T3" fmla="*/ 20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14" y="3"/>
                  </a:moveTo>
                  <a:cubicBezTo>
                    <a:pt x="4" y="0"/>
                    <a:pt x="0" y="15"/>
                    <a:pt x="16" y="11"/>
                  </a:cubicBezTo>
                </a:path>
              </a:pathLst>
            </a:custGeom>
            <a:noFill/>
            <a:ln w="15875" cap="flat">
              <a:solidFill>
                <a:srgbClr val="FED8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3" name="Freeform 393">
              <a:extLst>
                <a:ext uri="{FF2B5EF4-FFF2-40B4-BE49-F238E27FC236}">
                  <a16:creationId xmlns:a16="http://schemas.microsoft.com/office/drawing/2014/main" id="{BDA0C78B-6CEC-426A-8EB2-07A3AFBF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304"/>
              <a:ext cx="560" cy="219"/>
            </a:xfrm>
            <a:custGeom>
              <a:avLst/>
              <a:gdLst>
                <a:gd name="T0" fmla="*/ 0 w 224"/>
                <a:gd name="T1" fmla="*/ 841 h 82"/>
                <a:gd name="T2" fmla="*/ 3500 w 224"/>
                <a:gd name="T3" fmla="*/ 1162 h 82"/>
                <a:gd name="T4" fmla="*/ 3470 w 224"/>
                <a:gd name="T5" fmla="*/ 1127 h 82"/>
                <a:gd name="T6" fmla="*/ 2813 w 224"/>
                <a:gd name="T7" fmla="*/ 478 h 82"/>
                <a:gd name="T8" fmla="*/ 0 w 224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82">
                  <a:moveTo>
                    <a:pt x="0" y="44"/>
                  </a:moveTo>
                  <a:cubicBezTo>
                    <a:pt x="22" y="54"/>
                    <a:pt x="127" y="82"/>
                    <a:pt x="224" y="61"/>
                  </a:cubicBezTo>
                  <a:cubicBezTo>
                    <a:pt x="222" y="59"/>
                    <a:pt x="222" y="59"/>
                    <a:pt x="222" y="59"/>
                  </a:cubicBezTo>
                  <a:cubicBezTo>
                    <a:pt x="208" y="51"/>
                    <a:pt x="193" y="39"/>
                    <a:pt x="180" y="25"/>
                  </a:cubicBezTo>
                  <a:cubicBezTo>
                    <a:pt x="106" y="34"/>
                    <a:pt x="16" y="1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4" name="Freeform 394">
              <a:extLst>
                <a:ext uri="{FF2B5EF4-FFF2-40B4-BE49-F238E27FC236}">
                  <a16:creationId xmlns:a16="http://schemas.microsoft.com/office/drawing/2014/main" id="{500B09A3-A1FE-4228-9907-9DCA1A26D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467"/>
              <a:ext cx="600" cy="328"/>
            </a:xfrm>
            <a:custGeom>
              <a:avLst/>
              <a:gdLst>
                <a:gd name="T0" fmla="*/ 2863 w 240"/>
                <a:gd name="T1" fmla="*/ 1728 h 123"/>
                <a:gd name="T2" fmla="*/ 2750 w 240"/>
                <a:gd name="T3" fmla="*/ 968 h 123"/>
                <a:gd name="T4" fmla="*/ 2158 w 240"/>
                <a:gd name="T5" fmla="*/ 931 h 123"/>
                <a:gd name="T6" fmla="*/ 813 w 240"/>
                <a:gd name="T7" fmla="*/ 1080 h 123"/>
                <a:gd name="T8" fmla="*/ 0 w 240"/>
                <a:gd name="T9" fmla="*/ 1344 h 123"/>
                <a:gd name="T10" fmla="*/ 83 w 240"/>
                <a:gd name="T11" fmla="*/ 1059 h 123"/>
                <a:gd name="T12" fmla="*/ 533 w 240"/>
                <a:gd name="T13" fmla="*/ 285 h 123"/>
                <a:gd name="T14" fmla="*/ 1033 w 240"/>
                <a:gd name="T15" fmla="*/ 435 h 123"/>
                <a:gd name="T16" fmla="*/ 3063 w 240"/>
                <a:gd name="T17" fmla="*/ 320 h 123"/>
                <a:gd name="T18" fmla="*/ 3408 w 240"/>
                <a:gd name="T19" fmla="*/ 760 h 123"/>
                <a:gd name="T20" fmla="*/ 3750 w 240"/>
                <a:gd name="T21" fmla="*/ 1613 h 123"/>
                <a:gd name="T22" fmla="*/ 3658 w 240"/>
                <a:gd name="T23" fmla="*/ 2253 h 123"/>
                <a:gd name="T24" fmla="*/ 3658 w 240"/>
                <a:gd name="T25" fmla="*/ 2253 h 123"/>
                <a:gd name="T26" fmla="*/ 3583 w 240"/>
                <a:gd name="T27" fmla="*/ 2197 h 123"/>
                <a:gd name="T28" fmla="*/ 3658 w 240"/>
                <a:gd name="T29" fmla="*/ 1613 h 123"/>
                <a:gd name="T30" fmla="*/ 3395 w 240"/>
                <a:gd name="T31" fmla="*/ 931 h 123"/>
                <a:gd name="T32" fmla="*/ 3313 w 240"/>
                <a:gd name="T33" fmla="*/ 819 h 123"/>
                <a:gd name="T34" fmla="*/ 3020 w 240"/>
                <a:gd name="T35" fmla="*/ 435 h 123"/>
                <a:gd name="T36" fmla="*/ 1488 w 240"/>
                <a:gd name="T37" fmla="*/ 477 h 123"/>
                <a:gd name="T38" fmla="*/ 1050 w 240"/>
                <a:gd name="T39" fmla="*/ 547 h 123"/>
                <a:gd name="T40" fmla="*/ 550 w 240"/>
                <a:gd name="T41" fmla="*/ 435 h 123"/>
                <a:gd name="T42" fmla="*/ 158 w 240"/>
                <a:gd name="T43" fmla="*/ 1117 h 123"/>
                <a:gd name="T44" fmla="*/ 158 w 240"/>
                <a:gd name="T45" fmla="*/ 1139 h 123"/>
                <a:gd name="T46" fmla="*/ 813 w 240"/>
                <a:gd name="T47" fmla="*/ 968 h 123"/>
                <a:gd name="T48" fmla="*/ 2145 w 240"/>
                <a:gd name="T49" fmla="*/ 819 h 123"/>
                <a:gd name="T50" fmla="*/ 2800 w 240"/>
                <a:gd name="T51" fmla="*/ 875 h 123"/>
                <a:gd name="T52" fmla="*/ 2895 w 240"/>
                <a:gd name="T53" fmla="*/ 1195 h 123"/>
                <a:gd name="T54" fmla="*/ 2958 w 240"/>
                <a:gd name="T55" fmla="*/ 1685 h 123"/>
                <a:gd name="T56" fmla="*/ 3175 w 240"/>
                <a:gd name="T57" fmla="*/ 2125 h 123"/>
                <a:gd name="T58" fmla="*/ 3283 w 240"/>
                <a:gd name="T59" fmla="*/ 2296 h 123"/>
                <a:gd name="T60" fmla="*/ 3188 w 240"/>
                <a:gd name="T61" fmla="*/ 2333 h 123"/>
                <a:gd name="T62" fmla="*/ 2863 w 240"/>
                <a:gd name="T63" fmla="*/ 1728 h 1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40" h="123">
                  <a:moveTo>
                    <a:pt x="183" y="91"/>
                  </a:moveTo>
                  <a:cubicBezTo>
                    <a:pt x="173" y="67"/>
                    <a:pt x="184" y="56"/>
                    <a:pt x="176" y="51"/>
                  </a:cubicBezTo>
                  <a:cubicBezTo>
                    <a:pt x="168" y="45"/>
                    <a:pt x="156" y="47"/>
                    <a:pt x="138" y="49"/>
                  </a:cubicBezTo>
                  <a:cubicBezTo>
                    <a:pt x="120" y="52"/>
                    <a:pt x="82" y="55"/>
                    <a:pt x="52" y="57"/>
                  </a:cubicBezTo>
                  <a:cubicBezTo>
                    <a:pt x="26" y="60"/>
                    <a:pt x="10" y="65"/>
                    <a:pt x="0" y="71"/>
                  </a:cubicBezTo>
                  <a:cubicBezTo>
                    <a:pt x="2" y="65"/>
                    <a:pt x="3" y="60"/>
                    <a:pt x="5" y="56"/>
                  </a:cubicBezTo>
                  <a:cubicBezTo>
                    <a:pt x="9" y="46"/>
                    <a:pt x="20" y="30"/>
                    <a:pt x="34" y="15"/>
                  </a:cubicBezTo>
                  <a:cubicBezTo>
                    <a:pt x="39" y="19"/>
                    <a:pt x="49" y="25"/>
                    <a:pt x="66" y="23"/>
                  </a:cubicBezTo>
                  <a:cubicBezTo>
                    <a:pt x="92" y="21"/>
                    <a:pt x="163" y="0"/>
                    <a:pt x="196" y="17"/>
                  </a:cubicBezTo>
                  <a:cubicBezTo>
                    <a:pt x="208" y="24"/>
                    <a:pt x="214" y="34"/>
                    <a:pt x="218" y="40"/>
                  </a:cubicBezTo>
                  <a:cubicBezTo>
                    <a:pt x="221" y="46"/>
                    <a:pt x="240" y="61"/>
                    <a:pt x="240" y="85"/>
                  </a:cubicBezTo>
                  <a:cubicBezTo>
                    <a:pt x="239" y="110"/>
                    <a:pt x="234" y="119"/>
                    <a:pt x="234" y="119"/>
                  </a:cubicBezTo>
                  <a:cubicBezTo>
                    <a:pt x="234" y="119"/>
                    <a:pt x="234" y="119"/>
                    <a:pt x="234" y="119"/>
                  </a:cubicBezTo>
                  <a:cubicBezTo>
                    <a:pt x="229" y="116"/>
                    <a:pt x="229" y="116"/>
                    <a:pt x="229" y="116"/>
                  </a:cubicBezTo>
                  <a:cubicBezTo>
                    <a:pt x="229" y="116"/>
                    <a:pt x="233" y="108"/>
                    <a:pt x="234" y="85"/>
                  </a:cubicBezTo>
                  <a:cubicBezTo>
                    <a:pt x="234" y="69"/>
                    <a:pt x="224" y="57"/>
                    <a:pt x="217" y="49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0" y="38"/>
                    <a:pt x="205" y="29"/>
                    <a:pt x="193" y="23"/>
                  </a:cubicBezTo>
                  <a:cubicBezTo>
                    <a:pt x="170" y="11"/>
                    <a:pt x="125" y="19"/>
                    <a:pt x="95" y="25"/>
                  </a:cubicBezTo>
                  <a:cubicBezTo>
                    <a:pt x="84" y="27"/>
                    <a:pt x="74" y="29"/>
                    <a:pt x="67" y="29"/>
                  </a:cubicBezTo>
                  <a:cubicBezTo>
                    <a:pt x="52" y="31"/>
                    <a:pt x="41" y="27"/>
                    <a:pt x="35" y="23"/>
                  </a:cubicBezTo>
                  <a:cubicBezTo>
                    <a:pt x="23" y="36"/>
                    <a:pt x="14" y="50"/>
                    <a:pt x="10" y="59"/>
                  </a:cubicBezTo>
                  <a:cubicBezTo>
                    <a:pt x="10" y="59"/>
                    <a:pt x="10" y="59"/>
                    <a:pt x="10" y="60"/>
                  </a:cubicBezTo>
                  <a:cubicBezTo>
                    <a:pt x="21" y="56"/>
                    <a:pt x="34" y="53"/>
                    <a:pt x="52" y="51"/>
                  </a:cubicBezTo>
                  <a:cubicBezTo>
                    <a:pt x="77" y="50"/>
                    <a:pt x="118" y="46"/>
                    <a:pt x="137" y="43"/>
                  </a:cubicBezTo>
                  <a:cubicBezTo>
                    <a:pt x="156" y="41"/>
                    <a:pt x="169" y="39"/>
                    <a:pt x="179" y="46"/>
                  </a:cubicBezTo>
                  <a:cubicBezTo>
                    <a:pt x="186" y="50"/>
                    <a:pt x="185" y="57"/>
                    <a:pt x="185" y="63"/>
                  </a:cubicBezTo>
                  <a:cubicBezTo>
                    <a:pt x="184" y="69"/>
                    <a:pt x="184" y="77"/>
                    <a:pt x="189" y="89"/>
                  </a:cubicBezTo>
                  <a:cubicBezTo>
                    <a:pt x="194" y="104"/>
                    <a:pt x="200" y="109"/>
                    <a:pt x="203" y="112"/>
                  </a:cubicBezTo>
                  <a:cubicBezTo>
                    <a:pt x="206" y="114"/>
                    <a:pt x="208" y="117"/>
                    <a:pt x="210" y="121"/>
                  </a:cubicBezTo>
                  <a:cubicBezTo>
                    <a:pt x="204" y="123"/>
                    <a:pt x="204" y="123"/>
                    <a:pt x="204" y="123"/>
                  </a:cubicBezTo>
                  <a:cubicBezTo>
                    <a:pt x="202" y="115"/>
                    <a:pt x="193" y="116"/>
                    <a:pt x="183" y="91"/>
                  </a:cubicBezTo>
                  <a:close/>
                </a:path>
              </a:pathLst>
            </a:custGeom>
            <a:solidFill>
              <a:srgbClr val="FEE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5" name="Freeform 395">
              <a:extLst>
                <a:ext uri="{FF2B5EF4-FFF2-40B4-BE49-F238E27FC236}">
                  <a16:creationId xmlns:a16="http://schemas.microsoft.com/office/drawing/2014/main" id="{5218C3F6-C5C5-4146-A96E-2A64933A4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467"/>
              <a:ext cx="600" cy="328"/>
            </a:xfrm>
            <a:custGeom>
              <a:avLst/>
              <a:gdLst>
                <a:gd name="T0" fmla="*/ 3188 w 240"/>
                <a:gd name="T1" fmla="*/ 2333 h 123"/>
                <a:gd name="T2" fmla="*/ 2863 w 240"/>
                <a:gd name="T3" fmla="*/ 1728 h 123"/>
                <a:gd name="T4" fmla="*/ 2750 w 240"/>
                <a:gd name="T5" fmla="*/ 968 h 123"/>
                <a:gd name="T6" fmla="*/ 2158 w 240"/>
                <a:gd name="T7" fmla="*/ 931 h 123"/>
                <a:gd name="T8" fmla="*/ 813 w 240"/>
                <a:gd name="T9" fmla="*/ 1080 h 123"/>
                <a:gd name="T10" fmla="*/ 0 w 240"/>
                <a:gd name="T11" fmla="*/ 1344 h 123"/>
                <a:gd name="T12" fmla="*/ 83 w 240"/>
                <a:gd name="T13" fmla="*/ 1059 h 123"/>
                <a:gd name="T14" fmla="*/ 533 w 240"/>
                <a:gd name="T15" fmla="*/ 285 h 123"/>
                <a:gd name="T16" fmla="*/ 1033 w 240"/>
                <a:gd name="T17" fmla="*/ 435 h 123"/>
                <a:gd name="T18" fmla="*/ 3063 w 240"/>
                <a:gd name="T19" fmla="*/ 320 h 123"/>
                <a:gd name="T20" fmla="*/ 3408 w 240"/>
                <a:gd name="T21" fmla="*/ 760 h 123"/>
                <a:gd name="T22" fmla="*/ 3750 w 240"/>
                <a:gd name="T23" fmla="*/ 1613 h 123"/>
                <a:gd name="T24" fmla="*/ 3658 w 240"/>
                <a:gd name="T25" fmla="*/ 2253 h 1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0" h="123">
                  <a:moveTo>
                    <a:pt x="204" y="123"/>
                  </a:moveTo>
                  <a:cubicBezTo>
                    <a:pt x="202" y="115"/>
                    <a:pt x="193" y="116"/>
                    <a:pt x="183" y="91"/>
                  </a:cubicBezTo>
                  <a:cubicBezTo>
                    <a:pt x="173" y="67"/>
                    <a:pt x="184" y="56"/>
                    <a:pt x="176" y="51"/>
                  </a:cubicBezTo>
                  <a:cubicBezTo>
                    <a:pt x="168" y="45"/>
                    <a:pt x="156" y="47"/>
                    <a:pt x="138" y="49"/>
                  </a:cubicBezTo>
                  <a:cubicBezTo>
                    <a:pt x="120" y="52"/>
                    <a:pt x="82" y="55"/>
                    <a:pt x="52" y="57"/>
                  </a:cubicBezTo>
                  <a:cubicBezTo>
                    <a:pt x="26" y="60"/>
                    <a:pt x="10" y="65"/>
                    <a:pt x="0" y="71"/>
                  </a:cubicBezTo>
                  <a:cubicBezTo>
                    <a:pt x="2" y="65"/>
                    <a:pt x="3" y="60"/>
                    <a:pt x="5" y="56"/>
                  </a:cubicBezTo>
                  <a:cubicBezTo>
                    <a:pt x="9" y="46"/>
                    <a:pt x="20" y="30"/>
                    <a:pt x="34" y="15"/>
                  </a:cubicBezTo>
                  <a:cubicBezTo>
                    <a:pt x="39" y="19"/>
                    <a:pt x="49" y="25"/>
                    <a:pt x="66" y="23"/>
                  </a:cubicBezTo>
                  <a:cubicBezTo>
                    <a:pt x="92" y="21"/>
                    <a:pt x="163" y="0"/>
                    <a:pt x="196" y="17"/>
                  </a:cubicBezTo>
                  <a:cubicBezTo>
                    <a:pt x="208" y="24"/>
                    <a:pt x="214" y="34"/>
                    <a:pt x="218" y="40"/>
                  </a:cubicBezTo>
                  <a:cubicBezTo>
                    <a:pt x="221" y="46"/>
                    <a:pt x="240" y="61"/>
                    <a:pt x="240" y="85"/>
                  </a:cubicBezTo>
                  <a:cubicBezTo>
                    <a:pt x="239" y="110"/>
                    <a:pt x="234" y="119"/>
                    <a:pt x="234" y="1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6" name="Freeform 396">
              <a:extLst>
                <a:ext uri="{FF2B5EF4-FFF2-40B4-BE49-F238E27FC236}">
                  <a16:creationId xmlns:a16="http://schemas.microsoft.com/office/drawing/2014/main" id="{BD46333F-8542-4931-AAA7-6505657EB9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31" y="2075"/>
              <a:ext cx="153" cy="144"/>
            </a:xfrm>
            <a:custGeom>
              <a:avLst/>
              <a:gdLst>
                <a:gd name="T0" fmla="*/ 472 w 61"/>
                <a:gd name="T1" fmla="*/ 875 h 54"/>
                <a:gd name="T2" fmla="*/ 742 w 61"/>
                <a:gd name="T3" fmla="*/ 1003 h 54"/>
                <a:gd name="T4" fmla="*/ 943 w 61"/>
                <a:gd name="T5" fmla="*/ 477 h 54"/>
                <a:gd name="T6" fmla="*/ 617 w 61"/>
                <a:gd name="T7" fmla="*/ 0 h 54"/>
                <a:gd name="T8" fmla="*/ 176 w 61"/>
                <a:gd name="T9" fmla="*/ 264 h 54"/>
                <a:gd name="T10" fmla="*/ 0 w 61"/>
                <a:gd name="T11" fmla="*/ 1024 h 54"/>
                <a:gd name="T12" fmla="*/ 472 w 61"/>
                <a:gd name="T13" fmla="*/ 875 h 54"/>
                <a:gd name="T14" fmla="*/ 472 w 61"/>
                <a:gd name="T15" fmla="*/ 797 h 54"/>
                <a:gd name="T16" fmla="*/ 301 w 61"/>
                <a:gd name="T17" fmla="*/ 853 h 54"/>
                <a:gd name="T18" fmla="*/ 95 w 61"/>
                <a:gd name="T19" fmla="*/ 931 h 54"/>
                <a:gd name="T20" fmla="*/ 221 w 61"/>
                <a:gd name="T21" fmla="*/ 320 h 54"/>
                <a:gd name="T22" fmla="*/ 409 w 61"/>
                <a:gd name="T23" fmla="*/ 205 h 54"/>
                <a:gd name="T24" fmla="*/ 617 w 61"/>
                <a:gd name="T25" fmla="*/ 77 h 54"/>
                <a:gd name="T26" fmla="*/ 880 w 61"/>
                <a:gd name="T27" fmla="*/ 477 h 54"/>
                <a:gd name="T28" fmla="*/ 742 w 61"/>
                <a:gd name="T29" fmla="*/ 931 h 54"/>
                <a:gd name="T30" fmla="*/ 567 w 61"/>
                <a:gd name="T31" fmla="*/ 875 h 54"/>
                <a:gd name="T32" fmla="*/ 472 w 61"/>
                <a:gd name="T33" fmla="*/ 797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1" h="54">
                  <a:moveTo>
                    <a:pt x="30" y="46"/>
                  </a:moveTo>
                  <a:cubicBezTo>
                    <a:pt x="34" y="46"/>
                    <a:pt x="34" y="54"/>
                    <a:pt x="47" y="53"/>
                  </a:cubicBezTo>
                  <a:cubicBezTo>
                    <a:pt x="60" y="52"/>
                    <a:pt x="61" y="45"/>
                    <a:pt x="60" y="25"/>
                  </a:cubicBezTo>
                  <a:cubicBezTo>
                    <a:pt x="58" y="5"/>
                    <a:pt x="50" y="0"/>
                    <a:pt x="39" y="0"/>
                  </a:cubicBezTo>
                  <a:cubicBezTo>
                    <a:pt x="31" y="1"/>
                    <a:pt x="22" y="9"/>
                    <a:pt x="11" y="14"/>
                  </a:cubicBezTo>
                  <a:cubicBezTo>
                    <a:pt x="9" y="27"/>
                    <a:pt x="5" y="41"/>
                    <a:pt x="0" y="54"/>
                  </a:cubicBezTo>
                  <a:cubicBezTo>
                    <a:pt x="13" y="52"/>
                    <a:pt x="26" y="46"/>
                    <a:pt x="30" y="46"/>
                  </a:cubicBezTo>
                  <a:close/>
                  <a:moveTo>
                    <a:pt x="30" y="42"/>
                  </a:moveTo>
                  <a:cubicBezTo>
                    <a:pt x="28" y="42"/>
                    <a:pt x="25" y="43"/>
                    <a:pt x="19" y="45"/>
                  </a:cubicBezTo>
                  <a:cubicBezTo>
                    <a:pt x="16" y="46"/>
                    <a:pt x="11" y="47"/>
                    <a:pt x="6" y="49"/>
                  </a:cubicBezTo>
                  <a:cubicBezTo>
                    <a:pt x="10" y="38"/>
                    <a:pt x="13" y="27"/>
                    <a:pt x="14" y="17"/>
                  </a:cubicBezTo>
                  <a:cubicBezTo>
                    <a:pt x="18" y="15"/>
                    <a:pt x="22" y="13"/>
                    <a:pt x="26" y="11"/>
                  </a:cubicBezTo>
                  <a:cubicBezTo>
                    <a:pt x="31" y="7"/>
                    <a:pt x="35" y="5"/>
                    <a:pt x="39" y="4"/>
                  </a:cubicBezTo>
                  <a:cubicBezTo>
                    <a:pt x="46" y="4"/>
                    <a:pt x="54" y="6"/>
                    <a:pt x="56" y="25"/>
                  </a:cubicBezTo>
                  <a:cubicBezTo>
                    <a:pt x="57" y="46"/>
                    <a:pt x="56" y="48"/>
                    <a:pt x="47" y="49"/>
                  </a:cubicBezTo>
                  <a:cubicBezTo>
                    <a:pt x="40" y="50"/>
                    <a:pt x="38" y="48"/>
                    <a:pt x="36" y="46"/>
                  </a:cubicBezTo>
                  <a:cubicBezTo>
                    <a:pt x="35" y="44"/>
                    <a:pt x="33" y="42"/>
                    <a:pt x="30" y="42"/>
                  </a:cubicBezTo>
                  <a:close/>
                </a:path>
              </a:pathLst>
            </a:custGeom>
            <a:solidFill>
              <a:srgbClr val="FEE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7" name="Freeform 397">
              <a:extLst>
                <a:ext uri="{FF2B5EF4-FFF2-40B4-BE49-F238E27FC236}">
                  <a16:creationId xmlns:a16="http://schemas.microsoft.com/office/drawing/2014/main" id="{A03E2BC2-47D3-40FB-91D4-96CC32DCF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075"/>
              <a:ext cx="153" cy="144"/>
            </a:xfrm>
            <a:custGeom>
              <a:avLst/>
              <a:gdLst>
                <a:gd name="T0" fmla="*/ 176 w 61"/>
                <a:gd name="T1" fmla="*/ 264 h 54"/>
                <a:gd name="T2" fmla="*/ 617 w 61"/>
                <a:gd name="T3" fmla="*/ 0 h 54"/>
                <a:gd name="T4" fmla="*/ 943 w 61"/>
                <a:gd name="T5" fmla="*/ 477 h 54"/>
                <a:gd name="T6" fmla="*/ 742 w 61"/>
                <a:gd name="T7" fmla="*/ 1003 h 54"/>
                <a:gd name="T8" fmla="*/ 472 w 61"/>
                <a:gd name="T9" fmla="*/ 875 h 54"/>
                <a:gd name="T10" fmla="*/ 0 w 61"/>
                <a:gd name="T11" fmla="*/ 1024 h 54"/>
                <a:gd name="T12" fmla="*/ 176 w 61"/>
                <a:gd name="T13" fmla="*/ 26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54">
                  <a:moveTo>
                    <a:pt x="11" y="14"/>
                  </a:moveTo>
                  <a:cubicBezTo>
                    <a:pt x="22" y="9"/>
                    <a:pt x="31" y="1"/>
                    <a:pt x="39" y="0"/>
                  </a:cubicBezTo>
                  <a:cubicBezTo>
                    <a:pt x="50" y="0"/>
                    <a:pt x="58" y="5"/>
                    <a:pt x="60" y="25"/>
                  </a:cubicBezTo>
                  <a:cubicBezTo>
                    <a:pt x="61" y="45"/>
                    <a:pt x="60" y="52"/>
                    <a:pt x="47" y="53"/>
                  </a:cubicBezTo>
                  <a:cubicBezTo>
                    <a:pt x="34" y="54"/>
                    <a:pt x="34" y="46"/>
                    <a:pt x="30" y="46"/>
                  </a:cubicBezTo>
                  <a:cubicBezTo>
                    <a:pt x="26" y="46"/>
                    <a:pt x="13" y="52"/>
                    <a:pt x="0" y="54"/>
                  </a:cubicBezTo>
                  <a:cubicBezTo>
                    <a:pt x="5" y="41"/>
                    <a:pt x="9" y="27"/>
                    <a:pt x="11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8" name="Freeform 398">
              <a:extLst>
                <a:ext uri="{FF2B5EF4-FFF2-40B4-BE49-F238E27FC236}">
                  <a16:creationId xmlns:a16="http://schemas.microsoft.com/office/drawing/2014/main" id="{99EFA1A0-2E22-4F88-9935-11BBF9D56F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6" y="1480"/>
              <a:ext cx="445" cy="360"/>
            </a:xfrm>
            <a:custGeom>
              <a:avLst/>
              <a:gdLst>
                <a:gd name="T0" fmla="*/ 63 w 178"/>
                <a:gd name="T1" fmla="*/ 1763 h 135"/>
                <a:gd name="T2" fmla="*/ 438 w 178"/>
                <a:gd name="T3" fmla="*/ 2368 h 135"/>
                <a:gd name="T4" fmla="*/ 458 w 178"/>
                <a:gd name="T5" fmla="*/ 2355 h 135"/>
                <a:gd name="T6" fmla="*/ 1313 w 178"/>
                <a:gd name="T7" fmla="*/ 2104 h 135"/>
                <a:gd name="T8" fmla="*/ 1813 w 178"/>
                <a:gd name="T9" fmla="*/ 2424 h 135"/>
                <a:gd name="T10" fmla="*/ 2500 w 178"/>
                <a:gd name="T11" fmla="*/ 2504 h 135"/>
                <a:gd name="T12" fmla="*/ 2750 w 178"/>
                <a:gd name="T13" fmla="*/ 1899 h 135"/>
                <a:gd name="T14" fmla="*/ 2300 w 178"/>
                <a:gd name="T15" fmla="*/ 1557 h 135"/>
                <a:gd name="T16" fmla="*/ 2783 w 178"/>
                <a:gd name="T17" fmla="*/ 1251 h 135"/>
                <a:gd name="T18" fmla="*/ 2533 w 178"/>
                <a:gd name="T19" fmla="*/ 627 h 135"/>
                <a:gd name="T20" fmla="*/ 1938 w 178"/>
                <a:gd name="T21" fmla="*/ 853 h 135"/>
                <a:gd name="T22" fmla="*/ 2000 w 178"/>
                <a:gd name="T23" fmla="*/ 320 h 135"/>
                <a:gd name="T24" fmla="*/ 1313 w 178"/>
                <a:gd name="T25" fmla="*/ 205 h 135"/>
                <a:gd name="T26" fmla="*/ 1050 w 178"/>
                <a:gd name="T27" fmla="*/ 1195 h 135"/>
                <a:gd name="T28" fmla="*/ 0 w 178"/>
                <a:gd name="T29" fmla="*/ 1651 h 135"/>
                <a:gd name="T30" fmla="*/ 63 w 178"/>
                <a:gd name="T31" fmla="*/ 1763 h 135"/>
                <a:gd name="T32" fmla="*/ 175 w 178"/>
                <a:gd name="T33" fmla="*/ 1741 h 135"/>
                <a:gd name="T34" fmla="*/ 1145 w 178"/>
                <a:gd name="T35" fmla="*/ 1195 h 135"/>
                <a:gd name="T36" fmla="*/ 1395 w 178"/>
                <a:gd name="T37" fmla="*/ 285 h 135"/>
                <a:gd name="T38" fmla="*/ 1500 w 178"/>
                <a:gd name="T39" fmla="*/ 227 h 135"/>
                <a:gd name="T40" fmla="*/ 1925 w 178"/>
                <a:gd name="T41" fmla="*/ 376 h 135"/>
                <a:gd name="T42" fmla="*/ 1925 w 178"/>
                <a:gd name="T43" fmla="*/ 456 h 135"/>
                <a:gd name="T44" fmla="*/ 1863 w 178"/>
                <a:gd name="T45" fmla="*/ 797 h 135"/>
                <a:gd name="T46" fmla="*/ 2000 w 178"/>
                <a:gd name="T47" fmla="*/ 947 h 135"/>
                <a:gd name="T48" fmla="*/ 2500 w 178"/>
                <a:gd name="T49" fmla="*/ 739 h 135"/>
                <a:gd name="T50" fmla="*/ 2688 w 178"/>
                <a:gd name="T51" fmla="*/ 1251 h 135"/>
                <a:gd name="T52" fmla="*/ 2313 w 178"/>
                <a:gd name="T53" fmla="*/ 1443 h 135"/>
                <a:gd name="T54" fmla="*/ 2313 w 178"/>
                <a:gd name="T55" fmla="*/ 1443 h 135"/>
                <a:gd name="T56" fmla="*/ 2283 w 178"/>
                <a:gd name="T57" fmla="*/ 1672 h 135"/>
                <a:gd name="T58" fmla="*/ 2283 w 178"/>
                <a:gd name="T59" fmla="*/ 1672 h 135"/>
                <a:gd name="T60" fmla="*/ 2283 w 178"/>
                <a:gd name="T61" fmla="*/ 1672 h 135"/>
                <a:gd name="T62" fmla="*/ 2658 w 178"/>
                <a:gd name="T63" fmla="*/ 1912 h 135"/>
                <a:gd name="T64" fmla="*/ 2658 w 178"/>
                <a:gd name="T65" fmla="*/ 1971 h 135"/>
                <a:gd name="T66" fmla="*/ 2520 w 178"/>
                <a:gd name="T67" fmla="*/ 2389 h 135"/>
                <a:gd name="T68" fmla="*/ 2145 w 178"/>
                <a:gd name="T69" fmla="*/ 2333 h 135"/>
                <a:gd name="T70" fmla="*/ 1833 w 178"/>
                <a:gd name="T71" fmla="*/ 2312 h 135"/>
                <a:gd name="T72" fmla="*/ 1563 w 178"/>
                <a:gd name="T73" fmla="*/ 2141 h 135"/>
                <a:gd name="T74" fmla="*/ 1300 w 178"/>
                <a:gd name="T75" fmla="*/ 1992 h 135"/>
                <a:gd name="T76" fmla="*/ 938 w 178"/>
                <a:gd name="T77" fmla="*/ 2104 h 135"/>
                <a:gd name="T78" fmla="*/ 470 w 178"/>
                <a:gd name="T79" fmla="*/ 2240 h 135"/>
                <a:gd name="T80" fmla="*/ 175 w 178"/>
                <a:gd name="T81" fmla="*/ 1741 h 1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78" h="135">
                  <a:moveTo>
                    <a:pt x="4" y="93"/>
                  </a:moveTo>
                  <a:cubicBezTo>
                    <a:pt x="12" y="104"/>
                    <a:pt x="20" y="115"/>
                    <a:pt x="28" y="125"/>
                  </a:cubicBezTo>
                  <a:cubicBezTo>
                    <a:pt x="29" y="124"/>
                    <a:pt x="29" y="124"/>
                    <a:pt x="29" y="124"/>
                  </a:cubicBezTo>
                  <a:cubicBezTo>
                    <a:pt x="44" y="125"/>
                    <a:pt x="72" y="112"/>
                    <a:pt x="84" y="111"/>
                  </a:cubicBezTo>
                  <a:cubicBezTo>
                    <a:pt x="95" y="111"/>
                    <a:pt x="96" y="124"/>
                    <a:pt x="116" y="128"/>
                  </a:cubicBezTo>
                  <a:cubicBezTo>
                    <a:pt x="136" y="132"/>
                    <a:pt x="144" y="125"/>
                    <a:pt x="160" y="132"/>
                  </a:cubicBezTo>
                  <a:cubicBezTo>
                    <a:pt x="168" y="135"/>
                    <a:pt x="178" y="113"/>
                    <a:pt x="176" y="100"/>
                  </a:cubicBezTo>
                  <a:cubicBezTo>
                    <a:pt x="173" y="87"/>
                    <a:pt x="147" y="82"/>
                    <a:pt x="147" y="82"/>
                  </a:cubicBezTo>
                  <a:cubicBezTo>
                    <a:pt x="156" y="84"/>
                    <a:pt x="178" y="72"/>
                    <a:pt x="178" y="66"/>
                  </a:cubicBezTo>
                  <a:cubicBezTo>
                    <a:pt x="177" y="53"/>
                    <a:pt x="171" y="36"/>
                    <a:pt x="162" y="33"/>
                  </a:cubicBezTo>
                  <a:cubicBezTo>
                    <a:pt x="147" y="30"/>
                    <a:pt x="128" y="43"/>
                    <a:pt x="124" y="45"/>
                  </a:cubicBezTo>
                  <a:cubicBezTo>
                    <a:pt x="129" y="37"/>
                    <a:pt x="131" y="23"/>
                    <a:pt x="128" y="17"/>
                  </a:cubicBezTo>
                  <a:cubicBezTo>
                    <a:pt x="126" y="11"/>
                    <a:pt x="92" y="0"/>
                    <a:pt x="84" y="11"/>
                  </a:cubicBezTo>
                  <a:cubicBezTo>
                    <a:pt x="76" y="23"/>
                    <a:pt x="68" y="51"/>
                    <a:pt x="67" y="63"/>
                  </a:cubicBezTo>
                  <a:cubicBezTo>
                    <a:pt x="66" y="74"/>
                    <a:pt x="33" y="83"/>
                    <a:pt x="0" y="87"/>
                  </a:cubicBezTo>
                  <a:cubicBezTo>
                    <a:pt x="1" y="89"/>
                    <a:pt x="3" y="91"/>
                    <a:pt x="4" y="93"/>
                  </a:cubicBezTo>
                  <a:close/>
                  <a:moveTo>
                    <a:pt x="11" y="92"/>
                  </a:moveTo>
                  <a:cubicBezTo>
                    <a:pt x="31" y="88"/>
                    <a:pt x="71" y="80"/>
                    <a:pt x="73" y="63"/>
                  </a:cubicBezTo>
                  <a:cubicBezTo>
                    <a:pt x="74" y="53"/>
                    <a:pt x="81" y="25"/>
                    <a:pt x="89" y="15"/>
                  </a:cubicBezTo>
                  <a:cubicBezTo>
                    <a:pt x="89" y="14"/>
                    <a:pt x="92" y="13"/>
                    <a:pt x="96" y="12"/>
                  </a:cubicBezTo>
                  <a:cubicBezTo>
                    <a:pt x="106" y="12"/>
                    <a:pt x="120" y="17"/>
                    <a:pt x="123" y="20"/>
                  </a:cubicBezTo>
                  <a:cubicBezTo>
                    <a:pt x="123" y="21"/>
                    <a:pt x="123" y="22"/>
                    <a:pt x="123" y="24"/>
                  </a:cubicBezTo>
                  <a:cubicBezTo>
                    <a:pt x="123" y="29"/>
                    <a:pt x="122" y="37"/>
                    <a:pt x="119" y="42"/>
                  </a:cubicBezTo>
                  <a:cubicBezTo>
                    <a:pt x="128" y="50"/>
                    <a:pt x="128" y="50"/>
                    <a:pt x="128" y="50"/>
                  </a:cubicBezTo>
                  <a:cubicBezTo>
                    <a:pt x="133" y="46"/>
                    <a:pt x="149" y="37"/>
                    <a:pt x="160" y="39"/>
                  </a:cubicBezTo>
                  <a:cubicBezTo>
                    <a:pt x="165" y="40"/>
                    <a:pt x="170" y="52"/>
                    <a:pt x="172" y="66"/>
                  </a:cubicBezTo>
                  <a:cubicBezTo>
                    <a:pt x="169" y="70"/>
                    <a:pt x="153" y="77"/>
                    <a:pt x="148" y="76"/>
                  </a:cubicBezTo>
                  <a:cubicBezTo>
                    <a:pt x="148" y="76"/>
                    <a:pt x="148" y="76"/>
                    <a:pt x="148" y="76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55" y="90"/>
                    <a:pt x="168" y="95"/>
                    <a:pt x="170" y="101"/>
                  </a:cubicBezTo>
                  <a:cubicBezTo>
                    <a:pt x="170" y="102"/>
                    <a:pt x="170" y="103"/>
                    <a:pt x="170" y="104"/>
                  </a:cubicBezTo>
                  <a:cubicBezTo>
                    <a:pt x="170" y="113"/>
                    <a:pt x="165" y="124"/>
                    <a:pt x="161" y="126"/>
                  </a:cubicBezTo>
                  <a:cubicBezTo>
                    <a:pt x="152" y="123"/>
                    <a:pt x="144" y="123"/>
                    <a:pt x="137" y="123"/>
                  </a:cubicBezTo>
                  <a:cubicBezTo>
                    <a:pt x="132" y="124"/>
                    <a:pt x="126" y="124"/>
                    <a:pt x="117" y="122"/>
                  </a:cubicBezTo>
                  <a:cubicBezTo>
                    <a:pt x="108" y="120"/>
                    <a:pt x="104" y="117"/>
                    <a:pt x="100" y="113"/>
                  </a:cubicBezTo>
                  <a:cubicBezTo>
                    <a:pt x="96" y="109"/>
                    <a:pt x="91" y="105"/>
                    <a:pt x="83" y="105"/>
                  </a:cubicBezTo>
                  <a:cubicBezTo>
                    <a:pt x="78" y="106"/>
                    <a:pt x="70" y="108"/>
                    <a:pt x="60" y="111"/>
                  </a:cubicBezTo>
                  <a:cubicBezTo>
                    <a:pt x="50" y="114"/>
                    <a:pt x="38" y="118"/>
                    <a:pt x="30" y="118"/>
                  </a:cubicBezTo>
                  <a:cubicBezTo>
                    <a:pt x="27" y="113"/>
                    <a:pt x="11" y="92"/>
                    <a:pt x="11" y="92"/>
                  </a:cubicBezTo>
                  <a:close/>
                </a:path>
              </a:pathLst>
            </a:custGeom>
            <a:solidFill>
              <a:srgbClr val="FEE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9" name="Freeform 399">
              <a:extLst>
                <a:ext uri="{FF2B5EF4-FFF2-40B4-BE49-F238E27FC236}">
                  <a16:creationId xmlns:a16="http://schemas.microsoft.com/office/drawing/2014/main" id="{1BFE808E-11A4-4F08-9FE1-FF9FCFA25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480"/>
              <a:ext cx="445" cy="360"/>
            </a:xfrm>
            <a:custGeom>
              <a:avLst/>
              <a:gdLst>
                <a:gd name="T0" fmla="*/ 438 w 178"/>
                <a:gd name="T1" fmla="*/ 2368 h 135"/>
                <a:gd name="T2" fmla="*/ 63 w 178"/>
                <a:gd name="T3" fmla="*/ 1763 h 135"/>
                <a:gd name="T4" fmla="*/ 0 w 178"/>
                <a:gd name="T5" fmla="*/ 1651 h 135"/>
                <a:gd name="T6" fmla="*/ 1050 w 178"/>
                <a:gd name="T7" fmla="*/ 1195 h 135"/>
                <a:gd name="T8" fmla="*/ 1313 w 178"/>
                <a:gd name="T9" fmla="*/ 205 h 135"/>
                <a:gd name="T10" fmla="*/ 2000 w 178"/>
                <a:gd name="T11" fmla="*/ 320 h 135"/>
                <a:gd name="T12" fmla="*/ 1938 w 178"/>
                <a:gd name="T13" fmla="*/ 853 h 135"/>
                <a:gd name="T14" fmla="*/ 2533 w 178"/>
                <a:gd name="T15" fmla="*/ 627 h 135"/>
                <a:gd name="T16" fmla="*/ 2783 w 178"/>
                <a:gd name="T17" fmla="*/ 1251 h 135"/>
                <a:gd name="T18" fmla="*/ 2300 w 178"/>
                <a:gd name="T19" fmla="*/ 1557 h 135"/>
                <a:gd name="T20" fmla="*/ 2750 w 178"/>
                <a:gd name="T21" fmla="*/ 1899 h 135"/>
                <a:gd name="T22" fmla="*/ 2500 w 178"/>
                <a:gd name="T23" fmla="*/ 2504 h 135"/>
                <a:gd name="T24" fmla="*/ 1813 w 178"/>
                <a:gd name="T25" fmla="*/ 2424 h 135"/>
                <a:gd name="T26" fmla="*/ 1313 w 178"/>
                <a:gd name="T27" fmla="*/ 2104 h 135"/>
                <a:gd name="T28" fmla="*/ 458 w 178"/>
                <a:gd name="T29" fmla="*/ 2355 h 135"/>
                <a:gd name="T30" fmla="*/ 438 w 178"/>
                <a:gd name="T31" fmla="*/ 2368 h 1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8" h="135">
                  <a:moveTo>
                    <a:pt x="28" y="125"/>
                  </a:moveTo>
                  <a:cubicBezTo>
                    <a:pt x="20" y="115"/>
                    <a:pt x="12" y="104"/>
                    <a:pt x="4" y="93"/>
                  </a:cubicBezTo>
                  <a:cubicBezTo>
                    <a:pt x="3" y="91"/>
                    <a:pt x="1" y="89"/>
                    <a:pt x="0" y="87"/>
                  </a:cubicBezTo>
                  <a:cubicBezTo>
                    <a:pt x="33" y="83"/>
                    <a:pt x="66" y="74"/>
                    <a:pt x="67" y="63"/>
                  </a:cubicBezTo>
                  <a:cubicBezTo>
                    <a:pt x="68" y="51"/>
                    <a:pt x="76" y="23"/>
                    <a:pt x="84" y="11"/>
                  </a:cubicBezTo>
                  <a:cubicBezTo>
                    <a:pt x="92" y="0"/>
                    <a:pt x="126" y="11"/>
                    <a:pt x="128" y="17"/>
                  </a:cubicBezTo>
                  <a:cubicBezTo>
                    <a:pt x="131" y="23"/>
                    <a:pt x="129" y="37"/>
                    <a:pt x="124" y="45"/>
                  </a:cubicBezTo>
                  <a:cubicBezTo>
                    <a:pt x="128" y="43"/>
                    <a:pt x="147" y="30"/>
                    <a:pt x="162" y="33"/>
                  </a:cubicBezTo>
                  <a:cubicBezTo>
                    <a:pt x="171" y="36"/>
                    <a:pt x="177" y="53"/>
                    <a:pt x="178" y="66"/>
                  </a:cubicBezTo>
                  <a:cubicBezTo>
                    <a:pt x="178" y="72"/>
                    <a:pt x="156" y="84"/>
                    <a:pt x="147" y="82"/>
                  </a:cubicBezTo>
                  <a:cubicBezTo>
                    <a:pt x="147" y="82"/>
                    <a:pt x="173" y="87"/>
                    <a:pt x="176" y="100"/>
                  </a:cubicBezTo>
                  <a:cubicBezTo>
                    <a:pt x="178" y="113"/>
                    <a:pt x="168" y="135"/>
                    <a:pt x="160" y="132"/>
                  </a:cubicBezTo>
                  <a:cubicBezTo>
                    <a:pt x="144" y="125"/>
                    <a:pt x="136" y="132"/>
                    <a:pt x="116" y="128"/>
                  </a:cubicBezTo>
                  <a:cubicBezTo>
                    <a:pt x="96" y="124"/>
                    <a:pt x="95" y="111"/>
                    <a:pt x="84" y="111"/>
                  </a:cubicBezTo>
                  <a:cubicBezTo>
                    <a:pt x="72" y="112"/>
                    <a:pt x="44" y="125"/>
                    <a:pt x="29" y="124"/>
                  </a:cubicBezTo>
                  <a:lnTo>
                    <a:pt x="28" y="12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0" name="Freeform 400">
              <a:extLst>
                <a:ext uri="{FF2B5EF4-FFF2-40B4-BE49-F238E27FC236}">
                  <a16:creationId xmlns:a16="http://schemas.microsoft.com/office/drawing/2014/main" id="{509BBF83-E1F3-4D61-A55C-6934928AC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635"/>
              <a:ext cx="425" cy="512"/>
            </a:xfrm>
            <a:custGeom>
              <a:avLst/>
              <a:gdLst>
                <a:gd name="T0" fmla="*/ 1875 w 170"/>
                <a:gd name="T1" fmla="*/ 1592 h 192"/>
                <a:gd name="T2" fmla="*/ 1720 w 170"/>
                <a:gd name="T3" fmla="*/ 989 h 192"/>
                <a:gd name="T4" fmla="*/ 625 w 170"/>
                <a:gd name="T5" fmla="*/ 1195 h 192"/>
                <a:gd name="T6" fmla="*/ 0 w 170"/>
                <a:gd name="T7" fmla="*/ 1629 h 192"/>
                <a:gd name="T8" fmla="*/ 125 w 170"/>
                <a:gd name="T9" fmla="*/ 1216 h 192"/>
                <a:gd name="T10" fmla="*/ 425 w 170"/>
                <a:gd name="T11" fmla="*/ 285 h 192"/>
                <a:gd name="T12" fmla="*/ 1000 w 170"/>
                <a:gd name="T13" fmla="*/ 285 h 192"/>
                <a:gd name="T14" fmla="*/ 2425 w 170"/>
                <a:gd name="T15" fmla="*/ 931 h 192"/>
                <a:gd name="T16" fmla="*/ 2500 w 170"/>
                <a:gd name="T17" fmla="*/ 1685 h 192"/>
                <a:gd name="T18" fmla="*/ 2625 w 170"/>
                <a:gd name="T19" fmla="*/ 2560 h 192"/>
                <a:gd name="T20" fmla="*/ 2375 w 170"/>
                <a:gd name="T21" fmla="*/ 3640 h 192"/>
                <a:gd name="T22" fmla="*/ 2283 w 170"/>
                <a:gd name="T23" fmla="*/ 3640 h 192"/>
                <a:gd name="T24" fmla="*/ 2408 w 170"/>
                <a:gd name="T25" fmla="*/ 2979 h 192"/>
                <a:gd name="T26" fmla="*/ 2533 w 170"/>
                <a:gd name="T27" fmla="*/ 2560 h 192"/>
                <a:gd name="T28" fmla="*/ 2458 w 170"/>
                <a:gd name="T29" fmla="*/ 2027 h 192"/>
                <a:gd name="T30" fmla="*/ 2408 w 170"/>
                <a:gd name="T31" fmla="*/ 1685 h 192"/>
                <a:gd name="T32" fmla="*/ 2333 w 170"/>
                <a:gd name="T33" fmla="*/ 947 h 192"/>
                <a:gd name="T34" fmla="*/ 1050 w 170"/>
                <a:gd name="T35" fmla="*/ 397 h 192"/>
                <a:gd name="T36" fmla="*/ 1020 w 170"/>
                <a:gd name="T37" fmla="*/ 397 h 192"/>
                <a:gd name="T38" fmla="*/ 488 w 170"/>
                <a:gd name="T39" fmla="*/ 435 h 192"/>
                <a:gd name="T40" fmla="*/ 208 w 170"/>
                <a:gd name="T41" fmla="*/ 1272 h 192"/>
                <a:gd name="T42" fmla="*/ 208 w 170"/>
                <a:gd name="T43" fmla="*/ 1288 h 192"/>
                <a:gd name="T44" fmla="*/ 595 w 170"/>
                <a:gd name="T45" fmla="*/ 1080 h 192"/>
                <a:gd name="T46" fmla="*/ 770 w 170"/>
                <a:gd name="T47" fmla="*/ 1024 h 192"/>
                <a:gd name="T48" fmla="*/ 1770 w 170"/>
                <a:gd name="T49" fmla="*/ 909 h 192"/>
                <a:gd name="T50" fmla="*/ 1970 w 170"/>
                <a:gd name="T51" fmla="*/ 1613 h 192"/>
                <a:gd name="T52" fmla="*/ 1908 w 170"/>
                <a:gd name="T53" fmla="*/ 1856 h 192"/>
                <a:gd name="T54" fmla="*/ 1783 w 170"/>
                <a:gd name="T55" fmla="*/ 2595 h 192"/>
                <a:gd name="T56" fmla="*/ 1938 w 170"/>
                <a:gd name="T57" fmla="*/ 3243 h 192"/>
                <a:gd name="T58" fmla="*/ 2063 w 170"/>
                <a:gd name="T59" fmla="*/ 3640 h 192"/>
                <a:gd name="T60" fmla="*/ 1970 w 170"/>
                <a:gd name="T61" fmla="*/ 3640 h 192"/>
                <a:gd name="T62" fmla="*/ 1688 w 170"/>
                <a:gd name="T63" fmla="*/ 2595 h 192"/>
                <a:gd name="T64" fmla="*/ 1875 w 170"/>
                <a:gd name="T65" fmla="*/ 1592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0" h="192">
                  <a:moveTo>
                    <a:pt x="120" y="84"/>
                  </a:moveTo>
                  <a:cubicBezTo>
                    <a:pt x="122" y="72"/>
                    <a:pt x="120" y="60"/>
                    <a:pt x="110" y="52"/>
                  </a:cubicBezTo>
                  <a:cubicBezTo>
                    <a:pt x="100" y="45"/>
                    <a:pt x="58" y="58"/>
                    <a:pt x="40" y="63"/>
                  </a:cubicBezTo>
                  <a:cubicBezTo>
                    <a:pt x="23" y="67"/>
                    <a:pt x="8" y="76"/>
                    <a:pt x="0" y="86"/>
                  </a:cubicBezTo>
                  <a:cubicBezTo>
                    <a:pt x="4" y="77"/>
                    <a:pt x="7" y="69"/>
                    <a:pt x="8" y="64"/>
                  </a:cubicBezTo>
                  <a:cubicBezTo>
                    <a:pt x="14" y="57"/>
                    <a:pt x="22" y="34"/>
                    <a:pt x="27" y="15"/>
                  </a:cubicBezTo>
                  <a:cubicBezTo>
                    <a:pt x="30" y="17"/>
                    <a:pt x="39" y="19"/>
                    <a:pt x="64" y="15"/>
                  </a:cubicBezTo>
                  <a:cubicBezTo>
                    <a:pt x="82" y="12"/>
                    <a:pt x="144" y="0"/>
                    <a:pt x="155" y="49"/>
                  </a:cubicBezTo>
                  <a:cubicBezTo>
                    <a:pt x="160" y="70"/>
                    <a:pt x="160" y="82"/>
                    <a:pt x="160" y="89"/>
                  </a:cubicBezTo>
                  <a:cubicBezTo>
                    <a:pt x="159" y="102"/>
                    <a:pt x="170" y="111"/>
                    <a:pt x="168" y="135"/>
                  </a:cubicBezTo>
                  <a:cubicBezTo>
                    <a:pt x="166" y="159"/>
                    <a:pt x="148" y="166"/>
                    <a:pt x="152" y="192"/>
                  </a:cubicBezTo>
                  <a:cubicBezTo>
                    <a:pt x="146" y="192"/>
                    <a:pt x="146" y="192"/>
                    <a:pt x="146" y="192"/>
                  </a:cubicBezTo>
                  <a:cubicBezTo>
                    <a:pt x="144" y="176"/>
                    <a:pt x="149" y="166"/>
                    <a:pt x="154" y="157"/>
                  </a:cubicBezTo>
                  <a:cubicBezTo>
                    <a:pt x="158" y="150"/>
                    <a:pt x="161" y="144"/>
                    <a:pt x="162" y="135"/>
                  </a:cubicBezTo>
                  <a:cubicBezTo>
                    <a:pt x="163" y="122"/>
                    <a:pt x="160" y="114"/>
                    <a:pt x="157" y="107"/>
                  </a:cubicBezTo>
                  <a:cubicBezTo>
                    <a:pt x="155" y="101"/>
                    <a:pt x="153" y="96"/>
                    <a:pt x="154" y="89"/>
                  </a:cubicBezTo>
                  <a:cubicBezTo>
                    <a:pt x="154" y="79"/>
                    <a:pt x="153" y="66"/>
                    <a:pt x="149" y="50"/>
                  </a:cubicBezTo>
                  <a:cubicBezTo>
                    <a:pt x="141" y="13"/>
                    <a:pt x="98" y="15"/>
                    <a:pt x="67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50" y="24"/>
                    <a:pt x="39" y="24"/>
                    <a:pt x="31" y="23"/>
                  </a:cubicBezTo>
                  <a:cubicBezTo>
                    <a:pt x="25" y="44"/>
                    <a:pt x="19" y="60"/>
                    <a:pt x="13" y="67"/>
                  </a:cubicBezTo>
                  <a:cubicBezTo>
                    <a:pt x="13" y="67"/>
                    <a:pt x="13" y="67"/>
                    <a:pt x="13" y="68"/>
                  </a:cubicBezTo>
                  <a:cubicBezTo>
                    <a:pt x="21" y="63"/>
                    <a:pt x="29" y="60"/>
                    <a:pt x="38" y="57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79" y="46"/>
                    <a:pt x="103" y="40"/>
                    <a:pt x="113" y="48"/>
                  </a:cubicBezTo>
                  <a:cubicBezTo>
                    <a:pt x="124" y="56"/>
                    <a:pt x="129" y="69"/>
                    <a:pt x="126" y="85"/>
                  </a:cubicBezTo>
                  <a:cubicBezTo>
                    <a:pt x="125" y="89"/>
                    <a:pt x="124" y="93"/>
                    <a:pt x="122" y="98"/>
                  </a:cubicBezTo>
                  <a:cubicBezTo>
                    <a:pt x="118" y="107"/>
                    <a:pt x="113" y="119"/>
                    <a:pt x="114" y="137"/>
                  </a:cubicBezTo>
                  <a:cubicBezTo>
                    <a:pt x="115" y="152"/>
                    <a:pt x="120" y="161"/>
                    <a:pt x="124" y="171"/>
                  </a:cubicBezTo>
                  <a:cubicBezTo>
                    <a:pt x="127" y="177"/>
                    <a:pt x="130" y="184"/>
                    <a:pt x="132" y="192"/>
                  </a:cubicBezTo>
                  <a:cubicBezTo>
                    <a:pt x="126" y="192"/>
                    <a:pt x="126" y="192"/>
                    <a:pt x="126" y="192"/>
                  </a:cubicBezTo>
                  <a:cubicBezTo>
                    <a:pt x="122" y="174"/>
                    <a:pt x="110" y="164"/>
                    <a:pt x="108" y="137"/>
                  </a:cubicBezTo>
                  <a:cubicBezTo>
                    <a:pt x="107" y="110"/>
                    <a:pt x="118" y="95"/>
                    <a:pt x="120" y="84"/>
                  </a:cubicBezTo>
                  <a:close/>
                </a:path>
              </a:pathLst>
            </a:custGeom>
            <a:solidFill>
              <a:srgbClr val="FEE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1" name="Freeform 401">
              <a:extLst>
                <a:ext uri="{FF2B5EF4-FFF2-40B4-BE49-F238E27FC236}">
                  <a16:creationId xmlns:a16="http://schemas.microsoft.com/office/drawing/2014/main" id="{0415DE1F-D458-4097-8697-5770EC2DE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635"/>
              <a:ext cx="425" cy="512"/>
            </a:xfrm>
            <a:custGeom>
              <a:avLst/>
              <a:gdLst>
                <a:gd name="T0" fmla="*/ 1970 w 170"/>
                <a:gd name="T1" fmla="*/ 3640 h 192"/>
                <a:gd name="T2" fmla="*/ 1688 w 170"/>
                <a:gd name="T3" fmla="*/ 2595 h 192"/>
                <a:gd name="T4" fmla="*/ 1875 w 170"/>
                <a:gd name="T5" fmla="*/ 1592 h 192"/>
                <a:gd name="T6" fmla="*/ 1720 w 170"/>
                <a:gd name="T7" fmla="*/ 989 h 192"/>
                <a:gd name="T8" fmla="*/ 625 w 170"/>
                <a:gd name="T9" fmla="*/ 1195 h 192"/>
                <a:gd name="T10" fmla="*/ 0 w 170"/>
                <a:gd name="T11" fmla="*/ 1629 h 192"/>
                <a:gd name="T12" fmla="*/ 125 w 170"/>
                <a:gd name="T13" fmla="*/ 1216 h 192"/>
                <a:gd name="T14" fmla="*/ 425 w 170"/>
                <a:gd name="T15" fmla="*/ 285 h 192"/>
                <a:gd name="T16" fmla="*/ 1000 w 170"/>
                <a:gd name="T17" fmla="*/ 285 h 192"/>
                <a:gd name="T18" fmla="*/ 2425 w 170"/>
                <a:gd name="T19" fmla="*/ 931 h 192"/>
                <a:gd name="T20" fmla="*/ 2500 w 170"/>
                <a:gd name="T21" fmla="*/ 1685 h 192"/>
                <a:gd name="T22" fmla="*/ 2625 w 170"/>
                <a:gd name="T23" fmla="*/ 2560 h 192"/>
                <a:gd name="T24" fmla="*/ 2375 w 170"/>
                <a:gd name="T25" fmla="*/ 3640 h 1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0" h="192">
                  <a:moveTo>
                    <a:pt x="126" y="192"/>
                  </a:moveTo>
                  <a:cubicBezTo>
                    <a:pt x="122" y="174"/>
                    <a:pt x="110" y="164"/>
                    <a:pt x="108" y="137"/>
                  </a:cubicBezTo>
                  <a:cubicBezTo>
                    <a:pt x="107" y="110"/>
                    <a:pt x="118" y="95"/>
                    <a:pt x="120" y="84"/>
                  </a:cubicBezTo>
                  <a:cubicBezTo>
                    <a:pt x="122" y="72"/>
                    <a:pt x="120" y="60"/>
                    <a:pt x="110" y="52"/>
                  </a:cubicBezTo>
                  <a:cubicBezTo>
                    <a:pt x="100" y="45"/>
                    <a:pt x="58" y="58"/>
                    <a:pt x="40" y="63"/>
                  </a:cubicBezTo>
                  <a:cubicBezTo>
                    <a:pt x="23" y="67"/>
                    <a:pt x="8" y="76"/>
                    <a:pt x="0" y="86"/>
                  </a:cubicBezTo>
                  <a:cubicBezTo>
                    <a:pt x="4" y="77"/>
                    <a:pt x="7" y="69"/>
                    <a:pt x="8" y="64"/>
                  </a:cubicBezTo>
                  <a:cubicBezTo>
                    <a:pt x="14" y="57"/>
                    <a:pt x="22" y="34"/>
                    <a:pt x="27" y="15"/>
                  </a:cubicBezTo>
                  <a:cubicBezTo>
                    <a:pt x="30" y="17"/>
                    <a:pt x="39" y="19"/>
                    <a:pt x="64" y="15"/>
                  </a:cubicBezTo>
                  <a:cubicBezTo>
                    <a:pt x="82" y="12"/>
                    <a:pt x="144" y="0"/>
                    <a:pt x="155" y="49"/>
                  </a:cubicBezTo>
                  <a:cubicBezTo>
                    <a:pt x="160" y="70"/>
                    <a:pt x="160" y="82"/>
                    <a:pt x="160" y="89"/>
                  </a:cubicBezTo>
                  <a:cubicBezTo>
                    <a:pt x="159" y="102"/>
                    <a:pt x="170" y="111"/>
                    <a:pt x="168" y="135"/>
                  </a:cubicBezTo>
                  <a:cubicBezTo>
                    <a:pt x="166" y="159"/>
                    <a:pt x="148" y="166"/>
                    <a:pt x="152" y="19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2" name="Line 402">
              <a:extLst>
                <a:ext uri="{FF2B5EF4-FFF2-40B4-BE49-F238E27FC236}">
                  <a16:creationId xmlns:a16="http://schemas.microsoft.com/office/drawing/2014/main" id="{C12017D8-059A-4A5A-B0BF-10332DCD2A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4" y="3064"/>
              <a:ext cx="1" cy="552"/>
            </a:xfrm>
            <a:prstGeom prst="line">
              <a:avLst/>
            </a:prstGeom>
            <a:noFill/>
            <a:ln w="31750">
              <a:solidFill>
                <a:srgbClr val="FED89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3" name="Line 403">
              <a:extLst>
                <a:ext uri="{FF2B5EF4-FFF2-40B4-BE49-F238E27FC236}">
                  <a16:creationId xmlns:a16="http://schemas.microsoft.com/office/drawing/2014/main" id="{EEFEC1B6-F961-4F66-84E2-1990C206A3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4" y="2483"/>
              <a:ext cx="1" cy="113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4" name="Freeform 404">
              <a:extLst>
                <a:ext uri="{FF2B5EF4-FFF2-40B4-BE49-F238E27FC236}">
                  <a16:creationId xmlns:a16="http://schemas.microsoft.com/office/drawing/2014/main" id="{EAD6EB74-3681-45AA-9A6B-73B6715C1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403"/>
              <a:ext cx="25" cy="26"/>
            </a:xfrm>
            <a:custGeom>
              <a:avLst/>
              <a:gdLst>
                <a:gd name="T0" fmla="*/ 158 w 10"/>
                <a:gd name="T1" fmla="*/ 21 h 10"/>
                <a:gd name="T2" fmla="*/ 20 w 10"/>
                <a:gd name="T3" fmla="*/ 88 h 10"/>
                <a:gd name="T4" fmla="*/ 113 w 10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1"/>
                  </a:moveTo>
                  <a:cubicBezTo>
                    <a:pt x="7" y="1"/>
                    <a:pt x="1" y="0"/>
                    <a:pt x="1" y="5"/>
                  </a:cubicBezTo>
                  <a:cubicBezTo>
                    <a:pt x="0" y="8"/>
                    <a:pt x="5" y="10"/>
                    <a:pt x="7" y="9"/>
                  </a:cubicBezTo>
                </a:path>
              </a:pathLst>
            </a:custGeom>
            <a:noFill/>
            <a:ln w="15875" cap="flat">
              <a:solidFill>
                <a:srgbClr val="FDBB7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5" name="Freeform 405">
              <a:extLst>
                <a:ext uri="{FF2B5EF4-FFF2-40B4-BE49-F238E27FC236}">
                  <a16:creationId xmlns:a16="http://schemas.microsoft.com/office/drawing/2014/main" id="{6371C40F-8EC0-43E1-813A-CA660A66F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560"/>
              <a:ext cx="33" cy="29"/>
            </a:xfrm>
            <a:custGeom>
              <a:avLst/>
              <a:gdLst>
                <a:gd name="T0" fmla="*/ 0 w 13"/>
                <a:gd name="T1" fmla="*/ 124 h 11"/>
                <a:gd name="T2" fmla="*/ 20 w 13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8" y="11"/>
                    <a:pt x="13" y="0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DBB7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E8387AB4-C4B9-46D0-BA11-2D0111A61D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Spinal cord sections (1)</a:t>
            </a:r>
          </a:p>
        </p:txBody>
      </p:sp>
      <p:grpSp>
        <p:nvGrpSpPr>
          <p:cNvPr id="68610" name="Spinal-cord-cross-section-diagram">
            <a:extLst>
              <a:ext uri="{FF2B5EF4-FFF2-40B4-BE49-F238E27FC236}">
                <a16:creationId xmlns:a16="http://schemas.microsoft.com/office/drawing/2014/main" id="{17925EB5-0597-46AC-AD41-9067D3DAAA15}"/>
              </a:ext>
            </a:extLst>
          </p:cNvPr>
          <p:cNvGrpSpPr>
            <a:grpSpLocks/>
          </p:cNvGrpSpPr>
          <p:nvPr/>
        </p:nvGrpSpPr>
        <p:grpSpPr bwMode="auto">
          <a:xfrm>
            <a:off x="6121400" y="1117600"/>
            <a:ext cx="2444750" cy="1778000"/>
            <a:chOff x="2896" y="704"/>
            <a:chExt cx="1540" cy="1120"/>
          </a:xfrm>
        </p:grpSpPr>
        <p:sp>
          <p:nvSpPr>
            <p:cNvPr id="69010" name="Freeform 742">
              <a:extLst>
                <a:ext uri="{FF2B5EF4-FFF2-40B4-BE49-F238E27FC236}">
                  <a16:creationId xmlns:a16="http://schemas.microsoft.com/office/drawing/2014/main" id="{BB2A8DB1-D3EF-411A-83C9-60566896AB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96" y="704"/>
              <a:ext cx="1540" cy="1093"/>
            </a:xfrm>
            <a:custGeom>
              <a:avLst/>
              <a:gdLst>
                <a:gd name="T0" fmla="*/ 8300 w 616"/>
                <a:gd name="T1" fmla="*/ 2082 h 410"/>
                <a:gd name="T2" fmla="*/ 7520 w 616"/>
                <a:gd name="T3" fmla="*/ 1877 h 410"/>
                <a:gd name="T4" fmla="*/ 6345 w 616"/>
                <a:gd name="T5" fmla="*/ 909 h 410"/>
                <a:gd name="T6" fmla="*/ 4813 w 616"/>
                <a:gd name="T7" fmla="*/ 832 h 410"/>
                <a:gd name="T8" fmla="*/ 4813 w 616"/>
                <a:gd name="T9" fmla="*/ 832 h 410"/>
                <a:gd name="T10" fmla="*/ 3283 w 616"/>
                <a:gd name="T11" fmla="*/ 909 h 410"/>
                <a:gd name="T12" fmla="*/ 2113 w 616"/>
                <a:gd name="T13" fmla="*/ 1877 h 410"/>
                <a:gd name="T14" fmla="*/ 1333 w 616"/>
                <a:gd name="T15" fmla="*/ 2082 h 410"/>
                <a:gd name="T16" fmla="*/ 158 w 616"/>
                <a:gd name="T17" fmla="*/ 4791 h 410"/>
                <a:gd name="T18" fmla="*/ 2083 w 616"/>
                <a:gd name="T19" fmla="*/ 7009 h 410"/>
                <a:gd name="T20" fmla="*/ 3845 w 616"/>
                <a:gd name="T21" fmla="*/ 7747 h 410"/>
                <a:gd name="T22" fmla="*/ 4675 w 616"/>
                <a:gd name="T23" fmla="*/ 6553 h 410"/>
                <a:gd name="T24" fmla="*/ 4520 w 616"/>
                <a:gd name="T25" fmla="*/ 4961 h 410"/>
                <a:gd name="T26" fmla="*/ 5113 w 616"/>
                <a:gd name="T27" fmla="*/ 4961 h 410"/>
                <a:gd name="T28" fmla="*/ 4938 w 616"/>
                <a:gd name="T29" fmla="*/ 6553 h 410"/>
                <a:gd name="T30" fmla="*/ 5783 w 616"/>
                <a:gd name="T31" fmla="*/ 7747 h 410"/>
                <a:gd name="T32" fmla="*/ 7550 w 616"/>
                <a:gd name="T33" fmla="*/ 7009 h 410"/>
                <a:gd name="T34" fmla="*/ 9458 w 616"/>
                <a:gd name="T35" fmla="*/ 4791 h 410"/>
                <a:gd name="T36" fmla="*/ 8300 w 616"/>
                <a:gd name="T37" fmla="*/ 2082 h 410"/>
                <a:gd name="T38" fmla="*/ 4845 w 616"/>
                <a:gd name="T39" fmla="*/ 4676 h 410"/>
                <a:gd name="T40" fmla="*/ 4645 w 616"/>
                <a:gd name="T41" fmla="*/ 4583 h 410"/>
                <a:gd name="T42" fmla="*/ 4845 w 616"/>
                <a:gd name="T43" fmla="*/ 4505 h 410"/>
                <a:gd name="T44" fmla="*/ 5033 w 616"/>
                <a:gd name="T45" fmla="*/ 4583 h 410"/>
                <a:gd name="T46" fmla="*/ 4845 w 616"/>
                <a:gd name="T47" fmla="*/ 4676 h 41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16" h="410">
                  <a:moveTo>
                    <a:pt x="531" y="110"/>
                  </a:moveTo>
                  <a:cubicBezTo>
                    <a:pt x="509" y="77"/>
                    <a:pt x="481" y="99"/>
                    <a:pt x="481" y="99"/>
                  </a:cubicBezTo>
                  <a:cubicBezTo>
                    <a:pt x="475" y="57"/>
                    <a:pt x="406" y="48"/>
                    <a:pt x="406" y="48"/>
                  </a:cubicBezTo>
                  <a:cubicBezTo>
                    <a:pt x="336" y="0"/>
                    <a:pt x="308" y="44"/>
                    <a:pt x="308" y="44"/>
                  </a:cubicBezTo>
                  <a:cubicBezTo>
                    <a:pt x="308" y="44"/>
                    <a:pt x="308" y="44"/>
                    <a:pt x="308" y="44"/>
                  </a:cubicBezTo>
                  <a:cubicBezTo>
                    <a:pt x="308" y="44"/>
                    <a:pt x="280" y="0"/>
                    <a:pt x="210" y="48"/>
                  </a:cubicBezTo>
                  <a:cubicBezTo>
                    <a:pt x="210" y="48"/>
                    <a:pt x="141" y="57"/>
                    <a:pt x="135" y="99"/>
                  </a:cubicBezTo>
                  <a:cubicBezTo>
                    <a:pt x="135" y="99"/>
                    <a:pt x="107" y="77"/>
                    <a:pt x="85" y="110"/>
                  </a:cubicBezTo>
                  <a:cubicBezTo>
                    <a:pt x="57" y="150"/>
                    <a:pt x="0" y="192"/>
                    <a:pt x="10" y="253"/>
                  </a:cubicBezTo>
                  <a:cubicBezTo>
                    <a:pt x="21" y="313"/>
                    <a:pt x="78" y="364"/>
                    <a:pt x="133" y="370"/>
                  </a:cubicBezTo>
                  <a:cubicBezTo>
                    <a:pt x="188" y="376"/>
                    <a:pt x="185" y="408"/>
                    <a:pt x="246" y="409"/>
                  </a:cubicBezTo>
                  <a:cubicBezTo>
                    <a:pt x="308" y="410"/>
                    <a:pt x="299" y="371"/>
                    <a:pt x="299" y="346"/>
                  </a:cubicBezTo>
                  <a:cubicBezTo>
                    <a:pt x="299" y="322"/>
                    <a:pt x="314" y="278"/>
                    <a:pt x="289" y="262"/>
                  </a:cubicBezTo>
                  <a:cubicBezTo>
                    <a:pt x="327" y="262"/>
                    <a:pt x="327" y="262"/>
                    <a:pt x="327" y="262"/>
                  </a:cubicBezTo>
                  <a:cubicBezTo>
                    <a:pt x="302" y="278"/>
                    <a:pt x="316" y="322"/>
                    <a:pt x="316" y="346"/>
                  </a:cubicBezTo>
                  <a:cubicBezTo>
                    <a:pt x="316" y="371"/>
                    <a:pt x="308" y="410"/>
                    <a:pt x="370" y="409"/>
                  </a:cubicBezTo>
                  <a:cubicBezTo>
                    <a:pt x="431" y="408"/>
                    <a:pt x="428" y="376"/>
                    <a:pt x="483" y="370"/>
                  </a:cubicBezTo>
                  <a:cubicBezTo>
                    <a:pt x="538" y="364"/>
                    <a:pt x="595" y="313"/>
                    <a:pt x="605" y="253"/>
                  </a:cubicBezTo>
                  <a:cubicBezTo>
                    <a:pt x="616" y="192"/>
                    <a:pt x="558" y="150"/>
                    <a:pt x="531" y="110"/>
                  </a:cubicBezTo>
                  <a:close/>
                  <a:moveTo>
                    <a:pt x="310" y="247"/>
                  </a:moveTo>
                  <a:cubicBezTo>
                    <a:pt x="303" y="247"/>
                    <a:pt x="297" y="245"/>
                    <a:pt x="297" y="242"/>
                  </a:cubicBezTo>
                  <a:cubicBezTo>
                    <a:pt x="297" y="240"/>
                    <a:pt x="303" y="238"/>
                    <a:pt x="310" y="238"/>
                  </a:cubicBezTo>
                  <a:cubicBezTo>
                    <a:pt x="316" y="238"/>
                    <a:pt x="322" y="240"/>
                    <a:pt x="322" y="242"/>
                  </a:cubicBezTo>
                  <a:cubicBezTo>
                    <a:pt x="322" y="245"/>
                    <a:pt x="316" y="247"/>
                    <a:pt x="310" y="247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1" name="Freeform 743">
              <a:extLst>
                <a:ext uri="{FF2B5EF4-FFF2-40B4-BE49-F238E27FC236}">
                  <a16:creationId xmlns:a16="http://schemas.microsoft.com/office/drawing/2014/main" id="{0370DA1B-BB12-4FCF-8AE3-85BD0D202C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3" y="979"/>
              <a:ext cx="1088" cy="626"/>
            </a:xfrm>
            <a:custGeom>
              <a:avLst/>
              <a:gdLst>
                <a:gd name="T0" fmla="*/ 6288 w 435"/>
                <a:gd name="T1" fmla="*/ 2328 h 235"/>
                <a:gd name="T2" fmla="*/ 5930 w 435"/>
                <a:gd name="T3" fmla="*/ 1817 h 235"/>
                <a:gd name="T4" fmla="*/ 6025 w 435"/>
                <a:gd name="T5" fmla="*/ 759 h 235"/>
                <a:gd name="T6" fmla="*/ 6088 w 435"/>
                <a:gd name="T7" fmla="*/ 0 h 235"/>
                <a:gd name="T8" fmla="*/ 5443 w 435"/>
                <a:gd name="T9" fmla="*/ 418 h 235"/>
                <a:gd name="T10" fmla="*/ 5055 w 435"/>
                <a:gd name="T11" fmla="*/ 1263 h 235"/>
                <a:gd name="T12" fmla="*/ 4567 w 435"/>
                <a:gd name="T13" fmla="*/ 2286 h 235"/>
                <a:gd name="T14" fmla="*/ 3459 w 435"/>
                <a:gd name="T15" fmla="*/ 2440 h 235"/>
                <a:gd name="T16" fmla="*/ 3367 w 435"/>
                <a:gd name="T17" fmla="*/ 2440 h 235"/>
                <a:gd name="T18" fmla="*/ 2251 w 435"/>
                <a:gd name="T19" fmla="*/ 2286 h 235"/>
                <a:gd name="T20" fmla="*/ 1771 w 435"/>
                <a:gd name="T21" fmla="*/ 1263 h 235"/>
                <a:gd name="T22" fmla="*/ 1376 w 435"/>
                <a:gd name="T23" fmla="*/ 418 h 235"/>
                <a:gd name="T24" fmla="*/ 738 w 435"/>
                <a:gd name="T25" fmla="*/ 0 h 235"/>
                <a:gd name="T26" fmla="*/ 800 w 435"/>
                <a:gd name="T27" fmla="*/ 759 h 235"/>
                <a:gd name="T28" fmla="*/ 895 w 435"/>
                <a:gd name="T29" fmla="*/ 1817 h 235"/>
                <a:gd name="T30" fmla="*/ 533 w 435"/>
                <a:gd name="T31" fmla="*/ 2328 h 235"/>
                <a:gd name="T32" fmla="*/ 50 w 435"/>
                <a:gd name="T33" fmla="*/ 3122 h 235"/>
                <a:gd name="T34" fmla="*/ 595 w 435"/>
                <a:gd name="T35" fmla="*/ 3178 h 235"/>
                <a:gd name="T36" fmla="*/ 550 w 435"/>
                <a:gd name="T37" fmla="*/ 3455 h 235"/>
                <a:gd name="T38" fmla="*/ 925 w 435"/>
                <a:gd name="T39" fmla="*/ 3727 h 235"/>
                <a:gd name="T40" fmla="*/ 1426 w 435"/>
                <a:gd name="T41" fmla="*/ 4443 h 235"/>
                <a:gd name="T42" fmla="*/ 2051 w 435"/>
                <a:gd name="T43" fmla="*/ 3988 h 235"/>
                <a:gd name="T44" fmla="*/ 2158 w 435"/>
                <a:gd name="T45" fmla="*/ 3271 h 235"/>
                <a:gd name="T46" fmla="*/ 3304 w 435"/>
                <a:gd name="T47" fmla="*/ 2840 h 235"/>
                <a:gd name="T48" fmla="*/ 3522 w 435"/>
                <a:gd name="T49" fmla="*/ 2840 h 235"/>
                <a:gd name="T50" fmla="*/ 4660 w 435"/>
                <a:gd name="T51" fmla="*/ 3271 h 235"/>
                <a:gd name="T52" fmla="*/ 4772 w 435"/>
                <a:gd name="T53" fmla="*/ 3988 h 235"/>
                <a:gd name="T54" fmla="*/ 5397 w 435"/>
                <a:gd name="T55" fmla="*/ 4443 h 235"/>
                <a:gd name="T56" fmla="*/ 5880 w 435"/>
                <a:gd name="T57" fmla="*/ 3727 h 235"/>
                <a:gd name="T58" fmla="*/ 6275 w 435"/>
                <a:gd name="T59" fmla="*/ 3455 h 235"/>
                <a:gd name="T60" fmla="*/ 6213 w 435"/>
                <a:gd name="T61" fmla="*/ 3178 h 235"/>
                <a:gd name="T62" fmla="*/ 6776 w 435"/>
                <a:gd name="T63" fmla="*/ 3122 h 235"/>
                <a:gd name="T64" fmla="*/ 6288 w 435"/>
                <a:gd name="T65" fmla="*/ 2328 h 235"/>
                <a:gd name="T66" fmla="*/ 3429 w 435"/>
                <a:gd name="T67" fmla="*/ 2725 h 235"/>
                <a:gd name="T68" fmla="*/ 3221 w 435"/>
                <a:gd name="T69" fmla="*/ 2627 h 235"/>
                <a:gd name="T70" fmla="*/ 3429 w 435"/>
                <a:gd name="T71" fmla="*/ 2555 h 235"/>
                <a:gd name="T72" fmla="*/ 3617 w 435"/>
                <a:gd name="T73" fmla="*/ 2627 h 235"/>
                <a:gd name="T74" fmla="*/ 3429 w 435"/>
                <a:gd name="T75" fmla="*/ 2725 h 23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35" h="235">
                  <a:moveTo>
                    <a:pt x="402" y="123"/>
                  </a:moveTo>
                  <a:cubicBezTo>
                    <a:pt x="391" y="119"/>
                    <a:pt x="359" y="116"/>
                    <a:pt x="379" y="96"/>
                  </a:cubicBezTo>
                  <a:cubicBezTo>
                    <a:pt x="399" y="76"/>
                    <a:pt x="372" y="62"/>
                    <a:pt x="385" y="40"/>
                  </a:cubicBezTo>
                  <a:cubicBezTo>
                    <a:pt x="397" y="18"/>
                    <a:pt x="389" y="0"/>
                    <a:pt x="389" y="0"/>
                  </a:cubicBezTo>
                  <a:cubicBezTo>
                    <a:pt x="389" y="0"/>
                    <a:pt x="376" y="16"/>
                    <a:pt x="348" y="22"/>
                  </a:cubicBezTo>
                  <a:cubicBezTo>
                    <a:pt x="321" y="27"/>
                    <a:pt x="328" y="35"/>
                    <a:pt x="323" y="67"/>
                  </a:cubicBezTo>
                  <a:cubicBezTo>
                    <a:pt x="318" y="98"/>
                    <a:pt x="314" y="107"/>
                    <a:pt x="292" y="121"/>
                  </a:cubicBezTo>
                  <a:cubicBezTo>
                    <a:pt x="269" y="135"/>
                    <a:pt x="221" y="129"/>
                    <a:pt x="221" y="129"/>
                  </a:cubicBezTo>
                  <a:cubicBezTo>
                    <a:pt x="215" y="129"/>
                    <a:pt x="215" y="129"/>
                    <a:pt x="215" y="129"/>
                  </a:cubicBezTo>
                  <a:cubicBezTo>
                    <a:pt x="215" y="129"/>
                    <a:pt x="167" y="135"/>
                    <a:pt x="144" y="121"/>
                  </a:cubicBezTo>
                  <a:cubicBezTo>
                    <a:pt x="122" y="107"/>
                    <a:pt x="118" y="98"/>
                    <a:pt x="113" y="67"/>
                  </a:cubicBezTo>
                  <a:cubicBezTo>
                    <a:pt x="108" y="35"/>
                    <a:pt x="115" y="27"/>
                    <a:pt x="88" y="22"/>
                  </a:cubicBezTo>
                  <a:cubicBezTo>
                    <a:pt x="60" y="16"/>
                    <a:pt x="47" y="0"/>
                    <a:pt x="47" y="0"/>
                  </a:cubicBezTo>
                  <a:cubicBezTo>
                    <a:pt x="47" y="0"/>
                    <a:pt x="38" y="18"/>
                    <a:pt x="51" y="40"/>
                  </a:cubicBezTo>
                  <a:cubicBezTo>
                    <a:pt x="64" y="62"/>
                    <a:pt x="37" y="76"/>
                    <a:pt x="57" y="96"/>
                  </a:cubicBezTo>
                  <a:cubicBezTo>
                    <a:pt x="77" y="116"/>
                    <a:pt x="45" y="119"/>
                    <a:pt x="34" y="123"/>
                  </a:cubicBezTo>
                  <a:cubicBezTo>
                    <a:pt x="24" y="128"/>
                    <a:pt x="0" y="145"/>
                    <a:pt x="3" y="165"/>
                  </a:cubicBezTo>
                  <a:cubicBezTo>
                    <a:pt x="3" y="165"/>
                    <a:pt x="36" y="152"/>
                    <a:pt x="38" y="168"/>
                  </a:cubicBezTo>
                  <a:cubicBezTo>
                    <a:pt x="40" y="178"/>
                    <a:pt x="37" y="182"/>
                    <a:pt x="35" y="183"/>
                  </a:cubicBezTo>
                  <a:cubicBezTo>
                    <a:pt x="42" y="181"/>
                    <a:pt x="64" y="173"/>
                    <a:pt x="59" y="197"/>
                  </a:cubicBezTo>
                  <a:cubicBezTo>
                    <a:pt x="59" y="197"/>
                    <a:pt x="99" y="157"/>
                    <a:pt x="91" y="235"/>
                  </a:cubicBezTo>
                  <a:cubicBezTo>
                    <a:pt x="91" y="235"/>
                    <a:pt x="109" y="211"/>
                    <a:pt x="131" y="211"/>
                  </a:cubicBezTo>
                  <a:cubicBezTo>
                    <a:pt x="152" y="211"/>
                    <a:pt x="157" y="180"/>
                    <a:pt x="138" y="173"/>
                  </a:cubicBezTo>
                  <a:cubicBezTo>
                    <a:pt x="138" y="173"/>
                    <a:pt x="101" y="150"/>
                    <a:pt x="211" y="150"/>
                  </a:cubicBezTo>
                  <a:cubicBezTo>
                    <a:pt x="225" y="150"/>
                    <a:pt x="225" y="150"/>
                    <a:pt x="225" y="150"/>
                  </a:cubicBezTo>
                  <a:cubicBezTo>
                    <a:pt x="335" y="150"/>
                    <a:pt x="298" y="173"/>
                    <a:pt x="298" y="173"/>
                  </a:cubicBezTo>
                  <a:cubicBezTo>
                    <a:pt x="279" y="180"/>
                    <a:pt x="284" y="211"/>
                    <a:pt x="305" y="211"/>
                  </a:cubicBezTo>
                  <a:cubicBezTo>
                    <a:pt x="327" y="211"/>
                    <a:pt x="345" y="235"/>
                    <a:pt x="345" y="235"/>
                  </a:cubicBezTo>
                  <a:cubicBezTo>
                    <a:pt x="337" y="157"/>
                    <a:pt x="376" y="197"/>
                    <a:pt x="376" y="197"/>
                  </a:cubicBezTo>
                  <a:cubicBezTo>
                    <a:pt x="372" y="173"/>
                    <a:pt x="394" y="181"/>
                    <a:pt x="401" y="183"/>
                  </a:cubicBezTo>
                  <a:cubicBezTo>
                    <a:pt x="399" y="182"/>
                    <a:pt x="396" y="178"/>
                    <a:pt x="397" y="168"/>
                  </a:cubicBezTo>
                  <a:cubicBezTo>
                    <a:pt x="400" y="152"/>
                    <a:pt x="433" y="165"/>
                    <a:pt x="433" y="165"/>
                  </a:cubicBezTo>
                  <a:cubicBezTo>
                    <a:pt x="435" y="145"/>
                    <a:pt x="412" y="128"/>
                    <a:pt x="402" y="123"/>
                  </a:cubicBezTo>
                  <a:close/>
                  <a:moveTo>
                    <a:pt x="219" y="144"/>
                  </a:moveTo>
                  <a:cubicBezTo>
                    <a:pt x="212" y="144"/>
                    <a:pt x="206" y="142"/>
                    <a:pt x="206" y="139"/>
                  </a:cubicBezTo>
                  <a:cubicBezTo>
                    <a:pt x="206" y="137"/>
                    <a:pt x="212" y="135"/>
                    <a:pt x="219" y="135"/>
                  </a:cubicBezTo>
                  <a:cubicBezTo>
                    <a:pt x="225" y="135"/>
                    <a:pt x="231" y="137"/>
                    <a:pt x="231" y="139"/>
                  </a:cubicBezTo>
                  <a:cubicBezTo>
                    <a:pt x="231" y="142"/>
                    <a:pt x="225" y="144"/>
                    <a:pt x="219" y="144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2" name="Freeform 744">
              <a:extLst>
                <a:ext uri="{FF2B5EF4-FFF2-40B4-BE49-F238E27FC236}">
                  <a16:creationId xmlns:a16="http://schemas.microsoft.com/office/drawing/2014/main" id="{4FD52AEF-0F6F-4A97-8036-CE327995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467"/>
              <a:ext cx="3" cy="2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8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3" name="Freeform 745">
              <a:extLst>
                <a:ext uri="{FF2B5EF4-FFF2-40B4-BE49-F238E27FC236}">
                  <a16:creationId xmlns:a16="http://schemas.microsoft.com/office/drawing/2014/main" id="{09FBBC66-2F53-4840-A8DC-2683ABA58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46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4" name="Freeform 746">
              <a:extLst>
                <a:ext uri="{FF2B5EF4-FFF2-40B4-BE49-F238E27FC236}">
                  <a16:creationId xmlns:a16="http://schemas.microsoft.com/office/drawing/2014/main" id="{063F7AD4-D0EB-4EEB-8A9C-67D80C7AF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008"/>
              <a:ext cx="138" cy="149"/>
            </a:xfrm>
            <a:custGeom>
              <a:avLst/>
              <a:gdLst>
                <a:gd name="T0" fmla="*/ 0 w 55"/>
                <a:gd name="T1" fmla="*/ 0 h 56"/>
                <a:gd name="T2" fmla="*/ 504 w 55"/>
                <a:gd name="T3" fmla="*/ 303 h 56"/>
                <a:gd name="T4" fmla="*/ 868 w 55"/>
                <a:gd name="T5" fmla="*/ 1054 h 56"/>
                <a:gd name="T6" fmla="*/ 647 w 55"/>
                <a:gd name="T7" fmla="*/ 474 h 56"/>
                <a:gd name="T8" fmla="*/ 0 w 5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0" y="0"/>
                  </a:moveTo>
                  <a:cubicBezTo>
                    <a:pt x="0" y="0"/>
                    <a:pt x="19" y="14"/>
                    <a:pt x="32" y="16"/>
                  </a:cubicBezTo>
                  <a:cubicBezTo>
                    <a:pt x="45" y="17"/>
                    <a:pt x="52" y="26"/>
                    <a:pt x="55" y="56"/>
                  </a:cubicBezTo>
                  <a:cubicBezTo>
                    <a:pt x="55" y="56"/>
                    <a:pt x="52" y="32"/>
                    <a:pt x="41" y="25"/>
                  </a:cubicBezTo>
                  <a:cubicBezTo>
                    <a:pt x="30" y="18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5" name="Freeform 747">
              <a:extLst>
                <a:ext uri="{FF2B5EF4-FFF2-40B4-BE49-F238E27FC236}">
                  <a16:creationId xmlns:a16="http://schemas.microsoft.com/office/drawing/2014/main" id="{574551DE-7ECE-41E4-A8CE-AADFAD673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429"/>
              <a:ext cx="57" cy="48"/>
            </a:xfrm>
            <a:custGeom>
              <a:avLst/>
              <a:gdLst>
                <a:gd name="T0" fmla="*/ 0 w 23"/>
                <a:gd name="T1" fmla="*/ 115 h 18"/>
                <a:gd name="T2" fmla="*/ 278 w 23"/>
                <a:gd name="T3" fmla="*/ 341 h 18"/>
                <a:gd name="T4" fmla="*/ 0 w 23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0" y="6"/>
                  </a:moveTo>
                  <a:cubicBezTo>
                    <a:pt x="0" y="6"/>
                    <a:pt x="20" y="7"/>
                    <a:pt x="18" y="18"/>
                  </a:cubicBezTo>
                  <a:cubicBezTo>
                    <a:pt x="18" y="18"/>
                    <a:pt x="23" y="0"/>
                    <a:pt x="0" y="6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6" name="Freeform 748">
              <a:extLst>
                <a:ext uri="{FF2B5EF4-FFF2-40B4-BE49-F238E27FC236}">
                  <a16:creationId xmlns:a16="http://schemas.microsoft.com/office/drawing/2014/main" id="{15504D4B-CB69-4478-9FC2-F054D7395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467"/>
              <a:ext cx="45" cy="90"/>
            </a:xfrm>
            <a:custGeom>
              <a:avLst/>
              <a:gdLst>
                <a:gd name="T0" fmla="*/ 0 w 18"/>
                <a:gd name="T1" fmla="*/ 0 h 34"/>
                <a:gd name="T2" fmla="*/ 145 w 18"/>
                <a:gd name="T3" fmla="*/ 630 h 34"/>
                <a:gd name="T4" fmla="*/ 0 w 1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4">
                  <a:moveTo>
                    <a:pt x="0" y="0"/>
                  </a:moveTo>
                  <a:cubicBezTo>
                    <a:pt x="0" y="0"/>
                    <a:pt x="13" y="11"/>
                    <a:pt x="9" y="34"/>
                  </a:cubicBezTo>
                  <a:cubicBezTo>
                    <a:pt x="9" y="34"/>
                    <a:pt x="18" y="10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7" name="Freeform 749">
              <a:extLst>
                <a:ext uri="{FF2B5EF4-FFF2-40B4-BE49-F238E27FC236}">
                  <a16:creationId xmlns:a16="http://schemas.microsoft.com/office/drawing/2014/main" id="{D299D41C-1A55-42DA-AC4B-1C8EE3DA5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131"/>
              <a:ext cx="128" cy="186"/>
            </a:xfrm>
            <a:custGeom>
              <a:avLst/>
              <a:gdLst>
                <a:gd name="T0" fmla="*/ 0 w 51"/>
                <a:gd name="T1" fmla="*/ 1313 h 70"/>
                <a:gd name="T2" fmla="*/ 680 w 51"/>
                <a:gd name="T3" fmla="*/ 0 h 70"/>
                <a:gd name="T4" fmla="*/ 0 w 51"/>
                <a:gd name="T5" fmla="*/ 1313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70">
                  <a:moveTo>
                    <a:pt x="0" y="70"/>
                  </a:moveTo>
                  <a:cubicBezTo>
                    <a:pt x="0" y="70"/>
                    <a:pt x="41" y="67"/>
                    <a:pt x="43" y="0"/>
                  </a:cubicBezTo>
                  <a:cubicBezTo>
                    <a:pt x="43" y="0"/>
                    <a:pt x="51" y="62"/>
                    <a:pt x="0" y="7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8" name="Freeform 750">
              <a:extLst>
                <a:ext uri="{FF2B5EF4-FFF2-40B4-BE49-F238E27FC236}">
                  <a16:creationId xmlns:a16="http://schemas.microsoft.com/office/drawing/2014/main" id="{AB02DCC3-0453-449A-92DD-DFBF859FC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1389"/>
              <a:ext cx="60" cy="62"/>
            </a:xfrm>
            <a:custGeom>
              <a:avLst/>
              <a:gdLst>
                <a:gd name="T0" fmla="*/ 83 w 24"/>
                <a:gd name="T1" fmla="*/ 0 h 23"/>
                <a:gd name="T2" fmla="*/ 0 w 24"/>
                <a:gd name="T3" fmla="*/ 450 h 23"/>
                <a:gd name="T4" fmla="*/ 83 w 2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5" y="0"/>
                  </a:moveTo>
                  <a:cubicBezTo>
                    <a:pt x="5" y="0"/>
                    <a:pt x="18" y="12"/>
                    <a:pt x="0" y="23"/>
                  </a:cubicBezTo>
                  <a:cubicBezTo>
                    <a:pt x="0" y="23"/>
                    <a:pt x="24" y="17"/>
                    <a:pt x="5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9" name="Freeform 751">
              <a:extLst>
                <a:ext uri="{FF2B5EF4-FFF2-40B4-BE49-F238E27FC236}">
                  <a16:creationId xmlns:a16="http://schemas.microsoft.com/office/drawing/2014/main" id="{DFB30888-191D-437B-9F4C-357DF4DB7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341"/>
              <a:ext cx="22" cy="22"/>
            </a:xfrm>
            <a:custGeom>
              <a:avLst/>
              <a:gdLst>
                <a:gd name="T0" fmla="*/ 132 w 9"/>
                <a:gd name="T1" fmla="*/ 0 h 8"/>
                <a:gd name="T2" fmla="*/ 132 w 9"/>
                <a:gd name="T3" fmla="*/ 168 h 8"/>
                <a:gd name="T4" fmla="*/ 132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9" y="0"/>
                    <a:pt x="3" y="5"/>
                    <a:pt x="9" y="8"/>
                  </a:cubicBezTo>
                  <a:cubicBezTo>
                    <a:pt x="9" y="8"/>
                    <a:pt x="0" y="6"/>
                    <a:pt x="9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0" name="Freeform 752">
              <a:extLst>
                <a:ext uri="{FF2B5EF4-FFF2-40B4-BE49-F238E27FC236}">
                  <a16:creationId xmlns:a16="http://schemas.microsoft.com/office/drawing/2014/main" id="{589C933A-ED7C-4337-BA3C-7131B6042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819"/>
              <a:ext cx="30" cy="477"/>
            </a:xfrm>
            <a:custGeom>
              <a:avLst/>
              <a:gdLst>
                <a:gd name="T0" fmla="*/ 113 w 12"/>
                <a:gd name="T1" fmla="*/ 0 h 179"/>
                <a:gd name="T2" fmla="*/ 113 w 12"/>
                <a:gd name="T3" fmla="*/ 3387 h 179"/>
                <a:gd name="T4" fmla="*/ 113 w 12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9">
                  <a:moveTo>
                    <a:pt x="7" y="0"/>
                  </a:moveTo>
                  <a:cubicBezTo>
                    <a:pt x="7" y="0"/>
                    <a:pt x="0" y="150"/>
                    <a:pt x="7" y="179"/>
                  </a:cubicBezTo>
                  <a:cubicBezTo>
                    <a:pt x="7" y="179"/>
                    <a:pt x="12" y="17"/>
                    <a:pt x="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1" name="Freeform 753">
              <a:extLst>
                <a:ext uri="{FF2B5EF4-FFF2-40B4-BE49-F238E27FC236}">
                  <a16:creationId xmlns:a16="http://schemas.microsoft.com/office/drawing/2014/main" id="{0655187A-71A5-4E8B-9B61-783887093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768"/>
              <a:ext cx="195" cy="288"/>
            </a:xfrm>
            <a:custGeom>
              <a:avLst/>
              <a:gdLst>
                <a:gd name="T0" fmla="*/ 1145 w 78"/>
                <a:gd name="T1" fmla="*/ 2048 h 108"/>
                <a:gd name="T2" fmla="*/ 1113 w 78"/>
                <a:gd name="T3" fmla="*/ 341 h 108"/>
                <a:gd name="T4" fmla="*/ 0 w 78"/>
                <a:gd name="T5" fmla="*/ 376 h 108"/>
                <a:gd name="T6" fmla="*/ 970 w 78"/>
                <a:gd name="T7" fmla="*/ 491 h 108"/>
                <a:gd name="T8" fmla="*/ 1145 w 78"/>
                <a:gd name="T9" fmla="*/ 2048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8">
                  <a:moveTo>
                    <a:pt x="73" y="108"/>
                  </a:moveTo>
                  <a:cubicBezTo>
                    <a:pt x="73" y="108"/>
                    <a:pt x="78" y="27"/>
                    <a:pt x="71" y="18"/>
                  </a:cubicBezTo>
                  <a:cubicBezTo>
                    <a:pt x="63" y="10"/>
                    <a:pt x="39" y="0"/>
                    <a:pt x="0" y="20"/>
                  </a:cubicBezTo>
                  <a:cubicBezTo>
                    <a:pt x="0" y="20"/>
                    <a:pt x="50" y="5"/>
                    <a:pt x="62" y="26"/>
                  </a:cubicBezTo>
                  <a:cubicBezTo>
                    <a:pt x="74" y="46"/>
                    <a:pt x="76" y="93"/>
                    <a:pt x="73" y="108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2" name="Freeform 754">
              <a:extLst>
                <a:ext uri="{FF2B5EF4-FFF2-40B4-BE49-F238E27FC236}">
                  <a16:creationId xmlns:a16="http://schemas.microsoft.com/office/drawing/2014/main" id="{16BD4716-67FD-4BA2-97A8-0A5CB9487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781"/>
              <a:ext cx="87" cy="96"/>
            </a:xfrm>
            <a:custGeom>
              <a:avLst/>
              <a:gdLst>
                <a:gd name="T0" fmla="*/ 537 w 35"/>
                <a:gd name="T1" fmla="*/ 56 h 36"/>
                <a:gd name="T2" fmla="*/ 0 w 35"/>
                <a:gd name="T3" fmla="*/ 683 h 36"/>
                <a:gd name="T4" fmla="*/ 537 w 35"/>
                <a:gd name="T5" fmla="*/ 5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35" y="3"/>
                  </a:moveTo>
                  <a:cubicBezTo>
                    <a:pt x="35" y="3"/>
                    <a:pt x="1" y="0"/>
                    <a:pt x="0" y="36"/>
                  </a:cubicBezTo>
                  <a:cubicBezTo>
                    <a:pt x="0" y="36"/>
                    <a:pt x="11" y="4"/>
                    <a:pt x="35" y="3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3" name="Freeform 755">
              <a:extLst>
                <a:ext uri="{FF2B5EF4-FFF2-40B4-BE49-F238E27FC236}">
                  <a16:creationId xmlns:a16="http://schemas.microsoft.com/office/drawing/2014/main" id="{DC01384B-5F2B-4F6E-89F8-D1ECBE2A0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48"/>
              <a:ext cx="220" cy="176"/>
            </a:xfrm>
            <a:custGeom>
              <a:avLst/>
              <a:gdLst>
                <a:gd name="T0" fmla="*/ 300 w 88"/>
                <a:gd name="T1" fmla="*/ 0 h 66"/>
                <a:gd name="T2" fmla="*/ 1375 w 88"/>
                <a:gd name="T3" fmla="*/ 931 h 66"/>
                <a:gd name="T4" fmla="*/ 300 w 88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66">
                  <a:moveTo>
                    <a:pt x="19" y="0"/>
                  </a:moveTo>
                  <a:cubicBezTo>
                    <a:pt x="19" y="0"/>
                    <a:pt x="0" y="66"/>
                    <a:pt x="88" y="49"/>
                  </a:cubicBezTo>
                  <a:cubicBezTo>
                    <a:pt x="88" y="49"/>
                    <a:pt x="17" y="66"/>
                    <a:pt x="19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4" name="Freeform 756">
              <a:extLst>
                <a:ext uri="{FF2B5EF4-FFF2-40B4-BE49-F238E27FC236}">
                  <a16:creationId xmlns:a16="http://schemas.microsoft.com/office/drawing/2014/main" id="{F1049535-5D90-4874-9801-FA57D6F3C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448"/>
              <a:ext cx="25" cy="131"/>
            </a:xfrm>
            <a:custGeom>
              <a:avLst/>
              <a:gdLst>
                <a:gd name="T0" fmla="*/ 0 w 10"/>
                <a:gd name="T1" fmla="*/ 0 h 49"/>
                <a:gd name="T2" fmla="*/ 50 w 10"/>
                <a:gd name="T3" fmla="*/ 936 h 49"/>
                <a:gd name="T4" fmla="*/ 0 w 10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9">
                  <a:moveTo>
                    <a:pt x="0" y="0"/>
                  </a:moveTo>
                  <a:cubicBezTo>
                    <a:pt x="0" y="0"/>
                    <a:pt x="10" y="7"/>
                    <a:pt x="3" y="49"/>
                  </a:cubicBezTo>
                  <a:cubicBezTo>
                    <a:pt x="3" y="49"/>
                    <a:pt x="3" y="9"/>
                    <a:pt x="0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5" name="Freeform 757">
              <a:extLst>
                <a:ext uri="{FF2B5EF4-FFF2-40B4-BE49-F238E27FC236}">
                  <a16:creationId xmlns:a16="http://schemas.microsoft.com/office/drawing/2014/main" id="{7EE82D43-8659-4772-900F-0A9AC51BF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848"/>
              <a:ext cx="110" cy="403"/>
            </a:xfrm>
            <a:custGeom>
              <a:avLst/>
              <a:gdLst>
                <a:gd name="T0" fmla="*/ 688 w 44"/>
                <a:gd name="T1" fmla="*/ 2872 h 151"/>
                <a:gd name="T2" fmla="*/ 563 w 44"/>
                <a:gd name="T3" fmla="*/ 2151 h 151"/>
                <a:gd name="T4" fmla="*/ 425 w 44"/>
                <a:gd name="T5" fmla="*/ 1289 h 151"/>
                <a:gd name="T6" fmla="*/ 158 w 44"/>
                <a:gd name="T7" fmla="*/ 662 h 151"/>
                <a:gd name="T8" fmla="*/ 0 w 44"/>
                <a:gd name="T9" fmla="*/ 0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51">
                  <a:moveTo>
                    <a:pt x="44" y="151"/>
                  </a:moveTo>
                  <a:cubicBezTo>
                    <a:pt x="36" y="139"/>
                    <a:pt x="36" y="128"/>
                    <a:pt x="36" y="113"/>
                  </a:cubicBezTo>
                  <a:cubicBezTo>
                    <a:pt x="35" y="97"/>
                    <a:pt x="33" y="84"/>
                    <a:pt x="27" y="68"/>
                  </a:cubicBezTo>
                  <a:cubicBezTo>
                    <a:pt x="23" y="56"/>
                    <a:pt x="15" y="46"/>
                    <a:pt x="10" y="35"/>
                  </a:cubicBezTo>
                  <a:cubicBezTo>
                    <a:pt x="4" y="24"/>
                    <a:pt x="4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6" name="Freeform 758">
              <a:extLst>
                <a:ext uri="{FF2B5EF4-FFF2-40B4-BE49-F238E27FC236}">
                  <a16:creationId xmlns:a16="http://schemas.microsoft.com/office/drawing/2014/main" id="{94D8E00D-4370-4D73-9516-63555AF14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885"/>
              <a:ext cx="147" cy="251"/>
            </a:xfrm>
            <a:custGeom>
              <a:avLst/>
              <a:gdLst>
                <a:gd name="T0" fmla="*/ 912 w 59"/>
                <a:gd name="T1" fmla="*/ 1789 h 94"/>
                <a:gd name="T2" fmla="*/ 496 w 59"/>
                <a:gd name="T3" fmla="*/ 876 h 94"/>
                <a:gd name="T4" fmla="*/ 0 w 59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94">
                  <a:moveTo>
                    <a:pt x="59" y="94"/>
                  </a:moveTo>
                  <a:cubicBezTo>
                    <a:pt x="53" y="76"/>
                    <a:pt x="46" y="60"/>
                    <a:pt x="32" y="46"/>
                  </a:cubicBezTo>
                  <a:cubicBezTo>
                    <a:pt x="18" y="32"/>
                    <a:pt x="5" y="1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7" name="Freeform 759">
              <a:extLst>
                <a:ext uri="{FF2B5EF4-FFF2-40B4-BE49-F238E27FC236}">
                  <a16:creationId xmlns:a16="http://schemas.microsoft.com/office/drawing/2014/main" id="{3573B22F-BD21-4AF6-AD63-DE090FF54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835"/>
              <a:ext cx="135" cy="322"/>
            </a:xfrm>
            <a:custGeom>
              <a:avLst/>
              <a:gdLst>
                <a:gd name="T0" fmla="*/ 0 w 54"/>
                <a:gd name="T1" fmla="*/ 0 h 121"/>
                <a:gd name="T2" fmla="*/ 158 w 54"/>
                <a:gd name="T3" fmla="*/ 452 h 121"/>
                <a:gd name="T4" fmla="*/ 345 w 54"/>
                <a:gd name="T5" fmla="*/ 977 h 121"/>
                <a:gd name="T6" fmla="*/ 595 w 54"/>
                <a:gd name="T7" fmla="*/ 1474 h 121"/>
                <a:gd name="T8" fmla="*/ 845 w 54"/>
                <a:gd name="T9" fmla="*/ 2281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21">
                  <a:moveTo>
                    <a:pt x="0" y="0"/>
                  </a:moveTo>
                  <a:cubicBezTo>
                    <a:pt x="6" y="6"/>
                    <a:pt x="8" y="16"/>
                    <a:pt x="10" y="24"/>
                  </a:cubicBezTo>
                  <a:cubicBezTo>
                    <a:pt x="13" y="34"/>
                    <a:pt x="16" y="43"/>
                    <a:pt x="22" y="52"/>
                  </a:cubicBezTo>
                  <a:cubicBezTo>
                    <a:pt x="27" y="61"/>
                    <a:pt x="35" y="69"/>
                    <a:pt x="38" y="78"/>
                  </a:cubicBezTo>
                  <a:cubicBezTo>
                    <a:pt x="44" y="92"/>
                    <a:pt x="43" y="110"/>
                    <a:pt x="54" y="12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8" name="Freeform 760">
              <a:extLst>
                <a:ext uri="{FF2B5EF4-FFF2-40B4-BE49-F238E27FC236}">
                  <a16:creationId xmlns:a16="http://schemas.microsoft.com/office/drawing/2014/main" id="{A922881C-2BC7-4596-8FE9-44079E364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952"/>
              <a:ext cx="47" cy="264"/>
            </a:xfrm>
            <a:custGeom>
              <a:avLst/>
              <a:gdLst>
                <a:gd name="T0" fmla="*/ 0 w 19"/>
                <a:gd name="T1" fmla="*/ 0 h 99"/>
                <a:gd name="T2" fmla="*/ 42 w 19"/>
                <a:gd name="T3" fmla="*/ 909 h 99"/>
                <a:gd name="T4" fmla="*/ 287 w 19"/>
                <a:gd name="T5" fmla="*/ 1877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9">
                  <a:moveTo>
                    <a:pt x="0" y="0"/>
                  </a:moveTo>
                  <a:cubicBezTo>
                    <a:pt x="4" y="15"/>
                    <a:pt x="0" y="32"/>
                    <a:pt x="3" y="48"/>
                  </a:cubicBezTo>
                  <a:cubicBezTo>
                    <a:pt x="6" y="65"/>
                    <a:pt x="8" y="85"/>
                    <a:pt x="19" y="99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9" name="Freeform 761">
              <a:extLst>
                <a:ext uri="{FF2B5EF4-FFF2-40B4-BE49-F238E27FC236}">
                  <a16:creationId xmlns:a16="http://schemas.microsoft.com/office/drawing/2014/main" id="{133D5C6E-0023-4FAC-BC7E-ACCF2281D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925"/>
              <a:ext cx="180" cy="195"/>
            </a:xfrm>
            <a:custGeom>
              <a:avLst/>
              <a:gdLst>
                <a:gd name="T0" fmla="*/ 0 w 72"/>
                <a:gd name="T1" fmla="*/ 0 h 73"/>
                <a:gd name="T2" fmla="*/ 863 w 72"/>
                <a:gd name="T3" fmla="*/ 743 h 73"/>
                <a:gd name="T4" fmla="*/ 1125 w 72"/>
                <a:gd name="T5" fmla="*/ 1392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73">
                  <a:moveTo>
                    <a:pt x="0" y="0"/>
                  </a:moveTo>
                  <a:cubicBezTo>
                    <a:pt x="20" y="12"/>
                    <a:pt x="40" y="22"/>
                    <a:pt x="55" y="39"/>
                  </a:cubicBezTo>
                  <a:cubicBezTo>
                    <a:pt x="62" y="48"/>
                    <a:pt x="68" y="63"/>
                    <a:pt x="72" y="73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0" name="Freeform 762">
              <a:extLst>
                <a:ext uri="{FF2B5EF4-FFF2-40B4-BE49-F238E27FC236}">
                  <a16:creationId xmlns:a16="http://schemas.microsoft.com/office/drawing/2014/main" id="{C2E72026-3B88-437C-9BF6-530C56523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077"/>
              <a:ext cx="105" cy="219"/>
            </a:xfrm>
            <a:custGeom>
              <a:avLst/>
              <a:gdLst>
                <a:gd name="T0" fmla="*/ 0 w 42"/>
                <a:gd name="T1" fmla="*/ 0 h 82"/>
                <a:gd name="T2" fmla="*/ 208 w 42"/>
                <a:gd name="T3" fmla="*/ 935 h 82"/>
                <a:gd name="T4" fmla="*/ 425 w 42"/>
                <a:gd name="T5" fmla="*/ 1370 h 82"/>
                <a:gd name="T6" fmla="*/ 658 w 42"/>
                <a:gd name="T7" fmla="*/ 1562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82">
                  <a:moveTo>
                    <a:pt x="0" y="0"/>
                  </a:moveTo>
                  <a:cubicBezTo>
                    <a:pt x="2" y="17"/>
                    <a:pt x="5" y="34"/>
                    <a:pt x="13" y="49"/>
                  </a:cubicBezTo>
                  <a:cubicBezTo>
                    <a:pt x="17" y="57"/>
                    <a:pt x="20" y="65"/>
                    <a:pt x="27" y="72"/>
                  </a:cubicBezTo>
                  <a:cubicBezTo>
                    <a:pt x="31" y="76"/>
                    <a:pt x="37" y="78"/>
                    <a:pt x="42" y="82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1" name="Freeform 763">
              <a:extLst>
                <a:ext uri="{FF2B5EF4-FFF2-40B4-BE49-F238E27FC236}">
                  <a16:creationId xmlns:a16="http://schemas.microsoft.com/office/drawing/2014/main" id="{527A74B4-1A55-49F7-8A6A-B8A73EF4E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896"/>
              <a:ext cx="215" cy="376"/>
            </a:xfrm>
            <a:custGeom>
              <a:avLst/>
              <a:gdLst>
                <a:gd name="T0" fmla="*/ 1345 w 86"/>
                <a:gd name="T1" fmla="*/ 0 h 141"/>
                <a:gd name="T2" fmla="*/ 1050 w 86"/>
                <a:gd name="T3" fmla="*/ 397 h 141"/>
                <a:gd name="T4" fmla="*/ 675 w 86"/>
                <a:gd name="T5" fmla="*/ 1480 h 141"/>
                <a:gd name="T6" fmla="*/ 345 w 86"/>
                <a:gd name="T7" fmla="*/ 2163 h 141"/>
                <a:gd name="T8" fmla="*/ 0 w 86"/>
                <a:gd name="T9" fmla="*/ 2675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41">
                  <a:moveTo>
                    <a:pt x="86" y="0"/>
                  </a:moveTo>
                  <a:cubicBezTo>
                    <a:pt x="77" y="4"/>
                    <a:pt x="71" y="13"/>
                    <a:pt x="67" y="21"/>
                  </a:cubicBezTo>
                  <a:cubicBezTo>
                    <a:pt x="56" y="39"/>
                    <a:pt x="51" y="59"/>
                    <a:pt x="43" y="78"/>
                  </a:cubicBezTo>
                  <a:cubicBezTo>
                    <a:pt x="38" y="92"/>
                    <a:pt x="32" y="103"/>
                    <a:pt x="22" y="114"/>
                  </a:cubicBezTo>
                  <a:cubicBezTo>
                    <a:pt x="14" y="122"/>
                    <a:pt x="5" y="131"/>
                    <a:pt x="0" y="14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2" name="Freeform 764">
              <a:extLst>
                <a:ext uri="{FF2B5EF4-FFF2-40B4-BE49-F238E27FC236}">
                  <a16:creationId xmlns:a16="http://schemas.microsoft.com/office/drawing/2014/main" id="{A6B36025-C635-4BDA-A984-0C7AA7237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837"/>
              <a:ext cx="115" cy="342"/>
            </a:xfrm>
            <a:custGeom>
              <a:avLst/>
              <a:gdLst>
                <a:gd name="T0" fmla="*/ 720 w 46"/>
                <a:gd name="T1" fmla="*/ 0 h 128"/>
                <a:gd name="T2" fmla="*/ 563 w 46"/>
                <a:gd name="T3" fmla="*/ 321 h 128"/>
                <a:gd name="T4" fmla="*/ 313 w 46"/>
                <a:gd name="T5" fmla="*/ 879 h 128"/>
                <a:gd name="T6" fmla="*/ 158 w 46"/>
                <a:gd name="T7" fmla="*/ 1793 h 128"/>
                <a:gd name="T8" fmla="*/ 0 w 46"/>
                <a:gd name="T9" fmla="*/ 2442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28">
                  <a:moveTo>
                    <a:pt x="46" y="0"/>
                  </a:moveTo>
                  <a:cubicBezTo>
                    <a:pt x="45" y="6"/>
                    <a:pt x="39" y="12"/>
                    <a:pt x="36" y="17"/>
                  </a:cubicBezTo>
                  <a:cubicBezTo>
                    <a:pt x="30" y="26"/>
                    <a:pt x="24" y="36"/>
                    <a:pt x="20" y="46"/>
                  </a:cubicBezTo>
                  <a:cubicBezTo>
                    <a:pt x="15" y="62"/>
                    <a:pt x="12" y="78"/>
                    <a:pt x="10" y="94"/>
                  </a:cubicBezTo>
                  <a:cubicBezTo>
                    <a:pt x="9" y="103"/>
                    <a:pt x="9" y="122"/>
                    <a:pt x="0" y="128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3" name="Freeform 765">
              <a:extLst>
                <a:ext uri="{FF2B5EF4-FFF2-40B4-BE49-F238E27FC236}">
                  <a16:creationId xmlns:a16="http://schemas.microsoft.com/office/drawing/2014/main" id="{0847105A-F34C-431D-8791-7FE880143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960"/>
              <a:ext cx="247" cy="309"/>
            </a:xfrm>
            <a:custGeom>
              <a:avLst/>
              <a:gdLst>
                <a:gd name="T0" fmla="*/ 1537 w 99"/>
                <a:gd name="T1" fmla="*/ 0 h 116"/>
                <a:gd name="T2" fmla="*/ 1103 w 99"/>
                <a:gd name="T3" fmla="*/ 226 h 116"/>
                <a:gd name="T4" fmla="*/ 666 w 99"/>
                <a:gd name="T5" fmla="*/ 986 h 116"/>
                <a:gd name="T6" fmla="*/ 0 w 99"/>
                <a:gd name="T7" fmla="*/ 2192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116">
                  <a:moveTo>
                    <a:pt x="99" y="0"/>
                  </a:moveTo>
                  <a:cubicBezTo>
                    <a:pt x="90" y="4"/>
                    <a:pt x="80" y="5"/>
                    <a:pt x="71" y="12"/>
                  </a:cubicBezTo>
                  <a:cubicBezTo>
                    <a:pt x="57" y="21"/>
                    <a:pt x="50" y="37"/>
                    <a:pt x="43" y="52"/>
                  </a:cubicBezTo>
                  <a:cubicBezTo>
                    <a:pt x="34" y="72"/>
                    <a:pt x="23" y="107"/>
                    <a:pt x="0" y="116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4" name="Freeform 766">
              <a:extLst>
                <a:ext uri="{FF2B5EF4-FFF2-40B4-BE49-F238E27FC236}">
                  <a16:creationId xmlns:a16="http://schemas.microsoft.com/office/drawing/2014/main" id="{1E91FEBD-7B3C-4763-8742-61218D35E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811"/>
              <a:ext cx="57" cy="360"/>
            </a:xfrm>
            <a:custGeom>
              <a:avLst/>
              <a:gdLst>
                <a:gd name="T0" fmla="*/ 0 w 23"/>
                <a:gd name="T1" fmla="*/ 2560 h 135"/>
                <a:gd name="T2" fmla="*/ 307 w 23"/>
                <a:gd name="T3" fmla="*/ 1229 h 135"/>
                <a:gd name="T4" fmla="*/ 258 w 23"/>
                <a:gd name="T5" fmla="*/ 547 h 135"/>
                <a:gd name="T6" fmla="*/ 287 w 23"/>
                <a:gd name="T7" fmla="*/ 205 h 135"/>
                <a:gd name="T8" fmla="*/ 349 w 23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5">
                  <a:moveTo>
                    <a:pt x="0" y="135"/>
                  </a:moveTo>
                  <a:cubicBezTo>
                    <a:pt x="14" y="115"/>
                    <a:pt x="22" y="90"/>
                    <a:pt x="20" y="65"/>
                  </a:cubicBezTo>
                  <a:cubicBezTo>
                    <a:pt x="19" y="53"/>
                    <a:pt x="17" y="41"/>
                    <a:pt x="17" y="29"/>
                  </a:cubicBezTo>
                  <a:cubicBezTo>
                    <a:pt x="17" y="23"/>
                    <a:pt x="17" y="17"/>
                    <a:pt x="19" y="11"/>
                  </a:cubicBezTo>
                  <a:cubicBezTo>
                    <a:pt x="20" y="7"/>
                    <a:pt x="23" y="4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5" name="Freeform 767">
              <a:extLst>
                <a:ext uri="{FF2B5EF4-FFF2-40B4-BE49-F238E27FC236}">
                  <a16:creationId xmlns:a16="http://schemas.microsoft.com/office/drawing/2014/main" id="{136FEFCB-688C-429A-B7A3-59ECA3EA4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835"/>
              <a:ext cx="60" cy="253"/>
            </a:xfrm>
            <a:custGeom>
              <a:avLst/>
              <a:gdLst>
                <a:gd name="T0" fmla="*/ 83 w 24"/>
                <a:gd name="T1" fmla="*/ 0 h 95"/>
                <a:gd name="T2" fmla="*/ 300 w 24"/>
                <a:gd name="T3" fmla="*/ 1340 h 95"/>
                <a:gd name="T4" fmla="*/ 333 w 24"/>
                <a:gd name="T5" fmla="*/ 1795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95">
                  <a:moveTo>
                    <a:pt x="5" y="0"/>
                  </a:moveTo>
                  <a:cubicBezTo>
                    <a:pt x="0" y="23"/>
                    <a:pt x="14" y="49"/>
                    <a:pt x="19" y="71"/>
                  </a:cubicBezTo>
                  <a:cubicBezTo>
                    <a:pt x="21" y="78"/>
                    <a:pt x="24" y="88"/>
                    <a:pt x="21" y="95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6" name="Freeform 768">
              <a:extLst>
                <a:ext uri="{FF2B5EF4-FFF2-40B4-BE49-F238E27FC236}">
                  <a16:creationId xmlns:a16="http://schemas.microsoft.com/office/drawing/2014/main" id="{8228A0CE-5B91-44DE-A1A8-55E141425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221"/>
              <a:ext cx="255" cy="40"/>
            </a:xfrm>
            <a:custGeom>
              <a:avLst/>
              <a:gdLst>
                <a:gd name="T0" fmla="*/ 1595 w 102"/>
                <a:gd name="T1" fmla="*/ 285 h 15"/>
                <a:gd name="T2" fmla="*/ 583 w 102"/>
                <a:gd name="T3" fmla="*/ 136 h 15"/>
                <a:gd name="T4" fmla="*/ 0 w 10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15">
                  <a:moveTo>
                    <a:pt x="102" y="15"/>
                  </a:moveTo>
                  <a:cubicBezTo>
                    <a:pt x="82" y="5"/>
                    <a:pt x="59" y="6"/>
                    <a:pt x="37" y="7"/>
                  </a:cubicBezTo>
                  <a:cubicBezTo>
                    <a:pt x="26" y="8"/>
                    <a:pt x="8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7" name="Freeform 769">
              <a:extLst>
                <a:ext uri="{FF2B5EF4-FFF2-40B4-BE49-F238E27FC236}">
                  <a16:creationId xmlns:a16="http://schemas.microsoft.com/office/drawing/2014/main" id="{C2DFF926-2329-450B-AF19-FA6E663FB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144"/>
              <a:ext cx="125" cy="96"/>
            </a:xfrm>
            <a:custGeom>
              <a:avLst/>
              <a:gdLst>
                <a:gd name="T0" fmla="*/ 0 w 50"/>
                <a:gd name="T1" fmla="*/ 0 h 36"/>
                <a:gd name="T2" fmla="*/ 783 w 50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6">
                  <a:moveTo>
                    <a:pt x="0" y="0"/>
                  </a:moveTo>
                  <a:cubicBezTo>
                    <a:pt x="10" y="18"/>
                    <a:pt x="40" y="18"/>
                    <a:pt x="50" y="36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8" name="Freeform 770">
              <a:extLst>
                <a:ext uri="{FF2B5EF4-FFF2-40B4-BE49-F238E27FC236}">
                  <a16:creationId xmlns:a16="http://schemas.microsoft.com/office/drawing/2014/main" id="{87CBC1D6-8BFF-481F-A76A-D70FCA885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029"/>
              <a:ext cx="110" cy="96"/>
            </a:xfrm>
            <a:custGeom>
              <a:avLst/>
              <a:gdLst>
                <a:gd name="T0" fmla="*/ 0 w 44"/>
                <a:gd name="T1" fmla="*/ 0 h 36"/>
                <a:gd name="T2" fmla="*/ 688 w 44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6">
                  <a:moveTo>
                    <a:pt x="0" y="0"/>
                  </a:moveTo>
                  <a:cubicBezTo>
                    <a:pt x="12" y="15"/>
                    <a:pt x="35" y="19"/>
                    <a:pt x="44" y="36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9" name="Freeform 771">
              <a:extLst>
                <a:ext uri="{FF2B5EF4-FFF2-40B4-BE49-F238E27FC236}">
                  <a16:creationId xmlns:a16="http://schemas.microsoft.com/office/drawing/2014/main" id="{39806688-2EBF-47A6-9504-0073992C5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341"/>
              <a:ext cx="162" cy="128"/>
            </a:xfrm>
            <a:custGeom>
              <a:avLst/>
              <a:gdLst>
                <a:gd name="T0" fmla="*/ 1007 w 65"/>
                <a:gd name="T1" fmla="*/ 0 h 48"/>
                <a:gd name="T2" fmla="*/ 434 w 65"/>
                <a:gd name="T3" fmla="*/ 568 h 48"/>
                <a:gd name="T4" fmla="*/ 0 w 65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8">
                  <a:moveTo>
                    <a:pt x="65" y="0"/>
                  </a:moveTo>
                  <a:cubicBezTo>
                    <a:pt x="50" y="6"/>
                    <a:pt x="40" y="18"/>
                    <a:pt x="28" y="30"/>
                  </a:cubicBezTo>
                  <a:cubicBezTo>
                    <a:pt x="20" y="37"/>
                    <a:pt x="10" y="45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0" name="Freeform 772">
              <a:extLst>
                <a:ext uri="{FF2B5EF4-FFF2-40B4-BE49-F238E27FC236}">
                  <a16:creationId xmlns:a16="http://schemas.microsoft.com/office/drawing/2014/main" id="{4F4B5B99-598B-4CCF-BE4B-CBBD6AFF1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379"/>
              <a:ext cx="117" cy="29"/>
            </a:xfrm>
            <a:custGeom>
              <a:avLst/>
              <a:gdLst>
                <a:gd name="T0" fmla="*/ 724 w 47"/>
                <a:gd name="T1" fmla="*/ 55 h 11"/>
                <a:gd name="T2" fmla="*/ 0 w 4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1">
                  <a:moveTo>
                    <a:pt x="47" y="3"/>
                  </a:moveTo>
                  <a:cubicBezTo>
                    <a:pt x="37" y="11"/>
                    <a:pt x="11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1" name="Freeform 773">
              <a:extLst>
                <a:ext uri="{FF2B5EF4-FFF2-40B4-BE49-F238E27FC236}">
                  <a16:creationId xmlns:a16="http://schemas.microsoft.com/office/drawing/2014/main" id="{1FF016A3-5D99-432F-8A0C-8F20808D8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469"/>
              <a:ext cx="112" cy="147"/>
            </a:xfrm>
            <a:custGeom>
              <a:avLst/>
              <a:gdLst>
                <a:gd name="T0" fmla="*/ 694 w 45"/>
                <a:gd name="T1" fmla="*/ 0 h 55"/>
                <a:gd name="T2" fmla="*/ 403 w 45"/>
                <a:gd name="T3" fmla="*/ 492 h 55"/>
                <a:gd name="T4" fmla="*/ 0 w 45"/>
                <a:gd name="T5" fmla="*/ 105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5">
                  <a:moveTo>
                    <a:pt x="45" y="0"/>
                  </a:moveTo>
                  <a:cubicBezTo>
                    <a:pt x="37" y="7"/>
                    <a:pt x="30" y="16"/>
                    <a:pt x="26" y="26"/>
                  </a:cubicBezTo>
                  <a:cubicBezTo>
                    <a:pt x="20" y="38"/>
                    <a:pt x="14" y="51"/>
                    <a:pt x="0" y="55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2" name="Freeform 774">
              <a:extLst>
                <a:ext uri="{FF2B5EF4-FFF2-40B4-BE49-F238E27FC236}">
                  <a16:creationId xmlns:a16="http://schemas.microsoft.com/office/drawing/2014/main" id="{0F2013E1-EC69-4E14-A634-A32A0E3AF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501"/>
              <a:ext cx="25" cy="174"/>
            </a:xfrm>
            <a:custGeom>
              <a:avLst/>
              <a:gdLst>
                <a:gd name="T0" fmla="*/ 63 w 10"/>
                <a:gd name="T1" fmla="*/ 0 h 65"/>
                <a:gd name="T2" fmla="*/ 50 w 10"/>
                <a:gd name="T3" fmla="*/ 616 h 65"/>
                <a:gd name="T4" fmla="*/ 83 w 10"/>
                <a:gd name="T5" fmla="*/ 124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5">
                  <a:moveTo>
                    <a:pt x="4" y="0"/>
                  </a:moveTo>
                  <a:cubicBezTo>
                    <a:pt x="0" y="9"/>
                    <a:pt x="1" y="23"/>
                    <a:pt x="3" y="32"/>
                  </a:cubicBezTo>
                  <a:cubicBezTo>
                    <a:pt x="5" y="41"/>
                    <a:pt x="10" y="56"/>
                    <a:pt x="5" y="65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3" name="Freeform 775">
              <a:extLst>
                <a:ext uri="{FF2B5EF4-FFF2-40B4-BE49-F238E27FC236}">
                  <a16:creationId xmlns:a16="http://schemas.microsoft.com/office/drawing/2014/main" id="{D5FA698B-E689-4447-B16A-19CB923C6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547"/>
              <a:ext cx="53" cy="109"/>
            </a:xfrm>
            <a:custGeom>
              <a:avLst/>
              <a:gdLst>
                <a:gd name="T0" fmla="*/ 318 w 21"/>
                <a:gd name="T1" fmla="*/ 0 h 41"/>
                <a:gd name="T2" fmla="*/ 0 w 21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1">
                  <a:moveTo>
                    <a:pt x="20" y="0"/>
                  </a:moveTo>
                  <a:cubicBezTo>
                    <a:pt x="21" y="16"/>
                    <a:pt x="2" y="25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4" name="Freeform 776">
              <a:extLst>
                <a:ext uri="{FF2B5EF4-FFF2-40B4-BE49-F238E27FC236}">
                  <a16:creationId xmlns:a16="http://schemas.microsoft.com/office/drawing/2014/main" id="{373211A8-0963-47F6-8AF5-B8A89F2BF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437"/>
              <a:ext cx="145" cy="262"/>
            </a:xfrm>
            <a:custGeom>
              <a:avLst/>
              <a:gdLst>
                <a:gd name="T0" fmla="*/ 0 w 58"/>
                <a:gd name="T1" fmla="*/ 0 h 98"/>
                <a:gd name="T2" fmla="*/ 708 w 58"/>
                <a:gd name="T3" fmla="*/ 880 h 98"/>
                <a:gd name="T4" fmla="*/ 908 w 58"/>
                <a:gd name="T5" fmla="*/ 1871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98">
                  <a:moveTo>
                    <a:pt x="0" y="0"/>
                  </a:moveTo>
                  <a:cubicBezTo>
                    <a:pt x="20" y="11"/>
                    <a:pt x="39" y="23"/>
                    <a:pt x="45" y="46"/>
                  </a:cubicBezTo>
                  <a:cubicBezTo>
                    <a:pt x="49" y="61"/>
                    <a:pt x="46" y="87"/>
                    <a:pt x="58" y="98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5" name="Freeform 777">
              <a:extLst>
                <a:ext uri="{FF2B5EF4-FFF2-40B4-BE49-F238E27FC236}">
                  <a16:creationId xmlns:a16="http://schemas.microsoft.com/office/drawing/2014/main" id="{51F45F08-F531-421C-B279-F7952CD3B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496"/>
              <a:ext cx="55" cy="240"/>
            </a:xfrm>
            <a:custGeom>
              <a:avLst/>
              <a:gdLst>
                <a:gd name="T0" fmla="*/ 188 w 22"/>
                <a:gd name="T1" fmla="*/ 0 h 90"/>
                <a:gd name="T2" fmla="*/ 208 w 22"/>
                <a:gd name="T3" fmla="*/ 931 h 90"/>
                <a:gd name="T4" fmla="*/ 95 w 22"/>
                <a:gd name="T5" fmla="*/ 1707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0">
                  <a:moveTo>
                    <a:pt x="12" y="0"/>
                  </a:moveTo>
                  <a:cubicBezTo>
                    <a:pt x="22" y="15"/>
                    <a:pt x="18" y="32"/>
                    <a:pt x="13" y="49"/>
                  </a:cubicBezTo>
                  <a:cubicBezTo>
                    <a:pt x="10" y="60"/>
                    <a:pt x="0" y="79"/>
                    <a:pt x="6" y="9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6" name="Freeform 778">
              <a:extLst>
                <a:ext uri="{FF2B5EF4-FFF2-40B4-BE49-F238E27FC236}">
                  <a16:creationId xmlns:a16="http://schemas.microsoft.com/office/drawing/2014/main" id="{1E19E576-1137-480A-915A-7963C7190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592"/>
              <a:ext cx="47" cy="184"/>
            </a:xfrm>
            <a:custGeom>
              <a:avLst/>
              <a:gdLst>
                <a:gd name="T0" fmla="*/ 287 w 19"/>
                <a:gd name="T1" fmla="*/ 1309 h 69"/>
                <a:gd name="T2" fmla="*/ 30 w 19"/>
                <a:gd name="T3" fmla="*/ 683 h 69"/>
                <a:gd name="T4" fmla="*/ 0 w 19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9">
                  <a:moveTo>
                    <a:pt x="19" y="69"/>
                  </a:moveTo>
                  <a:cubicBezTo>
                    <a:pt x="6" y="69"/>
                    <a:pt x="2" y="45"/>
                    <a:pt x="2" y="36"/>
                  </a:cubicBezTo>
                  <a:cubicBezTo>
                    <a:pt x="1" y="24"/>
                    <a:pt x="3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7" name="Freeform 779">
              <a:extLst>
                <a:ext uri="{FF2B5EF4-FFF2-40B4-BE49-F238E27FC236}">
                  <a16:creationId xmlns:a16="http://schemas.microsoft.com/office/drawing/2014/main" id="{728D634C-9904-4F46-8946-289A1FD52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1568"/>
              <a:ext cx="110" cy="163"/>
            </a:xfrm>
            <a:custGeom>
              <a:avLst/>
              <a:gdLst>
                <a:gd name="T0" fmla="*/ 0 w 44"/>
                <a:gd name="T1" fmla="*/ 1165 h 61"/>
                <a:gd name="T2" fmla="*/ 438 w 44"/>
                <a:gd name="T3" fmla="*/ 649 h 61"/>
                <a:gd name="T4" fmla="*/ 688 w 4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1">
                  <a:moveTo>
                    <a:pt x="0" y="61"/>
                  </a:moveTo>
                  <a:cubicBezTo>
                    <a:pt x="13" y="60"/>
                    <a:pt x="24" y="44"/>
                    <a:pt x="28" y="34"/>
                  </a:cubicBezTo>
                  <a:cubicBezTo>
                    <a:pt x="33" y="22"/>
                    <a:pt x="36" y="10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8" name="Freeform 780">
              <a:extLst>
                <a:ext uri="{FF2B5EF4-FFF2-40B4-BE49-F238E27FC236}">
                  <a16:creationId xmlns:a16="http://schemas.microsoft.com/office/drawing/2014/main" id="{6849FA42-DEE8-4FC3-8271-F5B9EE835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515"/>
              <a:ext cx="125" cy="80"/>
            </a:xfrm>
            <a:custGeom>
              <a:avLst/>
              <a:gdLst>
                <a:gd name="T0" fmla="*/ 783 w 50"/>
                <a:gd name="T1" fmla="*/ 0 h 30"/>
                <a:gd name="T2" fmla="*/ 363 w 50"/>
                <a:gd name="T3" fmla="*/ 77 h 30"/>
                <a:gd name="T4" fmla="*/ 0 w 50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0">
                  <a:moveTo>
                    <a:pt x="50" y="0"/>
                  </a:moveTo>
                  <a:cubicBezTo>
                    <a:pt x="42" y="5"/>
                    <a:pt x="31" y="3"/>
                    <a:pt x="23" y="4"/>
                  </a:cubicBezTo>
                  <a:cubicBezTo>
                    <a:pt x="13" y="6"/>
                    <a:pt x="1" y="20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9" name="Freeform 781">
              <a:extLst>
                <a:ext uri="{FF2B5EF4-FFF2-40B4-BE49-F238E27FC236}">
                  <a16:creationId xmlns:a16="http://schemas.microsoft.com/office/drawing/2014/main" id="{2D5E6DF5-9E60-4C5C-8854-13481936A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523"/>
              <a:ext cx="82" cy="178"/>
            </a:xfrm>
            <a:custGeom>
              <a:avLst/>
              <a:gdLst>
                <a:gd name="T0" fmla="*/ 507 w 33"/>
                <a:gd name="T1" fmla="*/ 0 h 67"/>
                <a:gd name="T2" fmla="*/ 0 w 33"/>
                <a:gd name="T3" fmla="*/ 1257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7">
                  <a:moveTo>
                    <a:pt x="33" y="0"/>
                  </a:moveTo>
                  <a:cubicBezTo>
                    <a:pt x="12" y="19"/>
                    <a:pt x="17" y="47"/>
                    <a:pt x="0" y="6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0" name="Freeform 782">
              <a:extLst>
                <a:ext uri="{FF2B5EF4-FFF2-40B4-BE49-F238E27FC236}">
                  <a16:creationId xmlns:a16="http://schemas.microsoft.com/office/drawing/2014/main" id="{2462C94C-A0B4-4F8F-9A99-C0AA157D9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517"/>
              <a:ext cx="95" cy="120"/>
            </a:xfrm>
            <a:custGeom>
              <a:avLst/>
              <a:gdLst>
                <a:gd name="T0" fmla="*/ 0 w 38"/>
                <a:gd name="T1" fmla="*/ 0 h 45"/>
                <a:gd name="T2" fmla="*/ 345 w 38"/>
                <a:gd name="T3" fmla="*/ 435 h 45"/>
                <a:gd name="T4" fmla="*/ 595 w 38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5">
                  <a:moveTo>
                    <a:pt x="0" y="0"/>
                  </a:moveTo>
                  <a:cubicBezTo>
                    <a:pt x="5" y="10"/>
                    <a:pt x="14" y="16"/>
                    <a:pt x="22" y="23"/>
                  </a:cubicBezTo>
                  <a:cubicBezTo>
                    <a:pt x="29" y="29"/>
                    <a:pt x="34" y="36"/>
                    <a:pt x="38" y="45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1" name="Freeform 783">
              <a:extLst>
                <a:ext uri="{FF2B5EF4-FFF2-40B4-BE49-F238E27FC236}">
                  <a16:creationId xmlns:a16="http://schemas.microsoft.com/office/drawing/2014/main" id="{B5B0A71B-B521-400F-8D47-B92B71E9B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469"/>
              <a:ext cx="190" cy="83"/>
            </a:xfrm>
            <a:custGeom>
              <a:avLst/>
              <a:gdLst>
                <a:gd name="T0" fmla="*/ 0 w 76"/>
                <a:gd name="T1" fmla="*/ 0 h 31"/>
                <a:gd name="T2" fmla="*/ 708 w 76"/>
                <a:gd name="T3" fmla="*/ 252 h 31"/>
                <a:gd name="T4" fmla="*/ 1188 w 76"/>
                <a:gd name="T5" fmla="*/ 59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31">
                  <a:moveTo>
                    <a:pt x="0" y="0"/>
                  </a:moveTo>
                  <a:cubicBezTo>
                    <a:pt x="12" y="11"/>
                    <a:pt x="30" y="9"/>
                    <a:pt x="45" y="13"/>
                  </a:cubicBezTo>
                  <a:cubicBezTo>
                    <a:pt x="56" y="16"/>
                    <a:pt x="69" y="23"/>
                    <a:pt x="76" y="3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2" name="Freeform 784">
              <a:extLst>
                <a:ext uri="{FF2B5EF4-FFF2-40B4-BE49-F238E27FC236}">
                  <a16:creationId xmlns:a16="http://schemas.microsoft.com/office/drawing/2014/main" id="{DA16D696-FA25-4ACE-AA33-9079F8807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493"/>
              <a:ext cx="63" cy="91"/>
            </a:xfrm>
            <a:custGeom>
              <a:avLst/>
              <a:gdLst>
                <a:gd name="T0" fmla="*/ 0 w 25"/>
                <a:gd name="T1" fmla="*/ 0 h 34"/>
                <a:gd name="T2" fmla="*/ 179 w 25"/>
                <a:gd name="T3" fmla="*/ 308 h 34"/>
                <a:gd name="T4" fmla="*/ 401 w 25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0" y="0"/>
                  </a:moveTo>
                  <a:cubicBezTo>
                    <a:pt x="5" y="4"/>
                    <a:pt x="8" y="10"/>
                    <a:pt x="11" y="16"/>
                  </a:cubicBezTo>
                  <a:cubicBezTo>
                    <a:pt x="14" y="22"/>
                    <a:pt x="17" y="33"/>
                    <a:pt x="25" y="34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3" name="Freeform 785">
              <a:extLst>
                <a:ext uri="{FF2B5EF4-FFF2-40B4-BE49-F238E27FC236}">
                  <a16:creationId xmlns:a16="http://schemas.microsoft.com/office/drawing/2014/main" id="{F036CBA4-DFC9-43E1-B6FE-DD0B06AC9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256"/>
              <a:ext cx="320" cy="48"/>
            </a:xfrm>
            <a:custGeom>
              <a:avLst/>
              <a:gdLst>
                <a:gd name="T0" fmla="*/ 0 w 128"/>
                <a:gd name="T1" fmla="*/ 21 h 18"/>
                <a:gd name="T2" fmla="*/ 488 w 128"/>
                <a:gd name="T3" fmla="*/ 77 h 18"/>
                <a:gd name="T4" fmla="*/ 813 w 128"/>
                <a:gd name="T5" fmla="*/ 0 h 18"/>
                <a:gd name="T6" fmla="*/ 1175 w 128"/>
                <a:gd name="T7" fmla="*/ 0 h 18"/>
                <a:gd name="T8" fmla="*/ 2000 w 128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8">
                  <a:moveTo>
                    <a:pt x="0" y="1"/>
                  </a:moveTo>
                  <a:cubicBezTo>
                    <a:pt x="11" y="0"/>
                    <a:pt x="20" y="5"/>
                    <a:pt x="31" y="4"/>
                  </a:cubicBezTo>
                  <a:cubicBezTo>
                    <a:pt x="38" y="3"/>
                    <a:pt x="44" y="1"/>
                    <a:pt x="52" y="0"/>
                  </a:cubicBezTo>
                  <a:cubicBezTo>
                    <a:pt x="60" y="0"/>
                    <a:pt x="68" y="0"/>
                    <a:pt x="75" y="0"/>
                  </a:cubicBezTo>
                  <a:cubicBezTo>
                    <a:pt x="94" y="0"/>
                    <a:pt x="115" y="3"/>
                    <a:pt x="128" y="18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4" name="Freeform 786">
              <a:extLst>
                <a:ext uri="{FF2B5EF4-FFF2-40B4-BE49-F238E27FC236}">
                  <a16:creationId xmlns:a16="http://schemas.microsoft.com/office/drawing/2014/main" id="{9A1AAA04-A23F-4538-80B1-99F5E7356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216"/>
              <a:ext cx="162" cy="43"/>
            </a:xfrm>
            <a:custGeom>
              <a:avLst/>
              <a:gdLst>
                <a:gd name="T0" fmla="*/ 0 w 65"/>
                <a:gd name="T1" fmla="*/ 290 h 16"/>
                <a:gd name="T2" fmla="*/ 508 w 65"/>
                <a:gd name="T3" fmla="*/ 81 h 16"/>
                <a:gd name="T4" fmla="*/ 1007 w 6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6">
                  <a:moveTo>
                    <a:pt x="0" y="15"/>
                  </a:moveTo>
                  <a:cubicBezTo>
                    <a:pt x="12" y="16"/>
                    <a:pt x="21" y="7"/>
                    <a:pt x="33" y="4"/>
                  </a:cubicBezTo>
                  <a:cubicBezTo>
                    <a:pt x="44" y="1"/>
                    <a:pt x="54" y="0"/>
                    <a:pt x="65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5" name="Freeform 787">
              <a:extLst>
                <a:ext uri="{FF2B5EF4-FFF2-40B4-BE49-F238E27FC236}">
                  <a16:creationId xmlns:a16="http://schemas.microsoft.com/office/drawing/2014/main" id="{8A0ECC2C-DE44-491A-AF52-0D0CAF122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045"/>
              <a:ext cx="115" cy="134"/>
            </a:xfrm>
            <a:custGeom>
              <a:avLst/>
              <a:gdLst>
                <a:gd name="T0" fmla="*/ 0 w 46"/>
                <a:gd name="T1" fmla="*/ 941 h 50"/>
                <a:gd name="T2" fmla="*/ 408 w 46"/>
                <a:gd name="T3" fmla="*/ 482 h 50"/>
                <a:gd name="T4" fmla="*/ 720 w 4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0">
                  <a:moveTo>
                    <a:pt x="0" y="49"/>
                  </a:moveTo>
                  <a:cubicBezTo>
                    <a:pt x="10" y="50"/>
                    <a:pt x="21" y="32"/>
                    <a:pt x="26" y="25"/>
                  </a:cubicBezTo>
                  <a:cubicBezTo>
                    <a:pt x="31" y="16"/>
                    <a:pt x="36" y="3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6" name="Freeform 788">
              <a:extLst>
                <a:ext uri="{FF2B5EF4-FFF2-40B4-BE49-F238E27FC236}">
                  <a16:creationId xmlns:a16="http://schemas.microsoft.com/office/drawing/2014/main" id="{791DFE79-6724-4B99-B4A5-E2234DC9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080"/>
              <a:ext cx="105" cy="96"/>
            </a:xfrm>
            <a:custGeom>
              <a:avLst/>
              <a:gdLst>
                <a:gd name="T0" fmla="*/ 0 w 42"/>
                <a:gd name="T1" fmla="*/ 683 h 36"/>
                <a:gd name="T2" fmla="*/ 300 w 42"/>
                <a:gd name="T3" fmla="*/ 285 h 36"/>
                <a:gd name="T4" fmla="*/ 658 w 4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0" y="36"/>
                  </a:moveTo>
                  <a:cubicBezTo>
                    <a:pt x="5" y="27"/>
                    <a:pt x="11" y="20"/>
                    <a:pt x="19" y="15"/>
                  </a:cubicBezTo>
                  <a:cubicBezTo>
                    <a:pt x="26" y="9"/>
                    <a:pt x="36" y="7"/>
                    <a:pt x="42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7" name="Freeform 789">
              <a:extLst>
                <a:ext uri="{FF2B5EF4-FFF2-40B4-BE49-F238E27FC236}">
                  <a16:creationId xmlns:a16="http://schemas.microsoft.com/office/drawing/2014/main" id="{5F567A8D-E2C1-47EE-8143-84B5A3E89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973"/>
              <a:ext cx="30" cy="152"/>
            </a:xfrm>
            <a:custGeom>
              <a:avLst/>
              <a:gdLst>
                <a:gd name="T0" fmla="*/ 20 w 12"/>
                <a:gd name="T1" fmla="*/ 1080 h 57"/>
                <a:gd name="T2" fmla="*/ 63 w 12"/>
                <a:gd name="T3" fmla="*/ 819 h 57"/>
                <a:gd name="T4" fmla="*/ 83 w 12"/>
                <a:gd name="T5" fmla="*/ 477 h 57"/>
                <a:gd name="T6" fmla="*/ 188 w 12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7">
                  <a:moveTo>
                    <a:pt x="1" y="57"/>
                  </a:moveTo>
                  <a:cubicBezTo>
                    <a:pt x="0" y="52"/>
                    <a:pt x="3" y="48"/>
                    <a:pt x="4" y="43"/>
                  </a:cubicBezTo>
                  <a:cubicBezTo>
                    <a:pt x="5" y="38"/>
                    <a:pt x="5" y="31"/>
                    <a:pt x="5" y="25"/>
                  </a:cubicBezTo>
                  <a:cubicBezTo>
                    <a:pt x="6" y="16"/>
                    <a:pt x="7" y="7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8" name="Freeform 790">
              <a:extLst>
                <a:ext uri="{FF2B5EF4-FFF2-40B4-BE49-F238E27FC236}">
                  <a16:creationId xmlns:a16="http://schemas.microsoft.com/office/drawing/2014/main" id="{0C6594D4-2B26-4F10-AA4E-8548E769AC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98" y="707"/>
              <a:ext cx="1538" cy="1090"/>
            </a:xfrm>
            <a:custGeom>
              <a:avLst/>
              <a:gdLst>
                <a:gd name="T0" fmla="*/ 8288 w 615"/>
                <a:gd name="T1" fmla="*/ 2060 h 409"/>
                <a:gd name="T2" fmla="*/ 7505 w 615"/>
                <a:gd name="T3" fmla="*/ 1876 h 409"/>
                <a:gd name="T4" fmla="*/ 6347 w 615"/>
                <a:gd name="T5" fmla="*/ 909 h 409"/>
                <a:gd name="T6" fmla="*/ 4817 w 615"/>
                <a:gd name="T7" fmla="*/ 831 h 409"/>
                <a:gd name="T8" fmla="*/ 4804 w 615"/>
                <a:gd name="T9" fmla="*/ 831 h 409"/>
                <a:gd name="T10" fmla="*/ 3271 w 615"/>
                <a:gd name="T11" fmla="*/ 909 h 409"/>
                <a:gd name="T12" fmla="*/ 2113 w 615"/>
                <a:gd name="T13" fmla="*/ 1876 h 409"/>
                <a:gd name="T14" fmla="*/ 1333 w 615"/>
                <a:gd name="T15" fmla="*/ 2060 h 409"/>
                <a:gd name="T16" fmla="*/ 158 w 615"/>
                <a:gd name="T17" fmla="*/ 4773 h 409"/>
                <a:gd name="T18" fmla="*/ 2083 w 615"/>
                <a:gd name="T19" fmla="*/ 7004 h 409"/>
                <a:gd name="T20" fmla="*/ 3846 w 615"/>
                <a:gd name="T21" fmla="*/ 7721 h 409"/>
                <a:gd name="T22" fmla="*/ 4679 w 615"/>
                <a:gd name="T23" fmla="*/ 6548 h 409"/>
                <a:gd name="T24" fmla="*/ 4521 w 615"/>
                <a:gd name="T25" fmla="*/ 4944 h 409"/>
                <a:gd name="T26" fmla="*/ 5097 w 615"/>
                <a:gd name="T27" fmla="*/ 4944 h 409"/>
                <a:gd name="T28" fmla="*/ 4942 w 615"/>
                <a:gd name="T29" fmla="*/ 6548 h 409"/>
                <a:gd name="T30" fmla="*/ 5772 w 615"/>
                <a:gd name="T31" fmla="*/ 7721 h 409"/>
                <a:gd name="T32" fmla="*/ 7555 w 615"/>
                <a:gd name="T33" fmla="*/ 7004 h 409"/>
                <a:gd name="T34" fmla="*/ 9463 w 615"/>
                <a:gd name="T35" fmla="*/ 4773 h 409"/>
                <a:gd name="T36" fmla="*/ 8288 w 615"/>
                <a:gd name="T37" fmla="*/ 2060 h 409"/>
                <a:gd name="T38" fmla="*/ 4834 w 615"/>
                <a:gd name="T39" fmla="*/ 4674 h 409"/>
                <a:gd name="T40" fmla="*/ 4647 w 615"/>
                <a:gd name="T41" fmla="*/ 4581 h 409"/>
                <a:gd name="T42" fmla="*/ 4834 w 615"/>
                <a:gd name="T43" fmla="*/ 4488 h 409"/>
                <a:gd name="T44" fmla="*/ 5034 w 615"/>
                <a:gd name="T45" fmla="*/ 4581 h 409"/>
                <a:gd name="T46" fmla="*/ 4834 w 615"/>
                <a:gd name="T47" fmla="*/ 4674 h 40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15" h="409">
                  <a:moveTo>
                    <a:pt x="530" y="109"/>
                  </a:moveTo>
                  <a:cubicBezTo>
                    <a:pt x="508" y="76"/>
                    <a:pt x="480" y="99"/>
                    <a:pt x="480" y="99"/>
                  </a:cubicBezTo>
                  <a:cubicBezTo>
                    <a:pt x="474" y="56"/>
                    <a:pt x="406" y="48"/>
                    <a:pt x="406" y="48"/>
                  </a:cubicBezTo>
                  <a:cubicBezTo>
                    <a:pt x="336" y="0"/>
                    <a:pt x="308" y="44"/>
                    <a:pt x="308" y="44"/>
                  </a:cubicBezTo>
                  <a:cubicBezTo>
                    <a:pt x="307" y="44"/>
                    <a:pt x="307" y="44"/>
                    <a:pt x="307" y="44"/>
                  </a:cubicBezTo>
                  <a:cubicBezTo>
                    <a:pt x="307" y="44"/>
                    <a:pt x="280" y="0"/>
                    <a:pt x="209" y="48"/>
                  </a:cubicBezTo>
                  <a:cubicBezTo>
                    <a:pt x="209" y="48"/>
                    <a:pt x="141" y="56"/>
                    <a:pt x="135" y="99"/>
                  </a:cubicBezTo>
                  <a:cubicBezTo>
                    <a:pt x="135" y="99"/>
                    <a:pt x="107" y="76"/>
                    <a:pt x="85" y="109"/>
                  </a:cubicBezTo>
                  <a:cubicBezTo>
                    <a:pt x="57" y="150"/>
                    <a:pt x="0" y="192"/>
                    <a:pt x="10" y="252"/>
                  </a:cubicBezTo>
                  <a:cubicBezTo>
                    <a:pt x="20" y="312"/>
                    <a:pt x="78" y="363"/>
                    <a:pt x="133" y="370"/>
                  </a:cubicBezTo>
                  <a:cubicBezTo>
                    <a:pt x="188" y="376"/>
                    <a:pt x="185" y="407"/>
                    <a:pt x="246" y="408"/>
                  </a:cubicBezTo>
                  <a:cubicBezTo>
                    <a:pt x="307" y="409"/>
                    <a:pt x="299" y="371"/>
                    <a:pt x="299" y="346"/>
                  </a:cubicBezTo>
                  <a:cubicBezTo>
                    <a:pt x="299" y="322"/>
                    <a:pt x="313" y="278"/>
                    <a:pt x="289" y="261"/>
                  </a:cubicBezTo>
                  <a:cubicBezTo>
                    <a:pt x="326" y="261"/>
                    <a:pt x="326" y="261"/>
                    <a:pt x="326" y="261"/>
                  </a:cubicBezTo>
                  <a:cubicBezTo>
                    <a:pt x="302" y="278"/>
                    <a:pt x="316" y="322"/>
                    <a:pt x="316" y="346"/>
                  </a:cubicBezTo>
                  <a:cubicBezTo>
                    <a:pt x="316" y="371"/>
                    <a:pt x="308" y="409"/>
                    <a:pt x="369" y="408"/>
                  </a:cubicBezTo>
                  <a:cubicBezTo>
                    <a:pt x="430" y="407"/>
                    <a:pt x="427" y="376"/>
                    <a:pt x="483" y="370"/>
                  </a:cubicBezTo>
                  <a:cubicBezTo>
                    <a:pt x="538" y="363"/>
                    <a:pt x="595" y="312"/>
                    <a:pt x="605" y="252"/>
                  </a:cubicBezTo>
                  <a:cubicBezTo>
                    <a:pt x="615" y="192"/>
                    <a:pt x="558" y="150"/>
                    <a:pt x="530" y="109"/>
                  </a:cubicBezTo>
                  <a:close/>
                  <a:moveTo>
                    <a:pt x="309" y="247"/>
                  </a:moveTo>
                  <a:cubicBezTo>
                    <a:pt x="302" y="247"/>
                    <a:pt x="297" y="245"/>
                    <a:pt x="297" y="242"/>
                  </a:cubicBezTo>
                  <a:cubicBezTo>
                    <a:pt x="297" y="239"/>
                    <a:pt x="302" y="237"/>
                    <a:pt x="309" y="237"/>
                  </a:cubicBezTo>
                  <a:cubicBezTo>
                    <a:pt x="316" y="237"/>
                    <a:pt x="322" y="239"/>
                    <a:pt x="322" y="242"/>
                  </a:cubicBezTo>
                  <a:cubicBezTo>
                    <a:pt x="322" y="245"/>
                    <a:pt x="316" y="247"/>
                    <a:pt x="309" y="247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9" name="Freeform 791">
              <a:extLst>
                <a:ext uri="{FF2B5EF4-FFF2-40B4-BE49-F238E27FC236}">
                  <a16:creationId xmlns:a16="http://schemas.microsoft.com/office/drawing/2014/main" id="{E772881E-6863-44E7-92C8-45F6D1D4C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979"/>
              <a:ext cx="1087" cy="629"/>
            </a:xfrm>
            <a:custGeom>
              <a:avLst/>
              <a:gdLst>
                <a:gd name="T0" fmla="*/ 6257 w 435"/>
                <a:gd name="T1" fmla="*/ 2345 h 236"/>
                <a:gd name="T2" fmla="*/ 5912 w 435"/>
                <a:gd name="T3" fmla="*/ 1818 h 236"/>
                <a:gd name="T4" fmla="*/ 5995 w 435"/>
                <a:gd name="T5" fmla="*/ 776 h 236"/>
                <a:gd name="T6" fmla="*/ 6057 w 435"/>
                <a:gd name="T7" fmla="*/ 0 h 236"/>
                <a:gd name="T8" fmla="*/ 5433 w 435"/>
                <a:gd name="T9" fmla="*/ 418 h 236"/>
                <a:gd name="T10" fmla="*/ 5040 w 435"/>
                <a:gd name="T11" fmla="*/ 1271 h 236"/>
                <a:gd name="T12" fmla="*/ 4540 w 435"/>
                <a:gd name="T13" fmla="*/ 2308 h 236"/>
                <a:gd name="T14" fmla="*/ 3446 w 435"/>
                <a:gd name="T15" fmla="*/ 2457 h 236"/>
                <a:gd name="T16" fmla="*/ 3341 w 435"/>
                <a:gd name="T17" fmla="*/ 2457 h 236"/>
                <a:gd name="T18" fmla="*/ 2249 w 435"/>
                <a:gd name="T19" fmla="*/ 2308 h 236"/>
                <a:gd name="T20" fmla="*/ 1749 w 435"/>
                <a:gd name="T21" fmla="*/ 1271 h 236"/>
                <a:gd name="T22" fmla="*/ 1354 w 435"/>
                <a:gd name="T23" fmla="*/ 418 h 236"/>
                <a:gd name="T24" fmla="*/ 730 w 435"/>
                <a:gd name="T25" fmla="*/ 0 h 236"/>
                <a:gd name="T26" fmla="*/ 792 w 435"/>
                <a:gd name="T27" fmla="*/ 776 h 236"/>
                <a:gd name="T28" fmla="*/ 887 w 435"/>
                <a:gd name="T29" fmla="*/ 1818 h 236"/>
                <a:gd name="T30" fmla="*/ 530 w 435"/>
                <a:gd name="T31" fmla="*/ 2345 h 236"/>
                <a:gd name="T32" fmla="*/ 42 w 435"/>
                <a:gd name="T33" fmla="*/ 3126 h 236"/>
                <a:gd name="T34" fmla="*/ 592 w 435"/>
                <a:gd name="T35" fmla="*/ 3182 h 236"/>
                <a:gd name="T36" fmla="*/ 542 w 435"/>
                <a:gd name="T37" fmla="*/ 3481 h 236"/>
                <a:gd name="T38" fmla="*/ 917 w 435"/>
                <a:gd name="T39" fmla="*/ 3750 h 236"/>
                <a:gd name="T40" fmla="*/ 1417 w 435"/>
                <a:gd name="T41" fmla="*/ 4467 h 236"/>
                <a:gd name="T42" fmla="*/ 2029 w 435"/>
                <a:gd name="T43" fmla="*/ 4014 h 236"/>
                <a:gd name="T44" fmla="*/ 2154 w 435"/>
                <a:gd name="T45" fmla="*/ 3276 h 236"/>
                <a:gd name="T46" fmla="*/ 3278 w 435"/>
                <a:gd name="T47" fmla="*/ 2854 h 236"/>
                <a:gd name="T48" fmla="*/ 3508 w 435"/>
                <a:gd name="T49" fmla="*/ 2854 h 236"/>
                <a:gd name="T50" fmla="*/ 4653 w 435"/>
                <a:gd name="T51" fmla="*/ 3276 h 236"/>
                <a:gd name="T52" fmla="*/ 4758 w 435"/>
                <a:gd name="T53" fmla="*/ 4014 h 236"/>
                <a:gd name="T54" fmla="*/ 5383 w 435"/>
                <a:gd name="T55" fmla="*/ 4467 h 236"/>
                <a:gd name="T56" fmla="*/ 5870 w 435"/>
                <a:gd name="T57" fmla="*/ 3750 h 236"/>
                <a:gd name="T58" fmla="*/ 6245 w 435"/>
                <a:gd name="T59" fmla="*/ 3481 h 236"/>
                <a:gd name="T60" fmla="*/ 6195 w 435"/>
                <a:gd name="T61" fmla="*/ 3182 h 236"/>
                <a:gd name="T62" fmla="*/ 6757 w 435"/>
                <a:gd name="T63" fmla="*/ 3126 h 236"/>
                <a:gd name="T64" fmla="*/ 6257 w 435"/>
                <a:gd name="T65" fmla="*/ 2345 h 2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35" h="236">
                  <a:moveTo>
                    <a:pt x="401" y="124"/>
                  </a:moveTo>
                  <a:cubicBezTo>
                    <a:pt x="391" y="119"/>
                    <a:pt x="358" y="117"/>
                    <a:pt x="379" y="96"/>
                  </a:cubicBezTo>
                  <a:cubicBezTo>
                    <a:pt x="399" y="76"/>
                    <a:pt x="371" y="63"/>
                    <a:pt x="384" y="41"/>
                  </a:cubicBezTo>
                  <a:cubicBezTo>
                    <a:pt x="397" y="19"/>
                    <a:pt x="388" y="0"/>
                    <a:pt x="388" y="0"/>
                  </a:cubicBezTo>
                  <a:cubicBezTo>
                    <a:pt x="388" y="0"/>
                    <a:pt x="375" y="16"/>
                    <a:pt x="348" y="22"/>
                  </a:cubicBezTo>
                  <a:cubicBezTo>
                    <a:pt x="320" y="28"/>
                    <a:pt x="328" y="36"/>
                    <a:pt x="323" y="67"/>
                  </a:cubicBezTo>
                  <a:cubicBezTo>
                    <a:pt x="318" y="99"/>
                    <a:pt x="314" y="108"/>
                    <a:pt x="291" y="122"/>
                  </a:cubicBezTo>
                  <a:cubicBezTo>
                    <a:pt x="269" y="135"/>
                    <a:pt x="221" y="130"/>
                    <a:pt x="221" y="130"/>
                  </a:cubicBezTo>
                  <a:cubicBezTo>
                    <a:pt x="214" y="130"/>
                    <a:pt x="214" y="130"/>
                    <a:pt x="214" y="130"/>
                  </a:cubicBezTo>
                  <a:cubicBezTo>
                    <a:pt x="214" y="130"/>
                    <a:pt x="167" y="135"/>
                    <a:pt x="144" y="122"/>
                  </a:cubicBezTo>
                  <a:cubicBezTo>
                    <a:pt x="121" y="108"/>
                    <a:pt x="117" y="99"/>
                    <a:pt x="112" y="67"/>
                  </a:cubicBezTo>
                  <a:cubicBezTo>
                    <a:pt x="108" y="36"/>
                    <a:pt x="115" y="28"/>
                    <a:pt x="87" y="22"/>
                  </a:cubicBezTo>
                  <a:cubicBezTo>
                    <a:pt x="60" y="16"/>
                    <a:pt x="47" y="0"/>
                    <a:pt x="47" y="0"/>
                  </a:cubicBezTo>
                  <a:cubicBezTo>
                    <a:pt x="47" y="0"/>
                    <a:pt x="38" y="19"/>
                    <a:pt x="51" y="41"/>
                  </a:cubicBezTo>
                  <a:cubicBezTo>
                    <a:pt x="64" y="63"/>
                    <a:pt x="36" y="76"/>
                    <a:pt x="57" y="96"/>
                  </a:cubicBezTo>
                  <a:cubicBezTo>
                    <a:pt x="77" y="117"/>
                    <a:pt x="45" y="119"/>
                    <a:pt x="34" y="124"/>
                  </a:cubicBezTo>
                  <a:cubicBezTo>
                    <a:pt x="24" y="129"/>
                    <a:pt x="0" y="146"/>
                    <a:pt x="3" y="165"/>
                  </a:cubicBezTo>
                  <a:cubicBezTo>
                    <a:pt x="3" y="165"/>
                    <a:pt x="36" y="153"/>
                    <a:pt x="38" y="168"/>
                  </a:cubicBezTo>
                  <a:cubicBezTo>
                    <a:pt x="40" y="179"/>
                    <a:pt x="37" y="182"/>
                    <a:pt x="35" y="184"/>
                  </a:cubicBezTo>
                  <a:cubicBezTo>
                    <a:pt x="41" y="181"/>
                    <a:pt x="63" y="174"/>
                    <a:pt x="59" y="198"/>
                  </a:cubicBezTo>
                  <a:cubicBezTo>
                    <a:pt x="59" y="198"/>
                    <a:pt x="99" y="158"/>
                    <a:pt x="91" y="236"/>
                  </a:cubicBezTo>
                  <a:cubicBezTo>
                    <a:pt x="91" y="236"/>
                    <a:pt x="108" y="212"/>
                    <a:pt x="130" y="212"/>
                  </a:cubicBezTo>
                  <a:cubicBezTo>
                    <a:pt x="152" y="212"/>
                    <a:pt x="157" y="181"/>
                    <a:pt x="138" y="173"/>
                  </a:cubicBezTo>
                  <a:cubicBezTo>
                    <a:pt x="138" y="173"/>
                    <a:pt x="100" y="151"/>
                    <a:pt x="210" y="151"/>
                  </a:cubicBezTo>
                  <a:cubicBezTo>
                    <a:pt x="225" y="151"/>
                    <a:pt x="225" y="151"/>
                    <a:pt x="225" y="151"/>
                  </a:cubicBezTo>
                  <a:cubicBezTo>
                    <a:pt x="335" y="151"/>
                    <a:pt x="298" y="173"/>
                    <a:pt x="298" y="173"/>
                  </a:cubicBezTo>
                  <a:cubicBezTo>
                    <a:pt x="278" y="181"/>
                    <a:pt x="283" y="212"/>
                    <a:pt x="305" y="212"/>
                  </a:cubicBezTo>
                  <a:cubicBezTo>
                    <a:pt x="327" y="212"/>
                    <a:pt x="345" y="236"/>
                    <a:pt x="345" y="236"/>
                  </a:cubicBezTo>
                  <a:cubicBezTo>
                    <a:pt x="337" y="158"/>
                    <a:pt x="376" y="198"/>
                    <a:pt x="376" y="198"/>
                  </a:cubicBezTo>
                  <a:cubicBezTo>
                    <a:pt x="372" y="174"/>
                    <a:pt x="394" y="181"/>
                    <a:pt x="400" y="184"/>
                  </a:cubicBezTo>
                  <a:cubicBezTo>
                    <a:pt x="398" y="182"/>
                    <a:pt x="396" y="179"/>
                    <a:pt x="397" y="168"/>
                  </a:cubicBezTo>
                  <a:cubicBezTo>
                    <a:pt x="400" y="153"/>
                    <a:pt x="433" y="165"/>
                    <a:pt x="433" y="165"/>
                  </a:cubicBezTo>
                  <a:cubicBezTo>
                    <a:pt x="435" y="146"/>
                    <a:pt x="412" y="129"/>
                    <a:pt x="401" y="12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0" name="Freeform 792">
              <a:extLst>
                <a:ext uri="{FF2B5EF4-FFF2-40B4-BE49-F238E27FC236}">
                  <a16:creationId xmlns:a16="http://schemas.microsoft.com/office/drawing/2014/main" id="{E859A0F1-0460-464A-9E37-955E84037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469"/>
              <a:ext cx="5" cy="3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27 h 1"/>
                <a:gd name="T4" fmla="*/ 3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1" name="Freeform 793">
              <a:extLst>
                <a:ext uri="{FF2B5EF4-FFF2-40B4-BE49-F238E27FC236}">
                  <a16:creationId xmlns:a16="http://schemas.microsoft.com/office/drawing/2014/main" id="{12E3937B-918C-4CE0-8964-D45B035FF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469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8611" name="cervical-spinal-cord-cross-section">
            <a:extLst>
              <a:ext uri="{FF2B5EF4-FFF2-40B4-BE49-F238E27FC236}">
                <a16:creationId xmlns:a16="http://schemas.microsoft.com/office/drawing/2014/main" id="{6F2E1BE4-0686-44E3-8668-38C0679EED2C}"/>
              </a:ext>
            </a:extLst>
          </p:cNvPr>
          <p:cNvGrpSpPr>
            <a:grpSpLocks/>
          </p:cNvGrpSpPr>
          <p:nvPr/>
        </p:nvGrpSpPr>
        <p:grpSpPr bwMode="auto">
          <a:xfrm>
            <a:off x="6243638" y="2871788"/>
            <a:ext cx="2190750" cy="1692275"/>
            <a:chOff x="2973" y="1809"/>
            <a:chExt cx="1380" cy="1066"/>
          </a:xfrm>
        </p:grpSpPr>
        <p:sp>
          <p:nvSpPr>
            <p:cNvPr id="68963" name="Freeform 795">
              <a:extLst>
                <a:ext uri="{FF2B5EF4-FFF2-40B4-BE49-F238E27FC236}">
                  <a16:creationId xmlns:a16="http://schemas.microsoft.com/office/drawing/2014/main" id="{FC73075E-D6DB-4F09-9A35-686D791295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3" y="1809"/>
              <a:ext cx="1380" cy="1066"/>
            </a:xfrm>
            <a:custGeom>
              <a:avLst/>
              <a:gdLst>
                <a:gd name="T0" fmla="*/ 7583 w 552"/>
                <a:gd name="T1" fmla="*/ 1556 h 400"/>
                <a:gd name="T2" fmla="*/ 6270 w 552"/>
                <a:gd name="T3" fmla="*/ 986 h 400"/>
                <a:gd name="T4" fmla="*/ 5408 w 552"/>
                <a:gd name="T5" fmla="*/ 605 h 400"/>
                <a:gd name="T6" fmla="*/ 4333 w 552"/>
                <a:gd name="T7" fmla="*/ 773 h 400"/>
                <a:gd name="T8" fmla="*/ 4313 w 552"/>
                <a:gd name="T9" fmla="*/ 773 h 400"/>
                <a:gd name="T10" fmla="*/ 3238 w 552"/>
                <a:gd name="T11" fmla="*/ 605 h 400"/>
                <a:gd name="T12" fmla="*/ 2363 w 552"/>
                <a:gd name="T13" fmla="*/ 986 h 400"/>
                <a:gd name="T14" fmla="*/ 1063 w 552"/>
                <a:gd name="T15" fmla="*/ 1556 h 400"/>
                <a:gd name="T16" fmla="*/ 20 w 552"/>
                <a:gd name="T17" fmla="*/ 3366 h 400"/>
                <a:gd name="T18" fmla="*/ 770 w 552"/>
                <a:gd name="T19" fmla="*/ 5242 h 400"/>
                <a:gd name="T20" fmla="*/ 2395 w 552"/>
                <a:gd name="T21" fmla="*/ 6604 h 400"/>
                <a:gd name="T22" fmla="*/ 4188 w 552"/>
                <a:gd name="T23" fmla="*/ 6433 h 400"/>
                <a:gd name="T24" fmla="*/ 4095 w 552"/>
                <a:gd name="T25" fmla="*/ 4560 h 400"/>
                <a:gd name="T26" fmla="*/ 4550 w 552"/>
                <a:gd name="T27" fmla="*/ 4560 h 400"/>
                <a:gd name="T28" fmla="*/ 4438 w 552"/>
                <a:gd name="T29" fmla="*/ 6433 h 400"/>
                <a:gd name="T30" fmla="*/ 6250 w 552"/>
                <a:gd name="T31" fmla="*/ 6604 h 400"/>
                <a:gd name="T32" fmla="*/ 7863 w 552"/>
                <a:gd name="T33" fmla="*/ 5242 h 400"/>
                <a:gd name="T34" fmla="*/ 8625 w 552"/>
                <a:gd name="T35" fmla="*/ 3366 h 400"/>
                <a:gd name="T36" fmla="*/ 7583 w 552"/>
                <a:gd name="T37" fmla="*/ 1556 h 400"/>
                <a:gd name="T38" fmla="*/ 4313 w 552"/>
                <a:gd name="T39" fmla="*/ 4376 h 400"/>
                <a:gd name="T40" fmla="*/ 4208 w 552"/>
                <a:gd name="T41" fmla="*/ 4296 h 400"/>
                <a:gd name="T42" fmla="*/ 4313 w 552"/>
                <a:gd name="T43" fmla="*/ 4219 h 400"/>
                <a:gd name="T44" fmla="*/ 4425 w 552"/>
                <a:gd name="T45" fmla="*/ 4296 h 400"/>
                <a:gd name="T46" fmla="*/ 4313 w 552"/>
                <a:gd name="T47" fmla="*/ 4376 h 4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52" h="400">
                  <a:moveTo>
                    <a:pt x="485" y="82"/>
                  </a:moveTo>
                  <a:cubicBezTo>
                    <a:pt x="460" y="65"/>
                    <a:pt x="426" y="79"/>
                    <a:pt x="401" y="52"/>
                  </a:cubicBezTo>
                  <a:cubicBezTo>
                    <a:pt x="377" y="24"/>
                    <a:pt x="346" y="32"/>
                    <a:pt x="346" y="32"/>
                  </a:cubicBezTo>
                  <a:cubicBezTo>
                    <a:pt x="311" y="0"/>
                    <a:pt x="277" y="41"/>
                    <a:pt x="277" y="41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6" y="41"/>
                    <a:pt x="242" y="0"/>
                    <a:pt x="207" y="32"/>
                  </a:cubicBezTo>
                  <a:cubicBezTo>
                    <a:pt x="207" y="32"/>
                    <a:pt x="175" y="24"/>
                    <a:pt x="151" y="52"/>
                  </a:cubicBezTo>
                  <a:cubicBezTo>
                    <a:pt x="127" y="79"/>
                    <a:pt x="92" y="65"/>
                    <a:pt x="68" y="82"/>
                  </a:cubicBezTo>
                  <a:cubicBezTo>
                    <a:pt x="44" y="99"/>
                    <a:pt x="2" y="121"/>
                    <a:pt x="1" y="178"/>
                  </a:cubicBezTo>
                  <a:cubicBezTo>
                    <a:pt x="0" y="235"/>
                    <a:pt x="21" y="254"/>
                    <a:pt x="49" y="277"/>
                  </a:cubicBezTo>
                  <a:cubicBezTo>
                    <a:pt x="78" y="299"/>
                    <a:pt x="124" y="340"/>
                    <a:pt x="153" y="349"/>
                  </a:cubicBezTo>
                  <a:cubicBezTo>
                    <a:pt x="182" y="357"/>
                    <a:pt x="268" y="400"/>
                    <a:pt x="268" y="340"/>
                  </a:cubicBezTo>
                  <a:cubicBezTo>
                    <a:pt x="268" y="281"/>
                    <a:pt x="277" y="251"/>
                    <a:pt x="262" y="241"/>
                  </a:cubicBezTo>
                  <a:cubicBezTo>
                    <a:pt x="291" y="241"/>
                    <a:pt x="291" y="241"/>
                    <a:pt x="291" y="241"/>
                  </a:cubicBezTo>
                  <a:cubicBezTo>
                    <a:pt x="275" y="251"/>
                    <a:pt x="284" y="281"/>
                    <a:pt x="284" y="340"/>
                  </a:cubicBezTo>
                  <a:cubicBezTo>
                    <a:pt x="284" y="400"/>
                    <a:pt x="371" y="357"/>
                    <a:pt x="400" y="349"/>
                  </a:cubicBezTo>
                  <a:cubicBezTo>
                    <a:pt x="429" y="340"/>
                    <a:pt x="475" y="299"/>
                    <a:pt x="503" y="277"/>
                  </a:cubicBezTo>
                  <a:cubicBezTo>
                    <a:pt x="531" y="254"/>
                    <a:pt x="552" y="235"/>
                    <a:pt x="552" y="178"/>
                  </a:cubicBezTo>
                  <a:cubicBezTo>
                    <a:pt x="551" y="121"/>
                    <a:pt x="509" y="99"/>
                    <a:pt x="485" y="82"/>
                  </a:cubicBezTo>
                  <a:close/>
                  <a:moveTo>
                    <a:pt x="276" y="231"/>
                  </a:moveTo>
                  <a:cubicBezTo>
                    <a:pt x="272" y="231"/>
                    <a:pt x="269" y="229"/>
                    <a:pt x="269" y="227"/>
                  </a:cubicBezTo>
                  <a:cubicBezTo>
                    <a:pt x="269" y="225"/>
                    <a:pt x="272" y="223"/>
                    <a:pt x="276" y="223"/>
                  </a:cubicBezTo>
                  <a:cubicBezTo>
                    <a:pt x="280" y="223"/>
                    <a:pt x="283" y="225"/>
                    <a:pt x="283" y="227"/>
                  </a:cubicBezTo>
                  <a:cubicBezTo>
                    <a:pt x="283" y="229"/>
                    <a:pt x="280" y="231"/>
                    <a:pt x="276" y="231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4" name="Freeform 796">
              <a:extLst>
                <a:ext uri="{FF2B5EF4-FFF2-40B4-BE49-F238E27FC236}">
                  <a16:creationId xmlns:a16="http://schemas.microsoft.com/office/drawing/2014/main" id="{4DC0DB08-7CD5-4D43-90BB-729AD175BE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8" y="1974"/>
              <a:ext cx="722" cy="637"/>
            </a:xfrm>
            <a:custGeom>
              <a:avLst/>
              <a:gdLst>
                <a:gd name="T0" fmla="*/ 4507 w 289"/>
                <a:gd name="T1" fmla="*/ 2820 h 239"/>
                <a:gd name="T2" fmla="*/ 4037 w 289"/>
                <a:gd name="T3" fmla="*/ 2124 h 239"/>
                <a:gd name="T4" fmla="*/ 4100 w 289"/>
                <a:gd name="T5" fmla="*/ 944 h 239"/>
                <a:gd name="T6" fmla="*/ 4369 w 289"/>
                <a:gd name="T7" fmla="*/ 0 h 239"/>
                <a:gd name="T8" fmla="*/ 3962 w 289"/>
                <a:gd name="T9" fmla="*/ 797 h 239"/>
                <a:gd name="T10" fmla="*/ 3620 w 289"/>
                <a:gd name="T11" fmla="*/ 1135 h 239"/>
                <a:gd name="T12" fmla="*/ 3445 w 289"/>
                <a:gd name="T13" fmla="*/ 1839 h 239"/>
                <a:gd name="T14" fmla="*/ 2978 w 289"/>
                <a:gd name="T15" fmla="*/ 3025 h 239"/>
                <a:gd name="T16" fmla="*/ 2353 w 289"/>
                <a:gd name="T17" fmla="*/ 3025 h 239"/>
                <a:gd name="T18" fmla="*/ 2154 w 289"/>
                <a:gd name="T19" fmla="*/ 3025 h 239"/>
                <a:gd name="T20" fmla="*/ 1529 w 289"/>
                <a:gd name="T21" fmla="*/ 3025 h 239"/>
                <a:gd name="T22" fmla="*/ 1062 w 289"/>
                <a:gd name="T23" fmla="*/ 1839 h 239"/>
                <a:gd name="T24" fmla="*/ 887 w 289"/>
                <a:gd name="T25" fmla="*/ 1135 h 239"/>
                <a:gd name="T26" fmla="*/ 542 w 289"/>
                <a:gd name="T27" fmla="*/ 797 h 239"/>
                <a:gd name="T28" fmla="*/ 137 w 289"/>
                <a:gd name="T29" fmla="*/ 0 h 239"/>
                <a:gd name="T30" fmla="*/ 405 w 289"/>
                <a:gd name="T31" fmla="*/ 944 h 239"/>
                <a:gd name="T32" fmla="*/ 467 w 289"/>
                <a:gd name="T33" fmla="*/ 2124 h 239"/>
                <a:gd name="T34" fmla="*/ 0 w 289"/>
                <a:gd name="T35" fmla="*/ 2820 h 239"/>
                <a:gd name="T36" fmla="*/ 729 w 289"/>
                <a:gd name="T37" fmla="*/ 3617 h 239"/>
                <a:gd name="T38" fmla="*/ 999 w 289"/>
                <a:gd name="T39" fmla="*/ 4488 h 239"/>
                <a:gd name="T40" fmla="*/ 1417 w 289"/>
                <a:gd name="T41" fmla="*/ 3310 h 239"/>
                <a:gd name="T42" fmla="*/ 2134 w 289"/>
                <a:gd name="T43" fmla="*/ 3217 h 239"/>
                <a:gd name="T44" fmla="*/ 2371 w 289"/>
                <a:gd name="T45" fmla="*/ 3217 h 239"/>
                <a:gd name="T46" fmla="*/ 3090 w 289"/>
                <a:gd name="T47" fmla="*/ 3310 h 239"/>
                <a:gd name="T48" fmla="*/ 3508 w 289"/>
                <a:gd name="T49" fmla="*/ 4488 h 239"/>
                <a:gd name="T50" fmla="*/ 3775 w 289"/>
                <a:gd name="T51" fmla="*/ 3617 h 239"/>
                <a:gd name="T52" fmla="*/ 4507 w 289"/>
                <a:gd name="T53" fmla="*/ 2820 h 239"/>
                <a:gd name="T54" fmla="*/ 2278 w 289"/>
                <a:gd name="T55" fmla="*/ 3196 h 239"/>
                <a:gd name="T56" fmla="*/ 2166 w 289"/>
                <a:gd name="T57" fmla="*/ 3126 h 239"/>
                <a:gd name="T58" fmla="*/ 2278 w 289"/>
                <a:gd name="T59" fmla="*/ 3046 h 239"/>
                <a:gd name="T60" fmla="*/ 2383 w 289"/>
                <a:gd name="T61" fmla="*/ 3126 h 239"/>
                <a:gd name="T62" fmla="*/ 2278 w 289"/>
                <a:gd name="T63" fmla="*/ 3196 h 23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89" h="239">
                  <a:moveTo>
                    <a:pt x="289" y="149"/>
                  </a:moveTo>
                  <a:cubicBezTo>
                    <a:pt x="256" y="159"/>
                    <a:pt x="265" y="125"/>
                    <a:pt x="259" y="112"/>
                  </a:cubicBezTo>
                  <a:cubicBezTo>
                    <a:pt x="253" y="99"/>
                    <a:pt x="254" y="70"/>
                    <a:pt x="263" y="50"/>
                  </a:cubicBezTo>
                  <a:cubicBezTo>
                    <a:pt x="272" y="30"/>
                    <a:pt x="280" y="0"/>
                    <a:pt x="280" y="0"/>
                  </a:cubicBezTo>
                  <a:cubicBezTo>
                    <a:pt x="280" y="0"/>
                    <a:pt x="260" y="27"/>
                    <a:pt x="254" y="42"/>
                  </a:cubicBezTo>
                  <a:cubicBezTo>
                    <a:pt x="248" y="57"/>
                    <a:pt x="251" y="59"/>
                    <a:pt x="232" y="60"/>
                  </a:cubicBezTo>
                  <a:cubicBezTo>
                    <a:pt x="213" y="61"/>
                    <a:pt x="244" y="87"/>
                    <a:pt x="221" y="97"/>
                  </a:cubicBezTo>
                  <a:cubicBezTo>
                    <a:pt x="221" y="97"/>
                    <a:pt x="240" y="160"/>
                    <a:pt x="191" y="160"/>
                  </a:cubicBezTo>
                  <a:cubicBezTo>
                    <a:pt x="170" y="160"/>
                    <a:pt x="151" y="160"/>
                    <a:pt x="151" y="160"/>
                  </a:cubicBezTo>
                  <a:cubicBezTo>
                    <a:pt x="138" y="160"/>
                    <a:pt x="138" y="160"/>
                    <a:pt x="138" y="160"/>
                  </a:cubicBezTo>
                  <a:cubicBezTo>
                    <a:pt x="138" y="160"/>
                    <a:pt x="119" y="160"/>
                    <a:pt x="98" y="160"/>
                  </a:cubicBezTo>
                  <a:cubicBezTo>
                    <a:pt x="50" y="160"/>
                    <a:pt x="68" y="97"/>
                    <a:pt x="68" y="97"/>
                  </a:cubicBezTo>
                  <a:cubicBezTo>
                    <a:pt x="45" y="87"/>
                    <a:pt x="76" y="61"/>
                    <a:pt x="57" y="60"/>
                  </a:cubicBezTo>
                  <a:cubicBezTo>
                    <a:pt x="38" y="59"/>
                    <a:pt x="41" y="57"/>
                    <a:pt x="35" y="42"/>
                  </a:cubicBezTo>
                  <a:cubicBezTo>
                    <a:pt x="29" y="27"/>
                    <a:pt x="9" y="0"/>
                    <a:pt x="9" y="0"/>
                  </a:cubicBezTo>
                  <a:cubicBezTo>
                    <a:pt x="9" y="0"/>
                    <a:pt x="17" y="30"/>
                    <a:pt x="26" y="50"/>
                  </a:cubicBezTo>
                  <a:cubicBezTo>
                    <a:pt x="35" y="70"/>
                    <a:pt x="36" y="99"/>
                    <a:pt x="30" y="112"/>
                  </a:cubicBezTo>
                  <a:cubicBezTo>
                    <a:pt x="24" y="125"/>
                    <a:pt x="33" y="159"/>
                    <a:pt x="0" y="149"/>
                  </a:cubicBezTo>
                  <a:cubicBezTo>
                    <a:pt x="0" y="149"/>
                    <a:pt x="43" y="165"/>
                    <a:pt x="47" y="191"/>
                  </a:cubicBezTo>
                  <a:cubicBezTo>
                    <a:pt x="51" y="217"/>
                    <a:pt x="27" y="239"/>
                    <a:pt x="64" y="237"/>
                  </a:cubicBezTo>
                  <a:cubicBezTo>
                    <a:pt x="83" y="236"/>
                    <a:pt x="53" y="176"/>
                    <a:pt x="91" y="175"/>
                  </a:cubicBezTo>
                  <a:cubicBezTo>
                    <a:pt x="120" y="174"/>
                    <a:pt x="129" y="170"/>
                    <a:pt x="137" y="170"/>
                  </a:cubicBezTo>
                  <a:cubicBezTo>
                    <a:pt x="152" y="170"/>
                    <a:pt x="152" y="170"/>
                    <a:pt x="152" y="170"/>
                  </a:cubicBezTo>
                  <a:cubicBezTo>
                    <a:pt x="160" y="170"/>
                    <a:pt x="169" y="174"/>
                    <a:pt x="198" y="175"/>
                  </a:cubicBezTo>
                  <a:cubicBezTo>
                    <a:pt x="236" y="176"/>
                    <a:pt x="206" y="236"/>
                    <a:pt x="225" y="237"/>
                  </a:cubicBezTo>
                  <a:cubicBezTo>
                    <a:pt x="263" y="239"/>
                    <a:pt x="238" y="217"/>
                    <a:pt x="242" y="191"/>
                  </a:cubicBezTo>
                  <a:cubicBezTo>
                    <a:pt x="246" y="165"/>
                    <a:pt x="289" y="149"/>
                    <a:pt x="289" y="149"/>
                  </a:cubicBezTo>
                  <a:close/>
                  <a:moveTo>
                    <a:pt x="146" y="169"/>
                  </a:moveTo>
                  <a:cubicBezTo>
                    <a:pt x="142" y="169"/>
                    <a:pt x="139" y="167"/>
                    <a:pt x="139" y="165"/>
                  </a:cubicBezTo>
                  <a:cubicBezTo>
                    <a:pt x="139" y="163"/>
                    <a:pt x="142" y="161"/>
                    <a:pt x="146" y="161"/>
                  </a:cubicBezTo>
                  <a:cubicBezTo>
                    <a:pt x="150" y="161"/>
                    <a:pt x="153" y="163"/>
                    <a:pt x="153" y="165"/>
                  </a:cubicBezTo>
                  <a:cubicBezTo>
                    <a:pt x="153" y="167"/>
                    <a:pt x="150" y="169"/>
                    <a:pt x="146" y="169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5" name="Freeform 797">
              <a:extLst>
                <a:ext uri="{FF2B5EF4-FFF2-40B4-BE49-F238E27FC236}">
                  <a16:creationId xmlns:a16="http://schemas.microsoft.com/office/drawing/2014/main" id="{B59C3A14-D401-4149-B880-5DF3DBCFD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265"/>
              <a:ext cx="73" cy="141"/>
            </a:xfrm>
            <a:custGeom>
              <a:avLst/>
              <a:gdLst>
                <a:gd name="T0" fmla="*/ 159 w 29"/>
                <a:gd name="T1" fmla="*/ 0 h 53"/>
                <a:gd name="T2" fmla="*/ 463 w 29"/>
                <a:gd name="T3" fmla="*/ 998 h 53"/>
                <a:gd name="T4" fmla="*/ 159 w 29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3">
                  <a:moveTo>
                    <a:pt x="10" y="0"/>
                  </a:moveTo>
                  <a:cubicBezTo>
                    <a:pt x="10" y="0"/>
                    <a:pt x="4" y="44"/>
                    <a:pt x="29" y="53"/>
                  </a:cubicBezTo>
                  <a:cubicBezTo>
                    <a:pt x="29" y="53"/>
                    <a:pt x="0" y="51"/>
                    <a:pt x="1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6" name="Freeform 798">
              <a:extLst>
                <a:ext uri="{FF2B5EF4-FFF2-40B4-BE49-F238E27FC236}">
                  <a16:creationId xmlns:a16="http://schemas.microsoft.com/office/drawing/2014/main" id="{7E925196-6C00-493C-85FE-884A638B3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387"/>
              <a:ext cx="98" cy="144"/>
            </a:xfrm>
            <a:custGeom>
              <a:avLst/>
              <a:gdLst>
                <a:gd name="T0" fmla="*/ 618 w 39"/>
                <a:gd name="T1" fmla="*/ 0 h 54"/>
                <a:gd name="T2" fmla="*/ 209 w 39"/>
                <a:gd name="T3" fmla="*/ 1024 h 54"/>
                <a:gd name="T4" fmla="*/ 618 w 39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4">
                  <a:moveTo>
                    <a:pt x="39" y="0"/>
                  </a:moveTo>
                  <a:cubicBezTo>
                    <a:pt x="39" y="0"/>
                    <a:pt x="5" y="20"/>
                    <a:pt x="13" y="54"/>
                  </a:cubicBezTo>
                  <a:cubicBezTo>
                    <a:pt x="13" y="54"/>
                    <a:pt x="0" y="17"/>
                    <a:pt x="39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7" name="Freeform 799">
              <a:extLst>
                <a:ext uri="{FF2B5EF4-FFF2-40B4-BE49-F238E27FC236}">
                  <a16:creationId xmlns:a16="http://schemas.microsoft.com/office/drawing/2014/main" id="{6B2426BE-2FED-4393-89E4-01E6769D6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41"/>
              <a:ext cx="53" cy="146"/>
            </a:xfrm>
            <a:custGeom>
              <a:avLst/>
              <a:gdLst>
                <a:gd name="T0" fmla="*/ 114 w 21"/>
                <a:gd name="T1" fmla="*/ 0 h 55"/>
                <a:gd name="T2" fmla="*/ 0 w 21"/>
                <a:gd name="T3" fmla="*/ 1030 h 55"/>
                <a:gd name="T4" fmla="*/ 114 w 21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5">
                  <a:moveTo>
                    <a:pt x="7" y="0"/>
                  </a:moveTo>
                  <a:cubicBezTo>
                    <a:pt x="7" y="0"/>
                    <a:pt x="18" y="46"/>
                    <a:pt x="0" y="55"/>
                  </a:cubicBezTo>
                  <a:cubicBezTo>
                    <a:pt x="0" y="55"/>
                    <a:pt x="21" y="53"/>
                    <a:pt x="7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8" name="Freeform 800">
              <a:extLst>
                <a:ext uri="{FF2B5EF4-FFF2-40B4-BE49-F238E27FC236}">
                  <a16:creationId xmlns:a16="http://schemas.microsoft.com/office/drawing/2014/main" id="{D51FFC2B-7A82-4C76-B110-4B5581EC0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545"/>
              <a:ext cx="37" cy="66"/>
            </a:xfrm>
            <a:custGeom>
              <a:avLst/>
              <a:gdLst>
                <a:gd name="T0" fmla="*/ 0 w 15"/>
                <a:gd name="T1" fmla="*/ 335 h 25"/>
                <a:gd name="T2" fmla="*/ 183 w 15"/>
                <a:gd name="T3" fmla="*/ 0 h 25"/>
                <a:gd name="T4" fmla="*/ 0 w 15"/>
                <a:gd name="T5" fmla="*/ 33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18"/>
                  </a:moveTo>
                  <a:cubicBezTo>
                    <a:pt x="0" y="18"/>
                    <a:pt x="15" y="25"/>
                    <a:pt x="12" y="0"/>
                  </a:cubicBezTo>
                  <a:cubicBezTo>
                    <a:pt x="12" y="0"/>
                    <a:pt x="13" y="19"/>
                    <a:pt x="0" y="18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9" name="Freeform 801">
              <a:extLst>
                <a:ext uri="{FF2B5EF4-FFF2-40B4-BE49-F238E27FC236}">
                  <a16:creationId xmlns:a16="http://schemas.microsoft.com/office/drawing/2014/main" id="{7CC21B5F-A9EC-47E7-A6A2-9D057E3B8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918"/>
              <a:ext cx="32" cy="448"/>
            </a:xfrm>
            <a:custGeom>
              <a:avLst/>
              <a:gdLst>
                <a:gd name="T0" fmla="*/ 74 w 13"/>
                <a:gd name="T1" fmla="*/ 0 h 168"/>
                <a:gd name="T2" fmla="*/ 74 w 13"/>
                <a:gd name="T3" fmla="*/ 3187 h 168"/>
                <a:gd name="T4" fmla="*/ 74 w 13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8">
                  <a:moveTo>
                    <a:pt x="5" y="0"/>
                  </a:moveTo>
                  <a:cubicBezTo>
                    <a:pt x="5" y="0"/>
                    <a:pt x="0" y="103"/>
                    <a:pt x="5" y="168"/>
                  </a:cubicBezTo>
                  <a:cubicBezTo>
                    <a:pt x="5" y="168"/>
                    <a:pt x="13" y="87"/>
                    <a:pt x="5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0" name="Freeform 802">
              <a:extLst>
                <a:ext uri="{FF2B5EF4-FFF2-40B4-BE49-F238E27FC236}">
                  <a16:creationId xmlns:a16="http://schemas.microsoft.com/office/drawing/2014/main" id="{D3F4DD8A-3880-429E-AE2B-3FCA07530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859"/>
              <a:ext cx="133" cy="246"/>
            </a:xfrm>
            <a:custGeom>
              <a:avLst/>
              <a:gdLst>
                <a:gd name="T0" fmla="*/ 775 w 53"/>
                <a:gd name="T1" fmla="*/ 1759 h 92"/>
                <a:gd name="T2" fmla="*/ 788 w 53"/>
                <a:gd name="T3" fmla="*/ 500 h 92"/>
                <a:gd name="T4" fmla="*/ 0 w 53"/>
                <a:gd name="T5" fmla="*/ 209 h 92"/>
                <a:gd name="T6" fmla="*/ 647 w 53"/>
                <a:gd name="T7" fmla="*/ 650 h 92"/>
                <a:gd name="T8" fmla="*/ 775 w 53"/>
                <a:gd name="T9" fmla="*/ 1759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92">
                  <a:moveTo>
                    <a:pt x="49" y="92"/>
                  </a:moveTo>
                  <a:cubicBezTo>
                    <a:pt x="49" y="92"/>
                    <a:pt x="53" y="35"/>
                    <a:pt x="50" y="26"/>
                  </a:cubicBezTo>
                  <a:cubicBezTo>
                    <a:pt x="47" y="17"/>
                    <a:pt x="25" y="0"/>
                    <a:pt x="0" y="11"/>
                  </a:cubicBezTo>
                  <a:cubicBezTo>
                    <a:pt x="0" y="11"/>
                    <a:pt x="35" y="13"/>
                    <a:pt x="41" y="34"/>
                  </a:cubicBezTo>
                  <a:cubicBezTo>
                    <a:pt x="48" y="55"/>
                    <a:pt x="49" y="92"/>
                    <a:pt x="49" y="92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1" name="Freeform 803">
              <a:extLst>
                <a:ext uri="{FF2B5EF4-FFF2-40B4-BE49-F238E27FC236}">
                  <a16:creationId xmlns:a16="http://schemas.microsoft.com/office/drawing/2014/main" id="{F5810A5E-5071-4288-A126-A7AC4B904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883"/>
              <a:ext cx="80" cy="115"/>
            </a:xfrm>
            <a:custGeom>
              <a:avLst/>
              <a:gdLst>
                <a:gd name="T0" fmla="*/ 500 w 32"/>
                <a:gd name="T1" fmla="*/ 0 h 43"/>
                <a:gd name="T2" fmla="*/ 50 w 32"/>
                <a:gd name="T3" fmla="*/ 824 h 43"/>
                <a:gd name="T4" fmla="*/ 500 w 3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3">
                  <a:moveTo>
                    <a:pt x="32" y="0"/>
                  </a:moveTo>
                  <a:cubicBezTo>
                    <a:pt x="32" y="0"/>
                    <a:pt x="0" y="0"/>
                    <a:pt x="3" y="43"/>
                  </a:cubicBezTo>
                  <a:cubicBezTo>
                    <a:pt x="3" y="43"/>
                    <a:pt x="9" y="7"/>
                    <a:pt x="32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2" name="Freeform 804">
              <a:extLst>
                <a:ext uri="{FF2B5EF4-FFF2-40B4-BE49-F238E27FC236}">
                  <a16:creationId xmlns:a16="http://schemas.microsoft.com/office/drawing/2014/main" id="{CAC79CDD-9A86-42E9-A8C2-9064510E6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665"/>
              <a:ext cx="223" cy="133"/>
            </a:xfrm>
            <a:custGeom>
              <a:avLst/>
              <a:gdLst>
                <a:gd name="T0" fmla="*/ 1255 w 89"/>
                <a:gd name="T1" fmla="*/ 0 h 50"/>
                <a:gd name="T2" fmla="*/ 834 w 89"/>
                <a:gd name="T3" fmla="*/ 849 h 50"/>
                <a:gd name="T4" fmla="*/ 0 w 89"/>
                <a:gd name="T5" fmla="*/ 580 h 50"/>
                <a:gd name="T6" fmla="*/ 1035 w 89"/>
                <a:gd name="T7" fmla="*/ 694 h 50"/>
                <a:gd name="T8" fmla="*/ 1255 w 89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0">
                  <a:moveTo>
                    <a:pt x="80" y="0"/>
                  </a:moveTo>
                  <a:cubicBezTo>
                    <a:pt x="80" y="0"/>
                    <a:pt x="89" y="49"/>
                    <a:pt x="53" y="45"/>
                  </a:cubicBezTo>
                  <a:cubicBezTo>
                    <a:pt x="17" y="41"/>
                    <a:pt x="0" y="31"/>
                    <a:pt x="0" y="31"/>
                  </a:cubicBezTo>
                  <a:cubicBezTo>
                    <a:pt x="0" y="31"/>
                    <a:pt x="45" y="50"/>
                    <a:pt x="66" y="37"/>
                  </a:cubicBezTo>
                  <a:cubicBezTo>
                    <a:pt x="86" y="23"/>
                    <a:pt x="80" y="0"/>
                    <a:pt x="80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3" name="Freeform 805">
              <a:extLst>
                <a:ext uri="{FF2B5EF4-FFF2-40B4-BE49-F238E27FC236}">
                  <a16:creationId xmlns:a16="http://schemas.microsoft.com/office/drawing/2014/main" id="{854EE456-571F-4A2D-9100-3244DD80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449"/>
              <a:ext cx="37" cy="109"/>
            </a:xfrm>
            <a:custGeom>
              <a:avLst/>
              <a:gdLst>
                <a:gd name="T0" fmla="*/ 0 w 15"/>
                <a:gd name="T1" fmla="*/ 56 h 41"/>
                <a:gd name="T2" fmla="*/ 195 w 15"/>
                <a:gd name="T3" fmla="*/ 771 h 41"/>
                <a:gd name="T4" fmla="*/ 0 w 15"/>
                <a:gd name="T5" fmla="*/ 5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1">
                  <a:moveTo>
                    <a:pt x="0" y="3"/>
                  </a:moveTo>
                  <a:cubicBezTo>
                    <a:pt x="0" y="3"/>
                    <a:pt x="15" y="0"/>
                    <a:pt x="13" y="41"/>
                  </a:cubicBezTo>
                  <a:cubicBezTo>
                    <a:pt x="13" y="41"/>
                    <a:pt x="9" y="8"/>
                    <a:pt x="0" y="3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4" name="Freeform 806">
              <a:extLst>
                <a:ext uri="{FF2B5EF4-FFF2-40B4-BE49-F238E27FC236}">
                  <a16:creationId xmlns:a16="http://schemas.microsoft.com/office/drawing/2014/main" id="{2BF45903-9463-4B09-AB31-FA5F57BFB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246"/>
              <a:ext cx="301" cy="131"/>
            </a:xfrm>
            <a:custGeom>
              <a:avLst/>
              <a:gdLst>
                <a:gd name="T0" fmla="*/ 0 w 120"/>
                <a:gd name="T1" fmla="*/ 901 h 49"/>
                <a:gd name="T2" fmla="*/ 334 w 120"/>
                <a:gd name="T3" fmla="*/ 914 h 49"/>
                <a:gd name="T4" fmla="*/ 931 w 120"/>
                <a:gd name="T5" fmla="*/ 513 h 49"/>
                <a:gd name="T6" fmla="*/ 1485 w 120"/>
                <a:gd name="T7" fmla="*/ 192 h 49"/>
                <a:gd name="T8" fmla="*/ 1894 w 120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9">
                  <a:moveTo>
                    <a:pt x="0" y="47"/>
                  </a:moveTo>
                  <a:cubicBezTo>
                    <a:pt x="8" y="46"/>
                    <a:pt x="13" y="49"/>
                    <a:pt x="21" y="48"/>
                  </a:cubicBezTo>
                  <a:cubicBezTo>
                    <a:pt x="36" y="46"/>
                    <a:pt x="47" y="36"/>
                    <a:pt x="59" y="27"/>
                  </a:cubicBezTo>
                  <a:cubicBezTo>
                    <a:pt x="71" y="18"/>
                    <a:pt x="79" y="12"/>
                    <a:pt x="94" y="10"/>
                  </a:cubicBezTo>
                  <a:cubicBezTo>
                    <a:pt x="102" y="9"/>
                    <a:pt x="117" y="8"/>
                    <a:pt x="12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5" name="Freeform 807">
              <a:extLst>
                <a:ext uri="{FF2B5EF4-FFF2-40B4-BE49-F238E27FC236}">
                  <a16:creationId xmlns:a16="http://schemas.microsoft.com/office/drawing/2014/main" id="{75ADF120-FFB6-4ECA-AAF5-623CF889F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334"/>
              <a:ext cx="150" cy="53"/>
            </a:xfrm>
            <a:custGeom>
              <a:avLst/>
              <a:gdLst>
                <a:gd name="T0" fmla="*/ 0 w 60"/>
                <a:gd name="T1" fmla="*/ 148 h 20"/>
                <a:gd name="T2" fmla="*/ 938 w 60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0">
                  <a:moveTo>
                    <a:pt x="0" y="8"/>
                  </a:moveTo>
                  <a:cubicBezTo>
                    <a:pt x="21" y="0"/>
                    <a:pt x="40" y="19"/>
                    <a:pt x="60" y="2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6" name="Freeform 808">
              <a:extLst>
                <a:ext uri="{FF2B5EF4-FFF2-40B4-BE49-F238E27FC236}">
                  <a16:creationId xmlns:a16="http://schemas.microsoft.com/office/drawing/2014/main" id="{5C5374F6-C4FF-4FD2-8983-842A98F4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958"/>
              <a:ext cx="170" cy="400"/>
            </a:xfrm>
            <a:custGeom>
              <a:avLst/>
              <a:gdLst>
                <a:gd name="T0" fmla="*/ 0 w 68"/>
                <a:gd name="T1" fmla="*/ 2845 h 150"/>
                <a:gd name="T2" fmla="*/ 283 w 68"/>
                <a:gd name="T3" fmla="*/ 2253 h 150"/>
                <a:gd name="T4" fmla="*/ 425 w 68"/>
                <a:gd name="T5" fmla="*/ 1344 h 150"/>
                <a:gd name="T6" fmla="*/ 833 w 68"/>
                <a:gd name="T7" fmla="*/ 376 h 150"/>
                <a:gd name="T8" fmla="*/ 1063 w 68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50">
                  <a:moveTo>
                    <a:pt x="0" y="150"/>
                  </a:moveTo>
                  <a:cubicBezTo>
                    <a:pt x="7" y="139"/>
                    <a:pt x="14" y="132"/>
                    <a:pt x="18" y="119"/>
                  </a:cubicBezTo>
                  <a:cubicBezTo>
                    <a:pt x="23" y="103"/>
                    <a:pt x="23" y="87"/>
                    <a:pt x="27" y="71"/>
                  </a:cubicBezTo>
                  <a:cubicBezTo>
                    <a:pt x="31" y="52"/>
                    <a:pt x="41" y="36"/>
                    <a:pt x="53" y="20"/>
                  </a:cubicBezTo>
                  <a:cubicBezTo>
                    <a:pt x="59" y="13"/>
                    <a:pt x="64" y="7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7" name="Freeform 809">
              <a:extLst>
                <a:ext uri="{FF2B5EF4-FFF2-40B4-BE49-F238E27FC236}">
                  <a16:creationId xmlns:a16="http://schemas.microsoft.com/office/drawing/2014/main" id="{FA1760CD-8B98-405E-841B-F55420ED1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926"/>
              <a:ext cx="15" cy="232"/>
            </a:xfrm>
            <a:custGeom>
              <a:avLst/>
              <a:gdLst>
                <a:gd name="T0" fmla="*/ 50 w 6"/>
                <a:gd name="T1" fmla="*/ 1651 h 87"/>
                <a:gd name="T2" fmla="*/ 95 w 6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7">
                  <a:moveTo>
                    <a:pt x="3" y="87"/>
                  </a:moveTo>
                  <a:cubicBezTo>
                    <a:pt x="3" y="59"/>
                    <a:pt x="0" y="27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8" name="Freeform 810">
              <a:extLst>
                <a:ext uri="{FF2B5EF4-FFF2-40B4-BE49-F238E27FC236}">
                  <a16:creationId xmlns:a16="http://schemas.microsoft.com/office/drawing/2014/main" id="{7983CF22-1A6C-4ADB-AB0C-05A76A779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961"/>
              <a:ext cx="178" cy="312"/>
            </a:xfrm>
            <a:custGeom>
              <a:avLst/>
              <a:gdLst>
                <a:gd name="T0" fmla="*/ 0 w 71"/>
                <a:gd name="T1" fmla="*/ 2219 h 117"/>
                <a:gd name="T2" fmla="*/ 679 w 71"/>
                <a:gd name="T3" fmla="*/ 989 h 117"/>
                <a:gd name="T4" fmla="*/ 993 w 71"/>
                <a:gd name="T5" fmla="*/ 477 h 117"/>
                <a:gd name="T6" fmla="*/ 1118 w 71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17">
                  <a:moveTo>
                    <a:pt x="0" y="117"/>
                  </a:moveTo>
                  <a:cubicBezTo>
                    <a:pt x="7" y="92"/>
                    <a:pt x="26" y="70"/>
                    <a:pt x="43" y="52"/>
                  </a:cubicBezTo>
                  <a:cubicBezTo>
                    <a:pt x="51" y="44"/>
                    <a:pt x="59" y="35"/>
                    <a:pt x="63" y="25"/>
                  </a:cubicBezTo>
                  <a:cubicBezTo>
                    <a:pt x="67" y="17"/>
                    <a:pt x="67" y="7"/>
                    <a:pt x="71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9" name="Freeform 811">
              <a:extLst>
                <a:ext uri="{FF2B5EF4-FFF2-40B4-BE49-F238E27FC236}">
                  <a16:creationId xmlns:a16="http://schemas.microsoft.com/office/drawing/2014/main" id="{49C30A94-9D46-4AEB-BFCA-5FCED511A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945"/>
              <a:ext cx="43" cy="202"/>
            </a:xfrm>
            <a:custGeom>
              <a:avLst/>
              <a:gdLst>
                <a:gd name="T0" fmla="*/ 33 w 17"/>
                <a:gd name="T1" fmla="*/ 0 h 76"/>
                <a:gd name="T2" fmla="*/ 51 w 17"/>
                <a:gd name="T3" fmla="*/ 734 h 76"/>
                <a:gd name="T4" fmla="*/ 255 w 17"/>
                <a:gd name="T5" fmla="*/ 142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6">
                  <a:moveTo>
                    <a:pt x="2" y="0"/>
                  </a:moveTo>
                  <a:cubicBezTo>
                    <a:pt x="1" y="13"/>
                    <a:pt x="0" y="26"/>
                    <a:pt x="3" y="39"/>
                  </a:cubicBezTo>
                  <a:cubicBezTo>
                    <a:pt x="7" y="52"/>
                    <a:pt x="17" y="61"/>
                    <a:pt x="16" y="76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0" name="Freeform 812">
              <a:extLst>
                <a:ext uri="{FF2B5EF4-FFF2-40B4-BE49-F238E27FC236}">
                  <a16:creationId xmlns:a16="http://schemas.microsoft.com/office/drawing/2014/main" id="{8C976898-D598-4BDF-B85C-CCF31C20B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915"/>
              <a:ext cx="215" cy="438"/>
            </a:xfrm>
            <a:custGeom>
              <a:avLst/>
              <a:gdLst>
                <a:gd name="T0" fmla="*/ 0 w 86"/>
                <a:gd name="T1" fmla="*/ 0 h 164"/>
                <a:gd name="T2" fmla="*/ 188 w 86"/>
                <a:gd name="T3" fmla="*/ 115 h 164"/>
                <a:gd name="T4" fmla="*/ 488 w 86"/>
                <a:gd name="T5" fmla="*/ 534 h 164"/>
                <a:gd name="T6" fmla="*/ 750 w 86"/>
                <a:gd name="T7" fmla="*/ 1768 h 164"/>
                <a:gd name="T8" fmla="*/ 1033 w 86"/>
                <a:gd name="T9" fmla="*/ 2703 h 164"/>
                <a:gd name="T10" fmla="*/ 1345 w 86"/>
                <a:gd name="T11" fmla="*/ 3125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64">
                  <a:moveTo>
                    <a:pt x="0" y="0"/>
                  </a:moveTo>
                  <a:cubicBezTo>
                    <a:pt x="3" y="3"/>
                    <a:pt x="8" y="4"/>
                    <a:pt x="12" y="6"/>
                  </a:cubicBezTo>
                  <a:cubicBezTo>
                    <a:pt x="19" y="11"/>
                    <a:pt x="26" y="20"/>
                    <a:pt x="31" y="28"/>
                  </a:cubicBezTo>
                  <a:cubicBezTo>
                    <a:pt x="41" y="48"/>
                    <a:pt x="43" y="72"/>
                    <a:pt x="48" y="93"/>
                  </a:cubicBezTo>
                  <a:cubicBezTo>
                    <a:pt x="53" y="110"/>
                    <a:pt x="58" y="127"/>
                    <a:pt x="66" y="142"/>
                  </a:cubicBezTo>
                  <a:cubicBezTo>
                    <a:pt x="71" y="152"/>
                    <a:pt x="80" y="156"/>
                    <a:pt x="86" y="164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1" name="Freeform 813">
              <a:extLst>
                <a:ext uri="{FF2B5EF4-FFF2-40B4-BE49-F238E27FC236}">
                  <a16:creationId xmlns:a16="http://schemas.microsoft.com/office/drawing/2014/main" id="{D1150865-1B36-4627-AF6C-DE5033C67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910"/>
              <a:ext cx="80" cy="299"/>
            </a:xfrm>
            <a:custGeom>
              <a:avLst/>
              <a:gdLst>
                <a:gd name="T0" fmla="*/ 0 w 32"/>
                <a:gd name="T1" fmla="*/ 0 h 112"/>
                <a:gd name="T2" fmla="*/ 313 w 32"/>
                <a:gd name="T3" fmla="*/ 948 h 112"/>
                <a:gd name="T4" fmla="*/ 500 w 32"/>
                <a:gd name="T5" fmla="*/ 213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12">
                  <a:moveTo>
                    <a:pt x="0" y="0"/>
                  </a:moveTo>
                  <a:cubicBezTo>
                    <a:pt x="15" y="14"/>
                    <a:pt x="18" y="31"/>
                    <a:pt x="20" y="50"/>
                  </a:cubicBezTo>
                  <a:cubicBezTo>
                    <a:pt x="23" y="72"/>
                    <a:pt x="24" y="91"/>
                    <a:pt x="32" y="112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2" name="Freeform 814">
              <a:extLst>
                <a:ext uri="{FF2B5EF4-FFF2-40B4-BE49-F238E27FC236}">
                  <a16:creationId xmlns:a16="http://schemas.microsoft.com/office/drawing/2014/main" id="{7F64033C-6644-4924-8736-C2FBBAAE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953"/>
              <a:ext cx="80" cy="136"/>
            </a:xfrm>
            <a:custGeom>
              <a:avLst/>
              <a:gdLst>
                <a:gd name="T0" fmla="*/ 500 w 32"/>
                <a:gd name="T1" fmla="*/ 968 h 51"/>
                <a:gd name="T2" fmla="*/ 270 w 32"/>
                <a:gd name="T3" fmla="*/ 456 h 51"/>
                <a:gd name="T4" fmla="*/ 0 w 32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1">
                  <a:moveTo>
                    <a:pt x="32" y="51"/>
                  </a:moveTo>
                  <a:cubicBezTo>
                    <a:pt x="26" y="43"/>
                    <a:pt x="25" y="32"/>
                    <a:pt x="17" y="24"/>
                  </a:cubicBezTo>
                  <a:cubicBezTo>
                    <a:pt x="9" y="16"/>
                    <a:pt x="4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3" name="Freeform 815">
              <a:extLst>
                <a:ext uri="{FF2B5EF4-FFF2-40B4-BE49-F238E27FC236}">
                  <a16:creationId xmlns:a16="http://schemas.microsoft.com/office/drawing/2014/main" id="{626BD56A-2016-46D9-B066-330F5D83A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990"/>
              <a:ext cx="195" cy="288"/>
            </a:xfrm>
            <a:custGeom>
              <a:avLst/>
              <a:gdLst>
                <a:gd name="T0" fmla="*/ 1220 w 78"/>
                <a:gd name="T1" fmla="*/ 2048 h 108"/>
                <a:gd name="T2" fmla="*/ 658 w 78"/>
                <a:gd name="T3" fmla="*/ 875 h 108"/>
                <a:gd name="T4" fmla="*/ 0 w 78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08">
                  <a:moveTo>
                    <a:pt x="78" y="108"/>
                  </a:moveTo>
                  <a:cubicBezTo>
                    <a:pt x="72" y="89"/>
                    <a:pt x="50" y="68"/>
                    <a:pt x="42" y="46"/>
                  </a:cubicBezTo>
                  <a:cubicBezTo>
                    <a:pt x="34" y="23"/>
                    <a:pt x="9" y="2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4" name="Freeform 816">
              <a:extLst>
                <a:ext uri="{FF2B5EF4-FFF2-40B4-BE49-F238E27FC236}">
                  <a16:creationId xmlns:a16="http://schemas.microsoft.com/office/drawing/2014/main" id="{EEB54B62-D6E3-46DE-8A93-3C14BEEC7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289"/>
              <a:ext cx="70" cy="69"/>
            </a:xfrm>
            <a:custGeom>
              <a:avLst/>
              <a:gdLst>
                <a:gd name="T0" fmla="*/ 438 w 28"/>
                <a:gd name="T1" fmla="*/ 486 h 26"/>
                <a:gd name="T2" fmla="*/ 20 w 2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6">
                  <a:moveTo>
                    <a:pt x="28" y="26"/>
                  </a:moveTo>
                  <a:cubicBezTo>
                    <a:pt x="15" y="25"/>
                    <a:pt x="0" y="14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5" name="Freeform 817">
              <a:extLst>
                <a:ext uri="{FF2B5EF4-FFF2-40B4-BE49-F238E27FC236}">
                  <a16:creationId xmlns:a16="http://schemas.microsoft.com/office/drawing/2014/main" id="{5365E6D8-5BD7-4D25-A550-0C9B9F2AD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249"/>
              <a:ext cx="293" cy="122"/>
            </a:xfrm>
            <a:custGeom>
              <a:avLst/>
              <a:gdLst>
                <a:gd name="T0" fmla="*/ 1838 w 117"/>
                <a:gd name="T1" fmla="*/ 859 h 46"/>
                <a:gd name="T2" fmla="*/ 866 w 117"/>
                <a:gd name="T3" fmla="*/ 294 h 46"/>
                <a:gd name="T4" fmla="*/ 346 w 117"/>
                <a:gd name="T5" fmla="*/ 191 h 46"/>
                <a:gd name="T6" fmla="*/ 0 w 117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46">
                  <a:moveTo>
                    <a:pt x="117" y="46"/>
                  </a:moveTo>
                  <a:cubicBezTo>
                    <a:pt x="94" y="38"/>
                    <a:pt x="77" y="27"/>
                    <a:pt x="55" y="16"/>
                  </a:cubicBezTo>
                  <a:cubicBezTo>
                    <a:pt x="45" y="12"/>
                    <a:pt x="34" y="9"/>
                    <a:pt x="22" y="10"/>
                  </a:cubicBezTo>
                  <a:cubicBezTo>
                    <a:pt x="14" y="10"/>
                    <a:pt x="3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6" name="Freeform 818">
              <a:extLst>
                <a:ext uri="{FF2B5EF4-FFF2-40B4-BE49-F238E27FC236}">
                  <a16:creationId xmlns:a16="http://schemas.microsoft.com/office/drawing/2014/main" id="{D9FADB7E-ED6F-4220-A623-7439FD432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302"/>
              <a:ext cx="185" cy="45"/>
            </a:xfrm>
            <a:custGeom>
              <a:avLst/>
              <a:gdLst>
                <a:gd name="T0" fmla="*/ 1158 w 74"/>
                <a:gd name="T1" fmla="*/ 132 h 17"/>
                <a:gd name="T2" fmla="*/ 583 w 74"/>
                <a:gd name="T3" fmla="*/ 56 h 17"/>
                <a:gd name="T4" fmla="*/ 0 w 74"/>
                <a:gd name="T5" fmla="*/ 29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7">
                  <a:moveTo>
                    <a:pt x="74" y="7"/>
                  </a:moveTo>
                  <a:cubicBezTo>
                    <a:pt x="62" y="3"/>
                    <a:pt x="49" y="0"/>
                    <a:pt x="37" y="3"/>
                  </a:cubicBezTo>
                  <a:cubicBezTo>
                    <a:pt x="26" y="6"/>
                    <a:pt x="12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7" name="Freeform 819">
              <a:extLst>
                <a:ext uri="{FF2B5EF4-FFF2-40B4-BE49-F238E27FC236}">
                  <a16:creationId xmlns:a16="http://schemas.microsoft.com/office/drawing/2014/main" id="{B8B95826-5F00-4E5D-A437-B0B1A5029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081"/>
              <a:ext cx="212" cy="237"/>
            </a:xfrm>
            <a:custGeom>
              <a:avLst/>
              <a:gdLst>
                <a:gd name="T0" fmla="*/ 0 w 85"/>
                <a:gd name="T1" fmla="*/ 0 h 89"/>
                <a:gd name="T2" fmla="*/ 529 w 85"/>
                <a:gd name="T3" fmla="*/ 375 h 89"/>
                <a:gd name="T4" fmla="*/ 870 w 85"/>
                <a:gd name="T5" fmla="*/ 1057 h 89"/>
                <a:gd name="T6" fmla="*/ 1319 w 85"/>
                <a:gd name="T7" fmla="*/ 168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89">
                  <a:moveTo>
                    <a:pt x="0" y="0"/>
                  </a:moveTo>
                  <a:cubicBezTo>
                    <a:pt x="13" y="6"/>
                    <a:pt x="24" y="9"/>
                    <a:pt x="34" y="20"/>
                  </a:cubicBezTo>
                  <a:cubicBezTo>
                    <a:pt x="43" y="31"/>
                    <a:pt x="49" y="44"/>
                    <a:pt x="56" y="56"/>
                  </a:cubicBezTo>
                  <a:cubicBezTo>
                    <a:pt x="61" y="64"/>
                    <a:pt x="73" y="88"/>
                    <a:pt x="85" y="89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8" name="Freeform 820">
              <a:extLst>
                <a:ext uri="{FF2B5EF4-FFF2-40B4-BE49-F238E27FC236}">
                  <a16:creationId xmlns:a16="http://schemas.microsoft.com/office/drawing/2014/main" id="{47315267-0BB2-402A-A1CC-948363F78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030"/>
              <a:ext cx="82" cy="267"/>
            </a:xfrm>
            <a:custGeom>
              <a:avLst/>
              <a:gdLst>
                <a:gd name="T0" fmla="*/ 507 w 33"/>
                <a:gd name="T1" fmla="*/ 1904 h 100"/>
                <a:gd name="T2" fmla="*/ 186 w 33"/>
                <a:gd name="T3" fmla="*/ 833 h 100"/>
                <a:gd name="T4" fmla="*/ 0 w 3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00">
                  <a:moveTo>
                    <a:pt x="33" y="100"/>
                  </a:moveTo>
                  <a:cubicBezTo>
                    <a:pt x="20" y="85"/>
                    <a:pt x="13" y="63"/>
                    <a:pt x="12" y="44"/>
                  </a:cubicBezTo>
                  <a:cubicBezTo>
                    <a:pt x="11" y="27"/>
                    <a:pt x="8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9" name="Freeform 821">
              <a:extLst>
                <a:ext uri="{FF2B5EF4-FFF2-40B4-BE49-F238E27FC236}">
                  <a16:creationId xmlns:a16="http://schemas.microsoft.com/office/drawing/2014/main" id="{D25E0CDF-3618-414C-9243-05AE57C04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121"/>
              <a:ext cx="183" cy="120"/>
            </a:xfrm>
            <a:custGeom>
              <a:avLst/>
              <a:gdLst>
                <a:gd name="T0" fmla="*/ 0 w 73"/>
                <a:gd name="T1" fmla="*/ 192 h 45"/>
                <a:gd name="T2" fmla="*/ 1151 w 73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45">
                  <a:moveTo>
                    <a:pt x="0" y="10"/>
                  </a:moveTo>
                  <a:cubicBezTo>
                    <a:pt x="32" y="0"/>
                    <a:pt x="46" y="41"/>
                    <a:pt x="73" y="45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0" name="Freeform 822">
              <a:extLst>
                <a:ext uri="{FF2B5EF4-FFF2-40B4-BE49-F238E27FC236}">
                  <a16:creationId xmlns:a16="http://schemas.microsoft.com/office/drawing/2014/main" id="{D7438ACC-07FC-47F0-BB41-831673233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441"/>
              <a:ext cx="198" cy="133"/>
            </a:xfrm>
            <a:custGeom>
              <a:avLst/>
              <a:gdLst>
                <a:gd name="T0" fmla="*/ 1243 w 79"/>
                <a:gd name="T1" fmla="*/ 77 h 50"/>
                <a:gd name="T2" fmla="*/ 597 w 79"/>
                <a:gd name="T3" fmla="*/ 489 h 50"/>
                <a:gd name="T4" fmla="*/ 0 w 79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0">
                  <a:moveTo>
                    <a:pt x="79" y="4"/>
                  </a:moveTo>
                  <a:cubicBezTo>
                    <a:pt x="62" y="0"/>
                    <a:pt x="48" y="14"/>
                    <a:pt x="38" y="26"/>
                  </a:cubicBezTo>
                  <a:cubicBezTo>
                    <a:pt x="26" y="38"/>
                    <a:pt x="16" y="46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1" name="Freeform 823">
              <a:extLst>
                <a:ext uri="{FF2B5EF4-FFF2-40B4-BE49-F238E27FC236}">
                  <a16:creationId xmlns:a16="http://schemas.microsoft.com/office/drawing/2014/main" id="{B174DF70-B5EB-4D34-B406-031DC23DE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451"/>
              <a:ext cx="218" cy="32"/>
            </a:xfrm>
            <a:custGeom>
              <a:avLst/>
              <a:gdLst>
                <a:gd name="T0" fmla="*/ 1368 w 87"/>
                <a:gd name="T1" fmla="*/ 115 h 12"/>
                <a:gd name="T2" fmla="*/ 754 w 87"/>
                <a:gd name="T3" fmla="*/ 205 h 12"/>
                <a:gd name="T4" fmla="*/ 0 w 8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">
                  <a:moveTo>
                    <a:pt x="87" y="6"/>
                  </a:moveTo>
                  <a:cubicBezTo>
                    <a:pt x="79" y="1"/>
                    <a:pt x="58" y="11"/>
                    <a:pt x="48" y="11"/>
                  </a:cubicBezTo>
                  <a:cubicBezTo>
                    <a:pt x="29" y="12"/>
                    <a:pt x="18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2" name="Freeform 824">
              <a:extLst>
                <a:ext uri="{FF2B5EF4-FFF2-40B4-BE49-F238E27FC236}">
                  <a16:creationId xmlns:a16="http://schemas.microsoft.com/office/drawing/2014/main" id="{636C96F4-7C7E-46C0-857A-93F53609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515"/>
              <a:ext cx="152" cy="158"/>
            </a:xfrm>
            <a:custGeom>
              <a:avLst/>
              <a:gdLst>
                <a:gd name="T0" fmla="*/ 944 w 61"/>
                <a:gd name="T1" fmla="*/ 21 h 59"/>
                <a:gd name="T2" fmla="*/ 603 w 61"/>
                <a:gd name="T3" fmla="*/ 479 h 59"/>
                <a:gd name="T4" fmla="*/ 292 w 61"/>
                <a:gd name="T5" fmla="*/ 790 h 59"/>
                <a:gd name="T6" fmla="*/ 0 w 61"/>
                <a:gd name="T7" fmla="*/ 1133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9">
                  <a:moveTo>
                    <a:pt x="61" y="1"/>
                  </a:moveTo>
                  <a:cubicBezTo>
                    <a:pt x="53" y="0"/>
                    <a:pt x="44" y="20"/>
                    <a:pt x="39" y="25"/>
                  </a:cubicBezTo>
                  <a:cubicBezTo>
                    <a:pt x="33" y="31"/>
                    <a:pt x="27" y="37"/>
                    <a:pt x="19" y="41"/>
                  </a:cubicBezTo>
                  <a:cubicBezTo>
                    <a:pt x="10" y="46"/>
                    <a:pt x="3" y="50"/>
                    <a:pt x="0" y="59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3" name="Freeform 825">
              <a:extLst>
                <a:ext uri="{FF2B5EF4-FFF2-40B4-BE49-F238E27FC236}">
                  <a16:creationId xmlns:a16="http://schemas.microsoft.com/office/drawing/2014/main" id="{769C4B39-2ABF-4085-B972-2FD77DA6A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478"/>
              <a:ext cx="115" cy="227"/>
            </a:xfrm>
            <a:custGeom>
              <a:avLst/>
              <a:gdLst>
                <a:gd name="T0" fmla="*/ 0 w 46"/>
                <a:gd name="T1" fmla="*/ 0 h 85"/>
                <a:gd name="T2" fmla="*/ 500 w 46"/>
                <a:gd name="T3" fmla="*/ 820 h 85"/>
                <a:gd name="T4" fmla="*/ 720 w 46"/>
                <a:gd name="T5" fmla="*/ 161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85">
                  <a:moveTo>
                    <a:pt x="0" y="0"/>
                  </a:moveTo>
                  <a:cubicBezTo>
                    <a:pt x="6" y="17"/>
                    <a:pt x="22" y="29"/>
                    <a:pt x="32" y="43"/>
                  </a:cubicBezTo>
                  <a:cubicBezTo>
                    <a:pt x="42" y="57"/>
                    <a:pt x="41" y="70"/>
                    <a:pt x="46" y="85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4" name="Freeform 826">
              <a:extLst>
                <a:ext uri="{FF2B5EF4-FFF2-40B4-BE49-F238E27FC236}">
                  <a16:creationId xmlns:a16="http://schemas.microsoft.com/office/drawing/2014/main" id="{FE0DB3F0-67B1-4117-9F21-BE0C4AFBC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523"/>
              <a:ext cx="105" cy="59"/>
            </a:xfrm>
            <a:custGeom>
              <a:avLst/>
              <a:gdLst>
                <a:gd name="T0" fmla="*/ 0 w 42"/>
                <a:gd name="T1" fmla="*/ 0 h 22"/>
                <a:gd name="T2" fmla="*/ 395 w 42"/>
                <a:gd name="T3" fmla="*/ 287 h 22"/>
                <a:gd name="T4" fmla="*/ 658 w 42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cubicBezTo>
                    <a:pt x="8" y="8"/>
                    <a:pt x="14" y="12"/>
                    <a:pt x="25" y="15"/>
                  </a:cubicBezTo>
                  <a:cubicBezTo>
                    <a:pt x="31" y="16"/>
                    <a:pt x="36" y="17"/>
                    <a:pt x="42" y="22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5" name="Freeform 827">
              <a:extLst>
                <a:ext uri="{FF2B5EF4-FFF2-40B4-BE49-F238E27FC236}">
                  <a16:creationId xmlns:a16="http://schemas.microsoft.com/office/drawing/2014/main" id="{8B147052-8015-4597-A383-6E884A61C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558"/>
              <a:ext cx="73" cy="181"/>
            </a:xfrm>
            <a:custGeom>
              <a:avLst/>
              <a:gdLst>
                <a:gd name="T0" fmla="*/ 0 w 29"/>
                <a:gd name="T1" fmla="*/ 0 h 68"/>
                <a:gd name="T2" fmla="*/ 430 w 29"/>
                <a:gd name="T3" fmla="*/ 1283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68">
                  <a:moveTo>
                    <a:pt x="0" y="0"/>
                  </a:moveTo>
                  <a:cubicBezTo>
                    <a:pt x="5" y="23"/>
                    <a:pt x="29" y="43"/>
                    <a:pt x="27" y="68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6" name="Freeform 828">
              <a:extLst>
                <a:ext uri="{FF2B5EF4-FFF2-40B4-BE49-F238E27FC236}">
                  <a16:creationId xmlns:a16="http://schemas.microsoft.com/office/drawing/2014/main" id="{7272E15C-F71E-4DD3-BBBC-C40EF67AC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606"/>
              <a:ext cx="27" cy="109"/>
            </a:xfrm>
            <a:custGeom>
              <a:avLst/>
              <a:gdLst>
                <a:gd name="T0" fmla="*/ 103 w 11"/>
                <a:gd name="T1" fmla="*/ 0 h 41"/>
                <a:gd name="T2" fmla="*/ 12 w 11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7" y="0"/>
                  </a:moveTo>
                  <a:cubicBezTo>
                    <a:pt x="11" y="16"/>
                    <a:pt x="0" y="26"/>
                    <a:pt x="1" y="4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7" name="Freeform 829">
              <a:extLst>
                <a:ext uri="{FF2B5EF4-FFF2-40B4-BE49-F238E27FC236}">
                  <a16:creationId xmlns:a16="http://schemas.microsoft.com/office/drawing/2014/main" id="{E780B425-B462-4F38-B22C-3EF3BE204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483"/>
              <a:ext cx="100" cy="214"/>
            </a:xfrm>
            <a:custGeom>
              <a:avLst/>
              <a:gdLst>
                <a:gd name="T0" fmla="*/ 625 w 40"/>
                <a:gd name="T1" fmla="*/ 0 h 80"/>
                <a:gd name="T2" fmla="*/ 238 w 40"/>
                <a:gd name="T3" fmla="*/ 744 h 80"/>
                <a:gd name="T4" fmla="*/ 20 w 40"/>
                <a:gd name="T5" fmla="*/ 153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0">
                  <a:moveTo>
                    <a:pt x="40" y="0"/>
                  </a:moveTo>
                  <a:cubicBezTo>
                    <a:pt x="23" y="5"/>
                    <a:pt x="20" y="22"/>
                    <a:pt x="15" y="39"/>
                  </a:cubicBezTo>
                  <a:cubicBezTo>
                    <a:pt x="11" y="50"/>
                    <a:pt x="0" y="67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8" name="Freeform 830">
              <a:extLst>
                <a:ext uri="{FF2B5EF4-FFF2-40B4-BE49-F238E27FC236}">
                  <a16:creationId xmlns:a16="http://schemas.microsoft.com/office/drawing/2014/main" id="{550DCD6E-D8A1-4F4D-80FF-5C43EB902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502"/>
              <a:ext cx="60" cy="35"/>
            </a:xfrm>
            <a:custGeom>
              <a:avLst/>
              <a:gdLst>
                <a:gd name="T0" fmla="*/ 375 w 24"/>
                <a:gd name="T1" fmla="*/ 0 h 13"/>
                <a:gd name="T2" fmla="*/ 0 w 2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15" y="7"/>
                    <a:pt x="12" y="12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9" name="Freeform 831">
              <a:extLst>
                <a:ext uri="{FF2B5EF4-FFF2-40B4-BE49-F238E27FC236}">
                  <a16:creationId xmlns:a16="http://schemas.microsoft.com/office/drawing/2014/main" id="{49D4A2BE-789A-4384-8565-2D670E07C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622"/>
              <a:ext cx="105" cy="149"/>
            </a:xfrm>
            <a:custGeom>
              <a:avLst/>
              <a:gdLst>
                <a:gd name="T0" fmla="*/ 658 w 42"/>
                <a:gd name="T1" fmla="*/ 0 h 56"/>
                <a:gd name="T2" fmla="*/ 520 w 42"/>
                <a:gd name="T3" fmla="*/ 205 h 56"/>
                <a:gd name="T4" fmla="*/ 375 w 42"/>
                <a:gd name="T5" fmla="*/ 657 h 56"/>
                <a:gd name="T6" fmla="*/ 0 w 42"/>
                <a:gd name="T7" fmla="*/ 105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6">
                  <a:moveTo>
                    <a:pt x="42" y="0"/>
                  </a:moveTo>
                  <a:cubicBezTo>
                    <a:pt x="41" y="4"/>
                    <a:pt x="36" y="6"/>
                    <a:pt x="33" y="11"/>
                  </a:cubicBezTo>
                  <a:cubicBezTo>
                    <a:pt x="29" y="18"/>
                    <a:pt x="29" y="27"/>
                    <a:pt x="24" y="35"/>
                  </a:cubicBezTo>
                  <a:cubicBezTo>
                    <a:pt x="20" y="41"/>
                    <a:pt x="7" y="53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0" name="Freeform 832">
              <a:extLst>
                <a:ext uri="{FF2B5EF4-FFF2-40B4-BE49-F238E27FC236}">
                  <a16:creationId xmlns:a16="http://schemas.microsoft.com/office/drawing/2014/main" id="{37A5E4C7-FE31-40A6-B39D-2BC2B772D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614"/>
              <a:ext cx="28" cy="152"/>
            </a:xfrm>
            <a:custGeom>
              <a:avLst/>
              <a:gdLst>
                <a:gd name="T0" fmla="*/ 181 w 11"/>
                <a:gd name="T1" fmla="*/ 0 h 57"/>
                <a:gd name="T2" fmla="*/ 33 w 11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7">
                  <a:moveTo>
                    <a:pt x="11" y="0"/>
                  </a:moveTo>
                  <a:cubicBezTo>
                    <a:pt x="0" y="15"/>
                    <a:pt x="6" y="39"/>
                    <a:pt x="2" y="5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1" name="Freeform 833">
              <a:extLst>
                <a:ext uri="{FF2B5EF4-FFF2-40B4-BE49-F238E27FC236}">
                  <a16:creationId xmlns:a16="http://schemas.microsoft.com/office/drawing/2014/main" id="{589002B7-2626-45F8-B466-73679D314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662"/>
              <a:ext cx="47" cy="56"/>
            </a:xfrm>
            <a:custGeom>
              <a:avLst/>
              <a:gdLst>
                <a:gd name="T0" fmla="*/ 62 w 19"/>
                <a:gd name="T1" fmla="*/ 0 h 21"/>
                <a:gd name="T2" fmla="*/ 287 w 19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1">
                  <a:moveTo>
                    <a:pt x="4" y="0"/>
                  </a:moveTo>
                  <a:cubicBezTo>
                    <a:pt x="0" y="11"/>
                    <a:pt x="14" y="14"/>
                    <a:pt x="19" y="2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2" name="Freeform 834">
              <a:extLst>
                <a:ext uri="{FF2B5EF4-FFF2-40B4-BE49-F238E27FC236}">
                  <a16:creationId xmlns:a16="http://schemas.microsoft.com/office/drawing/2014/main" id="{897A4738-8912-4B96-95D9-0AAFD234B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446"/>
              <a:ext cx="246" cy="88"/>
            </a:xfrm>
            <a:custGeom>
              <a:avLst/>
              <a:gdLst>
                <a:gd name="T0" fmla="*/ 0 w 98"/>
                <a:gd name="T1" fmla="*/ 0 h 33"/>
                <a:gd name="T2" fmla="*/ 951 w 98"/>
                <a:gd name="T3" fmla="*/ 376 h 33"/>
                <a:gd name="T4" fmla="*/ 1551 w 98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33">
                  <a:moveTo>
                    <a:pt x="0" y="0"/>
                  </a:moveTo>
                  <a:cubicBezTo>
                    <a:pt x="10" y="17"/>
                    <a:pt x="43" y="17"/>
                    <a:pt x="60" y="20"/>
                  </a:cubicBezTo>
                  <a:cubicBezTo>
                    <a:pt x="74" y="22"/>
                    <a:pt x="85" y="30"/>
                    <a:pt x="98" y="33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3" name="Freeform 835">
              <a:extLst>
                <a:ext uri="{FF2B5EF4-FFF2-40B4-BE49-F238E27FC236}">
                  <a16:creationId xmlns:a16="http://schemas.microsoft.com/office/drawing/2014/main" id="{23DB0A17-8268-48A6-97D2-5A659AB44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499"/>
              <a:ext cx="203" cy="91"/>
            </a:xfrm>
            <a:custGeom>
              <a:avLst/>
              <a:gdLst>
                <a:gd name="T0" fmla="*/ 0 w 81"/>
                <a:gd name="T1" fmla="*/ 0 h 34"/>
                <a:gd name="T2" fmla="*/ 692 w 81"/>
                <a:gd name="T3" fmla="*/ 559 h 34"/>
                <a:gd name="T4" fmla="*/ 1276 w 81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34">
                  <a:moveTo>
                    <a:pt x="0" y="0"/>
                  </a:moveTo>
                  <a:cubicBezTo>
                    <a:pt x="16" y="10"/>
                    <a:pt x="24" y="24"/>
                    <a:pt x="44" y="29"/>
                  </a:cubicBezTo>
                  <a:cubicBezTo>
                    <a:pt x="56" y="32"/>
                    <a:pt x="69" y="28"/>
                    <a:pt x="81" y="34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4" name="Freeform 836">
              <a:extLst>
                <a:ext uri="{FF2B5EF4-FFF2-40B4-BE49-F238E27FC236}">
                  <a16:creationId xmlns:a16="http://schemas.microsoft.com/office/drawing/2014/main" id="{850059DD-AC0C-4676-BEC3-6E54F43DF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537"/>
              <a:ext cx="92" cy="112"/>
            </a:xfrm>
            <a:custGeom>
              <a:avLst/>
              <a:gdLst>
                <a:gd name="T0" fmla="*/ 0 w 37"/>
                <a:gd name="T1" fmla="*/ 0 h 42"/>
                <a:gd name="T2" fmla="*/ 278 w 37"/>
                <a:gd name="T3" fmla="*/ 477 h 42"/>
                <a:gd name="T4" fmla="*/ 569 w 37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2">
                  <a:moveTo>
                    <a:pt x="0" y="0"/>
                  </a:moveTo>
                  <a:cubicBezTo>
                    <a:pt x="9" y="4"/>
                    <a:pt x="12" y="18"/>
                    <a:pt x="18" y="25"/>
                  </a:cubicBezTo>
                  <a:cubicBezTo>
                    <a:pt x="24" y="31"/>
                    <a:pt x="32" y="35"/>
                    <a:pt x="37" y="42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5" name="Freeform 837">
              <a:extLst>
                <a:ext uri="{FF2B5EF4-FFF2-40B4-BE49-F238E27FC236}">
                  <a16:creationId xmlns:a16="http://schemas.microsoft.com/office/drawing/2014/main" id="{9310B0DE-5B12-484B-BD08-220A5679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110"/>
              <a:ext cx="193" cy="197"/>
            </a:xfrm>
            <a:custGeom>
              <a:avLst/>
              <a:gdLst>
                <a:gd name="T0" fmla="*/ 0 w 77"/>
                <a:gd name="T1" fmla="*/ 1190 h 74"/>
                <a:gd name="T2" fmla="*/ 647 w 77"/>
                <a:gd name="T3" fmla="*/ 644 h 74"/>
                <a:gd name="T4" fmla="*/ 1213 w 77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74">
                  <a:moveTo>
                    <a:pt x="0" y="63"/>
                  </a:moveTo>
                  <a:cubicBezTo>
                    <a:pt x="10" y="74"/>
                    <a:pt x="36" y="40"/>
                    <a:pt x="41" y="34"/>
                  </a:cubicBezTo>
                  <a:cubicBezTo>
                    <a:pt x="51" y="20"/>
                    <a:pt x="60" y="5"/>
                    <a:pt x="77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6" name="Freeform 838">
              <a:extLst>
                <a:ext uri="{FF2B5EF4-FFF2-40B4-BE49-F238E27FC236}">
                  <a16:creationId xmlns:a16="http://schemas.microsoft.com/office/drawing/2014/main" id="{768B0BFA-E695-48D6-ABD9-0C82B9D7B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030"/>
              <a:ext cx="86" cy="237"/>
            </a:xfrm>
            <a:custGeom>
              <a:avLst/>
              <a:gdLst>
                <a:gd name="T0" fmla="*/ 0 w 34"/>
                <a:gd name="T1" fmla="*/ 1680 h 89"/>
                <a:gd name="T2" fmla="*/ 180 w 34"/>
                <a:gd name="T3" fmla="*/ 1249 h 89"/>
                <a:gd name="T4" fmla="*/ 359 w 34"/>
                <a:gd name="T5" fmla="*/ 511 h 89"/>
                <a:gd name="T6" fmla="*/ 551 w 34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9">
                  <a:moveTo>
                    <a:pt x="0" y="89"/>
                  </a:moveTo>
                  <a:cubicBezTo>
                    <a:pt x="7" y="84"/>
                    <a:pt x="9" y="74"/>
                    <a:pt x="11" y="66"/>
                  </a:cubicBezTo>
                  <a:cubicBezTo>
                    <a:pt x="14" y="52"/>
                    <a:pt x="17" y="40"/>
                    <a:pt x="22" y="27"/>
                  </a:cubicBezTo>
                  <a:cubicBezTo>
                    <a:pt x="25" y="19"/>
                    <a:pt x="27" y="6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7" name="Freeform 839">
              <a:extLst>
                <a:ext uri="{FF2B5EF4-FFF2-40B4-BE49-F238E27FC236}">
                  <a16:creationId xmlns:a16="http://schemas.microsoft.com/office/drawing/2014/main" id="{E7C991F8-354F-433A-BB89-732C068EF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073"/>
              <a:ext cx="70" cy="256"/>
            </a:xfrm>
            <a:custGeom>
              <a:avLst/>
              <a:gdLst>
                <a:gd name="T0" fmla="*/ 438 w 28"/>
                <a:gd name="T1" fmla="*/ 0 h 96"/>
                <a:gd name="T2" fmla="*/ 83 w 28"/>
                <a:gd name="T3" fmla="*/ 1045 h 96"/>
                <a:gd name="T4" fmla="*/ 63 w 28"/>
                <a:gd name="T5" fmla="*/ 1821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6">
                  <a:moveTo>
                    <a:pt x="28" y="0"/>
                  </a:moveTo>
                  <a:cubicBezTo>
                    <a:pt x="25" y="20"/>
                    <a:pt x="10" y="36"/>
                    <a:pt x="5" y="55"/>
                  </a:cubicBezTo>
                  <a:cubicBezTo>
                    <a:pt x="2" y="67"/>
                    <a:pt x="0" y="85"/>
                    <a:pt x="4" y="96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8" name="Freeform 840">
              <a:extLst>
                <a:ext uri="{FF2B5EF4-FFF2-40B4-BE49-F238E27FC236}">
                  <a16:creationId xmlns:a16="http://schemas.microsoft.com/office/drawing/2014/main" id="{853496A4-610F-4907-B207-BF613ABED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1974"/>
              <a:ext cx="722" cy="637"/>
            </a:xfrm>
            <a:custGeom>
              <a:avLst/>
              <a:gdLst>
                <a:gd name="T0" fmla="*/ 4507 w 289"/>
                <a:gd name="T1" fmla="*/ 2820 h 239"/>
                <a:gd name="T2" fmla="*/ 4037 w 289"/>
                <a:gd name="T3" fmla="*/ 2124 h 239"/>
                <a:gd name="T4" fmla="*/ 4100 w 289"/>
                <a:gd name="T5" fmla="*/ 944 h 239"/>
                <a:gd name="T6" fmla="*/ 4369 w 289"/>
                <a:gd name="T7" fmla="*/ 0 h 239"/>
                <a:gd name="T8" fmla="*/ 3962 w 289"/>
                <a:gd name="T9" fmla="*/ 797 h 239"/>
                <a:gd name="T10" fmla="*/ 3620 w 289"/>
                <a:gd name="T11" fmla="*/ 1135 h 239"/>
                <a:gd name="T12" fmla="*/ 3445 w 289"/>
                <a:gd name="T13" fmla="*/ 1839 h 239"/>
                <a:gd name="T14" fmla="*/ 2978 w 289"/>
                <a:gd name="T15" fmla="*/ 3025 h 239"/>
                <a:gd name="T16" fmla="*/ 2371 w 289"/>
                <a:gd name="T17" fmla="*/ 3012 h 239"/>
                <a:gd name="T18" fmla="*/ 2154 w 289"/>
                <a:gd name="T19" fmla="*/ 3012 h 239"/>
                <a:gd name="T20" fmla="*/ 1529 w 289"/>
                <a:gd name="T21" fmla="*/ 3025 h 239"/>
                <a:gd name="T22" fmla="*/ 1062 w 289"/>
                <a:gd name="T23" fmla="*/ 1839 h 239"/>
                <a:gd name="T24" fmla="*/ 887 w 289"/>
                <a:gd name="T25" fmla="*/ 1135 h 239"/>
                <a:gd name="T26" fmla="*/ 542 w 289"/>
                <a:gd name="T27" fmla="*/ 797 h 239"/>
                <a:gd name="T28" fmla="*/ 137 w 289"/>
                <a:gd name="T29" fmla="*/ 0 h 239"/>
                <a:gd name="T30" fmla="*/ 405 w 289"/>
                <a:gd name="T31" fmla="*/ 944 h 239"/>
                <a:gd name="T32" fmla="*/ 467 w 289"/>
                <a:gd name="T33" fmla="*/ 2124 h 239"/>
                <a:gd name="T34" fmla="*/ 0 w 289"/>
                <a:gd name="T35" fmla="*/ 2820 h 239"/>
                <a:gd name="T36" fmla="*/ 729 w 289"/>
                <a:gd name="T37" fmla="*/ 3617 h 239"/>
                <a:gd name="T38" fmla="*/ 999 w 289"/>
                <a:gd name="T39" fmla="*/ 4488 h 239"/>
                <a:gd name="T40" fmla="*/ 1417 w 289"/>
                <a:gd name="T41" fmla="*/ 3310 h 239"/>
                <a:gd name="T42" fmla="*/ 2134 w 289"/>
                <a:gd name="T43" fmla="*/ 3238 h 239"/>
                <a:gd name="T44" fmla="*/ 2371 w 289"/>
                <a:gd name="T45" fmla="*/ 3238 h 239"/>
                <a:gd name="T46" fmla="*/ 3090 w 289"/>
                <a:gd name="T47" fmla="*/ 3310 h 239"/>
                <a:gd name="T48" fmla="*/ 3508 w 289"/>
                <a:gd name="T49" fmla="*/ 4488 h 239"/>
                <a:gd name="T50" fmla="*/ 3775 w 289"/>
                <a:gd name="T51" fmla="*/ 3617 h 239"/>
                <a:gd name="T52" fmla="*/ 4507 w 289"/>
                <a:gd name="T53" fmla="*/ 2820 h 23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89" h="239">
                  <a:moveTo>
                    <a:pt x="289" y="149"/>
                  </a:moveTo>
                  <a:cubicBezTo>
                    <a:pt x="256" y="159"/>
                    <a:pt x="265" y="125"/>
                    <a:pt x="259" y="112"/>
                  </a:cubicBezTo>
                  <a:cubicBezTo>
                    <a:pt x="253" y="99"/>
                    <a:pt x="254" y="70"/>
                    <a:pt x="263" y="50"/>
                  </a:cubicBezTo>
                  <a:cubicBezTo>
                    <a:pt x="272" y="30"/>
                    <a:pt x="280" y="0"/>
                    <a:pt x="280" y="0"/>
                  </a:cubicBezTo>
                  <a:cubicBezTo>
                    <a:pt x="280" y="0"/>
                    <a:pt x="260" y="27"/>
                    <a:pt x="254" y="42"/>
                  </a:cubicBezTo>
                  <a:cubicBezTo>
                    <a:pt x="248" y="57"/>
                    <a:pt x="251" y="59"/>
                    <a:pt x="232" y="60"/>
                  </a:cubicBezTo>
                  <a:cubicBezTo>
                    <a:pt x="213" y="61"/>
                    <a:pt x="244" y="87"/>
                    <a:pt x="221" y="97"/>
                  </a:cubicBezTo>
                  <a:cubicBezTo>
                    <a:pt x="221" y="97"/>
                    <a:pt x="240" y="160"/>
                    <a:pt x="191" y="160"/>
                  </a:cubicBezTo>
                  <a:cubicBezTo>
                    <a:pt x="170" y="160"/>
                    <a:pt x="152" y="159"/>
                    <a:pt x="152" y="159"/>
                  </a:cubicBezTo>
                  <a:cubicBezTo>
                    <a:pt x="138" y="159"/>
                    <a:pt x="138" y="159"/>
                    <a:pt x="138" y="159"/>
                  </a:cubicBezTo>
                  <a:cubicBezTo>
                    <a:pt x="138" y="159"/>
                    <a:pt x="119" y="160"/>
                    <a:pt x="98" y="160"/>
                  </a:cubicBezTo>
                  <a:cubicBezTo>
                    <a:pt x="50" y="160"/>
                    <a:pt x="68" y="97"/>
                    <a:pt x="68" y="97"/>
                  </a:cubicBezTo>
                  <a:cubicBezTo>
                    <a:pt x="45" y="87"/>
                    <a:pt x="76" y="61"/>
                    <a:pt x="57" y="60"/>
                  </a:cubicBezTo>
                  <a:cubicBezTo>
                    <a:pt x="38" y="59"/>
                    <a:pt x="41" y="57"/>
                    <a:pt x="35" y="42"/>
                  </a:cubicBezTo>
                  <a:cubicBezTo>
                    <a:pt x="29" y="27"/>
                    <a:pt x="9" y="0"/>
                    <a:pt x="9" y="0"/>
                  </a:cubicBezTo>
                  <a:cubicBezTo>
                    <a:pt x="9" y="0"/>
                    <a:pt x="17" y="30"/>
                    <a:pt x="26" y="50"/>
                  </a:cubicBezTo>
                  <a:cubicBezTo>
                    <a:pt x="35" y="70"/>
                    <a:pt x="36" y="99"/>
                    <a:pt x="30" y="112"/>
                  </a:cubicBezTo>
                  <a:cubicBezTo>
                    <a:pt x="24" y="125"/>
                    <a:pt x="33" y="159"/>
                    <a:pt x="0" y="149"/>
                  </a:cubicBezTo>
                  <a:cubicBezTo>
                    <a:pt x="0" y="149"/>
                    <a:pt x="43" y="165"/>
                    <a:pt x="47" y="191"/>
                  </a:cubicBezTo>
                  <a:cubicBezTo>
                    <a:pt x="51" y="217"/>
                    <a:pt x="27" y="239"/>
                    <a:pt x="64" y="237"/>
                  </a:cubicBezTo>
                  <a:cubicBezTo>
                    <a:pt x="83" y="236"/>
                    <a:pt x="53" y="176"/>
                    <a:pt x="91" y="175"/>
                  </a:cubicBezTo>
                  <a:cubicBezTo>
                    <a:pt x="120" y="174"/>
                    <a:pt x="129" y="171"/>
                    <a:pt x="137" y="171"/>
                  </a:cubicBezTo>
                  <a:cubicBezTo>
                    <a:pt x="152" y="171"/>
                    <a:pt x="152" y="171"/>
                    <a:pt x="152" y="171"/>
                  </a:cubicBezTo>
                  <a:cubicBezTo>
                    <a:pt x="160" y="171"/>
                    <a:pt x="169" y="174"/>
                    <a:pt x="198" y="175"/>
                  </a:cubicBezTo>
                  <a:cubicBezTo>
                    <a:pt x="236" y="176"/>
                    <a:pt x="206" y="236"/>
                    <a:pt x="225" y="237"/>
                  </a:cubicBezTo>
                  <a:cubicBezTo>
                    <a:pt x="263" y="239"/>
                    <a:pt x="238" y="217"/>
                    <a:pt x="242" y="191"/>
                  </a:cubicBezTo>
                  <a:cubicBezTo>
                    <a:pt x="246" y="165"/>
                    <a:pt x="289" y="149"/>
                    <a:pt x="289" y="14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9" name="Freeform 841">
              <a:extLst>
                <a:ext uri="{FF2B5EF4-FFF2-40B4-BE49-F238E27FC236}">
                  <a16:creationId xmlns:a16="http://schemas.microsoft.com/office/drawing/2014/main" id="{46E74991-41A6-46F0-BBC0-528EF59ABC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3" y="1809"/>
              <a:ext cx="1380" cy="1066"/>
            </a:xfrm>
            <a:custGeom>
              <a:avLst/>
              <a:gdLst>
                <a:gd name="T0" fmla="*/ 7583 w 552"/>
                <a:gd name="T1" fmla="*/ 1556 h 400"/>
                <a:gd name="T2" fmla="*/ 6270 w 552"/>
                <a:gd name="T3" fmla="*/ 986 h 400"/>
                <a:gd name="T4" fmla="*/ 5408 w 552"/>
                <a:gd name="T5" fmla="*/ 605 h 400"/>
                <a:gd name="T6" fmla="*/ 4333 w 552"/>
                <a:gd name="T7" fmla="*/ 773 h 400"/>
                <a:gd name="T8" fmla="*/ 4313 w 552"/>
                <a:gd name="T9" fmla="*/ 773 h 400"/>
                <a:gd name="T10" fmla="*/ 3238 w 552"/>
                <a:gd name="T11" fmla="*/ 605 h 400"/>
                <a:gd name="T12" fmla="*/ 2363 w 552"/>
                <a:gd name="T13" fmla="*/ 986 h 400"/>
                <a:gd name="T14" fmla="*/ 1063 w 552"/>
                <a:gd name="T15" fmla="*/ 1556 h 400"/>
                <a:gd name="T16" fmla="*/ 20 w 552"/>
                <a:gd name="T17" fmla="*/ 3366 h 400"/>
                <a:gd name="T18" fmla="*/ 770 w 552"/>
                <a:gd name="T19" fmla="*/ 5242 h 400"/>
                <a:gd name="T20" fmla="*/ 2395 w 552"/>
                <a:gd name="T21" fmla="*/ 6604 h 400"/>
                <a:gd name="T22" fmla="*/ 4188 w 552"/>
                <a:gd name="T23" fmla="*/ 6433 h 400"/>
                <a:gd name="T24" fmla="*/ 4095 w 552"/>
                <a:gd name="T25" fmla="*/ 4560 h 400"/>
                <a:gd name="T26" fmla="*/ 4550 w 552"/>
                <a:gd name="T27" fmla="*/ 4560 h 400"/>
                <a:gd name="T28" fmla="*/ 4438 w 552"/>
                <a:gd name="T29" fmla="*/ 6433 h 400"/>
                <a:gd name="T30" fmla="*/ 6250 w 552"/>
                <a:gd name="T31" fmla="*/ 6604 h 400"/>
                <a:gd name="T32" fmla="*/ 7863 w 552"/>
                <a:gd name="T33" fmla="*/ 5242 h 400"/>
                <a:gd name="T34" fmla="*/ 8625 w 552"/>
                <a:gd name="T35" fmla="*/ 3366 h 400"/>
                <a:gd name="T36" fmla="*/ 7583 w 552"/>
                <a:gd name="T37" fmla="*/ 1556 h 400"/>
                <a:gd name="T38" fmla="*/ 4313 w 552"/>
                <a:gd name="T39" fmla="*/ 4376 h 400"/>
                <a:gd name="T40" fmla="*/ 4208 w 552"/>
                <a:gd name="T41" fmla="*/ 4296 h 400"/>
                <a:gd name="T42" fmla="*/ 4313 w 552"/>
                <a:gd name="T43" fmla="*/ 4219 h 400"/>
                <a:gd name="T44" fmla="*/ 4425 w 552"/>
                <a:gd name="T45" fmla="*/ 4296 h 400"/>
                <a:gd name="T46" fmla="*/ 4313 w 552"/>
                <a:gd name="T47" fmla="*/ 4376 h 4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52" h="400">
                  <a:moveTo>
                    <a:pt x="485" y="82"/>
                  </a:moveTo>
                  <a:cubicBezTo>
                    <a:pt x="460" y="65"/>
                    <a:pt x="426" y="79"/>
                    <a:pt x="401" y="52"/>
                  </a:cubicBezTo>
                  <a:cubicBezTo>
                    <a:pt x="377" y="24"/>
                    <a:pt x="346" y="32"/>
                    <a:pt x="346" y="32"/>
                  </a:cubicBezTo>
                  <a:cubicBezTo>
                    <a:pt x="311" y="0"/>
                    <a:pt x="277" y="41"/>
                    <a:pt x="277" y="41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6" y="41"/>
                    <a:pt x="242" y="0"/>
                    <a:pt x="207" y="32"/>
                  </a:cubicBezTo>
                  <a:cubicBezTo>
                    <a:pt x="207" y="32"/>
                    <a:pt x="175" y="24"/>
                    <a:pt x="151" y="52"/>
                  </a:cubicBezTo>
                  <a:cubicBezTo>
                    <a:pt x="127" y="79"/>
                    <a:pt x="92" y="65"/>
                    <a:pt x="68" y="82"/>
                  </a:cubicBezTo>
                  <a:cubicBezTo>
                    <a:pt x="44" y="99"/>
                    <a:pt x="2" y="121"/>
                    <a:pt x="1" y="178"/>
                  </a:cubicBezTo>
                  <a:cubicBezTo>
                    <a:pt x="0" y="235"/>
                    <a:pt x="21" y="254"/>
                    <a:pt x="49" y="277"/>
                  </a:cubicBezTo>
                  <a:cubicBezTo>
                    <a:pt x="78" y="299"/>
                    <a:pt x="124" y="340"/>
                    <a:pt x="153" y="349"/>
                  </a:cubicBezTo>
                  <a:cubicBezTo>
                    <a:pt x="182" y="357"/>
                    <a:pt x="268" y="400"/>
                    <a:pt x="268" y="340"/>
                  </a:cubicBezTo>
                  <a:cubicBezTo>
                    <a:pt x="268" y="281"/>
                    <a:pt x="277" y="251"/>
                    <a:pt x="262" y="241"/>
                  </a:cubicBezTo>
                  <a:cubicBezTo>
                    <a:pt x="291" y="241"/>
                    <a:pt x="291" y="241"/>
                    <a:pt x="291" y="241"/>
                  </a:cubicBezTo>
                  <a:cubicBezTo>
                    <a:pt x="275" y="251"/>
                    <a:pt x="284" y="281"/>
                    <a:pt x="284" y="340"/>
                  </a:cubicBezTo>
                  <a:cubicBezTo>
                    <a:pt x="284" y="400"/>
                    <a:pt x="371" y="357"/>
                    <a:pt x="400" y="349"/>
                  </a:cubicBezTo>
                  <a:cubicBezTo>
                    <a:pt x="429" y="340"/>
                    <a:pt x="475" y="299"/>
                    <a:pt x="503" y="277"/>
                  </a:cubicBezTo>
                  <a:cubicBezTo>
                    <a:pt x="531" y="254"/>
                    <a:pt x="552" y="235"/>
                    <a:pt x="552" y="178"/>
                  </a:cubicBezTo>
                  <a:cubicBezTo>
                    <a:pt x="551" y="121"/>
                    <a:pt x="509" y="99"/>
                    <a:pt x="485" y="82"/>
                  </a:cubicBezTo>
                  <a:close/>
                  <a:moveTo>
                    <a:pt x="276" y="231"/>
                  </a:moveTo>
                  <a:cubicBezTo>
                    <a:pt x="272" y="231"/>
                    <a:pt x="269" y="229"/>
                    <a:pt x="269" y="227"/>
                  </a:cubicBezTo>
                  <a:cubicBezTo>
                    <a:pt x="269" y="225"/>
                    <a:pt x="272" y="223"/>
                    <a:pt x="276" y="223"/>
                  </a:cubicBezTo>
                  <a:cubicBezTo>
                    <a:pt x="280" y="223"/>
                    <a:pt x="283" y="225"/>
                    <a:pt x="283" y="227"/>
                  </a:cubicBezTo>
                  <a:cubicBezTo>
                    <a:pt x="283" y="229"/>
                    <a:pt x="280" y="231"/>
                    <a:pt x="276" y="231"/>
                  </a:cubicBezTo>
                  <a:close/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8612" name="Spinal-cord-cross-section-illustration">
            <a:extLst>
              <a:ext uri="{FF2B5EF4-FFF2-40B4-BE49-F238E27FC236}">
                <a16:creationId xmlns:a16="http://schemas.microsoft.com/office/drawing/2014/main" id="{CA62B00E-178A-4A4D-A2C6-0868FA7EEDE2}"/>
              </a:ext>
            </a:extLst>
          </p:cNvPr>
          <p:cNvGrpSpPr>
            <a:grpSpLocks/>
          </p:cNvGrpSpPr>
          <p:nvPr/>
        </p:nvGrpSpPr>
        <p:grpSpPr bwMode="auto">
          <a:xfrm>
            <a:off x="6378575" y="4497388"/>
            <a:ext cx="1892300" cy="1651000"/>
            <a:chOff x="3058" y="2833"/>
            <a:chExt cx="1192" cy="1040"/>
          </a:xfrm>
        </p:grpSpPr>
        <p:sp>
          <p:nvSpPr>
            <p:cNvPr id="68916" name="Freeform 843">
              <a:extLst>
                <a:ext uri="{FF2B5EF4-FFF2-40B4-BE49-F238E27FC236}">
                  <a16:creationId xmlns:a16="http://schemas.microsoft.com/office/drawing/2014/main" id="{F7B2D663-1296-4C07-8C29-66E968BE36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8" y="2833"/>
              <a:ext cx="1192" cy="1032"/>
            </a:xfrm>
            <a:custGeom>
              <a:avLst/>
              <a:gdLst>
                <a:gd name="T0" fmla="*/ 6037 w 477"/>
                <a:gd name="T1" fmla="*/ 1024 h 387"/>
                <a:gd name="T2" fmla="*/ 4978 w 477"/>
                <a:gd name="T3" fmla="*/ 419 h 387"/>
                <a:gd name="T4" fmla="*/ 3728 w 477"/>
                <a:gd name="T5" fmla="*/ 533 h 387"/>
                <a:gd name="T6" fmla="*/ 3716 w 477"/>
                <a:gd name="T7" fmla="*/ 533 h 387"/>
                <a:gd name="T8" fmla="*/ 2466 w 477"/>
                <a:gd name="T9" fmla="*/ 419 h 387"/>
                <a:gd name="T10" fmla="*/ 1404 w 477"/>
                <a:gd name="T11" fmla="*/ 1024 h 387"/>
                <a:gd name="T12" fmla="*/ 42 w 477"/>
                <a:gd name="T13" fmla="*/ 3320 h 387"/>
                <a:gd name="T14" fmla="*/ 1075 w 477"/>
                <a:gd name="T15" fmla="*/ 5539 h 387"/>
                <a:gd name="T16" fmla="*/ 1574 w 477"/>
                <a:gd name="T17" fmla="*/ 6123 h 387"/>
                <a:gd name="T18" fmla="*/ 2342 w 477"/>
                <a:gd name="T19" fmla="*/ 6712 h 387"/>
                <a:gd name="T20" fmla="*/ 3603 w 477"/>
                <a:gd name="T21" fmla="*/ 6349 h 387"/>
                <a:gd name="T22" fmla="*/ 3529 w 477"/>
                <a:gd name="T23" fmla="*/ 5197 h 387"/>
                <a:gd name="T24" fmla="*/ 3696 w 477"/>
                <a:gd name="T25" fmla="*/ 4779 h 387"/>
                <a:gd name="T26" fmla="*/ 3746 w 477"/>
                <a:gd name="T27" fmla="*/ 4779 h 387"/>
                <a:gd name="T28" fmla="*/ 3883 w 477"/>
                <a:gd name="T29" fmla="*/ 5197 h 387"/>
                <a:gd name="T30" fmla="*/ 3808 w 477"/>
                <a:gd name="T31" fmla="*/ 6349 h 387"/>
                <a:gd name="T32" fmla="*/ 5103 w 477"/>
                <a:gd name="T33" fmla="*/ 6712 h 387"/>
                <a:gd name="T34" fmla="*/ 5870 w 477"/>
                <a:gd name="T35" fmla="*/ 6123 h 387"/>
                <a:gd name="T36" fmla="*/ 6350 w 477"/>
                <a:gd name="T37" fmla="*/ 5539 h 387"/>
                <a:gd name="T38" fmla="*/ 7382 w 477"/>
                <a:gd name="T39" fmla="*/ 3320 h 387"/>
                <a:gd name="T40" fmla="*/ 6037 w 477"/>
                <a:gd name="T41" fmla="*/ 1024 h 387"/>
                <a:gd name="T42" fmla="*/ 3716 w 477"/>
                <a:gd name="T43" fmla="*/ 4531 h 387"/>
                <a:gd name="T44" fmla="*/ 3591 w 477"/>
                <a:gd name="T45" fmla="*/ 4437 h 387"/>
                <a:gd name="T46" fmla="*/ 3716 w 477"/>
                <a:gd name="T47" fmla="*/ 4344 h 387"/>
                <a:gd name="T48" fmla="*/ 3853 w 477"/>
                <a:gd name="T49" fmla="*/ 4437 h 387"/>
                <a:gd name="T50" fmla="*/ 3716 w 477"/>
                <a:gd name="T51" fmla="*/ 4531 h 38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77" h="387">
                  <a:moveTo>
                    <a:pt x="387" y="54"/>
                  </a:moveTo>
                  <a:cubicBezTo>
                    <a:pt x="367" y="54"/>
                    <a:pt x="371" y="44"/>
                    <a:pt x="319" y="22"/>
                  </a:cubicBezTo>
                  <a:cubicBezTo>
                    <a:pt x="266" y="0"/>
                    <a:pt x="239" y="28"/>
                    <a:pt x="239" y="28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8"/>
                    <a:pt x="211" y="0"/>
                    <a:pt x="158" y="22"/>
                  </a:cubicBezTo>
                  <a:cubicBezTo>
                    <a:pt x="106" y="44"/>
                    <a:pt x="110" y="54"/>
                    <a:pt x="90" y="54"/>
                  </a:cubicBezTo>
                  <a:cubicBezTo>
                    <a:pt x="70" y="54"/>
                    <a:pt x="0" y="104"/>
                    <a:pt x="3" y="175"/>
                  </a:cubicBezTo>
                  <a:cubicBezTo>
                    <a:pt x="7" y="247"/>
                    <a:pt x="41" y="279"/>
                    <a:pt x="69" y="292"/>
                  </a:cubicBezTo>
                  <a:cubicBezTo>
                    <a:pt x="84" y="300"/>
                    <a:pt x="95" y="316"/>
                    <a:pt x="101" y="323"/>
                  </a:cubicBezTo>
                  <a:cubicBezTo>
                    <a:pt x="107" y="330"/>
                    <a:pt x="135" y="334"/>
                    <a:pt x="150" y="354"/>
                  </a:cubicBezTo>
                  <a:cubicBezTo>
                    <a:pt x="166" y="375"/>
                    <a:pt x="225" y="387"/>
                    <a:pt x="231" y="335"/>
                  </a:cubicBezTo>
                  <a:cubicBezTo>
                    <a:pt x="233" y="313"/>
                    <a:pt x="224" y="290"/>
                    <a:pt x="226" y="274"/>
                  </a:cubicBezTo>
                  <a:cubicBezTo>
                    <a:pt x="227" y="267"/>
                    <a:pt x="237" y="252"/>
                    <a:pt x="237" y="252"/>
                  </a:cubicBezTo>
                  <a:cubicBezTo>
                    <a:pt x="240" y="252"/>
                    <a:pt x="240" y="252"/>
                    <a:pt x="240" y="252"/>
                  </a:cubicBezTo>
                  <a:cubicBezTo>
                    <a:pt x="240" y="252"/>
                    <a:pt x="248" y="267"/>
                    <a:pt x="249" y="274"/>
                  </a:cubicBezTo>
                  <a:cubicBezTo>
                    <a:pt x="251" y="290"/>
                    <a:pt x="242" y="313"/>
                    <a:pt x="244" y="335"/>
                  </a:cubicBezTo>
                  <a:cubicBezTo>
                    <a:pt x="250" y="387"/>
                    <a:pt x="311" y="375"/>
                    <a:pt x="327" y="354"/>
                  </a:cubicBezTo>
                  <a:cubicBezTo>
                    <a:pt x="342" y="334"/>
                    <a:pt x="370" y="330"/>
                    <a:pt x="376" y="323"/>
                  </a:cubicBezTo>
                  <a:cubicBezTo>
                    <a:pt x="382" y="316"/>
                    <a:pt x="393" y="300"/>
                    <a:pt x="407" y="292"/>
                  </a:cubicBezTo>
                  <a:cubicBezTo>
                    <a:pt x="436" y="279"/>
                    <a:pt x="469" y="247"/>
                    <a:pt x="473" y="175"/>
                  </a:cubicBezTo>
                  <a:cubicBezTo>
                    <a:pt x="477" y="104"/>
                    <a:pt x="407" y="54"/>
                    <a:pt x="387" y="54"/>
                  </a:cubicBezTo>
                  <a:close/>
                  <a:moveTo>
                    <a:pt x="238" y="239"/>
                  </a:moveTo>
                  <a:cubicBezTo>
                    <a:pt x="234" y="239"/>
                    <a:pt x="230" y="237"/>
                    <a:pt x="230" y="234"/>
                  </a:cubicBezTo>
                  <a:cubicBezTo>
                    <a:pt x="230" y="232"/>
                    <a:pt x="234" y="229"/>
                    <a:pt x="238" y="229"/>
                  </a:cubicBezTo>
                  <a:cubicBezTo>
                    <a:pt x="243" y="229"/>
                    <a:pt x="247" y="232"/>
                    <a:pt x="247" y="234"/>
                  </a:cubicBezTo>
                  <a:cubicBezTo>
                    <a:pt x="247" y="237"/>
                    <a:pt x="243" y="239"/>
                    <a:pt x="238" y="239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7" name="Freeform 844">
              <a:extLst>
                <a:ext uri="{FF2B5EF4-FFF2-40B4-BE49-F238E27FC236}">
                  <a16:creationId xmlns:a16="http://schemas.microsoft.com/office/drawing/2014/main" id="{924B1B6C-96BB-4989-90D2-8D28F72201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8" y="2974"/>
              <a:ext cx="714" cy="653"/>
            </a:xfrm>
            <a:custGeom>
              <a:avLst/>
              <a:gdLst>
                <a:gd name="T0" fmla="*/ 3765 w 286"/>
                <a:gd name="T1" fmla="*/ 3068 h 245"/>
                <a:gd name="T2" fmla="*/ 3857 w 286"/>
                <a:gd name="T3" fmla="*/ 1442 h 245"/>
                <a:gd name="T4" fmla="*/ 4451 w 286"/>
                <a:gd name="T5" fmla="*/ 0 h 245"/>
                <a:gd name="T6" fmla="*/ 3607 w 286"/>
                <a:gd name="T7" fmla="*/ 1442 h 245"/>
                <a:gd name="T8" fmla="*/ 3298 w 286"/>
                <a:gd name="T9" fmla="*/ 2345 h 245"/>
                <a:gd name="T10" fmla="*/ 2911 w 286"/>
                <a:gd name="T11" fmla="*/ 3084 h 245"/>
                <a:gd name="T12" fmla="*/ 2257 w 286"/>
                <a:gd name="T13" fmla="*/ 3276 h 245"/>
                <a:gd name="T14" fmla="*/ 2194 w 286"/>
                <a:gd name="T15" fmla="*/ 3276 h 245"/>
                <a:gd name="T16" fmla="*/ 1540 w 286"/>
                <a:gd name="T17" fmla="*/ 3084 h 245"/>
                <a:gd name="T18" fmla="*/ 1166 w 286"/>
                <a:gd name="T19" fmla="*/ 2345 h 245"/>
                <a:gd name="T20" fmla="*/ 841 w 286"/>
                <a:gd name="T21" fmla="*/ 1442 h 245"/>
                <a:gd name="T22" fmla="*/ 0 w 286"/>
                <a:gd name="T23" fmla="*/ 0 h 245"/>
                <a:gd name="T24" fmla="*/ 592 w 286"/>
                <a:gd name="T25" fmla="*/ 1442 h 245"/>
                <a:gd name="T26" fmla="*/ 687 w 286"/>
                <a:gd name="T27" fmla="*/ 3068 h 245"/>
                <a:gd name="T28" fmla="*/ 729 w 286"/>
                <a:gd name="T29" fmla="*/ 3332 h 245"/>
                <a:gd name="T30" fmla="*/ 979 w 286"/>
                <a:gd name="T31" fmla="*/ 3958 h 245"/>
                <a:gd name="T32" fmla="*/ 1291 w 286"/>
                <a:gd name="T33" fmla="*/ 4638 h 245"/>
                <a:gd name="T34" fmla="*/ 1653 w 286"/>
                <a:gd name="T35" fmla="*/ 3638 h 245"/>
                <a:gd name="T36" fmla="*/ 2194 w 286"/>
                <a:gd name="T37" fmla="*/ 3558 h 245"/>
                <a:gd name="T38" fmla="*/ 2257 w 286"/>
                <a:gd name="T39" fmla="*/ 3558 h 245"/>
                <a:gd name="T40" fmla="*/ 2799 w 286"/>
                <a:gd name="T41" fmla="*/ 3638 h 245"/>
                <a:gd name="T42" fmla="*/ 3161 w 286"/>
                <a:gd name="T43" fmla="*/ 4638 h 245"/>
                <a:gd name="T44" fmla="*/ 3473 w 286"/>
                <a:gd name="T45" fmla="*/ 3958 h 245"/>
                <a:gd name="T46" fmla="*/ 3720 w 286"/>
                <a:gd name="T47" fmla="*/ 3332 h 245"/>
                <a:gd name="T48" fmla="*/ 3765 w 286"/>
                <a:gd name="T49" fmla="*/ 3068 h 245"/>
                <a:gd name="T50" fmla="*/ 2269 w 286"/>
                <a:gd name="T51" fmla="*/ 3524 h 245"/>
                <a:gd name="T52" fmla="*/ 2149 w 286"/>
                <a:gd name="T53" fmla="*/ 3425 h 245"/>
                <a:gd name="T54" fmla="*/ 2269 w 286"/>
                <a:gd name="T55" fmla="*/ 3332 h 245"/>
                <a:gd name="T56" fmla="*/ 2412 w 286"/>
                <a:gd name="T57" fmla="*/ 3425 h 245"/>
                <a:gd name="T58" fmla="*/ 2269 w 286"/>
                <a:gd name="T59" fmla="*/ 3524 h 24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86" h="245">
                  <a:moveTo>
                    <a:pt x="242" y="162"/>
                  </a:moveTo>
                  <a:cubicBezTo>
                    <a:pt x="212" y="136"/>
                    <a:pt x="229" y="101"/>
                    <a:pt x="248" y="76"/>
                  </a:cubicBezTo>
                  <a:cubicBezTo>
                    <a:pt x="266" y="51"/>
                    <a:pt x="286" y="0"/>
                    <a:pt x="286" y="0"/>
                  </a:cubicBezTo>
                  <a:cubicBezTo>
                    <a:pt x="286" y="0"/>
                    <a:pt x="248" y="67"/>
                    <a:pt x="232" y="76"/>
                  </a:cubicBezTo>
                  <a:cubicBezTo>
                    <a:pt x="217" y="85"/>
                    <a:pt x="212" y="87"/>
                    <a:pt x="212" y="124"/>
                  </a:cubicBezTo>
                  <a:cubicBezTo>
                    <a:pt x="212" y="135"/>
                    <a:pt x="199" y="141"/>
                    <a:pt x="187" y="163"/>
                  </a:cubicBezTo>
                  <a:cubicBezTo>
                    <a:pt x="176" y="185"/>
                    <a:pt x="161" y="173"/>
                    <a:pt x="145" y="173"/>
                  </a:cubicBezTo>
                  <a:cubicBezTo>
                    <a:pt x="141" y="173"/>
                    <a:pt x="141" y="173"/>
                    <a:pt x="141" y="173"/>
                  </a:cubicBezTo>
                  <a:cubicBezTo>
                    <a:pt x="125" y="173"/>
                    <a:pt x="110" y="185"/>
                    <a:pt x="99" y="163"/>
                  </a:cubicBezTo>
                  <a:cubicBezTo>
                    <a:pt x="87" y="141"/>
                    <a:pt x="75" y="135"/>
                    <a:pt x="75" y="124"/>
                  </a:cubicBezTo>
                  <a:cubicBezTo>
                    <a:pt x="75" y="87"/>
                    <a:pt x="70" y="85"/>
                    <a:pt x="54" y="76"/>
                  </a:cubicBezTo>
                  <a:cubicBezTo>
                    <a:pt x="38" y="67"/>
                    <a:pt x="0" y="0"/>
                    <a:pt x="0" y="0"/>
                  </a:cubicBezTo>
                  <a:cubicBezTo>
                    <a:pt x="0" y="0"/>
                    <a:pt x="20" y="51"/>
                    <a:pt x="38" y="76"/>
                  </a:cubicBezTo>
                  <a:cubicBezTo>
                    <a:pt x="57" y="101"/>
                    <a:pt x="74" y="136"/>
                    <a:pt x="44" y="162"/>
                  </a:cubicBezTo>
                  <a:cubicBezTo>
                    <a:pt x="38" y="168"/>
                    <a:pt x="29" y="166"/>
                    <a:pt x="47" y="176"/>
                  </a:cubicBezTo>
                  <a:cubicBezTo>
                    <a:pt x="65" y="185"/>
                    <a:pt x="62" y="193"/>
                    <a:pt x="63" y="209"/>
                  </a:cubicBezTo>
                  <a:cubicBezTo>
                    <a:pt x="65" y="225"/>
                    <a:pt x="55" y="245"/>
                    <a:pt x="83" y="245"/>
                  </a:cubicBezTo>
                  <a:cubicBezTo>
                    <a:pt x="111" y="245"/>
                    <a:pt x="64" y="192"/>
                    <a:pt x="106" y="192"/>
                  </a:cubicBezTo>
                  <a:cubicBezTo>
                    <a:pt x="113" y="192"/>
                    <a:pt x="141" y="188"/>
                    <a:pt x="141" y="188"/>
                  </a:cubicBezTo>
                  <a:cubicBezTo>
                    <a:pt x="145" y="188"/>
                    <a:pt x="145" y="188"/>
                    <a:pt x="145" y="188"/>
                  </a:cubicBezTo>
                  <a:cubicBezTo>
                    <a:pt x="145" y="188"/>
                    <a:pt x="173" y="192"/>
                    <a:pt x="180" y="192"/>
                  </a:cubicBezTo>
                  <a:cubicBezTo>
                    <a:pt x="222" y="192"/>
                    <a:pt x="175" y="245"/>
                    <a:pt x="203" y="245"/>
                  </a:cubicBezTo>
                  <a:cubicBezTo>
                    <a:pt x="231" y="245"/>
                    <a:pt x="222" y="225"/>
                    <a:pt x="223" y="209"/>
                  </a:cubicBezTo>
                  <a:cubicBezTo>
                    <a:pt x="224" y="193"/>
                    <a:pt x="222" y="185"/>
                    <a:pt x="239" y="176"/>
                  </a:cubicBezTo>
                  <a:cubicBezTo>
                    <a:pt x="257" y="166"/>
                    <a:pt x="249" y="168"/>
                    <a:pt x="242" y="162"/>
                  </a:cubicBezTo>
                  <a:close/>
                  <a:moveTo>
                    <a:pt x="146" y="186"/>
                  </a:moveTo>
                  <a:cubicBezTo>
                    <a:pt x="142" y="186"/>
                    <a:pt x="138" y="184"/>
                    <a:pt x="138" y="181"/>
                  </a:cubicBezTo>
                  <a:cubicBezTo>
                    <a:pt x="138" y="179"/>
                    <a:pt x="142" y="176"/>
                    <a:pt x="146" y="176"/>
                  </a:cubicBezTo>
                  <a:cubicBezTo>
                    <a:pt x="151" y="176"/>
                    <a:pt x="155" y="179"/>
                    <a:pt x="155" y="181"/>
                  </a:cubicBezTo>
                  <a:cubicBezTo>
                    <a:pt x="155" y="184"/>
                    <a:pt x="151" y="186"/>
                    <a:pt x="146" y="186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8" name="Freeform 845">
              <a:extLst>
                <a:ext uri="{FF2B5EF4-FFF2-40B4-BE49-F238E27FC236}">
                  <a16:creationId xmlns:a16="http://schemas.microsoft.com/office/drawing/2014/main" id="{EE77DC91-7A0D-45F1-BB0D-0BEEDAAFA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974"/>
              <a:ext cx="714" cy="653"/>
            </a:xfrm>
            <a:custGeom>
              <a:avLst/>
              <a:gdLst>
                <a:gd name="T0" fmla="*/ 3765 w 286"/>
                <a:gd name="T1" fmla="*/ 3068 h 245"/>
                <a:gd name="T2" fmla="*/ 3857 w 286"/>
                <a:gd name="T3" fmla="*/ 1442 h 245"/>
                <a:gd name="T4" fmla="*/ 4451 w 286"/>
                <a:gd name="T5" fmla="*/ 0 h 245"/>
                <a:gd name="T6" fmla="*/ 3607 w 286"/>
                <a:gd name="T7" fmla="*/ 1442 h 245"/>
                <a:gd name="T8" fmla="*/ 3298 w 286"/>
                <a:gd name="T9" fmla="*/ 2345 h 245"/>
                <a:gd name="T10" fmla="*/ 2911 w 286"/>
                <a:gd name="T11" fmla="*/ 3084 h 245"/>
                <a:gd name="T12" fmla="*/ 2257 w 286"/>
                <a:gd name="T13" fmla="*/ 3276 h 245"/>
                <a:gd name="T14" fmla="*/ 2194 w 286"/>
                <a:gd name="T15" fmla="*/ 3276 h 245"/>
                <a:gd name="T16" fmla="*/ 1540 w 286"/>
                <a:gd name="T17" fmla="*/ 3084 h 245"/>
                <a:gd name="T18" fmla="*/ 1166 w 286"/>
                <a:gd name="T19" fmla="*/ 2345 h 245"/>
                <a:gd name="T20" fmla="*/ 841 w 286"/>
                <a:gd name="T21" fmla="*/ 1442 h 245"/>
                <a:gd name="T22" fmla="*/ 0 w 286"/>
                <a:gd name="T23" fmla="*/ 0 h 245"/>
                <a:gd name="T24" fmla="*/ 592 w 286"/>
                <a:gd name="T25" fmla="*/ 1442 h 245"/>
                <a:gd name="T26" fmla="*/ 687 w 286"/>
                <a:gd name="T27" fmla="*/ 3068 h 245"/>
                <a:gd name="T28" fmla="*/ 729 w 286"/>
                <a:gd name="T29" fmla="*/ 3332 h 245"/>
                <a:gd name="T30" fmla="*/ 979 w 286"/>
                <a:gd name="T31" fmla="*/ 3958 h 245"/>
                <a:gd name="T32" fmla="*/ 1291 w 286"/>
                <a:gd name="T33" fmla="*/ 4638 h 245"/>
                <a:gd name="T34" fmla="*/ 1653 w 286"/>
                <a:gd name="T35" fmla="*/ 3638 h 245"/>
                <a:gd name="T36" fmla="*/ 2194 w 286"/>
                <a:gd name="T37" fmla="*/ 3558 h 245"/>
                <a:gd name="T38" fmla="*/ 2257 w 286"/>
                <a:gd name="T39" fmla="*/ 3558 h 245"/>
                <a:gd name="T40" fmla="*/ 2799 w 286"/>
                <a:gd name="T41" fmla="*/ 3638 h 245"/>
                <a:gd name="T42" fmla="*/ 3161 w 286"/>
                <a:gd name="T43" fmla="*/ 4638 h 245"/>
                <a:gd name="T44" fmla="*/ 3473 w 286"/>
                <a:gd name="T45" fmla="*/ 3958 h 245"/>
                <a:gd name="T46" fmla="*/ 3720 w 286"/>
                <a:gd name="T47" fmla="*/ 3332 h 245"/>
                <a:gd name="T48" fmla="*/ 3765 w 286"/>
                <a:gd name="T49" fmla="*/ 3068 h 2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6" h="245">
                  <a:moveTo>
                    <a:pt x="242" y="162"/>
                  </a:moveTo>
                  <a:cubicBezTo>
                    <a:pt x="212" y="136"/>
                    <a:pt x="229" y="101"/>
                    <a:pt x="248" y="76"/>
                  </a:cubicBezTo>
                  <a:cubicBezTo>
                    <a:pt x="266" y="51"/>
                    <a:pt x="286" y="0"/>
                    <a:pt x="286" y="0"/>
                  </a:cubicBezTo>
                  <a:cubicBezTo>
                    <a:pt x="286" y="0"/>
                    <a:pt x="248" y="67"/>
                    <a:pt x="232" y="76"/>
                  </a:cubicBezTo>
                  <a:cubicBezTo>
                    <a:pt x="217" y="85"/>
                    <a:pt x="212" y="87"/>
                    <a:pt x="212" y="124"/>
                  </a:cubicBezTo>
                  <a:cubicBezTo>
                    <a:pt x="212" y="135"/>
                    <a:pt x="199" y="141"/>
                    <a:pt x="187" y="163"/>
                  </a:cubicBezTo>
                  <a:cubicBezTo>
                    <a:pt x="176" y="185"/>
                    <a:pt x="161" y="173"/>
                    <a:pt x="145" y="173"/>
                  </a:cubicBezTo>
                  <a:cubicBezTo>
                    <a:pt x="141" y="173"/>
                    <a:pt x="141" y="173"/>
                    <a:pt x="141" y="173"/>
                  </a:cubicBezTo>
                  <a:cubicBezTo>
                    <a:pt x="125" y="173"/>
                    <a:pt x="110" y="185"/>
                    <a:pt x="99" y="163"/>
                  </a:cubicBezTo>
                  <a:cubicBezTo>
                    <a:pt x="87" y="141"/>
                    <a:pt x="75" y="135"/>
                    <a:pt x="75" y="124"/>
                  </a:cubicBezTo>
                  <a:cubicBezTo>
                    <a:pt x="75" y="87"/>
                    <a:pt x="70" y="85"/>
                    <a:pt x="54" y="76"/>
                  </a:cubicBezTo>
                  <a:cubicBezTo>
                    <a:pt x="38" y="67"/>
                    <a:pt x="0" y="0"/>
                    <a:pt x="0" y="0"/>
                  </a:cubicBezTo>
                  <a:cubicBezTo>
                    <a:pt x="0" y="0"/>
                    <a:pt x="20" y="51"/>
                    <a:pt x="38" y="76"/>
                  </a:cubicBezTo>
                  <a:cubicBezTo>
                    <a:pt x="57" y="101"/>
                    <a:pt x="74" y="136"/>
                    <a:pt x="44" y="162"/>
                  </a:cubicBezTo>
                  <a:cubicBezTo>
                    <a:pt x="38" y="168"/>
                    <a:pt x="29" y="166"/>
                    <a:pt x="47" y="176"/>
                  </a:cubicBezTo>
                  <a:cubicBezTo>
                    <a:pt x="65" y="185"/>
                    <a:pt x="62" y="193"/>
                    <a:pt x="63" y="209"/>
                  </a:cubicBezTo>
                  <a:cubicBezTo>
                    <a:pt x="65" y="225"/>
                    <a:pt x="55" y="245"/>
                    <a:pt x="83" y="245"/>
                  </a:cubicBezTo>
                  <a:cubicBezTo>
                    <a:pt x="111" y="245"/>
                    <a:pt x="64" y="192"/>
                    <a:pt x="106" y="192"/>
                  </a:cubicBezTo>
                  <a:cubicBezTo>
                    <a:pt x="113" y="192"/>
                    <a:pt x="141" y="188"/>
                    <a:pt x="141" y="188"/>
                  </a:cubicBezTo>
                  <a:cubicBezTo>
                    <a:pt x="145" y="188"/>
                    <a:pt x="145" y="188"/>
                    <a:pt x="145" y="188"/>
                  </a:cubicBezTo>
                  <a:cubicBezTo>
                    <a:pt x="145" y="188"/>
                    <a:pt x="173" y="192"/>
                    <a:pt x="180" y="192"/>
                  </a:cubicBezTo>
                  <a:cubicBezTo>
                    <a:pt x="222" y="192"/>
                    <a:pt x="175" y="245"/>
                    <a:pt x="203" y="245"/>
                  </a:cubicBezTo>
                  <a:cubicBezTo>
                    <a:pt x="231" y="245"/>
                    <a:pt x="222" y="225"/>
                    <a:pt x="223" y="209"/>
                  </a:cubicBezTo>
                  <a:cubicBezTo>
                    <a:pt x="224" y="193"/>
                    <a:pt x="222" y="185"/>
                    <a:pt x="239" y="176"/>
                  </a:cubicBezTo>
                  <a:cubicBezTo>
                    <a:pt x="257" y="166"/>
                    <a:pt x="249" y="168"/>
                    <a:pt x="242" y="162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9" name="Freeform 846">
              <a:extLst>
                <a:ext uri="{FF2B5EF4-FFF2-40B4-BE49-F238E27FC236}">
                  <a16:creationId xmlns:a16="http://schemas.microsoft.com/office/drawing/2014/main" id="{5421C823-0596-4CFA-89AF-A45D019A6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3190"/>
              <a:ext cx="38" cy="88"/>
            </a:xfrm>
            <a:custGeom>
              <a:avLst/>
              <a:gdLst>
                <a:gd name="T0" fmla="*/ 0 w 15"/>
                <a:gd name="T1" fmla="*/ 0 h 33"/>
                <a:gd name="T2" fmla="*/ 225 w 15"/>
                <a:gd name="T3" fmla="*/ 627 h 33"/>
                <a:gd name="T4" fmla="*/ 0 w 1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0" y="0"/>
                  </a:moveTo>
                  <a:cubicBezTo>
                    <a:pt x="0" y="0"/>
                    <a:pt x="15" y="4"/>
                    <a:pt x="14" y="33"/>
                  </a:cubicBezTo>
                  <a:cubicBezTo>
                    <a:pt x="14" y="33"/>
                    <a:pt x="13" y="8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0" name="Freeform 847">
              <a:extLst>
                <a:ext uri="{FF2B5EF4-FFF2-40B4-BE49-F238E27FC236}">
                  <a16:creationId xmlns:a16="http://schemas.microsoft.com/office/drawing/2014/main" id="{3A62C87A-70A1-4382-AEF7-23F2B6983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3531"/>
              <a:ext cx="43" cy="96"/>
            </a:xfrm>
            <a:custGeom>
              <a:avLst/>
              <a:gdLst>
                <a:gd name="T0" fmla="*/ 51 w 17"/>
                <a:gd name="T1" fmla="*/ 0 h 36"/>
                <a:gd name="T2" fmla="*/ 51 w 17"/>
                <a:gd name="T3" fmla="*/ 21 h 36"/>
                <a:gd name="T4" fmla="*/ 276 w 17"/>
                <a:gd name="T5" fmla="*/ 627 h 36"/>
                <a:gd name="T6" fmla="*/ 51 w 1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6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5"/>
                    <a:pt x="0" y="36"/>
                    <a:pt x="17" y="33"/>
                  </a:cubicBezTo>
                  <a:cubicBezTo>
                    <a:pt x="17" y="33"/>
                    <a:pt x="2" y="31"/>
                    <a:pt x="3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1" name="Freeform 848">
              <a:extLst>
                <a:ext uri="{FF2B5EF4-FFF2-40B4-BE49-F238E27FC236}">
                  <a16:creationId xmlns:a16="http://schemas.microsoft.com/office/drawing/2014/main" id="{C739C00C-EF15-47DD-9EC1-BFD23A7EF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3467"/>
              <a:ext cx="85" cy="72"/>
            </a:xfrm>
            <a:custGeom>
              <a:avLst/>
              <a:gdLst>
                <a:gd name="T0" fmla="*/ 0 w 34"/>
                <a:gd name="T1" fmla="*/ 35 h 27"/>
                <a:gd name="T2" fmla="*/ 333 w 34"/>
                <a:gd name="T3" fmla="*/ 512 h 27"/>
                <a:gd name="T4" fmla="*/ 0 w 34"/>
                <a:gd name="T5" fmla="*/ 3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7">
                  <a:moveTo>
                    <a:pt x="0" y="2"/>
                  </a:moveTo>
                  <a:cubicBezTo>
                    <a:pt x="0" y="2"/>
                    <a:pt x="27" y="1"/>
                    <a:pt x="21" y="27"/>
                  </a:cubicBezTo>
                  <a:cubicBezTo>
                    <a:pt x="21" y="27"/>
                    <a:pt x="34" y="0"/>
                    <a:pt x="0" y="2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2" name="Freeform 849">
              <a:extLst>
                <a:ext uri="{FF2B5EF4-FFF2-40B4-BE49-F238E27FC236}">
                  <a16:creationId xmlns:a16="http://schemas.microsoft.com/office/drawing/2014/main" id="{4413731A-C0DD-4D48-8570-29D5D2B7C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307"/>
              <a:ext cx="55" cy="107"/>
            </a:xfrm>
            <a:custGeom>
              <a:avLst/>
              <a:gdLst>
                <a:gd name="T0" fmla="*/ 63 w 22"/>
                <a:gd name="T1" fmla="*/ 0 h 40"/>
                <a:gd name="T2" fmla="*/ 345 w 22"/>
                <a:gd name="T3" fmla="*/ 765 h 40"/>
                <a:gd name="T4" fmla="*/ 63 w 2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0">
                  <a:moveTo>
                    <a:pt x="4" y="0"/>
                  </a:moveTo>
                  <a:cubicBezTo>
                    <a:pt x="4" y="0"/>
                    <a:pt x="3" y="22"/>
                    <a:pt x="22" y="40"/>
                  </a:cubicBezTo>
                  <a:cubicBezTo>
                    <a:pt x="22" y="40"/>
                    <a:pt x="0" y="26"/>
                    <a:pt x="4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3" name="Freeform 850">
              <a:extLst>
                <a:ext uri="{FF2B5EF4-FFF2-40B4-BE49-F238E27FC236}">
                  <a16:creationId xmlns:a16="http://schemas.microsoft.com/office/drawing/2014/main" id="{2010C1F3-93FF-49CA-A80A-07527686C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902"/>
              <a:ext cx="33" cy="509"/>
            </a:xfrm>
            <a:custGeom>
              <a:avLst/>
              <a:gdLst>
                <a:gd name="T0" fmla="*/ 84 w 13"/>
                <a:gd name="T1" fmla="*/ 35 h 191"/>
                <a:gd name="T2" fmla="*/ 84 w 13"/>
                <a:gd name="T3" fmla="*/ 3614 h 191"/>
                <a:gd name="T4" fmla="*/ 96 w 13"/>
                <a:gd name="T5" fmla="*/ 35 h 191"/>
                <a:gd name="T6" fmla="*/ 84 w 13"/>
                <a:gd name="T7" fmla="*/ 0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1">
                  <a:moveTo>
                    <a:pt x="5" y="2"/>
                  </a:moveTo>
                  <a:cubicBezTo>
                    <a:pt x="5" y="2"/>
                    <a:pt x="0" y="147"/>
                    <a:pt x="5" y="191"/>
                  </a:cubicBezTo>
                  <a:cubicBezTo>
                    <a:pt x="5" y="191"/>
                    <a:pt x="13" y="73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4" name="Freeform 851">
              <a:extLst>
                <a:ext uri="{FF2B5EF4-FFF2-40B4-BE49-F238E27FC236}">
                  <a16:creationId xmlns:a16="http://schemas.microsoft.com/office/drawing/2014/main" id="{EBE1CA97-81FF-4EE4-A156-97A0211BA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878"/>
              <a:ext cx="175" cy="243"/>
            </a:xfrm>
            <a:custGeom>
              <a:avLst/>
              <a:gdLst>
                <a:gd name="T0" fmla="*/ 1083 w 70"/>
                <a:gd name="T1" fmla="*/ 1733 h 91"/>
                <a:gd name="T2" fmla="*/ 988 w 70"/>
                <a:gd name="T3" fmla="*/ 192 h 91"/>
                <a:gd name="T4" fmla="*/ 0 w 70"/>
                <a:gd name="T5" fmla="*/ 206 h 91"/>
                <a:gd name="T6" fmla="*/ 875 w 70"/>
                <a:gd name="T7" fmla="*/ 435 h 91"/>
                <a:gd name="T8" fmla="*/ 1083 w 70"/>
                <a:gd name="T9" fmla="*/ 1733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91">
                  <a:moveTo>
                    <a:pt x="69" y="91"/>
                  </a:moveTo>
                  <a:cubicBezTo>
                    <a:pt x="69" y="91"/>
                    <a:pt x="70" y="20"/>
                    <a:pt x="63" y="10"/>
                  </a:cubicBezTo>
                  <a:cubicBezTo>
                    <a:pt x="56" y="1"/>
                    <a:pt x="13" y="3"/>
                    <a:pt x="0" y="11"/>
                  </a:cubicBezTo>
                  <a:cubicBezTo>
                    <a:pt x="0" y="11"/>
                    <a:pt x="46" y="0"/>
                    <a:pt x="56" y="23"/>
                  </a:cubicBezTo>
                  <a:cubicBezTo>
                    <a:pt x="66" y="46"/>
                    <a:pt x="70" y="82"/>
                    <a:pt x="69" y="91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5" name="Freeform 852">
              <a:extLst>
                <a:ext uri="{FF2B5EF4-FFF2-40B4-BE49-F238E27FC236}">
                  <a16:creationId xmlns:a16="http://schemas.microsoft.com/office/drawing/2014/main" id="{E05A0B5A-F04E-47CB-8F16-29866F3A2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859"/>
              <a:ext cx="102" cy="118"/>
            </a:xfrm>
            <a:custGeom>
              <a:avLst/>
              <a:gdLst>
                <a:gd name="T0" fmla="*/ 632 w 41"/>
                <a:gd name="T1" fmla="*/ 193 h 44"/>
                <a:gd name="T2" fmla="*/ 12 w 41"/>
                <a:gd name="T3" fmla="*/ 847 h 44"/>
                <a:gd name="T4" fmla="*/ 632 w 41"/>
                <a:gd name="T5" fmla="*/ 19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4">
                  <a:moveTo>
                    <a:pt x="41" y="10"/>
                  </a:moveTo>
                  <a:cubicBezTo>
                    <a:pt x="41" y="10"/>
                    <a:pt x="0" y="0"/>
                    <a:pt x="1" y="44"/>
                  </a:cubicBezTo>
                  <a:cubicBezTo>
                    <a:pt x="1" y="44"/>
                    <a:pt x="9" y="9"/>
                    <a:pt x="41" y="1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6" name="Freeform 853">
              <a:extLst>
                <a:ext uri="{FF2B5EF4-FFF2-40B4-BE49-F238E27FC236}">
                  <a16:creationId xmlns:a16="http://schemas.microsoft.com/office/drawing/2014/main" id="{3D01A356-25A9-435B-9DC9-A53B13C51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3641"/>
              <a:ext cx="182" cy="232"/>
            </a:xfrm>
            <a:custGeom>
              <a:avLst/>
              <a:gdLst>
                <a:gd name="T0" fmla="*/ 292 w 73"/>
                <a:gd name="T1" fmla="*/ 0 h 87"/>
                <a:gd name="T2" fmla="*/ 1132 w 73"/>
                <a:gd name="T3" fmla="*/ 1117 h 87"/>
                <a:gd name="T4" fmla="*/ 292 w 73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7">
                  <a:moveTo>
                    <a:pt x="19" y="0"/>
                  </a:moveTo>
                  <a:cubicBezTo>
                    <a:pt x="19" y="0"/>
                    <a:pt x="0" y="87"/>
                    <a:pt x="73" y="59"/>
                  </a:cubicBezTo>
                  <a:cubicBezTo>
                    <a:pt x="73" y="59"/>
                    <a:pt x="13" y="70"/>
                    <a:pt x="19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7" name="Freeform 854">
              <a:extLst>
                <a:ext uri="{FF2B5EF4-FFF2-40B4-BE49-F238E27FC236}">
                  <a16:creationId xmlns:a16="http://schemas.microsoft.com/office/drawing/2014/main" id="{6FF4F854-A2D5-4603-A2A8-1B0E49993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563"/>
              <a:ext cx="85" cy="104"/>
            </a:xfrm>
            <a:custGeom>
              <a:avLst/>
              <a:gdLst>
                <a:gd name="T0" fmla="*/ 238 w 34"/>
                <a:gd name="T1" fmla="*/ 0 h 39"/>
                <a:gd name="T2" fmla="*/ 0 w 34"/>
                <a:gd name="T3" fmla="*/ 533 h 39"/>
                <a:gd name="T4" fmla="*/ 238 w 3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9">
                  <a:moveTo>
                    <a:pt x="15" y="0"/>
                  </a:moveTo>
                  <a:cubicBezTo>
                    <a:pt x="15" y="0"/>
                    <a:pt x="26" y="30"/>
                    <a:pt x="0" y="28"/>
                  </a:cubicBezTo>
                  <a:cubicBezTo>
                    <a:pt x="0" y="28"/>
                    <a:pt x="34" y="39"/>
                    <a:pt x="15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8" name="Freeform 855">
              <a:extLst>
                <a:ext uri="{FF2B5EF4-FFF2-40B4-BE49-F238E27FC236}">
                  <a16:creationId xmlns:a16="http://schemas.microsoft.com/office/drawing/2014/main" id="{3F8959A6-D7F3-4436-8698-733F1BFFD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934"/>
              <a:ext cx="110" cy="443"/>
            </a:xfrm>
            <a:custGeom>
              <a:avLst/>
              <a:gdLst>
                <a:gd name="T0" fmla="*/ 688 w 44"/>
                <a:gd name="T1" fmla="*/ 3154 h 166"/>
                <a:gd name="T2" fmla="*/ 425 w 44"/>
                <a:gd name="T3" fmla="*/ 2300 h 166"/>
                <a:gd name="T4" fmla="*/ 375 w 44"/>
                <a:gd name="T5" fmla="*/ 1140 h 166"/>
                <a:gd name="T6" fmla="*/ 175 w 44"/>
                <a:gd name="T7" fmla="*/ 435 h 166"/>
                <a:gd name="T8" fmla="*/ 0 w 44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66">
                  <a:moveTo>
                    <a:pt x="44" y="166"/>
                  </a:moveTo>
                  <a:cubicBezTo>
                    <a:pt x="35" y="153"/>
                    <a:pt x="29" y="137"/>
                    <a:pt x="27" y="121"/>
                  </a:cubicBezTo>
                  <a:cubicBezTo>
                    <a:pt x="23" y="101"/>
                    <a:pt x="26" y="80"/>
                    <a:pt x="24" y="60"/>
                  </a:cubicBezTo>
                  <a:cubicBezTo>
                    <a:pt x="23" y="47"/>
                    <a:pt x="17" y="35"/>
                    <a:pt x="11" y="23"/>
                  </a:cubicBezTo>
                  <a:cubicBezTo>
                    <a:pt x="8" y="16"/>
                    <a:pt x="2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9" name="Freeform 856">
              <a:extLst>
                <a:ext uri="{FF2B5EF4-FFF2-40B4-BE49-F238E27FC236}">
                  <a16:creationId xmlns:a16="http://schemas.microsoft.com/office/drawing/2014/main" id="{10A225D3-4C8C-41A5-99FD-22B52EAC6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918"/>
              <a:ext cx="135" cy="269"/>
            </a:xfrm>
            <a:custGeom>
              <a:avLst/>
              <a:gdLst>
                <a:gd name="T0" fmla="*/ 845 w 54"/>
                <a:gd name="T1" fmla="*/ 1907 h 101"/>
                <a:gd name="T2" fmla="*/ 800 w 54"/>
                <a:gd name="T3" fmla="*/ 1718 h 101"/>
                <a:gd name="T4" fmla="*/ 675 w 54"/>
                <a:gd name="T5" fmla="*/ 1340 h 101"/>
                <a:gd name="T6" fmla="*/ 333 w 54"/>
                <a:gd name="T7" fmla="*/ 703 h 101"/>
                <a:gd name="T8" fmla="*/ 0 w 54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01">
                  <a:moveTo>
                    <a:pt x="54" y="101"/>
                  </a:moveTo>
                  <a:cubicBezTo>
                    <a:pt x="52" y="98"/>
                    <a:pt x="52" y="95"/>
                    <a:pt x="51" y="91"/>
                  </a:cubicBezTo>
                  <a:cubicBezTo>
                    <a:pt x="49" y="84"/>
                    <a:pt x="46" y="77"/>
                    <a:pt x="43" y="71"/>
                  </a:cubicBezTo>
                  <a:cubicBezTo>
                    <a:pt x="37" y="59"/>
                    <a:pt x="29" y="48"/>
                    <a:pt x="21" y="37"/>
                  </a:cubicBezTo>
                  <a:cubicBezTo>
                    <a:pt x="15" y="29"/>
                    <a:pt x="0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0" name="Freeform 857">
              <a:extLst>
                <a:ext uri="{FF2B5EF4-FFF2-40B4-BE49-F238E27FC236}">
                  <a16:creationId xmlns:a16="http://schemas.microsoft.com/office/drawing/2014/main" id="{CAAB95EC-64C5-42B1-8A38-034C35F40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998"/>
              <a:ext cx="223" cy="317"/>
            </a:xfrm>
            <a:custGeom>
              <a:avLst/>
              <a:gdLst>
                <a:gd name="T0" fmla="*/ 0 w 89"/>
                <a:gd name="T1" fmla="*/ 0 h 119"/>
                <a:gd name="T2" fmla="*/ 534 w 89"/>
                <a:gd name="T3" fmla="*/ 717 h 119"/>
                <a:gd name="T4" fmla="*/ 972 w 89"/>
                <a:gd name="T5" fmla="*/ 1207 h 119"/>
                <a:gd name="T6" fmla="*/ 1401 w 89"/>
                <a:gd name="T7" fmla="*/ 2248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119">
                  <a:moveTo>
                    <a:pt x="0" y="0"/>
                  </a:moveTo>
                  <a:cubicBezTo>
                    <a:pt x="11" y="14"/>
                    <a:pt x="21" y="26"/>
                    <a:pt x="34" y="38"/>
                  </a:cubicBezTo>
                  <a:cubicBezTo>
                    <a:pt x="44" y="46"/>
                    <a:pt x="54" y="54"/>
                    <a:pt x="62" y="64"/>
                  </a:cubicBezTo>
                  <a:cubicBezTo>
                    <a:pt x="75" y="79"/>
                    <a:pt x="74" y="107"/>
                    <a:pt x="89" y="119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1" name="Freeform 858">
              <a:extLst>
                <a:ext uri="{FF2B5EF4-FFF2-40B4-BE49-F238E27FC236}">
                  <a16:creationId xmlns:a16="http://schemas.microsoft.com/office/drawing/2014/main" id="{4F2651B1-05D6-45C8-AB1D-15C978BB7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177"/>
              <a:ext cx="100" cy="224"/>
            </a:xfrm>
            <a:custGeom>
              <a:avLst/>
              <a:gdLst>
                <a:gd name="T0" fmla="*/ 0 w 40"/>
                <a:gd name="T1" fmla="*/ 0 h 84"/>
                <a:gd name="T2" fmla="*/ 83 w 40"/>
                <a:gd name="T3" fmla="*/ 397 h 84"/>
                <a:gd name="T4" fmla="*/ 158 w 40"/>
                <a:gd name="T5" fmla="*/ 875 h 84"/>
                <a:gd name="T6" fmla="*/ 625 w 40"/>
                <a:gd name="T7" fmla="*/ 1592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0" y="0"/>
                  </a:moveTo>
                  <a:cubicBezTo>
                    <a:pt x="4" y="5"/>
                    <a:pt x="4" y="14"/>
                    <a:pt x="5" y="21"/>
                  </a:cubicBezTo>
                  <a:cubicBezTo>
                    <a:pt x="7" y="29"/>
                    <a:pt x="8" y="38"/>
                    <a:pt x="10" y="46"/>
                  </a:cubicBezTo>
                  <a:cubicBezTo>
                    <a:pt x="15" y="63"/>
                    <a:pt x="30" y="73"/>
                    <a:pt x="40" y="84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2" name="Freeform 859">
              <a:extLst>
                <a:ext uri="{FF2B5EF4-FFF2-40B4-BE49-F238E27FC236}">
                  <a16:creationId xmlns:a16="http://schemas.microsoft.com/office/drawing/2014/main" id="{890DEC6C-BCF8-4997-9521-E744440D9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910"/>
              <a:ext cx="107" cy="421"/>
            </a:xfrm>
            <a:custGeom>
              <a:avLst/>
              <a:gdLst>
                <a:gd name="T0" fmla="*/ 662 w 43"/>
                <a:gd name="T1" fmla="*/ 0 h 158"/>
                <a:gd name="T2" fmla="*/ 249 w 43"/>
                <a:gd name="T3" fmla="*/ 1535 h 158"/>
                <a:gd name="T4" fmla="*/ 154 w 43"/>
                <a:gd name="T5" fmla="*/ 2401 h 158"/>
                <a:gd name="T6" fmla="*/ 62 w 43"/>
                <a:gd name="T7" fmla="*/ 2742 h 158"/>
                <a:gd name="T8" fmla="*/ 0 w 43"/>
                <a:gd name="T9" fmla="*/ 299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58">
                  <a:moveTo>
                    <a:pt x="43" y="0"/>
                  </a:moveTo>
                  <a:cubicBezTo>
                    <a:pt x="42" y="30"/>
                    <a:pt x="23" y="53"/>
                    <a:pt x="16" y="81"/>
                  </a:cubicBezTo>
                  <a:cubicBezTo>
                    <a:pt x="13" y="96"/>
                    <a:pt x="13" y="112"/>
                    <a:pt x="10" y="127"/>
                  </a:cubicBezTo>
                  <a:cubicBezTo>
                    <a:pt x="9" y="133"/>
                    <a:pt x="6" y="139"/>
                    <a:pt x="4" y="145"/>
                  </a:cubicBezTo>
                  <a:cubicBezTo>
                    <a:pt x="3" y="148"/>
                    <a:pt x="2" y="156"/>
                    <a:pt x="0" y="158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3" name="Freeform 860">
              <a:extLst>
                <a:ext uri="{FF2B5EF4-FFF2-40B4-BE49-F238E27FC236}">
                  <a16:creationId xmlns:a16="http://schemas.microsoft.com/office/drawing/2014/main" id="{1458D9EB-6AC4-49DD-B995-98E2617D2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931"/>
              <a:ext cx="12" cy="179"/>
            </a:xfrm>
            <a:custGeom>
              <a:avLst/>
              <a:gdLst>
                <a:gd name="T0" fmla="*/ 12 w 5"/>
                <a:gd name="T1" fmla="*/ 1277 h 67"/>
                <a:gd name="T2" fmla="*/ 29 w 5"/>
                <a:gd name="T3" fmla="*/ 628 h 67"/>
                <a:gd name="T4" fmla="*/ 12 w 5"/>
                <a:gd name="T5" fmla="*/ 264 h 67"/>
                <a:gd name="T6" fmla="*/ 70 w 5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7">
                  <a:moveTo>
                    <a:pt x="1" y="67"/>
                  </a:moveTo>
                  <a:cubicBezTo>
                    <a:pt x="3" y="55"/>
                    <a:pt x="4" y="46"/>
                    <a:pt x="2" y="33"/>
                  </a:cubicBezTo>
                  <a:cubicBezTo>
                    <a:pt x="2" y="27"/>
                    <a:pt x="0" y="20"/>
                    <a:pt x="1" y="14"/>
                  </a:cubicBezTo>
                  <a:cubicBezTo>
                    <a:pt x="1" y="9"/>
                    <a:pt x="4" y="5"/>
                    <a:pt x="5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4" name="Freeform 861">
              <a:extLst>
                <a:ext uri="{FF2B5EF4-FFF2-40B4-BE49-F238E27FC236}">
                  <a16:creationId xmlns:a16="http://schemas.microsoft.com/office/drawing/2014/main" id="{DEC3DC5A-389D-40B6-8401-8B7893F0D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987"/>
              <a:ext cx="227" cy="424"/>
            </a:xfrm>
            <a:custGeom>
              <a:avLst/>
              <a:gdLst>
                <a:gd name="T0" fmla="*/ 1412 w 91"/>
                <a:gd name="T1" fmla="*/ 0 h 159"/>
                <a:gd name="T2" fmla="*/ 853 w 91"/>
                <a:gd name="T3" fmla="*/ 760 h 159"/>
                <a:gd name="T4" fmla="*/ 499 w 91"/>
                <a:gd name="T5" fmla="*/ 1672 h 159"/>
                <a:gd name="T6" fmla="*/ 125 w 91"/>
                <a:gd name="T7" fmla="*/ 2333 h 159"/>
                <a:gd name="T8" fmla="*/ 0 w 91"/>
                <a:gd name="T9" fmla="*/ 301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59">
                  <a:moveTo>
                    <a:pt x="91" y="0"/>
                  </a:moveTo>
                  <a:cubicBezTo>
                    <a:pt x="72" y="6"/>
                    <a:pt x="62" y="22"/>
                    <a:pt x="55" y="40"/>
                  </a:cubicBezTo>
                  <a:cubicBezTo>
                    <a:pt x="47" y="56"/>
                    <a:pt x="44" y="75"/>
                    <a:pt x="32" y="88"/>
                  </a:cubicBezTo>
                  <a:cubicBezTo>
                    <a:pt x="22" y="99"/>
                    <a:pt x="13" y="109"/>
                    <a:pt x="8" y="123"/>
                  </a:cubicBezTo>
                  <a:cubicBezTo>
                    <a:pt x="5" y="135"/>
                    <a:pt x="2" y="147"/>
                    <a:pt x="0" y="159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5" name="Freeform 862">
              <a:extLst>
                <a:ext uri="{FF2B5EF4-FFF2-40B4-BE49-F238E27FC236}">
                  <a16:creationId xmlns:a16="http://schemas.microsoft.com/office/drawing/2014/main" id="{69BBD2D4-BB1D-487E-90AA-E6BAF50D2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998"/>
              <a:ext cx="13" cy="173"/>
            </a:xfrm>
            <a:custGeom>
              <a:avLst/>
              <a:gdLst>
                <a:gd name="T0" fmla="*/ 21 w 5"/>
                <a:gd name="T1" fmla="*/ 1224 h 65"/>
                <a:gd name="T2" fmla="*/ 55 w 5"/>
                <a:gd name="T3" fmla="*/ 977 h 65"/>
                <a:gd name="T4" fmla="*/ 21 w 5"/>
                <a:gd name="T5" fmla="*/ 681 h 65"/>
                <a:gd name="T6" fmla="*/ 88 w 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5">
                  <a:moveTo>
                    <a:pt x="1" y="65"/>
                  </a:moveTo>
                  <a:cubicBezTo>
                    <a:pt x="1" y="61"/>
                    <a:pt x="3" y="56"/>
                    <a:pt x="3" y="52"/>
                  </a:cubicBezTo>
                  <a:cubicBezTo>
                    <a:pt x="3" y="47"/>
                    <a:pt x="1" y="42"/>
                    <a:pt x="1" y="36"/>
                  </a:cubicBezTo>
                  <a:cubicBezTo>
                    <a:pt x="0" y="23"/>
                    <a:pt x="1" y="1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6" name="Freeform 863">
              <a:extLst>
                <a:ext uri="{FF2B5EF4-FFF2-40B4-BE49-F238E27FC236}">
                  <a16:creationId xmlns:a16="http://schemas.microsoft.com/office/drawing/2014/main" id="{458F51ED-3EC4-4B8E-A4BC-EE027917D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3523"/>
              <a:ext cx="100" cy="179"/>
            </a:xfrm>
            <a:custGeom>
              <a:avLst/>
              <a:gdLst>
                <a:gd name="T0" fmla="*/ 595 w 40"/>
                <a:gd name="T1" fmla="*/ 1277 h 67"/>
                <a:gd name="T2" fmla="*/ 270 w 40"/>
                <a:gd name="T3" fmla="*/ 492 h 67"/>
                <a:gd name="T4" fmla="*/ 0 w 40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7">
                  <a:moveTo>
                    <a:pt x="38" y="67"/>
                  </a:moveTo>
                  <a:cubicBezTo>
                    <a:pt x="40" y="52"/>
                    <a:pt x="26" y="37"/>
                    <a:pt x="17" y="26"/>
                  </a:cubicBezTo>
                  <a:cubicBezTo>
                    <a:pt x="10" y="18"/>
                    <a:pt x="5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7" name="Freeform 864">
              <a:extLst>
                <a:ext uri="{FF2B5EF4-FFF2-40B4-BE49-F238E27FC236}">
                  <a16:creationId xmlns:a16="http://schemas.microsoft.com/office/drawing/2014/main" id="{11389C1B-1DED-41DE-A54D-AEE046E34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555"/>
              <a:ext cx="63" cy="43"/>
            </a:xfrm>
            <a:custGeom>
              <a:avLst/>
              <a:gdLst>
                <a:gd name="T0" fmla="*/ 0 w 25"/>
                <a:gd name="T1" fmla="*/ 0 h 16"/>
                <a:gd name="T2" fmla="*/ 401 w 2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6">
                  <a:moveTo>
                    <a:pt x="0" y="0"/>
                  </a:moveTo>
                  <a:cubicBezTo>
                    <a:pt x="7" y="10"/>
                    <a:pt x="18" y="8"/>
                    <a:pt x="25" y="16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8" name="Freeform 865">
              <a:extLst>
                <a:ext uri="{FF2B5EF4-FFF2-40B4-BE49-F238E27FC236}">
                  <a16:creationId xmlns:a16="http://schemas.microsoft.com/office/drawing/2014/main" id="{18E29AA1-05EE-43BC-9379-7775B4F96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513"/>
              <a:ext cx="54" cy="26"/>
            </a:xfrm>
            <a:custGeom>
              <a:avLst/>
              <a:gdLst>
                <a:gd name="T0" fmla="*/ 326 w 22"/>
                <a:gd name="T1" fmla="*/ 21 h 10"/>
                <a:gd name="T2" fmla="*/ 133 w 22"/>
                <a:gd name="T3" fmla="*/ 55 h 10"/>
                <a:gd name="T4" fmla="*/ 0 w 22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">
                  <a:moveTo>
                    <a:pt x="22" y="1"/>
                  </a:moveTo>
                  <a:cubicBezTo>
                    <a:pt x="17" y="1"/>
                    <a:pt x="13" y="0"/>
                    <a:pt x="9" y="3"/>
                  </a:cubicBezTo>
                  <a:cubicBezTo>
                    <a:pt x="5" y="5"/>
                    <a:pt x="3" y="9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9" name="Freeform 866">
              <a:extLst>
                <a:ext uri="{FF2B5EF4-FFF2-40B4-BE49-F238E27FC236}">
                  <a16:creationId xmlns:a16="http://schemas.microsoft.com/office/drawing/2014/main" id="{579D49DD-4523-4861-8017-AC4CE1C3E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3515"/>
              <a:ext cx="40" cy="171"/>
            </a:xfrm>
            <a:custGeom>
              <a:avLst/>
              <a:gdLst>
                <a:gd name="T0" fmla="*/ 250 w 16"/>
                <a:gd name="T1" fmla="*/ 0 h 64"/>
                <a:gd name="T2" fmla="*/ 0 w 16"/>
                <a:gd name="T3" fmla="*/ 1221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4">
                  <a:moveTo>
                    <a:pt x="16" y="0"/>
                  </a:moveTo>
                  <a:cubicBezTo>
                    <a:pt x="3" y="19"/>
                    <a:pt x="12" y="45"/>
                    <a:pt x="0" y="64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0" name="Freeform 867">
              <a:extLst>
                <a:ext uri="{FF2B5EF4-FFF2-40B4-BE49-F238E27FC236}">
                  <a16:creationId xmlns:a16="http://schemas.microsoft.com/office/drawing/2014/main" id="{C4B673B7-677B-42B7-81A1-4AA360D28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643"/>
              <a:ext cx="50" cy="152"/>
            </a:xfrm>
            <a:custGeom>
              <a:avLst/>
              <a:gdLst>
                <a:gd name="T0" fmla="*/ 95 w 20"/>
                <a:gd name="T1" fmla="*/ 0 h 57"/>
                <a:gd name="T2" fmla="*/ 238 w 20"/>
                <a:gd name="T3" fmla="*/ 605 h 57"/>
                <a:gd name="T4" fmla="*/ 313 w 20"/>
                <a:gd name="T5" fmla="*/ 108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7">
                  <a:moveTo>
                    <a:pt x="6" y="0"/>
                  </a:moveTo>
                  <a:cubicBezTo>
                    <a:pt x="0" y="11"/>
                    <a:pt x="10" y="22"/>
                    <a:pt x="15" y="32"/>
                  </a:cubicBezTo>
                  <a:cubicBezTo>
                    <a:pt x="19" y="39"/>
                    <a:pt x="20" y="48"/>
                    <a:pt x="20" y="5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1" name="Freeform 868">
              <a:extLst>
                <a:ext uri="{FF2B5EF4-FFF2-40B4-BE49-F238E27FC236}">
                  <a16:creationId xmlns:a16="http://schemas.microsoft.com/office/drawing/2014/main" id="{BE1F5DB6-4D1C-4F37-8862-BC9F46F20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670"/>
              <a:ext cx="10" cy="112"/>
            </a:xfrm>
            <a:custGeom>
              <a:avLst/>
              <a:gdLst>
                <a:gd name="T0" fmla="*/ 0 w 4"/>
                <a:gd name="T1" fmla="*/ 0 h 42"/>
                <a:gd name="T2" fmla="*/ 0 w 4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0"/>
                  </a:moveTo>
                  <a:cubicBezTo>
                    <a:pt x="4" y="14"/>
                    <a:pt x="4" y="28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2" name="Freeform 869">
              <a:extLst>
                <a:ext uri="{FF2B5EF4-FFF2-40B4-BE49-F238E27FC236}">
                  <a16:creationId xmlns:a16="http://schemas.microsoft.com/office/drawing/2014/main" id="{87373D46-9888-42B9-B48B-B21A70B73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3654"/>
              <a:ext cx="93" cy="147"/>
            </a:xfrm>
            <a:custGeom>
              <a:avLst/>
              <a:gdLst>
                <a:gd name="T0" fmla="*/ 0 w 37"/>
                <a:gd name="T1" fmla="*/ 0 h 55"/>
                <a:gd name="T2" fmla="*/ 317 w 37"/>
                <a:gd name="T3" fmla="*/ 615 h 55"/>
                <a:gd name="T4" fmla="*/ 588 w 37"/>
                <a:gd name="T5" fmla="*/ 105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5">
                  <a:moveTo>
                    <a:pt x="0" y="0"/>
                  </a:moveTo>
                  <a:cubicBezTo>
                    <a:pt x="3" y="13"/>
                    <a:pt x="10" y="23"/>
                    <a:pt x="20" y="32"/>
                  </a:cubicBezTo>
                  <a:cubicBezTo>
                    <a:pt x="28" y="39"/>
                    <a:pt x="32" y="47"/>
                    <a:pt x="37" y="55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3" name="Freeform 870">
              <a:extLst>
                <a:ext uri="{FF2B5EF4-FFF2-40B4-BE49-F238E27FC236}">
                  <a16:creationId xmlns:a16="http://schemas.microsoft.com/office/drawing/2014/main" id="{B7DE6ACE-890C-4897-840E-A99FC225E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3699"/>
              <a:ext cx="17" cy="110"/>
            </a:xfrm>
            <a:custGeom>
              <a:avLst/>
              <a:gdLst>
                <a:gd name="T0" fmla="*/ 0 w 7"/>
                <a:gd name="T1" fmla="*/ 0 h 41"/>
                <a:gd name="T2" fmla="*/ 87 w 7"/>
                <a:gd name="T3" fmla="*/ 389 h 41"/>
                <a:gd name="T4" fmla="*/ 87 w 7"/>
                <a:gd name="T5" fmla="*/ 79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1">
                  <a:moveTo>
                    <a:pt x="0" y="0"/>
                  </a:moveTo>
                  <a:cubicBezTo>
                    <a:pt x="2" y="7"/>
                    <a:pt x="6" y="13"/>
                    <a:pt x="6" y="20"/>
                  </a:cubicBezTo>
                  <a:cubicBezTo>
                    <a:pt x="7" y="27"/>
                    <a:pt x="5" y="34"/>
                    <a:pt x="6" y="4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4" name="Freeform 871">
              <a:extLst>
                <a:ext uri="{FF2B5EF4-FFF2-40B4-BE49-F238E27FC236}">
                  <a16:creationId xmlns:a16="http://schemas.microsoft.com/office/drawing/2014/main" id="{6FC4167B-8B33-4D18-B86B-51170ED12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286"/>
              <a:ext cx="300" cy="171"/>
            </a:xfrm>
            <a:custGeom>
              <a:avLst/>
              <a:gdLst>
                <a:gd name="T0" fmla="*/ 0 w 120"/>
                <a:gd name="T1" fmla="*/ 970 h 64"/>
                <a:gd name="T2" fmla="*/ 938 w 120"/>
                <a:gd name="T3" fmla="*/ 513 h 64"/>
                <a:gd name="T4" fmla="*/ 1595 w 120"/>
                <a:gd name="T5" fmla="*/ 150 h 64"/>
                <a:gd name="T6" fmla="*/ 1875 w 120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64">
                  <a:moveTo>
                    <a:pt x="0" y="51"/>
                  </a:moveTo>
                  <a:cubicBezTo>
                    <a:pt x="16" y="64"/>
                    <a:pt x="49" y="35"/>
                    <a:pt x="60" y="27"/>
                  </a:cubicBezTo>
                  <a:cubicBezTo>
                    <a:pt x="72" y="17"/>
                    <a:pt x="87" y="11"/>
                    <a:pt x="102" y="8"/>
                  </a:cubicBezTo>
                  <a:cubicBezTo>
                    <a:pt x="108" y="6"/>
                    <a:pt x="118" y="6"/>
                    <a:pt x="12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5" name="Freeform 872">
              <a:extLst>
                <a:ext uri="{FF2B5EF4-FFF2-40B4-BE49-F238E27FC236}">
                  <a16:creationId xmlns:a16="http://schemas.microsoft.com/office/drawing/2014/main" id="{BB2AF82A-650F-41BD-BB78-B7B1CB606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3134"/>
              <a:ext cx="122" cy="235"/>
            </a:xfrm>
            <a:custGeom>
              <a:avLst/>
              <a:gdLst>
                <a:gd name="T0" fmla="*/ 0 w 49"/>
                <a:gd name="T1" fmla="*/ 1677 h 88"/>
                <a:gd name="T2" fmla="*/ 309 w 49"/>
                <a:gd name="T3" fmla="*/ 897 h 88"/>
                <a:gd name="T4" fmla="*/ 757 w 49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88">
                  <a:moveTo>
                    <a:pt x="0" y="88"/>
                  </a:moveTo>
                  <a:cubicBezTo>
                    <a:pt x="12" y="80"/>
                    <a:pt x="15" y="60"/>
                    <a:pt x="20" y="47"/>
                  </a:cubicBezTo>
                  <a:cubicBezTo>
                    <a:pt x="25" y="32"/>
                    <a:pt x="34" y="8"/>
                    <a:pt x="49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6" name="Freeform 873">
              <a:extLst>
                <a:ext uri="{FF2B5EF4-FFF2-40B4-BE49-F238E27FC236}">
                  <a16:creationId xmlns:a16="http://schemas.microsoft.com/office/drawing/2014/main" id="{5D9BA0CC-7857-4427-A22A-FF0FB8BE6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3361"/>
              <a:ext cx="250" cy="66"/>
            </a:xfrm>
            <a:custGeom>
              <a:avLst/>
              <a:gdLst>
                <a:gd name="T0" fmla="*/ 1563 w 100"/>
                <a:gd name="T1" fmla="*/ 404 h 25"/>
                <a:gd name="T2" fmla="*/ 1333 w 100"/>
                <a:gd name="T3" fmla="*/ 438 h 25"/>
                <a:gd name="T4" fmla="*/ 908 w 100"/>
                <a:gd name="T5" fmla="*/ 404 h 25"/>
                <a:gd name="T6" fmla="*/ 395 w 100"/>
                <a:gd name="T7" fmla="*/ 145 h 25"/>
                <a:gd name="T8" fmla="*/ 0 w 10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25">
                  <a:moveTo>
                    <a:pt x="100" y="22"/>
                  </a:moveTo>
                  <a:cubicBezTo>
                    <a:pt x="96" y="25"/>
                    <a:pt x="90" y="24"/>
                    <a:pt x="85" y="24"/>
                  </a:cubicBezTo>
                  <a:cubicBezTo>
                    <a:pt x="76" y="25"/>
                    <a:pt x="67" y="25"/>
                    <a:pt x="58" y="22"/>
                  </a:cubicBezTo>
                  <a:cubicBezTo>
                    <a:pt x="47" y="18"/>
                    <a:pt x="36" y="13"/>
                    <a:pt x="25" y="8"/>
                  </a:cubicBezTo>
                  <a:cubicBezTo>
                    <a:pt x="17" y="4"/>
                    <a:pt x="8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7" name="Freeform 874">
              <a:extLst>
                <a:ext uri="{FF2B5EF4-FFF2-40B4-BE49-F238E27FC236}">
                  <a16:creationId xmlns:a16="http://schemas.microsoft.com/office/drawing/2014/main" id="{D500296E-3A46-4609-B58A-C260D42D8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425"/>
              <a:ext cx="175" cy="26"/>
            </a:xfrm>
            <a:custGeom>
              <a:avLst/>
              <a:gdLst>
                <a:gd name="T0" fmla="*/ 1095 w 70"/>
                <a:gd name="T1" fmla="*/ 0 h 10"/>
                <a:gd name="T2" fmla="*/ 550 w 70"/>
                <a:gd name="T3" fmla="*/ 122 h 10"/>
                <a:gd name="T4" fmla="*/ 0 w 70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0">
                  <a:moveTo>
                    <a:pt x="70" y="0"/>
                  </a:moveTo>
                  <a:cubicBezTo>
                    <a:pt x="58" y="0"/>
                    <a:pt x="47" y="5"/>
                    <a:pt x="35" y="7"/>
                  </a:cubicBezTo>
                  <a:cubicBezTo>
                    <a:pt x="23" y="10"/>
                    <a:pt x="11" y="10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8" name="Freeform 875">
              <a:extLst>
                <a:ext uri="{FF2B5EF4-FFF2-40B4-BE49-F238E27FC236}">
                  <a16:creationId xmlns:a16="http://schemas.microsoft.com/office/drawing/2014/main" id="{B2E678B2-E596-4E19-AD51-2993FB242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3073"/>
              <a:ext cx="240" cy="269"/>
            </a:xfrm>
            <a:custGeom>
              <a:avLst/>
              <a:gdLst>
                <a:gd name="T0" fmla="*/ 1500 w 96"/>
                <a:gd name="T1" fmla="*/ 1907 h 101"/>
                <a:gd name="T2" fmla="*/ 1238 w 96"/>
                <a:gd name="T3" fmla="*/ 1420 h 101"/>
                <a:gd name="T4" fmla="*/ 720 w 96"/>
                <a:gd name="T5" fmla="*/ 964 h 101"/>
                <a:gd name="T6" fmla="*/ 0 w 96"/>
                <a:gd name="T7" fmla="*/ 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101">
                  <a:moveTo>
                    <a:pt x="96" y="101"/>
                  </a:moveTo>
                  <a:cubicBezTo>
                    <a:pt x="90" y="92"/>
                    <a:pt x="85" y="83"/>
                    <a:pt x="79" y="75"/>
                  </a:cubicBezTo>
                  <a:cubicBezTo>
                    <a:pt x="70" y="63"/>
                    <a:pt x="57" y="59"/>
                    <a:pt x="46" y="51"/>
                  </a:cubicBezTo>
                  <a:cubicBezTo>
                    <a:pt x="27" y="37"/>
                    <a:pt x="8" y="2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9" name="Freeform 876">
              <a:extLst>
                <a:ext uri="{FF2B5EF4-FFF2-40B4-BE49-F238E27FC236}">
                  <a16:creationId xmlns:a16="http://schemas.microsoft.com/office/drawing/2014/main" id="{64898B68-76D6-4A4D-8A55-AAB6E75A8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129"/>
              <a:ext cx="112" cy="56"/>
            </a:xfrm>
            <a:custGeom>
              <a:avLst/>
              <a:gdLst>
                <a:gd name="T0" fmla="*/ 0 w 45"/>
                <a:gd name="T1" fmla="*/ 0 h 21"/>
                <a:gd name="T2" fmla="*/ 508 w 45"/>
                <a:gd name="T3" fmla="*/ 307 h 21"/>
                <a:gd name="T4" fmla="*/ 694 w 45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1">
                  <a:moveTo>
                    <a:pt x="0" y="0"/>
                  </a:moveTo>
                  <a:cubicBezTo>
                    <a:pt x="11" y="4"/>
                    <a:pt x="21" y="12"/>
                    <a:pt x="33" y="16"/>
                  </a:cubicBezTo>
                  <a:cubicBezTo>
                    <a:pt x="37" y="17"/>
                    <a:pt x="42" y="18"/>
                    <a:pt x="45" y="2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0" name="Freeform 877">
              <a:extLst>
                <a:ext uri="{FF2B5EF4-FFF2-40B4-BE49-F238E27FC236}">
                  <a16:creationId xmlns:a16="http://schemas.microsoft.com/office/drawing/2014/main" id="{03AE29C0-55CF-4475-9B28-7BB692523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166"/>
              <a:ext cx="287" cy="192"/>
            </a:xfrm>
            <a:custGeom>
              <a:avLst/>
              <a:gdLst>
                <a:gd name="T0" fmla="*/ 1787 w 115"/>
                <a:gd name="T1" fmla="*/ 1365 h 72"/>
                <a:gd name="T2" fmla="*/ 1353 w 115"/>
                <a:gd name="T3" fmla="*/ 931 h 72"/>
                <a:gd name="T4" fmla="*/ 746 w 115"/>
                <a:gd name="T5" fmla="*/ 704 h 72"/>
                <a:gd name="T6" fmla="*/ 0 w 115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72">
                  <a:moveTo>
                    <a:pt x="115" y="72"/>
                  </a:moveTo>
                  <a:cubicBezTo>
                    <a:pt x="106" y="63"/>
                    <a:pt x="99" y="55"/>
                    <a:pt x="87" y="49"/>
                  </a:cubicBezTo>
                  <a:cubicBezTo>
                    <a:pt x="74" y="43"/>
                    <a:pt x="60" y="43"/>
                    <a:pt x="48" y="37"/>
                  </a:cubicBezTo>
                  <a:cubicBezTo>
                    <a:pt x="34" y="32"/>
                    <a:pt x="2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1" name="Freeform 878">
              <a:extLst>
                <a:ext uri="{FF2B5EF4-FFF2-40B4-BE49-F238E27FC236}">
                  <a16:creationId xmlns:a16="http://schemas.microsoft.com/office/drawing/2014/main" id="{A4AF0D9B-03C4-4CB9-BB48-3E7850C73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299"/>
              <a:ext cx="137" cy="24"/>
            </a:xfrm>
            <a:custGeom>
              <a:avLst/>
              <a:gdLst>
                <a:gd name="T0" fmla="*/ 849 w 55"/>
                <a:gd name="T1" fmla="*/ 56 h 9"/>
                <a:gd name="T2" fmla="*/ 466 w 55"/>
                <a:gd name="T3" fmla="*/ 35 h 9"/>
                <a:gd name="T4" fmla="*/ 0 w 55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9">
                  <a:moveTo>
                    <a:pt x="55" y="3"/>
                  </a:moveTo>
                  <a:cubicBezTo>
                    <a:pt x="46" y="1"/>
                    <a:pt x="40" y="0"/>
                    <a:pt x="30" y="2"/>
                  </a:cubicBezTo>
                  <a:cubicBezTo>
                    <a:pt x="24" y="3"/>
                    <a:pt x="2" y="9"/>
                    <a:pt x="0" y="4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2" name="Freeform 879">
              <a:extLst>
                <a:ext uri="{FF2B5EF4-FFF2-40B4-BE49-F238E27FC236}">
                  <a16:creationId xmlns:a16="http://schemas.microsoft.com/office/drawing/2014/main" id="{3F02F28F-C1DE-4D0C-BDD7-04AA01922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3467"/>
              <a:ext cx="125" cy="155"/>
            </a:xfrm>
            <a:custGeom>
              <a:avLst/>
              <a:gdLst>
                <a:gd name="T0" fmla="*/ 783 w 50"/>
                <a:gd name="T1" fmla="*/ 56 h 58"/>
                <a:gd name="T2" fmla="*/ 438 w 50"/>
                <a:gd name="T3" fmla="*/ 492 h 58"/>
                <a:gd name="T4" fmla="*/ 0 w 50"/>
                <a:gd name="T5" fmla="*/ 110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8">
                  <a:moveTo>
                    <a:pt x="50" y="3"/>
                  </a:moveTo>
                  <a:cubicBezTo>
                    <a:pt x="38" y="0"/>
                    <a:pt x="32" y="18"/>
                    <a:pt x="28" y="26"/>
                  </a:cubicBezTo>
                  <a:cubicBezTo>
                    <a:pt x="21" y="40"/>
                    <a:pt x="15" y="53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3" name="Freeform 880">
              <a:extLst>
                <a:ext uri="{FF2B5EF4-FFF2-40B4-BE49-F238E27FC236}">
                  <a16:creationId xmlns:a16="http://schemas.microsoft.com/office/drawing/2014/main" id="{FD1B6812-EA3D-477C-89D0-99B3C6792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539"/>
              <a:ext cx="143" cy="30"/>
            </a:xfrm>
            <a:custGeom>
              <a:avLst/>
              <a:gdLst>
                <a:gd name="T0" fmla="*/ 901 w 57"/>
                <a:gd name="T1" fmla="*/ 0 h 11"/>
                <a:gd name="T2" fmla="*/ 472 w 57"/>
                <a:gd name="T3" fmla="*/ 142 h 11"/>
                <a:gd name="T4" fmla="*/ 0 w 57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1">
                  <a:moveTo>
                    <a:pt x="57" y="0"/>
                  </a:moveTo>
                  <a:cubicBezTo>
                    <a:pt x="52" y="7"/>
                    <a:pt x="38" y="7"/>
                    <a:pt x="30" y="7"/>
                  </a:cubicBezTo>
                  <a:cubicBezTo>
                    <a:pt x="21" y="7"/>
                    <a:pt x="8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4" name="Freeform 881">
              <a:extLst>
                <a:ext uri="{FF2B5EF4-FFF2-40B4-BE49-F238E27FC236}">
                  <a16:creationId xmlns:a16="http://schemas.microsoft.com/office/drawing/2014/main" id="{1E9E50B2-6478-4091-A255-A07586630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574"/>
              <a:ext cx="17" cy="160"/>
            </a:xfrm>
            <a:custGeom>
              <a:avLst/>
              <a:gdLst>
                <a:gd name="T0" fmla="*/ 29 w 7"/>
                <a:gd name="T1" fmla="*/ 0 h 60"/>
                <a:gd name="T2" fmla="*/ 0 w 7"/>
                <a:gd name="T3" fmla="*/ 285 h 60"/>
                <a:gd name="T4" fmla="*/ 41 w 7"/>
                <a:gd name="T5" fmla="*/ 627 h 60"/>
                <a:gd name="T6" fmla="*/ 100 w 7"/>
                <a:gd name="T7" fmla="*/ 113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0">
                  <a:moveTo>
                    <a:pt x="2" y="0"/>
                  </a:moveTo>
                  <a:cubicBezTo>
                    <a:pt x="3" y="5"/>
                    <a:pt x="0" y="10"/>
                    <a:pt x="0" y="15"/>
                  </a:cubicBezTo>
                  <a:cubicBezTo>
                    <a:pt x="0" y="21"/>
                    <a:pt x="1" y="28"/>
                    <a:pt x="3" y="33"/>
                  </a:cubicBezTo>
                  <a:cubicBezTo>
                    <a:pt x="5" y="43"/>
                    <a:pt x="7" y="50"/>
                    <a:pt x="7" y="6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5" name="Freeform 882">
              <a:extLst>
                <a:ext uri="{FF2B5EF4-FFF2-40B4-BE49-F238E27FC236}">
                  <a16:creationId xmlns:a16="http://schemas.microsoft.com/office/drawing/2014/main" id="{824560CE-E957-445E-A881-EFC26C9EF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030"/>
              <a:ext cx="145" cy="309"/>
            </a:xfrm>
            <a:custGeom>
              <a:avLst/>
              <a:gdLst>
                <a:gd name="T0" fmla="*/ 0 w 58"/>
                <a:gd name="T1" fmla="*/ 2192 h 116"/>
                <a:gd name="T2" fmla="*/ 563 w 58"/>
                <a:gd name="T3" fmla="*/ 1228 h 116"/>
                <a:gd name="T4" fmla="*/ 720 w 58"/>
                <a:gd name="T5" fmla="*/ 546 h 116"/>
                <a:gd name="T6" fmla="*/ 908 w 58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16">
                  <a:moveTo>
                    <a:pt x="0" y="116"/>
                  </a:moveTo>
                  <a:cubicBezTo>
                    <a:pt x="18" y="108"/>
                    <a:pt x="29" y="84"/>
                    <a:pt x="36" y="65"/>
                  </a:cubicBezTo>
                  <a:cubicBezTo>
                    <a:pt x="40" y="53"/>
                    <a:pt x="42" y="41"/>
                    <a:pt x="46" y="29"/>
                  </a:cubicBezTo>
                  <a:cubicBezTo>
                    <a:pt x="49" y="21"/>
                    <a:pt x="51" y="7"/>
                    <a:pt x="58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6" name="Freeform 883">
              <a:extLst>
                <a:ext uri="{FF2B5EF4-FFF2-40B4-BE49-F238E27FC236}">
                  <a16:creationId xmlns:a16="http://schemas.microsoft.com/office/drawing/2014/main" id="{1BAD4B97-957F-47F7-A6C3-46E24C32C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059"/>
              <a:ext cx="28" cy="192"/>
            </a:xfrm>
            <a:custGeom>
              <a:avLst/>
              <a:gdLst>
                <a:gd name="T0" fmla="*/ 0 w 11"/>
                <a:gd name="T1" fmla="*/ 1365 h 72"/>
                <a:gd name="T2" fmla="*/ 51 w 11"/>
                <a:gd name="T3" fmla="*/ 853 h 72"/>
                <a:gd name="T4" fmla="*/ 51 w 11"/>
                <a:gd name="T5" fmla="*/ 419 h 72"/>
                <a:gd name="T6" fmla="*/ 181 w 11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2">
                  <a:moveTo>
                    <a:pt x="0" y="72"/>
                  </a:moveTo>
                  <a:cubicBezTo>
                    <a:pt x="2" y="63"/>
                    <a:pt x="3" y="56"/>
                    <a:pt x="3" y="45"/>
                  </a:cubicBezTo>
                  <a:cubicBezTo>
                    <a:pt x="3" y="38"/>
                    <a:pt x="2" y="29"/>
                    <a:pt x="3" y="22"/>
                  </a:cubicBezTo>
                  <a:cubicBezTo>
                    <a:pt x="4" y="14"/>
                    <a:pt x="8" y="7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7" name="Freeform 884">
              <a:extLst>
                <a:ext uri="{FF2B5EF4-FFF2-40B4-BE49-F238E27FC236}">
                  <a16:creationId xmlns:a16="http://schemas.microsoft.com/office/drawing/2014/main" id="{269F7CB7-3096-4E8A-8DC6-959C8130F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3473"/>
              <a:ext cx="240" cy="34"/>
            </a:xfrm>
            <a:custGeom>
              <a:avLst/>
              <a:gdLst>
                <a:gd name="T0" fmla="*/ 0 w 96"/>
                <a:gd name="T1" fmla="*/ 0 h 13"/>
                <a:gd name="T2" fmla="*/ 250 w 96"/>
                <a:gd name="T3" fmla="*/ 144 h 13"/>
                <a:gd name="T4" fmla="*/ 833 w 96"/>
                <a:gd name="T5" fmla="*/ 110 h 13"/>
                <a:gd name="T6" fmla="*/ 1500 w 96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13">
                  <a:moveTo>
                    <a:pt x="0" y="0"/>
                  </a:moveTo>
                  <a:cubicBezTo>
                    <a:pt x="1" y="6"/>
                    <a:pt x="12" y="7"/>
                    <a:pt x="16" y="8"/>
                  </a:cubicBezTo>
                  <a:cubicBezTo>
                    <a:pt x="29" y="11"/>
                    <a:pt x="40" y="7"/>
                    <a:pt x="53" y="6"/>
                  </a:cubicBezTo>
                  <a:cubicBezTo>
                    <a:pt x="68" y="6"/>
                    <a:pt x="82" y="5"/>
                    <a:pt x="96" y="13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8" name="Freeform 885">
              <a:extLst>
                <a:ext uri="{FF2B5EF4-FFF2-40B4-BE49-F238E27FC236}">
                  <a16:creationId xmlns:a16="http://schemas.microsoft.com/office/drawing/2014/main" id="{05F2541E-3F11-4EB2-97A3-877569D9F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3491"/>
              <a:ext cx="115" cy="59"/>
            </a:xfrm>
            <a:custGeom>
              <a:avLst/>
              <a:gdLst>
                <a:gd name="T0" fmla="*/ 0 w 46"/>
                <a:gd name="T1" fmla="*/ 0 h 22"/>
                <a:gd name="T2" fmla="*/ 333 w 46"/>
                <a:gd name="T3" fmla="*/ 150 h 22"/>
                <a:gd name="T4" fmla="*/ 720 w 46"/>
                <a:gd name="T5" fmla="*/ 40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2">
                  <a:moveTo>
                    <a:pt x="0" y="0"/>
                  </a:moveTo>
                  <a:cubicBezTo>
                    <a:pt x="6" y="4"/>
                    <a:pt x="14" y="5"/>
                    <a:pt x="21" y="8"/>
                  </a:cubicBezTo>
                  <a:cubicBezTo>
                    <a:pt x="28" y="13"/>
                    <a:pt x="38" y="22"/>
                    <a:pt x="46" y="2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9" name="Freeform 886">
              <a:extLst>
                <a:ext uri="{FF2B5EF4-FFF2-40B4-BE49-F238E27FC236}">
                  <a16:creationId xmlns:a16="http://schemas.microsoft.com/office/drawing/2014/main" id="{CF0FE8E2-FF45-4D92-BC7B-1DA653CE6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3387"/>
              <a:ext cx="138" cy="110"/>
            </a:xfrm>
            <a:custGeom>
              <a:avLst/>
              <a:gdLst>
                <a:gd name="T0" fmla="*/ 0 w 55"/>
                <a:gd name="T1" fmla="*/ 735 h 41"/>
                <a:gd name="T2" fmla="*/ 429 w 55"/>
                <a:gd name="T3" fmla="*/ 424 h 41"/>
                <a:gd name="T4" fmla="*/ 868 w 5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1">
                  <a:moveTo>
                    <a:pt x="0" y="38"/>
                  </a:moveTo>
                  <a:cubicBezTo>
                    <a:pt x="8" y="41"/>
                    <a:pt x="21" y="27"/>
                    <a:pt x="27" y="22"/>
                  </a:cubicBezTo>
                  <a:cubicBezTo>
                    <a:pt x="36" y="13"/>
                    <a:pt x="42" y="5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0" name="Freeform 887">
              <a:extLst>
                <a:ext uri="{FF2B5EF4-FFF2-40B4-BE49-F238E27FC236}">
                  <a16:creationId xmlns:a16="http://schemas.microsoft.com/office/drawing/2014/main" id="{4EA53CFB-B857-45BE-B304-577900426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534"/>
              <a:ext cx="140" cy="61"/>
            </a:xfrm>
            <a:custGeom>
              <a:avLst/>
              <a:gdLst>
                <a:gd name="T0" fmla="*/ 0 w 56"/>
                <a:gd name="T1" fmla="*/ 0 h 23"/>
                <a:gd name="T2" fmla="*/ 375 w 56"/>
                <a:gd name="T3" fmla="*/ 225 h 23"/>
                <a:gd name="T4" fmla="*/ 875 w 56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3">
                  <a:moveTo>
                    <a:pt x="0" y="0"/>
                  </a:moveTo>
                  <a:cubicBezTo>
                    <a:pt x="6" y="7"/>
                    <a:pt x="15" y="10"/>
                    <a:pt x="24" y="12"/>
                  </a:cubicBezTo>
                  <a:cubicBezTo>
                    <a:pt x="37" y="14"/>
                    <a:pt x="45" y="17"/>
                    <a:pt x="56" y="23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1" name="Freeform 888">
              <a:extLst>
                <a:ext uri="{FF2B5EF4-FFF2-40B4-BE49-F238E27FC236}">
                  <a16:creationId xmlns:a16="http://schemas.microsoft.com/office/drawing/2014/main" id="{F4530A4F-F6F6-4579-91F7-62F832F5C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3622"/>
              <a:ext cx="25" cy="83"/>
            </a:xfrm>
            <a:custGeom>
              <a:avLst/>
              <a:gdLst>
                <a:gd name="T0" fmla="*/ 158 w 10"/>
                <a:gd name="T1" fmla="*/ 594 h 31"/>
                <a:gd name="T2" fmla="*/ 20 w 10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1">
                  <a:moveTo>
                    <a:pt x="10" y="31"/>
                  </a:moveTo>
                  <a:cubicBezTo>
                    <a:pt x="9" y="21"/>
                    <a:pt x="0" y="1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2" name="Freeform 889">
              <a:extLst>
                <a:ext uri="{FF2B5EF4-FFF2-40B4-BE49-F238E27FC236}">
                  <a16:creationId xmlns:a16="http://schemas.microsoft.com/office/drawing/2014/main" id="{B824165A-E51E-43D0-90BB-B162EF2EA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8" y="2833"/>
              <a:ext cx="1192" cy="1032"/>
            </a:xfrm>
            <a:custGeom>
              <a:avLst/>
              <a:gdLst>
                <a:gd name="T0" fmla="*/ 6037 w 477"/>
                <a:gd name="T1" fmla="*/ 1024 h 387"/>
                <a:gd name="T2" fmla="*/ 4978 w 477"/>
                <a:gd name="T3" fmla="*/ 419 h 387"/>
                <a:gd name="T4" fmla="*/ 3728 w 477"/>
                <a:gd name="T5" fmla="*/ 533 h 387"/>
                <a:gd name="T6" fmla="*/ 3716 w 477"/>
                <a:gd name="T7" fmla="*/ 533 h 387"/>
                <a:gd name="T8" fmla="*/ 2466 w 477"/>
                <a:gd name="T9" fmla="*/ 419 h 387"/>
                <a:gd name="T10" fmla="*/ 1404 w 477"/>
                <a:gd name="T11" fmla="*/ 1024 h 387"/>
                <a:gd name="T12" fmla="*/ 42 w 477"/>
                <a:gd name="T13" fmla="*/ 3320 h 387"/>
                <a:gd name="T14" fmla="*/ 1075 w 477"/>
                <a:gd name="T15" fmla="*/ 5539 h 387"/>
                <a:gd name="T16" fmla="*/ 1574 w 477"/>
                <a:gd name="T17" fmla="*/ 6123 h 387"/>
                <a:gd name="T18" fmla="*/ 2342 w 477"/>
                <a:gd name="T19" fmla="*/ 6712 h 387"/>
                <a:gd name="T20" fmla="*/ 3603 w 477"/>
                <a:gd name="T21" fmla="*/ 6349 h 387"/>
                <a:gd name="T22" fmla="*/ 3529 w 477"/>
                <a:gd name="T23" fmla="*/ 5197 h 387"/>
                <a:gd name="T24" fmla="*/ 3696 w 477"/>
                <a:gd name="T25" fmla="*/ 4779 h 387"/>
                <a:gd name="T26" fmla="*/ 3746 w 477"/>
                <a:gd name="T27" fmla="*/ 4779 h 387"/>
                <a:gd name="T28" fmla="*/ 3883 w 477"/>
                <a:gd name="T29" fmla="*/ 5197 h 387"/>
                <a:gd name="T30" fmla="*/ 3808 w 477"/>
                <a:gd name="T31" fmla="*/ 6349 h 387"/>
                <a:gd name="T32" fmla="*/ 5103 w 477"/>
                <a:gd name="T33" fmla="*/ 6712 h 387"/>
                <a:gd name="T34" fmla="*/ 5870 w 477"/>
                <a:gd name="T35" fmla="*/ 6123 h 387"/>
                <a:gd name="T36" fmla="*/ 6350 w 477"/>
                <a:gd name="T37" fmla="*/ 5539 h 387"/>
                <a:gd name="T38" fmla="*/ 7382 w 477"/>
                <a:gd name="T39" fmla="*/ 3320 h 387"/>
                <a:gd name="T40" fmla="*/ 6037 w 477"/>
                <a:gd name="T41" fmla="*/ 1024 h 387"/>
                <a:gd name="T42" fmla="*/ 3716 w 477"/>
                <a:gd name="T43" fmla="*/ 4531 h 387"/>
                <a:gd name="T44" fmla="*/ 3591 w 477"/>
                <a:gd name="T45" fmla="*/ 4437 h 387"/>
                <a:gd name="T46" fmla="*/ 3716 w 477"/>
                <a:gd name="T47" fmla="*/ 4344 h 387"/>
                <a:gd name="T48" fmla="*/ 3853 w 477"/>
                <a:gd name="T49" fmla="*/ 4437 h 387"/>
                <a:gd name="T50" fmla="*/ 3716 w 477"/>
                <a:gd name="T51" fmla="*/ 4531 h 38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77" h="387">
                  <a:moveTo>
                    <a:pt x="387" y="54"/>
                  </a:moveTo>
                  <a:cubicBezTo>
                    <a:pt x="367" y="54"/>
                    <a:pt x="371" y="44"/>
                    <a:pt x="319" y="22"/>
                  </a:cubicBezTo>
                  <a:cubicBezTo>
                    <a:pt x="266" y="0"/>
                    <a:pt x="239" y="28"/>
                    <a:pt x="239" y="28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8"/>
                    <a:pt x="211" y="0"/>
                    <a:pt x="158" y="22"/>
                  </a:cubicBezTo>
                  <a:cubicBezTo>
                    <a:pt x="106" y="44"/>
                    <a:pt x="110" y="54"/>
                    <a:pt x="90" y="54"/>
                  </a:cubicBezTo>
                  <a:cubicBezTo>
                    <a:pt x="70" y="54"/>
                    <a:pt x="0" y="104"/>
                    <a:pt x="3" y="175"/>
                  </a:cubicBezTo>
                  <a:cubicBezTo>
                    <a:pt x="7" y="247"/>
                    <a:pt x="41" y="279"/>
                    <a:pt x="69" y="292"/>
                  </a:cubicBezTo>
                  <a:cubicBezTo>
                    <a:pt x="84" y="300"/>
                    <a:pt x="95" y="316"/>
                    <a:pt x="101" y="323"/>
                  </a:cubicBezTo>
                  <a:cubicBezTo>
                    <a:pt x="107" y="330"/>
                    <a:pt x="135" y="334"/>
                    <a:pt x="150" y="354"/>
                  </a:cubicBezTo>
                  <a:cubicBezTo>
                    <a:pt x="166" y="375"/>
                    <a:pt x="225" y="387"/>
                    <a:pt x="231" y="335"/>
                  </a:cubicBezTo>
                  <a:cubicBezTo>
                    <a:pt x="233" y="313"/>
                    <a:pt x="224" y="290"/>
                    <a:pt x="226" y="274"/>
                  </a:cubicBezTo>
                  <a:cubicBezTo>
                    <a:pt x="227" y="267"/>
                    <a:pt x="237" y="252"/>
                    <a:pt x="237" y="252"/>
                  </a:cubicBezTo>
                  <a:cubicBezTo>
                    <a:pt x="240" y="252"/>
                    <a:pt x="240" y="252"/>
                    <a:pt x="240" y="252"/>
                  </a:cubicBezTo>
                  <a:cubicBezTo>
                    <a:pt x="240" y="252"/>
                    <a:pt x="248" y="267"/>
                    <a:pt x="249" y="274"/>
                  </a:cubicBezTo>
                  <a:cubicBezTo>
                    <a:pt x="251" y="290"/>
                    <a:pt x="242" y="313"/>
                    <a:pt x="244" y="335"/>
                  </a:cubicBezTo>
                  <a:cubicBezTo>
                    <a:pt x="250" y="387"/>
                    <a:pt x="311" y="375"/>
                    <a:pt x="327" y="354"/>
                  </a:cubicBezTo>
                  <a:cubicBezTo>
                    <a:pt x="342" y="334"/>
                    <a:pt x="370" y="330"/>
                    <a:pt x="376" y="323"/>
                  </a:cubicBezTo>
                  <a:cubicBezTo>
                    <a:pt x="382" y="316"/>
                    <a:pt x="393" y="300"/>
                    <a:pt x="407" y="292"/>
                  </a:cubicBezTo>
                  <a:cubicBezTo>
                    <a:pt x="436" y="279"/>
                    <a:pt x="469" y="247"/>
                    <a:pt x="473" y="175"/>
                  </a:cubicBezTo>
                  <a:cubicBezTo>
                    <a:pt x="477" y="104"/>
                    <a:pt x="407" y="54"/>
                    <a:pt x="387" y="54"/>
                  </a:cubicBezTo>
                  <a:close/>
                  <a:moveTo>
                    <a:pt x="238" y="239"/>
                  </a:moveTo>
                  <a:cubicBezTo>
                    <a:pt x="234" y="239"/>
                    <a:pt x="230" y="237"/>
                    <a:pt x="230" y="234"/>
                  </a:cubicBezTo>
                  <a:cubicBezTo>
                    <a:pt x="230" y="232"/>
                    <a:pt x="234" y="229"/>
                    <a:pt x="238" y="229"/>
                  </a:cubicBezTo>
                  <a:cubicBezTo>
                    <a:pt x="243" y="229"/>
                    <a:pt x="247" y="232"/>
                    <a:pt x="247" y="234"/>
                  </a:cubicBezTo>
                  <a:cubicBezTo>
                    <a:pt x="247" y="237"/>
                    <a:pt x="243" y="239"/>
                    <a:pt x="238" y="239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8613" name="Spinal-cord-cross-section-illustration">
            <a:extLst>
              <a:ext uri="{FF2B5EF4-FFF2-40B4-BE49-F238E27FC236}">
                <a16:creationId xmlns:a16="http://schemas.microsoft.com/office/drawing/2014/main" id="{D340853F-E3FE-4480-A3EA-B56EF9A0A0AF}"/>
              </a:ext>
            </a:extLst>
          </p:cNvPr>
          <p:cNvGrpSpPr>
            <a:grpSpLocks/>
          </p:cNvGrpSpPr>
          <p:nvPr/>
        </p:nvGrpSpPr>
        <p:grpSpPr bwMode="auto">
          <a:xfrm>
            <a:off x="3297238" y="1252538"/>
            <a:ext cx="1025525" cy="747712"/>
            <a:chOff x="1117" y="789"/>
            <a:chExt cx="646" cy="471"/>
          </a:xfrm>
        </p:grpSpPr>
        <p:sp>
          <p:nvSpPr>
            <p:cNvPr id="68864" name="Freeform 448">
              <a:extLst>
                <a:ext uri="{FF2B5EF4-FFF2-40B4-BE49-F238E27FC236}">
                  <a16:creationId xmlns:a16="http://schemas.microsoft.com/office/drawing/2014/main" id="{50CE5BDB-74DE-4915-90F0-FB5C0245C1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7" y="789"/>
              <a:ext cx="646" cy="460"/>
            </a:xfrm>
            <a:custGeom>
              <a:avLst/>
              <a:gdLst>
                <a:gd name="T0" fmla="*/ 612 w 616"/>
                <a:gd name="T1" fmla="*/ 155 h 410"/>
                <a:gd name="T2" fmla="*/ 555 w 616"/>
                <a:gd name="T3" fmla="*/ 140 h 410"/>
                <a:gd name="T4" fmla="*/ 469 w 616"/>
                <a:gd name="T5" fmla="*/ 68 h 410"/>
                <a:gd name="T6" fmla="*/ 356 w 616"/>
                <a:gd name="T7" fmla="*/ 62 h 410"/>
                <a:gd name="T8" fmla="*/ 356 w 616"/>
                <a:gd name="T9" fmla="*/ 62 h 410"/>
                <a:gd name="T10" fmla="*/ 242 w 616"/>
                <a:gd name="T11" fmla="*/ 68 h 410"/>
                <a:gd name="T12" fmla="*/ 156 w 616"/>
                <a:gd name="T13" fmla="*/ 140 h 410"/>
                <a:gd name="T14" fmla="*/ 98 w 616"/>
                <a:gd name="T15" fmla="*/ 155 h 410"/>
                <a:gd name="T16" fmla="*/ 10 w 616"/>
                <a:gd name="T17" fmla="*/ 358 h 410"/>
                <a:gd name="T18" fmla="*/ 153 w 616"/>
                <a:gd name="T19" fmla="*/ 523 h 410"/>
                <a:gd name="T20" fmla="*/ 284 w 616"/>
                <a:gd name="T21" fmla="*/ 578 h 410"/>
                <a:gd name="T22" fmla="*/ 345 w 616"/>
                <a:gd name="T23" fmla="*/ 488 h 410"/>
                <a:gd name="T24" fmla="*/ 333 w 616"/>
                <a:gd name="T25" fmla="*/ 370 h 410"/>
                <a:gd name="T26" fmla="*/ 378 w 616"/>
                <a:gd name="T27" fmla="*/ 370 h 410"/>
                <a:gd name="T28" fmla="*/ 364 w 616"/>
                <a:gd name="T29" fmla="*/ 488 h 410"/>
                <a:gd name="T30" fmla="*/ 427 w 616"/>
                <a:gd name="T31" fmla="*/ 578 h 410"/>
                <a:gd name="T32" fmla="*/ 558 w 616"/>
                <a:gd name="T33" fmla="*/ 523 h 410"/>
                <a:gd name="T34" fmla="*/ 697 w 616"/>
                <a:gd name="T35" fmla="*/ 358 h 410"/>
                <a:gd name="T36" fmla="*/ 612 w 616"/>
                <a:gd name="T37" fmla="*/ 155 h 410"/>
                <a:gd name="T38" fmla="*/ 358 w 616"/>
                <a:gd name="T39" fmla="*/ 349 h 410"/>
                <a:gd name="T40" fmla="*/ 342 w 616"/>
                <a:gd name="T41" fmla="*/ 342 h 410"/>
                <a:gd name="T42" fmla="*/ 358 w 616"/>
                <a:gd name="T43" fmla="*/ 337 h 410"/>
                <a:gd name="T44" fmla="*/ 371 w 616"/>
                <a:gd name="T45" fmla="*/ 342 h 410"/>
                <a:gd name="T46" fmla="*/ 358 w 616"/>
                <a:gd name="T47" fmla="*/ 349 h 41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16" h="410">
                  <a:moveTo>
                    <a:pt x="531" y="110"/>
                  </a:moveTo>
                  <a:cubicBezTo>
                    <a:pt x="509" y="77"/>
                    <a:pt x="481" y="99"/>
                    <a:pt x="481" y="99"/>
                  </a:cubicBezTo>
                  <a:cubicBezTo>
                    <a:pt x="475" y="57"/>
                    <a:pt x="406" y="48"/>
                    <a:pt x="406" y="48"/>
                  </a:cubicBezTo>
                  <a:cubicBezTo>
                    <a:pt x="336" y="0"/>
                    <a:pt x="308" y="44"/>
                    <a:pt x="308" y="44"/>
                  </a:cubicBezTo>
                  <a:cubicBezTo>
                    <a:pt x="308" y="44"/>
                    <a:pt x="308" y="44"/>
                    <a:pt x="308" y="44"/>
                  </a:cubicBezTo>
                  <a:cubicBezTo>
                    <a:pt x="308" y="44"/>
                    <a:pt x="280" y="0"/>
                    <a:pt x="210" y="48"/>
                  </a:cubicBezTo>
                  <a:cubicBezTo>
                    <a:pt x="210" y="48"/>
                    <a:pt x="141" y="57"/>
                    <a:pt x="135" y="99"/>
                  </a:cubicBezTo>
                  <a:cubicBezTo>
                    <a:pt x="135" y="99"/>
                    <a:pt x="107" y="77"/>
                    <a:pt x="85" y="110"/>
                  </a:cubicBezTo>
                  <a:cubicBezTo>
                    <a:pt x="57" y="150"/>
                    <a:pt x="0" y="192"/>
                    <a:pt x="10" y="253"/>
                  </a:cubicBezTo>
                  <a:cubicBezTo>
                    <a:pt x="21" y="313"/>
                    <a:pt x="78" y="364"/>
                    <a:pt x="133" y="370"/>
                  </a:cubicBezTo>
                  <a:cubicBezTo>
                    <a:pt x="188" y="376"/>
                    <a:pt x="185" y="408"/>
                    <a:pt x="246" y="409"/>
                  </a:cubicBezTo>
                  <a:cubicBezTo>
                    <a:pt x="308" y="410"/>
                    <a:pt x="299" y="371"/>
                    <a:pt x="299" y="346"/>
                  </a:cubicBezTo>
                  <a:cubicBezTo>
                    <a:pt x="299" y="322"/>
                    <a:pt x="314" y="278"/>
                    <a:pt x="289" y="262"/>
                  </a:cubicBezTo>
                  <a:cubicBezTo>
                    <a:pt x="327" y="262"/>
                    <a:pt x="327" y="262"/>
                    <a:pt x="327" y="262"/>
                  </a:cubicBezTo>
                  <a:cubicBezTo>
                    <a:pt x="302" y="278"/>
                    <a:pt x="316" y="322"/>
                    <a:pt x="316" y="346"/>
                  </a:cubicBezTo>
                  <a:cubicBezTo>
                    <a:pt x="316" y="371"/>
                    <a:pt x="308" y="410"/>
                    <a:pt x="370" y="409"/>
                  </a:cubicBezTo>
                  <a:cubicBezTo>
                    <a:pt x="431" y="408"/>
                    <a:pt x="428" y="376"/>
                    <a:pt x="483" y="370"/>
                  </a:cubicBezTo>
                  <a:cubicBezTo>
                    <a:pt x="538" y="364"/>
                    <a:pt x="595" y="313"/>
                    <a:pt x="605" y="253"/>
                  </a:cubicBezTo>
                  <a:cubicBezTo>
                    <a:pt x="616" y="192"/>
                    <a:pt x="558" y="150"/>
                    <a:pt x="531" y="110"/>
                  </a:cubicBezTo>
                  <a:close/>
                  <a:moveTo>
                    <a:pt x="310" y="247"/>
                  </a:moveTo>
                  <a:cubicBezTo>
                    <a:pt x="303" y="247"/>
                    <a:pt x="297" y="245"/>
                    <a:pt x="297" y="242"/>
                  </a:cubicBezTo>
                  <a:cubicBezTo>
                    <a:pt x="297" y="240"/>
                    <a:pt x="303" y="238"/>
                    <a:pt x="310" y="238"/>
                  </a:cubicBezTo>
                  <a:cubicBezTo>
                    <a:pt x="316" y="238"/>
                    <a:pt x="322" y="240"/>
                    <a:pt x="322" y="242"/>
                  </a:cubicBezTo>
                  <a:cubicBezTo>
                    <a:pt x="322" y="245"/>
                    <a:pt x="316" y="247"/>
                    <a:pt x="310" y="247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5" name="Freeform 449">
              <a:extLst>
                <a:ext uri="{FF2B5EF4-FFF2-40B4-BE49-F238E27FC236}">
                  <a16:creationId xmlns:a16="http://schemas.microsoft.com/office/drawing/2014/main" id="{EBBB10DF-AB4C-46AC-85A7-C5004752CE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" y="905"/>
              <a:ext cx="457" cy="263"/>
            </a:xfrm>
            <a:custGeom>
              <a:avLst/>
              <a:gdLst>
                <a:gd name="T0" fmla="*/ 465 w 435"/>
                <a:gd name="T1" fmla="*/ 172 h 235"/>
                <a:gd name="T2" fmla="*/ 439 w 435"/>
                <a:gd name="T3" fmla="*/ 134 h 235"/>
                <a:gd name="T4" fmla="*/ 445 w 435"/>
                <a:gd name="T5" fmla="*/ 56 h 235"/>
                <a:gd name="T6" fmla="*/ 452 w 435"/>
                <a:gd name="T7" fmla="*/ 0 h 235"/>
                <a:gd name="T8" fmla="*/ 404 w 435"/>
                <a:gd name="T9" fmla="*/ 31 h 235"/>
                <a:gd name="T10" fmla="*/ 374 w 435"/>
                <a:gd name="T11" fmla="*/ 94 h 235"/>
                <a:gd name="T12" fmla="*/ 339 w 435"/>
                <a:gd name="T13" fmla="*/ 169 h 235"/>
                <a:gd name="T14" fmla="*/ 256 w 435"/>
                <a:gd name="T15" fmla="*/ 180 h 235"/>
                <a:gd name="T16" fmla="*/ 249 w 435"/>
                <a:gd name="T17" fmla="*/ 180 h 235"/>
                <a:gd name="T18" fmla="*/ 167 w 435"/>
                <a:gd name="T19" fmla="*/ 169 h 235"/>
                <a:gd name="T20" fmla="*/ 131 w 435"/>
                <a:gd name="T21" fmla="*/ 94 h 235"/>
                <a:gd name="T22" fmla="*/ 102 w 435"/>
                <a:gd name="T23" fmla="*/ 31 h 235"/>
                <a:gd name="T24" fmla="*/ 54 w 435"/>
                <a:gd name="T25" fmla="*/ 0 h 235"/>
                <a:gd name="T26" fmla="*/ 60 w 435"/>
                <a:gd name="T27" fmla="*/ 56 h 235"/>
                <a:gd name="T28" fmla="*/ 66 w 435"/>
                <a:gd name="T29" fmla="*/ 134 h 235"/>
                <a:gd name="T30" fmla="*/ 40 w 435"/>
                <a:gd name="T31" fmla="*/ 172 h 235"/>
                <a:gd name="T32" fmla="*/ 3 w 435"/>
                <a:gd name="T33" fmla="*/ 232 h 235"/>
                <a:gd name="T34" fmla="*/ 44 w 435"/>
                <a:gd name="T35" fmla="*/ 235 h 235"/>
                <a:gd name="T36" fmla="*/ 41 w 435"/>
                <a:gd name="T37" fmla="*/ 256 h 235"/>
                <a:gd name="T38" fmla="*/ 68 w 435"/>
                <a:gd name="T39" fmla="*/ 275 h 235"/>
                <a:gd name="T40" fmla="*/ 106 w 435"/>
                <a:gd name="T41" fmla="*/ 329 h 235"/>
                <a:gd name="T42" fmla="*/ 152 w 435"/>
                <a:gd name="T43" fmla="*/ 295 h 235"/>
                <a:gd name="T44" fmla="*/ 160 w 435"/>
                <a:gd name="T45" fmla="*/ 243 h 235"/>
                <a:gd name="T46" fmla="*/ 245 w 435"/>
                <a:gd name="T47" fmla="*/ 210 h 235"/>
                <a:gd name="T48" fmla="*/ 261 w 435"/>
                <a:gd name="T49" fmla="*/ 210 h 235"/>
                <a:gd name="T50" fmla="*/ 346 w 435"/>
                <a:gd name="T51" fmla="*/ 243 h 235"/>
                <a:gd name="T52" fmla="*/ 353 w 435"/>
                <a:gd name="T53" fmla="*/ 295 h 235"/>
                <a:gd name="T54" fmla="*/ 399 w 435"/>
                <a:gd name="T55" fmla="*/ 329 h 235"/>
                <a:gd name="T56" fmla="*/ 436 w 435"/>
                <a:gd name="T57" fmla="*/ 275 h 235"/>
                <a:gd name="T58" fmla="*/ 464 w 435"/>
                <a:gd name="T59" fmla="*/ 256 h 235"/>
                <a:gd name="T60" fmla="*/ 460 w 435"/>
                <a:gd name="T61" fmla="*/ 235 h 235"/>
                <a:gd name="T62" fmla="*/ 502 w 435"/>
                <a:gd name="T63" fmla="*/ 232 h 235"/>
                <a:gd name="T64" fmla="*/ 465 w 435"/>
                <a:gd name="T65" fmla="*/ 172 h 235"/>
                <a:gd name="T66" fmla="*/ 254 w 435"/>
                <a:gd name="T67" fmla="*/ 201 h 235"/>
                <a:gd name="T68" fmla="*/ 238 w 435"/>
                <a:gd name="T69" fmla="*/ 196 h 235"/>
                <a:gd name="T70" fmla="*/ 254 w 435"/>
                <a:gd name="T71" fmla="*/ 189 h 235"/>
                <a:gd name="T72" fmla="*/ 268 w 435"/>
                <a:gd name="T73" fmla="*/ 196 h 235"/>
                <a:gd name="T74" fmla="*/ 254 w 435"/>
                <a:gd name="T75" fmla="*/ 201 h 23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35" h="235">
                  <a:moveTo>
                    <a:pt x="402" y="123"/>
                  </a:moveTo>
                  <a:cubicBezTo>
                    <a:pt x="391" y="119"/>
                    <a:pt x="359" y="116"/>
                    <a:pt x="379" y="96"/>
                  </a:cubicBezTo>
                  <a:cubicBezTo>
                    <a:pt x="399" y="76"/>
                    <a:pt x="372" y="62"/>
                    <a:pt x="385" y="40"/>
                  </a:cubicBezTo>
                  <a:cubicBezTo>
                    <a:pt x="397" y="18"/>
                    <a:pt x="389" y="0"/>
                    <a:pt x="389" y="0"/>
                  </a:cubicBezTo>
                  <a:cubicBezTo>
                    <a:pt x="389" y="0"/>
                    <a:pt x="376" y="16"/>
                    <a:pt x="348" y="22"/>
                  </a:cubicBezTo>
                  <a:cubicBezTo>
                    <a:pt x="321" y="27"/>
                    <a:pt x="328" y="35"/>
                    <a:pt x="323" y="67"/>
                  </a:cubicBezTo>
                  <a:cubicBezTo>
                    <a:pt x="318" y="98"/>
                    <a:pt x="314" y="107"/>
                    <a:pt x="292" y="121"/>
                  </a:cubicBezTo>
                  <a:cubicBezTo>
                    <a:pt x="269" y="135"/>
                    <a:pt x="221" y="129"/>
                    <a:pt x="221" y="129"/>
                  </a:cubicBezTo>
                  <a:cubicBezTo>
                    <a:pt x="215" y="129"/>
                    <a:pt x="215" y="129"/>
                    <a:pt x="215" y="129"/>
                  </a:cubicBezTo>
                  <a:cubicBezTo>
                    <a:pt x="215" y="129"/>
                    <a:pt x="167" y="135"/>
                    <a:pt x="144" y="121"/>
                  </a:cubicBezTo>
                  <a:cubicBezTo>
                    <a:pt x="122" y="107"/>
                    <a:pt x="118" y="98"/>
                    <a:pt x="113" y="67"/>
                  </a:cubicBezTo>
                  <a:cubicBezTo>
                    <a:pt x="108" y="35"/>
                    <a:pt x="115" y="27"/>
                    <a:pt x="88" y="22"/>
                  </a:cubicBezTo>
                  <a:cubicBezTo>
                    <a:pt x="60" y="16"/>
                    <a:pt x="47" y="0"/>
                    <a:pt x="47" y="0"/>
                  </a:cubicBezTo>
                  <a:cubicBezTo>
                    <a:pt x="47" y="0"/>
                    <a:pt x="38" y="18"/>
                    <a:pt x="51" y="40"/>
                  </a:cubicBezTo>
                  <a:cubicBezTo>
                    <a:pt x="64" y="62"/>
                    <a:pt x="37" y="76"/>
                    <a:pt x="57" y="96"/>
                  </a:cubicBezTo>
                  <a:cubicBezTo>
                    <a:pt x="77" y="116"/>
                    <a:pt x="45" y="119"/>
                    <a:pt x="34" y="123"/>
                  </a:cubicBezTo>
                  <a:cubicBezTo>
                    <a:pt x="24" y="128"/>
                    <a:pt x="0" y="145"/>
                    <a:pt x="3" y="165"/>
                  </a:cubicBezTo>
                  <a:cubicBezTo>
                    <a:pt x="3" y="165"/>
                    <a:pt x="36" y="152"/>
                    <a:pt x="38" y="168"/>
                  </a:cubicBezTo>
                  <a:cubicBezTo>
                    <a:pt x="40" y="178"/>
                    <a:pt x="37" y="182"/>
                    <a:pt x="35" y="183"/>
                  </a:cubicBezTo>
                  <a:cubicBezTo>
                    <a:pt x="42" y="181"/>
                    <a:pt x="64" y="173"/>
                    <a:pt x="59" y="197"/>
                  </a:cubicBezTo>
                  <a:cubicBezTo>
                    <a:pt x="59" y="197"/>
                    <a:pt x="99" y="157"/>
                    <a:pt x="91" y="235"/>
                  </a:cubicBezTo>
                  <a:cubicBezTo>
                    <a:pt x="91" y="235"/>
                    <a:pt x="109" y="211"/>
                    <a:pt x="131" y="211"/>
                  </a:cubicBezTo>
                  <a:cubicBezTo>
                    <a:pt x="152" y="211"/>
                    <a:pt x="157" y="180"/>
                    <a:pt x="138" y="173"/>
                  </a:cubicBezTo>
                  <a:cubicBezTo>
                    <a:pt x="138" y="173"/>
                    <a:pt x="101" y="150"/>
                    <a:pt x="211" y="150"/>
                  </a:cubicBezTo>
                  <a:cubicBezTo>
                    <a:pt x="225" y="150"/>
                    <a:pt x="225" y="150"/>
                    <a:pt x="225" y="150"/>
                  </a:cubicBezTo>
                  <a:cubicBezTo>
                    <a:pt x="335" y="150"/>
                    <a:pt x="298" y="173"/>
                    <a:pt x="298" y="173"/>
                  </a:cubicBezTo>
                  <a:cubicBezTo>
                    <a:pt x="279" y="180"/>
                    <a:pt x="284" y="211"/>
                    <a:pt x="305" y="211"/>
                  </a:cubicBezTo>
                  <a:cubicBezTo>
                    <a:pt x="327" y="211"/>
                    <a:pt x="345" y="235"/>
                    <a:pt x="345" y="235"/>
                  </a:cubicBezTo>
                  <a:cubicBezTo>
                    <a:pt x="337" y="157"/>
                    <a:pt x="376" y="197"/>
                    <a:pt x="376" y="197"/>
                  </a:cubicBezTo>
                  <a:cubicBezTo>
                    <a:pt x="372" y="173"/>
                    <a:pt x="394" y="181"/>
                    <a:pt x="401" y="183"/>
                  </a:cubicBezTo>
                  <a:cubicBezTo>
                    <a:pt x="399" y="182"/>
                    <a:pt x="396" y="178"/>
                    <a:pt x="397" y="168"/>
                  </a:cubicBezTo>
                  <a:cubicBezTo>
                    <a:pt x="400" y="152"/>
                    <a:pt x="433" y="165"/>
                    <a:pt x="433" y="165"/>
                  </a:cubicBezTo>
                  <a:cubicBezTo>
                    <a:pt x="435" y="145"/>
                    <a:pt x="412" y="128"/>
                    <a:pt x="402" y="123"/>
                  </a:cubicBezTo>
                  <a:close/>
                  <a:moveTo>
                    <a:pt x="219" y="144"/>
                  </a:moveTo>
                  <a:cubicBezTo>
                    <a:pt x="212" y="144"/>
                    <a:pt x="206" y="142"/>
                    <a:pt x="206" y="139"/>
                  </a:cubicBezTo>
                  <a:cubicBezTo>
                    <a:pt x="206" y="137"/>
                    <a:pt x="212" y="135"/>
                    <a:pt x="219" y="135"/>
                  </a:cubicBezTo>
                  <a:cubicBezTo>
                    <a:pt x="225" y="135"/>
                    <a:pt x="231" y="137"/>
                    <a:pt x="231" y="139"/>
                  </a:cubicBezTo>
                  <a:cubicBezTo>
                    <a:pt x="231" y="142"/>
                    <a:pt x="225" y="144"/>
                    <a:pt x="219" y="144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6" name="Freeform 450">
              <a:extLst>
                <a:ext uri="{FF2B5EF4-FFF2-40B4-BE49-F238E27FC236}">
                  <a16:creationId xmlns:a16="http://schemas.microsoft.com/office/drawing/2014/main" id="{0BD0DBD3-76E0-4943-BA6D-F9CEF838F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110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7" name="Freeform 451">
              <a:extLst>
                <a:ext uri="{FF2B5EF4-FFF2-40B4-BE49-F238E27FC236}">
                  <a16:creationId xmlns:a16="http://schemas.microsoft.com/office/drawing/2014/main" id="{D69A6395-E9C2-4A6D-A9ED-DDD023F9A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110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8" name="Freeform 452">
              <a:extLst>
                <a:ext uri="{FF2B5EF4-FFF2-40B4-BE49-F238E27FC236}">
                  <a16:creationId xmlns:a16="http://schemas.microsoft.com/office/drawing/2014/main" id="{F1C9ECC1-6213-4058-95AE-242AF57FE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917"/>
              <a:ext cx="58" cy="63"/>
            </a:xfrm>
            <a:custGeom>
              <a:avLst/>
              <a:gdLst>
                <a:gd name="T0" fmla="*/ 0 w 55"/>
                <a:gd name="T1" fmla="*/ 0 h 56"/>
                <a:gd name="T2" fmla="*/ 38 w 55"/>
                <a:gd name="T3" fmla="*/ 23 h 56"/>
                <a:gd name="T4" fmla="*/ 64 w 55"/>
                <a:gd name="T5" fmla="*/ 80 h 56"/>
                <a:gd name="T6" fmla="*/ 47 w 55"/>
                <a:gd name="T7" fmla="*/ 36 h 56"/>
                <a:gd name="T8" fmla="*/ 0 w 5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0" y="0"/>
                  </a:moveTo>
                  <a:cubicBezTo>
                    <a:pt x="0" y="0"/>
                    <a:pt x="19" y="14"/>
                    <a:pt x="32" y="16"/>
                  </a:cubicBezTo>
                  <a:cubicBezTo>
                    <a:pt x="45" y="17"/>
                    <a:pt x="52" y="26"/>
                    <a:pt x="55" y="56"/>
                  </a:cubicBezTo>
                  <a:cubicBezTo>
                    <a:pt x="55" y="56"/>
                    <a:pt x="52" y="32"/>
                    <a:pt x="41" y="25"/>
                  </a:cubicBezTo>
                  <a:cubicBezTo>
                    <a:pt x="30" y="18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9" name="Freeform 453">
              <a:extLst>
                <a:ext uri="{FF2B5EF4-FFF2-40B4-BE49-F238E27FC236}">
                  <a16:creationId xmlns:a16="http://schemas.microsoft.com/office/drawing/2014/main" id="{2B5B9A45-E534-41E1-B0D3-7C69D2FE2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094"/>
              <a:ext cx="25" cy="20"/>
            </a:xfrm>
            <a:custGeom>
              <a:avLst/>
              <a:gdLst>
                <a:gd name="T0" fmla="*/ 0 w 23"/>
                <a:gd name="T1" fmla="*/ 9 h 18"/>
                <a:gd name="T2" fmla="*/ 24 w 23"/>
                <a:gd name="T3" fmla="*/ 24 h 18"/>
                <a:gd name="T4" fmla="*/ 0 w 23"/>
                <a:gd name="T5" fmla="*/ 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0" y="6"/>
                  </a:moveTo>
                  <a:cubicBezTo>
                    <a:pt x="0" y="6"/>
                    <a:pt x="20" y="7"/>
                    <a:pt x="18" y="18"/>
                  </a:cubicBezTo>
                  <a:cubicBezTo>
                    <a:pt x="18" y="18"/>
                    <a:pt x="23" y="0"/>
                    <a:pt x="0" y="6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0" name="Freeform 454">
              <a:extLst>
                <a:ext uri="{FF2B5EF4-FFF2-40B4-BE49-F238E27FC236}">
                  <a16:creationId xmlns:a16="http://schemas.microsoft.com/office/drawing/2014/main" id="{D4557A0B-3CB1-4A50-B0B4-8E60CF174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110"/>
              <a:ext cx="19" cy="38"/>
            </a:xfrm>
            <a:custGeom>
              <a:avLst/>
              <a:gdLst>
                <a:gd name="T0" fmla="*/ 0 w 18"/>
                <a:gd name="T1" fmla="*/ 0 h 34"/>
                <a:gd name="T2" fmla="*/ 12 w 18"/>
                <a:gd name="T3" fmla="*/ 47 h 34"/>
                <a:gd name="T4" fmla="*/ 0 w 1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4">
                  <a:moveTo>
                    <a:pt x="0" y="0"/>
                  </a:moveTo>
                  <a:cubicBezTo>
                    <a:pt x="0" y="0"/>
                    <a:pt x="13" y="11"/>
                    <a:pt x="9" y="34"/>
                  </a:cubicBezTo>
                  <a:cubicBezTo>
                    <a:pt x="9" y="34"/>
                    <a:pt x="18" y="10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1" name="Freeform 455">
              <a:extLst>
                <a:ext uri="{FF2B5EF4-FFF2-40B4-BE49-F238E27FC236}">
                  <a16:creationId xmlns:a16="http://schemas.microsoft.com/office/drawing/2014/main" id="{85BBED68-355D-45E9-93EB-511BF6F8A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969"/>
              <a:ext cx="54" cy="78"/>
            </a:xfrm>
            <a:custGeom>
              <a:avLst/>
              <a:gdLst>
                <a:gd name="T0" fmla="*/ 0 w 51"/>
                <a:gd name="T1" fmla="*/ 97 h 70"/>
                <a:gd name="T2" fmla="*/ 52 w 51"/>
                <a:gd name="T3" fmla="*/ 0 h 70"/>
                <a:gd name="T4" fmla="*/ 0 w 51"/>
                <a:gd name="T5" fmla="*/ 97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70">
                  <a:moveTo>
                    <a:pt x="0" y="70"/>
                  </a:moveTo>
                  <a:cubicBezTo>
                    <a:pt x="0" y="70"/>
                    <a:pt x="41" y="67"/>
                    <a:pt x="43" y="0"/>
                  </a:cubicBezTo>
                  <a:cubicBezTo>
                    <a:pt x="43" y="0"/>
                    <a:pt x="51" y="62"/>
                    <a:pt x="0" y="7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2" name="Freeform 456">
              <a:extLst>
                <a:ext uri="{FF2B5EF4-FFF2-40B4-BE49-F238E27FC236}">
                  <a16:creationId xmlns:a16="http://schemas.microsoft.com/office/drawing/2014/main" id="{EEA0E84D-6329-4434-99C5-CE03686A5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077"/>
              <a:ext cx="25" cy="26"/>
            </a:xfrm>
            <a:custGeom>
              <a:avLst/>
              <a:gdLst>
                <a:gd name="T0" fmla="*/ 5 w 24"/>
                <a:gd name="T1" fmla="*/ 0 h 23"/>
                <a:gd name="T2" fmla="*/ 0 w 24"/>
                <a:gd name="T3" fmla="*/ 33 h 23"/>
                <a:gd name="T4" fmla="*/ 5 w 2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5" y="0"/>
                  </a:moveTo>
                  <a:cubicBezTo>
                    <a:pt x="5" y="0"/>
                    <a:pt x="18" y="12"/>
                    <a:pt x="0" y="23"/>
                  </a:cubicBezTo>
                  <a:cubicBezTo>
                    <a:pt x="0" y="23"/>
                    <a:pt x="24" y="17"/>
                    <a:pt x="5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3" name="Freeform 457">
              <a:extLst>
                <a:ext uri="{FF2B5EF4-FFF2-40B4-BE49-F238E27FC236}">
                  <a16:creationId xmlns:a16="http://schemas.microsoft.com/office/drawing/2014/main" id="{185AF424-351F-4DFF-A3C8-B466FFEF8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057"/>
              <a:ext cx="9" cy="9"/>
            </a:xfrm>
            <a:custGeom>
              <a:avLst/>
              <a:gdLst>
                <a:gd name="T0" fmla="*/ 9 w 9"/>
                <a:gd name="T1" fmla="*/ 0 h 8"/>
                <a:gd name="T2" fmla="*/ 9 w 9"/>
                <a:gd name="T3" fmla="*/ 11 h 8"/>
                <a:gd name="T4" fmla="*/ 9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9" y="0"/>
                    <a:pt x="3" y="5"/>
                    <a:pt x="9" y="8"/>
                  </a:cubicBezTo>
                  <a:cubicBezTo>
                    <a:pt x="9" y="8"/>
                    <a:pt x="0" y="6"/>
                    <a:pt x="9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4" name="Freeform 458">
              <a:extLst>
                <a:ext uri="{FF2B5EF4-FFF2-40B4-BE49-F238E27FC236}">
                  <a16:creationId xmlns:a16="http://schemas.microsoft.com/office/drawing/2014/main" id="{101BFA4D-FDFA-42B2-8055-B9A33669A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837"/>
              <a:ext cx="12" cy="201"/>
            </a:xfrm>
            <a:custGeom>
              <a:avLst/>
              <a:gdLst>
                <a:gd name="T0" fmla="*/ 7 w 12"/>
                <a:gd name="T1" fmla="*/ 0 h 179"/>
                <a:gd name="T2" fmla="*/ 7 w 12"/>
                <a:gd name="T3" fmla="*/ 254 h 179"/>
                <a:gd name="T4" fmla="*/ 7 w 12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9">
                  <a:moveTo>
                    <a:pt x="7" y="0"/>
                  </a:moveTo>
                  <a:cubicBezTo>
                    <a:pt x="7" y="0"/>
                    <a:pt x="0" y="150"/>
                    <a:pt x="7" y="179"/>
                  </a:cubicBezTo>
                  <a:cubicBezTo>
                    <a:pt x="7" y="179"/>
                    <a:pt x="12" y="17"/>
                    <a:pt x="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5" name="Freeform 459">
              <a:extLst>
                <a:ext uri="{FF2B5EF4-FFF2-40B4-BE49-F238E27FC236}">
                  <a16:creationId xmlns:a16="http://schemas.microsoft.com/office/drawing/2014/main" id="{478D5477-517D-4C07-8CA9-9D72801B8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816"/>
              <a:ext cx="82" cy="121"/>
            </a:xfrm>
            <a:custGeom>
              <a:avLst/>
              <a:gdLst>
                <a:gd name="T0" fmla="*/ 85 w 78"/>
                <a:gd name="T1" fmla="*/ 152 h 108"/>
                <a:gd name="T2" fmla="*/ 83 w 78"/>
                <a:gd name="T3" fmla="*/ 25 h 108"/>
                <a:gd name="T4" fmla="*/ 0 w 78"/>
                <a:gd name="T5" fmla="*/ 28 h 108"/>
                <a:gd name="T6" fmla="*/ 71 w 78"/>
                <a:gd name="T7" fmla="*/ 36 h 108"/>
                <a:gd name="T8" fmla="*/ 85 w 78"/>
                <a:gd name="T9" fmla="*/ 152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8">
                  <a:moveTo>
                    <a:pt x="73" y="108"/>
                  </a:moveTo>
                  <a:cubicBezTo>
                    <a:pt x="73" y="108"/>
                    <a:pt x="78" y="27"/>
                    <a:pt x="71" y="18"/>
                  </a:cubicBezTo>
                  <a:cubicBezTo>
                    <a:pt x="63" y="10"/>
                    <a:pt x="39" y="0"/>
                    <a:pt x="0" y="20"/>
                  </a:cubicBezTo>
                  <a:cubicBezTo>
                    <a:pt x="0" y="20"/>
                    <a:pt x="50" y="5"/>
                    <a:pt x="62" y="26"/>
                  </a:cubicBezTo>
                  <a:cubicBezTo>
                    <a:pt x="74" y="46"/>
                    <a:pt x="76" y="93"/>
                    <a:pt x="73" y="108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6" name="Freeform 460">
              <a:extLst>
                <a:ext uri="{FF2B5EF4-FFF2-40B4-BE49-F238E27FC236}">
                  <a16:creationId xmlns:a16="http://schemas.microsoft.com/office/drawing/2014/main" id="{D27A95A1-CBC0-4D12-9732-4EFA9FE7E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822"/>
              <a:ext cx="37" cy="40"/>
            </a:xfrm>
            <a:custGeom>
              <a:avLst/>
              <a:gdLst>
                <a:gd name="T0" fmla="*/ 41 w 35"/>
                <a:gd name="T1" fmla="*/ 3 h 36"/>
                <a:gd name="T2" fmla="*/ 0 w 35"/>
                <a:gd name="T3" fmla="*/ 49 h 36"/>
                <a:gd name="T4" fmla="*/ 41 w 35"/>
                <a:gd name="T5" fmla="*/ 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35" y="3"/>
                  </a:moveTo>
                  <a:cubicBezTo>
                    <a:pt x="35" y="3"/>
                    <a:pt x="1" y="0"/>
                    <a:pt x="0" y="36"/>
                  </a:cubicBezTo>
                  <a:cubicBezTo>
                    <a:pt x="0" y="36"/>
                    <a:pt x="11" y="4"/>
                    <a:pt x="35" y="3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7" name="Freeform 461">
              <a:extLst>
                <a:ext uri="{FF2B5EF4-FFF2-40B4-BE49-F238E27FC236}">
                  <a16:creationId xmlns:a16="http://schemas.microsoft.com/office/drawing/2014/main" id="{B9C1E9EE-FBE2-49C0-B40C-64094036A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186"/>
              <a:ext cx="92" cy="74"/>
            </a:xfrm>
            <a:custGeom>
              <a:avLst/>
              <a:gdLst>
                <a:gd name="T0" fmla="*/ 22 w 88"/>
                <a:gd name="T1" fmla="*/ 0 h 66"/>
                <a:gd name="T2" fmla="*/ 100 w 88"/>
                <a:gd name="T3" fmla="*/ 70 h 66"/>
                <a:gd name="T4" fmla="*/ 22 w 88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66">
                  <a:moveTo>
                    <a:pt x="19" y="0"/>
                  </a:moveTo>
                  <a:cubicBezTo>
                    <a:pt x="19" y="0"/>
                    <a:pt x="0" y="66"/>
                    <a:pt x="88" y="49"/>
                  </a:cubicBezTo>
                  <a:cubicBezTo>
                    <a:pt x="88" y="49"/>
                    <a:pt x="17" y="66"/>
                    <a:pt x="19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8" name="Freeform 462">
              <a:extLst>
                <a:ext uri="{FF2B5EF4-FFF2-40B4-BE49-F238E27FC236}">
                  <a16:creationId xmlns:a16="http://schemas.microsoft.com/office/drawing/2014/main" id="{DED029B9-7080-4B5C-98B1-8BBA89CFE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102"/>
              <a:ext cx="11" cy="55"/>
            </a:xfrm>
            <a:custGeom>
              <a:avLst/>
              <a:gdLst>
                <a:gd name="T0" fmla="*/ 0 w 10"/>
                <a:gd name="T1" fmla="*/ 0 h 49"/>
                <a:gd name="T2" fmla="*/ 3 w 10"/>
                <a:gd name="T3" fmla="*/ 70 h 49"/>
                <a:gd name="T4" fmla="*/ 0 w 10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9">
                  <a:moveTo>
                    <a:pt x="0" y="0"/>
                  </a:moveTo>
                  <a:cubicBezTo>
                    <a:pt x="0" y="0"/>
                    <a:pt x="10" y="7"/>
                    <a:pt x="3" y="49"/>
                  </a:cubicBezTo>
                  <a:cubicBezTo>
                    <a:pt x="3" y="49"/>
                    <a:pt x="3" y="9"/>
                    <a:pt x="0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9" name="Freeform 463">
              <a:extLst>
                <a:ext uri="{FF2B5EF4-FFF2-40B4-BE49-F238E27FC236}">
                  <a16:creationId xmlns:a16="http://schemas.microsoft.com/office/drawing/2014/main" id="{A519C166-14CB-4BBE-99D9-0C2BEBF4B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850"/>
              <a:ext cx="46" cy="169"/>
            </a:xfrm>
            <a:custGeom>
              <a:avLst/>
              <a:gdLst>
                <a:gd name="T0" fmla="*/ 50 w 44"/>
                <a:gd name="T1" fmla="*/ 212 h 151"/>
                <a:gd name="T2" fmla="*/ 42 w 44"/>
                <a:gd name="T3" fmla="*/ 158 h 151"/>
                <a:gd name="T4" fmla="*/ 30 w 44"/>
                <a:gd name="T5" fmla="*/ 95 h 151"/>
                <a:gd name="T6" fmla="*/ 10 w 44"/>
                <a:gd name="T7" fmla="*/ 49 h 151"/>
                <a:gd name="T8" fmla="*/ 0 w 44"/>
                <a:gd name="T9" fmla="*/ 0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51">
                  <a:moveTo>
                    <a:pt x="44" y="151"/>
                  </a:moveTo>
                  <a:cubicBezTo>
                    <a:pt x="36" y="139"/>
                    <a:pt x="36" y="128"/>
                    <a:pt x="36" y="113"/>
                  </a:cubicBezTo>
                  <a:cubicBezTo>
                    <a:pt x="35" y="97"/>
                    <a:pt x="33" y="84"/>
                    <a:pt x="27" y="68"/>
                  </a:cubicBezTo>
                  <a:cubicBezTo>
                    <a:pt x="23" y="56"/>
                    <a:pt x="15" y="46"/>
                    <a:pt x="10" y="35"/>
                  </a:cubicBezTo>
                  <a:cubicBezTo>
                    <a:pt x="4" y="24"/>
                    <a:pt x="4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0" name="Freeform 464">
              <a:extLst>
                <a:ext uri="{FF2B5EF4-FFF2-40B4-BE49-F238E27FC236}">
                  <a16:creationId xmlns:a16="http://schemas.microsoft.com/office/drawing/2014/main" id="{D8D4EA6B-9973-422B-B5C6-63EFE760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865"/>
              <a:ext cx="62" cy="106"/>
            </a:xfrm>
            <a:custGeom>
              <a:avLst/>
              <a:gdLst>
                <a:gd name="T0" fmla="*/ 68 w 59"/>
                <a:gd name="T1" fmla="*/ 135 h 94"/>
                <a:gd name="T2" fmla="*/ 38 w 59"/>
                <a:gd name="T3" fmla="*/ 67 h 94"/>
                <a:gd name="T4" fmla="*/ 0 w 59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94">
                  <a:moveTo>
                    <a:pt x="59" y="94"/>
                  </a:moveTo>
                  <a:cubicBezTo>
                    <a:pt x="53" y="76"/>
                    <a:pt x="46" y="60"/>
                    <a:pt x="32" y="46"/>
                  </a:cubicBezTo>
                  <a:cubicBezTo>
                    <a:pt x="18" y="32"/>
                    <a:pt x="5" y="1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1" name="Freeform 465">
              <a:extLst>
                <a:ext uri="{FF2B5EF4-FFF2-40B4-BE49-F238E27FC236}">
                  <a16:creationId xmlns:a16="http://schemas.microsoft.com/office/drawing/2014/main" id="{53A3AF68-6289-4FAD-83F2-4CBB08179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844"/>
              <a:ext cx="57" cy="136"/>
            </a:xfrm>
            <a:custGeom>
              <a:avLst/>
              <a:gdLst>
                <a:gd name="T0" fmla="*/ 0 w 54"/>
                <a:gd name="T1" fmla="*/ 0 h 121"/>
                <a:gd name="T2" fmla="*/ 13 w 54"/>
                <a:gd name="T3" fmla="*/ 34 h 121"/>
                <a:gd name="T4" fmla="*/ 25 w 54"/>
                <a:gd name="T5" fmla="*/ 73 h 121"/>
                <a:gd name="T6" fmla="*/ 44 w 54"/>
                <a:gd name="T7" fmla="*/ 111 h 121"/>
                <a:gd name="T8" fmla="*/ 63 w 54"/>
                <a:gd name="T9" fmla="*/ 172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21">
                  <a:moveTo>
                    <a:pt x="0" y="0"/>
                  </a:moveTo>
                  <a:cubicBezTo>
                    <a:pt x="6" y="6"/>
                    <a:pt x="8" y="16"/>
                    <a:pt x="10" y="24"/>
                  </a:cubicBezTo>
                  <a:cubicBezTo>
                    <a:pt x="13" y="34"/>
                    <a:pt x="16" y="43"/>
                    <a:pt x="22" y="52"/>
                  </a:cubicBezTo>
                  <a:cubicBezTo>
                    <a:pt x="27" y="61"/>
                    <a:pt x="35" y="69"/>
                    <a:pt x="38" y="78"/>
                  </a:cubicBezTo>
                  <a:cubicBezTo>
                    <a:pt x="44" y="92"/>
                    <a:pt x="43" y="110"/>
                    <a:pt x="54" y="12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2" name="Freeform 466">
              <a:extLst>
                <a:ext uri="{FF2B5EF4-FFF2-40B4-BE49-F238E27FC236}">
                  <a16:creationId xmlns:a16="http://schemas.microsoft.com/office/drawing/2014/main" id="{E781C13B-F91F-4AD9-91B4-364C845FA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893"/>
              <a:ext cx="20" cy="111"/>
            </a:xfrm>
            <a:custGeom>
              <a:avLst/>
              <a:gdLst>
                <a:gd name="T0" fmla="*/ 0 w 19"/>
                <a:gd name="T1" fmla="*/ 0 h 99"/>
                <a:gd name="T2" fmla="*/ 3 w 19"/>
                <a:gd name="T3" fmla="*/ 68 h 99"/>
                <a:gd name="T4" fmla="*/ 22 w 19"/>
                <a:gd name="T5" fmla="*/ 139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9">
                  <a:moveTo>
                    <a:pt x="0" y="0"/>
                  </a:moveTo>
                  <a:cubicBezTo>
                    <a:pt x="4" y="15"/>
                    <a:pt x="0" y="32"/>
                    <a:pt x="3" y="48"/>
                  </a:cubicBezTo>
                  <a:cubicBezTo>
                    <a:pt x="6" y="65"/>
                    <a:pt x="8" y="85"/>
                    <a:pt x="19" y="9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3" name="Freeform 467">
              <a:extLst>
                <a:ext uri="{FF2B5EF4-FFF2-40B4-BE49-F238E27FC236}">
                  <a16:creationId xmlns:a16="http://schemas.microsoft.com/office/drawing/2014/main" id="{76604F1E-F2F7-4A94-84CB-217351161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882"/>
              <a:ext cx="75" cy="82"/>
            </a:xfrm>
            <a:custGeom>
              <a:avLst/>
              <a:gdLst>
                <a:gd name="T0" fmla="*/ 0 w 72"/>
                <a:gd name="T1" fmla="*/ 0 h 73"/>
                <a:gd name="T2" fmla="*/ 61 w 72"/>
                <a:gd name="T3" fmla="*/ 55 h 73"/>
                <a:gd name="T4" fmla="*/ 81 w 72"/>
                <a:gd name="T5" fmla="*/ 103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73">
                  <a:moveTo>
                    <a:pt x="0" y="0"/>
                  </a:moveTo>
                  <a:cubicBezTo>
                    <a:pt x="20" y="12"/>
                    <a:pt x="40" y="22"/>
                    <a:pt x="55" y="39"/>
                  </a:cubicBezTo>
                  <a:cubicBezTo>
                    <a:pt x="62" y="48"/>
                    <a:pt x="68" y="63"/>
                    <a:pt x="72" y="7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4" name="Freeform 468">
              <a:extLst>
                <a:ext uri="{FF2B5EF4-FFF2-40B4-BE49-F238E27FC236}">
                  <a16:creationId xmlns:a16="http://schemas.microsoft.com/office/drawing/2014/main" id="{8DEC99A0-57B0-4D42-B269-5C90CDFD6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946"/>
              <a:ext cx="44" cy="92"/>
            </a:xfrm>
            <a:custGeom>
              <a:avLst/>
              <a:gdLst>
                <a:gd name="T0" fmla="*/ 0 w 42"/>
                <a:gd name="T1" fmla="*/ 0 h 82"/>
                <a:gd name="T2" fmla="*/ 16 w 42"/>
                <a:gd name="T3" fmla="*/ 70 h 82"/>
                <a:gd name="T4" fmla="*/ 30 w 42"/>
                <a:gd name="T5" fmla="*/ 102 h 82"/>
                <a:gd name="T6" fmla="*/ 48 w 42"/>
                <a:gd name="T7" fmla="*/ 116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82">
                  <a:moveTo>
                    <a:pt x="0" y="0"/>
                  </a:moveTo>
                  <a:cubicBezTo>
                    <a:pt x="2" y="17"/>
                    <a:pt x="5" y="34"/>
                    <a:pt x="13" y="49"/>
                  </a:cubicBezTo>
                  <a:cubicBezTo>
                    <a:pt x="17" y="57"/>
                    <a:pt x="20" y="65"/>
                    <a:pt x="27" y="72"/>
                  </a:cubicBezTo>
                  <a:cubicBezTo>
                    <a:pt x="31" y="76"/>
                    <a:pt x="37" y="78"/>
                    <a:pt x="42" y="8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5" name="Freeform 469">
              <a:extLst>
                <a:ext uri="{FF2B5EF4-FFF2-40B4-BE49-F238E27FC236}">
                  <a16:creationId xmlns:a16="http://schemas.microsoft.com/office/drawing/2014/main" id="{108DF375-A3EA-4670-957E-D7C6F3D88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870"/>
              <a:ext cx="91" cy="158"/>
            </a:xfrm>
            <a:custGeom>
              <a:avLst/>
              <a:gdLst>
                <a:gd name="T0" fmla="*/ 102 w 86"/>
                <a:gd name="T1" fmla="*/ 0 h 141"/>
                <a:gd name="T2" fmla="*/ 79 w 86"/>
                <a:gd name="T3" fmla="*/ 30 h 141"/>
                <a:gd name="T4" fmla="*/ 52 w 86"/>
                <a:gd name="T5" fmla="*/ 109 h 141"/>
                <a:gd name="T6" fmla="*/ 25 w 86"/>
                <a:gd name="T7" fmla="*/ 160 h 141"/>
                <a:gd name="T8" fmla="*/ 0 w 86"/>
                <a:gd name="T9" fmla="*/ 19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41">
                  <a:moveTo>
                    <a:pt x="86" y="0"/>
                  </a:moveTo>
                  <a:cubicBezTo>
                    <a:pt x="77" y="4"/>
                    <a:pt x="71" y="13"/>
                    <a:pt x="67" y="21"/>
                  </a:cubicBezTo>
                  <a:cubicBezTo>
                    <a:pt x="56" y="39"/>
                    <a:pt x="51" y="59"/>
                    <a:pt x="43" y="78"/>
                  </a:cubicBezTo>
                  <a:cubicBezTo>
                    <a:pt x="38" y="92"/>
                    <a:pt x="32" y="103"/>
                    <a:pt x="22" y="114"/>
                  </a:cubicBezTo>
                  <a:cubicBezTo>
                    <a:pt x="14" y="122"/>
                    <a:pt x="5" y="131"/>
                    <a:pt x="0" y="14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6" name="Freeform 470">
              <a:extLst>
                <a:ext uri="{FF2B5EF4-FFF2-40B4-BE49-F238E27FC236}">
                  <a16:creationId xmlns:a16="http://schemas.microsoft.com/office/drawing/2014/main" id="{110B02CD-C963-48AD-A4AA-922AEF448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845"/>
              <a:ext cx="48" cy="144"/>
            </a:xfrm>
            <a:custGeom>
              <a:avLst/>
              <a:gdLst>
                <a:gd name="T0" fmla="*/ 52 w 46"/>
                <a:gd name="T1" fmla="*/ 0 h 128"/>
                <a:gd name="T2" fmla="*/ 42 w 46"/>
                <a:gd name="T3" fmla="*/ 24 h 128"/>
                <a:gd name="T4" fmla="*/ 23 w 46"/>
                <a:gd name="T5" fmla="*/ 66 h 128"/>
                <a:gd name="T6" fmla="*/ 10 w 46"/>
                <a:gd name="T7" fmla="*/ 134 h 128"/>
                <a:gd name="T8" fmla="*/ 0 w 46"/>
                <a:gd name="T9" fmla="*/ 182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28">
                  <a:moveTo>
                    <a:pt x="46" y="0"/>
                  </a:moveTo>
                  <a:cubicBezTo>
                    <a:pt x="45" y="6"/>
                    <a:pt x="39" y="12"/>
                    <a:pt x="36" y="17"/>
                  </a:cubicBezTo>
                  <a:cubicBezTo>
                    <a:pt x="30" y="26"/>
                    <a:pt x="24" y="36"/>
                    <a:pt x="20" y="46"/>
                  </a:cubicBezTo>
                  <a:cubicBezTo>
                    <a:pt x="15" y="62"/>
                    <a:pt x="12" y="78"/>
                    <a:pt x="10" y="94"/>
                  </a:cubicBezTo>
                  <a:cubicBezTo>
                    <a:pt x="9" y="103"/>
                    <a:pt x="9" y="122"/>
                    <a:pt x="0" y="12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7" name="Freeform 471">
              <a:extLst>
                <a:ext uri="{FF2B5EF4-FFF2-40B4-BE49-F238E27FC236}">
                  <a16:creationId xmlns:a16="http://schemas.microsoft.com/office/drawing/2014/main" id="{5ED52FA7-54BC-4D5B-A260-F3E420ED8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897"/>
              <a:ext cx="104" cy="130"/>
            </a:xfrm>
            <a:custGeom>
              <a:avLst/>
              <a:gdLst>
                <a:gd name="T0" fmla="*/ 115 w 99"/>
                <a:gd name="T1" fmla="*/ 0 h 116"/>
                <a:gd name="T2" fmla="*/ 83 w 99"/>
                <a:gd name="T3" fmla="*/ 17 h 116"/>
                <a:gd name="T4" fmla="*/ 49 w 99"/>
                <a:gd name="T5" fmla="*/ 73 h 116"/>
                <a:gd name="T6" fmla="*/ 0 w 99"/>
                <a:gd name="T7" fmla="*/ 164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116">
                  <a:moveTo>
                    <a:pt x="99" y="0"/>
                  </a:moveTo>
                  <a:cubicBezTo>
                    <a:pt x="90" y="4"/>
                    <a:pt x="80" y="5"/>
                    <a:pt x="71" y="12"/>
                  </a:cubicBezTo>
                  <a:cubicBezTo>
                    <a:pt x="57" y="21"/>
                    <a:pt x="50" y="37"/>
                    <a:pt x="43" y="52"/>
                  </a:cubicBezTo>
                  <a:cubicBezTo>
                    <a:pt x="34" y="72"/>
                    <a:pt x="23" y="107"/>
                    <a:pt x="0" y="11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8" name="Freeform 472">
              <a:extLst>
                <a:ext uri="{FF2B5EF4-FFF2-40B4-BE49-F238E27FC236}">
                  <a16:creationId xmlns:a16="http://schemas.microsoft.com/office/drawing/2014/main" id="{245907F2-1CF8-4621-8E0E-F3FA8BBCA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834"/>
              <a:ext cx="24" cy="151"/>
            </a:xfrm>
            <a:custGeom>
              <a:avLst/>
              <a:gdLst>
                <a:gd name="T0" fmla="*/ 0 w 23"/>
                <a:gd name="T1" fmla="*/ 189 h 135"/>
                <a:gd name="T2" fmla="*/ 23 w 23"/>
                <a:gd name="T3" fmla="*/ 92 h 135"/>
                <a:gd name="T4" fmla="*/ 20 w 23"/>
                <a:gd name="T5" fmla="*/ 40 h 135"/>
                <a:gd name="T6" fmla="*/ 22 w 23"/>
                <a:gd name="T7" fmla="*/ 15 h 135"/>
                <a:gd name="T8" fmla="*/ 26 w 23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5">
                  <a:moveTo>
                    <a:pt x="0" y="135"/>
                  </a:moveTo>
                  <a:cubicBezTo>
                    <a:pt x="14" y="115"/>
                    <a:pt x="22" y="90"/>
                    <a:pt x="20" y="65"/>
                  </a:cubicBezTo>
                  <a:cubicBezTo>
                    <a:pt x="19" y="53"/>
                    <a:pt x="17" y="41"/>
                    <a:pt x="17" y="29"/>
                  </a:cubicBezTo>
                  <a:cubicBezTo>
                    <a:pt x="17" y="23"/>
                    <a:pt x="17" y="17"/>
                    <a:pt x="19" y="11"/>
                  </a:cubicBezTo>
                  <a:cubicBezTo>
                    <a:pt x="20" y="7"/>
                    <a:pt x="23" y="4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9" name="Freeform 473">
              <a:extLst>
                <a:ext uri="{FF2B5EF4-FFF2-40B4-BE49-F238E27FC236}">
                  <a16:creationId xmlns:a16="http://schemas.microsoft.com/office/drawing/2014/main" id="{3C71A944-BF04-4E49-AB64-A269EB442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844"/>
              <a:ext cx="25" cy="107"/>
            </a:xfrm>
            <a:custGeom>
              <a:avLst/>
              <a:gdLst>
                <a:gd name="T0" fmla="*/ 5 w 24"/>
                <a:gd name="T1" fmla="*/ 0 h 95"/>
                <a:gd name="T2" fmla="*/ 22 w 24"/>
                <a:gd name="T3" fmla="*/ 101 h 95"/>
                <a:gd name="T4" fmla="*/ 24 w 24"/>
                <a:gd name="T5" fmla="*/ 136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95">
                  <a:moveTo>
                    <a:pt x="5" y="0"/>
                  </a:moveTo>
                  <a:cubicBezTo>
                    <a:pt x="0" y="23"/>
                    <a:pt x="14" y="49"/>
                    <a:pt x="19" y="71"/>
                  </a:cubicBezTo>
                  <a:cubicBezTo>
                    <a:pt x="21" y="78"/>
                    <a:pt x="24" y="88"/>
                    <a:pt x="21" y="9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0" name="Freeform 474">
              <a:extLst>
                <a:ext uri="{FF2B5EF4-FFF2-40B4-BE49-F238E27FC236}">
                  <a16:creationId xmlns:a16="http://schemas.microsoft.com/office/drawing/2014/main" id="{F2F266FA-07B6-4C18-90E8-52752AAB8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007"/>
              <a:ext cx="107" cy="17"/>
            </a:xfrm>
            <a:custGeom>
              <a:avLst/>
              <a:gdLst>
                <a:gd name="T0" fmla="*/ 117 w 102"/>
                <a:gd name="T1" fmla="*/ 22 h 15"/>
                <a:gd name="T2" fmla="*/ 43 w 102"/>
                <a:gd name="T3" fmla="*/ 10 h 15"/>
                <a:gd name="T4" fmla="*/ 0 w 10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15">
                  <a:moveTo>
                    <a:pt x="102" y="15"/>
                  </a:moveTo>
                  <a:cubicBezTo>
                    <a:pt x="82" y="5"/>
                    <a:pt x="59" y="6"/>
                    <a:pt x="37" y="7"/>
                  </a:cubicBezTo>
                  <a:cubicBezTo>
                    <a:pt x="26" y="8"/>
                    <a:pt x="8" y="1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1" name="Freeform 475">
              <a:extLst>
                <a:ext uri="{FF2B5EF4-FFF2-40B4-BE49-F238E27FC236}">
                  <a16:creationId xmlns:a16="http://schemas.microsoft.com/office/drawing/2014/main" id="{32829273-A312-4983-A26B-A44DC1578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974"/>
              <a:ext cx="53" cy="41"/>
            </a:xfrm>
            <a:custGeom>
              <a:avLst/>
              <a:gdLst>
                <a:gd name="T0" fmla="*/ 0 w 50"/>
                <a:gd name="T1" fmla="*/ 0 h 36"/>
                <a:gd name="T2" fmla="*/ 59 w 50"/>
                <a:gd name="T3" fmla="*/ 54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6">
                  <a:moveTo>
                    <a:pt x="0" y="0"/>
                  </a:moveTo>
                  <a:cubicBezTo>
                    <a:pt x="10" y="18"/>
                    <a:pt x="40" y="18"/>
                    <a:pt x="50" y="3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2" name="Freeform 476">
              <a:extLst>
                <a:ext uri="{FF2B5EF4-FFF2-40B4-BE49-F238E27FC236}">
                  <a16:creationId xmlns:a16="http://schemas.microsoft.com/office/drawing/2014/main" id="{479A522E-AF16-43D6-9BAA-66E69141B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926"/>
              <a:ext cx="46" cy="40"/>
            </a:xfrm>
            <a:custGeom>
              <a:avLst/>
              <a:gdLst>
                <a:gd name="T0" fmla="*/ 0 w 44"/>
                <a:gd name="T1" fmla="*/ 0 h 36"/>
                <a:gd name="T2" fmla="*/ 50 w 44"/>
                <a:gd name="T3" fmla="*/ 4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6">
                  <a:moveTo>
                    <a:pt x="0" y="0"/>
                  </a:moveTo>
                  <a:cubicBezTo>
                    <a:pt x="12" y="15"/>
                    <a:pt x="35" y="19"/>
                    <a:pt x="44" y="3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3" name="Freeform 477">
              <a:extLst>
                <a:ext uri="{FF2B5EF4-FFF2-40B4-BE49-F238E27FC236}">
                  <a16:creationId xmlns:a16="http://schemas.microsoft.com/office/drawing/2014/main" id="{1BF49802-F14C-4F45-9C9B-CF4DE7A7C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057"/>
              <a:ext cx="68" cy="54"/>
            </a:xfrm>
            <a:custGeom>
              <a:avLst/>
              <a:gdLst>
                <a:gd name="T0" fmla="*/ 74 w 65"/>
                <a:gd name="T1" fmla="*/ 0 h 48"/>
                <a:gd name="T2" fmla="*/ 31 w 65"/>
                <a:gd name="T3" fmla="*/ 43 h 48"/>
                <a:gd name="T4" fmla="*/ 0 w 65"/>
                <a:gd name="T5" fmla="*/ 6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8">
                  <a:moveTo>
                    <a:pt x="65" y="0"/>
                  </a:moveTo>
                  <a:cubicBezTo>
                    <a:pt x="50" y="6"/>
                    <a:pt x="40" y="18"/>
                    <a:pt x="28" y="30"/>
                  </a:cubicBezTo>
                  <a:cubicBezTo>
                    <a:pt x="20" y="37"/>
                    <a:pt x="10" y="45"/>
                    <a:pt x="0" y="4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4" name="Freeform 478">
              <a:extLst>
                <a:ext uri="{FF2B5EF4-FFF2-40B4-BE49-F238E27FC236}">
                  <a16:creationId xmlns:a16="http://schemas.microsoft.com/office/drawing/2014/main" id="{C185D1EE-FC89-4F1E-8F3C-DC298EE51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073"/>
              <a:ext cx="49" cy="12"/>
            </a:xfrm>
            <a:custGeom>
              <a:avLst/>
              <a:gdLst>
                <a:gd name="T0" fmla="*/ 53 w 47"/>
                <a:gd name="T1" fmla="*/ 3 h 11"/>
                <a:gd name="T2" fmla="*/ 0 w 4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1">
                  <a:moveTo>
                    <a:pt x="47" y="3"/>
                  </a:moveTo>
                  <a:cubicBezTo>
                    <a:pt x="37" y="11"/>
                    <a:pt x="11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5" name="Freeform 479">
              <a:extLst>
                <a:ext uri="{FF2B5EF4-FFF2-40B4-BE49-F238E27FC236}">
                  <a16:creationId xmlns:a16="http://schemas.microsoft.com/office/drawing/2014/main" id="{E47CEA86-1023-4F0D-B1A6-C069D89CF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111"/>
              <a:ext cx="47" cy="62"/>
            </a:xfrm>
            <a:custGeom>
              <a:avLst/>
              <a:gdLst>
                <a:gd name="T0" fmla="*/ 51 w 45"/>
                <a:gd name="T1" fmla="*/ 0 h 55"/>
                <a:gd name="T2" fmla="*/ 29 w 45"/>
                <a:gd name="T3" fmla="*/ 37 h 55"/>
                <a:gd name="T4" fmla="*/ 0 w 45"/>
                <a:gd name="T5" fmla="*/ 79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5">
                  <a:moveTo>
                    <a:pt x="45" y="0"/>
                  </a:moveTo>
                  <a:cubicBezTo>
                    <a:pt x="37" y="7"/>
                    <a:pt x="30" y="16"/>
                    <a:pt x="26" y="26"/>
                  </a:cubicBezTo>
                  <a:cubicBezTo>
                    <a:pt x="20" y="38"/>
                    <a:pt x="14" y="51"/>
                    <a:pt x="0" y="5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6" name="Freeform 480">
              <a:extLst>
                <a:ext uri="{FF2B5EF4-FFF2-40B4-BE49-F238E27FC236}">
                  <a16:creationId xmlns:a16="http://schemas.microsoft.com/office/drawing/2014/main" id="{11046CC6-F271-432E-8A33-B4033FC34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125"/>
              <a:ext cx="10" cy="72"/>
            </a:xfrm>
            <a:custGeom>
              <a:avLst/>
              <a:gdLst>
                <a:gd name="T0" fmla="*/ 4 w 10"/>
                <a:gd name="T1" fmla="*/ 0 h 65"/>
                <a:gd name="T2" fmla="*/ 3 w 10"/>
                <a:gd name="T3" fmla="*/ 43 h 65"/>
                <a:gd name="T4" fmla="*/ 5 w 10"/>
                <a:gd name="T5" fmla="*/ 89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5">
                  <a:moveTo>
                    <a:pt x="4" y="0"/>
                  </a:moveTo>
                  <a:cubicBezTo>
                    <a:pt x="0" y="9"/>
                    <a:pt x="1" y="23"/>
                    <a:pt x="3" y="32"/>
                  </a:cubicBezTo>
                  <a:cubicBezTo>
                    <a:pt x="5" y="41"/>
                    <a:pt x="10" y="56"/>
                    <a:pt x="5" y="6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7" name="Freeform 481">
              <a:extLst>
                <a:ext uri="{FF2B5EF4-FFF2-40B4-BE49-F238E27FC236}">
                  <a16:creationId xmlns:a16="http://schemas.microsoft.com/office/drawing/2014/main" id="{A7FB20CC-38F3-4320-AFB3-77F9B6746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144"/>
              <a:ext cx="22" cy="46"/>
            </a:xfrm>
            <a:custGeom>
              <a:avLst/>
              <a:gdLst>
                <a:gd name="T0" fmla="*/ 23 w 21"/>
                <a:gd name="T1" fmla="*/ 0 h 41"/>
                <a:gd name="T2" fmla="*/ 0 w 21"/>
                <a:gd name="T3" fmla="*/ 5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1">
                  <a:moveTo>
                    <a:pt x="20" y="0"/>
                  </a:moveTo>
                  <a:cubicBezTo>
                    <a:pt x="21" y="16"/>
                    <a:pt x="2" y="25"/>
                    <a:pt x="0" y="4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8" name="Freeform 482">
              <a:extLst>
                <a:ext uri="{FF2B5EF4-FFF2-40B4-BE49-F238E27FC236}">
                  <a16:creationId xmlns:a16="http://schemas.microsoft.com/office/drawing/2014/main" id="{7EFD6F5B-0848-40AD-BAE0-862651315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098"/>
              <a:ext cx="61" cy="109"/>
            </a:xfrm>
            <a:custGeom>
              <a:avLst/>
              <a:gdLst>
                <a:gd name="T0" fmla="*/ 0 w 58"/>
                <a:gd name="T1" fmla="*/ 0 h 98"/>
                <a:gd name="T2" fmla="*/ 52 w 58"/>
                <a:gd name="T3" fmla="*/ 63 h 98"/>
                <a:gd name="T4" fmla="*/ 67 w 58"/>
                <a:gd name="T5" fmla="*/ 135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98">
                  <a:moveTo>
                    <a:pt x="0" y="0"/>
                  </a:moveTo>
                  <a:cubicBezTo>
                    <a:pt x="20" y="11"/>
                    <a:pt x="39" y="23"/>
                    <a:pt x="45" y="46"/>
                  </a:cubicBezTo>
                  <a:cubicBezTo>
                    <a:pt x="49" y="61"/>
                    <a:pt x="46" y="87"/>
                    <a:pt x="58" y="9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9" name="Freeform 483">
              <a:extLst>
                <a:ext uri="{FF2B5EF4-FFF2-40B4-BE49-F238E27FC236}">
                  <a16:creationId xmlns:a16="http://schemas.microsoft.com/office/drawing/2014/main" id="{18910DBD-C939-46B5-85F9-F2057B3D1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122"/>
              <a:ext cx="23" cy="101"/>
            </a:xfrm>
            <a:custGeom>
              <a:avLst/>
              <a:gdLst>
                <a:gd name="T0" fmla="*/ 15 w 22"/>
                <a:gd name="T1" fmla="*/ 0 h 90"/>
                <a:gd name="T2" fmla="*/ 16 w 22"/>
                <a:gd name="T3" fmla="*/ 70 h 90"/>
                <a:gd name="T4" fmla="*/ 6 w 22"/>
                <a:gd name="T5" fmla="*/ 127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0">
                  <a:moveTo>
                    <a:pt x="12" y="0"/>
                  </a:moveTo>
                  <a:cubicBezTo>
                    <a:pt x="22" y="15"/>
                    <a:pt x="18" y="32"/>
                    <a:pt x="13" y="49"/>
                  </a:cubicBezTo>
                  <a:cubicBezTo>
                    <a:pt x="10" y="60"/>
                    <a:pt x="0" y="79"/>
                    <a:pt x="6" y="9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0" name="Freeform 484">
              <a:extLst>
                <a:ext uri="{FF2B5EF4-FFF2-40B4-BE49-F238E27FC236}">
                  <a16:creationId xmlns:a16="http://schemas.microsoft.com/office/drawing/2014/main" id="{0E5C820C-BD1A-4DAB-A21A-244A276FD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163"/>
              <a:ext cx="20" cy="77"/>
            </a:xfrm>
            <a:custGeom>
              <a:avLst/>
              <a:gdLst>
                <a:gd name="T0" fmla="*/ 22 w 19"/>
                <a:gd name="T1" fmla="*/ 96 h 69"/>
                <a:gd name="T2" fmla="*/ 2 w 19"/>
                <a:gd name="T3" fmla="*/ 50 h 69"/>
                <a:gd name="T4" fmla="*/ 0 w 19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9">
                  <a:moveTo>
                    <a:pt x="19" y="69"/>
                  </a:moveTo>
                  <a:cubicBezTo>
                    <a:pt x="6" y="69"/>
                    <a:pt x="2" y="45"/>
                    <a:pt x="2" y="36"/>
                  </a:cubicBezTo>
                  <a:cubicBezTo>
                    <a:pt x="1" y="24"/>
                    <a:pt x="3" y="1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1" name="Freeform 485">
              <a:extLst>
                <a:ext uri="{FF2B5EF4-FFF2-40B4-BE49-F238E27FC236}">
                  <a16:creationId xmlns:a16="http://schemas.microsoft.com/office/drawing/2014/main" id="{DAD20E14-28F6-4E68-9F1C-FD75D3F43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153"/>
              <a:ext cx="46" cy="68"/>
            </a:xfrm>
            <a:custGeom>
              <a:avLst/>
              <a:gdLst>
                <a:gd name="T0" fmla="*/ 0 w 44"/>
                <a:gd name="T1" fmla="*/ 85 h 61"/>
                <a:gd name="T2" fmla="*/ 31 w 44"/>
                <a:gd name="T3" fmla="*/ 47 h 61"/>
                <a:gd name="T4" fmla="*/ 50 w 4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1">
                  <a:moveTo>
                    <a:pt x="0" y="61"/>
                  </a:moveTo>
                  <a:cubicBezTo>
                    <a:pt x="13" y="60"/>
                    <a:pt x="24" y="44"/>
                    <a:pt x="28" y="34"/>
                  </a:cubicBezTo>
                  <a:cubicBezTo>
                    <a:pt x="33" y="22"/>
                    <a:pt x="36" y="10"/>
                    <a:pt x="44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2" name="Freeform 486">
              <a:extLst>
                <a:ext uri="{FF2B5EF4-FFF2-40B4-BE49-F238E27FC236}">
                  <a16:creationId xmlns:a16="http://schemas.microsoft.com/office/drawing/2014/main" id="{87879268-DCBA-4230-9D8A-42E66B141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130"/>
              <a:ext cx="52" cy="34"/>
            </a:xfrm>
            <a:custGeom>
              <a:avLst/>
              <a:gdLst>
                <a:gd name="T0" fmla="*/ 56 w 50"/>
                <a:gd name="T1" fmla="*/ 0 h 30"/>
                <a:gd name="T2" fmla="*/ 26 w 50"/>
                <a:gd name="T3" fmla="*/ 7 h 30"/>
                <a:gd name="T4" fmla="*/ 0 w 50"/>
                <a:gd name="T5" fmla="*/ 4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0">
                  <a:moveTo>
                    <a:pt x="50" y="0"/>
                  </a:moveTo>
                  <a:cubicBezTo>
                    <a:pt x="42" y="5"/>
                    <a:pt x="31" y="3"/>
                    <a:pt x="23" y="4"/>
                  </a:cubicBezTo>
                  <a:cubicBezTo>
                    <a:pt x="13" y="6"/>
                    <a:pt x="1" y="20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3" name="Freeform 487">
              <a:extLst>
                <a:ext uri="{FF2B5EF4-FFF2-40B4-BE49-F238E27FC236}">
                  <a16:creationId xmlns:a16="http://schemas.microsoft.com/office/drawing/2014/main" id="{FE1B473E-B079-40DB-B7D0-1CA80F3B8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133"/>
              <a:ext cx="35" cy="76"/>
            </a:xfrm>
            <a:custGeom>
              <a:avLst/>
              <a:gdLst>
                <a:gd name="T0" fmla="*/ 39 w 33"/>
                <a:gd name="T1" fmla="*/ 0 h 67"/>
                <a:gd name="T2" fmla="*/ 0 w 33"/>
                <a:gd name="T3" fmla="*/ 98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7">
                  <a:moveTo>
                    <a:pt x="33" y="0"/>
                  </a:moveTo>
                  <a:cubicBezTo>
                    <a:pt x="12" y="19"/>
                    <a:pt x="17" y="47"/>
                    <a:pt x="0" y="6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4" name="Freeform 488">
              <a:extLst>
                <a:ext uri="{FF2B5EF4-FFF2-40B4-BE49-F238E27FC236}">
                  <a16:creationId xmlns:a16="http://schemas.microsoft.com/office/drawing/2014/main" id="{D2C2C1DE-3875-4EB3-86CE-310996025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131"/>
              <a:ext cx="40" cy="51"/>
            </a:xfrm>
            <a:custGeom>
              <a:avLst/>
              <a:gdLst>
                <a:gd name="T0" fmla="*/ 0 w 38"/>
                <a:gd name="T1" fmla="*/ 0 h 45"/>
                <a:gd name="T2" fmla="*/ 25 w 38"/>
                <a:gd name="T3" fmla="*/ 33 h 45"/>
                <a:gd name="T4" fmla="*/ 44 w 38"/>
                <a:gd name="T5" fmla="*/ 6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5">
                  <a:moveTo>
                    <a:pt x="0" y="0"/>
                  </a:moveTo>
                  <a:cubicBezTo>
                    <a:pt x="5" y="10"/>
                    <a:pt x="14" y="16"/>
                    <a:pt x="22" y="23"/>
                  </a:cubicBezTo>
                  <a:cubicBezTo>
                    <a:pt x="29" y="29"/>
                    <a:pt x="34" y="36"/>
                    <a:pt x="38" y="4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5" name="Freeform 489">
              <a:extLst>
                <a:ext uri="{FF2B5EF4-FFF2-40B4-BE49-F238E27FC236}">
                  <a16:creationId xmlns:a16="http://schemas.microsoft.com/office/drawing/2014/main" id="{9D368D76-2A86-4A9D-A78F-4C2BE185C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111"/>
              <a:ext cx="80" cy="35"/>
            </a:xfrm>
            <a:custGeom>
              <a:avLst/>
              <a:gdLst>
                <a:gd name="T0" fmla="*/ 0 w 76"/>
                <a:gd name="T1" fmla="*/ 0 h 31"/>
                <a:gd name="T2" fmla="*/ 52 w 76"/>
                <a:gd name="T3" fmla="*/ 19 h 31"/>
                <a:gd name="T4" fmla="*/ 88 w 76"/>
                <a:gd name="T5" fmla="*/ 4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31">
                  <a:moveTo>
                    <a:pt x="0" y="0"/>
                  </a:moveTo>
                  <a:cubicBezTo>
                    <a:pt x="12" y="11"/>
                    <a:pt x="30" y="9"/>
                    <a:pt x="45" y="13"/>
                  </a:cubicBezTo>
                  <a:cubicBezTo>
                    <a:pt x="56" y="16"/>
                    <a:pt x="69" y="23"/>
                    <a:pt x="76" y="3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6" name="Freeform 490">
              <a:extLst>
                <a:ext uri="{FF2B5EF4-FFF2-40B4-BE49-F238E27FC236}">
                  <a16:creationId xmlns:a16="http://schemas.microsoft.com/office/drawing/2014/main" id="{C5992DF9-AA32-4BBB-B3B0-0DDA16C40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121"/>
              <a:ext cx="27" cy="38"/>
            </a:xfrm>
            <a:custGeom>
              <a:avLst/>
              <a:gdLst>
                <a:gd name="T0" fmla="*/ 0 w 25"/>
                <a:gd name="T1" fmla="*/ 0 h 34"/>
                <a:gd name="T2" fmla="*/ 14 w 25"/>
                <a:gd name="T3" fmla="*/ 22 h 34"/>
                <a:gd name="T4" fmla="*/ 31 w 25"/>
                <a:gd name="T5" fmla="*/ 4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0" y="0"/>
                  </a:moveTo>
                  <a:cubicBezTo>
                    <a:pt x="5" y="4"/>
                    <a:pt x="8" y="10"/>
                    <a:pt x="11" y="16"/>
                  </a:cubicBezTo>
                  <a:cubicBezTo>
                    <a:pt x="14" y="22"/>
                    <a:pt x="17" y="33"/>
                    <a:pt x="25" y="3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7" name="Freeform 491">
              <a:extLst>
                <a:ext uri="{FF2B5EF4-FFF2-40B4-BE49-F238E27FC236}">
                  <a16:creationId xmlns:a16="http://schemas.microsoft.com/office/drawing/2014/main" id="{28634753-1A39-41EB-B3A8-6EF54F66B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021"/>
              <a:ext cx="135" cy="21"/>
            </a:xfrm>
            <a:custGeom>
              <a:avLst/>
              <a:gdLst>
                <a:gd name="T0" fmla="*/ 0 w 128"/>
                <a:gd name="T1" fmla="*/ 1 h 18"/>
                <a:gd name="T2" fmla="*/ 37 w 128"/>
                <a:gd name="T3" fmla="*/ 7 h 18"/>
                <a:gd name="T4" fmla="*/ 61 w 128"/>
                <a:gd name="T5" fmla="*/ 0 h 18"/>
                <a:gd name="T6" fmla="*/ 88 w 128"/>
                <a:gd name="T7" fmla="*/ 0 h 18"/>
                <a:gd name="T8" fmla="*/ 150 w 128"/>
                <a:gd name="T9" fmla="*/ 2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8">
                  <a:moveTo>
                    <a:pt x="0" y="1"/>
                  </a:moveTo>
                  <a:cubicBezTo>
                    <a:pt x="11" y="0"/>
                    <a:pt x="20" y="5"/>
                    <a:pt x="31" y="4"/>
                  </a:cubicBezTo>
                  <a:cubicBezTo>
                    <a:pt x="38" y="3"/>
                    <a:pt x="44" y="1"/>
                    <a:pt x="52" y="0"/>
                  </a:cubicBezTo>
                  <a:cubicBezTo>
                    <a:pt x="60" y="0"/>
                    <a:pt x="68" y="0"/>
                    <a:pt x="75" y="0"/>
                  </a:cubicBezTo>
                  <a:cubicBezTo>
                    <a:pt x="94" y="0"/>
                    <a:pt x="115" y="3"/>
                    <a:pt x="128" y="1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8" name="Freeform 492">
              <a:extLst>
                <a:ext uri="{FF2B5EF4-FFF2-40B4-BE49-F238E27FC236}">
                  <a16:creationId xmlns:a16="http://schemas.microsoft.com/office/drawing/2014/main" id="{27A5065E-FFB6-4CD7-9CC3-03062A66A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004"/>
              <a:ext cx="68" cy="18"/>
            </a:xfrm>
            <a:custGeom>
              <a:avLst/>
              <a:gdLst>
                <a:gd name="T0" fmla="*/ 0 w 65"/>
                <a:gd name="T1" fmla="*/ 21 h 16"/>
                <a:gd name="T2" fmla="*/ 39 w 65"/>
                <a:gd name="T3" fmla="*/ 7 h 16"/>
                <a:gd name="T4" fmla="*/ 74 w 6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6">
                  <a:moveTo>
                    <a:pt x="0" y="15"/>
                  </a:moveTo>
                  <a:cubicBezTo>
                    <a:pt x="12" y="16"/>
                    <a:pt x="21" y="7"/>
                    <a:pt x="33" y="4"/>
                  </a:cubicBezTo>
                  <a:cubicBezTo>
                    <a:pt x="44" y="1"/>
                    <a:pt x="54" y="0"/>
                    <a:pt x="65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9" name="Freeform 493">
              <a:extLst>
                <a:ext uri="{FF2B5EF4-FFF2-40B4-BE49-F238E27FC236}">
                  <a16:creationId xmlns:a16="http://schemas.microsoft.com/office/drawing/2014/main" id="{FAC4AF9B-2CE1-495E-80F4-E38BAD2B1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933"/>
              <a:ext cx="48" cy="56"/>
            </a:xfrm>
            <a:custGeom>
              <a:avLst/>
              <a:gdLst>
                <a:gd name="T0" fmla="*/ 0 w 46"/>
                <a:gd name="T1" fmla="*/ 69 h 50"/>
                <a:gd name="T2" fmla="*/ 29 w 46"/>
                <a:gd name="T3" fmla="*/ 35 h 50"/>
                <a:gd name="T4" fmla="*/ 52 w 4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0">
                  <a:moveTo>
                    <a:pt x="0" y="49"/>
                  </a:moveTo>
                  <a:cubicBezTo>
                    <a:pt x="10" y="50"/>
                    <a:pt x="21" y="32"/>
                    <a:pt x="26" y="25"/>
                  </a:cubicBezTo>
                  <a:cubicBezTo>
                    <a:pt x="31" y="16"/>
                    <a:pt x="36" y="3"/>
                    <a:pt x="46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0" name="Freeform 494">
              <a:extLst>
                <a:ext uri="{FF2B5EF4-FFF2-40B4-BE49-F238E27FC236}">
                  <a16:creationId xmlns:a16="http://schemas.microsoft.com/office/drawing/2014/main" id="{F194ED6F-EEEF-47B6-808E-A1C937BA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947"/>
              <a:ext cx="44" cy="41"/>
            </a:xfrm>
            <a:custGeom>
              <a:avLst/>
              <a:gdLst>
                <a:gd name="T0" fmla="*/ 0 w 42"/>
                <a:gd name="T1" fmla="*/ 54 h 36"/>
                <a:gd name="T2" fmla="*/ 22 w 42"/>
                <a:gd name="T3" fmla="*/ 22 h 36"/>
                <a:gd name="T4" fmla="*/ 48 w 4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0" y="36"/>
                  </a:moveTo>
                  <a:cubicBezTo>
                    <a:pt x="5" y="27"/>
                    <a:pt x="11" y="20"/>
                    <a:pt x="19" y="15"/>
                  </a:cubicBezTo>
                  <a:cubicBezTo>
                    <a:pt x="26" y="9"/>
                    <a:pt x="36" y="7"/>
                    <a:pt x="42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1" name="Freeform 495">
              <a:extLst>
                <a:ext uri="{FF2B5EF4-FFF2-40B4-BE49-F238E27FC236}">
                  <a16:creationId xmlns:a16="http://schemas.microsoft.com/office/drawing/2014/main" id="{98AD57A1-4787-428E-9853-0EC6F181D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902"/>
              <a:ext cx="12" cy="64"/>
            </a:xfrm>
            <a:custGeom>
              <a:avLst/>
              <a:gdLst>
                <a:gd name="T0" fmla="*/ 1 w 12"/>
                <a:gd name="T1" fmla="*/ 81 h 57"/>
                <a:gd name="T2" fmla="*/ 4 w 12"/>
                <a:gd name="T3" fmla="*/ 61 h 57"/>
                <a:gd name="T4" fmla="*/ 5 w 12"/>
                <a:gd name="T5" fmla="*/ 35 h 57"/>
                <a:gd name="T6" fmla="*/ 12 w 12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7">
                  <a:moveTo>
                    <a:pt x="1" y="57"/>
                  </a:moveTo>
                  <a:cubicBezTo>
                    <a:pt x="0" y="52"/>
                    <a:pt x="3" y="48"/>
                    <a:pt x="4" y="43"/>
                  </a:cubicBezTo>
                  <a:cubicBezTo>
                    <a:pt x="5" y="38"/>
                    <a:pt x="5" y="31"/>
                    <a:pt x="5" y="25"/>
                  </a:cubicBezTo>
                  <a:cubicBezTo>
                    <a:pt x="6" y="16"/>
                    <a:pt x="7" y="7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2" name="Freeform 496">
              <a:extLst>
                <a:ext uri="{FF2B5EF4-FFF2-40B4-BE49-F238E27FC236}">
                  <a16:creationId xmlns:a16="http://schemas.microsoft.com/office/drawing/2014/main" id="{63D72A63-BFC7-4725-9AF5-340F4B40B2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8" y="790"/>
              <a:ext cx="645" cy="459"/>
            </a:xfrm>
            <a:custGeom>
              <a:avLst/>
              <a:gdLst>
                <a:gd name="T0" fmla="*/ 611 w 615"/>
                <a:gd name="T1" fmla="*/ 154 h 409"/>
                <a:gd name="T2" fmla="*/ 554 w 615"/>
                <a:gd name="T3" fmla="*/ 140 h 409"/>
                <a:gd name="T4" fmla="*/ 469 w 615"/>
                <a:gd name="T5" fmla="*/ 68 h 409"/>
                <a:gd name="T6" fmla="*/ 356 w 615"/>
                <a:gd name="T7" fmla="*/ 62 h 409"/>
                <a:gd name="T8" fmla="*/ 354 w 615"/>
                <a:gd name="T9" fmla="*/ 62 h 409"/>
                <a:gd name="T10" fmla="*/ 241 w 615"/>
                <a:gd name="T11" fmla="*/ 68 h 409"/>
                <a:gd name="T12" fmla="*/ 156 w 615"/>
                <a:gd name="T13" fmla="*/ 140 h 409"/>
                <a:gd name="T14" fmla="*/ 98 w 615"/>
                <a:gd name="T15" fmla="*/ 154 h 409"/>
                <a:gd name="T16" fmla="*/ 10 w 615"/>
                <a:gd name="T17" fmla="*/ 357 h 409"/>
                <a:gd name="T18" fmla="*/ 153 w 615"/>
                <a:gd name="T19" fmla="*/ 523 h 409"/>
                <a:gd name="T20" fmla="*/ 284 w 615"/>
                <a:gd name="T21" fmla="*/ 577 h 409"/>
                <a:gd name="T22" fmla="*/ 345 w 615"/>
                <a:gd name="T23" fmla="*/ 488 h 409"/>
                <a:gd name="T24" fmla="*/ 334 w 615"/>
                <a:gd name="T25" fmla="*/ 369 h 409"/>
                <a:gd name="T26" fmla="*/ 377 w 615"/>
                <a:gd name="T27" fmla="*/ 369 h 409"/>
                <a:gd name="T28" fmla="*/ 364 w 615"/>
                <a:gd name="T29" fmla="*/ 488 h 409"/>
                <a:gd name="T30" fmla="*/ 426 w 615"/>
                <a:gd name="T31" fmla="*/ 577 h 409"/>
                <a:gd name="T32" fmla="*/ 558 w 615"/>
                <a:gd name="T33" fmla="*/ 523 h 409"/>
                <a:gd name="T34" fmla="*/ 698 w 615"/>
                <a:gd name="T35" fmla="*/ 357 h 409"/>
                <a:gd name="T36" fmla="*/ 611 w 615"/>
                <a:gd name="T37" fmla="*/ 154 h 409"/>
                <a:gd name="T38" fmla="*/ 357 w 615"/>
                <a:gd name="T39" fmla="*/ 349 h 409"/>
                <a:gd name="T40" fmla="*/ 342 w 615"/>
                <a:gd name="T41" fmla="*/ 342 h 409"/>
                <a:gd name="T42" fmla="*/ 357 w 615"/>
                <a:gd name="T43" fmla="*/ 336 h 409"/>
                <a:gd name="T44" fmla="*/ 371 w 615"/>
                <a:gd name="T45" fmla="*/ 342 h 409"/>
                <a:gd name="T46" fmla="*/ 357 w 615"/>
                <a:gd name="T47" fmla="*/ 349 h 40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15" h="409">
                  <a:moveTo>
                    <a:pt x="530" y="109"/>
                  </a:moveTo>
                  <a:cubicBezTo>
                    <a:pt x="508" y="76"/>
                    <a:pt x="480" y="99"/>
                    <a:pt x="480" y="99"/>
                  </a:cubicBezTo>
                  <a:cubicBezTo>
                    <a:pt x="474" y="56"/>
                    <a:pt x="406" y="48"/>
                    <a:pt x="406" y="48"/>
                  </a:cubicBezTo>
                  <a:cubicBezTo>
                    <a:pt x="336" y="0"/>
                    <a:pt x="308" y="44"/>
                    <a:pt x="308" y="44"/>
                  </a:cubicBezTo>
                  <a:cubicBezTo>
                    <a:pt x="307" y="44"/>
                    <a:pt x="307" y="44"/>
                    <a:pt x="307" y="44"/>
                  </a:cubicBezTo>
                  <a:cubicBezTo>
                    <a:pt x="307" y="44"/>
                    <a:pt x="280" y="0"/>
                    <a:pt x="209" y="48"/>
                  </a:cubicBezTo>
                  <a:cubicBezTo>
                    <a:pt x="209" y="48"/>
                    <a:pt x="141" y="56"/>
                    <a:pt x="135" y="99"/>
                  </a:cubicBezTo>
                  <a:cubicBezTo>
                    <a:pt x="135" y="99"/>
                    <a:pt x="107" y="76"/>
                    <a:pt x="85" y="109"/>
                  </a:cubicBezTo>
                  <a:cubicBezTo>
                    <a:pt x="57" y="150"/>
                    <a:pt x="0" y="192"/>
                    <a:pt x="10" y="252"/>
                  </a:cubicBezTo>
                  <a:cubicBezTo>
                    <a:pt x="20" y="312"/>
                    <a:pt x="78" y="363"/>
                    <a:pt x="133" y="370"/>
                  </a:cubicBezTo>
                  <a:cubicBezTo>
                    <a:pt x="188" y="376"/>
                    <a:pt x="185" y="407"/>
                    <a:pt x="246" y="408"/>
                  </a:cubicBezTo>
                  <a:cubicBezTo>
                    <a:pt x="307" y="409"/>
                    <a:pt x="299" y="371"/>
                    <a:pt x="299" y="346"/>
                  </a:cubicBezTo>
                  <a:cubicBezTo>
                    <a:pt x="299" y="322"/>
                    <a:pt x="313" y="278"/>
                    <a:pt x="289" y="261"/>
                  </a:cubicBezTo>
                  <a:cubicBezTo>
                    <a:pt x="326" y="261"/>
                    <a:pt x="326" y="261"/>
                    <a:pt x="326" y="261"/>
                  </a:cubicBezTo>
                  <a:cubicBezTo>
                    <a:pt x="302" y="278"/>
                    <a:pt x="316" y="322"/>
                    <a:pt x="316" y="346"/>
                  </a:cubicBezTo>
                  <a:cubicBezTo>
                    <a:pt x="316" y="371"/>
                    <a:pt x="308" y="409"/>
                    <a:pt x="369" y="408"/>
                  </a:cubicBezTo>
                  <a:cubicBezTo>
                    <a:pt x="430" y="407"/>
                    <a:pt x="427" y="376"/>
                    <a:pt x="483" y="370"/>
                  </a:cubicBezTo>
                  <a:cubicBezTo>
                    <a:pt x="538" y="363"/>
                    <a:pt x="595" y="312"/>
                    <a:pt x="605" y="252"/>
                  </a:cubicBezTo>
                  <a:cubicBezTo>
                    <a:pt x="615" y="192"/>
                    <a:pt x="558" y="150"/>
                    <a:pt x="530" y="109"/>
                  </a:cubicBezTo>
                  <a:close/>
                  <a:moveTo>
                    <a:pt x="309" y="247"/>
                  </a:moveTo>
                  <a:cubicBezTo>
                    <a:pt x="302" y="247"/>
                    <a:pt x="297" y="245"/>
                    <a:pt x="297" y="242"/>
                  </a:cubicBezTo>
                  <a:cubicBezTo>
                    <a:pt x="297" y="239"/>
                    <a:pt x="302" y="237"/>
                    <a:pt x="309" y="237"/>
                  </a:cubicBezTo>
                  <a:cubicBezTo>
                    <a:pt x="316" y="237"/>
                    <a:pt x="322" y="239"/>
                    <a:pt x="322" y="242"/>
                  </a:cubicBezTo>
                  <a:cubicBezTo>
                    <a:pt x="322" y="245"/>
                    <a:pt x="316" y="247"/>
                    <a:pt x="309" y="24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3" name="Freeform 497">
              <a:extLst>
                <a:ext uri="{FF2B5EF4-FFF2-40B4-BE49-F238E27FC236}">
                  <a16:creationId xmlns:a16="http://schemas.microsoft.com/office/drawing/2014/main" id="{0C030C86-01D9-4F19-88F6-05ACE5BD2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905"/>
              <a:ext cx="457" cy="264"/>
            </a:xfrm>
            <a:custGeom>
              <a:avLst/>
              <a:gdLst>
                <a:gd name="T0" fmla="*/ 464 w 435"/>
                <a:gd name="T1" fmla="*/ 173 h 236"/>
                <a:gd name="T2" fmla="*/ 439 w 435"/>
                <a:gd name="T3" fmla="*/ 134 h 236"/>
                <a:gd name="T4" fmla="*/ 444 w 435"/>
                <a:gd name="T5" fmla="*/ 57 h 236"/>
                <a:gd name="T6" fmla="*/ 451 w 435"/>
                <a:gd name="T7" fmla="*/ 0 h 236"/>
                <a:gd name="T8" fmla="*/ 404 w 435"/>
                <a:gd name="T9" fmla="*/ 31 h 236"/>
                <a:gd name="T10" fmla="*/ 374 w 435"/>
                <a:gd name="T11" fmla="*/ 94 h 236"/>
                <a:gd name="T12" fmla="*/ 337 w 435"/>
                <a:gd name="T13" fmla="*/ 170 h 236"/>
                <a:gd name="T14" fmla="*/ 256 w 435"/>
                <a:gd name="T15" fmla="*/ 181 h 236"/>
                <a:gd name="T16" fmla="*/ 248 w 435"/>
                <a:gd name="T17" fmla="*/ 181 h 236"/>
                <a:gd name="T18" fmla="*/ 167 w 435"/>
                <a:gd name="T19" fmla="*/ 170 h 236"/>
                <a:gd name="T20" fmla="*/ 130 w 435"/>
                <a:gd name="T21" fmla="*/ 94 h 236"/>
                <a:gd name="T22" fmla="*/ 101 w 435"/>
                <a:gd name="T23" fmla="*/ 31 h 236"/>
                <a:gd name="T24" fmla="*/ 54 w 435"/>
                <a:gd name="T25" fmla="*/ 0 h 236"/>
                <a:gd name="T26" fmla="*/ 60 w 435"/>
                <a:gd name="T27" fmla="*/ 57 h 236"/>
                <a:gd name="T28" fmla="*/ 66 w 435"/>
                <a:gd name="T29" fmla="*/ 134 h 236"/>
                <a:gd name="T30" fmla="*/ 40 w 435"/>
                <a:gd name="T31" fmla="*/ 173 h 236"/>
                <a:gd name="T32" fmla="*/ 3 w 435"/>
                <a:gd name="T33" fmla="*/ 232 h 236"/>
                <a:gd name="T34" fmla="*/ 44 w 435"/>
                <a:gd name="T35" fmla="*/ 235 h 236"/>
                <a:gd name="T36" fmla="*/ 41 w 435"/>
                <a:gd name="T37" fmla="*/ 257 h 236"/>
                <a:gd name="T38" fmla="*/ 68 w 435"/>
                <a:gd name="T39" fmla="*/ 276 h 236"/>
                <a:gd name="T40" fmla="*/ 106 w 435"/>
                <a:gd name="T41" fmla="*/ 330 h 236"/>
                <a:gd name="T42" fmla="*/ 151 w 435"/>
                <a:gd name="T43" fmla="*/ 296 h 236"/>
                <a:gd name="T44" fmla="*/ 160 w 435"/>
                <a:gd name="T45" fmla="*/ 243 h 236"/>
                <a:gd name="T46" fmla="*/ 244 w 435"/>
                <a:gd name="T47" fmla="*/ 211 h 236"/>
                <a:gd name="T48" fmla="*/ 261 w 435"/>
                <a:gd name="T49" fmla="*/ 211 h 236"/>
                <a:gd name="T50" fmla="*/ 346 w 435"/>
                <a:gd name="T51" fmla="*/ 243 h 236"/>
                <a:gd name="T52" fmla="*/ 353 w 435"/>
                <a:gd name="T53" fmla="*/ 296 h 236"/>
                <a:gd name="T54" fmla="*/ 399 w 435"/>
                <a:gd name="T55" fmla="*/ 330 h 236"/>
                <a:gd name="T56" fmla="*/ 436 w 435"/>
                <a:gd name="T57" fmla="*/ 276 h 236"/>
                <a:gd name="T58" fmla="*/ 463 w 435"/>
                <a:gd name="T59" fmla="*/ 257 h 236"/>
                <a:gd name="T60" fmla="*/ 460 w 435"/>
                <a:gd name="T61" fmla="*/ 235 h 236"/>
                <a:gd name="T62" fmla="*/ 502 w 435"/>
                <a:gd name="T63" fmla="*/ 232 h 236"/>
                <a:gd name="T64" fmla="*/ 464 w 435"/>
                <a:gd name="T65" fmla="*/ 173 h 2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35" h="236">
                  <a:moveTo>
                    <a:pt x="401" y="124"/>
                  </a:moveTo>
                  <a:cubicBezTo>
                    <a:pt x="391" y="119"/>
                    <a:pt x="358" y="117"/>
                    <a:pt x="379" y="96"/>
                  </a:cubicBezTo>
                  <a:cubicBezTo>
                    <a:pt x="399" y="76"/>
                    <a:pt x="371" y="63"/>
                    <a:pt x="384" y="41"/>
                  </a:cubicBezTo>
                  <a:cubicBezTo>
                    <a:pt x="397" y="19"/>
                    <a:pt x="388" y="0"/>
                    <a:pt x="388" y="0"/>
                  </a:cubicBezTo>
                  <a:cubicBezTo>
                    <a:pt x="388" y="0"/>
                    <a:pt x="375" y="16"/>
                    <a:pt x="348" y="22"/>
                  </a:cubicBezTo>
                  <a:cubicBezTo>
                    <a:pt x="320" y="28"/>
                    <a:pt x="328" y="36"/>
                    <a:pt x="323" y="67"/>
                  </a:cubicBezTo>
                  <a:cubicBezTo>
                    <a:pt x="318" y="99"/>
                    <a:pt x="314" y="108"/>
                    <a:pt x="291" y="122"/>
                  </a:cubicBezTo>
                  <a:cubicBezTo>
                    <a:pt x="269" y="135"/>
                    <a:pt x="221" y="130"/>
                    <a:pt x="221" y="130"/>
                  </a:cubicBezTo>
                  <a:cubicBezTo>
                    <a:pt x="214" y="130"/>
                    <a:pt x="214" y="130"/>
                    <a:pt x="214" y="130"/>
                  </a:cubicBezTo>
                  <a:cubicBezTo>
                    <a:pt x="214" y="130"/>
                    <a:pt x="167" y="135"/>
                    <a:pt x="144" y="122"/>
                  </a:cubicBezTo>
                  <a:cubicBezTo>
                    <a:pt x="121" y="108"/>
                    <a:pt x="117" y="99"/>
                    <a:pt x="112" y="67"/>
                  </a:cubicBezTo>
                  <a:cubicBezTo>
                    <a:pt x="108" y="36"/>
                    <a:pt x="115" y="28"/>
                    <a:pt x="87" y="22"/>
                  </a:cubicBezTo>
                  <a:cubicBezTo>
                    <a:pt x="60" y="16"/>
                    <a:pt x="47" y="0"/>
                    <a:pt x="47" y="0"/>
                  </a:cubicBezTo>
                  <a:cubicBezTo>
                    <a:pt x="47" y="0"/>
                    <a:pt x="38" y="19"/>
                    <a:pt x="51" y="41"/>
                  </a:cubicBezTo>
                  <a:cubicBezTo>
                    <a:pt x="64" y="63"/>
                    <a:pt x="36" y="76"/>
                    <a:pt x="57" y="96"/>
                  </a:cubicBezTo>
                  <a:cubicBezTo>
                    <a:pt x="77" y="117"/>
                    <a:pt x="45" y="119"/>
                    <a:pt x="34" y="124"/>
                  </a:cubicBezTo>
                  <a:cubicBezTo>
                    <a:pt x="24" y="129"/>
                    <a:pt x="0" y="146"/>
                    <a:pt x="3" y="165"/>
                  </a:cubicBezTo>
                  <a:cubicBezTo>
                    <a:pt x="3" y="165"/>
                    <a:pt x="36" y="153"/>
                    <a:pt x="38" y="168"/>
                  </a:cubicBezTo>
                  <a:cubicBezTo>
                    <a:pt x="40" y="179"/>
                    <a:pt x="37" y="182"/>
                    <a:pt x="35" y="184"/>
                  </a:cubicBezTo>
                  <a:cubicBezTo>
                    <a:pt x="41" y="181"/>
                    <a:pt x="63" y="174"/>
                    <a:pt x="59" y="198"/>
                  </a:cubicBezTo>
                  <a:cubicBezTo>
                    <a:pt x="59" y="198"/>
                    <a:pt x="99" y="158"/>
                    <a:pt x="91" y="236"/>
                  </a:cubicBezTo>
                  <a:cubicBezTo>
                    <a:pt x="91" y="236"/>
                    <a:pt x="108" y="212"/>
                    <a:pt x="130" y="212"/>
                  </a:cubicBezTo>
                  <a:cubicBezTo>
                    <a:pt x="152" y="212"/>
                    <a:pt x="157" y="181"/>
                    <a:pt x="138" y="173"/>
                  </a:cubicBezTo>
                  <a:cubicBezTo>
                    <a:pt x="138" y="173"/>
                    <a:pt x="100" y="151"/>
                    <a:pt x="210" y="151"/>
                  </a:cubicBezTo>
                  <a:cubicBezTo>
                    <a:pt x="225" y="151"/>
                    <a:pt x="225" y="151"/>
                    <a:pt x="225" y="151"/>
                  </a:cubicBezTo>
                  <a:cubicBezTo>
                    <a:pt x="335" y="151"/>
                    <a:pt x="298" y="173"/>
                    <a:pt x="298" y="173"/>
                  </a:cubicBezTo>
                  <a:cubicBezTo>
                    <a:pt x="278" y="181"/>
                    <a:pt x="283" y="212"/>
                    <a:pt x="305" y="212"/>
                  </a:cubicBezTo>
                  <a:cubicBezTo>
                    <a:pt x="327" y="212"/>
                    <a:pt x="345" y="236"/>
                    <a:pt x="345" y="236"/>
                  </a:cubicBezTo>
                  <a:cubicBezTo>
                    <a:pt x="337" y="158"/>
                    <a:pt x="376" y="198"/>
                    <a:pt x="376" y="198"/>
                  </a:cubicBezTo>
                  <a:cubicBezTo>
                    <a:pt x="372" y="174"/>
                    <a:pt x="394" y="181"/>
                    <a:pt x="400" y="184"/>
                  </a:cubicBezTo>
                  <a:cubicBezTo>
                    <a:pt x="398" y="182"/>
                    <a:pt x="396" y="179"/>
                    <a:pt x="397" y="168"/>
                  </a:cubicBezTo>
                  <a:cubicBezTo>
                    <a:pt x="400" y="153"/>
                    <a:pt x="433" y="165"/>
                    <a:pt x="433" y="165"/>
                  </a:cubicBezTo>
                  <a:cubicBezTo>
                    <a:pt x="435" y="146"/>
                    <a:pt x="412" y="129"/>
                    <a:pt x="401" y="12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4" name="Freeform 498">
              <a:extLst>
                <a:ext uri="{FF2B5EF4-FFF2-40B4-BE49-F238E27FC236}">
                  <a16:creationId xmlns:a16="http://schemas.microsoft.com/office/drawing/2014/main" id="{894A2782-9942-4C70-88F6-52F15C3DD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111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5" name="Freeform 499">
              <a:extLst>
                <a:ext uri="{FF2B5EF4-FFF2-40B4-BE49-F238E27FC236}">
                  <a16:creationId xmlns:a16="http://schemas.microsoft.com/office/drawing/2014/main" id="{12E79943-A14C-4225-9DF5-5A5BAEEB2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111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8614" name="spinal-cord-cross-section-illustration">
            <a:extLst>
              <a:ext uri="{FF2B5EF4-FFF2-40B4-BE49-F238E27FC236}">
                <a16:creationId xmlns:a16="http://schemas.microsoft.com/office/drawing/2014/main" id="{132BC216-8EC9-4A2D-B130-45019F0560DD}"/>
              </a:ext>
            </a:extLst>
          </p:cNvPr>
          <p:cNvGrpSpPr>
            <a:grpSpLocks/>
          </p:cNvGrpSpPr>
          <p:nvPr/>
        </p:nvGrpSpPr>
        <p:grpSpPr bwMode="auto">
          <a:xfrm>
            <a:off x="3348038" y="2103438"/>
            <a:ext cx="920750" cy="711200"/>
            <a:chOff x="1149" y="1325"/>
            <a:chExt cx="580" cy="448"/>
          </a:xfrm>
        </p:grpSpPr>
        <p:sp>
          <p:nvSpPr>
            <p:cNvPr id="68817" name="Freeform 501">
              <a:extLst>
                <a:ext uri="{FF2B5EF4-FFF2-40B4-BE49-F238E27FC236}">
                  <a16:creationId xmlns:a16="http://schemas.microsoft.com/office/drawing/2014/main" id="{27240087-4403-45D8-B674-27B8B494F4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9" y="1325"/>
              <a:ext cx="580" cy="448"/>
            </a:xfrm>
            <a:custGeom>
              <a:avLst/>
              <a:gdLst>
                <a:gd name="T0" fmla="*/ 563 w 552"/>
                <a:gd name="T1" fmla="*/ 115 h 400"/>
                <a:gd name="T2" fmla="*/ 464 w 552"/>
                <a:gd name="T3" fmla="*/ 73 h 400"/>
                <a:gd name="T4" fmla="*/ 401 w 552"/>
                <a:gd name="T5" fmla="*/ 45 h 400"/>
                <a:gd name="T6" fmla="*/ 322 w 552"/>
                <a:gd name="T7" fmla="*/ 58 h 400"/>
                <a:gd name="T8" fmla="*/ 320 w 552"/>
                <a:gd name="T9" fmla="*/ 58 h 400"/>
                <a:gd name="T10" fmla="*/ 241 w 552"/>
                <a:gd name="T11" fmla="*/ 45 h 400"/>
                <a:gd name="T12" fmla="*/ 175 w 552"/>
                <a:gd name="T13" fmla="*/ 73 h 400"/>
                <a:gd name="T14" fmla="*/ 79 w 552"/>
                <a:gd name="T15" fmla="*/ 115 h 400"/>
                <a:gd name="T16" fmla="*/ 1 w 552"/>
                <a:gd name="T17" fmla="*/ 250 h 400"/>
                <a:gd name="T18" fmla="*/ 57 w 552"/>
                <a:gd name="T19" fmla="*/ 389 h 400"/>
                <a:gd name="T20" fmla="*/ 178 w 552"/>
                <a:gd name="T21" fmla="*/ 491 h 400"/>
                <a:gd name="T22" fmla="*/ 311 w 552"/>
                <a:gd name="T23" fmla="*/ 478 h 400"/>
                <a:gd name="T24" fmla="*/ 304 w 552"/>
                <a:gd name="T25" fmla="*/ 338 h 400"/>
                <a:gd name="T26" fmla="*/ 338 w 552"/>
                <a:gd name="T27" fmla="*/ 338 h 400"/>
                <a:gd name="T28" fmla="*/ 329 w 552"/>
                <a:gd name="T29" fmla="*/ 478 h 400"/>
                <a:gd name="T30" fmla="*/ 463 w 552"/>
                <a:gd name="T31" fmla="*/ 491 h 400"/>
                <a:gd name="T32" fmla="*/ 584 w 552"/>
                <a:gd name="T33" fmla="*/ 389 h 400"/>
                <a:gd name="T34" fmla="*/ 640 w 552"/>
                <a:gd name="T35" fmla="*/ 250 h 400"/>
                <a:gd name="T36" fmla="*/ 563 w 552"/>
                <a:gd name="T37" fmla="*/ 115 h 400"/>
                <a:gd name="T38" fmla="*/ 320 w 552"/>
                <a:gd name="T39" fmla="*/ 325 h 400"/>
                <a:gd name="T40" fmla="*/ 312 w 552"/>
                <a:gd name="T41" fmla="*/ 318 h 400"/>
                <a:gd name="T42" fmla="*/ 320 w 552"/>
                <a:gd name="T43" fmla="*/ 314 h 400"/>
                <a:gd name="T44" fmla="*/ 328 w 552"/>
                <a:gd name="T45" fmla="*/ 318 h 400"/>
                <a:gd name="T46" fmla="*/ 320 w 552"/>
                <a:gd name="T47" fmla="*/ 325 h 4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52" h="400">
                  <a:moveTo>
                    <a:pt x="485" y="82"/>
                  </a:moveTo>
                  <a:cubicBezTo>
                    <a:pt x="460" y="65"/>
                    <a:pt x="426" y="79"/>
                    <a:pt x="401" y="52"/>
                  </a:cubicBezTo>
                  <a:cubicBezTo>
                    <a:pt x="377" y="24"/>
                    <a:pt x="346" y="32"/>
                    <a:pt x="346" y="32"/>
                  </a:cubicBezTo>
                  <a:cubicBezTo>
                    <a:pt x="311" y="0"/>
                    <a:pt x="277" y="41"/>
                    <a:pt x="277" y="41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6" y="41"/>
                    <a:pt x="242" y="0"/>
                    <a:pt x="207" y="32"/>
                  </a:cubicBezTo>
                  <a:cubicBezTo>
                    <a:pt x="207" y="32"/>
                    <a:pt x="175" y="24"/>
                    <a:pt x="151" y="52"/>
                  </a:cubicBezTo>
                  <a:cubicBezTo>
                    <a:pt x="127" y="79"/>
                    <a:pt x="92" y="65"/>
                    <a:pt x="68" y="82"/>
                  </a:cubicBezTo>
                  <a:cubicBezTo>
                    <a:pt x="44" y="99"/>
                    <a:pt x="2" y="121"/>
                    <a:pt x="1" y="178"/>
                  </a:cubicBezTo>
                  <a:cubicBezTo>
                    <a:pt x="0" y="235"/>
                    <a:pt x="21" y="254"/>
                    <a:pt x="49" y="277"/>
                  </a:cubicBezTo>
                  <a:cubicBezTo>
                    <a:pt x="78" y="299"/>
                    <a:pt x="124" y="340"/>
                    <a:pt x="153" y="349"/>
                  </a:cubicBezTo>
                  <a:cubicBezTo>
                    <a:pt x="182" y="357"/>
                    <a:pt x="268" y="400"/>
                    <a:pt x="268" y="340"/>
                  </a:cubicBezTo>
                  <a:cubicBezTo>
                    <a:pt x="268" y="281"/>
                    <a:pt x="277" y="251"/>
                    <a:pt x="262" y="241"/>
                  </a:cubicBezTo>
                  <a:cubicBezTo>
                    <a:pt x="291" y="241"/>
                    <a:pt x="291" y="241"/>
                    <a:pt x="291" y="241"/>
                  </a:cubicBezTo>
                  <a:cubicBezTo>
                    <a:pt x="275" y="251"/>
                    <a:pt x="284" y="281"/>
                    <a:pt x="284" y="340"/>
                  </a:cubicBezTo>
                  <a:cubicBezTo>
                    <a:pt x="284" y="400"/>
                    <a:pt x="371" y="357"/>
                    <a:pt x="400" y="349"/>
                  </a:cubicBezTo>
                  <a:cubicBezTo>
                    <a:pt x="429" y="340"/>
                    <a:pt x="475" y="299"/>
                    <a:pt x="503" y="277"/>
                  </a:cubicBezTo>
                  <a:cubicBezTo>
                    <a:pt x="531" y="254"/>
                    <a:pt x="552" y="235"/>
                    <a:pt x="552" y="178"/>
                  </a:cubicBezTo>
                  <a:cubicBezTo>
                    <a:pt x="551" y="121"/>
                    <a:pt x="509" y="99"/>
                    <a:pt x="485" y="82"/>
                  </a:cubicBezTo>
                  <a:close/>
                  <a:moveTo>
                    <a:pt x="276" y="231"/>
                  </a:moveTo>
                  <a:cubicBezTo>
                    <a:pt x="272" y="231"/>
                    <a:pt x="269" y="229"/>
                    <a:pt x="269" y="227"/>
                  </a:cubicBezTo>
                  <a:cubicBezTo>
                    <a:pt x="269" y="225"/>
                    <a:pt x="272" y="223"/>
                    <a:pt x="276" y="223"/>
                  </a:cubicBezTo>
                  <a:cubicBezTo>
                    <a:pt x="280" y="223"/>
                    <a:pt x="283" y="225"/>
                    <a:pt x="283" y="227"/>
                  </a:cubicBezTo>
                  <a:cubicBezTo>
                    <a:pt x="283" y="229"/>
                    <a:pt x="280" y="231"/>
                    <a:pt x="276" y="231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8" name="Freeform 502">
              <a:extLst>
                <a:ext uri="{FF2B5EF4-FFF2-40B4-BE49-F238E27FC236}">
                  <a16:creationId xmlns:a16="http://schemas.microsoft.com/office/drawing/2014/main" id="{99AA82E3-CEE5-4B8C-8B26-ACFF6A8AF2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86" y="1394"/>
              <a:ext cx="303" cy="268"/>
            </a:xfrm>
            <a:custGeom>
              <a:avLst/>
              <a:gdLst>
                <a:gd name="T0" fmla="*/ 333 w 289"/>
                <a:gd name="T1" fmla="*/ 210 h 239"/>
                <a:gd name="T2" fmla="*/ 299 w 289"/>
                <a:gd name="T3" fmla="*/ 158 h 239"/>
                <a:gd name="T4" fmla="*/ 303 w 289"/>
                <a:gd name="T5" fmla="*/ 71 h 239"/>
                <a:gd name="T6" fmla="*/ 323 w 289"/>
                <a:gd name="T7" fmla="*/ 0 h 239"/>
                <a:gd name="T8" fmla="*/ 293 w 289"/>
                <a:gd name="T9" fmla="*/ 59 h 239"/>
                <a:gd name="T10" fmla="*/ 267 w 289"/>
                <a:gd name="T11" fmla="*/ 84 h 239"/>
                <a:gd name="T12" fmla="*/ 255 w 289"/>
                <a:gd name="T13" fmla="*/ 137 h 239"/>
                <a:gd name="T14" fmla="*/ 220 w 289"/>
                <a:gd name="T15" fmla="*/ 225 h 239"/>
                <a:gd name="T16" fmla="*/ 174 w 289"/>
                <a:gd name="T17" fmla="*/ 225 h 239"/>
                <a:gd name="T18" fmla="*/ 159 w 289"/>
                <a:gd name="T19" fmla="*/ 225 h 239"/>
                <a:gd name="T20" fmla="*/ 113 w 289"/>
                <a:gd name="T21" fmla="*/ 225 h 239"/>
                <a:gd name="T22" fmla="*/ 78 w 289"/>
                <a:gd name="T23" fmla="*/ 137 h 239"/>
                <a:gd name="T24" fmla="*/ 66 w 289"/>
                <a:gd name="T25" fmla="*/ 84 h 239"/>
                <a:gd name="T26" fmla="*/ 41 w 289"/>
                <a:gd name="T27" fmla="*/ 59 h 239"/>
                <a:gd name="T28" fmla="*/ 9 w 289"/>
                <a:gd name="T29" fmla="*/ 0 h 239"/>
                <a:gd name="T30" fmla="*/ 29 w 289"/>
                <a:gd name="T31" fmla="*/ 71 h 239"/>
                <a:gd name="T32" fmla="*/ 35 w 289"/>
                <a:gd name="T33" fmla="*/ 158 h 239"/>
                <a:gd name="T34" fmla="*/ 0 w 289"/>
                <a:gd name="T35" fmla="*/ 210 h 239"/>
                <a:gd name="T36" fmla="*/ 53 w 289"/>
                <a:gd name="T37" fmla="*/ 269 h 239"/>
                <a:gd name="T38" fmla="*/ 73 w 289"/>
                <a:gd name="T39" fmla="*/ 334 h 239"/>
                <a:gd name="T40" fmla="*/ 105 w 289"/>
                <a:gd name="T41" fmla="*/ 247 h 239"/>
                <a:gd name="T42" fmla="*/ 158 w 289"/>
                <a:gd name="T43" fmla="*/ 240 h 239"/>
                <a:gd name="T44" fmla="*/ 175 w 289"/>
                <a:gd name="T45" fmla="*/ 240 h 239"/>
                <a:gd name="T46" fmla="*/ 229 w 289"/>
                <a:gd name="T47" fmla="*/ 247 h 239"/>
                <a:gd name="T48" fmla="*/ 259 w 289"/>
                <a:gd name="T49" fmla="*/ 334 h 239"/>
                <a:gd name="T50" fmla="*/ 279 w 289"/>
                <a:gd name="T51" fmla="*/ 269 h 239"/>
                <a:gd name="T52" fmla="*/ 333 w 289"/>
                <a:gd name="T53" fmla="*/ 210 h 239"/>
                <a:gd name="T54" fmla="*/ 168 w 289"/>
                <a:gd name="T55" fmla="*/ 239 h 239"/>
                <a:gd name="T56" fmla="*/ 160 w 289"/>
                <a:gd name="T57" fmla="*/ 232 h 239"/>
                <a:gd name="T58" fmla="*/ 168 w 289"/>
                <a:gd name="T59" fmla="*/ 228 h 239"/>
                <a:gd name="T60" fmla="*/ 176 w 289"/>
                <a:gd name="T61" fmla="*/ 232 h 239"/>
                <a:gd name="T62" fmla="*/ 168 w 289"/>
                <a:gd name="T63" fmla="*/ 239 h 23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89" h="239">
                  <a:moveTo>
                    <a:pt x="289" y="149"/>
                  </a:moveTo>
                  <a:cubicBezTo>
                    <a:pt x="256" y="159"/>
                    <a:pt x="265" y="125"/>
                    <a:pt x="259" y="112"/>
                  </a:cubicBezTo>
                  <a:cubicBezTo>
                    <a:pt x="253" y="99"/>
                    <a:pt x="254" y="70"/>
                    <a:pt x="263" y="50"/>
                  </a:cubicBezTo>
                  <a:cubicBezTo>
                    <a:pt x="272" y="30"/>
                    <a:pt x="280" y="0"/>
                    <a:pt x="280" y="0"/>
                  </a:cubicBezTo>
                  <a:cubicBezTo>
                    <a:pt x="280" y="0"/>
                    <a:pt x="260" y="27"/>
                    <a:pt x="254" y="42"/>
                  </a:cubicBezTo>
                  <a:cubicBezTo>
                    <a:pt x="248" y="57"/>
                    <a:pt x="251" y="59"/>
                    <a:pt x="232" y="60"/>
                  </a:cubicBezTo>
                  <a:cubicBezTo>
                    <a:pt x="213" y="61"/>
                    <a:pt x="244" y="87"/>
                    <a:pt x="221" y="97"/>
                  </a:cubicBezTo>
                  <a:cubicBezTo>
                    <a:pt x="221" y="97"/>
                    <a:pt x="240" y="160"/>
                    <a:pt x="191" y="160"/>
                  </a:cubicBezTo>
                  <a:cubicBezTo>
                    <a:pt x="170" y="160"/>
                    <a:pt x="151" y="160"/>
                    <a:pt x="151" y="160"/>
                  </a:cubicBezTo>
                  <a:cubicBezTo>
                    <a:pt x="138" y="160"/>
                    <a:pt x="138" y="160"/>
                    <a:pt x="138" y="160"/>
                  </a:cubicBezTo>
                  <a:cubicBezTo>
                    <a:pt x="138" y="160"/>
                    <a:pt x="119" y="160"/>
                    <a:pt x="98" y="160"/>
                  </a:cubicBezTo>
                  <a:cubicBezTo>
                    <a:pt x="50" y="160"/>
                    <a:pt x="68" y="97"/>
                    <a:pt x="68" y="97"/>
                  </a:cubicBezTo>
                  <a:cubicBezTo>
                    <a:pt x="45" y="87"/>
                    <a:pt x="76" y="61"/>
                    <a:pt x="57" y="60"/>
                  </a:cubicBezTo>
                  <a:cubicBezTo>
                    <a:pt x="38" y="59"/>
                    <a:pt x="41" y="57"/>
                    <a:pt x="35" y="42"/>
                  </a:cubicBezTo>
                  <a:cubicBezTo>
                    <a:pt x="29" y="27"/>
                    <a:pt x="9" y="0"/>
                    <a:pt x="9" y="0"/>
                  </a:cubicBezTo>
                  <a:cubicBezTo>
                    <a:pt x="9" y="0"/>
                    <a:pt x="17" y="30"/>
                    <a:pt x="26" y="50"/>
                  </a:cubicBezTo>
                  <a:cubicBezTo>
                    <a:pt x="35" y="70"/>
                    <a:pt x="36" y="99"/>
                    <a:pt x="30" y="112"/>
                  </a:cubicBezTo>
                  <a:cubicBezTo>
                    <a:pt x="24" y="125"/>
                    <a:pt x="33" y="159"/>
                    <a:pt x="0" y="149"/>
                  </a:cubicBezTo>
                  <a:cubicBezTo>
                    <a:pt x="0" y="149"/>
                    <a:pt x="43" y="165"/>
                    <a:pt x="47" y="191"/>
                  </a:cubicBezTo>
                  <a:cubicBezTo>
                    <a:pt x="51" y="217"/>
                    <a:pt x="27" y="239"/>
                    <a:pt x="64" y="237"/>
                  </a:cubicBezTo>
                  <a:cubicBezTo>
                    <a:pt x="83" y="236"/>
                    <a:pt x="53" y="176"/>
                    <a:pt x="91" y="175"/>
                  </a:cubicBezTo>
                  <a:cubicBezTo>
                    <a:pt x="120" y="174"/>
                    <a:pt x="129" y="170"/>
                    <a:pt x="137" y="170"/>
                  </a:cubicBezTo>
                  <a:cubicBezTo>
                    <a:pt x="152" y="170"/>
                    <a:pt x="152" y="170"/>
                    <a:pt x="152" y="170"/>
                  </a:cubicBezTo>
                  <a:cubicBezTo>
                    <a:pt x="160" y="170"/>
                    <a:pt x="169" y="174"/>
                    <a:pt x="198" y="175"/>
                  </a:cubicBezTo>
                  <a:cubicBezTo>
                    <a:pt x="236" y="176"/>
                    <a:pt x="206" y="236"/>
                    <a:pt x="225" y="237"/>
                  </a:cubicBezTo>
                  <a:cubicBezTo>
                    <a:pt x="263" y="239"/>
                    <a:pt x="238" y="217"/>
                    <a:pt x="242" y="191"/>
                  </a:cubicBezTo>
                  <a:cubicBezTo>
                    <a:pt x="246" y="165"/>
                    <a:pt x="289" y="149"/>
                    <a:pt x="289" y="149"/>
                  </a:cubicBezTo>
                  <a:close/>
                  <a:moveTo>
                    <a:pt x="146" y="169"/>
                  </a:moveTo>
                  <a:cubicBezTo>
                    <a:pt x="142" y="169"/>
                    <a:pt x="139" y="167"/>
                    <a:pt x="139" y="165"/>
                  </a:cubicBezTo>
                  <a:cubicBezTo>
                    <a:pt x="139" y="163"/>
                    <a:pt x="142" y="161"/>
                    <a:pt x="146" y="161"/>
                  </a:cubicBezTo>
                  <a:cubicBezTo>
                    <a:pt x="150" y="161"/>
                    <a:pt x="153" y="163"/>
                    <a:pt x="153" y="165"/>
                  </a:cubicBezTo>
                  <a:cubicBezTo>
                    <a:pt x="153" y="167"/>
                    <a:pt x="150" y="169"/>
                    <a:pt x="146" y="169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9" name="Freeform 503">
              <a:extLst>
                <a:ext uri="{FF2B5EF4-FFF2-40B4-BE49-F238E27FC236}">
                  <a16:creationId xmlns:a16="http://schemas.microsoft.com/office/drawing/2014/main" id="{C2851F01-A5FA-42F6-ABA4-F9BB73584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517"/>
              <a:ext cx="31" cy="59"/>
            </a:xfrm>
            <a:custGeom>
              <a:avLst/>
              <a:gdLst>
                <a:gd name="T0" fmla="*/ 13 w 29"/>
                <a:gd name="T1" fmla="*/ 0 h 53"/>
                <a:gd name="T2" fmla="*/ 35 w 29"/>
                <a:gd name="T3" fmla="*/ 73 h 53"/>
                <a:gd name="T4" fmla="*/ 13 w 29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3">
                  <a:moveTo>
                    <a:pt x="10" y="0"/>
                  </a:moveTo>
                  <a:cubicBezTo>
                    <a:pt x="10" y="0"/>
                    <a:pt x="4" y="44"/>
                    <a:pt x="29" y="53"/>
                  </a:cubicBezTo>
                  <a:cubicBezTo>
                    <a:pt x="29" y="53"/>
                    <a:pt x="0" y="51"/>
                    <a:pt x="1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0" name="Freeform 504">
              <a:extLst>
                <a:ext uri="{FF2B5EF4-FFF2-40B4-BE49-F238E27FC236}">
                  <a16:creationId xmlns:a16="http://schemas.microsoft.com/office/drawing/2014/main" id="{A1179AC1-D416-4600-AEFD-89D642A69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568"/>
              <a:ext cx="41" cy="61"/>
            </a:xfrm>
            <a:custGeom>
              <a:avLst/>
              <a:gdLst>
                <a:gd name="T0" fmla="*/ 45 w 39"/>
                <a:gd name="T1" fmla="*/ 0 h 54"/>
                <a:gd name="T2" fmla="*/ 16 w 39"/>
                <a:gd name="T3" fmla="*/ 78 h 54"/>
                <a:gd name="T4" fmla="*/ 45 w 39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4">
                  <a:moveTo>
                    <a:pt x="39" y="0"/>
                  </a:moveTo>
                  <a:cubicBezTo>
                    <a:pt x="39" y="0"/>
                    <a:pt x="5" y="20"/>
                    <a:pt x="13" y="54"/>
                  </a:cubicBezTo>
                  <a:cubicBezTo>
                    <a:pt x="13" y="54"/>
                    <a:pt x="0" y="17"/>
                    <a:pt x="39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1" name="Freeform 505">
              <a:extLst>
                <a:ext uri="{FF2B5EF4-FFF2-40B4-BE49-F238E27FC236}">
                  <a16:creationId xmlns:a16="http://schemas.microsoft.com/office/drawing/2014/main" id="{A91D76DA-2159-4456-9710-B698C4420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506"/>
              <a:ext cx="22" cy="62"/>
            </a:xfrm>
            <a:custGeom>
              <a:avLst/>
              <a:gdLst>
                <a:gd name="T0" fmla="*/ 7 w 21"/>
                <a:gd name="T1" fmla="*/ 0 h 55"/>
                <a:gd name="T2" fmla="*/ 0 w 21"/>
                <a:gd name="T3" fmla="*/ 79 h 55"/>
                <a:gd name="T4" fmla="*/ 7 w 21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5">
                  <a:moveTo>
                    <a:pt x="7" y="0"/>
                  </a:moveTo>
                  <a:cubicBezTo>
                    <a:pt x="7" y="0"/>
                    <a:pt x="18" y="46"/>
                    <a:pt x="0" y="55"/>
                  </a:cubicBezTo>
                  <a:cubicBezTo>
                    <a:pt x="0" y="55"/>
                    <a:pt x="21" y="53"/>
                    <a:pt x="7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2" name="Freeform 506">
              <a:extLst>
                <a:ext uri="{FF2B5EF4-FFF2-40B4-BE49-F238E27FC236}">
                  <a16:creationId xmlns:a16="http://schemas.microsoft.com/office/drawing/2014/main" id="{25E9F663-422A-4B10-979C-A951EC2B8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634"/>
              <a:ext cx="16" cy="28"/>
            </a:xfrm>
            <a:custGeom>
              <a:avLst/>
              <a:gdLst>
                <a:gd name="T0" fmla="*/ 0 w 15"/>
                <a:gd name="T1" fmla="*/ 25 h 25"/>
                <a:gd name="T2" fmla="*/ 15 w 15"/>
                <a:gd name="T3" fmla="*/ 0 h 25"/>
                <a:gd name="T4" fmla="*/ 0 w 15"/>
                <a:gd name="T5" fmla="*/ 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18"/>
                  </a:moveTo>
                  <a:cubicBezTo>
                    <a:pt x="0" y="18"/>
                    <a:pt x="15" y="25"/>
                    <a:pt x="12" y="0"/>
                  </a:cubicBezTo>
                  <a:cubicBezTo>
                    <a:pt x="12" y="0"/>
                    <a:pt x="13" y="19"/>
                    <a:pt x="0" y="18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3" name="Freeform 507">
              <a:extLst>
                <a:ext uri="{FF2B5EF4-FFF2-40B4-BE49-F238E27FC236}">
                  <a16:creationId xmlns:a16="http://schemas.microsoft.com/office/drawing/2014/main" id="{3B5D65CB-A795-460B-8373-EFA2AD40B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371"/>
              <a:ext cx="13" cy="188"/>
            </a:xfrm>
            <a:custGeom>
              <a:avLst/>
              <a:gdLst>
                <a:gd name="T0" fmla="*/ 5 w 13"/>
                <a:gd name="T1" fmla="*/ 0 h 168"/>
                <a:gd name="T2" fmla="*/ 5 w 13"/>
                <a:gd name="T3" fmla="*/ 235 h 168"/>
                <a:gd name="T4" fmla="*/ 5 w 13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8">
                  <a:moveTo>
                    <a:pt x="5" y="0"/>
                  </a:moveTo>
                  <a:cubicBezTo>
                    <a:pt x="5" y="0"/>
                    <a:pt x="0" y="103"/>
                    <a:pt x="5" y="168"/>
                  </a:cubicBezTo>
                  <a:cubicBezTo>
                    <a:pt x="5" y="168"/>
                    <a:pt x="13" y="87"/>
                    <a:pt x="5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4" name="Freeform 508">
              <a:extLst>
                <a:ext uri="{FF2B5EF4-FFF2-40B4-BE49-F238E27FC236}">
                  <a16:creationId xmlns:a16="http://schemas.microsoft.com/office/drawing/2014/main" id="{FB9AC33D-D083-4C7E-9BC5-B3B7E524A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346"/>
              <a:ext cx="56" cy="103"/>
            </a:xfrm>
            <a:custGeom>
              <a:avLst/>
              <a:gdLst>
                <a:gd name="T0" fmla="*/ 58 w 53"/>
                <a:gd name="T1" fmla="*/ 129 h 92"/>
                <a:gd name="T2" fmla="*/ 59 w 53"/>
                <a:gd name="T3" fmla="*/ 36 h 92"/>
                <a:gd name="T4" fmla="*/ 0 w 53"/>
                <a:gd name="T5" fmla="*/ 15 h 92"/>
                <a:gd name="T6" fmla="*/ 48 w 53"/>
                <a:gd name="T7" fmla="*/ 48 h 92"/>
                <a:gd name="T8" fmla="*/ 58 w 53"/>
                <a:gd name="T9" fmla="*/ 129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92">
                  <a:moveTo>
                    <a:pt x="49" y="92"/>
                  </a:moveTo>
                  <a:cubicBezTo>
                    <a:pt x="49" y="92"/>
                    <a:pt x="53" y="35"/>
                    <a:pt x="50" y="26"/>
                  </a:cubicBezTo>
                  <a:cubicBezTo>
                    <a:pt x="47" y="17"/>
                    <a:pt x="25" y="0"/>
                    <a:pt x="0" y="11"/>
                  </a:cubicBezTo>
                  <a:cubicBezTo>
                    <a:pt x="0" y="11"/>
                    <a:pt x="35" y="13"/>
                    <a:pt x="41" y="34"/>
                  </a:cubicBezTo>
                  <a:cubicBezTo>
                    <a:pt x="48" y="55"/>
                    <a:pt x="49" y="92"/>
                    <a:pt x="49" y="92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5" name="Freeform 509">
              <a:extLst>
                <a:ext uri="{FF2B5EF4-FFF2-40B4-BE49-F238E27FC236}">
                  <a16:creationId xmlns:a16="http://schemas.microsoft.com/office/drawing/2014/main" id="{10385F2B-35E0-488B-9BAF-7C133147B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356"/>
              <a:ext cx="34" cy="49"/>
            </a:xfrm>
            <a:custGeom>
              <a:avLst/>
              <a:gdLst>
                <a:gd name="T0" fmla="*/ 38 w 32"/>
                <a:gd name="T1" fmla="*/ 0 h 43"/>
                <a:gd name="T2" fmla="*/ 3 w 32"/>
                <a:gd name="T3" fmla="*/ 64 h 43"/>
                <a:gd name="T4" fmla="*/ 38 w 3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3">
                  <a:moveTo>
                    <a:pt x="32" y="0"/>
                  </a:moveTo>
                  <a:cubicBezTo>
                    <a:pt x="32" y="0"/>
                    <a:pt x="0" y="0"/>
                    <a:pt x="3" y="43"/>
                  </a:cubicBezTo>
                  <a:cubicBezTo>
                    <a:pt x="3" y="43"/>
                    <a:pt x="9" y="7"/>
                    <a:pt x="32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6" name="Freeform 510">
              <a:extLst>
                <a:ext uri="{FF2B5EF4-FFF2-40B4-BE49-F238E27FC236}">
                  <a16:creationId xmlns:a16="http://schemas.microsoft.com/office/drawing/2014/main" id="{D199AE0A-E910-42C6-9BFC-7DBA2FC3F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685"/>
              <a:ext cx="94" cy="56"/>
            </a:xfrm>
            <a:custGeom>
              <a:avLst/>
              <a:gdLst>
                <a:gd name="T0" fmla="*/ 94 w 89"/>
                <a:gd name="T1" fmla="*/ 0 h 50"/>
                <a:gd name="T2" fmla="*/ 62 w 89"/>
                <a:gd name="T3" fmla="*/ 63 h 50"/>
                <a:gd name="T4" fmla="*/ 0 w 89"/>
                <a:gd name="T5" fmla="*/ 44 h 50"/>
                <a:gd name="T6" fmla="*/ 78 w 89"/>
                <a:gd name="T7" fmla="*/ 52 h 50"/>
                <a:gd name="T8" fmla="*/ 94 w 89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0">
                  <a:moveTo>
                    <a:pt x="80" y="0"/>
                  </a:moveTo>
                  <a:cubicBezTo>
                    <a:pt x="80" y="0"/>
                    <a:pt x="89" y="49"/>
                    <a:pt x="53" y="45"/>
                  </a:cubicBezTo>
                  <a:cubicBezTo>
                    <a:pt x="17" y="41"/>
                    <a:pt x="0" y="31"/>
                    <a:pt x="0" y="31"/>
                  </a:cubicBezTo>
                  <a:cubicBezTo>
                    <a:pt x="0" y="31"/>
                    <a:pt x="45" y="50"/>
                    <a:pt x="66" y="37"/>
                  </a:cubicBezTo>
                  <a:cubicBezTo>
                    <a:pt x="86" y="23"/>
                    <a:pt x="80" y="0"/>
                    <a:pt x="80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7" name="Freeform 511">
              <a:extLst>
                <a:ext uri="{FF2B5EF4-FFF2-40B4-BE49-F238E27FC236}">
                  <a16:creationId xmlns:a16="http://schemas.microsoft.com/office/drawing/2014/main" id="{A5276D63-29E4-4BDB-A6F6-65440D4E1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594"/>
              <a:ext cx="16" cy="46"/>
            </a:xfrm>
            <a:custGeom>
              <a:avLst/>
              <a:gdLst>
                <a:gd name="T0" fmla="*/ 0 w 15"/>
                <a:gd name="T1" fmla="*/ 3 h 41"/>
                <a:gd name="T2" fmla="*/ 16 w 15"/>
                <a:gd name="T3" fmla="*/ 58 h 41"/>
                <a:gd name="T4" fmla="*/ 0 w 15"/>
                <a:gd name="T5" fmla="*/ 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1">
                  <a:moveTo>
                    <a:pt x="0" y="3"/>
                  </a:moveTo>
                  <a:cubicBezTo>
                    <a:pt x="0" y="3"/>
                    <a:pt x="15" y="0"/>
                    <a:pt x="13" y="41"/>
                  </a:cubicBezTo>
                  <a:cubicBezTo>
                    <a:pt x="13" y="41"/>
                    <a:pt x="9" y="8"/>
                    <a:pt x="0" y="3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8" name="Freeform 512">
              <a:extLst>
                <a:ext uri="{FF2B5EF4-FFF2-40B4-BE49-F238E27FC236}">
                  <a16:creationId xmlns:a16="http://schemas.microsoft.com/office/drawing/2014/main" id="{6D465F20-479C-4799-AADA-58FF43A76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509"/>
              <a:ext cx="126" cy="55"/>
            </a:xfrm>
            <a:custGeom>
              <a:avLst/>
              <a:gdLst>
                <a:gd name="T0" fmla="*/ 0 w 120"/>
                <a:gd name="T1" fmla="*/ 66 h 49"/>
                <a:gd name="T2" fmla="*/ 24 w 120"/>
                <a:gd name="T3" fmla="*/ 68 h 49"/>
                <a:gd name="T4" fmla="*/ 68 w 120"/>
                <a:gd name="T5" fmla="*/ 38 h 49"/>
                <a:gd name="T6" fmla="*/ 109 w 120"/>
                <a:gd name="T7" fmla="*/ 13 h 49"/>
                <a:gd name="T8" fmla="*/ 139 w 120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9">
                  <a:moveTo>
                    <a:pt x="0" y="47"/>
                  </a:moveTo>
                  <a:cubicBezTo>
                    <a:pt x="8" y="46"/>
                    <a:pt x="13" y="49"/>
                    <a:pt x="21" y="48"/>
                  </a:cubicBezTo>
                  <a:cubicBezTo>
                    <a:pt x="36" y="46"/>
                    <a:pt x="47" y="36"/>
                    <a:pt x="59" y="27"/>
                  </a:cubicBezTo>
                  <a:cubicBezTo>
                    <a:pt x="71" y="18"/>
                    <a:pt x="79" y="12"/>
                    <a:pt x="94" y="10"/>
                  </a:cubicBezTo>
                  <a:cubicBezTo>
                    <a:pt x="102" y="9"/>
                    <a:pt x="117" y="8"/>
                    <a:pt x="12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9" name="Freeform 513">
              <a:extLst>
                <a:ext uri="{FF2B5EF4-FFF2-40B4-BE49-F238E27FC236}">
                  <a16:creationId xmlns:a16="http://schemas.microsoft.com/office/drawing/2014/main" id="{FA4E3168-2703-449A-A8D5-266570C8E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546"/>
              <a:ext cx="63" cy="22"/>
            </a:xfrm>
            <a:custGeom>
              <a:avLst/>
              <a:gdLst>
                <a:gd name="T0" fmla="*/ 0 w 60"/>
                <a:gd name="T1" fmla="*/ 11 h 20"/>
                <a:gd name="T2" fmla="*/ 69 w 60"/>
                <a:gd name="T3" fmla="*/ 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0">
                  <a:moveTo>
                    <a:pt x="0" y="8"/>
                  </a:moveTo>
                  <a:cubicBezTo>
                    <a:pt x="21" y="0"/>
                    <a:pt x="40" y="19"/>
                    <a:pt x="60" y="2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0" name="Freeform 514">
              <a:extLst>
                <a:ext uri="{FF2B5EF4-FFF2-40B4-BE49-F238E27FC236}">
                  <a16:creationId xmlns:a16="http://schemas.microsoft.com/office/drawing/2014/main" id="{CC0E40FE-67E0-4566-888E-E29075CBF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388"/>
              <a:ext cx="71" cy="168"/>
            </a:xfrm>
            <a:custGeom>
              <a:avLst/>
              <a:gdLst>
                <a:gd name="T0" fmla="*/ 0 w 68"/>
                <a:gd name="T1" fmla="*/ 211 h 150"/>
                <a:gd name="T2" fmla="*/ 21 w 68"/>
                <a:gd name="T3" fmla="*/ 167 h 150"/>
                <a:gd name="T4" fmla="*/ 30 w 68"/>
                <a:gd name="T5" fmla="*/ 101 h 150"/>
                <a:gd name="T6" fmla="*/ 60 w 68"/>
                <a:gd name="T7" fmla="*/ 28 h 150"/>
                <a:gd name="T8" fmla="*/ 77 w 68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50">
                  <a:moveTo>
                    <a:pt x="0" y="150"/>
                  </a:moveTo>
                  <a:cubicBezTo>
                    <a:pt x="7" y="139"/>
                    <a:pt x="14" y="132"/>
                    <a:pt x="18" y="119"/>
                  </a:cubicBezTo>
                  <a:cubicBezTo>
                    <a:pt x="23" y="103"/>
                    <a:pt x="23" y="87"/>
                    <a:pt x="27" y="71"/>
                  </a:cubicBezTo>
                  <a:cubicBezTo>
                    <a:pt x="31" y="52"/>
                    <a:pt x="41" y="36"/>
                    <a:pt x="53" y="20"/>
                  </a:cubicBezTo>
                  <a:cubicBezTo>
                    <a:pt x="59" y="13"/>
                    <a:pt x="64" y="7"/>
                    <a:pt x="68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1" name="Freeform 515">
              <a:extLst>
                <a:ext uri="{FF2B5EF4-FFF2-40B4-BE49-F238E27FC236}">
                  <a16:creationId xmlns:a16="http://schemas.microsoft.com/office/drawing/2014/main" id="{3074A265-10C9-4ED5-A46E-BB48AE933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374"/>
              <a:ext cx="6" cy="98"/>
            </a:xfrm>
            <a:custGeom>
              <a:avLst/>
              <a:gdLst>
                <a:gd name="T0" fmla="*/ 3 w 6"/>
                <a:gd name="T1" fmla="*/ 124 h 87"/>
                <a:gd name="T2" fmla="*/ 6 w 6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7">
                  <a:moveTo>
                    <a:pt x="3" y="87"/>
                  </a:moveTo>
                  <a:cubicBezTo>
                    <a:pt x="3" y="59"/>
                    <a:pt x="0" y="27"/>
                    <a:pt x="6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2" name="Freeform 516">
              <a:extLst>
                <a:ext uri="{FF2B5EF4-FFF2-40B4-BE49-F238E27FC236}">
                  <a16:creationId xmlns:a16="http://schemas.microsoft.com/office/drawing/2014/main" id="{DDFA9230-ED86-40EE-841F-AB303B278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389"/>
              <a:ext cx="74" cy="131"/>
            </a:xfrm>
            <a:custGeom>
              <a:avLst/>
              <a:gdLst>
                <a:gd name="T0" fmla="*/ 0 w 71"/>
                <a:gd name="T1" fmla="*/ 165 h 117"/>
                <a:gd name="T2" fmla="*/ 49 w 71"/>
                <a:gd name="T3" fmla="*/ 73 h 117"/>
                <a:gd name="T4" fmla="*/ 72 w 71"/>
                <a:gd name="T5" fmla="*/ 35 h 117"/>
                <a:gd name="T6" fmla="*/ 80 w 71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17">
                  <a:moveTo>
                    <a:pt x="0" y="117"/>
                  </a:moveTo>
                  <a:cubicBezTo>
                    <a:pt x="7" y="92"/>
                    <a:pt x="26" y="70"/>
                    <a:pt x="43" y="52"/>
                  </a:cubicBezTo>
                  <a:cubicBezTo>
                    <a:pt x="51" y="44"/>
                    <a:pt x="59" y="35"/>
                    <a:pt x="63" y="25"/>
                  </a:cubicBezTo>
                  <a:cubicBezTo>
                    <a:pt x="67" y="17"/>
                    <a:pt x="67" y="7"/>
                    <a:pt x="71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3" name="Freeform 517">
              <a:extLst>
                <a:ext uri="{FF2B5EF4-FFF2-40B4-BE49-F238E27FC236}">
                  <a16:creationId xmlns:a16="http://schemas.microsoft.com/office/drawing/2014/main" id="{8FEB4194-8A41-4F9F-BEDB-433A87228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382"/>
              <a:ext cx="18" cy="85"/>
            </a:xfrm>
            <a:custGeom>
              <a:avLst/>
              <a:gdLst>
                <a:gd name="T0" fmla="*/ 2 w 17"/>
                <a:gd name="T1" fmla="*/ 0 h 76"/>
                <a:gd name="T2" fmla="*/ 3 w 17"/>
                <a:gd name="T3" fmla="*/ 55 h 76"/>
                <a:gd name="T4" fmla="*/ 19 w 17"/>
                <a:gd name="T5" fmla="*/ 106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6">
                  <a:moveTo>
                    <a:pt x="2" y="0"/>
                  </a:moveTo>
                  <a:cubicBezTo>
                    <a:pt x="1" y="13"/>
                    <a:pt x="0" y="26"/>
                    <a:pt x="3" y="39"/>
                  </a:cubicBezTo>
                  <a:cubicBezTo>
                    <a:pt x="7" y="52"/>
                    <a:pt x="17" y="61"/>
                    <a:pt x="16" y="7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4" name="Freeform 518">
              <a:extLst>
                <a:ext uri="{FF2B5EF4-FFF2-40B4-BE49-F238E27FC236}">
                  <a16:creationId xmlns:a16="http://schemas.microsoft.com/office/drawing/2014/main" id="{921E55DF-5ECA-4BD4-B2A6-34383E78E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1370"/>
              <a:ext cx="91" cy="184"/>
            </a:xfrm>
            <a:custGeom>
              <a:avLst/>
              <a:gdLst>
                <a:gd name="T0" fmla="*/ 0 w 86"/>
                <a:gd name="T1" fmla="*/ 0 h 164"/>
                <a:gd name="T2" fmla="*/ 15 w 86"/>
                <a:gd name="T3" fmla="*/ 9 h 164"/>
                <a:gd name="T4" fmla="*/ 37 w 86"/>
                <a:gd name="T5" fmla="*/ 39 h 164"/>
                <a:gd name="T6" fmla="*/ 57 w 86"/>
                <a:gd name="T7" fmla="*/ 131 h 164"/>
                <a:gd name="T8" fmla="*/ 78 w 86"/>
                <a:gd name="T9" fmla="*/ 200 h 164"/>
                <a:gd name="T10" fmla="*/ 102 w 86"/>
                <a:gd name="T11" fmla="*/ 231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64">
                  <a:moveTo>
                    <a:pt x="0" y="0"/>
                  </a:moveTo>
                  <a:cubicBezTo>
                    <a:pt x="3" y="3"/>
                    <a:pt x="8" y="4"/>
                    <a:pt x="12" y="6"/>
                  </a:cubicBezTo>
                  <a:cubicBezTo>
                    <a:pt x="19" y="11"/>
                    <a:pt x="26" y="20"/>
                    <a:pt x="31" y="28"/>
                  </a:cubicBezTo>
                  <a:cubicBezTo>
                    <a:pt x="41" y="48"/>
                    <a:pt x="43" y="72"/>
                    <a:pt x="48" y="93"/>
                  </a:cubicBezTo>
                  <a:cubicBezTo>
                    <a:pt x="53" y="110"/>
                    <a:pt x="58" y="127"/>
                    <a:pt x="66" y="142"/>
                  </a:cubicBezTo>
                  <a:cubicBezTo>
                    <a:pt x="71" y="152"/>
                    <a:pt x="80" y="156"/>
                    <a:pt x="86" y="16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5" name="Freeform 519">
              <a:extLst>
                <a:ext uri="{FF2B5EF4-FFF2-40B4-BE49-F238E27FC236}">
                  <a16:creationId xmlns:a16="http://schemas.microsoft.com/office/drawing/2014/main" id="{773EF98A-3199-4ECB-B64A-61FF26B2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368"/>
              <a:ext cx="33" cy="125"/>
            </a:xfrm>
            <a:custGeom>
              <a:avLst/>
              <a:gdLst>
                <a:gd name="T0" fmla="*/ 0 w 32"/>
                <a:gd name="T1" fmla="*/ 0 h 112"/>
                <a:gd name="T2" fmla="*/ 23 w 32"/>
                <a:gd name="T3" fmla="*/ 70 h 112"/>
                <a:gd name="T4" fmla="*/ 35 w 32"/>
                <a:gd name="T5" fmla="*/ 156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12">
                  <a:moveTo>
                    <a:pt x="0" y="0"/>
                  </a:moveTo>
                  <a:cubicBezTo>
                    <a:pt x="15" y="14"/>
                    <a:pt x="18" y="31"/>
                    <a:pt x="20" y="50"/>
                  </a:cubicBezTo>
                  <a:cubicBezTo>
                    <a:pt x="23" y="72"/>
                    <a:pt x="24" y="91"/>
                    <a:pt x="32" y="11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6" name="Freeform 520">
              <a:extLst>
                <a:ext uri="{FF2B5EF4-FFF2-40B4-BE49-F238E27FC236}">
                  <a16:creationId xmlns:a16="http://schemas.microsoft.com/office/drawing/2014/main" id="{87597AD5-C520-47D3-B083-B8858C79A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385"/>
              <a:ext cx="34" cy="58"/>
            </a:xfrm>
            <a:custGeom>
              <a:avLst/>
              <a:gdLst>
                <a:gd name="T0" fmla="*/ 38 w 32"/>
                <a:gd name="T1" fmla="*/ 75 h 51"/>
                <a:gd name="T2" fmla="*/ 20 w 32"/>
                <a:gd name="T3" fmla="*/ 35 h 51"/>
                <a:gd name="T4" fmla="*/ 0 w 32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1">
                  <a:moveTo>
                    <a:pt x="32" y="51"/>
                  </a:moveTo>
                  <a:cubicBezTo>
                    <a:pt x="26" y="43"/>
                    <a:pt x="25" y="32"/>
                    <a:pt x="17" y="24"/>
                  </a:cubicBezTo>
                  <a:cubicBezTo>
                    <a:pt x="9" y="16"/>
                    <a:pt x="4" y="1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7" name="Freeform 521">
              <a:extLst>
                <a:ext uri="{FF2B5EF4-FFF2-40B4-BE49-F238E27FC236}">
                  <a16:creationId xmlns:a16="http://schemas.microsoft.com/office/drawing/2014/main" id="{CD8A43EC-83BA-4E6E-A3A4-C180CF771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401"/>
              <a:ext cx="82" cy="121"/>
            </a:xfrm>
            <a:custGeom>
              <a:avLst/>
              <a:gdLst>
                <a:gd name="T0" fmla="*/ 90 w 78"/>
                <a:gd name="T1" fmla="*/ 152 h 108"/>
                <a:gd name="T2" fmla="*/ 48 w 78"/>
                <a:gd name="T3" fmla="*/ 65 h 108"/>
                <a:gd name="T4" fmla="*/ 0 w 78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08">
                  <a:moveTo>
                    <a:pt x="78" y="108"/>
                  </a:moveTo>
                  <a:cubicBezTo>
                    <a:pt x="72" y="89"/>
                    <a:pt x="50" y="68"/>
                    <a:pt x="42" y="46"/>
                  </a:cubicBezTo>
                  <a:cubicBezTo>
                    <a:pt x="34" y="23"/>
                    <a:pt x="9" y="2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8" name="Freeform 522">
              <a:extLst>
                <a:ext uri="{FF2B5EF4-FFF2-40B4-BE49-F238E27FC236}">
                  <a16:creationId xmlns:a16="http://schemas.microsoft.com/office/drawing/2014/main" id="{6D288317-1E23-406F-8A68-55BB37261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527"/>
              <a:ext cx="29" cy="29"/>
            </a:xfrm>
            <a:custGeom>
              <a:avLst/>
              <a:gdLst>
                <a:gd name="T0" fmla="*/ 31 w 28"/>
                <a:gd name="T1" fmla="*/ 36 h 26"/>
                <a:gd name="T2" fmla="*/ 1 w 2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6">
                  <a:moveTo>
                    <a:pt x="28" y="26"/>
                  </a:moveTo>
                  <a:cubicBezTo>
                    <a:pt x="15" y="25"/>
                    <a:pt x="0" y="14"/>
                    <a:pt x="1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9" name="Freeform 523">
              <a:extLst>
                <a:ext uri="{FF2B5EF4-FFF2-40B4-BE49-F238E27FC236}">
                  <a16:creationId xmlns:a16="http://schemas.microsoft.com/office/drawing/2014/main" id="{43EE5066-0A04-47C8-B36F-EA3BBE642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510"/>
              <a:ext cx="123" cy="51"/>
            </a:xfrm>
            <a:custGeom>
              <a:avLst/>
              <a:gdLst>
                <a:gd name="T0" fmla="*/ 136 w 117"/>
                <a:gd name="T1" fmla="*/ 63 h 46"/>
                <a:gd name="T2" fmla="*/ 64 w 117"/>
                <a:gd name="T3" fmla="*/ 22 h 46"/>
                <a:gd name="T4" fmla="*/ 25 w 117"/>
                <a:gd name="T5" fmla="*/ 13 h 46"/>
                <a:gd name="T6" fmla="*/ 0 w 117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46">
                  <a:moveTo>
                    <a:pt x="117" y="46"/>
                  </a:moveTo>
                  <a:cubicBezTo>
                    <a:pt x="94" y="38"/>
                    <a:pt x="77" y="27"/>
                    <a:pt x="55" y="16"/>
                  </a:cubicBezTo>
                  <a:cubicBezTo>
                    <a:pt x="45" y="12"/>
                    <a:pt x="34" y="9"/>
                    <a:pt x="22" y="10"/>
                  </a:cubicBezTo>
                  <a:cubicBezTo>
                    <a:pt x="14" y="10"/>
                    <a:pt x="3" y="1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0" name="Freeform 524">
              <a:extLst>
                <a:ext uri="{FF2B5EF4-FFF2-40B4-BE49-F238E27FC236}">
                  <a16:creationId xmlns:a16="http://schemas.microsoft.com/office/drawing/2014/main" id="{6071B5BA-F833-406B-BDF9-1E796A5F8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532"/>
              <a:ext cx="77" cy="19"/>
            </a:xfrm>
            <a:custGeom>
              <a:avLst/>
              <a:gdLst>
                <a:gd name="T0" fmla="*/ 83 w 74"/>
                <a:gd name="T1" fmla="*/ 10 h 17"/>
                <a:gd name="T2" fmla="*/ 43 w 74"/>
                <a:gd name="T3" fmla="*/ 3 h 17"/>
                <a:gd name="T4" fmla="*/ 0 w 74"/>
                <a:gd name="T5" fmla="*/ 2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7">
                  <a:moveTo>
                    <a:pt x="74" y="7"/>
                  </a:moveTo>
                  <a:cubicBezTo>
                    <a:pt x="62" y="3"/>
                    <a:pt x="49" y="0"/>
                    <a:pt x="37" y="3"/>
                  </a:cubicBezTo>
                  <a:cubicBezTo>
                    <a:pt x="26" y="6"/>
                    <a:pt x="12" y="17"/>
                    <a:pt x="0" y="1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1" name="Freeform 525">
              <a:extLst>
                <a:ext uri="{FF2B5EF4-FFF2-40B4-BE49-F238E27FC236}">
                  <a16:creationId xmlns:a16="http://schemas.microsoft.com/office/drawing/2014/main" id="{4D7D5C71-40D4-4080-B131-E1A600CF2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439"/>
              <a:ext cx="90" cy="100"/>
            </a:xfrm>
            <a:custGeom>
              <a:avLst/>
              <a:gdLst>
                <a:gd name="T0" fmla="*/ 0 w 85"/>
                <a:gd name="T1" fmla="*/ 0 h 89"/>
                <a:gd name="T2" fmla="*/ 40 w 85"/>
                <a:gd name="T3" fmla="*/ 28 h 89"/>
                <a:gd name="T4" fmla="*/ 66 w 85"/>
                <a:gd name="T5" fmla="*/ 80 h 89"/>
                <a:gd name="T6" fmla="*/ 101 w 85"/>
                <a:gd name="T7" fmla="*/ 126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89">
                  <a:moveTo>
                    <a:pt x="0" y="0"/>
                  </a:moveTo>
                  <a:cubicBezTo>
                    <a:pt x="13" y="6"/>
                    <a:pt x="24" y="9"/>
                    <a:pt x="34" y="20"/>
                  </a:cubicBezTo>
                  <a:cubicBezTo>
                    <a:pt x="43" y="31"/>
                    <a:pt x="49" y="44"/>
                    <a:pt x="56" y="56"/>
                  </a:cubicBezTo>
                  <a:cubicBezTo>
                    <a:pt x="61" y="64"/>
                    <a:pt x="73" y="88"/>
                    <a:pt x="85" y="8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2" name="Freeform 526">
              <a:extLst>
                <a:ext uri="{FF2B5EF4-FFF2-40B4-BE49-F238E27FC236}">
                  <a16:creationId xmlns:a16="http://schemas.microsoft.com/office/drawing/2014/main" id="{83EE95AC-77ED-45AE-B167-EB6EFF2C2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418"/>
              <a:ext cx="35" cy="112"/>
            </a:xfrm>
            <a:custGeom>
              <a:avLst/>
              <a:gdLst>
                <a:gd name="T0" fmla="*/ 39 w 33"/>
                <a:gd name="T1" fmla="*/ 140 h 100"/>
                <a:gd name="T2" fmla="*/ 15 w 33"/>
                <a:gd name="T3" fmla="*/ 62 h 100"/>
                <a:gd name="T4" fmla="*/ 0 w 3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00">
                  <a:moveTo>
                    <a:pt x="33" y="100"/>
                  </a:moveTo>
                  <a:cubicBezTo>
                    <a:pt x="20" y="85"/>
                    <a:pt x="13" y="63"/>
                    <a:pt x="12" y="44"/>
                  </a:cubicBezTo>
                  <a:cubicBezTo>
                    <a:pt x="11" y="27"/>
                    <a:pt x="8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3" name="Freeform 527">
              <a:extLst>
                <a:ext uri="{FF2B5EF4-FFF2-40B4-BE49-F238E27FC236}">
                  <a16:creationId xmlns:a16="http://schemas.microsoft.com/office/drawing/2014/main" id="{B5B5359D-2D3C-447D-80F3-E2BC9F2C6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456"/>
              <a:ext cx="77" cy="50"/>
            </a:xfrm>
            <a:custGeom>
              <a:avLst/>
              <a:gdLst>
                <a:gd name="T0" fmla="*/ 0 w 73"/>
                <a:gd name="T1" fmla="*/ 13 h 45"/>
                <a:gd name="T2" fmla="*/ 85 w 73"/>
                <a:gd name="T3" fmla="*/ 62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45">
                  <a:moveTo>
                    <a:pt x="0" y="10"/>
                  </a:moveTo>
                  <a:cubicBezTo>
                    <a:pt x="32" y="0"/>
                    <a:pt x="46" y="41"/>
                    <a:pt x="73" y="4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4" name="Freeform 528">
              <a:extLst>
                <a:ext uri="{FF2B5EF4-FFF2-40B4-BE49-F238E27FC236}">
                  <a16:creationId xmlns:a16="http://schemas.microsoft.com/office/drawing/2014/main" id="{E15ADF2D-CEDB-4291-BC93-BAAC5EF37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591"/>
              <a:ext cx="83" cy="56"/>
            </a:xfrm>
            <a:custGeom>
              <a:avLst/>
              <a:gdLst>
                <a:gd name="T0" fmla="*/ 91 w 79"/>
                <a:gd name="T1" fmla="*/ 4 h 50"/>
                <a:gd name="T2" fmla="*/ 44 w 79"/>
                <a:gd name="T3" fmla="*/ 36 h 50"/>
                <a:gd name="T4" fmla="*/ 0 w 79"/>
                <a:gd name="T5" fmla="*/ 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0">
                  <a:moveTo>
                    <a:pt x="79" y="4"/>
                  </a:moveTo>
                  <a:cubicBezTo>
                    <a:pt x="62" y="0"/>
                    <a:pt x="48" y="14"/>
                    <a:pt x="38" y="26"/>
                  </a:cubicBezTo>
                  <a:cubicBezTo>
                    <a:pt x="26" y="38"/>
                    <a:pt x="16" y="46"/>
                    <a:pt x="0" y="5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5" name="Freeform 529">
              <a:extLst>
                <a:ext uri="{FF2B5EF4-FFF2-40B4-BE49-F238E27FC236}">
                  <a16:creationId xmlns:a16="http://schemas.microsoft.com/office/drawing/2014/main" id="{AD6CC824-C02E-474A-8E92-F6B8B8315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595"/>
              <a:ext cx="91" cy="13"/>
            </a:xfrm>
            <a:custGeom>
              <a:avLst/>
              <a:gdLst>
                <a:gd name="T0" fmla="*/ 99 w 87"/>
                <a:gd name="T1" fmla="*/ 9 h 12"/>
                <a:gd name="T2" fmla="*/ 54 w 87"/>
                <a:gd name="T3" fmla="*/ 14 h 12"/>
                <a:gd name="T4" fmla="*/ 0 w 8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">
                  <a:moveTo>
                    <a:pt x="87" y="6"/>
                  </a:moveTo>
                  <a:cubicBezTo>
                    <a:pt x="79" y="1"/>
                    <a:pt x="58" y="11"/>
                    <a:pt x="48" y="11"/>
                  </a:cubicBezTo>
                  <a:cubicBezTo>
                    <a:pt x="29" y="12"/>
                    <a:pt x="18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6" name="Freeform 530">
              <a:extLst>
                <a:ext uri="{FF2B5EF4-FFF2-40B4-BE49-F238E27FC236}">
                  <a16:creationId xmlns:a16="http://schemas.microsoft.com/office/drawing/2014/main" id="{FFB90455-3343-4C6E-B537-530BA134A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622"/>
              <a:ext cx="64" cy="66"/>
            </a:xfrm>
            <a:custGeom>
              <a:avLst/>
              <a:gdLst>
                <a:gd name="T0" fmla="*/ 70 w 61"/>
                <a:gd name="T1" fmla="*/ 1 h 59"/>
                <a:gd name="T2" fmla="*/ 45 w 61"/>
                <a:gd name="T3" fmla="*/ 35 h 59"/>
                <a:gd name="T4" fmla="*/ 22 w 61"/>
                <a:gd name="T5" fmla="*/ 57 h 59"/>
                <a:gd name="T6" fmla="*/ 0 w 61"/>
                <a:gd name="T7" fmla="*/ 83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9">
                  <a:moveTo>
                    <a:pt x="61" y="1"/>
                  </a:moveTo>
                  <a:cubicBezTo>
                    <a:pt x="53" y="0"/>
                    <a:pt x="44" y="20"/>
                    <a:pt x="39" y="25"/>
                  </a:cubicBezTo>
                  <a:cubicBezTo>
                    <a:pt x="33" y="31"/>
                    <a:pt x="27" y="37"/>
                    <a:pt x="19" y="41"/>
                  </a:cubicBezTo>
                  <a:cubicBezTo>
                    <a:pt x="10" y="46"/>
                    <a:pt x="3" y="50"/>
                    <a:pt x="0" y="5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7" name="Freeform 531">
              <a:extLst>
                <a:ext uri="{FF2B5EF4-FFF2-40B4-BE49-F238E27FC236}">
                  <a16:creationId xmlns:a16="http://schemas.microsoft.com/office/drawing/2014/main" id="{19C7C455-DDB4-46C6-B690-387A45E23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606"/>
              <a:ext cx="48" cy="95"/>
            </a:xfrm>
            <a:custGeom>
              <a:avLst/>
              <a:gdLst>
                <a:gd name="T0" fmla="*/ 0 w 46"/>
                <a:gd name="T1" fmla="*/ 0 h 85"/>
                <a:gd name="T2" fmla="*/ 35 w 46"/>
                <a:gd name="T3" fmla="*/ 60 h 85"/>
                <a:gd name="T4" fmla="*/ 52 w 46"/>
                <a:gd name="T5" fmla="*/ 11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85">
                  <a:moveTo>
                    <a:pt x="0" y="0"/>
                  </a:moveTo>
                  <a:cubicBezTo>
                    <a:pt x="6" y="17"/>
                    <a:pt x="22" y="29"/>
                    <a:pt x="32" y="43"/>
                  </a:cubicBezTo>
                  <a:cubicBezTo>
                    <a:pt x="42" y="57"/>
                    <a:pt x="41" y="70"/>
                    <a:pt x="46" y="8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8" name="Freeform 532">
              <a:extLst>
                <a:ext uri="{FF2B5EF4-FFF2-40B4-BE49-F238E27FC236}">
                  <a16:creationId xmlns:a16="http://schemas.microsoft.com/office/drawing/2014/main" id="{541BBFE4-5B4C-459B-A79B-085BE0DF4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625"/>
              <a:ext cx="44" cy="25"/>
            </a:xfrm>
            <a:custGeom>
              <a:avLst/>
              <a:gdLst>
                <a:gd name="T0" fmla="*/ 0 w 42"/>
                <a:gd name="T1" fmla="*/ 0 h 22"/>
                <a:gd name="T2" fmla="*/ 28 w 42"/>
                <a:gd name="T3" fmla="*/ 22 h 22"/>
                <a:gd name="T4" fmla="*/ 48 w 42"/>
                <a:gd name="T5" fmla="*/ 3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cubicBezTo>
                    <a:pt x="8" y="8"/>
                    <a:pt x="14" y="12"/>
                    <a:pt x="25" y="15"/>
                  </a:cubicBezTo>
                  <a:cubicBezTo>
                    <a:pt x="31" y="16"/>
                    <a:pt x="36" y="17"/>
                    <a:pt x="42" y="2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9" name="Freeform 533">
              <a:extLst>
                <a:ext uri="{FF2B5EF4-FFF2-40B4-BE49-F238E27FC236}">
                  <a16:creationId xmlns:a16="http://schemas.microsoft.com/office/drawing/2014/main" id="{68B248AF-E333-4FF3-8BB2-C7DC1FA1D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640"/>
              <a:ext cx="31" cy="76"/>
            </a:xfrm>
            <a:custGeom>
              <a:avLst/>
              <a:gdLst>
                <a:gd name="T0" fmla="*/ 0 w 29"/>
                <a:gd name="T1" fmla="*/ 0 h 68"/>
                <a:gd name="T2" fmla="*/ 33 w 29"/>
                <a:gd name="T3" fmla="*/ 95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68">
                  <a:moveTo>
                    <a:pt x="0" y="0"/>
                  </a:moveTo>
                  <a:cubicBezTo>
                    <a:pt x="5" y="23"/>
                    <a:pt x="29" y="43"/>
                    <a:pt x="27" y="6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0" name="Freeform 534">
              <a:extLst>
                <a:ext uri="{FF2B5EF4-FFF2-40B4-BE49-F238E27FC236}">
                  <a16:creationId xmlns:a16="http://schemas.microsoft.com/office/drawing/2014/main" id="{8DA8A698-526E-499E-AB8B-F18BB7E3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1660"/>
              <a:ext cx="12" cy="46"/>
            </a:xfrm>
            <a:custGeom>
              <a:avLst/>
              <a:gdLst>
                <a:gd name="T0" fmla="*/ 10 w 11"/>
                <a:gd name="T1" fmla="*/ 0 h 41"/>
                <a:gd name="T2" fmla="*/ 1 w 11"/>
                <a:gd name="T3" fmla="*/ 5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7" y="0"/>
                  </a:moveTo>
                  <a:cubicBezTo>
                    <a:pt x="11" y="16"/>
                    <a:pt x="0" y="26"/>
                    <a:pt x="1" y="4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1" name="Freeform 535">
              <a:extLst>
                <a:ext uri="{FF2B5EF4-FFF2-40B4-BE49-F238E27FC236}">
                  <a16:creationId xmlns:a16="http://schemas.microsoft.com/office/drawing/2014/main" id="{7C61A96F-003E-4C3F-88F3-B1F1BD58C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608"/>
              <a:ext cx="42" cy="90"/>
            </a:xfrm>
            <a:custGeom>
              <a:avLst/>
              <a:gdLst>
                <a:gd name="T0" fmla="*/ 46 w 40"/>
                <a:gd name="T1" fmla="*/ 0 h 80"/>
                <a:gd name="T2" fmla="*/ 18 w 40"/>
                <a:gd name="T3" fmla="*/ 56 h 80"/>
                <a:gd name="T4" fmla="*/ 1 w 40"/>
                <a:gd name="T5" fmla="*/ 114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0">
                  <a:moveTo>
                    <a:pt x="40" y="0"/>
                  </a:moveTo>
                  <a:cubicBezTo>
                    <a:pt x="23" y="5"/>
                    <a:pt x="20" y="22"/>
                    <a:pt x="15" y="39"/>
                  </a:cubicBezTo>
                  <a:cubicBezTo>
                    <a:pt x="11" y="50"/>
                    <a:pt x="0" y="67"/>
                    <a:pt x="1" y="8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2" name="Freeform 536">
              <a:extLst>
                <a:ext uri="{FF2B5EF4-FFF2-40B4-BE49-F238E27FC236}">
                  <a16:creationId xmlns:a16="http://schemas.microsoft.com/office/drawing/2014/main" id="{41DF48F7-D1B4-4E24-BC74-252875403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616"/>
              <a:ext cx="25" cy="15"/>
            </a:xfrm>
            <a:custGeom>
              <a:avLst/>
              <a:gdLst>
                <a:gd name="T0" fmla="*/ 27 w 24"/>
                <a:gd name="T1" fmla="*/ 0 h 13"/>
                <a:gd name="T2" fmla="*/ 0 w 24"/>
                <a:gd name="T3" fmla="*/ 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15" y="7"/>
                    <a:pt x="12" y="12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3" name="Freeform 537">
              <a:extLst>
                <a:ext uri="{FF2B5EF4-FFF2-40B4-BE49-F238E27FC236}">
                  <a16:creationId xmlns:a16="http://schemas.microsoft.com/office/drawing/2014/main" id="{E95CF533-5813-46AC-B793-33485BCBA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667"/>
              <a:ext cx="44" cy="62"/>
            </a:xfrm>
            <a:custGeom>
              <a:avLst/>
              <a:gdLst>
                <a:gd name="T0" fmla="*/ 48 w 42"/>
                <a:gd name="T1" fmla="*/ 0 h 56"/>
                <a:gd name="T2" fmla="*/ 39 w 42"/>
                <a:gd name="T3" fmla="*/ 14 h 56"/>
                <a:gd name="T4" fmla="*/ 27 w 42"/>
                <a:gd name="T5" fmla="*/ 48 h 56"/>
                <a:gd name="T6" fmla="*/ 0 w 42"/>
                <a:gd name="T7" fmla="*/ 7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6">
                  <a:moveTo>
                    <a:pt x="42" y="0"/>
                  </a:moveTo>
                  <a:cubicBezTo>
                    <a:pt x="41" y="4"/>
                    <a:pt x="36" y="6"/>
                    <a:pt x="33" y="11"/>
                  </a:cubicBezTo>
                  <a:cubicBezTo>
                    <a:pt x="29" y="18"/>
                    <a:pt x="29" y="27"/>
                    <a:pt x="24" y="35"/>
                  </a:cubicBezTo>
                  <a:cubicBezTo>
                    <a:pt x="20" y="41"/>
                    <a:pt x="7" y="53"/>
                    <a:pt x="0" y="5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4" name="Freeform 538">
              <a:extLst>
                <a:ext uri="{FF2B5EF4-FFF2-40B4-BE49-F238E27FC236}">
                  <a16:creationId xmlns:a16="http://schemas.microsoft.com/office/drawing/2014/main" id="{A9526B94-6E6E-4DF5-859F-6392995DF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1663"/>
              <a:ext cx="12" cy="64"/>
            </a:xfrm>
            <a:custGeom>
              <a:avLst/>
              <a:gdLst>
                <a:gd name="T0" fmla="*/ 14 w 11"/>
                <a:gd name="T1" fmla="*/ 0 h 57"/>
                <a:gd name="T2" fmla="*/ 2 w 11"/>
                <a:gd name="T3" fmla="*/ 81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7">
                  <a:moveTo>
                    <a:pt x="11" y="0"/>
                  </a:moveTo>
                  <a:cubicBezTo>
                    <a:pt x="0" y="15"/>
                    <a:pt x="6" y="39"/>
                    <a:pt x="2" y="5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5" name="Freeform 539">
              <a:extLst>
                <a:ext uri="{FF2B5EF4-FFF2-40B4-BE49-F238E27FC236}">
                  <a16:creationId xmlns:a16="http://schemas.microsoft.com/office/drawing/2014/main" id="{C1C471DD-E6CE-4003-85DD-5B4C8A0DF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684"/>
              <a:ext cx="20" cy="23"/>
            </a:xfrm>
            <a:custGeom>
              <a:avLst/>
              <a:gdLst>
                <a:gd name="T0" fmla="*/ 4 w 19"/>
                <a:gd name="T1" fmla="*/ 0 h 21"/>
                <a:gd name="T2" fmla="*/ 22 w 19"/>
                <a:gd name="T3" fmla="*/ 2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1">
                  <a:moveTo>
                    <a:pt x="4" y="0"/>
                  </a:moveTo>
                  <a:cubicBezTo>
                    <a:pt x="0" y="11"/>
                    <a:pt x="14" y="14"/>
                    <a:pt x="19" y="2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6" name="Freeform 540">
              <a:extLst>
                <a:ext uri="{FF2B5EF4-FFF2-40B4-BE49-F238E27FC236}">
                  <a16:creationId xmlns:a16="http://schemas.microsoft.com/office/drawing/2014/main" id="{F8858AAC-2869-4390-8AA2-7D3BD753F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593"/>
              <a:ext cx="103" cy="37"/>
            </a:xfrm>
            <a:custGeom>
              <a:avLst/>
              <a:gdLst>
                <a:gd name="T0" fmla="*/ 0 w 98"/>
                <a:gd name="T1" fmla="*/ 0 h 33"/>
                <a:gd name="T2" fmla="*/ 69 w 98"/>
                <a:gd name="T3" fmla="*/ 28 h 33"/>
                <a:gd name="T4" fmla="*/ 114 w 98"/>
                <a:gd name="T5" fmla="*/ 4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33">
                  <a:moveTo>
                    <a:pt x="0" y="0"/>
                  </a:moveTo>
                  <a:cubicBezTo>
                    <a:pt x="10" y="17"/>
                    <a:pt x="43" y="17"/>
                    <a:pt x="60" y="20"/>
                  </a:cubicBezTo>
                  <a:cubicBezTo>
                    <a:pt x="74" y="22"/>
                    <a:pt x="85" y="30"/>
                    <a:pt x="98" y="3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7" name="Freeform 541">
              <a:extLst>
                <a:ext uri="{FF2B5EF4-FFF2-40B4-BE49-F238E27FC236}">
                  <a16:creationId xmlns:a16="http://schemas.microsoft.com/office/drawing/2014/main" id="{09EAD78F-24B9-48C6-8AFB-CDEA7885D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615"/>
              <a:ext cx="85" cy="38"/>
            </a:xfrm>
            <a:custGeom>
              <a:avLst/>
              <a:gdLst>
                <a:gd name="T0" fmla="*/ 0 w 81"/>
                <a:gd name="T1" fmla="*/ 0 h 34"/>
                <a:gd name="T2" fmla="*/ 50 w 81"/>
                <a:gd name="T3" fmla="*/ 40 h 34"/>
                <a:gd name="T4" fmla="*/ 93 w 81"/>
                <a:gd name="T5" fmla="*/ 4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34">
                  <a:moveTo>
                    <a:pt x="0" y="0"/>
                  </a:moveTo>
                  <a:cubicBezTo>
                    <a:pt x="16" y="10"/>
                    <a:pt x="24" y="24"/>
                    <a:pt x="44" y="29"/>
                  </a:cubicBezTo>
                  <a:cubicBezTo>
                    <a:pt x="56" y="32"/>
                    <a:pt x="69" y="28"/>
                    <a:pt x="81" y="3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8" name="Freeform 542">
              <a:extLst>
                <a:ext uri="{FF2B5EF4-FFF2-40B4-BE49-F238E27FC236}">
                  <a16:creationId xmlns:a16="http://schemas.microsoft.com/office/drawing/2014/main" id="{FF957602-3F54-4AF3-9D2B-20E4D75B9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631"/>
              <a:ext cx="39" cy="47"/>
            </a:xfrm>
            <a:custGeom>
              <a:avLst/>
              <a:gdLst>
                <a:gd name="T0" fmla="*/ 0 w 37"/>
                <a:gd name="T1" fmla="*/ 0 h 42"/>
                <a:gd name="T2" fmla="*/ 21 w 37"/>
                <a:gd name="T3" fmla="*/ 35 h 42"/>
                <a:gd name="T4" fmla="*/ 43 w 37"/>
                <a:gd name="T5" fmla="*/ 5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2">
                  <a:moveTo>
                    <a:pt x="0" y="0"/>
                  </a:moveTo>
                  <a:cubicBezTo>
                    <a:pt x="9" y="4"/>
                    <a:pt x="12" y="18"/>
                    <a:pt x="18" y="25"/>
                  </a:cubicBezTo>
                  <a:cubicBezTo>
                    <a:pt x="24" y="31"/>
                    <a:pt x="32" y="35"/>
                    <a:pt x="37" y="4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9" name="Freeform 543">
              <a:extLst>
                <a:ext uri="{FF2B5EF4-FFF2-40B4-BE49-F238E27FC236}">
                  <a16:creationId xmlns:a16="http://schemas.microsoft.com/office/drawing/2014/main" id="{84D60467-AF75-4444-B469-CB0F3E9C7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452"/>
              <a:ext cx="80" cy="83"/>
            </a:xfrm>
            <a:custGeom>
              <a:avLst/>
              <a:gdLst>
                <a:gd name="T0" fmla="*/ 0 w 77"/>
                <a:gd name="T1" fmla="*/ 90 h 74"/>
                <a:gd name="T2" fmla="*/ 47 w 77"/>
                <a:gd name="T3" fmla="*/ 48 h 74"/>
                <a:gd name="T4" fmla="*/ 86 w 77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74">
                  <a:moveTo>
                    <a:pt x="0" y="63"/>
                  </a:moveTo>
                  <a:cubicBezTo>
                    <a:pt x="10" y="74"/>
                    <a:pt x="36" y="40"/>
                    <a:pt x="41" y="34"/>
                  </a:cubicBezTo>
                  <a:cubicBezTo>
                    <a:pt x="51" y="20"/>
                    <a:pt x="60" y="5"/>
                    <a:pt x="77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0" name="Freeform 544">
              <a:extLst>
                <a:ext uri="{FF2B5EF4-FFF2-40B4-BE49-F238E27FC236}">
                  <a16:creationId xmlns:a16="http://schemas.microsoft.com/office/drawing/2014/main" id="{D40272FC-7914-4952-9DB2-AD9B3C0FA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418"/>
              <a:ext cx="36" cy="100"/>
            </a:xfrm>
            <a:custGeom>
              <a:avLst/>
              <a:gdLst>
                <a:gd name="T0" fmla="*/ 0 w 34"/>
                <a:gd name="T1" fmla="*/ 126 h 89"/>
                <a:gd name="T2" fmla="*/ 14 w 34"/>
                <a:gd name="T3" fmla="*/ 93 h 89"/>
                <a:gd name="T4" fmla="*/ 25 w 34"/>
                <a:gd name="T5" fmla="*/ 38 h 89"/>
                <a:gd name="T6" fmla="*/ 40 w 34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9">
                  <a:moveTo>
                    <a:pt x="0" y="89"/>
                  </a:moveTo>
                  <a:cubicBezTo>
                    <a:pt x="7" y="84"/>
                    <a:pt x="9" y="74"/>
                    <a:pt x="11" y="66"/>
                  </a:cubicBezTo>
                  <a:cubicBezTo>
                    <a:pt x="14" y="52"/>
                    <a:pt x="17" y="40"/>
                    <a:pt x="22" y="27"/>
                  </a:cubicBezTo>
                  <a:cubicBezTo>
                    <a:pt x="25" y="19"/>
                    <a:pt x="27" y="6"/>
                    <a:pt x="34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1" name="Freeform 545">
              <a:extLst>
                <a:ext uri="{FF2B5EF4-FFF2-40B4-BE49-F238E27FC236}">
                  <a16:creationId xmlns:a16="http://schemas.microsoft.com/office/drawing/2014/main" id="{46453C3C-5781-49F9-BA76-6A5255190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436"/>
              <a:ext cx="30" cy="107"/>
            </a:xfrm>
            <a:custGeom>
              <a:avLst/>
              <a:gdLst>
                <a:gd name="T0" fmla="*/ 34 w 28"/>
                <a:gd name="T1" fmla="*/ 0 h 96"/>
                <a:gd name="T2" fmla="*/ 5 w 28"/>
                <a:gd name="T3" fmla="*/ 76 h 96"/>
                <a:gd name="T4" fmla="*/ 4 w 28"/>
                <a:gd name="T5" fmla="*/ 133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6">
                  <a:moveTo>
                    <a:pt x="28" y="0"/>
                  </a:moveTo>
                  <a:cubicBezTo>
                    <a:pt x="25" y="20"/>
                    <a:pt x="10" y="36"/>
                    <a:pt x="5" y="55"/>
                  </a:cubicBezTo>
                  <a:cubicBezTo>
                    <a:pt x="2" y="67"/>
                    <a:pt x="0" y="85"/>
                    <a:pt x="4" y="9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2" name="Freeform 546">
              <a:extLst>
                <a:ext uri="{FF2B5EF4-FFF2-40B4-BE49-F238E27FC236}">
                  <a16:creationId xmlns:a16="http://schemas.microsoft.com/office/drawing/2014/main" id="{1F4C765E-9BD9-46E0-96DB-4833FDA3E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94"/>
              <a:ext cx="303" cy="268"/>
            </a:xfrm>
            <a:custGeom>
              <a:avLst/>
              <a:gdLst>
                <a:gd name="T0" fmla="*/ 333 w 289"/>
                <a:gd name="T1" fmla="*/ 210 h 239"/>
                <a:gd name="T2" fmla="*/ 299 w 289"/>
                <a:gd name="T3" fmla="*/ 158 h 239"/>
                <a:gd name="T4" fmla="*/ 303 w 289"/>
                <a:gd name="T5" fmla="*/ 71 h 239"/>
                <a:gd name="T6" fmla="*/ 323 w 289"/>
                <a:gd name="T7" fmla="*/ 0 h 239"/>
                <a:gd name="T8" fmla="*/ 293 w 289"/>
                <a:gd name="T9" fmla="*/ 59 h 239"/>
                <a:gd name="T10" fmla="*/ 267 w 289"/>
                <a:gd name="T11" fmla="*/ 84 h 239"/>
                <a:gd name="T12" fmla="*/ 255 w 289"/>
                <a:gd name="T13" fmla="*/ 137 h 239"/>
                <a:gd name="T14" fmla="*/ 220 w 289"/>
                <a:gd name="T15" fmla="*/ 225 h 239"/>
                <a:gd name="T16" fmla="*/ 175 w 289"/>
                <a:gd name="T17" fmla="*/ 224 h 239"/>
                <a:gd name="T18" fmla="*/ 159 w 289"/>
                <a:gd name="T19" fmla="*/ 224 h 239"/>
                <a:gd name="T20" fmla="*/ 113 w 289"/>
                <a:gd name="T21" fmla="*/ 225 h 239"/>
                <a:gd name="T22" fmla="*/ 78 w 289"/>
                <a:gd name="T23" fmla="*/ 137 h 239"/>
                <a:gd name="T24" fmla="*/ 66 w 289"/>
                <a:gd name="T25" fmla="*/ 84 h 239"/>
                <a:gd name="T26" fmla="*/ 41 w 289"/>
                <a:gd name="T27" fmla="*/ 59 h 239"/>
                <a:gd name="T28" fmla="*/ 9 w 289"/>
                <a:gd name="T29" fmla="*/ 0 h 239"/>
                <a:gd name="T30" fmla="*/ 29 w 289"/>
                <a:gd name="T31" fmla="*/ 71 h 239"/>
                <a:gd name="T32" fmla="*/ 35 w 289"/>
                <a:gd name="T33" fmla="*/ 158 h 239"/>
                <a:gd name="T34" fmla="*/ 0 w 289"/>
                <a:gd name="T35" fmla="*/ 210 h 239"/>
                <a:gd name="T36" fmla="*/ 53 w 289"/>
                <a:gd name="T37" fmla="*/ 269 h 239"/>
                <a:gd name="T38" fmla="*/ 73 w 289"/>
                <a:gd name="T39" fmla="*/ 334 h 239"/>
                <a:gd name="T40" fmla="*/ 105 w 289"/>
                <a:gd name="T41" fmla="*/ 247 h 239"/>
                <a:gd name="T42" fmla="*/ 158 w 289"/>
                <a:gd name="T43" fmla="*/ 241 h 239"/>
                <a:gd name="T44" fmla="*/ 175 w 289"/>
                <a:gd name="T45" fmla="*/ 241 h 239"/>
                <a:gd name="T46" fmla="*/ 229 w 289"/>
                <a:gd name="T47" fmla="*/ 247 h 239"/>
                <a:gd name="T48" fmla="*/ 259 w 289"/>
                <a:gd name="T49" fmla="*/ 334 h 239"/>
                <a:gd name="T50" fmla="*/ 279 w 289"/>
                <a:gd name="T51" fmla="*/ 269 h 239"/>
                <a:gd name="T52" fmla="*/ 333 w 289"/>
                <a:gd name="T53" fmla="*/ 210 h 23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89" h="239">
                  <a:moveTo>
                    <a:pt x="289" y="149"/>
                  </a:moveTo>
                  <a:cubicBezTo>
                    <a:pt x="256" y="159"/>
                    <a:pt x="265" y="125"/>
                    <a:pt x="259" y="112"/>
                  </a:cubicBezTo>
                  <a:cubicBezTo>
                    <a:pt x="253" y="99"/>
                    <a:pt x="254" y="70"/>
                    <a:pt x="263" y="50"/>
                  </a:cubicBezTo>
                  <a:cubicBezTo>
                    <a:pt x="272" y="30"/>
                    <a:pt x="280" y="0"/>
                    <a:pt x="280" y="0"/>
                  </a:cubicBezTo>
                  <a:cubicBezTo>
                    <a:pt x="280" y="0"/>
                    <a:pt x="260" y="27"/>
                    <a:pt x="254" y="42"/>
                  </a:cubicBezTo>
                  <a:cubicBezTo>
                    <a:pt x="248" y="57"/>
                    <a:pt x="251" y="59"/>
                    <a:pt x="232" y="60"/>
                  </a:cubicBezTo>
                  <a:cubicBezTo>
                    <a:pt x="213" y="61"/>
                    <a:pt x="244" y="87"/>
                    <a:pt x="221" y="97"/>
                  </a:cubicBezTo>
                  <a:cubicBezTo>
                    <a:pt x="221" y="97"/>
                    <a:pt x="240" y="160"/>
                    <a:pt x="191" y="160"/>
                  </a:cubicBezTo>
                  <a:cubicBezTo>
                    <a:pt x="170" y="160"/>
                    <a:pt x="152" y="159"/>
                    <a:pt x="152" y="159"/>
                  </a:cubicBezTo>
                  <a:cubicBezTo>
                    <a:pt x="138" y="159"/>
                    <a:pt x="138" y="159"/>
                    <a:pt x="138" y="159"/>
                  </a:cubicBezTo>
                  <a:cubicBezTo>
                    <a:pt x="138" y="159"/>
                    <a:pt x="119" y="160"/>
                    <a:pt x="98" y="160"/>
                  </a:cubicBezTo>
                  <a:cubicBezTo>
                    <a:pt x="50" y="160"/>
                    <a:pt x="68" y="97"/>
                    <a:pt x="68" y="97"/>
                  </a:cubicBezTo>
                  <a:cubicBezTo>
                    <a:pt x="45" y="87"/>
                    <a:pt x="76" y="61"/>
                    <a:pt x="57" y="60"/>
                  </a:cubicBezTo>
                  <a:cubicBezTo>
                    <a:pt x="38" y="59"/>
                    <a:pt x="41" y="57"/>
                    <a:pt x="35" y="42"/>
                  </a:cubicBezTo>
                  <a:cubicBezTo>
                    <a:pt x="29" y="27"/>
                    <a:pt x="9" y="0"/>
                    <a:pt x="9" y="0"/>
                  </a:cubicBezTo>
                  <a:cubicBezTo>
                    <a:pt x="9" y="0"/>
                    <a:pt x="17" y="30"/>
                    <a:pt x="26" y="50"/>
                  </a:cubicBezTo>
                  <a:cubicBezTo>
                    <a:pt x="35" y="70"/>
                    <a:pt x="36" y="99"/>
                    <a:pt x="30" y="112"/>
                  </a:cubicBezTo>
                  <a:cubicBezTo>
                    <a:pt x="24" y="125"/>
                    <a:pt x="33" y="159"/>
                    <a:pt x="0" y="149"/>
                  </a:cubicBezTo>
                  <a:cubicBezTo>
                    <a:pt x="0" y="149"/>
                    <a:pt x="43" y="165"/>
                    <a:pt x="47" y="191"/>
                  </a:cubicBezTo>
                  <a:cubicBezTo>
                    <a:pt x="51" y="217"/>
                    <a:pt x="27" y="239"/>
                    <a:pt x="64" y="237"/>
                  </a:cubicBezTo>
                  <a:cubicBezTo>
                    <a:pt x="83" y="236"/>
                    <a:pt x="53" y="176"/>
                    <a:pt x="91" y="175"/>
                  </a:cubicBezTo>
                  <a:cubicBezTo>
                    <a:pt x="120" y="174"/>
                    <a:pt x="129" y="171"/>
                    <a:pt x="137" y="171"/>
                  </a:cubicBezTo>
                  <a:cubicBezTo>
                    <a:pt x="152" y="171"/>
                    <a:pt x="152" y="171"/>
                    <a:pt x="152" y="171"/>
                  </a:cubicBezTo>
                  <a:cubicBezTo>
                    <a:pt x="160" y="171"/>
                    <a:pt x="169" y="174"/>
                    <a:pt x="198" y="175"/>
                  </a:cubicBezTo>
                  <a:cubicBezTo>
                    <a:pt x="236" y="176"/>
                    <a:pt x="206" y="236"/>
                    <a:pt x="225" y="237"/>
                  </a:cubicBezTo>
                  <a:cubicBezTo>
                    <a:pt x="263" y="239"/>
                    <a:pt x="238" y="217"/>
                    <a:pt x="242" y="191"/>
                  </a:cubicBezTo>
                  <a:cubicBezTo>
                    <a:pt x="246" y="165"/>
                    <a:pt x="289" y="149"/>
                    <a:pt x="289" y="14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3" name="Freeform 547">
              <a:extLst>
                <a:ext uri="{FF2B5EF4-FFF2-40B4-BE49-F238E27FC236}">
                  <a16:creationId xmlns:a16="http://schemas.microsoft.com/office/drawing/2014/main" id="{A8D069F5-19EF-4777-9C2C-678F3EF257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9" y="1325"/>
              <a:ext cx="580" cy="448"/>
            </a:xfrm>
            <a:custGeom>
              <a:avLst/>
              <a:gdLst>
                <a:gd name="T0" fmla="*/ 563 w 552"/>
                <a:gd name="T1" fmla="*/ 115 h 400"/>
                <a:gd name="T2" fmla="*/ 464 w 552"/>
                <a:gd name="T3" fmla="*/ 73 h 400"/>
                <a:gd name="T4" fmla="*/ 401 w 552"/>
                <a:gd name="T5" fmla="*/ 45 h 400"/>
                <a:gd name="T6" fmla="*/ 322 w 552"/>
                <a:gd name="T7" fmla="*/ 58 h 400"/>
                <a:gd name="T8" fmla="*/ 320 w 552"/>
                <a:gd name="T9" fmla="*/ 58 h 400"/>
                <a:gd name="T10" fmla="*/ 241 w 552"/>
                <a:gd name="T11" fmla="*/ 45 h 400"/>
                <a:gd name="T12" fmla="*/ 175 w 552"/>
                <a:gd name="T13" fmla="*/ 73 h 400"/>
                <a:gd name="T14" fmla="*/ 79 w 552"/>
                <a:gd name="T15" fmla="*/ 115 h 400"/>
                <a:gd name="T16" fmla="*/ 1 w 552"/>
                <a:gd name="T17" fmla="*/ 250 h 400"/>
                <a:gd name="T18" fmla="*/ 57 w 552"/>
                <a:gd name="T19" fmla="*/ 389 h 400"/>
                <a:gd name="T20" fmla="*/ 178 w 552"/>
                <a:gd name="T21" fmla="*/ 491 h 400"/>
                <a:gd name="T22" fmla="*/ 311 w 552"/>
                <a:gd name="T23" fmla="*/ 478 h 400"/>
                <a:gd name="T24" fmla="*/ 304 w 552"/>
                <a:gd name="T25" fmla="*/ 338 h 400"/>
                <a:gd name="T26" fmla="*/ 338 w 552"/>
                <a:gd name="T27" fmla="*/ 338 h 400"/>
                <a:gd name="T28" fmla="*/ 329 w 552"/>
                <a:gd name="T29" fmla="*/ 478 h 400"/>
                <a:gd name="T30" fmla="*/ 463 w 552"/>
                <a:gd name="T31" fmla="*/ 491 h 400"/>
                <a:gd name="T32" fmla="*/ 584 w 552"/>
                <a:gd name="T33" fmla="*/ 389 h 400"/>
                <a:gd name="T34" fmla="*/ 640 w 552"/>
                <a:gd name="T35" fmla="*/ 250 h 400"/>
                <a:gd name="T36" fmla="*/ 563 w 552"/>
                <a:gd name="T37" fmla="*/ 115 h 400"/>
                <a:gd name="T38" fmla="*/ 320 w 552"/>
                <a:gd name="T39" fmla="*/ 325 h 400"/>
                <a:gd name="T40" fmla="*/ 312 w 552"/>
                <a:gd name="T41" fmla="*/ 318 h 400"/>
                <a:gd name="T42" fmla="*/ 320 w 552"/>
                <a:gd name="T43" fmla="*/ 314 h 400"/>
                <a:gd name="T44" fmla="*/ 328 w 552"/>
                <a:gd name="T45" fmla="*/ 318 h 400"/>
                <a:gd name="T46" fmla="*/ 320 w 552"/>
                <a:gd name="T47" fmla="*/ 325 h 4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52" h="400">
                  <a:moveTo>
                    <a:pt x="485" y="82"/>
                  </a:moveTo>
                  <a:cubicBezTo>
                    <a:pt x="460" y="65"/>
                    <a:pt x="426" y="79"/>
                    <a:pt x="401" y="52"/>
                  </a:cubicBezTo>
                  <a:cubicBezTo>
                    <a:pt x="377" y="24"/>
                    <a:pt x="346" y="32"/>
                    <a:pt x="346" y="32"/>
                  </a:cubicBezTo>
                  <a:cubicBezTo>
                    <a:pt x="311" y="0"/>
                    <a:pt x="277" y="41"/>
                    <a:pt x="277" y="41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6" y="41"/>
                    <a:pt x="242" y="0"/>
                    <a:pt x="207" y="32"/>
                  </a:cubicBezTo>
                  <a:cubicBezTo>
                    <a:pt x="207" y="32"/>
                    <a:pt x="175" y="24"/>
                    <a:pt x="151" y="52"/>
                  </a:cubicBezTo>
                  <a:cubicBezTo>
                    <a:pt x="127" y="79"/>
                    <a:pt x="92" y="65"/>
                    <a:pt x="68" y="82"/>
                  </a:cubicBezTo>
                  <a:cubicBezTo>
                    <a:pt x="44" y="99"/>
                    <a:pt x="2" y="121"/>
                    <a:pt x="1" y="178"/>
                  </a:cubicBezTo>
                  <a:cubicBezTo>
                    <a:pt x="0" y="235"/>
                    <a:pt x="21" y="254"/>
                    <a:pt x="49" y="277"/>
                  </a:cubicBezTo>
                  <a:cubicBezTo>
                    <a:pt x="78" y="299"/>
                    <a:pt x="124" y="340"/>
                    <a:pt x="153" y="349"/>
                  </a:cubicBezTo>
                  <a:cubicBezTo>
                    <a:pt x="182" y="357"/>
                    <a:pt x="268" y="400"/>
                    <a:pt x="268" y="340"/>
                  </a:cubicBezTo>
                  <a:cubicBezTo>
                    <a:pt x="268" y="281"/>
                    <a:pt x="277" y="251"/>
                    <a:pt x="262" y="241"/>
                  </a:cubicBezTo>
                  <a:cubicBezTo>
                    <a:pt x="291" y="241"/>
                    <a:pt x="291" y="241"/>
                    <a:pt x="291" y="241"/>
                  </a:cubicBezTo>
                  <a:cubicBezTo>
                    <a:pt x="275" y="251"/>
                    <a:pt x="284" y="281"/>
                    <a:pt x="284" y="340"/>
                  </a:cubicBezTo>
                  <a:cubicBezTo>
                    <a:pt x="284" y="400"/>
                    <a:pt x="371" y="357"/>
                    <a:pt x="400" y="349"/>
                  </a:cubicBezTo>
                  <a:cubicBezTo>
                    <a:pt x="429" y="340"/>
                    <a:pt x="475" y="299"/>
                    <a:pt x="503" y="277"/>
                  </a:cubicBezTo>
                  <a:cubicBezTo>
                    <a:pt x="531" y="254"/>
                    <a:pt x="552" y="235"/>
                    <a:pt x="552" y="178"/>
                  </a:cubicBezTo>
                  <a:cubicBezTo>
                    <a:pt x="551" y="121"/>
                    <a:pt x="509" y="99"/>
                    <a:pt x="485" y="82"/>
                  </a:cubicBezTo>
                  <a:close/>
                  <a:moveTo>
                    <a:pt x="276" y="231"/>
                  </a:moveTo>
                  <a:cubicBezTo>
                    <a:pt x="272" y="231"/>
                    <a:pt x="269" y="229"/>
                    <a:pt x="269" y="227"/>
                  </a:cubicBezTo>
                  <a:cubicBezTo>
                    <a:pt x="269" y="225"/>
                    <a:pt x="272" y="223"/>
                    <a:pt x="276" y="223"/>
                  </a:cubicBezTo>
                  <a:cubicBezTo>
                    <a:pt x="280" y="223"/>
                    <a:pt x="283" y="225"/>
                    <a:pt x="283" y="227"/>
                  </a:cubicBezTo>
                  <a:cubicBezTo>
                    <a:pt x="283" y="229"/>
                    <a:pt x="280" y="231"/>
                    <a:pt x="276" y="23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8615" name="Spinal-Cord-Cross-Section-Illustration">
            <a:extLst>
              <a:ext uri="{FF2B5EF4-FFF2-40B4-BE49-F238E27FC236}">
                <a16:creationId xmlns:a16="http://schemas.microsoft.com/office/drawing/2014/main" id="{7CAE6EB0-69F3-4F98-B5C6-1B3E316A3003}"/>
              </a:ext>
            </a:extLst>
          </p:cNvPr>
          <p:cNvGrpSpPr>
            <a:grpSpLocks/>
          </p:cNvGrpSpPr>
          <p:nvPr/>
        </p:nvGrpSpPr>
        <p:grpSpPr bwMode="auto">
          <a:xfrm>
            <a:off x="3413125" y="2952750"/>
            <a:ext cx="793750" cy="692150"/>
            <a:chOff x="1190" y="1860"/>
            <a:chExt cx="500" cy="436"/>
          </a:xfrm>
        </p:grpSpPr>
        <p:sp>
          <p:nvSpPr>
            <p:cNvPr id="68770" name="Freeform 549">
              <a:extLst>
                <a:ext uri="{FF2B5EF4-FFF2-40B4-BE49-F238E27FC236}">
                  <a16:creationId xmlns:a16="http://schemas.microsoft.com/office/drawing/2014/main" id="{95088012-0EB0-43ED-A24A-BEDB2C218A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0" y="1860"/>
              <a:ext cx="500" cy="433"/>
            </a:xfrm>
            <a:custGeom>
              <a:avLst/>
              <a:gdLst>
                <a:gd name="T0" fmla="*/ 447 w 477"/>
                <a:gd name="T1" fmla="*/ 75 h 387"/>
                <a:gd name="T2" fmla="*/ 367 w 477"/>
                <a:gd name="T3" fmla="*/ 31 h 387"/>
                <a:gd name="T4" fmla="*/ 276 w 477"/>
                <a:gd name="T5" fmla="*/ 39 h 387"/>
                <a:gd name="T6" fmla="*/ 274 w 477"/>
                <a:gd name="T7" fmla="*/ 39 h 387"/>
                <a:gd name="T8" fmla="*/ 182 w 477"/>
                <a:gd name="T9" fmla="*/ 31 h 387"/>
                <a:gd name="T10" fmla="*/ 104 w 477"/>
                <a:gd name="T11" fmla="*/ 75 h 387"/>
                <a:gd name="T12" fmla="*/ 3 w 477"/>
                <a:gd name="T13" fmla="*/ 245 h 387"/>
                <a:gd name="T14" fmla="*/ 79 w 477"/>
                <a:gd name="T15" fmla="*/ 410 h 387"/>
                <a:gd name="T16" fmla="*/ 116 w 477"/>
                <a:gd name="T17" fmla="*/ 452 h 387"/>
                <a:gd name="T18" fmla="*/ 173 w 477"/>
                <a:gd name="T19" fmla="*/ 496 h 387"/>
                <a:gd name="T20" fmla="*/ 266 w 477"/>
                <a:gd name="T21" fmla="*/ 470 h 387"/>
                <a:gd name="T22" fmla="*/ 260 w 477"/>
                <a:gd name="T23" fmla="*/ 384 h 387"/>
                <a:gd name="T24" fmla="*/ 273 w 477"/>
                <a:gd name="T25" fmla="*/ 354 h 387"/>
                <a:gd name="T26" fmla="*/ 277 w 477"/>
                <a:gd name="T27" fmla="*/ 354 h 387"/>
                <a:gd name="T28" fmla="*/ 287 w 477"/>
                <a:gd name="T29" fmla="*/ 384 h 387"/>
                <a:gd name="T30" fmla="*/ 281 w 477"/>
                <a:gd name="T31" fmla="*/ 470 h 387"/>
                <a:gd name="T32" fmla="*/ 377 w 477"/>
                <a:gd name="T33" fmla="*/ 496 h 387"/>
                <a:gd name="T34" fmla="*/ 433 w 477"/>
                <a:gd name="T35" fmla="*/ 452 h 387"/>
                <a:gd name="T36" fmla="*/ 470 w 477"/>
                <a:gd name="T37" fmla="*/ 410 h 387"/>
                <a:gd name="T38" fmla="*/ 545 w 477"/>
                <a:gd name="T39" fmla="*/ 245 h 387"/>
                <a:gd name="T40" fmla="*/ 447 w 477"/>
                <a:gd name="T41" fmla="*/ 75 h 387"/>
                <a:gd name="T42" fmla="*/ 274 w 477"/>
                <a:gd name="T43" fmla="*/ 335 h 387"/>
                <a:gd name="T44" fmla="*/ 265 w 477"/>
                <a:gd name="T45" fmla="*/ 328 h 387"/>
                <a:gd name="T46" fmla="*/ 274 w 477"/>
                <a:gd name="T47" fmla="*/ 320 h 387"/>
                <a:gd name="T48" fmla="*/ 284 w 477"/>
                <a:gd name="T49" fmla="*/ 328 h 387"/>
                <a:gd name="T50" fmla="*/ 274 w 477"/>
                <a:gd name="T51" fmla="*/ 335 h 38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77" h="387">
                  <a:moveTo>
                    <a:pt x="387" y="54"/>
                  </a:moveTo>
                  <a:cubicBezTo>
                    <a:pt x="367" y="54"/>
                    <a:pt x="371" y="44"/>
                    <a:pt x="319" y="22"/>
                  </a:cubicBezTo>
                  <a:cubicBezTo>
                    <a:pt x="266" y="0"/>
                    <a:pt x="239" y="28"/>
                    <a:pt x="239" y="28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8"/>
                    <a:pt x="211" y="0"/>
                    <a:pt x="158" y="22"/>
                  </a:cubicBezTo>
                  <a:cubicBezTo>
                    <a:pt x="106" y="44"/>
                    <a:pt x="110" y="54"/>
                    <a:pt x="90" y="54"/>
                  </a:cubicBezTo>
                  <a:cubicBezTo>
                    <a:pt x="70" y="54"/>
                    <a:pt x="0" y="104"/>
                    <a:pt x="3" y="175"/>
                  </a:cubicBezTo>
                  <a:cubicBezTo>
                    <a:pt x="7" y="247"/>
                    <a:pt x="41" y="279"/>
                    <a:pt x="69" y="292"/>
                  </a:cubicBezTo>
                  <a:cubicBezTo>
                    <a:pt x="84" y="300"/>
                    <a:pt x="95" y="316"/>
                    <a:pt x="101" y="323"/>
                  </a:cubicBezTo>
                  <a:cubicBezTo>
                    <a:pt x="107" y="330"/>
                    <a:pt x="135" y="334"/>
                    <a:pt x="150" y="354"/>
                  </a:cubicBezTo>
                  <a:cubicBezTo>
                    <a:pt x="166" y="375"/>
                    <a:pt x="225" y="387"/>
                    <a:pt x="231" y="335"/>
                  </a:cubicBezTo>
                  <a:cubicBezTo>
                    <a:pt x="233" y="313"/>
                    <a:pt x="224" y="290"/>
                    <a:pt x="226" y="274"/>
                  </a:cubicBezTo>
                  <a:cubicBezTo>
                    <a:pt x="227" y="267"/>
                    <a:pt x="237" y="252"/>
                    <a:pt x="237" y="252"/>
                  </a:cubicBezTo>
                  <a:cubicBezTo>
                    <a:pt x="240" y="252"/>
                    <a:pt x="240" y="252"/>
                    <a:pt x="240" y="252"/>
                  </a:cubicBezTo>
                  <a:cubicBezTo>
                    <a:pt x="240" y="252"/>
                    <a:pt x="248" y="267"/>
                    <a:pt x="249" y="274"/>
                  </a:cubicBezTo>
                  <a:cubicBezTo>
                    <a:pt x="251" y="290"/>
                    <a:pt x="242" y="313"/>
                    <a:pt x="244" y="335"/>
                  </a:cubicBezTo>
                  <a:cubicBezTo>
                    <a:pt x="250" y="387"/>
                    <a:pt x="311" y="375"/>
                    <a:pt x="327" y="354"/>
                  </a:cubicBezTo>
                  <a:cubicBezTo>
                    <a:pt x="342" y="334"/>
                    <a:pt x="370" y="330"/>
                    <a:pt x="376" y="323"/>
                  </a:cubicBezTo>
                  <a:cubicBezTo>
                    <a:pt x="382" y="316"/>
                    <a:pt x="393" y="300"/>
                    <a:pt x="407" y="292"/>
                  </a:cubicBezTo>
                  <a:cubicBezTo>
                    <a:pt x="436" y="279"/>
                    <a:pt x="469" y="247"/>
                    <a:pt x="473" y="175"/>
                  </a:cubicBezTo>
                  <a:cubicBezTo>
                    <a:pt x="477" y="104"/>
                    <a:pt x="407" y="54"/>
                    <a:pt x="387" y="54"/>
                  </a:cubicBezTo>
                  <a:close/>
                  <a:moveTo>
                    <a:pt x="238" y="239"/>
                  </a:moveTo>
                  <a:cubicBezTo>
                    <a:pt x="234" y="239"/>
                    <a:pt x="230" y="237"/>
                    <a:pt x="230" y="234"/>
                  </a:cubicBezTo>
                  <a:cubicBezTo>
                    <a:pt x="230" y="232"/>
                    <a:pt x="234" y="229"/>
                    <a:pt x="238" y="229"/>
                  </a:cubicBezTo>
                  <a:cubicBezTo>
                    <a:pt x="243" y="229"/>
                    <a:pt x="247" y="232"/>
                    <a:pt x="247" y="234"/>
                  </a:cubicBezTo>
                  <a:cubicBezTo>
                    <a:pt x="247" y="237"/>
                    <a:pt x="243" y="239"/>
                    <a:pt x="238" y="239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1" name="Freeform 550">
              <a:extLst>
                <a:ext uri="{FF2B5EF4-FFF2-40B4-BE49-F238E27FC236}">
                  <a16:creationId xmlns:a16="http://schemas.microsoft.com/office/drawing/2014/main" id="{41167859-C27E-49C0-9CC2-2DF5FDF3AC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86" y="1919"/>
              <a:ext cx="300" cy="274"/>
            </a:xfrm>
            <a:custGeom>
              <a:avLst/>
              <a:gdLst>
                <a:gd name="T0" fmla="*/ 279 w 286"/>
                <a:gd name="T1" fmla="*/ 226 h 245"/>
                <a:gd name="T2" fmla="*/ 286 w 286"/>
                <a:gd name="T3" fmla="*/ 106 h 245"/>
                <a:gd name="T4" fmla="*/ 330 w 286"/>
                <a:gd name="T5" fmla="*/ 0 h 245"/>
                <a:gd name="T6" fmla="*/ 267 w 286"/>
                <a:gd name="T7" fmla="*/ 106 h 245"/>
                <a:gd name="T8" fmla="*/ 244 w 286"/>
                <a:gd name="T9" fmla="*/ 173 h 245"/>
                <a:gd name="T10" fmla="*/ 216 w 286"/>
                <a:gd name="T11" fmla="*/ 228 h 245"/>
                <a:gd name="T12" fmla="*/ 167 w 286"/>
                <a:gd name="T13" fmla="*/ 242 h 245"/>
                <a:gd name="T14" fmla="*/ 163 w 286"/>
                <a:gd name="T15" fmla="*/ 242 h 245"/>
                <a:gd name="T16" fmla="*/ 114 w 286"/>
                <a:gd name="T17" fmla="*/ 228 h 245"/>
                <a:gd name="T18" fmla="*/ 87 w 286"/>
                <a:gd name="T19" fmla="*/ 173 h 245"/>
                <a:gd name="T20" fmla="*/ 63 w 286"/>
                <a:gd name="T21" fmla="*/ 106 h 245"/>
                <a:gd name="T22" fmla="*/ 0 w 286"/>
                <a:gd name="T23" fmla="*/ 0 h 245"/>
                <a:gd name="T24" fmla="*/ 44 w 286"/>
                <a:gd name="T25" fmla="*/ 106 h 245"/>
                <a:gd name="T26" fmla="*/ 50 w 286"/>
                <a:gd name="T27" fmla="*/ 226 h 245"/>
                <a:gd name="T28" fmla="*/ 53 w 286"/>
                <a:gd name="T29" fmla="*/ 246 h 245"/>
                <a:gd name="T30" fmla="*/ 72 w 286"/>
                <a:gd name="T31" fmla="*/ 293 h 245"/>
                <a:gd name="T32" fmla="*/ 95 w 286"/>
                <a:gd name="T33" fmla="*/ 342 h 245"/>
                <a:gd name="T34" fmla="*/ 122 w 286"/>
                <a:gd name="T35" fmla="*/ 268 h 245"/>
                <a:gd name="T36" fmla="*/ 163 w 286"/>
                <a:gd name="T37" fmla="*/ 263 h 245"/>
                <a:gd name="T38" fmla="*/ 167 w 286"/>
                <a:gd name="T39" fmla="*/ 263 h 245"/>
                <a:gd name="T40" fmla="*/ 208 w 286"/>
                <a:gd name="T41" fmla="*/ 268 h 245"/>
                <a:gd name="T42" fmla="*/ 234 w 286"/>
                <a:gd name="T43" fmla="*/ 342 h 245"/>
                <a:gd name="T44" fmla="*/ 257 w 286"/>
                <a:gd name="T45" fmla="*/ 293 h 245"/>
                <a:gd name="T46" fmla="*/ 276 w 286"/>
                <a:gd name="T47" fmla="*/ 246 h 245"/>
                <a:gd name="T48" fmla="*/ 279 w 286"/>
                <a:gd name="T49" fmla="*/ 226 h 245"/>
                <a:gd name="T50" fmla="*/ 168 w 286"/>
                <a:gd name="T51" fmla="*/ 261 h 245"/>
                <a:gd name="T52" fmla="*/ 159 w 286"/>
                <a:gd name="T53" fmla="*/ 253 h 245"/>
                <a:gd name="T54" fmla="*/ 168 w 286"/>
                <a:gd name="T55" fmla="*/ 246 h 245"/>
                <a:gd name="T56" fmla="*/ 179 w 286"/>
                <a:gd name="T57" fmla="*/ 253 h 245"/>
                <a:gd name="T58" fmla="*/ 168 w 286"/>
                <a:gd name="T59" fmla="*/ 261 h 24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86" h="245">
                  <a:moveTo>
                    <a:pt x="242" y="162"/>
                  </a:moveTo>
                  <a:cubicBezTo>
                    <a:pt x="212" y="136"/>
                    <a:pt x="229" y="101"/>
                    <a:pt x="248" y="76"/>
                  </a:cubicBezTo>
                  <a:cubicBezTo>
                    <a:pt x="266" y="51"/>
                    <a:pt x="286" y="0"/>
                    <a:pt x="286" y="0"/>
                  </a:cubicBezTo>
                  <a:cubicBezTo>
                    <a:pt x="286" y="0"/>
                    <a:pt x="248" y="67"/>
                    <a:pt x="232" y="76"/>
                  </a:cubicBezTo>
                  <a:cubicBezTo>
                    <a:pt x="217" y="85"/>
                    <a:pt x="212" y="87"/>
                    <a:pt x="212" y="124"/>
                  </a:cubicBezTo>
                  <a:cubicBezTo>
                    <a:pt x="212" y="135"/>
                    <a:pt x="199" y="141"/>
                    <a:pt x="187" y="163"/>
                  </a:cubicBezTo>
                  <a:cubicBezTo>
                    <a:pt x="176" y="185"/>
                    <a:pt x="161" y="173"/>
                    <a:pt x="145" y="173"/>
                  </a:cubicBezTo>
                  <a:cubicBezTo>
                    <a:pt x="141" y="173"/>
                    <a:pt x="141" y="173"/>
                    <a:pt x="141" y="173"/>
                  </a:cubicBezTo>
                  <a:cubicBezTo>
                    <a:pt x="125" y="173"/>
                    <a:pt x="110" y="185"/>
                    <a:pt x="99" y="163"/>
                  </a:cubicBezTo>
                  <a:cubicBezTo>
                    <a:pt x="87" y="141"/>
                    <a:pt x="75" y="135"/>
                    <a:pt x="75" y="124"/>
                  </a:cubicBezTo>
                  <a:cubicBezTo>
                    <a:pt x="75" y="87"/>
                    <a:pt x="70" y="85"/>
                    <a:pt x="54" y="76"/>
                  </a:cubicBezTo>
                  <a:cubicBezTo>
                    <a:pt x="38" y="67"/>
                    <a:pt x="0" y="0"/>
                    <a:pt x="0" y="0"/>
                  </a:cubicBezTo>
                  <a:cubicBezTo>
                    <a:pt x="0" y="0"/>
                    <a:pt x="20" y="51"/>
                    <a:pt x="38" y="76"/>
                  </a:cubicBezTo>
                  <a:cubicBezTo>
                    <a:pt x="57" y="101"/>
                    <a:pt x="74" y="136"/>
                    <a:pt x="44" y="162"/>
                  </a:cubicBezTo>
                  <a:cubicBezTo>
                    <a:pt x="38" y="168"/>
                    <a:pt x="29" y="166"/>
                    <a:pt x="47" y="176"/>
                  </a:cubicBezTo>
                  <a:cubicBezTo>
                    <a:pt x="65" y="185"/>
                    <a:pt x="62" y="193"/>
                    <a:pt x="63" y="209"/>
                  </a:cubicBezTo>
                  <a:cubicBezTo>
                    <a:pt x="65" y="225"/>
                    <a:pt x="55" y="245"/>
                    <a:pt x="83" y="245"/>
                  </a:cubicBezTo>
                  <a:cubicBezTo>
                    <a:pt x="111" y="245"/>
                    <a:pt x="64" y="192"/>
                    <a:pt x="106" y="192"/>
                  </a:cubicBezTo>
                  <a:cubicBezTo>
                    <a:pt x="113" y="192"/>
                    <a:pt x="141" y="188"/>
                    <a:pt x="141" y="188"/>
                  </a:cubicBezTo>
                  <a:cubicBezTo>
                    <a:pt x="145" y="188"/>
                    <a:pt x="145" y="188"/>
                    <a:pt x="145" y="188"/>
                  </a:cubicBezTo>
                  <a:cubicBezTo>
                    <a:pt x="145" y="188"/>
                    <a:pt x="173" y="192"/>
                    <a:pt x="180" y="192"/>
                  </a:cubicBezTo>
                  <a:cubicBezTo>
                    <a:pt x="222" y="192"/>
                    <a:pt x="175" y="245"/>
                    <a:pt x="203" y="245"/>
                  </a:cubicBezTo>
                  <a:cubicBezTo>
                    <a:pt x="231" y="245"/>
                    <a:pt x="222" y="225"/>
                    <a:pt x="223" y="209"/>
                  </a:cubicBezTo>
                  <a:cubicBezTo>
                    <a:pt x="224" y="193"/>
                    <a:pt x="222" y="185"/>
                    <a:pt x="239" y="176"/>
                  </a:cubicBezTo>
                  <a:cubicBezTo>
                    <a:pt x="257" y="166"/>
                    <a:pt x="249" y="168"/>
                    <a:pt x="242" y="162"/>
                  </a:cubicBezTo>
                  <a:close/>
                  <a:moveTo>
                    <a:pt x="146" y="186"/>
                  </a:moveTo>
                  <a:cubicBezTo>
                    <a:pt x="142" y="186"/>
                    <a:pt x="138" y="184"/>
                    <a:pt x="138" y="181"/>
                  </a:cubicBezTo>
                  <a:cubicBezTo>
                    <a:pt x="138" y="179"/>
                    <a:pt x="142" y="176"/>
                    <a:pt x="146" y="176"/>
                  </a:cubicBezTo>
                  <a:cubicBezTo>
                    <a:pt x="151" y="176"/>
                    <a:pt x="155" y="179"/>
                    <a:pt x="155" y="181"/>
                  </a:cubicBezTo>
                  <a:cubicBezTo>
                    <a:pt x="155" y="184"/>
                    <a:pt x="151" y="186"/>
                    <a:pt x="146" y="186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2" name="Freeform 551">
              <a:extLst>
                <a:ext uri="{FF2B5EF4-FFF2-40B4-BE49-F238E27FC236}">
                  <a16:creationId xmlns:a16="http://schemas.microsoft.com/office/drawing/2014/main" id="{15A09D6A-E8C9-40B4-9C3F-BA0C755EE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919"/>
              <a:ext cx="300" cy="274"/>
            </a:xfrm>
            <a:custGeom>
              <a:avLst/>
              <a:gdLst>
                <a:gd name="T0" fmla="*/ 279 w 286"/>
                <a:gd name="T1" fmla="*/ 226 h 245"/>
                <a:gd name="T2" fmla="*/ 286 w 286"/>
                <a:gd name="T3" fmla="*/ 106 h 245"/>
                <a:gd name="T4" fmla="*/ 330 w 286"/>
                <a:gd name="T5" fmla="*/ 0 h 245"/>
                <a:gd name="T6" fmla="*/ 267 w 286"/>
                <a:gd name="T7" fmla="*/ 106 h 245"/>
                <a:gd name="T8" fmla="*/ 244 w 286"/>
                <a:gd name="T9" fmla="*/ 173 h 245"/>
                <a:gd name="T10" fmla="*/ 216 w 286"/>
                <a:gd name="T11" fmla="*/ 228 h 245"/>
                <a:gd name="T12" fmla="*/ 167 w 286"/>
                <a:gd name="T13" fmla="*/ 242 h 245"/>
                <a:gd name="T14" fmla="*/ 163 w 286"/>
                <a:gd name="T15" fmla="*/ 242 h 245"/>
                <a:gd name="T16" fmla="*/ 114 w 286"/>
                <a:gd name="T17" fmla="*/ 228 h 245"/>
                <a:gd name="T18" fmla="*/ 87 w 286"/>
                <a:gd name="T19" fmla="*/ 173 h 245"/>
                <a:gd name="T20" fmla="*/ 63 w 286"/>
                <a:gd name="T21" fmla="*/ 106 h 245"/>
                <a:gd name="T22" fmla="*/ 0 w 286"/>
                <a:gd name="T23" fmla="*/ 0 h 245"/>
                <a:gd name="T24" fmla="*/ 44 w 286"/>
                <a:gd name="T25" fmla="*/ 106 h 245"/>
                <a:gd name="T26" fmla="*/ 50 w 286"/>
                <a:gd name="T27" fmla="*/ 226 h 245"/>
                <a:gd name="T28" fmla="*/ 53 w 286"/>
                <a:gd name="T29" fmla="*/ 246 h 245"/>
                <a:gd name="T30" fmla="*/ 72 w 286"/>
                <a:gd name="T31" fmla="*/ 293 h 245"/>
                <a:gd name="T32" fmla="*/ 95 w 286"/>
                <a:gd name="T33" fmla="*/ 342 h 245"/>
                <a:gd name="T34" fmla="*/ 122 w 286"/>
                <a:gd name="T35" fmla="*/ 268 h 245"/>
                <a:gd name="T36" fmla="*/ 163 w 286"/>
                <a:gd name="T37" fmla="*/ 263 h 245"/>
                <a:gd name="T38" fmla="*/ 167 w 286"/>
                <a:gd name="T39" fmla="*/ 263 h 245"/>
                <a:gd name="T40" fmla="*/ 208 w 286"/>
                <a:gd name="T41" fmla="*/ 268 h 245"/>
                <a:gd name="T42" fmla="*/ 234 w 286"/>
                <a:gd name="T43" fmla="*/ 342 h 245"/>
                <a:gd name="T44" fmla="*/ 257 w 286"/>
                <a:gd name="T45" fmla="*/ 293 h 245"/>
                <a:gd name="T46" fmla="*/ 276 w 286"/>
                <a:gd name="T47" fmla="*/ 246 h 245"/>
                <a:gd name="T48" fmla="*/ 279 w 286"/>
                <a:gd name="T49" fmla="*/ 226 h 2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6" h="245">
                  <a:moveTo>
                    <a:pt x="242" y="162"/>
                  </a:moveTo>
                  <a:cubicBezTo>
                    <a:pt x="212" y="136"/>
                    <a:pt x="229" y="101"/>
                    <a:pt x="248" y="76"/>
                  </a:cubicBezTo>
                  <a:cubicBezTo>
                    <a:pt x="266" y="51"/>
                    <a:pt x="286" y="0"/>
                    <a:pt x="286" y="0"/>
                  </a:cubicBezTo>
                  <a:cubicBezTo>
                    <a:pt x="286" y="0"/>
                    <a:pt x="248" y="67"/>
                    <a:pt x="232" y="76"/>
                  </a:cubicBezTo>
                  <a:cubicBezTo>
                    <a:pt x="217" y="85"/>
                    <a:pt x="212" y="87"/>
                    <a:pt x="212" y="124"/>
                  </a:cubicBezTo>
                  <a:cubicBezTo>
                    <a:pt x="212" y="135"/>
                    <a:pt x="199" y="141"/>
                    <a:pt x="187" y="163"/>
                  </a:cubicBezTo>
                  <a:cubicBezTo>
                    <a:pt x="176" y="185"/>
                    <a:pt x="161" y="173"/>
                    <a:pt x="145" y="173"/>
                  </a:cubicBezTo>
                  <a:cubicBezTo>
                    <a:pt x="141" y="173"/>
                    <a:pt x="141" y="173"/>
                    <a:pt x="141" y="173"/>
                  </a:cubicBezTo>
                  <a:cubicBezTo>
                    <a:pt x="125" y="173"/>
                    <a:pt x="110" y="185"/>
                    <a:pt x="99" y="163"/>
                  </a:cubicBezTo>
                  <a:cubicBezTo>
                    <a:pt x="87" y="141"/>
                    <a:pt x="75" y="135"/>
                    <a:pt x="75" y="124"/>
                  </a:cubicBezTo>
                  <a:cubicBezTo>
                    <a:pt x="75" y="87"/>
                    <a:pt x="70" y="85"/>
                    <a:pt x="54" y="76"/>
                  </a:cubicBezTo>
                  <a:cubicBezTo>
                    <a:pt x="38" y="67"/>
                    <a:pt x="0" y="0"/>
                    <a:pt x="0" y="0"/>
                  </a:cubicBezTo>
                  <a:cubicBezTo>
                    <a:pt x="0" y="0"/>
                    <a:pt x="20" y="51"/>
                    <a:pt x="38" y="76"/>
                  </a:cubicBezTo>
                  <a:cubicBezTo>
                    <a:pt x="57" y="101"/>
                    <a:pt x="74" y="136"/>
                    <a:pt x="44" y="162"/>
                  </a:cubicBezTo>
                  <a:cubicBezTo>
                    <a:pt x="38" y="168"/>
                    <a:pt x="29" y="166"/>
                    <a:pt x="47" y="176"/>
                  </a:cubicBezTo>
                  <a:cubicBezTo>
                    <a:pt x="65" y="185"/>
                    <a:pt x="62" y="193"/>
                    <a:pt x="63" y="209"/>
                  </a:cubicBezTo>
                  <a:cubicBezTo>
                    <a:pt x="65" y="225"/>
                    <a:pt x="55" y="245"/>
                    <a:pt x="83" y="245"/>
                  </a:cubicBezTo>
                  <a:cubicBezTo>
                    <a:pt x="111" y="245"/>
                    <a:pt x="64" y="192"/>
                    <a:pt x="106" y="192"/>
                  </a:cubicBezTo>
                  <a:cubicBezTo>
                    <a:pt x="113" y="192"/>
                    <a:pt x="141" y="188"/>
                    <a:pt x="141" y="188"/>
                  </a:cubicBezTo>
                  <a:cubicBezTo>
                    <a:pt x="145" y="188"/>
                    <a:pt x="145" y="188"/>
                    <a:pt x="145" y="188"/>
                  </a:cubicBezTo>
                  <a:cubicBezTo>
                    <a:pt x="145" y="188"/>
                    <a:pt x="173" y="192"/>
                    <a:pt x="180" y="192"/>
                  </a:cubicBezTo>
                  <a:cubicBezTo>
                    <a:pt x="222" y="192"/>
                    <a:pt x="175" y="245"/>
                    <a:pt x="203" y="245"/>
                  </a:cubicBezTo>
                  <a:cubicBezTo>
                    <a:pt x="231" y="245"/>
                    <a:pt x="222" y="225"/>
                    <a:pt x="223" y="209"/>
                  </a:cubicBezTo>
                  <a:cubicBezTo>
                    <a:pt x="224" y="193"/>
                    <a:pt x="222" y="185"/>
                    <a:pt x="239" y="176"/>
                  </a:cubicBezTo>
                  <a:cubicBezTo>
                    <a:pt x="257" y="166"/>
                    <a:pt x="249" y="168"/>
                    <a:pt x="242" y="16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3" name="Freeform 552">
              <a:extLst>
                <a:ext uri="{FF2B5EF4-FFF2-40B4-BE49-F238E27FC236}">
                  <a16:creationId xmlns:a16="http://schemas.microsoft.com/office/drawing/2014/main" id="{44226A2E-210A-4457-8142-49F8B234A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010"/>
              <a:ext cx="16" cy="37"/>
            </a:xfrm>
            <a:custGeom>
              <a:avLst/>
              <a:gdLst>
                <a:gd name="T0" fmla="*/ 0 w 15"/>
                <a:gd name="T1" fmla="*/ 0 h 33"/>
                <a:gd name="T2" fmla="*/ 17 w 15"/>
                <a:gd name="T3" fmla="*/ 46 h 33"/>
                <a:gd name="T4" fmla="*/ 0 w 1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0" y="0"/>
                  </a:moveTo>
                  <a:cubicBezTo>
                    <a:pt x="0" y="0"/>
                    <a:pt x="15" y="4"/>
                    <a:pt x="14" y="33"/>
                  </a:cubicBezTo>
                  <a:cubicBezTo>
                    <a:pt x="14" y="33"/>
                    <a:pt x="13" y="8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4" name="Freeform 553">
              <a:extLst>
                <a:ext uri="{FF2B5EF4-FFF2-40B4-BE49-F238E27FC236}">
                  <a16:creationId xmlns:a16="http://schemas.microsoft.com/office/drawing/2014/main" id="{C081C6BF-C36D-47AD-921C-F9A381207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153"/>
              <a:ext cx="17" cy="40"/>
            </a:xfrm>
            <a:custGeom>
              <a:avLst/>
              <a:gdLst>
                <a:gd name="T0" fmla="*/ 3 w 17"/>
                <a:gd name="T1" fmla="*/ 0 h 36"/>
                <a:gd name="T2" fmla="*/ 3 w 17"/>
                <a:gd name="T3" fmla="*/ 1 h 36"/>
                <a:gd name="T4" fmla="*/ 17 w 17"/>
                <a:gd name="T5" fmla="*/ 46 h 36"/>
                <a:gd name="T6" fmla="*/ 3 w 1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6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5"/>
                    <a:pt x="0" y="36"/>
                    <a:pt x="17" y="33"/>
                  </a:cubicBezTo>
                  <a:cubicBezTo>
                    <a:pt x="17" y="33"/>
                    <a:pt x="2" y="31"/>
                    <a:pt x="3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5" name="Freeform 554">
              <a:extLst>
                <a:ext uri="{FF2B5EF4-FFF2-40B4-BE49-F238E27FC236}">
                  <a16:creationId xmlns:a16="http://schemas.microsoft.com/office/drawing/2014/main" id="{CA73FF54-2761-468A-B6D5-7C254983B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126"/>
              <a:ext cx="36" cy="30"/>
            </a:xfrm>
            <a:custGeom>
              <a:avLst/>
              <a:gdLst>
                <a:gd name="T0" fmla="*/ 0 w 34"/>
                <a:gd name="T1" fmla="*/ 2 h 27"/>
                <a:gd name="T2" fmla="*/ 24 w 34"/>
                <a:gd name="T3" fmla="*/ 37 h 27"/>
                <a:gd name="T4" fmla="*/ 0 w 34"/>
                <a:gd name="T5" fmla="*/ 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7">
                  <a:moveTo>
                    <a:pt x="0" y="2"/>
                  </a:moveTo>
                  <a:cubicBezTo>
                    <a:pt x="0" y="2"/>
                    <a:pt x="27" y="1"/>
                    <a:pt x="21" y="27"/>
                  </a:cubicBezTo>
                  <a:cubicBezTo>
                    <a:pt x="21" y="27"/>
                    <a:pt x="34" y="0"/>
                    <a:pt x="0" y="2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6" name="Freeform 555">
              <a:extLst>
                <a:ext uri="{FF2B5EF4-FFF2-40B4-BE49-F238E27FC236}">
                  <a16:creationId xmlns:a16="http://schemas.microsoft.com/office/drawing/2014/main" id="{0EC3C332-9B3E-40B3-9B61-E9EB5861B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059"/>
              <a:ext cx="23" cy="45"/>
            </a:xfrm>
            <a:custGeom>
              <a:avLst/>
              <a:gdLst>
                <a:gd name="T0" fmla="*/ 4 w 22"/>
                <a:gd name="T1" fmla="*/ 0 h 40"/>
                <a:gd name="T2" fmla="*/ 25 w 22"/>
                <a:gd name="T3" fmla="*/ 57 h 40"/>
                <a:gd name="T4" fmla="*/ 4 w 2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0">
                  <a:moveTo>
                    <a:pt x="4" y="0"/>
                  </a:moveTo>
                  <a:cubicBezTo>
                    <a:pt x="4" y="0"/>
                    <a:pt x="3" y="22"/>
                    <a:pt x="22" y="40"/>
                  </a:cubicBezTo>
                  <a:cubicBezTo>
                    <a:pt x="22" y="40"/>
                    <a:pt x="0" y="26"/>
                    <a:pt x="4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7" name="Freeform 556">
              <a:extLst>
                <a:ext uri="{FF2B5EF4-FFF2-40B4-BE49-F238E27FC236}">
                  <a16:creationId xmlns:a16="http://schemas.microsoft.com/office/drawing/2014/main" id="{2635F71A-4F6E-4A9C-979A-9437C739A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889"/>
              <a:ext cx="14" cy="213"/>
            </a:xfrm>
            <a:custGeom>
              <a:avLst/>
              <a:gdLst>
                <a:gd name="T0" fmla="*/ 5 w 13"/>
                <a:gd name="T1" fmla="*/ 2 h 191"/>
                <a:gd name="T2" fmla="*/ 5 w 13"/>
                <a:gd name="T3" fmla="*/ 265 h 191"/>
                <a:gd name="T4" fmla="*/ 6 w 13"/>
                <a:gd name="T5" fmla="*/ 2 h 191"/>
                <a:gd name="T6" fmla="*/ 5 w 13"/>
                <a:gd name="T7" fmla="*/ 0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1">
                  <a:moveTo>
                    <a:pt x="5" y="2"/>
                  </a:moveTo>
                  <a:cubicBezTo>
                    <a:pt x="5" y="2"/>
                    <a:pt x="0" y="147"/>
                    <a:pt x="5" y="191"/>
                  </a:cubicBezTo>
                  <a:cubicBezTo>
                    <a:pt x="5" y="191"/>
                    <a:pt x="13" y="73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8" name="Freeform 557">
              <a:extLst>
                <a:ext uri="{FF2B5EF4-FFF2-40B4-BE49-F238E27FC236}">
                  <a16:creationId xmlns:a16="http://schemas.microsoft.com/office/drawing/2014/main" id="{CAC92DF2-65FD-49FC-9866-6DC4FFA1A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879"/>
              <a:ext cx="73" cy="102"/>
            </a:xfrm>
            <a:custGeom>
              <a:avLst/>
              <a:gdLst>
                <a:gd name="T0" fmla="*/ 78 w 70"/>
                <a:gd name="T1" fmla="*/ 128 h 91"/>
                <a:gd name="T2" fmla="*/ 72 w 70"/>
                <a:gd name="T3" fmla="*/ 13 h 91"/>
                <a:gd name="T4" fmla="*/ 0 w 70"/>
                <a:gd name="T5" fmla="*/ 15 h 91"/>
                <a:gd name="T6" fmla="*/ 63 w 70"/>
                <a:gd name="T7" fmla="*/ 33 h 91"/>
                <a:gd name="T8" fmla="*/ 78 w 70"/>
                <a:gd name="T9" fmla="*/ 128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91">
                  <a:moveTo>
                    <a:pt x="69" y="91"/>
                  </a:moveTo>
                  <a:cubicBezTo>
                    <a:pt x="69" y="91"/>
                    <a:pt x="70" y="20"/>
                    <a:pt x="63" y="10"/>
                  </a:cubicBezTo>
                  <a:cubicBezTo>
                    <a:pt x="56" y="1"/>
                    <a:pt x="13" y="3"/>
                    <a:pt x="0" y="11"/>
                  </a:cubicBezTo>
                  <a:cubicBezTo>
                    <a:pt x="0" y="11"/>
                    <a:pt x="46" y="0"/>
                    <a:pt x="56" y="23"/>
                  </a:cubicBezTo>
                  <a:cubicBezTo>
                    <a:pt x="66" y="46"/>
                    <a:pt x="70" y="82"/>
                    <a:pt x="69" y="91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9" name="Freeform 558">
              <a:extLst>
                <a:ext uri="{FF2B5EF4-FFF2-40B4-BE49-F238E27FC236}">
                  <a16:creationId xmlns:a16="http://schemas.microsoft.com/office/drawing/2014/main" id="{75325CE4-0F9C-4E1B-9C77-569F4A92B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871"/>
              <a:ext cx="43" cy="49"/>
            </a:xfrm>
            <a:custGeom>
              <a:avLst/>
              <a:gdLst>
                <a:gd name="T0" fmla="*/ 47 w 41"/>
                <a:gd name="T1" fmla="*/ 13 h 44"/>
                <a:gd name="T2" fmla="*/ 1 w 41"/>
                <a:gd name="T3" fmla="*/ 61 h 44"/>
                <a:gd name="T4" fmla="*/ 47 w 41"/>
                <a:gd name="T5" fmla="*/ 1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4">
                  <a:moveTo>
                    <a:pt x="41" y="10"/>
                  </a:moveTo>
                  <a:cubicBezTo>
                    <a:pt x="41" y="10"/>
                    <a:pt x="0" y="0"/>
                    <a:pt x="1" y="44"/>
                  </a:cubicBezTo>
                  <a:cubicBezTo>
                    <a:pt x="1" y="44"/>
                    <a:pt x="9" y="9"/>
                    <a:pt x="41" y="1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0" name="Freeform 559">
              <a:extLst>
                <a:ext uri="{FF2B5EF4-FFF2-40B4-BE49-F238E27FC236}">
                  <a16:creationId xmlns:a16="http://schemas.microsoft.com/office/drawing/2014/main" id="{41E6154D-E77B-4BDD-BB43-810774C90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199"/>
              <a:ext cx="77" cy="97"/>
            </a:xfrm>
            <a:custGeom>
              <a:avLst/>
              <a:gdLst>
                <a:gd name="T0" fmla="*/ 22 w 73"/>
                <a:gd name="T1" fmla="*/ 0 h 87"/>
                <a:gd name="T2" fmla="*/ 85 w 73"/>
                <a:gd name="T3" fmla="*/ 83 h 87"/>
                <a:gd name="T4" fmla="*/ 22 w 73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7">
                  <a:moveTo>
                    <a:pt x="19" y="0"/>
                  </a:moveTo>
                  <a:cubicBezTo>
                    <a:pt x="19" y="0"/>
                    <a:pt x="0" y="87"/>
                    <a:pt x="73" y="59"/>
                  </a:cubicBezTo>
                  <a:cubicBezTo>
                    <a:pt x="73" y="59"/>
                    <a:pt x="13" y="70"/>
                    <a:pt x="19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1" name="Freeform 560">
              <a:extLst>
                <a:ext uri="{FF2B5EF4-FFF2-40B4-BE49-F238E27FC236}">
                  <a16:creationId xmlns:a16="http://schemas.microsoft.com/office/drawing/2014/main" id="{737B53C6-1D1D-49FD-9770-FA88D2FD0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166"/>
              <a:ext cx="36" cy="44"/>
            </a:xfrm>
            <a:custGeom>
              <a:avLst/>
              <a:gdLst>
                <a:gd name="T0" fmla="*/ 18 w 34"/>
                <a:gd name="T1" fmla="*/ 0 h 39"/>
                <a:gd name="T2" fmla="*/ 0 w 34"/>
                <a:gd name="T3" fmla="*/ 41 h 39"/>
                <a:gd name="T4" fmla="*/ 18 w 3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9">
                  <a:moveTo>
                    <a:pt x="15" y="0"/>
                  </a:moveTo>
                  <a:cubicBezTo>
                    <a:pt x="15" y="0"/>
                    <a:pt x="26" y="30"/>
                    <a:pt x="0" y="28"/>
                  </a:cubicBezTo>
                  <a:cubicBezTo>
                    <a:pt x="0" y="28"/>
                    <a:pt x="34" y="39"/>
                    <a:pt x="15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2" name="Freeform 561">
              <a:extLst>
                <a:ext uri="{FF2B5EF4-FFF2-40B4-BE49-F238E27FC236}">
                  <a16:creationId xmlns:a16="http://schemas.microsoft.com/office/drawing/2014/main" id="{54A99200-26E5-4C29-B0A0-AC9C727B8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902"/>
              <a:ext cx="46" cy="186"/>
            </a:xfrm>
            <a:custGeom>
              <a:avLst/>
              <a:gdLst>
                <a:gd name="T0" fmla="*/ 50 w 44"/>
                <a:gd name="T1" fmla="*/ 233 h 166"/>
                <a:gd name="T2" fmla="*/ 30 w 44"/>
                <a:gd name="T3" fmla="*/ 170 h 166"/>
                <a:gd name="T4" fmla="*/ 27 w 44"/>
                <a:gd name="T5" fmla="*/ 84 h 166"/>
                <a:gd name="T6" fmla="*/ 14 w 44"/>
                <a:gd name="T7" fmla="*/ 32 h 166"/>
                <a:gd name="T8" fmla="*/ 0 w 44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66">
                  <a:moveTo>
                    <a:pt x="44" y="166"/>
                  </a:moveTo>
                  <a:cubicBezTo>
                    <a:pt x="35" y="153"/>
                    <a:pt x="29" y="137"/>
                    <a:pt x="27" y="121"/>
                  </a:cubicBezTo>
                  <a:cubicBezTo>
                    <a:pt x="23" y="101"/>
                    <a:pt x="26" y="80"/>
                    <a:pt x="24" y="60"/>
                  </a:cubicBezTo>
                  <a:cubicBezTo>
                    <a:pt x="23" y="47"/>
                    <a:pt x="17" y="35"/>
                    <a:pt x="11" y="23"/>
                  </a:cubicBezTo>
                  <a:cubicBezTo>
                    <a:pt x="8" y="16"/>
                    <a:pt x="2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3" name="Freeform 562">
              <a:extLst>
                <a:ext uri="{FF2B5EF4-FFF2-40B4-BE49-F238E27FC236}">
                  <a16:creationId xmlns:a16="http://schemas.microsoft.com/office/drawing/2014/main" id="{3B897BEE-E9C1-4D62-BACB-62971292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896"/>
              <a:ext cx="56" cy="112"/>
            </a:xfrm>
            <a:custGeom>
              <a:avLst/>
              <a:gdLst>
                <a:gd name="T0" fmla="*/ 60 w 54"/>
                <a:gd name="T1" fmla="*/ 138 h 101"/>
                <a:gd name="T2" fmla="*/ 57 w 54"/>
                <a:gd name="T3" fmla="*/ 124 h 101"/>
                <a:gd name="T4" fmla="*/ 49 w 54"/>
                <a:gd name="T5" fmla="*/ 98 h 101"/>
                <a:gd name="T6" fmla="*/ 24 w 54"/>
                <a:gd name="T7" fmla="*/ 50 h 101"/>
                <a:gd name="T8" fmla="*/ 0 w 54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01">
                  <a:moveTo>
                    <a:pt x="54" y="101"/>
                  </a:moveTo>
                  <a:cubicBezTo>
                    <a:pt x="52" y="98"/>
                    <a:pt x="52" y="95"/>
                    <a:pt x="51" y="91"/>
                  </a:cubicBezTo>
                  <a:cubicBezTo>
                    <a:pt x="49" y="84"/>
                    <a:pt x="46" y="77"/>
                    <a:pt x="43" y="71"/>
                  </a:cubicBezTo>
                  <a:cubicBezTo>
                    <a:pt x="37" y="59"/>
                    <a:pt x="29" y="48"/>
                    <a:pt x="21" y="37"/>
                  </a:cubicBezTo>
                  <a:cubicBezTo>
                    <a:pt x="15" y="29"/>
                    <a:pt x="0" y="1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4" name="Freeform 563">
              <a:extLst>
                <a:ext uri="{FF2B5EF4-FFF2-40B4-BE49-F238E27FC236}">
                  <a16:creationId xmlns:a16="http://schemas.microsoft.com/office/drawing/2014/main" id="{14360EC5-2F2A-4933-A9BB-5767C87B8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1929"/>
              <a:ext cx="93" cy="133"/>
            </a:xfrm>
            <a:custGeom>
              <a:avLst/>
              <a:gdLst>
                <a:gd name="T0" fmla="*/ 0 w 89"/>
                <a:gd name="T1" fmla="*/ 0 h 119"/>
                <a:gd name="T2" fmla="*/ 40 w 89"/>
                <a:gd name="T3" fmla="*/ 53 h 119"/>
                <a:gd name="T4" fmla="*/ 71 w 89"/>
                <a:gd name="T5" fmla="*/ 89 h 119"/>
                <a:gd name="T6" fmla="*/ 101 w 89"/>
                <a:gd name="T7" fmla="*/ 167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119">
                  <a:moveTo>
                    <a:pt x="0" y="0"/>
                  </a:moveTo>
                  <a:cubicBezTo>
                    <a:pt x="11" y="14"/>
                    <a:pt x="21" y="26"/>
                    <a:pt x="34" y="38"/>
                  </a:cubicBezTo>
                  <a:cubicBezTo>
                    <a:pt x="44" y="46"/>
                    <a:pt x="54" y="54"/>
                    <a:pt x="62" y="64"/>
                  </a:cubicBezTo>
                  <a:cubicBezTo>
                    <a:pt x="75" y="79"/>
                    <a:pt x="74" y="107"/>
                    <a:pt x="89" y="119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5" name="Freeform 564">
              <a:extLst>
                <a:ext uri="{FF2B5EF4-FFF2-40B4-BE49-F238E27FC236}">
                  <a16:creationId xmlns:a16="http://schemas.microsoft.com/office/drawing/2014/main" id="{9808E0A7-77B4-488A-9A1C-4E5112C81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004"/>
              <a:ext cx="42" cy="94"/>
            </a:xfrm>
            <a:custGeom>
              <a:avLst/>
              <a:gdLst>
                <a:gd name="T0" fmla="*/ 0 w 40"/>
                <a:gd name="T1" fmla="*/ 0 h 84"/>
                <a:gd name="T2" fmla="*/ 5 w 40"/>
                <a:gd name="T3" fmla="*/ 30 h 84"/>
                <a:gd name="T4" fmla="*/ 13 w 40"/>
                <a:gd name="T5" fmla="*/ 64 h 84"/>
                <a:gd name="T6" fmla="*/ 46 w 40"/>
                <a:gd name="T7" fmla="*/ 118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0" y="0"/>
                  </a:moveTo>
                  <a:cubicBezTo>
                    <a:pt x="4" y="5"/>
                    <a:pt x="4" y="14"/>
                    <a:pt x="5" y="21"/>
                  </a:cubicBezTo>
                  <a:cubicBezTo>
                    <a:pt x="7" y="29"/>
                    <a:pt x="8" y="38"/>
                    <a:pt x="10" y="46"/>
                  </a:cubicBezTo>
                  <a:cubicBezTo>
                    <a:pt x="15" y="63"/>
                    <a:pt x="30" y="73"/>
                    <a:pt x="40" y="84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6" name="Freeform 565">
              <a:extLst>
                <a:ext uri="{FF2B5EF4-FFF2-40B4-BE49-F238E27FC236}">
                  <a16:creationId xmlns:a16="http://schemas.microsoft.com/office/drawing/2014/main" id="{1DC87754-61D6-4971-90CA-4740F8168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892"/>
              <a:ext cx="45" cy="177"/>
            </a:xfrm>
            <a:custGeom>
              <a:avLst/>
              <a:gdLst>
                <a:gd name="T0" fmla="*/ 49 w 43"/>
                <a:gd name="T1" fmla="*/ 0 h 158"/>
                <a:gd name="T2" fmla="*/ 19 w 43"/>
                <a:gd name="T3" fmla="*/ 114 h 158"/>
                <a:gd name="T4" fmla="*/ 10 w 43"/>
                <a:gd name="T5" fmla="*/ 178 h 158"/>
                <a:gd name="T6" fmla="*/ 4 w 43"/>
                <a:gd name="T7" fmla="*/ 203 h 158"/>
                <a:gd name="T8" fmla="*/ 0 w 43"/>
                <a:gd name="T9" fmla="*/ 222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58">
                  <a:moveTo>
                    <a:pt x="43" y="0"/>
                  </a:moveTo>
                  <a:cubicBezTo>
                    <a:pt x="42" y="30"/>
                    <a:pt x="23" y="53"/>
                    <a:pt x="16" y="81"/>
                  </a:cubicBezTo>
                  <a:cubicBezTo>
                    <a:pt x="13" y="96"/>
                    <a:pt x="13" y="112"/>
                    <a:pt x="10" y="127"/>
                  </a:cubicBezTo>
                  <a:cubicBezTo>
                    <a:pt x="9" y="133"/>
                    <a:pt x="6" y="139"/>
                    <a:pt x="4" y="145"/>
                  </a:cubicBezTo>
                  <a:cubicBezTo>
                    <a:pt x="3" y="148"/>
                    <a:pt x="2" y="156"/>
                    <a:pt x="0" y="158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7" name="Freeform 566">
              <a:extLst>
                <a:ext uri="{FF2B5EF4-FFF2-40B4-BE49-F238E27FC236}">
                  <a16:creationId xmlns:a16="http://schemas.microsoft.com/office/drawing/2014/main" id="{9DC7F8D7-460F-4285-A8C2-024928EB1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901"/>
              <a:ext cx="5" cy="75"/>
            </a:xfrm>
            <a:custGeom>
              <a:avLst/>
              <a:gdLst>
                <a:gd name="T0" fmla="*/ 1 w 5"/>
                <a:gd name="T1" fmla="*/ 94 h 67"/>
                <a:gd name="T2" fmla="*/ 2 w 5"/>
                <a:gd name="T3" fmla="*/ 46 h 67"/>
                <a:gd name="T4" fmla="*/ 1 w 5"/>
                <a:gd name="T5" fmla="*/ 20 h 67"/>
                <a:gd name="T6" fmla="*/ 5 w 5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7">
                  <a:moveTo>
                    <a:pt x="1" y="67"/>
                  </a:moveTo>
                  <a:cubicBezTo>
                    <a:pt x="3" y="55"/>
                    <a:pt x="4" y="46"/>
                    <a:pt x="2" y="33"/>
                  </a:cubicBezTo>
                  <a:cubicBezTo>
                    <a:pt x="2" y="27"/>
                    <a:pt x="0" y="20"/>
                    <a:pt x="1" y="14"/>
                  </a:cubicBezTo>
                  <a:cubicBezTo>
                    <a:pt x="1" y="9"/>
                    <a:pt x="4" y="5"/>
                    <a:pt x="5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8" name="Freeform 567">
              <a:extLst>
                <a:ext uri="{FF2B5EF4-FFF2-40B4-BE49-F238E27FC236}">
                  <a16:creationId xmlns:a16="http://schemas.microsoft.com/office/drawing/2014/main" id="{0C67831F-75AF-4DAD-865D-F1E2D2613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925"/>
              <a:ext cx="95" cy="177"/>
            </a:xfrm>
            <a:custGeom>
              <a:avLst/>
              <a:gdLst>
                <a:gd name="T0" fmla="*/ 103 w 91"/>
                <a:gd name="T1" fmla="*/ 0 h 159"/>
                <a:gd name="T2" fmla="*/ 63 w 91"/>
                <a:gd name="T3" fmla="*/ 56 h 159"/>
                <a:gd name="T4" fmla="*/ 35 w 91"/>
                <a:gd name="T5" fmla="*/ 121 h 159"/>
                <a:gd name="T6" fmla="*/ 8 w 91"/>
                <a:gd name="T7" fmla="*/ 170 h 159"/>
                <a:gd name="T8" fmla="*/ 0 w 91"/>
                <a:gd name="T9" fmla="*/ 219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59">
                  <a:moveTo>
                    <a:pt x="91" y="0"/>
                  </a:moveTo>
                  <a:cubicBezTo>
                    <a:pt x="72" y="6"/>
                    <a:pt x="62" y="22"/>
                    <a:pt x="55" y="40"/>
                  </a:cubicBezTo>
                  <a:cubicBezTo>
                    <a:pt x="47" y="56"/>
                    <a:pt x="44" y="75"/>
                    <a:pt x="32" y="88"/>
                  </a:cubicBezTo>
                  <a:cubicBezTo>
                    <a:pt x="22" y="99"/>
                    <a:pt x="13" y="109"/>
                    <a:pt x="8" y="123"/>
                  </a:cubicBezTo>
                  <a:cubicBezTo>
                    <a:pt x="5" y="135"/>
                    <a:pt x="2" y="147"/>
                    <a:pt x="0" y="159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9" name="Freeform 568">
              <a:extLst>
                <a:ext uri="{FF2B5EF4-FFF2-40B4-BE49-F238E27FC236}">
                  <a16:creationId xmlns:a16="http://schemas.microsoft.com/office/drawing/2014/main" id="{154D508F-C2B4-4680-936A-D0256445D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929"/>
              <a:ext cx="5" cy="73"/>
            </a:xfrm>
            <a:custGeom>
              <a:avLst/>
              <a:gdLst>
                <a:gd name="T0" fmla="*/ 1 w 5"/>
                <a:gd name="T1" fmla="*/ 92 h 65"/>
                <a:gd name="T2" fmla="*/ 3 w 5"/>
                <a:gd name="T3" fmla="*/ 73 h 65"/>
                <a:gd name="T4" fmla="*/ 1 w 5"/>
                <a:gd name="T5" fmla="*/ 51 h 65"/>
                <a:gd name="T6" fmla="*/ 5 w 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5">
                  <a:moveTo>
                    <a:pt x="1" y="65"/>
                  </a:moveTo>
                  <a:cubicBezTo>
                    <a:pt x="1" y="61"/>
                    <a:pt x="3" y="56"/>
                    <a:pt x="3" y="52"/>
                  </a:cubicBezTo>
                  <a:cubicBezTo>
                    <a:pt x="3" y="47"/>
                    <a:pt x="1" y="42"/>
                    <a:pt x="1" y="36"/>
                  </a:cubicBezTo>
                  <a:cubicBezTo>
                    <a:pt x="0" y="23"/>
                    <a:pt x="1" y="1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0" name="Freeform 569">
              <a:extLst>
                <a:ext uri="{FF2B5EF4-FFF2-40B4-BE49-F238E27FC236}">
                  <a16:creationId xmlns:a16="http://schemas.microsoft.com/office/drawing/2014/main" id="{77A778F5-711D-4EAB-803B-F9D5ED919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149"/>
              <a:ext cx="42" cy="75"/>
            </a:xfrm>
            <a:custGeom>
              <a:avLst/>
              <a:gdLst>
                <a:gd name="T0" fmla="*/ 44 w 40"/>
                <a:gd name="T1" fmla="*/ 94 h 67"/>
                <a:gd name="T2" fmla="*/ 20 w 40"/>
                <a:gd name="T3" fmla="*/ 36 h 67"/>
                <a:gd name="T4" fmla="*/ 0 w 40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7">
                  <a:moveTo>
                    <a:pt x="38" y="67"/>
                  </a:moveTo>
                  <a:cubicBezTo>
                    <a:pt x="40" y="52"/>
                    <a:pt x="26" y="37"/>
                    <a:pt x="17" y="26"/>
                  </a:cubicBezTo>
                  <a:cubicBezTo>
                    <a:pt x="10" y="18"/>
                    <a:pt x="5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1" name="Freeform 570">
              <a:extLst>
                <a:ext uri="{FF2B5EF4-FFF2-40B4-BE49-F238E27FC236}">
                  <a16:creationId xmlns:a16="http://schemas.microsoft.com/office/drawing/2014/main" id="{63F482EF-330C-4D59-A089-84F00D8CF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163"/>
              <a:ext cx="27" cy="18"/>
            </a:xfrm>
            <a:custGeom>
              <a:avLst/>
              <a:gdLst>
                <a:gd name="T0" fmla="*/ 0 w 25"/>
                <a:gd name="T1" fmla="*/ 0 h 16"/>
                <a:gd name="T2" fmla="*/ 31 w 25"/>
                <a:gd name="T3" fmla="*/ 2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6">
                  <a:moveTo>
                    <a:pt x="0" y="0"/>
                  </a:moveTo>
                  <a:cubicBezTo>
                    <a:pt x="7" y="10"/>
                    <a:pt x="18" y="8"/>
                    <a:pt x="25" y="16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2" name="Freeform 571">
              <a:extLst>
                <a:ext uri="{FF2B5EF4-FFF2-40B4-BE49-F238E27FC236}">
                  <a16:creationId xmlns:a16="http://schemas.microsoft.com/office/drawing/2014/main" id="{87A3EF6E-BB50-40CA-94EB-2EE78A2AD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145"/>
              <a:ext cx="23" cy="11"/>
            </a:xfrm>
            <a:custGeom>
              <a:avLst/>
              <a:gdLst>
                <a:gd name="T0" fmla="*/ 25 w 22"/>
                <a:gd name="T1" fmla="*/ 1 h 10"/>
                <a:gd name="T2" fmla="*/ 9 w 22"/>
                <a:gd name="T3" fmla="*/ 3 h 10"/>
                <a:gd name="T4" fmla="*/ 0 w 22"/>
                <a:gd name="T5" fmla="*/ 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">
                  <a:moveTo>
                    <a:pt x="22" y="1"/>
                  </a:moveTo>
                  <a:cubicBezTo>
                    <a:pt x="17" y="1"/>
                    <a:pt x="13" y="0"/>
                    <a:pt x="9" y="3"/>
                  </a:cubicBezTo>
                  <a:cubicBezTo>
                    <a:pt x="5" y="5"/>
                    <a:pt x="3" y="9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3" name="Freeform 572">
              <a:extLst>
                <a:ext uri="{FF2B5EF4-FFF2-40B4-BE49-F238E27FC236}">
                  <a16:creationId xmlns:a16="http://schemas.microsoft.com/office/drawing/2014/main" id="{85020B4F-A675-4D97-961E-C447639DD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146"/>
              <a:ext cx="16" cy="72"/>
            </a:xfrm>
            <a:custGeom>
              <a:avLst/>
              <a:gdLst>
                <a:gd name="T0" fmla="*/ 16 w 16"/>
                <a:gd name="T1" fmla="*/ 0 h 64"/>
                <a:gd name="T2" fmla="*/ 0 w 16"/>
                <a:gd name="T3" fmla="*/ 91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4">
                  <a:moveTo>
                    <a:pt x="16" y="0"/>
                  </a:moveTo>
                  <a:cubicBezTo>
                    <a:pt x="3" y="19"/>
                    <a:pt x="12" y="45"/>
                    <a:pt x="0" y="64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4" name="Freeform 573">
              <a:extLst>
                <a:ext uri="{FF2B5EF4-FFF2-40B4-BE49-F238E27FC236}">
                  <a16:creationId xmlns:a16="http://schemas.microsoft.com/office/drawing/2014/main" id="{E27721D6-571A-445B-981E-AFB6BEDFA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200"/>
              <a:ext cx="21" cy="64"/>
            </a:xfrm>
            <a:custGeom>
              <a:avLst/>
              <a:gdLst>
                <a:gd name="T0" fmla="*/ 6 w 20"/>
                <a:gd name="T1" fmla="*/ 0 h 57"/>
                <a:gd name="T2" fmla="*/ 18 w 20"/>
                <a:gd name="T3" fmla="*/ 45 h 57"/>
                <a:gd name="T4" fmla="*/ 23 w 20"/>
                <a:gd name="T5" fmla="*/ 81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7">
                  <a:moveTo>
                    <a:pt x="6" y="0"/>
                  </a:moveTo>
                  <a:cubicBezTo>
                    <a:pt x="0" y="11"/>
                    <a:pt x="10" y="22"/>
                    <a:pt x="15" y="32"/>
                  </a:cubicBezTo>
                  <a:cubicBezTo>
                    <a:pt x="19" y="39"/>
                    <a:pt x="20" y="48"/>
                    <a:pt x="20" y="57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5" name="Freeform 574">
              <a:extLst>
                <a:ext uri="{FF2B5EF4-FFF2-40B4-BE49-F238E27FC236}">
                  <a16:creationId xmlns:a16="http://schemas.microsoft.com/office/drawing/2014/main" id="{819017BB-C257-4330-9E69-C92F02D7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211"/>
              <a:ext cx="5" cy="47"/>
            </a:xfrm>
            <a:custGeom>
              <a:avLst/>
              <a:gdLst>
                <a:gd name="T0" fmla="*/ 0 w 4"/>
                <a:gd name="T1" fmla="*/ 0 h 42"/>
                <a:gd name="T2" fmla="*/ 0 w 4"/>
                <a:gd name="T3" fmla="*/ 5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0"/>
                  </a:moveTo>
                  <a:cubicBezTo>
                    <a:pt x="4" y="14"/>
                    <a:pt x="4" y="28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6" name="Freeform 575">
              <a:extLst>
                <a:ext uri="{FF2B5EF4-FFF2-40B4-BE49-F238E27FC236}">
                  <a16:creationId xmlns:a16="http://schemas.microsoft.com/office/drawing/2014/main" id="{1C46076B-4D9F-4D5F-ABA8-49CBD498C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204"/>
              <a:ext cx="39" cy="62"/>
            </a:xfrm>
            <a:custGeom>
              <a:avLst/>
              <a:gdLst>
                <a:gd name="T0" fmla="*/ 0 w 37"/>
                <a:gd name="T1" fmla="*/ 0 h 55"/>
                <a:gd name="T2" fmla="*/ 23 w 37"/>
                <a:gd name="T3" fmla="*/ 46 h 55"/>
                <a:gd name="T4" fmla="*/ 43 w 37"/>
                <a:gd name="T5" fmla="*/ 79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5">
                  <a:moveTo>
                    <a:pt x="0" y="0"/>
                  </a:moveTo>
                  <a:cubicBezTo>
                    <a:pt x="3" y="13"/>
                    <a:pt x="10" y="23"/>
                    <a:pt x="20" y="32"/>
                  </a:cubicBezTo>
                  <a:cubicBezTo>
                    <a:pt x="28" y="39"/>
                    <a:pt x="32" y="47"/>
                    <a:pt x="37" y="55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7" name="Freeform 576">
              <a:extLst>
                <a:ext uri="{FF2B5EF4-FFF2-40B4-BE49-F238E27FC236}">
                  <a16:creationId xmlns:a16="http://schemas.microsoft.com/office/drawing/2014/main" id="{E13730CA-7899-4DB5-B517-D610C066F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223"/>
              <a:ext cx="7" cy="46"/>
            </a:xfrm>
            <a:custGeom>
              <a:avLst/>
              <a:gdLst>
                <a:gd name="T0" fmla="*/ 0 w 7"/>
                <a:gd name="T1" fmla="*/ 0 h 41"/>
                <a:gd name="T2" fmla="*/ 6 w 7"/>
                <a:gd name="T3" fmla="*/ 28 h 41"/>
                <a:gd name="T4" fmla="*/ 6 w 7"/>
                <a:gd name="T5" fmla="*/ 5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1">
                  <a:moveTo>
                    <a:pt x="0" y="0"/>
                  </a:moveTo>
                  <a:cubicBezTo>
                    <a:pt x="2" y="7"/>
                    <a:pt x="6" y="13"/>
                    <a:pt x="6" y="20"/>
                  </a:cubicBezTo>
                  <a:cubicBezTo>
                    <a:pt x="7" y="27"/>
                    <a:pt x="5" y="34"/>
                    <a:pt x="6" y="41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8" name="Freeform 577">
              <a:extLst>
                <a:ext uri="{FF2B5EF4-FFF2-40B4-BE49-F238E27FC236}">
                  <a16:creationId xmlns:a16="http://schemas.microsoft.com/office/drawing/2014/main" id="{DC5D37DB-EC0D-4873-8543-E79DC4DF6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050"/>
              <a:ext cx="125" cy="71"/>
            </a:xfrm>
            <a:custGeom>
              <a:avLst/>
              <a:gdLst>
                <a:gd name="T0" fmla="*/ 0 w 120"/>
                <a:gd name="T1" fmla="*/ 70 h 64"/>
                <a:gd name="T2" fmla="*/ 69 w 120"/>
                <a:gd name="T3" fmla="*/ 37 h 64"/>
                <a:gd name="T4" fmla="*/ 115 w 120"/>
                <a:gd name="T5" fmla="*/ 11 h 64"/>
                <a:gd name="T6" fmla="*/ 135 w 120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64">
                  <a:moveTo>
                    <a:pt x="0" y="51"/>
                  </a:moveTo>
                  <a:cubicBezTo>
                    <a:pt x="16" y="64"/>
                    <a:pt x="49" y="35"/>
                    <a:pt x="60" y="27"/>
                  </a:cubicBezTo>
                  <a:cubicBezTo>
                    <a:pt x="72" y="17"/>
                    <a:pt x="87" y="11"/>
                    <a:pt x="102" y="8"/>
                  </a:cubicBezTo>
                  <a:cubicBezTo>
                    <a:pt x="108" y="6"/>
                    <a:pt x="118" y="6"/>
                    <a:pt x="120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9" name="Freeform 578">
              <a:extLst>
                <a:ext uri="{FF2B5EF4-FFF2-40B4-BE49-F238E27FC236}">
                  <a16:creationId xmlns:a16="http://schemas.microsoft.com/office/drawing/2014/main" id="{FE9B3155-2DC2-427D-A36E-D3EDBC3F8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986"/>
              <a:ext cx="52" cy="99"/>
            </a:xfrm>
            <a:custGeom>
              <a:avLst/>
              <a:gdLst>
                <a:gd name="T0" fmla="*/ 0 w 49"/>
                <a:gd name="T1" fmla="*/ 125 h 88"/>
                <a:gd name="T2" fmla="*/ 23 w 49"/>
                <a:gd name="T3" fmla="*/ 68 h 88"/>
                <a:gd name="T4" fmla="*/ 58 w 49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88">
                  <a:moveTo>
                    <a:pt x="0" y="88"/>
                  </a:moveTo>
                  <a:cubicBezTo>
                    <a:pt x="12" y="80"/>
                    <a:pt x="15" y="60"/>
                    <a:pt x="20" y="47"/>
                  </a:cubicBezTo>
                  <a:cubicBezTo>
                    <a:pt x="25" y="32"/>
                    <a:pt x="34" y="8"/>
                    <a:pt x="49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0" name="Freeform 579">
              <a:extLst>
                <a:ext uri="{FF2B5EF4-FFF2-40B4-BE49-F238E27FC236}">
                  <a16:creationId xmlns:a16="http://schemas.microsoft.com/office/drawing/2014/main" id="{15976D4E-789A-4210-A791-DACADDEF9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081"/>
              <a:ext cx="105" cy="28"/>
            </a:xfrm>
            <a:custGeom>
              <a:avLst/>
              <a:gdLst>
                <a:gd name="T0" fmla="*/ 116 w 100"/>
                <a:gd name="T1" fmla="*/ 31 h 25"/>
                <a:gd name="T2" fmla="*/ 98 w 100"/>
                <a:gd name="T3" fmla="*/ 34 h 25"/>
                <a:gd name="T4" fmla="*/ 67 w 100"/>
                <a:gd name="T5" fmla="*/ 31 h 25"/>
                <a:gd name="T6" fmla="*/ 28 w 100"/>
                <a:gd name="T7" fmla="*/ 11 h 25"/>
                <a:gd name="T8" fmla="*/ 0 w 10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25">
                  <a:moveTo>
                    <a:pt x="100" y="22"/>
                  </a:moveTo>
                  <a:cubicBezTo>
                    <a:pt x="96" y="25"/>
                    <a:pt x="90" y="24"/>
                    <a:pt x="85" y="24"/>
                  </a:cubicBezTo>
                  <a:cubicBezTo>
                    <a:pt x="76" y="25"/>
                    <a:pt x="67" y="25"/>
                    <a:pt x="58" y="22"/>
                  </a:cubicBezTo>
                  <a:cubicBezTo>
                    <a:pt x="47" y="18"/>
                    <a:pt x="36" y="13"/>
                    <a:pt x="25" y="8"/>
                  </a:cubicBezTo>
                  <a:cubicBezTo>
                    <a:pt x="17" y="4"/>
                    <a:pt x="8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1" name="Freeform 580">
              <a:extLst>
                <a:ext uri="{FF2B5EF4-FFF2-40B4-BE49-F238E27FC236}">
                  <a16:creationId xmlns:a16="http://schemas.microsoft.com/office/drawing/2014/main" id="{F01C7218-3EE3-4693-9C4C-81B918124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108"/>
              <a:ext cx="74" cy="11"/>
            </a:xfrm>
            <a:custGeom>
              <a:avLst/>
              <a:gdLst>
                <a:gd name="T0" fmla="*/ 82 w 70"/>
                <a:gd name="T1" fmla="*/ 0 h 10"/>
                <a:gd name="T2" fmla="*/ 41 w 70"/>
                <a:gd name="T3" fmla="*/ 10 h 10"/>
                <a:gd name="T4" fmla="*/ 0 w 70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0">
                  <a:moveTo>
                    <a:pt x="70" y="0"/>
                  </a:moveTo>
                  <a:cubicBezTo>
                    <a:pt x="58" y="0"/>
                    <a:pt x="47" y="5"/>
                    <a:pt x="35" y="7"/>
                  </a:cubicBezTo>
                  <a:cubicBezTo>
                    <a:pt x="23" y="10"/>
                    <a:pt x="11" y="10"/>
                    <a:pt x="0" y="9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2" name="Freeform 581">
              <a:extLst>
                <a:ext uri="{FF2B5EF4-FFF2-40B4-BE49-F238E27FC236}">
                  <a16:creationId xmlns:a16="http://schemas.microsoft.com/office/drawing/2014/main" id="{7449BBB7-3BE7-4F27-9F34-4660D2912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960"/>
              <a:ext cx="101" cy="113"/>
            </a:xfrm>
            <a:custGeom>
              <a:avLst/>
              <a:gdLst>
                <a:gd name="T0" fmla="*/ 112 w 96"/>
                <a:gd name="T1" fmla="*/ 141 h 101"/>
                <a:gd name="T2" fmla="*/ 92 w 96"/>
                <a:gd name="T3" fmla="*/ 105 h 101"/>
                <a:gd name="T4" fmla="*/ 54 w 96"/>
                <a:gd name="T5" fmla="*/ 72 h 101"/>
                <a:gd name="T6" fmla="*/ 0 w 96"/>
                <a:gd name="T7" fmla="*/ 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101">
                  <a:moveTo>
                    <a:pt x="96" y="101"/>
                  </a:moveTo>
                  <a:cubicBezTo>
                    <a:pt x="90" y="92"/>
                    <a:pt x="85" y="83"/>
                    <a:pt x="79" y="75"/>
                  </a:cubicBezTo>
                  <a:cubicBezTo>
                    <a:pt x="70" y="63"/>
                    <a:pt x="57" y="59"/>
                    <a:pt x="46" y="51"/>
                  </a:cubicBezTo>
                  <a:cubicBezTo>
                    <a:pt x="27" y="37"/>
                    <a:pt x="8" y="2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3" name="Freeform 582">
              <a:extLst>
                <a:ext uri="{FF2B5EF4-FFF2-40B4-BE49-F238E27FC236}">
                  <a16:creationId xmlns:a16="http://schemas.microsoft.com/office/drawing/2014/main" id="{BC0EA5FE-E318-4CFB-AFB2-512DB4B93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984"/>
              <a:ext cx="47" cy="23"/>
            </a:xfrm>
            <a:custGeom>
              <a:avLst/>
              <a:gdLst>
                <a:gd name="T0" fmla="*/ 0 w 45"/>
                <a:gd name="T1" fmla="*/ 0 h 21"/>
                <a:gd name="T2" fmla="*/ 38 w 45"/>
                <a:gd name="T3" fmla="*/ 22 h 21"/>
                <a:gd name="T4" fmla="*/ 51 w 45"/>
                <a:gd name="T5" fmla="*/ 2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1">
                  <a:moveTo>
                    <a:pt x="0" y="0"/>
                  </a:moveTo>
                  <a:cubicBezTo>
                    <a:pt x="11" y="4"/>
                    <a:pt x="21" y="12"/>
                    <a:pt x="33" y="16"/>
                  </a:cubicBezTo>
                  <a:cubicBezTo>
                    <a:pt x="37" y="17"/>
                    <a:pt x="42" y="18"/>
                    <a:pt x="45" y="21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4" name="Freeform 583">
              <a:extLst>
                <a:ext uri="{FF2B5EF4-FFF2-40B4-BE49-F238E27FC236}">
                  <a16:creationId xmlns:a16="http://schemas.microsoft.com/office/drawing/2014/main" id="{FD556F42-BBE4-418D-A221-E9C26B9C2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000"/>
              <a:ext cx="121" cy="80"/>
            </a:xfrm>
            <a:custGeom>
              <a:avLst/>
              <a:gdLst>
                <a:gd name="T0" fmla="*/ 134 w 115"/>
                <a:gd name="T1" fmla="*/ 99 h 72"/>
                <a:gd name="T2" fmla="*/ 102 w 115"/>
                <a:gd name="T3" fmla="*/ 67 h 72"/>
                <a:gd name="T4" fmla="*/ 57 w 115"/>
                <a:gd name="T5" fmla="*/ 51 h 72"/>
                <a:gd name="T6" fmla="*/ 0 w 115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72">
                  <a:moveTo>
                    <a:pt x="115" y="72"/>
                  </a:moveTo>
                  <a:cubicBezTo>
                    <a:pt x="106" y="63"/>
                    <a:pt x="99" y="55"/>
                    <a:pt x="87" y="49"/>
                  </a:cubicBezTo>
                  <a:cubicBezTo>
                    <a:pt x="74" y="43"/>
                    <a:pt x="60" y="43"/>
                    <a:pt x="48" y="37"/>
                  </a:cubicBezTo>
                  <a:cubicBezTo>
                    <a:pt x="34" y="32"/>
                    <a:pt x="2" y="1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5" name="Freeform 584">
              <a:extLst>
                <a:ext uri="{FF2B5EF4-FFF2-40B4-BE49-F238E27FC236}">
                  <a16:creationId xmlns:a16="http://schemas.microsoft.com/office/drawing/2014/main" id="{0670CAFE-7E93-4FD0-B9AA-764375EAB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055"/>
              <a:ext cx="58" cy="11"/>
            </a:xfrm>
            <a:custGeom>
              <a:avLst/>
              <a:gdLst>
                <a:gd name="T0" fmla="*/ 64 w 55"/>
                <a:gd name="T1" fmla="*/ 6 h 9"/>
                <a:gd name="T2" fmla="*/ 36 w 55"/>
                <a:gd name="T3" fmla="*/ 2 h 9"/>
                <a:gd name="T4" fmla="*/ 0 w 55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9">
                  <a:moveTo>
                    <a:pt x="55" y="3"/>
                  </a:moveTo>
                  <a:cubicBezTo>
                    <a:pt x="46" y="1"/>
                    <a:pt x="40" y="0"/>
                    <a:pt x="30" y="2"/>
                  </a:cubicBezTo>
                  <a:cubicBezTo>
                    <a:pt x="24" y="3"/>
                    <a:pt x="2" y="9"/>
                    <a:pt x="0" y="4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6" name="Freeform 585">
              <a:extLst>
                <a:ext uri="{FF2B5EF4-FFF2-40B4-BE49-F238E27FC236}">
                  <a16:creationId xmlns:a16="http://schemas.microsoft.com/office/drawing/2014/main" id="{72BBBA46-898B-4A7E-A0F6-7C56AAE06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126"/>
              <a:ext cx="52" cy="65"/>
            </a:xfrm>
            <a:custGeom>
              <a:avLst/>
              <a:gdLst>
                <a:gd name="T0" fmla="*/ 56 w 50"/>
                <a:gd name="T1" fmla="*/ 3 h 58"/>
                <a:gd name="T2" fmla="*/ 31 w 50"/>
                <a:gd name="T3" fmla="*/ 37 h 58"/>
                <a:gd name="T4" fmla="*/ 0 w 50"/>
                <a:gd name="T5" fmla="*/ 8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8">
                  <a:moveTo>
                    <a:pt x="50" y="3"/>
                  </a:moveTo>
                  <a:cubicBezTo>
                    <a:pt x="38" y="0"/>
                    <a:pt x="32" y="18"/>
                    <a:pt x="28" y="26"/>
                  </a:cubicBezTo>
                  <a:cubicBezTo>
                    <a:pt x="21" y="40"/>
                    <a:pt x="15" y="53"/>
                    <a:pt x="0" y="58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7" name="Freeform 586">
              <a:extLst>
                <a:ext uri="{FF2B5EF4-FFF2-40B4-BE49-F238E27FC236}">
                  <a16:creationId xmlns:a16="http://schemas.microsoft.com/office/drawing/2014/main" id="{C56452DE-6BDD-4ECC-8713-BA69473B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156"/>
              <a:ext cx="60" cy="12"/>
            </a:xfrm>
            <a:custGeom>
              <a:avLst/>
              <a:gdLst>
                <a:gd name="T0" fmla="*/ 66 w 57"/>
                <a:gd name="T1" fmla="*/ 0 h 11"/>
                <a:gd name="T2" fmla="*/ 36 w 57"/>
                <a:gd name="T3" fmla="*/ 10 h 11"/>
                <a:gd name="T4" fmla="*/ 0 w 57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1">
                  <a:moveTo>
                    <a:pt x="57" y="0"/>
                  </a:moveTo>
                  <a:cubicBezTo>
                    <a:pt x="52" y="7"/>
                    <a:pt x="38" y="7"/>
                    <a:pt x="30" y="7"/>
                  </a:cubicBezTo>
                  <a:cubicBezTo>
                    <a:pt x="21" y="7"/>
                    <a:pt x="8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8" name="Freeform 587">
              <a:extLst>
                <a:ext uri="{FF2B5EF4-FFF2-40B4-BE49-F238E27FC236}">
                  <a16:creationId xmlns:a16="http://schemas.microsoft.com/office/drawing/2014/main" id="{FC7F9660-127C-4C24-B41D-180EA010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171"/>
              <a:ext cx="7" cy="67"/>
            </a:xfrm>
            <a:custGeom>
              <a:avLst/>
              <a:gdLst>
                <a:gd name="T0" fmla="*/ 2 w 7"/>
                <a:gd name="T1" fmla="*/ 0 h 60"/>
                <a:gd name="T2" fmla="*/ 0 w 7"/>
                <a:gd name="T3" fmla="*/ 21 h 60"/>
                <a:gd name="T4" fmla="*/ 3 w 7"/>
                <a:gd name="T5" fmla="*/ 46 h 60"/>
                <a:gd name="T6" fmla="*/ 7 w 7"/>
                <a:gd name="T7" fmla="*/ 8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0">
                  <a:moveTo>
                    <a:pt x="2" y="0"/>
                  </a:moveTo>
                  <a:cubicBezTo>
                    <a:pt x="3" y="5"/>
                    <a:pt x="0" y="10"/>
                    <a:pt x="0" y="15"/>
                  </a:cubicBezTo>
                  <a:cubicBezTo>
                    <a:pt x="0" y="21"/>
                    <a:pt x="1" y="28"/>
                    <a:pt x="3" y="33"/>
                  </a:cubicBezTo>
                  <a:cubicBezTo>
                    <a:pt x="5" y="43"/>
                    <a:pt x="7" y="50"/>
                    <a:pt x="7" y="6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9" name="Freeform 588">
              <a:extLst>
                <a:ext uri="{FF2B5EF4-FFF2-40B4-BE49-F238E27FC236}">
                  <a16:creationId xmlns:a16="http://schemas.microsoft.com/office/drawing/2014/main" id="{275B563D-ADB1-4A4C-A029-4C31F3DD6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943"/>
              <a:ext cx="61" cy="129"/>
            </a:xfrm>
            <a:custGeom>
              <a:avLst/>
              <a:gdLst>
                <a:gd name="T0" fmla="*/ 0 w 58"/>
                <a:gd name="T1" fmla="*/ 159 h 116"/>
                <a:gd name="T2" fmla="*/ 42 w 58"/>
                <a:gd name="T3" fmla="*/ 89 h 116"/>
                <a:gd name="T4" fmla="*/ 53 w 58"/>
                <a:gd name="T5" fmla="*/ 40 h 116"/>
                <a:gd name="T6" fmla="*/ 67 w 58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16">
                  <a:moveTo>
                    <a:pt x="0" y="116"/>
                  </a:moveTo>
                  <a:cubicBezTo>
                    <a:pt x="18" y="108"/>
                    <a:pt x="29" y="84"/>
                    <a:pt x="36" y="65"/>
                  </a:cubicBezTo>
                  <a:cubicBezTo>
                    <a:pt x="40" y="53"/>
                    <a:pt x="42" y="41"/>
                    <a:pt x="46" y="29"/>
                  </a:cubicBezTo>
                  <a:cubicBezTo>
                    <a:pt x="49" y="21"/>
                    <a:pt x="51" y="7"/>
                    <a:pt x="58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0" name="Freeform 589">
              <a:extLst>
                <a:ext uri="{FF2B5EF4-FFF2-40B4-BE49-F238E27FC236}">
                  <a16:creationId xmlns:a16="http://schemas.microsoft.com/office/drawing/2014/main" id="{363BF6F4-57D0-4804-ACD2-EEDCBF0E8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955"/>
              <a:ext cx="12" cy="80"/>
            </a:xfrm>
            <a:custGeom>
              <a:avLst/>
              <a:gdLst>
                <a:gd name="T0" fmla="*/ 0 w 11"/>
                <a:gd name="T1" fmla="*/ 99 h 72"/>
                <a:gd name="T2" fmla="*/ 3 w 11"/>
                <a:gd name="T3" fmla="*/ 62 h 72"/>
                <a:gd name="T4" fmla="*/ 3 w 11"/>
                <a:gd name="T5" fmla="*/ 30 h 72"/>
                <a:gd name="T6" fmla="*/ 14 w 11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2">
                  <a:moveTo>
                    <a:pt x="0" y="72"/>
                  </a:moveTo>
                  <a:cubicBezTo>
                    <a:pt x="2" y="63"/>
                    <a:pt x="3" y="56"/>
                    <a:pt x="3" y="45"/>
                  </a:cubicBezTo>
                  <a:cubicBezTo>
                    <a:pt x="3" y="38"/>
                    <a:pt x="2" y="29"/>
                    <a:pt x="3" y="22"/>
                  </a:cubicBezTo>
                  <a:cubicBezTo>
                    <a:pt x="4" y="14"/>
                    <a:pt x="8" y="7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1" name="Freeform 590">
              <a:extLst>
                <a:ext uri="{FF2B5EF4-FFF2-40B4-BE49-F238E27FC236}">
                  <a16:creationId xmlns:a16="http://schemas.microsoft.com/office/drawing/2014/main" id="{8AC4DBDB-09AB-4BB6-9FFB-DFAFD300C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128"/>
              <a:ext cx="101" cy="15"/>
            </a:xfrm>
            <a:custGeom>
              <a:avLst/>
              <a:gdLst>
                <a:gd name="T0" fmla="*/ 0 w 96"/>
                <a:gd name="T1" fmla="*/ 0 h 13"/>
                <a:gd name="T2" fmla="*/ 19 w 96"/>
                <a:gd name="T3" fmla="*/ 12 h 13"/>
                <a:gd name="T4" fmla="*/ 62 w 96"/>
                <a:gd name="T5" fmla="*/ 9 h 13"/>
                <a:gd name="T6" fmla="*/ 112 w 96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13">
                  <a:moveTo>
                    <a:pt x="0" y="0"/>
                  </a:moveTo>
                  <a:cubicBezTo>
                    <a:pt x="1" y="6"/>
                    <a:pt x="12" y="7"/>
                    <a:pt x="16" y="8"/>
                  </a:cubicBezTo>
                  <a:cubicBezTo>
                    <a:pt x="29" y="11"/>
                    <a:pt x="40" y="7"/>
                    <a:pt x="53" y="6"/>
                  </a:cubicBezTo>
                  <a:cubicBezTo>
                    <a:pt x="68" y="6"/>
                    <a:pt x="82" y="5"/>
                    <a:pt x="96" y="13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2" name="Freeform 591">
              <a:extLst>
                <a:ext uri="{FF2B5EF4-FFF2-40B4-BE49-F238E27FC236}">
                  <a16:creationId xmlns:a16="http://schemas.microsoft.com/office/drawing/2014/main" id="{5C7DE186-F93A-4516-9B2E-12162982A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136"/>
              <a:ext cx="49" cy="25"/>
            </a:xfrm>
            <a:custGeom>
              <a:avLst/>
              <a:gdLst>
                <a:gd name="T0" fmla="*/ 0 w 46"/>
                <a:gd name="T1" fmla="*/ 0 h 22"/>
                <a:gd name="T2" fmla="*/ 25 w 46"/>
                <a:gd name="T3" fmla="*/ 11 h 22"/>
                <a:gd name="T4" fmla="*/ 55 w 46"/>
                <a:gd name="T5" fmla="*/ 3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2">
                  <a:moveTo>
                    <a:pt x="0" y="0"/>
                  </a:moveTo>
                  <a:cubicBezTo>
                    <a:pt x="6" y="4"/>
                    <a:pt x="14" y="5"/>
                    <a:pt x="21" y="8"/>
                  </a:cubicBezTo>
                  <a:cubicBezTo>
                    <a:pt x="28" y="13"/>
                    <a:pt x="38" y="22"/>
                    <a:pt x="46" y="21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3" name="Freeform 592">
              <a:extLst>
                <a:ext uri="{FF2B5EF4-FFF2-40B4-BE49-F238E27FC236}">
                  <a16:creationId xmlns:a16="http://schemas.microsoft.com/office/drawing/2014/main" id="{81358554-8798-43DB-97DC-A6761425C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092"/>
              <a:ext cx="57" cy="46"/>
            </a:xfrm>
            <a:custGeom>
              <a:avLst/>
              <a:gdLst>
                <a:gd name="T0" fmla="*/ 0 w 55"/>
                <a:gd name="T1" fmla="*/ 54 h 41"/>
                <a:gd name="T2" fmla="*/ 30 w 55"/>
                <a:gd name="T3" fmla="*/ 31 h 41"/>
                <a:gd name="T4" fmla="*/ 61 w 5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1">
                  <a:moveTo>
                    <a:pt x="0" y="38"/>
                  </a:moveTo>
                  <a:cubicBezTo>
                    <a:pt x="8" y="41"/>
                    <a:pt x="21" y="27"/>
                    <a:pt x="27" y="22"/>
                  </a:cubicBezTo>
                  <a:cubicBezTo>
                    <a:pt x="36" y="13"/>
                    <a:pt x="42" y="5"/>
                    <a:pt x="55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4" name="Freeform 593">
              <a:extLst>
                <a:ext uri="{FF2B5EF4-FFF2-40B4-BE49-F238E27FC236}">
                  <a16:creationId xmlns:a16="http://schemas.microsoft.com/office/drawing/2014/main" id="{8788005B-C708-4129-B379-38CB611CB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154"/>
              <a:ext cx="59" cy="26"/>
            </a:xfrm>
            <a:custGeom>
              <a:avLst/>
              <a:gdLst>
                <a:gd name="T0" fmla="*/ 0 w 56"/>
                <a:gd name="T1" fmla="*/ 0 h 23"/>
                <a:gd name="T2" fmla="*/ 27 w 56"/>
                <a:gd name="T3" fmla="*/ 18 h 23"/>
                <a:gd name="T4" fmla="*/ 65 w 56"/>
                <a:gd name="T5" fmla="*/ 3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3">
                  <a:moveTo>
                    <a:pt x="0" y="0"/>
                  </a:moveTo>
                  <a:cubicBezTo>
                    <a:pt x="6" y="7"/>
                    <a:pt x="15" y="10"/>
                    <a:pt x="24" y="12"/>
                  </a:cubicBezTo>
                  <a:cubicBezTo>
                    <a:pt x="37" y="14"/>
                    <a:pt x="45" y="17"/>
                    <a:pt x="56" y="23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5" name="Freeform 594">
              <a:extLst>
                <a:ext uri="{FF2B5EF4-FFF2-40B4-BE49-F238E27FC236}">
                  <a16:creationId xmlns:a16="http://schemas.microsoft.com/office/drawing/2014/main" id="{8857ACE0-F014-4EBF-BB92-3D8810DA4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191"/>
              <a:ext cx="11" cy="34"/>
            </a:xfrm>
            <a:custGeom>
              <a:avLst/>
              <a:gdLst>
                <a:gd name="T0" fmla="*/ 13 w 10"/>
                <a:gd name="T1" fmla="*/ 41 h 31"/>
                <a:gd name="T2" fmla="*/ 1 w 10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1">
                  <a:moveTo>
                    <a:pt x="10" y="31"/>
                  </a:moveTo>
                  <a:cubicBezTo>
                    <a:pt x="9" y="21"/>
                    <a:pt x="0" y="1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6" name="Freeform 595">
              <a:extLst>
                <a:ext uri="{FF2B5EF4-FFF2-40B4-BE49-F238E27FC236}">
                  <a16:creationId xmlns:a16="http://schemas.microsoft.com/office/drawing/2014/main" id="{747EADCB-C792-475F-AD7F-30012693A0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0" y="1860"/>
              <a:ext cx="500" cy="433"/>
            </a:xfrm>
            <a:custGeom>
              <a:avLst/>
              <a:gdLst>
                <a:gd name="T0" fmla="*/ 447 w 477"/>
                <a:gd name="T1" fmla="*/ 75 h 387"/>
                <a:gd name="T2" fmla="*/ 367 w 477"/>
                <a:gd name="T3" fmla="*/ 31 h 387"/>
                <a:gd name="T4" fmla="*/ 276 w 477"/>
                <a:gd name="T5" fmla="*/ 39 h 387"/>
                <a:gd name="T6" fmla="*/ 274 w 477"/>
                <a:gd name="T7" fmla="*/ 39 h 387"/>
                <a:gd name="T8" fmla="*/ 182 w 477"/>
                <a:gd name="T9" fmla="*/ 31 h 387"/>
                <a:gd name="T10" fmla="*/ 104 w 477"/>
                <a:gd name="T11" fmla="*/ 75 h 387"/>
                <a:gd name="T12" fmla="*/ 3 w 477"/>
                <a:gd name="T13" fmla="*/ 245 h 387"/>
                <a:gd name="T14" fmla="*/ 79 w 477"/>
                <a:gd name="T15" fmla="*/ 410 h 387"/>
                <a:gd name="T16" fmla="*/ 116 w 477"/>
                <a:gd name="T17" fmla="*/ 452 h 387"/>
                <a:gd name="T18" fmla="*/ 173 w 477"/>
                <a:gd name="T19" fmla="*/ 496 h 387"/>
                <a:gd name="T20" fmla="*/ 266 w 477"/>
                <a:gd name="T21" fmla="*/ 470 h 387"/>
                <a:gd name="T22" fmla="*/ 260 w 477"/>
                <a:gd name="T23" fmla="*/ 384 h 387"/>
                <a:gd name="T24" fmla="*/ 273 w 477"/>
                <a:gd name="T25" fmla="*/ 354 h 387"/>
                <a:gd name="T26" fmla="*/ 277 w 477"/>
                <a:gd name="T27" fmla="*/ 354 h 387"/>
                <a:gd name="T28" fmla="*/ 287 w 477"/>
                <a:gd name="T29" fmla="*/ 384 h 387"/>
                <a:gd name="T30" fmla="*/ 281 w 477"/>
                <a:gd name="T31" fmla="*/ 470 h 387"/>
                <a:gd name="T32" fmla="*/ 377 w 477"/>
                <a:gd name="T33" fmla="*/ 496 h 387"/>
                <a:gd name="T34" fmla="*/ 433 w 477"/>
                <a:gd name="T35" fmla="*/ 452 h 387"/>
                <a:gd name="T36" fmla="*/ 470 w 477"/>
                <a:gd name="T37" fmla="*/ 410 h 387"/>
                <a:gd name="T38" fmla="*/ 545 w 477"/>
                <a:gd name="T39" fmla="*/ 245 h 387"/>
                <a:gd name="T40" fmla="*/ 447 w 477"/>
                <a:gd name="T41" fmla="*/ 75 h 387"/>
                <a:gd name="T42" fmla="*/ 274 w 477"/>
                <a:gd name="T43" fmla="*/ 335 h 387"/>
                <a:gd name="T44" fmla="*/ 265 w 477"/>
                <a:gd name="T45" fmla="*/ 328 h 387"/>
                <a:gd name="T46" fmla="*/ 274 w 477"/>
                <a:gd name="T47" fmla="*/ 320 h 387"/>
                <a:gd name="T48" fmla="*/ 284 w 477"/>
                <a:gd name="T49" fmla="*/ 328 h 387"/>
                <a:gd name="T50" fmla="*/ 274 w 477"/>
                <a:gd name="T51" fmla="*/ 335 h 38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77" h="387">
                  <a:moveTo>
                    <a:pt x="387" y="54"/>
                  </a:moveTo>
                  <a:cubicBezTo>
                    <a:pt x="367" y="54"/>
                    <a:pt x="371" y="44"/>
                    <a:pt x="319" y="22"/>
                  </a:cubicBezTo>
                  <a:cubicBezTo>
                    <a:pt x="266" y="0"/>
                    <a:pt x="239" y="28"/>
                    <a:pt x="239" y="28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8"/>
                    <a:pt x="211" y="0"/>
                    <a:pt x="158" y="22"/>
                  </a:cubicBezTo>
                  <a:cubicBezTo>
                    <a:pt x="106" y="44"/>
                    <a:pt x="110" y="54"/>
                    <a:pt x="90" y="54"/>
                  </a:cubicBezTo>
                  <a:cubicBezTo>
                    <a:pt x="70" y="54"/>
                    <a:pt x="0" y="104"/>
                    <a:pt x="3" y="175"/>
                  </a:cubicBezTo>
                  <a:cubicBezTo>
                    <a:pt x="7" y="247"/>
                    <a:pt x="41" y="279"/>
                    <a:pt x="69" y="292"/>
                  </a:cubicBezTo>
                  <a:cubicBezTo>
                    <a:pt x="84" y="300"/>
                    <a:pt x="95" y="316"/>
                    <a:pt x="101" y="323"/>
                  </a:cubicBezTo>
                  <a:cubicBezTo>
                    <a:pt x="107" y="330"/>
                    <a:pt x="135" y="334"/>
                    <a:pt x="150" y="354"/>
                  </a:cubicBezTo>
                  <a:cubicBezTo>
                    <a:pt x="166" y="375"/>
                    <a:pt x="225" y="387"/>
                    <a:pt x="231" y="335"/>
                  </a:cubicBezTo>
                  <a:cubicBezTo>
                    <a:pt x="233" y="313"/>
                    <a:pt x="224" y="290"/>
                    <a:pt x="226" y="274"/>
                  </a:cubicBezTo>
                  <a:cubicBezTo>
                    <a:pt x="227" y="267"/>
                    <a:pt x="237" y="252"/>
                    <a:pt x="237" y="252"/>
                  </a:cubicBezTo>
                  <a:cubicBezTo>
                    <a:pt x="240" y="252"/>
                    <a:pt x="240" y="252"/>
                    <a:pt x="240" y="252"/>
                  </a:cubicBezTo>
                  <a:cubicBezTo>
                    <a:pt x="240" y="252"/>
                    <a:pt x="248" y="267"/>
                    <a:pt x="249" y="274"/>
                  </a:cubicBezTo>
                  <a:cubicBezTo>
                    <a:pt x="251" y="290"/>
                    <a:pt x="242" y="313"/>
                    <a:pt x="244" y="335"/>
                  </a:cubicBezTo>
                  <a:cubicBezTo>
                    <a:pt x="250" y="387"/>
                    <a:pt x="311" y="375"/>
                    <a:pt x="327" y="354"/>
                  </a:cubicBezTo>
                  <a:cubicBezTo>
                    <a:pt x="342" y="334"/>
                    <a:pt x="370" y="330"/>
                    <a:pt x="376" y="323"/>
                  </a:cubicBezTo>
                  <a:cubicBezTo>
                    <a:pt x="382" y="316"/>
                    <a:pt x="393" y="300"/>
                    <a:pt x="407" y="292"/>
                  </a:cubicBezTo>
                  <a:cubicBezTo>
                    <a:pt x="436" y="279"/>
                    <a:pt x="469" y="247"/>
                    <a:pt x="473" y="175"/>
                  </a:cubicBezTo>
                  <a:cubicBezTo>
                    <a:pt x="477" y="104"/>
                    <a:pt x="407" y="54"/>
                    <a:pt x="387" y="54"/>
                  </a:cubicBezTo>
                  <a:close/>
                  <a:moveTo>
                    <a:pt x="238" y="239"/>
                  </a:moveTo>
                  <a:cubicBezTo>
                    <a:pt x="234" y="239"/>
                    <a:pt x="230" y="237"/>
                    <a:pt x="230" y="234"/>
                  </a:cubicBezTo>
                  <a:cubicBezTo>
                    <a:pt x="230" y="232"/>
                    <a:pt x="234" y="229"/>
                    <a:pt x="238" y="229"/>
                  </a:cubicBezTo>
                  <a:cubicBezTo>
                    <a:pt x="243" y="229"/>
                    <a:pt x="247" y="232"/>
                    <a:pt x="247" y="234"/>
                  </a:cubicBezTo>
                  <a:cubicBezTo>
                    <a:pt x="247" y="237"/>
                    <a:pt x="243" y="239"/>
                    <a:pt x="238" y="23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8616" name="Spinal-cord-cross-section-illustration">
            <a:extLst>
              <a:ext uri="{FF2B5EF4-FFF2-40B4-BE49-F238E27FC236}">
                <a16:creationId xmlns:a16="http://schemas.microsoft.com/office/drawing/2014/main" id="{B8C91AAA-350C-4CDF-A47A-91E003954B8C}"/>
              </a:ext>
            </a:extLst>
          </p:cNvPr>
          <p:cNvGrpSpPr>
            <a:grpSpLocks/>
          </p:cNvGrpSpPr>
          <p:nvPr/>
        </p:nvGrpSpPr>
        <p:grpSpPr bwMode="auto">
          <a:xfrm>
            <a:off x="3438525" y="3759200"/>
            <a:ext cx="744538" cy="711200"/>
            <a:chOff x="1206" y="2368"/>
            <a:chExt cx="469" cy="448"/>
          </a:xfrm>
        </p:grpSpPr>
        <p:sp>
          <p:nvSpPr>
            <p:cNvPr id="68722" name="Freeform 597">
              <a:extLst>
                <a:ext uri="{FF2B5EF4-FFF2-40B4-BE49-F238E27FC236}">
                  <a16:creationId xmlns:a16="http://schemas.microsoft.com/office/drawing/2014/main" id="{51A495FA-36B6-4F92-87D5-0FF96F3A7B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6" y="2368"/>
              <a:ext cx="469" cy="448"/>
            </a:xfrm>
            <a:custGeom>
              <a:avLst/>
              <a:gdLst>
                <a:gd name="T0" fmla="*/ 445 w 473"/>
                <a:gd name="T1" fmla="*/ 185 h 424"/>
                <a:gd name="T2" fmla="*/ 353 w 473"/>
                <a:gd name="T3" fmla="*/ 72 h 424"/>
                <a:gd name="T4" fmla="*/ 231 w 473"/>
                <a:gd name="T5" fmla="*/ 60 h 424"/>
                <a:gd name="T6" fmla="*/ 230 w 473"/>
                <a:gd name="T7" fmla="*/ 60 h 424"/>
                <a:gd name="T8" fmla="*/ 108 w 473"/>
                <a:gd name="T9" fmla="*/ 72 h 424"/>
                <a:gd name="T10" fmla="*/ 16 w 473"/>
                <a:gd name="T11" fmla="*/ 185 h 424"/>
                <a:gd name="T12" fmla="*/ 67 w 473"/>
                <a:gd name="T13" fmla="*/ 399 h 424"/>
                <a:gd name="T14" fmla="*/ 134 w 473"/>
                <a:gd name="T15" fmla="*/ 443 h 424"/>
                <a:gd name="T16" fmla="*/ 226 w 473"/>
                <a:gd name="T17" fmla="*/ 425 h 424"/>
                <a:gd name="T18" fmla="*/ 226 w 473"/>
                <a:gd name="T19" fmla="*/ 304 h 424"/>
                <a:gd name="T20" fmla="*/ 236 w 473"/>
                <a:gd name="T21" fmla="*/ 304 h 424"/>
                <a:gd name="T22" fmla="*/ 235 w 473"/>
                <a:gd name="T23" fmla="*/ 425 h 424"/>
                <a:gd name="T24" fmla="*/ 327 w 473"/>
                <a:gd name="T25" fmla="*/ 443 h 424"/>
                <a:gd name="T26" fmla="*/ 394 w 473"/>
                <a:gd name="T27" fmla="*/ 399 h 424"/>
                <a:gd name="T28" fmla="*/ 445 w 473"/>
                <a:gd name="T29" fmla="*/ 185 h 424"/>
                <a:gd name="T30" fmla="*/ 235 w 473"/>
                <a:gd name="T31" fmla="*/ 277 h 424"/>
                <a:gd name="T32" fmla="*/ 221 w 473"/>
                <a:gd name="T33" fmla="*/ 270 h 424"/>
                <a:gd name="T34" fmla="*/ 235 w 473"/>
                <a:gd name="T35" fmla="*/ 262 h 424"/>
                <a:gd name="T36" fmla="*/ 248 w 473"/>
                <a:gd name="T37" fmla="*/ 270 h 424"/>
                <a:gd name="T38" fmla="*/ 235 w 473"/>
                <a:gd name="T39" fmla="*/ 277 h 4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73" h="424">
                  <a:moveTo>
                    <a:pt x="457" y="157"/>
                  </a:moveTo>
                  <a:cubicBezTo>
                    <a:pt x="442" y="107"/>
                    <a:pt x="433" y="122"/>
                    <a:pt x="362" y="61"/>
                  </a:cubicBezTo>
                  <a:cubicBezTo>
                    <a:pt x="292" y="0"/>
                    <a:pt x="237" y="51"/>
                    <a:pt x="237" y="5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6" y="51"/>
                    <a:pt x="181" y="0"/>
                    <a:pt x="111" y="61"/>
                  </a:cubicBezTo>
                  <a:cubicBezTo>
                    <a:pt x="40" y="122"/>
                    <a:pt x="31" y="107"/>
                    <a:pt x="16" y="157"/>
                  </a:cubicBezTo>
                  <a:cubicBezTo>
                    <a:pt x="1" y="206"/>
                    <a:pt x="0" y="308"/>
                    <a:pt x="70" y="339"/>
                  </a:cubicBezTo>
                  <a:cubicBezTo>
                    <a:pt x="89" y="347"/>
                    <a:pt x="122" y="362"/>
                    <a:pt x="137" y="376"/>
                  </a:cubicBezTo>
                  <a:cubicBezTo>
                    <a:pt x="152" y="389"/>
                    <a:pt x="229" y="424"/>
                    <a:pt x="232" y="360"/>
                  </a:cubicBezTo>
                  <a:cubicBezTo>
                    <a:pt x="236" y="296"/>
                    <a:pt x="224" y="267"/>
                    <a:pt x="232" y="258"/>
                  </a:cubicBezTo>
                  <a:cubicBezTo>
                    <a:pt x="242" y="258"/>
                    <a:pt x="242" y="258"/>
                    <a:pt x="242" y="258"/>
                  </a:cubicBezTo>
                  <a:cubicBezTo>
                    <a:pt x="249" y="267"/>
                    <a:pt x="238" y="296"/>
                    <a:pt x="241" y="360"/>
                  </a:cubicBezTo>
                  <a:cubicBezTo>
                    <a:pt x="244" y="424"/>
                    <a:pt x="321" y="389"/>
                    <a:pt x="336" y="376"/>
                  </a:cubicBezTo>
                  <a:cubicBezTo>
                    <a:pt x="351" y="362"/>
                    <a:pt x="384" y="347"/>
                    <a:pt x="403" y="339"/>
                  </a:cubicBezTo>
                  <a:cubicBezTo>
                    <a:pt x="473" y="308"/>
                    <a:pt x="472" y="206"/>
                    <a:pt x="457" y="157"/>
                  </a:cubicBezTo>
                  <a:close/>
                  <a:moveTo>
                    <a:pt x="241" y="235"/>
                  </a:moveTo>
                  <a:cubicBezTo>
                    <a:pt x="233" y="235"/>
                    <a:pt x="227" y="232"/>
                    <a:pt x="227" y="229"/>
                  </a:cubicBezTo>
                  <a:cubicBezTo>
                    <a:pt x="227" y="225"/>
                    <a:pt x="233" y="222"/>
                    <a:pt x="241" y="222"/>
                  </a:cubicBezTo>
                  <a:cubicBezTo>
                    <a:pt x="248" y="222"/>
                    <a:pt x="254" y="225"/>
                    <a:pt x="254" y="229"/>
                  </a:cubicBezTo>
                  <a:cubicBezTo>
                    <a:pt x="254" y="232"/>
                    <a:pt x="248" y="235"/>
                    <a:pt x="241" y="235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3" name="Freeform 598">
              <a:extLst>
                <a:ext uri="{FF2B5EF4-FFF2-40B4-BE49-F238E27FC236}">
                  <a16:creationId xmlns:a16="http://schemas.microsoft.com/office/drawing/2014/main" id="{801A1D70-F696-4847-8EC7-AD0E57351A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67" y="2471"/>
              <a:ext cx="354" cy="283"/>
            </a:xfrm>
            <a:custGeom>
              <a:avLst/>
              <a:gdLst>
                <a:gd name="T0" fmla="*/ 323 w 357"/>
                <a:gd name="T1" fmla="*/ 86 h 268"/>
                <a:gd name="T2" fmla="*/ 344 w 357"/>
                <a:gd name="T3" fmla="*/ 6 h 268"/>
                <a:gd name="T4" fmla="*/ 296 w 357"/>
                <a:gd name="T5" fmla="*/ 38 h 268"/>
                <a:gd name="T6" fmla="*/ 241 w 357"/>
                <a:gd name="T7" fmla="*/ 71 h 268"/>
                <a:gd name="T8" fmla="*/ 202 w 357"/>
                <a:gd name="T9" fmla="*/ 134 h 268"/>
                <a:gd name="T10" fmla="*/ 176 w 357"/>
                <a:gd name="T11" fmla="*/ 142 h 268"/>
                <a:gd name="T12" fmla="*/ 174 w 357"/>
                <a:gd name="T13" fmla="*/ 142 h 268"/>
                <a:gd name="T14" fmla="*/ 147 w 357"/>
                <a:gd name="T15" fmla="*/ 134 h 268"/>
                <a:gd name="T16" fmla="*/ 108 w 357"/>
                <a:gd name="T17" fmla="*/ 71 h 268"/>
                <a:gd name="T18" fmla="*/ 53 w 357"/>
                <a:gd name="T19" fmla="*/ 38 h 268"/>
                <a:gd name="T20" fmla="*/ 3 w 357"/>
                <a:gd name="T21" fmla="*/ 0 h 268"/>
                <a:gd name="T22" fmla="*/ 25 w 357"/>
                <a:gd name="T23" fmla="*/ 86 h 268"/>
                <a:gd name="T24" fmla="*/ 34 w 357"/>
                <a:gd name="T25" fmla="*/ 144 h 268"/>
                <a:gd name="T26" fmla="*/ 40 w 357"/>
                <a:gd name="T27" fmla="*/ 214 h 268"/>
                <a:gd name="T28" fmla="*/ 123 w 357"/>
                <a:gd name="T29" fmla="*/ 224 h 268"/>
                <a:gd name="T30" fmla="*/ 169 w 357"/>
                <a:gd name="T31" fmla="*/ 167 h 268"/>
                <a:gd name="T32" fmla="*/ 180 w 357"/>
                <a:gd name="T33" fmla="*/ 167 h 268"/>
                <a:gd name="T34" fmla="*/ 226 w 357"/>
                <a:gd name="T35" fmla="*/ 224 h 268"/>
                <a:gd name="T36" fmla="*/ 308 w 357"/>
                <a:gd name="T37" fmla="*/ 214 h 268"/>
                <a:gd name="T38" fmla="*/ 315 w 357"/>
                <a:gd name="T39" fmla="*/ 144 h 268"/>
                <a:gd name="T40" fmla="*/ 323 w 357"/>
                <a:gd name="T41" fmla="*/ 86 h 268"/>
                <a:gd name="T42" fmla="*/ 175 w 357"/>
                <a:gd name="T43" fmla="*/ 163 h 268"/>
                <a:gd name="T44" fmla="*/ 162 w 357"/>
                <a:gd name="T45" fmla="*/ 155 h 268"/>
                <a:gd name="T46" fmla="*/ 175 w 357"/>
                <a:gd name="T47" fmla="*/ 147 h 268"/>
                <a:gd name="T48" fmla="*/ 186 w 357"/>
                <a:gd name="T49" fmla="*/ 155 h 268"/>
                <a:gd name="T50" fmla="*/ 175 w 357"/>
                <a:gd name="T51" fmla="*/ 163 h 2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57" h="268">
                  <a:moveTo>
                    <a:pt x="332" y="73"/>
                  </a:moveTo>
                  <a:cubicBezTo>
                    <a:pt x="357" y="50"/>
                    <a:pt x="353" y="6"/>
                    <a:pt x="353" y="6"/>
                  </a:cubicBezTo>
                  <a:cubicBezTo>
                    <a:pt x="353" y="6"/>
                    <a:pt x="339" y="39"/>
                    <a:pt x="305" y="32"/>
                  </a:cubicBezTo>
                  <a:cubicBezTo>
                    <a:pt x="270" y="25"/>
                    <a:pt x="270" y="41"/>
                    <a:pt x="247" y="60"/>
                  </a:cubicBezTo>
                  <a:cubicBezTo>
                    <a:pt x="202" y="96"/>
                    <a:pt x="223" y="104"/>
                    <a:pt x="208" y="114"/>
                  </a:cubicBezTo>
                  <a:cubicBezTo>
                    <a:pt x="192" y="124"/>
                    <a:pt x="181" y="120"/>
                    <a:pt x="181" y="120"/>
                  </a:cubicBezTo>
                  <a:cubicBezTo>
                    <a:pt x="177" y="120"/>
                    <a:pt x="177" y="120"/>
                    <a:pt x="177" y="120"/>
                  </a:cubicBezTo>
                  <a:cubicBezTo>
                    <a:pt x="177" y="120"/>
                    <a:pt x="166" y="124"/>
                    <a:pt x="150" y="114"/>
                  </a:cubicBezTo>
                  <a:cubicBezTo>
                    <a:pt x="135" y="104"/>
                    <a:pt x="156" y="96"/>
                    <a:pt x="111" y="60"/>
                  </a:cubicBezTo>
                  <a:cubicBezTo>
                    <a:pt x="88" y="41"/>
                    <a:pt x="87" y="25"/>
                    <a:pt x="53" y="32"/>
                  </a:cubicBezTo>
                  <a:cubicBezTo>
                    <a:pt x="19" y="39"/>
                    <a:pt x="3" y="0"/>
                    <a:pt x="3" y="0"/>
                  </a:cubicBezTo>
                  <a:cubicBezTo>
                    <a:pt x="3" y="0"/>
                    <a:pt x="0" y="50"/>
                    <a:pt x="25" y="73"/>
                  </a:cubicBezTo>
                  <a:cubicBezTo>
                    <a:pt x="50" y="97"/>
                    <a:pt x="44" y="107"/>
                    <a:pt x="34" y="122"/>
                  </a:cubicBezTo>
                  <a:cubicBezTo>
                    <a:pt x="23" y="137"/>
                    <a:pt x="0" y="154"/>
                    <a:pt x="40" y="182"/>
                  </a:cubicBezTo>
                  <a:cubicBezTo>
                    <a:pt x="80" y="210"/>
                    <a:pt x="123" y="268"/>
                    <a:pt x="126" y="190"/>
                  </a:cubicBezTo>
                  <a:cubicBezTo>
                    <a:pt x="128" y="132"/>
                    <a:pt x="160" y="141"/>
                    <a:pt x="172" y="142"/>
                  </a:cubicBezTo>
                  <a:cubicBezTo>
                    <a:pt x="186" y="142"/>
                    <a:pt x="186" y="142"/>
                    <a:pt x="186" y="142"/>
                  </a:cubicBezTo>
                  <a:cubicBezTo>
                    <a:pt x="198" y="141"/>
                    <a:pt x="230" y="132"/>
                    <a:pt x="232" y="190"/>
                  </a:cubicBezTo>
                  <a:cubicBezTo>
                    <a:pt x="235" y="268"/>
                    <a:pt x="278" y="210"/>
                    <a:pt x="317" y="182"/>
                  </a:cubicBezTo>
                  <a:cubicBezTo>
                    <a:pt x="357" y="154"/>
                    <a:pt x="335" y="137"/>
                    <a:pt x="324" y="122"/>
                  </a:cubicBezTo>
                  <a:cubicBezTo>
                    <a:pt x="314" y="107"/>
                    <a:pt x="307" y="97"/>
                    <a:pt x="332" y="73"/>
                  </a:cubicBezTo>
                  <a:close/>
                  <a:moveTo>
                    <a:pt x="179" y="138"/>
                  </a:moveTo>
                  <a:cubicBezTo>
                    <a:pt x="171" y="138"/>
                    <a:pt x="165" y="135"/>
                    <a:pt x="165" y="132"/>
                  </a:cubicBezTo>
                  <a:cubicBezTo>
                    <a:pt x="165" y="128"/>
                    <a:pt x="171" y="125"/>
                    <a:pt x="179" y="125"/>
                  </a:cubicBezTo>
                  <a:cubicBezTo>
                    <a:pt x="186" y="125"/>
                    <a:pt x="192" y="128"/>
                    <a:pt x="192" y="132"/>
                  </a:cubicBezTo>
                  <a:cubicBezTo>
                    <a:pt x="192" y="135"/>
                    <a:pt x="186" y="138"/>
                    <a:pt x="179" y="138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4" name="Freeform 599">
              <a:extLst>
                <a:ext uri="{FF2B5EF4-FFF2-40B4-BE49-F238E27FC236}">
                  <a16:creationId xmlns:a16="http://schemas.microsoft.com/office/drawing/2014/main" id="{27E83395-814F-45D6-A705-C5BEE6290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471"/>
              <a:ext cx="354" cy="283"/>
            </a:xfrm>
            <a:custGeom>
              <a:avLst/>
              <a:gdLst>
                <a:gd name="T0" fmla="*/ 323 w 357"/>
                <a:gd name="T1" fmla="*/ 86 h 268"/>
                <a:gd name="T2" fmla="*/ 344 w 357"/>
                <a:gd name="T3" fmla="*/ 6 h 268"/>
                <a:gd name="T4" fmla="*/ 296 w 357"/>
                <a:gd name="T5" fmla="*/ 38 h 268"/>
                <a:gd name="T6" fmla="*/ 241 w 357"/>
                <a:gd name="T7" fmla="*/ 71 h 268"/>
                <a:gd name="T8" fmla="*/ 202 w 357"/>
                <a:gd name="T9" fmla="*/ 134 h 268"/>
                <a:gd name="T10" fmla="*/ 176 w 357"/>
                <a:gd name="T11" fmla="*/ 142 h 268"/>
                <a:gd name="T12" fmla="*/ 174 w 357"/>
                <a:gd name="T13" fmla="*/ 142 h 268"/>
                <a:gd name="T14" fmla="*/ 147 w 357"/>
                <a:gd name="T15" fmla="*/ 134 h 268"/>
                <a:gd name="T16" fmla="*/ 108 w 357"/>
                <a:gd name="T17" fmla="*/ 71 h 268"/>
                <a:gd name="T18" fmla="*/ 53 w 357"/>
                <a:gd name="T19" fmla="*/ 38 h 268"/>
                <a:gd name="T20" fmla="*/ 3 w 357"/>
                <a:gd name="T21" fmla="*/ 0 h 268"/>
                <a:gd name="T22" fmla="*/ 25 w 357"/>
                <a:gd name="T23" fmla="*/ 86 h 268"/>
                <a:gd name="T24" fmla="*/ 34 w 357"/>
                <a:gd name="T25" fmla="*/ 144 h 268"/>
                <a:gd name="T26" fmla="*/ 40 w 357"/>
                <a:gd name="T27" fmla="*/ 214 h 268"/>
                <a:gd name="T28" fmla="*/ 123 w 357"/>
                <a:gd name="T29" fmla="*/ 224 h 268"/>
                <a:gd name="T30" fmla="*/ 169 w 357"/>
                <a:gd name="T31" fmla="*/ 167 h 268"/>
                <a:gd name="T32" fmla="*/ 180 w 357"/>
                <a:gd name="T33" fmla="*/ 167 h 268"/>
                <a:gd name="T34" fmla="*/ 226 w 357"/>
                <a:gd name="T35" fmla="*/ 224 h 268"/>
                <a:gd name="T36" fmla="*/ 308 w 357"/>
                <a:gd name="T37" fmla="*/ 214 h 268"/>
                <a:gd name="T38" fmla="*/ 315 w 357"/>
                <a:gd name="T39" fmla="*/ 144 h 268"/>
                <a:gd name="T40" fmla="*/ 323 w 357"/>
                <a:gd name="T41" fmla="*/ 86 h 2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7" h="268">
                  <a:moveTo>
                    <a:pt x="332" y="73"/>
                  </a:moveTo>
                  <a:cubicBezTo>
                    <a:pt x="357" y="50"/>
                    <a:pt x="353" y="6"/>
                    <a:pt x="353" y="6"/>
                  </a:cubicBezTo>
                  <a:cubicBezTo>
                    <a:pt x="353" y="6"/>
                    <a:pt x="339" y="39"/>
                    <a:pt x="305" y="32"/>
                  </a:cubicBezTo>
                  <a:cubicBezTo>
                    <a:pt x="270" y="25"/>
                    <a:pt x="270" y="41"/>
                    <a:pt x="247" y="60"/>
                  </a:cubicBezTo>
                  <a:cubicBezTo>
                    <a:pt x="202" y="96"/>
                    <a:pt x="223" y="104"/>
                    <a:pt x="208" y="114"/>
                  </a:cubicBezTo>
                  <a:cubicBezTo>
                    <a:pt x="192" y="124"/>
                    <a:pt x="181" y="120"/>
                    <a:pt x="181" y="120"/>
                  </a:cubicBezTo>
                  <a:cubicBezTo>
                    <a:pt x="177" y="120"/>
                    <a:pt x="177" y="120"/>
                    <a:pt x="177" y="120"/>
                  </a:cubicBezTo>
                  <a:cubicBezTo>
                    <a:pt x="177" y="120"/>
                    <a:pt x="166" y="124"/>
                    <a:pt x="150" y="114"/>
                  </a:cubicBezTo>
                  <a:cubicBezTo>
                    <a:pt x="135" y="104"/>
                    <a:pt x="156" y="96"/>
                    <a:pt x="111" y="60"/>
                  </a:cubicBezTo>
                  <a:cubicBezTo>
                    <a:pt x="88" y="41"/>
                    <a:pt x="87" y="25"/>
                    <a:pt x="53" y="32"/>
                  </a:cubicBezTo>
                  <a:cubicBezTo>
                    <a:pt x="19" y="39"/>
                    <a:pt x="3" y="0"/>
                    <a:pt x="3" y="0"/>
                  </a:cubicBezTo>
                  <a:cubicBezTo>
                    <a:pt x="3" y="0"/>
                    <a:pt x="0" y="50"/>
                    <a:pt x="25" y="73"/>
                  </a:cubicBezTo>
                  <a:cubicBezTo>
                    <a:pt x="50" y="97"/>
                    <a:pt x="44" y="107"/>
                    <a:pt x="34" y="122"/>
                  </a:cubicBezTo>
                  <a:cubicBezTo>
                    <a:pt x="23" y="137"/>
                    <a:pt x="0" y="154"/>
                    <a:pt x="40" y="182"/>
                  </a:cubicBezTo>
                  <a:cubicBezTo>
                    <a:pt x="80" y="210"/>
                    <a:pt x="123" y="268"/>
                    <a:pt x="126" y="190"/>
                  </a:cubicBezTo>
                  <a:cubicBezTo>
                    <a:pt x="128" y="132"/>
                    <a:pt x="160" y="141"/>
                    <a:pt x="172" y="142"/>
                  </a:cubicBezTo>
                  <a:cubicBezTo>
                    <a:pt x="186" y="142"/>
                    <a:pt x="186" y="142"/>
                    <a:pt x="186" y="142"/>
                  </a:cubicBezTo>
                  <a:cubicBezTo>
                    <a:pt x="198" y="141"/>
                    <a:pt x="230" y="132"/>
                    <a:pt x="232" y="190"/>
                  </a:cubicBezTo>
                  <a:cubicBezTo>
                    <a:pt x="235" y="268"/>
                    <a:pt x="278" y="210"/>
                    <a:pt x="317" y="182"/>
                  </a:cubicBezTo>
                  <a:cubicBezTo>
                    <a:pt x="357" y="154"/>
                    <a:pt x="335" y="137"/>
                    <a:pt x="324" y="122"/>
                  </a:cubicBezTo>
                  <a:cubicBezTo>
                    <a:pt x="314" y="107"/>
                    <a:pt x="307" y="97"/>
                    <a:pt x="332" y="7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5" name="Freeform 600">
              <a:extLst>
                <a:ext uri="{FF2B5EF4-FFF2-40B4-BE49-F238E27FC236}">
                  <a16:creationId xmlns:a16="http://schemas.microsoft.com/office/drawing/2014/main" id="{88162464-6915-4CE0-93E0-DF61654CB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516"/>
              <a:ext cx="48" cy="58"/>
            </a:xfrm>
            <a:custGeom>
              <a:avLst/>
              <a:gdLst>
                <a:gd name="T0" fmla="*/ 0 w 49"/>
                <a:gd name="T1" fmla="*/ 0 h 55"/>
                <a:gd name="T2" fmla="*/ 26 w 49"/>
                <a:gd name="T3" fmla="*/ 32 h 55"/>
                <a:gd name="T4" fmla="*/ 46 w 49"/>
                <a:gd name="T5" fmla="*/ 64 h 55"/>
                <a:gd name="T6" fmla="*/ 26 w 49"/>
                <a:gd name="T7" fmla="*/ 37 h 55"/>
                <a:gd name="T8" fmla="*/ 0 w 49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5">
                  <a:moveTo>
                    <a:pt x="0" y="0"/>
                  </a:moveTo>
                  <a:cubicBezTo>
                    <a:pt x="0" y="0"/>
                    <a:pt x="22" y="23"/>
                    <a:pt x="29" y="27"/>
                  </a:cubicBezTo>
                  <a:cubicBezTo>
                    <a:pt x="35" y="30"/>
                    <a:pt x="47" y="44"/>
                    <a:pt x="49" y="55"/>
                  </a:cubicBezTo>
                  <a:cubicBezTo>
                    <a:pt x="49" y="55"/>
                    <a:pt x="39" y="35"/>
                    <a:pt x="29" y="31"/>
                  </a:cubicBezTo>
                  <a:cubicBezTo>
                    <a:pt x="19" y="2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6" name="Freeform 601">
              <a:extLst>
                <a:ext uri="{FF2B5EF4-FFF2-40B4-BE49-F238E27FC236}">
                  <a16:creationId xmlns:a16="http://schemas.microsoft.com/office/drawing/2014/main" id="{AB5223A0-312A-43D5-B5A5-D22E09AEB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602"/>
              <a:ext cx="36" cy="65"/>
            </a:xfrm>
            <a:custGeom>
              <a:avLst/>
              <a:gdLst>
                <a:gd name="T0" fmla="*/ 23 w 36"/>
                <a:gd name="T1" fmla="*/ 0 h 62"/>
                <a:gd name="T2" fmla="*/ 10 w 36"/>
                <a:gd name="T3" fmla="*/ 44 h 62"/>
                <a:gd name="T4" fmla="*/ 36 w 36"/>
                <a:gd name="T5" fmla="*/ 71 h 62"/>
                <a:gd name="T6" fmla="*/ 13 w 36"/>
                <a:gd name="T7" fmla="*/ 28 h 62"/>
                <a:gd name="T8" fmla="*/ 23 w 36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2">
                  <a:moveTo>
                    <a:pt x="23" y="0"/>
                  </a:moveTo>
                  <a:cubicBezTo>
                    <a:pt x="23" y="0"/>
                    <a:pt x="0" y="21"/>
                    <a:pt x="10" y="38"/>
                  </a:cubicBezTo>
                  <a:cubicBezTo>
                    <a:pt x="21" y="54"/>
                    <a:pt x="36" y="62"/>
                    <a:pt x="36" y="62"/>
                  </a:cubicBezTo>
                  <a:cubicBezTo>
                    <a:pt x="36" y="62"/>
                    <a:pt x="8" y="40"/>
                    <a:pt x="13" y="25"/>
                  </a:cubicBezTo>
                  <a:cubicBezTo>
                    <a:pt x="17" y="11"/>
                    <a:pt x="20" y="2"/>
                    <a:pt x="23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7" name="Freeform 602">
              <a:extLst>
                <a:ext uri="{FF2B5EF4-FFF2-40B4-BE49-F238E27FC236}">
                  <a16:creationId xmlns:a16="http://schemas.microsoft.com/office/drawing/2014/main" id="{D22EDA6B-658D-4E57-AA07-F0E9EE7A8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620"/>
              <a:ext cx="21" cy="43"/>
            </a:xfrm>
            <a:custGeom>
              <a:avLst/>
              <a:gdLst>
                <a:gd name="T0" fmla="*/ 0 w 22"/>
                <a:gd name="T1" fmla="*/ 0 h 41"/>
                <a:gd name="T2" fmla="*/ 14 w 22"/>
                <a:gd name="T3" fmla="*/ 47 h 41"/>
                <a:gd name="T4" fmla="*/ 0 w 2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1">
                  <a:moveTo>
                    <a:pt x="0" y="0"/>
                  </a:moveTo>
                  <a:cubicBezTo>
                    <a:pt x="0" y="0"/>
                    <a:pt x="17" y="14"/>
                    <a:pt x="17" y="41"/>
                  </a:cubicBezTo>
                  <a:cubicBezTo>
                    <a:pt x="17" y="41"/>
                    <a:pt x="22" y="17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8" name="Freeform 603">
              <a:extLst>
                <a:ext uri="{FF2B5EF4-FFF2-40B4-BE49-F238E27FC236}">
                  <a16:creationId xmlns:a16="http://schemas.microsoft.com/office/drawing/2014/main" id="{502179B7-3A1C-449B-9DA4-3EFB84277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554"/>
              <a:ext cx="23" cy="46"/>
            </a:xfrm>
            <a:custGeom>
              <a:avLst/>
              <a:gdLst>
                <a:gd name="T0" fmla="*/ 23 w 23"/>
                <a:gd name="T1" fmla="*/ 0 h 43"/>
                <a:gd name="T2" fmla="*/ 21 w 23"/>
                <a:gd name="T3" fmla="*/ 52 h 43"/>
                <a:gd name="T4" fmla="*/ 23 w 23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3">
                  <a:moveTo>
                    <a:pt x="23" y="0"/>
                  </a:moveTo>
                  <a:cubicBezTo>
                    <a:pt x="23" y="0"/>
                    <a:pt x="4" y="19"/>
                    <a:pt x="21" y="43"/>
                  </a:cubicBezTo>
                  <a:cubicBezTo>
                    <a:pt x="21" y="43"/>
                    <a:pt x="0" y="25"/>
                    <a:pt x="23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9" name="Freeform 604">
              <a:extLst>
                <a:ext uri="{FF2B5EF4-FFF2-40B4-BE49-F238E27FC236}">
                  <a16:creationId xmlns:a16="http://schemas.microsoft.com/office/drawing/2014/main" id="{797104D6-3F63-442D-B579-97D4E0B4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603"/>
              <a:ext cx="15" cy="13"/>
            </a:xfrm>
            <a:custGeom>
              <a:avLst/>
              <a:gdLst>
                <a:gd name="T0" fmla="*/ 12 w 15"/>
                <a:gd name="T1" fmla="*/ 0 h 12"/>
                <a:gd name="T2" fmla="*/ 15 w 15"/>
                <a:gd name="T3" fmla="*/ 15 h 12"/>
                <a:gd name="T4" fmla="*/ 12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2" y="0"/>
                    <a:pt x="6" y="7"/>
                    <a:pt x="15" y="12"/>
                  </a:cubicBezTo>
                  <a:cubicBezTo>
                    <a:pt x="15" y="12"/>
                    <a:pt x="0" y="8"/>
                    <a:pt x="12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0" name="Freeform 605">
              <a:extLst>
                <a:ext uri="{FF2B5EF4-FFF2-40B4-BE49-F238E27FC236}">
                  <a16:creationId xmlns:a16="http://schemas.microsoft.com/office/drawing/2014/main" id="{5FBC5630-2FC7-452A-882C-90308AB2F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423"/>
              <a:ext cx="10" cy="160"/>
            </a:xfrm>
            <a:custGeom>
              <a:avLst/>
              <a:gdLst>
                <a:gd name="T0" fmla="*/ 4 w 10"/>
                <a:gd name="T1" fmla="*/ 0 h 151"/>
                <a:gd name="T2" fmla="*/ 6 w 10"/>
                <a:gd name="T3" fmla="*/ 180 h 151"/>
                <a:gd name="T4" fmla="*/ 6 w 10"/>
                <a:gd name="T5" fmla="*/ 0 h 151"/>
                <a:gd name="T6" fmla="*/ 4 w 10"/>
                <a:gd name="T7" fmla="*/ 0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1">
                  <a:moveTo>
                    <a:pt x="4" y="0"/>
                  </a:moveTo>
                  <a:cubicBezTo>
                    <a:pt x="4" y="0"/>
                    <a:pt x="0" y="110"/>
                    <a:pt x="6" y="151"/>
                  </a:cubicBezTo>
                  <a:cubicBezTo>
                    <a:pt x="6" y="151"/>
                    <a:pt x="10" y="21"/>
                    <a:pt x="6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1" name="Freeform 606">
              <a:extLst>
                <a:ext uri="{FF2B5EF4-FFF2-40B4-BE49-F238E27FC236}">
                  <a16:creationId xmlns:a16="http://schemas.microsoft.com/office/drawing/2014/main" id="{7625FEB7-9989-4D88-8F0B-EBBBEFB33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401"/>
              <a:ext cx="87" cy="119"/>
            </a:xfrm>
            <a:custGeom>
              <a:avLst/>
              <a:gdLst>
                <a:gd name="T0" fmla="*/ 80 w 88"/>
                <a:gd name="T1" fmla="*/ 134 h 112"/>
                <a:gd name="T2" fmla="*/ 71 w 88"/>
                <a:gd name="T3" fmla="*/ 26 h 112"/>
                <a:gd name="T4" fmla="*/ 0 w 88"/>
                <a:gd name="T5" fmla="*/ 18 h 112"/>
                <a:gd name="T6" fmla="*/ 55 w 88"/>
                <a:gd name="T7" fmla="*/ 33 h 112"/>
                <a:gd name="T8" fmla="*/ 80 w 88"/>
                <a:gd name="T9" fmla="*/ 134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2">
                  <a:moveTo>
                    <a:pt x="83" y="112"/>
                  </a:moveTo>
                  <a:cubicBezTo>
                    <a:pt x="83" y="112"/>
                    <a:pt x="88" y="35"/>
                    <a:pt x="74" y="22"/>
                  </a:cubicBezTo>
                  <a:cubicBezTo>
                    <a:pt x="60" y="9"/>
                    <a:pt x="22" y="0"/>
                    <a:pt x="0" y="15"/>
                  </a:cubicBezTo>
                  <a:cubicBezTo>
                    <a:pt x="0" y="15"/>
                    <a:pt x="40" y="2"/>
                    <a:pt x="58" y="27"/>
                  </a:cubicBezTo>
                  <a:cubicBezTo>
                    <a:pt x="76" y="52"/>
                    <a:pt x="85" y="85"/>
                    <a:pt x="83" y="112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2" name="Freeform 607">
              <a:extLst>
                <a:ext uri="{FF2B5EF4-FFF2-40B4-BE49-F238E27FC236}">
                  <a16:creationId xmlns:a16="http://schemas.microsoft.com/office/drawing/2014/main" id="{FF1F483B-25B8-4AB6-B8C2-18DB8A470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406"/>
              <a:ext cx="40" cy="42"/>
            </a:xfrm>
            <a:custGeom>
              <a:avLst/>
              <a:gdLst>
                <a:gd name="T0" fmla="*/ 40 w 40"/>
                <a:gd name="T1" fmla="*/ 4 h 39"/>
                <a:gd name="T2" fmla="*/ 1 w 40"/>
                <a:gd name="T3" fmla="*/ 48 h 39"/>
                <a:gd name="T4" fmla="*/ 40 w 40"/>
                <a:gd name="T5" fmla="*/ 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9">
                  <a:moveTo>
                    <a:pt x="40" y="4"/>
                  </a:moveTo>
                  <a:cubicBezTo>
                    <a:pt x="40" y="4"/>
                    <a:pt x="0" y="0"/>
                    <a:pt x="1" y="39"/>
                  </a:cubicBezTo>
                  <a:cubicBezTo>
                    <a:pt x="1" y="39"/>
                    <a:pt x="12" y="8"/>
                    <a:pt x="40" y="4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3" name="Freeform 608">
              <a:extLst>
                <a:ext uri="{FF2B5EF4-FFF2-40B4-BE49-F238E27FC236}">
                  <a16:creationId xmlns:a16="http://schemas.microsoft.com/office/drawing/2014/main" id="{DC88ACE9-9717-4367-B037-BD1BA4F52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721"/>
              <a:ext cx="61" cy="72"/>
            </a:xfrm>
            <a:custGeom>
              <a:avLst/>
              <a:gdLst>
                <a:gd name="T0" fmla="*/ 46 w 61"/>
                <a:gd name="T1" fmla="*/ 0 h 68"/>
                <a:gd name="T2" fmla="*/ 0 w 61"/>
                <a:gd name="T3" fmla="*/ 66 h 68"/>
                <a:gd name="T4" fmla="*/ 46 w 61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68">
                  <a:moveTo>
                    <a:pt x="46" y="0"/>
                  </a:moveTo>
                  <a:cubicBezTo>
                    <a:pt x="46" y="0"/>
                    <a:pt x="61" y="68"/>
                    <a:pt x="0" y="56"/>
                  </a:cubicBezTo>
                  <a:cubicBezTo>
                    <a:pt x="0" y="56"/>
                    <a:pt x="45" y="59"/>
                    <a:pt x="46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4" name="Freeform 609">
              <a:extLst>
                <a:ext uri="{FF2B5EF4-FFF2-40B4-BE49-F238E27FC236}">
                  <a16:creationId xmlns:a16="http://schemas.microsoft.com/office/drawing/2014/main" id="{872F9293-12BF-491C-81F5-D229E6337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669"/>
              <a:ext cx="76" cy="66"/>
            </a:xfrm>
            <a:custGeom>
              <a:avLst/>
              <a:gdLst>
                <a:gd name="T0" fmla="*/ 74 w 77"/>
                <a:gd name="T1" fmla="*/ 0 h 63"/>
                <a:gd name="T2" fmla="*/ 0 w 77"/>
                <a:gd name="T3" fmla="*/ 72 h 63"/>
                <a:gd name="T4" fmla="*/ 74 w 77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63">
                  <a:moveTo>
                    <a:pt x="77" y="0"/>
                  </a:moveTo>
                  <a:cubicBezTo>
                    <a:pt x="77" y="0"/>
                    <a:pt x="71" y="39"/>
                    <a:pt x="0" y="63"/>
                  </a:cubicBezTo>
                  <a:cubicBezTo>
                    <a:pt x="0" y="63"/>
                    <a:pt x="59" y="37"/>
                    <a:pt x="77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5" name="Freeform 610">
              <a:extLst>
                <a:ext uri="{FF2B5EF4-FFF2-40B4-BE49-F238E27FC236}">
                  <a16:creationId xmlns:a16="http://schemas.microsoft.com/office/drawing/2014/main" id="{94FEDA4B-09CF-4E49-893B-7FF60A6B9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437"/>
              <a:ext cx="72" cy="144"/>
            </a:xfrm>
            <a:custGeom>
              <a:avLst/>
              <a:gdLst>
                <a:gd name="T0" fmla="*/ 0 w 73"/>
                <a:gd name="T1" fmla="*/ 161 h 136"/>
                <a:gd name="T2" fmla="*/ 28 w 73"/>
                <a:gd name="T3" fmla="*/ 64 h 136"/>
                <a:gd name="T4" fmla="*/ 60 w 73"/>
                <a:gd name="T5" fmla="*/ 22 h 136"/>
                <a:gd name="T6" fmla="*/ 70 w 73"/>
                <a:gd name="T7" fmla="*/ 0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36">
                  <a:moveTo>
                    <a:pt x="0" y="136"/>
                  </a:moveTo>
                  <a:cubicBezTo>
                    <a:pt x="21" y="113"/>
                    <a:pt x="14" y="80"/>
                    <a:pt x="28" y="54"/>
                  </a:cubicBezTo>
                  <a:cubicBezTo>
                    <a:pt x="37" y="38"/>
                    <a:pt x="50" y="31"/>
                    <a:pt x="63" y="19"/>
                  </a:cubicBezTo>
                  <a:cubicBezTo>
                    <a:pt x="69" y="14"/>
                    <a:pt x="69" y="5"/>
                    <a:pt x="73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6" name="Freeform 611">
              <a:extLst>
                <a:ext uri="{FF2B5EF4-FFF2-40B4-BE49-F238E27FC236}">
                  <a16:creationId xmlns:a16="http://schemas.microsoft.com/office/drawing/2014/main" id="{47A3C1EF-0513-489D-A4C9-4207688CD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411"/>
              <a:ext cx="21" cy="78"/>
            </a:xfrm>
            <a:custGeom>
              <a:avLst/>
              <a:gdLst>
                <a:gd name="T0" fmla="*/ 0 w 22"/>
                <a:gd name="T1" fmla="*/ 86 h 74"/>
                <a:gd name="T2" fmla="*/ 19 w 22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4">
                  <a:moveTo>
                    <a:pt x="0" y="74"/>
                  </a:moveTo>
                  <a:cubicBezTo>
                    <a:pt x="20" y="52"/>
                    <a:pt x="4" y="22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7" name="Freeform 612">
              <a:extLst>
                <a:ext uri="{FF2B5EF4-FFF2-40B4-BE49-F238E27FC236}">
                  <a16:creationId xmlns:a16="http://schemas.microsoft.com/office/drawing/2014/main" id="{41216718-F72A-4315-803B-EA709E1EA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466"/>
              <a:ext cx="107" cy="79"/>
            </a:xfrm>
            <a:custGeom>
              <a:avLst/>
              <a:gdLst>
                <a:gd name="T0" fmla="*/ 2 w 108"/>
                <a:gd name="T1" fmla="*/ 87 h 75"/>
                <a:gd name="T2" fmla="*/ 54 w 108"/>
                <a:gd name="T3" fmla="*/ 29 h 75"/>
                <a:gd name="T4" fmla="*/ 105 w 108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75">
                  <a:moveTo>
                    <a:pt x="2" y="75"/>
                  </a:moveTo>
                  <a:cubicBezTo>
                    <a:pt x="0" y="53"/>
                    <a:pt x="38" y="32"/>
                    <a:pt x="55" y="26"/>
                  </a:cubicBezTo>
                  <a:cubicBezTo>
                    <a:pt x="72" y="19"/>
                    <a:pt x="95" y="15"/>
                    <a:pt x="108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8" name="Freeform 613">
              <a:extLst>
                <a:ext uri="{FF2B5EF4-FFF2-40B4-BE49-F238E27FC236}">
                  <a16:creationId xmlns:a16="http://schemas.microsoft.com/office/drawing/2014/main" id="{B1D924AE-288E-43FF-885A-FB10D204B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437"/>
              <a:ext cx="12" cy="97"/>
            </a:xfrm>
            <a:custGeom>
              <a:avLst/>
              <a:gdLst>
                <a:gd name="T0" fmla="*/ 11 w 12"/>
                <a:gd name="T1" fmla="*/ 0 h 92"/>
                <a:gd name="T2" fmla="*/ 1 w 12"/>
                <a:gd name="T3" fmla="*/ 58 h 92"/>
                <a:gd name="T4" fmla="*/ 3 w 12"/>
                <a:gd name="T5" fmla="*/ 108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2">
                  <a:moveTo>
                    <a:pt x="11" y="0"/>
                  </a:moveTo>
                  <a:cubicBezTo>
                    <a:pt x="12" y="17"/>
                    <a:pt x="2" y="32"/>
                    <a:pt x="1" y="49"/>
                  </a:cubicBezTo>
                  <a:cubicBezTo>
                    <a:pt x="0" y="63"/>
                    <a:pt x="3" y="77"/>
                    <a:pt x="3" y="9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9" name="Freeform 614">
              <a:extLst>
                <a:ext uri="{FF2B5EF4-FFF2-40B4-BE49-F238E27FC236}">
                  <a16:creationId xmlns:a16="http://schemas.microsoft.com/office/drawing/2014/main" id="{755DE540-91C6-4252-B22A-187654E08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431"/>
              <a:ext cx="99" cy="149"/>
            </a:xfrm>
            <a:custGeom>
              <a:avLst/>
              <a:gdLst>
                <a:gd name="T0" fmla="*/ 0 w 100"/>
                <a:gd name="T1" fmla="*/ 0 h 141"/>
                <a:gd name="T2" fmla="*/ 38 w 100"/>
                <a:gd name="T3" fmla="*/ 20 h 141"/>
                <a:gd name="T4" fmla="*/ 66 w 100"/>
                <a:gd name="T5" fmla="*/ 79 h 141"/>
                <a:gd name="T6" fmla="*/ 81 w 100"/>
                <a:gd name="T7" fmla="*/ 136 h 141"/>
                <a:gd name="T8" fmla="*/ 97 w 100"/>
                <a:gd name="T9" fmla="*/ 166 h 141"/>
                <a:gd name="T10" fmla="*/ 96 w 100"/>
                <a:gd name="T11" fmla="*/ 165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141">
                  <a:moveTo>
                    <a:pt x="0" y="0"/>
                  </a:moveTo>
                  <a:cubicBezTo>
                    <a:pt x="14" y="3"/>
                    <a:pt x="27" y="6"/>
                    <a:pt x="38" y="17"/>
                  </a:cubicBezTo>
                  <a:cubicBezTo>
                    <a:pt x="51" y="31"/>
                    <a:pt x="61" y="50"/>
                    <a:pt x="69" y="67"/>
                  </a:cubicBezTo>
                  <a:cubicBezTo>
                    <a:pt x="76" y="83"/>
                    <a:pt x="80" y="99"/>
                    <a:pt x="84" y="115"/>
                  </a:cubicBezTo>
                  <a:cubicBezTo>
                    <a:pt x="87" y="126"/>
                    <a:pt x="95" y="132"/>
                    <a:pt x="100" y="141"/>
                  </a:cubicBezTo>
                  <a:cubicBezTo>
                    <a:pt x="100" y="140"/>
                    <a:pt x="100" y="140"/>
                    <a:pt x="99" y="14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0" name="Freeform 615">
              <a:extLst>
                <a:ext uri="{FF2B5EF4-FFF2-40B4-BE49-F238E27FC236}">
                  <a16:creationId xmlns:a16="http://schemas.microsoft.com/office/drawing/2014/main" id="{A235C265-2640-41CF-80F7-7C2CA642F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422"/>
              <a:ext cx="13" cy="88"/>
            </a:xfrm>
            <a:custGeom>
              <a:avLst/>
              <a:gdLst>
                <a:gd name="T0" fmla="*/ 13 w 13"/>
                <a:gd name="T1" fmla="*/ 99 h 83"/>
                <a:gd name="T2" fmla="*/ 11 w 13"/>
                <a:gd name="T3" fmla="*/ 39 h 83"/>
                <a:gd name="T4" fmla="*/ 0 w 13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3">
                  <a:moveTo>
                    <a:pt x="13" y="83"/>
                  </a:moveTo>
                  <a:cubicBezTo>
                    <a:pt x="8" y="67"/>
                    <a:pt x="13" y="50"/>
                    <a:pt x="11" y="33"/>
                  </a:cubicBezTo>
                  <a:cubicBezTo>
                    <a:pt x="10" y="23"/>
                    <a:pt x="8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1" name="Freeform 616">
              <a:extLst>
                <a:ext uri="{FF2B5EF4-FFF2-40B4-BE49-F238E27FC236}">
                  <a16:creationId xmlns:a16="http://schemas.microsoft.com/office/drawing/2014/main" id="{8ACFF96F-0791-4421-BAD2-DEDA08D3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496"/>
              <a:ext cx="4" cy="53"/>
            </a:xfrm>
            <a:custGeom>
              <a:avLst/>
              <a:gdLst>
                <a:gd name="T0" fmla="*/ 4 w 4"/>
                <a:gd name="T1" fmla="*/ 59 h 50"/>
                <a:gd name="T2" fmla="*/ 0 w 4"/>
                <a:gd name="T3" fmla="*/ 27 h 50"/>
                <a:gd name="T4" fmla="*/ 2 w 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0">
                  <a:moveTo>
                    <a:pt x="4" y="50"/>
                  </a:moveTo>
                  <a:cubicBezTo>
                    <a:pt x="2" y="41"/>
                    <a:pt x="0" y="33"/>
                    <a:pt x="0" y="23"/>
                  </a:cubicBezTo>
                  <a:cubicBezTo>
                    <a:pt x="0" y="15"/>
                    <a:pt x="3" y="8"/>
                    <a:pt x="2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2" name="Freeform 617">
              <a:extLst>
                <a:ext uri="{FF2B5EF4-FFF2-40B4-BE49-F238E27FC236}">
                  <a16:creationId xmlns:a16="http://schemas.microsoft.com/office/drawing/2014/main" id="{6A3CB2E5-1B51-4172-8704-8E3ECE190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466"/>
              <a:ext cx="109" cy="68"/>
            </a:xfrm>
            <a:custGeom>
              <a:avLst/>
              <a:gdLst>
                <a:gd name="T0" fmla="*/ 0 w 110"/>
                <a:gd name="T1" fmla="*/ 0 h 65"/>
                <a:gd name="T2" fmla="*/ 48 w 110"/>
                <a:gd name="T3" fmla="*/ 19 h 65"/>
                <a:gd name="T4" fmla="*/ 75 w 110"/>
                <a:gd name="T5" fmla="*/ 24 h 65"/>
                <a:gd name="T6" fmla="*/ 107 w 110"/>
                <a:gd name="T7" fmla="*/ 74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65">
                  <a:moveTo>
                    <a:pt x="0" y="0"/>
                  </a:moveTo>
                  <a:cubicBezTo>
                    <a:pt x="14" y="11"/>
                    <a:pt x="30" y="15"/>
                    <a:pt x="48" y="16"/>
                  </a:cubicBezTo>
                  <a:cubicBezTo>
                    <a:pt x="58" y="17"/>
                    <a:pt x="69" y="17"/>
                    <a:pt x="78" y="21"/>
                  </a:cubicBezTo>
                  <a:cubicBezTo>
                    <a:pt x="94" y="29"/>
                    <a:pt x="103" y="50"/>
                    <a:pt x="110" y="6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3" name="Freeform 618">
              <a:extLst>
                <a:ext uri="{FF2B5EF4-FFF2-40B4-BE49-F238E27FC236}">
                  <a16:creationId xmlns:a16="http://schemas.microsoft.com/office/drawing/2014/main" id="{34BF8B6C-93CE-44B2-8D3F-231A5826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458"/>
              <a:ext cx="27" cy="27"/>
            </a:xfrm>
            <a:custGeom>
              <a:avLst/>
              <a:gdLst>
                <a:gd name="T0" fmla="*/ 27 w 27"/>
                <a:gd name="T1" fmla="*/ 31 h 25"/>
                <a:gd name="T2" fmla="*/ 0 w 2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5">
                  <a:moveTo>
                    <a:pt x="27" y="25"/>
                  </a:moveTo>
                  <a:cubicBezTo>
                    <a:pt x="17" y="25"/>
                    <a:pt x="5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4" name="Freeform 619">
              <a:extLst>
                <a:ext uri="{FF2B5EF4-FFF2-40B4-BE49-F238E27FC236}">
                  <a16:creationId xmlns:a16="http://schemas.microsoft.com/office/drawing/2014/main" id="{8204CB7F-6E54-476C-91D4-CDF5BB6EA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559"/>
              <a:ext cx="72" cy="24"/>
            </a:xfrm>
            <a:custGeom>
              <a:avLst/>
              <a:gdLst>
                <a:gd name="T0" fmla="*/ 70 w 73"/>
                <a:gd name="T1" fmla="*/ 22 h 23"/>
                <a:gd name="T2" fmla="*/ 57 w 73"/>
                <a:gd name="T3" fmla="*/ 25 h 23"/>
                <a:gd name="T4" fmla="*/ 32 w 73"/>
                <a:gd name="T5" fmla="*/ 16 h 23"/>
                <a:gd name="T6" fmla="*/ 0 w 73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3">
                  <a:moveTo>
                    <a:pt x="73" y="19"/>
                  </a:moveTo>
                  <a:cubicBezTo>
                    <a:pt x="68" y="20"/>
                    <a:pt x="65" y="23"/>
                    <a:pt x="60" y="22"/>
                  </a:cubicBezTo>
                  <a:cubicBezTo>
                    <a:pt x="50" y="22"/>
                    <a:pt x="40" y="18"/>
                    <a:pt x="32" y="13"/>
                  </a:cubicBezTo>
                  <a:cubicBezTo>
                    <a:pt x="22" y="7"/>
                    <a:pt x="12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5" name="Freeform 620">
              <a:extLst>
                <a:ext uri="{FF2B5EF4-FFF2-40B4-BE49-F238E27FC236}">
                  <a16:creationId xmlns:a16="http://schemas.microsoft.com/office/drawing/2014/main" id="{828027C0-E7C5-43F1-9FB4-C4D22F6BD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2578"/>
              <a:ext cx="46" cy="14"/>
            </a:xfrm>
            <a:custGeom>
              <a:avLst/>
              <a:gdLst>
                <a:gd name="T0" fmla="*/ 44 w 47"/>
                <a:gd name="T1" fmla="*/ 1 h 14"/>
                <a:gd name="T2" fmla="*/ 23 w 47"/>
                <a:gd name="T3" fmla="*/ 5 h 14"/>
                <a:gd name="T4" fmla="*/ 9 w 47"/>
                <a:gd name="T5" fmla="*/ 12 h 14"/>
                <a:gd name="T6" fmla="*/ 0 w 4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">
                  <a:moveTo>
                    <a:pt x="47" y="1"/>
                  </a:moveTo>
                  <a:cubicBezTo>
                    <a:pt x="39" y="0"/>
                    <a:pt x="32" y="2"/>
                    <a:pt x="25" y="5"/>
                  </a:cubicBezTo>
                  <a:cubicBezTo>
                    <a:pt x="20" y="8"/>
                    <a:pt x="14" y="11"/>
                    <a:pt x="9" y="12"/>
                  </a:cubicBezTo>
                  <a:cubicBezTo>
                    <a:pt x="6" y="13"/>
                    <a:pt x="3" y="13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6" name="Freeform 621">
              <a:extLst>
                <a:ext uri="{FF2B5EF4-FFF2-40B4-BE49-F238E27FC236}">
                  <a16:creationId xmlns:a16="http://schemas.microsoft.com/office/drawing/2014/main" id="{D452F70F-4F53-4119-BADC-6690E6CBB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667"/>
              <a:ext cx="50" cy="35"/>
            </a:xfrm>
            <a:custGeom>
              <a:avLst/>
              <a:gdLst>
                <a:gd name="T0" fmla="*/ 48 w 51"/>
                <a:gd name="T1" fmla="*/ 3 h 33"/>
                <a:gd name="T2" fmla="*/ 21 w 51"/>
                <a:gd name="T3" fmla="*/ 23 h 33"/>
                <a:gd name="T4" fmla="*/ 0 w 51"/>
                <a:gd name="T5" fmla="*/ 3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3">
                  <a:moveTo>
                    <a:pt x="51" y="3"/>
                  </a:moveTo>
                  <a:cubicBezTo>
                    <a:pt x="38" y="0"/>
                    <a:pt x="29" y="13"/>
                    <a:pt x="21" y="20"/>
                  </a:cubicBezTo>
                  <a:cubicBezTo>
                    <a:pt x="14" y="27"/>
                    <a:pt x="10" y="31"/>
                    <a:pt x="0" y="3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7" name="Freeform 622">
              <a:extLst>
                <a:ext uri="{FF2B5EF4-FFF2-40B4-BE49-F238E27FC236}">
                  <a16:creationId xmlns:a16="http://schemas.microsoft.com/office/drawing/2014/main" id="{132B0DD9-C374-4790-AADF-4C1DF3AFB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637"/>
              <a:ext cx="43" cy="8"/>
            </a:xfrm>
            <a:custGeom>
              <a:avLst/>
              <a:gdLst>
                <a:gd name="T0" fmla="*/ 0 w 44"/>
                <a:gd name="T1" fmla="*/ 7 h 8"/>
                <a:gd name="T2" fmla="*/ 22 w 44"/>
                <a:gd name="T3" fmla="*/ 3 h 8"/>
                <a:gd name="T4" fmla="*/ 41 w 44"/>
                <a:gd name="T5" fmla="*/ 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">
                  <a:moveTo>
                    <a:pt x="0" y="7"/>
                  </a:moveTo>
                  <a:cubicBezTo>
                    <a:pt x="9" y="8"/>
                    <a:pt x="14" y="5"/>
                    <a:pt x="22" y="3"/>
                  </a:cubicBezTo>
                  <a:cubicBezTo>
                    <a:pt x="30" y="0"/>
                    <a:pt x="36" y="3"/>
                    <a:pt x="44" y="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8" name="Freeform 623">
              <a:extLst>
                <a:ext uri="{FF2B5EF4-FFF2-40B4-BE49-F238E27FC236}">
                  <a16:creationId xmlns:a16="http://schemas.microsoft.com/office/drawing/2014/main" id="{82BC58F2-7135-4119-98C0-E25227F16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661"/>
              <a:ext cx="23" cy="11"/>
            </a:xfrm>
            <a:custGeom>
              <a:avLst/>
              <a:gdLst>
                <a:gd name="T0" fmla="*/ 21 w 24"/>
                <a:gd name="T1" fmla="*/ 0 h 10"/>
                <a:gd name="T2" fmla="*/ 0 w 24"/>
                <a:gd name="T3" fmla="*/ 1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24" y="0"/>
                  </a:moveTo>
                  <a:cubicBezTo>
                    <a:pt x="14" y="1"/>
                    <a:pt x="9" y="9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9" name="Freeform 624">
              <a:extLst>
                <a:ext uri="{FF2B5EF4-FFF2-40B4-BE49-F238E27FC236}">
                  <a16:creationId xmlns:a16="http://schemas.microsoft.com/office/drawing/2014/main" id="{E98FFC8C-A5F2-40A9-8203-5EA2FCC4B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678"/>
              <a:ext cx="5" cy="36"/>
            </a:xfrm>
            <a:custGeom>
              <a:avLst/>
              <a:gdLst>
                <a:gd name="T0" fmla="*/ 3 w 5"/>
                <a:gd name="T1" fmla="*/ 0 h 34"/>
                <a:gd name="T2" fmla="*/ 2 w 5"/>
                <a:gd name="T3" fmla="*/ 4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4">
                  <a:moveTo>
                    <a:pt x="3" y="0"/>
                  </a:moveTo>
                  <a:cubicBezTo>
                    <a:pt x="0" y="11"/>
                    <a:pt x="5" y="23"/>
                    <a:pt x="2" y="3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0" name="Freeform 625">
              <a:extLst>
                <a:ext uri="{FF2B5EF4-FFF2-40B4-BE49-F238E27FC236}">
                  <a16:creationId xmlns:a16="http://schemas.microsoft.com/office/drawing/2014/main" id="{9600E7A4-44D7-4F14-AEC9-F2A58DBCD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690"/>
              <a:ext cx="24" cy="74"/>
            </a:xfrm>
            <a:custGeom>
              <a:avLst/>
              <a:gdLst>
                <a:gd name="T0" fmla="*/ 1 w 24"/>
                <a:gd name="T1" fmla="*/ 0 h 70"/>
                <a:gd name="T2" fmla="*/ 13 w 24"/>
                <a:gd name="T3" fmla="*/ 44 h 70"/>
                <a:gd name="T4" fmla="*/ 24 w 24"/>
                <a:gd name="T5" fmla="*/ 8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0">
                  <a:moveTo>
                    <a:pt x="1" y="0"/>
                  </a:moveTo>
                  <a:cubicBezTo>
                    <a:pt x="0" y="14"/>
                    <a:pt x="6" y="26"/>
                    <a:pt x="13" y="38"/>
                  </a:cubicBezTo>
                  <a:cubicBezTo>
                    <a:pt x="19" y="48"/>
                    <a:pt x="22" y="58"/>
                    <a:pt x="24" y="7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1" name="Freeform 626">
              <a:extLst>
                <a:ext uri="{FF2B5EF4-FFF2-40B4-BE49-F238E27FC236}">
                  <a16:creationId xmlns:a16="http://schemas.microsoft.com/office/drawing/2014/main" id="{3CEA8DD6-DEC3-4B9D-A4C6-181AE18C0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718"/>
              <a:ext cx="11" cy="54"/>
            </a:xfrm>
            <a:custGeom>
              <a:avLst/>
              <a:gdLst>
                <a:gd name="T0" fmla="*/ 4 w 11"/>
                <a:gd name="T1" fmla="*/ 0 h 51"/>
                <a:gd name="T2" fmla="*/ 3 w 11"/>
                <a:gd name="T3" fmla="*/ 6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1">
                  <a:moveTo>
                    <a:pt x="4" y="0"/>
                  </a:moveTo>
                  <a:cubicBezTo>
                    <a:pt x="11" y="16"/>
                    <a:pt x="0" y="34"/>
                    <a:pt x="3" y="5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2" name="Freeform 627">
              <a:extLst>
                <a:ext uri="{FF2B5EF4-FFF2-40B4-BE49-F238E27FC236}">
                  <a16:creationId xmlns:a16="http://schemas.microsoft.com/office/drawing/2014/main" id="{85136762-2A10-462D-85BE-4891CFE6B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639"/>
              <a:ext cx="28" cy="59"/>
            </a:xfrm>
            <a:custGeom>
              <a:avLst/>
              <a:gdLst>
                <a:gd name="T0" fmla="*/ 0 w 28"/>
                <a:gd name="T1" fmla="*/ 0 h 56"/>
                <a:gd name="T2" fmla="*/ 11 w 28"/>
                <a:gd name="T3" fmla="*/ 37 h 56"/>
                <a:gd name="T4" fmla="*/ 28 w 28"/>
                <a:gd name="T5" fmla="*/ 65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6">
                  <a:moveTo>
                    <a:pt x="0" y="0"/>
                  </a:moveTo>
                  <a:cubicBezTo>
                    <a:pt x="0" y="12"/>
                    <a:pt x="2" y="22"/>
                    <a:pt x="11" y="31"/>
                  </a:cubicBezTo>
                  <a:cubicBezTo>
                    <a:pt x="18" y="39"/>
                    <a:pt x="25" y="46"/>
                    <a:pt x="28" y="5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3" name="Freeform 628">
              <a:extLst>
                <a:ext uri="{FF2B5EF4-FFF2-40B4-BE49-F238E27FC236}">
                  <a16:creationId xmlns:a16="http://schemas.microsoft.com/office/drawing/2014/main" id="{8A688D9C-B5F3-413D-B44B-E88D38E61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659"/>
              <a:ext cx="23" cy="8"/>
            </a:xfrm>
            <a:custGeom>
              <a:avLst/>
              <a:gdLst>
                <a:gd name="T0" fmla="*/ 0 w 23"/>
                <a:gd name="T1" fmla="*/ 0 h 8"/>
                <a:gd name="T2" fmla="*/ 23 w 23"/>
                <a:gd name="T3" fmla="*/ 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7" y="8"/>
                    <a:pt x="16" y="2"/>
                    <a:pt x="23" y="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4" name="Freeform 629">
              <a:extLst>
                <a:ext uri="{FF2B5EF4-FFF2-40B4-BE49-F238E27FC236}">
                  <a16:creationId xmlns:a16="http://schemas.microsoft.com/office/drawing/2014/main" id="{337A792E-DE1C-4D35-945E-4AC271999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710"/>
              <a:ext cx="7" cy="60"/>
            </a:xfrm>
            <a:custGeom>
              <a:avLst/>
              <a:gdLst>
                <a:gd name="T0" fmla="*/ 3 w 7"/>
                <a:gd name="T1" fmla="*/ 0 h 57"/>
                <a:gd name="T2" fmla="*/ 6 w 7"/>
                <a:gd name="T3" fmla="*/ 40 h 57"/>
                <a:gd name="T4" fmla="*/ 3 w 7"/>
                <a:gd name="T5" fmla="*/ 66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7">
                  <a:moveTo>
                    <a:pt x="3" y="0"/>
                  </a:moveTo>
                  <a:cubicBezTo>
                    <a:pt x="0" y="11"/>
                    <a:pt x="6" y="23"/>
                    <a:pt x="6" y="34"/>
                  </a:cubicBezTo>
                  <a:cubicBezTo>
                    <a:pt x="7" y="42"/>
                    <a:pt x="4" y="50"/>
                    <a:pt x="3" y="5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5" name="Freeform 630">
              <a:extLst>
                <a:ext uri="{FF2B5EF4-FFF2-40B4-BE49-F238E27FC236}">
                  <a16:creationId xmlns:a16="http://schemas.microsoft.com/office/drawing/2014/main" id="{E53D5E34-7893-45CB-8942-39A2479F0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727"/>
              <a:ext cx="14" cy="24"/>
            </a:xfrm>
            <a:custGeom>
              <a:avLst/>
              <a:gdLst>
                <a:gd name="T0" fmla="*/ 14 w 14"/>
                <a:gd name="T1" fmla="*/ 0 h 23"/>
                <a:gd name="T2" fmla="*/ 0 w 14"/>
                <a:gd name="T3" fmla="*/ 2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14" y="0"/>
                  </a:moveTo>
                  <a:cubicBezTo>
                    <a:pt x="14" y="11"/>
                    <a:pt x="8" y="16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6" name="Freeform 631">
              <a:extLst>
                <a:ext uri="{FF2B5EF4-FFF2-40B4-BE49-F238E27FC236}">
                  <a16:creationId xmlns:a16="http://schemas.microsoft.com/office/drawing/2014/main" id="{DCE3F1EA-19CB-4062-96AF-67B882AAC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2696"/>
              <a:ext cx="19" cy="21"/>
            </a:xfrm>
            <a:custGeom>
              <a:avLst/>
              <a:gdLst>
                <a:gd name="T0" fmla="*/ 19 w 19"/>
                <a:gd name="T1" fmla="*/ 0 h 20"/>
                <a:gd name="T2" fmla="*/ 11 w 19"/>
                <a:gd name="T3" fmla="*/ 14 h 20"/>
                <a:gd name="T4" fmla="*/ 0 w 19"/>
                <a:gd name="T5" fmla="*/ 2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19" y="0"/>
                  </a:moveTo>
                  <a:cubicBezTo>
                    <a:pt x="18" y="4"/>
                    <a:pt x="15" y="8"/>
                    <a:pt x="11" y="11"/>
                  </a:cubicBezTo>
                  <a:cubicBezTo>
                    <a:pt x="7" y="14"/>
                    <a:pt x="1" y="15"/>
                    <a:pt x="0" y="2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7" name="Freeform 632">
              <a:extLst>
                <a:ext uri="{FF2B5EF4-FFF2-40B4-BE49-F238E27FC236}">
                  <a16:creationId xmlns:a16="http://schemas.microsoft.com/office/drawing/2014/main" id="{4F2B4EFD-0EFD-47CC-BE86-99B1BF8D9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548"/>
              <a:ext cx="71" cy="34"/>
            </a:xfrm>
            <a:custGeom>
              <a:avLst/>
              <a:gdLst>
                <a:gd name="T0" fmla="*/ 0 w 72"/>
                <a:gd name="T1" fmla="*/ 37 h 32"/>
                <a:gd name="T2" fmla="*/ 13 w 72"/>
                <a:gd name="T3" fmla="*/ 37 h 32"/>
                <a:gd name="T4" fmla="*/ 38 w 72"/>
                <a:gd name="T5" fmla="*/ 17 h 32"/>
                <a:gd name="T6" fmla="*/ 69 w 72"/>
                <a:gd name="T7" fmla="*/ 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32">
                  <a:moveTo>
                    <a:pt x="0" y="31"/>
                  </a:moveTo>
                  <a:cubicBezTo>
                    <a:pt x="1" y="30"/>
                    <a:pt x="10" y="32"/>
                    <a:pt x="13" y="31"/>
                  </a:cubicBezTo>
                  <a:cubicBezTo>
                    <a:pt x="25" y="29"/>
                    <a:pt x="32" y="20"/>
                    <a:pt x="41" y="14"/>
                  </a:cubicBezTo>
                  <a:cubicBezTo>
                    <a:pt x="48" y="8"/>
                    <a:pt x="62" y="0"/>
                    <a:pt x="72" y="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8" name="Freeform 633">
              <a:extLst>
                <a:ext uri="{FF2B5EF4-FFF2-40B4-BE49-F238E27FC236}">
                  <a16:creationId xmlns:a16="http://schemas.microsoft.com/office/drawing/2014/main" id="{7E2DAEB3-EEED-4216-97FD-7165C91CA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566"/>
              <a:ext cx="41" cy="13"/>
            </a:xfrm>
            <a:custGeom>
              <a:avLst/>
              <a:gdLst>
                <a:gd name="T0" fmla="*/ 0 w 41"/>
                <a:gd name="T1" fmla="*/ 4 h 12"/>
                <a:gd name="T2" fmla="*/ 21 w 41"/>
                <a:gd name="T3" fmla="*/ 4 h 12"/>
                <a:gd name="T4" fmla="*/ 41 w 4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2">
                  <a:moveTo>
                    <a:pt x="0" y="4"/>
                  </a:moveTo>
                  <a:cubicBezTo>
                    <a:pt x="5" y="0"/>
                    <a:pt x="16" y="3"/>
                    <a:pt x="21" y="4"/>
                  </a:cubicBezTo>
                  <a:cubicBezTo>
                    <a:pt x="28" y="5"/>
                    <a:pt x="34" y="10"/>
                    <a:pt x="41" y="1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9" name="Freeform 634">
              <a:extLst>
                <a:ext uri="{FF2B5EF4-FFF2-40B4-BE49-F238E27FC236}">
                  <a16:creationId xmlns:a16="http://schemas.microsoft.com/office/drawing/2014/main" id="{D82886F5-77BF-4974-AE6D-A5A2C028D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508"/>
              <a:ext cx="39" cy="51"/>
            </a:xfrm>
            <a:custGeom>
              <a:avLst/>
              <a:gdLst>
                <a:gd name="T0" fmla="*/ 0 w 40"/>
                <a:gd name="T1" fmla="*/ 0 h 48"/>
                <a:gd name="T2" fmla="*/ 17 w 40"/>
                <a:gd name="T3" fmla="*/ 37 h 48"/>
                <a:gd name="T4" fmla="*/ 37 w 40"/>
                <a:gd name="T5" fmla="*/ 5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8">
                  <a:moveTo>
                    <a:pt x="0" y="0"/>
                  </a:moveTo>
                  <a:cubicBezTo>
                    <a:pt x="5" y="11"/>
                    <a:pt x="9" y="23"/>
                    <a:pt x="17" y="31"/>
                  </a:cubicBezTo>
                  <a:cubicBezTo>
                    <a:pt x="24" y="38"/>
                    <a:pt x="33" y="42"/>
                    <a:pt x="40" y="4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0" name="Freeform 635">
              <a:extLst>
                <a:ext uri="{FF2B5EF4-FFF2-40B4-BE49-F238E27FC236}">
                  <a16:creationId xmlns:a16="http://schemas.microsoft.com/office/drawing/2014/main" id="{FEE01A27-FFEB-4A58-AD31-1B1BB4FF8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640"/>
              <a:ext cx="35" cy="64"/>
            </a:xfrm>
            <a:custGeom>
              <a:avLst/>
              <a:gdLst>
                <a:gd name="T0" fmla="*/ 34 w 35"/>
                <a:gd name="T1" fmla="*/ 0 h 61"/>
                <a:gd name="T2" fmla="*/ 14 w 35"/>
                <a:gd name="T3" fmla="*/ 33 h 61"/>
                <a:gd name="T4" fmla="*/ 0 w 35"/>
                <a:gd name="T5" fmla="*/ 7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1">
                  <a:moveTo>
                    <a:pt x="34" y="0"/>
                  </a:moveTo>
                  <a:cubicBezTo>
                    <a:pt x="35" y="14"/>
                    <a:pt x="22" y="20"/>
                    <a:pt x="14" y="29"/>
                  </a:cubicBezTo>
                  <a:cubicBezTo>
                    <a:pt x="6" y="38"/>
                    <a:pt x="3" y="50"/>
                    <a:pt x="0" y="6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1" name="Freeform 636">
              <a:extLst>
                <a:ext uri="{FF2B5EF4-FFF2-40B4-BE49-F238E27FC236}">
                  <a16:creationId xmlns:a16="http://schemas.microsoft.com/office/drawing/2014/main" id="{18FECD32-CD53-44D0-AE44-5D4FB9BC6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657"/>
              <a:ext cx="28" cy="92"/>
            </a:xfrm>
            <a:custGeom>
              <a:avLst/>
              <a:gdLst>
                <a:gd name="T0" fmla="*/ 28 w 28"/>
                <a:gd name="T1" fmla="*/ 0 h 87"/>
                <a:gd name="T2" fmla="*/ 25 w 28"/>
                <a:gd name="T3" fmla="*/ 8 h 87"/>
                <a:gd name="T4" fmla="*/ 25 w 28"/>
                <a:gd name="T5" fmla="*/ 26 h 87"/>
                <a:gd name="T6" fmla="*/ 21 w 28"/>
                <a:gd name="T7" fmla="*/ 63 h 87"/>
                <a:gd name="T8" fmla="*/ 0 w 28"/>
                <a:gd name="T9" fmla="*/ 103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7">
                  <a:moveTo>
                    <a:pt x="28" y="0"/>
                  </a:moveTo>
                  <a:cubicBezTo>
                    <a:pt x="28" y="3"/>
                    <a:pt x="26" y="5"/>
                    <a:pt x="25" y="8"/>
                  </a:cubicBezTo>
                  <a:cubicBezTo>
                    <a:pt x="24" y="13"/>
                    <a:pt x="25" y="19"/>
                    <a:pt x="25" y="23"/>
                  </a:cubicBezTo>
                  <a:cubicBezTo>
                    <a:pt x="25" y="33"/>
                    <a:pt x="25" y="45"/>
                    <a:pt x="21" y="54"/>
                  </a:cubicBezTo>
                  <a:cubicBezTo>
                    <a:pt x="17" y="66"/>
                    <a:pt x="6" y="76"/>
                    <a:pt x="0" y="8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2" name="Freeform 637">
              <a:extLst>
                <a:ext uri="{FF2B5EF4-FFF2-40B4-BE49-F238E27FC236}">
                  <a16:creationId xmlns:a16="http://schemas.microsoft.com/office/drawing/2014/main" id="{2DA0280D-1174-4E92-9184-01353AA41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720"/>
              <a:ext cx="37" cy="55"/>
            </a:xfrm>
            <a:custGeom>
              <a:avLst/>
              <a:gdLst>
                <a:gd name="T0" fmla="*/ 35 w 38"/>
                <a:gd name="T1" fmla="*/ 0 h 52"/>
                <a:gd name="T2" fmla="*/ 23 w 38"/>
                <a:gd name="T3" fmla="*/ 18 h 52"/>
                <a:gd name="T4" fmla="*/ 12 w 38"/>
                <a:gd name="T5" fmla="*/ 42 h 52"/>
                <a:gd name="T6" fmla="*/ 0 w 38"/>
                <a:gd name="T7" fmla="*/ 6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2">
                  <a:moveTo>
                    <a:pt x="38" y="0"/>
                  </a:moveTo>
                  <a:cubicBezTo>
                    <a:pt x="32" y="2"/>
                    <a:pt x="29" y="10"/>
                    <a:pt x="26" y="15"/>
                  </a:cubicBezTo>
                  <a:cubicBezTo>
                    <a:pt x="22" y="23"/>
                    <a:pt x="18" y="29"/>
                    <a:pt x="12" y="36"/>
                  </a:cubicBezTo>
                  <a:cubicBezTo>
                    <a:pt x="8" y="41"/>
                    <a:pt x="4" y="47"/>
                    <a:pt x="0" y="5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3" name="Freeform 638">
              <a:extLst>
                <a:ext uri="{FF2B5EF4-FFF2-40B4-BE49-F238E27FC236}">
                  <a16:creationId xmlns:a16="http://schemas.microsoft.com/office/drawing/2014/main" id="{F7A893B6-B7C1-411B-BE84-6F83AE8FF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735"/>
              <a:ext cx="10" cy="48"/>
            </a:xfrm>
            <a:custGeom>
              <a:avLst/>
              <a:gdLst>
                <a:gd name="T0" fmla="*/ 10 w 10"/>
                <a:gd name="T1" fmla="*/ 0 h 45"/>
                <a:gd name="T2" fmla="*/ 7 w 10"/>
                <a:gd name="T3" fmla="*/ 22 h 45"/>
                <a:gd name="T4" fmla="*/ 0 w 10"/>
                <a:gd name="T5" fmla="*/ 5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10" y="0"/>
                  </a:moveTo>
                  <a:cubicBezTo>
                    <a:pt x="8" y="5"/>
                    <a:pt x="8" y="14"/>
                    <a:pt x="7" y="19"/>
                  </a:cubicBezTo>
                  <a:cubicBezTo>
                    <a:pt x="6" y="29"/>
                    <a:pt x="4" y="36"/>
                    <a:pt x="0" y="4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4" name="Freeform 639">
              <a:extLst>
                <a:ext uri="{FF2B5EF4-FFF2-40B4-BE49-F238E27FC236}">
                  <a16:creationId xmlns:a16="http://schemas.microsoft.com/office/drawing/2014/main" id="{E81FEBB5-520D-4E62-A5B8-12BACE410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711"/>
              <a:ext cx="11" cy="37"/>
            </a:xfrm>
            <a:custGeom>
              <a:avLst/>
              <a:gdLst>
                <a:gd name="T0" fmla="*/ 7 w 11"/>
                <a:gd name="T1" fmla="*/ 0 h 35"/>
                <a:gd name="T2" fmla="*/ 10 w 11"/>
                <a:gd name="T3" fmla="*/ 41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7" y="0"/>
                  </a:moveTo>
                  <a:cubicBezTo>
                    <a:pt x="0" y="12"/>
                    <a:pt x="11" y="23"/>
                    <a:pt x="10" y="3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5" name="Freeform 640">
              <a:extLst>
                <a:ext uri="{FF2B5EF4-FFF2-40B4-BE49-F238E27FC236}">
                  <a16:creationId xmlns:a16="http://schemas.microsoft.com/office/drawing/2014/main" id="{5DC53120-C5DD-4D28-BA55-6A2540604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622"/>
              <a:ext cx="49" cy="5"/>
            </a:xfrm>
            <a:custGeom>
              <a:avLst/>
              <a:gdLst>
                <a:gd name="T0" fmla="*/ 0 w 50"/>
                <a:gd name="T1" fmla="*/ 2 h 5"/>
                <a:gd name="T2" fmla="*/ 12 w 50"/>
                <a:gd name="T3" fmla="*/ 5 h 5"/>
                <a:gd name="T4" fmla="*/ 25 w 50"/>
                <a:gd name="T5" fmla="*/ 2 h 5"/>
                <a:gd name="T6" fmla="*/ 47 w 50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">
                  <a:moveTo>
                    <a:pt x="0" y="2"/>
                  </a:moveTo>
                  <a:cubicBezTo>
                    <a:pt x="4" y="2"/>
                    <a:pt x="7" y="5"/>
                    <a:pt x="12" y="5"/>
                  </a:cubicBezTo>
                  <a:cubicBezTo>
                    <a:pt x="17" y="5"/>
                    <a:pt x="22" y="2"/>
                    <a:pt x="27" y="2"/>
                  </a:cubicBezTo>
                  <a:cubicBezTo>
                    <a:pt x="35" y="1"/>
                    <a:pt x="43" y="0"/>
                    <a:pt x="50" y="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6" name="Freeform 641">
              <a:extLst>
                <a:ext uri="{FF2B5EF4-FFF2-40B4-BE49-F238E27FC236}">
                  <a16:creationId xmlns:a16="http://schemas.microsoft.com/office/drawing/2014/main" id="{623AD690-7DF8-4B85-B023-C014E1465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651"/>
              <a:ext cx="20" cy="24"/>
            </a:xfrm>
            <a:custGeom>
              <a:avLst/>
              <a:gdLst>
                <a:gd name="T0" fmla="*/ 0 w 21"/>
                <a:gd name="T1" fmla="*/ 0 h 23"/>
                <a:gd name="T2" fmla="*/ 18 w 21"/>
                <a:gd name="T3" fmla="*/ 2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3">
                  <a:moveTo>
                    <a:pt x="0" y="0"/>
                  </a:moveTo>
                  <a:cubicBezTo>
                    <a:pt x="11" y="5"/>
                    <a:pt x="12" y="17"/>
                    <a:pt x="21" y="2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7" name="Freeform 642">
              <a:extLst>
                <a:ext uri="{FF2B5EF4-FFF2-40B4-BE49-F238E27FC236}">
                  <a16:creationId xmlns:a16="http://schemas.microsoft.com/office/drawing/2014/main" id="{57577D9B-99B7-425E-923A-E40263365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676"/>
              <a:ext cx="30" cy="28"/>
            </a:xfrm>
            <a:custGeom>
              <a:avLst/>
              <a:gdLst>
                <a:gd name="T0" fmla="*/ 0 w 30"/>
                <a:gd name="T1" fmla="*/ 0 h 27"/>
                <a:gd name="T2" fmla="*/ 30 w 30"/>
                <a:gd name="T3" fmla="*/ 3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0" y="0"/>
                  </a:moveTo>
                  <a:cubicBezTo>
                    <a:pt x="10" y="8"/>
                    <a:pt x="24" y="15"/>
                    <a:pt x="30" y="2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8" name="Freeform 643">
              <a:extLst>
                <a:ext uri="{FF2B5EF4-FFF2-40B4-BE49-F238E27FC236}">
                  <a16:creationId xmlns:a16="http://schemas.microsoft.com/office/drawing/2014/main" id="{578AA3FD-A738-4CF1-828C-7F71F321D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685"/>
              <a:ext cx="6" cy="29"/>
            </a:xfrm>
            <a:custGeom>
              <a:avLst/>
              <a:gdLst>
                <a:gd name="T0" fmla="*/ 2 w 6"/>
                <a:gd name="T1" fmla="*/ 0 h 27"/>
                <a:gd name="T2" fmla="*/ 5 w 6"/>
                <a:gd name="T3" fmla="*/ 3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2" y="0"/>
                  </a:moveTo>
                  <a:cubicBezTo>
                    <a:pt x="6" y="6"/>
                    <a:pt x="0" y="19"/>
                    <a:pt x="5" y="2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9" name="Freeform 644">
              <a:extLst>
                <a:ext uri="{FF2B5EF4-FFF2-40B4-BE49-F238E27FC236}">
                  <a16:creationId xmlns:a16="http://schemas.microsoft.com/office/drawing/2014/main" id="{488311C7-90D0-4348-BA1D-2F622BCF92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6" y="2368"/>
              <a:ext cx="469" cy="448"/>
            </a:xfrm>
            <a:custGeom>
              <a:avLst/>
              <a:gdLst>
                <a:gd name="T0" fmla="*/ 445 w 473"/>
                <a:gd name="T1" fmla="*/ 185 h 424"/>
                <a:gd name="T2" fmla="*/ 353 w 473"/>
                <a:gd name="T3" fmla="*/ 72 h 424"/>
                <a:gd name="T4" fmla="*/ 231 w 473"/>
                <a:gd name="T5" fmla="*/ 60 h 424"/>
                <a:gd name="T6" fmla="*/ 230 w 473"/>
                <a:gd name="T7" fmla="*/ 60 h 424"/>
                <a:gd name="T8" fmla="*/ 108 w 473"/>
                <a:gd name="T9" fmla="*/ 72 h 424"/>
                <a:gd name="T10" fmla="*/ 16 w 473"/>
                <a:gd name="T11" fmla="*/ 185 h 424"/>
                <a:gd name="T12" fmla="*/ 67 w 473"/>
                <a:gd name="T13" fmla="*/ 399 h 424"/>
                <a:gd name="T14" fmla="*/ 134 w 473"/>
                <a:gd name="T15" fmla="*/ 443 h 424"/>
                <a:gd name="T16" fmla="*/ 226 w 473"/>
                <a:gd name="T17" fmla="*/ 425 h 424"/>
                <a:gd name="T18" fmla="*/ 226 w 473"/>
                <a:gd name="T19" fmla="*/ 304 h 424"/>
                <a:gd name="T20" fmla="*/ 236 w 473"/>
                <a:gd name="T21" fmla="*/ 304 h 424"/>
                <a:gd name="T22" fmla="*/ 235 w 473"/>
                <a:gd name="T23" fmla="*/ 425 h 424"/>
                <a:gd name="T24" fmla="*/ 327 w 473"/>
                <a:gd name="T25" fmla="*/ 443 h 424"/>
                <a:gd name="T26" fmla="*/ 394 w 473"/>
                <a:gd name="T27" fmla="*/ 399 h 424"/>
                <a:gd name="T28" fmla="*/ 445 w 473"/>
                <a:gd name="T29" fmla="*/ 185 h 424"/>
                <a:gd name="T30" fmla="*/ 235 w 473"/>
                <a:gd name="T31" fmla="*/ 277 h 424"/>
                <a:gd name="T32" fmla="*/ 221 w 473"/>
                <a:gd name="T33" fmla="*/ 270 h 424"/>
                <a:gd name="T34" fmla="*/ 235 w 473"/>
                <a:gd name="T35" fmla="*/ 262 h 424"/>
                <a:gd name="T36" fmla="*/ 248 w 473"/>
                <a:gd name="T37" fmla="*/ 270 h 424"/>
                <a:gd name="T38" fmla="*/ 235 w 473"/>
                <a:gd name="T39" fmla="*/ 277 h 4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73" h="424">
                  <a:moveTo>
                    <a:pt x="457" y="157"/>
                  </a:moveTo>
                  <a:cubicBezTo>
                    <a:pt x="442" y="107"/>
                    <a:pt x="433" y="122"/>
                    <a:pt x="362" y="61"/>
                  </a:cubicBezTo>
                  <a:cubicBezTo>
                    <a:pt x="292" y="0"/>
                    <a:pt x="237" y="51"/>
                    <a:pt x="237" y="5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6" y="51"/>
                    <a:pt x="181" y="0"/>
                    <a:pt x="111" y="61"/>
                  </a:cubicBezTo>
                  <a:cubicBezTo>
                    <a:pt x="40" y="122"/>
                    <a:pt x="31" y="107"/>
                    <a:pt x="16" y="157"/>
                  </a:cubicBezTo>
                  <a:cubicBezTo>
                    <a:pt x="1" y="206"/>
                    <a:pt x="0" y="308"/>
                    <a:pt x="70" y="339"/>
                  </a:cubicBezTo>
                  <a:cubicBezTo>
                    <a:pt x="89" y="347"/>
                    <a:pt x="122" y="362"/>
                    <a:pt x="137" y="376"/>
                  </a:cubicBezTo>
                  <a:cubicBezTo>
                    <a:pt x="152" y="389"/>
                    <a:pt x="229" y="424"/>
                    <a:pt x="232" y="360"/>
                  </a:cubicBezTo>
                  <a:cubicBezTo>
                    <a:pt x="236" y="296"/>
                    <a:pt x="224" y="267"/>
                    <a:pt x="232" y="258"/>
                  </a:cubicBezTo>
                  <a:cubicBezTo>
                    <a:pt x="242" y="258"/>
                    <a:pt x="242" y="258"/>
                    <a:pt x="242" y="258"/>
                  </a:cubicBezTo>
                  <a:cubicBezTo>
                    <a:pt x="249" y="267"/>
                    <a:pt x="238" y="296"/>
                    <a:pt x="241" y="360"/>
                  </a:cubicBezTo>
                  <a:cubicBezTo>
                    <a:pt x="244" y="424"/>
                    <a:pt x="321" y="389"/>
                    <a:pt x="336" y="376"/>
                  </a:cubicBezTo>
                  <a:cubicBezTo>
                    <a:pt x="351" y="362"/>
                    <a:pt x="384" y="347"/>
                    <a:pt x="403" y="339"/>
                  </a:cubicBezTo>
                  <a:cubicBezTo>
                    <a:pt x="473" y="308"/>
                    <a:pt x="472" y="206"/>
                    <a:pt x="457" y="157"/>
                  </a:cubicBezTo>
                  <a:close/>
                  <a:moveTo>
                    <a:pt x="241" y="235"/>
                  </a:moveTo>
                  <a:cubicBezTo>
                    <a:pt x="233" y="235"/>
                    <a:pt x="227" y="232"/>
                    <a:pt x="227" y="229"/>
                  </a:cubicBezTo>
                  <a:cubicBezTo>
                    <a:pt x="227" y="225"/>
                    <a:pt x="233" y="222"/>
                    <a:pt x="241" y="222"/>
                  </a:cubicBezTo>
                  <a:cubicBezTo>
                    <a:pt x="248" y="222"/>
                    <a:pt x="254" y="225"/>
                    <a:pt x="254" y="229"/>
                  </a:cubicBezTo>
                  <a:cubicBezTo>
                    <a:pt x="254" y="232"/>
                    <a:pt x="248" y="235"/>
                    <a:pt x="241" y="23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8617" name="Spinal-cord-cross-section-illustration">
            <a:extLst>
              <a:ext uri="{FF2B5EF4-FFF2-40B4-BE49-F238E27FC236}">
                <a16:creationId xmlns:a16="http://schemas.microsoft.com/office/drawing/2014/main" id="{9AEEA543-70B9-4ED4-A446-9787CEF7B50B}"/>
              </a:ext>
            </a:extLst>
          </p:cNvPr>
          <p:cNvGrpSpPr>
            <a:grpSpLocks/>
          </p:cNvGrpSpPr>
          <p:nvPr/>
        </p:nvGrpSpPr>
        <p:grpSpPr bwMode="auto">
          <a:xfrm>
            <a:off x="3332163" y="4646613"/>
            <a:ext cx="954087" cy="698500"/>
            <a:chOff x="1139" y="2927"/>
            <a:chExt cx="601" cy="440"/>
          </a:xfrm>
        </p:grpSpPr>
        <p:sp>
          <p:nvSpPr>
            <p:cNvPr id="68674" name="Freeform 646">
              <a:extLst>
                <a:ext uri="{FF2B5EF4-FFF2-40B4-BE49-F238E27FC236}">
                  <a16:creationId xmlns:a16="http://schemas.microsoft.com/office/drawing/2014/main" id="{0B26F64D-EE88-40CA-AB77-BBB50D5546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9" y="2927"/>
              <a:ext cx="601" cy="440"/>
            </a:xfrm>
            <a:custGeom>
              <a:avLst/>
              <a:gdLst>
                <a:gd name="T0" fmla="*/ 506 w 605"/>
                <a:gd name="T1" fmla="*/ 111 h 416"/>
                <a:gd name="T2" fmla="*/ 456 w 605"/>
                <a:gd name="T3" fmla="*/ 62 h 416"/>
                <a:gd name="T4" fmla="*/ 398 w 605"/>
                <a:gd name="T5" fmla="*/ 17 h 416"/>
                <a:gd name="T6" fmla="*/ 349 w 605"/>
                <a:gd name="T7" fmla="*/ 2 h 416"/>
                <a:gd name="T8" fmla="*/ 297 w 605"/>
                <a:gd name="T9" fmla="*/ 25 h 416"/>
                <a:gd name="T10" fmla="*/ 295 w 605"/>
                <a:gd name="T11" fmla="*/ 25 h 416"/>
                <a:gd name="T12" fmla="*/ 243 w 605"/>
                <a:gd name="T13" fmla="*/ 2 h 416"/>
                <a:gd name="T14" fmla="*/ 195 w 605"/>
                <a:gd name="T15" fmla="*/ 17 h 416"/>
                <a:gd name="T16" fmla="*/ 136 w 605"/>
                <a:gd name="T17" fmla="*/ 62 h 416"/>
                <a:gd name="T18" fmla="*/ 87 w 605"/>
                <a:gd name="T19" fmla="*/ 111 h 416"/>
                <a:gd name="T20" fmla="*/ 70 w 605"/>
                <a:gd name="T21" fmla="*/ 383 h 416"/>
                <a:gd name="T22" fmla="*/ 243 w 605"/>
                <a:gd name="T23" fmla="*/ 481 h 416"/>
                <a:gd name="T24" fmla="*/ 287 w 605"/>
                <a:gd name="T25" fmla="*/ 383 h 416"/>
                <a:gd name="T26" fmla="*/ 291 w 605"/>
                <a:gd name="T27" fmla="*/ 298 h 416"/>
                <a:gd name="T28" fmla="*/ 302 w 605"/>
                <a:gd name="T29" fmla="*/ 298 h 416"/>
                <a:gd name="T30" fmla="*/ 306 w 605"/>
                <a:gd name="T31" fmla="*/ 383 h 416"/>
                <a:gd name="T32" fmla="*/ 349 w 605"/>
                <a:gd name="T33" fmla="*/ 481 h 416"/>
                <a:gd name="T34" fmla="*/ 523 w 605"/>
                <a:gd name="T35" fmla="*/ 383 h 416"/>
                <a:gd name="T36" fmla="*/ 506 w 605"/>
                <a:gd name="T37" fmla="*/ 111 h 416"/>
                <a:gd name="T38" fmla="*/ 297 w 605"/>
                <a:gd name="T39" fmla="*/ 272 h 416"/>
                <a:gd name="T40" fmla="*/ 281 w 605"/>
                <a:gd name="T41" fmla="*/ 264 h 416"/>
                <a:gd name="T42" fmla="*/ 297 w 605"/>
                <a:gd name="T43" fmla="*/ 255 h 416"/>
                <a:gd name="T44" fmla="*/ 313 w 605"/>
                <a:gd name="T45" fmla="*/ 264 h 416"/>
                <a:gd name="T46" fmla="*/ 297 w 605"/>
                <a:gd name="T47" fmla="*/ 272 h 41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5" h="416">
                  <a:moveTo>
                    <a:pt x="515" y="94"/>
                  </a:moveTo>
                  <a:cubicBezTo>
                    <a:pt x="494" y="63"/>
                    <a:pt x="485" y="74"/>
                    <a:pt x="465" y="53"/>
                  </a:cubicBezTo>
                  <a:cubicBezTo>
                    <a:pt x="445" y="32"/>
                    <a:pt x="428" y="13"/>
                    <a:pt x="407" y="14"/>
                  </a:cubicBezTo>
                  <a:cubicBezTo>
                    <a:pt x="385" y="16"/>
                    <a:pt x="375" y="0"/>
                    <a:pt x="355" y="2"/>
                  </a:cubicBezTo>
                  <a:cubicBezTo>
                    <a:pt x="307" y="5"/>
                    <a:pt x="303" y="22"/>
                    <a:pt x="303" y="22"/>
                  </a:cubicBezTo>
                  <a:cubicBezTo>
                    <a:pt x="301" y="22"/>
                    <a:pt x="301" y="22"/>
                    <a:pt x="301" y="22"/>
                  </a:cubicBezTo>
                  <a:cubicBezTo>
                    <a:pt x="301" y="22"/>
                    <a:pt x="297" y="5"/>
                    <a:pt x="249" y="2"/>
                  </a:cubicBezTo>
                  <a:cubicBezTo>
                    <a:pt x="230" y="0"/>
                    <a:pt x="220" y="16"/>
                    <a:pt x="198" y="14"/>
                  </a:cubicBezTo>
                  <a:cubicBezTo>
                    <a:pt x="176" y="13"/>
                    <a:pt x="160" y="32"/>
                    <a:pt x="139" y="53"/>
                  </a:cubicBezTo>
                  <a:cubicBezTo>
                    <a:pt x="119" y="74"/>
                    <a:pt x="111" y="63"/>
                    <a:pt x="90" y="94"/>
                  </a:cubicBezTo>
                  <a:cubicBezTo>
                    <a:pt x="68" y="126"/>
                    <a:pt x="0" y="231"/>
                    <a:pt x="70" y="323"/>
                  </a:cubicBezTo>
                  <a:cubicBezTo>
                    <a:pt x="140" y="416"/>
                    <a:pt x="188" y="411"/>
                    <a:pt x="249" y="407"/>
                  </a:cubicBezTo>
                  <a:cubicBezTo>
                    <a:pt x="310" y="402"/>
                    <a:pt x="294" y="362"/>
                    <a:pt x="293" y="323"/>
                  </a:cubicBezTo>
                  <a:cubicBezTo>
                    <a:pt x="292" y="284"/>
                    <a:pt x="287" y="257"/>
                    <a:pt x="297" y="252"/>
                  </a:cubicBezTo>
                  <a:cubicBezTo>
                    <a:pt x="308" y="252"/>
                    <a:pt x="308" y="252"/>
                    <a:pt x="308" y="252"/>
                  </a:cubicBezTo>
                  <a:cubicBezTo>
                    <a:pt x="318" y="257"/>
                    <a:pt x="312" y="284"/>
                    <a:pt x="312" y="323"/>
                  </a:cubicBezTo>
                  <a:cubicBezTo>
                    <a:pt x="311" y="362"/>
                    <a:pt x="294" y="402"/>
                    <a:pt x="355" y="407"/>
                  </a:cubicBezTo>
                  <a:cubicBezTo>
                    <a:pt x="416" y="411"/>
                    <a:pt x="464" y="416"/>
                    <a:pt x="534" y="323"/>
                  </a:cubicBezTo>
                  <a:cubicBezTo>
                    <a:pt x="605" y="231"/>
                    <a:pt x="536" y="126"/>
                    <a:pt x="515" y="94"/>
                  </a:cubicBezTo>
                  <a:close/>
                  <a:moveTo>
                    <a:pt x="303" y="230"/>
                  </a:moveTo>
                  <a:cubicBezTo>
                    <a:pt x="294" y="230"/>
                    <a:pt x="287" y="227"/>
                    <a:pt x="287" y="223"/>
                  </a:cubicBezTo>
                  <a:cubicBezTo>
                    <a:pt x="287" y="219"/>
                    <a:pt x="294" y="216"/>
                    <a:pt x="303" y="216"/>
                  </a:cubicBezTo>
                  <a:cubicBezTo>
                    <a:pt x="312" y="216"/>
                    <a:pt x="319" y="219"/>
                    <a:pt x="319" y="223"/>
                  </a:cubicBezTo>
                  <a:cubicBezTo>
                    <a:pt x="319" y="227"/>
                    <a:pt x="312" y="230"/>
                    <a:pt x="303" y="230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5" name="Freeform 647">
              <a:extLst>
                <a:ext uri="{FF2B5EF4-FFF2-40B4-BE49-F238E27FC236}">
                  <a16:creationId xmlns:a16="http://schemas.microsoft.com/office/drawing/2014/main" id="{A7C010B5-57C7-4AF7-AF4C-7AB2CD1B86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7" y="2977"/>
              <a:ext cx="463" cy="345"/>
            </a:xfrm>
            <a:custGeom>
              <a:avLst/>
              <a:gdLst>
                <a:gd name="T0" fmla="*/ 406 w 467"/>
                <a:gd name="T1" fmla="*/ 201 h 326"/>
                <a:gd name="T2" fmla="*/ 396 w 467"/>
                <a:gd name="T3" fmla="*/ 96 h 326"/>
                <a:gd name="T4" fmla="*/ 399 w 467"/>
                <a:gd name="T5" fmla="*/ 23 h 326"/>
                <a:gd name="T6" fmla="*/ 337 w 467"/>
                <a:gd name="T7" fmla="*/ 38 h 326"/>
                <a:gd name="T8" fmla="*/ 286 w 467"/>
                <a:gd name="T9" fmla="*/ 121 h 326"/>
                <a:gd name="T10" fmla="*/ 240 w 467"/>
                <a:gd name="T11" fmla="*/ 195 h 326"/>
                <a:gd name="T12" fmla="*/ 215 w 467"/>
                <a:gd name="T13" fmla="*/ 195 h 326"/>
                <a:gd name="T14" fmla="*/ 170 w 467"/>
                <a:gd name="T15" fmla="*/ 121 h 326"/>
                <a:gd name="T16" fmla="*/ 118 w 467"/>
                <a:gd name="T17" fmla="*/ 38 h 326"/>
                <a:gd name="T18" fmla="*/ 58 w 467"/>
                <a:gd name="T19" fmla="*/ 23 h 326"/>
                <a:gd name="T20" fmla="*/ 59 w 467"/>
                <a:gd name="T21" fmla="*/ 96 h 326"/>
                <a:gd name="T22" fmla="*/ 48 w 467"/>
                <a:gd name="T23" fmla="*/ 201 h 326"/>
                <a:gd name="T24" fmla="*/ 39 w 467"/>
                <a:gd name="T25" fmla="*/ 295 h 326"/>
                <a:gd name="T26" fmla="*/ 118 w 467"/>
                <a:gd name="T27" fmla="*/ 351 h 326"/>
                <a:gd name="T28" fmla="*/ 147 w 467"/>
                <a:gd name="T29" fmla="*/ 349 h 326"/>
                <a:gd name="T30" fmla="*/ 173 w 467"/>
                <a:gd name="T31" fmla="*/ 270 h 326"/>
                <a:gd name="T32" fmla="*/ 208 w 467"/>
                <a:gd name="T33" fmla="*/ 223 h 326"/>
                <a:gd name="T34" fmla="*/ 246 w 467"/>
                <a:gd name="T35" fmla="*/ 223 h 326"/>
                <a:gd name="T36" fmla="*/ 283 w 467"/>
                <a:gd name="T37" fmla="*/ 270 h 326"/>
                <a:gd name="T38" fmla="*/ 308 w 467"/>
                <a:gd name="T39" fmla="*/ 349 h 326"/>
                <a:gd name="T40" fmla="*/ 336 w 467"/>
                <a:gd name="T41" fmla="*/ 351 h 326"/>
                <a:gd name="T42" fmla="*/ 416 w 467"/>
                <a:gd name="T43" fmla="*/ 295 h 326"/>
                <a:gd name="T44" fmla="*/ 406 w 467"/>
                <a:gd name="T45" fmla="*/ 201 h 326"/>
                <a:gd name="T46" fmla="*/ 229 w 467"/>
                <a:gd name="T47" fmla="*/ 217 h 326"/>
                <a:gd name="T48" fmla="*/ 213 w 467"/>
                <a:gd name="T49" fmla="*/ 208 h 326"/>
                <a:gd name="T50" fmla="*/ 229 w 467"/>
                <a:gd name="T51" fmla="*/ 200 h 326"/>
                <a:gd name="T52" fmla="*/ 245 w 467"/>
                <a:gd name="T53" fmla="*/ 208 h 326"/>
                <a:gd name="T54" fmla="*/ 229 w 467"/>
                <a:gd name="T55" fmla="*/ 217 h 32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7" h="326">
                  <a:moveTo>
                    <a:pt x="418" y="170"/>
                  </a:moveTo>
                  <a:cubicBezTo>
                    <a:pt x="387" y="150"/>
                    <a:pt x="380" y="124"/>
                    <a:pt x="405" y="81"/>
                  </a:cubicBezTo>
                  <a:cubicBezTo>
                    <a:pt x="429" y="39"/>
                    <a:pt x="408" y="20"/>
                    <a:pt x="408" y="20"/>
                  </a:cubicBezTo>
                  <a:cubicBezTo>
                    <a:pt x="408" y="20"/>
                    <a:pt x="365" y="0"/>
                    <a:pt x="346" y="32"/>
                  </a:cubicBezTo>
                  <a:cubicBezTo>
                    <a:pt x="327" y="64"/>
                    <a:pt x="286" y="49"/>
                    <a:pt x="293" y="102"/>
                  </a:cubicBezTo>
                  <a:cubicBezTo>
                    <a:pt x="301" y="155"/>
                    <a:pt x="288" y="168"/>
                    <a:pt x="246" y="164"/>
                  </a:cubicBezTo>
                  <a:cubicBezTo>
                    <a:pt x="221" y="164"/>
                    <a:pt x="221" y="164"/>
                    <a:pt x="221" y="164"/>
                  </a:cubicBezTo>
                  <a:cubicBezTo>
                    <a:pt x="179" y="168"/>
                    <a:pt x="166" y="155"/>
                    <a:pt x="173" y="102"/>
                  </a:cubicBezTo>
                  <a:cubicBezTo>
                    <a:pt x="180" y="49"/>
                    <a:pt x="140" y="64"/>
                    <a:pt x="121" y="32"/>
                  </a:cubicBezTo>
                  <a:cubicBezTo>
                    <a:pt x="101" y="0"/>
                    <a:pt x="58" y="20"/>
                    <a:pt x="58" y="20"/>
                  </a:cubicBezTo>
                  <a:cubicBezTo>
                    <a:pt x="58" y="20"/>
                    <a:pt x="38" y="39"/>
                    <a:pt x="62" y="81"/>
                  </a:cubicBezTo>
                  <a:cubicBezTo>
                    <a:pt x="86" y="124"/>
                    <a:pt x="80" y="150"/>
                    <a:pt x="48" y="170"/>
                  </a:cubicBezTo>
                  <a:cubicBezTo>
                    <a:pt x="17" y="190"/>
                    <a:pt x="0" y="213"/>
                    <a:pt x="39" y="249"/>
                  </a:cubicBezTo>
                  <a:cubicBezTo>
                    <a:pt x="78" y="286"/>
                    <a:pt x="59" y="326"/>
                    <a:pt x="121" y="297"/>
                  </a:cubicBezTo>
                  <a:cubicBezTo>
                    <a:pt x="130" y="293"/>
                    <a:pt x="134" y="286"/>
                    <a:pt x="150" y="295"/>
                  </a:cubicBezTo>
                  <a:cubicBezTo>
                    <a:pt x="165" y="303"/>
                    <a:pt x="210" y="278"/>
                    <a:pt x="178" y="228"/>
                  </a:cubicBezTo>
                  <a:cubicBezTo>
                    <a:pt x="146" y="179"/>
                    <a:pt x="183" y="190"/>
                    <a:pt x="214" y="188"/>
                  </a:cubicBezTo>
                  <a:cubicBezTo>
                    <a:pt x="252" y="188"/>
                    <a:pt x="252" y="188"/>
                    <a:pt x="252" y="188"/>
                  </a:cubicBezTo>
                  <a:cubicBezTo>
                    <a:pt x="283" y="190"/>
                    <a:pt x="321" y="179"/>
                    <a:pt x="289" y="228"/>
                  </a:cubicBezTo>
                  <a:cubicBezTo>
                    <a:pt x="257" y="278"/>
                    <a:pt x="301" y="303"/>
                    <a:pt x="317" y="295"/>
                  </a:cubicBezTo>
                  <a:cubicBezTo>
                    <a:pt x="333" y="286"/>
                    <a:pt x="336" y="293"/>
                    <a:pt x="345" y="297"/>
                  </a:cubicBezTo>
                  <a:cubicBezTo>
                    <a:pt x="407" y="326"/>
                    <a:pt x="388" y="286"/>
                    <a:pt x="428" y="249"/>
                  </a:cubicBezTo>
                  <a:cubicBezTo>
                    <a:pt x="467" y="213"/>
                    <a:pt x="450" y="190"/>
                    <a:pt x="418" y="170"/>
                  </a:cubicBezTo>
                  <a:close/>
                  <a:moveTo>
                    <a:pt x="235" y="183"/>
                  </a:moveTo>
                  <a:cubicBezTo>
                    <a:pt x="226" y="183"/>
                    <a:pt x="219" y="180"/>
                    <a:pt x="219" y="176"/>
                  </a:cubicBezTo>
                  <a:cubicBezTo>
                    <a:pt x="219" y="172"/>
                    <a:pt x="226" y="169"/>
                    <a:pt x="235" y="169"/>
                  </a:cubicBezTo>
                  <a:cubicBezTo>
                    <a:pt x="244" y="169"/>
                    <a:pt x="251" y="172"/>
                    <a:pt x="251" y="176"/>
                  </a:cubicBezTo>
                  <a:cubicBezTo>
                    <a:pt x="251" y="180"/>
                    <a:pt x="244" y="183"/>
                    <a:pt x="235" y="183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6" name="Freeform 648">
              <a:extLst>
                <a:ext uri="{FF2B5EF4-FFF2-40B4-BE49-F238E27FC236}">
                  <a16:creationId xmlns:a16="http://schemas.microsoft.com/office/drawing/2014/main" id="{189DC774-A2B8-4CBF-8712-5A5F1425F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977"/>
              <a:ext cx="463" cy="345"/>
            </a:xfrm>
            <a:custGeom>
              <a:avLst/>
              <a:gdLst>
                <a:gd name="T0" fmla="*/ 406 w 467"/>
                <a:gd name="T1" fmla="*/ 201 h 326"/>
                <a:gd name="T2" fmla="*/ 396 w 467"/>
                <a:gd name="T3" fmla="*/ 96 h 326"/>
                <a:gd name="T4" fmla="*/ 399 w 467"/>
                <a:gd name="T5" fmla="*/ 23 h 326"/>
                <a:gd name="T6" fmla="*/ 337 w 467"/>
                <a:gd name="T7" fmla="*/ 38 h 326"/>
                <a:gd name="T8" fmla="*/ 286 w 467"/>
                <a:gd name="T9" fmla="*/ 121 h 326"/>
                <a:gd name="T10" fmla="*/ 240 w 467"/>
                <a:gd name="T11" fmla="*/ 195 h 326"/>
                <a:gd name="T12" fmla="*/ 215 w 467"/>
                <a:gd name="T13" fmla="*/ 195 h 326"/>
                <a:gd name="T14" fmla="*/ 170 w 467"/>
                <a:gd name="T15" fmla="*/ 121 h 326"/>
                <a:gd name="T16" fmla="*/ 118 w 467"/>
                <a:gd name="T17" fmla="*/ 38 h 326"/>
                <a:gd name="T18" fmla="*/ 58 w 467"/>
                <a:gd name="T19" fmla="*/ 23 h 326"/>
                <a:gd name="T20" fmla="*/ 59 w 467"/>
                <a:gd name="T21" fmla="*/ 96 h 326"/>
                <a:gd name="T22" fmla="*/ 48 w 467"/>
                <a:gd name="T23" fmla="*/ 201 h 326"/>
                <a:gd name="T24" fmla="*/ 39 w 467"/>
                <a:gd name="T25" fmla="*/ 295 h 326"/>
                <a:gd name="T26" fmla="*/ 118 w 467"/>
                <a:gd name="T27" fmla="*/ 351 h 326"/>
                <a:gd name="T28" fmla="*/ 147 w 467"/>
                <a:gd name="T29" fmla="*/ 349 h 326"/>
                <a:gd name="T30" fmla="*/ 173 w 467"/>
                <a:gd name="T31" fmla="*/ 270 h 326"/>
                <a:gd name="T32" fmla="*/ 208 w 467"/>
                <a:gd name="T33" fmla="*/ 223 h 326"/>
                <a:gd name="T34" fmla="*/ 246 w 467"/>
                <a:gd name="T35" fmla="*/ 223 h 326"/>
                <a:gd name="T36" fmla="*/ 283 w 467"/>
                <a:gd name="T37" fmla="*/ 270 h 326"/>
                <a:gd name="T38" fmla="*/ 308 w 467"/>
                <a:gd name="T39" fmla="*/ 349 h 326"/>
                <a:gd name="T40" fmla="*/ 336 w 467"/>
                <a:gd name="T41" fmla="*/ 351 h 326"/>
                <a:gd name="T42" fmla="*/ 415 w 467"/>
                <a:gd name="T43" fmla="*/ 295 h 326"/>
                <a:gd name="T44" fmla="*/ 406 w 467"/>
                <a:gd name="T45" fmla="*/ 201 h 3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67" h="326">
                  <a:moveTo>
                    <a:pt x="418" y="170"/>
                  </a:moveTo>
                  <a:cubicBezTo>
                    <a:pt x="387" y="150"/>
                    <a:pt x="380" y="124"/>
                    <a:pt x="405" y="81"/>
                  </a:cubicBezTo>
                  <a:cubicBezTo>
                    <a:pt x="429" y="39"/>
                    <a:pt x="408" y="20"/>
                    <a:pt x="408" y="20"/>
                  </a:cubicBezTo>
                  <a:cubicBezTo>
                    <a:pt x="408" y="20"/>
                    <a:pt x="365" y="0"/>
                    <a:pt x="346" y="32"/>
                  </a:cubicBezTo>
                  <a:cubicBezTo>
                    <a:pt x="327" y="64"/>
                    <a:pt x="286" y="49"/>
                    <a:pt x="293" y="102"/>
                  </a:cubicBezTo>
                  <a:cubicBezTo>
                    <a:pt x="301" y="155"/>
                    <a:pt x="288" y="168"/>
                    <a:pt x="246" y="164"/>
                  </a:cubicBezTo>
                  <a:cubicBezTo>
                    <a:pt x="221" y="164"/>
                    <a:pt x="221" y="164"/>
                    <a:pt x="221" y="164"/>
                  </a:cubicBezTo>
                  <a:cubicBezTo>
                    <a:pt x="179" y="168"/>
                    <a:pt x="166" y="155"/>
                    <a:pt x="173" y="102"/>
                  </a:cubicBezTo>
                  <a:cubicBezTo>
                    <a:pt x="180" y="49"/>
                    <a:pt x="140" y="64"/>
                    <a:pt x="121" y="32"/>
                  </a:cubicBezTo>
                  <a:cubicBezTo>
                    <a:pt x="101" y="0"/>
                    <a:pt x="58" y="20"/>
                    <a:pt x="58" y="20"/>
                  </a:cubicBezTo>
                  <a:cubicBezTo>
                    <a:pt x="58" y="20"/>
                    <a:pt x="38" y="39"/>
                    <a:pt x="62" y="81"/>
                  </a:cubicBezTo>
                  <a:cubicBezTo>
                    <a:pt x="86" y="124"/>
                    <a:pt x="80" y="150"/>
                    <a:pt x="48" y="170"/>
                  </a:cubicBezTo>
                  <a:cubicBezTo>
                    <a:pt x="17" y="190"/>
                    <a:pt x="0" y="213"/>
                    <a:pt x="39" y="249"/>
                  </a:cubicBezTo>
                  <a:cubicBezTo>
                    <a:pt x="78" y="286"/>
                    <a:pt x="59" y="326"/>
                    <a:pt x="121" y="297"/>
                  </a:cubicBezTo>
                  <a:cubicBezTo>
                    <a:pt x="130" y="293"/>
                    <a:pt x="134" y="286"/>
                    <a:pt x="150" y="295"/>
                  </a:cubicBezTo>
                  <a:cubicBezTo>
                    <a:pt x="165" y="303"/>
                    <a:pt x="210" y="278"/>
                    <a:pt x="178" y="228"/>
                  </a:cubicBezTo>
                  <a:cubicBezTo>
                    <a:pt x="146" y="179"/>
                    <a:pt x="183" y="190"/>
                    <a:pt x="214" y="188"/>
                  </a:cubicBezTo>
                  <a:cubicBezTo>
                    <a:pt x="252" y="188"/>
                    <a:pt x="252" y="188"/>
                    <a:pt x="252" y="188"/>
                  </a:cubicBezTo>
                  <a:cubicBezTo>
                    <a:pt x="283" y="190"/>
                    <a:pt x="321" y="179"/>
                    <a:pt x="289" y="228"/>
                  </a:cubicBezTo>
                  <a:cubicBezTo>
                    <a:pt x="257" y="278"/>
                    <a:pt x="301" y="303"/>
                    <a:pt x="317" y="295"/>
                  </a:cubicBezTo>
                  <a:cubicBezTo>
                    <a:pt x="333" y="286"/>
                    <a:pt x="336" y="293"/>
                    <a:pt x="345" y="297"/>
                  </a:cubicBezTo>
                  <a:cubicBezTo>
                    <a:pt x="407" y="326"/>
                    <a:pt x="388" y="286"/>
                    <a:pt x="427" y="249"/>
                  </a:cubicBezTo>
                  <a:cubicBezTo>
                    <a:pt x="467" y="213"/>
                    <a:pt x="450" y="190"/>
                    <a:pt x="418" y="17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7" name="Freeform 649">
              <a:extLst>
                <a:ext uri="{FF2B5EF4-FFF2-40B4-BE49-F238E27FC236}">
                  <a16:creationId xmlns:a16="http://schemas.microsoft.com/office/drawing/2014/main" id="{F60A9AD5-B6B5-41F6-B948-DC41D14F0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193"/>
              <a:ext cx="52" cy="82"/>
            </a:xfrm>
            <a:custGeom>
              <a:avLst/>
              <a:gdLst>
                <a:gd name="T0" fmla="*/ 5 w 53"/>
                <a:gd name="T1" fmla="*/ 0 h 78"/>
                <a:gd name="T2" fmla="*/ 15 w 53"/>
                <a:gd name="T3" fmla="*/ 36 h 78"/>
                <a:gd name="T4" fmla="*/ 50 w 53"/>
                <a:gd name="T5" fmla="*/ 90 h 78"/>
                <a:gd name="T6" fmla="*/ 20 w 53"/>
                <a:gd name="T7" fmla="*/ 37 h 78"/>
                <a:gd name="T8" fmla="*/ 5 w 53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8">
                  <a:moveTo>
                    <a:pt x="5" y="0"/>
                  </a:moveTo>
                  <a:cubicBezTo>
                    <a:pt x="5" y="0"/>
                    <a:pt x="0" y="18"/>
                    <a:pt x="15" y="30"/>
                  </a:cubicBezTo>
                  <a:cubicBezTo>
                    <a:pt x="30" y="42"/>
                    <a:pt x="50" y="71"/>
                    <a:pt x="53" y="78"/>
                  </a:cubicBezTo>
                  <a:cubicBezTo>
                    <a:pt x="53" y="78"/>
                    <a:pt x="33" y="38"/>
                    <a:pt x="20" y="31"/>
                  </a:cubicBezTo>
                  <a:cubicBezTo>
                    <a:pt x="7" y="23"/>
                    <a:pt x="3" y="9"/>
                    <a:pt x="5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8" name="Freeform 650">
              <a:extLst>
                <a:ext uri="{FF2B5EF4-FFF2-40B4-BE49-F238E27FC236}">
                  <a16:creationId xmlns:a16="http://schemas.microsoft.com/office/drawing/2014/main" id="{20934E44-AB76-4841-8E26-1DEC802E5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3002"/>
              <a:ext cx="33" cy="74"/>
            </a:xfrm>
            <a:custGeom>
              <a:avLst/>
              <a:gdLst>
                <a:gd name="T0" fmla="*/ 20 w 33"/>
                <a:gd name="T1" fmla="*/ 0 h 70"/>
                <a:gd name="T2" fmla="*/ 33 w 33"/>
                <a:gd name="T3" fmla="*/ 82 h 70"/>
                <a:gd name="T4" fmla="*/ 20 w 3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0">
                  <a:moveTo>
                    <a:pt x="20" y="0"/>
                  </a:moveTo>
                  <a:cubicBezTo>
                    <a:pt x="20" y="0"/>
                    <a:pt x="0" y="16"/>
                    <a:pt x="33" y="70"/>
                  </a:cubicBezTo>
                  <a:cubicBezTo>
                    <a:pt x="33" y="70"/>
                    <a:pt x="9" y="27"/>
                    <a:pt x="2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9" name="Freeform 651">
              <a:extLst>
                <a:ext uri="{FF2B5EF4-FFF2-40B4-BE49-F238E27FC236}">
                  <a16:creationId xmlns:a16="http://schemas.microsoft.com/office/drawing/2014/main" id="{CB56F9FD-5F6D-4245-9D1A-D79E11947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3079"/>
              <a:ext cx="21" cy="65"/>
            </a:xfrm>
            <a:custGeom>
              <a:avLst/>
              <a:gdLst>
                <a:gd name="T0" fmla="*/ 14 w 22"/>
                <a:gd name="T1" fmla="*/ 0 h 61"/>
                <a:gd name="T2" fmla="*/ 19 w 22"/>
                <a:gd name="T3" fmla="*/ 72 h 61"/>
                <a:gd name="T4" fmla="*/ 14 w 22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1">
                  <a:moveTo>
                    <a:pt x="17" y="0"/>
                  </a:moveTo>
                  <a:cubicBezTo>
                    <a:pt x="17" y="0"/>
                    <a:pt x="7" y="48"/>
                    <a:pt x="22" y="60"/>
                  </a:cubicBezTo>
                  <a:cubicBezTo>
                    <a:pt x="22" y="60"/>
                    <a:pt x="0" y="61"/>
                    <a:pt x="17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0" name="Freeform 652">
              <a:extLst>
                <a:ext uri="{FF2B5EF4-FFF2-40B4-BE49-F238E27FC236}">
                  <a16:creationId xmlns:a16="http://schemas.microsoft.com/office/drawing/2014/main" id="{71EECFD0-F900-4FD6-A09A-D4589E1D8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3176"/>
              <a:ext cx="32" cy="55"/>
            </a:xfrm>
            <a:custGeom>
              <a:avLst/>
              <a:gdLst>
                <a:gd name="T0" fmla="*/ 16 w 33"/>
                <a:gd name="T1" fmla="*/ 0 h 52"/>
                <a:gd name="T2" fmla="*/ 0 w 33"/>
                <a:gd name="T3" fmla="*/ 61 h 52"/>
                <a:gd name="T4" fmla="*/ 16 w 3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2">
                  <a:moveTo>
                    <a:pt x="17" y="0"/>
                  </a:moveTo>
                  <a:cubicBezTo>
                    <a:pt x="17" y="0"/>
                    <a:pt x="28" y="11"/>
                    <a:pt x="0" y="52"/>
                  </a:cubicBezTo>
                  <a:cubicBezTo>
                    <a:pt x="0" y="52"/>
                    <a:pt x="33" y="13"/>
                    <a:pt x="17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1" name="Freeform 653">
              <a:extLst>
                <a:ext uri="{FF2B5EF4-FFF2-40B4-BE49-F238E27FC236}">
                  <a16:creationId xmlns:a16="http://schemas.microsoft.com/office/drawing/2014/main" id="{0C842C3F-4BEF-40F4-9B5E-58B1473FA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3038"/>
              <a:ext cx="87" cy="131"/>
            </a:xfrm>
            <a:custGeom>
              <a:avLst/>
              <a:gdLst>
                <a:gd name="T0" fmla="*/ 72 w 87"/>
                <a:gd name="T1" fmla="*/ 0 h 124"/>
                <a:gd name="T2" fmla="*/ 87 w 87"/>
                <a:gd name="T3" fmla="*/ 146 h 124"/>
                <a:gd name="T4" fmla="*/ 72 w 87"/>
                <a:gd name="T5" fmla="*/ 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4">
                  <a:moveTo>
                    <a:pt x="72" y="0"/>
                  </a:moveTo>
                  <a:cubicBezTo>
                    <a:pt x="72" y="0"/>
                    <a:pt x="7" y="87"/>
                    <a:pt x="87" y="124"/>
                  </a:cubicBezTo>
                  <a:cubicBezTo>
                    <a:pt x="87" y="124"/>
                    <a:pt x="0" y="98"/>
                    <a:pt x="72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2" name="Freeform 654">
              <a:extLst>
                <a:ext uri="{FF2B5EF4-FFF2-40B4-BE49-F238E27FC236}">
                  <a16:creationId xmlns:a16="http://schemas.microsoft.com/office/drawing/2014/main" id="{F4F7548A-157E-47D9-BE35-584DE1F55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157"/>
              <a:ext cx="13" cy="11"/>
            </a:xfrm>
            <a:custGeom>
              <a:avLst/>
              <a:gdLst>
                <a:gd name="T0" fmla="*/ 12 w 13"/>
                <a:gd name="T1" fmla="*/ 0 h 11"/>
                <a:gd name="T2" fmla="*/ 13 w 13"/>
                <a:gd name="T3" fmla="*/ 11 h 11"/>
                <a:gd name="T4" fmla="*/ 12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2" y="0"/>
                  </a:moveTo>
                  <a:cubicBezTo>
                    <a:pt x="12" y="0"/>
                    <a:pt x="6" y="7"/>
                    <a:pt x="13" y="11"/>
                  </a:cubicBezTo>
                  <a:cubicBezTo>
                    <a:pt x="13" y="11"/>
                    <a:pt x="0" y="5"/>
                    <a:pt x="12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3" name="Freeform 655">
              <a:extLst>
                <a:ext uri="{FF2B5EF4-FFF2-40B4-BE49-F238E27FC236}">
                  <a16:creationId xmlns:a16="http://schemas.microsoft.com/office/drawing/2014/main" id="{EB5ED211-5B00-4480-9AEC-32BE2163A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950"/>
              <a:ext cx="9" cy="191"/>
            </a:xfrm>
            <a:custGeom>
              <a:avLst/>
              <a:gdLst>
                <a:gd name="T0" fmla="*/ 2 w 9"/>
                <a:gd name="T1" fmla="*/ 0 h 180"/>
                <a:gd name="T2" fmla="*/ 2 w 9"/>
                <a:gd name="T3" fmla="*/ 215 h 180"/>
                <a:gd name="T4" fmla="*/ 6 w 9"/>
                <a:gd name="T5" fmla="*/ 0 h 180"/>
                <a:gd name="T6" fmla="*/ 2 w 9"/>
                <a:gd name="T7" fmla="*/ 0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0">
                  <a:moveTo>
                    <a:pt x="2" y="0"/>
                  </a:moveTo>
                  <a:cubicBezTo>
                    <a:pt x="2" y="0"/>
                    <a:pt x="0" y="168"/>
                    <a:pt x="2" y="180"/>
                  </a:cubicBezTo>
                  <a:cubicBezTo>
                    <a:pt x="2" y="180"/>
                    <a:pt x="9" y="12"/>
                    <a:pt x="6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4" name="Freeform 656">
              <a:extLst>
                <a:ext uri="{FF2B5EF4-FFF2-40B4-BE49-F238E27FC236}">
                  <a16:creationId xmlns:a16="http://schemas.microsoft.com/office/drawing/2014/main" id="{1FABABB6-0609-41C6-83F2-C796A8DCC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2929"/>
              <a:ext cx="76" cy="130"/>
            </a:xfrm>
            <a:custGeom>
              <a:avLst/>
              <a:gdLst>
                <a:gd name="T0" fmla="*/ 68 w 77"/>
                <a:gd name="T1" fmla="*/ 145 h 123"/>
                <a:gd name="T2" fmla="*/ 62 w 77"/>
                <a:gd name="T3" fmla="*/ 22 h 123"/>
                <a:gd name="T4" fmla="*/ 0 w 77"/>
                <a:gd name="T5" fmla="*/ 16 h 123"/>
                <a:gd name="T6" fmla="*/ 56 w 77"/>
                <a:gd name="T7" fmla="*/ 38 h 123"/>
                <a:gd name="T8" fmla="*/ 68 w 77"/>
                <a:gd name="T9" fmla="*/ 145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23">
                  <a:moveTo>
                    <a:pt x="71" y="123"/>
                  </a:moveTo>
                  <a:cubicBezTo>
                    <a:pt x="71" y="123"/>
                    <a:pt x="77" y="31"/>
                    <a:pt x="65" y="19"/>
                  </a:cubicBezTo>
                  <a:cubicBezTo>
                    <a:pt x="52" y="6"/>
                    <a:pt x="16" y="1"/>
                    <a:pt x="0" y="13"/>
                  </a:cubicBezTo>
                  <a:cubicBezTo>
                    <a:pt x="0" y="13"/>
                    <a:pt x="47" y="0"/>
                    <a:pt x="59" y="32"/>
                  </a:cubicBezTo>
                  <a:cubicBezTo>
                    <a:pt x="72" y="64"/>
                    <a:pt x="71" y="123"/>
                    <a:pt x="71" y="123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5" name="Freeform 657">
              <a:extLst>
                <a:ext uri="{FF2B5EF4-FFF2-40B4-BE49-F238E27FC236}">
                  <a16:creationId xmlns:a16="http://schemas.microsoft.com/office/drawing/2014/main" id="{1B8F9020-E6BC-4006-BA5A-417726AD8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928"/>
              <a:ext cx="39" cy="61"/>
            </a:xfrm>
            <a:custGeom>
              <a:avLst/>
              <a:gdLst>
                <a:gd name="T0" fmla="*/ 39 w 39"/>
                <a:gd name="T1" fmla="*/ 7 h 58"/>
                <a:gd name="T2" fmla="*/ 3 w 39"/>
                <a:gd name="T3" fmla="*/ 67 h 58"/>
                <a:gd name="T4" fmla="*/ 39 w 39"/>
                <a:gd name="T5" fmla="*/ 7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8">
                  <a:moveTo>
                    <a:pt x="39" y="7"/>
                  </a:moveTo>
                  <a:cubicBezTo>
                    <a:pt x="39" y="7"/>
                    <a:pt x="0" y="0"/>
                    <a:pt x="3" y="58"/>
                  </a:cubicBezTo>
                  <a:cubicBezTo>
                    <a:pt x="3" y="58"/>
                    <a:pt x="18" y="6"/>
                    <a:pt x="39" y="7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6" name="Freeform 658">
              <a:extLst>
                <a:ext uri="{FF2B5EF4-FFF2-40B4-BE49-F238E27FC236}">
                  <a16:creationId xmlns:a16="http://schemas.microsoft.com/office/drawing/2014/main" id="{95B0AE09-97F4-4B14-A619-21723800A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280"/>
              <a:ext cx="70" cy="76"/>
            </a:xfrm>
            <a:custGeom>
              <a:avLst/>
              <a:gdLst>
                <a:gd name="T0" fmla="*/ 46 w 70"/>
                <a:gd name="T1" fmla="*/ 0 h 72"/>
                <a:gd name="T2" fmla="*/ 0 w 70"/>
                <a:gd name="T3" fmla="*/ 80 h 72"/>
                <a:gd name="T4" fmla="*/ 46 w 70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72">
                  <a:moveTo>
                    <a:pt x="46" y="0"/>
                  </a:moveTo>
                  <a:cubicBezTo>
                    <a:pt x="46" y="0"/>
                    <a:pt x="70" y="72"/>
                    <a:pt x="0" y="68"/>
                  </a:cubicBezTo>
                  <a:cubicBezTo>
                    <a:pt x="0" y="68"/>
                    <a:pt x="54" y="61"/>
                    <a:pt x="46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7" name="Freeform 659">
              <a:extLst>
                <a:ext uri="{FF2B5EF4-FFF2-40B4-BE49-F238E27FC236}">
                  <a16:creationId xmlns:a16="http://schemas.microsoft.com/office/drawing/2014/main" id="{6D705610-4ECA-41A1-9C45-B8B203D48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3305"/>
              <a:ext cx="115" cy="60"/>
            </a:xfrm>
            <a:custGeom>
              <a:avLst/>
              <a:gdLst>
                <a:gd name="T0" fmla="*/ 0 w 115"/>
                <a:gd name="T1" fmla="*/ 54 h 57"/>
                <a:gd name="T2" fmla="*/ 115 w 115"/>
                <a:gd name="T3" fmla="*/ 0 h 57"/>
                <a:gd name="T4" fmla="*/ 0 w 115"/>
                <a:gd name="T5" fmla="*/ 54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57">
                  <a:moveTo>
                    <a:pt x="0" y="46"/>
                  </a:moveTo>
                  <a:cubicBezTo>
                    <a:pt x="0" y="46"/>
                    <a:pt x="70" y="57"/>
                    <a:pt x="115" y="0"/>
                  </a:cubicBezTo>
                  <a:cubicBezTo>
                    <a:pt x="115" y="0"/>
                    <a:pt x="75" y="45"/>
                    <a:pt x="0" y="46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8" name="Freeform 660">
              <a:extLst>
                <a:ext uri="{FF2B5EF4-FFF2-40B4-BE49-F238E27FC236}">
                  <a16:creationId xmlns:a16="http://schemas.microsoft.com/office/drawing/2014/main" id="{844DF215-87A4-497D-841B-124364533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3185"/>
              <a:ext cx="26" cy="32"/>
            </a:xfrm>
            <a:custGeom>
              <a:avLst/>
              <a:gdLst>
                <a:gd name="T0" fmla="*/ 26 w 26"/>
                <a:gd name="T1" fmla="*/ 0 h 30"/>
                <a:gd name="T2" fmla="*/ 15 w 26"/>
                <a:gd name="T3" fmla="*/ 36 h 30"/>
                <a:gd name="T4" fmla="*/ 26 w 2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0">
                  <a:moveTo>
                    <a:pt x="26" y="0"/>
                  </a:moveTo>
                  <a:cubicBezTo>
                    <a:pt x="26" y="0"/>
                    <a:pt x="13" y="4"/>
                    <a:pt x="15" y="30"/>
                  </a:cubicBezTo>
                  <a:cubicBezTo>
                    <a:pt x="15" y="30"/>
                    <a:pt x="0" y="5"/>
                    <a:pt x="26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9" name="Freeform 661">
              <a:extLst>
                <a:ext uri="{FF2B5EF4-FFF2-40B4-BE49-F238E27FC236}">
                  <a16:creationId xmlns:a16="http://schemas.microsoft.com/office/drawing/2014/main" id="{CE0AA2F5-811F-41CD-BA7D-726AC56B5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959"/>
              <a:ext cx="71" cy="174"/>
            </a:xfrm>
            <a:custGeom>
              <a:avLst/>
              <a:gdLst>
                <a:gd name="T0" fmla="*/ 0 w 72"/>
                <a:gd name="T1" fmla="*/ 193 h 165"/>
                <a:gd name="T2" fmla="*/ 8 w 72"/>
                <a:gd name="T3" fmla="*/ 170 h 165"/>
                <a:gd name="T4" fmla="*/ 26 w 72"/>
                <a:gd name="T5" fmla="*/ 90 h 165"/>
                <a:gd name="T6" fmla="*/ 47 w 72"/>
                <a:gd name="T7" fmla="*/ 25 h 165"/>
                <a:gd name="T8" fmla="*/ 69 w 72"/>
                <a:gd name="T9" fmla="*/ 0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65">
                  <a:moveTo>
                    <a:pt x="0" y="165"/>
                  </a:moveTo>
                  <a:cubicBezTo>
                    <a:pt x="5" y="160"/>
                    <a:pt x="7" y="150"/>
                    <a:pt x="8" y="145"/>
                  </a:cubicBezTo>
                  <a:cubicBezTo>
                    <a:pt x="15" y="122"/>
                    <a:pt x="20" y="100"/>
                    <a:pt x="26" y="77"/>
                  </a:cubicBezTo>
                  <a:cubicBezTo>
                    <a:pt x="31" y="58"/>
                    <a:pt x="38" y="38"/>
                    <a:pt x="50" y="22"/>
                  </a:cubicBezTo>
                  <a:cubicBezTo>
                    <a:pt x="56" y="14"/>
                    <a:pt x="65" y="7"/>
                    <a:pt x="72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0" name="Freeform 662">
              <a:extLst>
                <a:ext uri="{FF2B5EF4-FFF2-40B4-BE49-F238E27FC236}">
                  <a16:creationId xmlns:a16="http://schemas.microsoft.com/office/drawing/2014/main" id="{6EDE8191-E9C9-450C-9461-7391CF906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961"/>
              <a:ext cx="6" cy="90"/>
            </a:xfrm>
            <a:custGeom>
              <a:avLst/>
              <a:gdLst>
                <a:gd name="T0" fmla="*/ 2 w 6"/>
                <a:gd name="T1" fmla="*/ 101 h 85"/>
                <a:gd name="T2" fmla="*/ 3 w 6"/>
                <a:gd name="T3" fmla="*/ 57 h 85"/>
                <a:gd name="T4" fmla="*/ 1 w 6"/>
                <a:gd name="T5" fmla="*/ 20 h 85"/>
                <a:gd name="T6" fmla="*/ 6 w 6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5">
                  <a:moveTo>
                    <a:pt x="2" y="85"/>
                  </a:moveTo>
                  <a:cubicBezTo>
                    <a:pt x="6" y="74"/>
                    <a:pt x="4" y="59"/>
                    <a:pt x="3" y="48"/>
                  </a:cubicBezTo>
                  <a:cubicBezTo>
                    <a:pt x="3" y="38"/>
                    <a:pt x="0" y="27"/>
                    <a:pt x="1" y="17"/>
                  </a:cubicBezTo>
                  <a:cubicBezTo>
                    <a:pt x="2" y="11"/>
                    <a:pt x="5" y="6"/>
                    <a:pt x="6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1" name="Freeform 663">
              <a:extLst>
                <a:ext uri="{FF2B5EF4-FFF2-40B4-BE49-F238E27FC236}">
                  <a16:creationId xmlns:a16="http://schemas.microsoft.com/office/drawing/2014/main" id="{B5C5CF12-60A0-4308-BEFA-E99002A7A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951"/>
              <a:ext cx="57" cy="175"/>
            </a:xfrm>
            <a:custGeom>
              <a:avLst/>
              <a:gdLst>
                <a:gd name="T0" fmla="*/ 0 w 58"/>
                <a:gd name="T1" fmla="*/ 0 h 165"/>
                <a:gd name="T2" fmla="*/ 47 w 58"/>
                <a:gd name="T3" fmla="*/ 127 h 165"/>
                <a:gd name="T4" fmla="*/ 55 w 58"/>
                <a:gd name="T5" fmla="*/ 197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65">
                  <a:moveTo>
                    <a:pt x="0" y="0"/>
                  </a:moveTo>
                  <a:cubicBezTo>
                    <a:pt x="34" y="20"/>
                    <a:pt x="43" y="72"/>
                    <a:pt x="50" y="107"/>
                  </a:cubicBezTo>
                  <a:cubicBezTo>
                    <a:pt x="54" y="125"/>
                    <a:pt x="56" y="146"/>
                    <a:pt x="58" y="16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2" name="Freeform 664">
              <a:extLst>
                <a:ext uri="{FF2B5EF4-FFF2-40B4-BE49-F238E27FC236}">
                  <a16:creationId xmlns:a16="http://schemas.microsoft.com/office/drawing/2014/main" id="{31453A27-5433-4581-8635-914BA8952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995"/>
              <a:ext cx="52" cy="76"/>
            </a:xfrm>
            <a:custGeom>
              <a:avLst/>
              <a:gdLst>
                <a:gd name="T0" fmla="*/ 49 w 53"/>
                <a:gd name="T1" fmla="*/ 84 h 72"/>
                <a:gd name="T2" fmla="*/ 29 w 53"/>
                <a:gd name="T3" fmla="*/ 51 h 72"/>
                <a:gd name="T4" fmla="*/ 0 w 53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2">
                  <a:moveTo>
                    <a:pt x="52" y="72"/>
                  </a:moveTo>
                  <a:cubicBezTo>
                    <a:pt x="53" y="60"/>
                    <a:pt x="39" y="50"/>
                    <a:pt x="32" y="43"/>
                  </a:cubicBezTo>
                  <a:cubicBezTo>
                    <a:pt x="21" y="32"/>
                    <a:pt x="0" y="1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3" name="Freeform 665">
              <a:extLst>
                <a:ext uri="{FF2B5EF4-FFF2-40B4-BE49-F238E27FC236}">
                  <a16:creationId xmlns:a16="http://schemas.microsoft.com/office/drawing/2014/main" id="{1CEFA606-644E-4BB5-9829-EB5291A73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966"/>
              <a:ext cx="53" cy="58"/>
            </a:xfrm>
            <a:custGeom>
              <a:avLst/>
              <a:gdLst>
                <a:gd name="T0" fmla="*/ 0 w 53"/>
                <a:gd name="T1" fmla="*/ 0 h 55"/>
                <a:gd name="T2" fmla="*/ 53 w 53"/>
                <a:gd name="T3" fmla="*/ 6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55">
                  <a:moveTo>
                    <a:pt x="0" y="0"/>
                  </a:moveTo>
                  <a:cubicBezTo>
                    <a:pt x="26" y="8"/>
                    <a:pt x="31" y="44"/>
                    <a:pt x="53" y="5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4" name="Freeform 666">
              <a:extLst>
                <a:ext uri="{FF2B5EF4-FFF2-40B4-BE49-F238E27FC236}">
                  <a16:creationId xmlns:a16="http://schemas.microsoft.com/office/drawing/2014/main" id="{4A3960B6-078D-44FA-8C0C-B5256C795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960"/>
              <a:ext cx="52" cy="56"/>
            </a:xfrm>
            <a:custGeom>
              <a:avLst/>
              <a:gdLst>
                <a:gd name="T0" fmla="*/ 0 w 52"/>
                <a:gd name="T1" fmla="*/ 62 h 53"/>
                <a:gd name="T2" fmla="*/ 25 w 52"/>
                <a:gd name="T3" fmla="*/ 22 h 53"/>
                <a:gd name="T4" fmla="*/ 52 w 52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3">
                  <a:moveTo>
                    <a:pt x="0" y="53"/>
                  </a:moveTo>
                  <a:cubicBezTo>
                    <a:pt x="3" y="40"/>
                    <a:pt x="14" y="28"/>
                    <a:pt x="25" y="19"/>
                  </a:cubicBezTo>
                  <a:cubicBezTo>
                    <a:pt x="32" y="13"/>
                    <a:pt x="47" y="8"/>
                    <a:pt x="52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5" name="Freeform 667">
              <a:extLst>
                <a:ext uri="{FF2B5EF4-FFF2-40B4-BE49-F238E27FC236}">
                  <a16:creationId xmlns:a16="http://schemas.microsoft.com/office/drawing/2014/main" id="{5F4242C9-AB2B-4567-ADBE-EFA7C1810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066"/>
              <a:ext cx="35" cy="71"/>
            </a:xfrm>
            <a:custGeom>
              <a:avLst/>
              <a:gdLst>
                <a:gd name="T0" fmla="*/ 0 w 35"/>
                <a:gd name="T1" fmla="*/ 0 h 67"/>
                <a:gd name="T2" fmla="*/ 18 w 35"/>
                <a:gd name="T3" fmla="*/ 52 h 67"/>
                <a:gd name="T4" fmla="*/ 35 w 35"/>
                <a:gd name="T5" fmla="*/ 79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7">
                  <a:moveTo>
                    <a:pt x="0" y="0"/>
                  </a:moveTo>
                  <a:cubicBezTo>
                    <a:pt x="10" y="12"/>
                    <a:pt x="11" y="29"/>
                    <a:pt x="18" y="43"/>
                  </a:cubicBezTo>
                  <a:cubicBezTo>
                    <a:pt x="22" y="52"/>
                    <a:pt x="32" y="58"/>
                    <a:pt x="35" y="6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6" name="Freeform 668">
              <a:extLst>
                <a:ext uri="{FF2B5EF4-FFF2-40B4-BE49-F238E27FC236}">
                  <a16:creationId xmlns:a16="http://schemas.microsoft.com/office/drawing/2014/main" id="{5FDE1A19-E6F7-4AF0-A7C9-B06E92280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3104"/>
              <a:ext cx="21" cy="33"/>
            </a:xfrm>
            <a:custGeom>
              <a:avLst/>
              <a:gdLst>
                <a:gd name="T0" fmla="*/ 0 w 21"/>
                <a:gd name="T1" fmla="*/ 37 h 31"/>
                <a:gd name="T2" fmla="*/ 21 w 21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1">
                  <a:moveTo>
                    <a:pt x="0" y="31"/>
                  </a:moveTo>
                  <a:cubicBezTo>
                    <a:pt x="10" y="29"/>
                    <a:pt x="17" y="8"/>
                    <a:pt x="21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7" name="Freeform 669">
              <a:extLst>
                <a:ext uri="{FF2B5EF4-FFF2-40B4-BE49-F238E27FC236}">
                  <a16:creationId xmlns:a16="http://schemas.microsoft.com/office/drawing/2014/main" id="{F3304E12-180B-49EF-8AF5-DDDA03734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3084"/>
              <a:ext cx="54" cy="38"/>
            </a:xfrm>
            <a:custGeom>
              <a:avLst/>
              <a:gdLst>
                <a:gd name="T0" fmla="*/ 52 w 55"/>
                <a:gd name="T1" fmla="*/ 42 h 36"/>
                <a:gd name="T2" fmla="*/ 0 w 55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36">
                  <a:moveTo>
                    <a:pt x="55" y="36"/>
                  </a:moveTo>
                  <a:cubicBezTo>
                    <a:pt x="47" y="13"/>
                    <a:pt x="9" y="2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8" name="Freeform 670">
              <a:extLst>
                <a:ext uri="{FF2B5EF4-FFF2-40B4-BE49-F238E27FC236}">
                  <a16:creationId xmlns:a16="http://schemas.microsoft.com/office/drawing/2014/main" id="{3E43E205-73BB-4A5A-8164-928EE4FA7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3096"/>
              <a:ext cx="40" cy="7"/>
            </a:xfrm>
            <a:custGeom>
              <a:avLst/>
              <a:gdLst>
                <a:gd name="T0" fmla="*/ 40 w 40"/>
                <a:gd name="T1" fmla="*/ 8 h 6"/>
                <a:gd name="T2" fmla="*/ 0 w 40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">
                  <a:moveTo>
                    <a:pt x="40" y="5"/>
                  </a:moveTo>
                  <a:cubicBezTo>
                    <a:pt x="26" y="0"/>
                    <a:pt x="14" y="6"/>
                    <a:pt x="0" y="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9" name="Freeform 671">
              <a:extLst>
                <a:ext uri="{FF2B5EF4-FFF2-40B4-BE49-F238E27FC236}">
                  <a16:creationId xmlns:a16="http://schemas.microsoft.com/office/drawing/2014/main" id="{3B2685A2-F879-42AA-A24C-C6FB107A8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3145"/>
              <a:ext cx="60" cy="16"/>
            </a:xfrm>
            <a:custGeom>
              <a:avLst/>
              <a:gdLst>
                <a:gd name="T0" fmla="*/ 58 w 61"/>
                <a:gd name="T1" fmla="*/ 1 h 15"/>
                <a:gd name="T2" fmla="*/ 50 w 61"/>
                <a:gd name="T3" fmla="*/ 0 h 15"/>
                <a:gd name="T4" fmla="*/ 31 w 61"/>
                <a:gd name="T5" fmla="*/ 5 h 15"/>
                <a:gd name="T6" fmla="*/ 0 w 61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5">
                  <a:moveTo>
                    <a:pt x="61" y="1"/>
                  </a:moveTo>
                  <a:cubicBezTo>
                    <a:pt x="58" y="1"/>
                    <a:pt x="56" y="0"/>
                    <a:pt x="53" y="0"/>
                  </a:cubicBezTo>
                  <a:cubicBezTo>
                    <a:pt x="46" y="0"/>
                    <a:pt x="40" y="2"/>
                    <a:pt x="34" y="5"/>
                  </a:cubicBezTo>
                  <a:cubicBezTo>
                    <a:pt x="24" y="8"/>
                    <a:pt x="10" y="15"/>
                    <a:pt x="0" y="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0" name="Freeform 672">
              <a:extLst>
                <a:ext uri="{FF2B5EF4-FFF2-40B4-BE49-F238E27FC236}">
                  <a16:creationId xmlns:a16="http://schemas.microsoft.com/office/drawing/2014/main" id="{408BE402-7F49-4E2E-82CD-F91AE1F6E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3146"/>
              <a:ext cx="56" cy="48"/>
            </a:xfrm>
            <a:custGeom>
              <a:avLst/>
              <a:gdLst>
                <a:gd name="T0" fmla="*/ 54 w 57"/>
                <a:gd name="T1" fmla="*/ 0 h 45"/>
                <a:gd name="T2" fmla="*/ 27 w 57"/>
                <a:gd name="T3" fmla="*/ 22 h 45"/>
                <a:gd name="T4" fmla="*/ 11 w 57"/>
                <a:gd name="T5" fmla="*/ 42 h 45"/>
                <a:gd name="T6" fmla="*/ 0 w 57"/>
                <a:gd name="T7" fmla="*/ 5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5">
                  <a:moveTo>
                    <a:pt x="57" y="0"/>
                  </a:moveTo>
                  <a:cubicBezTo>
                    <a:pt x="44" y="0"/>
                    <a:pt x="36" y="11"/>
                    <a:pt x="27" y="19"/>
                  </a:cubicBezTo>
                  <a:cubicBezTo>
                    <a:pt x="21" y="24"/>
                    <a:pt x="16" y="28"/>
                    <a:pt x="11" y="35"/>
                  </a:cubicBezTo>
                  <a:cubicBezTo>
                    <a:pt x="8" y="39"/>
                    <a:pt x="5" y="44"/>
                    <a:pt x="0" y="4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1" name="Freeform 673">
              <a:extLst>
                <a:ext uri="{FF2B5EF4-FFF2-40B4-BE49-F238E27FC236}">
                  <a16:creationId xmlns:a16="http://schemas.microsoft.com/office/drawing/2014/main" id="{74ECB033-2B16-4C4A-B4FE-70A4B63C3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063"/>
              <a:ext cx="53" cy="48"/>
            </a:xfrm>
            <a:custGeom>
              <a:avLst/>
              <a:gdLst>
                <a:gd name="T0" fmla="*/ 0 w 54"/>
                <a:gd name="T1" fmla="*/ 52 h 46"/>
                <a:gd name="T2" fmla="*/ 11 w 54"/>
                <a:gd name="T3" fmla="*/ 42 h 46"/>
                <a:gd name="T4" fmla="*/ 34 w 54"/>
                <a:gd name="T5" fmla="*/ 21 h 46"/>
                <a:gd name="T6" fmla="*/ 51 w 54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6">
                  <a:moveTo>
                    <a:pt x="0" y="46"/>
                  </a:moveTo>
                  <a:cubicBezTo>
                    <a:pt x="4" y="46"/>
                    <a:pt x="8" y="39"/>
                    <a:pt x="11" y="36"/>
                  </a:cubicBezTo>
                  <a:cubicBezTo>
                    <a:pt x="19" y="29"/>
                    <a:pt x="28" y="24"/>
                    <a:pt x="37" y="18"/>
                  </a:cubicBezTo>
                  <a:cubicBezTo>
                    <a:pt x="45" y="13"/>
                    <a:pt x="49" y="7"/>
                    <a:pt x="54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2" name="Freeform 674">
              <a:extLst>
                <a:ext uri="{FF2B5EF4-FFF2-40B4-BE49-F238E27FC236}">
                  <a16:creationId xmlns:a16="http://schemas.microsoft.com/office/drawing/2014/main" id="{214ECAE6-AF69-483B-9699-8CCED0825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3017"/>
              <a:ext cx="19" cy="76"/>
            </a:xfrm>
            <a:custGeom>
              <a:avLst/>
              <a:gdLst>
                <a:gd name="T0" fmla="*/ 0 w 20"/>
                <a:gd name="T1" fmla="*/ 84 h 72"/>
                <a:gd name="T2" fmla="*/ 13 w 20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2">
                  <a:moveTo>
                    <a:pt x="0" y="72"/>
                  </a:moveTo>
                  <a:cubicBezTo>
                    <a:pt x="20" y="53"/>
                    <a:pt x="9" y="23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3" name="Freeform 675">
              <a:extLst>
                <a:ext uri="{FF2B5EF4-FFF2-40B4-BE49-F238E27FC236}">
                  <a16:creationId xmlns:a16="http://schemas.microsoft.com/office/drawing/2014/main" id="{CF6947B5-EAE0-4D77-B61C-C58DCD1DE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121"/>
              <a:ext cx="78" cy="10"/>
            </a:xfrm>
            <a:custGeom>
              <a:avLst/>
              <a:gdLst>
                <a:gd name="T0" fmla="*/ 0 w 79"/>
                <a:gd name="T1" fmla="*/ 6 h 10"/>
                <a:gd name="T2" fmla="*/ 17 w 79"/>
                <a:gd name="T3" fmla="*/ 1 h 10"/>
                <a:gd name="T4" fmla="*/ 39 w 79"/>
                <a:gd name="T5" fmla="*/ 4 h 10"/>
                <a:gd name="T6" fmla="*/ 76 w 79"/>
                <a:gd name="T7" fmla="*/ 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0">
                  <a:moveTo>
                    <a:pt x="0" y="6"/>
                  </a:moveTo>
                  <a:cubicBezTo>
                    <a:pt x="6" y="5"/>
                    <a:pt x="11" y="2"/>
                    <a:pt x="17" y="1"/>
                  </a:cubicBezTo>
                  <a:cubicBezTo>
                    <a:pt x="26" y="0"/>
                    <a:pt x="34" y="2"/>
                    <a:pt x="42" y="4"/>
                  </a:cubicBezTo>
                  <a:cubicBezTo>
                    <a:pt x="54" y="7"/>
                    <a:pt x="67" y="10"/>
                    <a:pt x="79" y="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4" name="Freeform 676">
              <a:extLst>
                <a:ext uri="{FF2B5EF4-FFF2-40B4-BE49-F238E27FC236}">
                  <a16:creationId xmlns:a16="http://schemas.microsoft.com/office/drawing/2014/main" id="{AEEDAF6D-F3E3-4988-BBF3-B892C1141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124"/>
              <a:ext cx="36" cy="31"/>
            </a:xfrm>
            <a:custGeom>
              <a:avLst/>
              <a:gdLst>
                <a:gd name="T0" fmla="*/ 0 w 37"/>
                <a:gd name="T1" fmla="*/ 0 h 29"/>
                <a:gd name="T2" fmla="*/ 34 w 37"/>
                <a:gd name="T3" fmla="*/ 3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9">
                  <a:moveTo>
                    <a:pt x="0" y="0"/>
                  </a:moveTo>
                  <a:cubicBezTo>
                    <a:pt x="13" y="5"/>
                    <a:pt x="22" y="24"/>
                    <a:pt x="37" y="2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5" name="Freeform 677">
              <a:extLst>
                <a:ext uri="{FF2B5EF4-FFF2-40B4-BE49-F238E27FC236}">
                  <a16:creationId xmlns:a16="http://schemas.microsoft.com/office/drawing/2014/main" id="{C92BD38E-894C-4F06-8226-B3E43E19D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166"/>
              <a:ext cx="38" cy="41"/>
            </a:xfrm>
            <a:custGeom>
              <a:avLst/>
              <a:gdLst>
                <a:gd name="T0" fmla="*/ 0 w 38"/>
                <a:gd name="T1" fmla="*/ 0 h 38"/>
                <a:gd name="T2" fmla="*/ 18 w 38"/>
                <a:gd name="T3" fmla="*/ 19 h 38"/>
                <a:gd name="T4" fmla="*/ 38 w 38"/>
                <a:gd name="T5" fmla="*/ 4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8">
                  <a:moveTo>
                    <a:pt x="0" y="0"/>
                  </a:moveTo>
                  <a:cubicBezTo>
                    <a:pt x="7" y="4"/>
                    <a:pt x="12" y="10"/>
                    <a:pt x="18" y="16"/>
                  </a:cubicBezTo>
                  <a:cubicBezTo>
                    <a:pt x="24" y="21"/>
                    <a:pt x="30" y="36"/>
                    <a:pt x="38" y="3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6" name="Freeform 678">
              <a:extLst>
                <a:ext uri="{FF2B5EF4-FFF2-40B4-BE49-F238E27FC236}">
                  <a16:creationId xmlns:a16="http://schemas.microsoft.com/office/drawing/2014/main" id="{CA2DB02E-CA44-4C8C-91BF-91A6298A8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190"/>
              <a:ext cx="34" cy="60"/>
            </a:xfrm>
            <a:custGeom>
              <a:avLst/>
              <a:gdLst>
                <a:gd name="T0" fmla="*/ 0 w 34"/>
                <a:gd name="T1" fmla="*/ 0 h 57"/>
                <a:gd name="T2" fmla="*/ 22 w 34"/>
                <a:gd name="T3" fmla="*/ 33 h 57"/>
                <a:gd name="T4" fmla="*/ 34 w 34"/>
                <a:gd name="T5" fmla="*/ 66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7">
                  <a:moveTo>
                    <a:pt x="0" y="0"/>
                  </a:moveTo>
                  <a:cubicBezTo>
                    <a:pt x="3" y="12"/>
                    <a:pt x="14" y="20"/>
                    <a:pt x="22" y="28"/>
                  </a:cubicBezTo>
                  <a:cubicBezTo>
                    <a:pt x="29" y="36"/>
                    <a:pt x="34" y="46"/>
                    <a:pt x="34" y="5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7" name="Freeform 679">
              <a:extLst>
                <a:ext uri="{FF2B5EF4-FFF2-40B4-BE49-F238E27FC236}">
                  <a16:creationId xmlns:a16="http://schemas.microsoft.com/office/drawing/2014/main" id="{4C57A354-4DAD-43AA-8235-FD3A21A01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213"/>
              <a:ext cx="12" cy="99"/>
            </a:xfrm>
            <a:custGeom>
              <a:avLst/>
              <a:gdLst>
                <a:gd name="T0" fmla="*/ 0 w 12"/>
                <a:gd name="T1" fmla="*/ 0 h 94"/>
                <a:gd name="T2" fmla="*/ 9 w 12"/>
                <a:gd name="T3" fmla="*/ 44 h 94"/>
                <a:gd name="T4" fmla="*/ 12 w 12"/>
                <a:gd name="T5" fmla="*/ 11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4">
                  <a:moveTo>
                    <a:pt x="0" y="0"/>
                  </a:moveTo>
                  <a:cubicBezTo>
                    <a:pt x="4" y="13"/>
                    <a:pt x="9" y="24"/>
                    <a:pt x="9" y="38"/>
                  </a:cubicBezTo>
                  <a:cubicBezTo>
                    <a:pt x="10" y="57"/>
                    <a:pt x="4" y="77"/>
                    <a:pt x="12" y="9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8" name="Freeform 680">
              <a:extLst>
                <a:ext uri="{FF2B5EF4-FFF2-40B4-BE49-F238E27FC236}">
                  <a16:creationId xmlns:a16="http://schemas.microsoft.com/office/drawing/2014/main" id="{DB055023-B025-4666-9773-4C9B8F89E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186"/>
              <a:ext cx="31" cy="126"/>
            </a:xfrm>
            <a:custGeom>
              <a:avLst/>
              <a:gdLst>
                <a:gd name="T0" fmla="*/ 31 w 31"/>
                <a:gd name="T1" fmla="*/ 0 h 119"/>
                <a:gd name="T2" fmla="*/ 4 w 31"/>
                <a:gd name="T3" fmla="*/ 56 h 119"/>
                <a:gd name="T4" fmla="*/ 2 w 31"/>
                <a:gd name="T5" fmla="*/ 100 h 119"/>
                <a:gd name="T6" fmla="*/ 0 w 31"/>
                <a:gd name="T7" fmla="*/ 141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19">
                  <a:moveTo>
                    <a:pt x="31" y="0"/>
                  </a:moveTo>
                  <a:cubicBezTo>
                    <a:pt x="14" y="5"/>
                    <a:pt x="6" y="33"/>
                    <a:pt x="4" y="47"/>
                  </a:cubicBezTo>
                  <a:cubicBezTo>
                    <a:pt x="1" y="59"/>
                    <a:pt x="2" y="72"/>
                    <a:pt x="2" y="84"/>
                  </a:cubicBezTo>
                  <a:cubicBezTo>
                    <a:pt x="2" y="96"/>
                    <a:pt x="0" y="108"/>
                    <a:pt x="0" y="11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9" name="Freeform 681">
              <a:extLst>
                <a:ext uri="{FF2B5EF4-FFF2-40B4-BE49-F238E27FC236}">
                  <a16:creationId xmlns:a16="http://schemas.microsoft.com/office/drawing/2014/main" id="{B21FA490-8A8A-4947-9A92-32E19DD61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209"/>
              <a:ext cx="36" cy="114"/>
            </a:xfrm>
            <a:custGeom>
              <a:avLst/>
              <a:gdLst>
                <a:gd name="T0" fmla="*/ 13 w 36"/>
                <a:gd name="T1" fmla="*/ 0 h 108"/>
                <a:gd name="T2" fmla="*/ 36 w 36"/>
                <a:gd name="T3" fmla="*/ 127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8">
                  <a:moveTo>
                    <a:pt x="13" y="0"/>
                  </a:moveTo>
                  <a:cubicBezTo>
                    <a:pt x="0" y="37"/>
                    <a:pt x="31" y="73"/>
                    <a:pt x="36" y="10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0" name="Freeform 682">
              <a:extLst>
                <a:ext uri="{FF2B5EF4-FFF2-40B4-BE49-F238E27FC236}">
                  <a16:creationId xmlns:a16="http://schemas.microsoft.com/office/drawing/2014/main" id="{72094B61-553C-431B-87E7-F4D9EB7F3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3292"/>
              <a:ext cx="7" cy="61"/>
            </a:xfrm>
            <a:custGeom>
              <a:avLst/>
              <a:gdLst>
                <a:gd name="T0" fmla="*/ 0 w 7"/>
                <a:gd name="T1" fmla="*/ 0 h 57"/>
                <a:gd name="T2" fmla="*/ 7 w 7"/>
                <a:gd name="T3" fmla="*/ 39 h 57"/>
                <a:gd name="T4" fmla="*/ 4 w 7"/>
                <a:gd name="T5" fmla="*/ 7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7">
                  <a:moveTo>
                    <a:pt x="0" y="0"/>
                  </a:moveTo>
                  <a:cubicBezTo>
                    <a:pt x="1" y="11"/>
                    <a:pt x="7" y="22"/>
                    <a:pt x="7" y="32"/>
                  </a:cubicBezTo>
                  <a:cubicBezTo>
                    <a:pt x="7" y="40"/>
                    <a:pt x="2" y="49"/>
                    <a:pt x="4" y="5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1" name="Freeform 683">
              <a:extLst>
                <a:ext uri="{FF2B5EF4-FFF2-40B4-BE49-F238E27FC236}">
                  <a16:creationId xmlns:a16="http://schemas.microsoft.com/office/drawing/2014/main" id="{8DAC75AA-B6F2-4D97-8474-355678A78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3301"/>
              <a:ext cx="14" cy="33"/>
            </a:xfrm>
            <a:custGeom>
              <a:avLst/>
              <a:gdLst>
                <a:gd name="T0" fmla="*/ 0 w 15"/>
                <a:gd name="T1" fmla="*/ 0 h 31"/>
                <a:gd name="T2" fmla="*/ 12 w 15"/>
                <a:gd name="T3" fmla="*/ 3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0" y="0"/>
                  </a:moveTo>
                  <a:cubicBezTo>
                    <a:pt x="1" y="11"/>
                    <a:pt x="14" y="19"/>
                    <a:pt x="15" y="3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2" name="Freeform 684">
              <a:extLst>
                <a:ext uri="{FF2B5EF4-FFF2-40B4-BE49-F238E27FC236}">
                  <a16:creationId xmlns:a16="http://schemas.microsoft.com/office/drawing/2014/main" id="{CA075656-5D23-4CC6-811F-A80349720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292"/>
              <a:ext cx="13" cy="47"/>
            </a:xfrm>
            <a:custGeom>
              <a:avLst/>
              <a:gdLst>
                <a:gd name="T0" fmla="*/ 0 w 13"/>
                <a:gd name="T1" fmla="*/ 0 h 44"/>
                <a:gd name="T2" fmla="*/ 7 w 13"/>
                <a:gd name="T3" fmla="*/ 53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4">
                  <a:moveTo>
                    <a:pt x="0" y="0"/>
                  </a:moveTo>
                  <a:cubicBezTo>
                    <a:pt x="1" y="15"/>
                    <a:pt x="13" y="29"/>
                    <a:pt x="7" y="4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3" name="Freeform 685">
              <a:extLst>
                <a:ext uri="{FF2B5EF4-FFF2-40B4-BE49-F238E27FC236}">
                  <a16:creationId xmlns:a16="http://schemas.microsoft.com/office/drawing/2014/main" id="{8C940A8A-2304-435B-8278-8ABDDF121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305"/>
              <a:ext cx="12" cy="46"/>
            </a:xfrm>
            <a:custGeom>
              <a:avLst/>
              <a:gdLst>
                <a:gd name="T0" fmla="*/ 10 w 13"/>
                <a:gd name="T1" fmla="*/ 0 h 43"/>
                <a:gd name="T2" fmla="*/ 6 w 13"/>
                <a:gd name="T3" fmla="*/ 31 h 43"/>
                <a:gd name="T4" fmla="*/ 0 w 13"/>
                <a:gd name="T5" fmla="*/ 5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3">
                  <a:moveTo>
                    <a:pt x="13" y="0"/>
                  </a:moveTo>
                  <a:cubicBezTo>
                    <a:pt x="13" y="10"/>
                    <a:pt x="12" y="16"/>
                    <a:pt x="7" y="25"/>
                  </a:cubicBezTo>
                  <a:cubicBezTo>
                    <a:pt x="4" y="31"/>
                    <a:pt x="0" y="36"/>
                    <a:pt x="0" y="4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4" name="Freeform 686">
              <a:extLst>
                <a:ext uri="{FF2B5EF4-FFF2-40B4-BE49-F238E27FC236}">
                  <a16:creationId xmlns:a16="http://schemas.microsoft.com/office/drawing/2014/main" id="{D394D863-DE8F-4689-A5D2-23BF67F73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309"/>
              <a:ext cx="5" cy="8"/>
            </a:xfrm>
            <a:custGeom>
              <a:avLst/>
              <a:gdLst>
                <a:gd name="T0" fmla="*/ 0 w 5"/>
                <a:gd name="T1" fmla="*/ 0 h 7"/>
                <a:gd name="T2" fmla="*/ 5 w 5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2"/>
                    <a:pt x="3" y="5"/>
                    <a:pt x="5" y="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5" name="Freeform 687">
              <a:extLst>
                <a:ext uri="{FF2B5EF4-FFF2-40B4-BE49-F238E27FC236}">
                  <a16:creationId xmlns:a16="http://schemas.microsoft.com/office/drawing/2014/main" id="{7A79B63F-8836-4D1F-8846-3A83A60E7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251"/>
              <a:ext cx="18" cy="28"/>
            </a:xfrm>
            <a:custGeom>
              <a:avLst/>
              <a:gdLst>
                <a:gd name="T0" fmla="*/ 15 w 19"/>
                <a:gd name="T1" fmla="*/ 0 h 26"/>
                <a:gd name="T2" fmla="*/ 0 w 19"/>
                <a:gd name="T3" fmla="*/ 3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6">
                  <a:moveTo>
                    <a:pt x="18" y="0"/>
                  </a:moveTo>
                  <a:cubicBezTo>
                    <a:pt x="19" y="13"/>
                    <a:pt x="5" y="16"/>
                    <a:pt x="0" y="2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6" name="Freeform 688">
              <a:extLst>
                <a:ext uri="{FF2B5EF4-FFF2-40B4-BE49-F238E27FC236}">
                  <a16:creationId xmlns:a16="http://schemas.microsoft.com/office/drawing/2014/main" id="{0162FC05-3AE1-40B1-883A-E76E97A0E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274"/>
              <a:ext cx="16" cy="44"/>
            </a:xfrm>
            <a:custGeom>
              <a:avLst/>
              <a:gdLst>
                <a:gd name="T0" fmla="*/ 6 w 16"/>
                <a:gd name="T1" fmla="*/ 0 h 41"/>
                <a:gd name="T2" fmla="*/ 12 w 16"/>
                <a:gd name="T3" fmla="*/ 5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1">
                  <a:moveTo>
                    <a:pt x="6" y="0"/>
                  </a:moveTo>
                  <a:cubicBezTo>
                    <a:pt x="0" y="14"/>
                    <a:pt x="16" y="27"/>
                    <a:pt x="12" y="4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7" name="Freeform 689">
              <a:extLst>
                <a:ext uri="{FF2B5EF4-FFF2-40B4-BE49-F238E27FC236}">
                  <a16:creationId xmlns:a16="http://schemas.microsoft.com/office/drawing/2014/main" id="{B0F89F87-C281-4419-8AE9-0E10C8B8C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264"/>
              <a:ext cx="3" cy="20"/>
            </a:xfrm>
            <a:custGeom>
              <a:avLst/>
              <a:gdLst>
                <a:gd name="T0" fmla="*/ 3 w 3"/>
                <a:gd name="T1" fmla="*/ 0 h 19"/>
                <a:gd name="T2" fmla="*/ 3 w 3"/>
                <a:gd name="T3" fmla="*/ 2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3" y="0"/>
                  </a:moveTo>
                  <a:cubicBezTo>
                    <a:pt x="0" y="6"/>
                    <a:pt x="3" y="13"/>
                    <a:pt x="3" y="1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8" name="Freeform 690">
              <a:extLst>
                <a:ext uri="{FF2B5EF4-FFF2-40B4-BE49-F238E27FC236}">
                  <a16:creationId xmlns:a16="http://schemas.microsoft.com/office/drawing/2014/main" id="{ED30B8A7-C38F-4662-AAC3-8D953AEBE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3252"/>
              <a:ext cx="34" cy="6"/>
            </a:xfrm>
            <a:custGeom>
              <a:avLst/>
              <a:gdLst>
                <a:gd name="T0" fmla="*/ 0 w 35"/>
                <a:gd name="T1" fmla="*/ 0 h 6"/>
                <a:gd name="T2" fmla="*/ 32 w 35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0"/>
                  </a:moveTo>
                  <a:cubicBezTo>
                    <a:pt x="9" y="6"/>
                    <a:pt x="24" y="4"/>
                    <a:pt x="35" y="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9" name="Freeform 691">
              <a:extLst>
                <a:ext uri="{FF2B5EF4-FFF2-40B4-BE49-F238E27FC236}">
                  <a16:creationId xmlns:a16="http://schemas.microsoft.com/office/drawing/2014/main" id="{03FD7391-5AB3-4BB2-A4FC-8C372B718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3265"/>
              <a:ext cx="17" cy="34"/>
            </a:xfrm>
            <a:custGeom>
              <a:avLst/>
              <a:gdLst>
                <a:gd name="T0" fmla="*/ 0 w 17"/>
                <a:gd name="T1" fmla="*/ 0 h 32"/>
                <a:gd name="T2" fmla="*/ 17 w 17"/>
                <a:gd name="T3" fmla="*/ 3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8" y="10"/>
                    <a:pt x="9" y="24"/>
                    <a:pt x="17" y="3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0" name="Freeform 692">
              <a:extLst>
                <a:ext uri="{FF2B5EF4-FFF2-40B4-BE49-F238E27FC236}">
                  <a16:creationId xmlns:a16="http://schemas.microsoft.com/office/drawing/2014/main" id="{ADC0D856-FCF4-4D14-97BE-8131B2367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256"/>
              <a:ext cx="9" cy="25"/>
            </a:xfrm>
            <a:custGeom>
              <a:avLst/>
              <a:gdLst>
                <a:gd name="T0" fmla="*/ 0 w 10"/>
                <a:gd name="T1" fmla="*/ 0 h 23"/>
                <a:gd name="T2" fmla="*/ 7 w 10"/>
                <a:gd name="T3" fmla="*/ 2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5" y="7"/>
                    <a:pt x="5" y="16"/>
                    <a:pt x="10" y="2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1" name="Freeform 693">
              <a:extLst>
                <a:ext uri="{FF2B5EF4-FFF2-40B4-BE49-F238E27FC236}">
                  <a16:creationId xmlns:a16="http://schemas.microsoft.com/office/drawing/2014/main" id="{0A6C14DA-9719-4200-AF7C-72AD9D561F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9" y="2927"/>
              <a:ext cx="601" cy="440"/>
            </a:xfrm>
            <a:custGeom>
              <a:avLst/>
              <a:gdLst>
                <a:gd name="T0" fmla="*/ 506 w 605"/>
                <a:gd name="T1" fmla="*/ 111 h 416"/>
                <a:gd name="T2" fmla="*/ 456 w 605"/>
                <a:gd name="T3" fmla="*/ 62 h 416"/>
                <a:gd name="T4" fmla="*/ 398 w 605"/>
                <a:gd name="T5" fmla="*/ 17 h 416"/>
                <a:gd name="T6" fmla="*/ 349 w 605"/>
                <a:gd name="T7" fmla="*/ 2 h 416"/>
                <a:gd name="T8" fmla="*/ 297 w 605"/>
                <a:gd name="T9" fmla="*/ 25 h 416"/>
                <a:gd name="T10" fmla="*/ 295 w 605"/>
                <a:gd name="T11" fmla="*/ 25 h 416"/>
                <a:gd name="T12" fmla="*/ 243 w 605"/>
                <a:gd name="T13" fmla="*/ 2 h 416"/>
                <a:gd name="T14" fmla="*/ 195 w 605"/>
                <a:gd name="T15" fmla="*/ 17 h 416"/>
                <a:gd name="T16" fmla="*/ 136 w 605"/>
                <a:gd name="T17" fmla="*/ 62 h 416"/>
                <a:gd name="T18" fmla="*/ 87 w 605"/>
                <a:gd name="T19" fmla="*/ 111 h 416"/>
                <a:gd name="T20" fmla="*/ 70 w 605"/>
                <a:gd name="T21" fmla="*/ 383 h 416"/>
                <a:gd name="T22" fmla="*/ 243 w 605"/>
                <a:gd name="T23" fmla="*/ 481 h 416"/>
                <a:gd name="T24" fmla="*/ 287 w 605"/>
                <a:gd name="T25" fmla="*/ 383 h 416"/>
                <a:gd name="T26" fmla="*/ 291 w 605"/>
                <a:gd name="T27" fmla="*/ 298 h 416"/>
                <a:gd name="T28" fmla="*/ 302 w 605"/>
                <a:gd name="T29" fmla="*/ 298 h 416"/>
                <a:gd name="T30" fmla="*/ 306 w 605"/>
                <a:gd name="T31" fmla="*/ 383 h 416"/>
                <a:gd name="T32" fmla="*/ 349 w 605"/>
                <a:gd name="T33" fmla="*/ 481 h 416"/>
                <a:gd name="T34" fmla="*/ 523 w 605"/>
                <a:gd name="T35" fmla="*/ 383 h 416"/>
                <a:gd name="T36" fmla="*/ 506 w 605"/>
                <a:gd name="T37" fmla="*/ 111 h 416"/>
                <a:gd name="T38" fmla="*/ 297 w 605"/>
                <a:gd name="T39" fmla="*/ 272 h 416"/>
                <a:gd name="T40" fmla="*/ 281 w 605"/>
                <a:gd name="T41" fmla="*/ 264 h 416"/>
                <a:gd name="T42" fmla="*/ 297 w 605"/>
                <a:gd name="T43" fmla="*/ 255 h 416"/>
                <a:gd name="T44" fmla="*/ 313 w 605"/>
                <a:gd name="T45" fmla="*/ 264 h 416"/>
                <a:gd name="T46" fmla="*/ 297 w 605"/>
                <a:gd name="T47" fmla="*/ 272 h 41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5" h="416">
                  <a:moveTo>
                    <a:pt x="515" y="94"/>
                  </a:moveTo>
                  <a:cubicBezTo>
                    <a:pt x="494" y="63"/>
                    <a:pt x="485" y="74"/>
                    <a:pt x="465" y="53"/>
                  </a:cubicBezTo>
                  <a:cubicBezTo>
                    <a:pt x="445" y="32"/>
                    <a:pt x="428" y="13"/>
                    <a:pt x="407" y="14"/>
                  </a:cubicBezTo>
                  <a:cubicBezTo>
                    <a:pt x="385" y="16"/>
                    <a:pt x="375" y="0"/>
                    <a:pt x="355" y="2"/>
                  </a:cubicBezTo>
                  <a:cubicBezTo>
                    <a:pt x="307" y="5"/>
                    <a:pt x="303" y="22"/>
                    <a:pt x="303" y="22"/>
                  </a:cubicBezTo>
                  <a:cubicBezTo>
                    <a:pt x="301" y="22"/>
                    <a:pt x="301" y="22"/>
                    <a:pt x="301" y="22"/>
                  </a:cubicBezTo>
                  <a:cubicBezTo>
                    <a:pt x="301" y="22"/>
                    <a:pt x="297" y="5"/>
                    <a:pt x="249" y="2"/>
                  </a:cubicBezTo>
                  <a:cubicBezTo>
                    <a:pt x="230" y="0"/>
                    <a:pt x="220" y="16"/>
                    <a:pt x="198" y="14"/>
                  </a:cubicBezTo>
                  <a:cubicBezTo>
                    <a:pt x="176" y="13"/>
                    <a:pt x="160" y="32"/>
                    <a:pt x="139" y="53"/>
                  </a:cubicBezTo>
                  <a:cubicBezTo>
                    <a:pt x="119" y="74"/>
                    <a:pt x="111" y="63"/>
                    <a:pt x="90" y="94"/>
                  </a:cubicBezTo>
                  <a:cubicBezTo>
                    <a:pt x="68" y="126"/>
                    <a:pt x="0" y="231"/>
                    <a:pt x="70" y="323"/>
                  </a:cubicBezTo>
                  <a:cubicBezTo>
                    <a:pt x="140" y="416"/>
                    <a:pt x="188" y="411"/>
                    <a:pt x="249" y="407"/>
                  </a:cubicBezTo>
                  <a:cubicBezTo>
                    <a:pt x="310" y="402"/>
                    <a:pt x="294" y="362"/>
                    <a:pt x="293" y="323"/>
                  </a:cubicBezTo>
                  <a:cubicBezTo>
                    <a:pt x="292" y="284"/>
                    <a:pt x="287" y="257"/>
                    <a:pt x="297" y="252"/>
                  </a:cubicBezTo>
                  <a:cubicBezTo>
                    <a:pt x="308" y="252"/>
                    <a:pt x="308" y="252"/>
                    <a:pt x="308" y="252"/>
                  </a:cubicBezTo>
                  <a:cubicBezTo>
                    <a:pt x="318" y="257"/>
                    <a:pt x="312" y="284"/>
                    <a:pt x="312" y="323"/>
                  </a:cubicBezTo>
                  <a:cubicBezTo>
                    <a:pt x="311" y="362"/>
                    <a:pt x="294" y="402"/>
                    <a:pt x="355" y="407"/>
                  </a:cubicBezTo>
                  <a:cubicBezTo>
                    <a:pt x="416" y="411"/>
                    <a:pt x="464" y="416"/>
                    <a:pt x="534" y="323"/>
                  </a:cubicBezTo>
                  <a:cubicBezTo>
                    <a:pt x="605" y="231"/>
                    <a:pt x="536" y="126"/>
                    <a:pt x="515" y="94"/>
                  </a:cubicBezTo>
                  <a:close/>
                  <a:moveTo>
                    <a:pt x="303" y="230"/>
                  </a:moveTo>
                  <a:cubicBezTo>
                    <a:pt x="294" y="230"/>
                    <a:pt x="287" y="227"/>
                    <a:pt x="287" y="223"/>
                  </a:cubicBezTo>
                  <a:cubicBezTo>
                    <a:pt x="287" y="219"/>
                    <a:pt x="294" y="216"/>
                    <a:pt x="303" y="216"/>
                  </a:cubicBezTo>
                  <a:cubicBezTo>
                    <a:pt x="312" y="216"/>
                    <a:pt x="319" y="219"/>
                    <a:pt x="319" y="223"/>
                  </a:cubicBezTo>
                  <a:cubicBezTo>
                    <a:pt x="319" y="227"/>
                    <a:pt x="312" y="230"/>
                    <a:pt x="303" y="23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8618" name="Group 741">
            <a:extLst>
              <a:ext uri="{FF2B5EF4-FFF2-40B4-BE49-F238E27FC236}">
                <a16:creationId xmlns:a16="http://schemas.microsoft.com/office/drawing/2014/main" id="{07ABAF9B-B83D-4868-A394-6225B7EEB5EE}"/>
              </a:ext>
            </a:extLst>
          </p:cNvPr>
          <p:cNvGrpSpPr>
            <a:grpSpLocks/>
          </p:cNvGrpSpPr>
          <p:nvPr/>
        </p:nvGrpSpPr>
        <p:grpSpPr bwMode="auto">
          <a:xfrm>
            <a:off x="3494088" y="5559425"/>
            <a:ext cx="631825" cy="501650"/>
            <a:chOff x="1241" y="3502"/>
            <a:chExt cx="398" cy="316"/>
          </a:xfrm>
        </p:grpSpPr>
        <p:sp>
          <p:nvSpPr>
            <p:cNvPr id="68628" name="Freeform 695">
              <a:extLst>
                <a:ext uri="{FF2B5EF4-FFF2-40B4-BE49-F238E27FC236}">
                  <a16:creationId xmlns:a16="http://schemas.microsoft.com/office/drawing/2014/main" id="{CEBA4F3F-1849-4E7B-97D2-FDD71BB189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41" y="3502"/>
              <a:ext cx="398" cy="307"/>
            </a:xfrm>
            <a:custGeom>
              <a:avLst/>
              <a:gdLst>
                <a:gd name="T0" fmla="*/ 322 w 401"/>
                <a:gd name="T1" fmla="*/ 50 h 290"/>
                <a:gd name="T2" fmla="*/ 268 w 401"/>
                <a:gd name="T3" fmla="*/ 5 h 290"/>
                <a:gd name="T4" fmla="*/ 197 w 401"/>
                <a:gd name="T5" fmla="*/ 25 h 290"/>
                <a:gd name="T6" fmla="*/ 124 w 401"/>
                <a:gd name="T7" fmla="*/ 5 h 290"/>
                <a:gd name="T8" fmla="*/ 69 w 401"/>
                <a:gd name="T9" fmla="*/ 50 h 290"/>
                <a:gd name="T10" fmla="*/ 11 w 401"/>
                <a:gd name="T11" fmla="*/ 211 h 290"/>
                <a:gd name="T12" fmla="*/ 138 w 401"/>
                <a:gd name="T13" fmla="*/ 344 h 290"/>
                <a:gd name="T14" fmla="*/ 194 w 401"/>
                <a:gd name="T15" fmla="*/ 209 h 290"/>
                <a:gd name="T16" fmla="*/ 198 w 401"/>
                <a:gd name="T17" fmla="*/ 209 h 290"/>
                <a:gd name="T18" fmla="*/ 254 w 401"/>
                <a:gd name="T19" fmla="*/ 344 h 290"/>
                <a:gd name="T20" fmla="*/ 381 w 401"/>
                <a:gd name="T21" fmla="*/ 211 h 290"/>
                <a:gd name="T22" fmla="*/ 322 w 401"/>
                <a:gd name="T23" fmla="*/ 50 h 290"/>
                <a:gd name="T24" fmla="*/ 197 w 401"/>
                <a:gd name="T25" fmla="*/ 184 h 290"/>
                <a:gd name="T26" fmla="*/ 187 w 401"/>
                <a:gd name="T27" fmla="*/ 176 h 290"/>
                <a:gd name="T28" fmla="*/ 197 w 401"/>
                <a:gd name="T29" fmla="*/ 168 h 290"/>
                <a:gd name="T30" fmla="*/ 205 w 401"/>
                <a:gd name="T31" fmla="*/ 176 h 290"/>
                <a:gd name="T32" fmla="*/ 197 w 401"/>
                <a:gd name="T33" fmla="*/ 184 h 2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1" h="290">
                  <a:moveTo>
                    <a:pt x="328" y="42"/>
                  </a:moveTo>
                  <a:cubicBezTo>
                    <a:pt x="318" y="28"/>
                    <a:pt x="296" y="8"/>
                    <a:pt x="274" y="5"/>
                  </a:cubicBezTo>
                  <a:cubicBezTo>
                    <a:pt x="223" y="0"/>
                    <a:pt x="200" y="22"/>
                    <a:pt x="200" y="22"/>
                  </a:cubicBezTo>
                  <a:cubicBezTo>
                    <a:pt x="200" y="22"/>
                    <a:pt x="177" y="0"/>
                    <a:pt x="127" y="5"/>
                  </a:cubicBezTo>
                  <a:cubicBezTo>
                    <a:pt x="105" y="8"/>
                    <a:pt x="83" y="28"/>
                    <a:pt x="72" y="42"/>
                  </a:cubicBezTo>
                  <a:cubicBezTo>
                    <a:pt x="62" y="55"/>
                    <a:pt x="0" y="102"/>
                    <a:pt x="11" y="178"/>
                  </a:cubicBezTo>
                  <a:cubicBezTo>
                    <a:pt x="21" y="254"/>
                    <a:pt x="68" y="290"/>
                    <a:pt x="141" y="290"/>
                  </a:cubicBezTo>
                  <a:cubicBezTo>
                    <a:pt x="214" y="290"/>
                    <a:pt x="187" y="182"/>
                    <a:pt x="197" y="176"/>
                  </a:cubicBezTo>
                  <a:cubicBezTo>
                    <a:pt x="203" y="176"/>
                    <a:pt x="203" y="176"/>
                    <a:pt x="203" y="176"/>
                  </a:cubicBezTo>
                  <a:cubicBezTo>
                    <a:pt x="214" y="182"/>
                    <a:pt x="187" y="290"/>
                    <a:pt x="260" y="290"/>
                  </a:cubicBezTo>
                  <a:cubicBezTo>
                    <a:pt x="333" y="290"/>
                    <a:pt x="380" y="254"/>
                    <a:pt x="390" y="178"/>
                  </a:cubicBezTo>
                  <a:cubicBezTo>
                    <a:pt x="401" y="102"/>
                    <a:pt x="339" y="55"/>
                    <a:pt x="328" y="42"/>
                  </a:cubicBezTo>
                  <a:close/>
                  <a:moveTo>
                    <a:pt x="201" y="155"/>
                  </a:moveTo>
                  <a:cubicBezTo>
                    <a:pt x="195" y="155"/>
                    <a:pt x="190" y="152"/>
                    <a:pt x="190" y="148"/>
                  </a:cubicBezTo>
                  <a:cubicBezTo>
                    <a:pt x="190" y="145"/>
                    <a:pt x="195" y="142"/>
                    <a:pt x="201" y="142"/>
                  </a:cubicBezTo>
                  <a:cubicBezTo>
                    <a:pt x="206" y="142"/>
                    <a:pt x="211" y="145"/>
                    <a:pt x="211" y="148"/>
                  </a:cubicBezTo>
                  <a:cubicBezTo>
                    <a:pt x="211" y="152"/>
                    <a:pt x="206" y="155"/>
                    <a:pt x="201" y="155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9" name="Freeform 696">
              <a:extLst>
                <a:ext uri="{FF2B5EF4-FFF2-40B4-BE49-F238E27FC236}">
                  <a16:creationId xmlns:a16="http://schemas.microsoft.com/office/drawing/2014/main" id="{3E2F336B-ADFF-40B2-A33A-D2D711AD37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69" y="3547"/>
              <a:ext cx="343" cy="260"/>
            </a:xfrm>
            <a:custGeom>
              <a:avLst/>
              <a:gdLst>
                <a:gd name="T0" fmla="*/ 271 w 346"/>
                <a:gd name="T1" fmla="*/ 112 h 245"/>
                <a:gd name="T2" fmla="*/ 292 w 346"/>
                <a:gd name="T3" fmla="*/ 36 h 245"/>
                <a:gd name="T4" fmla="*/ 290 w 346"/>
                <a:gd name="T5" fmla="*/ 0 h 245"/>
                <a:gd name="T6" fmla="*/ 254 w 346"/>
                <a:gd name="T7" fmla="*/ 7 h 245"/>
                <a:gd name="T8" fmla="*/ 201 w 346"/>
                <a:gd name="T9" fmla="*/ 73 h 245"/>
                <a:gd name="T10" fmla="*/ 172 w 346"/>
                <a:gd name="T11" fmla="*/ 112 h 245"/>
                <a:gd name="T12" fmla="*/ 168 w 346"/>
                <a:gd name="T13" fmla="*/ 112 h 245"/>
                <a:gd name="T14" fmla="*/ 135 w 346"/>
                <a:gd name="T15" fmla="*/ 73 h 245"/>
                <a:gd name="T16" fmla="*/ 82 w 346"/>
                <a:gd name="T17" fmla="*/ 7 h 245"/>
                <a:gd name="T18" fmla="*/ 46 w 346"/>
                <a:gd name="T19" fmla="*/ 0 h 245"/>
                <a:gd name="T20" fmla="*/ 44 w 346"/>
                <a:gd name="T21" fmla="*/ 36 h 245"/>
                <a:gd name="T22" fmla="*/ 65 w 346"/>
                <a:gd name="T23" fmla="*/ 112 h 245"/>
                <a:gd name="T24" fmla="*/ 19 w 346"/>
                <a:gd name="T25" fmla="*/ 162 h 245"/>
                <a:gd name="T26" fmla="*/ 57 w 346"/>
                <a:gd name="T27" fmla="*/ 223 h 245"/>
                <a:gd name="T28" fmla="*/ 135 w 346"/>
                <a:gd name="T29" fmla="*/ 219 h 245"/>
                <a:gd name="T30" fmla="*/ 167 w 346"/>
                <a:gd name="T31" fmla="*/ 141 h 245"/>
                <a:gd name="T32" fmla="*/ 171 w 346"/>
                <a:gd name="T33" fmla="*/ 141 h 245"/>
                <a:gd name="T34" fmla="*/ 202 w 346"/>
                <a:gd name="T35" fmla="*/ 219 h 245"/>
                <a:gd name="T36" fmla="*/ 281 w 346"/>
                <a:gd name="T37" fmla="*/ 223 h 245"/>
                <a:gd name="T38" fmla="*/ 317 w 346"/>
                <a:gd name="T39" fmla="*/ 162 h 245"/>
                <a:gd name="T40" fmla="*/ 271 w 346"/>
                <a:gd name="T41" fmla="*/ 112 h 245"/>
                <a:gd name="T42" fmla="*/ 170 w 346"/>
                <a:gd name="T43" fmla="*/ 134 h 245"/>
                <a:gd name="T44" fmla="*/ 159 w 346"/>
                <a:gd name="T45" fmla="*/ 125 h 245"/>
                <a:gd name="T46" fmla="*/ 170 w 346"/>
                <a:gd name="T47" fmla="*/ 118 h 245"/>
                <a:gd name="T48" fmla="*/ 177 w 346"/>
                <a:gd name="T49" fmla="*/ 125 h 245"/>
                <a:gd name="T50" fmla="*/ 170 w 346"/>
                <a:gd name="T51" fmla="*/ 134 h 24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46" h="245">
                  <a:moveTo>
                    <a:pt x="277" y="94"/>
                  </a:moveTo>
                  <a:cubicBezTo>
                    <a:pt x="260" y="85"/>
                    <a:pt x="289" y="56"/>
                    <a:pt x="301" y="30"/>
                  </a:cubicBezTo>
                  <a:cubicBezTo>
                    <a:pt x="313" y="4"/>
                    <a:pt x="299" y="0"/>
                    <a:pt x="299" y="0"/>
                  </a:cubicBezTo>
                  <a:cubicBezTo>
                    <a:pt x="299" y="0"/>
                    <a:pt x="275" y="10"/>
                    <a:pt x="260" y="7"/>
                  </a:cubicBezTo>
                  <a:cubicBezTo>
                    <a:pt x="245" y="5"/>
                    <a:pt x="222" y="0"/>
                    <a:pt x="207" y="61"/>
                  </a:cubicBezTo>
                  <a:cubicBezTo>
                    <a:pt x="204" y="73"/>
                    <a:pt x="208" y="95"/>
                    <a:pt x="177" y="94"/>
                  </a:cubicBezTo>
                  <a:cubicBezTo>
                    <a:pt x="171" y="94"/>
                    <a:pt x="171" y="94"/>
                    <a:pt x="171" y="94"/>
                  </a:cubicBezTo>
                  <a:cubicBezTo>
                    <a:pt x="140" y="95"/>
                    <a:pt x="141" y="73"/>
                    <a:pt x="138" y="61"/>
                  </a:cubicBezTo>
                  <a:cubicBezTo>
                    <a:pt x="124" y="0"/>
                    <a:pt x="100" y="5"/>
                    <a:pt x="85" y="7"/>
                  </a:cubicBezTo>
                  <a:cubicBezTo>
                    <a:pt x="70" y="10"/>
                    <a:pt x="46" y="0"/>
                    <a:pt x="46" y="0"/>
                  </a:cubicBezTo>
                  <a:cubicBezTo>
                    <a:pt x="46" y="0"/>
                    <a:pt x="32" y="4"/>
                    <a:pt x="44" y="30"/>
                  </a:cubicBezTo>
                  <a:cubicBezTo>
                    <a:pt x="57" y="56"/>
                    <a:pt x="86" y="85"/>
                    <a:pt x="68" y="94"/>
                  </a:cubicBezTo>
                  <a:cubicBezTo>
                    <a:pt x="51" y="103"/>
                    <a:pt x="0" y="98"/>
                    <a:pt x="19" y="136"/>
                  </a:cubicBezTo>
                  <a:cubicBezTo>
                    <a:pt x="39" y="173"/>
                    <a:pt x="30" y="184"/>
                    <a:pt x="59" y="187"/>
                  </a:cubicBezTo>
                  <a:cubicBezTo>
                    <a:pt x="88" y="190"/>
                    <a:pt x="135" y="245"/>
                    <a:pt x="138" y="183"/>
                  </a:cubicBezTo>
                  <a:cubicBezTo>
                    <a:pt x="141" y="121"/>
                    <a:pt x="144" y="119"/>
                    <a:pt x="170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201" y="119"/>
                    <a:pt x="204" y="121"/>
                    <a:pt x="208" y="183"/>
                  </a:cubicBezTo>
                  <a:cubicBezTo>
                    <a:pt x="211" y="245"/>
                    <a:pt x="258" y="190"/>
                    <a:pt x="287" y="187"/>
                  </a:cubicBezTo>
                  <a:cubicBezTo>
                    <a:pt x="315" y="184"/>
                    <a:pt x="306" y="173"/>
                    <a:pt x="326" y="136"/>
                  </a:cubicBezTo>
                  <a:cubicBezTo>
                    <a:pt x="346" y="98"/>
                    <a:pt x="295" y="103"/>
                    <a:pt x="277" y="94"/>
                  </a:cubicBezTo>
                  <a:close/>
                  <a:moveTo>
                    <a:pt x="173" y="112"/>
                  </a:moveTo>
                  <a:cubicBezTo>
                    <a:pt x="167" y="112"/>
                    <a:pt x="162" y="109"/>
                    <a:pt x="162" y="105"/>
                  </a:cubicBezTo>
                  <a:cubicBezTo>
                    <a:pt x="162" y="102"/>
                    <a:pt x="167" y="99"/>
                    <a:pt x="173" y="99"/>
                  </a:cubicBezTo>
                  <a:cubicBezTo>
                    <a:pt x="179" y="99"/>
                    <a:pt x="183" y="102"/>
                    <a:pt x="183" y="105"/>
                  </a:cubicBezTo>
                  <a:cubicBezTo>
                    <a:pt x="183" y="109"/>
                    <a:pt x="179" y="112"/>
                    <a:pt x="173" y="112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0" name="Freeform 697">
              <a:extLst>
                <a:ext uri="{FF2B5EF4-FFF2-40B4-BE49-F238E27FC236}">
                  <a16:creationId xmlns:a16="http://schemas.microsoft.com/office/drawing/2014/main" id="{9AA46FA5-7BA3-43F9-BBD3-6909D03F9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547"/>
              <a:ext cx="343" cy="260"/>
            </a:xfrm>
            <a:custGeom>
              <a:avLst/>
              <a:gdLst>
                <a:gd name="T0" fmla="*/ 271 w 346"/>
                <a:gd name="T1" fmla="*/ 112 h 245"/>
                <a:gd name="T2" fmla="*/ 292 w 346"/>
                <a:gd name="T3" fmla="*/ 36 h 245"/>
                <a:gd name="T4" fmla="*/ 290 w 346"/>
                <a:gd name="T5" fmla="*/ 0 h 245"/>
                <a:gd name="T6" fmla="*/ 254 w 346"/>
                <a:gd name="T7" fmla="*/ 7 h 245"/>
                <a:gd name="T8" fmla="*/ 201 w 346"/>
                <a:gd name="T9" fmla="*/ 73 h 245"/>
                <a:gd name="T10" fmla="*/ 172 w 346"/>
                <a:gd name="T11" fmla="*/ 112 h 245"/>
                <a:gd name="T12" fmla="*/ 168 w 346"/>
                <a:gd name="T13" fmla="*/ 112 h 245"/>
                <a:gd name="T14" fmla="*/ 135 w 346"/>
                <a:gd name="T15" fmla="*/ 73 h 245"/>
                <a:gd name="T16" fmla="*/ 82 w 346"/>
                <a:gd name="T17" fmla="*/ 7 h 245"/>
                <a:gd name="T18" fmla="*/ 46 w 346"/>
                <a:gd name="T19" fmla="*/ 0 h 245"/>
                <a:gd name="T20" fmla="*/ 44 w 346"/>
                <a:gd name="T21" fmla="*/ 36 h 245"/>
                <a:gd name="T22" fmla="*/ 65 w 346"/>
                <a:gd name="T23" fmla="*/ 112 h 245"/>
                <a:gd name="T24" fmla="*/ 19 w 346"/>
                <a:gd name="T25" fmla="*/ 162 h 245"/>
                <a:gd name="T26" fmla="*/ 57 w 346"/>
                <a:gd name="T27" fmla="*/ 223 h 245"/>
                <a:gd name="T28" fmla="*/ 135 w 346"/>
                <a:gd name="T29" fmla="*/ 219 h 245"/>
                <a:gd name="T30" fmla="*/ 167 w 346"/>
                <a:gd name="T31" fmla="*/ 141 h 245"/>
                <a:gd name="T32" fmla="*/ 171 w 346"/>
                <a:gd name="T33" fmla="*/ 141 h 245"/>
                <a:gd name="T34" fmla="*/ 202 w 346"/>
                <a:gd name="T35" fmla="*/ 219 h 245"/>
                <a:gd name="T36" fmla="*/ 281 w 346"/>
                <a:gd name="T37" fmla="*/ 223 h 245"/>
                <a:gd name="T38" fmla="*/ 317 w 346"/>
                <a:gd name="T39" fmla="*/ 162 h 245"/>
                <a:gd name="T40" fmla="*/ 271 w 346"/>
                <a:gd name="T41" fmla="*/ 112 h 2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6" h="245">
                  <a:moveTo>
                    <a:pt x="277" y="94"/>
                  </a:moveTo>
                  <a:cubicBezTo>
                    <a:pt x="260" y="85"/>
                    <a:pt x="289" y="56"/>
                    <a:pt x="301" y="30"/>
                  </a:cubicBezTo>
                  <a:cubicBezTo>
                    <a:pt x="313" y="4"/>
                    <a:pt x="299" y="0"/>
                    <a:pt x="299" y="0"/>
                  </a:cubicBezTo>
                  <a:cubicBezTo>
                    <a:pt x="299" y="0"/>
                    <a:pt x="275" y="10"/>
                    <a:pt x="260" y="7"/>
                  </a:cubicBezTo>
                  <a:cubicBezTo>
                    <a:pt x="245" y="5"/>
                    <a:pt x="222" y="0"/>
                    <a:pt x="207" y="61"/>
                  </a:cubicBezTo>
                  <a:cubicBezTo>
                    <a:pt x="204" y="73"/>
                    <a:pt x="208" y="95"/>
                    <a:pt x="177" y="94"/>
                  </a:cubicBezTo>
                  <a:cubicBezTo>
                    <a:pt x="171" y="94"/>
                    <a:pt x="171" y="94"/>
                    <a:pt x="171" y="94"/>
                  </a:cubicBezTo>
                  <a:cubicBezTo>
                    <a:pt x="140" y="95"/>
                    <a:pt x="141" y="73"/>
                    <a:pt x="138" y="61"/>
                  </a:cubicBezTo>
                  <a:cubicBezTo>
                    <a:pt x="124" y="0"/>
                    <a:pt x="100" y="5"/>
                    <a:pt x="85" y="7"/>
                  </a:cubicBezTo>
                  <a:cubicBezTo>
                    <a:pt x="70" y="10"/>
                    <a:pt x="46" y="0"/>
                    <a:pt x="46" y="0"/>
                  </a:cubicBezTo>
                  <a:cubicBezTo>
                    <a:pt x="46" y="0"/>
                    <a:pt x="32" y="4"/>
                    <a:pt x="44" y="30"/>
                  </a:cubicBezTo>
                  <a:cubicBezTo>
                    <a:pt x="57" y="56"/>
                    <a:pt x="86" y="85"/>
                    <a:pt x="68" y="94"/>
                  </a:cubicBezTo>
                  <a:cubicBezTo>
                    <a:pt x="51" y="103"/>
                    <a:pt x="0" y="98"/>
                    <a:pt x="19" y="136"/>
                  </a:cubicBezTo>
                  <a:cubicBezTo>
                    <a:pt x="39" y="173"/>
                    <a:pt x="30" y="184"/>
                    <a:pt x="59" y="187"/>
                  </a:cubicBezTo>
                  <a:cubicBezTo>
                    <a:pt x="88" y="190"/>
                    <a:pt x="135" y="245"/>
                    <a:pt x="138" y="183"/>
                  </a:cubicBezTo>
                  <a:cubicBezTo>
                    <a:pt x="141" y="121"/>
                    <a:pt x="144" y="119"/>
                    <a:pt x="170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201" y="119"/>
                    <a:pt x="204" y="121"/>
                    <a:pt x="208" y="183"/>
                  </a:cubicBezTo>
                  <a:cubicBezTo>
                    <a:pt x="211" y="245"/>
                    <a:pt x="258" y="190"/>
                    <a:pt x="287" y="187"/>
                  </a:cubicBezTo>
                  <a:cubicBezTo>
                    <a:pt x="315" y="184"/>
                    <a:pt x="306" y="173"/>
                    <a:pt x="326" y="136"/>
                  </a:cubicBezTo>
                  <a:cubicBezTo>
                    <a:pt x="346" y="98"/>
                    <a:pt x="295" y="103"/>
                    <a:pt x="277" y="9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1" name="Freeform 698">
              <a:extLst>
                <a:ext uri="{FF2B5EF4-FFF2-40B4-BE49-F238E27FC236}">
                  <a16:creationId xmlns:a16="http://schemas.microsoft.com/office/drawing/2014/main" id="{EE5EF2DE-D82D-4140-B028-5A45BD868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3600"/>
              <a:ext cx="24" cy="58"/>
            </a:xfrm>
            <a:custGeom>
              <a:avLst/>
              <a:gdLst>
                <a:gd name="T0" fmla="*/ 24 w 24"/>
                <a:gd name="T1" fmla="*/ 58 h 54"/>
                <a:gd name="T2" fmla="*/ 0 w 24"/>
                <a:gd name="T3" fmla="*/ 0 h 54"/>
                <a:gd name="T4" fmla="*/ 24 w 24"/>
                <a:gd name="T5" fmla="*/ 5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4">
                  <a:moveTo>
                    <a:pt x="24" y="47"/>
                  </a:moveTo>
                  <a:cubicBezTo>
                    <a:pt x="24" y="47"/>
                    <a:pt x="8" y="50"/>
                    <a:pt x="0" y="0"/>
                  </a:cubicBezTo>
                  <a:cubicBezTo>
                    <a:pt x="0" y="0"/>
                    <a:pt x="4" y="54"/>
                    <a:pt x="24" y="47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2" name="Freeform 699">
              <a:extLst>
                <a:ext uri="{FF2B5EF4-FFF2-40B4-BE49-F238E27FC236}">
                  <a16:creationId xmlns:a16="http://schemas.microsoft.com/office/drawing/2014/main" id="{B3177044-1F6F-4DE1-AE09-3A50020E8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618"/>
              <a:ext cx="39" cy="37"/>
            </a:xfrm>
            <a:custGeom>
              <a:avLst/>
              <a:gdLst>
                <a:gd name="T0" fmla="*/ 14 w 39"/>
                <a:gd name="T1" fmla="*/ 0 h 35"/>
                <a:gd name="T2" fmla="*/ 0 w 39"/>
                <a:gd name="T3" fmla="*/ 41 h 35"/>
                <a:gd name="T4" fmla="*/ 14 w 39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5">
                  <a:moveTo>
                    <a:pt x="14" y="0"/>
                  </a:moveTo>
                  <a:cubicBezTo>
                    <a:pt x="14" y="0"/>
                    <a:pt x="34" y="28"/>
                    <a:pt x="0" y="35"/>
                  </a:cubicBezTo>
                  <a:cubicBezTo>
                    <a:pt x="0" y="35"/>
                    <a:pt x="39" y="34"/>
                    <a:pt x="14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3" name="Freeform 700">
              <a:extLst>
                <a:ext uri="{FF2B5EF4-FFF2-40B4-BE49-F238E27FC236}">
                  <a16:creationId xmlns:a16="http://schemas.microsoft.com/office/drawing/2014/main" id="{D8903BC3-3DA3-4931-9A25-4D60E61E6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3672"/>
              <a:ext cx="17" cy="72"/>
            </a:xfrm>
            <a:custGeom>
              <a:avLst/>
              <a:gdLst>
                <a:gd name="T0" fmla="*/ 0 w 17"/>
                <a:gd name="T1" fmla="*/ 0 h 68"/>
                <a:gd name="T2" fmla="*/ 12 w 17"/>
                <a:gd name="T3" fmla="*/ 80 h 68"/>
                <a:gd name="T4" fmla="*/ 0 w 17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8">
                  <a:moveTo>
                    <a:pt x="0" y="0"/>
                  </a:moveTo>
                  <a:cubicBezTo>
                    <a:pt x="0" y="0"/>
                    <a:pt x="11" y="2"/>
                    <a:pt x="12" y="68"/>
                  </a:cubicBezTo>
                  <a:cubicBezTo>
                    <a:pt x="12" y="68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4" name="Freeform 701">
              <a:extLst>
                <a:ext uri="{FF2B5EF4-FFF2-40B4-BE49-F238E27FC236}">
                  <a16:creationId xmlns:a16="http://schemas.microsoft.com/office/drawing/2014/main" id="{02158FC7-F0A3-4766-98CE-E1911B8A6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3544"/>
              <a:ext cx="44" cy="63"/>
            </a:xfrm>
            <a:custGeom>
              <a:avLst/>
              <a:gdLst>
                <a:gd name="T0" fmla="*/ 44 w 44"/>
                <a:gd name="T1" fmla="*/ 16 h 59"/>
                <a:gd name="T2" fmla="*/ 0 w 44"/>
                <a:gd name="T3" fmla="*/ 72 h 59"/>
                <a:gd name="T4" fmla="*/ 44 w 44"/>
                <a:gd name="T5" fmla="*/ 16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9">
                  <a:moveTo>
                    <a:pt x="44" y="13"/>
                  </a:moveTo>
                  <a:cubicBezTo>
                    <a:pt x="44" y="13"/>
                    <a:pt x="16" y="0"/>
                    <a:pt x="0" y="59"/>
                  </a:cubicBezTo>
                  <a:cubicBezTo>
                    <a:pt x="0" y="59"/>
                    <a:pt x="14" y="10"/>
                    <a:pt x="44" y="13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5" name="Freeform 702">
              <a:extLst>
                <a:ext uri="{FF2B5EF4-FFF2-40B4-BE49-F238E27FC236}">
                  <a16:creationId xmlns:a16="http://schemas.microsoft.com/office/drawing/2014/main" id="{9C797532-53AB-477E-B31D-C22329509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654"/>
              <a:ext cx="10" cy="12"/>
            </a:xfrm>
            <a:custGeom>
              <a:avLst/>
              <a:gdLst>
                <a:gd name="T0" fmla="*/ 3 w 10"/>
                <a:gd name="T1" fmla="*/ 0 h 11"/>
                <a:gd name="T2" fmla="*/ 0 w 10"/>
                <a:gd name="T3" fmla="*/ 14 h 11"/>
                <a:gd name="T4" fmla="*/ 3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0"/>
                  </a:moveTo>
                  <a:cubicBezTo>
                    <a:pt x="3" y="0"/>
                    <a:pt x="8" y="8"/>
                    <a:pt x="0" y="11"/>
                  </a:cubicBezTo>
                  <a:cubicBezTo>
                    <a:pt x="0" y="11"/>
                    <a:pt x="10" y="9"/>
                    <a:pt x="3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6" name="Freeform 703">
              <a:extLst>
                <a:ext uri="{FF2B5EF4-FFF2-40B4-BE49-F238E27FC236}">
                  <a16:creationId xmlns:a16="http://schemas.microsoft.com/office/drawing/2014/main" id="{3D4367DB-5BE9-41EA-A1ED-32F0E9EDD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526"/>
              <a:ext cx="5" cy="115"/>
            </a:xfrm>
            <a:custGeom>
              <a:avLst/>
              <a:gdLst>
                <a:gd name="T0" fmla="*/ 1 w 6"/>
                <a:gd name="T1" fmla="*/ 0 h 108"/>
                <a:gd name="T2" fmla="*/ 3 w 6"/>
                <a:gd name="T3" fmla="*/ 130 h 108"/>
                <a:gd name="T4" fmla="*/ 3 w 6"/>
                <a:gd name="T5" fmla="*/ 0 h 108"/>
                <a:gd name="T6" fmla="*/ 1 w 6"/>
                <a:gd name="T7" fmla="*/ 0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8">
                  <a:moveTo>
                    <a:pt x="1" y="0"/>
                  </a:moveTo>
                  <a:cubicBezTo>
                    <a:pt x="1" y="0"/>
                    <a:pt x="0" y="94"/>
                    <a:pt x="3" y="108"/>
                  </a:cubicBezTo>
                  <a:cubicBezTo>
                    <a:pt x="3" y="108"/>
                    <a:pt x="6" y="7"/>
                    <a:pt x="4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7" name="Freeform 704">
              <a:extLst>
                <a:ext uri="{FF2B5EF4-FFF2-40B4-BE49-F238E27FC236}">
                  <a16:creationId xmlns:a16="http://schemas.microsoft.com/office/drawing/2014/main" id="{69A5745F-C2EB-4DDF-923E-3E5CF7BE8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3507"/>
              <a:ext cx="80" cy="90"/>
            </a:xfrm>
            <a:custGeom>
              <a:avLst/>
              <a:gdLst>
                <a:gd name="T0" fmla="*/ 76 w 80"/>
                <a:gd name="T1" fmla="*/ 101 h 85"/>
                <a:gd name="T2" fmla="*/ 69 w 80"/>
                <a:gd name="T3" fmla="*/ 21 h 85"/>
                <a:gd name="T4" fmla="*/ 0 w 80"/>
                <a:gd name="T5" fmla="*/ 6 h 85"/>
                <a:gd name="T6" fmla="*/ 42 w 80"/>
                <a:gd name="T7" fmla="*/ 17 h 85"/>
                <a:gd name="T8" fmla="*/ 76 w 80"/>
                <a:gd name="T9" fmla="*/ 101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5">
                  <a:moveTo>
                    <a:pt x="76" y="85"/>
                  </a:moveTo>
                  <a:cubicBezTo>
                    <a:pt x="76" y="85"/>
                    <a:pt x="80" y="27"/>
                    <a:pt x="69" y="18"/>
                  </a:cubicBezTo>
                  <a:cubicBezTo>
                    <a:pt x="58" y="9"/>
                    <a:pt x="43" y="0"/>
                    <a:pt x="0" y="6"/>
                  </a:cubicBezTo>
                  <a:cubicBezTo>
                    <a:pt x="0" y="6"/>
                    <a:pt x="25" y="2"/>
                    <a:pt x="42" y="14"/>
                  </a:cubicBezTo>
                  <a:cubicBezTo>
                    <a:pt x="60" y="26"/>
                    <a:pt x="69" y="22"/>
                    <a:pt x="76" y="85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8" name="Freeform 705">
              <a:extLst>
                <a:ext uri="{FF2B5EF4-FFF2-40B4-BE49-F238E27FC236}">
                  <a16:creationId xmlns:a16="http://schemas.microsoft.com/office/drawing/2014/main" id="{1BD970A0-8F05-4FE7-BC15-DB56DCE9D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514"/>
              <a:ext cx="33" cy="44"/>
            </a:xfrm>
            <a:custGeom>
              <a:avLst/>
              <a:gdLst>
                <a:gd name="T0" fmla="*/ 33 w 33"/>
                <a:gd name="T1" fmla="*/ 0 h 42"/>
                <a:gd name="T2" fmla="*/ 5 w 33"/>
                <a:gd name="T3" fmla="*/ 48 h 42"/>
                <a:gd name="T4" fmla="*/ 33 w 3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2">
                  <a:moveTo>
                    <a:pt x="33" y="0"/>
                  </a:moveTo>
                  <a:cubicBezTo>
                    <a:pt x="33" y="0"/>
                    <a:pt x="0" y="1"/>
                    <a:pt x="5" y="42"/>
                  </a:cubicBezTo>
                  <a:cubicBezTo>
                    <a:pt x="5" y="42"/>
                    <a:pt x="10" y="5"/>
                    <a:pt x="33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9" name="Freeform 706">
              <a:extLst>
                <a:ext uri="{FF2B5EF4-FFF2-40B4-BE49-F238E27FC236}">
                  <a16:creationId xmlns:a16="http://schemas.microsoft.com/office/drawing/2014/main" id="{BA56F8B9-B63E-4D88-9855-01F8F64B0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3756"/>
              <a:ext cx="42" cy="50"/>
            </a:xfrm>
            <a:custGeom>
              <a:avLst/>
              <a:gdLst>
                <a:gd name="T0" fmla="*/ 0 w 42"/>
                <a:gd name="T1" fmla="*/ 17 h 47"/>
                <a:gd name="T2" fmla="*/ 42 w 42"/>
                <a:gd name="T3" fmla="*/ 0 h 47"/>
                <a:gd name="T4" fmla="*/ 0 w 42"/>
                <a:gd name="T5" fmla="*/ 17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7">
                  <a:moveTo>
                    <a:pt x="0" y="14"/>
                  </a:moveTo>
                  <a:cubicBezTo>
                    <a:pt x="0" y="14"/>
                    <a:pt x="33" y="39"/>
                    <a:pt x="42" y="0"/>
                  </a:cubicBezTo>
                  <a:cubicBezTo>
                    <a:pt x="42" y="0"/>
                    <a:pt x="41" y="47"/>
                    <a:pt x="0" y="14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0" name="Freeform 707">
              <a:extLst>
                <a:ext uri="{FF2B5EF4-FFF2-40B4-BE49-F238E27FC236}">
                  <a16:creationId xmlns:a16="http://schemas.microsoft.com/office/drawing/2014/main" id="{7539184A-A12A-41F7-A66D-6B890A6C6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761"/>
              <a:ext cx="70" cy="57"/>
            </a:xfrm>
            <a:custGeom>
              <a:avLst/>
              <a:gdLst>
                <a:gd name="T0" fmla="*/ 0 w 70"/>
                <a:gd name="T1" fmla="*/ 0 h 54"/>
                <a:gd name="T2" fmla="*/ 70 w 70"/>
                <a:gd name="T3" fmla="*/ 44 h 54"/>
                <a:gd name="T4" fmla="*/ 0 w 70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4">
                  <a:moveTo>
                    <a:pt x="0" y="0"/>
                  </a:moveTo>
                  <a:cubicBezTo>
                    <a:pt x="0" y="0"/>
                    <a:pt x="5" y="54"/>
                    <a:pt x="70" y="38"/>
                  </a:cubicBezTo>
                  <a:cubicBezTo>
                    <a:pt x="70" y="38"/>
                    <a:pt x="21" y="48"/>
                    <a:pt x="0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1" name="Freeform 708">
              <a:extLst>
                <a:ext uri="{FF2B5EF4-FFF2-40B4-BE49-F238E27FC236}">
                  <a16:creationId xmlns:a16="http://schemas.microsoft.com/office/drawing/2014/main" id="{3BB2DD54-91CA-4C94-8324-D32C085A3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520"/>
              <a:ext cx="48" cy="116"/>
            </a:xfrm>
            <a:custGeom>
              <a:avLst/>
              <a:gdLst>
                <a:gd name="T0" fmla="*/ 0 w 48"/>
                <a:gd name="T1" fmla="*/ 129 h 110"/>
                <a:gd name="T2" fmla="*/ 7 w 48"/>
                <a:gd name="T3" fmla="*/ 104 h 110"/>
                <a:gd name="T4" fmla="*/ 15 w 48"/>
                <a:gd name="T5" fmla="*/ 57 h 110"/>
                <a:gd name="T6" fmla="*/ 48 w 48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0">
                  <a:moveTo>
                    <a:pt x="0" y="110"/>
                  </a:moveTo>
                  <a:cubicBezTo>
                    <a:pt x="5" y="106"/>
                    <a:pt x="6" y="95"/>
                    <a:pt x="7" y="89"/>
                  </a:cubicBezTo>
                  <a:cubicBezTo>
                    <a:pt x="10" y="76"/>
                    <a:pt x="11" y="61"/>
                    <a:pt x="15" y="48"/>
                  </a:cubicBezTo>
                  <a:cubicBezTo>
                    <a:pt x="20" y="28"/>
                    <a:pt x="31" y="11"/>
                    <a:pt x="48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2" name="Freeform 709">
              <a:extLst>
                <a:ext uri="{FF2B5EF4-FFF2-40B4-BE49-F238E27FC236}">
                  <a16:creationId xmlns:a16="http://schemas.microsoft.com/office/drawing/2014/main" id="{1F9C0310-F4B8-4982-A167-57D7EEF46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523"/>
              <a:ext cx="69" cy="49"/>
            </a:xfrm>
            <a:custGeom>
              <a:avLst/>
              <a:gdLst>
                <a:gd name="T0" fmla="*/ 1 w 69"/>
                <a:gd name="T1" fmla="*/ 55 h 46"/>
                <a:gd name="T2" fmla="*/ 5 w 69"/>
                <a:gd name="T3" fmla="*/ 48 h 46"/>
                <a:gd name="T4" fmla="*/ 29 w 69"/>
                <a:gd name="T5" fmla="*/ 21 h 46"/>
                <a:gd name="T6" fmla="*/ 59 w 69"/>
                <a:gd name="T7" fmla="*/ 4 h 46"/>
                <a:gd name="T8" fmla="*/ 69 w 69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6">
                  <a:moveTo>
                    <a:pt x="1" y="46"/>
                  </a:moveTo>
                  <a:cubicBezTo>
                    <a:pt x="0" y="43"/>
                    <a:pt x="3" y="41"/>
                    <a:pt x="5" y="39"/>
                  </a:cubicBezTo>
                  <a:cubicBezTo>
                    <a:pt x="12" y="32"/>
                    <a:pt x="21" y="24"/>
                    <a:pt x="29" y="18"/>
                  </a:cubicBezTo>
                  <a:cubicBezTo>
                    <a:pt x="38" y="11"/>
                    <a:pt x="49" y="8"/>
                    <a:pt x="59" y="4"/>
                  </a:cubicBezTo>
                  <a:cubicBezTo>
                    <a:pt x="63" y="2"/>
                    <a:pt x="66" y="1"/>
                    <a:pt x="69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3" name="Freeform 710">
              <a:extLst>
                <a:ext uri="{FF2B5EF4-FFF2-40B4-BE49-F238E27FC236}">
                  <a16:creationId xmlns:a16="http://schemas.microsoft.com/office/drawing/2014/main" id="{34AA7671-7990-4E12-93E0-6D39E48FB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548"/>
              <a:ext cx="5" cy="53"/>
            </a:xfrm>
            <a:custGeom>
              <a:avLst/>
              <a:gdLst>
                <a:gd name="T0" fmla="*/ 3 w 5"/>
                <a:gd name="T1" fmla="*/ 0 h 50"/>
                <a:gd name="T2" fmla="*/ 1 w 5"/>
                <a:gd name="T3" fmla="*/ 35 h 50"/>
                <a:gd name="T4" fmla="*/ 5 w 5"/>
                <a:gd name="T5" fmla="*/ 5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0">
                  <a:moveTo>
                    <a:pt x="3" y="0"/>
                  </a:moveTo>
                  <a:cubicBezTo>
                    <a:pt x="3" y="10"/>
                    <a:pt x="0" y="19"/>
                    <a:pt x="1" y="29"/>
                  </a:cubicBezTo>
                  <a:cubicBezTo>
                    <a:pt x="2" y="36"/>
                    <a:pt x="4" y="43"/>
                    <a:pt x="5" y="5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4" name="Freeform 711">
              <a:extLst>
                <a:ext uri="{FF2B5EF4-FFF2-40B4-BE49-F238E27FC236}">
                  <a16:creationId xmlns:a16="http://schemas.microsoft.com/office/drawing/2014/main" id="{943AB2E3-169D-4C22-899F-012F8FC2B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529"/>
              <a:ext cx="55" cy="102"/>
            </a:xfrm>
            <a:custGeom>
              <a:avLst/>
              <a:gdLst>
                <a:gd name="T0" fmla="*/ 0 w 55"/>
                <a:gd name="T1" fmla="*/ 0 h 96"/>
                <a:gd name="T2" fmla="*/ 24 w 55"/>
                <a:gd name="T3" fmla="*/ 17 h 96"/>
                <a:gd name="T4" fmla="*/ 39 w 55"/>
                <a:gd name="T5" fmla="*/ 56 h 96"/>
                <a:gd name="T6" fmla="*/ 46 w 55"/>
                <a:gd name="T7" fmla="*/ 92 h 96"/>
                <a:gd name="T8" fmla="*/ 55 w 55"/>
                <a:gd name="T9" fmla="*/ 115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96">
                  <a:moveTo>
                    <a:pt x="0" y="0"/>
                  </a:moveTo>
                  <a:cubicBezTo>
                    <a:pt x="7" y="6"/>
                    <a:pt x="17" y="8"/>
                    <a:pt x="24" y="14"/>
                  </a:cubicBezTo>
                  <a:cubicBezTo>
                    <a:pt x="32" y="23"/>
                    <a:pt x="37" y="36"/>
                    <a:pt x="39" y="47"/>
                  </a:cubicBezTo>
                  <a:cubicBezTo>
                    <a:pt x="42" y="57"/>
                    <a:pt x="43" y="67"/>
                    <a:pt x="46" y="77"/>
                  </a:cubicBezTo>
                  <a:cubicBezTo>
                    <a:pt x="48" y="84"/>
                    <a:pt x="52" y="90"/>
                    <a:pt x="55" y="9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5" name="Freeform 712">
              <a:extLst>
                <a:ext uri="{FF2B5EF4-FFF2-40B4-BE49-F238E27FC236}">
                  <a16:creationId xmlns:a16="http://schemas.microsoft.com/office/drawing/2014/main" id="{3AC47156-9F5A-406B-B30B-4E914CE95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3536"/>
              <a:ext cx="81" cy="60"/>
            </a:xfrm>
            <a:custGeom>
              <a:avLst/>
              <a:gdLst>
                <a:gd name="T0" fmla="*/ 81 w 81"/>
                <a:gd name="T1" fmla="*/ 66 h 57"/>
                <a:gd name="T2" fmla="*/ 67 w 81"/>
                <a:gd name="T3" fmla="*/ 41 h 57"/>
                <a:gd name="T4" fmla="*/ 44 w 81"/>
                <a:gd name="T5" fmla="*/ 16 h 57"/>
                <a:gd name="T6" fmla="*/ 20 w 81"/>
                <a:gd name="T7" fmla="*/ 7 h 57"/>
                <a:gd name="T8" fmla="*/ 0 w 81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57">
                  <a:moveTo>
                    <a:pt x="81" y="57"/>
                  </a:moveTo>
                  <a:cubicBezTo>
                    <a:pt x="76" y="49"/>
                    <a:pt x="73" y="41"/>
                    <a:pt x="67" y="35"/>
                  </a:cubicBezTo>
                  <a:cubicBezTo>
                    <a:pt x="60" y="27"/>
                    <a:pt x="53" y="18"/>
                    <a:pt x="44" y="13"/>
                  </a:cubicBezTo>
                  <a:cubicBezTo>
                    <a:pt x="37" y="10"/>
                    <a:pt x="28" y="8"/>
                    <a:pt x="20" y="7"/>
                  </a:cubicBezTo>
                  <a:cubicBezTo>
                    <a:pt x="13" y="7"/>
                    <a:pt x="4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6" name="Freeform 713">
              <a:extLst>
                <a:ext uri="{FF2B5EF4-FFF2-40B4-BE49-F238E27FC236}">
                  <a16:creationId xmlns:a16="http://schemas.microsoft.com/office/drawing/2014/main" id="{86D9F150-B2FE-497F-B08A-21D3AFFDD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3523"/>
              <a:ext cx="15" cy="30"/>
            </a:xfrm>
            <a:custGeom>
              <a:avLst/>
              <a:gdLst>
                <a:gd name="T0" fmla="*/ 15 w 15"/>
                <a:gd name="T1" fmla="*/ 34 h 28"/>
                <a:gd name="T2" fmla="*/ 0 w 1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15" y="28"/>
                  </a:moveTo>
                  <a:cubicBezTo>
                    <a:pt x="7" y="21"/>
                    <a:pt x="8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7" name="Freeform 714">
              <a:extLst>
                <a:ext uri="{FF2B5EF4-FFF2-40B4-BE49-F238E27FC236}">
                  <a16:creationId xmlns:a16="http://schemas.microsoft.com/office/drawing/2014/main" id="{76DCB668-C389-4030-999A-CCEF17515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3605"/>
              <a:ext cx="52" cy="36"/>
            </a:xfrm>
            <a:custGeom>
              <a:avLst/>
              <a:gdLst>
                <a:gd name="T0" fmla="*/ 50 w 53"/>
                <a:gd name="T1" fmla="*/ 40 h 34"/>
                <a:gd name="T2" fmla="*/ 0 w 53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4">
                  <a:moveTo>
                    <a:pt x="53" y="34"/>
                  </a:moveTo>
                  <a:cubicBezTo>
                    <a:pt x="39" y="15"/>
                    <a:pt x="12" y="1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8" name="Freeform 715">
              <a:extLst>
                <a:ext uri="{FF2B5EF4-FFF2-40B4-BE49-F238E27FC236}">
                  <a16:creationId xmlns:a16="http://schemas.microsoft.com/office/drawing/2014/main" id="{70186ADA-9B7E-4DEA-9E18-34C60DDCD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3627"/>
              <a:ext cx="55" cy="10"/>
            </a:xfrm>
            <a:custGeom>
              <a:avLst/>
              <a:gdLst>
                <a:gd name="T0" fmla="*/ 0 w 56"/>
                <a:gd name="T1" fmla="*/ 10 h 10"/>
                <a:gd name="T2" fmla="*/ 38 w 56"/>
                <a:gd name="T3" fmla="*/ 2 h 10"/>
                <a:gd name="T4" fmla="*/ 53 w 56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0">
                  <a:moveTo>
                    <a:pt x="0" y="10"/>
                  </a:moveTo>
                  <a:cubicBezTo>
                    <a:pt x="13" y="10"/>
                    <a:pt x="28" y="6"/>
                    <a:pt x="41" y="2"/>
                  </a:cubicBezTo>
                  <a:cubicBezTo>
                    <a:pt x="45" y="1"/>
                    <a:pt x="52" y="0"/>
                    <a:pt x="56" y="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9" name="Freeform 716">
              <a:extLst>
                <a:ext uri="{FF2B5EF4-FFF2-40B4-BE49-F238E27FC236}">
                  <a16:creationId xmlns:a16="http://schemas.microsoft.com/office/drawing/2014/main" id="{14BE7A39-3935-4716-B265-71133094F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578"/>
              <a:ext cx="19" cy="28"/>
            </a:xfrm>
            <a:custGeom>
              <a:avLst/>
              <a:gdLst>
                <a:gd name="T0" fmla="*/ 0 w 20"/>
                <a:gd name="T1" fmla="*/ 0 h 26"/>
                <a:gd name="T2" fmla="*/ 17 w 20"/>
                <a:gd name="T3" fmla="*/ 3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10" y="5"/>
                    <a:pt x="12" y="19"/>
                    <a:pt x="20" y="2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0" name="Freeform 717">
              <a:extLst>
                <a:ext uri="{FF2B5EF4-FFF2-40B4-BE49-F238E27FC236}">
                  <a16:creationId xmlns:a16="http://schemas.microsoft.com/office/drawing/2014/main" id="{2AEBED6C-3131-4104-BE93-CDD3F5AE5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689"/>
              <a:ext cx="15" cy="85"/>
            </a:xfrm>
            <a:custGeom>
              <a:avLst/>
              <a:gdLst>
                <a:gd name="T0" fmla="*/ 5 w 15"/>
                <a:gd name="T1" fmla="*/ 0 h 80"/>
                <a:gd name="T2" fmla="*/ 3 w 15"/>
                <a:gd name="T3" fmla="*/ 96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0">
                  <a:moveTo>
                    <a:pt x="5" y="0"/>
                  </a:moveTo>
                  <a:cubicBezTo>
                    <a:pt x="0" y="27"/>
                    <a:pt x="15" y="54"/>
                    <a:pt x="3" y="8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1" name="Freeform 718">
              <a:extLst>
                <a:ext uri="{FF2B5EF4-FFF2-40B4-BE49-F238E27FC236}">
                  <a16:creationId xmlns:a16="http://schemas.microsoft.com/office/drawing/2014/main" id="{947E54AF-AB66-4DC7-A125-590C949FC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686"/>
              <a:ext cx="19" cy="89"/>
            </a:xfrm>
            <a:custGeom>
              <a:avLst/>
              <a:gdLst>
                <a:gd name="T0" fmla="*/ 0 w 19"/>
                <a:gd name="T1" fmla="*/ 0 h 84"/>
                <a:gd name="T2" fmla="*/ 8 w 19"/>
                <a:gd name="T3" fmla="*/ 49 h 84"/>
                <a:gd name="T4" fmla="*/ 19 w 19"/>
                <a:gd name="T5" fmla="*/ 10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4">
                  <a:moveTo>
                    <a:pt x="0" y="0"/>
                  </a:moveTo>
                  <a:cubicBezTo>
                    <a:pt x="6" y="13"/>
                    <a:pt x="7" y="26"/>
                    <a:pt x="8" y="41"/>
                  </a:cubicBezTo>
                  <a:cubicBezTo>
                    <a:pt x="10" y="55"/>
                    <a:pt x="10" y="71"/>
                    <a:pt x="19" y="8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2" name="Freeform 719">
              <a:extLst>
                <a:ext uri="{FF2B5EF4-FFF2-40B4-BE49-F238E27FC236}">
                  <a16:creationId xmlns:a16="http://schemas.microsoft.com/office/drawing/2014/main" id="{D9DBCA84-D2D3-4AA7-936F-3BE2A6020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706"/>
              <a:ext cx="7" cy="39"/>
            </a:xfrm>
            <a:custGeom>
              <a:avLst/>
              <a:gdLst>
                <a:gd name="T0" fmla="*/ 7 w 7"/>
                <a:gd name="T1" fmla="*/ 0 h 37"/>
                <a:gd name="T2" fmla="*/ 0 w 7"/>
                <a:gd name="T3" fmla="*/ 43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7" y="0"/>
                  </a:moveTo>
                  <a:cubicBezTo>
                    <a:pt x="7" y="13"/>
                    <a:pt x="0" y="24"/>
                    <a:pt x="0" y="3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3" name="Freeform 720">
              <a:extLst>
                <a:ext uri="{FF2B5EF4-FFF2-40B4-BE49-F238E27FC236}">
                  <a16:creationId xmlns:a16="http://schemas.microsoft.com/office/drawing/2014/main" id="{94804B51-3AC5-44C5-B8DD-FC9C9B329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703"/>
              <a:ext cx="10" cy="29"/>
            </a:xfrm>
            <a:custGeom>
              <a:avLst/>
              <a:gdLst>
                <a:gd name="T0" fmla="*/ 0 w 10"/>
                <a:gd name="T1" fmla="*/ 0 h 27"/>
                <a:gd name="T2" fmla="*/ 10 w 10"/>
                <a:gd name="T3" fmla="*/ 3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0"/>
                  </a:moveTo>
                  <a:cubicBezTo>
                    <a:pt x="0" y="9"/>
                    <a:pt x="7" y="19"/>
                    <a:pt x="10" y="2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4" name="Freeform 721">
              <a:extLst>
                <a:ext uri="{FF2B5EF4-FFF2-40B4-BE49-F238E27FC236}">
                  <a16:creationId xmlns:a16="http://schemas.microsoft.com/office/drawing/2014/main" id="{C9416A7B-2E0F-48E6-940B-0EC122226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604"/>
              <a:ext cx="47" cy="34"/>
            </a:xfrm>
            <a:custGeom>
              <a:avLst/>
              <a:gdLst>
                <a:gd name="T0" fmla="*/ 0 w 48"/>
                <a:gd name="T1" fmla="*/ 34 h 33"/>
                <a:gd name="T2" fmla="*/ 24 w 48"/>
                <a:gd name="T3" fmla="*/ 20 h 33"/>
                <a:gd name="T4" fmla="*/ 45 w 48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3">
                  <a:moveTo>
                    <a:pt x="0" y="31"/>
                  </a:moveTo>
                  <a:cubicBezTo>
                    <a:pt x="10" y="33"/>
                    <a:pt x="20" y="25"/>
                    <a:pt x="27" y="17"/>
                  </a:cubicBezTo>
                  <a:cubicBezTo>
                    <a:pt x="34" y="11"/>
                    <a:pt x="37" y="0"/>
                    <a:pt x="48" y="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5" name="Freeform 722">
              <a:extLst>
                <a:ext uri="{FF2B5EF4-FFF2-40B4-BE49-F238E27FC236}">
                  <a16:creationId xmlns:a16="http://schemas.microsoft.com/office/drawing/2014/main" id="{D3AF1E93-2179-4BA9-9E31-0CDA40965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574"/>
              <a:ext cx="13" cy="55"/>
            </a:xfrm>
            <a:custGeom>
              <a:avLst/>
              <a:gdLst>
                <a:gd name="T0" fmla="*/ 0 w 13"/>
                <a:gd name="T1" fmla="*/ 61 h 52"/>
                <a:gd name="T2" fmla="*/ 13 w 13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2">
                  <a:moveTo>
                    <a:pt x="0" y="52"/>
                  </a:moveTo>
                  <a:cubicBezTo>
                    <a:pt x="12" y="39"/>
                    <a:pt x="5" y="15"/>
                    <a:pt x="13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6" name="Freeform 723">
              <a:extLst>
                <a:ext uri="{FF2B5EF4-FFF2-40B4-BE49-F238E27FC236}">
                  <a16:creationId xmlns:a16="http://schemas.microsoft.com/office/drawing/2014/main" id="{EC3FA679-6B04-4893-8784-B0FAF40D4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637"/>
              <a:ext cx="45" cy="14"/>
            </a:xfrm>
            <a:custGeom>
              <a:avLst/>
              <a:gdLst>
                <a:gd name="T0" fmla="*/ 0 w 45"/>
                <a:gd name="T1" fmla="*/ 6 h 13"/>
                <a:gd name="T2" fmla="*/ 26 w 45"/>
                <a:gd name="T3" fmla="*/ 4 h 13"/>
                <a:gd name="T4" fmla="*/ 37 w 45"/>
                <a:gd name="T5" fmla="*/ 12 h 13"/>
                <a:gd name="T6" fmla="*/ 45 w 45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3">
                  <a:moveTo>
                    <a:pt x="0" y="6"/>
                  </a:moveTo>
                  <a:cubicBezTo>
                    <a:pt x="9" y="0"/>
                    <a:pt x="15" y="1"/>
                    <a:pt x="26" y="4"/>
                  </a:cubicBezTo>
                  <a:cubicBezTo>
                    <a:pt x="30" y="6"/>
                    <a:pt x="33" y="7"/>
                    <a:pt x="37" y="9"/>
                  </a:cubicBezTo>
                  <a:cubicBezTo>
                    <a:pt x="40" y="11"/>
                    <a:pt x="41" y="13"/>
                    <a:pt x="45" y="1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7" name="Freeform 724">
              <a:extLst>
                <a:ext uri="{FF2B5EF4-FFF2-40B4-BE49-F238E27FC236}">
                  <a16:creationId xmlns:a16="http://schemas.microsoft.com/office/drawing/2014/main" id="{0C7C1051-CEC9-496C-B591-21F3FB1AB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3648"/>
              <a:ext cx="21" cy="25"/>
            </a:xfrm>
            <a:custGeom>
              <a:avLst/>
              <a:gdLst>
                <a:gd name="T0" fmla="*/ 21 w 21"/>
                <a:gd name="T1" fmla="*/ 4 h 24"/>
                <a:gd name="T2" fmla="*/ 0 w 21"/>
                <a:gd name="T3" fmla="*/ 2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4">
                  <a:moveTo>
                    <a:pt x="21" y="4"/>
                  </a:moveTo>
                  <a:cubicBezTo>
                    <a:pt x="11" y="0"/>
                    <a:pt x="2" y="18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8" name="Freeform 725">
              <a:extLst>
                <a:ext uri="{FF2B5EF4-FFF2-40B4-BE49-F238E27FC236}">
                  <a16:creationId xmlns:a16="http://schemas.microsoft.com/office/drawing/2014/main" id="{C7BF08E3-D8C0-4FD8-8BAA-20B6D40DE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721"/>
              <a:ext cx="18" cy="18"/>
            </a:xfrm>
            <a:custGeom>
              <a:avLst/>
              <a:gdLst>
                <a:gd name="T0" fmla="*/ 18 w 18"/>
                <a:gd name="T1" fmla="*/ 0 h 17"/>
                <a:gd name="T2" fmla="*/ 11 w 18"/>
                <a:gd name="T3" fmla="*/ 13 h 17"/>
                <a:gd name="T4" fmla="*/ 0 w 18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8" y="0"/>
                  </a:moveTo>
                  <a:cubicBezTo>
                    <a:pt x="15" y="3"/>
                    <a:pt x="14" y="7"/>
                    <a:pt x="11" y="10"/>
                  </a:cubicBezTo>
                  <a:cubicBezTo>
                    <a:pt x="8" y="13"/>
                    <a:pt x="1" y="12"/>
                    <a:pt x="0" y="1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9" name="Freeform 726">
              <a:extLst>
                <a:ext uri="{FF2B5EF4-FFF2-40B4-BE49-F238E27FC236}">
                  <a16:creationId xmlns:a16="http://schemas.microsoft.com/office/drawing/2014/main" id="{3A04AEDE-CD92-44CE-8504-758AE1008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3734"/>
              <a:ext cx="22" cy="8"/>
            </a:xfrm>
            <a:custGeom>
              <a:avLst/>
              <a:gdLst>
                <a:gd name="T0" fmla="*/ 0 w 22"/>
                <a:gd name="T1" fmla="*/ 0 h 8"/>
                <a:gd name="T2" fmla="*/ 22 w 22"/>
                <a:gd name="T3" fmla="*/ 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cubicBezTo>
                    <a:pt x="7" y="2"/>
                    <a:pt x="14" y="8"/>
                    <a:pt x="22" y="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0" name="Freeform 727">
              <a:extLst>
                <a:ext uri="{FF2B5EF4-FFF2-40B4-BE49-F238E27FC236}">
                  <a16:creationId xmlns:a16="http://schemas.microsoft.com/office/drawing/2014/main" id="{2F4D8AFB-CF67-4DD2-A43D-C3E4F0FE3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761"/>
              <a:ext cx="26" cy="25"/>
            </a:xfrm>
            <a:custGeom>
              <a:avLst/>
              <a:gdLst>
                <a:gd name="T0" fmla="*/ 26 w 26"/>
                <a:gd name="T1" fmla="*/ 2 h 23"/>
                <a:gd name="T2" fmla="*/ 10 w 26"/>
                <a:gd name="T3" fmla="*/ 11 h 23"/>
                <a:gd name="T4" fmla="*/ 0 w 26"/>
                <a:gd name="T5" fmla="*/ 2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3">
                  <a:moveTo>
                    <a:pt x="26" y="2"/>
                  </a:moveTo>
                  <a:cubicBezTo>
                    <a:pt x="18" y="0"/>
                    <a:pt x="14" y="2"/>
                    <a:pt x="10" y="8"/>
                  </a:cubicBezTo>
                  <a:cubicBezTo>
                    <a:pt x="6" y="13"/>
                    <a:pt x="5" y="20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1" name="Freeform 728">
              <a:extLst>
                <a:ext uri="{FF2B5EF4-FFF2-40B4-BE49-F238E27FC236}">
                  <a16:creationId xmlns:a16="http://schemas.microsoft.com/office/drawing/2014/main" id="{2EF4F9A3-3CA1-4344-AA4A-C0CAA552F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3765"/>
              <a:ext cx="9" cy="30"/>
            </a:xfrm>
            <a:custGeom>
              <a:avLst/>
              <a:gdLst>
                <a:gd name="T0" fmla="*/ 3 w 9"/>
                <a:gd name="T1" fmla="*/ 0 h 28"/>
                <a:gd name="T2" fmla="*/ 3 w 9"/>
                <a:gd name="T3" fmla="*/ 17 h 28"/>
                <a:gd name="T4" fmla="*/ 9 w 9"/>
                <a:gd name="T5" fmla="*/ 3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3" y="0"/>
                  </a:moveTo>
                  <a:cubicBezTo>
                    <a:pt x="0" y="5"/>
                    <a:pt x="1" y="10"/>
                    <a:pt x="3" y="14"/>
                  </a:cubicBezTo>
                  <a:cubicBezTo>
                    <a:pt x="6" y="19"/>
                    <a:pt x="7" y="25"/>
                    <a:pt x="9" y="2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2" name="Freeform 729">
              <a:extLst>
                <a:ext uri="{FF2B5EF4-FFF2-40B4-BE49-F238E27FC236}">
                  <a16:creationId xmlns:a16="http://schemas.microsoft.com/office/drawing/2014/main" id="{9E8AF5BA-EA31-49C2-849A-38745FD29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3777"/>
              <a:ext cx="3" cy="12"/>
            </a:xfrm>
            <a:custGeom>
              <a:avLst/>
              <a:gdLst>
                <a:gd name="T0" fmla="*/ 0 w 3"/>
                <a:gd name="T1" fmla="*/ 0 h 11"/>
                <a:gd name="T2" fmla="*/ 3 w 3"/>
                <a:gd name="T3" fmla="*/ 1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1" y="1"/>
                    <a:pt x="3" y="8"/>
                    <a:pt x="3" y="1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3" name="Freeform 730">
              <a:extLst>
                <a:ext uri="{FF2B5EF4-FFF2-40B4-BE49-F238E27FC236}">
                  <a16:creationId xmlns:a16="http://schemas.microsoft.com/office/drawing/2014/main" id="{40511EB2-683F-45D6-9DFC-883D5E4FD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3755"/>
              <a:ext cx="19" cy="2"/>
            </a:xfrm>
            <a:custGeom>
              <a:avLst/>
              <a:gdLst>
                <a:gd name="T0" fmla="*/ 0 w 19"/>
                <a:gd name="T1" fmla="*/ 1 h 2"/>
                <a:gd name="T2" fmla="*/ 19 w 1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0" y="1"/>
                  </a:moveTo>
                  <a:cubicBezTo>
                    <a:pt x="7" y="1"/>
                    <a:pt x="12" y="2"/>
                    <a:pt x="19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4" name="Freeform 731">
              <a:extLst>
                <a:ext uri="{FF2B5EF4-FFF2-40B4-BE49-F238E27FC236}">
                  <a16:creationId xmlns:a16="http://schemas.microsoft.com/office/drawing/2014/main" id="{5D786E01-08AB-408F-9DF0-D7AC608F8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3716"/>
              <a:ext cx="6" cy="1"/>
            </a:xfrm>
            <a:custGeom>
              <a:avLst/>
              <a:gdLst>
                <a:gd name="T0" fmla="*/ 0 w 6"/>
                <a:gd name="T1" fmla="*/ 1 h 1"/>
                <a:gd name="T2" fmla="*/ 6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5" name="Freeform 732">
              <a:extLst>
                <a:ext uri="{FF2B5EF4-FFF2-40B4-BE49-F238E27FC236}">
                  <a16:creationId xmlns:a16="http://schemas.microsoft.com/office/drawing/2014/main" id="{5C4FAD63-29DC-4086-8184-5CF17813E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702"/>
              <a:ext cx="27" cy="10"/>
            </a:xfrm>
            <a:custGeom>
              <a:avLst/>
              <a:gdLst>
                <a:gd name="T0" fmla="*/ 0 w 27"/>
                <a:gd name="T1" fmla="*/ 1 h 9"/>
                <a:gd name="T2" fmla="*/ 11 w 27"/>
                <a:gd name="T3" fmla="*/ 1 h 9"/>
                <a:gd name="T4" fmla="*/ 27 w 27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0" y="1"/>
                  </a:moveTo>
                  <a:cubicBezTo>
                    <a:pt x="4" y="2"/>
                    <a:pt x="8" y="0"/>
                    <a:pt x="11" y="1"/>
                  </a:cubicBezTo>
                  <a:cubicBezTo>
                    <a:pt x="17" y="3"/>
                    <a:pt x="22" y="7"/>
                    <a:pt x="27" y="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6" name="Freeform 733">
              <a:extLst>
                <a:ext uri="{FF2B5EF4-FFF2-40B4-BE49-F238E27FC236}">
                  <a16:creationId xmlns:a16="http://schemas.microsoft.com/office/drawing/2014/main" id="{4C438F81-35AB-4D47-8898-766D9E9A5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3753"/>
              <a:ext cx="14" cy="24"/>
            </a:xfrm>
            <a:custGeom>
              <a:avLst/>
              <a:gdLst>
                <a:gd name="T0" fmla="*/ 0 w 15"/>
                <a:gd name="T1" fmla="*/ 0 h 23"/>
                <a:gd name="T2" fmla="*/ 12 w 15"/>
                <a:gd name="T3" fmla="*/ 2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9" y="6"/>
                    <a:pt x="7" y="17"/>
                    <a:pt x="15" y="2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7" name="Freeform 734">
              <a:extLst>
                <a:ext uri="{FF2B5EF4-FFF2-40B4-BE49-F238E27FC236}">
                  <a16:creationId xmlns:a16="http://schemas.microsoft.com/office/drawing/2014/main" id="{C2BA1766-EDF5-4EB5-9A88-60C2A16DB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704"/>
              <a:ext cx="11" cy="33"/>
            </a:xfrm>
            <a:custGeom>
              <a:avLst/>
              <a:gdLst>
                <a:gd name="T0" fmla="*/ 0 w 11"/>
                <a:gd name="T1" fmla="*/ 0 h 31"/>
                <a:gd name="T2" fmla="*/ 11 w 11"/>
                <a:gd name="T3" fmla="*/ 3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0" y="0"/>
                  </a:moveTo>
                  <a:cubicBezTo>
                    <a:pt x="6" y="9"/>
                    <a:pt x="5" y="22"/>
                    <a:pt x="11" y="3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8" name="Freeform 735">
              <a:extLst>
                <a:ext uri="{FF2B5EF4-FFF2-40B4-BE49-F238E27FC236}">
                  <a16:creationId xmlns:a16="http://schemas.microsoft.com/office/drawing/2014/main" id="{AD0E9106-E710-4036-A1BF-94C6B9F1D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3746"/>
              <a:ext cx="22" cy="18"/>
            </a:xfrm>
            <a:custGeom>
              <a:avLst/>
              <a:gdLst>
                <a:gd name="T0" fmla="*/ 0 w 22"/>
                <a:gd name="T1" fmla="*/ 0 h 17"/>
                <a:gd name="T2" fmla="*/ 11 w 22"/>
                <a:gd name="T3" fmla="*/ 12 h 17"/>
                <a:gd name="T4" fmla="*/ 22 w 22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4" y="4"/>
                    <a:pt x="6" y="7"/>
                    <a:pt x="11" y="9"/>
                  </a:cubicBezTo>
                  <a:cubicBezTo>
                    <a:pt x="16" y="11"/>
                    <a:pt x="19" y="13"/>
                    <a:pt x="22" y="1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9" name="Freeform 736">
              <a:extLst>
                <a:ext uri="{FF2B5EF4-FFF2-40B4-BE49-F238E27FC236}">
                  <a16:creationId xmlns:a16="http://schemas.microsoft.com/office/drawing/2014/main" id="{30101415-88FC-45AA-9C91-CF12B78F7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756"/>
              <a:ext cx="9" cy="40"/>
            </a:xfrm>
            <a:custGeom>
              <a:avLst/>
              <a:gdLst>
                <a:gd name="T0" fmla="*/ 5 w 9"/>
                <a:gd name="T1" fmla="*/ 0 h 38"/>
                <a:gd name="T2" fmla="*/ 0 w 9"/>
                <a:gd name="T3" fmla="*/ 4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5" y="0"/>
                  </a:moveTo>
                  <a:cubicBezTo>
                    <a:pt x="9" y="12"/>
                    <a:pt x="0" y="26"/>
                    <a:pt x="0" y="3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0" name="Freeform 737">
              <a:extLst>
                <a:ext uri="{FF2B5EF4-FFF2-40B4-BE49-F238E27FC236}">
                  <a16:creationId xmlns:a16="http://schemas.microsoft.com/office/drawing/2014/main" id="{6E740991-7989-48F4-878C-0A082264A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3767"/>
              <a:ext cx="2" cy="23"/>
            </a:xfrm>
            <a:custGeom>
              <a:avLst/>
              <a:gdLst>
                <a:gd name="T0" fmla="*/ 0 w 2"/>
                <a:gd name="T1" fmla="*/ 0 h 22"/>
                <a:gd name="T2" fmla="*/ 2 w 2"/>
                <a:gd name="T3" fmla="*/ 2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1" y="8"/>
                    <a:pt x="0" y="15"/>
                    <a:pt x="2" y="2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1" name="Freeform 738">
              <a:extLst>
                <a:ext uri="{FF2B5EF4-FFF2-40B4-BE49-F238E27FC236}">
                  <a16:creationId xmlns:a16="http://schemas.microsoft.com/office/drawing/2014/main" id="{46B1DA94-7704-4808-ACB4-FF3E1BE27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779"/>
              <a:ext cx="2" cy="7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2" name="Freeform 739">
              <a:extLst>
                <a:ext uri="{FF2B5EF4-FFF2-40B4-BE49-F238E27FC236}">
                  <a16:creationId xmlns:a16="http://schemas.microsoft.com/office/drawing/2014/main" id="{44142DCB-8F13-452B-8BB4-9E40504A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3664"/>
              <a:ext cx="17" cy="8"/>
            </a:xfrm>
            <a:custGeom>
              <a:avLst/>
              <a:gdLst>
                <a:gd name="T0" fmla="*/ 0 w 17"/>
                <a:gd name="T1" fmla="*/ 0 h 8"/>
                <a:gd name="T2" fmla="*/ 17 w 17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6" y="1"/>
                    <a:pt x="12" y="5"/>
                    <a:pt x="17" y="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3" name="Freeform 740">
              <a:extLst>
                <a:ext uri="{FF2B5EF4-FFF2-40B4-BE49-F238E27FC236}">
                  <a16:creationId xmlns:a16="http://schemas.microsoft.com/office/drawing/2014/main" id="{3D5250E2-FCAC-4258-A1DC-6CBE3AD734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41" y="3502"/>
              <a:ext cx="398" cy="307"/>
            </a:xfrm>
            <a:custGeom>
              <a:avLst/>
              <a:gdLst>
                <a:gd name="T0" fmla="*/ 322 w 401"/>
                <a:gd name="T1" fmla="*/ 50 h 290"/>
                <a:gd name="T2" fmla="*/ 268 w 401"/>
                <a:gd name="T3" fmla="*/ 5 h 290"/>
                <a:gd name="T4" fmla="*/ 197 w 401"/>
                <a:gd name="T5" fmla="*/ 25 h 290"/>
                <a:gd name="T6" fmla="*/ 124 w 401"/>
                <a:gd name="T7" fmla="*/ 5 h 290"/>
                <a:gd name="T8" fmla="*/ 69 w 401"/>
                <a:gd name="T9" fmla="*/ 50 h 290"/>
                <a:gd name="T10" fmla="*/ 11 w 401"/>
                <a:gd name="T11" fmla="*/ 211 h 290"/>
                <a:gd name="T12" fmla="*/ 138 w 401"/>
                <a:gd name="T13" fmla="*/ 344 h 290"/>
                <a:gd name="T14" fmla="*/ 194 w 401"/>
                <a:gd name="T15" fmla="*/ 209 h 290"/>
                <a:gd name="T16" fmla="*/ 198 w 401"/>
                <a:gd name="T17" fmla="*/ 209 h 290"/>
                <a:gd name="T18" fmla="*/ 254 w 401"/>
                <a:gd name="T19" fmla="*/ 344 h 290"/>
                <a:gd name="T20" fmla="*/ 381 w 401"/>
                <a:gd name="T21" fmla="*/ 211 h 290"/>
                <a:gd name="T22" fmla="*/ 322 w 401"/>
                <a:gd name="T23" fmla="*/ 50 h 290"/>
                <a:gd name="T24" fmla="*/ 197 w 401"/>
                <a:gd name="T25" fmla="*/ 184 h 290"/>
                <a:gd name="T26" fmla="*/ 187 w 401"/>
                <a:gd name="T27" fmla="*/ 176 h 290"/>
                <a:gd name="T28" fmla="*/ 197 w 401"/>
                <a:gd name="T29" fmla="*/ 168 h 290"/>
                <a:gd name="T30" fmla="*/ 205 w 401"/>
                <a:gd name="T31" fmla="*/ 176 h 290"/>
                <a:gd name="T32" fmla="*/ 197 w 401"/>
                <a:gd name="T33" fmla="*/ 184 h 2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1" h="290">
                  <a:moveTo>
                    <a:pt x="328" y="42"/>
                  </a:moveTo>
                  <a:cubicBezTo>
                    <a:pt x="318" y="28"/>
                    <a:pt x="296" y="8"/>
                    <a:pt x="274" y="5"/>
                  </a:cubicBezTo>
                  <a:cubicBezTo>
                    <a:pt x="223" y="0"/>
                    <a:pt x="200" y="22"/>
                    <a:pt x="200" y="22"/>
                  </a:cubicBezTo>
                  <a:cubicBezTo>
                    <a:pt x="200" y="22"/>
                    <a:pt x="177" y="0"/>
                    <a:pt x="127" y="5"/>
                  </a:cubicBezTo>
                  <a:cubicBezTo>
                    <a:pt x="105" y="8"/>
                    <a:pt x="83" y="28"/>
                    <a:pt x="72" y="42"/>
                  </a:cubicBezTo>
                  <a:cubicBezTo>
                    <a:pt x="62" y="55"/>
                    <a:pt x="0" y="102"/>
                    <a:pt x="11" y="178"/>
                  </a:cubicBezTo>
                  <a:cubicBezTo>
                    <a:pt x="21" y="254"/>
                    <a:pt x="68" y="290"/>
                    <a:pt x="141" y="290"/>
                  </a:cubicBezTo>
                  <a:cubicBezTo>
                    <a:pt x="214" y="290"/>
                    <a:pt x="187" y="182"/>
                    <a:pt x="197" y="176"/>
                  </a:cubicBezTo>
                  <a:cubicBezTo>
                    <a:pt x="203" y="176"/>
                    <a:pt x="203" y="176"/>
                    <a:pt x="203" y="176"/>
                  </a:cubicBezTo>
                  <a:cubicBezTo>
                    <a:pt x="214" y="182"/>
                    <a:pt x="187" y="290"/>
                    <a:pt x="260" y="290"/>
                  </a:cubicBezTo>
                  <a:cubicBezTo>
                    <a:pt x="333" y="290"/>
                    <a:pt x="380" y="254"/>
                    <a:pt x="390" y="178"/>
                  </a:cubicBezTo>
                  <a:cubicBezTo>
                    <a:pt x="401" y="102"/>
                    <a:pt x="339" y="55"/>
                    <a:pt x="328" y="42"/>
                  </a:cubicBezTo>
                  <a:close/>
                  <a:moveTo>
                    <a:pt x="201" y="155"/>
                  </a:moveTo>
                  <a:cubicBezTo>
                    <a:pt x="195" y="155"/>
                    <a:pt x="190" y="152"/>
                    <a:pt x="190" y="148"/>
                  </a:cubicBezTo>
                  <a:cubicBezTo>
                    <a:pt x="190" y="145"/>
                    <a:pt x="195" y="142"/>
                    <a:pt x="201" y="142"/>
                  </a:cubicBezTo>
                  <a:cubicBezTo>
                    <a:pt x="206" y="142"/>
                    <a:pt x="211" y="145"/>
                    <a:pt x="211" y="148"/>
                  </a:cubicBezTo>
                  <a:cubicBezTo>
                    <a:pt x="211" y="152"/>
                    <a:pt x="206" y="155"/>
                    <a:pt x="201" y="15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636" name="Text Box 891">
            <a:extLst>
              <a:ext uri="{FF2B5EF4-FFF2-40B4-BE49-F238E27FC236}">
                <a16:creationId xmlns:a16="http://schemas.microsoft.com/office/drawing/2014/main" id="{F7D0C9DB-D076-4FA0-8B33-50E1D6AEBF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1524000"/>
            <a:ext cx="4429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C5</a:t>
            </a:r>
          </a:p>
        </p:txBody>
      </p:sp>
      <p:sp>
        <p:nvSpPr>
          <p:cNvPr id="26637" name="Text Box 892">
            <a:extLst>
              <a:ext uri="{FF2B5EF4-FFF2-40B4-BE49-F238E27FC236}">
                <a16:creationId xmlns:a16="http://schemas.microsoft.com/office/drawing/2014/main" id="{2CA4D11E-8D12-4DD0-8958-6BD589F7DB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2286000"/>
            <a:ext cx="4206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T2</a:t>
            </a:r>
          </a:p>
        </p:txBody>
      </p:sp>
      <p:sp>
        <p:nvSpPr>
          <p:cNvPr id="26638" name="Text Box 893">
            <a:extLst>
              <a:ext uri="{FF2B5EF4-FFF2-40B4-BE49-F238E27FC236}">
                <a16:creationId xmlns:a16="http://schemas.microsoft.com/office/drawing/2014/main" id="{D2CB94F1-3A11-45E5-AB75-F6225AE3AA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3124200"/>
            <a:ext cx="4206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T8</a:t>
            </a:r>
          </a:p>
        </p:txBody>
      </p:sp>
      <p:sp>
        <p:nvSpPr>
          <p:cNvPr id="26639" name="Text Box 894">
            <a:extLst>
              <a:ext uri="{FF2B5EF4-FFF2-40B4-BE49-F238E27FC236}">
                <a16:creationId xmlns:a16="http://schemas.microsoft.com/office/drawing/2014/main" id="{C8EB820A-BDDC-4767-A9CA-A14F1EF963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3962400"/>
            <a:ext cx="409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L1</a:t>
            </a:r>
          </a:p>
        </p:txBody>
      </p:sp>
      <p:sp>
        <p:nvSpPr>
          <p:cNvPr id="26640" name="Text Box 895">
            <a:extLst>
              <a:ext uri="{FF2B5EF4-FFF2-40B4-BE49-F238E27FC236}">
                <a16:creationId xmlns:a16="http://schemas.microsoft.com/office/drawing/2014/main" id="{C043BC67-3F31-4D89-AFC5-B3C9872F9A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4876800"/>
            <a:ext cx="409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L2</a:t>
            </a:r>
          </a:p>
        </p:txBody>
      </p:sp>
      <p:sp>
        <p:nvSpPr>
          <p:cNvPr id="26641" name="Text Box 896">
            <a:extLst>
              <a:ext uri="{FF2B5EF4-FFF2-40B4-BE49-F238E27FC236}">
                <a16:creationId xmlns:a16="http://schemas.microsoft.com/office/drawing/2014/main" id="{96B32F0D-1663-4EAB-9EB4-3FAE208972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5715000"/>
            <a:ext cx="4318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S2</a:t>
            </a:r>
          </a:p>
        </p:txBody>
      </p:sp>
      <p:sp>
        <p:nvSpPr>
          <p:cNvPr id="26642" name="Line 897">
            <a:extLst>
              <a:ext uri="{FF2B5EF4-FFF2-40B4-BE49-F238E27FC236}">
                <a16:creationId xmlns:a16="http://schemas.microsoft.com/office/drawing/2014/main" id="{6326D3C8-C496-4119-AFBF-8852B1EB8FEB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9600" y="1676400"/>
            <a:ext cx="1676400" cy="38100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6643" name="Line 898">
            <a:extLst>
              <a:ext uri="{FF2B5EF4-FFF2-40B4-BE49-F238E27FC236}">
                <a16:creationId xmlns:a16="http://schemas.microsoft.com/office/drawing/2014/main" id="{594C1D9C-58B4-4914-88C6-E24F51AEDC6A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2514600"/>
            <a:ext cx="1752600" cy="99060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6644" name="Line 899">
            <a:extLst>
              <a:ext uri="{FF2B5EF4-FFF2-40B4-BE49-F238E27FC236}">
                <a16:creationId xmlns:a16="http://schemas.microsoft.com/office/drawing/2014/main" id="{7189AFE0-E556-412A-B470-866675439AC6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3352800"/>
            <a:ext cx="1905000" cy="175260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FFB1C3F1-A1E9-4A91-A433-9A03AD1680C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Spinal cord sections (2)</a:t>
            </a:r>
          </a:p>
        </p:txBody>
      </p:sp>
      <p:grpSp>
        <p:nvGrpSpPr>
          <p:cNvPr id="69634" name="Spinal-cord-cross-section-diagram">
            <a:extLst>
              <a:ext uri="{FF2B5EF4-FFF2-40B4-BE49-F238E27FC236}">
                <a16:creationId xmlns:a16="http://schemas.microsoft.com/office/drawing/2014/main" id="{DC5BE305-01DC-480B-8AC1-58F6527FAA45}"/>
              </a:ext>
            </a:extLst>
          </p:cNvPr>
          <p:cNvGrpSpPr>
            <a:grpSpLocks/>
          </p:cNvGrpSpPr>
          <p:nvPr/>
        </p:nvGrpSpPr>
        <p:grpSpPr bwMode="auto">
          <a:xfrm>
            <a:off x="6380163" y="1101725"/>
            <a:ext cx="1878012" cy="1795463"/>
            <a:chOff x="3059" y="694"/>
            <a:chExt cx="1183" cy="1131"/>
          </a:xfrm>
        </p:grpSpPr>
        <p:sp>
          <p:nvSpPr>
            <p:cNvPr id="70034" name="Freeform 9">
              <a:extLst>
                <a:ext uri="{FF2B5EF4-FFF2-40B4-BE49-F238E27FC236}">
                  <a16:creationId xmlns:a16="http://schemas.microsoft.com/office/drawing/2014/main" id="{A2077DC2-38EC-40FB-A83F-4FC242C1A9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9" y="694"/>
              <a:ext cx="1183" cy="1131"/>
            </a:xfrm>
            <a:custGeom>
              <a:avLst/>
              <a:gdLst>
                <a:gd name="T0" fmla="*/ 7151 w 473"/>
                <a:gd name="T1" fmla="*/ 2982 h 424"/>
                <a:gd name="T2" fmla="*/ 5660 w 473"/>
                <a:gd name="T3" fmla="*/ 1160 h 424"/>
                <a:gd name="T4" fmla="*/ 3709 w 473"/>
                <a:gd name="T5" fmla="*/ 968 h 424"/>
                <a:gd name="T6" fmla="*/ 3692 w 473"/>
                <a:gd name="T7" fmla="*/ 968 h 424"/>
                <a:gd name="T8" fmla="*/ 1738 w 473"/>
                <a:gd name="T9" fmla="*/ 1160 h 424"/>
                <a:gd name="T10" fmla="*/ 250 w 473"/>
                <a:gd name="T11" fmla="*/ 2982 h 424"/>
                <a:gd name="T12" fmla="*/ 1095 w 473"/>
                <a:gd name="T13" fmla="*/ 6431 h 424"/>
                <a:gd name="T14" fmla="*/ 2146 w 473"/>
                <a:gd name="T15" fmla="*/ 7135 h 424"/>
                <a:gd name="T16" fmla="*/ 3629 w 473"/>
                <a:gd name="T17" fmla="*/ 6831 h 424"/>
                <a:gd name="T18" fmla="*/ 3629 w 473"/>
                <a:gd name="T19" fmla="*/ 4895 h 424"/>
                <a:gd name="T20" fmla="*/ 3784 w 473"/>
                <a:gd name="T21" fmla="*/ 4895 h 424"/>
                <a:gd name="T22" fmla="*/ 3772 w 473"/>
                <a:gd name="T23" fmla="*/ 6831 h 424"/>
                <a:gd name="T24" fmla="*/ 5255 w 473"/>
                <a:gd name="T25" fmla="*/ 7135 h 424"/>
                <a:gd name="T26" fmla="*/ 6305 w 473"/>
                <a:gd name="T27" fmla="*/ 6431 h 424"/>
                <a:gd name="T28" fmla="*/ 7151 w 473"/>
                <a:gd name="T29" fmla="*/ 2982 h 424"/>
                <a:gd name="T30" fmla="*/ 3772 w 473"/>
                <a:gd name="T31" fmla="*/ 4460 h 424"/>
                <a:gd name="T32" fmla="*/ 3554 w 473"/>
                <a:gd name="T33" fmla="*/ 4348 h 424"/>
                <a:gd name="T34" fmla="*/ 3772 w 473"/>
                <a:gd name="T35" fmla="*/ 4212 h 424"/>
                <a:gd name="T36" fmla="*/ 3972 w 473"/>
                <a:gd name="T37" fmla="*/ 4348 h 424"/>
                <a:gd name="T38" fmla="*/ 3772 w 473"/>
                <a:gd name="T39" fmla="*/ 4460 h 4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73" h="424">
                  <a:moveTo>
                    <a:pt x="457" y="157"/>
                  </a:moveTo>
                  <a:cubicBezTo>
                    <a:pt x="442" y="107"/>
                    <a:pt x="433" y="122"/>
                    <a:pt x="362" y="61"/>
                  </a:cubicBezTo>
                  <a:cubicBezTo>
                    <a:pt x="292" y="0"/>
                    <a:pt x="237" y="51"/>
                    <a:pt x="237" y="5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6" y="51"/>
                    <a:pt x="181" y="0"/>
                    <a:pt x="111" y="61"/>
                  </a:cubicBezTo>
                  <a:cubicBezTo>
                    <a:pt x="40" y="122"/>
                    <a:pt x="31" y="107"/>
                    <a:pt x="16" y="157"/>
                  </a:cubicBezTo>
                  <a:cubicBezTo>
                    <a:pt x="1" y="206"/>
                    <a:pt x="0" y="308"/>
                    <a:pt x="70" y="339"/>
                  </a:cubicBezTo>
                  <a:cubicBezTo>
                    <a:pt x="89" y="347"/>
                    <a:pt x="122" y="362"/>
                    <a:pt x="137" y="376"/>
                  </a:cubicBezTo>
                  <a:cubicBezTo>
                    <a:pt x="152" y="389"/>
                    <a:pt x="229" y="424"/>
                    <a:pt x="232" y="360"/>
                  </a:cubicBezTo>
                  <a:cubicBezTo>
                    <a:pt x="236" y="296"/>
                    <a:pt x="224" y="267"/>
                    <a:pt x="232" y="258"/>
                  </a:cubicBezTo>
                  <a:cubicBezTo>
                    <a:pt x="242" y="258"/>
                    <a:pt x="242" y="258"/>
                    <a:pt x="242" y="258"/>
                  </a:cubicBezTo>
                  <a:cubicBezTo>
                    <a:pt x="249" y="267"/>
                    <a:pt x="238" y="296"/>
                    <a:pt x="241" y="360"/>
                  </a:cubicBezTo>
                  <a:cubicBezTo>
                    <a:pt x="244" y="424"/>
                    <a:pt x="321" y="389"/>
                    <a:pt x="336" y="376"/>
                  </a:cubicBezTo>
                  <a:cubicBezTo>
                    <a:pt x="351" y="362"/>
                    <a:pt x="384" y="347"/>
                    <a:pt x="403" y="339"/>
                  </a:cubicBezTo>
                  <a:cubicBezTo>
                    <a:pt x="473" y="308"/>
                    <a:pt x="472" y="206"/>
                    <a:pt x="457" y="157"/>
                  </a:cubicBezTo>
                  <a:close/>
                  <a:moveTo>
                    <a:pt x="241" y="235"/>
                  </a:moveTo>
                  <a:cubicBezTo>
                    <a:pt x="233" y="235"/>
                    <a:pt x="227" y="232"/>
                    <a:pt x="227" y="229"/>
                  </a:cubicBezTo>
                  <a:cubicBezTo>
                    <a:pt x="227" y="225"/>
                    <a:pt x="233" y="222"/>
                    <a:pt x="241" y="222"/>
                  </a:cubicBezTo>
                  <a:cubicBezTo>
                    <a:pt x="248" y="222"/>
                    <a:pt x="254" y="225"/>
                    <a:pt x="254" y="229"/>
                  </a:cubicBezTo>
                  <a:cubicBezTo>
                    <a:pt x="254" y="232"/>
                    <a:pt x="248" y="235"/>
                    <a:pt x="241" y="235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35" name="Freeform 10">
              <a:extLst>
                <a:ext uri="{FF2B5EF4-FFF2-40B4-BE49-F238E27FC236}">
                  <a16:creationId xmlns:a16="http://schemas.microsoft.com/office/drawing/2014/main" id="{92EEBCAF-B286-4C8F-8B0E-F93B484884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4" y="953"/>
              <a:ext cx="893" cy="714"/>
            </a:xfrm>
            <a:custGeom>
              <a:avLst/>
              <a:gdLst>
                <a:gd name="T0" fmla="*/ 5193 w 357"/>
                <a:gd name="T1" fmla="*/ 1377 h 268"/>
                <a:gd name="T2" fmla="*/ 5526 w 357"/>
                <a:gd name="T3" fmla="*/ 115 h 268"/>
                <a:gd name="T4" fmla="*/ 4775 w 357"/>
                <a:gd name="T5" fmla="*/ 602 h 268"/>
                <a:gd name="T6" fmla="*/ 3867 w 357"/>
                <a:gd name="T7" fmla="*/ 1135 h 268"/>
                <a:gd name="T8" fmla="*/ 3254 w 357"/>
                <a:gd name="T9" fmla="*/ 2158 h 268"/>
                <a:gd name="T10" fmla="*/ 2834 w 357"/>
                <a:gd name="T11" fmla="*/ 2273 h 268"/>
                <a:gd name="T12" fmla="*/ 2772 w 357"/>
                <a:gd name="T13" fmla="*/ 2273 h 268"/>
                <a:gd name="T14" fmla="*/ 2346 w 357"/>
                <a:gd name="T15" fmla="*/ 2158 h 268"/>
                <a:gd name="T16" fmla="*/ 1738 w 357"/>
                <a:gd name="T17" fmla="*/ 1135 h 268"/>
                <a:gd name="T18" fmla="*/ 833 w 357"/>
                <a:gd name="T19" fmla="*/ 602 h 268"/>
                <a:gd name="T20" fmla="*/ 50 w 357"/>
                <a:gd name="T21" fmla="*/ 0 h 268"/>
                <a:gd name="T22" fmla="*/ 395 w 357"/>
                <a:gd name="T23" fmla="*/ 1377 h 268"/>
                <a:gd name="T24" fmla="*/ 533 w 357"/>
                <a:gd name="T25" fmla="*/ 2307 h 268"/>
                <a:gd name="T26" fmla="*/ 625 w 357"/>
                <a:gd name="T27" fmla="*/ 3442 h 268"/>
                <a:gd name="T28" fmla="*/ 1971 w 357"/>
                <a:gd name="T29" fmla="*/ 3591 h 268"/>
                <a:gd name="T30" fmla="*/ 2692 w 357"/>
                <a:gd name="T31" fmla="*/ 2683 h 268"/>
                <a:gd name="T32" fmla="*/ 2909 w 357"/>
                <a:gd name="T33" fmla="*/ 2683 h 268"/>
                <a:gd name="T34" fmla="*/ 3630 w 357"/>
                <a:gd name="T35" fmla="*/ 3591 h 268"/>
                <a:gd name="T36" fmla="*/ 4963 w 357"/>
                <a:gd name="T37" fmla="*/ 3442 h 268"/>
                <a:gd name="T38" fmla="*/ 5068 w 357"/>
                <a:gd name="T39" fmla="*/ 2307 h 268"/>
                <a:gd name="T40" fmla="*/ 5193 w 357"/>
                <a:gd name="T41" fmla="*/ 1377 h 268"/>
                <a:gd name="T42" fmla="*/ 2804 w 357"/>
                <a:gd name="T43" fmla="*/ 2611 h 268"/>
                <a:gd name="T44" fmla="*/ 2584 w 357"/>
                <a:gd name="T45" fmla="*/ 2499 h 268"/>
                <a:gd name="T46" fmla="*/ 2804 w 357"/>
                <a:gd name="T47" fmla="*/ 2363 h 268"/>
                <a:gd name="T48" fmla="*/ 3004 w 357"/>
                <a:gd name="T49" fmla="*/ 2499 h 268"/>
                <a:gd name="T50" fmla="*/ 2804 w 357"/>
                <a:gd name="T51" fmla="*/ 2611 h 2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57" h="268">
                  <a:moveTo>
                    <a:pt x="332" y="73"/>
                  </a:moveTo>
                  <a:cubicBezTo>
                    <a:pt x="357" y="50"/>
                    <a:pt x="353" y="6"/>
                    <a:pt x="353" y="6"/>
                  </a:cubicBezTo>
                  <a:cubicBezTo>
                    <a:pt x="353" y="6"/>
                    <a:pt x="339" y="39"/>
                    <a:pt x="305" y="32"/>
                  </a:cubicBezTo>
                  <a:cubicBezTo>
                    <a:pt x="270" y="25"/>
                    <a:pt x="270" y="41"/>
                    <a:pt x="247" y="60"/>
                  </a:cubicBezTo>
                  <a:cubicBezTo>
                    <a:pt x="202" y="96"/>
                    <a:pt x="223" y="104"/>
                    <a:pt x="208" y="114"/>
                  </a:cubicBezTo>
                  <a:cubicBezTo>
                    <a:pt x="192" y="124"/>
                    <a:pt x="181" y="120"/>
                    <a:pt x="181" y="120"/>
                  </a:cubicBezTo>
                  <a:cubicBezTo>
                    <a:pt x="177" y="120"/>
                    <a:pt x="177" y="120"/>
                    <a:pt x="177" y="120"/>
                  </a:cubicBezTo>
                  <a:cubicBezTo>
                    <a:pt x="177" y="120"/>
                    <a:pt x="166" y="124"/>
                    <a:pt x="150" y="114"/>
                  </a:cubicBezTo>
                  <a:cubicBezTo>
                    <a:pt x="135" y="104"/>
                    <a:pt x="156" y="96"/>
                    <a:pt x="111" y="60"/>
                  </a:cubicBezTo>
                  <a:cubicBezTo>
                    <a:pt x="88" y="41"/>
                    <a:pt x="87" y="25"/>
                    <a:pt x="53" y="32"/>
                  </a:cubicBezTo>
                  <a:cubicBezTo>
                    <a:pt x="19" y="39"/>
                    <a:pt x="3" y="0"/>
                    <a:pt x="3" y="0"/>
                  </a:cubicBezTo>
                  <a:cubicBezTo>
                    <a:pt x="3" y="0"/>
                    <a:pt x="0" y="50"/>
                    <a:pt x="25" y="73"/>
                  </a:cubicBezTo>
                  <a:cubicBezTo>
                    <a:pt x="50" y="97"/>
                    <a:pt x="44" y="107"/>
                    <a:pt x="34" y="122"/>
                  </a:cubicBezTo>
                  <a:cubicBezTo>
                    <a:pt x="23" y="137"/>
                    <a:pt x="0" y="154"/>
                    <a:pt x="40" y="182"/>
                  </a:cubicBezTo>
                  <a:cubicBezTo>
                    <a:pt x="80" y="210"/>
                    <a:pt x="123" y="268"/>
                    <a:pt x="126" y="190"/>
                  </a:cubicBezTo>
                  <a:cubicBezTo>
                    <a:pt x="128" y="132"/>
                    <a:pt x="160" y="141"/>
                    <a:pt x="172" y="142"/>
                  </a:cubicBezTo>
                  <a:cubicBezTo>
                    <a:pt x="186" y="142"/>
                    <a:pt x="186" y="142"/>
                    <a:pt x="186" y="142"/>
                  </a:cubicBezTo>
                  <a:cubicBezTo>
                    <a:pt x="198" y="141"/>
                    <a:pt x="230" y="132"/>
                    <a:pt x="232" y="190"/>
                  </a:cubicBezTo>
                  <a:cubicBezTo>
                    <a:pt x="235" y="268"/>
                    <a:pt x="278" y="210"/>
                    <a:pt x="317" y="182"/>
                  </a:cubicBezTo>
                  <a:cubicBezTo>
                    <a:pt x="357" y="154"/>
                    <a:pt x="335" y="137"/>
                    <a:pt x="324" y="122"/>
                  </a:cubicBezTo>
                  <a:cubicBezTo>
                    <a:pt x="314" y="107"/>
                    <a:pt x="307" y="97"/>
                    <a:pt x="332" y="73"/>
                  </a:cubicBezTo>
                  <a:close/>
                  <a:moveTo>
                    <a:pt x="179" y="138"/>
                  </a:moveTo>
                  <a:cubicBezTo>
                    <a:pt x="171" y="138"/>
                    <a:pt x="165" y="135"/>
                    <a:pt x="165" y="132"/>
                  </a:cubicBezTo>
                  <a:cubicBezTo>
                    <a:pt x="165" y="128"/>
                    <a:pt x="171" y="125"/>
                    <a:pt x="179" y="125"/>
                  </a:cubicBezTo>
                  <a:cubicBezTo>
                    <a:pt x="186" y="125"/>
                    <a:pt x="192" y="128"/>
                    <a:pt x="192" y="132"/>
                  </a:cubicBezTo>
                  <a:cubicBezTo>
                    <a:pt x="192" y="135"/>
                    <a:pt x="186" y="138"/>
                    <a:pt x="179" y="138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36" name="Freeform 11">
              <a:extLst>
                <a:ext uri="{FF2B5EF4-FFF2-40B4-BE49-F238E27FC236}">
                  <a16:creationId xmlns:a16="http://schemas.microsoft.com/office/drawing/2014/main" id="{9332BD18-599D-4BCE-AD6B-F4DC7773E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953"/>
              <a:ext cx="893" cy="714"/>
            </a:xfrm>
            <a:custGeom>
              <a:avLst/>
              <a:gdLst>
                <a:gd name="T0" fmla="*/ 5193 w 357"/>
                <a:gd name="T1" fmla="*/ 1377 h 268"/>
                <a:gd name="T2" fmla="*/ 5526 w 357"/>
                <a:gd name="T3" fmla="*/ 115 h 268"/>
                <a:gd name="T4" fmla="*/ 4775 w 357"/>
                <a:gd name="T5" fmla="*/ 602 h 268"/>
                <a:gd name="T6" fmla="*/ 3867 w 357"/>
                <a:gd name="T7" fmla="*/ 1135 h 268"/>
                <a:gd name="T8" fmla="*/ 3254 w 357"/>
                <a:gd name="T9" fmla="*/ 2158 h 268"/>
                <a:gd name="T10" fmla="*/ 2834 w 357"/>
                <a:gd name="T11" fmla="*/ 2273 h 268"/>
                <a:gd name="T12" fmla="*/ 2772 w 357"/>
                <a:gd name="T13" fmla="*/ 2273 h 268"/>
                <a:gd name="T14" fmla="*/ 2346 w 357"/>
                <a:gd name="T15" fmla="*/ 2158 h 268"/>
                <a:gd name="T16" fmla="*/ 1738 w 357"/>
                <a:gd name="T17" fmla="*/ 1135 h 268"/>
                <a:gd name="T18" fmla="*/ 833 w 357"/>
                <a:gd name="T19" fmla="*/ 602 h 268"/>
                <a:gd name="T20" fmla="*/ 50 w 357"/>
                <a:gd name="T21" fmla="*/ 0 h 268"/>
                <a:gd name="T22" fmla="*/ 395 w 357"/>
                <a:gd name="T23" fmla="*/ 1377 h 268"/>
                <a:gd name="T24" fmla="*/ 533 w 357"/>
                <a:gd name="T25" fmla="*/ 2307 h 268"/>
                <a:gd name="T26" fmla="*/ 625 w 357"/>
                <a:gd name="T27" fmla="*/ 3442 h 268"/>
                <a:gd name="T28" fmla="*/ 1971 w 357"/>
                <a:gd name="T29" fmla="*/ 3591 h 268"/>
                <a:gd name="T30" fmla="*/ 2692 w 357"/>
                <a:gd name="T31" fmla="*/ 2683 h 268"/>
                <a:gd name="T32" fmla="*/ 2909 w 357"/>
                <a:gd name="T33" fmla="*/ 2683 h 268"/>
                <a:gd name="T34" fmla="*/ 3630 w 357"/>
                <a:gd name="T35" fmla="*/ 3591 h 268"/>
                <a:gd name="T36" fmla="*/ 4963 w 357"/>
                <a:gd name="T37" fmla="*/ 3442 h 268"/>
                <a:gd name="T38" fmla="*/ 5068 w 357"/>
                <a:gd name="T39" fmla="*/ 2307 h 268"/>
                <a:gd name="T40" fmla="*/ 5193 w 357"/>
                <a:gd name="T41" fmla="*/ 1377 h 2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7" h="268">
                  <a:moveTo>
                    <a:pt x="332" y="73"/>
                  </a:moveTo>
                  <a:cubicBezTo>
                    <a:pt x="357" y="50"/>
                    <a:pt x="353" y="6"/>
                    <a:pt x="353" y="6"/>
                  </a:cubicBezTo>
                  <a:cubicBezTo>
                    <a:pt x="353" y="6"/>
                    <a:pt x="339" y="39"/>
                    <a:pt x="305" y="32"/>
                  </a:cubicBezTo>
                  <a:cubicBezTo>
                    <a:pt x="270" y="25"/>
                    <a:pt x="270" y="41"/>
                    <a:pt x="247" y="60"/>
                  </a:cubicBezTo>
                  <a:cubicBezTo>
                    <a:pt x="202" y="96"/>
                    <a:pt x="223" y="104"/>
                    <a:pt x="208" y="114"/>
                  </a:cubicBezTo>
                  <a:cubicBezTo>
                    <a:pt x="192" y="124"/>
                    <a:pt x="181" y="120"/>
                    <a:pt x="181" y="120"/>
                  </a:cubicBezTo>
                  <a:cubicBezTo>
                    <a:pt x="177" y="120"/>
                    <a:pt x="177" y="120"/>
                    <a:pt x="177" y="120"/>
                  </a:cubicBezTo>
                  <a:cubicBezTo>
                    <a:pt x="177" y="120"/>
                    <a:pt x="166" y="124"/>
                    <a:pt x="150" y="114"/>
                  </a:cubicBezTo>
                  <a:cubicBezTo>
                    <a:pt x="135" y="104"/>
                    <a:pt x="156" y="96"/>
                    <a:pt x="111" y="60"/>
                  </a:cubicBezTo>
                  <a:cubicBezTo>
                    <a:pt x="88" y="41"/>
                    <a:pt x="87" y="25"/>
                    <a:pt x="53" y="32"/>
                  </a:cubicBezTo>
                  <a:cubicBezTo>
                    <a:pt x="19" y="39"/>
                    <a:pt x="3" y="0"/>
                    <a:pt x="3" y="0"/>
                  </a:cubicBezTo>
                  <a:cubicBezTo>
                    <a:pt x="3" y="0"/>
                    <a:pt x="0" y="50"/>
                    <a:pt x="25" y="73"/>
                  </a:cubicBezTo>
                  <a:cubicBezTo>
                    <a:pt x="50" y="97"/>
                    <a:pt x="44" y="107"/>
                    <a:pt x="34" y="122"/>
                  </a:cubicBezTo>
                  <a:cubicBezTo>
                    <a:pt x="23" y="137"/>
                    <a:pt x="0" y="154"/>
                    <a:pt x="40" y="182"/>
                  </a:cubicBezTo>
                  <a:cubicBezTo>
                    <a:pt x="80" y="210"/>
                    <a:pt x="123" y="268"/>
                    <a:pt x="126" y="190"/>
                  </a:cubicBezTo>
                  <a:cubicBezTo>
                    <a:pt x="128" y="132"/>
                    <a:pt x="160" y="141"/>
                    <a:pt x="172" y="142"/>
                  </a:cubicBezTo>
                  <a:cubicBezTo>
                    <a:pt x="186" y="142"/>
                    <a:pt x="186" y="142"/>
                    <a:pt x="186" y="142"/>
                  </a:cubicBezTo>
                  <a:cubicBezTo>
                    <a:pt x="198" y="141"/>
                    <a:pt x="230" y="132"/>
                    <a:pt x="232" y="190"/>
                  </a:cubicBezTo>
                  <a:cubicBezTo>
                    <a:pt x="235" y="268"/>
                    <a:pt x="278" y="210"/>
                    <a:pt x="317" y="182"/>
                  </a:cubicBezTo>
                  <a:cubicBezTo>
                    <a:pt x="357" y="154"/>
                    <a:pt x="335" y="137"/>
                    <a:pt x="324" y="122"/>
                  </a:cubicBezTo>
                  <a:cubicBezTo>
                    <a:pt x="314" y="107"/>
                    <a:pt x="307" y="97"/>
                    <a:pt x="332" y="7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37" name="Freeform 12">
              <a:extLst>
                <a:ext uri="{FF2B5EF4-FFF2-40B4-BE49-F238E27FC236}">
                  <a16:creationId xmlns:a16="http://schemas.microsoft.com/office/drawing/2014/main" id="{AF119A8A-251F-4E7E-9093-5D2D7BB57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068"/>
              <a:ext cx="122" cy="146"/>
            </a:xfrm>
            <a:custGeom>
              <a:avLst/>
              <a:gdLst>
                <a:gd name="T0" fmla="*/ 0 w 49"/>
                <a:gd name="T1" fmla="*/ 0 h 55"/>
                <a:gd name="T2" fmla="*/ 446 w 49"/>
                <a:gd name="T3" fmla="*/ 507 h 55"/>
                <a:gd name="T4" fmla="*/ 757 w 49"/>
                <a:gd name="T5" fmla="*/ 1030 h 55"/>
                <a:gd name="T6" fmla="*/ 446 w 49"/>
                <a:gd name="T7" fmla="*/ 579 h 55"/>
                <a:gd name="T8" fmla="*/ 0 w 49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5">
                  <a:moveTo>
                    <a:pt x="0" y="0"/>
                  </a:moveTo>
                  <a:cubicBezTo>
                    <a:pt x="0" y="0"/>
                    <a:pt x="22" y="23"/>
                    <a:pt x="29" y="27"/>
                  </a:cubicBezTo>
                  <a:cubicBezTo>
                    <a:pt x="35" y="30"/>
                    <a:pt x="47" y="44"/>
                    <a:pt x="49" y="55"/>
                  </a:cubicBezTo>
                  <a:cubicBezTo>
                    <a:pt x="49" y="55"/>
                    <a:pt x="39" y="35"/>
                    <a:pt x="29" y="31"/>
                  </a:cubicBezTo>
                  <a:cubicBezTo>
                    <a:pt x="19" y="2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38" name="Freeform 13">
              <a:extLst>
                <a:ext uri="{FF2B5EF4-FFF2-40B4-BE49-F238E27FC236}">
                  <a16:creationId xmlns:a16="http://schemas.microsoft.com/office/drawing/2014/main" id="{FA1B011F-E0DD-47B5-879C-1F0293AF6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283"/>
              <a:ext cx="90" cy="166"/>
            </a:xfrm>
            <a:custGeom>
              <a:avLst/>
              <a:gdLst>
                <a:gd name="T0" fmla="*/ 363 w 36"/>
                <a:gd name="T1" fmla="*/ 0 h 62"/>
                <a:gd name="T2" fmla="*/ 158 w 36"/>
                <a:gd name="T3" fmla="*/ 731 h 62"/>
                <a:gd name="T4" fmla="*/ 563 w 36"/>
                <a:gd name="T5" fmla="*/ 1189 h 62"/>
                <a:gd name="T6" fmla="*/ 208 w 36"/>
                <a:gd name="T7" fmla="*/ 479 h 62"/>
                <a:gd name="T8" fmla="*/ 363 w 36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2">
                  <a:moveTo>
                    <a:pt x="23" y="0"/>
                  </a:moveTo>
                  <a:cubicBezTo>
                    <a:pt x="23" y="0"/>
                    <a:pt x="0" y="21"/>
                    <a:pt x="10" y="38"/>
                  </a:cubicBezTo>
                  <a:cubicBezTo>
                    <a:pt x="21" y="54"/>
                    <a:pt x="36" y="62"/>
                    <a:pt x="36" y="62"/>
                  </a:cubicBezTo>
                  <a:cubicBezTo>
                    <a:pt x="36" y="62"/>
                    <a:pt x="8" y="40"/>
                    <a:pt x="13" y="25"/>
                  </a:cubicBezTo>
                  <a:cubicBezTo>
                    <a:pt x="17" y="11"/>
                    <a:pt x="20" y="2"/>
                    <a:pt x="23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39" name="Freeform 14">
              <a:extLst>
                <a:ext uri="{FF2B5EF4-FFF2-40B4-BE49-F238E27FC236}">
                  <a16:creationId xmlns:a16="http://schemas.microsoft.com/office/drawing/2014/main" id="{0DD47821-D94D-4C7F-B11E-D4A88A697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329"/>
              <a:ext cx="55" cy="109"/>
            </a:xfrm>
            <a:custGeom>
              <a:avLst/>
              <a:gdLst>
                <a:gd name="T0" fmla="*/ 0 w 22"/>
                <a:gd name="T1" fmla="*/ 0 h 41"/>
                <a:gd name="T2" fmla="*/ 270 w 22"/>
                <a:gd name="T3" fmla="*/ 771 h 41"/>
                <a:gd name="T4" fmla="*/ 0 w 2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1">
                  <a:moveTo>
                    <a:pt x="0" y="0"/>
                  </a:moveTo>
                  <a:cubicBezTo>
                    <a:pt x="0" y="0"/>
                    <a:pt x="17" y="14"/>
                    <a:pt x="17" y="41"/>
                  </a:cubicBezTo>
                  <a:cubicBezTo>
                    <a:pt x="17" y="41"/>
                    <a:pt x="22" y="17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40" name="Freeform 15">
              <a:extLst>
                <a:ext uri="{FF2B5EF4-FFF2-40B4-BE49-F238E27FC236}">
                  <a16:creationId xmlns:a16="http://schemas.microsoft.com/office/drawing/2014/main" id="{7A631AAC-582C-423F-9E45-A6597BAD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163"/>
              <a:ext cx="57" cy="115"/>
            </a:xfrm>
            <a:custGeom>
              <a:avLst/>
              <a:gdLst>
                <a:gd name="T0" fmla="*/ 349 w 23"/>
                <a:gd name="T1" fmla="*/ 0 h 43"/>
                <a:gd name="T2" fmla="*/ 320 w 23"/>
                <a:gd name="T3" fmla="*/ 824 h 43"/>
                <a:gd name="T4" fmla="*/ 349 w 23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3">
                  <a:moveTo>
                    <a:pt x="23" y="0"/>
                  </a:moveTo>
                  <a:cubicBezTo>
                    <a:pt x="23" y="0"/>
                    <a:pt x="4" y="19"/>
                    <a:pt x="21" y="43"/>
                  </a:cubicBezTo>
                  <a:cubicBezTo>
                    <a:pt x="21" y="43"/>
                    <a:pt x="0" y="25"/>
                    <a:pt x="23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41" name="Freeform 16">
              <a:extLst>
                <a:ext uri="{FF2B5EF4-FFF2-40B4-BE49-F238E27FC236}">
                  <a16:creationId xmlns:a16="http://schemas.microsoft.com/office/drawing/2014/main" id="{057F430E-82E8-4D5C-8AB4-3A537A9E2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286"/>
              <a:ext cx="38" cy="32"/>
            </a:xfrm>
            <a:custGeom>
              <a:avLst/>
              <a:gdLst>
                <a:gd name="T0" fmla="*/ 193 w 15"/>
                <a:gd name="T1" fmla="*/ 0 h 12"/>
                <a:gd name="T2" fmla="*/ 243 w 15"/>
                <a:gd name="T3" fmla="*/ 227 h 12"/>
                <a:gd name="T4" fmla="*/ 193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2" y="0"/>
                    <a:pt x="6" y="7"/>
                    <a:pt x="15" y="12"/>
                  </a:cubicBezTo>
                  <a:cubicBezTo>
                    <a:pt x="15" y="12"/>
                    <a:pt x="0" y="8"/>
                    <a:pt x="12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42" name="Freeform 17">
              <a:extLst>
                <a:ext uri="{FF2B5EF4-FFF2-40B4-BE49-F238E27FC236}">
                  <a16:creationId xmlns:a16="http://schemas.microsoft.com/office/drawing/2014/main" id="{A6BB1FFC-D399-473D-8A3E-A25A7C82B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833"/>
              <a:ext cx="25" cy="402"/>
            </a:xfrm>
            <a:custGeom>
              <a:avLst/>
              <a:gdLst>
                <a:gd name="T0" fmla="*/ 63 w 10"/>
                <a:gd name="T1" fmla="*/ 0 h 151"/>
                <a:gd name="T2" fmla="*/ 95 w 10"/>
                <a:gd name="T3" fmla="*/ 2849 h 151"/>
                <a:gd name="T4" fmla="*/ 95 w 10"/>
                <a:gd name="T5" fmla="*/ 0 h 151"/>
                <a:gd name="T6" fmla="*/ 63 w 10"/>
                <a:gd name="T7" fmla="*/ 0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1">
                  <a:moveTo>
                    <a:pt x="4" y="0"/>
                  </a:moveTo>
                  <a:cubicBezTo>
                    <a:pt x="4" y="0"/>
                    <a:pt x="0" y="110"/>
                    <a:pt x="6" y="151"/>
                  </a:cubicBezTo>
                  <a:cubicBezTo>
                    <a:pt x="6" y="151"/>
                    <a:pt x="10" y="21"/>
                    <a:pt x="6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43" name="Freeform 18">
              <a:extLst>
                <a:ext uri="{FF2B5EF4-FFF2-40B4-BE49-F238E27FC236}">
                  <a16:creationId xmlns:a16="http://schemas.microsoft.com/office/drawing/2014/main" id="{F02E84E3-839A-4DC8-9D5E-F2E9E0FEA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777"/>
              <a:ext cx="220" cy="299"/>
            </a:xfrm>
            <a:custGeom>
              <a:avLst/>
              <a:gdLst>
                <a:gd name="T0" fmla="*/ 1300 w 88"/>
                <a:gd name="T1" fmla="*/ 2130 h 112"/>
                <a:gd name="T2" fmla="*/ 1158 w 88"/>
                <a:gd name="T3" fmla="*/ 422 h 112"/>
                <a:gd name="T4" fmla="*/ 0 w 88"/>
                <a:gd name="T5" fmla="*/ 286 h 112"/>
                <a:gd name="T6" fmla="*/ 908 w 88"/>
                <a:gd name="T7" fmla="*/ 513 h 112"/>
                <a:gd name="T8" fmla="*/ 1300 w 88"/>
                <a:gd name="T9" fmla="*/ 213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2">
                  <a:moveTo>
                    <a:pt x="83" y="112"/>
                  </a:moveTo>
                  <a:cubicBezTo>
                    <a:pt x="83" y="112"/>
                    <a:pt x="88" y="35"/>
                    <a:pt x="74" y="22"/>
                  </a:cubicBezTo>
                  <a:cubicBezTo>
                    <a:pt x="60" y="9"/>
                    <a:pt x="22" y="0"/>
                    <a:pt x="0" y="15"/>
                  </a:cubicBezTo>
                  <a:cubicBezTo>
                    <a:pt x="0" y="15"/>
                    <a:pt x="40" y="2"/>
                    <a:pt x="58" y="27"/>
                  </a:cubicBezTo>
                  <a:cubicBezTo>
                    <a:pt x="76" y="52"/>
                    <a:pt x="85" y="85"/>
                    <a:pt x="83" y="112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44" name="Freeform 19">
              <a:extLst>
                <a:ext uri="{FF2B5EF4-FFF2-40B4-BE49-F238E27FC236}">
                  <a16:creationId xmlns:a16="http://schemas.microsoft.com/office/drawing/2014/main" id="{1BBCD5D9-60ED-4417-8DC7-72159E7FC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790"/>
              <a:ext cx="100" cy="104"/>
            </a:xfrm>
            <a:custGeom>
              <a:avLst/>
              <a:gdLst>
                <a:gd name="T0" fmla="*/ 625 w 40"/>
                <a:gd name="T1" fmla="*/ 77 h 39"/>
                <a:gd name="T2" fmla="*/ 20 w 40"/>
                <a:gd name="T3" fmla="*/ 739 h 39"/>
                <a:gd name="T4" fmla="*/ 625 w 40"/>
                <a:gd name="T5" fmla="*/ 7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9">
                  <a:moveTo>
                    <a:pt x="40" y="4"/>
                  </a:moveTo>
                  <a:cubicBezTo>
                    <a:pt x="40" y="4"/>
                    <a:pt x="0" y="0"/>
                    <a:pt x="1" y="39"/>
                  </a:cubicBezTo>
                  <a:cubicBezTo>
                    <a:pt x="1" y="39"/>
                    <a:pt x="12" y="8"/>
                    <a:pt x="40" y="4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45" name="Freeform 20">
              <a:extLst>
                <a:ext uri="{FF2B5EF4-FFF2-40B4-BE49-F238E27FC236}">
                  <a16:creationId xmlns:a16="http://schemas.microsoft.com/office/drawing/2014/main" id="{753A02D3-D725-4FD1-82B5-A89F35229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585"/>
              <a:ext cx="153" cy="181"/>
            </a:xfrm>
            <a:custGeom>
              <a:avLst/>
              <a:gdLst>
                <a:gd name="T0" fmla="*/ 722 w 61"/>
                <a:gd name="T1" fmla="*/ 0 h 68"/>
                <a:gd name="T2" fmla="*/ 0 w 61"/>
                <a:gd name="T3" fmla="*/ 1057 h 68"/>
                <a:gd name="T4" fmla="*/ 722 w 61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68">
                  <a:moveTo>
                    <a:pt x="46" y="0"/>
                  </a:moveTo>
                  <a:cubicBezTo>
                    <a:pt x="46" y="0"/>
                    <a:pt x="61" y="68"/>
                    <a:pt x="0" y="56"/>
                  </a:cubicBezTo>
                  <a:cubicBezTo>
                    <a:pt x="0" y="56"/>
                    <a:pt x="45" y="59"/>
                    <a:pt x="46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46" name="Freeform 21">
              <a:extLst>
                <a:ext uri="{FF2B5EF4-FFF2-40B4-BE49-F238E27FC236}">
                  <a16:creationId xmlns:a16="http://schemas.microsoft.com/office/drawing/2014/main" id="{8FE4FE29-31B2-4053-8E37-C96098482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451"/>
              <a:ext cx="192" cy="168"/>
            </a:xfrm>
            <a:custGeom>
              <a:avLst/>
              <a:gdLst>
                <a:gd name="T0" fmla="*/ 1194 w 77"/>
                <a:gd name="T1" fmla="*/ 0 h 63"/>
                <a:gd name="T2" fmla="*/ 0 w 77"/>
                <a:gd name="T3" fmla="*/ 1195 h 63"/>
                <a:gd name="T4" fmla="*/ 1194 w 77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63">
                  <a:moveTo>
                    <a:pt x="77" y="0"/>
                  </a:moveTo>
                  <a:cubicBezTo>
                    <a:pt x="77" y="0"/>
                    <a:pt x="71" y="39"/>
                    <a:pt x="0" y="63"/>
                  </a:cubicBezTo>
                  <a:cubicBezTo>
                    <a:pt x="0" y="63"/>
                    <a:pt x="59" y="37"/>
                    <a:pt x="77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47" name="Freeform 22">
              <a:extLst>
                <a:ext uri="{FF2B5EF4-FFF2-40B4-BE49-F238E27FC236}">
                  <a16:creationId xmlns:a16="http://schemas.microsoft.com/office/drawing/2014/main" id="{6F3608BC-5304-47C9-8687-38FB3191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868"/>
              <a:ext cx="183" cy="362"/>
            </a:xfrm>
            <a:custGeom>
              <a:avLst/>
              <a:gdLst>
                <a:gd name="T0" fmla="*/ 0 w 73"/>
                <a:gd name="T1" fmla="*/ 2566 h 136"/>
                <a:gd name="T2" fmla="*/ 439 w 73"/>
                <a:gd name="T3" fmla="*/ 1019 h 136"/>
                <a:gd name="T4" fmla="*/ 993 w 73"/>
                <a:gd name="T5" fmla="*/ 362 h 136"/>
                <a:gd name="T6" fmla="*/ 1151 w 73"/>
                <a:gd name="T7" fmla="*/ 0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36">
                  <a:moveTo>
                    <a:pt x="0" y="136"/>
                  </a:moveTo>
                  <a:cubicBezTo>
                    <a:pt x="21" y="113"/>
                    <a:pt x="14" y="80"/>
                    <a:pt x="28" y="54"/>
                  </a:cubicBezTo>
                  <a:cubicBezTo>
                    <a:pt x="37" y="38"/>
                    <a:pt x="50" y="31"/>
                    <a:pt x="63" y="19"/>
                  </a:cubicBezTo>
                  <a:cubicBezTo>
                    <a:pt x="69" y="14"/>
                    <a:pt x="69" y="5"/>
                    <a:pt x="73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48" name="Freeform 23">
              <a:extLst>
                <a:ext uri="{FF2B5EF4-FFF2-40B4-BE49-F238E27FC236}">
                  <a16:creationId xmlns:a16="http://schemas.microsoft.com/office/drawing/2014/main" id="{F60E069D-3827-47B6-A4F4-A0967DEB4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801"/>
              <a:ext cx="55" cy="197"/>
            </a:xfrm>
            <a:custGeom>
              <a:avLst/>
              <a:gdLst>
                <a:gd name="T0" fmla="*/ 0 w 22"/>
                <a:gd name="T1" fmla="*/ 1395 h 74"/>
                <a:gd name="T2" fmla="*/ 345 w 22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4">
                  <a:moveTo>
                    <a:pt x="0" y="74"/>
                  </a:moveTo>
                  <a:cubicBezTo>
                    <a:pt x="20" y="52"/>
                    <a:pt x="4" y="22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49" name="Freeform 24">
              <a:extLst>
                <a:ext uri="{FF2B5EF4-FFF2-40B4-BE49-F238E27FC236}">
                  <a16:creationId xmlns:a16="http://schemas.microsoft.com/office/drawing/2014/main" id="{C105F955-7487-41C9-94BC-EDF07AA8A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940"/>
              <a:ext cx="270" cy="199"/>
            </a:xfrm>
            <a:custGeom>
              <a:avLst/>
              <a:gdLst>
                <a:gd name="T0" fmla="*/ 33 w 108"/>
                <a:gd name="T1" fmla="*/ 1401 h 75"/>
                <a:gd name="T2" fmla="*/ 863 w 108"/>
                <a:gd name="T3" fmla="*/ 486 h 75"/>
                <a:gd name="T4" fmla="*/ 1688 w 108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75">
                  <a:moveTo>
                    <a:pt x="2" y="75"/>
                  </a:moveTo>
                  <a:cubicBezTo>
                    <a:pt x="0" y="53"/>
                    <a:pt x="38" y="32"/>
                    <a:pt x="55" y="26"/>
                  </a:cubicBezTo>
                  <a:cubicBezTo>
                    <a:pt x="72" y="19"/>
                    <a:pt x="95" y="15"/>
                    <a:pt x="108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50" name="Freeform 25">
              <a:extLst>
                <a:ext uri="{FF2B5EF4-FFF2-40B4-BE49-F238E27FC236}">
                  <a16:creationId xmlns:a16="http://schemas.microsoft.com/office/drawing/2014/main" id="{E06E4549-089B-4D82-83EA-5D1B01C4F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868"/>
              <a:ext cx="30" cy="245"/>
            </a:xfrm>
            <a:custGeom>
              <a:avLst/>
              <a:gdLst>
                <a:gd name="T0" fmla="*/ 175 w 12"/>
                <a:gd name="T1" fmla="*/ 0 h 92"/>
                <a:gd name="T2" fmla="*/ 20 w 12"/>
                <a:gd name="T3" fmla="*/ 921 h 92"/>
                <a:gd name="T4" fmla="*/ 50 w 12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2">
                  <a:moveTo>
                    <a:pt x="11" y="0"/>
                  </a:moveTo>
                  <a:cubicBezTo>
                    <a:pt x="12" y="17"/>
                    <a:pt x="2" y="32"/>
                    <a:pt x="1" y="49"/>
                  </a:cubicBezTo>
                  <a:cubicBezTo>
                    <a:pt x="0" y="63"/>
                    <a:pt x="3" y="77"/>
                    <a:pt x="3" y="92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51" name="Freeform 26">
              <a:extLst>
                <a:ext uri="{FF2B5EF4-FFF2-40B4-BE49-F238E27FC236}">
                  <a16:creationId xmlns:a16="http://schemas.microsoft.com/office/drawing/2014/main" id="{1D61FDB7-54BB-475B-A6B8-57A43ACB3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852"/>
              <a:ext cx="250" cy="375"/>
            </a:xfrm>
            <a:custGeom>
              <a:avLst/>
              <a:gdLst>
                <a:gd name="T0" fmla="*/ 0 w 100"/>
                <a:gd name="T1" fmla="*/ 0 h 141"/>
                <a:gd name="T2" fmla="*/ 595 w 100"/>
                <a:gd name="T3" fmla="*/ 319 h 141"/>
                <a:gd name="T4" fmla="*/ 1083 w 100"/>
                <a:gd name="T5" fmla="*/ 1258 h 141"/>
                <a:gd name="T6" fmla="*/ 1313 w 100"/>
                <a:gd name="T7" fmla="*/ 2165 h 141"/>
                <a:gd name="T8" fmla="*/ 1563 w 100"/>
                <a:gd name="T9" fmla="*/ 2652 h 141"/>
                <a:gd name="T10" fmla="*/ 1550 w 100"/>
                <a:gd name="T11" fmla="*/ 263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141">
                  <a:moveTo>
                    <a:pt x="0" y="0"/>
                  </a:moveTo>
                  <a:cubicBezTo>
                    <a:pt x="14" y="3"/>
                    <a:pt x="27" y="6"/>
                    <a:pt x="38" y="17"/>
                  </a:cubicBezTo>
                  <a:cubicBezTo>
                    <a:pt x="51" y="31"/>
                    <a:pt x="61" y="50"/>
                    <a:pt x="69" y="67"/>
                  </a:cubicBezTo>
                  <a:cubicBezTo>
                    <a:pt x="76" y="83"/>
                    <a:pt x="80" y="99"/>
                    <a:pt x="84" y="115"/>
                  </a:cubicBezTo>
                  <a:cubicBezTo>
                    <a:pt x="87" y="126"/>
                    <a:pt x="95" y="132"/>
                    <a:pt x="100" y="141"/>
                  </a:cubicBezTo>
                  <a:cubicBezTo>
                    <a:pt x="100" y="140"/>
                    <a:pt x="100" y="140"/>
                    <a:pt x="99" y="14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52" name="Freeform 27">
              <a:extLst>
                <a:ext uri="{FF2B5EF4-FFF2-40B4-BE49-F238E27FC236}">
                  <a16:creationId xmlns:a16="http://schemas.microsoft.com/office/drawing/2014/main" id="{7CE3B8E7-9B58-44D6-B8C3-024EA37DE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830"/>
              <a:ext cx="33" cy="222"/>
            </a:xfrm>
            <a:custGeom>
              <a:avLst/>
              <a:gdLst>
                <a:gd name="T0" fmla="*/ 213 w 13"/>
                <a:gd name="T1" fmla="*/ 1589 h 83"/>
                <a:gd name="T2" fmla="*/ 180 w 13"/>
                <a:gd name="T3" fmla="*/ 629 h 83"/>
                <a:gd name="T4" fmla="*/ 0 w 13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3">
                  <a:moveTo>
                    <a:pt x="13" y="83"/>
                  </a:moveTo>
                  <a:cubicBezTo>
                    <a:pt x="8" y="67"/>
                    <a:pt x="13" y="50"/>
                    <a:pt x="11" y="33"/>
                  </a:cubicBezTo>
                  <a:cubicBezTo>
                    <a:pt x="10" y="23"/>
                    <a:pt x="8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53" name="Freeform 28">
              <a:extLst>
                <a:ext uri="{FF2B5EF4-FFF2-40B4-BE49-F238E27FC236}">
                  <a16:creationId xmlns:a16="http://schemas.microsoft.com/office/drawing/2014/main" id="{47B46DC4-0CD4-4DBB-A5D3-5B5B8A336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017"/>
              <a:ext cx="10" cy="133"/>
            </a:xfrm>
            <a:custGeom>
              <a:avLst/>
              <a:gdLst>
                <a:gd name="T0" fmla="*/ 63 w 4"/>
                <a:gd name="T1" fmla="*/ 942 h 50"/>
                <a:gd name="T2" fmla="*/ 0 w 4"/>
                <a:gd name="T3" fmla="*/ 431 h 50"/>
                <a:gd name="T4" fmla="*/ 33 w 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0">
                  <a:moveTo>
                    <a:pt x="4" y="50"/>
                  </a:moveTo>
                  <a:cubicBezTo>
                    <a:pt x="2" y="41"/>
                    <a:pt x="0" y="33"/>
                    <a:pt x="0" y="23"/>
                  </a:cubicBezTo>
                  <a:cubicBezTo>
                    <a:pt x="0" y="15"/>
                    <a:pt x="3" y="8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54" name="Freeform 29">
              <a:extLst>
                <a:ext uri="{FF2B5EF4-FFF2-40B4-BE49-F238E27FC236}">
                  <a16:creationId xmlns:a16="http://schemas.microsoft.com/office/drawing/2014/main" id="{DCF6A462-4006-4BCA-B695-AE29495B8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940"/>
              <a:ext cx="275" cy="173"/>
            </a:xfrm>
            <a:custGeom>
              <a:avLst/>
              <a:gdLst>
                <a:gd name="T0" fmla="*/ 0 w 110"/>
                <a:gd name="T1" fmla="*/ 0 h 65"/>
                <a:gd name="T2" fmla="*/ 750 w 110"/>
                <a:gd name="T3" fmla="*/ 303 h 65"/>
                <a:gd name="T4" fmla="*/ 1220 w 110"/>
                <a:gd name="T5" fmla="*/ 397 h 65"/>
                <a:gd name="T6" fmla="*/ 1720 w 110"/>
                <a:gd name="T7" fmla="*/ 1224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65">
                  <a:moveTo>
                    <a:pt x="0" y="0"/>
                  </a:moveTo>
                  <a:cubicBezTo>
                    <a:pt x="14" y="11"/>
                    <a:pt x="30" y="15"/>
                    <a:pt x="48" y="16"/>
                  </a:cubicBezTo>
                  <a:cubicBezTo>
                    <a:pt x="58" y="17"/>
                    <a:pt x="69" y="17"/>
                    <a:pt x="78" y="21"/>
                  </a:cubicBezTo>
                  <a:cubicBezTo>
                    <a:pt x="94" y="29"/>
                    <a:pt x="103" y="50"/>
                    <a:pt x="110" y="65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55" name="Freeform 30">
              <a:extLst>
                <a:ext uri="{FF2B5EF4-FFF2-40B4-BE49-F238E27FC236}">
                  <a16:creationId xmlns:a16="http://schemas.microsoft.com/office/drawing/2014/main" id="{B2D8B12B-E162-42CA-AE38-070B8B7DC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921"/>
              <a:ext cx="68" cy="67"/>
            </a:xfrm>
            <a:custGeom>
              <a:avLst/>
              <a:gdLst>
                <a:gd name="T0" fmla="*/ 431 w 27"/>
                <a:gd name="T1" fmla="*/ 482 h 25"/>
                <a:gd name="T2" fmla="*/ 0 w 2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5">
                  <a:moveTo>
                    <a:pt x="27" y="25"/>
                  </a:moveTo>
                  <a:cubicBezTo>
                    <a:pt x="17" y="25"/>
                    <a:pt x="5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56" name="Freeform 31">
              <a:extLst>
                <a:ext uri="{FF2B5EF4-FFF2-40B4-BE49-F238E27FC236}">
                  <a16:creationId xmlns:a16="http://schemas.microsoft.com/office/drawing/2014/main" id="{13D6B900-374D-4618-9D55-9CC2AF2ED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174"/>
              <a:ext cx="182" cy="61"/>
            </a:xfrm>
            <a:custGeom>
              <a:avLst/>
              <a:gdLst>
                <a:gd name="T0" fmla="*/ 1132 w 73"/>
                <a:gd name="T1" fmla="*/ 353 h 23"/>
                <a:gd name="T2" fmla="*/ 932 w 73"/>
                <a:gd name="T3" fmla="*/ 408 h 23"/>
                <a:gd name="T4" fmla="*/ 496 w 73"/>
                <a:gd name="T5" fmla="*/ 239 h 23"/>
                <a:gd name="T6" fmla="*/ 0 w 73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3">
                  <a:moveTo>
                    <a:pt x="73" y="19"/>
                  </a:moveTo>
                  <a:cubicBezTo>
                    <a:pt x="68" y="20"/>
                    <a:pt x="65" y="23"/>
                    <a:pt x="60" y="22"/>
                  </a:cubicBezTo>
                  <a:cubicBezTo>
                    <a:pt x="50" y="22"/>
                    <a:pt x="40" y="18"/>
                    <a:pt x="32" y="13"/>
                  </a:cubicBezTo>
                  <a:cubicBezTo>
                    <a:pt x="22" y="7"/>
                    <a:pt x="1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57" name="Freeform 32">
              <a:extLst>
                <a:ext uri="{FF2B5EF4-FFF2-40B4-BE49-F238E27FC236}">
                  <a16:creationId xmlns:a16="http://schemas.microsoft.com/office/drawing/2014/main" id="{0F213651-2DD5-4084-BAE9-6F1266F36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222"/>
              <a:ext cx="117" cy="37"/>
            </a:xfrm>
            <a:custGeom>
              <a:avLst/>
              <a:gdLst>
                <a:gd name="T0" fmla="*/ 724 w 47"/>
                <a:gd name="T1" fmla="*/ 21 h 14"/>
                <a:gd name="T2" fmla="*/ 383 w 47"/>
                <a:gd name="T3" fmla="*/ 90 h 14"/>
                <a:gd name="T4" fmla="*/ 137 w 47"/>
                <a:gd name="T5" fmla="*/ 225 h 14"/>
                <a:gd name="T6" fmla="*/ 0 w 47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">
                  <a:moveTo>
                    <a:pt x="47" y="1"/>
                  </a:moveTo>
                  <a:cubicBezTo>
                    <a:pt x="39" y="0"/>
                    <a:pt x="32" y="2"/>
                    <a:pt x="25" y="5"/>
                  </a:cubicBezTo>
                  <a:cubicBezTo>
                    <a:pt x="20" y="8"/>
                    <a:pt x="14" y="11"/>
                    <a:pt x="9" y="12"/>
                  </a:cubicBezTo>
                  <a:cubicBezTo>
                    <a:pt x="6" y="13"/>
                    <a:pt x="3" y="13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58" name="Freeform 33">
              <a:extLst>
                <a:ext uri="{FF2B5EF4-FFF2-40B4-BE49-F238E27FC236}">
                  <a16:creationId xmlns:a16="http://schemas.microsoft.com/office/drawing/2014/main" id="{F8BCD38A-D240-4683-A382-BA1D3E9B7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449"/>
              <a:ext cx="128" cy="88"/>
            </a:xfrm>
            <a:custGeom>
              <a:avLst/>
              <a:gdLst>
                <a:gd name="T0" fmla="*/ 806 w 51"/>
                <a:gd name="T1" fmla="*/ 56 h 33"/>
                <a:gd name="T2" fmla="*/ 334 w 51"/>
                <a:gd name="T3" fmla="*/ 376 h 33"/>
                <a:gd name="T4" fmla="*/ 0 w 51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3">
                  <a:moveTo>
                    <a:pt x="51" y="3"/>
                  </a:moveTo>
                  <a:cubicBezTo>
                    <a:pt x="38" y="0"/>
                    <a:pt x="29" y="13"/>
                    <a:pt x="21" y="20"/>
                  </a:cubicBezTo>
                  <a:cubicBezTo>
                    <a:pt x="14" y="27"/>
                    <a:pt x="10" y="31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59" name="Freeform 34">
              <a:extLst>
                <a:ext uri="{FF2B5EF4-FFF2-40B4-BE49-F238E27FC236}">
                  <a16:creationId xmlns:a16="http://schemas.microsoft.com/office/drawing/2014/main" id="{A4C69354-B92B-4FED-89A9-AD4239425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1371"/>
              <a:ext cx="110" cy="22"/>
            </a:xfrm>
            <a:custGeom>
              <a:avLst/>
              <a:gdLst>
                <a:gd name="T0" fmla="*/ 0 w 44"/>
                <a:gd name="T1" fmla="*/ 143 h 8"/>
                <a:gd name="T2" fmla="*/ 345 w 44"/>
                <a:gd name="T3" fmla="*/ 61 h 8"/>
                <a:gd name="T4" fmla="*/ 688 w 44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">
                  <a:moveTo>
                    <a:pt x="0" y="7"/>
                  </a:moveTo>
                  <a:cubicBezTo>
                    <a:pt x="9" y="8"/>
                    <a:pt x="14" y="5"/>
                    <a:pt x="22" y="3"/>
                  </a:cubicBezTo>
                  <a:cubicBezTo>
                    <a:pt x="30" y="0"/>
                    <a:pt x="36" y="3"/>
                    <a:pt x="44" y="3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60" name="Freeform 35">
              <a:extLst>
                <a:ext uri="{FF2B5EF4-FFF2-40B4-BE49-F238E27FC236}">
                  <a16:creationId xmlns:a16="http://schemas.microsoft.com/office/drawing/2014/main" id="{1D639D17-B7E0-48C0-8099-CF87A2B40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433"/>
              <a:ext cx="60" cy="26"/>
            </a:xfrm>
            <a:custGeom>
              <a:avLst/>
              <a:gdLst>
                <a:gd name="T0" fmla="*/ 375 w 24"/>
                <a:gd name="T1" fmla="*/ 0 h 10"/>
                <a:gd name="T2" fmla="*/ 0 w 2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24" y="0"/>
                  </a:moveTo>
                  <a:cubicBezTo>
                    <a:pt x="14" y="1"/>
                    <a:pt x="9" y="9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61" name="Freeform 36">
              <a:extLst>
                <a:ext uri="{FF2B5EF4-FFF2-40B4-BE49-F238E27FC236}">
                  <a16:creationId xmlns:a16="http://schemas.microsoft.com/office/drawing/2014/main" id="{C199B3E7-CAE7-4678-9796-D1A4D5468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475"/>
              <a:ext cx="12" cy="91"/>
            </a:xfrm>
            <a:custGeom>
              <a:avLst/>
              <a:gdLst>
                <a:gd name="T0" fmla="*/ 41 w 5"/>
                <a:gd name="T1" fmla="*/ 0 h 34"/>
                <a:gd name="T2" fmla="*/ 29 w 5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4">
                  <a:moveTo>
                    <a:pt x="3" y="0"/>
                  </a:moveTo>
                  <a:cubicBezTo>
                    <a:pt x="0" y="11"/>
                    <a:pt x="5" y="23"/>
                    <a:pt x="2" y="34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62" name="Freeform 37">
              <a:extLst>
                <a:ext uri="{FF2B5EF4-FFF2-40B4-BE49-F238E27FC236}">
                  <a16:creationId xmlns:a16="http://schemas.microsoft.com/office/drawing/2014/main" id="{0BE40378-AE05-43DA-82AF-AFA4CE5E6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505"/>
              <a:ext cx="60" cy="186"/>
            </a:xfrm>
            <a:custGeom>
              <a:avLst/>
              <a:gdLst>
                <a:gd name="T0" fmla="*/ 20 w 24"/>
                <a:gd name="T1" fmla="*/ 0 h 70"/>
                <a:gd name="T2" fmla="*/ 208 w 24"/>
                <a:gd name="T3" fmla="*/ 712 h 70"/>
                <a:gd name="T4" fmla="*/ 375 w 24"/>
                <a:gd name="T5" fmla="*/ 1313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0">
                  <a:moveTo>
                    <a:pt x="1" y="0"/>
                  </a:moveTo>
                  <a:cubicBezTo>
                    <a:pt x="0" y="14"/>
                    <a:pt x="6" y="26"/>
                    <a:pt x="13" y="38"/>
                  </a:cubicBezTo>
                  <a:cubicBezTo>
                    <a:pt x="19" y="48"/>
                    <a:pt x="22" y="58"/>
                    <a:pt x="24" y="7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63" name="Freeform 38">
              <a:extLst>
                <a:ext uri="{FF2B5EF4-FFF2-40B4-BE49-F238E27FC236}">
                  <a16:creationId xmlns:a16="http://schemas.microsoft.com/office/drawing/2014/main" id="{7912EC7D-96E6-4A97-8064-A44B4740B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577"/>
              <a:ext cx="27" cy="136"/>
            </a:xfrm>
            <a:custGeom>
              <a:avLst/>
              <a:gdLst>
                <a:gd name="T0" fmla="*/ 61 w 11"/>
                <a:gd name="T1" fmla="*/ 0 h 51"/>
                <a:gd name="T2" fmla="*/ 42 w 11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1">
                  <a:moveTo>
                    <a:pt x="4" y="0"/>
                  </a:moveTo>
                  <a:cubicBezTo>
                    <a:pt x="11" y="16"/>
                    <a:pt x="0" y="34"/>
                    <a:pt x="3" y="5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64" name="Freeform 39">
              <a:extLst>
                <a:ext uri="{FF2B5EF4-FFF2-40B4-BE49-F238E27FC236}">
                  <a16:creationId xmlns:a16="http://schemas.microsoft.com/office/drawing/2014/main" id="{C57AC344-3E10-4317-9143-D5E79F5B1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377"/>
              <a:ext cx="70" cy="149"/>
            </a:xfrm>
            <a:custGeom>
              <a:avLst/>
              <a:gdLst>
                <a:gd name="T0" fmla="*/ 0 w 28"/>
                <a:gd name="T1" fmla="*/ 0 h 56"/>
                <a:gd name="T2" fmla="*/ 175 w 28"/>
                <a:gd name="T3" fmla="*/ 580 h 56"/>
                <a:gd name="T4" fmla="*/ 438 w 28"/>
                <a:gd name="T5" fmla="*/ 105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6">
                  <a:moveTo>
                    <a:pt x="0" y="0"/>
                  </a:moveTo>
                  <a:cubicBezTo>
                    <a:pt x="0" y="12"/>
                    <a:pt x="2" y="22"/>
                    <a:pt x="11" y="31"/>
                  </a:cubicBezTo>
                  <a:cubicBezTo>
                    <a:pt x="18" y="39"/>
                    <a:pt x="25" y="46"/>
                    <a:pt x="28" y="56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65" name="Freeform 40">
              <a:extLst>
                <a:ext uri="{FF2B5EF4-FFF2-40B4-BE49-F238E27FC236}">
                  <a16:creationId xmlns:a16="http://schemas.microsoft.com/office/drawing/2014/main" id="{C4644556-DBCA-4AF6-BF61-F3454B874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427"/>
              <a:ext cx="58" cy="22"/>
            </a:xfrm>
            <a:custGeom>
              <a:avLst/>
              <a:gdLst>
                <a:gd name="T0" fmla="*/ 0 w 23"/>
                <a:gd name="T1" fmla="*/ 0 h 8"/>
                <a:gd name="T2" fmla="*/ 368 w 23"/>
                <a:gd name="T3" fmla="*/ 14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7" y="8"/>
                    <a:pt x="16" y="2"/>
                    <a:pt x="23" y="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66" name="Freeform 41">
              <a:extLst>
                <a:ext uri="{FF2B5EF4-FFF2-40B4-BE49-F238E27FC236}">
                  <a16:creationId xmlns:a16="http://schemas.microsoft.com/office/drawing/2014/main" id="{9A6C9106-7D48-4EAD-8321-4D396C735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555"/>
              <a:ext cx="18" cy="152"/>
            </a:xfrm>
            <a:custGeom>
              <a:avLst/>
              <a:gdLst>
                <a:gd name="T0" fmla="*/ 54 w 7"/>
                <a:gd name="T1" fmla="*/ 0 h 57"/>
                <a:gd name="T2" fmla="*/ 100 w 7"/>
                <a:gd name="T3" fmla="*/ 648 h 57"/>
                <a:gd name="T4" fmla="*/ 54 w 7"/>
                <a:gd name="T5" fmla="*/ 108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7">
                  <a:moveTo>
                    <a:pt x="3" y="0"/>
                  </a:moveTo>
                  <a:cubicBezTo>
                    <a:pt x="0" y="11"/>
                    <a:pt x="6" y="23"/>
                    <a:pt x="6" y="34"/>
                  </a:cubicBezTo>
                  <a:cubicBezTo>
                    <a:pt x="7" y="42"/>
                    <a:pt x="4" y="50"/>
                    <a:pt x="3" y="5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67" name="Freeform 42">
              <a:extLst>
                <a:ext uri="{FF2B5EF4-FFF2-40B4-BE49-F238E27FC236}">
                  <a16:creationId xmlns:a16="http://schemas.microsoft.com/office/drawing/2014/main" id="{361DE29F-8374-42EA-8938-E434A377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598"/>
              <a:ext cx="35" cy="61"/>
            </a:xfrm>
            <a:custGeom>
              <a:avLst/>
              <a:gdLst>
                <a:gd name="T0" fmla="*/ 220 w 14"/>
                <a:gd name="T1" fmla="*/ 0 h 23"/>
                <a:gd name="T2" fmla="*/ 0 w 14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14" y="0"/>
                  </a:moveTo>
                  <a:cubicBezTo>
                    <a:pt x="14" y="11"/>
                    <a:pt x="8" y="16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68" name="Freeform 43">
              <a:extLst>
                <a:ext uri="{FF2B5EF4-FFF2-40B4-BE49-F238E27FC236}">
                  <a16:creationId xmlns:a16="http://schemas.microsoft.com/office/drawing/2014/main" id="{A393C4B3-35EB-4460-9DE6-8D9B12B3F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521"/>
              <a:ext cx="47" cy="53"/>
            </a:xfrm>
            <a:custGeom>
              <a:avLst/>
              <a:gdLst>
                <a:gd name="T0" fmla="*/ 287 w 19"/>
                <a:gd name="T1" fmla="*/ 0 h 20"/>
                <a:gd name="T2" fmla="*/ 166 w 19"/>
                <a:gd name="T3" fmla="*/ 204 h 20"/>
                <a:gd name="T4" fmla="*/ 0 w 19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19" y="0"/>
                  </a:moveTo>
                  <a:cubicBezTo>
                    <a:pt x="18" y="4"/>
                    <a:pt x="15" y="8"/>
                    <a:pt x="11" y="11"/>
                  </a:cubicBezTo>
                  <a:cubicBezTo>
                    <a:pt x="7" y="14"/>
                    <a:pt x="1" y="15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69" name="Freeform 44">
              <a:extLst>
                <a:ext uri="{FF2B5EF4-FFF2-40B4-BE49-F238E27FC236}">
                  <a16:creationId xmlns:a16="http://schemas.microsoft.com/office/drawing/2014/main" id="{2B549648-9AB6-48FC-BE8B-35C971EA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147"/>
              <a:ext cx="180" cy="86"/>
            </a:xfrm>
            <a:custGeom>
              <a:avLst/>
              <a:gdLst>
                <a:gd name="T0" fmla="*/ 0 w 72"/>
                <a:gd name="T1" fmla="*/ 599 h 32"/>
                <a:gd name="T2" fmla="*/ 208 w 72"/>
                <a:gd name="T3" fmla="*/ 599 h 32"/>
                <a:gd name="T4" fmla="*/ 645 w 72"/>
                <a:gd name="T5" fmla="*/ 274 h 32"/>
                <a:gd name="T6" fmla="*/ 1125 w 72"/>
                <a:gd name="T7" fmla="*/ 2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32">
                  <a:moveTo>
                    <a:pt x="0" y="31"/>
                  </a:moveTo>
                  <a:cubicBezTo>
                    <a:pt x="1" y="30"/>
                    <a:pt x="10" y="32"/>
                    <a:pt x="13" y="31"/>
                  </a:cubicBezTo>
                  <a:cubicBezTo>
                    <a:pt x="25" y="29"/>
                    <a:pt x="32" y="20"/>
                    <a:pt x="41" y="14"/>
                  </a:cubicBezTo>
                  <a:cubicBezTo>
                    <a:pt x="48" y="8"/>
                    <a:pt x="62" y="0"/>
                    <a:pt x="72" y="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70" name="Freeform 45">
              <a:extLst>
                <a:ext uri="{FF2B5EF4-FFF2-40B4-BE49-F238E27FC236}">
                  <a16:creationId xmlns:a16="http://schemas.microsoft.com/office/drawing/2014/main" id="{C162E3D3-4585-491B-91FF-CFD85DAAA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193"/>
              <a:ext cx="102" cy="32"/>
            </a:xfrm>
            <a:custGeom>
              <a:avLst/>
              <a:gdLst>
                <a:gd name="T0" fmla="*/ 0 w 41"/>
                <a:gd name="T1" fmla="*/ 77 h 12"/>
                <a:gd name="T2" fmla="*/ 321 w 41"/>
                <a:gd name="T3" fmla="*/ 77 h 12"/>
                <a:gd name="T4" fmla="*/ 632 w 41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2">
                  <a:moveTo>
                    <a:pt x="0" y="4"/>
                  </a:moveTo>
                  <a:cubicBezTo>
                    <a:pt x="5" y="0"/>
                    <a:pt x="16" y="3"/>
                    <a:pt x="21" y="4"/>
                  </a:cubicBezTo>
                  <a:cubicBezTo>
                    <a:pt x="28" y="5"/>
                    <a:pt x="34" y="10"/>
                    <a:pt x="41" y="12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71" name="Freeform 46">
              <a:extLst>
                <a:ext uri="{FF2B5EF4-FFF2-40B4-BE49-F238E27FC236}">
                  <a16:creationId xmlns:a16="http://schemas.microsoft.com/office/drawing/2014/main" id="{BC974110-22F2-4DBD-BDA7-F47220DBD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046"/>
              <a:ext cx="100" cy="128"/>
            </a:xfrm>
            <a:custGeom>
              <a:avLst/>
              <a:gdLst>
                <a:gd name="T0" fmla="*/ 0 w 40"/>
                <a:gd name="T1" fmla="*/ 0 h 48"/>
                <a:gd name="T2" fmla="*/ 270 w 40"/>
                <a:gd name="T3" fmla="*/ 589 h 48"/>
                <a:gd name="T4" fmla="*/ 625 w 40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8">
                  <a:moveTo>
                    <a:pt x="0" y="0"/>
                  </a:moveTo>
                  <a:cubicBezTo>
                    <a:pt x="5" y="11"/>
                    <a:pt x="9" y="23"/>
                    <a:pt x="17" y="31"/>
                  </a:cubicBezTo>
                  <a:cubicBezTo>
                    <a:pt x="24" y="38"/>
                    <a:pt x="33" y="42"/>
                    <a:pt x="40" y="48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72" name="Freeform 47">
              <a:extLst>
                <a:ext uri="{FF2B5EF4-FFF2-40B4-BE49-F238E27FC236}">
                  <a16:creationId xmlns:a16="http://schemas.microsoft.com/office/drawing/2014/main" id="{8910287A-E2FC-4F36-AE12-793E0ED13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379"/>
              <a:ext cx="87" cy="163"/>
            </a:xfrm>
            <a:custGeom>
              <a:avLst/>
              <a:gdLst>
                <a:gd name="T0" fmla="*/ 524 w 35"/>
                <a:gd name="T1" fmla="*/ 0 h 61"/>
                <a:gd name="T2" fmla="*/ 216 w 35"/>
                <a:gd name="T3" fmla="*/ 550 h 61"/>
                <a:gd name="T4" fmla="*/ 0 w 35"/>
                <a:gd name="T5" fmla="*/ 116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1">
                  <a:moveTo>
                    <a:pt x="34" y="0"/>
                  </a:moveTo>
                  <a:cubicBezTo>
                    <a:pt x="35" y="14"/>
                    <a:pt x="22" y="20"/>
                    <a:pt x="14" y="29"/>
                  </a:cubicBezTo>
                  <a:cubicBezTo>
                    <a:pt x="6" y="38"/>
                    <a:pt x="3" y="50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73" name="Freeform 48">
              <a:extLst>
                <a:ext uri="{FF2B5EF4-FFF2-40B4-BE49-F238E27FC236}">
                  <a16:creationId xmlns:a16="http://schemas.microsoft.com/office/drawing/2014/main" id="{F924BD61-F892-4A55-AA5E-3881980AD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422"/>
              <a:ext cx="70" cy="232"/>
            </a:xfrm>
            <a:custGeom>
              <a:avLst/>
              <a:gdLst>
                <a:gd name="T0" fmla="*/ 438 w 28"/>
                <a:gd name="T1" fmla="*/ 0 h 87"/>
                <a:gd name="T2" fmla="*/ 395 w 28"/>
                <a:gd name="T3" fmla="*/ 149 h 87"/>
                <a:gd name="T4" fmla="*/ 395 w 28"/>
                <a:gd name="T5" fmla="*/ 435 h 87"/>
                <a:gd name="T6" fmla="*/ 333 w 28"/>
                <a:gd name="T7" fmla="*/ 1024 h 87"/>
                <a:gd name="T8" fmla="*/ 0 w 28"/>
                <a:gd name="T9" fmla="*/ 165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7">
                  <a:moveTo>
                    <a:pt x="28" y="0"/>
                  </a:moveTo>
                  <a:cubicBezTo>
                    <a:pt x="28" y="3"/>
                    <a:pt x="26" y="5"/>
                    <a:pt x="25" y="8"/>
                  </a:cubicBezTo>
                  <a:cubicBezTo>
                    <a:pt x="24" y="13"/>
                    <a:pt x="25" y="19"/>
                    <a:pt x="25" y="23"/>
                  </a:cubicBezTo>
                  <a:cubicBezTo>
                    <a:pt x="25" y="33"/>
                    <a:pt x="25" y="45"/>
                    <a:pt x="21" y="54"/>
                  </a:cubicBezTo>
                  <a:cubicBezTo>
                    <a:pt x="17" y="66"/>
                    <a:pt x="6" y="76"/>
                    <a:pt x="0" y="8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74" name="Freeform 49">
              <a:extLst>
                <a:ext uri="{FF2B5EF4-FFF2-40B4-BE49-F238E27FC236}">
                  <a16:creationId xmlns:a16="http://schemas.microsoft.com/office/drawing/2014/main" id="{CD2989F9-5904-4E9C-BD7B-061B3D695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582"/>
              <a:ext cx="95" cy="139"/>
            </a:xfrm>
            <a:custGeom>
              <a:avLst/>
              <a:gdLst>
                <a:gd name="T0" fmla="*/ 595 w 38"/>
                <a:gd name="T1" fmla="*/ 0 h 52"/>
                <a:gd name="T2" fmla="*/ 408 w 38"/>
                <a:gd name="T3" fmla="*/ 286 h 52"/>
                <a:gd name="T4" fmla="*/ 188 w 38"/>
                <a:gd name="T5" fmla="*/ 687 h 52"/>
                <a:gd name="T6" fmla="*/ 0 w 38"/>
                <a:gd name="T7" fmla="*/ 99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2">
                  <a:moveTo>
                    <a:pt x="38" y="0"/>
                  </a:moveTo>
                  <a:cubicBezTo>
                    <a:pt x="32" y="2"/>
                    <a:pt x="29" y="10"/>
                    <a:pt x="26" y="15"/>
                  </a:cubicBezTo>
                  <a:cubicBezTo>
                    <a:pt x="22" y="23"/>
                    <a:pt x="18" y="29"/>
                    <a:pt x="12" y="36"/>
                  </a:cubicBezTo>
                  <a:cubicBezTo>
                    <a:pt x="8" y="41"/>
                    <a:pt x="4" y="47"/>
                    <a:pt x="0" y="52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75" name="Freeform 50">
              <a:extLst>
                <a:ext uri="{FF2B5EF4-FFF2-40B4-BE49-F238E27FC236}">
                  <a16:creationId xmlns:a16="http://schemas.microsoft.com/office/drawing/2014/main" id="{EC93CB81-736C-4A08-AE26-820755851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19"/>
              <a:ext cx="25" cy="120"/>
            </a:xfrm>
            <a:custGeom>
              <a:avLst/>
              <a:gdLst>
                <a:gd name="T0" fmla="*/ 158 w 10"/>
                <a:gd name="T1" fmla="*/ 0 h 45"/>
                <a:gd name="T2" fmla="*/ 113 w 10"/>
                <a:gd name="T3" fmla="*/ 363 h 45"/>
                <a:gd name="T4" fmla="*/ 0 w 10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10" y="0"/>
                  </a:moveTo>
                  <a:cubicBezTo>
                    <a:pt x="8" y="5"/>
                    <a:pt x="8" y="14"/>
                    <a:pt x="7" y="19"/>
                  </a:cubicBezTo>
                  <a:cubicBezTo>
                    <a:pt x="6" y="29"/>
                    <a:pt x="4" y="36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76" name="Freeform 51">
              <a:extLst>
                <a:ext uri="{FF2B5EF4-FFF2-40B4-BE49-F238E27FC236}">
                  <a16:creationId xmlns:a16="http://schemas.microsoft.com/office/drawing/2014/main" id="{5F6DCB19-9FA6-428A-88F0-5BD34405A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558"/>
              <a:ext cx="27" cy="93"/>
            </a:xfrm>
            <a:custGeom>
              <a:avLst/>
              <a:gdLst>
                <a:gd name="T0" fmla="*/ 103 w 11"/>
                <a:gd name="T1" fmla="*/ 0 h 35"/>
                <a:gd name="T2" fmla="*/ 150 w 11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7" y="0"/>
                  </a:moveTo>
                  <a:cubicBezTo>
                    <a:pt x="0" y="12"/>
                    <a:pt x="11" y="23"/>
                    <a:pt x="10" y="35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77" name="Freeform 52">
              <a:extLst>
                <a:ext uri="{FF2B5EF4-FFF2-40B4-BE49-F238E27FC236}">
                  <a16:creationId xmlns:a16="http://schemas.microsoft.com/office/drawing/2014/main" id="{72247254-8345-4559-8923-D9A8E263F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334"/>
              <a:ext cx="125" cy="13"/>
            </a:xfrm>
            <a:custGeom>
              <a:avLst/>
              <a:gdLst>
                <a:gd name="T0" fmla="*/ 0 w 50"/>
                <a:gd name="T1" fmla="*/ 34 h 5"/>
                <a:gd name="T2" fmla="*/ 188 w 50"/>
                <a:gd name="T3" fmla="*/ 88 h 5"/>
                <a:gd name="T4" fmla="*/ 425 w 50"/>
                <a:gd name="T5" fmla="*/ 34 h 5"/>
                <a:gd name="T6" fmla="*/ 783 w 50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">
                  <a:moveTo>
                    <a:pt x="0" y="2"/>
                  </a:moveTo>
                  <a:cubicBezTo>
                    <a:pt x="4" y="2"/>
                    <a:pt x="7" y="5"/>
                    <a:pt x="12" y="5"/>
                  </a:cubicBezTo>
                  <a:cubicBezTo>
                    <a:pt x="17" y="5"/>
                    <a:pt x="22" y="2"/>
                    <a:pt x="27" y="2"/>
                  </a:cubicBezTo>
                  <a:cubicBezTo>
                    <a:pt x="35" y="1"/>
                    <a:pt x="43" y="0"/>
                    <a:pt x="50" y="5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78" name="Freeform 53">
              <a:extLst>
                <a:ext uri="{FF2B5EF4-FFF2-40B4-BE49-F238E27FC236}">
                  <a16:creationId xmlns:a16="http://schemas.microsoft.com/office/drawing/2014/main" id="{FF0488E7-7554-4A3F-952B-35DD081A1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406"/>
              <a:ext cx="53" cy="61"/>
            </a:xfrm>
            <a:custGeom>
              <a:avLst/>
              <a:gdLst>
                <a:gd name="T0" fmla="*/ 0 w 21"/>
                <a:gd name="T1" fmla="*/ 0 h 23"/>
                <a:gd name="T2" fmla="*/ 338 w 21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3">
                  <a:moveTo>
                    <a:pt x="0" y="0"/>
                  </a:moveTo>
                  <a:cubicBezTo>
                    <a:pt x="11" y="5"/>
                    <a:pt x="12" y="17"/>
                    <a:pt x="21" y="23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79" name="Freeform 54">
              <a:extLst>
                <a:ext uri="{FF2B5EF4-FFF2-40B4-BE49-F238E27FC236}">
                  <a16:creationId xmlns:a16="http://schemas.microsoft.com/office/drawing/2014/main" id="{D4A9F4DB-EE06-41A6-8145-F3A9D2535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470"/>
              <a:ext cx="75" cy="72"/>
            </a:xfrm>
            <a:custGeom>
              <a:avLst/>
              <a:gdLst>
                <a:gd name="T0" fmla="*/ 0 w 30"/>
                <a:gd name="T1" fmla="*/ 0 h 27"/>
                <a:gd name="T2" fmla="*/ 470 w 30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0" y="0"/>
                  </a:moveTo>
                  <a:cubicBezTo>
                    <a:pt x="10" y="8"/>
                    <a:pt x="24" y="15"/>
                    <a:pt x="30" y="2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80" name="Freeform 55">
              <a:extLst>
                <a:ext uri="{FF2B5EF4-FFF2-40B4-BE49-F238E27FC236}">
                  <a16:creationId xmlns:a16="http://schemas.microsoft.com/office/drawing/2014/main" id="{CF30F0C6-E898-42A3-9816-7EE47F0D3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494"/>
              <a:ext cx="15" cy="72"/>
            </a:xfrm>
            <a:custGeom>
              <a:avLst/>
              <a:gdLst>
                <a:gd name="T0" fmla="*/ 33 w 6"/>
                <a:gd name="T1" fmla="*/ 0 h 27"/>
                <a:gd name="T2" fmla="*/ 83 w 6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2" y="0"/>
                  </a:moveTo>
                  <a:cubicBezTo>
                    <a:pt x="6" y="6"/>
                    <a:pt x="0" y="19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81" name="Freeform 56">
              <a:extLst>
                <a:ext uri="{FF2B5EF4-FFF2-40B4-BE49-F238E27FC236}">
                  <a16:creationId xmlns:a16="http://schemas.microsoft.com/office/drawing/2014/main" id="{2BFC04C7-E9EC-4681-95D8-9AFA829FF4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9" y="694"/>
              <a:ext cx="1183" cy="1131"/>
            </a:xfrm>
            <a:custGeom>
              <a:avLst/>
              <a:gdLst>
                <a:gd name="T0" fmla="*/ 7151 w 473"/>
                <a:gd name="T1" fmla="*/ 2982 h 424"/>
                <a:gd name="T2" fmla="*/ 5660 w 473"/>
                <a:gd name="T3" fmla="*/ 1160 h 424"/>
                <a:gd name="T4" fmla="*/ 3709 w 473"/>
                <a:gd name="T5" fmla="*/ 968 h 424"/>
                <a:gd name="T6" fmla="*/ 3692 w 473"/>
                <a:gd name="T7" fmla="*/ 968 h 424"/>
                <a:gd name="T8" fmla="*/ 1738 w 473"/>
                <a:gd name="T9" fmla="*/ 1160 h 424"/>
                <a:gd name="T10" fmla="*/ 250 w 473"/>
                <a:gd name="T11" fmla="*/ 2982 h 424"/>
                <a:gd name="T12" fmla="*/ 1095 w 473"/>
                <a:gd name="T13" fmla="*/ 6431 h 424"/>
                <a:gd name="T14" fmla="*/ 2146 w 473"/>
                <a:gd name="T15" fmla="*/ 7135 h 424"/>
                <a:gd name="T16" fmla="*/ 3629 w 473"/>
                <a:gd name="T17" fmla="*/ 6831 h 424"/>
                <a:gd name="T18" fmla="*/ 3629 w 473"/>
                <a:gd name="T19" fmla="*/ 4895 h 424"/>
                <a:gd name="T20" fmla="*/ 3784 w 473"/>
                <a:gd name="T21" fmla="*/ 4895 h 424"/>
                <a:gd name="T22" fmla="*/ 3772 w 473"/>
                <a:gd name="T23" fmla="*/ 6831 h 424"/>
                <a:gd name="T24" fmla="*/ 5255 w 473"/>
                <a:gd name="T25" fmla="*/ 7135 h 424"/>
                <a:gd name="T26" fmla="*/ 6305 w 473"/>
                <a:gd name="T27" fmla="*/ 6431 h 424"/>
                <a:gd name="T28" fmla="*/ 7151 w 473"/>
                <a:gd name="T29" fmla="*/ 2982 h 424"/>
                <a:gd name="T30" fmla="*/ 3772 w 473"/>
                <a:gd name="T31" fmla="*/ 4460 h 424"/>
                <a:gd name="T32" fmla="*/ 3554 w 473"/>
                <a:gd name="T33" fmla="*/ 4348 h 424"/>
                <a:gd name="T34" fmla="*/ 3772 w 473"/>
                <a:gd name="T35" fmla="*/ 4212 h 424"/>
                <a:gd name="T36" fmla="*/ 3972 w 473"/>
                <a:gd name="T37" fmla="*/ 4348 h 424"/>
                <a:gd name="T38" fmla="*/ 3772 w 473"/>
                <a:gd name="T39" fmla="*/ 4460 h 4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73" h="424">
                  <a:moveTo>
                    <a:pt x="457" y="157"/>
                  </a:moveTo>
                  <a:cubicBezTo>
                    <a:pt x="442" y="107"/>
                    <a:pt x="433" y="122"/>
                    <a:pt x="362" y="61"/>
                  </a:cubicBezTo>
                  <a:cubicBezTo>
                    <a:pt x="292" y="0"/>
                    <a:pt x="237" y="51"/>
                    <a:pt x="237" y="5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6" y="51"/>
                    <a:pt x="181" y="0"/>
                    <a:pt x="111" y="61"/>
                  </a:cubicBezTo>
                  <a:cubicBezTo>
                    <a:pt x="40" y="122"/>
                    <a:pt x="31" y="107"/>
                    <a:pt x="16" y="157"/>
                  </a:cubicBezTo>
                  <a:cubicBezTo>
                    <a:pt x="1" y="206"/>
                    <a:pt x="0" y="308"/>
                    <a:pt x="70" y="339"/>
                  </a:cubicBezTo>
                  <a:cubicBezTo>
                    <a:pt x="89" y="347"/>
                    <a:pt x="122" y="362"/>
                    <a:pt x="137" y="376"/>
                  </a:cubicBezTo>
                  <a:cubicBezTo>
                    <a:pt x="152" y="389"/>
                    <a:pt x="229" y="424"/>
                    <a:pt x="232" y="360"/>
                  </a:cubicBezTo>
                  <a:cubicBezTo>
                    <a:pt x="236" y="296"/>
                    <a:pt x="224" y="267"/>
                    <a:pt x="232" y="258"/>
                  </a:cubicBezTo>
                  <a:cubicBezTo>
                    <a:pt x="242" y="258"/>
                    <a:pt x="242" y="258"/>
                    <a:pt x="242" y="258"/>
                  </a:cubicBezTo>
                  <a:cubicBezTo>
                    <a:pt x="249" y="267"/>
                    <a:pt x="238" y="296"/>
                    <a:pt x="241" y="360"/>
                  </a:cubicBezTo>
                  <a:cubicBezTo>
                    <a:pt x="244" y="424"/>
                    <a:pt x="321" y="389"/>
                    <a:pt x="336" y="376"/>
                  </a:cubicBezTo>
                  <a:cubicBezTo>
                    <a:pt x="351" y="362"/>
                    <a:pt x="384" y="347"/>
                    <a:pt x="403" y="339"/>
                  </a:cubicBezTo>
                  <a:cubicBezTo>
                    <a:pt x="473" y="308"/>
                    <a:pt x="472" y="206"/>
                    <a:pt x="457" y="157"/>
                  </a:cubicBezTo>
                  <a:close/>
                  <a:moveTo>
                    <a:pt x="241" y="235"/>
                  </a:moveTo>
                  <a:cubicBezTo>
                    <a:pt x="233" y="235"/>
                    <a:pt x="227" y="232"/>
                    <a:pt x="227" y="229"/>
                  </a:cubicBezTo>
                  <a:cubicBezTo>
                    <a:pt x="227" y="225"/>
                    <a:pt x="233" y="222"/>
                    <a:pt x="241" y="222"/>
                  </a:cubicBezTo>
                  <a:cubicBezTo>
                    <a:pt x="248" y="222"/>
                    <a:pt x="254" y="225"/>
                    <a:pt x="254" y="229"/>
                  </a:cubicBezTo>
                  <a:cubicBezTo>
                    <a:pt x="254" y="232"/>
                    <a:pt x="248" y="235"/>
                    <a:pt x="241" y="235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635" name="Spinal-cord-cross-section-diagram">
            <a:extLst>
              <a:ext uri="{FF2B5EF4-FFF2-40B4-BE49-F238E27FC236}">
                <a16:creationId xmlns:a16="http://schemas.microsoft.com/office/drawing/2014/main" id="{6ABCC377-74C2-4A51-9C41-5DBA2F1B790A}"/>
              </a:ext>
            </a:extLst>
          </p:cNvPr>
          <p:cNvGrpSpPr>
            <a:grpSpLocks/>
          </p:cNvGrpSpPr>
          <p:nvPr/>
        </p:nvGrpSpPr>
        <p:grpSpPr bwMode="auto">
          <a:xfrm>
            <a:off x="6100763" y="2878138"/>
            <a:ext cx="2403475" cy="1762125"/>
            <a:chOff x="2883" y="1813"/>
            <a:chExt cx="1514" cy="1110"/>
          </a:xfrm>
        </p:grpSpPr>
        <p:sp>
          <p:nvSpPr>
            <p:cNvPr id="69986" name="Freeform 58">
              <a:extLst>
                <a:ext uri="{FF2B5EF4-FFF2-40B4-BE49-F238E27FC236}">
                  <a16:creationId xmlns:a16="http://schemas.microsoft.com/office/drawing/2014/main" id="{9EB5442B-B0D6-43FE-9E6D-9C49BEE537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3" y="1813"/>
              <a:ext cx="1514" cy="1110"/>
            </a:xfrm>
            <a:custGeom>
              <a:avLst/>
              <a:gdLst>
                <a:gd name="T0" fmla="*/ 8073 w 605"/>
                <a:gd name="T1" fmla="*/ 1788 h 416"/>
                <a:gd name="T2" fmla="*/ 7290 w 605"/>
                <a:gd name="T3" fmla="*/ 1003 h 416"/>
                <a:gd name="T4" fmla="*/ 6381 w 605"/>
                <a:gd name="T5" fmla="*/ 264 h 416"/>
                <a:gd name="T6" fmla="*/ 5561 w 605"/>
                <a:gd name="T7" fmla="*/ 35 h 416"/>
                <a:gd name="T8" fmla="*/ 4747 w 605"/>
                <a:gd name="T9" fmla="*/ 419 h 416"/>
                <a:gd name="T10" fmla="*/ 4715 w 605"/>
                <a:gd name="T11" fmla="*/ 419 h 416"/>
                <a:gd name="T12" fmla="*/ 3901 w 605"/>
                <a:gd name="T13" fmla="*/ 35 h 416"/>
                <a:gd name="T14" fmla="*/ 3101 w 605"/>
                <a:gd name="T15" fmla="*/ 264 h 416"/>
                <a:gd name="T16" fmla="*/ 2180 w 605"/>
                <a:gd name="T17" fmla="*/ 1003 h 416"/>
                <a:gd name="T18" fmla="*/ 1409 w 605"/>
                <a:gd name="T19" fmla="*/ 1788 h 416"/>
                <a:gd name="T20" fmla="*/ 1096 w 605"/>
                <a:gd name="T21" fmla="*/ 6137 h 416"/>
                <a:gd name="T22" fmla="*/ 3901 w 605"/>
                <a:gd name="T23" fmla="*/ 7733 h 416"/>
                <a:gd name="T24" fmla="*/ 4590 w 605"/>
                <a:gd name="T25" fmla="*/ 6137 h 416"/>
                <a:gd name="T26" fmla="*/ 4652 w 605"/>
                <a:gd name="T27" fmla="*/ 4784 h 416"/>
                <a:gd name="T28" fmla="*/ 4827 w 605"/>
                <a:gd name="T29" fmla="*/ 4784 h 416"/>
                <a:gd name="T30" fmla="*/ 4890 w 605"/>
                <a:gd name="T31" fmla="*/ 6137 h 416"/>
                <a:gd name="T32" fmla="*/ 5561 w 605"/>
                <a:gd name="T33" fmla="*/ 7733 h 416"/>
                <a:gd name="T34" fmla="*/ 8366 w 605"/>
                <a:gd name="T35" fmla="*/ 6137 h 416"/>
                <a:gd name="T36" fmla="*/ 8073 w 605"/>
                <a:gd name="T37" fmla="*/ 1788 h 416"/>
                <a:gd name="T38" fmla="*/ 4747 w 605"/>
                <a:gd name="T39" fmla="*/ 4371 h 416"/>
                <a:gd name="T40" fmla="*/ 4497 w 605"/>
                <a:gd name="T41" fmla="*/ 4237 h 416"/>
                <a:gd name="T42" fmla="*/ 4747 w 605"/>
                <a:gd name="T43" fmla="*/ 4101 h 416"/>
                <a:gd name="T44" fmla="*/ 4997 w 605"/>
                <a:gd name="T45" fmla="*/ 4237 h 416"/>
                <a:gd name="T46" fmla="*/ 4747 w 605"/>
                <a:gd name="T47" fmla="*/ 4371 h 41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5" h="416">
                  <a:moveTo>
                    <a:pt x="515" y="94"/>
                  </a:moveTo>
                  <a:cubicBezTo>
                    <a:pt x="494" y="63"/>
                    <a:pt x="485" y="74"/>
                    <a:pt x="465" y="53"/>
                  </a:cubicBezTo>
                  <a:cubicBezTo>
                    <a:pt x="445" y="32"/>
                    <a:pt x="428" y="13"/>
                    <a:pt x="407" y="14"/>
                  </a:cubicBezTo>
                  <a:cubicBezTo>
                    <a:pt x="385" y="16"/>
                    <a:pt x="375" y="0"/>
                    <a:pt x="355" y="2"/>
                  </a:cubicBezTo>
                  <a:cubicBezTo>
                    <a:pt x="307" y="5"/>
                    <a:pt x="303" y="22"/>
                    <a:pt x="303" y="22"/>
                  </a:cubicBezTo>
                  <a:cubicBezTo>
                    <a:pt x="301" y="22"/>
                    <a:pt x="301" y="22"/>
                    <a:pt x="301" y="22"/>
                  </a:cubicBezTo>
                  <a:cubicBezTo>
                    <a:pt x="301" y="22"/>
                    <a:pt x="297" y="5"/>
                    <a:pt x="249" y="2"/>
                  </a:cubicBezTo>
                  <a:cubicBezTo>
                    <a:pt x="230" y="0"/>
                    <a:pt x="220" y="16"/>
                    <a:pt x="198" y="14"/>
                  </a:cubicBezTo>
                  <a:cubicBezTo>
                    <a:pt x="176" y="13"/>
                    <a:pt x="160" y="32"/>
                    <a:pt x="139" y="53"/>
                  </a:cubicBezTo>
                  <a:cubicBezTo>
                    <a:pt x="119" y="74"/>
                    <a:pt x="111" y="63"/>
                    <a:pt x="90" y="94"/>
                  </a:cubicBezTo>
                  <a:cubicBezTo>
                    <a:pt x="68" y="126"/>
                    <a:pt x="0" y="231"/>
                    <a:pt x="70" y="323"/>
                  </a:cubicBezTo>
                  <a:cubicBezTo>
                    <a:pt x="140" y="416"/>
                    <a:pt x="188" y="411"/>
                    <a:pt x="249" y="407"/>
                  </a:cubicBezTo>
                  <a:cubicBezTo>
                    <a:pt x="310" y="402"/>
                    <a:pt x="294" y="362"/>
                    <a:pt x="293" y="323"/>
                  </a:cubicBezTo>
                  <a:cubicBezTo>
                    <a:pt x="292" y="284"/>
                    <a:pt x="287" y="257"/>
                    <a:pt x="297" y="252"/>
                  </a:cubicBezTo>
                  <a:cubicBezTo>
                    <a:pt x="308" y="252"/>
                    <a:pt x="308" y="252"/>
                    <a:pt x="308" y="252"/>
                  </a:cubicBezTo>
                  <a:cubicBezTo>
                    <a:pt x="318" y="257"/>
                    <a:pt x="312" y="284"/>
                    <a:pt x="312" y="323"/>
                  </a:cubicBezTo>
                  <a:cubicBezTo>
                    <a:pt x="311" y="362"/>
                    <a:pt x="294" y="402"/>
                    <a:pt x="355" y="407"/>
                  </a:cubicBezTo>
                  <a:cubicBezTo>
                    <a:pt x="416" y="411"/>
                    <a:pt x="464" y="416"/>
                    <a:pt x="534" y="323"/>
                  </a:cubicBezTo>
                  <a:cubicBezTo>
                    <a:pt x="605" y="231"/>
                    <a:pt x="536" y="126"/>
                    <a:pt x="515" y="94"/>
                  </a:cubicBezTo>
                  <a:close/>
                  <a:moveTo>
                    <a:pt x="303" y="230"/>
                  </a:moveTo>
                  <a:cubicBezTo>
                    <a:pt x="294" y="230"/>
                    <a:pt x="287" y="227"/>
                    <a:pt x="287" y="223"/>
                  </a:cubicBezTo>
                  <a:cubicBezTo>
                    <a:pt x="287" y="219"/>
                    <a:pt x="294" y="216"/>
                    <a:pt x="303" y="216"/>
                  </a:cubicBezTo>
                  <a:cubicBezTo>
                    <a:pt x="312" y="216"/>
                    <a:pt x="319" y="219"/>
                    <a:pt x="319" y="223"/>
                  </a:cubicBezTo>
                  <a:cubicBezTo>
                    <a:pt x="319" y="227"/>
                    <a:pt x="312" y="230"/>
                    <a:pt x="303" y="230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87" name="Freeform 59">
              <a:extLst>
                <a:ext uri="{FF2B5EF4-FFF2-40B4-BE49-F238E27FC236}">
                  <a16:creationId xmlns:a16="http://schemas.microsoft.com/office/drawing/2014/main" id="{AB1E51F4-C7CB-4D35-AAE8-57D9466C54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4" y="1939"/>
              <a:ext cx="1168" cy="869"/>
            </a:xfrm>
            <a:custGeom>
              <a:avLst/>
              <a:gdLst>
                <a:gd name="T0" fmla="*/ 6538 w 467"/>
                <a:gd name="T1" fmla="*/ 3220 h 326"/>
                <a:gd name="T2" fmla="*/ 6338 w 467"/>
                <a:gd name="T3" fmla="*/ 1535 h 326"/>
                <a:gd name="T4" fmla="*/ 6380 w 467"/>
                <a:gd name="T5" fmla="*/ 376 h 326"/>
                <a:gd name="T6" fmla="*/ 5410 w 467"/>
                <a:gd name="T7" fmla="*/ 605 h 326"/>
                <a:gd name="T8" fmla="*/ 4584 w 467"/>
                <a:gd name="T9" fmla="*/ 1933 h 326"/>
                <a:gd name="T10" fmla="*/ 3847 w 467"/>
                <a:gd name="T11" fmla="*/ 3105 h 326"/>
                <a:gd name="T12" fmla="*/ 3459 w 467"/>
                <a:gd name="T13" fmla="*/ 3105 h 326"/>
                <a:gd name="T14" fmla="*/ 2709 w 467"/>
                <a:gd name="T15" fmla="*/ 1933 h 326"/>
                <a:gd name="T16" fmla="*/ 1896 w 467"/>
                <a:gd name="T17" fmla="*/ 605 h 326"/>
                <a:gd name="T18" fmla="*/ 908 w 467"/>
                <a:gd name="T19" fmla="*/ 376 h 326"/>
                <a:gd name="T20" fmla="*/ 970 w 467"/>
                <a:gd name="T21" fmla="*/ 1535 h 326"/>
                <a:gd name="T22" fmla="*/ 750 w 467"/>
                <a:gd name="T23" fmla="*/ 3220 h 326"/>
                <a:gd name="T24" fmla="*/ 613 w 467"/>
                <a:gd name="T25" fmla="*/ 4718 h 326"/>
                <a:gd name="T26" fmla="*/ 1896 w 467"/>
                <a:gd name="T27" fmla="*/ 5627 h 326"/>
                <a:gd name="T28" fmla="*/ 2346 w 467"/>
                <a:gd name="T29" fmla="*/ 5585 h 326"/>
                <a:gd name="T30" fmla="*/ 2784 w 467"/>
                <a:gd name="T31" fmla="*/ 4321 h 326"/>
                <a:gd name="T32" fmla="*/ 3346 w 467"/>
                <a:gd name="T33" fmla="*/ 3559 h 326"/>
                <a:gd name="T34" fmla="*/ 3942 w 467"/>
                <a:gd name="T35" fmla="*/ 3559 h 326"/>
                <a:gd name="T36" fmla="*/ 4522 w 467"/>
                <a:gd name="T37" fmla="*/ 4321 h 326"/>
                <a:gd name="T38" fmla="*/ 4960 w 467"/>
                <a:gd name="T39" fmla="*/ 5585 h 326"/>
                <a:gd name="T40" fmla="*/ 5397 w 467"/>
                <a:gd name="T41" fmla="*/ 5627 h 326"/>
                <a:gd name="T42" fmla="*/ 6693 w 467"/>
                <a:gd name="T43" fmla="*/ 4718 h 326"/>
                <a:gd name="T44" fmla="*/ 6538 w 467"/>
                <a:gd name="T45" fmla="*/ 3220 h 326"/>
                <a:gd name="T46" fmla="*/ 3679 w 467"/>
                <a:gd name="T47" fmla="*/ 3468 h 326"/>
                <a:gd name="T48" fmla="*/ 3429 w 467"/>
                <a:gd name="T49" fmla="*/ 3332 h 326"/>
                <a:gd name="T50" fmla="*/ 3679 w 467"/>
                <a:gd name="T51" fmla="*/ 3199 h 326"/>
                <a:gd name="T52" fmla="*/ 3929 w 467"/>
                <a:gd name="T53" fmla="*/ 3332 h 326"/>
                <a:gd name="T54" fmla="*/ 3679 w 467"/>
                <a:gd name="T55" fmla="*/ 3468 h 32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7" h="326">
                  <a:moveTo>
                    <a:pt x="418" y="170"/>
                  </a:moveTo>
                  <a:cubicBezTo>
                    <a:pt x="387" y="150"/>
                    <a:pt x="380" y="124"/>
                    <a:pt x="405" y="81"/>
                  </a:cubicBezTo>
                  <a:cubicBezTo>
                    <a:pt x="429" y="39"/>
                    <a:pt x="408" y="20"/>
                    <a:pt x="408" y="20"/>
                  </a:cubicBezTo>
                  <a:cubicBezTo>
                    <a:pt x="408" y="20"/>
                    <a:pt x="365" y="0"/>
                    <a:pt x="346" y="32"/>
                  </a:cubicBezTo>
                  <a:cubicBezTo>
                    <a:pt x="327" y="64"/>
                    <a:pt x="286" y="49"/>
                    <a:pt x="293" y="102"/>
                  </a:cubicBezTo>
                  <a:cubicBezTo>
                    <a:pt x="301" y="155"/>
                    <a:pt x="288" y="168"/>
                    <a:pt x="246" y="164"/>
                  </a:cubicBezTo>
                  <a:cubicBezTo>
                    <a:pt x="221" y="164"/>
                    <a:pt x="221" y="164"/>
                    <a:pt x="221" y="164"/>
                  </a:cubicBezTo>
                  <a:cubicBezTo>
                    <a:pt x="179" y="168"/>
                    <a:pt x="166" y="155"/>
                    <a:pt x="173" y="102"/>
                  </a:cubicBezTo>
                  <a:cubicBezTo>
                    <a:pt x="180" y="49"/>
                    <a:pt x="140" y="64"/>
                    <a:pt x="121" y="32"/>
                  </a:cubicBezTo>
                  <a:cubicBezTo>
                    <a:pt x="101" y="0"/>
                    <a:pt x="58" y="20"/>
                    <a:pt x="58" y="20"/>
                  </a:cubicBezTo>
                  <a:cubicBezTo>
                    <a:pt x="58" y="20"/>
                    <a:pt x="38" y="39"/>
                    <a:pt x="62" y="81"/>
                  </a:cubicBezTo>
                  <a:cubicBezTo>
                    <a:pt x="86" y="124"/>
                    <a:pt x="80" y="150"/>
                    <a:pt x="48" y="170"/>
                  </a:cubicBezTo>
                  <a:cubicBezTo>
                    <a:pt x="17" y="190"/>
                    <a:pt x="0" y="213"/>
                    <a:pt x="39" y="249"/>
                  </a:cubicBezTo>
                  <a:cubicBezTo>
                    <a:pt x="78" y="286"/>
                    <a:pt x="59" y="326"/>
                    <a:pt x="121" y="297"/>
                  </a:cubicBezTo>
                  <a:cubicBezTo>
                    <a:pt x="130" y="293"/>
                    <a:pt x="134" y="286"/>
                    <a:pt x="150" y="295"/>
                  </a:cubicBezTo>
                  <a:cubicBezTo>
                    <a:pt x="165" y="303"/>
                    <a:pt x="210" y="278"/>
                    <a:pt x="178" y="228"/>
                  </a:cubicBezTo>
                  <a:cubicBezTo>
                    <a:pt x="146" y="179"/>
                    <a:pt x="183" y="190"/>
                    <a:pt x="214" y="188"/>
                  </a:cubicBezTo>
                  <a:cubicBezTo>
                    <a:pt x="252" y="188"/>
                    <a:pt x="252" y="188"/>
                    <a:pt x="252" y="188"/>
                  </a:cubicBezTo>
                  <a:cubicBezTo>
                    <a:pt x="283" y="190"/>
                    <a:pt x="321" y="179"/>
                    <a:pt x="289" y="228"/>
                  </a:cubicBezTo>
                  <a:cubicBezTo>
                    <a:pt x="257" y="278"/>
                    <a:pt x="301" y="303"/>
                    <a:pt x="317" y="295"/>
                  </a:cubicBezTo>
                  <a:cubicBezTo>
                    <a:pt x="333" y="286"/>
                    <a:pt x="336" y="293"/>
                    <a:pt x="345" y="297"/>
                  </a:cubicBezTo>
                  <a:cubicBezTo>
                    <a:pt x="407" y="326"/>
                    <a:pt x="388" y="286"/>
                    <a:pt x="428" y="249"/>
                  </a:cubicBezTo>
                  <a:cubicBezTo>
                    <a:pt x="467" y="213"/>
                    <a:pt x="450" y="190"/>
                    <a:pt x="418" y="170"/>
                  </a:cubicBezTo>
                  <a:close/>
                  <a:moveTo>
                    <a:pt x="235" y="183"/>
                  </a:moveTo>
                  <a:cubicBezTo>
                    <a:pt x="226" y="183"/>
                    <a:pt x="219" y="180"/>
                    <a:pt x="219" y="176"/>
                  </a:cubicBezTo>
                  <a:cubicBezTo>
                    <a:pt x="219" y="172"/>
                    <a:pt x="226" y="169"/>
                    <a:pt x="235" y="169"/>
                  </a:cubicBezTo>
                  <a:cubicBezTo>
                    <a:pt x="244" y="169"/>
                    <a:pt x="251" y="172"/>
                    <a:pt x="251" y="176"/>
                  </a:cubicBezTo>
                  <a:cubicBezTo>
                    <a:pt x="251" y="180"/>
                    <a:pt x="244" y="183"/>
                    <a:pt x="235" y="183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88" name="Freeform 60">
              <a:extLst>
                <a:ext uri="{FF2B5EF4-FFF2-40B4-BE49-F238E27FC236}">
                  <a16:creationId xmlns:a16="http://schemas.microsoft.com/office/drawing/2014/main" id="{A296C354-F9BD-420D-BFC8-FF48F7DB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939"/>
              <a:ext cx="1168" cy="869"/>
            </a:xfrm>
            <a:custGeom>
              <a:avLst/>
              <a:gdLst>
                <a:gd name="T0" fmla="*/ 6538 w 467"/>
                <a:gd name="T1" fmla="*/ 3220 h 326"/>
                <a:gd name="T2" fmla="*/ 6338 w 467"/>
                <a:gd name="T3" fmla="*/ 1535 h 326"/>
                <a:gd name="T4" fmla="*/ 6380 w 467"/>
                <a:gd name="T5" fmla="*/ 376 h 326"/>
                <a:gd name="T6" fmla="*/ 5410 w 467"/>
                <a:gd name="T7" fmla="*/ 605 h 326"/>
                <a:gd name="T8" fmla="*/ 4584 w 467"/>
                <a:gd name="T9" fmla="*/ 1933 h 326"/>
                <a:gd name="T10" fmla="*/ 3847 w 467"/>
                <a:gd name="T11" fmla="*/ 3105 h 326"/>
                <a:gd name="T12" fmla="*/ 3459 w 467"/>
                <a:gd name="T13" fmla="*/ 3105 h 326"/>
                <a:gd name="T14" fmla="*/ 2709 w 467"/>
                <a:gd name="T15" fmla="*/ 1933 h 326"/>
                <a:gd name="T16" fmla="*/ 1896 w 467"/>
                <a:gd name="T17" fmla="*/ 605 h 326"/>
                <a:gd name="T18" fmla="*/ 908 w 467"/>
                <a:gd name="T19" fmla="*/ 376 h 326"/>
                <a:gd name="T20" fmla="*/ 970 w 467"/>
                <a:gd name="T21" fmla="*/ 1535 h 326"/>
                <a:gd name="T22" fmla="*/ 750 w 467"/>
                <a:gd name="T23" fmla="*/ 3220 h 326"/>
                <a:gd name="T24" fmla="*/ 613 w 467"/>
                <a:gd name="T25" fmla="*/ 4718 h 326"/>
                <a:gd name="T26" fmla="*/ 1896 w 467"/>
                <a:gd name="T27" fmla="*/ 5627 h 326"/>
                <a:gd name="T28" fmla="*/ 2346 w 467"/>
                <a:gd name="T29" fmla="*/ 5585 h 326"/>
                <a:gd name="T30" fmla="*/ 2784 w 467"/>
                <a:gd name="T31" fmla="*/ 4321 h 326"/>
                <a:gd name="T32" fmla="*/ 3346 w 467"/>
                <a:gd name="T33" fmla="*/ 3559 h 326"/>
                <a:gd name="T34" fmla="*/ 3942 w 467"/>
                <a:gd name="T35" fmla="*/ 3559 h 326"/>
                <a:gd name="T36" fmla="*/ 4522 w 467"/>
                <a:gd name="T37" fmla="*/ 4321 h 326"/>
                <a:gd name="T38" fmla="*/ 4960 w 467"/>
                <a:gd name="T39" fmla="*/ 5585 h 326"/>
                <a:gd name="T40" fmla="*/ 5397 w 467"/>
                <a:gd name="T41" fmla="*/ 5627 h 326"/>
                <a:gd name="T42" fmla="*/ 6680 w 467"/>
                <a:gd name="T43" fmla="*/ 4718 h 326"/>
                <a:gd name="T44" fmla="*/ 6538 w 467"/>
                <a:gd name="T45" fmla="*/ 3220 h 3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67" h="326">
                  <a:moveTo>
                    <a:pt x="418" y="170"/>
                  </a:moveTo>
                  <a:cubicBezTo>
                    <a:pt x="387" y="150"/>
                    <a:pt x="380" y="124"/>
                    <a:pt x="405" y="81"/>
                  </a:cubicBezTo>
                  <a:cubicBezTo>
                    <a:pt x="429" y="39"/>
                    <a:pt x="408" y="20"/>
                    <a:pt x="408" y="20"/>
                  </a:cubicBezTo>
                  <a:cubicBezTo>
                    <a:pt x="408" y="20"/>
                    <a:pt x="365" y="0"/>
                    <a:pt x="346" y="32"/>
                  </a:cubicBezTo>
                  <a:cubicBezTo>
                    <a:pt x="327" y="64"/>
                    <a:pt x="286" y="49"/>
                    <a:pt x="293" y="102"/>
                  </a:cubicBezTo>
                  <a:cubicBezTo>
                    <a:pt x="301" y="155"/>
                    <a:pt x="288" y="168"/>
                    <a:pt x="246" y="164"/>
                  </a:cubicBezTo>
                  <a:cubicBezTo>
                    <a:pt x="221" y="164"/>
                    <a:pt x="221" y="164"/>
                    <a:pt x="221" y="164"/>
                  </a:cubicBezTo>
                  <a:cubicBezTo>
                    <a:pt x="179" y="168"/>
                    <a:pt x="166" y="155"/>
                    <a:pt x="173" y="102"/>
                  </a:cubicBezTo>
                  <a:cubicBezTo>
                    <a:pt x="180" y="49"/>
                    <a:pt x="140" y="64"/>
                    <a:pt x="121" y="32"/>
                  </a:cubicBezTo>
                  <a:cubicBezTo>
                    <a:pt x="101" y="0"/>
                    <a:pt x="58" y="20"/>
                    <a:pt x="58" y="20"/>
                  </a:cubicBezTo>
                  <a:cubicBezTo>
                    <a:pt x="58" y="20"/>
                    <a:pt x="38" y="39"/>
                    <a:pt x="62" y="81"/>
                  </a:cubicBezTo>
                  <a:cubicBezTo>
                    <a:pt x="86" y="124"/>
                    <a:pt x="80" y="150"/>
                    <a:pt x="48" y="170"/>
                  </a:cubicBezTo>
                  <a:cubicBezTo>
                    <a:pt x="17" y="190"/>
                    <a:pt x="0" y="213"/>
                    <a:pt x="39" y="249"/>
                  </a:cubicBezTo>
                  <a:cubicBezTo>
                    <a:pt x="78" y="286"/>
                    <a:pt x="59" y="326"/>
                    <a:pt x="121" y="297"/>
                  </a:cubicBezTo>
                  <a:cubicBezTo>
                    <a:pt x="130" y="293"/>
                    <a:pt x="134" y="286"/>
                    <a:pt x="150" y="295"/>
                  </a:cubicBezTo>
                  <a:cubicBezTo>
                    <a:pt x="165" y="303"/>
                    <a:pt x="210" y="278"/>
                    <a:pt x="178" y="228"/>
                  </a:cubicBezTo>
                  <a:cubicBezTo>
                    <a:pt x="146" y="179"/>
                    <a:pt x="183" y="190"/>
                    <a:pt x="214" y="188"/>
                  </a:cubicBezTo>
                  <a:cubicBezTo>
                    <a:pt x="252" y="188"/>
                    <a:pt x="252" y="188"/>
                    <a:pt x="252" y="188"/>
                  </a:cubicBezTo>
                  <a:cubicBezTo>
                    <a:pt x="283" y="190"/>
                    <a:pt x="321" y="179"/>
                    <a:pt x="289" y="228"/>
                  </a:cubicBezTo>
                  <a:cubicBezTo>
                    <a:pt x="257" y="278"/>
                    <a:pt x="301" y="303"/>
                    <a:pt x="317" y="295"/>
                  </a:cubicBezTo>
                  <a:cubicBezTo>
                    <a:pt x="333" y="286"/>
                    <a:pt x="336" y="293"/>
                    <a:pt x="345" y="297"/>
                  </a:cubicBezTo>
                  <a:cubicBezTo>
                    <a:pt x="407" y="326"/>
                    <a:pt x="388" y="286"/>
                    <a:pt x="427" y="249"/>
                  </a:cubicBezTo>
                  <a:cubicBezTo>
                    <a:pt x="467" y="213"/>
                    <a:pt x="450" y="190"/>
                    <a:pt x="418" y="17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89" name="Freeform 61">
              <a:extLst>
                <a:ext uri="{FF2B5EF4-FFF2-40B4-BE49-F238E27FC236}">
                  <a16:creationId xmlns:a16="http://schemas.microsoft.com/office/drawing/2014/main" id="{6611F218-1725-4EE1-AAA4-5AB047E22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483"/>
              <a:ext cx="133" cy="208"/>
            </a:xfrm>
            <a:custGeom>
              <a:avLst/>
              <a:gdLst>
                <a:gd name="T0" fmla="*/ 83 w 53"/>
                <a:gd name="T1" fmla="*/ 0 h 78"/>
                <a:gd name="T2" fmla="*/ 238 w 53"/>
                <a:gd name="T3" fmla="*/ 568 h 78"/>
                <a:gd name="T4" fmla="*/ 838 w 53"/>
                <a:gd name="T5" fmla="*/ 1480 h 78"/>
                <a:gd name="T6" fmla="*/ 314 w 53"/>
                <a:gd name="T7" fmla="*/ 589 h 78"/>
                <a:gd name="T8" fmla="*/ 83 w 53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8">
                  <a:moveTo>
                    <a:pt x="5" y="0"/>
                  </a:moveTo>
                  <a:cubicBezTo>
                    <a:pt x="5" y="0"/>
                    <a:pt x="0" y="18"/>
                    <a:pt x="15" y="30"/>
                  </a:cubicBezTo>
                  <a:cubicBezTo>
                    <a:pt x="30" y="42"/>
                    <a:pt x="50" y="71"/>
                    <a:pt x="53" y="78"/>
                  </a:cubicBezTo>
                  <a:cubicBezTo>
                    <a:pt x="53" y="78"/>
                    <a:pt x="33" y="38"/>
                    <a:pt x="20" y="31"/>
                  </a:cubicBezTo>
                  <a:cubicBezTo>
                    <a:pt x="7" y="23"/>
                    <a:pt x="3" y="9"/>
                    <a:pt x="5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90" name="Freeform 62">
              <a:extLst>
                <a:ext uri="{FF2B5EF4-FFF2-40B4-BE49-F238E27FC236}">
                  <a16:creationId xmlns:a16="http://schemas.microsoft.com/office/drawing/2014/main" id="{67A79B3C-143D-4D48-AB15-367CEFBCA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003"/>
              <a:ext cx="83" cy="186"/>
            </a:xfrm>
            <a:custGeom>
              <a:avLst/>
              <a:gdLst>
                <a:gd name="T0" fmla="*/ 317 w 33"/>
                <a:gd name="T1" fmla="*/ 0 h 70"/>
                <a:gd name="T2" fmla="*/ 526 w 33"/>
                <a:gd name="T3" fmla="*/ 1313 h 70"/>
                <a:gd name="T4" fmla="*/ 317 w 3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0">
                  <a:moveTo>
                    <a:pt x="20" y="0"/>
                  </a:moveTo>
                  <a:cubicBezTo>
                    <a:pt x="20" y="0"/>
                    <a:pt x="0" y="16"/>
                    <a:pt x="33" y="70"/>
                  </a:cubicBezTo>
                  <a:cubicBezTo>
                    <a:pt x="33" y="70"/>
                    <a:pt x="9" y="27"/>
                    <a:pt x="2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91" name="Freeform 63">
              <a:extLst>
                <a:ext uri="{FF2B5EF4-FFF2-40B4-BE49-F238E27FC236}">
                  <a16:creationId xmlns:a16="http://schemas.microsoft.com/office/drawing/2014/main" id="{F581C704-7B1D-4FB0-B9B1-717E23C80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197"/>
              <a:ext cx="55" cy="163"/>
            </a:xfrm>
            <a:custGeom>
              <a:avLst/>
              <a:gdLst>
                <a:gd name="T0" fmla="*/ 270 w 22"/>
                <a:gd name="T1" fmla="*/ 0 h 61"/>
                <a:gd name="T2" fmla="*/ 345 w 22"/>
                <a:gd name="T3" fmla="*/ 1144 h 61"/>
                <a:gd name="T4" fmla="*/ 270 w 22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1">
                  <a:moveTo>
                    <a:pt x="17" y="0"/>
                  </a:moveTo>
                  <a:cubicBezTo>
                    <a:pt x="17" y="0"/>
                    <a:pt x="7" y="48"/>
                    <a:pt x="22" y="60"/>
                  </a:cubicBezTo>
                  <a:cubicBezTo>
                    <a:pt x="22" y="60"/>
                    <a:pt x="0" y="61"/>
                    <a:pt x="17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92" name="Freeform 64">
              <a:extLst>
                <a:ext uri="{FF2B5EF4-FFF2-40B4-BE49-F238E27FC236}">
                  <a16:creationId xmlns:a16="http://schemas.microsoft.com/office/drawing/2014/main" id="{DEC686FF-C02C-4BB5-B532-6DA4BD425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440"/>
              <a:ext cx="83" cy="139"/>
            </a:xfrm>
            <a:custGeom>
              <a:avLst/>
              <a:gdLst>
                <a:gd name="T0" fmla="*/ 272 w 33"/>
                <a:gd name="T1" fmla="*/ 0 h 52"/>
                <a:gd name="T2" fmla="*/ 0 w 33"/>
                <a:gd name="T3" fmla="*/ 994 h 52"/>
                <a:gd name="T4" fmla="*/ 272 w 3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2">
                  <a:moveTo>
                    <a:pt x="17" y="0"/>
                  </a:moveTo>
                  <a:cubicBezTo>
                    <a:pt x="17" y="0"/>
                    <a:pt x="28" y="11"/>
                    <a:pt x="0" y="52"/>
                  </a:cubicBezTo>
                  <a:cubicBezTo>
                    <a:pt x="0" y="52"/>
                    <a:pt x="33" y="13"/>
                    <a:pt x="17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93" name="Freeform 65">
              <a:extLst>
                <a:ext uri="{FF2B5EF4-FFF2-40B4-BE49-F238E27FC236}">
                  <a16:creationId xmlns:a16="http://schemas.microsoft.com/office/drawing/2014/main" id="{8AF258CF-7C7C-4421-945F-8CCEDD795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093"/>
              <a:ext cx="217" cy="331"/>
            </a:xfrm>
            <a:custGeom>
              <a:avLst/>
              <a:gdLst>
                <a:gd name="T0" fmla="*/ 1120 w 87"/>
                <a:gd name="T1" fmla="*/ 0 h 124"/>
                <a:gd name="T2" fmla="*/ 1349 w 87"/>
                <a:gd name="T3" fmla="*/ 2360 h 124"/>
                <a:gd name="T4" fmla="*/ 1120 w 87"/>
                <a:gd name="T5" fmla="*/ 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4">
                  <a:moveTo>
                    <a:pt x="72" y="0"/>
                  </a:moveTo>
                  <a:cubicBezTo>
                    <a:pt x="72" y="0"/>
                    <a:pt x="7" y="87"/>
                    <a:pt x="87" y="124"/>
                  </a:cubicBezTo>
                  <a:cubicBezTo>
                    <a:pt x="87" y="124"/>
                    <a:pt x="0" y="98"/>
                    <a:pt x="72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94" name="Freeform 66">
              <a:extLst>
                <a:ext uri="{FF2B5EF4-FFF2-40B4-BE49-F238E27FC236}">
                  <a16:creationId xmlns:a16="http://schemas.microsoft.com/office/drawing/2014/main" id="{903AAEAD-CA32-4EB5-89B1-0F99C0D95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392"/>
              <a:ext cx="33" cy="29"/>
            </a:xfrm>
            <a:custGeom>
              <a:avLst/>
              <a:gdLst>
                <a:gd name="T0" fmla="*/ 193 w 13"/>
                <a:gd name="T1" fmla="*/ 0 h 11"/>
                <a:gd name="T2" fmla="*/ 213 w 13"/>
                <a:gd name="T3" fmla="*/ 200 h 11"/>
                <a:gd name="T4" fmla="*/ 193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2" y="0"/>
                  </a:moveTo>
                  <a:cubicBezTo>
                    <a:pt x="12" y="0"/>
                    <a:pt x="6" y="7"/>
                    <a:pt x="13" y="11"/>
                  </a:cubicBezTo>
                  <a:cubicBezTo>
                    <a:pt x="13" y="11"/>
                    <a:pt x="0" y="5"/>
                    <a:pt x="12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95" name="Freeform 67">
              <a:extLst>
                <a:ext uri="{FF2B5EF4-FFF2-40B4-BE49-F238E27FC236}">
                  <a16:creationId xmlns:a16="http://schemas.microsoft.com/office/drawing/2014/main" id="{57DF0FE4-6CCF-48C6-A075-B24958511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872"/>
              <a:ext cx="23" cy="480"/>
            </a:xfrm>
            <a:custGeom>
              <a:avLst/>
              <a:gdLst>
                <a:gd name="T0" fmla="*/ 33 w 9"/>
                <a:gd name="T1" fmla="*/ 0 h 180"/>
                <a:gd name="T2" fmla="*/ 33 w 9"/>
                <a:gd name="T3" fmla="*/ 3413 h 180"/>
                <a:gd name="T4" fmla="*/ 97 w 9"/>
                <a:gd name="T5" fmla="*/ 0 h 180"/>
                <a:gd name="T6" fmla="*/ 33 w 9"/>
                <a:gd name="T7" fmla="*/ 0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0">
                  <a:moveTo>
                    <a:pt x="2" y="0"/>
                  </a:moveTo>
                  <a:cubicBezTo>
                    <a:pt x="2" y="0"/>
                    <a:pt x="0" y="168"/>
                    <a:pt x="2" y="180"/>
                  </a:cubicBezTo>
                  <a:cubicBezTo>
                    <a:pt x="2" y="180"/>
                    <a:pt x="9" y="12"/>
                    <a:pt x="6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96" name="Freeform 68">
              <a:extLst>
                <a:ext uri="{FF2B5EF4-FFF2-40B4-BE49-F238E27FC236}">
                  <a16:creationId xmlns:a16="http://schemas.microsoft.com/office/drawing/2014/main" id="{299DB5D2-6C4C-4394-B314-46F0A00F5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819"/>
              <a:ext cx="192" cy="328"/>
            </a:xfrm>
            <a:custGeom>
              <a:avLst/>
              <a:gdLst>
                <a:gd name="T0" fmla="*/ 1100 w 77"/>
                <a:gd name="T1" fmla="*/ 2333 h 123"/>
                <a:gd name="T2" fmla="*/ 1007 w 77"/>
                <a:gd name="T3" fmla="*/ 363 h 123"/>
                <a:gd name="T4" fmla="*/ 0 w 77"/>
                <a:gd name="T5" fmla="*/ 248 h 123"/>
                <a:gd name="T6" fmla="*/ 915 w 77"/>
                <a:gd name="T7" fmla="*/ 605 h 123"/>
                <a:gd name="T8" fmla="*/ 1100 w 77"/>
                <a:gd name="T9" fmla="*/ 2333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23">
                  <a:moveTo>
                    <a:pt x="71" y="123"/>
                  </a:moveTo>
                  <a:cubicBezTo>
                    <a:pt x="71" y="123"/>
                    <a:pt x="77" y="31"/>
                    <a:pt x="65" y="19"/>
                  </a:cubicBezTo>
                  <a:cubicBezTo>
                    <a:pt x="52" y="6"/>
                    <a:pt x="16" y="1"/>
                    <a:pt x="0" y="13"/>
                  </a:cubicBezTo>
                  <a:cubicBezTo>
                    <a:pt x="0" y="13"/>
                    <a:pt x="47" y="0"/>
                    <a:pt x="59" y="32"/>
                  </a:cubicBezTo>
                  <a:cubicBezTo>
                    <a:pt x="72" y="64"/>
                    <a:pt x="71" y="123"/>
                    <a:pt x="71" y="123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97" name="Freeform 69">
              <a:extLst>
                <a:ext uri="{FF2B5EF4-FFF2-40B4-BE49-F238E27FC236}">
                  <a16:creationId xmlns:a16="http://schemas.microsoft.com/office/drawing/2014/main" id="{6DD00DFC-4F6E-4713-A090-89B3DCF8B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816"/>
              <a:ext cx="97" cy="155"/>
            </a:xfrm>
            <a:custGeom>
              <a:avLst/>
              <a:gdLst>
                <a:gd name="T0" fmla="*/ 599 w 39"/>
                <a:gd name="T1" fmla="*/ 136 h 58"/>
                <a:gd name="T2" fmla="*/ 42 w 39"/>
                <a:gd name="T3" fmla="*/ 1106 h 58"/>
                <a:gd name="T4" fmla="*/ 599 w 39"/>
                <a:gd name="T5" fmla="*/ 13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8">
                  <a:moveTo>
                    <a:pt x="39" y="7"/>
                  </a:moveTo>
                  <a:cubicBezTo>
                    <a:pt x="39" y="7"/>
                    <a:pt x="0" y="0"/>
                    <a:pt x="3" y="58"/>
                  </a:cubicBezTo>
                  <a:cubicBezTo>
                    <a:pt x="3" y="58"/>
                    <a:pt x="18" y="6"/>
                    <a:pt x="39" y="7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98" name="Freeform 70">
              <a:extLst>
                <a:ext uri="{FF2B5EF4-FFF2-40B4-BE49-F238E27FC236}">
                  <a16:creationId xmlns:a16="http://schemas.microsoft.com/office/drawing/2014/main" id="{CDB6FD1A-A504-480E-BBC2-755F54875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701"/>
              <a:ext cx="175" cy="192"/>
            </a:xfrm>
            <a:custGeom>
              <a:avLst/>
              <a:gdLst>
                <a:gd name="T0" fmla="*/ 720 w 70"/>
                <a:gd name="T1" fmla="*/ 0 h 72"/>
                <a:gd name="T2" fmla="*/ 0 w 70"/>
                <a:gd name="T3" fmla="*/ 1288 h 72"/>
                <a:gd name="T4" fmla="*/ 720 w 70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72">
                  <a:moveTo>
                    <a:pt x="46" y="0"/>
                  </a:moveTo>
                  <a:cubicBezTo>
                    <a:pt x="46" y="0"/>
                    <a:pt x="70" y="72"/>
                    <a:pt x="0" y="68"/>
                  </a:cubicBezTo>
                  <a:cubicBezTo>
                    <a:pt x="0" y="68"/>
                    <a:pt x="54" y="61"/>
                    <a:pt x="46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99" name="Freeform 71">
              <a:extLst>
                <a:ext uri="{FF2B5EF4-FFF2-40B4-BE49-F238E27FC236}">
                  <a16:creationId xmlns:a16="http://schemas.microsoft.com/office/drawing/2014/main" id="{275A5C16-D6EC-4CB1-A328-288E7BFF8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765"/>
              <a:ext cx="288" cy="152"/>
            </a:xfrm>
            <a:custGeom>
              <a:avLst/>
              <a:gdLst>
                <a:gd name="T0" fmla="*/ 0 w 115"/>
                <a:gd name="T1" fmla="*/ 875 h 57"/>
                <a:gd name="T2" fmla="*/ 1806 w 115"/>
                <a:gd name="T3" fmla="*/ 0 h 57"/>
                <a:gd name="T4" fmla="*/ 0 w 115"/>
                <a:gd name="T5" fmla="*/ 875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57">
                  <a:moveTo>
                    <a:pt x="0" y="46"/>
                  </a:moveTo>
                  <a:cubicBezTo>
                    <a:pt x="0" y="46"/>
                    <a:pt x="70" y="57"/>
                    <a:pt x="115" y="0"/>
                  </a:cubicBezTo>
                  <a:cubicBezTo>
                    <a:pt x="115" y="0"/>
                    <a:pt x="75" y="45"/>
                    <a:pt x="0" y="46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00" name="Freeform 72">
              <a:extLst>
                <a:ext uri="{FF2B5EF4-FFF2-40B4-BE49-F238E27FC236}">
                  <a16:creationId xmlns:a16="http://schemas.microsoft.com/office/drawing/2014/main" id="{B8B6A595-80BF-438E-BCC1-76C6925D9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464"/>
              <a:ext cx="65" cy="80"/>
            </a:xfrm>
            <a:custGeom>
              <a:avLst/>
              <a:gdLst>
                <a:gd name="T0" fmla="*/ 408 w 26"/>
                <a:gd name="T1" fmla="*/ 0 h 30"/>
                <a:gd name="T2" fmla="*/ 238 w 26"/>
                <a:gd name="T3" fmla="*/ 568 h 30"/>
                <a:gd name="T4" fmla="*/ 408 w 2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0">
                  <a:moveTo>
                    <a:pt x="26" y="0"/>
                  </a:moveTo>
                  <a:cubicBezTo>
                    <a:pt x="26" y="0"/>
                    <a:pt x="13" y="4"/>
                    <a:pt x="15" y="30"/>
                  </a:cubicBezTo>
                  <a:cubicBezTo>
                    <a:pt x="15" y="30"/>
                    <a:pt x="0" y="5"/>
                    <a:pt x="26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01" name="Freeform 73">
              <a:extLst>
                <a:ext uri="{FF2B5EF4-FFF2-40B4-BE49-F238E27FC236}">
                  <a16:creationId xmlns:a16="http://schemas.microsoft.com/office/drawing/2014/main" id="{F896F354-D1F9-45E9-943D-33BD4D43E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893"/>
              <a:ext cx="180" cy="440"/>
            </a:xfrm>
            <a:custGeom>
              <a:avLst/>
              <a:gdLst>
                <a:gd name="T0" fmla="*/ 0 w 72"/>
                <a:gd name="T1" fmla="*/ 3128 h 165"/>
                <a:gd name="T2" fmla="*/ 125 w 72"/>
                <a:gd name="T3" fmla="*/ 2752 h 165"/>
                <a:gd name="T4" fmla="*/ 408 w 72"/>
                <a:gd name="T5" fmla="*/ 1459 h 165"/>
                <a:gd name="T6" fmla="*/ 783 w 72"/>
                <a:gd name="T7" fmla="*/ 419 h 165"/>
                <a:gd name="T8" fmla="*/ 1125 w 72"/>
                <a:gd name="T9" fmla="*/ 0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65">
                  <a:moveTo>
                    <a:pt x="0" y="165"/>
                  </a:moveTo>
                  <a:cubicBezTo>
                    <a:pt x="5" y="160"/>
                    <a:pt x="7" y="150"/>
                    <a:pt x="8" y="145"/>
                  </a:cubicBezTo>
                  <a:cubicBezTo>
                    <a:pt x="15" y="122"/>
                    <a:pt x="20" y="100"/>
                    <a:pt x="26" y="77"/>
                  </a:cubicBezTo>
                  <a:cubicBezTo>
                    <a:pt x="31" y="58"/>
                    <a:pt x="38" y="38"/>
                    <a:pt x="50" y="22"/>
                  </a:cubicBezTo>
                  <a:cubicBezTo>
                    <a:pt x="56" y="14"/>
                    <a:pt x="65" y="7"/>
                    <a:pt x="72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02" name="Freeform 74">
              <a:extLst>
                <a:ext uri="{FF2B5EF4-FFF2-40B4-BE49-F238E27FC236}">
                  <a16:creationId xmlns:a16="http://schemas.microsoft.com/office/drawing/2014/main" id="{8407AA9E-3F84-4466-935C-1CC227194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899"/>
              <a:ext cx="15" cy="226"/>
            </a:xfrm>
            <a:custGeom>
              <a:avLst/>
              <a:gdLst>
                <a:gd name="T0" fmla="*/ 33 w 6"/>
                <a:gd name="T1" fmla="*/ 1598 h 85"/>
                <a:gd name="T2" fmla="*/ 50 w 6"/>
                <a:gd name="T3" fmla="*/ 904 h 85"/>
                <a:gd name="T4" fmla="*/ 20 w 6"/>
                <a:gd name="T5" fmla="*/ 319 h 85"/>
                <a:gd name="T6" fmla="*/ 95 w 6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5">
                  <a:moveTo>
                    <a:pt x="2" y="85"/>
                  </a:moveTo>
                  <a:cubicBezTo>
                    <a:pt x="6" y="74"/>
                    <a:pt x="4" y="59"/>
                    <a:pt x="3" y="48"/>
                  </a:cubicBezTo>
                  <a:cubicBezTo>
                    <a:pt x="3" y="38"/>
                    <a:pt x="0" y="27"/>
                    <a:pt x="1" y="17"/>
                  </a:cubicBezTo>
                  <a:cubicBezTo>
                    <a:pt x="2" y="11"/>
                    <a:pt x="5" y="6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03" name="Freeform 75">
              <a:extLst>
                <a:ext uri="{FF2B5EF4-FFF2-40B4-BE49-F238E27FC236}">
                  <a16:creationId xmlns:a16="http://schemas.microsoft.com/office/drawing/2014/main" id="{F3C42113-B29A-4CDC-8A1F-B42A02663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875"/>
              <a:ext cx="145" cy="440"/>
            </a:xfrm>
            <a:custGeom>
              <a:avLst/>
              <a:gdLst>
                <a:gd name="T0" fmla="*/ 0 w 58"/>
                <a:gd name="T1" fmla="*/ 0 h 165"/>
                <a:gd name="T2" fmla="*/ 783 w 58"/>
                <a:gd name="T3" fmla="*/ 2027 h 165"/>
                <a:gd name="T4" fmla="*/ 908 w 58"/>
                <a:gd name="T5" fmla="*/ 3128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65">
                  <a:moveTo>
                    <a:pt x="0" y="0"/>
                  </a:moveTo>
                  <a:cubicBezTo>
                    <a:pt x="34" y="20"/>
                    <a:pt x="43" y="72"/>
                    <a:pt x="50" y="107"/>
                  </a:cubicBezTo>
                  <a:cubicBezTo>
                    <a:pt x="54" y="125"/>
                    <a:pt x="56" y="146"/>
                    <a:pt x="58" y="165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04" name="Freeform 76">
              <a:extLst>
                <a:ext uri="{FF2B5EF4-FFF2-40B4-BE49-F238E27FC236}">
                  <a16:creationId xmlns:a16="http://schemas.microsoft.com/office/drawing/2014/main" id="{CE064F2E-D80F-44AE-9F3C-F03FA3E0F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84"/>
              <a:ext cx="132" cy="192"/>
            </a:xfrm>
            <a:custGeom>
              <a:avLst/>
              <a:gdLst>
                <a:gd name="T0" fmla="*/ 807 w 53"/>
                <a:gd name="T1" fmla="*/ 1365 h 72"/>
                <a:gd name="T2" fmla="*/ 496 w 53"/>
                <a:gd name="T3" fmla="*/ 819 h 72"/>
                <a:gd name="T4" fmla="*/ 0 w 53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2">
                  <a:moveTo>
                    <a:pt x="52" y="72"/>
                  </a:moveTo>
                  <a:cubicBezTo>
                    <a:pt x="53" y="60"/>
                    <a:pt x="39" y="50"/>
                    <a:pt x="32" y="43"/>
                  </a:cubicBezTo>
                  <a:cubicBezTo>
                    <a:pt x="21" y="32"/>
                    <a:pt x="0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05" name="Freeform 77">
              <a:extLst>
                <a:ext uri="{FF2B5EF4-FFF2-40B4-BE49-F238E27FC236}">
                  <a16:creationId xmlns:a16="http://schemas.microsoft.com/office/drawing/2014/main" id="{9C659CAC-159D-4F65-885F-5FC746CA5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1912"/>
              <a:ext cx="132" cy="147"/>
            </a:xfrm>
            <a:custGeom>
              <a:avLst/>
              <a:gdLst>
                <a:gd name="T0" fmla="*/ 0 w 53"/>
                <a:gd name="T1" fmla="*/ 0 h 55"/>
                <a:gd name="T2" fmla="*/ 819 w 53"/>
                <a:gd name="T3" fmla="*/ 105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55">
                  <a:moveTo>
                    <a:pt x="0" y="0"/>
                  </a:moveTo>
                  <a:cubicBezTo>
                    <a:pt x="26" y="8"/>
                    <a:pt x="31" y="44"/>
                    <a:pt x="53" y="55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06" name="Freeform 78">
              <a:extLst>
                <a:ext uri="{FF2B5EF4-FFF2-40B4-BE49-F238E27FC236}">
                  <a16:creationId xmlns:a16="http://schemas.microsoft.com/office/drawing/2014/main" id="{87354582-7B5B-445F-A1B2-A06576E31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896"/>
              <a:ext cx="130" cy="141"/>
            </a:xfrm>
            <a:custGeom>
              <a:avLst/>
              <a:gdLst>
                <a:gd name="T0" fmla="*/ 0 w 52"/>
                <a:gd name="T1" fmla="*/ 998 h 53"/>
                <a:gd name="T2" fmla="*/ 395 w 52"/>
                <a:gd name="T3" fmla="*/ 362 h 53"/>
                <a:gd name="T4" fmla="*/ 813 w 52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3">
                  <a:moveTo>
                    <a:pt x="0" y="53"/>
                  </a:moveTo>
                  <a:cubicBezTo>
                    <a:pt x="3" y="40"/>
                    <a:pt x="14" y="28"/>
                    <a:pt x="25" y="19"/>
                  </a:cubicBezTo>
                  <a:cubicBezTo>
                    <a:pt x="32" y="13"/>
                    <a:pt x="47" y="8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07" name="Freeform 79">
              <a:extLst>
                <a:ext uri="{FF2B5EF4-FFF2-40B4-BE49-F238E27FC236}">
                  <a16:creationId xmlns:a16="http://schemas.microsoft.com/office/drawing/2014/main" id="{4F006FC6-690F-4A91-B9A0-6BB3F81B9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163"/>
              <a:ext cx="88" cy="178"/>
            </a:xfrm>
            <a:custGeom>
              <a:avLst/>
              <a:gdLst>
                <a:gd name="T0" fmla="*/ 0 w 35"/>
                <a:gd name="T1" fmla="*/ 0 h 67"/>
                <a:gd name="T2" fmla="*/ 284 w 35"/>
                <a:gd name="T3" fmla="*/ 805 h 67"/>
                <a:gd name="T4" fmla="*/ 556 w 35"/>
                <a:gd name="T5" fmla="*/ 125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7">
                  <a:moveTo>
                    <a:pt x="0" y="0"/>
                  </a:moveTo>
                  <a:cubicBezTo>
                    <a:pt x="10" y="12"/>
                    <a:pt x="11" y="29"/>
                    <a:pt x="18" y="43"/>
                  </a:cubicBezTo>
                  <a:cubicBezTo>
                    <a:pt x="22" y="52"/>
                    <a:pt x="32" y="58"/>
                    <a:pt x="35" y="6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08" name="Freeform 80">
              <a:extLst>
                <a:ext uri="{FF2B5EF4-FFF2-40B4-BE49-F238E27FC236}">
                  <a16:creationId xmlns:a16="http://schemas.microsoft.com/office/drawing/2014/main" id="{15C18E9E-785A-433C-B3AA-2672C60CB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259"/>
              <a:ext cx="52" cy="82"/>
            </a:xfrm>
            <a:custGeom>
              <a:avLst/>
              <a:gdLst>
                <a:gd name="T0" fmla="*/ 0 w 21"/>
                <a:gd name="T1" fmla="*/ 574 h 31"/>
                <a:gd name="T2" fmla="*/ 319 w 21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1">
                  <a:moveTo>
                    <a:pt x="0" y="31"/>
                  </a:moveTo>
                  <a:cubicBezTo>
                    <a:pt x="10" y="29"/>
                    <a:pt x="17" y="8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09" name="Freeform 81">
              <a:extLst>
                <a:ext uri="{FF2B5EF4-FFF2-40B4-BE49-F238E27FC236}">
                  <a16:creationId xmlns:a16="http://schemas.microsoft.com/office/drawing/2014/main" id="{EC7B140D-2A11-4C2C-B713-5BDBF97DE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208"/>
              <a:ext cx="137" cy="96"/>
            </a:xfrm>
            <a:custGeom>
              <a:avLst/>
              <a:gdLst>
                <a:gd name="T0" fmla="*/ 849 w 55"/>
                <a:gd name="T1" fmla="*/ 683 h 36"/>
                <a:gd name="T2" fmla="*/ 0 w 55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36">
                  <a:moveTo>
                    <a:pt x="55" y="36"/>
                  </a:moveTo>
                  <a:cubicBezTo>
                    <a:pt x="47" y="13"/>
                    <a:pt x="9" y="2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10" name="Freeform 82">
              <a:extLst>
                <a:ext uri="{FF2B5EF4-FFF2-40B4-BE49-F238E27FC236}">
                  <a16:creationId xmlns:a16="http://schemas.microsoft.com/office/drawing/2014/main" id="{88F1653F-D6DD-4FF9-BB7E-965D4CA87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240"/>
              <a:ext cx="100" cy="16"/>
            </a:xfrm>
            <a:custGeom>
              <a:avLst/>
              <a:gdLst>
                <a:gd name="T0" fmla="*/ 625 w 40"/>
                <a:gd name="T1" fmla="*/ 93 h 6"/>
                <a:gd name="T2" fmla="*/ 0 w 40"/>
                <a:gd name="T3" fmla="*/ 9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">
                  <a:moveTo>
                    <a:pt x="40" y="5"/>
                  </a:moveTo>
                  <a:cubicBezTo>
                    <a:pt x="26" y="0"/>
                    <a:pt x="14" y="6"/>
                    <a:pt x="0" y="5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11" name="Freeform 83">
              <a:extLst>
                <a:ext uri="{FF2B5EF4-FFF2-40B4-BE49-F238E27FC236}">
                  <a16:creationId xmlns:a16="http://schemas.microsoft.com/office/drawing/2014/main" id="{2C9134FF-593E-4115-89FD-24B79F950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363"/>
              <a:ext cx="152" cy="40"/>
            </a:xfrm>
            <a:custGeom>
              <a:avLst/>
              <a:gdLst>
                <a:gd name="T0" fmla="*/ 944 w 61"/>
                <a:gd name="T1" fmla="*/ 21 h 15"/>
                <a:gd name="T2" fmla="*/ 820 w 61"/>
                <a:gd name="T3" fmla="*/ 0 h 15"/>
                <a:gd name="T4" fmla="*/ 528 w 61"/>
                <a:gd name="T5" fmla="*/ 93 h 15"/>
                <a:gd name="T6" fmla="*/ 0 w 61"/>
                <a:gd name="T7" fmla="*/ 17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5">
                  <a:moveTo>
                    <a:pt x="61" y="1"/>
                  </a:moveTo>
                  <a:cubicBezTo>
                    <a:pt x="58" y="1"/>
                    <a:pt x="56" y="0"/>
                    <a:pt x="53" y="0"/>
                  </a:cubicBezTo>
                  <a:cubicBezTo>
                    <a:pt x="46" y="0"/>
                    <a:pt x="40" y="2"/>
                    <a:pt x="34" y="5"/>
                  </a:cubicBezTo>
                  <a:cubicBezTo>
                    <a:pt x="24" y="8"/>
                    <a:pt x="10" y="15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12" name="Freeform 84">
              <a:extLst>
                <a:ext uri="{FF2B5EF4-FFF2-40B4-BE49-F238E27FC236}">
                  <a16:creationId xmlns:a16="http://schemas.microsoft.com/office/drawing/2014/main" id="{7D3D8CFC-E531-4040-8A18-D4B6ACD34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365"/>
              <a:ext cx="142" cy="120"/>
            </a:xfrm>
            <a:custGeom>
              <a:avLst/>
              <a:gdLst>
                <a:gd name="T0" fmla="*/ 882 w 57"/>
                <a:gd name="T1" fmla="*/ 0 h 45"/>
                <a:gd name="T2" fmla="*/ 416 w 57"/>
                <a:gd name="T3" fmla="*/ 363 h 45"/>
                <a:gd name="T4" fmla="*/ 167 w 57"/>
                <a:gd name="T5" fmla="*/ 661 h 45"/>
                <a:gd name="T6" fmla="*/ 0 w 57"/>
                <a:gd name="T7" fmla="*/ 85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5">
                  <a:moveTo>
                    <a:pt x="57" y="0"/>
                  </a:moveTo>
                  <a:cubicBezTo>
                    <a:pt x="44" y="0"/>
                    <a:pt x="36" y="11"/>
                    <a:pt x="27" y="19"/>
                  </a:cubicBezTo>
                  <a:cubicBezTo>
                    <a:pt x="21" y="24"/>
                    <a:pt x="16" y="28"/>
                    <a:pt x="11" y="35"/>
                  </a:cubicBezTo>
                  <a:cubicBezTo>
                    <a:pt x="8" y="39"/>
                    <a:pt x="5" y="44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13" name="Freeform 85">
              <a:extLst>
                <a:ext uri="{FF2B5EF4-FFF2-40B4-BE49-F238E27FC236}">
                  <a16:creationId xmlns:a16="http://schemas.microsoft.com/office/drawing/2014/main" id="{A80F52B0-45C6-4487-9166-9F9A471C1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155"/>
              <a:ext cx="136" cy="122"/>
            </a:xfrm>
            <a:custGeom>
              <a:avLst/>
              <a:gdLst>
                <a:gd name="T0" fmla="*/ 0 w 54"/>
                <a:gd name="T1" fmla="*/ 859 h 46"/>
                <a:gd name="T2" fmla="*/ 179 w 54"/>
                <a:gd name="T3" fmla="*/ 668 h 46"/>
                <a:gd name="T4" fmla="*/ 589 w 54"/>
                <a:gd name="T5" fmla="*/ 337 h 46"/>
                <a:gd name="T6" fmla="*/ 864 w 54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6">
                  <a:moveTo>
                    <a:pt x="0" y="46"/>
                  </a:moveTo>
                  <a:cubicBezTo>
                    <a:pt x="4" y="46"/>
                    <a:pt x="8" y="39"/>
                    <a:pt x="11" y="36"/>
                  </a:cubicBezTo>
                  <a:cubicBezTo>
                    <a:pt x="19" y="29"/>
                    <a:pt x="28" y="24"/>
                    <a:pt x="37" y="18"/>
                  </a:cubicBezTo>
                  <a:cubicBezTo>
                    <a:pt x="45" y="13"/>
                    <a:pt x="49" y="7"/>
                    <a:pt x="54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14" name="Freeform 86">
              <a:extLst>
                <a:ext uri="{FF2B5EF4-FFF2-40B4-BE49-F238E27FC236}">
                  <a16:creationId xmlns:a16="http://schemas.microsoft.com/office/drawing/2014/main" id="{1F271742-E0E9-4E5D-BDC4-082AB748F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040"/>
              <a:ext cx="50" cy="192"/>
            </a:xfrm>
            <a:custGeom>
              <a:avLst/>
              <a:gdLst>
                <a:gd name="T0" fmla="*/ 0 w 20"/>
                <a:gd name="T1" fmla="*/ 1365 h 72"/>
                <a:gd name="T2" fmla="*/ 250 w 20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2">
                  <a:moveTo>
                    <a:pt x="0" y="72"/>
                  </a:moveTo>
                  <a:cubicBezTo>
                    <a:pt x="20" y="53"/>
                    <a:pt x="9" y="2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15" name="Freeform 87">
              <a:extLst>
                <a:ext uri="{FF2B5EF4-FFF2-40B4-BE49-F238E27FC236}">
                  <a16:creationId xmlns:a16="http://schemas.microsoft.com/office/drawing/2014/main" id="{8716448E-60D2-45D8-B959-B88E1177F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301"/>
              <a:ext cx="198" cy="27"/>
            </a:xfrm>
            <a:custGeom>
              <a:avLst/>
              <a:gdLst>
                <a:gd name="T0" fmla="*/ 0 w 79"/>
                <a:gd name="T1" fmla="*/ 116 h 10"/>
                <a:gd name="T2" fmla="*/ 271 w 79"/>
                <a:gd name="T3" fmla="*/ 22 h 10"/>
                <a:gd name="T4" fmla="*/ 659 w 79"/>
                <a:gd name="T5" fmla="*/ 81 h 10"/>
                <a:gd name="T6" fmla="*/ 1243 w 79"/>
                <a:gd name="T7" fmla="*/ 1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0">
                  <a:moveTo>
                    <a:pt x="0" y="6"/>
                  </a:moveTo>
                  <a:cubicBezTo>
                    <a:pt x="6" y="5"/>
                    <a:pt x="11" y="2"/>
                    <a:pt x="17" y="1"/>
                  </a:cubicBezTo>
                  <a:cubicBezTo>
                    <a:pt x="26" y="0"/>
                    <a:pt x="34" y="2"/>
                    <a:pt x="42" y="4"/>
                  </a:cubicBezTo>
                  <a:cubicBezTo>
                    <a:pt x="54" y="7"/>
                    <a:pt x="67" y="10"/>
                    <a:pt x="79" y="6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16" name="Freeform 88">
              <a:extLst>
                <a:ext uri="{FF2B5EF4-FFF2-40B4-BE49-F238E27FC236}">
                  <a16:creationId xmlns:a16="http://schemas.microsoft.com/office/drawing/2014/main" id="{90F6D59A-788D-4754-BA42-03FC955E3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309"/>
              <a:ext cx="93" cy="78"/>
            </a:xfrm>
            <a:custGeom>
              <a:avLst/>
              <a:gdLst>
                <a:gd name="T0" fmla="*/ 0 w 37"/>
                <a:gd name="T1" fmla="*/ 0 h 29"/>
                <a:gd name="T2" fmla="*/ 588 w 37"/>
                <a:gd name="T3" fmla="*/ 56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9">
                  <a:moveTo>
                    <a:pt x="0" y="0"/>
                  </a:moveTo>
                  <a:cubicBezTo>
                    <a:pt x="13" y="5"/>
                    <a:pt x="22" y="24"/>
                    <a:pt x="37" y="29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17" name="Freeform 89">
              <a:extLst>
                <a:ext uri="{FF2B5EF4-FFF2-40B4-BE49-F238E27FC236}">
                  <a16:creationId xmlns:a16="http://schemas.microsoft.com/office/drawing/2014/main" id="{4C652180-63DE-49DB-A6D2-CEECF456D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416"/>
              <a:ext cx="95" cy="101"/>
            </a:xfrm>
            <a:custGeom>
              <a:avLst/>
              <a:gdLst>
                <a:gd name="T0" fmla="*/ 0 w 38"/>
                <a:gd name="T1" fmla="*/ 0 h 38"/>
                <a:gd name="T2" fmla="*/ 283 w 38"/>
                <a:gd name="T3" fmla="*/ 303 h 38"/>
                <a:gd name="T4" fmla="*/ 595 w 38"/>
                <a:gd name="T5" fmla="*/ 71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8">
                  <a:moveTo>
                    <a:pt x="0" y="0"/>
                  </a:moveTo>
                  <a:cubicBezTo>
                    <a:pt x="7" y="4"/>
                    <a:pt x="12" y="10"/>
                    <a:pt x="18" y="16"/>
                  </a:cubicBezTo>
                  <a:cubicBezTo>
                    <a:pt x="24" y="21"/>
                    <a:pt x="30" y="36"/>
                    <a:pt x="38" y="38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18" name="Freeform 90">
              <a:extLst>
                <a:ext uri="{FF2B5EF4-FFF2-40B4-BE49-F238E27FC236}">
                  <a16:creationId xmlns:a16="http://schemas.microsoft.com/office/drawing/2014/main" id="{6ADE1B6B-12B5-41BA-BB95-D72B0D767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475"/>
              <a:ext cx="85" cy="152"/>
            </a:xfrm>
            <a:custGeom>
              <a:avLst/>
              <a:gdLst>
                <a:gd name="T0" fmla="*/ 0 w 34"/>
                <a:gd name="T1" fmla="*/ 0 h 57"/>
                <a:gd name="T2" fmla="*/ 345 w 34"/>
                <a:gd name="T3" fmla="*/ 533 h 57"/>
                <a:gd name="T4" fmla="*/ 533 w 34"/>
                <a:gd name="T5" fmla="*/ 108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7">
                  <a:moveTo>
                    <a:pt x="0" y="0"/>
                  </a:moveTo>
                  <a:cubicBezTo>
                    <a:pt x="3" y="12"/>
                    <a:pt x="14" y="20"/>
                    <a:pt x="22" y="28"/>
                  </a:cubicBezTo>
                  <a:cubicBezTo>
                    <a:pt x="29" y="36"/>
                    <a:pt x="34" y="46"/>
                    <a:pt x="34" y="5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19" name="Freeform 91">
              <a:extLst>
                <a:ext uri="{FF2B5EF4-FFF2-40B4-BE49-F238E27FC236}">
                  <a16:creationId xmlns:a16="http://schemas.microsoft.com/office/drawing/2014/main" id="{EB2EBA2F-02E8-4DFC-8945-281E20FB8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533"/>
              <a:ext cx="30" cy="251"/>
            </a:xfrm>
            <a:custGeom>
              <a:avLst/>
              <a:gdLst>
                <a:gd name="T0" fmla="*/ 0 w 12"/>
                <a:gd name="T1" fmla="*/ 0 h 94"/>
                <a:gd name="T2" fmla="*/ 145 w 12"/>
                <a:gd name="T3" fmla="*/ 721 h 94"/>
                <a:gd name="T4" fmla="*/ 188 w 12"/>
                <a:gd name="T5" fmla="*/ 1789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4">
                  <a:moveTo>
                    <a:pt x="0" y="0"/>
                  </a:moveTo>
                  <a:cubicBezTo>
                    <a:pt x="4" y="13"/>
                    <a:pt x="9" y="24"/>
                    <a:pt x="9" y="38"/>
                  </a:cubicBezTo>
                  <a:cubicBezTo>
                    <a:pt x="10" y="57"/>
                    <a:pt x="4" y="77"/>
                    <a:pt x="12" y="94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20" name="Freeform 92">
              <a:extLst>
                <a:ext uri="{FF2B5EF4-FFF2-40B4-BE49-F238E27FC236}">
                  <a16:creationId xmlns:a16="http://schemas.microsoft.com/office/drawing/2014/main" id="{BFD9E81B-D768-4986-A957-FBA641A35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467"/>
              <a:ext cx="78" cy="317"/>
            </a:xfrm>
            <a:custGeom>
              <a:avLst/>
              <a:gdLst>
                <a:gd name="T0" fmla="*/ 493 w 31"/>
                <a:gd name="T1" fmla="*/ 0 h 119"/>
                <a:gd name="T2" fmla="*/ 63 w 31"/>
                <a:gd name="T3" fmla="*/ 887 h 119"/>
                <a:gd name="T4" fmla="*/ 33 w 31"/>
                <a:gd name="T5" fmla="*/ 1590 h 119"/>
                <a:gd name="T6" fmla="*/ 0 w 31"/>
                <a:gd name="T7" fmla="*/ 2248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19">
                  <a:moveTo>
                    <a:pt x="31" y="0"/>
                  </a:moveTo>
                  <a:cubicBezTo>
                    <a:pt x="14" y="5"/>
                    <a:pt x="6" y="33"/>
                    <a:pt x="4" y="47"/>
                  </a:cubicBezTo>
                  <a:cubicBezTo>
                    <a:pt x="1" y="59"/>
                    <a:pt x="2" y="72"/>
                    <a:pt x="2" y="84"/>
                  </a:cubicBezTo>
                  <a:cubicBezTo>
                    <a:pt x="2" y="96"/>
                    <a:pt x="0" y="108"/>
                    <a:pt x="0" y="119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21" name="Freeform 93">
              <a:extLst>
                <a:ext uri="{FF2B5EF4-FFF2-40B4-BE49-F238E27FC236}">
                  <a16:creationId xmlns:a16="http://schemas.microsoft.com/office/drawing/2014/main" id="{E0B60EEA-C087-4B96-82BB-03DC0643A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523"/>
              <a:ext cx="90" cy="288"/>
            </a:xfrm>
            <a:custGeom>
              <a:avLst/>
              <a:gdLst>
                <a:gd name="T0" fmla="*/ 208 w 36"/>
                <a:gd name="T1" fmla="*/ 0 h 108"/>
                <a:gd name="T2" fmla="*/ 563 w 36"/>
                <a:gd name="T3" fmla="*/ 2048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8">
                  <a:moveTo>
                    <a:pt x="13" y="0"/>
                  </a:moveTo>
                  <a:cubicBezTo>
                    <a:pt x="0" y="37"/>
                    <a:pt x="31" y="73"/>
                    <a:pt x="36" y="108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22" name="Freeform 94">
              <a:extLst>
                <a:ext uri="{FF2B5EF4-FFF2-40B4-BE49-F238E27FC236}">
                  <a16:creationId xmlns:a16="http://schemas.microsoft.com/office/drawing/2014/main" id="{B7C90963-9DA3-4B2A-8B90-9A465D0D3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733"/>
              <a:ext cx="18" cy="152"/>
            </a:xfrm>
            <a:custGeom>
              <a:avLst/>
              <a:gdLst>
                <a:gd name="T0" fmla="*/ 0 w 7"/>
                <a:gd name="T1" fmla="*/ 0 h 57"/>
                <a:gd name="T2" fmla="*/ 118 w 7"/>
                <a:gd name="T3" fmla="*/ 605 h 57"/>
                <a:gd name="T4" fmla="*/ 67 w 7"/>
                <a:gd name="T5" fmla="*/ 108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7">
                  <a:moveTo>
                    <a:pt x="0" y="0"/>
                  </a:moveTo>
                  <a:cubicBezTo>
                    <a:pt x="1" y="11"/>
                    <a:pt x="7" y="22"/>
                    <a:pt x="7" y="32"/>
                  </a:cubicBezTo>
                  <a:cubicBezTo>
                    <a:pt x="7" y="40"/>
                    <a:pt x="2" y="49"/>
                    <a:pt x="4" y="5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23" name="Freeform 95">
              <a:extLst>
                <a:ext uri="{FF2B5EF4-FFF2-40B4-BE49-F238E27FC236}">
                  <a16:creationId xmlns:a16="http://schemas.microsoft.com/office/drawing/2014/main" id="{C8F5ADA6-6B24-4A2C-BF44-4D59FCCDF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755"/>
              <a:ext cx="37" cy="82"/>
            </a:xfrm>
            <a:custGeom>
              <a:avLst/>
              <a:gdLst>
                <a:gd name="T0" fmla="*/ 0 w 15"/>
                <a:gd name="T1" fmla="*/ 0 h 31"/>
                <a:gd name="T2" fmla="*/ 224 w 15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0" y="0"/>
                  </a:moveTo>
                  <a:cubicBezTo>
                    <a:pt x="1" y="11"/>
                    <a:pt x="14" y="19"/>
                    <a:pt x="15" y="3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24" name="Freeform 96">
              <a:extLst>
                <a:ext uri="{FF2B5EF4-FFF2-40B4-BE49-F238E27FC236}">
                  <a16:creationId xmlns:a16="http://schemas.microsoft.com/office/drawing/2014/main" id="{3AAFCA77-7463-4D37-8C00-1CA91142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733"/>
              <a:ext cx="33" cy="118"/>
            </a:xfrm>
            <a:custGeom>
              <a:avLst/>
              <a:gdLst>
                <a:gd name="T0" fmla="*/ 0 w 13"/>
                <a:gd name="T1" fmla="*/ 0 h 44"/>
                <a:gd name="T2" fmla="*/ 117 w 13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4">
                  <a:moveTo>
                    <a:pt x="0" y="0"/>
                  </a:moveTo>
                  <a:cubicBezTo>
                    <a:pt x="1" y="15"/>
                    <a:pt x="13" y="29"/>
                    <a:pt x="7" y="44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25" name="Freeform 97">
              <a:extLst>
                <a:ext uri="{FF2B5EF4-FFF2-40B4-BE49-F238E27FC236}">
                  <a16:creationId xmlns:a16="http://schemas.microsoft.com/office/drawing/2014/main" id="{7AA946F5-E650-48C0-BFA8-25BD1AF6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765"/>
              <a:ext cx="33" cy="115"/>
            </a:xfrm>
            <a:custGeom>
              <a:avLst/>
              <a:gdLst>
                <a:gd name="T0" fmla="*/ 213 w 13"/>
                <a:gd name="T1" fmla="*/ 0 h 43"/>
                <a:gd name="T2" fmla="*/ 117 w 13"/>
                <a:gd name="T3" fmla="*/ 479 h 43"/>
                <a:gd name="T4" fmla="*/ 0 w 13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3">
                  <a:moveTo>
                    <a:pt x="13" y="0"/>
                  </a:moveTo>
                  <a:cubicBezTo>
                    <a:pt x="13" y="10"/>
                    <a:pt x="12" y="16"/>
                    <a:pt x="7" y="25"/>
                  </a:cubicBezTo>
                  <a:cubicBezTo>
                    <a:pt x="4" y="31"/>
                    <a:pt x="0" y="36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26" name="Freeform 98">
              <a:extLst>
                <a:ext uri="{FF2B5EF4-FFF2-40B4-BE49-F238E27FC236}">
                  <a16:creationId xmlns:a16="http://schemas.microsoft.com/office/drawing/2014/main" id="{1544DCFC-A1FF-4713-9F38-7DF31E7FD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776"/>
              <a:ext cx="12" cy="19"/>
            </a:xfrm>
            <a:custGeom>
              <a:avLst/>
              <a:gdLst>
                <a:gd name="T0" fmla="*/ 0 w 5"/>
                <a:gd name="T1" fmla="*/ 0 h 7"/>
                <a:gd name="T2" fmla="*/ 7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2"/>
                    <a:pt x="3" y="5"/>
                    <a:pt x="5" y="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27" name="Freeform 99">
              <a:extLst>
                <a:ext uri="{FF2B5EF4-FFF2-40B4-BE49-F238E27FC236}">
                  <a16:creationId xmlns:a16="http://schemas.microsoft.com/office/drawing/2014/main" id="{5ACA0422-D9B3-4FE0-9BE7-37176C080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629"/>
              <a:ext cx="47" cy="70"/>
            </a:xfrm>
            <a:custGeom>
              <a:avLst/>
              <a:gdLst>
                <a:gd name="T0" fmla="*/ 275 w 19"/>
                <a:gd name="T1" fmla="*/ 0 h 26"/>
                <a:gd name="T2" fmla="*/ 0 w 19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6">
                  <a:moveTo>
                    <a:pt x="18" y="0"/>
                  </a:moveTo>
                  <a:cubicBezTo>
                    <a:pt x="19" y="13"/>
                    <a:pt x="5" y="16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28" name="Freeform 100">
              <a:extLst>
                <a:ext uri="{FF2B5EF4-FFF2-40B4-BE49-F238E27FC236}">
                  <a16:creationId xmlns:a16="http://schemas.microsoft.com/office/drawing/2014/main" id="{CC9D1FF3-C769-4ABE-942E-CE50E644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688"/>
              <a:ext cx="40" cy="109"/>
            </a:xfrm>
            <a:custGeom>
              <a:avLst/>
              <a:gdLst>
                <a:gd name="T0" fmla="*/ 95 w 16"/>
                <a:gd name="T1" fmla="*/ 0 h 41"/>
                <a:gd name="T2" fmla="*/ 188 w 16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1">
                  <a:moveTo>
                    <a:pt x="6" y="0"/>
                  </a:moveTo>
                  <a:cubicBezTo>
                    <a:pt x="0" y="14"/>
                    <a:pt x="16" y="27"/>
                    <a:pt x="12" y="4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29" name="Freeform 101">
              <a:extLst>
                <a:ext uri="{FF2B5EF4-FFF2-40B4-BE49-F238E27FC236}">
                  <a16:creationId xmlns:a16="http://schemas.microsoft.com/office/drawing/2014/main" id="{E3C51184-309C-403F-A7CA-1B5D59047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661"/>
              <a:ext cx="8" cy="51"/>
            </a:xfrm>
            <a:custGeom>
              <a:avLst/>
              <a:gdLst>
                <a:gd name="T0" fmla="*/ 56 w 3"/>
                <a:gd name="T1" fmla="*/ 0 h 19"/>
                <a:gd name="T2" fmla="*/ 56 w 3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3" y="0"/>
                  </a:moveTo>
                  <a:cubicBezTo>
                    <a:pt x="0" y="6"/>
                    <a:pt x="3" y="13"/>
                    <a:pt x="3" y="19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30" name="Freeform 102">
              <a:extLst>
                <a:ext uri="{FF2B5EF4-FFF2-40B4-BE49-F238E27FC236}">
                  <a16:creationId xmlns:a16="http://schemas.microsoft.com/office/drawing/2014/main" id="{BDAECB5E-CCFF-4DE0-A7D7-2DAFC589A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632"/>
              <a:ext cx="88" cy="16"/>
            </a:xfrm>
            <a:custGeom>
              <a:avLst/>
              <a:gdLst>
                <a:gd name="T0" fmla="*/ 0 w 35"/>
                <a:gd name="T1" fmla="*/ 0 h 6"/>
                <a:gd name="T2" fmla="*/ 556 w 3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0"/>
                  </a:moveTo>
                  <a:cubicBezTo>
                    <a:pt x="9" y="6"/>
                    <a:pt x="24" y="4"/>
                    <a:pt x="35" y="6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31" name="Freeform 103">
              <a:extLst>
                <a:ext uri="{FF2B5EF4-FFF2-40B4-BE49-F238E27FC236}">
                  <a16:creationId xmlns:a16="http://schemas.microsoft.com/office/drawing/2014/main" id="{04044F13-F90B-4B40-86A5-C8D2957ED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664"/>
              <a:ext cx="43" cy="85"/>
            </a:xfrm>
            <a:custGeom>
              <a:avLst/>
              <a:gdLst>
                <a:gd name="T0" fmla="*/ 0 w 17"/>
                <a:gd name="T1" fmla="*/ 0 h 32"/>
                <a:gd name="T2" fmla="*/ 276 w 17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8" y="10"/>
                    <a:pt x="9" y="24"/>
                    <a:pt x="17" y="32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32" name="Freeform 104">
              <a:extLst>
                <a:ext uri="{FF2B5EF4-FFF2-40B4-BE49-F238E27FC236}">
                  <a16:creationId xmlns:a16="http://schemas.microsoft.com/office/drawing/2014/main" id="{ED9FCFF0-CB08-450F-BCFF-E2D39879D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643"/>
              <a:ext cx="25" cy="61"/>
            </a:xfrm>
            <a:custGeom>
              <a:avLst/>
              <a:gdLst>
                <a:gd name="T0" fmla="*/ 0 w 10"/>
                <a:gd name="T1" fmla="*/ 0 h 23"/>
                <a:gd name="T2" fmla="*/ 158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5" y="7"/>
                    <a:pt x="5" y="16"/>
                    <a:pt x="10" y="23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33" name="Freeform 105">
              <a:extLst>
                <a:ext uri="{FF2B5EF4-FFF2-40B4-BE49-F238E27FC236}">
                  <a16:creationId xmlns:a16="http://schemas.microsoft.com/office/drawing/2014/main" id="{52BD3509-DE6D-4ACA-AD83-4C3F300205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3" y="1813"/>
              <a:ext cx="1514" cy="1110"/>
            </a:xfrm>
            <a:custGeom>
              <a:avLst/>
              <a:gdLst>
                <a:gd name="T0" fmla="*/ 8073 w 605"/>
                <a:gd name="T1" fmla="*/ 1788 h 416"/>
                <a:gd name="T2" fmla="*/ 7290 w 605"/>
                <a:gd name="T3" fmla="*/ 1003 h 416"/>
                <a:gd name="T4" fmla="*/ 6381 w 605"/>
                <a:gd name="T5" fmla="*/ 264 h 416"/>
                <a:gd name="T6" fmla="*/ 5561 w 605"/>
                <a:gd name="T7" fmla="*/ 35 h 416"/>
                <a:gd name="T8" fmla="*/ 4747 w 605"/>
                <a:gd name="T9" fmla="*/ 419 h 416"/>
                <a:gd name="T10" fmla="*/ 4715 w 605"/>
                <a:gd name="T11" fmla="*/ 419 h 416"/>
                <a:gd name="T12" fmla="*/ 3901 w 605"/>
                <a:gd name="T13" fmla="*/ 35 h 416"/>
                <a:gd name="T14" fmla="*/ 3101 w 605"/>
                <a:gd name="T15" fmla="*/ 264 h 416"/>
                <a:gd name="T16" fmla="*/ 2180 w 605"/>
                <a:gd name="T17" fmla="*/ 1003 h 416"/>
                <a:gd name="T18" fmla="*/ 1409 w 605"/>
                <a:gd name="T19" fmla="*/ 1788 h 416"/>
                <a:gd name="T20" fmla="*/ 1096 w 605"/>
                <a:gd name="T21" fmla="*/ 6137 h 416"/>
                <a:gd name="T22" fmla="*/ 3901 w 605"/>
                <a:gd name="T23" fmla="*/ 7733 h 416"/>
                <a:gd name="T24" fmla="*/ 4590 w 605"/>
                <a:gd name="T25" fmla="*/ 6137 h 416"/>
                <a:gd name="T26" fmla="*/ 4652 w 605"/>
                <a:gd name="T27" fmla="*/ 4784 h 416"/>
                <a:gd name="T28" fmla="*/ 4827 w 605"/>
                <a:gd name="T29" fmla="*/ 4784 h 416"/>
                <a:gd name="T30" fmla="*/ 4890 w 605"/>
                <a:gd name="T31" fmla="*/ 6137 h 416"/>
                <a:gd name="T32" fmla="*/ 5561 w 605"/>
                <a:gd name="T33" fmla="*/ 7733 h 416"/>
                <a:gd name="T34" fmla="*/ 8366 w 605"/>
                <a:gd name="T35" fmla="*/ 6137 h 416"/>
                <a:gd name="T36" fmla="*/ 8073 w 605"/>
                <a:gd name="T37" fmla="*/ 1788 h 416"/>
                <a:gd name="T38" fmla="*/ 4747 w 605"/>
                <a:gd name="T39" fmla="*/ 4371 h 416"/>
                <a:gd name="T40" fmla="*/ 4497 w 605"/>
                <a:gd name="T41" fmla="*/ 4237 h 416"/>
                <a:gd name="T42" fmla="*/ 4747 w 605"/>
                <a:gd name="T43" fmla="*/ 4101 h 416"/>
                <a:gd name="T44" fmla="*/ 4997 w 605"/>
                <a:gd name="T45" fmla="*/ 4237 h 416"/>
                <a:gd name="T46" fmla="*/ 4747 w 605"/>
                <a:gd name="T47" fmla="*/ 4371 h 41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5" h="416">
                  <a:moveTo>
                    <a:pt x="515" y="94"/>
                  </a:moveTo>
                  <a:cubicBezTo>
                    <a:pt x="494" y="63"/>
                    <a:pt x="485" y="74"/>
                    <a:pt x="465" y="53"/>
                  </a:cubicBezTo>
                  <a:cubicBezTo>
                    <a:pt x="445" y="32"/>
                    <a:pt x="428" y="13"/>
                    <a:pt x="407" y="14"/>
                  </a:cubicBezTo>
                  <a:cubicBezTo>
                    <a:pt x="385" y="16"/>
                    <a:pt x="375" y="0"/>
                    <a:pt x="355" y="2"/>
                  </a:cubicBezTo>
                  <a:cubicBezTo>
                    <a:pt x="307" y="5"/>
                    <a:pt x="303" y="22"/>
                    <a:pt x="303" y="22"/>
                  </a:cubicBezTo>
                  <a:cubicBezTo>
                    <a:pt x="301" y="22"/>
                    <a:pt x="301" y="22"/>
                    <a:pt x="301" y="22"/>
                  </a:cubicBezTo>
                  <a:cubicBezTo>
                    <a:pt x="301" y="22"/>
                    <a:pt x="297" y="5"/>
                    <a:pt x="249" y="2"/>
                  </a:cubicBezTo>
                  <a:cubicBezTo>
                    <a:pt x="230" y="0"/>
                    <a:pt x="220" y="16"/>
                    <a:pt x="198" y="14"/>
                  </a:cubicBezTo>
                  <a:cubicBezTo>
                    <a:pt x="176" y="13"/>
                    <a:pt x="160" y="32"/>
                    <a:pt x="139" y="53"/>
                  </a:cubicBezTo>
                  <a:cubicBezTo>
                    <a:pt x="119" y="74"/>
                    <a:pt x="111" y="63"/>
                    <a:pt x="90" y="94"/>
                  </a:cubicBezTo>
                  <a:cubicBezTo>
                    <a:pt x="68" y="126"/>
                    <a:pt x="0" y="231"/>
                    <a:pt x="70" y="323"/>
                  </a:cubicBezTo>
                  <a:cubicBezTo>
                    <a:pt x="140" y="416"/>
                    <a:pt x="188" y="411"/>
                    <a:pt x="249" y="407"/>
                  </a:cubicBezTo>
                  <a:cubicBezTo>
                    <a:pt x="310" y="402"/>
                    <a:pt x="294" y="362"/>
                    <a:pt x="293" y="323"/>
                  </a:cubicBezTo>
                  <a:cubicBezTo>
                    <a:pt x="292" y="284"/>
                    <a:pt x="287" y="257"/>
                    <a:pt x="297" y="252"/>
                  </a:cubicBezTo>
                  <a:cubicBezTo>
                    <a:pt x="308" y="252"/>
                    <a:pt x="308" y="252"/>
                    <a:pt x="308" y="252"/>
                  </a:cubicBezTo>
                  <a:cubicBezTo>
                    <a:pt x="318" y="257"/>
                    <a:pt x="312" y="284"/>
                    <a:pt x="312" y="323"/>
                  </a:cubicBezTo>
                  <a:cubicBezTo>
                    <a:pt x="311" y="362"/>
                    <a:pt x="294" y="402"/>
                    <a:pt x="355" y="407"/>
                  </a:cubicBezTo>
                  <a:cubicBezTo>
                    <a:pt x="416" y="411"/>
                    <a:pt x="464" y="416"/>
                    <a:pt x="534" y="323"/>
                  </a:cubicBezTo>
                  <a:cubicBezTo>
                    <a:pt x="605" y="231"/>
                    <a:pt x="536" y="126"/>
                    <a:pt x="515" y="94"/>
                  </a:cubicBezTo>
                  <a:close/>
                  <a:moveTo>
                    <a:pt x="303" y="230"/>
                  </a:moveTo>
                  <a:cubicBezTo>
                    <a:pt x="294" y="230"/>
                    <a:pt x="287" y="227"/>
                    <a:pt x="287" y="223"/>
                  </a:cubicBezTo>
                  <a:cubicBezTo>
                    <a:pt x="287" y="219"/>
                    <a:pt x="294" y="216"/>
                    <a:pt x="303" y="216"/>
                  </a:cubicBezTo>
                  <a:cubicBezTo>
                    <a:pt x="312" y="216"/>
                    <a:pt x="319" y="219"/>
                    <a:pt x="319" y="223"/>
                  </a:cubicBezTo>
                  <a:cubicBezTo>
                    <a:pt x="319" y="227"/>
                    <a:pt x="312" y="230"/>
                    <a:pt x="303" y="230"/>
                  </a:cubicBezTo>
                  <a:close/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636" name="spinal-cord-cross-section-illustration">
            <a:extLst>
              <a:ext uri="{FF2B5EF4-FFF2-40B4-BE49-F238E27FC236}">
                <a16:creationId xmlns:a16="http://schemas.microsoft.com/office/drawing/2014/main" id="{C8AA0834-94B7-40FC-B516-AF7AB7D5AD76}"/>
              </a:ext>
            </a:extLst>
          </p:cNvPr>
          <p:cNvGrpSpPr>
            <a:grpSpLocks/>
          </p:cNvGrpSpPr>
          <p:nvPr/>
        </p:nvGrpSpPr>
        <p:grpSpPr bwMode="auto">
          <a:xfrm>
            <a:off x="6492875" y="4716463"/>
            <a:ext cx="1590675" cy="1265237"/>
            <a:chOff x="3130" y="2971"/>
            <a:chExt cx="1002" cy="797"/>
          </a:xfrm>
        </p:grpSpPr>
        <p:sp>
          <p:nvSpPr>
            <p:cNvPr id="69940" name="Freeform 107">
              <a:extLst>
                <a:ext uri="{FF2B5EF4-FFF2-40B4-BE49-F238E27FC236}">
                  <a16:creationId xmlns:a16="http://schemas.microsoft.com/office/drawing/2014/main" id="{4CD82D74-5D33-4139-91DD-370E8C5929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0" y="2971"/>
              <a:ext cx="1002" cy="773"/>
            </a:xfrm>
            <a:custGeom>
              <a:avLst/>
              <a:gdLst>
                <a:gd name="T0" fmla="*/ 5120 w 401"/>
                <a:gd name="T1" fmla="*/ 797 h 290"/>
                <a:gd name="T2" fmla="*/ 4278 w 401"/>
                <a:gd name="T3" fmla="*/ 93 h 290"/>
                <a:gd name="T4" fmla="*/ 3121 w 401"/>
                <a:gd name="T5" fmla="*/ 418 h 290"/>
                <a:gd name="T6" fmla="*/ 1979 w 401"/>
                <a:gd name="T7" fmla="*/ 93 h 290"/>
                <a:gd name="T8" fmla="*/ 1124 w 401"/>
                <a:gd name="T9" fmla="*/ 797 h 290"/>
                <a:gd name="T10" fmla="*/ 167 w 401"/>
                <a:gd name="T11" fmla="*/ 3367 h 290"/>
                <a:gd name="T12" fmla="*/ 2199 w 401"/>
                <a:gd name="T13" fmla="*/ 5491 h 290"/>
                <a:gd name="T14" fmla="*/ 3071 w 401"/>
                <a:gd name="T15" fmla="*/ 3332 h 290"/>
                <a:gd name="T16" fmla="*/ 3166 w 401"/>
                <a:gd name="T17" fmla="*/ 3332 h 290"/>
                <a:gd name="T18" fmla="*/ 4058 w 401"/>
                <a:gd name="T19" fmla="*/ 5491 h 290"/>
                <a:gd name="T20" fmla="*/ 6087 w 401"/>
                <a:gd name="T21" fmla="*/ 3367 h 290"/>
                <a:gd name="T22" fmla="*/ 5120 w 401"/>
                <a:gd name="T23" fmla="*/ 797 h 290"/>
                <a:gd name="T24" fmla="*/ 3133 w 401"/>
                <a:gd name="T25" fmla="*/ 2935 h 290"/>
                <a:gd name="T26" fmla="*/ 2966 w 401"/>
                <a:gd name="T27" fmla="*/ 2799 h 290"/>
                <a:gd name="T28" fmla="*/ 3133 w 401"/>
                <a:gd name="T29" fmla="*/ 2692 h 290"/>
                <a:gd name="T30" fmla="*/ 3291 w 401"/>
                <a:gd name="T31" fmla="*/ 2799 h 290"/>
                <a:gd name="T32" fmla="*/ 3133 w 401"/>
                <a:gd name="T33" fmla="*/ 2935 h 2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1" h="290">
                  <a:moveTo>
                    <a:pt x="328" y="42"/>
                  </a:moveTo>
                  <a:cubicBezTo>
                    <a:pt x="318" y="28"/>
                    <a:pt x="296" y="8"/>
                    <a:pt x="274" y="5"/>
                  </a:cubicBezTo>
                  <a:cubicBezTo>
                    <a:pt x="223" y="0"/>
                    <a:pt x="200" y="22"/>
                    <a:pt x="200" y="22"/>
                  </a:cubicBezTo>
                  <a:cubicBezTo>
                    <a:pt x="200" y="22"/>
                    <a:pt x="177" y="0"/>
                    <a:pt x="127" y="5"/>
                  </a:cubicBezTo>
                  <a:cubicBezTo>
                    <a:pt x="105" y="8"/>
                    <a:pt x="83" y="28"/>
                    <a:pt x="72" y="42"/>
                  </a:cubicBezTo>
                  <a:cubicBezTo>
                    <a:pt x="62" y="55"/>
                    <a:pt x="0" y="102"/>
                    <a:pt x="11" y="178"/>
                  </a:cubicBezTo>
                  <a:cubicBezTo>
                    <a:pt x="21" y="254"/>
                    <a:pt x="68" y="290"/>
                    <a:pt x="141" y="290"/>
                  </a:cubicBezTo>
                  <a:cubicBezTo>
                    <a:pt x="214" y="290"/>
                    <a:pt x="187" y="182"/>
                    <a:pt x="197" y="176"/>
                  </a:cubicBezTo>
                  <a:cubicBezTo>
                    <a:pt x="203" y="176"/>
                    <a:pt x="203" y="176"/>
                    <a:pt x="203" y="176"/>
                  </a:cubicBezTo>
                  <a:cubicBezTo>
                    <a:pt x="214" y="182"/>
                    <a:pt x="187" y="290"/>
                    <a:pt x="260" y="290"/>
                  </a:cubicBezTo>
                  <a:cubicBezTo>
                    <a:pt x="333" y="290"/>
                    <a:pt x="380" y="254"/>
                    <a:pt x="390" y="178"/>
                  </a:cubicBezTo>
                  <a:cubicBezTo>
                    <a:pt x="401" y="102"/>
                    <a:pt x="339" y="55"/>
                    <a:pt x="328" y="42"/>
                  </a:cubicBezTo>
                  <a:close/>
                  <a:moveTo>
                    <a:pt x="201" y="155"/>
                  </a:moveTo>
                  <a:cubicBezTo>
                    <a:pt x="195" y="155"/>
                    <a:pt x="190" y="152"/>
                    <a:pt x="190" y="148"/>
                  </a:cubicBezTo>
                  <a:cubicBezTo>
                    <a:pt x="190" y="145"/>
                    <a:pt x="195" y="142"/>
                    <a:pt x="201" y="142"/>
                  </a:cubicBezTo>
                  <a:cubicBezTo>
                    <a:pt x="206" y="142"/>
                    <a:pt x="211" y="145"/>
                    <a:pt x="211" y="148"/>
                  </a:cubicBezTo>
                  <a:cubicBezTo>
                    <a:pt x="211" y="152"/>
                    <a:pt x="206" y="155"/>
                    <a:pt x="201" y="155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41" name="Freeform 108">
              <a:extLst>
                <a:ext uri="{FF2B5EF4-FFF2-40B4-BE49-F238E27FC236}">
                  <a16:creationId xmlns:a16="http://schemas.microsoft.com/office/drawing/2014/main" id="{BAA9B7E2-97A7-4F60-81F7-292D73D0B2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0" y="3085"/>
              <a:ext cx="865" cy="654"/>
            </a:xfrm>
            <a:custGeom>
              <a:avLst/>
              <a:gdLst>
                <a:gd name="T0" fmla="*/ 4333 w 346"/>
                <a:gd name="T1" fmla="*/ 1788 h 245"/>
                <a:gd name="T2" fmla="*/ 4708 w 346"/>
                <a:gd name="T3" fmla="*/ 571 h 245"/>
                <a:gd name="T4" fmla="*/ 4675 w 346"/>
                <a:gd name="T5" fmla="*/ 0 h 245"/>
                <a:gd name="T6" fmla="*/ 4063 w 346"/>
                <a:gd name="T7" fmla="*/ 136 h 245"/>
                <a:gd name="T8" fmla="*/ 3238 w 346"/>
                <a:gd name="T9" fmla="*/ 1161 h 245"/>
                <a:gd name="T10" fmla="*/ 2770 w 346"/>
                <a:gd name="T11" fmla="*/ 1788 h 245"/>
                <a:gd name="T12" fmla="*/ 2675 w 346"/>
                <a:gd name="T13" fmla="*/ 1788 h 245"/>
                <a:gd name="T14" fmla="*/ 2158 w 346"/>
                <a:gd name="T15" fmla="*/ 1161 h 245"/>
                <a:gd name="T16" fmla="*/ 1333 w 346"/>
                <a:gd name="T17" fmla="*/ 136 h 245"/>
                <a:gd name="T18" fmla="*/ 720 w 346"/>
                <a:gd name="T19" fmla="*/ 0 h 245"/>
                <a:gd name="T20" fmla="*/ 688 w 346"/>
                <a:gd name="T21" fmla="*/ 571 h 245"/>
                <a:gd name="T22" fmla="*/ 1063 w 346"/>
                <a:gd name="T23" fmla="*/ 1788 h 245"/>
                <a:gd name="T24" fmla="*/ 300 w 346"/>
                <a:gd name="T25" fmla="*/ 2587 h 245"/>
                <a:gd name="T26" fmla="*/ 925 w 346"/>
                <a:gd name="T27" fmla="*/ 3556 h 245"/>
                <a:gd name="T28" fmla="*/ 2158 w 346"/>
                <a:gd name="T29" fmla="*/ 3478 h 245"/>
                <a:gd name="T30" fmla="*/ 2658 w 346"/>
                <a:gd name="T31" fmla="*/ 2245 h 245"/>
                <a:gd name="T32" fmla="*/ 2738 w 346"/>
                <a:gd name="T33" fmla="*/ 2245 h 245"/>
                <a:gd name="T34" fmla="*/ 3250 w 346"/>
                <a:gd name="T35" fmla="*/ 3478 h 245"/>
                <a:gd name="T36" fmla="*/ 4488 w 346"/>
                <a:gd name="T37" fmla="*/ 3556 h 245"/>
                <a:gd name="T38" fmla="*/ 5095 w 346"/>
                <a:gd name="T39" fmla="*/ 2587 h 245"/>
                <a:gd name="T40" fmla="*/ 4333 w 346"/>
                <a:gd name="T41" fmla="*/ 1788 h 245"/>
                <a:gd name="T42" fmla="*/ 2708 w 346"/>
                <a:gd name="T43" fmla="*/ 2130 h 245"/>
                <a:gd name="T44" fmla="*/ 2533 w 346"/>
                <a:gd name="T45" fmla="*/ 1994 h 245"/>
                <a:gd name="T46" fmla="*/ 2708 w 346"/>
                <a:gd name="T47" fmla="*/ 1882 h 245"/>
                <a:gd name="T48" fmla="*/ 2863 w 346"/>
                <a:gd name="T49" fmla="*/ 1994 h 245"/>
                <a:gd name="T50" fmla="*/ 2708 w 346"/>
                <a:gd name="T51" fmla="*/ 2130 h 24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46" h="245">
                  <a:moveTo>
                    <a:pt x="277" y="94"/>
                  </a:moveTo>
                  <a:cubicBezTo>
                    <a:pt x="260" y="85"/>
                    <a:pt x="289" y="56"/>
                    <a:pt x="301" y="30"/>
                  </a:cubicBezTo>
                  <a:cubicBezTo>
                    <a:pt x="313" y="4"/>
                    <a:pt x="299" y="0"/>
                    <a:pt x="299" y="0"/>
                  </a:cubicBezTo>
                  <a:cubicBezTo>
                    <a:pt x="299" y="0"/>
                    <a:pt x="275" y="10"/>
                    <a:pt x="260" y="7"/>
                  </a:cubicBezTo>
                  <a:cubicBezTo>
                    <a:pt x="245" y="5"/>
                    <a:pt x="222" y="0"/>
                    <a:pt x="207" y="61"/>
                  </a:cubicBezTo>
                  <a:cubicBezTo>
                    <a:pt x="204" y="73"/>
                    <a:pt x="208" y="95"/>
                    <a:pt x="177" y="94"/>
                  </a:cubicBezTo>
                  <a:cubicBezTo>
                    <a:pt x="171" y="94"/>
                    <a:pt x="171" y="94"/>
                    <a:pt x="171" y="94"/>
                  </a:cubicBezTo>
                  <a:cubicBezTo>
                    <a:pt x="140" y="95"/>
                    <a:pt x="141" y="73"/>
                    <a:pt x="138" y="61"/>
                  </a:cubicBezTo>
                  <a:cubicBezTo>
                    <a:pt x="124" y="0"/>
                    <a:pt x="100" y="5"/>
                    <a:pt x="85" y="7"/>
                  </a:cubicBezTo>
                  <a:cubicBezTo>
                    <a:pt x="70" y="10"/>
                    <a:pt x="46" y="0"/>
                    <a:pt x="46" y="0"/>
                  </a:cubicBezTo>
                  <a:cubicBezTo>
                    <a:pt x="46" y="0"/>
                    <a:pt x="32" y="4"/>
                    <a:pt x="44" y="30"/>
                  </a:cubicBezTo>
                  <a:cubicBezTo>
                    <a:pt x="57" y="56"/>
                    <a:pt x="86" y="85"/>
                    <a:pt x="68" y="94"/>
                  </a:cubicBezTo>
                  <a:cubicBezTo>
                    <a:pt x="51" y="103"/>
                    <a:pt x="0" y="98"/>
                    <a:pt x="19" y="136"/>
                  </a:cubicBezTo>
                  <a:cubicBezTo>
                    <a:pt x="39" y="173"/>
                    <a:pt x="30" y="184"/>
                    <a:pt x="59" y="187"/>
                  </a:cubicBezTo>
                  <a:cubicBezTo>
                    <a:pt x="88" y="190"/>
                    <a:pt x="135" y="245"/>
                    <a:pt x="138" y="183"/>
                  </a:cubicBezTo>
                  <a:cubicBezTo>
                    <a:pt x="141" y="121"/>
                    <a:pt x="144" y="119"/>
                    <a:pt x="170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201" y="119"/>
                    <a:pt x="204" y="121"/>
                    <a:pt x="208" y="183"/>
                  </a:cubicBezTo>
                  <a:cubicBezTo>
                    <a:pt x="211" y="245"/>
                    <a:pt x="258" y="190"/>
                    <a:pt x="287" y="187"/>
                  </a:cubicBezTo>
                  <a:cubicBezTo>
                    <a:pt x="315" y="184"/>
                    <a:pt x="306" y="173"/>
                    <a:pt x="326" y="136"/>
                  </a:cubicBezTo>
                  <a:cubicBezTo>
                    <a:pt x="346" y="98"/>
                    <a:pt x="295" y="103"/>
                    <a:pt x="277" y="94"/>
                  </a:cubicBezTo>
                  <a:close/>
                  <a:moveTo>
                    <a:pt x="173" y="112"/>
                  </a:moveTo>
                  <a:cubicBezTo>
                    <a:pt x="167" y="112"/>
                    <a:pt x="162" y="109"/>
                    <a:pt x="162" y="105"/>
                  </a:cubicBezTo>
                  <a:cubicBezTo>
                    <a:pt x="162" y="102"/>
                    <a:pt x="167" y="99"/>
                    <a:pt x="173" y="99"/>
                  </a:cubicBezTo>
                  <a:cubicBezTo>
                    <a:pt x="179" y="99"/>
                    <a:pt x="183" y="102"/>
                    <a:pt x="183" y="105"/>
                  </a:cubicBezTo>
                  <a:cubicBezTo>
                    <a:pt x="183" y="109"/>
                    <a:pt x="179" y="112"/>
                    <a:pt x="173" y="112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42" name="Freeform 109">
              <a:extLst>
                <a:ext uri="{FF2B5EF4-FFF2-40B4-BE49-F238E27FC236}">
                  <a16:creationId xmlns:a16="http://schemas.microsoft.com/office/drawing/2014/main" id="{694EE61E-F3C9-4156-919B-E1845058B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085"/>
              <a:ext cx="865" cy="654"/>
            </a:xfrm>
            <a:custGeom>
              <a:avLst/>
              <a:gdLst>
                <a:gd name="T0" fmla="*/ 4333 w 346"/>
                <a:gd name="T1" fmla="*/ 1788 h 245"/>
                <a:gd name="T2" fmla="*/ 4708 w 346"/>
                <a:gd name="T3" fmla="*/ 571 h 245"/>
                <a:gd name="T4" fmla="*/ 4675 w 346"/>
                <a:gd name="T5" fmla="*/ 0 h 245"/>
                <a:gd name="T6" fmla="*/ 4063 w 346"/>
                <a:gd name="T7" fmla="*/ 136 h 245"/>
                <a:gd name="T8" fmla="*/ 3238 w 346"/>
                <a:gd name="T9" fmla="*/ 1161 h 245"/>
                <a:gd name="T10" fmla="*/ 2770 w 346"/>
                <a:gd name="T11" fmla="*/ 1788 h 245"/>
                <a:gd name="T12" fmla="*/ 2675 w 346"/>
                <a:gd name="T13" fmla="*/ 1788 h 245"/>
                <a:gd name="T14" fmla="*/ 2158 w 346"/>
                <a:gd name="T15" fmla="*/ 1161 h 245"/>
                <a:gd name="T16" fmla="*/ 1333 w 346"/>
                <a:gd name="T17" fmla="*/ 136 h 245"/>
                <a:gd name="T18" fmla="*/ 720 w 346"/>
                <a:gd name="T19" fmla="*/ 0 h 245"/>
                <a:gd name="T20" fmla="*/ 688 w 346"/>
                <a:gd name="T21" fmla="*/ 571 h 245"/>
                <a:gd name="T22" fmla="*/ 1063 w 346"/>
                <a:gd name="T23" fmla="*/ 1788 h 245"/>
                <a:gd name="T24" fmla="*/ 300 w 346"/>
                <a:gd name="T25" fmla="*/ 2587 h 245"/>
                <a:gd name="T26" fmla="*/ 925 w 346"/>
                <a:gd name="T27" fmla="*/ 3556 h 245"/>
                <a:gd name="T28" fmla="*/ 2158 w 346"/>
                <a:gd name="T29" fmla="*/ 3478 h 245"/>
                <a:gd name="T30" fmla="*/ 2658 w 346"/>
                <a:gd name="T31" fmla="*/ 2245 h 245"/>
                <a:gd name="T32" fmla="*/ 2738 w 346"/>
                <a:gd name="T33" fmla="*/ 2245 h 245"/>
                <a:gd name="T34" fmla="*/ 3250 w 346"/>
                <a:gd name="T35" fmla="*/ 3478 h 245"/>
                <a:gd name="T36" fmla="*/ 4488 w 346"/>
                <a:gd name="T37" fmla="*/ 3556 h 245"/>
                <a:gd name="T38" fmla="*/ 5095 w 346"/>
                <a:gd name="T39" fmla="*/ 2587 h 245"/>
                <a:gd name="T40" fmla="*/ 4333 w 346"/>
                <a:gd name="T41" fmla="*/ 1788 h 2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6" h="245">
                  <a:moveTo>
                    <a:pt x="277" y="94"/>
                  </a:moveTo>
                  <a:cubicBezTo>
                    <a:pt x="260" y="85"/>
                    <a:pt x="289" y="56"/>
                    <a:pt x="301" y="30"/>
                  </a:cubicBezTo>
                  <a:cubicBezTo>
                    <a:pt x="313" y="4"/>
                    <a:pt x="299" y="0"/>
                    <a:pt x="299" y="0"/>
                  </a:cubicBezTo>
                  <a:cubicBezTo>
                    <a:pt x="299" y="0"/>
                    <a:pt x="275" y="10"/>
                    <a:pt x="260" y="7"/>
                  </a:cubicBezTo>
                  <a:cubicBezTo>
                    <a:pt x="245" y="5"/>
                    <a:pt x="222" y="0"/>
                    <a:pt x="207" y="61"/>
                  </a:cubicBezTo>
                  <a:cubicBezTo>
                    <a:pt x="204" y="73"/>
                    <a:pt x="208" y="95"/>
                    <a:pt x="177" y="94"/>
                  </a:cubicBezTo>
                  <a:cubicBezTo>
                    <a:pt x="171" y="94"/>
                    <a:pt x="171" y="94"/>
                    <a:pt x="171" y="94"/>
                  </a:cubicBezTo>
                  <a:cubicBezTo>
                    <a:pt x="140" y="95"/>
                    <a:pt x="141" y="73"/>
                    <a:pt x="138" y="61"/>
                  </a:cubicBezTo>
                  <a:cubicBezTo>
                    <a:pt x="124" y="0"/>
                    <a:pt x="100" y="5"/>
                    <a:pt x="85" y="7"/>
                  </a:cubicBezTo>
                  <a:cubicBezTo>
                    <a:pt x="70" y="10"/>
                    <a:pt x="46" y="0"/>
                    <a:pt x="46" y="0"/>
                  </a:cubicBezTo>
                  <a:cubicBezTo>
                    <a:pt x="46" y="0"/>
                    <a:pt x="32" y="4"/>
                    <a:pt x="44" y="30"/>
                  </a:cubicBezTo>
                  <a:cubicBezTo>
                    <a:pt x="57" y="56"/>
                    <a:pt x="86" y="85"/>
                    <a:pt x="68" y="94"/>
                  </a:cubicBezTo>
                  <a:cubicBezTo>
                    <a:pt x="51" y="103"/>
                    <a:pt x="0" y="98"/>
                    <a:pt x="19" y="136"/>
                  </a:cubicBezTo>
                  <a:cubicBezTo>
                    <a:pt x="39" y="173"/>
                    <a:pt x="30" y="184"/>
                    <a:pt x="59" y="187"/>
                  </a:cubicBezTo>
                  <a:cubicBezTo>
                    <a:pt x="88" y="190"/>
                    <a:pt x="135" y="245"/>
                    <a:pt x="138" y="183"/>
                  </a:cubicBezTo>
                  <a:cubicBezTo>
                    <a:pt x="141" y="121"/>
                    <a:pt x="144" y="119"/>
                    <a:pt x="170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201" y="119"/>
                    <a:pt x="204" y="121"/>
                    <a:pt x="208" y="183"/>
                  </a:cubicBezTo>
                  <a:cubicBezTo>
                    <a:pt x="211" y="245"/>
                    <a:pt x="258" y="190"/>
                    <a:pt x="287" y="187"/>
                  </a:cubicBezTo>
                  <a:cubicBezTo>
                    <a:pt x="315" y="184"/>
                    <a:pt x="306" y="173"/>
                    <a:pt x="326" y="136"/>
                  </a:cubicBezTo>
                  <a:cubicBezTo>
                    <a:pt x="346" y="98"/>
                    <a:pt x="295" y="103"/>
                    <a:pt x="277" y="9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43" name="Freeform 110">
              <a:extLst>
                <a:ext uri="{FF2B5EF4-FFF2-40B4-BE49-F238E27FC236}">
                  <a16:creationId xmlns:a16="http://schemas.microsoft.com/office/drawing/2014/main" id="{1A9E88B5-3549-4D03-944A-764E57453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3219"/>
              <a:ext cx="60" cy="144"/>
            </a:xfrm>
            <a:custGeom>
              <a:avLst/>
              <a:gdLst>
                <a:gd name="T0" fmla="*/ 375 w 24"/>
                <a:gd name="T1" fmla="*/ 888 h 54"/>
                <a:gd name="T2" fmla="*/ 0 w 24"/>
                <a:gd name="T3" fmla="*/ 0 h 54"/>
                <a:gd name="T4" fmla="*/ 375 w 24"/>
                <a:gd name="T5" fmla="*/ 88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4">
                  <a:moveTo>
                    <a:pt x="24" y="47"/>
                  </a:moveTo>
                  <a:cubicBezTo>
                    <a:pt x="24" y="47"/>
                    <a:pt x="8" y="50"/>
                    <a:pt x="0" y="0"/>
                  </a:cubicBezTo>
                  <a:cubicBezTo>
                    <a:pt x="0" y="0"/>
                    <a:pt x="4" y="54"/>
                    <a:pt x="24" y="47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44" name="Freeform 111">
              <a:extLst>
                <a:ext uri="{FF2B5EF4-FFF2-40B4-BE49-F238E27FC236}">
                  <a16:creationId xmlns:a16="http://schemas.microsoft.com/office/drawing/2014/main" id="{FAF5FA6B-508B-4C28-9EBE-FED620D6B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3264"/>
              <a:ext cx="98" cy="93"/>
            </a:xfrm>
            <a:custGeom>
              <a:avLst/>
              <a:gdLst>
                <a:gd name="T0" fmla="*/ 221 w 39"/>
                <a:gd name="T1" fmla="*/ 0 h 35"/>
                <a:gd name="T2" fmla="*/ 0 w 39"/>
                <a:gd name="T3" fmla="*/ 656 h 35"/>
                <a:gd name="T4" fmla="*/ 221 w 39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5">
                  <a:moveTo>
                    <a:pt x="14" y="0"/>
                  </a:moveTo>
                  <a:cubicBezTo>
                    <a:pt x="14" y="0"/>
                    <a:pt x="34" y="28"/>
                    <a:pt x="0" y="35"/>
                  </a:cubicBezTo>
                  <a:cubicBezTo>
                    <a:pt x="0" y="35"/>
                    <a:pt x="39" y="34"/>
                    <a:pt x="14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45" name="Freeform 112">
              <a:extLst>
                <a:ext uri="{FF2B5EF4-FFF2-40B4-BE49-F238E27FC236}">
                  <a16:creationId xmlns:a16="http://schemas.microsoft.com/office/drawing/2014/main" id="{76EA08D6-1254-4161-AA38-3192AD5A6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400"/>
              <a:ext cx="43" cy="181"/>
            </a:xfrm>
            <a:custGeom>
              <a:avLst/>
              <a:gdLst>
                <a:gd name="T0" fmla="*/ 0 w 17"/>
                <a:gd name="T1" fmla="*/ 0 h 68"/>
                <a:gd name="T2" fmla="*/ 192 w 17"/>
                <a:gd name="T3" fmla="*/ 1283 h 68"/>
                <a:gd name="T4" fmla="*/ 0 w 17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8">
                  <a:moveTo>
                    <a:pt x="0" y="0"/>
                  </a:moveTo>
                  <a:cubicBezTo>
                    <a:pt x="0" y="0"/>
                    <a:pt x="11" y="2"/>
                    <a:pt x="12" y="68"/>
                  </a:cubicBezTo>
                  <a:cubicBezTo>
                    <a:pt x="12" y="68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46" name="Freeform 113">
              <a:extLst>
                <a:ext uri="{FF2B5EF4-FFF2-40B4-BE49-F238E27FC236}">
                  <a16:creationId xmlns:a16="http://schemas.microsoft.com/office/drawing/2014/main" id="{45E122F2-7004-49FF-BF82-EC19A5195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077"/>
              <a:ext cx="110" cy="158"/>
            </a:xfrm>
            <a:custGeom>
              <a:avLst/>
              <a:gdLst>
                <a:gd name="T0" fmla="*/ 688 w 44"/>
                <a:gd name="T1" fmla="*/ 252 h 59"/>
                <a:gd name="T2" fmla="*/ 0 w 44"/>
                <a:gd name="T3" fmla="*/ 1133 h 59"/>
                <a:gd name="T4" fmla="*/ 688 w 44"/>
                <a:gd name="T5" fmla="*/ 252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9">
                  <a:moveTo>
                    <a:pt x="44" y="13"/>
                  </a:moveTo>
                  <a:cubicBezTo>
                    <a:pt x="44" y="13"/>
                    <a:pt x="16" y="0"/>
                    <a:pt x="0" y="59"/>
                  </a:cubicBezTo>
                  <a:cubicBezTo>
                    <a:pt x="0" y="59"/>
                    <a:pt x="14" y="10"/>
                    <a:pt x="44" y="13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47" name="Freeform 114">
              <a:extLst>
                <a:ext uri="{FF2B5EF4-FFF2-40B4-BE49-F238E27FC236}">
                  <a16:creationId xmlns:a16="http://schemas.microsoft.com/office/drawing/2014/main" id="{682A7EE6-169A-4F97-91B5-A5DE799A0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355"/>
              <a:ext cx="25" cy="29"/>
            </a:xfrm>
            <a:custGeom>
              <a:avLst/>
              <a:gdLst>
                <a:gd name="T0" fmla="*/ 50 w 10"/>
                <a:gd name="T1" fmla="*/ 0 h 11"/>
                <a:gd name="T2" fmla="*/ 0 w 10"/>
                <a:gd name="T3" fmla="*/ 200 h 11"/>
                <a:gd name="T4" fmla="*/ 50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0"/>
                  </a:moveTo>
                  <a:cubicBezTo>
                    <a:pt x="3" y="0"/>
                    <a:pt x="8" y="8"/>
                    <a:pt x="0" y="11"/>
                  </a:cubicBezTo>
                  <a:cubicBezTo>
                    <a:pt x="0" y="11"/>
                    <a:pt x="10" y="9"/>
                    <a:pt x="3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48" name="Freeform 115">
              <a:extLst>
                <a:ext uri="{FF2B5EF4-FFF2-40B4-BE49-F238E27FC236}">
                  <a16:creationId xmlns:a16="http://schemas.microsoft.com/office/drawing/2014/main" id="{2C8BE3F3-E2EE-40DA-A702-BE55F00E7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3032"/>
              <a:ext cx="15" cy="288"/>
            </a:xfrm>
            <a:custGeom>
              <a:avLst/>
              <a:gdLst>
                <a:gd name="T0" fmla="*/ 20 w 6"/>
                <a:gd name="T1" fmla="*/ 0 h 108"/>
                <a:gd name="T2" fmla="*/ 50 w 6"/>
                <a:gd name="T3" fmla="*/ 2048 h 108"/>
                <a:gd name="T4" fmla="*/ 63 w 6"/>
                <a:gd name="T5" fmla="*/ 0 h 108"/>
                <a:gd name="T6" fmla="*/ 20 w 6"/>
                <a:gd name="T7" fmla="*/ 0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8">
                  <a:moveTo>
                    <a:pt x="1" y="0"/>
                  </a:moveTo>
                  <a:cubicBezTo>
                    <a:pt x="1" y="0"/>
                    <a:pt x="0" y="94"/>
                    <a:pt x="3" y="108"/>
                  </a:cubicBezTo>
                  <a:cubicBezTo>
                    <a:pt x="3" y="108"/>
                    <a:pt x="6" y="7"/>
                    <a:pt x="4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49" name="Freeform 116">
              <a:extLst>
                <a:ext uri="{FF2B5EF4-FFF2-40B4-BE49-F238E27FC236}">
                  <a16:creationId xmlns:a16="http://schemas.microsoft.com/office/drawing/2014/main" id="{F025F0D8-2B44-41ED-A954-F030E71CA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984"/>
              <a:ext cx="200" cy="227"/>
            </a:xfrm>
            <a:custGeom>
              <a:avLst/>
              <a:gdLst>
                <a:gd name="T0" fmla="*/ 1188 w 80"/>
                <a:gd name="T1" fmla="*/ 1618 h 85"/>
                <a:gd name="T2" fmla="*/ 1083 w 80"/>
                <a:gd name="T3" fmla="*/ 342 h 85"/>
                <a:gd name="T4" fmla="*/ 0 w 80"/>
                <a:gd name="T5" fmla="*/ 115 h 85"/>
                <a:gd name="T6" fmla="*/ 658 w 80"/>
                <a:gd name="T7" fmla="*/ 264 h 85"/>
                <a:gd name="T8" fmla="*/ 1188 w 80"/>
                <a:gd name="T9" fmla="*/ 1618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5">
                  <a:moveTo>
                    <a:pt x="76" y="85"/>
                  </a:moveTo>
                  <a:cubicBezTo>
                    <a:pt x="76" y="85"/>
                    <a:pt x="80" y="27"/>
                    <a:pt x="69" y="18"/>
                  </a:cubicBezTo>
                  <a:cubicBezTo>
                    <a:pt x="58" y="9"/>
                    <a:pt x="43" y="0"/>
                    <a:pt x="0" y="6"/>
                  </a:cubicBezTo>
                  <a:cubicBezTo>
                    <a:pt x="0" y="6"/>
                    <a:pt x="25" y="2"/>
                    <a:pt x="42" y="14"/>
                  </a:cubicBezTo>
                  <a:cubicBezTo>
                    <a:pt x="60" y="26"/>
                    <a:pt x="69" y="22"/>
                    <a:pt x="76" y="85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50" name="Freeform 117">
              <a:extLst>
                <a:ext uri="{FF2B5EF4-FFF2-40B4-BE49-F238E27FC236}">
                  <a16:creationId xmlns:a16="http://schemas.microsoft.com/office/drawing/2014/main" id="{28B820CB-93FE-40A4-85D7-68FE519DC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000"/>
              <a:ext cx="82" cy="112"/>
            </a:xfrm>
            <a:custGeom>
              <a:avLst/>
              <a:gdLst>
                <a:gd name="T0" fmla="*/ 507 w 33"/>
                <a:gd name="T1" fmla="*/ 0 h 42"/>
                <a:gd name="T2" fmla="*/ 75 w 33"/>
                <a:gd name="T3" fmla="*/ 797 h 42"/>
                <a:gd name="T4" fmla="*/ 507 w 3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2">
                  <a:moveTo>
                    <a:pt x="33" y="0"/>
                  </a:moveTo>
                  <a:cubicBezTo>
                    <a:pt x="33" y="0"/>
                    <a:pt x="0" y="1"/>
                    <a:pt x="5" y="42"/>
                  </a:cubicBezTo>
                  <a:cubicBezTo>
                    <a:pt x="5" y="42"/>
                    <a:pt x="10" y="5"/>
                    <a:pt x="33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51" name="Freeform 118">
              <a:extLst>
                <a:ext uri="{FF2B5EF4-FFF2-40B4-BE49-F238E27FC236}">
                  <a16:creationId xmlns:a16="http://schemas.microsoft.com/office/drawing/2014/main" id="{559F337A-4743-4786-B711-A57D479E1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611"/>
              <a:ext cx="105" cy="125"/>
            </a:xfrm>
            <a:custGeom>
              <a:avLst/>
              <a:gdLst>
                <a:gd name="T0" fmla="*/ 0 w 42"/>
                <a:gd name="T1" fmla="*/ 261 h 47"/>
                <a:gd name="T2" fmla="*/ 658 w 42"/>
                <a:gd name="T3" fmla="*/ 0 h 47"/>
                <a:gd name="T4" fmla="*/ 0 w 42"/>
                <a:gd name="T5" fmla="*/ 26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7">
                  <a:moveTo>
                    <a:pt x="0" y="14"/>
                  </a:moveTo>
                  <a:cubicBezTo>
                    <a:pt x="0" y="14"/>
                    <a:pt x="33" y="39"/>
                    <a:pt x="42" y="0"/>
                  </a:cubicBezTo>
                  <a:cubicBezTo>
                    <a:pt x="42" y="0"/>
                    <a:pt x="41" y="47"/>
                    <a:pt x="0" y="14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52" name="Freeform 119">
              <a:extLst>
                <a:ext uri="{FF2B5EF4-FFF2-40B4-BE49-F238E27FC236}">
                  <a16:creationId xmlns:a16="http://schemas.microsoft.com/office/drawing/2014/main" id="{91023358-41AE-47CB-8A6D-4FFA109CB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3624"/>
              <a:ext cx="175" cy="144"/>
            </a:xfrm>
            <a:custGeom>
              <a:avLst/>
              <a:gdLst>
                <a:gd name="T0" fmla="*/ 0 w 70"/>
                <a:gd name="T1" fmla="*/ 0 h 54"/>
                <a:gd name="T2" fmla="*/ 1095 w 70"/>
                <a:gd name="T3" fmla="*/ 717 h 54"/>
                <a:gd name="T4" fmla="*/ 0 w 70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4">
                  <a:moveTo>
                    <a:pt x="0" y="0"/>
                  </a:moveTo>
                  <a:cubicBezTo>
                    <a:pt x="0" y="0"/>
                    <a:pt x="5" y="54"/>
                    <a:pt x="70" y="38"/>
                  </a:cubicBezTo>
                  <a:cubicBezTo>
                    <a:pt x="70" y="38"/>
                    <a:pt x="21" y="48"/>
                    <a:pt x="0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53" name="Freeform 120">
              <a:extLst>
                <a:ext uri="{FF2B5EF4-FFF2-40B4-BE49-F238E27FC236}">
                  <a16:creationId xmlns:a16="http://schemas.microsoft.com/office/drawing/2014/main" id="{2B22A740-2B8E-45FB-A858-236DACAE9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016"/>
              <a:ext cx="120" cy="293"/>
            </a:xfrm>
            <a:custGeom>
              <a:avLst/>
              <a:gdLst>
                <a:gd name="T0" fmla="*/ 0 w 48"/>
                <a:gd name="T1" fmla="*/ 2078 h 110"/>
                <a:gd name="T2" fmla="*/ 113 w 48"/>
                <a:gd name="T3" fmla="*/ 1681 h 110"/>
                <a:gd name="T4" fmla="*/ 238 w 48"/>
                <a:gd name="T5" fmla="*/ 908 h 110"/>
                <a:gd name="T6" fmla="*/ 750 w 48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0">
                  <a:moveTo>
                    <a:pt x="0" y="110"/>
                  </a:moveTo>
                  <a:cubicBezTo>
                    <a:pt x="5" y="106"/>
                    <a:pt x="6" y="95"/>
                    <a:pt x="7" y="89"/>
                  </a:cubicBezTo>
                  <a:cubicBezTo>
                    <a:pt x="10" y="76"/>
                    <a:pt x="11" y="61"/>
                    <a:pt x="15" y="48"/>
                  </a:cubicBezTo>
                  <a:cubicBezTo>
                    <a:pt x="20" y="28"/>
                    <a:pt x="31" y="11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54" name="Freeform 121">
              <a:extLst>
                <a:ext uri="{FF2B5EF4-FFF2-40B4-BE49-F238E27FC236}">
                  <a16:creationId xmlns:a16="http://schemas.microsoft.com/office/drawing/2014/main" id="{065B911D-0DC2-4936-8A10-774264248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024"/>
              <a:ext cx="173" cy="123"/>
            </a:xfrm>
            <a:custGeom>
              <a:avLst/>
              <a:gdLst>
                <a:gd name="T0" fmla="*/ 20 w 69"/>
                <a:gd name="T1" fmla="*/ 880 h 46"/>
                <a:gd name="T2" fmla="*/ 83 w 69"/>
                <a:gd name="T3" fmla="*/ 743 h 46"/>
                <a:gd name="T4" fmla="*/ 459 w 69"/>
                <a:gd name="T5" fmla="*/ 342 h 46"/>
                <a:gd name="T6" fmla="*/ 930 w 69"/>
                <a:gd name="T7" fmla="*/ 78 h 46"/>
                <a:gd name="T8" fmla="*/ 1088 w 69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6">
                  <a:moveTo>
                    <a:pt x="1" y="46"/>
                  </a:moveTo>
                  <a:cubicBezTo>
                    <a:pt x="0" y="43"/>
                    <a:pt x="3" y="41"/>
                    <a:pt x="5" y="39"/>
                  </a:cubicBezTo>
                  <a:cubicBezTo>
                    <a:pt x="12" y="32"/>
                    <a:pt x="21" y="24"/>
                    <a:pt x="29" y="18"/>
                  </a:cubicBezTo>
                  <a:cubicBezTo>
                    <a:pt x="38" y="11"/>
                    <a:pt x="49" y="8"/>
                    <a:pt x="59" y="4"/>
                  </a:cubicBezTo>
                  <a:cubicBezTo>
                    <a:pt x="63" y="2"/>
                    <a:pt x="66" y="1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55" name="Freeform 122">
              <a:extLst>
                <a:ext uri="{FF2B5EF4-FFF2-40B4-BE49-F238E27FC236}">
                  <a16:creationId xmlns:a16="http://schemas.microsoft.com/office/drawing/2014/main" id="{2D1F720B-6B94-456E-8D2B-388233BE2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088"/>
              <a:ext cx="12" cy="133"/>
            </a:xfrm>
            <a:custGeom>
              <a:avLst/>
              <a:gdLst>
                <a:gd name="T0" fmla="*/ 41 w 5"/>
                <a:gd name="T1" fmla="*/ 0 h 50"/>
                <a:gd name="T2" fmla="*/ 12 w 5"/>
                <a:gd name="T3" fmla="*/ 545 h 50"/>
                <a:gd name="T4" fmla="*/ 70 w 5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0">
                  <a:moveTo>
                    <a:pt x="3" y="0"/>
                  </a:moveTo>
                  <a:cubicBezTo>
                    <a:pt x="3" y="10"/>
                    <a:pt x="0" y="19"/>
                    <a:pt x="1" y="29"/>
                  </a:cubicBezTo>
                  <a:cubicBezTo>
                    <a:pt x="2" y="36"/>
                    <a:pt x="4" y="43"/>
                    <a:pt x="5" y="5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56" name="Freeform 123">
              <a:extLst>
                <a:ext uri="{FF2B5EF4-FFF2-40B4-BE49-F238E27FC236}">
                  <a16:creationId xmlns:a16="http://schemas.microsoft.com/office/drawing/2014/main" id="{99B0E7D6-AAD9-4FBE-A886-C93A6BC95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3040"/>
              <a:ext cx="137" cy="256"/>
            </a:xfrm>
            <a:custGeom>
              <a:avLst/>
              <a:gdLst>
                <a:gd name="T0" fmla="*/ 0 w 55"/>
                <a:gd name="T1" fmla="*/ 0 h 96"/>
                <a:gd name="T2" fmla="*/ 371 w 55"/>
                <a:gd name="T3" fmla="*/ 264 h 96"/>
                <a:gd name="T4" fmla="*/ 603 w 55"/>
                <a:gd name="T5" fmla="*/ 888 h 96"/>
                <a:gd name="T6" fmla="*/ 712 w 55"/>
                <a:gd name="T7" fmla="*/ 1459 h 96"/>
                <a:gd name="T8" fmla="*/ 849 w 55"/>
                <a:gd name="T9" fmla="*/ 182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96">
                  <a:moveTo>
                    <a:pt x="0" y="0"/>
                  </a:moveTo>
                  <a:cubicBezTo>
                    <a:pt x="7" y="6"/>
                    <a:pt x="17" y="8"/>
                    <a:pt x="24" y="14"/>
                  </a:cubicBezTo>
                  <a:cubicBezTo>
                    <a:pt x="32" y="23"/>
                    <a:pt x="37" y="36"/>
                    <a:pt x="39" y="47"/>
                  </a:cubicBezTo>
                  <a:cubicBezTo>
                    <a:pt x="42" y="57"/>
                    <a:pt x="43" y="67"/>
                    <a:pt x="46" y="77"/>
                  </a:cubicBezTo>
                  <a:cubicBezTo>
                    <a:pt x="48" y="84"/>
                    <a:pt x="52" y="90"/>
                    <a:pt x="55" y="96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57" name="Freeform 124">
              <a:extLst>
                <a:ext uri="{FF2B5EF4-FFF2-40B4-BE49-F238E27FC236}">
                  <a16:creationId xmlns:a16="http://schemas.microsoft.com/office/drawing/2014/main" id="{D7EBDF0C-5EEF-4215-8284-0DC6028A0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3056"/>
              <a:ext cx="203" cy="152"/>
            </a:xfrm>
            <a:custGeom>
              <a:avLst/>
              <a:gdLst>
                <a:gd name="T0" fmla="*/ 1276 w 81"/>
                <a:gd name="T1" fmla="*/ 1080 h 57"/>
                <a:gd name="T2" fmla="*/ 1055 w 81"/>
                <a:gd name="T3" fmla="*/ 661 h 57"/>
                <a:gd name="T4" fmla="*/ 692 w 81"/>
                <a:gd name="T5" fmla="*/ 248 h 57"/>
                <a:gd name="T6" fmla="*/ 313 w 81"/>
                <a:gd name="T7" fmla="*/ 136 h 57"/>
                <a:gd name="T8" fmla="*/ 0 w 81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57">
                  <a:moveTo>
                    <a:pt x="81" y="57"/>
                  </a:moveTo>
                  <a:cubicBezTo>
                    <a:pt x="76" y="49"/>
                    <a:pt x="73" y="41"/>
                    <a:pt x="67" y="35"/>
                  </a:cubicBezTo>
                  <a:cubicBezTo>
                    <a:pt x="60" y="27"/>
                    <a:pt x="53" y="18"/>
                    <a:pt x="44" y="13"/>
                  </a:cubicBezTo>
                  <a:cubicBezTo>
                    <a:pt x="37" y="10"/>
                    <a:pt x="28" y="8"/>
                    <a:pt x="20" y="7"/>
                  </a:cubicBezTo>
                  <a:cubicBezTo>
                    <a:pt x="13" y="7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58" name="Freeform 125">
              <a:extLst>
                <a:ext uri="{FF2B5EF4-FFF2-40B4-BE49-F238E27FC236}">
                  <a16:creationId xmlns:a16="http://schemas.microsoft.com/office/drawing/2014/main" id="{9E668F85-FD73-43F6-97E2-545BDDFCC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3024"/>
              <a:ext cx="38" cy="75"/>
            </a:xfrm>
            <a:custGeom>
              <a:avLst/>
              <a:gdLst>
                <a:gd name="T0" fmla="*/ 243 w 15"/>
                <a:gd name="T1" fmla="*/ 538 h 28"/>
                <a:gd name="T2" fmla="*/ 0 w 1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15" y="28"/>
                  </a:moveTo>
                  <a:cubicBezTo>
                    <a:pt x="7" y="21"/>
                    <a:pt x="8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59" name="Freeform 126">
              <a:extLst>
                <a:ext uri="{FF2B5EF4-FFF2-40B4-BE49-F238E27FC236}">
                  <a16:creationId xmlns:a16="http://schemas.microsoft.com/office/drawing/2014/main" id="{575E582E-9F65-4680-9708-477D4B406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3229"/>
              <a:ext cx="132" cy="91"/>
            </a:xfrm>
            <a:custGeom>
              <a:avLst/>
              <a:gdLst>
                <a:gd name="T0" fmla="*/ 819 w 53"/>
                <a:gd name="T1" fmla="*/ 653 h 34"/>
                <a:gd name="T2" fmla="*/ 0 w 53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4">
                  <a:moveTo>
                    <a:pt x="53" y="34"/>
                  </a:moveTo>
                  <a:cubicBezTo>
                    <a:pt x="39" y="15"/>
                    <a:pt x="12" y="1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60" name="Freeform 127">
              <a:extLst>
                <a:ext uri="{FF2B5EF4-FFF2-40B4-BE49-F238E27FC236}">
                  <a16:creationId xmlns:a16="http://schemas.microsoft.com/office/drawing/2014/main" id="{6464D9B3-361B-405D-985A-004E1B918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3285"/>
              <a:ext cx="140" cy="27"/>
            </a:xfrm>
            <a:custGeom>
              <a:avLst/>
              <a:gdLst>
                <a:gd name="T0" fmla="*/ 0 w 56"/>
                <a:gd name="T1" fmla="*/ 197 h 10"/>
                <a:gd name="T2" fmla="*/ 645 w 56"/>
                <a:gd name="T3" fmla="*/ 38 h 10"/>
                <a:gd name="T4" fmla="*/ 875 w 56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0">
                  <a:moveTo>
                    <a:pt x="0" y="10"/>
                  </a:moveTo>
                  <a:cubicBezTo>
                    <a:pt x="13" y="10"/>
                    <a:pt x="28" y="6"/>
                    <a:pt x="41" y="2"/>
                  </a:cubicBezTo>
                  <a:cubicBezTo>
                    <a:pt x="45" y="1"/>
                    <a:pt x="52" y="0"/>
                    <a:pt x="56" y="2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61" name="Freeform 128">
              <a:extLst>
                <a:ext uri="{FF2B5EF4-FFF2-40B4-BE49-F238E27FC236}">
                  <a16:creationId xmlns:a16="http://schemas.microsoft.com/office/drawing/2014/main" id="{758C8BA1-D62F-46A0-882F-BC3386A7B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163"/>
              <a:ext cx="50" cy="69"/>
            </a:xfrm>
            <a:custGeom>
              <a:avLst/>
              <a:gdLst>
                <a:gd name="T0" fmla="*/ 0 w 20"/>
                <a:gd name="T1" fmla="*/ 0 h 26"/>
                <a:gd name="T2" fmla="*/ 313 w 20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10" y="5"/>
                    <a:pt x="12" y="19"/>
                    <a:pt x="20" y="26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62" name="Freeform 129">
              <a:extLst>
                <a:ext uri="{FF2B5EF4-FFF2-40B4-BE49-F238E27FC236}">
                  <a16:creationId xmlns:a16="http://schemas.microsoft.com/office/drawing/2014/main" id="{10D44CDC-797E-47C5-BD67-CF4CE11C2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443"/>
              <a:ext cx="38" cy="213"/>
            </a:xfrm>
            <a:custGeom>
              <a:avLst/>
              <a:gdLst>
                <a:gd name="T0" fmla="*/ 84 w 15"/>
                <a:gd name="T1" fmla="*/ 0 h 80"/>
                <a:gd name="T2" fmla="*/ 51 w 15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0">
                  <a:moveTo>
                    <a:pt x="5" y="0"/>
                  </a:moveTo>
                  <a:cubicBezTo>
                    <a:pt x="0" y="27"/>
                    <a:pt x="15" y="54"/>
                    <a:pt x="3" y="8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63" name="Freeform 130">
              <a:extLst>
                <a:ext uri="{FF2B5EF4-FFF2-40B4-BE49-F238E27FC236}">
                  <a16:creationId xmlns:a16="http://schemas.microsoft.com/office/drawing/2014/main" id="{D9ECAD7C-402B-4490-ACB2-1E19355A6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435"/>
              <a:ext cx="48" cy="224"/>
            </a:xfrm>
            <a:custGeom>
              <a:avLst/>
              <a:gdLst>
                <a:gd name="T0" fmla="*/ 0 w 19"/>
                <a:gd name="T1" fmla="*/ 0 h 84"/>
                <a:gd name="T2" fmla="*/ 129 w 19"/>
                <a:gd name="T3" fmla="*/ 776 h 84"/>
                <a:gd name="T4" fmla="*/ 306 w 19"/>
                <a:gd name="T5" fmla="*/ 1592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4">
                  <a:moveTo>
                    <a:pt x="0" y="0"/>
                  </a:moveTo>
                  <a:cubicBezTo>
                    <a:pt x="6" y="13"/>
                    <a:pt x="7" y="26"/>
                    <a:pt x="8" y="41"/>
                  </a:cubicBezTo>
                  <a:cubicBezTo>
                    <a:pt x="10" y="55"/>
                    <a:pt x="10" y="71"/>
                    <a:pt x="19" y="84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64" name="Freeform 131">
              <a:extLst>
                <a:ext uri="{FF2B5EF4-FFF2-40B4-BE49-F238E27FC236}">
                  <a16:creationId xmlns:a16="http://schemas.microsoft.com/office/drawing/2014/main" id="{742300E2-FE58-4A1B-8FE0-D625E094E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485"/>
              <a:ext cx="18" cy="99"/>
            </a:xfrm>
            <a:custGeom>
              <a:avLst/>
              <a:gdLst>
                <a:gd name="T0" fmla="*/ 118 w 7"/>
                <a:gd name="T1" fmla="*/ 0 h 37"/>
                <a:gd name="T2" fmla="*/ 0 w 7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7" y="0"/>
                  </a:moveTo>
                  <a:cubicBezTo>
                    <a:pt x="7" y="13"/>
                    <a:pt x="0" y="24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65" name="Freeform 132">
              <a:extLst>
                <a:ext uri="{FF2B5EF4-FFF2-40B4-BE49-F238E27FC236}">
                  <a16:creationId xmlns:a16="http://schemas.microsoft.com/office/drawing/2014/main" id="{2DFA9AF7-234E-415A-A1C8-53796C0A9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3477"/>
              <a:ext cx="25" cy="72"/>
            </a:xfrm>
            <a:custGeom>
              <a:avLst/>
              <a:gdLst>
                <a:gd name="T0" fmla="*/ 0 w 10"/>
                <a:gd name="T1" fmla="*/ 0 h 27"/>
                <a:gd name="T2" fmla="*/ 158 w 10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0"/>
                  </a:moveTo>
                  <a:cubicBezTo>
                    <a:pt x="0" y="9"/>
                    <a:pt x="7" y="19"/>
                    <a:pt x="10" y="2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66" name="Freeform 133">
              <a:extLst>
                <a:ext uri="{FF2B5EF4-FFF2-40B4-BE49-F238E27FC236}">
                  <a16:creationId xmlns:a16="http://schemas.microsoft.com/office/drawing/2014/main" id="{DE35E1B7-AA1A-4038-A4C5-BEE445373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227"/>
              <a:ext cx="120" cy="88"/>
            </a:xfrm>
            <a:custGeom>
              <a:avLst/>
              <a:gdLst>
                <a:gd name="T0" fmla="*/ 0 w 48"/>
                <a:gd name="T1" fmla="*/ 589 h 33"/>
                <a:gd name="T2" fmla="*/ 425 w 48"/>
                <a:gd name="T3" fmla="*/ 320 h 33"/>
                <a:gd name="T4" fmla="*/ 750 w 48"/>
                <a:gd name="T5" fmla="*/ 2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3">
                  <a:moveTo>
                    <a:pt x="0" y="31"/>
                  </a:moveTo>
                  <a:cubicBezTo>
                    <a:pt x="10" y="33"/>
                    <a:pt x="20" y="25"/>
                    <a:pt x="27" y="17"/>
                  </a:cubicBezTo>
                  <a:cubicBezTo>
                    <a:pt x="34" y="11"/>
                    <a:pt x="37" y="0"/>
                    <a:pt x="48" y="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67" name="Freeform 134">
              <a:extLst>
                <a:ext uri="{FF2B5EF4-FFF2-40B4-BE49-F238E27FC236}">
                  <a16:creationId xmlns:a16="http://schemas.microsoft.com/office/drawing/2014/main" id="{B4893E97-0E6C-4CE5-BE5C-A4F6667FF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3152"/>
              <a:ext cx="32" cy="139"/>
            </a:xfrm>
            <a:custGeom>
              <a:avLst/>
              <a:gdLst>
                <a:gd name="T0" fmla="*/ 0 w 13"/>
                <a:gd name="T1" fmla="*/ 994 h 52"/>
                <a:gd name="T2" fmla="*/ 194 w 13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2">
                  <a:moveTo>
                    <a:pt x="0" y="52"/>
                  </a:moveTo>
                  <a:cubicBezTo>
                    <a:pt x="12" y="39"/>
                    <a:pt x="5" y="15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68" name="Freeform 135">
              <a:extLst>
                <a:ext uri="{FF2B5EF4-FFF2-40B4-BE49-F238E27FC236}">
                  <a16:creationId xmlns:a16="http://schemas.microsoft.com/office/drawing/2014/main" id="{3DBC23A2-5705-45C2-ADA0-7ECC72017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312"/>
              <a:ext cx="112" cy="35"/>
            </a:xfrm>
            <a:custGeom>
              <a:avLst/>
              <a:gdLst>
                <a:gd name="T0" fmla="*/ 0 w 45"/>
                <a:gd name="T1" fmla="*/ 116 h 13"/>
                <a:gd name="T2" fmla="*/ 403 w 45"/>
                <a:gd name="T3" fmla="*/ 81 h 13"/>
                <a:gd name="T4" fmla="*/ 570 w 45"/>
                <a:gd name="T5" fmla="*/ 175 h 13"/>
                <a:gd name="T6" fmla="*/ 694 w 45"/>
                <a:gd name="T7" fmla="*/ 23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3">
                  <a:moveTo>
                    <a:pt x="0" y="6"/>
                  </a:moveTo>
                  <a:cubicBezTo>
                    <a:pt x="9" y="0"/>
                    <a:pt x="15" y="1"/>
                    <a:pt x="26" y="4"/>
                  </a:cubicBezTo>
                  <a:cubicBezTo>
                    <a:pt x="30" y="6"/>
                    <a:pt x="33" y="7"/>
                    <a:pt x="37" y="9"/>
                  </a:cubicBezTo>
                  <a:cubicBezTo>
                    <a:pt x="40" y="11"/>
                    <a:pt x="41" y="13"/>
                    <a:pt x="45" y="12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69" name="Freeform 136">
              <a:extLst>
                <a:ext uri="{FF2B5EF4-FFF2-40B4-BE49-F238E27FC236}">
                  <a16:creationId xmlns:a16="http://schemas.microsoft.com/office/drawing/2014/main" id="{AFAD1D13-C77B-4AA9-81B9-3CDBEE770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3339"/>
              <a:ext cx="53" cy="64"/>
            </a:xfrm>
            <a:custGeom>
              <a:avLst/>
              <a:gdLst>
                <a:gd name="T0" fmla="*/ 338 w 21"/>
                <a:gd name="T1" fmla="*/ 77 h 24"/>
                <a:gd name="T2" fmla="*/ 0 w 21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4">
                  <a:moveTo>
                    <a:pt x="21" y="4"/>
                  </a:moveTo>
                  <a:cubicBezTo>
                    <a:pt x="11" y="0"/>
                    <a:pt x="2" y="18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70" name="Freeform 137">
              <a:extLst>
                <a:ext uri="{FF2B5EF4-FFF2-40B4-BE49-F238E27FC236}">
                  <a16:creationId xmlns:a16="http://schemas.microsoft.com/office/drawing/2014/main" id="{49EAF7EC-4686-419B-8694-F36FCDDD2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523"/>
              <a:ext cx="45" cy="45"/>
            </a:xfrm>
            <a:custGeom>
              <a:avLst/>
              <a:gdLst>
                <a:gd name="T0" fmla="*/ 283 w 18"/>
                <a:gd name="T1" fmla="*/ 0 h 17"/>
                <a:gd name="T2" fmla="*/ 175 w 18"/>
                <a:gd name="T3" fmla="*/ 183 h 17"/>
                <a:gd name="T4" fmla="*/ 0 w 18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8" y="0"/>
                  </a:moveTo>
                  <a:cubicBezTo>
                    <a:pt x="15" y="3"/>
                    <a:pt x="14" y="7"/>
                    <a:pt x="11" y="10"/>
                  </a:cubicBezTo>
                  <a:cubicBezTo>
                    <a:pt x="8" y="13"/>
                    <a:pt x="1" y="12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71" name="Freeform 138">
              <a:extLst>
                <a:ext uri="{FF2B5EF4-FFF2-40B4-BE49-F238E27FC236}">
                  <a16:creationId xmlns:a16="http://schemas.microsoft.com/office/drawing/2014/main" id="{5ADD8304-39BC-4002-B340-35164CED4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555"/>
              <a:ext cx="55" cy="21"/>
            </a:xfrm>
            <a:custGeom>
              <a:avLst/>
              <a:gdLst>
                <a:gd name="T0" fmla="*/ 0 w 22"/>
                <a:gd name="T1" fmla="*/ 0 h 8"/>
                <a:gd name="T2" fmla="*/ 345 w 22"/>
                <a:gd name="T3" fmla="*/ 12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cubicBezTo>
                    <a:pt x="7" y="2"/>
                    <a:pt x="14" y="8"/>
                    <a:pt x="22" y="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72" name="Freeform 139">
              <a:extLst>
                <a:ext uri="{FF2B5EF4-FFF2-40B4-BE49-F238E27FC236}">
                  <a16:creationId xmlns:a16="http://schemas.microsoft.com/office/drawing/2014/main" id="{4562633C-A878-4E6A-87C4-FB17D64E3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624"/>
              <a:ext cx="65" cy="61"/>
            </a:xfrm>
            <a:custGeom>
              <a:avLst/>
              <a:gdLst>
                <a:gd name="T0" fmla="*/ 408 w 26"/>
                <a:gd name="T1" fmla="*/ 34 h 23"/>
                <a:gd name="T2" fmla="*/ 158 w 26"/>
                <a:gd name="T3" fmla="*/ 149 h 23"/>
                <a:gd name="T4" fmla="*/ 0 w 26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3">
                  <a:moveTo>
                    <a:pt x="26" y="2"/>
                  </a:moveTo>
                  <a:cubicBezTo>
                    <a:pt x="18" y="0"/>
                    <a:pt x="14" y="2"/>
                    <a:pt x="10" y="8"/>
                  </a:cubicBezTo>
                  <a:cubicBezTo>
                    <a:pt x="6" y="13"/>
                    <a:pt x="5" y="20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73" name="Freeform 140">
              <a:extLst>
                <a:ext uri="{FF2B5EF4-FFF2-40B4-BE49-F238E27FC236}">
                  <a16:creationId xmlns:a16="http://schemas.microsoft.com/office/drawing/2014/main" id="{0672BE4F-0AC7-4A14-BA62-2B12EFB5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635"/>
              <a:ext cx="23" cy="74"/>
            </a:xfrm>
            <a:custGeom>
              <a:avLst/>
              <a:gdLst>
                <a:gd name="T0" fmla="*/ 51 w 9"/>
                <a:gd name="T1" fmla="*/ 0 h 28"/>
                <a:gd name="T2" fmla="*/ 51 w 9"/>
                <a:gd name="T3" fmla="*/ 259 h 28"/>
                <a:gd name="T4" fmla="*/ 151 w 9"/>
                <a:gd name="T5" fmla="*/ 51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3" y="0"/>
                  </a:moveTo>
                  <a:cubicBezTo>
                    <a:pt x="0" y="5"/>
                    <a:pt x="1" y="10"/>
                    <a:pt x="3" y="14"/>
                  </a:cubicBezTo>
                  <a:cubicBezTo>
                    <a:pt x="6" y="19"/>
                    <a:pt x="7" y="25"/>
                    <a:pt x="9" y="28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74" name="Freeform 141">
              <a:extLst>
                <a:ext uri="{FF2B5EF4-FFF2-40B4-BE49-F238E27FC236}">
                  <a16:creationId xmlns:a16="http://schemas.microsoft.com/office/drawing/2014/main" id="{924654C0-1DE7-4ADE-8B24-CDC0797BB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664"/>
              <a:ext cx="8" cy="29"/>
            </a:xfrm>
            <a:custGeom>
              <a:avLst/>
              <a:gdLst>
                <a:gd name="T0" fmla="*/ 0 w 3"/>
                <a:gd name="T1" fmla="*/ 0 h 11"/>
                <a:gd name="T2" fmla="*/ 56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1" y="1"/>
                    <a:pt x="3" y="8"/>
                    <a:pt x="3" y="1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75" name="Freeform 142">
              <a:extLst>
                <a:ext uri="{FF2B5EF4-FFF2-40B4-BE49-F238E27FC236}">
                  <a16:creationId xmlns:a16="http://schemas.microsoft.com/office/drawing/2014/main" id="{1A8F6944-9188-4EFD-B74A-433E77833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608"/>
              <a:ext cx="48" cy="5"/>
            </a:xfrm>
            <a:custGeom>
              <a:avLst/>
              <a:gdLst>
                <a:gd name="T0" fmla="*/ 0 w 19"/>
                <a:gd name="T1" fmla="*/ 20 h 2"/>
                <a:gd name="T2" fmla="*/ 306 w 1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0" y="1"/>
                  </a:moveTo>
                  <a:cubicBezTo>
                    <a:pt x="7" y="1"/>
                    <a:pt x="12" y="2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76" name="Freeform 143">
              <a:extLst>
                <a:ext uri="{FF2B5EF4-FFF2-40B4-BE49-F238E27FC236}">
                  <a16:creationId xmlns:a16="http://schemas.microsoft.com/office/drawing/2014/main" id="{52B11B01-ACE6-4900-9ADD-7E58EABC8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509"/>
              <a:ext cx="15" cy="3"/>
            </a:xfrm>
            <a:custGeom>
              <a:avLst/>
              <a:gdLst>
                <a:gd name="T0" fmla="*/ 0 w 6"/>
                <a:gd name="T1" fmla="*/ 27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77" name="Freeform 144">
              <a:extLst>
                <a:ext uri="{FF2B5EF4-FFF2-40B4-BE49-F238E27FC236}">
                  <a16:creationId xmlns:a16="http://schemas.microsoft.com/office/drawing/2014/main" id="{B891E691-9E05-4AC9-B8B3-83ED22297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3475"/>
              <a:ext cx="67" cy="24"/>
            </a:xfrm>
            <a:custGeom>
              <a:avLst/>
              <a:gdLst>
                <a:gd name="T0" fmla="*/ 0 w 27"/>
                <a:gd name="T1" fmla="*/ 21 h 9"/>
                <a:gd name="T2" fmla="*/ 166 w 27"/>
                <a:gd name="T3" fmla="*/ 21 h 9"/>
                <a:gd name="T4" fmla="*/ 412 w 2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0" y="1"/>
                  </a:moveTo>
                  <a:cubicBezTo>
                    <a:pt x="4" y="2"/>
                    <a:pt x="8" y="0"/>
                    <a:pt x="11" y="1"/>
                  </a:cubicBezTo>
                  <a:cubicBezTo>
                    <a:pt x="17" y="3"/>
                    <a:pt x="22" y="7"/>
                    <a:pt x="27" y="9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78" name="Freeform 145">
              <a:extLst>
                <a:ext uri="{FF2B5EF4-FFF2-40B4-BE49-F238E27FC236}">
                  <a16:creationId xmlns:a16="http://schemas.microsoft.com/office/drawing/2014/main" id="{0166C090-4CF8-46AA-9853-6EC486DFC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3603"/>
              <a:ext cx="38" cy="61"/>
            </a:xfrm>
            <a:custGeom>
              <a:avLst/>
              <a:gdLst>
                <a:gd name="T0" fmla="*/ 0 w 15"/>
                <a:gd name="T1" fmla="*/ 0 h 23"/>
                <a:gd name="T2" fmla="*/ 243 w 15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9" y="6"/>
                    <a:pt x="7" y="17"/>
                    <a:pt x="15" y="23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79" name="Freeform 146">
              <a:extLst>
                <a:ext uri="{FF2B5EF4-FFF2-40B4-BE49-F238E27FC236}">
                  <a16:creationId xmlns:a16="http://schemas.microsoft.com/office/drawing/2014/main" id="{137EFA89-9387-48B4-8CB6-2A1461279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480"/>
              <a:ext cx="28" cy="83"/>
            </a:xfrm>
            <a:custGeom>
              <a:avLst/>
              <a:gdLst>
                <a:gd name="T0" fmla="*/ 0 w 11"/>
                <a:gd name="T1" fmla="*/ 0 h 31"/>
                <a:gd name="T2" fmla="*/ 181 w 11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0" y="0"/>
                  </a:moveTo>
                  <a:cubicBezTo>
                    <a:pt x="6" y="9"/>
                    <a:pt x="5" y="22"/>
                    <a:pt x="11" y="31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80" name="Freeform 147">
              <a:extLst>
                <a:ext uri="{FF2B5EF4-FFF2-40B4-BE49-F238E27FC236}">
                  <a16:creationId xmlns:a16="http://schemas.microsoft.com/office/drawing/2014/main" id="{E9CC0145-0FA6-438D-8872-1202CD5A9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3587"/>
              <a:ext cx="55" cy="45"/>
            </a:xfrm>
            <a:custGeom>
              <a:avLst/>
              <a:gdLst>
                <a:gd name="T0" fmla="*/ 0 w 22"/>
                <a:gd name="T1" fmla="*/ 0 h 17"/>
                <a:gd name="T2" fmla="*/ 175 w 22"/>
                <a:gd name="T3" fmla="*/ 169 h 17"/>
                <a:gd name="T4" fmla="*/ 345 w 22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4" y="4"/>
                    <a:pt x="6" y="7"/>
                    <a:pt x="11" y="9"/>
                  </a:cubicBezTo>
                  <a:cubicBezTo>
                    <a:pt x="16" y="11"/>
                    <a:pt x="19" y="13"/>
                    <a:pt x="22" y="17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81" name="Freeform 148">
              <a:extLst>
                <a:ext uri="{FF2B5EF4-FFF2-40B4-BE49-F238E27FC236}">
                  <a16:creationId xmlns:a16="http://schemas.microsoft.com/office/drawing/2014/main" id="{EBE33FFD-EEB2-4B41-BA89-A3447DC66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3611"/>
              <a:ext cx="23" cy="101"/>
            </a:xfrm>
            <a:custGeom>
              <a:avLst/>
              <a:gdLst>
                <a:gd name="T0" fmla="*/ 84 w 9"/>
                <a:gd name="T1" fmla="*/ 0 h 38"/>
                <a:gd name="T2" fmla="*/ 0 w 9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5" y="0"/>
                  </a:moveTo>
                  <a:cubicBezTo>
                    <a:pt x="9" y="12"/>
                    <a:pt x="0" y="26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82" name="Freeform 149">
              <a:extLst>
                <a:ext uri="{FF2B5EF4-FFF2-40B4-BE49-F238E27FC236}">
                  <a16:creationId xmlns:a16="http://schemas.microsoft.com/office/drawing/2014/main" id="{7E1FF618-C51C-47F2-9759-436E4C884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637"/>
              <a:ext cx="5" cy="59"/>
            </a:xfrm>
            <a:custGeom>
              <a:avLst/>
              <a:gdLst>
                <a:gd name="T0" fmla="*/ 0 w 2"/>
                <a:gd name="T1" fmla="*/ 0 h 22"/>
                <a:gd name="T2" fmla="*/ 33 w 2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1" y="8"/>
                    <a:pt x="0" y="15"/>
                    <a:pt x="2" y="22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83" name="Freeform 150">
              <a:extLst>
                <a:ext uri="{FF2B5EF4-FFF2-40B4-BE49-F238E27FC236}">
                  <a16:creationId xmlns:a16="http://schemas.microsoft.com/office/drawing/2014/main" id="{A3F9C25E-3FE4-43A0-B8AC-35B0ECBF7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669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84" name="Freeform 151">
              <a:extLst>
                <a:ext uri="{FF2B5EF4-FFF2-40B4-BE49-F238E27FC236}">
                  <a16:creationId xmlns:a16="http://schemas.microsoft.com/office/drawing/2014/main" id="{4DF46A52-09C6-4D94-8D08-25C2B6D01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3379"/>
              <a:ext cx="42" cy="21"/>
            </a:xfrm>
            <a:custGeom>
              <a:avLst/>
              <a:gdLst>
                <a:gd name="T0" fmla="*/ 0 w 17"/>
                <a:gd name="T1" fmla="*/ 0 h 8"/>
                <a:gd name="T2" fmla="*/ 257 w 1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6" y="1"/>
                    <a:pt x="12" y="5"/>
                    <a:pt x="17" y="8"/>
                  </a:cubicBezTo>
                </a:path>
              </a:pathLst>
            </a:custGeom>
            <a:noFill/>
            <a:ln w="7938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85" name="Freeform 152">
              <a:extLst>
                <a:ext uri="{FF2B5EF4-FFF2-40B4-BE49-F238E27FC236}">
                  <a16:creationId xmlns:a16="http://schemas.microsoft.com/office/drawing/2014/main" id="{154D5FB3-C04A-4151-902E-91F84EB076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0" y="2971"/>
              <a:ext cx="1002" cy="773"/>
            </a:xfrm>
            <a:custGeom>
              <a:avLst/>
              <a:gdLst>
                <a:gd name="T0" fmla="*/ 5120 w 401"/>
                <a:gd name="T1" fmla="*/ 797 h 290"/>
                <a:gd name="T2" fmla="*/ 4278 w 401"/>
                <a:gd name="T3" fmla="*/ 93 h 290"/>
                <a:gd name="T4" fmla="*/ 3121 w 401"/>
                <a:gd name="T5" fmla="*/ 418 h 290"/>
                <a:gd name="T6" fmla="*/ 1979 w 401"/>
                <a:gd name="T7" fmla="*/ 93 h 290"/>
                <a:gd name="T8" fmla="*/ 1124 w 401"/>
                <a:gd name="T9" fmla="*/ 797 h 290"/>
                <a:gd name="T10" fmla="*/ 167 w 401"/>
                <a:gd name="T11" fmla="*/ 3367 h 290"/>
                <a:gd name="T12" fmla="*/ 2199 w 401"/>
                <a:gd name="T13" fmla="*/ 5491 h 290"/>
                <a:gd name="T14" fmla="*/ 3071 w 401"/>
                <a:gd name="T15" fmla="*/ 3332 h 290"/>
                <a:gd name="T16" fmla="*/ 3166 w 401"/>
                <a:gd name="T17" fmla="*/ 3332 h 290"/>
                <a:gd name="T18" fmla="*/ 4058 w 401"/>
                <a:gd name="T19" fmla="*/ 5491 h 290"/>
                <a:gd name="T20" fmla="*/ 6087 w 401"/>
                <a:gd name="T21" fmla="*/ 3367 h 290"/>
                <a:gd name="T22" fmla="*/ 5120 w 401"/>
                <a:gd name="T23" fmla="*/ 797 h 290"/>
                <a:gd name="T24" fmla="*/ 3133 w 401"/>
                <a:gd name="T25" fmla="*/ 2935 h 290"/>
                <a:gd name="T26" fmla="*/ 2966 w 401"/>
                <a:gd name="T27" fmla="*/ 2799 h 290"/>
                <a:gd name="T28" fmla="*/ 3133 w 401"/>
                <a:gd name="T29" fmla="*/ 2692 h 290"/>
                <a:gd name="T30" fmla="*/ 3291 w 401"/>
                <a:gd name="T31" fmla="*/ 2799 h 290"/>
                <a:gd name="T32" fmla="*/ 3133 w 401"/>
                <a:gd name="T33" fmla="*/ 2935 h 2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1" h="290">
                  <a:moveTo>
                    <a:pt x="328" y="42"/>
                  </a:moveTo>
                  <a:cubicBezTo>
                    <a:pt x="318" y="28"/>
                    <a:pt x="296" y="8"/>
                    <a:pt x="274" y="5"/>
                  </a:cubicBezTo>
                  <a:cubicBezTo>
                    <a:pt x="223" y="0"/>
                    <a:pt x="200" y="22"/>
                    <a:pt x="200" y="22"/>
                  </a:cubicBezTo>
                  <a:cubicBezTo>
                    <a:pt x="200" y="22"/>
                    <a:pt x="177" y="0"/>
                    <a:pt x="127" y="5"/>
                  </a:cubicBezTo>
                  <a:cubicBezTo>
                    <a:pt x="105" y="8"/>
                    <a:pt x="83" y="28"/>
                    <a:pt x="72" y="42"/>
                  </a:cubicBezTo>
                  <a:cubicBezTo>
                    <a:pt x="62" y="55"/>
                    <a:pt x="0" y="102"/>
                    <a:pt x="11" y="178"/>
                  </a:cubicBezTo>
                  <a:cubicBezTo>
                    <a:pt x="21" y="254"/>
                    <a:pt x="68" y="290"/>
                    <a:pt x="141" y="290"/>
                  </a:cubicBezTo>
                  <a:cubicBezTo>
                    <a:pt x="214" y="290"/>
                    <a:pt x="187" y="182"/>
                    <a:pt x="197" y="176"/>
                  </a:cubicBezTo>
                  <a:cubicBezTo>
                    <a:pt x="203" y="176"/>
                    <a:pt x="203" y="176"/>
                    <a:pt x="203" y="176"/>
                  </a:cubicBezTo>
                  <a:cubicBezTo>
                    <a:pt x="214" y="182"/>
                    <a:pt x="187" y="290"/>
                    <a:pt x="260" y="290"/>
                  </a:cubicBezTo>
                  <a:cubicBezTo>
                    <a:pt x="333" y="290"/>
                    <a:pt x="380" y="254"/>
                    <a:pt x="390" y="178"/>
                  </a:cubicBezTo>
                  <a:cubicBezTo>
                    <a:pt x="401" y="102"/>
                    <a:pt x="339" y="55"/>
                    <a:pt x="328" y="42"/>
                  </a:cubicBezTo>
                  <a:close/>
                  <a:moveTo>
                    <a:pt x="201" y="155"/>
                  </a:moveTo>
                  <a:cubicBezTo>
                    <a:pt x="195" y="155"/>
                    <a:pt x="190" y="152"/>
                    <a:pt x="190" y="148"/>
                  </a:cubicBezTo>
                  <a:cubicBezTo>
                    <a:pt x="190" y="145"/>
                    <a:pt x="195" y="142"/>
                    <a:pt x="201" y="142"/>
                  </a:cubicBezTo>
                  <a:cubicBezTo>
                    <a:pt x="206" y="142"/>
                    <a:pt x="211" y="145"/>
                    <a:pt x="211" y="148"/>
                  </a:cubicBezTo>
                  <a:cubicBezTo>
                    <a:pt x="211" y="152"/>
                    <a:pt x="206" y="155"/>
                    <a:pt x="201" y="155"/>
                  </a:cubicBezTo>
                  <a:close/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637" name="Spinal-cord-cross-section-diagram">
            <a:extLst>
              <a:ext uri="{FF2B5EF4-FFF2-40B4-BE49-F238E27FC236}">
                <a16:creationId xmlns:a16="http://schemas.microsoft.com/office/drawing/2014/main" id="{B94A426A-3F5F-48EF-81F4-8AECB258519B}"/>
              </a:ext>
            </a:extLst>
          </p:cNvPr>
          <p:cNvGrpSpPr>
            <a:grpSpLocks/>
          </p:cNvGrpSpPr>
          <p:nvPr/>
        </p:nvGrpSpPr>
        <p:grpSpPr bwMode="auto">
          <a:xfrm>
            <a:off x="3297238" y="1252538"/>
            <a:ext cx="1025525" cy="747712"/>
            <a:chOff x="1117" y="789"/>
            <a:chExt cx="646" cy="471"/>
          </a:xfrm>
        </p:grpSpPr>
        <p:sp>
          <p:nvSpPr>
            <p:cNvPr id="69888" name="Freeform 155">
              <a:extLst>
                <a:ext uri="{FF2B5EF4-FFF2-40B4-BE49-F238E27FC236}">
                  <a16:creationId xmlns:a16="http://schemas.microsoft.com/office/drawing/2014/main" id="{356B0ED7-1382-4620-AC9F-8BD5BAF0CF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7" y="789"/>
              <a:ext cx="646" cy="460"/>
            </a:xfrm>
            <a:custGeom>
              <a:avLst/>
              <a:gdLst>
                <a:gd name="T0" fmla="*/ 612 w 616"/>
                <a:gd name="T1" fmla="*/ 155 h 410"/>
                <a:gd name="T2" fmla="*/ 555 w 616"/>
                <a:gd name="T3" fmla="*/ 140 h 410"/>
                <a:gd name="T4" fmla="*/ 469 w 616"/>
                <a:gd name="T5" fmla="*/ 68 h 410"/>
                <a:gd name="T6" fmla="*/ 356 w 616"/>
                <a:gd name="T7" fmla="*/ 62 h 410"/>
                <a:gd name="T8" fmla="*/ 356 w 616"/>
                <a:gd name="T9" fmla="*/ 62 h 410"/>
                <a:gd name="T10" fmla="*/ 242 w 616"/>
                <a:gd name="T11" fmla="*/ 68 h 410"/>
                <a:gd name="T12" fmla="*/ 156 w 616"/>
                <a:gd name="T13" fmla="*/ 140 h 410"/>
                <a:gd name="T14" fmla="*/ 98 w 616"/>
                <a:gd name="T15" fmla="*/ 155 h 410"/>
                <a:gd name="T16" fmla="*/ 10 w 616"/>
                <a:gd name="T17" fmla="*/ 358 h 410"/>
                <a:gd name="T18" fmla="*/ 153 w 616"/>
                <a:gd name="T19" fmla="*/ 523 h 410"/>
                <a:gd name="T20" fmla="*/ 284 w 616"/>
                <a:gd name="T21" fmla="*/ 578 h 410"/>
                <a:gd name="T22" fmla="*/ 345 w 616"/>
                <a:gd name="T23" fmla="*/ 488 h 410"/>
                <a:gd name="T24" fmla="*/ 333 w 616"/>
                <a:gd name="T25" fmla="*/ 370 h 410"/>
                <a:gd name="T26" fmla="*/ 378 w 616"/>
                <a:gd name="T27" fmla="*/ 370 h 410"/>
                <a:gd name="T28" fmla="*/ 364 w 616"/>
                <a:gd name="T29" fmla="*/ 488 h 410"/>
                <a:gd name="T30" fmla="*/ 427 w 616"/>
                <a:gd name="T31" fmla="*/ 578 h 410"/>
                <a:gd name="T32" fmla="*/ 558 w 616"/>
                <a:gd name="T33" fmla="*/ 523 h 410"/>
                <a:gd name="T34" fmla="*/ 697 w 616"/>
                <a:gd name="T35" fmla="*/ 358 h 410"/>
                <a:gd name="T36" fmla="*/ 612 w 616"/>
                <a:gd name="T37" fmla="*/ 155 h 410"/>
                <a:gd name="T38" fmla="*/ 358 w 616"/>
                <a:gd name="T39" fmla="*/ 349 h 410"/>
                <a:gd name="T40" fmla="*/ 342 w 616"/>
                <a:gd name="T41" fmla="*/ 342 h 410"/>
                <a:gd name="T42" fmla="*/ 358 w 616"/>
                <a:gd name="T43" fmla="*/ 337 h 410"/>
                <a:gd name="T44" fmla="*/ 371 w 616"/>
                <a:gd name="T45" fmla="*/ 342 h 410"/>
                <a:gd name="T46" fmla="*/ 358 w 616"/>
                <a:gd name="T47" fmla="*/ 349 h 41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16" h="410">
                  <a:moveTo>
                    <a:pt x="531" y="110"/>
                  </a:moveTo>
                  <a:cubicBezTo>
                    <a:pt x="509" y="77"/>
                    <a:pt x="481" y="99"/>
                    <a:pt x="481" y="99"/>
                  </a:cubicBezTo>
                  <a:cubicBezTo>
                    <a:pt x="475" y="57"/>
                    <a:pt x="406" y="48"/>
                    <a:pt x="406" y="48"/>
                  </a:cubicBezTo>
                  <a:cubicBezTo>
                    <a:pt x="336" y="0"/>
                    <a:pt x="308" y="44"/>
                    <a:pt x="308" y="44"/>
                  </a:cubicBezTo>
                  <a:cubicBezTo>
                    <a:pt x="308" y="44"/>
                    <a:pt x="308" y="44"/>
                    <a:pt x="308" y="44"/>
                  </a:cubicBezTo>
                  <a:cubicBezTo>
                    <a:pt x="308" y="44"/>
                    <a:pt x="280" y="0"/>
                    <a:pt x="210" y="48"/>
                  </a:cubicBezTo>
                  <a:cubicBezTo>
                    <a:pt x="210" y="48"/>
                    <a:pt x="141" y="57"/>
                    <a:pt x="135" y="99"/>
                  </a:cubicBezTo>
                  <a:cubicBezTo>
                    <a:pt x="135" y="99"/>
                    <a:pt x="107" y="77"/>
                    <a:pt x="85" y="110"/>
                  </a:cubicBezTo>
                  <a:cubicBezTo>
                    <a:pt x="57" y="150"/>
                    <a:pt x="0" y="192"/>
                    <a:pt x="10" y="253"/>
                  </a:cubicBezTo>
                  <a:cubicBezTo>
                    <a:pt x="21" y="313"/>
                    <a:pt x="78" y="364"/>
                    <a:pt x="133" y="370"/>
                  </a:cubicBezTo>
                  <a:cubicBezTo>
                    <a:pt x="188" y="376"/>
                    <a:pt x="185" y="408"/>
                    <a:pt x="246" y="409"/>
                  </a:cubicBezTo>
                  <a:cubicBezTo>
                    <a:pt x="308" y="410"/>
                    <a:pt x="299" y="371"/>
                    <a:pt x="299" y="346"/>
                  </a:cubicBezTo>
                  <a:cubicBezTo>
                    <a:pt x="299" y="322"/>
                    <a:pt x="314" y="278"/>
                    <a:pt x="289" y="262"/>
                  </a:cubicBezTo>
                  <a:cubicBezTo>
                    <a:pt x="327" y="262"/>
                    <a:pt x="327" y="262"/>
                    <a:pt x="327" y="262"/>
                  </a:cubicBezTo>
                  <a:cubicBezTo>
                    <a:pt x="302" y="278"/>
                    <a:pt x="316" y="322"/>
                    <a:pt x="316" y="346"/>
                  </a:cubicBezTo>
                  <a:cubicBezTo>
                    <a:pt x="316" y="371"/>
                    <a:pt x="308" y="410"/>
                    <a:pt x="370" y="409"/>
                  </a:cubicBezTo>
                  <a:cubicBezTo>
                    <a:pt x="431" y="408"/>
                    <a:pt x="428" y="376"/>
                    <a:pt x="483" y="370"/>
                  </a:cubicBezTo>
                  <a:cubicBezTo>
                    <a:pt x="538" y="364"/>
                    <a:pt x="595" y="313"/>
                    <a:pt x="605" y="253"/>
                  </a:cubicBezTo>
                  <a:cubicBezTo>
                    <a:pt x="616" y="192"/>
                    <a:pt x="558" y="150"/>
                    <a:pt x="531" y="110"/>
                  </a:cubicBezTo>
                  <a:close/>
                  <a:moveTo>
                    <a:pt x="310" y="247"/>
                  </a:moveTo>
                  <a:cubicBezTo>
                    <a:pt x="303" y="247"/>
                    <a:pt x="297" y="245"/>
                    <a:pt x="297" y="242"/>
                  </a:cubicBezTo>
                  <a:cubicBezTo>
                    <a:pt x="297" y="240"/>
                    <a:pt x="303" y="238"/>
                    <a:pt x="310" y="238"/>
                  </a:cubicBezTo>
                  <a:cubicBezTo>
                    <a:pt x="316" y="238"/>
                    <a:pt x="322" y="240"/>
                    <a:pt x="322" y="242"/>
                  </a:cubicBezTo>
                  <a:cubicBezTo>
                    <a:pt x="322" y="245"/>
                    <a:pt x="316" y="247"/>
                    <a:pt x="310" y="247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89" name="Freeform 156">
              <a:extLst>
                <a:ext uri="{FF2B5EF4-FFF2-40B4-BE49-F238E27FC236}">
                  <a16:creationId xmlns:a16="http://schemas.microsoft.com/office/drawing/2014/main" id="{98E9AD7D-4FCB-4A3B-9513-D25D294245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" y="905"/>
              <a:ext cx="457" cy="263"/>
            </a:xfrm>
            <a:custGeom>
              <a:avLst/>
              <a:gdLst>
                <a:gd name="T0" fmla="*/ 465 w 435"/>
                <a:gd name="T1" fmla="*/ 172 h 235"/>
                <a:gd name="T2" fmla="*/ 439 w 435"/>
                <a:gd name="T3" fmla="*/ 134 h 235"/>
                <a:gd name="T4" fmla="*/ 445 w 435"/>
                <a:gd name="T5" fmla="*/ 56 h 235"/>
                <a:gd name="T6" fmla="*/ 452 w 435"/>
                <a:gd name="T7" fmla="*/ 0 h 235"/>
                <a:gd name="T8" fmla="*/ 404 w 435"/>
                <a:gd name="T9" fmla="*/ 31 h 235"/>
                <a:gd name="T10" fmla="*/ 374 w 435"/>
                <a:gd name="T11" fmla="*/ 94 h 235"/>
                <a:gd name="T12" fmla="*/ 339 w 435"/>
                <a:gd name="T13" fmla="*/ 169 h 235"/>
                <a:gd name="T14" fmla="*/ 256 w 435"/>
                <a:gd name="T15" fmla="*/ 180 h 235"/>
                <a:gd name="T16" fmla="*/ 249 w 435"/>
                <a:gd name="T17" fmla="*/ 180 h 235"/>
                <a:gd name="T18" fmla="*/ 167 w 435"/>
                <a:gd name="T19" fmla="*/ 169 h 235"/>
                <a:gd name="T20" fmla="*/ 131 w 435"/>
                <a:gd name="T21" fmla="*/ 94 h 235"/>
                <a:gd name="T22" fmla="*/ 102 w 435"/>
                <a:gd name="T23" fmla="*/ 31 h 235"/>
                <a:gd name="T24" fmla="*/ 54 w 435"/>
                <a:gd name="T25" fmla="*/ 0 h 235"/>
                <a:gd name="T26" fmla="*/ 60 w 435"/>
                <a:gd name="T27" fmla="*/ 56 h 235"/>
                <a:gd name="T28" fmla="*/ 66 w 435"/>
                <a:gd name="T29" fmla="*/ 134 h 235"/>
                <a:gd name="T30" fmla="*/ 40 w 435"/>
                <a:gd name="T31" fmla="*/ 172 h 235"/>
                <a:gd name="T32" fmla="*/ 3 w 435"/>
                <a:gd name="T33" fmla="*/ 232 h 235"/>
                <a:gd name="T34" fmla="*/ 44 w 435"/>
                <a:gd name="T35" fmla="*/ 235 h 235"/>
                <a:gd name="T36" fmla="*/ 41 w 435"/>
                <a:gd name="T37" fmla="*/ 256 h 235"/>
                <a:gd name="T38" fmla="*/ 68 w 435"/>
                <a:gd name="T39" fmla="*/ 275 h 235"/>
                <a:gd name="T40" fmla="*/ 106 w 435"/>
                <a:gd name="T41" fmla="*/ 329 h 235"/>
                <a:gd name="T42" fmla="*/ 152 w 435"/>
                <a:gd name="T43" fmla="*/ 295 h 235"/>
                <a:gd name="T44" fmla="*/ 160 w 435"/>
                <a:gd name="T45" fmla="*/ 243 h 235"/>
                <a:gd name="T46" fmla="*/ 245 w 435"/>
                <a:gd name="T47" fmla="*/ 210 h 235"/>
                <a:gd name="T48" fmla="*/ 261 w 435"/>
                <a:gd name="T49" fmla="*/ 210 h 235"/>
                <a:gd name="T50" fmla="*/ 346 w 435"/>
                <a:gd name="T51" fmla="*/ 243 h 235"/>
                <a:gd name="T52" fmla="*/ 353 w 435"/>
                <a:gd name="T53" fmla="*/ 295 h 235"/>
                <a:gd name="T54" fmla="*/ 399 w 435"/>
                <a:gd name="T55" fmla="*/ 329 h 235"/>
                <a:gd name="T56" fmla="*/ 436 w 435"/>
                <a:gd name="T57" fmla="*/ 275 h 235"/>
                <a:gd name="T58" fmla="*/ 464 w 435"/>
                <a:gd name="T59" fmla="*/ 256 h 235"/>
                <a:gd name="T60" fmla="*/ 460 w 435"/>
                <a:gd name="T61" fmla="*/ 235 h 235"/>
                <a:gd name="T62" fmla="*/ 502 w 435"/>
                <a:gd name="T63" fmla="*/ 232 h 235"/>
                <a:gd name="T64" fmla="*/ 465 w 435"/>
                <a:gd name="T65" fmla="*/ 172 h 235"/>
                <a:gd name="T66" fmla="*/ 254 w 435"/>
                <a:gd name="T67" fmla="*/ 201 h 235"/>
                <a:gd name="T68" fmla="*/ 238 w 435"/>
                <a:gd name="T69" fmla="*/ 196 h 235"/>
                <a:gd name="T70" fmla="*/ 254 w 435"/>
                <a:gd name="T71" fmla="*/ 189 h 235"/>
                <a:gd name="T72" fmla="*/ 268 w 435"/>
                <a:gd name="T73" fmla="*/ 196 h 235"/>
                <a:gd name="T74" fmla="*/ 254 w 435"/>
                <a:gd name="T75" fmla="*/ 201 h 23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35" h="235">
                  <a:moveTo>
                    <a:pt x="402" y="123"/>
                  </a:moveTo>
                  <a:cubicBezTo>
                    <a:pt x="391" y="119"/>
                    <a:pt x="359" y="116"/>
                    <a:pt x="379" y="96"/>
                  </a:cubicBezTo>
                  <a:cubicBezTo>
                    <a:pt x="399" y="76"/>
                    <a:pt x="372" y="62"/>
                    <a:pt x="385" y="40"/>
                  </a:cubicBezTo>
                  <a:cubicBezTo>
                    <a:pt x="397" y="18"/>
                    <a:pt x="389" y="0"/>
                    <a:pt x="389" y="0"/>
                  </a:cubicBezTo>
                  <a:cubicBezTo>
                    <a:pt x="389" y="0"/>
                    <a:pt x="376" y="16"/>
                    <a:pt x="348" y="22"/>
                  </a:cubicBezTo>
                  <a:cubicBezTo>
                    <a:pt x="321" y="27"/>
                    <a:pt x="328" y="35"/>
                    <a:pt x="323" y="67"/>
                  </a:cubicBezTo>
                  <a:cubicBezTo>
                    <a:pt x="318" y="98"/>
                    <a:pt x="314" y="107"/>
                    <a:pt x="292" y="121"/>
                  </a:cubicBezTo>
                  <a:cubicBezTo>
                    <a:pt x="269" y="135"/>
                    <a:pt x="221" y="129"/>
                    <a:pt x="221" y="129"/>
                  </a:cubicBezTo>
                  <a:cubicBezTo>
                    <a:pt x="215" y="129"/>
                    <a:pt x="215" y="129"/>
                    <a:pt x="215" y="129"/>
                  </a:cubicBezTo>
                  <a:cubicBezTo>
                    <a:pt x="215" y="129"/>
                    <a:pt x="167" y="135"/>
                    <a:pt x="144" y="121"/>
                  </a:cubicBezTo>
                  <a:cubicBezTo>
                    <a:pt x="122" y="107"/>
                    <a:pt x="118" y="98"/>
                    <a:pt x="113" y="67"/>
                  </a:cubicBezTo>
                  <a:cubicBezTo>
                    <a:pt x="108" y="35"/>
                    <a:pt x="115" y="27"/>
                    <a:pt x="88" y="22"/>
                  </a:cubicBezTo>
                  <a:cubicBezTo>
                    <a:pt x="60" y="16"/>
                    <a:pt x="47" y="0"/>
                    <a:pt x="47" y="0"/>
                  </a:cubicBezTo>
                  <a:cubicBezTo>
                    <a:pt x="47" y="0"/>
                    <a:pt x="38" y="18"/>
                    <a:pt x="51" y="40"/>
                  </a:cubicBezTo>
                  <a:cubicBezTo>
                    <a:pt x="64" y="62"/>
                    <a:pt x="37" y="76"/>
                    <a:pt x="57" y="96"/>
                  </a:cubicBezTo>
                  <a:cubicBezTo>
                    <a:pt x="77" y="116"/>
                    <a:pt x="45" y="119"/>
                    <a:pt x="34" y="123"/>
                  </a:cubicBezTo>
                  <a:cubicBezTo>
                    <a:pt x="24" y="128"/>
                    <a:pt x="0" y="145"/>
                    <a:pt x="3" y="165"/>
                  </a:cubicBezTo>
                  <a:cubicBezTo>
                    <a:pt x="3" y="165"/>
                    <a:pt x="36" y="152"/>
                    <a:pt x="38" y="168"/>
                  </a:cubicBezTo>
                  <a:cubicBezTo>
                    <a:pt x="40" y="178"/>
                    <a:pt x="37" y="182"/>
                    <a:pt x="35" y="183"/>
                  </a:cubicBezTo>
                  <a:cubicBezTo>
                    <a:pt x="42" y="181"/>
                    <a:pt x="64" y="173"/>
                    <a:pt x="59" y="197"/>
                  </a:cubicBezTo>
                  <a:cubicBezTo>
                    <a:pt x="59" y="197"/>
                    <a:pt x="99" y="157"/>
                    <a:pt x="91" y="235"/>
                  </a:cubicBezTo>
                  <a:cubicBezTo>
                    <a:pt x="91" y="235"/>
                    <a:pt x="109" y="211"/>
                    <a:pt x="131" y="211"/>
                  </a:cubicBezTo>
                  <a:cubicBezTo>
                    <a:pt x="152" y="211"/>
                    <a:pt x="157" y="180"/>
                    <a:pt x="138" y="173"/>
                  </a:cubicBezTo>
                  <a:cubicBezTo>
                    <a:pt x="138" y="173"/>
                    <a:pt x="101" y="150"/>
                    <a:pt x="211" y="150"/>
                  </a:cubicBezTo>
                  <a:cubicBezTo>
                    <a:pt x="225" y="150"/>
                    <a:pt x="225" y="150"/>
                    <a:pt x="225" y="150"/>
                  </a:cubicBezTo>
                  <a:cubicBezTo>
                    <a:pt x="335" y="150"/>
                    <a:pt x="298" y="173"/>
                    <a:pt x="298" y="173"/>
                  </a:cubicBezTo>
                  <a:cubicBezTo>
                    <a:pt x="279" y="180"/>
                    <a:pt x="284" y="211"/>
                    <a:pt x="305" y="211"/>
                  </a:cubicBezTo>
                  <a:cubicBezTo>
                    <a:pt x="327" y="211"/>
                    <a:pt x="345" y="235"/>
                    <a:pt x="345" y="235"/>
                  </a:cubicBezTo>
                  <a:cubicBezTo>
                    <a:pt x="337" y="157"/>
                    <a:pt x="376" y="197"/>
                    <a:pt x="376" y="197"/>
                  </a:cubicBezTo>
                  <a:cubicBezTo>
                    <a:pt x="372" y="173"/>
                    <a:pt x="394" y="181"/>
                    <a:pt x="401" y="183"/>
                  </a:cubicBezTo>
                  <a:cubicBezTo>
                    <a:pt x="399" y="182"/>
                    <a:pt x="396" y="178"/>
                    <a:pt x="397" y="168"/>
                  </a:cubicBezTo>
                  <a:cubicBezTo>
                    <a:pt x="400" y="152"/>
                    <a:pt x="433" y="165"/>
                    <a:pt x="433" y="165"/>
                  </a:cubicBezTo>
                  <a:cubicBezTo>
                    <a:pt x="435" y="145"/>
                    <a:pt x="412" y="128"/>
                    <a:pt x="402" y="123"/>
                  </a:cubicBezTo>
                  <a:close/>
                  <a:moveTo>
                    <a:pt x="219" y="144"/>
                  </a:moveTo>
                  <a:cubicBezTo>
                    <a:pt x="212" y="144"/>
                    <a:pt x="206" y="142"/>
                    <a:pt x="206" y="139"/>
                  </a:cubicBezTo>
                  <a:cubicBezTo>
                    <a:pt x="206" y="137"/>
                    <a:pt x="212" y="135"/>
                    <a:pt x="219" y="135"/>
                  </a:cubicBezTo>
                  <a:cubicBezTo>
                    <a:pt x="225" y="135"/>
                    <a:pt x="231" y="137"/>
                    <a:pt x="231" y="139"/>
                  </a:cubicBezTo>
                  <a:cubicBezTo>
                    <a:pt x="231" y="142"/>
                    <a:pt x="225" y="144"/>
                    <a:pt x="219" y="144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90" name="Freeform 157">
              <a:extLst>
                <a:ext uri="{FF2B5EF4-FFF2-40B4-BE49-F238E27FC236}">
                  <a16:creationId xmlns:a16="http://schemas.microsoft.com/office/drawing/2014/main" id="{4A53F471-C5FD-449D-9F1C-0B58558F0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110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91" name="Freeform 158">
              <a:extLst>
                <a:ext uri="{FF2B5EF4-FFF2-40B4-BE49-F238E27FC236}">
                  <a16:creationId xmlns:a16="http://schemas.microsoft.com/office/drawing/2014/main" id="{1399CFDE-9A3A-46DE-879A-D625C7F98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110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92" name="Freeform 159">
              <a:extLst>
                <a:ext uri="{FF2B5EF4-FFF2-40B4-BE49-F238E27FC236}">
                  <a16:creationId xmlns:a16="http://schemas.microsoft.com/office/drawing/2014/main" id="{29118169-60F0-4816-A83D-C28AF08F8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917"/>
              <a:ext cx="58" cy="63"/>
            </a:xfrm>
            <a:custGeom>
              <a:avLst/>
              <a:gdLst>
                <a:gd name="T0" fmla="*/ 0 w 55"/>
                <a:gd name="T1" fmla="*/ 0 h 56"/>
                <a:gd name="T2" fmla="*/ 38 w 55"/>
                <a:gd name="T3" fmla="*/ 23 h 56"/>
                <a:gd name="T4" fmla="*/ 64 w 55"/>
                <a:gd name="T5" fmla="*/ 80 h 56"/>
                <a:gd name="T6" fmla="*/ 47 w 55"/>
                <a:gd name="T7" fmla="*/ 36 h 56"/>
                <a:gd name="T8" fmla="*/ 0 w 5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0" y="0"/>
                  </a:moveTo>
                  <a:cubicBezTo>
                    <a:pt x="0" y="0"/>
                    <a:pt x="19" y="14"/>
                    <a:pt x="32" y="16"/>
                  </a:cubicBezTo>
                  <a:cubicBezTo>
                    <a:pt x="45" y="17"/>
                    <a:pt x="52" y="26"/>
                    <a:pt x="55" y="56"/>
                  </a:cubicBezTo>
                  <a:cubicBezTo>
                    <a:pt x="55" y="56"/>
                    <a:pt x="52" y="32"/>
                    <a:pt x="41" y="25"/>
                  </a:cubicBezTo>
                  <a:cubicBezTo>
                    <a:pt x="30" y="18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93" name="Freeform 160">
              <a:extLst>
                <a:ext uri="{FF2B5EF4-FFF2-40B4-BE49-F238E27FC236}">
                  <a16:creationId xmlns:a16="http://schemas.microsoft.com/office/drawing/2014/main" id="{64DF0FFB-2D8C-452A-BBED-B24C4EB99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094"/>
              <a:ext cx="25" cy="20"/>
            </a:xfrm>
            <a:custGeom>
              <a:avLst/>
              <a:gdLst>
                <a:gd name="T0" fmla="*/ 0 w 23"/>
                <a:gd name="T1" fmla="*/ 9 h 18"/>
                <a:gd name="T2" fmla="*/ 24 w 23"/>
                <a:gd name="T3" fmla="*/ 24 h 18"/>
                <a:gd name="T4" fmla="*/ 0 w 23"/>
                <a:gd name="T5" fmla="*/ 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0" y="6"/>
                  </a:moveTo>
                  <a:cubicBezTo>
                    <a:pt x="0" y="6"/>
                    <a:pt x="20" y="7"/>
                    <a:pt x="18" y="18"/>
                  </a:cubicBezTo>
                  <a:cubicBezTo>
                    <a:pt x="18" y="18"/>
                    <a:pt x="23" y="0"/>
                    <a:pt x="0" y="6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94" name="Freeform 161">
              <a:extLst>
                <a:ext uri="{FF2B5EF4-FFF2-40B4-BE49-F238E27FC236}">
                  <a16:creationId xmlns:a16="http://schemas.microsoft.com/office/drawing/2014/main" id="{3D61D908-4F7C-4B63-91A9-7844EB3E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110"/>
              <a:ext cx="19" cy="38"/>
            </a:xfrm>
            <a:custGeom>
              <a:avLst/>
              <a:gdLst>
                <a:gd name="T0" fmla="*/ 0 w 18"/>
                <a:gd name="T1" fmla="*/ 0 h 34"/>
                <a:gd name="T2" fmla="*/ 12 w 18"/>
                <a:gd name="T3" fmla="*/ 47 h 34"/>
                <a:gd name="T4" fmla="*/ 0 w 1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4">
                  <a:moveTo>
                    <a:pt x="0" y="0"/>
                  </a:moveTo>
                  <a:cubicBezTo>
                    <a:pt x="0" y="0"/>
                    <a:pt x="13" y="11"/>
                    <a:pt x="9" y="34"/>
                  </a:cubicBezTo>
                  <a:cubicBezTo>
                    <a:pt x="9" y="34"/>
                    <a:pt x="18" y="10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95" name="Freeform 162">
              <a:extLst>
                <a:ext uri="{FF2B5EF4-FFF2-40B4-BE49-F238E27FC236}">
                  <a16:creationId xmlns:a16="http://schemas.microsoft.com/office/drawing/2014/main" id="{6DBBB69A-E63E-40C3-BC44-9EDB53764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969"/>
              <a:ext cx="54" cy="78"/>
            </a:xfrm>
            <a:custGeom>
              <a:avLst/>
              <a:gdLst>
                <a:gd name="T0" fmla="*/ 0 w 51"/>
                <a:gd name="T1" fmla="*/ 97 h 70"/>
                <a:gd name="T2" fmla="*/ 52 w 51"/>
                <a:gd name="T3" fmla="*/ 0 h 70"/>
                <a:gd name="T4" fmla="*/ 0 w 51"/>
                <a:gd name="T5" fmla="*/ 97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70">
                  <a:moveTo>
                    <a:pt x="0" y="70"/>
                  </a:moveTo>
                  <a:cubicBezTo>
                    <a:pt x="0" y="70"/>
                    <a:pt x="41" y="67"/>
                    <a:pt x="43" y="0"/>
                  </a:cubicBezTo>
                  <a:cubicBezTo>
                    <a:pt x="43" y="0"/>
                    <a:pt x="51" y="62"/>
                    <a:pt x="0" y="7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96" name="Freeform 163">
              <a:extLst>
                <a:ext uri="{FF2B5EF4-FFF2-40B4-BE49-F238E27FC236}">
                  <a16:creationId xmlns:a16="http://schemas.microsoft.com/office/drawing/2014/main" id="{56725CEF-66A6-47D8-A7B5-602A588D5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077"/>
              <a:ext cx="25" cy="26"/>
            </a:xfrm>
            <a:custGeom>
              <a:avLst/>
              <a:gdLst>
                <a:gd name="T0" fmla="*/ 5 w 24"/>
                <a:gd name="T1" fmla="*/ 0 h 23"/>
                <a:gd name="T2" fmla="*/ 0 w 24"/>
                <a:gd name="T3" fmla="*/ 33 h 23"/>
                <a:gd name="T4" fmla="*/ 5 w 2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5" y="0"/>
                  </a:moveTo>
                  <a:cubicBezTo>
                    <a:pt x="5" y="0"/>
                    <a:pt x="18" y="12"/>
                    <a:pt x="0" y="23"/>
                  </a:cubicBezTo>
                  <a:cubicBezTo>
                    <a:pt x="0" y="23"/>
                    <a:pt x="24" y="17"/>
                    <a:pt x="5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97" name="Freeform 164">
              <a:extLst>
                <a:ext uri="{FF2B5EF4-FFF2-40B4-BE49-F238E27FC236}">
                  <a16:creationId xmlns:a16="http://schemas.microsoft.com/office/drawing/2014/main" id="{F527FA68-D416-4873-A2B3-4D7022FD8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057"/>
              <a:ext cx="9" cy="9"/>
            </a:xfrm>
            <a:custGeom>
              <a:avLst/>
              <a:gdLst>
                <a:gd name="T0" fmla="*/ 9 w 9"/>
                <a:gd name="T1" fmla="*/ 0 h 8"/>
                <a:gd name="T2" fmla="*/ 9 w 9"/>
                <a:gd name="T3" fmla="*/ 11 h 8"/>
                <a:gd name="T4" fmla="*/ 9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9" y="0"/>
                    <a:pt x="3" y="5"/>
                    <a:pt x="9" y="8"/>
                  </a:cubicBezTo>
                  <a:cubicBezTo>
                    <a:pt x="9" y="8"/>
                    <a:pt x="0" y="6"/>
                    <a:pt x="9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98" name="Freeform 165">
              <a:extLst>
                <a:ext uri="{FF2B5EF4-FFF2-40B4-BE49-F238E27FC236}">
                  <a16:creationId xmlns:a16="http://schemas.microsoft.com/office/drawing/2014/main" id="{8E812CDA-7D21-4DC0-A87A-E19F1790B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837"/>
              <a:ext cx="12" cy="201"/>
            </a:xfrm>
            <a:custGeom>
              <a:avLst/>
              <a:gdLst>
                <a:gd name="T0" fmla="*/ 7 w 12"/>
                <a:gd name="T1" fmla="*/ 0 h 179"/>
                <a:gd name="T2" fmla="*/ 7 w 12"/>
                <a:gd name="T3" fmla="*/ 254 h 179"/>
                <a:gd name="T4" fmla="*/ 7 w 12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9">
                  <a:moveTo>
                    <a:pt x="7" y="0"/>
                  </a:moveTo>
                  <a:cubicBezTo>
                    <a:pt x="7" y="0"/>
                    <a:pt x="0" y="150"/>
                    <a:pt x="7" y="179"/>
                  </a:cubicBezTo>
                  <a:cubicBezTo>
                    <a:pt x="7" y="179"/>
                    <a:pt x="12" y="17"/>
                    <a:pt x="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99" name="Freeform 166">
              <a:extLst>
                <a:ext uri="{FF2B5EF4-FFF2-40B4-BE49-F238E27FC236}">
                  <a16:creationId xmlns:a16="http://schemas.microsoft.com/office/drawing/2014/main" id="{4A6117F2-CCA9-4E4E-9963-EB693402D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816"/>
              <a:ext cx="82" cy="121"/>
            </a:xfrm>
            <a:custGeom>
              <a:avLst/>
              <a:gdLst>
                <a:gd name="T0" fmla="*/ 85 w 78"/>
                <a:gd name="T1" fmla="*/ 152 h 108"/>
                <a:gd name="T2" fmla="*/ 83 w 78"/>
                <a:gd name="T3" fmla="*/ 25 h 108"/>
                <a:gd name="T4" fmla="*/ 0 w 78"/>
                <a:gd name="T5" fmla="*/ 28 h 108"/>
                <a:gd name="T6" fmla="*/ 71 w 78"/>
                <a:gd name="T7" fmla="*/ 36 h 108"/>
                <a:gd name="T8" fmla="*/ 85 w 78"/>
                <a:gd name="T9" fmla="*/ 152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8">
                  <a:moveTo>
                    <a:pt x="73" y="108"/>
                  </a:moveTo>
                  <a:cubicBezTo>
                    <a:pt x="73" y="108"/>
                    <a:pt x="78" y="27"/>
                    <a:pt x="71" y="18"/>
                  </a:cubicBezTo>
                  <a:cubicBezTo>
                    <a:pt x="63" y="10"/>
                    <a:pt x="39" y="0"/>
                    <a:pt x="0" y="20"/>
                  </a:cubicBezTo>
                  <a:cubicBezTo>
                    <a:pt x="0" y="20"/>
                    <a:pt x="50" y="5"/>
                    <a:pt x="62" y="26"/>
                  </a:cubicBezTo>
                  <a:cubicBezTo>
                    <a:pt x="74" y="46"/>
                    <a:pt x="76" y="93"/>
                    <a:pt x="73" y="108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00" name="Freeform 167">
              <a:extLst>
                <a:ext uri="{FF2B5EF4-FFF2-40B4-BE49-F238E27FC236}">
                  <a16:creationId xmlns:a16="http://schemas.microsoft.com/office/drawing/2014/main" id="{BC7DCD1A-448B-4AA1-92A0-9DF4093D7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822"/>
              <a:ext cx="37" cy="40"/>
            </a:xfrm>
            <a:custGeom>
              <a:avLst/>
              <a:gdLst>
                <a:gd name="T0" fmla="*/ 41 w 35"/>
                <a:gd name="T1" fmla="*/ 3 h 36"/>
                <a:gd name="T2" fmla="*/ 0 w 35"/>
                <a:gd name="T3" fmla="*/ 49 h 36"/>
                <a:gd name="T4" fmla="*/ 41 w 35"/>
                <a:gd name="T5" fmla="*/ 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35" y="3"/>
                  </a:moveTo>
                  <a:cubicBezTo>
                    <a:pt x="35" y="3"/>
                    <a:pt x="1" y="0"/>
                    <a:pt x="0" y="36"/>
                  </a:cubicBezTo>
                  <a:cubicBezTo>
                    <a:pt x="0" y="36"/>
                    <a:pt x="11" y="4"/>
                    <a:pt x="35" y="3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01" name="Freeform 168">
              <a:extLst>
                <a:ext uri="{FF2B5EF4-FFF2-40B4-BE49-F238E27FC236}">
                  <a16:creationId xmlns:a16="http://schemas.microsoft.com/office/drawing/2014/main" id="{043CDD36-47DE-4783-B51A-40F5C0FB0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186"/>
              <a:ext cx="92" cy="74"/>
            </a:xfrm>
            <a:custGeom>
              <a:avLst/>
              <a:gdLst>
                <a:gd name="T0" fmla="*/ 22 w 88"/>
                <a:gd name="T1" fmla="*/ 0 h 66"/>
                <a:gd name="T2" fmla="*/ 100 w 88"/>
                <a:gd name="T3" fmla="*/ 70 h 66"/>
                <a:gd name="T4" fmla="*/ 22 w 88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66">
                  <a:moveTo>
                    <a:pt x="19" y="0"/>
                  </a:moveTo>
                  <a:cubicBezTo>
                    <a:pt x="19" y="0"/>
                    <a:pt x="0" y="66"/>
                    <a:pt x="88" y="49"/>
                  </a:cubicBezTo>
                  <a:cubicBezTo>
                    <a:pt x="88" y="49"/>
                    <a:pt x="17" y="66"/>
                    <a:pt x="19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02" name="Freeform 169">
              <a:extLst>
                <a:ext uri="{FF2B5EF4-FFF2-40B4-BE49-F238E27FC236}">
                  <a16:creationId xmlns:a16="http://schemas.microsoft.com/office/drawing/2014/main" id="{D84267D1-31B0-410A-9FE5-42F26F97E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102"/>
              <a:ext cx="11" cy="55"/>
            </a:xfrm>
            <a:custGeom>
              <a:avLst/>
              <a:gdLst>
                <a:gd name="T0" fmla="*/ 0 w 10"/>
                <a:gd name="T1" fmla="*/ 0 h 49"/>
                <a:gd name="T2" fmla="*/ 3 w 10"/>
                <a:gd name="T3" fmla="*/ 70 h 49"/>
                <a:gd name="T4" fmla="*/ 0 w 10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9">
                  <a:moveTo>
                    <a:pt x="0" y="0"/>
                  </a:moveTo>
                  <a:cubicBezTo>
                    <a:pt x="0" y="0"/>
                    <a:pt x="10" y="7"/>
                    <a:pt x="3" y="49"/>
                  </a:cubicBezTo>
                  <a:cubicBezTo>
                    <a:pt x="3" y="49"/>
                    <a:pt x="3" y="9"/>
                    <a:pt x="0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03" name="Freeform 170">
              <a:extLst>
                <a:ext uri="{FF2B5EF4-FFF2-40B4-BE49-F238E27FC236}">
                  <a16:creationId xmlns:a16="http://schemas.microsoft.com/office/drawing/2014/main" id="{0E7D434F-0035-4319-A19E-5F90DDF55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850"/>
              <a:ext cx="46" cy="169"/>
            </a:xfrm>
            <a:custGeom>
              <a:avLst/>
              <a:gdLst>
                <a:gd name="T0" fmla="*/ 50 w 44"/>
                <a:gd name="T1" fmla="*/ 212 h 151"/>
                <a:gd name="T2" fmla="*/ 42 w 44"/>
                <a:gd name="T3" fmla="*/ 158 h 151"/>
                <a:gd name="T4" fmla="*/ 30 w 44"/>
                <a:gd name="T5" fmla="*/ 95 h 151"/>
                <a:gd name="T6" fmla="*/ 10 w 44"/>
                <a:gd name="T7" fmla="*/ 49 h 151"/>
                <a:gd name="T8" fmla="*/ 0 w 44"/>
                <a:gd name="T9" fmla="*/ 0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51">
                  <a:moveTo>
                    <a:pt x="44" y="151"/>
                  </a:moveTo>
                  <a:cubicBezTo>
                    <a:pt x="36" y="139"/>
                    <a:pt x="36" y="128"/>
                    <a:pt x="36" y="113"/>
                  </a:cubicBezTo>
                  <a:cubicBezTo>
                    <a:pt x="35" y="97"/>
                    <a:pt x="33" y="84"/>
                    <a:pt x="27" y="68"/>
                  </a:cubicBezTo>
                  <a:cubicBezTo>
                    <a:pt x="23" y="56"/>
                    <a:pt x="15" y="46"/>
                    <a:pt x="10" y="35"/>
                  </a:cubicBezTo>
                  <a:cubicBezTo>
                    <a:pt x="4" y="24"/>
                    <a:pt x="4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04" name="Freeform 171">
              <a:extLst>
                <a:ext uri="{FF2B5EF4-FFF2-40B4-BE49-F238E27FC236}">
                  <a16:creationId xmlns:a16="http://schemas.microsoft.com/office/drawing/2014/main" id="{9FA24F8A-ABEB-4F75-982C-8E820635E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865"/>
              <a:ext cx="62" cy="106"/>
            </a:xfrm>
            <a:custGeom>
              <a:avLst/>
              <a:gdLst>
                <a:gd name="T0" fmla="*/ 68 w 59"/>
                <a:gd name="T1" fmla="*/ 135 h 94"/>
                <a:gd name="T2" fmla="*/ 38 w 59"/>
                <a:gd name="T3" fmla="*/ 67 h 94"/>
                <a:gd name="T4" fmla="*/ 0 w 59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94">
                  <a:moveTo>
                    <a:pt x="59" y="94"/>
                  </a:moveTo>
                  <a:cubicBezTo>
                    <a:pt x="53" y="76"/>
                    <a:pt x="46" y="60"/>
                    <a:pt x="32" y="46"/>
                  </a:cubicBezTo>
                  <a:cubicBezTo>
                    <a:pt x="18" y="32"/>
                    <a:pt x="5" y="1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05" name="Freeform 172">
              <a:extLst>
                <a:ext uri="{FF2B5EF4-FFF2-40B4-BE49-F238E27FC236}">
                  <a16:creationId xmlns:a16="http://schemas.microsoft.com/office/drawing/2014/main" id="{7559D145-A9E3-41C9-857B-190F0D32B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844"/>
              <a:ext cx="57" cy="136"/>
            </a:xfrm>
            <a:custGeom>
              <a:avLst/>
              <a:gdLst>
                <a:gd name="T0" fmla="*/ 0 w 54"/>
                <a:gd name="T1" fmla="*/ 0 h 121"/>
                <a:gd name="T2" fmla="*/ 13 w 54"/>
                <a:gd name="T3" fmla="*/ 34 h 121"/>
                <a:gd name="T4" fmla="*/ 25 w 54"/>
                <a:gd name="T5" fmla="*/ 73 h 121"/>
                <a:gd name="T6" fmla="*/ 44 w 54"/>
                <a:gd name="T7" fmla="*/ 111 h 121"/>
                <a:gd name="T8" fmla="*/ 63 w 54"/>
                <a:gd name="T9" fmla="*/ 172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21">
                  <a:moveTo>
                    <a:pt x="0" y="0"/>
                  </a:moveTo>
                  <a:cubicBezTo>
                    <a:pt x="6" y="6"/>
                    <a:pt x="8" y="16"/>
                    <a:pt x="10" y="24"/>
                  </a:cubicBezTo>
                  <a:cubicBezTo>
                    <a:pt x="13" y="34"/>
                    <a:pt x="16" y="43"/>
                    <a:pt x="22" y="52"/>
                  </a:cubicBezTo>
                  <a:cubicBezTo>
                    <a:pt x="27" y="61"/>
                    <a:pt x="35" y="69"/>
                    <a:pt x="38" y="78"/>
                  </a:cubicBezTo>
                  <a:cubicBezTo>
                    <a:pt x="44" y="92"/>
                    <a:pt x="43" y="110"/>
                    <a:pt x="54" y="12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06" name="Freeform 173">
              <a:extLst>
                <a:ext uri="{FF2B5EF4-FFF2-40B4-BE49-F238E27FC236}">
                  <a16:creationId xmlns:a16="http://schemas.microsoft.com/office/drawing/2014/main" id="{A31B54B0-1D17-4BBD-8B31-9AC240D99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893"/>
              <a:ext cx="20" cy="111"/>
            </a:xfrm>
            <a:custGeom>
              <a:avLst/>
              <a:gdLst>
                <a:gd name="T0" fmla="*/ 0 w 19"/>
                <a:gd name="T1" fmla="*/ 0 h 99"/>
                <a:gd name="T2" fmla="*/ 3 w 19"/>
                <a:gd name="T3" fmla="*/ 68 h 99"/>
                <a:gd name="T4" fmla="*/ 22 w 19"/>
                <a:gd name="T5" fmla="*/ 139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9">
                  <a:moveTo>
                    <a:pt x="0" y="0"/>
                  </a:moveTo>
                  <a:cubicBezTo>
                    <a:pt x="4" y="15"/>
                    <a:pt x="0" y="32"/>
                    <a:pt x="3" y="48"/>
                  </a:cubicBezTo>
                  <a:cubicBezTo>
                    <a:pt x="6" y="65"/>
                    <a:pt x="8" y="85"/>
                    <a:pt x="19" y="9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07" name="Freeform 174">
              <a:extLst>
                <a:ext uri="{FF2B5EF4-FFF2-40B4-BE49-F238E27FC236}">
                  <a16:creationId xmlns:a16="http://schemas.microsoft.com/office/drawing/2014/main" id="{870FE8D6-A5F3-4F75-9A86-C0095AADE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882"/>
              <a:ext cx="75" cy="82"/>
            </a:xfrm>
            <a:custGeom>
              <a:avLst/>
              <a:gdLst>
                <a:gd name="T0" fmla="*/ 0 w 72"/>
                <a:gd name="T1" fmla="*/ 0 h 73"/>
                <a:gd name="T2" fmla="*/ 61 w 72"/>
                <a:gd name="T3" fmla="*/ 55 h 73"/>
                <a:gd name="T4" fmla="*/ 81 w 72"/>
                <a:gd name="T5" fmla="*/ 103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73">
                  <a:moveTo>
                    <a:pt x="0" y="0"/>
                  </a:moveTo>
                  <a:cubicBezTo>
                    <a:pt x="20" y="12"/>
                    <a:pt x="40" y="22"/>
                    <a:pt x="55" y="39"/>
                  </a:cubicBezTo>
                  <a:cubicBezTo>
                    <a:pt x="62" y="48"/>
                    <a:pt x="68" y="63"/>
                    <a:pt x="72" y="7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08" name="Freeform 175">
              <a:extLst>
                <a:ext uri="{FF2B5EF4-FFF2-40B4-BE49-F238E27FC236}">
                  <a16:creationId xmlns:a16="http://schemas.microsoft.com/office/drawing/2014/main" id="{F7C40A4B-9089-4EA9-9C61-36CEB2C7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946"/>
              <a:ext cx="44" cy="92"/>
            </a:xfrm>
            <a:custGeom>
              <a:avLst/>
              <a:gdLst>
                <a:gd name="T0" fmla="*/ 0 w 42"/>
                <a:gd name="T1" fmla="*/ 0 h 82"/>
                <a:gd name="T2" fmla="*/ 16 w 42"/>
                <a:gd name="T3" fmla="*/ 70 h 82"/>
                <a:gd name="T4" fmla="*/ 30 w 42"/>
                <a:gd name="T5" fmla="*/ 102 h 82"/>
                <a:gd name="T6" fmla="*/ 48 w 42"/>
                <a:gd name="T7" fmla="*/ 116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82">
                  <a:moveTo>
                    <a:pt x="0" y="0"/>
                  </a:moveTo>
                  <a:cubicBezTo>
                    <a:pt x="2" y="17"/>
                    <a:pt x="5" y="34"/>
                    <a:pt x="13" y="49"/>
                  </a:cubicBezTo>
                  <a:cubicBezTo>
                    <a:pt x="17" y="57"/>
                    <a:pt x="20" y="65"/>
                    <a:pt x="27" y="72"/>
                  </a:cubicBezTo>
                  <a:cubicBezTo>
                    <a:pt x="31" y="76"/>
                    <a:pt x="37" y="78"/>
                    <a:pt x="42" y="8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09" name="Freeform 176">
              <a:extLst>
                <a:ext uri="{FF2B5EF4-FFF2-40B4-BE49-F238E27FC236}">
                  <a16:creationId xmlns:a16="http://schemas.microsoft.com/office/drawing/2014/main" id="{E1B7ADE1-FD7B-4FF9-9851-8CC914F72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870"/>
              <a:ext cx="91" cy="158"/>
            </a:xfrm>
            <a:custGeom>
              <a:avLst/>
              <a:gdLst>
                <a:gd name="T0" fmla="*/ 102 w 86"/>
                <a:gd name="T1" fmla="*/ 0 h 141"/>
                <a:gd name="T2" fmla="*/ 79 w 86"/>
                <a:gd name="T3" fmla="*/ 30 h 141"/>
                <a:gd name="T4" fmla="*/ 52 w 86"/>
                <a:gd name="T5" fmla="*/ 109 h 141"/>
                <a:gd name="T6" fmla="*/ 25 w 86"/>
                <a:gd name="T7" fmla="*/ 160 h 141"/>
                <a:gd name="T8" fmla="*/ 0 w 86"/>
                <a:gd name="T9" fmla="*/ 19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41">
                  <a:moveTo>
                    <a:pt x="86" y="0"/>
                  </a:moveTo>
                  <a:cubicBezTo>
                    <a:pt x="77" y="4"/>
                    <a:pt x="71" y="13"/>
                    <a:pt x="67" y="21"/>
                  </a:cubicBezTo>
                  <a:cubicBezTo>
                    <a:pt x="56" y="39"/>
                    <a:pt x="51" y="59"/>
                    <a:pt x="43" y="78"/>
                  </a:cubicBezTo>
                  <a:cubicBezTo>
                    <a:pt x="38" y="92"/>
                    <a:pt x="32" y="103"/>
                    <a:pt x="22" y="114"/>
                  </a:cubicBezTo>
                  <a:cubicBezTo>
                    <a:pt x="14" y="122"/>
                    <a:pt x="5" y="131"/>
                    <a:pt x="0" y="14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10" name="Freeform 177">
              <a:extLst>
                <a:ext uri="{FF2B5EF4-FFF2-40B4-BE49-F238E27FC236}">
                  <a16:creationId xmlns:a16="http://schemas.microsoft.com/office/drawing/2014/main" id="{03D25875-5E3A-47A1-BDEB-8A6964DD8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845"/>
              <a:ext cx="48" cy="144"/>
            </a:xfrm>
            <a:custGeom>
              <a:avLst/>
              <a:gdLst>
                <a:gd name="T0" fmla="*/ 52 w 46"/>
                <a:gd name="T1" fmla="*/ 0 h 128"/>
                <a:gd name="T2" fmla="*/ 42 w 46"/>
                <a:gd name="T3" fmla="*/ 24 h 128"/>
                <a:gd name="T4" fmla="*/ 23 w 46"/>
                <a:gd name="T5" fmla="*/ 66 h 128"/>
                <a:gd name="T6" fmla="*/ 10 w 46"/>
                <a:gd name="T7" fmla="*/ 134 h 128"/>
                <a:gd name="T8" fmla="*/ 0 w 46"/>
                <a:gd name="T9" fmla="*/ 182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28">
                  <a:moveTo>
                    <a:pt x="46" y="0"/>
                  </a:moveTo>
                  <a:cubicBezTo>
                    <a:pt x="45" y="6"/>
                    <a:pt x="39" y="12"/>
                    <a:pt x="36" y="17"/>
                  </a:cubicBezTo>
                  <a:cubicBezTo>
                    <a:pt x="30" y="26"/>
                    <a:pt x="24" y="36"/>
                    <a:pt x="20" y="46"/>
                  </a:cubicBezTo>
                  <a:cubicBezTo>
                    <a:pt x="15" y="62"/>
                    <a:pt x="12" y="78"/>
                    <a:pt x="10" y="94"/>
                  </a:cubicBezTo>
                  <a:cubicBezTo>
                    <a:pt x="9" y="103"/>
                    <a:pt x="9" y="122"/>
                    <a:pt x="0" y="12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11" name="Freeform 178">
              <a:extLst>
                <a:ext uri="{FF2B5EF4-FFF2-40B4-BE49-F238E27FC236}">
                  <a16:creationId xmlns:a16="http://schemas.microsoft.com/office/drawing/2014/main" id="{A75A2C72-4D75-4706-9984-50ECE4960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897"/>
              <a:ext cx="104" cy="130"/>
            </a:xfrm>
            <a:custGeom>
              <a:avLst/>
              <a:gdLst>
                <a:gd name="T0" fmla="*/ 115 w 99"/>
                <a:gd name="T1" fmla="*/ 0 h 116"/>
                <a:gd name="T2" fmla="*/ 83 w 99"/>
                <a:gd name="T3" fmla="*/ 17 h 116"/>
                <a:gd name="T4" fmla="*/ 49 w 99"/>
                <a:gd name="T5" fmla="*/ 73 h 116"/>
                <a:gd name="T6" fmla="*/ 0 w 99"/>
                <a:gd name="T7" fmla="*/ 164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116">
                  <a:moveTo>
                    <a:pt x="99" y="0"/>
                  </a:moveTo>
                  <a:cubicBezTo>
                    <a:pt x="90" y="4"/>
                    <a:pt x="80" y="5"/>
                    <a:pt x="71" y="12"/>
                  </a:cubicBezTo>
                  <a:cubicBezTo>
                    <a:pt x="57" y="21"/>
                    <a:pt x="50" y="37"/>
                    <a:pt x="43" y="52"/>
                  </a:cubicBezTo>
                  <a:cubicBezTo>
                    <a:pt x="34" y="72"/>
                    <a:pt x="23" y="107"/>
                    <a:pt x="0" y="11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12" name="Freeform 179">
              <a:extLst>
                <a:ext uri="{FF2B5EF4-FFF2-40B4-BE49-F238E27FC236}">
                  <a16:creationId xmlns:a16="http://schemas.microsoft.com/office/drawing/2014/main" id="{3FD87587-DC86-4C2E-89BF-BE1E7BC40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834"/>
              <a:ext cx="24" cy="151"/>
            </a:xfrm>
            <a:custGeom>
              <a:avLst/>
              <a:gdLst>
                <a:gd name="T0" fmla="*/ 0 w 23"/>
                <a:gd name="T1" fmla="*/ 189 h 135"/>
                <a:gd name="T2" fmla="*/ 23 w 23"/>
                <a:gd name="T3" fmla="*/ 92 h 135"/>
                <a:gd name="T4" fmla="*/ 20 w 23"/>
                <a:gd name="T5" fmla="*/ 40 h 135"/>
                <a:gd name="T6" fmla="*/ 22 w 23"/>
                <a:gd name="T7" fmla="*/ 15 h 135"/>
                <a:gd name="T8" fmla="*/ 26 w 23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5">
                  <a:moveTo>
                    <a:pt x="0" y="135"/>
                  </a:moveTo>
                  <a:cubicBezTo>
                    <a:pt x="14" y="115"/>
                    <a:pt x="22" y="90"/>
                    <a:pt x="20" y="65"/>
                  </a:cubicBezTo>
                  <a:cubicBezTo>
                    <a:pt x="19" y="53"/>
                    <a:pt x="17" y="41"/>
                    <a:pt x="17" y="29"/>
                  </a:cubicBezTo>
                  <a:cubicBezTo>
                    <a:pt x="17" y="23"/>
                    <a:pt x="17" y="17"/>
                    <a:pt x="19" y="11"/>
                  </a:cubicBezTo>
                  <a:cubicBezTo>
                    <a:pt x="20" y="7"/>
                    <a:pt x="23" y="4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13" name="Freeform 180">
              <a:extLst>
                <a:ext uri="{FF2B5EF4-FFF2-40B4-BE49-F238E27FC236}">
                  <a16:creationId xmlns:a16="http://schemas.microsoft.com/office/drawing/2014/main" id="{6C9C6EFD-B52A-4EED-A5FF-3658F8042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844"/>
              <a:ext cx="25" cy="107"/>
            </a:xfrm>
            <a:custGeom>
              <a:avLst/>
              <a:gdLst>
                <a:gd name="T0" fmla="*/ 5 w 24"/>
                <a:gd name="T1" fmla="*/ 0 h 95"/>
                <a:gd name="T2" fmla="*/ 22 w 24"/>
                <a:gd name="T3" fmla="*/ 101 h 95"/>
                <a:gd name="T4" fmla="*/ 24 w 24"/>
                <a:gd name="T5" fmla="*/ 136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95">
                  <a:moveTo>
                    <a:pt x="5" y="0"/>
                  </a:moveTo>
                  <a:cubicBezTo>
                    <a:pt x="0" y="23"/>
                    <a:pt x="14" y="49"/>
                    <a:pt x="19" y="71"/>
                  </a:cubicBezTo>
                  <a:cubicBezTo>
                    <a:pt x="21" y="78"/>
                    <a:pt x="24" y="88"/>
                    <a:pt x="21" y="9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14" name="Freeform 181">
              <a:extLst>
                <a:ext uri="{FF2B5EF4-FFF2-40B4-BE49-F238E27FC236}">
                  <a16:creationId xmlns:a16="http://schemas.microsoft.com/office/drawing/2014/main" id="{021A8F41-E059-40DE-914F-1FD1AA8C5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007"/>
              <a:ext cx="107" cy="17"/>
            </a:xfrm>
            <a:custGeom>
              <a:avLst/>
              <a:gdLst>
                <a:gd name="T0" fmla="*/ 117 w 102"/>
                <a:gd name="T1" fmla="*/ 22 h 15"/>
                <a:gd name="T2" fmla="*/ 43 w 102"/>
                <a:gd name="T3" fmla="*/ 10 h 15"/>
                <a:gd name="T4" fmla="*/ 0 w 10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15">
                  <a:moveTo>
                    <a:pt x="102" y="15"/>
                  </a:moveTo>
                  <a:cubicBezTo>
                    <a:pt x="82" y="5"/>
                    <a:pt x="59" y="6"/>
                    <a:pt x="37" y="7"/>
                  </a:cubicBezTo>
                  <a:cubicBezTo>
                    <a:pt x="26" y="8"/>
                    <a:pt x="8" y="1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15" name="Freeform 182">
              <a:extLst>
                <a:ext uri="{FF2B5EF4-FFF2-40B4-BE49-F238E27FC236}">
                  <a16:creationId xmlns:a16="http://schemas.microsoft.com/office/drawing/2014/main" id="{313E2E75-BA5A-4449-BBE7-2EAB7ECB4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974"/>
              <a:ext cx="53" cy="41"/>
            </a:xfrm>
            <a:custGeom>
              <a:avLst/>
              <a:gdLst>
                <a:gd name="T0" fmla="*/ 0 w 50"/>
                <a:gd name="T1" fmla="*/ 0 h 36"/>
                <a:gd name="T2" fmla="*/ 59 w 50"/>
                <a:gd name="T3" fmla="*/ 54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6">
                  <a:moveTo>
                    <a:pt x="0" y="0"/>
                  </a:moveTo>
                  <a:cubicBezTo>
                    <a:pt x="10" y="18"/>
                    <a:pt x="40" y="18"/>
                    <a:pt x="50" y="3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16" name="Freeform 183">
              <a:extLst>
                <a:ext uri="{FF2B5EF4-FFF2-40B4-BE49-F238E27FC236}">
                  <a16:creationId xmlns:a16="http://schemas.microsoft.com/office/drawing/2014/main" id="{F048A0D1-EE47-4DD4-9089-8595DD1FF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926"/>
              <a:ext cx="46" cy="40"/>
            </a:xfrm>
            <a:custGeom>
              <a:avLst/>
              <a:gdLst>
                <a:gd name="T0" fmla="*/ 0 w 44"/>
                <a:gd name="T1" fmla="*/ 0 h 36"/>
                <a:gd name="T2" fmla="*/ 50 w 44"/>
                <a:gd name="T3" fmla="*/ 4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6">
                  <a:moveTo>
                    <a:pt x="0" y="0"/>
                  </a:moveTo>
                  <a:cubicBezTo>
                    <a:pt x="12" y="15"/>
                    <a:pt x="35" y="19"/>
                    <a:pt x="44" y="3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17" name="Freeform 184">
              <a:extLst>
                <a:ext uri="{FF2B5EF4-FFF2-40B4-BE49-F238E27FC236}">
                  <a16:creationId xmlns:a16="http://schemas.microsoft.com/office/drawing/2014/main" id="{CDBB7D16-CF58-4377-8174-5D5FB5FB7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057"/>
              <a:ext cx="68" cy="54"/>
            </a:xfrm>
            <a:custGeom>
              <a:avLst/>
              <a:gdLst>
                <a:gd name="T0" fmla="*/ 74 w 65"/>
                <a:gd name="T1" fmla="*/ 0 h 48"/>
                <a:gd name="T2" fmla="*/ 31 w 65"/>
                <a:gd name="T3" fmla="*/ 43 h 48"/>
                <a:gd name="T4" fmla="*/ 0 w 65"/>
                <a:gd name="T5" fmla="*/ 6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8">
                  <a:moveTo>
                    <a:pt x="65" y="0"/>
                  </a:moveTo>
                  <a:cubicBezTo>
                    <a:pt x="50" y="6"/>
                    <a:pt x="40" y="18"/>
                    <a:pt x="28" y="30"/>
                  </a:cubicBezTo>
                  <a:cubicBezTo>
                    <a:pt x="20" y="37"/>
                    <a:pt x="10" y="45"/>
                    <a:pt x="0" y="4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18" name="Freeform 185">
              <a:extLst>
                <a:ext uri="{FF2B5EF4-FFF2-40B4-BE49-F238E27FC236}">
                  <a16:creationId xmlns:a16="http://schemas.microsoft.com/office/drawing/2014/main" id="{0B16ED47-4FF0-42C3-A836-52B3B32C6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073"/>
              <a:ext cx="49" cy="12"/>
            </a:xfrm>
            <a:custGeom>
              <a:avLst/>
              <a:gdLst>
                <a:gd name="T0" fmla="*/ 53 w 47"/>
                <a:gd name="T1" fmla="*/ 3 h 11"/>
                <a:gd name="T2" fmla="*/ 0 w 4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1">
                  <a:moveTo>
                    <a:pt x="47" y="3"/>
                  </a:moveTo>
                  <a:cubicBezTo>
                    <a:pt x="37" y="11"/>
                    <a:pt x="11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19" name="Freeform 186">
              <a:extLst>
                <a:ext uri="{FF2B5EF4-FFF2-40B4-BE49-F238E27FC236}">
                  <a16:creationId xmlns:a16="http://schemas.microsoft.com/office/drawing/2014/main" id="{A98F8B40-0C3E-4D4D-B633-C53BD1F4F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111"/>
              <a:ext cx="47" cy="62"/>
            </a:xfrm>
            <a:custGeom>
              <a:avLst/>
              <a:gdLst>
                <a:gd name="T0" fmla="*/ 51 w 45"/>
                <a:gd name="T1" fmla="*/ 0 h 55"/>
                <a:gd name="T2" fmla="*/ 29 w 45"/>
                <a:gd name="T3" fmla="*/ 37 h 55"/>
                <a:gd name="T4" fmla="*/ 0 w 45"/>
                <a:gd name="T5" fmla="*/ 79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5">
                  <a:moveTo>
                    <a:pt x="45" y="0"/>
                  </a:moveTo>
                  <a:cubicBezTo>
                    <a:pt x="37" y="7"/>
                    <a:pt x="30" y="16"/>
                    <a:pt x="26" y="26"/>
                  </a:cubicBezTo>
                  <a:cubicBezTo>
                    <a:pt x="20" y="38"/>
                    <a:pt x="14" y="51"/>
                    <a:pt x="0" y="5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20" name="Freeform 187">
              <a:extLst>
                <a:ext uri="{FF2B5EF4-FFF2-40B4-BE49-F238E27FC236}">
                  <a16:creationId xmlns:a16="http://schemas.microsoft.com/office/drawing/2014/main" id="{CAF52579-0155-4CF8-9E4B-9891FCA4C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125"/>
              <a:ext cx="10" cy="72"/>
            </a:xfrm>
            <a:custGeom>
              <a:avLst/>
              <a:gdLst>
                <a:gd name="T0" fmla="*/ 4 w 10"/>
                <a:gd name="T1" fmla="*/ 0 h 65"/>
                <a:gd name="T2" fmla="*/ 3 w 10"/>
                <a:gd name="T3" fmla="*/ 43 h 65"/>
                <a:gd name="T4" fmla="*/ 5 w 10"/>
                <a:gd name="T5" fmla="*/ 89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5">
                  <a:moveTo>
                    <a:pt x="4" y="0"/>
                  </a:moveTo>
                  <a:cubicBezTo>
                    <a:pt x="0" y="9"/>
                    <a:pt x="1" y="23"/>
                    <a:pt x="3" y="32"/>
                  </a:cubicBezTo>
                  <a:cubicBezTo>
                    <a:pt x="5" y="41"/>
                    <a:pt x="10" y="56"/>
                    <a:pt x="5" y="6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21" name="Freeform 188">
              <a:extLst>
                <a:ext uri="{FF2B5EF4-FFF2-40B4-BE49-F238E27FC236}">
                  <a16:creationId xmlns:a16="http://schemas.microsoft.com/office/drawing/2014/main" id="{63313F46-638B-4230-AC89-DDDF2A15E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144"/>
              <a:ext cx="22" cy="46"/>
            </a:xfrm>
            <a:custGeom>
              <a:avLst/>
              <a:gdLst>
                <a:gd name="T0" fmla="*/ 23 w 21"/>
                <a:gd name="T1" fmla="*/ 0 h 41"/>
                <a:gd name="T2" fmla="*/ 0 w 21"/>
                <a:gd name="T3" fmla="*/ 5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1">
                  <a:moveTo>
                    <a:pt x="20" y="0"/>
                  </a:moveTo>
                  <a:cubicBezTo>
                    <a:pt x="21" y="16"/>
                    <a:pt x="2" y="25"/>
                    <a:pt x="0" y="4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22" name="Freeform 189">
              <a:extLst>
                <a:ext uri="{FF2B5EF4-FFF2-40B4-BE49-F238E27FC236}">
                  <a16:creationId xmlns:a16="http://schemas.microsoft.com/office/drawing/2014/main" id="{025805A9-46C4-4552-B890-2E46F0AFB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098"/>
              <a:ext cx="61" cy="109"/>
            </a:xfrm>
            <a:custGeom>
              <a:avLst/>
              <a:gdLst>
                <a:gd name="T0" fmla="*/ 0 w 58"/>
                <a:gd name="T1" fmla="*/ 0 h 98"/>
                <a:gd name="T2" fmla="*/ 52 w 58"/>
                <a:gd name="T3" fmla="*/ 63 h 98"/>
                <a:gd name="T4" fmla="*/ 67 w 58"/>
                <a:gd name="T5" fmla="*/ 135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98">
                  <a:moveTo>
                    <a:pt x="0" y="0"/>
                  </a:moveTo>
                  <a:cubicBezTo>
                    <a:pt x="20" y="11"/>
                    <a:pt x="39" y="23"/>
                    <a:pt x="45" y="46"/>
                  </a:cubicBezTo>
                  <a:cubicBezTo>
                    <a:pt x="49" y="61"/>
                    <a:pt x="46" y="87"/>
                    <a:pt x="58" y="9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23" name="Freeform 190">
              <a:extLst>
                <a:ext uri="{FF2B5EF4-FFF2-40B4-BE49-F238E27FC236}">
                  <a16:creationId xmlns:a16="http://schemas.microsoft.com/office/drawing/2014/main" id="{C58FD3F3-5C9E-40C4-8879-9F0FA91F0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122"/>
              <a:ext cx="23" cy="101"/>
            </a:xfrm>
            <a:custGeom>
              <a:avLst/>
              <a:gdLst>
                <a:gd name="T0" fmla="*/ 15 w 22"/>
                <a:gd name="T1" fmla="*/ 0 h 90"/>
                <a:gd name="T2" fmla="*/ 16 w 22"/>
                <a:gd name="T3" fmla="*/ 70 h 90"/>
                <a:gd name="T4" fmla="*/ 6 w 22"/>
                <a:gd name="T5" fmla="*/ 127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0">
                  <a:moveTo>
                    <a:pt x="12" y="0"/>
                  </a:moveTo>
                  <a:cubicBezTo>
                    <a:pt x="22" y="15"/>
                    <a:pt x="18" y="32"/>
                    <a:pt x="13" y="49"/>
                  </a:cubicBezTo>
                  <a:cubicBezTo>
                    <a:pt x="10" y="60"/>
                    <a:pt x="0" y="79"/>
                    <a:pt x="6" y="9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24" name="Freeform 191">
              <a:extLst>
                <a:ext uri="{FF2B5EF4-FFF2-40B4-BE49-F238E27FC236}">
                  <a16:creationId xmlns:a16="http://schemas.microsoft.com/office/drawing/2014/main" id="{8C298719-01E7-4F4C-ABBB-F2B6FD034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163"/>
              <a:ext cx="20" cy="77"/>
            </a:xfrm>
            <a:custGeom>
              <a:avLst/>
              <a:gdLst>
                <a:gd name="T0" fmla="*/ 22 w 19"/>
                <a:gd name="T1" fmla="*/ 96 h 69"/>
                <a:gd name="T2" fmla="*/ 2 w 19"/>
                <a:gd name="T3" fmla="*/ 50 h 69"/>
                <a:gd name="T4" fmla="*/ 0 w 19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9">
                  <a:moveTo>
                    <a:pt x="19" y="69"/>
                  </a:moveTo>
                  <a:cubicBezTo>
                    <a:pt x="6" y="69"/>
                    <a:pt x="2" y="45"/>
                    <a:pt x="2" y="36"/>
                  </a:cubicBezTo>
                  <a:cubicBezTo>
                    <a:pt x="1" y="24"/>
                    <a:pt x="3" y="1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25" name="Freeform 192">
              <a:extLst>
                <a:ext uri="{FF2B5EF4-FFF2-40B4-BE49-F238E27FC236}">
                  <a16:creationId xmlns:a16="http://schemas.microsoft.com/office/drawing/2014/main" id="{12FE1FBA-8D70-4532-AA0B-CF3020CCA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153"/>
              <a:ext cx="46" cy="68"/>
            </a:xfrm>
            <a:custGeom>
              <a:avLst/>
              <a:gdLst>
                <a:gd name="T0" fmla="*/ 0 w 44"/>
                <a:gd name="T1" fmla="*/ 85 h 61"/>
                <a:gd name="T2" fmla="*/ 31 w 44"/>
                <a:gd name="T3" fmla="*/ 47 h 61"/>
                <a:gd name="T4" fmla="*/ 50 w 4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1">
                  <a:moveTo>
                    <a:pt x="0" y="61"/>
                  </a:moveTo>
                  <a:cubicBezTo>
                    <a:pt x="13" y="60"/>
                    <a:pt x="24" y="44"/>
                    <a:pt x="28" y="34"/>
                  </a:cubicBezTo>
                  <a:cubicBezTo>
                    <a:pt x="33" y="22"/>
                    <a:pt x="36" y="10"/>
                    <a:pt x="44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26" name="Freeform 193">
              <a:extLst>
                <a:ext uri="{FF2B5EF4-FFF2-40B4-BE49-F238E27FC236}">
                  <a16:creationId xmlns:a16="http://schemas.microsoft.com/office/drawing/2014/main" id="{A169BB7D-C3BF-4390-B339-9D0618182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130"/>
              <a:ext cx="52" cy="34"/>
            </a:xfrm>
            <a:custGeom>
              <a:avLst/>
              <a:gdLst>
                <a:gd name="T0" fmla="*/ 56 w 50"/>
                <a:gd name="T1" fmla="*/ 0 h 30"/>
                <a:gd name="T2" fmla="*/ 26 w 50"/>
                <a:gd name="T3" fmla="*/ 7 h 30"/>
                <a:gd name="T4" fmla="*/ 0 w 50"/>
                <a:gd name="T5" fmla="*/ 4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0">
                  <a:moveTo>
                    <a:pt x="50" y="0"/>
                  </a:moveTo>
                  <a:cubicBezTo>
                    <a:pt x="42" y="5"/>
                    <a:pt x="31" y="3"/>
                    <a:pt x="23" y="4"/>
                  </a:cubicBezTo>
                  <a:cubicBezTo>
                    <a:pt x="13" y="6"/>
                    <a:pt x="1" y="20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27" name="Freeform 194">
              <a:extLst>
                <a:ext uri="{FF2B5EF4-FFF2-40B4-BE49-F238E27FC236}">
                  <a16:creationId xmlns:a16="http://schemas.microsoft.com/office/drawing/2014/main" id="{2BB197BF-7FB1-4900-AEDA-164ABA2E6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133"/>
              <a:ext cx="35" cy="76"/>
            </a:xfrm>
            <a:custGeom>
              <a:avLst/>
              <a:gdLst>
                <a:gd name="T0" fmla="*/ 39 w 33"/>
                <a:gd name="T1" fmla="*/ 0 h 67"/>
                <a:gd name="T2" fmla="*/ 0 w 33"/>
                <a:gd name="T3" fmla="*/ 98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7">
                  <a:moveTo>
                    <a:pt x="33" y="0"/>
                  </a:moveTo>
                  <a:cubicBezTo>
                    <a:pt x="12" y="19"/>
                    <a:pt x="17" y="47"/>
                    <a:pt x="0" y="6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28" name="Freeform 195">
              <a:extLst>
                <a:ext uri="{FF2B5EF4-FFF2-40B4-BE49-F238E27FC236}">
                  <a16:creationId xmlns:a16="http://schemas.microsoft.com/office/drawing/2014/main" id="{83DF00D2-D7C7-4305-8DB2-6F91B6347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131"/>
              <a:ext cx="40" cy="51"/>
            </a:xfrm>
            <a:custGeom>
              <a:avLst/>
              <a:gdLst>
                <a:gd name="T0" fmla="*/ 0 w 38"/>
                <a:gd name="T1" fmla="*/ 0 h 45"/>
                <a:gd name="T2" fmla="*/ 25 w 38"/>
                <a:gd name="T3" fmla="*/ 33 h 45"/>
                <a:gd name="T4" fmla="*/ 44 w 38"/>
                <a:gd name="T5" fmla="*/ 6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5">
                  <a:moveTo>
                    <a:pt x="0" y="0"/>
                  </a:moveTo>
                  <a:cubicBezTo>
                    <a:pt x="5" y="10"/>
                    <a:pt x="14" y="16"/>
                    <a:pt x="22" y="23"/>
                  </a:cubicBezTo>
                  <a:cubicBezTo>
                    <a:pt x="29" y="29"/>
                    <a:pt x="34" y="36"/>
                    <a:pt x="38" y="4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29" name="Freeform 196">
              <a:extLst>
                <a:ext uri="{FF2B5EF4-FFF2-40B4-BE49-F238E27FC236}">
                  <a16:creationId xmlns:a16="http://schemas.microsoft.com/office/drawing/2014/main" id="{7C309AD3-96F2-4710-A8FB-5599A613E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111"/>
              <a:ext cx="80" cy="35"/>
            </a:xfrm>
            <a:custGeom>
              <a:avLst/>
              <a:gdLst>
                <a:gd name="T0" fmla="*/ 0 w 76"/>
                <a:gd name="T1" fmla="*/ 0 h 31"/>
                <a:gd name="T2" fmla="*/ 52 w 76"/>
                <a:gd name="T3" fmla="*/ 19 h 31"/>
                <a:gd name="T4" fmla="*/ 88 w 76"/>
                <a:gd name="T5" fmla="*/ 4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31">
                  <a:moveTo>
                    <a:pt x="0" y="0"/>
                  </a:moveTo>
                  <a:cubicBezTo>
                    <a:pt x="12" y="11"/>
                    <a:pt x="30" y="9"/>
                    <a:pt x="45" y="13"/>
                  </a:cubicBezTo>
                  <a:cubicBezTo>
                    <a:pt x="56" y="16"/>
                    <a:pt x="69" y="23"/>
                    <a:pt x="76" y="3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30" name="Freeform 197">
              <a:extLst>
                <a:ext uri="{FF2B5EF4-FFF2-40B4-BE49-F238E27FC236}">
                  <a16:creationId xmlns:a16="http://schemas.microsoft.com/office/drawing/2014/main" id="{1FAC27E0-9FD6-4D4D-9E39-69B598AAB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121"/>
              <a:ext cx="27" cy="38"/>
            </a:xfrm>
            <a:custGeom>
              <a:avLst/>
              <a:gdLst>
                <a:gd name="T0" fmla="*/ 0 w 25"/>
                <a:gd name="T1" fmla="*/ 0 h 34"/>
                <a:gd name="T2" fmla="*/ 14 w 25"/>
                <a:gd name="T3" fmla="*/ 22 h 34"/>
                <a:gd name="T4" fmla="*/ 31 w 25"/>
                <a:gd name="T5" fmla="*/ 4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0" y="0"/>
                  </a:moveTo>
                  <a:cubicBezTo>
                    <a:pt x="5" y="4"/>
                    <a:pt x="8" y="10"/>
                    <a:pt x="11" y="16"/>
                  </a:cubicBezTo>
                  <a:cubicBezTo>
                    <a:pt x="14" y="22"/>
                    <a:pt x="17" y="33"/>
                    <a:pt x="25" y="3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31" name="Freeform 198">
              <a:extLst>
                <a:ext uri="{FF2B5EF4-FFF2-40B4-BE49-F238E27FC236}">
                  <a16:creationId xmlns:a16="http://schemas.microsoft.com/office/drawing/2014/main" id="{1BA3DAC2-DFC2-407F-82A9-137E0CA3C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021"/>
              <a:ext cx="135" cy="21"/>
            </a:xfrm>
            <a:custGeom>
              <a:avLst/>
              <a:gdLst>
                <a:gd name="T0" fmla="*/ 0 w 128"/>
                <a:gd name="T1" fmla="*/ 1 h 18"/>
                <a:gd name="T2" fmla="*/ 37 w 128"/>
                <a:gd name="T3" fmla="*/ 7 h 18"/>
                <a:gd name="T4" fmla="*/ 61 w 128"/>
                <a:gd name="T5" fmla="*/ 0 h 18"/>
                <a:gd name="T6" fmla="*/ 88 w 128"/>
                <a:gd name="T7" fmla="*/ 0 h 18"/>
                <a:gd name="T8" fmla="*/ 150 w 128"/>
                <a:gd name="T9" fmla="*/ 2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8">
                  <a:moveTo>
                    <a:pt x="0" y="1"/>
                  </a:moveTo>
                  <a:cubicBezTo>
                    <a:pt x="11" y="0"/>
                    <a:pt x="20" y="5"/>
                    <a:pt x="31" y="4"/>
                  </a:cubicBezTo>
                  <a:cubicBezTo>
                    <a:pt x="38" y="3"/>
                    <a:pt x="44" y="1"/>
                    <a:pt x="52" y="0"/>
                  </a:cubicBezTo>
                  <a:cubicBezTo>
                    <a:pt x="60" y="0"/>
                    <a:pt x="68" y="0"/>
                    <a:pt x="75" y="0"/>
                  </a:cubicBezTo>
                  <a:cubicBezTo>
                    <a:pt x="94" y="0"/>
                    <a:pt x="115" y="3"/>
                    <a:pt x="128" y="1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32" name="Freeform 199">
              <a:extLst>
                <a:ext uri="{FF2B5EF4-FFF2-40B4-BE49-F238E27FC236}">
                  <a16:creationId xmlns:a16="http://schemas.microsoft.com/office/drawing/2014/main" id="{0059C42E-EA26-4A4D-99F9-E61195B1E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004"/>
              <a:ext cx="68" cy="18"/>
            </a:xfrm>
            <a:custGeom>
              <a:avLst/>
              <a:gdLst>
                <a:gd name="T0" fmla="*/ 0 w 65"/>
                <a:gd name="T1" fmla="*/ 21 h 16"/>
                <a:gd name="T2" fmla="*/ 39 w 65"/>
                <a:gd name="T3" fmla="*/ 7 h 16"/>
                <a:gd name="T4" fmla="*/ 74 w 6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6">
                  <a:moveTo>
                    <a:pt x="0" y="15"/>
                  </a:moveTo>
                  <a:cubicBezTo>
                    <a:pt x="12" y="16"/>
                    <a:pt x="21" y="7"/>
                    <a:pt x="33" y="4"/>
                  </a:cubicBezTo>
                  <a:cubicBezTo>
                    <a:pt x="44" y="1"/>
                    <a:pt x="54" y="0"/>
                    <a:pt x="65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33" name="Freeform 200">
              <a:extLst>
                <a:ext uri="{FF2B5EF4-FFF2-40B4-BE49-F238E27FC236}">
                  <a16:creationId xmlns:a16="http://schemas.microsoft.com/office/drawing/2014/main" id="{3616CD92-E001-4EBC-A5C4-2F1BE20E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933"/>
              <a:ext cx="48" cy="56"/>
            </a:xfrm>
            <a:custGeom>
              <a:avLst/>
              <a:gdLst>
                <a:gd name="T0" fmla="*/ 0 w 46"/>
                <a:gd name="T1" fmla="*/ 69 h 50"/>
                <a:gd name="T2" fmla="*/ 29 w 46"/>
                <a:gd name="T3" fmla="*/ 35 h 50"/>
                <a:gd name="T4" fmla="*/ 52 w 4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0">
                  <a:moveTo>
                    <a:pt x="0" y="49"/>
                  </a:moveTo>
                  <a:cubicBezTo>
                    <a:pt x="10" y="50"/>
                    <a:pt x="21" y="32"/>
                    <a:pt x="26" y="25"/>
                  </a:cubicBezTo>
                  <a:cubicBezTo>
                    <a:pt x="31" y="16"/>
                    <a:pt x="36" y="3"/>
                    <a:pt x="46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34" name="Freeform 201">
              <a:extLst>
                <a:ext uri="{FF2B5EF4-FFF2-40B4-BE49-F238E27FC236}">
                  <a16:creationId xmlns:a16="http://schemas.microsoft.com/office/drawing/2014/main" id="{4C9F5A1F-8288-4DE8-9CED-955629967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947"/>
              <a:ext cx="44" cy="41"/>
            </a:xfrm>
            <a:custGeom>
              <a:avLst/>
              <a:gdLst>
                <a:gd name="T0" fmla="*/ 0 w 42"/>
                <a:gd name="T1" fmla="*/ 54 h 36"/>
                <a:gd name="T2" fmla="*/ 22 w 42"/>
                <a:gd name="T3" fmla="*/ 22 h 36"/>
                <a:gd name="T4" fmla="*/ 48 w 4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0" y="36"/>
                  </a:moveTo>
                  <a:cubicBezTo>
                    <a:pt x="5" y="27"/>
                    <a:pt x="11" y="20"/>
                    <a:pt x="19" y="15"/>
                  </a:cubicBezTo>
                  <a:cubicBezTo>
                    <a:pt x="26" y="9"/>
                    <a:pt x="36" y="7"/>
                    <a:pt x="42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35" name="Freeform 202">
              <a:extLst>
                <a:ext uri="{FF2B5EF4-FFF2-40B4-BE49-F238E27FC236}">
                  <a16:creationId xmlns:a16="http://schemas.microsoft.com/office/drawing/2014/main" id="{E13104EF-E277-449F-A401-57BAC99DA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902"/>
              <a:ext cx="12" cy="64"/>
            </a:xfrm>
            <a:custGeom>
              <a:avLst/>
              <a:gdLst>
                <a:gd name="T0" fmla="*/ 1 w 12"/>
                <a:gd name="T1" fmla="*/ 81 h 57"/>
                <a:gd name="T2" fmla="*/ 4 w 12"/>
                <a:gd name="T3" fmla="*/ 61 h 57"/>
                <a:gd name="T4" fmla="*/ 5 w 12"/>
                <a:gd name="T5" fmla="*/ 35 h 57"/>
                <a:gd name="T6" fmla="*/ 12 w 12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7">
                  <a:moveTo>
                    <a:pt x="1" y="57"/>
                  </a:moveTo>
                  <a:cubicBezTo>
                    <a:pt x="0" y="52"/>
                    <a:pt x="3" y="48"/>
                    <a:pt x="4" y="43"/>
                  </a:cubicBezTo>
                  <a:cubicBezTo>
                    <a:pt x="5" y="38"/>
                    <a:pt x="5" y="31"/>
                    <a:pt x="5" y="25"/>
                  </a:cubicBezTo>
                  <a:cubicBezTo>
                    <a:pt x="6" y="16"/>
                    <a:pt x="7" y="7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36" name="Freeform 203">
              <a:extLst>
                <a:ext uri="{FF2B5EF4-FFF2-40B4-BE49-F238E27FC236}">
                  <a16:creationId xmlns:a16="http://schemas.microsoft.com/office/drawing/2014/main" id="{6D226340-F07B-4EC1-ADFA-B2BC0490C6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8" y="790"/>
              <a:ext cx="645" cy="459"/>
            </a:xfrm>
            <a:custGeom>
              <a:avLst/>
              <a:gdLst>
                <a:gd name="T0" fmla="*/ 611 w 615"/>
                <a:gd name="T1" fmla="*/ 154 h 409"/>
                <a:gd name="T2" fmla="*/ 554 w 615"/>
                <a:gd name="T3" fmla="*/ 140 h 409"/>
                <a:gd name="T4" fmla="*/ 469 w 615"/>
                <a:gd name="T5" fmla="*/ 68 h 409"/>
                <a:gd name="T6" fmla="*/ 356 w 615"/>
                <a:gd name="T7" fmla="*/ 62 h 409"/>
                <a:gd name="T8" fmla="*/ 354 w 615"/>
                <a:gd name="T9" fmla="*/ 62 h 409"/>
                <a:gd name="T10" fmla="*/ 241 w 615"/>
                <a:gd name="T11" fmla="*/ 68 h 409"/>
                <a:gd name="T12" fmla="*/ 156 w 615"/>
                <a:gd name="T13" fmla="*/ 140 h 409"/>
                <a:gd name="T14" fmla="*/ 98 w 615"/>
                <a:gd name="T15" fmla="*/ 154 h 409"/>
                <a:gd name="T16" fmla="*/ 10 w 615"/>
                <a:gd name="T17" fmla="*/ 357 h 409"/>
                <a:gd name="T18" fmla="*/ 153 w 615"/>
                <a:gd name="T19" fmla="*/ 523 h 409"/>
                <a:gd name="T20" fmla="*/ 284 w 615"/>
                <a:gd name="T21" fmla="*/ 577 h 409"/>
                <a:gd name="T22" fmla="*/ 345 w 615"/>
                <a:gd name="T23" fmla="*/ 488 h 409"/>
                <a:gd name="T24" fmla="*/ 334 w 615"/>
                <a:gd name="T25" fmla="*/ 369 h 409"/>
                <a:gd name="T26" fmla="*/ 377 w 615"/>
                <a:gd name="T27" fmla="*/ 369 h 409"/>
                <a:gd name="T28" fmla="*/ 364 w 615"/>
                <a:gd name="T29" fmla="*/ 488 h 409"/>
                <a:gd name="T30" fmla="*/ 426 w 615"/>
                <a:gd name="T31" fmla="*/ 577 h 409"/>
                <a:gd name="T32" fmla="*/ 558 w 615"/>
                <a:gd name="T33" fmla="*/ 523 h 409"/>
                <a:gd name="T34" fmla="*/ 698 w 615"/>
                <a:gd name="T35" fmla="*/ 357 h 409"/>
                <a:gd name="T36" fmla="*/ 611 w 615"/>
                <a:gd name="T37" fmla="*/ 154 h 409"/>
                <a:gd name="T38" fmla="*/ 357 w 615"/>
                <a:gd name="T39" fmla="*/ 349 h 409"/>
                <a:gd name="T40" fmla="*/ 342 w 615"/>
                <a:gd name="T41" fmla="*/ 342 h 409"/>
                <a:gd name="T42" fmla="*/ 357 w 615"/>
                <a:gd name="T43" fmla="*/ 336 h 409"/>
                <a:gd name="T44" fmla="*/ 371 w 615"/>
                <a:gd name="T45" fmla="*/ 342 h 409"/>
                <a:gd name="T46" fmla="*/ 357 w 615"/>
                <a:gd name="T47" fmla="*/ 349 h 40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15" h="409">
                  <a:moveTo>
                    <a:pt x="530" y="109"/>
                  </a:moveTo>
                  <a:cubicBezTo>
                    <a:pt x="508" y="76"/>
                    <a:pt x="480" y="99"/>
                    <a:pt x="480" y="99"/>
                  </a:cubicBezTo>
                  <a:cubicBezTo>
                    <a:pt x="474" y="56"/>
                    <a:pt x="406" y="48"/>
                    <a:pt x="406" y="48"/>
                  </a:cubicBezTo>
                  <a:cubicBezTo>
                    <a:pt x="336" y="0"/>
                    <a:pt x="308" y="44"/>
                    <a:pt x="308" y="44"/>
                  </a:cubicBezTo>
                  <a:cubicBezTo>
                    <a:pt x="307" y="44"/>
                    <a:pt x="307" y="44"/>
                    <a:pt x="307" y="44"/>
                  </a:cubicBezTo>
                  <a:cubicBezTo>
                    <a:pt x="307" y="44"/>
                    <a:pt x="280" y="0"/>
                    <a:pt x="209" y="48"/>
                  </a:cubicBezTo>
                  <a:cubicBezTo>
                    <a:pt x="209" y="48"/>
                    <a:pt x="141" y="56"/>
                    <a:pt x="135" y="99"/>
                  </a:cubicBezTo>
                  <a:cubicBezTo>
                    <a:pt x="135" y="99"/>
                    <a:pt x="107" y="76"/>
                    <a:pt x="85" y="109"/>
                  </a:cubicBezTo>
                  <a:cubicBezTo>
                    <a:pt x="57" y="150"/>
                    <a:pt x="0" y="192"/>
                    <a:pt x="10" y="252"/>
                  </a:cubicBezTo>
                  <a:cubicBezTo>
                    <a:pt x="20" y="312"/>
                    <a:pt x="78" y="363"/>
                    <a:pt x="133" y="370"/>
                  </a:cubicBezTo>
                  <a:cubicBezTo>
                    <a:pt x="188" y="376"/>
                    <a:pt x="185" y="407"/>
                    <a:pt x="246" y="408"/>
                  </a:cubicBezTo>
                  <a:cubicBezTo>
                    <a:pt x="307" y="409"/>
                    <a:pt x="299" y="371"/>
                    <a:pt x="299" y="346"/>
                  </a:cubicBezTo>
                  <a:cubicBezTo>
                    <a:pt x="299" y="322"/>
                    <a:pt x="313" y="278"/>
                    <a:pt x="289" y="261"/>
                  </a:cubicBezTo>
                  <a:cubicBezTo>
                    <a:pt x="326" y="261"/>
                    <a:pt x="326" y="261"/>
                    <a:pt x="326" y="261"/>
                  </a:cubicBezTo>
                  <a:cubicBezTo>
                    <a:pt x="302" y="278"/>
                    <a:pt x="316" y="322"/>
                    <a:pt x="316" y="346"/>
                  </a:cubicBezTo>
                  <a:cubicBezTo>
                    <a:pt x="316" y="371"/>
                    <a:pt x="308" y="409"/>
                    <a:pt x="369" y="408"/>
                  </a:cubicBezTo>
                  <a:cubicBezTo>
                    <a:pt x="430" y="407"/>
                    <a:pt x="427" y="376"/>
                    <a:pt x="483" y="370"/>
                  </a:cubicBezTo>
                  <a:cubicBezTo>
                    <a:pt x="538" y="363"/>
                    <a:pt x="595" y="312"/>
                    <a:pt x="605" y="252"/>
                  </a:cubicBezTo>
                  <a:cubicBezTo>
                    <a:pt x="615" y="192"/>
                    <a:pt x="558" y="150"/>
                    <a:pt x="530" y="109"/>
                  </a:cubicBezTo>
                  <a:close/>
                  <a:moveTo>
                    <a:pt x="309" y="247"/>
                  </a:moveTo>
                  <a:cubicBezTo>
                    <a:pt x="302" y="247"/>
                    <a:pt x="297" y="245"/>
                    <a:pt x="297" y="242"/>
                  </a:cubicBezTo>
                  <a:cubicBezTo>
                    <a:pt x="297" y="239"/>
                    <a:pt x="302" y="237"/>
                    <a:pt x="309" y="237"/>
                  </a:cubicBezTo>
                  <a:cubicBezTo>
                    <a:pt x="316" y="237"/>
                    <a:pt x="322" y="239"/>
                    <a:pt x="322" y="242"/>
                  </a:cubicBezTo>
                  <a:cubicBezTo>
                    <a:pt x="322" y="245"/>
                    <a:pt x="316" y="247"/>
                    <a:pt x="309" y="24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37" name="Freeform 204">
              <a:extLst>
                <a:ext uri="{FF2B5EF4-FFF2-40B4-BE49-F238E27FC236}">
                  <a16:creationId xmlns:a16="http://schemas.microsoft.com/office/drawing/2014/main" id="{9DF82F78-E29D-4E1A-96EE-85D7B8CD9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905"/>
              <a:ext cx="457" cy="264"/>
            </a:xfrm>
            <a:custGeom>
              <a:avLst/>
              <a:gdLst>
                <a:gd name="T0" fmla="*/ 464 w 435"/>
                <a:gd name="T1" fmla="*/ 173 h 236"/>
                <a:gd name="T2" fmla="*/ 439 w 435"/>
                <a:gd name="T3" fmla="*/ 134 h 236"/>
                <a:gd name="T4" fmla="*/ 444 w 435"/>
                <a:gd name="T5" fmla="*/ 57 h 236"/>
                <a:gd name="T6" fmla="*/ 451 w 435"/>
                <a:gd name="T7" fmla="*/ 0 h 236"/>
                <a:gd name="T8" fmla="*/ 404 w 435"/>
                <a:gd name="T9" fmla="*/ 31 h 236"/>
                <a:gd name="T10" fmla="*/ 374 w 435"/>
                <a:gd name="T11" fmla="*/ 94 h 236"/>
                <a:gd name="T12" fmla="*/ 337 w 435"/>
                <a:gd name="T13" fmla="*/ 170 h 236"/>
                <a:gd name="T14" fmla="*/ 256 w 435"/>
                <a:gd name="T15" fmla="*/ 181 h 236"/>
                <a:gd name="T16" fmla="*/ 248 w 435"/>
                <a:gd name="T17" fmla="*/ 181 h 236"/>
                <a:gd name="T18" fmla="*/ 167 w 435"/>
                <a:gd name="T19" fmla="*/ 170 h 236"/>
                <a:gd name="T20" fmla="*/ 130 w 435"/>
                <a:gd name="T21" fmla="*/ 94 h 236"/>
                <a:gd name="T22" fmla="*/ 101 w 435"/>
                <a:gd name="T23" fmla="*/ 31 h 236"/>
                <a:gd name="T24" fmla="*/ 54 w 435"/>
                <a:gd name="T25" fmla="*/ 0 h 236"/>
                <a:gd name="T26" fmla="*/ 60 w 435"/>
                <a:gd name="T27" fmla="*/ 57 h 236"/>
                <a:gd name="T28" fmla="*/ 66 w 435"/>
                <a:gd name="T29" fmla="*/ 134 h 236"/>
                <a:gd name="T30" fmla="*/ 40 w 435"/>
                <a:gd name="T31" fmla="*/ 173 h 236"/>
                <a:gd name="T32" fmla="*/ 3 w 435"/>
                <a:gd name="T33" fmla="*/ 232 h 236"/>
                <a:gd name="T34" fmla="*/ 44 w 435"/>
                <a:gd name="T35" fmla="*/ 235 h 236"/>
                <a:gd name="T36" fmla="*/ 41 w 435"/>
                <a:gd name="T37" fmla="*/ 257 h 236"/>
                <a:gd name="T38" fmla="*/ 68 w 435"/>
                <a:gd name="T39" fmla="*/ 276 h 236"/>
                <a:gd name="T40" fmla="*/ 106 w 435"/>
                <a:gd name="T41" fmla="*/ 330 h 236"/>
                <a:gd name="T42" fmla="*/ 151 w 435"/>
                <a:gd name="T43" fmla="*/ 296 h 236"/>
                <a:gd name="T44" fmla="*/ 160 w 435"/>
                <a:gd name="T45" fmla="*/ 243 h 236"/>
                <a:gd name="T46" fmla="*/ 244 w 435"/>
                <a:gd name="T47" fmla="*/ 211 h 236"/>
                <a:gd name="T48" fmla="*/ 261 w 435"/>
                <a:gd name="T49" fmla="*/ 211 h 236"/>
                <a:gd name="T50" fmla="*/ 346 w 435"/>
                <a:gd name="T51" fmla="*/ 243 h 236"/>
                <a:gd name="T52" fmla="*/ 353 w 435"/>
                <a:gd name="T53" fmla="*/ 296 h 236"/>
                <a:gd name="T54" fmla="*/ 399 w 435"/>
                <a:gd name="T55" fmla="*/ 330 h 236"/>
                <a:gd name="T56" fmla="*/ 436 w 435"/>
                <a:gd name="T57" fmla="*/ 276 h 236"/>
                <a:gd name="T58" fmla="*/ 463 w 435"/>
                <a:gd name="T59" fmla="*/ 257 h 236"/>
                <a:gd name="T60" fmla="*/ 460 w 435"/>
                <a:gd name="T61" fmla="*/ 235 h 236"/>
                <a:gd name="T62" fmla="*/ 502 w 435"/>
                <a:gd name="T63" fmla="*/ 232 h 236"/>
                <a:gd name="T64" fmla="*/ 464 w 435"/>
                <a:gd name="T65" fmla="*/ 173 h 2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35" h="236">
                  <a:moveTo>
                    <a:pt x="401" y="124"/>
                  </a:moveTo>
                  <a:cubicBezTo>
                    <a:pt x="391" y="119"/>
                    <a:pt x="358" y="117"/>
                    <a:pt x="379" y="96"/>
                  </a:cubicBezTo>
                  <a:cubicBezTo>
                    <a:pt x="399" y="76"/>
                    <a:pt x="371" y="63"/>
                    <a:pt x="384" y="41"/>
                  </a:cubicBezTo>
                  <a:cubicBezTo>
                    <a:pt x="397" y="19"/>
                    <a:pt x="388" y="0"/>
                    <a:pt x="388" y="0"/>
                  </a:cubicBezTo>
                  <a:cubicBezTo>
                    <a:pt x="388" y="0"/>
                    <a:pt x="375" y="16"/>
                    <a:pt x="348" y="22"/>
                  </a:cubicBezTo>
                  <a:cubicBezTo>
                    <a:pt x="320" y="28"/>
                    <a:pt x="328" y="36"/>
                    <a:pt x="323" y="67"/>
                  </a:cubicBezTo>
                  <a:cubicBezTo>
                    <a:pt x="318" y="99"/>
                    <a:pt x="314" y="108"/>
                    <a:pt x="291" y="122"/>
                  </a:cubicBezTo>
                  <a:cubicBezTo>
                    <a:pt x="269" y="135"/>
                    <a:pt x="221" y="130"/>
                    <a:pt x="221" y="130"/>
                  </a:cubicBezTo>
                  <a:cubicBezTo>
                    <a:pt x="214" y="130"/>
                    <a:pt x="214" y="130"/>
                    <a:pt x="214" y="130"/>
                  </a:cubicBezTo>
                  <a:cubicBezTo>
                    <a:pt x="214" y="130"/>
                    <a:pt x="167" y="135"/>
                    <a:pt x="144" y="122"/>
                  </a:cubicBezTo>
                  <a:cubicBezTo>
                    <a:pt x="121" y="108"/>
                    <a:pt x="117" y="99"/>
                    <a:pt x="112" y="67"/>
                  </a:cubicBezTo>
                  <a:cubicBezTo>
                    <a:pt x="108" y="36"/>
                    <a:pt x="115" y="28"/>
                    <a:pt x="87" y="22"/>
                  </a:cubicBezTo>
                  <a:cubicBezTo>
                    <a:pt x="60" y="16"/>
                    <a:pt x="47" y="0"/>
                    <a:pt x="47" y="0"/>
                  </a:cubicBezTo>
                  <a:cubicBezTo>
                    <a:pt x="47" y="0"/>
                    <a:pt x="38" y="19"/>
                    <a:pt x="51" y="41"/>
                  </a:cubicBezTo>
                  <a:cubicBezTo>
                    <a:pt x="64" y="63"/>
                    <a:pt x="36" y="76"/>
                    <a:pt x="57" y="96"/>
                  </a:cubicBezTo>
                  <a:cubicBezTo>
                    <a:pt x="77" y="117"/>
                    <a:pt x="45" y="119"/>
                    <a:pt x="34" y="124"/>
                  </a:cubicBezTo>
                  <a:cubicBezTo>
                    <a:pt x="24" y="129"/>
                    <a:pt x="0" y="146"/>
                    <a:pt x="3" y="165"/>
                  </a:cubicBezTo>
                  <a:cubicBezTo>
                    <a:pt x="3" y="165"/>
                    <a:pt x="36" y="153"/>
                    <a:pt x="38" y="168"/>
                  </a:cubicBezTo>
                  <a:cubicBezTo>
                    <a:pt x="40" y="179"/>
                    <a:pt x="37" y="182"/>
                    <a:pt x="35" y="184"/>
                  </a:cubicBezTo>
                  <a:cubicBezTo>
                    <a:pt x="41" y="181"/>
                    <a:pt x="63" y="174"/>
                    <a:pt x="59" y="198"/>
                  </a:cubicBezTo>
                  <a:cubicBezTo>
                    <a:pt x="59" y="198"/>
                    <a:pt x="99" y="158"/>
                    <a:pt x="91" y="236"/>
                  </a:cubicBezTo>
                  <a:cubicBezTo>
                    <a:pt x="91" y="236"/>
                    <a:pt x="108" y="212"/>
                    <a:pt x="130" y="212"/>
                  </a:cubicBezTo>
                  <a:cubicBezTo>
                    <a:pt x="152" y="212"/>
                    <a:pt x="157" y="181"/>
                    <a:pt x="138" y="173"/>
                  </a:cubicBezTo>
                  <a:cubicBezTo>
                    <a:pt x="138" y="173"/>
                    <a:pt x="100" y="151"/>
                    <a:pt x="210" y="151"/>
                  </a:cubicBezTo>
                  <a:cubicBezTo>
                    <a:pt x="225" y="151"/>
                    <a:pt x="225" y="151"/>
                    <a:pt x="225" y="151"/>
                  </a:cubicBezTo>
                  <a:cubicBezTo>
                    <a:pt x="335" y="151"/>
                    <a:pt x="298" y="173"/>
                    <a:pt x="298" y="173"/>
                  </a:cubicBezTo>
                  <a:cubicBezTo>
                    <a:pt x="278" y="181"/>
                    <a:pt x="283" y="212"/>
                    <a:pt x="305" y="212"/>
                  </a:cubicBezTo>
                  <a:cubicBezTo>
                    <a:pt x="327" y="212"/>
                    <a:pt x="345" y="236"/>
                    <a:pt x="345" y="236"/>
                  </a:cubicBezTo>
                  <a:cubicBezTo>
                    <a:pt x="337" y="158"/>
                    <a:pt x="376" y="198"/>
                    <a:pt x="376" y="198"/>
                  </a:cubicBezTo>
                  <a:cubicBezTo>
                    <a:pt x="372" y="174"/>
                    <a:pt x="394" y="181"/>
                    <a:pt x="400" y="184"/>
                  </a:cubicBezTo>
                  <a:cubicBezTo>
                    <a:pt x="398" y="182"/>
                    <a:pt x="396" y="179"/>
                    <a:pt x="397" y="168"/>
                  </a:cubicBezTo>
                  <a:cubicBezTo>
                    <a:pt x="400" y="153"/>
                    <a:pt x="433" y="165"/>
                    <a:pt x="433" y="165"/>
                  </a:cubicBezTo>
                  <a:cubicBezTo>
                    <a:pt x="435" y="146"/>
                    <a:pt x="412" y="129"/>
                    <a:pt x="401" y="12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38" name="Freeform 205">
              <a:extLst>
                <a:ext uri="{FF2B5EF4-FFF2-40B4-BE49-F238E27FC236}">
                  <a16:creationId xmlns:a16="http://schemas.microsoft.com/office/drawing/2014/main" id="{9BA596F9-710A-488E-A6AC-66ABCA7B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111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39" name="Freeform 206">
              <a:extLst>
                <a:ext uri="{FF2B5EF4-FFF2-40B4-BE49-F238E27FC236}">
                  <a16:creationId xmlns:a16="http://schemas.microsoft.com/office/drawing/2014/main" id="{D364BF70-188E-4849-9810-35E38D1A8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111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638" name="spinal-cord-cross-section-diagram">
            <a:extLst>
              <a:ext uri="{FF2B5EF4-FFF2-40B4-BE49-F238E27FC236}">
                <a16:creationId xmlns:a16="http://schemas.microsoft.com/office/drawing/2014/main" id="{38EBDB25-9DBA-46FD-B904-B6198580973A}"/>
              </a:ext>
            </a:extLst>
          </p:cNvPr>
          <p:cNvGrpSpPr>
            <a:grpSpLocks/>
          </p:cNvGrpSpPr>
          <p:nvPr/>
        </p:nvGrpSpPr>
        <p:grpSpPr bwMode="auto">
          <a:xfrm>
            <a:off x="3348038" y="2103438"/>
            <a:ext cx="920750" cy="711200"/>
            <a:chOff x="1149" y="1325"/>
            <a:chExt cx="580" cy="448"/>
          </a:xfrm>
        </p:grpSpPr>
        <p:sp>
          <p:nvSpPr>
            <p:cNvPr id="69841" name="Freeform 208">
              <a:extLst>
                <a:ext uri="{FF2B5EF4-FFF2-40B4-BE49-F238E27FC236}">
                  <a16:creationId xmlns:a16="http://schemas.microsoft.com/office/drawing/2014/main" id="{E78E6EC4-946C-4343-BC2B-47F5A9A292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9" y="1325"/>
              <a:ext cx="580" cy="448"/>
            </a:xfrm>
            <a:custGeom>
              <a:avLst/>
              <a:gdLst>
                <a:gd name="T0" fmla="*/ 563 w 552"/>
                <a:gd name="T1" fmla="*/ 115 h 400"/>
                <a:gd name="T2" fmla="*/ 464 w 552"/>
                <a:gd name="T3" fmla="*/ 73 h 400"/>
                <a:gd name="T4" fmla="*/ 401 w 552"/>
                <a:gd name="T5" fmla="*/ 45 h 400"/>
                <a:gd name="T6" fmla="*/ 322 w 552"/>
                <a:gd name="T7" fmla="*/ 58 h 400"/>
                <a:gd name="T8" fmla="*/ 320 w 552"/>
                <a:gd name="T9" fmla="*/ 58 h 400"/>
                <a:gd name="T10" fmla="*/ 241 w 552"/>
                <a:gd name="T11" fmla="*/ 45 h 400"/>
                <a:gd name="T12" fmla="*/ 175 w 552"/>
                <a:gd name="T13" fmla="*/ 73 h 400"/>
                <a:gd name="T14" fmla="*/ 79 w 552"/>
                <a:gd name="T15" fmla="*/ 115 h 400"/>
                <a:gd name="T16" fmla="*/ 1 w 552"/>
                <a:gd name="T17" fmla="*/ 250 h 400"/>
                <a:gd name="T18" fmla="*/ 57 w 552"/>
                <a:gd name="T19" fmla="*/ 389 h 400"/>
                <a:gd name="T20" fmla="*/ 178 w 552"/>
                <a:gd name="T21" fmla="*/ 491 h 400"/>
                <a:gd name="T22" fmla="*/ 311 w 552"/>
                <a:gd name="T23" fmla="*/ 478 h 400"/>
                <a:gd name="T24" fmla="*/ 304 w 552"/>
                <a:gd name="T25" fmla="*/ 338 h 400"/>
                <a:gd name="T26" fmla="*/ 338 w 552"/>
                <a:gd name="T27" fmla="*/ 338 h 400"/>
                <a:gd name="T28" fmla="*/ 329 w 552"/>
                <a:gd name="T29" fmla="*/ 478 h 400"/>
                <a:gd name="T30" fmla="*/ 463 w 552"/>
                <a:gd name="T31" fmla="*/ 491 h 400"/>
                <a:gd name="T32" fmla="*/ 584 w 552"/>
                <a:gd name="T33" fmla="*/ 389 h 400"/>
                <a:gd name="T34" fmla="*/ 640 w 552"/>
                <a:gd name="T35" fmla="*/ 250 h 400"/>
                <a:gd name="T36" fmla="*/ 563 w 552"/>
                <a:gd name="T37" fmla="*/ 115 h 400"/>
                <a:gd name="T38" fmla="*/ 320 w 552"/>
                <a:gd name="T39" fmla="*/ 325 h 400"/>
                <a:gd name="T40" fmla="*/ 312 w 552"/>
                <a:gd name="T41" fmla="*/ 318 h 400"/>
                <a:gd name="T42" fmla="*/ 320 w 552"/>
                <a:gd name="T43" fmla="*/ 314 h 400"/>
                <a:gd name="T44" fmla="*/ 328 w 552"/>
                <a:gd name="T45" fmla="*/ 318 h 400"/>
                <a:gd name="T46" fmla="*/ 320 w 552"/>
                <a:gd name="T47" fmla="*/ 325 h 4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52" h="400">
                  <a:moveTo>
                    <a:pt x="485" y="82"/>
                  </a:moveTo>
                  <a:cubicBezTo>
                    <a:pt x="460" y="65"/>
                    <a:pt x="426" y="79"/>
                    <a:pt x="401" y="52"/>
                  </a:cubicBezTo>
                  <a:cubicBezTo>
                    <a:pt x="377" y="24"/>
                    <a:pt x="346" y="32"/>
                    <a:pt x="346" y="32"/>
                  </a:cubicBezTo>
                  <a:cubicBezTo>
                    <a:pt x="311" y="0"/>
                    <a:pt x="277" y="41"/>
                    <a:pt x="277" y="41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6" y="41"/>
                    <a:pt x="242" y="0"/>
                    <a:pt x="207" y="32"/>
                  </a:cubicBezTo>
                  <a:cubicBezTo>
                    <a:pt x="207" y="32"/>
                    <a:pt x="175" y="24"/>
                    <a:pt x="151" y="52"/>
                  </a:cubicBezTo>
                  <a:cubicBezTo>
                    <a:pt x="127" y="79"/>
                    <a:pt x="92" y="65"/>
                    <a:pt x="68" y="82"/>
                  </a:cubicBezTo>
                  <a:cubicBezTo>
                    <a:pt x="44" y="99"/>
                    <a:pt x="2" y="121"/>
                    <a:pt x="1" y="178"/>
                  </a:cubicBezTo>
                  <a:cubicBezTo>
                    <a:pt x="0" y="235"/>
                    <a:pt x="21" y="254"/>
                    <a:pt x="49" y="277"/>
                  </a:cubicBezTo>
                  <a:cubicBezTo>
                    <a:pt x="78" y="299"/>
                    <a:pt x="124" y="340"/>
                    <a:pt x="153" y="349"/>
                  </a:cubicBezTo>
                  <a:cubicBezTo>
                    <a:pt x="182" y="357"/>
                    <a:pt x="268" y="400"/>
                    <a:pt x="268" y="340"/>
                  </a:cubicBezTo>
                  <a:cubicBezTo>
                    <a:pt x="268" y="281"/>
                    <a:pt x="277" y="251"/>
                    <a:pt x="262" y="241"/>
                  </a:cubicBezTo>
                  <a:cubicBezTo>
                    <a:pt x="291" y="241"/>
                    <a:pt x="291" y="241"/>
                    <a:pt x="291" y="241"/>
                  </a:cubicBezTo>
                  <a:cubicBezTo>
                    <a:pt x="275" y="251"/>
                    <a:pt x="284" y="281"/>
                    <a:pt x="284" y="340"/>
                  </a:cubicBezTo>
                  <a:cubicBezTo>
                    <a:pt x="284" y="400"/>
                    <a:pt x="371" y="357"/>
                    <a:pt x="400" y="349"/>
                  </a:cubicBezTo>
                  <a:cubicBezTo>
                    <a:pt x="429" y="340"/>
                    <a:pt x="475" y="299"/>
                    <a:pt x="503" y="277"/>
                  </a:cubicBezTo>
                  <a:cubicBezTo>
                    <a:pt x="531" y="254"/>
                    <a:pt x="552" y="235"/>
                    <a:pt x="552" y="178"/>
                  </a:cubicBezTo>
                  <a:cubicBezTo>
                    <a:pt x="551" y="121"/>
                    <a:pt x="509" y="99"/>
                    <a:pt x="485" y="82"/>
                  </a:cubicBezTo>
                  <a:close/>
                  <a:moveTo>
                    <a:pt x="276" y="231"/>
                  </a:moveTo>
                  <a:cubicBezTo>
                    <a:pt x="272" y="231"/>
                    <a:pt x="269" y="229"/>
                    <a:pt x="269" y="227"/>
                  </a:cubicBezTo>
                  <a:cubicBezTo>
                    <a:pt x="269" y="225"/>
                    <a:pt x="272" y="223"/>
                    <a:pt x="276" y="223"/>
                  </a:cubicBezTo>
                  <a:cubicBezTo>
                    <a:pt x="280" y="223"/>
                    <a:pt x="283" y="225"/>
                    <a:pt x="283" y="227"/>
                  </a:cubicBezTo>
                  <a:cubicBezTo>
                    <a:pt x="283" y="229"/>
                    <a:pt x="280" y="231"/>
                    <a:pt x="276" y="231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42" name="Freeform 209">
              <a:extLst>
                <a:ext uri="{FF2B5EF4-FFF2-40B4-BE49-F238E27FC236}">
                  <a16:creationId xmlns:a16="http://schemas.microsoft.com/office/drawing/2014/main" id="{FEBB9FC7-2CD5-4C30-8AB7-4BA5FD3FF8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86" y="1394"/>
              <a:ext cx="303" cy="268"/>
            </a:xfrm>
            <a:custGeom>
              <a:avLst/>
              <a:gdLst>
                <a:gd name="T0" fmla="*/ 333 w 289"/>
                <a:gd name="T1" fmla="*/ 210 h 239"/>
                <a:gd name="T2" fmla="*/ 299 w 289"/>
                <a:gd name="T3" fmla="*/ 158 h 239"/>
                <a:gd name="T4" fmla="*/ 303 w 289"/>
                <a:gd name="T5" fmla="*/ 71 h 239"/>
                <a:gd name="T6" fmla="*/ 323 w 289"/>
                <a:gd name="T7" fmla="*/ 0 h 239"/>
                <a:gd name="T8" fmla="*/ 293 w 289"/>
                <a:gd name="T9" fmla="*/ 59 h 239"/>
                <a:gd name="T10" fmla="*/ 267 w 289"/>
                <a:gd name="T11" fmla="*/ 84 h 239"/>
                <a:gd name="T12" fmla="*/ 255 w 289"/>
                <a:gd name="T13" fmla="*/ 137 h 239"/>
                <a:gd name="T14" fmla="*/ 220 w 289"/>
                <a:gd name="T15" fmla="*/ 225 h 239"/>
                <a:gd name="T16" fmla="*/ 174 w 289"/>
                <a:gd name="T17" fmla="*/ 225 h 239"/>
                <a:gd name="T18" fmla="*/ 159 w 289"/>
                <a:gd name="T19" fmla="*/ 225 h 239"/>
                <a:gd name="T20" fmla="*/ 113 w 289"/>
                <a:gd name="T21" fmla="*/ 225 h 239"/>
                <a:gd name="T22" fmla="*/ 78 w 289"/>
                <a:gd name="T23" fmla="*/ 137 h 239"/>
                <a:gd name="T24" fmla="*/ 66 w 289"/>
                <a:gd name="T25" fmla="*/ 84 h 239"/>
                <a:gd name="T26" fmla="*/ 41 w 289"/>
                <a:gd name="T27" fmla="*/ 59 h 239"/>
                <a:gd name="T28" fmla="*/ 9 w 289"/>
                <a:gd name="T29" fmla="*/ 0 h 239"/>
                <a:gd name="T30" fmla="*/ 29 w 289"/>
                <a:gd name="T31" fmla="*/ 71 h 239"/>
                <a:gd name="T32" fmla="*/ 35 w 289"/>
                <a:gd name="T33" fmla="*/ 158 h 239"/>
                <a:gd name="T34" fmla="*/ 0 w 289"/>
                <a:gd name="T35" fmla="*/ 210 h 239"/>
                <a:gd name="T36" fmla="*/ 53 w 289"/>
                <a:gd name="T37" fmla="*/ 269 h 239"/>
                <a:gd name="T38" fmla="*/ 73 w 289"/>
                <a:gd name="T39" fmla="*/ 334 h 239"/>
                <a:gd name="T40" fmla="*/ 105 w 289"/>
                <a:gd name="T41" fmla="*/ 247 h 239"/>
                <a:gd name="T42" fmla="*/ 158 w 289"/>
                <a:gd name="T43" fmla="*/ 240 h 239"/>
                <a:gd name="T44" fmla="*/ 175 w 289"/>
                <a:gd name="T45" fmla="*/ 240 h 239"/>
                <a:gd name="T46" fmla="*/ 229 w 289"/>
                <a:gd name="T47" fmla="*/ 247 h 239"/>
                <a:gd name="T48" fmla="*/ 259 w 289"/>
                <a:gd name="T49" fmla="*/ 334 h 239"/>
                <a:gd name="T50" fmla="*/ 279 w 289"/>
                <a:gd name="T51" fmla="*/ 269 h 239"/>
                <a:gd name="T52" fmla="*/ 333 w 289"/>
                <a:gd name="T53" fmla="*/ 210 h 239"/>
                <a:gd name="T54" fmla="*/ 168 w 289"/>
                <a:gd name="T55" fmla="*/ 239 h 239"/>
                <a:gd name="T56" fmla="*/ 160 w 289"/>
                <a:gd name="T57" fmla="*/ 232 h 239"/>
                <a:gd name="T58" fmla="*/ 168 w 289"/>
                <a:gd name="T59" fmla="*/ 228 h 239"/>
                <a:gd name="T60" fmla="*/ 176 w 289"/>
                <a:gd name="T61" fmla="*/ 232 h 239"/>
                <a:gd name="T62" fmla="*/ 168 w 289"/>
                <a:gd name="T63" fmla="*/ 239 h 23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89" h="239">
                  <a:moveTo>
                    <a:pt x="289" y="149"/>
                  </a:moveTo>
                  <a:cubicBezTo>
                    <a:pt x="256" y="159"/>
                    <a:pt x="265" y="125"/>
                    <a:pt x="259" y="112"/>
                  </a:cubicBezTo>
                  <a:cubicBezTo>
                    <a:pt x="253" y="99"/>
                    <a:pt x="254" y="70"/>
                    <a:pt x="263" y="50"/>
                  </a:cubicBezTo>
                  <a:cubicBezTo>
                    <a:pt x="272" y="30"/>
                    <a:pt x="280" y="0"/>
                    <a:pt x="280" y="0"/>
                  </a:cubicBezTo>
                  <a:cubicBezTo>
                    <a:pt x="280" y="0"/>
                    <a:pt x="260" y="27"/>
                    <a:pt x="254" y="42"/>
                  </a:cubicBezTo>
                  <a:cubicBezTo>
                    <a:pt x="248" y="57"/>
                    <a:pt x="251" y="59"/>
                    <a:pt x="232" y="60"/>
                  </a:cubicBezTo>
                  <a:cubicBezTo>
                    <a:pt x="213" y="61"/>
                    <a:pt x="244" y="87"/>
                    <a:pt x="221" y="97"/>
                  </a:cubicBezTo>
                  <a:cubicBezTo>
                    <a:pt x="221" y="97"/>
                    <a:pt x="240" y="160"/>
                    <a:pt x="191" y="160"/>
                  </a:cubicBezTo>
                  <a:cubicBezTo>
                    <a:pt x="170" y="160"/>
                    <a:pt x="151" y="160"/>
                    <a:pt x="151" y="160"/>
                  </a:cubicBezTo>
                  <a:cubicBezTo>
                    <a:pt x="138" y="160"/>
                    <a:pt x="138" y="160"/>
                    <a:pt x="138" y="160"/>
                  </a:cubicBezTo>
                  <a:cubicBezTo>
                    <a:pt x="138" y="160"/>
                    <a:pt x="119" y="160"/>
                    <a:pt x="98" y="160"/>
                  </a:cubicBezTo>
                  <a:cubicBezTo>
                    <a:pt x="50" y="160"/>
                    <a:pt x="68" y="97"/>
                    <a:pt x="68" y="97"/>
                  </a:cubicBezTo>
                  <a:cubicBezTo>
                    <a:pt x="45" y="87"/>
                    <a:pt x="76" y="61"/>
                    <a:pt x="57" y="60"/>
                  </a:cubicBezTo>
                  <a:cubicBezTo>
                    <a:pt x="38" y="59"/>
                    <a:pt x="41" y="57"/>
                    <a:pt x="35" y="42"/>
                  </a:cubicBezTo>
                  <a:cubicBezTo>
                    <a:pt x="29" y="27"/>
                    <a:pt x="9" y="0"/>
                    <a:pt x="9" y="0"/>
                  </a:cubicBezTo>
                  <a:cubicBezTo>
                    <a:pt x="9" y="0"/>
                    <a:pt x="17" y="30"/>
                    <a:pt x="26" y="50"/>
                  </a:cubicBezTo>
                  <a:cubicBezTo>
                    <a:pt x="35" y="70"/>
                    <a:pt x="36" y="99"/>
                    <a:pt x="30" y="112"/>
                  </a:cubicBezTo>
                  <a:cubicBezTo>
                    <a:pt x="24" y="125"/>
                    <a:pt x="33" y="159"/>
                    <a:pt x="0" y="149"/>
                  </a:cubicBezTo>
                  <a:cubicBezTo>
                    <a:pt x="0" y="149"/>
                    <a:pt x="43" y="165"/>
                    <a:pt x="47" y="191"/>
                  </a:cubicBezTo>
                  <a:cubicBezTo>
                    <a:pt x="51" y="217"/>
                    <a:pt x="27" y="239"/>
                    <a:pt x="64" y="237"/>
                  </a:cubicBezTo>
                  <a:cubicBezTo>
                    <a:pt x="83" y="236"/>
                    <a:pt x="53" y="176"/>
                    <a:pt x="91" y="175"/>
                  </a:cubicBezTo>
                  <a:cubicBezTo>
                    <a:pt x="120" y="174"/>
                    <a:pt x="129" y="170"/>
                    <a:pt x="137" y="170"/>
                  </a:cubicBezTo>
                  <a:cubicBezTo>
                    <a:pt x="152" y="170"/>
                    <a:pt x="152" y="170"/>
                    <a:pt x="152" y="170"/>
                  </a:cubicBezTo>
                  <a:cubicBezTo>
                    <a:pt x="160" y="170"/>
                    <a:pt x="169" y="174"/>
                    <a:pt x="198" y="175"/>
                  </a:cubicBezTo>
                  <a:cubicBezTo>
                    <a:pt x="236" y="176"/>
                    <a:pt x="206" y="236"/>
                    <a:pt x="225" y="237"/>
                  </a:cubicBezTo>
                  <a:cubicBezTo>
                    <a:pt x="263" y="239"/>
                    <a:pt x="238" y="217"/>
                    <a:pt x="242" y="191"/>
                  </a:cubicBezTo>
                  <a:cubicBezTo>
                    <a:pt x="246" y="165"/>
                    <a:pt x="289" y="149"/>
                    <a:pt x="289" y="149"/>
                  </a:cubicBezTo>
                  <a:close/>
                  <a:moveTo>
                    <a:pt x="146" y="169"/>
                  </a:moveTo>
                  <a:cubicBezTo>
                    <a:pt x="142" y="169"/>
                    <a:pt x="139" y="167"/>
                    <a:pt x="139" y="165"/>
                  </a:cubicBezTo>
                  <a:cubicBezTo>
                    <a:pt x="139" y="163"/>
                    <a:pt x="142" y="161"/>
                    <a:pt x="146" y="161"/>
                  </a:cubicBezTo>
                  <a:cubicBezTo>
                    <a:pt x="150" y="161"/>
                    <a:pt x="153" y="163"/>
                    <a:pt x="153" y="165"/>
                  </a:cubicBezTo>
                  <a:cubicBezTo>
                    <a:pt x="153" y="167"/>
                    <a:pt x="150" y="169"/>
                    <a:pt x="146" y="169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43" name="Freeform 210">
              <a:extLst>
                <a:ext uri="{FF2B5EF4-FFF2-40B4-BE49-F238E27FC236}">
                  <a16:creationId xmlns:a16="http://schemas.microsoft.com/office/drawing/2014/main" id="{21E93861-C9DF-436C-9CD3-3292F235D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517"/>
              <a:ext cx="31" cy="59"/>
            </a:xfrm>
            <a:custGeom>
              <a:avLst/>
              <a:gdLst>
                <a:gd name="T0" fmla="*/ 13 w 29"/>
                <a:gd name="T1" fmla="*/ 0 h 53"/>
                <a:gd name="T2" fmla="*/ 35 w 29"/>
                <a:gd name="T3" fmla="*/ 73 h 53"/>
                <a:gd name="T4" fmla="*/ 13 w 29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3">
                  <a:moveTo>
                    <a:pt x="10" y="0"/>
                  </a:moveTo>
                  <a:cubicBezTo>
                    <a:pt x="10" y="0"/>
                    <a:pt x="4" y="44"/>
                    <a:pt x="29" y="53"/>
                  </a:cubicBezTo>
                  <a:cubicBezTo>
                    <a:pt x="29" y="53"/>
                    <a:pt x="0" y="51"/>
                    <a:pt x="1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44" name="Freeform 211">
              <a:extLst>
                <a:ext uri="{FF2B5EF4-FFF2-40B4-BE49-F238E27FC236}">
                  <a16:creationId xmlns:a16="http://schemas.microsoft.com/office/drawing/2014/main" id="{6A057F09-8572-4D29-852A-876CE88F3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568"/>
              <a:ext cx="41" cy="61"/>
            </a:xfrm>
            <a:custGeom>
              <a:avLst/>
              <a:gdLst>
                <a:gd name="T0" fmla="*/ 45 w 39"/>
                <a:gd name="T1" fmla="*/ 0 h 54"/>
                <a:gd name="T2" fmla="*/ 16 w 39"/>
                <a:gd name="T3" fmla="*/ 78 h 54"/>
                <a:gd name="T4" fmla="*/ 45 w 39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4">
                  <a:moveTo>
                    <a:pt x="39" y="0"/>
                  </a:moveTo>
                  <a:cubicBezTo>
                    <a:pt x="39" y="0"/>
                    <a:pt x="5" y="20"/>
                    <a:pt x="13" y="54"/>
                  </a:cubicBezTo>
                  <a:cubicBezTo>
                    <a:pt x="13" y="54"/>
                    <a:pt x="0" y="17"/>
                    <a:pt x="39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45" name="Freeform 212">
              <a:extLst>
                <a:ext uri="{FF2B5EF4-FFF2-40B4-BE49-F238E27FC236}">
                  <a16:creationId xmlns:a16="http://schemas.microsoft.com/office/drawing/2014/main" id="{0625BB3E-149D-4591-8B68-37E1FC50A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506"/>
              <a:ext cx="22" cy="62"/>
            </a:xfrm>
            <a:custGeom>
              <a:avLst/>
              <a:gdLst>
                <a:gd name="T0" fmla="*/ 7 w 21"/>
                <a:gd name="T1" fmla="*/ 0 h 55"/>
                <a:gd name="T2" fmla="*/ 0 w 21"/>
                <a:gd name="T3" fmla="*/ 79 h 55"/>
                <a:gd name="T4" fmla="*/ 7 w 21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5">
                  <a:moveTo>
                    <a:pt x="7" y="0"/>
                  </a:moveTo>
                  <a:cubicBezTo>
                    <a:pt x="7" y="0"/>
                    <a:pt x="18" y="46"/>
                    <a:pt x="0" y="55"/>
                  </a:cubicBezTo>
                  <a:cubicBezTo>
                    <a:pt x="0" y="55"/>
                    <a:pt x="21" y="53"/>
                    <a:pt x="7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46" name="Freeform 213">
              <a:extLst>
                <a:ext uri="{FF2B5EF4-FFF2-40B4-BE49-F238E27FC236}">
                  <a16:creationId xmlns:a16="http://schemas.microsoft.com/office/drawing/2014/main" id="{4893C853-0906-4A1D-824D-27CE8D244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634"/>
              <a:ext cx="16" cy="28"/>
            </a:xfrm>
            <a:custGeom>
              <a:avLst/>
              <a:gdLst>
                <a:gd name="T0" fmla="*/ 0 w 15"/>
                <a:gd name="T1" fmla="*/ 25 h 25"/>
                <a:gd name="T2" fmla="*/ 15 w 15"/>
                <a:gd name="T3" fmla="*/ 0 h 25"/>
                <a:gd name="T4" fmla="*/ 0 w 15"/>
                <a:gd name="T5" fmla="*/ 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18"/>
                  </a:moveTo>
                  <a:cubicBezTo>
                    <a:pt x="0" y="18"/>
                    <a:pt x="15" y="25"/>
                    <a:pt x="12" y="0"/>
                  </a:cubicBezTo>
                  <a:cubicBezTo>
                    <a:pt x="12" y="0"/>
                    <a:pt x="13" y="19"/>
                    <a:pt x="0" y="18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47" name="Freeform 214">
              <a:extLst>
                <a:ext uri="{FF2B5EF4-FFF2-40B4-BE49-F238E27FC236}">
                  <a16:creationId xmlns:a16="http://schemas.microsoft.com/office/drawing/2014/main" id="{A5E3EDD0-CF6E-4FA8-BC8E-D4A969104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371"/>
              <a:ext cx="13" cy="188"/>
            </a:xfrm>
            <a:custGeom>
              <a:avLst/>
              <a:gdLst>
                <a:gd name="T0" fmla="*/ 5 w 13"/>
                <a:gd name="T1" fmla="*/ 0 h 168"/>
                <a:gd name="T2" fmla="*/ 5 w 13"/>
                <a:gd name="T3" fmla="*/ 235 h 168"/>
                <a:gd name="T4" fmla="*/ 5 w 13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8">
                  <a:moveTo>
                    <a:pt x="5" y="0"/>
                  </a:moveTo>
                  <a:cubicBezTo>
                    <a:pt x="5" y="0"/>
                    <a:pt x="0" y="103"/>
                    <a:pt x="5" y="168"/>
                  </a:cubicBezTo>
                  <a:cubicBezTo>
                    <a:pt x="5" y="168"/>
                    <a:pt x="13" y="87"/>
                    <a:pt x="5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48" name="Freeform 215">
              <a:extLst>
                <a:ext uri="{FF2B5EF4-FFF2-40B4-BE49-F238E27FC236}">
                  <a16:creationId xmlns:a16="http://schemas.microsoft.com/office/drawing/2014/main" id="{C1260366-DE9B-4362-8DCE-B322B3AC4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346"/>
              <a:ext cx="56" cy="103"/>
            </a:xfrm>
            <a:custGeom>
              <a:avLst/>
              <a:gdLst>
                <a:gd name="T0" fmla="*/ 58 w 53"/>
                <a:gd name="T1" fmla="*/ 129 h 92"/>
                <a:gd name="T2" fmla="*/ 59 w 53"/>
                <a:gd name="T3" fmla="*/ 36 h 92"/>
                <a:gd name="T4" fmla="*/ 0 w 53"/>
                <a:gd name="T5" fmla="*/ 15 h 92"/>
                <a:gd name="T6" fmla="*/ 48 w 53"/>
                <a:gd name="T7" fmla="*/ 48 h 92"/>
                <a:gd name="T8" fmla="*/ 58 w 53"/>
                <a:gd name="T9" fmla="*/ 129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92">
                  <a:moveTo>
                    <a:pt x="49" y="92"/>
                  </a:moveTo>
                  <a:cubicBezTo>
                    <a:pt x="49" y="92"/>
                    <a:pt x="53" y="35"/>
                    <a:pt x="50" y="26"/>
                  </a:cubicBezTo>
                  <a:cubicBezTo>
                    <a:pt x="47" y="17"/>
                    <a:pt x="25" y="0"/>
                    <a:pt x="0" y="11"/>
                  </a:cubicBezTo>
                  <a:cubicBezTo>
                    <a:pt x="0" y="11"/>
                    <a:pt x="35" y="13"/>
                    <a:pt x="41" y="34"/>
                  </a:cubicBezTo>
                  <a:cubicBezTo>
                    <a:pt x="48" y="55"/>
                    <a:pt x="49" y="92"/>
                    <a:pt x="49" y="92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49" name="Freeform 216">
              <a:extLst>
                <a:ext uri="{FF2B5EF4-FFF2-40B4-BE49-F238E27FC236}">
                  <a16:creationId xmlns:a16="http://schemas.microsoft.com/office/drawing/2014/main" id="{483BFB2F-9D30-4A05-AACC-539C6B2F3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356"/>
              <a:ext cx="34" cy="49"/>
            </a:xfrm>
            <a:custGeom>
              <a:avLst/>
              <a:gdLst>
                <a:gd name="T0" fmla="*/ 38 w 32"/>
                <a:gd name="T1" fmla="*/ 0 h 43"/>
                <a:gd name="T2" fmla="*/ 3 w 32"/>
                <a:gd name="T3" fmla="*/ 64 h 43"/>
                <a:gd name="T4" fmla="*/ 38 w 3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3">
                  <a:moveTo>
                    <a:pt x="32" y="0"/>
                  </a:moveTo>
                  <a:cubicBezTo>
                    <a:pt x="32" y="0"/>
                    <a:pt x="0" y="0"/>
                    <a:pt x="3" y="43"/>
                  </a:cubicBezTo>
                  <a:cubicBezTo>
                    <a:pt x="3" y="43"/>
                    <a:pt x="9" y="7"/>
                    <a:pt x="32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0" name="Freeform 217">
              <a:extLst>
                <a:ext uri="{FF2B5EF4-FFF2-40B4-BE49-F238E27FC236}">
                  <a16:creationId xmlns:a16="http://schemas.microsoft.com/office/drawing/2014/main" id="{FF91923D-7D46-4919-A165-CA8C3A9D6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685"/>
              <a:ext cx="94" cy="56"/>
            </a:xfrm>
            <a:custGeom>
              <a:avLst/>
              <a:gdLst>
                <a:gd name="T0" fmla="*/ 94 w 89"/>
                <a:gd name="T1" fmla="*/ 0 h 50"/>
                <a:gd name="T2" fmla="*/ 62 w 89"/>
                <a:gd name="T3" fmla="*/ 63 h 50"/>
                <a:gd name="T4" fmla="*/ 0 w 89"/>
                <a:gd name="T5" fmla="*/ 44 h 50"/>
                <a:gd name="T6" fmla="*/ 78 w 89"/>
                <a:gd name="T7" fmla="*/ 52 h 50"/>
                <a:gd name="T8" fmla="*/ 94 w 89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0">
                  <a:moveTo>
                    <a:pt x="80" y="0"/>
                  </a:moveTo>
                  <a:cubicBezTo>
                    <a:pt x="80" y="0"/>
                    <a:pt x="89" y="49"/>
                    <a:pt x="53" y="45"/>
                  </a:cubicBezTo>
                  <a:cubicBezTo>
                    <a:pt x="17" y="41"/>
                    <a:pt x="0" y="31"/>
                    <a:pt x="0" y="31"/>
                  </a:cubicBezTo>
                  <a:cubicBezTo>
                    <a:pt x="0" y="31"/>
                    <a:pt x="45" y="50"/>
                    <a:pt x="66" y="37"/>
                  </a:cubicBezTo>
                  <a:cubicBezTo>
                    <a:pt x="86" y="23"/>
                    <a:pt x="80" y="0"/>
                    <a:pt x="80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1" name="Freeform 218">
              <a:extLst>
                <a:ext uri="{FF2B5EF4-FFF2-40B4-BE49-F238E27FC236}">
                  <a16:creationId xmlns:a16="http://schemas.microsoft.com/office/drawing/2014/main" id="{BBE7169C-49C1-4373-A82C-6403D3F31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594"/>
              <a:ext cx="16" cy="46"/>
            </a:xfrm>
            <a:custGeom>
              <a:avLst/>
              <a:gdLst>
                <a:gd name="T0" fmla="*/ 0 w 15"/>
                <a:gd name="T1" fmla="*/ 3 h 41"/>
                <a:gd name="T2" fmla="*/ 16 w 15"/>
                <a:gd name="T3" fmla="*/ 58 h 41"/>
                <a:gd name="T4" fmla="*/ 0 w 15"/>
                <a:gd name="T5" fmla="*/ 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1">
                  <a:moveTo>
                    <a:pt x="0" y="3"/>
                  </a:moveTo>
                  <a:cubicBezTo>
                    <a:pt x="0" y="3"/>
                    <a:pt x="15" y="0"/>
                    <a:pt x="13" y="41"/>
                  </a:cubicBezTo>
                  <a:cubicBezTo>
                    <a:pt x="13" y="41"/>
                    <a:pt x="9" y="8"/>
                    <a:pt x="0" y="3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2" name="Freeform 219">
              <a:extLst>
                <a:ext uri="{FF2B5EF4-FFF2-40B4-BE49-F238E27FC236}">
                  <a16:creationId xmlns:a16="http://schemas.microsoft.com/office/drawing/2014/main" id="{E13B7DC1-C42E-4486-9FAE-D6A932E4D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509"/>
              <a:ext cx="126" cy="55"/>
            </a:xfrm>
            <a:custGeom>
              <a:avLst/>
              <a:gdLst>
                <a:gd name="T0" fmla="*/ 0 w 120"/>
                <a:gd name="T1" fmla="*/ 66 h 49"/>
                <a:gd name="T2" fmla="*/ 24 w 120"/>
                <a:gd name="T3" fmla="*/ 68 h 49"/>
                <a:gd name="T4" fmla="*/ 68 w 120"/>
                <a:gd name="T5" fmla="*/ 38 h 49"/>
                <a:gd name="T6" fmla="*/ 109 w 120"/>
                <a:gd name="T7" fmla="*/ 13 h 49"/>
                <a:gd name="T8" fmla="*/ 139 w 120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9">
                  <a:moveTo>
                    <a:pt x="0" y="47"/>
                  </a:moveTo>
                  <a:cubicBezTo>
                    <a:pt x="8" y="46"/>
                    <a:pt x="13" y="49"/>
                    <a:pt x="21" y="48"/>
                  </a:cubicBezTo>
                  <a:cubicBezTo>
                    <a:pt x="36" y="46"/>
                    <a:pt x="47" y="36"/>
                    <a:pt x="59" y="27"/>
                  </a:cubicBezTo>
                  <a:cubicBezTo>
                    <a:pt x="71" y="18"/>
                    <a:pt x="79" y="12"/>
                    <a:pt x="94" y="10"/>
                  </a:cubicBezTo>
                  <a:cubicBezTo>
                    <a:pt x="102" y="9"/>
                    <a:pt x="117" y="8"/>
                    <a:pt x="12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3" name="Freeform 220">
              <a:extLst>
                <a:ext uri="{FF2B5EF4-FFF2-40B4-BE49-F238E27FC236}">
                  <a16:creationId xmlns:a16="http://schemas.microsoft.com/office/drawing/2014/main" id="{80941301-79E9-4F61-9B35-55B571B17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546"/>
              <a:ext cx="63" cy="22"/>
            </a:xfrm>
            <a:custGeom>
              <a:avLst/>
              <a:gdLst>
                <a:gd name="T0" fmla="*/ 0 w 60"/>
                <a:gd name="T1" fmla="*/ 11 h 20"/>
                <a:gd name="T2" fmla="*/ 69 w 60"/>
                <a:gd name="T3" fmla="*/ 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0">
                  <a:moveTo>
                    <a:pt x="0" y="8"/>
                  </a:moveTo>
                  <a:cubicBezTo>
                    <a:pt x="21" y="0"/>
                    <a:pt x="40" y="19"/>
                    <a:pt x="60" y="2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4" name="Freeform 221">
              <a:extLst>
                <a:ext uri="{FF2B5EF4-FFF2-40B4-BE49-F238E27FC236}">
                  <a16:creationId xmlns:a16="http://schemas.microsoft.com/office/drawing/2014/main" id="{2267D366-47C6-4E8D-B9CA-ECC0CDDF6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388"/>
              <a:ext cx="71" cy="168"/>
            </a:xfrm>
            <a:custGeom>
              <a:avLst/>
              <a:gdLst>
                <a:gd name="T0" fmla="*/ 0 w 68"/>
                <a:gd name="T1" fmla="*/ 211 h 150"/>
                <a:gd name="T2" fmla="*/ 21 w 68"/>
                <a:gd name="T3" fmla="*/ 167 h 150"/>
                <a:gd name="T4" fmla="*/ 30 w 68"/>
                <a:gd name="T5" fmla="*/ 101 h 150"/>
                <a:gd name="T6" fmla="*/ 60 w 68"/>
                <a:gd name="T7" fmla="*/ 28 h 150"/>
                <a:gd name="T8" fmla="*/ 77 w 68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50">
                  <a:moveTo>
                    <a:pt x="0" y="150"/>
                  </a:moveTo>
                  <a:cubicBezTo>
                    <a:pt x="7" y="139"/>
                    <a:pt x="14" y="132"/>
                    <a:pt x="18" y="119"/>
                  </a:cubicBezTo>
                  <a:cubicBezTo>
                    <a:pt x="23" y="103"/>
                    <a:pt x="23" y="87"/>
                    <a:pt x="27" y="71"/>
                  </a:cubicBezTo>
                  <a:cubicBezTo>
                    <a:pt x="31" y="52"/>
                    <a:pt x="41" y="36"/>
                    <a:pt x="53" y="20"/>
                  </a:cubicBezTo>
                  <a:cubicBezTo>
                    <a:pt x="59" y="13"/>
                    <a:pt x="64" y="7"/>
                    <a:pt x="68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5" name="Freeform 222">
              <a:extLst>
                <a:ext uri="{FF2B5EF4-FFF2-40B4-BE49-F238E27FC236}">
                  <a16:creationId xmlns:a16="http://schemas.microsoft.com/office/drawing/2014/main" id="{78040432-8617-4BF7-B032-148483F78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374"/>
              <a:ext cx="6" cy="98"/>
            </a:xfrm>
            <a:custGeom>
              <a:avLst/>
              <a:gdLst>
                <a:gd name="T0" fmla="*/ 3 w 6"/>
                <a:gd name="T1" fmla="*/ 124 h 87"/>
                <a:gd name="T2" fmla="*/ 6 w 6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7">
                  <a:moveTo>
                    <a:pt x="3" y="87"/>
                  </a:moveTo>
                  <a:cubicBezTo>
                    <a:pt x="3" y="59"/>
                    <a:pt x="0" y="27"/>
                    <a:pt x="6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6" name="Freeform 223">
              <a:extLst>
                <a:ext uri="{FF2B5EF4-FFF2-40B4-BE49-F238E27FC236}">
                  <a16:creationId xmlns:a16="http://schemas.microsoft.com/office/drawing/2014/main" id="{E3BD7ACC-304C-4F68-AECC-4E778E072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389"/>
              <a:ext cx="74" cy="131"/>
            </a:xfrm>
            <a:custGeom>
              <a:avLst/>
              <a:gdLst>
                <a:gd name="T0" fmla="*/ 0 w 71"/>
                <a:gd name="T1" fmla="*/ 165 h 117"/>
                <a:gd name="T2" fmla="*/ 49 w 71"/>
                <a:gd name="T3" fmla="*/ 73 h 117"/>
                <a:gd name="T4" fmla="*/ 72 w 71"/>
                <a:gd name="T5" fmla="*/ 35 h 117"/>
                <a:gd name="T6" fmla="*/ 80 w 71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17">
                  <a:moveTo>
                    <a:pt x="0" y="117"/>
                  </a:moveTo>
                  <a:cubicBezTo>
                    <a:pt x="7" y="92"/>
                    <a:pt x="26" y="70"/>
                    <a:pt x="43" y="52"/>
                  </a:cubicBezTo>
                  <a:cubicBezTo>
                    <a:pt x="51" y="44"/>
                    <a:pt x="59" y="35"/>
                    <a:pt x="63" y="25"/>
                  </a:cubicBezTo>
                  <a:cubicBezTo>
                    <a:pt x="67" y="17"/>
                    <a:pt x="67" y="7"/>
                    <a:pt x="71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7" name="Freeform 224">
              <a:extLst>
                <a:ext uri="{FF2B5EF4-FFF2-40B4-BE49-F238E27FC236}">
                  <a16:creationId xmlns:a16="http://schemas.microsoft.com/office/drawing/2014/main" id="{072B7CA1-F414-499C-BE00-538832214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382"/>
              <a:ext cx="18" cy="85"/>
            </a:xfrm>
            <a:custGeom>
              <a:avLst/>
              <a:gdLst>
                <a:gd name="T0" fmla="*/ 2 w 17"/>
                <a:gd name="T1" fmla="*/ 0 h 76"/>
                <a:gd name="T2" fmla="*/ 3 w 17"/>
                <a:gd name="T3" fmla="*/ 55 h 76"/>
                <a:gd name="T4" fmla="*/ 19 w 17"/>
                <a:gd name="T5" fmla="*/ 106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6">
                  <a:moveTo>
                    <a:pt x="2" y="0"/>
                  </a:moveTo>
                  <a:cubicBezTo>
                    <a:pt x="1" y="13"/>
                    <a:pt x="0" y="26"/>
                    <a:pt x="3" y="39"/>
                  </a:cubicBezTo>
                  <a:cubicBezTo>
                    <a:pt x="7" y="52"/>
                    <a:pt x="17" y="61"/>
                    <a:pt x="16" y="7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8" name="Freeform 225">
              <a:extLst>
                <a:ext uri="{FF2B5EF4-FFF2-40B4-BE49-F238E27FC236}">
                  <a16:creationId xmlns:a16="http://schemas.microsoft.com/office/drawing/2014/main" id="{8EC4C49E-3994-4714-9E9E-FAF15E941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1370"/>
              <a:ext cx="91" cy="184"/>
            </a:xfrm>
            <a:custGeom>
              <a:avLst/>
              <a:gdLst>
                <a:gd name="T0" fmla="*/ 0 w 86"/>
                <a:gd name="T1" fmla="*/ 0 h 164"/>
                <a:gd name="T2" fmla="*/ 15 w 86"/>
                <a:gd name="T3" fmla="*/ 9 h 164"/>
                <a:gd name="T4" fmla="*/ 37 w 86"/>
                <a:gd name="T5" fmla="*/ 39 h 164"/>
                <a:gd name="T6" fmla="*/ 57 w 86"/>
                <a:gd name="T7" fmla="*/ 131 h 164"/>
                <a:gd name="T8" fmla="*/ 78 w 86"/>
                <a:gd name="T9" fmla="*/ 200 h 164"/>
                <a:gd name="T10" fmla="*/ 102 w 86"/>
                <a:gd name="T11" fmla="*/ 231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64">
                  <a:moveTo>
                    <a:pt x="0" y="0"/>
                  </a:moveTo>
                  <a:cubicBezTo>
                    <a:pt x="3" y="3"/>
                    <a:pt x="8" y="4"/>
                    <a:pt x="12" y="6"/>
                  </a:cubicBezTo>
                  <a:cubicBezTo>
                    <a:pt x="19" y="11"/>
                    <a:pt x="26" y="20"/>
                    <a:pt x="31" y="28"/>
                  </a:cubicBezTo>
                  <a:cubicBezTo>
                    <a:pt x="41" y="48"/>
                    <a:pt x="43" y="72"/>
                    <a:pt x="48" y="93"/>
                  </a:cubicBezTo>
                  <a:cubicBezTo>
                    <a:pt x="53" y="110"/>
                    <a:pt x="58" y="127"/>
                    <a:pt x="66" y="142"/>
                  </a:cubicBezTo>
                  <a:cubicBezTo>
                    <a:pt x="71" y="152"/>
                    <a:pt x="80" y="156"/>
                    <a:pt x="86" y="16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9" name="Freeform 226">
              <a:extLst>
                <a:ext uri="{FF2B5EF4-FFF2-40B4-BE49-F238E27FC236}">
                  <a16:creationId xmlns:a16="http://schemas.microsoft.com/office/drawing/2014/main" id="{140510A2-F495-403C-A818-6C0841007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368"/>
              <a:ext cx="33" cy="125"/>
            </a:xfrm>
            <a:custGeom>
              <a:avLst/>
              <a:gdLst>
                <a:gd name="T0" fmla="*/ 0 w 32"/>
                <a:gd name="T1" fmla="*/ 0 h 112"/>
                <a:gd name="T2" fmla="*/ 23 w 32"/>
                <a:gd name="T3" fmla="*/ 70 h 112"/>
                <a:gd name="T4" fmla="*/ 35 w 32"/>
                <a:gd name="T5" fmla="*/ 156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12">
                  <a:moveTo>
                    <a:pt x="0" y="0"/>
                  </a:moveTo>
                  <a:cubicBezTo>
                    <a:pt x="15" y="14"/>
                    <a:pt x="18" y="31"/>
                    <a:pt x="20" y="50"/>
                  </a:cubicBezTo>
                  <a:cubicBezTo>
                    <a:pt x="23" y="72"/>
                    <a:pt x="24" y="91"/>
                    <a:pt x="32" y="11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0" name="Freeform 227">
              <a:extLst>
                <a:ext uri="{FF2B5EF4-FFF2-40B4-BE49-F238E27FC236}">
                  <a16:creationId xmlns:a16="http://schemas.microsoft.com/office/drawing/2014/main" id="{4CD85B44-849E-48CA-9857-AE0CCA543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385"/>
              <a:ext cx="34" cy="58"/>
            </a:xfrm>
            <a:custGeom>
              <a:avLst/>
              <a:gdLst>
                <a:gd name="T0" fmla="*/ 38 w 32"/>
                <a:gd name="T1" fmla="*/ 75 h 51"/>
                <a:gd name="T2" fmla="*/ 20 w 32"/>
                <a:gd name="T3" fmla="*/ 35 h 51"/>
                <a:gd name="T4" fmla="*/ 0 w 32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1">
                  <a:moveTo>
                    <a:pt x="32" y="51"/>
                  </a:moveTo>
                  <a:cubicBezTo>
                    <a:pt x="26" y="43"/>
                    <a:pt x="25" y="32"/>
                    <a:pt x="17" y="24"/>
                  </a:cubicBezTo>
                  <a:cubicBezTo>
                    <a:pt x="9" y="16"/>
                    <a:pt x="4" y="1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1" name="Freeform 228">
              <a:extLst>
                <a:ext uri="{FF2B5EF4-FFF2-40B4-BE49-F238E27FC236}">
                  <a16:creationId xmlns:a16="http://schemas.microsoft.com/office/drawing/2014/main" id="{544D5716-6747-46CA-9B2B-0921DB98B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401"/>
              <a:ext cx="82" cy="121"/>
            </a:xfrm>
            <a:custGeom>
              <a:avLst/>
              <a:gdLst>
                <a:gd name="T0" fmla="*/ 90 w 78"/>
                <a:gd name="T1" fmla="*/ 152 h 108"/>
                <a:gd name="T2" fmla="*/ 48 w 78"/>
                <a:gd name="T3" fmla="*/ 65 h 108"/>
                <a:gd name="T4" fmla="*/ 0 w 78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08">
                  <a:moveTo>
                    <a:pt x="78" y="108"/>
                  </a:moveTo>
                  <a:cubicBezTo>
                    <a:pt x="72" y="89"/>
                    <a:pt x="50" y="68"/>
                    <a:pt x="42" y="46"/>
                  </a:cubicBezTo>
                  <a:cubicBezTo>
                    <a:pt x="34" y="23"/>
                    <a:pt x="9" y="2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2" name="Freeform 229">
              <a:extLst>
                <a:ext uri="{FF2B5EF4-FFF2-40B4-BE49-F238E27FC236}">
                  <a16:creationId xmlns:a16="http://schemas.microsoft.com/office/drawing/2014/main" id="{51215839-A75D-4EFE-86BA-0473AEE36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527"/>
              <a:ext cx="29" cy="29"/>
            </a:xfrm>
            <a:custGeom>
              <a:avLst/>
              <a:gdLst>
                <a:gd name="T0" fmla="*/ 31 w 28"/>
                <a:gd name="T1" fmla="*/ 36 h 26"/>
                <a:gd name="T2" fmla="*/ 1 w 2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6">
                  <a:moveTo>
                    <a:pt x="28" y="26"/>
                  </a:moveTo>
                  <a:cubicBezTo>
                    <a:pt x="15" y="25"/>
                    <a:pt x="0" y="14"/>
                    <a:pt x="1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3" name="Freeform 230">
              <a:extLst>
                <a:ext uri="{FF2B5EF4-FFF2-40B4-BE49-F238E27FC236}">
                  <a16:creationId xmlns:a16="http://schemas.microsoft.com/office/drawing/2014/main" id="{B5B6766D-86FC-432E-8EC5-D67A1D7AD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510"/>
              <a:ext cx="123" cy="51"/>
            </a:xfrm>
            <a:custGeom>
              <a:avLst/>
              <a:gdLst>
                <a:gd name="T0" fmla="*/ 136 w 117"/>
                <a:gd name="T1" fmla="*/ 63 h 46"/>
                <a:gd name="T2" fmla="*/ 64 w 117"/>
                <a:gd name="T3" fmla="*/ 22 h 46"/>
                <a:gd name="T4" fmla="*/ 25 w 117"/>
                <a:gd name="T5" fmla="*/ 13 h 46"/>
                <a:gd name="T6" fmla="*/ 0 w 117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46">
                  <a:moveTo>
                    <a:pt x="117" y="46"/>
                  </a:moveTo>
                  <a:cubicBezTo>
                    <a:pt x="94" y="38"/>
                    <a:pt x="77" y="27"/>
                    <a:pt x="55" y="16"/>
                  </a:cubicBezTo>
                  <a:cubicBezTo>
                    <a:pt x="45" y="12"/>
                    <a:pt x="34" y="9"/>
                    <a:pt x="22" y="10"/>
                  </a:cubicBezTo>
                  <a:cubicBezTo>
                    <a:pt x="14" y="10"/>
                    <a:pt x="3" y="1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4" name="Freeform 231">
              <a:extLst>
                <a:ext uri="{FF2B5EF4-FFF2-40B4-BE49-F238E27FC236}">
                  <a16:creationId xmlns:a16="http://schemas.microsoft.com/office/drawing/2014/main" id="{FBD7B741-4FEF-4135-A325-95814F5ED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532"/>
              <a:ext cx="77" cy="19"/>
            </a:xfrm>
            <a:custGeom>
              <a:avLst/>
              <a:gdLst>
                <a:gd name="T0" fmla="*/ 83 w 74"/>
                <a:gd name="T1" fmla="*/ 10 h 17"/>
                <a:gd name="T2" fmla="*/ 43 w 74"/>
                <a:gd name="T3" fmla="*/ 3 h 17"/>
                <a:gd name="T4" fmla="*/ 0 w 74"/>
                <a:gd name="T5" fmla="*/ 2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7">
                  <a:moveTo>
                    <a:pt x="74" y="7"/>
                  </a:moveTo>
                  <a:cubicBezTo>
                    <a:pt x="62" y="3"/>
                    <a:pt x="49" y="0"/>
                    <a:pt x="37" y="3"/>
                  </a:cubicBezTo>
                  <a:cubicBezTo>
                    <a:pt x="26" y="6"/>
                    <a:pt x="12" y="17"/>
                    <a:pt x="0" y="1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5" name="Freeform 232">
              <a:extLst>
                <a:ext uri="{FF2B5EF4-FFF2-40B4-BE49-F238E27FC236}">
                  <a16:creationId xmlns:a16="http://schemas.microsoft.com/office/drawing/2014/main" id="{46F4A30F-B1ED-4A47-BC8B-58001A9CF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439"/>
              <a:ext cx="90" cy="100"/>
            </a:xfrm>
            <a:custGeom>
              <a:avLst/>
              <a:gdLst>
                <a:gd name="T0" fmla="*/ 0 w 85"/>
                <a:gd name="T1" fmla="*/ 0 h 89"/>
                <a:gd name="T2" fmla="*/ 40 w 85"/>
                <a:gd name="T3" fmla="*/ 28 h 89"/>
                <a:gd name="T4" fmla="*/ 66 w 85"/>
                <a:gd name="T5" fmla="*/ 80 h 89"/>
                <a:gd name="T6" fmla="*/ 101 w 85"/>
                <a:gd name="T7" fmla="*/ 126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89">
                  <a:moveTo>
                    <a:pt x="0" y="0"/>
                  </a:moveTo>
                  <a:cubicBezTo>
                    <a:pt x="13" y="6"/>
                    <a:pt x="24" y="9"/>
                    <a:pt x="34" y="20"/>
                  </a:cubicBezTo>
                  <a:cubicBezTo>
                    <a:pt x="43" y="31"/>
                    <a:pt x="49" y="44"/>
                    <a:pt x="56" y="56"/>
                  </a:cubicBezTo>
                  <a:cubicBezTo>
                    <a:pt x="61" y="64"/>
                    <a:pt x="73" y="88"/>
                    <a:pt x="85" y="8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6" name="Freeform 233">
              <a:extLst>
                <a:ext uri="{FF2B5EF4-FFF2-40B4-BE49-F238E27FC236}">
                  <a16:creationId xmlns:a16="http://schemas.microsoft.com/office/drawing/2014/main" id="{5197205A-53B6-4359-9889-3CF3BC84D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418"/>
              <a:ext cx="35" cy="112"/>
            </a:xfrm>
            <a:custGeom>
              <a:avLst/>
              <a:gdLst>
                <a:gd name="T0" fmla="*/ 39 w 33"/>
                <a:gd name="T1" fmla="*/ 140 h 100"/>
                <a:gd name="T2" fmla="*/ 15 w 33"/>
                <a:gd name="T3" fmla="*/ 62 h 100"/>
                <a:gd name="T4" fmla="*/ 0 w 3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00">
                  <a:moveTo>
                    <a:pt x="33" y="100"/>
                  </a:moveTo>
                  <a:cubicBezTo>
                    <a:pt x="20" y="85"/>
                    <a:pt x="13" y="63"/>
                    <a:pt x="12" y="44"/>
                  </a:cubicBezTo>
                  <a:cubicBezTo>
                    <a:pt x="11" y="27"/>
                    <a:pt x="8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7" name="Freeform 234">
              <a:extLst>
                <a:ext uri="{FF2B5EF4-FFF2-40B4-BE49-F238E27FC236}">
                  <a16:creationId xmlns:a16="http://schemas.microsoft.com/office/drawing/2014/main" id="{03CE1846-FE4C-4ABF-B297-C2686BD71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456"/>
              <a:ext cx="77" cy="50"/>
            </a:xfrm>
            <a:custGeom>
              <a:avLst/>
              <a:gdLst>
                <a:gd name="T0" fmla="*/ 0 w 73"/>
                <a:gd name="T1" fmla="*/ 13 h 45"/>
                <a:gd name="T2" fmla="*/ 85 w 73"/>
                <a:gd name="T3" fmla="*/ 62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45">
                  <a:moveTo>
                    <a:pt x="0" y="10"/>
                  </a:moveTo>
                  <a:cubicBezTo>
                    <a:pt x="32" y="0"/>
                    <a:pt x="46" y="41"/>
                    <a:pt x="73" y="4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8" name="Freeform 235">
              <a:extLst>
                <a:ext uri="{FF2B5EF4-FFF2-40B4-BE49-F238E27FC236}">
                  <a16:creationId xmlns:a16="http://schemas.microsoft.com/office/drawing/2014/main" id="{7C71628E-A98E-4D00-BDEA-4858B50B3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591"/>
              <a:ext cx="83" cy="56"/>
            </a:xfrm>
            <a:custGeom>
              <a:avLst/>
              <a:gdLst>
                <a:gd name="T0" fmla="*/ 91 w 79"/>
                <a:gd name="T1" fmla="*/ 4 h 50"/>
                <a:gd name="T2" fmla="*/ 44 w 79"/>
                <a:gd name="T3" fmla="*/ 36 h 50"/>
                <a:gd name="T4" fmla="*/ 0 w 79"/>
                <a:gd name="T5" fmla="*/ 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0">
                  <a:moveTo>
                    <a:pt x="79" y="4"/>
                  </a:moveTo>
                  <a:cubicBezTo>
                    <a:pt x="62" y="0"/>
                    <a:pt x="48" y="14"/>
                    <a:pt x="38" y="26"/>
                  </a:cubicBezTo>
                  <a:cubicBezTo>
                    <a:pt x="26" y="38"/>
                    <a:pt x="16" y="46"/>
                    <a:pt x="0" y="5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9" name="Freeform 236">
              <a:extLst>
                <a:ext uri="{FF2B5EF4-FFF2-40B4-BE49-F238E27FC236}">
                  <a16:creationId xmlns:a16="http://schemas.microsoft.com/office/drawing/2014/main" id="{25F62F3F-7AC8-4124-A96C-CFE92524C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595"/>
              <a:ext cx="91" cy="13"/>
            </a:xfrm>
            <a:custGeom>
              <a:avLst/>
              <a:gdLst>
                <a:gd name="T0" fmla="*/ 99 w 87"/>
                <a:gd name="T1" fmla="*/ 9 h 12"/>
                <a:gd name="T2" fmla="*/ 54 w 87"/>
                <a:gd name="T3" fmla="*/ 14 h 12"/>
                <a:gd name="T4" fmla="*/ 0 w 8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">
                  <a:moveTo>
                    <a:pt x="87" y="6"/>
                  </a:moveTo>
                  <a:cubicBezTo>
                    <a:pt x="79" y="1"/>
                    <a:pt x="58" y="11"/>
                    <a:pt x="48" y="11"/>
                  </a:cubicBezTo>
                  <a:cubicBezTo>
                    <a:pt x="29" y="12"/>
                    <a:pt x="18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70" name="Freeform 237">
              <a:extLst>
                <a:ext uri="{FF2B5EF4-FFF2-40B4-BE49-F238E27FC236}">
                  <a16:creationId xmlns:a16="http://schemas.microsoft.com/office/drawing/2014/main" id="{396F4B67-058D-4793-8A8E-36FA69CE4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622"/>
              <a:ext cx="64" cy="66"/>
            </a:xfrm>
            <a:custGeom>
              <a:avLst/>
              <a:gdLst>
                <a:gd name="T0" fmla="*/ 70 w 61"/>
                <a:gd name="T1" fmla="*/ 1 h 59"/>
                <a:gd name="T2" fmla="*/ 45 w 61"/>
                <a:gd name="T3" fmla="*/ 35 h 59"/>
                <a:gd name="T4" fmla="*/ 22 w 61"/>
                <a:gd name="T5" fmla="*/ 57 h 59"/>
                <a:gd name="T6" fmla="*/ 0 w 61"/>
                <a:gd name="T7" fmla="*/ 83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9">
                  <a:moveTo>
                    <a:pt x="61" y="1"/>
                  </a:moveTo>
                  <a:cubicBezTo>
                    <a:pt x="53" y="0"/>
                    <a:pt x="44" y="20"/>
                    <a:pt x="39" y="25"/>
                  </a:cubicBezTo>
                  <a:cubicBezTo>
                    <a:pt x="33" y="31"/>
                    <a:pt x="27" y="37"/>
                    <a:pt x="19" y="41"/>
                  </a:cubicBezTo>
                  <a:cubicBezTo>
                    <a:pt x="10" y="46"/>
                    <a:pt x="3" y="50"/>
                    <a:pt x="0" y="5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71" name="Freeform 238">
              <a:extLst>
                <a:ext uri="{FF2B5EF4-FFF2-40B4-BE49-F238E27FC236}">
                  <a16:creationId xmlns:a16="http://schemas.microsoft.com/office/drawing/2014/main" id="{E4A68471-1AB6-4E31-ABA7-1E279CD30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606"/>
              <a:ext cx="48" cy="95"/>
            </a:xfrm>
            <a:custGeom>
              <a:avLst/>
              <a:gdLst>
                <a:gd name="T0" fmla="*/ 0 w 46"/>
                <a:gd name="T1" fmla="*/ 0 h 85"/>
                <a:gd name="T2" fmla="*/ 35 w 46"/>
                <a:gd name="T3" fmla="*/ 60 h 85"/>
                <a:gd name="T4" fmla="*/ 52 w 46"/>
                <a:gd name="T5" fmla="*/ 11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85">
                  <a:moveTo>
                    <a:pt x="0" y="0"/>
                  </a:moveTo>
                  <a:cubicBezTo>
                    <a:pt x="6" y="17"/>
                    <a:pt x="22" y="29"/>
                    <a:pt x="32" y="43"/>
                  </a:cubicBezTo>
                  <a:cubicBezTo>
                    <a:pt x="42" y="57"/>
                    <a:pt x="41" y="70"/>
                    <a:pt x="46" y="8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72" name="Freeform 239">
              <a:extLst>
                <a:ext uri="{FF2B5EF4-FFF2-40B4-BE49-F238E27FC236}">
                  <a16:creationId xmlns:a16="http://schemas.microsoft.com/office/drawing/2014/main" id="{2FD675FD-D03E-431B-B8AE-7174287F0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625"/>
              <a:ext cx="44" cy="25"/>
            </a:xfrm>
            <a:custGeom>
              <a:avLst/>
              <a:gdLst>
                <a:gd name="T0" fmla="*/ 0 w 42"/>
                <a:gd name="T1" fmla="*/ 0 h 22"/>
                <a:gd name="T2" fmla="*/ 28 w 42"/>
                <a:gd name="T3" fmla="*/ 22 h 22"/>
                <a:gd name="T4" fmla="*/ 48 w 42"/>
                <a:gd name="T5" fmla="*/ 3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cubicBezTo>
                    <a:pt x="8" y="8"/>
                    <a:pt x="14" y="12"/>
                    <a:pt x="25" y="15"/>
                  </a:cubicBezTo>
                  <a:cubicBezTo>
                    <a:pt x="31" y="16"/>
                    <a:pt x="36" y="17"/>
                    <a:pt x="42" y="2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73" name="Freeform 240">
              <a:extLst>
                <a:ext uri="{FF2B5EF4-FFF2-40B4-BE49-F238E27FC236}">
                  <a16:creationId xmlns:a16="http://schemas.microsoft.com/office/drawing/2014/main" id="{848AD80F-DBCE-4EF2-8138-C66E2F97D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640"/>
              <a:ext cx="31" cy="76"/>
            </a:xfrm>
            <a:custGeom>
              <a:avLst/>
              <a:gdLst>
                <a:gd name="T0" fmla="*/ 0 w 29"/>
                <a:gd name="T1" fmla="*/ 0 h 68"/>
                <a:gd name="T2" fmla="*/ 33 w 29"/>
                <a:gd name="T3" fmla="*/ 95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68">
                  <a:moveTo>
                    <a:pt x="0" y="0"/>
                  </a:moveTo>
                  <a:cubicBezTo>
                    <a:pt x="5" y="23"/>
                    <a:pt x="29" y="43"/>
                    <a:pt x="27" y="6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74" name="Freeform 241">
              <a:extLst>
                <a:ext uri="{FF2B5EF4-FFF2-40B4-BE49-F238E27FC236}">
                  <a16:creationId xmlns:a16="http://schemas.microsoft.com/office/drawing/2014/main" id="{06945FEA-3996-4573-ADE1-38724E82B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1660"/>
              <a:ext cx="12" cy="46"/>
            </a:xfrm>
            <a:custGeom>
              <a:avLst/>
              <a:gdLst>
                <a:gd name="T0" fmla="*/ 10 w 11"/>
                <a:gd name="T1" fmla="*/ 0 h 41"/>
                <a:gd name="T2" fmla="*/ 1 w 11"/>
                <a:gd name="T3" fmla="*/ 5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7" y="0"/>
                  </a:moveTo>
                  <a:cubicBezTo>
                    <a:pt x="11" y="16"/>
                    <a:pt x="0" y="26"/>
                    <a:pt x="1" y="4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75" name="Freeform 242">
              <a:extLst>
                <a:ext uri="{FF2B5EF4-FFF2-40B4-BE49-F238E27FC236}">
                  <a16:creationId xmlns:a16="http://schemas.microsoft.com/office/drawing/2014/main" id="{1B6EEB09-6F22-43E5-98AE-0436C4684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608"/>
              <a:ext cx="42" cy="90"/>
            </a:xfrm>
            <a:custGeom>
              <a:avLst/>
              <a:gdLst>
                <a:gd name="T0" fmla="*/ 46 w 40"/>
                <a:gd name="T1" fmla="*/ 0 h 80"/>
                <a:gd name="T2" fmla="*/ 18 w 40"/>
                <a:gd name="T3" fmla="*/ 56 h 80"/>
                <a:gd name="T4" fmla="*/ 1 w 40"/>
                <a:gd name="T5" fmla="*/ 114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0">
                  <a:moveTo>
                    <a:pt x="40" y="0"/>
                  </a:moveTo>
                  <a:cubicBezTo>
                    <a:pt x="23" y="5"/>
                    <a:pt x="20" y="22"/>
                    <a:pt x="15" y="39"/>
                  </a:cubicBezTo>
                  <a:cubicBezTo>
                    <a:pt x="11" y="50"/>
                    <a:pt x="0" y="67"/>
                    <a:pt x="1" y="8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76" name="Freeform 243">
              <a:extLst>
                <a:ext uri="{FF2B5EF4-FFF2-40B4-BE49-F238E27FC236}">
                  <a16:creationId xmlns:a16="http://schemas.microsoft.com/office/drawing/2014/main" id="{D9AD7A3C-BBA9-4B01-B186-CF95EF6E8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616"/>
              <a:ext cx="25" cy="15"/>
            </a:xfrm>
            <a:custGeom>
              <a:avLst/>
              <a:gdLst>
                <a:gd name="T0" fmla="*/ 27 w 24"/>
                <a:gd name="T1" fmla="*/ 0 h 13"/>
                <a:gd name="T2" fmla="*/ 0 w 24"/>
                <a:gd name="T3" fmla="*/ 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15" y="7"/>
                    <a:pt x="12" y="12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77" name="Freeform 244">
              <a:extLst>
                <a:ext uri="{FF2B5EF4-FFF2-40B4-BE49-F238E27FC236}">
                  <a16:creationId xmlns:a16="http://schemas.microsoft.com/office/drawing/2014/main" id="{673334D0-FB3E-4FBF-B8D0-CCAA0226A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667"/>
              <a:ext cx="44" cy="62"/>
            </a:xfrm>
            <a:custGeom>
              <a:avLst/>
              <a:gdLst>
                <a:gd name="T0" fmla="*/ 48 w 42"/>
                <a:gd name="T1" fmla="*/ 0 h 56"/>
                <a:gd name="T2" fmla="*/ 39 w 42"/>
                <a:gd name="T3" fmla="*/ 14 h 56"/>
                <a:gd name="T4" fmla="*/ 27 w 42"/>
                <a:gd name="T5" fmla="*/ 48 h 56"/>
                <a:gd name="T6" fmla="*/ 0 w 42"/>
                <a:gd name="T7" fmla="*/ 7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6">
                  <a:moveTo>
                    <a:pt x="42" y="0"/>
                  </a:moveTo>
                  <a:cubicBezTo>
                    <a:pt x="41" y="4"/>
                    <a:pt x="36" y="6"/>
                    <a:pt x="33" y="11"/>
                  </a:cubicBezTo>
                  <a:cubicBezTo>
                    <a:pt x="29" y="18"/>
                    <a:pt x="29" y="27"/>
                    <a:pt x="24" y="35"/>
                  </a:cubicBezTo>
                  <a:cubicBezTo>
                    <a:pt x="20" y="41"/>
                    <a:pt x="7" y="53"/>
                    <a:pt x="0" y="5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78" name="Freeform 245">
              <a:extLst>
                <a:ext uri="{FF2B5EF4-FFF2-40B4-BE49-F238E27FC236}">
                  <a16:creationId xmlns:a16="http://schemas.microsoft.com/office/drawing/2014/main" id="{29028776-FEC0-4EBA-985B-19605DD6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1663"/>
              <a:ext cx="12" cy="64"/>
            </a:xfrm>
            <a:custGeom>
              <a:avLst/>
              <a:gdLst>
                <a:gd name="T0" fmla="*/ 14 w 11"/>
                <a:gd name="T1" fmla="*/ 0 h 57"/>
                <a:gd name="T2" fmla="*/ 2 w 11"/>
                <a:gd name="T3" fmla="*/ 81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7">
                  <a:moveTo>
                    <a:pt x="11" y="0"/>
                  </a:moveTo>
                  <a:cubicBezTo>
                    <a:pt x="0" y="15"/>
                    <a:pt x="6" y="39"/>
                    <a:pt x="2" y="5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79" name="Freeform 246">
              <a:extLst>
                <a:ext uri="{FF2B5EF4-FFF2-40B4-BE49-F238E27FC236}">
                  <a16:creationId xmlns:a16="http://schemas.microsoft.com/office/drawing/2014/main" id="{ABCCF6DE-6B82-40A3-81C5-651A7B15F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684"/>
              <a:ext cx="20" cy="23"/>
            </a:xfrm>
            <a:custGeom>
              <a:avLst/>
              <a:gdLst>
                <a:gd name="T0" fmla="*/ 4 w 19"/>
                <a:gd name="T1" fmla="*/ 0 h 21"/>
                <a:gd name="T2" fmla="*/ 22 w 19"/>
                <a:gd name="T3" fmla="*/ 2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1">
                  <a:moveTo>
                    <a:pt x="4" y="0"/>
                  </a:moveTo>
                  <a:cubicBezTo>
                    <a:pt x="0" y="11"/>
                    <a:pt x="14" y="14"/>
                    <a:pt x="19" y="2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80" name="Freeform 247">
              <a:extLst>
                <a:ext uri="{FF2B5EF4-FFF2-40B4-BE49-F238E27FC236}">
                  <a16:creationId xmlns:a16="http://schemas.microsoft.com/office/drawing/2014/main" id="{7948E2AC-1FDD-4289-9C4F-9BDE0D9D4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593"/>
              <a:ext cx="103" cy="37"/>
            </a:xfrm>
            <a:custGeom>
              <a:avLst/>
              <a:gdLst>
                <a:gd name="T0" fmla="*/ 0 w 98"/>
                <a:gd name="T1" fmla="*/ 0 h 33"/>
                <a:gd name="T2" fmla="*/ 69 w 98"/>
                <a:gd name="T3" fmla="*/ 28 h 33"/>
                <a:gd name="T4" fmla="*/ 114 w 98"/>
                <a:gd name="T5" fmla="*/ 4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33">
                  <a:moveTo>
                    <a:pt x="0" y="0"/>
                  </a:moveTo>
                  <a:cubicBezTo>
                    <a:pt x="10" y="17"/>
                    <a:pt x="43" y="17"/>
                    <a:pt x="60" y="20"/>
                  </a:cubicBezTo>
                  <a:cubicBezTo>
                    <a:pt x="74" y="22"/>
                    <a:pt x="85" y="30"/>
                    <a:pt x="98" y="3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81" name="Freeform 248">
              <a:extLst>
                <a:ext uri="{FF2B5EF4-FFF2-40B4-BE49-F238E27FC236}">
                  <a16:creationId xmlns:a16="http://schemas.microsoft.com/office/drawing/2014/main" id="{EDA452A4-0C71-4651-9496-58FF75E23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615"/>
              <a:ext cx="85" cy="38"/>
            </a:xfrm>
            <a:custGeom>
              <a:avLst/>
              <a:gdLst>
                <a:gd name="T0" fmla="*/ 0 w 81"/>
                <a:gd name="T1" fmla="*/ 0 h 34"/>
                <a:gd name="T2" fmla="*/ 50 w 81"/>
                <a:gd name="T3" fmla="*/ 40 h 34"/>
                <a:gd name="T4" fmla="*/ 93 w 81"/>
                <a:gd name="T5" fmla="*/ 4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34">
                  <a:moveTo>
                    <a:pt x="0" y="0"/>
                  </a:moveTo>
                  <a:cubicBezTo>
                    <a:pt x="16" y="10"/>
                    <a:pt x="24" y="24"/>
                    <a:pt x="44" y="29"/>
                  </a:cubicBezTo>
                  <a:cubicBezTo>
                    <a:pt x="56" y="32"/>
                    <a:pt x="69" y="28"/>
                    <a:pt x="81" y="3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82" name="Freeform 249">
              <a:extLst>
                <a:ext uri="{FF2B5EF4-FFF2-40B4-BE49-F238E27FC236}">
                  <a16:creationId xmlns:a16="http://schemas.microsoft.com/office/drawing/2014/main" id="{14F8C95C-0CC8-4EA6-B692-C05DB93D3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631"/>
              <a:ext cx="39" cy="47"/>
            </a:xfrm>
            <a:custGeom>
              <a:avLst/>
              <a:gdLst>
                <a:gd name="T0" fmla="*/ 0 w 37"/>
                <a:gd name="T1" fmla="*/ 0 h 42"/>
                <a:gd name="T2" fmla="*/ 21 w 37"/>
                <a:gd name="T3" fmla="*/ 35 h 42"/>
                <a:gd name="T4" fmla="*/ 43 w 37"/>
                <a:gd name="T5" fmla="*/ 5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2">
                  <a:moveTo>
                    <a:pt x="0" y="0"/>
                  </a:moveTo>
                  <a:cubicBezTo>
                    <a:pt x="9" y="4"/>
                    <a:pt x="12" y="18"/>
                    <a:pt x="18" y="25"/>
                  </a:cubicBezTo>
                  <a:cubicBezTo>
                    <a:pt x="24" y="31"/>
                    <a:pt x="32" y="35"/>
                    <a:pt x="37" y="4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83" name="Freeform 250">
              <a:extLst>
                <a:ext uri="{FF2B5EF4-FFF2-40B4-BE49-F238E27FC236}">
                  <a16:creationId xmlns:a16="http://schemas.microsoft.com/office/drawing/2014/main" id="{477D1D84-59D9-46A4-AC65-9E5AD212B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452"/>
              <a:ext cx="80" cy="83"/>
            </a:xfrm>
            <a:custGeom>
              <a:avLst/>
              <a:gdLst>
                <a:gd name="T0" fmla="*/ 0 w 77"/>
                <a:gd name="T1" fmla="*/ 90 h 74"/>
                <a:gd name="T2" fmla="*/ 47 w 77"/>
                <a:gd name="T3" fmla="*/ 48 h 74"/>
                <a:gd name="T4" fmla="*/ 86 w 77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74">
                  <a:moveTo>
                    <a:pt x="0" y="63"/>
                  </a:moveTo>
                  <a:cubicBezTo>
                    <a:pt x="10" y="74"/>
                    <a:pt x="36" y="40"/>
                    <a:pt x="41" y="34"/>
                  </a:cubicBezTo>
                  <a:cubicBezTo>
                    <a:pt x="51" y="20"/>
                    <a:pt x="60" y="5"/>
                    <a:pt x="77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84" name="Freeform 251">
              <a:extLst>
                <a:ext uri="{FF2B5EF4-FFF2-40B4-BE49-F238E27FC236}">
                  <a16:creationId xmlns:a16="http://schemas.microsoft.com/office/drawing/2014/main" id="{ABCA714E-F888-4B25-AE3C-9930798DD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418"/>
              <a:ext cx="36" cy="100"/>
            </a:xfrm>
            <a:custGeom>
              <a:avLst/>
              <a:gdLst>
                <a:gd name="T0" fmla="*/ 0 w 34"/>
                <a:gd name="T1" fmla="*/ 126 h 89"/>
                <a:gd name="T2" fmla="*/ 14 w 34"/>
                <a:gd name="T3" fmla="*/ 93 h 89"/>
                <a:gd name="T4" fmla="*/ 25 w 34"/>
                <a:gd name="T5" fmla="*/ 38 h 89"/>
                <a:gd name="T6" fmla="*/ 40 w 34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9">
                  <a:moveTo>
                    <a:pt x="0" y="89"/>
                  </a:moveTo>
                  <a:cubicBezTo>
                    <a:pt x="7" y="84"/>
                    <a:pt x="9" y="74"/>
                    <a:pt x="11" y="66"/>
                  </a:cubicBezTo>
                  <a:cubicBezTo>
                    <a:pt x="14" y="52"/>
                    <a:pt x="17" y="40"/>
                    <a:pt x="22" y="27"/>
                  </a:cubicBezTo>
                  <a:cubicBezTo>
                    <a:pt x="25" y="19"/>
                    <a:pt x="27" y="6"/>
                    <a:pt x="34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85" name="Freeform 252">
              <a:extLst>
                <a:ext uri="{FF2B5EF4-FFF2-40B4-BE49-F238E27FC236}">
                  <a16:creationId xmlns:a16="http://schemas.microsoft.com/office/drawing/2014/main" id="{0EC06ACE-CE57-4490-8808-6F424868F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436"/>
              <a:ext cx="30" cy="107"/>
            </a:xfrm>
            <a:custGeom>
              <a:avLst/>
              <a:gdLst>
                <a:gd name="T0" fmla="*/ 34 w 28"/>
                <a:gd name="T1" fmla="*/ 0 h 96"/>
                <a:gd name="T2" fmla="*/ 5 w 28"/>
                <a:gd name="T3" fmla="*/ 76 h 96"/>
                <a:gd name="T4" fmla="*/ 4 w 28"/>
                <a:gd name="T5" fmla="*/ 133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6">
                  <a:moveTo>
                    <a:pt x="28" y="0"/>
                  </a:moveTo>
                  <a:cubicBezTo>
                    <a:pt x="25" y="20"/>
                    <a:pt x="10" y="36"/>
                    <a:pt x="5" y="55"/>
                  </a:cubicBezTo>
                  <a:cubicBezTo>
                    <a:pt x="2" y="67"/>
                    <a:pt x="0" y="85"/>
                    <a:pt x="4" y="9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86" name="Freeform 253">
              <a:extLst>
                <a:ext uri="{FF2B5EF4-FFF2-40B4-BE49-F238E27FC236}">
                  <a16:creationId xmlns:a16="http://schemas.microsoft.com/office/drawing/2014/main" id="{F5B43BB3-1D21-4B04-AC27-BEF158B37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94"/>
              <a:ext cx="303" cy="268"/>
            </a:xfrm>
            <a:custGeom>
              <a:avLst/>
              <a:gdLst>
                <a:gd name="T0" fmla="*/ 333 w 289"/>
                <a:gd name="T1" fmla="*/ 210 h 239"/>
                <a:gd name="T2" fmla="*/ 299 w 289"/>
                <a:gd name="T3" fmla="*/ 158 h 239"/>
                <a:gd name="T4" fmla="*/ 303 w 289"/>
                <a:gd name="T5" fmla="*/ 71 h 239"/>
                <a:gd name="T6" fmla="*/ 323 w 289"/>
                <a:gd name="T7" fmla="*/ 0 h 239"/>
                <a:gd name="T8" fmla="*/ 293 w 289"/>
                <a:gd name="T9" fmla="*/ 59 h 239"/>
                <a:gd name="T10" fmla="*/ 267 w 289"/>
                <a:gd name="T11" fmla="*/ 84 h 239"/>
                <a:gd name="T12" fmla="*/ 255 w 289"/>
                <a:gd name="T13" fmla="*/ 137 h 239"/>
                <a:gd name="T14" fmla="*/ 220 w 289"/>
                <a:gd name="T15" fmla="*/ 225 h 239"/>
                <a:gd name="T16" fmla="*/ 175 w 289"/>
                <a:gd name="T17" fmla="*/ 224 h 239"/>
                <a:gd name="T18" fmla="*/ 159 w 289"/>
                <a:gd name="T19" fmla="*/ 224 h 239"/>
                <a:gd name="T20" fmla="*/ 113 w 289"/>
                <a:gd name="T21" fmla="*/ 225 h 239"/>
                <a:gd name="T22" fmla="*/ 78 w 289"/>
                <a:gd name="T23" fmla="*/ 137 h 239"/>
                <a:gd name="T24" fmla="*/ 66 w 289"/>
                <a:gd name="T25" fmla="*/ 84 h 239"/>
                <a:gd name="T26" fmla="*/ 41 w 289"/>
                <a:gd name="T27" fmla="*/ 59 h 239"/>
                <a:gd name="T28" fmla="*/ 9 w 289"/>
                <a:gd name="T29" fmla="*/ 0 h 239"/>
                <a:gd name="T30" fmla="*/ 29 w 289"/>
                <a:gd name="T31" fmla="*/ 71 h 239"/>
                <a:gd name="T32" fmla="*/ 35 w 289"/>
                <a:gd name="T33" fmla="*/ 158 h 239"/>
                <a:gd name="T34" fmla="*/ 0 w 289"/>
                <a:gd name="T35" fmla="*/ 210 h 239"/>
                <a:gd name="T36" fmla="*/ 53 w 289"/>
                <a:gd name="T37" fmla="*/ 269 h 239"/>
                <a:gd name="T38" fmla="*/ 73 w 289"/>
                <a:gd name="T39" fmla="*/ 334 h 239"/>
                <a:gd name="T40" fmla="*/ 105 w 289"/>
                <a:gd name="T41" fmla="*/ 247 h 239"/>
                <a:gd name="T42" fmla="*/ 158 w 289"/>
                <a:gd name="T43" fmla="*/ 241 h 239"/>
                <a:gd name="T44" fmla="*/ 175 w 289"/>
                <a:gd name="T45" fmla="*/ 241 h 239"/>
                <a:gd name="T46" fmla="*/ 229 w 289"/>
                <a:gd name="T47" fmla="*/ 247 h 239"/>
                <a:gd name="T48" fmla="*/ 259 w 289"/>
                <a:gd name="T49" fmla="*/ 334 h 239"/>
                <a:gd name="T50" fmla="*/ 279 w 289"/>
                <a:gd name="T51" fmla="*/ 269 h 239"/>
                <a:gd name="T52" fmla="*/ 333 w 289"/>
                <a:gd name="T53" fmla="*/ 210 h 23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89" h="239">
                  <a:moveTo>
                    <a:pt x="289" y="149"/>
                  </a:moveTo>
                  <a:cubicBezTo>
                    <a:pt x="256" y="159"/>
                    <a:pt x="265" y="125"/>
                    <a:pt x="259" y="112"/>
                  </a:cubicBezTo>
                  <a:cubicBezTo>
                    <a:pt x="253" y="99"/>
                    <a:pt x="254" y="70"/>
                    <a:pt x="263" y="50"/>
                  </a:cubicBezTo>
                  <a:cubicBezTo>
                    <a:pt x="272" y="30"/>
                    <a:pt x="280" y="0"/>
                    <a:pt x="280" y="0"/>
                  </a:cubicBezTo>
                  <a:cubicBezTo>
                    <a:pt x="280" y="0"/>
                    <a:pt x="260" y="27"/>
                    <a:pt x="254" y="42"/>
                  </a:cubicBezTo>
                  <a:cubicBezTo>
                    <a:pt x="248" y="57"/>
                    <a:pt x="251" y="59"/>
                    <a:pt x="232" y="60"/>
                  </a:cubicBezTo>
                  <a:cubicBezTo>
                    <a:pt x="213" y="61"/>
                    <a:pt x="244" y="87"/>
                    <a:pt x="221" y="97"/>
                  </a:cubicBezTo>
                  <a:cubicBezTo>
                    <a:pt x="221" y="97"/>
                    <a:pt x="240" y="160"/>
                    <a:pt x="191" y="160"/>
                  </a:cubicBezTo>
                  <a:cubicBezTo>
                    <a:pt x="170" y="160"/>
                    <a:pt x="152" y="159"/>
                    <a:pt x="152" y="159"/>
                  </a:cubicBezTo>
                  <a:cubicBezTo>
                    <a:pt x="138" y="159"/>
                    <a:pt x="138" y="159"/>
                    <a:pt x="138" y="159"/>
                  </a:cubicBezTo>
                  <a:cubicBezTo>
                    <a:pt x="138" y="159"/>
                    <a:pt x="119" y="160"/>
                    <a:pt x="98" y="160"/>
                  </a:cubicBezTo>
                  <a:cubicBezTo>
                    <a:pt x="50" y="160"/>
                    <a:pt x="68" y="97"/>
                    <a:pt x="68" y="97"/>
                  </a:cubicBezTo>
                  <a:cubicBezTo>
                    <a:pt x="45" y="87"/>
                    <a:pt x="76" y="61"/>
                    <a:pt x="57" y="60"/>
                  </a:cubicBezTo>
                  <a:cubicBezTo>
                    <a:pt x="38" y="59"/>
                    <a:pt x="41" y="57"/>
                    <a:pt x="35" y="42"/>
                  </a:cubicBezTo>
                  <a:cubicBezTo>
                    <a:pt x="29" y="27"/>
                    <a:pt x="9" y="0"/>
                    <a:pt x="9" y="0"/>
                  </a:cubicBezTo>
                  <a:cubicBezTo>
                    <a:pt x="9" y="0"/>
                    <a:pt x="17" y="30"/>
                    <a:pt x="26" y="50"/>
                  </a:cubicBezTo>
                  <a:cubicBezTo>
                    <a:pt x="35" y="70"/>
                    <a:pt x="36" y="99"/>
                    <a:pt x="30" y="112"/>
                  </a:cubicBezTo>
                  <a:cubicBezTo>
                    <a:pt x="24" y="125"/>
                    <a:pt x="33" y="159"/>
                    <a:pt x="0" y="149"/>
                  </a:cubicBezTo>
                  <a:cubicBezTo>
                    <a:pt x="0" y="149"/>
                    <a:pt x="43" y="165"/>
                    <a:pt x="47" y="191"/>
                  </a:cubicBezTo>
                  <a:cubicBezTo>
                    <a:pt x="51" y="217"/>
                    <a:pt x="27" y="239"/>
                    <a:pt x="64" y="237"/>
                  </a:cubicBezTo>
                  <a:cubicBezTo>
                    <a:pt x="83" y="236"/>
                    <a:pt x="53" y="176"/>
                    <a:pt x="91" y="175"/>
                  </a:cubicBezTo>
                  <a:cubicBezTo>
                    <a:pt x="120" y="174"/>
                    <a:pt x="129" y="171"/>
                    <a:pt x="137" y="171"/>
                  </a:cubicBezTo>
                  <a:cubicBezTo>
                    <a:pt x="152" y="171"/>
                    <a:pt x="152" y="171"/>
                    <a:pt x="152" y="171"/>
                  </a:cubicBezTo>
                  <a:cubicBezTo>
                    <a:pt x="160" y="171"/>
                    <a:pt x="169" y="174"/>
                    <a:pt x="198" y="175"/>
                  </a:cubicBezTo>
                  <a:cubicBezTo>
                    <a:pt x="236" y="176"/>
                    <a:pt x="206" y="236"/>
                    <a:pt x="225" y="237"/>
                  </a:cubicBezTo>
                  <a:cubicBezTo>
                    <a:pt x="263" y="239"/>
                    <a:pt x="238" y="217"/>
                    <a:pt x="242" y="191"/>
                  </a:cubicBezTo>
                  <a:cubicBezTo>
                    <a:pt x="246" y="165"/>
                    <a:pt x="289" y="149"/>
                    <a:pt x="289" y="14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87" name="Freeform 254">
              <a:extLst>
                <a:ext uri="{FF2B5EF4-FFF2-40B4-BE49-F238E27FC236}">
                  <a16:creationId xmlns:a16="http://schemas.microsoft.com/office/drawing/2014/main" id="{18048F1F-E846-4F6B-B272-B547793B56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9" y="1325"/>
              <a:ext cx="580" cy="448"/>
            </a:xfrm>
            <a:custGeom>
              <a:avLst/>
              <a:gdLst>
                <a:gd name="T0" fmla="*/ 563 w 552"/>
                <a:gd name="T1" fmla="*/ 115 h 400"/>
                <a:gd name="T2" fmla="*/ 464 w 552"/>
                <a:gd name="T3" fmla="*/ 73 h 400"/>
                <a:gd name="T4" fmla="*/ 401 w 552"/>
                <a:gd name="T5" fmla="*/ 45 h 400"/>
                <a:gd name="T6" fmla="*/ 322 w 552"/>
                <a:gd name="T7" fmla="*/ 58 h 400"/>
                <a:gd name="T8" fmla="*/ 320 w 552"/>
                <a:gd name="T9" fmla="*/ 58 h 400"/>
                <a:gd name="T10" fmla="*/ 241 w 552"/>
                <a:gd name="T11" fmla="*/ 45 h 400"/>
                <a:gd name="T12" fmla="*/ 175 w 552"/>
                <a:gd name="T13" fmla="*/ 73 h 400"/>
                <a:gd name="T14" fmla="*/ 79 w 552"/>
                <a:gd name="T15" fmla="*/ 115 h 400"/>
                <a:gd name="T16" fmla="*/ 1 w 552"/>
                <a:gd name="T17" fmla="*/ 250 h 400"/>
                <a:gd name="T18" fmla="*/ 57 w 552"/>
                <a:gd name="T19" fmla="*/ 389 h 400"/>
                <a:gd name="T20" fmla="*/ 178 w 552"/>
                <a:gd name="T21" fmla="*/ 491 h 400"/>
                <a:gd name="T22" fmla="*/ 311 w 552"/>
                <a:gd name="T23" fmla="*/ 478 h 400"/>
                <a:gd name="T24" fmla="*/ 304 w 552"/>
                <a:gd name="T25" fmla="*/ 338 h 400"/>
                <a:gd name="T26" fmla="*/ 338 w 552"/>
                <a:gd name="T27" fmla="*/ 338 h 400"/>
                <a:gd name="T28" fmla="*/ 329 w 552"/>
                <a:gd name="T29" fmla="*/ 478 h 400"/>
                <a:gd name="T30" fmla="*/ 463 w 552"/>
                <a:gd name="T31" fmla="*/ 491 h 400"/>
                <a:gd name="T32" fmla="*/ 584 w 552"/>
                <a:gd name="T33" fmla="*/ 389 h 400"/>
                <a:gd name="T34" fmla="*/ 640 w 552"/>
                <a:gd name="T35" fmla="*/ 250 h 400"/>
                <a:gd name="T36" fmla="*/ 563 w 552"/>
                <a:gd name="T37" fmla="*/ 115 h 400"/>
                <a:gd name="T38" fmla="*/ 320 w 552"/>
                <a:gd name="T39" fmla="*/ 325 h 400"/>
                <a:gd name="T40" fmla="*/ 312 w 552"/>
                <a:gd name="T41" fmla="*/ 318 h 400"/>
                <a:gd name="T42" fmla="*/ 320 w 552"/>
                <a:gd name="T43" fmla="*/ 314 h 400"/>
                <a:gd name="T44" fmla="*/ 328 w 552"/>
                <a:gd name="T45" fmla="*/ 318 h 400"/>
                <a:gd name="T46" fmla="*/ 320 w 552"/>
                <a:gd name="T47" fmla="*/ 325 h 4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52" h="400">
                  <a:moveTo>
                    <a:pt x="485" y="82"/>
                  </a:moveTo>
                  <a:cubicBezTo>
                    <a:pt x="460" y="65"/>
                    <a:pt x="426" y="79"/>
                    <a:pt x="401" y="52"/>
                  </a:cubicBezTo>
                  <a:cubicBezTo>
                    <a:pt x="377" y="24"/>
                    <a:pt x="346" y="32"/>
                    <a:pt x="346" y="32"/>
                  </a:cubicBezTo>
                  <a:cubicBezTo>
                    <a:pt x="311" y="0"/>
                    <a:pt x="277" y="41"/>
                    <a:pt x="277" y="41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6" y="41"/>
                    <a:pt x="242" y="0"/>
                    <a:pt x="207" y="32"/>
                  </a:cubicBezTo>
                  <a:cubicBezTo>
                    <a:pt x="207" y="32"/>
                    <a:pt x="175" y="24"/>
                    <a:pt x="151" y="52"/>
                  </a:cubicBezTo>
                  <a:cubicBezTo>
                    <a:pt x="127" y="79"/>
                    <a:pt x="92" y="65"/>
                    <a:pt x="68" y="82"/>
                  </a:cubicBezTo>
                  <a:cubicBezTo>
                    <a:pt x="44" y="99"/>
                    <a:pt x="2" y="121"/>
                    <a:pt x="1" y="178"/>
                  </a:cubicBezTo>
                  <a:cubicBezTo>
                    <a:pt x="0" y="235"/>
                    <a:pt x="21" y="254"/>
                    <a:pt x="49" y="277"/>
                  </a:cubicBezTo>
                  <a:cubicBezTo>
                    <a:pt x="78" y="299"/>
                    <a:pt x="124" y="340"/>
                    <a:pt x="153" y="349"/>
                  </a:cubicBezTo>
                  <a:cubicBezTo>
                    <a:pt x="182" y="357"/>
                    <a:pt x="268" y="400"/>
                    <a:pt x="268" y="340"/>
                  </a:cubicBezTo>
                  <a:cubicBezTo>
                    <a:pt x="268" y="281"/>
                    <a:pt x="277" y="251"/>
                    <a:pt x="262" y="241"/>
                  </a:cubicBezTo>
                  <a:cubicBezTo>
                    <a:pt x="291" y="241"/>
                    <a:pt x="291" y="241"/>
                    <a:pt x="291" y="241"/>
                  </a:cubicBezTo>
                  <a:cubicBezTo>
                    <a:pt x="275" y="251"/>
                    <a:pt x="284" y="281"/>
                    <a:pt x="284" y="340"/>
                  </a:cubicBezTo>
                  <a:cubicBezTo>
                    <a:pt x="284" y="400"/>
                    <a:pt x="371" y="357"/>
                    <a:pt x="400" y="349"/>
                  </a:cubicBezTo>
                  <a:cubicBezTo>
                    <a:pt x="429" y="340"/>
                    <a:pt x="475" y="299"/>
                    <a:pt x="503" y="277"/>
                  </a:cubicBezTo>
                  <a:cubicBezTo>
                    <a:pt x="531" y="254"/>
                    <a:pt x="552" y="235"/>
                    <a:pt x="552" y="178"/>
                  </a:cubicBezTo>
                  <a:cubicBezTo>
                    <a:pt x="551" y="121"/>
                    <a:pt x="509" y="99"/>
                    <a:pt x="485" y="82"/>
                  </a:cubicBezTo>
                  <a:close/>
                  <a:moveTo>
                    <a:pt x="276" y="231"/>
                  </a:moveTo>
                  <a:cubicBezTo>
                    <a:pt x="272" y="231"/>
                    <a:pt x="269" y="229"/>
                    <a:pt x="269" y="227"/>
                  </a:cubicBezTo>
                  <a:cubicBezTo>
                    <a:pt x="269" y="225"/>
                    <a:pt x="272" y="223"/>
                    <a:pt x="276" y="223"/>
                  </a:cubicBezTo>
                  <a:cubicBezTo>
                    <a:pt x="280" y="223"/>
                    <a:pt x="283" y="225"/>
                    <a:pt x="283" y="227"/>
                  </a:cubicBezTo>
                  <a:cubicBezTo>
                    <a:pt x="283" y="229"/>
                    <a:pt x="280" y="231"/>
                    <a:pt x="276" y="231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639" name="Spinal-cord-cross-section-diagram">
            <a:extLst>
              <a:ext uri="{FF2B5EF4-FFF2-40B4-BE49-F238E27FC236}">
                <a16:creationId xmlns:a16="http://schemas.microsoft.com/office/drawing/2014/main" id="{EF8B1319-999B-498C-89FF-120687E6BD84}"/>
              </a:ext>
            </a:extLst>
          </p:cNvPr>
          <p:cNvGrpSpPr>
            <a:grpSpLocks/>
          </p:cNvGrpSpPr>
          <p:nvPr/>
        </p:nvGrpSpPr>
        <p:grpSpPr bwMode="auto">
          <a:xfrm>
            <a:off x="3413125" y="2952750"/>
            <a:ext cx="793750" cy="692150"/>
            <a:chOff x="1190" y="1860"/>
            <a:chExt cx="500" cy="436"/>
          </a:xfrm>
        </p:grpSpPr>
        <p:sp>
          <p:nvSpPr>
            <p:cNvPr id="69794" name="Freeform 256">
              <a:extLst>
                <a:ext uri="{FF2B5EF4-FFF2-40B4-BE49-F238E27FC236}">
                  <a16:creationId xmlns:a16="http://schemas.microsoft.com/office/drawing/2014/main" id="{0CBDE163-F0D4-471D-940F-5FD6402779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0" y="1860"/>
              <a:ext cx="500" cy="433"/>
            </a:xfrm>
            <a:custGeom>
              <a:avLst/>
              <a:gdLst>
                <a:gd name="T0" fmla="*/ 447 w 477"/>
                <a:gd name="T1" fmla="*/ 75 h 387"/>
                <a:gd name="T2" fmla="*/ 367 w 477"/>
                <a:gd name="T3" fmla="*/ 31 h 387"/>
                <a:gd name="T4" fmla="*/ 276 w 477"/>
                <a:gd name="T5" fmla="*/ 39 h 387"/>
                <a:gd name="T6" fmla="*/ 274 w 477"/>
                <a:gd name="T7" fmla="*/ 39 h 387"/>
                <a:gd name="T8" fmla="*/ 182 w 477"/>
                <a:gd name="T9" fmla="*/ 31 h 387"/>
                <a:gd name="T10" fmla="*/ 104 w 477"/>
                <a:gd name="T11" fmla="*/ 75 h 387"/>
                <a:gd name="T12" fmla="*/ 3 w 477"/>
                <a:gd name="T13" fmla="*/ 245 h 387"/>
                <a:gd name="T14" fmla="*/ 79 w 477"/>
                <a:gd name="T15" fmla="*/ 410 h 387"/>
                <a:gd name="T16" fmla="*/ 116 w 477"/>
                <a:gd name="T17" fmla="*/ 452 h 387"/>
                <a:gd name="T18" fmla="*/ 173 w 477"/>
                <a:gd name="T19" fmla="*/ 496 h 387"/>
                <a:gd name="T20" fmla="*/ 266 w 477"/>
                <a:gd name="T21" fmla="*/ 470 h 387"/>
                <a:gd name="T22" fmla="*/ 260 w 477"/>
                <a:gd name="T23" fmla="*/ 384 h 387"/>
                <a:gd name="T24" fmla="*/ 273 w 477"/>
                <a:gd name="T25" fmla="*/ 354 h 387"/>
                <a:gd name="T26" fmla="*/ 277 w 477"/>
                <a:gd name="T27" fmla="*/ 354 h 387"/>
                <a:gd name="T28" fmla="*/ 287 w 477"/>
                <a:gd name="T29" fmla="*/ 384 h 387"/>
                <a:gd name="T30" fmla="*/ 281 w 477"/>
                <a:gd name="T31" fmla="*/ 470 h 387"/>
                <a:gd name="T32" fmla="*/ 377 w 477"/>
                <a:gd name="T33" fmla="*/ 496 h 387"/>
                <a:gd name="T34" fmla="*/ 433 w 477"/>
                <a:gd name="T35" fmla="*/ 452 h 387"/>
                <a:gd name="T36" fmla="*/ 470 w 477"/>
                <a:gd name="T37" fmla="*/ 410 h 387"/>
                <a:gd name="T38" fmla="*/ 545 w 477"/>
                <a:gd name="T39" fmla="*/ 245 h 387"/>
                <a:gd name="T40" fmla="*/ 447 w 477"/>
                <a:gd name="T41" fmla="*/ 75 h 387"/>
                <a:gd name="T42" fmla="*/ 274 w 477"/>
                <a:gd name="T43" fmla="*/ 335 h 387"/>
                <a:gd name="T44" fmla="*/ 265 w 477"/>
                <a:gd name="T45" fmla="*/ 328 h 387"/>
                <a:gd name="T46" fmla="*/ 274 w 477"/>
                <a:gd name="T47" fmla="*/ 320 h 387"/>
                <a:gd name="T48" fmla="*/ 284 w 477"/>
                <a:gd name="T49" fmla="*/ 328 h 387"/>
                <a:gd name="T50" fmla="*/ 274 w 477"/>
                <a:gd name="T51" fmla="*/ 335 h 38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77" h="387">
                  <a:moveTo>
                    <a:pt x="387" y="54"/>
                  </a:moveTo>
                  <a:cubicBezTo>
                    <a:pt x="367" y="54"/>
                    <a:pt x="371" y="44"/>
                    <a:pt x="319" y="22"/>
                  </a:cubicBezTo>
                  <a:cubicBezTo>
                    <a:pt x="266" y="0"/>
                    <a:pt x="239" y="28"/>
                    <a:pt x="239" y="28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8"/>
                    <a:pt x="211" y="0"/>
                    <a:pt x="158" y="22"/>
                  </a:cubicBezTo>
                  <a:cubicBezTo>
                    <a:pt x="106" y="44"/>
                    <a:pt x="110" y="54"/>
                    <a:pt x="90" y="54"/>
                  </a:cubicBezTo>
                  <a:cubicBezTo>
                    <a:pt x="70" y="54"/>
                    <a:pt x="0" y="104"/>
                    <a:pt x="3" y="175"/>
                  </a:cubicBezTo>
                  <a:cubicBezTo>
                    <a:pt x="7" y="247"/>
                    <a:pt x="41" y="279"/>
                    <a:pt x="69" y="292"/>
                  </a:cubicBezTo>
                  <a:cubicBezTo>
                    <a:pt x="84" y="300"/>
                    <a:pt x="95" y="316"/>
                    <a:pt x="101" y="323"/>
                  </a:cubicBezTo>
                  <a:cubicBezTo>
                    <a:pt x="107" y="330"/>
                    <a:pt x="135" y="334"/>
                    <a:pt x="150" y="354"/>
                  </a:cubicBezTo>
                  <a:cubicBezTo>
                    <a:pt x="166" y="375"/>
                    <a:pt x="225" y="387"/>
                    <a:pt x="231" y="335"/>
                  </a:cubicBezTo>
                  <a:cubicBezTo>
                    <a:pt x="233" y="313"/>
                    <a:pt x="224" y="290"/>
                    <a:pt x="226" y="274"/>
                  </a:cubicBezTo>
                  <a:cubicBezTo>
                    <a:pt x="227" y="267"/>
                    <a:pt x="237" y="252"/>
                    <a:pt x="237" y="252"/>
                  </a:cubicBezTo>
                  <a:cubicBezTo>
                    <a:pt x="240" y="252"/>
                    <a:pt x="240" y="252"/>
                    <a:pt x="240" y="252"/>
                  </a:cubicBezTo>
                  <a:cubicBezTo>
                    <a:pt x="240" y="252"/>
                    <a:pt x="248" y="267"/>
                    <a:pt x="249" y="274"/>
                  </a:cubicBezTo>
                  <a:cubicBezTo>
                    <a:pt x="251" y="290"/>
                    <a:pt x="242" y="313"/>
                    <a:pt x="244" y="335"/>
                  </a:cubicBezTo>
                  <a:cubicBezTo>
                    <a:pt x="250" y="387"/>
                    <a:pt x="311" y="375"/>
                    <a:pt x="327" y="354"/>
                  </a:cubicBezTo>
                  <a:cubicBezTo>
                    <a:pt x="342" y="334"/>
                    <a:pt x="370" y="330"/>
                    <a:pt x="376" y="323"/>
                  </a:cubicBezTo>
                  <a:cubicBezTo>
                    <a:pt x="382" y="316"/>
                    <a:pt x="393" y="300"/>
                    <a:pt x="407" y="292"/>
                  </a:cubicBezTo>
                  <a:cubicBezTo>
                    <a:pt x="436" y="279"/>
                    <a:pt x="469" y="247"/>
                    <a:pt x="473" y="175"/>
                  </a:cubicBezTo>
                  <a:cubicBezTo>
                    <a:pt x="477" y="104"/>
                    <a:pt x="407" y="54"/>
                    <a:pt x="387" y="54"/>
                  </a:cubicBezTo>
                  <a:close/>
                  <a:moveTo>
                    <a:pt x="238" y="239"/>
                  </a:moveTo>
                  <a:cubicBezTo>
                    <a:pt x="234" y="239"/>
                    <a:pt x="230" y="237"/>
                    <a:pt x="230" y="234"/>
                  </a:cubicBezTo>
                  <a:cubicBezTo>
                    <a:pt x="230" y="232"/>
                    <a:pt x="234" y="229"/>
                    <a:pt x="238" y="229"/>
                  </a:cubicBezTo>
                  <a:cubicBezTo>
                    <a:pt x="243" y="229"/>
                    <a:pt x="247" y="232"/>
                    <a:pt x="247" y="234"/>
                  </a:cubicBezTo>
                  <a:cubicBezTo>
                    <a:pt x="247" y="237"/>
                    <a:pt x="243" y="239"/>
                    <a:pt x="238" y="239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95" name="Freeform 257">
              <a:extLst>
                <a:ext uri="{FF2B5EF4-FFF2-40B4-BE49-F238E27FC236}">
                  <a16:creationId xmlns:a16="http://schemas.microsoft.com/office/drawing/2014/main" id="{03529985-8536-44EC-AF9E-EDCF06CEC9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86" y="1919"/>
              <a:ext cx="300" cy="274"/>
            </a:xfrm>
            <a:custGeom>
              <a:avLst/>
              <a:gdLst>
                <a:gd name="T0" fmla="*/ 279 w 286"/>
                <a:gd name="T1" fmla="*/ 226 h 245"/>
                <a:gd name="T2" fmla="*/ 286 w 286"/>
                <a:gd name="T3" fmla="*/ 106 h 245"/>
                <a:gd name="T4" fmla="*/ 330 w 286"/>
                <a:gd name="T5" fmla="*/ 0 h 245"/>
                <a:gd name="T6" fmla="*/ 267 w 286"/>
                <a:gd name="T7" fmla="*/ 106 h 245"/>
                <a:gd name="T8" fmla="*/ 244 w 286"/>
                <a:gd name="T9" fmla="*/ 173 h 245"/>
                <a:gd name="T10" fmla="*/ 216 w 286"/>
                <a:gd name="T11" fmla="*/ 228 h 245"/>
                <a:gd name="T12" fmla="*/ 167 w 286"/>
                <a:gd name="T13" fmla="*/ 242 h 245"/>
                <a:gd name="T14" fmla="*/ 163 w 286"/>
                <a:gd name="T15" fmla="*/ 242 h 245"/>
                <a:gd name="T16" fmla="*/ 114 w 286"/>
                <a:gd name="T17" fmla="*/ 228 h 245"/>
                <a:gd name="T18" fmla="*/ 87 w 286"/>
                <a:gd name="T19" fmla="*/ 173 h 245"/>
                <a:gd name="T20" fmla="*/ 63 w 286"/>
                <a:gd name="T21" fmla="*/ 106 h 245"/>
                <a:gd name="T22" fmla="*/ 0 w 286"/>
                <a:gd name="T23" fmla="*/ 0 h 245"/>
                <a:gd name="T24" fmla="*/ 44 w 286"/>
                <a:gd name="T25" fmla="*/ 106 h 245"/>
                <a:gd name="T26" fmla="*/ 50 w 286"/>
                <a:gd name="T27" fmla="*/ 226 h 245"/>
                <a:gd name="T28" fmla="*/ 53 w 286"/>
                <a:gd name="T29" fmla="*/ 246 h 245"/>
                <a:gd name="T30" fmla="*/ 72 w 286"/>
                <a:gd name="T31" fmla="*/ 293 h 245"/>
                <a:gd name="T32" fmla="*/ 95 w 286"/>
                <a:gd name="T33" fmla="*/ 342 h 245"/>
                <a:gd name="T34" fmla="*/ 122 w 286"/>
                <a:gd name="T35" fmla="*/ 268 h 245"/>
                <a:gd name="T36" fmla="*/ 163 w 286"/>
                <a:gd name="T37" fmla="*/ 263 h 245"/>
                <a:gd name="T38" fmla="*/ 167 w 286"/>
                <a:gd name="T39" fmla="*/ 263 h 245"/>
                <a:gd name="T40" fmla="*/ 208 w 286"/>
                <a:gd name="T41" fmla="*/ 268 h 245"/>
                <a:gd name="T42" fmla="*/ 234 w 286"/>
                <a:gd name="T43" fmla="*/ 342 h 245"/>
                <a:gd name="T44" fmla="*/ 257 w 286"/>
                <a:gd name="T45" fmla="*/ 293 h 245"/>
                <a:gd name="T46" fmla="*/ 276 w 286"/>
                <a:gd name="T47" fmla="*/ 246 h 245"/>
                <a:gd name="T48" fmla="*/ 279 w 286"/>
                <a:gd name="T49" fmla="*/ 226 h 245"/>
                <a:gd name="T50" fmla="*/ 168 w 286"/>
                <a:gd name="T51" fmla="*/ 261 h 245"/>
                <a:gd name="T52" fmla="*/ 159 w 286"/>
                <a:gd name="T53" fmla="*/ 253 h 245"/>
                <a:gd name="T54" fmla="*/ 168 w 286"/>
                <a:gd name="T55" fmla="*/ 246 h 245"/>
                <a:gd name="T56" fmla="*/ 179 w 286"/>
                <a:gd name="T57" fmla="*/ 253 h 245"/>
                <a:gd name="T58" fmla="*/ 168 w 286"/>
                <a:gd name="T59" fmla="*/ 261 h 24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86" h="245">
                  <a:moveTo>
                    <a:pt x="242" y="162"/>
                  </a:moveTo>
                  <a:cubicBezTo>
                    <a:pt x="212" y="136"/>
                    <a:pt x="229" y="101"/>
                    <a:pt x="248" y="76"/>
                  </a:cubicBezTo>
                  <a:cubicBezTo>
                    <a:pt x="266" y="51"/>
                    <a:pt x="286" y="0"/>
                    <a:pt x="286" y="0"/>
                  </a:cubicBezTo>
                  <a:cubicBezTo>
                    <a:pt x="286" y="0"/>
                    <a:pt x="248" y="67"/>
                    <a:pt x="232" y="76"/>
                  </a:cubicBezTo>
                  <a:cubicBezTo>
                    <a:pt x="217" y="85"/>
                    <a:pt x="212" y="87"/>
                    <a:pt x="212" y="124"/>
                  </a:cubicBezTo>
                  <a:cubicBezTo>
                    <a:pt x="212" y="135"/>
                    <a:pt x="199" y="141"/>
                    <a:pt x="187" y="163"/>
                  </a:cubicBezTo>
                  <a:cubicBezTo>
                    <a:pt x="176" y="185"/>
                    <a:pt x="161" y="173"/>
                    <a:pt x="145" y="173"/>
                  </a:cubicBezTo>
                  <a:cubicBezTo>
                    <a:pt x="141" y="173"/>
                    <a:pt x="141" y="173"/>
                    <a:pt x="141" y="173"/>
                  </a:cubicBezTo>
                  <a:cubicBezTo>
                    <a:pt x="125" y="173"/>
                    <a:pt x="110" y="185"/>
                    <a:pt x="99" y="163"/>
                  </a:cubicBezTo>
                  <a:cubicBezTo>
                    <a:pt x="87" y="141"/>
                    <a:pt x="75" y="135"/>
                    <a:pt x="75" y="124"/>
                  </a:cubicBezTo>
                  <a:cubicBezTo>
                    <a:pt x="75" y="87"/>
                    <a:pt x="70" y="85"/>
                    <a:pt x="54" y="76"/>
                  </a:cubicBezTo>
                  <a:cubicBezTo>
                    <a:pt x="38" y="67"/>
                    <a:pt x="0" y="0"/>
                    <a:pt x="0" y="0"/>
                  </a:cubicBezTo>
                  <a:cubicBezTo>
                    <a:pt x="0" y="0"/>
                    <a:pt x="20" y="51"/>
                    <a:pt x="38" y="76"/>
                  </a:cubicBezTo>
                  <a:cubicBezTo>
                    <a:pt x="57" y="101"/>
                    <a:pt x="74" y="136"/>
                    <a:pt x="44" y="162"/>
                  </a:cubicBezTo>
                  <a:cubicBezTo>
                    <a:pt x="38" y="168"/>
                    <a:pt x="29" y="166"/>
                    <a:pt x="47" y="176"/>
                  </a:cubicBezTo>
                  <a:cubicBezTo>
                    <a:pt x="65" y="185"/>
                    <a:pt x="62" y="193"/>
                    <a:pt x="63" y="209"/>
                  </a:cubicBezTo>
                  <a:cubicBezTo>
                    <a:pt x="65" y="225"/>
                    <a:pt x="55" y="245"/>
                    <a:pt x="83" y="245"/>
                  </a:cubicBezTo>
                  <a:cubicBezTo>
                    <a:pt x="111" y="245"/>
                    <a:pt x="64" y="192"/>
                    <a:pt x="106" y="192"/>
                  </a:cubicBezTo>
                  <a:cubicBezTo>
                    <a:pt x="113" y="192"/>
                    <a:pt x="141" y="188"/>
                    <a:pt x="141" y="188"/>
                  </a:cubicBezTo>
                  <a:cubicBezTo>
                    <a:pt x="145" y="188"/>
                    <a:pt x="145" y="188"/>
                    <a:pt x="145" y="188"/>
                  </a:cubicBezTo>
                  <a:cubicBezTo>
                    <a:pt x="145" y="188"/>
                    <a:pt x="173" y="192"/>
                    <a:pt x="180" y="192"/>
                  </a:cubicBezTo>
                  <a:cubicBezTo>
                    <a:pt x="222" y="192"/>
                    <a:pt x="175" y="245"/>
                    <a:pt x="203" y="245"/>
                  </a:cubicBezTo>
                  <a:cubicBezTo>
                    <a:pt x="231" y="245"/>
                    <a:pt x="222" y="225"/>
                    <a:pt x="223" y="209"/>
                  </a:cubicBezTo>
                  <a:cubicBezTo>
                    <a:pt x="224" y="193"/>
                    <a:pt x="222" y="185"/>
                    <a:pt x="239" y="176"/>
                  </a:cubicBezTo>
                  <a:cubicBezTo>
                    <a:pt x="257" y="166"/>
                    <a:pt x="249" y="168"/>
                    <a:pt x="242" y="162"/>
                  </a:cubicBezTo>
                  <a:close/>
                  <a:moveTo>
                    <a:pt x="146" y="186"/>
                  </a:moveTo>
                  <a:cubicBezTo>
                    <a:pt x="142" y="186"/>
                    <a:pt x="138" y="184"/>
                    <a:pt x="138" y="181"/>
                  </a:cubicBezTo>
                  <a:cubicBezTo>
                    <a:pt x="138" y="179"/>
                    <a:pt x="142" y="176"/>
                    <a:pt x="146" y="176"/>
                  </a:cubicBezTo>
                  <a:cubicBezTo>
                    <a:pt x="151" y="176"/>
                    <a:pt x="155" y="179"/>
                    <a:pt x="155" y="181"/>
                  </a:cubicBezTo>
                  <a:cubicBezTo>
                    <a:pt x="155" y="184"/>
                    <a:pt x="151" y="186"/>
                    <a:pt x="146" y="186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96" name="Freeform 258">
              <a:extLst>
                <a:ext uri="{FF2B5EF4-FFF2-40B4-BE49-F238E27FC236}">
                  <a16:creationId xmlns:a16="http://schemas.microsoft.com/office/drawing/2014/main" id="{0A7EB2F1-F877-4F11-9492-C87E875C5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919"/>
              <a:ext cx="300" cy="274"/>
            </a:xfrm>
            <a:custGeom>
              <a:avLst/>
              <a:gdLst>
                <a:gd name="T0" fmla="*/ 279 w 286"/>
                <a:gd name="T1" fmla="*/ 226 h 245"/>
                <a:gd name="T2" fmla="*/ 286 w 286"/>
                <a:gd name="T3" fmla="*/ 106 h 245"/>
                <a:gd name="T4" fmla="*/ 330 w 286"/>
                <a:gd name="T5" fmla="*/ 0 h 245"/>
                <a:gd name="T6" fmla="*/ 267 w 286"/>
                <a:gd name="T7" fmla="*/ 106 h 245"/>
                <a:gd name="T8" fmla="*/ 244 w 286"/>
                <a:gd name="T9" fmla="*/ 173 h 245"/>
                <a:gd name="T10" fmla="*/ 216 w 286"/>
                <a:gd name="T11" fmla="*/ 228 h 245"/>
                <a:gd name="T12" fmla="*/ 167 w 286"/>
                <a:gd name="T13" fmla="*/ 242 h 245"/>
                <a:gd name="T14" fmla="*/ 163 w 286"/>
                <a:gd name="T15" fmla="*/ 242 h 245"/>
                <a:gd name="T16" fmla="*/ 114 w 286"/>
                <a:gd name="T17" fmla="*/ 228 h 245"/>
                <a:gd name="T18" fmla="*/ 87 w 286"/>
                <a:gd name="T19" fmla="*/ 173 h 245"/>
                <a:gd name="T20" fmla="*/ 63 w 286"/>
                <a:gd name="T21" fmla="*/ 106 h 245"/>
                <a:gd name="T22" fmla="*/ 0 w 286"/>
                <a:gd name="T23" fmla="*/ 0 h 245"/>
                <a:gd name="T24" fmla="*/ 44 w 286"/>
                <a:gd name="T25" fmla="*/ 106 h 245"/>
                <a:gd name="T26" fmla="*/ 50 w 286"/>
                <a:gd name="T27" fmla="*/ 226 h 245"/>
                <a:gd name="T28" fmla="*/ 53 w 286"/>
                <a:gd name="T29" fmla="*/ 246 h 245"/>
                <a:gd name="T30" fmla="*/ 72 w 286"/>
                <a:gd name="T31" fmla="*/ 293 h 245"/>
                <a:gd name="T32" fmla="*/ 95 w 286"/>
                <a:gd name="T33" fmla="*/ 342 h 245"/>
                <a:gd name="T34" fmla="*/ 122 w 286"/>
                <a:gd name="T35" fmla="*/ 268 h 245"/>
                <a:gd name="T36" fmla="*/ 163 w 286"/>
                <a:gd name="T37" fmla="*/ 263 h 245"/>
                <a:gd name="T38" fmla="*/ 167 w 286"/>
                <a:gd name="T39" fmla="*/ 263 h 245"/>
                <a:gd name="T40" fmla="*/ 208 w 286"/>
                <a:gd name="T41" fmla="*/ 268 h 245"/>
                <a:gd name="T42" fmla="*/ 234 w 286"/>
                <a:gd name="T43" fmla="*/ 342 h 245"/>
                <a:gd name="T44" fmla="*/ 257 w 286"/>
                <a:gd name="T45" fmla="*/ 293 h 245"/>
                <a:gd name="T46" fmla="*/ 276 w 286"/>
                <a:gd name="T47" fmla="*/ 246 h 245"/>
                <a:gd name="T48" fmla="*/ 279 w 286"/>
                <a:gd name="T49" fmla="*/ 226 h 2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6" h="245">
                  <a:moveTo>
                    <a:pt x="242" y="162"/>
                  </a:moveTo>
                  <a:cubicBezTo>
                    <a:pt x="212" y="136"/>
                    <a:pt x="229" y="101"/>
                    <a:pt x="248" y="76"/>
                  </a:cubicBezTo>
                  <a:cubicBezTo>
                    <a:pt x="266" y="51"/>
                    <a:pt x="286" y="0"/>
                    <a:pt x="286" y="0"/>
                  </a:cubicBezTo>
                  <a:cubicBezTo>
                    <a:pt x="286" y="0"/>
                    <a:pt x="248" y="67"/>
                    <a:pt x="232" y="76"/>
                  </a:cubicBezTo>
                  <a:cubicBezTo>
                    <a:pt x="217" y="85"/>
                    <a:pt x="212" y="87"/>
                    <a:pt x="212" y="124"/>
                  </a:cubicBezTo>
                  <a:cubicBezTo>
                    <a:pt x="212" y="135"/>
                    <a:pt x="199" y="141"/>
                    <a:pt x="187" y="163"/>
                  </a:cubicBezTo>
                  <a:cubicBezTo>
                    <a:pt x="176" y="185"/>
                    <a:pt x="161" y="173"/>
                    <a:pt x="145" y="173"/>
                  </a:cubicBezTo>
                  <a:cubicBezTo>
                    <a:pt x="141" y="173"/>
                    <a:pt x="141" y="173"/>
                    <a:pt x="141" y="173"/>
                  </a:cubicBezTo>
                  <a:cubicBezTo>
                    <a:pt x="125" y="173"/>
                    <a:pt x="110" y="185"/>
                    <a:pt x="99" y="163"/>
                  </a:cubicBezTo>
                  <a:cubicBezTo>
                    <a:pt x="87" y="141"/>
                    <a:pt x="75" y="135"/>
                    <a:pt x="75" y="124"/>
                  </a:cubicBezTo>
                  <a:cubicBezTo>
                    <a:pt x="75" y="87"/>
                    <a:pt x="70" y="85"/>
                    <a:pt x="54" y="76"/>
                  </a:cubicBezTo>
                  <a:cubicBezTo>
                    <a:pt x="38" y="67"/>
                    <a:pt x="0" y="0"/>
                    <a:pt x="0" y="0"/>
                  </a:cubicBezTo>
                  <a:cubicBezTo>
                    <a:pt x="0" y="0"/>
                    <a:pt x="20" y="51"/>
                    <a:pt x="38" y="76"/>
                  </a:cubicBezTo>
                  <a:cubicBezTo>
                    <a:pt x="57" y="101"/>
                    <a:pt x="74" y="136"/>
                    <a:pt x="44" y="162"/>
                  </a:cubicBezTo>
                  <a:cubicBezTo>
                    <a:pt x="38" y="168"/>
                    <a:pt x="29" y="166"/>
                    <a:pt x="47" y="176"/>
                  </a:cubicBezTo>
                  <a:cubicBezTo>
                    <a:pt x="65" y="185"/>
                    <a:pt x="62" y="193"/>
                    <a:pt x="63" y="209"/>
                  </a:cubicBezTo>
                  <a:cubicBezTo>
                    <a:pt x="65" y="225"/>
                    <a:pt x="55" y="245"/>
                    <a:pt x="83" y="245"/>
                  </a:cubicBezTo>
                  <a:cubicBezTo>
                    <a:pt x="111" y="245"/>
                    <a:pt x="64" y="192"/>
                    <a:pt x="106" y="192"/>
                  </a:cubicBezTo>
                  <a:cubicBezTo>
                    <a:pt x="113" y="192"/>
                    <a:pt x="141" y="188"/>
                    <a:pt x="141" y="188"/>
                  </a:cubicBezTo>
                  <a:cubicBezTo>
                    <a:pt x="145" y="188"/>
                    <a:pt x="145" y="188"/>
                    <a:pt x="145" y="188"/>
                  </a:cubicBezTo>
                  <a:cubicBezTo>
                    <a:pt x="145" y="188"/>
                    <a:pt x="173" y="192"/>
                    <a:pt x="180" y="192"/>
                  </a:cubicBezTo>
                  <a:cubicBezTo>
                    <a:pt x="222" y="192"/>
                    <a:pt x="175" y="245"/>
                    <a:pt x="203" y="245"/>
                  </a:cubicBezTo>
                  <a:cubicBezTo>
                    <a:pt x="231" y="245"/>
                    <a:pt x="222" y="225"/>
                    <a:pt x="223" y="209"/>
                  </a:cubicBezTo>
                  <a:cubicBezTo>
                    <a:pt x="224" y="193"/>
                    <a:pt x="222" y="185"/>
                    <a:pt x="239" y="176"/>
                  </a:cubicBezTo>
                  <a:cubicBezTo>
                    <a:pt x="257" y="166"/>
                    <a:pt x="249" y="168"/>
                    <a:pt x="242" y="16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97" name="Freeform 259">
              <a:extLst>
                <a:ext uri="{FF2B5EF4-FFF2-40B4-BE49-F238E27FC236}">
                  <a16:creationId xmlns:a16="http://schemas.microsoft.com/office/drawing/2014/main" id="{A2D34DF3-2DBA-4C55-A892-52EC6FA23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010"/>
              <a:ext cx="16" cy="37"/>
            </a:xfrm>
            <a:custGeom>
              <a:avLst/>
              <a:gdLst>
                <a:gd name="T0" fmla="*/ 0 w 15"/>
                <a:gd name="T1" fmla="*/ 0 h 33"/>
                <a:gd name="T2" fmla="*/ 17 w 15"/>
                <a:gd name="T3" fmla="*/ 46 h 33"/>
                <a:gd name="T4" fmla="*/ 0 w 1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0" y="0"/>
                  </a:moveTo>
                  <a:cubicBezTo>
                    <a:pt x="0" y="0"/>
                    <a:pt x="15" y="4"/>
                    <a:pt x="14" y="33"/>
                  </a:cubicBezTo>
                  <a:cubicBezTo>
                    <a:pt x="14" y="33"/>
                    <a:pt x="13" y="8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98" name="Freeform 260">
              <a:extLst>
                <a:ext uri="{FF2B5EF4-FFF2-40B4-BE49-F238E27FC236}">
                  <a16:creationId xmlns:a16="http://schemas.microsoft.com/office/drawing/2014/main" id="{C2A0DC04-20D2-4EB4-B9EC-BF2E92C79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153"/>
              <a:ext cx="17" cy="40"/>
            </a:xfrm>
            <a:custGeom>
              <a:avLst/>
              <a:gdLst>
                <a:gd name="T0" fmla="*/ 3 w 17"/>
                <a:gd name="T1" fmla="*/ 0 h 36"/>
                <a:gd name="T2" fmla="*/ 3 w 17"/>
                <a:gd name="T3" fmla="*/ 1 h 36"/>
                <a:gd name="T4" fmla="*/ 17 w 17"/>
                <a:gd name="T5" fmla="*/ 46 h 36"/>
                <a:gd name="T6" fmla="*/ 3 w 1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6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5"/>
                    <a:pt x="0" y="36"/>
                    <a:pt x="17" y="33"/>
                  </a:cubicBezTo>
                  <a:cubicBezTo>
                    <a:pt x="17" y="33"/>
                    <a:pt x="2" y="31"/>
                    <a:pt x="3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99" name="Freeform 261">
              <a:extLst>
                <a:ext uri="{FF2B5EF4-FFF2-40B4-BE49-F238E27FC236}">
                  <a16:creationId xmlns:a16="http://schemas.microsoft.com/office/drawing/2014/main" id="{90F72F0F-9FF5-4FF7-9EF2-5540A14F5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126"/>
              <a:ext cx="36" cy="30"/>
            </a:xfrm>
            <a:custGeom>
              <a:avLst/>
              <a:gdLst>
                <a:gd name="T0" fmla="*/ 0 w 34"/>
                <a:gd name="T1" fmla="*/ 2 h 27"/>
                <a:gd name="T2" fmla="*/ 24 w 34"/>
                <a:gd name="T3" fmla="*/ 37 h 27"/>
                <a:gd name="T4" fmla="*/ 0 w 34"/>
                <a:gd name="T5" fmla="*/ 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7">
                  <a:moveTo>
                    <a:pt x="0" y="2"/>
                  </a:moveTo>
                  <a:cubicBezTo>
                    <a:pt x="0" y="2"/>
                    <a:pt x="27" y="1"/>
                    <a:pt x="21" y="27"/>
                  </a:cubicBezTo>
                  <a:cubicBezTo>
                    <a:pt x="21" y="27"/>
                    <a:pt x="34" y="0"/>
                    <a:pt x="0" y="2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00" name="Freeform 262">
              <a:extLst>
                <a:ext uri="{FF2B5EF4-FFF2-40B4-BE49-F238E27FC236}">
                  <a16:creationId xmlns:a16="http://schemas.microsoft.com/office/drawing/2014/main" id="{A38E8566-8EB9-47AE-B2AE-96AFA6A0B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059"/>
              <a:ext cx="23" cy="45"/>
            </a:xfrm>
            <a:custGeom>
              <a:avLst/>
              <a:gdLst>
                <a:gd name="T0" fmla="*/ 4 w 22"/>
                <a:gd name="T1" fmla="*/ 0 h 40"/>
                <a:gd name="T2" fmla="*/ 25 w 22"/>
                <a:gd name="T3" fmla="*/ 57 h 40"/>
                <a:gd name="T4" fmla="*/ 4 w 2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0">
                  <a:moveTo>
                    <a:pt x="4" y="0"/>
                  </a:moveTo>
                  <a:cubicBezTo>
                    <a:pt x="4" y="0"/>
                    <a:pt x="3" y="22"/>
                    <a:pt x="22" y="40"/>
                  </a:cubicBezTo>
                  <a:cubicBezTo>
                    <a:pt x="22" y="40"/>
                    <a:pt x="0" y="26"/>
                    <a:pt x="4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01" name="Freeform 263">
              <a:extLst>
                <a:ext uri="{FF2B5EF4-FFF2-40B4-BE49-F238E27FC236}">
                  <a16:creationId xmlns:a16="http://schemas.microsoft.com/office/drawing/2014/main" id="{BABD557C-E819-4838-9E84-C8044CA65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889"/>
              <a:ext cx="14" cy="213"/>
            </a:xfrm>
            <a:custGeom>
              <a:avLst/>
              <a:gdLst>
                <a:gd name="T0" fmla="*/ 5 w 13"/>
                <a:gd name="T1" fmla="*/ 2 h 191"/>
                <a:gd name="T2" fmla="*/ 5 w 13"/>
                <a:gd name="T3" fmla="*/ 265 h 191"/>
                <a:gd name="T4" fmla="*/ 6 w 13"/>
                <a:gd name="T5" fmla="*/ 2 h 191"/>
                <a:gd name="T6" fmla="*/ 5 w 13"/>
                <a:gd name="T7" fmla="*/ 0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1">
                  <a:moveTo>
                    <a:pt x="5" y="2"/>
                  </a:moveTo>
                  <a:cubicBezTo>
                    <a:pt x="5" y="2"/>
                    <a:pt x="0" y="147"/>
                    <a:pt x="5" y="191"/>
                  </a:cubicBezTo>
                  <a:cubicBezTo>
                    <a:pt x="5" y="191"/>
                    <a:pt x="13" y="73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02" name="Freeform 264">
              <a:extLst>
                <a:ext uri="{FF2B5EF4-FFF2-40B4-BE49-F238E27FC236}">
                  <a16:creationId xmlns:a16="http://schemas.microsoft.com/office/drawing/2014/main" id="{581ADD9C-1567-4781-968B-823F40D26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879"/>
              <a:ext cx="73" cy="102"/>
            </a:xfrm>
            <a:custGeom>
              <a:avLst/>
              <a:gdLst>
                <a:gd name="T0" fmla="*/ 78 w 70"/>
                <a:gd name="T1" fmla="*/ 128 h 91"/>
                <a:gd name="T2" fmla="*/ 72 w 70"/>
                <a:gd name="T3" fmla="*/ 13 h 91"/>
                <a:gd name="T4" fmla="*/ 0 w 70"/>
                <a:gd name="T5" fmla="*/ 15 h 91"/>
                <a:gd name="T6" fmla="*/ 63 w 70"/>
                <a:gd name="T7" fmla="*/ 33 h 91"/>
                <a:gd name="T8" fmla="*/ 78 w 70"/>
                <a:gd name="T9" fmla="*/ 128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91">
                  <a:moveTo>
                    <a:pt x="69" y="91"/>
                  </a:moveTo>
                  <a:cubicBezTo>
                    <a:pt x="69" y="91"/>
                    <a:pt x="70" y="20"/>
                    <a:pt x="63" y="10"/>
                  </a:cubicBezTo>
                  <a:cubicBezTo>
                    <a:pt x="56" y="1"/>
                    <a:pt x="13" y="3"/>
                    <a:pt x="0" y="11"/>
                  </a:cubicBezTo>
                  <a:cubicBezTo>
                    <a:pt x="0" y="11"/>
                    <a:pt x="46" y="0"/>
                    <a:pt x="56" y="23"/>
                  </a:cubicBezTo>
                  <a:cubicBezTo>
                    <a:pt x="66" y="46"/>
                    <a:pt x="70" y="82"/>
                    <a:pt x="69" y="91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03" name="Freeform 265">
              <a:extLst>
                <a:ext uri="{FF2B5EF4-FFF2-40B4-BE49-F238E27FC236}">
                  <a16:creationId xmlns:a16="http://schemas.microsoft.com/office/drawing/2014/main" id="{C61C2081-F561-44E5-A906-574D98D5F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871"/>
              <a:ext cx="43" cy="49"/>
            </a:xfrm>
            <a:custGeom>
              <a:avLst/>
              <a:gdLst>
                <a:gd name="T0" fmla="*/ 47 w 41"/>
                <a:gd name="T1" fmla="*/ 13 h 44"/>
                <a:gd name="T2" fmla="*/ 1 w 41"/>
                <a:gd name="T3" fmla="*/ 61 h 44"/>
                <a:gd name="T4" fmla="*/ 47 w 41"/>
                <a:gd name="T5" fmla="*/ 1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4">
                  <a:moveTo>
                    <a:pt x="41" y="10"/>
                  </a:moveTo>
                  <a:cubicBezTo>
                    <a:pt x="41" y="10"/>
                    <a:pt x="0" y="0"/>
                    <a:pt x="1" y="44"/>
                  </a:cubicBezTo>
                  <a:cubicBezTo>
                    <a:pt x="1" y="44"/>
                    <a:pt x="9" y="9"/>
                    <a:pt x="41" y="1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04" name="Freeform 266">
              <a:extLst>
                <a:ext uri="{FF2B5EF4-FFF2-40B4-BE49-F238E27FC236}">
                  <a16:creationId xmlns:a16="http://schemas.microsoft.com/office/drawing/2014/main" id="{33AA63BD-D96B-486B-92A7-39F78DB5B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199"/>
              <a:ext cx="77" cy="97"/>
            </a:xfrm>
            <a:custGeom>
              <a:avLst/>
              <a:gdLst>
                <a:gd name="T0" fmla="*/ 22 w 73"/>
                <a:gd name="T1" fmla="*/ 0 h 87"/>
                <a:gd name="T2" fmla="*/ 85 w 73"/>
                <a:gd name="T3" fmla="*/ 83 h 87"/>
                <a:gd name="T4" fmla="*/ 22 w 73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7">
                  <a:moveTo>
                    <a:pt x="19" y="0"/>
                  </a:moveTo>
                  <a:cubicBezTo>
                    <a:pt x="19" y="0"/>
                    <a:pt x="0" y="87"/>
                    <a:pt x="73" y="59"/>
                  </a:cubicBezTo>
                  <a:cubicBezTo>
                    <a:pt x="73" y="59"/>
                    <a:pt x="13" y="70"/>
                    <a:pt x="19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05" name="Freeform 267">
              <a:extLst>
                <a:ext uri="{FF2B5EF4-FFF2-40B4-BE49-F238E27FC236}">
                  <a16:creationId xmlns:a16="http://schemas.microsoft.com/office/drawing/2014/main" id="{AE6F2C19-8D6C-4138-A5BA-8EC46BCF8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166"/>
              <a:ext cx="36" cy="44"/>
            </a:xfrm>
            <a:custGeom>
              <a:avLst/>
              <a:gdLst>
                <a:gd name="T0" fmla="*/ 18 w 34"/>
                <a:gd name="T1" fmla="*/ 0 h 39"/>
                <a:gd name="T2" fmla="*/ 0 w 34"/>
                <a:gd name="T3" fmla="*/ 41 h 39"/>
                <a:gd name="T4" fmla="*/ 18 w 3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9">
                  <a:moveTo>
                    <a:pt x="15" y="0"/>
                  </a:moveTo>
                  <a:cubicBezTo>
                    <a:pt x="15" y="0"/>
                    <a:pt x="26" y="30"/>
                    <a:pt x="0" y="28"/>
                  </a:cubicBezTo>
                  <a:cubicBezTo>
                    <a:pt x="0" y="28"/>
                    <a:pt x="34" y="39"/>
                    <a:pt x="15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06" name="Freeform 268">
              <a:extLst>
                <a:ext uri="{FF2B5EF4-FFF2-40B4-BE49-F238E27FC236}">
                  <a16:creationId xmlns:a16="http://schemas.microsoft.com/office/drawing/2014/main" id="{6E136148-B0EF-41D1-9177-C74210C9E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902"/>
              <a:ext cx="46" cy="186"/>
            </a:xfrm>
            <a:custGeom>
              <a:avLst/>
              <a:gdLst>
                <a:gd name="T0" fmla="*/ 50 w 44"/>
                <a:gd name="T1" fmla="*/ 233 h 166"/>
                <a:gd name="T2" fmla="*/ 30 w 44"/>
                <a:gd name="T3" fmla="*/ 170 h 166"/>
                <a:gd name="T4" fmla="*/ 27 w 44"/>
                <a:gd name="T5" fmla="*/ 84 h 166"/>
                <a:gd name="T6" fmla="*/ 14 w 44"/>
                <a:gd name="T7" fmla="*/ 32 h 166"/>
                <a:gd name="T8" fmla="*/ 0 w 44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66">
                  <a:moveTo>
                    <a:pt x="44" y="166"/>
                  </a:moveTo>
                  <a:cubicBezTo>
                    <a:pt x="35" y="153"/>
                    <a:pt x="29" y="137"/>
                    <a:pt x="27" y="121"/>
                  </a:cubicBezTo>
                  <a:cubicBezTo>
                    <a:pt x="23" y="101"/>
                    <a:pt x="26" y="80"/>
                    <a:pt x="24" y="60"/>
                  </a:cubicBezTo>
                  <a:cubicBezTo>
                    <a:pt x="23" y="47"/>
                    <a:pt x="17" y="35"/>
                    <a:pt x="11" y="23"/>
                  </a:cubicBezTo>
                  <a:cubicBezTo>
                    <a:pt x="8" y="16"/>
                    <a:pt x="2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07" name="Freeform 269">
              <a:extLst>
                <a:ext uri="{FF2B5EF4-FFF2-40B4-BE49-F238E27FC236}">
                  <a16:creationId xmlns:a16="http://schemas.microsoft.com/office/drawing/2014/main" id="{6545A7AA-1871-494B-A104-24BA04488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896"/>
              <a:ext cx="56" cy="112"/>
            </a:xfrm>
            <a:custGeom>
              <a:avLst/>
              <a:gdLst>
                <a:gd name="T0" fmla="*/ 60 w 54"/>
                <a:gd name="T1" fmla="*/ 138 h 101"/>
                <a:gd name="T2" fmla="*/ 57 w 54"/>
                <a:gd name="T3" fmla="*/ 124 h 101"/>
                <a:gd name="T4" fmla="*/ 49 w 54"/>
                <a:gd name="T5" fmla="*/ 98 h 101"/>
                <a:gd name="T6" fmla="*/ 24 w 54"/>
                <a:gd name="T7" fmla="*/ 50 h 101"/>
                <a:gd name="T8" fmla="*/ 0 w 54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01">
                  <a:moveTo>
                    <a:pt x="54" y="101"/>
                  </a:moveTo>
                  <a:cubicBezTo>
                    <a:pt x="52" y="98"/>
                    <a:pt x="52" y="95"/>
                    <a:pt x="51" y="91"/>
                  </a:cubicBezTo>
                  <a:cubicBezTo>
                    <a:pt x="49" y="84"/>
                    <a:pt x="46" y="77"/>
                    <a:pt x="43" y="71"/>
                  </a:cubicBezTo>
                  <a:cubicBezTo>
                    <a:pt x="37" y="59"/>
                    <a:pt x="29" y="48"/>
                    <a:pt x="21" y="37"/>
                  </a:cubicBezTo>
                  <a:cubicBezTo>
                    <a:pt x="15" y="29"/>
                    <a:pt x="0" y="1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08" name="Freeform 270">
              <a:extLst>
                <a:ext uri="{FF2B5EF4-FFF2-40B4-BE49-F238E27FC236}">
                  <a16:creationId xmlns:a16="http://schemas.microsoft.com/office/drawing/2014/main" id="{33D11A8B-73CD-420E-AC50-12DA10D6E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1929"/>
              <a:ext cx="93" cy="133"/>
            </a:xfrm>
            <a:custGeom>
              <a:avLst/>
              <a:gdLst>
                <a:gd name="T0" fmla="*/ 0 w 89"/>
                <a:gd name="T1" fmla="*/ 0 h 119"/>
                <a:gd name="T2" fmla="*/ 40 w 89"/>
                <a:gd name="T3" fmla="*/ 53 h 119"/>
                <a:gd name="T4" fmla="*/ 71 w 89"/>
                <a:gd name="T5" fmla="*/ 89 h 119"/>
                <a:gd name="T6" fmla="*/ 101 w 89"/>
                <a:gd name="T7" fmla="*/ 167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119">
                  <a:moveTo>
                    <a:pt x="0" y="0"/>
                  </a:moveTo>
                  <a:cubicBezTo>
                    <a:pt x="11" y="14"/>
                    <a:pt x="21" y="26"/>
                    <a:pt x="34" y="38"/>
                  </a:cubicBezTo>
                  <a:cubicBezTo>
                    <a:pt x="44" y="46"/>
                    <a:pt x="54" y="54"/>
                    <a:pt x="62" y="64"/>
                  </a:cubicBezTo>
                  <a:cubicBezTo>
                    <a:pt x="75" y="79"/>
                    <a:pt x="74" y="107"/>
                    <a:pt x="89" y="119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09" name="Freeform 271">
              <a:extLst>
                <a:ext uri="{FF2B5EF4-FFF2-40B4-BE49-F238E27FC236}">
                  <a16:creationId xmlns:a16="http://schemas.microsoft.com/office/drawing/2014/main" id="{2041C9F7-6323-43D7-9910-A2146EDF8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004"/>
              <a:ext cx="42" cy="94"/>
            </a:xfrm>
            <a:custGeom>
              <a:avLst/>
              <a:gdLst>
                <a:gd name="T0" fmla="*/ 0 w 40"/>
                <a:gd name="T1" fmla="*/ 0 h 84"/>
                <a:gd name="T2" fmla="*/ 5 w 40"/>
                <a:gd name="T3" fmla="*/ 30 h 84"/>
                <a:gd name="T4" fmla="*/ 13 w 40"/>
                <a:gd name="T5" fmla="*/ 64 h 84"/>
                <a:gd name="T6" fmla="*/ 46 w 40"/>
                <a:gd name="T7" fmla="*/ 118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0" y="0"/>
                  </a:moveTo>
                  <a:cubicBezTo>
                    <a:pt x="4" y="5"/>
                    <a:pt x="4" y="14"/>
                    <a:pt x="5" y="21"/>
                  </a:cubicBezTo>
                  <a:cubicBezTo>
                    <a:pt x="7" y="29"/>
                    <a:pt x="8" y="38"/>
                    <a:pt x="10" y="46"/>
                  </a:cubicBezTo>
                  <a:cubicBezTo>
                    <a:pt x="15" y="63"/>
                    <a:pt x="30" y="73"/>
                    <a:pt x="40" y="84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10" name="Freeform 272">
              <a:extLst>
                <a:ext uri="{FF2B5EF4-FFF2-40B4-BE49-F238E27FC236}">
                  <a16:creationId xmlns:a16="http://schemas.microsoft.com/office/drawing/2014/main" id="{6F4D99C7-BB66-47F5-9CF0-175F467E9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892"/>
              <a:ext cx="45" cy="177"/>
            </a:xfrm>
            <a:custGeom>
              <a:avLst/>
              <a:gdLst>
                <a:gd name="T0" fmla="*/ 49 w 43"/>
                <a:gd name="T1" fmla="*/ 0 h 158"/>
                <a:gd name="T2" fmla="*/ 19 w 43"/>
                <a:gd name="T3" fmla="*/ 114 h 158"/>
                <a:gd name="T4" fmla="*/ 10 w 43"/>
                <a:gd name="T5" fmla="*/ 178 h 158"/>
                <a:gd name="T6" fmla="*/ 4 w 43"/>
                <a:gd name="T7" fmla="*/ 203 h 158"/>
                <a:gd name="T8" fmla="*/ 0 w 43"/>
                <a:gd name="T9" fmla="*/ 222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58">
                  <a:moveTo>
                    <a:pt x="43" y="0"/>
                  </a:moveTo>
                  <a:cubicBezTo>
                    <a:pt x="42" y="30"/>
                    <a:pt x="23" y="53"/>
                    <a:pt x="16" y="81"/>
                  </a:cubicBezTo>
                  <a:cubicBezTo>
                    <a:pt x="13" y="96"/>
                    <a:pt x="13" y="112"/>
                    <a:pt x="10" y="127"/>
                  </a:cubicBezTo>
                  <a:cubicBezTo>
                    <a:pt x="9" y="133"/>
                    <a:pt x="6" y="139"/>
                    <a:pt x="4" y="145"/>
                  </a:cubicBezTo>
                  <a:cubicBezTo>
                    <a:pt x="3" y="148"/>
                    <a:pt x="2" y="156"/>
                    <a:pt x="0" y="158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11" name="Freeform 273">
              <a:extLst>
                <a:ext uri="{FF2B5EF4-FFF2-40B4-BE49-F238E27FC236}">
                  <a16:creationId xmlns:a16="http://schemas.microsoft.com/office/drawing/2014/main" id="{354033EB-79A6-4933-9944-21A6E3B76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901"/>
              <a:ext cx="5" cy="75"/>
            </a:xfrm>
            <a:custGeom>
              <a:avLst/>
              <a:gdLst>
                <a:gd name="T0" fmla="*/ 1 w 5"/>
                <a:gd name="T1" fmla="*/ 94 h 67"/>
                <a:gd name="T2" fmla="*/ 2 w 5"/>
                <a:gd name="T3" fmla="*/ 46 h 67"/>
                <a:gd name="T4" fmla="*/ 1 w 5"/>
                <a:gd name="T5" fmla="*/ 20 h 67"/>
                <a:gd name="T6" fmla="*/ 5 w 5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7">
                  <a:moveTo>
                    <a:pt x="1" y="67"/>
                  </a:moveTo>
                  <a:cubicBezTo>
                    <a:pt x="3" y="55"/>
                    <a:pt x="4" y="46"/>
                    <a:pt x="2" y="33"/>
                  </a:cubicBezTo>
                  <a:cubicBezTo>
                    <a:pt x="2" y="27"/>
                    <a:pt x="0" y="20"/>
                    <a:pt x="1" y="14"/>
                  </a:cubicBezTo>
                  <a:cubicBezTo>
                    <a:pt x="1" y="9"/>
                    <a:pt x="4" y="5"/>
                    <a:pt x="5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12" name="Freeform 274">
              <a:extLst>
                <a:ext uri="{FF2B5EF4-FFF2-40B4-BE49-F238E27FC236}">
                  <a16:creationId xmlns:a16="http://schemas.microsoft.com/office/drawing/2014/main" id="{9512C5E2-3619-444F-B5C1-47FD814EA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925"/>
              <a:ext cx="95" cy="177"/>
            </a:xfrm>
            <a:custGeom>
              <a:avLst/>
              <a:gdLst>
                <a:gd name="T0" fmla="*/ 103 w 91"/>
                <a:gd name="T1" fmla="*/ 0 h 159"/>
                <a:gd name="T2" fmla="*/ 63 w 91"/>
                <a:gd name="T3" fmla="*/ 56 h 159"/>
                <a:gd name="T4" fmla="*/ 35 w 91"/>
                <a:gd name="T5" fmla="*/ 121 h 159"/>
                <a:gd name="T6" fmla="*/ 8 w 91"/>
                <a:gd name="T7" fmla="*/ 170 h 159"/>
                <a:gd name="T8" fmla="*/ 0 w 91"/>
                <a:gd name="T9" fmla="*/ 219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59">
                  <a:moveTo>
                    <a:pt x="91" y="0"/>
                  </a:moveTo>
                  <a:cubicBezTo>
                    <a:pt x="72" y="6"/>
                    <a:pt x="62" y="22"/>
                    <a:pt x="55" y="40"/>
                  </a:cubicBezTo>
                  <a:cubicBezTo>
                    <a:pt x="47" y="56"/>
                    <a:pt x="44" y="75"/>
                    <a:pt x="32" y="88"/>
                  </a:cubicBezTo>
                  <a:cubicBezTo>
                    <a:pt x="22" y="99"/>
                    <a:pt x="13" y="109"/>
                    <a:pt x="8" y="123"/>
                  </a:cubicBezTo>
                  <a:cubicBezTo>
                    <a:pt x="5" y="135"/>
                    <a:pt x="2" y="147"/>
                    <a:pt x="0" y="159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13" name="Freeform 275">
              <a:extLst>
                <a:ext uri="{FF2B5EF4-FFF2-40B4-BE49-F238E27FC236}">
                  <a16:creationId xmlns:a16="http://schemas.microsoft.com/office/drawing/2014/main" id="{82FC98A7-068E-4CB4-98E6-05D755406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929"/>
              <a:ext cx="5" cy="73"/>
            </a:xfrm>
            <a:custGeom>
              <a:avLst/>
              <a:gdLst>
                <a:gd name="T0" fmla="*/ 1 w 5"/>
                <a:gd name="T1" fmla="*/ 92 h 65"/>
                <a:gd name="T2" fmla="*/ 3 w 5"/>
                <a:gd name="T3" fmla="*/ 73 h 65"/>
                <a:gd name="T4" fmla="*/ 1 w 5"/>
                <a:gd name="T5" fmla="*/ 51 h 65"/>
                <a:gd name="T6" fmla="*/ 5 w 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5">
                  <a:moveTo>
                    <a:pt x="1" y="65"/>
                  </a:moveTo>
                  <a:cubicBezTo>
                    <a:pt x="1" y="61"/>
                    <a:pt x="3" y="56"/>
                    <a:pt x="3" y="52"/>
                  </a:cubicBezTo>
                  <a:cubicBezTo>
                    <a:pt x="3" y="47"/>
                    <a:pt x="1" y="42"/>
                    <a:pt x="1" y="36"/>
                  </a:cubicBezTo>
                  <a:cubicBezTo>
                    <a:pt x="0" y="23"/>
                    <a:pt x="1" y="1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14" name="Freeform 276">
              <a:extLst>
                <a:ext uri="{FF2B5EF4-FFF2-40B4-BE49-F238E27FC236}">
                  <a16:creationId xmlns:a16="http://schemas.microsoft.com/office/drawing/2014/main" id="{5971C2EE-7C30-48AE-9FE8-673EFC0DD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149"/>
              <a:ext cx="42" cy="75"/>
            </a:xfrm>
            <a:custGeom>
              <a:avLst/>
              <a:gdLst>
                <a:gd name="T0" fmla="*/ 44 w 40"/>
                <a:gd name="T1" fmla="*/ 94 h 67"/>
                <a:gd name="T2" fmla="*/ 20 w 40"/>
                <a:gd name="T3" fmla="*/ 36 h 67"/>
                <a:gd name="T4" fmla="*/ 0 w 40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7">
                  <a:moveTo>
                    <a:pt x="38" y="67"/>
                  </a:moveTo>
                  <a:cubicBezTo>
                    <a:pt x="40" y="52"/>
                    <a:pt x="26" y="37"/>
                    <a:pt x="17" y="26"/>
                  </a:cubicBezTo>
                  <a:cubicBezTo>
                    <a:pt x="10" y="18"/>
                    <a:pt x="5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15" name="Freeform 277">
              <a:extLst>
                <a:ext uri="{FF2B5EF4-FFF2-40B4-BE49-F238E27FC236}">
                  <a16:creationId xmlns:a16="http://schemas.microsoft.com/office/drawing/2014/main" id="{266EABCE-A88C-4224-9F44-75EDED8E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163"/>
              <a:ext cx="27" cy="18"/>
            </a:xfrm>
            <a:custGeom>
              <a:avLst/>
              <a:gdLst>
                <a:gd name="T0" fmla="*/ 0 w 25"/>
                <a:gd name="T1" fmla="*/ 0 h 16"/>
                <a:gd name="T2" fmla="*/ 31 w 25"/>
                <a:gd name="T3" fmla="*/ 2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6">
                  <a:moveTo>
                    <a:pt x="0" y="0"/>
                  </a:moveTo>
                  <a:cubicBezTo>
                    <a:pt x="7" y="10"/>
                    <a:pt x="18" y="8"/>
                    <a:pt x="25" y="16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16" name="Freeform 278">
              <a:extLst>
                <a:ext uri="{FF2B5EF4-FFF2-40B4-BE49-F238E27FC236}">
                  <a16:creationId xmlns:a16="http://schemas.microsoft.com/office/drawing/2014/main" id="{C60523DB-0338-43E8-8C39-D0E191CB6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145"/>
              <a:ext cx="23" cy="11"/>
            </a:xfrm>
            <a:custGeom>
              <a:avLst/>
              <a:gdLst>
                <a:gd name="T0" fmla="*/ 25 w 22"/>
                <a:gd name="T1" fmla="*/ 1 h 10"/>
                <a:gd name="T2" fmla="*/ 9 w 22"/>
                <a:gd name="T3" fmla="*/ 3 h 10"/>
                <a:gd name="T4" fmla="*/ 0 w 22"/>
                <a:gd name="T5" fmla="*/ 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">
                  <a:moveTo>
                    <a:pt x="22" y="1"/>
                  </a:moveTo>
                  <a:cubicBezTo>
                    <a:pt x="17" y="1"/>
                    <a:pt x="13" y="0"/>
                    <a:pt x="9" y="3"/>
                  </a:cubicBezTo>
                  <a:cubicBezTo>
                    <a:pt x="5" y="5"/>
                    <a:pt x="3" y="9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17" name="Freeform 279">
              <a:extLst>
                <a:ext uri="{FF2B5EF4-FFF2-40B4-BE49-F238E27FC236}">
                  <a16:creationId xmlns:a16="http://schemas.microsoft.com/office/drawing/2014/main" id="{4AD264AF-C600-4C91-80A4-184658F80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146"/>
              <a:ext cx="16" cy="72"/>
            </a:xfrm>
            <a:custGeom>
              <a:avLst/>
              <a:gdLst>
                <a:gd name="T0" fmla="*/ 16 w 16"/>
                <a:gd name="T1" fmla="*/ 0 h 64"/>
                <a:gd name="T2" fmla="*/ 0 w 16"/>
                <a:gd name="T3" fmla="*/ 91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4">
                  <a:moveTo>
                    <a:pt x="16" y="0"/>
                  </a:moveTo>
                  <a:cubicBezTo>
                    <a:pt x="3" y="19"/>
                    <a:pt x="12" y="45"/>
                    <a:pt x="0" y="64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18" name="Freeform 280">
              <a:extLst>
                <a:ext uri="{FF2B5EF4-FFF2-40B4-BE49-F238E27FC236}">
                  <a16:creationId xmlns:a16="http://schemas.microsoft.com/office/drawing/2014/main" id="{FCB3F31C-EA4E-45A2-A1D0-4DB80CED9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200"/>
              <a:ext cx="21" cy="64"/>
            </a:xfrm>
            <a:custGeom>
              <a:avLst/>
              <a:gdLst>
                <a:gd name="T0" fmla="*/ 6 w 20"/>
                <a:gd name="T1" fmla="*/ 0 h 57"/>
                <a:gd name="T2" fmla="*/ 18 w 20"/>
                <a:gd name="T3" fmla="*/ 45 h 57"/>
                <a:gd name="T4" fmla="*/ 23 w 20"/>
                <a:gd name="T5" fmla="*/ 81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7">
                  <a:moveTo>
                    <a:pt x="6" y="0"/>
                  </a:moveTo>
                  <a:cubicBezTo>
                    <a:pt x="0" y="11"/>
                    <a:pt x="10" y="22"/>
                    <a:pt x="15" y="32"/>
                  </a:cubicBezTo>
                  <a:cubicBezTo>
                    <a:pt x="19" y="39"/>
                    <a:pt x="20" y="48"/>
                    <a:pt x="20" y="57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19" name="Freeform 281">
              <a:extLst>
                <a:ext uri="{FF2B5EF4-FFF2-40B4-BE49-F238E27FC236}">
                  <a16:creationId xmlns:a16="http://schemas.microsoft.com/office/drawing/2014/main" id="{70438675-0CA6-461F-AE3F-46E5DC1A0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211"/>
              <a:ext cx="5" cy="47"/>
            </a:xfrm>
            <a:custGeom>
              <a:avLst/>
              <a:gdLst>
                <a:gd name="T0" fmla="*/ 0 w 4"/>
                <a:gd name="T1" fmla="*/ 0 h 42"/>
                <a:gd name="T2" fmla="*/ 0 w 4"/>
                <a:gd name="T3" fmla="*/ 5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0"/>
                  </a:moveTo>
                  <a:cubicBezTo>
                    <a:pt x="4" y="14"/>
                    <a:pt x="4" y="28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20" name="Freeform 282">
              <a:extLst>
                <a:ext uri="{FF2B5EF4-FFF2-40B4-BE49-F238E27FC236}">
                  <a16:creationId xmlns:a16="http://schemas.microsoft.com/office/drawing/2014/main" id="{340253A0-FD07-48B2-AAA4-610431E8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204"/>
              <a:ext cx="39" cy="62"/>
            </a:xfrm>
            <a:custGeom>
              <a:avLst/>
              <a:gdLst>
                <a:gd name="T0" fmla="*/ 0 w 37"/>
                <a:gd name="T1" fmla="*/ 0 h 55"/>
                <a:gd name="T2" fmla="*/ 23 w 37"/>
                <a:gd name="T3" fmla="*/ 46 h 55"/>
                <a:gd name="T4" fmla="*/ 43 w 37"/>
                <a:gd name="T5" fmla="*/ 79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5">
                  <a:moveTo>
                    <a:pt x="0" y="0"/>
                  </a:moveTo>
                  <a:cubicBezTo>
                    <a:pt x="3" y="13"/>
                    <a:pt x="10" y="23"/>
                    <a:pt x="20" y="32"/>
                  </a:cubicBezTo>
                  <a:cubicBezTo>
                    <a:pt x="28" y="39"/>
                    <a:pt x="32" y="47"/>
                    <a:pt x="37" y="55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21" name="Freeform 283">
              <a:extLst>
                <a:ext uri="{FF2B5EF4-FFF2-40B4-BE49-F238E27FC236}">
                  <a16:creationId xmlns:a16="http://schemas.microsoft.com/office/drawing/2014/main" id="{AB444C5A-1C46-482A-8040-0ED228809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223"/>
              <a:ext cx="7" cy="46"/>
            </a:xfrm>
            <a:custGeom>
              <a:avLst/>
              <a:gdLst>
                <a:gd name="T0" fmla="*/ 0 w 7"/>
                <a:gd name="T1" fmla="*/ 0 h 41"/>
                <a:gd name="T2" fmla="*/ 6 w 7"/>
                <a:gd name="T3" fmla="*/ 28 h 41"/>
                <a:gd name="T4" fmla="*/ 6 w 7"/>
                <a:gd name="T5" fmla="*/ 5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1">
                  <a:moveTo>
                    <a:pt x="0" y="0"/>
                  </a:moveTo>
                  <a:cubicBezTo>
                    <a:pt x="2" y="7"/>
                    <a:pt x="6" y="13"/>
                    <a:pt x="6" y="20"/>
                  </a:cubicBezTo>
                  <a:cubicBezTo>
                    <a:pt x="7" y="27"/>
                    <a:pt x="5" y="34"/>
                    <a:pt x="6" y="41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22" name="Freeform 284">
              <a:extLst>
                <a:ext uri="{FF2B5EF4-FFF2-40B4-BE49-F238E27FC236}">
                  <a16:creationId xmlns:a16="http://schemas.microsoft.com/office/drawing/2014/main" id="{0AAC3CC8-6EE5-4FE6-B9ED-190635BC8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050"/>
              <a:ext cx="125" cy="71"/>
            </a:xfrm>
            <a:custGeom>
              <a:avLst/>
              <a:gdLst>
                <a:gd name="T0" fmla="*/ 0 w 120"/>
                <a:gd name="T1" fmla="*/ 70 h 64"/>
                <a:gd name="T2" fmla="*/ 69 w 120"/>
                <a:gd name="T3" fmla="*/ 37 h 64"/>
                <a:gd name="T4" fmla="*/ 115 w 120"/>
                <a:gd name="T5" fmla="*/ 11 h 64"/>
                <a:gd name="T6" fmla="*/ 135 w 120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64">
                  <a:moveTo>
                    <a:pt x="0" y="51"/>
                  </a:moveTo>
                  <a:cubicBezTo>
                    <a:pt x="16" y="64"/>
                    <a:pt x="49" y="35"/>
                    <a:pt x="60" y="27"/>
                  </a:cubicBezTo>
                  <a:cubicBezTo>
                    <a:pt x="72" y="17"/>
                    <a:pt x="87" y="11"/>
                    <a:pt x="102" y="8"/>
                  </a:cubicBezTo>
                  <a:cubicBezTo>
                    <a:pt x="108" y="6"/>
                    <a:pt x="118" y="6"/>
                    <a:pt x="120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23" name="Freeform 285">
              <a:extLst>
                <a:ext uri="{FF2B5EF4-FFF2-40B4-BE49-F238E27FC236}">
                  <a16:creationId xmlns:a16="http://schemas.microsoft.com/office/drawing/2014/main" id="{04AC7C44-543A-4A9E-87AE-9C0EBADF1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986"/>
              <a:ext cx="52" cy="99"/>
            </a:xfrm>
            <a:custGeom>
              <a:avLst/>
              <a:gdLst>
                <a:gd name="T0" fmla="*/ 0 w 49"/>
                <a:gd name="T1" fmla="*/ 125 h 88"/>
                <a:gd name="T2" fmla="*/ 23 w 49"/>
                <a:gd name="T3" fmla="*/ 68 h 88"/>
                <a:gd name="T4" fmla="*/ 58 w 49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88">
                  <a:moveTo>
                    <a:pt x="0" y="88"/>
                  </a:moveTo>
                  <a:cubicBezTo>
                    <a:pt x="12" y="80"/>
                    <a:pt x="15" y="60"/>
                    <a:pt x="20" y="47"/>
                  </a:cubicBezTo>
                  <a:cubicBezTo>
                    <a:pt x="25" y="32"/>
                    <a:pt x="34" y="8"/>
                    <a:pt x="49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24" name="Freeform 286">
              <a:extLst>
                <a:ext uri="{FF2B5EF4-FFF2-40B4-BE49-F238E27FC236}">
                  <a16:creationId xmlns:a16="http://schemas.microsoft.com/office/drawing/2014/main" id="{F55060C7-5BF3-4876-A8FA-4072BC30D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081"/>
              <a:ext cx="105" cy="28"/>
            </a:xfrm>
            <a:custGeom>
              <a:avLst/>
              <a:gdLst>
                <a:gd name="T0" fmla="*/ 116 w 100"/>
                <a:gd name="T1" fmla="*/ 31 h 25"/>
                <a:gd name="T2" fmla="*/ 98 w 100"/>
                <a:gd name="T3" fmla="*/ 34 h 25"/>
                <a:gd name="T4" fmla="*/ 67 w 100"/>
                <a:gd name="T5" fmla="*/ 31 h 25"/>
                <a:gd name="T6" fmla="*/ 28 w 100"/>
                <a:gd name="T7" fmla="*/ 11 h 25"/>
                <a:gd name="T8" fmla="*/ 0 w 10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25">
                  <a:moveTo>
                    <a:pt x="100" y="22"/>
                  </a:moveTo>
                  <a:cubicBezTo>
                    <a:pt x="96" y="25"/>
                    <a:pt x="90" y="24"/>
                    <a:pt x="85" y="24"/>
                  </a:cubicBezTo>
                  <a:cubicBezTo>
                    <a:pt x="76" y="25"/>
                    <a:pt x="67" y="25"/>
                    <a:pt x="58" y="22"/>
                  </a:cubicBezTo>
                  <a:cubicBezTo>
                    <a:pt x="47" y="18"/>
                    <a:pt x="36" y="13"/>
                    <a:pt x="25" y="8"/>
                  </a:cubicBezTo>
                  <a:cubicBezTo>
                    <a:pt x="17" y="4"/>
                    <a:pt x="8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25" name="Freeform 287">
              <a:extLst>
                <a:ext uri="{FF2B5EF4-FFF2-40B4-BE49-F238E27FC236}">
                  <a16:creationId xmlns:a16="http://schemas.microsoft.com/office/drawing/2014/main" id="{F8552873-2471-41C7-A98B-B3D2C3E4E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108"/>
              <a:ext cx="74" cy="11"/>
            </a:xfrm>
            <a:custGeom>
              <a:avLst/>
              <a:gdLst>
                <a:gd name="T0" fmla="*/ 82 w 70"/>
                <a:gd name="T1" fmla="*/ 0 h 10"/>
                <a:gd name="T2" fmla="*/ 41 w 70"/>
                <a:gd name="T3" fmla="*/ 10 h 10"/>
                <a:gd name="T4" fmla="*/ 0 w 70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0">
                  <a:moveTo>
                    <a:pt x="70" y="0"/>
                  </a:moveTo>
                  <a:cubicBezTo>
                    <a:pt x="58" y="0"/>
                    <a:pt x="47" y="5"/>
                    <a:pt x="35" y="7"/>
                  </a:cubicBezTo>
                  <a:cubicBezTo>
                    <a:pt x="23" y="10"/>
                    <a:pt x="11" y="10"/>
                    <a:pt x="0" y="9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26" name="Freeform 288">
              <a:extLst>
                <a:ext uri="{FF2B5EF4-FFF2-40B4-BE49-F238E27FC236}">
                  <a16:creationId xmlns:a16="http://schemas.microsoft.com/office/drawing/2014/main" id="{93007378-4242-4A9C-87E2-6A634ADF0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960"/>
              <a:ext cx="101" cy="113"/>
            </a:xfrm>
            <a:custGeom>
              <a:avLst/>
              <a:gdLst>
                <a:gd name="T0" fmla="*/ 112 w 96"/>
                <a:gd name="T1" fmla="*/ 141 h 101"/>
                <a:gd name="T2" fmla="*/ 92 w 96"/>
                <a:gd name="T3" fmla="*/ 105 h 101"/>
                <a:gd name="T4" fmla="*/ 54 w 96"/>
                <a:gd name="T5" fmla="*/ 72 h 101"/>
                <a:gd name="T6" fmla="*/ 0 w 96"/>
                <a:gd name="T7" fmla="*/ 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101">
                  <a:moveTo>
                    <a:pt x="96" y="101"/>
                  </a:moveTo>
                  <a:cubicBezTo>
                    <a:pt x="90" y="92"/>
                    <a:pt x="85" y="83"/>
                    <a:pt x="79" y="75"/>
                  </a:cubicBezTo>
                  <a:cubicBezTo>
                    <a:pt x="70" y="63"/>
                    <a:pt x="57" y="59"/>
                    <a:pt x="46" y="51"/>
                  </a:cubicBezTo>
                  <a:cubicBezTo>
                    <a:pt x="27" y="37"/>
                    <a:pt x="8" y="2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27" name="Freeform 289">
              <a:extLst>
                <a:ext uri="{FF2B5EF4-FFF2-40B4-BE49-F238E27FC236}">
                  <a16:creationId xmlns:a16="http://schemas.microsoft.com/office/drawing/2014/main" id="{F2974275-0FC4-4DCE-AB60-CBA143775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984"/>
              <a:ext cx="47" cy="23"/>
            </a:xfrm>
            <a:custGeom>
              <a:avLst/>
              <a:gdLst>
                <a:gd name="T0" fmla="*/ 0 w 45"/>
                <a:gd name="T1" fmla="*/ 0 h 21"/>
                <a:gd name="T2" fmla="*/ 38 w 45"/>
                <a:gd name="T3" fmla="*/ 22 h 21"/>
                <a:gd name="T4" fmla="*/ 51 w 45"/>
                <a:gd name="T5" fmla="*/ 2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1">
                  <a:moveTo>
                    <a:pt x="0" y="0"/>
                  </a:moveTo>
                  <a:cubicBezTo>
                    <a:pt x="11" y="4"/>
                    <a:pt x="21" y="12"/>
                    <a:pt x="33" y="16"/>
                  </a:cubicBezTo>
                  <a:cubicBezTo>
                    <a:pt x="37" y="17"/>
                    <a:pt x="42" y="18"/>
                    <a:pt x="45" y="21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28" name="Freeform 290">
              <a:extLst>
                <a:ext uri="{FF2B5EF4-FFF2-40B4-BE49-F238E27FC236}">
                  <a16:creationId xmlns:a16="http://schemas.microsoft.com/office/drawing/2014/main" id="{1AEC1E53-86E9-430E-B073-6ED3D49C0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000"/>
              <a:ext cx="121" cy="80"/>
            </a:xfrm>
            <a:custGeom>
              <a:avLst/>
              <a:gdLst>
                <a:gd name="T0" fmla="*/ 134 w 115"/>
                <a:gd name="T1" fmla="*/ 99 h 72"/>
                <a:gd name="T2" fmla="*/ 102 w 115"/>
                <a:gd name="T3" fmla="*/ 67 h 72"/>
                <a:gd name="T4" fmla="*/ 57 w 115"/>
                <a:gd name="T5" fmla="*/ 51 h 72"/>
                <a:gd name="T6" fmla="*/ 0 w 115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72">
                  <a:moveTo>
                    <a:pt x="115" y="72"/>
                  </a:moveTo>
                  <a:cubicBezTo>
                    <a:pt x="106" y="63"/>
                    <a:pt x="99" y="55"/>
                    <a:pt x="87" y="49"/>
                  </a:cubicBezTo>
                  <a:cubicBezTo>
                    <a:pt x="74" y="43"/>
                    <a:pt x="60" y="43"/>
                    <a:pt x="48" y="37"/>
                  </a:cubicBezTo>
                  <a:cubicBezTo>
                    <a:pt x="34" y="32"/>
                    <a:pt x="2" y="1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29" name="Freeform 291">
              <a:extLst>
                <a:ext uri="{FF2B5EF4-FFF2-40B4-BE49-F238E27FC236}">
                  <a16:creationId xmlns:a16="http://schemas.microsoft.com/office/drawing/2014/main" id="{D6D6BED0-F8EF-4059-A4E9-A070289A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055"/>
              <a:ext cx="58" cy="11"/>
            </a:xfrm>
            <a:custGeom>
              <a:avLst/>
              <a:gdLst>
                <a:gd name="T0" fmla="*/ 64 w 55"/>
                <a:gd name="T1" fmla="*/ 6 h 9"/>
                <a:gd name="T2" fmla="*/ 36 w 55"/>
                <a:gd name="T3" fmla="*/ 2 h 9"/>
                <a:gd name="T4" fmla="*/ 0 w 55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9">
                  <a:moveTo>
                    <a:pt x="55" y="3"/>
                  </a:moveTo>
                  <a:cubicBezTo>
                    <a:pt x="46" y="1"/>
                    <a:pt x="40" y="0"/>
                    <a:pt x="30" y="2"/>
                  </a:cubicBezTo>
                  <a:cubicBezTo>
                    <a:pt x="24" y="3"/>
                    <a:pt x="2" y="9"/>
                    <a:pt x="0" y="4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30" name="Freeform 292">
              <a:extLst>
                <a:ext uri="{FF2B5EF4-FFF2-40B4-BE49-F238E27FC236}">
                  <a16:creationId xmlns:a16="http://schemas.microsoft.com/office/drawing/2014/main" id="{6E488EA7-EB3A-4A62-BDED-65C41ACB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126"/>
              <a:ext cx="52" cy="65"/>
            </a:xfrm>
            <a:custGeom>
              <a:avLst/>
              <a:gdLst>
                <a:gd name="T0" fmla="*/ 56 w 50"/>
                <a:gd name="T1" fmla="*/ 3 h 58"/>
                <a:gd name="T2" fmla="*/ 31 w 50"/>
                <a:gd name="T3" fmla="*/ 37 h 58"/>
                <a:gd name="T4" fmla="*/ 0 w 50"/>
                <a:gd name="T5" fmla="*/ 8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8">
                  <a:moveTo>
                    <a:pt x="50" y="3"/>
                  </a:moveTo>
                  <a:cubicBezTo>
                    <a:pt x="38" y="0"/>
                    <a:pt x="32" y="18"/>
                    <a:pt x="28" y="26"/>
                  </a:cubicBezTo>
                  <a:cubicBezTo>
                    <a:pt x="21" y="40"/>
                    <a:pt x="15" y="53"/>
                    <a:pt x="0" y="58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31" name="Freeform 293">
              <a:extLst>
                <a:ext uri="{FF2B5EF4-FFF2-40B4-BE49-F238E27FC236}">
                  <a16:creationId xmlns:a16="http://schemas.microsoft.com/office/drawing/2014/main" id="{773A7204-2F1A-4015-9331-B1EE1BD1F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156"/>
              <a:ext cx="60" cy="12"/>
            </a:xfrm>
            <a:custGeom>
              <a:avLst/>
              <a:gdLst>
                <a:gd name="T0" fmla="*/ 66 w 57"/>
                <a:gd name="T1" fmla="*/ 0 h 11"/>
                <a:gd name="T2" fmla="*/ 36 w 57"/>
                <a:gd name="T3" fmla="*/ 10 h 11"/>
                <a:gd name="T4" fmla="*/ 0 w 57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1">
                  <a:moveTo>
                    <a:pt x="57" y="0"/>
                  </a:moveTo>
                  <a:cubicBezTo>
                    <a:pt x="52" y="7"/>
                    <a:pt x="38" y="7"/>
                    <a:pt x="30" y="7"/>
                  </a:cubicBezTo>
                  <a:cubicBezTo>
                    <a:pt x="21" y="7"/>
                    <a:pt x="8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32" name="Freeform 294">
              <a:extLst>
                <a:ext uri="{FF2B5EF4-FFF2-40B4-BE49-F238E27FC236}">
                  <a16:creationId xmlns:a16="http://schemas.microsoft.com/office/drawing/2014/main" id="{79627FF6-F0D4-4493-A96A-576F131B2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171"/>
              <a:ext cx="7" cy="67"/>
            </a:xfrm>
            <a:custGeom>
              <a:avLst/>
              <a:gdLst>
                <a:gd name="T0" fmla="*/ 2 w 7"/>
                <a:gd name="T1" fmla="*/ 0 h 60"/>
                <a:gd name="T2" fmla="*/ 0 w 7"/>
                <a:gd name="T3" fmla="*/ 21 h 60"/>
                <a:gd name="T4" fmla="*/ 3 w 7"/>
                <a:gd name="T5" fmla="*/ 46 h 60"/>
                <a:gd name="T6" fmla="*/ 7 w 7"/>
                <a:gd name="T7" fmla="*/ 8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0">
                  <a:moveTo>
                    <a:pt x="2" y="0"/>
                  </a:moveTo>
                  <a:cubicBezTo>
                    <a:pt x="3" y="5"/>
                    <a:pt x="0" y="10"/>
                    <a:pt x="0" y="15"/>
                  </a:cubicBezTo>
                  <a:cubicBezTo>
                    <a:pt x="0" y="21"/>
                    <a:pt x="1" y="28"/>
                    <a:pt x="3" y="33"/>
                  </a:cubicBezTo>
                  <a:cubicBezTo>
                    <a:pt x="5" y="43"/>
                    <a:pt x="7" y="50"/>
                    <a:pt x="7" y="6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33" name="Freeform 295">
              <a:extLst>
                <a:ext uri="{FF2B5EF4-FFF2-40B4-BE49-F238E27FC236}">
                  <a16:creationId xmlns:a16="http://schemas.microsoft.com/office/drawing/2014/main" id="{F5B211BC-C6EA-4927-A37E-37CD3344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943"/>
              <a:ext cx="61" cy="129"/>
            </a:xfrm>
            <a:custGeom>
              <a:avLst/>
              <a:gdLst>
                <a:gd name="T0" fmla="*/ 0 w 58"/>
                <a:gd name="T1" fmla="*/ 159 h 116"/>
                <a:gd name="T2" fmla="*/ 42 w 58"/>
                <a:gd name="T3" fmla="*/ 89 h 116"/>
                <a:gd name="T4" fmla="*/ 53 w 58"/>
                <a:gd name="T5" fmla="*/ 40 h 116"/>
                <a:gd name="T6" fmla="*/ 67 w 58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16">
                  <a:moveTo>
                    <a:pt x="0" y="116"/>
                  </a:moveTo>
                  <a:cubicBezTo>
                    <a:pt x="18" y="108"/>
                    <a:pt x="29" y="84"/>
                    <a:pt x="36" y="65"/>
                  </a:cubicBezTo>
                  <a:cubicBezTo>
                    <a:pt x="40" y="53"/>
                    <a:pt x="42" y="41"/>
                    <a:pt x="46" y="29"/>
                  </a:cubicBezTo>
                  <a:cubicBezTo>
                    <a:pt x="49" y="21"/>
                    <a:pt x="51" y="7"/>
                    <a:pt x="58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34" name="Freeform 296">
              <a:extLst>
                <a:ext uri="{FF2B5EF4-FFF2-40B4-BE49-F238E27FC236}">
                  <a16:creationId xmlns:a16="http://schemas.microsoft.com/office/drawing/2014/main" id="{721CD56B-BF7F-464F-872F-737412C8D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955"/>
              <a:ext cx="12" cy="80"/>
            </a:xfrm>
            <a:custGeom>
              <a:avLst/>
              <a:gdLst>
                <a:gd name="T0" fmla="*/ 0 w 11"/>
                <a:gd name="T1" fmla="*/ 99 h 72"/>
                <a:gd name="T2" fmla="*/ 3 w 11"/>
                <a:gd name="T3" fmla="*/ 62 h 72"/>
                <a:gd name="T4" fmla="*/ 3 w 11"/>
                <a:gd name="T5" fmla="*/ 30 h 72"/>
                <a:gd name="T6" fmla="*/ 14 w 11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2">
                  <a:moveTo>
                    <a:pt x="0" y="72"/>
                  </a:moveTo>
                  <a:cubicBezTo>
                    <a:pt x="2" y="63"/>
                    <a:pt x="3" y="56"/>
                    <a:pt x="3" y="45"/>
                  </a:cubicBezTo>
                  <a:cubicBezTo>
                    <a:pt x="3" y="38"/>
                    <a:pt x="2" y="29"/>
                    <a:pt x="3" y="22"/>
                  </a:cubicBezTo>
                  <a:cubicBezTo>
                    <a:pt x="4" y="14"/>
                    <a:pt x="8" y="7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35" name="Freeform 297">
              <a:extLst>
                <a:ext uri="{FF2B5EF4-FFF2-40B4-BE49-F238E27FC236}">
                  <a16:creationId xmlns:a16="http://schemas.microsoft.com/office/drawing/2014/main" id="{01B7B60D-BFA0-49D1-AEE2-6BAA50A1B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128"/>
              <a:ext cx="101" cy="15"/>
            </a:xfrm>
            <a:custGeom>
              <a:avLst/>
              <a:gdLst>
                <a:gd name="T0" fmla="*/ 0 w 96"/>
                <a:gd name="T1" fmla="*/ 0 h 13"/>
                <a:gd name="T2" fmla="*/ 19 w 96"/>
                <a:gd name="T3" fmla="*/ 12 h 13"/>
                <a:gd name="T4" fmla="*/ 62 w 96"/>
                <a:gd name="T5" fmla="*/ 9 h 13"/>
                <a:gd name="T6" fmla="*/ 112 w 96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13">
                  <a:moveTo>
                    <a:pt x="0" y="0"/>
                  </a:moveTo>
                  <a:cubicBezTo>
                    <a:pt x="1" y="6"/>
                    <a:pt x="12" y="7"/>
                    <a:pt x="16" y="8"/>
                  </a:cubicBezTo>
                  <a:cubicBezTo>
                    <a:pt x="29" y="11"/>
                    <a:pt x="40" y="7"/>
                    <a:pt x="53" y="6"/>
                  </a:cubicBezTo>
                  <a:cubicBezTo>
                    <a:pt x="68" y="6"/>
                    <a:pt x="82" y="5"/>
                    <a:pt x="96" y="13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36" name="Freeform 298">
              <a:extLst>
                <a:ext uri="{FF2B5EF4-FFF2-40B4-BE49-F238E27FC236}">
                  <a16:creationId xmlns:a16="http://schemas.microsoft.com/office/drawing/2014/main" id="{33800BA9-4339-4B78-900F-4A2831CEB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136"/>
              <a:ext cx="49" cy="25"/>
            </a:xfrm>
            <a:custGeom>
              <a:avLst/>
              <a:gdLst>
                <a:gd name="T0" fmla="*/ 0 w 46"/>
                <a:gd name="T1" fmla="*/ 0 h 22"/>
                <a:gd name="T2" fmla="*/ 25 w 46"/>
                <a:gd name="T3" fmla="*/ 11 h 22"/>
                <a:gd name="T4" fmla="*/ 55 w 46"/>
                <a:gd name="T5" fmla="*/ 3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2">
                  <a:moveTo>
                    <a:pt x="0" y="0"/>
                  </a:moveTo>
                  <a:cubicBezTo>
                    <a:pt x="6" y="4"/>
                    <a:pt x="14" y="5"/>
                    <a:pt x="21" y="8"/>
                  </a:cubicBezTo>
                  <a:cubicBezTo>
                    <a:pt x="28" y="13"/>
                    <a:pt x="38" y="22"/>
                    <a:pt x="46" y="21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37" name="Freeform 299">
              <a:extLst>
                <a:ext uri="{FF2B5EF4-FFF2-40B4-BE49-F238E27FC236}">
                  <a16:creationId xmlns:a16="http://schemas.microsoft.com/office/drawing/2014/main" id="{A70A9DB5-C077-45A4-9E99-1AF474DD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092"/>
              <a:ext cx="57" cy="46"/>
            </a:xfrm>
            <a:custGeom>
              <a:avLst/>
              <a:gdLst>
                <a:gd name="T0" fmla="*/ 0 w 55"/>
                <a:gd name="T1" fmla="*/ 54 h 41"/>
                <a:gd name="T2" fmla="*/ 30 w 55"/>
                <a:gd name="T3" fmla="*/ 31 h 41"/>
                <a:gd name="T4" fmla="*/ 61 w 5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1">
                  <a:moveTo>
                    <a:pt x="0" y="38"/>
                  </a:moveTo>
                  <a:cubicBezTo>
                    <a:pt x="8" y="41"/>
                    <a:pt x="21" y="27"/>
                    <a:pt x="27" y="22"/>
                  </a:cubicBezTo>
                  <a:cubicBezTo>
                    <a:pt x="36" y="13"/>
                    <a:pt x="42" y="5"/>
                    <a:pt x="55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38" name="Freeform 300">
              <a:extLst>
                <a:ext uri="{FF2B5EF4-FFF2-40B4-BE49-F238E27FC236}">
                  <a16:creationId xmlns:a16="http://schemas.microsoft.com/office/drawing/2014/main" id="{87B9C191-FC9E-43E1-B04A-90A2915E5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154"/>
              <a:ext cx="59" cy="26"/>
            </a:xfrm>
            <a:custGeom>
              <a:avLst/>
              <a:gdLst>
                <a:gd name="T0" fmla="*/ 0 w 56"/>
                <a:gd name="T1" fmla="*/ 0 h 23"/>
                <a:gd name="T2" fmla="*/ 27 w 56"/>
                <a:gd name="T3" fmla="*/ 18 h 23"/>
                <a:gd name="T4" fmla="*/ 65 w 56"/>
                <a:gd name="T5" fmla="*/ 3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3">
                  <a:moveTo>
                    <a:pt x="0" y="0"/>
                  </a:moveTo>
                  <a:cubicBezTo>
                    <a:pt x="6" y="7"/>
                    <a:pt x="15" y="10"/>
                    <a:pt x="24" y="12"/>
                  </a:cubicBezTo>
                  <a:cubicBezTo>
                    <a:pt x="37" y="14"/>
                    <a:pt x="45" y="17"/>
                    <a:pt x="56" y="23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39" name="Freeform 301">
              <a:extLst>
                <a:ext uri="{FF2B5EF4-FFF2-40B4-BE49-F238E27FC236}">
                  <a16:creationId xmlns:a16="http://schemas.microsoft.com/office/drawing/2014/main" id="{10CDB4CB-484A-428B-BC5F-97061558A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191"/>
              <a:ext cx="11" cy="34"/>
            </a:xfrm>
            <a:custGeom>
              <a:avLst/>
              <a:gdLst>
                <a:gd name="T0" fmla="*/ 13 w 10"/>
                <a:gd name="T1" fmla="*/ 41 h 31"/>
                <a:gd name="T2" fmla="*/ 1 w 10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1">
                  <a:moveTo>
                    <a:pt x="10" y="31"/>
                  </a:moveTo>
                  <a:cubicBezTo>
                    <a:pt x="9" y="21"/>
                    <a:pt x="0" y="1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40" name="Freeform 302">
              <a:extLst>
                <a:ext uri="{FF2B5EF4-FFF2-40B4-BE49-F238E27FC236}">
                  <a16:creationId xmlns:a16="http://schemas.microsoft.com/office/drawing/2014/main" id="{A76DD3C8-E979-40F4-AA1D-3048AB4878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0" y="1860"/>
              <a:ext cx="500" cy="433"/>
            </a:xfrm>
            <a:custGeom>
              <a:avLst/>
              <a:gdLst>
                <a:gd name="T0" fmla="*/ 447 w 477"/>
                <a:gd name="T1" fmla="*/ 75 h 387"/>
                <a:gd name="T2" fmla="*/ 367 w 477"/>
                <a:gd name="T3" fmla="*/ 31 h 387"/>
                <a:gd name="T4" fmla="*/ 276 w 477"/>
                <a:gd name="T5" fmla="*/ 39 h 387"/>
                <a:gd name="T6" fmla="*/ 274 w 477"/>
                <a:gd name="T7" fmla="*/ 39 h 387"/>
                <a:gd name="T8" fmla="*/ 182 w 477"/>
                <a:gd name="T9" fmla="*/ 31 h 387"/>
                <a:gd name="T10" fmla="*/ 104 w 477"/>
                <a:gd name="T11" fmla="*/ 75 h 387"/>
                <a:gd name="T12" fmla="*/ 3 w 477"/>
                <a:gd name="T13" fmla="*/ 245 h 387"/>
                <a:gd name="T14" fmla="*/ 79 w 477"/>
                <a:gd name="T15" fmla="*/ 410 h 387"/>
                <a:gd name="T16" fmla="*/ 116 w 477"/>
                <a:gd name="T17" fmla="*/ 452 h 387"/>
                <a:gd name="T18" fmla="*/ 173 w 477"/>
                <a:gd name="T19" fmla="*/ 496 h 387"/>
                <a:gd name="T20" fmla="*/ 266 w 477"/>
                <a:gd name="T21" fmla="*/ 470 h 387"/>
                <a:gd name="T22" fmla="*/ 260 w 477"/>
                <a:gd name="T23" fmla="*/ 384 h 387"/>
                <a:gd name="T24" fmla="*/ 273 w 477"/>
                <a:gd name="T25" fmla="*/ 354 h 387"/>
                <a:gd name="T26" fmla="*/ 277 w 477"/>
                <a:gd name="T27" fmla="*/ 354 h 387"/>
                <a:gd name="T28" fmla="*/ 287 w 477"/>
                <a:gd name="T29" fmla="*/ 384 h 387"/>
                <a:gd name="T30" fmla="*/ 281 w 477"/>
                <a:gd name="T31" fmla="*/ 470 h 387"/>
                <a:gd name="T32" fmla="*/ 377 w 477"/>
                <a:gd name="T33" fmla="*/ 496 h 387"/>
                <a:gd name="T34" fmla="*/ 433 w 477"/>
                <a:gd name="T35" fmla="*/ 452 h 387"/>
                <a:gd name="T36" fmla="*/ 470 w 477"/>
                <a:gd name="T37" fmla="*/ 410 h 387"/>
                <a:gd name="T38" fmla="*/ 545 w 477"/>
                <a:gd name="T39" fmla="*/ 245 h 387"/>
                <a:gd name="T40" fmla="*/ 447 w 477"/>
                <a:gd name="T41" fmla="*/ 75 h 387"/>
                <a:gd name="T42" fmla="*/ 274 w 477"/>
                <a:gd name="T43" fmla="*/ 335 h 387"/>
                <a:gd name="T44" fmla="*/ 265 w 477"/>
                <a:gd name="T45" fmla="*/ 328 h 387"/>
                <a:gd name="T46" fmla="*/ 274 w 477"/>
                <a:gd name="T47" fmla="*/ 320 h 387"/>
                <a:gd name="T48" fmla="*/ 284 w 477"/>
                <a:gd name="T49" fmla="*/ 328 h 387"/>
                <a:gd name="T50" fmla="*/ 274 w 477"/>
                <a:gd name="T51" fmla="*/ 335 h 38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77" h="387">
                  <a:moveTo>
                    <a:pt x="387" y="54"/>
                  </a:moveTo>
                  <a:cubicBezTo>
                    <a:pt x="367" y="54"/>
                    <a:pt x="371" y="44"/>
                    <a:pt x="319" y="22"/>
                  </a:cubicBezTo>
                  <a:cubicBezTo>
                    <a:pt x="266" y="0"/>
                    <a:pt x="239" y="28"/>
                    <a:pt x="239" y="28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8"/>
                    <a:pt x="211" y="0"/>
                    <a:pt x="158" y="22"/>
                  </a:cubicBezTo>
                  <a:cubicBezTo>
                    <a:pt x="106" y="44"/>
                    <a:pt x="110" y="54"/>
                    <a:pt x="90" y="54"/>
                  </a:cubicBezTo>
                  <a:cubicBezTo>
                    <a:pt x="70" y="54"/>
                    <a:pt x="0" y="104"/>
                    <a:pt x="3" y="175"/>
                  </a:cubicBezTo>
                  <a:cubicBezTo>
                    <a:pt x="7" y="247"/>
                    <a:pt x="41" y="279"/>
                    <a:pt x="69" y="292"/>
                  </a:cubicBezTo>
                  <a:cubicBezTo>
                    <a:pt x="84" y="300"/>
                    <a:pt x="95" y="316"/>
                    <a:pt x="101" y="323"/>
                  </a:cubicBezTo>
                  <a:cubicBezTo>
                    <a:pt x="107" y="330"/>
                    <a:pt x="135" y="334"/>
                    <a:pt x="150" y="354"/>
                  </a:cubicBezTo>
                  <a:cubicBezTo>
                    <a:pt x="166" y="375"/>
                    <a:pt x="225" y="387"/>
                    <a:pt x="231" y="335"/>
                  </a:cubicBezTo>
                  <a:cubicBezTo>
                    <a:pt x="233" y="313"/>
                    <a:pt x="224" y="290"/>
                    <a:pt x="226" y="274"/>
                  </a:cubicBezTo>
                  <a:cubicBezTo>
                    <a:pt x="227" y="267"/>
                    <a:pt x="237" y="252"/>
                    <a:pt x="237" y="252"/>
                  </a:cubicBezTo>
                  <a:cubicBezTo>
                    <a:pt x="240" y="252"/>
                    <a:pt x="240" y="252"/>
                    <a:pt x="240" y="252"/>
                  </a:cubicBezTo>
                  <a:cubicBezTo>
                    <a:pt x="240" y="252"/>
                    <a:pt x="248" y="267"/>
                    <a:pt x="249" y="274"/>
                  </a:cubicBezTo>
                  <a:cubicBezTo>
                    <a:pt x="251" y="290"/>
                    <a:pt x="242" y="313"/>
                    <a:pt x="244" y="335"/>
                  </a:cubicBezTo>
                  <a:cubicBezTo>
                    <a:pt x="250" y="387"/>
                    <a:pt x="311" y="375"/>
                    <a:pt x="327" y="354"/>
                  </a:cubicBezTo>
                  <a:cubicBezTo>
                    <a:pt x="342" y="334"/>
                    <a:pt x="370" y="330"/>
                    <a:pt x="376" y="323"/>
                  </a:cubicBezTo>
                  <a:cubicBezTo>
                    <a:pt x="382" y="316"/>
                    <a:pt x="393" y="300"/>
                    <a:pt x="407" y="292"/>
                  </a:cubicBezTo>
                  <a:cubicBezTo>
                    <a:pt x="436" y="279"/>
                    <a:pt x="469" y="247"/>
                    <a:pt x="473" y="175"/>
                  </a:cubicBezTo>
                  <a:cubicBezTo>
                    <a:pt x="477" y="104"/>
                    <a:pt x="407" y="54"/>
                    <a:pt x="387" y="54"/>
                  </a:cubicBezTo>
                  <a:close/>
                  <a:moveTo>
                    <a:pt x="238" y="239"/>
                  </a:moveTo>
                  <a:cubicBezTo>
                    <a:pt x="234" y="239"/>
                    <a:pt x="230" y="237"/>
                    <a:pt x="230" y="234"/>
                  </a:cubicBezTo>
                  <a:cubicBezTo>
                    <a:pt x="230" y="232"/>
                    <a:pt x="234" y="229"/>
                    <a:pt x="238" y="229"/>
                  </a:cubicBezTo>
                  <a:cubicBezTo>
                    <a:pt x="243" y="229"/>
                    <a:pt x="247" y="232"/>
                    <a:pt x="247" y="234"/>
                  </a:cubicBezTo>
                  <a:cubicBezTo>
                    <a:pt x="247" y="237"/>
                    <a:pt x="243" y="239"/>
                    <a:pt x="238" y="23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640" name="Spinal-cord-cross-section-illustration">
            <a:extLst>
              <a:ext uri="{FF2B5EF4-FFF2-40B4-BE49-F238E27FC236}">
                <a16:creationId xmlns:a16="http://schemas.microsoft.com/office/drawing/2014/main" id="{CF73A86D-3DCF-4F75-A3DA-D0E860E6C967}"/>
              </a:ext>
            </a:extLst>
          </p:cNvPr>
          <p:cNvGrpSpPr>
            <a:grpSpLocks/>
          </p:cNvGrpSpPr>
          <p:nvPr/>
        </p:nvGrpSpPr>
        <p:grpSpPr bwMode="auto">
          <a:xfrm>
            <a:off x="3438525" y="3759200"/>
            <a:ext cx="744538" cy="711200"/>
            <a:chOff x="1206" y="2368"/>
            <a:chExt cx="469" cy="448"/>
          </a:xfrm>
        </p:grpSpPr>
        <p:sp>
          <p:nvSpPr>
            <p:cNvPr id="69746" name="Freeform 304">
              <a:extLst>
                <a:ext uri="{FF2B5EF4-FFF2-40B4-BE49-F238E27FC236}">
                  <a16:creationId xmlns:a16="http://schemas.microsoft.com/office/drawing/2014/main" id="{AE5E7BA4-38F0-426C-9EB5-E6A72B86B6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6" y="2368"/>
              <a:ext cx="469" cy="448"/>
            </a:xfrm>
            <a:custGeom>
              <a:avLst/>
              <a:gdLst>
                <a:gd name="T0" fmla="*/ 445 w 473"/>
                <a:gd name="T1" fmla="*/ 185 h 424"/>
                <a:gd name="T2" fmla="*/ 353 w 473"/>
                <a:gd name="T3" fmla="*/ 72 h 424"/>
                <a:gd name="T4" fmla="*/ 231 w 473"/>
                <a:gd name="T5" fmla="*/ 60 h 424"/>
                <a:gd name="T6" fmla="*/ 230 w 473"/>
                <a:gd name="T7" fmla="*/ 60 h 424"/>
                <a:gd name="T8" fmla="*/ 108 w 473"/>
                <a:gd name="T9" fmla="*/ 72 h 424"/>
                <a:gd name="T10" fmla="*/ 16 w 473"/>
                <a:gd name="T11" fmla="*/ 185 h 424"/>
                <a:gd name="T12" fmla="*/ 67 w 473"/>
                <a:gd name="T13" fmla="*/ 399 h 424"/>
                <a:gd name="T14" fmla="*/ 134 w 473"/>
                <a:gd name="T15" fmla="*/ 443 h 424"/>
                <a:gd name="T16" fmla="*/ 226 w 473"/>
                <a:gd name="T17" fmla="*/ 425 h 424"/>
                <a:gd name="T18" fmla="*/ 226 w 473"/>
                <a:gd name="T19" fmla="*/ 304 h 424"/>
                <a:gd name="T20" fmla="*/ 236 w 473"/>
                <a:gd name="T21" fmla="*/ 304 h 424"/>
                <a:gd name="T22" fmla="*/ 235 w 473"/>
                <a:gd name="T23" fmla="*/ 425 h 424"/>
                <a:gd name="T24" fmla="*/ 327 w 473"/>
                <a:gd name="T25" fmla="*/ 443 h 424"/>
                <a:gd name="T26" fmla="*/ 394 w 473"/>
                <a:gd name="T27" fmla="*/ 399 h 424"/>
                <a:gd name="T28" fmla="*/ 445 w 473"/>
                <a:gd name="T29" fmla="*/ 185 h 424"/>
                <a:gd name="T30" fmla="*/ 235 w 473"/>
                <a:gd name="T31" fmla="*/ 277 h 424"/>
                <a:gd name="T32" fmla="*/ 221 w 473"/>
                <a:gd name="T33" fmla="*/ 270 h 424"/>
                <a:gd name="T34" fmla="*/ 235 w 473"/>
                <a:gd name="T35" fmla="*/ 262 h 424"/>
                <a:gd name="T36" fmla="*/ 248 w 473"/>
                <a:gd name="T37" fmla="*/ 270 h 424"/>
                <a:gd name="T38" fmla="*/ 235 w 473"/>
                <a:gd name="T39" fmla="*/ 277 h 4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73" h="424">
                  <a:moveTo>
                    <a:pt x="457" y="157"/>
                  </a:moveTo>
                  <a:cubicBezTo>
                    <a:pt x="442" y="107"/>
                    <a:pt x="433" y="122"/>
                    <a:pt x="362" y="61"/>
                  </a:cubicBezTo>
                  <a:cubicBezTo>
                    <a:pt x="292" y="0"/>
                    <a:pt x="237" y="51"/>
                    <a:pt x="237" y="5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6" y="51"/>
                    <a:pt x="181" y="0"/>
                    <a:pt x="111" y="61"/>
                  </a:cubicBezTo>
                  <a:cubicBezTo>
                    <a:pt x="40" y="122"/>
                    <a:pt x="31" y="107"/>
                    <a:pt x="16" y="157"/>
                  </a:cubicBezTo>
                  <a:cubicBezTo>
                    <a:pt x="1" y="206"/>
                    <a:pt x="0" y="308"/>
                    <a:pt x="70" y="339"/>
                  </a:cubicBezTo>
                  <a:cubicBezTo>
                    <a:pt x="89" y="347"/>
                    <a:pt x="122" y="362"/>
                    <a:pt x="137" y="376"/>
                  </a:cubicBezTo>
                  <a:cubicBezTo>
                    <a:pt x="152" y="389"/>
                    <a:pt x="229" y="424"/>
                    <a:pt x="232" y="360"/>
                  </a:cubicBezTo>
                  <a:cubicBezTo>
                    <a:pt x="236" y="296"/>
                    <a:pt x="224" y="267"/>
                    <a:pt x="232" y="258"/>
                  </a:cubicBezTo>
                  <a:cubicBezTo>
                    <a:pt x="242" y="258"/>
                    <a:pt x="242" y="258"/>
                    <a:pt x="242" y="258"/>
                  </a:cubicBezTo>
                  <a:cubicBezTo>
                    <a:pt x="249" y="267"/>
                    <a:pt x="238" y="296"/>
                    <a:pt x="241" y="360"/>
                  </a:cubicBezTo>
                  <a:cubicBezTo>
                    <a:pt x="244" y="424"/>
                    <a:pt x="321" y="389"/>
                    <a:pt x="336" y="376"/>
                  </a:cubicBezTo>
                  <a:cubicBezTo>
                    <a:pt x="351" y="362"/>
                    <a:pt x="384" y="347"/>
                    <a:pt x="403" y="339"/>
                  </a:cubicBezTo>
                  <a:cubicBezTo>
                    <a:pt x="473" y="308"/>
                    <a:pt x="472" y="206"/>
                    <a:pt x="457" y="157"/>
                  </a:cubicBezTo>
                  <a:close/>
                  <a:moveTo>
                    <a:pt x="241" y="235"/>
                  </a:moveTo>
                  <a:cubicBezTo>
                    <a:pt x="233" y="235"/>
                    <a:pt x="227" y="232"/>
                    <a:pt x="227" y="229"/>
                  </a:cubicBezTo>
                  <a:cubicBezTo>
                    <a:pt x="227" y="225"/>
                    <a:pt x="233" y="222"/>
                    <a:pt x="241" y="222"/>
                  </a:cubicBezTo>
                  <a:cubicBezTo>
                    <a:pt x="248" y="222"/>
                    <a:pt x="254" y="225"/>
                    <a:pt x="254" y="229"/>
                  </a:cubicBezTo>
                  <a:cubicBezTo>
                    <a:pt x="254" y="232"/>
                    <a:pt x="248" y="235"/>
                    <a:pt x="241" y="235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47" name="Freeform 305">
              <a:extLst>
                <a:ext uri="{FF2B5EF4-FFF2-40B4-BE49-F238E27FC236}">
                  <a16:creationId xmlns:a16="http://schemas.microsoft.com/office/drawing/2014/main" id="{84702353-6C6C-458A-AA83-9C6B0C90D1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67" y="2471"/>
              <a:ext cx="354" cy="283"/>
            </a:xfrm>
            <a:custGeom>
              <a:avLst/>
              <a:gdLst>
                <a:gd name="T0" fmla="*/ 323 w 357"/>
                <a:gd name="T1" fmla="*/ 86 h 268"/>
                <a:gd name="T2" fmla="*/ 344 w 357"/>
                <a:gd name="T3" fmla="*/ 6 h 268"/>
                <a:gd name="T4" fmla="*/ 296 w 357"/>
                <a:gd name="T5" fmla="*/ 38 h 268"/>
                <a:gd name="T6" fmla="*/ 241 w 357"/>
                <a:gd name="T7" fmla="*/ 71 h 268"/>
                <a:gd name="T8" fmla="*/ 202 w 357"/>
                <a:gd name="T9" fmla="*/ 134 h 268"/>
                <a:gd name="T10" fmla="*/ 176 w 357"/>
                <a:gd name="T11" fmla="*/ 142 h 268"/>
                <a:gd name="T12" fmla="*/ 174 w 357"/>
                <a:gd name="T13" fmla="*/ 142 h 268"/>
                <a:gd name="T14" fmla="*/ 147 w 357"/>
                <a:gd name="T15" fmla="*/ 134 h 268"/>
                <a:gd name="T16" fmla="*/ 108 w 357"/>
                <a:gd name="T17" fmla="*/ 71 h 268"/>
                <a:gd name="T18" fmla="*/ 53 w 357"/>
                <a:gd name="T19" fmla="*/ 38 h 268"/>
                <a:gd name="T20" fmla="*/ 3 w 357"/>
                <a:gd name="T21" fmla="*/ 0 h 268"/>
                <a:gd name="T22" fmla="*/ 25 w 357"/>
                <a:gd name="T23" fmla="*/ 86 h 268"/>
                <a:gd name="T24" fmla="*/ 34 w 357"/>
                <a:gd name="T25" fmla="*/ 144 h 268"/>
                <a:gd name="T26" fmla="*/ 40 w 357"/>
                <a:gd name="T27" fmla="*/ 214 h 268"/>
                <a:gd name="T28" fmla="*/ 123 w 357"/>
                <a:gd name="T29" fmla="*/ 224 h 268"/>
                <a:gd name="T30" fmla="*/ 169 w 357"/>
                <a:gd name="T31" fmla="*/ 167 h 268"/>
                <a:gd name="T32" fmla="*/ 180 w 357"/>
                <a:gd name="T33" fmla="*/ 167 h 268"/>
                <a:gd name="T34" fmla="*/ 226 w 357"/>
                <a:gd name="T35" fmla="*/ 224 h 268"/>
                <a:gd name="T36" fmla="*/ 308 w 357"/>
                <a:gd name="T37" fmla="*/ 214 h 268"/>
                <a:gd name="T38" fmla="*/ 315 w 357"/>
                <a:gd name="T39" fmla="*/ 144 h 268"/>
                <a:gd name="T40" fmla="*/ 323 w 357"/>
                <a:gd name="T41" fmla="*/ 86 h 268"/>
                <a:gd name="T42" fmla="*/ 175 w 357"/>
                <a:gd name="T43" fmla="*/ 163 h 268"/>
                <a:gd name="T44" fmla="*/ 162 w 357"/>
                <a:gd name="T45" fmla="*/ 155 h 268"/>
                <a:gd name="T46" fmla="*/ 175 w 357"/>
                <a:gd name="T47" fmla="*/ 147 h 268"/>
                <a:gd name="T48" fmla="*/ 186 w 357"/>
                <a:gd name="T49" fmla="*/ 155 h 268"/>
                <a:gd name="T50" fmla="*/ 175 w 357"/>
                <a:gd name="T51" fmla="*/ 163 h 2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57" h="268">
                  <a:moveTo>
                    <a:pt x="332" y="73"/>
                  </a:moveTo>
                  <a:cubicBezTo>
                    <a:pt x="357" y="50"/>
                    <a:pt x="353" y="6"/>
                    <a:pt x="353" y="6"/>
                  </a:cubicBezTo>
                  <a:cubicBezTo>
                    <a:pt x="353" y="6"/>
                    <a:pt x="339" y="39"/>
                    <a:pt x="305" y="32"/>
                  </a:cubicBezTo>
                  <a:cubicBezTo>
                    <a:pt x="270" y="25"/>
                    <a:pt x="270" y="41"/>
                    <a:pt x="247" y="60"/>
                  </a:cubicBezTo>
                  <a:cubicBezTo>
                    <a:pt x="202" y="96"/>
                    <a:pt x="223" y="104"/>
                    <a:pt x="208" y="114"/>
                  </a:cubicBezTo>
                  <a:cubicBezTo>
                    <a:pt x="192" y="124"/>
                    <a:pt x="181" y="120"/>
                    <a:pt x="181" y="120"/>
                  </a:cubicBezTo>
                  <a:cubicBezTo>
                    <a:pt x="177" y="120"/>
                    <a:pt x="177" y="120"/>
                    <a:pt x="177" y="120"/>
                  </a:cubicBezTo>
                  <a:cubicBezTo>
                    <a:pt x="177" y="120"/>
                    <a:pt x="166" y="124"/>
                    <a:pt x="150" y="114"/>
                  </a:cubicBezTo>
                  <a:cubicBezTo>
                    <a:pt x="135" y="104"/>
                    <a:pt x="156" y="96"/>
                    <a:pt x="111" y="60"/>
                  </a:cubicBezTo>
                  <a:cubicBezTo>
                    <a:pt x="88" y="41"/>
                    <a:pt x="87" y="25"/>
                    <a:pt x="53" y="32"/>
                  </a:cubicBezTo>
                  <a:cubicBezTo>
                    <a:pt x="19" y="39"/>
                    <a:pt x="3" y="0"/>
                    <a:pt x="3" y="0"/>
                  </a:cubicBezTo>
                  <a:cubicBezTo>
                    <a:pt x="3" y="0"/>
                    <a:pt x="0" y="50"/>
                    <a:pt x="25" y="73"/>
                  </a:cubicBezTo>
                  <a:cubicBezTo>
                    <a:pt x="50" y="97"/>
                    <a:pt x="44" y="107"/>
                    <a:pt x="34" y="122"/>
                  </a:cubicBezTo>
                  <a:cubicBezTo>
                    <a:pt x="23" y="137"/>
                    <a:pt x="0" y="154"/>
                    <a:pt x="40" y="182"/>
                  </a:cubicBezTo>
                  <a:cubicBezTo>
                    <a:pt x="80" y="210"/>
                    <a:pt x="123" y="268"/>
                    <a:pt x="126" y="190"/>
                  </a:cubicBezTo>
                  <a:cubicBezTo>
                    <a:pt x="128" y="132"/>
                    <a:pt x="160" y="141"/>
                    <a:pt x="172" y="142"/>
                  </a:cubicBezTo>
                  <a:cubicBezTo>
                    <a:pt x="186" y="142"/>
                    <a:pt x="186" y="142"/>
                    <a:pt x="186" y="142"/>
                  </a:cubicBezTo>
                  <a:cubicBezTo>
                    <a:pt x="198" y="141"/>
                    <a:pt x="230" y="132"/>
                    <a:pt x="232" y="190"/>
                  </a:cubicBezTo>
                  <a:cubicBezTo>
                    <a:pt x="235" y="268"/>
                    <a:pt x="278" y="210"/>
                    <a:pt x="317" y="182"/>
                  </a:cubicBezTo>
                  <a:cubicBezTo>
                    <a:pt x="357" y="154"/>
                    <a:pt x="335" y="137"/>
                    <a:pt x="324" y="122"/>
                  </a:cubicBezTo>
                  <a:cubicBezTo>
                    <a:pt x="314" y="107"/>
                    <a:pt x="307" y="97"/>
                    <a:pt x="332" y="73"/>
                  </a:cubicBezTo>
                  <a:close/>
                  <a:moveTo>
                    <a:pt x="179" y="138"/>
                  </a:moveTo>
                  <a:cubicBezTo>
                    <a:pt x="171" y="138"/>
                    <a:pt x="165" y="135"/>
                    <a:pt x="165" y="132"/>
                  </a:cubicBezTo>
                  <a:cubicBezTo>
                    <a:pt x="165" y="128"/>
                    <a:pt x="171" y="125"/>
                    <a:pt x="179" y="125"/>
                  </a:cubicBezTo>
                  <a:cubicBezTo>
                    <a:pt x="186" y="125"/>
                    <a:pt x="192" y="128"/>
                    <a:pt x="192" y="132"/>
                  </a:cubicBezTo>
                  <a:cubicBezTo>
                    <a:pt x="192" y="135"/>
                    <a:pt x="186" y="138"/>
                    <a:pt x="179" y="138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48" name="Freeform 306">
              <a:extLst>
                <a:ext uri="{FF2B5EF4-FFF2-40B4-BE49-F238E27FC236}">
                  <a16:creationId xmlns:a16="http://schemas.microsoft.com/office/drawing/2014/main" id="{020CD54D-702A-4A4A-8653-73F2763FE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471"/>
              <a:ext cx="354" cy="283"/>
            </a:xfrm>
            <a:custGeom>
              <a:avLst/>
              <a:gdLst>
                <a:gd name="T0" fmla="*/ 323 w 357"/>
                <a:gd name="T1" fmla="*/ 86 h 268"/>
                <a:gd name="T2" fmla="*/ 344 w 357"/>
                <a:gd name="T3" fmla="*/ 6 h 268"/>
                <a:gd name="T4" fmla="*/ 296 w 357"/>
                <a:gd name="T5" fmla="*/ 38 h 268"/>
                <a:gd name="T6" fmla="*/ 241 w 357"/>
                <a:gd name="T7" fmla="*/ 71 h 268"/>
                <a:gd name="T8" fmla="*/ 202 w 357"/>
                <a:gd name="T9" fmla="*/ 134 h 268"/>
                <a:gd name="T10" fmla="*/ 176 w 357"/>
                <a:gd name="T11" fmla="*/ 142 h 268"/>
                <a:gd name="T12" fmla="*/ 174 w 357"/>
                <a:gd name="T13" fmla="*/ 142 h 268"/>
                <a:gd name="T14" fmla="*/ 147 w 357"/>
                <a:gd name="T15" fmla="*/ 134 h 268"/>
                <a:gd name="T16" fmla="*/ 108 w 357"/>
                <a:gd name="T17" fmla="*/ 71 h 268"/>
                <a:gd name="T18" fmla="*/ 53 w 357"/>
                <a:gd name="T19" fmla="*/ 38 h 268"/>
                <a:gd name="T20" fmla="*/ 3 w 357"/>
                <a:gd name="T21" fmla="*/ 0 h 268"/>
                <a:gd name="T22" fmla="*/ 25 w 357"/>
                <a:gd name="T23" fmla="*/ 86 h 268"/>
                <a:gd name="T24" fmla="*/ 34 w 357"/>
                <a:gd name="T25" fmla="*/ 144 h 268"/>
                <a:gd name="T26" fmla="*/ 40 w 357"/>
                <a:gd name="T27" fmla="*/ 214 h 268"/>
                <a:gd name="T28" fmla="*/ 123 w 357"/>
                <a:gd name="T29" fmla="*/ 224 h 268"/>
                <a:gd name="T30" fmla="*/ 169 w 357"/>
                <a:gd name="T31" fmla="*/ 167 h 268"/>
                <a:gd name="T32" fmla="*/ 180 w 357"/>
                <a:gd name="T33" fmla="*/ 167 h 268"/>
                <a:gd name="T34" fmla="*/ 226 w 357"/>
                <a:gd name="T35" fmla="*/ 224 h 268"/>
                <a:gd name="T36" fmla="*/ 308 w 357"/>
                <a:gd name="T37" fmla="*/ 214 h 268"/>
                <a:gd name="T38" fmla="*/ 315 w 357"/>
                <a:gd name="T39" fmla="*/ 144 h 268"/>
                <a:gd name="T40" fmla="*/ 323 w 357"/>
                <a:gd name="T41" fmla="*/ 86 h 2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7" h="268">
                  <a:moveTo>
                    <a:pt x="332" y="73"/>
                  </a:moveTo>
                  <a:cubicBezTo>
                    <a:pt x="357" y="50"/>
                    <a:pt x="353" y="6"/>
                    <a:pt x="353" y="6"/>
                  </a:cubicBezTo>
                  <a:cubicBezTo>
                    <a:pt x="353" y="6"/>
                    <a:pt x="339" y="39"/>
                    <a:pt x="305" y="32"/>
                  </a:cubicBezTo>
                  <a:cubicBezTo>
                    <a:pt x="270" y="25"/>
                    <a:pt x="270" y="41"/>
                    <a:pt x="247" y="60"/>
                  </a:cubicBezTo>
                  <a:cubicBezTo>
                    <a:pt x="202" y="96"/>
                    <a:pt x="223" y="104"/>
                    <a:pt x="208" y="114"/>
                  </a:cubicBezTo>
                  <a:cubicBezTo>
                    <a:pt x="192" y="124"/>
                    <a:pt x="181" y="120"/>
                    <a:pt x="181" y="120"/>
                  </a:cubicBezTo>
                  <a:cubicBezTo>
                    <a:pt x="177" y="120"/>
                    <a:pt x="177" y="120"/>
                    <a:pt x="177" y="120"/>
                  </a:cubicBezTo>
                  <a:cubicBezTo>
                    <a:pt x="177" y="120"/>
                    <a:pt x="166" y="124"/>
                    <a:pt x="150" y="114"/>
                  </a:cubicBezTo>
                  <a:cubicBezTo>
                    <a:pt x="135" y="104"/>
                    <a:pt x="156" y="96"/>
                    <a:pt x="111" y="60"/>
                  </a:cubicBezTo>
                  <a:cubicBezTo>
                    <a:pt x="88" y="41"/>
                    <a:pt x="87" y="25"/>
                    <a:pt x="53" y="32"/>
                  </a:cubicBezTo>
                  <a:cubicBezTo>
                    <a:pt x="19" y="39"/>
                    <a:pt x="3" y="0"/>
                    <a:pt x="3" y="0"/>
                  </a:cubicBezTo>
                  <a:cubicBezTo>
                    <a:pt x="3" y="0"/>
                    <a:pt x="0" y="50"/>
                    <a:pt x="25" y="73"/>
                  </a:cubicBezTo>
                  <a:cubicBezTo>
                    <a:pt x="50" y="97"/>
                    <a:pt x="44" y="107"/>
                    <a:pt x="34" y="122"/>
                  </a:cubicBezTo>
                  <a:cubicBezTo>
                    <a:pt x="23" y="137"/>
                    <a:pt x="0" y="154"/>
                    <a:pt x="40" y="182"/>
                  </a:cubicBezTo>
                  <a:cubicBezTo>
                    <a:pt x="80" y="210"/>
                    <a:pt x="123" y="268"/>
                    <a:pt x="126" y="190"/>
                  </a:cubicBezTo>
                  <a:cubicBezTo>
                    <a:pt x="128" y="132"/>
                    <a:pt x="160" y="141"/>
                    <a:pt x="172" y="142"/>
                  </a:cubicBezTo>
                  <a:cubicBezTo>
                    <a:pt x="186" y="142"/>
                    <a:pt x="186" y="142"/>
                    <a:pt x="186" y="142"/>
                  </a:cubicBezTo>
                  <a:cubicBezTo>
                    <a:pt x="198" y="141"/>
                    <a:pt x="230" y="132"/>
                    <a:pt x="232" y="190"/>
                  </a:cubicBezTo>
                  <a:cubicBezTo>
                    <a:pt x="235" y="268"/>
                    <a:pt x="278" y="210"/>
                    <a:pt x="317" y="182"/>
                  </a:cubicBezTo>
                  <a:cubicBezTo>
                    <a:pt x="357" y="154"/>
                    <a:pt x="335" y="137"/>
                    <a:pt x="324" y="122"/>
                  </a:cubicBezTo>
                  <a:cubicBezTo>
                    <a:pt x="314" y="107"/>
                    <a:pt x="307" y="97"/>
                    <a:pt x="332" y="7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49" name="Freeform 307">
              <a:extLst>
                <a:ext uri="{FF2B5EF4-FFF2-40B4-BE49-F238E27FC236}">
                  <a16:creationId xmlns:a16="http://schemas.microsoft.com/office/drawing/2014/main" id="{4C18CF74-7668-4E2D-BE78-1508EA004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516"/>
              <a:ext cx="48" cy="58"/>
            </a:xfrm>
            <a:custGeom>
              <a:avLst/>
              <a:gdLst>
                <a:gd name="T0" fmla="*/ 0 w 49"/>
                <a:gd name="T1" fmla="*/ 0 h 55"/>
                <a:gd name="T2" fmla="*/ 26 w 49"/>
                <a:gd name="T3" fmla="*/ 32 h 55"/>
                <a:gd name="T4" fmla="*/ 46 w 49"/>
                <a:gd name="T5" fmla="*/ 64 h 55"/>
                <a:gd name="T6" fmla="*/ 26 w 49"/>
                <a:gd name="T7" fmla="*/ 37 h 55"/>
                <a:gd name="T8" fmla="*/ 0 w 49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5">
                  <a:moveTo>
                    <a:pt x="0" y="0"/>
                  </a:moveTo>
                  <a:cubicBezTo>
                    <a:pt x="0" y="0"/>
                    <a:pt x="22" y="23"/>
                    <a:pt x="29" y="27"/>
                  </a:cubicBezTo>
                  <a:cubicBezTo>
                    <a:pt x="35" y="30"/>
                    <a:pt x="47" y="44"/>
                    <a:pt x="49" y="55"/>
                  </a:cubicBezTo>
                  <a:cubicBezTo>
                    <a:pt x="49" y="55"/>
                    <a:pt x="39" y="35"/>
                    <a:pt x="29" y="31"/>
                  </a:cubicBezTo>
                  <a:cubicBezTo>
                    <a:pt x="19" y="2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0" name="Freeform 308">
              <a:extLst>
                <a:ext uri="{FF2B5EF4-FFF2-40B4-BE49-F238E27FC236}">
                  <a16:creationId xmlns:a16="http://schemas.microsoft.com/office/drawing/2014/main" id="{4141BECB-E24D-4695-AAD2-596DDBED6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602"/>
              <a:ext cx="36" cy="65"/>
            </a:xfrm>
            <a:custGeom>
              <a:avLst/>
              <a:gdLst>
                <a:gd name="T0" fmla="*/ 23 w 36"/>
                <a:gd name="T1" fmla="*/ 0 h 62"/>
                <a:gd name="T2" fmla="*/ 10 w 36"/>
                <a:gd name="T3" fmla="*/ 44 h 62"/>
                <a:gd name="T4" fmla="*/ 36 w 36"/>
                <a:gd name="T5" fmla="*/ 71 h 62"/>
                <a:gd name="T6" fmla="*/ 13 w 36"/>
                <a:gd name="T7" fmla="*/ 28 h 62"/>
                <a:gd name="T8" fmla="*/ 23 w 36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2">
                  <a:moveTo>
                    <a:pt x="23" y="0"/>
                  </a:moveTo>
                  <a:cubicBezTo>
                    <a:pt x="23" y="0"/>
                    <a:pt x="0" y="21"/>
                    <a:pt x="10" y="38"/>
                  </a:cubicBezTo>
                  <a:cubicBezTo>
                    <a:pt x="21" y="54"/>
                    <a:pt x="36" y="62"/>
                    <a:pt x="36" y="62"/>
                  </a:cubicBezTo>
                  <a:cubicBezTo>
                    <a:pt x="36" y="62"/>
                    <a:pt x="8" y="40"/>
                    <a:pt x="13" y="25"/>
                  </a:cubicBezTo>
                  <a:cubicBezTo>
                    <a:pt x="17" y="11"/>
                    <a:pt x="20" y="2"/>
                    <a:pt x="23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1" name="Freeform 309">
              <a:extLst>
                <a:ext uri="{FF2B5EF4-FFF2-40B4-BE49-F238E27FC236}">
                  <a16:creationId xmlns:a16="http://schemas.microsoft.com/office/drawing/2014/main" id="{A8EA55CD-26FA-4DA3-8055-893B73C6F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620"/>
              <a:ext cx="21" cy="43"/>
            </a:xfrm>
            <a:custGeom>
              <a:avLst/>
              <a:gdLst>
                <a:gd name="T0" fmla="*/ 0 w 22"/>
                <a:gd name="T1" fmla="*/ 0 h 41"/>
                <a:gd name="T2" fmla="*/ 14 w 22"/>
                <a:gd name="T3" fmla="*/ 47 h 41"/>
                <a:gd name="T4" fmla="*/ 0 w 2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1">
                  <a:moveTo>
                    <a:pt x="0" y="0"/>
                  </a:moveTo>
                  <a:cubicBezTo>
                    <a:pt x="0" y="0"/>
                    <a:pt x="17" y="14"/>
                    <a:pt x="17" y="41"/>
                  </a:cubicBezTo>
                  <a:cubicBezTo>
                    <a:pt x="17" y="41"/>
                    <a:pt x="22" y="17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2" name="Freeform 310">
              <a:extLst>
                <a:ext uri="{FF2B5EF4-FFF2-40B4-BE49-F238E27FC236}">
                  <a16:creationId xmlns:a16="http://schemas.microsoft.com/office/drawing/2014/main" id="{4510A05E-B21A-4EFC-9FE1-6B97873F0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554"/>
              <a:ext cx="23" cy="46"/>
            </a:xfrm>
            <a:custGeom>
              <a:avLst/>
              <a:gdLst>
                <a:gd name="T0" fmla="*/ 23 w 23"/>
                <a:gd name="T1" fmla="*/ 0 h 43"/>
                <a:gd name="T2" fmla="*/ 21 w 23"/>
                <a:gd name="T3" fmla="*/ 52 h 43"/>
                <a:gd name="T4" fmla="*/ 23 w 23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3">
                  <a:moveTo>
                    <a:pt x="23" y="0"/>
                  </a:moveTo>
                  <a:cubicBezTo>
                    <a:pt x="23" y="0"/>
                    <a:pt x="4" y="19"/>
                    <a:pt x="21" y="43"/>
                  </a:cubicBezTo>
                  <a:cubicBezTo>
                    <a:pt x="21" y="43"/>
                    <a:pt x="0" y="25"/>
                    <a:pt x="23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3" name="Freeform 311">
              <a:extLst>
                <a:ext uri="{FF2B5EF4-FFF2-40B4-BE49-F238E27FC236}">
                  <a16:creationId xmlns:a16="http://schemas.microsoft.com/office/drawing/2014/main" id="{C109B7E3-6BA1-4B7F-97D9-18DC4EC86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603"/>
              <a:ext cx="15" cy="13"/>
            </a:xfrm>
            <a:custGeom>
              <a:avLst/>
              <a:gdLst>
                <a:gd name="T0" fmla="*/ 12 w 15"/>
                <a:gd name="T1" fmla="*/ 0 h 12"/>
                <a:gd name="T2" fmla="*/ 15 w 15"/>
                <a:gd name="T3" fmla="*/ 15 h 12"/>
                <a:gd name="T4" fmla="*/ 12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2" y="0"/>
                    <a:pt x="6" y="7"/>
                    <a:pt x="15" y="12"/>
                  </a:cubicBezTo>
                  <a:cubicBezTo>
                    <a:pt x="15" y="12"/>
                    <a:pt x="0" y="8"/>
                    <a:pt x="12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4" name="Freeform 312">
              <a:extLst>
                <a:ext uri="{FF2B5EF4-FFF2-40B4-BE49-F238E27FC236}">
                  <a16:creationId xmlns:a16="http://schemas.microsoft.com/office/drawing/2014/main" id="{F790D2E4-0702-43A8-8543-C634758A6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423"/>
              <a:ext cx="10" cy="160"/>
            </a:xfrm>
            <a:custGeom>
              <a:avLst/>
              <a:gdLst>
                <a:gd name="T0" fmla="*/ 4 w 10"/>
                <a:gd name="T1" fmla="*/ 0 h 151"/>
                <a:gd name="T2" fmla="*/ 6 w 10"/>
                <a:gd name="T3" fmla="*/ 180 h 151"/>
                <a:gd name="T4" fmla="*/ 6 w 10"/>
                <a:gd name="T5" fmla="*/ 0 h 151"/>
                <a:gd name="T6" fmla="*/ 4 w 10"/>
                <a:gd name="T7" fmla="*/ 0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1">
                  <a:moveTo>
                    <a:pt x="4" y="0"/>
                  </a:moveTo>
                  <a:cubicBezTo>
                    <a:pt x="4" y="0"/>
                    <a:pt x="0" y="110"/>
                    <a:pt x="6" y="151"/>
                  </a:cubicBezTo>
                  <a:cubicBezTo>
                    <a:pt x="6" y="151"/>
                    <a:pt x="10" y="21"/>
                    <a:pt x="6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5" name="Freeform 313">
              <a:extLst>
                <a:ext uri="{FF2B5EF4-FFF2-40B4-BE49-F238E27FC236}">
                  <a16:creationId xmlns:a16="http://schemas.microsoft.com/office/drawing/2014/main" id="{78C14876-040C-4AA1-BD68-9CECCBD5B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401"/>
              <a:ext cx="87" cy="119"/>
            </a:xfrm>
            <a:custGeom>
              <a:avLst/>
              <a:gdLst>
                <a:gd name="T0" fmla="*/ 80 w 88"/>
                <a:gd name="T1" fmla="*/ 134 h 112"/>
                <a:gd name="T2" fmla="*/ 71 w 88"/>
                <a:gd name="T3" fmla="*/ 26 h 112"/>
                <a:gd name="T4" fmla="*/ 0 w 88"/>
                <a:gd name="T5" fmla="*/ 18 h 112"/>
                <a:gd name="T6" fmla="*/ 55 w 88"/>
                <a:gd name="T7" fmla="*/ 33 h 112"/>
                <a:gd name="T8" fmla="*/ 80 w 88"/>
                <a:gd name="T9" fmla="*/ 134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2">
                  <a:moveTo>
                    <a:pt x="83" y="112"/>
                  </a:moveTo>
                  <a:cubicBezTo>
                    <a:pt x="83" y="112"/>
                    <a:pt x="88" y="35"/>
                    <a:pt x="74" y="22"/>
                  </a:cubicBezTo>
                  <a:cubicBezTo>
                    <a:pt x="60" y="9"/>
                    <a:pt x="22" y="0"/>
                    <a:pt x="0" y="15"/>
                  </a:cubicBezTo>
                  <a:cubicBezTo>
                    <a:pt x="0" y="15"/>
                    <a:pt x="40" y="2"/>
                    <a:pt x="58" y="27"/>
                  </a:cubicBezTo>
                  <a:cubicBezTo>
                    <a:pt x="76" y="52"/>
                    <a:pt x="85" y="85"/>
                    <a:pt x="83" y="112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6" name="Freeform 314">
              <a:extLst>
                <a:ext uri="{FF2B5EF4-FFF2-40B4-BE49-F238E27FC236}">
                  <a16:creationId xmlns:a16="http://schemas.microsoft.com/office/drawing/2014/main" id="{CAF6EE03-6CE8-49BF-AEDF-E350D4B97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406"/>
              <a:ext cx="40" cy="42"/>
            </a:xfrm>
            <a:custGeom>
              <a:avLst/>
              <a:gdLst>
                <a:gd name="T0" fmla="*/ 40 w 40"/>
                <a:gd name="T1" fmla="*/ 4 h 39"/>
                <a:gd name="T2" fmla="*/ 1 w 40"/>
                <a:gd name="T3" fmla="*/ 48 h 39"/>
                <a:gd name="T4" fmla="*/ 40 w 40"/>
                <a:gd name="T5" fmla="*/ 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9">
                  <a:moveTo>
                    <a:pt x="40" y="4"/>
                  </a:moveTo>
                  <a:cubicBezTo>
                    <a:pt x="40" y="4"/>
                    <a:pt x="0" y="0"/>
                    <a:pt x="1" y="39"/>
                  </a:cubicBezTo>
                  <a:cubicBezTo>
                    <a:pt x="1" y="39"/>
                    <a:pt x="12" y="8"/>
                    <a:pt x="40" y="4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7" name="Freeform 315">
              <a:extLst>
                <a:ext uri="{FF2B5EF4-FFF2-40B4-BE49-F238E27FC236}">
                  <a16:creationId xmlns:a16="http://schemas.microsoft.com/office/drawing/2014/main" id="{32912B42-E379-4FFD-8C13-09232FBFF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721"/>
              <a:ext cx="61" cy="72"/>
            </a:xfrm>
            <a:custGeom>
              <a:avLst/>
              <a:gdLst>
                <a:gd name="T0" fmla="*/ 46 w 61"/>
                <a:gd name="T1" fmla="*/ 0 h 68"/>
                <a:gd name="T2" fmla="*/ 0 w 61"/>
                <a:gd name="T3" fmla="*/ 66 h 68"/>
                <a:gd name="T4" fmla="*/ 46 w 61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68">
                  <a:moveTo>
                    <a:pt x="46" y="0"/>
                  </a:moveTo>
                  <a:cubicBezTo>
                    <a:pt x="46" y="0"/>
                    <a:pt x="61" y="68"/>
                    <a:pt x="0" y="56"/>
                  </a:cubicBezTo>
                  <a:cubicBezTo>
                    <a:pt x="0" y="56"/>
                    <a:pt x="45" y="59"/>
                    <a:pt x="46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8" name="Freeform 316">
              <a:extLst>
                <a:ext uri="{FF2B5EF4-FFF2-40B4-BE49-F238E27FC236}">
                  <a16:creationId xmlns:a16="http://schemas.microsoft.com/office/drawing/2014/main" id="{A3379813-FF38-4697-A942-58E63AD3B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669"/>
              <a:ext cx="76" cy="66"/>
            </a:xfrm>
            <a:custGeom>
              <a:avLst/>
              <a:gdLst>
                <a:gd name="T0" fmla="*/ 74 w 77"/>
                <a:gd name="T1" fmla="*/ 0 h 63"/>
                <a:gd name="T2" fmla="*/ 0 w 77"/>
                <a:gd name="T3" fmla="*/ 72 h 63"/>
                <a:gd name="T4" fmla="*/ 74 w 77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63">
                  <a:moveTo>
                    <a:pt x="77" y="0"/>
                  </a:moveTo>
                  <a:cubicBezTo>
                    <a:pt x="77" y="0"/>
                    <a:pt x="71" y="39"/>
                    <a:pt x="0" y="63"/>
                  </a:cubicBezTo>
                  <a:cubicBezTo>
                    <a:pt x="0" y="63"/>
                    <a:pt x="59" y="37"/>
                    <a:pt x="77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9" name="Freeform 317">
              <a:extLst>
                <a:ext uri="{FF2B5EF4-FFF2-40B4-BE49-F238E27FC236}">
                  <a16:creationId xmlns:a16="http://schemas.microsoft.com/office/drawing/2014/main" id="{8F4B068D-003F-48D3-B649-2A550554A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437"/>
              <a:ext cx="72" cy="144"/>
            </a:xfrm>
            <a:custGeom>
              <a:avLst/>
              <a:gdLst>
                <a:gd name="T0" fmla="*/ 0 w 73"/>
                <a:gd name="T1" fmla="*/ 161 h 136"/>
                <a:gd name="T2" fmla="*/ 28 w 73"/>
                <a:gd name="T3" fmla="*/ 64 h 136"/>
                <a:gd name="T4" fmla="*/ 60 w 73"/>
                <a:gd name="T5" fmla="*/ 22 h 136"/>
                <a:gd name="T6" fmla="*/ 70 w 73"/>
                <a:gd name="T7" fmla="*/ 0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36">
                  <a:moveTo>
                    <a:pt x="0" y="136"/>
                  </a:moveTo>
                  <a:cubicBezTo>
                    <a:pt x="21" y="113"/>
                    <a:pt x="14" y="80"/>
                    <a:pt x="28" y="54"/>
                  </a:cubicBezTo>
                  <a:cubicBezTo>
                    <a:pt x="37" y="38"/>
                    <a:pt x="50" y="31"/>
                    <a:pt x="63" y="19"/>
                  </a:cubicBezTo>
                  <a:cubicBezTo>
                    <a:pt x="69" y="14"/>
                    <a:pt x="69" y="5"/>
                    <a:pt x="73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0" name="Freeform 318">
              <a:extLst>
                <a:ext uri="{FF2B5EF4-FFF2-40B4-BE49-F238E27FC236}">
                  <a16:creationId xmlns:a16="http://schemas.microsoft.com/office/drawing/2014/main" id="{DEF93A23-F301-4A35-BC89-1E8C71A13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411"/>
              <a:ext cx="21" cy="78"/>
            </a:xfrm>
            <a:custGeom>
              <a:avLst/>
              <a:gdLst>
                <a:gd name="T0" fmla="*/ 0 w 22"/>
                <a:gd name="T1" fmla="*/ 86 h 74"/>
                <a:gd name="T2" fmla="*/ 19 w 22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4">
                  <a:moveTo>
                    <a:pt x="0" y="74"/>
                  </a:moveTo>
                  <a:cubicBezTo>
                    <a:pt x="20" y="52"/>
                    <a:pt x="4" y="22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1" name="Freeform 319">
              <a:extLst>
                <a:ext uri="{FF2B5EF4-FFF2-40B4-BE49-F238E27FC236}">
                  <a16:creationId xmlns:a16="http://schemas.microsoft.com/office/drawing/2014/main" id="{D59F507F-0E9C-46CE-B4BA-5B3CF22FD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466"/>
              <a:ext cx="107" cy="79"/>
            </a:xfrm>
            <a:custGeom>
              <a:avLst/>
              <a:gdLst>
                <a:gd name="T0" fmla="*/ 2 w 108"/>
                <a:gd name="T1" fmla="*/ 87 h 75"/>
                <a:gd name="T2" fmla="*/ 54 w 108"/>
                <a:gd name="T3" fmla="*/ 29 h 75"/>
                <a:gd name="T4" fmla="*/ 105 w 108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75">
                  <a:moveTo>
                    <a:pt x="2" y="75"/>
                  </a:moveTo>
                  <a:cubicBezTo>
                    <a:pt x="0" y="53"/>
                    <a:pt x="38" y="32"/>
                    <a:pt x="55" y="26"/>
                  </a:cubicBezTo>
                  <a:cubicBezTo>
                    <a:pt x="72" y="19"/>
                    <a:pt x="95" y="15"/>
                    <a:pt x="108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2" name="Freeform 320">
              <a:extLst>
                <a:ext uri="{FF2B5EF4-FFF2-40B4-BE49-F238E27FC236}">
                  <a16:creationId xmlns:a16="http://schemas.microsoft.com/office/drawing/2014/main" id="{348CA1D0-854C-4931-9892-212DF125D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437"/>
              <a:ext cx="12" cy="97"/>
            </a:xfrm>
            <a:custGeom>
              <a:avLst/>
              <a:gdLst>
                <a:gd name="T0" fmla="*/ 11 w 12"/>
                <a:gd name="T1" fmla="*/ 0 h 92"/>
                <a:gd name="T2" fmla="*/ 1 w 12"/>
                <a:gd name="T3" fmla="*/ 58 h 92"/>
                <a:gd name="T4" fmla="*/ 3 w 12"/>
                <a:gd name="T5" fmla="*/ 108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2">
                  <a:moveTo>
                    <a:pt x="11" y="0"/>
                  </a:moveTo>
                  <a:cubicBezTo>
                    <a:pt x="12" y="17"/>
                    <a:pt x="2" y="32"/>
                    <a:pt x="1" y="49"/>
                  </a:cubicBezTo>
                  <a:cubicBezTo>
                    <a:pt x="0" y="63"/>
                    <a:pt x="3" y="77"/>
                    <a:pt x="3" y="9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3" name="Freeform 321">
              <a:extLst>
                <a:ext uri="{FF2B5EF4-FFF2-40B4-BE49-F238E27FC236}">
                  <a16:creationId xmlns:a16="http://schemas.microsoft.com/office/drawing/2014/main" id="{2D045437-A837-4B8F-BA73-94BDA0301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431"/>
              <a:ext cx="99" cy="149"/>
            </a:xfrm>
            <a:custGeom>
              <a:avLst/>
              <a:gdLst>
                <a:gd name="T0" fmla="*/ 0 w 100"/>
                <a:gd name="T1" fmla="*/ 0 h 141"/>
                <a:gd name="T2" fmla="*/ 38 w 100"/>
                <a:gd name="T3" fmla="*/ 20 h 141"/>
                <a:gd name="T4" fmla="*/ 66 w 100"/>
                <a:gd name="T5" fmla="*/ 79 h 141"/>
                <a:gd name="T6" fmla="*/ 81 w 100"/>
                <a:gd name="T7" fmla="*/ 136 h 141"/>
                <a:gd name="T8" fmla="*/ 97 w 100"/>
                <a:gd name="T9" fmla="*/ 166 h 141"/>
                <a:gd name="T10" fmla="*/ 96 w 100"/>
                <a:gd name="T11" fmla="*/ 165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141">
                  <a:moveTo>
                    <a:pt x="0" y="0"/>
                  </a:moveTo>
                  <a:cubicBezTo>
                    <a:pt x="14" y="3"/>
                    <a:pt x="27" y="6"/>
                    <a:pt x="38" y="17"/>
                  </a:cubicBezTo>
                  <a:cubicBezTo>
                    <a:pt x="51" y="31"/>
                    <a:pt x="61" y="50"/>
                    <a:pt x="69" y="67"/>
                  </a:cubicBezTo>
                  <a:cubicBezTo>
                    <a:pt x="76" y="83"/>
                    <a:pt x="80" y="99"/>
                    <a:pt x="84" y="115"/>
                  </a:cubicBezTo>
                  <a:cubicBezTo>
                    <a:pt x="87" y="126"/>
                    <a:pt x="95" y="132"/>
                    <a:pt x="100" y="141"/>
                  </a:cubicBezTo>
                  <a:cubicBezTo>
                    <a:pt x="100" y="140"/>
                    <a:pt x="100" y="140"/>
                    <a:pt x="99" y="14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4" name="Freeform 322">
              <a:extLst>
                <a:ext uri="{FF2B5EF4-FFF2-40B4-BE49-F238E27FC236}">
                  <a16:creationId xmlns:a16="http://schemas.microsoft.com/office/drawing/2014/main" id="{22ED9428-31F6-4FA6-80C8-52730AC1A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422"/>
              <a:ext cx="13" cy="88"/>
            </a:xfrm>
            <a:custGeom>
              <a:avLst/>
              <a:gdLst>
                <a:gd name="T0" fmla="*/ 13 w 13"/>
                <a:gd name="T1" fmla="*/ 99 h 83"/>
                <a:gd name="T2" fmla="*/ 11 w 13"/>
                <a:gd name="T3" fmla="*/ 39 h 83"/>
                <a:gd name="T4" fmla="*/ 0 w 13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3">
                  <a:moveTo>
                    <a:pt x="13" y="83"/>
                  </a:moveTo>
                  <a:cubicBezTo>
                    <a:pt x="8" y="67"/>
                    <a:pt x="13" y="50"/>
                    <a:pt x="11" y="33"/>
                  </a:cubicBezTo>
                  <a:cubicBezTo>
                    <a:pt x="10" y="23"/>
                    <a:pt x="8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5" name="Freeform 323">
              <a:extLst>
                <a:ext uri="{FF2B5EF4-FFF2-40B4-BE49-F238E27FC236}">
                  <a16:creationId xmlns:a16="http://schemas.microsoft.com/office/drawing/2014/main" id="{C70EF067-76CB-4576-AF98-3AFB19A0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496"/>
              <a:ext cx="4" cy="53"/>
            </a:xfrm>
            <a:custGeom>
              <a:avLst/>
              <a:gdLst>
                <a:gd name="T0" fmla="*/ 4 w 4"/>
                <a:gd name="T1" fmla="*/ 59 h 50"/>
                <a:gd name="T2" fmla="*/ 0 w 4"/>
                <a:gd name="T3" fmla="*/ 27 h 50"/>
                <a:gd name="T4" fmla="*/ 2 w 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0">
                  <a:moveTo>
                    <a:pt x="4" y="50"/>
                  </a:moveTo>
                  <a:cubicBezTo>
                    <a:pt x="2" y="41"/>
                    <a:pt x="0" y="33"/>
                    <a:pt x="0" y="23"/>
                  </a:cubicBezTo>
                  <a:cubicBezTo>
                    <a:pt x="0" y="15"/>
                    <a:pt x="3" y="8"/>
                    <a:pt x="2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6" name="Freeform 324">
              <a:extLst>
                <a:ext uri="{FF2B5EF4-FFF2-40B4-BE49-F238E27FC236}">
                  <a16:creationId xmlns:a16="http://schemas.microsoft.com/office/drawing/2014/main" id="{8EA17742-E7E0-4EF2-B910-53560FFC3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466"/>
              <a:ext cx="109" cy="68"/>
            </a:xfrm>
            <a:custGeom>
              <a:avLst/>
              <a:gdLst>
                <a:gd name="T0" fmla="*/ 0 w 110"/>
                <a:gd name="T1" fmla="*/ 0 h 65"/>
                <a:gd name="T2" fmla="*/ 48 w 110"/>
                <a:gd name="T3" fmla="*/ 19 h 65"/>
                <a:gd name="T4" fmla="*/ 75 w 110"/>
                <a:gd name="T5" fmla="*/ 24 h 65"/>
                <a:gd name="T6" fmla="*/ 107 w 110"/>
                <a:gd name="T7" fmla="*/ 74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65">
                  <a:moveTo>
                    <a:pt x="0" y="0"/>
                  </a:moveTo>
                  <a:cubicBezTo>
                    <a:pt x="14" y="11"/>
                    <a:pt x="30" y="15"/>
                    <a:pt x="48" y="16"/>
                  </a:cubicBezTo>
                  <a:cubicBezTo>
                    <a:pt x="58" y="17"/>
                    <a:pt x="69" y="17"/>
                    <a:pt x="78" y="21"/>
                  </a:cubicBezTo>
                  <a:cubicBezTo>
                    <a:pt x="94" y="29"/>
                    <a:pt x="103" y="50"/>
                    <a:pt x="110" y="6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7" name="Freeform 325">
              <a:extLst>
                <a:ext uri="{FF2B5EF4-FFF2-40B4-BE49-F238E27FC236}">
                  <a16:creationId xmlns:a16="http://schemas.microsoft.com/office/drawing/2014/main" id="{4FBB9515-7B7A-4F99-97F7-BFA27323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458"/>
              <a:ext cx="27" cy="27"/>
            </a:xfrm>
            <a:custGeom>
              <a:avLst/>
              <a:gdLst>
                <a:gd name="T0" fmla="*/ 27 w 27"/>
                <a:gd name="T1" fmla="*/ 31 h 25"/>
                <a:gd name="T2" fmla="*/ 0 w 2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5">
                  <a:moveTo>
                    <a:pt x="27" y="25"/>
                  </a:moveTo>
                  <a:cubicBezTo>
                    <a:pt x="17" y="25"/>
                    <a:pt x="5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8" name="Freeform 326">
              <a:extLst>
                <a:ext uri="{FF2B5EF4-FFF2-40B4-BE49-F238E27FC236}">
                  <a16:creationId xmlns:a16="http://schemas.microsoft.com/office/drawing/2014/main" id="{57AC74D9-E724-491F-A5EE-4EAE46AA6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559"/>
              <a:ext cx="72" cy="24"/>
            </a:xfrm>
            <a:custGeom>
              <a:avLst/>
              <a:gdLst>
                <a:gd name="T0" fmla="*/ 70 w 73"/>
                <a:gd name="T1" fmla="*/ 22 h 23"/>
                <a:gd name="T2" fmla="*/ 57 w 73"/>
                <a:gd name="T3" fmla="*/ 25 h 23"/>
                <a:gd name="T4" fmla="*/ 32 w 73"/>
                <a:gd name="T5" fmla="*/ 16 h 23"/>
                <a:gd name="T6" fmla="*/ 0 w 73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3">
                  <a:moveTo>
                    <a:pt x="73" y="19"/>
                  </a:moveTo>
                  <a:cubicBezTo>
                    <a:pt x="68" y="20"/>
                    <a:pt x="65" y="23"/>
                    <a:pt x="60" y="22"/>
                  </a:cubicBezTo>
                  <a:cubicBezTo>
                    <a:pt x="50" y="22"/>
                    <a:pt x="40" y="18"/>
                    <a:pt x="32" y="13"/>
                  </a:cubicBezTo>
                  <a:cubicBezTo>
                    <a:pt x="22" y="7"/>
                    <a:pt x="12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9" name="Freeform 327">
              <a:extLst>
                <a:ext uri="{FF2B5EF4-FFF2-40B4-BE49-F238E27FC236}">
                  <a16:creationId xmlns:a16="http://schemas.microsoft.com/office/drawing/2014/main" id="{D8DB200B-9C6E-4BC7-8132-3B2540ED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2578"/>
              <a:ext cx="46" cy="14"/>
            </a:xfrm>
            <a:custGeom>
              <a:avLst/>
              <a:gdLst>
                <a:gd name="T0" fmla="*/ 44 w 47"/>
                <a:gd name="T1" fmla="*/ 1 h 14"/>
                <a:gd name="T2" fmla="*/ 23 w 47"/>
                <a:gd name="T3" fmla="*/ 5 h 14"/>
                <a:gd name="T4" fmla="*/ 9 w 47"/>
                <a:gd name="T5" fmla="*/ 12 h 14"/>
                <a:gd name="T6" fmla="*/ 0 w 4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">
                  <a:moveTo>
                    <a:pt x="47" y="1"/>
                  </a:moveTo>
                  <a:cubicBezTo>
                    <a:pt x="39" y="0"/>
                    <a:pt x="32" y="2"/>
                    <a:pt x="25" y="5"/>
                  </a:cubicBezTo>
                  <a:cubicBezTo>
                    <a:pt x="20" y="8"/>
                    <a:pt x="14" y="11"/>
                    <a:pt x="9" y="12"/>
                  </a:cubicBezTo>
                  <a:cubicBezTo>
                    <a:pt x="6" y="13"/>
                    <a:pt x="3" y="13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0" name="Freeform 328">
              <a:extLst>
                <a:ext uri="{FF2B5EF4-FFF2-40B4-BE49-F238E27FC236}">
                  <a16:creationId xmlns:a16="http://schemas.microsoft.com/office/drawing/2014/main" id="{3A2866C7-4E85-4F3B-AF07-767086F70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667"/>
              <a:ext cx="50" cy="35"/>
            </a:xfrm>
            <a:custGeom>
              <a:avLst/>
              <a:gdLst>
                <a:gd name="T0" fmla="*/ 48 w 51"/>
                <a:gd name="T1" fmla="*/ 3 h 33"/>
                <a:gd name="T2" fmla="*/ 21 w 51"/>
                <a:gd name="T3" fmla="*/ 23 h 33"/>
                <a:gd name="T4" fmla="*/ 0 w 51"/>
                <a:gd name="T5" fmla="*/ 3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3">
                  <a:moveTo>
                    <a:pt x="51" y="3"/>
                  </a:moveTo>
                  <a:cubicBezTo>
                    <a:pt x="38" y="0"/>
                    <a:pt x="29" y="13"/>
                    <a:pt x="21" y="20"/>
                  </a:cubicBezTo>
                  <a:cubicBezTo>
                    <a:pt x="14" y="27"/>
                    <a:pt x="10" y="31"/>
                    <a:pt x="0" y="3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1" name="Freeform 329">
              <a:extLst>
                <a:ext uri="{FF2B5EF4-FFF2-40B4-BE49-F238E27FC236}">
                  <a16:creationId xmlns:a16="http://schemas.microsoft.com/office/drawing/2014/main" id="{54390A54-5299-400B-BDC7-750D534C3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637"/>
              <a:ext cx="43" cy="8"/>
            </a:xfrm>
            <a:custGeom>
              <a:avLst/>
              <a:gdLst>
                <a:gd name="T0" fmla="*/ 0 w 44"/>
                <a:gd name="T1" fmla="*/ 7 h 8"/>
                <a:gd name="T2" fmla="*/ 22 w 44"/>
                <a:gd name="T3" fmla="*/ 3 h 8"/>
                <a:gd name="T4" fmla="*/ 41 w 44"/>
                <a:gd name="T5" fmla="*/ 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">
                  <a:moveTo>
                    <a:pt x="0" y="7"/>
                  </a:moveTo>
                  <a:cubicBezTo>
                    <a:pt x="9" y="8"/>
                    <a:pt x="14" y="5"/>
                    <a:pt x="22" y="3"/>
                  </a:cubicBezTo>
                  <a:cubicBezTo>
                    <a:pt x="30" y="0"/>
                    <a:pt x="36" y="3"/>
                    <a:pt x="44" y="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2" name="Freeform 330">
              <a:extLst>
                <a:ext uri="{FF2B5EF4-FFF2-40B4-BE49-F238E27FC236}">
                  <a16:creationId xmlns:a16="http://schemas.microsoft.com/office/drawing/2014/main" id="{9A240597-0FB0-4A42-A9B6-1BD8C5ED9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661"/>
              <a:ext cx="23" cy="11"/>
            </a:xfrm>
            <a:custGeom>
              <a:avLst/>
              <a:gdLst>
                <a:gd name="T0" fmla="*/ 21 w 24"/>
                <a:gd name="T1" fmla="*/ 0 h 10"/>
                <a:gd name="T2" fmla="*/ 0 w 24"/>
                <a:gd name="T3" fmla="*/ 1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24" y="0"/>
                  </a:moveTo>
                  <a:cubicBezTo>
                    <a:pt x="14" y="1"/>
                    <a:pt x="9" y="9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3" name="Freeform 331">
              <a:extLst>
                <a:ext uri="{FF2B5EF4-FFF2-40B4-BE49-F238E27FC236}">
                  <a16:creationId xmlns:a16="http://schemas.microsoft.com/office/drawing/2014/main" id="{43FB1D8F-6E57-4980-9A14-92884CAA2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678"/>
              <a:ext cx="5" cy="36"/>
            </a:xfrm>
            <a:custGeom>
              <a:avLst/>
              <a:gdLst>
                <a:gd name="T0" fmla="*/ 3 w 5"/>
                <a:gd name="T1" fmla="*/ 0 h 34"/>
                <a:gd name="T2" fmla="*/ 2 w 5"/>
                <a:gd name="T3" fmla="*/ 4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4">
                  <a:moveTo>
                    <a:pt x="3" y="0"/>
                  </a:moveTo>
                  <a:cubicBezTo>
                    <a:pt x="0" y="11"/>
                    <a:pt x="5" y="23"/>
                    <a:pt x="2" y="3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4" name="Freeform 332">
              <a:extLst>
                <a:ext uri="{FF2B5EF4-FFF2-40B4-BE49-F238E27FC236}">
                  <a16:creationId xmlns:a16="http://schemas.microsoft.com/office/drawing/2014/main" id="{84821261-5D60-40B2-BFDD-E98ABC362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690"/>
              <a:ext cx="24" cy="74"/>
            </a:xfrm>
            <a:custGeom>
              <a:avLst/>
              <a:gdLst>
                <a:gd name="T0" fmla="*/ 1 w 24"/>
                <a:gd name="T1" fmla="*/ 0 h 70"/>
                <a:gd name="T2" fmla="*/ 13 w 24"/>
                <a:gd name="T3" fmla="*/ 44 h 70"/>
                <a:gd name="T4" fmla="*/ 24 w 24"/>
                <a:gd name="T5" fmla="*/ 8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0">
                  <a:moveTo>
                    <a:pt x="1" y="0"/>
                  </a:moveTo>
                  <a:cubicBezTo>
                    <a:pt x="0" y="14"/>
                    <a:pt x="6" y="26"/>
                    <a:pt x="13" y="38"/>
                  </a:cubicBezTo>
                  <a:cubicBezTo>
                    <a:pt x="19" y="48"/>
                    <a:pt x="22" y="58"/>
                    <a:pt x="24" y="7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5" name="Freeform 333">
              <a:extLst>
                <a:ext uri="{FF2B5EF4-FFF2-40B4-BE49-F238E27FC236}">
                  <a16:creationId xmlns:a16="http://schemas.microsoft.com/office/drawing/2014/main" id="{3637A57E-311C-45D5-9FC7-0C65F7EE6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718"/>
              <a:ext cx="11" cy="54"/>
            </a:xfrm>
            <a:custGeom>
              <a:avLst/>
              <a:gdLst>
                <a:gd name="T0" fmla="*/ 4 w 11"/>
                <a:gd name="T1" fmla="*/ 0 h 51"/>
                <a:gd name="T2" fmla="*/ 3 w 11"/>
                <a:gd name="T3" fmla="*/ 6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1">
                  <a:moveTo>
                    <a:pt x="4" y="0"/>
                  </a:moveTo>
                  <a:cubicBezTo>
                    <a:pt x="11" y="16"/>
                    <a:pt x="0" y="34"/>
                    <a:pt x="3" y="5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6" name="Freeform 334">
              <a:extLst>
                <a:ext uri="{FF2B5EF4-FFF2-40B4-BE49-F238E27FC236}">
                  <a16:creationId xmlns:a16="http://schemas.microsoft.com/office/drawing/2014/main" id="{A89C11F2-FE52-474D-80DD-DD08C2551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639"/>
              <a:ext cx="28" cy="59"/>
            </a:xfrm>
            <a:custGeom>
              <a:avLst/>
              <a:gdLst>
                <a:gd name="T0" fmla="*/ 0 w 28"/>
                <a:gd name="T1" fmla="*/ 0 h 56"/>
                <a:gd name="T2" fmla="*/ 11 w 28"/>
                <a:gd name="T3" fmla="*/ 37 h 56"/>
                <a:gd name="T4" fmla="*/ 28 w 28"/>
                <a:gd name="T5" fmla="*/ 65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6">
                  <a:moveTo>
                    <a:pt x="0" y="0"/>
                  </a:moveTo>
                  <a:cubicBezTo>
                    <a:pt x="0" y="12"/>
                    <a:pt x="2" y="22"/>
                    <a:pt x="11" y="31"/>
                  </a:cubicBezTo>
                  <a:cubicBezTo>
                    <a:pt x="18" y="39"/>
                    <a:pt x="25" y="46"/>
                    <a:pt x="28" y="5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7" name="Freeform 335">
              <a:extLst>
                <a:ext uri="{FF2B5EF4-FFF2-40B4-BE49-F238E27FC236}">
                  <a16:creationId xmlns:a16="http://schemas.microsoft.com/office/drawing/2014/main" id="{A26DDEB6-225B-4B0B-AFDF-C8D757497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659"/>
              <a:ext cx="23" cy="8"/>
            </a:xfrm>
            <a:custGeom>
              <a:avLst/>
              <a:gdLst>
                <a:gd name="T0" fmla="*/ 0 w 23"/>
                <a:gd name="T1" fmla="*/ 0 h 8"/>
                <a:gd name="T2" fmla="*/ 23 w 23"/>
                <a:gd name="T3" fmla="*/ 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7" y="8"/>
                    <a:pt x="16" y="2"/>
                    <a:pt x="23" y="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8" name="Freeform 336">
              <a:extLst>
                <a:ext uri="{FF2B5EF4-FFF2-40B4-BE49-F238E27FC236}">
                  <a16:creationId xmlns:a16="http://schemas.microsoft.com/office/drawing/2014/main" id="{6A4D7212-1C14-47E9-8C21-86E8E40A3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710"/>
              <a:ext cx="7" cy="60"/>
            </a:xfrm>
            <a:custGeom>
              <a:avLst/>
              <a:gdLst>
                <a:gd name="T0" fmla="*/ 3 w 7"/>
                <a:gd name="T1" fmla="*/ 0 h 57"/>
                <a:gd name="T2" fmla="*/ 6 w 7"/>
                <a:gd name="T3" fmla="*/ 40 h 57"/>
                <a:gd name="T4" fmla="*/ 3 w 7"/>
                <a:gd name="T5" fmla="*/ 66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7">
                  <a:moveTo>
                    <a:pt x="3" y="0"/>
                  </a:moveTo>
                  <a:cubicBezTo>
                    <a:pt x="0" y="11"/>
                    <a:pt x="6" y="23"/>
                    <a:pt x="6" y="34"/>
                  </a:cubicBezTo>
                  <a:cubicBezTo>
                    <a:pt x="7" y="42"/>
                    <a:pt x="4" y="50"/>
                    <a:pt x="3" y="5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9" name="Freeform 337">
              <a:extLst>
                <a:ext uri="{FF2B5EF4-FFF2-40B4-BE49-F238E27FC236}">
                  <a16:creationId xmlns:a16="http://schemas.microsoft.com/office/drawing/2014/main" id="{957A22B9-0B41-40F3-BB55-5C4FF339A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727"/>
              <a:ext cx="14" cy="24"/>
            </a:xfrm>
            <a:custGeom>
              <a:avLst/>
              <a:gdLst>
                <a:gd name="T0" fmla="*/ 14 w 14"/>
                <a:gd name="T1" fmla="*/ 0 h 23"/>
                <a:gd name="T2" fmla="*/ 0 w 14"/>
                <a:gd name="T3" fmla="*/ 2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14" y="0"/>
                  </a:moveTo>
                  <a:cubicBezTo>
                    <a:pt x="14" y="11"/>
                    <a:pt x="8" y="16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0" name="Freeform 338">
              <a:extLst>
                <a:ext uri="{FF2B5EF4-FFF2-40B4-BE49-F238E27FC236}">
                  <a16:creationId xmlns:a16="http://schemas.microsoft.com/office/drawing/2014/main" id="{B377B121-4607-45F6-808C-C6EAD0E66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2696"/>
              <a:ext cx="19" cy="21"/>
            </a:xfrm>
            <a:custGeom>
              <a:avLst/>
              <a:gdLst>
                <a:gd name="T0" fmla="*/ 19 w 19"/>
                <a:gd name="T1" fmla="*/ 0 h 20"/>
                <a:gd name="T2" fmla="*/ 11 w 19"/>
                <a:gd name="T3" fmla="*/ 14 h 20"/>
                <a:gd name="T4" fmla="*/ 0 w 19"/>
                <a:gd name="T5" fmla="*/ 2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19" y="0"/>
                  </a:moveTo>
                  <a:cubicBezTo>
                    <a:pt x="18" y="4"/>
                    <a:pt x="15" y="8"/>
                    <a:pt x="11" y="11"/>
                  </a:cubicBezTo>
                  <a:cubicBezTo>
                    <a:pt x="7" y="14"/>
                    <a:pt x="1" y="15"/>
                    <a:pt x="0" y="2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1" name="Freeform 339">
              <a:extLst>
                <a:ext uri="{FF2B5EF4-FFF2-40B4-BE49-F238E27FC236}">
                  <a16:creationId xmlns:a16="http://schemas.microsoft.com/office/drawing/2014/main" id="{3750704E-FB3B-4636-9A8B-0E2CF2019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548"/>
              <a:ext cx="71" cy="34"/>
            </a:xfrm>
            <a:custGeom>
              <a:avLst/>
              <a:gdLst>
                <a:gd name="T0" fmla="*/ 0 w 72"/>
                <a:gd name="T1" fmla="*/ 37 h 32"/>
                <a:gd name="T2" fmla="*/ 13 w 72"/>
                <a:gd name="T3" fmla="*/ 37 h 32"/>
                <a:gd name="T4" fmla="*/ 38 w 72"/>
                <a:gd name="T5" fmla="*/ 17 h 32"/>
                <a:gd name="T6" fmla="*/ 69 w 72"/>
                <a:gd name="T7" fmla="*/ 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32">
                  <a:moveTo>
                    <a:pt x="0" y="31"/>
                  </a:moveTo>
                  <a:cubicBezTo>
                    <a:pt x="1" y="30"/>
                    <a:pt x="10" y="32"/>
                    <a:pt x="13" y="31"/>
                  </a:cubicBezTo>
                  <a:cubicBezTo>
                    <a:pt x="25" y="29"/>
                    <a:pt x="32" y="20"/>
                    <a:pt x="41" y="14"/>
                  </a:cubicBezTo>
                  <a:cubicBezTo>
                    <a:pt x="48" y="8"/>
                    <a:pt x="62" y="0"/>
                    <a:pt x="72" y="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2" name="Freeform 340">
              <a:extLst>
                <a:ext uri="{FF2B5EF4-FFF2-40B4-BE49-F238E27FC236}">
                  <a16:creationId xmlns:a16="http://schemas.microsoft.com/office/drawing/2014/main" id="{D725E586-0AD9-468E-ABA3-EE6BFD119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566"/>
              <a:ext cx="41" cy="13"/>
            </a:xfrm>
            <a:custGeom>
              <a:avLst/>
              <a:gdLst>
                <a:gd name="T0" fmla="*/ 0 w 41"/>
                <a:gd name="T1" fmla="*/ 4 h 12"/>
                <a:gd name="T2" fmla="*/ 21 w 41"/>
                <a:gd name="T3" fmla="*/ 4 h 12"/>
                <a:gd name="T4" fmla="*/ 41 w 41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2">
                  <a:moveTo>
                    <a:pt x="0" y="4"/>
                  </a:moveTo>
                  <a:cubicBezTo>
                    <a:pt x="5" y="0"/>
                    <a:pt x="16" y="3"/>
                    <a:pt x="21" y="4"/>
                  </a:cubicBezTo>
                  <a:cubicBezTo>
                    <a:pt x="28" y="5"/>
                    <a:pt x="34" y="10"/>
                    <a:pt x="41" y="1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3" name="Freeform 341">
              <a:extLst>
                <a:ext uri="{FF2B5EF4-FFF2-40B4-BE49-F238E27FC236}">
                  <a16:creationId xmlns:a16="http://schemas.microsoft.com/office/drawing/2014/main" id="{ABA7C85B-8AFF-41BB-B003-E819E3864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508"/>
              <a:ext cx="39" cy="51"/>
            </a:xfrm>
            <a:custGeom>
              <a:avLst/>
              <a:gdLst>
                <a:gd name="T0" fmla="*/ 0 w 40"/>
                <a:gd name="T1" fmla="*/ 0 h 48"/>
                <a:gd name="T2" fmla="*/ 17 w 40"/>
                <a:gd name="T3" fmla="*/ 37 h 48"/>
                <a:gd name="T4" fmla="*/ 37 w 40"/>
                <a:gd name="T5" fmla="*/ 5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8">
                  <a:moveTo>
                    <a:pt x="0" y="0"/>
                  </a:moveTo>
                  <a:cubicBezTo>
                    <a:pt x="5" y="11"/>
                    <a:pt x="9" y="23"/>
                    <a:pt x="17" y="31"/>
                  </a:cubicBezTo>
                  <a:cubicBezTo>
                    <a:pt x="24" y="38"/>
                    <a:pt x="33" y="42"/>
                    <a:pt x="40" y="4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4" name="Freeform 342">
              <a:extLst>
                <a:ext uri="{FF2B5EF4-FFF2-40B4-BE49-F238E27FC236}">
                  <a16:creationId xmlns:a16="http://schemas.microsoft.com/office/drawing/2014/main" id="{F16FFE13-BAFD-4119-AF58-4E2F8F92F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640"/>
              <a:ext cx="35" cy="64"/>
            </a:xfrm>
            <a:custGeom>
              <a:avLst/>
              <a:gdLst>
                <a:gd name="T0" fmla="*/ 34 w 35"/>
                <a:gd name="T1" fmla="*/ 0 h 61"/>
                <a:gd name="T2" fmla="*/ 14 w 35"/>
                <a:gd name="T3" fmla="*/ 33 h 61"/>
                <a:gd name="T4" fmla="*/ 0 w 35"/>
                <a:gd name="T5" fmla="*/ 7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1">
                  <a:moveTo>
                    <a:pt x="34" y="0"/>
                  </a:moveTo>
                  <a:cubicBezTo>
                    <a:pt x="35" y="14"/>
                    <a:pt x="22" y="20"/>
                    <a:pt x="14" y="29"/>
                  </a:cubicBezTo>
                  <a:cubicBezTo>
                    <a:pt x="6" y="38"/>
                    <a:pt x="3" y="50"/>
                    <a:pt x="0" y="6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5" name="Freeform 343">
              <a:extLst>
                <a:ext uri="{FF2B5EF4-FFF2-40B4-BE49-F238E27FC236}">
                  <a16:creationId xmlns:a16="http://schemas.microsoft.com/office/drawing/2014/main" id="{055241AB-E6BB-4950-9530-CED25414E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657"/>
              <a:ext cx="28" cy="92"/>
            </a:xfrm>
            <a:custGeom>
              <a:avLst/>
              <a:gdLst>
                <a:gd name="T0" fmla="*/ 28 w 28"/>
                <a:gd name="T1" fmla="*/ 0 h 87"/>
                <a:gd name="T2" fmla="*/ 25 w 28"/>
                <a:gd name="T3" fmla="*/ 8 h 87"/>
                <a:gd name="T4" fmla="*/ 25 w 28"/>
                <a:gd name="T5" fmla="*/ 26 h 87"/>
                <a:gd name="T6" fmla="*/ 21 w 28"/>
                <a:gd name="T7" fmla="*/ 63 h 87"/>
                <a:gd name="T8" fmla="*/ 0 w 28"/>
                <a:gd name="T9" fmla="*/ 103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7">
                  <a:moveTo>
                    <a:pt x="28" y="0"/>
                  </a:moveTo>
                  <a:cubicBezTo>
                    <a:pt x="28" y="3"/>
                    <a:pt x="26" y="5"/>
                    <a:pt x="25" y="8"/>
                  </a:cubicBezTo>
                  <a:cubicBezTo>
                    <a:pt x="24" y="13"/>
                    <a:pt x="25" y="19"/>
                    <a:pt x="25" y="23"/>
                  </a:cubicBezTo>
                  <a:cubicBezTo>
                    <a:pt x="25" y="33"/>
                    <a:pt x="25" y="45"/>
                    <a:pt x="21" y="54"/>
                  </a:cubicBezTo>
                  <a:cubicBezTo>
                    <a:pt x="17" y="66"/>
                    <a:pt x="6" y="76"/>
                    <a:pt x="0" y="8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6" name="Freeform 344">
              <a:extLst>
                <a:ext uri="{FF2B5EF4-FFF2-40B4-BE49-F238E27FC236}">
                  <a16:creationId xmlns:a16="http://schemas.microsoft.com/office/drawing/2014/main" id="{AD5A732B-C11F-4A43-9C96-3090FBE2F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720"/>
              <a:ext cx="37" cy="55"/>
            </a:xfrm>
            <a:custGeom>
              <a:avLst/>
              <a:gdLst>
                <a:gd name="T0" fmla="*/ 35 w 38"/>
                <a:gd name="T1" fmla="*/ 0 h 52"/>
                <a:gd name="T2" fmla="*/ 23 w 38"/>
                <a:gd name="T3" fmla="*/ 18 h 52"/>
                <a:gd name="T4" fmla="*/ 12 w 38"/>
                <a:gd name="T5" fmla="*/ 42 h 52"/>
                <a:gd name="T6" fmla="*/ 0 w 38"/>
                <a:gd name="T7" fmla="*/ 6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2">
                  <a:moveTo>
                    <a:pt x="38" y="0"/>
                  </a:moveTo>
                  <a:cubicBezTo>
                    <a:pt x="32" y="2"/>
                    <a:pt x="29" y="10"/>
                    <a:pt x="26" y="15"/>
                  </a:cubicBezTo>
                  <a:cubicBezTo>
                    <a:pt x="22" y="23"/>
                    <a:pt x="18" y="29"/>
                    <a:pt x="12" y="36"/>
                  </a:cubicBezTo>
                  <a:cubicBezTo>
                    <a:pt x="8" y="41"/>
                    <a:pt x="4" y="47"/>
                    <a:pt x="0" y="5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7" name="Freeform 345">
              <a:extLst>
                <a:ext uri="{FF2B5EF4-FFF2-40B4-BE49-F238E27FC236}">
                  <a16:creationId xmlns:a16="http://schemas.microsoft.com/office/drawing/2014/main" id="{C72F7C72-7F41-48B2-A1F1-D63FC5FE3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735"/>
              <a:ext cx="10" cy="48"/>
            </a:xfrm>
            <a:custGeom>
              <a:avLst/>
              <a:gdLst>
                <a:gd name="T0" fmla="*/ 10 w 10"/>
                <a:gd name="T1" fmla="*/ 0 h 45"/>
                <a:gd name="T2" fmla="*/ 7 w 10"/>
                <a:gd name="T3" fmla="*/ 22 h 45"/>
                <a:gd name="T4" fmla="*/ 0 w 10"/>
                <a:gd name="T5" fmla="*/ 5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10" y="0"/>
                  </a:moveTo>
                  <a:cubicBezTo>
                    <a:pt x="8" y="5"/>
                    <a:pt x="8" y="14"/>
                    <a:pt x="7" y="19"/>
                  </a:cubicBezTo>
                  <a:cubicBezTo>
                    <a:pt x="6" y="29"/>
                    <a:pt x="4" y="36"/>
                    <a:pt x="0" y="4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8" name="Freeform 346">
              <a:extLst>
                <a:ext uri="{FF2B5EF4-FFF2-40B4-BE49-F238E27FC236}">
                  <a16:creationId xmlns:a16="http://schemas.microsoft.com/office/drawing/2014/main" id="{DC4DBCF7-9FBC-4A51-9873-198495F61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711"/>
              <a:ext cx="11" cy="37"/>
            </a:xfrm>
            <a:custGeom>
              <a:avLst/>
              <a:gdLst>
                <a:gd name="T0" fmla="*/ 7 w 11"/>
                <a:gd name="T1" fmla="*/ 0 h 35"/>
                <a:gd name="T2" fmla="*/ 10 w 11"/>
                <a:gd name="T3" fmla="*/ 41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7" y="0"/>
                  </a:moveTo>
                  <a:cubicBezTo>
                    <a:pt x="0" y="12"/>
                    <a:pt x="11" y="23"/>
                    <a:pt x="10" y="3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9" name="Freeform 347">
              <a:extLst>
                <a:ext uri="{FF2B5EF4-FFF2-40B4-BE49-F238E27FC236}">
                  <a16:creationId xmlns:a16="http://schemas.microsoft.com/office/drawing/2014/main" id="{68733214-159E-4425-A3A9-E578E1C28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622"/>
              <a:ext cx="49" cy="5"/>
            </a:xfrm>
            <a:custGeom>
              <a:avLst/>
              <a:gdLst>
                <a:gd name="T0" fmla="*/ 0 w 50"/>
                <a:gd name="T1" fmla="*/ 2 h 5"/>
                <a:gd name="T2" fmla="*/ 12 w 50"/>
                <a:gd name="T3" fmla="*/ 5 h 5"/>
                <a:gd name="T4" fmla="*/ 25 w 50"/>
                <a:gd name="T5" fmla="*/ 2 h 5"/>
                <a:gd name="T6" fmla="*/ 47 w 50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">
                  <a:moveTo>
                    <a:pt x="0" y="2"/>
                  </a:moveTo>
                  <a:cubicBezTo>
                    <a:pt x="4" y="2"/>
                    <a:pt x="7" y="5"/>
                    <a:pt x="12" y="5"/>
                  </a:cubicBezTo>
                  <a:cubicBezTo>
                    <a:pt x="17" y="5"/>
                    <a:pt x="22" y="2"/>
                    <a:pt x="27" y="2"/>
                  </a:cubicBezTo>
                  <a:cubicBezTo>
                    <a:pt x="35" y="1"/>
                    <a:pt x="43" y="0"/>
                    <a:pt x="50" y="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90" name="Freeform 348">
              <a:extLst>
                <a:ext uri="{FF2B5EF4-FFF2-40B4-BE49-F238E27FC236}">
                  <a16:creationId xmlns:a16="http://schemas.microsoft.com/office/drawing/2014/main" id="{E4F301E5-32D0-4979-A9C7-1D9BE1A4D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651"/>
              <a:ext cx="20" cy="24"/>
            </a:xfrm>
            <a:custGeom>
              <a:avLst/>
              <a:gdLst>
                <a:gd name="T0" fmla="*/ 0 w 21"/>
                <a:gd name="T1" fmla="*/ 0 h 23"/>
                <a:gd name="T2" fmla="*/ 18 w 21"/>
                <a:gd name="T3" fmla="*/ 2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3">
                  <a:moveTo>
                    <a:pt x="0" y="0"/>
                  </a:moveTo>
                  <a:cubicBezTo>
                    <a:pt x="11" y="5"/>
                    <a:pt x="12" y="17"/>
                    <a:pt x="21" y="2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91" name="Freeform 349">
              <a:extLst>
                <a:ext uri="{FF2B5EF4-FFF2-40B4-BE49-F238E27FC236}">
                  <a16:creationId xmlns:a16="http://schemas.microsoft.com/office/drawing/2014/main" id="{F9446E0C-8544-4F37-9E4F-E2E5E41B5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676"/>
              <a:ext cx="30" cy="28"/>
            </a:xfrm>
            <a:custGeom>
              <a:avLst/>
              <a:gdLst>
                <a:gd name="T0" fmla="*/ 0 w 30"/>
                <a:gd name="T1" fmla="*/ 0 h 27"/>
                <a:gd name="T2" fmla="*/ 30 w 30"/>
                <a:gd name="T3" fmla="*/ 3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0" y="0"/>
                  </a:moveTo>
                  <a:cubicBezTo>
                    <a:pt x="10" y="8"/>
                    <a:pt x="24" y="15"/>
                    <a:pt x="30" y="2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92" name="Freeform 350">
              <a:extLst>
                <a:ext uri="{FF2B5EF4-FFF2-40B4-BE49-F238E27FC236}">
                  <a16:creationId xmlns:a16="http://schemas.microsoft.com/office/drawing/2014/main" id="{4B5E0ABB-F976-4410-9725-D89B3F44C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685"/>
              <a:ext cx="6" cy="29"/>
            </a:xfrm>
            <a:custGeom>
              <a:avLst/>
              <a:gdLst>
                <a:gd name="T0" fmla="*/ 2 w 6"/>
                <a:gd name="T1" fmla="*/ 0 h 27"/>
                <a:gd name="T2" fmla="*/ 5 w 6"/>
                <a:gd name="T3" fmla="*/ 3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2" y="0"/>
                  </a:moveTo>
                  <a:cubicBezTo>
                    <a:pt x="6" y="6"/>
                    <a:pt x="0" y="19"/>
                    <a:pt x="5" y="2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93" name="Freeform 351">
              <a:extLst>
                <a:ext uri="{FF2B5EF4-FFF2-40B4-BE49-F238E27FC236}">
                  <a16:creationId xmlns:a16="http://schemas.microsoft.com/office/drawing/2014/main" id="{D504750C-D3C4-42A4-8E82-5A0C5C1620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6" y="2368"/>
              <a:ext cx="469" cy="448"/>
            </a:xfrm>
            <a:custGeom>
              <a:avLst/>
              <a:gdLst>
                <a:gd name="T0" fmla="*/ 445 w 473"/>
                <a:gd name="T1" fmla="*/ 185 h 424"/>
                <a:gd name="T2" fmla="*/ 353 w 473"/>
                <a:gd name="T3" fmla="*/ 72 h 424"/>
                <a:gd name="T4" fmla="*/ 231 w 473"/>
                <a:gd name="T5" fmla="*/ 60 h 424"/>
                <a:gd name="T6" fmla="*/ 230 w 473"/>
                <a:gd name="T7" fmla="*/ 60 h 424"/>
                <a:gd name="T8" fmla="*/ 108 w 473"/>
                <a:gd name="T9" fmla="*/ 72 h 424"/>
                <a:gd name="T10" fmla="*/ 16 w 473"/>
                <a:gd name="T11" fmla="*/ 185 h 424"/>
                <a:gd name="T12" fmla="*/ 67 w 473"/>
                <a:gd name="T13" fmla="*/ 399 h 424"/>
                <a:gd name="T14" fmla="*/ 134 w 473"/>
                <a:gd name="T15" fmla="*/ 443 h 424"/>
                <a:gd name="T16" fmla="*/ 226 w 473"/>
                <a:gd name="T17" fmla="*/ 425 h 424"/>
                <a:gd name="T18" fmla="*/ 226 w 473"/>
                <a:gd name="T19" fmla="*/ 304 h 424"/>
                <a:gd name="T20" fmla="*/ 236 w 473"/>
                <a:gd name="T21" fmla="*/ 304 h 424"/>
                <a:gd name="T22" fmla="*/ 235 w 473"/>
                <a:gd name="T23" fmla="*/ 425 h 424"/>
                <a:gd name="T24" fmla="*/ 327 w 473"/>
                <a:gd name="T25" fmla="*/ 443 h 424"/>
                <a:gd name="T26" fmla="*/ 394 w 473"/>
                <a:gd name="T27" fmla="*/ 399 h 424"/>
                <a:gd name="T28" fmla="*/ 445 w 473"/>
                <a:gd name="T29" fmla="*/ 185 h 424"/>
                <a:gd name="T30" fmla="*/ 235 w 473"/>
                <a:gd name="T31" fmla="*/ 277 h 424"/>
                <a:gd name="T32" fmla="*/ 221 w 473"/>
                <a:gd name="T33" fmla="*/ 270 h 424"/>
                <a:gd name="T34" fmla="*/ 235 w 473"/>
                <a:gd name="T35" fmla="*/ 262 h 424"/>
                <a:gd name="T36" fmla="*/ 248 w 473"/>
                <a:gd name="T37" fmla="*/ 270 h 424"/>
                <a:gd name="T38" fmla="*/ 235 w 473"/>
                <a:gd name="T39" fmla="*/ 277 h 4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73" h="424">
                  <a:moveTo>
                    <a:pt x="457" y="157"/>
                  </a:moveTo>
                  <a:cubicBezTo>
                    <a:pt x="442" y="107"/>
                    <a:pt x="433" y="122"/>
                    <a:pt x="362" y="61"/>
                  </a:cubicBezTo>
                  <a:cubicBezTo>
                    <a:pt x="292" y="0"/>
                    <a:pt x="237" y="51"/>
                    <a:pt x="237" y="5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6" y="51"/>
                    <a:pt x="181" y="0"/>
                    <a:pt x="111" y="61"/>
                  </a:cubicBezTo>
                  <a:cubicBezTo>
                    <a:pt x="40" y="122"/>
                    <a:pt x="31" y="107"/>
                    <a:pt x="16" y="157"/>
                  </a:cubicBezTo>
                  <a:cubicBezTo>
                    <a:pt x="1" y="206"/>
                    <a:pt x="0" y="308"/>
                    <a:pt x="70" y="339"/>
                  </a:cubicBezTo>
                  <a:cubicBezTo>
                    <a:pt x="89" y="347"/>
                    <a:pt x="122" y="362"/>
                    <a:pt x="137" y="376"/>
                  </a:cubicBezTo>
                  <a:cubicBezTo>
                    <a:pt x="152" y="389"/>
                    <a:pt x="229" y="424"/>
                    <a:pt x="232" y="360"/>
                  </a:cubicBezTo>
                  <a:cubicBezTo>
                    <a:pt x="236" y="296"/>
                    <a:pt x="224" y="267"/>
                    <a:pt x="232" y="258"/>
                  </a:cubicBezTo>
                  <a:cubicBezTo>
                    <a:pt x="242" y="258"/>
                    <a:pt x="242" y="258"/>
                    <a:pt x="242" y="258"/>
                  </a:cubicBezTo>
                  <a:cubicBezTo>
                    <a:pt x="249" y="267"/>
                    <a:pt x="238" y="296"/>
                    <a:pt x="241" y="360"/>
                  </a:cubicBezTo>
                  <a:cubicBezTo>
                    <a:pt x="244" y="424"/>
                    <a:pt x="321" y="389"/>
                    <a:pt x="336" y="376"/>
                  </a:cubicBezTo>
                  <a:cubicBezTo>
                    <a:pt x="351" y="362"/>
                    <a:pt x="384" y="347"/>
                    <a:pt x="403" y="339"/>
                  </a:cubicBezTo>
                  <a:cubicBezTo>
                    <a:pt x="473" y="308"/>
                    <a:pt x="472" y="206"/>
                    <a:pt x="457" y="157"/>
                  </a:cubicBezTo>
                  <a:close/>
                  <a:moveTo>
                    <a:pt x="241" y="235"/>
                  </a:moveTo>
                  <a:cubicBezTo>
                    <a:pt x="233" y="235"/>
                    <a:pt x="227" y="232"/>
                    <a:pt x="227" y="229"/>
                  </a:cubicBezTo>
                  <a:cubicBezTo>
                    <a:pt x="227" y="225"/>
                    <a:pt x="233" y="222"/>
                    <a:pt x="241" y="222"/>
                  </a:cubicBezTo>
                  <a:cubicBezTo>
                    <a:pt x="248" y="222"/>
                    <a:pt x="254" y="225"/>
                    <a:pt x="254" y="229"/>
                  </a:cubicBezTo>
                  <a:cubicBezTo>
                    <a:pt x="254" y="232"/>
                    <a:pt x="248" y="235"/>
                    <a:pt x="241" y="23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641" name="Spinal-cord-cross-section-diagram">
            <a:extLst>
              <a:ext uri="{FF2B5EF4-FFF2-40B4-BE49-F238E27FC236}">
                <a16:creationId xmlns:a16="http://schemas.microsoft.com/office/drawing/2014/main" id="{1D8112CD-3C41-4AF1-B14F-EE329F00292C}"/>
              </a:ext>
            </a:extLst>
          </p:cNvPr>
          <p:cNvGrpSpPr>
            <a:grpSpLocks/>
          </p:cNvGrpSpPr>
          <p:nvPr/>
        </p:nvGrpSpPr>
        <p:grpSpPr bwMode="auto">
          <a:xfrm>
            <a:off x="3332163" y="4646613"/>
            <a:ext cx="954087" cy="698500"/>
            <a:chOff x="1139" y="2927"/>
            <a:chExt cx="601" cy="440"/>
          </a:xfrm>
        </p:grpSpPr>
        <p:sp>
          <p:nvSpPr>
            <p:cNvPr id="69698" name="Freeform 353">
              <a:extLst>
                <a:ext uri="{FF2B5EF4-FFF2-40B4-BE49-F238E27FC236}">
                  <a16:creationId xmlns:a16="http://schemas.microsoft.com/office/drawing/2014/main" id="{3E0DC6C1-1237-416B-8F0A-72B2E642F1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9" y="2927"/>
              <a:ext cx="601" cy="440"/>
            </a:xfrm>
            <a:custGeom>
              <a:avLst/>
              <a:gdLst>
                <a:gd name="T0" fmla="*/ 506 w 605"/>
                <a:gd name="T1" fmla="*/ 111 h 416"/>
                <a:gd name="T2" fmla="*/ 456 w 605"/>
                <a:gd name="T3" fmla="*/ 62 h 416"/>
                <a:gd name="T4" fmla="*/ 398 w 605"/>
                <a:gd name="T5" fmla="*/ 17 h 416"/>
                <a:gd name="T6" fmla="*/ 349 w 605"/>
                <a:gd name="T7" fmla="*/ 2 h 416"/>
                <a:gd name="T8" fmla="*/ 297 w 605"/>
                <a:gd name="T9" fmla="*/ 25 h 416"/>
                <a:gd name="T10" fmla="*/ 295 w 605"/>
                <a:gd name="T11" fmla="*/ 25 h 416"/>
                <a:gd name="T12" fmla="*/ 243 w 605"/>
                <a:gd name="T13" fmla="*/ 2 h 416"/>
                <a:gd name="T14" fmla="*/ 195 w 605"/>
                <a:gd name="T15" fmla="*/ 17 h 416"/>
                <a:gd name="T16" fmla="*/ 136 w 605"/>
                <a:gd name="T17" fmla="*/ 62 h 416"/>
                <a:gd name="T18" fmla="*/ 87 w 605"/>
                <a:gd name="T19" fmla="*/ 111 h 416"/>
                <a:gd name="T20" fmla="*/ 70 w 605"/>
                <a:gd name="T21" fmla="*/ 383 h 416"/>
                <a:gd name="T22" fmla="*/ 243 w 605"/>
                <a:gd name="T23" fmla="*/ 481 h 416"/>
                <a:gd name="T24" fmla="*/ 287 w 605"/>
                <a:gd name="T25" fmla="*/ 383 h 416"/>
                <a:gd name="T26" fmla="*/ 291 w 605"/>
                <a:gd name="T27" fmla="*/ 298 h 416"/>
                <a:gd name="T28" fmla="*/ 302 w 605"/>
                <a:gd name="T29" fmla="*/ 298 h 416"/>
                <a:gd name="T30" fmla="*/ 306 w 605"/>
                <a:gd name="T31" fmla="*/ 383 h 416"/>
                <a:gd name="T32" fmla="*/ 349 w 605"/>
                <a:gd name="T33" fmla="*/ 481 h 416"/>
                <a:gd name="T34" fmla="*/ 523 w 605"/>
                <a:gd name="T35" fmla="*/ 383 h 416"/>
                <a:gd name="T36" fmla="*/ 506 w 605"/>
                <a:gd name="T37" fmla="*/ 111 h 416"/>
                <a:gd name="T38" fmla="*/ 297 w 605"/>
                <a:gd name="T39" fmla="*/ 272 h 416"/>
                <a:gd name="T40" fmla="*/ 281 w 605"/>
                <a:gd name="T41" fmla="*/ 264 h 416"/>
                <a:gd name="T42" fmla="*/ 297 w 605"/>
                <a:gd name="T43" fmla="*/ 255 h 416"/>
                <a:gd name="T44" fmla="*/ 313 w 605"/>
                <a:gd name="T45" fmla="*/ 264 h 416"/>
                <a:gd name="T46" fmla="*/ 297 w 605"/>
                <a:gd name="T47" fmla="*/ 272 h 41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5" h="416">
                  <a:moveTo>
                    <a:pt x="515" y="94"/>
                  </a:moveTo>
                  <a:cubicBezTo>
                    <a:pt x="494" y="63"/>
                    <a:pt x="485" y="74"/>
                    <a:pt x="465" y="53"/>
                  </a:cubicBezTo>
                  <a:cubicBezTo>
                    <a:pt x="445" y="32"/>
                    <a:pt x="428" y="13"/>
                    <a:pt x="407" y="14"/>
                  </a:cubicBezTo>
                  <a:cubicBezTo>
                    <a:pt x="385" y="16"/>
                    <a:pt x="375" y="0"/>
                    <a:pt x="355" y="2"/>
                  </a:cubicBezTo>
                  <a:cubicBezTo>
                    <a:pt x="307" y="5"/>
                    <a:pt x="303" y="22"/>
                    <a:pt x="303" y="22"/>
                  </a:cubicBezTo>
                  <a:cubicBezTo>
                    <a:pt x="301" y="22"/>
                    <a:pt x="301" y="22"/>
                    <a:pt x="301" y="22"/>
                  </a:cubicBezTo>
                  <a:cubicBezTo>
                    <a:pt x="301" y="22"/>
                    <a:pt x="297" y="5"/>
                    <a:pt x="249" y="2"/>
                  </a:cubicBezTo>
                  <a:cubicBezTo>
                    <a:pt x="230" y="0"/>
                    <a:pt x="220" y="16"/>
                    <a:pt x="198" y="14"/>
                  </a:cubicBezTo>
                  <a:cubicBezTo>
                    <a:pt x="176" y="13"/>
                    <a:pt x="160" y="32"/>
                    <a:pt x="139" y="53"/>
                  </a:cubicBezTo>
                  <a:cubicBezTo>
                    <a:pt x="119" y="74"/>
                    <a:pt x="111" y="63"/>
                    <a:pt x="90" y="94"/>
                  </a:cubicBezTo>
                  <a:cubicBezTo>
                    <a:pt x="68" y="126"/>
                    <a:pt x="0" y="231"/>
                    <a:pt x="70" y="323"/>
                  </a:cubicBezTo>
                  <a:cubicBezTo>
                    <a:pt x="140" y="416"/>
                    <a:pt x="188" y="411"/>
                    <a:pt x="249" y="407"/>
                  </a:cubicBezTo>
                  <a:cubicBezTo>
                    <a:pt x="310" y="402"/>
                    <a:pt x="294" y="362"/>
                    <a:pt x="293" y="323"/>
                  </a:cubicBezTo>
                  <a:cubicBezTo>
                    <a:pt x="292" y="284"/>
                    <a:pt x="287" y="257"/>
                    <a:pt x="297" y="252"/>
                  </a:cubicBezTo>
                  <a:cubicBezTo>
                    <a:pt x="308" y="252"/>
                    <a:pt x="308" y="252"/>
                    <a:pt x="308" y="252"/>
                  </a:cubicBezTo>
                  <a:cubicBezTo>
                    <a:pt x="318" y="257"/>
                    <a:pt x="312" y="284"/>
                    <a:pt x="312" y="323"/>
                  </a:cubicBezTo>
                  <a:cubicBezTo>
                    <a:pt x="311" y="362"/>
                    <a:pt x="294" y="402"/>
                    <a:pt x="355" y="407"/>
                  </a:cubicBezTo>
                  <a:cubicBezTo>
                    <a:pt x="416" y="411"/>
                    <a:pt x="464" y="416"/>
                    <a:pt x="534" y="323"/>
                  </a:cubicBezTo>
                  <a:cubicBezTo>
                    <a:pt x="605" y="231"/>
                    <a:pt x="536" y="126"/>
                    <a:pt x="515" y="94"/>
                  </a:cubicBezTo>
                  <a:close/>
                  <a:moveTo>
                    <a:pt x="303" y="230"/>
                  </a:moveTo>
                  <a:cubicBezTo>
                    <a:pt x="294" y="230"/>
                    <a:pt x="287" y="227"/>
                    <a:pt x="287" y="223"/>
                  </a:cubicBezTo>
                  <a:cubicBezTo>
                    <a:pt x="287" y="219"/>
                    <a:pt x="294" y="216"/>
                    <a:pt x="303" y="216"/>
                  </a:cubicBezTo>
                  <a:cubicBezTo>
                    <a:pt x="312" y="216"/>
                    <a:pt x="319" y="219"/>
                    <a:pt x="319" y="223"/>
                  </a:cubicBezTo>
                  <a:cubicBezTo>
                    <a:pt x="319" y="227"/>
                    <a:pt x="312" y="230"/>
                    <a:pt x="303" y="230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9" name="Freeform 354">
              <a:extLst>
                <a:ext uri="{FF2B5EF4-FFF2-40B4-BE49-F238E27FC236}">
                  <a16:creationId xmlns:a16="http://schemas.microsoft.com/office/drawing/2014/main" id="{A8966805-B01B-4EBF-8431-2AF9387C60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7" y="2977"/>
              <a:ext cx="463" cy="345"/>
            </a:xfrm>
            <a:custGeom>
              <a:avLst/>
              <a:gdLst>
                <a:gd name="T0" fmla="*/ 406 w 467"/>
                <a:gd name="T1" fmla="*/ 201 h 326"/>
                <a:gd name="T2" fmla="*/ 396 w 467"/>
                <a:gd name="T3" fmla="*/ 96 h 326"/>
                <a:gd name="T4" fmla="*/ 399 w 467"/>
                <a:gd name="T5" fmla="*/ 23 h 326"/>
                <a:gd name="T6" fmla="*/ 337 w 467"/>
                <a:gd name="T7" fmla="*/ 38 h 326"/>
                <a:gd name="T8" fmla="*/ 286 w 467"/>
                <a:gd name="T9" fmla="*/ 121 h 326"/>
                <a:gd name="T10" fmla="*/ 240 w 467"/>
                <a:gd name="T11" fmla="*/ 195 h 326"/>
                <a:gd name="T12" fmla="*/ 215 w 467"/>
                <a:gd name="T13" fmla="*/ 195 h 326"/>
                <a:gd name="T14" fmla="*/ 170 w 467"/>
                <a:gd name="T15" fmla="*/ 121 h 326"/>
                <a:gd name="T16" fmla="*/ 118 w 467"/>
                <a:gd name="T17" fmla="*/ 38 h 326"/>
                <a:gd name="T18" fmla="*/ 58 w 467"/>
                <a:gd name="T19" fmla="*/ 23 h 326"/>
                <a:gd name="T20" fmla="*/ 59 w 467"/>
                <a:gd name="T21" fmla="*/ 96 h 326"/>
                <a:gd name="T22" fmla="*/ 48 w 467"/>
                <a:gd name="T23" fmla="*/ 201 h 326"/>
                <a:gd name="T24" fmla="*/ 39 w 467"/>
                <a:gd name="T25" fmla="*/ 295 h 326"/>
                <a:gd name="T26" fmla="*/ 118 w 467"/>
                <a:gd name="T27" fmla="*/ 351 h 326"/>
                <a:gd name="T28" fmla="*/ 147 w 467"/>
                <a:gd name="T29" fmla="*/ 349 h 326"/>
                <a:gd name="T30" fmla="*/ 173 w 467"/>
                <a:gd name="T31" fmla="*/ 270 h 326"/>
                <a:gd name="T32" fmla="*/ 208 w 467"/>
                <a:gd name="T33" fmla="*/ 223 h 326"/>
                <a:gd name="T34" fmla="*/ 246 w 467"/>
                <a:gd name="T35" fmla="*/ 223 h 326"/>
                <a:gd name="T36" fmla="*/ 283 w 467"/>
                <a:gd name="T37" fmla="*/ 270 h 326"/>
                <a:gd name="T38" fmla="*/ 308 w 467"/>
                <a:gd name="T39" fmla="*/ 349 h 326"/>
                <a:gd name="T40" fmla="*/ 336 w 467"/>
                <a:gd name="T41" fmla="*/ 351 h 326"/>
                <a:gd name="T42" fmla="*/ 416 w 467"/>
                <a:gd name="T43" fmla="*/ 295 h 326"/>
                <a:gd name="T44" fmla="*/ 406 w 467"/>
                <a:gd name="T45" fmla="*/ 201 h 326"/>
                <a:gd name="T46" fmla="*/ 229 w 467"/>
                <a:gd name="T47" fmla="*/ 217 h 326"/>
                <a:gd name="T48" fmla="*/ 213 w 467"/>
                <a:gd name="T49" fmla="*/ 208 h 326"/>
                <a:gd name="T50" fmla="*/ 229 w 467"/>
                <a:gd name="T51" fmla="*/ 200 h 326"/>
                <a:gd name="T52" fmla="*/ 245 w 467"/>
                <a:gd name="T53" fmla="*/ 208 h 326"/>
                <a:gd name="T54" fmla="*/ 229 w 467"/>
                <a:gd name="T55" fmla="*/ 217 h 32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7" h="326">
                  <a:moveTo>
                    <a:pt x="418" y="170"/>
                  </a:moveTo>
                  <a:cubicBezTo>
                    <a:pt x="387" y="150"/>
                    <a:pt x="380" y="124"/>
                    <a:pt x="405" y="81"/>
                  </a:cubicBezTo>
                  <a:cubicBezTo>
                    <a:pt x="429" y="39"/>
                    <a:pt x="408" y="20"/>
                    <a:pt x="408" y="20"/>
                  </a:cubicBezTo>
                  <a:cubicBezTo>
                    <a:pt x="408" y="20"/>
                    <a:pt x="365" y="0"/>
                    <a:pt x="346" y="32"/>
                  </a:cubicBezTo>
                  <a:cubicBezTo>
                    <a:pt x="327" y="64"/>
                    <a:pt x="286" y="49"/>
                    <a:pt x="293" y="102"/>
                  </a:cubicBezTo>
                  <a:cubicBezTo>
                    <a:pt x="301" y="155"/>
                    <a:pt x="288" y="168"/>
                    <a:pt x="246" y="164"/>
                  </a:cubicBezTo>
                  <a:cubicBezTo>
                    <a:pt x="221" y="164"/>
                    <a:pt x="221" y="164"/>
                    <a:pt x="221" y="164"/>
                  </a:cubicBezTo>
                  <a:cubicBezTo>
                    <a:pt x="179" y="168"/>
                    <a:pt x="166" y="155"/>
                    <a:pt x="173" y="102"/>
                  </a:cubicBezTo>
                  <a:cubicBezTo>
                    <a:pt x="180" y="49"/>
                    <a:pt x="140" y="64"/>
                    <a:pt x="121" y="32"/>
                  </a:cubicBezTo>
                  <a:cubicBezTo>
                    <a:pt x="101" y="0"/>
                    <a:pt x="58" y="20"/>
                    <a:pt x="58" y="20"/>
                  </a:cubicBezTo>
                  <a:cubicBezTo>
                    <a:pt x="58" y="20"/>
                    <a:pt x="38" y="39"/>
                    <a:pt x="62" y="81"/>
                  </a:cubicBezTo>
                  <a:cubicBezTo>
                    <a:pt x="86" y="124"/>
                    <a:pt x="80" y="150"/>
                    <a:pt x="48" y="170"/>
                  </a:cubicBezTo>
                  <a:cubicBezTo>
                    <a:pt x="17" y="190"/>
                    <a:pt x="0" y="213"/>
                    <a:pt x="39" y="249"/>
                  </a:cubicBezTo>
                  <a:cubicBezTo>
                    <a:pt x="78" y="286"/>
                    <a:pt x="59" y="326"/>
                    <a:pt x="121" y="297"/>
                  </a:cubicBezTo>
                  <a:cubicBezTo>
                    <a:pt x="130" y="293"/>
                    <a:pt x="134" y="286"/>
                    <a:pt x="150" y="295"/>
                  </a:cubicBezTo>
                  <a:cubicBezTo>
                    <a:pt x="165" y="303"/>
                    <a:pt x="210" y="278"/>
                    <a:pt x="178" y="228"/>
                  </a:cubicBezTo>
                  <a:cubicBezTo>
                    <a:pt x="146" y="179"/>
                    <a:pt x="183" y="190"/>
                    <a:pt x="214" y="188"/>
                  </a:cubicBezTo>
                  <a:cubicBezTo>
                    <a:pt x="252" y="188"/>
                    <a:pt x="252" y="188"/>
                    <a:pt x="252" y="188"/>
                  </a:cubicBezTo>
                  <a:cubicBezTo>
                    <a:pt x="283" y="190"/>
                    <a:pt x="321" y="179"/>
                    <a:pt x="289" y="228"/>
                  </a:cubicBezTo>
                  <a:cubicBezTo>
                    <a:pt x="257" y="278"/>
                    <a:pt x="301" y="303"/>
                    <a:pt x="317" y="295"/>
                  </a:cubicBezTo>
                  <a:cubicBezTo>
                    <a:pt x="333" y="286"/>
                    <a:pt x="336" y="293"/>
                    <a:pt x="345" y="297"/>
                  </a:cubicBezTo>
                  <a:cubicBezTo>
                    <a:pt x="407" y="326"/>
                    <a:pt x="388" y="286"/>
                    <a:pt x="428" y="249"/>
                  </a:cubicBezTo>
                  <a:cubicBezTo>
                    <a:pt x="467" y="213"/>
                    <a:pt x="450" y="190"/>
                    <a:pt x="418" y="170"/>
                  </a:cubicBezTo>
                  <a:close/>
                  <a:moveTo>
                    <a:pt x="235" y="183"/>
                  </a:moveTo>
                  <a:cubicBezTo>
                    <a:pt x="226" y="183"/>
                    <a:pt x="219" y="180"/>
                    <a:pt x="219" y="176"/>
                  </a:cubicBezTo>
                  <a:cubicBezTo>
                    <a:pt x="219" y="172"/>
                    <a:pt x="226" y="169"/>
                    <a:pt x="235" y="169"/>
                  </a:cubicBezTo>
                  <a:cubicBezTo>
                    <a:pt x="244" y="169"/>
                    <a:pt x="251" y="172"/>
                    <a:pt x="251" y="176"/>
                  </a:cubicBezTo>
                  <a:cubicBezTo>
                    <a:pt x="251" y="180"/>
                    <a:pt x="244" y="183"/>
                    <a:pt x="235" y="183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0" name="Freeform 355">
              <a:extLst>
                <a:ext uri="{FF2B5EF4-FFF2-40B4-BE49-F238E27FC236}">
                  <a16:creationId xmlns:a16="http://schemas.microsoft.com/office/drawing/2014/main" id="{2BEA343B-EBF6-4592-90A3-082B69BFB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977"/>
              <a:ext cx="463" cy="345"/>
            </a:xfrm>
            <a:custGeom>
              <a:avLst/>
              <a:gdLst>
                <a:gd name="T0" fmla="*/ 406 w 467"/>
                <a:gd name="T1" fmla="*/ 201 h 326"/>
                <a:gd name="T2" fmla="*/ 396 w 467"/>
                <a:gd name="T3" fmla="*/ 96 h 326"/>
                <a:gd name="T4" fmla="*/ 399 w 467"/>
                <a:gd name="T5" fmla="*/ 23 h 326"/>
                <a:gd name="T6" fmla="*/ 337 w 467"/>
                <a:gd name="T7" fmla="*/ 38 h 326"/>
                <a:gd name="T8" fmla="*/ 286 w 467"/>
                <a:gd name="T9" fmla="*/ 121 h 326"/>
                <a:gd name="T10" fmla="*/ 240 w 467"/>
                <a:gd name="T11" fmla="*/ 195 h 326"/>
                <a:gd name="T12" fmla="*/ 215 w 467"/>
                <a:gd name="T13" fmla="*/ 195 h 326"/>
                <a:gd name="T14" fmla="*/ 170 w 467"/>
                <a:gd name="T15" fmla="*/ 121 h 326"/>
                <a:gd name="T16" fmla="*/ 118 w 467"/>
                <a:gd name="T17" fmla="*/ 38 h 326"/>
                <a:gd name="T18" fmla="*/ 58 w 467"/>
                <a:gd name="T19" fmla="*/ 23 h 326"/>
                <a:gd name="T20" fmla="*/ 59 w 467"/>
                <a:gd name="T21" fmla="*/ 96 h 326"/>
                <a:gd name="T22" fmla="*/ 48 w 467"/>
                <a:gd name="T23" fmla="*/ 201 h 326"/>
                <a:gd name="T24" fmla="*/ 39 w 467"/>
                <a:gd name="T25" fmla="*/ 295 h 326"/>
                <a:gd name="T26" fmla="*/ 118 w 467"/>
                <a:gd name="T27" fmla="*/ 351 h 326"/>
                <a:gd name="T28" fmla="*/ 147 w 467"/>
                <a:gd name="T29" fmla="*/ 349 h 326"/>
                <a:gd name="T30" fmla="*/ 173 w 467"/>
                <a:gd name="T31" fmla="*/ 270 h 326"/>
                <a:gd name="T32" fmla="*/ 208 w 467"/>
                <a:gd name="T33" fmla="*/ 223 h 326"/>
                <a:gd name="T34" fmla="*/ 246 w 467"/>
                <a:gd name="T35" fmla="*/ 223 h 326"/>
                <a:gd name="T36" fmla="*/ 283 w 467"/>
                <a:gd name="T37" fmla="*/ 270 h 326"/>
                <a:gd name="T38" fmla="*/ 308 w 467"/>
                <a:gd name="T39" fmla="*/ 349 h 326"/>
                <a:gd name="T40" fmla="*/ 336 w 467"/>
                <a:gd name="T41" fmla="*/ 351 h 326"/>
                <a:gd name="T42" fmla="*/ 415 w 467"/>
                <a:gd name="T43" fmla="*/ 295 h 326"/>
                <a:gd name="T44" fmla="*/ 406 w 467"/>
                <a:gd name="T45" fmla="*/ 201 h 3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67" h="326">
                  <a:moveTo>
                    <a:pt x="418" y="170"/>
                  </a:moveTo>
                  <a:cubicBezTo>
                    <a:pt x="387" y="150"/>
                    <a:pt x="380" y="124"/>
                    <a:pt x="405" y="81"/>
                  </a:cubicBezTo>
                  <a:cubicBezTo>
                    <a:pt x="429" y="39"/>
                    <a:pt x="408" y="20"/>
                    <a:pt x="408" y="20"/>
                  </a:cubicBezTo>
                  <a:cubicBezTo>
                    <a:pt x="408" y="20"/>
                    <a:pt x="365" y="0"/>
                    <a:pt x="346" y="32"/>
                  </a:cubicBezTo>
                  <a:cubicBezTo>
                    <a:pt x="327" y="64"/>
                    <a:pt x="286" y="49"/>
                    <a:pt x="293" y="102"/>
                  </a:cubicBezTo>
                  <a:cubicBezTo>
                    <a:pt x="301" y="155"/>
                    <a:pt x="288" y="168"/>
                    <a:pt x="246" y="164"/>
                  </a:cubicBezTo>
                  <a:cubicBezTo>
                    <a:pt x="221" y="164"/>
                    <a:pt x="221" y="164"/>
                    <a:pt x="221" y="164"/>
                  </a:cubicBezTo>
                  <a:cubicBezTo>
                    <a:pt x="179" y="168"/>
                    <a:pt x="166" y="155"/>
                    <a:pt x="173" y="102"/>
                  </a:cubicBezTo>
                  <a:cubicBezTo>
                    <a:pt x="180" y="49"/>
                    <a:pt x="140" y="64"/>
                    <a:pt x="121" y="32"/>
                  </a:cubicBezTo>
                  <a:cubicBezTo>
                    <a:pt x="101" y="0"/>
                    <a:pt x="58" y="20"/>
                    <a:pt x="58" y="20"/>
                  </a:cubicBezTo>
                  <a:cubicBezTo>
                    <a:pt x="58" y="20"/>
                    <a:pt x="38" y="39"/>
                    <a:pt x="62" y="81"/>
                  </a:cubicBezTo>
                  <a:cubicBezTo>
                    <a:pt x="86" y="124"/>
                    <a:pt x="80" y="150"/>
                    <a:pt x="48" y="170"/>
                  </a:cubicBezTo>
                  <a:cubicBezTo>
                    <a:pt x="17" y="190"/>
                    <a:pt x="0" y="213"/>
                    <a:pt x="39" y="249"/>
                  </a:cubicBezTo>
                  <a:cubicBezTo>
                    <a:pt x="78" y="286"/>
                    <a:pt x="59" y="326"/>
                    <a:pt x="121" y="297"/>
                  </a:cubicBezTo>
                  <a:cubicBezTo>
                    <a:pt x="130" y="293"/>
                    <a:pt x="134" y="286"/>
                    <a:pt x="150" y="295"/>
                  </a:cubicBezTo>
                  <a:cubicBezTo>
                    <a:pt x="165" y="303"/>
                    <a:pt x="210" y="278"/>
                    <a:pt x="178" y="228"/>
                  </a:cubicBezTo>
                  <a:cubicBezTo>
                    <a:pt x="146" y="179"/>
                    <a:pt x="183" y="190"/>
                    <a:pt x="214" y="188"/>
                  </a:cubicBezTo>
                  <a:cubicBezTo>
                    <a:pt x="252" y="188"/>
                    <a:pt x="252" y="188"/>
                    <a:pt x="252" y="188"/>
                  </a:cubicBezTo>
                  <a:cubicBezTo>
                    <a:pt x="283" y="190"/>
                    <a:pt x="321" y="179"/>
                    <a:pt x="289" y="228"/>
                  </a:cubicBezTo>
                  <a:cubicBezTo>
                    <a:pt x="257" y="278"/>
                    <a:pt x="301" y="303"/>
                    <a:pt x="317" y="295"/>
                  </a:cubicBezTo>
                  <a:cubicBezTo>
                    <a:pt x="333" y="286"/>
                    <a:pt x="336" y="293"/>
                    <a:pt x="345" y="297"/>
                  </a:cubicBezTo>
                  <a:cubicBezTo>
                    <a:pt x="407" y="326"/>
                    <a:pt x="388" y="286"/>
                    <a:pt x="427" y="249"/>
                  </a:cubicBezTo>
                  <a:cubicBezTo>
                    <a:pt x="467" y="213"/>
                    <a:pt x="450" y="190"/>
                    <a:pt x="418" y="17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1" name="Freeform 356">
              <a:extLst>
                <a:ext uri="{FF2B5EF4-FFF2-40B4-BE49-F238E27FC236}">
                  <a16:creationId xmlns:a16="http://schemas.microsoft.com/office/drawing/2014/main" id="{41EFB572-E583-40B6-9EAA-A0CDC6F73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193"/>
              <a:ext cx="52" cy="82"/>
            </a:xfrm>
            <a:custGeom>
              <a:avLst/>
              <a:gdLst>
                <a:gd name="T0" fmla="*/ 5 w 53"/>
                <a:gd name="T1" fmla="*/ 0 h 78"/>
                <a:gd name="T2" fmla="*/ 15 w 53"/>
                <a:gd name="T3" fmla="*/ 36 h 78"/>
                <a:gd name="T4" fmla="*/ 50 w 53"/>
                <a:gd name="T5" fmla="*/ 90 h 78"/>
                <a:gd name="T6" fmla="*/ 20 w 53"/>
                <a:gd name="T7" fmla="*/ 37 h 78"/>
                <a:gd name="T8" fmla="*/ 5 w 53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8">
                  <a:moveTo>
                    <a:pt x="5" y="0"/>
                  </a:moveTo>
                  <a:cubicBezTo>
                    <a:pt x="5" y="0"/>
                    <a:pt x="0" y="18"/>
                    <a:pt x="15" y="30"/>
                  </a:cubicBezTo>
                  <a:cubicBezTo>
                    <a:pt x="30" y="42"/>
                    <a:pt x="50" y="71"/>
                    <a:pt x="53" y="78"/>
                  </a:cubicBezTo>
                  <a:cubicBezTo>
                    <a:pt x="53" y="78"/>
                    <a:pt x="33" y="38"/>
                    <a:pt x="20" y="31"/>
                  </a:cubicBezTo>
                  <a:cubicBezTo>
                    <a:pt x="7" y="23"/>
                    <a:pt x="3" y="9"/>
                    <a:pt x="5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2" name="Freeform 357">
              <a:extLst>
                <a:ext uri="{FF2B5EF4-FFF2-40B4-BE49-F238E27FC236}">
                  <a16:creationId xmlns:a16="http://schemas.microsoft.com/office/drawing/2014/main" id="{AD434159-647E-4A17-B6E1-8491594B4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3002"/>
              <a:ext cx="33" cy="74"/>
            </a:xfrm>
            <a:custGeom>
              <a:avLst/>
              <a:gdLst>
                <a:gd name="T0" fmla="*/ 20 w 33"/>
                <a:gd name="T1" fmla="*/ 0 h 70"/>
                <a:gd name="T2" fmla="*/ 33 w 33"/>
                <a:gd name="T3" fmla="*/ 82 h 70"/>
                <a:gd name="T4" fmla="*/ 20 w 3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0">
                  <a:moveTo>
                    <a:pt x="20" y="0"/>
                  </a:moveTo>
                  <a:cubicBezTo>
                    <a:pt x="20" y="0"/>
                    <a:pt x="0" y="16"/>
                    <a:pt x="33" y="70"/>
                  </a:cubicBezTo>
                  <a:cubicBezTo>
                    <a:pt x="33" y="70"/>
                    <a:pt x="9" y="27"/>
                    <a:pt x="2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3" name="Freeform 358">
              <a:extLst>
                <a:ext uri="{FF2B5EF4-FFF2-40B4-BE49-F238E27FC236}">
                  <a16:creationId xmlns:a16="http://schemas.microsoft.com/office/drawing/2014/main" id="{0C7E3BA2-4903-4D26-BC00-DB1607482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3079"/>
              <a:ext cx="21" cy="65"/>
            </a:xfrm>
            <a:custGeom>
              <a:avLst/>
              <a:gdLst>
                <a:gd name="T0" fmla="*/ 14 w 22"/>
                <a:gd name="T1" fmla="*/ 0 h 61"/>
                <a:gd name="T2" fmla="*/ 19 w 22"/>
                <a:gd name="T3" fmla="*/ 72 h 61"/>
                <a:gd name="T4" fmla="*/ 14 w 22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1">
                  <a:moveTo>
                    <a:pt x="17" y="0"/>
                  </a:moveTo>
                  <a:cubicBezTo>
                    <a:pt x="17" y="0"/>
                    <a:pt x="7" y="48"/>
                    <a:pt x="22" y="60"/>
                  </a:cubicBezTo>
                  <a:cubicBezTo>
                    <a:pt x="22" y="60"/>
                    <a:pt x="0" y="61"/>
                    <a:pt x="17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4" name="Freeform 359">
              <a:extLst>
                <a:ext uri="{FF2B5EF4-FFF2-40B4-BE49-F238E27FC236}">
                  <a16:creationId xmlns:a16="http://schemas.microsoft.com/office/drawing/2014/main" id="{A26EF820-E84A-4C9C-ADA9-E6851FAF9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3176"/>
              <a:ext cx="32" cy="55"/>
            </a:xfrm>
            <a:custGeom>
              <a:avLst/>
              <a:gdLst>
                <a:gd name="T0" fmla="*/ 16 w 33"/>
                <a:gd name="T1" fmla="*/ 0 h 52"/>
                <a:gd name="T2" fmla="*/ 0 w 33"/>
                <a:gd name="T3" fmla="*/ 61 h 52"/>
                <a:gd name="T4" fmla="*/ 16 w 3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2">
                  <a:moveTo>
                    <a:pt x="17" y="0"/>
                  </a:moveTo>
                  <a:cubicBezTo>
                    <a:pt x="17" y="0"/>
                    <a:pt x="28" y="11"/>
                    <a:pt x="0" y="52"/>
                  </a:cubicBezTo>
                  <a:cubicBezTo>
                    <a:pt x="0" y="52"/>
                    <a:pt x="33" y="13"/>
                    <a:pt x="17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5" name="Freeform 360">
              <a:extLst>
                <a:ext uri="{FF2B5EF4-FFF2-40B4-BE49-F238E27FC236}">
                  <a16:creationId xmlns:a16="http://schemas.microsoft.com/office/drawing/2014/main" id="{CE6E1688-54EC-496B-AE3B-5F9C89330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3038"/>
              <a:ext cx="87" cy="131"/>
            </a:xfrm>
            <a:custGeom>
              <a:avLst/>
              <a:gdLst>
                <a:gd name="T0" fmla="*/ 72 w 87"/>
                <a:gd name="T1" fmla="*/ 0 h 124"/>
                <a:gd name="T2" fmla="*/ 87 w 87"/>
                <a:gd name="T3" fmla="*/ 146 h 124"/>
                <a:gd name="T4" fmla="*/ 72 w 87"/>
                <a:gd name="T5" fmla="*/ 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4">
                  <a:moveTo>
                    <a:pt x="72" y="0"/>
                  </a:moveTo>
                  <a:cubicBezTo>
                    <a:pt x="72" y="0"/>
                    <a:pt x="7" y="87"/>
                    <a:pt x="87" y="124"/>
                  </a:cubicBezTo>
                  <a:cubicBezTo>
                    <a:pt x="87" y="124"/>
                    <a:pt x="0" y="98"/>
                    <a:pt x="72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6" name="Freeform 361">
              <a:extLst>
                <a:ext uri="{FF2B5EF4-FFF2-40B4-BE49-F238E27FC236}">
                  <a16:creationId xmlns:a16="http://schemas.microsoft.com/office/drawing/2014/main" id="{11E5C2DB-4AA0-4405-96D1-300B9398E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157"/>
              <a:ext cx="13" cy="11"/>
            </a:xfrm>
            <a:custGeom>
              <a:avLst/>
              <a:gdLst>
                <a:gd name="T0" fmla="*/ 12 w 13"/>
                <a:gd name="T1" fmla="*/ 0 h 11"/>
                <a:gd name="T2" fmla="*/ 13 w 13"/>
                <a:gd name="T3" fmla="*/ 11 h 11"/>
                <a:gd name="T4" fmla="*/ 12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2" y="0"/>
                  </a:moveTo>
                  <a:cubicBezTo>
                    <a:pt x="12" y="0"/>
                    <a:pt x="6" y="7"/>
                    <a:pt x="13" y="11"/>
                  </a:cubicBezTo>
                  <a:cubicBezTo>
                    <a:pt x="13" y="11"/>
                    <a:pt x="0" y="5"/>
                    <a:pt x="12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7" name="Freeform 362">
              <a:extLst>
                <a:ext uri="{FF2B5EF4-FFF2-40B4-BE49-F238E27FC236}">
                  <a16:creationId xmlns:a16="http://schemas.microsoft.com/office/drawing/2014/main" id="{0104B1D2-3306-403D-866C-733592DD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950"/>
              <a:ext cx="9" cy="191"/>
            </a:xfrm>
            <a:custGeom>
              <a:avLst/>
              <a:gdLst>
                <a:gd name="T0" fmla="*/ 2 w 9"/>
                <a:gd name="T1" fmla="*/ 0 h 180"/>
                <a:gd name="T2" fmla="*/ 2 w 9"/>
                <a:gd name="T3" fmla="*/ 215 h 180"/>
                <a:gd name="T4" fmla="*/ 6 w 9"/>
                <a:gd name="T5" fmla="*/ 0 h 180"/>
                <a:gd name="T6" fmla="*/ 2 w 9"/>
                <a:gd name="T7" fmla="*/ 0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0">
                  <a:moveTo>
                    <a:pt x="2" y="0"/>
                  </a:moveTo>
                  <a:cubicBezTo>
                    <a:pt x="2" y="0"/>
                    <a:pt x="0" y="168"/>
                    <a:pt x="2" y="180"/>
                  </a:cubicBezTo>
                  <a:cubicBezTo>
                    <a:pt x="2" y="180"/>
                    <a:pt x="9" y="12"/>
                    <a:pt x="6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8" name="Freeform 363">
              <a:extLst>
                <a:ext uri="{FF2B5EF4-FFF2-40B4-BE49-F238E27FC236}">
                  <a16:creationId xmlns:a16="http://schemas.microsoft.com/office/drawing/2014/main" id="{7433DAC1-2068-40B8-83CA-E30242D52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2929"/>
              <a:ext cx="76" cy="130"/>
            </a:xfrm>
            <a:custGeom>
              <a:avLst/>
              <a:gdLst>
                <a:gd name="T0" fmla="*/ 68 w 77"/>
                <a:gd name="T1" fmla="*/ 145 h 123"/>
                <a:gd name="T2" fmla="*/ 62 w 77"/>
                <a:gd name="T3" fmla="*/ 22 h 123"/>
                <a:gd name="T4" fmla="*/ 0 w 77"/>
                <a:gd name="T5" fmla="*/ 16 h 123"/>
                <a:gd name="T6" fmla="*/ 56 w 77"/>
                <a:gd name="T7" fmla="*/ 38 h 123"/>
                <a:gd name="T8" fmla="*/ 68 w 77"/>
                <a:gd name="T9" fmla="*/ 145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23">
                  <a:moveTo>
                    <a:pt x="71" y="123"/>
                  </a:moveTo>
                  <a:cubicBezTo>
                    <a:pt x="71" y="123"/>
                    <a:pt x="77" y="31"/>
                    <a:pt x="65" y="19"/>
                  </a:cubicBezTo>
                  <a:cubicBezTo>
                    <a:pt x="52" y="6"/>
                    <a:pt x="16" y="1"/>
                    <a:pt x="0" y="13"/>
                  </a:cubicBezTo>
                  <a:cubicBezTo>
                    <a:pt x="0" y="13"/>
                    <a:pt x="47" y="0"/>
                    <a:pt x="59" y="32"/>
                  </a:cubicBezTo>
                  <a:cubicBezTo>
                    <a:pt x="72" y="64"/>
                    <a:pt x="71" y="123"/>
                    <a:pt x="71" y="123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9" name="Freeform 364">
              <a:extLst>
                <a:ext uri="{FF2B5EF4-FFF2-40B4-BE49-F238E27FC236}">
                  <a16:creationId xmlns:a16="http://schemas.microsoft.com/office/drawing/2014/main" id="{8F795DA9-A6C2-4197-A32A-E61B3F061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928"/>
              <a:ext cx="39" cy="61"/>
            </a:xfrm>
            <a:custGeom>
              <a:avLst/>
              <a:gdLst>
                <a:gd name="T0" fmla="*/ 39 w 39"/>
                <a:gd name="T1" fmla="*/ 7 h 58"/>
                <a:gd name="T2" fmla="*/ 3 w 39"/>
                <a:gd name="T3" fmla="*/ 67 h 58"/>
                <a:gd name="T4" fmla="*/ 39 w 39"/>
                <a:gd name="T5" fmla="*/ 7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8">
                  <a:moveTo>
                    <a:pt x="39" y="7"/>
                  </a:moveTo>
                  <a:cubicBezTo>
                    <a:pt x="39" y="7"/>
                    <a:pt x="0" y="0"/>
                    <a:pt x="3" y="58"/>
                  </a:cubicBezTo>
                  <a:cubicBezTo>
                    <a:pt x="3" y="58"/>
                    <a:pt x="18" y="6"/>
                    <a:pt x="39" y="7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0" name="Freeform 365">
              <a:extLst>
                <a:ext uri="{FF2B5EF4-FFF2-40B4-BE49-F238E27FC236}">
                  <a16:creationId xmlns:a16="http://schemas.microsoft.com/office/drawing/2014/main" id="{5BEE5D67-429D-43D0-B911-657825F7E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280"/>
              <a:ext cx="70" cy="76"/>
            </a:xfrm>
            <a:custGeom>
              <a:avLst/>
              <a:gdLst>
                <a:gd name="T0" fmla="*/ 46 w 70"/>
                <a:gd name="T1" fmla="*/ 0 h 72"/>
                <a:gd name="T2" fmla="*/ 0 w 70"/>
                <a:gd name="T3" fmla="*/ 80 h 72"/>
                <a:gd name="T4" fmla="*/ 46 w 70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72">
                  <a:moveTo>
                    <a:pt x="46" y="0"/>
                  </a:moveTo>
                  <a:cubicBezTo>
                    <a:pt x="46" y="0"/>
                    <a:pt x="70" y="72"/>
                    <a:pt x="0" y="68"/>
                  </a:cubicBezTo>
                  <a:cubicBezTo>
                    <a:pt x="0" y="68"/>
                    <a:pt x="54" y="61"/>
                    <a:pt x="46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1" name="Freeform 366">
              <a:extLst>
                <a:ext uri="{FF2B5EF4-FFF2-40B4-BE49-F238E27FC236}">
                  <a16:creationId xmlns:a16="http://schemas.microsoft.com/office/drawing/2014/main" id="{A9A35701-1143-49DD-BD94-6952F6552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3305"/>
              <a:ext cx="115" cy="60"/>
            </a:xfrm>
            <a:custGeom>
              <a:avLst/>
              <a:gdLst>
                <a:gd name="T0" fmla="*/ 0 w 115"/>
                <a:gd name="T1" fmla="*/ 54 h 57"/>
                <a:gd name="T2" fmla="*/ 115 w 115"/>
                <a:gd name="T3" fmla="*/ 0 h 57"/>
                <a:gd name="T4" fmla="*/ 0 w 115"/>
                <a:gd name="T5" fmla="*/ 54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57">
                  <a:moveTo>
                    <a:pt x="0" y="46"/>
                  </a:moveTo>
                  <a:cubicBezTo>
                    <a:pt x="0" y="46"/>
                    <a:pt x="70" y="57"/>
                    <a:pt x="115" y="0"/>
                  </a:cubicBezTo>
                  <a:cubicBezTo>
                    <a:pt x="115" y="0"/>
                    <a:pt x="75" y="45"/>
                    <a:pt x="0" y="46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2" name="Freeform 367">
              <a:extLst>
                <a:ext uri="{FF2B5EF4-FFF2-40B4-BE49-F238E27FC236}">
                  <a16:creationId xmlns:a16="http://schemas.microsoft.com/office/drawing/2014/main" id="{B3896B88-7B42-485C-BF85-653EF1D91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3185"/>
              <a:ext cx="26" cy="32"/>
            </a:xfrm>
            <a:custGeom>
              <a:avLst/>
              <a:gdLst>
                <a:gd name="T0" fmla="*/ 26 w 26"/>
                <a:gd name="T1" fmla="*/ 0 h 30"/>
                <a:gd name="T2" fmla="*/ 15 w 26"/>
                <a:gd name="T3" fmla="*/ 36 h 30"/>
                <a:gd name="T4" fmla="*/ 26 w 2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0">
                  <a:moveTo>
                    <a:pt x="26" y="0"/>
                  </a:moveTo>
                  <a:cubicBezTo>
                    <a:pt x="26" y="0"/>
                    <a:pt x="13" y="4"/>
                    <a:pt x="15" y="30"/>
                  </a:cubicBezTo>
                  <a:cubicBezTo>
                    <a:pt x="15" y="30"/>
                    <a:pt x="0" y="5"/>
                    <a:pt x="26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3" name="Freeform 368">
              <a:extLst>
                <a:ext uri="{FF2B5EF4-FFF2-40B4-BE49-F238E27FC236}">
                  <a16:creationId xmlns:a16="http://schemas.microsoft.com/office/drawing/2014/main" id="{E4F1A31B-C757-40DC-BC0D-8E005580F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959"/>
              <a:ext cx="71" cy="174"/>
            </a:xfrm>
            <a:custGeom>
              <a:avLst/>
              <a:gdLst>
                <a:gd name="T0" fmla="*/ 0 w 72"/>
                <a:gd name="T1" fmla="*/ 193 h 165"/>
                <a:gd name="T2" fmla="*/ 8 w 72"/>
                <a:gd name="T3" fmla="*/ 170 h 165"/>
                <a:gd name="T4" fmla="*/ 26 w 72"/>
                <a:gd name="T5" fmla="*/ 90 h 165"/>
                <a:gd name="T6" fmla="*/ 47 w 72"/>
                <a:gd name="T7" fmla="*/ 25 h 165"/>
                <a:gd name="T8" fmla="*/ 69 w 72"/>
                <a:gd name="T9" fmla="*/ 0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65">
                  <a:moveTo>
                    <a:pt x="0" y="165"/>
                  </a:moveTo>
                  <a:cubicBezTo>
                    <a:pt x="5" y="160"/>
                    <a:pt x="7" y="150"/>
                    <a:pt x="8" y="145"/>
                  </a:cubicBezTo>
                  <a:cubicBezTo>
                    <a:pt x="15" y="122"/>
                    <a:pt x="20" y="100"/>
                    <a:pt x="26" y="77"/>
                  </a:cubicBezTo>
                  <a:cubicBezTo>
                    <a:pt x="31" y="58"/>
                    <a:pt x="38" y="38"/>
                    <a:pt x="50" y="22"/>
                  </a:cubicBezTo>
                  <a:cubicBezTo>
                    <a:pt x="56" y="14"/>
                    <a:pt x="65" y="7"/>
                    <a:pt x="72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4" name="Freeform 369">
              <a:extLst>
                <a:ext uri="{FF2B5EF4-FFF2-40B4-BE49-F238E27FC236}">
                  <a16:creationId xmlns:a16="http://schemas.microsoft.com/office/drawing/2014/main" id="{337B8E85-DD25-49D3-8898-BB397AF34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961"/>
              <a:ext cx="6" cy="90"/>
            </a:xfrm>
            <a:custGeom>
              <a:avLst/>
              <a:gdLst>
                <a:gd name="T0" fmla="*/ 2 w 6"/>
                <a:gd name="T1" fmla="*/ 101 h 85"/>
                <a:gd name="T2" fmla="*/ 3 w 6"/>
                <a:gd name="T3" fmla="*/ 57 h 85"/>
                <a:gd name="T4" fmla="*/ 1 w 6"/>
                <a:gd name="T5" fmla="*/ 20 h 85"/>
                <a:gd name="T6" fmla="*/ 6 w 6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5">
                  <a:moveTo>
                    <a:pt x="2" y="85"/>
                  </a:moveTo>
                  <a:cubicBezTo>
                    <a:pt x="6" y="74"/>
                    <a:pt x="4" y="59"/>
                    <a:pt x="3" y="48"/>
                  </a:cubicBezTo>
                  <a:cubicBezTo>
                    <a:pt x="3" y="38"/>
                    <a:pt x="0" y="27"/>
                    <a:pt x="1" y="17"/>
                  </a:cubicBezTo>
                  <a:cubicBezTo>
                    <a:pt x="2" y="11"/>
                    <a:pt x="5" y="6"/>
                    <a:pt x="6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5" name="Freeform 370">
              <a:extLst>
                <a:ext uri="{FF2B5EF4-FFF2-40B4-BE49-F238E27FC236}">
                  <a16:creationId xmlns:a16="http://schemas.microsoft.com/office/drawing/2014/main" id="{396EA2CA-EC00-4D1A-8FA4-A5EA64D77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951"/>
              <a:ext cx="57" cy="175"/>
            </a:xfrm>
            <a:custGeom>
              <a:avLst/>
              <a:gdLst>
                <a:gd name="T0" fmla="*/ 0 w 58"/>
                <a:gd name="T1" fmla="*/ 0 h 165"/>
                <a:gd name="T2" fmla="*/ 47 w 58"/>
                <a:gd name="T3" fmla="*/ 127 h 165"/>
                <a:gd name="T4" fmla="*/ 55 w 58"/>
                <a:gd name="T5" fmla="*/ 197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65">
                  <a:moveTo>
                    <a:pt x="0" y="0"/>
                  </a:moveTo>
                  <a:cubicBezTo>
                    <a:pt x="34" y="20"/>
                    <a:pt x="43" y="72"/>
                    <a:pt x="50" y="107"/>
                  </a:cubicBezTo>
                  <a:cubicBezTo>
                    <a:pt x="54" y="125"/>
                    <a:pt x="56" y="146"/>
                    <a:pt x="58" y="16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6" name="Freeform 371">
              <a:extLst>
                <a:ext uri="{FF2B5EF4-FFF2-40B4-BE49-F238E27FC236}">
                  <a16:creationId xmlns:a16="http://schemas.microsoft.com/office/drawing/2014/main" id="{8D9A17D1-A2EF-488D-8733-CDC06EA57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995"/>
              <a:ext cx="52" cy="76"/>
            </a:xfrm>
            <a:custGeom>
              <a:avLst/>
              <a:gdLst>
                <a:gd name="T0" fmla="*/ 49 w 53"/>
                <a:gd name="T1" fmla="*/ 84 h 72"/>
                <a:gd name="T2" fmla="*/ 29 w 53"/>
                <a:gd name="T3" fmla="*/ 51 h 72"/>
                <a:gd name="T4" fmla="*/ 0 w 53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2">
                  <a:moveTo>
                    <a:pt x="52" y="72"/>
                  </a:moveTo>
                  <a:cubicBezTo>
                    <a:pt x="53" y="60"/>
                    <a:pt x="39" y="50"/>
                    <a:pt x="32" y="43"/>
                  </a:cubicBezTo>
                  <a:cubicBezTo>
                    <a:pt x="21" y="32"/>
                    <a:pt x="0" y="1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7" name="Freeform 372">
              <a:extLst>
                <a:ext uri="{FF2B5EF4-FFF2-40B4-BE49-F238E27FC236}">
                  <a16:creationId xmlns:a16="http://schemas.microsoft.com/office/drawing/2014/main" id="{0E226006-C17E-4D73-85BF-81E170E36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966"/>
              <a:ext cx="53" cy="58"/>
            </a:xfrm>
            <a:custGeom>
              <a:avLst/>
              <a:gdLst>
                <a:gd name="T0" fmla="*/ 0 w 53"/>
                <a:gd name="T1" fmla="*/ 0 h 55"/>
                <a:gd name="T2" fmla="*/ 53 w 53"/>
                <a:gd name="T3" fmla="*/ 6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55">
                  <a:moveTo>
                    <a:pt x="0" y="0"/>
                  </a:moveTo>
                  <a:cubicBezTo>
                    <a:pt x="26" y="8"/>
                    <a:pt x="31" y="44"/>
                    <a:pt x="53" y="5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8" name="Freeform 373">
              <a:extLst>
                <a:ext uri="{FF2B5EF4-FFF2-40B4-BE49-F238E27FC236}">
                  <a16:creationId xmlns:a16="http://schemas.microsoft.com/office/drawing/2014/main" id="{2C3B8E35-957F-4020-A23C-4DE501448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960"/>
              <a:ext cx="52" cy="56"/>
            </a:xfrm>
            <a:custGeom>
              <a:avLst/>
              <a:gdLst>
                <a:gd name="T0" fmla="*/ 0 w 52"/>
                <a:gd name="T1" fmla="*/ 62 h 53"/>
                <a:gd name="T2" fmla="*/ 25 w 52"/>
                <a:gd name="T3" fmla="*/ 22 h 53"/>
                <a:gd name="T4" fmla="*/ 52 w 52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3">
                  <a:moveTo>
                    <a:pt x="0" y="53"/>
                  </a:moveTo>
                  <a:cubicBezTo>
                    <a:pt x="3" y="40"/>
                    <a:pt x="14" y="28"/>
                    <a:pt x="25" y="19"/>
                  </a:cubicBezTo>
                  <a:cubicBezTo>
                    <a:pt x="32" y="13"/>
                    <a:pt x="47" y="8"/>
                    <a:pt x="52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9" name="Freeform 374">
              <a:extLst>
                <a:ext uri="{FF2B5EF4-FFF2-40B4-BE49-F238E27FC236}">
                  <a16:creationId xmlns:a16="http://schemas.microsoft.com/office/drawing/2014/main" id="{B54704E4-F7A0-4984-8D00-9C4430113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066"/>
              <a:ext cx="35" cy="71"/>
            </a:xfrm>
            <a:custGeom>
              <a:avLst/>
              <a:gdLst>
                <a:gd name="T0" fmla="*/ 0 w 35"/>
                <a:gd name="T1" fmla="*/ 0 h 67"/>
                <a:gd name="T2" fmla="*/ 18 w 35"/>
                <a:gd name="T3" fmla="*/ 52 h 67"/>
                <a:gd name="T4" fmla="*/ 35 w 35"/>
                <a:gd name="T5" fmla="*/ 79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7">
                  <a:moveTo>
                    <a:pt x="0" y="0"/>
                  </a:moveTo>
                  <a:cubicBezTo>
                    <a:pt x="10" y="12"/>
                    <a:pt x="11" y="29"/>
                    <a:pt x="18" y="43"/>
                  </a:cubicBezTo>
                  <a:cubicBezTo>
                    <a:pt x="22" y="52"/>
                    <a:pt x="32" y="58"/>
                    <a:pt x="35" y="6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20" name="Freeform 375">
              <a:extLst>
                <a:ext uri="{FF2B5EF4-FFF2-40B4-BE49-F238E27FC236}">
                  <a16:creationId xmlns:a16="http://schemas.microsoft.com/office/drawing/2014/main" id="{FD67710C-DC43-4C19-B3D1-333630E11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3104"/>
              <a:ext cx="21" cy="33"/>
            </a:xfrm>
            <a:custGeom>
              <a:avLst/>
              <a:gdLst>
                <a:gd name="T0" fmla="*/ 0 w 21"/>
                <a:gd name="T1" fmla="*/ 37 h 31"/>
                <a:gd name="T2" fmla="*/ 21 w 21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1">
                  <a:moveTo>
                    <a:pt x="0" y="31"/>
                  </a:moveTo>
                  <a:cubicBezTo>
                    <a:pt x="10" y="29"/>
                    <a:pt x="17" y="8"/>
                    <a:pt x="21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21" name="Freeform 376">
              <a:extLst>
                <a:ext uri="{FF2B5EF4-FFF2-40B4-BE49-F238E27FC236}">
                  <a16:creationId xmlns:a16="http://schemas.microsoft.com/office/drawing/2014/main" id="{1A9F929B-1622-40A3-80EA-292B834DE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3084"/>
              <a:ext cx="54" cy="38"/>
            </a:xfrm>
            <a:custGeom>
              <a:avLst/>
              <a:gdLst>
                <a:gd name="T0" fmla="*/ 52 w 55"/>
                <a:gd name="T1" fmla="*/ 42 h 36"/>
                <a:gd name="T2" fmla="*/ 0 w 55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36">
                  <a:moveTo>
                    <a:pt x="55" y="36"/>
                  </a:moveTo>
                  <a:cubicBezTo>
                    <a:pt x="47" y="13"/>
                    <a:pt x="9" y="2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22" name="Freeform 377">
              <a:extLst>
                <a:ext uri="{FF2B5EF4-FFF2-40B4-BE49-F238E27FC236}">
                  <a16:creationId xmlns:a16="http://schemas.microsoft.com/office/drawing/2014/main" id="{D9D0BC19-B0FE-4471-9CED-F186DCE59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3096"/>
              <a:ext cx="40" cy="7"/>
            </a:xfrm>
            <a:custGeom>
              <a:avLst/>
              <a:gdLst>
                <a:gd name="T0" fmla="*/ 40 w 40"/>
                <a:gd name="T1" fmla="*/ 8 h 6"/>
                <a:gd name="T2" fmla="*/ 0 w 40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">
                  <a:moveTo>
                    <a:pt x="40" y="5"/>
                  </a:moveTo>
                  <a:cubicBezTo>
                    <a:pt x="26" y="0"/>
                    <a:pt x="14" y="6"/>
                    <a:pt x="0" y="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23" name="Freeform 378">
              <a:extLst>
                <a:ext uri="{FF2B5EF4-FFF2-40B4-BE49-F238E27FC236}">
                  <a16:creationId xmlns:a16="http://schemas.microsoft.com/office/drawing/2014/main" id="{FE71D4C1-6FBD-438A-A3B6-32A1B81BC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3145"/>
              <a:ext cx="60" cy="16"/>
            </a:xfrm>
            <a:custGeom>
              <a:avLst/>
              <a:gdLst>
                <a:gd name="T0" fmla="*/ 58 w 61"/>
                <a:gd name="T1" fmla="*/ 1 h 15"/>
                <a:gd name="T2" fmla="*/ 50 w 61"/>
                <a:gd name="T3" fmla="*/ 0 h 15"/>
                <a:gd name="T4" fmla="*/ 31 w 61"/>
                <a:gd name="T5" fmla="*/ 5 h 15"/>
                <a:gd name="T6" fmla="*/ 0 w 61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5">
                  <a:moveTo>
                    <a:pt x="61" y="1"/>
                  </a:moveTo>
                  <a:cubicBezTo>
                    <a:pt x="58" y="1"/>
                    <a:pt x="56" y="0"/>
                    <a:pt x="53" y="0"/>
                  </a:cubicBezTo>
                  <a:cubicBezTo>
                    <a:pt x="46" y="0"/>
                    <a:pt x="40" y="2"/>
                    <a:pt x="34" y="5"/>
                  </a:cubicBezTo>
                  <a:cubicBezTo>
                    <a:pt x="24" y="8"/>
                    <a:pt x="10" y="15"/>
                    <a:pt x="0" y="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24" name="Freeform 379">
              <a:extLst>
                <a:ext uri="{FF2B5EF4-FFF2-40B4-BE49-F238E27FC236}">
                  <a16:creationId xmlns:a16="http://schemas.microsoft.com/office/drawing/2014/main" id="{9BE30143-B177-41F2-ACA6-9A7B7EFD4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3146"/>
              <a:ext cx="56" cy="48"/>
            </a:xfrm>
            <a:custGeom>
              <a:avLst/>
              <a:gdLst>
                <a:gd name="T0" fmla="*/ 54 w 57"/>
                <a:gd name="T1" fmla="*/ 0 h 45"/>
                <a:gd name="T2" fmla="*/ 27 w 57"/>
                <a:gd name="T3" fmla="*/ 22 h 45"/>
                <a:gd name="T4" fmla="*/ 11 w 57"/>
                <a:gd name="T5" fmla="*/ 42 h 45"/>
                <a:gd name="T6" fmla="*/ 0 w 57"/>
                <a:gd name="T7" fmla="*/ 5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5">
                  <a:moveTo>
                    <a:pt x="57" y="0"/>
                  </a:moveTo>
                  <a:cubicBezTo>
                    <a:pt x="44" y="0"/>
                    <a:pt x="36" y="11"/>
                    <a:pt x="27" y="19"/>
                  </a:cubicBezTo>
                  <a:cubicBezTo>
                    <a:pt x="21" y="24"/>
                    <a:pt x="16" y="28"/>
                    <a:pt x="11" y="35"/>
                  </a:cubicBezTo>
                  <a:cubicBezTo>
                    <a:pt x="8" y="39"/>
                    <a:pt x="5" y="44"/>
                    <a:pt x="0" y="45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25" name="Freeform 380">
              <a:extLst>
                <a:ext uri="{FF2B5EF4-FFF2-40B4-BE49-F238E27FC236}">
                  <a16:creationId xmlns:a16="http://schemas.microsoft.com/office/drawing/2014/main" id="{240EF559-D156-4F2E-949C-A073F936D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063"/>
              <a:ext cx="53" cy="48"/>
            </a:xfrm>
            <a:custGeom>
              <a:avLst/>
              <a:gdLst>
                <a:gd name="T0" fmla="*/ 0 w 54"/>
                <a:gd name="T1" fmla="*/ 52 h 46"/>
                <a:gd name="T2" fmla="*/ 11 w 54"/>
                <a:gd name="T3" fmla="*/ 42 h 46"/>
                <a:gd name="T4" fmla="*/ 34 w 54"/>
                <a:gd name="T5" fmla="*/ 21 h 46"/>
                <a:gd name="T6" fmla="*/ 51 w 54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6">
                  <a:moveTo>
                    <a:pt x="0" y="46"/>
                  </a:moveTo>
                  <a:cubicBezTo>
                    <a:pt x="4" y="46"/>
                    <a:pt x="8" y="39"/>
                    <a:pt x="11" y="36"/>
                  </a:cubicBezTo>
                  <a:cubicBezTo>
                    <a:pt x="19" y="29"/>
                    <a:pt x="28" y="24"/>
                    <a:pt x="37" y="18"/>
                  </a:cubicBezTo>
                  <a:cubicBezTo>
                    <a:pt x="45" y="13"/>
                    <a:pt x="49" y="7"/>
                    <a:pt x="54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26" name="Freeform 381">
              <a:extLst>
                <a:ext uri="{FF2B5EF4-FFF2-40B4-BE49-F238E27FC236}">
                  <a16:creationId xmlns:a16="http://schemas.microsoft.com/office/drawing/2014/main" id="{CE56D191-CED7-4656-B631-E6777E16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3017"/>
              <a:ext cx="19" cy="76"/>
            </a:xfrm>
            <a:custGeom>
              <a:avLst/>
              <a:gdLst>
                <a:gd name="T0" fmla="*/ 0 w 20"/>
                <a:gd name="T1" fmla="*/ 84 h 72"/>
                <a:gd name="T2" fmla="*/ 13 w 20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2">
                  <a:moveTo>
                    <a:pt x="0" y="72"/>
                  </a:moveTo>
                  <a:cubicBezTo>
                    <a:pt x="20" y="53"/>
                    <a:pt x="9" y="23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27" name="Freeform 382">
              <a:extLst>
                <a:ext uri="{FF2B5EF4-FFF2-40B4-BE49-F238E27FC236}">
                  <a16:creationId xmlns:a16="http://schemas.microsoft.com/office/drawing/2014/main" id="{2E6BAEAF-77B3-41BD-ABA4-FD0066F76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121"/>
              <a:ext cx="78" cy="10"/>
            </a:xfrm>
            <a:custGeom>
              <a:avLst/>
              <a:gdLst>
                <a:gd name="T0" fmla="*/ 0 w 79"/>
                <a:gd name="T1" fmla="*/ 6 h 10"/>
                <a:gd name="T2" fmla="*/ 17 w 79"/>
                <a:gd name="T3" fmla="*/ 1 h 10"/>
                <a:gd name="T4" fmla="*/ 39 w 79"/>
                <a:gd name="T5" fmla="*/ 4 h 10"/>
                <a:gd name="T6" fmla="*/ 76 w 79"/>
                <a:gd name="T7" fmla="*/ 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0">
                  <a:moveTo>
                    <a:pt x="0" y="6"/>
                  </a:moveTo>
                  <a:cubicBezTo>
                    <a:pt x="6" y="5"/>
                    <a:pt x="11" y="2"/>
                    <a:pt x="17" y="1"/>
                  </a:cubicBezTo>
                  <a:cubicBezTo>
                    <a:pt x="26" y="0"/>
                    <a:pt x="34" y="2"/>
                    <a:pt x="42" y="4"/>
                  </a:cubicBezTo>
                  <a:cubicBezTo>
                    <a:pt x="54" y="7"/>
                    <a:pt x="67" y="10"/>
                    <a:pt x="79" y="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28" name="Freeform 383">
              <a:extLst>
                <a:ext uri="{FF2B5EF4-FFF2-40B4-BE49-F238E27FC236}">
                  <a16:creationId xmlns:a16="http://schemas.microsoft.com/office/drawing/2014/main" id="{9819985E-831E-461B-9BB0-C991557F9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124"/>
              <a:ext cx="36" cy="31"/>
            </a:xfrm>
            <a:custGeom>
              <a:avLst/>
              <a:gdLst>
                <a:gd name="T0" fmla="*/ 0 w 37"/>
                <a:gd name="T1" fmla="*/ 0 h 29"/>
                <a:gd name="T2" fmla="*/ 34 w 37"/>
                <a:gd name="T3" fmla="*/ 3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9">
                  <a:moveTo>
                    <a:pt x="0" y="0"/>
                  </a:moveTo>
                  <a:cubicBezTo>
                    <a:pt x="13" y="5"/>
                    <a:pt x="22" y="24"/>
                    <a:pt x="37" y="2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29" name="Freeform 384">
              <a:extLst>
                <a:ext uri="{FF2B5EF4-FFF2-40B4-BE49-F238E27FC236}">
                  <a16:creationId xmlns:a16="http://schemas.microsoft.com/office/drawing/2014/main" id="{E574024E-3678-465E-AA2E-F89CCA24E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166"/>
              <a:ext cx="38" cy="41"/>
            </a:xfrm>
            <a:custGeom>
              <a:avLst/>
              <a:gdLst>
                <a:gd name="T0" fmla="*/ 0 w 38"/>
                <a:gd name="T1" fmla="*/ 0 h 38"/>
                <a:gd name="T2" fmla="*/ 18 w 38"/>
                <a:gd name="T3" fmla="*/ 19 h 38"/>
                <a:gd name="T4" fmla="*/ 38 w 38"/>
                <a:gd name="T5" fmla="*/ 4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8">
                  <a:moveTo>
                    <a:pt x="0" y="0"/>
                  </a:moveTo>
                  <a:cubicBezTo>
                    <a:pt x="7" y="4"/>
                    <a:pt x="12" y="10"/>
                    <a:pt x="18" y="16"/>
                  </a:cubicBezTo>
                  <a:cubicBezTo>
                    <a:pt x="24" y="21"/>
                    <a:pt x="30" y="36"/>
                    <a:pt x="38" y="3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30" name="Freeform 385">
              <a:extLst>
                <a:ext uri="{FF2B5EF4-FFF2-40B4-BE49-F238E27FC236}">
                  <a16:creationId xmlns:a16="http://schemas.microsoft.com/office/drawing/2014/main" id="{A35AB6F9-EC4C-43DA-A40A-A4DF98E2A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190"/>
              <a:ext cx="34" cy="60"/>
            </a:xfrm>
            <a:custGeom>
              <a:avLst/>
              <a:gdLst>
                <a:gd name="T0" fmla="*/ 0 w 34"/>
                <a:gd name="T1" fmla="*/ 0 h 57"/>
                <a:gd name="T2" fmla="*/ 22 w 34"/>
                <a:gd name="T3" fmla="*/ 33 h 57"/>
                <a:gd name="T4" fmla="*/ 34 w 34"/>
                <a:gd name="T5" fmla="*/ 66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7">
                  <a:moveTo>
                    <a:pt x="0" y="0"/>
                  </a:moveTo>
                  <a:cubicBezTo>
                    <a:pt x="3" y="12"/>
                    <a:pt x="14" y="20"/>
                    <a:pt x="22" y="28"/>
                  </a:cubicBezTo>
                  <a:cubicBezTo>
                    <a:pt x="29" y="36"/>
                    <a:pt x="34" y="46"/>
                    <a:pt x="34" y="5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31" name="Freeform 386">
              <a:extLst>
                <a:ext uri="{FF2B5EF4-FFF2-40B4-BE49-F238E27FC236}">
                  <a16:creationId xmlns:a16="http://schemas.microsoft.com/office/drawing/2014/main" id="{84F4F3B7-7E40-48F6-B316-98E8140D8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213"/>
              <a:ext cx="12" cy="99"/>
            </a:xfrm>
            <a:custGeom>
              <a:avLst/>
              <a:gdLst>
                <a:gd name="T0" fmla="*/ 0 w 12"/>
                <a:gd name="T1" fmla="*/ 0 h 94"/>
                <a:gd name="T2" fmla="*/ 9 w 12"/>
                <a:gd name="T3" fmla="*/ 44 h 94"/>
                <a:gd name="T4" fmla="*/ 12 w 12"/>
                <a:gd name="T5" fmla="*/ 11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4">
                  <a:moveTo>
                    <a:pt x="0" y="0"/>
                  </a:moveTo>
                  <a:cubicBezTo>
                    <a:pt x="4" y="13"/>
                    <a:pt x="9" y="24"/>
                    <a:pt x="9" y="38"/>
                  </a:cubicBezTo>
                  <a:cubicBezTo>
                    <a:pt x="10" y="57"/>
                    <a:pt x="4" y="77"/>
                    <a:pt x="12" y="9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32" name="Freeform 387">
              <a:extLst>
                <a:ext uri="{FF2B5EF4-FFF2-40B4-BE49-F238E27FC236}">
                  <a16:creationId xmlns:a16="http://schemas.microsoft.com/office/drawing/2014/main" id="{933DBCB5-2FCB-4779-B2AE-3E53BD26D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186"/>
              <a:ext cx="31" cy="126"/>
            </a:xfrm>
            <a:custGeom>
              <a:avLst/>
              <a:gdLst>
                <a:gd name="T0" fmla="*/ 31 w 31"/>
                <a:gd name="T1" fmla="*/ 0 h 119"/>
                <a:gd name="T2" fmla="*/ 4 w 31"/>
                <a:gd name="T3" fmla="*/ 56 h 119"/>
                <a:gd name="T4" fmla="*/ 2 w 31"/>
                <a:gd name="T5" fmla="*/ 100 h 119"/>
                <a:gd name="T6" fmla="*/ 0 w 31"/>
                <a:gd name="T7" fmla="*/ 141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19">
                  <a:moveTo>
                    <a:pt x="31" y="0"/>
                  </a:moveTo>
                  <a:cubicBezTo>
                    <a:pt x="14" y="5"/>
                    <a:pt x="6" y="33"/>
                    <a:pt x="4" y="47"/>
                  </a:cubicBezTo>
                  <a:cubicBezTo>
                    <a:pt x="1" y="59"/>
                    <a:pt x="2" y="72"/>
                    <a:pt x="2" y="84"/>
                  </a:cubicBezTo>
                  <a:cubicBezTo>
                    <a:pt x="2" y="96"/>
                    <a:pt x="0" y="108"/>
                    <a:pt x="0" y="11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33" name="Freeform 388">
              <a:extLst>
                <a:ext uri="{FF2B5EF4-FFF2-40B4-BE49-F238E27FC236}">
                  <a16:creationId xmlns:a16="http://schemas.microsoft.com/office/drawing/2014/main" id="{1021B998-2651-4A3D-9E60-E6AE4F38D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209"/>
              <a:ext cx="36" cy="114"/>
            </a:xfrm>
            <a:custGeom>
              <a:avLst/>
              <a:gdLst>
                <a:gd name="T0" fmla="*/ 13 w 36"/>
                <a:gd name="T1" fmla="*/ 0 h 108"/>
                <a:gd name="T2" fmla="*/ 36 w 36"/>
                <a:gd name="T3" fmla="*/ 127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8">
                  <a:moveTo>
                    <a:pt x="13" y="0"/>
                  </a:moveTo>
                  <a:cubicBezTo>
                    <a:pt x="0" y="37"/>
                    <a:pt x="31" y="73"/>
                    <a:pt x="36" y="10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34" name="Freeform 389">
              <a:extLst>
                <a:ext uri="{FF2B5EF4-FFF2-40B4-BE49-F238E27FC236}">
                  <a16:creationId xmlns:a16="http://schemas.microsoft.com/office/drawing/2014/main" id="{B45C8BA6-D3C3-4BE1-8E62-FBDCD062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3292"/>
              <a:ext cx="7" cy="61"/>
            </a:xfrm>
            <a:custGeom>
              <a:avLst/>
              <a:gdLst>
                <a:gd name="T0" fmla="*/ 0 w 7"/>
                <a:gd name="T1" fmla="*/ 0 h 57"/>
                <a:gd name="T2" fmla="*/ 7 w 7"/>
                <a:gd name="T3" fmla="*/ 39 h 57"/>
                <a:gd name="T4" fmla="*/ 4 w 7"/>
                <a:gd name="T5" fmla="*/ 7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7">
                  <a:moveTo>
                    <a:pt x="0" y="0"/>
                  </a:moveTo>
                  <a:cubicBezTo>
                    <a:pt x="1" y="11"/>
                    <a:pt x="7" y="22"/>
                    <a:pt x="7" y="32"/>
                  </a:cubicBezTo>
                  <a:cubicBezTo>
                    <a:pt x="7" y="40"/>
                    <a:pt x="2" y="49"/>
                    <a:pt x="4" y="5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35" name="Freeform 390">
              <a:extLst>
                <a:ext uri="{FF2B5EF4-FFF2-40B4-BE49-F238E27FC236}">
                  <a16:creationId xmlns:a16="http://schemas.microsoft.com/office/drawing/2014/main" id="{951C5D00-E3F2-4EBC-98BF-0C79E51FF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3301"/>
              <a:ext cx="14" cy="33"/>
            </a:xfrm>
            <a:custGeom>
              <a:avLst/>
              <a:gdLst>
                <a:gd name="T0" fmla="*/ 0 w 15"/>
                <a:gd name="T1" fmla="*/ 0 h 31"/>
                <a:gd name="T2" fmla="*/ 12 w 15"/>
                <a:gd name="T3" fmla="*/ 3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0" y="0"/>
                  </a:moveTo>
                  <a:cubicBezTo>
                    <a:pt x="1" y="11"/>
                    <a:pt x="14" y="19"/>
                    <a:pt x="15" y="3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36" name="Freeform 391">
              <a:extLst>
                <a:ext uri="{FF2B5EF4-FFF2-40B4-BE49-F238E27FC236}">
                  <a16:creationId xmlns:a16="http://schemas.microsoft.com/office/drawing/2014/main" id="{C9E43E93-F5D7-4444-ABAE-DC436CAF4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292"/>
              <a:ext cx="13" cy="47"/>
            </a:xfrm>
            <a:custGeom>
              <a:avLst/>
              <a:gdLst>
                <a:gd name="T0" fmla="*/ 0 w 13"/>
                <a:gd name="T1" fmla="*/ 0 h 44"/>
                <a:gd name="T2" fmla="*/ 7 w 13"/>
                <a:gd name="T3" fmla="*/ 53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4">
                  <a:moveTo>
                    <a:pt x="0" y="0"/>
                  </a:moveTo>
                  <a:cubicBezTo>
                    <a:pt x="1" y="15"/>
                    <a:pt x="13" y="29"/>
                    <a:pt x="7" y="4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37" name="Freeform 392">
              <a:extLst>
                <a:ext uri="{FF2B5EF4-FFF2-40B4-BE49-F238E27FC236}">
                  <a16:creationId xmlns:a16="http://schemas.microsoft.com/office/drawing/2014/main" id="{73F73668-9F29-48AE-B44B-F153C7782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305"/>
              <a:ext cx="12" cy="46"/>
            </a:xfrm>
            <a:custGeom>
              <a:avLst/>
              <a:gdLst>
                <a:gd name="T0" fmla="*/ 10 w 13"/>
                <a:gd name="T1" fmla="*/ 0 h 43"/>
                <a:gd name="T2" fmla="*/ 6 w 13"/>
                <a:gd name="T3" fmla="*/ 31 h 43"/>
                <a:gd name="T4" fmla="*/ 0 w 13"/>
                <a:gd name="T5" fmla="*/ 5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3">
                  <a:moveTo>
                    <a:pt x="13" y="0"/>
                  </a:moveTo>
                  <a:cubicBezTo>
                    <a:pt x="13" y="10"/>
                    <a:pt x="12" y="16"/>
                    <a:pt x="7" y="25"/>
                  </a:cubicBezTo>
                  <a:cubicBezTo>
                    <a:pt x="4" y="31"/>
                    <a:pt x="0" y="36"/>
                    <a:pt x="0" y="4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38" name="Freeform 393">
              <a:extLst>
                <a:ext uri="{FF2B5EF4-FFF2-40B4-BE49-F238E27FC236}">
                  <a16:creationId xmlns:a16="http://schemas.microsoft.com/office/drawing/2014/main" id="{274E3AA3-3E2E-400A-8E46-8D598AA28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309"/>
              <a:ext cx="5" cy="8"/>
            </a:xfrm>
            <a:custGeom>
              <a:avLst/>
              <a:gdLst>
                <a:gd name="T0" fmla="*/ 0 w 5"/>
                <a:gd name="T1" fmla="*/ 0 h 7"/>
                <a:gd name="T2" fmla="*/ 5 w 5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2"/>
                    <a:pt x="3" y="5"/>
                    <a:pt x="5" y="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39" name="Freeform 394">
              <a:extLst>
                <a:ext uri="{FF2B5EF4-FFF2-40B4-BE49-F238E27FC236}">
                  <a16:creationId xmlns:a16="http://schemas.microsoft.com/office/drawing/2014/main" id="{B3471A97-330A-44AD-A229-23DAB0445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251"/>
              <a:ext cx="18" cy="28"/>
            </a:xfrm>
            <a:custGeom>
              <a:avLst/>
              <a:gdLst>
                <a:gd name="T0" fmla="*/ 15 w 19"/>
                <a:gd name="T1" fmla="*/ 0 h 26"/>
                <a:gd name="T2" fmla="*/ 0 w 19"/>
                <a:gd name="T3" fmla="*/ 3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6">
                  <a:moveTo>
                    <a:pt x="18" y="0"/>
                  </a:moveTo>
                  <a:cubicBezTo>
                    <a:pt x="19" y="13"/>
                    <a:pt x="5" y="16"/>
                    <a:pt x="0" y="2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40" name="Freeform 395">
              <a:extLst>
                <a:ext uri="{FF2B5EF4-FFF2-40B4-BE49-F238E27FC236}">
                  <a16:creationId xmlns:a16="http://schemas.microsoft.com/office/drawing/2014/main" id="{84930785-E7D0-4E7B-A39D-57DCF0E94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274"/>
              <a:ext cx="16" cy="44"/>
            </a:xfrm>
            <a:custGeom>
              <a:avLst/>
              <a:gdLst>
                <a:gd name="T0" fmla="*/ 6 w 16"/>
                <a:gd name="T1" fmla="*/ 0 h 41"/>
                <a:gd name="T2" fmla="*/ 12 w 16"/>
                <a:gd name="T3" fmla="*/ 5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1">
                  <a:moveTo>
                    <a:pt x="6" y="0"/>
                  </a:moveTo>
                  <a:cubicBezTo>
                    <a:pt x="0" y="14"/>
                    <a:pt x="16" y="27"/>
                    <a:pt x="12" y="4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41" name="Freeform 396">
              <a:extLst>
                <a:ext uri="{FF2B5EF4-FFF2-40B4-BE49-F238E27FC236}">
                  <a16:creationId xmlns:a16="http://schemas.microsoft.com/office/drawing/2014/main" id="{13758EEA-FECC-4A58-867A-85E9B3653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264"/>
              <a:ext cx="3" cy="20"/>
            </a:xfrm>
            <a:custGeom>
              <a:avLst/>
              <a:gdLst>
                <a:gd name="T0" fmla="*/ 3 w 3"/>
                <a:gd name="T1" fmla="*/ 0 h 19"/>
                <a:gd name="T2" fmla="*/ 3 w 3"/>
                <a:gd name="T3" fmla="*/ 2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3" y="0"/>
                  </a:moveTo>
                  <a:cubicBezTo>
                    <a:pt x="0" y="6"/>
                    <a:pt x="3" y="13"/>
                    <a:pt x="3" y="1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42" name="Freeform 397">
              <a:extLst>
                <a:ext uri="{FF2B5EF4-FFF2-40B4-BE49-F238E27FC236}">
                  <a16:creationId xmlns:a16="http://schemas.microsoft.com/office/drawing/2014/main" id="{16FE9BC4-6C53-4E21-AC70-DBFAE529C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3252"/>
              <a:ext cx="34" cy="6"/>
            </a:xfrm>
            <a:custGeom>
              <a:avLst/>
              <a:gdLst>
                <a:gd name="T0" fmla="*/ 0 w 35"/>
                <a:gd name="T1" fmla="*/ 0 h 6"/>
                <a:gd name="T2" fmla="*/ 32 w 35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0"/>
                  </a:moveTo>
                  <a:cubicBezTo>
                    <a:pt x="9" y="6"/>
                    <a:pt x="24" y="4"/>
                    <a:pt x="35" y="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43" name="Freeform 398">
              <a:extLst>
                <a:ext uri="{FF2B5EF4-FFF2-40B4-BE49-F238E27FC236}">
                  <a16:creationId xmlns:a16="http://schemas.microsoft.com/office/drawing/2014/main" id="{6F3FC3BB-B24E-47C5-B45E-0EAE2011C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3265"/>
              <a:ext cx="17" cy="34"/>
            </a:xfrm>
            <a:custGeom>
              <a:avLst/>
              <a:gdLst>
                <a:gd name="T0" fmla="*/ 0 w 17"/>
                <a:gd name="T1" fmla="*/ 0 h 32"/>
                <a:gd name="T2" fmla="*/ 17 w 17"/>
                <a:gd name="T3" fmla="*/ 3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8" y="10"/>
                    <a:pt x="9" y="24"/>
                    <a:pt x="17" y="3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44" name="Freeform 399">
              <a:extLst>
                <a:ext uri="{FF2B5EF4-FFF2-40B4-BE49-F238E27FC236}">
                  <a16:creationId xmlns:a16="http://schemas.microsoft.com/office/drawing/2014/main" id="{39A7746D-335D-4B5B-93C1-7BB14EBEB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256"/>
              <a:ext cx="9" cy="25"/>
            </a:xfrm>
            <a:custGeom>
              <a:avLst/>
              <a:gdLst>
                <a:gd name="T0" fmla="*/ 0 w 10"/>
                <a:gd name="T1" fmla="*/ 0 h 23"/>
                <a:gd name="T2" fmla="*/ 7 w 10"/>
                <a:gd name="T3" fmla="*/ 2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5" y="7"/>
                    <a:pt x="5" y="16"/>
                    <a:pt x="10" y="2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45" name="Freeform 400">
              <a:extLst>
                <a:ext uri="{FF2B5EF4-FFF2-40B4-BE49-F238E27FC236}">
                  <a16:creationId xmlns:a16="http://schemas.microsoft.com/office/drawing/2014/main" id="{87B8E570-DF07-4D25-9E7B-64DAAF920B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9" y="2927"/>
              <a:ext cx="601" cy="440"/>
            </a:xfrm>
            <a:custGeom>
              <a:avLst/>
              <a:gdLst>
                <a:gd name="T0" fmla="*/ 506 w 605"/>
                <a:gd name="T1" fmla="*/ 111 h 416"/>
                <a:gd name="T2" fmla="*/ 456 w 605"/>
                <a:gd name="T3" fmla="*/ 62 h 416"/>
                <a:gd name="T4" fmla="*/ 398 w 605"/>
                <a:gd name="T5" fmla="*/ 17 h 416"/>
                <a:gd name="T6" fmla="*/ 349 w 605"/>
                <a:gd name="T7" fmla="*/ 2 h 416"/>
                <a:gd name="T8" fmla="*/ 297 w 605"/>
                <a:gd name="T9" fmla="*/ 25 h 416"/>
                <a:gd name="T10" fmla="*/ 295 w 605"/>
                <a:gd name="T11" fmla="*/ 25 h 416"/>
                <a:gd name="T12" fmla="*/ 243 w 605"/>
                <a:gd name="T13" fmla="*/ 2 h 416"/>
                <a:gd name="T14" fmla="*/ 195 w 605"/>
                <a:gd name="T15" fmla="*/ 17 h 416"/>
                <a:gd name="T16" fmla="*/ 136 w 605"/>
                <a:gd name="T17" fmla="*/ 62 h 416"/>
                <a:gd name="T18" fmla="*/ 87 w 605"/>
                <a:gd name="T19" fmla="*/ 111 h 416"/>
                <a:gd name="T20" fmla="*/ 70 w 605"/>
                <a:gd name="T21" fmla="*/ 383 h 416"/>
                <a:gd name="T22" fmla="*/ 243 w 605"/>
                <a:gd name="T23" fmla="*/ 481 h 416"/>
                <a:gd name="T24" fmla="*/ 287 w 605"/>
                <a:gd name="T25" fmla="*/ 383 h 416"/>
                <a:gd name="T26" fmla="*/ 291 w 605"/>
                <a:gd name="T27" fmla="*/ 298 h 416"/>
                <a:gd name="T28" fmla="*/ 302 w 605"/>
                <a:gd name="T29" fmla="*/ 298 h 416"/>
                <a:gd name="T30" fmla="*/ 306 w 605"/>
                <a:gd name="T31" fmla="*/ 383 h 416"/>
                <a:gd name="T32" fmla="*/ 349 w 605"/>
                <a:gd name="T33" fmla="*/ 481 h 416"/>
                <a:gd name="T34" fmla="*/ 523 w 605"/>
                <a:gd name="T35" fmla="*/ 383 h 416"/>
                <a:gd name="T36" fmla="*/ 506 w 605"/>
                <a:gd name="T37" fmla="*/ 111 h 416"/>
                <a:gd name="T38" fmla="*/ 297 w 605"/>
                <a:gd name="T39" fmla="*/ 272 h 416"/>
                <a:gd name="T40" fmla="*/ 281 w 605"/>
                <a:gd name="T41" fmla="*/ 264 h 416"/>
                <a:gd name="T42" fmla="*/ 297 w 605"/>
                <a:gd name="T43" fmla="*/ 255 h 416"/>
                <a:gd name="T44" fmla="*/ 313 w 605"/>
                <a:gd name="T45" fmla="*/ 264 h 416"/>
                <a:gd name="T46" fmla="*/ 297 w 605"/>
                <a:gd name="T47" fmla="*/ 272 h 41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5" h="416">
                  <a:moveTo>
                    <a:pt x="515" y="94"/>
                  </a:moveTo>
                  <a:cubicBezTo>
                    <a:pt x="494" y="63"/>
                    <a:pt x="485" y="74"/>
                    <a:pt x="465" y="53"/>
                  </a:cubicBezTo>
                  <a:cubicBezTo>
                    <a:pt x="445" y="32"/>
                    <a:pt x="428" y="13"/>
                    <a:pt x="407" y="14"/>
                  </a:cubicBezTo>
                  <a:cubicBezTo>
                    <a:pt x="385" y="16"/>
                    <a:pt x="375" y="0"/>
                    <a:pt x="355" y="2"/>
                  </a:cubicBezTo>
                  <a:cubicBezTo>
                    <a:pt x="307" y="5"/>
                    <a:pt x="303" y="22"/>
                    <a:pt x="303" y="22"/>
                  </a:cubicBezTo>
                  <a:cubicBezTo>
                    <a:pt x="301" y="22"/>
                    <a:pt x="301" y="22"/>
                    <a:pt x="301" y="22"/>
                  </a:cubicBezTo>
                  <a:cubicBezTo>
                    <a:pt x="301" y="22"/>
                    <a:pt x="297" y="5"/>
                    <a:pt x="249" y="2"/>
                  </a:cubicBezTo>
                  <a:cubicBezTo>
                    <a:pt x="230" y="0"/>
                    <a:pt x="220" y="16"/>
                    <a:pt x="198" y="14"/>
                  </a:cubicBezTo>
                  <a:cubicBezTo>
                    <a:pt x="176" y="13"/>
                    <a:pt x="160" y="32"/>
                    <a:pt x="139" y="53"/>
                  </a:cubicBezTo>
                  <a:cubicBezTo>
                    <a:pt x="119" y="74"/>
                    <a:pt x="111" y="63"/>
                    <a:pt x="90" y="94"/>
                  </a:cubicBezTo>
                  <a:cubicBezTo>
                    <a:pt x="68" y="126"/>
                    <a:pt x="0" y="231"/>
                    <a:pt x="70" y="323"/>
                  </a:cubicBezTo>
                  <a:cubicBezTo>
                    <a:pt x="140" y="416"/>
                    <a:pt x="188" y="411"/>
                    <a:pt x="249" y="407"/>
                  </a:cubicBezTo>
                  <a:cubicBezTo>
                    <a:pt x="310" y="402"/>
                    <a:pt x="294" y="362"/>
                    <a:pt x="293" y="323"/>
                  </a:cubicBezTo>
                  <a:cubicBezTo>
                    <a:pt x="292" y="284"/>
                    <a:pt x="287" y="257"/>
                    <a:pt x="297" y="252"/>
                  </a:cubicBezTo>
                  <a:cubicBezTo>
                    <a:pt x="308" y="252"/>
                    <a:pt x="308" y="252"/>
                    <a:pt x="308" y="252"/>
                  </a:cubicBezTo>
                  <a:cubicBezTo>
                    <a:pt x="318" y="257"/>
                    <a:pt x="312" y="284"/>
                    <a:pt x="312" y="323"/>
                  </a:cubicBezTo>
                  <a:cubicBezTo>
                    <a:pt x="311" y="362"/>
                    <a:pt x="294" y="402"/>
                    <a:pt x="355" y="407"/>
                  </a:cubicBezTo>
                  <a:cubicBezTo>
                    <a:pt x="416" y="411"/>
                    <a:pt x="464" y="416"/>
                    <a:pt x="534" y="323"/>
                  </a:cubicBezTo>
                  <a:cubicBezTo>
                    <a:pt x="605" y="231"/>
                    <a:pt x="536" y="126"/>
                    <a:pt x="515" y="94"/>
                  </a:cubicBezTo>
                  <a:close/>
                  <a:moveTo>
                    <a:pt x="303" y="230"/>
                  </a:moveTo>
                  <a:cubicBezTo>
                    <a:pt x="294" y="230"/>
                    <a:pt x="287" y="227"/>
                    <a:pt x="287" y="223"/>
                  </a:cubicBezTo>
                  <a:cubicBezTo>
                    <a:pt x="287" y="219"/>
                    <a:pt x="294" y="216"/>
                    <a:pt x="303" y="216"/>
                  </a:cubicBezTo>
                  <a:cubicBezTo>
                    <a:pt x="312" y="216"/>
                    <a:pt x="319" y="219"/>
                    <a:pt x="319" y="223"/>
                  </a:cubicBezTo>
                  <a:cubicBezTo>
                    <a:pt x="319" y="227"/>
                    <a:pt x="312" y="230"/>
                    <a:pt x="303" y="23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642" name="Group 401">
            <a:extLst>
              <a:ext uri="{FF2B5EF4-FFF2-40B4-BE49-F238E27FC236}">
                <a16:creationId xmlns:a16="http://schemas.microsoft.com/office/drawing/2014/main" id="{1986E847-DDC7-476E-BE0A-DB543C009251}"/>
              </a:ext>
            </a:extLst>
          </p:cNvPr>
          <p:cNvGrpSpPr>
            <a:grpSpLocks/>
          </p:cNvGrpSpPr>
          <p:nvPr/>
        </p:nvGrpSpPr>
        <p:grpSpPr bwMode="auto">
          <a:xfrm>
            <a:off x="3494088" y="5559425"/>
            <a:ext cx="631825" cy="501650"/>
            <a:chOff x="1241" y="3502"/>
            <a:chExt cx="398" cy="316"/>
          </a:xfrm>
        </p:grpSpPr>
        <p:sp>
          <p:nvSpPr>
            <p:cNvPr id="69652" name="Freeform 402">
              <a:extLst>
                <a:ext uri="{FF2B5EF4-FFF2-40B4-BE49-F238E27FC236}">
                  <a16:creationId xmlns:a16="http://schemas.microsoft.com/office/drawing/2014/main" id="{43725F2E-BF03-4A79-8152-D653B1901E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41" y="3502"/>
              <a:ext cx="398" cy="307"/>
            </a:xfrm>
            <a:custGeom>
              <a:avLst/>
              <a:gdLst>
                <a:gd name="T0" fmla="*/ 322 w 401"/>
                <a:gd name="T1" fmla="*/ 50 h 290"/>
                <a:gd name="T2" fmla="*/ 268 w 401"/>
                <a:gd name="T3" fmla="*/ 5 h 290"/>
                <a:gd name="T4" fmla="*/ 197 w 401"/>
                <a:gd name="T5" fmla="*/ 25 h 290"/>
                <a:gd name="T6" fmla="*/ 124 w 401"/>
                <a:gd name="T7" fmla="*/ 5 h 290"/>
                <a:gd name="T8" fmla="*/ 69 w 401"/>
                <a:gd name="T9" fmla="*/ 50 h 290"/>
                <a:gd name="T10" fmla="*/ 11 w 401"/>
                <a:gd name="T11" fmla="*/ 211 h 290"/>
                <a:gd name="T12" fmla="*/ 138 w 401"/>
                <a:gd name="T13" fmla="*/ 344 h 290"/>
                <a:gd name="T14" fmla="*/ 194 w 401"/>
                <a:gd name="T15" fmla="*/ 209 h 290"/>
                <a:gd name="T16" fmla="*/ 198 w 401"/>
                <a:gd name="T17" fmla="*/ 209 h 290"/>
                <a:gd name="T18" fmla="*/ 254 w 401"/>
                <a:gd name="T19" fmla="*/ 344 h 290"/>
                <a:gd name="T20" fmla="*/ 381 w 401"/>
                <a:gd name="T21" fmla="*/ 211 h 290"/>
                <a:gd name="T22" fmla="*/ 322 w 401"/>
                <a:gd name="T23" fmla="*/ 50 h 290"/>
                <a:gd name="T24" fmla="*/ 197 w 401"/>
                <a:gd name="T25" fmla="*/ 184 h 290"/>
                <a:gd name="T26" fmla="*/ 187 w 401"/>
                <a:gd name="T27" fmla="*/ 176 h 290"/>
                <a:gd name="T28" fmla="*/ 197 w 401"/>
                <a:gd name="T29" fmla="*/ 168 h 290"/>
                <a:gd name="T30" fmla="*/ 205 w 401"/>
                <a:gd name="T31" fmla="*/ 176 h 290"/>
                <a:gd name="T32" fmla="*/ 197 w 401"/>
                <a:gd name="T33" fmla="*/ 184 h 2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1" h="290">
                  <a:moveTo>
                    <a:pt x="328" y="42"/>
                  </a:moveTo>
                  <a:cubicBezTo>
                    <a:pt x="318" y="28"/>
                    <a:pt x="296" y="8"/>
                    <a:pt x="274" y="5"/>
                  </a:cubicBezTo>
                  <a:cubicBezTo>
                    <a:pt x="223" y="0"/>
                    <a:pt x="200" y="22"/>
                    <a:pt x="200" y="22"/>
                  </a:cubicBezTo>
                  <a:cubicBezTo>
                    <a:pt x="200" y="22"/>
                    <a:pt x="177" y="0"/>
                    <a:pt x="127" y="5"/>
                  </a:cubicBezTo>
                  <a:cubicBezTo>
                    <a:pt x="105" y="8"/>
                    <a:pt x="83" y="28"/>
                    <a:pt x="72" y="42"/>
                  </a:cubicBezTo>
                  <a:cubicBezTo>
                    <a:pt x="62" y="55"/>
                    <a:pt x="0" y="102"/>
                    <a:pt x="11" y="178"/>
                  </a:cubicBezTo>
                  <a:cubicBezTo>
                    <a:pt x="21" y="254"/>
                    <a:pt x="68" y="290"/>
                    <a:pt x="141" y="290"/>
                  </a:cubicBezTo>
                  <a:cubicBezTo>
                    <a:pt x="214" y="290"/>
                    <a:pt x="187" y="182"/>
                    <a:pt x="197" y="176"/>
                  </a:cubicBezTo>
                  <a:cubicBezTo>
                    <a:pt x="203" y="176"/>
                    <a:pt x="203" y="176"/>
                    <a:pt x="203" y="176"/>
                  </a:cubicBezTo>
                  <a:cubicBezTo>
                    <a:pt x="214" y="182"/>
                    <a:pt x="187" y="290"/>
                    <a:pt x="260" y="290"/>
                  </a:cubicBezTo>
                  <a:cubicBezTo>
                    <a:pt x="333" y="290"/>
                    <a:pt x="380" y="254"/>
                    <a:pt x="390" y="178"/>
                  </a:cubicBezTo>
                  <a:cubicBezTo>
                    <a:pt x="401" y="102"/>
                    <a:pt x="339" y="55"/>
                    <a:pt x="328" y="42"/>
                  </a:cubicBezTo>
                  <a:close/>
                  <a:moveTo>
                    <a:pt x="201" y="155"/>
                  </a:moveTo>
                  <a:cubicBezTo>
                    <a:pt x="195" y="155"/>
                    <a:pt x="190" y="152"/>
                    <a:pt x="190" y="148"/>
                  </a:cubicBezTo>
                  <a:cubicBezTo>
                    <a:pt x="190" y="145"/>
                    <a:pt x="195" y="142"/>
                    <a:pt x="201" y="142"/>
                  </a:cubicBezTo>
                  <a:cubicBezTo>
                    <a:pt x="206" y="142"/>
                    <a:pt x="211" y="145"/>
                    <a:pt x="211" y="148"/>
                  </a:cubicBezTo>
                  <a:cubicBezTo>
                    <a:pt x="211" y="152"/>
                    <a:pt x="206" y="155"/>
                    <a:pt x="201" y="155"/>
                  </a:cubicBezTo>
                  <a:close/>
                </a:path>
              </a:pathLst>
            </a:custGeom>
            <a:solidFill>
              <a:srgbClr val="D8B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3" name="Freeform 403">
              <a:extLst>
                <a:ext uri="{FF2B5EF4-FFF2-40B4-BE49-F238E27FC236}">
                  <a16:creationId xmlns:a16="http://schemas.microsoft.com/office/drawing/2014/main" id="{B907A653-FEA2-49C9-9BEB-480BD7E1CE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69" y="3547"/>
              <a:ext cx="343" cy="260"/>
            </a:xfrm>
            <a:custGeom>
              <a:avLst/>
              <a:gdLst>
                <a:gd name="T0" fmla="*/ 271 w 346"/>
                <a:gd name="T1" fmla="*/ 112 h 245"/>
                <a:gd name="T2" fmla="*/ 292 w 346"/>
                <a:gd name="T3" fmla="*/ 36 h 245"/>
                <a:gd name="T4" fmla="*/ 290 w 346"/>
                <a:gd name="T5" fmla="*/ 0 h 245"/>
                <a:gd name="T6" fmla="*/ 254 w 346"/>
                <a:gd name="T7" fmla="*/ 7 h 245"/>
                <a:gd name="T8" fmla="*/ 201 w 346"/>
                <a:gd name="T9" fmla="*/ 73 h 245"/>
                <a:gd name="T10" fmla="*/ 172 w 346"/>
                <a:gd name="T11" fmla="*/ 112 h 245"/>
                <a:gd name="T12" fmla="*/ 168 w 346"/>
                <a:gd name="T13" fmla="*/ 112 h 245"/>
                <a:gd name="T14" fmla="*/ 135 w 346"/>
                <a:gd name="T15" fmla="*/ 73 h 245"/>
                <a:gd name="T16" fmla="*/ 82 w 346"/>
                <a:gd name="T17" fmla="*/ 7 h 245"/>
                <a:gd name="T18" fmla="*/ 46 w 346"/>
                <a:gd name="T19" fmla="*/ 0 h 245"/>
                <a:gd name="T20" fmla="*/ 44 w 346"/>
                <a:gd name="T21" fmla="*/ 36 h 245"/>
                <a:gd name="T22" fmla="*/ 65 w 346"/>
                <a:gd name="T23" fmla="*/ 112 h 245"/>
                <a:gd name="T24" fmla="*/ 19 w 346"/>
                <a:gd name="T25" fmla="*/ 162 h 245"/>
                <a:gd name="T26" fmla="*/ 57 w 346"/>
                <a:gd name="T27" fmla="*/ 223 h 245"/>
                <a:gd name="T28" fmla="*/ 135 w 346"/>
                <a:gd name="T29" fmla="*/ 219 h 245"/>
                <a:gd name="T30" fmla="*/ 167 w 346"/>
                <a:gd name="T31" fmla="*/ 141 h 245"/>
                <a:gd name="T32" fmla="*/ 171 w 346"/>
                <a:gd name="T33" fmla="*/ 141 h 245"/>
                <a:gd name="T34" fmla="*/ 202 w 346"/>
                <a:gd name="T35" fmla="*/ 219 h 245"/>
                <a:gd name="T36" fmla="*/ 281 w 346"/>
                <a:gd name="T37" fmla="*/ 223 h 245"/>
                <a:gd name="T38" fmla="*/ 317 w 346"/>
                <a:gd name="T39" fmla="*/ 162 h 245"/>
                <a:gd name="T40" fmla="*/ 271 w 346"/>
                <a:gd name="T41" fmla="*/ 112 h 245"/>
                <a:gd name="T42" fmla="*/ 170 w 346"/>
                <a:gd name="T43" fmla="*/ 134 h 245"/>
                <a:gd name="T44" fmla="*/ 159 w 346"/>
                <a:gd name="T45" fmla="*/ 125 h 245"/>
                <a:gd name="T46" fmla="*/ 170 w 346"/>
                <a:gd name="T47" fmla="*/ 118 h 245"/>
                <a:gd name="T48" fmla="*/ 177 w 346"/>
                <a:gd name="T49" fmla="*/ 125 h 245"/>
                <a:gd name="T50" fmla="*/ 170 w 346"/>
                <a:gd name="T51" fmla="*/ 134 h 24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46" h="245">
                  <a:moveTo>
                    <a:pt x="277" y="94"/>
                  </a:moveTo>
                  <a:cubicBezTo>
                    <a:pt x="260" y="85"/>
                    <a:pt x="289" y="56"/>
                    <a:pt x="301" y="30"/>
                  </a:cubicBezTo>
                  <a:cubicBezTo>
                    <a:pt x="313" y="4"/>
                    <a:pt x="299" y="0"/>
                    <a:pt x="299" y="0"/>
                  </a:cubicBezTo>
                  <a:cubicBezTo>
                    <a:pt x="299" y="0"/>
                    <a:pt x="275" y="10"/>
                    <a:pt x="260" y="7"/>
                  </a:cubicBezTo>
                  <a:cubicBezTo>
                    <a:pt x="245" y="5"/>
                    <a:pt x="222" y="0"/>
                    <a:pt x="207" y="61"/>
                  </a:cubicBezTo>
                  <a:cubicBezTo>
                    <a:pt x="204" y="73"/>
                    <a:pt x="208" y="95"/>
                    <a:pt x="177" y="94"/>
                  </a:cubicBezTo>
                  <a:cubicBezTo>
                    <a:pt x="171" y="94"/>
                    <a:pt x="171" y="94"/>
                    <a:pt x="171" y="94"/>
                  </a:cubicBezTo>
                  <a:cubicBezTo>
                    <a:pt x="140" y="95"/>
                    <a:pt x="141" y="73"/>
                    <a:pt x="138" y="61"/>
                  </a:cubicBezTo>
                  <a:cubicBezTo>
                    <a:pt x="124" y="0"/>
                    <a:pt x="100" y="5"/>
                    <a:pt x="85" y="7"/>
                  </a:cubicBezTo>
                  <a:cubicBezTo>
                    <a:pt x="70" y="10"/>
                    <a:pt x="46" y="0"/>
                    <a:pt x="46" y="0"/>
                  </a:cubicBezTo>
                  <a:cubicBezTo>
                    <a:pt x="46" y="0"/>
                    <a:pt x="32" y="4"/>
                    <a:pt x="44" y="30"/>
                  </a:cubicBezTo>
                  <a:cubicBezTo>
                    <a:pt x="57" y="56"/>
                    <a:pt x="86" y="85"/>
                    <a:pt x="68" y="94"/>
                  </a:cubicBezTo>
                  <a:cubicBezTo>
                    <a:pt x="51" y="103"/>
                    <a:pt x="0" y="98"/>
                    <a:pt x="19" y="136"/>
                  </a:cubicBezTo>
                  <a:cubicBezTo>
                    <a:pt x="39" y="173"/>
                    <a:pt x="30" y="184"/>
                    <a:pt x="59" y="187"/>
                  </a:cubicBezTo>
                  <a:cubicBezTo>
                    <a:pt x="88" y="190"/>
                    <a:pt x="135" y="245"/>
                    <a:pt x="138" y="183"/>
                  </a:cubicBezTo>
                  <a:cubicBezTo>
                    <a:pt x="141" y="121"/>
                    <a:pt x="144" y="119"/>
                    <a:pt x="170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201" y="119"/>
                    <a:pt x="204" y="121"/>
                    <a:pt x="208" y="183"/>
                  </a:cubicBezTo>
                  <a:cubicBezTo>
                    <a:pt x="211" y="245"/>
                    <a:pt x="258" y="190"/>
                    <a:pt x="287" y="187"/>
                  </a:cubicBezTo>
                  <a:cubicBezTo>
                    <a:pt x="315" y="184"/>
                    <a:pt x="306" y="173"/>
                    <a:pt x="326" y="136"/>
                  </a:cubicBezTo>
                  <a:cubicBezTo>
                    <a:pt x="346" y="98"/>
                    <a:pt x="295" y="103"/>
                    <a:pt x="277" y="94"/>
                  </a:cubicBezTo>
                  <a:close/>
                  <a:moveTo>
                    <a:pt x="173" y="112"/>
                  </a:moveTo>
                  <a:cubicBezTo>
                    <a:pt x="167" y="112"/>
                    <a:pt x="162" y="109"/>
                    <a:pt x="162" y="105"/>
                  </a:cubicBezTo>
                  <a:cubicBezTo>
                    <a:pt x="162" y="102"/>
                    <a:pt x="167" y="99"/>
                    <a:pt x="173" y="99"/>
                  </a:cubicBezTo>
                  <a:cubicBezTo>
                    <a:pt x="179" y="99"/>
                    <a:pt x="183" y="102"/>
                    <a:pt x="183" y="105"/>
                  </a:cubicBezTo>
                  <a:cubicBezTo>
                    <a:pt x="183" y="109"/>
                    <a:pt x="179" y="112"/>
                    <a:pt x="173" y="112"/>
                  </a:cubicBezTo>
                  <a:close/>
                </a:path>
              </a:pathLst>
            </a:custGeom>
            <a:solidFill>
              <a:srgbClr val="6F6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4" name="Freeform 404">
              <a:extLst>
                <a:ext uri="{FF2B5EF4-FFF2-40B4-BE49-F238E27FC236}">
                  <a16:creationId xmlns:a16="http://schemas.microsoft.com/office/drawing/2014/main" id="{F1B2625C-4D0D-42D7-8F5E-ABD4AB93E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547"/>
              <a:ext cx="343" cy="260"/>
            </a:xfrm>
            <a:custGeom>
              <a:avLst/>
              <a:gdLst>
                <a:gd name="T0" fmla="*/ 271 w 346"/>
                <a:gd name="T1" fmla="*/ 112 h 245"/>
                <a:gd name="T2" fmla="*/ 292 w 346"/>
                <a:gd name="T3" fmla="*/ 36 h 245"/>
                <a:gd name="T4" fmla="*/ 290 w 346"/>
                <a:gd name="T5" fmla="*/ 0 h 245"/>
                <a:gd name="T6" fmla="*/ 254 w 346"/>
                <a:gd name="T7" fmla="*/ 7 h 245"/>
                <a:gd name="T8" fmla="*/ 201 w 346"/>
                <a:gd name="T9" fmla="*/ 73 h 245"/>
                <a:gd name="T10" fmla="*/ 172 w 346"/>
                <a:gd name="T11" fmla="*/ 112 h 245"/>
                <a:gd name="T12" fmla="*/ 168 w 346"/>
                <a:gd name="T13" fmla="*/ 112 h 245"/>
                <a:gd name="T14" fmla="*/ 135 w 346"/>
                <a:gd name="T15" fmla="*/ 73 h 245"/>
                <a:gd name="T16" fmla="*/ 82 w 346"/>
                <a:gd name="T17" fmla="*/ 7 h 245"/>
                <a:gd name="T18" fmla="*/ 46 w 346"/>
                <a:gd name="T19" fmla="*/ 0 h 245"/>
                <a:gd name="T20" fmla="*/ 44 w 346"/>
                <a:gd name="T21" fmla="*/ 36 h 245"/>
                <a:gd name="T22" fmla="*/ 65 w 346"/>
                <a:gd name="T23" fmla="*/ 112 h 245"/>
                <a:gd name="T24" fmla="*/ 19 w 346"/>
                <a:gd name="T25" fmla="*/ 162 h 245"/>
                <a:gd name="T26" fmla="*/ 57 w 346"/>
                <a:gd name="T27" fmla="*/ 223 h 245"/>
                <a:gd name="T28" fmla="*/ 135 w 346"/>
                <a:gd name="T29" fmla="*/ 219 h 245"/>
                <a:gd name="T30" fmla="*/ 167 w 346"/>
                <a:gd name="T31" fmla="*/ 141 h 245"/>
                <a:gd name="T32" fmla="*/ 171 w 346"/>
                <a:gd name="T33" fmla="*/ 141 h 245"/>
                <a:gd name="T34" fmla="*/ 202 w 346"/>
                <a:gd name="T35" fmla="*/ 219 h 245"/>
                <a:gd name="T36" fmla="*/ 281 w 346"/>
                <a:gd name="T37" fmla="*/ 223 h 245"/>
                <a:gd name="T38" fmla="*/ 317 w 346"/>
                <a:gd name="T39" fmla="*/ 162 h 245"/>
                <a:gd name="T40" fmla="*/ 271 w 346"/>
                <a:gd name="T41" fmla="*/ 112 h 2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6" h="245">
                  <a:moveTo>
                    <a:pt x="277" y="94"/>
                  </a:moveTo>
                  <a:cubicBezTo>
                    <a:pt x="260" y="85"/>
                    <a:pt x="289" y="56"/>
                    <a:pt x="301" y="30"/>
                  </a:cubicBezTo>
                  <a:cubicBezTo>
                    <a:pt x="313" y="4"/>
                    <a:pt x="299" y="0"/>
                    <a:pt x="299" y="0"/>
                  </a:cubicBezTo>
                  <a:cubicBezTo>
                    <a:pt x="299" y="0"/>
                    <a:pt x="275" y="10"/>
                    <a:pt x="260" y="7"/>
                  </a:cubicBezTo>
                  <a:cubicBezTo>
                    <a:pt x="245" y="5"/>
                    <a:pt x="222" y="0"/>
                    <a:pt x="207" y="61"/>
                  </a:cubicBezTo>
                  <a:cubicBezTo>
                    <a:pt x="204" y="73"/>
                    <a:pt x="208" y="95"/>
                    <a:pt x="177" y="94"/>
                  </a:cubicBezTo>
                  <a:cubicBezTo>
                    <a:pt x="171" y="94"/>
                    <a:pt x="171" y="94"/>
                    <a:pt x="171" y="94"/>
                  </a:cubicBezTo>
                  <a:cubicBezTo>
                    <a:pt x="140" y="95"/>
                    <a:pt x="141" y="73"/>
                    <a:pt x="138" y="61"/>
                  </a:cubicBezTo>
                  <a:cubicBezTo>
                    <a:pt x="124" y="0"/>
                    <a:pt x="100" y="5"/>
                    <a:pt x="85" y="7"/>
                  </a:cubicBezTo>
                  <a:cubicBezTo>
                    <a:pt x="70" y="10"/>
                    <a:pt x="46" y="0"/>
                    <a:pt x="46" y="0"/>
                  </a:cubicBezTo>
                  <a:cubicBezTo>
                    <a:pt x="46" y="0"/>
                    <a:pt x="32" y="4"/>
                    <a:pt x="44" y="30"/>
                  </a:cubicBezTo>
                  <a:cubicBezTo>
                    <a:pt x="57" y="56"/>
                    <a:pt x="86" y="85"/>
                    <a:pt x="68" y="94"/>
                  </a:cubicBezTo>
                  <a:cubicBezTo>
                    <a:pt x="51" y="103"/>
                    <a:pt x="0" y="98"/>
                    <a:pt x="19" y="136"/>
                  </a:cubicBezTo>
                  <a:cubicBezTo>
                    <a:pt x="39" y="173"/>
                    <a:pt x="30" y="184"/>
                    <a:pt x="59" y="187"/>
                  </a:cubicBezTo>
                  <a:cubicBezTo>
                    <a:pt x="88" y="190"/>
                    <a:pt x="135" y="245"/>
                    <a:pt x="138" y="183"/>
                  </a:cubicBezTo>
                  <a:cubicBezTo>
                    <a:pt x="141" y="121"/>
                    <a:pt x="144" y="119"/>
                    <a:pt x="170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201" y="119"/>
                    <a:pt x="204" y="121"/>
                    <a:pt x="208" y="183"/>
                  </a:cubicBezTo>
                  <a:cubicBezTo>
                    <a:pt x="211" y="245"/>
                    <a:pt x="258" y="190"/>
                    <a:pt x="287" y="187"/>
                  </a:cubicBezTo>
                  <a:cubicBezTo>
                    <a:pt x="315" y="184"/>
                    <a:pt x="306" y="173"/>
                    <a:pt x="326" y="136"/>
                  </a:cubicBezTo>
                  <a:cubicBezTo>
                    <a:pt x="346" y="98"/>
                    <a:pt x="295" y="103"/>
                    <a:pt x="277" y="9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5" name="Freeform 405">
              <a:extLst>
                <a:ext uri="{FF2B5EF4-FFF2-40B4-BE49-F238E27FC236}">
                  <a16:creationId xmlns:a16="http://schemas.microsoft.com/office/drawing/2014/main" id="{E37FD1BC-C075-44D5-8586-759A5D50E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3600"/>
              <a:ext cx="24" cy="58"/>
            </a:xfrm>
            <a:custGeom>
              <a:avLst/>
              <a:gdLst>
                <a:gd name="T0" fmla="*/ 24 w 24"/>
                <a:gd name="T1" fmla="*/ 58 h 54"/>
                <a:gd name="T2" fmla="*/ 0 w 24"/>
                <a:gd name="T3" fmla="*/ 0 h 54"/>
                <a:gd name="T4" fmla="*/ 24 w 24"/>
                <a:gd name="T5" fmla="*/ 5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4">
                  <a:moveTo>
                    <a:pt x="24" y="47"/>
                  </a:moveTo>
                  <a:cubicBezTo>
                    <a:pt x="24" y="47"/>
                    <a:pt x="8" y="50"/>
                    <a:pt x="0" y="0"/>
                  </a:cubicBezTo>
                  <a:cubicBezTo>
                    <a:pt x="0" y="0"/>
                    <a:pt x="4" y="54"/>
                    <a:pt x="24" y="47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6" name="Freeform 406">
              <a:extLst>
                <a:ext uri="{FF2B5EF4-FFF2-40B4-BE49-F238E27FC236}">
                  <a16:creationId xmlns:a16="http://schemas.microsoft.com/office/drawing/2014/main" id="{32B0728F-CD6D-4E6F-9A38-863DE8E8C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618"/>
              <a:ext cx="39" cy="37"/>
            </a:xfrm>
            <a:custGeom>
              <a:avLst/>
              <a:gdLst>
                <a:gd name="T0" fmla="*/ 14 w 39"/>
                <a:gd name="T1" fmla="*/ 0 h 35"/>
                <a:gd name="T2" fmla="*/ 0 w 39"/>
                <a:gd name="T3" fmla="*/ 41 h 35"/>
                <a:gd name="T4" fmla="*/ 14 w 39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5">
                  <a:moveTo>
                    <a:pt x="14" y="0"/>
                  </a:moveTo>
                  <a:cubicBezTo>
                    <a:pt x="14" y="0"/>
                    <a:pt x="34" y="28"/>
                    <a:pt x="0" y="35"/>
                  </a:cubicBezTo>
                  <a:cubicBezTo>
                    <a:pt x="0" y="35"/>
                    <a:pt x="39" y="34"/>
                    <a:pt x="14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7" name="Freeform 407">
              <a:extLst>
                <a:ext uri="{FF2B5EF4-FFF2-40B4-BE49-F238E27FC236}">
                  <a16:creationId xmlns:a16="http://schemas.microsoft.com/office/drawing/2014/main" id="{9E7688ED-6F53-4DC8-B46B-52AB2A7C5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3672"/>
              <a:ext cx="17" cy="72"/>
            </a:xfrm>
            <a:custGeom>
              <a:avLst/>
              <a:gdLst>
                <a:gd name="T0" fmla="*/ 0 w 17"/>
                <a:gd name="T1" fmla="*/ 0 h 68"/>
                <a:gd name="T2" fmla="*/ 12 w 17"/>
                <a:gd name="T3" fmla="*/ 80 h 68"/>
                <a:gd name="T4" fmla="*/ 0 w 17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8">
                  <a:moveTo>
                    <a:pt x="0" y="0"/>
                  </a:moveTo>
                  <a:cubicBezTo>
                    <a:pt x="0" y="0"/>
                    <a:pt x="11" y="2"/>
                    <a:pt x="12" y="68"/>
                  </a:cubicBezTo>
                  <a:cubicBezTo>
                    <a:pt x="12" y="68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8" name="Freeform 408">
              <a:extLst>
                <a:ext uri="{FF2B5EF4-FFF2-40B4-BE49-F238E27FC236}">
                  <a16:creationId xmlns:a16="http://schemas.microsoft.com/office/drawing/2014/main" id="{6C394A50-D752-49A2-BDC1-426F630C1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3544"/>
              <a:ext cx="44" cy="63"/>
            </a:xfrm>
            <a:custGeom>
              <a:avLst/>
              <a:gdLst>
                <a:gd name="T0" fmla="*/ 44 w 44"/>
                <a:gd name="T1" fmla="*/ 16 h 59"/>
                <a:gd name="T2" fmla="*/ 0 w 44"/>
                <a:gd name="T3" fmla="*/ 72 h 59"/>
                <a:gd name="T4" fmla="*/ 44 w 44"/>
                <a:gd name="T5" fmla="*/ 16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9">
                  <a:moveTo>
                    <a:pt x="44" y="13"/>
                  </a:moveTo>
                  <a:cubicBezTo>
                    <a:pt x="44" y="13"/>
                    <a:pt x="16" y="0"/>
                    <a:pt x="0" y="59"/>
                  </a:cubicBezTo>
                  <a:cubicBezTo>
                    <a:pt x="0" y="59"/>
                    <a:pt x="14" y="10"/>
                    <a:pt x="44" y="13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9" name="Freeform 409">
              <a:extLst>
                <a:ext uri="{FF2B5EF4-FFF2-40B4-BE49-F238E27FC236}">
                  <a16:creationId xmlns:a16="http://schemas.microsoft.com/office/drawing/2014/main" id="{A14FDB22-7016-47EA-9BEE-F56D1060D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654"/>
              <a:ext cx="10" cy="12"/>
            </a:xfrm>
            <a:custGeom>
              <a:avLst/>
              <a:gdLst>
                <a:gd name="T0" fmla="*/ 3 w 10"/>
                <a:gd name="T1" fmla="*/ 0 h 11"/>
                <a:gd name="T2" fmla="*/ 0 w 10"/>
                <a:gd name="T3" fmla="*/ 14 h 11"/>
                <a:gd name="T4" fmla="*/ 3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0"/>
                  </a:moveTo>
                  <a:cubicBezTo>
                    <a:pt x="3" y="0"/>
                    <a:pt x="8" y="8"/>
                    <a:pt x="0" y="11"/>
                  </a:cubicBezTo>
                  <a:cubicBezTo>
                    <a:pt x="0" y="11"/>
                    <a:pt x="10" y="9"/>
                    <a:pt x="3" y="0"/>
                  </a:cubicBezTo>
                  <a:close/>
                </a:path>
              </a:pathLst>
            </a:custGeom>
            <a:solidFill>
              <a:srgbClr val="AAA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0" name="Freeform 410">
              <a:extLst>
                <a:ext uri="{FF2B5EF4-FFF2-40B4-BE49-F238E27FC236}">
                  <a16:creationId xmlns:a16="http://schemas.microsoft.com/office/drawing/2014/main" id="{F80A6BA4-6E9F-4A7A-A6C0-EC09DCAE7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526"/>
              <a:ext cx="5" cy="115"/>
            </a:xfrm>
            <a:custGeom>
              <a:avLst/>
              <a:gdLst>
                <a:gd name="T0" fmla="*/ 1 w 6"/>
                <a:gd name="T1" fmla="*/ 0 h 108"/>
                <a:gd name="T2" fmla="*/ 3 w 6"/>
                <a:gd name="T3" fmla="*/ 130 h 108"/>
                <a:gd name="T4" fmla="*/ 3 w 6"/>
                <a:gd name="T5" fmla="*/ 0 h 108"/>
                <a:gd name="T6" fmla="*/ 1 w 6"/>
                <a:gd name="T7" fmla="*/ 0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8">
                  <a:moveTo>
                    <a:pt x="1" y="0"/>
                  </a:moveTo>
                  <a:cubicBezTo>
                    <a:pt x="1" y="0"/>
                    <a:pt x="0" y="94"/>
                    <a:pt x="3" y="108"/>
                  </a:cubicBezTo>
                  <a:cubicBezTo>
                    <a:pt x="3" y="108"/>
                    <a:pt x="6" y="7"/>
                    <a:pt x="4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1" name="Freeform 411">
              <a:extLst>
                <a:ext uri="{FF2B5EF4-FFF2-40B4-BE49-F238E27FC236}">
                  <a16:creationId xmlns:a16="http://schemas.microsoft.com/office/drawing/2014/main" id="{011ECCE4-3036-441B-8AE8-DFDA1D392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3507"/>
              <a:ext cx="80" cy="90"/>
            </a:xfrm>
            <a:custGeom>
              <a:avLst/>
              <a:gdLst>
                <a:gd name="T0" fmla="*/ 76 w 80"/>
                <a:gd name="T1" fmla="*/ 101 h 85"/>
                <a:gd name="T2" fmla="*/ 69 w 80"/>
                <a:gd name="T3" fmla="*/ 21 h 85"/>
                <a:gd name="T4" fmla="*/ 0 w 80"/>
                <a:gd name="T5" fmla="*/ 6 h 85"/>
                <a:gd name="T6" fmla="*/ 42 w 80"/>
                <a:gd name="T7" fmla="*/ 17 h 85"/>
                <a:gd name="T8" fmla="*/ 76 w 80"/>
                <a:gd name="T9" fmla="*/ 101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5">
                  <a:moveTo>
                    <a:pt x="76" y="85"/>
                  </a:moveTo>
                  <a:cubicBezTo>
                    <a:pt x="76" y="85"/>
                    <a:pt x="80" y="27"/>
                    <a:pt x="69" y="18"/>
                  </a:cubicBezTo>
                  <a:cubicBezTo>
                    <a:pt x="58" y="9"/>
                    <a:pt x="43" y="0"/>
                    <a:pt x="0" y="6"/>
                  </a:cubicBezTo>
                  <a:cubicBezTo>
                    <a:pt x="0" y="6"/>
                    <a:pt x="25" y="2"/>
                    <a:pt x="42" y="14"/>
                  </a:cubicBezTo>
                  <a:cubicBezTo>
                    <a:pt x="60" y="26"/>
                    <a:pt x="69" y="22"/>
                    <a:pt x="76" y="85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2" name="Freeform 412">
              <a:extLst>
                <a:ext uri="{FF2B5EF4-FFF2-40B4-BE49-F238E27FC236}">
                  <a16:creationId xmlns:a16="http://schemas.microsoft.com/office/drawing/2014/main" id="{AFC66631-D8CA-45FD-B42F-096930D25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514"/>
              <a:ext cx="33" cy="44"/>
            </a:xfrm>
            <a:custGeom>
              <a:avLst/>
              <a:gdLst>
                <a:gd name="T0" fmla="*/ 33 w 33"/>
                <a:gd name="T1" fmla="*/ 0 h 42"/>
                <a:gd name="T2" fmla="*/ 5 w 33"/>
                <a:gd name="T3" fmla="*/ 48 h 42"/>
                <a:gd name="T4" fmla="*/ 33 w 3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2">
                  <a:moveTo>
                    <a:pt x="33" y="0"/>
                  </a:moveTo>
                  <a:cubicBezTo>
                    <a:pt x="33" y="0"/>
                    <a:pt x="0" y="1"/>
                    <a:pt x="5" y="42"/>
                  </a:cubicBezTo>
                  <a:cubicBezTo>
                    <a:pt x="5" y="42"/>
                    <a:pt x="10" y="5"/>
                    <a:pt x="33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3" name="Freeform 413">
              <a:extLst>
                <a:ext uri="{FF2B5EF4-FFF2-40B4-BE49-F238E27FC236}">
                  <a16:creationId xmlns:a16="http://schemas.microsoft.com/office/drawing/2014/main" id="{BC695CED-4C12-4B41-8D2F-BCB3CBCD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3756"/>
              <a:ext cx="42" cy="50"/>
            </a:xfrm>
            <a:custGeom>
              <a:avLst/>
              <a:gdLst>
                <a:gd name="T0" fmla="*/ 0 w 42"/>
                <a:gd name="T1" fmla="*/ 17 h 47"/>
                <a:gd name="T2" fmla="*/ 42 w 42"/>
                <a:gd name="T3" fmla="*/ 0 h 47"/>
                <a:gd name="T4" fmla="*/ 0 w 42"/>
                <a:gd name="T5" fmla="*/ 17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7">
                  <a:moveTo>
                    <a:pt x="0" y="14"/>
                  </a:moveTo>
                  <a:cubicBezTo>
                    <a:pt x="0" y="14"/>
                    <a:pt x="33" y="39"/>
                    <a:pt x="42" y="0"/>
                  </a:cubicBezTo>
                  <a:cubicBezTo>
                    <a:pt x="42" y="0"/>
                    <a:pt x="41" y="47"/>
                    <a:pt x="0" y="14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4" name="Freeform 414">
              <a:extLst>
                <a:ext uri="{FF2B5EF4-FFF2-40B4-BE49-F238E27FC236}">
                  <a16:creationId xmlns:a16="http://schemas.microsoft.com/office/drawing/2014/main" id="{E033AE8F-8CFE-4DDA-83E5-77EF6ED3C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761"/>
              <a:ext cx="70" cy="57"/>
            </a:xfrm>
            <a:custGeom>
              <a:avLst/>
              <a:gdLst>
                <a:gd name="T0" fmla="*/ 0 w 70"/>
                <a:gd name="T1" fmla="*/ 0 h 54"/>
                <a:gd name="T2" fmla="*/ 70 w 70"/>
                <a:gd name="T3" fmla="*/ 44 h 54"/>
                <a:gd name="T4" fmla="*/ 0 w 70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4">
                  <a:moveTo>
                    <a:pt x="0" y="0"/>
                  </a:moveTo>
                  <a:cubicBezTo>
                    <a:pt x="0" y="0"/>
                    <a:pt x="5" y="54"/>
                    <a:pt x="70" y="38"/>
                  </a:cubicBezTo>
                  <a:cubicBezTo>
                    <a:pt x="70" y="38"/>
                    <a:pt x="21" y="48"/>
                    <a:pt x="0" y="0"/>
                  </a:cubicBezTo>
                  <a:close/>
                </a:path>
              </a:pathLst>
            </a:custGeom>
            <a:solidFill>
              <a:srgbClr val="E8D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5" name="Freeform 415">
              <a:extLst>
                <a:ext uri="{FF2B5EF4-FFF2-40B4-BE49-F238E27FC236}">
                  <a16:creationId xmlns:a16="http://schemas.microsoft.com/office/drawing/2014/main" id="{50436CAC-61E9-43DB-99CD-DBFCBB954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520"/>
              <a:ext cx="48" cy="116"/>
            </a:xfrm>
            <a:custGeom>
              <a:avLst/>
              <a:gdLst>
                <a:gd name="T0" fmla="*/ 0 w 48"/>
                <a:gd name="T1" fmla="*/ 129 h 110"/>
                <a:gd name="T2" fmla="*/ 7 w 48"/>
                <a:gd name="T3" fmla="*/ 104 h 110"/>
                <a:gd name="T4" fmla="*/ 15 w 48"/>
                <a:gd name="T5" fmla="*/ 57 h 110"/>
                <a:gd name="T6" fmla="*/ 48 w 48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0">
                  <a:moveTo>
                    <a:pt x="0" y="110"/>
                  </a:moveTo>
                  <a:cubicBezTo>
                    <a:pt x="5" y="106"/>
                    <a:pt x="6" y="95"/>
                    <a:pt x="7" y="89"/>
                  </a:cubicBezTo>
                  <a:cubicBezTo>
                    <a:pt x="10" y="76"/>
                    <a:pt x="11" y="61"/>
                    <a:pt x="15" y="48"/>
                  </a:cubicBezTo>
                  <a:cubicBezTo>
                    <a:pt x="20" y="28"/>
                    <a:pt x="31" y="11"/>
                    <a:pt x="48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6" name="Freeform 416">
              <a:extLst>
                <a:ext uri="{FF2B5EF4-FFF2-40B4-BE49-F238E27FC236}">
                  <a16:creationId xmlns:a16="http://schemas.microsoft.com/office/drawing/2014/main" id="{03FCDCB7-4D84-4DEB-86DB-D38BE251D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523"/>
              <a:ext cx="69" cy="49"/>
            </a:xfrm>
            <a:custGeom>
              <a:avLst/>
              <a:gdLst>
                <a:gd name="T0" fmla="*/ 1 w 69"/>
                <a:gd name="T1" fmla="*/ 55 h 46"/>
                <a:gd name="T2" fmla="*/ 5 w 69"/>
                <a:gd name="T3" fmla="*/ 48 h 46"/>
                <a:gd name="T4" fmla="*/ 29 w 69"/>
                <a:gd name="T5" fmla="*/ 21 h 46"/>
                <a:gd name="T6" fmla="*/ 59 w 69"/>
                <a:gd name="T7" fmla="*/ 4 h 46"/>
                <a:gd name="T8" fmla="*/ 69 w 69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6">
                  <a:moveTo>
                    <a:pt x="1" y="46"/>
                  </a:moveTo>
                  <a:cubicBezTo>
                    <a:pt x="0" y="43"/>
                    <a:pt x="3" y="41"/>
                    <a:pt x="5" y="39"/>
                  </a:cubicBezTo>
                  <a:cubicBezTo>
                    <a:pt x="12" y="32"/>
                    <a:pt x="21" y="24"/>
                    <a:pt x="29" y="18"/>
                  </a:cubicBezTo>
                  <a:cubicBezTo>
                    <a:pt x="38" y="11"/>
                    <a:pt x="49" y="8"/>
                    <a:pt x="59" y="4"/>
                  </a:cubicBezTo>
                  <a:cubicBezTo>
                    <a:pt x="63" y="2"/>
                    <a:pt x="66" y="1"/>
                    <a:pt x="69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7" name="Freeform 417">
              <a:extLst>
                <a:ext uri="{FF2B5EF4-FFF2-40B4-BE49-F238E27FC236}">
                  <a16:creationId xmlns:a16="http://schemas.microsoft.com/office/drawing/2014/main" id="{CEE2F0CC-5CAD-401F-93B8-E4B480EAF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548"/>
              <a:ext cx="5" cy="53"/>
            </a:xfrm>
            <a:custGeom>
              <a:avLst/>
              <a:gdLst>
                <a:gd name="T0" fmla="*/ 3 w 5"/>
                <a:gd name="T1" fmla="*/ 0 h 50"/>
                <a:gd name="T2" fmla="*/ 1 w 5"/>
                <a:gd name="T3" fmla="*/ 35 h 50"/>
                <a:gd name="T4" fmla="*/ 5 w 5"/>
                <a:gd name="T5" fmla="*/ 5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0">
                  <a:moveTo>
                    <a:pt x="3" y="0"/>
                  </a:moveTo>
                  <a:cubicBezTo>
                    <a:pt x="3" y="10"/>
                    <a:pt x="0" y="19"/>
                    <a:pt x="1" y="29"/>
                  </a:cubicBezTo>
                  <a:cubicBezTo>
                    <a:pt x="2" y="36"/>
                    <a:pt x="4" y="43"/>
                    <a:pt x="5" y="5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8" name="Freeform 418">
              <a:extLst>
                <a:ext uri="{FF2B5EF4-FFF2-40B4-BE49-F238E27FC236}">
                  <a16:creationId xmlns:a16="http://schemas.microsoft.com/office/drawing/2014/main" id="{DE3C78AB-A40D-4737-80F2-11203B2B0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529"/>
              <a:ext cx="55" cy="102"/>
            </a:xfrm>
            <a:custGeom>
              <a:avLst/>
              <a:gdLst>
                <a:gd name="T0" fmla="*/ 0 w 55"/>
                <a:gd name="T1" fmla="*/ 0 h 96"/>
                <a:gd name="T2" fmla="*/ 24 w 55"/>
                <a:gd name="T3" fmla="*/ 17 h 96"/>
                <a:gd name="T4" fmla="*/ 39 w 55"/>
                <a:gd name="T5" fmla="*/ 56 h 96"/>
                <a:gd name="T6" fmla="*/ 46 w 55"/>
                <a:gd name="T7" fmla="*/ 92 h 96"/>
                <a:gd name="T8" fmla="*/ 55 w 55"/>
                <a:gd name="T9" fmla="*/ 115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96">
                  <a:moveTo>
                    <a:pt x="0" y="0"/>
                  </a:moveTo>
                  <a:cubicBezTo>
                    <a:pt x="7" y="6"/>
                    <a:pt x="17" y="8"/>
                    <a:pt x="24" y="14"/>
                  </a:cubicBezTo>
                  <a:cubicBezTo>
                    <a:pt x="32" y="23"/>
                    <a:pt x="37" y="36"/>
                    <a:pt x="39" y="47"/>
                  </a:cubicBezTo>
                  <a:cubicBezTo>
                    <a:pt x="42" y="57"/>
                    <a:pt x="43" y="67"/>
                    <a:pt x="46" y="77"/>
                  </a:cubicBezTo>
                  <a:cubicBezTo>
                    <a:pt x="48" y="84"/>
                    <a:pt x="52" y="90"/>
                    <a:pt x="55" y="9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9" name="Freeform 419">
              <a:extLst>
                <a:ext uri="{FF2B5EF4-FFF2-40B4-BE49-F238E27FC236}">
                  <a16:creationId xmlns:a16="http://schemas.microsoft.com/office/drawing/2014/main" id="{5F678E4D-0450-4A4C-B1FB-C42C3282E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3536"/>
              <a:ext cx="81" cy="60"/>
            </a:xfrm>
            <a:custGeom>
              <a:avLst/>
              <a:gdLst>
                <a:gd name="T0" fmla="*/ 81 w 81"/>
                <a:gd name="T1" fmla="*/ 66 h 57"/>
                <a:gd name="T2" fmla="*/ 67 w 81"/>
                <a:gd name="T3" fmla="*/ 41 h 57"/>
                <a:gd name="T4" fmla="*/ 44 w 81"/>
                <a:gd name="T5" fmla="*/ 16 h 57"/>
                <a:gd name="T6" fmla="*/ 20 w 81"/>
                <a:gd name="T7" fmla="*/ 7 h 57"/>
                <a:gd name="T8" fmla="*/ 0 w 81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57">
                  <a:moveTo>
                    <a:pt x="81" y="57"/>
                  </a:moveTo>
                  <a:cubicBezTo>
                    <a:pt x="76" y="49"/>
                    <a:pt x="73" y="41"/>
                    <a:pt x="67" y="35"/>
                  </a:cubicBezTo>
                  <a:cubicBezTo>
                    <a:pt x="60" y="27"/>
                    <a:pt x="53" y="18"/>
                    <a:pt x="44" y="13"/>
                  </a:cubicBezTo>
                  <a:cubicBezTo>
                    <a:pt x="37" y="10"/>
                    <a:pt x="28" y="8"/>
                    <a:pt x="20" y="7"/>
                  </a:cubicBezTo>
                  <a:cubicBezTo>
                    <a:pt x="13" y="7"/>
                    <a:pt x="4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0" name="Freeform 420">
              <a:extLst>
                <a:ext uri="{FF2B5EF4-FFF2-40B4-BE49-F238E27FC236}">
                  <a16:creationId xmlns:a16="http://schemas.microsoft.com/office/drawing/2014/main" id="{FE6CA074-63FD-4BC4-B0DE-6BD7D246F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3523"/>
              <a:ext cx="15" cy="30"/>
            </a:xfrm>
            <a:custGeom>
              <a:avLst/>
              <a:gdLst>
                <a:gd name="T0" fmla="*/ 15 w 15"/>
                <a:gd name="T1" fmla="*/ 34 h 28"/>
                <a:gd name="T2" fmla="*/ 0 w 1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15" y="28"/>
                  </a:moveTo>
                  <a:cubicBezTo>
                    <a:pt x="7" y="21"/>
                    <a:pt x="8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1" name="Freeform 421">
              <a:extLst>
                <a:ext uri="{FF2B5EF4-FFF2-40B4-BE49-F238E27FC236}">
                  <a16:creationId xmlns:a16="http://schemas.microsoft.com/office/drawing/2014/main" id="{60BE75D4-AF7A-4EA7-96F1-576953B95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3605"/>
              <a:ext cx="52" cy="36"/>
            </a:xfrm>
            <a:custGeom>
              <a:avLst/>
              <a:gdLst>
                <a:gd name="T0" fmla="*/ 50 w 53"/>
                <a:gd name="T1" fmla="*/ 40 h 34"/>
                <a:gd name="T2" fmla="*/ 0 w 53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4">
                  <a:moveTo>
                    <a:pt x="53" y="34"/>
                  </a:moveTo>
                  <a:cubicBezTo>
                    <a:pt x="39" y="15"/>
                    <a:pt x="12" y="1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2" name="Freeform 422">
              <a:extLst>
                <a:ext uri="{FF2B5EF4-FFF2-40B4-BE49-F238E27FC236}">
                  <a16:creationId xmlns:a16="http://schemas.microsoft.com/office/drawing/2014/main" id="{27041FD1-64ED-4F3C-B892-44EA05153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3627"/>
              <a:ext cx="55" cy="10"/>
            </a:xfrm>
            <a:custGeom>
              <a:avLst/>
              <a:gdLst>
                <a:gd name="T0" fmla="*/ 0 w 56"/>
                <a:gd name="T1" fmla="*/ 10 h 10"/>
                <a:gd name="T2" fmla="*/ 38 w 56"/>
                <a:gd name="T3" fmla="*/ 2 h 10"/>
                <a:gd name="T4" fmla="*/ 53 w 56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0">
                  <a:moveTo>
                    <a:pt x="0" y="10"/>
                  </a:moveTo>
                  <a:cubicBezTo>
                    <a:pt x="13" y="10"/>
                    <a:pt x="28" y="6"/>
                    <a:pt x="41" y="2"/>
                  </a:cubicBezTo>
                  <a:cubicBezTo>
                    <a:pt x="45" y="1"/>
                    <a:pt x="52" y="0"/>
                    <a:pt x="56" y="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3" name="Freeform 423">
              <a:extLst>
                <a:ext uri="{FF2B5EF4-FFF2-40B4-BE49-F238E27FC236}">
                  <a16:creationId xmlns:a16="http://schemas.microsoft.com/office/drawing/2014/main" id="{AA4B85BF-FB66-4186-BA94-08E2858C1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578"/>
              <a:ext cx="19" cy="28"/>
            </a:xfrm>
            <a:custGeom>
              <a:avLst/>
              <a:gdLst>
                <a:gd name="T0" fmla="*/ 0 w 20"/>
                <a:gd name="T1" fmla="*/ 0 h 26"/>
                <a:gd name="T2" fmla="*/ 17 w 20"/>
                <a:gd name="T3" fmla="*/ 3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10" y="5"/>
                    <a:pt x="12" y="19"/>
                    <a:pt x="20" y="2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4" name="Freeform 424">
              <a:extLst>
                <a:ext uri="{FF2B5EF4-FFF2-40B4-BE49-F238E27FC236}">
                  <a16:creationId xmlns:a16="http://schemas.microsoft.com/office/drawing/2014/main" id="{3880ECD7-8B54-40CE-B642-AF8C5E540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689"/>
              <a:ext cx="15" cy="85"/>
            </a:xfrm>
            <a:custGeom>
              <a:avLst/>
              <a:gdLst>
                <a:gd name="T0" fmla="*/ 5 w 15"/>
                <a:gd name="T1" fmla="*/ 0 h 80"/>
                <a:gd name="T2" fmla="*/ 3 w 15"/>
                <a:gd name="T3" fmla="*/ 96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0">
                  <a:moveTo>
                    <a:pt x="5" y="0"/>
                  </a:moveTo>
                  <a:cubicBezTo>
                    <a:pt x="0" y="27"/>
                    <a:pt x="15" y="54"/>
                    <a:pt x="3" y="8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5" name="Freeform 425">
              <a:extLst>
                <a:ext uri="{FF2B5EF4-FFF2-40B4-BE49-F238E27FC236}">
                  <a16:creationId xmlns:a16="http://schemas.microsoft.com/office/drawing/2014/main" id="{FB2E5C76-51A2-4918-9E91-2D5784C23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686"/>
              <a:ext cx="19" cy="89"/>
            </a:xfrm>
            <a:custGeom>
              <a:avLst/>
              <a:gdLst>
                <a:gd name="T0" fmla="*/ 0 w 19"/>
                <a:gd name="T1" fmla="*/ 0 h 84"/>
                <a:gd name="T2" fmla="*/ 8 w 19"/>
                <a:gd name="T3" fmla="*/ 49 h 84"/>
                <a:gd name="T4" fmla="*/ 19 w 19"/>
                <a:gd name="T5" fmla="*/ 10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4">
                  <a:moveTo>
                    <a:pt x="0" y="0"/>
                  </a:moveTo>
                  <a:cubicBezTo>
                    <a:pt x="6" y="13"/>
                    <a:pt x="7" y="26"/>
                    <a:pt x="8" y="41"/>
                  </a:cubicBezTo>
                  <a:cubicBezTo>
                    <a:pt x="10" y="55"/>
                    <a:pt x="10" y="71"/>
                    <a:pt x="19" y="8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6" name="Freeform 426">
              <a:extLst>
                <a:ext uri="{FF2B5EF4-FFF2-40B4-BE49-F238E27FC236}">
                  <a16:creationId xmlns:a16="http://schemas.microsoft.com/office/drawing/2014/main" id="{F7817707-E155-4C58-A8B2-FF1C49D65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706"/>
              <a:ext cx="7" cy="39"/>
            </a:xfrm>
            <a:custGeom>
              <a:avLst/>
              <a:gdLst>
                <a:gd name="T0" fmla="*/ 7 w 7"/>
                <a:gd name="T1" fmla="*/ 0 h 37"/>
                <a:gd name="T2" fmla="*/ 0 w 7"/>
                <a:gd name="T3" fmla="*/ 43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7" y="0"/>
                  </a:moveTo>
                  <a:cubicBezTo>
                    <a:pt x="7" y="13"/>
                    <a:pt x="0" y="24"/>
                    <a:pt x="0" y="3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7" name="Freeform 427">
              <a:extLst>
                <a:ext uri="{FF2B5EF4-FFF2-40B4-BE49-F238E27FC236}">
                  <a16:creationId xmlns:a16="http://schemas.microsoft.com/office/drawing/2014/main" id="{50C87420-D8E6-41C9-9A7A-C43BEF400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703"/>
              <a:ext cx="10" cy="29"/>
            </a:xfrm>
            <a:custGeom>
              <a:avLst/>
              <a:gdLst>
                <a:gd name="T0" fmla="*/ 0 w 10"/>
                <a:gd name="T1" fmla="*/ 0 h 27"/>
                <a:gd name="T2" fmla="*/ 10 w 10"/>
                <a:gd name="T3" fmla="*/ 3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0"/>
                  </a:moveTo>
                  <a:cubicBezTo>
                    <a:pt x="0" y="9"/>
                    <a:pt x="7" y="19"/>
                    <a:pt x="10" y="2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8" name="Freeform 428">
              <a:extLst>
                <a:ext uri="{FF2B5EF4-FFF2-40B4-BE49-F238E27FC236}">
                  <a16:creationId xmlns:a16="http://schemas.microsoft.com/office/drawing/2014/main" id="{9CDDD99F-EF5E-459C-827A-ACF2575F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604"/>
              <a:ext cx="47" cy="34"/>
            </a:xfrm>
            <a:custGeom>
              <a:avLst/>
              <a:gdLst>
                <a:gd name="T0" fmla="*/ 0 w 48"/>
                <a:gd name="T1" fmla="*/ 34 h 33"/>
                <a:gd name="T2" fmla="*/ 24 w 48"/>
                <a:gd name="T3" fmla="*/ 20 h 33"/>
                <a:gd name="T4" fmla="*/ 45 w 48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3">
                  <a:moveTo>
                    <a:pt x="0" y="31"/>
                  </a:moveTo>
                  <a:cubicBezTo>
                    <a:pt x="10" y="33"/>
                    <a:pt x="20" y="25"/>
                    <a:pt x="27" y="17"/>
                  </a:cubicBezTo>
                  <a:cubicBezTo>
                    <a:pt x="34" y="11"/>
                    <a:pt x="37" y="0"/>
                    <a:pt x="48" y="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9" name="Freeform 429">
              <a:extLst>
                <a:ext uri="{FF2B5EF4-FFF2-40B4-BE49-F238E27FC236}">
                  <a16:creationId xmlns:a16="http://schemas.microsoft.com/office/drawing/2014/main" id="{4F5F2D17-F761-4E18-8F63-CAF7341A3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574"/>
              <a:ext cx="13" cy="55"/>
            </a:xfrm>
            <a:custGeom>
              <a:avLst/>
              <a:gdLst>
                <a:gd name="T0" fmla="*/ 0 w 13"/>
                <a:gd name="T1" fmla="*/ 61 h 52"/>
                <a:gd name="T2" fmla="*/ 13 w 13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2">
                  <a:moveTo>
                    <a:pt x="0" y="52"/>
                  </a:moveTo>
                  <a:cubicBezTo>
                    <a:pt x="12" y="39"/>
                    <a:pt x="5" y="15"/>
                    <a:pt x="13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0" name="Freeform 430">
              <a:extLst>
                <a:ext uri="{FF2B5EF4-FFF2-40B4-BE49-F238E27FC236}">
                  <a16:creationId xmlns:a16="http://schemas.microsoft.com/office/drawing/2014/main" id="{B8C12FBC-1533-4C80-83C1-F1EE2E1A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637"/>
              <a:ext cx="45" cy="14"/>
            </a:xfrm>
            <a:custGeom>
              <a:avLst/>
              <a:gdLst>
                <a:gd name="T0" fmla="*/ 0 w 45"/>
                <a:gd name="T1" fmla="*/ 6 h 13"/>
                <a:gd name="T2" fmla="*/ 26 w 45"/>
                <a:gd name="T3" fmla="*/ 4 h 13"/>
                <a:gd name="T4" fmla="*/ 37 w 45"/>
                <a:gd name="T5" fmla="*/ 12 h 13"/>
                <a:gd name="T6" fmla="*/ 45 w 45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3">
                  <a:moveTo>
                    <a:pt x="0" y="6"/>
                  </a:moveTo>
                  <a:cubicBezTo>
                    <a:pt x="9" y="0"/>
                    <a:pt x="15" y="1"/>
                    <a:pt x="26" y="4"/>
                  </a:cubicBezTo>
                  <a:cubicBezTo>
                    <a:pt x="30" y="6"/>
                    <a:pt x="33" y="7"/>
                    <a:pt x="37" y="9"/>
                  </a:cubicBezTo>
                  <a:cubicBezTo>
                    <a:pt x="40" y="11"/>
                    <a:pt x="41" y="13"/>
                    <a:pt x="45" y="1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1" name="Freeform 431">
              <a:extLst>
                <a:ext uri="{FF2B5EF4-FFF2-40B4-BE49-F238E27FC236}">
                  <a16:creationId xmlns:a16="http://schemas.microsoft.com/office/drawing/2014/main" id="{1EF08B6F-E7F0-4805-9D74-5B9A698E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3648"/>
              <a:ext cx="21" cy="25"/>
            </a:xfrm>
            <a:custGeom>
              <a:avLst/>
              <a:gdLst>
                <a:gd name="T0" fmla="*/ 21 w 21"/>
                <a:gd name="T1" fmla="*/ 4 h 24"/>
                <a:gd name="T2" fmla="*/ 0 w 21"/>
                <a:gd name="T3" fmla="*/ 2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4">
                  <a:moveTo>
                    <a:pt x="21" y="4"/>
                  </a:moveTo>
                  <a:cubicBezTo>
                    <a:pt x="11" y="0"/>
                    <a:pt x="2" y="18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2" name="Freeform 432">
              <a:extLst>
                <a:ext uri="{FF2B5EF4-FFF2-40B4-BE49-F238E27FC236}">
                  <a16:creationId xmlns:a16="http://schemas.microsoft.com/office/drawing/2014/main" id="{2C78E2AF-3398-4212-964E-A0BF6205B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721"/>
              <a:ext cx="18" cy="18"/>
            </a:xfrm>
            <a:custGeom>
              <a:avLst/>
              <a:gdLst>
                <a:gd name="T0" fmla="*/ 18 w 18"/>
                <a:gd name="T1" fmla="*/ 0 h 17"/>
                <a:gd name="T2" fmla="*/ 11 w 18"/>
                <a:gd name="T3" fmla="*/ 13 h 17"/>
                <a:gd name="T4" fmla="*/ 0 w 18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8" y="0"/>
                  </a:moveTo>
                  <a:cubicBezTo>
                    <a:pt x="15" y="3"/>
                    <a:pt x="14" y="7"/>
                    <a:pt x="11" y="10"/>
                  </a:cubicBezTo>
                  <a:cubicBezTo>
                    <a:pt x="8" y="13"/>
                    <a:pt x="1" y="12"/>
                    <a:pt x="0" y="1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3" name="Freeform 433">
              <a:extLst>
                <a:ext uri="{FF2B5EF4-FFF2-40B4-BE49-F238E27FC236}">
                  <a16:creationId xmlns:a16="http://schemas.microsoft.com/office/drawing/2014/main" id="{7DD97A15-611A-4951-87AE-C875C442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3734"/>
              <a:ext cx="22" cy="8"/>
            </a:xfrm>
            <a:custGeom>
              <a:avLst/>
              <a:gdLst>
                <a:gd name="T0" fmla="*/ 0 w 22"/>
                <a:gd name="T1" fmla="*/ 0 h 8"/>
                <a:gd name="T2" fmla="*/ 22 w 22"/>
                <a:gd name="T3" fmla="*/ 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cubicBezTo>
                    <a:pt x="7" y="2"/>
                    <a:pt x="14" y="8"/>
                    <a:pt x="22" y="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4" name="Freeform 434">
              <a:extLst>
                <a:ext uri="{FF2B5EF4-FFF2-40B4-BE49-F238E27FC236}">
                  <a16:creationId xmlns:a16="http://schemas.microsoft.com/office/drawing/2014/main" id="{4DF8A62F-A9EB-4230-9493-D216D557A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761"/>
              <a:ext cx="26" cy="25"/>
            </a:xfrm>
            <a:custGeom>
              <a:avLst/>
              <a:gdLst>
                <a:gd name="T0" fmla="*/ 26 w 26"/>
                <a:gd name="T1" fmla="*/ 2 h 23"/>
                <a:gd name="T2" fmla="*/ 10 w 26"/>
                <a:gd name="T3" fmla="*/ 11 h 23"/>
                <a:gd name="T4" fmla="*/ 0 w 26"/>
                <a:gd name="T5" fmla="*/ 2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3">
                  <a:moveTo>
                    <a:pt x="26" y="2"/>
                  </a:moveTo>
                  <a:cubicBezTo>
                    <a:pt x="18" y="0"/>
                    <a:pt x="14" y="2"/>
                    <a:pt x="10" y="8"/>
                  </a:cubicBezTo>
                  <a:cubicBezTo>
                    <a:pt x="6" y="13"/>
                    <a:pt x="5" y="20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5" name="Freeform 435">
              <a:extLst>
                <a:ext uri="{FF2B5EF4-FFF2-40B4-BE49-F238E27FC236}">
                  <a16:creationId xmlns:a16="http://schemas.microsoft.com/office/drawing/2014/main" id="{DFE8BF55-5D38-41DD-95DE-48C7BD282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3765"/>
              <a:ext cx="9" cy="30"/>
            </a:xfrm>
            <a:custGeom>
              <a:avLst/>
              <a:gdLst>
                <a:gd name="T0" fmla="*/ 3 w 9"/>
                <a:gd name="T1" fmla="*/ 0 h 28"/>
                <a:gd name="T2" fmla="*/ 3 w 9"/>
                <a:gd name="T3" fmla="*/ 17 h 28"/>
                <a:gd name="T4" fmla="*/ 9 w 9"/>
                <a:gd name="T5" fmla="*/ 3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3" y="0"/>
                  </a:moveTo>
                  <a:cubicBezTo>
                    <a:pt x="0" y="5"/>
                    <a:pt x="1" y="10"/>
                    <a:pt x="3" y="14"/>
                  </a:cubicBezTo>
                  <a:cubicBezTo>
                    <a:pt x="6" y="19"/>
                    <a:pt x="7" y="25"/>
                    <a:pt x="9" y="2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6" name="Freeform 436">
              <a:extLst>
                <a:ext uri="{FF2B5EF4-FFF2-40B4-BE49-F238E27FC236}">
                  <a16:creationId xmlns:a16="http://schemas.microsoft.com/office/drawing/2014/main" id="{9EB1385C-1446-4DC4-9F8A-DF2A92F82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3777"/>
              <a:ext cx="3" cy="12"/>
            </a:xfrm>
            <a:custGeom>
              <a:avLst/>
              <a:gdLst>
                <a:gd name="T0" fmla="*/ 0 w 3"/>
                <a:gd name="T1" fmla="*/ 0 h 11"/>
                <a:gd name="T2" fmla="*/ 3 w 3"/>
                <a:gd name="T3" fmla="*/ 1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1" y="1"/>
                    <a:pt x="3" y="8"/>
                    <a:pt x="3" y="1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7" name="Freeform 437">
              <a:extLst>
                <a:ext uri="{FF2B5EF4-FFF2-40B4-BE49-F238E27FC236}">
                  <a16:creationId xmlns:a16="http://schemas.microsoft.com/office/drawing/2014/main" id="{3E9ABD95-D075-486C-8FCD-3B87FACE7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3755"/>
              <a:ext cx="19" cy="2"/>
            </a:xfrm>
            <a:custGeom>
              <a:avLst/>
              <a:gdLst>
                <a:gd name="T0" fmla="*/ 0 w 19"/>
                <a:gd name="T1" fmla="*/ 1 h 2"/>
                <a:gd name="T2" fmla="*/ 19 w 1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0" y="1"/>
                  </a:moveTo>
                  <a:cubicBezTo>
                    <a:pt x="7" y="1"/>
                    <a:pt x="12" y="2"/>
                    <a:pt x="19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8" name="Freeform 438">
              <a:extLst>
                <a:ext uri="{FF2B5EF4-FFF2-40B4-BE49-F238E27FC236}">
                  <a16:creationId xmlns:a16="http://schemas.microsoft.com/office/drawing/2014/main" id="{CA5138B6-FBE2-414E-8D2D-E178E3415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3716"/>
              <a:ext cx="6" cy="1"/>
            </a:xfrm>
            <a:custGeom>
              <a:avLst/>
              <a:gdLst>
                <a:gd name="T0" fmla="*/ 0 w 6"/>
                <a:gd name="T1" fmla="*/ 1 h 1"/>
                <a:gd name="T2" fmla="*/ 6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9" name="Freeform 439">
              <a:extLst>
                <a:ext uri="{FF2B5EF4-FFF2-40B4-BE49-F238E27FC236}">
                  <a16:creationId xmlns:a16="http://schemas.microsoft.com/office/drawing/2014/main" id="{9EEC8F67-8C36-4291-9324-FE9C2295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702"/>
              <a:ext cx="27" cy="10"/>
            </a:xfrm>
            <a:custGeom>
              <a:avLst/>
              <a:gdLst>
                <a:gd name="T0" fmla="*/ 0 w 27"/>
                <a:gd name="T1" fmla="*/ 1 h 9"/>
                <a:gd name="T2" fmla="*/ 11 w 27"/>
                <a:gd name="T3" fmla="*/ 1 h 9"/>
                <a:gd name="T4" fmla="*/ 27 w 27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0" y="1"/>
                  </a:moveTo>
                  <a:cubicBezTo>
                    <a:pt x="4" y="2"/>
                    <a:pt x="8" y="0"/>
                    <a:pt x="11" y="1"/>
                  </a:cubicBezTo>
                  <a:cubicBezTo>
                    <a:pt x="17" y="3"/>
                    <a:pt x="22" y="7"/>
                    <a:pt x="27" y="9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0" name="Freeform 440">
              <a:extLst>
                <a:ext uri="{FF2B5EF4-FFF2-40B4-BE49-F238E27FC236}">
                  <a16:creationId xmlns:a16="http://schemas.microsoft.com/office/drawing/2014/main" id="{87A04EAF-6E1E-43F9-9F2E-A573E090D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3753"/>
              <a:ext cx="14" cy="24"/>
            </a:xfrm>
            <a:custGeom>
              <a:avLst/>
              <a:gdLst>
                <a:gd name="T0" fmla="*/ 0 w 15"/>
                <a:gd name="T1" fmla="*/ 0 h 23"/>
                <a:gd name="T2" fmla="*/ 12 w 15"/>
                <a:gd name="T3" fmla="*/ 2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9" y="6"/>
                    <a:pt x="7" y="17"/>
                    <a:pt x="15" y="23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1" name="Freeform 441">
              <a:extLst>
                <a:ext uri="{FF2B5EF4-FFF2-40B4-BE49-F238E27FC236}">
                  <a16:creationId xmlns:a16="http://schemas.microsoft.com/office/drawing/2014/main" id="{A6FB7C26-6E90-41DD-9C8D-B8ECA07F2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704"/>
              <a:ext cx="11" cy="33"/>
            </a:xfrm>
            <a:custGeom>
              <a:avLst/>
              <a:gdLst>
                <a:gd name="T0" fmla="*/ 0 w 11"/>
                <a:gd name="T1" fmla="*/ 0 h 31"/>
                <a:gd name="T2" fmla="*/ 11 w 11"/>
                <a:gd name="T3" fmla="*/ 3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0" y="0"/>
                  </a:moveTo>
                  <a:cubicBezTo>
                    <a:pt x="6" y="9"/>
                    <a:pt x="5" y="22"/>
                    <a:pt x="11" y="31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2" name="Freeform 442">
              <a:extLst>
                <a:ext uri="{FF2B5EF4-FFF2-40B4-BE49-F238E27FC236}">
                  <a16:creationId xmlns:a16="http://schemas.microsoft.com/office/drawing/2014/main" id="{E07F55C1-6673-493F-993A-96BF545C8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3746"/>
              <a:ext cx="22" cy="18"/>
            </a:xfrm>
            <a:custGeom>
              <a:avLst/>
              <a:gdLst>
                <a:gd name="T0" fmla="*/ 0 w 22"/>
                <a:gd name="T1" fmla="*/ 0 h 17"/>
                <a:gd name="T2" fmla="*/ 11 w 22"/>
                <a:gd name="T3" fmla="*/ 12 h 17"/>
                <a:gd name="T4" fmla="*/ 22 w 22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4" y="4"/>
                    <a:pt x="6" y="7"/>
                    <a:pt x="11" y="9"/>
                  </a:cubicBezTo>
                  <a:cubicBezTo>
                    <a:pt x="16" y="11"/>
                    <a:pt x="19" y="13"/>
                    <a:pt x="22" y="17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3" name="Freeform 443">
              <a:extLst>
                <a:ext uri="{FF2B5EF4-FFF2-40B4-BE49-F238E27FC236}">
                  <a16:creationId xmlns:a16="http://schemas.microsoft.com/office/drawing/2014/main" id="{227901FC-3C63-4115-BA78-403161E38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756"/>
              <a:ext cx="9" cy="40"/>
            </a:xfrm>
            <a:custGeom>
              <a:avLst/>
              <a:gdLst>
                <a:gd name="T0" fmla="*/ 5 w 9"/>
                <a:gd name="T1" fmla="*/ 0 h 38"/>
                <a:gd name="T2" fmla="*/ 0 w 9"/>
                <a:gd name="T3" fmla="*/ 4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5" y="0"/>
                  </a:moveTo>
                  <a:cubicBezTo>
                    <a:pt x="9" y="12"/>
                    <a:pt x="0" y="26"/>
                    <a:pt x="0" y="3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4" name="Freeform 444">
              <a:extLst>
                <a:ext uri="{FF2B5EF4-FFF2-40B4-BE49-F238E27FC236}">
                  <a16:creationId xmlns:a16="http://schemas.microsoft.com/office/drawing/2014/main" id="{CAC84071-C906-439A-ADED-099688D68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3767"/>
              <a:ext cx="2" cy="23"/>
            </a:xfrm>
            <a:custGeom>
              <a:avLst/>
              <a:gdLst>
                <a:gd name="T0" fmla="*/ 0 w 2"/>
                <a:gd name="T1" fmla="*/ 0 h 22"/>
                <a:gd name="T2" fmla="*/ 2 w 2"/>
                <a:gd name="T3" fmla="*/ 2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1" y="8"/>
                    <a:pt x="0" y="15"/>
                    <a:pt x="2" y="22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5" name="Freeform 445">
              <a:extLst>
                <a:ext uri="{FF2B5EF4-FFF2-40B4-BE49-F238E27FC236}">
                  <a16:creationId xmlns:a16="http://schemas.microsoft.com/office/drawing/2014/main" id="{E61CED4A-8DF8-481B-A822-8B38ADAAF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779"/>
              <a:ext cx="2" cy="7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6" name="Freeform 446">
              <a:extLst>
                <a:ext uri="{FF2B5EF4-FFF2-40B4-BE49-F238E27FC236}">
                  <a16:creationId xmlns:a16="http://schemas.microsoft.com/office/drawing/2014/main" id="{AC5CC082-0D2E-460B-ABF6-FF43C6824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3664"/>
              <a:ext cx="17" cy="8"/>
            </a:xfrm>
            <a:custGeom>
              <a:avLst/>
              <a:gdLst>
                <a:gd name="T0" fmla="*/ 0 w 17"/>
                <a:gd name="T1" fmla="*/ 0 h 8"/>
                <a:gd name="T2" fmla="*/ 17 w 17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6" y="1"/>
                    <a:pt x="12" y="5"/>
                    <a:pt x="17" y="8"/>
                  </a:cubicBezTo>
                </a:path>
              </a:pathLst>
            </a:custGeom>
            <a:noFill/>
            <a:ln w="3175" cap="rnd">
              <a:solidFill>
                <a:srgbClr val="EDE1C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7" name="Freeform 447">
              <a:extLst>
                <a:ext uri="{FF2B5EF4-FFF2-40B4-BE49-F238E27FC236}">
                  <a16:creationId xmlns:a16="http://schemas.microsoft.com/office/drawing/2014/main" id="{5DA87D60-4D7D-4A36-B902-BF111E0557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41" y="3502"/>
              <a:ext cx="398" cy="307"/>
            </a:xfrm>
            <a:custGeom>
              <a:avLst/>
              <a:gdLst>
                <a:gd name="T0" fmla="*/ 322 w 401"/>
                <a:gd name="T1" fmla="*/ 50 h 290"/>
                <a:gd name="T2" fmla="*/ 268 w 401"/>
                <a:gd name="T3" fmla="*/ 5 h 290"/>
                <a:gd name="T4" fmla="*/ 197 w 401"/>
                <a:gd name="T5" fmla="*/ 25 h 290"/>
                <a:gd name="T6" fmla="*/ 124 w 401"/>
                <a:gd name="T7" fmla="*/ 5 h 290"/>
                <a:gd name="T8" fmla="*/ 69 w 401"/>
                <a:gd name="T9" fmla="*/ 50 h 290"/>
                <a:gd name="T10" fmla="*/ 11 w 401"/>
                <a:gd name="T11" fmla="*/ 211 h 290"/>
                <a:gd name="T12" fmla="*/ 138 w 401"/>
                <a:gd name="T13" fmla="*/ 344 h 290"/>
                <a:gd name="T14" fmla="*/ 194 w 401"/>
                <a:gd name="T15" fmla="*/ 209 h 290"/>
                <a:gd name="T16" fmla="*/ 198 w 401"/>
                <a:gd name="T17" fmla="*/ 209 h 290"/>
                <a:gd name="T18" fmla="*/ 254 w 401"/>
                <a:gd name="T19" fmla="*/ 344 h 290"/>
                <a:gd name="T20" fmla="*/ 381 w 401"/>
                <a:gd name="T21" fmla="*/ 211 h 290"/>
                <a:gd name="T22" fmla="*/ 322 w 401"/>
                <a:gd name="T23" fmla="*/ 50 h 290"/>
                <a:gd name="T24" fmla="*/ 197 w 401"/>
                <a:gd name="T25" fmla="*/ 184 h 290"/>
                <a:gd name="T26" fmla="*/ 187 w 401"/>
                <a:gd name="T27" fmla="*/ 176 h 290"/>
                <a:gd name="T28" fmla="*/ 197 w 401"/>
                <a:gd name="T29" fmla="*/ 168 h 290"/>
                <a:gd name="T30" fmla="*/ 205 w 401"/>
                <a:gd name="T31" fmla="*/ 176 h 290"/>
                <a:gd name="T32" fmla="*/ 197 w 401"/>
                <a:gd name="T33" fmla="*/ 184 h 2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1" h="290">
                  <a:moveTo>
                    <a:pt x="328" y="42"/>
                  </a:moveTo>
                  <a:cubicBezTo>
                    <a:pt x="318" y="28"/>
                    <a:pt x="296" y="8"/>
                    <a:pt x="274" y="5"/>
                  </a:cubicBezTo>
                  <a:cubicBezTo>
                    <a:pt x="223" y="0"/>
                    <a:pt x="200" y="22"/>
                    <a:pt x="200" y="22"/>
                  </a:cubicBezTo>
                  <a:cubicBezTo>
                    <a:pt x="200" y="22"/>
                    <a:pt x="177" y="0"/>
                    <a:pt x="127" y="5"/>
                  </a:cubicBezTo>
                  <a:cubicBezTo>
                    <a:pt x="105" y="8"/>
                    <a:pt x="83" y="28"/>
                    <a:pt x="72" y="42"/>
                  </a:cubicBezTo>
                  <a:cubicBezTo>
                    <a:pt x="62" y="55"/>
                    <a:pt x="0" y="102"/>
                    <a:pt x="11" y="178"/>
                  </a:cubicBezTo>
                  <a:cubicBezTo>
                    <a:pt x="21" y="254"/>
                    <a:pt x="68" y="290"/>
                    <a:pt x="141" y="290"/>
                  </a:cubicBezTo>
                  <a:cubicBezTo>
                    <a:pt x="214" y="290"/>
                    <a:pt x="187" y="182"/>
                    <a:pt x="197" y="176"/>
                  </a:cubicBezTo>
                  <a:cubicBezTo>
                    <a:pt x="203" y="176"/>
                    <a:pt x="203" y="176"/>
                    <a:pt x="203" y="176"/>
                  </a:cubicBezTo>
                  <a:cubicBezTo>
                    <a:pt x="214" y="182"/>
                    <a:pt x="187" y="290"/>
                    <a:pt x="260" y="290"/>
                  </a:cubicBezTo>
                  <a:cubicBezTo>
                    <a:pt x="333" y="290"/>
                    <a:pt x="380" y="254"/>
                    <a:pt x="390" y="178"/>
                  </a:cubicBezTo>
                  <a:cubicBezTo>
                    <a:pt x="401" y="102"/>
                    <a:pt x="339" y="55"/>
                    <a:pt x="328" y="42"/>
                  </a:cubicBezTo>
                  <a:close/>
                  <a:moveTo>
                    <a:pt x="201" y="155"/>
                  </a:moveTo>
                  <a:cubicBezTo>
                    <a:pt x="195" y="155"/>
                    <a:pt x="190" y="152"/>
                    <a:pt x="190" y="148"/>
                  </a:cubicBezTo>
                  <a:cubicBezTo>
                    <a:pt x="190" y="145"/>
                    <a:pt x="195" y="142"/>
                    <a:pt x="201" y="142"/>
                  </a:cubicBezTo>
                  <a:cubicBezTo>
                    <a:pt x="206" y="142"/>
                    <a:pt x="211" y="145"/>
                    <a:pt x="211" y="148"/>
                  </a:cubicBezTo>
                  <a:cubicBezTo>
                    <a:pt x="211" y="152"/>
                    <a:pt x="206" y="155"/>
                    <a:pt x="201" y="155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660" name="Text Box 448">
            <a:extLst>
              <a:ext uri="{FF2B5EF4-FFF2-40B4-BE49-F238E27FC236}">
                <a16:creationId xmlns:a16="http://schemas.microsoft.com/office/drawing/2014/main" id="{2723D743-73AF-4687-90A9-217188F47B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1524000"/>
            <a:ext cx="4429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C5</a:t>
            </a:r>
          </a:p>
        </p:txBody>
      </p:sp>
      <p:sp>
        <p:nvSpPr>
          <p:cNvPr id="27661" name="Text Box 449">
            <a:extLst>
              <a:ext uri="{FF2B5EF4-FFF2-40B4-BE49-F238E27FC236}">
                <a16:creationId xmlns:a16="http://schemas.microsoft.com/office/drawing/2014/main" id="{16259598-9B00-4A9E-A034-5B605EEDEB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2286000"/>
            <a:ext cx="4206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T2</a:t>
            </a:r>
          </a:p>
        </p:txBody>
      </p:sp>
      <p:sp>
        <p:nvSpPr>
          <p:cNvPr id="27662" name="Text Box 450">
            <a:extLst>
              <a:ext uri="{FF2B5EF4-FFF2-40B4-BE49-F238E27FC236}">
                <a16:creationId xmlns:a16="http://schemas.microsoft.com/office/drawing/2014/main" id="{B96CC8F7-619F-47DE-84C7-3478F925F6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3124200"/>
            <a:ext cx="4206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T8</a:t>
            </a:r>
          </a:p>
        </p:txBody>
      </p:sp>
      <p:sp>
        <p:nvSpPr>
          <p:cNvPr id="27663" name="Text Box 451">
            <a:extLst>
              <a:ext uri="{FF2B5EF4-FFF2-40B4-BE49-F238E27FC236}">
                <a16:creationId xmlns:a16="http://schemas.microsoft.com/office/drawing/2014/main" id="{C62DF636-839D-41A0-B607-1FFA894708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3962400"/>
            <a:ext cx="409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L1</a:t>
            </a:r>
          </a:p>
        </p:txBody>
      </p:sp>
      <p:sp>
        <p:nvSpPr>
          <p:cNvPr id="27664" name="Text Box 452">
            <a:extLst>
              <a:ext uri="{FF2B5EF4-FFF2-40B4-BE49-F238E27FC236}">
                <a16:creationId xmlns:a16="http://schemas.microsoft.com/office/drawing/2014/main" id="{E42B76DA-6930-406E-9033-51D7FB0DA5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4876800"/>
            <a:ext cx="409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L2</a:t>
            </a:r>
          </a:p>
        </p:txBody>
      </p:sp>
      <p:sp>
        <p:nvSpPr>
          <p:cNvPr id="27665" name="Text Box 453">
            <a:extLst>
              <a:ext uri="{FF2B5EF4-FFF2-40B4-BE49-F238E27FC236}">
                <a16:creationId xmlns:a16="http://schemas.microsoft.com/office/drawing/2014/main" id="{DA4B2DEA-4EC9-49A7-97B5-42DA999EF0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5715000"/>
            <a:ext cx="4318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S2</a:t>
            </a:r>
          </a:p>
        </p:txBody>
      </p:sp>
      <p:sp>
        <p:nvSpPr>
          <p:cNvPr id="27666" name="Line 454">
            <a:extLst>
              <a:ext uri="{FF2B5EF4-FFF2-40B4-BE49-F238E27FC236}">
                <a16:creationId xmlns:a16="http://schemas.microsoft.com/office/drawing/2014/main" id="{8023B3F6-7FB6-43EA-B843-F147B882A8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43400" y="2057400"/>
            <a:ext cx="1752600" cy="190500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7667" name="Line 455">
            <a:extLst>
              <a:ext uri="{FF2B5EF4-FFF2-40B4-BE49-F238E27FC236}">
                <a16:creationId xmlns:a16="http://schemas.microsoft.com/office/drawing/2014/main" id="{E723BE40-D234-45A8-B2FF-BED887BA40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43400" y="3505200"/>
            <a:ext cx="1752600" cy="137160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7668" name="Line 456">
            <a:extLst>
              <a:ext uri="{FF2B5EF4-FFF2-40B4-BE49-F238E27FC236}">
                <a16:creationId xmlns:a16="http://schemas.microsoft.com/office/drawing/2014/main" id="{7747F35A-1C3D-4837-B267-59C4FD0962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67200" y="5105400"/>
            <a:ext cx="1981200" cy="60960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DA19D0CB-B86A-48DA-B355-C00354BCDC6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Spinal cord sections (3)</a:t>
            </a:r>
          </a:p>
        </p:txBody>
      </p:sp>
      <p:grpSp>
        <p:nvGrpSpPr>
          <p:cNvPr id="70658" name="Spinal-cord-cross-section-diagram">
            <a:extLst>
              <a:ext uri="{FF2B5EF4-FFF2-40B4-BE49-F238E27FC236}">
                <a16:creationId xmlns:a16="http://schemas.microsoft.com/office/drawing/2014/main" id="{65F34000-C0E5-4B1B-987D-B2E10C22FC14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2030413"/>
            <a:ext cx="6383338" cy="3324225"/>
            <a:chOff x="912" y="1279"/>
            <a:chExt cx="4021" cy="2094"/>
          </a:xfrm>
        </p:grpSpPr>
        <p:sp>
          <p:nvSpPr>
            <p:cNvPr id="70659" name="Freeform 4">
              <a:extLst>
                <a:ext uri="{FF2B5EF4-FFF2-40B4-BE49-F238E27FC236}">
                  <a16:creationId xmlns:a16="http://schemas.microsoft.com/office/drawing/2014/main" id="{D694E527-B3D1-4B29-A105-577DF9096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488"/>
              <a:ext cx="1222" cy="756"/>
            </a:xfrm>
            <a:custGeom>
              <a:avLst/>
              <a:gdLst>
                <a:gd name="T0" fmla="*/ 138 w 231"/>
                <a:gd name="T1" fmla="*/ 3757 h 134"/>
                <a:gd name="T2" fmla="*/ 10072 w 231"/>
                <a:gd name="T3" fmla="*/ 1783 h 134"/>
                <a:gd name="T4" fmla="*/ 10353 w 231"/>
                <a:gd name="T5" fmla="*/ 1975 h 134"/>
                <a:gd name="T6" fmla="*/ 17462 w 231"/>
                <a:gd name="T7" fmla="*/ 8085 h 134"/>
                <a:gd name="T8" fmla="*/ 25604 w 231"/>
                <a:gd name="T9" fmla="*/ 10251 h 134"/>
                <a:gd name="T10" fmla="*/ 33608 w 231"/>
                <a:gd name="T11" fmla="*/ 24062 h 134"/>
                <a:gd name="T12" fmla="*/ 34057 w 231"/>
                <a:gd name="T13" fmla="*/ 22279 h 134"/>
                <a:gd name="T14" fmla="*/ 26053 w 231"/>
                <a:gd name="T15" fmla="*/ 8434 h 134"/>
                <a:gd name="T16" fmla="*/ 17912 w 231"/>
                <a:gd name="T17" fmla="*/ 6268 h 134"/>
                <a:gd name="T18" fmla="*/ 10940 w 231"/>
                <a:gd name="T19" fmla="*/ 350 h 134"/>
                <a:gd name="T20" fmla="*/ 10665 w 231"/>
                <a:gd name="T21" fmla="*/ 350 h 134"/>
                <a:gd name="T22" fmla="*/ 894 w 231"/>
                <a:gd name="T23" fmla="*/ 1975 h 134"/>
                <a:gd name="T24" fmla="*/ 138 w 231"/>
                <a:gd name="T25" fmla="*/ 3757 h 1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1" h="134">
                  <a:moveTo>
                    <a:pt x="1" y="21"/>
                  </a:moveTo>
                  <a:cubicBezTo>
                    <a:pt x="1" y="22"/>
                    <a:pt x="27" y="8"/>
                    <a:pt x="68" y="10"/>
                  </a:cubicBezTo>
                  <a:cubicBezTo>
                    <a:pt x="69" y="10"/>
                    <a:pt x="69" y="10"/>
                    <a:pt x="70" y="11"/>
                  </a:cubicBezTo>
                  <a:cubicBezTo>
                    <a:pt x="93" y="14"/>
                    <a:pt x="98" y="39"/>
                    <a:pt x="118" y="45"/>
                  </a:cubicBezTo>
                  <a:cubicBezTo>
                    <a:pt x="139" y="51"/>
                    <a:pt x="153" y="40"/>
                    <a:pt x="173" y="57"/>
                  </a:cubicBezTo>
                  <a:cubicBezTo>
                    <a:pt x="190" y="73"/>
                    <a:pt x="231" y="116"/>
                    <a:pt x="227" y="134"/>
                  </a:cubicBezTo>
                  <a:cubicBezTo>
                    <a:pt x="229" y="130"/>
                    <a:pt x="230" y="126"/>
                    <a:pt x="230" y="124"/>
                  </a:cubicBezTo>
                  <a:cubicBezTo>
                    <a:pt x="230" y="114"/>
                    <a:pt x="194" y="65"/>
                    <a:pt x="176" y="47"/>
                  </a:cubicBezTo>
                  <a:cubicBezTo>
                    <a:pt x="156" y="30"/>
                    <a:pt x="142" y="41"/>
                    <a:pt x="121" y="35"/>
                  </a:cubicBezTo>
                  <a:cubicBezTo>
                    <a:pt x="101" y="29"/>
                    <a:pt x="97" y="5"/>
                    <a:pt x="74" y="2"/>
                  </a:cubicBezTo>
                  <a:cubicBezTo>
                    <a:pt x="73" y="2"/>
                    <a:pt x="73" y="2"/>
                    <a:pt x="72" y="2"/>
                  </a:cubicBezTo>
                  <a:cubicBezTo>
                    <a:pt x="44" y="0"/>
                    <a:pt x="21" y="5"/>
                    <a:pt x="6" y="11"/>
                  </a:cubicBezTo>
                  <a:cubicBezTo>
                    <a:pt x="3" y="12"/>
                    <a:pt x="0" y="18"/>
                    <a:pt x="1" y="21"/>
                  </a:cubicBezTo>
                  <a:close/>
                </a:path>
              </a:pathLst>
            </a:custGeom>
            <a:solidFill>
              <a:srgbClr val="CBA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0" name="Freeform 5">
              <a:extLst>
                <a:ext uri="{FF2B5EF4-FFF2-40B4-BE49-F238E27FC236}">
                  <a16:creationId xmlns:a16="http://schemas.microsoft.com/office/drawing/2014/main" id="{F598B8F6-E389-45D0-BB4F-8C361E5CC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651"/>
              <a:ext cx="122" cy="237"/>
            </a:xfrm>
            <a:custGeom>
              <a:avLst/>
              <a:gdLst>
                <a:gd name="T0" fmla="*/ 589 w 23"/>
                <a:gd name="T1" fmla="*/ 7358 h 42"/>
                <a:gd name="T2" fmla="*/ 1040 w 23"/>
                <a:gd name="T3" fmla="*/ 7358 h 42"/>
                <a:gd name="T4" fmla="*/ 3432 w 23"/>
                <a:gd name="T5" fmla="*/ 0 h 42"/>
                <a:gd name="T6" fmla="*/ 308 w 23"/>
                <a:gd name="T7" fmla="*/ 6653 h 42"/>
                <a:gd name="T8" fmla="*/ 589 w 23"/>
                <a:gd name="T9" fmla="*/ 735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2">
                  <a:moveTo>
                    <a:pt x="4" y="41"/>
                  </a:moveTo>
                  <a:cubicBezTo>
                    <a:pt x="5" y="41"/>
                    <a:pt x="6" y="41"/>
                    <a:pt x="7" y="41"/>
                  </a:cubicBezTo>
                  <a:cubicBezTo>
                    <a:pt x="15" y="29"/>
                    <a:pt x="21" y="15"/>
                    <a:pt x="23" y="0"/>
                  </a:cubicBezTo>
                  <a:cubicBezTo>
                    <a:pt x="19" y="14"/>
                    <a:pt x="11" y="26"/>
                    <a:pt x="2" y="37"/>
                  </a:cubicBezTo>
                  <a:cubicBezTo>
                    <a:pt x="0" y="39"/>
                    <a:pt x="2" y="42"/>
                    <a:pt x="4" y="41"/>
                  </a:cubicBezTo>
                  <a:close/>
                </a:path>
              </a:pathLst>
            </a:custGeom>
            <a:solidFill>
              <a:srgbClr val="CBA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1" name="Freeform 6">
              <a:extLst>
                <a:ext uri="{FF2B5EF4-FFF2-40B4-BE49-F238E27FC236}">
                  <a16:creationId xmlns:a16="http://schemas.microsoft.com/office/drawing/2014/main" id="{6C01117D-DA25-4965-AA39-1C68246D1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278"/>
              <a:ext cx="1318" cy="1095"/>
            </a:xfrm>
            <a:custGeom>
              <a:avLst/>
              <a:gdLst>
                <a:gd name="T0" fmla="*/ 33368 w 249"/>
                <a:gd name="T1" fmla="*/ 30045 h 194"/>
                <a:gd name="T2" fmla="*/ 17933 w 249"/>
                <a:gd name="T3" fmla="*/ 28069 h 194"/>
                <a:gd name="T4" fmla="*/ 307 w 249"/>
                <a:gd name="T5" fmla="*/ 6310 h 194"/>
                <a:gd name="T6" fmla="*/ 895 w 249"/>
                <a:gd name="T7" fmla="*/ 0 h 194"/>
                <a:gd name="T8" fmla="*/ 730 w 249"/>
                <a:gd name="T9" fmla="*/ 14912 h 194"/>
                <a:gd name="T10" fmla="*/ 1175 w 249"/>
                <a:gd name="T11" fmla="*/ 16916 h 194"/>
                <a:gd name="T12" fmla="*/ 17340 w 249"/>
                <a:gd name="T13" fmla="*/ 30937 h 194"/>
                <a:gd name="T14" fmla="*/ 32781 w 249"/>
                <a:gd name="T15" fmla="*/ 32912 h 194"/>
                <a:gd name="T16" fmla="*/ 36925 w 249"/>
                <a:gd name="T17" fmla="*/ 25010 h 194"/>
                <a:gd name="T18" fmla="*/ 33368 w 249"/>
                <a:gd name="T19" fmla="*/ 30045 h 1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9" h="194">
                  <a:moveTo>
                    <a:pt x="225" y="167"/>
                  </a:moveTo>
                  <a:cubicBezTo>
                    <a:pt x="201" y="178"/>
                    <a:pt x="155" y="167"/>
                    <a:pt x="121" y="156"/>
                  </a:cubicBezTo>
                  <a:cubicBezTo>
                    <a:pt x="62" y="143"/>
                    <a:pt x="2" y="97"/>
                    <a:pt x="2" y="35"/>
                  </a:cubicBezTo>
                  <a:cubicBezTo>
                    <a:pt x="2" y="23"/>
                    <a:pt x="3" y="11"/>
                    <a:pt x="6" y="0"/>
                  </a:cubicBezTo>
                  <a:cubicBezTo>
                    <a:pt x="1" y="14"/>
                    <a:pt x="0" y="54"/>
                    <a:pt x="5" y="83"/>
                  </a:cubicBezTo>
                  <a:cubicBezTo>
                    <a:pt x="5" y="85"/>
                    <a:pt x="8" y="93"/>
                    <a:pt x="8" y="94"/>
                  </a:cubicBezTo>
                  <a:cubicBezTo>
                    <a:pt x="28" y="134"/>
                    <a:pt x="73" y="162"/>
                    <a:pt x="117" y="172"/>
                  </a:cubicBezTo>
                  <a:cubicBezTo>
                    <a:pt x="151" y="183"/>
                    <a:pt x="197" y="194"/>
                    <a:pt x="221" y="183"/>
                  </a:cubicBezTo>
                  <a:cubicBezTo>
                    <a:pt x="238" y="175"/>
                    <a:pt x="246" y="158"/>
                    <a:pt x="249" y="139"/>
                  </a:cubicBezTo>
                  <a:cubicBezTo>
                    <a:pt x="244" y="151"/>
                    <a:pt x="237" y="161"/>
                    <a:pt x="225" y="167"/>
                  </a:cubicBezTo>
                  <a:close/>
                </a:path>
              </a:pathLst>
            </a:custGeom>
            <a:solidFill>
              <a:srgbClr val="CBA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2" name="Freeform 7">
              <a:extLst>
                <a:ext uri="{FF2B5EF4-FFF2-40B4-BE49-F238E27FC236}">
                  <a16:creationId xmlns:a16="http://schemas.microsoft.com/office/drawing/2014/main" id="{2EC1A5A5-B980-432E-9A0F-6CB46F0E0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329"/>
              <a:ext cx="2656" cy="1044"/>
            </a:xfrm>
            <a:custGeom>
              <a:avLst/>
              <a:gdLst>
                <a:gd name="T0" fmla="*/ 74347 w 502"/>
                <a:gd name="T1" fmla="*/ 0 h 185"/>
                <a:gd name="T2" fmla="*/ 65030 w 502"/>
                <a:gd name="T3" fmla="*/ 0 h 185"/>
                <a:gd name="T4" fmla="*/ 59988 w 502"/>
                <a:gd name="T5" fmla="*/ 5762 h 185"/>
                <a:gd name="T6" fmla="*/ 59988 w 502"/>
                <a:gd name="T7" fmla="*/ 5762 h 185"/>
                <a:gd name="T8" fmla="*/ 29475 w 502"/>
                <a:gd name="T9" fmla="*/ 23374 h 185"/>
                <a:gd name="T10" fmla="*/ 27851 w 502"/>
                <a:gd name="T11" fmla="*/ 23916 h 185"/>
                <a:gd name="T12" fmla="*/ 21920 w 502"/>
                <a:gd name="T13" fmla="*/ 26433 h 185"/>
                <a:gd name="T14" fmla="*/ 6524 w 502"/>
                <a:gd name="T15" fmla="*/ 28408 h 185"/>
                <a:gd name="T16" fmla="*/ 2825 w 502"/>
                <a:gd name="T17" fmla="*/ 10796 h 185"/>
                <a:gd name="T18" fmla="*/ 1762 w 502"/>
                <a:gd name="T19" fmla="*/ 3792 h 185"/>
                <a:gd name="T20" fmla="*/ 138 w 502"/>
                <a:gd name="T21" fmla="*/ 7009 h 185"/>
                <a:gd name="T22" fmla="*/ 1175 w 502"/>
                <a:gd name="T23" fmla="*/ 6653 h 185"/>
                <a:gd name="T24" fmla="*/ 2212 w 502"/>
                <a:gd name="T25" fmla="*/ 13662 h 185"/>
                <a:gd name="T26" fmla="*/ 5936 w 502"/>
                <a:gd name="T27" fmla="*/ 31275 h 185"/>
                <a:gd name="T28" fmla="*/ 21333 w 502"/>
                <a:gd name="T29" fmla="*/ 29300 h 185"/>
                <a:gd name="T30" fmla="*/ 27264 w 502"/>
                <a:gd name="T31" fmla="*/ 26783 h 185"/>
                <a:gd name="T32" fmla="*/ 28888 w 502"/>
                <a:gd name="T33" fmla="*/ 26241 h 185"/>
                <a:gd name="T34" fmla="*/ 59681 w 502"/>
                <a:gd name="T35" fmla="*/ 8279 h 185"/>
                <a:gd name="T36" fmla="*/ 59823 w 502"/>
                <a:gd name="T37" fmla="*/ 8279 h 185"/>
                <a:gd name="T38" fmla="*/ 65310 w 502"/>
                <a:gd name="T39" fmla="*/ 542 h 185"/>
                <a:gd name="T40" fmla="*/ 74347 w 502"/>
                <a:gd name="T41" fmla="*/ 192 h 1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2" h="185">
                  <a:moveTo>
                    <a:pt x="502" y="0"/>
                  </a:moveTo>
                  <a:cubicBezTo>
                    <a:pt x="439" y="0"/>
                    <a:pt x="439" y="0"/>
                    <a:pt x="439" y="0"/>
                  </a:cubicBezTo>
                  <a:cubicBezTo>
                    <a:pt x="421" y="0"/>
                    <a:pt x="414" y="17"/>
                    <a:pt x="405" y="32"/>
                  </a:cubicBezTo>
                  <a:cubicBezTo>
                    <a:pt x="405" y="32"/>
                    <a:pt x="405" y="32"/>
                    <a:pt x="405" y="32"/>
                  </a:cubicBezTo>
                  <a:cubicBezTo>
                    <a:pt x="363" y="103"/>
                    <a:pt x="285" y="140"/>
                    <a:pt x="199" y="130"/>
                  </a:cubicBezTo>
                  <a:cubicBezTo>
                    <a:pt x="195" y="130"/>
                    <a:pt x="190" y="132"/>
                    <a:pt x="188" y="133"/>
                  </a:cubicBezTo>
                  <a:cubicBezTo>
                    <a:pt x="175" y="139"/>
                    <a:pt x="161" y="144"/>
                    <a:pt x="148" y="147"/>
                  </a:cubicBezTo>
                  <a:cubicBezTo>
                    <a:pt x="113" y="158"/>
                    <a:pt x="68" y="169"/>
                    <a:pt x="44" y="158"/>
                  </a:cubicBezTo>
                  <a:cubicBezTo>
                    <a:pt x="6" y="140"/>
                    <a:pt x="14" y="83"/>
                    <a:pt x="19" y="60"/>
                  </a:cubicBezTo>
                  <a:cubicBezTo>
                    <a:pt x="27" y="30"/>
                    <a:pt x="26" y="21"/>
                    <a:pt x="12" y="21"/>
                  </a:cubicBezTo>
                  <a:cubicBezTo>
                    <a:pt x="3" y="21"/>
                    <a:pt x="0" y="26"/>
                    <a:pt x="1" y="39"/>
                  </a:cubicBezTo>
                  <a:cubicBezTo>
                    <a:pt x="3" y="38"/>
                    <a:pt x="5" y="37"/>
                    <a:pt x="8" y="37"/>
                  </a:cubicBezTo>
                  <a:cubicBezTo>
                    <a:pt x="22" y="37"/>
                    <a:pt x="23" y="46"/>
                    <a:pt x="15" y="76"/>
                  </a:cubicBezTo>
                  <a:cubicBezTo>
                    <a:pt x="10" y="99"/>
                    <a:pt x="2" y="156"/>
                    <a:pt x="40" y="174"/>
                  </a:cubicBezTo>
                  <a:cubicBezTo>
                    <a:pt x="64" y="185"/>
                    <a:pt x="109" y="174"/>
                    <a:pt x="144" y="163"/>
                  </a:cubicBezTo>
                  <a:cubicBezTo>
                    <a:pt x="157" y="160"/>
                    <a:pt x="171" y="155"/>
                    <a:pt x="184" y="149"/>
                  </a:cubicBezTo>
                  <a:cubicBezTo>
                    <a:pt x="186" y="148"/>
                    <a:pt x="191" y="146"/>
                    <a:pt x="195" y="146"/>
                  </a:cubicBezTo>
                  <a:cubicBezTo>
                    <a:pt x="281" y="156"/>
                    <a:pt x="361" y="118"/>
                    <a:pt x="403" y="46"/>
                  </a:cubicBezTo>
                  <a:cubicBezTo>
                    <a:pt x="404" y="46"/>
                    <a:pt x="404" y="46"/>
                    <a:pt x="404" y="46"/>
                  </a:cubicBezTo>
                  <a:cubicBezTo>
                    <a:pt x="412" y="31"/>
                    <a:pt x="423" y="3"/>
                    <a:pt x="441" y="3"/>
                  </a:cubicBezTo>
                  <a:cubicBezTo>
                    <a:pt x="502" y="1"/>
                    <a:pt x="502" y="1"/>
                    <a:pt x="502" y="1"/>
                  </a:cubicBezTo>
                </a:path>
              </a:pathLst>
            </a:custGeom>
            <a:solidFill>
              <a:srgbClr val="CBA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3" name="Oval 8">
              <a:extLst>
                <a:ext uri="{FF2B5EF4-FFF2-40B4-BE49-F238E27FC236}">
                  <a16:creationId xmlns:a16="http://schemas.microsoft.com/office/drawing/2014/main" id="{18B19795-1A91-41AF-88AA-37EB0E52E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086"/>
              <a:ext cx="95" cy="57"/>
            </a:xfrm>
            <a:prstGeom prst="ellipse">
              <a:avLst/>
            </a:prstGeom>
            <a:solidFill>
              <a:srgbClr val="3C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0664" name="Freeform 9">
              <a:extLst>
                <a:ext uri="{FF2B5EF4-FFF2-40B4-BE49-F238E27FC236}">
                  <a16:creationId xmlns:a16="http://schemas.microsoft.com/office/drawing/2014/main" id="{9C1E8061-15C3-429A-8D40-BBDEE6D37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058"/>
              <a:ext cx="133" cy="85"/>
            </a:xfrm>
            <a:custGeom>
              <a:avLst/>
              <a:gdLst>
                <a:gd name="T0" fmla="*/ 1670 w 25"/>
                <a:gd name="T1" fmla="*/ 2731 h 15"/>
                <a:gd name="T2" fmla="*/ 2405 w 25"/>
                <a:gd name="T3" fmla="*/ 2182 h 15"/>
                <a:gd name="T4" fmla="*/ 3171 w 25"/>
                <a:gd name="T5" fmla="*/ 2539 h 15"/>
                <a:gd name="T6" fmla="*/ 3453 w 25"/>
                <a:gd name="T7" fmla="*/ 1094 h 15"/>
                <a:gd name="T8" fmla="*/ 1048 w 25"/>
                <a:gd name="T9" fmla="*/ 218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5">
                  <a:moveTo>
                    <a:pt x="11" y="15"/>
                  </a:moveTo>
                  <a:cubicBezTo>
                    <a:pt x="11" y="13"/>
                    <a:pt x="13" y="12"/>
                    <a:pt x="16" y="12"/>
                  </a:cubicBezTo>
                  <a:cubicBezTo>
                    <a:pt x="17" y="11"/>
                    <a:pt x="20" y="14"/>
                    <a:pt x="21" y="14"/>
                  </a:cubicBezTo>
                  <a:cubicBezTo>
                    <a:pt x="25" y="13"/>
                    <a:pt x="25" y="8"/>
                    <a:pt x="23" y="6"/>
                  </a:cubicBezTo>
                  <a:cubicBezTo>
                    <a:pt x="17" y="0"/>
                    <a:pt x="0" y="9"/>
                    <a:pt x="7" y="12"/>
                  </a:cubicBezTo>
                </a:path>
              </a:pathLst>
            </a:custGeom>
            <a:solidFill>
              <a:srgbClr val="1F2D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5" name="Freeform 10">
              <a:extLst>
                <a:ext uri="{FF2B5EF4-FFF2-40B4-BE49-F238E27FC236}">
                  <a16:creationId xmlns:a16="http://schemas.microsoft.com/office/drawing/2014/main" id="{C6FCFB8F-190E-40B4-A1D4-838BBC25F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018"/>
              <a:ext cx="58" cy="311"/>
            </a:xfrm>
            <a:custGeom>
              <a:avLst/>
              <a:gdLst>
                <a:gd name="T0" fmla="*/ 137 w 11"/>
                <a:gd name="T1" fmla="*/ 0 h 55"/>
                <a:gd name="T2" fmla="*/ 137 w 11"/>
                <a:gd name="T3" fmla="*/ 9946 h 55"/>
                <a:gd name="T4" fmla="*/ 0 w 11"/>
                <a:gd name="T5" fmla="*/ 9946 h 55"/>
                <a:gd name="T6" fmla="*/ 0 w 11"/>
                <a:gd name="T7" fmla="*/ 9946 h 55"/>
                <a:gd name="T8" fmla="*/ 1613 w 11"/>
                <a:gd name="T9" fmla="*/ 4891 h 55"/>
                <a:gd name="T10" fmla="*/ 137 w 11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55">
                  <a:moveTo>
                    <a:pt x="1" y="0"/>
                  </a:moveTo>
                  <a:cubicBezTo>
                    <a:pt x="1" y="55"/>
                    <a:pt x="1" y="55"/>
                    <a:pt x="1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6" y="55"/>
                    <a:pt x="11" y="43"/>
                    <a:pt x="11" y="27"/>
                  </a:cubicBezTo>
                  <a:cubicBezTo>
                    <a:pt x="11" y="12"/>
                    <a:pt x="6" y="0"/>
                    <a:pt x="1" y="0"/>
                  </a:cubicBezTo>
                  <a:close/>
                </a:path>
              </a:pathLst>
            </a:custGeom>
            <a:solidFill>
              <a:srgbClr val="C4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6" name="Freeform 11">
              <a:extLst>
                <a:ext uri="{FF2B5EF4-FFF2-40B4-BE49-F238E27FC236}">
                  <a16:creationId xmlns:a16="http://schemas.microsoft.com/office/drawing/2014/main" id="{0D520ED7-F210-4027-B555-9A99655A27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" y="1279"/>
              <a:ext cx="3957" cy="2004"/>
            </a:xfrm>
            <a:custGeom>
              <a:avLst/>
              <a:gdLst>
                <a:gd name="T0" fmla="*/ 100829 w 748"/>
                <a:gd name="T1" fmla="*/ 23388 h 355"/>
                <a:gd name="T2" fmla="*/ 97417 w 748"/>
                <a:gd name="T3" fmla="*/ 21225 h 355"/>
                <a:gd name="T4" fmla="*/ 94899 w 748"/>
                <a:gd name="T5" fmla="*/ 17274 h 355"/>
                <a:gd name="T6" fmla="*/ 87482 w 748"/>
                <a:gd name="T7" fmla="*/ 8095 h 355"/>
                <a:gd name="T8" fmla="*/ 80399 w 748"/>
                <a:gd name="T9" fmla="*/ 1084 h 355"/>
                <a:gd name="T10" fmla="*/ 71808 w 748"/>
                <a:gd name="T11" fmla="*/ 1276 h 355"/>
                <a:gd name="T12" fmla="*/ 56419 w 748"/>
                <a:gd name="T13" fmla="*/ 5927 h 355"/>
                <a:gd name="T14" fmla="*/ 54626 w 748"/>
                <a:gd name="T15" fmla="*/ 6469 h 355"/>
                <a:gd name="T16" fmla="*/ 50039 w 748"/>
                <a:gd name="T17" fmla="*/ 5577 h 355"/>
                <a:gd name="T18" fmla="*/ 44104 w 748"/>
                <a:gd name="T19" fmla="*/ 2868 h 355"/>
                <a:gd name="T20" fmla="*/ 37613 w 748"/>
                <a:gd name="T21" fmla="*/ 8445 h 355"/>
                <a:gd name="T22" fmla="*/ 31233 w 748"/>
                <a:gd name="T23" fmla="*/ 2868 h 355"/>
                <a:gd name="T24" fmla="*/ 25160 w 748"/>
                <a:gd name="T25" fmla="*/ 5577 h 355"/>
                <a:gd name="T26" fmla="*/ 19700 w 748"/>
                <a:gd name="T27" fmla="*/ 6853 h 355"/>
                <a:gd name="T28" fmla="*/ 13770 w 748"/>
                <a:gd name="T29" fmla="*/ 10963 h 355"/>
                <a:gd name="T30" fmla="*/ 0 w 748"/>
                <a:gd name="T31" fmla="*/ 38144 h 355"/>
                <a:gd name="T32" fmla="*/ 17632 w 748"/>
                <a:gd name="T33" fmla="*/ 59911 h 355"/>
                <a:gd name="T34" fmla="*/ 33021 w 748"/>
                <a:gd name="T35" fmla="*/ 61887 h 355"/>
                <a:gd name="T36" fmla="*/ 36576 w 748"/>
                <a:gd name="T37" fmla="*/ 44263 h 355"/>
                <a:gd name="T38" fmla="*/ 37613 w 748"/>
                <a:gd name="T39" fmla="*/ 37252 h 355"/>
                <a:gd name="T40" fmla="*/ 38650 w 748"/>
                <a:gd name="T41" fmla="*/ 44263 h 355"/>
                <a:gd name="T42" fmla="*/ 42342 w 748"/>
                <a:gd name="T43" fmla="*/ 61887 h 355"/>
                <a:gd name="T44" fmla="*/ 57731 w 748"/>
                <a:gd name="T45" fmla="*/ 59911 h 355"/>
                <a:gd name="T46" fmla="*/ 63666 w 748"/>
                <a:gd name="T47" fmla="*/ 57393 h 355"/>
                <a:gd name="T48" fmla="*/ 65291 w 748"/>
                <a:gd name="T49" fmla="*/ 56852 h 355"/>
                <a:gd name="T50" fmla="*/ 95793 w 748"/>
                <a:gd name="T51" fmla="*/ 39228 h 355"/>
                <a:gd name="T52" fmla="*/ 95793 w 748"/>
                <a:gd name="T53" fmla="*/ 39228 h 355"/>
                <a:gd name="T54" fmla="*/ 100829 w 748"/>
                <a:gd name="T55" fmla="*/ 33458 h 355"/>
                <a:gd name="T56" fmla="*/ 110738 w 748"/>
                <a:gd name="T57" fmla="*/ 33458 h 355"/>
                <a:gd name="T58" fmla="*/ 110738 w 748"/>
                <a:gd name="T59" fmla="*/ 23388 h 355"/>
                <a:gd name="T60" fmla="*/ 100829 w 748"/>
                <a:gd name="T61" fmla="*/ 23388 h 355"/>
                <a:gd name="T62" fmla="*/ 37613 w 748"/>
                <a:gd name="T63" fmla="*/ 27531 h 355"/>
                <a:gd name="T64" fmla="*/ 36269 w 748"/>
                <a:gd name="T65" fmla="*/ 26611 h 355"/>
                <a:gd name="T66" fmla="*/ 37613 w 748"/>
                <a:gd name="T67" fmla="*/ 25719 h 355"/>
                <a:gd name="T68" fmla="*/ 38930 w 748"/>
                <a:gd name="T69" fmla="*/ 26611 h 355"/>
                <a:gd name="T70" fmla="*/ 37613 w 748"/>
                <a:gd name="T71" fmla="*/ 27531 h 355"/>
                <a:gd name="T72" fmla="*/ 89583 w 748"/>
                <a:gd name="T73" fmla="*/ 40278 h 355"/>
                <a:gd name="T74" fmla="*/ 71644 w 748"/>
                <a:gd name="T75" fmla="*/ 51082 h 355"/>
                <a:gd name="T76" fmla="*/ 71364 w 748"/>
                <a:gd name="T77" fmla="*/ 50382 h 355"/>
                <a:gd name="T78" fmla="*/ 75199 w 748"/>
                <a:gd name="T79" fmla="*/ 38144 h 355"/>
                <a:gd name="T80" fmla="*/ 61429 w 748"/>
                <a:gd name="T81" fmla="*/ 10963 h 355"/>
                <a:gd name="T82" fmla="*/ 61873 w 748"/>
                <a:gd name="T83" fmla="*/ 8637 h 355"/>
                <a:gd name="T84" fmla="*/ 71644 w 748"/>
                <a:gd name="T85" fmla="*/ 7011 h 355"/>
                <a:gd name="T86" fmla="*/ 71951 w 748"/>
                <a:gd name="T87" fmla="*/ 7011 h 355"/>
                <a:gd name="T88" fmla="*/ 78918 w 748"/>
                <a:gd name="T89" fmla="*/ 12939 h 355"/>
                <a:gd name="T90" fmla="*/ 87065 w 748"/>
                <a:gd name="T91" fmla="*/ 15106 h 355"/>
                <a:gd name="T92" fmla="*/ 95037 w 748"/>
                <a:gd name="T93" fmla="*/ 28965 h 355"/>
                <a:gd name="T94" fmla="*/ 89583 w 748"/>
                <a:gd name="T95" fmla="*/ 40278 h 35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48" h="355">
                  <a:moveTo>
                    <a:pt x="681" y="130"/>
                  </a:moveTo>
                  <a:cubicBezTo>
                    <a:pt x="673" y="130"/>
                    <a:pt x="665" y="125"/>
                    <a:pt x="658" y="118"/>
                  </a:cubicBezTo>
                  <a:cubicBezTo>
                    <a:pt x="654" y="114"/>
                    <a:pt x="643" y="98"/>
                    <a:pt x="641" y="96"/>
                  </a:cubicBezTo>
                  <a:cubicBezTo>
                    <a:pt x="625" y="74"/>
                    <a:pt x="608" y="57"/>
                    <a:pt x="591" y="45"/>
                  </a:cubicBezTo>
                  <a:cubicBezTo>
                    <a:pt x="580" y="37"/>
                    <a:pt x="565" y="14"/>
                    <a:pt x="543" y="6"/>
                  </a:cubicBezTo>
                  <a:cubicBezTo>
                    <a:pt x="525" y="0"/>
                    <a:pt x="504" y="6"/>
                    <a:pt x="485" y="7"/>
                  </a:cubicBezTo>
                  <a:cubicBezTo>
                    <a:pt x="440" y="5"/>
                    <a:pt x="400" y="18"/>
                    <a:pt x="381" y="33"/>
                  </a:cubicBezTo>
                  <a:cubicBezTo>
                    <a:pt x="376" y="38"/>
                    <a:pt x="371" y="37"/>
                    <a:pt x="369" y="36"/>
                  </a:cubicBezTo>
                  <a:cubicBezTo>
                    <a:pt x="354" y="31"/>
                    <a:pt x="340" y="30"/>
                    <a:pt x="338" y="31"/>
                  </a:cubicBezTo>
                  <a:cubicBezTo>
                    <a:pt x="337" y="26"/>
                    <a:pt x="319" y="18"/>
                    <a:pt x="298" y="16"/>
                  </a:cubicBezTo>
                  <a:cubicBezTo>
                    <a:pt x="274" y="13"/>
                    <a:pt x="254" y="2"/>
                    <a:pt x="254" y="47"/>
                  </a:cubicBezTo>
                  <a:cubicBezTo>
                    <a:pt x="254" y="2"/>
                    <a:pt x="235" y="13"/>
                    <a:pt x="211" y="16"/>
                  </a:cubicBezTo>
                  <a:cubicBezTo>
                    <a:pt x="190" y="18"/>
                    <a:pt x="171" y="26"/>
                    <a:pt x="170" y="31"/>
                  </a:cubicBezTo>
                  <a:cubicBezTo>
                    <a:pt x="168" y="30"/>
                    <a:pt x="151" y="32"/>
                    <a:pt x="133" y="38"/>
                  </a:cubicBezTo>
                  <a:cubicBezTo>
                    <a:pt x="114" y="45"/>
                    <a:pt x="94" y="56"/>
                    <a:pt x="93" y="61"/>
                  </a:cubicBezTo>
                  <a:cubicBezTo>
                    <a:pt x="48" y="77"/>
                    <a:pt x="0" y="135"/>
                    <a:pt x="0" y="212"/>
                  </a:cubicBezTo>
                  <a:cubicBezTo>
                    <a:pt x="0" y="274"/>
                    <a:pt x="60" y="320"/>
                    <a:pt x="119" y="333"/>
                  </a:cubicBezTo>
                  <a:cubicBezTo>
                    <a:pt x="153" y="344"/>
                    <a:pt x="199" y="355"/>
                    <a:pt x="223" y="344"/>
                  </a:cubicBezTo>
                  <a:cubicBezTo>
                    <a:pt x="260" y="326"/>
                    <a:pt x="253" y="269"/>
                    <a:pt x="247" y="246"/>
                  </a:cubicBezTo>
                  <a:cubicBezTo>
                    <a:pt x="240" y="216"/>
                    <a:pt x="241" y="207"/>
                    <a:pt x="254" y="207"/>
                  </a:cubicBezTo>
                  <a:cubicBezTo>
                    <a:pt x="268" y="207"/>
                    <a:pt x="269" y="216"/>
                    <a:pt x="261" y="246"/>
                  </a:cubicBezTo>
                  <a:cubicBezTo>
                    <a:pt x="256" y="269"/>
                    <a:pt x="248" y="326"/>
                    <a:pt x="286" y="344"/>
                  </a:cubicBezTo>
                  <a:cubicBezTo>
                    <a:pt x="310" y="355"/>
                    <a:pt x="355" y="344"/>
                    <a:pt x="390" y="333"/>
                  </a:cubicBezTo>
                  <a:cubicBezTo>
                    <a:pt x="403" y="330"/>
                    <a:pt x="417" y="325"/>
                    <a:pt x="430" y="319"/>
                  </a:cubicBezTo>
                  <a:cubicBezTo>
                    <a:pt x="432" y="318"/>
                    <a:pt x="437" y="316"/>
                    <a:pt x="441" y="316"/>
                  </a:cubicBezTo>
                  <a:cubicBezTo>
                    <a:pt x="527" y="326"/>
                    <a:pt x="605" y="289"/>
                    <a:pt x="647" y="218"/>
                  </a:cubicBezTo>
                  <a:cubicBezTo>
                    <a:pt x="647" y="218"/>
                    <a:pt x="647" y="218"/>
                    <a:pt x="647" y="218"/>
                  </a:cubicBezTo>
                  <a:cubicBezTo>
                    <a:pt x="656" y="203"/>
                    <a:pt x="663" y="186"/>
                    <a:pt x="681" y="186"/>
                  </a:cubicBezTo>
                  <a:cubicBezTo>
                    <a:pt x="748" y="186"/>
                    <a:pt x="748" y="186"/>
                    <a:pt x="748" y="186"/>
                  </a:cubicBezTo>
                  <a:cubicBezTo>
                    <a:pt x="748" y="130"/>
                    <a:pt x="748" y="130"/>
                    <a:pt x="748" y="130"/>
                  </a:cubicBezTo>
                  <a:lnTo>
                    <a:pt x="681" y="130"/>
                  </a:lnTo>
                  <a:close/>
                  <a:moveTo>
                    <a:pt x="254" y="153"/>
                  </a:moveTo>
                  <a:cubicBezTo>
                    <a:pt x="249" y="153"/>
                    <a:pt x="245" y="151"/>
                    <a:pt x="245" y="148"/>
                  </a:cubicBezTo>
                  <a:cubicBezTo>
                    <a:pt x="245" y="145"/>
                    <a:pt x="249" y="143"/>
                    <a:pt x="254" y="143"/>
                  </a:cubicBezTo>
                  <a:cubicBezTo>
                    <a:pt x="259" y="143"/>
                    <a:pt x="263" y="145"/>
                    <a:pt x="263" y="148"/>
                  </a:cubicBezTo>
                  <a:cubicBezTo>
                    <a:pt x="263" y="151"/>
                    <a:pt x="259" y="153"/>
                    <a:pt x="254" y="153"/>
                  </a:cubicBezTo>
                  <a:close/>
                  <a:moveTo>
                    <a:pt x="605" y="224"/>
                  </a:moveTo>
                  <a:cubicBezTo>
                    <a:pt x="575" y="259"/>
                    <a:pt x="532" y="280"/>
                    <a:pt x="484" y="284"/>
                  </a:cubicBezTo>
                  <a:cubicBezTo>
                    <a:pt x="482" y="285"/>
                    <a:pt x="480" y="282"/>
                    <a:pt x="482" y="280"/>
                  </a:cubicBezTo>
                  <a:cubicBezTo>
                    <a:pt x="498" y="261"/>
                    <a:pt x="508" y="238"/>
                    <a:pt x="508" y="212"/>
                  </a:cubicBezTo>
                  <a:cubicBezTo>
                    <a:pt x="508" y="135"/>
                    <a:pt x="460" y="77"/>
                    <a:pt x="415" y="61"/>
                  </a:cubicBezTo>
                  <a:cubicBezTo>
                    <a:pt x="410" y="59"/>
                    <a:pt x="414" y="50"/>
                    <a:pt x="418" y="48"/>
                  </a:cubicBezTo>
                  <a:cubicBezTo>
                    <a:pt x="433" y="42"/>
                    <a:pt x="456" y="37"/>
                    <a:pt x="484" y="39"/>
                  </a:cubicBezTo>
                  <a:cubicBezTo>
                    <a:pt x="485" y="39"/>
                    <a:pt x="485" y="39"/>
                    <a:pt x="486" y="39"/>
                  </a:cubicBezTo>
                  <a:cubicBezTo>
                    <a:pt x="509" y="42"/>
                    <a:pt x="513" y="66"/>
                    <a:pt x="533" y="72"/>
                  </a:cubicBezTo>
                  <a:cubicBezTo>
                    <a:pt x="554" y="78"/>
                    <a:pt x="568" y="67"/>
                    <a:pt x="588" y="84"/>
                  </a:cubicBezTo>
                  <a:cubicBezTo>
                    <a:pt x="606" y="102"/>
                    <a:pt x="642" y="151"/>
                    <a:pt x="642" y="161"/>
                  </a:cubicBezTo>
                  <a:cubicBezTo>
                    <a:pt x="642" y="172"/>
                    <a:pt x="611" y="217"/>
                    <a:pt x="605" y="224"/>
                  </a:cubicBezTo>
                  <a:close/>
                </a:path>
              </a:pathLst>
            </a:custGeom>
            <a:solidFill>
              <a:srgbClr val="DFC6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7" name="Freeform 12">
              <a:extLst>
                <a:ext uri="{FF2B5EF4-FFF2-40B4-BE49-F238E27FC236}">
                  <a16:creationId xmlns:a16="http://schemas.microsoft.com/office/drawing/2014/main" id="{9606FB92-493E-448B-8D5F-951FDAF76A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94" y="1629"/>
              <a:ext cx="1746" cy="1383"/>
            </a:xfrm>
            <a:custGeom>
              <a:avLst/>
              <a:gdLst>
                <a:gd name="T0" fmla="*/ 39698 w 330"/>
                <a:gd name="T1" fmla="*/ 23037 h 245"/>
                <a:gd name="T2" fmla="*/ 37624 w 330"/>
                <a:gd name="T3" fmla="*/ 14756 h 245"/>
                <a:gd name="T4" fmla="*/ 45629 w 330"/>
                <a:gd name="T5" fmla="*/ 5035 h 245"/>
                <a:gd name="T6" fmla="*/ 35550 w 330"/>
                <a:gd name="T7" fmla="*/ 3251 h 245"/>
                <a:gd name="T8" fmla="*/ 24439 w 330"/>
                <a:gd name="T9" fmla="*/ 7553 h 245"/>
                <a:gd name="T10" fmla="*/ 13323 w 330"/>
                <a:gd name="T11" fmla="*/ 3251 h 245"/>
                <a:gd name="T12" fmla="*/ 3249 w 330"/>
                <a:gd name="T13" fmla="*/ 5035 h 245"/>
                <a:gd name="T14" fmla="*/ 11254 w 330"/>
                <a:gd name="T15" fmla="*/ 14756 h 245"/>
                <a:gd name="T16" fmla="*/ 9180 w 330"/>
                <a:gd name="T17" fmla="*/ 23037 h 245"/>
                <a:gd name="T18" fmla="*/ 2661 w 330"/>
                <a:gd name="T19" fmla="*/ 34349 h 245"/>
                <a:gd name="T20" fmla="*/ 7698 w 330"/>
                <a:gd name="T21" fmla="*/ 41902 h 245"/>
                <a:gd name="T22" fmla="*/ 17471 w 330"/>
                <a:gd name="T23" fmla="*/ 37951 h 245"/>
                <a:gd name="T24" fmla="*/ 24439 w 330"/>
                <a:gd name="T25" fmla="*/ 22303 h 245"/>
                <a:gd name="T26" fmla="*/ 31407 w 330"/>
                <a:gd name="T27" fmla="*/ 37951 h 245"/>
                <a:gd name="T28" fmla="*/ 41179 w 330"/>
                <a:gd name="T29" fmla="*/ 41902 h 245"/>
                <a:gd name="T30" fmla="*/ 46216 w 330"/>
                <a:gd name="T31" fmla="*/ 34349 h 245"/>
                <a:gd name="T32" fmla="*/ 39698 w 330"/>
                <a:gd name="T33" fmla="*/ 23037 h 245"/>
                <a:gd name="T34" fmla="*/ 24439 w 330"/>
                <a:gd name="T35" fmla="*/ 16376 h 245"/>
                <a:gd name="T36" fmla="*/ 23095 w 330"/>
                <a:gd name="T37" fmla="*/ 15456 h 245"/>
                <a:gd name="T38" fmla="*/ 24439 w 330"/>
                <a:gd name="T39" fmla="*/ 14564 h 245"/>
                <a:gd name="T40" fmla="*/ 25783 w 330"/>
                <a:gd name="T41" fmla="*/ 15456 h 245"/>
                <a:gd name="T42" fmla="*/ 24439 w 330"/>
                <a:gd name="T43" fmla="*/ 16376 h 24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30" h="245">
                  <a:moveTo>
                    <a:pt x="268" y="128"/>
                  </a:moveTo>
                  <a:cubicBezTo>
                    <a:pt x="270" y="102"/>
                    <a:pt x="252" y="112"/>
                    <a:pt x="254" y="82"/>
                  </a:cubicBezTo>
                  <a:cubicBezTo>
                    <a:pt x="256" y="52"/>
                    <a:pt x="286" y="56"/>
                    <a:pt x="308" y="28"/>
                  </a:cubicBezTo>
                  <a:cubicBezTo>
                    <a:pt x="330" y="0"/>
                    <a:pt x="266" y="4"/>
                    <a:pt x="240" y="18"/>
                  </a:cubicBezTo>
                  <a:cubicBezTo>
                    <a:pt x="214" y="32"/>
                    <a:pt x="203" y="42"/>
                    <a:pt x="165" y="42"/>
                  </a:cubicBezTo>
                  <a:cubicBezTo>
                    <a:pt x="127" y="42"/>
                    <a:pt x="116" y="32"/>
                    <a:pt x="90" y="18"/>
                  </a:cubicBezTo>
                  <a:cubicBezTo>
                    <a:pt x="64" y="4"/>
                    <a:pt x="0" y="0"/>
                    <a:pt x="22" y="28"/>
                  </a:cubicBezTo>
                  <a:cubicBezTo>
                    <a:pt x="44" y="56"/>
                    <a:pt x="74" y="52"/>
                    <a:pt x="76" y="82"/>
                  </a:cubicBezTo>
                  <a:cubicBezTo>
                    <a:pt x="78" y="112"/>
                    <a:pt x="60" y="102"/>
                    <a:pt x="62" y="128"/>
                  </a:cubicBezTo>
                  <a:cubicBezTo>
                    <a:pt x="64" y="146"/>
                    <a:pt x="21" y="162"/>
                    <a:pt x="18" y="191"/>
                  </a:cubicBezTo>
                  <a:cubicBezTo>
                    <a:pt x="16" y="213"/>
                    <a:pt x="31" y="228"/>
                    <a:pt x="52" y="233"/>
                  </a:cubicBezTo>
                  <a:cubicBezTo>
                    <a:pt x="73" y="238"/>
                    <a:pt x="112" y="245"/>
                    <a:pt x="118" y="211"/>
                  </a:cubicBezTo>
                  <a:cubicBezTo>
                    <a:pt x="124" y="177"/>
                    <a:pt x="121" y="124"/>
                    <a:pt x="165" y="124"/>
                  </a:cubicBezTo>
                  <a:cubicBezTo>
                    <a:pt x="209" y="124"/>
                    <a:pt x="206" y="177"/>
                    <a:pt x="212" y="211"/>
                  </a:cubicBezTo>
                  <a:cubicBezTo>
                    <a:pt x="218" y="245"/>
                    <a:pt x="257" y="238"/>
                    <a:pt x="278" y="233"/>
                  </a:cubicBezTo>
                  <a:cubicBezTo>
                    <a:pt x="299" y="228"/>
                    <a:pt x="314" y="213"/>
                    <a:pt x="312" y="191"/>
                  </a:cubicBezTo>
                  <a:cubicBezTo>
                    <a:pt x="309" y="162"/>
                    <a:pt x="267" y="146"/>
                    <a:pt x="268" y="128"/>
                  </a:cubicBezTo>
                  <a:close/>
                  <a:moveTo>
                    <a:pt x="165" y="91"/>
                  </a:moveTo>
                  <a:cubicBezTo>
                    <a:pt x="160" y="91"/>
                    <a:pt x="156" y="89"/>
                    <a:pt x="156" y="86"/>
                  </a:cubicBezTo>
                  <a:cubicBezTo>
                    <a:pt x="156" y="83"/>
                    <a:pt x="160" y="81"/>
                    <a:pt x="165" y="81"/>
                  </a:cubicBezTo>
                  <a:cubicBezTo>
                    <a:pt x="170" y="81"/>
                    <a:pt x="174" y="83"/>
                    <a:pt x="174" y="86"/>
                  </a:cubicBezTo>
                  <a:cubicBezTo>
                    <a:pt x="174" y="89"/>
                    <a:pt x="170" y="91"/>
                    <a:pt x="165" y="91"/>
                  </a:cubicBezTo>
                  <a:close/>
                </a:path>
              </a:pathLst>
            </a:custGeom>
            <a:solidFill>
              <a:srgbClr val="857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8" name="Freeform 13">
              <a:extLst>
                <a:ext uri="{FF2B5EF4-FFF2-40B4-BE49-F238E27FC236}">
                  <a16:creationId xmlns:a16="http://schemas.microsoft.com/office/drawing/2014/main" id="{F125A188-3967-4D6C-9B9D-1E86EB16F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477"/>
              <a:ext cx="852" cy="1055"/>
            </a:xfrm>
            <a:custGeom>
              <a:avLst/>
              <a:gdLst>
                <a:gd name="T0" fmla="*/ 138 w 161"/>
                <a:gd name="T1" fmla="*/ 33579 h 187"/>
                <a:gd name="T2" fmla="*/ 5768 w 161"/>
                <a:gd name="T3" fmla="*/ 12384 h 187"/>
                <a:gd name="T4" fmla="*/ 12881 w 161"/>
                <a:gd name="T5" fmla="*/ 6110 h 187"/>
                <a:gd name="T6" fmla="*/ 23861 w 161"/>
                <a:gd name="T7" fmla="*/ 192 h 187"/>
                <a:gd name="T8" fmla="*/ 13330 w 161"/>
                <a:gd name="T9" fmla="*/ 8434 h 187"/>
                <a:gd name="T10" fmla="*/ 138 w 161"/>
                <a:gd name="T11" fmla="*/ 33579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1" h="187">
                  <a:moveTo>
                    <a:pt x="1" y="187"/>
                  </a:moveTo>
                  <a:cubicBezTo>
                    <a:pt x="0" y="158"/>
                    <a:pt x="3" y="110"/>
                    <a:pt x="39" y="69"/>
                  </a:cubicBezTo>
                  <a:cubicBezTo>
                    <a:pt x="75" y="29"/>
                    <a:pt x="87" y="34"/>
                    <a:pt x="87" y="34"/>
                  </a:cubicBezTo>
                  <a:cubicBezTo>
                    <a:pt x="96" y="25"/>
                    <a:pt x="145" y="0"/>
                    <a:pt x="161" y="1"/>
                  </a:cubicBezTo>
                  <a:cubicBezTo>
                    <a:pt x="126" y="12"/>
                    <a:pt x="93" y="30"/>
                    <a:pt x="90" y="47"/>
                  </a:cubicBezTo>
                  <a:cubicBezTo>
                    <a:pt x="88" y="63"/>
                    <a:pt x="12" y="70"/>
                    <a:pt x="1" y="187"/>
                  </a:cubicBezTo>
                  <a:close/>
                </a:path>
              </a:pathLst>
            </a:custGeom>
            <a:solidFill>
              <a:srgbClr val="F3E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9" name="Freeform 14">
              <a:extLst>
                <a:ext uri="{FF2B5EF4-FFF2-40B4-BE49-F238E27FC236}">
                  <a16:creationId xmlns:a16="http://schemas.microsoft.com/office/drawing/2014/main" id="{40E3C72F-41D5-4735-84E4-7E0DCE0A5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358"/>
              <a:ext cx="354" cy="401"/>
            </a:xfrm>
            <a:custGeom>
              <a:avLst/>
              <a:gdLst>
                <a:gd name="T0" fmla="*/ 9880 w 67"/>
                <a:gd name="T1" fmla="*/ 2711 h 71"/>
                <a:gd name="T2" fmla="*/ 724 w 67"/>
                <a:gd name="T3" fmla="*/ 1627 h 71"/>
                <a:gd name="T4" fmla="*/ 0 w 67"/>
                <a:gd name="T5" fmla="*/ 12792 h 71"/>
                <a:gd name="T6" fmla="*/ 9880 w 67"/>
                <a:gd name="T7" fmla="*/ 2711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71">
                  <a:moveTo>
                    <a:pt x="67" y="15"/>
                  </a:moveTo>
                  <a:cubicBezTo>
                    <a:pt x="51" y="6"/>
                    <a:pt x="9" y="1"/>
                    <a:pt x="5" y="9"/>
                  </a:cubicBezTo>
                  <a:cubicBezTo>
                    <a:pt x="1" y="18"/>
                    <a:pt x="0" y="71"/>
                    <a:pt x="0" y="71"/>
                  </a:cubicBezTo>
                  <a:cubicBezTo>
                    <a:pt x="7" y="47"/>
                    <a:pt x="5" y="0"/>
                    <a:pt x="67" y="15"/>
                  </a:cubicBezTo>
                  <a:close/>
                </a:path>
              </a:pathLst>
            </a:custGeom>
            <a:solidFill>
              <a:srgbClr val="F3E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0" name="Freeform 15">
              <a:extLst>
                <a:ext uri="{FF2B5EF4-FFF2-40B4-BE49-F238E27FC236}">
                  <a16:creationId xmlns:a16="http://schemas.microsoft.com/office/drawing/2014/main" id="{DCD12B58-60A6-47A7-B5E4-7E0EC396B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679"/>
              <a:ext cx="672" cy="559"/>
            </a:xfrm>
            <a:custGeom>
              <a:avLst/>
              <a:gdLst>
                <a:gd name="T0" fmla="*/ 2212 w 127"/>
                <a:gd name="T1" fmla="*/ 0 h 99"/>
                <a:gd name="T2" fmla="*/ 7112 w 127"/>
                <a:gd name="T3" fmla="*/ 17092 h 99"/>
                <a:gd name="T4" fmla="*/ 18816 w 127"/>
                <a:gd name="T5" fmla="*/ 14760 h 99"/>
                <a:gd name="T6" fmla="*/ 3863 w 127"/>
                <a:gd name="T7" fmla="*/ 11891 h 99"/>
                <a:gd name="T8" fmla="*/ 2212 w 127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99">
                  <a:moveTo>
                    <a:pt x="15" y="0"/>
                  </a:moveTo>
                  <a:cubicBezTo>
                    <a:pt x="8" y="18"/>
                    <a:pt x="0" y="84"/>
                    <a:pt x="48" y="95"/>
                  </a:cubicBezTo>
                  <a:cubicBezTo>
                    <a:pt x="81" y="99"/>
                    <a:pt x="127" y="82"/>
                    <a:pt x="127" y="82"/>
                  </a:cubicBezTo>
                  <a:cubicBezTo>
                    <a:pt x="104" y="86"/>
                    <a:pt x="42" y="94"/>
                    <a:pt x="26" y="66"/>
                  </a:cubicBezTo>
                  <a:cubicBezTo>
                    <a:pt x="16" y="48"/>
                    <a:pt x="12" y="39"/>
                    <a:pt x="15" y="0"/>
                  </a:cubicBezTo>
                  <a:close/>
                </a:path>
              </a:pathLst>
            </a:custGeom>
            <a:solidFill>
              <a:srgbClr val="F3E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1" name="Freeform 16">
              <a:extLst>
                <a:ext uri="{FF2B5EF4-FFF2-40B4-BE49-F238E27FC236}">
                  <a16:creationId xmlns:a16="http://schemas.microsoft.com/office/drawing/2014/main" id="{CC61B961-0AFE-4DDD-B89E-B43202CB9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302"/>
              <a:ext cx="926" cy="372"/>
            </a:xfrm>
            <a:custGeom>
              <a:avLst/>
              <a:gdLst>
                <a:gd name="T0" fmla="*/ 13493 w 175"/>
                <a:gd name="T1" fmla="*/ 3049 h 66"/>
                <a:gd name="T2" fmla="*/ 18673 w 175"/>
                <a:gd name="T3" fmla="*/ 7147 h 66"/>
                <a:gd name="T4" fmla="*/ 25928 w 175"/>
                <a:gd name="T5" fmla="*/ 11819 h 66"/>
                <a:gd name="T6" fmla="*/ 20605 w 175"/>
                <a:gd name="T7" fmla="*/ 6989 h 66"/>
                <a:gd name="T8" fmla="*/ 15398 w 175"/>
                <a:gd name="T9" fmla="*/ 1240 h 66"/>
                <a:gd name="T10" fmla="*/ 7699 w 175"/>
                <a:gd name="T11" fmla="*/ 1618 h 66"/>
                <a:gd name="T12" fmla="*/ 0 w 175"/>
                <a:gd name="T13" fmla="*/ 1967 h 66"/>
                <a:gd name="T14" fmla="*/ 13493 w 175"/>
                <a:gd name="T15" fmla="*/ 3049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66">
                  <a:moveTo>
                    <a:pt x="91" y="17"/>
                  </a:moveTo>
                  <a:cubicBezTo>
                    <a:pt x="109" y="20"/>
                    <a:pt x="114" y="33"/>
                    <a:pt x="126" y="40"/>
                  </a:cubicBezTo>
                  <a:cubicBezTo>
                    <a:pt x="138" y="47"/>
                    <a:pt x="159" y="53"/>
                    <a:pt x="175" y="66"/>
                  </a:cubicBezTo>
                  <a:cubicBezTo>
                    <a:pt x="164" y="54"/>
                    <a:pt x="151" y="46"/>
                    <a:pt x="139" y="39"/>
                  </a:cubicBezTo>
                  <a:cubicBezTo>
                    <a:pt x="127" y="31"/>
                    <a:pt x="120" y="14"/>
                    <a:pt x="104" y="7"/>
                  </a:cubicBezTo>
                  <a:cubicBezTo>
                    <a:pt x="88" y="0"/>
                    <a:pt x="64" y="11"/>
                    <a:pt x="52" y="9"/>
                  </a:cubicBezTo>
                  <a:cubicBezTo>
                    <a:pt x="39" y="7"/>
                    <a:pt x="23" y="6"/>
                    <a:pt x="0" y="11"/>
                  </a:cubicBezTo>
                  <a:cubicBezTo>
                    <a:pt x="16" y="10"/>
                    <a:pt x="71" y="15"/>
                    <a:pt x="91" y="17"/>
                  </a:cubicBezTo>
                  <a:close/>
                </a:path>
              </a:pathLst>
            </a:custGeom>
            <a:solidFill>
              <a:srgbClr val="F3E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2" name="Freeform 17">
              <a:extLst>
                <a:ext uri="{FF2B5EF4-FFF2-40B4-BE49-F238E27FC236}">
                  <a16:creationId xmlns:a16="http://schemas.microsoft.com/office/drawing/2014/main" id="{8C481DE2-3026-4D9F-BDF6-D82AF7D6D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329"/>
              <a:ext cx="481" cy="502"/>
            </a:xfrm>
            <a:custGeom>
              <a:avLst/>
              <a:gdLst>
                <a:gd name="T0" fmla="*/ 0 w 91"/>
                <a:gd name="T1" fmla="*/ 15974 h 89"/>
                <a:gd name="T2" fmla="*/ 13436 w 91"/>
                <a:gd name="T3" fmla="*/ 0 h 89"/>
                <a:gd name="T4" fmla="*/ 0 w 91"/>
                <a:gd name="T5" fmla="*/ 15974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89">
                  <a:moveTo>
                    <a:pt x="0" y="89"/>
                  </a:moveTo>
                  <a:cubicBezTo>
                    <a:pt x="23" y="81"/>
                    <a:pt x="67" y="56"/>
                    <a:pt x="91" y="0"/>
                  </a:cubicBezTo>
                  <a:cubicBezTo>
                    <a:pt x="89" y="36"/>
                    <a:pt x="54" y="77"/>
                    <a:pt x="0" y="89"/>
                  </a:cubicBezTo>
                  <a:close/>
                </a:path>
              </a:pathLst>
            </a:custGeom>
            <a:solidFill>
              <a:srgbClr val="F3E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3" name="Freeform 18">
              <a:extLst>
                <a:ext uri="{FF2B5EF4-FFF2-40B4-BE49-F238E27FC236}">
                  <a16:creationId xmlns:a16="http://schemas.microsoft.com/office/drawing/2014/main" id="{2CD43C6D-FBD2-43AD-B836-175406D07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629"/>
              <a:ext cx="1746" cy="1383"/>
            </a:xfrm>
            <a:custGeom>
              <a:avLst/>
              <a:gdLst>
                <a:gd name="T0" fmla="*/ 24439 w 330"/>
                <a:gd name="T1" fmla="*/ 22303 h 245"/>
                <a:gd name="T2" fmla="*/ 31407 w 330"/>
                <a:gd name="T3" fmla="*/ 37951 h 245"/>
                <a:gd name="T4" fmla="*/ 41179 w 330"/>
                <a:gd name="T5" fmla="*/ 41902 h 245"/>
                <a:gd name="T6" fmla="*/ 46216 w 330"/>
                <a:gd name="T7" fmla="*/ 34349 h 245"/>
                <a:gd name="T8" fmla="*/ 39698 w 330"/>
                <a:gd name="T9" fmla="*/ 23037 h 245"/>
                <a:gd name="T10" fmla="*/ 37624 w 330"/>
                <a:gd name="T11" fmla="*/ 14756 h 245"/>
                <a:gd name="T12" fmla="*/ 45629 w 330"/>
                <a:gd name="T13" fmla="*/ 5035 h 245"/>
                <a:gd name="T14" fmla="*/ 35550 w 330"/>
                <a:gd name="T15" fmla="*/ 3251 h 245"/>
                <a:gd name="T16" fmla="*/ 24439 w 330"/>
                <a:gd name="T17" fmla="*/ 7553 h 245"/>
                <a:gd name="T18" fmla="*/ 24439 w 330"/>
                <a:gd name="T19" fmla="*/ 7553 h 245"/>
                <a:gd name="T20" fmla="*/ 13323 w 330"/>
                <a:gd name="T21" fmla="*/ 3251 h 245"/>
                <a:gd name="T22" fmla="*/ 3249 w 330"/>
                <a:gd name="T23" fmla="*/ 5035 h 245"/>
                <a:gd name="T24" fmla="*/ 11254 w 330"/>
                <a:gd name="T25" fmla="*/ 14756 h 245"/>
                <a:gd name="T26" fmla="*/ 9180 w 330"/>
                <a:gd name="T27" fmla="*/ 23037 h 245"/>
                <a:gd name="T28" fmla="*/ 2661 w 330"/>
                <a:gd name="T29" fmla="*/ 34349 h 245"/>
                <a:gd name="T30" fmla="*/ 7698 w 330"/>
                <a:gd name="T31" fmla="*/ 41902 h 245"/>
                <a:gd name="T32" fmla="*/ 17471 w 330"/>
                <a:gd name="T33" fmla="*/ 37951 h 245"/>
                <a:gd name="T34" fmla="*/ 24439 w 330"/>
                <a:gd name="T35" fmla="*/ 22303 h 2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0" h="245">
                  <a:moveTo>
                    <a:pt x="165" y="124"/>
                  </a:moveTo>
                  <a:cubicBezTo>
                    <a:pt x="209" y="124"/>
                    <a:pt x="206" y="177"/>
                    <a:pt x="212" y="211"/>
                  </a:cubicBezTo>
                  <a:cubicBezTo>
                    <a:pt x="218" y="245"/>
                    <a:pt x="257" y="238"/>
                    <a:pt x="278" y="233"/>
                  </a:cubicBezTo>
                  <a:cubicBezTo>
                    <a:pt x="299" y="228"/>
                    <a:pt x="314" y="213"/>
                    <a:pt x="312" y="191"/>
                  </a:cubicBezTo>
                  <a:cubicBezTo>
                    <a:pt x="309" y="162"/>
                    <a:pt x="267" y="146"/>
                    <a:pt x="268" y="128"/>
                  </a:cubicBezTo>
                  <a:cubicBezTo>
                    <a:pt x="270" y="102"/>
                    <a:pt x="252" y="112"/>
                    <a:pt x="254" y="82"/>
                  </a:cubicBezTo>
                  <a:cubicBezTo>
                    <a:pt x="256" y="52"/>
                    <a:pt x="286" y="56"/>
                    <a:pt x="308" y="28"/>
                  </a:cubicBezTo>
                  <a:cubicBezTo>
                    <a:pt x="330" y="0"/>
                    <a:pt x="266" y="4"/>
                    <a:pt x="240" y="18"/>
                  </a:cubicBezTo>
                  <a:cubicBezTo>
                    <a:pt x="214" y="32"/>
                    <a:pt x="203" y="42"/>
                    <a:pt x="165" y="42"/>
                  </a:cubicBezTo>
                  <a:cubicBezTo>
                    <a:pt x="165" y="42"/>
                    <a:pt x="165" y="42"/>
                    <a:pt x="165" y="42"/>
                  </a:cubicBezTo>
                  <a:cubicBezTo>
                    <a:pt x="127" y="42"/>
                    <a:pt x="116" y="32"/>
                    <a:pt x="90" y="18"/>
                  </a:cubicBezTo>
                  <a:cubicBezTo>
                    <a:pt x="64" y="4"/>
                    <a:pt x="0" y="0"/>
                    <a:pt x="22" y="28"/>
                  </a:cubicBezTo>
                  <a:cubicBezTo>
                    <a:pt x="44" y="56"/>
                    <a:pt x="74" y="52"/>
                    <a:pt x="76" y="82"/>
                  </a:cubicBezTo>
                  <a:cubicBezTo>
                    <a:pt x="78" y="112"/>
                    <a:pt x="60" y="102"/>
                    <a:pt x="62" y="128"/>
                  </a:cubicBezTo>
                  <a:cubicBezTo>
                    <a:pt x="64" y="146"/>
                    <a:pt x="21" y="162"/>
                    <a:pt x="18" y="191"/>
                  </a:cubicBezTo>
                  <a:cubicBezTo>
                    <a:pt x="16" y="213"/>
                    <a:pt x="31" y="228"/>
                    <a:pt x="52" y="233"/>
                  </a:cubicBezTo>
                  <a:cubicBezTo>
                    <a:pt x="73" y="238"/>
                    <a:pt x="112" y="245"/>
                    <a:pt x="118" y="211"/>
                  </a:cubicBezTo>
                  <a:cubicBezTo>
                    <a:pt x="124" y="177"/>
                    <a:pt x="121" y="124"/>
                    <a:pt x="165" y="124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4" name="Line 19">
              <a:extLst>
                <a:ext uri="{FF2B5EF4-FFF2-40B4-BE49-F238E27FC236}">
                  <a16:creationId xmlns:a16="http://schemas.microsoft.com/office/drawing/2014/main" id="{3570E026-77E3-43C8-AB8F-0224253F2D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7" y="1544"/>
              <a:ext cx="1" cy="237"/>
            </a:xfrm>
            <a:prstGeom prst="line">
              <a:avLst/>
            </a:prstGeom>
            <a:noFill/>
            <a:ln w="158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5" name="Oval 20">
              <a:extLst>
                <a:ext uri="{FF2B5EF4-FFF2-40B4-BE49-F238E27FC236}">
                  <a16:creationId xmlns:a16="http://schemas.microsoft.com/office/drawing/2014/main" id="{A6E584E1-3AF0-44DC-B9E1-090D94055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086"/>
              <a:ext cx="95" cy="57"/>
            </a:xfrm>
            <a:prstGeom prst="ellipse">
              <a:avLst/>
            </a:prstGeom>
            <a:noFill/>
            <a:ln w="158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0676" name="Freeform 21">
              <a:extLst>
                <a:ext uri="{FF2B5EF4-FFF2-40B4-BE49-F238E27FC236}">
                  <a16:creationId xmlns:a16="http://schemas.microsoft.com/office/drawing/2014/main" id="{98E991E8-C3FD-441C-9ADC-BC50F76A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685"/>
              <a:ext cx="1011" cy="294"/>
            </a:xfrm>
            <a:custGeom>
              <a:avLst/>
              <a:gdLst>
                <a:gd name="T0" fmla="*/ 0 w 191"/>
                <a:gd name="T1" fmla="*/ 1278 h 52"/>
                <a:gd name="T2" fmla="*/ 8014 w 191"/>
                <a:gd name="T3" fmla="*/ 1985 h 52"/>
                <a:gd name="T4" fmla="*/ 18690 w 191"/>
                <a:gd name="T5" fmla="*/ 7067 h 52"/>
                <a:gd name="T6" fmla="*/ 28324 w 191"/>
                <a:gd name="T7" fmla="*/ 5049 h 52"/>
                <a:gd name="T8" fmla="*/ 16615 w 191"/>
                <a:gd name="T9" fmla="*/ 8311 h 52"/>
                <a:gd name="T10" fmla="*/ 6389 w 191"/>
                <a:gd name="T11" fmla="*/ 1985 h 52"/>
                <a:gd name="T12" fmla="*/ 0 w 191"/>
                <a:gd name="T13" fmla="*/ 127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1" h="52">
                  <a:moveTo>
                    <a:pt x="0" y="7"/>
                  </a:moveTo>
                  <a:cubicBezTo>
                    <a:pt x="13" y="0"/>
                    <a:pt x="38" y="2"/>
                    <a:pt x="54" y="11"/>
                  </a:cubicBezTo>
                  <a:cubicBezTo>
                    <a:pt x="71" y="19"/>
                    <a:pt x="89" y="38"/>
                    <a:pt x="126" y="39"/>
                  </a:cubicBezTo>
                  <a:cubicBezTo>
                    <a:pt x="163" y="41"/>
                    <a:pt x="184" y="32"/>
                    <a:pt x="191" y="28"/>
                  </a:cubicBezTo>
                  <a:cubicBezTo>
                    <a:pt x="179" y="36"/>
                    <a:pt x="137" y="52"/>
                    <a:pt x="112" y="46"/>
                  </a:cubicBezTo>
                  <a:cubicBezTo>
                    <a:pt x="86" y="41"/>
                    <a:pt x="60" y="17"/>
                    <a:pt x="43" y="11"/>
                  </a:cubicBezTo>
                  <a:cubicBezTo>
                    <a:pt x="26" y="4"/>
                    <a:pt x="9" y="2"/>
                    <a:pt x="0" y="7"/>
                  </a:cubicBezTo>
                  <a:close/>
                </a:path>
              </a:pathLst>
            </a:custGeom>
            <a:solidFill>
              <a:srgbClr val="B9B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7" name="Freeform 22">
              <a:extLst>
                <a:ext uri="{FF2B5EF4-FFF2-40B4-BE49-F238E27FC236}">
                  <a16:creationId xmlns:a16="http://schemas.microsoft.com/office/drawing/2014/main" id="{E13ED577-5DC1-49FC-807A-B8736498D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075"/>
              <a:ext cx="365" cy="672"/>
            </a:xfrm>
            <a:custGeom>
              <a:avLst/>
              <a:gdLst>
                <a:gd name="T0" fmla="*/ 8728 w 69"/>
                <a:gd name="T1" fmla="*/ 0 h 119"/>
                <a:gd name="T2" fmla="*/ 7834 w 69"/>
                <a:gd name="T3" fmla="*/ 5771 h 119"/>
                <a:gd name="T4" fmla="*/ 6797 w 69"/>
                <a:gd name="T5" fmla="*/ 8990 h 119"/>
                <a:gd name="T6" fmla="*/ 4898 w 69"/>
                <a:gd name="T7" fmla="*/ 13683 h 119"/>
                <a:gd name="T8" fmla="*/ 307 w 69"/>
                <a:gd name="T9" fmla="*/ 21431 h 119"/>
                <a:gd name="T10" fmla="*/ 5179 w 69"/>
                <a:gd name="T11" fmla="*/ 14767 h 119"/>
                <a:gd name="T12" fmla="*/ 7697 w 69"/>
                <a:gd name="T13" fmla="*/ 9724 h 119"/>
                <a:gd name="T14" fmla="*/ 9040 w 69"/>
                <a:gd name="T15" fmla="*/ 5387 h 119"/>
                <a:gd name="T16" fmla="*/ 8728 w 69"/>
                <a:gd name="T17" fmla="*/ 0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19">
                  <a:moveTo>
                    <a:pt x="59" y="0"/>
                  </a:moveTo>
                  <a:cubicBezTo>
                    <a:pt x="60" y="16"/>
                    <a:pt x="60" y="24"/>
                    <a:pt x="53" y="32"/>
                  </a:cubicBezTo>
                  <a:cubicBezTo>
                    <a:pt x="45" y="39"/>
                    <a:pt x="47" y="41"/>
                    <a:pt x="46" y="50"/>
                  </a:cubicBezTo>
                  <a:cubicBezTo>
                    <a:pt x="44" y="59"/>
                    <a:pt x="46" y="62"/>
                    <a:pt x="33" y="76"/>
                  </a:cubicBezTo>
                  <a:cubicBezTo>
                    <a:pt x="20" y="89"/>
                    <a:pt x="0" y="102"/>
                    <a:pt x="2" y="119"/>
                  </a:cubicBezTo>
                  <a:cubicBezTo>
                    <a:pt x="4" y="107"/>
                    <a:pt x="19" y="95"/>
                    <a:pt x="35" y="82"/>
                  </a:cubicBezTo>
                  <a:cubicBezTo>
                    <a:pt x="52" y="70"/>
                    <a:pt x="51" y="62"/>
                    <a:pt x="52" y="54"/>
                  </a:cubicBezTo>
                  <a:cubicBezTo>
                    <a:pt x="53" y="46"/>
                    <a:pt x="53" y="42"/>
                    <a:pt x="61" y="30"/>
                  </a:cubicBezTo>
                  <a:cubicBezTo>
                    <a:pt x="69" y="18"/>
                    <a:pt x="60" y="6"/>
                    <a:pt x="59" y="0"/>
                  </a:cubicBezTo>
                  <a:close/>
                </a:path>
              </a:pathLst>
            </a:custGeom>
            <a:solidFill>
              <a:srgbClr val="B9B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8" name="Freeform 23">
              <a:extLst>
                <a:ext uri="{FF2B5EF4-FFF2-40B4-BE49-F238E27FC236}">
                  <a16:creationId xmlns:a16="http://schemas.microsoft.com/office/drawing/2014/main" id="{0B243748-C2DA-4ED3-BDA7-247002BCA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284"/>
              <a:ext cx="270" cy="638"/>
            </a:xfrm>
            <a:custGeom>
              <a:avLst/>
              <a:gdLst>
                <a:gd name="T0" fmla="*/ 0 w 51"/>
                <a:gd name="T1" fmla="*/ 734 h 113"/>
                <a:gd name="T2" fmla="*/ 4595 w 51"/>
                <a:gd name="T3" fmla="*/ 8830 h 113"/>
                <a:gd name="T4" fmla="*/ 7565 w 51"/>
                <a:gd name="T5" fmla="*/ 20337 h 113"/>
                <a:gd name="T6" fmla="*/ 5633 w 51"/>
                <a:gd name="T7" fmla="*/ 9914 h 113"/>
                <a:gd name="T8" fmla="*/ 0 w 51"/>
                <a:gd name="T9" fmla="*/ 734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13">
                  <a:moveTo>
                    <a:pt x="0" y="4"/>
                  </a:moveTo>
                  <a:cubicBezTo>
                    <a:pt x="15" y="9"/>
                    <a:pt x="27" y="19"/>
                    <a:pt x="31" y="49"/>
                  </a:cubicBezTo>
                  <a:cubicBezTo>
                    <a:pt x="35" y="78"/>
                    <a:pt x="32" y="107"/>
                    <a:pt x="51" y="113"/>
                  </a:cubicBezTo>
                  <a:cubicBezTo>
                    <a:pt x="43" y="107"/>
                    <a:pt x="37" y="86"/>
                    <a:pt x="38" y="55"/>
                  </a:cubicBezTo>
                  <a:cubicBezTo>
                    <a:pt x="38" y="23"/>
                    <a:pt x="17" y="0"/>
                    <a:pt x="0" y="4"/>
                  </a:cubicBezTo>
                  <a:close/>
                </a:path>
              </a:pathLst>
            </a:custGeom>
            <a:solidFill>
              <a:srgbClr val="B9B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9" name="Freeform 24">
              <a:extLst>
                <a:ext uri="{FF2B5EF4-FFF2-40B4-BE49-F238E27FC236}">
                  <a16:creationId xmlns:a16="http://schemas.microsoft.com/office/drawing/2014/main" id="{246798A6-877A-4E2A-93A3-D95DAFAEF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069"/>
              <a:ext cx="101" cy="91"/>
            </a:xfrm>
            <a:custGeom>
              <a:avLst/>
              <a:gdLst>
                <a:gd name="T0" fmla="*/ 144 w 19"/>
                <a:gd name="T1" fmla="*/ 2946 h 16"/>
                <a:gd name="T2" fmla="*/ 1356 w 19"/>
                <a:gd name="T3" fmla="*/ 745 h 16"/>
                <a:gd name="T4" fmla="*/ 0 w 19"/>
                <a:gd name="T5" fmla="*/ 0 h 16"/>
                <a:gd name="T6" fmla="*/ 144 w 19"/>
                <a:gd name="T7" fmla="*/ 294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6">
                  <a:moveTo>
                    <a:pt x="1" y="16"/>
                  </a:moveTo>
                  <a:cubicBezTo>
                    <a:pt x="11" y="13"/>
                    <a:pt x="12" y="8"/>
                    <a:pt x="9" y="4"/>
                  </a:cubicBezTo>
                  <a:cubicBezTo>
                    <a:pt x="6" y="2"/>
                    <a:pt x="2" y="1"/>
                    <a:pt x="0" y="0"/>
                  </a:cubicBezTo>
                  <a:cubicBezTo>
                    <a:pt x="18" y="0"/>
                    <a:pt x="19" y="13"/>
                    <a:pt x="1" y="16"/>
                  </a:cubicBezTo>
                  <a:close/>
                </a:path>
              </a:pathLst>
            </a:custGeom>
            <a:solidFill>
              <a:srgbClr val="B9B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0" name="Freeform 25">
              <a:extLst>
                <a:ext uri="{FF2B5EF4-FFF2-40B4-BE49-F238E27FC236}">
                  <a16:creationId xmlns:a16="http://schemas.microsoft.com/office/drawing/2014/main" id="{7CD9EC98-9918-45F0-B1A2-ECE91E66DB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" y="1279"/>
              <a:ext cx="3957" cy="2004"/>
            </a:xfrm>
            <a:custGeom>
              <a:avLst/>
              <a:gdLst>
                <a:gd name="T0" fmla="*/ 110738 w 748"/>
                <a:gd name="T1" fmla="*/ 23388 h 355"/>
                <a:gd name="T2" fmla="*/ 100829 w 748"/>
                <a:gd name="T3" fmla="*/ 23388 h 355"/>
                <a:gd name="T4" fmla="*/ 97417 w 748"/>
                <a:gd name="T5" fmla="*/ 21225 h 355"/>
                <a:gd name="T6" fmla="*/ 94899 w 748"/>
                <a:gd name="T7" fmla="*/ 17274 h 355"/>
                <a:gd name="T8" fmla="*/ 87482 w 748"/>
                <a:gd name="T9" fmla="*/ 8095 h 355"/>
                <a:gd name="T10" fmla="*/ 80399 w 748"/>
                <a:gd name="T11" fmla="*/ 1084 h 355"/>
                <a:gd name="T12" fmla="*/ 71808 w 748"/>
                <a:gd name="T13" fmla="*/ 1276 h 355"/>
                <a:gd name="T14" fmla="*/ 56419 w 748"/>
                <a:gd name="T15" fmla="*/ 5927 h 355"/>
                <a:gd name="T16" fmla="*/ 54626 w 748"/>
                <a:gd name="T17" fmla="*/ 6469 h 355"/>
                <a:gd name="T18" fmla="*/ 50039 w 748"/>
                <a:gd name="T19" fmla="*/ 5577 h 355"/>
                <a:gd name="T20" fmla="*/ 44104 w 748"/>
                <a:gd name="T21" fmla="*/ 2868 h 355"/>
                <a:gd name="T22" fmla="*/ 37613 w 748"/>
                <a:gd name="T23" fmla="*/ 8445 h 355"/>
                <a:gd name="T24" fmla="*/ 31233 w 748"/>
                <a:gd name="T25" fmla="*/ 2868 h 355"/>
                <a:gd name="T26" fmla="*/ 25160 w 748"/>
                <a:gd name="T27" fmla="*/ 5577 h 355"/>
                <a:gd name="T28" fmla="*/ 19700 w 748"/>
                <a:gd name="T29" fmla="*/ 6853 h 355"/>
                <a:gd name="T30" fmla="*/ 13770 w 748"/>
                <a:gd name="T31" fmla="*/ 10963 h 355"/>
                <a:gd name="T32" fmla="*/ 0 w 748"/>
                <a:gd name="T33" fmla="*/ 38144 h 355"/>
                <a:gd name="T34" fmla="*/ 17632 w 748"/>
                <a:gd name="T35" fmla="*/ 59911 h 355"/>
                <a:gd name="T36" fmla="*/ 33021 w 748"/>
                <a:gd name="T37" fmla="*/ 61887 h 355"/>
                <a:gd name="T38" fmla="*/ 36576 w 748"/>
                <a:gd name="T39" fmla="*/ 44263 h 355"/>
                <a:gd name="T40" fmla="*/ 37613 w 748"/>
                <a:gd name="T41" fmla="*/ 37252 h 355"/>
                <a:gd name="T42" fmla="*/ 38650 w 748"/>
                <a:gd name="T43" fmla="*/ 44263 h 355"/>
                <a:gd name="T44" fmla="*/ 42342 w 748"/>
                <a:gd name="T45" fmla="*/ 61887 h 355"/>
                <a:gd name="T46" fmla="*/ 57731 w 748"/>
                <a:gd name="T47" fmla="*/ 59911 h 355"/>
                <a:gd name="T48" fmla="*/ 63666 w 748"/>
                <a:gd name="T49" fmla="*/ 57393 h 355"/>
                <a:gd name="T50" fmla="*/ 65291 w 748"/>
                <a:gd name="T51" fmla="*/ 56852 h 355"/>
                <a:gd name="T52" fmla="*/ 95793 w 748"/>
                <a:gd name="T53" fmla="*/ 39228 h 355"/>
                <a:gd name="T54" fmla="*/ 95793 w 748"/>
                <a:gd name="T55" fmla="*/ 39228 h 355"/>
                <a:gd name="T56" fmla="*/ 100829 w 748"/>
                <a:gd name="T57" fmla="*/ 33458 h 355"/>
                <a:gd name="T58" fmla="*/ 110738 w 748"/>
                <a:gd name="T59" fmla="*/ 33458 h 355"/>
                <a:gd name="T60" fmla="*/ 110738 w 748"/>
                <a:gd name="T61" fmla="*/ 23388 h 355"/>
                <a:gd name="T62" fmla="*/ 89583 w 748"/>
                <a:gd name="T63" fmla="*/ 40278 h 355"/>
                <a:gd name="T64" fmla="*/ 71644 w 748"/>
                <a:gd name="T65" fmla="*/ 51082 h 355"/>
                <a:gd name="T66" fmla="*/ 71364 w 748"/>
                <a:gd name="T67" fmla="*/ 50382 h 355"/>
                <a:gd name="T68" fmla="*/ 75199 w 748"/>
                <a:gd name="T69" fmla="*/ 38144 h 355"/>
                <a:gd name="T70" fmla="*/ 61429 w 748"/>
                <a:gd name="T71" fmla="*/ 10963 h 355"/>
                <a:gd name="T72" fmla="*/ 61873 w 748"/>
                <a:gd name="T73" fmla="*/ 8637 h 355"/>
                <a:gd name="T74" fmla="*/ 71644 w 748"/>
                <a:gd name="T75" fmla="*/ 7011 h 355"/>
                <a:gd name="T76" fmla="*/ 71951 w 748"/>
                <a:gd name="T77" fmla="*/ 7011 h 355"/>
                <a:gd name="T78" fmla="*/ 78918 w 748"/>
                <a:gd name="T79" fmla="*/ 12939 h 355"/>
                <a:gd name="T80" fmla="*/ 87065 w 748"/>
                <a:gd name="T81" fmla="*/ 15106 h 355"/>
                <a:gd name="T82" fmla="*/ 95037 w 748"/>
                <a:gd name="T83" fmla="*/ 28965 h 355"/>
                <a:gd name="T84" fmla="*/ 89583 w 748"/>
                <a:gd name="T85" fmla="*/ 40278 h 35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48" h="355">
                  <a:moveTo>
                    <a:pt x="748" y="130"/>
                  </a:moveTo>
                  <a:cubicBezTo>
                    <a:pt x="681" y="130"/>
                    <a:pt x="681" y="130"/>
                    <a:pt x="681" y="130"/>
                  </a:cubicBezTo>
                  <a:cubicBezTo>
                    <a:pt x="673" y="130"/>
                    <a:pt x="665" y="125"/>
                    <a:pt x="658" y="118"/>
                  </a:cubicBezTo>
                  <a:cubicBezTo>
                    <a:pt x="654" y="114"/>
                    <a:pt x="643" y="98"/>
                    <a:pt x="641" y="96"/>
                  </a:cubicBezTo>
                  <a:cubicBezTo>
                    <a:pt x="625" y="74"/>
                    <a:pt x="608" y="57"/>
                    <a:pt x="591" y="45"/>
                  </a:cubicBezTo>
                  <a:cubicBezTo>
                    <a:pt x="580" y="37"/>
                    <a:pt x="565" y="14"/>
                    <a:pt x="543" y="6"/>
                  </a:cubicBezTo>
                  <a:cubicBezTo>
                    <a:pt x="525" y="0"/>
                    <a:pt x="504" y="6"/>
                    <a:pt x="485" y="7"/>
                  </a:cubicBezTo>
                  <a:cubicBezTo>
                    <a:pt x="440" y="5"/>
                    <a:pt x="400" y="18"/>
                    <a:pt x="381" y="33"/>
                  </a:cubicBezTo>
                  <a:cubicBezTo>
                    <a:pt x="376" y="38"/>
                    <a:pt x="371" y="37"/>
                    <a:pt x="369" y="36"/>
                  </a:cubicBezTo>
                  <a:cubicBezTo>
                    <a:pt x="354" y="31"/>
                    <a:pt x="340" y="30"/>
                    <a:pt x="338" y="31"/>
                  </a:cubicBezTo>
                  <a:cubicBezTo>
                    <a:pt x="337" y="26"/>
                    <a:pt x="319" y="18"/>
                    <a:pt x="298" y="16"/>
                  </a:cubicBezTo>
                  <a:cubicBezTo>
                    <a:pt x="274" y="13"/>
                    <a:pt x="254" y="2"/>
                    <a:pt x="254" y="47"/>
                  </a:cubicBezTo>
                  <a:cubicBezTo>
                    <a:pt x="254" y="2"/>
                    <a:pt x="235" y="13"/>
                    <a:pt x="211" y="16"/>
                  </a:cubicBezTo>
                  <a:cubicBezTo>
                    <a:pt x="190" y="18"/>
                    <a:pt x="171" y="26"/>
                    <a:pt x="170" y="31"/>
                  </a:cubicBezTo>
                  <a:cubicBezTo>
                    <a:pt x="168" y="30"/>
                    <a:pt x="151" y="32"/>
                    <a:pt x="133" y="38"/>
                  </a:cubicBezTo>
                  <a:cubicBezTo>
                    <a:pt x="114" y="45"/>
                    <a:pt x="94" y="56"/>
                    <a:pt x="93" y="61"/>
                  </a:cubicBezTo>
                  <a:cubicBezTo>
                    <a:pt x="48" y="77"/>
                    <a:pt x="0" y="135"/>
                    <a:pt x="0" y="212"/>
                  </a:cubicBezTo>
                  <a:cubicBezTo>
                    <a:pt x="0" y="274"/>
                    <a:pt x="60" y="320"/>
                    <a:pt x="119" y="333"/>
                  </a:cubicBezTo>
                  <a:cubicBezTo>
                    <a:pt x="153" y="344"/>
                    <a:pt x="199" y="355"/>
                    <a:pt x="223" y="344"/>
                  </a:cubicBezTo>
                  <a:cubicBezTo>
                    <a:pt x="260" y="326"/>
                    <a:pt x="253" y="269"/>
                    <a:pt x="247" y="246"/>
                  </a:cubicBezTo>
                  <a:cubicBezTo>
                    <a:pt x="240" y="216"/>
                    <a:pt x="241" y="207"/>
                    <a:pt x="254" y="207"/>
                  </a:cubicBezTo>
                  <a:cubicBezTo>
                    <a:pt x="268" y="207"/>
                    <a:pt x="269" y="216"/>
                    <a:pt x="261" y="246"/>
                  </a:cubicBezTo>
                  <a:cubicBezTo>
                    <a:pt x="256" y="269"/>
                    <a:pt x="248" y="326"/>
                    <a:pt x="286" y="344"/>
                  </a:cubicBezTo>
                  <a:cubicBezTo>
                    <a:pt x="310" y="355"/>
                    <a:pt x="355" y="344"/>
                    <a:pt x="390" y="333"/>
                  </a:cubicBezTo>
                  <a:cubicBezTo>
                    <a:pt x="403" y="330"/>
                    <a:pt x="417" y="325"/>
                    <a:pt x="430" y="319"/>
                  </a:cubicBezTo>
                  <a:cubicBezTo>
                    <a:pt x="432" y="318"/>
                    <a:pt x="437" y="316"/>
                    <a:pt x="441" y="316"/>
                  </a:cubicBezTo>
                  <a:cubicBezTo>
                    <a:pt x="527" y="326"/>
                    <a:pt x="605" y="289"/>
                    <a:pt x="647" y="218"/>
                  </a:cubicBezTo>
                  <a:cubicBezTo>
                    <a:pt x="647" y="218"/>
                    <a:pt x="647" y="218"/>
                    <a:pt x="647" y="218"/>
                  </a:cubicBezTo>
                  <a:cubicBezTo>
                    <a:pt x="656" y="203"/>
                    <a:pt x="663" y="186"/>
                    <a:pt x="681" y="186"/>
                  </a:cubicBezTo>
                  <a:cubicBezTo>
                    <a:pt x="748" y="186"/>
                    <a:pt x="748" y="186"/>
                    <a:pt x="748" y="186"/>
                  </a:cubicBezTo>
                  <a:lnTo>
                    <a:pt x="748" y="130"/>
                  </a:lnTo>
                  <a:close/>
                  <a:moveTo>
                    <a:pt x="605" y="224"/>
                  </a:moveTo>
                  <a:cubicBezTo>
                    <a:pt x="575" y="259"/>
                    <a:pt x="532" y="280"/>
                    <a:pt x="484" y="284"/>
                  </a:cubicBezTo>
                  <a:cubicBezTo>
                    <a:pt x="482" y="285"/>
                    <a:pt x="480" y="282"/>
                    <a:pt x="482" y="280"/>
                  </a:cubicBezTo>
                  <a:cubicBezTo>
                    <a:pt x="498" y="261"/>
                    <a:pt x="508" y="238"/>
                    <a:pt x="508" y="212"/>
                  </a:cubicBezTo>
                  <a:cubicBezTo>
                    <a:pt x="508" y="135"/>
                    <a:pt x="460" y="77"/>
                    <a:pt x="415" y="61"/>
                  </a:cubicBezTo>
                  <a:cubicBezTo>
                    <a:pt x="410" y="59"/>
                    <a:pt x="414" y="50"/>
                    <a:pt x="418" y="48"/>
                  </a:cubicBezTo>
                  <a:cubicBezTo>
                    <a:pt x="433" y="42"/>
                    <a:pt x="456" y="37"/>
                    <a:pt x="484" y="39"/>
                  </a:cubicBezTo>
                  <a:cubicBezTo>
                    <a:pt x="485" y="39"/>
                    <a:pt x="485" y="39"/>
                    <a:pt x="486" y="39"/>
                  </a:cubicBezTo>
                  <a:cubicBezTo>
                    <a:pt x="509" y="42"/>
                    <a:pt x="513" y="66"/>
                    <a:pt x="533" y="72"/>
                  </a:cubicBezTo>
                  <a:cubicBezTo>
                    <a:pt x="554" y="78"/>
                    <a:pt x="568" y="67"/>
                    <a:pt x="588" y="84"/>
                  </a:cubicBezTo>
                  <a:cubicBezTo>
                    <a:pt x="606" y="102"/>
                    <a:pt x="642" y="151"/>
                    <a:pt x="642" y="161"/>
                  </a:cubicBezTo>
                  <a:cubicBezTo>
                    <a:pt x="642" y="172"/>
                    <a:pt x="611" y="217"/>
                    <a:pt x="605" y="224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1" name="Freeform 26">
              <a:extLst>
                <a:ext uri="{FF2B5EF4-FFF2-40B4-BE49-F238E27FC236}">
                  <a16:creationId xmlns:a16="http://schemas.microsoft.com/office/drawing/2014/main" id="{ACE98457-9854-46C5-8830-6D9386D31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018"/>
              <a:ext cx="58" cy="311"/>
            </a:xfrm>
            <a:custGeom>
              <a:avLst/>
              <a:gdLst>
                <a:gd name="T0" fmla="*/ 137 w 11"/>
                <a:gd name="T1" fmla="*/ 0 h 55"/>
                <a:gd name="T2" fmla="*/ 137 w 11"/>
                <a:gd name="T3" fmla="*/ 9946 h 55"/>
                <a:gd name="T4" fmla="*/ 0 w 11"/>
                <a:gd name="T5" fmla="*/ 9946 h 55"/>
                <a:gd name="T6" fmla="*/ 0 w 11"/>
                <a:gd name="T7" fmla="*/ 9946 h 55"/>
                <a:gd name="T8" fmla="*/ 1613 w 11"/>
                <a:gd name="T9" fmla="*/ 4891 h 55"/>
                <a:gd name="T10" fmla="*/ 137 w 11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55">
                  <a:moveTo>
                    <a:pt x="1" y="0"/>
                  </a:moveTo>
                  <a:cubicBezTo>
                    <a:pt x="1" y="55"/>
                    <a:pt x="1" y="55"/>
                    <a:pt x="1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6" y="55"/>
                    <a:pt x="11" y="43"/>
                    <a:pt x="11" y="27"/>
                  </a:cubicBezTo>
                  <a:cubicBezTo>
                    <a:pt x="11" y="12"/>
                    <a:pt x="6" y="0"/>
                    <a:pt x="1" y="0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2" name="Freeform 27">
              <a:extLst>
                <a:ext uri="{FF2B5EF4-FFF2-40B4-BE49-F238E27FC236}">
                  <a16:creationId xmlns:a16="http://schemas.microsoft.com/office/drawing/2014/main" id="{1829659E-0B4A-486A-8ACC-896E83DC2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488"/>
              <a:ext cx="1222" cy="756"/>
            </a:xfrm>
            <a:custGeom>
              <a:avLst/>
              <a:gdLst>
                <a:gd name="T0" fmla="*/ 138 w 231"/>
                <a:gd name="T1" fmla="*/ 3757 h 134"/>
                <a:gd name="T2" fmla="*/ 10072 w 231"/>
                <a:gd name="T3" fmla="*/ 1783 h 134"/>
                <a:gd name="T4" fmla="*/ 10353 w 231"/>
                <a:gd name="T5" fmla="*/ 1975 h 134"/>
                <a:gd name="T6" fmla="*/ 17462 w 231"/>
                <a:gd name="T7" fmla="*/ 8085 h 134"/>
                <a:gd name="T8" fmla="*/ 25604 w 231"/>
                <a:gd name="T9" fmla="*/ 10251 h 134"/>
                <a:gd name="T10" fmla="*/ 33608 w 231"/>
                <a:gd name="T11" fmla="*/ 24062 h 134"/>
                <a:gd name="T12" fmla="*/ 34057 w 231"/>
                <a:gd name="T13" fmla="*/ 22279 h 134"/>
                <a:gd name="T14" fmla="*/ 26053 w 231"/>
                <a:gd name="T15" fmla="*/ 8434 h 134"/>
                <a:gd name="T16" fmla="*/ 17912 w 231"/>
                <a:gd name="T17" fmla="*/ 6268 h 134"/>
                <a:gd name="T18" fmla="*/ 10940 w 231"/>
                <a:gd name="T19" fmla="*/ 350 h 134"/>
                <a:gd name="T20" fmla="*/ 10665 w 231"/>
                <a:gd name="T21" fmla="*/ 350 h 134"/>
                <a:gd name="T22" fmla="*/ 894 w 231"/>
                <a:gd name="T23" fmla="*/ 1975 h 134"/>
                <a:gd name="T24" fmla="*/ 138 w 231"/>
                <a:gd name="T25" fmla="*/ 3757 h 1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1" h="134">
                  <a:moveTo>
                    <a:pt x="1" y="21"/>
                  </a:moveTo>
                  <a:cubicBezTo>
                    <a:pt x="1" y="22"/>
                    <a:pt x="27" y="8"/>
                    <a:pt x="68" y="10"/>
                  </a:cubicBezTo>
                  <a:cubicBezTo>
                    <a:pt x="69" y="10"/>
                    <a:pt x="69" y="10"/>
                    <a:pt x="70" y="11"/>
                  </a:cubicBezTo>
                  <a:cubicBezTo>
                    <a:pt x="93" y="14"/>
                    <a:pt x="98" y="39"/>
                    <a:pt x="118" y="45"/>
                  </a:cubicBezTo>
                  <a:cubicBezTo>
                    <a:pt x="139" y="51"/>
                    <a:pt x="153" y="40"/>
                    <a:pt x="173" y="57"/>
                  </a:cubicBezTo>
                  <a:cubicBezTo>
                    <a:pt x="190" y="73"/>
                    <a:pt x="231" y="116"/>
                    <a:pt x="227" y="134"/>
                  </a:cubicBezTo>
                  <a:cubicBezTo>
                    <a:pt x="229" y="130"/>
                    <a:pt x="230" y="126"/>
                    <a:pt x="230" y="124"/>
                  </a:cubicBezTo>
                  <a:cubicBezTo>
                    <a:pt x="230" y="114"/>
                    <a:pt x="194" y="65"/>
                    <a:pt x="176" y="47"/>
                  </a:cubicBezTo>
                  <a:cubicBezTo>
                    <a:pt x="156" y="30"/>
                    <a:pt x="142" y="41"/>
                    <a:pt x="121" y="35"/>
                  </a:cubicBezTo>
                  <a:cubicBezTo>
                    <a:pt x="101" y="29"/>
                    <a:pt x="97" y="5"/>
                    <a:pt x="74" y="2"/>
                  </a:cubicBezTo>
                  <a:cubicBezTo>
                    <a:pt x="73" y="2"/>
                    <a:pt x="73" y="2"/>
                    <a:pt x="72" y="2"/>
                  </a:cubicBezTo>
                  <a:cubicBezTo>
                    <a:pt x="44" y="0"/>
                    <a:pt x="21" y="5"/>
                    <a:pt x="6" y="11"/>
                  </a:cubicBezTo>
                  <a:cubicBezTo>
                    <a:pt x="3" y="12"/>
                    <a:pt x="0" y="18"/>
                    <a:pt x="1" y="21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3" name="Freeform 28">
              <a:extLst>
                <a:ext uri="{FF2B5EF4-FFF2-40B4-BE49-F238E27FC236}">
                  <a16:creationId xmlns:a16="http://schemas.microsoft.com/office/drawing/2014/main" id="{699FDDBC-55F9-42B3-BEED-74EEBB84E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651"/>
              <a:ext cx="122" cy="237"/>
            </a:xfrm>
            <a:custGeom>
              <a:avLst/>
              <a:gdLst>
                <a:gd name="T0" fmla="*/ 589 w 23"/>
                <a:gd name="T1" fmla="*/ 7358 h 42"/>
                <a:gd name="T2" fmla="*/ 1040 w 23"/>
                <a:gd name="T3" fmla="*/ 7358 h 42"/>
                <a:gd name="T4" fmla="*/ 3432 w 23"/>
                <a:gd name="T5" fmla="*/ 0 h 42"/>
                <a:gd name="T6" fmla="*/ 308 w 23"/>
                <a:gd name="T7" fmla="*/ 6653 h 42"/>
                <a:gd name="T8" fmla="*/ 589 w 23"/>
                <a:gd name="T9" fmla="*/ 735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2">
                  <a:moveTo>
                    <a:pt x="4" y="41"/>
                  </a:moveTo>
                  <a:cubicBezTo>
                    <a:pt x="5" y="41"/>
                    <a:pt x="6" y="41"/>
                    <a:pt x="7" y="41"/>
                  </a:cubicBezTo>
                  <a:cubicBezTo>
                    <a:pt x="15" y="29"/>
                    <a:pt x="21" y="15"/>
                    <a:pt x="23" y="0"/>
                  </a:cubicBezTo>
                  <a:cubicBezTo>
                    <a:pt x="19" y="14"/>
                    <a:pt x="11" y="26"/>
                    <a:pt x="2" y="37"/>
                  </a:cubicBezTo>
                  <a:cubicBezTo>
                    <a:pt x="0" y="39"/>
                    <a:pt x="2" y="42"/>
                    <a:pt x="4" y="41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4" name="Freeform 29">
              <a:extLst>
                <a:ext uri="{FF2B5EF4-FFF2-40B4-BE49-F238E27FC236}">
                  <a16:creationId xmlns:a16="http://schemas.microsoft.com/office/drawing/2014/main" id="{58F253AE-5F4F-4157-A0C6-91BF92303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278"/>
              <a:ext cx="1318" cy="1095"/>
            </a:xfrm>
            <a:custGeom>
              <a:avLst/>
              <a:gdLst>
                <a:gd name="T0" fmla="*/ 33368 w 249"/>
                <a:gd name="T1" fmla="*/ 30045 h 194"/>
                <a:gd name="T2" fmla="*/ 17933 w 249"/>
                <a:gd name="T3" fmla="*/ 28069 h 194"/>
                <a:gd name="T4" fmla="*/ 307 w 249"/>
                <a:gd name="T5" fmla="*/ 6310 h 194"/>
                <a:gd name="T6" fmla="*/ 895 w 249"/>
                <a:gd name="T7" fmla="*/ 0 h 194"/>
                <a:gd name="T8" fmla="*/ 730 w 249"/>
                <a:gd name="T9" fmla="*/ 14912 h 194"/>
                <a:gd name="T10" fmla="*/ 1175 w 249"/>
                <a:gd name="T11" fmla="*/ 16916 h 194"/>
                <a:gd name="T12" fmla="*/ 17340 w 249"/>
                <a:gd name="T13" fmla="*/ 30937 h 194"/>
                <a:gd name="T14" fmla="*/ 32781 w 249"/>
                <a:gd name="T15" fmla="*/ 32912 h 194"/>
                <a:gd name="T16" fmla="*/ 36925 w 249"/>
                <a:gd name="T17" fmla="*/ 25010 h 194"/>
                <a:gd name="T18" fmla="*/ 33368 w 249"/>
                <a:gd name="T19" fmla="*/ 30045 h 1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9" h="194">
                  <a:moveTo>
                    <a:pt x="225" y="167"/>
                  </a:moveTo>
                  <a:cubicBezTo>
                    <a:pt x="201" y="178"/>
                    <a:pt x="155" y="167"/>
                    <a:pt x="121" y="156"/>
                  </a:cubicBezTo>
                  <a:cubicBezTo>
                    <a:pt x="62" y="143"/>
                    <a:pt x="2" y="97"/>
                    <a:pt x="2" y="35"/>
                  </a:cubicBezTo>
                  <a:cubicBezTo>
                    <a:pt x="2" y="23"/>
                    <a:pt x="3" y="11"/>
                    <a:pt x="6" y="0"/>
                  </a:cubicBezTo>
                  <a:cubicBezTo>
                    <a:pt x="1" y="14"/>
                    <a:pt x="0" y="54"/>
                    <a:pt x="5" y="83"/>
                  </a:cubicBezTo>
                  <a:cubicBezTo>
                    <a:pt x="5" y="85"/>
                    <a:pt x="8" y="93"/>
                    <a:pt x="8" y="94"/>
                  </a:cubicBezTo>
                  <a:cubicBezTo>
                    <a:pt x="28" y="134"/>
                    <a:pt x="73" y="162"/>
                    <a:pt x="117" y="172"/>
                  </a:cubicBezTo>
                  <a:cubicBezTo>
                    <a:pt x="151" y="183"/>
                    <a:pt x="197" y="194"/>
                    <a:pt x="221" y="183"/>
                  </a:cubicBezTo>
                  <a:cubicBezTo>
                    <a:pt x="238" y="175"/>
                    <a:pt x="246" y="158"/>
                    <a:pt x="249" y="139"/>
                  </a:cubicBezTo>
                  <a:cubicBezTo>
                    <a:pt x="244" y="151"/>
                    <a:pt x="237" y="161"/>
                    <a:pt x="225" y="167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5" name="Freeform 30">
              <a:extLst>
                <a:ext uri="{FF2B5EF4-FFF2-40B4-BE49-F238E27FC236}">
                  <a16:creationId xmlns:a16="http://schemas.microsoft.com/office/drawing/2014/main" id="{57CDD5F1-081F-4F81-9479-F9B1BC19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329"/>
              <a:ext cx="2656" cy="1044"/>
            </a:xfrm>
            <a:custGeom>
              <a:avLst/>
              <a:gdLst>
                <a:gd name="T0" fmla="*/ 74347 w 502"/>
                <a:gd name="T1" fmla="*/ 0 h 185"/>
                <a:gd name="T2" fmla="*/ 65030 w 502"/>
                <a:gd name="T3" fmla="*/ 0 h 185"/>
                <a:gd name="T4" fmla="*/ 59988 w 502"/>
                <a:gd name="T5" fmla="*/ 5762 h 185"/>
                <a:gd name="T6" fmla="*/ 59988 w 502"/>
                <a:gd name="T7" fmla="*/ 5762 h 185"/>
                <a:gd name="T8" fmla="*/ 29475 w 502"/>
                <a:gd name="T9" fmla="*/ 23374 h 185"/>
                <a:gd name="T10" fmla="*/ 27851 w 502"/>
                <a:gd name="T11" fmla="*/ 23916 h 185"/>
                <a:gd name="T12" fmla="*/ 21920 w 502"/>
                <a:gd name="T13" fmla="*/ 26433 h 185"/>
                <a:gd name="T14" fmla="*/ 6524 w 502"/>
                <a:gd name="T15" fmla="*/ 28408 h 185"/>
                <a:gd name="T16" fmla="*/ 2825 w 502"/>
                <a:gd name="T17" fmla="*/ 10796 h 185"/>
                <a:gd name="T18" fmla="*/ 1762 w 502"/>
                <a:gd name="T19" fmla="*/ 3792 h 185"/>
                <a:gd name="T20" fmla="*/ 138 w 502"/>
                <a:gd name="T21" fmla="*/ 7009 h 185"/>
                <a:gd name="T22" fmla="*/ 1175 w 502"/>
                <a:gd name="T23" fmla="*/ 6653 h 185"/>
                <a:gd name="T24" fmla="*/ 2212 w 502"/>
                <a:gd name="T25" fmla="*/ 13662 h 185"/>
                <a:gd name="T26" fmla="*/ 5936 w 502"/>
                <a:gd name="T27" fmla="*/ 31275 h 185"/>
                <a:gd name="T28" fmla="*/ 21333 w 502"/>
                <a:gd name="T29" fmla="*/ 29300 h 185"/>
                <a:gd name="T30" fmla="*/ 27264 w 502"/>
                <a:gd name="T31" fmla="*/ 26783 h 185"/>
                <a:gd name="T32" fmla="*/ 28888 w 502"/>
                <a:gd name="T33" fmla="*/ 26241 h 185"/>
                <a:gd name="T34" fmla="*/ 59681 w 502"/>
                <a:gd name="T35" fmla="*/ 8279 h 185"/>
                <a:gd name="T36" fmla="*/ 59823 w 502"/>
                <a:gd name="T37" fmla="*/ 8279 h 185"/>
                <a:gd name="T38" fmla="*/ 65310 w 502"/>
                <a:gd name="T39" fmla="*/ 542 h 185"/>
                <a:gd name="T40" fmla="*/ 74347 w 502"/>
                <a:gd name="T41" fmla="*/ 192 h 1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2" h="185">
                  <a:moveTo>
                    <a:pt x="502" y="0"/>
                  </a:moveTo>
                  <a:cubicBezTo>
                    <a:pt x="439" y="0"/>
                    <a:pt x="439" y="0"/>
                    <a:pt x="439" y="0"/>
                  </a:cubicBezTo>
                  <a:cubicBezTo>
                    <a:pt x="421" y="0"/>
                    <a:pt x="414" y="17"/>
                    <a:pt x="405" y="32"/>
                  </a:cubicBezTo>
                  <a:cubicBezTo>
                    <a:pt x="405" y="32"/>
                    <a:pt x="405" y="32"/>
                    <a:pt x="405" y="32"/>
                  </a:cubicBezTo>
                  <a:cubicBezTo>
                    <a:pt x="363" y="103"/>
                    <a:pt x="285" y="140"/>
                    <a:pt x="199" y="130"/>
                  </a:cubicBezTo>
                  <a:cubicBezTo>
                    <a:pt x="195" y="130"/>
                    <a:pt x="190" y="132"/>
                    <a:pt x="188" y="133"/>
                  </a:cubicBezTo>
                  <a:cubicBezTo>
                    <a:pt x="175" y="139"/>
                    <a:pt x="161" y="144"/>
                    <a:pt x="148" y="147"/>
                  </a:cubicBezTo>
                  <a:cubicBezTo>
                    <a:pt x="113" y="158"/>
                    <a:pt x="68" y="169"/>
                    <a:pt x="44" y="158"/>
                  </a:cubicBezTo>
                  <a:cubicBezTo>
                    <a:pt x="6" y="140"/>
                    <a:pt x="14" y="83"/>
                    <a:pt x="19" y="60"/>
                  </a:cubicBezTo>
                  <a:cubicBezTo>
                    <a:pt x="27" y="30"/>
                    <a:pt x="26" y="21"/>
                    <a:pt x="12" y="21"/>
                  </a:cubicBezTo>
                  <a:cubicBezTo>
                    <a:pt x="3" y="21"/>
                    <a:pt x="0" y="26"/>
                    <a:pt x="1" y="39"/>
                  </a:cubicBezTo>
                  <a:cubicBezTo>
                    <a:pt x="3" y="38"/>
                    <a:pt x="5" y="37"/>
                    <a:pt x="8" y="37"/>
                  </a:cubicBezTo>
                  <a:cubicBezTo>
                    <a:pt x="22" y="37"/>
                    <a:pt x="23" y="46"/>
                    <a:pt x="15" y="76"/>
                  </a:cubicBezTo>
                  <a:cubicBezTo>
                    <a:pt x="10" y="99"/>
                    <a:pt x="2" y="156"/>
                    <a:pt x="40" y="174"/>
                  </a:cubicBezTo>
                  <a:cubicBezTo>
                    <a:pt x="64" y="185"/>
                    <a:pt x="109" y="174"/>
                    <a:pt x="144" y="163"/>
                  </a:cubicBezTo>
                  <a:cubicBezTo>
                    <a:pt x="157" y="160"/>
                    <a:pt x="171" y="155"/>
                    <a:pt x="184" y="149"/>
                  </a:cubicBezTo>
                  <a:cubicBezTo>
                    <a:pt x="186" y="148"/>
                    <a:pt x="191" y="146"/>
                    <a:pt x="195" y="146"/>
                  </a:cubicBezTo>
                  <a:cubicBezTo>
                    <a:pt x="281" y="156"/>
                    <a:pt x="361" y="118"/>
                    <a:pt x="403" y="46"/>
                  </a:cubicBezTo>
                  <a:cubicBezTo>
                    <a:pt x="404" y="46"/>
                    <a:pt x="404" y="46"/>
                    <a:pt x="404" y="46"/>
                  </a:cubicBezTo>
                  <a:cubicBezTo>
                    <a:pt x="412" y="31"/>
                    <a:pt x="423" y="3"/>
                    <a:pt x="441" y="3"/>
                  </a:cubicBezTo>
                  <a:cubicBezTo>
                    <a:pt x="502" y="1"/>
                    <a:pt x="502" y="1"/>
                    <a:pt x="502" y="1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71E318C0-CC7E-4183-98E8-0AFBFDD0C0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Dermatomes</a:t>
            </a:r>
          </a:p>
        </p:txBody>
      </p:sp>
      <p:grpSp>
        <p:nvGrpSpPr>
          <p:cNvPr id="71682" name="Human-body-dermatomes-anterior-view">
            <a:extLst>
              <a:ext uri="{FF2B5EF4-FFF2-40B4-BE49-F238E27FC236}">
                <a16:creationId xmlns:a16="http://schemas.microsoft.com/office/drawing/2014/main" id="{95781EF4-EAD3-4396-9FCB-FEB7AF3DE9E5}"/>
              </a:ext>
            </a:extLst>
          </p:cNvPr>
          <p:cNvGrpSpPr>
            <a:grpSpLocks/>
          </p:cNvGrpSpPr>
          <p:nvPr/>
        </p:nvGrpSpPr>
        <p:grpSpPr bwMode="auto">
          <a:xfrm>
            <a:off x="4100513" y="1146175"/>
            <a:ext cx="2755900" cy="5292725"/>
            <a:chOff x="1677" y="722"/>
            <a:chExt cx="1736" cy="3334"/>
          </a:xfrm>
        </p:grpSpPr>
        <p:sp>
          <p:nvSpPr>
            <p:cNvPr id="71995" name="Freeform 4">
              <a:extLst>
                <a:ext uri="{FF2B5EF4-FFF2-40B4-BE49-F238E27FC236}">
                  <a16:creationId xmlns:a16="http://schemas.microsoft.com/office/drawing/2014/main" id="{A5B78291-0D80-462A-9B18-54A3199ED2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7" y="722"/>
              <a:ext cx="1736" cy="3333"/>
            </a:xfrm>
            <a:custGeom>
              <a:avLst/>
              <a:gdLst>
                <a:gd name="T0" fmla="*/ 1532 w 1749"/>
                <a:gd name="T1" fmla="*/ 1554 h 3357"/>
                <a:gd name="T2" fmla="*/ 1332 w 1749"/>
                <a:gd name="T3" fmla="*/ 1065 h 3357"/>
                <a:gd name="T4" fmla="*/ 1099 w 1749"/>
                <a:gd name="T5" fmla="*/ 543 h 3357"/>
                <a:gd name="T6" fmla="*/ 963 w 1749"/>
                <a:gd name="T7" fmla="*/ 316 h 3357"/>
                <a:gd name="T8" fmla="*/ 980 w 1749"/>
                <a:gd name="T9" fmla="*/ 209 h 3357"/>
                <a:gd name="T10" fmla="*/ 831 w 1749"/>
                <a:gd name="T11" fmla="*/ 0 h 3357"/>
                <a:gd name="T12" fmla="*/ 699 w 1749"/>
                <a:gd name="T13" fmla="*/ 223 h 3357"/>
                <a:gd name="T14" fmla="*/ 728 w 1749"/>
                <a:gd name="T15" fmla="*/ 326 h 3357"/>
                <a:gd name="T16" fmla="*/ 645 w 1749"/>
                <a:gd name="T17" fmla="*/ 528 h 3357"/>
                <a:gd name="T18" fmla="*/ 388 w 1749"/>
                <a:gd name="T19" fmla="*/ 1047 h 3357"/>
                <a:gd name="T20" fmla="*/ 185 w 1749"/>
                <a:gd name="T21" fmla="*/ 1550 h 3357"/>
                <a:gd name="T22" fmla="*/ 10 w 1749"/>
                <a:gd name="T23" fmla="*/ 1695 h 3357"/>
                <a:gd name="T24" fmla="*/ 110 w 1749"/>
                <a:gd name="T25" fmla="*/ 1769 h 3357"/>
                <a:gd name="T26" fmla="*/ 146 w 1749"/>
                <a:gd name="T27" fmla="*/ 1847 h 3357"/>
                <a:gd name="T28" fmla="*/ 212 w 1749"/>
                <a:gd name="T29" fmla="*/ 1781 h 3357"/>
                <a:gd name="T30" fmla="*/ 328 w 1749"/>
                <a:gd name="T31" fmla="*/ 1852 h 3357"/>
                <a:gd name="T32" fmla="*/ 340 w 1749"/>
                <a:gd name="T33" fmla="*/ 1546 h 3357"/>
                <a:gd name="T34" fmla="*/ 583 w 1749"/>
                <a:gd name="T35" fmla="*/ 1063 h 3357"/>
                <a:gd name="T36" fmla="*/ 628 w 1749"/>
                <a:gd name="T37" fmla="*/ 2153 h 3357"/>
                <a:gd name="T38" fmla="*/ 690 w 1749"/>
                <a:gd name="T39" fmla="*/ 2778 h 3357"/>
                <a:gd name="T40" fmla="*/ 730 w 1749"/>
                <a:gd name="T41" fmla="*/ 3038 h 3357"/>
                <a:gd name="T42" fmla="*/ 627 w 1749"/>
                <a:gd name="T43" fmla="*/ 3229 h 3357"/>
                <a:gd name="T44" fmla="*/ 678 w 1749"/>
                <a:gd name="T45" fmla="*/ 3256 h 3357"/>
                <a:gd name="T46" fmla="*/ 735 w 1749"/>
                <a:gd name="T47" fmla="*/ 3280 h 3357"/>
                <a:gd name="T48" fmla="*/ 840 w 1749"/>
                <a:gd name="T49" fmla="*/ 3242 h 3357"/>
                <a:gd name="T50" fmla="*/ 859 w 1749"/>
                <a:gd name="T51" fmla="*/ 3128 h 3357"/>
                <a:gd name="T52" fmla="*/ 888 w 1749"/>
                <a:gd name="T53" fmla="*/ 3189 h 3357"/>
                <a:gd name="T54" fmla="*/ 979 w 1749"/>
                <a:gd name="T55" fmla="*/ 3268 h 3357"/>
                <a:gd name="T56" fmla="*/ 1044 w 1749"/>
                <a:gd name="T57" fmla="*/ 3273 h 3357"/>
                <a:gd name="T58" fmla="*/ 1092 w 1749"/>
                <a:gd name="T59" fmla="*/ 3233 h 3357"/>
                <a:gd name="T60" fmla="*/ 1086 w 1749"/>
                <a:gd name="T61" fmla="*/ 3153 h 3357"/>
                <a:gd name="T62" fmla="*/ 1033 w 1749"/>
                <a:gd name="T63" fmla="*/ 2927 h 3357"/>
                <a:gd name="T64" fmla="*/ 1098 w 1749"/>
                <a:gd name="T65" fmla="*/ 2183 h 3357"/>
                <a:gd name="T66" fmla="*/ 1124 w 1749"/>
                <a:gd name="T67" fmla="*/ 1041 h 3357"/>
                <a:gd name="T68" fmla="*/ 1321 w 1749"/>
                <a:gd name="T69" fmla="*/ 1494 h 3357"/>
                <a:gd name="T70" fmla="*/ 1390 w 1749"/>
                <a:gd name="T71" fmla="*/ 1760 h 3357"/>
                <a:gd name="T72" fmla="*/ 1496 w 1749"/>
                <a:gd name="T73" fmla="*/ 1908 h 3357"/>
                <a:gd name="T74" fmla="*/ 1546 w 1749"/>
                <a:gd name="T75" fmla="*/ 1768 h 3357"/>
                <a:gd name="T76" fmla="*/ 1580 w 1749"/>
                <a:gd name="T77" fmla="*/ 1672 h 3357"/>
                <a:gd name="T78" fmla="*/ 1668 w 1749"/>
                <a:gd name="T79" fmla="*/ 1653 h 3357"/>
                <a:gd name="T80" fmla="*/ 858 w 1749"/>
                <a:gd name="T81" fmla="*/ 2730 h 3357"/>
                <a:gd name="T82" fmla="*/ 850 w 1749"/>
                <a:gd name="T83" fmla="*/ 2321 h 3357"/>
                <a:gd name="T84" fmla="*/ 862 w 1749"/>
                <a:gd name="T85" fmla="*/ 1806 h 3357"/>
                <a:gd name="T86" fmla="*/ 870 w 1749"/>
                <a:gd name="T87" fmla="*/ 2019 h 3357"/>
                <a:gd name="T88" fmla="*/ 874 w 1749"/>
                <a:gd name="T89" fmla="*/ 2535 h 3357"/>
                <a:gd name="T90" fmla="*/ 877 w 1749"/>
                <a:gd name="T91" fmla="*/ 2970 h 335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749" h="3357">
                  <a:moveTo>
                    <a:pt x="1706" y="1689"/>
                  </a:moveTo>
                  <a:cubicBezTo>
                    <a:pt x="1684" y="1677"/>
                    <a:pt x="1658" y="1668"/>
                    <a:pt x="1647" y="1652"/>
                  </a:cubicBezTo>
                  <a:cubicBezTo>
                    <a:pt x="1636" y="1635"/>
                    <a:pt x="1602" y="1601"/>
                    <a:pt x="1567" y="1587"/>
                  </a:cubicBezTo>
                  <a:cubicBezTo>
                    <a:pt x="1553" y="1582"/>
                    <a:pt x="1550" y="1549"/>
                    <a:pt x="1533" y="1530"/>
                  </a:cubicBezTo>
                  <a:cubicBezTo>
                    <a:pt x="1516" y="1510"/>
                    <a:pt x="1481" y="1462"/>
                    <a:pt x="1462" y="1342"/>
                  </a:cubicBezTo>
                  <a:cubicBezTo>
                    <a:pt x="1443" y="1222"/>
                    <a:pt x="1384" y="1133"/>
                    <a:pt x="1362" y="1089"/>
                  </a:cubicBezTo>
                  <a:cubicBezTo>
                    <a:pt x="1340" y="1045"/>
                    <a:pt x="1321" y="929"/>
                    <a:pt x="1300" y="867"/>
                  </a:cubicBezTo>
                  <a:cubicBezTo>
                    <a:pt x="1279" y="805"/>
                    <a:pt x="1343" y="640"/>
                    <a:pt x="1178" y="574"/>
                  </a:cubicBezTo>
                  <a:cubicBezTo>
                    <a:pt x="1168" y="570"/>
                    <a:pt x="1152" y="557"/>
                    <a:pt x="1123" y="555"/>
                  </a:cubicBezTo>
                  <a:cubicBezTo>
                    <a:pt x="1094" y="553"/>
                    <a:pt x="993" y="496"/>
                    <a:pt x="982" y="465"/>
                  </a:cubicBezTo>
                  <a:cubicBezTo>
                    <a:pt x="975" y="370"/>
                    <a:pt x="975" y="370"/>
                    <a:pt x="975" y="370"/>
                  </a:cubicBezTo>
                  <a:cubicBezTo>
                    <a:pt x="975" y="370"/>
                    <a:pt x="985" y="342"/>
                    <a:pt x="984" y="322"/>
                  </a:cubicBezTo>
                  <a:cubicBezTo>
                    <a:pt x="984" y="322"/>
                    <a:pt x="1007" y="324"/>
                    <a:pt x="1012" y="296"/>
                  </a:cubicBezTo>
                  <a:cubicBezTo>
                    <a:pt x="1016" y="269"/>
                    <a:pt x="1023" y="266"/>
                    <a:pt x="1026" y="257"/>
                  </a:cubicBezTo>
                  <a:cubicBezTo>
                    <a:pt x="1030" y="248"/>
                    <a:pt x="1045" y="189"/>
                    <a:pt x="1001" y="215"/>
                  </a:cubicBezTo>
                  <a:cubicBezTo>
                    <a:pt x="1001" y="215"/>
                    <a:pt x="1004" y="190"/>
                    <a:pt x="999" y="176"/>
                  </a:cubicBezTo>
                  <a:cubicBezTo>
                    <a:pt x="996" y="167"/>
                    <a:pt x="1007" y="133"/>
                    <a:pt x="1006" y="109"/>
                  </a:cubicBezTo>
                  <a:cubicBezTo>
                    <a:pt x="1004" y="62"/>
                    <a:pt x="975" y="0"/>
                    <a:pt x="849" y="0"/>
                  </a:cubicBezTo>
                  <a:cubicBezTo>
                    <a:pt x="849" y="0"/>
                    <a:pt x="717" y="1"/>
                    <a:pt x="708" y="107"/>
                  </a:cubicBezTo>
                  <a:cubicBezTo>
                    <a:pt x="705" y="132"/>
                    <a:pt x="719" y="178"/>
                    <a:pt x="716" y="192"/>
                  </a:cubicBezTo>
                  <a:cubicBezTo>
                    <a:pt x="712" y="207"/>
                    <a:pt x="714" y="229"/>
                    <a:pt x="714" y="229"/>
                  </a:cubicBezTo>
                  <a:cubicBezTo>
                    <a:pt x="714" y="229"/>
                    <a:pt x="703" y="223"/>
                    <a:pt x="694" y="232"/>
                  </a:cubicBezTo>
                  <a:cubicBezTo>
                    <a:pt x="685" y="240"/>
                    <a:pt x="695" y="263"/>
                    <a:pt x="706" y="275"/>
                  </a:cubicBezTo>
                  <a:cubicBezTo>
                    <a:pt x="717" y="287"/>
                    <a:pt x="728" y="332"/>
                    <a:pt x="744" y="332"/>
                  </a:cubicBezTo>
                  <a:cubicBezTo>
                    <a:pt x="744" y="332"/>
                    <a:pt x="749" y="358"/>
                    <a:pt x="755" y="365"/>
                  </a:cubicBezTo>
                  <a:cubicBezTo>
                    <a:pt x="757" y="471"/>
                    <a:pt x="757" y="471"/>
                    <a:pt x="757" y="471"/>
                  </a:cubicBezTo>
                  <a:cubicBezTo>
                    <a:pt x="757" y="471"/>
                    <a:pt x="709" y="528"/>
                    <a:pt x="660" y="540"/>
                  </a:cubicBezTo>
                  <a:cubicBezTo>
                    <a:pt x="610" y="551"/>
                    <a:pt x="601" y="544"/>
                    <a:pt x="575" y="562"/>
                  </a:cubicBezTo>
                  <a:cubicBezTo>
                    <a:pt x="549" y="581"/>
                    <a:pt x="435" y="622"/>
                    <a:pt x="460" y="829"/>
                  </a:cubicBezTo>
                  <a:cubicBezTo>
                    <a:pt x="466" y="880"/>
                    <a:pt x="407" y="952"/>
                    <a:pt x="397" y="1071"/>
                  </a:cubicBezTo>
                  <a:cubicBezTo>
                    <a:pt x="393" y="1116"/>
                    <a:pt x="349" y="1087"/>
                    <a:pt x="297" y="1304"/>
                  </a:cubicBezTo>
                  <a:cubicBezTo>
                    <a:pt x="285" y="1351"/>
                    <a:pt x="236" y="1513"/>
                    <a:pt x="223" y="1524"/>
                  </a:cubicBezTo>
                  <a:cubicBezTo>
                    <a:pt x="198" y="1546"/>
                    <a:pt x="202" y="1574"/>
                    <a:pt x="188" y="1583"/>
                  </a:cubicBezTo>
                  <a:cubicBezTo>
                    <a:pt x="174" y="1592"/>
                    <a:pt x="121" y="1616"/>
                    <a:pt x="102" y="1646"/>
                  </a:cubicBezTo>
                  <a:cubicBezTo>
                    <a:pt x="83" y="1676"/>
                    <a:pt x="24" y="1701"/>
                    <a:pt x="13" y="1707"/>
                  </a:cubicBezTo>
                  <a:cubicBezTo>
                    <a:pt x="2" y="1713"/>
                    <a:pt x="0" y="1723"/>
                    <a:pt x="10" y="1731"/>
                  </a:cubicBezTo>
                  <a:cubicBezTo>
                    <a:pt x="21" y="1739"/>
                    <a:pt x="56" y="1750"/>
                    <a:pt x="81" y="1728"/>
                  </a:cubicBezTo>
                  <a:cubicBezTo>
                    <a:pt x="107" y="1707"/>
                    <a:pt x="123" y="1693"/>
                    <a:pt x="132" y="1711"/>
                  </a:cubicBezTo>
                  <a:cubicBezTo>
                    <a:pt x="141" y="1728"/>
                    <a:pt x="123" y="1784"/>
                    <a:pt x="113" y="1808"/>
                  </a:cubicBezTo>
                  <a:cubicBezTo>
                    <a:pt x="104" y="1832"/>
                    <a:pt x="67" y="1927"/>
                    <a:pt x="92" y="1939"/>
                  </a:cubicBezTo>
                  <a:cubicBezTo>
                    <a:pt x="117" y="1950"/>
                    <a:pt x="160" y="1809"/>
                    <a:pt x="167" y="1811"/>
                  </a:cubicBezTo>
                  <a:cubicBezTo>
                    <a:pt x="175" y="1813"/>
                    <a:pt x="157" y="1865"/>
                    <a:pt x="149" y="1886"/>
                  </a:cubicBezTo>
                  <a:cubicBezTo>
                    <a:pt x="141" y="1906"/>
                    <a:pt x="128" y="1958"/>
                    <a:pt x="152" y="1964"/>
                  </a:cubicBezTo>
                  <a:cubicBezTo>
                    <a:pt x="177" y="1969"/>
                    <a:pt x="192" y="1891"/>
                    <a:pt x="192" y="1891"/>
                  </a:cubicBezTo>
                  <a:cubicBezTo>
                    <a:pt x="192" y="1891"/>
                    <a:pt x="209" y="1818"/>
                    <a:pt x="218" y="1820"/>
                  </a:cubicBezTo>
                  <a:cubicBezTo>
                    <a:pt x="227" y="1822"/>
                    <a:pt x="190" y="1944"/>
                    <a:pt x="221" y="1952"/>
                  </a:cubicBezTo>
                  <a:cubicBezTo>
                    <a:pt x="252" y="1961"/>
                    <a:pt x="253" y="1792"/>
                    <a:pt x="273" y="1788"/>
                  </a:cubicBezTo>
                  <a:cubicBezTo>
                    <a:pt x="293" y="1784"/>
                    <a:pt x="303" y="1900"/>
                    <a:pt x="334" y="1892"/>
                  </a:cubicBezTo>
                  <a:cubicBezTo>
                    <a:pt x="365" y="1883"/>
                    <a:pt x="307" y="1740"/>
                    <a:pt x="310" y="1723"/>
                  </a:cubicBezTo>
                  <a:cubicBezTo>
                    <a:pt x="313" y="1706"/>
                    <a:pt x="336" y="1642"/>
                    <a:pt x="328" y="1619"/>
                  </a:cubicBezTo>
                  <a:cubicBezTo>
                    <a:pt x="320" y="1596"/>
                    <a:pt x="338" y="1591"/>
                    <a:pt x="349" y="1579"/>
                  </a:cubicBezTo>
                  <a:cubicBezTo>
                    <a:pt x="360" y="1567"/>
                    <a:pt x="508" y="1349"/>
                    <a:pt x="533" y="1264"/>
                  </a:cubicBezTo>
                  <a:cubicBezTo>
                    <a:pt x="549" y="1212"/>
                    <a:pt x="573" y="1212"/>
                    <a:pt x="572" y="1165"/>
                  </a:cubicBezTo>
                  <a:cubicBezTo>
                    <a:pt x="571" y="1118"/>
                    <a:pt x="595" y="1087"/>
                    <a:pt x="595" y="1087"/>
                  </a:cubicBezTo>
                  <a:cubicBezTo>
                    <a:pt x="595" y="1087"/>
                    <a:pt x="607" y="1256"/>
                    <a:pt x="589" y="1327"/>
                  </a:cubicBezTo>
                  <a:cubicBezTo>
                    <a:pt x="570" y="1398"/>
                    <a:pt x="535" y="1738"/>
                    <a:pt x="577" y="1956"/>
                  </a:cubicBezTo>
                  <a:cubicBezTo>
                    <a:pt x="619" y="2174"/>
                    <a:pt x="643" y="2200"/>
                    <a:pt x="643" y="2200"/>
                  </a:cubicBezTo>
                  <a:cubicBezTo>
                    <a:pt x="643" y="2200"/>
                    <a:pt x="655" y="2240"/>
                    <a:pt x="649" y="2266"/>
                  </a:cubicBezTo>
                  <a:cubicBezTo>
                    <a:pt x="643" y="2292"/>
                    <a:pt x="653" y="2322"/>
                    <a:pt x="657" y="2344"/>
                  </a:cubicBezTo>
                  <a:cubicBezTo>
                    <a:pt x="661" y="2366"/>
                    <a:pt x="564" y="2545"/>
                    <a:pt x="705" y="2838"/>
                  </a:cubicBezTo>
                  <a:cubicBezTo>
                    <a:pt x="729" y="2888"/>
                    <a:pt x="735" y="2976"/>
                    <a:pt x="735" y="2990"/>
                  </a:cubicBezTo>
                  <a:cubicBezTo>
                    <a:pt x="735" y="3004"/>
                    <a:pt x="733" y="3020"/>
                    <a:pt x="743" y="3046"/>
                  </a:cubicBezTo>
                  <a:cubicBezTo>
                    <a:pt x="753" y="3072"/>
                    <a:pt x="753" y="3090"/>
                    <a:pt x="747" y="3104"/>
                  </a:cubicBezTo>
                  <a:cubicBezTo>
                    <a:pt x="741" y="3118"/>
                    <a:pt x="698" y="3188"/>
                    <a:pt x="688" y="3210"/>
                  </a:cubicBezTo>
                  <a:cubicBezTo>
                    <a:pt x="678" y="3231"/>
                    <a:pt x="657" y="3230"/>
                    <a:pt x="650" y="3248"/>
                  </a:cubicBezTo>
                  <a:cubicBezTo>
                    <a:pt x="642" y="3266"/>
                    <a:pt x="628" y="3291"/>
                    <a:pt x="642" y="3299"/>
                  </a:cubicBezTo>
                  <a:cubicBezTo>
                    <a:pt x="654" y="3307"/>
                    <a:pt x="657" y="3302"/>
                    <a:pt x="658" y="3301"/>
                  </a:cubicBezTo>
                  <a:cubicBezTo>
                    <a:pt x="657" y="3303"/>
                    <a:pt x="650" y="3320"/>
                    <a:pt x="669" y="3327"/>
                  </a:cubicBezTo>
                  <a:cubicBezTo>
                    <a:pt x="689" y="3335"/>
                    <a:pt x="693" y="3327"/>
                    <a:pt x="693" y="3327"/>
                  </a:cubicBezTo>
                  <a:cubicBezTo>
                    <a:pt x="693" y="3327"/>
                    <a:pt x="691" y="3346"/>
                    <a:pt x="710" y="3347"/>
                  </a:cubicBezTo>
                  <a:cubicBezTo>
                    <a:pt x="729" y="3348"/>
                    <a:pt x="731" y="3343"/>
                    <a:pt x="731" y="3343"/>
                  </a:cubicBezTo>
                  <a:cubicBezTo>
                    <a:pt x="731" y="3343"/>
                    <a:pt x="734" y="3352"/>
                    <a:pt x="753" y="3352"/>
                  </a:cubicBezTo>
                  <a:cubicBezTo>
                    <a:pt x="772" y="3352"/>
                    <a:pt x="780" y="3341"/>
                    <a:pt x="780" y="3341"/>
                  </a:cubicBezTo>
                  <a:cubicBezTo>
                    <a:pt x="780" y="3341"/>
                    <a:pt x="784" y="3357"/>
                    <a:pt x="813" y="3357"/>
                  </a:cubicBezTo>
                  <a:cubicBezTo>
                    <a:pt x="842" y="3357"/>
                    <a:pt x="862" y="3336"/>
                    <a:pt x="858" y="3313"/>
                  </a:cubicBezTo>
                  <a:cubicBezTo>
                    <a:pt x="853" y="3290"/>
                    <a:pt x="857" y="3289"/>
                    <a:pt x="860" y="3280"/>
                  </a:cubicBezTo>
                  <a:cubicBezTo>
                    <a:pt x="863" y="3272"/>
                    <a:pt x="872" y="3257"/>
                    <a:pt x="868" y="3241"/>
                  </a:cubicBezTo>
                  <a:cubicBezTo>
                    <a:pt x="864" y="3225"/>
                    <a:pt x="872" y="3203"/>
                    <a:pt x="878" y="3197"/>
                  </a:cubicBezTo>
                  <a:cubicBezTo>
                    <a:pt x="885" y="3191"/>
                    <a:pt x="899" y="3177"/>
                    <a:pt x="899" y="3177"/>
                  </a:cubicBezTo>
                  <a:cubicBezTo>
                    <a:pt x="899" y="3177"/>
                    <a:pt x="909" y="3198"/>
                    <a:pt x="906" y="3209"/>
                  </a:cubicBezTo>
                  <a:cubicBezTo>
                    <a:pt x="903" y="3220"/>
                    <a:pt x="912" y="3247"/>
                    <a:pt x="909" y="3258"/>
                  </a:cubicBezTo>
                  <a:cubicBezTo>
                    <a:pt x="907" y="3270"/>
                    <a:pt x="922" y="3289"/>
                    <a:pt x="919" y="3305"/>
                  </a:cubicBezTo>
                  <a:cubicBezTo>
                    <a:pt x="917" y="3322"/>
                    <a:pt x="918" y="3357"/>
                    <a:pt x="965" y="3357"/>
                  </a:cubicBezTo>
                  <a:cubicBezTo>
                    <a:pt x="998" y="3357"/>
                    <a:pt x="1000" y="3340"/>
                    <a:pt x="1000" y="3340"/>
                  </a:cubicBezTo>
                  <a:cubicBezTo>
                    <a:pt x="1000" y="3340"/>
                    <a:pt x="1014" y="3354"/>
                    <a:pt x="1031" y="3352"/>
                  </a:cubicBezTo>
                  <a:cubicBezTo>
                    <a:pt x="1049" y="3351"/>
                    <a:pt x="1050" y="3338"/>
                    <a:pt x="1050" y="3338"/>
                  </a:cubicBezTo>
                  <a:cubicBezTo>
                    <a:pt x="1050" y="3338"/>
                    <a:pt x="1059" y="3348"/>
                    <a:pt x="1068" y="3345"/>
                  </a:cubicBezTo>
                  <a:cubicBezTo>
                    <a:pt x="1076" y="3341"/>
                    <a:pt x="1080" y="3327"/>
                    <a:pt x="1080" y="3327"/>
                  </a:cubicBezTo>
                  <a:cubicBezTo>
                    <a:pt x="1080" y="3327"/>
                    <a:pt x="1099" y="3336"/>
                    <a:pt x="1107" y="3327"/>
                  </a:cubicBezTo>
                  <a:cubicBezTo>
                    <a:pt x="1115" y="3317"/>
                    <a:pt x="1116" y="3303"/>
                    <a:pt x="1116" y="3303"/>
                  </a:cubicBezTo>
                  <a:cubicBezTo>
                    <a:pt x="1116" y="3303"/>
                    <a:pt x="1126" y="3302"/>
                    <a:pt x="1134" y="3291"/>
                  </a:cubicBezTo>
                  <a:cubicBezTo>
                    <a:pt x="1143" y="3280"/>
                    <a:pt x="1139" y="3262"/>
                    <a:pt x="1132" y="3252"/>
                  </a:cubicBezTo>
                  <a:cubicBezTo>
                    <a:pt x="1124" y="3243"/>
                    <a:pt x="1124" y="3229"/>
                    <a:pt x="1110" y="3222"/>
                  </a:cubicBezTo>
                  <a:cubicBezTo>
                    <a:pt x="1096" y="3215"/>
                    <a:pt x="1073" y="3163"/>
                    <a:pt x="1065" y="3149"/>
                  </a:cubicBezTo>
                  <a:cubicBezTo>
                    <a:pt x="1057" y="3135"/>
                    <a:pt x="1039" y="3093"/>
                    <a:pt x="1048" y="3072"/>
                  </a:cubicBezTo>
                  <a:cubicBezTo>
                    <a:pt x="1057" y="3051"/>
                    <a:pt x="1060" y="3022"/>
                    <a:pt x="1057" y="2990"/>
                  </a:cubicBezTo>
                  <a:cubicBezTo>
                    <a:pt x="1054" y="2958"/>
                    <a:pt x="1105" y="2748"/>
                    <a:pt x="1115" y="2712"/>
                  </a:cubicBezTo>
                  <a:cubicBezTo>
                    <a:pt x="1125" y="2676"/>
                    <a:pt x="1157" y="2548"/>
                    <a:pt x="1121" y="2416"/>
                  </a:cubicBezTo>
                  <a:cubicBezTo>
                    <a:pt x="1098" y="2335"/>
                    <a:pt x="1132" y="2352"/>
                    <a:pt x="1122" y="2231"/>
                  </a:cubicBezTo>
                  <a:cubicBezTo>
                    <a:pt x="1119" y="2195"/>
                    <a:pt x="1187" y="2107"/>
                    <a:pt x="1189" y="1729"/>
                  </a:cubicBezTo>
                  <a:cubicBezTo>
                    <a:pt x="1189" y="1605"/>
                    <a:pt x="1173" y="1382"/>
                    <a:pt x="1154" y="1315"/>
                  </a:cubicBezTo>
                  <a:cubicBezTo>
                    <a:pt x="1135" y="1249"/>
                    <a:pt x="1148" y="1073"/>
                    <a:pt x="1149" y="1064"/>
                  </a:cubicBezTo>
                  <a:cubicBezTo>
                    <a:pt x="1149" y="1064"/>
                    <a:pt x="1182" y="1121"/>
                    <a:pt x="1182" y="1142"/>
                  </a:cubicBezTo>
                  <a:cubicBezTo>
                    <a:pt x="1182" y="1163"/>
                    <a:pt x="1197" y="1202"/>
                    <a:pt x="1208" y="1215"/>
                  </a:cubicBezTo>
                  <a:cubicBezTo>
                    <a:pt x="1218" y="1228"/>
                    <a:pt x="1229" y="1405"/>
                    <a:pt x="1351" y="1527"/>
                  </a:cubicBezTo>
                  <a:cubicBezTo>
                    <a:pt x="1391" y="1567"/>
                    <a:pt x="1419" y="1618"/>
                    <a:pt x="1423" y="1639"/>
                  </a:cubicBezTo>
                  <a:cubicBezTo>
                    <a:pt x="1427" y="1661"/>
                    <a:pt x="1427" y="1699"/>
                    <a:pt x="1437" y="1717"/>
                  </a:cubicBezTo>
                  <a:cubicBezTo>
                    <a:pt x="1446" y="1734"/>
                    <a:pt x="1425" y="1779"/>
                    <a:pt x="1421" y="1799"/>
                  </a:cubicBezTo>
                  <a:cubicBezTo>
                    <a:pt x="1417" y="1819"/>
                    <a:pt x="1395" y="1882"/>
                    <a:pt x="1415" y="1894"/>
                  </a:cubicBezTo>
                  <a:cubicBezTo>
                    <a:pt x="1435" y="1906"/>
                    <a:pt x="1461" y="1785"/>
                    <a:pt x="1475" y="1789"/>
                  </a:cubicBezTo>
                  <a:cubicBezTo>
                    <a:pt x="1490" y="1793"/>
                    <a:pt x="1494" y="1947"/>
                    <a:pt x="1529" y="1950"/>
                  </a:cubicBezTo>
                  <a:cubicBezTo>
                    <a:pt x="1563" y="1953"/>
                    <a:pt x="1518" y="1819"/>
                    <a:pt x="1535" y="1819"/>
                  </a:cubicBezTo>
                  <a:cubicBezTo>
                    <a:pt x="1553" y="1819"/>
                    <a:pt x="1566" y="1974"/>
                    <a:pt x="1597" y="1965"/>
                  </a:cubicBezTo>
                  <a:cubicBezTo>
                    <a:pt x="1627" y="1955"/>
                    <a:pt x="1567" y="1819"/>
                    <a:pt x="1582" y="1807"/>
                  </a:cubicBezTo>
                  <a:cubicBezTo>
                    <a:pt x="1597" y="1795"/>
                    <a:pt x="1622" y="1954"/>
                    <a:pt x="1657" y="1939"/>
                  </a:cubicBezTo>
                  <a:cubicBezTo>
                    <a:pt x="1657" y="1939"/>
                    <a:pt x="1678" y="1939"/>
                    <a:pt x="1651" y="1859"/>
                  </a:cubicBezTo>
                  <a:cubicBezTo>
                    <a:pt x="1624" y="1778"/>
                    <a:pt x="1610" y="1723"/>
                    <a:pt x="1616" y="1708"/>
                  </a:cubicBezTo>
                  <a:cubicBezTo>
                    <a:pt x="1622" y="1692"/>
                    <a:pt x="1642" y="1710"/>
                    <a:pt x="1654" y="1721"/>
                  </a:cubicBezTo>
                  <a:cubicBezTo>
                    <a:pt x="1667" y="1732"/>
                    <a:pt x="1719" y="1760"/>
                    <a:pt x="1745" y="1721"/>
                  </a:cubicBezTo>
                  <a:cubicBezTo>
                    <a:pt x="1749" y="1716"/>
                    <a:pt x="1728" y="1701"/>
                    <a:pt x="1706" y="1689"/>
                  </a:cubicBezTo>
                  <a:close/>
                  <a:moveTo>
                    <a:pt x="898" y="3035"/>
                  </a:moveTo>
                  <a:cubicBezTo>
                    <a:pt x="898" y="3035"/>
                    <a:pt x="886" y="2957"/>
                    <a:pt x="875" y="2919"/>
                  </a:cubicBezTo>
                  <a:cubicBezTo>
                    <a:pt x="864" y="2881"/>
                    <a:pt x="874" y="2844"/>
                    <a:pt x="877" y="2790"/>
                  </a:cubicBezTo>
                  <a:cubicBezTo>
                    <a:pt x="880" y="2735"/>
                    <a:pt x="891" y="2711"/>
                    <a:pt x="888" y="2658"/>
                  </a:cubicBezTo>
                  <a:cubicBezTo>
                    <a:pt x="886" y="2605"/>
                    <a:pt x="884" y="2563"/>
                    <a:pt x="874" y="2527"/>
                  </a:cubicBezTo>
                  <a:cubicBezTo>
                    <a:pt x="865" y="2490"/>
                    <a:pt x="856" y="2412"/>
                    <a:pt x="868" y="2372"/>
                  </a:cubicBezTo>
                  <a:cubicBezTo>
                    <a:pt x="879" y="2333"/>
                    <a:pt x="877" y="2274"/>
                    <a:pt x="870" y="2239"/>
                  </a:cubicBezTo>
                  <a:cubicBezTo>
                    <a:pt x="863" y="2204"/>
                    <a:pt x="868" y="2152"/>
                    <a:pt x="877" y="2066"/>
                  </a:cubicBezTo>
                  <a:cubicBezTo>
                    <a:pt x="883" y="2013"/>
                    <a:pt x="883" y="1912"/>
                    <a:pt x="882" y="1845"/>
                  </a:cubicBezTo>
                  <a:cubicBezTo>
                    <a:pt x="881" y="1808"/>
                    <a:pt x="881" y="1780"/>
                    <a:pt x="881" y="1779"/>
                  </a:cubicBezTo>
                  <a:cubicBezTo>
                    <a:pt x="881" y="1779"/>
                    <a:pt x="882" y="1806"/>
                    <a:pt x="882" y="1845"/>
                  </a:cubicBezTo>
                  <a:cubicBezTo>
                    <a:pt x="885" y="1924"/>
                    <a:pt x="890" y="2047"/>
                    <a:pt x="891" y="2064"/>
                  </a:cubicBezTo>
                  <a:cubicBezTo>
                    <a:pt x="893" y="2088"/>
                    <a:pt x="912" y="2190"/>
                    <a:pt x="895" y="2250"/>
                  </a:cubicBezTo>
                  <a:cubicBezTo>
                    <a:pt x="877" y="2310"/>
                    <a:pt x="891" y="2380"/>
                    <a:pt x="903" y="2421"/>
                  </a:cubicBezTo>
                  <a:cubicBezTo>
                    <a:pt x="915" y="2461"/>
                    <a:pt x="903" y="2543"/>
                    <a:pt x="895" y="2590"/>
                  </a:cubicBezTo>
                  <a:cubicBezTo>
                    <a:pt x="886" y="2638"/>
                    <a:pt x="892" y="2749"/>
                    <a:pt x="896" y="2779"/>
                  </a:cubicBezTo>
                  <a:cubicBezTo>
                    <a:pt x="899" y="2808"/>
                    <a:pt x="906" y="2851"/>
                    <a:pt x="909" y="2897"/>
                  </a:cubicBezTo>
                  <a:cubicBezTo>
                    <a:pt x="911" y="2944"/>
                    <a:pt x="898" y="3035"/>
                    <a:pt x="898" y="3035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96" name="Freeform 5">
              <a:extLst>
                <a:ext uri="{FF2B5EF4-FFF2-40B4-BE49-F238E27FC236}">
                  <a16:creationId xmlns:a16="http://schemas.microsoft.com/office/drawing/2014/main" id="{6423BE2E-3A42-4C0C-9028-435BB48EB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886"/>
              <a:ext cx="64" cy="28"/>
            </a:xfrm>
            <a:custGeom>
              <a:avLst/>
              <a:gdLst>
                <a:gd name="T0" fmla="*/ 62 w 64"/>
                <a:gd name="T1" fmla="*/ 16 h 28"/>
                <a:gd name="T2" fmla="*/ 31 w 64"/>
                <a:gd name="T3" fmla="*/ 0 h 28"/>
                <a:gd name="T4" fmla="*/ 0 w 64"/>
                <a:gd name="T5" fmla="*/ 20 h 28"/>
                <a:gd name="T6" fmla="*/ 31 w 64"/>
                <a:gd name="T7" fmla="*/ 26 h 28"/>
                <a:gd name="T8" fmla="*/ 57 w 64"/>
                <a:gd name="T9" fmla="*/ 20 h 28"/>
                <a:gd name="T10" fmla="*/ 62 w 64"/>
                <a:gd name="T11" fmla="*/ 16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8">
                  <a:moveTo>
                    <a:pt x="62" y="16"/>
                  </a:moveTo>
                  <a:cubicBezTo>
                    <a:pt x="62" y="16"/>
                    <a:pt x="51" y="0"/>
                    <a:pt x="31" y="0"/>
                  </a:cubicBezTo>
                  <a:cubicBezTo>
                    <a:pt x="12" y="0"/>
                    <a:pt x="0" y="20"/>
                    <a:pt x="0" y="20"/>
                  </a:cubicBezTo>
                  <a:cubicBezTo>
                    <a:pt x="0" y="20"/>
                    <a:pt x="10" y="28"/>
                    <a:pt x="31" y="26"/>
                  </a:cubicBezTo>
                  <a:cubicBezTo>
                    <a:pt x="51" y="25"/>
                    <a:pt x="57" y="20"/>
                    <a:pt x="57" y="20"/>
                  </a:cubicBezTo>
                  <a:cubicBezTo>
                    <a:pt x="57" y="20"/>
                    <a:pt x="64" y="23"/>
                    <a:pt x="6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97" name="Freeform 6">
              <a:extLst>
                <a:ext uri="{FF2B5EF4-FFF2-40B4-BE49-F238E27FC236}">
                  <a16:creationId xmlns:a16="http://schemas.microsoft.com/office/drawing/2014/main" id="{BD0F3BA7-F29C-45D9-B01C-D5D8C4215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886"/>
              <a:ext cx="64" cy="28"/>
            </a:xfrm>
            <a:custGeom>
              <a:avLst/>
              <a:gdLst>
                <a:gd name="T0" fmla="*/ 2 w 64"/>
                <a:gd name="T1" fmla="*/ 16 h 28"/>
                <a:gd name="T2" fmla="*/ 33 w 64"/>
                <a:gd name="T3" fmla="*/ 0 h 28"/>
                <a:gd name="T4" fmla="*/ 64 w 64"/>
                <a:gd name="T5" fmla="*/ 20 h 28"/>
                <a:gd name="T6" fmla="*/ 34 w 64"/>
                <a:gd name="T7" fmla="*/ 26 h 28"/>
                <a:gd name="T8" fmla="*/ 7 w 64"/>
                <a:gd name="T9" fmla="*/ 20 h 28"/>
                <a:gd name="T10" fmla="*/ 2 w 64"/>
                <a:gd name="T11" fmla="*/ 16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8">
                  <a:moveTo>
                    <a:pt x="2" y="16"/>
                  </a:moveTo>
                  <a:cubicBezTo>
                    <a:pt x="2" y="16"/>
                    <a:pt x="13" y="0"/>
                    <a:pt x="33" y="0"/>
                  </a:cubicBezTo>
                  <a:cubicBezTo>
                    <a:pt x="53" y="0"/>
                    <a:pt x="64" y="20"/>
                    <a:pt x="64" y="20"/>
                  </a:cubicBezTo>
                  <a:cubicBezTo>
                    <a:pt x="64" y="20"/>
                    <a:pt x="54" y="28"/>
                    <a:pt x="34" y="26"/>
                  </a:cubicBezTo>
                  <a:cubicBezTo>
                    <a:pt x="13" y="25"/>
                    <a:pt x="7" y="20"/>
                    <a:pt x="7" y="20"/>
                  </a:cubicBezTo>
                  <a:cubicBezTo>
                    <a:pt x="7" y="20"/>
                    <a:pt x="0" y="23"/>
                    <a:pt x="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98" name="Freeform 7">
              <a:extLst>
                <a:ext uri="{FF2B5EF4-FFF2-40B4-BE49-F238E27FC236}">
                  <a16:creationId xmlns:a16="http://schemas.microsoft.com/office/drawing/2014/main" id="{3041919C-1A66-4B5B-B392-682F06389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418"/>
              <a:ext cx="1361" cy="1248"/>
            </a:xfrm>
            <a:custGeom>
              <a:avLst/>
              <a:gdLst>
                <a:gd name="T0" fmla="*/ 1311 w 1372"/>
                <a:gd name="T1" fmla="*/ 1092 h 1257"/>
                <a:gd name="T2" fmla="*/ 1176 w 1372"/>
                <a:gd name="T3" fmla="*/ 796 h 1257"/>
                <a:gd name="T4" fmla="*/ 1011 w 1372"/>
                <a:gd name="T5" fmla="*/ 276 h 1257"/>
                <a:gd name="T6" fmla="*/ 845 w 1372"/>
                <a:gd name="T7" fmla="*/ 0 h 1257"/>
                <a:gd name="T8" fmla="*/ 672 w 1372"/>
                <a:gd name="T9" fmla="*/ 35 h 1257"/>
                <a:gd name="T10" fmla="*/ 475 w 1372"/>
                <a:gd name="T11" fmla="*/ 7 h 1257"/>
                <a:gd name="T12" fmla="*/ 309 w 1372"/>
                <a:gd name="T13" fmla="*/ 360 h 1257"/>
                <a:gd name="T14" fmla="*/ 232 w 1372"/>
                <a:gd name="T15" fmla="*/ 606 h 1257"/>
                <a:gd name="T16" fmla="*/ 66 w 1372"/>
                <a:gd name="T17" fmla="*/ 933 h 1257"/>
                <a:gd name="T18" fmla="*/ 28 w 1372"/>
                <a:gd name="T19" fmla="*/ 1093 h 1257"/>
                <a:gd name="T20" fmla="*/ 30 w 1372"/>
                <a:gd name="T21" fmla="*/ 1221 h 1257"/>
                <a:gd name="T22" fmla="*/ 79 w 1372"/>
                <a:gd name="T23" fmla="*/ 1060 h 1257"/>
                <a:gd name="T24" fmla="*/ 140 w 1372"/>
                <a:gd name="T25" fmla="*/ 1163 h 1257"/>
                <a:gd name="T26" fmla="*/ 116 w 1372"/>
                <a:gd name="T27" fmla="*/ 998 h 1257"/>
                <a:gd name="T28" fmla="*/ 134 w 1372"/>
                <a:gd name="T29" fmla="*/ 895 h 1257"/>
                <a:gd name="T30" fmla="*/ 155 w 1372"/>
                <a:gd name="T31" fmla="*/ 857 h 1257"/>
                <a:gd name="T32" fmla="*/ 334 w 1372"/>
                <a:gd name="T33" fmla="*/ 548 h 1257"/>
                <a:gd name="T34" fmla="*/ 372 w 1372"/>
                <a:gd name="T35" fmla="*/ 453 h 1257"/>
                <a:gd name="T36" fmla="*/ 395 w 1372"/>
                <a:gd name="T37" fmla="*/ 374 h 1257"/>
                <a:gd name="T38" fmla="*/ 389 w 1372"/>
                <a:gd name="T39" fmla="*/ 611 h 1257"/>
                <a:gd name="T40" fmla="*/ 371 w 1372"/>
                <a:gd name="T41" fmla="*/ 724 h 1257"/>
                <a:gd name="T42" fmla="*/ 372 w 1372"/>
                <a:gd name="T43" fmla="*/ 723 h 1257"/>
                <a:gd name="T44" fmla="*/ 519 w 1372"/>
                <a:gd name="T45" fmla="*/ 785 h 1257"/>
                <a:gd name="T46" fmla="*/ 672 w 1372"/>
                <a:gd name="T47" fmla="*/ 849 h 1257"/>
                <a:gd name="T48" fmla="*/ 827 w 1372"/>
                <a:gd name="T49" fmla="*/ 785 h 1257"/>
                <a:gd name="T50" fmla="*/ 958 w 1372"/>
                <a:gd name="T51" fmla="*/ 723 h 1257"/>
                <a:gd name="T52" fmla="*/ 939 w 1372"/>
                <a:gd name="T53" fmla="*/ 599 h 1257"/>
                <a:gd name="T54" fmla="*/ 935 w 1372"/>
                <a:gd name="T55" fmla="*/ 351 h 1257"/>
                <a:gd name="T56" fmla="*/ 967 w 1372"/>
                <a:gd name="T57" fmla="*/ 429 h 1257"/>
                <a:gd name="T58" fmla="*/ 993 w 1372"/>
                <a:gd name="T59" fmla="*/ 499 h 1257"/>
                <a:gd name="T60" fmla="*/ 1133 w 1372"/>
                <a:gd name="T61" fmla="*/ 805 h 1257"/>
                <a:gd name="T62" fmla="*/ 1202 w 1372"/>
                <a:gd name="T63" fmla="*/ 914 h 1257"/>
                <a:gd name="T64" fmla="*/ 1216 w 1372"/>
                <a:gd name="T65" fmla="*/ 992 h 1257"/>
                <a:gd name="T66" fmla="*/ 1200 w 1372"/>
                <a:gd name="T67" fmla="*/ 1071 h 1257"/>
                <a:gd name="T68" fmla="*/ 1194 w 1372"/>
                <a:gd name="T69" fmla="*/ 1165 h 1257"/>
                <a:gd name="T70" fmla="*/ 1254 w 1372"/>
                <a:gd name="T71" fmla="*/ 1061 h 1257"/>
                <a:gd name="T72" fmla="*/ 1305 w 1372"/>
                <a:gd name="T73" fmla="*/ 1219 h 1257"/>
                <a:gd name="T74" fmla="*/ 1311 w 1372"/>
                <a:gd name="T75" fmla="*/ 1092 h 125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72" h="1257">
                  <a:moveTo>
                    <a:pt x="1344" y="1116"/>
                  </a:moveTo>
                  <a:cubicBezTo>
                    <a:pt x="1332" y="1021"/>
                    <a:pt x="1259" y="907"/>
                    <a:pt x="1206" y="814"/>
                  </a:cubicBezTo>
                  <a:cubicBezTo>
                    <a:pt x="1152" y="718"/>
                    <a:pt x="1030" y="478"/>
                    <a:pt x="1035" y="282"/>
                  </a:cubicBezTo>
                  <a:cubicBezTo>
                    <a:pt x="1043" y="20"/>
                    <a:pt x="950" y="0"/>
                    <a:pt x="866" y="0"/>
                  </a:cubicBezTo>
                  <a:cubicBezTo>
                    <a:pt x="783" y="0"/>
                    <a:pt x="783" y="35"/>
                    <a:pt x="688" y="35"/>
                  </a:cubicBezTo>
                  <a:cubicBezTo>
                    <a:pt x="594" y="35"/>
                    <a:pt x="645" y="7"/>
                    <a:pt x="487" y="7"/>
                  </a:cubicBezTo>
                  <a:cubicBezTo>
                    <a:pt x="329" y="7"/>
                    <a:pt x="340" y="207"/>
                    <a:pt x="318" y="369"/>
                  </a:cubicBezTo>
                  <a:cubicBezTo>
                    <a:pt x="296" y="531"/>
                    <a:pt x="256" y="565"/>
                    <a:pt x="238" y="618"/>
                  </a:cubicBezTo>
                  <a:cubicBezTo>
                    <a:pt x="220" y="671"/>
                    <a:pt x="96" y="896"/>
                    <a:pt x="69" y="954"/>
                  </a:cubicBezTo>
                  <a:cubicBezTo>
                    <a:pt x="52" y="989"/>
                    <a:pt x="37" y="1064"/>
                    <a:pt x="28" y="1117"/>
                  </a:cubicBezTo>
                  <a:cubicBezTo>
                    <a:pt x="33" y="1126"/>
                    <a:pt x="0" y="1240"/>
                    <a:pt x="30" y="1248"/>
                  </a:cubicBezTo>
                  <a:cubicBezTo>
                    <a:pt x="61" y="1257"/>
                    <a:pt x="63" y="1088"/>
                    <a:pt x="82" y="1084"/>
                  </a:cubicBezTo>
                  <a:cubicBezTo>
                    <a:pt x="102" y="1080"/>
                    <a:pt x="112" y="1197"/>
                    <a:pt x="143" y="1188"/>
                  </a:cubicBezTo>
                  <a:cubicBezTo>
                    <a:pt x="174" y="1179"/>
                    <a:pt x="116" y="1036"/>
                    <a:pt x="119" y="1019"/>
                  </a:cubicBezTo>
                  <a:cubicBezTo>
                    <a:pt x="122" y="1002"/>
                    <a:pt x="145" y="938"/>
                    <a:pt x="137" y="915"/>
                  </a:cubicBezTo>
                  <a:cubicBezTo>
                    <a:pt x="129" y="892"/>
                    <a:pt x="147" y="887"/>
                    <a:pt x="158" y="875"/>
                  </a:cubicBezTo>
                  <a:cubicBezTo>
                    <a:pt x="169" y="863"/>
                    <a:pt x="318" y="645"/>
                    <a:pt x="343" y="560"/>
                  </a:cubicBezTo>
                  <a:cubicBezTo>
                    <a:pt x="358" y="508"/>
                    <a:pt x="382" y="509"/>
                    <a:pt x="381" y="462"/>
                  </a:cubicBezTo>
                  <a:cubicBezTo>
                    <a:pt x="380" y="415"/>
                    <a:pt x="404" y="383"/>
                    <a:pt x="404" y="383"/>
                  </a:cubicBezTo>
                  <a:cubicBezTo>
                    <a:pt x="404" y="383"/>
                    <a:pt x="416" y="552"/>
                    <a:pt x="398" y="623"/>
                  </a:cubicBezTo>
                  <a:cubicBezTo>
                    <a:pt x="393" y="643"/>
                    <a:pt x="386" y="685"/>
                    <a:pt x="380" y="739"/>
                  </a:cubicBezTo>
                  <a:cubicBezTo>
                    <a:pt x="381" y="738"/>
                    <a:pt x="381" y="738"/>
                    <a:pt x="381" y="738"/>
                  </a:cubicBezTo>
                  <a:cubicBezTo>
                    <a:pt x="427" y="738"/>
                    <a:pt x="508" y="791"/>
                    <a:pt x="531" y="803"/>
                  </a:cubicBezTo>
                  <a:cubicBezTo>
                    <a:pt x="551" y="814"/>
                    <a:pt x="610" y="867"/>
                    <a:pt x="688" y="867"/>
                  </a:cubicBezTo>
                  <a:cubicBezTo>
                    <a:pt x="766" y="867"/>
                    <a:pt x="792" y="846"/>
                    <a:pt x="848" y="803"/>
                  </a:cubicBezTo>
                  <a:cubicBezTo>
                    <a:pt x="930" y="740"/>
                    <a:pt x="978" y="738"/>
                    <a:pt x="982" y="738"/>
                  </a:cubicBezTo>
                  <a:cubicBezTo>
                    <a:pt x="977" y="683"/>
                    <a:pt x="970" y="636"/>
                    <a:pt x="963" y="611"/>
                  </a:cubicBezTo>
                  <a:cubicBezTo>
                    <a:pt x="944" y="545"/>
                    <a:pt x="957" y="370"/>
                    <a:pt x="959" y="360"/>
                  </a:cubicBezTo>
                  <a:cubicBezTo>
                    <a:pt x="959" y="360"/>
                    <a:pt x="991" y="417"/>
                    <a:pt x="991" y="438"/>
                  </a:cubicBezTo>
                  <a:cubicBezTo>
                    <a:pt x="991" y="459"/>
                    <a:pt x="1006" y="498"/>
                    <a:pt x="1017" y="511"/>
                  </a:cubicBezTo>
                  <a:cubicBezTo>
                    <a:pt x="1028" y="524"/>
                    <a:pt x="1038" y="701"/>
                    <a:pt x="1160" y="823"/>
                  </a:cubicBezTo>
                  <a:cubicBezTo>
                    <a:pt x="1200" y="863"/>
                    <a:pt x="1228" y="914"/>
                    <a:pt x="1232" y="935"/>
                  </a:cubicBezTo>
                  <a:cubicBezTo>
                    <a:pt x="1236" y="957"/>
                    <a:pt x="1236" y="995"/>
                    <a:pt x="1246" y="1013"/>
                  </a:cubicBezTo>
                  <a:cubicBezTo>
                    <a:pt x="1255" y="1030"/>
                    <a:pt x="1234" y="1075"/>
                    <a:pt x="1230" y="1095"/>
                  </a:cubicBezTo>
                  <a:cubicBezTo>
                    <a:pt x="1226" y="1115"/>
                    <a:pt x="1204" y="1178"/>
                    <a:pt x="1224" y="1190"/>
                  </a:cubicBezTo>
                  <a:cubicBezTo>
                    <a:pt x="1244" y="1202"/>
                    <a:pt x="1270" y="1081"/>
                    <a:pt x="1284" y="1085"/>
                  </a:cubicBezTo>
                  <a:cubicBezTo>
                    <a:pt x="1299" y="1089"/>
                    <a:pt x="1303" y="1243"/>
                    <a:pt x="1338" y="1246"/>
                  </a:cubicBezTo>
                  <a:cubicBezTo>
                    <a:pt x="1372" y="1249"/>
                    <a:pt x="1329" y="1121"/>
                    <a:pt x="1344" y="1116"/>
                  </a:cubicBezTo>
                  <a:close/>
                </a:path>
              </a:pathLst>
            </a:custGeom>
            <a:solidFill>
              <a:srgbClr val="F9B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99" name="Freeform 8">
              <a:extLst>
                <a:ext uri="{FF2B5EF4-FFF2-40B4-BE49-F238E27FC236}">
                  <a16:creationId xmlns:a16="http://schemas.microsoft.com/office/drawing/2014/main" id="{5B4A8C21-12BA-461E-851F-AA6BC5297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418"/>
              <a:ext cx="1361" cy="1248"/>
            </a:xfrm>
            <a:custGeom>
              <a:avLst/>
              <a:gdLst>
                <a:gd name="T0" fmla="*/ 1311 w 1372"/>
                <a:gd name="T1" fmla="*/ 1092 h 1257"/>
                <a:gd name="T2" fmla="*/ 1176 w 1372"/>
                <a:gd name="T3" fmla="*/ 796 h 1257"/>
                <a:gd name="T4" fmla="*/ 1011 w 1372"/>
                <a:gd name="T5" fmla="*/ 276 h 1257"/>
                <a:gd name="T6" fmla="*/ 845 w 1372"/>
                <a:gd name="T7" fmla="*/ 0 h 1257"/>
                <a:gd name="T8" fmla="*/ 672 w 1372"/>
                <a:gd name="T9" fmla="*/ 35 h 1257"/>
                <a:gd name="T10" fmla="*/ 475 w 1372"/>
                <a:gd name="T11" fmla="*/ 7 h 1257"/>
                <a:gd name="T12" fmla="*/ 309 w 1372"/>
                <a:gd name="T13" fmla="*/ 360 h 1257"/>
                <a:gd name="T14" fmla="*/ 232 w 1372"/>
                <a:gd name="T15" fmla="*/ 606 h 1257"/>
                <a:gd name="T16" fmla="*/ 66 w 1372"/>
                <a:gd name="T17" fmla="*/ 933 h 1257"/>
                <a:gd name="T18" fmla="*/ 28 w 1372"/>
                <a:gd name="T19" fmla="*/ 1093 h 1257"/>
                <a:gd name="T20" fmla="*/ 30 w 1372"/>
                <a:gd name="T21" fmla="*/ 1221 h 1257"/>
                <a:gd name="T22" fmla="*/ 79 w 1372"/>
                <a:gd name="T23" fmla="*/ 1060 h 1257"/>
                <a:gd name="T24" fmla="*/ 140 w 1372"/>
                <a:gd name="T25" fmla="*/ 1163 h 1257"/>
                <a:gd name="T26" fmla="*/ 116 w 1372"/>
                <a:gd name="T27" fmla="*/ 998 h 1257"/>
                <a:gd name="T28" fmla="*/ 134 w 1372"/>
                <a:gd name="T29" fmla="*/ 895 h 1257"/>
                <a:gd name="T30" fmla="*/ 155 w 1372"/>
                <a:gd name="T31" fmla="*/ 857 h 1257"/>
                <a:gd name="T32" fmla="*/ 334 w 1372"/>
                <a:gd name="T33" fmla="*/ 548 h 1257"/>
                <a:gd name="T34" fmla="*/ 372 w 1372"/>
                <a:gd name="T35" fmla="*/ 453 h 1257"/>
                <a:gd name="T36" fmla="*/ 395 w 1372"/>
                <a:gd name="T37" fmla="*/ 374 h 1257"/>
                <a:gd name="T38" fmla="*/ 389 w 1372"/>
                <a:gd name="T39" fmla="*/ 611 h 1257"/>
                <a:gd name="T40" fmla="*/ 371 w 1372"/>
                <a:gd name="T41" fmla="*/ 724 h 1257"/>
                <a:gd name="T42" fmla="*/ 372 w 1372"/>
                <a:gd name="T43" fmla="*/ 723 h 1257"/>
                <a:gd name="T44" fmla="*/ 519 w 1372"/>
                <a:gd name="T45" fmla="*/ 785 h 1257"/>
                <a:gd name="T46" fmla="*/ 672 w 1372"/>
                <a:gd name="T47" fmla="*/ 849 h 1257"/>
                <a:gd name="T48" fmla="*/ 827 w 1372"/>
                <a:gd name="T49" fmla="*/ 785 h 1257"/>
                <a:gd name="T50" fmla="*/ 958 w 1372"/>
                <a:gd name="T51" fmla="*/ 723 h 1257"/>
                <a:gd name="T52" fmla="*/ 939 w 1372"/>
                <a:gd name="T53" fmla="*/ 599 h 1257"/>
                <a:gd name="T54" fmla="*/ 935 w 1372"/>
                <a:gd name="T55" fmla="*/ 351 h 1257"/>
                <a:gd name="T56" fmla="*/ 967 w 1372"/>
                <a:gd name="T57" fmla="*/ 429 h 1257"/>
                <a:gd name="T58" fmla="*/ 993 w 1372"/>
                <a:gd name="T59" fmla="*/ 499 h 1257"/>
                <a:gd name="T60" fmla="*/ 1133 w 1372"/>
                <a:gd name="T61" fmla="*/ 805 h 1257"/>
                <a:gd name="T62" fmla="*/ 1202 w 1372"/>
                <a:gd name="T63" fmla="*/ 914 h 1257"/>
                <a:gd name="T64" fmla="*/ 1216 w 1372"/>
                <a:gd name="T65" fmla="*/ 992 h 1257"/>
                <a:gd name="T66" fmla="*/ 1200 w 1372"/>
                <a:gd name="T67" fmla="*/ 1071 h 1257"/>
                <a:gd name="T68" fmla="*/ 1194 w 1372"/>
                <a:gd name="T69" fmla="*/ 1165 h 1257"/>
                <a:gd name="T70" fmla="*/ 1254 w 1372"/>
                <a:gd name="T71" fmla="*/ 1061 h 1257"/>
                <a:gd name="T72" fmla="*/ 1305 w 1372"/>
                <a:gd name="T73" fmla="*/ 1219 h 1257"/>
                <a:gd name="T74" fmla="*/ 1311 w 1372"/>
                <a:gd name="T75" fmla="*/ 1092 h 125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72" h="1257">
                  <a:moveTo>
                    <a:pt x="1344" y="1116"/>
                  </a:moveTo>
                  <a:cubicBezTo>
                    <a:pt x="1332" y="1021"/>
                    <a:pt x="1259" y="907"/>
                    <a:pt x="1206" y="814"/>
                  </a:cubicBezTo>
                  <a:cubicBezTo>
                    <a:pt x="1152" y="718"/>
                    <a:pt x="1030" y="478"/>
                    <a:pt x="1035" y="282"/>
                  </a:cubicBezTo>
                  <a:cubicBezTo>
                    <a:pt x="1043" y="20"/>
                    <a:pt x="950" y="0"/>
                    <a:pt x="866" y="0"/>
                  </a:cubicBezTo>
                  <a:cubicBezTo>
                    <a:pt x="783" y="0"/>
                    <a:pt x="783" y="35"/>
                    <a:pt x="688" y="35"/>
                  </a:cubicBezTo>
                  <a:cubicBezTo>
                    <a:pt x="594" y="35"/>
                    <a:pt x="645" y="7"/>
                    <a:pt x="487" y="7"/>
                  </a:cubicBezTo>
                  <a:cubicBezTo>
                    <a:pt x="329" y="7"/>
                    <a:pt x="340" y="207"/>
                    <a:pt x="318" y="369"/>
                  </a:cubicBezTo>
                  <a:cubicBezTo>
                    <a:pt x="296" y="531"/>
                    <a:pt x="256" y="565"/>
                    <a:pt x="238" y="618"/>
                  </a:cubicBezTo>
                  <a:cubicBezTo>
                    <a:pt x="220" y="671"/>
                    <a:pt x="96" y="896"/>
                    <a:pt x="69" y="954"/>
                  </a:cubicBezTo>
                  <a:cubicBezTo>
                    <a:pt x="52" y="989"/>
                    <a:pt x="37" y="1064"/>
                    <a:pt x="28" y="1117"/>
                  </a:cubicBezTo>
                  <a:cubicBezTo>
                    <a:pt x="33" y="1126"/>
                    <a:pt x="0" y="1240"/>
                    <a:pt x="30" y="1248"/>
                  </a:cubicBezTo>
                  <a:cubicBezTo>
                    <a:pt x="61" y="1257"/>
                    <a:pt x="63" y="1088"/>
                    <a:pt x="82" y="1084"/>
                  </a:cubicBezTo>
                  <a:cubicBezTo>
                    <a:pt x="102" y="1080"/>
                    <a:pt x="112" y="1197"/>
                    <a:pt x="143" y="1188"/>
                  </a:cubicBezTo>
                  <a:cubicBezTo>
                    <a:pt x="174" y="1179"/>
                    <a:pt x="116" y="1036"/>
                    <a:pt x="119" y="1019"/>
                  </a:cubicBezTo>
                  <a:cubicBezTo>
                    <a:pt x="122" y="1002"/>
                    <a:pt x="145" y="938"/>
                    <a:pt x="137" y="915"/>
                  </a:cubicBezTo>
                  <a:cubicBezTo>
                    <a:pt x="129" y="892"/>
                    <a:pt x="147" y="887"/>
                    <a:pt x="158" y="875"/>
                  </a:cubicBezTo>
                  <a:cubicBezTo>
                    <a:pt x="169" y="863"/>
                    <a:pt x="318" y="645"/>
                    <a:pt x="343" y="560"/>
                  </a:cubicBezTo>
                  <a:cubicBezTo>
                    <a:pt x="358" y="509"/>
                    <a:pt x="382" y="509"/>
                    <a:pt x="381" y="462"/>
                  </a:cubicBezTo>
                  <a:cubicBezTo>
                    <a:pt x="380" y="415"/>
                    <a:pt x="404" y="383"/>
                    <a:pt x="404" y="383"/>
                  </a:cubicBezTo>
                  <a:cubicBezTo>
                    <a:pt x="404" y="383"/>
                    <a:pt x="416" y="552"/>
                    <a:pt x="398" y="623"/>
                  </a:cubicBezTo>
                  <a:cubicBezTo>
                    <a:pt x="393" y="643"/>
                    <a:pt x="386" y="685"/>
                    <a:pt x="380" y="739"/>
                  </a:cubicBezTo>
                  <a:cubicBezTo>
                    <a:pt x="381" y="738"/>
                    <a:pt x="381" y="738"/>
                    <a:pt x="381" y="738"/>
                  </a:cubicBezTo>
                  <a:cubicBezTo>
                    <a:pt x="427" y="738"/>
                    <a:pt x="508" y="791"/>
                    <a:pt x="531" y="803"/>
                  </a:cubicBezTo>
                  <a:cubicBezTo>
                    <a:pt x="551" y="814"/>
                    <a:pt x="610" y="867"/>
                    <a:pt x="688" y="867"/>
                  </a:cubicBezTo>
                  <a:cubicBezTo>
                    <a:pt x="766" y="867"/>
                    <a:pt x="792" y="846"/>
                    <a:pt x="848" y="803"/>
                  </a:cubicBezTo>
                  <a:cubicBezTo>
                    <a:pt x="930" y="740"/>
                    <a:pt x="978" y="738"/>
                    <a:pt x="982" y="738"/>
                  </a:cubicBezTo>
                  <a:cubicBezTo>
                    <a:pt x="977" y="683"/>
                    <a:pt x="970" y="636"/>
                    <a:pt x="963" y="611"/>
                  </a:cubicBezTo>
                  <a:cubicBezTo>
                    <a:pt x="944" y="545"/>
                    <a:pt x="957" y="370"/>
                    <a:pt x="959" y="360"/>
                  </a:cubicBezTo>
                  <a:cubicBezTo>
                    <a:pt x="959" y="360"/>
                    <a:pt x="991" y="417"/>
                    <a:pt x="991" y="438"/>
                  </a:cubicBezTo>
                  <a:cubicBezTo>
                    <a:pt x="991" y="459"/>
                    <a:pt x="1006" y="498"/>
                    <a:pt x="1017" y="511"/>
                  </a:cubicBezTo>
                  <a:cubicBezTo>
                    <a:pt x="1028" y="524"/>
                    <a:pt x="1038" y="701"/>
                    <a:pt x="1160" y="823"/>
                  </a:cubicBezTo>
                  <a:cubicBezTo>
                    <a:pt x="1200" y="863"/>
                    <a:pt x="1228" y="914"/>
                    <a:pt x="1232" y="935"/>
                  </a:cubicBezTo>
                  <a:cubicBezTo>
                    <a:pt x="1236" y="957"/>
                    <a:pt x="1236" y="995"/>
                    <a:pt x="1246" y="1013"/>
                  </a:cubicBezTo>
                  <a:cubicBezTo>
                    <a:pt x="1255" y="1030"/>
                    <a:pt x="1234" y="1075"/>
                    <a:pt x="1230" y="1095"/>
                  </a:cubicBezTo>
                  <a:cubicBezTo>
                    <a:pt x="1226" y="1115"/>
                    <a:pt x="1204" y="1178"/>
                    <a:pt x="1224" y="1190"/>
                  </a:cubicBezTo>
                  <a:cubicBezTo>
                    <a:pt x="1244" y="1202"/>
                    <a:pt x="1270" y="1081"/>
                    <a:pt x="1284" y="1085"/>
                  </a:cubicBezTo>
                  <a:cubicBezTo>
                    <a:pt x="1299" y="1089"/>
                    <a:pt x="1303" y="1243"/>
                    <a:pt x="1338" y="1246"/>
                  </a:cubicBezTo>
                  <a:cubicBezTo>
                    <a:pt x="1372" y="1249"/>
                    <a:pt x="1329" y="1121"/>
                    <a:pt x="1344" y="1116"/>
                  </a:cubicBezTo>
                  <a:close/>
                </a:path>
              </a:pathLst>
            </a:custGeom>
            <a:solidFill>
              <a:srgbClr val="F9B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00" name="Freeform 9">
              <a:extLst>
                <a:ext uri="{FF2B5EF4-FFF2-40B4-BE49-F238E27FC236}">
                  <a16:creationId xmlns:a16="http://schemas.microsoft.com/office/drawing/2014/main" id="{C0944E66-12E8-4CB0-A2C7-021CE6AE2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087"/>
              <a:ext cx="1730" cy="1588"/>
            </a:xfrm>
            <a:custGeom>
              <a:avLst/>
              <a:gdLst>
                <a:gd name="T0" fmla="*/ 1645 w 1743"/>
                <a:gd name="T1" fmla="*/ 1284 h 1599"/>
                <a:gd name="T2" fmla="*/ 1514 w 1743"/>
                <a:gd name="T3" fmla="*/ 1172 h 1599"/>
                <a:gd name="T4" fmla="*/ 1459 w 1743"/>
                <a:gd name="T5" fmla="*/ 1077 h 1599"/>
                <a:gd name="T6" fmla="*/ 1329 w 1743"/>
                <a:gd name="T7" fmla="*/ 706 h 1599"/>
                <a:gd name="T8" fmla="*/ 1096 w 1743"/>
                <a:gd name="T9" fmla="*/ 184 h 1599"/>
                <a:gd name="T10" fmla="*/ 850 w 1743"/>
                <a:gd name="T11" fmla="*/ 41 h 1599"/>
                <a:gd name="T12" fmla="*/ 642 w 1743"/>
                <a:gd name="T13" fmla="*/ 169 h 1599"/>
                <a:gd name="T14" fmla="*/ 448 w 1743"/>
                <a:gd name="T15" fmla="*/ 462 h 1599"/>
                <a:gd name="T16" fmla="*/ 378 w 1743"/>
                <a:gd name="T17" fmla="*/ 709 h 1599"/>
                <a:gd name="T18" fmla="*/ 263 w 1743"/>
                <a:gd name="T19" fmla="*/ 1002 h 1599"/>
                <a:gd name="T20" fmla="*/ 230 w 1743"/>
                <a:gd name="T21" fmla="*/ 1100 h 1599"/>
                <a:gd name="T22" fmla="*/ 96 w 1743"/>
                <a:gd name="T23" fmla="*/ 1251 h 1599"/>
                <a:gd name="T24" fmla="*/ 1 w 1743"/>
                <a:gd name="T25" fmla="*/ 1325 h 1599"/>
                <a:gd name="T26" fmla="*/ 75 w 1743"/>
                <a:gd name="T27" fmla="*/ 1333 h 1599"/>
                <a:gd name="T28" fmla="*/ 107 w 1743"/>
                <a:gd name="T29" fmla="*/ 1410 h 1599"/>
                <a:gd name="T30" fmla="*/ 161 w 1743"/>
                <a:gd name="T31" fmla="*/ 1413 h 1599"/>
                <a:gd name="T32" fmla="*/ 132 w 1743"/>
                <a:gd name="T33" fmla="*/ 1535 h 1599"/>
                <a:gd name="T34" fmla="*/ 186 w 1743"/>
                <a:gd name="T35" fmla="*/ 1493 h 1599"/>
                <a:gd name="T36" fmla="*/ 200 w 1743"/>
                <a:gd name="T37" fmla="*/ 1439 h 1599"/>
                <a:gd name="T38" fmla="*/ 264 w 1743"/>
                <a:gd name="T39" fmla="*/ 1390 h 1599"/>
                <a:gd name="T40" fmla="*/ 319 w 1743"/>
                <a:gd name="T41" fmla="*/ 1225 h 1599"/>
                <a:gd name="T42" fmla="*/ 418 w 1743"/>
                <a:gd name="T43" fmla="*/ 932 h 1599"/>
                <a:gd name="T44" fmla="*/ 858 w 1743"/>
                <a:gd name="T45" fmla="*/ 360 h 1599"/>
                <a:gd name="T46" fmla="*/ 1365 w 1743"/>
                <a:gd name="T47" fmla="*/ 1123 h 1599"/>
                <a:gd name="T48" fmla="*/ 1388 w 1743"/>
                <a:gd name="T49" fmla="*/ 1243 h 1599"/>
                <a:gd name="T50" fmla="*/ 1387 w 1743"/>
                <a:gd name="T51" fmla="*/ 1401 h 1599"/>
                <a:gd name="T52" fmla="*/ 1493 w 1743"/>
                <a:gd name="T53" fmla="*/ 1549 h 1599"/>
                <a:gd name="T54" fmla="*/ 1513 w 1743"/>
                <a:gd name="T55" fmla="*/ 1452 h 1599"/>
                <a:gd name="T56" fmla="*/ 1514 w 1743"/>
                <a:gd name="T57" fmla="*/ 1456 h 1599"/>
                <a:gd name="T58" fmla="*/ 1516 w 1743"/>
                <a:gd name="T59" fmla="*/ 1465 h 1599"/>
                <a:gd name="T60" fmla="*/ 1521 w 1743"/>
                <a:gd name="T61" fmla="*/ 1487 h 1599"/>
                <a:gd name="T62" fmla="*/ 1523 w 1743"/>
                <a:gd name="T63" fmla="*/ 1496 h 1599"/>
                <a:gd name="T64" fmla="*/ 1525 w 1743"/>
                <a:gd name="T65" fmla="*/ 1503 h 1599"/>
                <a:gd name="T66" fmla="*/ 1526 w 1743"/>
                <a:gd name="T67" fmla="*/ 1508 h 1599"/>
                <a:gd name="T68" fmla="*/ 1529 w 1743"/>
                <a:gd name="T69" fmla="*/ 1516 h 1599"/>
                <a:gd name="T70" fmla="*/ 1530 w 1743"/>
                <a:gd name="T71" fmla="*/ 1521 h 1599"/>
                <a:gd name="T72" fmla="*/ 1532 w 1743"/>
                <a:gd name="T73" fmla="*/ 1529 h 1599"/>
                <a:gd name="T74" fmla="*/ 1533 w 1743"/>
                <a:gd name="T75" fmla="*/ 1534 h 1599"/>
                <a:gd name="T76" fmla="*/ 1536 w 1743"/>
                <a:gd name="T77" fmla="*/ 1542 h 1599"/>
                <a:gd name="T78" fmla="*/ 1538 w 1743"/>
                <a:gd name="T79" fmla="*/ 1546 h 1599"/>
                <a:gd name="T80" fmla="*/ 1541 w 1743"/>
                <a:gd name="T81" fmla="*/ 1552 h 1599"/>
                <a:gd name="T82" fmla="*/ 1543 w 1743"/>
                <a:gd name="T83" fmla="*/ 1555 h 1599"/>
                <a:gd name="T84" fmla="*/ 1548 w 1743"/>
                <a:gd name="T85" fmla="*/ 1561 h 1599"/>
                <a:gd name="T86" fmla="*/ 1550 w 1743"/>
                <a:gd name="T87" fmla="*/ 1562 h 1599"/>
                <a:gd name="T88" fmla="*/ 1554 w 1743"/>
                <a:gd name="T89" fmla="*/ 1564 h 1599"/>
                <a:gd name="T90" fmla="*/ 1556 w 1743"/>
                <a:gd name="T91" fmla="*/ 1564 h 1599"/>
                <a:gd name="T92" fmla="*/ 1541 w 1743"/>
                <a:gd name="T93" fmla="*/ 1419 h 1599"/>
                <a:gd name="T94" fmla="*/ 1626 w 1743"/>
                <a:gd name="T95" fmla="*/ 1519 h 1599"/>
                <a:gd name="T96" fmla="*/ 1577 w 1743"/>
                <a:gd name="T97" fmla="*/ 1313 h 1599"/>
                <a:gd name="T98" fmla="*/ 1613 w 1743"/>
                <a:gd name="T99" fmla="*/ 1324 h 1599"/>
                <a:gd name="T100" fmla="*/ 1700 w 1743"/>
                <a:gd name="T101" fmla="*/ 1319 h 159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743" h="1599">
                  <a:moveTo>
                    <a:pt x="1739" y="1346"/>
                  </a:moveTo>
                  <a:cubicBezTo>
                    <a:pt x="1733" y="1339"/>
                    <a:pt x="1718" y="1330"/>
                    <a:pt x="1703" y="1321"/>
                  </a:cubicBezTo>
                  <a:cubicBezTo>
                    <a:pt x="1696" y="1318"/>
                    <a:pt x="1689" y="1314"/>
                    <a:pt x="1682" y="1311"/>
                  </a:cubicBezTo>
                  <a:cubicBezTo>
                    <a:pt x="1666" y="1303"/>
                    <a:pt x="1651" y="1295"/>
                    <a:pt x="1644" y="1284"/>
                  </a:cubicBezTo>
                  <a:cubicBezTo>
                    <a:pt x="1633" y="1267"/>
                    <a:pt x="1599" y="1233"/>
                    <a:pt x="1564" y="1219"/>
                  </a:cubicBezTo>
                  <a:cubicBezTo>
                    <a:pt x="1557" y="1216"/>
                    <a:pt x="1553" y="1207"/>
                    <a:pt x="1548" y="1196"/>
                  </a:cubicBezTo>
                  <a:cubicBezTo>
                    <a:pt x="1544" y="1185"/>
                    <a:pt x="1538" y="1172"/>
                    <a:pt x="1530" y="1162"/>
                  </a:cubicBezTo>
                  <a:cubicBezTo>
                    <a:pt x="1521" y="1152"/>
                    <a:pt x="1508" y="1135"/>
                    <a:pt x="1495" y="1105"/>
                  </a:cubicBezTo>
                  <a:cubicBezTo>
                    <a:pt x="1494" y="1104"/>
                    <a:pt x="1493" y="1102"/>
                    <a:pt x="1492" y="1100"/>
                  </a:cubicBezTo>
                  <a:cubicBezTo>
                    <a:pt x="1480" y="1071"/>
                    <a:pt x="1468" y="1030"/>
                    <a:pt x="1459" y="974"/>
                  </a:cubicBezTo>
                  <a:cubicBezTo>
                    <a:pt x="1442" y="869"/>
                    <a:pt x="1395" y="788"/>
                    <a:pt x="1368" y="739"/>
                  </a:cubicBezTo>
                  <a:cubicBezTo>
                    <a:pt x="1365" y="733"/>
                    <a:pt x="1361" y="726"/>
                    <a:pt x="1359" y="721"/>
                  </a:cubicBezTo>
                  <a:cubicBezTo>
                    <a:pt x="1337" y="677"/>
                    <a:pt x="1318" y="561"/>
                    <a:pt x="1297" y="499"/>
                  </a:cubicBezTo>
                  <a:cubicBezTo>
                    <a:pt x="1276" y="437"/>
                    <a:pt x="1340" y="272"/>
                    <a:pt x="1175" y="206"/>
                  </a:cubicBezTo>
                  <a:cubicBezTo>
                    <a:pt x="1165" y="202"/>
                    <a:pt x="1149" y="189"/>
                    <a:pt x="1120" y="187"/>
                  </a:cubicBezTo>
                  <a:cubicBezTo>
                    <a:pt x="1091" y="185"/>
                    <a:pt x="990" y="128"/>
                    <a:pt x="979" y="97"/>
                  </a:cubicBezTo>
                  <a:cubicBezTo>
                    <a:pt x="972" y="6"/>
                    <a:pt x="972" y="6"/>
                    <a:pt x="972" y="6"/>
                  </a:cubicBezTo>
                  <a:cubicBezTo>
                    <a:pt x="953" y="21"/>
                    <a:pt x="920" y="37"/>
                    <a:pt x="868" y="41"/>
                  </a:cubicBezTo>
                  <a:cubicBezTo>
                    <a:pt x="806" y="47"/>
                    <a:pt x="770" y="21"/>
                    <a:pt x="752" y="0"/>
                  </a:cubicBezTo>
                  <a:cubicBezTo>
                    <a:pt x="754" y="103"/>
                    <a:pt x="754" y="103"/>
                    <a:pt x="754" y="103"/>
                  </a:cubicBezTo>
                  <a:cubicBezTo>
                    <a:pt x="754" y="103"/>
                    <a:pt x="706" y="160"/>
                    <a:pt x="657" y="172"/>
                  </a:cubicBezTo>
                  <a:cubicBezTo>
                    <a:pt x="607" y="183"/>
                    <a:pt x="598" y="176"/>
                    <a:pt x="572" y="194"/>
                  </a:cubicBezTo>
                  <a:cubicBezTo>
                    <a:pt x="546" y="213"/>
                    <a:pt x="432" y="254"/>
                    <a:pt x="457" y="461"/>
                  </a:cubicBezTo>
                  <a:cubicBezTo>
                    <a:pt x="457" y="464"/>
                    <a:pt x="457" y="467"/>
                    <a:pt x="457" y="471"/>
                  </a:cubicBezTo>
                  <a:cubicBezTo>
                    <a:pt x="456" y="521"/>
                    <a:pt x="404" y="591"/>
                    <a:pt x="394" y="703"/>
                  </a:cubicBezTo>
                  <a:cubicBezTo>
                    <a:pt x="393" y="711"/>
                    <a:pt x="391" y="716"/>
                    <a:pt x="388" y="721"/>
                  </a:cubicBezTo>
                  <a:cubicBezTo>
                    <a:pt x="388" y="722"/>
                    <a:pt x="387" y="723"/>
                    <a:pt x="387" y="724"/>
                  </a:cubicBezTo>
                  <a:cubicBezTo>
                    <a:pt x="383" y="729"/>
                    <a:pt x="378" y="734"/>
                    <a:pt x="373" y="741"/>
                  </a:cubicBezTo>
                  <a:cubicBezTo>
                    <a:pt x="354" y="763"/>
                    <a:pt x="325" y="804"/>
                    <a:pt x="294" y="936"/>
                  </a:cubicBezTo>
                  <a:cubicBezTo>
                    <a:pt x="289" y="953"/>
                    <a:pt x="280" y="987"/>
                    <a:pt x="269" y="1023"/>
                  </a:cubicBezTo>
                  <a:cubicBezTo>
                    <a:pt x="268" y="1026"/>
                    <a:pt x="267" y="1029"/>
                    <a:pt x="266" y="1032"/>
                  </a:cubicBezTo>
                  <a:cubicBezTo>
                    <a:pt x="257" y="1063"/>
                    <a:pt x="247" y="1094"/>
                    <a:pt x="238" y="1117"/>
                  </a:cubicBezTo>
                  <a:cubicBezTo>
                    <a:pt x="237" y="1119"/>
                    <a:pt x="236" y="1122"/>
                    <a:pt x="236" y="1124"/>
                  </a:cubicBezTo>
                  <a:cubicBezTo>
                    <a:pt x="229" y="1141"/>
                    <a:pt x="224" y="1154"/>
                    <a:pt x="220" y="1156"/>
                  </a:cubicBezTo>
                  <a:cubicBezTo>
                    <a:pt x="195" y="1178"/>
                    <a:pt x="199" y="1206"/>
                    <a:pt x="185" y="1215"/>
                  </a:cubicBezTo>
                  <a:cubicBezTo>
                    <a:pt x="171" y="1224"/>
                    <a:pt x="118" y="1248"/>
                    <a:pt x="99" y="1278"/>
                  </a:cubicBezTo>
                  <a:cubicBezTo>
                    <a:pt x="95" y="1283"/>
                    <a:pt x="91" y="1288"/>
                    <a:pt x="86" y="1293"/>
                  </a:cubicBezTo>
                  <a:cubicBezTo>
                    <a:pt x="61" y="1316"/>
                    <a:pt x="19" y="1334"/>
                    <a:pt x="10" y="1339"/>
                  </a:cubicBezTo>
                  <a:cubicBezTo>
                    <a:pt x="4" y="1342"/>
                    <a:pt x="0" y="1347"/>
                    <a:pt x="1" y="1352"/>
                  </a:cubicBezTo>
                  <a:cubicBezTo>
                    <a:pt x="1" y="1356"/>
                    <a:pt x="3" y="1360"/>
                    <a:pt x="7" y="1363"/>
                  </a:cubicBezTo>
                  <a:cubicBezTo>
                    <a:pt x="8" y="1363"/>
                    <a:pt x="9" y="1364"/>
                    <a:pt x="10" y="1364"/>
                  </a:cubicBezTo>
                  <a:cubicBezTo>
                    <a:pt x="22" y="1372"/>
                    <a:pt x="55" y="1381"/>
                    <a:pt x="78" y="1360"/>
                  </a:cubicBezTo>
                  <a:cubicBezTo>
                    <a:pt x="104" y="1339"/>
                    <a:pt x="120" y="1325"/>
                    <a:pt x="129" y="1343"/>
                  </a:cubicBezTo>
                  <a:cubicBezTo>
                    <a:pt x="131" y="1346"/>
                    <a:pt x="131" y="1351"/>
                    <a:pt x="131" y="1356"/>
                  </a:cubicBezTo>
                  <a:cubicBezTo>
                    <a:pt x="132" y="1380"/>
                    <a:pt x="118" y="1420"/>
                    <a:pt x="110" y="1440"/>
                  </a:cubicBezTo>
                  <a:cubicBezTo>
                    <a:pt x="103" y="1458"/>
                    <a:pt x="81" y="1516"/>
                    <a:pt x="80" y="1549"/>
                  </a:cubicBezTo>
                  <a:cubicBezTo>
                    <a:pt x="80" y="1560"/>
                    <a:pt x="83" y="1568"/>
                    <a:pt x="89" y="1571"/>
                  </a:cubicBezTo>
                  <a:cubicBezTo>
                    <a:pt x="114" y="1582"/>
                    <a:pt x="154" y="1449"/>
                    <a:pt x="164" y="1443"/>
                  </a:cubicBezTo>
                  <a:cubicBezTo>
                    <a:pt x="164" y="1443"/>
                    <a:pt x="164" y="1443"/>
                    <a:pt x="164" y="1443"/>
                  </a:cubicBezTo>
                  <a:cubicBezTo>
                    <a:pt x="172" y="1445"/>
                    <a:pt x="154" y="1497"/>
                    <a:pt x="146" y="1518"/>
                  </a:cubicBezTo>
                  <a:cubicBezTo>
                    <a:pt x="141" y="1529"/>
                    <a:pt x="135" y="1551"/>
                    <a:pt x="135" y="1568"/>
                  </a:cubicBezTo>
                  <a:cubicBezTo>
                    <a:pt x="135" y="1582"/>
                    <a:pt x="139" y="1593"/>
                    <a:pt x="149" y="1596"/>
                  </a:cubicBezTo>
                  <a:cubicBezTo>
                    <a:pt x="162" y="1599"/>
                    <a:pt x="172" y="1580"/>
                    <a:pt x="179" y="1561"/>
                  </a:cubicBezTo>
                  <a:cubicBezTo>
                    <a:pt x="185" y="1542"/>
                    <a:pt x="189" y="1523"/>
                    <a:pt x="189" y="1523"/>
                  </a:cubicBezTo>
                  <a:cubicBezTo>
                    <a:pt x="189" y="1523"/>
                    <a:pt x="197" y="1490"/>
                    <a:pt x="205" y="1469"/>
                  </a:cubicBezTo>
                  <a:cubicBezTo>
                    <a:pt x="205" y="1469"/>
                    <a:pt x="205" y="1469"/>
                    <a:pt x="205" y="1469"/>
                  </a:cubicBezTo>
                  <a:cubicBezTo>
                    <a:pt x="205" y="1469"/>
                    <a:pt x="205" y="1469"/>
                    <a:pt x="205" y="1469"/>
                  </a:cubicBezTo>
                  <a:cubicBezTo>
                    <a:pt x="208" y="1459"/>
                    <a:pt x="212" y="1451"/>
                    <a:pt x="215" y="1452"/>
                  </a:cubicBezTo>
                  <a:cubicBezTo>
                    <a:pt x="224" y="1454"/>
                    <a:pt x="187" y="1576"/>
                    <a:pt x="218" y="1584"/>
                  </a:cubicBezTo>
                  <a:cubicBezTo>
                    <a:pt x="249" y="1593"/>
                    <a:pt x="250" y="1424"/>
                    <a:pt x="270" y="1420"/>
                  </a:cubicBezTo>
                  <a:cubicBezTo>
                    <a:pt x="290" y="1416"/>
                    <a:pt x="300" y="1532"/>
                    <a:pt x="331" y="1524"/>
                  </a:cubicBezTo>
                  <a:cubicBezTo>
                    <a:pt x="362" y="1515"/>
                    <a:pt x="304" y="1372"/>
                    <a:pt x="307" y="1355"/>
                  </a:cubicBezTo>
                  <a:cubicBezTo>
                    <a:pt x="310" y="1338"/>
                    <a:pt x="333" y="1274"/>
                    <a:pt x="325" y="1251"/>
                  </a:cubicBezTo>
                  <a:cubicBezTo>
                    <a:pt x="321" y="1240"/>
                    <a:pt x="323" y="1233"/>
                    <a:pt x="328" y="1227"/>
                  </a:cubicBezTo>
                  <a:cubicBezTo>
                    <a:pt x="315" y="1192"/>
                    <a:pt x="329" y="1149"/>
                    <a:pt x="329" y="1149"/>
                  </a:cubicBezTo>
                  <a:cubicBezTo>
                    <a:pt x="371" y="1069"/>
                    <a:pt x="416" y="981"/>
                    <a:pt x="427" y="951"/>
                  </a:cubicBezTo>
                  <a:cubicBezTo>
                    <a:pt x="445" y="898"/>
                    <a:pt x="485" y="864"/>
                    <a:pt x="507" y="702"/>
                  </a:cubicBezTo>
                  <a:cubicBezTo>
                    <a:pt x="529" y="540"/>
                    <a:pt x="518" y="340"/>
                    <a:pt x="676" y="340"/>
                  </a:cubicBezTo>
                  <a:cubicBezTo>
                    <a:pt x="834" y="340"/>
                    <a:pt x="783" y="368"/>
                    <a:pt x="877" y="368"/>
                  </a:cubicBezTo>
                  <a:cubicBezTo>
                    <a:pt x="972" y="368"/>
                    <a:pt x="972" y="333"/>
                    <a:pt x="1055" y="333"/>
                  </a:cubicBezTo>
                  <a:cubicBezTo>
                    <a:pt x="1139" y="333"/>
                    <a:pt x="1232" y="353"/>
                    <a:pt x="1224" y="615"/>
                  </a:cubicBezTo>
                  <a:cubicBezTo>
                    <a:pt x="1219" y="811"/>
                    <a:pt x="1341" y="1051"/>
                    <a:pt x="1395" y="1147"/>
                  </a:cubicBezTo>
                  <a:cubicBezTo>
                    <a:pt x="1404" y="1163"/>
                    <a:pt x="1414" y="1180"/>
                    <a:pt x="1424" y="1197"/>
                  </a:cubicBezTo>
                  <a:cubicBezTo>
                    <a:pt x="1430" y="1219"/>
                    <a:pt x="1433" y="1245"/>
                    <a:pt x="1423" y="1263"/>
                  </a:cubicBezTo>
                  <a:cubicBezTo>
                    <a:pt x="1420" y="1270"/>
                    <a:pt x="1420" y="1270"/>
                    <a:pt x="1420" y="1270"/>
                  </a:cubicBezTo>
                  <a:cubicBezTo>
                    <a:pt x="1420" y="1271"/>
                    <a:pt x="1420" y="1271"/>
                    <a:pt x="1420" y="1271"/>
                  </a:cubicBezTo>
                  <a:cubicBezTo>
                    <a:pt x="1424" y="1293"/>
                    <a:pt x="1424" y="1331"/>
                    <a:pt x="1434" y="1349"/>
                  </a:cubicBezTo>
                  <a:cubicBezTo>
                    <a:pt x="1443" y="1366"/>
                    <a:pt x="1422" y="1411"/>
                    <a:pt x="1418" y="1431"/>
                  </a:cubicBezTo>
                  <a:cubicBezTo>
                    <a:pt x="1414" y="1451"/>
                    <a:pt x="1392" y="1514"/>
                    <a:pt x="1412" y="1526"/>
                  </a:cubicBezTo>
                  <a:cubicBezTo>
                    <a:pt x="1432" y="1538"/>
                    <a:pt x="1458" y="1417"/>
                    <a:pt x="1472" y="1421"/>
                  </a:cubicBezTo>
                  <a:cubicBezTo>
                    <a:pt x="1487" y="1425"/>
                    <a:pt x="1491" y="1579"/>
                    <a:pt x="1526" y="1582"/>
                  </a:cubicBezTo>
                  <a:cubicBezTo>
                    <a:pt x="1560" y="1585"/>
                    <a:pt x="1515" y="1451"/>
                    <a:pt x="1532" y="1451"/>
                  </a:cubicBezTo>
                  <a:cubicBezTo>
                    <a:pt x="1537" y="1451"/>
                    <a:pt x="1542" y="1464"/>
                    <a:pt x="1547" y="1482"/>
                  </a:cubicBezTo>
                  <a:cubicBezTo>
                    <a:pt x="1547" y="1482"/>
                    <a:pt x="1547" y="1482"/>
                    <a:pt x="1547" y="1482"/>
                  </a:cubicBezTo>
                  <a:cubicBezTo>
                    <a:pt x="1547" y="1482"/>
                    <a:pt x="1547" y="1482"/>
                    <a:pt x="1547" y="1482"/>
                  </a:cubicBezTo>
                  <a:cubicBezTo>
                    <a:pt x="1547" y="1484"/>
                    <a:pt x="1548" y="1485"/>
                    <a:pt x="1548" y="1486"/>
                  </a:cubicBezTo>
                  <a:cubicBezTo>
                    <a:pt x="1548" y="1486"/>
                    <a:pt x="1548" y="1486"/>
                    <a:pt x="1548" y="1486"/>
                  </a:cubicBezTo>
                  <a:cubicBezTo>
                    <a:pt x="1548" y="1488"/>
                    <a:pt x="1549" y="1489"/>
                    <a:pt x="1549" y="1491"/>
                  </a:cubicBezTo>
                  <a:cubicBezTo>
                    <a:pt x="1549" y="1491"/>
                    <a:pt x="1549" y="1491"/>
                    <a:pt x="1549" y="1491"/>
                  </a:cubicBezTo>
                  <a:cubicBezTo>
                    <a:pt x="1549" y="1492"/>
                    <a:pt x="1550" y="1494"/>
                    <a:pt x="1550" y="1495"/>
                  </a:cubicBezTo>
                  <a:cubicBezTo>
                    <a:pt x="1550" y="1495"/>
                    <a:pt x="1550" y="1495"/>
                    <a:pt x="1550" y="1495"/>
                  </a:cubicBezTo>
                  <a:cubicBezTo>
                    <a:pt x="1552" y="1502"/>
                    <a:pt x="1554" y="1509"/>
                    <a:pt x="1555" y="1516"/>
                  </a:cubicBezTo>
                  <a:cubicBezTo>
                    <a:pt x="1555" y="1517"/>
                    <a:pt x="1555" y="1517"/>
                    <a:pt x="1556" y="1517"/>
                  </a:cubicBezTo>
                  <a:cubicBezTo>
                    <a:pt x="1556" y="1519"/>
                    <a:pt x="1556" y="1520"/>
                    <a:pt x="1556" y="1521"/>
                  </a:cubicBezTo>
                  <a:cubicBezTo>
                    <a:pt x="1557" y="1522"/>
                    <a:pt x="1557" y="1523"/>
                    <a:pt x="1557" y="1524"/>
                  </a:cubicBezTo>
                  <a:cubicBezTo>
                    <a:pt x="1557" y="1525"/>
                    <a:pt x="1557" y="1525"/>
                    <a:pt x="1558" y="1526"/>
                  </a:cubicBezTo>
                  <a:cubicBezTo>
                    <a:pt x="1558" y="1527"/>
                    <a:pt x="1558" y="1528"/>
                    <a:pt x="1558" y="1529"/>
                  </a:cubicBezTo>
                  <a:cubicBezTo>
                    <a:pt x="1558" y="1529"/>
                    <a:pt x="1559" y="1530"/>
                    <a:pt x="1559" y="1530"/>
                  </a:cubicBezTo>
                  <a:cubicBezTo>
                    <a:pt x="1559" y="1532"/>
                    <a:pt x="1559" y="1533"/>
                    <a:pt x="1560" y="1534"/>
                  </a:cubicBezTo>
                  <a:cubicBezTo>
                    <a:pt x="1560" y="1535"/>
                    <a:pt x="1560" y="1535"/>
                    <a:pt x="1560" y="1535"/>
                  </a:cubicBezTo>
                  <a:cubicBezTo>
                    <a:pt x="1560" y="1537"/>
                    <a:pt x="1561" y="1538"/>
                    <a:pt x="1561" y="1539"/>
                  </a:cubicBezTo>
                  <a:cubicBezTo>
                    <a:pt x="1561" y="1539"/>
                    <a:pt x="1561" y="1540"/>
                    <a:pt x="1561" y="1540"/>
                  </a:cubicBezTo>
                  <a:cubicBezTo>
                    <a:pt x="1562" y="1541"/>
                    <a:pt x="1562" y="1543"/>
                    <a:pt x="1562" y="1544"/>
                  </a:cubicBezTo>
                  <a:cubicBezTo>
                    <a:pt x="1562" y="1544"/>
                    <a:pt x="1562" y="1544"/>
                    <a:pt x="1562" y="1545"/>
                  </a:cubicBezTo>
                  <a:cubicBezTo>
                    <a:pt x="1563" y="1546"/>
                    <a:pt x="1563" y="1547"/>
                    <a:pt x="1564" y="1549"/>
                  </a:cubicBezTo>
                  <a:cubicBezTo>
                    <a:pt x="1564" y="1549"/>
                    <a:pt x="1564" y="1550"/>
                    <a:pt x="1564" y="1550"/>
                  </a:cubicBezTo>
                  <a:cubicBezTo>
                    <a:pt x="1564" y="1551"/>
                    <a:pt x="1565" y="1552"/>
                    <a:pt x="1565" y="1553"/>
                  </a:cubicBezTo>
                  <a:cubicBezTo>
                    <a:pt x="1565" y="1554"/>
                    <a:pt x="1565" y="1554"/>
                    <a:pt x="1565" y="1554"/>
                  </a:cubicBezTo>
                  <a:cubicBezTo>
                    <a:pt x="1566" y="1556"/>
                    <a:pt x="1566" y="1557"/>
                    <a:pt x="1566" y="1558"/>
                  </a:cubicBezTo>
                  <a:cubicBezTo>
                    <a:pt x="1567" y="1559"/>
                    <a:pt x="1567" y="1559"/>
                    <a:pt x="1567" y="1559"/>
                  </a:cubicBezTo>
                  <a:cubicBezTo>
                    <a:pt x="1567" y="1560"/>
                    <a:pt x="1567" y="1561"/>
                    <a:pt x="1568" y="1562"/>
                  </a:cubicBezTo>
                  <a:cubicBezTo>
                    <a:pt x="1568" y="1563"/>
                    <a:pt x="1568" y="1563"/>
                    <a:pt x="1568" y="1563"/>
                  </a:cubicBezTo>
                  <a:cubicBezTo>
                    <a:pt x="1568" y="1565"/>
                    <a:pt x="1569" y="1566"/>
                    <a:pt x="1569" y="1567"/>
                  </a:cubicBezTo>
                  <a:cubicBezTo>
                    <a:pt x="1569" y="1567"/>
                    <a:pt x="1569" y="1567"/>
                    <a:pt x="1569" y="1567"/>
                  </a:cubicBezTo>
                  <a:cubicBezTo>
                    <a:pt x="1570" y="1568"/>
                    <a:pt x="1570" y="1570"/>
                    <a:pt x="1571" y="1571"/>
                  </a:cubicBezTo>
                  <a:cubicBezTo>
                    <a:pt x="1571" y="1571"/>
                    <a:pt x="1571" y="1571"/>
                    <a:pt x="1571" y="1572"/>
                  </a:cubicBezTo>
                  <a:cubicBezTo>
                    <a:pt x="1571" y="1573"/>
                    <a:pt x="1572" y="1574"/>
                    <a:pt x="1572" y="1575"/>
                  </a:cubicBezTo>
                  <a:cubicBezTo>
                    <a:pt x="1572" y="1575"/>
                    <a:pt x="1572" y="1575"/>
                    <a:pt x="1572" y="1575"/>
                  </a:cubicBezTo>
                  <a:cubicBezTo>
                    <a:pt x="1573" y="1576"/>
                    <a:pt x="1573" y="1577"/>
                    <a:pt x="1574" y="1578"/>
                  </a:cubicBezTo>
                  <a:cubicBezTo>
                    <a:pt x="1574" y="1579"/>
                    <a:pt x="1574" y="1579"/>
                    <a:pt x="1574" y="1579"/>
                  </a:cubicBezTo>
                  <a:cubicBezTo>
                    <a:pt x="1575" y="1580"/>
                    <a:pt x="1575" y="1581"/>
                    <a:pt x="1575" y="1581"/>
                  </a:cubicBezTo>
                  <a:cubicBezTo>
                    <a:pt x="1575" y="1582"/>
                    <a:pt x="1575" y="1582"/>
                    <a:pt x="1576" y="1582"/>
                  </a:cubicBezTo>
                  <a:cubicBezTo>
                    <a:pt x="1576" y="1583"/>
                    <a:pt x="1577" y="1584"/>
                    <a:pt x="1577" y="1585"/>
                  </a:cubicBezTo>
                  <a:cubicBezTo>
                    <a:pt x="1577" y="1585"/>
                    <a:pt x="1577" y="1585"/>
                    <a:pt x="1577" y="1585"/>
                  </a:cubicBezTo>
                  <a:cubicBezTo>
                    <a:pt x="1578" y="1586"/>
                    <a:pt x="1578" y="1587"/>
                    <a:pt x="1579" y="1587"/>
                  </a:cubicBezTo>
                  <a:cubicBezTo>
                    <a:pt x="1579" y="1588"/>
                    <a:pt x="1579" y="1588"/>
                    <a:pt x="1579" y="1588"/>
                  </a:cubicBezTo>
                  <a:cubicBezTo>
                    <a:pt x="1580" y="1590"/>
                    <a:pt x="1581" y="1591"/>
                    <a:pt x="1582" y="1592"/>
                  </a:cubicBezTo>
                  <a:cubicBezTo>
                    <a:pt x="1582" y="1592"/>
                    <a:pt x="1582" y="1592"/>
                    <a:pt x="1582" y="1592"/>
                  </a:cubicBezTo>
                  <a:cubicBezTo>
                    <a:pt x="1583" y="1593"/>
                    <a:pt x="1583" y="1593"/>
                    <a:pt x="1584" y="1594"/>
                  </a:cubicBezTo>
                  <a:cubicBezTo>
                    <a:pt x="1584" y="1594"/>
                    <a:pt x="1584" y="1594"/>
                    <a:pt x="1584" y="1594"/>
                  </a:cubicBezTo>
                  <a:cubicBezTo>
                    <a:pt x="1585" y="1595"/>
                    <a:pt x="1585" y="1595"/>
                    <a:pt x="1586" y="1595"/>
                  </a:cubicBezTo>
                  <a:cubicBezTo>
                    <a:pt x="1586" y="1595"/>
                    <a:pt x="1586" y="1595"/>
                    <a:pt x="1586" y="1595"/>
                  </a:cubicBezTo>
                  <a:cubicBezTo>
                    <a:pt x="1587" y="1596"/>
                    <a:pt x="1587" y="1596"/>
                    <a:pt x="1587" y="1596"/>
                  </a:cubicBezTo>
                  <a:cubicBezTo>
                    <a:pt x="1588" y="1596"/>
                    <a:pt x="1588" y="1596"/>
                    <a:pt x="1588" y="1596"/>
                  </a:cubicBezTo>
                  <a:cubicBezTo>
                    <a:pt x="1588" y="1597"/>
                    <a:pt x="1589" y="1597"/>
                    <a:pt x="1590" y="1597"/>
                  </a:cubicBezTo>
                  <a:cubicBezTo>
                    <a:pt x="1590" y="1597"/>
                    <a:pt x="1590" y="1597"/>
                    <a:pt x="1590" y="1597"/>
                  </a:cubicBezTo>
                  <a:cubicBezTo>
                    <a:pt x="1590" y="1597"/>
                    <a:pt x="1591" y="1597"/>
                    <a:pt x="1591" y="1597"/>
                  </a:cubicBezTo>
                  <a:cubicBezTo>
                    <a:pt x="1592" y="1597"/>
                    <a:pt x="1592" y="1597"/>
                    <a:pt x="1592" y="1597"/>
                  </a:cubicBezTo>
                  <a:cubicBezTo>
                    <a:pt x="1592" y="1597"/>
                    <a:pt x="1593" y="1597"/>
                    <a:pt x="1594" y="1597"/>
                  </a:cubicBezTo>
                  <a:cubicBezTo>
                    <a:pt x="1600" y="1595"/>
                    <a:pt x="1603" y="1586"/>
                    <a:pt x="1602" y="1575"/>
                  </a:cubicBezTo>
                  <a:cubicBezTo>
                    <a:pt x="1602" y="1540"/>
                    <a:pt x="1578" y="1475"/>
                    <a:pt x="1577" y="1449"/>
                  </a:cubicBezTo>
                  <a:cubicBezTo>
                    <a:pt x="1576" y="1444"/>
                    <a:pt x="1577" y="1441"/>
                    <a:pt x="1579" y="1439"/>
                  </a:cubicBezTo>
                  <a:cubicBezTo>
                    <a:pt x="1594" y="1427"/>
                    <a:pt x="1619" y="1586"/>
                    <a:pt x="1654" y="1571"/>
                  </a:cubicBezTo>
                  <a:cubicBezTo>
                    <a:pt x="1654" y="1571"/>
                    <a:pt x="1662" y="1571"/>
                    <a:pt x="1662" y="1552"/>
                  </a:cubicBezTo>
                  <a:cubicBezTo>
                    <a:pt x="1662" y="1540"/>
                    <a:pt x="1658" y="1521"/>
                    <a:pt x="1648" y="1491"/>
                  </a:cubicBezTo>
                  <a:cubicBezTo>
                    <a:pt x="1625" y="1423"/>
                    <a:pt x="1612" y="1373"/>
                    <a:pt x="1612" y="1350"/>
                  </a:cubicBezTo>
                  <a:cubicBezTo>
                    <a:pt x="1611" y="1345"/>
                    <a:pt x="1612" y="1342"/>
                    <a:pt x="1613" y="1340"/>
                  </a:cubicBezTo>
                  <a:cubicBezTo>
                    <a:pt x="1617" y="1328"/>
                    <a:pt x="1630" y="1335"/>
                    <a:pt x="1641" y="1344"/>
                  </a:cubicBezTo>
                  <a:cubicBezTo>
                    <a:pt x="1642" y="1345"/>
                    <a:pt x="1643" y="1345"/>
                    <a:pt x="1644" y="1346"/>
                  </a:cubicBezTo>
                  <a:cubicBezTo>
                    <a:pt x="1646" y="1348"/>
                    <a:pt x="1647" y="1349"/>
                    <a:pt x="1649" y="1351"/>
                  </a:cubicBezTo>
                  <a:cubicBezTo>
                    <a:pt x="1650" y="1352"/>
                    <a:pt x="1651" y="1352"/>
                    <a:pt x="1651" y="1353"/>
                  </a:cubicBezTo>
                  <a:cubicBezTo>
                    <a:pt x="1664" y="1364"/>
                    <a:pt x="1716" y="1392"/>
                    <a:pt x="1742" y="1353"/>
                  </a:cubicBezTo>
                  <a:cubicBezTo>
                    <a:pt x="1743" y="1352"/>
                    <a:pt x="1742" y="1349"/>
                    <a:pt x="1739" y="1346"/>
                  </a:cubicBezTo>
                  <a:close/>
                </a:path>
              </a:pathLst>
            </a:custGeom>
            <a:solidFill>
              <a:srgbClr val="9D9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01" name="Freeform 10">
              <a:extLst>
                <a:ext uri="{FF2B5EF4-FFF2-40B4-BE49-F238E27FC236}">
                  <a16:creationId xmlns:a16="http://schemas.microsoft.com/office/drawing/2014/main" id="{25CBE54B-F4F3-4823-8571-C59527CC4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1009"/>
              <a:ext cx="108" cy="21"/>
            </a:xfrm>
            <a:custGeom>
              <a:avLst/>
              <a:gdLst>
                <a:gd name="T0" fmla="*/ 0 w 109"/>
                <a:gd name="T1" fmla="*/ 16 h 21"/>
                <a:gd name="T2" fmla="*/ 44 w 109"/>
                <a:gd name="T3" fmla="*/ 2 h 21"/>
                <a:gd name="T4" fmla="*/ 54 w 109"/>
                <a:gd name="T5" fmla="*/ 5 h 21"/>
                <a:gd name="T6" fmla="*/ 62 w 109"/>
                <a:gd name="T7" fmla="*/ 0 h 21"/>
                <a:gd name="T8" fmla="*/ 106 w 109"/>
                <a:gd name="T9" fmla="*/ 13 h 21"/>
                <a:gd name="T10" fmla="*/ 54 w 109"/>
                <a:gd name="T11" fmla="*/ 18 h 21"/>
                <a:gd name="T12" fmla="*/ 0 w 109"/>
                <a:gd name="T13" fmla="*/ 1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21">
                  <a:moveTo>
                    <a:pt x="0" y="16"/>
                  </a:moveTo>
                  <a:cubicBezTo>
                    <a:pt x="0" y="16"/>
                    <a:pt x="26" y="16"/>
                    <a:pt x="44" y="2"/>
                  </a:cubicBezTo>
                  <a:cubicBezTo>
                    <a:pt x="44" y="2"/>
                    <a:pt x="53" y="2"/>
                    <a:pt x="54" y="5"/>
                  </a:cubicBezTo>
                  <a:cubicBezTo>
                    <a:pt x="54" y="5"/>
                    <a:pt x="61" y="0"/>
                    <a:pt x="65" y="0"/>
                  </a:cubicBezTo>
                  <a:cubicBezTo>
                    <a:pt x="65" y="0"/>
                    <a:pt x="99" y="16"/>
                    <a:pt x="109" y="13"/>
                  </a:cubicBezTo>
                  <a:cubicBezTo>
                    <a:pt x="109" y="13"/>
                    <a:pt x="99" y="18"/>
                    <a:pt x="56" y="18"/>
                  </a:cubicBezTo>
                  <a:cubicBezTo>
                    <a:pt x="12" y="18"/>
                    <a:pt x="5" y="21"/>
                    <a:pt x="0" y="16"/>
                  </a:cubicBezTo>
                  <a:close/>
                </a:path>
              </a:pathLst>
            </a:custGeom>
            <a:solidFill>
              <a:srgbClr val="F7D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02" name="Freeform 11">
              <a:extLst>
                <a:ext uri="{FF2B5EF4-FFF2-40B4-BE49-F238E27FC236}">
                  <a16:creationId xmlns:a16="http://schemas.microsoft.com/office/drawing/2014/main" id="{5CD34A39-DA9D-40C6-BC32-9D4E43C2F0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19" y="2151"/>
              <a:ext cx="638" cy="1904"/>
            </a:xfrm>
            <a:custGeom>
              <a:avLst/>
              <a:gdLst>
                <a:gd name="T0" fmla="*/ 482 w 643"/>
                <a:gd name="T1" fmla="*/ 65 h 1918"/>
                <a:gd name="T2" fmla="*/ 174 w 643"/>
                <a:gd name="T3" fmla="*/ 65 h 1918"/>
                <a:gd name="T4" fmla="*/ 26 w 643"/>
                <a:gd name="T5" fmla="*/ 0 h 1918"/>
                <a:gd name="T6" fmla="*/ 94 w 643"/>
                <a:gd name="T7" fmla="*/ 744 h 1918"/>
                <a:gd name="T8" fmla="*/ 108 w 643"/>
                <a:gd name="T9" fmla="*/ 884 h 1918"/>
                <a:gd name="T10" fmla="*/ 186 w 643"/>
                <a:gd name="T11" fmla="*/ 1518 h 1918"/>
                <a:gd name="T12" fmla="*/ 195 w 643"/>
                <a:gd name="T13" fmla="*/ 1629 h 1918"/>
                <a:gd name="T14" fmla="*/ 130 w 643"/>
                <a:gd name="T15" fmla="*/ 1744 h 1918"/>
                <a:gd name="T16" fmla="*/ 120 w 643"/>
                <a:gd name="T17" fmla="*/ 1846 h 1918"/>
                <a:gd name="T18" fmla="*/ 161 w 643"/>
                <a:gd name="T19" fmla="*/ 1866 h 1918"/>
                <a:gd name="T20" fmla="*/ 201 w 643"/>
                <a:gd name="T21" fmla="*/ 1871 h 1918"/>
                <a:gd name="T22" fmla="*/ 261 w 643"/>
                <a:gd name="T23" fmla="*/ 1876 h 1918"/>
                <a:gd name="T24" fmla="*/ 308 w 643"/>
                <a:gd name="T25" fmla="*/ 1802 h 1918"/>
                <a:gd name="T26" fmla="*/ 323 w 643"/>
                <a:gd name="T27" fmla="*/ 1719 h 1918"/>
                <a:gd name="T28" fmla="*/ 351 w 643"/>
                <a:gd name="T29" fmla="*/ 1731 h 1918"/>
                <a:gd name="T30" fmla="*/ 364 w 643"/>
                <a:gd name="T31" fmla="*/ 1825 h 1918"/>
                <a:gd name="T32" fmla="*/ 444 w 643"/>
                <a:gd name="T33" fmla="*/ 1859 h 1918"/>
                <a:gd name="T34" fmla="*/ 492 w 643"/>
                <a:gd name="T35" fmla="*/ 1857 h 1918"/>
                <a:gd name="T36" fmla="*/ 522 w 643"/>
                <a:gd name="T37" fmla="*/ 1846 h 1918"/>
                <a:gd name="T38" fmla="*/ 558 w 643"/>
                <a:gd name="T39" fmla="*/ 1823 h 1918"/>
                <a:gd name="T40" fmla="*/ 578 w 643"/>
                <a:gd name="T41" fmla="*/ 1804 h 1918"/>
                <a:gd name="T42" fmla="*/ 552 w 643"/>
                <a:gd name="T43" fmla="*/ 1744 h 1918"/>
                <a:gd name="T44" fmla="*/ 490 w 643"/>
                <a:gd name="T45" fmla="*/ 1597 h 1918"/>
                <a:gd name="T46" fmla="*/ 557 w 643"/>
                <a:gd name="T47" fmla="*/ 1246 h 1918"/>
                <a:gd name="T48" fmla="*/ 564 w 643"/>
                <a:gd name="T49" fmla="*/ 774 h 1918"/>
                <a:gd name="T50" fmla="*/ 612 w 643"/>
                <a:gd name="T51" fmla="*/ 0 h 1918"/>
                <a:gd name="T52" fmla="*/ 320 w 643"/>
                <a:gd name="T53" fmla="*/ 1447 h 1918"/>
                <a:gd name="T54" fmla="*/ 333 w 643"/>
                <a:gd name="T55" fmla="*/ 1192 h 1918"/>
                <a:gd name="T56" fmla="*/ 315 w 643"/>
                <a:gd name="T57" fmla="*/ 912 h 1918"/>
                <a:gd name="T58" fmla="*/ 322 w 643"/>
                <a:gd name="T59" fmla="*/ 612 h 1918"/>
                <a:gd name="T60" fmla="*/ 326 w 643"/>
                <a:gd name="T61" fmla="*/ 334 h 1918"/>
                <a:gd name="T62" fmla="*/ 336 w 643"/>
                <a:gd name="T63" fmla="*/ 611 h 1918"/>
                <a:gd name="T64" fmla="*/ 348 w 643"/>
                <a:gd name="T65" fmla="*/ 961 h 1918"/>
                <a:gd name="T66" fmla="*/ 341 w 643"/>
                <a:gd name="T67" fmla="*/ 1310 h 1918"/>
                <a:gd name="T68" fmla="*/ 343 w 643"/>
                <a:gd name="T69" fmla="*/ 1561 h 19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3" h="1918">
                  <a:moveTo>
                    <a:pt x="627" y="0"/>
                  </a:moveTo>
                  <a:cubicBezTo>
                    <a:pt x="618" y="0"/>
                    <a:pt x="571" y="7"/>
                    <a:pt x="494" y="65"/>
                  </a:cubicBezTo>
                  <a:cubicBezTo>
                    <a:pt x="438" y="108"/>
                    <a:pt x="412" y="129"/>
                    <a:pt x="334" y="129"/>
                  </a:cubicBezTo>
                  <a:cubicBezTo>
                    <a:pt x="256" y="129"/>
                    <a:pt x="197" y="76"/>
                    <a:pt x="177" y="65"/>
                  </a:cubicBezTo>
                  <a:cubicBezTo>
                    <a:pt x="154" y="53"/>
                    <a:pt x="73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138"/>
                    <a:pt x="0" y="359"/>
                    <a:pt x="31" y="517"/>
                  </a:cubicBezTo>
                  <a:cubicBezTo>
                    <a:pt x="73" y="735"/>
                    <a:pt x="97" y="761"/>
                    <a:pt x="97" y="761"/>
                  </a:cubicBezTo>
                  <a:cubicBezTo>
                    <a:pt x="97" y="761"/>
                    <a:pt x="109" y="801"/>
                    <a:pt x="103" y="827"/>
                  </a:cubicBezTo>
                  <a:cubicBezTo>
                    <a:pt x="97" y="853"/>
                    <a:pt x="107" y="883"/>
                    <a:pt x="111" y="905"/>
                  </a:cubicBezTo>
                  <a:cubicBezTo>
                    <a:pt x="115" y="927"/>
                    <a:pt x="18" y="1106"/>
                    <a:pt x="159" y="1399"/>
                  </a:cubicBezTo>
                  <a:cubicBezTo>
                    <a:pt x="183" y="1449"/>
                    <a:pt x="189" y="1537"/>
                    <a:pt x="189" y="1551"/>
                  </a:cubicBezTo>
                  <a:cubicBezTo>
                    <a:pt x="189" y="1565"/>
                    <a:pt x="187" y="1581"/>
                    <a:pt x="197" y="1607"/>
                  </a:cubicBezTo>
                  <a:cubicBezTo>
                    <a:pt x="207" y="1633"/>
                    <a:pt x="207" y="1651"/>
                    <a:pt x="201" y="1665"/>
                  </a:cubicBezTo>
                  <a:cubicBezTo>
                    <a:pt x="195" y="1679"/>
                    <a:pt x="152" y="1749"/>
                    <a:pt x="142" y="1771"/>
                  </a:cubicBezTo>
                  <a:cubicBezTo>
                    <a:pt x="139" y="1776"/>
                    <a:pt x="136" y="1780"/>
                    <a:pt x="133" y="1783"/>
                  </a:cubicBezTo>
                  <a:cubicBezTo>
                    <a:pt x="118" y="1886"/>
                    <a:pt x="118" y="1886"/>
                    <a:pt x="118" y="1886"/>
                  </a:cubicBezTo>
                  <a:cubicBezTo>
                    <a:pt x="119" y="1887"/>
                    <a:pt x="121" y="1888"/>
                    <a:pt x="123" y="1888"/>
                  </a:cubicBezTo>
                  <a:cubicBezTo>
                    <a:pt x="143" y="1896"/>
                    <a:pt x="147" y="1888"/>
                    <a:pt x="147" y="1888"/>
                  </a:cubicBezTo>
                  <a:cubicBezTo>
                    <a:pt x="147" y="1888"/>
                    <a:pt x="145" y="1907"/>
                    <a:pt x="164" y="1908"/>
                  </a:cubicBezTo>
                  <a:cubicBezTo>
                    <a:pt x="183" y="1909"/>
                    <a:pt x="185" y="1904"/>
                    <a:pt x="185" y="1904"/>
                  </a:cubicBezTo>
                  <a:cubicBezTo>
                    <a:pt x="185" y="1904"/>
                    <a:pt x="188" y="1913"/>
                    <a:pt x="207" y="1913"/>
                  </a:cubicBezTo>
                  <a:cubicBezTo>
                    <a:pt x="226" y="1913"/>
                    <a:pt x="234" y="1902"/>
                    <a:pt x="234" y="1902"/>
                  </a:cubicBezTo>
                  <a:cubicBezTo>
                    <a:pt x="234" y="1902"/>
                    <a:pt x="238" y="1918"/>
                    <a:pt x="267" y="1918"/>
                  </a:cubicBezTo>
                  <a:cubicBezTo>
                    <a:pt x="296" y="1918"/>
                    <a:pt x="316" y="1897"/>
                    <a:pt x="312" y="1874"/>
                  </a:cubicBezTo>
                  <a:cubicBezTo>
                    <a:pt x="307" y="1851"/>
                    <a:pt x="311" y="1850"/>
                    <a:pt x="314" y="1841"/>
                  </a:cubicBezTo>
                  <a:cubicBezTo>
                    <a:pt x="317" y="1833"/>
                    <a:pt x="326" y="1818"/>
                    <a:pt x="322" y="1802"/>
                  </a:cubicBezTo>
                  <a:cubicBezTo>
                    <a:pt x="318" y="1786"/>
                    <a:pt x="326" y="1764"/>
                    <a:pt x="332" y="1758"/>
                  </a:cubicBezTo>
                  <a:cubicBezTo>
                    <a:pt x="339" y="1752"/>
                    <a:pt x="353" y="1738"/>
                    <a:pt x="353" y="1738"/>
                  </a:cubicBezTo>
                  <a:cubicBezTo>
                    <a:pt x="353" y="1738"/>
                    <a:pt x="363" y="1759"/>
                    <a:pt x="360" y="1770"/>
                  </a:cubicBezTo>
                  <a:cubicBezTo>
                    <a:pt x="357" y="1781"/>
                    <a:pt x="366" y="1808"/>
                    <a:pt x="363" y="1819"/>
                  </a:cubicBezTo>
                  <a:cubicBezTo>
                    <a:pt x="361" y="1831"/>
                    <a:pt x="376" y="1850"/>
                    <a:pt x="373" y="1866"/>
                  </a:cubicBezTo>
                  <a:cubicBezTo>
                    <a:pt x="371" y="1883"/>
                    <a:pt x="372" y="1918"/>
                    <a:pt x="419" y="1918"/>
                  </a:cubicBezTo>
                  <a:cubicBezTo>
                    <a:pt x="452" y="1918"/>
                    <a:pt x="454" y="1901"/>
                    <a:pt x="454" y="1901"/>
                  </a:cubicBezTo>
                  <a:cubicBezTo>
                    <a:pt x="454" y="1901"/>
                    <a:pt x="468" y="1915"/>
                    <a:pt x="485" y="1913"/>
                  </a:cubicBezTo>
                  <a:cubicBezTo>
                    <a:pt x="503" y="1912"/>
                    <a:pt x="504" y="1899"/>
                    <a:pt x="504" y="1899"/>
                  </a:cubicBezTo>
                  <a:cubicBezTo>
                    <a:pt x="504" y="1899"/>
                    <a:pt x="513" y="1909"/>
                    <a:pt x="522" y="1906"/>
                  </a:cubicBezTo>
                  <a:cubicBezTo>
                    <a:pt x="530" y="1902"/>
                    <a:pt x="534" y="1888"/>
                    <a:pt x="534" y="1888"/>
                  </a:cubicBezTo>
                  <a:cubicBezTo>
                    <a:pt x="534" y="1888"/>
                    <a:pt x="553" y="1897"/>
                    <a:pt x="561" y="1888"/>
                  </a:cubicBezTo>
                  <a:cubicBezTo>
                    <a:pt x="569" y="1878"/>
                    <a:pt x="570" y="1864"/>
                    <a:pt x="570" y="1864"/>
                  </a:cubicBezTo>
                  <a:cubicBezTo>
                    <a:pt x="570" y="1864"/>
                    <a:pt x="580" y="1863"/>
                    <a:pt x="588" y="1852"/>
                  </a:cubicBezTo>
                  <a:cubicBezTo>
                    <a:pt x="590" y="1849"/>
                    <a:pt x="592" y="1846"/>
                    <a:pt x="593" y="1843"/>
                  </a:cubicBezTo>
                  <a:cubicBezTo>
                    <a:pt x="585" y="1824"/>
                    <a:pt x="577" y="1806"/>
                    <a:pt x="569" y="1787"/>
                  </a:cubicBezTo>
                  <a:cubicBezTo>
                    <a:pt x="568" y="1786"/>
                    <a:pt x="566" y="1784"/>
                    <a:pt x="564" y="1783"/>
                  </a:cubicBezTo>
                  <a:cubicBezTo>
                    <a:pt x="550" y="1776"/>
                    <a:pt x="527" y="1724"/>
                    <a:pt x="519" y="1710"/>
                  </a:cubicBezTo>
                  <a:cubicBezTo>
                    <a:pt x="511" y="1696"/>
                    <a:pt x="493" y="1654"/>
                    <a:pt x="502" y="1633"/>
                  </a:cubicBezTo>
                  <a:cubicBezTo>
                    <a:pt x="511" y="1612"/>
                    <a:pt x="514" y="1583"/>
                    <a:pt x="511" y="1551"/>
                  </a:cubicBezTo>
                  <a:cubicBezTo>
                    <a:pt x="508" y="1519"/>
                    <a:pt x="559" y="1309"/>
                    <a:pt x="569" y="1273"/>
                  </a:cubicBezTo>
                  <a:cubicBezTo>
                    <a:pt x="579" y="1237"/>
                    <a:pt x="611" y="1109"/>
                    <a:pt x="575" y="977"/>
                  </a:cubicBezTo>
                  <a:cubicBezTo>
                    <a:pt x="552" y="896"/>
                    <a:pt x="586" y="913"/>
                    <a:pt x="576" y="792"/>
                  </a:cubicBezTo>
                  <a:cubicBezTo>
                    <a:pt x="573" y="756"/>
                    <a:pt x="641" y="668"/>
                    <a:pt x="643" y="290"/>
                  </a:cubicBezTo>
                  <a:cubicBezTo>
                    <a:pt x="643" y="211"/>
                    <a:pt x="636" y="93"/>
                    <a:pt x="627" y="0"/>
                  </a:cubicBezTo>
                  <a:close/>
                  <a:moveTo>
                    <a:pt x="352" y="1596"/>
                  </a:moveTo>
                  <a:cubicBezTo>
                    <a:pt x="352" y="1596"/>
                    <a:pt x="340" y="1518"/>
                    <a:pt x="329" y="1480"/>
                  </a:cubicBezTo>
                  <a:cubicBezTo>
                    <a:pt x="318" y="1442"/>
                    <a:pt x="328" y="1405"/>
                    <a:pt x="331" y="1351"/>
                  </a:cubicBezTo>
                  <a:cubicBezTo>
                    <a:pt x="334" y="1296"/>
                    <a:pt x="345" y="1272"/>
                    <a:pt x="342" y="1219"/>
                  </a:cubicBezTo>
                  <a:cubicBezTo>
                    <a:pt x="340" y="1166"/>
                    <a:pt x="338" y="1124"/>
                    <a:pt x="328" y="1088"/>
                  </a:cubicBezTo>
                  <a:cubicBezTo>
                    <a:pt x="319" y="1051"/>
                    <a:pt x="310" y="973"/>
                    <a:pt x="322" y="933"/>
                  </a:cubicBezTo>
                  <a:cubicBezTo>
                    <a:pt x="333" y="894"/>
                    <a:pt x="331" y="835"/>
                    <a:pt x="324" y="800"/>
                  </a:cubicBezTo>
                  <a:cubicBezTo>
                    <a:pt x="317" y="765"/>
                    <a:pt x="322" y="713"/>
                    <a:pt x="331" y="627"/>
                  </a:cubicBezTo>
                  <a:cubicBezTo>
                    <a:pt x="337" y="574"/>
                    <a:pt x="337" y="473"/>
                    <a:pt x="336" y="406"/>
                  </a:cubicBezTo>
                  <a:cubicBezTo>
                    <a:pt x="335" y="369"/>
                    <a:pt x="335" y="341"/>
                    <a:pt x="335" y="340"/>
                  </a:cubicBezTo>
                  <a:cubicBezTo>
                    <a:pt x="335" y="340"/>
                    <a:pt x="336" y="367"/>
                    <a:pt x="336" y="406"/>
                  </a:cubicBezTo>
                  <a:cubicBezTo>
                    <a:pt x="339" y="485"/>
                    <a:pt x="344" y="608"/>
                    <a:pt x="345" y="625"/>
                  </a:cubicBezTo>
                  <a:cubicBezTo>
                    <a:pt x="347" y="649"/>
                    <a:pt x="366" y="751"/>
                    <a:pt x="349" y="811"/>
                  </a:cubicBezTo>
                  <a:cubicBezTo>
                    <a:pt x="331" y="871"/>
                    <a:pt x="345" y="941"/>
                    <a:pt x="357" y="982"/>
                  </a:cubicBezTo>
                  <a:cubicBezTo>
                    <a:pt x="369" y="1022"/>
                    <a:pt x="357" y="1104"/>
                    <a:pt x="349" y="1151"/>
                  </a:cubicBezTo>
                  <a:cubicBezTo>
                    <a:pt x="340" y="1199"/>
                    <a:pt x="346" y="1310"/>
                    <a:pt x="350" y="1340"/>
                  </a:cubicBezTo>
                  <a:cubicBezTo>
                    <a:pt x="353" y="1369"/>
                    <a:pt x="360" y="1412"/>
                    <a:pt x="363" y="1458"/>
                  </a:cubicBezTo>
                  <a:cubicBezTo>
                    <a:pt x="365" y="1505"/>
                    <a:pt x="352" y="1596"/>
                    <a:pt x="352" y="1596"/>
                  </a:cubicBezTo>
                  <a:close/>
                </a:path>
              </a:pathLst>
            </a:custGeom>
            <a:solidFill>
              <a:srgbClr val="7ABA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03" name="Freeform 12">
              <a:extLst>
                <a:ext uri="{FF2B5EF4-FFF2-40B4-BE49-F238E27FC236}">
                  <a16:creationId xmlns:a16="http://schemas.microsoft.com/office/drawing/2014/main" id="{C8C84764-53FA-4573-815C-6861B7AC3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585"/>
              <a:ext cx="179" cy="445"/>
            </a:xfrm>
            <a:custGeom>
              <a:avLst/>
              <a:gdLst>
                <a:gd name="T0" fmla="*/ 136 w 180"/>
                <a:gd name="T1" fmla="*/ 20 h 448"/>
                <a:gd name="T2" fmla="*/ 90 w 180"/>
                <a:gd name="T3" fmla="*/ 0 h 448"/>
                <a:gd name="T4" fmla="*/ 104 w 180"/>
                <a:gd name="T5" fmla="*/ 103 h 448"/>
                <a:gd name="T6" fmla="*/ 112 w 180"/>
                <a:gd name="T7" fmla="*/ 159 h 448"/>
                <a:gd name="T8" fmla="*/ 116 w 180"/>
                <a:gd name="T9" fmla="*/ 217 h 448"/>
                <a:gd name="T10" fmla="*/ 60 w 180"/>
                <a:gd name="T11" fmla="*/ 320 h 448"/>
                <a:gd name="T12" fmla="*/ 22 w 180"/>
                <a:gd name="T13" fmla="*/ 358 h 448"/>
                <a:gd name="T14" fmla="*/ 14 w 180"/>
                <a:gd name="T15" fmla="*/ 406 h 448"/>
                <a:gd name="T16" fmla="*/ 30 w 180"/>
                <a:gd name="T17" fmla="*/ 408 h 448"/>
                <a:gd name="T18" fmla="*/ 41 w 180"/>
                <a:gd name="T19" fmla="*/ 434 h 448"/>
                <a:gd name="T20" fmla="*/ 63 w 180"/>
                <a:gd name="T21" fmla="*/ 435 h 448"/>
                <a:gd name="T22" fmla="*/ 67 w 180"/>
                <a:gd name="T23" fmla="*/ 394 h 448"/>
                <a:gd name="T24" fmla="*/ 160 w 180"/>
                <a:gd name="T25" fmla="*/ 248 h 448"/>
                <a:gd name="T26" fmla="*/ 159 w 180"/>
                <a:gd name="T27" fmla="*/ 110 h 448"/>
                <a:gd name="T28" fmla="*/ 136 w 180"/>
                <a:gd name="T29" fmla="*/ 20 h 4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0" h="448">
                  <a:moveTo>
                    <a:pt x="139" y="20"/>
                  </a:moveTo>
                  <a:cubicBezTo>
                    <a:pt x="131" y="4"/>
                    <a:pt x="110" y="0"/>
                    <a:pt x="92" y="0"/>
                  </a:cubicBezTo>
                  <a:cubicBezTo>
                    <a:pt x="103" y="46"/>
                    <a:pt x="107" y="96"/>
                    <a:pt x="107" y="106"/>
                  </a:cubicBezTo>
                  <a:cubicBezTo>
                    <a:pt x="107" y="120"/>
                    <a:pt x="105" y="136"/>
                    <a:pt x="115" y="162"/>
                  </a:cubicBezTo>
                  <a:cubicBezTo>
                    <a:pt x="125" y="188"/>
                    <a:pt x="125" y="206"/>
                    <a:pt x="119" y="220"/>
                  </a:cubicBezTo>
                  <a:cubicBezTo>
                    <a:pt x="113" y="234"/>
                    <a:pt x="70" y="304"/>
                    <a:pt x="60" y="326"/>
                  </a:cubicBezTo>
                  <a:cubicBezTo>
                    <a:pt x="50" y="347"/>
                    <a:pt x="29" y="346"/>
                    <a:pt x="22" y="364"/>
                  </a:cubicBezTo>
                  <a:cubicBezTo>
                    <a:pt x="14" y="382"/>
                    <a:pt x="0" y="407"/>
                    <a:pt x="14" y="415"/>
                  </a:cubicBezTo>
                  <a:cubicBezTo>
                    <a:pt x="26" y="423"/>
                    <a:pt x="29" y="418"/>
                    <a:pt x="30" y="417"/>
                  </a:cubicBezTo>
                  <a:cubicBezTo>
                    <a:pt x="29" y="419"/>
                    <a:pt x="22" y="436"/>
                    <a:pt x="41" y="443"/>
                  </a:cubicBezTo>
                  <a:cubicBezTo>
                    <a:pt x="55" y="448"/>
                    <a:pt x="61" y="446"/>
                    <a:pt x="63" y="444"/>
                  </a:cubicBezTo>
                  <a:cubicBezTo>
                    <a:pt x="63" y="431"/>
                    <a:pt x="63" y="415"/>
                    <a:pt x="67" y="403"/>
                  </a:cubicBezTo>
                  <a:cubicBezTo>
                    <a:pt x="75" y="376"/>
                    <a:pt x="147" y="296"/>
                    <a:pt x="163" y="254"/>
                  </a:cubicBezTo>
                  <a:cubicBezTo>
                    <a:pt x="180" y="212"/>
                    <a:pt x="164" y="133"/>
                    <a:pt x="162" y="113"/>
                  </a:cubicBezTo>
                  <a:cubicBezTo>
                    <a:pt x="160" y="93"/>
                    <a:pt x="154" y="53"/>
                    <a:pt x="139" y="20"/>
                  </a:cubicBezTo>
                  <a:close/>
                </a:path>
              </a:pathLst>
            </a:custGeom>
            <a:solidFill>
              <a:srgbClr val="A86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04" name="Freeform 13">
              <a:extLst>
                <a:ext uri="{FF2B5EF4-FFF2-40B4-BE49-F238E27FC236}">
                  <a16:creationId xmlns:a16="http://schemas.microsoft.com/office/drawing/2014/main" id="{0C703675-9D62-4317-AC3E-C21EAE1E9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3592"/>
              <a:ext cx="143" cy="442"/>
            </a:xfrm>
            <a:custGeom>
              <a:avLst/>
              <a:gdLst>
                <a:gd name="T0" fmla="*/ 108 w 144"/>
                <a:gd name="T1" fmla="*/ 325 h 445"/>
                <a:gd name="T2" fmla="*/ 66 w 144"/>
                <a:gd name="T3" fmla="*/ 252 h 445"/>
                <a:gd name="T4" fmla="*/ 49 w 144"/>
                <a:gd name="T5" fmla="*/ 178 h 445"/>
                <a:gd name="T6" fmla="*/ 58 w 144"/>
                <a:gd name="T7" fmla="*/ 96 h 445"/>
                <a:gd name="T8" fmla="*/ 72 w 144"/>
                <a:gd name="T9" fmla="*/ 1 h 445"/>
                <a:gd name="T10" fmla="*/ 11 w 144"/>
                <a:gd name="T11" fmla="*/ 33 h 445"/>
                <a:gd name="T12" fmla="*/ 12 w 144"/>
                <a:gd name="T13" fmla="*/ 145 h 445"/>
                <a:gd name="T14" fmla="*/ 28 w 144"/>
                <a:gd name="T15" fmla="*/ 275 h 445"/>
                <a:gd name="T16" fmla="*/ 78 w 144"/>
                <a:gd name="T17" fmla="*/ 427 h 445"/>
                <a:gd name="T18" fmla="*/ 105 w 144"/>
                <a:gd name="T19" fmla="*/ 427 h 445"/>
                <a:gd name="T20" fmla="*/ 114 w 144"/>
                <a:gd name="T21" fmla="*/ 403 h 445"/>
                <a:gd name="T22" fmla="*/ 132 w 144"/>
                <a:gd name="T23" fmla="*/ 391 h 445"/>
                <a:gd name="T24" fmla="*/ 130 w 144"/>
                <a:gd name="T25" fmla="*/ 355 h 445"/>
                <a:gd name="T26" fmla="*/ 108 w 144"/>
                <a:gd name="T27" fmla="*/ 325 h 4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4" h="445">
                  <a:moveTo>
                    <a:pt x="111" y="331"/>
                  </a:moveTo>
                  <a:cubicBezTo>
                    <a:pt x="97" y="324"/>
                    <a:pt x="74" y="272"/>
                    <a:pt x="66" y="258"/>
                  </a:cubicBezTo>
                  <a:cubicBezTo>
                    <a:pt x="58" y="244"/>
                    <a:pt x="40" y="202"/>
                    <a:pt x="49" y="181"/>
                  </a:cubicBezTo>
                  <a:cubicBezTo>
                    <a:pt x="58" y="160"/>
                    <a:pt x="61" y="131"/>
                    <a:pt x="58" y="99"/>
                  </a:cubicBezTo>
                  <a:cubicBezTo>
                    <a:pt x="57" y="86"/>
                    <a:pt x="64" y="47"/>
                    <a:pt x="73" y="1"/>
                  </a:cubicBezTo>
                  <a:cubicBezTo>
                    <a:pt x="51" y="0"/>
                    <a:pt x="18" y="4"/>
                    <a:pt x="11" y="33"/>
                  </a:cubicBezTo>
                  <a:cubicBezTo>
                    <a:pt x="0" y="78"/>
                    <a:pt x="12" y="121"/>
                    <a:pt x="12" y="148"/>
                  </a:cubicBezTo>
                  <a:cubicBezTo>
                    <a:pt x="12" y="175"/>
                    <a:pt x="14" y="258"/>
                    <a:pt x="28" y="281"/>
                  </a:cubicBezTo>
                  <a:cubicBezTo>
                    <a:pt x="41" y="302"/>
                    <a:pt x="73" y="378"/>
                    <a:pt x="81" y="436"/>
                  </a:cubicBezTo>
                  <a:cubicBezTo>
                    <a:pt x="84" y="437"/>
                    <a:pt x="101" y="445"/>
                    <a:pt x="108" y="436"/>
                  </a:cubicBezTo>
                  <a:cubicBezTo>
                    <a:pt x="116" y="426"/>
                    <a:pt x="117" y="412"/>
                    <a:pt x="117" y="412"/>
                  </a:cubicBezTo>
                  <a:cubicBezTo>
                    <a:pt x="117" y="412"/>
                    <a:pt x="127" y="411"/>
                    <a:pt x="135" y="400"/>
                  </a:cubicBezTo>
                  <a:cubicBezTo>
                    <a:pt x="144" y="389"/>
                    <a:pt x="140" y="371"/>
                    <a:pt x="133" y="361"/>
                  </a:cubicBezTo>
                  <a:cubicBezTo>
                    <a:pt x="125" y="352"/>
                    <a:pt x="125" y="338"/>
                    <a:pt x="111" y="331"/>
                  </a:cubicBezTo>
                  <a:close/>
                </a:path>
              </a:pathLst>
            </a:custGeom>
            <a:solidFill>
              <a:srgbClr val="A86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05" name="Oval 14">
              <a:extLst>
                <a:ext uri="{FF2B5EF4-FFF2-40B4-BE49-F238E27FC236}">
                  <a16:creationId xmlns:a16="http://schemas.microsoft.com/office/drawing/2014/main" id="{0ED887AF-2C1A-432A-8D72-D64743AE3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291"/>
              <a:ext cx="162" cy="200"/>
            </a:xfrm>
            <a:prstGeom prst="ellipse">
              <a:avLst/>
            </a:prstGeom>
            <a:solidFill>
              <a:srgbClr val="A86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006" name="Freeform 15">
              <a:extLst>
                <a:ext uri="{FF2B5EF4-FFF2-40B4-BE49-F238E27FC236}">
                  <a16:creationId xmlns:a16="http://schemas.microsoft.com/office/drawing/2014/main" id="{05BBF72F-727B-4AE2-8DA7-AED0EC5AC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860"/>
              <a:ext cx="82" cy="26"/>
            </a:xfrm>
            <a:custGeom>
              <a:avLst/>
              <a:gdLst>
                <a:gd name="T0" fmla="*/ 82 w 82"/>
                <a:gd name="T1" fmla="*/ 10 h 26"/>
                <a:gd name="T2" fmla="*/ 37 w 82"/>
                <a:gd name="T3" fmla="*/ 2 h 26"/>
                <a:gd name="T4" fmla="*/ 0 w 82"/>
                <a:gd name="T5" fmla="*/ 25 h 26"/>
                <a:gd name="T6" fmla="*/ 34 w 82"/>
                <a:gd name="T7" fmla="*/ 14 h 26"/>
                <a:gd name="T8" fmla="*/ 82 w 82"/>
                <a:gd name="T9" fmla="*/ 1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6">
                  <a:moveTo>
                    <a:pt x="82" y="10"/>
                  </a:moveTo>
                  <a:cubicBezTo>
                    <a:pt x="82" y="2"/>
                    <a:pt x="65" y="0"/>
                    <a:pt x="37" y="2"/>
                  </a:cubicBezTo>
                  <a:cubicBezTo>
                    <a:pt x="9" y="4"/>
                    <a:pt x="0" y="25"/>
                    <a:pt x="0" y="25"/>
                  </a:cubicBezTo>
                  <a:cubicBezTo>
                    <a:pt x="0" y="25"/>
                    <a:pt x="18" y="12"/>
                    <a:pt x="34" y="14"/>
                  </a:cubicBezTo>
                  <a:cubicBezTo>
                    <a:pt x="49" y="16"/>
                    <a:pt x="82" y="26"/>
                    <a:pt x="82" y="10"/>
                  </a:cubicBezTo>
                  <a:close/>
                </a:path>
              </a:pathLst>
            </a:custGeom>
            <a:solidFill>
              <a:srgbClr val="B290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07" name="Freeform 16">
              <a:extLst>
                <a:ext uri="{FF2B5EF4-FFF2-40B4-BE49-F238E27FC236}">
                  <a16:creationId xmlns:a16="http://schemas.microsoft.com/office/drawing/2014/main" id="{4230D9D3-32E2-44C8-9FD9-CAA9DC1DA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860"/>
              <a:ext cx="81" cy="26"/>
            </a:xfrm>
            <a:custGeom>
              <a:avLst/>
              <a:gdLst>
                <a:gd name="T0" fmla="*/ 0 w 81"/>
                <a:gd name="T1" fmla="*/ 10 h 26"/>
                <a:gd name="T2" fmla="*/ 45 w 81"/>
                <a:gd name="T3" fmla="*/ 2 h 26"/>
                <a:gd name="T4" fmla="*/ 81 w 81"/>
                <a:gd name="T5" fmla="*/ 25 h 26"/>
                <a:gd name="T6" fmla="*/ 48 w 81"/>
                <a:gd name="T7" fmla="*/ 14 h 26"/>
                <a:gd name="T8" fmla="*/ 0 w 81"/>
                <a:gd name="T9" fmla="*/ 1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26">
                  <a:moveTo>
                    <a:pt x="0" y="10"/>
                  </a:moveTo>
                  <a:cubicBezTo>
                    <a:pt x="0" y="2"/>
                    <a:pt x="17" y="0"/>
                    <a:pt x="45" y="2"/>
                  </a:cubicBezTo>
                  <a:cubicBezTo>
                    <a:pt x="73" y="4"/>
                    <a:pt x="81" y="25"/>
                    <a:pt x="81" y="25"/>
                  </a:cubicBezTo>
                  <a:cubicBezTo>
                    <a:pt x="81" y="25"/>
                    <a:pt x="63" y="12"/>
                    <a:pt x="48" y="14"/>
                  </a:cubicBezTo>
                  <a:cubicBezTo>
                    <a:pt x="33" y="16"/>
                    <a:pt x="0" y="26"/>
                    <a:pt x="0" y="10"/>
                  </a:cubicBezTo>
                  <a:close/>
                </a:path>
              </a:pathLst>
            </a:custGeom>
            <a:solidFill>
              <a:srgbClr val="B290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08" name="Oval 17">
              <a:extLst>
                <a:ext uri="{FF2B5EF4-FFF2-40B4-BE49-F238E27FC236}">
                  <a16:creationId xmlns:a16="http://schemas.microsoft.com/office/drawing/2014/main" id="{678B1B9A-6D64-43CD-A3DC-9F86289A2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886"/>
              <a:ext cx="27" cy="27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009" name="Oval 18">
              <a:extLst>
                <a:ext uri="{FF2B5EF4-FFF2-40B4-BE49-F238E27FC236}">
                  <a16:creationId xmlns:a16="http://schemas.microsoft.com/office/drawing/2014/main" id="{92994902-B46E-4598-85F9-1BD259536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886"/>
              <a:ext cx="26" cy="27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010" name="Freeform 19">
              <a:extLst>
                <a:ext uri="{FF2B5EF4-FFF2-40B4-BE49-F238E27FC236}">
                  <a16:creationId xmlns:a16="http://schemas.microsoft.com/office/drawing/2014/main" id="{F8B6AEC9-5582-41BF-A26D-5957B6CEA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963"/>
              <a:ext cx="22" cy="17"/>
            </a:xfrm>
            <a:custGeom>
              <a:avLst/>
              <a:gdLst>
                <a:gd name="T0" fmla="*/ 22 w 22"/>
                <a:gd name="T1" fmla="*/ 16 h 17"/>
                <a:gd name="T2" fmla="*/ 8 w 22"/>
                <a:gd name="T3" fmla="*/ 5 h 17"/>
                <a:gd name="T4" fmla="*/ 11 w 22"/>
                <a:gd name="T5" fmla="*/ 15 h 17"/>
                <a:gd name="T6" fmla="*/ 11 w 22"/>
                <a:gd name="T7" fmla="*/ 9 h 17"/>
                <a:gd name="T8" fmla="*/ 22 w 22"/>
                <a:gd name="T9" fmla="*/ 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7">
                  <a:moveTo>
                    <a:pt x="22" y="16"/>
                  </a:moveTo>
                  <a:cubicBezTo>
                    <a:pt x="22" y="16"/>
                    <a:pt x="15" y="0"/>
                    <a:pt x="8" y="5"/>
                  </a:cubicBezTo>
                  <a:cubicBezTo>
                    <a:pt x="0" y="10"/>
                    <a:pt x="8" y="17"/>
                    <a:pt x="11" y="15"/>
                  </a:cubicBezTo>
                  <a:cubicBezTo>
                    <a:pt x="13" y="13"/>
                    <a:pt x="11" y="9"/>
                    <a:pt x="11" y="9"/>
                  </a:cubicBezTo>
                  <a:cubicBezTo>
                    <a:pt x="11" y="9"/>
                    <a:pt x="12" y="4"/>
                    <a:pt x="22" y="1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11" name="Freeform 20">
              <a:extLst>
                <a:ext uri="{FF2B5EF4-FFF2-40B4-BE49-F238E27FC236}">
                  <a16:creationId xmlns:a16="http://schemas.microsoft.com/office/drawing/2014/main" id="{561DB3A1-20B7-459F-824C-402BD0D03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963"/>
              <a:ext cx="21" cy="17"/>
            </a:xfrm>
            <a:custGeom>
              <a:avLst/>
              <a:gdLst>
                <a:gd name="T0" fmla="*/ 0 w 22"/>
                <a:gd name="T1" fmla="*/ 16 h 17"/>
                <a:gd name="T2" fmla="*/ 11 w 22"/>
                <a:gd name="T3" fmla="*/ 5 h 17"/>
                <a:gd name="T4" fmla="*/ 11 w 22"/>
                <a:gd name="T5" fmla="*/ 15 h 17"/>
                <a:gd name="T6" fmla="*/ 11 w 22"/>
                <a:gd name="T7" fmla="*/ 9 h 17"/>
                <a:gd name="T8" fmla="*/ 0 w 22"/>
                <a:gd name="T9" fmla="*/ 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7">
                  <a:moveTo>
                    <a:pt x="0" y="16"/>
                  </a:moveTo>
                  <a:cubicBezTo>
                    <a:pt x="0" y="16"/>
                    <a:pt x="7" y="0"/>
                    <a:pt x="14" y="5"/>
                  </a:cubicBezTo>
                  <a:cubicBezTo>
                    <a:pt x="22" y="10"/>
                    <a:pt x="14" y="17"/>
                    <a:pt x="11" y="15"/>
                  </a:cubicBezTo>
                  <a:cubicBezTo>
                    <a:pt x="9" y="13"/>
                    <a:pt x="11" y="9"/>
                    <a:pt x="11" y="9"/>
                  </a:cubicBezTo>
                  <a:cubicBezTo>
                    <a:pt x="11" y="9"/>
                    <a:pt x="11" y="4"/>
                    <a:pt x="0" y="1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12" name="Freeform 21">
              <a:extLst>
                <a:ext uri="{FF2B5EF4-FFF2-40B4-BE49-F238E27FC236}">
                  <a16:creationId xmlns:a16="http://schemas.microsoft.com/office/drawing/2014/main" id="{81CDE618-043A-4B1E-87EE-18BD1AB54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877"/>
              <a:ext cx="11" cy="61"/>
            </a:xfrm>
            <a:custGeom>
              <a:avLst/>
              <a:gdLst>
                <a:gd name="T0" fmla="*/ 11 w 11"/>
                <a:gd name="T1" fmla="*/ 59 h 62"/>
                <a:gd name="T2" fmla="*/ 6 w 11"/>
                <a:gd name="T3" fmla="*/ 0 h 62"/>
                <a:gd name="T4" fmla="*/ 11 w 11"/>
                <a:gd name="T5" fmla="*/ 59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2">
                  <a:moveTo>
                    <a:pt x="11" y="62"/>
                  </a:moveTo>
                  <a:cubicBezTo>
                    <a:pt x="0" y="15"/>
                    <a:pt x="6" y="0"/>
                    <a:pt x="6" y="0"/>
                  </a:cubicBezTo>
                  <a:cubicBezTo>
                    <a:pt x="6" y="0"/>
                    <a:pt x="8" y="18"/>
                    <a:pt x="11" y="6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13" name="Freeform 22">
              <a:extLst>
                <a:ext uri="{FF2B5EF4-FFF2-40B4-BE49-F238E27FC236}">
                  <a16:creationId xmlns:a16="http://schemas.microsoft.com/office/drawing/2014/main" id="{3D3B77AC-CAC5-4A1D-B90C-8F07785B5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009"/>
              <a:ext cx="110" cy="17"/>
            </a:xfrm>
            <a:custGeom>
              <a:avLst/>
              <a:gdLst>
                <a:gd name="T0" fmla="*/ 0 w 111"/>
                <a:gd name="T1" fmla="*/ 17 h 17"/>
                <a:gd name="T2" fmla="*/ 47 w 111"/>
                <a:gd name="T3" fmla="*/ 1 h 17"/>
                <a:gd name="T4" fmla="*/ 55 w 111"/>
                <a:gd name="T5" fmla="*/ 3 h 17"/>
                <a:gd name="T6" fmla="*/ 64 w 111"/>
                <a:gd name="T7" fmla="*/ 0 h 17"/>
                <a:gd name="T8" fmla="*/ 108 w 111"/>
                <a:gd name="T9" fmla="*/ 13 h 17"/>
                <a:gd name="T10" fmla="*/ 65 w 111"/>
                <a:gd name="T11" fmla="*/ 2 h 17"/>
                <a:gd name="T12" fmla="*/ 55 w 111"/>
                <a:gd name="T13" fmla="*/ 5 h 17"/>
                <a:gd name="T14" fmla="*/ 46 w 111"/>
                <a:gd name="T15" fmla="*/ 2 h 17"/>
                <a:gd name="T16" fmla="*/ 0 w 111"/>
                <a:gd name="T17" fmla="*/ 1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7">
                  <a:moveTo>
                    <a:pt x="0" y="17"/>
                  </a:moveTo>
                  <a:cubicBezTo>
                    <a:pt x="0" y="17"/>
                    <a:pt x="33" y="13"/>
                    <a:pt x="47" y="1"/>
                  </a:cubicBezTo>
                  <a:cubicBezTo>
                    <a:pt x="47" y="1"/>
                    <a:pt x="49" y="1"/>
                    <a:pt x="56" y="3"/>
                  </a:cubicBezTo>
                  <a:cubicBezTo>
                    <a:pt x="56" y="3"/>
                    <a:pt x="64" y="0"/>
                    <a:pt x="67" y="0"/>
                  </a:cubicBezTo>
                  <a:cubicBezTo>
                    <a:pt x="67" y="0"/>
                    <a:pt x="97" y="14"/>
                    <a:pt x="111" y="13"/>
                  </a:cubicBezTo>
                  <a:cubicBezTo>
                    <a:pt x="111" y="13"/>
                    <a:pt x="86" y="12"/>
                    <a:pt x="68" y="2"/>
                  </a:cubicBezTo>
                  <a:cubicBezTo>
                    <a:pt x="68" y="2"/>
                    <a:pt x="57" y="2"/>
                    <a:pt x="56" y="5"/>
                  </a:cubicBezTo>
                  <a:cubicBezTo>
                    <a:pt x="56" y="5"/>
                    <a:pt x="51" y="1"/>
                    <a:pt x="46" y="2"/>
                  </a:cubicBezTo>
                  <a:cubicBezTo>
                    <a:pt x="46" y="2"/>
                    <a:pt x="30" y="17"/>
                    <a:pt x="0" y="1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14" name="Freeform 23">
              <a:extLst>
                <a:ext uri="{FF2B5EF4-FFF2-40B4-BE49-F238E27FC236}">
                  <a16:creationId xmlns:a16="http://schemas.microsoft.com/office/drawing/2014/main" id="{9F5D43A2-844A-4AF1-A15E-2BBAE99B7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025"/>
              <a:ext cx="74" cy="4"/>
            </a:xfrm>
            <a:custGeom>
              <a:avLst/>
              <a:gdLst>
                <a:gd name="T0" fmla="*/ 72 w 75"/>
                <a:gd name="T1" fmla="*/ 1 h 4"/>
                <a:gd name="T2" fmla="*/ 56 w 75"/>
                <a:gd name="T3" fmla="*/ 1 h 4"/>
                <a:gd name="T4" fmla="*/ 19 w 75"/>
                <a:gd name="T5" fmla="*/ 2 h 4"/>
                <a:gd name="T6" fmla="*/ 0 w 75"/>
                <a:gd name="T7" fmla="*/ 3 h 4"/>
                <a:gd name="T8" fmla="*/ 34 w 75"/>
                <a:gd name="T9" fmla="*/ 3 h 4"/>
                <a:gd name="T10" fmla="*/ 72 w 75"/>
                <a:gd name="T11" fmla="*/ 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4">
                  <a:moveTo>
                    <a:pt x="75" y="1"/>
                  </a:moveTo>
                  <a:cubicBezTo>
                    <a:pt x="71" y="2"/>
                    <a:pt x="59" y="1"/>
                    <a:pt x="59" y="1"/>
                  </a:cubicBezTo>
                  <a:cubicBezTo>
                    <a:pt x="59" y="1"/>
                    <a:pt x="24" y="0"/>
                    <a:pt x="19" y="2"/>
                  </a:cubicBezTo>
                  <a:cubicBezTo>
                    <a:pt x="15" y="4"/>
                    <a:pt x="0" y="3"/>
                    <a:pt x="0" y="3"/>
                  </a:cubicBezTo>
                  <a:cubicBezTo>
                    <a:pt x="0" y="3"/>
                    <a:pt x="27" y="2"/>
                    <a:pt x="34" y="3"/>
                  </a:cubicBezTo>
                  <a:cubicBezTo>
                    <a:pt x="41" y="3"/>
                    <a:pt x="72" y="3"/>
                    <a:pt x="75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15" name="Freeform 24">
              <a:extLst>
                <a:ext uri="{FF2B5EF4-FFF2-40B4-BE49-F238E27FC236}">
                  <a16:creationId xmlns:a16="http://schemas.microsoft.com/office/drawing/2014/main" id="{173C4178-9F05-4D7E-A227-3028176B0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035"/>
              <a:ext cx="84" cy="9"/>
            </a:xfrm>
            <a:custGeom>
              <a:avLst/>
              <a:gdLst>
                <a:gd name="T0" fmla="*/ 82 w 85"/>
                <a:gd name="T1" fmla="*/ 0 h 9"/>
                <a:gd name="T2" fmla="*/ 65 w 85"/>
                <a:gd name="T3" fmla="*/ 5 h 9"/>
                <a:gd name="T4" fmla="*/ 16 w 85"/>
                <a:gd name="T5" fmla="*/ 7 h 9"/>
                <a:gd name="T6" fmla="*/ 0 w 85"/>
                <a:gd name="T7" fmla="*/ 1 h 9"/>
                <a:gd name="T8" fmla="*/ 13 w 85"/>
                <a:gd name="T9" fmla="*/ 9 h 9"/>
                <a:gd name="T10" fmla="*/ 42 w 85"/>
                <a:gd name="T11" fmla="*/ 6 h 9"/>
                <a:gd name="T12" fmla="*/ 69 w 85"/>
                <a:gd name="T13" fmla="*/ 6 h 9"/>
                <a:gd name="T14" fmla="*/ 82 w 85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9">
                  <a:moveTo>
                    <a:pt x="85" y="0"/>
                  </a:moveTo>
                  <a:cubicBezTo>
                    <a:pt x="80" y="5"/>
                    <a:pt x="69" y="6"/>
                    <a:pt x="68" y="5"/>
                  </a:cubicBezTo>
                  <a:cubicBezTo>
                    <a:pt x="68" y="5"/>
                    <a:pt x="24" y="5"/>
                    <a:pt x="16" y="7"/>
                  </a:cubicBezTo>
                  <a:cubicBezTo>
                    <a:pt x="8" y="9"/>
                    <a:pt x="0" y="1"/>
                    <a:pt x="0" y="1"/>
                  </a:cubicBezTo>
                  <a:cubicBezTo>
                    <a:pt x="0" y="1"/>
                    <a:pt x="4" y="8"/>
                    <a:pt x="13" y="9"/>
                  </a:cubicBezTo>
                  <a:cubicBezTo>
                    <a:pt x="22" y="9"/>
                    <a:pt x="37" y="6"/>
                    <a:pt x="44" y="6"/>
                  </a:cubicBezTo>
                  <a:cubicBezTo>
                    <a:pt x="51" y="6"/>
                    <a:pt x="67" y="7"/>
                    <a:pt x="72" y="6"/>
                  </a:cubicBezTo>
                  <a:cubicBezTo>
                    <a:pt x="76" y="5"/>
                    <a:pt x="85" y="0"/>
                    <a:pt x="8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16" name="Freeform 25">
              <a:extLst>
                <a:ext uri="{FF2B5EF4-FFF2-40B4-BE49-F238E27FC236}">
                  <a16:creationId xmlns:a16="http://schemas.microsoft.com/office/drawing/2014/main" id="{480A38BB-8D17-4713-9220-E95028401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995"/>
              <a:ext cx="20" cy="28"/>
            </a:xfrm>
            <a:custGeom>
              <a:avLst/>
              <a:gdLst>
                <a:gd name="T0" fmla="*/ 16 w 21"/>
                <a:gd name="T1" fmla="*/ 0 h 28"/>
                <a:gd name="T2" fmla="*/ 16 w 21"/>
                <a:gd name="T3" fmla="*/ 0 h 28"/>
                <a:gd name="T4" fmla="*/ 13 w 21"/>
                <a:gd name="T5" fmla="*/ 0 h 28"/>
                <a:gd name="T6" fmla="*/ 8 w 21"/>
                <a:gd name="T7" fmla="*/ 7 h 28"/>
                <a:gd name="T8" fmla="*/ 4 w 21"/>
                <a:gd name="T9" fmla="*/ 24 h 28"/>
                <a:gd name="T10" fmla="*/ 16 w 21"/>
                <a:gd name="T11" fmla="*/ 21 h 28"/>
                <a:gd name="T12" fmla="*/ 16 w 21"/>
                <a:gd name="T13" fmla="*/ 16 h 28"/>
                <a:gd name="T14" fmla="*/ 10 w 21"/>
                <a:gd name="T15" fmla="*/ 19 h 28"/>
                <a:gd name="T16" fmla="*/ 9 w 21"/>
                <a:gd name="T17" fmla="*/ 13 h 28"/>
                <a:gd name="T18" fmla="*/ 12 w 21"/>
                <a:gd name="T19" fmla="*/ 3 h 28"/>
                <a:gd name="T20" fmla="*/ 18 w 21"/>
                <a:gd name="T21" fmla="*/ 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28">
                  <a:moveTo>
                    <a:pt x="19" y="0"/>
                  </a:moveTo>
                  <a:cubicBezTo>
                    <a:pt x="19" y="0"/>
                    <a:pt x="20" y="0"/>
                    <a:pt x="19" y="0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3" y="1"/>
                    <a:pt x="10" y="4"/>
                    <a:pt x="8" y="7"/>
                  </a:cubicBezTo>
                  <a:cubicBezTo>
                    <a:pt x="5" y="11"/>
                    <a:pt x="0" y="19"/>
                    <a:pt x="4" y="24"/>
                  </a:cubicBezTo>
                  <a:cubicBezTo>
                    <a:pt x="8" y="28"/>
                    <a:pt x="16" y="26"/>
                    <a:pt x="19" y="21"/>
                  </a:cubicBezTo>
                  <a:cubicBezTo>
                    <a:pt x="19" y="20"/>
                    <a:pt x="20" y="17"/>
                    <a:pt x="19" y="16"/>
                  </a:cubicBezTo>
                  <a:cubicBezTo>
                    <a:pt x="17" y="15"/>
                    <a:pt x="14" y="18"/>
                    <a:pt x="13" y="19"/>
                  </a:cubicBezTo>
                  <a:cubicBezTo>
                    <a:pt x="8" y="21"/>
                    <a:pt x="8" y="17"/>
                    <a:pt x="9" y="13"/>
                  </a:cubicBezTo>
                  <a:cubicBezTo>
                    <a:pt x="10" y="10"/>
                    <a:pt x="12" y="5"/>
                    <a:pt x="15" y="3"/>
                  </a:cubicBezTo>
                  <a:cubicBezTo>
                    <a:pt x="16" y="1"/>
                    <a:pt x="19" y="1"/>
                    <a:pt x="21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17" name="Oval 26">
              <a:extLst>
                <a:ext uri="{FF2B5EF4-FFF2-40B4-BE49-F238E27FC236}">
                  <a16:creationId xmlns:a16="http://schemas.microsoft.com/office/drawing/2014/main" id="{1F2C1715-ABA4-4C0D-A801-73576F645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89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018" name="Oval 27">
              <a:extLst>
                <a:ext uri="{FF2B5EF4-FFF2-40B4-BE49-F238E27FC236}">
                  <a16:creationId xmlns:a16="http://schemas.microsoft.com/office/drawing/2014/main" id="{324EE3FB-E3CB-4131-AC0F-01511A520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89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019" name="Freeform 28">
              <a:extLst>
                <a:ext uri="{FF2B5EF4-FFF2-40B4-BE49-F238E27FC236}">
                  <a16:creationId xmlns:a16="http://schemas.microsoft.com/office/drawing/2014/main" id="{8EA7809B-0CA1-4B45-9E3E-65CD6E21D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042"/>
              <a:ext cx="43" cy="8"/>
            </a:xfrm>
            <a:custGeom>
              <a:avLst/>
              <a:gdLst>
                <a:gd name="T0" fmla="*/ 0 w 44"/>
                <a:gd name="T1" fmla="*/ 2 h 8"/>
                <a:gd name="T2" fmla="*/ 22 w 44"/>
                <a:gd name="T3" fmla="*/ 0 h 8"/>
                <a:gd name="T4" fmla="*/ 41 w 44"/>
                <a:gd name="T5" fmla="*/ 1 h 8"/>
                <a:gd name="T6" fmla="*/ 0 w 44"/>
                <a:gd name="T7" fmla="*/ 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8">
                  <a:moveTo>
                    <a:pt x="0" y="2"/>
                  </a:moveTo>
                  <a:cubicBezTo>
                    <a:pt x="0" y="2"/>
                    <a:pt x="11" y="0"/>
                    <a:pt x="22" y="0"/>
                  </a:cubicBezTo>
                  <a:cubicBezTo>
                    <a:pt x="32" y="0"/>
                    <a:pt x="44" y="1"/>
                    <a:pt x="44" y="1"/>
                  </a:cubicBezTo>
                  <a:cubicBezTo>
                    <a:pt x="44" y="1"/>
                    <a:pt x="22" y="8"/>
                    <a:pt x="0" y="2"/>
                  </a:cubicBezTo>
                  <a:close/>
                </a:path>
              </a:pathLst>
            </a:custGeom>
            <a:solidFill>
              <a:srgbClr val="F7D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20" name="Rectangle 29">
              <a:extLst>
                <a:ext uri="{FF2B5EF4-FFF2-40B4-BE49-F238E27FC236}">
                  <a16:creationId xmlns:a16="http://schemas.microsoft.com/office/drawing/2014/main" id="{50136609-1AAD-46E0-95B3-649F2A68A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1141"/>
              <a:ext cx="5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C2</a:t>
              </a:r>
              <a:endParaRPr lang="fr-FR" altLang="fr-FR"/>
            </a:p>
          </p:txBody>
        </p:sp>
        <p:sp>
          <p:nvSpPr>
            <p:cNvPr id="72021" name="Rectangle 30">
              <a:extLst>
                <a:ext uri="{FF2B5EF4-FFF2-40B4-BE49-F238E27FC236}">
                  <a16:creationId xmlns:a16="http://schemas.microsoft.com/office/drawing/2014/main" id="{33655161-DBB2-467F-8AA0-B133DD225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1223"/>
              <a:ext cx="5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C3</a:t>
              </a:r>
              <a:endParaRPr lang="fr-FR" altLang="fr-FR"/>
            </a:p>
          </p:txBody>
        </p:sp>
        <p:sp>
          <p:nvSpPr>
            <p:cNvPr id="72022" name="Rectangle 31">
              <a:extLst>
                <a:ext uri="{FF2B5EF4-FFF2-40B4-BE49-F238E27FC236}">
                  <a16:creationId xmlns:a16="http://schemas.microsoft.com/office/drawing/2014/main" id="{EF5B5C01-89B4-4AD1-90BC-8F02E980E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1357"/>
              <a:ext cx="5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C4</a:t>
              </a:r>
              <a:endParaRPr lang="fr-FR" altLang="fr-FR"/>
            </a:p>
          </p:txBody>
        </p:sp>
        <p:sp>
          <p:nvSpPr>
            <p:cNvPr id="72023" name="Freeform 32">
              <a:extLst>
                <a:ext uri="{FF2B5EF4-FFF2-40B4-BE49-F238E27FC236}">
                  <a16:creationId xmlns:a16="http://schemas.microsoft.com/office/drawing/2014/main" id="{60376558-4E92-411D-BE98-15B18409A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529"/>
              <a:ext cx="138" cy="194"/>
            </a:xfrm>
            <a:custGeom>
              <a:avLst/>
              <a:gdLst>
                <a:gd name="T0" fmla="*/ 19 w 139"/>
                <a:gd name="T1" fmla="*/ 0 h 195"/>
                <a:gd name="T2" fmla="*/ 40 w 139"/>
                <a:gd name="T3" fmla="*/ 147 h 195"/>
                <a:gd name="T4" fmla="*/ 136 w 139"/>
                <a:gd name="T5" fmla="*/ 189 h 195"/>
                <a:gd name="T6" fmla="*/ 19 w 139"/>
                <a:gd name="T7" fmla="*/ 0 h 1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195">
                  <a:moveTo>
                    <a:pt x="19" y="0"/>
                  </a:moveTo>
                  <a:cubicBezTo>
                    <a:pt x="19" y="0"/>
                    <a:pt x="4" y="104"/>
                    <a:pt x="40" y="150"/>
                  </a:cubicBezTo>
                  <a:cubicBezTo>
                    <a:pt x="76" y="195"/>
                    <a:pt x="139" y="192"/>
                    <a:pt x="139" y="192"/>
                  </a:cubicBezTo>
                  <a:cubicBezTo>
                    <a:pt x="139" y="192"/>
                    <a:pt x="0" y="174"/>
                    <a:pt x="19" y="0"/>
                  </a:cubicBezTo>
                  <a:close/>
                </a:path>
              </a:pathLst>
            </a:custGeom>
            <a:solidFill>
              <a:srgbClr val="F9E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24" name="Freeform 33">
              <a:extLst>
                <a:ext uri="{FF2B5EF4-FFF2-40B4-BE49-F238E27FC236}">
                  <a16:creationId xmlns:a16="http://schemas.microsoft.com/office/drawing/2014/main" id="{0F763810-ED6B-4E8B-B6D6-8CE6ADFC1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716"/>
              <a:ext cx="49" cy="319"/>
            </a:xfrm>
            <a:custGeom>
              <a:avLst/>
              <a:gdLst>
                <a:gd name="T0" fmla="*/ 0 w 50"/>
                <a:gd name="T1" fmla="*/ 0 h 321"/>
                <a:gd name="T2" fmla="*/ 9 w 50"/>
                <a:gd name="T3" fmla="*/ 118 h 321"/>
                <a:gd name="T4" fmla="*/ 0 w 50"/>
                <a:gd name="T5" fmla="*/ 315 h 321"/>
                <a:gd name="T6" fmla="*/ 0 w 50"/>
                <a:gd name="T7" fmla="*/ 0 h 3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21">
                  <a:moveTo>
                    <a:pt x="0" y="0"/>
                  </a:moveTo>
                  <a:cubicBezTo>
                    <a:pt x="0" y="0"/>
                    <a:pt x="3" y="79"/>
                    <a:pt x="9" y="121"/>
                  </a:cubicBezTo>
                  <a:cubicBezTo>
                    <a:pt x="16" y="163"/>
                    <a:pt x="18" y="285"/>
                    <a:pt x="0" y="321"/>
                  </a:cubicBezTo>
                  <a:cubicBezTo>
                    <a:pt x="0" y="321"/>
                    <a:pt x="50" y="236"/>
                    <a:pt x="0" y="0"/>
                  </a:cubicBezTo>
                  <a:close/>
                </a:path>
              </a:pathLst>
            </a:custGeom>
            <a:solidFill>
              <a:srgbClr val="F9E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25" name="Rectangle 34">
              <a:extLst>
                <a:ext uri="{FF2B5EF4-FFF2-40B4-BE49-F238E27FC236}">
                  <a16:creationId xmlns:a16="http://schemas.microsoft.com/office/drawing/2014/main" id="{68EDA1C9-C087-4FC0-8FB3-3D8A77285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1433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T2</a:t>
              </a:r>
              <a:endParaRPr lang="fr-FR" altLang="fr-FR"/>
            </a:p>
          </p:txBody>
        </p:sp>
        <p:sp>
          <p:nvSpPr>
            <p:cNvPr id="72026" name="Rectangle 35">
              <a:extLst>
                <a:ext uri="{FF2B5EF4-FFF2-40B4-BE49-F238E27FC236}">
                  <a16:creationId xmlns:a16="http://schemas.microsoft.com/office/drawing/2014/main" id="{2DC291A9-D79B-4F17-A92C-B06748FE6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489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T3</a:t>
              </a:r>
              <a:endParaRPr lang="fr-FR" altLang="fr-FR"/>
            </a:p>
          </p:txBody>
        </p:sp>
        <p:sp>
          <p:nvSpPr>
            <p:cNvPr id="72027" name="Rectangle 36">
              <a:extLst>
                <a:ext uri="{FF2B5EF4-FFF2-40B4-BE49-F238E27FC236}">
                  <a16:creationId xmlns:a16="http://schemas.microsoft.com/office/drawing/2014/main" id="{8E7E7DB3-9DD7-4BE3-8E28-007FE9B04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542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T4</a:t>
              </a:r>
              <a:endParaRPr lang="fr-FR" altLang="fr-FR"/>
            </a:p>
          </p:txBody>
        </p:sp>
        <p:sp>
          <p:nvSpPr>
            <p:cNvPr id="72028" name="Rectangle 37">
              <a:extLst>
                <a:ext uri="{FF2B5EF4-FFF2-40B4-BE49-F238E27FC236}">
                  <a16:creationId xmlns:a16="http://schemas.microsoft.com/office/drawing/2014/main" id="{72AC289E-F6A9-4B5D-871F-0F80632EC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626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T5</a:t>
              </a:r>
              <a:endParaRPr lang="fr-FR" altLang="fr-FR"/>
            </a:p>
          </p:txBody>
        </p:sp>
        <p:sp>
          <p:nvSpPr>
            <p:cNvPr id="72029" name="Rectangle 38">
              <a:extLst>
                <a:ext uri="{FF2B5EF4-FFF2-40B4-BE49-F238E27FC236}">
                  <a16:creationId xmlns:a16="http://schemas.microsoft.com/office/drawing/2014/main" id="{D0849DBE-B1CE-4769-9559-B15D4A391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726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T6</a:t>
              </a:r>
              <a:endParaRPr lang="fr-FR" altLang="fr-FR"/>
            </a:p>
          </p:txBody>
        </p:sp>
        <p:sp>
          <p:nvSpPr>
            <p:cNvPr id="72030" name="Rectangle 39">
              <a:extLst>
                <a:ext uri="{FF2B5EF4-FFF2-40B4-BE49-F238E27FC236}">
                  <a16:creationId xmlns:a16="http://schemas.microsoft.com/office/drawing/2014/main" id="{8D343C89-6BDA-4BA6-AEC9-3E5B62F4E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789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T7</a:t>
              </a:r>
              <a:endParaRPr lang="fr-FR" altLang="fr-FR"/>
            </a:p>
          </p:txBody>
        </p:sp>
        <p:sp>
          <p:nvSpPr>
            <p:cNvPr id="72031" name="Rectangle 40">
              <a:extLst>
                <a:ext uri="{FF2B5EF4-FFF2-40B4-BE49-F238E27FC236}">
                  <a16:creationId xmlns:a16="http://schemas.microsoft.com/office/drawing/2014/main" id="{1D0C6431-9363-4BAF-BA5D-C9E4C3863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850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T8</a:t>
              </a:r>
              <a:endParaRPr lang="fr-FR" altLang="fr-FR"/>
            </a:p>
          </p:txBody>
        </p:sp>
        <p:sp>
          <p:nvSpPr>
            <p:cNvPr id="72032" name="Rectangle 41">
              <a:extLst>
                <a:ext uri="{FF2B5EF4-FFF2-40B4-BE49-F238E27FC236}">
                  <a16:creationId xmlns:a16="http://schemas.microsoft.com/office/drawing/2014/main" id="{F747EAE1-83BF-402C-A0BE-16501B0DF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923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T9</a:t>
              </a:r>
              <a:endParaRPr lang="fr-FR" altLang="fr-FR"/>
            </a:p>
          </p:txBody>
        </p:sp>
        <p:sp>
          <p:nvSpPr>
            <p:cNvPr id="72033" name="Rectangle 42">
              <a:extLst>
                <a:ext uri="{FF2B5EF4-FFF2-40B4-BE49-F238E27FC236}">
                  <a16:creationId xmlns:a16="http://schemas.microsoft.com/office/drawing/2014/main" id="{13243DF3-EC28-4694-A85A-4F4875761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2021"/>
              <a:ext cx="77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T10</a:t>
              </a:r>
              <a:endParaRPr lang="fr-FR" altLang="fr-FR"/>
            </a:p>
          </p:txBody>
        </p:sp>
        <p:sp>
          <p:nvSpPr>
            <p:cNvPr id="72034" name="Rectangle 43">
              <a:extLst>
                <a:ext uri="{FF2B5EF4-FFF2-40B4-BE49-F238E27FC236}">
                  <a16:creationId xmlns:a16="http://schemas.microsoft.com/office/drawing/2014/main" id="{C0F97523-E05E-4AF4-995A-DB859B8E6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2115"/>
              <a:ext cx="77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T11</a:t>
              </a:r>
              <a:endParaRPr lang="fr-FR" altLang="fr-FR"/>
            </a:p>
          </p:txBody>
        </p:sp>
        <p:sp>
          <p:nvSpPr>
            <p:cNvPr id="72035" name="Rectangle 44">
              <a:extLst>
                <a:ext uri="{FF2B5EF4-FFF2-40B4-BE49-F238E27FC236}">
                  <a16:creationId xmlns:a16="http://schemas.microsoft.com/office/drawing/2014/main" id="{A859E2BE-1327-48BC-8718-9DAE28526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2207"/>
              <a:ext cx="77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T12</a:t>
              </a:r>
              <a:endParaRPr lang="fr-FR" altLang="fr-FR"/>
            </a:p>
          </p:txBody>
        </p:sp>
        <p:sp>
          <p:nvSpPr>
            <p:cNvPr id="72036" name="Rectangle 45">
              <a:extLst>
                <a:ext uri="{FF2B5EF4-FFF2-40B4-BE49-F238E27FC236}">
                  <a16:creationId xmlns:a16="http://schemas.microsoft.com/office/drawing/2014/main" id="{FDCF67B2-2BC9-4C3B-8730-81E2CAE21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1750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T2</a:t>
              </a:r>
              <a:endParaRPr lang="fr-FR" altLang="fr-FR"/>
            </a:p>
          </p:txBody>
        </p:sp>
        <p:sp>
          <p:nvSpPr>
            <p:cNvPr id="72037" name="Rectangle 46">
              <a:extLst>
                <a:ext uri="{FF2B5EF4-FFF2-40B4-BE49-F238E27FC236}">
                  <a16:creationId xmlns:a16="http://schemas.microsoft.com/office/drawing/2014/main" id="{579F8A16-B44F-44E3-B7FE-DB9A6D7BA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750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T2</a:t>
              </a:r>
              <a:endParaRPr lang="fr-FR" altLang="fr-FR"/>
            </a:p>
          </p:txBody>
        </p:sp>
        <p:sp>
          <p:nvSpPr>
            <p:cNvPr id="72038" name="Rectangle 47">
              <a:extLst>
                <a:ext uri="{FF2B5EF4-FFF2-40B4-BE49-F238E27FC236}">
                  <a16:creationId xmlns:a16="http://schemas.microsoft.com/office/drawing/2014/main" id="{03510B7F-8008-4FF4-B8FF-B301A6E90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" y="2073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T1</a:t>
              </a:r>
              <a:endParaRPr lang="fr-FR" altLang="fr-FR"/>
            </a:p>
          </p:txBody>
        </p:sp>
        <p:sp>
          <p:nvSpPr>
            <p:cNvPr id="72039" name="Rectangle 48">
              <a:extLst>
                <a:ext uri="{FF2B5EF4-FFF2-40B4-BE49-F238E27FC236}">
                  <a16:creationId xmlns:a16="http://schemas.microsoft.com/office/drawing/2014/main" id="{86C74911-88B2-426E-9D3D-51813873C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1" y="2423"/>
              <a:ext cx="5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C7</a:t>
              </a:r>
              <a:endParaRPr lang="fr-FR" altLang="fr-FR"/>
            </a:p>
          </p:txBody>
        </p:sp>
        <p:sp>
          <p:nvSpPr>
            <p:cNvPr id="72040" name="Rectangle 49">
              <a:extLst>
                <a:ext uri="{FF2B5EF4-FFF2-40B4-BE49-F238E27FC236}">
                  <a16:creationId xmlns:a16="http://schemas.microsoft.com/office/drawing/2014/main" id="{D4DB1848-F8D3-4D64-96AA-BDA1AD1E6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2423"/>
              <a:ext cx="5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C7</a:t>
              </a:r>
              <a:endParaRPr lang="fr-FR" altLang="fr-FR"/>
            </a:p>
          </p:txBody>
        </p:sp>
        <p:sp>
          <p:nvSpPr>
            <p:cNvPr id="72041" name="Rectangle 50">
              <a:extLst>
                <a:ext uri="{FF2B5EF4-FFF2-40B4-BE49-F238E27FC236}">
                  <a16:creationId xmlns:a16="http://schemas.microsoft.com/office/drawing/2014/main" id="{E3FAEAE3-80AC-4158-A309-D1A844D3B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5" y="2403"/>
              <a:ext cx="5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C8</a:t>
              </a:r>
              <a:endParaRPr lang="fr-FR" altLang="fr-FR"/>
            </a:p>
          </p:txBody>
        </p:sp>
        <p:sp>
          <p:nvSpPr>
            <p:cNvPr id="72042" name="Rectangle 51">
              <a:extLst>
                <a:ext uri="{FF2B5EF4-FFF2-40B4-BE49-F238E27FC236}">
                  <a16:creationId xmlns:a16="http://schemas.microsoft.com/office/drawing/2014/main" id="{0B7BE55B-67F3-4D36-90CA-2E41A36F0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2403"/>
              <a:ext cx="5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C8</a:t>
              </a:r>
              <a:endParaRPr lang="fr-FR" altLang="fr-FR"/>
            </a:p>
          </p:txBody>
        </p:sp>
        <p:sp>
          <p:nvSpPr>
            <p:cNvPr id="72043" name="Rectangle 52">
              <a:extLst>
                <a:ext uri="{FF2B5EF4-FFF2-40B4-BE49-F238E27FC236}">
                  <a16:creationId xmlns:a16="http://schemas.microsoft.com/office/drawing/2014/main" id="{136E5B11-401F-4733-8CB4-293D6F94F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045"/>
              <a:ext cx="5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C6</a:t>
              </a:r>
              <a:endParaRPr lang="fr-FR" altLang="fr-FR"/>
            </a:p>
          </p:txBody>
        </p:sp>
        <p:sp>
          <p:nvSpPr>
            <p:cNvPr id="72044" name="Rectangle 53">
              <a:extLst>
                <a:ext uri="{FF2B5EF4-FFF2-40B4-BE49-F238E27FC236}">
                  <a16:creationId xmlns:a16="http://schemas.microsoft.com/office/drawing/2014/main" id="{91803598-A97C-46AE-8B5C-5F684F3EB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2045"/>
              <a:ext cx="5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C6</a:t>
              </a:r>
              <a:endParaRPr lang="fr-FR" altLang="fr-FR"/>
            </a:p>
          </p:txBody>
        </p:sp>
        <p:sp>
          <p:nvSpPr>
            <p:cNvPr id="72045" name="Rectangle 54">
              <a:extLst>
                <a:ext uri="{FF2B5EF4-FFF2-40B4-BE49-F238E27FC236}">
                  <a16:creationId xmlns:a16="http://schemas.microsoft.com/office/drawing/2014/main" id="{E4C6D7C7-25CF-4782-8CB3-58BFD6D58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" y="2352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L2</a:t>
              </a:r>
              <a:endParaRPr lang="fr-FR" altLang="fr-FR"/>
            </a:p>
          </p:txBody>
        </p:sp>
        <p:sp>
          <p:nvSpPr>
            <p:cNvPr id="72046" name="Rectangle 55">
              <a:extLst>
                <a:ext uri="{FF2B5EF4-FFF2-40B4-BE49-F238E27FC236}">
                  <a16:creationId xmlns:a16="http://schemas.microsoft.com/office/drawing/2014/main" id="{8B0735DC-F5D0-4566-B185-9399D22B9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2352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L2</a:t>
              </a:r>
              <a:endParaRPr lang="fr-FR" altLang="fr-FR"/>
            </a:p>
          </p:txBody>
        </p:sp>
        <p:sp>
          <p:nvSpPr>
            <p:cNvPr id="72047" name="Rectangle 56">
              <a:extLst>
                <a:ext uri="{FF2B5EF4-FFF2-40B4-BE49-F238E27FC236}">
                  <a16:creationId xmlns:a16="http://schemas.microsoft.com/office/drawing/2014/main" id="{FA855335-498A-4D8B-B37A-E1892395D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2205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L1</a:t>
              </a:r>
              <a:endParaRPr lang="fr-FR" altLang="fr-FR"/>
            </a:p>
          </p:txBody>
        </p:sp>
        <p:sp>
          <p:nvSpPr>
            <p:cNvPr id="72048" name="Rectangle 57">
              <a:extLst>
                <a:ext uri="{FF2B5EF4-FFF2-40B4-BE49-F238E27FC236}">
                  <a16:creationId xmlns:a16="http://schemas.microsoft.com/office/drawing/2014/main" id="{4C8BC21E-D7EE-4830-B0BF-28A4C2136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2318"/>
              <a:ext cx="51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S2</a:t>
              </a:r>
              <a:endParaRPr lang="fr-FR" altLang="fr-FR"/>
            </a:p>
          </p:txBody>
        </p:sp>
        <p:sp>
          <p:nvSpPr>
            <p:cNvPr id="72049" name="Rectangle 58">
              <a:extLst>
                <a:ext uri="{FF2B5EF4-FFF2-40B4-BE49-F238E27FC236}">
                  <a16:creationId xmlns:a16="http://schemas.microsoft.com/office/drawing/2014/main" id="{9690093A-C153-48AB-A81F-E3DBD8C1A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2413"/>
              <a:ext cx="51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S1</a:t>
              </a:r>
              <a:endParaRPr lang="fr-FR" altLang="fr-FR"/>
            </a:p>
          </p:txBody>
        </p:sp>
        <p:sp>
          <p:nvSpPr>
            <p:cNvPr id="72050" name="Rectangle 59">
              <a:extLst>
                <a:ext uri="{FF2B5EF4-FFF2-40B4-BE49-F238E27FC236}">
                  <a16:creationId xmlns:a16="http://schemas.microsoft.com/office/drawing/2014/main" id="{970F70A7-5108-4ED9-80D9-58F5095DE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8" y="2670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L3</a:t>
              </a:r>
              <a:endParaRPr lang="fr-FR" altLang="fr-FR"/>
            </a:p>
          </p:txBody>
        </p:sp>
        <p:sp>
          <p:nvSpPr>
            <p:cNvPr id="72051" name="Rectangle 60">
              <a:extLst>
                <a:ext uri="{FF2B5EF4-FFF2-40B4-BE49-F238E27FC236}">
                  <a16:creationId xmlns:a16="http://schemas.microsoft.com/office/drawing/2014/main" id="{DF99C5D2-0A87-4EFC-AB64-C196DF1E1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670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L3</a:t>
              </a:r>
              <a:endParaRPr lang="fr-FR" altLang="fr-FR"/>
            </a:p>
          </p:txBody>
        </p:sp>
        <p:sp>
          <p:nvSpPr>
            <p:cNvPr id="72052" name="Rectangle 61">
              <a:extLst>
                <a:ext uri="{FF2B5EF4-FFF2-40B4-BE49-F238E27FC236}">
                  <a16:creationId xmlns:a16="http://schemas.microsoft.com/office/drawing/2014/main" id="{114B507D-77E4-4038-B8A5-BE67A1086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3218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L4</a:t>
              </a:r>
              <a:endParaRPr lang="fr-FR" altLang="fr-FR"/>
            </a:p>
          </p:txBody>
        </p:sp>
        <p:sp>
          <p:nvSpPr>
            <p:cNvPr id="72053" name="Rectangle 62">
              <a:extLst>
                <a:ext uri="{FF2B5EF4-FFF2-40B4-BE49-F238E27FC236}">
                  <a16:creationId xmlns:a16="http://schemas.microsoft.com/office/drawing/2014/main" id="{6DF6FD2E-4DB2-4CEF-9532-17517000E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3218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L4</a:t>
              </a:r>
              <a:endParaRPr lang="fr-FR" altLang="fr-FR"/>
            </a:p>
          </p:txBody>
        </p:sp>
        <p:sp>
          <p:nvSpPr>
            <p:cNvPr id="72054" name="Rectangle 63">
              <a:extLst>
                <a:ext uri="{FF2B5EF4-FFF2-40B4-BE49-F238E27FC236}">
                  <a16:creationId xmlns:a16="http://schemas.microsoft.com/office/drawing/2014/main" id="{22D3B5AF-EE14-4779-A08F-5775F00CE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3365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L5</a:t>
              </a:r>
              <a:endParaRPr lang="fr-FR" altLang="fr-FR"/>
            </a:p>
          </p:txBody>
        </p:sp>
        <p:sp>
          <p:nvSpPr>
            <p:cNvPr id="72055" name="Rectangle 64">
              <a:extLst>
                <a:ext uri="{FF2B5EF4-FFF2-40B4-BE49-F238E27FC236}">
                  <a16:creationId xmlns:a16="http://schemas.microsoft.com/office/drawing/2014/main" id="{B6054B00-2E84-4DE8-8370-A9EE00134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3365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L5</a:t>
              </a:r>
              <a:endParaRPr lang="fr-FR" altLang="fr-FR"/>
            </a:p>
          </p:txBody>
        </p:sp>
        <p:sp>
          <p:nvSpPr>
            <p:cNvPr id="72056" name="Rectangle 65">
              <a:extLst>
                <a:ext uri="{FF2B5EF4-FFF2-40B4-BE49-F238E27FC236}">
                  <a16:creationId xmlns:a16="http://schemas.microsoft.com/office/drawing/2014/main" id="{1B0AC0AF-2066-40C4-9A76-2750E97A0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3676"/>
              <a:ext cx="51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S1</a:t>
              </a:r>
              <a:endParaRPr lang="fr-FR" altLang="fr-FR"/>
            </a:p>
          </p:txBody>
        </p:sp>
        <p:sp>
          <p:nvSpPr>
            <p:cNvPr id="72057" name="Rectangle 66">
              <a:extLst>
                <a:ext uri="{FF2B5EF4-FFF2-40B4-BE49-F238E27FC236}">
                  <a16:creationId xmlns:a16="http://schemas.microsoft.com/office/drawing/2014/main" id="{2812B545-8C07-4F53-8574-012F52C3EE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0" y="3676"/>
              <a:ext cx="51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S1</a:t>
              </a:r>
              <a:endParaRPr lang="fr-FR" altLang="fr-FR"/>
            </a:p>
          </p:txBody>
        </p:sp>
        <p:sp>
          <p:nvSpPr>
            <p:cNvPr id="72058" name="Freeform 67">
              <a:extLst>
                <a:ext uri="{FF2B5EF4-FFF2-40B4-BE49-F238E27FC236}">
                  <a16:creationId xmlns:a16="http://schemas.microsoft.com/office/drawing/2014/main" id="{2E3FA1BC-9334-4550-ADC5-1318ACFD3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501"/>
              <a:ext cx="29" cy="306"/>
            </a:xfrm>
            <a:custGeom>
              <a:avLst/>
              <a:gdLst>
                <a:gd name="T0" fmla="*/ 22 w 30"/>
                <a:gd name="T1" fmla="*/ 0 h 308"/>
                <a:gd name="T2" fmla="*/ 14 w 30"/>
                <a:gd name="T3" fmla="*/ 302 h 308"/>
                <a:gd name="T4" fmla="*/ 22 w 30"/>
                <a:gd name="T5" fmla="*/ 0 h 3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8">
                  <a:moveTo>
                    <a:pt x="25" y="0"/>
                  </a:moveTo>
                  <a:cubicBezTo>
                    <a:pt x="25" y="0"/>
                    <a:pt x="30" y="223"/>
                    <a:pt x="14" y="308"/>
                  </a:cubicBezTo>
                  <a:cubicBezTo>
                    <a:pt x="14" y="308"/>
                    <a:pt x="0" y="41"/>
                    <a:pt x="25" y="0"/>
                  </a:cubicBezTo>
                  <a:close/>
                </a:path>
              </a:pathLst>
            </a:custGeom>
            <a:solidFill>
              <a:srgbClr val="51A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59" name="Freeform 68">
              <a:extLst>
                <a:ext uri="{FF2B5EF4-FFF2-40B4-BE49-F238E27FC236}">
                  <a16:creationId xmlns:a16="http://schemas.microsoft.com/office/drawing/2014/main" id="{3AF08D4B-CDDC-494D-AA5D-EA9A5929E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3074"/>
              <a:ext cx="76" cy="60"/>
            </a:xfrm>
            <a:custGeom>
              <a:avLst/>
              <a:gdLst>
                <a:gd name="T0" fmla="*/ 0 w 77"/>
                <a:gd name="T1" fmla="*/ 0 h 60"/>
                <a:gd name="T2" fmla="*/ 74 w 77"/>
                <a:gd name="T3" fmla="*/ 32 h 60"/>
                <a:gd name="T4" fmla="*/ 0 w 77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60">
                  <a:moveTo>
                    <a:pt x="0" y="0"/>
                  </a:moveTo>
                  <a:cubicBezTo>
                    <a:pt x="0" y="0"/>
                    <a:pt x="0" y="38"/>
                    <a:pt x="77" y="32"/>
                  </a:cubicBezTo>
                  <a:cubicBezTo>
                    <a:pt x="77" y="32"/>
                    <a:pt x="7" y="60"/>
                    <a:pt x="0" y="0"/>
                  </a:cubicBezTo>
                  <a:close/>
                </a:path>
              </a:pathLst>
            </a:custGeom>
            <a:solidFill>
              <a:srgbClr val="51A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60" name="Freeform 69">
              <a:extLst>
                <a:ext uri="{FF2B5EF4-FFF2-40B4-BE49-F238E27FC236}">
                  <a16:creationId xmlns:a16="http://schemas.microsoft.com/office/drawing/2014/main" id="{F2A87961-3BD3-4808-B871-4F8091634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3081"/>
              <a:ext cx="66" cy="41"/>
            </a:xfrm>
            <a:custGeom>
              <a:avLst/>
              <a:gdLst>
                <a:gd name="T0" fmla="*/ 0 w 67"/>
                <a:gd name="T1" fmla="*/ 0 h 41"/>
                <a:gd name="T2" fmla="*/ 64 w 67"/>
                <a:gd name="T3" fmla="*/ 8 h 41"/>
                <a:gd name="T4" fmla="*/ 0 w 67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41">
                  <a:moveTo>
                    <a:pt x="0" y="0"/>
                  </a:moveTo>
                  <a:cubicBezTo>
                    <a:pt x="0" y="0"/>
                    <a:pt x="35" y="24"/>
                    <a:pt x="67" y="8"/>
                  </a:cubicBezTo>
                  <a:cubicBezTo>
                    <a:pt x="67" y="8"/>
                    <a:pt x="44" y="41"/>
                    <a:pt x="0" y="0"/>
                  </a:cubicBezTo>
                  <a:close/>
                </a:path>
              </a:pathLst>
            </a:custGeom>
            <a:solidFill>
              <a:srgbClr val="51A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61" name="Freeform 70">
              <a:extLst>
                <a:ext uri="{FF2B5EF4-FFF2-40B4-BE49-F238E27FC236}">
                  <a16:creationId xmlns:a16="http://schemas.microsoft.com/office/drawing/2014/main" id="{461357DB-096E-41C1-A7EB-ED7AD04EB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216"/>
              <a:ext cx="35" cy="226"/>
            </a:xfrm>
            <a:custGeom>
              <a:avLst/>
              <a:gdLst>
                <a:gd name="T0" fmla="*/ 0 w 36"/>
                <a:gd name="T1" fmla="*/ 0 h 228"/>
                <a:gd name="T2" fmla="*/ 11 w 36"/>
                <a:gd name="T3" fmla="*/ 222 h 228"/>
                <a:gd name="T4" fmla="*/ 0 w 36"/>
                <a:gd name="T5" fmla="*/ 0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28">
                  <a:moveTo>
                    <a:pt x="0" y="0"/>
                  </a:moveTo>
                  <a:cubicBezTo>
                    <a:pt x="0" y="0"/>
                    <a:pt x="36" y="154"/>
                    <a:pt x="11" y="228"/>
                  </a:cubicBezTo>
                  <a:cubicBezTo>
                    <a:pt x="11" y="228"/>
                    <a:pt x="18" y="121"/>
                    <a:pt x="0" y="0"/>
                  </a:cubicBezTo>
                  <a:close/>
                </a:path>
              </a:pathLst>
            </a:custGeom>
            <a:solidFill>
              <a:srgbClr val="51A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62" name="Freeform 71">
              <a:extLst>
                <a:ext uri="{FF2B5EF4-FFF2-40B4-BE49-F238E27FC236}">
                  <a16:creationId xmlns:a16="http://schemas.microsoft.com/office/drawing/2014/main" id="{AC3F11D7-36FE-4329-B686-238B9E68B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856"/>
              <a:ext cx="39" cy="127"/>
            </a:xfrm>
            <a:custGeom>
              <a:avLst/>
              <a:gdLst>
                <a:gd name="T0" fmla="*/ 35 w 40"/>
                <a:gd name="T1" fmla="*/ 0 h 127"/>
                <a:gd name="T2" fmla="*/ 37 w 40"/>
                <a:gd name="T3" fmla="*/ 17 h 127"/>
                <a:gd name="T4" fmla="*/ 19 w 40"/>
                <a:gd name="T5" fmla="*/ 39 h 127"/>
                <a:gd name="T6" fmla="*/ 11 w 40"/>
                <a:gd name="T7" fmla="*/ 67 h 127"/>
                <a:gd name="T8" fmla="*/ 10 w 40"/>
                <a:gd name="T9" fmla="*/ 98 h 127"/>
                <a:gd name="T10" fmla="*/ 0 w 40"/>
                <a:gd name="T11" fmla="*/ 127 h 127"/>
                <a:gd name="T12" fmla="*/ 3 w 40"/>
                <a:gd name="T13" fmla="*/ 105 h 127"/>
                <a:gd name="T14" fmla="*/ 7 w 40"/>
                <a:gd name="T15" fmla="*/ 88 h 127"/>
                <a:gd name="T16" fmla="*/ 7 w 40"/>
                <a:gd name="T17" fmla="*/ 56 h 127"/>
                <a:gd name="T18" fmla="*/ 20 w 40"/>
                <a:gd name="T19" fmla="*/ 25 h 127"/>
                <a:gd name="T20" fmla="*/ 35 w 40"/>
                <a:gd name="T21" fmla="*/ 2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27">
                  <a:moveTo>
                    <a:pt x="38" y="0"/>
                  </a:moveTo>
                  <a:cubicBezTo>
                    <a:pt x="37" y="5"/>
                    <a:pt x="38" y="13"/>
                    <a:pt x="40" y="17"/>
                  </a:cubicBezTo>
                  <a:cubicBezTo>
                    <a:pt x="34" y="26"/>
                    <a:pt x="24" y="30"/>
                    <a:pt x="19" y="39"/>
                  </a:cubicBezTo>
                  <a:cubicBezTo>
                    <a:pt x="15" y="47"/>
                    <a:pt x="12" y="58"/>
                    <a:pt x="11" y="67"/>
                  </a:cubicBezTo>
                  <a:cubicBezTo>
                    <a:pt x="11" y="77"/>
                    <a:pt x="13" y="87"/>
                    <a:pt x="10" y="98"/>
                  </a:cubicBezTo>
                  <a:cubicBezTo>
                    <a:pt x="8" y="108"/>
                    <a:pt x="0" y="116"/>
                    <a:pt x="0" y="127"/>
                  </a:cubicBezTo>
                  <a:cubicBezTo>
                    <a:pt x="0" y="119"/>
                    <a:pt x="0" y="113"/>
                    <a:pt x="3" y="105"/>
                  </a:cubicBezTo>
                  <a:cubicBezTo>
                    <a:pt x="5" y="99"/>
                    <a:pt x="7" y="94"/>
                    <a:pt x="7" y="88"/>
                  </a:cubicBezTo>
                  <a:cubicBezTo>
                    <a:pt x="8" y="77"/>
                    <a:pt x="5" y="67"/>
                    <a:pt x="7" y="56"/>
                  </a:cubicBezTo>
                  <a:cubicBezTo>
                    <a:pt x="10" y="44"/>
                    <a:pt x="16" y="35"/>
                    <a:pt x="23" y="25"/>
                  </a:cubicBezTo>
                  <a:cubicBezTo>
                    <a:pt x="27" y="18"/>
                    <a:pt x="35" y="10"/>
                    <a:pt x="38" y="2"/>
                  </a:cubicBezTo>
                </a:path>
              </a:pathLst>
            </a:custGeom>
            <a:solidFill>
              <a:srgbClr val="51A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63" name="Freeform 72">
              <a:extLst>
                <a:ext uri="{FF2B5EF4-FFF2-40B4-BE49-F238E27FC236}">
                  <a16:creationId xmlns:a16="http://schemas.microsoft.com/office/drawing/2014/main" id="{3591CC9C-D1E9-437B-BDF9-2FDD7E449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4026"/>
              <a:ext cx="63" cy="27"/>
            </a:xfrm>
            <a:custGeom>
              <a:avLst/>
              <a:gdLst>
                <a:gd name="T0" fmla="*/ 0 w 63"/>
                <a:gd name="T1" fmla="*/ 13 h 27"/>
                <a:gd name="T2" fmla="*/ 38 w 63"/>
                <a:gd name="T3" fmla="*/ 24 h 27"/>
                <a:gd name="T4" fmla="*/ 63 w 63"/>
                <a:gd name="T5" fmla="*/ 0 h 27"/>
                <a:gd name="T6" fmla="*/ 28 w 63"/>
                <a:gd name="T7" fmla="*/ 18 h 27"/>
                <a:gd name="T8" fmla="*/ 4 w 63"/>
                <a:gd name="T9" fmla="*/ 1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7">
                  <a:moveTo>
                    <a:pt x="0" y="13"/>
                  </a:moveTo>
                  <a:cubicBezTo>
                    <a:pt x="12" y="25"/>
                    <a:pt x="23" y="27"/>
                    <a:pt x="38" y="24"/>
                  </a:cubicBezTo>
                  <a:cubicBezTo>
                    <a:pt x="49" y="22"/>
                    <a:pt x="60" y="10"/>
                    <a:pt x="63" y="0"/>
                  </a:cubicBezTo>
                  <a:cubicBezTo>
                    <a:pt x="51" y="6"/>
                    <a:pt x="43" y="17"/>
                    <a:pt x="28" y="18"/>
                  </a:cubicBezTo>
                  <a:cubicBezTo>
                    <a:pt x="20" y="19"/>
                    <a:pt x="11" y="16"/>
                    <a:pt x="4" y="13"/>
                  </a:cubicBezTo>
                </a:path>
              </a:pathLst>
            </a:custGeom>
            <a:solidFill>
              <a:srgbClr val="51A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64" name="Freeform 73">
              <a:extLst>
                <a:ext uri="{FF2B5EF4-FFF2-40B4-BE49-F238E27FC236}">
                  <a16:creationId xmlns:a16="http://schemas.microsoft.com/office/drawing/2014/main" id="{A22315E2-89CD-4117-9C20-0D6D050D2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4033"/>
              <a:ext cx="31" cy="18"/>
            </a:xfrm>
            <a:custGeom>
              <a:avLst/>
              <a:gdLst>
                <a:gd name="T0" fmla="*/ 5 w 32"/>
                <a:gd name="T1" fmla="*/ 0 h 18"/>
                <a:gd name="T2" fmla="*/ 29 w 32"/>
                <a:gd name="T3" fmla="*/ 10 h 18"/>
                <a:gd name="T4" fmla="*/ 5 w 32"/>
                <a:gd name="T5" fmla="*/ 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5" y="0"/>
                  </a:moveTo>
                  <a:cubicBezTo>
                    <a:pt x="0" y="10"/>
                    <a:pt x="26" y="18"/>
                    <a:pt x="32" y="10"/>
                  </a:cubicBezTo>
                  <a:cubicBezTo>
                    <a:pt x="23" y="5"/>
                    <a:pt x="12" y="10"/>
                    <a:pt x="5" y="1"/>
                  </a:cubicBezTo>
                </a:path>
              </a:pathLst>
            </a:custGeom>
            <a:solidFill>
              <a:srgbClr val="51A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65" name="Freeform 74">
              <a:extLst>
                <a:ext uri="{FF2B5EF4-FFF2-40B4-BE49-F238E27FC236}">
                  <a16:creationId xmlns:a16="http://schemas.microsoft.com/office/drawing/2014/main" id="{8DDF1572-3CA6-4899-AD52-A1CCC3D6B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4031"/>
              <a:ext cx="23" cy="11"/>
            </a:xfrm>
            <a:custGeom>
              <a:avLst/>
              <a:gdLst>
                <a:gd name="T0" fmla="*/ 0 w 23"/>
                <a:gd name="T1" fmla="*/ 0 h 11"/>
                <a:gd name="T2" fmla="*/ 23 w 23"/>
                <a:gd name="T3" fmla="*/ 3 h 11"/>
                <a:gd name="T4" fmla="*/ 2 w 2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1">
                  <a:moveTo>
                    <a:pt x="0" y="0"/>
                  </a:moveTo>
                  <a:cubicBezTo>
                    <a:pt x="0" y="9"/>
                    <a:pt x="21" y="11"/>
                    <a:pt x="23" y="3"/>
                  </a:cubicBezTo>
                  <a:cubicBezTo>
                    <a:pt x="16" y="4"/>
                    <a:pt x="8" y="4"/>
                    <a:pt x="2" y="0"/>
                  </a:cubicBezTo>
                </a:path>
              </a:pathLst>
            </a:custGeom>
            <a:solidFill>
              <a:srgbClr val="51A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66" name="Freeform 75">
              <a:extLst>
                <a:ext uri="{FF2B5EF4-FFF2-40B4-BE49-F238E27FC236}">
                  <a16:creationId xmlns:a16="http://schemas.microsoft.com/office/drawing/2014/main" id="{F82EAA60-662A-4216-8841-4B56DA7F0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4035"/>
              <a:ext cx="64" cy="20"/>
            </a:xfrm>
            <a:custGeom>
              <a:avLst/>
              <a:gdLst>
                <a:gd name="T0" fmla="*/ 0 w 64"/>
                <a:gd name="T1" fmla="*/ 3 h 20"/>
                <a:gd name="T2" fmla="*/ 35 w 64"/>
                <a:gd name="T3" fmla="*/ 15 h 20"/>
                <a:gd name="T4" fmla="*/ 64 w 64"/>
                <a:gd name="T5" fmla="*/ 0 h 20"/>
                <a:gd name="T6" fmla="*/ 0 w 64"/>
                <a:gd name="T7" fmla="*/ 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20">
                  <a:moveTo>
                    <a:pt x="0" y="3"/>
                  </a:moveTo>
                  <a:cubicBezTo>
                    <a:pt x="0" y="3"/>
                    <a:pt x="13" y="16"/>
                    <a:pt x="35" y="15"/>
                  </a:cubicBezTo>
                  <a:cubicBezTo>
                    <a:pt x="56" y="15"/>
                    <a:pt x="64" y="0"/>
                    <a:pt x="64" y="0"/>
                  </a:cubicBezTo>
                  <a:cubicBezTo>
                    <a:pt x="64" y="0"/>
                    <a:pt x="35" y="20"/>
                    <a:pt x="0" y="3"/>
                  </a:cubicBezTo>
                  <a:close/>
                </a:path>
              </a:pathLst>
            </a:custGeom>
            <a:solidFill>
              <a:srgbClr val="51A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67" name="Freeform 76">
              <a:extLst>
                <a:ext uri="{FF2B5EF4-FFF2-40B4-BE49-F238E27FC236}">
                  <a16:creationId xmlns:a16="http://schemas.microsoft.com/office/drawing/2014/main" id="{9659ADEF-1224-4B58-B50F-6A1B61CE9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4037"/>
              <a:ext cx="34" cy="19"/>
            </a:xfrm>
            <a:custGeom>
              <a:avLst/>
              <a:gdLst>
                <a:gd name="T0" fmla="*/ 0 w 34"/>
                <a:gd name="T1" fmla="*/ 4 h 19"/>
                <a:gd name="T2" fmla="*/ 34 w 34"/>
                <a:gd name="T3" fmla="*/ 0 h 19"/>
                <a:gd name="T4" fmla="*/ 0 w 34"/>
                <a:gd name="T5" fmla="*/ 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9">
                  <a:moveTo>
                    <a:pt x="0" y="4"/>
                  </a:moveTo>
                  <a:cubicBezTo>
                    <a:pt x="0" y="4"/>
                    <a:pt x="16" y="19"/>
                    <a:pt x="34" y="0"/>
                  </a:cubicBezTo>
                  <a:cubicBezTo>
                    <a:pt x="34" y="0"/>
                    <a:pt x="20" y="14"/>
                    <a:pt x="0" y="4"/>
                  </a:cubicBezTo>
                  <a:close/>
                </a:path>
              </a:pathLst>
            </a:custGeom>
            <a:solidFill>
              <a:srgbClr val="51A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68" name="Freeform 77">
              <a:extLst>
                <a:ext uri="{FF2B5EF4-FFF2-40B4-BE49-F238E27FC236}">
                  <a16:creationId xmlns:a16="http://schemas.microsoft.com/office/drawing/2014/main" id="{637A358A-05BD-4D74-B08E-F58A1F525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4030"/>
              <a:ext cx="17" cy="14"/>
            </a:xfrm>
            <a:custGeom>
              <a:avLst/>
              <a:gdLst>
                <a:gd name="T0" fmla="*/ 0 w 17"/>
                <a:gd name="T1" fmla="*/ 6 h 14"/>
                <a:gd name="T2" fmla="*/ 17 w 17"/>
                <a:gd name="T3" fmla="*/ 0 h 14"/>
                <a:gd name="T4" fmla="*/ 0 w 17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0" y="6"/>
                  </a:moveTo>
                  <a:cubicBezTo>
                    <a:pt x="0" y="6"/>
                    <a:pt x="11" y="14"/>
                    <a:pt x="17" y="0"/>
                  </a:cubicBezTo>
                  <a:cubicBezTo>
                    <a:pt x="17" y="0"/>
                    <a:pt x="4" y="10"/>
                    <a:pt x="0" y="6"/>
                  </a:cubicBezTo>
                  <a:close/>
                </a:path>
              </a:pathLst>
            </a:custGeom>
            <a:solidFill>
              <a:srgbClr val="51A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69" name="Freeform 78">
              <a:extLst>
                <a:ext uri="{FF2B5EF4-FFF2-40B4-BE49-F238E27FC236}">
                  <a16:creationId xmlns:a16="http://schemas.microsoft.com/office/drawing/2014/main" id="{866BE95D-BCC1-4C6F-8339-EAA33673B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961"/>
              <a:ext cx="249" cy="407"/>
            </a:xfrm>
            <a:custGeom>
              <a:avLst/>
              <a:gdLst>
                <a:gd name="T0" fmla="*/ 245 w 251"/>
                <a:gd name="T1" fmla="*/ 0 h 410"/>
                <a:gd name="T2" fmla="*/ 88 w 251"/>
                <a:gd name="T3" fmla="*/ 283 h 410"/>
                <a:gd name="T4" fmla="*/ 87 w 251"/>
                <a:gd name="T5" fmla="*/ 287 h 410"/>
                <a:gd name="T6" fmla="*/ 245 w 251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410">
                  <a:moveTo>
                    <a:pt x="251" y="0"/>
                  </a:moveTo>
                  <a:cubicBezTo>
                    <a:pt x="251" y="0"/>
                    <a:pt x="183" y="167"/>
                    <a:pt x="91" y="289"/>
                  </a:cubicBezTo>
                  <a:cubicBezTo>
                    <a:pt x="0" y="410"/>
                    <a:pt x="90" y="293"/>
                    <a:pt x="90" y="293"/>
                  </a:cubicBezTo>
                  <a:cubicBezTo>
                    <a:pt x="90" y="293"/>
                    <a:pt x="215" y="42"/>
                    <a:pt x="251" y="0"/>
                  </a:cubicBezTo>
                  <a:close/>
                </a:path>
              </a:pathLst>
            </a:custGeom>
            <a:solidFill>
              <a:srgbClr val="D67F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70" name="Freeform 79">
              <a:extLst>
                <a:ext uri="{FF2B5EF4-FFF2-40B4-BE49-F238E27FC236}">
                  <a16:creationId xmlns:a16="http://schemas.microsoft.com/office/drawing/2014/main" id="{64FC0A4C-F599-42F7-8F2D-C790219AA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821"/>
              <a:ext cx="110" cy="272"/>
            </a:xfrm>
            <a:custGeom>
              <a:avLst/>
              <a:gdLst>
                <a:gd name="T0" fmla="*/ 108 w 111"/>
                <a:gd name="T1" fmla="*/ 0 h 274"/>
                <a:gd name="T2" fmla="*/ 0 w 111"/>
                <a:gd name="T3" fmla="*/ 268 h 274"/>
                <a:gd name="T4" fmla="*/ 108 w 111"/>
                <a:gd name="T5" fmla="*/ 0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74">
                  <a:moveTo>
                    <a:pt x="111" y="0"/>
                  </a:moveTo>
                  <a:cubicBezTo>
                    <a:pt x="111" y="0"/>
                    <a:pt x="52" y="32"/>
                    <a:pt x="0" y="274"/>
                  </a:cubicBezTo>
                  <a:cubicBezTo>
                    <a:pt x="0" y="274"/>
                    <a:pt x="71" y="22"/>
                    <a:pt x="111" y="0"/>
                  </a:cubicBezTo>
                  <a:close/>
                </a:path>
              </a:pathLst>
            </a:custGeom>
            <a:solidFill>
              <a:srgbClr val="D4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71" name="Freeform 80">
              <a:extLst>
                <a:ext uri="{FF2B5EF4-FFF2-40B4-BE49-F238E27FC236}">
                  <a16:creationId xmlns:a16="http://schemas.microsoft.com/office/drawing/2014/main" id="{F51E043E-B1B4-431D-B7CF-5D7A3E516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830"/>
              <a:ext cx="92" cy="252"/>
            </a:xfrm>
            <a:custGeom>
              <a:avLst/>
              <a:gdLst>
                <a:gd name="T0" fmla="*/ 0 w 93"/>
                <a:gd name="T1" fmla="*/ 0 h 254"/>
                <a:gd name="T2" fmla="*/ 90 w 93"/>
                <a:gd name="T3" fmla="*/ 248 h 254"/>
                <a:gd name="T4" fmla="*/ 0 w 93"/>
                <a:gd name="T5" fmla="*/ 0 h 2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254">
                  <a:moveTo>
                    <a:pt x="0" y="0"/>
                  </a:moveTo>
                  <a:cubicBezTo>
                    <a:pt x="0" y="0"/>
                    <a:pt x="73" y="111"/>
                    <a:pt x="93" y="254"/>
                  </a:cubicBezTo>
                  <a:cubicBezTo>
                    <a:pt x="93" y="254"/>
                    <a:pt x="52" y="84"/>
                    <a:pt x="0" y="0"/>
                  </a:cubicBezTo>
                  <a:close/>
                </a:path>
              </a:pathLst>
            </a:custGeom>
            <a:solidFill>
              <a:srgbClr val="D4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72" name="Freeform 81">
              <a:extLst>
                <a:ext uri="{FF2B5EF4-FFF2-40B4-BE49-F238E27FC236}">
                  <a16:creationId xmlns:a16="http://schemas.microsoft.com/office/drawing/2014/main" id="{D16E7C83-892D-4B61-BF83-20C977F58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180"/>
              <a:ext cx="90" cy="634"/>
            </a:xfrm>
            <a:custGeom>
              <a:avLst/>
              <a:gdLst>
                <a:gd name="T0" fmla="*/ 45 w 91"/>
                <a:gd name="T1" fmla="*/ 0 h 639"/>
                <a:gd name="T2" fmla="*/ 88 w 91"/>
                <a:gd name="T3" fmla="*/ 624 h 639"/>
                <a:gd name="T4" fmla="*/ 45 w 91"/>
                <a:gd name="T5" fmla="*/ 0 h 6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639">
                  <a:moveTo>
                    <a:pt x="48" y="0"/>
                  </a:moveTo>
                  <a:cubicBezTo>
                    <a:pt x="48" y="0"/>
                    <a:pt x="0" y="386"/>
                    <a:pt x="91" y="639"/>
                  </a:cubicBezTo>
                  <a:cubicBezTo>
                    <a:pt x="91" y="639"/>
                    <a:pt x="25" y="407"/>
                    <a:pt x="48" y="0"/>
                  </a:cubicBezTo>
                  <a:close/>
                </a:path>
              </a:pathLst>
            </a:custGeom>
            <a:solidFill>
              <a:srgbClr val="D0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73" name="Freeform 82">
              <a:extLst>
                <a:ext uri="{FF2B5EF4-FFF2-40B4-BE49-F238E27FC236}">
                  <a16:creationId xmlns:a16="http://schemas.microsoft.com/office/drawing/2014/main" id="{090F9013-C04D-43CA-8BC9-7DD590F18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3101"/>
              <a:ext cx="61" cy="324"/>
            </a:xfrm>
            <a:custGeom>
              <a:avLst/>
              <a:gdLst>
                <a:gd name="T0" fmla="*/ 44 w 62"/>
                <a:gd name="T1" fmla="*/ 0 h 326"/>
                <a:gd name="T2" fmla="*/ 59 w 62"/>
                <a:gd name="T3" fmla="*/ 320 h 326"/>
                <a:gd name="T4" fmla="*/ 44 w 62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26">
                  <a:moveTo>
                    <a:pt x="47" y="0"/>
                  </a:moveTo>
                  <a:cubicBezTo>
                    <a:pt x="47" y="0"/>
                    <a:pt x="0" y="144"/>
                    <a:pt x="62" y="326"/>
                  </a:cubicBezTo>
                  <a:cubicBezTo>
                    <a:pt x="62" y="326"/>
                    <a:pt x="25" y="169"/>
                    <a:pt x="47" y="0"/>
                  </a:cubicBezTo>
                  <a:close/>
                </a:path>
              </a:pathLst>
            </a:custGeom>
            <a:solidFill>
              <a:srgbClr val="D0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74" name="Freeform 83">
              <a:extLst>
                <a:ext uri="{FF2B5EF4-FFF2-40B4-BE49-F238E27FC236}">
                  <a16:creationId xmlns:a16="http://schemas.microsoft.com/office/drawing/2014/main" id="{681645C2-6A65-4778-9445-52B1A0758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965"/>
              <a:ext cx="10" cy="64"/>
            </a:xfrm>
            <a:custGeom>
              <a:avLst/>
              <a:gdLst>
                <a:gd name="T0" fmla="*/ 9 w 10"/>
                <a:gd name="T1" fmla="*/ 0 h 65"/>
                <a:gd name="T2" fmla="*/ 10 w 10"/>
                <a:gd name="T3" fmla="*/ 62 h 65"/>
                <a:gd name="T4" fmla="*/ 9 w 10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5">
                  <a:moveTo>
                    <a:pt x="9" y="0"/>
                  </a:moveTo>
                  <a:cubicBezTo>
                    <a:pt x="9" y="0"/>
                    <a:pt x="0" y="30"/>
                    <a:pt x="10" y="65"/>
                  </a:cubicBezTo>
                  <a:cubicBezTo>
                    <a:pt x="10" y="65"/>
                    <a:pt x="2" y="10"/>
                    <a:pt x="9" y="0"/>
                  </a:cubicBezTo>
                  <a:close/>
                </a:path>
              </a:pathLst>
            </a:custGeom>
            <a:solidFill>
              <a:srgbClr val="D0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75" name="Freeform 84">
              <a:extLst>
                <a:ext uri="{FF2B5EF4-FFF2-40B4-BE49-F238E27FC236}">
                  <a16:creationId xmlns:a16="http://schemas.microsoft.com/office/drawing/2014/main" id="{34B2B0D0-7898-4033-BAC8-2EDC54721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957"/>
              <a:ext cx="27" cy="130"/>
            </a:xfrm>
            <a:custGeom>
              <a:avLst/>
              <a:gdLst>
                <a:gd name="T0" fmla="*/ 27 w 27"/>
                <a:gd name="T1" fmla="*/ 0 h 131"/>
                <a:gd name="T2" fmla="*/ 22 w 27"/>
                <a:gd name="T3" fmla="*/ 128 h 131"/>
                <a:gd name="T4" fmla="*/ 27 w 27"/>
                <a:gd name="T5" fmla="*/ 0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31">
                  <a:moveTo>
                    <a:pt x="27" y="0"/>
                  </a:moveTo>
                  <a:cubicBezTo>
                    <a:pt x="27" y="0"/>
                    <a:pt x="0" y="50"/>
                    <a:pt x="22" y="131"/>
                  </a:cubicBezTo>
                  <a:cubicBezTo>
                    <a:pt x="22" y="131"/>
                    <a:pt x="9" y="26"/>
                    <a:pt x="27" y="0"/>
                  </a:cubicBezTo>
                  <a:close/>
                </a:path>
              </a:pathLst>
            </a:custGeom>
            <a:solidFill>
              <a:srgbClr val="D0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76" name="Freeform 85">
              <a:extLst>
                <a:ext uri="{FF2B5EF4-FFF2-40B4-BE49-F238E27FC236}">
                  <a16:creationId xmlns:a16="http://schemas.microsoft.com/office/drawing/2014/main" id="{318B10FD-02FF-45C4-A958-67634EB7B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802"/>
              <a:ext cx="60" cy="109"/>
            </a:xfrm>
            <a:custGeom>
              <a:avLst/>
              <a:gdLst>
                <a:gd name="T0" fmla="*/ 58 w 61"/>
                <a:gd name="T1" fmla="*/ 0 h 110"/>
                <a:gd name="T2" fmla="*/ 0 w 61"/>
                <a:gd name="T3" fmla="*/ 107 h 110"/>
                <a:gd name="T4" fmla="*/ 58 w 61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10">
                  <a:moveTo>
                    <a:pt x="61" y="0"/>
                  </a:moveTo>
                  <a:cubicBezTo>
                    <a:pt x="61" y="0"/>
                    <a:pt x="15" y="81"/>
                    <a:pt x="0" y="110"/>
                  </a:cubicBezTo>
                  <a:cubicBezTo>
                    <a:pt x="0" y="110"/>
                    <a:pt x="45" y="56"/>
                    <a:pt x="61" y="0"/>
                  </a:cubicBezTo>
                  <a:close/>
                </a:path>
              </a:pathLst>
            </a:custGeom>
            <a:solidFill>
              <a:srgbClr val="DFB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77" name="Freeform 86">
              <a:extLst>
                <a:ext uri="{FF2B5EF4-FFF2-40B4-BE49-F238E27FC236}">
                  <a16:creationId xmlns:a16="http://schemas.microsoft.com/office/drawing/2014/main" id="{BBEB75FC-B803-4FA3-9013-B77D4BB13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1297"/>
              <a:ext cx="104" cy="208"/>
            </a:xfrm>
            <a:custGeom>
              <a:avLst/>
              <a:gdLst>
                <a:gd name="T0" fmla="*/ 102 w 105"/>
                <a:gd name="T1" fmla="*/ 0 h 210"/>
                <a:gd name="T2" fmla="*/ 6 w 105"/>
                <a:gd name="T3" fmla="*/ 204 h 210"/>
                <a:gd name="T4" fmla="*/ 102 w 105"/>
                <a:gd name="T5" fmla="*/ 0 h 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10">
                  <a:moveTo>
                    <a:pt x="105" y="0"/>
                  </a:moveTo>
                  <a:cubicBezTo>
                    <a:pt x="105" y="0"/>
                    <a:pt x="0" y="40"/>
                    <a:pt x="6" y="210"/>
                  </a:cubicBezTo>
                  <a:cubicBezTo>
                    <a:pt x="6" y="210"/>
                    <a:pt x="3" y="63"/>
                    <a:pt x="105" y="0"/>
                  </a:cubicBezTo>
                  <a:close/>
                </a:path>
              </a:pathLst>
            </a:custGeom>
            <a:solidFill>
              <a:srgbClr val="D4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78" name="Freeform 87">
              <a:extLst>
                <a:ext uri="{FF2B5EF4-FFF2-40B4-BE49-F238E27FC236}">
                  <a16:creationId xmlns:a16="http://schemas.microsoft.com/office/drawing/2014/main" id="{A2298459-75BA-4D61-82C2-F3BEFC8DC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198"/>
              <a:ext cx="95" cy="71"/>
            </a:xfrm>
            <a:custGeom>
              <a:avLst/>
              <a:gdLst>
                <a:gd name="T0" fmla="*/ 93 w 96"/>
                <a:gd name="T1" fmla="*/ 0 h 72"/>
                <a:gd name="T2" fmla="*/ 0 w 96"/>
                <a:gd name="T3" fmla="*/ 65 h 72"/>
                <a:gd name="T4" fmla="*/ 93 w 96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72">
                  <a:moveTo>
                    <a:pt x="96" y="0"/>
                  </a:moveTo>
                  <a:cubicBezTo>
                    <a:pt x="96" y="0"/>
                    <a:pt x="53" y="61"/>
                    <a:pt x="0" y="68"/>
                  </a:cubicBezTo>
                  <a:cubicBezTo>
                    <a:pt x="0" y="68"/>
                    <a:pt x="72" y="72"/>
                    <a:pt x="96" y="0"/>
                  </a:cubicBezTo>
                  <a:close/>
                </a:path>
              </a:pathLst>
            </a:custGeom>
            <a:solidFill>
              <a:srgbClr val="D4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79" name="Freeform 88">
              <a:extLst>
                <a:ext uri="{FF2B5EF4-FFF2-40B4-BE49-F238E27FC236}">
                  <a16:creationId xmlns:a16="http://schemas.microsoft.com/office/drawing/2014/main" id="{4A65650E-156D-4AC3-BC80-1F3B05EA4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349"/>
              <a:ext cx="38" cy="104"/>
            </a:xfrm>
            <a:custGeom>
              <a:avLst/>
              <a:gdLst>
                <a:gd name="T0" fmla="*/ 12 w 39"/>
                <a:gd name="T1" fmla="*/ 0 h 104"/>
                <a:gd name="T2" fmla="*/ 36 w 39"/>
                <a:gd name="T3" fmla="*/ 104 h 104"/>
                <a:gd name="T4" fmla="*/ 12 w 39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04">
                  <a:moveTo>
                    <a:pt x="12" y="0"/>
                  </a:moveTo>
                  <a:cubicBezTo>
                    <a:pt x="12" y="0"/>
                    <a:pt x="0" y="100"/>
                    <a:pt x="39" y="104"/>
                  </a:cubicBezTo>
                  <a:cubicBezTo>
                    <a:pt x="39" y="104"/>
                    <a:pt x="9" y="96"/>
                    <a:pt x="12" y="0"/>
                  </a:cubicBezTo>
                  <a:close/>
                </a:path>
              </a:pathLst>
            </a:custGeom>
            <a:solidFill>
              <a:srgbClr val="DFB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80" name="Freeform 89">
              <a:extLst>
                <a:ext uri="{FF2B5EF4-FFF2-40B4-BE49-F238E27FC236}">
                  <a16:creationId xmlns:a16="http://schemas.microsoft.com/office/drawing/2014/main" id="{E0B70ED3-D7AE-4FBD-BD24-B9848B9B1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414"/>
              <a:ext cx="47" cy="67"/>
            </a:xfrm>
            <a:custGeom>
              <a:avLst/>
              <a:gdLst>
                <a:gd name="T0" fmla="*/ 0 w 47"/>
                <a:gd name="T1" fmla="*/ 0 h 68"/>
                <a:gd name="T2" fmla="*/ 47 w 47"/>
                <a:gd name="T3" fmla="*/ 65 h 68"/>
                <a:gd name="T4" fmla="*/ 0 w 47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68">
                  <a:moveTo>
                    <a:pt x="0" y="0"/>
                  </a:moveTo>
                  <a:cubicBezTo>
                    <a:pt x="0" y="0"/>
                    <a:pt x="8" y="64"/>
                    <a:pt x="47" y="68"/>
                  </a:cubicBezTo>
                  <a:cubicBezTo>
                    <a:pt x="47" y="68"/>
                    <a:pt x="9" y="51"/>
                    <a:pt x="0" y="0"/>
                  </a:cubicBezTo>
                  <a:close/>
                </a:path>
              </a:pathLst>
            </a:custGeom>
            <a:solidFill>
              <a:srgbClr val="DFB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81" name="Freeform 90">
              <a:extLst>
                <a:ext uri="{FF2B5EF4-FFF2-40B4-BE49-F238E27FC236}">
                  <a16:creationId xmlns:a16="http://schemas.microsoft.com/office/drawing/2014/main" id="{03285DBB-6705-4FCB-BD08-15FAF3E4E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572"/>
              <a:ext cx="18" cy="221"/>
            </a:xfrm>
            <a:custGeom>
              <a:avLst/>
              <a:gdLst>
                <a:gd name="T0" fmla="*/ 5 w 18"/>
                <a:gd name="T1" fmla="*/ 0 h 223"/>
                <a:gd name="T2" fmla="*/ 13 w 18"/>
                <a:gd name="T3" fmla="*/ 217 h 223"/>
                <a:gd name="T4" fmla="*/ 5 w 18"/>
                <a:gd name="T5" fmla="*/ 0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3">
                  <a:moveTo>
                    <a:pt x="5" y="0"/>
                  </a:moveTo>
                  <a:cubicBezTo>
                    <a:pt x="5" y="0"/>
                    <a:pt x="0" y="158"/>
                    <a:pt x="13" y="223"/>
                  </a:cubicBezTo>
                  <a:cubicBezTo>
                    <a:pt x="13" y="223"/>
                    <a:pt x="18" y="44"/>
                    <a:pt x="5" y="0"/>
                  </a:cubicBezTo>
                  <a:close/>
                </a:path>
              </a:pathLst>
            </a:custGeom>
            <a:solidFill>
              <a:srgbClr val="D0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82" name="Freeform 91">
              <a:extLst>
                <a:ext uri="{FF2B5EF4-FFF2-40B4-BE49-F238E27FC236}">
                  <a16:creationId xmlns:a16="http://schemas.microsoft.com/office/drawing/2014/main" id="{9C2D9035-0762-48FF-A153-E586E6F6F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585"/>
              <a:ext cx="179" cy="445"/>
            </a:xfrm>
            <a:custGeom>
              <a:avLst/>
              <a:gdLst>
                <a:gd name="T0" fmla="*/ 136 w 180"/>
                <a:gd name="T1" fmla="*/ 20 h 448"/>
                <a:gd name="T2" fmla="*/ 90 w 180"/>
                <a:gd name="T3" fmla="*/ 0 h 448"/>
                <a:gd name="T4" fmla="*/ 104 w 180"/>
                <a:gd name="T5" fmla="*/ 103 h 448"/>
                <a:gd name="T6" fmla="*/ 112 w 180"/>
                <a:gd name="T7" fmla="*/ 159 h 448"/>
                <a:gd name="T8" fmla="*/ 116 w 180"/>
                <a:gd name="T9" fmla="*/ 217 h 448"/>
                <a:gd name="T10" fmla="*/ 60 w 180"/>
                <a:gd name="T11" fmla="*/ 320 h 448"/>
                <a:gd name="T12" fmla="*/ 22 w 180"/>
                <a:gd name="T13" fmla="*/ 358 h 448"/>
                <a:gd name="T14" fmla="*/ 14 w 180"/>
                <a:gd name="T15" fmla="*/ 406 h 448"/>
                <a:gd name="T16" fmla="*/ 30 w 180"/>
                <a:gd name="T17" fmla="*/ 408 h 448"/>
                <a:gd name="T18" fmla="*/ 41 w 180"/>
                <a:gd name="T19" fmla="*/ 434 h 448"/>
                <a:gd name="T20" fmla="*/ 63 w 180"/>
                <a:gd name="T21" fmla="*/ 435 h 448"/>
                <a:gd name="T22" fmla="*/ 67 w 180"/>
                <a:gd name="T23" fmla="*/ 394 h 448"/>
                <a:gd name="T24" fmla="*/ 160 w 180"/>
                <a:gd name="T25" fmla="*/ 248 h 448"/>
                <a:gd name="T26" fmla="*/ 159 w 180"/>
                <a:gd name="T27" fmla="*/ 110 h 448"/>
                <a:gd name="T28" fmla="*/ 136 w 180"/>
                <a:gd name="T29" fmla="*/ 20 h 4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0" h="448">
                  <a:moveTo>
                    <a:pt x="139" y="20"/>
                  </a:moveTo>
                  <a:cubicBezTo>
                    <a:pt x="131" y="4"/>
                    <a:pt x="110" y="0"/>
                    <a:pt x="92" y="0"/>
                  </a:cubicBezTo>
                  <a:cubicBezTo>
                    <a:pt x="103" y="46"/>
                    <a:pt x="107" y="96"/>
                    <a:pt x="107" y="106"/>
                  </a:cubicBezTo>
                  <a:cubicBezTo>
                    <a:pt x="107" y="120"/>
                    <a:pt x="105" y="136"/>
                    <a:pt x="115" y="162"/>
                  </a:cubicBezTo>
                  <a:cubicBezTo>
                    <a:pt x="125" y="188"/>
                    <a:pt x="125" y="206"/>
                    <a:pt x="119" y="220"/>
                  </a:cubicBezTo>
                  <a:cubicBezTo>
                    <a:pt x="113" y="234"/>
                    <a:pt x="70" y="304"/>
                    <a:pt x="60" y="326"/>
                  </a:cubicBezTo>
                  <a:cubicBezTo>
                    <a:pt x="50" y="347"/>
                    <a:pt x="29" y="346"/>
                    <a:pt x="22" y="364"/>
                  </a:cubicBezTo>
                  <a:cubicBezTo>
                    <a:pt x="14" y="382"/>
                    <a:pt x="0" y="407"/>
                    <a:pt x="14" y="415"/>
                  </a:cubicBezTo>
                  <a:cubicBezTo>
                    <a:pt x="26" y="423"/>
                    <a:pt x="29" y="418"/>
                    <a:pt x="30" y="417"/>
                  </a:cubicBezTo>
                  <a:cubicBezTo>
                    <a:pt x="29" y="419"/>
                    <a:pt x="22" y="436"/>
                    <a:pt x="41" y="443"/>
                  </a:cubicBezTo>
                  <a:cubicBezTo>
                    <a:pt x="55" y="448"/>
                    <a:pt x="61" y="446"/>
                    <a:pt x="63" y="444"/>
                  </a:cubicBezTo>
                  <a:cubicBezTo>
                    <a:pt x="63" y="431"/>
                    <a:pt x="63" y="415"/>
                    <a:pt x="67" y="403"/>
                  </a:cubicBezTo>
                  <a:cubicBezTo>
                    <a:pt x="75" y="376"/>
                    <a:pt x="147" y="296"/>
                    <a:pt x="163" y="254"/>
                  </a:cubicBezTo>
                  <a:cubicBezTo>
                    <a:pt x="180" y="212"/>
                    <a:pt x="164" y="133"/>
                    <a:pt x="162" y="113"/>
                  </a:cubicBezTo>
                  <a:cubicBezTo>
                    <a:pt x="160" y="93"/>
                    <a:pt x="154" y="53"/>
                    <a:pt x="139" y="2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83" name="Freeform 92">
              <a:extLst>
                <a:ext uri="{FF2B5EF4-FFF2-40B4-BE49-F238E27FC236}">
                  <a16:creationId xmlns:a16="http://schemas.microsoft.com/office/drawing/2014/main" id="{27E0ACBE-75E2-4DA3-AB5D-5CD4FD6F4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592"/>
              <a:ext cx="143" cy="442"/>
            </a:xfrm>
            <a:custGeom>
              <a:avLst/>
              <a:gdLst>
                <a:gd name="T0" fmla="*/ 108 w 144"/>
                <a:gd name="T1" fmla="*/ 325 h 445"/>
                <a:gd name="T2" fmla="*/ 66 w 144"/>
                <a:gd name="T3" fmla="*/ 252 h 445"/>
                <a:gd name="T4" fmla="*/ 49 w 144"/>
                <a:gd name="T5" fmla="*/ 178 h 445"/>
                <a:gd name="T6" fmla="*/ 58 w 144"/>
                <a:gd name="T7" fmla="*/ 96 h 445"/>
                <a:gd name="T8" fmla="*/ 72 w 144"/>
                <a:gd name="T9" fmla="*/ 1 h 445"/>
                <a:gd name="T10" fmla="*/ 11 w 144"/>
                <a:gd name="T11" fmla="*/ 33 h 445"/>
                <a:gd name="T12" fmla="*/ 12 w 144"/>
                <a:gd name="T13" fmla="*/ 145 h 445"/>
                <a:gd name="T14" fmla="*/ 28 w 144"/>
                <a:gd name="T15" fmla="*/ 275 h 445"/>
                <a:gd name="T16" fmla="*/ 78 w 144"/>
                <a:gd name="T17" fmla="*/ 427 h 445"/>
                <a:gd name="T18" fmla="*/ 105 w 144"/>
                <a:gd name="T19" fmla="*/ 427 h 445"/>
                <a:gd name="T20" fmla="*/ 114 w 144"/>
                <a:gd name="T21" fmla="*/ 403 h 445"/>
                <a:gd name="T22" fmla="*/ 132 w 144"/>
                <a:gd name="T23" fmla="*/ 391 h 445"/>
                <a:gd name="T24" fmla="*/ 130 w 144"/>
                <a:gd name="T25" fmla="*/ 355 h 445"/>
                <a:gd name="T26" fmla="*/ 108 w 144"/>
                <a:gd name="T27" fmla="*/ 325 h 4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4" h="445">
                  <a:moveTo>
                    <a:pt x="111" y="331"/>
                  </a:moveTo>
                  <a:cubicBezTo>
                    <a:pt x="97" y="324"/>
                    <a:pt x="74" y="272"/>
                    <a:pt x="66" y="258"/>
                  </a:cubicBezTo>
                  <a:cubicBezTo>
                    <a:pt x="58" y="244"/>
                    <a:pt x="40" y="202"/>
                    <a:pt x="49" y="181"/>
                  </a:cubicBezTo>
                  <a:cubicBezTo>
                    <a:pt x="58" y="160"/>
                    <a:pt x="61" y="131"/>
                    <a:pt x="58" y="99"/>
                  </a:cubicBezTo>
                  <a:cubicBezTo>
                    <a:pt x="57" y="86"/>
                    <a:pt x="64" y="47"/>
                    <a:pt x="73" y="1"/>
                  </a:cubicBezTo>
                  <a:cubicBezTo>
                    <a:pt x="51" y="0"/>
                    <a:pt x="18" y="4"/>
                    <a:pt x="11" y="33"/>
                  </a:cubicBezTo>
                  <a:cubicBezTo>
                    <a:pt x="0" y="78"/>
                    <a:pt x="12" y="121"/>
                    <a:pt x="12" y="148"/>
                  </a:cubicBezTo>
                  <a:cubicBezTo>
                    <a:pt x="12" y="175"/>
                    <a:pt x="14" y="258"/>
                    <a:pt x="28" y="281"/>
                  </a:cubicBezTo>
                  <a:cubicBezTo>
                    <a:pt x="41" y="302"/>
                    <a:pt x="73" y="378"/>
                    <a:pt x="81" y="436"/>
                  </a:cubicBezTo>
                  <a:cubicBezTo>
                    <a:pt x="84" y="437"/>
                    <a:pt x="101" y="445"/>
                    <a:pt x="108" y="436"/>
                  </a:cubicBezTo>
                  <a:cubicBezTo>
                    <a:pt x="116" y="426"/>
                    <a:pt x="117" y="412"/>
                    <a:pt x="117" y="412"/>
                  </a:cubicBezTo>
                  <a:cubicBezTo>
                    <a:pt x="117" y="412"/>
                    <a:pt x="127" y="411"/>
                    <a:pt x="135" y="400"/>
                  </a:cubicBezTo>
                  <a:cubicBezTo>
                    <a:pt x="144" y="389"/>
                    <a:pt x="140" y="371"/>
                    <a:pt x="133" y="361"/>
                  </a:cubicBezTo>
                  <a:cubicBezTo>
                    <a:pt x="125" y="352"/>
                    <a:pt x="125" y="338"/>
                    <a:pt x="111" y="331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84" name="Oval 93">
              <a:extLst>
                <a:ext uri="{FF2B5EF4-FFF2-40B4-BE49-F238E27FC236}">
                  <a16:creationId xmlns:a16="http://schemas.microsoft.com/office/drawing/2014/main" id="{C3AACF60-AAEA-4AE5-BD0F-89B5AB792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291"/>
              <a:ext cx="162" cy="200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085" name="Freeform 94">
              <a:extLst>
                <a:ext uri="{FF2B5EF4-FFF2-40B4-BE49-F238E27FC236}">
                  <a16:creationId xmlns:a16="http://schemas.microsoft.com/office/drawing/2014/main" id="{1643209F-CD6B-4166-97DA-977255355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947"/>
              <a:ext cx="36" cy="63"/>
            </a:xfrm>
            <a:custGeom>
              <a:avLst/>
              <a:gdLst>
                <a:gd name="T0" fmla="*/ 0 w 37"/>
                <a:gd name="T1" fmla="*/ 0 h 63"/>
                <a:gd name="T2" fmla="*/ 18 w 37"/>
                <a:gd name="T3" fmla="*/ 40 h 63"/>
                <a:gd name="T4" fmla="*/ 31 w 37"/>
                <a:gd name="T5" fmla="*/ 60 h 63"/>
                <a:gd name="T6" fmla="*/ 34 w 37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63">
                  <a:moveTo>
                    <a:pt x="0" y="0"/>
                  </a:moveTo>
                  <a:cubicBezTo>
                    <a:pt x="6" y="14"/>
                    <a:pt x="9" y="27"/>
                    <a:pt x="18" y="40"/>
                  </a:cubicBezTo>
                  <a:cubicBezTo>
                    <a:pt x="24" y="47"/>
                    <a:pt x="29" y="53"/>
                    <a:pt x="34" y="60"/>
                  </a:cubicBezTo>
                  <a:cubicBezTo>
                    <a:pt x="35" y="61"/>
                    <a:pt x="36" y="62"/>
                    <a:pt x="37" y="6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86" name="Freeform 95">
              <a:extLst>
                <a:ext uri="{FF2B5EF4-FFF2-40B4-BE49-F238E27FC236}">
                  <a16:creationId xmlns:a16="http://schemas.microsoft.com/office/drawing/2014/main" id="{9710C539-255B-40D5-8BF1-F8CB9826C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997"/>
              <a:ext cx="4" cy="59"/>
            </a:xfrm>
            <a:custGeom>
              <a:avLst/>
              <a:gdLst>
                <a:gd name="T0" fmla="*/ 2 w 5"/>
                <a:gd name="T1" fmla="*/ 59 h 59"/>
                <a:gd name="T2" fmla="*/ 0 w 5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5" y="59"/>
                  </a:moveTo>
                  <a:cubicBezTo>
                    <a:pt x="5" y="46"/>
                    <a:pt x="0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87" name="Freeform 96">
              <a:extLst>
                <a:ext uri="{FF2B5EF4-FFF2-40B4-BE49-F238E27FC236}">
                  <a16:creationId xmlns:a16="http://schemas.microsoft.com/office/drawing/2014/main" id="{64E29694-9B7A-41BA-BDA1-18BEDEBD8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976"/>
              <a:ext cx="25" cy="57"/>
            </a:xfrm>
            <a:custGeom>
              <a:avLst/>
              <a:gdLst>
                <a:gd name="T0" fmla="*/ 5 w 25"/>
                <a:gd name="T1" fmla="*/ 0 h 57"/>
                <a:gd name="T2" fmla="*/ 20 w 25"/>
                <a:gd name="T3" fmla="*/ 35 h 57"/>
                <a:gd name="T4" fmla="*/ 23 w 25"/>
                <a:gd name="T5" fmla="*/ 57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7">
                  <a:moveTo>
                    <a:pt x="5" y="0"/>
                  </a:moveTo>
                  <a:cubicBezTo>
                    <a:pt x="0" y="13"/>
                    <a:pt x="14" y="26"/>
                    <a:pt x="20" y="35"/>
                  </a:cubicBezTo>
                  <a:cubicBezTo>
                    <a:pt x="25" y="41"/>
                    <a:pt x="21" y="50"/>
                    <a:pt x="23" y="5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88" name="Freeform 97">
              <a:extLst>
                <a:ext uri="{FF2B5EF4-FFF2-40B4-BE49-F238E27FC236}">
                  <a16:creationId xmlns:a16="http://schemas.microsoft.com/office/drawing/2014/main" id="{DC013535-799C-4906-BEE2-9E30E27F9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931"/>
              <a:ext cx="31" cy="79"/>
            </a:xfrm>
            <a:custGeom>
              <a:avLst/>
              <a:gdLst>
                <a:gd name="T0" fmla="*/ 31 w 31"/>
                <a:gd name="T1" fmla="*/ 0 h 80"/>
                <a:gd name="T2" fmla="*/ 22 w 31"/>
                <a:gd name="T3" fmla="*/ 47 h 80"/>
                <a:gd name="T4" fmla="*/ 6 w 31"/>
                <a:gd name="T5" fmla="*/ 71 h 80"/>
                <a:gd name="T6" fmla="*/ 0 w 31"/>
                <a:gd name="T7" fmla="*/ 77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80">
                  <a:moveTo>
                    <a:pt x="31" y="0"/>
                  </a:moveTo>
                  <a:cubicBezTo>
                    <a:pt x="28" y="17"/>
                    <a:pt x="29" y="33"/>
                    <a:pt x="22" y="50"/>
                  </a:cubicBezTo>
                  <a:cubicBezTo>
                    <a:pt x="17" y="59"/>
                    <a:pt x="12" y="66"/>
                    <a:pt x="6" y="74"/>
                  </a:cubicBezTo>
                  <a:cubicBezTo>
                    <a:pt x="4" y="76"/>
                    <a:pt x="2" y="78"/>
                    <a:pt x="0" y="8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89" name="Freeform 98">
              <a:extLst>
                <a:ext uri="{FF2B5EF4-FFF2-40B4-BE49-F238E27FC236}">
                  <a16:creationId xmlns:a16="http://schemas.microsoft.com/office/drawing/2014/main" id="{3811DF2B-B0A6-40B0-9ABD-97AA25B3A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995"/>
              <a:ext cx="5" cy="53"/>
            </a:xfrm>
            <a:custGeom>
              <a:avLst/>
              <a:gdLst>
                <a:gd name="T0" fmla="*/ 0 w 5"/>
                <a:gd name="T1" fmla="*/ 53 h 53"/>
                <a:gd name="T2" fmla="*/ 1 w 5"/>
                <a:gd name="T3" fmla="*/ 26 h 53"/>
                <a:gd name="T4" fmla="*/ 5 w 5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3">
                  <a:moveTo>
                    <a:pt x="0" y="53"/>
                  </a:moveTo>
                  <a:cubicBezTo>
                    <a:pt x="0" y="43"/>
                    <a:pt x="0" y="35"/>
                    <a:pt x="1" y="26"/>
                  </a:cubicBezTo>
                  <a:cubicBezTo>
                    <a:pt x="1" y="17"/>
                    <a:pt x="4" y="9"/>
                    <a:pt x="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90" name="Freeform 99">
              <a:extLst>
                <a:ext uri="{FF2B5EF4-FFF2-40B4-BE49-F238E27FC236}">
                  <a16:creationId xmlns:a16="http://schemas.microsoft.com/office/drawing/2014/main" id="{8F98E73D-2963-4615-92E1-E7410C495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959"/>
              <a:ext cx="26" cy="58"/>
            </a:xfrm>
            <a:custGeom>
              <a:avLst/>
              <a:gdLst>
                <a:gd name="T0" fmla="*/ 15 w 27"/>
                <a:gd name="T1" fmla="*/ 0 h 58"/>
                <a:gd name="T2" fmla="*/ 11 w 27"/>
                <a:gd name="T3" fmla="*/ 35 h 58"/>
                <a:gd name="T4" fmla="*/ 0 w 27"/>
                <a:gd name="T5" fmla="*/ 58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8">
                  <a:moveTo>
                    <a:pt x="18" y="0"/>
                  </a:moveTo>
                  <a:cubicBezTo>
                    <a:pt x="27" y="11"/>
                    <a:pt x="18" y="25"/>
                    <a:pt x="11" y="35"/>
                  </a:cubicBezTo>
                  <a:cubicBezTo>
                    <a:pt x="6" y="42"/>
                    <a:pt x="5" y="50"/>
                    <a:pt x="0" y="5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91" name="Freeform 100">
              <a:extLst>
                <a:ext uri="{FF2B5EF4-FFF2-40B4-BE49-F238E27FC236}">
                  <a16:creationId xmlns:a16="http://schemas.microsoft.com/office/drawing/2014/main" id="{D7BD5895-AE1A-46EF-8BC1-0C3A9B003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085"/>
              <a:ext cx="28" cy="28"/>
            </a:xfrm>
            <a:custGeom>
              <a:avLst/>
              <a:gdLst>
                <a:gd name="T0" fmla="*/ 0 w 28"/>
                <a:gd name="T1" fmla="*/ 28 h 28"/>
                <a:gd name="T2" fmla="*/ 28 w 28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8">
                  <a:moveTo>
                    <a:pt x="0" y="28"/>
                  </a:moveTo>
                  <a:cubicBezTo>
                    <a:pt x="13" y="21"/>
                    <a:pt x="23" y="12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92" name="Freeform 101">
              <a:extLst>
                <a:ext uri="{FF2B5EF4-FFF2-40B4-BE49-F238E27FC236}">
                  <a16:creationId xmlns:a16="http://schemas.microsoft.com/office/drawing/2014/main" id="{87995FD9-152C-4B50-9205-988EE566A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078"/>
              <a:ext cx="65" cy="47"/>
            </a:xfrm>
            <a:custGeom>
              <a:avLst/>
              <a:gdLst>
                <a:gd name="T0" fmla="*/ 0 w 65"/>
                <a:gd name="T1" fmla="*/ 0 h 47"/>
                <a:gd name="T2" fmla="*/ 65 w 65"/>
                <a:gd name="T3" fmla="*/ 4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47">
                  <a:moveTo>
                    <a:pt x="0" y="0"/>
                  </a:moveTo>
                  <a:cubicBezTo>
                    <a:pt x="0" y="0"/>
                    <a:pt x="15" y="36"/>
                    <a:pt x="65" y="4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93" name="Freeform 102">
              <a:extLst>
                <a:ext uri="{FF2B5EF4-FFF2-40B4-BE49-F238E27FC236}">
                  <a16:creationId xmlns:a16="http://schemas.microsoft.com/office/drawing/2014/main" id="{74971E94-4826-4E7B-BB3B-A2A2B7C1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865"/>
              <a:ext cx="64" cy="31"/>
            </a:xfrm>
            <a:custGeom>
              <a:avLst/>
              <a:gdLst>
                <a:gd name="T0" fmla="*/ 64 w 64"/>
                <a:gd name="T1" fmla="*/ 31 h 31"/>
                <a:gd name="T2" fmla="*/ 0 w 64"/>
                <a:gd name="T3" fmla="*/ 29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1">
                  <a:moveTo>
                    <a:pt x="64" y="31"/>
                  </a:moveTo>
                  <a:cubicBezTo>
                    <a:pt x="64" y="31"/>
                    <a:pt x="37" y="0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94" name="Freeform 103">
              <a:extLst>
                <a:ext uri="{FF2B5EF4-FFF2-40B4-BE49-F238E27FC236}">
                  <a16:creationId xmlns:a16="http://schemas.microsoft.com/office/drawing/2014/main" id="{8D808E85-5B90-4AEB-89F7-331A93D22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886"/>
              <a:ext cx="64" cy="28"/>
            </a:xfrm>
            <a:custGeom>
              <a:avLst/>
              <a:gdLst>
                <a:gd name="T0" fmla="*/ 62 w 64"/>
                <a:gd name="T1" fmla="*/ 16 h 28"/>
                <a:gd name="T2" fmla="*/ 31 w 64"/>
                <a:gd name="T3" fmla="*/ 0 h 28"/>
                <a:gd name="T4" fmla="*/ 0 w 64"/>
                <a:gd name="T5" fmla="*/ 20 h 28"/>
                <a:gd name="T6" fmla="*/ 31 w 64"/>
                <a:gd name="T7" fmla="*/ 26 h 28"/>
                <a:gd name="T8" fmla="*/ 57 w 64"/>
                <a:gd name="T9" fmla="*/ 20 h 28"/>
                <a:gd name="T10" fmla="*/ 62 w 64"/>
                <a:gd name="T11" fmla="*/ 16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8">
                  <a:moveTo>
                    <a:pt x="62" y="16"/>
                  </a:moveTo>
                  <a:cubicBezTo>
                    <a:pt x="62" y="16"/>
                    <a:pt x="51" y="0"/>
                    <a:pt x="31" y="0"/>
                  </a:cubicBezTo>
                  <a:cubicBezTo>
                    <a:pt x="12" y="0"/>
                    <a:pt x="0" y="20"/>
                    <a:pt x="0" y="20"/>
                  </a:cubicBezTo>
                  <a:cubicBezTo>
                    <a:pt x="0" y="20"/>
                    <a:pt x="10" y="28"/>
                    <a:pt x="31" y="26"/>
                  </a:cubicBezTo>
                  <a:cubicBezTo>
                    <a:pt x="51" y="25"/>
                    <a:pt x="57" y="20"/>
                    <a:pt x="57" y="20"/>
                  </a:cubicBezTo>
                  <a:cubicBezTo>
                    <a:pt x="57" y="20"/>
                    <a:pt x="64" y="23"/>
                    <a:pt x="62" y="16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95" name="Freeform 104">
              <a:extLst>
                <a:ext uri="{FF2B5EF4-FFF2-40B4-BE49-F238E27FC236}">
                  <a16:creationId xmlns:a16="http://schemas.microsoft.com/office/drawing/2014/main" id="{F128742A-1F71-420C-85BE-307515AEC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886"/>
              <a:ext cx="64" cy="28"/>
            </a:xfrm>
            <a:custGeom>
              <a:avLst/>
              <a:gdLst>
                <a:gd name="T0" fmla="*/ 2 w 64"/>
                <a:gd name="T1" fmla="*/ 16 h 28"/>
                <a:gd name="T2" fmla="*/ 33 w 64"/>
                <a:gd name="T3" fmla="*/ 0 h 28"/>
                <a:gd name="T4" fmla="*/ 64 w 64"/>
                <a:gd name="T5" fmla="*/ 20 h 28"/>
                <a:gd name="T6" fmla="*/ 34 w 64"/>
                <a:gd name="T7" fmla="*/ 26 h 28"/>
                <a:gd name="T8" fmla="*/ 7 w 64"/>
                <a:gd name="T9" fmla="*/ 20 h 28"/>
                <a:gd name="T10" fmla="*/ 2 w 64"/>
                <a:gd name="T11" fmla="*/ 16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8">
                  <a:moveTo>
                    <a:pt x="2" y="16"/>
                  </a:moveTo>
                  <a:cubicBezTo>
                    <a:pt x="2" y="16"/>
                    <a:pt x="13" y="0"/>
                    <a:pt x="33" y="0"/>
                  </a:cubicBezTo>
                  <a:cubicBezTo>
                    <a:pt x="53" y="0"/>
                    <a:pt x="64" y="20"/>
                    <a:pt x="64" y="20"/>
                  </a:cubicBezTo>
                  <a:cubicBezTo>
                    <a:pt x="64" y="20"/>
                    <a:pt x="54" y="28"/>
                    <a:pt x="34" y="26"/>
                  </a:cubicBezTo>
                  <a:cubicBezTo>
                    <a:pt x="13" y="25"/>
                    <a:pt x="7" y="20"/>
                    <a:pt x="7" y="20"/>
                  </a:cubicBezTo>
                  <a:cubicBezTo>
                    <a:pt x="7" y="20"/>
                    <a:pt x="0" y="23"/>
                    <a:pt x="2" y="16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96" name="Freeform 105">
              <a:extLst>
                <a:ext uri="{FF2B5EF4-FFF2-40B4-BE49-F238E27FC236}">
                  <a16:creationId xmlns:a16="http://schemas.microsoft.com/office/drawing/2014/main" id="{71D9F2D4-F58D-41AE-B3E0-C110CA948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865"/>
              <a:ext cx="64" cy="31"/>
            </a:xfrm>
            <a:custGeom>
              <a:avLst/>
              <a:gdLst>
                <a:gd name="T0" fmla="*/ 0 w 64"/>
                <a:gd name="T1" fmla="*/ 31 h 31"/>
                <a:gd name="T2" fmla="*/ 64 w 64"/>
                <a:gd name="T3" fmla="*/ 29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1">
                  <a:moveTo>
                    <a:pt x="0" y="31"/>
                  </a:moveTo>
                  <a:cubicBezTo>
                    <a:pt x="0" y="31"/>
                    <a:pt x="28" y="0"/>
                    <a:pt x="64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97" name="Freeform 106">
              <a:extLst>
                <a:ext uri="{FF2B5EF4-FFF2-40B4-BE49-F238E27FC236}">
                  <a16:creationId xmlns:a16="http://schemas.microsoft.com/office/drawing/2014/main" id="{0E6588B2-136D-4466-9F6F-5FFACB180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961"/>
              <a:ext cx="14" cy="22"/>
            </a:xfrm>
            <a:custGeom>
              <a:avLst/>
              <a:gdLst>
                <a:gd name="T0" fmla="*/ 7 w 14"/>
                <a:gd name="T1" fmla="*/ 0 h 22"/>
                <a:gd name="T2" fmla="*/ 14 w 14"/>
                <a:gd name="T3" fmla="*/ 2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7" y="0"/>
                  </a:moveTo>
                  <a:cubicBezTo>
                    <a:pt x="7" y="0"/>
                    <a:pt x="0" y="16"/>
                    <a:pt x="14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98" name="Freeform 107">
              <a:extLst>
                <a:ext uri="{FF2B5EF4-FFF2-40B4-BE49-F238E27FC236}">
                  <a16:creationId xmlns:a16="http://schemas.microsoft.com/office/drawing/2014/main" id="{8D945157-A32A-4CF8-A27A-4BB892145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961"/>
              <a:ext cx="14" cy="22"/>
            </a:xfrm>
            <a:custGeom>
              <a:avLst/>
              <a:gdLst>
                <a:gd name="T0" fmla="*/ 7 w 14"/>
                <a:gd name="T1" fmla="*/ 0 h 22"/>
                <a:gd name="T2" fmla="*/ 0 w 14"/>
                <a:gd name="T3" fmla="*/ 2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7" y="0"/>
                  </a:moveTo>
                  <a:cubicBezTo>
                    <a:pt x="7" y="0"/>
                    <a:pt x="14" y="16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99" name="Freeform 108">
              <a:extLst>
                <a:ext uri="{FF2B5EF4-FFF2-40B4-BE49-F238E27FC236}">
                  <a16:creationId xmlns:a16="http://schemas.microsoft.com/office/drawing/2014/main" id="{AED68562-D9E2-4DC1-A7B9-7626FC969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1070"/>
              <a:ext cx="42" cy="7"/>
            </a:xfrm>
            <a:custGeom>
              <a:avLst/>
              <a:gdLst>
                <a:gd name="T0" fmla="*/ 0 w 43"/>
                <a:gd name="T1" fmla="*/ 5 h 8"/>
                <a:gd name="T2" fmla="*/ 5 w 43"/>
                <a:gd name="T3" fmla="*/ 4 h 8"/>
                <a:gd name="T4" fmla="*/ 18 w 43"/>
                <a:gd name="T5" fmla="*/ 1 h 8"/>
                <a:gd name="T6" fmla="*/ 40 w 43"/>
                <a:gd name="T7" fmla="*/ 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8">
                  <a:moveTo>
                    <a:pt x="0" y="8"/>
                  </a:moveTo>
                  <a:cubicBezTo>
                    <a:pt x="1" y="7"/>
                    <a:pt x="3" y="5"/>
                    <a:pt x="5" y="5"/>
                  </a:cubicBezTo>
                  <a:cubicBezTo>
                    <a:pt x="9" y="2"/>
                    <a:pt x="14" y="2"/>
                    <a:pt x="18" y="1"/>
                  </a:cubicBezTo>
                  <a:cubicBezTo>
                    <a:pt x="26" y="0"/>
                    <a:pt x="36" y="1"/>
                    <a:pt x="43" y="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00" name="Freeform 109">
              <a:extLst>
                <a:ext uri="{FF2B5EF4-FFF2-40B4-BE49-F238E27FC236}">
                  <a16:creationId xmlns:a16="http://schemas.microsoft.com/office/drawing/2014/main" id="{C4BC7703-9496-4197-953E-04C4AE43C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333"/>
              <a:ext cx="169" cy="155"/>
            </a:xfrm>
            <a:custGeom>
              <a:avLst/>
              <a:gdLst>
                <a:gd name="T0" fmla="*/ 0 w 170"/>
                <a:gd name="T1" fmla="*/ 5 h 156"/>
                <a:gd name="T2" fmla="*/ 12 w 170"/>
                <a:gd name="T3" fmla="*/ 43 h 156"/>
                <a:gd name="T4" fmla="*/ 15 w 170"/>
                <a:gd name="T5" fmla="*/ 62 h 156"/>
                <a:gd name="T6" fmla="*/ 20 w 170"/>
                <a:gd name="T7" fmla="*/ 79 h 156"/>
                <a:gd name="T8" fmla="*/ 46 w 170"/>
                <a:gd name="T9" fmla="*/ 138 h 156"/>
                <a:gd name="T10" fmla="*/ 95 w 170"/>
                <a:gd name="T11" fmla="*/ 147 h 156"/>
                <a:gd name="T12" fmla="*/ 113 w 170"/>
                <a:gd name="T13" fmla="*/ 139 h 156"/>
                <a:gd name="T14" fmla="*/ 131 w 170"/>
                <a:gd name="T15" fmla="*/ 129 h 156"/>
                <a:gd name="T16" fmla="*/ 156 w 170"/>
                <a:gd name="T17" fmla="*/ 85 h 156"/>
                <a:gd name="T18" fmla="*/ 159 w 170"/>
                <a:gd name="T19" fmla="*/ 40 h 156"/>
                <a:gd name="T20" fmla="*/ 167 w 170"/>
                <a:gd name="T21" fmla="*/ 0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0" h="156">
                  <a:moveTo>
                    <a:pt x="0" y="5"/>
                  </a:moveTo>
                  <a:cubicBezTo>
                    <a:pt x="9" y="16"/>
                    <a:pt x="8" y="29"/>
                    <a:pt x="12" y="43"/>
                  </a:cubicBezTo>
                  <a:cubicBezTo>
                    <a:pt x="13" y="49"/>
                    <a:pt x="13" y="56"/>
                    <a:pt x="15" y="62"/>
                  </a:cubicBezTo>
                  <a:cubicBezTo>
                    <a:pt x="16" y="69"/>
                    <a:pt x="18" y="75"/>
                    <a:pt x="20" y="82"/>
                  </a:cubicBezTo>
                  <a:cubicBezTo>
                    <a:pt x="25" y="103"/>
                    <a:pt x="31" y="125"/>
                    <a:pt x="46" y="141"/>
                  </a:cubicBezTo>
                  <a:cubicBezTo>
                    <a:pt x="59" y="154"/>
                    <a:pt x="80" y="156"/>
                    <a:pt x="98" y="150"/>
                  </a:cubicBezTo>
                  <a:cubicBezTo>
                    <a:pt x="104" y="148"/>
                    <a:pt x="110" y="145"/>
                    <a:pt x="116" y="142"/>
                  </a:cubicBezTo>
                  <a:cubicBezTo>
                    <a:pt x="122" y="138"/>
                    <a:pt x="128" y="136"/>
                    <a:pt x="134" y="132"/>
                  </a:cubicBezTo>
                  <a:cubicBezTo>
                    <a:pt x="148" y="121"/>
                    <a:pt x="155" y="104"/>
                    <a:pt x="159" y="88"/>
                  </a:cubicBezTo>
                  <a:cubicBezTo>
                    <a:pt x="163" y="73"/>
                    <a:pt x="162" y="56"/>
                    <a:pt x="162" y="40"/>
                  </a:cubicBezTo>
                  <a:cubicBezTo>
                    <a:pt x="162" y="27"/>
                    <a:pt x="161" y="11"/>
                    <a:pt x="17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01" name="Freeform 110">
              <a:extLst>
                <a:ext uri="{FF2B5EF4-FFF2-40B4-BE49-F238E27FC236}">
                  <a16:creationId xmlns:a16="http://schemas.microsoft.com/office/drawing/2014/main" id="{32411B50-6B6D-487B-A0ED-CC3E422EF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300"/>
              <a:ext cx="114" cy="160"/>
            </a:xfrm>
            <a:custGeom>
              <a:avLst/>
              <a:gdLst>
                <a:gd name="T0" fmla="*/ 0 w 115"/>
                <a:gd name="T1" fmla="*/ 8 h 161"/>
                <a:gd name="T2" fmla="*/ 28 w 115"/>
                <a:gd name="T3" fmla="*/ 48 h 161"/>
                <a:gd name="T4" fmla="*/ 59 w 115"/>
                <a:gd name="T5" fmla="*/ 155 h 161"/>
                <a:gd name="T6" fmla="*/ 88 w 115"/>
                <a:gd name="T7" fmla="*/ 48 h 161"/>
                <a:gd name="T8" fmla="*/ 112 w 115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61">
                  <a:moveTo>
                    <a:pt x="0" y="8"/>
                  </a:moveTo>
                  <a:cubicBezTo>
                    <a:pt x="0" y="8"/>
                    <a:pt x="25" y="11"/>
                    <a:pt x="28" y="48"/>
                  </a:cubicBezTo>
                  <a:cubicBezTo>
                    <a:pt x="31" y="84"/>
                    <a:pt x="18" y="156"/>
                    <a:pt x="62" y="158"/>
                  </a:cubicBezTo>
                  <a:cubicBezTo>
                    <a:pt x="106" y="161"/>
                    <a:pt x="91" y="48"/>
                    <a:pt x="91" y="48"/>
                  </a:cubicBezTo>
                  <a:cubicBezTo>
                    <a:pt x="91" y="48"/>
                    <a:pt x="88" y="9"/>
                    <a:pt x="11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02" name="Freeform 111">
              <a:extLst>
                <a:ext uri="{FF2B5EF4-FFF2-40B4-BE49-F238E27FC236}">
                  <a16:creationId xmlns:a16="http://schemas.microsoft.com/office/drawing/2014/main" id="{47D0674D-07AA-4429-8BC3-73ED89651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477"/>
              <a:ext cx="45" cy="324"/>
            </a:xfrm>
            <a:custGeom>
              <a:avLst/>
              <a:gdLst>
                <a:gd name="T0" fmla="*/ 43 w 45"/>
                <a:gd name="T1" fmla="*/ 318 h 327"/>
                <a:gd name="T2" fmla="*/ 38 w 45"/>
                <a:gd name="T3" fmla="*/ 267 h 327"/>
                <a:gd name="T4" fmla="*/ 32 w 45"/>
                <a:gd name="T5" fmla="*/ 200 h 327"/>
                <a:gd name="T6" fmla="*/ 14 w 45"/>
                <a:gd name="T7" fmla="*/ 0 h 3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27">
                  <a:moveTo>
                    <a:pt x="43" y="327"/>
                  </a:moveTo>
                  <a:cubicBezTo>
                    <a:pt x="43" y="327"/>
                    <a:pt x="43" y="308"/>
                    <a:pt x="38" y="274"/>
                  </a:cubicBezTo>
                  <a:cubicBezTo>
                    <a:pt x="35" y="250"/>
                    <a:pt x="45" y="226"/>
                    <a:pt x="32" y="206"/>
                  </a:cubicBezTo>
                  <a:cubicBezTo>
                    <a:pt x="11" y="174"/>
                    <a:pt x="0" y="94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03" name="Freeform 112">
              <a:extLst>
                <a:ext uri="{FF2B5EF4-FFF2-40B4-BE49-F238E27FC236}">
                  <a16:creationId xmlns:a16="http://schemas.microsoft.com/office/drawing/2014/main" id="{E6349FF6-14FF-4C6E-8203-10B8829F4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481"/>
              <a:ext cx="35" cy="297"/>
            </a:xfrm>
            <a:custGeom>
              <a:avLst/>
              <a:gdLst>
                <a:gd name="T0" fmla="*/ 0 w 35"/>
                <a:gd name="T1" fmla="*/ 291 h 300"/>
                <a:gd name="T2" fmla="*/ 9 w 35"/>
                <a:gd name="T3" fmla="*/ 204 h 300"/>
                <a:gd name="T4" fmla="*/ 32 w 35"/>
                <a:gd name="T5" fmla="*/ 103 h 300"/>
                <a:gd name="T6" fmla="*/ 33 w 35"/>
                <a:gd name="T7" fmla="*/ 0 h 3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00">
                  <a:moveTo>
                    <a:pt x="0" y="300"/>
                  </a:moveTo>
                  <a:cubicBezTo>
                    <a:pt x="1" y="298"/>
                    <a:pt x="3" y="238"/>
                    <a:pt x="9" y="210"/>
                  </a:cubicBezTo>
                  <a:cubicBezTo>
                    <a:pt x="9" y="210"/>
                    <a:pt x="29" y="171"/>
                    <a:pt x="32" y="106"/>
                  </a:cubicBezTo>
                  <a:cubicBezTo>
                    <a:pt x="35" y="40"/>
                    <a:pt x="24" y="8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04" name="Freeform 113">
              <a:extLst>
                <a:ext uri="{FF2B5EF4-FFF2-40B4-BE49-F238E27FC236}">
                  <a16:creationId xmlns:a16="http://schemas.microsoft.com/office/drawing/2014/main" id="{052472FD-E391-444C-95D7-82672F58D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665"/>
              <a:ext cx="102" cy="51"/>
            </a:xfrm>
            <a:custGeom>
              <a:avLst/>
              <a:gdLst>
                <a:gd name="T0" fmla="*/ 100 w 103"/>
                <a:gd name="T1" fmla="*/ 0 h 51"/>
                <a:gd name="T2" fmla="*/ 65 w 103"/>
                <a:gd name="T3" fmla="*/ 37 h 51"/>
                <a:gd name="T4" fmla="*/ 31 w 103"/>
                <a:gd name="T5" fmla="*/ 47 h 51"/>
                <a:gd name="T6" fmla="*/ 0 w 103"/>
                <a:gd name="T7" fmla="*/ 51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51">
                  <a:moveTo>
                    <a:pt x="103" y="0"/>
                  </a:moveTo>
                  <a:cubicBezTo>
                    <a:pt x="100" y="17"/>
                    <a:pt x="83" y="29"/>
                    <a:pt x="68" y="37"/>
                  </a:cubicBezTo>
                  <a:cubicBezTo>
                    <a:pt x="56" y="43"/>
                    <a:pt x="44" y="45"/>
                    <a:pt x="31" y="47"/>
                  </a:cubicBezTo>
                  <a:cubicBezTo>
                    <a:pt x="25" y="48"/>
                    <a:pt x="3" y="47"/>
                    <a:pt x="0" y="5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05" name="Freeform 114">
              <a:extLst>
                <a:ext uri="{FF2B5EF4-FFF2-40B4-BE49-F238E27FC236}">
                  <a16:creationId xmlns:a16="http://schemas.microsoft.com/office/drawing/2014/main" id="{B6299B37-A82F-4628-BBDB-0D04D9CF7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680"/>
              <a:ext cx="104" cy="43"/>
            </a:xfrm>
            <a:custGeom>
              <a:avLst/>
              <a:gdLst>
                <a:gd name="T0" fmla="*/ 0 w 105"/>
                <a:gd name="T1" fmla="*/ 0 h 43"/>
                <a:gd name="T2" fmla="*/ 39 w 105"/>
                <a:gd name="T3" fmla="*/ 29 h 43"/>
                <a:gd name="T4" fmla="*/ 71 w 105"/>
                <a:gd name="T5" fmla="*/ 39 h 43"/>
                <a:gd name="T6" fmla="*/ 102 w 105"/>
                <a:gd name="T7" fmla="*/ 43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43">
                  <a:moveTo>
                    <a:pt x="0" y="0"/>
                  </a:moveTo>
                  <a:cubicBezTo>
                    <a:pt x="11" y="17"/>
                    <a:pt x="19" y="19"/>
                    <a:pt x="39" y="29"/>
                  </a:cubicBezTo>
                  <a:cubicBezTo>
                    <a:pt x="50" y="34"/>
                    <a:pt x="62" y="37"/>
                    <a:pt x="74" y="39"/>
                  </a:cubicBezTo>
                  <a:cubicBezTo>
                    <a:pt x="83" y="40"/>
                    <a:pt x="98" y="40"/>
                    <a:pt x="105" y="4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06" name="Freeform 115">
              <a:extLst>
                <a:ext uri="{FF2B5EF4-FFF2-40B4-BE49-F238E27FC236}">
                  <a16:creationId xmlns:a16="http://schemas.microsoft.com/office/drawing/2014/main" id="{230A84C2-7C09-4236-8500-64957F80B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700"/>
              <a:ext cx="60" cy="11"/>
            </a:xfrm>
            <a:custGeom>
              <a:avLst/>
              <a:gdLst>
                <a:gd name="T0" fmla="*/ 0 w 61"/>
                <a:gd name="T1" fmla="*/ 11 h 11"/>
                <a:gd name="T2" fmla="*/ 15 w 61"/>
                <a:gd name="T3" fmla="*/ 8 h 11"/>
                <a:gd name="T4" fmla="*/ 30 w 61"/>
                <a:gd name="T5" fmla="*/ 1 h 11"/>
                <a:gd name="T6" fmla="*/ 58 w 61"/>
                <a:gd name="T7" fmla="*/ 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1">
                  <a:moveTo>
                    <a:pt x="0" y="11"/>
                  </a:moveTo>
                  <a:cubicBezTo>
                    <a:pt x="5" y="8"/>
                    <a:pt x="10" y="9"/>
                    <a:pt x="15" y="8"/>
                  </a:cubicBezTo>
                  <a:cubicBezTo>
                    <a:pt x="20" y="6"/>
                    <a:pt x="24" y="1"/>
                    <a:pt x="30" y="1"/>
                  </a:cubicBezTo>
                  <a:cubicBezTo>
                    <a:pt x="41" y="0"/>
                    <a:pt x="50" y="9"/>
                    <a:pt x="61" y="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07" name="Oval 116">
              <a:extLst>
                <a:ext uri="{FF2B5EF4-FFF2-40B4-BE49-F238E27FC236}">
                  <a16:creationId xmlns:a16="http://schemas.microsoft.com/office/drawing/2014/main" id="{4D1A6A87-EBEA-4551-A2A4-880685160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2" y="1662"/>
              <a:ext cx="56" cy="27"/>
            </a:xfrm>
            <a:prstGeom prst="ellips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108" name="Oval 117">
              <a:extLst>
                <a:ext uri="{FF2B5EF4-FFF2-40B4-BE49-F238E27FC236}">
                  <a16:creationId xmlns:a16="http://schemas.microsoft.com/office/drawing/2014/main" id="{6513105C-4C44-449E-823F-F5FC6FC53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661"/>
              <a:ext cx="56" cy="27"/>
            </a:xfrm>
            <a:prstGeom prst="ellips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109" name="Freeform 118">
              <a:extLst>
                <a:ext uri="{FF2B5EF4-FFF2-40B4-BE49-F238E27FC236}">
                  <a16:creationId xmlns:a16="http://schemas.microsoft.com/office/drawing/2014/main" id="{5E2C02E5-3B37-4BA8-BF40-5BD2D8A9FF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7" y="722"/>
              <a:ext cx="1736" cy="3333"/>
            </a:xfrm>
            <a:custGeom>
              <a:avLst/>
              <a:gdLst>
                <a:gd name="T0" fmla="*/ 1532 w 1749"/>
                <a:gd name="T1" fmla="*/ 1554 h 3357"/>
                <a:gd name="T2" fmla="*/ 1332 w 1749"/>
                <a:gd name="T3" fmla="*/ 1065 h 3357"/>
                <a:gd name="T4" fmla="*/ 1099 w 1749"/>
                <a:gd name="T5" fmla="*/ 543 h 3357"/>
                <a:gd name="T6" fmla="*/ 963 w 1749"/>
                <a:gd name="T7" fmla="*/ 316 h 3357"/>
                <a:gd name="T8" fmla="*/ 980 w 1749"/>
                <a:gd name="T9" fmla="*/ 209 h 3357"/>
                <a:gd name="T10" fmla="*/ 831 w 1749"/>
                <a:gd name="T11" fmla="*/ 0 h 3357"/>
                <a:gd name="T12" fmla="*/ 699 w 1749"/>
                <a:gd name="T13" fmla="*/ 223 h 3357"/>
                <a:gd name="T14" fmla="*/ 728 w 1749"/>
                <a:gd name="T15" fmla="*/ 326 h 3357"/>
                <a:gd name="T16" fmla="*/ 645 w 1749"/>
                <a:gd name="T17" fmla="*/ 528 h 3357"/>
                <a:gd name="T18" fmla="*/ 388 w 1749"/>
                <a:gd name="T19" fmla="*/ 1047 h 3357"/>
                <a:gd name="T20" fmla="*/ 185 w 1749"/>
                <a:gd name="T21" fmla="*/ 1550 h 3357"/>
                <a:gd name="T22" fmla="*/ 10 w 1749"/>
                <a:gd name="T23" fmla="*/ 1695 h 3357"/>
                <a:gd name="T24" fmla="*/ 110 w 1749"/>
                <a:gd name="T25" fmla="*/ 1769 h 3357"/>
                <a:gd name="T26" fmla="*/ 146 w 1749"/>
                <a:gd name="T27" fmla="*/ 1847 h 3357"/>
                <a:gd name="T28" fmla="*/ 212 w 1749"/>
                <a:gd name="T29" fmla="*/ 1781 h 3357"/>
                <a:gd name="T30" fmla="*/ 328 w 1749"/>
                <a:gd name="T31" fmla="*/ 1852 h 3357"/>
                <a:gd name="T32" fmla="*/ 340 w 1749"/>
                <a:gd name="T33" fmla="*/ 1546 h 3357"/>
                <a:gd name="T34" fmla="*/ 583 w 1749"/>
                <a:gd name="T35" fmla="*/ 1063 h 3357"/>
                <a:gd name="T36" fmla="*/ 628 w 1749"/>
                <a:gd name="T37" fmla="*/ 2153 h 3357"/>
                <a:gd name="T38" fmla="*/ 690 w 1749"/>
                <a:gd name="T39" fmla="*/ 2778 h 3357"/>
                <a:gd name="T40" fmla="*/ 730 w 1749"/>
                <a:gd name="T41" fmla="*/ 3038 h 3357"/>
                <a:gd name="T42" fmla="*/ 627 w 1749"/>
                <a:gd name="T43" fmla="*/ 3229 h 3357"/>
                <a:gd name="T44" fmla="*/ 678 w 1749"/>
                <a:gd name="T45" fmla="*/ 3256 h 3357"/>
                <a:gd name="T46" fmla="*/ 735 w 1749"/>
                <a:gd name="T47" fmla="*/ 3280 h 3357"/>
                <a:gd name="T48" fmla="*/ 840 w 1749"/>
                <a:gd name="T49" fmla="*/ 3242 h 3357"/>
                <a:gd name="T50" fmla="*/ 859 w 1749"/>
                <a:gd name="T51" fmla="*/ 3128 h 3357"/>
                <a:gd name="T52" fmla="*/ 888 w 1749"/>
                <a:gd name="T53" fmla="*/ 3189 h 3357"/>
                <a:gd name="T54" fmla="*/ 979 w 1749"/>
                <a:gd name="T55" fmla="*/ 3268 h 3357"/>
                <a:gd name="T56" fmla="*/ 1044 w 1749"/>
                <a:gd name="T57" fmla="*/ 3273 h 3357"/>
                <a:gd name="T58" fmla="*/ 1092 w 1749"/>
                <a:gd name="T59" fmla="*/ 3233 h 3357"/>
                <a:gd name="T60" fmla="*/ 1086 w 1749"/>
                <a:gd name="T61" fmla="*/ 3153 h 3357"/>
                <a:gd name="T62" fmla="*/ 1033 w 1749"/>
                <a:gd name="T63" fmla="*/ 2927 h 3357"/>
                <a:gd name="T64" fmla="*/ 1098 w 1749"/>
                <a:gd name="T65" fmla="*/ 2183 h 3357"/>
                <a:gd name="T66" fmla="*/ 1124 w 1749"/>
                <a:gd name="T67" fmla="*/ 1041 h 3357"/>
                <a:gd name="T68" fmla="*/ 1321 w 1749"/>
                <a:gd name="T69" fmla="*/ 1494 h 3357"/>
                <a:gd name="T70" fmla="*/ 1390 w 1749"/>
                <a:gd name="T71" fmla="*/ 1760 h 3357"/>
                <a:gd name="T72" fmla="*/ 1496 w 1749"/>
                <a:gd name="T73" fmla="*/ 1908 h 3357"/>
                <a:gd name="T74" fmla="*/ 1546 w 1749"/>
                <a:gd name="T75" fmla="*/ 1768 h 3357"/>
                <a:gd name="T76" fmla="*/ 1580 w 1749"/>
                <a:gd name="T77" fmla="*/ 1672 h 3357"/>
                <a:gd name="T78" fmla="*/ 1668 w 1749"/>
                <a:gd name="T79" fmla="*/ 1653 h 3357"/>
                <a:gd name="T80" fmla="*/ 858 w 1749"/>
                <a:gd name="T81" fmla="*/ 2730 h 3357"/>
                <a:gd name="T82" fmla="*/ 850 w 1749"/>
                <a:gd name="T83" fmla="*/ 2321 h 3357"/>
                <a:gd name="T84" fmla="*/ 862 w 1749"/>
                <a:gd name="T85" fmla="*/ 1806 h 3357"/>
                <a:gd name="T86" fmla="*/ 870 w 1749"/>
                <a:gd name="T87" fmla="*/ 2019 h 3357"/>
                <a:gd name="T88" fmla="*/ 874 w 1749"/>
                <a:gd name="T89" fmla="*/ 2535 h 3357"/>
                <a:gd name="T90" fmla="*/ 877 w 1749"/>
                <a:gd name="T91" fmla="*/ 2970 h 335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749" h="3357">
                  <a:moveTo>
                    <a:pt x="1706" y="1689"/>
                  </a:moveTo>
                  <a:cubicBezTo>
                    <a:pt x="1684" y="1677"/>
                    <a:pt x="1658" y="1668"/>
                    <a:pt x="1647" y="1652"/>
                  </a:cubicBezTo>
                  <a:cubicBezTo>
                    <a:pt x="1636" y="1635"/>
                    <a:pt x="1602" y="1601"/>
                    <a:pt x="1567" y="1587"/>
                  </a:cubicBezTo>
                  <a:cubicBezTo>
                    <a:pt x="1553" y="1582"/>
                    <a:pt x="1550" y="1549"/>
                    <a:pt x="1533" y="1530"/>
                  </a:cubicBezTo>
                  <a:cubicBezTo>
                    <a:pt x="1516" y="1510"/>
                    <a:pt x="1481" y="1462"/>
                    <a:pt x="1462" y="1342"/>
                  </a:cubicBezTo>
                  <a:cubicBezTo>
                    <a:pt x="1443" y="1222"/>
                    <a:pt x="1384" y="1133"/>
                    <a:pt x="1362" y="1089"/>
                  </a:cubicBezTo>
                  <a:cubicBezTo>
                    <a:pt x="1340" y="1045"/>
                    <a:pt x="1321" y="929"/>
                    <a:pt x="1300" y="867"/>
                  </a:cubicBezTo>
                  <a:cubicBezTo>
                    <a:pt x="1279" y="805"/>
                    <a:pt x="1343" y="640"/>
                    <a:pt x="1178" y="574"/>
                  </a:cubicBezTo>
                  <a:cubicBezTo>
                    <a:pt x="1168" y="570"/>
                    <a:pt x="1152" y="557"/>
                    <a:pt x="1123" y="555"/>
                  </a:cubicBezTo>
                  <a:cubicBezTo>
                    <a:pt x="1094" y="553"/>
                    <a:pt x="993" y="496"/>
                    <a:pt x="982" y="465"/>
                  </a:cubicBezTo>
                  <a:cubicBezTo>
                    <a:pt x="975" y="370"/>
                    <a:pt x="975" y="370"/>
                    <a:pt x="975" y="370"/>
                  </a:cubicBezTo>
                  <a:cubicBezTo>
                    <a:pt x="975" y="370"/>
                    <a:pt x="985" y="342"/>
                    <a:pt x="984" y="322"/>
                  </a:cubicBezTo>
                  <a:cubicBezTo>
                    <a:pt x="984" y="322"/>
                    <a:pt x="1007" y="324"/>
                    <a:pt x="1012" y="296"/>
                  </a:cubicBezTo>
                  <a:cubicBezTo>
                    <a:pt x="1016" y="269"/>
                    <a:pt x="1023" y="266"/>
                    <a:pt x="1026" y="257"/>
                  </a:cubicBezTo>
                  <a:cubicBezTo>
                    <a:pt x="1030" y="248"/>
                    <a:pt x="1045" y="189"/>
                    <a:pt x="1001" y="215"/>
                  </a:cubicBezTo>
                  <a:cubicBezTo>
                    <a:pt x="1001" y="215"/>
                    <a:pt x="1004" y="190"/>
                    <a:pt x="999" y="176"/>
                  </a:cubicBezTo>
                  <a:cubicBezTo>
                    <a:pt x="996" y="167"/>
                    <a:pt x="1007" y="133"/>
                    <a:pt x="1006" y="109"/>
                  </a:cubicBezTo>
                  <a:cubicBezTo>
                    <a:pt x="1004" y="62"/>
                    <a:pt x="975" y="0"/>
                    <a:pt x="849" y="0"/>
                  </a:cubicBezTo>
                  <a:cubicBezTo>
                    <a:pt x="849" y="0"/>
                    <a:pt x="717" y="1"/>
                    <a:pt x="708" y="107"/>
                  </a:cubicBezTo>
                  <a:cubicBezTo>
                    <a:pt x="705" y="132"/>
                    <a:pt x="719" y="178"/>
                    <a:pt x="716" y="192"/>
                  </a:cubicBezTo>
                  <a:cubicBezTo>
                    <a:pt x="712" y="207"/>
                    <a:pt x="714" y="229"/>
                    <a:pt x="714" y="229"/>
                  </a:cubicBezTo>
                  <a:cubicBezTo>
                    <a:pt x="714" y="229"/>
                    <a:pt x="703" y="223"/>
                    <a:pt x="694" y="232"/>
                  </a:cubicBezTo>
                  <a:cubicBezTo>
                    <a:pt x="685" y="240"/>
                    <a:pt x="695" y="263"/>
                    <a:pt x="706" y="275"/>
                  </a:cubicBezTo>
                  <a:cubicBezTo>
                    <a:pt x="717" y="287"/>
                    <a:pt x="728" y="332"/>
                    <a:pt x="744" y="332"/>
                  </a:cubicBezTo>
                  <a:cubicBezTo>
                    <a:pt x="744" y="332"/>
                    <a:pt x="749" y="358"/>
                    <a:pt x="755" y="365"/>
                  </a:cubicBezTo>
                  <a:cubicBezTo>
                    <a:pt x="757" y="471"/>
                    <a:pt x="757" y="471"/>
                    <a:pt x="757" y="471"/>
                  </a:cubicBezTo>
                  <a:cubicBezTo>
                    <a:pt x="757" y="471"/>
                    <a:pt x="709" y="528"/>
                    <a:pt x="660" y="540"/>
                  </a:cubicBezTo>
                  <a:cubicBezTo>
                    <a:pt x="610" y="551"/>
                    <a:pt x="601" y="544"/>
                    <a:pt x="575" y="562"/>
                  </a:cubicBezTo>
                  <a:cubicBezTo>
                    <a:pt x="549" y="581"/>
                    <a:pt x="435" y="622"/>
                    <a:pt x="460" y="829"/>
                  </a:cubicBezTo>
                  <a:cubicBezTo>
                    <a:pt x="466" y="880"/>
                    <a:pt x="407" y="952"/>
                    <a:pt x="397" y="1071"/>
                  </a:cubicBezTo>
                  <a:cubicBezTo>
                    <a:pt x="393" y="1116"/>
                    <a:pt x="349" y="1087"/>
                    <a:pt x="297" y="1304"/>
                  </a:cubicBezTo>
                  <a:cubicBezTo>
                    <a:pt x="285" y="1351"/>
                    <a:pt x="236" y="1513"/>
                    <a:pt x="223" y="1524"/>
                  </a:cubicBezTo>
                  <a:cubicBezTo>
                    <a:pt x="198" y="1546"/>
                    <a:pt x="202" y="1574"/>
                    <a:pt x="188" y="1583"/>
                  </a:cubicBezTo>
                  <a:cubicBezTo>
                    <a:pt x="174" y="1592"/>
                    <a:pt x="121" y="1616"/>
                    <a:pt x="102" y="1646"/>
                  </a:cubicBezTo>
                  <a:cubicBezTo>
                    <a:pt x="83" y="1676"/>
                    <a:pt x="24" y="1701"/>
                    <a:pt x="13" y="1707"/>
                  </a:cubicBezTo>
                  <a:cubicBezTo>
                    <a:pt x="2" y="1713"/>
                    <a:pt x="0" y="1723"/>
                    <a:pt x="10" y="1731"/>
                  </a:cubicBezTo>
                  <a:cubicBezTo>
                    <a:pt x="21" y="1739"/>
                    <a:pt x="56" y="1750"/>
                    <a:pt x="81" y="1728"/>
                  </a:cubicBezTo>
                  <a:cubicBezTo>
                    <a:pt x="107" y="1707"/>
                    <a:pt x="123" y="1693"/>
                    <a:pt x="132" y="1711"/>
                  </a:cubicBezTo>
                  <a:cubicBezTo>
                    <a:pt x="141" y="1728"/>
                    <a:pt x="123" y="1784"/>
                    <a:pt x="113" y="1808"/>
                  </a:cubicBezTo>
                  <a:cubicBezTo>
                    <a:pt x="104" y="1832"/>
                    <a:pt x="67" y="1927"/>
                    <a:pt x="92" y="1939"/>
                  </a:cubicBezTo>
                  <a:cubicBezTo>
                    <a:pt x="117" y="1950"/>
                    <a:pt x="160" y="1809"/>
                    <a:pt x="167" y="1811"/>
                  </a:cubicBezTo>
                  <a:cubicBezTo>
                    <a:pt x="175" y="1813"/>
                    <a:pt x="157" y="1865"/>
                    <a:pt x="149" y="1886"/>
                  </a:cubicBezTo>
                  <a:cubicBezTo>
                    <a:pt x="141" y="1906"/>
                    <a:pt x="128" y="1958"/>
                    <a:pt x="152" y="1964"/>
                  </a:cubicBezTo>
                  <a:cubicBezTo>
                    <a:pt x="177" y="1969"/>
                    <a:pt x="192" y="1891"/>
                    <a:pt x="192" y="1891"/>
                  </a:cubicBezTo>
                  <a:cubicBezTo>
                    <a:pt x="192" y="1891"/>
                    <a:pt x="209" y="1818"/>
                    <a:pt x="218" y="1820"/>
                  </a:cubicBezTo>
                  <a:cubicBezTo>
                    <a:pt x="227" y="1822"/>
                    <a:pt x="190" y="1944"/>
                    <a:pt x="221" y="1952"/>
                  </a:cubicBezTo>
                  <a:cubicBezTo>
                    <a:pt x="252" y="1961"/>
                    <a:pt x="253" y="1792"/>
                    <a:pt x="273" y="1788"/>
                  </a:cubicBezTo>
                  <a:cubicBezTo>
                    <a:pt x="293" y="1784"/>
                    <a:pt x="303" y="1900"/>
                    <a:pt x="334" y="1892"/>
                  </a:cubicBezTo>
                  <a:cubicBezTo>
                    <a:pt x="365" y="1883"/>
                    <a:pt x="307" y="1740"/>
                    <a:pt x="310" y="1723"/>
                  </a:cubicBezTo>
                  <a:cubicBezTo>
                    <a:pt x="313" y="1706"/>
                    <a:pt x="336" y="1642"/>
                    <a:pt x="328" y="1619"/>
                  </a:cubicBezTo>
                  <a:cubicBezTo>
                    <a:pt x="320" y="1596"/>
                    <a:pt x="338" y="1591"/>
                    <a:pt x="349" y="1579"/>
                  </a:cubicBezTo>
                  <a:cubicBezTo>
                    <a:pt x="360" y="1567"/>
                    <a:pt x="508" y="1349"/>
                    <a:pt x="533" y="1264"/>
                  </a:cubicBezTo>
                  <a:cubicBezTo>
                    <a:pt x="549" y="1212"/>
                    <a:pt x="573" y="1212"/>
                    <a:pt x="572" y="1165"/>
                  </a:cubicBezTo>
                  <a:cubicBezTo>
                    <a:pt x="571" y="1118"/>
                    <a:pt x="595" y="1087"/>
                    <a:pt x="595" y="1087"/>
                  </a:cubicBezTo>
                  <a:cubicBezTo>
                    <a:pt x="595" y="1087"/>
                    <a:pt x="607" y="1256"/>
                    <a:pt x="589" y="1327"/>
                  </a:cubicBezTo>
                  <a:cubicBezTo>
                    <a:pt x="570" y="1398"/>
                    <a:pt x="535" y="1738"/>
                    <a:pt x="577" y="1956"/>
                  </a:cubicBezTo>
                  <a:cubicBezTo>
                    <a:pt x="619" y="2174"/>
                    <a:pt x="643" y="2200"/>
                    <a:pt x="643" y="2200"/>
                  </a:cubicBezTo>
                  <a:cubicBezTo>
                    <a:pt x="643" y="2200"/>
                    <a:pt x="655" y="2240"/>
                    <a:pt x="649" y="2266"/>
                  </a:cubicBezTo>
                  <a:cubicBezTo>
                    <a:pt x="643" y="2292"/>
                    <a:pt x="653" y="2322"/>
                    <a:pt x="657" y="2344"/>
                  </a:cubicBezTo>
                  <a:cubicBezTo>
                    <a:pt x="661" y="2366"/>
                    <a:pt x="564" y="2545"/>
                    <a:pt x="705" y="2838"/>
                  </a:cubicBezTo>
                  <a:cubicBezTo>
                    <a:pt x="729" y="2888"/>
                    <a:pt x="735" y="2976"/>
                    <a:pt x="735" y="2990"/>
                  </a:cubicBezTo>
                  <a:cubicBezTo>
                    <a:pt x="735" y="3004"/>
                    <a:pt x="733" y="3020"/>
                    <a:pt x="743" y="3046"/>
                  </a:cubicBezTo>
                  <a:cubicBezTo>
                    <a:pt x="753" y="3072"/>
                    <a:pt x="753" y="3090"/>
                    <a:pt x="747" y="3104"/>
                  </a:cubicBezTo>
                  <a:cubicBezTo>
                    <a:pt x="741" y="3118"/>
                    <a:pt x="698" y="3188"/>
                    <a:pt x="688" y="3210"/>
                  </a:cubicBezTo>
                  <a:cubicBezTo>
                    <a:pt x="678" y="3231"/>
                    <a:pt x="657" y="3230"/>
                    <a:pt x="650" y="3248"/>
                  </a:cubicBezTo>
                  <a:cubicBezTo>
                    <a:pt x="642" y="3266"/>
                    <a:pt x="628" y="3291"/>
                    <a:pt x="642" y="3299"/>
                  </a:cubicBezTo>
                  <a:cubicBezTo>
                    <a:pt x="654" y="3307"/>
                    <a:pt x="657" y="3302"/>
                    <a:pt x="658" y="3301"/>
                  </a:cubicBezTo>
                  <a:cubicBezTo>
                    <a:pt x="657" y="3303"/>
                    <a:pt x="650" y="3320"/>
                    <a:pt x="669" y="3327"/>
                  </a:cubicBezTo>
                  <a:cubicBezTo>
                    <a:pt x="689" y="3335"/>
                    <a:pt x="693" y="3327"/>
                    <a:pt x="693" y="3327"/>
                  </a:cubicBezTo>
                  <a:cubicBezTo>
                    <a:pt x="693" y="3327"/>
                    <a:pt x="691" y="3346"/>
                    <a:pt x="710" y="3347"/>
                  </a:cubicBezTo>
                  <a:cubicBezTo>
                    <a:pt x="729" y="3348"/>
                    <a:pt x="731" y="3343"/>
                    <a:pt x="731" y="3343"/>
                  </a:cubicBezTo>
                  <a:cubicBezTo>
                    <a:pt x="731" y="3343"/>
                    <a:pt x="734" y="3352"/>
                    <a:pt x="753" y="3352"/>
                  </a:cubicBezTo>
                  <a:cubicBezTo>
                    <a:pt x="772" y="3352"/>
                    <a:pt x="780" y="3341"/>
                    <a:pt x="780" y="3341"/>
                  </a:cubicBezTo>
                  <a:cubicBezTo>
                    <a:pt x="780" y="3341"/>
                    <a:pt x="784" y="3357"/>
                    <a:pt x="813" y="3357"/>
                  </a:cubicBezTo>
                  <a:cubicBezTo>
                    <a:pt x="842" y="3357"/>
                    <a:pt x="862" y="3336"/>
                    <a:pt x="858" y="3313"/>
                  </a:cubicBezTo>
                  <a:cubicBezTo>
                    <a:pt x="853" y="3290"/>
                    <a:pt x="857" y="3289"/>
                    <a:pt x="860" y="3280"/>
                  </a:cubicBezTo>
                  <a:cubicBezTo>
                    <a:pt x="863" y="3272"/>
                    <a:pt x="872" y="3257"/>
                    <a:pt x="868" y="3241"/>
                  </a:cubicBezTo>
                  <a:cubicBezTo>
                    <a:pt x="864" y="3225"/>
                    <a:pt x="872" y="3203"/>
                    <a:pt x="878" y="3197"/>
                  </a:cubicBezTo>
                  <a:cubicBezTo>
                    <a:pt x="885" y="3191"/>
                    <a:pt x="899" y="3177"/>
                    <a:pt x="899" y="3177"/>
                  </a:cubicBezTo>
                  <a:cubicBezTo>
                    <a:pt x="899" y="3177"/>
                    <a:pt x="909" y="3198"/>
                    <a:pt x="906" y="3209"/>
                  </a:cubicBezTo>
                  <a:cubicBezTo>
                    <a:pt x="903" y="3220"/>
                    <a:pt x="912" y="3247"/>
                    <a:pt x="909" y="3258"/>
                  </a:cubicBezTo>
                  <a:cubicBezTo>
                    <a:pt x="907" y="3270"/>
                    <a:pt x="922" y="3289"/>
                    <a:pt x="919" y="3305"/>
                  </a:cubicBezTo>
                  <a:cubicBezTo>
                    <a:pt x="917" y="3322"/>
                    <a:pt x="918" y="3357"/>
                    <a:pt x="965" y="3357"/>
                  </a:cubicBezTo>
                  <a:cubicBezTo>
                    <a:pt x="998" y="3357"/>
                    <a:pt x="1000" y="3340"/>
                    <a:pt x="1000" y="3340"/>
                  </a:cubicBezTo>
                  <a:cubicBezTo>
                    <a:pt x="1000" y="3340"/>
                    <a:pt x="1014" y="3354"/>
                    <a:pt x="1031" y="3352"/>
                  </a:cubicBezTo>
                  <a:cubicBezTo>
                    <a:pt x="1049" y="3351"/>
                    <a:pt x="1050" y="3338"/>
                    <a:pt x="1050" y="3338"/>
                  </a:cubicBezTo>
                  <a:cubicBezTo>
                    <a:pt x="1050" y="3338"/>
                    <a:pt x="1059" y="3348"/>
                    <a:pt x="1068" y="3345"/>
                  </a:cubicBezTo>
                  <a:cubicBezTo>
                    <a:pt x="1076" y="3341"/>
                    <a:pt x="1080" y="3327"/>
                    <a:pt x="1080" y="3327"/>
                  </a:cubicBezTo>
                  <a:cubicBezTo>
                    <a:pt x="1080" y="3327"/>
                    <a:pt x="1099" y="3336"/>
                    <a:pt x="1107" y="3327"/>
                  </a:cubicBezTo>
                  <a:cubicBezTo>
                    <a:pt x="1115" y="3317"/>
                    <a:pt x="1116" y="3303"/>
                    <a:pt x="1116" y="3303"/>
                  </a:cubicBezTo>
                  <a:cubicBezTo>
                    <a:pt x="1116" y="3303"/>
                    <a:pt x="1126" y="3302"/>
                    <a:pt x="1134" y="3291"/>
                  </a:cubicBezTo>
                  <a:cubicBezTo>
                    <a:pt x="1143" y="3280"/>
                    <a:pt x="1139" y="3262"/>
                    <a:pt x="1132" y="3252"/>
                  </a:cubicBezTo>
                  <a:cubicBezTo>
                    <a:pt x="1124" y="3243"/>
                    <a:pt x="1124" y="3229"/>
                    <a:pt x="1110" y="3222"/>
                  </a:cubicBezTo>
                  <a:cubicBezTo>
                    <a:pt x="1096" y="3215"/>
                    <a:pt x="1073" y="3163"/>
                    <a:pt x="1065" y="3149"/>
                  </a:cubicBezTo>
                  <a:cubicBezTo>
                    <a:pt x="1057" y="3135"/>
                    <a:pt x="1039" y="3093"/>
                    <a:pt x="1048" y="3072"/>
                  </a:cubicBezTo>
                  <a:cubicBezTo>
                    <a:pt x="1057" y="3051"/>
                    <a:pt x="1060" y="3022"/>
                    <a:pt x="1057" y="2990"/>
                  </a:cubicBezTo>
                  <a:cubicBezTo>
                    <a:pt x="1054" y="2958"/>
                    <a:pt x="1105" y="2748"/>
                    <a:pt x="1115" y="2712"/>
                  </a:cubicBezTo>
                  <a:cubicBezTo>
                    <a:pt x="1125" y="2676"/>
                    <a:pt x="1157" y="2548"/>
                    <a:pt x="1121" y="2416"/>
                  </a:cubicBezTo>
                  <a:cubicBezTo>
                    <a:pt x="1098" y="2335"/>
                    <a:pt x="1132" y="2352"/>
                    <a:pt x="1122" y="2231"/>
                  </a:cubicBezTo>
                  <a:cubicBezTo>
                    <a:pt x="1119" y="2195"/>
                    <a:pt x="1187" y="2107"/>
                    <a:pt x="1189" y="1729"/>
                  </a:cubicBezTo>
                  <a:cubicBezTo>
                    <a:pt x="1189" y="1605"/>
                    <a:pt x="1173" y="1382"/>
                    <a:pt x="1154" y="1315"/>
                  </a:cubicBezTo>
                  <a:cubicBezTo>
                    <a:pt x="1135" y="1249"/>
                    <a:pt x="1148" y="1073"/>
                    <a:pt x="1149" y="1064"/>
                  </a:cubicBezTo>
                  <a:cubicBezTo>
                    <a:pt x="1149" y="1064"/>
                    <a:pt x="1182" y="1121"/>
                    <a:pt x="1182" y="1142"/>
                  </a:cubicBezTo>
                  <a:cubicBezTo>
                    <a:pt x="1182" y="1163"/>
                    <a:pt x="1197" y="1202"/>
                    <a:pt x="1208" y="1215"/>
                  </a:cubicBezTo>
                  <a:cubicBezTo>
                    <a:pt x="1218" y="1228"/>
                    <a:pt x="1229" y="1405"/>
                    <a:pt x="1351" y="1527"/>
                  </a:cubicBezTo>
                  <a:cubicBezTo>
                    <a:pt x="1391" y="1567"/>
                    <a:pt x="1419" y="1618"/>
                    <a:pt x="1423" y="1639"/>
                  </a:cubicBezTo>
                  <a:cubicBezTo>
                    <a:pt x="1427" y="1661"/>
                    <a:pt x="1427" y="1699"/>
                    <a:pt x="1437" y="1717"/>
                  </a:cubicBezTo>
                  <a:cubicBezTo>
                    <a:pt x="1446" y="1734"/>
                    <a:pt x="1425" y="1779"/>
                    <a:pt x="1421" y="1799"/>
                  </a:cubicBezTo>
                  <a:cubicBezTo>
                    <a:pt x="1417" y="1819"/>
                    <a:pt x="1395" y="1882"/>
                    <a:pt x="1415" y="1894"/>
                  </a:cubicBezTo>
                  <a:cubicBezTo>
                    <a:pt x="1435" y="1906"/>
                    <a:pt x="1461" y="1785"/>
                    <a:pt x="1475" y="1789"/>
                  </a:cubicBezTo>
                  <a:cubicBezTo>
                    <a:pt x="1490" y="1793"/>
                    <a:pt x="1494" y="1947"/>
                    <a:pt x="1529" y="1950"/>
                  </a:cubicBezTo>
                  <a:cubicBezTo>
                    <a:pt x="1563" y="1953"/>
                    <a:pt x="1518" y="1819"/>
                    <a:pt x="1535" y="1819"/>
                  </a:cubicBezTo>
                  <a:cubicBezTo>
                    <a:pt x="1553" y="1819"/>
                    <a:pt x="1566" y="1974"/>
                    <a:pt x="1597" y="1965"/>
                  </a:cubicBezTo>
                  <a:cubicBezTo>
                    <a:pt x="1627" y="1955"/>
                    <a:pt x="1567" y="1819"/>
                    <a:pt x="1582" y="1807"/>
                  </a:cubicBezTo>
                  <a:cubicBezTo>
                    <a:pt x="1597" y="1795"/>
                    <a:pt x="1622" y="1954"/>
                    <a:pt x="1657" y="1939"/>
                  </a:cubicBezTo>
                  <a:cubicBezTo>
                    <a:pt x="1657" y="1939"/>
                    <a:pt x="1678" y="1939"/>
                    <a:pt x="1651" y="1859"/>
                  </a:cubicBezTo>
                  <a:cubicBezTo>
                    <a:pt x="1624" y="1778"/>
                    <a:pt x="1610" y="1723"/>
                    <a:pt x="1616" y="1708"/>
                  </a:cubicBezTo>
                  <a:cubicBezTo>
                    <a:pt x="1622" y="1692"/>
                    <a:pt x="1642" y="1710"/>
                    <a:pt x="1654" y="1721"/>
                  </a:cubicBezTo>
                  <a:cubicBezTo>
                    <a:pt x="1667" y="1732"/>
                    <a:pt x="1719" y="1760"/>
                    <a:pt x="1745" y="1721"/>
                  </a:cubicBezTo>
                  <a:cubicBezTo>
                    <a:pt x="1749" y="1716"/>
                    <a:pt x="1728" y="1701"/>
                    <a:pt x="1706" y="1689"/>
                  </a:cubicBezTo>
                  <a:close/>
                  <a:moveTo>
                    <a:pt x="898" y="3035"/>
                  </a:moveTo>
                  <a:cubicBezTo>
                    <a:pt x="898" y="3035"/>
                    <a:pt x="886" y="2957"/>
                    <a:pt x="875" y="2919"/>
                  </a:cubicBezTo>
                  <a:cubicBezTo>
                    <a:pt x="864" y="2881"/>
                    <a:pt x="874" y="2844"/>
                    <a:pt x="877" y="2790"/>
                  </a:cubicBezTo>
                  <a:cubicBezTo>
                    <a:pt x="880" y="2735"/>
                    <a:pt x="891" y="2711"/>
                    <a:pt x="888" y="2658"/>
                  </a:cubicBezTo>
                  <a:cubicBezTo>
                    <a:pt x="886" y="2605"/>
                    <a:pt x="884" y="2563"/>
                    <a:pt x="874" y="2527"/>
                  </a:cubicBezTo>
                  <a:cubicBezTo>
                    <a:pt x="865" y="2490"/>
                    <a:pt x="856" y="2412"/>
                    <a:pt x="868" y="2372"/>
                  </a:cubicBezTo>
                  <a:cubicBezTo>
                    <a:pt x="879" y="2333"/>
                    <a:pt x="877" y="2274"/>
                    <a:pt x="870" y="2239"/>
                  </a:cubicBezTo>
                  <a:cubicBezTo>
                    <a:pt x="863" y="2204"/>
                    <a:pt x="868" y="2152"/>
                    <a:pt x="877" y="2066"/>
                  </a:cubicBezTo>
                  <a:cubicBezTo>
                    <a:pt x="883" y="2013"/>
                    <a:pt x="883" y="1912"/>
                    <a:pt x="882" y="1845"/>
                  </a:cubicBezTo>
                  <a:cubicBezTo>
                    <a:pt x="881" y="1808"/>
                    <a:pt x="881" y="1780"/>
                    <a:pt x="881" y="1779"/>
                  </a:cubicBezTo>
                  <a:cubicBezTo>
                    <a:pt x="881" y="1779"/>
                    <a:pt x="882" y="1806"/>
                    <a:pt x="882" y="1845"/>
                  </a:cubicBezTo>
                  <a:cubicBezTo>
                    <a:pt x="885" y="1924"/>
                    <a:pt x="890" y="2047"/>
                    <a:pt x="891" y="2064"/>
                  </a:cubicBezTo>
                  <a:cubicBezTo>
                    <a:pt x="893" y="2088"/>
                    <a:pt x="912" y="2190"/>
                    <a:pt x="895" y="2250"/>
                  </a:cubicBezTo>
                  <a:cubicBezTo>
                    <a:pt x="877" y="2310"/>
                    <a:pt x="891" y="2380"/>
                    <a:pt x="903" y="2421"/>
                  </a:cubicBezTo>
                  <a:cubicBezTo>
                    <a:pt x="915" y="2461"/>
                    <a:pt x="903" y="2543"/>
                    <a:pt x="895" y="2590"/>
                  </a:cubicBezTo>
                  <a:cubicBezTo>
                    <a:pt x="886" y="2638"/>
                    <a:pt x="892" y="2749"/>
                    <a:pt x="896" y="2779"/>
                  </a:cubicBezTo>
                  <a:cubicBezTo>
                    <a:pt x="899" y="2808"/>
                    <a:pt x="906" y="2851"/>
                    <a:pt x="909" y="2897"/>
                  </a:cubicBezTo>
                  <a:cubicBezTo>
                    <a:pt x="911" y="2944"/>
                    <a:pt x="898" y="3035"/>
                    <a:pt x="898" y="3035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10" name="Freeform 119">
              <a:extLst>
                <a:ext uri="{FF2B5EF4-FFF2-40B4-BE49-F238E27FC236}">
                  <a16:creationId xmlns:a16="http://schemas.microsoft.com/office/drawing/2014/main" id="{E9D9A0E4-67A6-4AC6-A42B-D069C0F91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272"/>
              <a:ext cx="137" cy="17"/>
            </a:xfrm>
            <a:custGeom>
              <a:avLst/>
              <a:gdLst>
                <a:gd name="T0" fmla="*/ 0 w 138"/>
                <a:gd name="T1" fmla="*/ 0 h 17"/>
                <a:gd name="T2" fmla="*/ 89 w 138"/>
                <a:gd name="T3" fmla="*/ 8 h 17"/>
                <a:gd name="T4" fmla="*/ 135 w 138"/>
                <a:gd name="T5" fmla="*/ 1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7">
                  <a:moveTo>
                    <a:pt x="0" y="0"/>
                  </a:moveTo>
                  <a:cubicBezTo>
                    <a:pt x="0" y="0"/>
                    <a:pt x="71" y="8"/>
                    <a:pt x="92" y="8"/>
                  </a:cubicBezTo>
                  <a:cubicBezTo>
                    <a:pt x="112" y="8"/>
                    <a:pt x="131" y="14"/>
                    <a:pt x="138" y="1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11" name="Freeform 120">
              <a:extLst>
                <a:ext uri="{FF2B5EF4-FFF2-40B4-BE49-F238E27FC236}">
                  <a16:creationId xmlns:a16="http://schemas.microsoft.com/office/drawing/2014/main" id="{5988858A-A665-42FB-B9C3-D22FEB0E0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297"/>
              <a:ext cx="8" cy="18"/>
            </a:xfrm>
            <a:custGeom>
              <a:avLst/>
              <a:gdLst>
                <a:gd name="T0" fmla="*/ 0 w 8"/>
                <a:gd name="T1" fmla="*/ 0 h 18"/>
                <a:gd name="T2" fmla="*/ 6 w 8"/>
                <a:gd name="T3" fmla="*/ 1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0" y="0"/>
                    <a:pt x="8" y="8"/>
                    <a:pt x="6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12" name="Freeform 121">
              <a:extLst>
                <a:ext uri="{FF2B5EF4-FFF2-40B4-BE49-F238E27FC236}">
                  <a16:creationId xmlns:a16="http://schemas.microsoft.com/office/drawing/2014/main" id="{110433ED-06F0-4E88-83C4-8068EDF17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260"/>
              <a:ext cx="155" cy="52"/>
            </a:xfrm>
            <a:custGeom>
              <a:avLst/>
              <a:gdLst>
                <a:gd name="T0" fmla="*/ 153 w 156"/>
                <a:gd name="T1" fmla="*/ 0 h 52"/>
                <a:gd name="T2" fmla="*/ 121 w 156"/>
                <a:gd name="T3" fmla="*/ 8 h 52"/>
                <a:gd name="T4" fmla="*/ 63 w 156"/>
                <a:gd name="T5" fmla="*/ 19 h 52"/>
                <a:gd name="T6" fmla="*/ 21 w 156"/>
                <a:gd name="T7" fmla="*/ 23 h 52"/>
                <a:gd name="T8" fmla="*/ 0 w 156"/>
                <a:gd name="T9" fmla="*/ 52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52">
                  <a:moveTo>
                    <a:pt x="156" y="0"/>
                  </a:moveTo>
                  <a:cubicBezTo>
                    <a:pt x="149" y="7"/>
                    <a:pt x="133" y="7"/>
                    <a:pt x="124" y="8"/>
                  </a:cubicBezTo>
                  <a:cubicBezTo>
                    <a:pt x="103" y="10"/>
                    <a:pt x="84" y="15"/>
                    <a:pt x="63" y="19"/>
                  </a:cubicBezTo>
                  <a:cubicBezTo>
                    <a:pt x="50" y="21"/>
                    <a:pt x="34" y="18"/>
                    <a:pt x="21" y="23"/>
                  </a:cubicBezTo>
                  <a:cubicBezTo>
                    <a:pt x="11" y="28"/>
                    <a:pt x="2" y="40"/>
                    <a:pt x="0" y="5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13" name="Freeform 122">
              <a:extLst>
                <a:ext uri="{FF2B5EF4-FFF2-40B4-BE49-F238E27FC236}">
                  <a16:creationId xmlns:a16="http://schemas.microsoft.com/office/drawing/2014/main" id="{625B63B6-DBF9-49F3-B8F4-9B6889C14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729"/>
              <a:ext cx="10" cy="149"/>
            </a:xfrm>
            <a:custGeom>
              <a:avLst/>
              <a:gdLst>
                <a:gd name="T0" fmla="*/ 9 w 10"/>
                <a:gd name="T1" fmla="*/ 0 h 150"/>
                <a:gd name="T2" fmla="*/ 7 w 10"/>
                <a:gd name="T3" fmla="*/ 73 h 150"/>
                <a:gd name="T4" fmla="*/ 10 w 10"/>
                <a:gd name="T5" fmla="*/ 147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0">
                  <a:moveTo>
                    <a:pt x="9" y="0"/>
                  </a:moveTo>
                  <a:cubicBezTo>
                    <a:pt x="10" y="27"/>
                    <a:pt x="9" y="46"/>
                    <a:pt x="7" y="73"/>
                  </a:cubicBezTo>
                  <a:cubicBezTo>
                    <a:pt x="6" y="96"/>
                    <a:pt x="0" y="129"/>
                    <a:pt x="10" y="15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14" name="Freeform 123">
              <a:extLst>
                <a:ext uri="{FF2B5EF4-FFF2-40B4-BE49-F238E27FC236}">
                  <a16:creationId xmlns:a16="http://schemas.microsoft.com/office/drawing/2014/main" id="{7B4EC21A-F107-4938-B748-F37088275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829"/>
              <a:ext cx="19" cy="29"/>
            </a:xfrm>
            <a:custGeom>
              <a:avLst/>
              <a:gdLst>
                <a:gd name="T0" fmla="*/ 17 w 20"/>
                <a:gd name="T1" fmla="*/ 0 h 30"/>
                <a:gd name="T2" fmla="*/ 0 w 20"/>
                <a:gd name="T3" fmla="*/ 27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0">
                  <a:moveTo>
                    <a:pt x="20" y="0"/>
                  </a:moveTo>
                  <a:cubicBezTo>
                    <a:pt x="19" y="13"/>
                    <a:pt x="5" y="20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15" name="Freeform 124">
              <a:extLst>
                <a:ext uri="{FF2B5EF4-FFF2-40B4-BE49-F238E27FC236}">
                  <a16:creationId xmlns:a16="http://schemas.microsoft.com/office/drawing/2014/main" id="{7A487CF6-6D8D-4398-B267-88D930A68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981"/>
              <a:ext cx="83" cy="117"/>
            </a:xfrm>
            <a:custGeom>
              <a:avLst/>
              <a:gdLst>
                <a:gd name="T0" fmla="*/ 5 w 84"/>
                <a:gd name="T1" fmla="*/ 0 h 118"/>
                <a:gd name="T2" fmla="*/ 15 w 84"/>
                <a:gd name="T3" fmla="*/ 97 h 118"/>
                <a:gd name="T4" fmla="*/ 81 w 84"/>
                <a:gd name="T5" fmla="*/ 109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8">
                  <a:moveTo>
                    <a:pt x="5" y="0"/>
                  </a:moveTo>
                  <a:cubicBezTo>
                    <a:pt x="12" y="28"/>
                    <a:pt x="0" y="77"/>
                    <a:pt x="15" y="100"/>
                  </a:cubicBezTo>
                  <a:cubicBezTo>
                    <a:pt x="26" y="118"/>
                    <a:pt x="67" y="117"/>
                    <a:pt x="84" y="1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16" name="Freeform 125">
              <a:extLst>
                <a:ext uri="{FF2B5EF4-FFF2-40B4-BE49-F238E27FC236}">
                  <a16:creationId xmlns:a16="http://schemas.microsoft.com/office/drawing/2014/main" id="{799F3A68-6BDE-45DE-8E21-B233701D7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987"/>
              <a:ext cx="74" cy="101"/>
            </a:xfrm>
            <a:custGeom>
              <a:avLst/>
              <a:gdLst>
                <a:gd name="T0" fmla="*/ 0 w 75"/>
                <a:gd name="T1" fmla="*/ 0 h 102"/>
                <a:gd name="T2" fmla="*/ 18 w 75"/>
                <a:gd name="T3" fmla="*/ 81 h 102"/>
                <a:gd name="T4" fmla="*/ 72 w 75"/>
                <a:gd name="T5" fmla="*/ 91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02">
                  <a:moveTo>
                    <a:pt x="0" y="0"/>
                  </a:moveTo>
                  <a:cubicBezTo>
                    <a:pt x="0" y="25"/>
                    <a:pt x="0" y="64"/>
                    <a:pt x="18" y="84"/>
                  </a:cubicBezTo>
                  <a:cubicBezTo>
                    <a:pt x="34" y="102"/>
                    <a:pt x="53" y="97"/>
                    <a:pt x="75" y="9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17" name="Line 126">
              <a:extLst>
                <a:ext uri="{FF2B5EF4-FFF2-40B4-BE49-F238E27FC236}">
                  <a16:creationId xmlns:a16="http://schemas.microsoft.com/office/drawing/2014/main" id="{638F6872-E8CC-4A3C-BEF7-93C1618B26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1813"/>
              <a:ext cx="1" cy="166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18" name="Freeform 127">
              <a:extLst>
                <a:ext uri="{FF2B5EF4-FFF2-40B4-BE49-F238E27FC236}">
                  <a16:creationId xmlns:a16="http://schemas.microsoft.com/office/drawing/2014/main" id="{1DB9C584-495A-415D-9F5C-7129D4419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007"/>
              <a:ext cx="63" cy="6"/>
            </a:xfrm>
            <a:custGeom>
              <a:avLst/>
              <a:gdLst>
                <a:gd name="T0" fmla="*/ 63 w 63"/>
                <a:gd name="T1" fmla="*/ 1 h 6"/>
                <a:gd name="T2" fmla="*/ 0 w 6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6">
                  <a:moveTo>
                    <a:pt x="63" y="1"/>
                  </a:moveTo>
                  <a:cubicBezTo>
                    <a:pt x="44" y="1"/>
                    <a:pt x="18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19" name="Freeform 128">
              <a:extLst>
                <a:ext uri="{FF2B5EF4-FFF2-40B4-BE49-F238E27FC236}">
                  <a16:creationId xmlns:a16="http://schemas.microsoft.com/office/drawing/2014/main" id="{8FE4CA9E-9832-42EE-AC27-FEEA41E34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007"/>
              <a:ext cx="56" cy="1"/>
            </a:xfrm>
            <a:custGeom>
              <a:avLst/>
              <a:gdLst>
                <a:gd name="T0" fmla="*/ 0 w 56"/>
                <a:gd name="T1" fmla="*/ 0 h 1"/>
                <a:gd name="T2" fmla="*/ 56 w 5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">
                  <a:moveTo>
                    <a:pt x="0" y="0"/>
                  </a:moveTo>
                  <a:cubicBezTo>
                    <a:pt x="19" y="0"/>
                    <a:pt x="37" y="1"/>
                    <a:pt x="56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20" name="Freeform 129">
              <a:extLst>
                <a:ext uri="{FF2B5EF4-FFF2-40B4-BE49-F238E27FC236}">
                  <a16:creationId xmlns:a16="http://schemas.microsoft.com/office/drawing/2014/main" id="{AFBCA0AE-0E4A-4FCD-861E-46A40CEC1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4005"/>
              <a:ext cx="42" cy="20"/>
            </a:xfrm>
            <a:custGeom>
              <a:avLst/>
              <a:gdLst>
                <a:gd name="T0" fmla="*/ 1 w 42"/>
                <a:gd name="T1" fmla="*/ 19 h 20"/>
                <a:gd name="T2" fmla="*/ 0 w 42"/>
                <a:gd name="T3" fmla="*/ 19 h 20"/>
                <a:gd name="T4" fmla="*/ 26 w 42"/>
                <a:gd name="T5" fmla="*/ 12 h 20"/>
                <a:gd name="T6" fmla="*/ 37 w 42"/>
                <a:gd name="T7" fmla="*/ 16 h 20"/>
                <a:gd name="T8" fmla="*/ 41 w 42"/>
                <a:gd name="T9" fmla="*/ 6 h 20"/>
                <a:gd name="T10" fmla="*/ 15 w 42"/>
                <a:gd name="T11" fmla="*/ 2 h 20"/>
                <a:gd name="T12" fmla="*/ 0 w 42"/>
                <a:gd name="T13" fmla="*/ 1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0">
                  <a:moveTo>
                    <a:pt x="1" y="19"/>
                  </a:moveTo>
                  <a:cubicBezTo>
                    <a:pt x="0" y="19"/>
                    <a:pt x="0" y="20"/>
                    <a:pt x="0" y="19"/>
                  </a:cubicBezTo>
                  <a:cubicBezTo>
                    <a:pt x="6" y="10"/>
                    <a:pt x="16" y="8"/>
                    <a:pt x="26" y="12"/>
                  </a:cubicBezTo>
                  <a:cubicBezTo>
                    <a:pt x="29" y="13"/>
                    <a:pt x="35" y="16"/>
                    <a:pt x="37" y="16"/>
                  </a:cubicBezTo>
                  <a:cubicBezTo>
                    <a:pt x="42" y="16"/>
                    <a:pt x="42" y="10"/>
                    <a:pt x="41" y="6"/>
                  </a:cubicBezTo>
                  <a:cubicBezTo>
                    <a:pt x="34" y="2"/>
                    <a:pt x="24" y="0"/>
                    <a:pt x="15" y="2"/>
                  </a:cubicBezTo>
                  <a:cubicBezTo>
                    <a:pt x="5" y="4"/>
                    <a:pt x="4" y="12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21" name="Freeform 130">
              <a:extLst>
                <a:ext uri="{FF2B5EF4-FFF2-40B4-BE49-F238E27FC236}">
                  <a16:creationId xmlns:a16="http://schemas.microsoft.com/office/drawing/2014/main" id="{48638D14-A336-4022-A7D2-8C3679C83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4015"/>
              <a:ext cx="24" cy="19"/>
            </a:xfrm>
            <a:custGeom>
              <a:avLst/>
              <a:gdLst>
                <a:gd name="T0" fmla="*/ 0 w 24"/>
                <a:gd name="T1" fmla="*/ 12 h 19"/>
                <a:gd name="T2" fmla="*/ 22 w 24"/>
                <a:gd name="T3" fmla="*/ 19 h 19"/>
                <a:gd name="T4" fmla="*/ 15 w 24"/>
                <a:gd name="T5" fmla="*/ 2 h 19"/>
                <a:gd name="T6" fmla="*/ 0 w 24"/>
                <a:gd name="T7" fmla="*/ 1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0" y="12"/>
                  </a:moveTo>
                  <a:cubicBezTo>
                    <a:pt x="8" y="3"/>
                    <a:pt x="18" y="12"/>
                    <a:pt x="22" y="19"/>
                  </a:cubicBezTo>
                  <a:cubicBezTo>
                    <a:pt x="24" y="13"/>
                    <a:pt x="22" y="4"/>
                    <a:pt x="15" y="2"/>
                  </a:cubicBezTo>
                  <a:cubicBezTo>
                    <a:pt x="11" y="0"/>
                    <a:pt x="2" y="6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22" name="Freeform 131">
              <a:extLst>
                <a:ext uri="{FF2B5EF4-FFF2-40B4-BE49-F238E27FC236}">
                  <a16:creationId xmlns:a16="http://schemas.microsoft.com/office/drawing/2014/main" id="{E0D94FA6-E89A-4009-8B6F-8077D08F3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4011"/>
              <a:ext cx="19" cy="14"/>
            </a:xfrm>
            <a:custGeom>
              <a:avLst/>
              <a:gdLst>
                <a:gd name="T0" fmla="*/ 0 w 19"/>
                <a:gd name="T1" fmla="*/ 11 h 14"/>
                <a:gd name="T2" fmla="*/ 19 w 19"/>
                <a:gd name="T3" fmla="*/ 14 h 14"/>
                <a:gd name="T4" fmla="*/ 10 w 19"/>
                <a:gd name="T5" fmla="*/ 1 h 14"/>
                <a:gd name="T6" fmla="*/ 0 w 19"/>
                <a:gd name="T7" fmla="*/ 1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0" y="11"/>
                  </a:moveTo>
                  <a:cubicBezTo>
                    <a:pt x="5" y="7"/>
                    <a:pt x="15" y="10"/>
                    <a:pt x="19" y="14"/>
                  </a:cubicBezTo>
                  <a:cubicBezTo>
                    <a:pt x="19" y="8"/>
                    <a:pt x="18" y="1"/>
                    <a:pt x="10" y="1"/>
                  </a:cubicBezTo>
                  <a:cubicBezTo>
                    <a:pt x="4" y="0"/>
                    <a:pt x="1" y="5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23" name="Freeform 132">
              <a:extLst>
                <a:ext uri="{FF2B5EF4-FFF2-40B4-BE49-F238E27FC236}">
                  <a16:creationId xmlns:a16="http://schemas.microsoft.com/office/drawing/2014/main" id="{16407CF3-6AF6-43D4-A2C9-771DFDDEC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996"/>
              <a:ext cx="17" cy="14"/>
            </a:xfrm>
            <a:custGeom>
              <a:avLst/>
              <a:gdLst>
                <a:gd name="T0" fmla="*/ 0 w 17"/>
                <a:gd name="T1" fmla="*/ 7 h 14"/>
                <a:gd name="T2" fmla="*/ 16 w 17"/>
                <a:gd name="T3" fmla="*/ 14 h 14"/>
                <a:gd name="T4" fmla="*/ 4 w 17"/>
                <a:gd name="T5" fmla="*/ 1 h 14"/>
                <a:gd name="T6" fmla="*/ 1 w 17"/>
                <a:gd name="T7" fmla="*/ 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7"/>
                  </a:moveTo>
                  <a:cubicBezTo>
                    <a:pt x="5" y="1"/>
                    <a:pt x="14" y="10"/>
                    <a:pt x="16" y="14"/>
                  </a:cubicBezTo>
                  <a:cubicBezTo>
                    <a:pt x="17" y="6"/>
                    <a:pt x="13" y="0"/>
                    <a:pt x="4" y="1"/>
                  </a:cubicBezTo>
                  <a:cubicBezTo>
                    <a:pt x="3" y="3"/>
                    <a:pt x="2" y="4"/>
                    <a:pt x="1" y="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24" name="Freeform 133">
              <a:extLst>
                <a:ext uri="{FF2B5EF4-FFF2-40B4-BE49-F238E27FC236}">
                  <a16:creationId xmlns:a16="http://schemas.microsoft.com/office/drawing/2014/main" id="{3A5E7B4B-D99B-4210-A709-BE7121663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3963"/>
              <a:ext cx="11" cy="18"/>
            </a:xfrm>
            <a:custGeom>
              <a:avLst/>
              <a:gdLst>
                <a:gd name="T0" fmla="*/ 0 w 11"/>
                <a:gd name="T1" fmla="*/ 15 h 18"/>
                <a:gd name="T2" fmla="*/ 9 w 11"/>
                <a:gd name="T3" fmla="*/ 16 h 18"/>
                <a:gd name="T4" fmla="*/ 9 w 11"/>
                <a:gd name="T5" fmla="*/ 5 h 18"/>
                <a:gd name="T6" fmla="*/ 1 w 11"/>
                <a:gd name="T7" fmla="*/ 1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8">
                  <a:moveTo>
                    <a:pt x="0" y="15"/>
                  </a:moveTo>
                  <a:cubicBezTo>
                    <a:pt x="2" y="15"/>
                    <a:pt x="7" y="18"/>
                    <a:pt x="9" y="16"/>
                  </a:cubicBezTo>
                  <a:cubicBezTo>
                    <a:pt x="11" y="15"/>
                    <a:pt x="11" y="7"/>
                    <a:pt x="9" y="5"/>
                  </a:cubicBezTo>
                  <a:cubicBezTo>
                    <a:pt x="5" y="0"/>
                    <a:pt x="0" y="12"/>
                    <a:pt x="1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25" name="Freeform 134">
              <a:extLst>
                <a:ext uri="{FF2B5EF4-FFF2-40B4-BE49-F238E27FC236}">
                  <a16:creationId xmlns:a16="http://schemas.microsoft.com/office/drawing/2014/main" id="{35EC4284-D9A9-4412-B8D7-6C8BCEE6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4003"/>
              <a:ext cx="48" cy="26"/>
            </a:xfrm>
            <a:custGeom>
              <a:avLst/>
              <a:gdLst>
                <a:gd name="T0" fmla="*/ 2 w 48"/>
                <a:gd name="T1" fmla="*/ 26 h 26"/>
                <a:gd name="T2" fmla="*/ 1 w 48"/>
                <a:gd name="T3" fmla="*/ 26 h 26"/>
                <a:gd name="T4" fmla="*/ 28 w 48"/>
                <a:gd name="T5" fmla="*/ 15 h 26"/>
                <a:gd name="T6" fmla="*/ 48 w 48"/>
                <a:gd name="T7" fmla="*/ 17 h 26"/>
                <a:gd name="T8" fmla="*/ 14 w 48"/>
                <a:gd name="T9" fmla="*/ 5 h 26"/>
                <a:gd name="T10" fmla="*/ 2 w 48"/>
                <a:gd name="T11" fmla="*/ 12 h 26"/>
                <a:gd name="T12" fmla="*/ 1 w 48"/>
                <a:gd name="T13" fmla="*/ 2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6">
                  <a:moveTo>
                    <a:pt x="2" y="26"/>
                  </a:moveTo>
                  <a:cubicBezTo>
                    <a:pt x="2" y="26"/>
                    <a:pt x="1" y="26"/>
                    <a:pt x="1" y="26"/>
                  </a:cubicBezTo>
                  <a:cubicBezTo>
                    <a:pt x="7" y="18"/>
                    <a:pt x="19" y="15"/>
                    <a:pt x="28" y="15"/>
                  </a:cubicBezTo>
                  <a:cubicBezTo>
                    <a:pt x="35" y="15"/>
                    <a:pt x="41" y="18"/>
                    <a:pt x="48" y="17"/>
                  </a:cubicBezTo>
                  <a:cubicBezTo>
                    <a:pt x="43" y="2"/>
                    <a:pt x="28" y="0"/>
                    <a:pt x="14" y="5"/>
                  </a:cubicBezTo>
                  <a:cubicBezTo>
                    <a:pt x="10" y="7"/>
                    <a:pt x="5" y="8"/>
                    <a:pt x="2" y="12"/>
                  </a:cubicBezTo>
                  <a:cubicBezTo>
                    <a:pt x="1" y="15"/>
                    <a:pt x="0" y="22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26" name="Freeform 135">
              <a:extLst>
                <a:ext uri="{FF2B5EF4-FFF2-40B4-BE49-F238E27FC236}">
                  <a16:creationId xmlns:a16="http://schemas.microsoft.com/office/drawing/2014/main" id="{651755BF-9D0D-42D1-98CF-6C3D15848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4014"/>
              <a:ext cx="24" cy="17"/>
            </a:xfrm>
            <a:custGeom>
              <a:avLst/>
              <a:gdLst>
                <a:gd name="T0" fmla="*/ 0 w 24"/>
                <a:gd name="T1" fmla="*/ 16 h 17"/>
                <a:gd name="T2" fmla="*/ 24 w 24"/>
                <a:gd name="T3" fmla="*/ 13 h 17"/>
                <a:gd name="T4" fmla="*/ 10 w 24"/>
                <a:gd name="T5" fmla="*/ 0 h 17"/>
                <a:gd name="T6" fmla="*/ 0 w 24"/>
                <a:gd name="T7" fmla="*/ 1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7">
                  <a:moveTo>
                    <a:pt x="0" y="16"/>
                  </a:moveTo>
                  <a:cubicBezTo>
                    <a:pt x="5" y="10"/>
                    <a:pt x="17" y="9"/>
                    <a:pt x="24" y="13"/>
                  </a:cubicBezTo>
                  <a:cubicBezTo>
                    <a:pt x="21" y="7"/>
                    <a:pt x="18" y="0"/>
                    <a:pt x="10" y="0"/>
                  </a:cubicBezTo>
                  <a:cubicBezTo>
                    <a:pt x="0" y="1"/>
                    <a:pt x="0" y="9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27" name="Freeform 136">
              <a:extLst>
                <a:ext uri="{FF2B5EF4-FFF2-40B4-BE49-F238E27FC236}">
                  <a16:creationId xmlns:a16="http://schemas.microsoft.com/office/drawing/2014/main" id="{373CB7AD-F42B-473D-A9F4-CA92079C9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4010"/>
              <a:ext cx="19" cy="15"/>
            </a:xfrm>
            <a:custGeom>
              <a:avLst/>
              <a:gdLst>
                <a:gd name="T0" fmla="*/ 2 w 19"/>
                <a:gd name="T1" fmla="*/ 15 h 15"/>
                <a:gd name="T2" fmla="*/ 19 w 19"/>
                <a:gd name="T3" fmla="*/ 9 h 15"/>
                <a:gd name="T4" fmla="*/ 8 w 19"/>
                <a:gd name="T5" fmla="*/ 1 h 15"/>
                <a:gd name="T6" fmla="*/ 1 w 19"/>
                <a:gd name="T7" fmla="*/ 1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5">
                  <a:moveTo>
                    <a:pt x="2" y="15"/>
                  </a:moveTo>
                  <a:cubicBezTo>
                    <a:pt x="7" y="10"/>
                    <a:pt x="12" y="6"/>
                    <a:pt x="19" y="9"/>
                  </a:cubicBezTo>
                  <a:cubicBezTo>
                    <a:pt x="18" y="3"/>
                    <a:pt x="14" y="0"/>
                    <a:pt x="8" y="1"/>
                  </a:cubicBezTo>
                  <a:cubicBezTo>
                    <a:pt x="0" y="2"/>
                    <a:pt x="3" y="8"/>
                    <a:pt x="1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28" name="Freeform 137">
              <a:extLst>
                <a:ext uri="{FF2B5EF4-FFF2-40B4-BE49-F238E27FC236}">
                  <a16:creationId xmlns:a16="http://schemas.microsoft.com/office/drawing/2014/main" id="{DDD13BED-44A6-4301-9616-8132D231A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3992"/>
              <a:ext cx="20" cy="20"/>
            </a:xfrm>
            <a:custGeom>
              <a:avLst/>
              <a:gdLst>
                <a:gd name="T0" fmla="*/ 2 w 20"/>
                <a:gd name="T1" fmla="*/ 18 h 21"/>
                <a:gd name="T2" fmla="*/ 20 w 20"/>
                <a:gd name="T3" fmla="*/ 10 h 21"/>
                <a:gd name="T4" fmla="*/ 6 w 20"/>
                <a:gd name="T5" fmla="*/ 3 h 21"/>
                <a:gd name="T6" fmla="*/ 1 w 20"/>
                <a:gd name="T7" fmla="*/ 1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2" y="21"/>
                  </a:moveTo>
                  <a:cubicBezTo>
                    <a:pt x="4" y="13"/>
                    <a:pt x="14" y="11"/>
                    <a:pt x="20" y="11"/>
                  </a:cubicBezTo>
                  <a:cubicBezTo>
                    <a:pt x="17" y="7"/>
                    <a:pt x="12" y="0"/>
                    <a:pt x="6" y="3"/>
                  </a:cubicBezTo>
                  <a:cubicBezTo>
                    <a:pt x="0" y="6"/>
                    <a:pt x="0" y="16"/>
                    <a:pt x="1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29" name="Freeform 138">
              <a:extLst>
                <a:ext uri="{FF2B5EF4-FFF2-40B4-BE49-F238E27FC236}">
                  <a16:creationId xmlns:a16="http://schemas.microsoft.com/office/drawing/2014/main" id="{6FD55117-848A-4231-BE8C-D850189AF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968"/>
              <a:ext cx="19" cy="20"/>
            </a:xfrm>
            <a:custGeom>
              <a:avLst/>
              <a:gdLst>
                <a:gd name="T0" fmla="*/ 5 w 19"/>
                <a:gd name="T1" fmla="*/ 20 h 20"/>
                <a:gd name="T2" fmla="*/ 9 w 19"/>
                <a:gd name="T3" fmla="*/ 15 h 20"/>
                <a:gd name="T4" fmla="*/ 16 w 19"/>
                <a:gd name="T5" fmla="*/ 11 h 20"/>
                <a:gd name="T6" fmla="*/ 14 w 19"/>
                <a:gd name="T7" fmla="*/ 3 h 20"/>
                <a:gd name="T8" fmla="*/ 3 w 19"/>
                <a:gd name="T9" fmla="*/ 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5" y="20"/>
                  </a:moveTo>
                  <a:cubicBezTo>
                    <a:pt x="6" y="18"/>
                    <a:pt x="7" y="16"/>
                    <a:pt x="9" y="15"/>
                  </a:cubicBezTo>
                  <a:cubicBezTo>
                    <a:pt x="11" y="12"/>
                    <a:pt x="14" y="13"/>
                    <a:pt x="16" y="11"/>
                  </a:cubicBezTo>
                  <a:cubicBezTo>
                    <a:pt x="19" y="9"/>
                    <a:pt x="19" y="4"/>
                    <a:pt x="14" y="3"/>
                  </a:cubicBezTo>
                  <a:cubicBezTo>
                    <a:pt x="6" y="0"/>
                    <a:pt x="0" y="11"/>
                    <a:pt x="3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30" name="Freeform 139">
              <a:extLst>
                <a:ext uri="{FF2B5EF4-FFF2-40B4-BE49-F238E27FC236}">
                  <a16:creationId xmlns:a16="http://schemas.microsoft.com/office/drawing/2014/main" id="{F9165EAD-89CE-45C2-BFDE-288BF6DC0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984"/>
              <a:ext cx="6" cy="56"/>
            </a:xfrm>
            <a:custGeom>
              <a:avLst/>
              <a:gdLst>
                <a:gd name="T0" fmla="*/ 3 w 6"/>
                <a:gd name="T1" fmla="*/ 54 h 57"/>
                <a:gd name="T2" fmla="*/ 6 w 6"/>
                <a:gd name="T3" fmla="*/ 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7">
                  <a:moveTo>
                    <a:pt x="3" y="57"/>
                  </a:moveTo>
                  <a:cubicBezTo>
                    <a:pt x="3" y="38"/>
                    <a:pt x="0" y="17"/>
                    <a:pt x="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31" name="Freeform 140">
              <a:extLst>
                <a:ext uri="{FF2B5EF4-FFF2-40B4-BE49-F238E27FC236}">
                  <a16:creationId xmlns:a16="http://schemas.microsoft.com/office/drawing/2014/main" id="{BDDA43E0-84AB-4D84-BCD1-A468342C1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3986"/>
              <a:ext cx="12" cy="57"/>
            </a:xfrm>
            <a:custGeom>
              <a:avLst/>
              <a:gdLst>
                <a:gd name="T0" fmla="*/ 1 w 13"/>
                <a:gd name="T1" fmla="*/ 55 h 58"/>
                <a:gd name="T2" fmla="*/ 1 w 13"/>
                <a:gd name="T3" fmla="*/ 39 h 58"/>
                <a:gd name="T4" fmla="*/ 6 w 13"/>
                <a:gd name="T5" fmla="*/ 27 h 58"/>
                <a:gd name="T6" fmla="*/ 9 w 13"/>
                <a:gd name="T7" fmla="*/ 13 h 58"/>
                <a:gd name="T8" fmla="*/ 10 w 13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8">
                  <a:moveTo>
                    <a:pt x="1" y="58"/>
                  </a:moveTo>
                  <a:cubicBezTo>
                    <a:pt x="0" y="54"/>
                    <a:pt x="1" y="46"/>
                    <a:pt x="1" y="42"/>
                  </a:cubicBezTo>
                  <a:cubicBezTo>
                    <a:pt x="2" y="36"/>
                    <a:pt x="4" y="31"/>
                    <a:pt x="7" y="27"/>
                  </a:cubicBezTo>
                  <a:cubicBezTo>
                    <a:pt x="9" y="23"/>
                    <a:pt x="11" y="18"/>
                    <a:pt x="12" y="13"/>
                  </a:cubicBezTo>
                  <a:cubicBezTo>
                    <a:pt x="13" y="9"/>
                    <a:pt x="12" y="4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32" name="Freeform 141">
              <a:extLst>
                <a:ext uri="{FF2B5EF4-FFF2-40B4-BE49-F238E27FC236}">
                  <a16:creationId xmlns:a16="http://schemas.microsoft.com/office/drawing/2014/main" id="{1241D05E-A96B-4B1A-ADF4-6DCE4F385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3982"/>
              <a:ext cx="14" cy="17"/>
            </a:xfrm>
            <a:custGeom>
              <a:avLst/>
              <a:gdLst>
                <a:gd name="T0" fmla="*/ 0 w 14"/>
                <a:gd name="T1" fmla="*/ 10 h 18"/>
                <a:gd name="T2" fmla="*/ 14 w 1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13"/>
                  </a:moveTo>
                  <a:cubicBezTo>
                    <a:pt x="4" y="18"/>
                    <a:pt x="12" y="2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33" name="Freeform 142">
              <a:extLst>
                <a:ext uri="{FF2B5EF4-FFF2-40B4-BE49-F238E27FC236}">
                  <a16:creationId xmlns:a16="http://schemas.microsoft.com/office/drawing/2014/main" id="{5BAD647A-C45B-4AE4-AA2F-7A56D4DB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978"/>
              <a:ext cx="17" cy="50"/>
            </a:xfrm>
            <a:custGeom>
              <a:avLst/>
              <a:gdLst>
                <a:gd name="T0" fmla="*/ 1 w 17"/>
                <a:gd name="T1" fmla="*/ 48 h 51"/>
                <a:gd name="T2" fmla="*/ 2 w 17"/>
                <a:gd name="T3" fmla="*/ 35 h 51"/>
                <a:gd name="T4" fmla="*/ 4 w 17"/>
                <a:gd name="T5" fmla="*/ 21 h 51"/>
                <a:gd name="T6" fmla="*/ 9 w 17"/>
                <a:gd name="T7" fmla="*/ 9 h 51"/>
                <a:gd name="T8" fmla="*/ 17 w 17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1">
                  <a:moveTo>
                    <a:pt x="1" y="51"/>
                  </a:moveTo>
                  <a:cubicBezTo>
                    <a:pt x="0" y="48"/>
                    <a:pt x="2" y="41"/>
                    <a:pt x="2" y="38"/>
                  </a:cubicBezTo>
                  <a:cubicBezTo>
                    <a:pt x="3" y="32"/>
                    <a:pt x="3" y="27"/>
                    <a:pt x="4" y="21"/>
                  </a:cubicBezTo>
                  <a:cubicBezTo>
                    <a:pt x="4" y="16"/>
                    <a:pt x="5" y="13"/>
                    <a:pt x="9" y="9"/>
                  </a:cubicBezTo>
                  <a:cubicBezTo>
                    <a:pt x="12" y="6"/>
                    <a:pt x="16" y="5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34" name="Freeform 143">
              <a:extLst>
                <a:ext uri="{FF2B5EF4-FFF2-40B4-BE49-F238E27FC236}">
                  <a16:creationId xmlns:a16="http://schemas.microsoft.com/office/drawing/2014/main" id="{60E25346-3E01-44C2-A286-3EC8DD81B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3964"/>
              <a:ext cx="8" cy="37"/>
            </a:xfrm>
            <a:custGeom>
              <a:avLst/>
              <a:gdLst>
                <a:gd name="T0" fmla="*/ 0 w 8"/>
                <a:gd name="T1" fmla="*/ 35 h 38"/>
                <a:gd name="T2" fmla="*/ 6 w 8"/>
                <a:gd name="T3" fmla="*/ 15 h 38"/>
                <a:gd name="T4" fmla="*/ 8 w 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8">
                  <a:moveTo>
                    <a:pt x="0" y="38"/>
                  </a:moveTo>
                  <a:cubicBezTo>
                    <a:pt x="4" y="32"/>
                    <a:pt x="4" y="22"/>
                    <a:pt x="6" y="15"/>
                  </a:cubicBezTo>
                  <a:cubicBezTo>
                    <a:pt x="7" y="10"/>
                    <a:pt x="8" y="5"/>
                    <a:pt x="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35" name="Freeform 144">
              <a:extLst>
                <a:ext uri="{FF2B5EF4-FFF2-40B4-BE49-F238E27FC236}">
                  <a16:creationId xmlns:a16="http://schemas.microsoft.com/office/drawing/2014/main" id="{8562B1FA-08B4-45E8-A05D-4CABC1B9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966"/>
              <a:ext cx="16" cy="19"/>
            </a:xfrm>
            <a:custGeom>
              <a:avLst/>
              <a:gdLst>
                <a:gd name="T0" fmla="*/ 0 w 16"/>
                <a:gd name="T1" fmla="*/ 19 h 19"/>
                <a:gd name="T2" fmla="*/ 16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cubicBezTo>
                    <a:pt x="1" y="10"/>
                    <a:pt x="11" y="6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36" name="Freeform 145">
              <a:extLst>
                <a:ext uri="{FF2B5EF4-FFF2-40B4-BE49-F238E27FC236}">
                  <a16:creationId xmlns:a16="http://schemas.microsoft.com/office/drawing/2014/main" id="{BFB7E6CD-F476-430E-B828-44CEDD9AE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964"/>
              <a:ext cx="33" cy="76"/>
            </a:xfrm>
            <a:custGeom>
              <a:avLst/>
              <a:gdLst>
                <a:gd name="T0" fmla="*/ 33 w 33"/>
                <a:gd name="T1" fmla="*/ 74 h 77"/>
                <a:gd name="T2" fmla="*/ 31 w 33"/>
                <a:gd name="T3" fmla="*/ 61 h 77"/>
                <a:gd name="T4" fmla="*/ 29 w 33"/>
                <a:gd name="T5" fmla="*/ 48 h 77"/>
                <a:gd name="T6" fmla="*/ 20 w 33"/>
                <a:gd name="T7" fmla="*/ 34 h 77"/>
                <a:gd name="T8" fmla="*/ 8 w 33"/>
                <a:gd name="T9" fmla="*/ 18 h 77"/>
                <a:gd name="T10" fmla="*/ 0 w 33"/>
                <a:gd name="T11" fmla="*/ 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7">
                  <a:moveTo>
                    <a:pt x="33" y="77"/>
                  </a:moveTo>
                  <a:cubicBezTo>
                    <a:pt x="33" y="72"/>
                    <a:pt x="31" y="68"/>
                    <a:pt x="31" y="64"/>
                  </a:cubicBezTo>
                  <a:cubicBezTo>
                    <a:pt x="30" y="60"/>
                    <a:pt x="30" y="55"/>
                    <a:pt x="29" y="51"/>
                  </a:cubicBezTo>
                  <a:cubicBezTo>
                    <a:pt x="27" y="45"/>
                    <a:pt x="24" y="39"/>
                    <a:pt x="20" y="34"/>
                  </a:cubicBezTo>
                  <a:cubicBezTo>
                    <a:pt x="16" y="28"/>
                    <a:pt x="11" y="24"/>
                    <a:pt x="8" y="18"/>
                  </a:cubicBezTo>
                  <a:cubicBezTo>
                    <a:pt x="5" y="13"/>
                    <a:pt x="0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37" name="Freeform 146">
              <a:extLst>
                <a:ext uri="{FF2B5EF4-FFF2-40B4-BE49-F238E27FC236}">
                  <a16:creationId xmlns:a16="http://schemas.microsoft.com/office/drawing/2014/main" id="{52D38E62-6151-4AC7-B44F-7CB63BC0A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3981"/>
              <a:ext cx="25" cy="55"/>
            </a:xfrm>
            <a:custGeom>
              <a:avLst/>
              <a:gdLst>
                <a:gd name="T0" fmla="*/ 25 w 25"/>
                <a:gd name="T1" fmla="*/ 53 h 56"/>
                <a:gd name="T2" fmla="*/ 13 w 25"/>
                <a:gd name="T3" fmla="*/ 22 h 56"/>
                <a:gd name="T4" fmla="*/ 0 w 25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6">
                  <a:moveTo>
                    <a:pt x="25" y="56"/>
                  </a:moveTo>
                  <a:cubicBezTo>
                    <a:pt x="18" y="46"/>
                    <a:pt x="18" y="33"/>
                    <a:pt x="13" y="22"/>
                  </a:cubicBezTo>
                  <a:cubicBezTo>
                    <a:pt x="10" y="16"/>
                    <a:pt x="0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38" name="Freeform 147">
              <a:extLst>
                <a:ext uri="{FF2B5EF4-FFF2-40B4-BE49-F238E27FC236}">
                  <a16:creationId xmlns:a16="http://schemas.microsoft.com/office/drawing/2014/main" id="{25ADC164-E479-4C50-B197-9C7AF1D31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985"/>
              <a:ext cx="1" cy="16"/>
            </a:xfrm>
            <a:custGeom>
              <a:avLst/>
              <a:gdLst>
                <a:gd name="T0" fmla="*/ 0 w 1"/>
                <a:gd name="T1" fmla="*/ 13 h 17"/>
                <a:gd name="T2" fmla="*/ 0 w 1"/>
                <a:gd name="T3" fmla="*/ 13 h 17"/>
                <a:gd name="T4" fmla="*/ 1 w 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7">
                  <a:moveTo>
                    <a:pt x="0" y="16"/>
                  </a:moveTo>
                  <a:cubicBezTo>
                    <a:pt x="0" y="16"/>
                    <a:pt x="1" y="17"/>
                    <a:pt x="0" y="16"/>
                  </a:cubicBezTo>
                  <a:cubicBezTo>
                    <a:pt x="1" y="11"/>
                    <a:pt x="1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39" name="Freeform 148">
              <a:extLst>
                <a:ext uri="{FF2B5EF4-FFF2-40B4-BE49-F238E27FC236}">
                  <a16:creationId xmlns:a16="http://schemas.microsoft.com/office/drawing/2014/main" id="{FA172604-A710-4218-A22C-AAB0B9C26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983"/>
              <a:ext cx="1" cy="10"/>
            </a:xfrm>
            <a:custGeom>
              <a:avLst/>
              <a:gdLst>
                <a:gd name="T0" fmla="*/ 1 w 1"/>
                <a:gd name="T1" fmla="*/ 10 h 10"/>
                <a:gd name="T2" fmla="*/ 1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1" y="7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40" name="Freeform 149">
              <a:extLst>
                <a:ext uri="{FF2B5EF4-FFF2-40B4-BE49-F238E27FC236}">
                  <a16:creationId xmlns:a16="http://schemas.microsoft.com/office/drawing/2014/main" id="{13F57A68-1450-4EE7-A8C3-080BAEC66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970"/>
              <a:ext cx="22" cy="58"/>
            </a:xfrm>
            <a:custGeom>
              <a:avLst/>
              <a:gdLst>
                <a:gd name="T0" fmla="*/ 22 w 22"/>
                <a:gd name="T1" fmla="*/ 56 h 59"/>
                <a:gd name="T2" fmla="*/ 19 w 22"/>
                <a:gd name="T3" fmla="*/ 36 h 59"/>
                <a:gd name="T4" fmla="*/ 14 w 22"/>
                <a:gd name="T5" fmla="*/ 23 h 59"/>
                <a:gd name="T6" fmla="*/ 1 w 22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9">
                  <a:moveTo>
                    <a:pt x="22" y="59"/>
                  </a:moveTo>
                  <a:cubicBezTo>
                    <a:pt x="22" y="52"/>
                    <a:pt x="20" y="45"/>
                    <a:pt x="19" y="39"/>
                  </a:cubicBezTo>
                  <a:cubicBezTo>
                    <a:pt x="17" y="33"/>
                    <a:pt x="16" y="28"/>
                    <a:pt x="14" y="23"/>
                  </a:cubicBezTo>
                  <a:cubicBezTo>
                    <a:pt x="10" y="15"/>
                    <a:pt x="0" y="9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41" name="Freeform 150">
              <a:extLst>
                <a:ext uri="{FF2B5EF4-FFF2-40B4-BE49-F238E27FC236}">
                  <a16:creationId xmlns:a16="http://schemas.microsoft.com/office/drawing/2014/main" id="{D2DA875E-9E5E-43A9-9969-37CC9B16F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965"/>
              <a:ext cx="22" cy="38"/>
            </a:xfrm>
            <a:custGeom>
              <a:avLst/>
              <a:gdLst>
                <a:gd name="T0" fmla="*/ 22 w 22"/>
                <a:gd name="T1" fmla="*/ 36 h 39"/>
                <a:gd name="T2" fmla="*/ 11 w 22"/>
                <a:gd name="T3" fmla="*/ 15 h 39"/>
                <a:gd name="T4" fmla="*/ 5 w 22"/>
                <a:gd name="T5" fmla="*/ 9 h 39"/>
                <a:gd name="T6" fmla="*/ 0 w 2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9">
                  <a:moveTo>
                    <a:pt x="22" y="39"/>
                  </a:moveTo>
                  <a:cubicBezTo>
                    <a:pt x="20" y="31"/>
                    <a:pt x="16" y="21"/>
                    <a:pt x="11" y="15"/>
                  </a:cubicBezTo>
                  <a:cubicBezTo>
                    <a:pt x="9" y="13"/>
                    <a:pt x="6" y="11"/>
                    <a:pt x="5" y="9"/>
                  </a:cubicBezTo>
                  <a:cubicBezTo>
                    <a:pt x="3" y="6"/>
                    <a:pt x="2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42" name="Freeform 151">
              <a:extLst>
                <a:ext uri="{FF2B5EF4-FFF2-40B4-BE49-F238E27FC236}">
                  <a16:creationId xmlns:a16="http://schemas.microsoft.com/office/drawing/2014/main" id="{A7B66B17-9FB9-436F-B786-F13A08125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3974"/>
              <a:ext cx="2" cy="12"/>
            </a:xfrm>
            <a:custGeom>
              <a:avLst/>
              <a:gdLst>
                <a:gd name="T0" fmla="*/ 2 w 2"/>
                <a:gd name="T1" fmla="*/ 12 h 12"/>
                <a:gd name="T2" fmla="*/ 2 w 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12"/>
                  </a:moveTo>
                  <a:cubicBezTo>
                    <a:pt x="1" y="9"/>
                    <a:pt x="0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43" name="Freeform 152">
              <a:extLst>
                <a:ext uri="{FF2B5EF4-FFF2-40B4-BE49-F238E27FC236}">
                  <a16:creationId xmlns:a16="http://schemas.microsoft.com/office/drawing/2014/main" id="{6434D180-9541-4997-AA6A-DBD96548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964"/>
              <a:ext cx="3" cy="9"/>
            </a:xfrm>
            <a:custGeom>
              <a:avLst/>
              <a:gdLst>
                <a:gd name="T0" fmla="*/ 1 w 3"/>
                <a:gd name="T1" fmla="*/ 9 h 9"/>
                <a:gd name="T2" fmla="*/ 3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0" y="6"/>
                    <a:pt x="2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44" name="Freeform 153">
              <a:extLst>
                <a:ext uri="{FF2B5EF4-FFF2-40B4-BE49-F238E27FC236}">
                  <a16:creationId xmlns:a16="http://schemas.microsoft.com/office/drawing/2014/main" id="{D6B6DAEC-D0C5-48B2-9588-209782E66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146"/>
              <a:ext cx="221" cy="64"/>
            </a:xfrm>
            <a:custGeom>
              <a:avLst/>
              <a:gdLst>
                <a:gd name="T0" fmla="*/ 0 w 222"/>
                <a:gd name="T1" fmla="*/ 8 h 64"/>
                <a:gd name="T2" fmla="*/ 111 w 222"/>
                <a:gd name="T3" fmla="*/ 64 h 64"/>
                <a:gd name="T4" fmla="*/ 219 w 222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64">
                  <a:moveTo>
                    <a:pt x="0" y="8"/>
                  </a:moveTo>
                  <a:cubicBezTo>
                    <a:pt x="0" y="8"/>
                    <a:pt x="47" y="64"/>
                    <a:pt x="113" y="64"/>
                  </a:cubicBezTo>
                  <a:cubicBezTo>
                    <a:pt x="180" y="64"/>
                    <a:pt x="222" y="0"/>
                    <a:pt x="22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45" name="Freeform 154">
              <a:extLst>
                <a:ext uri="{FF2B5EF4-FFF2-40B4-BE49-F238E27FC236}">
                  <a16:creationId xmlns:a16="http://schemas.microsoft.com/office/drawing/2014/main" id="{4BE57CD8-A13B-46A2-B811-9CE5F21FC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260"/>
              <a:ext cx="456" cy="88"/>
            </a:xfrm>
            <a:custGeom>
              <a:avLst/>
              <a:gdLst>
                <a:gd name="T0" fmla="*/ 0 w 459"/>
                <a:gd name="T1" fmla="*/ 4 h 88"/>
                <a:gd name="T2" fmla="*/ 73 w 459"/>
                <a:gd name="T3" fmla="*/ 19 h 88"/>
                <a:gd name="T4" fmla="*/ 215 w 459"/>
                <a:gd name="T5" fmla="*/ 54 h 88"/>
                <a:gd name="T6" fmla="*/ 278 w 459"/>
                <a:gd name="T7" fmla="*/ 63 h 88"/>
                <a:gd name="T8" fmla="*/ 353 w 459"/>
                <a:gd name="T9" fmla="*/ 19 h 88"/>
                <a:gd name="T10" fmla="*/ 450 w 459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9" h="88">
                  <a:moveTo>
                    <a:pt x="0" y="4"/>
                  </a:moveTo>
                  <a:cubicBezTo>
                    <a:pt x="0" y="4"/>
                    <a:pt x="23" y="19"/>
                    <a:pt x="73" y="19"/>
                  </a:cubicBezTo>
                  <a:cubicBezTo>
                    <a:pt x="124" y="19"/>
                    <a:pt x="195" y="19"/>
                    <a:pt x="218" y="54"/>
                  </a:cubicBezTo>
                  <a:cubicBezTo>
                    <a:pt x="240" y="88"/>
                    <a:pt x="274" y="78"/>
                    <a:pt x="284" y="63"/>
                  </a:cubicBezTo>
                  <a:cubicBezTo>
                    <a:pt x="295" y="48"/>
                    <a:pt x="311" y="25"/>
                    <a:pt x="359" y="19"/>
                  </a:cubicBezTo>
                  <a:cubicBezTo>
                    <a:pt x="407" y="12"/>
                    <a:pt x="447" y="15"/>
                    <a:pt x="45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46" name="Freeform 155">
              <a:extLst>
                <a:ext uri="{FF2B5EF4-FFF2-40B4-BE49-F238E27FC236}">
                  <a16:creationId xmlns:a16="http://schemas.microsoft.com/office/drawing/2014/main" id="{7D678DB3-A619-44A7-B4AA-2E3174B7B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087"/>
              <a:ext cx="1730" cy="1588"/>
            </a:xfrm>
            <a:custGeom>
              <a:avLst/>
              <a:gdLst>
                <a:gd name="T0" fmla="*/ 1645 w 1743"/>
                <a:gd name="T1" fmla="*/ 1284 h 1599"/>
                <a:gd name="T2" fmla="*/ 1514 w 1743"/>
                <a:gd name="T3" fmla="*/ 1172 h 1599"/>
                <a:gd name="T4" fmla="*/ 1459 w 1743"/>
                <a:gd name="T5" fmla="*/ 1077 h 1599"/>
                <a:gd name="T6" fmla="*/ 1329 w 1743"/>
                <a:gd name="T7" fmla="*/ 706 h 1599"/>
                <a:gd name="T8" fmla="*/ 1096 w 1743"/>
                <a:gd name="T9" fmla="*/ 184 h 1599"/>
                <a:gd name="T10" fmla="*/ 850 w 1743"/>
                <a:gd name="T11" fmla="*/ 41 h 1599"/>
                <a:gd name="T12" fmla="*/ 642 w 1743"/>
                <a:gd name="T13" fmla="*/ 169 h 1599"/>
                <a:gd name="T14" fmla="*/ 448 w 1743"/>
                <a:gd name="T15" fmla="*/ 462 h 1599"/>
                <a:gd name="T16" fmla="*/ 378 w 1743"/>
                <a:gd name="T17" fmla="*/ 709 h 1599"/>
                <a:gd name="T18" fmla="*/ 263 w 1743"/>
                <a:gd name="T19" fmla="*/ 1002 h 1599"/>
                <a:gd name="T20" fmla="*/ 230 w 1743"/>
                <a:gd name="T21" fmla="*/ 1100 h 1599"/>
                <a:gd name="T22" fmla="*/ 96 w 1743"/>
                <a:gd name="T23" fmla="*/ 1251 h 1599"/>
                <a:gd name="T24" fmla="*/ 1 w 1743"/>
                <a:gd name="T25" fmla="*/ 1325 h 1599"/>
                <a:gd name="T26" fmla="*/ 75 w 1743"/>
                <a:gd name="T27" fmla="*/ 1333 h 1599"/>
                <a:gd name="T28" fmla="*/ 107 w 1743"/>
                <a:gd name="T29" fmla="*/ 1410 h 1599"/>
                <a:gd name="T30" fmla="*/ 161 w 1743"/>
                <a:gd name="T31" fmla="*/ 1413 h 1599"/>
                <a:gd name="T32" fmla="*/ 132 w 1743"/>
                <a:gd name="T33" fmla="*/ 1535 h 1599"/>
                <a:gd name="T34" fmla="*/ 186 w 1743"/>
                <a:gd name="T35" fmla="*/ 1493 h 1599"/>
                <a:gd name="T36" fmla="*/ 200 w 1743"/>
                <a:gd name="T37" fmla="*/ 1439 h 1599"/>
                <a:gd name="T38" fmla="*/ 264 w 1743"/>
                <a:gd name="T39" fmla="*/ 1390 h 1599"/>
                <a:gd name="T40" fmla="*/ 319 w 1743"/>
                <a:gd name="T41" fmla="*/ 1225 h 1599"/>
                <a:gd name="T42" fmla="*/ 418 w 1743"/>
                <a:gd name="T43" fmla="*/ 932 h 1599"/>
                <a:gd name="T44" fmla="*/ 858 w 1743"/>
                <a:gd name="T45" fmla="*/ 360 h 1599"/>
                <a:gd name="T46" fmla="*/ 1365 w 1743"/>
                <a:gd name="T47" fmla="*/ 1123 h 1599"/>
                <a:gd name="T48" fmla="*/ 1388 w 1743"/>
                <a:gd name="T49" fmla="*/ 1243 h 1599"/>
                <a:gd name="T50" fmla="*/ 1387 w 1743"/>
                <a:gd name="T51" fmla="*/ 1401 h 1599"/>
                <a:gd name="T52" fmla="*/ 1493 w 1743"/>
                <a:gd name="T53" fmla="*/ 1549 h 1599"/>
                <a:gd name="T54" fmla="*/ 1513 w 1743"/>
                <a:gd name="T55" fmla="*/ 1452 h 1599"/>
                <a:gd name="T56" fmla="*/ 1514 w 1743"/>
                <a:gd name="T57" fmla="*/ 1456 h 1599"/>
                <a:gd name="T58" fmla="*/ 1516 w 1743"/>
                <a:gd name="T59" fmla="*/ 1465 h 1599"/>
                <a:gd name="T60" fmla="*/ 1521 w 1743"/>
                <a:gd name="T61" fmla="*/ 1487 h 1599"/>
                <a:gd name="T62" fmla="*/ 1523 w 1743"/>
                <a:gd name="T63" fmla="*/ 1496 h 1599"/>
                <a:gd name="T64" fmla="*/ 1525 w 1743"/>
                <a:gd name="T65" fmla="*/ 1503 h 1599"/>
                <a:gd name="T66" fmla="*/ 1526 w 1743"/>
                <a:gd name="T67" fmla="*/ 1508 h 1599"/>
                <a:gd name="T68" fmla="*/ 1529 w 1743"/>
                <a:gd name="T69" fmla="*/ 1516 h 1599"/>
                <a:gd name="T70" fmla="*/ 1530 w 1743"/>
                <a:gd name="T71" fmla="*/ 1521 h 1599"/>
                <a:gd name="T72" fmla="*/ 1532 w 1743"/>
                <a:gd name="T73" fmla="*/ 1529 h 1599"/>
                <a:gd name="T74" fmla="*/ 1533 w 1743"/>
                <a:gd name="T75" fmla="*/ 1534 h 1599"/>
                <a:gd name="T76" fmla="*/ 1536 w 1743"/>
                <a:gd name="T77" fmla="*/ 1542 h 1599"/>
                <a:gd name="T78" fmla="*/ 1538 w 1743"/>
                <a:gd name="T79" fmla="*/ 1546 h 1599"/>
                <a:gd name="T80" fmla="*/ 1541 w 1743"/>
                <a:gd name="T81" fmla="*/ 1552 h 1599"/>
                <a:gd name="T82" fmla="*/ 1543 w 1743"/>
                <a:gd name="T83" fmla="*/ 1555 h 1599"/>
                <a:gd name="T84" fmla="*/ 1548 w 1743"/>
                <a:gd name="T85" fmla="*/ 1561 h 1599"/>
                <a:gd name="T86" fmla="*/ 1550 w 1743"/>
                <a:gd name="T87" fmla="*/ 1562 h 1599"/>
                <a:gd name="T88" fmla="*/ 1554 w 1743"/>
                <a:gd name="T89" fmla="*/ 1564 h 1599"/>
                <a:gd name="T90" fmla="*/ 1556 w 1743"/>
                <a:gd name="T91" fmla="*/ 1564 h 1599"/>
                <a:gd name="T92" fmla="*/ 1541 w 1743"/>
                <a:gd name="T93" fmla="*/ 1419 h 1599"/>
                <a:gd name="T94" fmla="*/ 1626 w 1743"/>
                <a:gd name="T95" fmla="*/ 1519 h 1599"/>
                <a:gd name="T96" fmla="*/ 1577 w 1743"/>
                <a:gd name="T97" fmla="*/ 1313 h 1599"/>
                <a:gd name="T98" fmla="*/ 1613 w 1743"/>
                <a:gd name="T99" fmla="*/ 1324 h 1599"/>
                <a:gd name="T100" fmla="*/ 1700 w 1743"/>
                <a:gd name="T101" fmla="*/ 1319 h 159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743" h="1599">
                  <a:moveTo>
                    <a:pt x="1739" y="1346"/>
                  </a:moveTo>
                  <a:cubicBezTo>
                    <a:pt x="1733" y="1339"/>
                    <a:pt x="1718" y="1330"/>
                    <a:pt x="1703" y="1321"/>
                  </a:cubicBezTo>
                  <a:cubicBezTo>
                    <a:pt x="1696" y="1318"/>
                    <a:pt x="1689" y="1314"/>
                    <a:pt x="1682" y="1311"/>
                  </a:cubicBezTo>
                  <a:cubicBezTo>
                    <a:pt x="1666" y="1303"/>
                    <a:pt x="1651" y="1295"/>
                    <a:pt x="1644" y="1284"/>
                  </a:cubicBezTo>
                  <a:cubicBezTo>
                    <a:pt x="1633" y="1267"/>
                    <a:pt x="1599" y="1233"/>
                    <a:pt x="1564" y="1219"/>
                  </a:cubicBezTo>
                  <a:cubicBezTo>
                    <a:pt x="1557" y="1216"/>
                    <a:pt x="1553" y="1207"/>
                    <a:pt x="1548" y="1196"/>
                  </a:cubicBezTo>
                  <a:cubicBezTo>
                    <a:pt x="1544" y="1185"/>
                    <a:pt x="1538" y="1172"/>
                    <a:pt x="1530" y="1162"/>
                  </a:cubicBezTo>
                  <a:cubicBezTo>
                    <a:pt x="1521" y="1152"/>
                    <a:pt x="1508" y="1135"/>
                    <a:pt x="1495" y="1105"/>
                  </a:cubicBezTo>
                  <a:cubicBezTo>
                    <a:pt x="1494" y="1104"/>
                    <a:pt x="1493" y="1102"/>
                    <a:pt x="1492" y="1100"/>
                  </a:cubicBezTo>
                  <a:cubicBezTo>
                    <a:pt x="1480" y="1071"/>
                    <a:pt x="1468" y="1030"/>
                    <a:pt x="1459" y="974"/>
                  </a:cubicBezTo>
                  <a:cubicBezTo>
                    <a:pt x="1442" y="869"/>
                    <a:pt x="1395" y="788"/>
                    <a:pt x="1368" y="739"/>
                  </a:cubicBezTo>
                  <a:cubicBezTo>
                    <a:pt x="1365" y="733"/>
                    <a:pt x="1361" y="726"/>
                    <a:pt x="1359" y="721"/>
                  </a:cubicBezTo>
                  <a:cubicBezTo>
                    <a:pt x="1337" y="677"/>
                    <a:pt x="1318" y="561"/>
                    <a:pt x="1297" y="499"/>
                  </a:cubicBezTo>
                  <a:cubicBezTo>
                    <a:pt x="1276" y="437"/>
                    <a:pt x="1340" y="272"/>
                    <a:pt x="1175" y="206"/>
                  </a:cubicBezTo>
                  <a:cubicBezTo>
                    <a:pt x="1165" y="202"/>
                    <a:pt x="1149" y="189"/>
                    <a:pt x="1120" y="187"/>
                  </a:cubicBezTo>
                  <a:cubicBezTo>
                    <a:pt x="1091" y="185"/>
                    <a:pt x="990" y="128"/>
                    <a:pt x="979" y="97"/>
                  </a:cubicBezTo>
                  <a:cubicBezTo>
                    <a:pt x="972" y="6"/>
                    <a:pt x="972" y="6"/>
                    <a:pt x="972" y="6"/>
                  </a:cubicBezTo>
                  <a:cubicBezTo>
                    <a:pt x="953" y="21"/>
                    <a:pt x="920" y="37"/>
                    <a:pt x="868" y="41"/>
                  </a:cubicBezTo>
                  <a:cubicBezTo>
                    <a:pt x="806" y="47"/>
                    <a:pt x="770" y="21"/>
                    <a:pt x="752" y="0"/>
                  </a:cubicBezTo>
                  <a:cubicBezTo>
                    <a:pt x="754" y="103"/>
                    <a:pt x="754" y="103"/>
                    <a:pt x="754" y="103"/>
                  </a:cubicBezTo>
                  <a:cubicBezTo>
                    <a:pt x="754" y="103"/>
                    <a:pt x="706" y="160"/>
                    <a:pt x="657" y="172"/>
                  </a:cubicBezTo>
                  <a:cubicBezTo>
                    <a:pt x="607" y="183"/>
                    <a:pt x="598" y="176"/>
                    <a:pt x="572" y="194"/>
                  </a:cubicBezTo>
                  <a:cubicBezTo>
                    <a:pt x="546" y="213"/>
                    <a:pt x="432" y="254"/>
                    <a:pt x="457" y="461"/>
                  </a:cubicBezTo>
                  <a:cubicBezTo>
                    <a:pt x="457" y="464"/>
                    <a:pt x="457" y="467"/>
                    <a:pt x="457" y="471"/>
                  </a:cubicBezTo>
                  <a:cubicBezTo>
                    <a:pt x="456" y="521"/>
                    <a:pt x="404" y="591"/>
                    <a:pt x="394" y="703"/>
                  </a:cubicBezTo>
                  <a:cubicBezTo>
                    <a:pt x="393" y="711"/>
                    <a:pt x="391" y="716"/>
                    <a:pt x="388" y="721"/>
                  </a:cubicBezTo>
                  <a:cubicBezTo>
                    <a:pt x="388" y="722"/>
                    <a:pt x="387" y="723"/>
                    <a:pt x="387" y="724"/>
                  </a:cubicBezTo>
                  <a:cubicBezTo>
                    <a:pt x="383" y="729"/>
                    <a:pt x="378" y="734"/>
                    <a:pt x="373" y="741"/>
                  </a:cubicBezTo>
                  <a:cubicBezTo>
                    <a:pt x="354" y="763"/>
                    <a:pt x="325" y="804"/>
                    <a:pt x="294" y="936"/>
                  </a:cubicBezTo>
                  <a:cubicBezTo>
                    <a:pt x="289" y="953"/>
                    <a:pt x="280" y="987"/>
                    <a:pt x="269" y="1023"/>
                  </a:cubicBezTo>
                  <a:cubicBezTo>
                    <a:pt x="268" y="1026"/>
                    <a:pt x="267" y="1029"/>
                    <a:pt x="266" y="1032"/>
                  </a:cubicBezTo>
                  <a:cubicBezTo>
                    <a:pt x="257" y="1063"/>
                    <a:pt x="247" y="1094"/>
                    <a:pt x="238" y="1117"/>
                  </a:cubicBezTo>
                  <a:cubicBezTo>
                    <a:pt x="237" y="1119"/>
                    <a:pt x="236" y="1122"/>
                    <a:pt x="236" y="1124"/>
                  </a:cubicBezTo>
                  <a:cubicBezTo>
                    <a:pt x="229" y="1141"/>
                    <a:pt x="224" y="1154"/>
                    <a:pt x="220" y="1156"/>
                  </a:cubicBezTo>
                  <a:cubicBezTo>
                    <a:pt x="195" y="1178"/>
                    <a:pt x="199" y="1206"/>
                    <a:pt x="185" y="1215"/>
                  </a:cubicBezTo>
                  <a:cubicBezTo>
                    <a:pt x="171" y="1224"/>
                    <a:pt x="118" y="1248"/>
                    <a:pt x="99" y="1278"/>
                  </a:cubicBezTo>
                  <a:cubicBezTo>
                    <a:pt x="95" y="1283"/>
                    <a:pt x="91" y="1288"/>
                    <a:pt x="86" y="1293"/>
                  </a:cubicBezTo>
                  <a:cubicBezTo>
                    <a:pt x="61" y="1316"/>
                    <a:pt x="19" y="1334"/>
                    <a:pt x="10" y="1339"/>
                  </a:cubicBezTo>
                  <a:cubicBezTo>
                    <a:pt x="4" y="1342"/>
                    <a:pt x="0" y="1347"/>
                    <a:pt x="1" y="1352"/>
                  </a:cubicBezTo>
                  <a:cubicBezTo>
                    <a:pt x="1" y="1356"/>
                    <a:pt x="3" y="1360"/>
                    <a:pt x="7" y="1363"/>
                  </a:cubicBezTo>
                  <a:cubicBezTo>
                    <a:pt x="8" y="1363"/>
                    <a:pt x="9" y="1364"/>
                    <a:pt x="10" y="1364"/>
                  </a:cubicBezTo>
                  <a:cubicBezTo>
                    <a:pt x="22" y="1372"/>
                    <a:pt x="55" y="1381"/>
                    <a:pt x="78" y="1360"/>
                  </a:cubicBezTo>
                  <a:cubicBezTo>
                    <a:pt x="104" y="1339"/>
                    <a:pt x="120" y="1325"/>
                    <a:pt x="129" y="1343"/>
                  </a:cubicBezTo>
                  <a:cubicBezTo>
                    <a:pt x="131" y="1346"/>
                    <a:pt x="131" y="1351"/>
                    <a:pt x="131" y="1356"/>
                  </a:cubicBezTo>
                  <a:cubicBezTo>
                    <a:pt x="132" y="1380"/>
                    <a:pt x="118" y="1420"/>
                    <a:pt x="110" y="1440"/>
                  </a:cubicBezTo>
                  <a:cubicBezTo>
                    <a:pt x="103" y="1458"/>
                    <a:pt x="81" y="1516"/>
                    <a:pt x="80" y="1549"/>
                  </a:cubicBezTo>
                  <a:cubicBezTo>
                    <a:pt x="80" y="1560"/>
                    <a:pt x="83" y="1568"/>
                    <a:pt x="89" y="1571"/>
                  </a:cubicBezTo>
                  <a:cubicBezTo>
                    <a:pt x="114" y="1582"/>
                    <a:pt x="154" y="1449"/>
                    <a:pt x="164" y="1443"/>
                  </a:cubicBezTo>
                  <a:cubicBezTo>
                    <a:pt x="164" y="1443"/>
                    <a:pt x="164" y="1443"/>
                    <a:pt x="164" y="1443"/>
                  </a:cubicBezTo>
                  <a:cubicBezTo>
                    <a:pt x="172" y="1445"/>
                    <a:pt x="154" y="1497"/>
                    <a:pt x="146" y="1518"/>
                  </a:cubicBezTo>
                  <a:cubicBezTo>
                    <a:pt x="141" y="1529"/>
                    <a:pt x="135" y="1551"/>
                    <a:pt x="135" y="1568"/>
                  </a:cubicBezTo>
                  <a:cubicBezTo>
                    <a:pt x="135" y="1582"/>
                    <a:pt x="139" y="1593"/>
                    <a:pt x="149" y="1596"/>
                  </a:cubicBezTo>
                  <a:cubicBezTo>
                    <a:pt x="162" y="1599"/>
                    <a:pt x="172" y="1580"/>
                    <a:pt x="179" y="1561"/>
                  </a:cubicBezTo>
                  <a:cubicBezTo>
                    <a:pt x="185" y="1542"/>
                    <a:pt x="189" y="1523"/>
                    <a:pt x="189" y="1523"/>
                  </a:cubicBezTo>
                  <a:cubicBezTo>
                    <a:pt x="189" y="1523"/>
                    <a:pt x="197" y="1490"/>
                    <a:pt x="205" y="1469"/>
                  </a:cubicBezTo>
                  <a:cubicBezTo>
                    <a:pt x="205" y="1469"/>
                    <a:pt x="205" y="1469"/>
                    <a:pt x="205" y="1469"/>
                  </a:cubicBezTo>
                  <a:cubicBezTo>
                    <a:pt x="205" y="1469"/>
                    <a:pt x="205" y="1469"/>
                    <a:pt x="205" y="1469"/>
                  </a:cubicBezTo>
                  <a:cubicBezTo>
                    <a:pt x="208" y="1459"/>
                    <a:pt x="212" y="1451"/>
                    <a:pt x="215" y="1452"/>
                  </a:cubicBezTo>
                  <a:cubicBezTo>
                    <a:pt x="224" y="1454"/>
                    <a:pt x="187" y="1576"/>
                    <a:pt x="218" y="1584"/>
                  </a:cubicBezTo>
                  <a:cubicBezTo>
                    <a:pt x="249" y="1593"/>
                    <a:pt x="250" y="1424"/>
                    <a:pt x="270" y="1420"/>
                  </a:cubicBezTo>
                  <a:cubicBezTo>
                    <a:pt x="290" y="1416"/>
                    <a:pt x="300" y="1532"/>
                    <a:pt x="331" y="1524"/>
                  </a:cubicBezTo>
                  <a:cubicBezTo>
                    <a:pt x="362" y="1515"/>
                    <a:pt x="304" y="1372"/>
                    <a:pt x="307" y="1355"/>
                  </a:cubicBezTo>
                  <a:cubicBezTo>
                    <a:pt x="310" y="1338"/>
                    <a:pt x="333" y="1274"/>
                    <a:pt x="325" y="1251"/>
                  </a:cubicBezTo>
                  <a:cubicBezTo>
                    <a:pt x="321" y="1240"/>
                    <a:pt x="323" y="1233"/>
                    <a:pt x="328" y="1227"/>
                  </a:cubicBezTo>
                  <a:cubicBezTo>
                    <a:pt x="315" y="1192"/>
                    <a:pt x="329" y="1149"/>
                    <a:pt x="329" y="1149"/>
                  </a:cubicBezTo>
                  <a:cubicBezTo>
                    <a:pt x="371" y="1069"/>
                    <a:pt x="416" y="981"/>
                    <a:pt x="427" y="951"/>
                  </a:cubicBezTo>
                  <a:cubicBezTo>
                    <a:pt x="445" y="898"/>
                    <a:pt x="485" y="864"/>
                    <a:pt x="507" y="702"/>
                  </a:cubicBezTo>
                  <a:cubicBezTo>
                    <a:pt x="529" y="540"/>
                    <a:pt x="518" y="340"/>
                    <a:pt x="676" y="340"/>
                  </a:cubicBezTo>
                  <a:cubicBezTo>
                    <a:pt x="834" y="340"/>
                    <a:pt x="783" y="368"/>
                    <a:pt x="877" y="368"/>
                  </a:cubicBezTo>
                  <a:cubicBezTo>
                    <a:pt x="972" y="368"/>
                    <a:pt x="972" y="333"/>
                    <a:pt x="1055" y="333"/>
                  </a:cubicBezTo>
                  <a:cubicBezTo>
                    <a:pt x="1139" y="333"/>
                    <a:pt x="1232" y="353"/>
                    <a:pt x="1224" y="615"/>
                  </a:cubicBezTo>
                  <a:cubicBezTo>
                    <a:pt x="1219" y="811"/>
                    <a:pt x="1341" y="1051"/>
                    <a:pt x="1395" y="1147"/>
                  </a:cubicBezTo>
                  <a:cubicBezTo>
                    <a:pt x="1404" y="1163"/>
                    <a:pt x="1414" y="1180"/>
                    <a:pt x="1424" y="1197"/>
                  </a:cubicBezTo>
                  <a:cubicBezTo>
                    <a:pt x="1430" y="1219"/>
                    <a:pt x="1433" y="1245"/>
                    <a:pt x="1423" y="1263"/>
                  </a:cubicBezTo>
                  <a:cubicBezTo>
                    <a:pt x="1420" y="1270"/>
                    <a:pt x="1420" y="1270"/>
                    <a:pt x="1420" y="1270"/>
                  </a:cubicBezTo>
                  <a:cubicBezTo>
                    <a:pt x="1420" y="1271"/>
                    <a:pt x="1420" y="1271"/>
                    <a:pt x="1420" y="1271"/>
                  </a:cubicBezTo>
                  <a:cubicBezTo>
                    <a:pt x="1424" y="1293"/>
                    <a:pt x="1424" y="1331"/>
                    <a:pt x="1434" y="1349"/>
                  </a:cubicBezTo>
                  <a:cubicBezTo>
                    <a:pt x="1443" y="1366"/>
                    <a:pt x="1422" y="1411"/>
                    <a:pt x="1418" y="1431"/>
                  </a:cubicBezTo>
                  <a:cubicBezTo>
                    <a:pt x="1414" y="1451"/>
                    <a:pt x="1392" y="1514"/>
                    <a:pt x="1412" y="1526"/>
                  </a:cubicBezTo>
                  <a:cubicBezTo>
                    <a:pt x="1432" y="1538"/>
                    <a:pt x="1458" y="1417"/>
                    <a:pt x="1472" y="1421"/>
                  </a:cubicBezTo>
                  <a:cubicBezTo>
                    <a:pt x="1487" y="1425"/>
                    <a:pt x="1491" y="1579"/>
                    <a:pt x="1526" y="1582"/>
                  </a:cubicBezTo>
                  <a:cubicBezTo>
                    <a:pt x="1560" y="1585"/>
                    <a:pt x="1515" y="1451"/>
                    <a:pt x="1532" y="1451"/>
                  </a:cubicBezTo>
                  <a:cubicBezTo>
                    <a:pt x="1537" y="1451"/>
                    <a:pt x="1542" y="1464"/>
                    <a:pt x="1547" y="1482"/>
                  </a:cubicBezTo>
                  <a:cubicBezTo>
                    <a:pt x="1547" y="1482"/>
                    <a:pt x="1547" y="1482"/>
                    <a:pt x="1547" y="1482"/>
                  </a:cubicBezTo>
                  <a:cubicBezTo>
                    <a:pt x="1547" y="1482"/>
                    <a:pt x="1547" y="1482"/>
                    <a:pt x="1547" y="1482"/>
                  </a:cubicBezTo>
                  <a:cubicBezTo>
                    <a:pt x="1547" y="1484"/>
                    <a:pt x="1548" y="1485"/>
                    <a:pt x="1548" y="1486"/>
                  </a:cubicBezTo>
                  <a:cubicBezTo>
                    <a:pt x="1548" y="1486"/>
                    <a:pt x="1548" y="1486"/>
                    <a:pt x="1548" y="1486"/>
                  </a:cubicBezTo>
                  <a:cubicBezTo>
                    <a:pt x="1548" y="1488"/>
                    <a:pt x="1549" y="1489"/>
                    <a:pt x="1549" y="1491"/>
                  </a:cubicBezTo>
                  <a:cubicBezTo>
                    <a:pt x="1549" y="1491"/>
                    <a:pt x="1549" y="1491"/>
                    <a:pt x="1549" y="1491"/>
                  </a:cubicBezTo>
                  <a:cubicBezTo>
                    <a:pt x="1549" y="1492"/>
                    <a:pt x="1550" y="1494"/>
                    <a:pt x="1550" y="1495"/>
                  </a:cubicBezTo>
                  <a:cubicBezTo>
                    <a:pt x="1550" y="1495"/>
                    <a:pt x="1550" y="1495"/>
                    <a:pt x="1550" y="1495"/>
                  </a:cubicBezTo>
                  <a:cubicBezTo>
                    <a:pt x="1552" y="1502"/>
                    <a:pt x="1554" y="1509"/>
                    <a:pt x="1555" y="1516"/>
                  </a:cubicBezTo>
                  <a:cubicBezTo>
                    <a:pt x="1555" y="1517"/>
                    <a:pt x="1555" y="1517"/>
                    <a:pt x="1556" y="1517"/>
                  </a:cubicBezTo>
                  <a:cubicBezTo>
                    <a:pt x="1556" y="1519"/>
                    <a:pt x="1556" y="1520"/>
                    <a:pt x="1556" y="1521"/>
                  </a:cubicBezTo>
                  <a:cubicBezTo>
                    <a:pt x="1557" y="1522"/>
                    <a:pt x="1557" y="1523"/>
                    <a:pt x="1557" y="1524"/>
                  </a:cubicBezTo>
                  <a:cubicBezTo>
                    <a:pt x="1557" y="1525"/>
                    <a:pt x="1557" y="1525"/>
                    <a:pt x="1558" y="1526"/>
                  </a:cubicBezTo>
                  <a:cubicBezTo>
                    <a:pt x="1558" y="1527"/>
                    <a:pt x="1558" y="1528"/>
                    <a:pt x="1558" y="1529"/>
                  </a:cubicBezTo>
                  <a:cubicBezTo>
                    <a:pt x="1558" y="1529"/>
                    <a:pt x="1559" y="1530"/>
                    <a:pt x="1559" y="1530"/>
                  </a:cubicBezTo>
                  <a:cubicBezTo>
                    <a:pt x="1559" y="1532"/>
                    <a:pt x="1559" y="1533"/>
                    <a:pt x="1560" y="1534"/>
                  </a:cubicBezTo>
                  <a:cubicBezTo>
                    <a:pt x="1560" y="1535"/>
                    <a:pt x="1560" y="1535"/>
                    <a:pt x="1560" y="1535"/>
                  </a:cubicBezTo>
                  <a:cubicBezTo>
                    <a:pt x="1560" y="1537"/>
                    <a:pt x="1561" y="1538"/>
                    <a:pt x="1561" y="1539"/>
                  </a:cubicBezTo>
                  <a:cubicBezTo>
                    <a:pt x="1561" y="1539"/>
                    <a:pt x="1561" y="1540"/>
                    <a:pt x="1561" y="1540"/>
                  </a:cubicBezTo>
                  <a:cubicBezTo>
                    <a:pt x="1562" y="1541"/>
                    <a:pt x="1562" y="1543"/>
                    <a:pt x="1562" y="1544"/>
                  </a:cubicBezTo>
                  <a:cubicBezTo>
                    <a:pt x="1562" y="1544"/>
                    <a:pt x="1562" y="1544"/>
                    <a:pt x="1562" y="1545"/>
                  </a:cubicBezTo>
                  <a:cubicBezTo>
                    <a:pt x="1563" y="1546"/>
                    <a:pt x="1563" y="1547"/>
                    <a:pt x="1564" y="1549"/>
                  </a:cubicBezTo>
                  <a:cubicBezTo>
                    <a:pt x="1564" y="1549"/>
                    <a:pt x="1564" y="1550"/>
                    <a:pt x="1564" y="1550"/>
                  </a:cubicBezTo>
                  <a:cubicBezTo>
                    <a:pt x="1564" y="1551"/>
                    <a:pt x="1565" y="1552"/>
                    <a:pt x="1565" y="1553"/>
                  </a:cubicBezTo>
                  <a:cubicBezTo>
                    <a:pt x="1565" y="1554"/>
                    <a:pt x="1565" y="1554"/>
                    <a:pt x="1565" y="1554"/>
                  </a:cubicBezTo>
                  <a:cubicBezTo>
                    <a:pt x="1566" y="1556"/>
                    <a:pt x="1566" y="1557"/>
                    <a:pt x="1566" y="1558"/>
                  </a:cubicBezTo>
                  <a:cubicBezTo>
                    <a:pt x="1567" y="1559"/>
                    <a:pt x="1567" y="1559"/>
                    <a:pt x="1567" y="1559"/>
                  </a:cubicBezTo>
                  <a:cubicBezTo>
                    <a:pt x="1567" y="1560"/>
                    <a:pt x="1567" y="1561"/>
                    <a:pt x="1568" y="1562"/>
                  </a:cubicBezTo>
                  <a:cubicBezTo>
                    <a:pt x="1568" y="1563"/>
                    <a:pt x="1568" y="1563"/>
                    <a:pt x="1568" y="1563"/>
                  </a:cubicBezTo>
                  <a:cubicBezTo>
                    <a:pt x="1568" y="1565"/>
                    <a:pt x="1569" y="1566"/>
                    <a:pt x="1569" y="1567"/>
                  </a:cubicBezTo>
                  <a:cubicBezTo>
                    <a:pt x="1569" y="1567"/>
                    <a:pt x="1569" y="1567"/>
                    <a:pt x="1569" y="1567"/>
                  </a:cubicBezTo>
                  <a:cubicBezTo>
                    <a:pt x="1570" y="1568"/>
                    <a:pt x="1570" y="1570"/>
                    <a:pt x="1571" y="1571"/>
                  </a:cubicBezTo>
                  <a:cubicBezTo>
                    <a:pt x="1571" y="1571"/>
                    <a:pt x="1571" y="1571"/>
                    <a:pt x="1571" y="1572"/>
                  </a:cubicBezTo>
                  <a:cubicBezTo>
                    <a:pt x="1571" y="1573"/>
                    <a:pt x="1572" y="1574"/>
                    <a:pt x="1572" y="1575"/>
                  </a:cubicBezTo>
                  <a:cubicBezTo>
                    <a:pt x="1572" y="1575"/>
                    <a:pt x="1572" y="1575"/>
                    <a:pt x="1572" y="1575"/>
                  </a:cubicBezTo>
                  <a:cubicBezTo>
                    <a:pt x="1573" y="1576"/>
                    <a:pt x="1573" y="1577"/>
                    <a:pt x="1574" y="1578"/>
                  </a:cubicBezTo>
                  <a:cubicBezTo>
                    <a:pt x="1574" y="1579"/>
                    <a:pt x="1574" y="1579"/>
                    <a:pt x="1574" y="1579"/>
                  </a:cubicBezTo>
                  <a:cubicBezTo>
                    <a:pt x="1575" y="1580"/>
                    <a:pt x="1575" y="1581"/>
                    <a:pt x="1575" y="1582"/>
                  </a:cubicBezTo>
                  <a:cubicBezTo>
                    <a:pt x="1575" y="1582"/>
                    <a:pt x="1575" y="1582"/>
                    <a:pt x="1576" y="1582"/>
                  </a:cubicBezTo>
                  <a:cubicBezTo>
                    <a:pt x="1576" y="1583"/>
                    <a:pt x="1577" y="1584"/>
                    <a:pt x="1577" y="1585"/>
                  </a:cubicBezTo>
                  <a:cubicBezTo>
                    <a:pt x="1577" y="1585"/>
                    <a:pt x="1577" y="1585"/>
                    <a:pt x="1577" y="1585"/>
                  </a:cubicBezTo>
                  <a:cubicBezTo>
                    <a:pt x="1578" y="1586"/>
                    <a:pt x="1578" y="1587"/>
                    <a:pt x="1579" y="1587"/>
                  </a:cubicBezTo>
                  <a:cubicBezTo>
                    <a:pt x="1579" y="1588"/>
                    <a:pt x="1579" y="1588"/>
                    <a:pt x="1579" y="1588"/>
                  </a:cubicBezTo>
                  <a:cubicBezTo>
                    <a:pt x="1580" y="1590"/>
                    <a:pt x="1581" y="1591"/>
                    <a:pt x="1582" y="1592"/>
                  </a:cubicBezTo>
                  <a:cubicBezTo>
                    <a:pt x="1582" y="1592"/>
                    <a:pt x="1582" y="1592"/>
                    <a:pt x="1582" y="1592"/>
                  </a:cubicBezTo>
                  <a:cubicBezTo>
                    <a:pt x="1583" y="1593"/>
                    <a:pt x="1583" y="1593"/>
                    <a:pt x="1584" y="1594"/>
                  </a:cubicBezTo>
                  <a:cubicBezTo>
                    <a:pt x="1584" y="1594"/>
                    <a:pt x="1584" y="1594"/>
                    <a:pt x="1584" y="1594"/>
                  </a:cubicBezTo>
                  <a:cubicBezTo>
                    <a:pt x="1585" y="1595"/>
                    <a:pt x="1585" y="1595"/>
                    <a:pt x="1586" y="1595"/>
                  </a:cubicBezTo>
                  <a:cubicBezTo>
                    <a:pt x="1586" y="1595"/>
                    <a:pt x="1586" y="1595"/>
                    <a:pt x="1586" y="1595"/>
                  </a:cubicBezTo>
                  <a:cubicBezTo>
                    <a:pt x="1587" y="1596"/>
                    <a:pt x="1587" y="1596"/>
                    <a:pt x="1587" y="1596"/>
                  </a:cubicBezTo>
                  <a:cubicBezTo>
                    <a:pt x="1588" y="1596"/>
                    <a:pt x="1588" y="1596"/>
                    <a:pt x="1588" y="1596"/>
                  </a:cubicBezTo>
                  <a:cubicBezTo>
                    <a:pt x="1588" y="1597"/>
                    <a:pt x="1589" y="1597"/>
                    <a:pt x="1590" y="1597"/>
                  </a:cubicBezTo>
                  <a:cubicBezTo>
                    <a:pt x="1590" y="1597"/>
                    <a:pt x="1590" y="1597"/>
                    <a:pt x="1590" y="1597"/>
                  </a:cubicBezTo>
                  <a:cubicBezTo>
                    <a:pt x="1590" y="1597"/>
                    <a:pt x="1591" y="1597"/>
                    <a:pt x="1591" y="1597"/>
                  </a:cubicBezTo>
                  <a:cubicBezTo>
                    <a:pt x="1592" y="1597"/>
                    <a:pt x="1592" y="1597"/>
                    <a:pt x="1592" y="1597"/>
                  </a:cubicBezTo>
                  <a:cubicBezTo>
                    <a:pt x="1592" y="1597"/>
                    <a:pt x="1593" y="1597"/>
                    <a:pt x="1594" y="1597"/>
                  </a:cubicBezTo>
                  <a:cubicBezTo>
                    <a:pt x="1600" y="1595"/>
                    <a:pt x="1603" y="1586"/>
                    <a:pt x="1602" y="1575"/>
                  </a:cubicBezTo>
                  <a:cubicBezTo>
                    <a:pt x="1602" y="1540"/>
                    <a:pt x="1578" y="1475"/>
                    <a:pt x="1577" y="1449"/>
                  </a:cubicBezTo>
                  <a:cubicBezTo>
                    <a:pt x="1576" y="1444"/>
                    <a:pt x="1577" y="1441"/>
                    <a:pt x="1579" y="1439"/>
                  </a:cubicBezTo>
                  <a:cubicBezTo>
                    <a:pt x="1594" y="1427"/>
                    <a:pt x="1619" y="1586"/>
                    <a:pt x="1654" y="1571"/>
                  </a:cubicBezTo>
                  <a:cubicBezTo>
                    <a:pt x="1654" y="1571"/>
                    <a:pt x="1662" y="1571"/>
                    <a:pt x="1662" y="1552"/>
                  </a:cubicBezTo>
                  <a:cubicBezTo>
                    <a:pt x="1662" y="1540"/>
                    <a:pt x="1658" y="1521"/>
                    <a:pt x="1648" y="1491"/>
                  </a:cubicBezTo>
                  <a:cubicBezTo>
                    <a:pt x="1625" y="1423"/>
                    <a:pt x="1612" y="1373"/>
                    <a:pt x="1612" y="1350"/>
                  </a:cubicBezTo>
                  <a:cubicBezTo>
                    <a:pt x="1611" y="1345"/>
                    <a:pt x="1612" y="1342"/>
                    <a:pt x="1613" y="1340"/>
                  </a:cubicBezTo>
                  <a:cubicBezTo>
                    <a:pt x="1617" y="1328"/>
                    <a:pt x="1630" y="1335"/>
                    <a:pt x="1641" y="1344"/>
                  </a:cubicBezTo>
                  <a:cubicBezTo>
                    <a:pt x="1642" y="1345"/>
                    <a:pt x="1643" y="1345"/>
                    <a:pt x="1644" y="1346"/>
                  </a:cubicBezTo>
                  <a:cubicBezTo>
                    <a:pt x="1646" y="1348"/>
                    <a:pt x="1647" y="1349"/>
                    <a:pt x="1649" y="1351"/>
                  </a:cubicBezTo>
                  <a:cubicBezTo>
                    <a:pt x="1650" y="1352"/>
                    <a:pt x="1651" y="1352"/>
                    <a:pt x="1651" y="1353"/>
                  </a:cubicBezTo>
                  <a:cubicBezTo>
                    <a:pt x="1664" y="1364"/>
                    <a:pt x="1716" y="1392"/>
                    <a:pt x="1742" y="1353"/>
                  </a:cubicBezTo>
                  <a:cubicBezTo>
                    <a:pt x="1743" y="1352"/>
                    <a:pt x="1742" y="1349"/>
                    <a:pt x="1739" y="134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47" name="Freeform 156">
              <a:extLst>
                <a:ext uri="{FF2B5EF4-FFF2-40B4-BE49-F238E27FC236}">
                  <a16:creationId xmlns:a16="http://schemas.microsoft.com/office/drawing/2014/main" id="{AD422838-55FA-4C82-A5C8-CA328C488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228"/>
              <a:ext cx="206" cy="197"/>
            </a:xfrm>
            <a:custGeom>
              <a:avLst/>
              <a:gdLst>
                <a:gd name="T0" fmla="*/ 204 w 207"/>
                <a:gd name="T1" fmla="*/ 0 h 198"/>
                <a:gd name="T2" fmla="*/ 169 w 207"/>
                <a:gd name="T3" fmla="*/ 64 h 198"/>
                <a:gd name="T4" fmla="*/ 0 w 207"/>
                <a:gd name="T5" fmla="*/ 183 h 1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" h="198">
                  <a:moveTo>
                    <a:pt x="207" y="0"/>
                  </a:moveTo>
                  <a:cubicBezTo>
                    <a:pt x="207" y="0"/>
                    <a:pt x="186" y="31"/>
                    <a:pt x="172" y="64"/>
                  </a:cubicBezTo>
                  <a:cubicBezTo>
                    <a:pt x="157" y="97"/>
                    <a:pt x="122" y="198"/>
                    <a:pt x="0" y="18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48" name="Freeform 157">
              <a:extLst>
                <a:ext uri="{FF2B5EF4-FFF2-40B4-BE49-F238E27FC236}">
                  <a16:creationId xmlns:a16="http://schemas.microsoft.com/office/drawing/2014/main" id="{FA0F8DEF-40D8-49B6-AAC7-F5D49D197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349"/>
              <a:ext cx="50" cy="180"/>
            </a:xfrm>
            <a:custGeom>
              <a:avLst/>
              <a:gdLst>
                <a:gd name="T0" fmla="*/ 50 w 50"/>
                <a:gd name="T1" fmla="*/ 0 h 181"/>
                <a:gd name="T2" fmla="*/ 0 w 50"/>
                <a:gd name="T3" fmla="*/ 178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81">
                  <a:moveTo>
                    <a:pt x="50" y="0"/>
                  </a:moveTo>
                  <a:cubicBezTo>
                    <a:pt x="50" y="0"/>
                    <a:pt x="31" y="37"/>
                    <a:pt x="0" y="18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49" name="Freeform 158">
              <a:extLst>
                <a:ext uri="{FF2B5EF4-FFF2-40B4-BE49-F238E27FC236}">
                  <a16:creationId xmlns:a16="http://schemas.microsoft.com/office/drawing/2014/main" id="{BECAF02C-EB6C-4CC2-B104-FFCF3E691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279"/>
              <a:ext cx="192" cy="146"/>
            </a:xfrm>
            <a:custGeom>
              <a:avLst/>
              <a:gdLst>
                <a:gd name="T0" fmla="*/ 190 w 193"/>
                <a:gd name="T1" fmla="*/ 131 h 147"/>
                <a:gd name="T2" fmla="*/ 0 w 193"/>
                <a:gd name="T3" fmla="*/ 0 h 1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3" h="147">
                  <a:moveTo>
                    <a:pt x="193" y="134"/>
                  </a:moveTo>
                  <a:cubicBezTo>
                    <a:pt x="193" y="134"/>
                    <a:pt x="41" y="14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50" name="Freeform 159">
              <a:extLst>
                <a:ext uri="{FF2B5EF4-FFF2-40B4-BE49-F238E27FC236}">
                  <a16:creationId xmlns:a16="http://schemas.microsoft.com/office/drawing/2014/main" id="{00F4C08F-61A1-4760-BE30-CA6823231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374"/>
              <a:ext cx="46" cy="154"/>
            </a:xfrm>
            <a:custGeom>
              <a:avLst/>
              <a:gdLst>
                <a:gd name="T0" fmla="*/ 0 w 46"/>
                <a:gd name="T1" fmla="*/ 0 h 155"/>
                <a:gd name="T2" fmla="*/ 46 w 46"/>
                <a:gd name="T3" fmla="*/ 152 h 1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55">
                  <a:moveTo>
                    <a:pt x="0" y="0"/>
                  </a:moveTo>
                  <a:cubicBezTo>
                    <a:pt x="0" y="0"/>
                    <a:pt x="40" y="97"/>
                    <a:pt x="46" y="15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51" name="Freeform 160">
              <a:extLst>
                <a:ext uri="{FF2B5EF4-FFF2-40B4-BE49-F238E27FC236}">
                  <a16:creationId xmlns:a16="http://schemas.microsoft.com/office/drawing/2014/main" id="{F60614A9-EB73-4990-8A2A-4FD66E2CE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388"/>
              <a:ext cx="160" cy="42"/>
            </a:xfrm>
            <a:custGeom>
              <a:avLst/>
              <a:gdLst>
                <a:gd name="T0" fmla="*/ 0 w 161"/>
                <a:gd name="T1" fmla="*/ 0 h 42"/>
                <a:gd name="T2" fmla="*/ 158 w 161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1" h="42">
                  <a:moveTo>
                    <a:pt x="0" y="0"/>
                  </a:moveTo>
                  <a:cubicBezTo>
                    <a:pt x="0" y="0"/>
                    <a:pt x="90" y="42"/>
                    <a:pt x="16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52" name="Freeform 161">
              <a:extLst>
                <a:ext uri="{FF2B5EF4-FFF2-40B4-BE49-F238E27FC236}">
                  <a16:creationId xmlns:a16="http://schemas.microsoft.com/office/drawing/2014/main" id="{F2832B0A-8A3F-45F9-A9C9-09CE27EF7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464"/>
              <a:ext cx="610" cy="48"/>
            </a:xfrm>
            <a:custGeom>
              <a:avLst/>
              <a:gdLst>
                <a:gd name="T0" fmla="*/ 0 w 615"/>
                <a:gd name="T1" fmla="*/ 46 h 49"/>
                <a:gd name="T2" fmla="*/ 600 w 615"/>
                <a:gd name="T3" fmla="*/ 4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5" h="49">
                  <a:moveTo>
                    <a:pt x="0" y="49"/>
                  </a:moveTo>
                  <a:cubicBezTo>
                    <a:pt x="0" y="49"/>
                    <a:pt x="302" y="0"/>
                    <a:pt x="615" y="4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53" name="Freeform 162">
              <a:extLst>
                <a:ext uri="{FF2B5EF4-FFF2-40B4-BE49-F238E27FC236}">
                  <a16:creationId xmlns:a16="http://schemas.microsoft.com/office/drawing/2014/main" id="{5AF75A46-872C-495C-8496-78D92C8ED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515"/>
              <a:ext cx="614" cy="47"/>
            </a:xfrm>
            <a:custGeom>
              <a:avLst/>
              <a:gdLst>
                <a:gd name="T0" fmla="*/ 0 w 619"/>
                <a:gd name="T1" fmla="*/ 47 h 47"/>
                <a:gd name="T2" fmla="*/ 604 w 619"/>
                <a:gd name="T3" fmla="*/ 4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9" h="47">
                  <a:moveTo>
                    <a:pt x="0" y="47"/>
                  </a:moveTo>
                  <a:cubicBezTo>
                    <a:pt x="0" y="47"/>
                    <a:pt x="388" y="0"/>
                    <a:pt x="619" y="4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54" name="Freeform 163">
              <a:extLst>
                <a:ext uri="{FF2B5EF4-FFF2-40B4-BE49-F238E27FC236}">
                  <a16:creationId xmlns:a16="http://schemas.microsoft.com/office/drawing/2014/main" id="{6DE07B0A-CCB7-46B7-9F5B-B8F656E88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1586"/>
              <a:ext cx="603" cy="30"/>
            </a:xfrm>
            <a:custGeom>
              <a:avLst/>
              <a:gdLst>
                <a:gd name="T0" fmla="*/ 0 w 608"/>
                <a:gd name="T1" fmla="*/ 30 h 30"/>
                <a:gd name="T2" fmla="*/ 593 w 608"/>
                <a:gd name="T3" fmla="*/ 3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8" h="30">
                  <a:moveTo>
                    <a:pt x="0" y="30"/>
                  </a:moveTo>
                  <a:cubicBezTo>
                    <a:pt x="0" y="30"/>
                    <a:pt x="494" y="0"/>
                    <a:pt x="608" y="3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55" name="Freeform 164">
              <a:extLst>
                <a:ext uri="{FF2B5EF4-FFF2-40B4-BE49-F238E27FC236}">
                  <a16:creationId xmlns:a16="http://schemas.microsoft.com/office/drawing/2014/main" id="{EA1E80BC-A3E9-4A60-8D83-A35F8E14D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693"/>
              <a:ext cx="564" cy="55"/>
            </a:xfrm>
            <a:custGeom>
              <a:avLst/>
              <a:gdLst>
                <a:gd name="T0" fmla="*/ 0 w 569"/>
                <a:gd name="T1" fmla="*/ 0 h 55"/>
                <a:gd name="T2" fmla="*/ 554 w 569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9" h="55">
                  <a:moveTo>
                    <a:pt x="0" y="0"/>
                  </a:moveTo>
                  <a:cubicBezTo>
                    <a:pt x="0" y="0"/>
                    <a:pt x="241" y="55"/>
                    <a:pt x="56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56" name="Freeform 165">
              <a:extLst>
                <a:ext uri="{FF2B5EF4-FFF2-40B4-BE49-F238E27FC236}">
                  <a16:creationId xmlns:a16="http://schemas.microsoft.com/office/drawing/2014/main" id="{89458F6E-684B-4735-B502-380D9032C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763"/>
              <a:ext cx="553" cy="56"/>
            </a:xfrm>
            <a:custGeom>
              <a:avLst/>
              <a:gdLst>
                <a:gd name="T0" fmla="*/ 0 w 558"/>
                <a:gd name="T1" fmla="*/ 0 h 57"/>
                <a:gd name="T2" fmla="*/ 543 w 558"/>
                <a:gd name="T3" fmla="*/ 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8" h="57">
                  <a:moveTo>
                    <a:pt x="0" y="0"/>
                  </a:moveTo>
                  <a:cubicBezTo>
                    <a:pt x="0" y="0"/>
                    <a:pt x="268" y="57"/>
                    <a:pt x="55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57" name="Freeform 166">
              <a:extLst>
                <a:ext uri="{FF2B5EF4-FFF2-40B4-BE49-F238E27FC236}">
                  <a16:creationId xmlns:a16="http://schemas.microsoft.com/office/drawing/2014/main" id="{86E44766-A4FC-473D-843A-5D8E792E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821"/>
              <a:ext cx="543" cy="53"/>
            </a:xfrm>
            <a:custGeom>
              <a:avLst/>
              <a:gdLst>
                <a:gd name="T0" fmla="*/ 0 w 548"/>
                <a:gd name="T1" fmla="*/ 0 h 53"/>
                <a:gd name="T2" fmla="*/ 533 w 548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8" h="53">
                  <a:moveTo>
                    <a:pt x="0" y="0"/>
                  </a:moveTo>
                  <a:cubicBezTo>
                    <a:pt x="0" y="0"/>
                    <a:pt x="246" y="53"/>
                    <a:pt x="54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58" name="Freeform 167">
              <a:extLst>
                <a:ext uri="{FF2B5EF4-FFF2-40B4-BE49-F238E27FC236}">
                  <a16:creationId xmlns:a16="http://schemas.microsoft.com/office/drawing/2014/main" id="{73C3E0E8-907C-4BFF-9F8F-A739FD018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883"/>
              <a:ext cx="539" cy="70"/>
            </a:xfrm>
            <a:custGeom>
              <a:avLst/>
              <a:gdLst>
                <a:gd name="T0" fmla="*/ 0 w 543"/>
                <a:gd name="T1" fmla="*/ 0 h 71"/>
                <a:gd name="T2" fmla="*/ 531 w 543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3" h="71">
                  <a:moveTo>
                    <a:pt x="0" y="0"/>
                  </a:moveTo>
                  <a:cubicBezTo>
                    <a:pt x="0" y="0"/>
                    <a:pt x="288" y="71"/>
                    <a:pt x="54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59" name="Freeform 168">
              <a:extLst>
                <a:ext uri="{FF2B5EF4-FFF2-40B4-BE49-F238E27FC236}">
                  <a16:creationId xmlns:a16="http://schemas.microsoft.com/office/drawing/2014/main" id="{955D92E8-8A17-4E47-BB46-F18CA71CC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954"/>
              <a:ext cx="540" cy="84"/>
            </a:xfrm>
            <a:custGeom>
              <a:avLst/>
              <a:gdLst>
                <a:gd name="T0" fmla="*/ 0 w 544"/>
                <a:gd name="T1" fmla="*/ 0 h 84"/>
                <a:gd name="T2" fmla="*/ 532 w 544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4" h="84">
                  <a:moveTo>
                    <a:pt x="0" y="0"/>
                  </a:moveTo>
                  <a:cubicBezTo>
                    <a:pt x="0" y="0"/>
                    <a:pt x="262" y="84"/>
                    <a:pt x="54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60" name="Freeform 169">
              <a:extLst>
                <a:ext uri="{FF2B5EF4-FFF2-40B4-BE49-F238E27FC236}">
                  <a16:creationId xmlns:a16="http://schemas.microsoft.com/office/drawing/2014/main" id="{D3AC3D96-2115-4A64-AD33-23D70DA33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009"/>
              <a:ext cx="549" cy="87"/>
            </a:xfrm>
            <a:custGeom>
              <a:avLst/>
              <a:gdLst>
                <a:gd name="T0" fmla="*/ 0 w 554"/>
                <a:gd name="T1" fmla="*/ 0 h 88"/>
                <a:gd name="T2" fmla="*/ 269 w 554"/>
                <a:gd name="T3" fmla="*/ 85 h 88"/>
                <a:gd name="T4" fmla="*/ 539 w 554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4" h="88">
                  <a:moveTo>
                    <a:pt x="0" y="0"/>
                  </a:moveTo>
                  <a:cubicBezTo>
                    <a:pt x="0" y="0"/>
                    <a:pt x="109" y="88"/>
                    <a:pt x="275" y="88"/>
                  </a:cubicBezTo>
                  <a:cubicBezTo>
                    <a:pt x="442" y="88"/>
                    <a:pt x="554" y="0"/>
                    <a:pt x="55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61" name="Freeform 170">
              <a:extLst>
                <a:ext uri="{FF2B5EF4-FFF2-40B4-BE49-F238E27FC236}">
                  <a16:creationId xmlns:a16="http://schemas.microsoft.com/office/drawing/2014/main" id="{06A76CBC-ECD2-4BD8-B0BA-37835E5F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073"/>
              <a:ext cx="575" cy="122"/>
            </a:xfrm>
            <a:custGeom>
              <a:avLst/>
              <a:gdLst>
                <a:gd name="T0" fmla="*/ 0 w 580"/>
                <a:gd name="T1" fmla="*/ 0 h 123"/>
                <a:gd name="T2" fmla="*/ 281 w 580"/>
                <a:gd name="T3" fmla="*/ 120 h 123"/>
                <a:gd name="T4" fmla="*/ 565 w 580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0" h="123">
                  <a:moveTo>
                    <a:pt x="0" y="0"/>
                  </a:moveTo>
                  <a:cubicBezTo>
                    <a:pt x="0" y="0"/>
                    <a:pt x="142" y="123"/>
                    <a:pt x="287" y="123"/>
                  </a:cubicBezTo>
                  <a:cubicBezTo>
                    <a:pt x="433" y="123"/>
                    <a:pt x="580" y="0"/>
                    <a:pt x="58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62" name="Freeform 171">
              <a:extLst>
                <a:ext uri="{FF2B5EF4-FFF2-40B4-BE49-F238E27FC236}">
                  <a16:creationId xmlns:a16="http://schemas.microsoft.com/office/drawing/2014/main" id="{77759EDE-FA96-42CE-B85A-FF506F4F0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914"/>
              <a:ext cx="46" cy="82"/>
            </a:xfrm>
            <a:custGeom>
              <a:avLst/>
              <a:gdLst>
                <a:gd name="T0" fmla="*/ 40 w 46"/>
                <a:gd name="T1" fmla="*/ 0 h 82"/>
                <a:gd name="T2" fmla="*/ 4 w 46"/>
                <a:gd name="T3" fmla="*/ 8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82">
                  <a:moveTo>
                    <a:pt x="40" y="0"/>
                  </a:moveTo>
                  <a:cubicBezTo>
                    <a:pt x="46" y="33"/>
                    <a:pt x="0" y="51"/>
                    <a:pt x="4" y="8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63" name="Freeform 172">
              <a:extLst>
                <a:ext uri="{FF2B5EF4-FFF2-40B4-BE49-F238E27FC236}">
                  <a16:creationId xmlns:a16="http://schemas.microsoft.com/office/drawing/2014/main" id="{B48DCB3C-4D9D-44A5-A88D-EB282DD40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894"/>
              <a:ext cx="52" cy="76"/>
            </a:xfrm>
            <a:custGeom>
              <a:avLst/>
              <a:gdLst>
                <a:gd name="T0" fmla="*/ 0 w 52"/>
                <a:gd name="T1" fmla="*/ 0 h 77"/>
                <a:gd name="T2" fmla="*/ 48 w 52"/>
                <a:gd name="T3" fmla="*/ 74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7">
                  <a:moveTo>
                    <a:pt x="0" y="0"/>
                  </a:moveTo>
                  <a:cubicBezTo>
                    <a:pt x="1" y="36"/>
                    <a:pt x="52" y="42"/>
                    <a:pt x="48" y="7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64" name="Freeform 173">
              <a:extLst>
                <a:ext uri="{FF2B5EF4-FFF2-40B4-BE49-F238E27FC236}">
                  <a16:creationId xmlns:a16="http://schemas.microsoft.com/office/drawing/2014/main" id="{5594F4D5-0792-4B4E-A293-8FBB059D9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207"/>
              <a:ext cx="235" cy="156"/>
            </a:xfrm>
            <a:custGeom>
              <a:avLst/>
              <a:gdLst>
                <a:gd name="T0" fmla="*/ 0 w 237"/>
                <a:gd name="T1" fmla="*/ 0 h 157"/>
                <a:gd name="T2" fmla="*/ 110 w 237"/>
                <a:gd name="T3" fmla="*/ 63 h 157"/>
                <a:gd name="T4" fmla="*/ 231 w 237"/>
                <a:gd name="T5" fmla="*/ 154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7" h="157">
                  <a:moveTo>
                    <a:pt x="0" y="0"/>
                  </a:moveTo>
                  <a:cubicBezTo>
                    <a:pt x="0" y="0"/>
                    <a:pt x="42" y="46"/>
                    <a:pt x="113" y="63"/>
                  </a:cubicBezTo>
                  <a:cubicBezTo>
                    <a:pt x="185" y="80"/>
                    <a:pt x="232" y="144"/>
                    <a:pt x="237" y="1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65" name="Freeform 174">
              <a:extLst>
                <a:ext uri="{FF2B5EF4-FFF2-40B4-BE49-F238E27FC236}">
                  <a16:creationId xmlns:a16="http://schemas.microsoft.com/office/drawing/2014/main" id="{49D90368-DD63-4D6A-AD34-16E71DB0A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207"/>
              <a:ext cx="224" cy="138"/>
            </a:xfrm>
            <a:custGeom>
              <a:avLst/>
              <a:gdLst>
                <a:gd name="T0" fmla="*/ 220 w 226"/>
                <a:gd name="T1" fmla="*/ 0 h 139"/>
                <a:gd name="T2" fmla="*/ 110 w 226"/>
                <a:gd name="T3" fmla="*/ 63 h 139"/>
                <a:gd name="T4" fmla="*/ 0 w 226"/>
                <a:gd name="T5" fmla="*/ 136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6" h="139">
                  <a:moveTo>
                    <a:pt x="226" y="0"/>
                  </a:moveTo>
                  <a:cubicBezTo>
                    <a:pt x="226" y="0"/>
                    <a:pt x="185" y="46"/>
                    <a:pt x="113" y="63"/>
                  </a:cubicBezTo>
                  <a:cubicBezTo>
                    <a:pt x="59" y="76"/>
                    <a:pt x="19" y="115"/>
                    <a:pt x="0" y="13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66" name="Freeform 175">
              <a:extLst>
                <a:ext uri="{FF2B5EF4-FFF2-40B4-BE49-F238E27FC236}">
                  <a16:creationId xmlns:a16="http://schemas.microsoft.com/office/drawing/2014/main" id="{EC5E2EFB-7744-4509-86B7-DEA50985D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401"/>
              <a:ext cx="319" cy="225"/>
            </a:xfrm>
            <a:custGeom>
              <a:avLst/>
              <a:gdLst>
                <a:gd name="T0" fmla="*/ 0 w 322"/>
                <a:gd name="T1" fmla="*/ 0 h 227"/>
                <a:gd name="T2" fmla="*/ 114 w 322"/>
                <a:gd name="T3" fmla="*/ 75 h 227"/>
                <a:gd name="T4" fmla="*/ 313 w 322"/>
                <a:gd name="T5" fmla="*/ 221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2" h="227">
                  <a:moveTo>
                    <a:pt x="0" y="0"/>
                  </a:moveTo>
                  <a:cubicBezTo>
                    <a:pt x="0" y="0"/>
                    <a:pt x="58" y="16"/>
                    <a:pt x="117" y="78"/>
                  </a:cubicBezTo>
                  <a:cubicBezTo>
                    <a:pt x="176" y="140"/>
                    <a:pt x="287" y="227"/>
                    <a:pt x="322" y="22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67" name="Freeform 176">
              <a:extLst>
                <a:ext uri="{FF2B5EF4-FFF2-40B4-BE49-F238E27FC236}">
                  <a16:creationId xmlns:a16="http://schemas.microsoft.com/office/drawing/2014/main" id="{617439C8-2958-418D-9B63-89D2C284F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401"/>
              <a:ext cx="301" cy="225"/>
            </a:xfrm>
            <a:custGeom>
              <a:avLst/>
              <a:gdLst>
                <a:gd name="T0" fmla="*/ 297 w 303"/>
                <a:gd name="T1" fmla="*/ 0 h 227"/>
                <a:gd name="T2" fmla="*/ 191 w 303"/>
                <a:gd name="T3" fmla="*/ 75 h 227"/>
                <a:gd name="T4" fmla="*/ 0 w 303"/>
                <a:gd name="T5" fmla="*/ 221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3" h="227">
                  <a:moveTo>
                    <a:pt x="303" y="0"/>
                  </a:moveTo>
                  <a:cubicBezTo>
                    <a:pt x="303" y="0"/>
                    <a:pt x="249" y="16"/>
                    <a:pt x="194" y="78"/>
                  </a:cubicBezTo>
                  <a:cubicBezTo>
                    <a:pt x="138" y="140"/>
                    <a:pt x="33" y="227"/>
                    <a:pt x="0" y="22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68" name="Freeform 177">
              <a:extLst>
                <a:ext uri="{FF2B5EF4-FFF2-40B4-BE49-F238E27FC236}">
                  <a16:creationId xmlns:a16="http://schemas.microsoft.com/office/drawing/2014/main" id="{1FBCC7A1-C6EB-4B67-91DD-2BD99D3F0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906"/>
              <a:ext cx="222" cy="112"/>
            </a:xfrm>
            <a:custGeom>
              <a:avLst/>
              <a:gdLst>
                <a:gd name="T0" fmla="*/ 0 w 223"/>
                <a:gd name="T1" fmla="*/ 0 h 112"/>
                <a:gd name="T2" fmla="*/ 220 w 223"/>
                <a:gd name="T3" fmla="*/ 10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3" h="112">
                  <a:moveTo>
                    <a:pt x="0" y="0"/>
                  </a:moveTo>
                  <a:cubicBezTo>
                    <a:pt x="0" y="0"/>
                    <a:pt x="127" y="112"/>
                    <a:pt x="223" y="1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69" name="Freeform 178">
              <a:extLst>
                <a:ext uri="{FF2B5EF4-FFF2-40B4-BE49-F238E27FC236}">
                  <a16:creationId xmlns:a16="http://schemas.microsoft.com/office/drawing/2014/main" id="{E4032C02-1808-40FE-9A61-BE97606BF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920"/>
              <a:ext cx="222" cy="128"/>
            </a:xfrm>
            <a:custGeom>
              <a:avLst/>
              <a:gdLst>
                <a:gd name="T0" fmla="*/ 0 w 223"/>
                <a:gd name="T1" fmla="*/ 0 h 129"/>
                <a:gd name="T2" fmla="*/ 220 w 223"/>
                <a:gd name="T3" fmla="*/ 3 h 1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3" h="129">
                  <a:moveTo>
                    <a:pt x="0" y="0"/>
                  </a:moveTo>
                  <a:cubicBezTo>
                    <a:pt x="0" y="0"/>
                    <a:pt x="88" y="129"/>
                    <a:pt x="223" y="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70" name="Freeform 179">
              <a:extLst>
                <a:ext uri="{FF2B5EF4-FFF2-40B4-BE49-F238E27FC236}">
                  <a16:creationId xmlns:a16="http://schemas.microsoft.com/office/drawing/2014/main" id="{13D10D13-1D22-44DA-8125-4E85467EB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942"/>
              <a:ext cx="186" cy="747"/>
            </a:xfrm>
            <a:custGeom>
              <a:avLst/>
              <a:gdLst>
                <a:gd name="T0" fmla="*/ 0 w 188"/>
                <a:gd name="T1" fmla="*/ 0 h 752"/>
                <a:gd name="T2" fmla="*/ 71 w 188"/>
                <a:gd name="T3" fmla="*/ 455 h 752"/>
                <a:gd name="T4" fmla="*/ 182 w 188"/>
                <a:gd name="T5" fmla="*/ 737 h 7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752">
                  <a:moveTo>
                    <a:pt x="0" y="0"/>
                  </a:moveTo>
                  <a:cubicBezTo>
                    <a:pt x="0" y="0"/>
                    <a:pt x="12" y="282"/>
                    <a:pt x="74" y="464"/>
                  </a:cubicBezTo>
                  <a:cubicBezTo>
                    <a:pt x="136" y="646"/>
                    <a:pt x="168" y="674"/>
                    <a:pt x="188" y="75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71" name="Freeform 180">
              <a:extLst>
                <a:ext uri="{FF2B5EF4-FFF2-40B4-BE49-F238E27FC236}">
                  <a16:creationId xmlns:a16="http://schemas.microsoft.com/office/drawing/2014/main" id="{29CB9E1E-11FF-451D-B24A-D3A926596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970"/>
              <a:ext cx="187" cy="713"/>
            </a:xfrm>
            <a:custGeom>
              <a:avLst/>
              <a:gdLst>
                <a:gd name="T0" fmla="*/ 145 w 188"/>
                <a:gd name="T1" fmla="*/ 0 h 718"/>
                <a:gd name="T2" fmla="*/ 113 w 188"/>
                <a:gd name="T3" fmla="*/ 389 h 718"/>
                <a:gd name="T4" fmla="*/ 0 w 188"/>
                <a:gd name="T5" fmla="*/ 703 h 7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718">
                  <a:moveTo>
                    <a:pt x="148" y="0"/>
                  </a:moveTo>
                  <a:cubicBezTo>
                    <a:pt x="148" y="0"/>
                    <a:pt x="188" y="182"/>
                    <a:pt x="116" y="398"/>
                  </a:cubicBezTo>
                  <a:cubicBezTo>
                    <a:pt x="44" y="614"/>
                    <a:pt x="6" y="646"/>
                    <a:pt x="0" y="71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72" name="Freeform 181">
              <a:extLst>
                <a:ext uri="{FF2B5EF4-FFF2-40B4-BE49-F238E27FC236}">
                  <a16:creationId xmlns:a16="http://schemas.microsoft.com/office/drawing/2014/main" id="{4F60836E-C4E2-4D05-9EC4-431A38DF7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787"/>
              <a:ext cx="197" cy="150"/>
            </a:xfrm>
            <a:custGeom>
              <a:avLst/>
              <a:gdLst>
                <a:gd name="T0" fmla="*/ 0 w 199"/>
                <a:gd name="T1" fmla="*/ 0 h 151"/>
                <a:gd name="T2" fmla="*/ 69 w 199"/>
                <a:gd name="T3" fmla="*/ 86 h 151"/>
                <a:gd name="T4" fmla="*/ 193 w 199"/>
                <a:gd name="T5" fmla="*/ 148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9" h="151">
                  <a:moveTo>
                    <a:pt x="0" y="0"/>
                  </a:moveTo>
                  <a:cubicBezTo>
                    <a:pt x="0" y="0"/>
                    <a:pt x="16" y="67"/>
                    <a:pt x="72" y="89"/>
                  </a:cubicBezTo>
                  <a:cubicBezTo>
                    <a:pt x="128" y="111"/>
                    <a:pt x="179" y="109"/>
                    <a:pt x="199" y="15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73" name="Freeform 182">
              <a:extLst>
                <a:ext uri="{FF2B5EF4-FFF2-40B4-BE49-F238E27FC236}">
                  <a16:creationId xmlns:a16="http://schemas.microsoft.com/office/drawing/2014/main" id="{3DE64B8B-8030-42CD-A972-D7BD6C63F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451"/>
              <a:ext cx="126" cy="84"/>
            </a:xfrm>
            <a:custGeom>
              <a:avLst/>
              <a:gdLst>
                <a:gd name="T0" fmla="*/ 0 w 127"/>
                <a:gd name="T1" fmla="*/ 0 h 85"/>
                <a:gd name="T2" fmla="*/ 124 w 127"/>
                <a:gd name="T3" fmla="*/ 82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85">
                  <a:moveTo>
                    <a:pt x="0" y="0"/>
                  </a:moveTo>
                  <a:cubicBezTo>
                    <a:pt x="0" y="0"/>
                    <a:pt x="103" y="15"/>
                    <a:pt x="127" y="8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74" name="Freeform 183">
              <a:extLst>
                <a:ext uri="{FF2B5EF4-FFF2-40B4-BE49-F238E27FC236}">
                  <a16:creationId xmlns:a16="http://schemas.microsoft.com/office/drawing/2014/main" id="{3E6AD573-0062-40F8-BBC1-8068CD958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464"/>
              <a:ext cx="127" cy="69"/>
            </a:xfrm>
            <a:custGeom>
              <a:avLst/>
              <a:gdLst>
                <a:gd name="T0" fmla="*/ 125 w 128"/>
                <a:gd name="T1" fmla="*/ 0 h 70"/>
                <a:gd name="T2" fmla="*/ 0 w 128"/>
                <a:gd name="T3" fmla="*/ 67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8" h="70">
                  <a:moveTo>
                    <a:pt x="128" y="0"/>
                  </a:moveTo>
                  <a:cubicBezTo>
                    <a:pt x="128" y="0"/>
                    <a:pt x="17" y="7"/>
                    <a:pt x="0" y="7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75" name="Freeform 184">
              <a:extLst>
                <a:ext uri="{FF2B5EF4-FFF2-40B4-BE49-F238E27FC236}">
                  <a16:creationId xmlns:a16="http://schemas.microsoft.com/office/drawing/2014/main" id="{7E38C090-44AA-4F77-A223-458388D29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781"/>
              <a:ext cx="183" cy="133"/>
            </a:xfrm>
            <a:custGeom>
              <a:avLst/>
              <a:gdLst>
                <a:gd name="T0" fmla="*/ 179 w 185"/>
                <a:gd name="T1" fmla="*/ 0 h 134"/>
                <a:gd name="T2" fmla="*/ 109 w 185"/>
                <a:gd name="T3" fmla="*/ 67 h 134"/>
                <a:gd name="T4" fmla="*/ 0 w 185"/>
                <a:gd name="T5" fmla="*/ 131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134">
                  <a:moveTo>
                    <a:pt x="185" y="0"/>
                  </a:moveTo>
                  <a:cubicBezTo>
                    <a:pt x="185" y="0"/>
                    <a:pt x="165" y="57"/>
                    <a:pt x="112" y="69"/>
                  </a:cubicBezTo>
                  <a:cubicBezTo>
                    <a:pt x="59" y="80"/>
                    <a:pt x="12" y="109"/>
                    <a:pt x="0" y="13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76" name="Rectangle 185">
              <a:extLst>
                <a:ext uri="{FF2B5EF4-FFF2-40B4-BE49-F238E27FC236}">
                  <a16:creationId xmlns:a16="http://schemas.microsoft.com/office/drawing/2014/main" id="{E26AA9F5-E0EC-4AAB-9963-EBEA03800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1668"/>
              <a:ext cx="5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C5</a:t>
              </a:r>
              <a:endParaRPr lang="fr-FR" altLang="fr-FR"/>
            </a:p>
          </p:txBody>
        </p:sp>
        <p:sp>
          <p:nvSpPr>
            <p:cNvPr id="72177" name="Rectangle 186">
              <a:extLst>
                <a:ext uri="{FF2B5EF4-FFF2-40B4-BE49-F238E27FC236}">
                  <a16:creationId xmlns:a16="http://schemas.microsoft.com/office/drawing/2014/main" id="{3443CA70-DE7F-4218-9253-71634C1D9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668"/>
              <a:ext cx="5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C5</a:t>
              </a:r>
              <a:endParaRPr lang="fr-FR" altLang="fr-FR"/>
            </a:p>
          </p:txBody>
        </p:sp>
        <p:sp>
          <p:nvSpPr>
            <p:cNvPr id="72178" name="Rectangle 187">
              <a:extLst>
                <a:ext uri="{FF2B5EF4-FFF2-40B4-BE49-F238E27FC236}">
                  <a16:creationId xmlns:a16="http://schemas.microsoft.com/office/drawing/2014/main" id="{51C00A4A-5C7A-4DA8-B752-FE76CD676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2073"/>
              <a:ext cx="5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T1</a:t>
              </a:r>
              <a:endParaRPr lang="fr-FR" altLang="fr-FR"/>
            </a:p>
          </p:txBody>
        </p:sp>
        <p:sp>
          <p:nvSpPr>
            <p:cNvPr id="72179" name="Freeform 188">
              <a:extLst>
                <a:ext uri="{FF2B5EF4-FFF2-40B4-BE49-F238E27FC236}">
                  <a16:creationId xmlns:a16="http://schemas.microsoft.com/office/drawing/2014/main" id="{F54A42A3-F9E9-476A-94A4-34F92CFEC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734"/>
              <a:ext cx="96" cy="180"/>
            </a:xfrm>
            <a:custGeom>
              <a:avLst/>
              <a:gdLst>
                <a:gd name="T0" fmla="*/ 94 w 97"/>
                <a:gd name="T1" fmla="*/ 0 h 181"/>
                <a:gd name="T2" fmla="*/ 3 w 97"/>
                <a:gd name="T3" fmla="*/ 84 h 181"/>
                <a:gd name="T4" fmla="*/ 11 w 97"/>
                <a:gd name="T5" fmla="*/ 178 h 181"/>
                <a:gd name="T6" fmla="*/ 11 w 97"/>
                <a:gd name="T7" fmla="*/ 91 h 181"/>
                <a:gd name="T8" fmla="*/ 94 w 97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81">
                  <a:moveTo>
                    <a:pt x="97" y="0"/>
                  </a:moveTo>
                  <a:cubicBezTo>
                    <a:pt x="97" y="0"/>
                    <a:pt x="17" y="16"/>
                    <a:pt x="3" y="84"/>
                  </a:cubicBezTo>
                  <a:cubicBezTo>
                    <a:pt x="0" y="97"/>
                    <a:pt x="15" y="166"/>
                    <a:pt x="11" y="181"/>
                  </a:cubicBezTo>
                  <a:cubicBezTo>
                    <a:pt x="11" y="181"/>
                    <a:pt x="14" y="126"/>
                    <a:pt x="11" y="94"/>
                  </a:cubicBezTo>
                  <a:cubicBezTo>
                    <a:pt x="7" y="62"/>
                    <a:pt x="37" y="22"/>
                    <a:pt x="97" y="0"/>
                  </a:cubicBezTo>
                  <a:close/>
                </a:path>
              </a:pathLst>
            </a:custGeom>
            <a:solidFill>
              <a:srgbClr val="FD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80" name="Freeform 189">
              <a:extLst>
                <a:ext uri="{FF2B5EF4-FFF2-40B4-BE49-F238E27FC236}">
                  <a16:creationId xmlns:a16="http://schemas.microsoft.com/office/drawing/2014/main" id="{5B1DFDC9-F182-423D-BEB6-870191C26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068"/>
              <a:ext cx="78" cy="55"/>
            </a:xfrm>
            <a:custGeom>
              <a:avLst/>
              <a:gdLst>
                <a:gd name="T0" fmla="*/ 0 w 78"/>
                <a:gd name="T1" fmla="*/ 0 h 56"/>
                <a:gd name="T2" fmla="*/ 78 w 78"/>
                <a:gd name="T3" fmla="*/ 53 h 56"/>
                <a:gd name="T4" fmla="*/ 0 w 78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56">
                  <a:moveTo>
                    <a:pt x="0" y="0"/>
                  </a:moveTo>
                  <a:cubicBezTo>
                    <a:pt x="0" y="0"/>
                    <a:pt x="3" y="42"/>
                    <a:pt x="78" y="56"/>
                  </a:cubicBezTo>
                  <a:cubicBezTo>
                    <a:pt x="78" y="56"/>
                    <a:pt x="17" y="41"/>
                    <a:pt x="0" y="0"/>
                  </a:cubicBezTo>
                  <a:close/>
                </a:path>
              </a:pathLst>
            </a:custGeom>
            <a:solidFill>
              <a:srgbClr val="FD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81" name="Freeform 190">
              <a:extLst>
                <a:ext uri="{FF2B5EF4-FFF2-40B4-BE49-F238E27FC236}">
                  <a16:creationId xmlns:a16="http://schemas.microsoft.com/office/drawing/2014/main" id="{8B302E3D-E739-49AE-8102-3E1EDB0C5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031"/>
              <a:ext cx="32" cy="9"/>
            </a:xfrm>
            <a:custGeom>
              <a:avLst/>
              <a:gdLst>
                <a:gd name="T0" fmla="*/ 0 w 32"/>
                <a:gd name="T1" fmla="*/ 0 h 9"/>
                <a:gd name="T2" fmla="*/ 14 w 32"/>
                <a:gd name="T3" fmla="*/ 9 h 9"/>
                <a:gd name="T4" fmla="*/ 23 w 32"/>
                <a:gd name="T5" fmla="*/ 8 h 9"/>
                <a:gd name="T6" fmla="*/ 32 w 32"/>
                <a:gd name="T7" fmla="*/ 8 h 9"/>
                <a:gd name="T8" fmla="*/ 12 w 32"/>
                <a:gd name="T9" fmla="*/ 6 h 9"/>
                <a:gd name="T10" fmla="*/ 0 w 32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">
                  <a:moveTo>
                    <a:pt x="0" y="0"/>
                  </a:moveTo>
                  <a:cubicBezTo>
                    <a:pt x="3" y="5"/>
                    <a:pt x="7" y="9"/>
                    <a:pt x="14" y="9"/>
                  </a:cubicBezTo>
                  <a:cubicBezTo>
                    <a:pt x="17" y="9"/>
                    <a:pt x="20" y="8"/>
                    <a:pt x="23" y="8"/>
                  </a:cubicBezTo>
                  <a:cubicBezTo>
                    <a:pt x="26" y="7"/>
                    <a:pt x="29" y="7"/>
                    <a:pt x="32" y="8"/>
                  </a:cubicBezTo>
                  <a:cubicBezTo>
                    <a:pt x="26" y="4"/>
                    <a:pt x="19" y="7"/>
                    <a:pt x="12" y="6"/>
                  </a:cubicBezTo>
                  <a:cubicBezTo>
                    <a:pt x="7" y="6"/>
                    <a:pt x="3" y="4"/>
                    <a:pt x="0" y="0"/>
                  </a:cubicBezTo>
                </a:path>
              </a:pathLst>
            </a:custGeom>
            <a:solidFill>
              <a:srgbClr val="FD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82" name="Freeform 191">
              <a:extLst>
                <a:ext uri="{FF2B5EF4-FFF2-40B4-BE49-F238E27FC236}">
                  <a16:creationId xmlns:a16="http://schemas.microsoft.com/office/drawing/2014/main" id="{36D1CC99-7462-4EED-BC37-8FE3F4BCD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151"/>
              <a:ext cx="596" cy="128"/>
            </a:xfrm>
            <a:custGeom>
              <a:avLst/>
              <a:gdLst>
                <a:gd name="T0" fmla="*/ 0 w 601"/>
                <a:gd name="T1" fmla="*/ 1 h 129"/>
                <a:gd name="T2" fmla="*/ 1 w 601"/>
                <a:gd name="T3" fmla="*/ 0 h 129"/>
                <a:gd name="T4" fmla="*/ 148 w 601"/>
                <a:gd name="T5" fmla="*/ 64 h 129"/>
                <a:gd name="T6" fmla="*/ 299 w 601"/>
                <a:gd name="T7" fmla="*/ 126 h 129"/>
                <a:gd name="T8" fmla="*/ 456 w 601"/>
                <a:gd name="T9" fmla="*/ 64 h 129"/>
                <a:gd name="T10" fmla="*/ 586 w 601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1" h="129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47" y="0"/>
                    <a:pt x="128" y="53"/>
                    <a:pt x="151" y="65"/>
                  </a:cubicBezTo>
                  <a:cubicBezTo>
                    <a:pt x="171" y="76"/>
                    <a:pt x="230" y="129"/>
                    <a:pt x="308" y="129"/>
                  </a:cubicBezTo>
                  <a:cubicBezTo>
                    <a:pt x="386" y="129"/>
                    <a:pt x="412" y="108"/>
                    <a:pt x="468" y="65"/>
                  </a:cubicBezTo>
                  <a:cubicBezTo>
                    <a:pt x="545" y="7"/>
                    <a:pt x="591" y="0"/>
                    <a:pt x="60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1683" name="Posterior-View-Human-Dermatomes-Map">
            <a:extLst>
              <a:ext uri="{FF2B5EF4-FFF2-40B4-BE49-F238E27FC236}">
                <a16:creationId xmlns:a16="http://schemas.microsoft.com/office/drawing/2014/main" id="{88257E0F-F02A-4AA6-BB22-CD0D163F8FFF}"/>
              </a:ext>
            </a:extLst>
          </p:cNvPr>
          <p:cNvGrpSpPr>
            <a:grpSpLocks/>
          </p:cNvGrpSpPr>
          <p:nvPr/>
        </p:nvGrpSpPr>
        <p:grpSpPr bwMode="auto">
          <a:xfrm>
            <a:off x="7189788" y="1128713"/>
            <a:ext cx="2855912" cy="5313362"/>
            <a:chOff x="3569" y="711"/>
            <a:chExt cx="1799" cy="3347"/>
          </a:xfrm>
        </p:grpSpPr>
        <p:sp>
          <p:nvSpPr>
            <p:cNvPr id="71882" name="Freeform 193">
              <a:extLst>
                <a:ext uri="{FF2B5EF4-FFF2-40B4-BE49-F238E27FC236}">
                  <a16:creationId xmlns:a16="http://schemas.microsoft.com/office/drawing/2014/main" id="{D71478EF-830C-4D36-B66B-742481592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711"/>
              <a:ext cx="1799" cy="2023"/>
            </a:xfrm>
            <a:custGeom>
              <a:avLst/>
              <a:gdLst>
                <a:gd name="T0" fmla="*/ 530 w 1812"/>
                <a:gd name="T1" fmla="*/ 787 h 2039"/>
                <a:gd name="T2" fmla="*/ 869 w 1812"/>
                <a:gd name="T3" fmla="*/ 633 h 2039"/>
                <a:gd name="T4" fmla="*/ 1167 w 1812"/>
                <a:gd name="T5" fmla="*/ 788 h 2039"/>
                <a:gd name="T6" fmla="*/ 1149 w 1812"/>
                <a:gd name="T7" fmla="*/ 1109 h 2039"/>
                <a:gd name="T8" fmla="*/ 1182 w 1812"/>
                <a:gd name="T9" fmla="*/ 1227 h 2039"/>
                <a:gd name="T10" fmla="*/ 1430 w 1812"/>
                <a:gd name="T11" fmla="*/ 1618 h 2039"/>
                <a:gd name="T12" fmla="*/ 1451 w 1812"/>
                <a:gd name="T13" fmla="*/ 1897 h 2039"/>
                <a:gd name="T14" fmla="*/ 1542 w 1812"/>
                <a:gd name="T15" fmla="*/ 1941 h 2039"/>
                <a:gd name="T16" fmla="*/ 1621 w 1812"/>
                <a:gd name="T17" fmla="*/ 1946 h 2039"/>
                <a:gd name="T18" fmla="*/ 1699 w 1812"/>
                <a:gd name="T19" fmla="*/ 1902 h 2039"/>
                <a:gd name="T20" fmla="*/ 1652 w 1812"/>
                <a:gd name="T21" fmla="*/ 1681 h 2039"/>
                <a:gd name="T22" fmla="*/ 1772 w 1812"/>
                <a:gd name="T23" fmla="*/ 1671 h 2039"/>
                <a:gd name="T24" fmla="*/ 1685 w 1812"/>
                <a:gd name="T25" fmla="*/ 1632 h 2039"/>
                <a:gd name="T26" fmla="*/ 1556 w 1812"/>
                <a:gd name="T27" fmla="*/ 1511 h 2039"/>
                <a:gd name="T28" fmla="*/ 1337 w 1812"/>
                <a:gd name="T29" fmla="*/ 1089 h 2039"/>
                <a:gd name="T30" fmla="*/ 1157 w 1812"/>
                <a:gd name="T31" fmla="*/ 548 h 2039"/>
                <a:gd name="T32" fmla="*/ 952 w 1812"/>
                <a:gd name="T33" fmla="*/ 441 h 2039"/>
                <a:gd name="T34" fmla="*/ 979 w 1812"/>
                <a:gd name="T35" fmla="*/ 353 h 2039"/>
                <a:gd name="T36" fmla="*/ 1028 w 1812"/>
                <a:gd name="T37" fmla="*/ 243 h 2039"/>
                <a:gd name="T38" fmla="*/ 844 w 1812"/>
                <a:gd name="T39" fmla="*/ 0 h 2039"/>
                <a:gd name="T40" fmla="*/ 686 w 1812"/>
                <a:gd name="T41" fmla="*/ 248 h 2039"/>
                <a:gd name="T42" fmla="*/ 745 w 1812"/>
                <a:gd name="T43" fmla="*/ 351 h 2039"/>
                <a:gd name="T44" fmla="*/ 612 w 1812"/>
                <a:gd name="T45" fmla="*/ 534 h 2039"/>
                <a:gd name="T46" fmla="*/ 418 w 1812"/>
                <a:gd name="T47" fmla="*/ 807 h 2039"/>
                <a:gd name="T48" fmla="*/ 330 w 1812"/>
                <a:gd name="T49" fmla="*/ 1218 h 2039"/>
                <a:gd name="T50" fmla="*/ 161 w 1812"/>
                <a:gd name="T51" fmla="*/ 1600 h 2039"/>
                <a:gd name="T52" fmla="*/ 34 w 1812"/>
                <a:gd name="T53" fmla="*/ 1738 h 2039"/>
                <a:gd name="T54" fmla="*/ 56 w 1812"/>
                <a:gd name="T55" fmla="*/ 1778 h 2039"/>
                <a:gd name="T56" fmla="*/ 115 w 1812"/>
                <a:gd name="T57" fmla="*/ 1807 h 2039"/>
                <a:gd name="T58" fmla="*/ 156 w 1812"/>
                <a:gd name="T59" fmla="*/ 1831 h 2039"/>
                <a:gd name="T60" fmla="*/ 207 w 1812"/>
                <a:gd name="T61" fmla="*/ 1823 h 2039"/>
                <a:gd name="T62" fmla="*/ 253 w 1812"/>
                <a:gd name="T63" fmla="*/ 1806 h 2039"/>
                <a:gd name="T64" fmla="*/ 292 w 1812"/>
                <a:gd name="T65" fmla="*/ 1777 h 2039"/>
                <a:gd name="T66" fmla="*/ 298 w 1812"/>
                <a:gd name="T67" fmla="*/ 1603 h 2039"/>
                <a:gd name="T68" fmla="*/ 527 w 1812"/>
                <a:gd name="T69" fmla="*/ 1209 h 2039"/>
                <a:gd name="T70" fmla="*/ 567 w 1812"/>
                <a:gd name="T71" fmla="*/ 1081 h 203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812" h="2039">
                  <a:moveTo>
                    <a:pt x="579" y="1108"/>
                  </a:moveTo>
                  <a:cubicBezTo>
                    <a:pt x="577" y="1095"/>
                    <a:pt x="563" y="1004"/>
                    <a:pt x="542" y="805"/>
                  </a:cubicBezTo>
                  <a:cubicBezTo>
                    <a:pt x="547" y="799"/>
                    <a:pt x="547" y="799"/>
                    <a:pt x="547" y="799"/>
                  </a:cubicBezTo>
                  <a:cubicBezTo>
                    <a:pt x="547" y="799"/>
                    <a:pt x="710" y="648"/>
                    <a:pt x="887" y="648"/>
                  </a:cubicBezTo>
                  <a:cubicBezTo>
                    <a:pt x="1064" y="648"/>
                    <a:pt x="1186" y="799"/>
                    <a:pt x="1186" y="799"/>
                  </a:cubicBezTo>
                  <a:cubicBezTo>
                    <a:pt x="1192" y="806"/>
                    <a:pt x="1192" y="806"/>
                    <a:pt x="1192" y="806"/>
                  </a:cubicBezTo>
                  <a:cubicBezTo>
                    <a:pt x="1183" y="865"/>
                    <a:pt x="1173" y="1117"/>
                    <a:pt x="1173" y="1136"/>
                  </a:cubicBezTo>
                  <a:cubicBezTo>
                    <a:pt x="1173" y="1136"/>
                    <a:pt x="1173" y="1136"/>
                    <a:pt x="1173" y="1136"/>
                  </a:cubicBezTo>
                  <a:cubicBezTo>
                    <a:pt x="1177" y="1143"/>
                    <a:pt x="1188" y="1164"/>
                    <a:pt x="1187" y="1186"/>
                  </a:cubicBezTo>
                  <a:cubicBezTo>
                    <a:pt x="1185" y="1214"/>
                    <a:pt x="1191" y="1236"/>
                    <a:pt x="1209" y="1257"/>
                  </a:cubicBezTo>
                  <a:cubicBezTo>
                    <a:pt x="1226" y="1278"/>
                    <a:pt x="1271" y="1393"/>
                    <a:pt x="1333" y="1459"/>
                  </a:cubicBezTo>
                  <a:cubicBezTo>
                    <a:pt x="1395" y="1525"/>
                    <a:pt x="1461" y="1629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6"/>
                    <a:pt x="1450" y="1918"/>
                    <a:pt x="1483" y="1942"/>
                  </a:cubicBezTo>
                  <a:cubicBezTo>
                    <a:pt x="1517" y="1965"/>
                    <a:pt x="1518" y="1818"/>
                    <a:pt x="1545" y="1827"/>
                  </a:cubicBezTo>
                  <a:cubicBezTo>
                    <a:pt x="1572" y="1835"/>
                    <a:pt x="1535" y="1980"/>
                    <a:pt x="1575" y="1987"/>
                  </a:cubicBezTo>
                  <a:cubicBezTo>
                    <a:pt x="1615" y="1993"/>
                    <a:pt x="1577" y="1836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1"/>
                    <a:pt x="1656" y="1825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4"/>
                    <a:pt x="1688" y="1769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7"/>
                  </a:cubicBezTo>
                  <a:cubicBezTo>
                    <a:pt x="1760" y="1750"/>
                    <a:pt x="1812" y="1741"/>
                    <a:pt x="1811" y="1710"/>
                  </a:cubicBezTo>
                  <a:cubicBezTo>
                    <a:pt x="1765" y="1694"/>
                    <a:pt x="1765" y="1694"/>
                    <a:pt x="1765" y="1694"/>
                  </a:cubicBezTo>
                  <a:cubicBezTo>
                    <a:pt x="1765" y="1694"/>
                    <a:pt x="1725" y="1680"/>
                    <a:pt x="1721" y="1671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3"/>
                    <a:pt x="1613" y="1571"/>
                    <a:pt x="1589" y="1547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6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995" y="486"/>
                    <a:pt x="973" y="452"/>
                  </a:cubicBezTo>
                  <a:cubicBezTo>
                    <a:pt x="973" y="432"/>
                    <a:pt x="973" y="432"/>
                    <a:pt x="973" y="432"/>
                  </a:cubicBezTo>
                  <a:cubicBezTo>
                    <a:pt x="973" y="432"/>
                    <a:pt x="999" y="411"/>
                    <a:pt x="1000" y="362"/>
                  </a:cubicBezTo>
                  <a:cubicBezTo>
                    <a:pt x="1000" y="362"/>
                    <a:pt x="1026" y="364"/>
                    <a:pt x="1028" y="327"/>
                  </a:cubicBezTo>
                  <a:cubicBezTo>
                    <a:pt x="1030" y="290"/>
                    <a:pt x="1060" y="264"/>
                    <a:pt x="1050" y="249"/>
                  </a:cubicBezTo>
                  <a:cubicBezTo>
                    <a:pt x="1039" y="234"/>
                    <a:pt x="1027" y="250"/>
                    <a:pt x="1027" y="250"/>
                  </a:cubicBezTo>
                  <a:cubicBezTo>
                    <a:pt x="1027" y="250"/>
                    <a:pt x="1079" y="0"/>
                    <a:pt x="862" y="0"/>
                  </a:cubicBezTo>
                  <a:cubicBezTo>
                    <a:pt x="781" y="0"/>
                    <a:pt x="669" y="102"/>
                    <a:pt x="720" y="250"/>
                  </a:cubicBezTo>
                  <a:cubicBezTo>
                    <a:pt x="720" y="250"/>
                    <a:pt x="710" y="245"/>
                    <a:pt x="701" y="254"/>
                  </a:cubicBezTo>
                  <a:cubicBezTo>
                    <a:pt x="693" y="263"/>
                    <a:pt x="706" y="288"/>
                    <a:pt x="712" y="301"/>
                  </a:cubicBezTo>
                  <a:cubicBezTo>
                    <a:pt x="718" y="314"/>
                    <a:pt x="730" y="370"/>
                    <a:pt x="760" y="360"/>
                  </a:cubicBezTo>
                  <a:cubicBezTo>
                    <a:pt x="760" y="439"/>
                    <a:pt x="760" y="439"/>
                    <a:pt x="760" y="439"/>
                  </a:cubicBezTo>
                  <a:cubicBezTo>
                    <a:pt x="760" y="439"/>
                    <a:pt x="737" y="515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2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1" y="1273"/>
                    <a:pt x="196" y="1552"/>
                  </a:cubicBezTo>
                  <a:cubicBezTo>
                    <a:pt x="181" y="1601"/>
                    <a:pt x="158" y="1595"/>
                    <a:pt x="164" y="1639"/>
                  </a:cubicBezTo>
                  <a:cubicBezTo>
                    <a:pt x="167" y="1663"/>
                    <a:pt x="118" y="1665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4"/>
                    <a:pt x="574" y="1139"/>
                    <a:pt x="579" y="1109"/>
                  </a:cubicBezTo>
                  <a:lnTo>
                    <a:pt x="579" y="1108"/>
                  </a:lnTo>
                  <a:close/>
                </a:path>
              </a:pathLst>
            </a:custGeom>
            <a:solidFill>
              <a:srgbClr val="9D9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83" name="Freeform 194">
              <a:extLst>
                <a:ext uri="{FF2B5EF4-FFF2-40B4-BE49-F238E27FC236}">
                  <a16:creationId xmlns:a16="http://schemas.microsoft.com/office/drawing/2014/main" id="{4CE3A43B-3E39-475E-8F02-2A8E75A6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948"/>
              <a:ext cx="84" cy="192"/>
            </a:xfrm>
            <a:custGeom>
              <a:avLst/>
              <a:gdLst>
                <a:gd name="T0" fmla="*/ 51 w 85"/>
                <a:gd name="T1" fmla="*/ 11 h 193"/>
                <a:gd name="T2" fmla="*/ 66 w 85"/>
                <a:gd name="T3" fmla="*/ 4 h 193"/>
                <a:gd name="T4" fmla="*/ 73 w 85"/>
                <a:gd name="T5" fmla="*/ 30 h 193"/>
                <a:gd name="T6" fmla="*/ 53 w 85"/>
                <a:gd name="T7" fmla="*/ 82 h 193"/>
                <a:gd name="T8" fmla="*/ 47 w 85"/>
                <a:gd name="T9" fmla="*/ 106 h 193"/>
                <a:gd name="T10" fmla="*/ 29 w 85"/>
                <a:gd name="T11" fmla="*/ 120 h 193"/>
                <a:gd name="T12" fmla="*/ 0 w 85"/>
                <a:gd name="T13" fmla="*/ 190 h 193"/>
                <a:gd name="T14" fmla="*/ 1 w 85"/>
                <a:gd name="T15" fmla="*/ 116 h 193"/>
                <a:gd name="T16" fmla="*/ 8 w 85"/>
                <a:gd name="T17" fmla="*/ 96 h 193"/>
                <a:gd name="T18" fmla="*/ 51 w 85"/>
                <a:gd name="T19" fmla="*/ 11 h 1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193">
                  <a:moveTo>
                    <a:pt x="54" y="11"/>
                  </a:moveTo>
                  <a:cubicBezTo>
                    <a:pt x="54" y="11"/>
                    <a:pt x="61" y="0"/>
                    <a:pt x="69" y="4"/>
                  </a:cubicBezTo>
                  <a:cubicBezTo>
                    <a:pt x="77" y="8"/>
                    <a:pt x="85" y="14"/>
                    <a:pt x="76" y="30"/>
                  </a:cubicBezTo>
                  <a:cubicBezTo>
                    <a:pt x="67" y="47"/>
                    <a:pt x="57" y="70"/>
                    <a:pt x="56" y="82"/>
                  </a:cubicBezTo>
                  <a:cubicBezTo>
                    <a:pt x="56" y="82"/>
                    <a:pt x="56" y="102"/>
                    <a:pt x="50" y="109"/>
                  </a:cubicBezTo>
                  <a:cubicBezTo>
                    <a:pt x="43" y="116"/>
                    <a:pt x="45" y="120"/>
                    <a:pt x="29" y="123"/>
                  </a:cubicBezTo>
                  <a:cubicBezTo>
                    <a:pt x="29" y="123"/>
                    <a:pt x="26" y="172"/>
                    <a:pt x="0" y="193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1" y="119"/>
                    <a:pt x="7" y="106"/>
                    <a:pt x="8" y="99"/>
                  </a:cubicBezTo>
                  <a:cubicBezTo>
                    <a:pt x="8" y="99"/>
                    <a:pt x="50" y="41"/>
                    <a:pt x="54" y="11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84" name="Freeform 195">
              <a:extLst>
                <a:ext uri="{FF2B5EF4-FFF2-40B4-BE49-F238E27FC236}">
                  <a16:creationId xmlns:a16="http://schemas.microsoft.com/office/drawing/2014/main" id="{AB3BDEF1-772E-4FCD-9115-0C614880E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956"/>
              <a:ext cx="71" cy="121"/>
            </a:xfrm>
            <a:custGeom>
              <a:avLst/>
              <a:gdLst>
                <a:gd name="T0" fmla="*/ 33 w 71"/>
                <a:gd name="T1" fmla="*/ 4 h 122"/>
                <a:gd name="T2" fmla="*/ 71 w 71"/>
                <a:gd name="T3" fmla="*/ 75 h 122"/>
                <a:gd name="T4" fmla="*/ 71 w 71"/>
                <a:gd name="T5" fmla="*/ 111 h 122"/>
                <a:gd name="T6" fmla="*/ 34 w 71"/>
                <a:gd name="T7" fmla="*/ 80 h 122"/>
                <a:gd name="T8" fmla="*/ 15 w 71"/>
                <a:gd name="T9" fmla="*/ 6 h 122"/>
                <a:gd name="T10" fmla="*/ 33 w 71"/>
                <a:gd name="T11" fmla="*/ 4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22">
                  <a:moveTo>
                    <a:pt x="33" y="4"/>
                  </a:moveTo>
                  <a:cubicBezTo>
                    <a:pt x="33" y="4"/>
                    <a:pt x="55" y="63"/>
                    <a:pt x="71" y="78"/>
                  </a:cubicBezTo>
                  <a:cubicBezTo>
                    <a:pt x="71" y="114"/>
                    <a:pt x="71" y="114"/>
                    <a:pt x="71" y="114"/>
                  </a:cubicBezTo>
                  <a:cubicBezTo>
                    <a:pt x="71" y="114"/>
                    <a:pt x="46" y="122"/>
                    <a:pt x="34" y="83"/>
                  </a:cubicBezTo>
                  <a:cubicBezTo>
                    <a:pt x="22" y="45"/>
                    <a:pt x="0" y="15"/>
                    <a:pt x="15" y="6"/>
                  </a:cubicBezTo>
                  <a:cubicBezTo>
                    <a:pt x="25" y="0"/>
                    <a:pt x="33" y="4"/>
                    <a:pt x="33" y="4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85" name="Freeform 196">
              <a:extLst>
                <a:ext uri="{FF2B5EF4-FFF2-40B4-BE49-F238E27FC236}">
                  <a16:creationId xmlns:a16="http://schemas.microsoft.com/office/drawing/2014/main" id="{F737057F-480A-441E-AECD-C53FB935D4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71" y="2178"/>
              <a:ext cx="576" cy="1880"/>
            </a:xfrm>
            <a:custGeom>
              <a:avLst/>
              <a:gdLst>
                <a:gd name="T0" fmla="*/ 529 w 581"/>
                <a:gd name="T1" fmla="*/ 1089 h 1895"/>
                <a:gd name="T2" fmla="*/ 537 w 581"/>
                <a:gd name="T3" fmla="*/ 863 h 1895"/>
                <a:gd name="T4" fmla="*/ 534 w 581"/>
                <a:gd name="T5" fmla="*/ 861 h 1895"/>
                <a:gd name="T6" fmla="*/ 512 w 581"/>
                <a:gd name="T7" fmla="*/ 305 h 1895"/>
                <a:gd name="T8" fmla="*/ 275 w 581"/>
                <a:gd name="T9" fmla="*/ 0 h 1895"/>
                <a:gd name="T10" fmla="*/ 37 w 581"/>
                <a:gd name="T11" fmla="*/ 314 h 1895"/>
                <a:gd name="T12" fmla="*/ 24 w 581"/>
                <a:gd name="T13" fmla="*/ 862 h 1895"/>
                <a:gd name="T14" fmla="*/ 24 w 581"/>
                <a:gd name="T15" fmla="*/ 873 h 1895"/>
                <a:gd name="T16" fmla="*/ 29 w 581"/>
                <a:gd name="T17" fmla="*/ 1038 h 1895"/>
                <a:gd name="T18" fmla="*/ 50 w 581"/>
                <a:gd name="T19" fmla="*/ 1360 h 1895"/>
                <a:gd name="T20" fmla="*/ 137 w 581"/>
                <a:gd name="T21" fmla="*/ 1692 h 1895"/>
                <a:gd name="T22" fmla="*/ 124 w 581"/>
                <a:gd name="T23" fmla="*/ 1710 h 1895"/>
                <a:gd name="T24" fmla="*/ 109 w 581"/>
                <a:gd name="T25" fmla="*/ 1702 h 1895"/>
                <a:gd name="T26" fmla="*/ 99 w 581"/>
                <a:gd name="T27" fmla="*/ 1723 h 1895"/>
                <a:gd name="T28" fmla="*/ 99 w 581"/>
                <a:gd name="T29" fmla="*/ 1744 h 1895"/>
                <a:gd name="T30" fmla="*/ 120 w 581"/>
                <a:gd name="T31" fmla="*/ 1774 h 1895"/>
                <a:gd name="T32" fmla="*/ 150 w 581"/>
                <a:gd name="T33" fmla="*/ 1804 h 1895"/>
                <a:gd name="T34" fmla="*/ 226 w 581"/>
                <a:gd name="T35" fmla="*/ 1849 h 1895"/>
                <a:gd name="T36" fmla="*/ 278 w 581"/>
                <a:gd name="T37" fmla="*/ 1828 h 1895"/>
                <a:gd name="T38" fmla="*/ 275 w 581"/>
                <a:gd name="T39" fmla="*/ 1770 h 1895"/>
                <a:gd name="T40" fmla="*/ 279 w 581"/>
                <a:gd name="T41" fmla="*/ 1801 h 1895"/>
                <a:gd name="T42" fmla="*/ 279 w 581"/>
                <a:gd name="T43" fmla="*/ 1828 h 1895"/>
                <a:gd name="T44" fmla="*/ 279 w 581"/>
                <a:gd name="T45" fmla="*/ 1824 h 1895"/>
                <a:gd name="T46" fmla="*/ 331 w 581"/>
                <a:gd name="T47" fmla="*/ 1850 h 1895"/>
                <a:gd name="T48" fmla="*/ 403 w 581"/>
                <a:gd name="T49" fmla="*/ 1806 h 1895"/>
                <a:gd name="T50" fmla="*/ 458 w 581"/>
                <a:gd name="T51" fmla="*/ 1762 h 1895"/>
                <a:gd name="T52" fmla="*/ 474 w 581"/>
                <a:gd name="T53" fmla="*/ 1737 h 1895"/>
                <a:gd name="T54" fmla="*/ 470 w 581"/>
                <a:gd name="T55" fmla="*/ 1709 h 1895"/>
                <a:gd name="T56" fmla="*/ 453 w 581"/>
                <a:gd name="T57" fmla="*/ 1713 h 1895"/>
                <a:gd name="T58" fmla="*/ 444 w 581"/>
                <a:gd name="T59" fmla="*/ 1698 h 1895"/>
                <a:gd name="T60" fmla="*/ 423 w 581"/>
                <a:gd name="T61" fmla="*/ 1703 h 1895"/>
                <a:gd name="T62" fmla="*/ 412 w 581"/>
                <a:gd name="T63" fmla="*/ 1689 h 1895"/>
                <a:gd name="T64" fmla="*/ 414 w 581"/>
                <a:gd name="T65" fmla="*/ 1663 h 1895"/>
                <a:gd name="T66" fmla="*/ 482 w 581"/>
                <a:gd name="T67" fmla="*/ 1449 h 1895"/>
                <a:gd name="T68" fmla="*/ 529 w 581"/>
                <a:gd name="T69" fmla="*/ 1089 h 1895"/>
                <a:gd name="T70" fmla="*/ 277 w 581"/>
                <a:gd name="T71" fmla="*/ 1773 h 1895"/>
                <a:gd name="T72" fmla="*/ 278 w 581"/>
                <a:gd name="T73" fmla="*/ 1686 h 1895"/>
                <a:gd name="T74" fmla="*/ 277 w 581"/>
                <a:gd name="T75" fmla="*/ 1773 h 1895"/>
                <a:gd name="T76" fmla="*/ 300 w 581"/>
                <a:gd name="T77" fmla="*/ 1615 h 1895"/>
                <a:gd name="T78" fmla="*/ 297 w 581"/>
                <a:gd name="T79" fmla="*/ 1617 h 1895"/>
                <a:gd name="T80" fmla="*/ 279 w 581"/>
                <a:gd name="T81" fmla="*/ 1657 h 1895"/>
                <a:gd name="T82" fmla="*/ 259 w 581"/>
                <a:gd name="T83" fmla="*/ 1616 h 1895"/>
                <a:gd name="T84" fmla="*/ 257 w 581"/>
                <a:gd name="T85" fmla="*/ 1615 h 1895"/>
                <a:gd name="T86" fmla="*/ 195 w 581"/>
                <a:gd name="T87" fmla="*/ 861 h 1895"/>
                <a:gd name="T88" fmla="*/ 205 w 581"/>
                <a:gd name="T89" fmla="*/ 420 h 1895"/>
                <a:gd name="T90" fmla="*/ 228 w 581"/>
                <a:gd name="T91" fmla="*/ 318 h 1895"/>
                <a:gd name="T92" fmla="*/ 228 w 581"/>
                <a:gd name="T93" fmla="*/ 318 h 1895"/>
                <a:gd name="T94" fmla="*/ 256 w 581"/>
                <a:gd name="T95" fmla="*/ 304 h 1895"/>
                <a:gd name="T96" fmla="*/ 257 w 581"/>
                <a:gd name="T97" fmla="*/ 303 h 1895"/>
                <a:gd name="T98" fmla="*/ 268 w 581"/>
                <a:gd name="T99" fmla="*/ 278 h 1895"/>
                <a:gd name="T100" fmla="*/ 268 w 581"/>
                <a:gd name="T101" fmla="*/ 278 h 1895"/>
                <a:gd name="T102" fmla="*/ 288 w 581"/>
                <a:gd name="T103" fmla="*/ 310 h 1895"/>
                <a:gd name="T104" fmla="*/ 304 w 581"/>
                <a:gd name="T105" fmla="*/ 315 h 1895"/>
                <a:gd name="T106" fmla="*/ 304 w 581"/>
                <a:gd name="T107" fmla="*/ 315 h 1895"/>
                <a:gd name="T108" fmla="*/ 347 w 581"/>
                <a:gd name="T109" fmla="*/ 404 h 1895"/>
                <a:gd name="T110" fmla="*/ 348 w 581"/>
                <a:gd name="T111" fmla="*/ 861 h 1895"/>
                <a:gd name="T112" fmla="*/ 358 w 581"/>
                <a:gd name="T113" fmla="*/ 1318 h 1895"/>
                <a:gd name="T114" fmla="*/ 300 w 581"/>
                <a:gd name="T115" fmla="*/ 1615 h 18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81" h="1895">
                  <a:moveTo>
                    <a:pt x="544" y="1116"/>
                  </a:moveTo>
                  <a:cubicBezTo>
                    <a:pt x="507" y="972"/>
                    <a:pt x="566" y="1038"/>
                    <a:pt x="552" y="884"/>
                  </a:cubicBezTo>
                  <a:cubicBezTo>
                    <a:pt x="549" y="882"/>
                    <a:pt x="549" y="882"/>
                    <a:pt x="549" y="882"/>
                  </a:cubicBezTo>
                  <a:cubicBezTo>
                    <a:pt x="497" y="826"/>
                    <a:pt x="525" y="415"/>
                    <a:pt x="525" y="311"/>
                  </a:cubicBezTo>
                  <a:cubicBezTo>
                    <a:pt x="525" y="183"/>
                    <a:pt x="483" y="0"/>
                    <a:pt x="281" y="0"/>
                  </a:cubicBezTo>
                  <a:cubicBezTo>
                    <a:pt x="79" y="0"/>
                    <a:pt x="27" y="189"/>
                    <a:pt x="37" y="323"/>
                  </a:cubicBezTo>
                  <a:cubicBezTo>
                    <a:pt x="77" y="844"/>
                    <a:pt x="35" y="881"/>
                    <a:pt x="24" y="883"/>
                  </a:cubicBezTo>
                  <a:cubicBezTo>
                    <a:pt x="24" y="894"/>
                    <a:pt x="24" y="894"/>
                    <a:pt x="24" y="894"/>
                  </a:cubicBezTo>
                  <a:cubicBezTo>
                    <a:pt x="16" y="996"/>
                    <a:pt x="37" y="988"/>
                    <a:pt x="29" y="1062"/>
                  </a:cubicBezTo>
                  <a:cubicBezTo>
                    <a:pt x="21" y="1137"/>
                    <a:pt x="0" y="1283"/>
                    <a:pt x="50" y="1393"/>
                  </a:cubicBezTo>
                  <a:cubicBezTo>
                    <a:pt x="153" y="1617"/>
                    <a:pt x="124" y="1668"/>
                    <a:pt x="140" y="1734"/>
                  </a:cubicBezTo>
                  <a:cubicBezTo>
                    <a:pt x="140" y="1734"/>
                    <a:pt x="121" y="1736"/>
                    <a:pt x="127" y="1752"/>
                  </a:cubicBezTo>
                  <a:cubicBezTo>
                    <a:pt x="127" y="1752"/>
                    <a:pt x="119" y="1740"/>
                    <a:pt x="112" y="1744"/>
                  </a:cubicBezTo>
                  <a:cubicBezTo>
                    <a:pt x="105" y="1749"/>
                    <a:pt x="96" y="1756"/>
                    <a:pt x="102" y="1765"/>
                  </a:cubicBezTo>
                  <a:cubicBezTo>
                    <a:pt x="107" y="1774"/>
                    <a:pt x="104" y="1780"/>
                    <a:pt x="102" y="1786"/>
                  </a:cubicBezTo>
                  <a:cubicBezTo>
                    <a:pt x="101" y="1793"/>
                    <a:pt x="105" y="1809"/>
                    <a:pt x="123" y="1816"/>
                  </a:cubicBezTo>
                  <a:cubicBezTo>
                    <a:pt x="141" y="1823"/>
                    <a:pt x="146" y="1835"/>
                    <a:pt x="153" y="1848"/>
                  </a:cubicBezTo>
                  <a:cubicBezTo>
                    <a:pt x="161" y="1861"/>
                    <a:pt x="179" y="1894"/>
                    <a:pt x="232" y="1894"/>
                  </a:cubicBezTo>
                  <a:cubicBezTo>
                    <a:pt x="271" y="1894"/>
                    <a:pt x="282" y="1880"/>
                    <a:pt x="284" y="1873"/>
                  </a:cubicBezTo>
                  <a:cubicBezTo>
                    <a:pt x="281" y="1812"/>
                    <a:pt x="281" y="1812"/>
                    <a:pt x="281" y="1812"/>
                  </a:cubicBezTo>
                  <a:cubicBezTo>
                    <a:pt x="284" y="1821"/>
                    <a:pt x="284" y="1833"/>
                    <a:pt x="285" y="1844"/>
                  </a:cubicBezTo>
                  <a:cubicBezTo>
                    <a:pt x="286" y="1854"/>
                    <a:pt x="287" y="1863"/>
                    <a:pt x="285" y="1873"/>
                  </a:cubicBezTo>
                  <a:cubicBezTo>
                    <a:pt x="285" y="1871"/>
                    <a:pt x="285" y="1869"/>
                    <a:pt x="285" y="1869"/>
                  </a:cubicBezTo>
                  <a:cubicBezTo>
                    <a:pt x="285" y="1869"/>
                    <a:pt x="285" y="1895"/>
                    <a:pt x="340" y="1895"/>
                  </a:cubicBezTo>
                  <a:cubicBezTo>
                    <a:pt x="395" y="1895"/>
                    <a:pt x="399" y="1864"/>
                    <a:pt x="415" y="1850"/>
                  </a:cubicBezTo>
                  <a:cubicBezTo>
                    <a:pt x="430" y="1837"/>
                    <a:pt x="462" y="1816"/>
                    <a:pt x="470" y="1804"/>
                  </a:cubicBezTo>
                  <a:cubicBezTo>
                    <a:pt x="478" y="1792"/>
                    <a:pt x="487" y="1793"/>
                    <a:pt x="486" y="1779"/>
                  </a:cubicBezTo>
                  <a:cubicBezTo>
                    <a:pt x="486" y="1764"/>
                    <a:pt x="487" y="1757"/>
                    <a:pt x="482" y="1751"/>
                  </a:cubicBezTo>
                  <a:cubicBezTo>
                    <a:pt x="477" y="1745"/>
                    <a:pt x="465" y="1755"/>
                    <a:pt x="465" y="1755"/>
                  </a:cubicBezTo>
                  <a:cubicBezTo>
                    <a:pt x="465" y="1755"/>
                    <a:pt x="462" y="1744"/>
                    <a:pt x="456" y="1740"/>
                  </a:cubicBezTo>
                  <a:cubicBezTo>
                    <a:pt x="450" y="1736"/>
                    <a:pt x="435" y="1745"/>
                    <a:pt x="435" y="1745"/>
                  </a:cubicBezTo>
                  <a:cubicBezTo>
                    <a:pt x="435" y="1745"/>
                    <a:pt x="430" y="1730"/>
                    <a:pt x="424" y="1730"/>
                  </a:cubicBezTo>
                  <a:cubicBezTo>
                    <a:pt x="424" y="1730"/>
                    <a:pt x="428" y="1721"/>
                    <a:pt x="426" y="1702"/>
                  </a:cubicBezTo>
                  <a:cubicBezTo>
                    <a:pt x="424" y="1683"/>
                    <a:pt x="453" y="1569"/>
                    <a:pt x="494" y="1485"/>
                  </a:cubicBezTo>
                  <a:cubicBezTo>
                    <a:pt x="536" y="1401"/>
                    <a:pt x="581" y="1264"/>
                    <a:pt x="544" y="1116"/>
                  </a:cubicBezTo>
                  <a:close/>
                  <a:moveTo>
                    <a:pt x="283" y="1815"/>
                  </a:moveTo>
                  <a:cubicBezTo>
                    <a:pt x="275" y="1779"/>
                    <a:pt x="284" y="1727"/>
                    <a:pt x="284" y="1727"/>
                  </a:cubicBezTo>
                  <a:cubicBezTo>
                    <a:pt x="299" y="1764"/>
                    <a:pt x="283" y="1815"/>
                    <a:pt x="283" y="1815"/>
                  </a:cubicBezTo>
                  <a:close/>
                  <a:moveTo>
                    <a:pt x="309" y="1654"/>
                  </a:moveTo>
                  <a:cubicBezTo>
                    <a:pt x="306" y="1656"/>
                    <a:pt x="306" y="1656"/>
                    <a:pt x="306" y="1656"/>
                  </a:cubicBezTo>
                  <a:cubicBezTo>
                    <a:pt x="296" y="1683"/>
                    <a:pt x="285" y="1696"/>
                    <a:pt x="285" y="1696"/>
                  </a:cubicBezTo>
                  <a:cubicBezTo>
                    <a:pt x="277" y="1683"/>
                    <a:pt x="270" y="1669"/>
                    <a:pt x="265" y="1655"/>
                  </a:cubicBezTo>
                  <a:cubicBezTo>
                    <a:pt x="263" y="1654"/>
                    <a:pt x="263" y="1654"/>
                    <a:pt x="263" y="1654"/>
                  </a:cubicBezTo>
                  <a:cubicBezTo>
                    <a:pt x="199" y="1650"/>
                    <a:pt x="205" y="951"/>
                    <a:pt x="201" y="882"/>
                  </a:cubicBezTo>
                  <a:cubicBezTo>
                    <a:pt x="197" y="814"/>
                    <a:pt x="211" y="505"/>
                    <a:pt x="211" y="429"/>
                  </a:cubicBezTo>
                  <a:cubicBezTo>
                    <a:pt x="211" y="353"/>
                    <a:pt x="234" y="327"/>
                    <a:pt x="234" y="327"/>
                  </a:cubicBezTo>
                  <a:cubicBezTo>
                    <a:pt x="234" y="327"/>
                    <a:pt x="234" y="327"/>
                    <a:pt x="234" y="327"/>
                  </a:cubicBezTo>
                  <a:cubicBezTo>
                    <a:pt x="245" y="322"/>
                    <a:pt x="254" y="317"/>
                    <a:pt x="262" y="310"/>
                  </a:cubicBezTo>
                  <a:cubicBezTo>
                    <a:pt x="263" y="309"/>
                    <a:pt x="263" y="309"/>
                    <a:pt x="263" y="309"/>
                  </a:cubicBezTo>
                  <a:cubicBezTo>
                    <a:pt x="272" y="299"/>
                    <a:pt x="274" y="284"/>
                    <a:pt x="274" y="284"/>
                  </a:cubicBezTo>
                  <a:cubicBezTo>
                    <a:pt x="274" y="284"/>
                    <a:pt x="274" y="284"/>
                    <a:pt x="274" y="284"/>
                  </a:cubicBezTo>
                  <a:cubicBezTo>
                    <a:pt x="275" y="297"/>
                    <a:pt x="297" y="317"/>
                    <a:pt x="297" y="317"/>
                  </a:cubicBezTo>
                  <a:cubicBezTo>
                    <a:pt x="297" y="317"/>
                    <a:pt x="302" y="320"/>
                    <a:pt x="313" y="324"/>
                  </a:cubicBezTo>
                  <a:cubicBezTo>
                    <a:pt x="313" y="324"/>
                    <a:pt x="313" y="324"/>
                    <a:pt x="313" y="324"/>
                  </a:cubicBezTo>
                  <a:cubicBezTo>
                    <a:pt x="325" y="329"/>
                    <a:pt x="354" y="347"/>
                    <a:pt x="356" y="413"/>
                  </a:cubicBezTo>
                  <a:cubicBezTo>
                    <a:pt x="359" y="496"/>
                    <a:pt x="361" y="842"/>
                    <a:pt x="357" y="882"/>
                  </a:cubicBezTo>
                  <a:cubicBezTo>
                    <a:pt x="353" y="923"/>
                    <a:pt x="357" y="1239"/>
                    <a:pt x="367" y="1351"/>
                  </a:cubicBezTo>
                  <a:cubicBezTo>
                    <a:pt x="377" y="1463"/>
                    <a:pt x="353" y="1620"/>
                    <a:pt x="309" y="1654"/>
                  </a:cubicBezTo>
                  <a:close/>
                </a:path>
              </a:pathLst>
            </a:custGeom>
            <a:solidFill>
              <a:srgbClr val="A86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86" name="Freeform 197">
              <a:extLst>
                <a:ext uri="{FF2B5EF4-FFF2-40B4-BE49-F238E27FC236}">
                  <a16:creationId xmlns:a16="http://schemas.microsoft.com/office/drawing/2014/main" id="{FADBACFE-6499-4765-A8D9-645C8FA65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493"/>
              <a:ext cx="99" cy="1327"/>
            </a:xfrm>
            <a:custGeom>
              <a:avLst/>
              <a:gdLst>
                <a:gd name="T0" fmla="*/ 36 w 100"/>
                <a:gd name="T1" fmla="*/ 7 h 1338"/>
                <a:gd name="T2" fmla="*/ 76 w 100"/>
                <a:gd name="T3" fmla="*/ 93 h 1338"/>
                <a:gd name="T4" fmla="*/ 77 w 100"/>
                <a:gd name="T5" fmla="*/ 550 h 1338"/>
                <a:gd name="T6" fmla="*/ 87 w 100"/>
                <a:gd name="T7" fmla="*/ 1009 h 1338"/>
                <a:gd name="T8" fmla="*/ 32 w 100"/>
                <a:gd name="T9" fmla="*/ 1304 h 1338"/>
                <a:gd name="T10" fmla="*/ 30 w 100"/>
                <a:gd name="T11" fmla="*/ 1305 h 1338"/>
                <a:gd name="T12" fmla="*/ 21 w 100"/>
                <a:gd name="T13" fmla="*/ 1021 h 1338"/>
                <a:gd name="T14" fmla="*/ 43 w 100"/>
                <a:gd name="T15" fmla="*/ 811 h 1338"/>
                <a:gd name="T16" fmla="*/ 7 w 100"/>
                <a:gd name="T17" fmla="*/ 600 h 1338"/>
                <a:gd name="T18" fmla="*/ 16 w 100"/>
                <a:gd name="T19" fmla="*/ 231 h 1338"/>
                <a:gd name="T20" fmla="*/ 20 w 100"/>
                <a:gd name="T21" fmla="*/ 0 h 1338"/>
                <a:gd name="T22" fmla="*/ 36 w 100"/>
                <a:gd name="T23" fmla="*/ 7 h 13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1338">
                  <a:moveTo>
                    <a:pt x="36" y="7"/>
                  </a:moveTo>
                  <a:cubicBezTo>
                    <a:pt x="47" y="11"/>
                    <a:pt x="77" y="29"/>
                    <a:pt x="79" y="96"/>
                  </a:cubicBezTo>
                  <a:cubicBezTo>
                    <a:pt x="82" y="179"/>
                    <a:pt x="84" y="525"/>
                    <a:pt x="80" y="565"/>
                  </a:cubicBezTo>
                  <a:cubicBezTo>
                    <a:pt x="76" y="606"/>
                    <a:pt x="80" y="922"/>
                    <a:pt x="90" y="1034"/>
                  </a:cubicBezTo>
                  <a:cubicBezTo>
                    <a:pt x="100" y="1146"/>
                    <a:pt x="76" y="1303"/>
                    <a:pt x="32" y="1337"/>
                  </a:cubicBezTo>
                  <a:cubicBezTo>
                    <a:pt x="30" y="1338"/>
                    <a:pt x="30" y="1338"/>
                    <a:pt x="30" y="1338"/>
                  </a:cubicBezTo>
                  <a:cubicBezTo>
                    <a:pt x="47" y="1291"/>
                    <a:pt x="63" y="1199"/>
                    <a:pt x="21" y="1047"/>
                  </a:cubicBezTo>
                  <a:cubicBezTo>
                    <a:pt x="7" y="996"/>
                    <a:pt x="12" y="899"/>
                    <a:pt x="43" y="832"/>
                  </a:cubicBezTo>
                  <a:cubicBezTo>
                    <a:pt x="73" y="765"/>
                    <a:pt x="4" y="709"/>
                    <a:pt x="7" y="615"/>
                  </a:cubicBezTo>
                  <a:cubicBezTo>
                    <a:pt x="9" y="520"/>
                    <a:pt x="23" y="312"/>
                    <a:pt x="16" y="237"/>
                  </a:cubicBezTo>
                  <a:cubicBezTo>
                    <a:pt x="9" y="163"/>
                    <a:pt x="0" y="11"/>
                    <a:pt x="20" y="0"/>
                  </a:cubicBezTo>
                  <a:cubicBezTo>
                    <a:pt x="20" y="0"/>
                    <a:pt x="25" y="3"/>
                    <a:pt x="36" y="7"/>
                  </a:cubicBezTo>
                  <a:close/>
                </a:path>
              </a:pathLst>
            </a:custGeom>
            <a:solidFill>
              <a:srgbClr val="7ABA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87" name="Freeform 198">
              <a:extLst>
                <a:ext uri="{FF2B5EF4-FFF2-40B4-BE49-F238E27FC236}">
                  <a16:creationId xmlns:a16="http://schemas.microsoft.com/office/drawing/2014/main" id="{FFD29EC6-915B-4352-B9C3-B1AF55E71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485"/>
              <a:ext cx="104" cy="1335"/>
            </a:xfrm>
            <a:custGeom>
              <a:avLst/>
              <a:gdLst>
                <a:gd name="T0" fmla="*/ 63 w 105"/>
                <a:gd name="T1" fmla="*/ 0 h 1346"/>
                <a:gd name="T2" fmla="*/ 80 w 105"/>
                <a:gd name="T3" fmla="*/ 153 h 1346"/>
                <a:gd name="T4" fmla="*/ 66 w 105"/>
                <a:gd name="T5" fmla="*/ 608 h 1346"/>
                <a:gd name="T6" fmla="*/ 60 w 105"/>
                <a:gd name="T7" fmla="*/ 799 h 1346"/>
                <a:gd name="T8" fmla="*/ 76 w 105"/>
                <a:gd name="T9" fmla="*/ 1022 h 1346"/>
                <a:gd name="T10" fmla="*/ 65 w 105"/>
                <a:gd name="T11" fmla="*/ 1313 h 1346"/>
                <a:gd name="T12" fmla="*/ 63 w 105"/>
                <a:gd name="T13" fmla="*/ 1312 h 1346"/>
                <a:gd name="T14" fmla="*/ 4 w 105"/>
                <a:gd name="T15" fmla="*/ 558 h 1346"/>
                <a:gd name="T16" fmla="*/ 14 w 105"/>
                <a:gd name="T17" fmla="*/ 117 h 1346"/>
                <a:gd name="T18" fmla="*/ 37 w 105"/>
                <a:gd name="T19" fmla="*/ 18 h 1346"/>
                <a:gd name="T20" fmla="*/ 37 w 105"/>
                <a:gd name="T21" fmla="*/ 18 h 1346"/>
                <a:gd name="T22" fmla="*/ 63 w 105"/>
                <a:gd name="T23" fmla="*/ 0 h 13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1346">
                  <a:moveTo>
                    <a:pt x="66" y="0"/>
                  </a:moveTo>
                  <a:cubicBezTo>
                    <a:pt x="66" y="0"/>
                    <a:pt x="80" y="39"/>
                    <a:pt x="83" y="156"/>
                  </a:cubicBezTo>
                  <a:cubicBezTo>
                    <a:pt x="85" y="273"/>
                    <a:pt x="53" y="539"/>
                    <a:pt x="69" y="623"/>
                  </a:cubicBezTo>
                  <a:cubicBezTo>
                    <a:pt x="85" y="707"/>
                    <a:pt x="49" y="765"/>
                    <a:pt x="63" y="820"/>
                  </a:cubicBezTo>
                  <a:cubicBezTo>
                    <a:pt x="76" y="875"/>
                    <a:pt x="105" y="968"/>
                    <a:pt x="79" y="1047"/>
                  </a:cubicBezTo>
                  <a:cubicBezTo>
                    <a:pt x="55" y="1115"/>
                    <a:pt x="32" y="1248"/>
                    <a:pt x="68" y="1346"/>
                  </a:cubicBezTo>
                  <a:cubicBezTo>
                    <a:pt x="66" y="1345"/>
                    <a:pt x="66" y="1345"/>
                    <a:pt x="66" y="1345"/>
                  </a:cubicBezTo>
                  <a:cubicBezTo>
                    <a:pt x="2" y="1341"/>
                    <a:pt x="8" y="642"/>
                    <a:pt x="4" y="573"/>
                  </a:cubicBezTo>
                  <a:cubicBezTo>
                    <a:pt x="0" y="505"/>
                    <a:pt x="14" y="196"/>
                    <a:pt x="14" y="120"/>
                  </a:cubicBezTo>
                  <a:cubicBezTo>
                    <a:pt x="14" y="44"/>
                    <a:pt x="37" y="18"/>
                    <a:pt x="37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48" y="13"/>
                    <a:pt x="58" y="7"/>
                    <a:pt x="66" y="0"/>
                  </a:cubicBezTo>
                  <a:close/>
                </a:path>
              </a:pathLst>
            </a:custGeom>
            <a:solidFill>
              <a:srgbClr val="7ABA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88" name="Freeform 199">
              <a:extLst>
                <a:ext uri="{FF2B5EF4-FFF2-40B4-BE49-F238E27FC236}">
                  <a16:creationId xmlns:a16="http://schemas.microsoft.com/office/drawing/2014/main" id="{85622F0D-924E-4DB1-B2F3-6CB8F2D1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985"/>
              <a:ext cx="694" cy="1071"/>
            </a:xfrm>
            <a:custGeom>
              <a:avLst/>
              <a:gdLst>
                <a:gd name="T0" fmla="*/ 69 w 699"/>
                <a:gd name="T1" fmla="*/ 1050 h 1080"/>
                <a:gd name="T2" fmla="*/ 79 w 699"/>
                <a:gd name="T3" fmla="*/ 506 h 1080"/>
                <a:gd name="T4" fmla="*/ 320 w 699"/>
                <a:gd name="T5" fmla="*/ 189 h 1080"/>
                <a:gd name="T6" fmla="*/ 558 w 699"/>
                <a:gd name="T7" fmla="*/ 494 h 1080"/>
                <a:gd name="T8" fmla="*/ 582 w 699"/>
                <a:gd name="T9" fmla="*/ 1050 h 1080"/>
                <a:gd name="T10" fmla="*/ 585 w 699"/>
                <a:gd name="T11" fmla="*/ 1053 h 1080"/>
                <a:gd name="T12" fmla="*/ 583 w 699"/>
                <a:gd name="T13" fmla="*/ 1037 h 1080"/>
                <a:gd name="T14" fmla="*/ 640 w 699"/>
                <a:gd name="T15" fmla="*/ 230 h 1080"/>
                <a:gd name="T16" fmla="*/ 624 w 699"/>
                <a:gd name="T17" fmla="*/ 102 h 1080"/>
                <a:gd name="T18" fmla="*/ 623 w 699"/>
                <a:gd name="T19" fmla="*/ 101 h 1080"/>
                <a:gd name="T20" fmla="*/ 320 w 699"/>
                <a:gd name="T21" fmla="*/ 0 h 1080"/>
                <a:gd name="T22" fmla="*/ 27 w 699"/>
                <a:gd name="T23" fmla="*/ 101 h 1080"/>
                <a:gd name="T24" fmla="*/ 27 w 699"/>
                <a:gd name="T25" fmla="*/ 102 h 1080"/>
                <a:gd name="T26" fmla="*/ 13 w 699"/>
                <a:gd name="T27" fmla="*/ 600 h 1080"/>
                <a:gd name="T28" fmla="*/ 69 w 699"/>
                <a:gd name="T29" fmla="*/ 1051 h 1080"/>
                <a:gd name="T30" fmla="*/ 69 w 699"/>
                <a:gd name="T31" fmla="*/ 1050 h 10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99" h="1080">
                  <a:moveTo>
                    <a:pt x="71" y="1077"/>
                  </a:moveTo>
                  <a:cubicBezTo>
                    <a:pt x="85" y="1068"/>
                    <a:pt x="119" y="1001"/>
                    <a:pt x="82" y="518"/>
                  </a:cubicBezTo>
                  <a:cubicBezTo>
                    <a:pt x="72" y="384"/>
                    <a:pt x="124" y="195"/>
                    <a:pt x="326" y="195"/>
                  </a:cubicBezTo>
                  <a:cubicBezTo>
                    <a:pt x="528" y="195"/>
                    <a:pt x="570" y="378"/>
                    <a:pt x="570" y="506"/>
                  </a:cubicBezTo>
                  <a:cubicBezTo>
                    <a:pt x="570" y="610"/>
                    <a:pt x="542" y="1021"/>
                    <a:pt x="594" y="1077"/>
                  </a:cubicBezTo>
                  <a:cubicBezTo>
                    <a:pt x="597" y="1080"/>
                    <a:pt x="597" y="1080"/>
                    <a:pt x="597" y="1080"/>
                  </a:cubicBezTo>
                  <a:cubicBezTo>
                    <a:pt x="597" y="1075"/>
                    <a:pt x="596" y="1070"/>
                    <a:pt x="595" y="1064"/>
                  </a:cubicBezTo>
                  <a:cubicBezTo>
                    <a:pt x="586" y="980"/>
                    <a:pt x="699" y="1038"/>
                    <a:pt x="655" y="236"/>
                  </a:cubicBezTo>
                  <a:cubicBezTo>
                    <a:pt x="652" y="177"/>
                    <a:pt x="646" y="137"/>
                    <a:pt x="638" y="105"/>
                  </a:cubicBezTo>
                  <a:cubicBezTo>
                    <a:pt x="637" y="104"/>
                    <a:pt x="637" y="104"/>
                    <a:pt x="637" y="104"/>
                  </a:cubicBezTo>
                  <a:cubicBezTo>
                    <a:pt x="637" y="104"/>
                    <a:pt x="441" y="0"/>
                    <a:pt x="326" y="0"/>
                  </a:cubicBezTo>
                  <a:cubicBezTo>
                    <a:pt x="211" y="0"/>
                    <a:pt x="27" y="104"/>
                    <a:pt x="27" y="104"/>
                  </a:cubicBezTo>
                  <a:cubicBezTo>
                    <a:pt x="27" y="105"/>
                    <a:pt x="27" y="105"/>
                    <a:pt x="27" y="105"/>
                  </a:cubicBezTo>
                  <a:cubicBezTo>
                    <a:pt x="16" y="239"/>
                    <a:pt x="0" y="355"/>
                    <a:pt x="13" y="615"/>
                  </a:cubicBezTo>
                  <a:cubicBezTo>
                    <a:pt x="31" y="975"/>
                    <a:pt x="73" y="988"/>
                    <a:pt x="69" y="1078"/>
                  </a:cubicBezTo>
                  <a:lnTo>
                    <a:pt x="71" y="1077"/>
                  </a:lnTo>
                  <a:close/>
                </a:path>
              </a:pathLst>
            </a:custGeom>
            <a:solidFill>
              <a:srgbClr val="7ABA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89" name="Freeform 200">
              <a:extLst>
                <a:ext uri="{FF2B5EF4-FFF2-40B4-BE49-F238E27FC236}">
                  <a16:creationId xmlns:a16="http://schemas.microsoft.com/office/drawing/2014/main" id="{8061E3BE-BD98-48BA-A937-673629D11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354"/>
              <a:ext cx="652" cy="735"/>
            </a:xfrm>
            <a:custGeom>
              <a:avLst/>
              <a:gdLst>
                <a:gd name="T0" fmla="*/ 642 w 657"/>
                <a:gd name="T1" fmla="*/ 723 h 741"/>
                <a:gd name="T2" fmla="*/ 614 w 657"/>
                <a:gd name="T3" fmla="*/ 473 h 741"/>
                <a:gd name="T4" fmla="*/ 614 w 657"/>
                <a:gd name="T5" fmla="*/ 472 h 741"/>
                <a:gd name="T6" fmla="*/ 635 w 657"/>
                <a:gd name="T7" fmla="*/ 155 h 741"/>
                <a:gd name="T8" fmla="*/ 629 w 657"/>
                <a:gd name="T9" fmla="*/ 148 h 741"/>
                <a:gd name="T10" fmla="*/ 336 w 657"/>
                <a:gd name="T11" fmla="*/ 0 h 741"/>
                <a:gd name="T12" fmla="*/ 5 w 657"/>
                <a:gd name="T13" fmla="*/ 148 h 741"/>
                <a:gd name="T14" fmla="*/ 0 w 657"/>
                <a:gd name="T15" fmla="*/ 153 h 741"/>
                <a:gd name="T16" fmla="*/ 37 w 657"/>
                <a:gd name="T17" fmla="*/ 445 h 741"/>
                <a:gd name="T18" fmla="*/ 37 w 657"/>
                <a:gd name="T19" fmla="*/ 445 h 741"/>
                <a:gd name="T20" fmla="*/ 49 w 657"/>
                <a:gd name="T21" fmla="*/ 690 h 741"/>
                <a:gd name="T22" fmla="*/ 47 w 657"/>
                <a:gd name="T23" fmla="*/ 720 h 741"/>
                <a:gd name="T24" fmla="*/ 46 w 657"/>
                <a:gd name="T25" fmla="*/ 722 h 741"/>
                <a:gd name="T26" fmla="*/ 336 w 657"/>
                <a:gd name="T27" fmla="*/ 621 h 741"/>
                <a:gd name="T28" fmla="*/ 641 w 657"/>
                <a:gd name="T29" fmla="*/ 722 h 741"/>
                <a:gd name="T30" fmla="*/ 642 w 657"/>
                <a:gd name="T31" fmla="*/ 723 h 7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57" h="741">
                  <a:moveTo>
                    <a:pt x="657" y="741"/>
                  </a:moveTo>
                  <a:cubicBezTo>
                    <a:pt x="640" y="665"/>
                    <a:pt x="620" y="631"/>
                    <a:pt x="629" y="485"/>
                  </a:cubicBezTo>
                  <a:cubicBezTo>
                    <a:pt x="629" y="484"/>
                    <a:pt x="629" y="484"/>
                    <a:pt x="629" y="484"/>
                  </a:cubicBezTo>
                  <a:cubicBezTo>
                    <a:pt x="629" y="484"/>
                    <a:pt x="641" y="220"/>
                    <a:pt x="650" y="158"/>
                  </a:cubicBezTo>
                  <a:cubicBezTo>
                    <a:pt x="644" y="151"/>
                    <a:pt x="644" y="151"/>
                    <a:pt x="644" y="151"/>
                  </a:cubicBezTo>
                  <a:cubicBezTo>
                    <a:pt x="644" y="151"/>
                    <a:pt x="522" y="0"/>
                    <a:pt x="345" y="0"/>
                  </a:cubicBezTo>
                  <a:cubicBezTo>
                    <a:pt x="168" y="0"/>
                    <a:pt x="5" y="151"/>
                    <a:pt x="5" y="151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23" y="372"/>
                    <a:pt x="37" y="457"/>
                    <a:pt x="37" y="457"/>
                  </a:cubicBezTo>
                  <a:cubicBezTo>
                    <a:pt x="37" y="457"/>
                    <a:pt x="37" y="457"/>
                    <a:pt x="37" y="457"/>
                  </a:cubicBezTo>
                  <a:cubicBezTo>
                    <a:pt x="37" y="457"/>
                    <a:pt x="60" y="560"/>
                    <a:pt x="49" y="708"/>
                  </a:cubicBezTo>
                  <a:cubicBezTo>
                    <a:pt x="48" y="718"/>
                    <a:pt x="47" y="728"/>
                    <a:pt x="47" y="738"/>
                  </a:cubicBezTo>
                  <a:cubicBezTo>
                    <a:pt x="46" y="740"/>
                    <a:pt x="46" y="740"/>
                    <a:pt x="46" y="740"/>
                  </a:cubicBezTo>
                  <a:cubicBezTo>
                    <a:pt x="46" y="740"/>
                    <a:pt x="230" y="636"/>
                    <a:pt x="345" y="636"/>
                  </a:cubicBezTo>
                  <a:cubicBezTo>
                    <a:pt x="460" y="636"/>
                    <a:pt x="656" y="740"/>
                    <a:pt x="656" y="740"/>
                  </a:cubicBezTo>
                  <a:lnTo>
                    <a:pt x="657" y="741"/>
                  </a:lnTo>
                  <a:close/>
                </a:path>
              </a:pathLst>
            </a:custGeom>
            <a:solidFill>
              <a:srgbClr val="F9B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90" name="Rectangle 201">
              <a:extLst>
                <a:ext uri="{FF2B5EF4-FFF2-40B4-BE49-F238E27FC236}">
                  <a16:creationId xmlns:a16="http://schemas.microsoft.com/office/drawing/2014/main" id="{17E09209-F242-4FEA-A289-1EF7D862C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8" y="864"/>
              <a:ext cx="57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C2</a:t>
              </a:r>
              <a:endParaRPr lang="fr-FR" altLang="fr-FR"/>
            </a:p>
          </p:txBody>
        </p:sp>
        <p:sp>
          <p:nvSpPr>
            <p:cNvPr id="71891" name="Rectangle 202">
              <a:extLst>
                <a:ext uri="{FF2B5EF4-FFF2-40B4-BE49-F238E27FC236}">
                  <a16:creationId xmlns:a16="http://schemas.microsoft.com/office/drawing/2014/main" id="{26425157-8D45-4724-8DC6-72E947BFF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8" y="1060"/>
              <a:ext cx="57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C3</a:t>
              </a:r>
              <a:endParaRPr lang="fr-FR" altLang="fr-FR"/>
            </a:p>
          </p:txBody>
        </p:sp>
        <p:sp>
          <p:nvSpPr>
            <p:cNvPr id="71892" name="Rectangle 203">
              <a:extLst>
                <a:ext uri="{FF2B5EF4-FFF2-40B4-BE49-F238E27FC236}">
                  <a16:creationId xmlns:a16="http://schemas.microsoft.com/office/drawing/2014/main" id="{9615CE96-EA42-40E3-A5B7-B2567508D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8" y="1182"/>
              <a:ext cx="57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C5</a:t>
              </a:r>
              <a:endParaRPr lang="fr-FR" altLang="fr-FR"/>
            </a:p>
          </p:txBody>
        </p:sp>
        <p:sp>
          <p:nvSpPr>
            <p:cNvPr id="71893" name="Rectangle 204">
              <a:extLst>
                <a:ext uri="{FF2B5EF4-FFF2-40B4-BE49-F238E27FC236}">
                  <a16:creationId xmlns:a16="http://schemas.microsoft.com/office/drawing/2014/main" id="{F0312C8B-6269-469E-802E-728D0D34A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8" y="1267"/>
              <a:ext cx="57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C6</a:t>
              </a:r>
              <a:endParaRPr lang="fr-FR" altLang="fr-FR"/>
            </a:p>
          </p:txBody>
        </p:sp>
        <p:sp>
          <p:nvSpPr>
            <p:cNvPr id="71894" name="Rectangle 205">
              <a:extLst>
                <a:ext uri="{FF2B5EF4-FFF2-40B4-BE49-F238E27FC236}">
                  <a16:creationId xmlns:a16="http://schemas.microsoft.com/office/drawing/2014/main" id="{687655CC-F302-4F0B-9FAA-964E987A3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1359"/>
              <a:ext cx="54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T1</a:t>
              </a:r>
              <a:endParaRPr lang="fr-FR" altLang="fr-FR"/>
            </a:p>
          </p:txBody>
        </p:sp>
        <p:sp>
          <p:nvSpPr>
            <p:cNvPr id="71895" name="Rectangle 206">
              <a:extLst>
                <a:ext uri="{FF2B5EF4-FFF2-40B4-BE49-F238E27FC236}">
                  <a16:creationId xmlns:a16="http://schemas.microsoft.com/office/drawing/2014/main" id="{D5F35BE6-C8BD-41E6-A70B-B57D1A458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1431"/>
              <a:ext cx="54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T2</a:t>
              </a:r>
              <a:endParaRPr lang="fr-FR" altLang="fr-FR"/>
            </a:p>
          </p:txBody>
        </p:sp>
        <p:sp>
          <p:nvSpPr>
            <p:cNvPr id="71896" name="Rectangle 207">
              <a:extLst>
                <a:ext uri="{FF2B5EF4-FFF2-40B4-BE49-F238E27FC236}">
                  <a16:creationId xmlns:a16="http://schemas.microsoft.com/office/drawing/2014/main" id="{086DBF3B-8BEB-4B70-B991-716B3E89B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1493"/>
              <a:ext cx="54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T3</a:t>
              </a:r>
              <a:endParaRPr lang="fr-FR" altLang="fr-FR"/>
            </a:p>
          </p:txBody>
        </p:sp>
        <p:sp>
          <p:nvSpPr>
            <p:cNvPr id="71897" name="Rectangle 208">
              <a:extLst>
                <a:ext uri="{FF2B5EF4-FFF2-40B4-BE49-F238E27FC236}">
                  <a16:creationId xmlns:a16="http://schemas.microsoft.com/office/drawing/2014/main" id="{0B9363DE-4046-4F27-ADB8-0FE63EBD9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1546"/>
              <a:ext cx="54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T4</a:t>
              </a:r>
              <a:endParaRPr lang="fr-FR" altLang="fr-FR"/>
            </a:p>
          </p:txBody>
        </p:sp>
        <p:sp>
          <p:nvSpPr>
            <p:cNvPr id="71898" name="Rectangle 209">
              <a:extLst>
                <a:ext uri="{FF2B5EF4-FFF2-40B4-BE49-F238E27FC236}">
                  <a16:creationId xmlns:a16="http://schemas.microsoft.com/office/drawing/2014/main" id="{7882761D-E083-422B-9630-029F0B23D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1596"/>
              <a:ext cx="54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T5</a:t>
              </a:r>
              <a:endParaRPr lang="fr-FR" altLang="fr-FR"/>
            </a:p>
          </p:txBody>
        </p:sp>
        <p:sp>
          <p:nvSpPr>
            <p:cNvPr id="71899" name="Rectangle 210">
              <a:extLst>
                <a:ext uri="{FF2B5EF4-FFF2-40B4-BE49-F238E27FC236}">
                  <a16:creationId xmlns:a16="http://schemas.microsoft.com/office/drawing/2014/main" id="{D41E7396-72FB-46D1-84DE-0329477FD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1643"/>
              <a:ext cx="54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T6</a:t>
              </a:r>
              <a:endParaRPr lang="fr-FR" altLang="fr-FR"/>
            </a:p>
          </p:txBody>
        </p:sp>
        <p:sp>
          <p:nvSpPr>
            <p:cNvPr id="71900" name="Rectangle 211">
              <a:extLst>
                <a:ext uri="{FF2B5EF4-FFF2-40B4-BE49-F238E27FC236}">
                  <a16:creationId xmlns:a16="http://schemas.microsoft.com/office/drawing/2014/main" id="{ED59EC42-811A-4A28-829D-CE008F6A6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1694"/>
              <a:ext cx="54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T7</a:t>
              </a:r>
              <a:endParaRPr lang="fr-FR" altLang="fr-FR"/>
            </a:p>
          </p:txBody>
        </p:sp>
        <p:sp>
          <p:nvSpPr>
            <p:cNvPr id="71901" name="Rectangle 212">
              <a:extLst>
                <a:ext uri="{FF2B5EF4-FFF2-40B4-BE49-F238E27FC236}">
                  <a16:creationId xmlns:a16="http://schemas.microsoft.com/office/drawing/2014/main" id="{DADED41B-3DD8-4071-BDED-4B8B1CF72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1742"/>
              <a:ext cx="54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T8</a:t>
              </a:r>
              <a:endParaRPr lang="fr-FR" altLang="fr-FR"/>
            </a:p>
          </p:txBody>
        </p:sp>
        <p:sp>
          <p:nvSpPr>
            <p:cNvPr id="71902" name="Rectangle 213">
              <a:extLst>
                <a:ext uri="{FF2B5EF4-FFF2-40B4-BE49-F238E27FC236}">
                  <a16:creationId xmlns:a16="http://schemas.microsoft.com/office/drawing/2014/main" id="{A7ACA161-89CA-43C6-B3C0-12D4E05BC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1790"/>
              <a:ext cx="54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T9</a:t>
              </a:r>
              <a:endParaRPr lang="fr-FR" altLang="fr-FR"/>
            </a:p>
          </p:txBody>
        </p:sp>
        <p:sp>
          <p:nvSpPr>
            <p:cNvPr id="71903" name="Rectangle 214">
              <a:extLst>
                <a:ext uri="{FF2B5EF4-FFF2-40B4-BE49-F238E27FC236}">
                  <a16:creationId xmlns:a16="http://schemas.microsoft.com/office/drawing/2014/main" id="{0392ED05-D81F-4A36-BF40-A951F3F4E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1840"/>
              <a:ext cx="78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T10</a:t>
              </a:r>
              <a:endParaRPr lang="fr-FR" altLang="fr-FR"/>
            </a:p>
          </p:txBody>
        </p:sp>
        <p:sp>
          <p:nvSpPr>
            <p:cNvPr id="71904" name="Rectangle 215">
              <a:extLst>
                <a:ext uri="{FF2B5EF4-FFF2-40B4-BE49-F238E27FC236}">
                  <a16:creationId xmlns:a16="http://schemas.microsoft.com/office/drawing/2014/main" id="{E30D5505-1CEF-4CAF-824C-063777FBC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1891"/>
              <a:ext cx="78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T11</a:t>
              </a:r>
              <a:endParaRPr lang="fr-FR" altLang="fr-FR"/>
            </a:p>
          </p:txBody>
        </p:sp>
        <p:sp>
          <p:nvSpPr>
            <p:cNvPr id="71905" name="Rectangle 216">
              <a:extLst>
                <a:ext uri="{FF2B5EF4-FFF2-40B4-BE49-F238E27FC236}">
                  <a16:creationId xmlns:a16="http://schemas.microsoft.com/office/drawing/2014/main" id="{17E00811-D767-41DE-8B98-074FCB0DD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1934"/>
              <a:ext cx="78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T12</a:t>
              </a:r>
              <a:endParaRPr lang="fr-FR" altLang="fr-FR"/>
            </a:p>
          </p:txBody>
        </p:sp>
        <p:sp>
          <p:nvSpPr>
            <p:cNvPr id="71906" name="Rectangle 217">
              <a:extLst>
                <a:ext uri="{FF2B5EF4-FFF2-40B4-BE49-F238E27FC236}">
                  <a16:creationId xmlns:a16="http://schemas.microsoft.com/office/drawing/2014/main" id="{B6115C64-4F1C-4C61-9223-194570722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8" y="1988"/>
              <a:ext cx="54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L1</a:t>
              </a:r>
              <a:endParaRPr lang="fr-FR" altLang="fr-FR"/>
            </a:p>
          </p:txBody>
        </p:sp>
        <p:sp>
          <p:nvSpPr>
            <p:cNvPr id="71907" name="Rectangle 218">
              <a:extLst>
                <a:ext uri="{FF2B5EF4-FFF2-40B4-BE49-F238E27FC236}">
                  <a16:creationId xmlns:a16="http://schemas.microsoft.com/office/drawing/2014/main" id="{7E50819F-8DFD-49DF-9458-3EB1ED5CC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8" y="2051"/>
              <a:ext cx="54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L2</a:t>
              </a:r>
              <a:endParaRPr lang="fr-FR" altLang="fr-FR"/>
            </a:p>
          </p:txBody>
        </p:sp>
        <p:sp>
          <p:nvSpPr>
            <p:cNvPr id="71908" name="Rectangle 219">
              <a:extLst>
                <a:ext uri="{FF2B5EF4-FFF2-40B4-BE49-F238E27FC236}">
                  <a16:creationId xmlns:a16="http://schemas.microsoft.com/office/drawing/2014/main" id="{80DF785C-2265-4E91-9388-1A87F6523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8" y="2122"/>
              <a:ext cx="54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L3</a:t>
              </a:r>
              <a:endParaRPr lang="fr-FR" altLang="fr-FR"/>
            </a:p>
          </p:txBody>
        </p:sp>
        <p:sp>
          <p:nvSpPr>
            <p:cNvPr id="71909" name="Rectangle 220">
              <a:extLst>
                <a:ext uri="{FF2B5EF4-FFF2-40B4-BE49-F238E27FC236}">
                  <a16:creationId xmlns:a16="http://schemas.microsoft.com/office/drawing/2014/main" id="{EEFAF64C-CE5E-4591-A7EA-580BD98AE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8" y="2176"/>
              <a:ext cx="51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S1</a:t>
              </a:r>
              <a:endParaRPr lang="fr-FR" altLang="fr-FR"/>
            </a:p>
          </p:txBody>
        </p:sp>
        <p:sp>
          <p:nvSpPr>
            <p:cNvPr id="71910" name="Rectangle 221">
              <a:extLst>
                <a:ext uri="{FF2B5EF4-FFF2-40B4-BE49-F238E27FC236}">
                  <a16:creationId xmlns:a16="http://schemas.microsoft.com/office/drawing/2014/main" id="{2C07604E-3EEC-408D-8BF4-1FF7D1272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3086"/>
              <a:ext cx="51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S1</a:t>
              </a:r>
              <a:endParaRPr lang="fr-FR" altLang="fr-FR"/>
            </a:p>
          </p:txBody>
        </p:sp>
        <p:sp>
          <p:nvSpPr>
            <p:cNvPr id="71911" name="Rectangle 222">
              <a:extLst>
                <a:ext uri="{FF2B5EF4-FFF2-40B4-BE49-F238E27FC236}">
                  <a16:creationId xmlns:a16="http://schemas.microsoft.com/office/drawing/2014/main" id="{A46AA751-D82C-4760-8E91-7BC23F865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4" y="3086"/>
              <a:ext cx="51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S1</a:t>
              </a:r>
              <a:endParaRPr lang="fr-FR" altLang="fr-FR"/>
            </a:p>
          </p:txBody>
        </p:sp>
        <p:sp>
          <p:nvSpPr>
            <p:cNvPr id="71912" name="Rectangle 223">
              <a:extLst>
                <a:ext uri="{FF2B5EF4-FFF2-40B4-BE49-F238E27FC236}">
                  <a16:creationId xmlns:a16="http://schemas.microsoft.com/office/drawing/2014/main" id="{BEE407DF-6DDC-48D1-8FFD-455F9FE74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8" y="2221"/>
              <a:ext cx="51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S2</a:t>
              </a:r>
              <a:endParaRPr lang="fr-FR" altLang="fr-FR"/>
            </a:p>
          </p:txBody>
        </p:sp>
        <p:sp>
          <p:nvSpPr>
            <p:cNvPr id="71913" name="Rectangle 224">
              <a:extLst>
                <a:ext uri="{FF2B5EF4-FFF2-40B4-BE49-F238E27FC236}">
                  <a16:creationId xmlns:a16="http://schemas.microsoft.com/office/drawing/2014/main" id="{974A3337-7987-4495-98EE-FF1F69179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" y="3189"/>
              <a:ext cx="51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S2</a:t>
              </a:r>
              <a:endParaRPr lang="fr-FR" altLang="fr-FR"/>
            </a:p>
          </p:txBody>
        </p:sp>
        <p:sp>
          <p:nvSpPr>
            <p:cNvPr id="71914" name="Rectangle 225">
              <a:extLst>
                <a:ext uri="{FF2B5EF4-FFF2-40B4-BE49-F238E27FC236}">
                  <a16:creationId xmlns:a16="http://schemas.microsoft.com/office/drawing/2014/main" id="{279CD145-22BA-43DA-B74F-9A654F8BC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9" y="3189"/>
              <a:ext cx="51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S2</a:t>
              </a:r>
              <a:endParaRPr lang="fr-FR" altLang="fr-FR"/>
            </a:p>
          </p:txBody>
        </p:sp>
        <p:sp>
          <p:nvSpPr>
            <p:cNvPr id="71915" name="Rectangle 226">
              <a:extLst>
                <a:ext uri="{FF2B5EF4-FFF2-40B4-BE49-F238E27FC236}">
                  <a16:creationId xmlns:a16="http://schemas.microsoft.com/office/drawing/2014/main" id="{B6483A24-82D6-4BFF-A7A7-A5B1B2C56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8" y="2265"/>
              <a:ext cx="51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S3</a:t>
              </a:r>
              <a:endParaRPr lang="fr-FR" altLang="fr-FR"/>
            </a:p>
          </p:txBody>
        </p:sp>
        <p:sp>
          <p:nvSpPr>
            <p:cNvPr id="71916" name="Rectangle 227">
              <a:extLst>
                <a:ext uri="{FF2B5EF4-FFF2-40B4-BE49-F238E27FC236}">
                  <a16:creationId xmlns:a16="http://schemas.microsoft.com/office/drawing/2014/main" id="{900F2584-9DBD-4F4C-A71D-0A234AC39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8" y="2376"/>
              <a:ext cx="51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S5</a:t>
              </a:r>
              <a:endParaRPr lang="fr-FR" altLang="fr-FR"/>
            </a:p>
          </p:txBody>
        </p:sp>
        <p:sp>
          <p:nvSpPr>
            <p:cNvPr id="71917" name="Rectangle 228">
              <a:extLst>
                <a:ext uri="{FF2B5EF4-FFF2-40B4-BE49-F238E27FC236}">
                  <a16:creationId xmlns:a16="http://schemas.microsoft.com/office/drawing/2014/main" id="{8E6B5AE1-B3CD-476A-914A-BD68C5B1B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" y="2311"/>
              <a:ext cx="51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S4</a:t>
              </a:r>
              <a:endParaRPr lang="fr-FR" altLang="fr-FR"/>
            </a:p>
          </p:txBody>
        </p:sp>
        <p:sp>
          <p:nvSpPr>
            <p:cNvPr id="71918" name="Rectangle 229">
              <a:extLst>
                <a:ext uri="{FF2B5EF4-FFF2-40B4-BE49-F238E27FC236}">
                  <a16:creationId xmlns:a16="http://schemas.microsoft.com/office/drawing/2014/main" id="{56F500AC-AB70-4ED5-8309-4266D036F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8" y="1330"/>
              <a:ext cx="57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C4</a:t>
              </a:r>
              <a:endParaRPr lang="fr-FR" altLang="fr-FR"/>
            </a:p>
          </p:txBody>
        </p:sp>
        <p:sp>
          <p:nvSpPr>
            <p:cNvPr id="71919" name="Rectangle 230">
              <a:extLst>
                <a:ext uri="{FF2B5EF4-FFF2-40B4-BE49-F238E27FC236}">
                  <a16:creationId xmlns:a16="http://schemas.microsoft.com/office/drawing/2014/main" id="{6352F3D8-72D6-4FF2-9052-9B078A311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4" y="1723"/>
              <a:ext cx="57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C6</a:t>
              </a:r>
              <a:endParaRPr lang="fr-FR" altLang="fr-FR"/>
            </a:p>
          </p:txBody>
        </p:sp>
        <p:sp>
          <p:nvSpPr>
            <p:cNvPr id="71920" name="Rectangle 231">
              <a:extLst>
                <a:ext uri="{FF2B5EF4-FFF2-40B4-BE49-F238E27FC236}">
                  <a16:creationId xmlns:a16="http://schemas.microsoft.com/office/drawing/2014/main" id="{69558B80-D702-419C-8EE1-C2CC109C1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1723"/>
              <a:ext cx="57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C6</a:t>
              </a:r>
              <a:endParaRPr lang="fr-FR" altLang="fr-FR"/>
            </a:p>
          </p:txBody>
        </p:sp>
        <p:sp>
          <p:nvSpPr>
            <p:cNvPr id="71921" name="Rectangle 232">
              <a:extLst>
                <a:ext uri="{FF2B5EF4-FFF2-40B4-BE49-F238E27FC236}">
                  <a16:creationId xmlns:a16="http://schemas.microsoft.com/office/drawing/2014/main" id="{8070C497-6B56-406B-BFC1-BDC01D82B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2414"/>
              <a:ext cx="57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C7</a:t>
              </a:r>
              <a:endParaRPr lang="fr-FR" altLang="fr-FR"/>
            </a:p>
          </p:txBody>
        </p:sp>
        <p:sp>
          <p:nvSpPr>
            <p:cNvPr id="71922" name="Rectangle 233">
              <a:extLst>
                <a:ext uri="{FF2B5EF4-FFF2-40B4-BE49-F238E27FC236}">
                  <a16:creationId xmlns:a16="http://schemas.microsoft.com/office/drawing/2014/main" id="{3448B876-D198-4B82-A8D6-7564511BA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" y="2414"/>
              <a:ext cx="57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C7</a:t>
              </a:r>
              <a:endParaRPr lang="fr-FR" altLang="fr-FR"/>
            </a:p>
          </p:txBody>
        </p:sp>
        <p:sp>
          <p:nvSpPr>
            <p:cNvPr id="71923" name="Rectangle 234">
              <a:extLst>
                <a:ext uri="{FF2B5EF4-FFF2-40B4-BE49-F238E27FC236}">
                  <a16:creationId xmlns:a16="http://schemas.microsoft.com/office/drawing/2014/main" id="{63770400-A196-4011-AE51-AC77C64EB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4" y="2475"/>
              <a:ext cx="57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C8</a:t>
              </a:r>
              <a:endParaRPr lang="fr-FR" altLang="fr-FR"/>
            </a:p>
          </p:txBody>
        </p:sp>
        <p:sp>
          <p:nvSpPr>
            <p:cNvPr id="71924" name="Rectangle 235">
              <a:extLst>
                <a:ext uri="{FF2B5EF4-FFF2-40B4-BE49-F238E27FC236}">
                  <a16:creationId xmlns:a16="http://schemas.microsoft.com/office/drawing/2014/main" id="{FC5BF89E-ACEC-4428-B356-49DD611D6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2451"/>
              <a:ext cx="57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600">
                  <a:solidFill>
                    <a:srgbClr val="000000"/>
                  </a:solidFill>
                  <a:latin typeface="Myriad Roman"/>
                </a:rPr>
                <a:t>C8</a:t>
              </a:r>
              <a:endParaRPr lang="fr-FR" altLang="fr-FR"/>
            </a:p>
          </p:txBody>
        </p:sp>
        <p:sp>
          <p:nvSpPr>
            <p:cNvPr id="71925" name="Freeform 236">
              <a:extLst>
                <a:ext uri="{FF2B5EF4-FFF2-40B4-BE49-F238E27FC236}">
                  <a16:creationId xmlns:a16="http://schemas.microsoft.com/office/drawing/2014/main" id="{5EDAD3A6-4C35-4B39-A55C-3C78891EE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982"/>
              <a:ext cx="130" cy="262"/>
            </a:xfrm>
            <a:custGeom>
              <a:avLst/>
              <a:gdLst>
                <a:gd name="T0" fmla="*/ 128 w 131"/>
                <a:gd name="T1" fmla="*/ 0 h 264"/>
                <a:gd name="T2" fmla="*/ 0 w 131"/>
                <a:gd name="T3" fmla="*/ 258 h 264"/>
                <a:gd name="T4" fmla="*/ 128 w 131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264">
                  <a:moveTo>
                    <a:pt x="131" y="0"/>
                  </a:moveTo>
                  <a:cubicBezTo>
                    <a:pt x="131" y="0"/>
                    <a:pt x="68" y="36"/>
                    <a:pt x="0" y="264"/>
                  </a:cubicBezTo>
                  <a:cubicBezTo>
                    <a:pt x="0" y="264"/>
                    <a:pt x="74" y="49"/>
                    <a:pt x="131" y="0"/>
                  </a:cubicBezTo>
                  <a:close/>
                </a:path>
              </a:pathLst>
            </a:custGeom>
            <a:solidFill>
              <a:srgbClr val="D4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26" name="Freeform 237">
              <a:extLst>
                <a:ext uri="{FF2B5EF4-FFF2-40B4-BE49-F238E27FC236}">
                  <a16:creationId xmlns:a16="http://schemas.microsoft.com/office/drawing/2014/main" id="{B7148B08-F0CE-49EC-9609-9026054E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342"/>
              <a:ext cx="54" cy="216"/>
            </a:xfrm>
            <a:custGeom>
              <a:avLst/>
              <a:gdLst>
                <a:gd name="T0" fmla="*/ 54 w 54"/>
                <a:gd name="T1" fmla="*/ 0 h 218"/>
                <a:gd name="T2" fmla="*/ 14 w 54"/>
                <a:gd name="T3" fmla="*/ 212 h 218"/>
                <a:gd name="T4" fmla="*/ 54 w 54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18">
                  <a:moveTo>
                    <a:pt x="54" y="0"/>
                  </a:moveTo>
                  <a:cubicBezTo>
                    <a:pt x="54" y="0"/>
                    <a:pt x="0" y="52"/>
                    <a:pt x="14" y="218"/>
                  </a:cubicBezTo>
                  <a:cubicBezTo>
                    <a:pt x="14" y="218"/>
                    <a:pt x="11" y="61"/>
                    <a:pt x="54" y="0"/>
                  </a:cubicBezTo>
                  <a:close/>
                </a:path>
              </a:pathLst>
            </a:custGeom>
            <a:solidFill>
              <a:srgbClr val="D4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27" name="Freeform 238">
              <a:extLst>
                <a:ext uri="{FF2B5EF4-FFF2-40B4-BE49-F238E27FC236}">
                  <a16:creationId xmlns:a16="http://schemas.microsoft.com/office/drawing/2014/main" id="{3DEC09F1-862D-48BB-A396-69D2F8B60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728"/>
              <a:ext cx="137" cy="230"/>
            </a:xfrm>
            <a:custGeom>
              <a:avLst/>
              <a:gdLst>
                <a:gd name="T0" fmla="*/ 135 w 138"/>
                <a:gd name="T1" fmla="*/ 0 h 232"/>
                <a:gd name="T2" fmla="*/ 50 w 138"/>
                <a:gd name="T3" fmla="*/ 226 h 232"/>
                <a:gd name="T4" fmla="*/ 135 w 138"/>
                <a:gd name="T5" fmla="*/ 0 h 2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32">
                  <a:moveTo>
                    <a:pt x="138" y="0"/>
                  </a:moveTo>
                  <a:cubicBezTo>
                    <a:pt x="138" y="0"/>
                    <a:pt x="0" y="62"/>
                    <a:pt x="50" y="232"/>
                  </a:cubicBezTo>
                  <a:cubicBezTo>
                    <a:pt x="50" y="232"/>
                    <a:pt x="23" y="70"/>
                    <a:pt x="138" y="0"/>
                  </a:cubicBezTo>
                  <a:close/>
                </a:path>
              </a:pathLst>
            </a:custGeom>
            <a:solidFill>
              <a:srgbClr val="D4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28" name="Freeform 239">
              <a:extLst>
                <a:ext uri="{FF2B5EF4-FFF2-40B4-BE49-F238E27FC236}">
                  <a16:creationId xmlns:a16="http://schemas.microsoft.com/office/drawing/2014/main" id="{AD4755B3-A149-45C4-AE30-DEA7135C6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119"/>
              <a:ext cx="98" cy="123"/>
            </a:xfrm>
            <a:custGeom>
              <a:avLst/>
              <a:gdLst>
                <a:gd name="T0" fmla="*/ 96 w 99"/>
                <a:gd name="T1" fmla="*/ 33 h 124"/>
                <a:gd name="T2" fmla="*/ 0 w 99"/>
                <a:gd name="T3" fmla="*/ 121 h 124"/>
                <a:gd name="T4" fmla="*/ 88 w 99"/>
                <a:gd name="T5" fmla="*/ 32 h 124"/>
                <a:gd name="T6" fmla="*/ 88 w 99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124">
                  <a:moveTo>
                    <a:pt x="99" y="33"/>
                  </a:moveTo>
                  <a:cubicBezTo>
                    <a:pt x="68" y="103"/>
                    <a:pt x="0" y="124"/>
                    <a:pt x="0" y="124"/>
                  </a:cubicBezTo>
                  <a:cubicBezTo>
                    <a:pt x="75" y="83"/>
                    <a:pt x="91" y="32"/>
                    <a:pt x="91" y="32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D4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29" name="Freeform 240">
              <a:extLst>
                <a:ext uri="{FF2B5EF4-FFF2-40B4-BE49-F238E27FC236}">
                  <a16:creationId xmlns:a16="http://schemas.microsoft.com/office/drawing/2014/main" id="{37D39D65-FB92-47B6-A80E-F03698E6B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603"/>
              <a:ext cx="75" cy="447"/>
            </a:xfrm>
            <a:custGeom>
              <a:avLst/>
              <a:gdLst>
                <a:gd name="T0" fmla="*/ 0 w 76"/>
                <a:gd name="T1" fmla="*/ 0 h 451"/>
                <a:gd name="T2" fmla="*/ 23 w 76"/>
                <a:gd name="T3" fmla="*/ 165 h 451"/>
                <a:gd name="T4" fmla="*/ 38 w 76"/>
                <a:gd name="T5" fmla="*/ 439 h 451"/>
                <a:gd name="T6" fmla="*/ 0 w 76"/>
                <a:gd name="T7" fmla="*/ 0 h 4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451">
                  <a:moveTo>
                    <a:pt x="0" y="0"/>
                  </a:moveTo>
                  <a:cubicBezTo>
                    <a:pt x="0" y="0"/>
                    <a:pt x="13" y="113"/>
                    <a:pt x="23" y="168"/>
                  </a:cubicBezTo>
                  <a:cubicBezTo>
                    <a:pt x="33" y="223"/>
                    <a:pt x="52" y="369"/>
                    <a:pt x="39" y="451"/>
                  </a:cubicBezTo>
                  <a:cubicBezTo>
                    <a:pt x="39" y="451"/>
                    <a:pt x="76" y="378"/>
                    <a:pt x="0" y="0"/>
                  </a:cubicBezTo>
                  <a:close/>
                </a:path>
              </a:pathLst>
            </a:custGeom>
            <a:solidFill>
              <a:srgbClr val="F9E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30" name="Freeform 241">
              <a:extLst>
                <a:ext uri="{FF2B5EF4-FFF2-40B4-BE49-F238E27FC236}">
                  <a16:creationId xmlns:a16="http://schemas.microsoft.com/office/drawing/2014/main" id="{FEC9F253-775E-4223-A9C5-6CDBE2CF4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192"/>
              <a:ext cx="66" cy="724"/>
            </a:xfrm>
            <a:custGeom>
              <a:avLst/>
              <a:gdLst>
                <a:gd name="T0" fmla="*/ 32 w 66"/>
                <a:gd name="T1" fmla="*/ 0 h 730"/>
                <a:gd name="T2" fmla="*/ 66 w 66"/>
                <a:gd name="T3" fmla="*/ 712 h 730"/>
                <a:gd name="T4" fmla="*/ 32 w 66"/>
                <a:gd name="T5" fmla="*/ 0 h 7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730">
                  <a:moveTo>
                    <a:pt x="32" y="0"/>
                  </a:moveTo>
                  <a:cubicBezTo>
                    <a:pt x="32" y="0"/>
                    <a:pt x="0" y="406"/>
                    <a:pt x="66" y="730"/>
                  </a:cubicBezTo>
                  <a:cubicBezTo>
                    <a:pt x="66" y="730"/>
                    <a:pt x="12" y="300"/>
                    <a:pt x="32" y="0"/>
                  </a:cubicBezTo>
                  <a:close/>
                </a:path>
              </a:pathLst>
            </a:custGeom>
            <a:solidFill>
              <a:srgbClr val="D0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31" name="Freeform 242">
              <a:extLst>
                <a:ext uri="{FF2B5EF4-FFF2-40B4-BE49-F238E27FC236}">
                  <a16:creationId xmlns:a16="http://schemas.microsoft.com/office/drawing/2014/main" id="{2E898F19-C9B6-423B-B13D-6027E50F1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3265"/>
              <a:ext cx="82" cy="338"/>
            </a:xfrm>
            <a:custGeom>
              <a:avLst/>
              <a:gdLst>
                <a:gd name="T0" fmla="*/ 41 w 83"/>
                <a:gd name="T1" fmla="*/ 0 h 340"/>
                <a:gd name="T2" fmla="*/ 80 w 83"/>
                <a:gd name="T3" fmla="*/ 334 h 340"/>
                <a:gd name="T4" fmla="*/ 41 w 83"/>
                <a:gd name="T5" fmla="*/ 0 h 3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340">
                  <a:moveTo>
                    <a:pt x="43" y="0"/>
                  </a:moveTo>
                  <a:cubicBezTo>
                    <a:pt x="43" y="0"/>
                    <a:pt x="0" y="177"/>
                    <a:pt x="83" y="340"/>
                  </a:cubicBezTo>
                  <a:cubicBezTo>
                    <a:pt x="83" y="340"/>
                    <a:pt x="22" y="162"/>
                    <a:pt x="43" y="0"/>
                  </a:cubicBezTo>
                  <a:close/>
                </a:path>
              </a:pathLst>
            </a:custGeom>
            <a:solidFill>
              <a:srgbClr val="DFB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32" name="Freeform 243">
              <a:extLst>
                <a:ext uri="{FF2B5EF4-FFF2-40B4-BE49-F238E27FC236}">
                  <a16:creationId xmlns:a16="http://schemas.microsoft.com/office/drawing/2014/main" id="{ACED38F6-594D-4D55-A811-02BE0A1E5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2497"/>
              <a:ext cx="21" cy="509"/>
            </a:xfrm>
            <a:custGeom>
              <a:avLst/>
              <a:gdLst>
                <a:gd name="T0" fmla="*/ 5 w 21"/>
                <a:gd name="T1" fmla="*/ 0 h 513"/>
                <a:gd name="T2" fmla="*/ 18 w 21"/>
                <a:gd name="T3" fmla="*/ 196 h 513"/>
                <a:gd name="T4" fmla="*/ 2 w 21"/>
                <a:gd name="T5" fmla="*/ 501 h 513"/>
                <a:gd name="T6" fmla="*/ 12 w 21"/>
                <a:gd name="T7" fmla="*/ 197 h 513"/>
                <a:gd name="T8" fmla="*/ 5 w 21"/>
                <a:gd name="T9" fmla="*/ 0 h 5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13">
                  <a:moveTo>
                    <a:pt x="5" y="0"/>
                  </a:moveTo>
                  <a:cubicBezTo>
                    <a:pt x="5" y="0"/>
                    <a:pt x="21" y="107"/>
                    <a:pt x="18" y="202"/>
                  </a:cubicBezTo>
                  <a:cubicBezTo>
                    <a:pt x="15" y="297"/>
                    <a:pt x="0" y="498"/>
                    <a:pt x="2" y="513"/>
                  </a:cubicBezTo>
                  <a:cubicBezTo>
                    <a:pt x="2" y="513"/>
                    <a:pt x="13" y="271"/>
                    <a:pt x="12" y="203"/>
                  </a:cubicBezTo>
                  <a:cubicBezTo>
                    <a:pt x="11" y="136"/>
                    <a:pt x="11" y="36"/>
                    <a:pt x="5" y="0"/>
                  </a:cubicBezTo>
                  <a:close/>
                </a:path>
              </a:pathLst>
            </a:custGeom>
            <a:solidFill>
              <a:srgbClr val="51A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33" name="Freeform 244">
              <a:extLst>
                <a:ext uri="{FF2B5EF4-FFF2-40B4-BE49-F238E27FC236}">
                  <a16:creationId xmlns:a16="http://schemas.microsoft.com/office/drawing/2014/main" id="{2BB4E3F7-9687-4C3A-8BD6-C29FC206F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477"/>
              <a:ext cx="208" cy="51"/>
            </a:xfrm>
            <a:custGeom>
              <a:avLst/>
              <a:gdLst>
                <a:gd name="T0" fmla="*/ 206 w 209"/>
                <a:gd name="T1" fmla="*/ 0 h 52"/>
                <a:gd name="T2" fmla="*/ 0 w 209"/>
                <a:gd name="T3" fmla="*/ 29 h 52"/>
                <a:gd name="T4" fmla="*/ 206 w 209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9" h="52">
                  <a:moveTo>
                    <a:pt x="209" y="0"/>
                  </a:moveTo>
                  <a:cubicBezTo>
                    <a:pt x="209" y="0"/>
                    <a:pt x="172" y="52"/>
                    <a:pt x="0" y="32"/>
                  </a:cubicBezTo>
                  <a:cubicBezTo>
                    <a:pt x="0" y="32"/>
                    <a:pt x="145" y="48"/>
                    <a:pt x="209" y="0"/>
                  </a:cubicBezTo>
                  <a:close/>
                </a:path>
              </a:pathLst>
            </a:custGeom>
            <a:solidFill>
              <a:srgbClr val="DFB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34" name="Freeform 245">
              <a:extLst>
                <a:ext uri="{FF2B5EF4-FFF2-40B4-BE49-F238E27FC236}">
                  <a16:creationId xmlns:a16="http://schemas.microsoft.com/office/drawing/2014/main" id="{7746DFE0-C805-46C2-B891-AD1290CD1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482"/>
              <a:ext cx="193" cy="47"/>
            </a:xfrm>
            <a:custGeom>
              <a:avLst/>
              <a:gdLst>
                <a:gd name="T0" fmla="*/ 0 w 195"/>
                <a:gd name="T1" fmla="*/ 0 h 48"/>
                <a:gd name="T2" fmla="*/ 189 w 195"/>
                <a:gd name="T3" fmla="*/ 22 h 48"/>
                <a:gd name="T4" fmla="*/ 0 w 195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5" h="48">
                  <a:moveTo>
                    <a:pt x="0" y="0"/>
                  </a:moveTo>
                  <a:cubicBezTo>
                    <a:pt x="0" y="0"/>
                    <a:pt x="64" y="48"/>
                    <a:pt x="195" y="22"/>
                  </a:cubicBezTo>
                  <a:cubicBezTo>
                    <a:pt x="195" y="22"/>
                    <a:pt x="87" y="40"/>
                    <a:pt x="0" y="0"/>
                  </a:cubicBezTo>
                  <a:close/>
                </a:path>
              </a:pathLst>
            </a:custGeom>
            <a:solidFill>
              <a:srgbClr val="DFB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35" name="Freeform 246">
              <a:extLst>
                <a:ext uri="{FF2B5EF4-FFF2-40B4-BE49-F238E27FC236}">
                  <a16:creationId xmlns:a16="http://schemas.microsoft.com/office/drawing/2014/main" id="{9D4BCDB8-72F2-4D64-8378-B86E87367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293"/>
              <a:ext cx="84" cy="674"/>
            </a:xfrm>
            <a:custGeom>
              <a:avLst/>
              <a:gdLst>
                <a:gd name="T0" fmla="*/ 42 w 85"/>
                <a:gd name="T1" fmla="*/ 0 h 679"/>
                <a:gd name="T2" fmla="*/ 0 w 85"/>
                <a:gd name="T3" fmla="*/ 664 h 679"/>
                <a:gd name="T4" fmla="*/ 42 w 85"/>
                <a:gd name="T5" fmla="*/ 0 h 6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679">
                  <a:moveTo>
                    <a:pt x="43" y="0"/>
                  </a:moveTo>
                  <a:cubicBezTo>
                    <a:pt x="43" y="0"/>
                    <a:pt x="85" y="474"/>
                    <a:pt x="0" y="679"/>
                  </a:cubicBezTo>
                  <a:cubicBezTo>
                    <a:pt x="0" y="679"/>
                    <a:pt x="61" y="442"/>
                    <a:pt x="43" y="0"/>
                  </a:cubicBezTo>
                  <a:close/>
                </a:path>
              </a:pathLst>
            </a:custGeom>
            <a:solidFill>
              <a:srgbClr val="51A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36" name="Freeform 247">
              <a:extLst>
                <a:ext uri="{FF2B5EF4-FFF2-40B4-BE49-F238E27FC236}">
                  <a16:creationId xmlns:a16="http://schemas.microsoft.com/office/drawing/2014/main" id="{6710DB02-61B7-4117-8630-25D39F0A4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3304"/>
              <a:ext cx="65" cy="419"/>
            </a:xfrm>
            <a:custGeom>
              <a:avLst/>
              <a:gdLst>
                <a:gd name="T0" fmla="*/ 20 w 66"/>
                <a:gd name="T1" fmla="*/ 0 h 422"/>
                <a:gd name="T2" fmla="*/ 33 w 66"/>
                <a:gd name="T3" fmla="*/ 208 h 422"/>
                <a:gd name="T4" fmla="*/ 5 w 66"/>
                <a:gd name="T5" fmla="*/ 410 h 422"/>
                <a:gd name="T6" fmla="*/ 26 w 66"/>
                <a:gd name="T7" fmla="*/ 208 h 422"/>
                <a:gd name="T8" fmla="*/ 20 w 66"/>
                <a:gd name="T9" fmla="*/ 0 h 4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22">
                  <a:moveTo>
                    <a:pt x="20" y="0"/>
                  </a:moveTo>
                  <a:cubicBezTo>
                    <a:pt x="20" y="0"/>
                    <a:pt x="66" y="136"/>
                    <a:pt x="35" y="211"/>
                  </a:cubicBezTo>
                  <a:cubicBezTo>
                    <a:pt x="0" y="297"/>
                    <a:pt x="4" y="416"/>
                    <a:pt x="5" y="419"/>
                  </a:cubicBezTo>
                  <a:cubicBezTo>
                    <a:pt x="6" y="422"/>
                    <a:pt x="2" y="275"/>
                    <a:pt x="26" y="211"/>
                  </a:cubicBezTo>
                  <a:cubicBezTo>
                    <a:pt x="50" y="148"/>
                    <a:pt x="29" y="18"/>
                    <a:pt x="20" y="0"/>
                  </a:cubicBezTo>
                  <a:close/>
                </a:path>
              </a:pathLst>
            </a:custGeom>
            <a:solidFill>
              <a:srgbClr val="51A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37" name="Freeform 248">
              <a:extLst>
                <a:ext uri="{FF2B5EF4-FFF2-40B4-BE49-F238E27FC236}">
                  <a16:creationId xmlns:a16="http://schemas.microsoft.com/office/drawing/2014/main" id="{BFCA032B-6697-4B3A-B07A-66B4CEF3C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960"/>
              <a:ext cx="48" cy="285"/>
            </a:xfrm>
            <a:custGeom>
              <a:avLst/>
              <a:gdLst>
                <a:gd name="T0" fmla="*/ 18 w 49"/>
                <a:gd name="T1" fmla="*/ 0 h 287"/>
                <a:gd name="T2" fmla="*/ 12 w 49"/>
                <a:gd name="T3" fmla="*/ 185 h 287"/>
                <a:gd name="T4" fmla="*/ 46 w 49"/>
                <a:gd name="T5" fmla="*/ 281 h 287"/>
                <a:gd name="T6" fmla="*/ 23 w 49"/>
                <a:gd name="T7" fmla="*/ 203 h 287"/>
                <a:gd name="T8" fmla="*/ 18 w 49"/>
                <a:gd name="T9" fmla="*/ 0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87">
                  <a:moveTo>
                    <a:pt x="18" y="0"/>
                  </a:moveTo>
                  <a:cubicBezTo>
                    <a:pt x="18" y="0"/>
                    <a:pt x="0" y="141"/>
                    <a:pt x="12" y="188"/>
                  </a:cubicBezTo>
                  <a:cubicBezTo>
                    <a:pt x="25" y="235"/>
                    <a:pt x="47" y="279"/>
                    <a:pt x="49" y="287"/>
                  </a:cubicBezTo>
                  <a:cubicBezTo>
                    <a:pt x="49" y="287"/>
                    <a:pt x="31" y="233"/>
                    <a:pt x="23" y="206"/>
                  </a:cubicBezTo>
                  <a:cubicBezTo>
                    <a:pt x="14" y="179"/>
                    <a:pt x="6" y="54"/>
                    <a:pt x="18" y="0"/>
                  </a:cubicBezTo>
                  <a:close/>
                </a:path>
              </a:pathLst>
            </a:custGeom>
            <a:solidFill>
              <a:srgbClr val="D0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38" name="Freeform 249">
              <a:extLst>
                <a:ext uri="{FF2B5EF4-FFF2-40B4-BE49-F238E27FC236}">
                  <a16:creationId xmlns:a16="http://schemas.microsoft.com/office/drawing/2014/main" id="{837C6742-89BE-4FB8-9BE5-0A7DE2EAD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3938"/>
              <a:ext cx="51" cy="64"/>
            </a:xfrm>
            <a:custGeom>
              <a:avLst/>
              <a:gdLst>
                <a:gd name="T0" fmla="*/ 4 w 51"/>
                <a:gd name="T1" fmla="*/ 0 h 65"/>
                <a:gd name="T2" fmla="*/ 2 w 51"/>
                <a:gd name="T3" fmla="*/ 21 h 65"/>
                <a:gd name="T4" fmla="*/ 17 w 51"/>
                <a:gd name="T5" fmla="*/ 32 h 65"/>
                <a:gd name="T6" fmla="*/ 51 w 51"/>
                <a:gd name="T7" fmla="*/ 62 h 65"/>
                <a:gd name="T8" fmla="*/ 38 w 51"/>
                <a:gd name="T9" fmla="*/ 39 h 65"/>
                <a:gd name="T10" fmla="*/ 24 w 51"/>
                <a:gd name="T11" fmla="*/ 29 h 65"/>
                <a:gd name="T12" fmla="*/ 9 w 51"/>
                <a:gd name="T13" fmla="*/ 21 h 65"/>
                <a:gd name="T14" fmla="*/ 6 w 51"/>
                <a:gd name="T15" fmla="*/ 3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5">
                  <a:moveTo>
                    <a:pt x="4" y="0"/>
                  </a:moveTo>
                  <a:cubicBezTo>
                    <a:pt x="4" y="6"/>
                    <a:pt x="0" y="15"/>
                    <a:pt x="2" y="21"/>
                  </a:cubicBezTo>
                  <a:cubicBezTo>
                    <a:pt x="4" y="29"/>
                    <a:pt x="12" y="30"/>
                    <a:pt x="17" y="33"/>
                  </a:cubicBezTo>
                  <a:cubicBezTo>
                    <a:pt x="31" y="40"/>
                    <a:pt x="43" y="53"/>
                    <a:pt x="51" y="65"/>
                  </a:cubicBezTo>
                  <a:cubicBezTo>
                    <a:pt x="45" y="60"/>
                    <a:pt x="43" y="49"/>
                    <a:pt x="38" y="42"/>
                  </a:cubicBezTo>
                  <a:cubicBezTo>
                    <a:pt x="34" y="37"/>
                    <a:pt x="29" y="32"/>
                    <a:pt x="24" y="29"/>
                  </a:cubicBezTo>
                  <a:cubicBezTo>
                    <a:pt x="19" y="26"/>
                    <a:pt x="12" y="24"/>
                    <a:pt x="9" y="21"/>
                  </a:cubicBezTo>
                  <a:cubicBezTo>
                    <a:pt x="6" y="16"/>
                    <a:pt x="6" y="8"/>
                    <a:pt x="6" y="3"/>
                  </a:cubicBezTo>
                </a:path>
              </a:pathLst>
            </a:custGeom>
            <a:solidFill>
              <a:srgbClr val="DFB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39" name="Freeform 250">
              <a:extLst>
                <a:ext uri="{FF2B5EF4-FFF2-40B4-BE49-F238E27FC236}">
                  <a16:creationId xmlns:a16="http://schemas.microsoft.com/office/drawing/2014/main" id="{6536FFD4-8497-4FC0-88C5-33B40DF7E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3773"/>
              <a:ext cx="27" cy="152"/>
            </a:xfrm>
            <a:custGeom>
              <a:avLst/>
              <a:gdLst>
                <a:gd name="T0" fmla="*/ 0 w 28"/>
                <a:gd name="T1" fmla="*/ 0 h 153"/>
                <a:gd name="T2" fmla="*/ 9 w 28"/>
                <a:gd name="T3" fmla="*/ 86 h 153"/>
                <a:gd name="T4" fmla="*/ 25 w 28"/>
                <a:gd name="T5" fmla="*/ 150 h 153"/>
                <a:gd name="T6" fmla="*/ 14 w 28"/>
                <a:gd name="T7" fmla="*/ 107 h 153"/>
                <a:gd name="T8" fmla="*/ 14 w 28"/>
                <a:gd name="T9" fmla="*/ 62 h 153"/>
                <a:gd name="T10" fmla="*/ 9 w 28"/>
                <a:gd name="T11" fmla="*/ 26 h 153"/>
                <a:gd name="T12" fmla="*/ 0 w 28"/>
                <a:gd name="T13" fmla="*/ 2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53">
                  <a:moveTo>
                    <a:pt x="0" y="0"/>
                  </a:moveTo>
                  <a:cubicBezTo>
                    <a:pt x="12" y="26"/>
                    <a:pt x="9" y="61"/>
                    <a:pt x="9" y="89"/>
                  </a:cubicBezTo>
                  <a:cubicBezTo>
                    <a:pt x="9" y="113"/>
                    <a:pt x="15" y="133"/>
                    <a:pt x="28" y="153"/>
                  </a:cubicBezTo>
                  <a:cubicBezTo>
                    <a:pt x="25" y="139"/>
                    <a:pt x="17" y="125"/>
                    <a:pt x="15" y="110"/>
                  </a:cubicBezTo>
                  <a:cubicBezTo>
                    <a:pt x="14" y="95"/>
                    <a:pt x="16" y="78"/>
                    <a:pt x="16" y="62"/>
                  </a:cubicBezTo>
                  <a:cubicBezTo>
                    <a:pt x="16" y="49"/>
                    <a:pt x="13" y="38"/>
                    <a:pt x="9" y="26"/>
                  </a:cubicBezTo>
                  <a:cubicBezTo>
                    <a:pt x="7" y="18"/>
                    <a:pt x="2" y="10"/>
                    <a:pt x="0" y="2"/>
                  </a:cubicBezTo>
                </a:path>
              </a:pathLst>
            </a:custGeom>
            <a:solidFill>
              <a:srgbClr val="DFB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40" name="Freeform 251">
              <a:extLst>
                <a:ext uri="{FF2B5EF4-FFF2-40B4-BE49-F238E27FC236}">
                  <a16:creationId xmlns:a16="http://schemas.microsoft.com/office/drawing/2014/main" id="{AFAB5950-BD80-4D31-8C37-264041C48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841"/>
              <a:ext cx="36" cy="177"/>
            </a:xfrm>
            <a:custGeom>
              <a:avLst/>
              <a:gdLst>
                <a:gd name="T0" fmla="*/ 34 w 37"/>
                <a:gd name="T1" fmla="*/ 0 h 179"/>
                <a:gd name="T2" fmla="*/ 31 w 37"/>
                <a:gd name="T3" fmla="*/ 26 h 179"/>
                <a:gd name="T4" fmla="*/ 27 w 37"/>
                <a:gd name="T5" fmla="*/ 48 h 179"/>
                <a:gd name="T6" fmla="*/ 19 w 37"/>
                <a:gd name="T7" fmla="*/ 89 h 179"/>
                <a:gd name="T8" fmla="*/ 12 w 37"/>
                <a:gd name="T9" fmla="*/ 127 h 179"/>
                <a:gd name="T10" fmla="*/ 5 w 37"/>
                <a:gd name="T11" fmla="*/ 167 h 179"/>
                <a:gd name="T12" fmla="*/ 9 w 37"/>
                <a:gd name="T13" fmla="*/ 173 h 179"/>
                <a:gd name="T14" fmla="*/ 10 w 37"/>
                <a:gd name="T15" fmla="*/ 149 h 179"/>
                <a:gd name="T16" fmla="*/ 18 w 37"/>
                <a:gd name="T17" fmla="*/ 127 h 179"/>
                <a:gd name="T18" fmla="*/ 28 w 37"/>
                <a:gd name="T19" fmla="*/ 78 h 179"/>
                <a:gd name="T20" fmla="*/ 34 w 37"/>
                <a:gd name="T21" fmla="*/ 5 h 179"/>
                <a:gd name="T22" fmla="*/ 34 w 37"/>
                <a:gd name="T23" fmla="*/ 1 h 1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179">
                  <a:moveTo>
                    <a:pt x="37" y="0"/>
                  </a:moveTo>
                  <a:cubicBezTo>
                    <a:pt x="34" y="8"/>
                    <a:pt x="35" y="18"/>
                    <a:pt x="34" y="26"/>
                  </a:cubicBezTo>
                  <a:cubicBezTo>
                    <a:pt x="33" y="35"/>
                    <a:pt x="31" y="43"/>
                    <a:pt x="30" y="51"/>
                  </a:cubicBezTo>
                  <a:cubicBezTo>
                    <a:pt x="28" y="64"/>
                    <a:pt x="25" y="79"/>
                    <a:pt x="22" y="92"/>
                  </a:cubicBezTo>
                  <a:cubicBezTo>
                    <a:pt x="19" y="104"/>
                    <a:pt x="16" y="118"/>
                    <a:pt x="12" y="130"/>
                  </a:cubicBezTo>
                  <a:cubicBezTo>
                    <a:pt x="7" y="143"/>
                    <a:pt x="0" y="160"/>
                    <a:pt x="5" y="173"/>
                  </a:cubicBezTo>
                  <a:cubicBezTo>
                    <a:pt x="6" y="175"/>
                    <a:pt x="8" y="178"/>
                    <a:pt x="9" y="179"/>
                  </a:cubicBezTo>
                  <a:cubicBezTo>
                    <a:pt x="10" y="171"/>
                    <a:pt x="7" y="163"/>
                    <a:pt x="10" y="155"/>
                  </a:cubicBezTo>
                  <a:cubicBezTo>
                    <a:pt x="12" y="147"/>
                    <a:pt x="16" y="139"/>
                    <a:pt x="19" y="130"/>
                  </a:cubicBezTo>
                  <a:cubicBezTo>
                    <a:pt x="24" y="114"/>
                    <a:pt x="28" y="97"/>
                    <a:pt x="31" y="81"/>
                  </a:cubicBezTo>
                  <a:cubicBezTo>
                    <a:pt x="35" y="56"/>
                    <a:pt x="34" y="31"/>
                    <a:pt x="37" y="5"/>
                  </a:cubicBezTo>
                  <a:cubicBezTo>
                    <a:pt x="37" y="4"/>
                    <a:pt x="37" y="2"/>
                    <a:pt x="37" y="1"/>
                  </a:cubicBezTo>
                </a:path>
              </a:pathLst>
            </a:custGeom>
            <a:solidFill>
              <a:srgbClr val="DFB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41" name="Freeform 252">
              <a:extLst>
                <a:ext uri="{FF2B5EF4-FFF2-40B4-BE49-F238E27FC236}">
                  <a16:creationId xmlns:a16="http://schemas.microsoft.com/office/drawing/2014/main" id="{DCBB61EE-D403-456E-BD0B-54448EE32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939"/>
              <a:ext cx="11" cy="101"/>
            </a:xfrm>
            <a:custGeom>
              <a:avLst/>
              <a:gdLst>
                <a:gd name="T0" fmla="*/ 11 w 11"/>
                <a:gd name="T1" fmla="*/ 0 h 102"/>
                <a:gd name="T2" fmla="*/ 3 w 11"/>
                <a:gd name="T3" fmla="*/ 48 h 102"/>
                <a:gd name="T4" fmla="*/ 1 w 11"/>
                <a:gd name="T5" fmla="*/ 75 h 102"/>
                <a:gd name="T6" fmla="*/ 8 w 11"/>
                <a:gd name="T7" fmla="*/ 99 h 102"/>
                <a:gd name="T8" fmla="*/ 4 w 11"/>
                <a:gd name="T9" fmla="*/ 81 h 102"/>
                <a:gd name="T10" fmla="*/ 3 w 11"/>
                <a:gd name="T11" fmla="*/ 65 h 102"/>
                <a:gd name="T12" fmla="*/ 5 w 11"/>
                <a:gd name="T13" fmla="*/ 39 h 102"/>
                <a:gd name="T14" fmla="*/ 9 w 11"/>
                <a:gd name="T15" fmla="*/ 17 h 102"/>
                <a:gd name="T16" fmla="*/ 11 w 11"/>
                <a:gd name="T17" fmla="*/ 2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02">
                  <a:moveTo>
                    <a:pt x="11" y="0"/>
                  </a:moveTo>
                  <a:cubicBezTo>
                    <a:pt x="7" y="16"/>
                    <a:pt x="4" y="32"/>
                    <a:pt x="3" y="48"/>
                  </a:cubicBezTo>
                  <a:cubicBezTo>
                    <a:pt x="1" y="58"/>
                    <a:pt x="0" y="68"/>
                    <a:pt x="1" y="78"/>
                  </a:cubicBezTo>
                  <a:cubicBezTo>
                    <a:pt x="1" y="87"/>
                    <a:pt x="4" y="94"/>
                    <a:pt x="8" y="102"/>
                  </a:cubicBezTo>
                  <a:cubicBezTo>
                    <a:pt x="5" y="97"/>
                    <a:pt x="5" y="89"/>
                    <a:pt x="4" y="84"/>
                  </a:cubicBezTo>
                  <a:cubicBezTo>
                    <a:pt x="4" y="79"/>
                    <a:pt x="3" y="73"/>
                    <a:pt x="3" y="68"/>
                  </a:cubicBezTo>
                  <a:cubicBezTo>
                    <a:pt x="3" y="59"/>
                    <a:pt x="4" y="48"/>
                    <a:pt x="5" y="39"/>
                  </a:cubicBezTo>
                  <a:cubicBezTo>
                    <a:pt x="7" y="32"/>
                    <a:pt x="8" y="25"/>
                    <a:pt x="9" y="17"/>
                  </a:cubicBezTo>
                  <a:cubicBezTo>
                    <a:pt x="9" y="13"/>
                    <a:pt x="11" y="6"/>
                    <a:pt x="11" y="2"/>
                  </a:cubicBezTo>
                </a:path>
              </a:pathLst>
            </a:custGeom>
            <a:solidFill>
              <a:srgbClr val="DFB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42" name="Freeform 253">
              <a:extLst>
                <a:ext uri="{FF2B5EF4-FFF2-40B4-BE49-F238E27FC236}">
                  <a16:creationId xmlns:a16="http://schemas.microsoft.com/office/drawing/2014/main" id="{B796F5B2-CA21-48DE-8865-74A2D3A65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711"/>
              <a:ext cx="1799" cy="3347"/>
            </a:xfrm>
            <a:custGeom>
              <a:avLst/>
              <a:gdLst>
                <a:gd name="T0" fmla="*/ 705 w 1812"/>
                <a:gd name="T1" fmla="*/ 244 h 3374"/>
                <a:gd name="T2" fmla="*/ 697 w 1812"/>
                <a:gd name="T3" fmla="*/ 295 h 3374"/>
                <a:gd name="T4" fmla="*/ 745 w 1812"/>
                <a:gd name="T5" fmla="*/ 429 h 3374"/>
                <a:gd name="T6" fmla="*/ 577 w 1812"/>
                <a:gd name="T7" fmla="*/ 545 h 3374"/>
                <a:gd name="T8" fmla="*/ 360 w 1812"/>
                <a:gd name="T9" fmla="*/ 1135 h 3374"/>
                <a:gd name="T10" fmla="*/ 193 w 1812"/>
                <a:gd name="T11" fmla="*/ 1516 h 3374"/>
                <a:gd name="T12" fmla="*/ 85 w 1812"/>
                <a:gd name="T13" fmla="*/ 1686 h 3374"/>
                <a:gd name="T14" fmla="*/ 0 w 1812"/>
                <a:gd name="T15" fmla="*/ 1759 h 3374"/>
                <a:gd name="T16" fmla="*/ 111 w 1812"/>
                <a:gd name="T17" fmla="*/ 1745 h 3374"/>
                <a:gd name="T18" fmla="*/ 97 w 1812"/>
                <a:gd name="T19" fmla="*/ 1957 h 3374"/>
                <a:gd name="T20" fmla="*/ 157 w 1812"/>
                <a:gd name="T21" fmla="*/ 1984 h 3374"/>
                <a:gd name="T22" fmla="*/ 224 w 1812"/>
                <a:gd name="T23" fmla="*/ 1965 h 3374"/>
                <a:gd name="T24" fmla="*/ 329 w 1812"/>
                <a:gd name="T25" fmla="*/ 1905 h 3374"/>
                <a:gd name="T26" fmla="*/ 284 w 1812"/>
                <a:gd name="T27" fmla="*/ 1648 h 3374"/>
                <a:gd name="T28" fmla="*/ 485 w 1812"/>
                <a:gd name="T29" fmla="*/ 1303 h 3374"/>
                <a:gd name="T30" fmla="*/ 567 w 1812"/>
                <a:gd name="T31" fmla="*/ 1078 h 3374"/>
                <a:gd name="T32" fmla="*/ 562 w 1812"/>
                <a:gd name="T33" fmla="*/ 1854 h 3374"/>
                <a:gd name="T34" fmla="*/ 621 w 1812"/>
                <a:gd name="T35" fmla="*/ 2481 h 3374"/>
                <a:gd name="T36" fmla="*/ 731 w 1812"/>
                <a:gd name="T37" fmla="*/ 3136 h 3374"/>
                <a:gd name="T38" fmla="*/ 703 w 1812"/>
                <a:gd name="T39" fmla="*/ 3146 h 3374"/>
                <a:gd name="T40" fmla="*/ 693 w 1812"/>
                <a:gd name="T41" fmla="*/ 3187 h 3374"/>
                <a:gd name="T42" fmla="*/ 744 w 1812"/>
                <a:gd name="T43" fmla="*/ 3248 h 3374"/>
                <a:gd name="T44" fmla="*/ 873 w 1812"/>
                <a:gd name="T45" fmla="*/ 3268 h 3374"/>
                <a:gd name="T46" fmla="*/ 1000 w 1812"/>
                <a:gd name="T47" fmla="*/ 3250 h 3374"/>
                <a:gd name="T48" fmla="*/ 1068 w 1812"/>
                <a:gd name="T49" fmla="*/ 3180 h 3374"/>
                <a:gd name="T50" fmla="*/ 1047 w 1812"/>
                <a:gd name="T51" fmla="*/ 3157 h 3374"/>
                <a:gd name="T52" fmla="*/ 1020 w 1812"/>
                <a:gd name="T53" fmla="*/ 3147 h 3374"/>
                <a:gd name="T54" fmla="*/ 1011 w 1812"/>
                <a:gd name="T55" fmla="*/ 3106 h 3374"/>
                <a:gd name="T56" fmla="*/ 1126 w 1812"/>
                <a:gd name="T57" fmla="*/ 2533 h 3374"/>
                <a:gd name="T58" fmla="*/ 1189 w 1812"/>
                <a:gd name="T59" fmla="*/ 1484 h 3374"/>
                <a:gd name="T60" fmla="*/ 1162 w 1812"/>
                <a:gd name="T61" fmla="*/ 1159 h 3374"/>
                <a:gd name="T62" fmla="*/ 1305 w 1812"/>
                <a:gd name="T63" fmla="*/ 1424 h 3374"/>
                <a:gd name="T64" fmla="*/ 1456 w 1812"/>
                <a:gd name="T65" fmla="*/ 1736 h 3374"/>
                <a:gd name="T66" fmla="*/ 1512 w 1812"/>
                <a:gd name="T67" fmla="*/ 1783 h 3374"/>
                <a:gd name="T68" fmla="*/ 1564 w 1812"/>
                <a:gd name="T69" fmla="*/ 1789 h 3374"/>
                <a:gd name="T70" fmla="*/ 1620 w 1812"/>
                <a:gd name="T71" fmla="*/ 1782 h 3374"/>
                <a:gd name="T72" fmla="*/ 1652 w 1812"/>
                <a:gd name="T73" fmla="*/ 1727 h 3374"/>
                <a:gd name="T74" fmla="*/ 1707 w 1812"/>
                <a:gd name="T75" fmla="*/ 1695 h 3374"/>
                <a:gd name="T76" fmla="*/ 1727 w 1812"/>
                <a:gd name="T77" fmla="*/ 1654 h 3374"/>
                <a:gd name="T78" fmla="*/ 1588 w 1812"/>
                <a:gd name="T79" fmla="*/ 1572 h 3374"/>
                <a:gd name="T80" fmla="*/ 1445 w 1812"/>
                <a:gd name="T81" fmla="*/ 1291 h 3374"/>
                <a:gd name="T82" fmla="*/ 1284 w 1812"/>
                <a:gd name="T83" fmla="*/ 819 h 3374"/>
                <a:gd name="T84" fmla="*/ 1113 w 1812"/>
                <a:gd name="T85" fmla="*/ 536 h 3374"/>
                <a:gd name="T86" fmla="*/ 952 w 1812"/>
                <a:gd name="T87" fmla="*/ 423 h 3374"/>
                <a:gd name="T88" fmla="*/ 1007 w 1812"/>
                <a:gd name="T89" fmla="*/ 318 h 3374"/>
                <a:gd name="T90" fmla="*/ 1006 w 1812"/>
                <a:gd name="T91" fmla="*/ 244 h 337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12" h="3374">
                  <a:moveTo>
                    <a:pt x="862" y="0"/>
                  </a:moveTo>
                  <a:cubicBezTo>
                    <a:pt x="781" y="0"/>
                    <a:pt x="669" y="102"/>
                    <a:pt x="720" y="250"/>
                  </a:cubicBezTo>
                  <a:cubicBezTo>
                    <a:pt x="720" y="250"/>
                    <a:pt x="710" y="245"/>
                    <a:pt x="701" y="254"/>
                  </a:cubicBezTo>
                  <a:cubicBezTo>
                    <a:pt x="693" y="263"/>
                    <a:pt x="706" y="288"/>
                    <a:pt x="712" y="301"/>
                  </a:cubicBezTo>
                  <a:cubicBezTo>
                    <a:pt x="718" y="314"/>
                    <a:pt x="730" y="370"/>
                    <a:pt x="760" y="360"/>
                  </a:cubicBezTo>
                  <a:cubicBezTo>
                    <a:pt x="760" y="439"/>
                    <a:pt x="760" y="439"/>
                    <a:pt x="760" y="439"/>
                  </a:cubicBezTo>
                  <a:cubicBezTo>
                    <a:pt x="760" y="439"/>
                    <a:pt x="737" y="515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2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1" y="1273"/>
                    <a:pt x="196" y="1552"/>
                  </a:cubicBezTo>
                  <a:cubicBezTo>
                    <a:pt x="181" y="1601"/>
                    <a:pt x="158" y="1595"/>
                    <a:pt x="164" y="1639"/>
                  </a:cubicBezTo>
                  <a:cubicBezTo>
                    <a:pt x="167" y="1663"/>
                    <a:pt x="118" y="1665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5"/>
                    <a:pt x="579" y="1105"/>
                  </a:cubicBezTo>
                  <a:cubicBezTo>
                    <a:pt x="579" y="1105"/>
                    <a:pt x="602" y="1208"/>
                    <a:pt x="591" y="1356"/>
                  </a:cubicBezTo>
                  <a:cubicBezTo>
                    <a:pt x="580" y="1505"/>
                    <a:pt x="560" y="1617"/>
                    <a:pt x="574" y="1899"/>
                  </a:cubicBezTo>
                  <a:cubicBezTo>
                    <a:pt x="592" y="2275"/>
                    <a:pt x="638" y="2272"/>
                    <a:pt x="630" y="2373"/>
                  </a:cubicBezTo>
                  <a:cubicBezTo>
                    <a:pt x="622" y="2475"/>
                    <a:pt x="643" y="2467"/>
                    <a:pt x="635" y="2541"/>
                  </a:cubicBezTo>
                  <a:cubicBezTo>
                    <a:pt x="627" y="2616"/>
                    <a:pt x="606" y="2762"/>
                    <a:pt x="656" y="2872"/>
                  </a:cubicBezTo>
                  <a:cubicBezTo>
                    <a:pt x="759" y="3096"/>
                    <a:pt x="730" y="3147"/>
                    <a:pt x="746" y="3213"/>
                  </a:cubicBezTo>
                  <a:cubicBezTo>
                    <a:pt x="746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3"/>
                  </a:cubicBezTo>
                  <a:cubicBezTo>
                    <a:pt x="711" y="3228"/>
                    <a:pt x="702" y="3235"/>
                    <a:pt x="708" y="3244"/>
                  </a:cubicBezTo>
                  <a:cubicBezTo>
                    <a:pt x="713" y="3253"/>
                    <a:pt x="710" y="3259"/>
                    <a:pt x="708" y="3265"/>
                  </a:cubicBezTo>
                  <a:cubicBezTo>
                    <a:pt x="707" y="3272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59" y="3327"/>
                  </a:cubicBezTo>
                  <a:cubicBezTo>
                    <a:pt x="767" y="3340"/>
                    <a:pt x="785" y="3373"/>
                    <a:pt x="838" y="3373"/>
                  </a:cubicBezTo>
                  <a:cubicBezTo>
                    <a:pt x="891" y="3373"/>
                    <a:pt x="891" y="3348"/>
                    <a:pt x="891" y="3348"/>
                  </a:cubicBezTo>
                  <a:cubicBezTo>
                    <a:pt x="891" y="3348"/>
                    <a:pt x="891" y="3374"/>
                    <a:pt x="946" y="3374"/>
                  </a:cubicBezTo>
                  <a:cubicBezTo>
                    <a:pt x="1001" y="3374"/>
                    <a:pt x="1005" y="3343"/>
                    <a:pt x="1021" y="3329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2"/>
                    <a:pt x="1092" y="3258"/>
                  </a:cubicBezTo>
                  <a:cubicBezTo>
                    <a:pt x="1092" y="3243"/>
                    <a:pt x="1093" y="3236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3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09"/>
                    <a:pt x="1030" y="3209"/>
                  </a:cubicBezTo>
                  <a:cubicBezTo>
                    <a:pt x="1030" y="3209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0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2" y="2447"/>
                    <a:pt x="1176" y="2522"/>
                    <a:pt x="1156" y="2348"/>
                  </a:cubicBezTo>
                  <a:cubicBezTo>
                    <a:pt x="1147" y="2264"/>
                    <a:pt x="1260" y="2322"/>
                    <a:pt x="1216" y="1520"/>
                  </a:cubicBezTo>
                  <a:cubicBezTo>
                    <a:pt x="1206" y="1323"/>
                    <a:pt x="1158" y="1341"/>
                    <a:pt x="1171" y="1133"/>
                  </a:cubicBezTo>
                  <a:cubicBezTo>
                    <a:pt x="1171" y="1133"/>
                    <a:pt x="1188" y="1159"/>
                    <a:pt x="1187" y="1186"/>
                  </a:cubicBezTo>
                  <a:cubicBezTo>
                    <a:pt x="1185" y="1214"/>
                    <a:pt x="1191" y="1236"/>
                    <a:pt x="1209" y="1257"/>
                  </a:cubicBezTo>
                  <a:cubicBezTo>
                    <a:pt x="1226" y="1278"/>
                    <a:pt x="1271" y="1393"/>
                    <a:pt x="1333" y="1459"/>
                  </a:cubicBezTo>
                  <a:cubicBezTo>
                    <a:pt x="1395" y="1525"/>
                    <a:pt x="1461" y="1629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6"/>
                    <a:pt x="1450" y="1918"/>
                    <a:pt x="1483" y="1942"/>
                  </a:cubicBezTo>
                  <a:cubicBezTo>
                    <a:pt x="1517" y="1965"/>
                    <a:pt x="1518" y="1818"/>
                    <a:pt x="1545" y="1827"/>
                  </a:cubicBezTo>
                  <a:cubicBezTo>
                    <a:pt x="1572" y="1835"/>
                    <a:pt x="1535" y="1980"/>
                    <a:pt x="1575" y="1987"/>
                  </a:cubicBezTo>
                  <a:cubicBezTo>
                    <a:pt x="1615" y="1993"/>
                    <a:pt x="1577" y="1836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1"/>
                    <a:pt x="1656" y="1825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4"/>
                    <a:pt x="1688" y="1769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7"/>
                  </a:cubicBezTo>
                  <a:cubicBezTo>
                    <a:pt x="1760" y="1750"/>
                    <a:pt x="1812" y="1741"/>
                    <a:pt x="1811" y="1710"/>
                  </a:cubicBezTo>
                  <a:cubicBezTo>
                    <a:pt x="1765" y="1694"/>
                    <a:pt x="1765" y="1694"/>
                    <a:pt x="1765" y="1694"/>
                  </a:cubicBezTo>
                  <a:cubicBezTo>
                    <a:pt x="1765" y="1694"/>
                    <a:pt x="1725" y="1680"/>
                    <a:pt x="1721" y="1671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3"/>
                    <a:pt x="1613" y="1571"/>
                    <a:pt x="1589" y="1547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6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995" y="486"/>
                    <a:pt x="973" y="452"/>
                  </a:cubicBezTo>
                  <a:cubicBezTo>
                    <a:pt x="973" y="432"/>
                    <a:pt x="973" y="432"/>
                    <a:pt x="973" y="432"/>
                  </a:cubicBezTo>
                  <a:cubicBezTo>
                    <a:pt x="973" y="432"/>
                    <a:pt x="999" y="411"/>
                    <a:pt x="1000" y="362"/>
                  </a:cubicBezTo>
                  <a:cubicBezTo>
                    <a:pt x="1000" y="362"/>
                    <a:pt x="1026" y="364"/>
                    <a:pt x="1028" y="327"/>
                  </a:cubicBezTo>
                  <a:cubicBezTo>
                    <a:pt x="1030" y="290"/>
                    <a:pt x="1060" y="264"/>
                    <a:pt x="1050" y="249"/>
                  </a:cubicBezTo>
                  <a:cubicBezTo>
                    <a:pt x="1039" y="234"/>
                    <a:pt x="1027" y="250"/>
                    <a:pt x="1027" y="250"/>
                  </a:cubicBezTo>
                  <a:cubicBezTo>
                    <a:pt x="1027" y="250"/>
                    <a:pt x="1079" y="0"/>
                    <a:pt x="862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43" name="Freeform 254">
              <a:extLst>
                <a:ext uri="{FF2B5EF4-FFF2-40B4-BE49-F238E27FC236}">
                  <a16:creationId xmlns:a16="http://schemas.microsoft.com/office/drawing/2014/main" id="{032AFE99-A9FB-44F8-9735-01C01D159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956"/>
              <a:ext cx="54" cy="186"/>
            </a:xfrm>
            <a:custGeom>
              <a:avLst/>
              <a:gdLst>
                <a:gd name="T0" fmla="*/ 0 w 54"/>
                <a:gd name="T1" fmla="*/ 184 h 187"/>
                <a:gd name="T2" fmla="*/ 0 w 54"/>
                <a:gd name="T3" fmla="*/ 108 h 187"/>
                <a:gd name="T4" fmla="*/ 5 w 54"/>
                <a:gd name="T5" fmla="*/ 93 h 187"/>
                <a:gd name="T6" fmla="*/ 54 w 54"/>
                <a:gd name="T7" fmla="*/ 0 h 1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87">
                  <a:moveTo>
                    <a:pt x="0" y="187"/>
                  </a:move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5" y="100"/>
                    <a:pt x="5" y="93"/>
                  </a:cubicBezTo>
                  <a:cubicBezTo>
                    <a:pt x="5" y="86"/>
                    <a:pt x="45" y="42"/>
                    <a:pt x="5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44" name="Freeform 255">
              <a:extLst>
                <a:ext uri="{FF2B5EF4-FFF2-40B4-BE49-F238E27FC236}">
                  <a16:creationId xmlns:a16="http://schemas.microsoft.com/office/drawing/2014/main" id="{9BD9C271-D0E4-4114-AF7E-FDF7CBE48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977"/>
              <a:ext cx="88" cy="82"/>
            </a:xfrm>
            <a:custGeom>
              <a:avLst/>
              <a:gdLst>
                <a:gd name="T0" fmla="*/ 0 w 89"/>
                <a:gd name="T1" fmla="*/ 0 h 83"/>
                <a:gd name="T2" fmla="*/ 86 w 89"/>
                <a:gd name="T3" fmla="*/ 80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83">
                  <a:moveTo>
                    <a:pt x="0" y="0"/>
                  </a:moveTo>
                  <a:cubicBezTo>
                    <a:pt x="0" y="0"/>
                    <a:pt x="15" y="83"/>
                    <a:pt x="89" y="8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45" name="Freeform 256">
              <a:extLst>
                <a:ext uri="{FF2B5EF4-FFF2-40B4-BE49-F238E27FC236}">
                  <a16:creationId xmlns:a16="http://schemas.microsoft.com/office/drawing/2014/main" id="{39AC2730-47D5-4880-BCB5-5CADE7DE9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029"/>
              <a:ext cx="74" cy="44"/>
            </a:xfrm>
            <a:custGeom>
              <a:avLst/>
              <a:gdLst>
                <a:gd name="T0" fmla="*/ 0 w 75"/>
                <a:gd name="T1" fmla="*/ 28 h 44"/>
                <a:gd name="T2" fmla="*/ 72 w 7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44">
                  <a:moveTo>
                    <a:pt x="0" y="28"/>
                  </a:moveTo>
                  <a:cubicBezTo>
                    <a:pt x="0" y="28"/>
                    <a:pt x="38" y="44"/>
                    <a:pt x="7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46" name="Freeform 257">
              <a:extLst>
                <a:ext uri="{FF2B5EF4-FFF2-40B4-BE49-F238E27FC236}">
                  <a16:creationId xmlns:a16="http://schemas.microsoft.com/office/drawing/2014/main" id="{5B27BF15-16F0-4EF9-8C9D-A8FDB93B4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991"/>
              <a:ext cx="31" cy="55"/>
            </a:xfrm>
            <a:custGeom>
              <a:avLst/>
              <a:gdLst>
                <a:gd name="T0" fmla="*/ 0 w 31"/>
                <a:gd name="T1" fmla="*/ 0 h 56"/>
                <a:gd name="T2" fmla="*/ 31 w 31"/>
                <a:gd name="T3" fmla="*/ 53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6">
                  <a:moveTo>
                    <a:pt x="0" y="0"/>
                  </a:moveTo>
                  <a:cubicBezTo>
                    <a:pt x="0" y="0"/>
                    <a:pt x="8" y="41"/>
                    <a:pt x="31" y="5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47" name="Freeform 258">
              <a:extLst>
                <a:ext uri="{FF2B5EF4-FFF2-40B4-BE49-F238E27FC236}">
                  <a16:creationId xmlns:a16="http://schemas.microsoft.com/office/drawing/2014/main" id="{B10D1E75-B57E-4524-8B10-1FE42F606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993"/>
              <a:ext cx="28" cy="55"/>
            </a:xfrm>
            <a:custGeom>
              <a:avLst/>
              <a:gdLst>
                <a:gd name="T0" fmla="*/ 28 w 28"/>
                <a:gd name="T1" fmla="*/ 0 h 56"/>
                <a:gd name="T2" fmla="*/ 0 w 28"/>
                <a:gd name="T3" fmla="*/ 53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6">
                  <a:moveTo>
                    <a:pt x="28" y="0"/>
                  </a:moveTo>
                  <a:cubicBezTo>
                    <a:pt x="28" y="0"/>
                    <a:pt x="26" y="29"/>
                    <a:pt x="0" y="5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48" name="Freeform 259">
              <a:extLst>
                <a:ext uri="{FF2B5EF4-FFF2-40B4-BE49-F238E27FC236}">
                  <a16:creationId xmlns:a16="http://schemas.microsoft.com/office/drawing/2014/main" id="{B81AF206-3488-4A52-8E64-E8B516E63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058"/>
              <a:ext cx="11" cy="15"/>
            </a:xfrm>
            <a:custGeom>
              <a:avLst/>
              <a:gdLst>
                <a:gd name="T0" fmla="*/ 11 w 11"/>
                <a:gd name="T1" fmla="*/ 11 h 15"/>
                <a:gd name="T2" fmla="*/ 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11" y="11"/>
                  </a:moveTo>
                  <a:cubicBezTo>
                    <a:pt x="5" y="15"/>
                    <a:pt x="1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49" name="Freeform 260">
              <a:extLst>
                <a:ext uri="{FF2B5EF4-FFF2-40B4-BE49-F238E27FC236}">
                  <a16:creationId xmlns:a16="http://schemas.microsoft.com/office/drawing/2014/main" id="{04C981BA-D70A-4B56-A4B6-6712F0CC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460"/>
              <a:ext cx="142" cy="1401"/>
            </a:xfrm>
            <a:custGeom>
              <a:avLst/>
              <a:gdLst>
                <a:gd name="T0" fmla="*/ 52 w 143"/>
                <a:gd name="T1" fmla="*/ 0 h 1412"/>
                <a:gd name="T2" fmla="*/ 41 w 143"/>
                <a:gd name="T3" fmla="*/ 25 h 1412"/>
                <a:gd name="T4" fmla="*/ 58 w 143"/>
                <a:gd name="T5" fmla="*/ 178 h 1412"/>
                <a:gd name="T6" fmla="*/ 44 w 143"/>
                <a:gd name="T7" fmla="*/ 633 h 1412"/>
                <a:gd name="T8" fmla="*/ 38 w 143"/>
                <a:gd name="T9" fmla="*/ 825 h 1412"/>
                <a:gd name="T10" fmla="*/ 54 w 143"/>
                <a:gd name="T11" fmla="*/ 1048 h 1412"/>
                <a:gd name="T12" fmla="*/ 63 w 143"/>
                <a:gd name="T13" fmla="*/ 1379 h 1412"/>
                <a:gd name="T14" fmla="*/ 73 w 143"/>
                <a:gd name="T15" fmla="*/ 1056 h 1412"/>
                <a:gd name="T16" fmla="*/ 95 w 143"/>
                <a:gd name="T17" fmla="*/ 844 h 1412"/>
                <a:gd name="T18" fmla="*/ 62 w 143"/>
                <a:gd name="T19" fmla="*/ 633 h 1412"/>
                <a:gd name="T20" fmla="*/ 71 w 143"/>
                <a:gd name="T21" fmla="*/ 264 h 1412"/>
                <a:gd name="T22" fmla="*/ 72 w 143"/>
                <a:gd name="T23" fmla="*/ 33 h 1412"/>
                <a:gd name="T24" fmla="*/ 52 w 143"/>
                <a:gd name="T25" fmla="*/ 0 h 14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3" h="1412">
                  <a:moveTo>
                    <a:pt x="52" y="0"/>
                  </a:moveTo>
                  <a:cubicBezTo>
                    <a:pt x="52" y="0"/>
                    <a:pt x="50" y="15"/>
                    <a:pt x="41" y="25"/>
                  </a:cubicBezTo>
                  <a:cubicBezTo>
                    <a:pt x="41" y="25"/>
                    <a:pt x="55" y="64"/>
                    <a:pt x="58" y="181"/>
                  </a:cubicBezTo>
                  <a:cubicBezTo>
                    <a:pt x="60" y="298"/>
                    <a:pt x="28" y="564"/>
                    <a:pt x="44" y="648"/>
                  </a:cubicBezTo>
                  <a:cubicBezTo>
                    <a:pt x="60" y="732"/>
                    <a:pt x="24" y="790"/>
                    <a:pt x="38" y="845"/>
                  </a:cubicBezTo>
                  <a:cubicBezTo>
                    <a:pt x="51" y="900"/>
                    <a:pt x="80" y="993"/>
                    <a:pt x="54" y="1072"/>
                  </a:cubicBezTo>
                  <a:cubicBezTo>
                    <a:pt x="27" y="1150"/>
                    <a:pt x="0" y="1314"/>
                    <a:pt x="63" y="1412"/>
                  </a:cubicBezTo>
                  <a:cubicBezTo>
                    <a:pt x="63" y="1412"/>
                    <a:pt x="143" y="1322"/>
                    <a:pt x="76" y="1080"/>
                  </a:cubicBezTo>
                  <a:cubicBezTo>
                    <a:pt x="62" y="1029"/>
                    <a:pt x="67" y="932"/>
                    <a:pt x="98" y="865"/>
                  </a:cubicBezTo>
                  <a:cubicBezTo>
                    <a:pt x="128" y="798"/>
                    <a:pt x="59" y="742"/>
                    <a:pt x="62" y="648"/>
                  </a:cubicBezTo>
                  <a:cubicBezTo>
                    <a:pt x="64" y="553"/>
                    <a:pt x="78" y="345"/>
                    <a:pt x="71" y="270"/>
                  </a:cubicBezTo>
                  <a:cubicBezTo>
                    <a:pt x="64" y="196"/>
                    <a:pt x="55" y="44"/>
                    <a:pt x="75" y="33"/>
                  </a:cubicBezTo>
                  <a:cubicBezTo>
                    <a:pt x="75" y="33"/>
                    <a:pt x="52" y="12"/>
                    <a:pt x="52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50" name="Freeform 261">
              <a:extLst>
                <a:ext uri="{FF2B5EF4-FFF2-40B4-BE49-F238E27FC236}">
                  <a16:creationId xmlns:a16="http://schemas.microsoft.com/office/drawing/2014/main" id="{2119B42A-97E6-433B-8A9E-B3775EF29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890"/>
              <a:ext cx="23" cy="89"/>
            </a:xfrm>
            <a:custGeom>
              <a:avLst/>
              <a:gdLst>
                <a:gd name="T0" fmla="*/ 9 w 24"/>
                <a:gd name="T1" fmla="*/ 0 h 89"/>
                <a:gd name="T2" fmla="*/ 8 w 24"/>
                <a:gd name="T3" fmla="*/ 89 h 89"/>
                <a:gd name="T4" fmla="*/ 9 w 24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9">
                  <a:moveTo>
                    <a:pt x="9" y="0"/>
                  </a:moveTo>
                  <a:cubicBezTo>
                    <a:pt x="9" y="0"/>
                    <a:pt x="0" y="53"/>
                    <a:pt x="8" y="89"/>
                  </a:cubicBezTo>
                  <a:cubicBezTo>
                    <a:pt x="8" y="89"/>
                    <a:pt x="24" y="38"/>
                    <a:pt x="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51" name="Freeform 262">
              <a:extLst>
                <a:ext uri="{FF2B5EF4-FFF2-40B4-BE49-F238E27FC236}">
                  <a16:creationId xmlns:a16="http://schemas.microsoft.com/office/drawing/2014/main" id="{B8DE8847-3A23-4BBD-A6D1-9F421C800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860"/>
              <a:ext cx="5" cy="34"/>
            </a:xfrm>
            <a:custGeom>
              <a:avLst/>
              <a:gdLst>
                <a:gd name="T0" fmla="*/ 0 w 5"/>
                <a:gd name="T1" fmla="*/ 0 h 35"/>
                <a:gd name="T2" fmla="*/ 1 w 5"/>
                <a:gd name="T3" fmla="*/ 3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0" y="0"/>
                  </a:moveTo>
                  <a:cubicBezTo>
                    <a:pt x="5" y="9"/>
                    <a:pt x="1" y="25"/>
                    <a:pt x="1" y="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52" name="Freeform 263">
              <a:extLst>
                <a:ext uri="{FF2B5EF4-FFF2-40B4-BE49-F238E27FC236}">
                  <a16:creationId xmlns:a16="http://schemas.microsoft.com/office/drawing/2014/main" id="{1DB8E961-BDD3-40B5-8593-9C63FC719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3976"/>
              <a:ext cx="6" cy="60"/>
            </a:xfrm>
            <a:custGeom>
              <a:avLst/>
              <a:gdLst>
                <a:gd name="T0" fmla="*/ 0 w 6"/>
                <a:gd name="T1" fmla="*/ 0 h 61"/>
                <a:gd name="T2" fmla="*/ 4 w 6"/>
                <a:gd name="T3" fmla="*/ 30 h 61"/>
                <a:gd name="T4" fmla="*/ 3 w 6"/>
                <a:gd name="T5" fmla="*/ 58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1">
                  <a:moveTo>
                    <a:pt x="0" y="0"/>
                  </a:moveTo>
                  <a:cubicBezTo>
                    <a:pt x="3" y="9"/>
                    <a:pt x="3" y="21"/>
                    <a:pt x="4" y="32"/>
                  </a:cubicBezTo>
                  <a:cubicBezTo>
                    <a:pt x="5" y="42"/>
                    <a:pt x="6" y="51"/>
                    <a:pt x="3" y="6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53" name="Freeform 264">
              <a:extLst>
                <a:ext uri="{FF2B5EF4-FFF2-40B4-BE49-F238E27FC236}">
                  <a16:creationId xmlns:a16="http://schemas.microsoft.com/office/drawing/2014/main" id="{0EC5EC99-BFB2-42A4-8CAC-2CF7D8987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3893"/>
              <a:ext cx="19" cy="62"/>
            </a:xfrm>
            <a:custGeom>
              <a:avLst/>
              <a:gdLst>
                <a:gd name="T0" fmla="*/ 0 w 20"/>
                <a:gd name="T1" fmla="*/ 0 h 62"/>
                <a:gd name="T2" fmla="*/ 9 w 20"/>
                <a:gd name="T3" fmla="*/ 27 h 62"/>
                <a:gd name="T4" fmla="*/ 16 w 20"/>
                <a:gd name="T5" fmla="*/ 62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2">
                  <a:moveTo>
                    <a:pt x="0" y="0"/>
                  </a:moveTo>
                  <a:cubicBezTo>
                    <a:pt x="1" y="8"/>
                    <a:pt x="5" y="20"/>
                    <a:pt x="9" y="27"/>
                  </a:cubicBezTo>
                  <a:cubicBezTo>
                    <a:pt x="16" y="38"/>
                    <a:pt x="20" y="47"/>
                    <a:pt x="19" y="6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54" name="Freeform 265">
              <a:extLst>
                <a:ext uri="{FF2B5EF4-FFF2-40B4-BE49-F238E27FC236}">
                  <a16:creationId xmlns:a16="http://schemas.microsoft.com/office/drawing/2014/main" id="{30F1325B-A0F0-44E1-8B1A-88D2C10F9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910"/>
              <a:ext cx="29" cy="21"/>
            </a:xfrm>
            <a:custGeom>
              <a:avLst/>
              <a:gdLst>
                <a:gd name="T0" fmla="*/ 29 w 29"/>
                <a:gd name="T1" fmla="*/ 0 h 21"/>
                <a:gd name="T2" fmla="*/ 13 w 29"/>
                <a:gd name="T3" fmla="*/ 8 h 21"/>
                <a:gd name="T4" fmla="*/ 0 w 29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6" y="5"/>
                    <a:pt x="19" y="6"/>
                    <a:pt x="13" y="8"/>
                  </a:cubicBezTo>
                  <a:cubicBezTo>
                    <a:pt x="7" y="11"/>
                    <a:pt x="4" y="16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55" name="Freeform 266">
              <a:extLst>
                <a:ext uri="{FF2B5EF4-FFF2-40B4-BE49-F238E27FC236}">
                  <a16:creationId xmlns:a16="http://schemas.microsoft.com/office/drawing/2014/main" id="{4442DD70-8562-4A86-BCE9-E8C351EB5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905"/>
              <a:ext cx="44" cy="29"/>
            </a:xfrm>
            <a:custGeom>
              <a:avLst/>
              <a:gdLst>
                <a:gd name="T0" fmla="*/ 1 w 45"/>
                <a:gd name="T1" fmla="*/ 1 h 29"/>
                <a:gd name="T2" fmla="*/ 0 w 45"/>
                <a:gd name="T3" fmla="*/ 0 h 29"/>
                <a:gd name="T4" fmla="*/ 42 w 45"/>
                <a:gd name="T5" fmla="*/ 2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9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6" y="5"/>
                    <a:pt x="33" y="17"/>
                    <a:pt x="45" y="2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56" name="Freeform 267">
              <a:extLst>
                <a:ext uri="{FF2B5EF4-FFF2-40B4-BE49-F238E27FC236}">
                  <a16:creationId xmlns:a16="http://schemas.microsoft.com/office/drawing/2014/main" id="{E57745A9-321A-462F-A9DC-AAA6A921B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3888"/>
              <a:ext cx="18" cy="72"/>
            </a:xfrm>
            <a:custGeom>
              <a:avLst/>
              <a:gdLst>
                <a:gd name="T0" fmla="*/ 18 w 18"/>
                <a:gd name="T1" fmla="*/ 0 h 72"/>
                <a:gd name="T2" fmla="*/ 15 w 18"/>
                <a:gd name="T3" fmla="*/ 35 h 72"/>
                <a:gd name="T4" fmla="*/ 0 w 18"/>
                <a:gd name="T5" fmla="*/ 72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2">
                  <a:moveTo>
                    <a:pt x="18" y="0"/>
                  </a:moveTo>
                  <a:cubicBezTo>
                    <a:pt x="13" y="10"/>
                    <a:pt x="16" y="24"/>
                    <a:pt x="15" y="35"/>
                  </a:cubicBezTo>
                  <a:cubicBezTo>
                    <a:pt x="13" y="48"/>
                    <a:pt x="4" y="59"/>
                    <a:pt x="0" y="7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57" name="Freeform 268">
              <a:extLst>
                <a:ext uri="{FF2B5EF4-FFF2-40B4-BE49-F238E27FC236}">
                  <a16:creationId xmlns:a16="http://schemas.microsoft.com/office/drawing/2014/main" id="{1022178A-BBA2-4DE8-95B9-4749F2EAF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3742"/>
              <a:ext cx="37" cy="239"/>
            </a:xfrm>
            <a:custGeom>
              <a:avLst/>
              <a:gdLst>
                <a:gd name="T0" fmla="*/ 29 w 38"/>
                <a:gd name="T1" fmla="*/ 0 h 241"/>
                <a:gd name="T2" fmla="*/ 19 w 38"/>
                <a:gd name="T3" fmla="*/ 172 h 241"/>
                <a:gd name="T4" fmla="*/ 0 w 38"/>
                <a:gd name="T5" fmla="*/ 235 h 2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1">
                  <a:moveTo>
                    <a:pt x="32" y="0"/>
                  </a:moveTo>
                  <a:cubicBezTo>
                    <a:pt x="32" y="0"/>
                    <a:pt x="38" y="112"/>
                    <a:pt x="22" y="175"/>
                  </a:cubicBezTo>
                  <a:cubicBezTo>
                    <a:pt x="6" y="238"/>
                    <a:pt x="0" y="241"/>
                    <a:pt x="0" y="24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58" name="Freeform 269">
              <a:extLst>
                <a:ext uri="{FF2B5EF4-FFF2-40B4-BE49-F238E27FC236}">
                  <a16:creationId xmlns:a16="http://schemas.microsoft.com/office/drawing/2014/main" id="{5DAAEDFD-FC9E-41F6-8701-FF7831003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3798"/>
              <a:ext cx="45" cy="154"/>
            </a:xfrm>
            <a:custGeom>
              <a:avLst/>
              <a:gdLst>
                <a:gd name="T0" fmla="*/ 45 w 45"/>
                <a:gd name="T1" fmla="*/ 0 h 155"/>
                <a:gd name="T2" fmla="*/ 10 w 45"/>
                <a:gd name="T3" fmla="*/ 152 h 1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55">
                  <a:moveTo>
                    <a:pt x="45" y="0"/>
                  </a:moveTo>
                  <a:cubicBezTo>
                    <a:pt x="45" y="0"/>
                    <a:pt x="0" y="78"/>
                    <a:pt x="10" y="15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59" name="Freeform 270">
              <a:extLst>
                <a:ext uri="{FF2B5EF4-FFF2-40B4-BE49-F238E27FC236}">
                  <a16:creationId xmlns:a16="http://schemas.microsoft.com/office/drawing/2014/main" id="{5DA7EE52-0643-4934-AF03-6EAF50429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3828"/>
              <a:ext cx="24" cy="191"/>
            </a:xfrm>
            <a:custGeom>
              <a:avLst/>
              <a:gdLst>
                <a:gd name="T0" fmla="*/ 0 w 24"/>
                <a:gd name="T1" fmla="*/ 0 h 193"/>
                <a:gd name="T2" fmla="*/ 18 w 24"/>
                <a:gd name="T3" fmla="*/ 99 h 193"/>
                <a:gd name="T4" fmla="*/ 7 w 24"/>
                <a:gd name="T5" fmla="*/ 187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3">
                  <a:moveTo>
                    <a:pt x="0" y="0"/>
                  </a:moveTo>
                  <a:cubicBezTo>
                    <a:pt x="0" y="0"/>
                    <a:pt x="24" y="53"/>
                    <a:pt x="18" y="102"/>
                  </a:cubicBezTo>
                  <a:cubicBezTo>
                    <a:pt x="12" y="150"/>
                    <a:pt x="5" y="177"/>
                    <a:pt x="7" y="19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60" name="Freeform 271">
              <a:extLst>
                <a:ext uri="{FF2B5EF4-FFF2-40B4-BE49-F238E27FC236}">
                  <a16:creationId xmlns:a16="http://schemas.microsoft.com/office/drawing/2014/main" id="{73B0B7B4-EC1A-44CF-9FE5-7BCE60666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723"/>
              <a:ext cx="29" cy="250"/>
            </a:xfrm>
            <a:custGeom>
              <a:avLst/>
              <a:gdLst>
                <a:gd name="T0" fmla="*/ 3 w 29"/>
                <a:gd name="T1" fmla="*/ 0 h 252"/>
                <a:gd name="T2" fmla="*/ 4 w 29"/>
                <a:gd name="T3" fmla="*/ 140 h 252"/>
                <a:gd name="T4" fmla="*/ 29 w 29"/>
                <a:gd name="T5" fmla="*/ 246 h 2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2">
                  <a:moveTo>
                    <a:pt x="3" y="0"/>
                  </a:moveTo>
                  <a:cubicBezTo>
                    <a:pt x="3" y="0"/>
                    <a:pt x="0" y="95"/>
                    <a:pt x="4" y="143"/>
                  </a:cubicBezTo>
                  <a:cubicBezTo>
                    <a:pt x="9" y="190"/>
                    <a:pt x="27" y="237"/>
                    <a:pt x="29" y="25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61" name="Freeform 272">
              <a:extLst>
                <a:ext uri="{FF2B5EF4-FFF2-40B4-BE49-F238E27FC236}">
                  <a16:creationId xmlns:a16="http://schemas.microsoft.com/office/drawing/2014/main" id="{65477374-8DD2-4CA9-A720-4BF8ED9CD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332"/>
              <a:ext cx="240" cy="206"/>
            </a:xfrm>
            <a:custGeom>
              <a:avLst/>
              <a:gdLst>
                <a:gd name="T0" fmla="*/ 0 w 241"/>
                <a:gd name="T1" fmla="*/ 177 h 208"/>
                <a:gd name="T2" fmla="*/ 222 w 241"/>
                <a:gd name="T3" fmla="*/ 151 h 208"/>
                <a:gd name="T4" fmla="*/ 236 w 241"/>
                <a:gd name="T5" fmla="*/ 0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208">
                  <a:moveTo>
                    <a:pt x="0" y="183"/>
                  </a:moveTo>
                  <a:cubicBezTo>
                    <a:pt x="0" y="183"/>
                    <a:pt x="168" y="208"/>
                    <a:pt x="225" y="154"/>
                  </a:cubicBezTo>
                  <a:cubicBezTo>
                    <a:pt x="240" y="139"/>
                    <a:pt x="241" y="116"/>
                    <a:pt x="23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62" name="Freeform 273">
              <a:extLst>
                <a:ext uri="{FF2B5EF4-FFF2-40B4-BE49-F238E27FC236}">
                  <a16:creationId xmlns:a16="http://schemas.microsoft.com/office/drawing/2014/main" id="{D7CA7A95-021E-4FB2-B726-A83F411B6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493"/>
              <a:ext cx="234" cy="51"/>
            </a:xfrm>
            <a:custGeom>
              <a:avLst/>
              <a:gdLst>
                <a:gd name="T0" fmla="*/ 0 w 236"/>
                <a:gd name="T1" fmla="*/ 0 h 52"/>
                <a:gd name="T2" fmla="*/ 230 w 236"/>
                <a:gd name="T3" fmla="*/ 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6" h="52">
                  <a:moveTo>
                    <a:pt x="0" y="0"/>
                  </a:moveTo>
                  <a:cubicBezTo>
                    <a:pt x="0" y="0"/>
                    <a:pt x="92" y="52"/>
                    <a:pt x="236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63" name="Freeform 274">
              <a:extLst>
                <a:ext uri="{FF2B5EF4-FFF2-40B4-BE49-F238E27FC236}">
                  <a16:creationId xmlns:a16="http://schemas.microsoft.com/office/drawing/2014/main" id="{7FC8E144-A461-406F-B1F7-152A76D57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503"/>
              <a:ext cx="38" cy="309"/>
            </a:xfrm>
            <a:custGeom>
              <a:avLst/>
              <a:gdLst>
                <a:gd name="T0" fmla="*/ 38 w 38"/>
                <a:gd name="T1" fmla="*/ 303 h 312"/>
                <a:gd name="T2" fmla="*/ 0 w 38"/>
                <a:gd name="T3" fmla="*/ 0 h 3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12">
                  <a:moveTo>
                    <a:pt x="38" y="312"/>
                  </a:moveTo>
                  <a:cubicBezTo>
                    <a:pt x="38" y="312"/>
                    <a:pt x="23" y="22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64" name="Freeform 275">
              <a:extLst>
                <a:ext uri="{FF2B5EF4-FFF2-40B4-BE49-F238E27FC236}">
                  <a16:creationId xmlns:a16="http://schemas.microsoft.com/office/drawing/2014/main" id="{83CAAE40-C430-41FF-B436-1C4BA2A13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504"/>
              <a:ext cx="20" cy="335"/>
            </a:xfrm>
            <a:custGeom>
              <a:avLst/>
              <a:gdLst>
                <a:gd name="T0" fmla="*/ 0 w 21"/>
                <a:gd name="T1" fmla="*/ 329 h 338"/>
                <a:gd name="T2" fmla="*/ 18 w 21"/>
                <a:gd name="T3" fmla="*/ 0 h 3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8">
                  <a:moveTo>
                    <a:pt x="0" y="338"/>
                  </a:moveTo>
                  <a:cubicBezTo>
                    <a:pt x="0" y="338"/>
                    <a:pt x="11" y="43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65" name="Freeform 276">
              <a:extLst>
                <a:ext uri="{FF2B5EF4-FFF2-40B4-BE49-F238E27FC236}">
                  <a16:creationId xmlns:a16="http://schemas.microsoft.com/office/drawing/2014/main" id="{8FF59255-BFD4-4583-B84A-67CAC260C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980"/>
              <a:ext cx="285" cy="110"/>
            </a:xfrm>
            <a:custGeom>
              <a:avLst/>
              <a:gdLst>
                <a:gd name="T0" fmla="*/ 0 w 287"/>
                <a:gd name="T1" fmla="*/ 3 h 111"/>
                <a:gd name="T2" fmla="*/ 281 w 287"/>
                <a:gd name="T3" fmla="*/ 0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7" h="111">
                  <a:moveTo>
                    <a:pt x="0" y="3"/>
                  </a:moveTo>
                  <a:cubicBezTo>
                    <a:pt x="0" y="3"/>
                    <a:pt x="141" y="111"/>
                    <a:pt x="28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66" name="Freeform 277">
              <a:extLst>
                <a:ext uri="{FF2B5EF4-FFF2-40B4-BE49-F238E27FC236}">
                  <a16:creationId xmlns:a16="http://schemas.microsoft.com/office/drawing/2014/main" id="{A76BC0DB-A99B-45A1-8A47-533F90E6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1134"/>
              <a:ext cx="324" cy="107"/>
            </a:xfrm>
            <a:custGeom>
              <a:avLst/>
              <a:gdLst>
                <a:gd name="T0" fmla="*/ 1 w 326"/>
                <a:gd name="T1" fmla="*/ 78 h 108"/>
                <a:gd name="T2" fmla="*/ 158 w 326"/>
                <a:gd name="T3" fmla="*/ 2 h 108"/>
                <a:gd name="T4" fmla="*/ 320 w 326"/>
                <a:gd name="T5" fmla="*/ 7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6" h="108">
                  <a:moveTo>
                    <a:pt x="1" y="81"/>
                  </a:moveTo>
                  <a:cubicBezTo>
                    <a:pt x="0" y="108"/>
                    <a:pt x="84" y="0"/>
                    <a:pt x="161" y="2"/>
                  </a:cubicBezTo>
                  <a:cubicBezTo>
                    <a:pt x="232" y="4"/>
                    <a:pt x="325" y="104"/>
                    <a:pt x="326" y="8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67" name="Freeform 278">
              <a:extLst>
                <a:ext uri="{FF2B5EF4-FFF2-40B4-BE49-F238E27FC236}">
                  <a16:creationId xmlns:a16="http://schemas.microsoft.com/office/drawing/2014/main" id="{C495CFA6-F433-4D77-BFC0-367605EFA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354"/>
              <a:ext cx="634" cy="150"/>
            </a:xfrm>
            <a:custGeom>
              <a:avLst/>
              <a:gdLst>
                <a:gd name="T0" fmla="*/ 0 w 639"/>
                <a:gd name="T1" fmla="*/ 148 h 151"/>
                <a:gd name="T2" fmla="*/ 331 w 639"/>
                <a:gd name="T3" fmla="*/ 0 h 151"/>
                <a:gd name="T4" fmla="*/ 624 w 639"/>
                <a:gd name="T5" fmla="*/ 148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9" h="151">
                  <a:moveTo>
                    <a:pt x="0" y="151"/>
                  </a:moveTo>
                  <a:cubicBezTo>
                    <a:pt x="0" y="151"/>
                    <a:pt x="163" y="0"/>
                    <a:pt x="340" y="0"/>
                  </a:cubicBezTo>
                  <a:cubicBezTo>
                    <a:pt x="517" y="0"/>
                    <a:pt x="639" y="151"/>
                    <a:pt x="639" y="15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68" name="Freeform 279">
              <a:extLst>
                <a:ext uri="{FF2B5EF4-FFF2-40B4-BE49-F238E27FC236}">
                  <a16:creationId xmlns:a16="http://schemas.microsoft.com/office/drawing/2014/main" id="{5A84DAEA-40A2-41F4-A3B0-91718CB02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418"/>
              <a:ext cx="637" cy="129"/>
            </a:xfrm>
            <a:custGeom>
              <a:avLst/>
              <a:gdLst>
                <a:gd name="T0" fmla="*/ 0 w 642"/>
                <a:gd name="T1" fmla="*/ 127 h 130"/>
                <a:gd name="T2" fmla="*/ 333 w 642"/>
                <a:gd name="T3" fmla="*/ 0 h 130"/>
                <a:gd name="T4" fmla="*/ 627 w 642"/>
                <a:gd name="T5" fmla="*/ 127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2" h="130">
                  <a:moveTo>
                    <a:pt x="0" y="130"/>
                  </a:moveTo>
                  <a:cubicBezTo>
                    <a:pt x="0" y="130"/>
                    <a:pt x="185" y="0"/>
                    <a:pt x="342" y="0"/>
                  </a:cubicBezTo>
                  <a:cubicBezTo>
                    <a:pt x="499" y="0"/>
                    <a:pt x="642" y="130"/>
                    <a:pt x="642" y="13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69" name="Freeform 280">
              <a:extLst>
                <a:ext uri="{FF2B5EF4-FFF2-40B4-BE49-F238E27FC236}">
                  <a16:creationId xmlns:a16="http://schemas.microsoft.com/office/drawing/2014/main" id="{D69477C1-E85B-4E2A-A150-5BE5EBDD8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490"/>
              <a:ext cx="629" cy="106"/>
            </a:xfrm>
            <a:custGeom>
              <a:avLst/>
              <a:gdLst>
                <a:gd name="T0" fmla="*/ 0 w 633"/>
                <a:gd name="T1" fmla="*/ 104 h 107"/>
                <a:gd name="T2" fmla="*/ 330 w 633"/>
                <a:gd name="T3" fmla="*/ 0 h 107"/>
                <a:gd name="T4" fmla="*/ 621 w 633"/>
                <a:gd name="T5" fmla="*/ 104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3" h="107">
                  <a:moveTo>
                    <a:pt x="0" y="107"/>
                  </a:moveTo>
                  <a:cubicBezTo>
                    <a:pt x="0" y="107"/>
                    <a:pt x="179" y="0"/>
                    <a:pt x="336" y="0"/>
                  </a:cubicBezTo>
                  <a:cubicBezTo>
                    <a:pt x="494" y="0"/>
                    <a:pt x="633" y="107"/>
                    <a:pt x="633" y="10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70" name="Freeform 281">
              <a:extLst>
                <a:ext uri="{FF2B5EF4-FFF2-40B4-BE49-F238E27FC236}">
                  <a16:creationId xmlns:a16="http://schemas.microsoft.com/office/drawing/2014/main" id="{8B382ED9-98D1-4686-95CB-F5D730C7D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1547"/>
              <a:ext cx="620" cy="97"/>
            </a:xfrm>
            <a:custGeom>
              <a:avLst/>
              <a:gdLst>
                <a:gd name="T0" fmla="*/ 0 w 624"/>
                <a:gd name="T1" fmla="*/ 95 h 98"/>
                <a:gd name="T2" fmla="*/ 324 w 624"/>
                <a:gd name="T3" fmla="*/ 0 h 98"/>
                <a:gd name="T4" fmla="*/ 612 w 624"/>
                <a:gd name="T5" fmla="*/ 95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4" h="98">
                  <a:moveTo>
                    <a:pt x="0" y="98"/>
                  </a:moveTo>
                  <a:cubicBezTo>
                    <a:pt x="0" y="98"/>
                    <a:pt x="160" y="0"/>
                    <a:pt x="330" y="0"/>
                  </a:cubicBezTo>
                  <a:cubicBezTo>
                    <a:pt x="500" y="0"/>
                    <a:pt x="624" y="98"/>
                    <a:pt x="624" y="9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71" name="Freeform 282">
              <a:extLst>
                <a:ext uri="{FF2B5EF4-FFF2-40B4-BE49-F238E27FC236}">
                  <a16:creationId xmlns:a16="http://schemas.microsoft.com/office/drawing/2014/main" id="{AD6D2A43-F140-4520-9299-009199D9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596"/>
              <a:ext cx="611" cy="99"/>
            </a:xfrm>
            <a:custGeom>
              <a:avLst/>
              <a:gdLst>
                <a:gd name="T0" fmla="*/ 0 w 615"/>
                <a:gd name="T1" fmla="*/ 97 h 100"/>
                <a:gd name="T2" fmla="*/ 317 w 615"/>
                <a:gd name="T3" fmla="*/ 0 h 100"/>
                <a:gd name="T4" fmla="*/ 603 w 615"/>
                <a:gd name="T5" fmla="*/ 97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5" h="100">
                  <a:moveTo>
                    <a:pt x="0" y="100"/>
                  </a:moveTo>
                  <a:cubicBezTo>
                    <a:pt x="0" y="100"/>
                    <a:pt x="167" y="0"/>
                    <a:pt x="323" y="0"/>
                  </a:cubicBezTo>
                  <a:cubicBezTo>
                    <a:pt x="479" y="0"/>
                    <a:pt x="615" y="100"/>
                    <a:pt x="615" y="10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72" name="Freeform 283">
              <a:extLst>
                <a:ext uri="{FF2B5EF4-FFF2-40B4-BE49-F238E27FC236}">
                  <a16:creationId xmlns:a16="http://schemas.microsoft.com/office/drawing/2014/main" id="{BF513A1D-9BE6-4174-83E1-B8C3D777E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1644"/>
              <a:ext cx="602" cy="103"/>
            </a:xfrm>
            <a:custGeom>
              <a:avLst/>
              <a:gdLst>
                <a:gd name="T0" fmla="*/ 0 w 606"/>
                <a:gd name="T1" fmla="*/ 103 h 103"/>
                <a:gd name="T2" fmla="*/ 312 w 606"/>
                <a:gd name="T3" fmla="*/ 0 h 103"/>
                <a:gd name="T4" fmla="*/ 594 w 606"/>
                <a:gd name="T5" fmla="*/ 103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6" h="103">
                  <a:moveTo>
                    <a:pt x="0" y="103"/>
                  </a:moveTo>
                  <a:cubicBezTo>
                    <a:pt x="0" y="103"/>
                    <a:pt x="178" y="0"/>
                    <a:pt x="318" y="0"/>
                  </a:cubicBezTo>
                  <a:cubicBezTo>
                    <a:pt x="458" y="0"/>
                    <a:pt x="606" y="103"/>
                    <a:pt x="606" y="10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73" name="Freeform 284">
              <a:extLst>
                <a:ext uri="{FF2B5EF4-FFF2-40B4-BE49-F238E27FC236}">
                  <a16:creationId xmlns:a16="http://schemas.microsoft.com/office/drawing/2014/main" id="{38E8EE03-53BC-49A0-965E-D3BC91108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695"/>
              <a:ext cx="593" cy="98"/>
            </a:xfrm>
            <a:custGeom>
              <a:avLst/>
              <a:gdLst>
                <a:gd name="T0" fmla="*/ 0 w 597"/>
                <a:gd name="T1" fmla="*/ 96 h 99"/>
                <a:gd name="T2" fmla="*/ 305 w 597"/>
                <a:gd name="T3" fmla="*/ 0 h 99"/>
                <a:gd name="T4" fmla="*/ 585 w 597"/>
                <a:gd name="T5" fmla="*/ 96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7" h="99">
                  <a:moveTo>
                    <a:pt x="0" y="99"/>
                  </a:moveTo>
                  <a:cubicBezTo>
                    <a:pt x="0" y="99"/>
                    <a:pt x="166" y="0"/>
                    <a:pt x="311" y="0"/>
                  </a:cubicBezTo>
                  <a:cubicBezTo>
                    <a:pt x="456" y="0"/>
                    <a:pt x="597" y="99"/>
                    <a:pt x="597" y="9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74" name="Freeform 285">
              <a:extLst>
                <a:ext uri="{FF2B5EF4-FFF2-40B4-BE49-F238E27FC236}">
                  <a16:creationId xmlns:a16="http://schemas.microsoft.com/office/drawing/2014/main" id="{E472B390-4C38-457D-8AB5-46AF8FA5E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1747"/>
              <a:ext cx="582" cy="95"/>
            </a:xfrm>
            <a:custGeom>
              <a:avLst/>
              <a:gdLst>
                <a:gd name="T0" fmla="*/ 0 w 586"/>
                <a:gd name="T1" fmla="*/ 93 h 96"/>
                <a:gd name="T2" fmla="*/ 297 w 586"/>
                <a:gd name="T3" fmla="*/ 0 h 96"/>
                <a:gd name="T4" fmla="*/ 574 w 586"/>
                <a:gd name="T5" fmla="*/ 93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6" h="96">
                  <a:moveTo>
                    <a:pt x="0" y="96"/>
                  </a:moveTo>
                  <a:cubicBezTo>
                    <a:pt x="0" y="96"/>
                    <a:pt x="150" y="0"/>
                    <a:pt x="303" y="0"/>
                  </a:cubicBezTo>
                  <a:cubicBezTo>
                    <a:pt x="456" y="0"/>
                    <a:pt x="586" y="96"/>
                    <a:pt x="586" y="9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75" name="Freeform 286">
              <a:extLst>
                <a:ext uri="{FF2B5EF4-FFF2-40B4-BE49-F238E27FC236}">
                  <a16:creationId xmlns:a16="http://schemas.microsoft.com/office/drawing/2014/main" id="{423303FC-D164-46E4-BE5F-89EA14E5B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793"/>
              <a:ext cx="573" cy="100"/>
            </a:xfrm>
            <a:custGeom>
              <a:avLst/>
              <a:gdLst>
                <a:gd name="T0" fmla="*/ 0 w 577"/>
                <a:gd name="T1" fmla="*/ 98 h 101"/>
                <a:gd name="T2" fmla="*/ 290 w 577"/>
                <a:gd name="T3" fmla="*/ 0 h 101"/>
                <a:gd name="T4" fmla="*/ 565 w 577"/>
                <a:gd name="T5" fmla="*/ 98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7" h="101">
                  <a:moveTo>
                    <a:pt x="0" y="101"/>
                  </a:moveTo>
                  <a:cubicBezTo>
                    <a:pt x="0" y="101"/>
                    <a:pt x="174" y="0"/>
                    <a:pt x="296" y="0"/>
                  </a:cubicBezTo>
                  <a:cubicBezTo>
                    <a:pt x="418" y="0"/>
                    <a:pt x="577" y="101"/>
                    <a:pt x="577" y="10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76" name="Freeform 287">
              <a:extLst>
                <a:ext uri="{FF2B5EF4-FFF2-40B4-BE49-F238E27FC236}">
                  <a16:creationId xmlns:a16="http://schemas.microsoft.com/office/drawing/2014/main" id="{ADF14B8A-0F2B-4B8E-A128-A02BD6E92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1842"/>
              <a:ext cx="571" cy="95"/>
            </a:xfrm>
            <a:custGeom>
              <a:avLst/>
              <a:gdLst>
                <a:gd name="T0" fmla="*/ 0 w 575"/>
                <a:gd name="T1" fmla="*/ 93 h 96"/>
                <a:gd name="T2" fmla="*/ 287 w 575"/>
                <a:gd name="T3" fmla="*/ 0 h 96"/>
                <a:gd name="T4" fmla="*/ 563 w 575"/>
                <a:gd name="T5" fmla="*/ 93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5" h="96">
                  <a:moveTo>
                    <a:pt x="0" y="96"/>
                  </a:moveTo>
                  <a:cubicBezTo>
                    <a:pt x="0" y="96"/>
                    <a:pt x="181" y="0"/>
                    <a:pt x="293" y="0"/>
                  </a:cubicBezTo>
                  <a:cubicBezTo>
                    <a:pt x="405" y="0"/>
                    <a:pt x="575" y="96"/>
                    <a:pt x="575" y="9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77" name="Freeform 288">
              <a:extLst>
                <a:ext uri="{FF2B5EF4-FFF2-40B4-BE49-F238E27FC236}">
                  <a16:creationId xmlns:a16="http://schemas.microsoft.com/office/drawing/2014/main" id="{62393D0E-7A4D-467E-B00A-5A7FDD64D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893"/>
              <a:ext cx="574" cy="92"/>
            </a:xfrm>
            <a:custGeom>
              <a:avLst/>
              <a:gdLst>
                <a:gd name="T0" fmla="*/ 0 w 578"/>
                <a:gd name="T1" fmla="*/ 92 h 92"/>
                <a:gd name="T2" fmla="*/ 286 w 578"/>
                <a:gd name="T3" fmla="*/ 0 h 92"/>
                <a:gd name="T4" fmla="*/ 566 w 578"/>
                <a:gd name="T5" fmla="*/ 92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8" h="92">
                  <a:moveTo>
                    <a:pt x="0" y="92"/>
                  </a:moveTo>
                  <a:cubicBezTo>
                    <a:pt x="0" y="92"/>
                    <a:pt x="178" y="0"/>
                    <a:pt x="292" y="0"/>
                  </a:cubicBezTo>
                  <a:cubicBezTo>
                    <a:pt x="406" y="0"/>
                    <a:pt x="578" y="92"/>
                    <a:pt x="578" y="9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78" name="Freeform 289">
              <a:extLst>
                <a:ext uri="{FF2B5EF4-FFF2-40B4-BE49-F238E27FC236}">
                  <a16:creationId xmlns:a16="http://schemas.microsoft.com/office/drawing/2014/main" id="{3CC6FFE1-71E7-47A1-8204-7848986A2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937"/>
              <a:ext cx="589" cy="103"/>
            </a:xfrm>
            <a:custGeom>
              <a:avLst/>
              <a:gdLst>
                <a:gd name="T0" fmla="*/ 0 w 594"/>
                <a:gd name="T1" fmla="*/ 101 h 104"/>
                <a:gd name="T2" fmla="*/ 289 w 594"/>
                <a:gd name="T3" fmla="*/ 0 h 104"/>
                <a:gd name="T4" fmla="*/ 579 w 594"/>
                <a:gd name="T5" fmla="*/ 101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4" h="104">
                  <a:moveTo>
                    <a:pt x="0" y="104"/>
                  </a:moveTo>
                  <a:cubicBezTo>
                    <a:pt x="0" y="104"/>
                    <a:pt x="196" y="0"/>
                    <a:pt x="295" y="0"/>
                  </a:cubicBezTo>
                  <a:cubicBezTo>
                    <a:pt x="394" y="0"/>
                    <a:pt x="594" y="104"/>
                    <a:pt x="594" y="10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79" name="Freeform 290">
              <a:extLst>
                <a:ext uri="{FF2B5EF4-FFF2-40B4-BE49-F238E27FC236}">
                  <a16:creationId xmlns:a16="http://schemas.microsoft.com/office/drawing/2014/main" id="{F8F40AE3-3453-481E-BFC2-2E52B3026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985"/>
              <a:ext cx="605" cy="103"/>
            </a:xfrm>
            <a:custGeom>
              <a:avLst/>
              <a:gdLst>
                <a:gd name="T0" fmla="*/ 0 w 610"/>
                <a:gd name="T1" fmla="*/ 101 h 104"/>
                <a:gd name="T2" fmla="*/ 293 w 610"/>
                <a:gd name="T3" fmla="*/ 0 h 104"/>
                <a:gd name="T4" fmla="*/ 595 w 610"/>
                <a:gd name="T5" fmla="*/ 101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0" h="104">
                  <a:moveTo>
                    <a:pt x="0" y="104"/>
                  </a:moveTo>
                  <a:cubicBezTo>
                    <a:pt x="0" y="104"/>
                    <a:pt x="184" y="0"/>
                    <a:pt x="299" y="0"/>
                  </a:cubicBezTo>
                  <a:cubicBezTo>
                    <a:pt x="414" y="0"/>
                    <a:pt x="610" y="104"/>
                    <a:pt x="610" y="10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80" name="Freeform 291">
              <a:extLst>
                <a:ext uri="{FF2B5EF4-FFF2-40B4-BE49-F238E27FC236}">
                  <a16:creationId xmlns:a16="http://schemas.microsoft.com/office/drawing/2014/main" id="{6AAB626C-29AF-444A-A64F-A393F130B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040"/>
              <a:ext cx="618" cy="96"/>
            </a:xfrm>
            <a:custGeom>
              <a:avLst/>
              <a:gdLst>
                <a:gd name="T0" fmla="*/ 0 w 623"/>
                <a:gd name="T1" fmla="*/ 96 h 96"/>
                <a:gd name="T2" fmla="*/ 298 w 623"/>
                <a:gd name="T3" fmla="*/ 0 h 96"/>
                <a:gd name="T4" fmla="*/ 608 w 623"/>
                <a:gd name="T5" fmla="*/ 96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3" h="96">
                  <a:moveTo>
                    <a:pt x="0" y="96"/>
                  </a:moveTo>
                  <a:cubicBezTo>
                    <a:pt x="0" y="96"/>
                    <a:pt x="163" y="0"/>
                    <a:pt x="304" y="0"/>
                  </a:cubicBezTo>
                  <a:cubicBezTo>
                    <a:pt x="445" y="0"/>
                    <a:pt x="623" y="96"/>
                    <a:pt x="623" y="9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81" name="Freeform 292">
              <a:extLst>
                <a:ext uri="{FF2B5EF4-FFF2-40B4-BE49-F238E27FC236}">
                  <a16:creationId xmlns:a16="http://schemas.microsoft.com/office/drawing/2014/main" id="{AD1497EB-2B3E-4624-A982-E35B997B2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117"/>
              <a:ext cx="650" cy="276"/>
            </a:xfrm>
            <a:custGeom>
              <a:avLst/>
              <a:gdLst>
                <a:gd name="T0" fmla="*/ 0 w 655"/>
                <a:gd name="T1" fmla="*/ 270 h 279"/>
                <a:gd name="T2" fmla="*/ 313 w 655"/>
                <a:gd name="T3" fmla="*/ 0 h 279"/>
                <a:gd name="T4" fmla="*/ 640 w 655"/>
                <a:gd name="T5" fmla="*/ 270 h 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5" h="279">
                  <a:moveTo>
                    <a:pt x="0" y="279"/>
                  </a:moveTo>
                  <a:cubicBezTo>
                    <a:pt x="0" y="279"/>
                    <a:pt x="52" y="0"/>
                    <a:pt x="319" y="0"/>
                  </a:cubicBezTo>
                  <a:cubicBezTo>
                    <a:pt x="586" y="0"/>
                    <a:pt x="655" y="279"/>
                    <a:pt x="655" y="27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82" name="Freeform 293">
              <a:extLst>
                <a:ext uri="{FF2B5EF4-FFF2-40B4-BE49-F238E27FC236}">
                  <a16:creationId xmlns:a16="http://schemas.microsoft.com/office/drawing/2014/main" id="{05D785A2-A950-43A9-B546-3443B3EA9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178"/>
              <a:ext cx="526" cy="879"/>
            </a:xfrm>
            <a:custGeom>
              <a:avLst/>
              <a:gdLst>
                <a:gd name="T0" fmla="*/ 0 w 529"/>
                <a:gd name="T1" fmla="*/ 862 h 886"/>
                <a:gd name="T2" fmla="*/ 13 w 529"/>
                <a:gd name="T3" fmla="*/ 314 h 886"/>
                <a:gd name="T4" fmla="*/ 254 w 529"/>
                <a:gd name="T5" fmla="*/ 0 h 886"/>
                <a:gd name="T6" fmla="*/ 492 w 529"/>
                <a:gd name="T7" fmla="*/ 305 h 886"/>
                <a:gd name="T8" fmla="*/ 516 w 529"/>
                <a:gd name="T9" fmla="*/ 861 h 886"/>
                <a:gd name="T10" fmla="*/ 520 w 529"/>
                <a:gd name="T11" fmla="*/ 865 h 8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9" h="886">
                  <a:moveTo>
                    <a:pt x="0" y="883"/>
                  </a:moveTo>
                  <a:cubicBezTo>
                    <a:pt x="12" y="880"/>
                    <a:pt x="53" y="836"/>
                    <a:pt x="13" y="323"/>
                  </a:cubicBezTo>
                  <a:cubicBezTo>
                    <a:pt x="3" y="189"/>
                    <a:pt x="55" y="0"/>
                    <a:pt x="257" y="0"/>
                  </a:cubicBezTo>
                  <a:cubicBezTo>
                    <a:pt x="459" y="0"/>
                    <a:pt x="501" y="183"/>
                    <a:pt x="501" y="311"/>
                  </a:cubicBezTo>
                  <a:cubicBezTo>
                    <a:pt x="501" y="415"/>
                    <a:pt x="473" y="826"/>
                    <a:pt x="525" y="882"/>
                  </a:cubicBezTo>
                  <a:cubicBezTo>
                    <a:pt x="529" y="886"/>
                    <a:pt x="529" y="886"/>
                    <a:pt x="529" y="88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83" name="Freeform 294">
              <a:extLst>
                <a:ext uri="{FF2B5EF4-FFF2-40B4-BE49-F238E27FC236}">
                  <a16:creationId xmlns:a16="http://schemas.microsoft.com/office/drawing/2014/main" id="{42DEFA72-7F45-4B8F-A1DD-CF4195999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231"/>
              <a:ext cx="554" cy="1632"/>
            </a:xfrm>
            <a:custGeom>
              <a:avLst/>
              <a:gdLst>
                <a:gd name="T0" fmla="*/ 278 w 558"/>
                <a:gd name="T1" fmla="*/ 1606 h 1645"/>
                <a:gd name="T2" fmla="*/ 424 w 558"/>
                <a:gd name="T3" fmla="*/ 935 h 1645"/>
                <a:gd name="T4" fmla="*/ 437 w 558"/>
                <a:gd name="T5" fmla="*/ 541 h 1645"/>
                <a:gd name="T6" fmla="*/ 441 w 558"/>
                <a:gd name="T7" fmla="*/ 282 h 1645"/>
                <a:gd name="T8" fmla="*/ 273 w 558"/>
                <a:gd name="T9" fmla="*/ 0 h 1645"/>
                <a:gd name="T10" fmla="*/ 95 w 558"/>
                <a:gd name="T11" fmla="*/ 284 h 1645"/>
                <a:gd name="T12" fmla="*/ 112 w 558"/>
                <a:gd name="T13" fmla="*/ 545 h 1645"/>
                <a:gd name="T14" fmla="*/ 105 w 558"/>
                <a:gd name="T15" fmla="*/ 920 h 1645"/>
                <a:gd name="T16" fmla="*/ 278 w 558"/>
                <a:gd name="T17" fmla="*/ 1606 h 16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8" h="1645">
                  <a:moveTo>
                    <a:pt x="284" y="1645"/>
                  </a:moveTo>
                  <a:cubicBezTo>
                    <a:pt x="448" y="1571"/>
                    <a:pt x="435" y="1014"/>
                    <a:pt x="433" y="958"/>
                  </a:cubicBezTo>
                  <a:cubicBezTo>
                    <a:pt x="431" y="902"/>
                    <a:pt x="462" y="657"/>
                    <a:pt x="446" y="553"/>
                  </a:cubicBezTo>
                  <a:cubicBezTo>
                    <a:pt x="430" y="449"/>
                    <a:pt x="450" y="288"/>
                    <a:pt x="450" y="288"/>
                  </a:cubicBezTo>
                  <a:cubicBezTo>
                    <a:pt x="450" y="288"/>
                    <a:pt x="558" y="0"/>
                    <a:pt x="279" y="0"/>
                  </a:cubicBezTo>
                  <a:cubicBezTo>
                    <a:pt x="0" y="0"/>
                    <a:pt x="98" y="290"/>
                    <a:pt x="98" y="290"/>
                  </a:cubicBezTo>
                  <a:cubicBezTo>
                    <a:pt x="98" y="290"/>
                    <a:pt x="123" y="476"/>
                    <a:pt x="115" y="557"/>
                  </a:cubicBezTo>
                  <a:cubicBezTo>
                    <a:pt x="103" y="681"/>
                    <a:pt x="127" y="841"/>
                    <a:pt x="108" y="941"/>
                  </a:cubicBezTo>
                  <a:cubicBezTo>
                    <a:pt x="90" y="1041"/>
                    <a:pt x="151" y="1616"/>
                    <a:pt x="284" y="1645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84" name="Freeform 295">
              <a:extLst>
                <a:ext uri="{FF2B5EF4-FFF2-40B4-BE49-F238E27FC236}">
                  <a16:creationId xmlns:a16="http://schemas.microsoft.com/office/drawing/2014/main" id="{32A7F170-BDAA-41C3-9AA4-DD83FB274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268"/>
              <a:ext cx="304" cy="1551"/>
            </a:xfrm>
            <a:custGeom>
              <a:avLst/>
              <a:gdLst>
                <a:gd name="T0" fmla="*/ 179 w 306"/>
                <a:gd name="T1" fmla="*/ 1527 h 1563"/>
                <a:gd name="T2" fmla="*/ 234 w 306"/>
                <a:gd name="T3" fmla="*/ 1230 h 1563"/>
                <a:gd name="T4" fmla="*/ 226 w 306"/>
                <a:gd name="T5" fmla="*/ 773 h 1563"/>
                <a:gd name="T6" fmla="*/ 226 w 306"/>
                <a:gd name="T7" fmla="*/ 316 h 1563"/>
                <a:gd name="T8" fmla="*/ 178 w 306"/>
                <a:gd name="T9" fmla="*/ 226 h 1563"/>
                <a:gd name="T10" fmla="*/ 288 w 306"/>
                <a:gd name="T11" fmla="*/ 101 h 1563"/>
                <a:gd name="T12" fmla="*/ 151 w 306"/>
                <a:gd name="T13" fmla="*/ 0 h 1563"/>
                <a:gd name="T14" fmla="*/ 13 w 306"/>
                <a:gd name="T15" fmla="*/ 102 h 1563"/>
                <a:gd name="T16" fmla="*/ 104 w 306"/>
                <a:gd name="T17" fmla="*/ 230 h 1563"/>
                <a:gd name="T18" fmla="*/ 81 w 306"/>
                <a:gd name="T19" fmla="*/ 329 h 1563"/>
                <a:gd name="T20" fmla="*/ 74 w 306"/>
                <a:gd name="T21" fmla="*/ 773 h 1563"/>
                <a:gd name="T22" fmla="*/ 133 w 306"/>
                <a:gd name="T23" fmla="*/ 1527 h 15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6" h="1563">
                  <a:moveTo>
                    <a:pt x="182" y="1563"/>
                  </a:moveTo>
                  <a:cubicBezTo>
                    <a:pt x="226" y="1529"/>
                    <a:pt x="250" y="1372"/>
                    <a:pt x="240" y="1260"/>
                  </a:cubicBezTo>
                  <a:cubicBezTo>
                    <a:pt x="230" y="1148"/>
                    <a:pt x="226" y="832"/>
                    <a:pt x="230" y="791"/>
                  </a:cubicBezTo>
                  <a:cubicBezTo>
                    <a:pt x="234" y="751"/>
                    <a:pt x="232" y="405"/>
                    <a:pt x="229" y="322"/>
                  </a:cubicBezTo>
                  <a:cubicBezTo>
                    <a:pt x="226" y="239"/>
                    <a:pt x="181" y="232"/>
                    <a:pt x="181" y="232"/>
                  </a:cubicBezTo>
                  <a:cubicBezTo>
                    <a:pt x="306" y="230"/>
                    <a:pt x="295" y="146"/>
                    <a:pt x="294" y="104"/>
                  </a:cubicBezTo>
                  <a:cubicBezTo>
                    <a:pt x="293" y="62"/>
                    <a:pt x="239" y="0"/>
                    <a:pt x="154" y="0"/>
                  </a:cubicBezTo>
                  <a:cubicBezTo>
                    <a:pt x="69" y="0"/>
                    <a:pt x="17" y="53"/>
                    <a:pt x="13" y="105"/>
                  </a:cubicBezTo>
                  <a:cubicBezTo>
                    <a:pt x="0" y="244"/>
                    <a:pt x="107" y="236"/>
                    <a:pt x="107" y="236"/>
                  </a:cubicBezTo>
                  <a:cubicBezTo>
                    <a:pt x="107" y="236"/>
                    <a:pt x="84" y="262"/>
                    <a:pt x="84" y="338"/>
                  </a:cubicBezTo>
                  <a:cubicBezTo>
                    <a:pt x="84" y="414"/>
                    <a:pt x="70" y="723"/>
                    <a:pt x="74" y="791"/>
                  </a:cubicBezTo>
                  <a:cubicBezTo>
                    <a:pt x="78" y="860"/>
                    <a:pt x="72" y="1559"/>
                    <a:pt x="136" y="156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85" name="Freeform 296">
              <a:extLst>
                <a:ext uri="{FF2B5EF4-FFF2-40B4-BE49-F238E27FC236}">
                  <a16:creationId xmlns:a16="http://schemas.microsoft.com/office/drawing/2014/main" id="{1C9D756A-E4A4-4696-9B85-FB59D63CB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292"/>
              <a:ext cx="192" cy="205"/>
            </a:xfrm>
            <a:custGeom>
              <a:avLst/>
              <a:gdLst>
                <a:gd name="T0" fmla="*/ 64 w 193"/>
                <a:gd name="T1" fmla="*/ 203 h 206"/>
                <a:gd name="T2" fmla="*/ 0 w 193"/>
                <a:gd name="T3" fmla="*/ 102 h 206"/>
                <a:gd name="T4" fmla="*/ 96 w 193"/>
                <a:gd name="T5" fmla="*/ 29 h 206"/>
                <a:gd name="T6" fmla="*/ 190 w 193"/>
                <a:gd name="T7" fmla="*/ 102 h 206"/>
                <a:gd name="T8" fmla="*/ 115 w 193"/>
                <a:gd name="T9" fmla="*/ 200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206">
                  <a:moveTo>
                    <a:pt x="64" y="206"/>
                  </a:moveTo>
                  <a:cubicBezTo>
                    <a:pt x="64" y="206"/>
                    <a:pt x="0" y="204"/>
                    <a:pt x="0" y="102"/>
                  </a:cubicBezTo>
                  <a:cubicBezTo>
                    <a:pt x="0" y="0"/>
                    <a:pt x="99" y="29"/>
                    <a:pt x="99" y="29"/>
                  </a:cubicBezTo>
                  <a:cubicBezTo>
                    <a:pt x="99" y="29"/>
                    <a:pt x="193" y="7"/>
                    <a:pt x="193" y="102"/>
                  </a:cubicBezTo>
                  <a:cubicBezTo>
                    <a:pt x="192" y="197"/>
                    <a:pt x="136" y="200"/>
                    <a:pt x="118" y="20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86" name="Oval 297">
              <a:extLst>
                <a:ext uri="{FF2B5EF4-FFF2-40B4-BE49-F238E27FC236}">
                  <a16:creationId xmlns:a16="http://schemas.microsoft.com/office/drawing/2014/main" id="{D20EDC45-2ADA-4890-843E-9D0A852B6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2361"/>
              <a:ext cx="105" cy="106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1987" name="Freeform 298">
              <a:extLst>
                <a:ext uri="{FF2B5EF4-FFF2-40B4-BE49-F238E27FC236}">
                  <a16:creationId xmlns:a16="http://schemas.microsoft.com/office/drawing/2014/main" id="{E86A3DBA-675B-40BB-BB2A-362830391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178"/>
              <a:ext cx="388" cy="234"/>
            </a:xfrm>
            <a:custGeom>
              <a:avLst/>
              <a:gdLst>
                <a:gd name="T0" fmla="*/ 0 w 391"/>
                <a:gd name="T1" fmla="*/ 230 h 236"/>
                <a:gd name="T2" fmla="*/ 184 w 391"/>
                <a:gd name="T3" fmla="*/ 0 h 236"/>
                <a:gd name="T4" fmla="*/ 382 w 391"/>
                <a:gd name="T5" fmla="*/ 225 h 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1" h="236">
                  <a:moveTo>
                    <a:pt x="0" y="236"/>
                  </a:moveTo>
                  <a:cubicBezTo>
                    <a:pt x="0" y="236"/>
                    <a:pt x="101" y="0"/>
                    <a:pt x="187" y="0"/>
                  </a:cubicBezTo>
                  <a:cubicBezTo>
                    <a:pt x="274" y="0"/>
                    <a:pt x="391" y="231"/>
                    <a:pt x="391" y="23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88" name="Freeform 299">
              <a:extLst>
                <a:ext uri="{FF2B5EF4-FFF2-40B4-BE49-F238E27FC236}">
                  <a16:creationId xmlns:a16="http://schemas.microsoft.com/office/drawing/2014/main" id="{57C551D2-EA5F-44BD-B77C-1D5E4E6AA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241"/>
              <a:ext cx="204" cy="135"/>
            </a:xfrm>
            <a:custGeom>
              <a:avLst/>
              <a:gdLst>
                <a:gd name="T0" fmla="*/ 0 w 206"/>
                <a:gd name="T1" fmla="*/ 133 h 136"/>
                <a:gd name="T2" fmla="*/ 103 w 206"/>
                <a:gd name="T3" fmla="*/ 0 h 136"/>
                <a:gd name="T4" fmla="*/ 200 w 206"/>
                <a:gd name="T5" fmla="*/ 121 h 1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6" h="136">
                  <a:moveTo>
                    <a:pt x="0" y="136"/>
                  </a:moveTo>
                  <a:cubicBezTo>
                    <a:pt x="0" y="136"/>
                    <a:pt x="54" y="0"/>
                    <a:pt x="106" y="0"/>
                  </a:cubicBezTo>
                  <a:cubicBezTo>
                    <a:pt x="159" y="0"/>
                    <a:pt x="206" y="124"/>
                    <a:pt x="206" y="12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89" name="Freeform 300">
              <a:extLst>
                <a:ext uri="{FF2B5EF4-FFF2-40B4-BE49-F238E27FC236}">
                  <a16:creationId xmlns:a16="http://schemas.microsoft.com/office/drawing/2014/main" id="{45D7DE43-ADBD-4904-BA67-2A313369F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507"/>
              <a:ext cx="119" cy="40"/>
            </a:xfrm>
            <a:custGeom>
              <a:avLst/>
              <a:gdLst>
                <a:gd name="T0" fmla="*/ 0 w 119"/>
                <a:gd name="T1" fmla="*/ 0 h 41"/>
                <a:gd name="T2" fmla="*/ 64 w 119"/>
                <a:gd name="T3" fmla="*/ 20 h 41"/>
                <a:gd name="T4" fmla="*/ 119 w 119"/>
                <a:gd name="T5" fmla="*/ 3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1">
                  <a:moveTo>
                    <a:pt x="0" y="0"/>
                  </a:moveTo>
                  <a:cubicBezTo>
                    <a:pt x="0" y="0"/>
                    <a:pt x="24" y="20"/>
                    <a:pt x="64" y="21"/>
                  </a:cubicBezTo>
                  <a:cubicBezTo>
                    <a:pt x="104" y="22"/>
                    <a:pt x="119" y="41"/>
                    <a:pt x="119" y="4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90" name="Freeform 301">
              <a:extLst>
                <a:ext uri="{FF2B5EF4-FFF2-40B4-BE49-F238E27FC236}">
                  <a16:creationId xmlns:a16="http://schemas.microsoft.com/office/drawing/2014/main" id="{4569CC3A-7B25-4236-81C9-CD56613CD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507"/>
              <a:ext cx="117" cy="40"/>
            </a:xfrm>
            <a:custGeom>
              <a:avLst/>
              <a:gdLst>
                <a:gd name="T0" fmla="*/ 115 w 118"/>
                <a:gd name="T1" fmla="*/ 0 h 41"/>
                <a:gd name="T2" fmla="*/ 55 w 118"/>
                <a:gd name="T3" fmla="*/ 20 h 41"/>
                <a:gd name="T4" fmla="*/ 0 w 118"/>
                <a:gd name="T5" fmla="*/ 3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41">
                  <a:moveTo>
                    <a:pt x="118" y="0"/>
                  </a:moveTo>
                  <a:cubicBezTo>
                    <a:pt x="118" y="0"/>
                    <a:pt x="94" y="20"/>
                    <a:pt x="55" y="21"/>
                  </a:cubicBezTo>
                  <a:cubicBezTo>
                    <a:pt x="15" y="22"/>
                    <a:pt x="0" y="41"/>
                    <a:pt x="0" y="4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91" name="Freeform 302">
              <a:extLst>
                <a:ext uri="{FF2B5EF4-FFF2-40B4-BE49-F238E27FC236}">
                  <a16:creationId xmlns:a16="http://schemas.microsoft.com/office/drawing/2014/main" id="{B747D2CA-673D-40A8-8C92-3486135BE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526"/>
              <a:ext cx="425" cy="891"/>
            </a:xfrm>
            <a:custGeom>
              <a:avLst/>
              <a:gdLst>
                <a:gd name="T0" fmla="*/ 419 w 428"/>
                <a:gd name="T1" fmla="*/ 877 h 898"/>
                <a:gd name="T2" fmla="*/ 313 w 428"/>
                <a:gd name="T3" fmla="*/ 783 h 898"/>
                <a:gd name="T4" fmla="*/ 151 w 428"/>
                <a:gd name="T5" fmla="*/ 546 h 898"/>
                <a:gd name="T6" fmla="*/ 0 w 428"/>
                <a:gd name="T7" fmla="*/ 0 h 8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8" h="898">
                  <a:moveTo>
                    <a:pt x="428" y="898"/>
                  </a:moveTo>
                  <a:cubicBezTo>
                    <a:pt x="428" y="898"/>
                    <a:pt x="338" y="836"/>
                    <a:pt x="319" y="801"/>
                  </a:cubicBezTo>
                  <a:cubicBezTo>
                    <a:pt x="300" y="766"/>
                    <a:pt x="171" y="614"/>
                    <a:pt x="154" y="558"/>
                  </a:cubicBezTo>
                  <a:cubicBezTo>
                    <a:pt x="137" y="501"/>
                    <a:pt x="13" y="26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92" name="Freeform 303">
              <a:extLst>
                <a:ext uri="{FF2B5EF4-FFF2-40B4-BE49-F238E27FC236}">
                  <a16:creationId xmlns:a16="http://schemas.microsoft.com/office/drawing/2014/main" id="{C90085D2-1952-4D21-BCC1-C77CD72F6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73"/>
              <a:ext cx="407" cy="956"/>
            </a:xfrm>
            <a:custGeom>
              <a:avLst/>
              <a:gdLst>
                <a:gd name="T0" fmla="*/ 0 w 409"/>
                <a:gd name="T1" fmla="*/ 0 h 964"/>
                <a:gd name="T2" fmla="*/ 55 w 409"/>
                <a:gd name="T3" fmla="*/ 247 h 964"/>
                <a:gd name="T4" fmla="*/ 172 w 409"/>
                <a:gd name="T5" fmla="*/ 489 h 964"/>
                <a:gd name="T6" fmla="*/ 403 w 409"/>
                <a:gd name="T7" fmla="*/ 940 h 9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9" h="964">
                  <a:moveTo>
                    <a:pt x="0" y="0"/>
                  </a:moveTo>
                  <a:cubicBezTo>
                    <a:pt x="0" y="0"/>
                    <a:pt x="34" y="184"/>
                    <a:pt x="55" y="253"/>
                  </a:cubicBezTo>
                  <a:cubicBezTo>
                    <a:pt x="75" y="323"/>
                    <a:pt x="122" y="428"/>
                    <a:pt x="175" y="501"/>
                  </a:cubicBezTo>
                  <a:cubicBezTo>
                    <a:pt x="227" y="574"/>
                    <a:pt x="371" y="841"/>
                    <a:pt x="409" y="96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93" name="Freeform 304">
              <a:extLst>
                <a:ext uri="{FF2B5EF4-FFF2-40B4-BE49-F238E27FC236}">
                  <a16:creationId xmlns:a16="http://schemas.microsoft.com/office/drawing/2014/main" id="{1E383C76-59F4-4327-AC0D-FBC9814E7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526"/>
              <a:ext cx="380" cy="958"/>
            </a:xfrm>
            <a:custGeom>
              <a:avLst/>
              <a:gdLst>
                <a:gd name="T0" fmla="*/ 0 w 383"/>
                <a:gd name="T1" fmla="*/ 944 h 965"/>
                <a:gd name="T2" fmla="*/ 82 w 383"/>
                <a:gd name="T3" fmla="*/ 803 h 965"/>
                <a:gd name="T4" fmla="*/ 223 w 383"/>
                <a:gd name="T5" fmla="*/ 546 h 965"/>
                <a:gd name="T6" fmla="*/ 374 w 383"/>
                <a:gd name="T7" fmla="*/ 0 h 9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3" h="965">
                  <a:moveTo>
                    <a:pt x="0" y="965"/>
                  </a:moveTo>
                  <a:cubicBezTo>
                    <a:pt x="0" y="965"/>
                    <a:pt x="66" y="856"/>
                    <a:pt x="85" y="821"/>
                  </a:cubicBezTo>
                  <a:cubicBezTo>
                    <a:pt x="104" y="786"/>
                    <a:pt x="212" y="614"/>
                    <a:pt x="229" y="558"/>
                  </a:cubicBezTo>
                  <a:cubicBezTo>
                    <a:pt x="246" y="501"/>
                    <a:pt x="370" y="263"/>
                    <a:pt x="38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94" name="Freeform 305">
              <a:extLst>
                <a:ext uri="{FF2B5EF4-FFF2-40B4-BE49-F238E27FC236}">
                  <a16:creationId xmlns:a16="http://schemas.microsoft.com/office/drawing/2014/main" id="{AC92D1BD-2D64-4F38-A319-FF08A094A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631"/>
              <a:ext cx="369" cy="932"/>
            </a:xfrm>
            <a:custGeom>
              <a:avLst/>
              <a:gdLst>
                <a:gd name="T0" fmla="*/ 363 w 372"/>
                <a:gd name="T1" fmla="*/ 0 h 940"/>
                <a:gd name="T2" fmla="*/ 321 w 372"/>
                <a:gd name="T3" fmla="*/ 189 h 940"/>
                <a:gd name="T4" fmla="*/ 217 w 372"/>
                <a:gd name="T5" fmla="*/ 441 h 940"/>
                <a:gd name="T6" fmla="*/ 27 w 372"/>
                <a:gd name="T7" fmla="*/ 916 h 9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2" h="940">
                  <a:moveTo>
                    <a:pt x="372" y="0"/>
                  </a:moveTo>
                  <a:cubicBezTo>
                    <a:pt x="372" y="0"/>
                    <a:pt x="350" y="126"/>
                    <a:pt x="330" y="195"/>
                  </a:cubicBezTo>
                  <a:cubicBezTo>
                    <a:pt x="309" y="265"/>
                    <a:pt x="264" y="373"/>
                    <a:pt x="223" y="453"/>
                  </a:cubicBezTo>
                  <a:cubicBezTo>
                    <a:pt x="0" y="885"/>
                    <a:pt x="65" y="817"/>
                    <a:pt x="27" y="94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1684" name="Spinal-cord-segments-diagram">
            <a:extLst>
              <a:ext uri="{FF2B5EF4-FFF2-40B4-BE49-F238E27FC236}">
                <a16:creationId xmlns:a16="http://schemas.microsoft.com/office/drawing/2014/main" id="{32E36A17-B49F-4B37-BADD-0A5379D57DB6}"/>
              </a:ext>
            </a:extLst>
          </p:cNvPr>
          <p:cNvGrpSpPr>
            <a:grpSpLocks/>
          </p:cNvGrpSpPr>
          <p:nvPr/>
        </p:nvGrpSpPr>
        <p:grpSpPr bwMode="auto">
          <a:xfrm>
            <a:off x="2179638" y="1295400"/>
            <a:ext cx="1604962" cy="5002213"/>
            <a:chOff x="413" y="816"/>
            <a:chExt cx="1011" cy="3151"/>
          </a:xfrm>
        </p:grpSpPr>
        <p:sp>
          <p:nvSpPr>
            <p:cNvPr id="71685" name="Freeform 307">
              <a:extLst>
                <a:ext uri="{FF2B5EF4-FFF2-40B4-BE49-F238E27FC236}">
                  <a16:creationId xmlns:a16="http://schemas.microsoft.com/office/drawing/2014/main" id="{0392073A-E1D7-4E44-8AD9-F781195A8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816"/>
              <a:ext cx="265" cy="613"/>
            </a:xfrm>
            <a:custGeom>
              <a:avLst/>
              <a:gdLst>
                <a:gd name="T0" fmla="*/ 269 w 263"/>
                <a:gd name="T1" fmla="*/ 585 h 609"/>
                <a:gd name="T2" fmla="*/ 196 w 263"/>
                <a:gd name="T3" fmla="*/ 139 h 609"/>
                <a:gd name="T4" fmla="*/ 221 w 263"/>
                <a:gd name="T5" fmla="*/ 7 h 609"/>
                <a:gd name="T6" fmla="*/ 135 w 263"/>
                <a:gd name="T7" fmla="*/ 0 h 609"/>
                <a:gd name="T8" fmla="*/ 136 w 263"/>
                <a:gd name="T9" fmla="*/ 70 h 609"/>
                <a:gd name="T10" fmla="*/ 26 w 263"/>
                <a:gd name="T11" fmla="*/ 59 h 609"/>
                <a:gd name="T12" fmla="*/ 26 w 263"/>
                <a:gd name="T13" fmla="*/ 64 h 609"/>
                <a:gd name="T14" fmla="*/ 135 w 263"/>
                <a:gd name="T15" fmla="*/ 80 h 609"/>
                <a:gd name="T16" fmla="*/ 130 w 263"/>
                <a:gd name="T17" fmla="*/ 150 h 609"/>
                <a:gd name="T18" fmla="*/ 129 w 263"/>
                <a:gd name="T19" fmla="*/ 158 h 609"/>
                <a:gd name="T20" fmla="*/ 18 w 263"/>
                <a:gd name="T21" fmla="*/ 153 h 609"/>
                <a:gd name="T22" fmla="*/ 17 w 263"/>
                <a:gd name="T23" fmla="*/ 160 h 609"/>
                <a:gd name="T24" fmla="*/ 128 w 263"/>
                <a:gd name="T25" fmla="*/ 166 h 609"/>
                <a:gd name="T26" fmla="*/ 123 w 263"/>
                <a:gd name="T27" fmla="*/ 240 h 609"/>
                <a:gd name="T28" fmla="*/ 55 w 263"/>
                <a:gd name="T29" fmla="*/ 247 h 609"/>
                <a:gd name="T30" fmla="*/ 3 w 263"/>
                <a:gd name="T31" fmla="*/ 279 h 609"/>
                <a:gd name="T32" fmla="*/ 6 w 263"/>
                <a:gd name="T33" fmla="*/ 286 h 609"/>
                <a:gd name="T34" fmla="*/ 53 w 263"/>
                <a:gd name="T35" fmla="*/ 252 h 609"/>
                <a:gd name="T36" fmla="*/ 123 w 263"/>
                <a:gd name="T37" fmla="*/ 248 h 609"/>
                <a:gd name="T38" fmla="*/ 125 w 263"/>
                <a:gd name="T39" fmla="*/ 316 h 609"/>
                <a:gd name="T40" fmla="*/ 0 w 263"/>
                <a:gd name="T41" fmla="*/ 343 h 609"/>
                <a:gd name="T42" fmla="*/ 1 w 263"/>
                <a:gd name="T43" fmla="*/ 352 h 609"/>
                <a:gd name="T44" fmla="*/ 126 w 263"/>
                <a:gd name="T45" fmla="*/ 323 h 609"/>
                <a:gd name="T46" fmla="*/ 136 w 263"/>
                <a:gd name="T47" fmla="*/ 393 h 609"/>
                <a:gd name="T48" fmla="*/ 7 w 263"/>
                <a:gd name="T49" fmla="*/ 424 h 609"/>
                <a:gd name="T50" fmla="*/ 5 w 263"/>
                <a:gd name="T51" fmla="*/ 434 h 609"/>
                <a:gd name="T52" fmla="*/ 137 w 263"/>
                <a:gd name="T53" fmla="*/ 401 h 609"/>
                <a:gd name="T54" fmla="*/ 153 w 263"/>
                <a:gd name="T55" fmla="*/ 463 h 609"/>
                <a:gd name="T56" fmla="*/ 32 w 263"/>
                <a:gd name="T57" fmla="*/ 529 h 609"/>
                <a:gd name="T58" fmla="*/ 33 w 263"/>
                <a:gd name="T59" fmla="*/ 535 h 609"/>
                <a:gd name="T60" fmla="*/ 155 w 263"/>
                <a:gd name="T61" fmla="*/ 471 h 609"/>
                <a:gd name="T62" fmla="*/ 179 w 263"/>
                <a:gd name="T63" fmla="*/ 543 h 609"/>
                <a:gd name="T64" fmla="*/ 62 w 263"/>
                <a:gd name="T65" fmla="*/ 617 h 609"/>
                <a:gd name="T66" fmla="*/ 64 w 263"/>
                <a:gd name="T67" fmla="*/ 621 h 609"/>
                <a:gd name="T68" fmla="*/ 182 w 263"/>
                <a:gd name="T69" fmla="*/ 551 h 609"/>
                <a:gd name="T70" fmla="*/ 196 w 263"/>
                <a:gd name="T71" fmla="*/ 585 h 609"/>
                <a:gd name="T72" fmla="*/ 269 w 263"/>
                <a:gd name="T73" fmla="*/ 585 h 60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63" h="609">
                  <a:moveTo>
                    <a:pt x="263" y="573"/>
                  </a:moveTo>
                  <a:cubicBezTo>
                    <a:pt x="204" y="445"/>
                    <a:pt x="163" y="309"/>
                    <a:pt x="193" y="136"/>
                  </a:cubicBezTo>
                  <a:cubicBezTo>
                    <a:pt x="199" y="102"/>
                    <a:pt x="207" y="56"/>
                    <a:pt x="215" y="7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3" y="23"/>
                    <a:pt x="133" y="46"/>
                    <a:pt x="133" y="70"/>
                  </a:cubicBezTo>
                  <a:cubicBezTo>
                    <a:pt x="67" y="76"/>
                    <a:pt x="26" y="59"/>
                    <a:pt x="26" y="59"/>
                  </a:cubicBezTo>
                  <a:cubicBezTo>
                    <a:pt x="26" y="64"/>
                    <a:pt x="26" y="64"/>
                    <a:pt x="26" y="64"/>
                  </a:cubicBezTo>
                  <a:cubicBezTo>
                    <a:pt x="48" y="83"/>
                    <a:pt x="112" y="78"/>
                    <a:pt x="132" y="77"/>
                  </a:cubicBezTo>
                  <a:cubicBezTo>
                    <a:pt x="131" y="102"/>
                    <a:pt x="129" y="126"/>
                    <a:pt x="127" y="147"/>
                  </a:cubicBezTo>
                  <a:cubicBezTo>
                    <a:pt x="126" y="150"/>
                    <a:pt x="126" y="152"/>
                    <a:pt x="126" y="155"/>
                  </a:cubicBezTo>
                  <a:cubicBezTo>
                    <a:pt x="109" y="158"/>
                    <a:pt x="65" y="163"/>
                    <a:pt x="18" y="150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80" y="172"/>
                    <a:pt x="125" y="163"/>
                  </a:cubicBezTo>
                  <a:cubicBezTo>
                    <a:pt x="122" y="187"/>
                    <a:pt x="120" y="211"/>
                    <a:pt x="120" y="234"/>
                  </a:cubicBezTo>
                  <a:cubicBezTo>
                    <a:pt x="107" y="238"/>
                    <a:pt x="76" y="246"/>
                    <a:pt x="55" y="241"/>
                  </a:cubicBezTo>
                  <a:cubicBezTo>
                    <a:pt x="28" y="233"/>
                    <a:pt x="3" y="273"/>
                    <a:pt x="3" y="273"/>
                  </a:cubicBezTo>
                  <a:cubicBezTo>
                    <a:pt x="6" y="280"/>
                    <a:pt x="6" y="280"/>
                    <a:pt x="6" y="280"/>
                  </a:cubicBezTo>
                  <a:cubicBezTo>
                    <a:pt x="6" y="280"/>
                    <a:pt x="20" y="241"/>
                    <a:pt x="53" y="246"/>
                  </a:cubicBezTo>
                  <a:cubicBezTo>
                    <a:pt x="86" y="252"/>
                    <a:pt x="110" y="245"/>
                    <a:pt x="120" y="242"/>
                  </a:cubicBezTo>
                  <a:cubicBezTo>
                    <a:pt x="120" y="265"/>
                    <a:pt x="120" y="288"/>
                    <a:pt x="122" y="310"/>
                  </a:cubicBezTo>
                  <a:cubicBezTo>
                    <a:pt x="109" y="323"/>
                    <a:pt x="67" y="356"/>
                    <a:pt x="0" y="337"/>
                  </a:cubicBezTo>
                  <a:cubicBezTo>
                    <a:pt x="1" y="346"/>
                    <a:pt x="1" y="346"/>
                    <a:pt x="1" y="346"/>
                  </a:cubicBezTo>
                  <a:cubicBezTo>
                    <a:pt x="1" y="346"/>
                    <a:pt x="68" y="363"/>
                    <a:pt x="123" y="317"/>
                  </a:cubicBezTo>
                  <a:cubicBezTo>
                    <a:pt x="125" y="340"/>
                    <a:pt x="128" y="362"/>
                    <a:pt x="133" y="384"/>
                  </a:cubicBezTo>
                  <a:cubicBezTo>
                    <a:pt x="80" y="434"/>
                    <a:pt x="7" y="415"/>
                    <a:pt x="7" y="415"/>
                  </a:cubicBezTo>
                  <a:cubicBezTo>
                    <a:pt x="5" y="425"/>
                    <a:pt x="5" y="425"/>
                    <a:pt x="5" y="425"/>
                  </a:cubicBezTo>
                  <a:cubicBezTo>
                    <a:pt x="79" y="432"/>
                    <a:pt x="120" y="404"/>
                    <a:pt x="134" y="392"/>
                  </a:cubicBezTo>
                  <a:cubicBezTo>
                    <a:pt x="139" y="413"/>
                    <a:pt x="144" y="434"/>
                    <a:pt x="150" y="454"/>
                  </a:cubicBezTo>
                  <a:cubicBezTo>
                    <a:pt x="121" y="497"/>
                    <a:pt x="32" y="520"/>
                    <a:pt x="32" y="520"/>
                  </a:cubicBezTo>
                  <a:cubicBezTo>
                    <a:pt x="33" y="526"/>
                    <a:pt x="33" y="526"/>
                    <a:pt x="33" y="526"/>
                  </a:cubicBezTo>
                  <a:cubicBezTo>
                    <a:pt x="100" y="506"/>
                    <a:pt x="139" y="474"/>
                    <a:pt x="152" y="462"/>
                  </a:cubicBezTo>
                  <a:cubicBezTo>
                    <a:pt x="159" y="486"/>
                    <a:pt x="167" y="509"/>
                    <a:pt x="176" y="532"/>
                  </a:cubicBezTo>
                  <a:cubicBezTo>
                    <a:pt x="168" y="542"/>
                    <a:pt x="142" y="565"/>
                    <a:pt x="62" y="605"/>
                  </a:cubicBezTo>
                  <a:cubicBezTo>
                    <a:pt x="64" y="609"/>
                    <a:pt x="64" y="609"/>
                    <a:pt x="64" y="609"/>
                  </a:cubicBezTo>
                  <a:cubicBezTo>
                    <a:pt x="64" y="609"/>
                    <a:pt x="154" y="568"/>
                    <a:pt x="179" y="539"/>
                  </a:cubicBezTo>
                  <a:cubicBezTo>
                    <a:pt x="183" y="550"/>
                    <a:pt x="188" y="562"/>
                    <a:pt x="193" y="573"/>
                  </a:cubicBezTo>
                  <a:lnTo>
                    <a:pt x="263" y="573"/>
                  </a:lnTo>
                  <a:close/>
                </a:path>
              </a:pathLst>
            </a:custGeom>
            <a:solidFill>
              <a:srgbClr val="9D9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86" name="Freeform 308">
              <a:extLst>
                <a:ext uri="{FF2B5EF4-FFF2-40B4-BE49-F238E27FC236}">
                  <a16:creationId xmlns:a16="http://schemas.microsoft.com/office/drawing/2014/main" id="{B4AB2851-308F-43B9-8C35-8D0FAB7DF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3351"/>
              <a:ext cx="437" cy="497"/>
            </a:xfrm>
            <a:custGeom>
              <a:avLst/>
              <a:gdLst>
                <a:gd name="T0" fmla="*/ 131 w 434"/>
                <a:gd name="T1" fmla="*/ 0 h 494"/>
                <a:gd name="T2" fmla="*/ 415 w 434"/>
                <a:gd name="T3" fmla="*/ 503 h 494"/>
                <a:gd name="T4" fmla="*/ 412 w 434"/>
                <a:gd name="T5" fmla="*/ 455 h 494"/>
                <a:gd name="T6" fmla="*/ 411 w 434"/>
                <a:gd name="T7" fmla="*/ 448 h 494"/>
                <a:gd name="T8" fmla="*/ 391 w 434"/>
                <a:gd name="T9" fmla="*/ 365 h 494"/>
                <a:gd name="T10" fmla="*/ 310 w 434"/>
                <a:gd name="T11" fmla="*/ 428 h 494"/>
                <a:gd name="T12" fmla="*/ 306 w 434"/>
                <a:gd name="T13" fmla="*/ 416 h 494"/>
                <a:gd name="T14" fmla="*/ 388 w 434"/>
                <a:gd name="T15" fmla="*/ 357 h 494"/>
                <a:gd name="T16" fmla="*/ 343 w 434"/>
                <a:gd name="T17" fmla="*/ 284 h 494"/>
                <a:gd name="T18" fmla="*/ 276 w 434"/>
                <a:gd name="T19" fmla="*/ 367 h 494"/>
                <a:gd name="T20" fmla="*/ 270 w 434"/>
                <a:gd name="T21" fmla="*/ 362 h 494"/>
                <a:gd name="T22" fmla="*/ 337 w 434"/>
                <a:gd name="T23" fmla="*/ 277 h 494"/>
                <a:gd name="T24" fmla="*/ 287 w 434"/>
                <a:gd name="T25" fmla="*/ 220 h 494"/>
                <a:gd name="T26" fmla="*/ 204 w 434"/>
                <a:gd name="T27" fmla="*/ 331 h 494"/>
                <a:gd name="T28" fmla="*/ 195 w 434"/>
                <a:gd name="T29" fmla="*/ 326 h 494"/>
                <a:gd name="T30" fmla="*/ 280 w 434"/>
                <a:gd name="T31" fmla="*/ 214 h 494"/>
                <a:gd name="T32" fmla="*/ 214 w 434"/>
                <a:gd name="T33" fmla="*/ 162 h 494"/>
                <a:gd name="T34" fmla="*/ 99 w 434"/>
                <a:gd name="T35" fmla="*/ 291 h 494"/>
                <a:gd name="T36" fmla="*/ 93 w 434"/>
                <a:gd name="T37" fmla="*/ 285 h 494"/>
                <a:gd name="T38" fmla="*/ 208 w 434"/>
                <a:gd name="T39" fmla="*/ 157 h 494"/>
                <a:gd name="T40" fmla="*/ 94 w 434"/>
                <a:gd name="T41" fmla="*/ 57 h 494"/>
                <a:gd name="T42" fmla="*/ 6 w 434"/>
                <a:gd name="T43" fmla="*/ 191 h 494"/>
                <a:gd name="T44" fmla="*/ 0 w 434"/>
                <a:gd name="T45" fmla="*/ 183 h 494"/>
                <a:gd name="T46" fmla="*/ 88 w 434"/>
                <a:gd name="T47" fmla="*/ 50 h 494"/>
                <a:gd name="T48" fmla="*/ 43 w 434"/>
                <a:gd name="T49" fmla="*/ 1 h 494"/>
                <a:gd name="T50" fmla="*/ 131 w 434"/>
                <a:gd name="T51" fmla="*/ 0 h 49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34" h="494">
                  <a:moveTo>
                    <a:pt x="128" y="0"/>
                  </a:moveTo>
                  <a:cubicBezTo>
                    <a:pt x="245" y="162"/>
                    <a:pt x="434" y="185"/>
                    <a:pt x="406" y="494"/>
                  </a:cubicBezTo>
                  <a:cubicBezTo>
                    <a:pt x="405" y="477"/>
                    <a:pt x="404" y="461"/>
                    <a:pt x="403" y="446"/>
                  </a:cubicBezTo>
                  <a:cubicBezTo>
                    <a:pt x="402" y="439"/>
                    <a:pt x="402" y="439"/>
                    <a:pt x="402" y="439"/>
                  </a:cubicBezTo>
                  <a:cubicBezTo>
                    <a:pt x="398" y="410"/>
                    <a:pt x="391" y="383"/>
                    <a:pt x="382" y="359"/>
                  </a:cubicBezTo>
                  <a:cubicBezTo>
                    <a:pt x="361" y="388"/>
                    <a:pt x="304" y="419"/>
                    <a:pt x="304" y="419"/>
                  </a:cubicBezTo>
                  <a:cubicBezTo>
                    <a:pt x="300" y="409"/>
                    <a:pt x="300" y="409"/>
                    <a:pt x="300" y="409"/>
                  </a:cubicBezTo>
                  <a:cubicBezTo>
                    <a:pt x="335" y="399"/>
                    <a:pt x="369" y="362"/>
                    <a:pt x="379" y="351"/>
                  </a:cubicBezTo>
                  <a:cubicBezTo>
                    <a:pt x="367" y="324"/>
                    <a:pt x="353" y="300"/>
                    <a:pt x="337" y="278"/>
                  </a:cubicBezTo>
                  <a:cubicBezTo>
                    <a:pt x="319" y="305"/>
                    <a:pt x="270" y="361"/>
                    <a:pt x="270" y="361"/>
                  </a:cubicBezTo>
                  <a:cubicBezTo>
                    <a:pt x="264" y="356"/>
                    <a:pt x="264" y="356"/>
                    <a:pt x="264" y="356"/>
                  </a:cubicBezTo>
                  <a:cubicBezTo>
                    <a:pt x="301" y="322"/>
                    <a:pt x="323" y="285"/>
                    <a:pt x="331" y="271"/>
                  </a:cubicBezTo>
                  <a:cubicBezTo>
                    <a:pt x="316" y="252"/>
                    <a:pt x="299" y="234"/>
                    <a:pt x="281" y="217"/>
                  </a:cubicBezTo>
                  <a:cubicBezTo>
                    <a:pt x="262" y="253"/>
                    <a:pt x="201" y="325"/>
                    <a:pt x="201" y="325"/>
                  </a:cubicBezTo>
                  <a:cubicBezTo>
                    <a:pt x="192" y="320"/>
                    <a:pt x="192" y="320"/>
                    <a:pt x="192" y="320"/>
                  </a:cubicBezTo>
                  <a:cubicBezTo>
                    <a:pt x="227" y="290"/>
                    <a:pt x="262" y="232"/>
                    <a:pt x="274" y="211"/>
                  </a:cubicBezTo>
                  <a:cubicBezTo>
                    <a:pt x="254" y="193"/>
                    <a:pt x="233" y="176"/>
                    <a:pt x="211" y="159"/>
                  </a:cubicBezTo>
                  <a:cubicBezTo>
                    <a:pt x="177" y="212"/>
                    <a:pt x="96" y="285"/>
                    <a:pt x="96" y="285"/>
                  </a:cubicBezTo>
                  <a:cubicBezTo>
                    <a:pt x="90" y="279"/>
                    <a:pt x="90" y="279"/>
                    <a:pt x="90" y="279"/>
                  </a:cubicBezTo>
                  <a:cubicBezTo>
                    <a:pt x="129" y="252"/>
                    <a:pt x="187" y="177"/>
                    <a:pt x="205" y="154"/>
                  </a:cubicBezTo>
                  <a:cubicBezTo>
                    <a:pt x="166" y="124"/>
                    <a:pt x="127" y="93"/>
                    <a:pt x="91" y="57"/>
                  </a:cubicBezTo>
                  <a:cubicBezTo>
                    <a:pt x="57" y="143"/>
                    <a:pt x="6" y="188"/>
                    <a:pt x="6" y="188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45" y="152"/>
                    <a:pt x="75" y="77"/>
                    <a:pt x="85" y="50"/>
                  </a:cubicBezTo>
                  <a:cubicBezTo>
                    <a:pt x="70" y="35"/>
                    <a:pt x="56" y="18"/>
                    <a:pt x="43" y="1"/>
                  </a:cubicBezTo>
                  <a:lnTo>
                    <a:pt x="128" y="0"/>
                  </a:lnTo>
                  <a:close/>
                </a:path>
              </a:pathLst>
            </a:custGeom>
            <a:solidFill>
              <a:srgbClr val="A86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87" name="Freeform 309">
              <a:extLst>
                <a:ext uri="{FF2B5EF4-FFF2-40B4-BE49-F238E27FC236}">
                  <a16:creationId xmlns:a16="http://schemas.microsoft.com/office/drawing/2014/main" id="{46499F2F-5F20-4484-8494-18AE08E7F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2777"/>
              <a:ext cx="353" cy="643"/>
            </a:xfrm>
            <a:custGeom>
              <a:avLst/>
              <a:gdLst>
                <a:gd name="T0" fmla="*/ 329 w 350"/>
                <a:gd name="T1" fmla="*/ 0 h 639"/>
                <a:gd name="T2" fmla="*/ 269 w 350"/>
                <a:gd name="T3" fmla="*/ 258 h 639"/>
                <a:gd name="T4" fmla="*/ 359 w 350"/>
                <a:gd name="T5" fmla="*/ 583 h 639"/>
                <a:gd name="T6" fmla="*/ 271 w 350"/>
                <a:gd name="T7" fmla="*/ 584 h 639"/>
                <a:gd name="T8" fmla="*/ 241 w 350"/>
                <a:gd name="T9" fmla="*/ 533 h 639"/>
                <a:gd name="T10" fmla="*/ 126 w 350"/>
                <a:gd name="T11" fmla="*/ 651 h 639"/>
                <a:gd name="T12" fmla="*/ 120 w 350"/>
                <a:gd name="T13" fmla="*/ 643 h 639"/>
                <a:gd name="T14" fmla="*/ 236 w 350"/>
                <a:gd name="T15" fmla="*/ 524 h 639"/>
                <a:gd name="T16" fmla="*/ 198 w 350"/>
                <a:gd name="T17" fmla="*/ 421 h 639"/>
                <a:gd name="T18" fmla="*/ 39 w 350"/>
                <a:gd name="T19" fmla="*/ 507 h 639"/>
                <a:gd name="T20" fmla="*/ 37 w 350"/>
                <a:gd name="T21" fmla="*/ 497 h 639"/>
                <a:gd name="T22" fmla="*/ 195 w 350"/>
                <a:gd name="T23" fmla="*/ 407 h 639"/>
                <a:gd name="T24" fmla="*/ 181 w 350"/>
                <a:gd name="T25" fmla="*/ 295 h 639"/>
                <a:gd name="T26" fmla="*/ 125 w 350"/>
                <a:gd name="T27" fmla="*/ 310 h 639"/>
                <a:gd name="T28" fmla="*/ 0 w 350"/>
                <a:gd name="T29" fmla="*/ 319 h 639"/>
                <a:gd name="T30" fmla="*/ 1 w 350"/>
                <a:gd name="T31" fmla="*/ 312 h 639"/>
                <a:gd name="T32" fmla="*/ 179 w 350"/>
                <a:gd name="T33" fmla="*/ 283 h 639"/>
                <a:gd name="T34" fmla="*/ 179 w 350"/>
                <a:gd name="T35" fmla="*/ 258 h 639"/>
                <a:gd name="T36" fmla="*/ 184 w 350"/>
                <a:gd name="T37" fmla="*/ 180 h 639"/>
                <a:gd name="T38" fmla="*/ 51 w 350"/>
                <a:gd name="T39" fmla="*/ 155 h 639"/>
                <a:gd name="T40" fmla="*/ 10 w 350"/>
                <a:gd name="T41" fmla="*/ 154 h 639"/>
                <a:gd name="T42" fmla="*/ 10 w 350"/>
                <a:gd name="T43" fmla="*/ 146 h 639"/>
                <a:gd name="T44" fmla="*/ 49 w 350"/>
                <a:gd name="T45" fmla="*/ 148 h 639"/>
                <a:gd name="T46" fmla="*/ 185 w 350"/>
                <a:gd name="T47" fmla="*/ 172 h 639"/>
                <a:gd name="T48" fmla="*/ 211 w 350"/>
                <a:gd name="T49" fmla="*/ 62 h 639"/>
                <a:gd name="T50" fmla="*/ 38 w 350"/>
                <a:gd name="T51" fmla="*/ 21 h 639"/>
                <a:gd name="T52" fmla="*/ 39 w 350"/>
                <a:gd name="T53" fmla="*/ 11 h 639"/>
                <a:gd name="T54" fmla="*/ 215 w 350"/>
                <a:gd name="T55" fmla="*/ 50 h 639"/>
                <a:gd name="T56" fmla="*/ 237 w 350"/>
                <a:gd name="T57" fmla="*/ 0 h 639"/>
                <a:gd name="T58" fmla="*/ 329 w 350"/>
                <a:gd name="T59" fmla="*/ 0 h 6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50" h="639">
                  <a:moveTo>
                    <a:pt x="320" y="0"/>
                  </a:moveTo>
                  <a:cubicBezTo>
                    <a:pt x="286" y="70"/>
                    <a:pt x="263" y="145"/>
                    <a:pt x="263" y="252"/>
                  </a:cubicBezTo>
                  <a:cubicBezTo>
                    <a:pt x="263" y="407"/>
                    <a:pt x="300" y="502"/>
                    <a:pt x="350" y="571"/>
                  </a:cubicBezTo>
                  <a:cubicBezTo>
                    <a:pt x="265" y="572"/>
                    <a:pt x="265" y="572"/>
                    <a:pt x="265" y="572"/>
                  </a:cubicBezTo>
                  <a:cubicBezTo>
                    <a:pt x="254" y="557"/>
                    <a:pt x="244" y="541"/>
                    <a:pt x="235" y="524"/>
                  </a:cubicBezTo>
                  <a:cubicBezTo>
                    <a:pt x="183" y="624"/>
                    <a:pt x="123" y="639"/>
                    <a:pt x="123" y="639"/>
                  </a:cubicBezTo>
                  <a:cubicBezTo>
                    <a:pt x="117" y="631"/>
                    <a:pt x="117" y="631"/>
                    <a:pt x="117" y="631"/>
                  </a:cubicBezTo>
                  <a:cubicBezTo>
                    <a:pt x="174" y="610"/>
                    <a:pt x="216" y="541"/>
                    <a:pt x="230" y="515"/>
                  </a:cubicBezTo>
                  <a:cubicBezTo>
                    <a:pt x="215" y="485"/>
                    <a:pt x="201" y="451"/>
                    <a:pt x="192" y="412"/>
                  </a:cubicBezTo>
                  <a:cubicBezTo>
                    <a:pt x="150" y="459"/>
                    <a:pt x="39" y="498"/>
                    <a:pt x="39" y="498"/>
                  </a:cubicBezTo>
                  <a:cubicBezTo>
                    <a:pt x="37" y="488"/>
                    <a:pt x="37" y="488"/>
                    <a:pt x="37" y="488"/>
                  </a:cubicBezTo>
                  <a:cubicBezTo>
                    <a:pt x="93" y="483"/>
                    <a:pt x="169" y="417"/>
                    <a:pt x="189" y="399"/>
                  </a:cubicBezTo>
                  <a:cubicBezTo>
                    <a:pt x="182" y="366"/>
                    <a:pt x="177" y="330"/>
                    <a:pt x="175" y="289"/>
                  </a:cubicBezTo>
                  <a:cubicBezTo>
                    <a:pt x="167" y="294"/>
                    <a:pt x="152" y="300"/>
                    <a:pt x="122" y="304"/>
                  </a:cubicBezTo>
                  <a:cubicBezTo>
                    <a:pt x="110" y="306"/>
                    <a:pt x="26" y="312"/>
                    <a:pt x="0" y="313"/>
                  </a:cubicBezTo>
                  <a:cubicBezTo>
                    <a:pt x="1" y="306"/>
                    <a:pt x="1" y="306"/>
                    <a:pt x="1" y="306"/>
                  </a:cubicBezTo>
                  <a:cubicBezTo>
                    <a:pt x="119" y="306"/>
                    <a:pt x="162" y="286"/>
                    <a:pt x="174" y="277"/>
                  </a:cubicBezTo>
                  <a:cubicBezTo>
                    <a:pt x="174" y="269"/>
                    <a:pt x="174" y="261"/>
                    <a:pt x="174" y="252"/>
                  </a:cubicBezTo>
                  <a:cubicBezTo>
                    <a:pt x="174" y="225"/>
                    <a:pt x="176" y="201"/>
                    <a:pt x="178" y="177"/>
                  </a:cubicBezTo>
                  <a:cubicBezTo>
                    <a:pt x="146" y="162"/>
                    <a:pt x="82" y="160"/>
                    <a:pt x="51" y="152"/>
                  </a:cubicBezTo>
                  <a:cubicBezTo>
                    <a:pt x="44" y="151"/>
                    <a:pt x="29" y="150"/>
                    <a:pt x="10" y="151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21" y="142"/>
                    <a:pt x="34" y="143"/>
                    <a:pt x="49" y="145"/>
                  </a:cubicBezTo>
                  <a:cubicBezTo>
                    <a:pt x="95" y="149"/>
                    <a:pt x="157" y="163"/>
                    <a:pt x="179" y="169"/>
                  </a:cubicBezTo>
                  <a:cubicBezTo>
                    <a:pt x="185" y="129"/>
                    <a:pt x="193" y="94"/>
                    <a:pt x="205" y="62"/>
                  </a:cubicBezTo>
                  <a:cubicBezTo>
                    <a:pt x="179" y="34"/>
                    <a:pt x="74" y="30"/>
                    <a:pt x="38" y="2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88" y="17"/>
                    <a:pt x="180" y="42"/>
                    <a:pt x="209" y="50"/>
                  </a:cubicBezTo>
                  <a:cubicBezTo>
                    <a:pt x="216" y="33"/>
                    <a:pt x="223" y="17"/>
                    <a:pt x="231" y="0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rgbClr val="7ABA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88" name="Freeform 310">
              <a:extLst>
                <a:ext uri="{FF2B5EF4-FFF2-40B4-BE49-F238E27FC236}">
                  <a16:creationId xmlns:a16="http://schemas.microsoft.com/office/drawing/2014/main" id="{785530A7-FE57-4604-BAD1-B26F9BA1D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1393"/>
              <a:ext cx="505" cy="1384"/>
            </a:xfrm>
            <a:custGeom>
              <a:avLst/>
              <a:gdLst>
                <a:gd name="T0" fmla="*/ 498 w 501"/>
                <a:gd name="T1" fmla="*/ 631 h 1376"/>
                <a:gd name="T2" fmla="*/ 161 w 501"/>
                <a:gd name="T3" fmla="*/ 1400 h 1376"/>
                <a:gd name="T4" fmla="*/ 24 w 501"/>
                <a:gd name="T5" fmla="*/ 1286 h 1376"/>
                <a:gd name="T6" fmla="*/ 3 w 501"/>
                <a:gd name="T7" fmla="*/ 1270 h 1376"/>
                <a:gd name="T8" fmla="*/ 194 w 501"/>
                <a:gd name="T9" fmla="*/ 1342 h 1376"/>
                <a:gd name="T10" fmla="*/ 93 w 501"/>
                <a:gd name="T11" fmla="*/ 1172 h 1376"/>
                <a:gd name="T12" fmla="*/ 76 w 501"/>
                <a:gd name="T13" fmla="*/ 1158 h 1376"/>
                <a:gd name="T14" fmla="*/ 253 w 501"/>
                <a:gd name="T15" fmla="*/ 1234 h 1376"/>
                <a:gd name="T16" fmla="*/ 156 w 501"/>
                <a:gd name="T17" fmla="*/ 1066 h 1376"/>
                <a:gd name="T18" fmla="*/ 125 w 501"/>
                <a:gd name="T19" fmla="*/ 1046 h 1376"/>
                <a:gd name="T20" fmla="*/ 309 w 501"/>
                <a:gd name="T21" fmla="*/ 1111 h 1376"/>
                <a:gd name="T22" fmla="*/ 197 w 501"/>
                <a:gd name="T23" fmla="*/ 952 h 1376"/>
                <a:gd name="T24" fmla="*/ 173 w 501"/>
                <a:gd name="T25" fmla="*/ 939 h 1376"/>
                <a:gd name="T26" fmla="*/ 362 w 501"/>
                <a:gd name="T27" fmla="*/ 953 h 1376"/>
                <a:gd name="T28" fmla="*/ 258 w 501"/>
                <a:gd name="T29" fmla="*/ 842 h 1376"/>
                <a:gd name="T30" fmla="*/ 214 w 501"/>
                <a:gd name="T31" fmla="*/ 837 h 1376"/>
                <a:gd name="T32" fmla="*/ 399 w 501"/>
                <a:gd name="T33" fmla="*/ 719 h 1376"/>
                <a:gd name="T34" fmla="*/ 235 w 501"/>
                <a:gd name="T35" fmla="*/ 733 h 1376"/>
                <a:gd name="T36" fmla="*/ 330 w 501"/>
                <a:gd name="T37" fmla="*/ 726 h 1376"/>
                <a:gd name="T38" fmla="*/ 406 w 501"/>
                <a:gd name="T39" fmla="*/ 631 h 1376"/>
                <a:gd name="T40" fmla="*/ 290 w 501"/>
                <a:gd name="T41" fmla="*/ 602 h 1376"/>
                <a:gd name="T42" fmla="*/ 255 w 501"/>
                <a:gd name="T43" fmla="*/ 596 h 1376"/>
                <a:gd name="T44" fmla="*/ 407 w 501"/>
                <a:gd name="T45" fmla="*/ 563 h 1376"/>
                <a:gd name="T46" fmla="*/ 257 w 501"/>
                <a:gd name="T47" fmla="*/ 501 h 1376"/>
                <a:gd name="T48" fmla="*/ 238 w 501"/>
                <a:gd name="T49" fmla="*/ 496 h 1376"/>
                <a:gd name="T50" fmla="*/ 368 w 501"/>
                <a:gd name="T51" fmla="*/ 343 h 1376"/>
                <a:gd name="T52" fmla="*/ 225 w 501"/>
                <a:gd name="T53" fmla="*/ 397 h 1376"/>
                <a:gd name="T54" fmla="*/ 364 w 501"/>
                <a:gd name="T55" fmla="*/ 331 h 1376"/>
                <a:gd name="T56" fmla="*/ 233 w 501"/>
                <a:gd name="T57" fmla="*/ 291 h 1376"/>
                <a:gd name="T58" fmla="*/ 187 w 501"/>
                <a:gd name="T59" fmla="*/ 296 h 1376"/>
                <a:gd name="T60" fmla="*/ 283 w 501"/>
                <a:gd name="T61" fmla="*/ 142 h 1376"/>
                <a:gd name="T62" fmla="*/ 169 w 501"/>
                <a:gd name="T63" fmla="*/ 201 h 1376"/>
                <a:gd name="T64" fmla="*/ 239 w 501"/>
                <a:gd name="T65" fmla="*/ 46 h 1376"/>
                <a:gd name="T66" fmla="*/ 108 w 501"/>
                <a:gd name="T67" fmla="*/ 108 h 1376"/>
                <a:gd name="T68" fmla="*/ 219 w 501"/>
                <a:gd name="T69" fmla="*/ 0 h 137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01" h="1376">
                  <a:moveTo>
                    <a:pt x="283" y="0"/>
                  </a:moveTo>
                  <a:cubicBezTo>
                    <a:pt x="372" y="192"/>
                    <a:pt x="501" y="366"/>
                    <a:pt x="486" y="619"/>
                  </a:cubicBezTo>
                  <a:cubicBezTo>
                    <a:pt x="460" y="1075"/>
                    <a:pt x="325" y="1213"/>
                    <a:pt x="247" y="1376"/>
                  </a:cubicBezTo>
                  <a:cubicBezTo>
                    <a:pt x="158" y="1376"/>
                    <a:pt x="158" y="1376"/>
                    <a:pt x="158" y="1376"/>
                  </a:cubicBezTo>
                  <a:cubicBezTo>
                    <a:pt x="166" y="1359"/>
                    <a:pt x="175" y="1342"/>
                    <a:pt x="184" y="1325"/>
                  </a:cubicBezTo>
                  <a:cubicBezTo>
                    <a:pt x="144" y="1320"/>
                    <a:pt x="73" y="1295"/>
                    <a:pt x="24" y="1265"/>
                  </a:cubicBezTo>
                  <a:cubicBezTo>
                    <a:pt x="18" y="1261"/>
                    <a:pt x="9" y="1258"/>
                    <a:pt x="0" y="1256"/>
                  </a:cubicBezTo>
                  <a:cubicBezTo>
                    <a:pt x="3" y="1249"/>
                    <a:pt x="3" y="1249"/>
                    <a:pt x="3" y="1249"/>
                  </a:cubicBezTo>
                  <a:cubicBezTo>
                    <a:pt x="29" y="1254"/>
                    <a:pt x="51" y="1263"/>
                    <a:pt x="64" y="1274"/>
                  </a:cubicBezTo>
                  <a:cubicBezTo>
                    <a:pt x="99" y="1303"/>
                    <a:pt x="168" y="1315"/>
                    <a:pt x="188" y="1318"/>
                  </a:cubicBezTo>
                  <a:cubicBezTo>
                    <a:pt x="205" y="1287"/>
                    <a:pt x="223" y="1256"/>
                    <a:pt x="242" y="1222"/>
                  </a:cubicBezTo>
                  <a:cubicBezTo>
                    <a:pt x="206" y="1213"/>
                    <a:pt x="126" y="1186"/>
                    <a:pt x="90" y="1151"/>
                  </a:cubicBezTo>
                  <a:cubicBezTo>
                    <a:pt x="86" y="1146"/>
                    <a:pt x="78" y="1143"/>
                    <a:pt x="69" y="1140"/>
                  </a:cubicBezTo>
                  <a:cubicBezTo>
                    <a:pt x="73" y="1137"/>
                    <a:pt x="73" y="1137"/>
                    <a:pt x="73" y="1137"/>
                  </a:cubicBezTo>
                  <a:cubicBezTo>
                    <a:pt x="86" y="1142"/>
                    <a:pt x="100" y="1151"/>
                    <a:pt x="116" y="1164"/>
                  </a:cubicBezTo>
                  <a:cubicBezTo>
                    <a:pt x="147" y="1189"/>
                    <a:pt x="217" y="1206"/>
                    <a:pt x="247" y="1213"/>
                  </a:cubicBezTo>
                  <a:cubicBezTo>
                    <a:pt x="264" y="1180"/>
                    <a:pt x="281" y="1145"/>
                    <a:pt x="298" y="1105"/>
                  </a:cubicBezTo>
                  <a:cubicBezTo>
                    <a:pt x="272" y="1098"/>
                    <a:pt x="216" y="1081"/>
                    <a:pt x="153" y="1048"/>
                  </a:cubicBezTo>
                  <a:cubicBezTo>
                    <a:pt x="143" y="1042"/>
                    <a:pt x="130" y="1038"/>
                    <a:pt x="115" y="1036"/>
                  </a:cubicBezTo>
                  <a:cubicBezTo>
                    <a:pt x="122" y="1028"/>
                    <a:pt x="122" y="1028"/>
                    <a:pt x="122" y="1028"/>
                  </a:cubicBezTo>
                  <a:cubicBezTo>
                    <a:pt x="137" y="1030"/>
                    <a:pt x="150" y="1034"/>
                    <a:pt x="160" y="1040"/>
                  </a:cubicBezTo>
                  <a:cubicBezTo>
                    <a:pt x="233" y="1080"/>
                    <a:pt x="283" y="1090"/>
                    <a:pt x="303" y="1093"/>
                  </a:cubicBezTo>
                  <a:cubicBezTo>
                    <a:pt x="320" y="1050"/>
                    <a:pt x="337" y="1001"/>
                    <a:pt x="351" y="945"/>
                  </a:cubicBezTo>
                  <a:cubicBezTo>
                    <a:pt x="320" y="947"/>
                    <a:pt x="226" y="953"/>
                    <a:pt x="191" y="936"/>
                  </a:cubicBezTo>
                  <a:cubicBezTo>
                    <a:pt x="186" y="934"/>
                    <a:pt x="178" y="932"/>
                    <a:pt x="168" y="930"/>
                  </a:cubicBezTo>
                  <a:cubicBezTo>
                    <a:pt x="170" y="924"/>
                    <a:pt x="170" y="924"/>
                    <a:pt x="170" y="924"/>
                  </a:cubicBezTo>
                  <a:cubicBezTo>
                    <a:pt x="183" y="925"/>
                    <a:pt x="195" y="927"/>
                    <a:pt x="204" y="930"/>
                  </a:cubicBezTo>
                  <a:cubicBezTo>
                    <a:pt x="264" y="947"/>
                    <a:pt x="333" y="940"/>
                    <a:pt x="353" y="937"/>
                  </a:cubicBezTo>
                  <a:cubicBezTo>
                    <a:pt x="361" y="904"/>
                    <a:pt x="368" y="868"/>
                    <a:pt x="375" y="829"/>
                  </a:cubicBezTo>
                  <a:cubicBezTo>
                    <a:pt x="351" y="824"/>
                    <a:pt x="275" y="830"/>
                    <a:pt x="252" y="827"/>
                  </a:cubicBezTo>
                  <a:cubicBezTo>
                    <a:pt x="247" y="827"/>
                    <a:pt x="231" y="827"/>
                    <a:pt x="208" y="827"/>
                  </a:cubicBezTo>
                  <a:cubicBezTo>
                    <a:pt x="208" y="822"/>
                    <a:pt x="208" y="822"/>
                    <a:pt x="208" y="822"/>
                  </a:cubicBezTo>
                  <a:cubicBezTo>
                    <a:pt x="272" y="828"/>
                    <a:pt x="350" y="823"/>
                    <a:pt x="376" y="821"/>
                  </a:cubicBezTo>
                  <a:cubicBezTo>
                    <a:pt x="382" y="785"/>
                    <a:pt x="386" y="748"/>
                    <a:pt x="390" y="707"/>
                  </a:cubicBezTo>
                  <a:cubicBezTo>
                    <a:pt x="386" y="709"/>
                    <a:pt x="380" y="711"/>
                    <a:pt x="370" y="714"/>
                  </a:cubicBezTo>
                  <a:cubicBezTo>
                    <a:pt x="354" y="721"/>
                    <a:pt x="289" y="723"/>
                    <a:pt x="229" y="721"/>
                  </a:cubicBezTo>
                  <a:cubicBezTo>
                    <a:pt x="230" y="713"/>
                    <a:pt x="230" y="713"/>
                    <a:pt x="230" y="713"/>
                  </a:cubicBezTo>
                  <a:cubicBezTo>
                    <a:pt x="262" y="713"/>
                    <a:pt x="295" y="712"/>
                    <a:pt x="321" y="714"/>
                  </a:cubicBezTo>
                  <a:cubicBezTo>
                    <a:pt x="363" y="718"/>
                    <a:pt x="384" y="701"/>
                    <a:pt x="392" y="694"/>
                  </a:cubicBezTo>
                  <a:cubicBezTo>
                    <a:pt x="394" y="670"/>
                    <a:pt x="396" y="645"/>
                    <a:pt x="397" y="619"/>
                  </a:cubicBezTo>
                  <a:cubicBezTo>
                    <a:pt x="398" y="603"/>
                    <a:pt x="398" y="587"/>
                    <a:pt x="398" y="572"/>
                  </a:cubicBezTo>
                  <a:cubicBezTo>
                    <a:pt x="379" y="583"/>
                    <a:pt x="333" y="596"/>
                    <a:pt x="284" y="593"/>
                  </a:cubicBezTo>
                  <a:cubicBezTo>
                    <a:pt x="280" y="593"/>
                    <a:pt x="268" y="593"/>
                    <a:pt x="250" y="594"/>
                  </a:cubicBezTo>
                  <a:cubicBezTo>
                    <a:pt x="249" y="587"/>
                    <a:pt x="249" y="587"/>
                    <a:pt x="249" y="587"/>
                  </a:cubicBezTo>
                  <a:cubicBezTo>
                    <a:pt x="311" y="584"/>
                    <a:pt x="311" y="584"/>
                    <a:pt x="311" y="584"/>
                  </a:cubicBezTo>
                  <a:cubicBezTo>
                    <a:pt x="356" y="588"/>
                    <a:pt x="385" y="566"/>
                    <a:pt x="398" y="554"/>
                  </a:cubicBezTo>
                  <a:cubicBezTo>
                    <a:pt x="397" y="520"/>
                    <a:pt x="394" y="487"/>
                    <a:pt x="389" y="456"/>
                  </a:cubicBezTo>
                  <a:cubicBezTo>
                    <a:pt x="362" y="480"/>
                    <a:pt x="297" y="491"/>
                    <a:pt x="251" y="492"/>
                  </a:cubicBezTo>
                  <a:cubicBezTo>
                    <a:pt x="246" y="492"/>
                    <a:pt x="240" y="493"/>
                    <a:pt x="233" y="493"/>
                  </a:cubicBezTo>
                  <a:cubicBezTo>
                    <a:pt x="232" y="487"/>
                    <a:pt x="232" y="487"/>
                    <a:pt x="232" y="487"/>
                  </a:cubicBezTo>
                  <a:cubicBezTo>
                    <a:pt x="345" y="482"/>
                    <a:pt x="377" y="457"/>
                    <a:pt x="386" y="442"/>
                  </a:cubicBezTo>
                  <a:cubicBezTo>
                    <a:pt x="379" y="406"/>
                    <a:pt x="370" y="371"/>
                    <a:pt x="359" y="337"/>
                  </a:cubicBezTo>
                  <a:cubicBezTo>
                    <a:pt x="335" y="353"/>
                    <a:pt x="260" y="381"/>
                    <a:pt x="225" y="390"/>
                  </a:cubicBezTo>
                  <a:cubicBezTo>
                    <a:pt x="223" y="391"/>
                    <a:pt x="221" y="391"/>
                    <a:pt x="219" y="391"/>
                  </a:cubicBezTo>
                  <a:cubicBezTo>
                    <a:pt x="219" y="381"/>
                    <a:pt x="219" y="381"/>
                    <a:pt x="219" y="381"/>
                  </a:cubicBezTo>
                  <a:cubicBezTo>
                    <a:pt x="309" y="362"/>
                    <a:pt x="343" y="338"/>
                    <a:pt x="355" y="325"/>
                  </a:cubicBezTo>
                  <a:cubicBezTo>
                    <a:pt x="344" y="291"/>
                    <a:pt x="331" y="259"/>
                    <a:pt x="317" y="227"/>
                  </a:cubicBezTo>
                  <a:cubicBezTo>
                    <a:pt x="301" y="246"/>
                    <a:pt x="265" y="273"/>
                    <a:pt x="227" y="285"/>
                  </a:cubicBezTo>
                  <a:cubicBezTo>
                    <a:pt x="220" y="287"/>
                    <a:pt x="205" y="290"/>
                    <a:pt x="185" y="294"/>
                  </a:cubicBezTo>
                  <a:cubicBezTo>
                    <a:pt x="184" y="290"/>
                    <a:pt x="184" y="290"/>
                    <a:pt x="184" y="290"/>
                  </a:cubicBezTo>
                  <a:cubicBezTo>
                    <a:pt x="258" y="281"/>
                    <a:pt x="300" y="237"/>
                    <a:pt x="314" y="219"/>
                  </a:cubicBezTo>
                  <a:cubicBezTo>
                    <a:pt x="302" y="192"/>
                    <a:pt x="289" y="166"/>
                    <a:pt x="277" y="139"/>
                  </a:cubicBezTo>
                  <a:cubicBezTo>
                    <a:pt x="244" y="183"/>
                    <a:pt x="206" y="197"/>
                    <a:pt x="166" y="202"/>
                  </a:cubicBezTo>
                  <a:cubicBezTo>
                    <a:pt x="166" y="198"/>
                    <a:pt x="166" y="198"/>
                    <a:pt x="166" y="198"/>
                  </a:cubicBezTo>
                  <a:cubicBezTo>
                    <a:pt x="224" y="193"/>
                    <a:pt x="260" y="151"/>
                    <a:pt x="273" y="132"/>
                  </a:cubicBezTo>
                  <a:cubicBezTo>
                    <a:pt x="260" y="103"/>
                    <a:pt x="246" y="74"/>
                    <a:pt x="233" y="46"/>
                  </a:cubicBezTo>
                  <a:cubicBezTo>
                    <a:pt x="198" y="85"/>
                    <a:pt x="136" y="107"/>
                    <a:pt x="110" y="111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71" y="98"/>
                    <a:pt x="215" y="57"/>
                    <a:pt x="230" y="40"/>
                  </a:cubicBezTo>
                  <a:cubicBezTo>
                    <a:pt x="224" y="27"/>
                    <a:pt x="218" y="13"/>
                    <a:pt x="213" y="0"/>
                  </a:cubicBezTo>
                  <a:cubicBezTo>
                    <a:pt x="283" y="0"/>
                    <a:pt x="283" y="0"/>
                    <a:pt x="283" y="0"/>
                  </a:cubicBezTo>
                </a:path>
              </a:pathLst>
            </a:custGeom>
            <a:solidFill>
              <a:srgbClr val="F9B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89" name="Freeform 311">
              <a:extLst>
                <a:ext uri="{FF2B5EF4-FFF2-40B4-BE49-F238E27FC236}">
                  <a16:creationId xmlns:a16="http://schemas.microsoft.com/office/drawing/2014/main" id="{3323A1DD-20EA-49F5-B983-98DD568F0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940"/>
              <a:ext cx="59" cy="73"/>
            </a:xfrm>
            <a:custGeom>
              <a:avLst/>
              <a:gdLst>
                <a:gd name="T0" fmla="*/ 6 w 58"/>
                <a:gd name="T1" fmla="*/ 0 h 73"/>
                <a:gd name="T2" fmla="*/ 0 w 58"/>
                <a:gd name="T3" fmla="*/ 26 h 73"/>
                <a:gd name="T4" fmla="*/ 56 w 58"/>
                <a:gd name="T5" fmla="*/ 54 h 73"/>
                <a:gd name="T6" fmla="*/ 6 w 58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73">
                  <a:moveTo>
                    <a:pt x="6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48" y="73"/>
                    <a:pt x="53" y="54"/>
                  </a:cubicBezTo>
                  <a:cubicBezTo>
                    <a:pt x="58" y="35"/>
                    <a:pt x="39" y="6"/>
                    <a:pt x="6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0" name="Freeform 312">
              <a:extLst>
                <a:ext uri="{FF2B5EF4-FFF2-40B4-BE49-F238E27FC236}">
                  <a16:creationId xmlns:a16="http://schemas.microsoft.com/office/drawing/2014/main" id="{13BE8535-E9BF-4CD0-9D78-94D8403F1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020"/>
              <a:ext cx="78" cy="83"/>
            </a:xfrm>
            <a:custGeom>
              <a:avLst/>
              <a:gdLst>
                <a:gd name="T0" fmla="*/ 7 w 77"/>
                <a:gd name="T1" fmla="*/ 0 h 82"/>
                <a:gd name="T2" fmla="*/ 4 w 77"/>
                <a:gd name="T3" fmla="*/ 40 h 82"/>
                <a:gd name="T4" fmla="*/ 48 w 77"/>
                <a:gd name="T5" fmla="*/ 77 h 82"/>
                <a:gd name="T6" fmla="*/ 64 w 77"/>
                <a:gd name="T7" fmla="*/ 27 h 82"/>
                <a:gd name="T8" fmla="*/ 7 w 77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82">
                  <a:moveTo>
                    <a:pt x="7" y="0"/>
                  </a:moveTo>
                  <a:cubicBezTo>
                    <a:pt x="7" y="0"/>
                    <a:pt x="0" y="22"/>
                    <a:pt x="4" y="40"/>
                  </a:cubicBezTo>
                  <a:cubicBezTo>
                    <a:pt x="4" y="40"/>
                    <a:pt x="39" y="66"/>
                    <a:pt x="45" y="74"/>
                  </a:cubicBezTo>
                  <a:cubicBezTo>
                    <a:pt x="51" y="82"/>
                    <a:pt x="77" y="49"/>
                    <a:pt x="61" y="27"/>
                  </a:cubicBezTo>
                  <a:cubicBezTo>
                    <a:pt x="45" y="5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1" name="Freeform 313">
              <a:extLst>
                <a:ext uri="{FF2B5EF4-FFF2-40B4-BE49-F238E27FC236}">
                  <a16:creationId xmlns:a16="http://schemas.microsoft.com/office/drawing/2014/main" id="{24417B5F-42D0-4D42-B9CB-75BBC519D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103"/>
              <a:ext cx="77" cy="97"/>
            </a:xfrm>
            <a:custGeom>
              <a:avLst/>
              <a:gdLst>
                <a:gd name="T0" fmla="*/ 2 w 76"/>
                <a:gd name="T1" fmla="*/ 0 h 97"/>
                <a:gd name="T2" fmla="*/ 0 w 76"/>
                <a:gd name="T3" fmla="*/ 32 h 97"/>
                <a:gd name="T4" fmla="*/ 66 w 76"/>
                <a:gd name="T5" fmla="*/ 69 h 97"/>
                <a:gd name="T6" fmla="*/ 42 w 76"/>
                <a:gd name="T7" fmla="*/ 25 h 97"/>
                <a:gd name="T8" fmla="*/ 2 w 76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97">
                  <a:moveTo>
                    <a:pt x="2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42" y="97"/>
                    <a:pt x="63" y="69"/>
                  </a:cubicBezTo>
                  <a:cubicBezTo>
                    <a:pt x="76" y="52"/>
                    <a:pt x="48" y="35"/>
                    <a:pt x="39" y="25"/>
                  </a:cubicBezTo>
                  <a:cubicBezTo>
                    <a:pt x="30" y="15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2" name="Freeform 314">
              <a:extLst>
                <a:ext uri="{FF2B5EF4-FFF2-40B4-BE49-F238E27FC236}">
                  <a16:creationId xmlns:a16="http://schemas.microsoft.com/office/drawing/2014/main" id="{19E46AC1-6A15-447B-B130-9B536E677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204"/>
              <a:ext cx="74" cy="61"/>
            </a:xfrm>
            <a:custGeom>
              <a:avLst/>
              <a:gdLst>
                <a:gd name="T0" fmla="*/ 0 w 74"/>
                <a:gd name="T1" fmla="*/ 0 h 60"/>
                <a:gd name="T2" fmla="*/ 9 w 74"/>
                <a:gd name="T3" fmla="*/ 27 h 60"/>
                <a:gd name="T4" fmla="*/ 36 w 74"/>
                <a:gd name="T5" fmla="*/ 44 h 60"/>
                <a:gd name="T6" fmla="*/ 72 w 74"/>
                <a:gd name="T7" fmla="*/ 44 h 60"/>
                <a:gd name="T8" fmla="*/ 50 w 74"/>
                <a:gd name="T9" fmla="*/ 19 h 60"/>
                <a:gd name="T10" fmla="*/ 0 w 74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60">
                  <a:moveTo>
                    <a:pt x="0" y="0"/>
                  </a:move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27" y="34"/>
                    <a:pt x="36" y="41"/>
                  </a:cubicBezTo>
                  <a:cubicBezTo>
                    <a:pt x="45" y="48"/>
                    <a:pt x="74" y="60"/>
                    <a:pt x="72" y="41"/>
                  </a:cubicBezTo>
                  <a:cubicBezTo>
                    <a:pt x="70" y="22"/>
                    <a:pt x="64" y="23"/>
                    <a:pt x="50" y="19"/>
                  </a:cubicBezTo>
                  <a:cubicBezTo>
                    <a:pt x="36" y="1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3" name="Freeform 315">
              <a:extLst>
                <a:ext uri="{FF2B5EF4-FFF2-40B4-BE49-F238E27FC236}">
                  <a16:creationId xmlns:a16="http://schemas.microsoft.com/office/drawing/2014/main" id="{F583187E-2CC9-42C0-9B3D-DA4AE2075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268"/>
              <a:ext cx="51" cy="38"/>
            </a:xfrm>
            <a:custGeom>
              <a:avLst/>
              <a:gdLst>
                <a:gd name="T0" fmla="*/ 0 w 51"/>
                <a:gd name="T1" fmla="*/ 0 h 38"/>
                <a:gd name="T2" fmla="*/ 6 w 51"/>
                <a:gd name="T3" fmla="*/ 24 h 38"/>
                <a:gd name="T4" fmla="*/ 49 w 51"/>
                <a:gd name="T5" fmla="*/ 24 h 38"/>
                <a:gd name="T6" fmla="*/ 24 w 51"/>
                <a:gd name="T7" fmla="*/ 3 h 38"/>
                <a:gd name="T8" fmla="*/ 0 w 51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8">
                  <a:moveTo>
                    <a:pt x="0" y="0"/>
                  </a:move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47" y="38"/>
                    <a:pt x="49" y="24"/>
                  </a:cubicBezTo>
                  <a:cubicBezTo>
                    <a:pt x="51" y="10"/>
                    <a:pt x="24" y="3"/>
                    <a:pt x="24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4" name="Freeform 316">
              <a:extLst>
                <a:ext uri="{FF2B5EF4-FFF2-40B4-BE49-F238E27FC236}">
                  <a16:creationId xmlns:a16="http://schemas.microsoft.com/office/drawing/2014/main" id="{69049F01-E5EF-427D-8FB7-D1A0F7B28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1322"/>
              <a:ext cx="74" cy="37"/>
            </a:xfrm>
            <a:custGeom>
              <a:avLst/>
              <a:gdLst>
                <a:gd name="T0" fmla="*/ 0 w 74"/>
                <a:gd name="T1" fmla="*/ 7 h 37"/>
                <a:gd name="T2" fmla="*/ 19 w 74"/>
                <a:gd name="T3" fmla="*/ 37 h 37"/>
                <a:gd name="T4" fmla="*/ 73 w 74"/>
                <a:gd name="T5" fmla="*/ 23 h 37"/>
                <a:gd name="T6" fmla="*/ 38 w 74"/>
                <a:gd name="T7" fmla="*/ 2 h 37"/>
                <a:gd name="T8" fmla="*/ 0 w 74"/>
                <a:gd name="T9" fmla="*/ 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37">
                  <a:moveTo>
                    <a:pt x="0" y="7"/>
                  </a:move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74" y="37"/>
                    <a:pt x="73" y="23"/>
                  </a:cubicBezTo>
                  <a:cubicBezTo>
                    <a:pt x="72" y="9"/>
                    <a:pt x="51" y="0"/>
                    <a:pt x="38" y="2"/>
                  </a:cubicBezTo>
                  <a:cubicBezTo>
                    <a:pt x="24" y="4"/>
                    <a:pt x="12" y="10"/>
                    <a:pt x="0" y="7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5" name="Freeform 317">
              <a:extLst>
                <a:ext uri="{FF2B5EF4-FFF2-40B4-BE49-F238E27FC236}">
                  <a16:creationId xmlns:a16="http://schemas.microsoft.com/office/drawing/2014/main" id="{346A311A-6426-4DA3-BF36-6106E017F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372"/>
              <a:ext cx="139" cy="58"/>
            </a:xfrm>
            <a:custGeom>
              <a:avLst/>
              <a:gdLst>
                <a:gd name="T0" fmla="*/ 0 w 138"/>
                <a:gd name="T1" fmla="*/ 20 h 57"/>
                <a:gd name="T2" fmla="*/ 16 w 138"/>
                <a:gd name="T3" fmla="*/ 60 h 57"/>
                <a:gd name="T4" fmla="*/ 86 w 138"/>
                <a:gd name="T5" fmla="*/ 56 h 57"/>
                <a:gd name="T6" fmla="*/ 126 w 138"/>
                <a:gd name="T7" fmla="*/ 26 h 57"/>
                <a:gd name="T8" fmla="*/ 76 w 138"/>
                <a:gd name="T9" fmla="*/ 18 h 57"/>
                <a:gd name="T10" fmla="*/ 0 w 138"/>
                <a:gd name="T11" fmla="*/ 2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57">
                  <a:moveTo>
                    <a:pt x="0" y="20"/>
                  </a:moveTo>
                  <a:cubicBezTo>
                    <a:pt x="16" y="57"/>
                    <a:pt x="16" y="57"/>
                    <a:pt x="16" y="57"/>
                  </a:cubicBezTo>
                  <a:cubicBezTo>
                    <a:pt x="16" y="57"/>
                    <a:pt x="65" y="50"/>
                    <a:pt x="83" y="53"/>
                  </a:cubicBezTo>
                  <a:cubicBezTo>
                    <a:pt x="101" y="56"/>
                    <a:pt x="138" y="52"/>
                    <a:pt x="123" y="26"/>
                  </a:cubicBezTo>
                  <a:cubicBezTo>
                    <a:pt x="108" y="0"/>
                    <a:pt x="91" y="9"/>
                    <a:pt x="73" y="18"/>
                  </a:cubicBezTo>
                  <a:cubicBezTo>
                    <a:pt x="55" y="27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6" name="Freeform 318">
              <a:extLst>
                <a:ext uri="{FF2B5EF4-FFF2-40B4-BE49-F238E27FC236}">
                  <a16:creationId xmlns:a16="http://schemas.microsoft.com/office/drawing/2014/main" id="{C017FB81-6FDF-4E5D-8088-D0E97DC9F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435"/>
              <a:ext cx="140" cy="103"/>
            </a:xfrm>
            <a:custGeom>
              <a:avLst/>
              <a:gdLst>
                <a:gd name="T0" fmla="*/ 0 w 138"/>
                <a:gd name="T1" fmla="*/ 26 h 103"/>
                <a:gd name="T2" fmla="*/ 30 w 138"/>
                <a:gd name="T3" fmla="*/ 75 h 103"/>
                <a:gd name="T4" fmla="*/ 84 w 138"/>
                <a:gd name="T5" fmla="*/ 70 h 103"/>
                <a:gd name="T6" fmla="*/ 140 w 138"/>
                <a:gd name="T7" fmla="*/ 52 h 103"/>
                <a:gd name="T8" fmla="*/ 61 w 138"/>
                <a:gd name="T9" fmla="*/ 23 h 103"/>
                <a:gd name="T10" fmla="*/ 0 w 138"/>
                <a:gd name="T11" fmla="*/ 26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03">
                  <a:moveTo>
                    <a:pt x="0" y="26"/>
                  </a:moveTo>
                  <a:cubicBezTo>
                    <a:pt x="30" y="75"/>
                    <a:pt x="30" y="75"/>
                    <a:pt x="30" y="75"/>
                  </a:cubicBezTo>
                  <a:cubicBezTo>
                    <a:pt x="30" y="75"/>
                    <a:pt x="69" y="83"/>
                    <a:pt x="81" y="70"/>
                  </a:cubicBezTo>
                  <a:cubicBezTo>
                    <a:pt x="93" y="57"/>
                    <a:pt x="130" y="103"/>
                    <a:pt x="134" y="52"/>
                  </a:cubicBezTo>
                  <a:cubicBezTo>
                    <a:pt x="138" y="0"/>
                    <a:pt x="79" y="25"/>
                    <a:pt x="58" y="23"/>
                  </a:cubicBezTo>
                  <a:cubicBezTo>
                    <a:pt x="37" y="21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7" name="Freeform 319">
              <a:extLst>
                <a:ext uri="{FF2B5EF4-FFF2-40B4-BE49-F238E27FC236}">
                  <a16:creationId xmlns:a16="http://schemas.microsoft.com/office/drawing/2014/main" id="{BF5C9654-69F8-4D36-8656-8A6EE3C16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567"/>
              <a:ext cx="139" cy="104"/>
            </a:xfrm>
            <a:custGeom>
              <a:avLst/>
              <a:gdLst>
                <a:gd name="T0" fmla="*/ 0 w 138"/>
                <a:gd name="T1" fmla="*/ 0 h 104"/>
                <a:gd name="T2" fmla="*/ 21 w 138"/>
                <a:gd name="T3" fmla="*/ 50 h 104"/>
                <a:gd name="T4" fmla="*/ 67 w 138"/>
                <a:gd name="T5" fmla="*/ 62 h 104"/>
                <a:gd name="T6" fmla="*/ 123 w 138"/>
                <a:gd name="T7" fmla="*/ 73 h 104"/>
                <a:gd name="T8" fmla="*/ 75 w 138"/>
                <a:gd name="T9" fmla="*/ 28 h 104"/>
                <a:gd name="T10" fmla="*/ 0 w 138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04">
                  <a:moveTo>
                    <a:pt x="0" y="0"/>
                  </a:move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56" y="64"/>
                    <a:pt x="67" y="62"/>
                  </a:cubicBezTo>
                  <a:cubicBezTo>
                    <a:pt x="78" y="60"/>
                    <a:pt x="102" y="104"/>
                    <a:pt x="120" y="73"/>
                  </a:cubicBezTo>
                  <a:cubicBezTo>
                    <a:pt x="138" y="42"/>
                    <a:pt x="90" y="34"/>
                    <a:pt x="72" y="28"/>
                  </a:cubicBezTo>
                  <a:cubicBezTo>
                    <a:pt x="54" y="2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8" name="Freeform 320">
              <a:extLst>
                <a:ext uri="{FF2B5EF4-FFF2-40B4-BE49-F238E27FC236}">
                  <a16:creationId xmlns:a16="http://schemas.microsoft.com/office/drawing/2014/main" id="{A8A7D431-24C7-4AAB-8DBE-FDC219267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670"/>
              <a:ext cx="114" cy="100"/>
            </a:xfrm>
            <a:custGeom>
              <a:avLst/>
              <a:gdLst>
                <a:gd name="T0" fmla="*/ 0 w 113"/>
                <a:gd name="T1" fmla="*/ 0 h 99"/>
                <a:gd name="T2" fmla="*/ 23 w 113"/>
                <a:gd name="T3" fmla="*/ 76 h 99"/>
                <a:gd name="T4" fmla="*/ 66 w 113"/>
                <a:gd name="T5" fmla="*/ 97 h 99"/>
                <a:gd name="T6" fmla="*/ 97 w 113"/>
                <a:gd name="T7" fmla="*/ 48 h 99"/>
                <a:gd name="T8" fmla="*/ 38 w 113"/>
                <a:gd name="T9" fmla="*/ 18 h 99"/>
                <a:gd name="T10" fmla="*/ 0 w 113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99">
                  <a:moveTo>
                    <a:pt x="0" y="0"/>
                  </a:moveTo>
                  <a:cubicBezTo>
                    <a:pt x="23" y="73"/>
                    <a:pt x="23" y="73"/>
                    <a:pt x="23" y="73"/>
                  </a:cubicBezTo>
                  <a:cubicBezTo>
                    <a:pt x="23" y="73"/>
                    <a:pt x="51" y="89"/>
                    <a:pt x="63" y="94"/>
                  </a:cubicBezTo>
                  <a:cubicBezTo>
                    <a:pt x="75" y="99"/>
                    <a:pt x="113" y="89"/>
                    <a:pt x="94" y="48"/>
                  </a:cubicBezTo>
                  <a:cubicBezTo>
                    <a:pt x="83" y="24"/>
                    <a:pt x="44" y="23"/>
                    <a:pt x="38" y="18"/>
                  </a:cubicBezTo>
                  <a:cubicBezTo>
                    <a:pt x="32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9" name="Freeform 321">
              <a:extLst>
                <a:ext uri="{FF2B5EF4-FFF2-40B4-BE49-F238E27FC236}">
                  <a16:creationId xmlns:a16="http://schemas.microsoft.com/office/drawing/2014/main" id="{204CC725-6AF9-4D1F-B370-8B61432C3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823"/>
              <a:ext cx="73" cy="129"/>
            </a:xfrm>
            <a:custGeom>
              <a:avLst/>
              <a:gdLst>
                <a:gd name="T0" fmla="*/ 0 w 73"/>
                <a:gd name="T1" fmla="*/ 0 h 128"/>
                <a:gd name="T2" fmla="*/ 6 w 73"/>
                <a:gd name="T3" fmla="*/ 50 h 128"/>
                <a:gd name="T4" fmla="*/ 55 w 73"/>
                <a:gd name="T5" fmla="*/ 122 h 128"/>
                <a:gd name="T6" fmla="*/ 52 w 73"/>
                <a:gd name="T7" fmla="*/ 56 h 128"/>
                <a:gd name="T8" fmla="*/ 0 w 73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28">
                  <a:moveTo>
                    <a:pt x="0" y="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6" y="50"/>
                    <a:pt x="37" y="128"/>
                    <a:pt x="55" y="119"/>
                  </a:cubicBezTo>
                  <a:cubicBezTo>
                    <a:pt x="73" y="110"/>
                    <a:pt x="69" y="70"/>
                    <a:pt x="52" y="56"/>
                  </a:cubicBezTo>
                  <a:cubicBezTo>
                    <a:pt x="35" y="4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00" name="Freeform 322">
              <a:extLst>
                <a:ext uri="{FF2B5EF4-FFF2-40B4-BE49-F238E27FC236}">
                  <a16:creationId xmlns:a16="http://schemas.microsoft.com/office/drawing/2014/main" id="{02307A83-F1A4-4914-82E9-F23FC485F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72"/>
              <a:ext cx="78" cy="150"/>
            </a:xfrm>
            <a:custGeom>
              <a:avLst/>
              <a:gdLst>
                <a:gd name="T0" fmla="*/ 2 w 78"/>
                <a:gd name="T1" fmla="*/ 0 h 149"/>
                <a:gd name="T2" fmla="*/ 0 w 78"/>
                <a:gd name="T3" fmla="*/ 53 h 149"/>
                <a:gd name="T4" fmla="*/ 55 w 78"/>
                <a:gd name="T5" fmla="*/ 131 h 149"/>
                <a:gd name="T6" fmla="*/ 43 w 78"/>
                <a:gd name="T7" fmla="*/ 67 h 149"/>
                <a:gd name="T8" fmla="*/ 2 w 78"/>
                <a:gd name="T9" fmla="*/ 0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49">
                  <a:moveTo>
                    <a:pt x="2" y="0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32" y="149"/>
                    <a:pt x="55" y="128"/>
                  </a:cubicBezTo>
                  <a:cubicBezTo>
                    <a:pt x="78" y="107"/>
                    <a:pt x="43" y="67"/>
                    <a:pt x="43" y="67"/>
                  </a:cubicBezTo>
                  <a:cubicBezTo>
                    <a:pt x="43" y="67"/>
                    <a:pt x="17" y="15"/>
                    <a:pt x="2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01" name="Freeform 323">
              <a:extLst>
                <a:ext uri="{FF2B5EF4-FFF2-40B4-BE49-F238E27FC236}">
                  <a16:creationId xmlns:a16="http://schemas.microsoft.com/office/drawing/2014/main" id="{AEF09E68-79FF-4B37-A8BB-0F5FAED04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089"/>
              <a:ext cx="61" cy="194"/>
            </a:xfrm>
            <a:custGeom>
              <a:avLst/>
              <a:gdLst>
                <a:gd name="T0" fmla="*/ 17 w 61"/>
                <a:gd name="T1" fmla="*/ 0 h 193"/>
                <a:gd name="T2" fmla="*/ 0 w 61"/>
                <a:gd name="T3" fmla="*/ 88 h 193"/>
                <a:gd name="T4" fmla="*/ 26 w 61"/>
                <a:gd name="T5" fmla="*/ 157 h 193"/>
                <a:gd name="T6" fmla="*/ 47 w 61"/>
                <a:gd name="T7" fmla="*/ 175 h 193"/>
                <a:gd name="T8" fmla="*/ 53 w 61"/>
                <a:gd name="T9" fmla="*/ 106 h 193"/>
                <a:gd name="T10" fmla="*/ 17 w 61"/>
                <a:gd name="T11" fmla="*/ 0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93">
                  <a:moveTo>
                    <a:pt x="17" y="0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22" y="135"/>
                    <a:pt x="26" y="154"/>
                  </a:cubicBezTo>
                  <a:cubicBezTo>
                    <a:pt x="30" y="173"/>
                    <a:pt x="34" y="193"/>
                    <a:pt x="47" y="172"/>
                  </a:cubicBezTo>
                  <a:cubicBezTo>
                    <a:pt x="60" y="151"/>
                    <a:pt x="61" y="129"/>
                    <a:pt x="53" y="103"/>
                  </a:cubicBezTo>
                  <a:cubicBezTo>
                    <a:pt x="45" y="77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02" name="Freeform 324">
              <a:extLst>
                <a:ext uri="{FF2B5EF4-FFF2-40B4-BE49-F238E27FC236}">
                  <a16:creationId xmlns:a16="http://schemas.microsoft.com/office/drawing/2014/main" id="{18E6A954-8E31-415D-8757-D53CEC863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2314"/>
              <a:ext cx="67" cy="152"/>
            </a:xfrm>
            <a:custGeom>
              <a:avLst/>
              <a:gdLst>
                <a:gd name="T0" fmla="*/ 22 w 66"/>
                <a:gd name="T1" fmla="*/ 0 h 151"/>
                <a:gd name="T2" fmla="*/ 0 w 66"/>
                <a:gd name="T3" fmla="*/ 64 h 151"/>
                <a:gd name="T4" fmla="*/ 21 w 66"/>
                <a:gd name="T5" fmla="*/ 107 h 151"/>
                <a:gd name="T6" fmla="*/ 52 w 66"/>
                <a:gd name="T7" fmla="*/ 137 h 151"/>
                <a:gd name="T8" fmla="*/ 57 w 66"/>
                <a:gd name="T9" fmla="*/ 56 h 151"/>
                <a:gd name="T10" fmla="*/ 22 w 66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151">
                  <a:moveTo>
                    <a:pt x="22" y="0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0" y="64"/>
                    <a:pt x="20" y="84"/>
                    <a:pt x="21" y="104"/>
                  </a:cubicBezTo>
                  <a:cubicBezTo>
                    <a:pt x="22" y="124"/>
                    <a:pt x="32" y="151"/>
                    <a:pt x="49" y="134"/>
                  </a:cubicBezTo>
                  <a:cubicBezTo>
                    <a:pt x="66" y="117"/>
                    <a:pt x="65" y="77"/>
                    <a:pt x="54" y="56"/>
                  </a:cubicBezTo>
                  <a:cubicBezTo>
                    <a:pt x="43" y="35"/>
                    <a:pt x="22" y="0"/>
                    <a:pt x="22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03" name="Freeform 325">
              <a:extLst>
                <a:ext uri="{FF2B5EF4-FFF2-40B4-BE49-F238E27FC236}">
                  <a16:creationId xmlns:a16="http://schemas.microsoft.com/office/drawing/2014/main" id="{EECB24B9-EC71-4424-9104-2F2D61985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446"/>
              <a:ext cx="67" cy="144"/>
            </a:xfrm>
            <a:custGeom>
              <a:avLst/>
              <a:gdLst>
                <a:gd name="T0" fmla="*/ 31 w 66"/>
                <a:gd name="T1" fmla="*/ 0 h 143"/>
                <a:gd name="T2" fmla="*/ 0 w 66"/>
                <a:gd name="T3" fmla="*/ 50 h 143"/>
                <a:gd name="T4" fmla="*/ 28 w 66"/>
                <a:gd name="T5" fmla="*/ 110 h 143"/>
                <a:gd name="T6" fmla="*/ 64 w 66"/>
                <a:gd name="T7" fmla="*/ 112 h 143"/>
                <a:gd name="T8" fmla="*/ 56 w 66"/>
                <a:gd name="T9" fmla="*/ 43 h 143"/>
                <a:gd name="T10" fmla="*/ 31 w 66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143">
                  <a:moveTo>
                    <a:pt x="31" y="0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24" y="88"/>
                    <a:pt x="28" y="107"/>
                  </a:cubicBezTo>
                  <a:cubicBezTo>
                    <a:pt x="32" y="126"/>
                    <a:pt x="56" y="143"/>
                    <a:pt x="61" y="109"/>
                  </a:cubicBezTo>
                  <a:cubicBezTo>
                    <a:pt x="66" y="75"/>
                    <a:pt x="61" y="57"/>
                    <a:pt x="53" y="43"/>
                  </a:cubicBezTo>
                  <a:cubicBezTo>
                    <a:pt x="45" y="30"/>
                    <a:pt x="31" y="0"/>
                    <a:pt x="31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04" name="Freeform 326">
              <a:extLst>
                <a:ext uri="{FF2B5EF4-FFF2-40B4-BE49-F238E27FC236}">
                  <a16:creationId xmlns:a16="http://schemas.microsoft.com/office/drawing/2014/main" id="{FD2E020F-D695-45E7-9AC8-729474C6F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549"/>
              <a:ext cx="70" cy="139"/>
            </a:xfrm>
            <a:custGeom>
              <a:avLst/>
              <a:gdLst>
                <a:gd name="T0" fmla="*/ 32 w 70"/>
                <a:gd name="T1" fmla="*/ 0 h 139"/>
                <a:gd name="T2" fmla="*/ 0 w 70"/>
                <a:gd name="T3" fmla="*/ 38 h 139"/>
                <a:gd name="T4" fmla="*/ 33 w 70"/>
                <a:gd name="T5" fmla="*/ 101 h 139"/>
                <a:gd name="T6" fmla="*/ 62 w 70"/>
                <a:gd name="T7" fmla="*/ 107 h 139"/>
                <a:gd name="T8" fmla="*/ 53 w 70"/>
                <a:gd name="T9" fmla="*/ 30 h 139"/>
                <a:gd name="T10" fmla="*/ 32 w 70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39">
                  <a:moveTo>
                    <a:pt x="32" y="0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38"/>
                    <a:pt x="31" y="78"/>
                    <a:pt x="33" y="101"/>
                  </a:cubicBezTo>
                  <a:cubicBezTo>
                    <a:pt x="35" y="124"/>
                    <a:pt x="54" y="139"/>
                    <a:pt x="62" y="107"/>
                  </a:cubicBezTo>
                  <a:cubicBezTo>
                    <a:pt x="70" y="75"/>
                    <a:pt x="53" y="30"/>
                    <a:pt x="53" y="30"/>
                  </a:cubicBezTo>
                  <a:cubicBezTo>
                    <a:pt x="53" y="30"/>
                    <a:pt x="42" y="9"/>
                    <a:pt x="32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05" name="Freeform 327">
              <a:extLst>
                <a:ext uri="{FF2B5EF4-FFF2-40B4-BE49-F238E27FC236}">
                  <a16:creationId xmlns:a16="http://schemas.microsoft.com/office/drawing/2014/main" id="{692F94C3-BD93-4A88-94E2-828DFB3D4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2652"/>
              <a:ext cx="72" cy="135"/>
            </a:xfrm>
            <a:custGeom>
              <a:avLst/>
              <a:gdLst>
                <a:gd name="T0" fmla="*/ 32 w 71"/>
                <a:gd name="T1" fmla="*/ 0 h 134"/>
                <a:gd name="T2" fmla="*/ 0 w 71"/>
                <a:gd name="T3" fmla="*/ 41 h 134"/>
                <a:gd name="T4" fmla="*/ 22 w 71"/>
                <a:gd name="T5" fmla="*/ 85 h 134"/>
                <a:gd name="T6" fmla="*/ 62 w 71"/>
                <a:gd name="T7" fmla="*/ 109 h 134"/>
                <a:gd name="T8" fmla="*/ 61 w 71"/>
                <a:gd name="T9" fmla="*/ 34 h 134"/>
                <a:gd name="T10" fmla="*/ 32 w 71"/>
                <a:gd name="T11" fmla="*/ 0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34">
                  <a:moveTo>
                    <a:pt x="32" y="0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19" y="60"/>
                    <a:pt x="22" y="82"/>
                  </a:cubicBezTo>
                  <a:cubicBezTo>
                    <a:pt x="25" y="104"/>
                    <a:pt x="47" y="134"/>
                    <a:pt x="59" y="106"/>
                  </a:cubicBezTo>
                  <a:cubicBezTo>
                    <a:pt x="71" y="78"/>
                    <a:pt x="67" y="47"/>
                    <a:pt x="58" y="34"/>
                  </a:cubicBezTo>
                  <a:cubicBezTo>
                    <a:pt x="49" y="21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06" name="Freeform 328">
              <a:extLst>
                <a:ext uri="{FF2B5EF4-FFF2-40B4-BE49-F238E27FC236}">
                  <a16:creationId xmlns:a16="http://schemas.microsoft.com/office/drawing/2014/main" id="{B8D30CB7-8435-4143-BE5D-C07B15DDE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748"/>
              <a:ext cx="77" cy="147"/>
            </a:xfrm>
            <a:custGeom>
              <a:avLst/>
              <a:gdLst>
                <a:gd name="T0" fmla="*/ 33 w 77"/>
                <a:gd name="T1" fmla="*/ 0 h 146"/>
                <a:gd name="T2" fmla="*/ 0 w 77"/>
                <a:gd name="T3" fmla="*/ 52 h 146"/>
                <a:gd name="T4" fmla="*/ 28 w 77"/>
                <a:gd name="T5" fmla="*/ 98 h 146"/>
                <a:gd name="T6" fmla="*/ 60 w 77"/>
                <a:gd name="T7" fmla="*/ 126 h 146"/>
                <a:gd name="T8" fmla="*/ 55 w 77"/>
                <a:gd name="T9" fmla="*/ 46 h 146"/>
                <a:gd name="T10" fmla="*/ 33 w 77"/>
                <a:gd name="T11" fmla="*/ 0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146">
                  <a:moveTo>
                    <a:pt x="33" y="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22" y="76"/>
                    <a:pt x="28" y="95"/>
                  </a:cubicBezTo>
                  <a:cubicBezTo>
                    <a:pt x="34" y="114"/>
                    <a:pt x="42" y="146"/>
                    <a:pt x="60" y="123"/>
                  </a:cubicBezTo>
                  <a:cubicBezTo>
                    <a:pt x="77" y="100"/>
                    <a:pt x="60" y="55"/>
                    <a:pt x="55" y="46"/>
                  </a:cubicBezTo>
                  <a:cubicBezTo>
                    <a:pt x="50" y="38"/>
                    <a:pt x="33" y="0"/>
                    <a:pt x="33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07" name="Freeform 329">
              <a:extLst>
                <a:ext uri="{FF2B5EF4-FFF2-40B4-BE49-F238E27FC236}">
                  <a16:creationId xmlns:a16="http://schemas.microsoft.com/office/drawing/2014/main" id="{D6845C5C-7EDB-4641-915A-434C74CFE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849"/>
              <a:ext cx="78" cy="99"/>
            </a:xfrm>
            <a:custGeom>
              <a:avLst/>
              <a:gdLst>
                <a:gd name="T0" fmla="*/ 12 w 77"/>
                <a:gd name="T1" fmla="*/ 0 h 98"/>
                <a:gd name="T2" fmla="*/ 0 w 77"/>
                <a:gd name="T3" fmla="*/ 54 h 98"/>
                <a:gd name="T4" fmla="*/ 51 w 77"/>
                <a:gd name="T5" fmla="*/ 85 h 98"/>
                <a:gd name="T6" fmla="*/ 66 w 77"/>
                <a:gd name="T7" fmla="*/ 26 h 98"/>
                <a:gd name="T8" fmla="*/ 12 w 77"/>
                <a:gd name="T9" fmla="*/ 0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98">
                  <a:moveTo>
                    <a:pt x="12" y="0"/>
                  </a:moveTo>
                  <a:cubicBezTo>
                    <a:pt x="12" y="0"/>
                    <a:pt x="0" y="34"/>
                    <a:pt x="0" y="51"/>
                  </a:cubicBezTo>
                  <a:cubicBezTo>
                    <a:pt x="0" y="51"/>
                    <a:pt x="38" y="66"/>
                    <a:pt x="48" y="82"/>
                  </a:cubicBezTo>
                  <a:cubicBezTo>
                    <a:pt x="58" y="98"/>
                    <a:pt x="77" y="43"/>
                    <a:pt x="63" y="26"/>
                  </a:cubicBezTo>
                  <a:cubicBezTo>
                    <a:pt x="49" y="9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08" name="Freeform 330">
              <a:extLst>
                <a:ext uri="{FF2B5EF4-FFF2-40B4-BE49-F238E27FC236}">
                  <a16:creationId xmlns:a16="http://schemas.microsoft.com/office/drawing/2014/main" id="{54512FBD-0F72-4331-92AA-2C094F850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2933"/>
              <a:ext cx="96" cy="71"/>
            </a:xfrm>
            <a:custGeom>
              <a:avLst/>
              <a:gdLst>
                <a:gd name="T0" fmla="*/ 5 w 95"/>
                <a:gd name="T1" fmla="*/ 3 h 71"/>
                <a:gd name="T2" fmla="*/ 0 w 95"/>
                <a:gd name="T3" fmla="*/ 48 h 71"/>
                <a:gd name="T4" fmla="*/ 62 w 95"/>
                <a:gd name="T5" fmla="*/ 62 h 71"/>
                <a:gd name="T6" fmla="*/ 95 w 95"/>
                <a:gd name="T7" fmla="*/ 45 h 71"/>
                <a:gd name="T8" fmla="*/ 45 w 95"/>
                <a:gd name="T9" fmla="*/ 8 h 71"/>
                <a:gd name="T10" fmla="*/ 5 w 95"/>
                <a:gd name="T11" fmla="*/ 3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71">
                  <a:moveTo>
                    <a:pt x="5" y="3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49" y="56"/>
                    <a:pt x="59" y="62"/>
                  </a:cubicBezTo>
                  <a:cubicBezTo>
                    <a:pt x="69" y="68"/>
                    <a:pt x="89" y="71"/>
                    <a:pt x="92" y="45"/>
                  </a:cubicBezTo>
                  <a:cubicBezTo>
                    <a:pt x="95" y="19"/>
                    <a:pt x="45" y="8"/>
                    <a:pt x="45" y="8"/>
                  </a:cubicBezTo>
                  <a:cubicBezTo>
                    <a:pt x="45" y="8"/>
                    <a:pt x="11" y="0"/>
                    <a:pt x="5" y="3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09" name="Freeform 331">
              <a:extLst>
                <a:ext uri="{FF2B5EF4-FFF2-40B4-BE49-F238E27FC236}">
                  <a16:creationId xmlns:a16="http://schemas.microsoft.com/office/drawing/2014/main" id="{4057579D-204F-4D80-B917-975FDBBD8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3018"/>
              <a:ext cx="97" cy="83"/>
            </a:xfrm>
            <a:custGeom>
              <a:avLst/>
              <a:gdLst>
                <a:gd name="T0" fmla="*/ 3 w 96"/>
                <a:gd name="T1" fmla="*/ 0 h 82"/>
                <a:gd name="T2" fmla="*/ 0 w 96"/>
                <a:gd name="T3" fmla="*/ 60 h 82"/>
                <a:gd name="T4" fmla="*/ 46 w 96"/>
                <a:gd name="T5" fmla="*/ 59 h 82"/>
                <a:gd name="T6" fmla="*/ 96 w 96"/>
                <a:gd name="T7" fmla="*/ 40 h 82"/>
                <a:gd name="T8" fmla="*/ 53 w 96"/>
                <a:gd name="T9" fmla="*/ 7 h 82"/>
                <a:gd name="T10" fmla="*/ 3 w 96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82">
                  <a:moveTo>
                    <a:pt x="3" y="0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33" y="50"/>
                    <a:pt x="46" y="56"/>
                  </a:cubicBezTo>
                  <a:cubicBezTo>
                    <a:pt x="59" y="62"/>
                    <a:pt x="96" y="82"/>
                    <a:pt x="93" y="40"/>
                  </a:cubicBezTo>
                  <a:cubicBezTo>
                    <a:pt x="90" y="6"/>
                    <a:pt x="68" y="5"/>
                    <a:pt x="50" y="7"/>
                  </a:cubicBezTo>
                  <a:cubicBezTo>
                    <a:pt x="32" y="9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10" name="Freeform 332">
              <a:extLst>
                <a:ext uri="{FF2B5EF4-FFF2-40B4-BE49-F238E27FC236}">
                  <a16:creationId xmlns:a16="http://schemas.microsoft.com/office/drawing/2014/main" id="{AF7085EC-D6D8-4640-B4A1-782A93828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3087"/>
              <a:ext cx="104" cy="80"/>
            </a:xfrm>
            <a:custGeom>
              <a:avLst/>
              <a:gdLst>
                <a:gd name="T0" fmla="*/ 0 w 103"/>
                <a:gd name="T1" fmla="*/ 21 h 80"/>
                <a:gd name="T2" fmla="*/ 16 w 103"/>
                <a:gd name="T3" fmla="*/ 80 h 80"/>
                <a:gd name="T4" fmla="*/ 73 w 103"/>
                <a:gd name="T5" fmla="*/ 75 h 80"/>
                <a:gd name="T6" fmla="*/ 103 w 103"/>
                <a:gd name="T7" fmla="*/ 34 h 80"/>
                <a:gd name="T8" fmla="*/ 45 w 103"/>
                <a:gd name="T9" fmla="*/ 12 h 80"/>
                <a:gd name="T10" fmla="*/ 0 w 103"/>
                <a:gd name="T11" fmla="*/ 2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80">
                  <a:moveTo>
                    <a:pt x="0" y="21"/>
                  </a:moveTo>
                  <a:cubicBezTo>
                    <a:pt x="0" y="21"/>
                    <a:pt x="8" y="73"/>
                    <a:pt x="16" y="80"/>
                  </a:cubicBezTo>
                  <a:cubicBezTo>
                    <a:pt x="16" y="80"/>
                    <a:pt x="55" y="74"/>
                    <a:pt x="70" y="75"/>
                  </a:cubicBezTo>
                  <a:cubicBezTo>
                    <a:pt x="85" y="76"/>
                    <a:pt x="103" y="69"/>
                    <a:pt x="100" y="34"/>
                  </a:cubicBezTo>
                  <a:cubicBezTo>
                    <a:pt x="97" y="0"/>
                    <a:pt x="61" y="9"/>
                    <a:pt x="45" y="12"/>
                  </a:cubicBezTo>
                  <a:cubicBezTo>
                    <a:pt x="29" y="15"/>
                    <a:pt x="0" y="21"/>
                    <a:pt x="0" y="21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11" name="Freeform 333">
              <a:extLst>
                <a:ext uri="{FF2B5EF4-FFF2-40B4-BE49-F238E27FC236}">
                  <a16:creationId xmlns:a16="http://schemas.microsoft.com/office/drawing/2014/main" id="{DD02BC07-C156-4638-982B-78292899D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3196"/>
              <a:ext cx="97" cy="95"/>
            </a:xfrm>
            <a:custGeom>
              <a:avLst/>
              <a:gdLst>
                <a:gd name="T0" fmla="*/ 0 w 96"/>
                <a:gd name="T1" fmla="*/ 8 h 94"/>
                <a:gd name="T2" fmla="*/ 22 w 96"/>
                <a:gd name="T3" fmla="*/ 79 h 94"/>
                <a:gd name="T4" fmla="*/ 66 w 96"/>
                <a:gd name="T5" fmla="*/ 81 h 94"/>
                <a:gd name="T6" fmla="*/ 97 w 96"/>
                <a:gd name="T7" fmla="*/ 67 h 94"/>
                <a:gd name="T8" fmla="*/ 75 w 96"/>
                <a:gd name="T9" fmla="*/ 13 h 94"/>
                <a:gd name="T10" fmla="*/ 33 w 96"/>
                <a:gd name="T11" fmla="*/ 6 h 94"/>
                <a:gd name="T12" fmla="*/ 0 w 96"/>
                <a:gd name="T13" fmla="*/ 8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94">
                  <a:moveTo>
                    <a:pt x="0" y="8"/>
                  </a:moveTo>
                  <a:cubicBezTo>
                    <a:pt x="22" y="76"/>
                    <a:pt x="22" y="76"/>
                    <a:pt x="22" y="76"/>
                  </a:cubicBezTo>
                  <a:cubicBezTo>
                    <a:pt x="22" y="76"/>
                    <a:pt x="49" y="73"/>
                    <a:pt x="63" y="78"/>
                  </a:cubicBezTo>
                  <a:cubicBezTo>
                    <a:pt x="77" y="83"/>
                    <a:pt x="96" y="94"/>
                    <a:pt x="94" y="64"/>
                  </a:cubicBezTo>
                  <a:cubicBezTo>
                    <a:pt x="92" y="34"/>
                    <a:pt x="89" y="18"/>
                    <a:pt x="72" y="13"/>
                  </a:cubicBezTo>
                  <a:cubicBezTo>
                    <a:pt x="55" y="8"/>
                    <a:pt x="46" y="12"/>
                    <a:pt x="33" y="6"/>
                  </a:cubicBezTo>
                  <a:cubicBezTo>
                    <a:pt x="20" y="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12" name="Freeform 334">
              <a:extLst>
                <a:ext uri="{FF2B5EF4-FFF2-40B4-BE49-F238E27FC236}">
                  <a16:creationId xmlns:a16="http://schemas.microsoft.com/office/drawing/2014/main" id="{FE60C842-CF09-4A27-AFA5-F8F511030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3310"/>
              <a:ext cx="123" cy="72"/>
            </a:xfrm>
            <a:custGeom>
              <a:avLst/>
              <a:gdLst>
                <a:gd name="T0" fmla="*/ 0 w 122"/>
                <a:gd name="T1" fmla="*/ 7 h 71"/>
                <a:gd name="T2" fmla="*/ 43 w 122"/>
                <a:gd name="T3" fmla="*/ 69 h 71"/>
                <a:gd name="T4" fmla="*/ 100 w 122"/>
                <a:gd name="T5" fmla="*/ 68 h 71"/>
                <a:gd name="T6" fmla="*/ 118 w 122"/>
                <a:gd name="T7" fmla="*/ 44 h 71"/>
                <a:gd name="T8" fmla="*/ 48 w 122"/>
                <a:gd name="T9" fmla="*/ 0 h 71"/>
                <a:gd name="T10" fmla="*/ 0 w 122"/>
                <a:gd name="T11" fmla="*/ 7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1">
                  <a:moveTo>
                    <a:pt x="0" y="7"/>
                  </a:moveTo>
                  <a:cubicBezTo>
                    <a:pt x="43" y="66"/>
                    <a:pt x="43" y="66"/>
                    <a:pt x="43" y="66"/>
                  </a:cubicBezTo>
                  <a:cubicBezTo>
                    <a:pt x="43" y="66"/>
                    <a:pt x="80" y="59"/>
                    <a:pt x="97" y="65"/>
                  </a:cubicBezTo>
                  <a:cubicBezTo>
                    <a:pt x="114" y="71"/>
                    <a:pt x="122" y="56"/>
                    <a:pt x="115" y="41"/>
                  </a:cubicBezTo>
                  <a:cubicBezTo>
                    <a:pt x="108" y="26"/>
                    <a:pt x="88" y="0"/>
                    <a:pt x="48" y="0"/>
                  </a:cubicBezTo>
                  <a:cubicBezTo>
                    <a:pt x="9" y="0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13" name="Freeform 335">
              <a:extLst>
                <a:ext uri="{FF2B5EF4-FFF2-40B4-BE49-F238E27FC236}">
                  <a16:creationId xmlns:a16="http://schemas.microsoft.com/office/drawing/2014/main" id="{096551D5-D13E-4C72-A8E3-B7908C7A6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398"/>
              <a:ext cx="231" cy="462"/>
            </a:xfrm>
            <a:custGeom>
              <a:avLst/>
              <a:gdLst>
                <a:gd name="T0" fmla="*/ 0 w 229"/>
                <a:gd name="T1" fmla="*/ 27 h 460"/>
                <a:gd name="T2" fmla="*/ 88 w 229"/>
                <a:gd name="T3" fmla="*/ 121 h 460"/>
                <a:gd name="T4" fmla="*/ 199 w 229"/>
                <a:gd name="T5" fmla="*/ 459 h 460"/>
                <a:gd name="T6" fmla="*/ 222 w 229"/>
                <a:gd name="T7" fmla="*/ 392 h 460"/>
                <a:gd name="T8" fmla="*/ 228 w 229"/>
                <a:gd name="T9" fmla="*/ 366 h 460"/>
                <a:gd name="T10" fmla="*/ 203 w 229"/>
                <a:gd name="T11" fmla="*/ 240 h 460"/>
                <a:gd name="T12" fmla="*/ 198 w 229"/>
                <a:gd name="T13" fmla="*/ 197 h 460"/>
                <a:gd name="T14" fmla="*/ 139 w 229"/>
                <a:gd name="T15" fmla="*/ 108 h 460"/>
                <a:gd name="T16" fmla="*/ 102 w 229"/>
                <a:gd name="T17" fmla="*/ 67 h 460"/>
                <a:gd name="T18" fmla="*/ 0 w 229"/>
                <a:gd name="T19" fmla="*/ 27 h 4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9" h="460">
                  <a:moveTo>
                    <a:pt x="0" y="27"/>
                  </a:moveTo>
                  <a:cubicBezTo>
                    <a:pt x="0" y="27"/>
                    <a:pt x="40" y="82"/>
                    <a:pt x="85" y="118"/>
                  </a:cubicBezTo>
                  <a:cubicBezTo>
                    <a:pt x="130" y="154"/>
                    <a:pt x="215" y="306"/>
                    <a:pt x="193" y="453"/>
                  </a:cubicBezTo>
                  <a:cubicBezTo>
                    <a:pt x="193" y="453"/>
                    <a:pt x="223" y="460"/>
                    <a:pt x="216" y="386"/>
                  </a:cubicBezTo>
                  <a:cubicBezTo>
                    <a:pt x="214" y="365"/>
                    <a:pt x="215" y="378"/>
                    <a:pt x="222" y="360"/>
                  </a:cubicBezTo>
                  <a:cubicBezTo>
                    <a:pt x="229" y="343"/>
                    <a:pt x="218" y="253"/>
                    <a:pt x="197" y="237"/>
                  </a:cubicBezTo>
                  <a:cubicBezTo>
                    <a:pt x="176" y="221"/>
                    <a:pt x="182" y="211"/>
                    <a:pt x="192" y="194"/>
                  </a:cubicBezTo>
                  <a:cubicBezTo>
                    <a:pt x="202" y="177"/>
                    <a:pt x="179" y="105"/>
                    <a:pt x="136" y="108"/>
                  </a:cubicBezTo>
                  <a:cubicBezTo>
                    <a:pt x="93" y="111"/>
                    <a:pt x="95" y="84"/>
                    <a:pt x="99" y="67"/>
                  </a:cubicBezTo>
                  <a:cubicBezTo>
                    <a:pt x="103" y="50"/>
                    <a:pt x="44" y="0"/>
                    <a:pt x="0" y="27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14" name="Freeform 336">
              <a:extLst>
                <a:ext uri="{FF2B5EF4-FFF2-40B4-BE49-F238E27FC236}">
                  <a16:creationId xmlns:a16="http://schemas.microsoft.com/office/drawing/2014/main" id="{8D8353EA-798B-444A-A3D7-65BBC13B9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895"/>
              <a:ext cx="70" cy="88"/>
            </a:xfrm>
            <a:custGeom>
              <a:avLst/>
              <a:gdLst>
                <a:gd name="T0" fmla="*/ 72 w 69"/>
                <a:gd name="T1" fmla="*/ 29 h 88"/>
                <a:gd name="T2" fmla="*/ 48 w 69"/>
                <a:gd name="T3" fmla="*/ 15 h 88"/>
                <a:gd name="T4" fmla="*/ 23 w 69"/>
                <a:gd name="T5" fmla="*/ 13 h 88"/>
                <a:gd name="T6" fmla="*/ 7 w 69"/>
                <a:gd name="T7" fmla="*/ 33 h 88"/>
                <a:gd name="T8" fmla="*/ 23 w 69"/>
                <a:gd name="T9" fmla="*/ 73 h 88"/>
                <a:gd name="T10" fmla="*/ 70 w 69"/>
                <a:gd name="T11" fmla="*/ 56 h 88"/>
                <a:gd name="T12" fmla="*/ 72 w 69"/>
                <a:gd name="T13" fmla="*/ 29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88">
                  <a:moveTo>
                    <a:pt x="69" y="29"/>
                  </a:moveTo>
                  <a:cubicBezTo>
                    <a:pt x="69" y="29"/>
                    <a:pt x="47" y="30"/>
                    <a:pt x="45" y="15"/>
                  </a:cubicBezTo>
                  <a:cubicBezTo>
                    <a:pt x="43" y="0"/>
                    <a:pt x="31" y="4"/>
                    <a:pt x="23" y="13"/>
                  </a:cubicBezTo>
                  <a:cubicBezTo>
                    <a:pt x="16" y="22"/>
                    <a:pt x="10" y="12"/>
                    <a:pt x="7" y="33"/>
                  </a:cubicBezTo>
                  <a:cubicBezTo>
                    <a:pt x="5" y="55"/>
                    <a:pt x="0" y="74"/>
                    <a:pt x="23" y="73"/>
                  </a:cubicBezTo>
                  <a:cubicBezTo>
                    <a:pt x="47" y="72"/>
                    <a:pt x="67" y="88"/>
                    <a:pt x="67" y="56"/>
                  </a:cubicBezTo>
                  <a:cubicBezTo>
                    <a:pt x="67" y="35"/>
                    <a:pt x="69" y="29"/>
                    <a:pt x="69" y="29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15" name="Freeform 337">
              <a:extLst>
                <a:ext uri="{FF2B5EF4-FFF2-40B4-BE49-F238E27FC236}">
                  <a16:creationId xmlns:a16="http://schemas.microsoft.com/office/drawing/2014/main" id="{4BF6DD0E-5E7C-4F56-833C-809FDAF96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977"/>
              <a:ext cx="102" cy="107"/>
            </a:xfrm>
            <a:custGeom>
              <a:avLst/>
              <a:gdLst>
                <a:gd name="T0" fmla="*/ 104 w 101"/>
                <a:gd name="T1" fmla="*/ 16 h 106"/>
                <a:gd name="T2" fmla="*/ 82 w 101"/>
                <a:gd name="T3" fmla="*/ 22 h 106"/>
                <a:gd name="T4" fmla="*/ 55 w 101"/>
                <a:gd name="T5" fmla="*/ 6 h 106"/>
                <a:gd name="T6" fmla="*/ 29 w 101"/>
                <a:gd name="T7" fmla="*/ 58 h 106"/>
                <a:gd name="T8" fmla="*/ 34 w 101"/>
                <a:gd name="T9" fmla="*/ 81 h 106"/>
                <a:gd name="T10" fmla="*/ 77 w 101"/>
                <a:gd name="T11" fmla="*/ 77 h 106"/>
                <a:gd name="T12" fmla="*/ 103 w 101"/>
                <a:gd name="T13" fmla="*/ 60 h 106"/>
                <a:gd name="T14" fmla="*/ 104 w 101"/>
                <a:gd name="T15" fmla="*/ 16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106">
                  <a:moveTo>
                    <a:pt x="101" y="16"/>
                  </a:moveTo>
                  <a:cubicBezTo>
                    <a:pt x="101" y="16"/>
                    <a:pt x="86" y="15"/>
                    <a:pt x="79" y="22"/>
                  </a:cubicBezTo>
                  <a:cubicBezTo>
                    <a:pt x="72" y="29"/>
                    <a:pt x="62" y="0"/>
                    <a:pt x="52" y="6"/>
                  </a:cubicBezTo>
                  <a:cubicBezTo>
                    <a:pt x="43" y="11"/>
                    <a:pt x="40" y="47"/>
                    <a:pt x="29" y="55"/>
                  </a:cubicBezTo>
                  <a:cubicBezTo>
                    <a:pt x="18" y="63"/>
                    <a:pt x="0" y="106"/>
                    <a:pt x="34" y="78"/>
                  </a:cubicBezTo>
                  <a:cubicBezTo>
                    <a:pt x="68" y="50"/>
                    <a:pt x="67" y="70"/>
                    <a:pt x="74" y="74"/>
                  </a:cubicBezTo>
                  <a:cubicBezTo>
                    <a:pt x="80" y="78"/>
                    <a:pt x="99" y="85"/>
                    <a:pt x="100" y="57"/>
                  </a:cubicBezTo>
                  <a:cubicBezTo>
                    <a:pt x="101" y="29"/>
                    <a:pt x="101" y="16"/>
                    <a:pt x="101" y="16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16" name="Freeform 338">
              <a:extLst>
                <a:ext uri="{FF2B5EF4-FFF2-40B4-BE49-F238E27FC236}">
                  <a16:creationId xmlns:a16="http://schemas.microsoft.com/office/drawing/2014/main" id="{A4189C01-5F06-4009-8E43-DC09261DD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1052"/>
              <a:ext cx="104" cy="110"/>
            </a:xfrm>
            <a:custGeom>
              <a:avLst/>
              <a:gdLst>
                <a:gd name="T0" fmla="*/ 102 w 103"/>
                <a:gd name="T1" fmla="*/ 42 h 109"/>
                <a:gd name="T2" fmla="*/ 86 w 103"/>
                <a:gd name="T3" fmla="*/ 24 h 109"/>
                <a:gd name="T4" fmla="*/ 35 w 103"/>
                <a:gd name="T5" fmla="*/ 30 h 109"/>
                <a:gd name="T6" fmla="*/ 28 w 103"/>
                <a:gd name="T7" fmla="*/ 99 h 109"/>
                <a:gd name="T8" fmla="*/ 73 w 103"/>
                <a:gd name="T9" fmla="*/ 99 h 109"/>
                <a:gd name="T10" fmla="*/ 100 w 103"/>
                <a:gd name="T11" fmla="*/ 95 h 109"/>
                <a:gd name="T12" fmla="*/ 102 w 103"/>
                <a:gd name="T13" fmla="*/ 42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09">
                  <a:moveTo>
                    <a:pt x="99" y="42"/>
                  </a:moveTo>
                  <a:cubicBezTo>
                    <a:pt x="99" y="42"/>
                    <a:pt x="103" y="24"/>
                    <a:pt x="83" y="24"/>
                  </a:cubicBezTo>
                  <a:cubicBezTo>
                    <a:pt x="63" y="24"/>
                    <a:pt x="47" y="0"/>
                    <a:pt x="35" y="30"/>
                  </a:cubicBezTo>
                  <a:cubicBezTo>
                    <a:pt x="22" y="60"/>
                    <a:pt x="0" y="109"/>
                    <a:pt x="28" y="96"/>
                  </a:cubicBezTo>
                  <a:cubicBezTo>
                    <a:pt x="55" y="84"/>
                    <a:pt x="62" y="83"/>
                    <a:pt x="70" y="96"/>
                  </a:cubicBezTo>
                  <a:cubicBezTo>
                    <a:pt x="77" y="109"/>
                    <a:pt x="86" y="85"/>
                    <a:pt x="97" y="92"/>
                  </a:cubicBezTo>
                  <a:cubicBezTo>
                    <a:pt x="101" y="94"/>
                    <a:pt x="99" y="42"/>
                    <a:pt x="99" y="42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17" name="Freeform 339">
              <a:extLst>
                <a:ext uri="{FF2B5EF4-FFF2-40B4-BE49-F238E27FC236}">
                  <a16:creationId xmlns:a16="http://schemas.microsoft.com/office/drawing/2014/main" id="{7483FAF5-32A3-4D98-8F27-6CD4EB458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159"/>
              <a:ext cx="96" cy="83"/>
            </a:xfrm>
            <a:custGeom>
              <a:avLst/>
              <a:gdLst>
                <a:gd name="T0" fmla="*/ 90 w 95"/>
                <a:gd name="T1" fmla="*/ 12 h 82"/>
                <a:gd name="T2" fmla="*/ 95 w 95"/>
                <a:gd name="T3" fmla="*/ 55 h 82"/>
                <a:gd name="T4" fmla="*/ 68 w 95"/>
                <a:gd name="T5" fmla="*/ 72 h 82"/>
                <a:gd name="T6" fmla="*/ 33 w 95"/>
                <a:gd name="T7" fmla="*/ 76 h 82"/>
                <a:gd name="T8" fmla="*/ 9 w 95"/>
                <a:gd name="T9" fmla="*/ 53 h 82"/>
                <a:gd name="T10" fmla="*/ 44 w 95"/>
                <a:gd name="T11" fmla="*/ 14 h 82"/>
                <a:gd name="T12" fmla="*/ 90 w 95"/>
                <a:gd name="T13" fmla="*/ 12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82">
                  <a:moveTo>
                    <a:pt x="87" y="12"/>
                  </a:moveTo>
                  <a:cubicBezTo>
                    <a:pt x="87" y="12"/>
                    <a:pt x="95" y="40"/>
                    <a:pt x="92" y="52"/>
                  </a:cubicBezTo>
                  <a:cubicBezTo>
                    <a:pt x="90" y="64"/>
                    <a:pt x="74" y="57"/>
                    <a:pt x="65" y="69"/>
                  </a:cubicBezTo>
                  <a:cubicBezTo>
                    <a:pt x="56" y="82"/>
                    <a:pt x="49" y="58"/>
                    <a:pt x="33" y="73"/>
                  </a:cubicBezTo>
                  <a:cubicBezTo>
                    <a:pt x="27" y="80"/>
                    <a:pt x="0" y="64"/>
                    <a:pt x="9" y="50"/>
                  </a:cubicBezTo>
                  <a:cubicBezTo>
                    <a:pt x="19" y="36"/>
                    <a:pt x="30" y="0"/>
                    <a:pt x="44" y="14"/>
                  </a:cubicBezTo>
                  <a:cubicBezTo>
                    <a:pt x="57" y="27"/>
                    <a:pt x="84" y="3"/>
                    <a:pt x="87" y="12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18" name="Freeform 340">
              <a:extLst>
                <a:ext uri="{FF2B5EF4-FFF2-40B4-BE49-F238E27FC236}">
                  <a16:creationId xmlns:a16="http://schemas.microsoft.com/office/drawing/2014/main" id="{C2E76CCA-2F7D-429F-B15B-CDF93F451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1229"/>
              <a:ext cx="103" cy="108"/>
            </a:xfrm>
            <a:custGeom>
              <a:avLst/>
              <a:gdLst>
                <a:gd name="T0" fmla="*/ 100 w 102"/>
                <a:gd name="T1" fmla="*/ 0 h 108"/>
                <a:gd name="T2" fmla="*/ 105 w 102"/>
                <a:gd name="T3" fmla="*/ 62 h 108"/>
                <a:gd name="T4" fmla="*/ 88 w 102"/>
                <a:gd name="T5" fmla="*/ 82 h 108"/>
                <a:gd name="T6" fmla="*/ 50 w 102"/>
                <a:gd name="T7" fmla="*/ 91 h 108"/>
                <a:gd name="T8" fmla="*/ 14 w 102"/>
                <a:gd name="T9" fmla="*/ 72 h 108"/>
                <a:gd name="T10" fmla="*/ 22 w 102"/>
                <a:gd name="T11" fmla="*/ 26 h 108"/>
                <a:gd name="T12" fmla="*/ 70 w 102"/>
                <a:gd name="T13" fmla="*/ 21 h 108"/>
                <a:gd name="T14" fmla="*/ 100 w 102"/>
                <a:gd name="T15" fmla="*/ 0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108">
                  <a:moveTo>
                    <a:pt x="97" y="0"/>
                  </a:moveTo>
                  <a:cubicBezTo>
                    <a:pt x="102" y="62"/>
                    <a:pt x="102" y="62"/>
                    <a:pt x="102" y="62"/>
                  </a:cubicBezTo>
                  <a:cubicBezTo>
                    <a:pt x="102" y="62"/>
                    <a:pt x="92" y="86"/>
                    <a:pt x="85" y="82"/>
                  </a:cubicBezTo>
                  <a:cubicBezTo>
                    <a:pt x="77" y="78"/>
                    <a:pt x="66" y="78"/>
                    <a:pt x="50" y="91"/>
                  </a:cubicBezTo>
                  <a:cubicBezTo>
                    <a:pt x="35" y="104"/>
                    <a:pt x="28" y="108"/>
                    <a:pt x="14" y="72"/>
                  </a:cubicBezTo>
                  <a:cubicBezTo>
                    <a:pt x="0" y="36"/>
                    <a:pt x="8" y="37"/>
                    <a:pt x="22" y="26"/>
                  </a:cubicBezTo>
                  <a:cubicBezTo>
                    <a:pt x="35" y="16"/>
                    <a:pt x="50" y="33"/>
                    <a:pt x="67" y="21"/>
                  </a:cubicBezTo>
                  <a:cubicBezTo>
                    <a:pt x="85" y="10"/>
                    <a:pt x="97" y="0"/>
                    <a:pt x="97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19" name="Freeform 341">
              <a:extLst>
                <a:ext uri="{FF2B5EF4-FFF2-40B4-BE49-F238E27FC236}">
                  <a16:creationId xmlns:a16="http://schemas.microsoft.com/office/drawing/2014/main" id="{057C0E30-7DC7-4371-8F47-E333E9BF1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1309"/>
              <a:ext cx="109" cy="112"/>
            </a:xfrm>
            <a:custGeom>
              <a:avLst/>
              <a:gdLst>
                <a:gd name="T0" fmla="*/ 82 w 108"/>
                <a:gd name="T1" fmla="*/ 4 h 111"/>
                <a:gd name="T2" fmla="*/ 102 w 108"/>
                <a:gd name="T3" fmla="*/ 43 h 111"/>
                <a:gd name="T4" fmla="*/ 84 w 108"/>
                <a:gd name="T5" fmla="*/ 76 h 111"/>
                <a:gd name="T6" fmla="*/ 37 w 108"/>
                <a:gd name="T7" fmla="*/ 101 h 111"/>
                <a:gd name="T8" fmla="*/ 23 w 108"/>
                <a:gd name="T9" fmla="*/ 35 h 111"/>
                <a:gd name="T10" fmla="*/ 69 w 108"/>
                <a:gd name="T11" fmla="*/ 12 h 111"/>
                <a:gd name="T12" fmla="*/ 82 w 108"/>
                <a:gd name="T13" fmla="*/ 4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1">
                  <a:moveTo>
                    <a:pt x="79" y="4"/>
                  </a:moveTo>
                  <a:cubicBezTo>
                    <a:pt x="99" y="43"/>
                    <a:pt x="99" y="43"/>
                    <a:pt x="99" y="43"/>
                  </a:cubicBezTo>
                  <a:cubicBezTo>
                    <a:pt x="99" y="43"/>
                    <a:pt x="108" y="69"/>
                    <a:pt x="81" y="73"/>
                  </a:cubicBezTo>
                  <a:cubicBezTo>
                    <a:pt x="55" y="77"/>
                    <a:pt x="59" y="111"/>
                    <a:pt x="37" y="98"/>
                  </a:cubicBezTo>
                  <a:cubicBezTo>
                    <a:pt x="15" y="86"/>
                    <a:pt x="0" y="48"/>
                    <a:pt x="23" y="35"/>
                  </a:cubicBezTo>
                  <a:cubicBezTo>
                    <a:pt x="46" y="21"/>
                    <a:pt x="62" y="23"/>
                    <a:pt x="66" y="12"/>
                  </a:cubicBezTo>
                  <a:cubicBezTo>
                    <a:pt x="70" y="0"/>
                    <a:pt x="79" y="4"/>
                    <a:pt x="79" y="4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20" name="Freeform 342">
              <a:extLst>
                <a:ext uri="{FF2B5EF4-FFF2-40B4-BE49-F238E27FC236}">
                  <a16:creationId xmlns:a16="http://schemas.microsoft.com/office/drawing/2014/main" id="{27A05716-976F-46C7-911E-875869916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370"/>
              <a:ext cx="93" cy="126"/>
            </a:xfrm>
            <a:custGeom>
              <a:avLst/>
              <a:gdLst>
                <a:gd name="T0" fmla="*/ 68 w 93"/>
                <a:gd name="T1" fmla="*/ 20 h 125"/>
                <a:gd name="T2" fmla="*/ 93 w 93"/>
                <a:gd name="T3" fmla="*/ 62 h 125"/>
                <a:gd name="T4" fmla="*/ 72 w 93"/>
                <a:gd name="T5" fmla="*/ 96 h 125"/>
                <a:gd name="T6" fmla="*/ 38 w 93"/>
                <a:gd name="T7" fmla="*/ 115 h 125"/>
                <a:gd name="T8" fmla="*/ 4 w 93"/>
                <a:gd name="T9" fmla="*/ 97 h 125"/>
                <a:gd name="T10" fmla="*/ 22 w 93"/>
                <a:gd name="T11" fmla="*/ 45 h 125"/>
                <a:gd name="T12" fmla="*/ 68 w 93"/>
                <a:gd name="T13" fmla="*/ 2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25">
                  <a:moveTo>
                    <a:pt x="68" y="20"/>
                  </a:moveTo>
                  <a:cubicBezTo>
                    <a:pt x="93" y="62"/>
                    <a:pt x="93" y="62"/>
                    <a:pt x="93" y="62"/>
                  </a:cubicBezTo>
                  <a:cubicBezTo>
                    <a:pt x="93" y="62"/>
                    <a:pt x="91" y="92"/>
                    <a:pt x="72" y="93"/>
                  </a:cubicBezTo>
                  <a:cubicBezTo>
                    <a:pt x="53" y="94"/>
                    <a:pt x="51" y="98"/>
                    <a:pt x="38" y="112"/>
                  </a:cubicBezTo>
                  <a:cubicBezTo>
                    <a:pt x="25" y="125"/>
                    <a:pt x="7" y="123"/>
                    <a:pt x="4" y="94"/>
                  </a:cubicBezTo>
                  <a:cubicBezTo>
                    <a:pt x="1" y="64"/>
                    <a:pt x="0" y="47"/>
                    <a:pt x="22" y="45"/>
                  </a:cubicBezTo>
                  <a:cubicBezTo>
                    <a:pt x="44" y="43"/>
                    <a:pt x="51" y="0"/>
                    <a:pt x="68" y="2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21" name="Freeform 343">
              <a:extLst>
                <a:ext uri="{FF2B5EF4-FFF2-40B4-BE49-F238E27FC236}">
                  <a16:creationId xmlns:a16="http://schemas.microsoft.com/office/drawing/2014/main" id="{2620A8E4-B787-463A-9E44-97C983E8E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1468"/>
              <a:ext cx="138" cy="136"/>
            </a:xfrm>
            <a:custGeom>
              <a:avLst/>
              <a:gdLst>
                <a:gd name="T0" fmla="*/ 107 w 137"/>
                <a:gd name="T1" fmla="*/ 0 h 135"/>
                <a:gd name="T2" fmla="*/ 137 w 137"/>
                <a:gd name="T3" fmla="*/ 57 h 135"/>
                <a:gd name="T4" fmla="*/ 114 w 137"/>
                <a:gd name="T5" fmla="*/ 87 h 135"/>
                <a:gd name="T6" fmla="*/ 65 w 137"/>
                <a:gd name="T7" fmla="*/ 113 h 135"/>
                <a:gd name="T8" fmla="*/ 53 w 137"/>
                <a:gd name="T9" fmla="*/ 23 h 135"/>
                <a:gd name="T10" fmla="*/ 107 w 137"/>
                <a:gd name="T11" fmla="*/ 0 h 1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35">
                  <a:moveTo>
                    <a:pt x="104" y="0"/>
                  </a:moveTo>
                  <a:cubicBezTo>
                    <a:pt x="134" y="57"/>
                    <a:pt x="134" y="57"/>
                    <a:pt x="134" y="57"/>
                  </a:cubicBezTo>
                  <a:cubicBezTo>
                    <a:pt x="134" y="57"/>
                    <a:pt x="137" y="80"/>
                    <a:pt x="111" y="84"/>
                  </a:cubicBezTo>
                  <a:cubicBezTo>
                    <a:pt x="84" y="88"/>
                    <a:pt x="81" y="135"/>
                    <a:pt x="65" y="110"/>
                  </a:cubicBezTo>
                  <a:cubicBezTo>
                    <a:pt x="49" y="85"/>
                    <a:pt x="0" y="34"/>
                    <a:pt x="53" y="23"/>
                  </a:cubicBezTo>
                  <a:cubicBezTo>
                    <a:pt x="105" y="13"/>
                    <a:pt x="77" y="2"/>
                    <a:pt x="104" y="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22" name="Freeform 344">
              <a:extLst>
                <a:ext uri="{FF2B5EF4-FFF2-40B4-BE49-F238E27FC236}">
                  <a16:creationId xmlns:a16="http://schemas.microsoft.com/office/drawing/2014/main" id="{016657A2-8BEF-46F0-AFE8-08D1D08E5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543"/>
              <a:ext cx="124" cy="145"/>
            </a:xfrm>
            <a:custGeom>
              <a:avLst/>
              <a:gdLst>
                <a:gd name="T0" fmla="*/ 95 w 123"/>
                <a:gd name="T1" fmla="*/ 16 h 144"/>
                <a:gd name="T2" fmla="*/ 121 w 123"/>
                <a:gd name="T3" fmla="*/ 81 h 144"/>
                <a:gd name="T4" fmla="*/ 91 w 123"/>
                <a:gd name="T5" fmla="*/ 102 h 144"/>
                <a:gd name="T6" fmla="*/ 27 w 123"/>
                <a:gd name="T7" fmla="*/ 115 h 144"/>
                <a:gd name="T8" fmla="*/ 38 w 123"/>
                <a:gd name="T9" fmla="*/ 46 h 144"/>
                <a:gd name="T10" fmla="*/ 95 w 123"/>
                <a:gd name="T11" fmla="*/ 16 h 1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44">
                  <a:moveTo>
                    <a:pt x="92" y="16"/>
                  </a:moveTo>
                  <a:cubicBezTo>
                    <a:pt x="118" y="78"/>
                    <a:pt x="118" y="78"/>
                    <a:pt x="118" y="78"/>
                  </a:cubicBezTo>
                  <a:cubicBezTo>
                    <a:pt x="118" y="78"/>
                    <a:pt x="123" y="86"/>
                    <a:pt x="88" y="99"/>
                  </a:cubicBezTo>
                  <a:cubicBezTo>
                    <a:pt x="53" y="111"/>
                    <a:pt x="37" y="144"/>
                    <a:pt x="27" y="112"/>
                  </a:cubicBezTo>
                  <a:cubicBezTo>
                    <a:pt x="18" y="80"/>
                    <a:pt x="0" y="53"/>
                    <a:pt x="38" y="46"/>
                  </a:cubicBezTo>
                  <a:cubicBezTo>
                    <a:pt x="76" y="40"/>
                    <a:pt x="86" y="0"/>
                    <a:pt x="92" y="16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23" name="Freeform 345">
              <a:extLst>
                <a:ext uri="{FF2B5EF4-FFF2-40B4-BE49-F238E27FC236}">
                  <a16:creationId xmlns:a16="http://schemas.microsoft.com/office/drawing/2014/main" id="{757F9981-13D1-478D-9CD9-361AB827B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638"/>
              <a:ext cx="132" cy="148"/>
            </a:xfrm>
            <a:custGeom>
              <a:avLst/>
              <a:gdLst>
                <a:gd name="T0" fmla="*/ 99 w 131"/>
                <a:gd name="T1" fmla="*/ 16 h 147"/>
                <a:gd name="T2" fmla="*/ 127 w 131"/>
                <a:gd name="T3" fmla="*/ 77 h 147"/>
                <a:gd name="T4" fmla="*/ 99 w 131"/>
                <a:gd name="T5" fmla="*/ 103 h 147"/>
                <a:gd name="T6" fmla="*/ 17 w 131"/>
                <a:gd name="T7" fmla="*/ 115 h 147"/>
                <a:gd name="T8" fmla="*/ 32 w 131"/>
                <a:gd name="T9" fmla="*/ 44 h 147"/>
                <a:gd name="T10" fmla="*/ 99 w 131"/>
                <a:gd name="T11" fmla="*/ 16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147">
                  <a:moveTo>
                    <a:pt x="96" y="16"/>
                  </a:moveTo>
                  <a:cubicBezTo>
                    <a:pt x="96" y="16"/>
                    <a:pt x="117" y="63"/>
                    <a:pt x="124" y="74"/>
                  </a:cubicBezTo>
                  <a:cubicBezTo>
                    <a:pt x="131" y="85"/>
                    <a:pt x="119" y="100"/>
                    <a:pt x="96" y="100"/>
                  </a:cubicBezTo>
                  <a:cubicBezTo>
                    <a:pt x="73" y="100"/>
                    <a:pt x="31" y="147"/>
                    <a:pt x="17" y="112"/>
                  </a:cubicBezTo>
                  <a:cubicBezTo>
                    <a:pt x="3" y="77"/>
                    <a:pt x="0" y="47"/>
                    <a:pt x="32" y="44"/>
                  </a:cubicBezTo>
                  <a:cubicBezTo>
                    <a:pt x="64" y="40"/>
                    <a:pt x="93" y="0"/>
                    <a:pt x="96" y="16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24" name="Freeform 346">
              <a:extLst>
                <a:ext uri="{FF2B5EF4-FFF2-40B4-BE49-F238E27FC236}">
                  <a16:creationId xmlns:a16="http://schemas.microsoft.com/office/drawing/2014/main" id="{55FE210B-2CA2-4B67-B4C0-60990D138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755"/>
              <a:ext cx="150" cy="129"/>
            </a:xfrm>
            <a:custGeom>
              <a:avLst/>
              <a:gdLst>
                <a:gd name="T0" fmla="*/ 115 w 148"/>
                <a:gd name="T1" fmla="*/ 10 h 128"/>
                <a:gd name="T2" fmla="*/ 137 w 148"/>
                <a:gd name="T3" fmla="*/ 49 h 128"/>
                <a:gd name="T4" fmla="*/ 126 w 148"/>
                <a:gd name="T5" fmla="*/ 108 h 128"/>
                <a:gd name="T6" fmla="*/ 44 w 148"/>
                <a:gd name="T7" fmla="*/ 120 h 128"/>
                <a:gd name="T8" fmla="*/ 1 w 148"/>
                <a:gd name="T9" fmla="*/ 84 h 128"/>
                <a:gd name="T10" fmla="*/ 34 w 148"/>
                <a:gd name="T11" fmla="*/ 36 h 128"/>
                <a:gd name="T12" fmla="*/ 115 w 148"/>
                <a:gd name="T13" fmla="*/ 1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128">
                  <a:moveTo>
                    <a:pt x="110" y="10"/>
                  </a:moveTo>
                  <a:cubicBezTo>
                    <a:pt x="110" y="10"/>
                    <a:pt x="131" y="23"/>
                    <a:pt x="131" y="49"/>
                  </a:cubicBezTo>
                  <a:cubicBezTo>
                    <a:pt x="131" y="76"/>
                    <a:pt x="148" y="91"/>
                    <a:pt x="120" y="105"/>
                  </a:cubicBezTo>
                  <a:cubicBezTo>
                    <a:pt x="91" y="118"/>
                    <a:pt x="58" y="107"/>
                    <a:pt x="41" y="117"/>
                  </a:cubicBezTo>
                  <a:cubicBezTo>
                    <a:pt x="24" y="128"/>
                    <a:pt x="2" y="120"/>
                    <a:pt x="1" y="81"/>
                  </a:cubicBezTo>
                  <a:cubicBezTo>
                    <a:pt x="0" y="42"/>
                    <a:pt x="3" y="40"/>
                    <a:pt x="34" y="36"/>
                  </a:cubicBezTo>
                  <a:cubicBezTo>
                    <a:pt x="66" y="32"/>
                    <a:pt x="92" y="0"/>
                    <a:pt x="110" y="1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25" name="Freeform 347">
              <a:extLst>
                <a:ext uri="{FF2B5EF4-FFF2-40B4-BE49-F238E27FC236}">
                  <a16:creationId xmlns:a16="http://schemas.microsoft.com/office/drawing/2014/main" id="{0AA009A1-634F-4C0C-A65E-31987F440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876"/>
              <a:ext cx="162" cy="102"/>
            </a:xfrm>
            <a:custGeom>
              <a:avLst/>
              <a:gdLst>
                <a:gd name="T0" fmla="*/ 136 w 160"/>
                <a:gd name="T1" fmla="*/ 5 h 101"/>
                <a:gd name="T2" fmla="*/ 153 w 160"/>
                <a:gd name="T3" fmla="*/ 25 h 101"/>
                <a:gd name="T4" fmla="*/ 127 w 160"/>
                <a:gd name="T5" fmla="*/ 94 h 101"/>
                <a:gd name="T6" fmla="*/ 47 w 160"/>
                <a:gd name="T7" fmla="*/ 98 h 101"/>
                <a:gd name="T8" fmla="*/ 12 w 160"/>
                <a:gd name="T9" fmla="*/ 68 h 101"/>
                <a:gd name="T10" fmla="*/ 36 w 160"/>
                <a:gd name="T11" fmla="*/ 16 h 101"/>
                <a:gd name="T12" fmla="*/ 136 w 160"/>
                <a:gd name="T13" fmla="*/ 5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101">
                  <a:moveTo>
                    <a:pt x="130" y="5"/>
                  </a:moveTo>
                  <a:cubicBezTo>
                    <a:pt x="130" y="5"/>
                    <a:pt x="148" y="0"/>
                    <a:pt x="147" y="25"/>
                  </a:cubicBezTo>
                  <a:cubicBezTo>
                    <a:pt x="146" y="49"/>
                    <a:pt x="160" y="87"/>
                    <a:pt x="121" y="91"/>
                  </a:cubicBezTo>
                  <a:cubicBezTo>
                    <a:pt x="82" y="96"/>
                    <a:pt x="62" y="89"/>
                    <a:pt x="44" y="95"/>
                  </a:cubicBezTo>
                  <a:cubicBezTo>
                    <a:pt x="26" y="101"/>
                    <a:pt x="7" y="87"/>
                    <a:pt x="12" y="65"/>
                  </a:cubicBezTo>
                  <a:cubicBezTo>
                    <a:pt x="16" y="42"/>
                    <a:pt x="0" y="17"/>
                    <a:pt x="36" y="16"/>
                  </a:cubicBezTo>
                  <a:cubicBezTo>
                    <a:pt x="72" y="15"/>
                    <a:pt x="130" y="5"/>
                    <a:pt x="130" y="5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26" name="Freeform 348">
              <a:extLst>
                <a:ext uri="{FF2B5EF4-FFF2-40B4-BE49-F238E27FC236}">
                  <a16:creationId xmlns:a16="http://schemas.microsoft.com/office/drawing/2014/main" id="{BBF7772A-449E-4C00-B728-DC79C4F1B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983"/>
              <a:ext cx="159" cy="138"/>
            </a:xfrm>
            <a:custGeom>
              <a:avLst/>
              <a:gdLst>
                <a:gd name="T0" fmla="*/ 131 w 157"/>
                <a:gd name="T1" fmla="*/ 13 h 137"/>
                <a:gd name="T2" fmla="*/ 155 w 157"/>
                <a:gd name="T3" fmla="*/ 25 h 137"/>
                <a:gd name="T4" fmla="*/ 143 w 157"/>
                <a:gd name="T5" fmla="*/ 118 h 137"/>
                <a:gd name="T6" fmla="*/ 86 w 157"/>
                <a:gd name="T7" fmla="*/ 121 h 137"/>
                <a:gd name="T8" fmla="*/ 12 w 157"/>
                <a:gd name="T9" fmla="*/ 91 h 137"/>
                <a:gd name="T10" fmla="*/ 62 w 157"/>
                <a:gd name="T11" fmla="*/ 14 h 137"/>
                <a:gd name="T12" fmla="*/ 131 w 157"/>
                <a:gd name="T13" fmla="*/ 13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37">
                  <a:moveTo>
                    <a:pt x="125" y="13"/>
                  </a:moveTo>
                  <a:cubicBezTo>
                    <a:pt x="125" y="13"/>
                    <a:pt x="147" y="7"/>
                    <a:pt x="149" y="25"/>
                  </a:cubicBezTo>
                  <a:cubicBezTo>
                    <a:pt x="150" y="43"/>
                    <a:pt x="157" y="100"/>
                    <a:pt x="137" y="115"/>
                  </a:cubicBezTo>
                  <a:cubicBezTo>
                    <a:pt x="117" y="129"/>
                    <a:pt x="116" y="117"/>
                    <a:pt x="83" y="118"/>
                  </a:cubicBezTo>
                  <a:cubicBezTo>
                    <a:pt x="50" y="119"/>
                    <a:pt x="0" y="137"/>
                    <a:pt x="12" y="88"/>
                  </a:cubicBezTo>
                  <a:cubicBezTo>
                    <a:pt x="23" y="40"/>
                    <a:pt x="12" y="0"/>
                    <a:pt x="59" y="14"/>
                  </a:cubicBezTo>
                  <a:cubicBezTo>
                    <a:pt x="106" y="28"/>
                    <a:pt x="125" y="13"/>
                    <a:pt x="125" y="13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27" name="Freeform 349">
              <a:extLst>
                <a:ext uri="{FF2B5EF4-FFF2-40B4-BE49-F238E27FC236}">
                  <a16:creationId xmlns:a16="http://schemas.microsoft.com/office/drawing/2014/main" id="{14BFBE12-DA0F-4361-A38B-174B9E58E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2116"/>
              <a:ext cx="167" cy="126"/>
            </a:xfrm>
            <a:custGeom>
              <a:avLst/>
              <a:gdLst>
                <a:gd name="T0" fmla="*/ 145 w 165"/>
                <a:gd name="T1" fmla="*/ 3 h 125"/>
                <a:gd name="T2" fmla="*/ 167 w 165"/>
                <a:gd name="T3" fmla="*/ 34 h 125"/>
                <a:gd name="T4" fmla="*/ 111 w 165"/>
                <a:gd name="T5" fmla="*/ 104 h 125"/>
                <a:gd name="T6" fmla="*/ 5 w 165"/>
                <a:gd name="T7" fmla="*/ 71 h 125"/>
                <a:gd name="T8" fmla="*/ 56 w 165"/>
                <a:gd name="T9" fmla="*/ 10 h 125"/>
                <a:gd name="T10" fmla="*/ 145 w 165"/>
                <a:gd name="T11" fmla="*/ 3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5" h="125">
                  <a:moveTo>
                    <a:pt x="139" y="3"/>
                  </a:moveTo>
                  <a:cubicBezTo>
                    <a:pt x="139" y="3"/>
                    <a:pt x="165" y="4"/>
                    <a:pt x="161" y="34"/>
                  </a:cubicBezTo>
                  <a:cubicBezTo>
                    <a:pt x="156" y="65"/>
                    <a:pt x="159" y="112"/>
                    <a:pt x="108" y="101"/>
                  </a:cubicBezTo>
                  <a:cubicBezTo>
                    <a:pt x="58" y="89"/>
                    <a:pt x="2" y="125"/>
                    <a:pt x="5" y="68"/>
                  </a:cubicBezTo>
                  <a:cubicBezTo>
                    <a:pt x="7" y="12"/>
                    <a:pt x="0" y="0"/>
                    <a:pt x="53" y="10"/>
                  </a:cubicBezTo>
                  <a:cubicBezTo>
                    <a:pt x="106" y="21"/>
                    <a:pt x="119" y="1"/>
                    <a:pt x="139" y="3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28" name="Freeform 350">
              <a:extLst>
                <a:ext uri="{FF2B5EF4-FFF2-40B4-BE49-F238E27FC236}">
                  <a16:creationId xmlns:a16="http://schemas.microsoft.com/office/drawing/2014/main" id="{F3661F4C-F0E6-4463-8CFD-67A0C703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2210"/>
              <a:ext cx="196" cy="142"/>
            </a:xfrm>
            <a:custGeom>
              <a:avLst/>
              <a:gdLst>
                <a:gd name="T0" fmla="*/ 175 w 195"/>
                <a:gd name="T1" fmla="*/ 49 h 141"/>
                <a:gd name="T2" fmla="*/ 189 w 195"/>
                <a:gd name="T3" fmla="*/ 74 h 141"/>
                <a:gd name="T4" fmla="*/ 126 w 195"/>
                <a:gd name="T5" fmla="*/ 126 h 141"/>
                <a:gd name="T6" fmla="*/ 50 w 195"/>
                <a:gd name="T7" fmla="*/ 114 h 141"/>
                <a:gd name="T8" fmla="*/ 29 w 195"/>
                <a:gd name="T9" fmla="*/ 51 h 141"/>
                <a:gd name="T10" fmla="*/ 113 w 195"/>
                <a:gd name="T11" fmla="*/ 29 h 141"/>
                <a:gd name="T12" fmla="*/ 175 w 195"/>
                <a:gd name="T13" fmla="*/ 49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5" h="141">
                  <a:moveTo>
                    <a:pt x="172" y="49"/>
                  </a:moveTo>
                  <a:cubicBezTo>
                    <a:pt x="172" y="49"/>
                    <a:pt x="195" y="51"/>
                    <a:pt x="186" y="71"/>
                  </a:cubicBezTo>
                  <a:cubicBezTo>
                    <a:pt x="178" y="91"/>
                    <a:pt x="175" y="141"/>
                    <a:pt x="123" y="123"/>
                  </a:cubicBezTo>
                  <a:cubicBezTo>
                    <a:pt x="72" y="105"/>
                    <a:pt x="79" y="107"/>
                    <a:pt x="50" y="111"/>
                  </a:cubicBezTo>
                  <a:cubicBezTo>
                    <a:pt x="21" y="114"/>
                    <a:pt x="0" y="103"/>
                    <a:pt x="29" y="51"/>
                  </a:cubicBezTo>
                  <a:cubicBezTo>
                    <a:pt x="58" y="0"/>
                    <a:pt x="89" y="20"/>
                    <a:pt x="110" y="29"/>
                  </a:cubicBezTo>
                  <a:cubicBezTo>
                    <a:pt x="133" y="38"/>
                    <a:pt x="172" y="49"/>
                    <a:pt x="172" y="49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29" name="Freeform 351">
              <a:extLst>
                <a:ext uri="{FF2B5EF4-FFF2-40B4-BE49-F238E27FC236}">
                  <a16:creationId xmlns:a16="http://schemas.microsoft.com/office/drawing/2014/main" id="{ED0337EF-2A13-44BC-A502-7EA9898E8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2327"/>
              <a:ext cx="189" cy="182"/>
            </a:xfrm>
            <a:custGeom>
              <a:avLst/>
              <a:gdLst>
                <a:gd name="T0" fmla="*/ 171 w 188"/>
                <a:gd name="T1" fmla="*/ 34 h 181"/>
                <a:gd name="T2" fmla="*/ 181 w 188"/>
                <a:gd name="T3" fmla="*/ 61 h 181"/>
                <a:gd name="T4" fmla="*/ 102 w 188"/>
                <a:gd name="T5" fmla="*/ 134 h 181"/>
                <a:gd name="T6" fmla="*/ 20 w 188"/>
                <a:gd name="T7" fmla="*/ 71 h 181"/>
                <a:gd name="T8" fmla="*/ 68 w 188"/>
                <a:gd name="T9" fmla="*/ 13 h 181"/>
                <a:gd name="T10" fmla="*/ 171 w 188"/>
                <a:gd name="T11" fmla="*/ 34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181">
                  <a:moveTo>
                    <a:pt x="168" y="34"/>
                  </a:moveTo>
                  <a:cubicBezTo>
                    <a:pt x="168" y="34"/>
                    <a:pt x="188" y="37"/>
                    <a:pt x="178" y="61"/>
                  </a:cubicBezTo>
                  <a:cubicBezTo>
                    <a:pt x="167" y="85"/>
                    <a:pt x="146" y="181"/>
                    <a:pt x="99" y="131"/>
                  </a:cubicBezTo>
                  <a:cubicBezTo>
                    <a:pt x="51" y="80"/>
                    <a:pt x="0" y="117"/>
                    <a:pt x="20" y="71"/>
                  </a:cubicBezTo>
                  <a:cubicBezTo>
                    <a:pt x="40" y="24"/>
                    <a:pt x="33" y="0"/>
                    <a:pt x="68" y="13"/>
                  </a:cubicBezTo>
                  <a:cubicBezTo>
                    <a:pt x="103" y="25"/>
                    <a:pt x="132" y="30"/>
                    <a:pt x="168" y="34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30" name="Freeform 352">
              <a:extLst>
                <a:ext uri="{FF2B5EF4-FFF2-40B4-BE49-F238E27FC236}">
                  <a16:creationId xmlns:a16="http://schemas.microsoft.com/office/drawing/2014/main" id="{60E083C4-E28A-4FA5-BD95-057F97138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422"/>
              <a:ext cx="174" cy="209"/>
            </a:xfrm>
            <a:custGeom>
              <a:avLst/>
              <a:gdLst>
                <a:gd name="T0" fmla="*/ 154 w 172"/>
                <a:gd name="T1" fmla="*/ 60 h 208"/>
                <a:gd name="T2" fmla="*/ 167 w 172"/>
                <a:gd name="T3" fmla="*/ 94 h 208"/>
                <a:gd name="T4" fmla="*/ 108 w 172"/>
                <a:gd name="T5" fmla="*/ 150 h 208"/>
                <a:gd name="T6" fmla="*/ 38 w 172"/>
                <a:gd name="T7" fmla="*/ 125 h 208"/>
                <a:gd name="T8" fmla="*/ 33 w 172"/>
                <a:gd name="T9" fmla="*/ 39 h 208"/>
                <a:gd name="T10" fmla="*/ 81 w 172"/>
                <a:gd name="T11" fmla="*/ 31 h 208"/>
                <a:gd name="T12" fmla="*/ 154 w 172"/>
                <a:gd name="T13" fmla="*/ 60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208">
                  <a:moveTo>
                    <a:pt x="148" y="60"/>
                  </a:moveTo>
                  <a:cubicBezTo>
                    <a:pt x="148" y="60"/>
                    <a:pt x="172" y="62"/>
                    <a:pt x="161" y="94"/>
                  </a:cubicBezTo>
                  <a:cubicBezTo>
                    <a:pt x="149" y="125"/>
                    <a:pt x="123" y="208"/>
                    <a:pt x="105" y="147"/>
                  </a:cubicBezTo>
                  <a:cubicBezTo>
                    <a:pt x="97" y="122"/>
                    <a:pt x="76" y="128"/>
                    <a:pt x="38" y="122"/>
                  </a:cubicBezTo>
                  <a:cubicBezTo>
                    <a:pt x="0" y="117"/>
                    <a:pt x="7" y="77"/>
                    <a:pt x="33" y="39"/>
                  </a:cubicBezTo>
                  <a:cubicBezTo>
                    <a:pt x="60" y="0"/>
                    <a:pt x="53" y="18"/>
                    <a:pt x="78" y="31"/>
                  </a:cubicBezTo>
                  <a:cubicBezTo>
                    <a:pt x="103" y="44"/>
                    <a:pt x="133" y="61"/>
                    <a:pt x="148" y="60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31" name="Freeform 353">
              <a:extLst>
                <a:ext uri="{FF2B5EF4-FFF2-40B4-BE49-F238E27FC236}">
                  <a16:creationId xmlns:a16="http://schemas.microsoft.com/office/drawing/2014/main" id="{7C35724B-C106-4E5E-90D1-AB2CFED09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525"/>
              <a:ext cx="199" cy="180"/>
            </a:xfrm>
            <a:custGeom>
              <a:avLst/>
              <a:gdLst>
                <a:gd name="T0" fmla="*/ 182 w 198"/>
                <a:gd name="T1" fmla="*/ 77 h 179"/>
                <a:gd name="T2" fmla="*/ 192 w 198"/>
                <a:gd name="T3" fmla="*/ 100 h 179"/>
                <a:gd name="T4" fmla="*/ 120 w 198"/>
                <a:gd name="T5" fmla="*/ 160 h 179"/>
                <a:gd name="T6" fmla="*/ 30 w 198"/>
                <a:gd name="T7" fmla="*/ 80 h 179"/>
                <a:gd name="T8" fmla="*/ 94 w 198"/>
                <a:gd name="T9" fmla="*/ 30 h 179"/>
                <a:gd name="T10" fmla="*/ 182 w 198"/>
                <a:gd name="T11" fmla="*/ 77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8" h="179">
                  <a:moveTo>
                    <a:pt x="179" y="77"/>
                  </a:moveTo>
                  <a:cubicBezTo>
                    <a:pt x="179" y="77"/>
                    <a:pt x="198" y="77"/>
                    <a:pt x="189" y="97"/>
                  </a:cubicBezTo>
                  <a:cubicBezTo>
                    <a:pt x="181" y="117"/>
                    <a:pt x="180" y="179"/>
                    <a:pt x="117" y="157"/>
                  </a:cubicBezTo>
                  <a:cubicBezTo>
                    <a:pt x="54" y="135"/>
                    <a:pt x="0" y="121"/>
                    <a:pt x="30" y="80"/>
                  </a:cubicBezTo>
                  <a:cubicBezTo>
                    <a:pt x="61" y="39"/>
                    <a:pt x="76" y="0"/>
                    <a:pt x="94" y="30"/>
                  </a:cubicBezTo>
                  <a:cubicBezTo>
                    <a:pt x="112" y="59"/>
                    <a:pt x="160" y="76"/>
                    <a:pt x="179" y="77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32" name="Freeform 354">
              <a:extLst>
                <a:ext uri="{FF2B5EF4-FFF2-40B4-BE49-F238E27FC236}">
                  <a16:creationId xmlns:a16="http://schemas.microsoft.com/office/drawing/2014/main" id="{F526E1D4-29F8-466E-9504-53219D7F7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2643"/>
              <a:ext cx="176" cy="158"/>
            </a:xfrm>
            <a:custGeom>
              <a:avLst/>
              <a:gdLst>
                <a:gd name="T0" fmla="*/ 162 w 174"/>
                <a:gd name="T1" fmla="*/ 64 h 157"/>
                <a:gd name="T2" fmla="*/ 174 w 174"/>
                <a:gd name="T3" fmla="*/ 94 h 157"/>
                <a:gd name="T4" fmla="*/ 128 w 174"/>
                <a:gd name="T5" fmla="*/ 157 h 157"/>
                <a:gd name="T6" fmla="*/ 17 w 174"/>
                <a:gd name="T7" fmla="*/ 103 h 157"/>
                <a:gd name="T8" fmla="*/ 75 w 174"/>
                <a:gd name="T9" fmla="*/ 22 h 157"/>
                <a:gd name="T10" fmla="*/ 162 w 174"/>
                <a:gd name="T11" fmla="*/ 64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157">
                  <a:moveTo>
                    <a:pt x="156" y="64"/>
                  </a:moveTo>
                  <a:cubicBezTo>
                    <a:pt x="166" y="64"/>
                    <a:pt x="174" y="70"/>
                    <a:pt x="168" y="91"/>
                  </a:cubicBezTo>
                  <a:cubicBezTo>
                    <a:pt x="163" y="112"/>
                    <a:pt x="170" y="157"/>
                    <a:pt x="125" y="154"/>
                  </a:cubicBezTo>
                  <a:cubicBezTo>
                    <a:pt x="79" y="150"/>
                    <a:pt x="0" y="149"/>
                    <a:pt x="17" y="100"/>
                  </a:cubicBezTo>
                  <a:cubicBezTo>
                    <a:pt x="34" y="52"/>
                    <a:pt x="47" y="0"/>
                    <a:pt x="72" y="22"/>
                  </a:cubicBezTo>
                  <a:cubicBezTo>
                    <a:pt x="97" y="44"/>
                    <a:pt x="133" y="65"/>
                    <a:pt x="156" y="64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33" name="Freeform 355">
              <a:extLst>
                <a:ext uri="{FF2B5EF4-FFF2-40B4-BE49-F238E27FC236}">
                  <a16:creationId xmlns:a16="http://schemas.microsoft.com/office/drawing/2014/main" id="{0E9402F6-32F0-4340-B7DE-DE38EF835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792"/>
              <a:ext cx="150" cy="149"/>
            </a:xfrm>
            <a:custGeom>
              <a:avLst/>
              <a:gdLst>
                <a:gd name="T0" fmla="*/ 141 w 149"/>
                <a:gd name="T1" fmla="*/ 24 h 148"/>
                <a:gd name="T2" fmla="*/ 145 w 149"/>
                <a:gd name="T3" fmla="*/ 94 h 148"/>
                <a:gd name="T4" fmla="*/ 102 w 149"/>
                <a:gd name="T5" fmla="*/ 136 h 148"/>
                <a:gd name="T6" fmla="*/ 7 w 149"/>
                <a:gd name="T7" fmla="*/ 101 h 148"/>
                <a:gd name="T8" fmla="*/ 37 w 149"/>
                <a:gd name="T9" fmla="*/ 22 h 148"/>
                <a:gd name="T10" fmla="*/ 141 w 149"/>
                <a:gd name="T11" fmla="*/ 2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148">
                  <a:moveTo>
                    <a:pt x="138" y="24"/>
                  </a:moveTo>
                  <a:cubicBezTo>
                    <a:pt x="149" y="28"/>
                    <a:pt x="147" y="71"/>
                    <a:pt x="142" y="91"/>
                  </a:cubicBezTo>
                  <a:cubicBezTo>
                    <a:pt x="136" y="111"/>
                    <a:pt x="142" y="148"/>
                    <a:pt x="99" y="133"/>
                  </a:cubicBezTo>
                  <a:cubicBezTo>
                    <a:pt x="56" y="118"/>
                    <a:pt x="1" y="133"/>
                    <a:pt x="7" y="98"/>
                  </a:cubicBezTo>
                  <a:cubicBezTo>
                    <a:pt x="12" y="63"/>
                    <a:pt x="0" y="0"/>
                    <a:pt x="37" y="22"/>
                  </a:cubicBezTo>
                  <a:cubicBezTo>
                    <a:pt x="74" y="44"/>
                    <a:pt x="106" y="12"/>
                    <a:pt x="138" y="24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34" name="Freeform 356">
              <a:extLst>
                <a:ext uri="{FF2B5EF4-FFF2-40B4-BE49-F238E27FC236}">
                  <a16:creationId xmlns:a16="http://schemas.microsoft.com/office/drawing/2014/main" id="{BF8ECB9D-EF7B-4C16-B966-7C82FE756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" y="2933"/>
              <a:ext cx="145" cy="144"/>
            </a:xfrm>
            <a:custGeom>
              <a:avLst/>
              <a:gdLst>
                <a:gd name="T0" fmla="*/ 137 w 144"/>
                <a:gd name="T1" fmla="*/ 16 h 143"/>
                <a:gd name="T2" fmla="*/ 136 w 144"/>
                <a:gd name="T3" fmla="*/ 86 h 143"/>
                <a:gd name="T4" fmla="*/ 113 w 144"/>
                <a:gd name="T5" fmla="*/ 145 h 143"/>
                <a:gd name="T6" fmla="*/ 41 w 144"/>
                <a:gd name="T7" fmla="*/ 137 h 143"/>
                <a:gd name="T8" fmla="*/ 11 w 144"/>
                <a:gd name="T9" fmla="*/ 89 h 143"/>
                <a:gd name="T10" fmla="*/ 40 w 144"/>
                <a:gd name="T11" fmla="*/ 6 h 143"/>
                <a:gd name="T12" fmla="*/ 137 w 144"/>
                <a:gd name="T13" fmla="*/ 16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143">
                  <a:moveTo>
                    <a:pt x="134" y="16"/>
                  </a:moveTo>
                  <a:cubicBezTo>
                    <a:pt x="144" y="24"/>
                    <a:pt x="125" y="66"/>
                    <a:pt x="133" y="83"/>
                  </a:cubicBezTo>
                  <a:cubicBezTo>
                    <a:pt x="140" y="100"/>
                    <a:pt x="141" y="141"/>
                    <a:pt x="110" y="142"/>
                  </a:cubicBezTo>
                  <a:cubicBezTo>
                    <a:pt x="79" y="143"/>
                    <a:pt x="59" y="132"/>
                    <a:pt x="41" y="134"/>
                  </a:cubicBezTo>
                  <a:cubicBezTo>
                    <a:pt x="24" y="136"/>
                    <a:pt x="1" y="115"/>
                    <a:pt x="11" y="86"/>
                  </a:cubicBezTo>
                  <a:cubicBezTo>
                    <a:pt x="21" y="56"/>
                    <a:pt x="0" y="1"/>
                    <a:pt x="40" y="6"/>
                  </a:cubicBezTo>
                  <a:cubicBezTo>
                    <a:pt x="80" y="10"/>
                    <a:pt x="114" y="0"/>
                    <a:pt x="134" y="16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35" name="Freeform 357">
              <a:extLst>
                <a:ext uri="{FF2B5EF4-FFF2-40B4-BE49-F238E27FC236}">
                  <a16:creationId xmlns:a16="http://schemas.microsoft.com/office/drawing/2014/main" id="{A62309C9-C3B9-411C-AD8C-6A173D4A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3080"/>
              <a:ext cx="192" cy="212"/>
            </a:xfrm>
            <a:custGeom>
              <a:avLst/>
              <a:gdLst>
                <a:gd name="T0" fmla="*/ 133 w 191"/>
                <a:gd name="T1" fmla="*/ 12 h 211"/>
                <a:gd name="T2" fmla="*/ 156 w 191"/>
                <a:gd name="T3" fmla="*/ 67 h 211"/>
                <a:gd name="T4" fmla="*/ 151 w 191"/>
                <a:gd name="T5" fmla="*/ 127 h 211"/>
                <a:gd name="T6" fmla="*/ 64 w 191"/>
                <a:gd name="T7" fmla="*/ 158 h 211"/>
                <a:gd name="T8" fmla="*/ 48 w 191"/>
                <a:gd name="T9" fmla="*/ 38 h 211"/>
                <a:gd name="T10" fmla="*/ 133 w 191"/>
                <a:gd name="T11" fmla="*/ 12 h 2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11">
                  <a:moveTo>
                    <a:pt x="130" y="12"/>
                  </a:moveTo>
                  <a:cubicBezTo>
                    <a:pt x="143" y="17"/>
                    <a:pt x="146" y="56"/>
                    <a:pt x="153" y="67"/>
                  </a:cubicBezTo>
                  <a:cubicBezTo>
                    <a:pt x="161" y="78"/>
                    <a:pt x="191" y="104"/>
                    <a:pt x="148" y="124"/>
                  </a:cubicBezTo>
                  <a:cubicBezTo>
                    <a:pt x="104" y="144"/>
                    <a:pt x="80" y="211"/>
                    <a:pt x="64" y="155"/>
                  </a:cubicBezTo>
                  <a:cubicBezTo>
                    <a:pt x="48" y="98"/>
                    <a:pt x="0" y="43"/>
                    <a:pt x="48" y="38"/>
                  </a:cubicBezTo>
                  <a:cubicBezTo>
                    <a:pt x="95" y="34"/>
                    <a:pt x="102" y="0"/>
                    <a:pt x="130" y="12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36" name="Freeform 358">
              <a:extLst>
                <a:ext uri="{FF2B5EF4-FFF2-40B4-BE49-F238E27FC236}">
                  <a16:creationId xmlns:a16="http://schemas.microsoft.com/office/drawing/2014/main" id="{6E629038-211A-45AD-8E77-224B52E23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3218"/>
              <a:ext cx="211" cy="205"/>
            </a:xfrm>
            <a:custGeom>
              <a:avLst/>
              <a:gdLst>
                <a:gd name="T0" fmla="*/ 153 w 209"/>
                <a:gd name="T1" fmla="*/ 11 h 204"/>
                <a:gd name="T2" fmla="*/ 182 w 209"/>
                <a:gd name="T3" fmla="*/ 49 h 204"/>
                <a:gd name="T4" fmla="*/ 176 w 209"/>
                <a:gd name="T5" fmla="*/ 135 h 204"/>
                <a:gd name="T6" fmla="*/ 85 w 209"/>
                <a:gd name="T7" fmla="*/ 155 h 204"/>
                <a:gd name="T8" fmla="*/ 51 w 209"/>
                <a:gd name="T9" fmla="*/ 63 h 204"/>
                <a:gd name="T10" fmla="*/ 153 w 209"/>
                <a:gd name="T11" fmla="*/ 11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204">
                  <a:moveTo>
                    <a:pt x="150" y="11"/>
                  </a:moveTo>
                  <a:cubicBezTo>
                    <a:pt x="161" y="0"/>
                    <a:pt x="164" y="27"/>
                    <a:pt x="176" y="49"/>
                  </a:cubicBezTo>
                  <a:cubicBezTo>
                    <a:pt x="188" y="72"/>
                    <a:pt x="209" y="100"/>
                    <a:pt x="170" y="132"/>
                  </a:cubicBezTo>
                  <a:cubicBezTo>
                    <a:pt x="131" y="165"/>
                    <a:pt x="114" y="204"/>
                    <a:pt x="82" y="152"/>
                  </a:cubicBezTo>
                  <a:cubicBezTo>
                    <a:pt x="50" y="101"/>
                    <a:pt x="0" y="67"/>
                    <a:pt x="51" y="63"/>
                  </a:cubicBezTo>
                  <a:cubicBezTo>
                    <a:pt x="103" y="59"/>
                    <a:pt x="128" y="37"/>
                    <a:pt x="150" y="11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37" name="Freeform 359">
              <a:extLst>
                <a:ext uri="{FF2B5EF4-FFF2-40B4-BE49-F238E27FC236}">
                  <a16:creationId xmlns:a16="http://schemas.microsoft.com/office/drawing/2014/main" id="{779C2F78-A6FD-4FF8-A65A-3D331BE41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3344"/>
              <a:ext cx="172" cy="200"/>
            </a:xfrm>
            <a:custGeom>
              <a:avLst/>
              <a:gdLst>
                <a:gd name="T0" fmla="*/ 112 w 171"/>
                <a:gd name="T1" fmla="*/ 1 h 198"/>
                <a:gd name="T2" fmla="*/ 156 w 171"/>
                <a:gd name="T3" fmla="*/ 61 h 198"/>
                <a:gd name="T4" fmla="*/ 142 w 171"/>
                <a:gd name="T5" fmla="*/ 124 h 198"/>
                <a:gd name="T6" fmla="*/ 59 w 171"/>
                <a:gd name="T7" fmla="*/ 147 h 198"/>
                <a:gd name="T8" fmla="*/ 40 w 171"/>
                <a:gd name="T9" fmla="*/ 63 h 198"/>
                <a:gd name="T10" fmla="*/ 92 w 171"/>
                <a:gd name="T11" fmla="*/ 31 h 198"/>
                <a:gd name="T12" fmla="*/ 112 w 171"/>
                <a:gd name="T13" fmla="*/ 1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198">
                  <a:moveTo>
                    <a:pt x="109" y="1"/>
                  </a:moveTo>
                  <a:cubicBezTo>
                    <a:pt x="124" y="2"/>
                    <a:pt x="142" y="39"/>
                    <a:pt x="153" y="58"/>
                  </a:cubicBezTo>
                  <a:cubicBezTo>
                    <a:pt x="165" y="77"/>
                    <a:pt x="171" y="87"/>
                    <a:pt x="139" y="121"/>
                  </a:cubicBezTo>
                  <a:cubicBezTo>
                    <a:pt x="107" y="155"/>
                    <a:pt x="90" y="198"/>
                    <a:pt x="59" y="144"/>
                  </a:cubicBezTo>
                  <a:cubicBezTo>
                    <a:pt x="28" y="90"/>
                    <a:pt x="0" y="93"/>
                    <a:pt x="40" y="60"/>
                  </a:cubicBezTo>
                  <a:cubicBezTo>
                    <a:pt x="80" y="27"/>
                    <a:pt x="72" y="54"/>
                    <a:pt x="89" y="31"/>
                  </a:cubicBezTo>
                  <a:cubicBezTo>
                    <a:pt x="107" y="7"/>
                    <a:pt x="96" y="0"/>
                    <a:pt x="109" y="1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38" name="Freeform 360">
              <a:extLst>
                <a:ext uri="{FF2B5EF4-FFF2-40B4-BE49-F238E27FC236}">
                  <a16:creationId xmlns:a16="http://schemas.microsoft.com/office/drawing/2014/main" id="{0FE772A7-1A87-4DA2-BE95-E4330EC0C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911"/>
              <a:ext cx="45" cy="49"/>
            </a:xfrm>
            <a:custGeom>
              <a:avLst/>
              <a:gdLst>
                <a:gd name="T0" fmla="*/ 26 w 44"/>
                <a:gd name="T1" fmla="*/ 7 h 49"/>
                <a:gd name="T2" fmla="*/ 47 w 44"/>
                <a:gd name="T3" fmla="*/ 31 h 49"/>
                <a:gd name="T4" fmla="*/ 19 w 44"/>
                <a:gd name="T5" fmla="*/ 46 h 49"/>
                <a:gd name="T6" fmla="*/ 1 w 44"/>
                <a:gd name="T7" fmla="*/ 42 h 49"/>
                <a:gd name="T8" fmla="*/ 1 w 44"/>
                <a:gd name="T9" fmla="*/ 23 h 49"/>
                <a:gd name="T10" fmla="*/ 27 w 44"/>
                <a:gd name="T11" fmla="*/ 9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9">
                  <a:moveTo>
                    <a:pt x="23" y="7"/>
                  </a:moveTo>
                  <a:cubicBezTo>
                    <a:pt x="29" y="21"/>
                    <a:pt x="44" y="13"/>
                    <a:pt x="44" y="31"/>
                  </a:cubicBezTo>
                  <a:cubicBezTo>
                    <a:pt x="44" y="49"/>
                    <a:pt x="33" y="47"/>
                    <a:pt x="19" y="46"/>
                  </a:cubicBezTo>
                  <a:cubicBezTo>
                    <a:pt x="12" y="45"/>
                    <a:pt x="5" y="48"/>
                    <a:pt x="1" y="42"/>
                  </a:cubicBezTo>
                  <a:cubicBezTo>
                    <a:pt x="0" y="38"/>
                    <a:pt x="1" y="26"/>
                    <a:pt x="1" y="23"/>
                  </a:cubicBezTo>
                  <a:cubicBezTo>
                    <a:pt x="3" y="14"/>
                    <a:pt x="16" y="0"/>
                    <a:pt x="24" y="9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39" name="Freeform 361">
              <a:extLst>
                <a:ext uri="{FF2B5EF4-FFF2-40B4-BE49-F238E27FC236}">
                  <a16:creationId xmlns:a16="http://schemas.microsoft.com/office/drawing/2014/main" id="{49D9009A-E32C-4EC9-A4C7-EF1C20FB6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1000"/>
              <a:ext cx="53" cy="37"/>
            </a:xfrm>
            <a:custGeom>
              <a:avLst/>
              <a:gdLst>
                <a:gd name="T0" fmla="*/ 54 w 52"/>
                <a:gd name="T1" fmla="*/ 5 h 37"/>
                <a:gd name="T2" fmla="*/ 52 w 52"/>
                <a:gd name="T3" fmla="*/ 30 h 37"/>
                <a:gd name="T4" fmla="*/ 42 w 52"/>
                <a:gd name="T5" fmla="*/ 29 h 37"/>
                <a:gd name="T6" fmla="*/ 20 w 52"/>
                <a:gd name="T7" fmla="*/ 24 h 37"/>
                <a:gd name="T8" fmla="*/ 4 w 52"/>
                <a:gd name="T9" fmla="*/ 35 h 37"/>
                <a:gd name="T10" fmla="*/ 20 w 52"/>
                <a:gd name="T11" fmla="*/ 2 h 37"/>
                <a:gd name="T12" fmla="*/ 39 w 52"/>
                <a:gd name="T13" fmla="*/ 7 h 37"/>
                <a:gd name="T14" fmla="*/ 52 w 52"/>
                <a:gd name="T15" fmla="*/ 8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7">
                  <a:moveTo>
                    <a:pt x="51" y="5"/>
                  </a:moveTo>
                  <a:cubicBezTo>
                    <a:pt x="51" y="12"/>
                    <a:pt x="52" y="24"/>
                    <a:pt x="49" y="30"/>
                  </a:cubicBezTo>
                  <a:cubicBezTo>
                    <a:pt x="45" y="37"/>
                    <a:pt x="44" y="33"/>
                    <a:pt x="39" y="29"/>
                  </a:cubicBezTo>
                  <a:cubicBezTo>
                    <a:pt x="33" y="24"/>
                    <a:pt x="28" y="21"/>
                    <a:pt x="20" y="24"/>
                  </a:cubicBezTo>
                  <a:cubicBezTo>
                    <a:pt x="14" y="26"/>
                    <a:pt x="9" y="33"/>
                    <a:pt x="4" y="35"/>
                  </a:cubicBezTo>
                  <a:cubicBezTo>
                    <a:pt x="0" y="27"/>
                    <a:pt x="13" y="2"/>
                    <a:pt x="20" y="2"/>
                  </a:cubicBezTo>
                  <a:cubicBezTo>
                    <a:pt x="26" y="3"/>
                    <a:pt x="30" y="7"/>
                    <a:pt x="36" y="7"/>
                  </a:cubicBezTo>
                  <a:cubicBezTo>
                    <a:pt x="41" y="7"/>
                    <a:pt x="50" y="0"/>
                    <a:pt x="49" y="8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40" name="Freeform 362">
              <a:extLst>
                <a:ext uri="{FF2B5EF4-FFF2-40B4-BE49-F238E27FC236}">
                  <a16:creationId xmlns:a16="http://schemas.microsoft.com/office/drawing/2014/main" id="{979DDE63-2641-4BB7-9AC8-8A2635BE1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087"/>
              <a:ext cx="58" cy="52"/>
            </a:xfrm>
            <a:custGeom>
              <a:avLst/>
              <a:gdLst>
                <a:gd name="T0" fmla="*/ 54 w 58"/>
                <a:gd name="T1" fmla="*/ 6 h 52"/>
                <a:gd name="T2" fmla="*/ 54 w 58"/>
                <a:gd name="T3" fmla="*/ 36 h 52"/>
                <a:gd name="T4" fmla="*/ 43 w 58"/>
                <a:gd name="T5" fmla="*/ 44 h 52"/>
                <a:gd name="T6" fmla="*/ 19 w 58"/>
                <a:gd name="T7" fmla="*/ 39 h 52"/>
                <a:gd name="T8" fmla="*/ 0 w 58"/>
                <a:gd name="T9" fmla="*/ 40 h 52"/>
                <a:gd name="T10" fmla="*/ 10 w 58"/>
                <a:gd name="T11" fmla="*/ 9 h 52"/>
                <a:gd name="T12" fmla="*/ 26 w 58"/>
                <a:gd name="T13" fmla="*/ 2 h 52"/>
                <a:gd name="T14" fmla="*/ 41 w 58"/>
                <a:gd name="T15" fmla="*/ 6 h 52"/>
                <a:gd name="T16" fmla="*/ 54 w 58"/>
                <a:gd name="T17" fmla="*/ 6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52">
                  <a:moveTo>
                    <a:pt x="54" y="6"/>
                  </a:moveTo>
                  <a:cubicBezTo>
                    <a:pt x="58" y="14"/>
                    <a:pt x="55" y="28"/>
                    <a:pt x="54" y="36"/>
                  </a:cubicBezTo>
                  <a:cubicBezTo>
                    <a:pt x="52" y="45"/>
                    <a:pt x="50" y="48"/>
                    <a:pt x="43" y="44"/>
                  </a:cubicBezTo>
                  <a:cubicBezTo>
                    <a:pt x="34" y="39"/>
                    <a:pt x="29" y="34"/>
                    <a:pt x="19" y="39"/>
                  </a:cubicBezTo>
                  <a:cubicBezTo>
                    <a:pt x="13" y="42"/>
                    <a:pt x="2" y="52"/>
                    <a:pt x="0" y="40"/>
                  </a:cubicBezTo>
                  <a:cubicBezTo>
                    <a:pt x="0" y="32"/>
                    <a:pt x="7" y="16"/>
                    <a:pt x="10" y="9"/>
                  </a:cubicBezTo>
                  <a:cubicBezTo>
                    <a:pt x="14" y="2"/>
                    <a:pt x="18" y="0"/>
                    <a:pt x="26" y="2"/>
                  </a:cubicBezTo>
                  <a:cubicBezTo>
                    <a:pt x="32" y="4"/>
                    <a:pt x="35" y="6"/>
                    <a:pt x="41" y="6"/>
                  </a:cubicBezTo>
                  <a:cubicBezTo>
                    <a:pt x="45" y="5"/>
                    <a:pt x="52" y="3"/>
                    <a:pt x="54" y="6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41" name="Freeform 363">
              <a:extLst>
                <a:ext uri="{FF2B5EF4-FFF2-40B4-BE49-F238E27FC236}">
                  <a16:creationId xmlns:a16="http://schemas.microsoft.com/office/drawing/2014/main" id="{B708BE61-E972-4313-AA5E-559E19148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177"/>
              <a:ext cx="60" cy="46"/>
            </a:xfrm>
            <a:custGeom>
              <a:avLst/>
              <a:gdLst>
                <a:gd name="T0" fmla="*/ 57 w 59"/>
                <a:gd name="T1" fmla="*/ 3 h 45"/>
                <a:gd name="T2" fmla="*/ 56 w 59"/>
                <a:gd name="T3" fmla="*/ 27 h 45"/>
                <a:gd name="T4" fmla="*/ 48 w 59"/>
                <a:gd name="T5" fmla="*/ 27 h 45"/>
                <a:gd name="T6" fmla="*/ 40 w 59"/>
                <a:gd name="T7" fmla="*/ 39 h 45"/>
                <a:gd name="T8" fmla="*/ 20 w 59"/>
                <a:gd name="T9" fmla="*/ 35 h 45"/>
                <a:gd name="T10" fmla="*/ 0 w 59"/>
                <a:gd name="T11" fmla="*/ 42 h 45"/>
                <a:gd name="T12" fmla="*/ 9 w 59"/>
                <a:gd name="T13" fmla="*/ 15 h 45"/>
                <a:gd name="T14" fmla="*/ 26 w 59"/>
                <a:gd name="T15" fmla="*/ 11 h 45"/>
                <a:gd name="T16" fmla="*/ 56 w 59"/>
                <a:gd name="T17" fmla="*/ 4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5">
                  <a:moveTo>
                    <a:pt x="54" y="3"/>
                  </a:moveTo>
                  <a:cubicBezTo>
                    <a:pt x="54" y="9"/>
                    <a:pt x="59" y="20"/>
                    <a:pt x="53" y="24"/>
                  </a:cubicBezTo>
                  <a:cubicBezTo>
                    <a:pt x="51" y="26"/>
                    <a:pt x="48" y="23"/>
                    <a:pt x="45" y="24"/>
                  </a:cubicBezTo>
                  <a:cubicBezTo>
                    <a:pt x="40" y="26"/>
                    <a:pt x="40" y="33"/>
                    <a:pt x="37" y="36"/>
                  </a:cubicBezTo>
                  <a:cubicBezTo>
                    <a:pt x="28" y="45"/>
                    <a:pt x="28" y="35"/>
                    <a:pt x="20" y="32"/>
                  </a:cubicBezTo>
                  <a:cubicBezTo>
                    <a:pt x="12" y="29"/>
                    <a:pt x="8" y="38"/>
                    <a:pt x="0" y="39"/>
                  </a:cubicBezTo>
                  <a:cubicBezTo>
                    <a:pt x="0" y="33"/>
                    <a:pt x="4" y="19"/>
                    <a:pt x="9" y="15"/>
                  </a:cubicBezTo>
                  <a:cubicBezTo>
                    <a:pt x="13" y="11"/>
                    <a:pt x="20" y="12"/>
                    <a:pt x="26" y="11"/>
                  </a:cubicBezTo>
                  <a:cubicBezTo>
                    <a:pt x="32" y="9"/>
                    <a:pt x="49" y="0"/>
                    <a:pt x="53" y="4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42" name="Freeform 364">
              <a:extLst>
                <a:ext uri="{FF2B5EF4-FFF2-40B4-BE49-F238E27FC236}">
                  <a16:creationId xmlns:a16="http://schemas.microsoft.com/office/drawing/2014/main" id="{76FC1D80-9EF3-4381-BF5D-CB1E389F2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245"/>
              <a:ext cx="68" cy="64"/>
            </a:xfrm>
            <a:custGeom>
              <a:avLst/>
              <a:gdLst>
                <a:gd name="T0" fmla="*/ 69 w 67"/>
                <a:gd name="T1" fmla="*/ 7 h 64"/>
                <a:gd name="T2" fmla="*/ 68 w 67"/>
                <a:gd name="T3" fmla="*/ 38 h 64"/>
                <a:gd name="T4" fmla="*/ 49 w 67"/>
                <a:gd name="T5" fmla="*/ 45 h 64"/>
                <a:gd name="T6" fmla="*/ 19 w 67"/>
                <a:gd name="T7" fmla="*/ 64 h 64"/>
                <a:gd name="T8" fmla="*/ 6 w 67"/>
                <a:gd name="T9" fmla="*/ 45 h 64"/>
                <a:gd name="T10" fmla="*/ 9 w 67"/>
                <a:gd name="T11" fmla="*/ 27 h 64"/>
                <a:gd name="T12" fmla="*/ 37 w 67"/>
                <a:gd name="T13" fmla="*/ 21 h 64"/>
                <a:gd name="T14" fmla="*/ 68 w 67"/>
                <a:gd name="T15" fmla="*/ 5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64">
                  <a:moveTo>
                    <a:pt x="66" y="7"/>
                  </a:moveTo>
                  <a:cubicBezTo>
                    <a:pt x="61" y="15"/>
                    <a:pt x="67" y="29"/>
                    <a:pt x="65" y="38"/>
                  </a:cubicBezTo>
                  <a:cubicBezTo>
                    <a:pt x="62" y="52"/>
                    <a:pt x="57" y="41"/>
                    <a:pt x="46" y="45"/>
                  </a:cubicBezTo>
                  <a:cubicBezTo>
                    <a:pt x="36" y="49"/>
                    <a:pt x="30" y="63"/>
                    <a:pt x="19" y="64"/>
                  </a:cubicBezTo>
                  <a:cubicBezTo>
                    <a:pt x="10" y="64"/>
                    <a:pt x="9" y="55"/>
                    <a:pt x="6" y="45"/>
                  </a:cubicBezTo>
                  <a:cubicBezTo>
                    <a:pt x="3" y="37"/>
                    <a:pt x="0" y="31"/>
                    <a:pt x="9" y="27"/>
                  </a:cubicBezTo>
                  <a:cubicBezTo>
                    <a:pt x="15" y="23"/>
                    <a:pt x="26" y="24"/>
                    <a:pt x="34" y="21"/>
                  </a:cubicBezTo>
                  <a:cubicBezTo>
                    <a:pt x="41" y="19"/>
                    <a:pt x="62" y="0"/>
                    <a:pt x="65" y="5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43" name="Freeform 365">
              <a:extLst>
                <a:ext uri="{FF2B5EF4-FFF2-40B4-BE49-F238E27FC236}">
                  <a16:creationId xmlns:a16="http://schemas.microsoft.com/office/drawing/2014/main" id="{1C157393-7EA0-40A2-87DC-A585F29DB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317"/>
              <a:ext cx="64" cy="78"/>
            </a:xfrm>
            <a:custGeom>
              <a:avLst/>
              <a:gdLst>
                <a:gd name="T0" fmla="*/ 47 w 63"/>
                <a:gd name="T1" fmla="*/ 16 h 77"/>
                <a:gd name="T2" fmla="*/ 65 w 63"/>
                <a:gd name="T3" fmla="*/ 46 h 77"/>
                <a:gd name="T4" fmla="*/ 36 w 63"/>
                <a:gd name="T5" fmla="*/ 61 h 77"/>
                <a:gd name="T6" fmla="*/ 23 w 63"/>
                <a:gd name="T7" fmla="*/ 78 h 77"/>
                <a:gd name="T8" fmla="*/ 12 w 63"/>
                <a:gd name="T9" fmla="*/ 63 h 77"/>
                <a:gd name="T10" fmla="*/ 46 w 63"/>
                <a:gd name="T11" fmla="*/ 16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77">
                  <a:moveTo>
                    <a:pt x="44" y="16"/>
                  </a:moveTo>
                  <a:cubicBezTo>
                    <a:pt x="54" y="0"/>
                    <a:pt x="63" y="34"/>
                    <a:pt x="62" y="43"/>
                  </a:cubicBezTo>
                  <a:cubicBezTo>
                    <a:pt x="53" y="49"/>
                    <a:pt x="40" y="49"/>
                    <a:pt x="33" y="58"/>
                  </a:cubicBezTo>
                  <a:cubicBezTo>
                    <a:pt x="30" y="61"/>
                    <a:pt x="27" y="74"/>
                    <a:pt x="23" y="75"/>
                  </a:cubicBezTo>
                  <a:cubicBezTo>
                    <a:pt x="17" y="77"/>
                    <a:pt x="14" y="66"/>
                    <a:pt x="12" y="60"/>
                  </a:cubicBezTo>
                  <a:cubicBezTo>
                    <a:pt x="0" y="30"/>
                    <a:pt x="30" y="33"/>
                    <a:pt x="43" y="16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44" name="Freeform 366">
              <a:extLst>
                <a:ext uri="{FF2B5EF4-FFF2-40B4-BE49-F238E27FC236}">
                  <a16:creationId xmlns:a16="http://schemas.microsoft.com/office/drawing/2014/main" id="{B4DC7F20-8868-4826-B762-B2ADAEFDD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1396"/>
              <a:ext cx="71" cy="79"/>
            </a:xfrm>
            <a:custGeom>
              <a:avLst/>
              <a:gdLst>
                <a:gd name="T0" fmla="*/ 42 w 71"/>
                <a:gd name="T1" fmla="*/ 6 h 79"/>
                <a:gd name="T2" fmla="*/ 56 w 71"/>
                <a:gd name="T3" fmla="*/ 50 h 79"/>
                <a:gd name="T4" fmla="*/ 32 w 71"/>
                <a:gd name="T5" fmla="*/ 52 h 79"/>
                <a:gd name="T6" fmla="*/ 12 w 71"/>
                <a:gd name="T7" fmla="*/ 75 h 79"/>
                <a:gd name="T8" fmla="*/ 1 w 71"/>
                <a:gd name="T9" fmla="*/ 51 h 79"/>
                <a:gd name="T10" fmla="*/ 10 w 71"/>
                <a:gd name="T11" fmla="*/ 27 h 79"/>
                <a:gd name="T12" fmla="*/ 44 w 71"/>
                <a:gd name="T13" fmla="*/ 4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79">
                  <a:moveTo>
                    <a:pt x="42" y="6"/>
                  </a:moveTo>
                  <a:cubicBezTo>
                    <a:pt x="53" y="0"/>
                    <a:pt x="71" y="40"/>
                    <a:pt x="56" y="50"/>
                  </a:cubicBezTo>
                  <a:cubicBezTo>
                    <a:pt x="47" y="56"/>
                    <a:pt x="42" y="49"/>
                    <a:pt x="32" y="52"/>
                  </a:cubicBezTo>
                  <a:cubicBezTo>
                    <a:pt x="20" y="55"/>
                    <a:pt x="21" y="71"/>
                    <a:pt x="12" y="75"/>
                  </a:cubicBezTo>
                  <a:cubicBezTo>
                    <a:pt x="1" y="79"/>
                    <a:pt x="2" y="58"/>
                    <a:pt x="1" y="51"/>
                  </a:cubicBezTo>
                  <a:cubicBezTo>
                    <a:pt x="0" y="40"/>
                    <a:pt x="1" y="35"/>
                    <a:pt x="10" y="27"/>
                  </a:cubicBezTo>
                  <a:cubicBezTo>
                    <a:pt x="19" y="18"/>
                    <a:pt x="32" y="7"/>
                    <a:pt x="44" y="4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45" name="Freeform 367">
              <a:extLst>
                <a:ext uri="{FF2B5EF4-FFF2-40B4-BE49-F238E27FC236}">
                  <a16:creationId xmlns:a16="http://schemas.microsoft.com/office/drawing/2014/main" id="{19C671AE-56EA-490F-A2CC-7059553CF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1480"/>
              <a:ext cx="76" cy="86"/>
            </a:xfrm>
            <a:custGeom>
              <a:avLst/>
              <a:gdLst>
                <a:gd name="T0" fmla="*/ 48 w 75"/>
                <a:gd name="T1" fmla="*/ 7 h 85"/>
                <a:gd name="T2" fmla="*/ 72 w 75"/>
                <a:gd name="T3" fmla="*/ 39 h 85"/>
                <a:gd name="T4" fmla="*/ 48 w 75"/>
                <a:gd name="T5" fmla="*/ 61 h 85"/>
                <a:gd name="T6" fmla="*/ 30 w 75"/>
                <a:gd name="T7" fmla="*/ 82 h 85"/>
                <a:gd name="T8" fmla="*/ 17 w 75"/>
                <a:gd name="T9" fmla="*/ 67 h 85"/>
                <a:gd name="T10" fmla="*/ 6 w 75"/>
                <a:gd name="T11" fmla="*/ 27 h 85"/>
                <a:gd name="T12" fmla="*/ 48 w 75"/>
                <a:gd name="T13" fmla="*/ 8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85">
                  <a:moveTo>
                    <a:pt x="45" y="7"/>
                  </a:moveTo>
                  <a:cubicBezTo>
                    <a:pt x="54" y="0"/>
                    <a:pt x="67" y="31"/>
                    <a:pt x="69" y="39"/>
                  </a:cubicBezTo>
                  <a:cubicBezTo>
                    <a:pt x="75" y="59"/>
                    <a:pt x="56" y="49"/>
                    <a:pt x="45" y="58"/>
                  </a:cubicBezTo>
                  <a:cubicBezTo>
                    <a:pt x="38" y="63"/>
                    <a:pt x="37" y="76"/>
                    <a:pt x="30" y="79"/>
                  </a:cubicBezTo>
                  <a:cubicBezTo>
                    <a:pt x="21" y="85"/>
                    <a:pt x="20" y="70"/>
                    <a:pt x="17" y="64"/>
                  </a:cubicBezTo>
                  <a:cubicBezTo>
                    <a:pt x="9" y="51"/>
                    <a:pt x="0" y="42"/>
                    <a:pt x="6" y="27"/>
                  </a:cubicBezTo>
                  <a:cubicBezTo>
                    <a:pt x="18" y="18"/>
                    <a:pt x="33" y="15"/>
                    <a:pt x="45" y="8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46" name="Freeform 368">
              <a:extLst>
                <a:ext uri="{FF2B5EF4-FFF2-40B4-BE49-F238E27FC236}">
                  <a16:creationId xmlns:a16="http://schemas.microsoft.com/office/drawing/2014/main" id="{78D82C69-7373-4C5D-97F2-64B2BFBA4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578"/>
              <a:ext cx="73" cy="71"/>
            </a:xfrm>
            <a:custGeom>
              <a:avLst/>
              <a:gdLst>
                <a:gd name="T0" fmla="*/ 63 w 72"/>
                <a:gd name="T1" fmla="*/ 0 h 71"/>
                <a:gd name="T2" fmla="*/ 75 w 72"/>
                <a:gd name="T3" fmla="*/ 44 h 71"/>
                <a:gd name="T4" fmla="*/ 26 w 72"/>
                <a:gd name="T5" fmla="*/ 60 h 71"/>
                <a:gd name="T6" fmla="*/ 12 w 72"/>
                <a:gd name="T7" fmla="*/ 65 h 71"/>
                <a:gd name="T8" fmla="*/ 4 w 72"/>
                <a:gd name="T9" fmla="*/ 41 h 71"/>
                <a:gd name="T10" fmla="*/ 61 w 72"/>
                <a:gd name="T11" fmla="*/ 1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71">
                  <a:moveTo>
                    <a:pt x="60" y="0"/>
                  </a:moveTo>
                  <a:cubicBezTo>
                    <a:pt x="61" y="11"/>
                    <a:pt x="72" y="28"/>
                    <a:pt x="72" y="44"/>
                  </a:cubicBezTo>
                  <a:cubicBezTo>
                    <a:pt x="53" y="44"/>
                    <a:pt x="41" y="48"/>
                    <a:pt x="26" y="60"/>
                  </a:cubicBezTo>
                  <a:cubicBezTo>
                    <a:pt x="20" y="65"/>
                    <a:pt x="18" y="71"/>
                    <a:pt x="12" y="65"/>
                  </a:cubicBezTo>
                  <a:cubicBezTo>
                    <a:pt x="7" y="61"/>
                    <a:pt x="5" y="47"/>
                    <a:pt x="4" y="41"/>
                  </a:cubicBezTo>
                  <a:cubicBezTo>
                    <a:pt x="0" y="10"/>
                    <a:pt x="48" y="21"/>
                    <a:pt x="58" y="1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47" name="Freeform 369">
              <a:extLst>
                <a:ext uri="{FF2B5EF4-FFF2-40B4-BE49-F238E27FC236}">
                  <a16:creationId xmlns:a16="http://schemas.microsoft.com/office/drawing/2014/main" id="{3C3CCAC5-032F-4EEC-A7FE-28DCB2B36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670"/>
              <a:ext cx="104" cy="74"/>
            </a:xfrm>
            <a:custGeom>
              <a:avLst/>
              <a:gdLst>
                <a:gd name="T0" fmla="*/ 68 w 104"/>
                <a:gd name="T1" fmla="*/ 0 h 73"/>
                <a:gd name="T2" fmla="*/ 78 w 104"/>
                <a:gd name="T3" fmla="*/ 59 h 73"/>
                <a:gd name="T4" fmla="*/ 44 w 104"/>
                <a:gd name="T5" fmla="*/ 61 h 73"/>
                <a:gd name="T6" fmla="*/ 20 w 104"/>
                <a:gd name="T7" fmla="*/ 71 h 73"/>
                <a:gd name="T8" fmla="*/ 1 w 104"/>
                <a:gd name="T9" fmla="*/ 41 h 73"/>
                <a:gd name="T10" fmla="*/ 24 w 104"/>
                <a:gd name="T11" fmla="*/ 17 h 73"/>
                <a:gd name="T12" fmla="*/ 66 w 104"/>
                <a:gd name="T13" fmla="*/ 1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73">
                  <a:moveTo>
                    <a:pt x="68" y="0"/>
                  </a:moveTo>
                  <a:cubicBezTo>
                    <a:pt x="73" y="11"/>
                    <a:pt x="104" y="52"/>
                    <a:pt x="78" y="56"/>
                  </a:cubicBezTo>
                  <a:cubicBezTo>
                    <a:pt x="66" y="57"/>
                    <a:pt x="55" y="52"/>
                    <a:pt x="44" y="58"/>
                  </a:cubicBezTo>
                  <a:cubicBezTo>
                    <a:pt x="35" y="62"/>
                    <a:pt x="30" y="73"/>
                    <a:pt x="20" y="68"/>
                  </a:cubicBezTo>
                  <a:cubicBezTo>
                    <a:pt x="14" y="65"/>
                    <a:pt x="0" y="45"/>
                    <a:pt x="1" y="38"/>
                  </a:cubicBezTo>
                  <a:cubicBezTo>
                    <a:pt x="1" y="30"/>
                    <a:pt x="18" y="21"/>
                    <a:pt x="24" y="17"/>
                  </a:cubicBezTo>
                  <a:cubicBezTo>
                    <a:pt x="37" y="9"/>
                    <a:pt x="52" y="3"/>
                    <a:pt x="66" y="1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48" name="Freeform 370">
              <a:extLst>
                <a:ext uri="{FF2B5EF4-FFF2-40B4-BE49-F238E27FC236}">
                  <a16:creationId xmlns:a16="http://schemas.microsoft.com/office/drawing/2014/main" id="{A370BB6D-C902-4929-8632-1345FBEC8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780"/>
              <a:ext cx="94" cy="71"/>
            </a:xfrm>
            <a:custGeom>
              <a:avLst/>
              <a:gdLst>
                <a:gd name="T0" fmla="*/ 64 w 94"/>
                <a:gd name="T1" fmla="*/ 6 h 71"/>
                <a:gd name="T2" fmla="*/ 88 w 94"/>
                <a:gd name="T3" fmla="*/ 14 h 71"/>
                <a:gd name="T4" fmla="*/ 91 w 94"/>
                <a:gd name="T5" fmla="*/ 52 h 71"/>
                <a:gd name="T6" fmla="*/ 63 w 94"/>
                <a:gd name="T7" fmla="*/ 63 h 71"/>
                <a:gd name="T8" fmla="*/ 21 w 94"/>
                <a:gd name="T9" fmla="*/ 64 h 71"/>
                <a:gd name="T10" fmla="*/ 2 w 94"/>
                <a:gd name="T11" fmla="*/ 55 h 71"/>
                <a:gd name="T12" fmla="*/ 10 w 94"/>
                <a:gd name="T13" fmla="*/ 23 h 71"/>
                <a:gd name="T14" fmla="*/ 43 w 94"/>
                <a:gd name="T15" fmla="*/ 12 h 71"/>
                <a:gd name="T16" fmla="*/ 64 w 94"/>
                <a:gd name="T17" fmla="*/ 4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71">
                  <a:moveTo>
                    <a:pt x="64" y="6"/>
                  </a:moveTo>
                  <a:cubicBezTo>
                    <a:pt x="75" y="0"/>
                    <a:pt x="84" y="1"/>
                    <a:pt x="88" y="14"/>
                  </a:cubicBezTo>
                  <a:cubicBezTo>
                    <a:pt x="92" y="24"/>
                    <a:pt x="94" y="42"/>
                    <a:pt x="91" y="52"/>
                  </a:cubicBezTo>
                  <a:cubicBezTo>
                    <a:pt x="86" y="66"/>
                    <a:pt x="74" y="68"/>
                    <a:pt x="63" y="63"/>
                  </a:cubicBezTo>
                  <a:cubicBezTo>
                    <a:pt x="48" y="55"/>
                    <a:pt x="36" y="56"/>
                    <a:pt x="21" y="64"/>
                  </a:cubicBezTo>
                  <a:cubicBezTo>
                    <a:pt x="10" y="70"/>
                    <a:pt x="4" y="71"/>
                    <a:pt x="2" y="55"/>
                  </a:cubicBezTo>
                  <a:cubicBezTo>
                    <a:pt x="0" y="44"/>
                    <a:pt x="1" y="29"/>
                    <a:pt x="10" y="23"/>
                  </a:cubicBezTo>
                  <a:cubicBezTo>
                    <a:pt x="19" y="16"/>
                    <a:pt x="33" y="15"/>
                    <a:pt x="43" y="12"/>
                  </a:cubicBezTo>
                  <a:cubicBezTo>
                    <a:pt x="50" y="10"/>
                    <a:pt x="57" y="5"/>
                    <a:pt x="64" y="4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49" name="Freeform 371">
              <a:extLst>
                <a:ext uri="{FF2B5EF4-FFF2-40B4-BE49-F238E27FC236}">
                  <a16:creationId xmlns:a16="http://schemas.microsoft.com/office/drawing/2014/main" id="{DDDF2453-FF7B-409E-B686-6CACBE4E4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897"/>
              <a:ext cx="119" cy="66"/>
            </a:xfrm>
            <a:custGeom>
              <a:avLst/>
              <a:gdLst>
                <a:gd name="T0" fmla="*/ 37 w 118"/>
                <a:gd name="T1" fmla="*/ 7 h 66"/>
                <a:gd name="T2" fmla="*/ 86 w 118"/>
                <a:gd name="T3" fmla="*/ 7 h 66"/>
                <a:gd name="T4" fmla="*/ 115 w 118"/>
                <a:gd name="T5" fmla="*/ 2 h 66"/>
                <a:gd name="T6" fmla="*/ 103 w 118"/>
                <a:gd name="T7" fmla="*/ 51 h 66"/>
                <a:gd name="T8" fmla="*/ 34 w 118"/>
                <a:gd name="T9" fmla="*/ 57 h 66"/>
                <a:gd name="T10" fmla="*/ 8 w 118"/>
                <a:gd name="T11" fmla="*/ 54 h 66"/>
                <a:gd name="T12" fmla="*/ 3 w 118"/>
                <a:gd name="T13" fmla="*/ 19 h 66"/>
                <a:gd name="T14" fmla="*/ 40 w 118"/>
                <a:gd name="T15" fmla="*/ 5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66">
                  <a:moveTo>
                    <a:pt x="37" y="7"/>
                  </a:moveTo>
                  <a:cubicBezTo>
                    <a:pt x="47" y="0"/>
                    <a:pt x="71" y="7"/>
                    <a:pt x="83" y="7"/>
                  </a:cubicBezTo>
                  <a:cubicBezTo>
                    <a:pt x="93" y="7"/>
                    <a:pt x="102" y="2"/>
                    <a:pt x="112" y="2"/>
                  </a:cubicBezTo>
                  <a:cubicBezTo>
                    <a:pt x="114" y="16"/>
                    <a:pt x="118" y="45"/>
                    <a:pt x="100" y="51"/>
                  </a:cubicBezTo>
                  <a:cubicBezTo>
                    <a:pt x="80" y="59"/>
                    <a:pt x="55" y="50"/>
                    <a:pt x="34" y="57"/>
                  </a:cubicBezTo>
                  <a:cubicBezTo>
                    <a:pt x="23" y="60"/>
                    <a:pt x="16" y="66"/>
                    <a:pt x="8" y="54"/>
                  </a:cubicBezTo>
                  <a:cubicBezTo>
                    <a:pt x="2" y="46"/>
                    <a:pt x="0" y="29"/>
                    <a:pt x="3" y="19"/>
                  </a:cubicBezTo>
                  <a:cubicBezTo>
                    <a:pt x="7" y="6"/>
                    <a:pt x="28" y="1"/>
                    <a:pt x="40" y="5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50" name="Freeform 372">
              <a:extLst>
                <a:ext uri="{FF2B5EF4-FFF2-40B4-BE49-F238E27FC236}">
                  <a16:creationId xmlns:a16="http://schemas.microsoft.com/office/drawing/2014/main" id="{F6434F2E-1C8B-4C73-AC16-474166F4B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008"/>
              <a:ext cx="117" cy="84"/>
            </a:xfrm>
            <a:custGeom>
              <a:avLst/>
              <a:gdLst>
                <a:gd name="T0" fmla="*/ 86 w 116"/>
                <a:gd name="T1" fmla="*/ 10 h 83"/>
                <a:gd name="T2" fmla="*/ 113 w 116"/>
                <a:gd name="T3" fmla="*/ 12 h 83"/>
                <a:gd name="T4" fmla="*/ 110 w 116"/>
                <a:gd name="T5" fmla="*/ 69 h 83"/>
                <a:gd name="T6" fmla="*/ 75 w 116"/>
                <a:gd name="T7" fmla="*/ 75 h 83"/>
                <a:gd name="T8" fmla="*/ 31 w 116"/>
                <a:gd name="T9" fmla="*/ 79 h 83"/>
                <a:gd name="T10" fmla="*/ 5 w 116"/>
                <a:gd name="T11" fmla="*/ 74 h 83"/>
                <a:gd name="T12" fmla="*/ 13 w 116"/>
                <a:gd name="T13" fmla="*/ 21 h 83"/>
                <a:gd name="T14" fmla="*/ 69 w 116"/>
                <a:gd name="T15" fmla="*/ 6 h 83"/>
                <a:gd name="T16" fmla="*/ 90 w 116"/>
                <a:gd name="T17" fmla="*/ 11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83">
                  <a:moveTo>
                    <a:pt x="83" y="10"/>
                  </a:moveTo>
                  <a:cubicBezTo>
                    <a:pt x="92" y="12"/>
                    <a:pt x="105" y="3"/>
                    <a:pt x="110" y="12"/>
                  </a:cubicBezTo>
                  <a:cubicBezTo>
                    <a:pt x="116" y="20"/>
                    <a:pt x="111" y="57"/>
                    <a:pt x="107" y="66"/>
                  </a:cubicBezTo>
                  <a:cubicBezTo>
                    <a:pt x="102" y="78"/>
                    <a:pt x="83" y="73"/>
                    <a:pt x="72" y="72"/>
                  </a:cubicBezTo>
                  <a:cubicBezTo>
                    <a:pt x="58" y="71"/>
                    <a:pt x="45" y="72"/>
                    <a:pt x="31" y="76"/>
                  </a:cubicBezTo>
                  <a:cubicBezTo>
                    <a:pt x="21" y="79"/>
                    <a:pt x="10" y="83"/>
                    <a:pt x="5" y="71"/>
                  </a:cubicBezTo>
                  <a:cubicBezTo>
                    <a:pt x="0" y="60"/>
                    <a:pt x="9" y="32"/>
                    <a:pt x="13" y="21"/>
                  </a:cubicBezTo>
                  <a:cubicBezTo>
                    <a:pt x="22" y="0"/>
                    <a:pt x="48" y="3"/>
                    <a:pt x="66" y="6"/>
                  </a:cubicBezTo>
                  <a:cubicBezTo>
                    <a:pt x="74" y="7"/>
                    <a:pt x="80" y="6"/>
                    <a:pt x="87" y="11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51" name="Freeform 373">
              <a:extLst>
                <a:ext uri="{FF2B5EF4-FFF2-40B4-BE49-F238E27FC236}">
                  <a16:creationId xmlns:a16="http://schemas.microsoft.com/office/drawing/2014/main" id="{B3C607E7-C7C4-4EE6-B38E-AF46B36D6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132"/>
              <a:ext cx="125" cy="69"/>
            </a:xfrm>
            <a:custGeom>
              <a:avLst/>
              <a:gdLst>
                <a:gd name="T0" fmla="*/ 96 w 124"/>
                <a:gd name="T1" fmla="*/ 10 h 69"/>
                <a:gd name="T2" fmla="*/ 121 w 124"/>
                <a:gd name="T3" fmla="*/ 10 h 69"/>
                <a:gd name="T4" fmla="*/ 115 w 124"/>
                <a:gd name="T5" fmla="*/ 50 h 69"/>
                <a:gd name="T6" fmla="*/ 76 w 124"/>
                <a:gd name="T7" fmla="*/ 61 h 69"/>
                <a:gd name="T8" fmla="*/ 30 w 124"/>
                <a:gd name="T9" fmla="*/ 65 h 69"/>
                <a:gd name="T10" fmla="*/ 1 w 124"/>
                <a:gd name="T11" fmla="*/ 52 h 69"/>
                <a:gd name="T12" fmla="*/ 6 w 124"/>
                <a:gd name="T13" fmla="*/ 23 h 69"/>
                <a:gd name="T14" fmla="*/ 8 w 124"/>
                <a:gd name="T15" fmla="*/ 8 h 69"/>
                <a:gd name="T16" fmla="*/ 43 w 124"/>
                <a:gd name="T17" fmla="*/ 8 h 69"/>
                <a:gd name="T18" fmla="*/ 82 w 124"/>
                <a:gd name="T19" fmla="*/ 8 h 69"/>
                <a:gd name="T20" fmla="*/ 95 w 124"/>
                <a:gd name="T21" fmla="*/ 10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69">
                  <a:moveTo>
                    <a:pt x="93" y="10"/>
                  </a:moveTo>
                  <a:cubicBezTo>
                    <a:pt x="102" y="11"/>
                    <a:pt x="111" y="1"/>
                    <a:pt x="118" y="10"/>
                  </a:cubicBezTo>
                  <a:cubicBezTo>
                    <a:pt x="124" y="20"/>
                    <a:pt x="116" y="41"/>
                    <a:pt x="112" y="50"/>
                  </a:cubicBezTo>
                  <a:cubicBezTo>
                    <a:pt x="105" y="69"/>
                    <a:pt x="89" y="64"/>
                    <a:pt x="73" y="61"/>
                  </a:cubicBezTo>
                  <a:cubicBezTo>
                    <a:pt x="56" y="59"/>
                    <a:pt x="45" y="63"/>
                    <a:pt x="30" y="65"/>
                  </a:cubicBezTo>
                  <a:cubicBezTo>
                    <a:pt x="17" y="67"/>
                    <a:pt x="0" y="68"/>
                    <a:pt x="1" y="52"/>
                  </a:cubicBezTo>
                  <a:cubicBezTo>
                    <a:pt x="1" y="43"/>
                    <a:pt x="4" y="33"/>
                    <a:pt x="6" y="23"/>
                  </a:cubicBezTo>
                  <a:cubicBezTo>
                    <a:pt x="6" y="18"/>
                    <a:pt x="5" y="13"/>
                    <a:pt x="8" y="8"/>
                  </a:cubicBezTo>
                  <a:cubicBezTo>
                    <a:pt x="16" y="0"/>
                    <a:pt x="33" y="7"/>
                    <a:pt x="43" y="8"/>
                  </a:cubicBezTo>
                  <a:cubicBezTo>
                    <a:pt x="55" y="9"/>
                    <a:pt x="67" y="7"/>
                    <a:pt x="79" y="8"/>
                  </a:cubicBezTo>
                  <a:cubicBezTo>
                    <a:pt x="83" y="8"/>
                    <a:pt x="88" y="9"/>
                    <a:pt x="92" y="10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52" name="Freeform 374">
              <a:extLst>
                <a:ext uri="{FF2B5EF4-FFF2-40B4-BE49-F238E27FC236}">
                  <a16:creationId xmlns:a16="http://schemas.microsoft.com/office/drawing/2014/main" id="{3C531BAC-A8BE-4BCC-B1BD-C10FD1DCF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2246"/>
              <a:ext cx="145" cy="80"/>
            </a:xfrm>
            <a:custGeom>
              <a:avLst/>
              <a:gdLst>
                <a:gd name="T0" fmla="*/ 70 w 144"/>
                <a:gd name="T1" fmla="*/ 5 h 80"/>
                <a:gd name="T2" fmla="*/ 94 w 144"/>
                <a:gd name="T3" fmla="*/ 10 h 80"/>
                <a:gd name="T4" fmla="*/ 116 w 144"/>
                <a:gd name="T5" fmla="*/ 15 h 80"/>
                <a:gd name="T6" fmla="*/ 136 w 144"/>
                <a:gd name="T7" fmla="*/ 29 h 80"/>
                <a:gd name="T8" fmla="*/ 104 w 144"/>
                <a:gd name="T9" fmla="*/ 72 h 80"/>
                <a:gd name="T10" fmla="*/ 52 w 144"/>
                <a:gd name="T11" fmla="*/ 58 h 80"/>
                <a:gd name="T12" fmla="*/ 12 w 144"/>
                <a:gd name="T13" fmla="*/ 58 h 80"/>
                <a:gd name="T14" fmla="*/ 25 w 144"/>
                <a:gd name="T15" fmla="*/ 12 h 80"/>
                <a:gd name="T16" fmla="*/ 48 w 144"/>
                <a:gd name="T17" fmla="*/ 1 h 80"/>
                <a:gd name="T18" fmla="*/ 68 w 144"/>
                <a:gd name="T19" fmla="*/ 3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" h="80">
                  <a:moveTo>
                    <a:pt x="70" y="5"/>
                  </a:moveTo>
                  <a:cubicBezTo>
                    <a:pt x="76" y="2"/>
                    <a:pt x="85" y="8"/>
                    <a:pt x="91" y="10"/>
                  </a:cubicBezTo>
                  <a:cubicBezTo>
                    <a:pt x="98" y="12"/>
                    <a:pt x="106" y="14"/>
                    <a:pt x="113" y="15"/>
                  </a:cubicBezTo>
                  <a:cubicBezTo>
                    <a:pt x="122" y="18"/>
                    <a:pt x="128" y="21"/>
                    <a:pt x="133" y="29"/>
                  </a:cubicBezTo>
                  <a:cubicBezTo>
                    <a:pt x="144" y="48"/>
                    <a:pt x="122" y="80"/>
                    <a:pt x="101" y="72"/>
                  </a:cubicBezTo>
                  <a:cubicBezTo>
                    <a:pt x="84" y="66"/>
                    <a:pt x="70" y="60"/>
                    <a:pt x="52" y="58"/>
                  </a:cubicBezTo>
                  <a:cubicBezTo>
                    <a:pt x="43" y="57"/>
                    <a:pt x="19" y="64"/>
                    <a:pt x="12" y="58"/>
                  </a:cubicBezTo>
                  <a:cubicBezTo>
                    <a:pt x="0" y="47"/>
                    <a:pt x="18" y="20"/>
                    <a:pt x="25" y="12"/>
                  </a:cubicBezTo>
                  <a:cubicBezTo>
                    <a:pt x="31" y="4"/>
                    <a:pt x="37" y="1"/>
                    <a:pt x="48" y="1"/>
                  </a:cubicBezTo>
                  <a:cubicBezTo>
                    <a:pt x="54" y="1"/>
                    <a:pt x="62" y="0"/>
                    <a:pt x="68" y="3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53" name="Freeform 375">
              <a:extLst>
                <a:ext uri="{FF2B5EF4-FFF2-40B4-BE49-F238E27FC236}">
                  <a16:creationId xmlns:a16="http://schemas.microsoft.com/office/drawing/2014/main" id="{318DA114-AD57-49A5-919A-295329D0C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2352"/>
              <a:ext cx="122" cy="103"/>
            </a:xfrm>
            <a:custGeom>
              <a:avLst/>
              <a:gdLst>
                <a:gd name="T0" fmla="*/ 19 w 121"/>
                <a:gd name="T1" fmla="*/ 1 h 102"/>
                <a:gd name="T2" fmla="*/ 34 w 121"/>
                <a:gd name="T3" fmla="*/ 7 h 102"/>
                <a:gd name="T4" fmla="*/ 55 w 121"/>
                <a:gd name="T5" fmla="*/ 12 h 102"/>
                <a:gd name="T6" fmla="*/ 94 w 121"/>
                <a:gd name="T7" fmla="*/ 19 h 102"/>
                <a:gd name="T8" fmla="*/ 121 w 121"/>
                <a:gd name="T9" fmla="*/ 31 h 102"/>
                <a:gd name="T10" fmla="*/ 104 w 121"/>
                <a:gd name="T11" fmla="*/ 76 h 102"/>
                <a:gd name="T12" fmla="*/ 72 w 121"/>
                <a:gd name="T13" fmla="*/ 95 h 102"/>
                <a:gd name="T14" fmla="*/ 30 w 121"/>
                <a:gd name="T15" fmla="*/ 62 h 102"/>
                <a:gd name="T16" fmla="*/ 2 w 121"/>
                <a:gd name="T17" fmla="*/ 40 h 102"/>
                <a:gd name="T18" fmla="*/ 7 w 121"/>
                <a:gd name="T19" fmla="*/ 13 h 102"/>
                <a:gd name="T20" fmla="*/ 19 w 121"/>
                <a:gd name="T21" fmla="*/ 2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02">
                  <a:moveTo>
                    <a:pt x="19" y="1"/>
                  </a:moveTo>
                  <a:cubicBezTo>
                    <a:pt x="25" y="0"/>
                    <a:pt x="28" y="5"/>
                    <a:pt x="34" y="7"/>
                  </a:cubicBezTo>
                  <a:cubicBezTo>
                    <a:pt x="40" y="9"/>
                    <a:pt x="48" y="11"/>
                    <a:pt x="55" y="12"/>
                  </a:cubicBezTo>
                  <a:cubicBezTo>
                    <a:pt x="67" y="15"/>
                    <a:pt x="79" y="17"/>
                    <a:pt x="91" y="19"/>
                  </a:cubicBezTo>
                  <a:cubicBezTo>
                    <a:pt x="99" y="21"/>
                    <a:pt x="114" y="21"/>
                    <a:pt x="118" y="31"/>
                  </a:cubicBezTo>
                  <a:cubicBezTo>
                    <a:pt x="121" y="41"/>
                    <a:pt x="105" y="64"/>
                    <a:pt x="101" y="73"/>
                  </a:cubicBezTo>
                  <a:cubicBezTo>
                    <a:pt x="95" y="84"/>
                    <a:pt x="84" y="102"/>
                    <a:pt x="69" y="92"/>
                  </a:cubicBezTo>
                  <a:cubicBezTo>
                    <a:pt x="54" y="81"/>
                    <a:pt x="50" y="64"/>
                    <a:pt x="30" y="59"/>
                  </a:cubicBezTo>
                  <a:cubicBezTo>
                    <a:pt x="18" y="56"/>
                    <a:pt x="4" y="54"/>
                    <a:pt x="2" y="40"/>
                  </a:cubicBezTo>
                  <a:cubicBezTo>
                    <a:pt x="0" y="32"/>
                    <a:pt x="3" y="19"/>
                    <a:pt x="7" y="13"/>
                  </a:cubicBezTo>
                  <a:cubicBezTo>
                    <a:pt x="11" y="7"/>
                    <a:pt x="14" y="5"/>
                    <a:pt x="19" y="2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54" name="Freeform 376">
              <a:extLst>
                <a:ext uri="{FF2B5EF4-FFF2-40B4-BE49-F238E27FC236}">
                  <a16:creationId xmlns:a16="http://schemas.microsoft.com/office/drawing/2014/main" id="{7843817E-F3F9-4553-BA32-9E79EE378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2457"/>
              <a:ext cx="124" cy="111"/>
            </a:xfrm>
            <a:custGeom>
              <a:avLst/>
              <a:gdLst>
                <a:gd name="T0" fmla="*/ 27 w 123"/>
                <a:gd name="T1" fmla="*/ 0 h 110"/>
                <a:gd name="T2" fmla="*/ 43 w 123"/>
                <a:gd name="T3" fmla="*/ 10 h 110"/>
                <a:gd name="T4" fmla="*/ 71 w 123"/>
                <a:gd name="T5" fmla="*/ 24 h 110"/>
                <a:gd name="T6" fmla="*/ 112 w 123"/>
                <a:gd name="T7" fmla="*/ 42 h 110"/>
                <a:gd name="T8" fmla="*/ 116 w 123"/>
                <a:gd name="T9" fmla="*/ 84 h 110"/>
                <a:gd name="T10" fmla="*/ 106 w 123"/>
                <a:gd name="T11" fmla="*/ 108 h 110"/>
                <a:gd name="T12" fmla="*/ 85 w 123"/>
                <a:gd name="T13" fmla="*/ 93 h 110"/>
                <a:gd name="T14" fmla="*/ 31 w 123"/>
                <a:gd name="T15" fmla="*/ 70 h 110"/>
                <a:gd name="T16" fmla="*/ 1 w 123"/>
                <a:gd name="T17" fmla="*/ 47 h 110"/>
                <a:gd name="T18" fmla="*/ 27 w 123"/>
                <a:gd name="T19" fmla="*/ 1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3" h="110">
                  <a:moveTo>
                    <a:pt x="27" y="0"/>
                  </a:moveTo>
                  <a:cubicBezTo>
                    <a:pt x="33" y="1"/>
                    <a:pt x="37" y="7"/>
                    <a:pt x="43" y="10"/>
                  </a:cubicBezTo>
                  <a:cubicBezTo>
                    <a:pt x="50" y="15"/>
                    <a:pt x="59" y="20"/>
                    <a:pt x="68" y="24"/>
                  </a:cubicBezTo>
                  <a:cubicBezTo>
                    <a:pt x="81" y="30"/>
                    <a:pt x="96" y="35"/>
                    <a:pt x="109" y="42"/>
                  </a:cubicBezTo>
                  <a:cubicBezTo>
                    <a:pt x="123" y="51"/>
                    <a:pt x="117" y="68"/>
                    <a:pt x="113" y="81"/>
                  </a:cubicBezTo>
                  <a:cubicBezTo>
                    <a:pt x="111" y="88"/>
                    <a:pt x="110" y="102"/>
                    <a:pt x="103" y="105"/>
                  </a:cubicBezTo>
                  <a:cubicBezTo>
                    <a:pt x="93" y="110"/>
                    <a:pt x="86" y="96"/>
                    <a:pt x="82" y="90"/>
                  </a:cubicBezTo>
                  <a:cubicBezTo>
                    <a:pt x="68" y="70"/>
                    <a:pt x="55" y="66"/>
                    <a:pt x="31" y="67"/>
                  </a:cubicBezTo>
                  <a:cubicBezTo>
                    <a:pt x="14" y="68"/>
                    <a:pt x="0" y="67"/>
                    <a:pt x="1" y="47"/>
                  </a:cubicBezTo>
                  <a:cubicBezTo>
                    <a:pt x="3" y="30"/>
                    <a:pt x="11" y="8"/>
                    <a:pt x="27" y="1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55" name="Freeform 377">
              <a:extLst>
                <a:ext uri="{FF2B5EF4-FFF2-40B4-BE49-F238E27FC236}">
                  <a16:creationId xmlns:a16="http://schemas.microsoft.com/office/drawing/2014/main" id="{0715D65A-99DF-4A13-8CC7-8BB6AED5E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2559"/>
              <a:ext cx="136" cy="106"/>
            </a:xfrm>
            <a:custGeom>
              <a:avLst/>
              <a:gdLst>
                <a:gd name="T0" fmla="*/ 44 w 135"/>
                <a:gd name="T1" fmla="*/ 3 h 106"/>
                <a:gd name="T2" fmla="*/ 60 w 135"/>
                <a:gd name="T3" fmla="*/ 22 h 106"/>
                <a:gd name="T4" fmla="*/ 87 w 135"/>
                <a:gd name="T5" fmla="*/ 37 h 106"/>
                <a:gd name="T6" fmla="*/ 130 w 135"/>
                <a:gd name="T7" fmla="*/ 58 h 106"/>
                <a:gd name="T8" fmla="*/ 116 w 135"/>
                <a:gd name="T9" fmla="*/ 97 h 106"/>
                <a:gd name="T10" fmla="*/ 64 w 135"/>
                <a:gd name="T11" fmla="*/ 91 h 106"/>
                <a:gd name="T12" fmla="*/ 8 w 135"/>
                <a:gd name="T13" fmla="*/ 43 h 106"/>
                <a:gd name="T14" fmla="*/ 45 w 135"/>
                <a:gd name="T15" fmla="*/ 3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06">
                  <a:moveTo>
                    <a:pt x="44" y="3"/>
                  </a:moveTo>
                  <a:cubicBezTo>
                    <a:pt x="50" y="9"/>
                    <a:pt x="54" y="16"/>
                    <a:pt x="60" y="22"/>
                  </a:cubicBezTo>
                  <a:cubicBezTo>
                    <a:pt x="67" y="28"/>
                    <a:pt x="76" y="33"/>
                    <a:pt x="84" y="37"/>
                  </a:cubicBezTo>
                  <a:cubicBezTo>
                    <a:pt x="95" y="44"/>
                    <a:pt x="119" y="47"/>
                    <a:pt x="127" y="58"/>
                  </a:cubicBezTo>
                  <a:cubicBezTo>
                    <a:pt x="135" y="69"/>
                    <a:pt x="122" y="90"/>
                    <a:pt x="113" y="97"/>
                  </a:cubicBezTo>
                  <a:cubicBezTo>
                    <a:pt x="99" y="106"/>
                    <a:pt x="77" y="99"/>
                    <a:pt x="64" y="91"/>
                  </a:cubicBezTo>
                  <a:cubicBezTo>
                    <a:pt x="43" y="76"/>
                    <a:pt x="0" y="82"/>
                    <a:pt x="8" y="43"/>
                  </a:cubicBezTo>
                  <a:cubicBezTo>
                    <a:pt x="11" y="30"/>
                    <a:pt x="29" y="0"/>
                    <a:pt x="45" y="3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56" name="Freeform 378">
              <a:extLst>
                <a:ext uri="{FF2B5EF4-FFF2-40B4-BE49-F238E27FC236}">
                  <a16:creationId xmlns:a16="http://schemas.microsoft.com/office/drawing/2014/main" id="{2B1E0A83-FDC2-476F-A6A0-E69299F83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682"/>
              <a:ext cx="113" cy="98"/>
            </a:xfrm>
            <a:custGeom>
              <a:avLst/>
              <a:gdLst>
                <a:gd name="T0" fmla="*/ 30 w 113"/>
                <a:gd name="T1" fmla="*/ 0 h 97"/>
                <a:gd name="T2" fmla="*/ 74 w 113"/>
                <a:gd name="T3" fmla="*/ 25 h 97"/>
                <a:gd name="T4" fmla="*/ 106 w 113"/>
                <a:gd name="T5" fmla="*/ 39 h 97"/>
                <a:gd name="T6" fmla="*/ 103 w 113"/>
                <a:gd name="T7" fmla="*/ 87 h 97"/>
                <a:gd name="T8" fmla="*/ 50 w 113"/>
                <a:gd name="T9" fmla="*/ 81 h 97"/>
                <a:gd name="T10" fmla="*/ 11 w 113"/>
                <a:gd name="T11" fmla="*/ 77 h 97"/>
                <a:gd name="T12" fmla="*/ 3 w 113"/>
                <a:gd name="T13" fmla="*/ 40 h 97"/>
                <a:gd name="T14" fmla="*/ 29 w 113"/>
                <a:gd name="T15" fmla="*/ 0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97">
                  <a:moveTo>
                    <a:pt x="30" y="0"/>
                  </a:moveTo>
                  <a:cubicBezTo>
                    <a:pt x="45" y="5"/>
                    <a:pt x="58" y="20"/>
                    <a:pt x="74" y="25"/>
                  </a:cubicBezTo>
                  <a:cubicBezTo>
                    <a:pt x="84" y="28"/>
                    <a:pt x="100" y="29"/>
                    <a:pt x="106" y="39"/>
                  </a:cubicBezTo>
                  <a:cubicBezTo>
                    <a:pt x="113" y="48"/>
                    <a:pt x="111" y="76"/>
                    <a:pt x="103" y="84"/>
                  </a:cubicBezTo>
                  <a:cubicBezTo>
                    <a:pt x="90" y="97"/>
                    <a:pt x="62" y="85"/>
                    <a:pt x="50" y="78"/>
                  </a:cubicBezTo>
                  <a:cubicBezTo>
                    <a:pt x="36" y="71"/>
                    <a:pt x="23" y="80"/>
                    <a:pt x="11" y="74"/>
                  </a:cubicBezTo>
                  <a:cubicBezTo>
                    <a:pt x="0" y="68"/>
                    <a:pt x="2" y="51"/>
                    <a:pt x="3" y="40"/>
                  </a:cubicBezTo>
                  <a:cubicBezTo>
                    <a:pt x="5" y="26"/>
                    <a:pt x="12" y="1"/>
                    <a:pt x="29" y="0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57" name="Freeform 379">
              <a:extLst>
                <a:ext uri="{FF2B5EF4-FFF2-40B4-BE49-F238E27FC236}">
                  <a16:creationId xmlns:a16="http://schemas.microsoft.com/office/drawing/2014/main" id="{60C6DCF6-876E-4B1A-A2D0-66DC75183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2832"/>
              <a:ext cx="115" cy="83"/>
            </a:xfrm>
            <a:custGeom>
              <a:avLst/>
              <a:gdLst>
                <a:gd name="T0" fmla="*/ 61 w 114"/>
                <a:gd name="T1" fmla="*/ 3 h 82"/>
                <a:gd name="T2" fmla="*/ 78 w 114"/>
                <a:gd name="T3" fmla="*/ 3 h 82"/>
                <a:gd name="T4" fmla="*/ 100 w 114"/>
                <a:gd name="T5" fmla="*/ 0 h 82"/>
                <a:gd name="T6" fmla="*/ 109 w 114"/>
                <a:gd name="T7" fmla="*/ 33 h 82"/>
                <a:gd name="T8" fmla="*/ 94 w 114"/>
                <a:gd name="T9" fmla="*/ 83 h 82"/>
                <a:gd name="T10" fmla="*/ 70 w 114"/>
                <a:gd name="T11" fmla="*/ 74 h 82"/>
                <a:gd name="T12" fmla="*/ 32 w 114"/>
                <a:gd name="T13" fmla="*/ 69 h 82"/>
                <a:gd name="T14" fmla="*/ 2 w 114"/>
                <a:gd name="T15" fmla="*/ 53 h 82"/>
                <a:gd name="T16" fmla="*/ 10 w 114"/>
                <a:gd name="T17" fmla="*/ 10 h 82"/>
                <a:gd name="T18" fmla="*/ 60 w 114"/>
                <a:gd name="T19" fmla="*/ 1 h 82"/>
                <a:gd name="T20" fmla="*/ 64 w 114"/>
                <a:gd name="T21" fmla="*/ 0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82">
                  <a:moveTo>
                    <a:pt x="58" y="3"/>
                  </a:moveTo>
                  <a:cubicBezTo>
                    <a:pt x="61" y="0"/>
                    <a:pt x="70" y="3"/>
                    <a:pt x="75" y="3"/>
                  </a:cubicBezTo>
                  <a:cubicBezTo>
                    <a:pt x="83" y="4"/>
                    <a:pt x="90" y="1"/>
                    <a:pt x="97" y="0"/>
                  </a:cubicBezTo>
                  <a:cubicBezTo>
                    <a:pt x="114" y="0"/>
                    <a:pt x="108" y="21"/>
                    <a:pt x="106" y="33"/>
                  </a:cubicBezTo>
                  <a:cubicBezTo>
                    <a:pt x="104" y="44"/>
                    <a:pt x="105" y="76"/>
                    <a:pt x="91" y="80"/>
                  </a:cubicBezTo>
                  <a:cubicBezTo>
                    <a:pt x="84" y="82"/>
                    <a:pt x="74" y="73"/>
                    <a:pt x="67" y="71"/>
                  </a:cubicBezTo>
                  <a:cubicBezTo>
                    <a:pt x="56" y="68"/>
                    <a:pt x="43" y="65"/>
                    <a:pt x="32" y="66"/>
                  </a:cubicBezTo>
                  <a:cubicBezTo>
                    <a:pt x="15" y="67"/>
                    <a:pt x="6" y="71"/>
                    <a:pt x="2" y="50"/>
                  </a:cubicBezTo>
                  <a:cubicBezTo>
                    <a:pt x="0" y="40"/>
                    <a:pt x="2" y="18"/>
                    <a:pt x="10" y="10"/>
                  </a:cubicBezTo>
                  <a:cubicBezTo>
                    <a:pt x="18" y="0"/>
                    <a:pt x="45" y="4"/>
                    <a:pt x="57" y="1"/>
                  </a:cubicBezTo>
                  <a:cubicBezTo>
                    <a:pt x="58" y="1"/>
                    <a:pt x="59" y="1"/>
                    <a:pt x="61" y="0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58" name="Freeform 380">
              <a:extLst>
                <a:ext uri="{FF2B5EF4-FFF2-40B4-BE49-F238E27FC236}">
                  <a16:creationId xmlns:a16="http://schemas.microsoft.com/office/drawing/2014/main" id="{37039584-99CA-4EAE-BB5B-BAE531934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946"/>
              <a:ext cx="105" cy="121"/>
            </a:xfrm>
            <a:custGeom>
              <a:avLst/>
              <a:gdLst>
                <a:gd name="T0" fmla="*/ 50 w 104"/>
                <a:gd name="T1" fmla="*/ 8 h 120"/>
                <a:gd name="T2" fmla="*/ 96 w 104"/>
                <a:gd name="T3" fmla="*/ 7 h 120"/>
                <a:gd name="T4" fmla="*/ 95 w 104"/>
                <a:gd name="T5" fmla="*/ 55 h 120"/>
                <a:gd name="T6" fmla="*/ 100 w 104"/>
                <a:gd name="T7" fmla="*/ 82 h 120"/>
                <a:gd name="T8" fmla="*/ 106 w 104"/>
                <a:gd name="T9" fmla="*/ 103 h 120"/>
                <a:gd name="T10" fmla="*/ 62 w 104"/>
                <a:gd name="T11" fmla="*/ 99 h 120"/>
                <a:gd name="T12" fmla="*/ 11 w 104"/>
                <a:gd name="T13" fmla="*/ 97 h 120"/>
                <a:gd name="T14" fmla="*/ 6 w 104"/>
                <a:gd name="T15" fmla="*/ 45 h 120"/>
                <a:gd name="T16" fmla="*/ 48 w 104"/>
                <a:gd name="T17" fmla="*/ 7 h 120"/>
                <a:gd name="T18" fmla="*/ 50 w 104"/>
                <a:gd name="T19" fmla="*/ 7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120">
                  <a:moveTo>
                    <a:pt x="50" y="8"/>
                  </a:moveTo>
                  <a:cubicBezTo>
                    <a:pt x="60" y="9"/>
                    <a:pt x="85" y="0"/>
                    <a:pt x="93" y="7"/>
                  </a:cubicBezTo>
                  <a:cubicBezTo>
                    <a:pt x="103" y="15"/>
                    <a:pt x="93" y="44"/>
                    <a:pt x="92" y="55"/>
                  </a:cubicBezTo>
                  <a:cubicBezTo>
                    <a:pt x="92" y="63"/>
                    <a:pt x="93" y="71"/>
                    <a:pt x="97" y="79"/>
                  </a:cubicBezTo>
                  <a:cubicBezTo>
                    <a:pt x="99" y="85"/>
                    <a:pt x="104" y="93"/>
                    <a:pt x="103" y="100"/>
                  </a:cubicBezTo>
                  <a:cubicBezTo>
                    <a:pt x="98" y="120"/>
                    <a:pt x="70" y="99"/>
                    <a:pt x="59" y="96"/>
                  </a:cubicBezTo>
                  <a:cubicBezTo>
                    <a:pt x="45" y="92"/>
                    <a:pt x="23" y="104"/>
                    <a:pt x="11" y="94"/>
                  </a:cubicBezTo>
                  <a:cubicBezTo>
                    <a:pt x="0" y="84"/>
                    <a:pt x="4" y="58"/>
                    <a:pt x="6" y="45"/>
                  </a:cubicBezTo>
                  <a:cubicBezTo>
                    <a:pt x="8" y="20"/>
                    <a:pt x="24" y="10"/>
                    <a:pt x="48" y="7"/>
                  </a:cubicBezTo>
                  <a:cubicBezTo>
                    <a:pt x="48" y="7"/>
                    <a:pt x="49" y="7"/>
                    <a:pt x="50" y="7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59" name="Freeform 381">
              <a:extLst>
                <a:ext uri="{FF2B5EF4-FFF2-40B4-BE49-F238E27FC236}">
                  <a16:creationId xmlns:a16="http://schemas.microsoft.com/office/drawing/2014/main" id="{D8637A62-7D9E-45B6-8850-ED67ADE12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3104"/>
              <a:ext cx="108" cy="131"/>
            </a:xfrm>
            <a:custGeom>
              <a:avLst/>
              <a:gdLst>
                <a:gd name="T0" fmla="*/ 40 w 107"/>
                <a:gd name="T1" fmla="*/ 14 h 130"/>
                <a:gd name="T2" fmla="*/ 61 w 107"/>
                <a:gd name="T3" fmla="*/ 3 h 130"/>
                <a:gd name="T4" fmla="*/ 74 w 107"/>
                <a:gd name="T5" fmla="*/ 9 h 130"/>
                <a:gd name="T6" fmla="*/ 96 w 107"/>
                <a:gd name="T7" fmla="*/ 51 h 130"/>
                <a:gd name="T8" fmla="*/ 45 w 107"/>
                <a:gd name="T9" fmla="*/ 118 h 130"/>
                <a:gd name="T10" fmla="*/ 21 w 107"/>
                <a:gd name="T11" fmla="*/ 107 h 130"/>
                <a:gd name="T12" fmla="*/ 2 w 107"/>
                <a:gd name="T13" fmla="*/ 57 h 130"/>
                <a:gd name="T14" fmla="*/ 31 w 107"/>
                <a:gd name="T15" fmla="*/ 20 h 130"/>
                <a:gd name="T16" fmla="*/ 39 w 107"/>
                <a:gd name="T17" fmla="*/ 15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130">
                  <a:moveTo>
                    <a:pt x="40" y="14"/>
                  </a:moveTo>
                  <a:cubicBezTo>
                    <a:pt x="44" y="10"/>
                    <a:pt x="53" y="5"/>
                    <a:pt x="58" y="3"/>
                  </a:cubicBezTo>
                  <a:cubicBezTo>
                    <a:pt x="68" y="0"/>
                    <a:pt x="66" y="2"/>
                    <a:pt x="71" y="9"/>
                  </a:cubicBezTo>
                  <a:cubicBezTo>
                    <a:pt x="80" y="22"/>
                    <a:pt x="87" y="37"/>
                    <a:pt x="93" y="51"/>
                  </a:cubicBezTo>
                  <a:cubicBezTo>
                    <a:pt x="107" y="84"/>
                    <a:pt x="64" y="97"/>
                    <a:pt x="45" y="115"/>
                  </a:cubicBezTo>
                  <a:cubicBezTo>
                    <a:pt x="30" y="130"/>
                    <a:pt x="27" y="121"/>
                    <a:pt x="21" y="104"/>
                  </a:cubicBezTo>
                  <a:cubicBezTo>
                    <a:pt x="15" y="88"/>
                    <a:pt x="3" y="73"/>
                    <a:pt x="2" y="57"/>
                  </a:cubicBezTo>
                  <a:cubicBezTo>
                    <a:pt x="0" y="40"/>
                    <a:pt x="18" y="28"/>
                    <a:pt x="31" y="20"/>
                  </a:cubicBezTo>
                  <a:cubicBezTo>
                    <a:pt x="34" y="18"/>
                    <a:pt x="36" y="16"/>
                    <a:pt x="39" y="15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60" name="Freeform 382">
              <a:extLst>
                <a:ext uri="{FF2B5EF4-FFF2-40B4-BE49-F238E27FC236}">
                  <a16:creationId xmlns:a16="http://schemas.microsoft.com/office/drawing/2014/main" id="{FBDB70D6-E546-438E-AAD1-325FF0912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3255"/>
              <a:ext cx="117" cy="119"/>
            </a:xfrm>
            <a:custGeom>
              <a:avLst/>
              <a:gdLst>
                <a:gd name="T0" fmla="*/ 72 w 116"/>
                <a:gd name="T1" fmla="*/ 17 h 118"/>
                <a:gd name="T2" fmla="*/ 101 w 116"/>
                <a:gd name="T3" fmla="*/ 6 h 118"/>
                <a:gd name="T4" fmla="*/ 110 w 116"/>
                <a:gd name="T5" fmla="*/ 28 h 118"/>
                <a:gd name="T6" fmla="*/ 118 w 116"/>
                <a:gd name="T7" fmla="*/ 51 h 118"/>
                <a:gd name="T8" fmla="*/ 88 w 116"/>
                <a:gd name="T9" fmla="*/ 94 h 118"/>
                <a:gd name="T10" fmla="*/ 50 w 116"/>
                <a:gd name="T11" fmla="*/ 115 h 118"/>
                <a:gd name="T12" fmla="*/ 29 w 116"/>
                <a:gd name="T13" fmla="*/ 88 h 118"/>
                <a:gd name="T14" fmla="*/ 9 w 116"/>
                <a:gd name="T15" fmla="*/ 64 h 118"/>
                <a:gd name="T16" fmla="*/ 13 w 116"/>
                <a:gd name="T17" fmla="*/ 37 h 118"/>
                <a:gd name="T18" fmla="*/ 68 w 116"/>
                <a:gd name="T19" fmla="*/ 19 h 118"/>
                <a:gd name="T20" fmla="*/ 75 w 116"/>
                <a:gd name="T21" fmla="*/ 16 h 1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118">
                  <a:moveTo>
                    <a:pt x="69" y="17"/>
                  </a:moveTo>
                  <a:cubicBezTo>
                    <a:pt x="79" y="18"/>
                    <a:pt x="88" y="0"/>
                    <a:pt x="98" y="6"/>
                  </a:cubicBezTo>
                  <a:cubicBezTo>
                    <a:pt x="102" y="9"/>
                    <a:pt x="105" y="23"/>
                    <a:pt x="107" y="28"/>
                  </a:cubicBezTo>
                  <a:cubicBezTo>
                    <a:pt x="110" y="35"/>
                    <a:pt x="115" y="42"/>
                    <a:pt x="115" y="51"/>
                  </a:cubicBezTo>
                  <a:cubicBezTo>
                    <a:pt x="116" y="68"/>
                    <a:pt x="96" y="80"/>
                    <a:pt x="85" y="91"/>
                  </a:cubicBezTo>
                  <a:cubicBezTo>
                    <a:pt x="78" y="99"/>
                    <a:pt x="63" y="118"/>
                    <a:pt x="50" y="112"/>
                  </a:cubicBezTo>
                  <a:cubicBezTo>
                    <a:pt x="43" y="108"/>
                    <a:pt x="34" y="91"/>
                    <a:pt x="29" y="85"/>
                  </a:cubicBezTo>
                  <a:cubicBezTo>
                    <a:pt x="22" y="77"/>
                    <a:pt x="15" y="69"/>
                    <a:pt x="9" y="61"/>
                  </a:cubicBezTo>
                  <a:cubicBezTo>
                    <a:pt x="0" y="50"/>
                    <a:pt x="0" y="44"/>
                    <a:pt x="13" y="37"/>
                  </a:cubicBezTo>
                  <a:cubicBezTo>
                    <a:pt x="29" y="29"/>
                    <a:pt x="49" y="27"/>
                    <a:pt x="65" y="19"/>
                  </a:cubicBezTo>
                  <a:cubicBezTo>
                    <a:pt x="68" y="18"/>
                    <a:pt x="70" y="17"/>
                    <a:pt x="72" y="16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61" name="Freeform 383">
              <a:extLst>
                <a:ext uri="{FF2B5EF4-FFF2-40B4-BE49-F238E27FC236}">
                  <a16:creationId xmlns:a16="http://schemas.microsoft.com/office/drawing/2014/main" id="{9D24BF58-0F85-4D34-8815-DD43D3D30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3366"/>
              <a:ext cx="100" cy="126"/>
            </a:xfrm>
            <a:custGeom>
              <a:avLst/>
              <a:gdLst>
                <a:gd name="T0" fmla="*/ 48 w 99"/>
                <a:gd name="T1" fmla="*/ 20 h 125"/>
                <a:gd name="T2" fmla="*/ 73 w 99"/>
                <a:gd name="T3" fmla="*/ 6 h 125"/>
                <a:gd name="T4" fmla="*/ 84 w 99"/>
                <a:gd name="T5" fmla="*/ 30 h 125"/>
                <a:gd name="T6" fmla="*/ 97 w 99"/>
                <a:gd name="T7" fmla="*/ 56 h 125"/>
                <a:gd name="T8" fmla="*/ 79 w 99"/>
                <a:gd name="T9" fmla="*/ 98 h 125"/>
                <a:gd name="T10" fmla="*/ 38 w 99"/>
                <a:gd name="T11" fmla="*/ 123 h 125"/>
                <a:gd name="T12" fmla="*/ 6 w 99"/>
                <a:gd name="T13" fmla="*/ 81 h 125"/>
                <a:gd name="T14" fmla="*/ 10 w 99"/>
                <a:gd name="T15" fmla="*/ 51 h 125"/>
                <a:gd name="T16" fmla="*/ 55 w 99"/>
                <a:gd name="T17" fmla="*/ 24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25">
                  <a:moveTo>
                    <a:pt x="48" y="20"/>
                  </a:moveTo>
                  <a:cubicBezTo>
                    <a:pt x="56" y="17"/>
                    <a:pt x="61" y="0"/>
                    <a:pt x="70" y="6"/>
                  </a:cubicBezTo>
                  <a:cubicBezTo>
                    <a:pt x="76" y="10"/>
                    <a:pt x="79" y="24"/>
                    <a:pt x="81" y="30"/>
                  </a:cubicBezTo>
                  <a:cubicBezTo>
                    <a:pt x="85" y="39"/>
                    <a:pt x="92" y="47"/>
                    <a:pt x="94" y="56"/>
                  </a:cubicBezTo>
                  <a:cubicBezTo>
                    <a:pt x="99" y="71"/>
                    <a:pt x="86" y="84"/>
                    <a:pt x="76" y="95"/>
                  </a:cubicBezTo>
                  <a:cubicBezTo>
                    <a:pt x="67" y="105"/>
                    <a:pt x="54" y="125"/>
                    <a:pt x="38" y="120"/>
                  </a:cubicBezTo>
                  <a:cubicBezTo>
                    <a:pt x="22" y="115"/>
                    <a:pt x="13" y="91"/>
                    <a:pt x="6" y="78"/>
                  </a:cubicBezTo>
                  <a:cubicBezTo>
                    <a:pt x="0" y="67"/>
                    <a:pt x="0" y="60"/>
                    <a:pt x="10" y="51"/>
                  </a:cubicBezTo>
                  <a:cubicBezTo>
                    <a:pt x="22" y="38"/>
                    <a:pt x="41" y="38"/>
                    <a:pt x="52" y="24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62" name="Freeform 384">
              <a:extLst>
                <a:ext uri="{FF2B5EF4-FFF2-40B4-BE49-F238E27FC236}">
                  <a16:creationId xmlns:a16="http://schemas.microsoft.com/office/drawing/2014/main" id="{E1E197FF-1F62-4530-931C-2DC800562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3433"/>
              <a:ext cx="51" cy="47"/>
            </a:xfrm>
            <a:custGeom>
              <a:avLst/>
              <a:gdLst>
                <a:gd name="T0" fmla="*/ 6 w 51"/>
                <a:gd name="T1" fmla="*/ 4 h 47"/>
                <a:gd name="T2" fmla="*/ 41 w 51"/>
                <a:gd name="T3" fmla="*/ 16 h 47"/>
                <a:gd name="T4" fmla="*/ 44 w 51"/>
                <a:gd name="T5" fmla="*/ 42 h 47"/>
                <a:gd name="T6" fmla="*/ 13 w 51"/>
                <a:gd name="T7" fmla="*/ 21 h 47"/>
                <a:gd name="T8" fmla="*/ 12 w 51"/>
                <a:gd name="T9" fmla="*/ 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7">
                  <a:moveTo>
                    <a:pt x="6" y="4"/>
                  </a:moveTo>
                  <a:cubicBezTo>
                    <a:pt x="14" y="0"/>
                    <a:pt x="35" y="10"/>
                    <a:pt x="41" y="16"/>
                  </a:cubicBezTo>
                  <a:cubicBezTo>
                    <a:pt x="45" y="20"/>
                    <a:pt x="51" y="38"/>
                    <a:pt x="44" y="42"/>
                  </a:cubicBezTo>
                  <a:cubicBezTo>
                    <a:pt x="36" y="47"/>
                    <a:pt x="18" y="26"/>
                    <a:pt x="13" y="21"/>
                  </a:cubicBezTo>
                  <a:cubicBezTo>
                    <a:pt x="9" y="17"/>
                    <a:pt x="0" y="6"/>
                    <a:pt x="12" y="6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63" name="Freeform 385">
              <a:extLst>
                <a:ext uri="{FF2B5EF4-FFF2-40B4-BE49-F238E27FC236}">
                  <a16:creationId xmlns:a16="http://schemas.microsoft.com/office/drawing/2014/main" id="{7D24616C-A65D-4B89-9A92-41E671C2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3519"/>
              <a:ext cx="41" cy="68"/>
            </a:xfrm>
            <a:custGeom>
              <a:avLst/>
              <a:gdLst>
                <a:gd name="T0" fmla="*/ 6 w 41"/>
                <a:gd name="T1" fmla="*/ 5 h 67"/>
                <a:gd name="T2" fmla="*/ 19 w 41"/>
                <a:gd name="T3" fmla="*/ 9 h 67"/>
                <a:gd name="T4" fmla="*/ 34 w 41"/>
                <a:gd name="T5" fmla="*/ 32 h 67"/>
                <a:gd name="T6" fmla="*/ 32 w 41"/>
                <a:gd name="T7" fmla="*/ 70 h 67"/>
                <a:gd name="T8" fmla="*/ 2 w 41"/>
                <a:gd name="T9" fmla="*/ 27 h 67"/>
                <a:gd name="T10" fmla="*/ 8 w 41"/>
                <a:gd name="T11" fmla="*/ 1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7">
                  <a:moveTo>
                    <a:pt x="6" y="5"/>
                  </a:moveTo>
                  <a:cubicBezTo>
                    <a:pt x="6" y="0"/>
                    <a:pt x="16" y="6"/>
                    <a:pt x="19" y="9"/>
                  </a:cubicBezTo>
                  <a:cubicBezTo>
                    <a:pt x="26" y="14"/>
                    <a:pt x="31" y="24"/>
                    <a:pt x="34" y="32"/>
                  </a:cubicBezTo>
                  <a:cubicBezTo>
                    <a:pt x="36" y="38"/>
                    <a:pt x="41" y="66"/>
                    <a:pt x="32" y="67"/>
                  </a:cubicBezTo>
                  <a:cubicBezTo>
                    <a:pt x="25" y="67"/>
                    <a:pt x="4" y="34"/>
                    <a:pt x="2" y="27"/>
                  </a:cubicBezTo>
                  <a:cubicBezTo>
                    <a:pt x="0" y="21"/>
                    <a:pt x="0" y="11"/>
                    <a:pt x="8" y="10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64" name="Freeform 386">
              <a:extLst>
                <a:ext uri="{FF2B5EF4-FFF2-40B4-BE49-F238E27FC236}">
                  <a16:creationId xmlns:a16="http://schemas.microsoft.com/office/drawing/2014/main" id="{97E5A00C-AFCF-4AD8-A590-72220EE13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3657"/>
              <a:ext cx="29" cy="71"/>
            </a:xfrm>
            <a:custGeom>
              <a:avLst/>
              <a:gdLst>
                <a:gd name="T0" fmla="*/ 9 w 29"/>
                <a:gd name="T1" fmla="*/ 0 h 70"/>
                <a:gd name="T2" fmla="*/ 23 w 29"/>
                <a:gd name="T3" fmla="*/ 26 h 70"/>
                <a:gd name="T4" fmla="*/ 18 w 29"/>
                <a:gd name="T5" fmla="*/ 54 h 70"/>
                <a:gd name="T6" fmla="*/ 11 w 29"/>
                <a:gd name="T7" fmla="*/ 2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70">
                  <a:moveTo>
                    <a:pt x="9" y="0"/>
                  </a:moveTo>
                  <a:cubicBezTo>
                    <a:pt x="18" y="3"/>
                    <a:pt x="21" y="17"/>
                    <a:pt x="23" y="26"/>
                  </a:cubicBezTo>
                  <a:cubicBezTo>
                    <a:pt x="24" y="31"/>
                    <a:pt x="29" y="70"/>
                    <a:pt x="18" y="51"/>
                  </a:cubicBezTo>
                  <a:cubicBezTo>
                    <a:pt x="15" y="45"/>
                    <a:pt x="0" y="2"/>
                    <a:pt x="11" y="2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65" name="Freeform 387">
              <a:extLst>
                <a:ext uri="{FF2B5EF4-FFF2-40B4-BE49-F238E27FC236}">
                  <a16:creationId xmlns:a16="http://schemas.microsoft.com/office/drawing/2014/main" id="{A4E60402-68CE-46BC-B727-6395A255C8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3" y="3437"/>
              <a:ext cx="348" cy="530"/>
            </a:xfrm>
            <a:custGeom>
              <a:avLst/>
              <a:gdLst>
                <a:gd name="T0" fmla="*/ 353 w 345"/>
                <a:gd name="T1" fmla="*/ 415 h 527"/>
                <a:gd name="T2" fmla="*/ 321 w 345"/>
                <a:gd name="T3" fmla="*/ 405 h 527"/>
                <a:gd name="T4" fmla="*/ 300 w 345"/>
                <a:gd name="T5" fmla="*/ 440 h 527"/>
                <a:gd name="T6" fmla="*/ 349 w 345"/>
                <a:gd name="T7" fmla="*/ 371 h 527"/>
                <a:gd name="T8" fmla="*/ 340 w 345"/>
                <a:gd name="T9" fmla="*/ 316 h 527"/>
                <a:gd name="T10" fmla="*/ 307 w 345"/>
                <a:gd name="T11" fmla="*/ 348 h 527"/>
                <a:gd name="T12" fmla="*/ 349 w 345"/>
                <a:gd name="T13" fmla="*/ 371 h 527"/>
                <a:gd name="T14" fmla="*/ 262 w 345"/>
                <a:gd name="T15" fmla="*/ 275 h 527"/>
                <a:gd name="T16" fmla="*/ 309 w 345"/>
                <a:gd name="T17" fmla="*/ 309 h 527"/>
                <a:gd name="T18" fmla="*/ 332 w 345"/>
                <a:gd name="T19" fmla="*/ 289 h 527"/>
                <a:gd name="T20" fmla="*/ 291 w 345"/>
                <a:gd name="T21" fmla="*/ 241 h 527"/>
                <a:gd name="T22" fmla="*/ 300 w 345"/>
                <a:gd name="T23" fmla="*/ 480 h 527"/>
                <a:gd name="T24" fmla="*/ 343 w 345"/>
                <a:gd name="T25" fmla="*/ 473 h 527"/>
                <a:gd name="T26" fmla="*/ 302 w 345"/>
                <a:gd name="T27" fmla="*/ 457 h 527"/>
                <a:gd name="T28" fmla="*/ 298 w 345"/>
                <a:gd name="T29" fmla="*/ 477 h 527"/>
                <a:gd name="T30" fmla="*/ 85 w 345"/>
                <a:gd name="T31" fmla="*/ 201 h 527"/>
                <a:gd name="T32" fmla="*/ 157 w 345"/>
                <a:gd name="T33" fmla="*/ 235 h 527"/>
                <a:gd name="T34" fmla="*/ 212 w 345"/>
                <a:gd name="T35" fmla="*/ 177 h 527"/>
                <a:gd name="T36" fmla="*/ 196 w 345"/>
                <a:gd name="T37" fmla="*/ 141 h 527"/>
                <a:gd name="T38" fmla="*/ 165 w 345"/>
                <a:gd name="T39" fmla="*/ 135 h 527"/>
                <a:gd name="T40" fmla="*/ 85 w 345"/>
                <a:gd name="T41" fmla="*/ 201 h 527"/>
                <a:gd name="T42" fmla="*/ 72 w 345"/>
                <a:gd name="T43" fmla="*/ 186 h 527"/>
                <a:gd name="T44" fmla="*/ 124 w 345"/>
                <a:gd name="T45" fmla="*/ 136 h 527"/>
                <a:gd name="T46" fmla="*/ 140 w 345"/>
                <a:gd name="T47" fmla="*/ 95 h 527"/>
                <a:gd name="T48" fmla="*/ 62 w 345"/>
                <a:gd name="T49" fmla="*/ 58 h 527"/>
                <a:gd name="T50" fmla="*/ 69 w 345"/>
                <a:gd name="T51" fmla="*/ 176 h 527"/>
                <a:gd name="T52" fmla="*/ 190 w 345"/>
                <a:gd name="T53" fmla="*/ 241 h 527"/>
                <a:gd name="T54" fmla="*/ 248 w 345"/>
                <a:gd name="T55" fmla="*/ 263 h 527"/>
                <a:gd name="T56" fmla="*/ 277 w 345"/>
                <a:gd name="T57" fmla="*/ 232 h 527"/>
                <a:gd name="T58" fmla="*/ 248 w 345"/>
                <a:gd name="T59" fmla="*/ 178 h 527"/>
                <a:gd name="T60" fmla="*/ 199 w 345"/>
                <a:gd name="T61" fmla="*/ 231 h 527"/>
                <a:gd name="T62" fmla="*/ 276 w 345"/>
                <a:gd name="T63" fmla="*/ 508 h 527"/>
                <a:gd name="T64" fmla="*/ 310 w 345"/>
                <a:gd name="T65" fmla="*/ 524 h 527"/>
                <a:gd name="T66" fmla="*/ 322 w 345"/>
                <a:gd name="T67" fmla="*/ 507 h 527"/>
                <a:gd name="T68" fmla="*/ 298 w 345"/>
                <a:gd name="T69" fmla="*/ 490 h 5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45" h="527">
                  <a:moveTo>
                    <a:pt x="342" y="439"/>
                  </a:moveTo>
                  <a:cubicBezTo>
                    <a:pt x="344" y="430"/>
                    <a:pt x="345" y="420"/>
                    <a:pt x="344" y="409"/>
                  </a:cubicBezTo>
                  <a:cubicBezTo>
                    <a:pt x="342" y="408"/>
                    <a:pt x="340" y="407"/>
                    <a:pt x="337" y="407"/>
                  </a:cubicBezTo>
                  <a:cubicBezTo>
                    <a:pt x="330" y="405"/>
                    <a:pt x="319" y="399"/>
                    <a:pt x="312" y="399"/>
                  </a:cubicBezTo>
                  <a:cubicBezTo>
                    <a:pt x="301" y="399"/>
                    <a:pt x="299" y="407"/>
                    <a:pt x="291" y="408"/>
                  </a:cubicBezTo>
                  <a:cubicBezTo>
                    <a:pt x="290" y="417"/>
                    <a:pt x="291" y="426"/>
                    <a:pt x="291" y="434"/>
                  </a:cubicBezTo>
                  <a:cubicBezTo>
                    <a:pt x="306" y="441"/>
                    <a:pt x="330" y="450"/>
                    <a:pt x="342" y="439"/>
                  </a:cubicBezTo>
                  <a:close/>
                  <a:moveTo>
                    <a:pt x="340" y="365"/>
                  </a:moveTo>
                  <a:cubicBezTo>
                    <a:pt x="338" y="353"/>
                    <a:pt x="336" y="340"/>
                    <a:pt x="334" y="325"/>
                  </a:cubicBezTo>
                  <a:cubicBezTo>
                    <a:pt x="333" y="320"/>
                    <a:pt x="332" y="315"/>
                    <a:pt x="331" y="310"/>
                  </a:cubicBezTo>
                  <a:cubicBezTo>
                    <a:pt x="318" y="311"/>
                    <a:pt x="306" y="319"/>
                    <a:pt x="301" y="330"/>
                  </a:cubicBezTo>
                  <a:cubicBezTo>
                    <a:pt x="299" y="334"/>
                    <a:pt x="299" y="338"/>
                    <a:pt x="298" y="342"/>
                  </a:cubicBezTo>
                  <a:cubicBezTo>
                    <a:pt x="300" y="355"/>
                    <a:pt x="300" y="367"/>
                    <a:pt x="298" y="377"/>
                  </a:cubicBezTo>
                  <a:cubicBezTo>
                    <a:pt x="315" y="378"/>
                    <a:pt x="333" y="377"/>
                    <a:pt x="340" y="365"/>
                  </a:cubicBezTo>
                  <a:close/>
                  <a:moveTo>
                    <a:pt x="257" y="264"/>
                  </a:moveTo>
                  <a:cubicBezTo>
                    <a:pt x="256" y="266"/>
                    <a:pt x="256" y="268"/>
                    <a:pt x="256" y="269"/>
                  </a:cubicBezTo>
                  <a:cubicBezTo>
                    <a:pt x="271" y="282"/>
                    <a:pt x="281" y="296"/>
                    <a:pt x="288" y="310"/>
                  </a:cubicBezTo>
                  <a:cubicBezTo>
                    <a:pt x="292" y="308"/>
                    <a:pt x="296" y="306"/>
                    <a:pt x="300" y="303"/>
                  </a:cubicBezTo>
                  <a:cubicBezTo>
                    <a:pt x="306" y="297"/>
                    <a:pt x="313" y="292"/>
                    <a:pt x="319" y="286"/>
                  </a:cubicBezTo>
                  <a:cubicBezTo>
                    <a:pt x="321" y="285"/>
                    <a:pt x="322" y="284"/>
                    <a:pt x="323" y="283"/>
                  </a:cubicBezTo>
                  <a:cubicBezTo>
                    <a:pt x="315" y="264"/>
                    <a:pt x="306" y="246"/>
                    <a:pt x="294" y="230"/>
                  </a:cubicBezTo>
                  <a:cubicBezTo>
                    <a:pt x="291" y="232"/>
                    <a:pt x="288" y="235"/>
                    <a:pt x="284" y="238"/>
                  </a:cubicBezTo>
                  <a:cubicBezTo>
                    <a:pt x="276" y="245"/>
                    <a:pt x="261" y="255"/>
                    <a:pt x="257" y="264"/>
                  </a:cubicBezTo>
                  <a:close/>
                  <a:moveTo>
                    <a:pt x="291" y="471"/>
                  </a:moveTo>
                  <a:cubicBezTo>
                    <a:pt x="300" y="480"/>
                    <a:pt x="314" y="483"/>
                    <a:pt x="326" y="479"/>
                  </a:cubicBezTo>
                  <a:cubicBezTo>
                    <a:pt x="329" y="474"/>
                    <a:pt x="332" y="469"/>
                    <a:pt x="334" y="464"/>
                  </a:cubicBezTo>
                  <a:cubicBezTo>
                    <a:pt x="328" y="462"/>
                    <a:pt x="322" y="455"/>
                    <a:pt x="316" y="454"/>
                  </a:cubicBezTo>
                  <a:cubicBezTo>
                    <a:pt x="314" y="453"/>
                    <a:pt x="302" y="451"/>
                    <a:pt x="293" y="448"/>
                  </a:cubicBezTo>
                  <a:cubicBezTo>
                    <a:pt x="294" y="457"/>
                    <a:pt x="294" y="464"/>
                    <a:pt x="289" y="468"/>
                  </a:cubicBezTo>
                  <a:cubicBezTo>
                    <a:pt x="289" y="468"/>
                    <a:pt x="289" y="468"/>
                    <a:pt x="289" y="468"/>
                  </a:cubicBezTo>
                  <a:cubicBezTo>
                    <a:pt x="289" y="469"/>
                    <a:pt x="290" y="470"/>
                    <a:pt x="291" y="471"/>
                  </a:cubicBezTo>
                  <a:close/>
                  <a:moveTo>
                    <a:pt x="82" y="198"/>
                  </a:moveTo>
                  <a:cubicBezTo>
                    <a:pt x="80" y="199"/>
                    <a:pt x="79" y="200"/>
                    <a:pt x="78" y="201"/>
                  </a:cubicBezTo>
                  <a:cubicBezTo>
                    <a:pt x="87" y="212"/>
                    <a:pt x="107" y="221"/>
                    <a:pt x="154" y="232"/>
                  </a:cubicBezTo>
                  <a:cubicBezTo>
                    <a:pt x="158" y="222"/>
                    <a:pt x="171" y="213"/>
                    <a:pt x="178" y="206"/>
                  </a:cubicBezTo>
                  <a:cubicBezTo>
                    <a:pt x="187" y="195"/>
                    <a:pt x="196" y="184"/>
                    <a:pt x="206" y="174"/>
                  </a:cubicBezTo>
                  <a:cubicBezTo>
                    <a:pt x="213" y="167"/>
                    <a:pt x="217" y="162"/>
                    <a:pt x="218" y="156"/>
                  </a:cubicBezTo>
                  <a:cubicBezTo>
                    <a:pt x="208" y="149"/>
                    <a:pt x="199" y="143"/>
                    <a:pt x="190" y="138"/>
                  </a:cubicBezTo>
                  <a:cubicBezTo>
                    <a:pt x="186" y="135"/>
                    <a:pt x="182" y="132"/>
                    <a:pt x="177" y="129"/>
                  </a:cubicBezTo>
                  <a:cubicBezTo>
                    <a:pt x="172" y="129"/>
                    <a:pt x="167" y="130"/>
                    <a:pt x="162" y="132"/>
                  </a:cubicBezTo>
                  <a:cubicBezTo>
                    <a:pt x="142" y="140"/>
                    <a:pt x="121" y="158"/>
                    <a:pt x="106" y="173"/>
                  </a:cubicBezTo>
                  <a:cubicBezTo>
                    <a:pt x="99" y="181"/>
                    <a:pt x="91" y="193"/>
                    <a:pt x="82" y="198"/>
                  </a:cubicBezTo>
                  <a:close/>
                  <a:moveTo>
                    <a:pt x="66" y="173"/>
                  </a:moveTo>
                  <a:cubicBezTo>
                    <a:pt x="67" y="177"/>
                    <a:pt x="68" y="180"/>
                    <a:pt x="69" y="183"/>
                  </a:cubicBezTo>
                  <a:cubicBezTo>
                    <a:pt x="73" y="175"/>
                    <a:pt x="86" y="168"/>
                    <a:pt x="92" y="161"/>
                  </a:cubicBezTo>
                  <a:cubicBezTo>
                    <a:pt x="101" y="151"/>
                    <a:pt x="110" y="142"/>
                    <a:pt x="121" y="133"/>
                  </a:cubicBezTo>
                  <a:cubicBezTo>
                    <a:pt x="131" y="123"/>
                    <a:pt x="141" y="115"/>
                    <a:pt x="139" y="99"/>
                  </a:cubicBezTo>
                  <a:cubicBezTo>
                    <a:pt x="139" y="97"/>
                    <a:pt x="138" y="94"/>
                    <a:pt x="137" y="92"/>
                  </a:cubicBezTo>
                  <a:cubicBezTo>
                    <a:pt x="106" y="58"/>
                    <a:pt x="82" y="22"/>
                    <a:pt x="82" y="22"/>
                  </a:cubicBezTo>
                  <a:cubicBezTo>
                    <a:pt x="82" y="22"/>
                    <a:pt x="61" y="0"/>
                    <a:pt x="59" y="58"/>
                  </a:cubicBezTo>
                  <a:cubicBezTo>
                    <a:pt x="57" y="102"/>
                    <a:pt x="24" y="57"/>
                    <a:pt x="12" y="103"/>
                  </a:cubicBezTo>
                  <a:cubicBezTo>
                    <a:pt x="0" y="149"/>
                    <a:pt x="57" y="141"/>
                    <a:pt x="66" y="173"/>
                  </a:cubicBezTo>
                  <a:close/>
                  <a:moveTo>
                    <a:pt x="193" y="228"/>
                  </a:moveTo>
                  <a:cubicBezTo>
                    <a:pt x="191" y="230"/>
                    <a:pt x="188" y="234"/>
                    <a:pt x="184" y="238"/>
                  </a:cubicBezTo>
                  <a:cubicBezTo>
                    <a:pt x="185" y="238"/>
                    <a:pt x="186" y="239"/>
                    <a:pt x="186" y="239"/>
                  </a:cubicBezTo>
                  <a:cubicBezTo>
                    <a:pt x="209" y="243"/>
                    <a:pt x="227" y="251"/>
                    <a:pt x="242" y="260"/>
                  </a:cubicBezTo>
                  <a:cubicBezTo>
                    <a:pt x="243" y="259"/>
                    <a:pt x="243" y="259"/>
                    <a:pt x="243" y="258"/>
                  </a:cubicBezTo>
                  <a:cubicBezTo>
                    <a:pt x="253" y="249"/>
                    <a:pt x="261" y="239"/>
                    <a:pt x="271" y="229"/>
                  </a:cubicBezTo>
                  <a:cubicBezTo>
                    <a:pt x="277" y="224"/>
                    <a:pt x="281" y="219"/>
                    <a:pt x="282" y="214"/>
                  </a:cubicBezTo>
                  <a:cubicBezTo>
                    <a:pt x="269" y="199"/>
                    <a:pt x="256" y="186"/>
                    <a:pt x="242" y="175"/>
                  </a:cubicBezTo>
                  <a:cubicBezTo>
                    <a:pt x="235" y="182"/>
                    <a:pt x="225" y="190"/>
                    <a:pt x="219" y="198"/>
                  </a:cubicBezTo>
                  <a:cubicBezTo>
                    <a:pt x="211" y="209"/>
                    <a:pt x="203" y="218"/>
                    <a:pt x="193" y="228"/>
                  </a:cubicBezTo>
                  <a:close/>
                  <a:moveTo>
                    <a:pt x="280" y="479"/>
                  </a:moveTo>
                  <a:cubicBezTo>
                    <a:pt x="276" y="484"/>
                    <a:pt x="273" y="491"/>
                    <a:pt x="270" y="499"/>
                  </a:cubicBezTo>
                  <a:cubicBezTo>
                    <a:pt x="271" y="503"/>
                    <a:pt x="271" y="508"/>
                    <a:pt x="272" y="510"/>
                  </a:cubicBezTo>
                  <a:cubicBezTo>
                    <a:pt x="280" y="527"/>
                    <a:pt x="290" y="519"/>
                    <a:pt x="301" y="515"/>
                  </a:cubicBezTo>
                  <a:cubicBezTo>
                    <a:pt x="302" y="513"/>
                    <a:pt x="304" y="512"/>
                    <a:pt x="305" y="510"/>
                  </a:cubicBezTo>
                  <a:cubicBezTo>
                    <a:pt x="308" y="506"/>
                    <a:pt x="311" y="502"/>
                    <a:pt x="313" y="498"/>
                  </a:cubicBezTo>
                  <a:cubicBezTo>
                    <a:pt x="311" y="498"/>
                    <a:pt x="309" y="496"/>
                    <a:pt x="306" y="494"/>
                  </a:cubicBezTo>
                  <a:cubicBezTo>
                    <a:pt x="300" y="490"/>
                    <a:pt x="295" y="484"/>
                    <a:pt x="289" y="481"/>
                  </a:cubicBezTo>
                  <a:cubicBezTo>
                    <a:pt x="287" y="480"/>
                    <a:pt x="283" y="480"/>
                    <a:pt x="280" y="479"/>
                  </a:cubicBezTo>
                  <a:close/>
                </a:path>
              </a:pathLst>
            </a:custGeom>
            <a:solidFill>
              <a:srgbClr val="F4E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66" name="Freeform 388">
              <a:extLst>
                <a:ext uri="{FF2B5EF4-FFF2-40B4-BE49-F238E27FC236}">
                  <a16:creationId xmlns:a16="http://schemas.microsoft.com/office/drawing/2014/main" id="{16878010-4A21-4B9D-8AB8-935277D9A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938"/>
              <a:ext cx="58" cy="73"/>
            </a:xfrm>
            <a:custGeom>
              <a:avLst/>
              <a:gdLst>
                <a:gd name="T0" fmla="*/ 6 w 57"/>
                <a:gd name="T1" fmla="*/ 0 h 73"/>
                <a:gd name="T2" fmla="*/ 0 w 57"/>
                <a:gd name="T3" fmla="*/ 26 h 73"/>
                <a:gd name="T4" fmla="*/ 55 w 57"/>
                <a:gd name="T5" fmla="*/ 54 h 73"/>
                <a:gd name="T6" fmla="*/ 6 w 57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73">
                  <a:moveTo>
                    <a:pt x="6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48" y="73"/>
                    <a:pt x="52" y="54"/>
                  </a:cubicBezTo>
                  <a:cubicBezTo>
                    <a:pt x="57" y="35"/>
                    <a:pt x="39" y="6"/>
                    <a:pt x="6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67" name="Freeform 389">
              <a:extLst>
                <a:ext uri="{FF2B5EF4-FFF2-40B4-BE49-F238E27FC236}">
                  <a16:creationId xmlns:a16="http://schemas.microsoft.com/office/drawing/2014/main" id="{4D4D9AD4-73E6-4D54-8F45-7CCEE7686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019"/>
              <a:ext cx="78" cy="82"/>
            </a:xfrm>
            <a:custGeom>
              <a:avLst/>
              <a:gdLst>
                <a:gd name="T0" fmla="*/ 7 w 77"/>
                <a:gd name="T1" fmla="*/ 0 h 81"/>
                <a:gd name="T2" fmla="*/ 4 w 77"/>
                <a:gd name="T3" fmla="*/ 39 h 81"/>
                <a:gd name="T4" fmla="*/ 48 w 77"/>
                <a:gd name="T5" fmla="*/ 76 h 81"/>
                <a:gd name="T6" fmla="*/ 64 w 77"/>
                <a:gd name="T7" fmla="*/ 26 h 81"/>
                <a:gd name="T8" fmla="*/ 7 w 77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81">
                  <a:moveTo>
                    <a:pt x="7" y="0"/>
                  </a:moveTo>
                  <a:cubicBezTo>
                    <a:pt x="7" y="0"/>
                    <a:pt x="0" y="22"/>
                    <a:pt x="4" y="39"/>
                  </a:cubicBezTo>
                  <a:cubicBezTo>
                    <a:pt x="4" y="39"/>
                    <a:pt x="39" y="65"/>
                    <a:pt x="45" y="73"/>
                  </a:cubicBezTo>
                  <a:cubicBezTo>
                    <a:pt x="51" y="81"/>
                    <a:pt x="77" y="48"/>
                    <a:pt x="61" y="26"/>
                  </a:cubicBezTo>
                  <a:cubicBezTo>
                    <a:pt x="45" y="5"/>
                    <a:pt x="7" y="0"/>
                    <a:pt x="7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68" name="Freeform 390">
              <a:extLst>
                <a:ext uri="{FF2B5EF4-FFF2-40B4-BE49-F238E27FC236}">
                  <a16:creationId xmlns:a16="http://schemas.microsoft.com/office/drawing/2014/main" id="{F1F3CE57-B234-4A72-9CD2-34796ECC0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101"/>
              <a:ext cx="77" cy="97"/>
            </a:xfrm>
            <a:custGeom>
              <a:avLst/>
              <a:gdLst>
                <a:gd name="T0" fmla="*/ 2 w 76"/>
                <a:gd name="T1" fmla="*/ 0 h 97"/>
                <a:gd name="T2" fmla="*/ 0 w 76"/>
                <a:gd name="T3" fmla="*/ 32 h 97"/>
                <a:gd name="T4" fmla="*/ 66 w 76"/>
                <a:gd name="T5" fmla="*/ 70 h 97"/>
                <a:gd name="T6" fmla="*/ 42 w 76"/>
                <a:gd name="T7" fmla="*/ 25 h 97"/>
                <a:gd name="T8" fmla="*/ 2 w 76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97">
                  <a:moveTo>
                    <a:pt x="2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42" y="97"/>
                    <a:pt x="63" y="70"/>
                  </a:cubicBezTo>
                  <a:cubicBezTo>
                    <a:pt x="76" y="53"/>
                    <a:pt x="48" y="35"/>
                    <a:pt x="39" y="25"/>
                  </a:cubicBezTo>
                  <a:cubicBezTo>
                    <a:pt x="30" y="15"/>
                    <a:pt x="2" y="0"/>
                    <a:pt x="2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69" name="Freeform 391">
              <a:extLst>
                <a:ext uri="{FF2B5EF4-FFF2-40B4-BE49-F238E27FC236}">
                  <a16:creationId xmlns:a16="http://schemas.microsoft.com/office/drawing/2014/main" id="{014D5051-BF1A-4D68-B362-A00DE1663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202"/>
              <a:ext cx="74" cy="62"/>
            </a:xfrm>
            <a:custGeom>
              <a:avLst/>
              <a:gdLst>
                <a:gd name="T0" fmla="*/ 0 w 74"/>
                <a:gd name="T1" fmla="*/ 0 h 61"/>
                <a:gd name="T2" fmla="*/ 9 w 74"/>
                <a:gd name="T3" fmla="*/ 28 h 61"/>
                <a:gd name="T4" fmla="*/ 36 w 74"/>
                <a:gd name="T5" fmla="*/ 45 h 61"/>
                <a:gd name="T6" fmla="*/ 72 w 74"/>
                <a:gd name="T7" fmla="*/ 45 h 61"/>
                <a:gd name="T8" fmla="*/ 50 w 74"/>
                <a:gd name="T9" fmla="*/ 20 h 61"/>
                <a:gd name="T10" fmla="*/ 0 w 74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61">
                  <a:moveTo>
                    <a:pt x="0" y="0"/>
                  </a:move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27" y="35"/>
                    <a:pt x="36" y="42"/>
                  </a:cubicBezTo>
                  <a:cubicBezTo>
                    <a:pt x="45" y="49"/>
                    <a:pt x="74" y="61"/>
                    <a:pt x="72" y="42"/>
                  </a:cubicBezTo>
                  <a:cubicBezTo>
                    <a:pt x="70" y="23"/>
                    <a:pt x="64" y="24"/>
                    <a:pt x="50" y="20"/>
                  </a:cubicBezTo>
                  <a:cubicBezTo>
                    <a:pt x="36" y="16"/>
                    <a:pt x="0" y="0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70" name="Freeform 392">
              <a:extLst>
                <a:ext uri="{FF2B5EF4-FFF2-40B4-BE49-F238E27FC236}">
                  <a16:creationId xmlns:a16="http://schemas.microsoft.com/office/drawing/2014/main" id="{3D86813C-C641-4E56-80D8-D9D45319B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267"/>
              <a:ext cx="51" cy="38"/>
            </a:xfrm>
            <a:custGeom>
              <a:avLst/>
              <a:gdLst>
                <a:gd name="T0" fmla="*/ 0 w 51"/>
                <a:gd name="T1" fmla="*/ 0 h 38"/>
                <a:gd name="T2" fmla="*/ 6 w 51"/>
                <a:gd name="T3" fmla="*/ 24 h 38"/>
                <a:gd name="T4" fmla="*/ 49 w 51"/>
                <a:gd name="T5" fmla="*/ 24 h 38"/>
                <a:gd name="T6" fmla="*/ 24 w 51"/>
                <a:gd name="T7" fmla="*/ 3 h 38"/>
                <a:gd name="T8" fmla="*/ 0 w 51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8">
                  <a:moveTo>
                    <a:pt x="0" y="0"/>
                  </a:move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47" y="38"/>
                    <a:pt x="49" y="24"/>
                  </a:cubicBezTo>
                  <a:cubicBezTo>
                    <a:pt x="51" y="10"/>
                    <a:pt x="24" y="3"/>
                    <a:pt x="24" y="3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71" name="Freeform 393">
              <a:extLst>
                <a:ext uri="{FF2B5EF4-FFF2-40B4-BE49-F238E27FC236}">
                  <a16:creationId xmlns:a16="http://schemas.microsoft.com/office/drawing/2014/main" id="{E6B49BCA-638B-485A-A34D-FC009B03D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1320"/>
              <a:ext cx="75" cy="37"/>
            </a:xfrm>
            <a:custGeom>
              <a:avLst/>
              <a:gdLst>
                <a:gd name="T0" fmla="*/ 0 w 75"/>
                <a:gd name="T1" fmla="*/ 7 h 37"/>
                <a:gd name="T2" fmla="*/ 19 w 75"/>
                <a:gd name="T3" fmla="*/ 37 h 37"/>
                <a:gd name="T4" fmla="*/ 74 w 75"/>
                <a:gd name="T5" fmla="*/ 23 h 37"/>
                <a:gd name="T6" fmla="*/ 38 w 75"/>
                <a:gd name="T7" fmla="*/ 2 h 37"/>
                <a:gd name="T8" fmla="*/ 0 w 75"/>
                <a:gd name="T9" fmla="*/ 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7">
                  <a:moveTo>
                    <a:pt x="0" y="7"/>
                  </a:move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75" y="37"/>
                    <a:pt x="74" y="23"/>
                  </a:cubicBezTo>
                  <a:cubicBezTo>
                    <a:pt x="73" y="9"/>
                    <a:pt x="52" y="0"/>
                    <a:pt x="38" y="2"/>
                  </a:cubicBezTo>
                  <a:cubicBezTo>
                    <a:pt x="24" y="4"/>
                    <a:pt x="12" y="10"/>
                    <a:pt x="0" y="7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72" name="Freeform 394">
              <a:extLst>
                <a:ext uri="{FF2B5EF4-FFF2-40B4-BE49-F238E27FC236}">
                  <a16:creationId xmlns:a16="http://schemas.microsoft.com/office/drawing/2014/main" id="{75CC6A66-D170-4C3A-ADBE-1BC8EB5BE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370"/>
              <a:ext cx="139" cy="58"/>
            </a:xfrm>
            <a:custGeom>
              <a:avLst/>
              <a:gdLst>
                <a:gd name="T0" fmla="*/ 0 w 138"/>
                <a:gd name="T1" fmla="*/ 20 h 57"/>
                <a:gd name="T2" fmla="*/ 17 w 138"/>
                <a:gd name="T3" fmla="*/ 60 h 57"/>
                <a:gd name="T4" fmla="*/ 87 w 138"/>
                <a:gd name="T5" fmla="*/ 56 h 57"/>
                <a:gd name="T6" fmla="*/ 126 w 138"/>
                <a:gd name="T7" fmla="*/ 26 h 57"/>
                <a:gd name="T8" fmla="*/ 77 w 138"/>
                <a:gd name="T9" fmla="*/ 18 h 57"/>
                <a:gd name="T10" fmla="*/ 0 w 138"/>
                <a:gd name="T11" fmla="*/ 2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57">
                  <a:moveTo>
                    <a:pt x="0" y="20"/>
                  </a:moveTo>
                  <a:cubicBezTo>
                    <a:pt x="17" y="57"/>
                    <a:pt x="17" y="57"/>
                    <a:pt x="17" y="57"/>
                  </a:cubicBezTo>
                  <a:cubicBezTo>
                    <a:pt x="17" y="57"/>
                    <a:pt x="66" y="50"/>
                    <a:pt x="84" y="53"/>
                  </a:cubicBezTo>
                  <a:cubicBezTo>
                    <a:pt x="102" y="56"/>
                    <a:pt x="138" y="52"/>
                    <a:pt x="123" y="26"/>
                  </a:cubicBezTo>
                  <a:cubicBezTo>
                    <a:pt x="108" y="0"/>
                    <a:pt x="92" y="9"/>
                    <a:pt x="74" y="18"/>
                  </a:cubicBezTo>
                  <a:cubicBezTo>
                    <a:pt x="56" y="27"/>
                    <a:pt x="0" y="20"/>
                    <a:pt x="0" y="2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73" name="Freeform 395">
              <a:extLst>
                <a:ext uri="{FF2B5EF4-FFF2-40B4-BE49-F238E27FC236}">
                  <a16:creationId xmlns:a16="http://schemas.microsoft.com/office/drawing/2014/main" id="{90F950DC-FD2F-4681-97A7-53F568875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433"/>
              <a:ext cx="139" cy="104"/>
            </a:xfrm>
            <a:custGeom>
              <a:avLst/>
              <a:gdLst>
                <a:gd name="T0" fmla="*/ 0 w 137"/>
                <a:gd name="T1" fmla="*/ 26 h 104"/>
                <a:gd name="T2" fmla="*/ 30 w 137"/>
                <a:gd name="T3" fmla="*/ 75 h 104"/>
                <a:gd name="T4" fmla="*/ 83 w 137"/>
                <a:gd name="T5" fmla="*/ 70 h 104"/>
                <a:gd name="T6" fmla="*/ 139 w 137"/>
                <a:gd name="T7" fmla="*/ 52 h 104"/>
                <a:gd name="T8" fmla="*/ 61 w 137"/>
                <a:gd name="T9" fmla="*/ 23 h 104"/>
                <a:gd name="T10" fmla="*/ 0 w 137"/>
                <a:gd name="T11" fmla="*/ 26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04">
                  <a:moveTo>
                    <a:pt x="0" y="26"/>
                  </a:moveTo>
                  <a:cubicBezTo>
                    <a:pt x="30" y="75"/>
                    <a:pt x="30" y="75"/>
                    <a:pt x="30" y="75"/>
                  </a:cubicBezTo>
                  <a:cubicBezTo>
                    <a:pt x="30" y="75"/>
                    <a:pt x="69" y="83"/>
                    <a:pt x="80" y="70"/>
                  </a:cubicBezTo>
                  <a:cubicBezTo>
                    <a:pt x="92" y="57"/>
                    <a:pt x="129" y="104"/>
                    <a:pt x="133" y="52"/>
                  </a:cubicBezTo>
                  <a:cubicBezTo>
                    <a:pt x="137" y="0"/>
                    <a:pt x="78" y="25"/>
                    <a:pt x="58" y="23"/>
                  </a:cubicBezTo>
                  <a:cubicBezTo>
                    <a:pt x="37" y="21"/>
                    <a:pt x="0" y="26"/>
                    <a:pt x="0" y="26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74" name="Freeform 396">
              <a:extLst>
                <a:ext uri="{FF2B5EF4-FFF2-40B4-BE49-F238E27FC236}">
                  <a16:creationId xmlns:a16="http://schemas.microsoft.com/office/drawing/2014/main" id="{C744A9F2-AB19-486B-94EA-CBD8EA45C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566"/>
              <a:ext cx="138" cy="103"/>
            </a:xfrm>
            <a:custGeom>
              <a:avLst/>
              <a:gdLst>
                <a:gd name="T0" fmla="*/ 0 w 137"/>
                <a:gd name="T1" fmla="*/ 0 h 103"/>
                <a:gd name="T2" fmla="*/ 20 w 137"/>
                <a:gd name="T3" fmla="*/ 50 h 103"/>
                <a:gd name="T4" fmla="*/ 66 w 137"/>
                <a:gd name="T5" fmla="*/ 61 h 103"/>
                <a:gd name="T6" fmla="*/ 122 w 137"/>
                <a:gd name="T7" fmla="*/ 72 h 103"/>
                <a:gd name="T8" fmla="*/ 74 w 137"/>
                <a:gd name="T9" fmla="*/ 28 h 103"/>
                <a:gd name="T10" fmla="*/ 0 w 137"/>
                <a:gd name="T11" fmla="*/ 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03">
                  <a:moveTo>
                    <a:pt x="0" y="0"/>
                  </a:move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55" y="63"/>
                    <a:pt x="66" y="61"/>
                  </a:cubicBezTo>
                  <a:cubicBezTo>
                    <a:pt x="77" y="60"/>
                    <a:pt x="101" y="103"/>
                    <a:pt x="119" y="72"/>
                  </a:cubicBezTo>
                  <a:cubicBezTo>
                    <a:pt x="137" y="42"/>
                    <a:pt x="89" y="34"/>
                    <a:pt x="71" y="28"/>
                  </a:cubicBezTo>
                  <a:cubicBezTo>
                    <a:pt x="53" y="22"/>
                    <a:pt x="0" y="0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75" name="Freeform 397">
              <a:extLst>
                <a:ext uri="{FF2B5EF4-FFF2-40B4-BE49-F238E27FC236}">
                  <a16:creationId xmlns:a16="http://schemas.microsoft.com/office/drawing/2014/main" id="{C9EF7B90-4BDE-432C-AA68-35D3C3CCD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668"/>
              <a:ext cx="114" cy="100"/>
            </a:xfrm>
            <a:custGeom>
              <a:avLst/>
              <a:gdLst>
                <a:gd name="T0" fmla="*/ 0 w 113"/>
                <a:gd name="T1" fmla="*/ 0 h 99"/>
                <a:gd name="T2" fmla="*/ 23 w 113"/>
                <a:gd name="T3" fmla="*/ 76 h 99"/>
                <a:gd name="T4" fmla="*/ 66 w 113"/>
                <a:gd name="T5" fmla="*/ 97 h 99"/>
                <a:gd name="T6" fmla="*/ 97 w 113"/>
                <a:gd name="T7" fmla="*/ 48 h 99"/>
                <a:gd name="T8" fmla="*/ 38 w 113"/>
                <a:gd name="T9" fmla="*/ 18 h 99"/>
                <a:gd name="T10" fmla="*/ 0 w 113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99">
                  <a:moveTo>
                    <a:pt x="0" y="0"/>
                  </a:moveTo>
                  <a:cubicBezTo>
                    <a:pt x="23" y="73"/>
                    <a:pt x="23" y="73"/>
                    <a:pt x="23" y="73"/>
                  </a:cubicBezTo>
                  <a:cubicBezTo>
                    <a:pt x="23" y="73"/>
                    <a:pt x="51" y="89"/>
                    <a:pt x="63" y="94"/>
                  </a:cubicBezTo>
                  <a:cubicBezTo>
                    <a:pt x="75" y="99"/>
                    <a:pt x="113" y="90"/>
                    <a:pt x="94" y="48"/>
                  </a:cubicBezTo>
                  <a:cubicBezTo>
                    <a:pt x="83" y="24"/>
                    <a:pt x="44" y="23"/>
                    <a:pt x="38" y="18"/>
                  </a:cubicBezTo>
                  <a:cubicBezTo>
                    <a:pt x="32" y="13"/>
                    <a:pt x="0" y="0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76" name="Freeform 398">
              <a:extLst>
                <a:ext uri="{FF2B5EF4-FFF2-40B4-BE49-F238E27FC236}">
                  <a16:creationId xmlns:a16="http://schemas.microsoft.com/office/drawing/2014/main" id="{87AE27EC-F911-4A21-85BC-1394EF01C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821"/>
              <a:ext cx="73" cy="129"/>
            </a:xfrm>
            <a:custGeom>
              <a:avLst/>
              <a:gdLst>
                <a:gd name="T0" fmla="*/ 0 w 73"/>
                <a:gd name="T1" fmla="*/ 0 h 128"/>
                <a:gd name="T2" fmla="*/ 6 w 73"/>
                <a:gd name="T3" fmla="*/ 51 h 128"/>
                <a:gd name="T4" fmla="*/ 55 w 73"/>
                <a:gd name="T5" fmla="*/ 123 h 128"/>
                <a:gd name="T6" fmla="*/ 52 w 73"/>
                <a:gd name="T7" fmla="*/ 57 h 128"/>
                <a:gd name="T8" fmla="*/ 0 w 73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28">
                  <a:moveTo>
                    <a:pt x="0" y="0"/>
                  </a:moveTo>
                  <a:cubicBezTo>
                    <a:pt x="6" y="51"/>
                    <a:pt x="6" y="51"/>
                    <a:pt x="6" y="51"/>
                  </a:cubicBezTo>
                  <a:cubicBezTo>
                    <a:pt x="6" y="51"/>
                    <a:pt x="37" y="128"/>
                    <a:pt x="55" y="120"/>
                  </a:cubicBezTo>
                  <a:cubicBezTo>
                    <a:pt x="73" y="111"/>
                    <a:pt x="69" y="71"/>
                    <a:pt x="52" y="57"/>
                  </a:cubicBezTo>
                  <a:cubicBezTo>
                    <a:pt x="35" y="43"/>
                    <a:pt x="0" y="0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77" name="Freeform 399">
              <a:extLst>
                <a:ext uri="{FF2B5EF4-FFF2-40B4-BE49-F238E27FC236}">
                  <a16:creationId xmlns:a16="http://schemas.microsoft.com/office/drawing/2014/main" id="{33C75010-C311-4B35-AE71-F9765DEC8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70"/>
              <a:ext cx="78" cy="150"/>
            </a:xfrm>
            <a:custGeom>
              <a:avLst/>
              <a:gdLst>
                <a:gd name="T0" fmla="*/ 2 w 78"/>
                <a:gd name="T1" fmla="*/ 0 h 149"/>
                <a:gd name="T2" fmla="*/ 0 w 78"/>
                <a:gd name="T3" fmla="*/ 53 h 149"/>
                <a:gd name="T4" fmla="*/ 55 w 78"/>
                <a:gd name="T5" fmla="*/ 131 h 149"/>
                <a:gd name="T6" fmla="*/ 43 w 78"/>
                <a:gd name="T7" fmla="*/ 67 h 149"/>
                <a:gd name="T8" fmla="*/ 2 w 78"/>
                <a:gd name="T9" fmla="*/ 0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49">
                  <a:moveTo>
                    <a:pt x="2" y="0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32" y="149"/>
                    <a:pt x="55" y="128"/>
                  </a:cubicBezTo>
                  <a:cubicBezTo>
                    <a:pt x="78" y="107"/>
                    <a:pt x="43" y="67"/>
                    <a:pt x="43" y="67"/>
                  </a:cubicBezTo>
                  <a:cubicBezTo>
                    <a:pt x="43" y="67"/>
                    <a:pt x="17" y="15"/>
                    <a:pt x="2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78" name="Freeform 400">
              <a:extLst>
                <a:ext uri="{FF2B5EF4-FFF2-40B4-BE49-F238E27FC236}">
                  <a16:creationId xmlns:a16="http://schemas.microsoft.com/office/drawing/2014/main" id="{BD4ADC67-1B92-4757-93ED-9EDD70700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087"/>
              <a:ext cx="61" cy="194"/>
            </a:xfrm>
            <a:custGeom>
              <a:avLst/>
              <a:gdLst>
                <a:gd name="T0" fmla="*/ 17 w 61"/>
                <a:gd name="T1" fmla="*/ 0 h 193"/>
                <a:gd name="T2" fmla="*/ 0 w 61"/>
                <a:gd name="T3" fmla="*/ 89 h 193"/>
                <a:gd name="T4" fmla="*/ 26 w 61"/>
                <a:gd name="T5" fmla="*/ 158 h 193"/>
                <a:gd name="T6" fmla="*/ 47 w 61"/>
                <a:gd name="T7" fmla="*/ 176 h 193"/>
                <a:gd name="T8" fmla="*/ 53 w 61"/>
                <a:gd name="T9" fmla="*/ 107 h 193"/>
                <a:gd name="T10" fmla="*/ 17 w 61"/>
                <a:gd name="T11" fmla="*/ 0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93">
                  <a:moveTo>
                    <a:pt x="17" y="0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0" y="89"/>
                    <a:pt x="22" y="136"/>
                    <a:pt x="26" y="155"/>
                  </a:cubicBezTo>
                  <a:cubicBezTo>
                    <a:pt x="30" y="174"/>
                    <a:pt x="34" y="193"/>
                    <a:pt x="47" y="173"/>
                  </a:cubicBezTo>
                  <a:cubicBezTo>
                    <a:pt x="60" y="152"/>
                    <a:pt x="61" y="130"/>
                    <a:pt x="53" y="104"/>
                  </a:cubicBezTo>
                  <a:cubicBezTo>
                    <a:pt x="45" y="78"/>
                    <a:pt x="17" y="0"/>
                    <a:pt x="17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79" name="Freeform 401">
              <a:extLst>
                <a:ext uri="{FF2B5EF4-FFF2-40B4-BE49-F238E27FC236}">
                  <a16:creationId xmlns:a16="http://schemas.microsoft.com/office/drawing/2014/main" id="{351BEDD7-634B-452A-A1A5-AE986C369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2312"/>
              <a:ext cx="67" cy="152"/>
            </a:xfrm>
            <a:custGeom>
              <a:avLst/>
              <a:gdLst>
                <a:gd name="T0" fmla="*/ 22 w 66"/>
                <a:gd name="T1" fmla="*/ 0 h 151"/>
                <a:gd name="T2" fmla="*/ 0 w 66"/>
                <a:gd name="T3" fmla="*/ 64 h 151"/>
                <a:gd name="T4" fmla="*/ 21 w 66"/>
                <a:gd name="T5" fmla="*/ 107 h 151"/>
                <a:gd name="T6" fmla="*/ 52 w 66"/>
                <a:gd name="T7" fmla="*/ 137 h 151"/>
                <a:gd name="T8" fmla="*/ 57 w 66"/>
                <a:gd name="T9" fmla="*/ 56 h 151"/>
                <a:gd name="T10" fmla="*/ 22 w 66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151">
                  <a:moveTo>
                    <a:pt x="22" y="0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0" y="64"/>
                    <a:pt x="20" y="84"/>
                    <a:pt x="21" y="104"/>
                  </a:cubicBezTo>
                  <a:cubicBezTo>
                    <a:pt x="22" y="124"/>
                    <a:pt x="32" y="151"/>
                    <a:pt x="49" y="134"/>
                  </a:cubicBezTo>
                  <a:cubicBezTo>
                    <a:pt x="66" y="117"/>
                    <a:pt x="65" y="77"/>
                    <a:pt x="54" y="56"/>
                  </a:cubicBezTo>
                  <a:cubicBezTo>
                    <a:pt x="43" y="35"/>
                    <a:pt x="22" y="0"/>
                    <a:pt x="22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80" name="Freeform 402">
              <a:extLst>
                <a:ext uri="{FF2B5EF4-FFF2-40B4-BE49-F238E27FC236}">
                  <a16:creationId xmlns:a16="http://schemas.microsoft.com/office/drawing/2014/main" id="{8E5BF0CD-1419-4802-9FD7-2F4FCC549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444"/>
              <a:ext cx="66" cy="144"/>
            </a:xfrm>
            <a:custGeom>
              <a:avLst/>
              <a:gdLst>
                <a:gd name="T0" fmla="*/ 30 w 65"/>
                <a:gd name="T1" fmla="*/ 0 h 143"/>
                <a:gd name="T2" fmla="*/ 0 w 65"/>
                <a:gd name="T3" fmla="*/ 51 h 143"/>
                <a:gd name="T4" fmla="*/ 27 w 65"/>
                <a:gd name="T5" fmla="*/ 111 h 143"/>
                <a:gd name="T6" fmla="*/ 63 w 65"/>
                <a:gd name="T7" fmla="*/ 113 h 143"/>
                <a:gd name="T8" fmla="*/ 55 w 65"/>
                <a:gd name="T9" fmla="*/ 44 h 143"/>
                <a:gd name="T10" fmla="*/ 30 w 65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43">
                  <a:moveTo>
                    <a:pt x="3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23" y="89"/>
                    <a:pt x="27" y="108"/>
                  </a:cubicBezTo>
                  <a:cubicBezTo>
                    <a:pt x="31" y="127"/>
                    <a:pt x="55" y="143"/>
                    <a:pt x="60" y="110"/>
                  </a:cubicBezTo>
                  <a:cubicBezTo>
                    <a:pt x="65" y="76"/>
                    <a:pt x="60" y="58"/>
                    <a:pt x="52" y="44"/>
                  </a:cubicBezTo>
                  <a:cubicBezTo>
                    <a:pt x="44" y="30"/>
                    <a:pt x="30" y="0"/>
                    <a:pt x="30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81" name="Freeform 403">
              <a:extLst>
                <a:ext uri="{FF2B5EF4-FFF2-40B4-BE49-F238E27FC236}">
                  <a16:creationId xmlns:a16="http://schemas.microsoft.com/office/drawing/2014/main" id="{F03CC57F-F007-4B68-9D5E-2B1AE7F68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548"/>
              <a:ext cx="69" cy="138"/>
            </a:xfrm>
            <a:custGeom>
              <a:avLst/>
              <a:gdLst>
                <a:gd name="T0" fmla="*/ 32 w 69"/>
                <a:gd name="T1" fmla="*/ 0 h 138"/>
                <a:gd name="T2" fmla="*/ 0 w 69"/>
                <a:gd name="T3" fmla="*/ 37 h 138"/>
                <a:gd name="T4" fmla="*/ 33 w 69"/>
                <a:gd name="T5" fmla="*/ 100 h 138"/>
                <a:gd name="T6" fmla="*/ 61 w 69"/>
                <a:gd name="T7" fmla="*/ 106 h 138"/>
                <a:gd name="T8" fmla="*/ 53 w 69"/>
                <a:gd name="T9" fmla="*/ 30 h 138"/>
                <a:gd name="T10" fmla="*/ 32 w 69"/>
                <a:gd name="T11" fmla="*/ 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38">
                  <a:moveTo>
                    <a:pt x="32" y="0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31" y="77"/>
                    <a:pt x="33" y="100"/>
                  </a:cubicBezTo>
                  <a:cubicBezTo>
                    <a:pt x="35" y="123"/>
                    <a:pt x="54" y="138"/>
                    <a:pt x="61" y="106"/>
                  </a:cubicBezTo>
                  <a:cubicBezTo>
                    <a:pt x="69" y="74"/>
                    <a:pt x="53" y="30"/>
                    <a:pt x="53" y="30"/>
                  </a:cubicBezTo>
                  <a:cubicBezTo>
                    <a:pt x="53" y="30"/>
                    <a:pt x="42" y="9"/>
                    <a:pt x="32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82" name="Freeform 404">
              <a:extLst>
                <a:ext uri="{FF2B5EF4-FFF2-40B4-BE49-F238E27FC236}">
                  <a16:creationId xmlns:a16="http://schemas.microsoft.com/office/drawing/2014/main" id="{AD5EF02A-4E86-4CDD-A9BA-94C543E3E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2650"/>
              <a:ext cx="73" cy="135"/>
            </a:xfrm>
            <a:custGeom>
              <a:avLst/>
              <a:gdLst>
                <a:gd name="T0" fmla="*/ 33 w 72"/>
                <a:gd name="T1" fmla="*/ 0 h 134"/>
                <a:gd name="T2" fmla="*/ 0 w 72"/>
                <a:gd name="T3" fmla="*/ 41 h 134"/>
                <a:gd name="T4" fmla="*/ 23 w 72"/>
                <a:gd name="T5" fmla="*/ 85 h 134"/>
                <a:gd name="T6" fmla="*/ 63 w 72"/>
                <a:gd name="T7" fmla="*/ 109 h 134"/>
                <a:gd name="T8" fmla="*/ 62 w 72"/>
                <a:gd name="T9" fmla="*/ 34 h 134"/>
                <a:gd name="T10" fmla="*/ 33 w 72"/>
                <a:gd name="T11" fmla="*/ 0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34">
                  <a:moveTo>
                    <a:pt x="33" y="0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20" y="60"/>
                    <a:pt x="23" y="82"/>
                  </a:cubicBezTo>
                  <a:cubicBezTo>
                    <a:pt x="26" y="104"/>
                    <a:pt x="48" y="134"/>
                    <a:pt x="60" y="106"/>
                  </a:cubicBezTo>
                  <a:cubicBezTo>
                    <a:pt x="72" y="78"/>
                    <a:pt x="68" y="47"/>
                    <a:pt x="59" y="34"/>
                  </a:cubicBezTo>
                  <a:cubicBezTo>
                    <a:pt x="50" y="21"/>
                    <a:pt x="33" y="0"/>
                    <a:pt x="33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83" name="Freeform 405">
              <a:extLst>
                <a:ext uri="{FF2B5EF4-FFF2-40B4-BE49-F238E27FC236}">
                  <a16:creationId xmlns:a16="http://schemas.microsoft.com/office/drawing/2014/main" id="{2393A36E-9C7C-4CB5-9207-CFCDBC29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746"/>
              <a:ext cx="78" cy="148"/>
            </a:xfrm>
            <a:custGeom>
              <a:avLst/>
              <a:gdLst>
                <a:gd name="T0" fmla="*/ 33 w 78"/>
                <a:gd name="T1" fmla="*/ 0 h 147"/>
                <a:gd name="T2" fmla="*/ 0 w 78"/>
                <a:gd name="T3" fmla="*/ 53 h 147"/>
                <a:gd name="T4" fmla="*/ 28 w 78"/>
                <a:gd name="T5" fmla="*/ 99 h 147"/>
                <a:gd name="T6" fmla="*/ 60 w 78"/>
                <a:gd name="T7" fmla="*/ 127 h 147"/>
                <a:gd name="T8" fmla="*/ 55 w 78"/>
                <a:gd name="T9" fmla="*/ 47 h 147"/>
                <a:gd name="T10" fmla="*/ 33 w 78"/>
                <a:gd name="T11" fmla="*/ 0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47">
                  <a:moveTo>
                    <a:pt x="33" y="0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22" y="77"/>
                    <a:pt x="28" y="96"/>
                  </a:cubicBezTo>
                  <a:cubicBezTo>
                    <a:pt x="34" y="115"/>
                    <a:pt x="42" y="147"/>
                    <a:pt x="60" y="124"/>
                  </a:cubicBezTo>
                  <a:cubicBezTo>
                    <a:pt x="78" y="101"/>
                    <a:pt x="60" y="56"/>
                    <a:pt x="55" y="47"/>
                  </a:cubicBezTo>
                  <a:cubicBezTo>
                    <a:pt x="50" y="38"/>
                    <a:pt x="33" y="0"/>
                    <a:pt x="33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84" name="Freeform 406">
              <a:extLst>
                <a:ext uri="{FF2B5EF4-FFF2-40B4-BE49-F238E27FC236}">
                  <a16:creationId xmlns:a16="http://schemas.microsoft.com/office/drawing/2014/main" id="{2C248DA4-5A53-42A1-86A7-00D23AA91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848"/>
              <a:ext cx="78" cy="98"/>
            </a:xfrm>
            <a:custGeom>
              <a:avLst/>
              <a:gdLst>
                <a:gd name="T0" fmla="*/ 12 w 77"/>
                <a:gd name="T1" fmla="*/ 0 h 97"/>
                <a:gd name="T2" fmla="*/ 0 w 77"/>
                <a:gd name="T3" fmla="*/ 53 h 97"/>
                <a:gd name="T4" fmla="*/ 51 w 77"/>
                <a:gd name="T5" fmla="*/ 84 h 97"/>
                <a:gd name="T6" fmla="*/ 66 w 77"/>
                <a:gd name="T7" fmla="*/ 26 h 97"/>
                <a:gd name="T8" fmla="*/ 12 w 77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97">
                  <a:moveTo>
                    <a:pt x="12" y="0"/>
                  </a:moveTo>
                  <a:cubicBezTo>
                    <a:pt x="12" y="0"/>
                    <a:pt x="0" y="34"/>
                    <a:pt x="0" y="50"/>
                  </a:cubicBezTo>
                  <a:cubicBezTo>
                    <a:pt x="0" y="50"/>
                    <a:pt x="38" y="65"/>
                    <a:pt x="48" y="81"/>
                  </a:cubicBezTo>
                  <a:cubicBezTo>
                    <a:pt x="58" y="97"/>
                    <a:pt x="77" y="43"/>
                    <a:pt x="63" y="26"/>
                  </a:cubicBezTo>
                  <a:cubicBezTo>
                    <a:pt x="49" y="9"/>
                    <a:pt x="12" y="0"/>
                    <a:pt x="12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85" name="Freeform 407">
              <a:extLst>
                <a:ext uri="{FF2B5EF4-FFF2-40B4-BE49-F238E27FC236}">
                  <a16:creationId xmlns:a16="http://schemas.microsoft.com/office/drawing/2014/main" id="{4BD9030F-EC9F-46BE-9722-D5C5EEA19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2931"/>
              <a:ext cx="96" cy="71"/>
            </a:xfrm>
            <a:custGeom>
              <a:avLst/>
              <a:gdLst>
                <a:gd name="T0" fmla="*/ 5 w 95"/>
                <a:gd name="T1" fmla="*/ 3 h 71"/>
                <a:gd name="T2" fmla="*/ 0 w 95"/>
                <a:gd name="T3" fmla="*/ 48 h 71"/>
                <a:gd name="T4" fmla="*/ 62 w 95"/>
                <a:gd name="T5" fmla="*/ 62 h 71"/>
                <a:gd name="T6" fmla="*/ 95 w 95"/>
                <a:gd name="T7" fmla="*/ 45 h 71"/>
                <a:gd name="T8" fmla="*/ 45 w 95"/>
                <a:gd name="T9" fmla="*/ 8 h 71"/>
                <a:gd name="T10" fmla="*/ 5 w 95"/>
                <a:gd name="T11" fmla="*/ 3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71">
                  <a:moveTo>
                    <a:pt x="5" y="3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49" y="56"/>
                    <a:pt x="59" y="62"/>
                  </a:cubicBezTo>
                  <a:cubicBezTo>
                    <a:pt x="69" y="68"/>
                    <a:pt x="89" y="71"/>
                    <a:pt x="92" y="45"/>
                  </a:cubicBezTo>
                  <a:cubicBezTo>
                    <a:pt x="95" y="19"/>
                    <a:pt x="45" y="8"/>
                    <a:pt x="45" y="8"/>
                  </a:cubicBezTo>
                  <a:cubicBezTo>
                    <a:pt x="45" y="8"/>
                    <a:pt x="11" y="0"/>
                    <a:pt x="5" y="3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86" name="Freeform 408">
              <a:extLst>
                <a:ext uri="{FF2B5EF4-FFF2-40B4-BE49-F238E27FC236}">
                  <a16:creationId xmlns:a16="http://schemas.microsoft.com/office/drawing/2014/main" id="{8EE09E1A-8CD1-47AB-9685-F849D38B5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3016"/>
              <a:ext cx="98" cy="84"/>
            </a:xfrm>
            <a:custGeom>
              <a:avLst/>
              <a:gdLst>
                <a:gd name="T0" fmla="*/ 3 w 97"/>
                <a:gd name="T1" fmla="*/ 0 h 83"/>
                <a:gd name="T2" fmla="*/ 0 w 97"/>
                <a:gd name="T3" fmla="*/ 60 h 83"/>
                <a:gd name="T4" fmla="*/ 46 w 97"/>
                <a:gd name="T5" fmla="*/ 59 h 83"/>
                <a:gd name="T6" fmla="*/ 96 w 97"/>
                <a:gd name="T7" fmla="*/ 40 h 83"/>
                <a:gd name="T8" fmla="*/ 53 w 97"/>
                <a:gd name="T9" fmla="*/ 7 h 83"/>
                <a:gd name="T10" fmla="*/ 3 w 97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83">
                  <a:moveTo>
                    <a:pt x="3" y="0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33" y="50"/>
                    <a:pt x="46" y="56"/>
                  </a:cubicBezTo>
                  <a:cubicBezTo>
                    <a:pt x="59" y="62"/>
                    <a:pt x="97" y="83"/>
                    <a:pt x="93" y="40"/>
                  </a:cubicBezTo>
                  <a:cubicBezTo>
                    <a:pt x="90" y="6"/>
                    <a:pt x="68" y="5"/>
                    <a:pt x="50" y="7"/>
                  </a:cubicBezTo>
                  <a:cubicBezTo>
                    <a:pt x="32" y="9"/>
                    <a:pt x="3" y="0"/>
                    <a:pt x="3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87" name="Freeform 409">
              <a:extLst>
                <a:ext uri="{FF2B5EF4-FFF2-40B4-BE49-F238E27FC236}">
                  <a16:creationId xmlns:a16="http://schemas.microsoft.com/office/drawing/2014/main" id="{C8623EDD-2A9E-479B-8E47-8F7CED015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3085"/>
              <a:ext cx="104" cy="81"/>
            </a:xfrm>
            <a:custGeom>
              <a:avLst/>
              <a:gdLst>
                <a:gd name="T0" fmla="*/ 0 w 103"/>
                <a:gd name="T1" fmla="*/ 21 h 81"/>
                <a:gd name="T2" fmla="*/ 16 w 103"/>
                <a:gd name="T3" fmla="*/ 81 h 81"/>
                <a:gd name="T4" fmla="*/ 73 w 103"/>
                <a:gd name="T5" fmla="*/ 76 h 81"/>
                <a:gd name="T6" fmla="*/ 103 w 103"/>
                <a:gd name="T7" fmla="*/ 35 h 81"/>
                <a:gd name="T8" fmla="*/ 45 w 103"/>
                <a:gd name="T9" fmla="*/ 12 h 81"/>
                <a:gd name="T10" fmla="*/ 0 w 103"/>
                <a:gd name="T11" fmla="*/ 2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81">
                  <a:moveTo>
                    <a:pt x="0" y="21"/>
                  </a:moveTo>
                  <a:cubicBezTo>
                    <a:pt x="0" y="21"/>
                    <a:pt x="8" y="74"/>
                    <a:pt x="16" y="81"/>
                  </a:cubicBezTo>
                  <a:cubicBezTo>
                    <a:pt x="16" y="81"/>
                    <a:pt x="55" y="75"/>
                    <a:pt x="70" y="76"/>
                  </a:cubicBezTo>
                  <a:cubicBezTo>
                    <a:pt x="85" y="77"/>
                    <a:pt x="103" y="70"/>
                    <a:pt x="100" y="35"/>
                  </a:cubicBezTo>
                  <a:cubicBezTo>
                    <a:pt x="97" y="0"/>
                    <a:pt x="61" y="9"/>
                    <a:pt x="45" y="12"/>
                  </a:cubicBezTo>
                  <a:cubicBezTo>
                    <a:pt x="29" y="15"/>
                    <a:pt x="0" y="21"/>
                    <a:pt x="0" y="2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88" name="Freeform 410">
              <a:extLst>
                <a:ext uri="{FF2B5EF4-FFF2-40B4-BE49-F238E27FC236}">
                  <a16:creationId xmlns:a16="http://schemas.microsoft.com/office/drawing/2014/main" id="{2D55B3C9-A82B-433E-8CE9-F326869CF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3195"/>
              <a:ext cx="98" cy="94"/>
            </a:xfrm>
            <a:custGeom>
              <a:avLst/>
              <a:gdLst>
                <a:gd name="T0" fmla="*/ 0 w 97"/>
                <a:gd name="T1" fmla="*/ 8 h 93"/>
                <a:gd name="T2" fmla="*/ 22 w 97"/>
                <a:gd name="T3" fmla="*/ 78 h 93"/>
                <a:gd name="T4" fmla="*/ 66 w 97"/>
                <a:gd name="T5" fmla="*/ 80 h 93"/>
                <a:gd name="T6" fmla="*/ 98 w 97"/>
                <a:gd name="T7" fmla="*/ 66 h 93"/>
                <a:gd name="T8" fmla="*/ 75 w 97"/>
                <a:gd name="T9" fmla="*/ 13 h 93"/>
                <a:gd name="T10" fmla="*/ 33 w 97"/>
                <a:gd name="T11" fmla="*/ 6 h 93"/>
                <a:gd name="T12" fmla="*/ 0 w 97"/>
                <a:gd name="T13" fmla="*/ 8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93">
                  <a:moveTo>
                    <a:pt x="0" y="8"/>
                  </a:moveTo>
                  <a:cubicBezTo>
                    <a:pt x="22" y="75"/>
                    <a:pt x="22" y="75"/>
                    <a:pt x="22" y="75"/>
                  </a:cubicBezTo>
                  <a:cubicBezTo>
                    <a:pt x="22" y="75"/>
                    <a:pt x="49" y="72"/>
                    <a:pt x="63" y="77"/>
                  </a:cubicBezTo>
                  <a:cubicBezTo>
                    <a:pt x="77" y="82"/>
                    <a:pt x="97" y="93"/>
                    <a:pt x="95" y="63"/>
                  </a:cubicBezTo>
                  <a:cubicBezTo>
                    <a:pt x="93" y="33"/>
                    <a:pt x="89" y="18"/>
                    <a:pt x="72" y="13"/>
                  </a:cubicBezTo>
                  <a:cubicBezTo>
                    <a:pt x="55" y="8"/>
                    <a:pt x="46" y="12"/>
                    <a:pt x="33" y="6"/>
                  </a:cubicBezTo>
                  <a:cubicBezTo>
                    <a:pt x="20" y="0"/>
                    <a:pt x="0" y="8"/>
                    <a:pt x="0" y="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89" name="Freeform 411">
              <a:extLst>
                <a:ext uri="{FF2B5EF4-FFF2-40B4-BE49-F238E27FC236}">
                  <a16:creationId xmlns:a16="http://schemas.microsoft.com/office/drawing/2014/main" id="{294B1B3F-FA57-466A-8DBD-E185D800C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3308"/>
              <a:ext cx="124" cy="72"/>
            </a:xfrm>
            <a:custGeom>
              <a:avLst/>
              <a:gdLst>
                <a:gd name="T0" fmla="*/ 0 w 123"/>
                <a:gd name="T1" fmla="*/ 7 h 71"/>
                <a:gd name="T2" fmla="*/ 44 w 123"/>
                <a:gd name="T3" fmla="*/ 69 h 71"/>
                <a:gd name="T4" fmla="*/ 101 w 123"/>
                <a:gd name="T5" fmla="*/ 68 h 71"/>
                <a:gd name="T6" fmla="*/ 119 w 123"/>
                <a:gd name="T7" fmla="*/ 44 h 71"/>
                <a:gd name="T8" fmla="*/ 49 w 123"/>
                <a:gd name="T9" fmla="*/ 0 h 71"/>
                <a:gd name="T10" fmla="*/ 0 w 123"/>
                <a:gd name="T11" fmla="*/ 7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1">
                  <a:moveTo>
                    <a:pt x="0" y="7"/>
                  </a:moveTo>
                  <a:cubicBezTo>
                    <a:pt x="44" y="66"/>
                    <a:pt x="44" y="66"/>
                    <a:pt x="44" y="66"/>
                  </a:cubicBezTo>
                  <a:cubicBezTo>
                    <a:pt x="44" y="66"/>
                    <a:pt x="81" y="59"/>
                    <a:pt x="98" y="65"/>
                  </a:cubicBezTo>
                  <a:cubicBezTo>
                    <a:pt x="115" y="71"/>
                    <a:pt x="123" y="56"/>
                    <a:pt x="116" y="41"/>
                  </a:cubicBezTo>
                  <a:cubicBezTo>
                    <a:pt x="109" y="26"/>
                    <a:pt x="89" y="0"/>
                    <a:pt x="49" y="0"/>
                  </a:cubicBezTo>
                  <a:cubicBezTo>
                    <a:pt x="9" y="0"/>
                    <a:pt x="0" y="7"/>
                    <a:pt x="0" y="7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90" name="Freeform 412">
              <a:extLst>
                <a:ext uri="{FF2B5EF4-FFF2-40B4-BE49-F238E27FC236}">
                  <a16:creationId xmlns:a16="http://schemas.microsoft.com/office/drawing/2014/main" id="{218CFEA5-DF88-45B9-9A25-2AC0A381D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96"/>
              <a:ext cx="230" cy="463"/>
            </a:xfrm>
            <a:custGeom>
              <a:avLst/>
              <a:gdLst>
                <a:gd name="T0" fmla="*/ 0 w 228"/>
                <a:gd name="T1" fmla="*/ 28 h 461"/>
                <a:gd name="T2" fmla="*/ 87 w 228"/>
                <a:gd name="T3" fmla="*/ 122 h 461"/>
                <a:gd name="T4" fmla="*/ 198 w 228"/>
                <a:gd name="T5" fmla="*/ 459 h 461"/>
                <a:gd name="T6" fmla="*/ 221 w 228"/>
                <a:gd name="T7" fmla="*/ 393 h 461"/>
                <a:gd name="T8" fmla="*/ 227 w 228"/>
                <a:gd name="T9" fmla="*/ 367 h 461"/>
                <a:gd name="T10" fmla="*/ 202 w 228"/>
                <a:gd name="T11" fmla="*/ 240 h 461"/>
                <a:gd name="T12" fmla="*/ 197 w 228"/>
                <a:gd name="T13" fmla="*/ 197 h 461"/>
                <a:gd name="T14" fmla="*/ 138 w 228"/>
                <a:gd name="T15" fmla="*/ 109 h 461"/>
                <a:gd name="T16" fmla="*/ 101 w 228"/>
                <a:gd name="T17" fmla="*/ 68 h 461"/>
                <a:gd name="T18" fmla="*/ 0 w 228"/>
                <a:gd name="T19" fmla="*/ 28 h 4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8" h="461">
                  <a:moveTo>
                    <a:pt x="0" y="28"/>
                  </a:moveTo>
                  <a:cubicBezTo>
                    <a:pt x="0" y="28"/>
                    <a:pt x="39" y="83"/>
                    <a:pt x="84" y="119"/>
                  </a:cubicBezTo>
                  <a:cubicBezTo>
                    <a:pt x="129" y="154"/>
                    <a:pt x="214" y="306"/>
                    <a:pt x="192" y="453"/>
                  </a:cubicBezTo>
                  <a:cubicBezTo>
                    <a:pt x="192" y="453"/>
                    <a:pt x="222" y="461"/>
                    <a:pt x="215" y="387"/>
                  </a:cubicBezTo>
                  <a:cubicBezTo>
                    <a:pt x="213" y="366"/>
                    <a:pt x="214" y="379"/>
                    <a:pt x="221" y="361"/>
                  </a:cubicBezTo>
                  <a:cubicBezTo>
                    <a:pt x="228" y="343"/>
                    <a:pt x="217" y="253"/>
                    <a:pt x="196" y="237"/>
                  </a:cubicBezTo>
                  <a:cubicBezTo>
                    <a:pt x="175" y="221"/>
                    <a:pt x="181" y="211"/>
                    <a:pt x="191" y="194"/>
                  </a:cubicBezTo>
                  <a:cubicBezTo>
                    <a:pt x="201" y="177"/>
                    <a:pt x="178" y="106"/>
                    <a:pt x="135" y="109"/>
                  </a:cubicBezTo>
                  <a:cubicBezTo>
                    <a:pt x="92" y="112"/>
                    <a:pt x="94" y="85"/>
                    <a:pt x="98" y="68"/>
                  </a:cubicBezTo>
                  <a:cubicBezTo>
                    <a:pt x="102" y="51"/>
                    <a:pt x="43" y="0"/>
                    <a:pt x="0" y="2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91" name="Freeform 413">
              <a:extLst>
                <a:ext uri="{FF2B5EF4-FFF2-40B4-BE49-F238E27FC236}">
                  <a16:creationId xmlns:a16="http://schemas.microsoft.com/office/drawing/2014/main" id="{D7A8EABD-4CE8-416F-955F-023EF1F21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893"/>
              <a:ext cx="69" cy="89"/>
            </a:xfrm>
            <a:custGeom>
              <a:avLst/>
              <a:gdLst>
                <a:gd name="T0" fmla="*/ 71 w 68"/>
                <a:gd name="T1" fmla="*/ 30 h 89"/>
                <a:gd name="T2" fmla="*/ 47 w 68"/>
                <a:gd name="T3" fmla="*/ 15 h 89"/>
                <a:gd name="T4" fmla="*/ 23 w 68"/>
                <a:gd name="T5" fmla="*/ 14 h 89"/>
                <a:gd name="T6" fmla="*/ 7 w 68"/>
                <a:gd name="T7" fmla="*/ 34 h 89"/>
                <a:gd name="T8" fmla="*/ 23 w 68"/>
                <a:gd name="T9" fmla="*/ 73 h 89"/>
                <a:gd name="T10" fmla="*/ 70 w 68"/>
                <a:gd name="T11" fmla="*/ 56 h 89"/>
                <a:gd name="T12" fmla="*/ 71 w 68"/>
                <a:gd name="T13" fmla="*/ 3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89">
                  <a:moveTo>
                    <a:pt x="68" y="30"/>
                  </a:moveTo>
                  <a:cubicBezTo>
                    <a:pt x="68" y="30"/>
                    <a:pt x="47" y="30"/>
                    <a:pt x="44" y="15"/>
                  </a:cubicBezTo>
                  <a:cubicBezTo>
                    <a:pt x="42" y="0"/>
                    <a:pt x="30" y="5"/>
                    <a:pt x="23" y="14"/>
                  </a:cubicBezTo>
                  <a:cubicBezTo>
                    <a:pt x="16" y="22"/>
                    <a:pt x="9" y="12"/>
                    <a:pt x="7" y="34"/>
                  </a:cubicBezTo>
                  <a:cubicBezTo>
                    <a:pt x="4" y="55"/>
                    <a:pt x="0" y="74"/>
                    <a:pt x="23" y="73"/>
                  </a:cubicBezTo>
                  <a:cubicBezTo>
                    <a:pt x="46" y="73"/>
                    <a:pt x="67" y="89"/>
                    <a:pt x="67" y="56"/>
                  </a:cubicBezTo>
                  <a:cubicBezTo>
                    <a:pt x="67" y="35"/>
                    <a:pt x="68" y="30"/>
                    <a:pt x="68" y="3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92" name="Freeform 414">
              <a:extLst>
                <a:ext uri="{FF2B5EF4-FFF2-40B4-BE49-F238E27FC236}">
                  <a16:creationId xmlns:a16="http://schemas.microsoft.com/office/drawing/2014/main" id="{3D46BFA8-B1DF-4F75-A660-A6568C461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976"/>
              <a:ext cx="103" cy="107"/>
            </a:xfrm>
            <a:custGeom>
              <a:avLst/>
              <a:gdLst>
                <a:gd name="T0" fmla="*/ 105 w 102"/>
                <a:gd name="T1" fmla="*/ 16 h 106"/>
                <a:gd name="T2" fmla="*/ 82 w 102"/>
                <a:gd name="T3" fmla="*/ 21 h 106"/>
                <a:gd name="T4" fmla="*/ 55 w 102"/>
                <a:gd name="T5" fmla="*/ 5 h 106"/>
                <a:gd name="T6" fmla="*/ 29 w 102"/>
                <a:gd name="T7" fmla="*/ 58 h 106"/>
                <a:gd name="T8" fmla="*/ 34 w 102"/>
                <a:gd name="T9" fmla="*/ 81 h 106"/>
                <a:gd name="T10" fmla="*/ 77 w 102"/>
                <a:gd name="T11" fmla="*/ 77 h 106"/>
                <a:gd name="T12" fmla="*/ 103 w 102"/>
                <a:gd name="T13" fmla="*/ 59 h 106"/>
                <a:gd name="T14" fmla="*/ 105 w 102"/>
                <a:gd name="T15" fmla="*/ 16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106">
                  <a:moveTo>
                    <a:pt x="102" y="16"/>
                  </a:moveTo>
                  <a:cubicBezTo>
                    <a:pt x="102" y="16"/>
                    <a:pt x="87" y="14"/>
                    <a:pt x="79" y="21"/>
                  </a:cubicBezTo>
                  <a:cubicBezTo>
                    <a:pt x="72" y="28"/>
                    <a:pt x="62" y="0"/>
                    <a:pt x="52" y="5"/>
                  </a:cubicBezTo>
                  <a:cubicBezTo>
                    <a:pt x="43" y="11"/>
                    <a:pt x="40" y="47"/>
                    <a:pt x="29" y="55"/>
                  </a:cubicBezTo>
                  <a:cubicBezTo>
                    <a:pt x="18" y="63"/>
                    <a:pt x="0" y="106"/>
                    <a:pt x="34" y="78"/>
                  </a:cubicBezTo>
                  <a:cubicBezTo>
                    <a:pt x="68" y="50"/>
                    <a:pt x="68" y="70"/>
                    <a:pt x="74" y="74"/>
                  </a:cubicBezTo>
                  <a:cubicBezTo>
                    <a:pt x="80" y="78"/>
                    <a:pt x="99" y="84"/>
                    <a:pt x="100" y="56"/>
                  </a:cubicBezTo>
                  <a:cubicBezTo>
                    <a:pt x="101" y="28"/>
                    <a:pt x="102" y="16"/>
                    <a:pt x="102" y="16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93" name="Freeform 415">
              <a:extLst>
                <a:ext uri="{FF2B5EF4-FFF2-40B4-BE49-F238E27FC236}">
                  <a16:creationId xmlns:a16="http://schemas.microsoft.com/office/drawing/2014/main" id="{1211394B-BB52-4E9A-B016-EE3348EA9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1050"/>
              <a:ext cx="104" cy="111"/>
            </a:xfrm>
            <a:custGeom>
              <a:avLst/>
              <a:gdLst>
                <a:gd name="T0" fmla="*/ 102 w 103"/>
                <a:gd name="T1" fmla="*/ 42 h 110"/>
                <a:gd name="T2" fmla="*/ 86 w 103"/>
                <a:gd name="T3" fmla="*/ 25 h 110"/>
                <a:gd name="T4" fmla="*/ 35 w 103"/>
                <a:gd name="T5" fmla="*/ 30 h 110"/>
                <a:gd name="T6" fmla="*/ 28 w 103"/>
                <a:gd name="T7" fmla="*/ 100 h 110"/>
                <a:gd name="T8" fmla="*/ 73 w 103"/>
                <a:gd name="T9" fmla="*/ 100 h 110"/>
                <a:gd name="T10" fmla="*/ 101 w 103"/>
                <a:gd name="T11" fmla="*/ 95 h 110"/>
                <a:gd name="T12" fmla="*/ 102 w 103"/>
                <a:gd name="T13" fmla="*/ 42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10">
                  <a:moveTo>
                    <a:pt x="99" y="42"/>
                  </a:moveTo>
                  <a:cubicBezTo>
                    <a:pt x="99" y="42"/>
                    <a:pt x="103" y="25"/>
                    <a:pt x="83" y="25"/>
                  </a:cubicBezTo>
                  <a:cubicBezTo>
                    <a:pt x="63" y="25"/>
                    <a:pt x="47" y="0"/>
                    <a:pt x="35" y="30"/>
                  </a:cubicBezTo>
                  <a:cubicBezTo>
                    <a:pt x="23" y="60"/>
                    <a:pt x="0" y="109"/>
                    <a:pt x="28" y="97"/>
                  </a:cubicBezTo>
                  <a:cubicBezTo>
                    <a:pt x="56" y="84"/>
                    <a:pt x="62" y="84"/>
                    <a:pt x="70" y="97"/>
                  </a:cubicBezTo>
                  <a:cubicBezTo>
                    <a:pt x="78" y="110"/>
                    <a:pt x="86" y="85"/>
                    <a:pt x="98" y="92"/>
                  </a:cubicBezTo>
                  <a:cubicBezTo>
                    <a:pt x="101" y="94"/>
                    <a:pt x="99" y="42"/>
                    <a:pt x="99" y="4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94" name="Freeform 416">
              <a:extLst>
                <a:ext uri="{FF2B5EF4-FFF2-40B4-BE49-F238E27FC236}">
                  <a16:creationId xmlns:a16="http://schemas.microsoft.com/office/drawing/2014/main" id="{1997F3ED-ADD0-437C-86D0-ED7BC2C09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158"/>
              <a:ext cx="96" cy="82"/>
            </a:xfrm>
            <a:custGeom>
              <a:avLst/>
              <a:gdLst>
                <a:gd name="T0" fmla="*/ 90 w 95"/>
                <a:gd name="T1" fmla="*/ 12 h 81"/>
                <a:gd name="T2" fmla="*/ 96 w 95"/>
                <a:gd name="T3" fmla="*/ 55 h 81"/>
                <a:gd name="T4" fmla="*/ 68 w 95"/>
                <a:gd name="T5" fmla="*/ 72 h 81"/>
                <a:gd name="T6" fmla="*/ 33 w 95"/>
                <a:gd name="T7" fmla="*/ 76 h 81"/>
                <a:gd name="T8" fmla="*/ 10 w 95"/>
                <a:gd name="T9" fmla="*/ 52 h 81"/>
                <a:gd name="T10" fmla="*/ 44 w 95"/>
                <a:gd name="T11" fmla="*/ 13 h 81"/>
                <a:gd name="T12" fmla="*/ 90 w 95"/>
                <a:gd name="T13" fmla="*/ 1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81">
                  <a:moveTo>
                    <a:pt x="87" y="12"/>
                  </a:moveTo>
                  <a:cubicBezTo>
                    <a:pt x="87" y="12"/>
                    <a:pt x="95" y="40"/>
                    <a:pt x="93" y="52"/>
                  </a:cubicBezTo>
                  <a:cubicBezTo>
                    <a:pt x="90" y="63"/>
                    <a:pt x="75" y="56"/>
                    <a:pt x="65" y="69"/>
                  </a:cubicBezTo>
                  <a:cubicBezTo>
                    <a:pt x="56" y="81"/>
                    <a:pt x="49" y="57"/>
                    <a:pt x="33" y="73"/>
                  </a:cubicBezTo>
                  <a:cubicBezTo>
                    <a:pt x="27" y="79"/>
                    <a:pt x="0" y="63"/>
                    <a:pt x="10" y="49"/>
                  </a:cubicBezTo>
                  <a:cubicBezTo>
                    <a:pt x="19" y="35"/>
                    <a:pt x="31" y="0"/>
                    <a:pt x="44" y="13"/>
                  </a:cubicBezTo>
                  <a:cubicBezTo>
                    <a:pt x="57" y="26"/>
                    <a:pt x="84" y="2"/>
                    <a:pt x="87" y="1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95" name="Freeform 417">
              <a:extLst>
                <a:ext uri="{FF2B5EF4-FFF2-40B4-BE49-F238E27FC236}">
                  <a16:creationId xmlns:a16="http://schemas.microsoft.com/office/drawing/2014/main" id="{21DB1A61-6112-42E8-BC09-AE9444D6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1228"/>
              <a:ext cx="103" cy="107"/>
            </a:xfrm>
            <a:custGeom>
              <a:avLst/>
              <a:gdLst>
                <a:gd name="T0" fmla="*/ 100 w 102"/>
                <a:gd name="T1" fmla="*/ 0 h 107"/>
                <a:gd name="T2" fmla="*/ 105 w 102"/>
                <a:gd name="T3" fmla="*/ 62 h 107"/>
                <a:gd name="T4" fmla="*/ 88 w 102"/>
                <a:gd name="T5" fmla="*/ 82 h 107"/>
                <a:gd name="T6" fmla="*/ 54 w 102"/>
                <a:gd name="T7" fmla="*/ 90 h 107"/>
                <a:gd name="T8" fmla="*/ 14 w 102"/>
                <a:gd name="T9" fmla="*/ 71 h 107"/>
                <a:gd name="T10" fmla="*/ 22 w 102"/>
                <a:gd name="T11" fmla="*/ 25 h 107"/>
                <a:gd name="T12" fmla="*/ 71 w 102"/>
                <a:gd name="T13" fmla="*/ 21 h 107"/>
                <a:gd name="T14" fmla="*/ 100 w 102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107">
                  <a:moveTo>
                    <a:pt x="97" y="0"/>
                  </a:moveTo>
                  <a:cubicBezTo>
                    <a:pt x="102" y="62"/>
                    <a:pt x="102" y="62"/>
                    <a:pt x="102" y="62"/>
                  </a:cubicBezTo>
                  <a:cubicBezTo>
                    <a:pt x="102" y="62"/>
                    <a:pt x="92" y="85"/>
                    <a:pt x="85" y="82"/>
                  </a:cubicBezTo>
                  <a:cubicBezTo>
                    <a:pt x="77" y="78"/>
                    <a:pt x="66" y="77"/>
                    <a:pt x="51" y="90"/>
                  </a:cubicBezTo>
                  <a:cubicBezTo>
                    <a:pt x="35" y="103"/>
                    <a:pt x="29" y="107"/>
                    <a:pt x="14" y="71"/>
                  </a:cubicBezTo>
                  <a:cubicBezTo>
                    <a:pt x="0" y="35"/>
                    <a:pt x="9" y="36"/>
                    <a:pt x="22" y="25"/>
                  </a:cubicBezTo>
                  <a:cubicBezTo>
                    <a:pt x="35" y="15"/>
                    <a:pt x="51" y="32"/>
                    <a:pt x="68" y="21"/>
                  </a:cubicBezTo>
                  <a:cubicBezTo>
                    <a:pt x="85" y="9"/>
                    <a:pt x="97" y="0"/>
                    <a:pt x="97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96" name="Freeform 418">
              <a:extLst>
                <a:ext uri="{FF2B5EF4-FFF2-40B4-BE49-F238E27FC236}">
                  <a16:creationId xmlns:a16="http://schemas.microsoft.com/office/drawing/2014/main" id="{E460FFDF-1D80-4031-8100-C338F03A4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308"/>
              <a:ext cx="108" cy="111"/>
            </a:xfrm>
            <a:custGeom>
              <a:avLst/>
              <a:gdLst>
                <a:gd name="T0" fmla="*/ 82 w 107"/>
                <a:gd name="T1" fmla="*/ 4 h 110"/>
                <a:gd name="T2" fmla="*/ 102 w 107"/>
                <a:gd name="T3" fmla="*/ 43 h 110"/>
                <a:gd name="T4" fmla="*/ 83 w 107"/>
                <a:gd name="T5" fmla="*/ 75 h 110"/>
                <a:gd name="T6" fmla="*/ 37 w 107"/>
                <a:gd name="T7" fmla="*/ 101 h 110"/>
                <a:gd name="T8" fmla="*/ 22 w 107"/>
                <a:gd name="T9" fmla="*/ 34 h 110"/>
                <a:gd name="T10" fmla="*/ 68 w 107"/>
                <a:gd name="T11" fmla="*/ 11 h 110"/>
                <a:gd name="T12" fmla="*/ 82 w 107"/>
                <a:gd name="T13" fmla="*/ 4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10">
                  <a:moveTo>
                    <a:pt x="79" y="4"/>
                  </a:moveTo>
                  <a:cubicBezTo>
                    <a:pt x="99" y="43"/>
                    <a:pt x="99" y="43"/>
                    <a:pt x="99" y="43"/>
                  </a:cubicBezTo>
                  <a:cubicBezTo>
                    <a:pt x="99" y="43"/>
                    <a:pt x="107" y="68"/>
                    <a:pt x="80" y="72"/>
                  </a:cubicBezTo>
                  <a:cubicBezTo>
                    <a:pt x="54" y="76"/>
                    <a:pt x="59" y="110"/>
                    <a:pt x="37" y="98"/>
                  </a:cubicBezTo>
                  <a:cubicBezTo>
                    <a:pt x="15" y="85"/>
                    <a:pt x="0" y="47"/>
                    <a:pt x="22" y="34"/>
                  </a:cubicBezTo>
                  <a:cubicBezTo>
                    <a:pt x="45" y="21"/>
                    <a:pt x="61" y="23"/>
                    <a:pt x="65" y="11"/>
                  </a:cubicBezTo>
                  <a:cubicBezTo>
                    <a:pt x="69" y="0"/>
                    <a:pt x="79" y="4"/>
                    <a:pt x="79" y="4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97" name="Freeform 419">
              <a:extLst>
                <a:ext uri="{FF2B5EF4-FFF2-40B4-BE49-F238E27FC236}">
                  <a16:creationId xmlns:a16="http://schemas.microsoft.com/office/drawing/2014/main" id="{DEF3D653-067E-472E-A764-9C933D200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369"/>
              <a:ext cx="94" cy="125"/>
            </a:xfrm>
            <a:custGeom>
              <a:avLst/>
              <a:gdLst>
                <a:gd name="T0" fmla="*/ 69 w 94"/>
                <a:gd name="T1" fmla="*/ 20 h 124"/>
                <a:gd name="T2" fmla="*/ 94 w 94"/>
                <a:gd name="T3" fmla="*/ 61 h 124"/>
                <a:gd name="T4" fmla="*/ 73 w 94"/>
                <a:gd name="T5" fmla="*/ 95 h 124"/>
                <a:gd name="T6" fmla="*/ 38 w 94"/>
                <a:gd name="T7" fmla="*/ 114 h 124"/>
                <a:gd name="T8" fmla="*/ 4 w 94"/>
                <a:gd name="T9" fmla="*/ 96 h 124"/>
                <a:gd name="T10" fmla="*/ 22 w 94"/>
                <a:gd name="T11" fmla="*/ 44 h 124"/>
                <a:gd name="T12" fmla="*/ 69 w 94"/>
                <a:gd name="T13" fmla="*/ 2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24">
                  <a:moveTo>
                    <a:pt x="69" y="20"/>
                  </a:moveTo>
                  <a:cubicBezTo>
                    <a:pt x="94" y="61"/>
                    <a:pt x="94" y="61"/>
                    <a:pt x="94" y="61"/>
                  </a:cubicBezTo>
                  <a:cubicBezTo>
                    <a:pt x="94" y="61"/>
                    <a:pt x="92" y="91"/>
                    <a:pt x="73" y="92"/>
                  </a:cubicBezTo>
                  <a:cubicBezTo>
                    <a:pt x="54" y="93"/>
                    <a:pt x="52" y="98"/>
                    <a:pt x="38" y="111"/>
                  </a:cubicBezTo>
                  <a:cubicBezTo>
                    <a:pt x="25" y="124"/>
                    <a:pt x="7" y="122"/>
                    <a:pt x="4" y="93"/>
                  </a:cubicBezTo>
                  <a:cubicBezTo>
                    <a:pt x="1" y="63"/>
                    <a:pt x="0" y="46"/>
                    <a:pt x="22" y="44"/>
                  </a:cubicBezTo>
                  <a:cubicBezTo>
                    <a:pt x="44" y="42"/>
                    <a:pt x="52" y="0"/>
                    <a:pt x="69" y="2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98" name="Freeform 420">
              <a:extLst>
                <a:ext uri="{FF2B5EF4-FFF2-40B4-BE49-F238E27FC236}">
                  <a16:creationId xmlns:a16="http://schemas.microsoft.com/office/drawing/2014/main" id="{92B46A1E-47EA-4BAF-89CE-F022B4C24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467"/>
              <a:ext cx="138" cy="135"/>
            </a:xfrm>
            <a:custGeom>
              <a:avLst/>
              <a:gdLst>
                <a:gd name="T0" fmla="*/ 106 w 137"/>
                <a:gd name="T1" fmla="*/ 0 h 134"/>
                <a:gd name="T2" fmla="*/ 136 w 137"/>
                <a:gd name="T3" fmla="*/ 56 h 134"/>
                <a:gd name="T4" fmla="*/ 113 w 137"/>
                <a:gd name="T5" fmla="*/ 86 h 134"/>
                <a:gd name="T6" fmla="*/ 64 w 137"/>
                <a:gd name="T7" fmla="*/ 112 h 134"/>
                <a:gd name="T8" fmla="*/ 52 w 137"/>
                <a:gd name="T9" fmla="*/ 23 h 134"/>
                <a:gd name="T10" fmla="*/ 106 w 137"/>
                <a:gd name="T11" fmla="*/ 0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34">
                  <a:moveTo>
                    <a:pt x="103" y="0"/>
                  </a:moveTo>
                  <a:cubicBezTo>
                    <a:pt x="133" y="56"/>
                    <a:pt x="133" y="56"/>
                    <a:pt x="133" y="56"/>
                  </a:cubicBezTo>
                  <a:cubicBezTo>
                    <a:pt x="133" y="56"/>
                    <a:pt x="137" y="80"/>
                    <a:pt x="110" y="83"/>
                  </a:cubicBezTo>
                  <a:cubicBezTo>
                    <a:pt x="83" y="87"/>
                    <a:pt x="81" y="134"/>
                    <a:pt x="64" y="109"/>
                  </a:cubicBezTo>
                  <a:cubicBezTo>
                    <a:pt x="48" y="84"/>
                    <a:pt x="0" y="33"/>
                    <a:pt x="52" y="23"/>
                  </a:cubicBezTo>
                  <a:cubicBezTo>
                    <a:pt x="104" y="12"/>
                    <a:pt x="76" y="2"/>
                    <a:pt x="103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99" name="Freeform 421">
              <a:extLst>
                <a:ext uri="{FF2B5EF4-FFF2-40B4-BE49-F238E27FC236}">
                  <a16:creationId xmlns:a16="http://schemas.microsoft.com/office/drawing/2014/main" id="{B82BF66D-3863-47F7-B83B-19E7EBA7C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541"/>
              <a:ext cx="125" cy="146"/>
            </a:xfrm>
            <a:custGeom>
              <a:avLst/>
              <a:gdLst>
                <a:gd name="T0" fmla="*/ 95 w 124"/>
                <a:gd name="T1" fmla="*/ 16 h 145"/>
                <a:gd name="T2" fmla="*/ 121 w 124"/>
                <a:gd name="T3" fmla="*/ 81 h 145"/>
                <a:gd name="T4" fmla="*/ 91 w 124"/>
                <a:gd name="T5" fmla="*/ 102 h 145"/>
                <a:gd name="T6" fmla="*/ 27 w 124"/>
                <a:gd name="T7" fmla="*/ 115 h 145"/>
                <a:gd name="T8" fmla="*/ 38 w 124"/>
                <a:gd name="T9" fmla="*/ 47 h 145"/>
                <a:gd name="T10" fmla="*/ 95 w 124"/>
                <a:gd name="T11" fmla="*/ 16 h 1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45">
                  <a:moveTo>
                    <a:pt x="92" y="16"/>
                  </a:moveTo>
                  <a:cubicBezTo>
                    <a:pt x="118" y="78"/>
                    <a:pt x="118" y="78"/>
                    <a:pt x="118" y="78"/>
                  </a:cubicBezTo>
                  <a:cubicBezTo>
                    <a:pt x="118" y="78"/>
                    <a:pt x="124" y="87"/>
                    <a:pt x="88" y="99"/>
                  </a:cubicBezTo>
                  <a:cubicBezTo>
                    <a:pt x="53" y="111"/>
                    <a:pt x="37" y="145"/>
                    <a:pt x="27" y="112"/>
                  </a:cubicBezTo>
                  <a:cubicBezTo>
                    <a:pt x="18" y="80"/>
                    <a:pt x="0" y="53"/>
                    <a:pt x="38" y="47"/>
                  </a:cubicBezTo>
                  <a:cubicBezTo>
                    <a:pt x="76" y="40"/>
                    <a:pt x="87" y="0"/>
                    <a:pt x="92" y="16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00" name="Freeform 422">
              <a:extLst>
                <a:ext uri="{FF2B5EF4-FFF2-40B4-BE49-F238E27FC236}">
                  <a16:creationId xmlns:a16="http://schemas.microsoft.com/office/drawing/2014/main" id="{C6E7B963-73AE-4266-9E23-CE15F6C39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636"/>
              <a:ext cx="132" cy="149"/>
            </a:xfrm>
            <a:custGeom>
              <a:avLst/>
              <a:gdLst>
                <a:gd name="T0" fmla="*/ 99 w 131"/>
                <a:gd name="T1" fmla="*/ 16 h 148"/>
                <a:gd name="T2" fmla="*/ 128 w 131"/>
                <a:gd name="T3" fmla="*/ 77 h 148"/>
                <a:gd name="T4" fmla="*/ 99 w 131"/>
                <a:gd name="T5" fmla="*/ 103 h 148"/>
                <a:gd name="T6" fmla="*/ 17 w 131"/>
                <a:gd name="T7" fmla="*/ 116 h 148"/>
                <a:gd name="T8" fmla="*/ 32 w 131"/>
                <a:gd name="T9" fmla="*/ 44 h 148"/>
                <a:gd name="T10" fmla="*/ 99 w 131"/>
                <a:gd name="T11" fmla="*/ 16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148">
                  <a:moveTo>
                    <a:pt x="96" y="16"/>
                  </a:moveTo>
                  <a:cubicBezTo>
                    <a:pt x="96" y="16"/>
                    <a:pt x="118" y="63"/>
                    <a:pt x="125" y="74"/>
                  </a:cubicBezTo>
                  <a:cubicBezTo>
                    <a:pt x="131" y="85"/>
                    <a:pt x="119" y="100"/>
                    <a:pt x="96" y="100"/>
                  </a:cubicBezTo>
                  <a:cubicBezTo>
                    <a:pt x="73" y="100"/>
                    <a:pt x="31" y="148"/>
                    <a:pt x="17" y="113"/>
                  </a:cubicBezTo>
                  <a:cubicBezTo>
                    <a:pt x="3" y="77"/>
                    <a:pt x="0" y="48"/>
                    <a:pt x="32" y="44"/>
                  </a:cubicBezTo>
                  <a:cubicBezTo>
                    <a:pt x="65" y="40"/>
                    <a:pt x="93" y="0"/>
                    <a:pt x="96" y="16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01" name="Freeform 423">
              <a:extLst>
                <a:ext uri="{FF2B5EF4-FFF2-40B4-BE49-F238E27FC236}">
                  <a16:creationId xmlns:a16="http://schemas.microsoft.com/office/drawing/2014/main" id="{D826740C-7F9F-4B45-9268-C8E2CF0A0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753"/>
              <a:ext cx="151" cy="128"/>
            </a:xfrm>
            <a:custGeom>
              <a:avLst/>
              <a:gdLst>
                <a:gd name="T0" fmla="*/ 116 w 149"/>
                <a:gd name="T1" fmla="*/ 10 h 128"/>
                <a:gd name="T2" fmla="*/ 138 w 149"/>
                <a:gd name="T3" fmla="*/ 50 h 128"/>
                <a:gd name="T4" fmla="*/ 126 w 149"/>
                <a:gd name="T5" fmla="*/ 105 h 128"/>
                <a:gd name="T6" fmla="*/ 44 w 149"/>
                <a:gd name="T7" fmla="*/ 117 h 128"/>
                <a:gd name="T8" fmla="*/ 1 w 149"/>
                <a:gd name="T9" fmla="*/ 81 h 128"/>
                <a:gd name="T10" fmla="*/ 35 w 149"/>
                <a:gd name="T11" fmla="*/ 36 h 128"/>
                <a:gd name="T12" fmla="*/ 116 w 149"/>
                <a:gd name="T13" fmla="*/ 1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128">
                  <a:moveTo>
                    <a:pt x="111" y="10"/>
                  </a:moveTo>
                  <a:cubicBezTo>
                    <a:pt x="111" y="10"/>
                    <a:pt x="132" y="23"/>
                    <a:pt x="132" y="50"/>
                  </a:cubicBezTo>
                  <a:cubicBezTo>
                    <a:pt x="132" y="76"/>
                    <a:pt x="149" y="92"/>
                    <a:pt x="120" y="105"/>
                  </a:cubicBezTo>
                  <a:cubicBezTo>
                    <a:pt x="92" y="118"/>
                    <a:pt x="58" y="107"/>
                    <a:pt x="41" y="117"/>
                  </a:cubicBezTo>
                  <a:cubicBezTo>
                    <a:pt x="24" y="128"/>
                    <a:pt x="2" y="120"/>
                    <a:pt x="1" y="81"/>
                  </a:cubicBezTo>
                  <a:cubicBezTo>
                    <a:pt x="0" y="42"/>
                    <a:pt x="3" y="40"/>
                    <a:pt x="35" y="36"/>
                  </a:cubicBezTo>
                  <a:cubicBezTo>
                    <a:pt x="66" y="33"/>
                    <a:pt x="93" y="0"/>
                    <a:pt x="111" y="1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02" name="Freeform 424">
              <a:extLst>
                <a:ext uri="{FF2B5EF4-FFF2-40B4-BE49-F238E27FC236}">
                  <a16:creationId xmlns:a16="http://schemas.microsoft.com/office/drawing/2014/main" id="{BDC72F61-3667-4B1C-9630-46478CC68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874"/>
              <a:ext cx="162" cy="102"/>
            </a:xfrm>
            <a:custGeom>
              <a:avLst/>
              <a:gdLst>
                <a:gd name="T0" fmla="*/ 136 w 160"/>
                <a:gd name="T1" fmla="*/ 5 h 101"/>
                <a:gd name="T2" fmla="*/ 153 w 160"/>
                <a:gd name="T3" fmla="*/ 25 h 101"/>
                <a:gd name="T4" fmla="*/ 127 w 160"/>
                <a:gd name="T5" fmla="*/ 95 h 101"/>
                <a:gd name="T6" fmla="*/ 47 w 160"/>
                <a:gd name="T7" fmla="*/ 98 h 101"/>
                <a:gd name="T8" fmla="*/ 12 w 160"/>
                <a:gd name="T9" fmla="*/ 68 h 101"/>
                <a:gd name="T10" fmla="*/ 37 w 160"/>
                <a:gd name="T11" fmla="*/ 16 h 101"/>
                <a:gd name="T12" fmla="*/ 136 w 160"/>
                <a:gd name="T13" fmla="*/ 5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101">
                  <a:moveTo>
                    <a:pt x="130" y="5"/>
                  </a:moveTo>
                  <a:cubicBezTo>
                    <a:pt x="130" y="5"/>
                    <a:pt x="148" y="0"/>
                    <a:pt x="147" y="25"/>
                  </a:cubicBezTo>
                  <a:cubicBezTo>
                    <a:pt x="146" y="50"/>
                    <a:pt x="160" y="87"/>
                    <a:pt x="121" y="92"/>
                  </a:cubicBezTo>
                  <a:cubicBezTo>
                    <a:pt x="82" y="96"/>
                    <a:pt x="62" y="90"/>
                    <a:pt x="44" y="95"/>
                  </a:cubicBezTo>
                  <a:cubicBezTo>
                    <a:pt x="26" y="101"/>
                    <a:pt x="7" y="88"/>
                    <a:pt x="12" y="65"/>
                  </a:cubicBezTo>
                  <a:cubicBezTo>
                    <a:pt x="17" y="42"/>
                    <a:pt x="0" y="17"/>
                    <a:pt x="37" y="16"/>
                  </a:cubicBezTo>
                  <a:cubicBezTo>
                    <a:pt x="73" y="15"/>
                    <a:pt x="130" y="5"/>
                    <a:pt x="130" y="5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03" name="Freeform 425">
              <a:extLst>
                <a:ext uri="{FF2B5EF4-FFF2-40B4-BE49-F238E27FC236}">
                  <a16:creationId xmlns:a16="http://schemas.microsoft.com/office/drawing/2014/main" id="{92B840F9-36BF-457C-8E2C-D68F48EB5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981"/>
              <a:ext cx="159" cy="138"/>
            </a:xfrm>
            <a:custGeom>
              <a:avLst/>
              <a:gdLst>
                <a:gd name="T0" fmla="*/ 131 w 157"/>
                <a:gd name="T1" fmla="*/ 13 h 137"/>
                <a:gd name="T2" fmla="*/ 155 w 157"/>
                <a:gd name="T3" fmla="*/ 26 h 137"/>
                <a:gd name="T4" fmla="*/ 143 w 157"/>
                <a:gd name="T5" fmla="*/ 118 h 137"/>
                <a:gd name="T6" fmla="*/ 86 w 157"/>
                <a:gd name="T7" fmla="*/ 121 h 137"/>
                <a:gd name="T8" fmla="*/ 12 w 157"/>
                <a:gd name="T9" fmla="*/ 91 h 137"/>
                <a:gd name="T10" fmla="*/ 62 w 157"/>
                <a:gd name="T11" fmla="*/ 14 h 137"/>
                <a:gd name="T12" fmla="*/ 131 w 157"/>
                <a:gd name="T13" fmla="*/ 13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37">
                  <a:moveTo>
                    <a:pt x="125" y="13"/>
                  </a:moveTo>
                  <a:cubicBezTo>
                    <a:pt x="125" y="13"/>
                    <a:pt x="147" y="7"/>
                    <a:pt x="149" y="26"/>
                  </a:cubicBezTo>
                  <a:cubicBezTo>
                    <a:pt x="151" y="44"/>
                    <a:pt x="157" y="101"/>
                    <a:pt x="137" y="115"/>
                  </a:cubicBezTo>
                  <a:cubicBezTo>
                    <a:pt x="117" y="129"/>
                    <a:pt x="117" y="117"/>
                    <a:pt x="83" y="118"/>
                  </a:cubicBezTo>
                  <a:cubicBezTo>
                    <a:pt x="50" y="119"/>
                    <a:pt x="0" y="137"/>
                    <a:pt x="12" y="88"/>
                  </a:cubicBezTo>
                  <a:cubicBezTo>
                    <a:pt x="23" y="40"/>
                    <a:pt x="13" y="0"/>
                    <a:pt x="59" y="14"/>
                  </a:cubicBezTo>
                  <a:cubicBezTo>
                    <a:pt x="106" y="28"/>
                    <a:pt x="125" y="13"/>
                    <a:pt x="125" y="13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04" name="Freeform 426">
              <a:extLst>
                <a:ext uri="{FF2B5EF4-FFF2-40B4-BE49-F238E27FC236}">
                  <a16:creationId xmlns:a16="http://schemas.microsoft.com/office/drawing/2014/main" id="{B346156D-566C-48A3-AD4E-DAA505035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2114"/>
              <a:ext cx="168" cy="126"/>
            </a:xfrm>
            <a:custGeom>
              <a:avLst/>
              <a:gdLst>
                <a:gd name="T0" fmla="*/ 145 w 166"/>
                <a:gd name="T1" fmla="*/ 3 h 125"/>
                <a:gd name="T2" fmla="*/ 167 w 166"/>
                <a:gd name="T3" fmla="*/ 34 h 125"/>
                <a:gd name="T4" fmla="*/ 112 w 166"/>
                <a:gd name="T5" fmla="*/ 104 h 125"/>
                <a:gd name="T6" fmla="*/ 5 w 166"/>
                <a:gd name="T7" fmla="*/ 72 h 125"/>
                <a:gd name="T8" fmla="*/ 56 w 166"/>
                <a:gd name="T9" fmla="*/ 11 h 125"/>
                <a:gd name="T10" fmla="*/ 145 w 166"/>
                <a:gd name="T11" fmla="*/ 3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25">
                  <a:moveTo>
                    <a:pt x="139" y="3"/>
                  </a:moveTo>
                  <a:cubicBezTo>
                    <a:pt x="139" y="3"/>
                    <a:pt x="166" y="4"/>
                    <a:pt x="161" y="34"/>
                  </a:cubicBezTo>
                  <a:cubicBezTo>
                    <a:pt x="156" y="65"/>
                    <a:pt x="159" y="113"/>
                    <a:pt x="109" y="101"/>
                  </a:cubicBezTo>
                  <a:cubicBezTo>
                    <a:pt x="58" y="90"/>
                    <a:pt x="2" y="125"/>
                    <a:pt x="5" y="69"/>
                  </a:cubicBezTo>
                  <a:cubicBezTo>
                    <a:pt x="8" y="13"/>
                    <a:pt x="0" y="0"/>
                    <a:pt x="53" y="11"/>
                  </a:cubicBezTo>
                  <a:cubicBezTo>
                    <a:pt x="107" y="21"/>
                    <a:pt x="119" y="1"/>
                    <a:pt x="139" y="3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05" name="Freeform 427">
              <a:extLst>
                <a:ext uri="{FF2B5EF4-FFF2-40B4-BE49-F238E27FC236}">
                  <a16:creationId xmlns:a16="http://schemas.microsoft.com/office/drawing/2014/main" id="{9DCDCBBB-1020-4A62-AA45-0432D1926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208"/>
              <a:ext cx="195" cy="142"/>
            </a:xfrm>
            <a:custGeom>
              <a:avLst/>
              <a:gdLst>
                <a:gd name="T0" fmla="*/ 174 w 194"/>
                <a:gd name="T1" fmla="*/ 49 h 141"/>
                <a:gd name="T2" fmla="*/ 188 w 194"/>
                <a:gd name="T3" fmla="*/ 75 h 141"/>
                <a:gd name="T4" fmla="*/ 126 w 194"/>
                <a:gd name="T5" fmla="*/ 126 h 141"/>
                <a:gd name="T6" fmla="*/ 49 w 194"/>
                <a:gd name="T7" fmla="*/ 114 h 141"/>
                <a:gd name="T8" fmla="*/ 28 w 194"/>
                <a:gd name="T9" fmla="*/ 52 h 141"/>
                <a:gd name="T10" fmla="*/ 112 w 194"/>
                <a:gd name="T11" fmla="*/ 29 h 141"/>
                <a:gd name="T12" fmla="*/ 174 w 194"/>
                <a:gd name="T13" fmla="*/ 49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4" h="141">
                  <a:moveTo>
                    <a:pt x="171" y="49"/>
                  </a:moveTo>
                  <a:cubicBezTo>
                    <a:pt x="171" y="49"/>
                    <a:pt x="194" y="52"/>
                    <a:pt x="185" y="72"/>
                  </a:cubicBezTo>
                  <a:cubicBezTo>
                    <a:pt x="177" y="92"/>
                    <a:pt x="174" y="141"/>
                    <a:pt x="123" y="123"/>
                  </a:cubicBezTo>
                  <a:cubicBezTo>
                    <a:pt x="71" y="105"/>
                    <a:pt x="78" y="107"/>
                    <a:pt x="49" y="111"/>
                  </a:cubicBezTo>
                  <a:cubicBezTo>
                    <a:pt x="21" y="115"/>
                    <a:pt x="0" y="103"/>
                    <a:pt x="28" y="52"/>
                  </a:cubicBezTo>
                  <a:cubicBezTo>
                    <a:pt x="57" y="0"/>
                    <a:pt x="88" y="20"/>
                    <a:pt x="109" y="29"/>
                  </a:cubicBezTo>
                  <a:cubicBezTo>
                    <a:pt x="132" y="38"/>
                    <a:pt x="171" y="49"/>
                    <a:pt x="171" y="49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06" name="Freeform 428">
              <a:extLst>
                <a:ext uri="{FF2B5EF4-FFF2-40B4-BE49-F238E27FC236}">
                  <a16:creationId xmlns:a16="http://schemas.microsoft.com/office/drawing/2014/main" id="{64C1E653-C849-41AB-A03F-FC87E4F78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2326"/>
              <a:ext cx="189" cy="181"/>
            </a:xfrm>
            <a:custGeom>
              <a:avLst/>
              <a:gdLst>
                <a:gd name="T0" fmla="*/ 171 w 188"/>
                <a:gd name="T1" fmla="*/ 34 h 180"/>
                <a:gd name="T2" fmla="*/ 181 w 188"/>
                <a:gd name="T3" fmla="*/ 60 h 180"/>
                <a:gd name="T4" fmla="*/ 102 w 188"/>
                <a:gd name="T5" fmla="*/ 133 h 180"/>
                <a:gd name="T6" fmla="*/ 20 w 188"/>
                <a:gd name="T7" fmla="*/ 70 h 180"/>
                <a:gd name="T8" fmla="*/ 69 w 188"/>
                <a:gd name="T9" fmla="*/ 12 h 180"/>
                <a:gd name="T10" fmla="*/ 171 w 188"/>
                <a:gd name="T11" fmla="*/ 34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180">
                  <a:moveTo>
                    <a:pt x="168" y="34"/>
                  </a:moveTo>
                  <a:cubicBezTo>
                    <a:pt x="168" y="34"/>
                    <a:pt x="188" y="37"/>
                    <a:pt x="178" y="60"/>
                  </a:cubicBezTo>
                  <a:cubicBezTo>
                    <a:pt x="167" y="84"/>
                    <a:pt x="147" y="180"/>
                    <a:pt x="99" y="130"/>
                  </a:cubicBezTo>
                  <a:cubicBezTo>
                    <a:pt x="51" y="80"/>
                    <a:pt x="0" y="117"/>
                    <a:pt x="20" y="70"/>
                  </a:cubicBezTo>
                  <a:cubicBezTo>
                    <a:pt x="40" y="23"/>
                    <a:pt x="33" y="0"/>
                    <a:pt x="69" y="12"/>
                  </a:cubicBezTo>
                  <a:cubicBezTo>
                    <a:pt x="104" y="24"/>
                    <a:pt x="132" y="29"/>
                    <a:pt x="168" y="34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07" name="Freeform 429">
              <a:extLst>
                <a:ext uri="{FF2B5EF4-FFF2-40B4-BE49-F238E27FC236}">
                  <a16:creationId xmlns:a16="http://schemas.microsoft.com/office/drawing/2014/main" id="{425AA431-C5FE-4A45-ABBF-CB628AD7F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421"/>
              <a:ext cx="175" cy="208"/>
            </a:xfrm>
            <a:custGeom>
              <a:avLst/>
              <a:gdLst>
                <a:gd name="T0" fmla="*/ 154 w 173"/>
                <a:gd name="T1" fmla="*/ 60 h 207"/>
                <a:gd name="T2" fmla="*/ 167 w 173"/>
                <a:gd name="T3" fmla="*/ 93 h 207"/>
                <a:gd name="T4" fmla="*/ 108 w 173"/>
                <a:gd name="T5" fmla="*/ 149 h 207"/>
                <a:gd name="T6" fmla="*/ 38 w 173"/>
                <a:gd name="T7" fmla="*/ 125 h 207"/>
                <a:gd name="T8" fmla="*/ 34 w 173"/>
                <a:gd name="T9" fmla="*/ 38 h 207"/>
                <a:gd name="T10" fmla="*/ 81 w 173"/>
                <a:gd name="T11" fmla="*/ 30 h 207"/>
                <a:gd name="T12" fmla="*/ 154 w 173"/>
                <a:gd name="T13" fmla="*/ 6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207">
                  <a:moveTo>
                    <a:pt x="148" y="60"/>
                  </a:moveTo>
                  <a:cubicBezTo>
                    <a:pt x="148" y="60"/>
                    <a:pt x="173" y="62"/>
                    <a:pt x="161" y="93"/>
                  </a:cubicBezTo>
                  <a:cubicBezTo>
                    <a:pt x="150" y="124"/>
                    <a:pt x="124" y="207"/>
                    <a:pt x="105" y="146"/>
                  </a:cubicBezTo>
                  <a:cubicBezTo>
                    <a:pt x="97" y="122"/>
                    <a:pt x="76" y="127"/>
                    <a:pt x="38" y="122"/>
                  </a:cubicBezTo>
                  <a:cubicBezTo>
                    <a:pt x="0" y="116"/>
                    <a:pt x="7" y="76"/>
                    <a:pt x="34" y="38"/>
                  </a:cubicBezTo>
                  <a:cubicBezTo>
                    <a:pt x="60" y="0"/>
                    <a:pt x="54" y="17"/>
                    <a:pt x="78" y="30"/>
                  </a:cubicBezTo>
                  <a:cubicBezTo>
                    <a:pt x="103" y="44"/>
                    <a:pt x="134" y="61"/>
                    <a:pt x="148" y="6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08" name="Freeform 430">
              <a:extLst>
                <a:ext uri="{FF2B5EF4-FFF2-40B4-BE49-F238E27FC236}">
                  <a16:creationId xmlns:a16="http://schemas.microsoft.com/office/drawing/2014/main" id="{27EC4CAA-9F48-4094-B583-257FCBAF8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524"/>
              <a:ext cx="199" cy="180"/>
            </a:xfrm>
            <a:custGeom>
              <a:avLst/>
              <a:gdLst>
                <a:gd name="T0" fmla="*/ 182 w 198"/>
                <a:gd name="T1" fmla="*/ 77 h 179"/>
                <a:gd name="T2" fmla="*/ 193 w 198"/>
                <a:gd name="T3" fmla="*/ 100 h 179"/>
                <a:gd name="T4" fmla="*/ 120 w 198"/>
                <a:gd name="T5" fmla="*/ 160 h 179"/>
                <a:gd name="T6" fmla="*/ 31 w 198"/>
                <a:gd name="T7" fmla="*/ 80 h 179"/>
                <a:gd name="T8" fmla="*/ 95 w 198"/>
                <a:gd name="T9" fmla="*/ 29 h 179"/>
                <a:gd name="T10" fmla="*/ 182 w 198"/>
                <a:gd name="T11" fmla="*/ 77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8" h="179">
                  <a:moveTo>
                    <a:pt x="179" y="77"/>
                  </a:moveTo>
                  <a:cubicBezTo>
                    <a:pt x="179" y="77"/>
                    <a:pt x="198" y="77"/>
                    <a:pt x="190" y="97"/>
                  </a:cubicBezTo>
                  <a:cubicBezTo>
                    <a:pt x="181" y="117"/>
                    <a:pt x="180" y="179"/>
                    <a:pt x="117" y="157"/>
                  </a:cubicBezTo>
                  <a:cubicBezTo>
                    <a:pt x="55" y="135"/>
                    <a:pt x="0" y="120"/>
                    <a:pt x="31" y="80"/>
                  </a:cubicBezTo>
                  <a:cubicBezTo>
                    <a:pt x="61" y="39"/>
                    <a:pt x="76" y="0"/>
                    <a:pt x="95" y="29"/>
                  </a:cubicBezTo>
                  <a:cubicBezTo>
                    <a:pt x="113" y="59"/>
                    <a:pt x="160" y="76"/>
                    <a:pt x="179" y="77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09" name="Freeform 431">
              <a:extLst>
                <a:ext uri="{FF2B5EF4-FFF2-40B4-BE49-F238E27FC236}">
                  <a16:creationId xmlns:a16="http://schemas.microsoft.com/office/drawing/2014/main" id="{E80A8FA6-BBE8-4C65-BDD0-B2E3F6A91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2642"/>
              <a:ext cx="176" cy="158"/>
            </a:xfrm>
            <a:custGeom>
              <a:avLst/>
              <a:gdLst>
                <a:gd name="T0" fmla="*/ 162 w 174"/>
                <a:gd name="T1" fmla="*/ 63 h 157"/>
                <a:gd name="T2" fmla="*/ 175 w 174"/>
                <a:gd name="T3" fmla="*/ 93 h 157"/>
                <a:gd name="T4" fmla="*/ 128 w 174"/>
                <a:gd name="T5" fmla="*/ 156 h 157"/>
                <a:gd name="T6" fmla="*/ 17 w 174"/>
                <a:gd name="T7" fmla="*/ 103 h 157"/>
                <a:gd name="T8" fmla="*/ 76 w 174"/>
                <a:gd name="T9" fmla="*/ 22 h 157"/>
                <a:gd name="T10" fmla="*/ 162 w 174"/>
                <a:gd name="T11" fmla="*/ 63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157">
                  <a:moveTo>
                    <a:pt x="156" y="63"/>
                  </a:moveTo>
                  <a:cubicBezTo>
                    <a:pt x="166" y="63"/>
                    <a:pt x="174" y="69"/>
                    <a:pt x="169" y="90"/>
                  </a:cubicBezTo>
                  <a:cubicBezTo>
                    <a:pt x="163" y="111"/>
                    <a:pt x="171" y="157"/>
                    <a:pt x="125" y="153"/>
                  </a:cubicBezTo>
                  <a:cubicBezTo>
                    <a:pt x="79" y="149"/>
                    <a:pt x="0" y="148"/>
                    <a:pt x="17" y="100"/>
                  </a:cubicBezTo>
                  <a:cubicBezTo>
                    <a:pt x="34" y="51"/>
                    <a:pt x="48" y="0"/>
                    <a:pt x="73" y="22"/>
                  </a:cubicBezTo>
                  <a:cubicBezTo>
                    <a:pt x="97" y="43"/>
                    <a:pt x="133" y="64"/>
                    <a:pt x="156" y="63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0" name="Freeform 432">
              <a:extLst>
                <a:ext uri="{FF2B5EF4-FFF2-40B4-BE49-F238E27FC236}">
                  <a16:creationId xmlns:a16="http://schemas.microsoft.com/office/drawing/2014/main" id="{C97FA4F9-0713-4B72-A334-EEC3F2D6F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790"/>
              <a:ext cx="151" cy="150"/>
            </a:xfrm>
            <a:custGeom>
              <a:avLst/>
              <a:gdLst>
                <a:gd name="T0" fmla="*/ 141 w 150"/>
                <a:gd name="T1" fmla="*/ 24 h 149"/>
                <a:gd name="T2" fmla="*/ 145 w 150"/>
                <a:gd name="T3" fmla="*/ 95 h 149"/>
                <a:gd name="T4" fmla="*/ 102 w 150"/>
                <a:gd name="T5" fmla="*/ 136 h 149"/>
                <a:gd name="T6" fmla="*/ 7 w 150"/>
                <a:gd name="T7" fmla="*/ 101 h 149"/>
                <a:gd name="T8" fmla="*/ 37 w 150"/>
                <a:gd name="T9" fmla="*/ 22 h 149"/>
                <a:gd name="T10" fmla="*/ 141 w 150"/>
                <a:gd name="T11" fmla="*/ 24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9">
                  <a:moveTo>
                    <a:pt x="138" y="24"/>
                  </a:moveTo>
                  <a:cubicBezTo>
                    <a:pt x="150" y="28"/>
                    <a:pt x="148" y="72"/>
                    <a:pt x="142" y="92"/>
                  </a:cubicBezTo>
                  <a:cubicBezTo>
                    <a:pt x="136" y="112"/>
                    <a:pt x="142" y="149"/>
                    <a:pt x="99" y="133"/>
                  </a:cubicBezTo>
                  <a:cubicBezTo>
                    <a:pt x="56" y="118"/>
                    <a:pt x="1" y="133"/>
                    <a:pt x="7" y="98"/>
                  </a:cubicBezTo>
                  <a:cubicBezTo>
                    <a:pt x="13" y="63"/>
                    <a:pt x="0" y="0"/>
                    <a:pt x="37" y="22"/>
                  </a:cubicBezTo>
                  <a:cubicBezTo>
                    <a:pt x="75" y="44"/>
                    <a:pt x="106" y="13"/>
                    <a:pt x="138" y="24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1" name="Freeform 433">
              <a:extLst>
                <a:ext uri="{FF2B5EF4-FFF2-40B4-BE49-F238E27FC236}">
                  <a16:creationId xmlns:a16="http://schemas.microsoft.com/office/drawing/2014/main" id="{E579115A-EA38-49C8-B4E7-FF28179BB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" y="2931"/>
              <a:ext cx="145" cy="144"/>
            </a:xfrm>
            <a:custGeom>
              <a:avLst/>
              <a:gdLst>
                <a:gd name="T0" fmla="*/ 137 w 144"/>
                <a:gd name="T1" fmla="*/ 16 h 143"/>
                <a:gd name="T2" fmla="*/ 136 w 144"/>
                <a:gd name="T3" fmla="*/ 86 h 143"/>
                <a:gd name="T4" fmla="*/ 113 w 144"/>
                <a:gd name="T5" fmla="*/ 145 h 143"/>
                <a:gd name="T6" fmla="*/ 42 w 144"/>
                <a:gd name="T7" fmla="*/ 137 h 143"/>
                <a:gd name="T8" fmla="*/ 11 w 144"/>
                <a:gd name="T9" fmla="*/ 89 h 143"/>
                <a:gd name="T10" fmla="*/ 40 w 144"/>
                <a:gd name="T11" fmla="*/ 6 h 143"/>
                <a:gd name="T12" fmla="*/ 137 w 144"/>
                <a:gd name="T13" fmla="*/ 16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143">
                  <a:moveTo>
                    <a:pt x="134" y="16"/>
                  </a:moveTo>
                  <a:cubicBezTo>
                    <a:pt x="144" y="25"/>
                    <a:pt x="126" y="66"/>
                    <a:pt x="133" y="83"/>
                  </a:cubicBezTo>
                  <a:cubicBezTo>
                    <a:pt x="141" y="100"/>
                    <a:pt x="142" y="141"/>
                    <a:pt x="110" y="142"/>
                  </a:cubicBezTo>
                  <a:cubicBezTo>
                    <a:pt x="79" y="143"/>
                    <a:pt x="59" y="133"/>
                    <a:pt x="42" y="134"/>
                  </a:cubicBezTo>
                  <a:cubicBezTo>
                    <a:pt x="25" y="136"/>
                    <a:pt x="2" y="115"/>
                    <a:pt x="11" y="86"/>
                  </a:cubicBezTo>
                  <a:cubicBezTo>
                    <a:pt x="21" y="56"/>
                    <a:pt x="0" y="1"/>
                    <a:pt x="40" y="6"/>
                  </a:cubicBezTo>
                  <a:cubicBezTo>
                    <a:pt x="80" y="11"/>
                    <a:pt x="114" y="0"/>
                    <a:pt x="134" y="16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2" name="Freeform 434">
              <a:extLst>
                <a:ext uri="{FF2B5EF4-FFF2-40B4-BE49-F238E27FC236}">
                  <a16:creationId xmlns:a16="http://schemas.microsoft.com/office/drawing/2014/main" id="{8BA79263-CE1D-4E86-8DCD-D6336EBD0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3079"/>
              <a:ext cx="193" cy="211"/>
            </a:xfrm>
            <a:custGeom>
              <a:avLst/>
              <a:gdLst>
                <a:gd name="T0" fmla="*/ 133 w 192"/>
                <a:gd name="T1" fmla="*/ 11 h 210"/>
                <a:gd name="T2" fmla="*/ 157 w 192"/>
                <a:gd name="T3" fmla="*/ 66 h 210"/>
                <a:gd name="T4" fmla="*/ 151 w 192"/>
                <a:gd name="T5" fmla="*/ 126 h 210"/>
                <a:gd name="T6" fmla="*/ 64 w 192"/>
                <a:gd name="T7" fmla="*/ 157 h 210"/>
                <a:gd name="T8" fmla="*/ 48 w 192"/>
                <a:gd name="T9" fmla="*/ 38 h 210"/>
                <a:gd name="T10" fmla="*/ 133 w 192"/>
                <a:gd name="T11" fmla="*/ 11 h 2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10">
                  <a:moveTo>
                    <a:pt x="130" y="11"/>
                  </a:moveTo>
                  <a:cubicBezTo>
                    <a:pt x="144" y="17"/>
                    <a:pt x="146" y="55"/>
                    <a:pt x="154" y="66"/>
                  </a:cubicBezTo>
                  <a:cubicBezTo>
                    <a:pt x="161" y="78"/>
                    <a:pt x="192" y="103"/>
                    <a:pt x="148" y="123"/>
                  </a:cubicBezTo>
                  <a:cubicBezTo>
                    <a:pt x="104" y="143"/>
                    <a:pt x="80" y="210"/>
                    <a:pt x="64" y="154"/>
                  </a:cubicBezTo>
                  <a:cubicBezTo>
                    <a:pt x="48" y="98"/>
                    <a:pt x="0" y="43"/>
                    <a:pt x="48" y="38"/>
                  </a:cubicBezTo>
                  <a:cubicBezTo>
                    <a:pt x="96" y="33"/>
                    <a:pt x="102" y="0"/>
                    <a:pt x="130" y="1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3" name="Freeform 435">
              <a:extLst>
                <a:ext uri="{FF2B5EF4-FFF2-40B4-BE49-F238E27FC236}">
                  <a16:creationId xmlns:a16="http://schemas.microsoft.com/office/drawing/2014/main" id="{7FA5C8E9-5C92-4402-B63A-481859D2D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3216"/>
              <a:ext cx="212" cy="205"/>
            </a:xfrm>
            <a:custGeom>
              <a:avLst/>
              <a:gdLst>
                <a:gd name="T0" fmla="*/ 154 w 210"/>
                <a:gd name="T1" fmla="*/ 12 h 204"/>
                <a:gd name="T2" fmla="*/ 182 w 210"/>
                <a:gd name="T3" fmla="*/ 50 h 204"/>
                <a:gd name="T4" fmla="*/ 177 w 210"/>
                <a:gd name="T5" fmla="*/ 136 h 204"/>
                <a:gd name="T6" fmla="*/ 85 w 210"/>
                <a:gd name="T7" fmla="*/ 156 h 204"/>
                <a:gd name="T8" fmla="*/ 52 w 210"/>
                <a:gd name="T9" fmla="*/ 63 h 204"/>
                <a:gd name="T10" fmla="*/ 154 w 210"/>
                <a:gd name="T11" fmla="*/ 12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0" h="204">
                  <a:moveTo>
                    <a:pt x="151" y="12"/>
                  </a:moveTo>
                  <a:cubicBezTo>
                    <a:pt x="161" y="0"/>
                    <a:pt x="164" y="27"/>
                    <a:pt x="176" y="50"/>
                  </a:cubicBezTo>
                  <a:cubicBezTo>
                    <a:pt x="189" y="73"/>
                    <a:pt x="210" y="100"/>
                    <a:pt x="171" y="133"/>
                  </a:cubicBezTo>
                  <a:cubicBezTo>
                    <a:pt x="132" y="165"/>
                    <a:pt x="115" y="204"/>
                    <a:pt x="82" y="153"/>
                  </a:cubicBezTo>
                  <a:cubicBezTo>
                    <a:pt x="50" y="101"/>
                    <a:pt x="0" y="67"/>
                    <a:pt x="52" y="63"/>
                  </a:cubicBezTo>
                  <a:cubicBezTo>
                    <a:pt x="103" y="59"/>
                    <a:pt x="128" y="37"/>
                    <a:pt x="151" y="1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4" name="Freeform 436">
              <a:extLst>
                <a:ext uri="{FF2B5EF4-FFF2-40B4-BE49-F238E27FC236}">
                  <a16:creationId xmlns:a16="http://schemas.microsoft.com/office/drawing/2014/main" id="{22B7EF90-7024-494E-B0D9-08C3E906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3342"/>
              <a:ext cx="173" cy="200"/>
            </a:xfrm>
            <a:custGeom>
              <a:avLst/>
              <a:gdLst>
                <a:gd name="T0" fmla="*/ 113 w 172"/>
                <a:gd name="T1" fmla="*/ 1 h 198"/>
                <a:gd name="T2" fmla="*/ 157 w 172"/>
                <a:gd name="T3" fmla="*/ 62 h 198"/>
                <a:gd name="T4" fmla="*/ 142 w 172"/>
                <a:gd name="T5" fmla="*/ 124 h 198"/>
                <a:gd name="T6" fmla="*/ 59 w 172"/>
                <a:gd name="T7" fmla="*/ 147 h 198"/>
                <a:gd name="T8" fmla="*/ 40 w 172"/>
                <a:gd name="T9" fmla="*/ 63 h 198"/>
                <a:gd name="T10" fmla="*/ 93 w 172"/>
                <a:gd name="T11" fmla="*/ 31 h 198"/>
                <a:gd name="T12" fmla="*/ 113 w 172"/>
                <a:gd name="T13" fmla="*/ 1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198">
                  <a:moveTo>
                    <a:pt x="110" y="1"/>
                  </a:moveTo>
                  <a:cubicBezTo>
                    <a:pt x="124" y="2"/>
                    <a:pt x="142" y="39"/>
                    <a:pt x="154" y="59"/>
                  </a:cubicBezTo>
                  <a:cubicBezTo>
                    <a:pt x="165" y="78"/>
                    <a:pt x="172" y="87"/>
                    <a:pt x="139" y="121"/>
                  </a:cubicBezTo>
                  <a:cubicBezTo>
                    <a:pt x="107" y="156"/>
                    <a:pt x="91" y="198"/>
                    <a:pt x="59" y="144"/>
                  </a:cubicBezTo>
                  <a:cubicBezTo>
                    <a:pt x="28" y="90"/>
                    <a:pt x="0" y="94"/>
                    <a:pt x="40" y="60"/>
                  </a:cubicBezTo>
                  <a:cubicBezTo>
                    <a:pt x="80" y="27"/>
                    <a:pt x="73" y="55"/>
                    <a:pt x="90" y="31"/>
                  </a:cubicBezTo>
                  <a:cubicBezTo>
                    <a:pt x="107" y="7"/>
                    <a:pt x="96" y="0"/>
                    <a:pt x="110" y="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5" name="Freeform 437">
              <a:extLst>
                <a:ext uri="{FF2B5EF4-FFF2-40B4-BE49-F238E27FC236}">
                  <a16:creationId xmlns:a16="http://schemas.microsoft.com/office/drawing/2014/main" id="{769C6FA8-3580-4CBD-A114-9B59BC2573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3" y="3436"/>
              <a:ext cx="348" cy="529"/>
            </a:xfrm>
            <a:custGeom>
              <a:avLst/>
              <a:gdLst>
                <a:gd name="T0" fmla="*/ 354 w 345"/>
                <a:gd name="T1" fmla="*/ 414 h 526"/>
                <a:gd name="T2" fmla="*/ 322 w 345"/>
                <a:gd name="T3" fmla="*/ 404 h 526"/>
                <a:gd name="T4" fmla="*/ 301 w 345"/>
                <a:gd name="T5" fmla="*/ 439 h 526"/>
                <a:gd name="T6" fmla="*/ 349 w 345"/>
                <a:gd name="T7" fmla="*/ 370 h 526"/>
                <a:gd name="T8" fmla="*/ 340 w 345"/>
                <a:gd name="T9" fmla="*/ 315 h 526"/>
                <a:gd name="T10" fmla="*/ 307 w 345"/>
                <a:gd name="T11" fmla="*/ 347 h 526"/>
                <a:gd name="T12" fmla="*/ 349 w 345"/>
                <a:gd name="T13" fmla="*/ 370 h 526"/>
                <a:gd name="T14" fmla="*/ 262 w 345"/>
                <a:gd name="T15" fmla="*/ 275 h 526"/>
                <a:gd name="T16" fmla="*/ 309 w 345"/>
                <a:gd name="T17" fmla="*/ 308 h 526"/>
                <a:gd name="T18" fmla="*/ 332 w 345"/>
                <a:gd name="T19" fmla="*/ 288 h 526"/>
                <a:gd name="T20" fmla="*/ 292 w 345"/>
                <a:gd name="T21" fmla="*/ 241 h 526"/>
                <a:gd name="T22" fmla="*/ 300 w 345"/>
                <a:gd name="T23" fmla="*/ 479 h 526"/>
                <a:gd name="T24" fmla="*/ 343 w 345"/>
                <a:gd name="T25" fmla="*/ 472 h 526"/>
                <a:gd name="T26" fmla="*/ 303 w 345"/>
                <a:gd name="T27" fmla="*/ 457 h 526"/>
                <a:gd name="T28" fmla="*/ 298 w 345"/>
                <a:gd name="T29" fmla="*/ 477 h 526"/>
                <a:gd name="T30" fmla="*/ 85 w 345"/>
                <a:gd name="T31" fmla="*/ 200 h 526"/>
                <a:gd name="T32" fmla="*/ 157 w 345"/>
                <a:gd name="T33" fmla="*/ 234 h 526"/>
                <a:gd name="T34" fmla="*/ 212 w 345"/>
                <a:gd name="T35" fmla="*/ 177 h 526"/>
                <a:gd name="T36" fmla="*/ 197 w 345"/>
                <a:gd name="T37" fmla="*/ 140 h 526"/>
                <a:gd name="T38" fmla="*/ 165 w 345"/>
                <a:gd name="T39" fmla="*/ 134 h 526"/>
                <a:gd name="T40" fmla="*/ 85 w 345"/>
                <a:gd name="T41" fmla="*/ 200 h 526"/>
                <a:gd name="T42" fmla="*/ 72 w 345"/>
                <a:gd name="T43" fmla="*/ 185 h 526"/>
                <a:gd name="T44" fmla="*/ 124 w 345"/>
                <a:gd name="T45" fmla="*/ 135 h 526"/>
                <a:gd name="T46" fmla="*/ 140 w 345"/>
                <a:gd name="T47" fmla="*/ 94 h 526"/>
                <a:gd name="T48" fmla="*/ 62 w 345"/>
                <a:gd name="T49" fmla="*/ 58 h 526"/>
                <a:gd name="T50" fmla="*/ 69 w 345"/>
                <a:gd name="T51" fmla="*/ 175 h 526"/>
                <a:gd name="T52" fmla="*/ 191 w 345"/>
                <a:gd name="T53" fmla="*/ 241 h 526"/>
                <a:gd name="T54" fmla="*/ 248 w 345"/>
                <a:gd name="T55" fmla="*/ 262 h 526"/>
                <a:gd name="T56" fmla="*/ 278 w 345"/>
                <a:gd name="T57" fmla="*/ 232 h 526"/>
                <a:gd name="T58" fmla="*/ 249 w 345"/>
                <a:gd name="T59" fmla="*/ 177 h 526"/>
                <a:gd name="T60" fmla="*/ 200 w 345"/>
                <a:gd name="T61" fmla="*/ 230 h 526"/>
                <a:gd name="T62" fmla="*/ 276 w 345"/>
                <a:gd name="T63" fmla="*/ 507 h 526"/>
                <a:gd name="T64" fmla="*/ 310 w 345"/>
                <a:gd name="T65" fmla="*/ 523 h 526"/>
                <a:gd name="T66" fmla="*/ 323 w 345"/>
                <a:gd name="T67" fmla="*/ 507 h 526"/>
                <a:gd name="T68" fmla="*/ 298 w 345"/>
                <a:gd name="T69" fmla="*/ 489 h 5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45" h="526">
                  <a:moveTo>
                    <a:pt x="342" y="438"/>
                  </a:moveTo>
                  <a:cubicBezTo>
                    <a:pt x="344" y="429"/>
                    <a:pt x="345" y="419"/>
                    <a:pt x="345" y="408"/>
                  </a:cubicBezTo>
                  <a:cubicBezTo>
                    <a:pt x="343" y="407"/>
                    <a:pt x="340" y="407"/>
                    <a:pt x="337" y="406"/>
                  </a:cubicBezTo>
                  <a:cubicBezTo>
                    <a:pt x="330" y="404"/>
                    <a:pt x="320" y="398"/>
                    <a:pt x="313" y="398"/>
                  </a:cubicBezTo>
                  <a:cubicBezTo>
                    <a:pt x="301" y="398"/>
                    <a:pt x="300" y="406"/>
                    <a:pt x="291" y="407"/>
                  </a:cubicBezTo>
                  <a:cubicBezTo>
                    <a:pt x="290" y="416"/>
                    <a:pt x="291" y="425"/>
                    <a:pt x="292" y="433"/>
                  </a:cubicBezTo>
                  <a:cubicBezTo>
                    <a:pt x="306" y="441"/>
                    <a:pt x="330" y="450"/>
                    <a:pt x="342" y="438"/>
                  </a:cubicBezTo>
                  <a:close/>
                  <a:moveTo>
                    <a:pt x="340" y="364"/>
                  </a:moveTo>
                  <a:cubicBezTo>
                    <a:pt x="339" y="352"/>
                    <a:pt x="337" y="339"/>
                    <a:pt x="334" y="325"/>
                  </a:cubicBezTo>
                  <a:cubicBezTo>
                    <a:pt x="333" y="319"/>
                    <a:pt x="332" y="314"/>
                    <a:pt x="331" y="309"/>
                  </a:cubicBezTo>
                  <a:cubicBezTo>
                    <a:pt x="318" y="310"/>
                    <a:pt x="306" y="318"/>
                    <a:pt x="301" y="329"/>
                  </a:cubicBezTo>
                  <a:cubicBezTo>
                    <a:pt x="300" y="333"/>
                    <a:pt x="299" y="337"/>
                    <a:pt x="298" y="341"/>
                  </a:cubicBezTo>
                  <a:cubicBezTo>
                    <a:pt x="300" y="354"/>
                    <a:pt x="300" y="366"/>
                    <a:pt x="298" y="376"/>
                  </a:cubicBezTo>
                  <a:cubicBezTo>
                    <a:pt x="315" y="377"/>
                    <a:pt x="333" y="377"/>
                    <a:pt x="340" y="364"/>
                  </a:cubicBezTo>
                  <a:close/>
                  <a:moveTo>
                    <a:pt x="257" y="264"/>
                  </a:moveTo>
                  <a:cubicBezTo>
                    <a:pt x="257" y="265"/>
                    <a:pt x="256" y="267"/>
                    <a:pt x="256" y="269"/>
                  </a:cubicBezTo>
                  <a:cubicBezTo>
                    <a:pt x="271" y="281"/>
                    <a:pt x="281" y="295"/>
                    <a:pt x="288" y="309"/>
                  </a:cubicBezTo>
                  <a:cubicBezTo>
                    <a:pt x="292" y="307"/>
                    <a:pt x="297" y="305"/>
                    <a:pt x="300" y="302"/>
                  </a:cubicBezTo>
                  <a:cubicBezTo>
                    <a:pt x="306" y="296"/>
                    <a:pt x="313" y="291"/>
                    <a:pt x="320" y="286"/>
                  </a:cubicBezTo>
                  <a:cubicBezTo>
                    <a:pt x="321" y="285"/>
                    <a:pt x="322" y="283"/>
                    <a:pt x="323" y="282"/>
                  </a:cubicBezTo>
                  <a:cubicBezTo>
                    <a:pt x="316" y="263"/>
                    <a:pt x="306" y="245"/>
                    <a:pt x="295" y="230"/>
                  </a:cubicBezTo>
                  <a:cubicBezTo>
                    <a:pt x="291" y="232"/>
                    <a:pt x="288" y="235"/>
                    <a:pt x="285" y="238"/>
                  </a:cubicBezTo>
                  <a:cubicBezTo>
                    <a:pt x="276" y="244"/>
                    <a:pt x="261" y="254"/>
                    <a:pt x="257" y="264"/>
                  </a:cubicBezTo>
                  <a:close/>
                  <a:moveTo>
                    <a:pt x="291" y="470"/>
                  </a:moveTo>
                  <a:cubicBezTo>
                    <a:pt x="301" y="480"/>
                    <a:pt x="314" y="482"/>
                    <a:pt x="327" y="478"/>
                  </a:cubicBezTo>
                  <a:cubicBezTo>
                    <a:pt x="330" y="473"/>
                    <a:pt x="332" y="468"/>
                    <a:pt x="334" y="463"/>
                  </a:cubicBezTo>
                  <a:cubicBezTo>
                    <a:pt x="328" y="461"/>
                    <a:pt x="322" y="455"/>
                    <a:pt x="317" y="453"/>
                  </a:cubicBezTo>
                  <a:cubicBezTo>
                    <a:pt x="314" y="452"/>
                    <a:pt x="303" y="451"/>
                    <a:pt x="294" y="448"/>
                  </a:cubicBezTo>
                  <a:cubicBezTo>
                    <a:pt x="294" y="457"/>
                    <a:pt x="294" y="464"/>
                    <a:pt x="289" y="467"/>
                  </a:cubicBezTo>
                  <a:cubicBezTo>
                    <a:pt x="289" y="467"/>
                    <a:pt x="289" y="468"/>
                    <a:pt x="289" y="468"/>
                  </a:cubicBezTo>
                  <a:cubicBezTo>
                    <a:pt x="290" y="469"/>
                    <a:pt x="290" y="470"/>
                    <a:pt x="291" y="470"/>
                  </a:cubicBezTo>
                  <a:close/>
                  <a:moveTo>
                    <a:pt x="82" y="197"/>
                  </a:moveTo>
                  <a:cubicBezTo>
                    <a:pt x="80" y="198"/>
                    <a:pt x="79" y="199"/>
                    <a:pt x="78" y="200"/>
                  </a:cubicBezTo>
                  <a:cubicBezTo>
                    <a:pt x="88" y="211"/>
                    <a:pt x="107" y="220"/>
                    <a:pt x="154" y="231"/>
                  </a:cubicBezTo>
                  <a:cubicBezTo>
                    <a:pt x="158" y="221"/>
                    <a:pt x="171" y="212"/>
                    <a:pt x="178" y="205"/>
                  </a:cubicBezTo>
                  <a:cubicBezTo>
                    <a:pt x="188" y="195"/>
                    <a:pt x="196" y="184"/>
                    <a:pt x="206" y="174"/>
                  </a:cubicBezTo>
                  <a:cubicBezTo>
                    <a:pt x="214" y="166"/>
                    <a:pt x="217" y="161"/>
                    <a:pt x="218" y="155"/>
                  </a:cubicBezTo>
                  <a:cubicBezTo>
                    <a:pt x="209" y="148"/>
                    <a:pt x="199" y="143"/>
                    <a:pt x="191" y="137"/>
                  </a:cubicBezTo>
                  <a:cubicBezTo>
                    <a:pt x="186" y="135"/>
                    <a:pt x="182" y="132"/>
                    <a:pt x="177" y="128"/>
                  </a:cubicBezTo>
                  <a:cubicBezTo>
                    <a:pt x="172" y="129"/>
                    <a:pt x="167" y="129"/>
                    <a:pt x="162" y="131"/>
                  </a:cubicBezTo>
                  <a:cubicBezTo>
                    <a:pt x="143" y="140"/>
                    <a:pt x="121" y="157"/>
                    <a:pt x="107" y="172"/>
                  </a:cubicBezTo>
                  <a:cubicBezTo>
                    <a:pt x="99" y="180"/>
                    <a:pt x="91" y="192"/>
                    <a:pt x="82" y="197"/>
                  </a:cubicBezTo>
                  <a:close/>
                  <a:moveTo>
                    <a:pt x="66" y="172"/>
                  </a:moveTo>
                  <a:cubicBezTo>
                    <a:pt x="67" y="176"/>
                    <a:pt x="68" y="179"/>
                    <a:pt x="69" y="182"/>
                  </a:cubicBezTo>
                  <a:cubicBezTo>
                    <a:pt x="74" y="174"/>
                    <a:pt x="86" y="167"/>
                    <a:pt x="92" y="161"/>
                  </a:cubicBezTo>
                  <a:cubicBezTo>
                    <a:pt x="101" y="151"/>
                    <a:pt x="111" y="142"/>
                    <a:pt x="121" y="132"/>
                  </a:cubicBezTo>
                  <a:cubicBezTo>
                    <a:pt x="132" y="122"/>
                    <a:pt x="142" y="114"/>
                    <a:pt x="139" y="99"/>
                  </a:cubicBezTo>
                  <a:cubicBezTo>
                    <a:pt x="139" y="96"/>
                    <a:pt x="138" y="94"/>
                    <a:pt x="137" y="91"/>
                  </a:cubicBezTo>
                  <a:cubicBezTo>
                    <a:pt x="106" y="58"/>
                    <a:pt x="82" y="22"/>
                    <a:pt x="82" y="22"/>
                  </a:cubicBezTo>
                  <a:cubicBezTo>
                    <a:pt x="82" y="22"/>
                    <a:pt x="61" y="0"/>
                    <a:pt x="59" y="58"/>
                  </a:cubicBezTo>
                  <a:cubicBezTo>
                    <a:pt x="58" y="101"/>
                    <a:pt x="24" y="57"/>
                    <a:pt x="12" y="102"/>
                  </a:cubicBezTo>
                  <a:cubicBezTo>
                    <a:pt x="0" y="148"/>
                    <a:pt x="57" y="140"/>
                    <a:pt x="66" y="172"/>
                  </a:cubicBezTo>
                  <a:close/>
                  <a:moveTo>
                    <a:pt x="194" y="227"/>
                  </a:moveTo>
                  <a:cubicBezTo>
                    <a:pt x="191" y="229"/>
                    <a:pt x="188" y="233"/>
                    <a:pt x="185" y="238"/>
                  </a:cubicBezTo>
                  <a:cubicBezTo>
                    <a:pt x="185" y="238"/>
                    <a:pt x="186" y="238"/>
                    <a:pt x="187" y="238"/>
                  </a:cubicBezTo>
                  <a:cubicBezTo>
                    <a:pt x="209" y="243"/>
                    <a:pt x="227" y="250"/>
                    <a:pt x="242" y="259"/>
                  </a:cubicBezTo>
                  <a:cubicBezTo>
                    <a:pt x="243" y="259"/>
                    <a:pt x="243" y="258"/>
                    <a:pt x="244" y="258"/>
                  </a:cubicBezTo>
                  <a:cubicBezTo>
                    <a:pt x="253" y="248"/>
                    <a:pt x="262" y="238"/>
                    <a:pt x="272" y="229"/>
                  </a:cubicBezTo>
                  <a:cubicBezTo>
                    <a:pt x="278" y="223"/>
                    <a:pt x="281" y="218"/>
                    <a:pt x="282" y="213"/>
                  </a:cubicBezTo>
                  <a:cubicBezTo>
                    <a:pt x="270" y="198"/>
                    <a:pt x="256" y="185"/>
                    <a:pt x="243" y="174"/>
                  </a:cubicBezTo>
                  <a:cubicBezTo>
                    <a:pt x="236" y="182"/>
                    <a:pt x="225" y="189"/>
                    <a:pt x="219" y="197"/>
                  </a:cubicBezTo>
                  <a:cubicBezTo>
                    <a:pt x="211" y="208"/>
                    <a:pt x="203" y="218"/>
                    <a:pt x="194" y="227"/>
                  </a:cubicBezTo>
                  <a:close/>
                  <a:moveTo>
                    <a:pt x="280" y="479"/>
                  </a:moveTo>
                  <a:cubicBezTo>
                    <a:pt x="277" y="484"/>
                    <a:pt x="274" y="490"/>
                    <a:pt x="270" y="498"/>
                  </a:cubicBezTo>
                  <a:cubicBezTo>
                    <a:pt x="271" y="502"/>
                    <a:pt x="271" y="507"/>
                    <a:pt x="273" y="510"/>
                  </a:cubicBezTo>
                  <a:cubicBezTo>
                    <a:pt x="281" y="526"/>
                    <a:pt x="291" y="518"/>
                    <a:pt x="301" y="514"/>
                  </a:cubicBezTo>
                  <a:cubicBezTo>
                    <a:pt x="303" y="513"/>
                    <a:pt x="304" y="511"/>
                    <a:pt x="305" y="509"/>
                  </a:cubicBezTo>
                  <a:cubicBezTo>
                    <a:pt x="308" y="505"/>
                    <a:pt x="311" y="501"/>
                    <a:pt x="314" y="498"/>
                  </a:cubicBezTo>
                  <a:cubicBezTo>
                    <a:pt x="312" y="497"/>
                    <a:pt x="309" y="496"/>
                    <a:pt x="306" y="493"/>
                  </a:cubicBezTo>
                  <a:cubicBezTo>
                    <a:pt x="301" y="489"/>
                    <a:pt x="296" y="483"/>
                    <a:pt x="289" y="480"/>
                  </a:cubicBezTo>
                  <a:cubicBezTo>
                    <a:pt x="287" y="479"/>
                    <a:pt x="283" y="479"/>
                    <a:pt x="280" y="479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6" name="Freeform 438">
              <a:extLst>
                <a:ext uri="{FF2B5EF4-FFF2-40B4-BE49-F238E27FC236}">
                  <a16:creationId xmlns:a16="http://schemas.microsoft.com/office/drawing/2014/main" id="{FD4CA3B9-D19C-4827-9025-7DCA32976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3487"/>
              <a:ext cx="69" cy="100"/>
            </a:xfrm>
            <a:custGeom>
              <a:avLst/>
              <a:gdLst>
                <a:gd name="T0" fmla="*/ 38 w 68"/>
                <a:gd name="T1" fmla="*/ 0 h 99"/>
                <a:gd name="T2" fmla="*/ 38 w 68"/>
                <a:gd name="T3" fmla="*/ 23 h 99"/>
                <a:gd name="T4" fmla="*/ 10 w 68"/>
                <a:gd name="T5" fmla="*/ 45 h 99"/>
                <a:gd name="T6" fmla="*/ 24 w 68"/>
                <a:gd name="T7" fmla="*/ 95 h 99"/>
                <a:gd name="T8" fmla="*/ 50 w 68"/>
                <a:gd name="T9" fmla="*/ 88 h 99"/>
                <a:gd name="T10" fmla="*/ 68 w 68"/>
                <a:gd name="T11" fmla="*/ 62 h 99"/>
                <a:gd name="T12" fmla="*/ 53 w 68"/>
                <a:gd name="T13" fmla="*/ 22 h 99"/>
                <a:gd name="T14" fmla="*/ 43 w 68"/>
                <a:gd name="T15" fmla="*/ 5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9">
                  <a:moveTo>
                    <a:pt x="35" y="0"/>
                  </a:moveTo>
                  <a:cubicBezTo>
                    <a:pt x="37" y="3"/>
                    <a:pt x="37" y="17"/>
                    <a:pt x="35" y="23"/>
                  </a:cubicBezTo>
                  <a:cubicBezTo>
                    <a:pt x="31" y="38"/>
                    <a:pt x="19" y="36"/>
                    <a:pt x="10" y="45"/>
                  </a:cubicBezTo>
                  <a:cubicBezTo>
                    <a:pt x="0" y="56"/>
                    <a:pt x="12" y="84"/>
                    <a:pt x="24" y="92"/>
                  </a:cubicBezTo>
                  <a:cubicBezTo>
                    <a:pt x="34" y="99"/>
                    <a:pt x="41" y="93"/>
                    <a:pt x="47" y="85"/>
                  </a:cubicBezTo>
                  <a:cubicBezTo>
                    <a:pt x="52" y="78"/>
                    <a:pt x="63" y="66"/>
                    <a:pt x="65" y="59"/>
                  </a:cubicBezTo>
                  <a:cubicBezTo>
                    <a:pt x="68" y="46"/>
                    <a:pt x="56" y="31"/>
                    <a:pt x="50" y="22"/>
                  </a:cubicBezTo>
                  <a:cubicBezTo>
                    <a:pt x="47" y="16"/>
                    <a:pt x="44" y="10"/>
                    <a:pt x="40" y="5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7" name="Freeform 439">
              <a:extLst>
                <a:ext uri="{FF2B5EF4-FFF2-40B4-BE49-F238E27FC236}">
                  <a16:creationId xmlns:a16="http://schemas.microsoft.com/office/drawing/2014/main" id="{83D40970-40FB-4ADC-BC5D-627358163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3584"/>
              <a:ext cx="69" cy="71"/>
            </a:xfrm>
            <a:custGeom>
              <a:avLst/>
              <a:gdLst>
                <a:gd name="T0" fmla="*/ 47 w 68"/>
                <a:gd name="T1" fmla="*/ 7 h 71"/>
                <a:gd name="T2" fmla="*/ 62 w 68"/>
                <a:gd name="T3" fmla="*/ 34 h 71"/>
                <a:gd name="T4" fmla="*/ 16 w 68"/>
                <a:gd name="T5" fmla="*/ 65 h 71"/>
                <a:gd name="T6" fmla="*/ 6 w 68"/>
                <a:gd name="T7" fmla="*/ 37 h 71"/>
                <a:gd name="T8" fmla="*/ 43 w 68"/>
                <a:gd name="T9" fmla="*/ 15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71">
                  <a:moveTo>
                    <a:pt x="44" y="7"/>
                  </a:moveTo>
                  <a:cubicBezTo>
                    <a:pt x="65" y="0"/>
                    <a:pt x="68" y="19"/>
                    <a:pt x="59" y="34"/>
                  </a:cubicBezTo>
                  <a:cubicBezTo>
                    <a:pt x="52" y="45"/>
                    <a:pt x="29" y="71"/>
                    <a:pt x="16" y="65"/>
                  </a:cubicBezTo>
                  <a:cubicBezTo>
                    <a:pt x="4" y="60"/>
                    <a:pt x="0" y="47"/>
                    <a:pt x="6" y="37"/>
                  </a:cubicBezTo>
                  <a:cubicBezTo>
                    <a:pt x="12" y="25"/>
                    <a:pt x="28" y="18"/>
                    <a:pt x="40" y="15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8" name="Freeform 440">
              <a:extLst>
                <a:ext uri="{FF2B5EF4-FFF2-40B4-BE49-F238E27FC236}">
                  <a16:creationId xmlns:a16="http://schemas.microsoft.com/office/drawing/2014/main" id="{400B43B3-F015-4D82-A599-D2B5B1AF2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3635"/>
              <a:ext cx="49" cy="39"/>
            </a:xfrm>
            <a:custGeom>
              <a:avLst/>
              <a:gdLst>
                <a:gd name="T0" fmla="*/ 24 w 49"/>
                <a:gd name="T1" fmla="*/ 1 h 39"/>
                <a:gd name="T2" fmla="*/ 20 w 49"/>
                <a:gd name="T3" fmla="*/ 38 h 39"/>
                <a:gd name="T4" fmla="*/ 26 w 4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9">
                  <a:moveTo>
                    <a:pt x="24" y="1"/>
                  </a:moveTo>
                  <a:cubicBezTo>
                    <a:pt x="49" y="2"/>
                    <a:pt x="39" y="37"/>
                    <a:pt x="20" y="38"/>
                  </a:cubicBezTo>
                  <a:cubicBezTo>
                    <a:pt x="0" y="39"/>
                    <a:pt x="15" y="5"/>
                    <a:pt x="26" y="0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9" name="Freeform 441">
              <a:extLst>
                <a:ext uri="{FF2B5EF4-FFF2-40B4-BE49-F238E27FC236}">
                  <a16:creationId xmlns:a16="http://schemas.microsoft.com/office/drawing/2014/main" id="{EB9C04E0-A395-4703-B91F-948E17066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3693"/>
              <a:ext cx="29" cy="38"/>
            </a:xfrm>
            <a:custGeom>
              <a:avLst/>
              <a:gdLst>
                <a:gd name="T0" fmla="*/ 19 w 28"/>
                <a:gd name="T1" fmla="*/ 0 h 37"/>
                <a:gd name="T2" fmla="*/ 24 w 28"/>
                <a:gd name="T3" fmla="*/ 34 h 37"/>
                <a:gd name="T4" fmla="*/ 6 w 28"/>
                <a:gd name="T5" fmla="*/ 32 h 37"/>
                <a:gd name="T6" fmla="*/ 18 w 28"/>
                <a:gd name="T7" fmla="*/ 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7">
                  <a:moveTo>
                    <a:pt x="16" y="0"/>
                  </a:moveTo>
                  <a:cubicBezTo>
                    <a:pt x="21" y="7"/>
                    <a:pt x="28" y="24"/>
                    <a:pt x="21" y="31"/>
                  </a:cubicBezTo>
                  <a:cubicBezTo>
                    <a:pt x="15" y="37"/>
                    <a:pt x="10" y="35"/>
                    <a:pt x="6" y="29"/>
                  </a:cubicBezTo>
                  <a:cubicBezTo>
                    <a:pt x="0" y="20"/>
                    <a:pt x="1" y="3"/>
                    <a:pt x="15" y="3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0" name="Freeform 442">
              <a:extLst>
                <a:ext uri="{FF2B5EF4-FFF2-40B4-BE49-F238E27FC236}">
                  <a16:creationId xmlns:a16="http://schemas.microsoft.com/office/drawing/2014/main" id="{7A35B0E9-4B4C-43F6-8647-0902688FD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3772"/>
              <a:ext cx="22" cy="44"/>
            </a:xfrm>
            <a:custGeom>
              <a:avLst/>
              <a:gdLst>
                <a:gd name="T0" fmla="*/ 15 w 22"/>
                <a:gd name="T1" fmla="*/ 0 h 44"/>
                <a:gd name="T2" fmla="*/ 8 w 22"/>
                <a:gd name="T3" fmla="*/ 29 h 44"/>
                <a:gd name="T4" fmla="*/ 14 w 22"/>
                <a:gd name="T5" fmla="*/ 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15" y="0"/>
                  </a:moveTo>
                  <a:cubicBezTo>
                    <a:pt x="17" y="7"/>
                    <a:pt x="22" y="44"/>
                    <a:pt x="8" y="29"/>
                  </a:cubicBezTo>
                  <a:cubicBezTo>
                    <a:pt x="0" y="20"/>
                    <a:pt x="4" y="6"/>
                    <a:pt x="14" y="1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1" name="Freeform 443">
              <a:extLst>
                <a:ext uri="{FF2B5EF4-FFF2-40B4-BE49-F238E27FC236}">
                  <a16:creationId xmlns:a16="http://schemas.microsoft.com/office/drawing/2014/main" id="{A7B888AF-F5B4-4E91-91F2-3DAE5B28C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3844"/>
              <a:ext cx="30" cy="25"/>
            </a:xfrm>
            <a:custGeom>
              <a:avLst/>
              <a:gdLst>
                <a:gd name="T0" fmla="*/ 15 w 30"/>
                <a:gd name="T1" fmla="*/ 9 h 24"/>
                <a:gd name="T2" fmla="*/ 16 w 30"/>
                <a:gd name="T3" fmla="*/ 26 h 24"/>
                <a:gd name="T4" fmla="*/ 17 w 30"/>
                <a:gd name="T5" fmla="*/ 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15" y="9"/>
                  </a:moveTo>
                  <a:cubicBezTo>
                    <a:pt x="26" y="9"/>
                    <a:pt x="30" y="24"/>
                    <a:pt x="16" y="23"/>
                  </a:cubicBezTo>
                  <a:cubicBezTo>
                    <a:pt x="0" y="23"/>
                    <a:pt x="6" y="0"/>
                    <a:pt x="17" y="8"/>
                  </a:cubicBezTo>
                </a:path>
              </a:pathLst>
            </a:custGeom>
            <a:solidFill>
              <a:srgbClr val="F4F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2" name="Line 444">
              <a:extLst>
                <a:ext uri="{FF2B5EF4-FFF2-40B4-BE49-F238E27FC236}">
                  <a16:creationId xmlns:a16="http://schemas.microsoft.com/office/drawing/2014/main" id="{71DB3984-692B-4895-AF9D-07F9D3B182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7" y="939"/>
              <a:ext cx="752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3" name="Line 445">
              <a:extLst>
                <a:ext uri="{FF2B5EF4-FFF2-40B4-BE49-F238E27FC236}">
                  <a16:creationId xmlns:a16="http://schemas.microsoft.com/office/drawing/2014/main" id="{2FA73CE5-3E67-4E9C-BBFF-BE5AA7F998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0" y="844"/>
              <a:ext cx="746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4" name="Line 446">
              <a:extLst>
                <a:ext uri="{FF2B5EF4-FFF2-40B4-BE49-F238E27FC236}">
                  <a16:creationId xmlns:a16="http://schemas.microsoft.com/office/drawing/2014/main" id="{11FC4CF9-BD4A-4578-B71B-591B3654CD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8" y="1017"/>
              <a:ext cx="761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5" name="Line 447">
              <a:extLst>
                <a:ext uri="{FF2B5EF4-FFF2-40B4-BE49-F238E27FC236}">
                  <a16:creationId xmlns:a16="http://schemas.microsoft.com/office/drawing/2014/main" id="{3BB775C6-FF1D-41B2-8B34-4FD90D579D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7" y="1092"/>
              <a:ext cx="762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6" name="Line 448">
              <a:extLst>
                <a:ext uri="{FF2B5EF4-FFF2-40B4-BE49-F238E27FC236}">
                  <a16:creationId xmlns:a16="http://schemas.microsoft.com/office/drawing/2014/main" id="{C5F9F34E-4953-498D-9B15-85E4FAA778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4" y="1169"/>
              <a:ext cx="755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7" name="Line 449">
              <a:extLst>
                <a:ext uri="{FF2B5EF4-FFF2-40B4-BE49-F238E27FC236}">
                  <a16:creationId xmlns:a16="http://schemas.microsoft.com/office/drawing/2014/main" id="{531A738F-0544-4556-AC10-97ADC9A7EC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8" y="1239"/>
              <a:ext cx="741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8" name="Line 450">
              <a:extLst>
                <a:ext uri="{FF2B5EF4-FFF2-40B4-BE49-F238E27FC236}">
                  <a16:creationId xmlns:a16="http://schemas.microsoft.com/office/drawing/2014/main" id="{7DA2EB6F-34C8-4642-9F2F-706FA9C7A0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1315"/>
              <a:ext cx="719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9" name="Line 451">
              <a:extLst>
                <a:ext uri="{FF2B5EF4-FFF2-40B4-BE49-F238E27FC236}">
                  <a16:creationId xmlns:a16="http://schemas.microsoft.com/office/drawing/2014/main" id="{73FDCA59-0938-4C1E-857C-C6AABE640F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0" y="1393"/>
              <a:ext cx="689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0" name="Line 452">
              <a:extLst>
                <a:ext uri="{FF2B5EF4-FFF2-40B4-BE49-F238E27FC236}">
                  <a16:creationId xmlns:a16="http://schemas.microsoft.com/office/drawing/2014/main" id="{6A51D309-AFED-46E6-A0C9-5EEAC033A7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0" y="1481"/>
              <a:ext cx="649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1" name="Line 453">
              <a:extLst>
                <a:ext uri="{FF2B5EF4-FFF2-40B4-BE49-F238E27FC236}">
                  <a16:creationId xmlns:a16="http://schemas.microsoft.com/office/drawing/2014/main" id="{C1459D4F-7B8F-4014-868D-EAF79735A4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3" y="1572"/>
              <a:ext cx="606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2" name="Line 454">
              <a:extLst>
                <a:ext uri="{FF2B5EF4-FFF2-40B4-BE49-F238E27FC236}">
                  <a16:creationId xmlns:a16="http://schemas.microsoft.com/office/drawing/2014/main" id="{B5B7E684-CAC2-484B-87BC-65600C03F1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6" y="1670"/>
              <a:ext cx="563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3" name="Line 455">
              <a:extLst>
                <a:ext uri="{FF2B5EF4-FFF2-40B4-BE49-F238E27FC236}">
                  <a16:creationId xmlns:a16="http://schemas.microsoft.com/office/drawing/2014/main" id="{6B7AC18F-D82A-4DC3-8FFB-CCBA6321D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6" y="1792"/>
              <a:ext cx="523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4" name="Line 456">
              <a:extLst>
                <a:ext uri="{FF2B5EF4-FFF2-40B4-BE49-F238E27FC236}">
                  <a16:creationId xmlns:a16="http://schemas.microsoft.com/office/drawing/2014/main" id="{94566F4B-D373-485D-9C1F-5B6A9D5A66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4" y="1903"/>
              <a:ext cx="505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5" name="Line 457">
              <a:extLst>
                <a:ext uri="{FF2B5EF4-FFF2-40B4-BE49-F238E27FC236}">
                  <a16:creationId xmlns:a16="http://schemas.microsoft.com/office/drawing/2014/main" id="{C650D91C-D953-4A50-9609-D9E7125A64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6" y="2021"/>
              <a:ext cx="503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6" name="Line 458">
              <a:extLst>
                <a:ext uri="{FF2B5EF4-FFF2-40B4-BE49-F238E27FC236}">
                  <a16:creationId xmlns:a16="http://schemas.microsoft.com/office/drawing/2014/main" id="{00D8F48A-AB9C-446F-9DF4-CA00760615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4" y="2156"/>
              <a:ext cx="515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7" name="Line 459">
              <a:extLst>
                <a:ext uri="{FF2B5EF4-FFF2-40B4-BE49-F238E27FC236}">
                  <a16:creationId xmlns:a16="http://schemas.microsoft.com/office/drawing/2014/main" id="{09AEE7E5-00C3-4C21-9CFF-A51265FB49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5" y="2275"/>
              <a:ext cx="534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8" name="Line 460">
              <a:extLst>
                <a:ext uri="{FF2B5EF4-FFF2-40B4-BE49-F238E27FC236}">
                  <a16:creationId xmlns:a16="http://schemas.microsoft.com/office/drawing/2014/main" id="{FBF64471-2DA0-4883-8C3C-EA940AF50C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1" y="2404"/>
              <a:ext cx="568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9" name="Line 461">
              <a:extLst>
                <a:ext uri="{FF2B5EF4-FFF2-40B4-BE49-F238E27FC236}">
                  <a16:creationId xmlns:a16="http://schemas.microsoft.com/office/drawing/2014/main" id="{E6870AC5-A02A-4F14-AD8F-488B14BAB3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6" y="2551"/>
              <a:ext cx="623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0" name="Line 462">
              <a:extLst>
                <a:ext uri="{FF2B5EF4-FFF2-40B4-BE49-F238E27FC236}">
                  <a16:creationId xmlns:a16="http://schemas.microsoft.com/office/drawing/2014/main" id="{0D8E6F4E-BB49-4F33-B8F4-0BEB1F1932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" y="2668"/>
              <a:ext cx="686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1" name="Line 463">
              <a:extLst>
                <a:ext uri="{FF2B5EF4-FFF2-40B4-BE49-F238E27FC236}">
                  <a16:creationId xmlns:a16="http://schemas.microsoft.com/office/drawing/2014/main" id="{ABB98FD5-ABFF-4728-818A-FC5DB81E0A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5" y="2777"/>
              <a:ext cx="744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2" name="Line 464">
              <a:extLst>
                <a:ext uri="{FF2B5EF4-FFF2-40B4-BE49-F238E27FC236}">
                  <a16:creationId xmlns:a16="http://schemas.microsoft.com/office/drawing/2014/main" id="{58C7E386-CD72-4E3C-A4AA-484C84562A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" y="2885"/>
              <a:ext cx="784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3" name="Line 465">
              <a:extLst>
                <a:ext uri="{FF2B5EF4-FFF2-40B4-BE49-F238E27FC236}">
                  <a16:creationId xmlns:a16="http://schemas.microsoft.com/office/drawing/2014/main" id="{2058CCE7-80C7-4D15-9E80-EC17796FC6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8" y="3005"/>
              <a:ext cx="801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4" name="Line 466">
              <a:extLst>
                <a:ext uri="{FF2B5EF4-FFF2-40B4-BE49-F238E27FC236}">
                  <a16:creationId xmlns:a16="http://schemas.microsoft.com/office/drawing/2014/main" id="{4255ECD4-C91A-48CB-99CA-3A7BA8216A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2" y="3120"/>
              <a:ext cx="797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5" name="Line 467">
              <a:extLst>
                <a:ext uri="{FF2B5EF4-FFF2-40B4-BE49-F238E27FC236}">
                  <a16:creationId xmlns:a16="http://schemas.microsoft.com/office/drawing/2014/main" id="{ECE744AE-D762-4C8E-B1F7-95F61F4D4F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" y="3244"/>
              <a:ext cx="765" cy="5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6" name="Line 468">
              <a:extLst>
                <a:ext uri="{FF2B5EF4-FFF2-40B4-BE49-F238E27FC236}">
                  <a16:creationId xmlns:a16="http://schemas.microsoft.com/office/drawing/2014/main" id="{877E046F-13A8-4982-A780-08AB5F20A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1" y="3351"/>
              <a:ext cx="708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7" name="Line 469">
              <a:extLst>
                <a:ext uri="{FF2B5EF4-FFF2-40B4-BE49-F238E27FC236}">
                  <a16:creationId xmlns:a16="http://schemas.microsoft.com/office/drawing/2014/main" id="{EF0212DA-51D0-4507-BDB3-DBA28B3CB5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" y="3453"/>
              <a:ext cx="612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8" name="Line 470">
              <a:extLst>
                <a:ext uri="{FF2B5EF4-FFF2-40B4-BE49-F238E27FC236}">
                  <a16:creationId xmlns:a16="http://schemas.microsoft.com/office/drawing/2014/main" id="{7BF18E56-56ED-4D66-9E1D-86CE7998D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3" y="3538"/>
              <a:ext cx="506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9" name="Line 471">
              <a:extLst>
                <a:ext uri="{FF2B5EF4-FFF2-40B4-BE49-F238E27FC236}">
                  <a16:creationId xmlns:a16="http://schemas.microsoft.com/office/drawing/2014/main" id="{D7E42F03-2714-4B98-AE30-17D0E07B21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" y="3596"/>
              <a:ext cx="441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50" name="Line 472">
              <a:extLst>
                <a:ext uri="{FF2B5EF4-FFF2-40B4-BE49-F238E27FC236}">
                  <a16:creationId xmlns:a16="http://schemas.microsoft.com/office/drawing/2014/main" id="{C53002C5-11BE-47E3-98A8-A44B2D8255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5" y="3670"/>
              <a:ext cx="384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51" name="Line 473">
              <a:extLst>
                <a:ext uri="{FF2B5EF4-FFF2-40B4-BE49-F238E27FC236}">
                  <a16:creationId xmlns:a16="http://schemas.microsoft.com/office/drawing/2014/main" id="{EA345DEF-13FE-4505-B8E5-8ED797EBB1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4" y="3751"/>
              <a:ext cx="355" cy="1"/>
            </a:xfrm>
            <a:prstGeom prst="line">
              <a:avLst/>
            </a:prstGeom>
            <a:noFill/>
            <a:ln w="6350">
              <a:solidFill>
                <a:srgbClr val="F4E0B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52" name="Rectangle 474">
              <a:extLst>
                <a:ext uri="{FF2B5EF4-FFF2-40B4-BE49-F238E27FC236}">
                  <a16:creationId xmlns:a16="http://schemas.microsoft.com/office/drawing/2014/main" id="{3CED44E9-C602-44B1-B62D-52D121F66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855"/>
              <a:ext cx="66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C1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53" name="Rectangle 475">
              <a:extLst>
                <a:ext uri="{FF2B5EF4-FFF2-40B4-BE49-F238E27FC236}">
                  <a16:creationId xmlns:a16="http://schemas.microsoft.com/office/drawing/2014/main" id="{C313A05E-B13E-466B-86AD-FC8ADCA05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943"/>
              <a:ext cx="66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C2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54" name="Rectangle 476">
              <a:extLst>
                <a:ext uri="{FF2B5EF4-FFF2-40B4-BE49-F238E27FC236}">
                  <a16:creationId xmlns:a16="http://schemas.microsoft.com/office/drawing/2014/main" id="{4BCC56C6-ED02-4E5A-A9AD-AF2951963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017"/>
              <a:ext cx="66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C3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55" name="Rectangle 477">
              <a:extLst>
                <a:ext uri="{FF2B5EF4-FFF2-40B4-BE49-F238E27FC236}">
                  <a16:creationId xmlns:a16="http://schemas.microsoft.com/office/drawing/2014/main" id="{84B039AE-A237-402D-B57F-467A5FA71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093"/>
              <a:ext cx="66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C4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56" name="Rectangle 478">
              <a:extLst>
                <a:ext uri="{FF2B5EF4-FFF2-40B4-BE49-F238E27FC236}">
                  <a16:creationId xmlns:a16="http://schemas.microsoft.com/office/drawing/2014/main" id="{97F36B56-D339-49A5-8BE9-E0DE06E9F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162"/>
              <a:ext cx="66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C5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57" name="Rectangle 479">
              <a:extLst>
                <a:ext uri="{FF2B5EF4-FFF2-40B4-BE49-F238E27FC236}">
                  <a16:creationId xmlns:a16="http://schemas.microsoft.com/office/drawing/2014/main" id="{DDF8FD4D-30D4-4535-A56B-FAF56A08F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244"/>
              <a:ext cx="66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C6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58" name="Rectangle 480">
              <a:extLst>
                <a:ext uri="{FF2B5EF4-FFF2-40B4-BE49-F238E27FC236}">
                  <a16:creationId xmlns:a16="http://schemas.microsoft.com/office/drawing/2014/main" id="{8E465A4B-6C59-430E-8F1A-A475F9EB1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324"/>
              <a:ext cx="66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C7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59" name="Rectangle 481">
              <a:extLst>
                <a:ext uri="{FF2B5EF4-FFF2-40B4-BE49-F238E27FC236}">
                  <a16:creationId xmlns:a16="http://schemas.microsoft.com/office/drawing/2014/main" id="{50CE525D-C6BA-43E1-A9CD-307474FBB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412"/>
              <a:ext cx="6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T1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60" name="Rectangle 482">
              <a:extLst>
                <a:ext uri="{FF2B5EF4-FFF2-40B4-BE49-F238E27FC236}">
                  <a16:creationId xmlns:a16="http://schemas.microsoft.com/office/drawing/2014/main" id="{DE71A39B-6218-4F3D-8B83-274FB6424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508"/>
              <a:ext cx="6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T2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61" name="Rectangle 483">
              <a:extLst>
                <a:ext uri="{FF2B5EF4-FFF2-40B4-BE49-F238E27FC236}">
                  <a16:creationId xmlns:a16="http://schemas.microsoft.com/office/drawing/2014/main" id="{E831B2F9-F43E-48BD-B381-B860D8C84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596"/>
              <a:ext cx="6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T3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62" name="Rectangle 484">
              <a:extLst>
                <a:ext uri="{FF2B5EF4-FFF2-40B4-BE49-F238E27FC236}">
                  <a16:creationId xmlns:a16="http://schemas.microsoft.com/office/drawing/2014/main" id="{74DF8042-EA2A-4254-BE45-529AE73CC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704"/>
              <a:ext cx="6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T4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63" name="Rectangle 485">
              <a:extLst>
                <a:ext uri="{FF2B5EF4-FFF2-40B4-BE49-F238E27FC236}">
                  <a16:creationId xmlns:a16="http://schemas.microsoft.com/office/drawing/2014/main" id="{BD5F62D9-A4D6-4DC9-8216-813A4B1BF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818"/>
              <a:ext cx="6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T5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64" name="Rectangle 486">
              <a:extLst>
                <a:ext uri="{FF2B5EF4-FFF2-40B4-BE49-F238E27FC236}">
                  <a16:creationId xmlns:a16="http://schemas.microsoft.com/office/drawing/2014/main" id="{0477C9DA-6F27-4EB6-8097-21F57BCA1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937"/>
              <a:ext cx="6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T6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65" name="Rectangle 487">
              <a:extLst>
                <a:ext uri="{FF2B5EF4-FFF2-40B4-BE49-F238E27FC236}">
                  <a16:creationId xmlns:a16="http://schemas.microsoft.com/office/drawing/2014/main" id="{9D04A49B-6274-4E83-9E9C-4788497F8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058"/>
              <a:ext cx="6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T7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66" name="Rectangle 488">
              <a:extLst>
                <a:ext uri="{FF2B5EF4-FFF2-40B4-BE49-F238E27FC236}">
                  <a16:creationId xmlns:a16="http://schemas.microsoft.com/office/drawing/2014/main" id="{6B61D450-3134-4DE1-ABE9-7E0951ED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186"/>
              <a:ext cx="6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T8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67" name="Rectangle 489">
              <a:extLst>
                <a:ext uri="{FF2B5EF4-FFF2-40B4-BE49-F238E27FC236}">
                  <a16:creationId xmlns:a16="http://schemas.microsoft.com/office/drawing/2014/main" id="{32F0D9FF-A4D6-4B21-9595-A626733B8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314"/>
              <a:ext cx="6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T9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68" name="Rectangle 490">
              <a:extLst>
                <a:ext uri="{FF2B5EF4-FFF2-40B4-BE49-F238E27FC236}">
                  <a16:creationId xmlns:a16="http://schemas.microsoft.com/office/drawing/2014/main" id="{74DED9E0-CC29-456A-97BD-881F31C79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448"/>
              <a:ext cx="91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T10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69" name="Rectangle 491">
              <a:extLst>
                <a:ext uri="{FF2B5EF4-FFF2-40B4-BE49-F238E27FC236}">
                  <a16:creationId xmlns:a16="http://schemas.microsoft.com/office/drawing/2014/main" id="{23473DE8-EE9B-459B-A3BC-882ED38B0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571"/>
              <a:ext cx="91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T11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70" name="Rectangle 492">
              <a:extLst>
                <a:ext uri="{FF2B5EF4-FFF2-40B4-BE49-F238E27FC236}">
                  <a16:creationId xmlns:a16="http://schemas.microsoft.com/office/drawing/2014/main" id="{FD42F9E8-BD3B-4619-98FA-6325BC900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689"/>
              <a:ext cx="91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T12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71" name="Rectangle 493">
              <a:extLst>
                <a:ext uri="{FF2B5EF4-FFF2-40B4-BE49-F238E27FC236}">
                  <a16:creationId xmlns:a16="http://schemas.microsoft.com/office/drawing/2014/main" id="{5F53546B-F293-4ED5-AFAF-87F492886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799"/>
              <a:ext cx="6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L1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72" name="Rectangle 494">
              <a:extLst>
                <a:ext uri="{FF2B5EF4-FFF2-40B4-BE49-F238E27FC236}">
                  <a16:creationId xmlns:a16="http://schemas.microsoft.com/office/drawing/2014/main" id="{536A2E36-F811-4FB7-9483-42591C800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2908"/>
              <a:ext cx="6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L2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73" name="Rectangle 495">
              <a:extLst>
                <a:ext uri="{FF2B5EF4-FFF2-40B4-BE49-F238E27FC236}">
                  <a16:creationId xmlns:a16="http://schemas.microsoft.com/office/drawing/2014/main" id="{22F99A7C-5BC2-4056-9460-B1A39D19B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3027"/>
              <a:ext cx="6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L3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74" name="Rectangle 496">
              <a:extLst>
                <a:ext uri="{FF2B5EF4-FFF2-40B4-BE49-F238E27FC236}">
                  <a16:creationId xmlns:a16="http://schemas.microsoft.com/office/drawing/2014/main" id="{02F3DD57-7AA3-4A1C-93B1-786DE0690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3145"/>
              <a:ext cx="6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L4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75" name="Rectangle 497">
              <a:extLst>
                <a:ext uri="{FF2B5EF4-FFF2-40B4-BE49-F238E27FC236}">
                  <a16:creationId xmlns:a16="http://schemas.microsoft.com/office/drawing/2014/main" id="{E03E673A-7E1A-4B80-B4DA-011BAD101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3257"/>
              <a:ext cx="63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L5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76" name="Rectangle 498">
              <a:extLst>
                <a:ext uri="{FF2B5EF4-FFF2-40B4-BE49-F238E27FC236}">
                  <a16:creationId xmlns:a16="http://schemas.microsoft.com/office/drawing/2014/main" id="{0344AC73-028F-4DB1-B96D-F703D6EA5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3371"/>
              <a:ext cx="60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S1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77" name="Rectangle 499">
              <a:extLst>
                <a:ext uri="{FF2B5EF4-FFF2-40B4-BE49-F238E27FC236}">
                  <a16:creationId xmlns:a16="http://schemas.microsoft.com/office/drawing/2014/main" id="{B205664F-9ADD-4970-B179-0CAD81DA4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3462"/>
              <a:ext cx="60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S2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78" name="Rectangle 500">
              <a:extLst>
                <a:ext uri="{FF2B5EF4-FFF2-40B4-BE49-F238E27FC236}">
                  <a16:creationId xmlns:a16="http://schemas.microsoft.com/office/drawing/2014/main" id="{90BB76D7-6A48-477F-AC97-DFD2885D3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3533"/>
              <a:ext cx="60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S3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79" name="Rectangle 501">
              <a:extLst>
                <a:ext uri="{FF2B5EF4-FFF2-40B4-BE49-F238E27FC236}">
                  <a16:creationId xmlns:a16="http://schemas.microsoft.com/office/drawing/2014/main" id="{7B347673-1A67-4D7F-8582-E267DFC6D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3600"/>
              <a:ext cx="60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S4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80" name="Rectangle 502">
              <a:extLst>
                <a:ext uri="{FF2B5EF4-FFF2-40B4-BE49-F238E27FC236}">
                  <a16:creationId xmlns:a16="http://schemas.microsoft.com/office/drawing/2014/main" id="{885F7E13-BB19-466B-970D-8D60336CB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3678"/>
              <a:ext cx="60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700">
                  <a:solidFill>
                    <a:srgbClr val="0070C0"/>
                  </a:solidFill>
                  <a:latin typeface="Myriad Roman"/>
                </a:rPr>
                <a:t>S5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881" name="Freeform 503">
              <a:extLst>
                <a:ext uri="{FF2B5EF4-FFF2-40B4-BE49-F238E27FC236}">
                  <a16:creationId xmlns:a16="http://schemas.microsoft.com/office/drawing/2014/main" id="{F83B0658-527D-4C0B-A79F-3BC108CF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816"/>
              <a:ext cx="674" cy="3032"/>
            </a:xfrm>
            <a:custGeom>
              <a:avLst/>
              <a:gdLst>
                <a:gd name="T0" fmla="*/ 269 w 669"/>
                <a:gd name="T1" fmla="*/ 2240 h 3014"/>
                <a:gd name="T2" fmla="*/ 314 w 669"/>
                <a:gd name="T3" fmla="*/ 7 h 3014"/>
                <a:gd name="T4" fmla="*/ 122 w 669"/>
                <a:gd name="T5" fmla="*/ 59 h 3014"/>
                <a:gd name="T6" fmla="*/ 226 w 669"/>
                <a:gd name="T7" fmla="*/ 150 h 3014"/>
                <a:gd name="T8" fmla="*/ 113 w 669"/>
                <a:gd name="T9" fmla="*/ 160 h 3014"/>
                <a:gd name="T10" fmla="*/ 151 w 669"/>
                <a:gd name="T11" fmla="*/ 244 h 3014"/>
                <a:gd name="T12" fmla="*/ 149 w 669"/>
                <a:gd name="T13" fmla="*/ 249 h 3014"/>
                <a:gd name="T14" fmla="*/ 96 w 669"/>
                <a:gd name="T15" fmla="*/ 343 h 3014"/>
                <a:gd name="T16" fmla="*/ 232 w 669"/>
                <a:gd name="T17" fmla="*/ 390 h 3014"/>
                <a:gd name="T18" fmla="*/ 233 w 669"/>
                <a:gd name="T19" fmla="*/ 398 h 3014"/>
                <a:gd name="T20" fmla="*/ 129 w 669"/>
                <a:gd name="T21" fmla="*/ 535 h 3014"/>
                <a:gd name="T22" fmla="*/ 158 w 669"/>
                <a:gd name="T23" fmla="*/ 617 h 3014"/>
                <a:gd name="T24" fmla="*/ 309 w 669"/>
                <a:gd name="T25" fmla="*/ 625 h 3014"/>
                <a:gd name="T26" fmla="*/ 312 w 669"/>
                <a:gd name="T27" fmla="*/ 631 h 3014"/>
                <a:gd name="T28" fmla="*/ 245 w 669"/>
                <a:gd name="T29" fmla="*/ 790 h 3014"/>
                <a:gd name="T30" fmla="*/ 263 w 669"/>
                <a:gd name="T31" fmla="*/ 878 h 3014"/>
                <a:gd name="T32" fmla="*/ 399 w 669"/>
                <a:gd name="T33" fmla="*/ 815 h 3014"/>
                <a:gd name="T34" fmla="*/ 298 w 669"/>
                <a:gd name="T35" fmla="*/ 982 h 3014"/>
                <a:gd name="T36" fmla="*/ 468 w 669"/>
                <a:gd name="T37" fmla="*/ 1033 h 3014"/>
                <a:gd name="T38" fmla="*/ 330 w 669"/>
                <a:gd name="T39" fmla="*/ 1083 h 3014"/>
                <a:gd name="T40" fmla="*/ 393 w 669"/>
                <a:gd name="T41" fmla="*/ 1178 h 3014"/>
                <a:gd name="T42" fmla="*/ 366 w 669"/>
                <a:gd name="T43" fmla="*/ 1187 h 3014"/>
                <a:gd name="T44" fmla="*/ 475 w 669"/>
                <a:gd name="T45" fmla="*/ 1291 h 3014"/>
                <a:gd name="T46" fmla="*/ 308 w 669"/>
                <a:gd name="T47" fmla="*/ 1318 h 3014"/>
                <a:gd name="T48" fmla="*/ 458 w 669"/>
                <a:gd name="T49" fmla="*/ 1418 h 3014"/>
                <a:gd name="T50" fmla="*/ 331 w 669"/>
                <a:gd name="T51" fmla="*/ 1424 h 3014"/>
                <a:gd name="T52" fmla="*/ 283 w 669"/>
                <a:gd name="T53" fmla="*/ 1530 h 3014"/>
                <a:gd name="T54" fmla="*/ 270 w 669"/>
                <a:gd name="T55" fmla="*/ 1536 h 3014"/>
                <a:gd name="T56" fmla="*/ 239 w 669"/>
                <a:gd name="T57" fmla="*/ 1643 h 3014"/>
                <a:gd name="T58" fmla="*/ 232 w 669"/>
                <a:gd name="T59" fmla="*/ 1651 h 3014"/>
                <a:gd name="T60" fmla="*/ 192 w 669"/>
                <a:gd name="T61" fmla="*/ 1767 h 3014"/>
                <a:gd name="T62" fmla="*/ 166 w 669"/>
                <a:gd name="T63" fmla="*/ 1754 h 3014"/>
                <a:gd name="T64" fmla="*/ 140 w 669"/>
                <a:gd name="T65" fmla="*/ 1880 h 3014"/>
                <a:gd name="T66" fmla="*/ 100 w 669"/>
                <a:gd name="T67" fmla="*/ 1871 h 3014"/>
                <a:gd name="T68" fmla="*/ 39 w 669"/>
                <a:gd name="T69" fmla="*/ 1996 h 3014"/>
                <a:gd name="T70" fmla="*/ 182 w 669"/>
                <a:gd name="T71" fmla="*/ 2157 h 3014"/>
                <a:gd name="T72" fmla="*/ 10 w 669"/>
                <a:gd name="T73" fmla="*/ 2139 h 3014"/>
                <a:gd name="T74" fmla="*/ 177 w 669"/>
                <a:gd name="T75" fmla="*/ 2240 h 3014"/>
                <a:gd name="T76" fmla="*/ 0 w 669"/>
                <a:gd name="T77" fmla="*/ 2304 h 3014"/>
                <a:gd name="T78" fmla="*/ 192 w 669"/>
                <a:gd name="T79" fmla="*/ 2390 h 3014"/>
                <a:gd name="T80" fmla="*/ 195 w 669"/>
                <a:gd name="T81" fmla="*/ 2403 h 3014"/>
                <a:gd name="T82" fmla="*/ 126 w 669"/>
                <a:gd name="T83" fmla="*/ 2635 h 3014"/>
                <a:gd name="T84" fmla="*/ 228 w 669"/>
                <a:gd name="T85" fmla="*/ 2748 h 3014"/>
                <a:gd name="T86" fmla="*/ 436 w 669"/>
                <a:gd name="T87" fmla="*/ 2722 h 3014"/>
                <a:gd name="T88" fmla="*/ 442 w 669"/>
                <a:gd name="T89" fmla="*/ 2727 h 3014"/>
                <a:gd name="T90" fmla="*/ 432 w 669"/>
                <a:gd name="T91" fmla="*/ 2896 h 3014"/>
                <a:gd name="T92" fmla="*/ 498 w 669"/>
                <a:gd name="T93" fmla="*/ 2927 h 3014"/>
                <a:gd name="T94" fmla="*/ 615 w 669"/>
                <a:gd name="T95" fmla="*/ 2922 h 3014"/>
                <a:gd name="T96" fmla="*/ 619 w 669"/>
                <a:gd name="T97" fmla="*/ 2930 h 30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69" h="3014">
                  <a:moveTo>
                    <a:pt x="625" y="2966"/>
                  </a:moveTo>
                  <a:cubicBezTo>
                    <a:pt x="626" y="2981"/>
                    <a:pt x="627" y="2997"/>
                    <a:pt x="628" y="3014"/>
                  </a:cubicBezTo>
                  <a:cubicBezTo>
                    <a:pt x="669" y="2573"/>
                    <a:pt x="264" y="2715"/>
                    <a:pt x="263" y="2201"/>
                  </a:cubicBezTo>
                  <a:cubicBezTo>
                    <a:pt x="263" y="1845"/>
                    <a:pt x="522" y="1844"/>
                    <a:pt x="559" y="1192"/>
                  </a:cubicBezTo>
                  <a:cubicBezTo>
                    <a:pt x="584" y="770"/>
                    <a:pt x="210" y="569"/>
                    <a:pt x="286" y="136"/>
                  </a:cubicBezTo>
                  <a:cubicBezTo>
                    <a:pt x="292" y="102"/>
                    <a:pt x="300" y="56"/>
                    <a:pt x="308" y="7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226" y="23"/>
                    <a:pt x="226" y="46"/>
                    <a:pt x="226" y="70"/>
                  </a:cubicBezTo>
                  <a:cubicBezTo>
                    <a:pt x="160" y="76"/>
                    <a:pt x="119" y="59"/>
                    <a:pt x="119" y="59"/>
                  </a:cubicBezTo>
                  <a:cubicBezTo>
                    <a:pt x="119" y="64"/>
                    <a:pt x="119" y="64"/>
                    <a:pt x="119" y="64"/>
                  </a:cubicBezTo>
                  <a:cubicBezTo>
                    <a:pt x="141" y="83"/>
                    <a:pt x="205" y="78"/>
                    <a:pt x="225" y="77"/>
                  </a:cubicBezTo>
                  <a:cubicBezTo>
                    <a:pt x="224" y="102"/>
                    <a:pt x="222" y="126"/>
                    <a:pt x="220" y="147"/>
                  </a:cubicBezTo>
                  <a:cubicBezTo>
                    <a:pt x="219" y="150"/>
                    <a:pt x="219" y="152"/>
                    <a:pt x="219" y="155"/>
                  </a:cubicBezTo>
                  <a:cubicBezTo>
                    <a:pt x="202" y="158"/>
                    <a:pt x="158" y="163"/>
                    <a:pt x="111" y="150"/>
                  </a:cubicBezTo>
                  <a:cubicBezTo>
                    <a:pt x="110" y="157"/>
                    <a:pt x="110" y="157"/>
                    <a:pt x="110" y="157"/>
                  </a:cubicBezTo>
                  <a:cubicBezTo>
                    <a:pt x="110" y="157"/>
                    <a:pt x="173" y="172"/>
                    <a:pt x="218" y="163"/>
                  </a:cubicBezTo>
                  <a:cubicBezTo>
                    <a:pt x="215" y="187"/>
                    <a:pt x="213" y="211"/>
                    <a:pt x="213" y="234"/>
                  </a:cubicBezTo>
                  <a:cubicBezTo>
                    <a:pt x="200" y="238"/>
                    <a:pt x="169" y="246"/>
                    <a:pt x="148" y="241"/>
                  </a:cubicBezTo>
                  <a:cubicBezTo>
                    <a:pt x="121" y="233"/>
                    <a:pt x="96" y="273"/>
                    <a:pt x="96" y="273"/>
                  </a:cubicBezTo>
                  <a:cubicBezTo>
                    <a:pt x="99" y="280"/>
                    <a:pt x="99" y="280"/>
                    <a:pt x="99" y="280"/>
                  </a:cubicBezTo>
                  <a:cubicBezTo>
                    <a:pt x="99" y="280"/>
                    <a:pt x="113" y="241"/>
                    <a:pt x="146" y="246"/>
                  </a:cubicBezTo>
                  <a:cubicBezTo>
                    <a:pt x="179" y="252"/>
                    <a:pt x="203" y="245"/>
                    <a:pt x="213" y="242"/>
                  </a:cubicBezTo>
                  <a:cubicBezTo>
                    <a:pt x="213" y="265"/>
                    <a:pt x="213" y="288"/>
                    <a:pt x="215" y="310"/>
                  </a:cubicBezTo>
                  <a:cubicBezTo>
                    <a:pt x="202" y="323"/>
                    <a:pt x="160" y="356"/>
                    <a:pt x="93" y="337"/>
                  </a:cubicBezTo>
                  <a:cubicBezTo>
                    <a:pt x="94" y="346"/>
                    <a:pt x="94" y="346"/>
                    <a:pt x="94" y="346"/>
                  </a:cubicBezTo>
                  <a:cubicBezTo>
                    <a:pt x="94" y="346"/>
                    <a:pt x="161" y="363"/>
                    <a:pt x="216" y="317"/>
                  </a:cubicBezTo>
                  <a:cubicBezTo>
                    <a:pt x="218" y="340"/>
                    <a:pt x="221" y="362"/>
                    <a:pt x="226" y="384"/>
                  </a:cubicBezTo>
                  <a:cubicBezTo>
                    <a:pt x="173" y="434"/>
                    <a:pt x="100" y="415"/>
                    <a:pt x="100" y="415"/>
                  </a:cubicBezTo>
                  <a:cubicBezTo>
                    <a:pt x="98" y="425"/>
                    <a:pt x="98" y="425"/>
                    <a:pt x="98" y="425"/>
                  </a:cubicBezTo>
                  <a:cubicBezTo>
                    <a:pt x="172" y="432"/>
                    <a:pt x="213" y="404"/>
                    <a:pt x="227" y="392"/>
                  </a:cubicBezTo>
                  <a:cubicBezTo>
                    <a:pt x="232" y="413"/>
                    <a:pt x="237" y="434"/>
                    <a:pt x="243" y="454"/>
                  </a:cubicBezTo>
                  <a:cubicBezTo>
                    <a:pt x="214" y="497"/>
                    <a:pt x="125" y="520"/>
                    <a:pt x="125" y="520"/>
                  </a:cubicBezTo>
                  <a:cubicBezTo>
                    <a:pt x="126" y="526"/>
                    <a:pt x="126" y="526"/>
                    <a:pt x="126" y="526"/>
                  </a:cubicBezTo>
                  <a:cubicBezTo>
                    <a:pt x="193" y="506"/>
                    <a:pt x="232" y="474"/>
                    <a:pt x="245" y="462"/>
                  </a:cubicBezTo>
                  <a:cubicBezTo>
                    <a:pt x="252" y="486"/>
                    <a:pt x="260" y="509"/>
                    <a:pt x="269" y="532"/>
                  </a:cubicBezTo>
                  <a:cubicBezTo>
                    <a:pt x="261" y="542"/>
                    <a:pt x="235" y="565"/>
                    <a:pt x="155" y="605"/>
                  </a:cubicBezTo>
                  <a:cubicBezTo>
                    <a:pt x="157" y="609"/>
                    <a:pt x="157" y="609"/>
                    <a:pt x="157" y="609"/>
                  </a:cubicBezTo>
                  <a:cubicBezTo>
                    <a:pt x="157" y="609"/>
                    <a:pt x="247" y="568"/>
                    <a:pt x="272" y="539"/>
                  </a:cubicBezTo>
                  <a:cubicBezTo>
                    <a:pt x="282" y="564"/>
                    <a:pt x="292" y="588"/>
                    <a:pt x="303" y="613"/>
                  </a:cubicBezTo>
                  <a:cubicBezTo>
                    <a:pt x="288" y="630"/>
                    <a:pt x="244" y="671"/>
                    <a:pt x="178" y="678"/>
                  </a:cubicBezTo>
                  <a:cubicBezTo>
                    <a:pt x="183" y="684"/>
                    <a:pt x="183" y="684"/>
                    <a:pt x="183" y="684"/>
                  </a:cubicBezTo>
                  <a:cubicBezTo>
                    <a:pt x="209" y="680"/>
                    <a:pt x="271" y="658"/>
                    <a:pt x="306" y="619"/>
                  </a:cubicBezTo>
                  <a:cubicBezTo>
                    <a:pt x="319" y="647"/>
                    <a:pt x="333" y="676"/>
                    <a:pt x="346" y="705"/>
                  </a:cubicBezTo>
                  <a:cubicBezTo>
                    <a:pt x="333" y="724"/>
                    <a:pt x="297" y="766"/>
                    <a:pt x="239" y="771"/>
                  </a:cubicBezTo>
                  <a:cubicBezTo>
                    <a:pt x="239" y="775"/>
                    <a:pt x="239" y="775"/>
                    <a:pt x="239" y="775"/>
                  </a:cubicBezTo>
                  <a:cubicBezTo>
                    <a:pt x="279" y="770"/>
                    <a:pt x="317" y="756"/>
                    <a:pt x="350" y="712"/>
                  </a:cubicBezTo>
                  <a:cubicBezTo>
                    <a:pt x="362" y="739"/>
                    <a:pt x="375" y="765"/>
                    <a:pt x="387" y="792"/>
                  </a:cubicBezTo>
                  <a:cubicBezTo>
                    <a:pt x="373" y="810"/>
                    <a:pt x="331" y="854"/>
                    <a:pt x="257" y="863"/>
                  </a:cubicBezTo>
                  <a:cubicBezTo>
                    <a:pt x="258" y="867"/>
                    <a:pt x="258" y="867"/>
                    <a:pt x="258" y="867"/>
                  </a:cubicBezTo>
                  <a:cubicBezTo>
                    <a:pt x="278" y="863"/>
                    <a:pt x="293" y="860"/>
                    <a:pt x="300" y="858"/>
                  </a:cubicBezTo>
                  <a:cubicBezTo>
                    <a:pt x="338" y="846"/>
                    <a:pt x="374" y="819"/>
                    <a:pt x="390" y="800"/>
                  </a:cubicBezTo>
                  <a:cubicBezTo>
                    <a:pt x="404" y="832"/>
                    <a:pt x="417" y="864"/>
                    <a:pt x="428" y="898"/>
                  </a:cubicBezTo>
                  <a:cubicBezTo>
                    <a:pt x="416" y="911"/>
                    <a:pt x="382" y="935"/>
                    <a:pt x="292" y="954"/>
                  </a:cubicBezTo>
                  <a:cubicBezTo>
                    <a:pt x="292" y="964"/>
                    <a:pt x="292" y="964"/>
                    <a:pt x="292" y="964"/>
                  </a:cubicBezTo>
                  <a:cubicBezTo>
                    <a:pt x="294" y="964"/>
                    <a:pt x="296" y="964"/>
                    <a:pt x="298" y="963"/>
                  </a:cubicBezTo>
                  <a:cubicBezTo>
                    <a:pt x="333" y="954"/>
                    <a:pt x="408" y="926"/>
                    <a:pt x="432" y="910"/>
                  </a:cubicBezTo>
                  <a:cubicBezTo>
                    <a:pt x="443" y="944"/>
                    <a:pt x="452" y="979"/>
                    <a:pt x="459" y="1015"/>
                  </a:cubicBezTo>
                  <a:cubicBezTo>
                    <a:pt x="450" y="1030"/>
                    <a:pt x="418" y="1055"/>
                    <a:pt x="305" y="1060"/>
                  </a:cubicBezTo>
                  <a:cubicBezTo>
                    <a:pt x="306" y="1066"/>
                    <a:pt x="306" y="1066"/>
                    <a:pt x="306" y="1066"/>
                  </a:cubicBezTo>
                  <a:cubicBezTo>
                    <a:pt x="313" y="1066"/>
                    <a:pt x="319" y="1065"/>
                    <a:pt x="324" y="1065"/>
                  </a:cubicBezTo>
                  <a:cubicBezTo>
                    <a:pt x="370" y="1064"/>
                    <a:pt x="435" y="1053"/>
                    <a:pt x="462" y="1029"/>
                  </a:cubicBezTo>
                  <a:cubicBezTo>
                    <a:pt x="467" y="1060"/>
                    <a:pt x="470" y="1093"/>
                    <a:pt x="471" y="1127"/>
                  </a:cubicBezTo>
                  <a:cubicBezTo>
                    <a:pt x="458" y="1139"/>
                    <a:pt x="429" y="1161"/>
                    <a:pt x="384" y="1157"/>
                  </a:cubicBezTo>
                  <a:cubicBezTo>
                    <a:pt x="322" y="1160"/>
                    <a:pt x="322" y="1160"/>
                    <a:pt x="322" y="1160"/>
                  </a:cubicBezTo>
                  <a:cubicBezTo>
                    <a:pt x="323" y="1167"/>
                    <a:pt x="323" y="1167"/>
                    <a:pt x="323" y="1167"/>
                  </a:cubicBezTo>
                  <a:cubicBezTo>
                    <a:pt x="341" y="1166"/>
                    <a:pt x="353" y="1166"/>
                    <a:pt x="357" y="1166"/>
                  </a:cubicBezTo>
                  <a:cubicBezTo>
                    <a:pt x="406" y="1169"/>
                    <a:pt x="452" y="1156"/>
                    <a:pt x="471" y="1145"/>
                  </a:cubicBezTo>
                  <a:cubicBezTo>
                    <a:pt x="471" y="1160"/>
                    <a:pt x="471" y="1176"/>
                    <a:pt x="470" y="1192"/>
                  </a:cubicBezTo>
                  <a:cubicBezTo>
                    <a:pt x="469" y="1218"/>
                    <a:pt x="467" y="1243"/>
                    <a:pt x="465" y="1267"/>
                  </a:cubicBezTo>
                  <a:cubicBezTo>
                    <a:pt x="457" y="1274"/>
                    <a:pt x="436" y="1291"/>
                    <a:pt x="394" y="1287"/>
                  </a:cubicBezTo>
                  <a:cubicBezTo>
                    <a:pt x="368" y="1285"/>
                    <a:pt x="335" y="1286"/>
                    <a:pt x="303" y="1286"/>
                  </a:cubicBezTo>
                  <a:cubicBezTo>
                    <a:pt x="302" y="1294"/>
                    <a:pt x="302" y="1294"/>
                    <a:pt x="302" y="1294"/>
                  </a:cubicBezTo>
                  <a:cubicBezTo>
                    <a:pt x="362" y="1296"/>
                    <a:pt x="427" y="1294"/>
                    <a:pt x="443" y="1287"/>
                  </a:cubicBezTo>
                  <a:cubicBezTo>
                    <a:pt x="453" y="1284"/>
                    <a:pt x="459" y="1282"/>
                    <a:pt x="463" y="1280"/>
                  </a:cubicBezTo>
                  <a:cubicBezTo>
                    <a:pt x="459" y="1321"/>
                    <a:pt x="455" y="1358"/>
                    <a:pt x="449" y="1394"/>
                  </a:cubicBezTo>
                  <a:cubicBezTo>
                    <a:pt x="423" y="1396"/>
                    <a:pt x="345" y="1401"/>
                    <a:pt x="281" y="1395"/>
                  </a:cubicBezTo>
                  <a:cubicBezTo>
                    <a:pt x="281" y="1400"/>
                    <a:pt x="281" y="1400"/>
                    <a:pt x="281" y="1400"/>
                  </a:cubicBezTo>
                  <a:cubicBezTo>
                    <a:pt x="304" y="1400"/>
                    <a:pt x="320" y="1400"/>
                    <a:pt x="325" y="1400"/>
                  </a:cubicBezTo>
                  <a:cubicBezTo>
                    <a:pt x="348" y="1403"/>
                    <a:pt x="424" y="1397"/>
                    <a:pt x="448" y="1402"/>
                  </a:cubicBezTo>
                  <a:cubicBezTo>
                    <a:pt x="441" y="1441"/>
                    <a:pt x="434" y="1477"/>
                    <a:pt x="426" y="1510"/>
                  </a:cubicBezTo>
                  <a:cubicBezTo>
                    <a:pt x="406" y="1513"/>
                    <a:pt x="337" y="1520"/>
                    <a:pt x="277" y="1503"/>
                  </a:cubicBezTo>
                  <a:cubicBezTo>
                    <a:pt x="268" y="1500"/>
                    <a:pt x="256" y="1498"/>
                    <a:pt x="243" y="1497"/>
                  </a:cubicBezTo>
                  <a:cubicBezTo>
                    <a:pt x="241" y="1503"/>
                    <a:pt x="241" y="1503"/>
                    <a:pt x="241" y="1503"/>
                  </a:cubicBezTo>
                  <a:cubicBezTo>
                    <a:pt x="251" y="1505"/>
                    <a:pt x="259" y="1507"/>
                    <a:pt x="264" y="1509"/>
                  </a:cubicBezTo>
                  <a:cubicBezTo>
                    <a:pt x="299" y="1526"/>
                    <a:pt x="393" y="1520"/>
                    <a:pt x="424" y="1518"/>
                  </a:cubicBezTo>
                  <a:cubicBezTo>
                    <a:pt x="410" y="1574"/>
                    <a:pt x="393" y="1623"/>
                    <a:pt x="376" y="1666"/>
                  </a:cubicBezTo>
                  <a:cubicBezTo>
                    <a:pt x="356" y="1663"/>
                    <a:pt x="306" y="1653"/>
                    <a:pt x="233" y="1613"/>
                  </a:cubicBezTo>
                  <a:cubicBezTo>
                    <a:pt x="223" y="1607"/>
                    <a:pt x="210" y="1603"/>
                    <a:pt x="195" y="1601"/>
                  </a:cubicBezTo>
                  <a:cubicBezTo>
                    <a:pt x="188" y="1609"/>
                    <a:pt x="188" y="1609"/>
                    <a:pt x="188" y="1609"/>
                  </a:cubicBezTo>
                  <a:cubicBezTo>
                    <a:pt x="203" y="1611"/>
                    <a:pt x="216" y="1615"/>
                    <a:pt x="226" y="1621"/>
                  </a:cubicBezTo>
                  <a:cubicBezTo>
                    <a:pt x="289" y="1654"/>
                    <a:pt x="345" y="1671"/>
                    <a:pt x="371" y="1678"/>
                  </a:cubicBezTo>
                  <a:cubicBezTo>
                    <a:pt x="354" y="1718"/>
                    <a:pt x="337" y="1753"/>
                    <a:pt x="320" y="1786"/>
                  </a:cubicBezTo>
                  <a:cubicBezTo>
                    <a:pt x="290" y="1779"/>
                    <a:pt x="220" y="1762"/>
                    <a:pt x="189" y="1737"/>
                  </a:cubicBezTo>
                  <a:cubicBezTo>
                    <a:pt x="173" y="1724"/>
                    <a:pt x="159" y="1715"/>
                    <a:pt x="146" y="1710"/>
                  </a:cubicBezTo>
                  <a:cubicBezTo>
                    <a:pt x="142" y="1713"/>
                    <a:pt x="142" y="1713"/>
                    <a:pt x="142" y="1713"/>
                  </a:cubicBezTo>
                  <a:cubicBezTo>
                    <a:pt x="151" y="1716"/>
                    <a:pt x="159" y="1719"/>
                    <a:pt x="163" y="1724"/>
                  </a:cubicBezTo>
                  <a:cubicBezTo>
                    <a:pt x="199" y="1759"/>
                    <a:pt x="279" y="1786"/>
                    <a:pt x="315" y="1795"/>
                  </a:cubicBezTo>
                  <a:cubicBezTo>
                    <a:pt x="296" y="1829"/>
                    <a:pt x="278" y="1860"/>
                    <a:pt x="261" y="1891"/>
                  </a:cubicBezTo>
                  <a:cubicBezTo>
                    <a:pt x="241" y="1888"/>
                    <a:pt x="172" y="1876"/>
                    <a:pt x="137" y="1847"/>
                  </a:cubicBezTo>
                  <a:cubicBezTo>
                    <a:pt x="124" y="1836"/>
                    <a:pt x="102" y="1827"/>
                    <a:pt x="76" y="1822"/>
                  </a:cubicBezTo>
                  <a:cubicBezTo>
                    <a:pt x="73" y="1829"/>
                    <a:pt x="73" y="1829"/>
                    <a:pt x="73" y="1829"/>
                  </a:cubicBezTo>
                  <a:cubicBezTo>
                    <a:pt x="82" y="1831"/>
                    <a:pt x="91" y="1834"/>
                    <a:pt x="97" y="1838"/>
                  </a:cubicBezTo>
                  <a:cubicBezTo>
                    <a:pt x="146" y="1868"/>
                    <a:pt x="217" y="1893"/>
                    <a:pt x="257" y="1898"/>
                  </a:cubicBezTo>
                  <a:cubicBezTo>
                    <a:pt x="239" y="1931"/>
                    <a:pt x="223" y="1964"/>
                    <a:pt x="209" y="1999"/>
                  </a:cubicBezTo>
                  <a:cubicBezTo>
                    <a:pt x="180" y="1991"/>
                    <a:pt x="88" y="1966"/>
                    <a:pt x="39" y="1960"/>
                  </a:cubicBezTo>
                  <a:cubicBezTo>
                    <a:pt x="38" y="1970"/>
                    <a:pt x="38" y="1970"/>
                    <a:pt x="38" y="1970"/>
                  </a:cubicBezTo>
                  <a:cubicBezTo>
                    <a:pt x="74" y="1979"/>
                    <a:pt x="179" y="1983"/>
                    <a:pt x="205" y="2011"/>
                  </a:cubicBezTo>
                  <a:cubicBezTo>
                    <a:pt x="193" y="2043"/>
                    <a:pt x="185" y="2078"/>
                    <a:pt x="179" y="2118"/>
                  </a:cubicBezTo>
                  <a:cubicBezTo>
                    <a:pt x="157" y="2112"/>
                    <a:pt x="95" y="2098"/>
                    <a:pt x="49" y="2094"/>
                  </a:cubicBezTo>
                  <a:cubicBezTo>
                    <a:pt x="34" y="2092"/>
                    <a:pt x="21" y="2091"/>
                    <a:pt x="10" y="2092"/>
                  </a:cubicBezTo>
                  <a:cubicBezTo>
                    <a:pt x="10" y="2100"/>
                    <a:pt x="10" y="2100"/>
                    <a:pt x="10" y="2100"/>
                  </a:cubicBezTo>
                  <a:cubicBezTo>
                    <a:pt x="29" y="2099"/>
                    <a:pt x="44" y="2100"/>
                    <a:pt x="51" y="2101"/>
                  </a:cubicBezTo>
                  <a:cubicBezTo>
                    <a:pt x="82" y="2109"/>
                    <a:pt x="146" y="2111"/>
                    <a:pt x="178" y="2126"/>
                  </a:cubicBezTo>
                  <a:cubicBezTo>
                    <a:pt x="176" y="2150"/>
                    <a:pt x="174" y="2174"/>
                    <a:pt x="174" y="2201"/>
                  </a:cubicBezTo>
                  <a:cubicBezTo>
                    <a:pt x="174" y="2210"/>
                    <a:pt x="174" y="2218"/>
                    <a:pt x="174" y="2226"/>
                  </a:cubicBezTo>
                  <a:cubicBezTo>
                    <a:pt x="162" y="2235"/>
                    <a:pt x="119" y="2255"/>
                    <a:pt x="1" y="2255"/>
                  </a:cubicBezTo>
                  <a:cubicBezTo>
                    <a:pt x="0" y="2262"/>
                    <a:pt x="0" y="2262"/>
                    <a:pt x="0" y="2262"/>
                  </a:cubicBezTo>
                  <a:cubicBezTo>
                    <a:pt x="26" y="2261"/>
                    <a:pt x="110" y="2255"/>
                    <a:pt x="122" y="2253"/>
                  </a:cubicBezTo>
                  <a:cubicBezTo>
                    <a:pt x="152" y="2249"/>
                    <a:pt x="167" y="2243"/>
                    <a:pt x="175" y="2238"/>
                  </a:cubicBezTo>
                  <a:cubicBezTo>
                    <a:pt x="177" y="2279"/>
                    <a:pt x="182" y="2315"/>
                    <a:pt x="189" y="2348"/>
                  </a:cubicBezTo>
                  <a:cubicBezTo>
                    <a:pt x="169" y="2366"/>
                    <a:pt x="93" y="2432"/>
                    <a:pt x="37" y="2437"/>
                  </a:cubicBezTo>
                  <a:cubicBezTo>
                    <a:pt x="39" y="2447"/>
                    <a:pt x="39" y="2447"/>
                    <a:pt x="39" y="2447"/>
                  </a:cubicBezTo>
                  <a:cubicBezTo>
                    <a:pt x="39" y="2447"/>
                    <a:pt x="150" y="2408"/>
                    <a:pt x="192" y="2361"/>
                  </a:cubicBezTo>
                  <a:cubicBezTo>
                    <a:pt x="201" y="2400"/>
                    <a:pt x="215" y="2434"/>
                    <a:pt x="230" y="2464"/>
                  </a:cubicBezTo>
                  <a:cubicBezTo>
                    <a:pt x="216" y="2490"/>
                    <a:pt x="174" y="2559"/>
                    <a:pt x="117" y="2580"/>
                  </a:cubicBezTo>
                  <a:cubicBezTo>
                    <a:pt x="123" y="2588"/>
                    <a:pt x="123" y="2588"/>
                    <a:pt x="123" y="2588"/>
                  </a:cubicBezTo>
                  <a:cubicBezTo>
                    <a:pt x="123" y="2588"/>
                    <a:pt x="183" y="2573"/>
                    <a:pt x="235" y="2473"/>
                  </a:cubicBezTo>
                  <a:cubicBezTo>
                    <a:pt x="255" y="2510"/>
                    <a:pt x="280" y="2542"/>
                    <a:pt x="307" y="2570"/>
                  </a:cubicBezTo>
                  <a:cubicBezTo>
                    <a:pt x="297" y="2597"/>
                    <a:pt x="267" y="2672"/>
                    <a:pt x="222" y="2700"/>
                  </a:cubicBezTo>
                  <a:cubicBezTo>
                    <a:pt x="228" y="2708"/>
                    <a:pt x="228" y="2708"/>
                    <a:pt x="228" y="2708"/>
                  </a:cubicBezTo>
                  <a:cubicBezTo>
                    <a:pt x="228" y="2708"/>
                    <a:pt x="279" y="2663"/>
                    <a:pt x="313" y="2577"/>
                  </a:cubicBezTo>
                  <a:cubicBezTo>
                    <a:pt x="349" y="2613"/>
                    <a:pt x="388" y="2644"/>
                    <a:pt x="427" y="2674"/>
                  </a:cubicBezTo>
                  <a:cubicBezTo>
                    <a:pt x="409" y="2697"/>
                    <a:pt x="351" y="2772"/>
                    <a:pt x="312" y="2799"/>
                  </a:cubicBezTo>
                  <a:cubicBezTo>
                    <a:pt x="318" y="2805"/>
                    <a:pt x="318" y="2805"/>
                    <a:pt x="318" y="2805"/>
                  </a:cubicBezTo>
                  <a:cubicBezTo>
                    <a:pt x="318" y="2805"/>
                    <a:pt x="399" y="2732"/>
                    <a:pt x="433" y="2679"/>
                  </a:cubicBezTo>
                  <a:cubicBezTo>
                    <a:pt x="455" y="2696"/>
                    <a:pt x="476" y="2713"/>
                    <a:pt x="496" y="2731"/>
                  </a:cubicBezTo>
                  <a:cubicBezTo>
                    <a:pt x="484" y="2752"/>
                    <a:pt x="449" y="2810"/>
                    <a:pt x="414" y="2840"/>
                  </a:cubicBezTo>
                  <a:cubicBezTo>
                    <a:pt x="423" y="2845"/>
                    <a:pt x="423" y="2845"/>
                    <a:pt x="423" y="2845"/>
                  </a:cubicBezTo>
                  <a:cubicBezTo>
                    <a:pt x="423" y="2845"/>
                    <a:pt x="484" y="2773"/>
                    <a:pt x="503" y="2737"/>
                  </a:cubicBezTo>
                  <a:cubicBezTo>
                    <a:pt x="521" y="2754"/>
                    <a:pt x="538" y="2772"/>
                    <a:pt x="553" y="2791"/>
                  </a:cubicBezTo>
                  <a:cubicBezTo>
                    <a:pt x="545" y="2805"/>
                    <a:pt x="523" y="2842"/>
                    <a:pt x="486" y="2876"/>
                  </a:cubicBezTo>
                  <a:cubicBezTo>
                    <a:pt x="492" y="2881"/>
                    <a:pt x="492" y="2881"/>
                    <a:pt x="492" y="2881"/>
                  </a:cubicBezTo>
                  <a:cubicBezTo>
                    <a:pt x="492" y="2881"/>
                    <a:pt x="541" y="2825"/>
                    <a:pt x="559" y="2798"/>
                  </a:cubicBezTo>
                  <a:cubicBezTo>
                    <a:pt x="575" y="2820"/>
                    <a:pt x="589" y="2844"/>
                    <a:pt x="601" y="2871"/>
                  </a:cubicBezTo>
                  <a:cubicBezTo>
                    <a:pt x="591" y="2882"/>
                    <a:pt x="557" y="2919"/>
                    <a:pt x="522" y="2929"/>
                  </a:cubicBezTo>
                  <a:cubicBezTo>
                    <a:pt x="526" y="2939"/>
                    <a:pt x="526" y="2939"/>
                    <a:pt x="526" y="2939"/>
                  </a:cubicBezTo>
                  <a:cubicBezTo>
                    <a:pt x="526" y="2939"/>
                    <a:pt x="583" y="2908"/>
                    <a:pt x="604" y="2879"/>
                  </a:cubicBezTo>
                  <a:cubicBezTo>
                    <a:pt x="613" y="2903"/>
                    <a:pt x="620" y="2930"/>
                    <a:pt x="624" y="2959"/>
                  </a:cubicBezTo>
                  <a:lnTo>
                    <a:pt x="625" y="2966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9817DAC0-61F3-4C44-ADC0-13F29151B99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Meninges</a:t>
            </a:r>
          </a:p>
        </p:txBody>
      </p:sp>
      <p:grpSp>
        <p:nvGrpSpPr>
          <p:cNvPr id="72706" name="brain-meninges-anatomical-cross-section">
            <a:extLst>
              <a:ext uri="{FF2B5EF4-FFF2-40B4-BE49-F238E27FC236}">
                <a16:creationId xmlns:a16="http://schemas.microsoft.com/office/drawing/2014/main" id="{AEBD267E-2B7E-482F-A05F-A67CEE27B3B8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1524000"/>
            <a:ext cx="5580063" cy="4181475"/>
            <a:chOff x="1123" y="843"/>
            <a:chExt cx="3515" cy="2634"/>
          </a:xfrm>
        </p:grpSpPr>
        <p:grpSp>
          <p:nvGrpSpPr>
            <p:cNvPr id="72719" name="Group 4">
              <a:extLst>
                <a:ext uri="{FF2B5EF4-FFF2-40B4-BE49-F238E27FC236}">
                  <a16:creationId xmlns:a16="http://schemas.microsoft.com/office/drawing/2014/main" id="{499C84B6-E30E-4F49-8386-A78692352D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3" y="843"/>
              <a:ext cx="3515" cy="2634"/>
              <a:chOff x="1123" y="843"/>
              <a:chExt cx="3515" cy="2634"/>
            </a:xfrm>
          </p:grpSpPr>
          <p:sp>
            <p:nvSpPr>
              <p:cNvPr id="73007" name="Freeform 5">
                <a:extLst>
                  <a:ext uri="{FF2B5EF4-FFF2-40B4-BE49-F238E27FC236}">
                    <a16:creationId xmlns:a16="http://schemas.microsoft.com/office/drawing/2014/main" id="{CDC655AD-406C-43A0-B9C0-9D8704BA42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23" y="843"/>
                <a:ext cx="3515" cy="2634"/>
              </a:xfrm>
              <a:custGeom>
                <a:avLst/>
                <a:gdLst>
                  <a:gd name="T0" fmla="*/ 0 w 1406"/>
                  <a:gd name="T1" fmla="*/ 11045 h 988"/>
                  <a:gd name="T2" fmla="*/ 0 w 1406"/>
                  <a:gd name="T3" fmla="*/ 15764 h 988"/>
                  <a:gd name="T4" fmla="*/ 2688 w 1406"/>
                  <a:gd name="T5" fmla="*/ 18721 h 988"/>
                  <a:gd name="T6" fmla="*/ 21970 w 1406"/>
                  <a:gd name="T7" fmla="*/ 18721 h 988"/>
                  <a:gd name="T8" fmla="*/ 21970 w 1406"/>
                  <a:gd name="T9" fmla="*/ 5644 h 988"/>
                  <a:gd name="T10" fmla="*/ 21970 w 1406"/>
                  <a:gd name="T11" fmla="*/ 5529 h 988"/>
                  <a:gd name="T12" fmla="*/ 21970 w 1406"/>
                  <a:gd name="T13" fmla="*/ 2922 h 988"/>
                  <a:gd name="T14" fmla="*/ 17938 w 1406"/>
                  <a:gd name="T15" fmla="*/ 0 h 988"/>
                  <a:gd name="T16" fmla="*/ 4083 w 1406"/>
                  <a:gd name="T17" fmla="*/ 4300 h 988"/>
                  <a:gd name="T18" fmla="*/ 4083 w 1406"/>
                  <a:gd name="T19" fmla="*/ 4719 h 988"/>
                  <a:gd name="T20" fmla="*/ 4083 w 1406"/>
                  <a:gd name="T21" fmla="*/ 4719 h 988"/>
                  <a:gd name="T22" fmla="*/ 2613 w 1406"/>
                  <a:gd name="T23" fmla="*/ 5756 h 988"/>
                  <a:gd name="T24" fmla="*/ 2613 w 1406"/>
                  <a:gd name="T25" fmla="*/ 5756 h 988"/>
                  <a:gd name="T26" fmla="*/ 2613 w 1406"/>
                  <a:gd name="T27" fmla="*/ 7278 h 988"/>
                  <a:gd name="T28" fmla="*/ 2845 w 1406"/>
                  <a:gd name="T29" fmla="*/ 7542 h 988"/>
                  <a:gd name="T30" fmla="*/ 0 w 1406"/>
                  <a:gd name="T31" fmla="*/ 10008 h 988"/>
                  <a:gd name="T32" fmla="*/ 0 w 1406"/>
                  <a:gd name="T33" fmla="*/ 10008 h 988"/>
                  <a:gd name="T34" fmla="*/ 0 w 1406"/>
                  <a:gd name="T35" fmla="*/ 10235 h 988"/>
                  <a:gd name="T36" fmla="*/ 0 w 1406"/>
                  <a:gd name="T37" fmla="*/ 11045 h 98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06" h="988">
                    <a:moveTo>
                      <a:pt x="0" y="583"/>
                    </a:moveTo>
                    <a:cubicBezTo>
                      <a:pt x="0" y="832"/>
                      <a:pt x="0" y="832"/>
                      <a:pt x="0" y="832"/>
                    </a:cubicBezTo>
                    <a:cubicBezTo>
                      <a:pt x="172" y="988"/>
                      <a:pt x="172" y="988"/>
                      <a:pt x="172" y="988"/>
                    </a:cubicBezTo>
                    <a:cubicBezTo>
                      <a:pt x="1406" y="988"/>
                      <a:pt x="1406" y="988"/>
                      <a:pt x="1406" y="988"/>
                    </a:cubicBezTo>
                    <a:cubicBezTo>
                      <a:pt x="1406" y="298"/>
                      <a:pt x="1406" y="298"/>
                      <a:pt x="1406" y="298"/>
                    </a:cubicBezTo>
                    <a:cubicBezTo>
                      <a:pt x="1406" y="292"/>
                      <a:pt x="1406" y="292"/>
                      <a:pt x="1406" y="292"/>
                    </a:cubicBezTo>
                    <a:cubicBezTo>
                      <a:pt x="1406" y="154"/>
                      <a:pt x="1406" y="154"/>
                      <a:pt x="1406" y="154"/>
                    </a:cubicBezTo>
                    <a:cubicBezTo>
                      <a:pt x="1406" y="154"/>
                      <a:pt x="1148" y="1"/>
                      <a:pt x="1148" y="0"/>
                    </a:cubicBezTo>
                    <a:cubicBezTo>
                      <a:pt x="768" y="13"/>
                      <a:pt x="474" y="113"/>
                      <a:pt x="261" y="227"/>
                    </a:cubicBezTo>
                    <a:cubicBezTo>
                      <a:pt x="261" y="249"/>
                      <a:pt x="261" y="249"/>
                      <a:pt x="261" y="249"/>
                    </a:cubicBezTo>
                    <a:cubicBezTo>
                      <a:pt x="261" y="249"/>
                      <a:pt x="261" y="249"/>
                      <a:pt x="261" y="249"/>
                    </a:cubicBezTo>
                    <a:cubicBezTo>
                      <a:pt x="228" y="267"/>
                      <a:pt x="196" y="286"/>
                      <a:pt x="167" y="304"/>
                    </a:cubicBezTo>
                    <a:cubicBezTo>
                      <a:pt x="167" y="304"/>
                      <a:pt x="167" y="304"/>
                      <a:pt x="167" y="304"/>
                    </a:cubicBezTo>
                    <a:cubicBezTo>
                      <a:pt x="167" y="384"/>
                      <a:pt x="167" y="384"/>
                      <a:pt x="167" y="384"/>
                    </a:cubicBezTo>
                    <a:cubicBezTo>
                      <a:pt x="182" y="398"/>
                      <a:pt x="182" y="398"/>
                      <a:pt x="182" y="398"/>
                    </a:cubicBezTo>
                    <a:cubicBezTo>
                      <a:pt x="111" y="442"/>
                      <a:pt x="50" y="487"/>
                      <a:pt x="0" y="528"/>
                    </a:cubicBezTo>
                    <a:moveTo>
                      <a:pt x="0" y="528"/>
                    </a:moveTo>
                    <a:cubicBezTo>
                      <a:pt x="0" y="540"/>
                      <a:pt x="0" y="540"/>
                      <a:pt x="0" y="540"/>
                    </a:cubicBezTo>
                    <a:cubicBezTo>
                      <a:pt x="0" y="583"/>
                      <a:pt x="0" y="583"/>
                      <a:pt x="0" y="583"/>
                    </a:cubicBezTo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8" name="Freeform 6">
                <a:extLst>
                  <a:ext uri="{FF2B5EF4-FFF2-40B4-BE49-F238E27FC236}">
                    <a16:creationId xmlns:a16="http://schemas.microsoft.com/office/drawing/2014/main" id="{7E85106A-18AA-4112-BDC5-A3DCA98F0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171"/>
                <a:ext cx="3515" cy="1496"/>
              </a:xfrm>
              <a:custGeom>
                <a:avLst/>
                <a:gdLst>
                  <a:gd name="T0" fmla="*/ 0 w 1406"/>
                  <a:gd name="T1" fmla="*/ 7680 h 561"/>
                  <a:gd name="T2" fmla="*/ 19283 w 1406"/>
                  <a:gd name="T3" fmla="*/ 21 h 561"/>
                  <a:gd name="T4" fmla="*/ 19333 w 1406"/>
                  <a:gd name="T5" fmla="*/ 0 h 561"/>
                  <a:gd name="T6" fmla="*/ 21970 w 1406"/>
                  <a:gd name="T7" fmla="*/ 2296 h 561"/>
                  <a:gd name="T8" fmla="*/ 21970 w 1406"/>
                  <a:gd name="T9" fmla="*/ 2979 h 561"/>
                  <a:gd name="T10" fmla="*/ 2688 w 1406"/>
                  <a:gd name="T11" fmla="*/ 10637 h 561"/>
                  <a:gd name="T12" fmla="*/ 0 w 1406"/>
                  <a:gd name="T13" fmla="*/ 7680 h 5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6" h="561">
                    <a:moveTo>
                      <a:pt x="0" y="405"/>
                    </a:moveTo>
                    <a:cubicBezTo>
                      <a:pt x="212" y="229"/>
                      <a:pt x="614" y="1"/>
                      <a:pt x="1234" y="1"/>
                    </a:cubicBezTo>
                    <a:cubicBezTo>
                      <a:pt x="1237" y="0"/>
                      <a:pt x="1237" y="0"/>
                      <a:pt x="1237" y="0"/>
                    </a:cubicBezTo>
                    <a:cubicBezTo>
                      <a:pt x="1406" y="121"/>
                      <a:pt x="1406" y="121"/>
                      <a:pt x="1406" y="121"/>
                    </a:cubicBezTo>
                    <a:cubicBezTo>
                      <a:pt x="1406" y="157"/>
                      <a:pt x="1406" y="157"/>
                      <a:pt x="1406" y="157"/>
                    </a:cubicBezTo>
                    <a:cubicBezTo>
                      <a:pt x="786" y="157"/>
                      <a:pt x="384" y="385"/>
                      <a:pt x="172" y="561"/>
                    </a:cubicBezTo>
                    <a:lnTo>
                      <a:pt x="0" y="405"/>
                    </a:lnTo>
                    <a:close/>
                  </a:path>
                </a:pathLst>
              </a:custGeom>
              <a:solidFill>
                <a:srgbClr val="D6E9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9" name="Freeform 7">
                <a:extLst>
                  <a:ext uri="{FF2B5EF4-FFF2-40B4-BE49-F238E27FC236}">
                    <a16:creationId xmlns:a16="http://schemas.microsoft.com/office/drawing/2014/main" id="{24E662DA-5F19-4885-8FCB-988EFBECF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171"/>
                <a:ext cx="3515" cy="1496"/>
              </a:xfrm>
              <a:custGeom>
                <a:avLst/>
                <a:gdLst>
                  <a:gd name="T0" fmla="*/ 0 w 1406"/>
                  <a:gd name="T1" fmla="*/ 7680 h 561"/>
                  <a:gd name="T2" fmla="*/ 19283 w 1406"/>
                  <a:gd name="T3" fmla="*/ 21 h 561"/>
                  <a:gd name="T4" fmla="*/ 19333 w 1406"/>
                  <a:gd name="T5" fmla="*/ 0 h 561"/>
                  <a:gd name="T6" fmla="*/ 21970 w 1406"/>
                  <a:gd name="T7" fmla="*/ 2296 h 561"/>
                  <a:gd name="T8" fmla="*/ 21970 w 1406"/>
                  <a:gd name="T9" fmla="*/ 2979 h 561"/>
                  <a:gd name="T10" fmla="*/ 2688 w 1406"/>
                  <a:gd name="T11" fmla="*/ 10637 h 561"/>
                  <a:gd name="T12" fmla="*/ 0 w 1406"/>
                  <a:gd name="T13" fmla="*/ 7680 h 5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6" h="561">
                    <a:moveTo>
                      <a:pt x="0" y="405"/>
                    </a:moveTo>
                    <a:cubicBezTo>
                      <a:pt x="212" y="229"/>
                      <a:pt x="614" y="1"/>
                      <a:pt x="1234" y="1"/>
                    </a:cubicBezTo>
                    <a:cubicBezTo>
                      <a:pt x="1237" y="0"/>
                      <a:pt x="1237" y="0"/>
                      <a:pt x="1237" y="0"/>
                    </a:cubicBezTo>
                    <a:cubicBezTo>
                      <a:pt x="1406" y="121"/>
                      <a:pt x="1406" y="121"/>
                      <a:pt x="1406" y="121"/>
                    </a:cubicBezTo>
                    <a:cubicBezTo>
                      <a:pt x="1406" y="157"/>
                      <a:pt x="1406" y="157"/>
                      <a:pt x="1406" y="157"/>
                    </a:cubicBezTo>
                    <a:cubicBezTo>
                      <a:pt x="786" y="157"/>
                      <a:pt x="384" y="385"/>
                      <a:pt x="172" y="561"/>
                    </a:cubicBezTo>
                    <a:lnTo>
                      <a:pt x="0" y="405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0" name="Freeform 8">
                <a:extLst>
                  <a:ext uri="{FF2B5EF4-FFF2-40B4-BE49-F238E27FC236}">
                    <a16:creationId xmlns:a16="http://schemas.microsoft.com/office/drawing/2014/main" id="{7FA853CD-876D-4D7C-B9F3-2F2E7C5AD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661"/>
                <a:ext cx="1710" cy="1816"/>
              </a:xfrm>
              <a:custGeom>
                <a:avLst/>
                <a:gdLst>
                  <a:gd name="T0" fmla="*/ 3313 w 684"/>
                  <a:gd name="T1" fmla="*/ 8739 h 681"/>
                  <a:gd name="T2" fmla="*/ 3083 w 684"/>
                  <a:gd name="T3" fmla="*/ 9331 h 681"/>
                  <a:gd name="T4" fmla="*/ 3175 w 684"/>
                  <a:gd name="T5" fmla="*/ 10219 h 681"/>
                  <a:gd name="T6" fmla="*/ 3283 w 684"/>
                  <a:gd name="T7" fmla="*/ 12061 h 681"/>
                  <a:gd name="T8" fmla="*/ 3375 w 684"/>
                  <a:gd name="T9" fmla="*/ 12835 h 681"/>
                  <a:gd name="T10" fmla="*/ 3488 w 684"/>
                  <a:gd name="T11" fmla="*/ 12915 h 681"/>
                  <a:gd name="T12" fmla="*/ 7020 w 684"/>
                  <a:gd name="T13" fmla="*/ 12915 h 681"/>
                  <a:gd name="T14" fmla="*/ 7375 w 684"/>
                  <a:gd name="T15" fmla="*/ 4835 h 681"/>
                  <a:gd name="T16" fmla="*/ 9863 w 684"/>
                  <a:gd name="T17" fmla="*/ 1139 h 681"/>
                  <a:gd name="T18" fmla="*/ 10688 w 684"/>
                  <a:gd name="T19" fmla="*/ 0 h 681"/>
                  <a:gd name="T20" fmla="*/ 9250 w 684"/>
                  <a:gd name="T21" fmla="*/ 376 h 681"/>
                  <a:gd name="T22" fmla="*/ 7813 w 684"/>
                  <a:gd name="T23" fmla="*/ 1080 h 681"/>
                  <a:gd name="T24" fmla="*/ 7113 w 684"/>
                  <a:gd name="T25" fmla="*/ 1045 h 681"/>
                  <a:gd name="T26" fmla="*/ 6813 w 684"/>
                  <a:gd name="T27" fmla="*/ 1933 h 681"/>
                  <a:gd name="T28" fmla="*/ 6470 w 684"/>
                  <a:gd name="T29" fmla="*/ 2483 h 681"/>
                  <a:gd name="T30" fmla="*/ 6363 w 684"/>
                  <a:gd name="T31" fmla="*/ 2525 h 681"/>
                  <a:gd name="T32" fmla="*/ 5708 w 684"/>
                  <a:gd name="T33" fmla="*/ 2312 h 681"/>
                  <a:gd name="T34" fmla="*/ 5050 w 684"/>
                  <a:gd name="T35" fmla="*/ 2653 h 681"/>
                  <a:gd name="T36" fmla="*/ 4488 w 684"/>
                  <a:gd name="T37" fmla="*/ 2424 h 681"/>
                  <a:gd name="T38" fmla="*/ 3520 w 684"/>
                  <a:gd name="T39" fmla="*/ 2595 h 681"/>
                  <a:gd name="T40" fmla="*/ 2845 w 684"/>
                  <a:gd name="T41" fmla="*/ 2979 h 681"/>
                  <a:gd name="T42" fmla="*/ 1425 w 684"/>
                  <a:gd name="T43" fmla="*/ 3584 h 681"/>
                  <a:gd name="T44" fmla="*/ 158 w 684"/>
                  <a:gd name="T45" fmla="*/ 3848 h 681"/>
                  <a:gd name="T46" fmla="*/ 0 w 684"/>
                  <a:gd name="T47" fmla="*/ 4608 h 681"/>
                  <a:gd name="T48" fmla="*/ 1438 w 684"/>
                  <a:gd name="T49" fmla="*/ 6051 h 681"/>
                  <a:gd name="T50" fmla="*/ 3313 w 684"/>
                  <a:gd name="T51" fmla="*/ 8739 h 68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4" h="681">
                    <a:moveTo>
                      <a:pt x="212" y="461"/>
                    </a:moveTo>
                    <a:cubicBezTo>
                      <a:pt x="211" y="467"/>
                      <a:pt x="197" y="492"/>
                      <a:pt x="197" y="492"/>
                    </a:cubicBezTo>
                    <a:cubicBezTo>
                      <a:pt x="197" y="492"/>
                      <a:pt x="202" y="535"/>
                      <a:pt x="203" y="539"/>
                    </a:cubicBezTo>
                    <a:cubicBezTo>
                      <a:pt x="204" y="543"/>
                      <a:pt x="213" y="630"/>
                      <a:pt x="210" y="636"/>
                    </a:cubicBezTo>
                    <a:cubicBezTo>
                      <a:pt x="207" y="642"/>
                      <a:pt x="216" y="677"/>
                      <a:pt x="216" y="677"/>
                    </a:cubicBezTo>
                    <a:cubicBezTo>
                      <a:pt x="216" y="677"/>
                      <a:pt x="219" y="679"/>
                      <a:pt x="223" y="681"/>
                    </a:cubicBezTo>
                    <a:cubicBezTo>
                      <a:pt x="449" y="681"/>
                      <a:pt x="449" y="681"/>
                      <a:pt x="449" y="681"/>
                    </a:cubicBezTo>
                    <a:cubicBezTo>
                      <a:pt x="472" y="255"/>
                      <a:pt x="472" y="255"/>
                      <a:pt x="472" y="255"/>
                    </a:cubicBezTo>
                    <a:cubicBezTo>
                      <a:pt x="631" y="60"/>
                      <a:pt x="631" y="60"/>
                      <a:pt x="631" y="60"/>
                    </a:cubicBezTo>
                    <a:cubicBezTo>
                      <a:pt x="684" y="0"/>
                      <a:pt x="684" y="0"/>
                      <a:pt x="684" y="0"/>
                    </a:cubicBezTo>
                    <a:cubicBezTo>
                      <a:pt x="684" y="0"/>
                      <a:pt x="597" y="19"/>
                      <a:pt x="592" y="20"/>
                    </a:cubicBezTo>
                    <a:cubicBezTo>
                      <a:pt x="587" y="21"/>
                      <a:pt x="500" y="57"/>
                      <a:pt x="500" y="57"/>
                    </a:cubicBezTo>
                    <a:cubicBezTo>
                      <a:pt x="455" y="55"/>
                      <a:pt x="455" y="55"/>
                      <a:pt x="455" y="55"/>
                    </a:cubicBezTo>
                    <a:cubicBezTo>
                      <a:pt x="436" y="102"/>
                      <a:pt x="436" y="102"/>
                      <a:pt x="436" y="102"/>
                    </a:cubicBezTo>
                    <a:cubicBezTo>
                      <a:pt x="414" y="131"/>
                      <a:pt x="414" y="131"/>
                      <a:pt x="414" y="131"/>
                    </a:cubicBezTo>
                    <a:cubicBezTo>
                      <a:pt x="407" y="133"/>
                      <a:pt x="407" y="133"/>
                      <a:pt x="407" y="133"/>
                    </a:cubicBezTo>
                    <a:cubicBezTo>
                      <a:pt x="407" y="133"/>
                      <a:pt x="368" y="122"/>
                      <a:pt x="365" y="122"/>
                    </a:cubicBezTo>
                    <a:cubicBezTo>
                      <a:pt x="362" y="122"/>
                      <a:pt x="326" y="134"/>
                      <a:pt x="323" y="140"/>
                    </a:cubicBezTo>
                    <a:cubicBezTo>
                      <a:pt x="320" y="146"/>
                      <a:pt x="287" y="128"/>
                      <a:pt x="287" y="128"/>
                    </a:cubicBezTo>
                    <a:cubicBezTo>
                      <a:pt x="225" y="137"/>
                      <a:pt x="225" y="137"/>
                      <a:pt x="225" y="137"/>
                    </a:cubicBezTo>
                    <a:cubicBezTo>
                      <a:pt x="182" y="157"/>
                      <a:pt x="182" y="157"/>
                      <a:pt x="182" y="157"/>
                    </a:cubicBezTo>
                    <a:cubicBezTo>
                      <a:pt x="91" y="189"/>
                      <a:pt x="91" y="189"/>
                      <a:pt x="91" y="189"/>
                    </a:cubicBezTo>
                    <a:cubicBezTo>
                      <a:pt x="10" y="203"/>
                      <a:pt x="10" y="203"/>
                      <a:pt x="10" y="203"/>
                    </a:cubicBezTo>
                    <a:cubicBezTo>
                      <a:pt x="0" y="243"/>
                      <a:pt x="0" y="243"/>
                      <a:pt x="0" y="243"/>
                    </a:cubicBezTo>
                    <a:cubicBezTo>
                      <a:pt x="0" y="243"/>
                      <a:pt x="89" y="316"/>
                      <a:pt x="92" y="319"/>
                    </a:cubicBezTo>
                    <a:cubicBezTo>
                      <a:pt x="95" y="322"/>
                      <a:pt x="213" y="455"/>
                      <a:pt x="212" y="461"/>
                    </a:cubicBezTo>
                    <a:close/>
                  </a:path>
                </a:pathLst>
              </a:custGeom>
              <a:solidFill>
                <a:srgbClr val="3C2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1" name="Freeform 9">
                <a:extLst>
                  <a:ext uri="{FF2B5EF4-FFF2-40B4-BE49-F238E27FC236}">
                    <a16:creationId xmlns:a16="http://schemas.microsoft.com/office/drawing/2014/main" id="{9C46E530-DB32-4174-9026-10B670545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589"/>
                <a:ext cx="3085" cy="1888"/>
              </a:xfrm>
              <a:custGeom>
                <a:avLst/>
                <a:gdLst>
                  <a:gd name="T0" fmla="*/ 4050 w 1234"/>
                  <a:gd name="T1" fmla="*/ 4587 h 708"/>
                  <a:gd name="T2" fmla="*/ 6845 w 1234"/>
                  <a:gd name="T3" fmla="*/ 4664 h 708"/>
                  <a:gd name="T4" fmla="*/ 7500 w 1234"/>
                  <a:gd name="T5" fmla="*/ 4117 h 708"/>
                  <a:gd name="T6" fmla="*/ 7720 w 1234"/>
                  <a:gd name="T7" fmla="*/ 3208 h 708"/>
                  <a:gd name="T8" fmla="*/ 8175 w 1234"/>
                  <a:gd name="T9" fmla="*/ 3379 h 708"/>
                  <a:gd name="T10" fmla="*/ 8875 w 1234"/>
                  <a:gd name="T11" fmla="*/ 3320 h 708"/>
                  <a:gd name="T12" fmla="*/ 8488 w 1234"/>
                  <a:gd name="T13" fmla="*/ 4232 h 708"/>
                  <a:gd name="T14" fmla="*/ 8095 w 1234"/>
                  <a:gd name="T15" fmla="*/ 4360 h 708"/>
                  <a:gd name="T16" fmla="*/ 7675 w 1234"/>
                  <a:gd name="T17" fmla="*/ 4779 h 708"/>
                  <a:gd name="T18" fmla="*/ 7583 w 1234"/>
                  <a:gd name="T19" fmla="*/ 5269 h 708"/>
                  <a:gd name="T20" fmla="*/ 8063 w 1234"/>
                  <a:gd name="T21" fmla="*/ 5747 h 708"/>
                  <a:gd name="T22" fmla="*/ 8563 w 1234"/>
                  <a:gd name="T23" fmla="*/ 4813 h 708"/>
                  <a:gd name="T24" fmla="*/ 9095 w 1234"/>
                  <a:gd name="T25" fmla="*/ 4893 h 708"/>
                  <a:gd name="T26" fmla="*/ 9158 w 1234"/>
                  <a:gd name="T27" fmla="*/ 5176 h 708"/>
                  <a:gd name="T28" fmla="*/ 9095 w 1234"/>
                  <a:gd name="T29" fmla="*/ 5709 h 708"/>
                  <a:gd name="T30" fmla="*/ 8895 w 1234"/>
                  <a:gd name="T31" fmla="*/ 5384 h 708"/>
                  <a:gd name="T32" fmla="*/ 8595 w 1234"/>
                  <a:gd name="T33" fmla="*/ 5781 h 708"/>
                  <a:gd name="T34" fmla="*/ 8363 w 1234"/>
                  <a:gd name="T35" fmla="*/ 6123 h 708"/>
                  <a:gd name="T36" fmla="*/ 8738 w 1234"/>
                  <a:gd name="T37" fmla="*/ 7091 h 708"/>
                  <a:gd name="T38" fmla="*/ 8800 w 1234"/>
                  <a:gd name="T39" fmla="*/ 7245 h 708"/>
                  <a:gd name="T40" fmla="*/ 8895 w 1234"/>
                  <a:gd name="T41" fmla="*/ 7565 h 708"/>
                  <a:gd name="T42" fmla="*/ 8938 w 1234"/>
                  <a:gd name="T43" fmla="*/ 7773 h 708"/>
                  <a:gd name="T44" fmla="*/ 8988 w 1234"/>
                  <a:gd name="T45" fmla="*/ 8000 h 708"/>
                  <a:gd name="T46" fmla="*/ 9033 w 1234"/>
                  <a:gd name="T47" fmla="*/ 8307 h 708"/>
                  <a:gd name="T48" fmla="*/ 9220 w 1234"/>
                  <a:gd name="T49" fmla="*/ 13427 h 708"/>
                  <a:gd name="T50" fmla="*/ 10595 w 1234"/>
                  <a:gd name="T51" fmla="*/ 4971 h 708"/>
                  <a:gd name="T52" fmla="*/ 10645 w 1234"/>
                  <a:gd name="T53" fmla="*/ 4835 h 708"/>
                  <a:gd name="T54" fmla="*/ 10938 w 1234"/>
                  <a:gd name="T55" fmla="*/ 3891 h 708"/>
                  <a:gd name="T56" fmla="*/ 10238 w 1234"/>
                  <a:gd name="T57" fmla="*/ 3789 h 708"/>
                  <a:gd name="T58" fmla="*/ 10083 w 1234"/>
                  <a:gd name="T59" fmla="*/ 3869 h 708"/>
                  <a:gd name="T60" fmla="*/ 9408 w 1234"/>
                  <a:gd name="T61" fmla="*/ 4643 h 708"/>
                  <a:gd name="T62" fmla="*/ 9645 w 1234"/>
                  <a:gd name="T63" fmla="*/ 3891 h 708"/>
                  <a:gd name="T64" fmla="*/ 9438 w 1234"/>
                  <a:gd name="T65" fmla="*/ 3640 h 708"/>
                  <a:gd name="T66" fmla="*/ 10313 w 1234"/>
                  <a:gd name="T67" fmla="*/ 2957 h 708"/>
                  <a:gd name="T68" fmla="*/ 11375 w 1234"/>
                  <a:gd name="T69" fmla="*/ 3243 h 708"/>
                  <a:gd name="T70" fmla="*/ 11563 w 1234"/>
                  <a:gd name="T71" fmla="*/ 3037 h 708"/>
                  <a:gd name="T72" fmla="*/ 11595 w 1234"/>
                  <a:gd name="T73" fmla="*/ 2979 h 708"/>
                  <a:gd name="T74" fmla="*/ 11645 w 1234"/>
                  <a:gd name="T75" fmla="*/ 2936 h 708"/>
                  <a:gd name="T76" fmla="*/ 11688 w 1234"/>
                  <a:gd name="T77" fmla="*/ 2880 h 708"/>
                  <a:gd name="T78" fmla="*/ 11720 w 1234"/>
                  <a:gd name="T79" fmla="*/ 2845 h 708"/>
                  <a:gd name="T80" fmla="*/ 11750 w 1234"/>
                  <a:gd name="T81" fmla="*/ 2808 h 708"/>
                  <a:gd name="T82" fmla="*/ 11970 w 1234"/>
                  <a:gd name="T83" fmla="*/ 2539 h 708"/>
                  <a:gd name="T84" fmla="*/ 11738 w 1234"/>
                  <a:gd name="T85" fmla="*/ 2141 h 708"/>
                  <a:gd name="T86" fmla="*/ 12113 w 1234"/>
                  <a:gd name="T87" fmla="*/ 1856 h 708"/>
                  <a:gd name="T88" fmla="*/ 12800 w 1234"/>
                  <a:gd name="T89" fmla="*/ 1741 h 708"/>
                  <a:gd name="T90" fmla="*/ 13158 w 1234"/>
                  <a:gd name="T91" fmla="*/ 1480 h 708"/>
                  <a:gd name="T92" fmla="*/ 13425 w 1234"/>
                  <a:gd name="T93" fmla="*/ 1309 h 708"/>
                  <a:gd name="T94" fmla="*/ 13738 w 1234"/>
                  <a:gd name="T95" fmla="*/ 1117 h 708"/>
                  <a:gd name="T96" fmla="*/ 13988 w 1234"/>
                  <a:gd name="T97" fmla="*/ 989 h 708"/>
                  <a:gd name="T98" fmla="*/ 14520 w 1234"/>
                  <a:gd name="T99" fmla="*/ 760 h 708"/>
                  <a:gd name="T100" fmla="*/ 14800 w 1234"/>
                  <a:gd name="T101" fmla="*/ 661 h 708"/>
                  <a:gd name="T102" fmla="*/ 15363 w 1234"/>
                  <a:gd name="T103" fmla="*/ 491 h 708"/>
                  <a:gd name="T104" fmla="*/ 15550 w 1234"/>
                  <a:gd name="T105" fmla="*/ 456 h 708"/>
                  <a:gd name="T106" fmla="*/ 19283 w 1234"/>
                  <a:gd name="T107" fmla="*/ 227 h 70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234" h="708">
                    <a:moveTo>
                      <a:pt x="0" y="404"/>
                    </a:moveTo>
                    <a:cubicBezTo>
                      <a:pt x="0" y="416"/>
                      <a:pt x="0" y="416"/>
                      <a:pt x="0" y="416"/>
                    </a:cubicBezTo>
                    <a:cubicBezTo>
                      <a:pt x="67" y="360"/>
                      <a:pt x="153" y="299"/>
                      <a:pt x="259" y="242"/>
                    </a:cubicBezTo>
                    <a:cubicBezTo>
                      <a:pt x="309" y="219"/>
                      <a:pt x="364" y="216"/>
                      <a:pt x="432" y="243"/>
                    </a:cubicBezTo>
                    <a:cubicBezTo>
                      <a:pt x="432" y="243"/>
                      <a:pt x="432" y="243"/>
                      <a:pt x="432" y="243"/>
                    </a:cubicBezTo>
                    <a:cubicBezTo>
                      <a:pt x="433" y="243"/>
                      <a:pt x="437" y="245"/>
                      <a:pt x="438" y="246"/>
                    </a:cubicBezTo>
                    <a:cubicBezTo>
                      <a:pt x="448" y="249"/>
                      <a:pt x="456" y="242"/>
                      <a:pt x="466" y="232"/>
                    </a:cubicBezTo>
                    <a:cubicBezTo>
                      <a:pt x="471" y="228"/>
                      <a:pt x="471" y="228"/>
                      <a:pt x="471" y="228"/>
                    </a:cubicBezTo>
                    <a:cubicBezTo>
                      <a:pt x="475" y="225"/>
                      <a:pt x="479" y="221"/>
                      <a:pt x="480" y="217"/>
                    </a:cubicBezTo>
                    <a:cubicBezTo>
                      <a:pt x="482" y="213"/>
                      <a:pt x="481" y="209"/>
                      <a:pt x="481" y="204"/>
                    </a:cubicBezTo>
                    <a:cubicBezTo>
                      <a:pt x="480" y="201"/>
                      <a:pt x="480" y="197"/>
                      <a:pt x="480" y="194"/>
                    </a:cubicBezTo>
                    <a:cubicBezTo>
                      <a:pt x="481" y="185"/>
                      <a:pt x="485" y="174"/>
                      <a:pt x="494" y="169"/>
                    </a:cubicBezTo>
                    <a:cubicBezTo>
                      <a:pt x="499" y="166"/>
                      <a:pt x="504" y="166"/>
                      <a:pt x="510" y="169"/>
                    </a:cubicBezTo>
                    <a:cubicBezTo>
                      <a:pt x="513" y="170"/>
                      <a:pt x="515" y="172"/>
                      <a:pt x="516" y="174"/>
                    </a:cubicBezTo>
                    <a:cubicBezTo>
                      <a:pt x="518" y="176"/>
                      <a:pt x="520" y="178"/>
                      <a:pt x="523" y="178"/>
                    </a:cubicBezTo>
                    <a:cubicBezTo>
                      <a:pt x="527" y="179"/>
                      <a:pt x="531" y="177"/>
                      <a:pt x="535" y="174"/>
                    </a:cubicBezTo>
                    <a:cubicBezTo>
                      <a:pt x="538" y="173"/>
                      <a:pt x="541" y="171"/>
                      <a:pt x="544" y="170"/>
                    </a:cubicBezTo>
                    <a:cubicBezTo>
                      <a:pt x="553" y="167"/>
                      <a:pt x="562" y="169"/>
                      <a:pt x="568" y="175"/>
                    </a:cubicBezTo>
                    <a:cubicBezTo>
                      <a:pt x="576" y="183"/>
                      <a:pt x="580" y="198"/>
                      <a:pt x="577" y="210"/>
                    </a:cubicBezTo>
                    <a:cubicBezTo>
                      <a:pt x="574" y="219"/>
                      <a:pt x="569" y="225"/>
                      <a:pt x="561" y="227"/>
                    </a:cubicBezTo>
                    <a:cubicBezTo>
                      <a:pt x="554" y="229"/>
                      <a:pt x="548" y="226"/>
                      <a:pt x="543" y="223"/>
                    </a:cubicBezTo>
                    <a:cubicBezTo>
                      <a:pt x="540" y="221"/>
                      <a:pt x="537" y="219"/>
                      <a:pt x="534" y="219"/>
                    </a:cubicBezTo>
                    <a:cubicBezTo>
                      <a:pt x="531" y="220"/>
                      <a:pt x="525" y="225"/>
                      <a:pt x="521" y="227"/>
                    </a:cubicBezTo>
                    <a:cubicBezTo>
                      <a:pt x="518" y="230"/>
                      <a:pt x="518" y="230"/>
                      <a:pt x="518" y="230"/>
                    </a:cubicBezTo>
                    <a:cubicBezTo>
                      <a:pt x="515" y="232"/>
                      <a:pt x="513" y="235"/>
                      <a:pt x="510" y="238"/>
                    </a:cubicBezTo>
                    <a:cubicBezTo>
                      <a:pt x="503" y="245"/>
                      <a:pt x="503" y="245"/>
                      <a:pt x="503" y="245"/>
                    </a:cubicBezTo>
                    <a:cubicBezTo>
                      <a:pt x="500" y="248"/>
                      <a:pt x="496" y="250"/>
                      <a:pt x="491" y="252"/>
                    </a:cubicBezTo>
                    <a:cubicBezTo>
                      <a:pt x="488" y="253"/>
                      <a:pt x="484" y="255"/>
                      <a:pt x="481" y="257"/>
                    </a:cubicBezTo>
                    <a:cubicBezTo>
                      <a:pt x="478" y="260"/>
                      <a:pt x="480" y="264"/>
                      <a:pt x="481" y="267"/>
                    </a:cubicBezTo>
                    <a:cubicBezTo>
                      <a:pt x="482" y="269"/>
                      <a:pt x="479" y="272"/>
                      <a:pt x="485" y="278"/>
                    </a:cubicBezTo>
                    <a:cubicBezTo>
                      <a:pt x="492" y="284"/>
                      <a:pt x="499" y="290"/>
                      <a:pt x="505" y="297"/>
                    </a:cubicBezTo>
                    <a:cubicBezTo>
                      <a:pt x="506" y="298"/>
                      <a:pt x="507" y="299"/>
                      <a:pt x="508" y="299"/>
                    </a:cubicBezTo>
                    <a:cubicBezTo>
                      <a:pt x="510" y="302"/>
                      <a:pt x="515" y="303"/>
                      <a:pt x="516" y="303"/>
                    </a:cubicBezTo>
                    <a:cubicBezTo>
                      <a:pt x="522" y="302"/>
                      <a:pt x="528" y="298"/>
                      <a:pt x="533" y="293"/>
                    </a:cubicBezTo>
                    <a:cubicBezTo>
                      <a:pt x="539" y="286"/>
                      <a:pt x="548" y="270"/>
                      <a:pt x="548" y="260"/>
                    </a:cubicBezTo>
                    <a:cubicBezTo>
                      <a:pt x="548" y="254"/>
                      <a:pt x="548" y="254"/>
                      <a:pt x="548" y="254"/>
                    </a:cubicBezTo>
                    <a:cubicBezTo>
                      <a:pt x="548" y="247"/>
                      <a:pt x="548" y="242"/>
                      <a:pt x="559" y="237"/>
                    </a:cubicBezTo>
                    <a:cubicBezTo>
                      <a:pt x="568" y="234"/>
                      <a:pt x="582" y="233"/>
                      <a:pt x="587" y="243"/>
                    </a:cubicBezTo>
                    <a:cubicBezTo>
                      <a:pt x="591" y="252"/>
                      <a:pt x="586" y="256"/>
                      <a:pt x="582" y="258"/>
                    </a:cubicBezTo>
                    <a:cubicBezTo>
                      <a:pt x="580" y="260"/>
                      <a:pt x="579" y="261"/>
                      <a:pt x="578" y="262"/>
                    </a:cubicBezTo>
                    <a:cubicBezTo>
                      <a:pt x="576" y="267"/>
                      <a:pt x="577" y="267"/>
                      <a:pt x="581" y="270"/>
                    </a:cubicBezTo>
                    <a:cubicBezTo>
                      <a:pt x="586" y="273"/>
                      <a:pt x="586" y="273"/>
                      <a:pt x="586" y="273"/>
                    </a:cubicBezTo>
                    <a:cubicBezTo>
                      <a:pt x="588" y="275"/>
                      <a:pt x="595" y="281"/>
                      <a:pt x="595" y="289"/>
                    </a:cubicBezTo>
                    <a:cubicBezTo>
                      <a:pt x="595" y="292"/>
                      <a:pt x="594" y="295"/>
                      <a:pt x="591" y="298"/>
                    </a:cubicBezTo>
                    <a:cubicBezTo>
                      <a:pt x="588" y="300"/>
                      <a:pt x="585" y="301"/>
                      <a:pt x="582" y="301"/>
                    </a:cubicBezTo>
                    <a:cubicBezTo>
                      <a:pt x="578" y="300"/>
                      <a:pt x="575" y="295"/>
                      <a:pt x="574" y="292"/>
                    </a:cubicBezTo>
                    <a:cubicBezTo>
                      <a:pt x="574" y="292"/>
                      <a:pt x="572" y="289"/>
                      <a:pt x="572" y="289"/>
                    </a:cubicBezTo>
                    <a:cubicBezTo>
                      <a:pt x="572" y="289"/>
                      <a:pt x="569" y="284"/>
                      <a:pt x="569" y="284"/>
                    </a:cubicBezTo>
                    <a:cubicBezTo>
                      <a:pt x="568" y="284"/>
                      <a:pt x="566" y="285"/>
                      <a:pt x="565" y="285"/>
                    </a:cubicBezTo>
                    <a:cubicBezTo>
                      <a:pt x="561" y="288"/>
                      <a:pt x="555" y="295"/>
                      <a:pt x="552" y="300"/>
                    </a:cubicBezTo>
                    <a:cubicBezTo>
                      <a:pt x="550" y="305"/>
                      <a:pt x="550" y="305"/>
                      <a:pt x="550" y="305"/>
                    </a:cubicBezTo>
                    <a:cubicBezTo>
                      <a:pt x="550" y="308"/>
                      <a:pt x="549" y="312"/>
                      <a:pt x="547" y="315"/>
                    </a:cubicBezTo>
                    <a:cubicBezTo>
                      <a:pt x="545" y="317"/>
                      <a:pt x="542" y="318"/>
                      <a:pt x="540" y="319"/>
                    </a:cubicBezTo>
                    <a:cubicBezTo>
                      <a:pt x="538" y="320"/>
                      <a:pt x="536" y="321"/>
                      <a:pt x="535" y="323"/>
                    </a:cubicBezTo>
                    <a:cubicBezTo>
                      <a:pt x="534" y="324"/>
                      <a:pt x="533" y="327"/>
                      <a:pt x="533" y="330"/>
                    </a:cubicBezTo>
                    <a:cubicBezTo>
                      <a:pt x="533" y="330"/>
                      <a:pt x="533" y="330"/>
                      <a:pt x="533" y="331"/>
                    </a:cubicBezTo>
                    <a:cubicBezTo>
                      <a:pt x="543" y="344"/>
                      <a:pt x="552" y="359"/>
                      <a:pt x="559" y="374"/>
                    </a:cubicBezTo>
                    <a:cubicBezTo>
                      <a:pt x="559" y="374"/>
                      <a:pt x="559" y="375"/>
                      <a:pt x="559" y="375"/>
                    </a:cubicBezTo>
                    <a:cubicBezTo>
                      <a:pt x="560" y="377"/>
                      <a:pt x="561" y="379"/>
                      <a:pt x="562" y="381"/>
                    </a:cubicBezTo>
                    <a:cubicBezTo>
                      <a:pt x="562" y="381"/>
                      <a:pt x="562" y="382"/>
                      <a:pt x="563" y="382"/>
                    </a:cubicBezTo>
                    <a:cubicBezTo>
                      <a:pt x="563" y="384"/>
                      <a:pt x="564" y="386"/>
                      <a:pt x="565" y="388"/>
                    </a:cubicBezTo>
                    <a:cubicBezTo>
                      <a:pt x="565" y="388"/>
                      <a:pt x="565" y="388"/>
                      <a:pt x="565" y="389"/>
                    </a:cubicBezTo>
                    <a:cubicBezTo>
                      <a:pt x="566" y="392"/>
                      <a:pt x="568" y="395"/>
                      <a:pt x="569" y="399"/>
                    </a:cubicBezTo>
                    <a:cubicBezTo>
                      <a:pt x="569" y="400"/>
                      <a:pt x="570" y="401"/>
                      <a:pt x="570" y="402"/>
                    </a:cubicBezTo>
                    <a:cubicBezTo>
                      <a:pt x="570" y="404"/>
                      <a:pt x="571" y="405"/>
                      <a:pt x="571" y="406"/>
                    </a:cubicBezTo>
                    <a:cubicBezTo>
                      <a:pt x="571" y="408"/>
                      <a:pt x="572" y="409"/>
                      <a:pt x="572" y="410"/>
                    </a:cubicBezTo>
                    <a:cubicBezTo>
                      <a:pt x="573" y="412"/>
                      <a:pt x="573" y="413"/>
                      <a:pt x="573" y="414"/>
                    </a:cubicBezTo>
                    <a:cubicBezTo>
                      <a:pt x="574" y="416"/>
                      <a:pt x="574" y="417"/>
                      <a:pt x="574" y="419"/>
                    </a:cubicBezTo>
                    <a:cubicBezTo>
                      <a:pt x="575" y="420"/>
                      <a:pt x="575" y="421"/>
                      <a:pt x="575" y="422"/>
                    </a:cubicBezTo>
                    <a:cubicBezTo>
                      <a:pt x="575" y="424"/>
                      <a:pt x="576" y="426"/>
                      <a:pt x="576" y="427"/>
                    </a:cubicBezTo>
                    <a:cubicBezTo>
                      <a:pt x="576" y="428"/>
                      <a:pt x="576" y="429"/>
                      <a:pt x="577" y="430"/>
                    </a:cubicBezTo>
                    <a:cubicBezTo>
                      <a:pt x="577" y="433"/>
                      <a:pt x="577" y="436"/>
                      <a:pt x="578" y="438"/>
                    </a:cubicBezTo>
                    <a:cubicBezTo>
                      <a:pt x="590" y="534"/>
                      <a:pt x="590" y="556"/>
                      <a:pt x="592" y="618"/>
                    </a:cubicBezTo>
                    <a:cubicBezTo>
                      <a:pt x="593" y="664"/>
                      <a:pt x="590" y="706"/>
                      <a:pt x="590" y="706"/>
                    </a:cubicBezTo>
                    <a:cubicBezTo>
                      <a:pt x="590" y="708"/>
                      <a:pt x="590" y="708"/>
                      <a:pt x="590" y="708"/>
                    </a:cubicBezTo>
                    <a:cubicBezTo>
                      <a:pt x="653" y="708"/>
                      <a:pt x="653" y="708"/>
                      <a:pt x="653" y="708"/>
                    </a:cubicBezTo>
                    <a:cubicBezTo>
                      <a:pt x="653" y="708"/>
                      <a:pt x="650" y="631"/>
                      <a:pt x="649" y="560"/>
                    </a:cubicBezTo>
                    <a:cubicBezTo>
                      <a:pt x="648" y="490"/>
                      <a:pt x="640" y="348"/>
                      <a:pt x="678" y="262"/>
                    </a:cubicBezTo>
                    <a:cubicBezTo>
                      <a:pt x="678" y="261"/>
                      <a:pt x="679" y="260"/>
                      <a:pt x="679" y="259"/>
                    </a:cubicBezTo>
                    <a:cubicBezTo>
                      <a:pt x="679" y="259"/>
                      <a:pt x="679" y="259"/>
                      <a:pt x="679" y="259"/>
                    </a:cubicBezTo>
                    <a:cubicBezTo>
                      <a:pt x="680" y="258"/>
                      <a:pt x="680" y="257"/>
                      <a:pt x="681" y="255"/>
                    </a:cubicBezTo>
                    <a:cubicBezTo>
                      <a:pt x="686" y="243"/>
                      <a:pt x="691" y="232"/>
                      <a:pt x="698" y="221"/>
                    </a:cubicBezTo>
                    <a:cubicBezTo>
                      <a:pt x="699" y="218"/>
                      <a:pt x="700" y="214"/>
                      <a:pt x="702" y="211"/>
                    </a:cubicBezTo>
                    <a:cubicBezTo>
                      <a:pt x="702" y="208"/>
                      <a:pt x="702" y="205"/>
                      <a:pt x="700" y="205"/>
                    </a:cubicBezTo>
                    <a:cubicBezTo>
                      <a:pt x="695" y="203"/>
                      <a:pt x="689" y="205"/>
                      <a:pt x="683" y="207"/>
                    </a:cubicBezTo>
                    <a:cubicBezTo>
                      <a:pt x="675" y="210"/>
                      <a:pt x="666" y="213"/>
                      <a:pt x="659" y="207"/>
                    </a:cubicBezTo>
                    <a:cubicBezTo>
                      <a:pt x="657" y="206"/>
                      <a:pt x="656" y="204"/>
                      <a:pt x="655" y="200"/>
                    </a:cubicBezTo>
                    <a:cubicBezTo>
                      <a:pt x="654" y="199"/>
                      <a:pt x="652" y="195"/>
                      <a:pt x="652" y="195"/>
                    </a:cubicBezTo>
                    <a:cubicBezTo>
                      <a:pt x="650" y="194"/>
                      <a:pt x="648" y="194"/>
                      <a:pt x="647" y="195"/>
                    </a:cubicBezTo>
                    <a:cubicBezTo>
                      <a:pt x="645" y="196"/>
                      <a:pt x="645" y="201"/>
                      <a:pt x="645" y="204"/>
                    </a:cubicBezTo>
                    <a:cubicBezTo>
                      <a:pt x="645" y="207"/>
                      <a:pt x="645" y="207"/>
                      <a:pt x="645" y="207"/>
                    </a:cubicBezTo>
                    <a:cubicBezTo>
                      <a:pt x="644" y="220"/>
                      <a:pt x="637" y="238"/>
                      <a:pt x="625" y="246"/>
                    </a:cubicBezTo>
                    <a:cubicBezTo>
                      <a:pt x="618" y="250"/>
                      <a:pt x="609" y="249"/>
                      <a:pt x="602" y="245"/>
                    </a:cubicBezTo>
                    <a:cubicBezTo>
                      <a:pt x="597" y="240"/>
                      <a:pt x="594" y="234"/>
                      <a:pt x="596" y="227"/>
                    </a:cubicBezTo>
                    <a:cubicBezTo>
                      <a:pt x="597" y="219"/>
                      <a:pt x="603" y="216"/>
                      <a:pt x="608" y="212"/>
                    </a:cubicBezTo>
                    <a:cubicBezTo>
                      <a:pt x="612" y="210"/>
                      <a:pt x="615" y="208"/>
                      <a:pt x="617" y="205"/>
                    </a:cubicBezTo>
                    <a:cubicBezTo>
                      <a:pt x="619" y="201"/>
                      <a:pt x="618" y="199"/>
                      <a:pt x="618" y="199"/>
                    </a:cubicBezTo>
                    <a:cubicBezTo>
                      <a:pt x="618" y="198"/>
                      <a:pt x="616" y="198"/>
                      <a:pt x="614" y="197"/>
                    </a:cubicBezTo>
                    <a:cubicBezTo>
                      <a:pt x="611" y="196"/>
                      <a:pt x="607" y="195"/>
                      <a:pt x="604" y="192"/>
                    </a:cubicBezTo>
                    <a:cubicBezTo>
                      <a:pt x="602" y="189"/>
                      <a:pt x="602" y="187"/>
                      <a:pt x="603" y="184"/>
                    </a:cubicBezTo>
                    <a:cubicBezTo>
                      <a:pt x="605" y="173"/>
                      <a:pt x="619" y="162"/>
                      <a:pt x="623" y="159"/>
                    </a:cubicBezTo>
                    <a:cubicBezTo>
                      <a:pt x="635" y="152"/>
                      <a:pt x="648" y="151"/>
                      <a:pt x="660" y="156"/>
                    </a:cubicBezTo>
                    <a:cubicBezTo>
                      <a:pt x="667" y="159"/>
                      <a:pt x="672" y="164"/>
                      <a:pt x="676" y="169"/>
                    </a:cubicBezTo>
                    <a:cubicBezTo>
                      <a:pt x="682" y="175"/>
                      <a:pt x="687" y="180"/>
                      <a:pt x="695" y="182"/>
                    </a:cubicBezTo>
                    <a:cubicBezTo>
                      <a:pt x="708" y="186"/>
                      <a:pt x="719" y="180"/>
                      <a:pt x="728" y="171"/>
                    </a:cubicBezTo>
                    <a:cubicBezTo>
                      <a:pt x="729" y="171"/>
                      <a:pt x="729" y="170"/>
                      <a:pt x="729" y="170"/>
                    </a:cubicBezTo>
                    <a:cubicBezTo>
                      <a:pt x="729" y="170"/>
                      <a:pt x="729" y="170"/>
                      <a:pt x="729" y="170"/>
                    </a:cubicBezTo>
                    <a:cubicBezTo>
                      <a:pt x="731" y="168"/>
                      <a:pt x="735" y="164"/>
                      <a:pt x="740" y="160"/>
                    </a:cubicBezTo>
                    <a:cubicBezTo>
                      <a:pt x="740" y="160"/>
                      <a:pt x="740" y="159"/>
                      <a:pt x="740" y="159"/>
                    </a:cubicBezTo>
                    <a:cubicBezTo>
                      <a:pt x="741" y="159"/>
                      <a:pt x="741" y="158"/>
                      <a:pt x="742" y="158"/>
                    </a:cubicBezTo>
                    <a:cubicBezTo>
                      <a:pt x="742" y="158"/>
                      <a:pt x="742" y="158"/>
                      <a:pt x="742" y="157"/>
                    </a:cubicBezTo>
                    <a:cubicBezTo>
                      <a:pt x="743" y="157"/>
                      <a:pt x="743" y="157"/>
                      <a:pt x="743" y="156"/>
                    </a:cubicBezTo>
                    <a:cubicBezTo>
                      <a:pt x="744" y="156"/>
                      <a:pt x="744" y="156"/>
                      <a:pt x="744" y="156"/>
                    </a:cubicBezTo>
                    <a:cubicBezTo>
                      <a:pt x="744" y="155"/>
                      <a:pt x="745" y="155"/>
                      <a:pt x="745" y="155"/>
                    </a:cubicBezTo>
                    <a:cubicBezTo>
                      <a:pt x="745" y="154"/>
                      <a:pt x="746" y="154"/>
                      <a:pt x="746" y="154"/>
                    </a:cubicBezTo>
                    <a:cubicBezTo>
                      <a:pt x="746" y="153"/>
                      <a:pt x="746" y="153"/>
                      <a:pt x="747" y="153"/>
                    </a:cubicBezTo>
                    <a:cubicBezTo>
                      <a:pt x="747" y="153"/>
                      <a:pt x="747" y="152"/>
                      <a:pt x="748" y="152"/>
                    </a:cubicBezTo>
                    <a:cubicBezTo>
                      <a:pt x="748" y="152"/>
                      <a:pt x="748" y="152"/>
                      <a:pt x="748" y="151"/>
                    </a:cubicBezTo>
                    <a:cubicBezTo>
                      <a:pt x="749" y="151"/>
                      <a:pt x="749" y="151"/>
                      <a:pt x="749" y="151"/>
                    </a:cubicBezTo>
                    <a:cubicBezTo>
                      <a:pt x="749" y="150"/>
                      <a:pt x="749" y="150"/>
                      <a:pt x="750" y="150"/>
                    </a:cubicBezTo>
                    <a:cubicBezTo>
                      <a:pt x="750" y="150"/>
                      <a:pt x="750" y="150"/>
                      <a:pt x="750" y="149"/>
                    </a:cubicBezTo>
                    <a:cubicBezTo>
                      <a:pt x="751" y="149"/>
                      <a:pt x="751" y="149"/>
                      <a:pt x="751" y="149"/>
                    </a:cubicBezTo>
                    <a:cubicBezTo>
                      <a:pt x="751" y="149"/>
                      <a:pt x="751" y="148"/>
                      <a:pt x="752" y="148"/>
                    </a:cubicBezTo>
                    <a:cubicBezTo>
                      <a:pt x="752" y="148"/>
                      <a:pt x="752" y="148"/>
                      <a:pt x="752" y="147"/>
                    </a:cubicBezTo>
                    <a:cubicBezTo>
                      <a:pt x="756" y="144"/>
                      <a:pt x="759" y="141"/>
                      <a:pt x="762" y="137"/>
                    </a:cubicBezTo>
                    <a:cubicBezTo>
                      <a:pt x="764" y="136"/>
                      <a:pt x="765" y="135"/>
                      <a:pt x="766" y="134"/>
                    </a:cubicBezTo>
                    <a:cubicBezTo>
                      <a:pt x="767" y="133"/>
                      <a:pt x="769" y="132"/>
                      <a:pt x="770" y="130"/>
                    </a:cubicBezTo>
                    <a:cubicBezTo>
                      <a:pt x="780" y="121"/>
                      <a:pt x="777" y="121"/>
                      <a:pt x="770" y="114"/>
                    </a:cubicBezTo>
                    <a:cubicBezTo>
                      <a:pt x="763" y="107"/>
                      <a:pt x="759" y="106"/>
                      <a:pt x="751" y="113"/>
                    </a:cubicBezTo>
                    <a:cubicBezTo>
                      <a:pt x="743" y="120"/>
                      <a:pt x="732" y="116"/>
                      <a:pt x="733" y="107"/>
                    </a:cubicBezTo>
                    <a:cubicBezTo>
                      <a:pt x="734" y="99"/>
                      <a:pt x="746" y="87"/>
                      <a:pt x="753" y="89"/>
                    </a:cubicBezTo>
                    <a:cubicBezTo>
                      <a:pt x="763" y="91"/>
                      <a:pt x="763" y="99"/>
                      <a:pt x="775" y="98"/>
                    </a:cubicBezTo>
                    <a:cubicBezTo>
                      <a:pt x="788" y="97"/>
                      <a:pt x="783" y="113"/>
                      <a:pt x="811" y="97"/>
                    </a:cubicBezTo>
                    <a:cubicBezTo>
                      <a:pt x="812" y="97"/>
                      <a:pt x="813" y="96"/>
                      <a:pt x="814" y="96"/>
                    </a:cubicBezTo>
                    <a:cubicBezTo>
                      <a:pt x="816" y="95"/>
                      <a:pt x="817" y="93"/>
                      <a:pt x="819" y="92"/>
                    </a:cubicBezTo>
                    <a:cubicBezTo>
                      <a:pt x="822" y="91"/>
                      <a:pt x="825" y="89"/>
                      <a:pt x="827" y="87"/>
                    </a:cubicBezTo>
                    <a:cubicBezTo>
                      <a:pt x="829" y="86"/>
                      <a:pt x="831" y="85"/>
                      <a:pt x="832" y="84"/>
                    </a:cubicBezTo>
                    <a:cubicBezTo>
                      <a:pt x="835" y="82"/>
                      <a:pt x="838" y="80"/>
                      <a:pt x="842" y="78"/>
                    </a:cubicBezTo>
                    <a:cubicBezTo>
                      <a:pt x="843" y="78"/>
                      <a:pt x="844" y="77"/>
                      <a:pt x="846" y="76"/>
                    </a:cubicBezTo>
                    <a:cubicBezTo>
                      <a:pt x="850" y="74"/>
                      <a:pt x="854" y="71"/>
                      <a:pt x="858" y="69"/>
                    </a:cubicBezTo>
                    <a:cubicBezTo>
                      <a:pt x="859" y="69"/>
                      <a:pt x="859" y="69"/>
                      <a:pt x="859" y="69"/>
                    </a:cubicBezTo>
                    <a:cubicBezTo>
                      <a:pt x="859" y="69"/>
                      <a:pt x="859" y="69"/>
                      <a:pt x="859" y="69"/>
                    </a:cubicBezTo>
                    <a:cubicBezTo>
                      <a:pt x="865" y="66"/>
                      <a:pt x="870" y="63"/>
                      <a:pt x="876" y="61"/>
                    </a:cubicBezTo>
                    <a:cubicBezTo>
                      <a:pt x="877" y="60"/>
                      <a:pt x="878" y="60"/>
                      <a:pt x="879" y="59"/>
                    </a:cubicBezTo>
                    <a:cubicBezTo>
                      <a:pt x="883" y="57"/>
                      <a:pt x="887" y="56"/>
                      <a:pt x="891" y="54"/>
                    </a:cubicBezTo>
                    <a:cubicBezTo>
                      <a:pt x="892" y="54"/>
                      <a:pt x="892" y="53"/>
                      <a:pt x="893" y="53"/>
                    </a:cubicBezTo>
                    <a:cubicBezTo>
                      <a:pt x="894" y="53"/>
                      <a:pt x="894" y="53"/>
                      <a:pt x="895" y="52"/>
                    </a:cubicBezTo>
                    <a:cubicBezTo>
                      <a:pt x="895" y="52"/>
                      <a:pt x="895" y="52"/>
                      <a:pt x="896" y="52"/>
                    </a:cubicBezTo>
                    <a:cubicBezTo>
                      <a:pt x="906" y="48"/>
                      <a:pt x="917" y="44"/>
                      <a:pt x="927" y="40"/>
                    </a:cubicBezTo>
                    <a:cubicBezTo>
                      <a:pt x="928" y="40"/>
                      <a:pt x="929" y="40"/>
                      <a:pt x="929" y="40"/>
                    </a:cubicBezTo>
                    <a:cubicBezTo>
                      <a:pt x="934" y="38"/>
                      <a:pt x="938" y="37"/>
                      <a:pt x="943" y="36"/>
                    </a:cubicBezTo>
                    <a:cubicBezTo>
                      <a:pt x="943" y="36"/>
                      <a:pt x="944" y="36"/>
                      <a:pt x="944" y="35"/>
                    </a:cubicBezTo>
                    <a:cubicBezTo>
                      <a:pt x="945" y="35"/>
                      <a:pt x="946" y="35"/>
                      <a:pt x="947" y="35"/>
                    </a:cubicBezTo>
                    <a:cubicBezTo>
                      <a:pt x="958" y="32"/>
                      <a:pt x="968" y="29"/>
                      <a:pt x="979" y="27"/>
                    </a:cubicBezTo>
                    <a:cubicBezTo>
                      <a:pt x="979" y="27"/>
                      <a:pt x="979" y="27"/>
                      <a:pt x="979" y="27"/>
                    </a:cubicBezTo>
                    <a:cubicBezTo>
                      <a:pt x="980" y="27"/>
                      <a:pt x="982" y="27"/>
                      <a:pt x="983" y="26"/>
                    </a:cubicBezTo>
                    <a:cubicBezTo>
                      <a:pt x="983" y="26"/>
                      <a:pt x="983" y="26"/>
                      <a:pt x="983" y="26"/>
                    </a:cubicBezTo>
                    <a:cubicBezTo>
                      <a:pt x="987" y="26"/>
                      <a:pt x="991" y="25"/>
                      <a:pt x="995" y="24"/>
                    </a:cubicBezTo>
                    <a:cubicBezTo>
                      <a:pt x="995" y="24"/>
                      <a:pt x="995" y="24"/>
                      <a:pt x="995" y="24"/>
                    </a:cubicBezTo>
                    <a:cubicBezTo>
                      <a:pt x="996" y="24"/>
                      <a:pt x="997" y="24"/>
                      <a:pt x="998" y="24"/>
                    </a:cubicBezTo>
                    <a:cubicBezTo>
                      <a:pt x="1003" y="23"/>
                      <a:pt x="1009" y="22"/>
                      <a:pt x="1015" y="22"/>
                    </a:cubicBezTo>
                    <a:cubicBezTo>
                      <a:pt x="1084" y="15"/>
                      <a:pt x="1157" y="12"/>
                      <a:pt x="1234" y="12"/>
                    </a:cubicBezTo>
                    <a:cubicBezTo>
                      <a:pt x="1234" y="0"/>
                      <a:pt x="1234" y="0"/>
                      <a:pt x="1234" y="0"/>
                    </a:cubicBezTo>
                    <a:cubicBezTo>
                      <a:pt x="614" y="0"/>
                      <a:pt x="212" y="228"/>
                      <a:pt x="0" y="404"/>
                    </a:cubicBezTo>
                    <a:close/>
                  </a:path>
                </a:pathLst>
              </a:custGeom>
              <a:solidFill>
                <a:srgbClr val="73B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2" name="Freeform 10">
                <a:extLst>
                  <a:ext uri="{FF2B5EF4-FFF2-40B4-BE49-F238E27FC236}">
                    <a16:creationId xmlns:a16="http://schemas.microsoft.com/office/drawing/2014/main" id="{15DB07BF-FB0E-496C-AB8B-B139302E3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405"/>
                <a:ext cx="430" cy="686"/>
              </a:xfrm>
              <a:custGeom>
                <a:avLst/>
                <a:gdLst>
                  <a:gd name="T0" fmla="*/ 2688 w 172"/>
                  <a:gd name="T1" fmla="*/ 4410 h 257"/>
                  <a:gd name="T2" fmla="*/ 1970 w 172"/>
                  <a:gd name="T3" fmla="*/ 3748 h 257"/>
                  <a:gd name="T4" fmla="*/ 1333 w 172"/>
                  <a:gd name="T5" fmla="*/ 4738 h 257"/>
                  <a:gd name="T6" fmla="*/ 770 w 172"/>
                  <a:gd name="T7" fmla="*/ 4490 h 257"/>
                  <a:gd name="T8" fmla="*/ 125 w 172"/>
                  <a:gd name="T9" fmla="*/ 3804 h 257"/>
                  <a:gd name="T10" fmla="*/ 175 w 172"/>
                  <a:gd name="T11" fmla="*/ 2301 h 257"/>
                  <a:gd name="T12" fmla="*/ 0 w 172"/>
                  <a:gd name="T13" fmla="*/ 1468 h 257"/>
                  <a:gd name="T14" fmla="*/ 0 w 172"/>
                  <a:gd name="T15" fmla="*/ 0 h 257"/>
                  <a:gd name="T16" fmla="*/ 1050 w 172"/>
                  <a:gd name="T17" fmla="*/ 1882 h 257"/>
                  <a:gd name="T18" fmla="*/ 970 w 172"/>
                  <a:gd name="T19" fmla="*/ 3350 h 257"/>
                  <a:gd name="T20" fmla="*/ 1208 w 172"/>
                  <a:gd name="T21" fmla="*/ 2437 h 257"/>
                  <a:gd name="T22" fmla="*/ 1658 w 172"/>
                  <a:gd name="T23" fmla="*/ 1903 h 257"/>
                  <a:gd name="T24" fmla="*/ 2688 w 172"/>
                  <a:gd name="T25" fmla="*/ 2757 h 257"/>
                  <a:gd name="T26" fmla="*/ 2688 w 172"/>
                  <a:gd name="T27" fmla="*/ 4410 h 25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2" h="257">
                    <a:moveTo>
                      <a:pt x="172" y="232"/>
                    </a:moveTo>
                    <a:cubicBezTo>
                      <a:pt x="158" y="222"/>
                      <a:pt x="139" y="189"/>
                      <a:pt x="126" y="197"/>
                    </a:cubicBezTo>
                    <a:cubicBezTo>
                      <a:pt x="108" y="207"/>
                      <a:pt x="98" y="243"/>
                      <a:pt x="85" y="249"/>
                    </a:cubicBezTo>
                    <a:cubicBezTo>
                      <a:pt x="69" y="257"/>
                      <a:pt x="63" y="242"/>
                      <a:pt x="49" y="236"/>
                    </a:cubicBezTo>
                    <a:cubicBezTo>
                      <a:pt x="29" y="226"/>
                      <a:pt x="15" y="223"/>
                      <a:pt x="8" y="200"/>
                    </a:cubicBezTo>
                    <a:cubicBezTo>
                      <a:pt x="3" y="183"/>
                      <a:pt x="9" y="137"/>
                      <a:pt x="11" y="121"/>
                    </a:cubicBezTo>
                    <a:cubicBezTo>
                      <a:pt x="12" y="98"/>
                      <a:pt x="15" y="73"/>
                      <a:pt x="0" y="7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1" y="26"/>
                      <a:pt x="69" y="72"/>
                      <a:pt x="67" y="99"/>
                    </a:cubicBezTo>
                    <a:cubicBezTo>
                      <a:pt x="65" y="126"/>
                      <a:pt x="46" y="154"/>
                      <a:pt x="62" y="176"/>
                    </a:cubicBezTo>
                    <a:cubicBezTo>
                      <a:pt x="78" y="197"/>
                      <a:pt x="77" y="144"/>
                      <a:pt x="77" y="128"/>
                    </a:cubicBezTo>
                    <a:cubicBezTo>
                      <a:pt x="77" y="112"/>
                      <a:pt x="79" y="98"/>
                      <a:pt x="106" y="100"/>
                    </a:cubicBezTo>
                    <a:cubicBezTo>
                      <a:pt x="131" y="103"/>
                      <a:pt x="143" y="125"/>
                      <a:pt x="172" y="145"/>
                    </a:cubicBezTo>
                    <a:lnTo>
                      <a:pt x="172" y="232"/>
                    </a:lnTo>
                    <a:close/>
                  </a:path>
                </a:pathLst>
              </a:custGeom>
              <a:solidFill>
                <a:srgbClr val="E0B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3" name="Freeform 11">
                <a:extLst>
                  <a:ext uri="{FF2B5EF4-FFF2-40B4-BE49-F238E27FC236}">
                    <a16:creationId xmlns:a16="http://schemas.microsoft.com/office/drawing/2014/main" id="{6E2E2A38-77D0-4C34-B5A9-CE5F75149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291"/>
                <a:ext cx="1322" cy="1186"/>
              </a:xfrm>
              <a:custGeom>
                <a:avLst/>
                <a:gdLst>
                  <a:gd name="T0" fmla="*/ 8099 w 529"/>
                  <a:gd name="T1" fmla="*/ 6607 h 445"/>
                  <a:gd name="T2" fmla="*/ 8182 w 529"/>
                  <a:gd name="T3" fmla="*/ 5810 h 445"/>
                  <a:gd name="T4" fmla="*/ 6415 w 529"/>
                  <a:gd name="T5" fmla="*/ 5909 h 445"/>
                  <a:gd name="T6" fmla="*/ 6195 w 529"/>
                  <a:gd name="T7" fmla="*/ 5853 h 445"/>
                  <a:gd name="T8" fmla="*/ 7400 w 529"/>
                  <a:gd name="T9" fmla="*/ 5016 h 445"/>
                  <a:gd name="T10" fmla="*/ 8224 w 529"/>
                  <a:gd name="T11" fmla="*/ 3729 h 445"/>
                  <a:gd name="T12" fmla="*/ 6153 w 529"/>
                  <a:gd name="T13" fmla="*/ 1343 h 445"/>
                  <a:gd name="T14" fmla="*/ 5633 w 529"/>
                  <a:gd name="T15" fmla="*/ 2423 h 445"/>
                  <a:gd name="T16" fmla="*/ 5340 w 529"/>
                  <a:gd name="T17" fmla="*/ 2273 h 445"/>
                  <a:gd name="T18" fmla="*/ 5445 w 529"/>
                  <a:gd name="T19" fmla="*/ 397 h 445"/>
                  <a:gd name="T20" fmla="*/ 3634 w 529"/>
                  <a:gd name="T21" fmla="*/ 1421 h 445"/>
                  <a:gd name="T22" fmla="*/ 3029 w 529"/>
                  <a:gd name="T23" fmla="*/ 1818 h 445"/>
                  <a:gd name="T24" fmla="*/ 2949 w 529"/>
                  <a:gd name="T25" fmla="*/ 2423 h 445"/>
                  <a:gd name="T26" fmla="*/ 2729 w 529"/>
                  <a:gd name="T27" fmla="*/ 3638 h 445"/>
                  <a:gd name="T28" fmla="*/ 2654 w 529"/>
                  <a:gd name="T29" fmla="*/ 4488 h 445"/>
                  <a:gd name="T30" fmla="*/ 2654 w 529"/>
                  <a:gd name="T31" fmla="*/ 5967 h 445"/>
                  <a:gd name="T32" fmla="*/ 2562 w 529"/>
                  <a:gd name="T33" fmla="*/ 5320 h 445"/>
                  <a:gd name="T34" fmla="*/ 2279 w 529"/>
                  <a:gd name="T35" fmla="*/ 4603 h 445"/>
                  <a:gd name="T36" fmla="*/ 2467 w 529"/>
                  <a:gd name="T37" fmla="*/ 3140 h 445"/>
                  <a:gd name="T38" fmla="*/ 2374 w 529"/>
                  <a:gd name="T39" fmla="*/ 2273 h 445"/>
                  <a:gd name="T40" fmla="*/ 1417 w 529"/>
                  <a:gd name="T41" fmla="*/ 2535 h 445"/>
                  <a:gd name="T42" fmla="*/ 30 w 529"/>
                  <a:gd name="T43" fmla="*/ 3558 h 445"/>
                  <a:gd name="T44" fmla="*/ 12 w 529"/>
                  <a:gd name="T45" fmla="*/ 3558 h 445"/>
                  <a:gd name="T46" fmla="*/ 12 w 529"/>
                  <a:gd name="T47" fmla="*/ 8425 h 445"/>
                  <a:gd name="T48" fmla="*/ 8119 w 529"/>
                  <a:gd name="T49" fmla="*/ 8425 h 445"/>
                  <a:gd name="T50" fmla="*/ 8182 w 529"/>
                  <a:gd name="T51" fmla="*/ 7516 h 445"/>
                  <a:gd name="T52" fmla="*/ 8099 w 529"/>
                  <a:gd name="T53" fmla="*/ 6607 h 44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29" h="445">
                    <a:moveTo>
                      <a:pt x="519" y="349"/>
                    </a:moveTo>
                    <a:cubicBezTo>
                      <a:pt x="520" y="338"/>
                      <a:pt x="527" y="317"/>
                      <a:pt x="524" y="307"/>
                    </a:cubicBezTo>
                    <a:cubicBezTo>
                      <a:pt x="505" y="254"/>
                      <a:pt x="443" y="294"/>
                      <a:pt x="411" y="312"/>
                    </a:cubicBezTo>
                    <a:cubicBezTo>
                      <a:pt x="403" y="316"/>
                      <a:pt x="397" y="312"/>
                      <a:pt x="397" y="309"/>
                    </a:cubicBezTo>
                    <a:cubicBezTo>
                      <a:pt x="392" y="287"/>
                      <a:pt x="459" y="267"/>
                      <a:pt x="474" y="265"/>
                    </a:cubicBezTo>
                    <a:cubicBezTo>
                      <a:pt x="517" y="257"/>
                      <a:pt x="529" y="248"/>
                      <a:pt x="527" y="197"/>
                    </a:cubicBezTo>
                    <a:cubicBezTo>
                      <a:pt x="520" y="128"/>
                      <a:pt x="435" y="60"/>
                      <a:pt x="394" y="71"/>
                    </a:cubicBezTo>
                    <a:cubicBezTo>
                      <a:pt x="375" y="76"/>
                      <a:pt x="372" y="115"/>
                      <a:pt x="361" y="128"/>
                    </a:cubicBezTo>
                    <a:cubicBezTo>
                      <a:pt x="346" y="148"/>
                      <a:pt x="333" y="144"/>
                      <a:pt x="342" y="120"/>
                    </a:cubicBezTo>
                    <a:cubicBezTo>
                      <a:pt x="353" y="89"/>
                      <a:pt x="406" y="52"/>
                      <a:pt x="349" y="21"/>
                    </a:cubicBezTo>
                    <a:cubicBezTo>
                      <a:pt x="311" y="0"/>
                      <a:pt x="266" y="54"/>
                      <a:pt x="233" y="75"/>
                    </a:cubicBezTo>
                    <a:cubicBezTo>
                      <a:pt x="222" y="81"/>
                      <a:pt x="202" y="87"/>
                      <a:pt x="194" y="96"/>
                    </a:cubicBezTo>
                    <a:cubicBezTo>
                      <a:pt x="180" y="111"/>
                      <a:pt x="188" y="113"/>
                      <a:pt x="189" y="128"/>
                    </a:cubicBezTo>
                    <a:cubicBezTo>
                      <a:pt x="191" y="157"/>
                      <a:pt x="190" y="167"/>
                      <a:pt x="175" y="192"/>
                    </a:cubicBezTo>
                    <a:cubicBezTo>
                      <a:pt x="160" y="218"/>
                      <a:pt x="163" y="215"/>
                      <a:pt x="170" y="237"/>
                    </a:cubicBezTo>
                    <a:cubicBezTo>
                      <a:pt x="174" y="247"/>
                      <a:pt x="202" y="328"/>
                      <a:pt x="170" y="315"/>
                    </a:cubicBezTo>
                    <a:cubicBezTo>
                      <a:pt x="160" y="311"/>
                      <a:pt x="166" y="290"/>
                      <a:pt x="164" y="281"/>
                    </a:cubicBezTo>
                    <a:cubicBezTo>
                      <a:pt x="162" y="263"/>
                      <a:pt x="153" y="257"/>
                      <a:pt x="146" y="243"/>
                    </a:cubicBezTo>
                    <a:cubicBezTo>
                      <a:pt x="128" y="211"/>
                      <a:pt x="152" y="201"/>
                      <a:pt x="158" y="166"/>
                    </a:cubicBezTo>
                    <a:cubicBezTo>
                      <a:pt x="160" y="150"/>
                      <a:pt x="165" y="127"/>
                      <a:pt x="152" y="120"/>
                    </a:cubicBezTo>
                    <a:cubicBezTo>
                      <a:pt x="139" y="114"/>
                      <a:pt x="108" y="125"/>
                      <a:pt x="91" y="134"/>
                    </a:cubicBezTo>
                    <a:cubicBezTo>
                      <a:pt x="56" y="152"/>
                      <a:pt x="20" y="194"/>
                      <a:pt x="2" y="188"/>
                    </a:cubicBezTo>
                    <a:cubicBezTo>
                      <a:pt x="0" y="187"/>
                      <a:pt x="2" y="189"/>
                      <a:pt x="1" y="188"/>
                    </a:cubicBezTo>
                    <a:cubicBezTo>
                      <a:pt x="1" y="445"/>
                      <a:pt x="1" y="445"/>
                      <a:pt x="1" y="445"/>
                    </a:cubicBezTo>
                    <a:cubicBezTo>
                      <a:pt x="520" y="445"/>
                      <a:pt x="520" y="445"/>
                      <a:pt x="520" y="445"/>
                    </a:cubicBezTo>
                    <a:cubicBezTo>
                      <a:pt x="529" y="429"/>
                      <a:pt x="529" y="416"/>
                      <a:pt x="524" y="397"/>
                    </a:cubicBezTo>
                    <a:cubicBezTo>
                      <a:pt x="519" y="378"/>
                      <a:pt x="517" y="368"/>
                      <a:pt x="519" y="349"/>
                    </a:cubicBezTo>
                    <a:close/>
                  </a:path>
                </a:pathLst>
              </a:cu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4" name="Freeform 12">
                <a:extLst>
                  <a:ext uri="{FF2B5EF4-FFF2-40B4-BE49-F238E27FC236}">
                    <a16:creationId xmlns:a16="http://schemas.microsoft.com/office/drawing/2014/main" id="{0824E79F-E505-49B9-A18F-0F5A8926B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675"/>
                <a:ext cx="1252" cy="1802"/>
              </a:xfrm>
              <a:custGeom>
                <a:avLst/>
                <a:gdLst>
                  <a:gd name="T0" fmla="*/ 7819 w 501"/>
                  <a:gd name="T1" fmla="*/ 136 h 676"/>
                  <a:gd name="T2" fmla="*/ 6215 w 501"/>
                  <a:gd name="T3" fmla="*/ 1344 h 676"/>
                  <a:gd name="T4" fmla="*/ 6350 w 501"/>
                  <a:gd name="T5" fmla="*/ 2820 h 676"/>
                  <a:gd name="T6" fmla="*/ 6165 w 501"/>
                  <a:gd name="T7" fmla="*/ 2922 h 676"/>
                  <a:gd name="T8" fmla="*/ 6008 w 501"/>
                  <a:gd name="T9" fmla="*/ 3332 h 676"/>
                  <a:gd name="T10" fmla="*/ 5820 w 501"/>
                  <a:gd name="T11" fmla="*/ 4185 h 676"/>
                  <a:gd name="T12" fmla="*/ 5820 w 501"/>
                  <a:gd name="T13" fmla="*/ 3183 h 676"/>
                  <a:gd name="T14" fmla="*/ 6040 w 501"/>
                  <a:gd name="T15" fmla="*/ 2274 h 676"/>
                  <a:gd name="T16" fmla="*/ 5790 w 501"/>
                  <a:gd name="T17" fmla="*/ 1557 h 676"/>
                  <a:gd name="T18" fmla="*/ 5603 w 501"/>
                  <a:gd name="T19" fmla="*/ 968 h 676"/>
                  <a:gd name="T20" fmla="*/ 4353 w 501"/>
                  <a:gd name="T21" fmla="*/ 1173 h 676"/>
                  <a:gd name="T22" fmla="*/ 3696 w 501"/>
                  <a:gd name="T23" fmla="*/ 2308 h 676"/>
                  <a:gd name="T24" fmla="*/ 4058 w 501"/>
                  <a:gd name="T25" fmla="*/ 2922 h 676"/>
                  <a:gd name="T26" fmla="*/ 3916 w 501"/>
                  <a:gd name="T27" fmla="*/ 3050 h 676"/>
                  <a:gd name="T28" fmla="*/ 3196 w 501"/>
                  <a:gd name="T29" fmla="*/ 2274 h 676"/>
                  <a:gd name="T30" fmla="*/ 2137 w 501"/>
                  <a:gd name="T31" fmla="*/ 3255 h 676"/>
                  <a:gd name="T32" fmla="*/ 1000 w 501"/>
                  <a:gd name="T33" fmla="*/ 5174 h 676"/>
                  <a:gd name="T34" fmla="*/ 1729 w 501"/>
                  <a:gd name="T35" fmla="*/ 5550 h 676"/>
                  <a:gd name="T36" fmla="*/ 2312 w 501"/>
                  <a:gd name="T37" fmla="*/ 5665 h 676"/>
                  <a:gd name="T38" fmla="*/ 2124 w 501"/>
                  <a:gd name="T39" fmla="*/ 5912 h 676"/>
                  <a:gd name="T40" fmla="*/ 1687 w 501"/>
                  <a:gd name="T41" fmla="*/ 5891 h 676"/>
                  <a:gd name="T42" fmla="*/ 937 w 501"/>
                  <a:gd name="T43" fmla="*/ 6062 h 676"/>
                  <a:gd name="T44" fmla="*/ 262 w 501"/>
                  <a:gd name="T45" fmla="*/ 6096 h 676"/>
                  <a:gd name="T46" fmla="*/ 75 w 501"/>
                  <a:gd name="T47" fmla="*/ 7163 h 676"/>
                  <a:gd name="T48" fmla="*/ 842 w 501"/>
                  <a:gd name="T49" fmla="*/ 8144 h 676"/>
                  <a:gd name="T50" fmla="*/ 1729 w 501"/>
                  <a:gd name="T51" fmla="*/ 7994 h 676"/>
                  <a:gd name="T52" fmla="*/ 855 w 501"/>
                  <a:gd name="T53" fmla="*/ 8301 h 676"/>
                  <a:gd name="T54" fmla="*/ 250 w 501"/>
                  <a:gd name="T55" fmla="*/ 8597 h 676"/>
                  <a:gd name="T56" fmla="*/ 30 w 501"/>
                  <a:gd name="T57" fmla="*/ 9279 h 676"/>
                  <a:gd name="T58" fmla="*/ 292 w 501"/>
                  <a:gd name="T59" fmla="*/ 11177 h 676"/>
                  <a:gd name="T60" fmla="*/ 2124 w 501"/>
                  <a:gd name="T61" fmla="*/ 10665 h 676"/>
                  <a:gd name="T62" fmla="*/ 2791 w 501"/>
                  <a:gd name="T63" fmla="*/ 11233 h 676"/>
                  <a:gd name="T64" fmla="*/ 3729 w 501"/>
                  <a:gd name="T65" fmla="*/ 11420 h 676"/>
                  <a:gd name="T66" fmla="*/ 2979 w 501"/>
                  <a:gd name="T67" fmla="*/ 11382 h 676"/>
                  <a:gd name="T68" fmla="*/ 2262 w 501"/>
                  <a:gd name="T69" fmla="*/ 11348 h 676"/>
                  <a:gd name="T70" fmla="*/ 1749 w 501"/>
                  <a:gd name="T71" fmla="*/ 11041 h 676"/>
                  <a:gd name="T72" fmla="*/ 1324 w 501"/>
                  <a:gd name="T73" fmla="*/ 11574 h 676"/>
                  <a:gd name="T74" fmla="*/ 387 w 501"/>
                  <a:gd name="T75" fmla="*/ 11782 h 676"/>
                  <a:gd name="T76" fmla="*/ 200 w 501"/>
                  <a:gd name="T77" fmla="*/ 12806 h 676"/>
                  <a:gd name="T78" fmla="*/ 7819 w 501"/>
                  <a:gd name="T79" fmla="*/ 12806 h 676"/>
                  <a:gd name="T80" fmla="*/ 7819 w 501"/>
                  <a:gd name="T81" fmla="*/ 136 h 67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01" h="676">
                    <a:moveTo>
                      <a:pt x="501" y="7"/>
                    </a:moveTo>
                    <a:cubicBezTo>
                      <a:pt x="452" y="17"/>
                      <a:pt x="392" y="0"/>
                      <a:pt x="398" y="71"/>
                    </a:cubicBezTo>
                    <a:cubicBezTo>
                      <a:pt x="401" y="94"/>
                      <a:pt x="421" y="128"/>
                      <a:pt x="407" y="149"/>
                    </a:cubicBezTo>
                    <a:cubicBezTo>
                      <a:pt x="404" y="152"/>
                      <a:pt x="398" y="150"/>
                      <a:pt x="395" y="154"/>
                    </a:cubicBezTo>
                    <a:cubicBezTo>
                      <a:pt x="390" y="161"/>
                      <a:pt x="388" y="168"/>
                      <a:pt x="385" y="176"/>
                    </a:cubicBezTo>
                    <a:cubicBezTo>
                      <a:pt x="382" y="184"/>
                      <a:pt x="380" y="216"/>
                      <a:pt x="373" y="221"/>
                    </a:cubicBezTo>
                    <a:cubicBezTo>
                      <a:pt x="351" y="234"/>
                      <a:pt x="370" y="175"/>
                      <a:pt x="373" y="168"/>
                    </a:cubicBezTo>
                    <a:cubicBezTo>
                      <a:pt x="382" y="145"/>
                      <a:pt x="399" y="146"/>
                      <a:pt x="387" y="120"/>
                    </a:cubicBezTo>
                    <a:cubicBezTo>
                      <a:pt x="381" y="106"/>
                      <a:pt x="374" y="98"/>
                      <a:pt x="371" y="82"/>
                    </a:cubicBezTo>
                    <a:cubicBezTo>
                      <a:pt x="369" y="68"/>
                      <a:pt x="373" y="61"/>
                      <a:pt x="359" y="51"/>
                    </a:cubicBezTo>
                    <a:cubicBezTo>
                      <a:pt x="334" y="34"/>
                      <a:pt x="303" y="52"/>
                      <a:pt x="279" y="62"/>
                    </a:cubicBezTo>
                    <a:cubicBezTo>
                      <a:pt x="252" y="74"/>
                      <a:pt x="210" y="90"/>
                      <a:pt x="237" y="122"/>
                    </a:cubicBezTo>
                    <a:cubicBezTo>
                      <a:pt x="246" y="132"/>
                      <a:pt x="259" y="141"/>
                      <a:pt x="260" y="154"/>
                    </a:cubicBezTo>
                    <a:cubicBezTo>
                      <a:pt x="261" y="161"/>
                      <a:pt x="254" y="167"/>
                      <a:pt x="251" y="161"/>
                    </a:cubicBezTo>
                    <a:cubicBezTo>
                      <a:pt x="239" y="141"/>
                      <a:pt x="232" y="118"/>
                      <a:pt x="205" y="120"/>
                    </a:cubicBezTo>
                    <a:cubicBezTo>
                      <a:pt x="180" y="122"/>
                      <a:pt x="154" y="155"/>
                      <a:pt x="137" y="172"/>
                    </a:cubicBezTo>
                    <a:cubicBezTo>
                      <a:pt x="105" y="204"/>
                      <a:pt x="45" y="229"/>
                      <a:pt x="64" y="273"/>
                    </a:cubicBezTo>
                    <a:cubicBezTo>
                      <a:pt x="74" y="297"/>
                      <a:pt x="86" y="295"/>
                      <a:pt x="111" y="293"/>
                    </a:cubicBezTo>
                    <a:cubicBezTo>
                      <a:pt x="122" y="291"/>
                      <a:pt x="142" y="289"/>
                      <a:pt x="148" y="299"/>
                    </a:cubicBezTo>
                    <a:cubicBezTo>
                      <a:pt x="151" y="303"/>
                      <a:pt x="147" y="312"/>
                      <a:pt x="136" y="312"/>
                    </a:cubicBezTo>
                    <a:cubicBezTo>
                      <a:pt x="126" y="310"/>
                      <a:pt x="115" y="310"/>
                      <a:pt x="108" y="311"/>
                    </a:cubicBezTo>
                    <a:cubicBezTo>
                      <a:pt x="87" y="313"/>
                      <a:pt x="82" y="326"/>
                      <a:pt x="60" y="320"/>
                    </a:cubicBezTo>
                    <a:cubicBezTo>
                      <a:pt x="44" y="316"/>
                      <a:pt x="33" y="304"/>
                      <a:pt x="17" y="322"/>
                    </a:cubicBezTo>
                    <a:cubicBezTo>
                      <a:pt x="7" y="334"/>
                      <a:pt x="6" y="363"/>
                      <a:pt x="5" y="378"/>
                    </a:cubicBezTo>
                    <a:cubicBezTo>
                      <a:pt x="3" y="414"/>
                      <a:pt x="9" y="444"/>
                      <a:pt x="54" y="430"/>
                    </a:cubicBezTo>
                    <a:cubicBezTo>
                      <a:pt x="59" y="429"/>
                      <a:pt x="108" y="408"/>
                      <a:pt x="111" y="422"/>
                    </a:cubicBezTo>
                    <a:cubicBezTo>
                      <a:pt x="114" y="436"/>
                      <a:pt x="68" y="436"/>
                      <a:pt x="55" y="438"/>
                    </a:cubicBezTo>
                    <a:cubicBezTo>
                      <a:pt x="41" y="441"/>
                      <a:pt x="30" y="441"/>
                      <a:pt x="16" y="454"/>
                    </a:cubicBezTo>
                    <a:cubicBezTo>
                      <a:pt x="6" y="464"/>
                      <a:pt x="3" y="477"/>
                      <a:pt x="2" y="490"/>
                    </a:cubicBezTo>
                    <a:cubicBezTo>
                      <a:pt x="0" y="512"/>
                      <a:pt x="3" y="575"/>
                      <a:pt x="19" y="590"/>
                    </a:cubicBezTo>
                    <a:cubicBezTo>
                      <a:pt x="60" y="628"/>
                      <a:pt x="98" y="548"/>
                      <a:pt x="136" y="563"/>
                    </a:cubicBezTo>
                    <a:cubicBezTo>
                      <a:pt x="151" y="569"/>
                      <a:pt x="160" y="587"/>
                      <a:pt x="179" y="593"/>
                    </a:cubicBezTo>
                    <a:cubicBezTo>
                      <a:pt x="196" y="597"/>
                      <a:pt x="240" y="598"/>
                      <a:pt x="239" y="603"/>
                    </a:cubicBezTo>
                    <a:cubicBezTo>
                      <a:pt x="237" y="608"/>
                      <a:pt x="204" y="601"/>
                      <a:pt x="191" y="601"/>
                    </a:cubicBezTo>
                    <a:cubicBezTo>
                      <a:pt x="170" y="602"/>
                      <a:pt x="162" y="612"/>
                      <a:pt x="145" y="599"/>
                    </a:cubicBezTo>
                    <a:cubicBezTo>
                      <a:pt x="134" y="590"/>
                      <a:pt x="129" y="582"/>
                      <a:pt x="112" y="583"/>
                    </a:cubicBezTo>
                    <a:cubicBezTo>
                      <a:pt x="98" y="585"/>
                      <a:pt x="98" y="604"/>
                      <a:pt x="85" y="611"/>
                    </a:cubicBezTo>
                    <a:cubicBezTo>
                      <a:pt x="62" y="621"/>
                      <a:pt x="42" y="607"/>
                      <a:pt x="25" y="622"/>
                    </a:cubicBezTo>
                    <a:cubicBezTo>
                      <a:pt x="14" y="633"/>
                      <a:pt x="12" y="656"/>
                      <a:pt x="13" y="676"/>
                    </a:cubicBezTo>
                    <a:cubicBezTo>
                      <a:pt x="501" y="676"/>
                      <a:pt x="501" y="676"/>
                      <a:pt x="501" y="676"/>
                    </a:cubicBezTo>
                    <a:lnTo>
                      <a:pt x="501" y="7"/>
                    </a:lnTo>
                    <a:close/>
                  </a:path>
                </a:pathLst>
              </a:cu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5" name="Freeform 13">
                <a:extLst>
                  <a:ext uri="{FF2B5EF4-FFF2-40B4-BE49-F238E27FC236}">
                    <a16:creationId xmlns:a16="http://schemas.microsoft.com/office/drawing/2014/main" id="{96A035D6-518A-4AC9-8D03-59150E9CB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285"/>
                <a:ext cx="1340" cy="1192"/>
              </a:xfrm>
              <a:custGeom>
                <a:avLst/>
                <a:gdLst>
                  <a:gd name="T0" fmla="*/ 8208 w 536"/>
                  <a:gd name="T1" fmla="*/ 6656 h 447"/>
                  <a:gd name="T2" fmla="*/ 8270 w 536"/>
                  <a:gd name="T3" fmla="*/ 5824 h 447"/>
                  <a:gd name="T4" fmla="*/ 6488 w 536"/>
                  <a:gd name="T5" fmla="*/ 5781 h 447"/>
                  <a:gd name="T6" fmla="*/ 6283 w 536"/>
                  <a:gd name="T7" fmla="*/ 5859 h 447"/>
                  <a:gd name="T8" fmla="*/ 7425 w 536"/>
                  <a:gd name="T9" fmla="*/ 5176 h 447"/>
                  <a:gd name="T10" fmla="*/ 8333 w 536"/>
                  <a:gd name="T11" fmla="*/ 3776 h 447"/>
                  <a:gd name="T12" fmla="*/ 6958 w 536"/>
                  <a:gd name="T13" fmla="*/ 1459 h 447"/>
                  <a:gd name="T14" fmla="*/ 5708 w 536"/>
                  <a:gd name="T15" fmla="*/ 2013 h 447"/>
                  <a:gd name="T16" fmla="*/ 5395 w 536"/>
                  <a:gd name="T17" fmla="*/ 2581 h 447"/>
                  <a:gd name="T18" fmla="*/ 5425 w 536"/>
                  <a:gd name="T19" fmla="*/ 2355 h 447"/>
                  <a:gd name="T20" fmla="*/ 5958 w 536"/>
                  <a:gd name="T21" fmla="*/ 1059 h 447"/>
                  <a:gd name="T22" fmla="*/ 5488 w 536"/>
                  <a:gd name="T23" fmla="*/ 320 h 447"/>
                  <a:gd name="T24" fmla="*/ 3583 w 536"/>
                  <a:gd name="T25" fmla="*/ 1365 h 447"/>
                  <a:gd name="T26" fmla="*/ 2970 w 536"/>
                  <a:gd name="T27" fmla="*/ 1784 h 447"/>
                  <a:gd name="T28" fmla="*/ 2863 w 536"/>
                  <a:gd name="T29" fmla="*/ 2483 h 447"/>
                  <a:gd name="T30" fmla="*/ 2533 w 536"/>
                  <a:gd name="T31" fmla="*/ 4459 h 447"/>
                  <a:gd name="T32" fmla="*/ 2770 w 536"/>
                  <a:gd name="T33" fmla="*/ 5917 h 447"/>
                  <a:gd name="T34" fmla="*/ 2658 w 536"/>
                  <a:gd name="T35" fmla="*/ 5576 h 447"/>
                  <a:gd name="T36" fmla="*/ 2470 w 536"/>
                  <a:gd name="T37" fmla="*/ 4800 h 447"/>
                  <a:gd name="T38" fmla="*/ 2395 w 536"/>
                  <a:gd name="T39" fmla="*/ 3811 h 447"/>
                  <a:gd name="T40" fmla="*/ 2563 w 536"/>
                  <a:gd name="T41" fmla="*/ 3165 h 447"/>
                  <a:gd name="T42" fmla="*/ 1375 w 536"/>
                  <a:gd name="T43" fmla="*/ 2483 h 447"/>
                  <a:gd name="T44" fmla="*/ 63 w 536"/>
                  <a:gd name="T45" fmla="*/ 3507 h 447"/>
                  <a:gd name="T46" fmla="*/ 20 w 536"/>
                  <a:gd name="T47" fmla="*/ 3605 h 447"/>
                  <a:gd name="T48" fmla="*/ 1425 w 536"/>
                  <a:gd name="T49" fmla="*/ 2581 h 447"/>
                  <a:gd name="T50" fmla="*/ 2470 w 536"/>
                  <a:gd name="T51" fmla="*/ 3187 h 447"/>
                  <a:gd name="T52" fmla="*/ 2563 w 536"/>
                  <a:gd name="T53" fmla="*/ 5368 h 447"/>
                  <a:gd name="T54" fmla="*/ 2658 w 536"/>
                  <a:gd name="T55" fmla="*/ 4531 h 447"/>
                  <a:gd name="T56" fmla="*/ 2958 w 536"/>
                  <a:gd name="T57" fmla="*/ 2467 h 447"/>
                  <a:gd name="T58" fmla="*/ 3645 w 536"/>
                  <a:gd name="T59" fmla="*/ 1459 h 447"/>
                  <a:gd name="T60" fmla="*/ 5345 w 536"/>
                  <a:gd name="T61" fmla="*/ 2312 h 447"/>
                  <a:gd name="T62" fmla="*/ 6158 w 536"/>
                  <a:gd name="T63" fmla="*/ 1387 h 447"/>
                  <a:gd name="T64" fmla="*/ 7408 w 536"/>
                  <a:gd name="T65" fmla="*/ 5064 h 447"/>
                  <a:gd name="T66" fmla="*/ 6395 w 536"/>
                  <a:gd name="T67" fmla="*/ 5973 h 447"/>
                  <a:gd name="T68" fmla="*/ 8113 w 536"/>
                  <a:gd name="T69" fmla="*/ 6656 h 447"/>
                  <a:gd name="T70" fmla="*/ 8125 w 536"/>
                  <a:gd name="T71" fmla="*/ 8477 h 447"/>
                  <a:gd name="T72" fmla="*/ 8270 w 536"/>
                  <a:gd name="T73" fmla="*/ 7531 h 44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36" h="447">
                    <a:moveTo>
                      <a:pt x="529" y="397"/>
                    </a:moveTo>
                    <a:cubicBezTo>
                      <a:pt x="525" y="379"/>
                      <a:pt x="523" y="370"/>
                      <a:pt x="525" y="351"/>
                    </a:cubicBezTo>
                    <a:cubicBezTo>
                      <a:pt x="527" y="339"/>
                      <a:pt x="527" y="339"/>
                      <a:pt x="527" y="339"/>
                    </a:cubicBezTo>
                    <a:cubicBezTo>
                      <a:pt x="530" y="328"/>
                      <a:pt x="532" y="316"/>
                      <a:pt x="529" y="307"/>
                    </a:cubicBezTo>
                    <a:cubicBezTo>
                      <a:pt x="524" y="293"/>
                      <a:pt x="516" y="283"/>
                      <a:pt x="504" y="279"/>
                    </a:cubicBezTo>
                    <a:cubicBezTo>
                      <a:pt x="477" y="269"/>
                      <a:pt x="439" y="291"/>
                      <a:pt x="415" y="305"/>
                    </a:cubicBezTo>
                    <a:cubicBezTo>
                      <a:pt x="415" y="305"/>
                      <a:pt x="410" y="308"/>
                      <a:pt x="406" y="310"/>
                    </a:cubicBezTo>
                    <a:cubicBezTo>
                      <a:pt x="405" y="311"/>
                      <a:pt x="402" y="310"/>
                      <a:pt x="402" y="309"/>
                    </a:cubicBezTo>
                    <a:cubicBezTo>
                      <a:pt x="402" y="308"/>
                      <a:pt x="403" y="308"/>
                      <a:pt x="403" y="307"/>
                    </a:cubicBezTo>
                    <a:cubicBezTo>
                      <a:pt x="408" y="292"/>
                      <a:pt x="456" y="276"/>
                      <a:pt x="475" y="273"/>
                    </a:cubicBezTo>
                    <a:cubicBezTo>
                      <a:pt x="518" y="265"/>
                      <a:pt x="533" y="255"/>
                      <a:pt x="533" y="208"/>
                    </a:cubicBezTo>
                    <a:cubicBezTo>
                      <a:pt x="533" y="205"/>
                      <a:pt x="533" y="202"/>
                      <a:pt x="533" y="199"/>
                    </a:cubicBezTo>
                    <a:cubicBezTo>
                      <a:pt x="531" y="173"/>
                      <a:pt x="522" y="153"/>
                      <a:pt x="509" y="135"/>
                    </a:cubicBezTo>
                    <a:cubicBezTo>
                      <a:pt x="492" y="112"/>
                      <a:pt x="470" y="93"/>
                      <a:pt x="445" y="77"/>
                    </a:cubicBezTo>
                    <a:cubicBezTo>
                      <a:pt x="432" y="70"/>
                      <a:pt x="410" y="62"/>
                      <a:pt x="393" y="67"/>
                    </a:cubicBezTo>
                    <a:cubicBezTo>
                      <a:pt x="378" y="71"/>
                      <a:pt x="371" y="90"/>
                      <a:pt x="365" y="106"/>
                    </a:cubicBezTo>
                    <a:cubicBezTo>
                      <a:pt x="363" y="115"/>
                      <a:pt x="360" y="122"/>
                      <a:pt x="357" y="126"/>
                    </a:cubicBezTo>
                    <a:cubicBezTo>
                      <a:pt x="351" y="134"/>
                      <a:pt x="346" y="136"/>
                      <a:pt x="345" y="136"/>
                    </a:cubicBezTo>
                    <a:cubicBezTo>
                      <a:pt x="345" y="136"/>
                      <a:pt x="345" y="136"/>
                      <a:pt x="345" y="135"/>
                    </a:cubicBezTo>
                    <a:cubicBezTo>
                      <a:pt x="345" y="133"/>
                      <a:pt x="345" y="129"/>
                      <a:pt x="347" y="124"/>
                    </a:cubicBezTo>
                    <a:cubicBezTo>
                      <a:pt x="350" y="117"/>
                      <a:pt x="355" y="109"/>
                      <a:pt x="361" y="100"/>
                    </a:cubicBezTo>
                    <a:cubicBezTo>
                      <a:pt x="370" y="87"/>
                      <a:pt x="381" y="71"/>
                      <a:pt x="381" y="56"/>
                    </a:cubicBezTo>
                    <a:cubicBezTo>
                      <a:pt x="381" y="53"/>
                      <a:pt x="381" y="51"/>
                      <a:pt x="380" y="48"/>
                    </a:cubicBezTo>
                    <a:cubicBezTo>
                      <a:pt x="377" y="36"/>
                      <a:pt x="368" y="26"/>
                      <a:pt x="351" y="17"/>
                    </a:cubicBezTo>
                    <a:cubicBezTo>
                      <a:pt x="320" y="0"/>
                      <a:pt x="286" y="28"/>
                      <a:pt x="256" y="52"/>
                    </a:cubicBezTo>
                    <a:cubicBezTo>
                      <a:pt x="246" y="60"/>
                      <a:pt x="237" y="67"/>
                      <a:pt x="229" y="72"/>
                    </a:cubicBezTo>
                    <a:cubicBezTo>
                      <a:pt x="226" y="74"/>
                      <a:pt x="221" y="76"/>
                      <a:pt x="215" y="79"/>
                    </a:cubicBezTo>
                    <a:cubicBezTo>
                      <a:pt x="206" y="83"/>
                      <a:pt x="195" y="88"/>
                      <a:pt x="190" y="94"/>
                    </a:cubicBezTo>
                    <a:cubicBezTo>
                      <a:pt x="178" y="106"/>
                      <a:pt x="179" y="112"/>
                      <a:pt x="181" y="121"/>
                    </a:cubicBezTo>
                    <a:cubicBezTo>
                      <a:pt x="182" y="124"/>
                      <a:pt x="183" y="127"/>
                      <a:pt x="183" y="131"/>
                    </a:cubicBezTo>
                    <a:cubicBezTo>
                      <a:pt x="184" y="158"/>
                      <a:pt x="184" y="167"/>
                      <a:pt x="170" y="191"/>
                    </a:cubicBezTo>
                    <a:cubicBezTo>
                      <a:pt x="156" y="215"/>
                      <a:pt x="156" y="218"/>
                      <a:pt x="162" y="235"/>
                    </a:cubicBezTo>
                    <a:cubicBezTo>
                      <a:pt x="165" y="241"/>
                      <a:pt x="165" y="241"/>
                      <a:pt x="165" y="241"/>
                    </a:cubicBezTo>
                    <a:cubicBezTo>
                      <a:pt x="177" y="275"/>
                      <a:pt x="182" y="307"/>
                      <a:pt x="177" y="312"/>
                    </a:cubicBezTo>
                    <a:cubicBezTo>
                      <a:pt x="177" y="313"/>
                      <a:pt x="175" y="312"/>
                      <a:pt x="172" y="311"/>
                    </a:cubicBezTo>
                    <a:cubicBezTo>
                      <a:pt x="169" y="310"/>
                      <a:pt x="170" y="299"/>
                      <a:pt x="170" y="294"/>
                    </a:cubicBezTo>
                    <a:cubicBezTo>
                      <a:pt x="170" y="289"/>
                      <a:pt x="171" y="285"/>
                      <a:pt x="170" y="282"/>
                    </a:cubicBezTo>
                    <a:cubicBezTo>
                      <a:pt x="168" y="268"/>
                      <a:pt x="163" y="260"/>
                      <a:pt x="158" y="253"/>
                    </a:cubicBezTo>
                    <a:cubicBezTo>
                      <a:pt x="151" y="243"/>
                      <a:pt x="151" y="243"/>
                      <a:pt x="151" y="243"/>
                    </a:cubicBezTo>
                    <a:cubicBezTo>
                      <a:pt x="141" y="224"/>
                      <a:pt x="146" y="215"/>
                      <a:pt x="153" y="201"/>
                    </a:cubicBezTo>
                    <a:cubicBezTo>
                      <a:pt x="157" y="192"/>
                      <a:pt x="161" y="182"/>
                      <a:pt x="163" y="169"/>
                    </a:cubicBezTo>
                    <a:cubicBezTo>
                      <a:pt x="164" y="167"/>
                      <a:pt x="164" y="167"/>
                      <a:pt x="164" y="167"/>
                    </a:cubicBezTo>
                    <a:cubicBezTo>
                      <a:pt x="167" y="149"/>
                      <a:pt x="171" y="125"/>
                      <a:pt x="154" y="117"/>
                    </a:cubicBezTo>
                    <a:cubicBezTo>
                      <a:pt x="134" y="108"/>
                      <a:pt x="90" y="130"/>
                      <a:pt x="88" y="131"/>
                    </a:cubicBezTo>
                    <a:cubicBezTo>
                      <a:pt x="73" y="139"/>
                      <a:pt x="59" y="150"/>
                      <a:pt x="45" y="160"/>
                    </a:cubicBezTo>
                    <a:cubicBezTo>
                      <a:pt x="30" y="173"/>
                      <a:pt x="12" y="187"/>
                      <a:pt x="4" y="185"/>
                    </a:cubicBezTo>
                    <a:cubicBezTo>
                      <a:pt x="3" y="184"/>
                      <a:pt x="2" y="184"/>
                      <a:pt x="1" y="184"/>
                    </a:cubicBezTo>
                    <a:cubicBezTo>
                      <a:pt x="1" y="190"/>
                      <a:pt x="1" y="190"/>
                      <a:pt x="1" y="190"/>
                    </a:cubicBezTo>
                    <a:cubicBezTo>
                      <a:pt x="2" y="191"/>
                      <a:pt x="0" y="189"/>
                      <a:pt x="2" y="190"/>
                    </a:cubicBezTo>
                    <a:cubicBezTo>
                      <a:pt x="20" y="196"/>
                      <a:pt x="56" y="154"/>
                      <a:pt x="91" y="136"/>
                    </a:cubicBezTo>
                    <a:cubicBezTo>
                      <a:pt x="108" y="127"/>
                      <a:pt x="139" y="116"/>
                      <a:pt x="152" y="122"/>
                    </a:cubicBezTo>
                    <a:cubicBezTo>
                      <a:pt x="165" y="129"/>
                      <a:pt x="160" y="152"/>
                      <a:pt x="158" y="168"/>
                    </a:cubicBezTo>
                    <a:cubicBezTo>
                      <a:pt x="152" y="203"/>
                      <a:pt x="128" y="213"/>
                      <a:pt x="146" y="245"/>
                    </a:cubicBezTo>
                    <a:cubicBezTo>
                      <a:pt x="153" y="259"/>
                      <a:pt x="162" y="265"/>
                      <a:pt x="164" y="283"/>
                    </a:cubicBezTo>
                    <a:cubicBezTo>
                      <a:pt x="166" y="292"/>
                      <a:pt x="160" y="313"/>
                      <a:pt x="170" y="317"/>
                    </a:cubicBezTo>
                    <a:cubicBezTo>
                      <a:pt x="202" y="330"/>
                      <a:pt x="174" y="249"/>
                      <a:pt x="170" y="239"/>
                    </a:cubicBezTo>
                    <a:cubicBezTo>
                      <a:pt x="163" y="217"/>
                      <a:pt x="160" y="220"/>
                      <a:pt x="175" y="194"/>
                    </a:cubicBezTo>
                    <a:cubicBezTo>
                      <a:pt x="190" y="169"/>
                      <a:pt x="191" y="159"/>
                      <a:pt x="189" y="130"/>
                    </a:cubicBezTo>
                    <a:cubicBezTo>
                      <a:pt x="188" y="115"/>
                      <a:pt x="180" y="113"/>
                      <a:pt x="194" y="98"/>
                    </a:cubicBezTo>
                    <a:cubicBezTo>
                      <a:pt x="202" y="89"/>
                      <a:pt x="222" y="83"/>
                      <a:pt x="233" y="77"/>
                    </a:cubicBezTo>
                    <a:cubicBezTo>
                      <a:pt x="266" y="56"/>
                      <a:pt x="311" y="2"/>
                      <a:pt x="349" y="23"/>
                    </a:cubicBezTo>
                    <a:cubicBezTo>
                      <a:pt x="406" y="54"/>
                      <a:pt x="353" y="91"/>
                      <a:pt x="342" y="122"/>
                    </a:cubicBezTo>
                    <a:cubicBezTo>
                      <a:pt x="333" y="146"/>
                      <a:pt x="346" y="150"/>
                      <a:pt x="361" y="130"/>
                    </a:cubicBezTo>
                    <a:cubicBezTo>
                      <a:pt x="372" y="117"/>
                      <a:pt x="375" y="78"/>
                      <a:pt x="394" y="73"/>
                    </a:cubicBezTo>
                    <a:cubicBezTo>
                      <a:pt x="435" y="62"/>
                      <a:pt x="524" y="136"/>
                      <a:pt x="527" y="199"/>
                    </a:cubicBezTo>
                    <a:cubicBezTo>
                      <a:pt x="529" y="250"/>
                      <a:pt x="517" y="259"/>
                      <a:pt x="474" y="267"/>
                    </a:cubicBezTo>
                    <a:cubicBezTo>
                      <a:pt x="459" y="269"/>
                      <a:pt x="391" y="289"/>
                      <a:pt x="397" y="312"/>
                    </a:cubicBezTo>
                    <a:cubicBezTo>
                      <a:pt x="398" y="314"/>
                      <a:pt x="404" y="318"/>
                      <a:pt x="409" y="315"/>
                    </a:cubicBezTo>
                    <a:cubicBezTo>
                      <a:pt x="441" y="297"/>
                      <a:pt x="505" y="255"/>
                      <a:pt x="524" y="309"/>
                    </a:cubicBezTo>
                    <a:cubicBezTo>
                      <a:pt x="527" y="319"/>
                      <a:pt x="520" y="340"/>
                      <a:pt x="519" y="351"/>
                    </a:cubicBezTo>
                    <a:cubicBezTo>
                      <a:pt x="517" y="370"/>
                      <a:pt x="519" y="380"/>
                      <a:pt x="524" y="399"/>
                    </a:cubicBezTo>
                    <a:cubicBezTo>
                      <a:pt x="529" y="418"/>
                      <a:pt x="529" y="431"/>
                      <a:pt x="520" y="447"/>
                    </a:cubicBezTo>
                    <a:cubicBezTo>
                      <a:pt x="527" y="447"/>
                      <a:pt x="527" y="447"/>
                      <a:pt x="527" y="447"/>
                    </a:cubicBezTo>
                    <a:cubicBezTo>
                      <a:pt x="536" y="431"/>
                      <a:pt x="534" y="417"/>
                      <a:pt x="529" y="397"/>
                    </a:cubicBezTo>
                    <a:close/>
                  </a:path>
                </a:pathLst>
              </a:custGeom>
              <a:solidFill>
                <a:srgbClr val="80BE78"/>
              </a:solidFill>
              <a:ln w="15875" cap="flat">
                <a:solidFill>
                  <a:srgbClr val="80BE7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6" name="Freeform 14">
                <a:extLst>
                  <a:ext uri="{FF2B5EF4-FFF2-40B4-BE49-F238E27FC236}">
                    <a16:creationId xmlns:a16="http://schemas.microsoft.com/office/drawing/2014/main" id="{F102E306-F5D3-43E5-9289-2144FED5C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251"/>
                <a:ext cx="430" cy="416"/>
              </a:xfrm>
              <a:custGeom>
                <a:avLst/>
                <a:gdLst>
                  <a:gd name="T0" fmla="*/ 430 w 430"/>
                  <a:gd name="T1" fmla="*/ 416 h 416"/>
                  <a:gd name="T2" fmla="*/ 0 w 430"/>
                  <a:gd name="T3" fmla="*/ 0 h 416"/>
                  <a:gd name="T4" fmla="*/ 430 w 430"/>
                  <a:gd name="T5" fmla="*/ 416 h 4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0" h="416">
                    <a:moveTo>
                      <a:pt x="430" y="416"/>
                    </a:moveTo>
                    <a:lnTo>
                      <a:pt x="0" y="0"/>
                    </a:lnTo>
                    <a:lnTo>
                      <a:pt x="430" y="416"/>
                    </a:ln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7" name="Line 15">
                <a:extLst>
                  <a:ext uri="{FF2B5EF4-FFF2-40B4-BE49-F238E27FC236}">
                    <a16:creationId xmlns:a16="http://schemas.microsoft.com/office/drawing/2014/main" id="{97FCAB44-6F96-4FF0-B9B9-AF3C4609FB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123" y="2251"/>
                <a:ext cx="430" cy="416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8" name="Freeform 16">
                <a:extLst>
                  <a:ext uri="{FF2B5EF4-FFF2-40B4-BE49-F238E27FC236}">
                    <a16:creationId xmlns:a16="http://schemas.microsoft.com/office/drawing/2014/main" id="{CE843816-DB4C-466C-BF6A-43A500DB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675"/>
                <a:ext cx="1265" cy="1802"/>
              </a:xfrm>
              <a:custGeom>
                <a:avLst/>
                <a:gdLst>
                  <a:gd name="T0" fmla="*/ 7363 w 506"/>
                  <a:gd name="T1" fmla="*/ 93 h 676"/>
                  <a:gd name="T2" fmla="*/ 6208 w 506"/>
                  <a:gd name="T3" fmla="*/ 1138 h 676"/>
                  <a:gd name="T4" fmla="*/ 6313 w 506"/>
                  <a:gd name="T5" fmla="*/ 1855 h 676"/>
                  <a:gd name="T6" fmla="*/ 6363 w 506"/>
                  <a:gd name="T7" fmla="*/ 2751 h 676"/>
                  <a:gd name="T8" fmla="*/ 6220 w 506"/>
                  <a:gd name="T9" fmla="*/ 2807 h 676"/>
                  <a:gd name="T10" fmla="*/ 6220 w 506"/>
                  <a:gd name="T11" fmla="*/ 2239 h 676"/>
                  <a:gd name="T12" fmla="*/ 5970 w 506"/>
                  <a:gd name="T13" fmla="*/ 1557 h 676"/>
                  <a:gd name="T14" fmla="*/ 5738 w 506"/>
                  <a:gd name="T15" fmla="*/ 874 h 676"/>
                  <a:gd name="T16" fmla="*/ 4408 w 506"/>
                  <a:gd name="T17" fmla="*/ 1080 h 676"/>
                  <a:gd name="T18" fmla="*/ 3563 w 506"/>
                  <a:gd name="T19" fmla="*/ 1839 h 676"/>
                  <a:gd name="T20" fmla="*/ 3645 w 506"/>
                  <a:gd name="T21" fmla="*/ 2253 h 676"/>
                  <a:gd name="T22" fmla="*/ 2313 w 506"/>
                  <a:gd name="T23" fmla="*/ 2978 h 676"/>
                  <a:gd name="T24" fmla="*/ 988 w 506"/>
                  <a:gd name="T25" fmla="*/ 5209 h 676"/>
                  <a:gd name="T26" fmla="*/ 1833 w 506"/>
                  <a:gd name="T27" fmla="*/ 5643 h 676"/>
                  <a:gd name="T28" fmla="*/ 2300 w 506"/>
                  <a:gd name="T29" fmla="*/ 5755 h 676"/>
                  <a:gd name="T30" fmla="*/ 1750 w 506"/>
                  <a:gd name="T31" fmla="*/ 5777 h 676"/>
                  <a:gd name="T32" fmla="*/ 1033 w 506"/>
                  <a:gd name="T33" fmla="*/ 5968 h 676"/>
                  <a:gd name="T34" fmla="*/ 283 w 506"/>
                  <a:gd name="T35" fmla="*/ 6024 h 676"/>
                  <a:gd name="T36" fmla="*/ 63 w 506"/>
                  <a:gd name="T37" fmla="*/ 7163 h 676"/>
                  <a:gd name="T38" fmla="*/ 283 w 506"/>
                  <a:gd name="T39" fmla="*/ 8200 h 676"/>
                  <a:gd name="T40" fmla="*/ 270 w 506"/>
                  <a:gd name="T41" fmla="*/ 8528 h 676"/>
                  <a:gd name="T42" fmla="*/ 0 w 506"/>
                  <a:gd name="T43" fmla="*/ 9530 h 676"/>
                  <a:gd name="T44" fmla="*/ 1470 w 506"/>
                  <a:gd name="T45" fmla="*/ 11079 h 676"/>
                  <a:gd name="T46" fmla="*/ 2425 w 506"/>
                  <a:gd name="T47" fmla="*/ 11007 h 676"/>
                  <a:gd name="T48" fmla="*/ 2770 w 506"/>
                  <a:gd name="T49" fmla="*/ 11326 h 676"/>
                  <a:gd name="T50" fmla="*/ 2313 w 506"/>
                  <a:gd name="T51" fmla="*/ 11156 h 676"/>
                  <a:gd name="T52" fmla="*/ 1520 w 506"/>
                  <a:gd name="T53" fmla="*/ 11249 h 676"/>
                  <a:gd name="T54" fmla="*/ 958 w 506"/>
                  <a:gd name="T55" fmla="*/ 11532 h 676"/>
                  <a:gd name="T56" fmla="*/ 188 w 506"/>
                  <a:gd name="T57" fmla="*/ 12806 h 676"/>
                  <a:gd name="T58" fmla="*/ 470 w 506"/>
                  <a:gd name="T59" fmla="*/ 11782 h 676"/>
                  <a:gd name="T60" fmla="*/ 1833 w 506"/>
                  <a:gd name="T61" fmla="*/ 11041 h 676"/>
                  <a:gd name="T62" fmla="*/ 3063 w 506"/>
                  <a:gd name="T63" fmla="*/ 11382 h 676"/>
                  <a:gd name="T64" fmla="*/ 2875 w 506"/>
                  <a:gd name="T65" fmla="*/ 11233 h 676"/>
                  <a:gd name="T66" fmla="*/ 375 w 506"/>
                  <a:gd name="T67" fmla="*/ 11177 h 676"/>
                  <a:gd name="T68" fmla="*/ 333 w 506"/>
                  <a:gd name="T69" fmla="*/ 8597 h 676"/>
                  <a:gd name="T70" fmla="*/ 1813 w 506"/>
                  <a:gd name="T71" fmla="*/ 7994 h 676"/>
                  <a:gd name="T72" fmla="*/ 158 w 506"/>
                  <a:gd name="T73" fmla="*/ 7163 h 676"/>
                  <a:gd name="T74" fmla="*/ 1020 w 506"/>
                  <a:gd name="T75" fmla="*/ 6062 h 676"/>
                  <a:gd name="T76" fmla="*/ 2208 w 506"/>
                  <a:gd name="T77" fmla="*/ 5912 h 676"/>
                  <a:gd name="T78" fmla="*/ 1813 w 506"/>
                  <a:gd name="T79" fmla="*/ 5550 h 676"/>
                  <a:gd name="T80" fmla="*/ 2220 w 506"/>
                  <a:gd name="T81" fmla="*/ 3255 h 676"/>
                  <a:gd name="T82" fmla="*/ 4000 w 506"/>
                  <a:gd name="T83" fmla="*/ 3050 h 676"/>
                  <a:gd name="T84" fmla="*/ 3783 w 506"/>
                  <a:gd name="T85" fmla="*/ 2308 h 676"/>
                  <a:gd name="T86" fmla="*/ 5688 w 506"/>
                  <a:gd name="T87" fmla="*/ 968 h 676"/>
                  <a:gd name="T88" fmla="*/ 6125 w 506"/>
                  <a:gd name="T89" fmla="*/ 2274 h 676"/>
                  <a:gd name="T90" fmla="*/ 5908 w 506"/>
                  <a:gd name="T91" fmla="*/ 4185 h 676"/>
                  <a:gd name="T92" fmla="*/ 6250 w 506"/>
                  <a:gd name="T93" fmla="*/ 2922 h 676"/>
                  <a:gd name="T94" fmla="*/ 6300 w 506"/>
                  <a:gd name="T95" fmla="*/ 1344 h 676"/>
                  <a:gd name="T96" fmla="*/ 7908 w 506"/>
                  <a:gd name="T97" fmla="*/ 21 h 67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506" h="676">
                    <a:moveTo>
                      <a:pt x="505" y="1"/>
                    </a:moveTo>
                    <a:cubicBezTo>
                      <a:pt x="494" y="4"/>
                      <a:pt x="482" y="4"/>
                      <a:pt x="471" y="5"/>
                    </a:cubicBezTo>
                    <a:cubicBezTo>
                      <a:pt x="445" y="7"/>
                      <a:pt x="421" y="9"/>
                      <a:pt x="408" y="25"/>
                    </a:cubicBezTo>
                    <a:cubicBezTo>
                      <a:pt x="400" y="34"/>
                      <a:pt x="397" y="45"/>
                      <a:pt x="397" y="60"/>
                    </a:cubicBezTo>
                    <a:cubicBezTo>
                      <a:pt x="397" y="64"/>
                      <a:pt x="397" y="68"/>
                      <a:pt x="397" y="71"/>
                    </a:cubicBezTo>
                    <a:cubicBezTo>
                      <a:pt x="398" y="80"/>
                      <a:pt x="401" y="89"/>
                      <a:pt x="404" y="98"/>
                    </a:cubicBezTo>
                    <a:cubicBezTo>
                      <a:pt x="407" y="110"/>
                      <a:pt x="411" y="121"/>
                      <a:pt x="411" y="131"/>
                    </a:cubicBezTo>
                    <a:cubicBezTo>
                      <a:pt x="411" y="136"/>
                      <a:pt x="410" y="141"/>
                      <a:pt x="407" y="145"/>
                    </a:cubicBezTo>
                    <a:cubicBezTo>
                      <a:pt x="407" y="145"/>
                      <a:pt x="405" y="145"/>
                      <a:pt x="405" y="145"/>
                    </a:cubicBezTo>
                    <a:cubicBezTo>
                      <a:pt x="403" y="146"/>
                      <a:pt x="400" y="146"/>
                      <a:pt x="398" y="148"/>
                    </a:cubicBezTo>
                    <a:cubicBezTo>
                      <a:pt x="400" y="144"/>
                      <a:pt x="402" y="140"/>
                      <a:pt x="402" y="135"/>
                    </a:cubicBezTo>
                    <a:cubicBezTo>
                      <a:pt x="402" y="130"/>
                      <a:pt x="401" y="125"/>
                      <a:pt x="398" y="118"/>
                    </a:cubicBezTo>
                    <a:cubicBezTo>
                      <a:pt x="392" y="105"/>
                      <a:pt x="392" y="105"/>
                      <a:pt x="392" y="105"/>
                    </a:cubicBezTo>
                    <a:cubicBezTo>
                      <a:pt x="387" y="98"/>
                      <a:pt x="384" y="91"/>
                      <a:pt x="382" y="82"/>
                    </a:cubicBezTo>
                    <a:cubicBezTo>
                      <a:pt x="381" y="72"/>
                      <a:pt x="381" y="72"/>
                      <a:pt x="381" y="72"/>
                    </a:cubicBezTo>
                    <a:cubicBezTo>
                      <a:pt x="381" y="63"/>
                      <a:pt x="381" y="55"/>
                      <a:pt x="367" y="46"/>
                    </a:cubicBezTo>
                    <a:cubicBezTo>
                      <a:pt x="342" y="29"/>
                      <a:pt x="314" y="42"/>
                      <a:pt x="291" y="53"/>
                    </a:cubicBezTo>
                    <a:cubicBezTo>
                      <a:pt x="282" y="57"/>
                      <a:pt x="282" y="57"/>
                      <a:pt x="282" y="57"/>
                    </a:cubicBezTo>
                    <a:cubicBezTo>
                      <a:pt x="277" y="59"/>
                      <a:pt x="277" y="59"/>
                      <a:pt x="277" y="59"/>
                    </a:cubicBezTo>
                    <a:cubicBezTo>
                      <a:pt x="257" y="67"/>
                      <a:pt x="232" y="78"/>
                      <a:pt x="228" y="97"/>
                    </a:cubicBezTo>
                    <a:cubicBezTo>
                      <a:pt x="228" y="99"/>
                      <a:pt x="227" y="100"/>
                      <a:pt x="227" y="102"/>
                    </a:cubicBezTo>
                    <a:cubicBezTo>
                      <a:pt x="227" y="108"/>
                      <a:pt x="229" y="114"/>
                      <a:pt x="233" y="119"/>
                    </a:cubicBezTo>
                    <a:cubicBezTo>
                      <a:pt x="227" y="116"/>
                      <a:pt x="219" y="113"/>
                      <a:pt x="210" y="114"/>
                    </a:cubicBezTo>
                    <a:cubicBezTo>
                      <a:pt x="187" y="115"/>
                      <a:pt x="165" y="139"/>
                      <a:pt x="148" y="157"/>
                    </a:cubicBezTo>
                    <a:cubicBezTo>
                      <a:pt x="138" y="168"/>
                      <a:pt x="138" y="168"/>
                      <a:pt x="138" y="168"/>
                    </a:cubicBezTo>
                    <a:cubicBezTo>
                      <a:pt x="104" y="202"/>
                      <a:pt x="44" y="229"/>
                      <a:pt x="63" y="275"/>
                    </a:cubicBezTo>
                    <a:cubicBezTo>
                      <a:pt x="75" y="303"/>
                      <a:pt x="90" y="301"/>
                      <a:pt x="113" y="299"/>
                    </a:cubicBezTo>
                    <a:cubicBezTo>
                      <a:pt x="117" y="298"/>
                      <a:pt x="117" y="298"/>
                      <a:pt x="117" y="298"/>
                    </a:cubicBezTo>
                    <a:cubicBezTo>
                      <a:pt x="126" y="298"/>
                      <a:pt x="143" y="296"/>
                      <a:pt x="148" y="302"/>
                    </a:cubicBezTo>
                    <a:cubicBezTo>
                      <a:pt x="148" y="303"/>
                      <a:pt x="148" y="303"/>
                      <a:pt x="147" y="304"/>
                    </a:cubicBezTo>
                    <a:cubicBezTo>
                      <a:pt x="146" y="305"/>
                      <a:pt x="144" y="306"/>
                      <a:pt x="142" y="306"/>
                    </a:cubicBezTo>
                    <a:cubicBezTo>
                      <a:pt x="131" y="304"/>
                      <a:pt x="119" y="304"/>
                      <a:pt x="112" y="305"/>
                    </a:cubicBezTo>
                    <a:cubicBezTo>
                      <a:pt x="103" y="306"/>
                      <a:pt x="96" y="309"/>
                      <a:pt x="91" y="312"/>
                    </a:cubicBezTo>
                    <a:cubicBezTo>
                      <a:pt x="83" y="315"/>
                      <a:pt x="77" y="318"/>
                      <a:pt x="66" y="315"/>
                    </a:cubicBezTo>
                    <a:cubicBezTo>
                      <a:pt x="57" y="311"/>
                      <a:pt x="57" y="311"/>
                      <a:pt x="57" y="311"/>
                    </a:cubicBezTo>
                    <a:cubicBezTo>
                      <a:pt x="46" y="307"/>
                      <a:pt x="33" y="301"/>
                      <a:pt x="18" y="318"/>
                    </a:cubicBezTo>
                    <a:cubicBezTo>
                      <a:pt x="7" y="331"/>
                      <a:pt x="6" y="356"/>
                      <a:pt x="5" y="373"/>
                    </a:cubicBezTo>
                    <a:cubicBezTo>
                      <a:pt x="4" y="378"/>
                      <a:pt x="4" y="378"/>
                      <a:pt x="4" y="378"/>
                    </a:cubicBezTo>
                    <a:cubicBezTo>
                      <a:pt x="4" y="382"/>
                      <a:pt x="4" y="386"/>
                      <a:pt x="4" y="391"/>
                    </a:cubicBezTo>
                    <a:cubicBezTo>
                      <a:pt x="4" y="407"/>
                      <a:pt x="7" y="424"/>
                      <a:pt x="18" y="433"/>
                    </a:cubicBezTo>
                    <a:cubicBezTo>
                      <a:pt x="22" y="436"/>
                      <a:pt x="27" y="438"/>
                      <a:pt x="32" y="439"/>
                    </a:cubicBezTo>
                    <a:cubicBezTo>
                      <a:pt x="27" y="441"/>
                      <a:pt x="22" y="445"/>
                      <a:pt x="17" y="450"/>
                    </a:cubicBezTo>
                    <a:cubicBezTo>
                      <a:pt x="5" y="462"/>
                      <a:pt x="2" y="478"/>
                      <a:pt x="1" y="489"/>
                    </a:cubicBezTo>
                    <a:cubicBezTo>
                      <a:pt x="1" y="493"/>
                      <a:pt x="0" y="497"/>
                      <a:pt x="0" y="503"/>
                    </a:cubicBezTo>
                    <a:cubicBezTo>
                      <a:pt x="0" y="530"/>
                      <a:pt x="4" y="579"/>
                      <a:pt x="20" y="594"/>
                    </a:cubicBezTo>
                    <a:cubicBezTo>
                      <a:pt x="46" y="619"/>
                      <a:pt x="73" y="600"/>
                      <a:pt x="94" y="585"/>
                    </a:cubicBezTo>
                    <a:cubicBezTo>
                      <a:pt x="110" y="574"/>
                      <a:pt x="125" y="563"/>
                      <a:pt x="138" y="568"/>
                    </a:cubicBezTo>
                    <a:cubicBezTo>
                      <a:pt x="144" y="571"/>
                      <a:pt x="150" y="576"/>
                      <a:pt x="155" y="581"/>
                    </a:cubicBezTo>
                    <a:cubicBezTo>
                      <a:pt x="162" y="587"/>
                      <a:pt x="169" y="594"/>
                      <a:pt x="180" y="597"/>
                    </a:cubicBezTo>
                    <a:cubicBezTo>
                      <a:pt x="179" y="598"/>
                      <a:pt x="178" y="598"/>
                      <a:pt x="177" y="598"/>
                    </a:cubicBezTo>
                    <a:cubicBezTo>
                      <a:pt x="168" y="600"/>
                      <a:pt x="163" y="601"/>
                      <a:pt x="154" y="594"/>
                    </a:cubicBezTo>
                    <a:cubicBezTo>
                      <a:pt x="148" y="589"/>
                      <a:pt x="148" y="589"/>
                      <a:pt x="148" y="589"/>
                    </a:cubicBezTo>
                    <a:cubicBezTo>
                      <a:pt x="140" y="582"/>
                      <a:pt x="133" y="576"/>
                      <a:pt x="117" y="577"/>
                    </a:cubicBezTo>
                    <a:cubicBezTo>
                      <a:pt x="106" y="579"/>
                      <a:pt x="101" y="587"/>
                      <a:pt x="97" y="594"/>
                    </a:cubicBezTo>
                    <a:cubicBezTo>
                      <a:pt x="94" y="599"/>
                      <a:pt x="92" y="603"/>
                      <a:pt x="88" y="605"/>
                    </a:cubicBezTo>
                    <a:cubicBezTo>
                      <a:pt x="78" y="609"/>
                      <a:pt x="69" y="609"/>
                      <a:pt x="61" y="609"/>
                    </a:cubicBezTo>
                    <a:cubicBezTo>
                      <a:pt x="49" y="608"/>
                      <a:pt x="37" y="608"/>
                      <a:pt x="26" y="618"/>
                    </a:cubicBezTo>
                    <a:cubicBezTo>
                      <a:pt x="16" y="628"/>
                      <a:pt x="11" y="648"/>
                      <a:pt x="12" y="676"/>
                    </a:cubicBezTo>
                    <a:cubicBezTo>
                      <a:pt x="18" y="676"/>
                      <a:pt x="18" y="676"/>
                      <a:pt x="18" y="676"/>
                    </a:cubicBezTo>
                    <a:cubicBezTo>
                      <a:pt x="17" y="656"/>
                      <a:pt x="19" y="633"/>
                      <a:pt x="30" y="622"/>
                    </a:cubicBezTo>
                    <a:cubicBezTo>
                      <a:pt x="47" y="607"/>
                      <a:pt x="67" y="621"/>
                      <a:pt x="90" y="611"/>
                    </a:cubicBezTo>
                    <a:cubicBezTo>
                      <a:pt x="103" y="604"/>
                      <a:pt x="103" y="585"/>
                      <a:pt x="117" y="583"/>
                    </a:cubicBezTo>
                    <a:cubicBezTo>
                      <a:pt x="134" y="582"/>
                      <a:pt x="139" y="590"/>
                      <a:pt x="150" y="599"/>
                    </a:cubicBezTo>
                    <a:cubicBezTo>
                      <a:pt x="167" y="612"/>
                      <a:pt x="175" y="602"/>
                      <a:pt x="196" y="601"/>
                    </a:cubicBezTo>
                    <a:cubicBezTo>
                      <a:pt x="209" y="601"/>
                      <a:pt x="242" y="608"/>
                      <a:pt x="244" y="603"/>
                    </a:cubicBezTo>
                    <a:cubicBezTo>
                      <a:pt x="245" y="598"/>
                      <a:pt x="201" y="597"/>
                      <a:pt x="184" y="593"/>
                    </a:cubicBezTo>
                    <a:cubicBezTo>
                      <a:pt x="165" y="587"/>
                      <a:pt x="156" y="569"/>
                      <a:pt x="141" y="563"/>
                    </a:cubicBezTo>
                    <a:cubicBezTo>
                      <a:pt x="103" y="548"/>
                      <a:pt x="65" y="628"/>
                      <a:pt x="24" y="590"/>
                    </a:cubicBezTo>
                    <a:cubicBezTo>
                      <a:pt x="8" y="575"/>
                      <a:pt x="5" y="512"/>
                      <a:pt x="7" y="490"/>
                    </a:cubicBezTo>
                    <a:cubicBezTo>
                      <a:pt x="8" y="477"/>
                      <a:pt x="11" y="464"/>
                      <a:pt x="21" y="454"/>
                    </a:cubicBezTo>
                    <a:cubicBezTo>
                      <a:pt x="35" y="441"/>
                      <a:pt x="46" y="441"/>
                      <a:pt x="60" y="438"/>
                    </a:cubicBezTo>
                    <a:cubicBezTo>
                      <a:pt x="73" y="436"/>
                      <a:pt x="119" y="436"/>
                      <a:pt x="116" y="422"/>
                    </a:cubicBezTo>
                    <a:cubicBezTo>
                      <a:pt x="113" y="408"/>
                      <a:pt x="64" y="429"/>
                      <a:pt x="59" y="430"/>
                    </a:cubicBezTo>
                    <a:cubicBezTo>
                      <a:pt x="14" y="444"/>
                      <a:pt x="8" y="414"/>
                      <a:pt x="10" y="378"/>
                    </a:cubicBezTo>
                    <a:cubicBezTo>
                      <a:pt x="11" y="363"/>
                      <a:pt x="12" y="334"/>
                      <a:pt x="22" y="322"/>
                    </a:cubicBezTo>
                    <a:cubicBezTo>
                      <a:pt x="38" y="304"/>
                      <a:pt x="49" y="316"/>
                      <a:pt x="65" y="320"/>
                    </a:cubicBezTo>
                    <a:cubicBezTo>
                      <a:pt x="87" y="326"/>
                      <a:pt x="92" y="313"/>
                      <a:pt x="113" y="311"/>
                    </a:cubicBezTo>
                    <a:cubicBezTo>
                      <a:pt x="120" y="310"/>
                      <a:pt x="131" y="310"/>
                      <a:pt x="141" y="312"/>
                    </a:cubicBezTo>
                    <a:cubicBezTo>
                      <a:pt x="152" y="312"/>
                      <a:pt x="156" y="303"/>
                      <a:pt x="153" y="299"/>
                    </a:cubicBezTo>
                    <a:cubicBezTo>
                      <a:pt x="147" y="289"/>
                      <a:pt x="127" y="291"/>
                      <a:pt x="116" y="293"/>
                    </a:cubicBezTo>
                    <a:cubicBezTo>
                      <a:pt x="91" y="295"/>
                      <a:pt x="79" y="297"/>
                      <a:pt x="69" y="273"/>
                    </a:cubicBezTo>
                    <a:cubicBezTo>
                      <a:pt x="50" y="229"/>
                      <a:pt x="110" y="204"/>
                      <a:pt x="142" y="172"/>
                    </a:cubicBezTo>
                    <a:cubicBezTo>
                      <a:pt x="159" y="155"/>
                      <a:pt x="185" y="122"/>
                      <a:pt x="210" y="120"/>
                    </a:cubicBezTo>
                    <a:cubicBezTo>
                      <a:pt x="237" y="118"/>
                      <a:pt x="244" y="141"/>
                      <a:pt x="256" y="161"/>
                    </a:cubicBezTo>
                    <a:cubicBezTo>
                      <a:pt x="259" y="167"/>
                      <a:pt x="266" y="161"/>
                      <a:pt x="265" y="154"/>
                    </a:cubicBezTo>
                    <a:cubicBezTo>
                      <a:pt x="264" y="141"/>
                      <a:pt x="251" y="132"/>
                      <a:pt x="242" y="122"/>
                    </a:cubicBezTo>
                    <a:cubicBezTo>
                      <a:pt x="215" y="90"/>
                      <a:pt x="257" y="74"/>
                      <a:pt x="284" y="62"/>
                    </a:cubicBezTo>
                    <a:cubicBezTo>
                      <a:pt x="308" y="52"/>
                      <a:pt x="339" y="34"/>
                      <a:pt x="364" y="51"/>
                    </a:cubicBezTo>
                    <a:cubicBezTo>
                      <a:pt x="378" y="61"/>
                      <a:pt x="374" y="68"/>
                      <a:pt x="376" y="82"/>
                    </a:cubicBezTo>
                    <a:cubicBezTo>
                      <a:pt x="379" y="98"/>
                      <a:pt x="386" y="106"/>
                      <a:pt x="392" y="120"/>
                    </a:cubicBezTo>
                    <a:cubicBezTo>
                      <a:pt x="404" y="146"/>
                      <a:pt x="387" y="145"/>
                      <a:pt x="378" y="168"/>
                    </a:cubicBezTo>
                    <a:cubicBezTo>
                      <a:pt x="375" y="175"/>
                      <a:pt x="356" y="234"/>
                      <a:pt x="378" y="221"/>
                    </a:cubicBezTo>
                    <a:cubicBezTo>
                      <a:pt x="385" y="216"/>
                      <a:pt x="387" y="184"/>
                      <a:pt x="390" y="176"/>
                    </a:cubicBezTo>
                    <a:cubicBezTo>
                      <a:pt x="393" y="168"/>
                      <a:pt x="395" y="161"/>
                      <a:pt x="400" y="154"/>
                    </a:cubicBezTo>
                    <a:cubicBezTo>
                      <a:pt x="403" y="150"/>
                      <a:pt x="409" y="152"/>
                      <a:pt x="412" y="149"/>
                    </a:cubicBezTo>
                    <a:cubicBezTo>
                      <a:pt x="426" y="128"/>
                      <a:pt x="406" y="94"/>
                      <a:pt x="403" y="71"/>
                    </a:cubicBezTo>
                    <a:cubicBezTo>
                      <a:pt x="397" y="0"/>
                      <a:pt x="457" y="17"/>
                      <a:pt x="506" y="7"/>
                    </a:cubicBezTo>
                    <a:cubicBezTo>
                      <a:pt x="506" y="1"/>
                      <a:pt x="506" y="1"/>
                      <a:pt x="506" y="1"/>
                    </a:cubicBezTo>
                    <a:cubicBezTo>
                      <a:pt x="505" y="1"/>
                      <a:pt x="505" y="1"/>
                      <a:pt x="505" y="1"/>
                    </a:cubicBezTo>
                    <a:close/>
                  </a:path>
                </a:pathLst>
              </a:custGeom>
              <a:solidFill>
                <a:srgbClr val="80BE78"/>
              </a:solidFill>
              <a:ln w="15875" cap="flat">
                <a:solidFill>
                  <a:srgbClr val="80BE7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9" name="Freeform 17">
                <a:extLst>
                  <a:ext uri="{FF2B5EF4-FFF2-40B4-BE49-F238E27FC236}">
                    <a16:creationId xmlns:a16="http://schemas.microsoft.com/office/drawing/2014/main" id="{D749A29E-6D79-49F9-A29F-87C4282C0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389"/>
                <a:ext cx="430" cy="542"/>
              </a:xfrm>
              <a:custGeom>
                <a:avLst/>
                <a:gdLst>
                  <a:gd name="T0" fmla="*/ 2345 w 172"/>
                  <a:gd name="T1" fmla="*/ 2382 h 203"/>
                  <a:gd name="T2" fmla="*/ 1658 w 172"/>
                  <a:gd name="T3" fmla="*/ 1904 h 203"/>
                  <a:gd name="T4" fmla="*/ 1238 w 172"/>
                  <a:gd name="T5" fmla="*/ 2018 h 203"/>
                  <a:gd name="T6" fmla="*/ 1113 w 172"/>
                  <a:gd name="T7" fmla="*/ 2552 h 203"/>
                  <a:gd name="T8" fmla="*/ 1113 w 172"/>
                  <a:gd name="T9" fmla="*/ 2667 h 203"/>
                  <a:gd name="T10" fmla="*/ 1063 w 172"/>
                  <a:gd name="T11" fmla="*/ 3407 h 203"/>
                  <a:gd name="T12" fmla="*/ 1050 w 172"/>
                  <a:gd name="T13" fmla="*/ 3385 h 203"/>
                  <a:gd name="T14" fmla="*/ 970 w 172"/>
                  <a:gd name="T15" fmla="*/ 3065 h 203"/>
                  <a:gd name="T16" fmla="*/ 1050 w 172"/>
                  <a:gd name="T17" fmla="*/ 2552 h 203"/>
                  <a:gd name="T18" fmla="*/ 1145 w 172"/>
                  <a:gd name="T19" fmla="*/ 2018 h 203"/>
                  <a:gd name="T20" fmla="*/ 1145 w 172"/>
                  <a:gd name="T21" fmla="*/ 1869 h 203"/>
                  <a:gd name="T22" fmla="*/ 33 w 172"/>
                  <a:gd name="T23" fmla="*/ 21 h 203"/>
                  <a:gd name="T24" fmla="*/ 0 w 172"/>
                  <a:gd name="T25" fmla="*/ 0 h 203"/>
                  <a:gd name="T26" fmla="*/ 0 w 172"/>
                  <a:gd name="T27" fmla="*/ 115 h 203"/>
                  <a:gd name="T28" fmla="*/ 1050 w 172"/>
                  <a:gd name="T29" fmla="*/ 1997 h 203"/>
                  <a:gd name="T30" fmla="*/ 970 w 172"/>
                  <a:gd name="T31" fmla="*/ 3466 h 203"/>
                  <a:gd name="T32" fmla="*/ 1208 w 172"/>
                  <a:gd name="T33" fmla="*/ 2552 h 203"/>
                  <a:gd name="T34" fmla="*/ 1658 w 172"/>
                  <a:gd name="T35" fmla="*/ 2018 h 203"/>
                  <a:gd name="T36" fmla="*/ 2688 w 172"/>
                  <a:gd name="T37" fmla="*/ 2873 h 203"/>
                  <a:gd name="T38" fmla="*/ 2688 w 172"/>
                  <a:gd name="T39" fmla="*/ 2737 h 203"/>
                  <a:gd name="T40" fmla="*/ 2345 w 172"/>
                  <a:gd name="T41" fmla="*/ 2382 h 20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2" h="203">
                    <a:moveTo>
                      <a:pt x="150" y="125"/>
                    </a:moveTo>
                    <a:cubicBezTo>
                      <a:pt x="136" y="113"/>
                      <a:pt x="125" y="102"/>
                      <a:pt x="106" y="100"/>
                    </a:cubicBezTo>
                    <a:cubicBezTo>
                      <a:pt x="94" y="99"/>
                      <a:pt x="85" y="101"/>
                      <a:pt x="79" y="106"/>
                    </a:cubicBezTo>
                    <a:cubicBezTo>
                      <a:pt x="72" y="113"/>
                      <a:pt x="71" y="124"/>
                      <a:pt x="71" y="134"/>
                    </a:cubicBezTo>
                    <a:cubicBezTo>
                      <a:pt x="71" y="134"/>
                      <a:pt x="71" y="139"/>
                      <a:pt x="71" y="140"/>
                    </a:cubicBezTo>
                    <a:cubicBezTo>
                      <a:pt x="71" y="165"/>
                      <a:pt x="70" y="175"/>
                      <a:pt x="68" y="179"/>
                    </a:cubicBezTo>
                    <a:cubicBezTo>
                      <a:pt x="68" y="179"/>
                      <a:pt x="68" y="179"/>
                      <a:pt x="67" y="178"/>
                    </a:cubicBezTo>
                    <a:cubicBezTo>
                      <a:pt x="63" y="173"/>
                      <a:pt x="62" y="167"/>
                      <a:pt x="62" y="161"/>
                    </a:cubicBezTo>
                    <a:cubicBezTo>
                      <a:pt x="62" y="153"/>
                      <a:pt x="64" y="144"/>
                      <a:pt x="67" y="134"/>
                    </a:cubicBezTo>
                    <a:cubicBezTo>
                      <a:pt x="70" y="125"/>
                      <a:pt x="72" y="115"/>
                      <a:pt x="73" y="106"/>
                    </a:cubicBezTo>
                    <a:cubicBezTo>
                      <a:pt x="73" y="104"/>
                      <a:pt x="73" y="101"/>
                      <a:pt x="73" y="98"/>
                    </a:cubicBezTo>
                    <a:cubicBezTo>
                      <a:pt x="73" y="73"/>
                      <a:pt x="64" y="27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61" y="32"/>
                      <a:pt x="69" y="78"/>
                      <a:pt x="67" y="105"/>
                    </a:cubicBezTo>
                    <a:cubicBezTo>
                      <a:pt x="65" y="132"/>
                      <a:pt x="46" y="160"/>
                      <a:pt x="62" y="182"/>
                    </a:cubicBezTo>
                    <a:cubicBezTo>
                      <a:pt x="78" y="203"/>
                      <a:pt x="77" y="150"/>
                      <a:pt x="77" y="134"/>
                    </a:cubicBezTo>
                    <a:cubicBezTo>
                      <a:pt x="77" y="118"/>
                      <a:pt x="79" y="104"/>
                      <a:pt x="106" y="106"/>
                    </a:cubicBezTo>
                    <a:cubicBezTo>
                      <a:pt x="131" y="109"/>
                      <a:pt x="143" y="131"/>
                      <a:pt x="172" y="151"/>
                    </a:cubicBezTo>
                    <a:cubicBezTo>
                      <a:pt x="172" y="144"/>
                      <a:pt x="172" y="144"/>
                      <a:pt x="172" y="144"/>
                    </a:cubicBezTo>
                    <a:cubicBezTo>
                      <a:pt x="163" y="137"/>
                      <a:pt x="156" y="131"/>
                      <a:pt x="150" y="125"/>
                    </a:cubicBezTo>
                    <a:close/>
                  </a:path>
                </a:pathLst>
              </a:custGeom>
              <a:solidFill>
                <a:srgbClr val="56AE5A"/>
              </a:solidFill>
              <a:ln w="15875" cap="flat">
                <a:solidFill>
                  <a:srgbClr val="56AE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0" name="Freeform 18">
                <a:extLst>
                  <a:ext uri="{FF2B5EF4-FFF2-40B4-BE49-F238E27FC236}">
                    <a16:creationId xmlns:a16="http://schemas.microsoft.com/office/drawing/2014/main" id="{31BC302B-5183-4C05-9555-1D6361152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600"/>
                <a:ext cx="430" cy="877"/>
              </a:xfrm>
              <a:custGeom>
                <a:avLst/>
                <a:gdLst>
                  <a:gd name="T0" fmla="*/ 2688 w 172"/>
                  <a:gd name="T1" fmla="*/ 6232 h 329"/>
                  <a:gd name="T2" fmla="*/ 2688 w 172"/>
                  <a:gd name="T3" fmla="*/ 3012 h 329"/>
                  <a:gd name="T4" fmla="*/ 1970 w 172"/>
                  <a:gd name="T5" fmla="*/ 2351 h 329"/>
                  <a:gd name="T6" fmla="*/ 1333 w 172"/>
                  <a:gd name="T7" fmla="*/ 3332 h 329"/>
                  <a:gd name="T8" fmla="*/ 770 w 172"/>
                  <a:gd name="T9" fmla="*/ 3092 h 329"/>
                  <a:gd name="T10" fmla="*/ 125 w 172"/>
                  <a:gd name="T11" fmla="*/ 2410 h 329"/>
                  <a:gd name="T12" fmla="*/ 175 w 172"/>
                  <a:gd name="T13" fmla="*/ 909 h 329"/>
                  <a:gd name="T14" fmla="*/ 0 w 172"/>
                  <a:gd name="T15" fmla="*/ 77 h 329"/>
                  <a:gd name="T16" fmla="*/ 0 w 172"/>
                  <a:gd name="T17" fmla="*/ 3276 h 329"/>
                  <a:gd name="T18" fmla="*/ 2688 w 172"/>
                  <a:gd name="T19" fmla="*/ 6232 h 3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2" h="329">
                    <a:moveTo>
                      <a:pt x="172" y="329"/>
                    </a:moveTo>
                    <a:cubicBezTo>
                      <a:pt x="172" y="159"/>
                      <a:pt x="172" y="159"/>
                      <a:pt x="172" y="159"/>
                    </a:cubicBezTo>
                    <a:cubicBezTo>
                      <a:pt x="158" y="149"/>
                      <a:pt x="139" y="116"/>
                      <a:pt x="126" y="124"/>
                    </a:cubicBezTo>
                    <a:cubicBezTo>
                      <a:pt x="108" y="134"/>
                      <a:pt x="98" y="170"/>
                      <a:pt x="85" y="176"/>
                    </a:cubicBezTo>
                    <a:cubicBezTo>
                      <a:pt x="69" y="184"/>
                      <a:pt x="63" y="169"/>
                      <a:pt x="49" y="163"/>
                    </a:cubicBezTo>
                    <a:cubicBezTo>
                      <a:pt x="29" y="153"/>
                      <a:pt x="15" y="150"/>
                      <a:pt x="8" y="127"/>
                    </a:cubicBezTo>
                    <a:cubicBezTo>
                      <a:pt x="3" y="110"/>
                      <a:pt x="9" y="64"/>
                      <a:pt x="11" y="48"/>
                    </a:cubicBezTo>
                    <a:cubicBezTo>
                      <a:pt x="12" y="25"/>
                      <a:pt x="15" y="0"/>
                      <a:pt x="0" y="4"/>
                    </a:cubicBezTo>
                    <a:cubicBezTo>
                      <a:pt x="0" y="173"/>
                      <a:pt x="0" y="173"/>
                      <a:pt x="0" y="173"/>
                    </a:cubicBezTo>
                    <a:lnTo>
                      <a:pt x="172" y="329"/>
                    </a:lnTo>
                    <a:close/>
                  </a:path>
                </a:pathLst>
              </a:cu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1" name="Freeform 19">
                <a:extLst>
                  <a:ext uri="{FF2B5EF4-FFF2-40B4-BE49-F238E27FC236}">
                    <a16:creationId xmlns:a16="http://schemas.microsoft.com/office/drawing/2014/main" id="{22C87A15-BB8D-410D-9922-ABE64F5D6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843"/>
                <a:ext cx="2862" cy="1021"/>
              </a:xfrm>
              <a:custGeom>
                <a:avLst/>
                <a:gdLst>
                  <a:gd name="T0" fmla="*/ 2687 w 1145"/>
                  <a:gd name="T1" fmla="*/ 7256 h 383"/>
                  <a:gd name="T2" fmla="*/ 17882 w 1145"/>
                  <a:gd name="T3" fmla="*/ 2922 h 383"/>
                  <a:gd name="T4" fmla="*/ 13853 w 1145"/>
                  <a:gd name="T5" fmla="*/ 0 h 383"/>
                  <a:gd name="T6" fmla="*/ 0 w 1145"/>
                  <a:gd name="T7" fmla="*/ 4300 h 383"/>
                  <a:gd name="T8" fmla="*/ 2687 w 1145"/>
                  <a:gd name="T9" fmla="*/ 7256 h 3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5" h="383">
                    <a:moveTo>
                      <a:pt x="172" y="383"/>
                    </a:moveTo>
                    <a:cubicBezTo>
                      <a:pt x="401" y="260"/>
                      <a:pt x="722" y="154"/>
                      <a:pt x="1145" y="154"/>
                    </a:cubicBezTo>
                    <a:cubicBezTo>
                      <a:pt x="1145" y="154"/>
                      <a:pt x="887" y="1"/>
                      <a:pt x="887" y="0"/>
                    </a:cubicBezTo>
                    <a:cubicBezTo>
                      <a:pt x="507" y="13"/>
                      <a:pt x="213" y="113"/>
                      <a:pt x="0" y="227"/>
                    </a:cubicBezTo>
                    <a:lnTo>
                      <a:pt x="172" y="383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2" name="Freeform 20">
                <a:extLst>
                  <a:ext uri="{FF2B5EF4-FFF2-40B4-BE49-F238E27FC236}">
                    <a16:creationId xmlns:a16="http://schemas.microsoft.com/office/drawing/2014/main" id="{744F97F1-63FD-46B0-8B68-C00D74DD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448"/>
                <a:ext cx="430" cy="475"/>
              </a:xfrm>
              <a:custGeom>
                <a:avLst/>
                <a:gdLst>
                  <a:gd name="T0" fmla="*/ 430 w 430"/>
                  <a:gd name="T1" fmla="*/ 475 h 475"/>
                  <a:gd name="T2" fmla="*/ 0 w 430"/>
                  <a:gd name="T3" fmla="*/ 59 h 475"/>
                  <a:gd name="T4" fmla="*/ 0 w 430"/>
                  <a:gd name="T5" fmla="*/ 0 h 475"/>
                  <a:gd name="T6" fmla="*/ 430 w 430"/>
                  <a:gd name="T7" fmla="*/ 416 h 475"/>
                  <a:gd name="T8" fmla="*/ 430 w 430"/>
                  <a:gd name="T9" fmla="*/ 475 h 4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0" h="475">
                    <a:moveTo>
                      <a:pt x="430" y="475"/>
                    </a:moveTo>
                    <a:lnTo>
                      <a:pt x="0" y="59"/>
                    </a:lnTo>
                    <a:lnTo>
                      <a:pt x="0" y="0"/>
                    </a:lnTo>
                    <a:lnTo>
                      <a:pt x="430" y="416"/>
                    </a:lnTo>
                    <a:lnTo>
                      <a:pt x="430" y="475"/>
                    </a:lnTo>
                    <a:close/>
                  </a:path>
                </a:pathLst>
              </a:custGeom>
              <a:solidFill>
                <a:srgbClr val="FAD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3" name="Freeform 21">
                <a:extLst>
                  <a:ext uri="{FF2B5EF4-FFF2-40B4-BE49-F238E27FC236}">
                    <a16:creationId xmlns:a16="http://schemas.microsoft.com/office/drawing/2014/main" id="{A3164ED8-930D-48F9-9359-D057F75B9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1653"/>
                <a:ext cx="430" cy="630"/>
              </a:xfrm>
              <a:custGeom>
                <a:avLst/>
                <a:gdLst>
                  <a:gd name="T0" fmla="*/ 430 w 430"/>
                  <a:gd name="T1" fmla="*/ 630 h 630"/>
                  <a:gd name="T2" fmla="*/ 0 w 430"/>
                  <a:gd name="T3" fmla="*/ 214 h 630"/>
                  <a:gd name="T4" fmla="*/ 0 w 430"/>
                  <a:gd name="T5" fmla="*/ 0 h 630"/>
                  <a:gd name="T6" fmla="*/ 430 w 430"/>
                  <a:gd name="T7" fmla="*/ 416 h 630"/>
                  <a:gd name="T8" fmla="*/ 430 w 430"/>
                  <a:gd name="T9" fmla="*/ 630 h 6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0" h="630">
                    <a:moveTo>
                      <a:pt x="430" y="630"/>
                    </a:moveTo>
                    <a:lnTo>
                      <a:pt x="0" y="214"/>
                    </a:lnTo>
                    <a:lnTo>
                      <a:pt x="0" y="0"/>
                    </a:lnTo>
                    <a:lnTo>
                      <a:pt x="430" y="416"/>
                    </a:lnTo>
                    <a:lnTo>
                      <a:pt x="430" y="630"/>
                    </a:lnTo>
                    <a:close/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4" name="Freeform 22">
                <a:extLst>
                  <a:ext uri="{FF2B5EF4-FFF2-40B4-BE49-F238E27FC236}">
                    <a16:creationId xmlns:a16="http://schemas.microsoft.com/office/drawing/2014/main" id="{430D64BB-E113-4374-A4FE-A7D0780E5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253"/>
                <a:ext cx="2432" cy="670"/>
              </a:xfrm>
              <a:custGeom>
                <a:avLst/>
                <a:gdLst>
                  <a:gd name="T0" fmla="*/ 0 w 973"/>
                  <a:gd name="T1" fmla="*/ 4354 h 251"/>
                  <a:gd name="T2" fmla="*/ 0 w 973"/>
                  <a:gd name="T3" fmla="*/ 4773 h 251"/>
                  <a:gd name="T4" fmla="*/ 15194 w 973"/>
                  <a:gd name="T5" fmla="*/ 419 h 251"/>
                  <a:gd name="T6" fmla="*/ 15194 w 973"/>
                  <a:gd name="T7" fmla="*/ 0 h 251"/>
                  <a:gd name="T8" fmla="*/ 0 w 973"/>
                  <a:gd name="T9" fmla="*/ 4354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3" h="251">
                    <a:moveTo>
                      <a:pt x="0" y="229"/>
                    </a:moveTo>
                    <a:cubicBezTo>
                      <a:pt x="0" y="251"/>
                      <a:pt x="0" y="251"/>
                      <a:pt x="0" y="251"/>
                    </a:cubicBezTo>
                    <a:cubicBezTo>
                      <a:pt x="229" y="128"/>
                      <a:pt x="550" y="22"/>
                      <a:pt x="973" y="22"/>
                    </a:cubicBezTo>
                    <a:cubicBezTo>
                      <a:pt x="973" y="0"/>
                      <a:pt x="973" y="0"/>
                      <a:pt x="973" y="0"/>
                    </a:cubicBezTo>
                    <a:cubicBezTo>
                      <a:pt x="550" y="0"/>
                      <a:pt x="229" y="106"/>
                      <a:pt x="0" y="229"/>
                    </a:cubicBezTo>
                    <a:close/>
                  </a:path>
                </a:pathLst>
              </a:custGeom>
              <a:solidFill>
                <a:srgbClr val="FCE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5" name="Freeform 23">
                <a:extLst>
                  <a:ext uri="{FF2B5EF4-FFF2-40B4-BE49-F238E27FC236}">
                    <a16:creationId xmlns:a16="http://schemas.microsoft.com/office/drawing/2014/main" id="{5EA346E0-C79C-49EA-9C6F-3E3422D67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1507"/>
                <a:ext cx="685" cy="562"/>
              </a:xfrm>
              <a:custGeom>
                <a:avLst/>
                <a:gdLst>
                  <a:gd name="T0" fmla="*/ 2675 w 274"/>
                  <a:gd name="T1" fmla="*/ 3987 h 211"/>
                  <a:gd name="T2" fmla="*/ 2988 w 274"/>
                  <a:gd name="T3" fmla="*/ 3761 h 211"/>
                  <a:gd name="T4" fmla="*/ 3063 w 274"/>
                  <a:gd name="T5" fmla="*/ 3702 h 211"/>
                  <a:gd name="T6" fmla="*/ 3363 w 274"/>
                  <a:gd name="T7" fmla="*/ 3497 h 211"/>
                  <a:gd name="T8" fmla="*/ 3458 w 274"/>
                  <a:gd name="T9" fmla="*/ 3420 h 211"/>
                  <a:gd name="T10" fmla="*/ 3658 w 274"/>
                  <a:gd name="T11" fmla="*/ 3284 h 211"/>
                  <a:gd name="T12" fmla="*/ 3813 w 274"/>
                  <a:gd name="T13" fmla="*/ 3172 h 211"/>
                  <a:gd name="T14" fmla="*/ 4020 w 274"/>
                  <a:gd name="T15" fmla="*/ 3044 h 211"/>
                  <a:gd name="T16" fmla="*/ 4250 w 274"/>
                  <a:gd name="T17" fmla="*/ 2895 h 211"/>
                  <a:gd name="T18" fmla="*/ 4283 w 274"/>
                  <a:gd name="T19" fmla="*/ 2874 h 211"/>
                  <a:gd name="T20" fmla="*/ 4158 w 274"/>
                  <a:gd name="T21" fmla="*/ 2951 h 211"/>
                  <a:gd name="T22" fmla="*/ 4158 w 274"/>
                  <a:gd name="T23" fmla="*/ 2951 h 211"/>
                  <a:gd name="T24" fmla="*/ 1470 w 274"/>
                  <a:gd name="T25" fmla="*/ 0 h 211"/>
                  <a:gd name="T26" fmla="*/ 0 w 274"/>
                  <a:gd name="T27" fmla="*/ 1036 h 211"/>
                  <a:gd name="T28" fmla="*/ 2675 w 274"/>
                  <a:gd name="T29" fmla="*/ 3987 h 2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4" h="211">
                    <a:moveTo>
                      <a:pt x="171" y="211"/>
                    </a:moveTo>
                    <a:cubicBezTo>
                      <a:pt x="178" y="207"/>
                      <a:pt x="184" y="203"/>
                      <a:pt x="191" y="199"/>
                    </a:cubicBezTo>
                    <a:cubicBezTo>
                      <a:pt x="193" y="198"/>
                      <a:pt x="194" y="197"/>
                      <a:pt x="196" y="196"/>
                    </a:cubicBezTo>
                    <a:cubicBezTo>
                      <a:pt x="202" y="192"/>
                      <a:pt x="209" y="189"/>
                      <a:pt x="215" y="185"/>
                    </a:cubicBezTo>
                    <a:cubicBezTo>
                      <a:pt x="217" y="184"/>
                      <a:pt x="219" y="183"/>
                      <a:pt x="221" y="181"/>
                    </a:cubicBezTo>
                    <a:cubicBezTo>
                      <a:pt x="226" y="179"/>
                      <a:pt x="230" y="176"/>
                      <a:pt x="234" y="174"/>
                    </a:cubicBezTo>
                    <a:cubicBezTo>
                      <a:pt x="238" y="172"/>
                      <a:pt x="241" y="170"/>
                      <a:pt x="244" y="168"/>
                    </a:cubicBezTo>
                    <a:cubicBezTo>
                      <a:pt x="248" y="166"/>
                      <a:pt x="253" y="163"/>
                      <a:pt x="257" y="161"/>
                    </a:cubicBezTo>
                    <a:cubicBezTo>
                      <a:pt x="262" y="158"/>
                      <a:pt x="267" y="156"/>
                      <a:pt x="272" y="153"/>
                    </a:cubicBezTo>
                    <a:cubicBezTo>
                      <a:pt x="273" y="153"/>
                      <a:pt x="273" y="152"/>
                      <a:pt x="274" y="152"/>
                    </a:cubicBezTo>
                    <a:cubicBezTo>
                      <a:pt x="271" y="153"/>
                      <a:pt x="269" y="155"/>
                      <a:pt x="266" y="156"/>
                    </a:cubicBezTo>
                    <a:cubicBezTo>
                      <a:pt x="266" y="156"/>
                      <a:pt x="266" y="156"/>
                      <a:pt x="266" y="156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61" y="18"/>
                      <a:pt x="29" y="37"/>
                      <a:pt x="0" y="55"/>
                    </a:cubicBezTo>
                    <a:cubicBezTo>
                      <a:pt x="171" y="211"/>
                      <a:pt x="171" y="211"/>
                      <a:pt x="171" y="211"/>
                    </a:cubicBezTo>
                    <a:close/>
                  </a:path>
                </a:pathLst>
              </a:custGeom>
              <a:solidFill>
                <a:srgbClr val="FFF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6" name="Freeform 24">
                <a:extLst>
                  <a:ext uri="{FF2B5EF4-FFF2-40B4-BE49-F238E27FC236}">
                    <a16:creationId xmlns:a16="http://schemas.microsoft.com/office/drawing/2014/main" id="{72C0232A-C5B2-43E8-9852-99B235C19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251"/>
                <a:ext cx="430" cy="448"/>
              </a:xfrm>
              <a:custGeom>
                <a:avLst/>
                <a:gdLst>
                  <a:gd name="T0" fmla="*/ 430 w 430"/>
                  <a:gd name="T1" fmla="*/ 448 h 448"/>
                  <a:gd name="T2" fmla="*/ 0 w 430"/>
                  <a:gd name="T3" fmla="*/ 32 h 448"/>
                  <a:gd name="T4" fmla="*/ 0 w 430"/>
                  <a:gd name="T5" fmla="*/ 0 h 448"/>
                  <a:gd name="T6" fmla="*/ 430 w 430"/>
                  <a:gd name="T7" fmla="*/ 416 h 448"/>
                  <a:gd name="T8" fmla="*/ 430 w 430"/>
                  <a:gd name="T9" fmla="*/ 448 h 4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0" h="448">
                    <a:moveTo>
                      <a:pt x="430" y="448"/>
                    </a:moveTo>
                    <a:lnTo>
                      <a:pt x="0" y="32"/>
                    </a:lnTo>
                    <a:lnTo>
                      <a:pt x="0" y="0"/>
                    </a:lnTo>
                    <a:lnTo>
                      <a:pt x="430" y="416"/>
                    </a:lnTo>
                    <a:lnTo>
                      <a:pt x="430" y="448"/>
                    </a:lnTo>
                    <a:close/>
                  </a:path>
                </a:pathLst>
              </a:custGeom>
              <a:solidFill>
                <a:srgbClr val="009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7" name="Freeform 25">
                <a:extLst>
                  <a:ext uri="{FF2B5EF4-FFF2-40B4-BE49-F238E27FC236}">
                    <a16:creationId xmlns:a16="http://schemas.microsoft.com/office/drawing/2014/main" id="{47029DF5-208E-47E8-9A64-79E21462E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368"/>
                <a:ext cx="390" cy="280"/>
              </a:xfrm>
              <a:custGeom>
                <a:avLst/>
                <a:gdLst>
                  <a:gd name="T0" fmla="*/ 395 w 156"/>
                  <a:gd name="T1" fmla="*/ 0 h 105"/>
                  <a:gd name="T2" fmla="*/ 395 w 156"/>
                  <a:gd name="T3" fmla="*/ 0 h 105"/>
                  <a:gd name="T4" fmla="*/ 550 w 156"/>
                  <a:gd name="T5" fmla="*/ 320 h 105"/>
                  <a:gd name="T6" fmla="*/ 563 w 156"/>
                  <a:gd name="T7" fmla="*/ 477 h 105"/>
                  <a:gd name="T8" fmla="*/ 250 w 156"/>
                  <a:gd name="T9" fmla="*/ 1309 h 105"/>
                  <a:gd name="T10" fmla="*/ 33 w 156"/>
                  <a:gd name="T11" fmla="*/ 1763 h 105"/>
                  <a:gd name="T12" fmla="*/ 0 w 156"/>
                  <a:gd name="T13" fmla="*/ 1971 h 105"/>
                  <a:gd name="T14" fmla="*/ 0 w 156"/>
                  <a:gd name="T15" fmla="*/ 1992 h 105"/>
                  <a:gd name="T16" fmla="*/ 188 w 156"/>
                  <a:gd name="T17" fmla="*/ 1800 h 105"/>
                  <a:gd name="T18" fmla="*/ 313 w 156"/>
                  <a:gd name="T19" fmla="*/ 1421 h 105"/>
                  <a:gd name="T20" fmla="*/ 750 w 156"/>
                  <a:gd name="T21" fmla="*/ 683 h 105"/>
                  <a:gd name="T22" fmla="*/ 1563 w 156"/>
                  <a:gd name="T23" fmla="*/ 875 h 105"/>
                  <a:gd name="T24" fmla="*/ 2425 w 156"/>
                  <a:gd name="T25" fmla="*/ 1741 h 105"/>
                  <a:gd name="T26" fmla="*/ 2438 w 156"/>
                  <a:gd name="T27" fmla="*/ 1741 h 105"/>
                  <a:gd name="T28" fmla="*/ 395 w 156"/>
                  <a:gd name="T29" fmla="*/ 0 h 10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6" h="105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30" y="5"/>
                      <a:pt x="34" y="11"/>
                      <a:pt x="35" y="17"/>
                    </a:cubicBezTo>
                    <a:cubicBezTo>
                      <a:pt x="36" y="20"/>
                      <a:pt x="36" y="22"/>
                      <a:pt x="36" y="25"/>
                    </a:cubicBezTo>
                    <a:cubicBezTo>
                      <a:pt x="36" y="40"/>
                      <a:pt x="25" y="56"/>
                      <a:pt x="16" y="69"/>
                    </a:cubicBezTo>
                    <a:cubicBezTo>
                      <a:pt x="10" y="78"/>
                      <a:pt x="5" y="86"/>
                      <a:pt x="2" y="93"/>
                    </a:cubicBezTo>
                    <a:cubicBezTo>
                      <a:pt x="0" y="98"/>
                      <a:pt x="0" y="102"/>
                      <a:pt x="0" y="104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1" y="105"/>
                      <a:pt x="6" y="103"/>
                      <a:pt x="12" y="95"/>
                    </a:cubicBezTo>
                    <a:cubicBezTo>
                      <a:pt x="15" y="91"/>
                      <a:pt x="18" y="84"/>
                      <a:pt x="20" y="75"/>
                    </a:cubicBezTo>
                    <a:cubicBezTo>
                      <a:pt x="26" y="59"/>
                      <a:pt x="33" y="40"/>
                      <a:pt x="48" y="36"/>
                    </a:cubicBezTo>
                    <a:cubicBezTo>
                      <a:pt x="65" y="31"/>
                      <a:pt x="87" y="39"/>
                      <a:pt x="100" y="46"/>
                    </a:cubicBezTo>
                    <a:cubicBezTo>
                      <a:pt x="121" y="59"/>
                      <a:pt x="140" y="74"/>
                      <a:pt x="155" y="92"/>
                    </a:cubicBezTo>
                    <a:cubicBezTo>
                      <a:pt x="156" y="92"/>
                      <a:pt x="156" y="92"/>
                      <a:pt x="156" y="92"/>
                    </a:cubicBezTo>
                    <a:cubicBezTo>
                      <a:pt x="124" y="44"/>
                      <a:pt x="52" y="11"/>
                      <a:pt x="25" y="0"/>
                    </a:cubicBezTo>
                    <a:close/>
                  </a:path>
                </a:pathLst>
              </a:custGeom>
              <a:solidFill>
                <a:srgbClr val="908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8" name="Freeform 26">
                <a:extLst>
                  <a:ext uri="{FF2B5EF4-FFF2-40B4-BE49-F238E27FC236}">
                    <a16:creationId xmlns:a16="http://schemas.microsoft.com/office/drawing/2014/main" id="{9C97D1DD-0162-4820-A1E3-BDC835E67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848"/>
                <a:ext cx="737" cy="728"/>
              </a:xfrm>
              <a:custGeom>
                <a:avLst/>
                <a:gdLst>
                  <a:gd name="T0" fmla="*/ 3320 w 295"/>
                  <a:gd name="T1" fmla="*/ 4949 h 273"/>
                  <a:gd name="T2" fmla="*/ 4382 w 295"/>
                  <a:gd name="T3" fmla="*/ 568 h 273"/>
                  <a:gd name="T4" fmla="*/ 4212 w 295"/>
                  <a:gd name="T5" fmla="*/ 93 h 273"/>
                  <a:gd name="T6" fmla="*/ 75 w 295"/>
                  <a:gd name="T7" fmla="*/ 1877 h 273"/>
                  <a:gd name="T8" fmla="*/ 262 w 295"/>
                  <a:gd name="T9" fmla="*/ 2027 h 273"/>
                  <a:gd name="T10" fmla="*/ 3070 w 295"/>
                  <a:gd name="T11" fmla="*/ 5005 h 273"/>
                  <a:gd name="T12" fmla="*/ 3320 w 295"/>
                  <a:gd name="T13" fmla="*/ 4949 h 2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5" h="273">
                    <a:moveTo>
                      <a:pt x="213" y="261"/>
                    </a:moveTo>
                    <a:cubicBezTo>
                      <a:pt x="222" y="187"/>
                      <a:pt x="252" y="81"/>
                      <a:pt x="281" y="30"/>
                    </a:cubicBezTo>
                    <a:cubicBezTo>
                      <a:pt x="295" y="0"/>
                      <a:pt x="288" y="1"/>
                      <a:pt x="270" y="5"/>
                    </a:cubicBezTo>
                    <a:cubicBezTo>
                      <a:pt x="177" y="27"/>
                      <a:pt x="90" y="57"/>
                      <a:pt x="5" y="99"/>
                    </a:cubicBezTo>
                    <a:cubicBezTo>
                      <a:pt x="0" y="101"/>
                      <a:pt x="3" y="104"/>
                      <a:pt x="17" y="107"/>
                    </a:cubicBezTo>
                    <a:cubicBezTo>
                      <a:pt x="87" y="121"/>
                      <a:pt x="159" y="181"/>
                      <a:pt x="197" y="264"/>
                    </a:cubicBezTo>
                    <a:cubicBezTo>
                      <a:pt x="200" y="270"/>
                      <a:pt x="211" y="273"/>
                      <a:pt x="213" y="261"/>
                    </a:cubicBezTo>
                    <a:close/>
                  </a:path>
                </a:pathLst>
              </a:custGeom>
              <a:solidFill>
                <a:srgbClr val="007E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9" name="Freeform 27">
                <a:extLst>
                  <a:ext uri="{FF2B5EF4-FFF2-40B4-BE49-F238E27FC236}">
                    <a16:creationId xmlns:a16="http://schemas.microsoft.com/office/drawing/2014/main" id="{077EE66C-F2C0-4ACE-9AC2-8365E2720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045"/>
                <a:ext cx="175" cy="368"/>
              </a:xfrm>
              <a:custGeom>
                <a:avLst/>
                <a:gdLst>
                  <a:gd name="T0" fmla="*/ 863 w 70"/>
                  <a:gd name="T1" fmla="*/ 0 h 138"/>
                  <a:gd name="T2" fmla="*/ 800 w 70"/>
                  <a:gd name="T3" fmla="*/ 661 h 138"/>
                  <a:gd name="T4" fmla="*/ 675 w 70"/>
                  <a:gd name="T5" fmla="*/ 1045 h 138"/>
                  <a:gd name="T6" fmla="*/ 895 w 70"/>
                  <a:gd name="T7" fmla="*/ 1251 h 138"/>
                  <a:gd name="T8" fmla="*/ 925 w 70"/>
                  <a:gd name="T9" fmla="*/ 1672 h 138"/>
                  <a:gd name="T10" fmla="*/ 1063 w 70"/>
                  <a:gd name="T11" fmla="*/ 2240 h 138"/>
                  <a:gd name="T12" fmla="*/ 845 w 70"/>
                  <a:gd name="T13" fmla="*/ 2616 h 138"/>
                  <a:gd name="T14" fmla="*/ 595 w 70"/>
                  <a:gd name="T15" fmla="*/ 2275 h 138"/>
                  <a:gd name="T16" fmla="*/ 250 w 70"/>
                  <a:gd name="T17" fmla="*/ 1400 h 138"/>
                  <a:gd name="T18" fmla="*/ 300 w 70"/>
                  <a:gd name="T19" fmla="*/ 285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138">
                    <a:moveTo>
                      <a:pt x="55" y="0"/>
                    </a:moveTo>
                    <a:cubicBezTo>
                      <a:pt x="41" y="7"/>
                      <a:pt x="50" y="24"/>
                      <a:pt x="51" y="35"/>
                    </a:cubicBezTo>
                    <a:cubicBezTo>
                      <a:pt x="51" y="45"/>
                      <a:pt x="47" y="46"/>
                      <a:pt x="43" y="55"/>
                    </a:cubicBezTo>
                    <a:cubicBezTo>
                      <a:pt x="47" y="60"/>
                      <a:pt x="54" y="60"/>
                      <a:pt x="57" y="66"/>
                    </a:cubicBezTo>
                    <a:cubicBezTo>
                      <a:pt x="59" y="73"/>
                      <a:pt x="57" y="82"/>
                      <a:pt x="59" y="88"/>
                    </a:cubicBezTo>
                    <a:cubicBezTo>
                      <a:pt x="63" y="99"/>
                      <a:pt x="70" y="105"/>
                      <a:pt x="68" y="118"/>
                    </a:cubicBezTo>
                    <a:cubicBezTo>
                      <a:pt x="67" y="129"/>
                      <a:pt x="62" y="133"/>
                      <a:pt x="54" y="138"/>
                    </a:cubicBezTo>
                    <a:cubicBezTo>
                      <a:pt x="50" y="130"/>
                      <a:pt x="44" y="127"/>
                      <a:pt x="38" y="120"/>
                    </a:cubicBezTo>
                    <a:cubicBezTo>
                      <a:pt x="26" y="109"/>
                      <a:pt x="24" y="89"/>
                      <a:pt x="16" y="74"/>
                    </a:cubicBezTo>
                    <a:cubicBezTo>
                      <a:pt x="5" y="54"/>
                      <a:pt x="0" y="33"/>
                      <a:pt x="19" y="15"/>
                    </a:cubicBezTo>
                  </a:path>
                </a:pathLst>
              </a:custGeom>
              <a:solidFill>
                <a:srgbClr val="006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0" name="Freeform 28">
                <a:extLst>
                  <a:ext uri="{FF2B5EF4-FFF2-40B4-BE49-F238E27FC236}">
                    <a16:creationId xmlns:a16="http://schemas.microsoft.com/office/drawing/2014/main" id="{C4F5EA89-8D60-4CD7-B676-21EB27734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064"/>
                <a:ext cx="132" cy="227"/>
              </a:xfrm>
              <a:custGeom>
                <a:avLst/>
                <a:gdLst>
                  <a:gd name="T0" fmla="*/ 0 w 53"/>
                  <a:gd name="T1" fmla="*/ 1220 h 85"/>
                  <a:gd name="T2" fmla="*/ 540 w 53"/>
                  <a:gd name="T3" fmla="*/ 1298 h 85"/>
                  <a:gd name="T4" fmla="*/ 807 w 53"/>
                  <a:gd name="T5" fmla="*/ 35 h 85"/>
                  <a:gd name="T6" fmla="*/ 384 w 53"/>
                  <a:gd name="T7" fmla="*/ 935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85">
                    <a:moveTo>
                      <a:pt x="0" y="64"/>
                    </a:moveTo>
                    <a:cubicBezTo>
                      <a:pt x="6" y="85"/>
                      <a:pt x="24" y="83"/>
                      <a:pt x="35" y="68"/>
                    </a:cubicBezTo>
                    <a:cubicBezTo>
                      <a:pt x="46" y="53"/>
                      <a:pt x="53" y="20"/>
                      <a:pt x="52" y="2"/>
                    </a:cubicBezTo>
                    <a:cubicBezTo>
                      <a:pt x="35" y="0"/>
                      <a:pt x="30" y="38"/>
                      <a:pt x="25" y="49"/>
                    </a:cubicBezTo>
                  </a:path>
                </a:pathLst>
              </a:custGeom>
              <a:solidFill>
                <a:srgbClr val="006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1" name="Freeform 29">
                <a:extLst>
                  <a:ext uri="{FF2B5EF4-FFF2-40B4-BE49-F238E27FC236}">
                    <a16:creationId xmlns:a16="http://schemas.microsoft.com/office/drawing/2014/main" id="{2D5B41CA-738D-448F-8A3B-CCD896896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848"/>
                <a:ext cx="737" cy="720"/>
              </a:xfrm>
              <a:custGeom>
                <a:avLst/>
                <a:gdLst>
                  <a:gd name="T0" fmla="*/ 4212 w 295"/>
                  <a:gd name="T1" fmla="*/ 93 h 270"/>
                  <a:gd name="T2" fmla="*/ 75 w 295"/>
                  <a:gd name="T3" fmla="*/ 1877 h 270"/>
                  <a:gd name="T4" fmla="*/ 262 w 295"/>
                  <a:gd name="T5" fmla="*/ 2027 h 270"/>
                  <a:gd name="T6" fmla="*/ 3070 w 295"/>
                  <a:gd name="T7" fmla="*/ 5005 h 270"/>
                  <a:gd name="T8" fmla="*/ 3215 w 295"/>
                  <a:gd name="T9" fmla="*/ 5120 h 270"/>
                  <a:gd name="T10" fmla="*/ 3215 w 295"/>
                  <a:gd name="T11" fmla="*/ 5085 h 270"/>
                  <a:gd name="T12" fmla="*/ 2446 w 295"/>
                  <a:gd name="T13" fmla="*/ 2787 h 270"/>
                  <a:gd name="T14" fmla="*/ 2591 w 295"/>
                  <a:gd name="T15" fmla="*/ 1651 h 270"/>
                  <a:gd name="T16" fmla="*/ 4275 w 295"/>
                  <a:gd name="T17" fmla="*/ 819 h 270"/>
                  <a:gd name="T18" fmla="*/ 4275 w 295"/>
                  <a:gd name="T19" fmla="*/ 819 h 270"/>
                  <a:gd name="T20" fmla="*/ 4382 w 295"/>
                  <a:gd name="T21" fmla="*/ 568 h 270"/>
                  <a:gd name="T22" fmla="*/ 4212 w 295"/>
                  <a:gd name="T23" fmla="*/ 93 h 2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5" h="270">
                    <a:moveTo>
                      <a:pt x="270" y="5"/>
                    </a:moveTo>
                    <a:cubicBezTo>
                      <a:pt x="177" y="27"/>
                      <a:pt x="90" y="57"/>
                      <a:pt x="5" y="99"/>
                    </a:cubicBezTo>
                    <a:cubicBezTo>
                      <a:pt x="0" y="101"/>
                      <a:pt x="3" y="104"/>
                      <a:pt x="17" y="107"/>
                    </a:cubicBezTo>
                    <a:cubicBezTo>
                      <a:pt x="87" y="121"/>
                      <a:pt x="159" y="181"/>
                      <a:pt x="197" y="264"/>
                    </a:cubicBezTo>
                    <a:cubicBezTo>
                      <a:pt x="198" y="268"/>
                      <a:pt x="202" y="270"/>
                      <a:pt x="206" y="270"/>
                    </a:cubicBezTo>
                    <a:cubicBezTo>
                      <a:pt x="206" y="269"/>
                      <a:pt x="206" y="269"/>
                      <a:pt x="206" y="268"/>
                    </a:cubicBezTo>
                    <a:cubicBezTo>
                      <a:pt x="208" y="231"/>
                      <a:pt x="172" y="183"/>
                      <a:pt x="157" y="147"/>
                    </a:cubicBezTo>
                    <a:cubicBezTo>
                      <a:pt x="142" y="110"/>
                      <a:pt x="133" y="104"/>
                      <a:pt x="166" y="87"/>
                    </a:cubicBezTo>
                    <a:cubicBezTo>
                      <a:pt x="200" y="70"/>
                      <a:pt x="251" y="51"/>
                      <a:pt x="274" y="43"/>
                    </a:cubicBezTo>
                    <a:cubicBezTo>
                      <a:pt x="274" y="43"/>
                      <a:pt x="274" y="43"/>
                      <a:pt x="274" y="43"/>
                    </a:cubicBezTo>
                    <a:cubicBezTo>
                      <a:pt x="276" y="39"/>
                      <a:pt x="279" y="34"/>
                      <a:pt x="281" y="30"/>
                    </a:cubicBezTo>
                    <a:cubicBezTo>
                      <a:pt x="295" y="0"/>
                      <a:pt x="288" y="1"/>
                      <a:pt x="270" y="5"/>
                    </a:cubicBezTo>
                    <a:close/>
                  </a:path>
                </a:pathLst>
              </a:custGeom>
              <a:solidFill>
                <a:srgbClr val="006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2" name="Freeform 30">
                <a:extLst>
                  <a:ext uri="{FF2B5EF4-FFF2-40B4-BE49-F238E27FC236}">
                    <a16:creationId xmlns:a16="http://schemas.microsoft.com/office/drawing/2014/main" id="{3434156C-A7ED-4536-BDB5-77EBFBFEC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848"/>
                <a:ext cx="737" cy="728"/>
              </a:xfrm>
              <a:custGeom>
                <a:avLst/>
                <a:gdLst>
                  <a:gd name="T0" fmla="*/ 3320 w 295"/>
                  <a:gd name="T1" fmla="*/ 4949 h 273"/>
                  <a:gd name="T2" fmla="*/ 4382 w 295"/>
                  <a:gd name="T3" fmla="*/ 568 h 273"/>
                  <a:gd name="T4" fmla="*/ 4212 w 295"/>
                  <a:gd name="T5" fmla="*/ 93 h 273"/>
                  <a:gd name="T6" fmla="*/ 75 w 295"/>
                  <a:gd name="T7" fmla="*/ 1877 h 273"/>
                  <a:gd name="T8" fmla="*/ 262 w 295"/>
                  <a:gd name="T9" fmla="*/ 2027 h 273"/>
                  <a:gd name="T10" fmla="*/ 3070 w 295"/>
                  <a:gd name="T11" fmla="*/ 5005 h 273"/>
                  <a:gd name="T12" fmla="*/ 3320 w 295"/>
                  <a:gd name="T13" fmla="*/ 4949 h 2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5" h="273">
                    <a:moveTo>
                      <a:pt x="213" y="261"/>
                    </a:moveTo>
                    <a:cubicBezTo>
                      <a:pt x="222" y="187"/>
                      <a:pt x="252" y="81"/>
                      <a:pt x="281" y="30"/>
                    </a:cubicBezTo>
                    <a:cubicBezTo>
                      <a:pt x="295" y="0"/>
                      <a:pt x="288" y="1"/>
                      <a:pt x="270" y="5"/>
                    </a:cubicBezTo>
                    <a:cubicBezTo>
                      <a:pt x="177" y="27"/>
                      <a:pt x="90" y="57"/>
                      <a:pt x="5" y="99"/>
                    </a:cubicBezTo>
                    <a:cubicBezTo>
                      <a:pt x="0" y="101"/>
                      <a:pt x="3" y="104"/>
                      <a:pt x="17" y="107"/>
                    </a:cubicBezTo>
                    <a:cubicBezTo>
                      <a:pt x="87" y="121"/>
                      <a:pt x="159" y="181"/>
                      <a:pt x="197" y="264"/>
                    </a:cubicBezTo>
                    <a:cubicBezTo>
                      <a:pt x="200" y="270"/>
                      <a:pt x="211" y="273"/>
                      <a:pt x="213" y="26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3" name="Freeform 31">
                <a:extLst>
                  <a:ext uri="{FF2B5EF4-FFF2-40B4-BE49-F238E27FC236}">
                    <a16:creationId xmlns:a16="http://schemas.microsoft.com/office/drawing/2014/main" id="{97F63462-140A-4A12-BD1D-1857F5436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637"/>
                <a:ext cx="1372" cy="1840"/>
              </a:xfrm>
              <a:custGeom>
                <a:avLst/>
                <a:gdLst>
                  <a:gd name="T0" fmla="*/ 2916 w 549"/>
                  <a:gd name="T1" fmla="*/ 1216 h 690"/>
                  <a:gd name="T2" fmla="*/ 1449 w 549"/>
                  <a:gd name="T3" fmla="*/ 2752 h 690"/>
                  <a:gd name="T4" fmla="*/ 887 w 549"/>
                  <a:gd name="T5" fmla="*/ 4779 h 690"/>
                  <a:gd name="T6" fmla="*/ 125 w 549"/>
                  <a:gd name="T7" fmla="*/ 6749 h 690"/>
                  <a:gd name="T8" fmla="*/ 75 w 549"/>
                  <a:gd name="T9" fmla="*/ 8797 h 690"/>
                  <a:gd name="T10" fmla="*/ 250 w 549"/>
                  <a:gd name="T11" fmla="*/ 10923 h 690"/>
                  <a:gd name="T12" fmla="*/ 125 w 549"/>
                  <a:gd name="T13" fmla="*/ 12480 h 690"/>
                  <a:gd name="T14" fmla="*/ 855 w 549"/>
                  <a:gd name="T15" fmla="*/ 13085 h 690"/>
                  <a:gd name="T16" fmla="*/ 1624 w 549"/>
                  <a:gd name="T17" fmla="*/ 11811 h 690"/>
                  <a:gd name="T18" fmla="*/ 2187 w 549"/>
                  <a:gd name="T19" fmla="*/ 11528 h 690"/>
                  <a:gd name="T20" fmla="*/ 2979 w 549"/>
                  <a:gd name="T21" fmla="*/ 11435 h 690"/>
                  <a:gd name="T22" fmla="*/ 3341 w 549"/>
                  <a:gd name="T23" fmla="*/ 11627 h 690"/>
                  <a:gd name="T24" fmla="*/ 3479 w 549"/>
                  <a:gd name="T25" fmla="*/ 11584 h 690"/>
                  <a:gd name="T26" fmla="*/ 2824 w 549"/>
                  <a:gd name="T27" fmla="*/ 11037 h 690"/>
                  <a:gd name="T28" fmla="*/ 980 w 549"/>
                  <a:gd name="T29" fmla="*/ 11528 h 690"/>
                  <a:gd name="T30" fmla="*/ 687 w 549"/>
                  <a:gd name="T31" fmla="*/ 9536 h 690"/>
                  <a:gd name="T32" fmla="*/ 1167 w 549"/>
                  <a:gd name="T33" fmla="*/ 8589 h 690"/>
                  <a:gd name="T34" fmla="*/ 730 w 549"/>
                  <a:gd name="T35" fmla="*/ 7680 h 690"/>
                  <a:gd name="T36" fmla="*/ 750 w 549"/>
                  <a:gd name="T37" fmla="*/ 7339 h 690"/>
                  <a:gd name="T38" fmla="*/ 1562 w 549"/>
                  <a:gd name="T39" fmla="*/ 6165 h 690"/>
                  <a:gd name="T40" fmla="*/ 2092 w 549"/>
                  <a:gd name="T41" fmla="*/ 6179 h 690"/>
                  <a:gd name="T42" fmla="*/ 2886 w 549"/>
                  <a:gd name="T43" fmla="*/ 6067 h 690"/>
                  <a:gd name="T44" fmla="*/ 2979 w 549"/>
                  <a:gd name="T45" fmla="*/ 5995 h 690"/>
                  <a:gd name="T46" fmla="*/ 2437 w 549"/>
                  <a:gd name="T47" fmla="*/ 5939 h 690"/>
                  <a:gd name="T48" fmla="*/ 2824 w 549"/>
                  <a:gd name="T49" fmla="*/ 3448 h 690"/>
                  <a:gd name="T50" fmla="*/ 3946 w 549"/>
                  <a:gd name="T51" fmla="*/ 2424 h 690"/>
                  <a:gd name="T52" fmla="*/ 4216 w 549"/>
                  <a:gd name="T53" fmla="*/ 2197 h 690"/>
                  <a:gd name="T54" fmla="*/ 4996 w 549"/>
                  <a:gd name="T55" fmla="*/ 1387 h 690"/>
                  <a:gd name="T56" fmla="*/ 5216 w 549"/>
                  <a:gd name="T57" fmla="*/ 1272 h 690"/>
                  <a:gd name="T58" fmla="*/ 6620 w 549"/>
                  <a:gd name="T59" fmla="*/ 1629 h 690"/>
                  <a:gd name="T60" fmla="*/ 6790 w 549"/>
                  <a:gd name="T61" fmla="*/ 2253 h 690"/>
                  <a:gd name="T62" fmla="*/ 6945 w 549"/>
                  <a:gd name="T63" fmla="*/ 2824 h 690"/>
                  <a:gd name="T64" fmla="*/ 6995 w 549"/>
                  <a:gd name="T65" fmla="*/ 3016 h 690"/>
                  <a:gd name="T66" fmla="*/ 7087 w 549"/>
                  <a:gd name="T67" fmla="*/ 2752 h 690"/>
                  <a:gd name="T68" fmla="*/ 6870 w 549"/>
                  <a:gd name="T69" fmla="*/ 1613 h 690"/>
                  <a:gd name="T70" fmla="*/ 7037 w 549"/>
                  <a:gd name="T71" fmla="*/ 739 h 690"/>
                  <a:gd name="T72" fmla="*/ 8557 w 549"/>
                  <a:gd name="T73" fmla="*/ 285 h 690"/>
                  <a:gd name="T74" fmla="*/ 8569 w 549"/>
                  <a:gd name="T75" fmla="*/ 0 h 690"/>
                  <a:gd name="T76" fmla="*/ 3696 w 549"/>
                  <a:gd name="T77" fmla="*/ 589 h 69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549" h="690">
                    <a:moveTo>
                      <a:pt x="237" y="31"/>
                    </a:moveTo>
                    <a:cubicBezTo>
                      <a:pt x="235" y="33"/>
                      <a:pt x="209" y="45"/>
                      <a:pt x="187" y="64"/>
                    </a:cubicBezTo>
                    <a:cubicBezTo>
                      <a:pt x="171" y="77"/>
                      <a:pt x="160" y="96"/>
                      <a:pt x="150" y="105"/>
                    </a:cubicBezTo>
                    <a:cubicBezTo>
                      <a:pt x="125" y="125"/>
                      <a:pt x="106" y="134"/>
                      <a:pt x="93" y="145"/>
                    </a:cubicBezTo>
                    <a:cubicBezTo>
                      <a:pt x="62" y="173"/>
                      <a:pt x="43" y="208"/>
                      <a:pt x="57" y="241"/>
                    </a:cubicBezTo>
                    <a:cubicBezTo>
                      <a:pt x="60" y="248"/>
                      <a:pt x="62" y="252"/>
                      <a:pt x="57" y="252"/>
                    </a:cubicBezTo>
                    <a:cubicBezTo>
                      <a:pt x="47" y="247"/>
                      <a:pt x="44" y="256"/>
                      <a:pt x="29" y="273"/>
                    </a:cubicBezTo>
                    <a:cubicBezTo>
                      <a:pt x="19" y="285"/>
                      <a:pt x="8" y="323"/>
                      <a:pt x="8" y="356"/>
                    </a:cubicBezTo>
                    <a:cubicBezTo>
                      <a:pt x="9" y="368"/>
                      <a:pt x="11" y="416"/>
                      <a:pt x="9" y="445"/>
                    </a:cubicBezTo>
                    <a:cubicBezTo>
                      <a:pt x="8" y="450"/>
                      <a:pt x="5" y="456"/>
                      <a:pt x="5" y="464"/>
                    </a:cubicBezTo>
                    <a:cubicBezTo>
                      <a:pt x="5" y="473"/>
                      <a:pt x="9" y="484"/>
                      <a:pt x="9" y="487"/>
                    </a:cubicBezTo>
                    <a:cubicBezTo>
                      <a:pt x="9" y="514"/>
                      <a:pt x="0" y="561"/>
                      <a:pt x="16" y="576"/>
                    </a:cubicBezTo>
                    <a:cubicBezTo>
                      <a:pt x="21" y="585"/>
                      <a:pt x="25" y="587"/>
                      <a:pt x="23" y="600"/>
                    </a:cubicBezTo>
                    <a:cubicBezTo>
                      <a:pt x="12" y="610"/>
                      <a:pt x="7" y="630"/>
                      <a:pt x="8" y="658"/>
                    </a:cubicBezTo>
                    <a:cubicBezTo>
                      <a:pt x="7" y="678"/>
                      <a:pt x="8" y="673"/>
                      <a:pt x="14" y="690"/>
                    </a:cubicBezTo>
                    <a:cubicBezTo>
                      <a:pt x="55" y="690"/>
                      <a:pt x="55" y="690"/>
                      <a:pt x="55" y="690"/>
                    </a:cubicBezTo>
                    <a:cubicBezTo>
                      <a:pt x="54" y="662"/>
                      <a:pt x="59" y="642"/>
                      <a:pt x="69" y="632"/>
                    </a:cubicBezTo>
                    <a:cubicBezTo>
                      <a:pt x="80" y="622"/>
                      <a:pt x="92" y="622"/>
                      <a:pt x="104" y="623"/>
                    </a:cubicBezTo>
                    <a:cubicBezTo>
                      <a:pt x="112" y="623"/>
                      <a:pt x="121" y="623"/>
                      <a:pt x="131" y="619"/>
                    </a:cubicBezTo>
                    <a:cubicBezTo>
                      <a:pt x="135" y="617"/>
                      <a:pt x="137" y="613"/>
                      <a:pt x="140" y="608"/>
                    </a:cubicBezTo>
                    <a:cubicBezTo>
                      <a:pt x="144" y="601"/>
                      <a:pt x="149" y="593"/>
                      <a:pt x="160" y="591"/>
                    </a:cubicBezTo>
                    <a:cubicBezTo>
                      <a:pt x="176" y="590"/>
                      <a:pt x="183" y="596"/>
                      <a:pt x="191" y="603"/>
                    </a:cubicBezTo>
                    <a:cubicBezTo>
                      <a:pt x="197" y="608"/>
                      <a:pt x="197" y="608"/>
                      <a:pt x="197" y="608"/>
                    </a:cubicBezTo>
                    <a:cubicBezTo>
                      <a:pt x="204" y="613"/>
                      <a:pt x="208" y="614"/>
                      <a:pt x="214" y="613"/>
                    </a:cubicBezTo>
                    <a:cubicBezTo>
                      <a:pt x="216" y="613"/>
                      <a:pt x="218" y="612"/>
                      <a:pt x="220" y="612"/>
                    </a:cubicBezTo>
                    <a:cubicBezTo>
                      <a:pt x="221" y="612"/>
                      <a:pt x="222" y="612"/>
                      <a:pt x="223" y="611"/>
                    </a:cubicBezTo>
                    <a:cubicBezTo>
                      <a:pt x="212" y="608"/>
                      <a:pt x="205" y="601"/>
                      <a:pt x="198" y="595"/>
                    </a:cubicBezTo>
                    <a:cubicBezTo>
                      <a:pt x="193" y="590"/>
                      <a:pt x="187" y="585"/>
                      <a:pt x="181" y="582"/>
                    </a:cubicBezTo>
                    <a:cubicBezTo>
                      <a:pt x="168" y="577"/>
                      <a:pt x="153" y="588"/>
                      <a:pt x="137" y="599"/>
                    </a:cubicBezTo>
                    <a:cubicBezTo>
                      <a:pt x="116" y="614"/>
                      <a:pt x="89" y="633"/>
                      <a:pt x="63" y="608"/>
                    </a:cubicBezTo>
                    <a:cubicBezTo>
                      <a:pt x="47" y="593"/>
                      <a:pt x="43" y="544"/>
                      <a:pt x="43" y="517"/>
                    </a:cubicBezTo>
                    <a:cubicBezTo>
                      <a:pt x="43" y="511"/>
                      <a:pt x="44" y="507"/>
                      <a:pt x="44" y="503"/>
                    </a:cubicBezTo>
                    <a:cubicBezTo>
                      <a:pt x="45" y="492"/>
                      <a:pt x="48" y="476"/>
                      <a:pt x="60" y="464"/>
                    </a:cubicBezTo>
                    <a:cubicBezTo>
                      <a:pt x="65" y="459"/>
                      <a:pt x="70" y="455"/>
                      <a:pt x="75" y="453"/>
                    </a:cubicBezTo>
                    <a:cubicBezTo>
                      <a:pt x="70" y="452"/>
                      <a:pt x="65" y="450"/>
                      <a:pt x="61" y="447"/>
                    </a:cubicBezTo>
                    <a:cubicBezTo>
                      <a:pt x="50" y="438"/>
                      <a:pt x="47" y="421"/>
                      <a:pt x="47" y="405"/>
                    </a:cubicBezTo>
                    <a:cubicBezTo>
                      <a:pt x="47" y="400"/>
                      <a:pt x="47" y="396"/>
                      <a:pt x="47" y="392"/>
                    </a:cubicBezTo>
                    <a:cubicBezTo>
                      <a:pt x="48" y="387"/>
                      <a:pt x="48" y="387"/>
                      <a:pt x="48" y="387"/>
                    </a:cubicBezTo>
                    <a:cubicBezTo>
                      <a:pt x="49" y="370"/>
                      <a:pt x="50" y="345"/>
                      <a:pt x="61" y="332"/>
                    </a:cubicBezTo>
                    <a:cubicBezTo>
                      <a:pt x="76" y="315"/>
                      <a:pt x="89" y="321"/>
                      <a:pt x="100" y="325"/>
                    </a:cubicBezTo>
                    <a:cubicBezTo>
                      <a:pt x="109" y="329"/>
                      <a:pt x="109" y="329"/>
                      <a:pt x="109" y="329"/>
                    </a:cubicBezTo>
                    <a:cubicBezTo>
                      <a:pt x="120" y="332"/>
                      <a:pt x="126" y="329"/>
                      <a:pt x="134" y="326"/>
                    </a:cubicBezTo>
                    <a:cubicBezTo>
                      <a:pt x="139" y="323"/>
                      <a:pt x="146" y="320"/>
                      <a:pt x="155" y="319"/>
                    </a:cubicBezTo>
                    <a:cubicBezTo>
                      <a:pt x="162" y="318"/>
                      <a:pt x="174" y="318"/>
                      <a:pt x="185" y="320"/>
                    </a:cubicBezTo>
                    <a:cubicBezTo>
                      <a:pt x="187" y="320"/>
                      <a:pt x="189" y="319"/>
                      <a:pt x="190" y="318"/>
                    </a:cubicBezTo>
                    <a:cubicBezTo>
                      <a:pt x="191" y="317"/>
                      <a:pt x="191" y="317"/>
                      <a:pt x="191" y="316"/>
                    </a:cubicBezTo>
                    <a:cubicBezTo>
                      <a:pt x="186" y="310"/>
                      <a:pt x="169" y="312"/>
                      <a:pt x="160" y="312"/>
                    </a:cubicBezTo>
                    <a:cubicBezTo>
                      <a:pt x="156" y="313"/>
                      <a:pt x="156" y="313"/>
                      <a:pt x="156" y="313"/>
                    </a:cubicBezTo>
                    <a:cubicBezTo>
                      <a:pt x="133" y="315"/>
                      <a:pt x="118" y="317"/>
                      <a:pt x="106" y="289"/>
                    </a:cubicBezTo>
                    <a:cubicBezTo>
                      <a:pt x="87" y="243"/>
                      <a:pt x="147" y="216"/>
                      <a:pt x="181" y="182"/>
                    </a:cubicBezTo>
                    <a:cubicBezTo>
                      <a:pt x="191" y="171"/>
                      <a:pt x="191" y="171"/>
                      <a:pt x="191" y="171"/>
                    </a:cubicBezTo>
                    <a:cubicBezTo>
                      <a:pt x="208" y="153"/>
                      <a:pt x="230" y="129"/>
                      <a:pt x="253" y="128"/>
                    </a:cubicBezTo>
                    <a:cubicBezTo>
                      <a:pt x="262" y="127"/>
                      <a:pt x="270" y="130"/>
                      <a:pt x="276" y="133"/>
                    </a:cubicBezTo>
                    <a:cubicBezTo>
                      <a:pt x="272" y="128"/>
                      <a:pt x="270" y="122"/>
                      <a:pt x="270" y="116"/>
                    </a:cubicBezTo>
                    <a:cubicBezTo>
                      <a:pt x="270" y="114"/>
                      <a:pt x="271" y="113"/>
                      <a:pt x="271" y="111"/>
                    </a:cubicBezTo>
                    <a:cubicBezTo>
                      <a:pt x="275" y="92"/>
                      <a:pt x="300" y="81"/>
                      <a:pt x="320" y="73"/>
                    </a:cubicBezTo>
                    <a:cubicBezTo>
                      <a:pt x="325" y="71"/>
                      <a:pt x="325" y="71"/>
                      <a:pt x="325" y="71"/>
                    </a:cubicBezTo>
                    <a:cubicBezTo>
                      <a:pt x="334" y="67"/>
                      <a:pt x="334" y="67"/>
                      <a:pt x="334" y="67"/>
                    </a:cubicBezTo>
                    <a:cubicBezTo>
                      <a:pt x="357" y="56"/>
                      <a:pt x="385" y="43"/>
                      <a:pt x="410" y="60"/>
                    </a:cubicBezTo>
                    <a:cubicBezTo>
                      <a:pt x="424" y="69"/>
                      <a:pt x="424" y="77"/>
                      <a:pt x="424" y="86"/>
                    </a:cubicBezTo>
                    <a:cubicBezTo>
                      <a:pt x="425" y="96"/>
                      <a:pt x="425" y="96"/>
                      <a:pt x="425" y="96"/>
                    </a:cubicBezTo>
                    <a:cubicBezTo>
                      <a:pt x="427" y="105"/>
                      <a:pt x="430" y="112"/>
                      <a:pt x="435" y="119"/>
                    </a:cubicBezTo>
                    <a:cubicBezTo>
                      <a:pt x="441" y="132"/>
                      <a:pt x="441" y="132"/>
                      <a:pt x="441" y="132"/>
                    </a:cubicBezTo>
                    <a:cubicBezTo>
                      <a:pt x="444" y="139"/>
                      <a:pt x="445" y="144"/>
                      <a:pt x="445" y="149"/>
                    </a:cubicBezTo>
                    <a:cubicBezTo>
                      <a:pt x="445" y="154"/>
                      <a:pt x="443" y="158"/>
                      <a:pt x="441" y="162"/>
                    </a:cubicBezTo>
                    <a:cubicBezTo>
                      <a:pt x="443" y="160"/>
                      <a:pt x="446" y="160"/>
                      <a:pt x="448" y="159"/>
                    </a:cubicBezTo>
                    <a:cubicBezTo>
                      <a:pt x="448" y="159"/>
                      <a:pt x="450" y="159"/>
                      <a:pt x="450" y="159"/>
                    </a:cubicBezTo>
                    <a:cubicBezTo>
                      <a:pt x="453" y="155"/>
                      <a:pt x="454" y="150"/>
                      <a:pt x="454" y="145"/>
                    </a:cubicBezTo>
                    <a:cubicBezTo>
                      <a:pt x="454" y="135"/>
                      <a:pt x="450" y="124"/>
                      <a:pt x="447" y="112"/>
                    </a:cubicBezTo>
                    <a:cubicBezTo>
                      <a:pt x="444" y="103"/>
                      <a:pt x="441" y="94"/>
                      <a:pt x="440" y="85"/>
                    </a:cubicBezTo>
                    <a:cubicBezTo>
                      <a:pt x="440" y="82"/>
                      <a:pt x="440" y="78"/>
                      <a:pt x="440" y="74"/>
                    </a:cubicBezTo>
                    <a:cubicBezTo>
                      <a:pt x="440" y="59"/>
                      <a:pt x="443" y="48"/>
                      <a:pt x="451" y="39"/>
                    </a:cubicBezTo>
                    <a:cubicBezTo>
                      <a:pt x="464" y="23"/>
                      <a:pt x="488" y="21"/>
                      <a:pt x="514" y="19"/>
                    </a:cubicBezTo>
                    <a:cubicBezTo>
                      <a:pt x="525" y="18"/>
                      <a:pt x="537" y="18"/>
                      <a:pt x="548" y="15"/>
                    </a:cubicBezTo>
                    <a:cubicBezTo>
                      <a:pt x="548" y="15"/>
                      <a:pt x="548" y="15"/>
                      <a:pt x="549" y="15"/>
                    </a:cubicBezTo>
                    <a:cubicBezTo>
                      <a:pt x="549" y="0"/>
                      <a:pt x="549" y="0"/>
                      <a:pt x="549" y="0"/>
                    </a:cubicBezTo>
                    <a:cubicBezTo>
                      <a:pt x="475" y="0"/>
                      <a:pt x="402" y="3"/>
                      <a:pt x="330" y="10"/>
                    </a:cubicBezTo>
                    <a:cubicBezTo>
                      <a:pt x="300" y="13"/>
                      <a:pt x="269" y="20"/>
                      <a:pt x="237" y="31"/>
                    </a:cubicBezTo>
                    <a:close/>
                  </a:path>
                </a:pathLst>
              </a:custGeom>
              <a:solidFill>
                <a:srgbClr val="908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4" name="Freeform 32">
                <a:extLst>
                  <a:ext uri="{FF2B5EF4-FFF2-40B4-BE49-F238E27FC236}">
                    <a16:creationId xmlns:a16="http://schemas.microsoft.com/office/drawing/2014/main" id="{81788C95-F54B-4101-A601-1F69E3C2E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253"/>
                <a:ext cx="1" cy="30"/>
              </a:xfrm>
              <a:custGeom>
                <a:avLst/>
                <a:gdLst>
                  <a:gd name="T0" fmla="*/ 0 w 1"/>
                  <a:gd name="T1" fmla="*/ 0 h 30"/>
                  <a:gd name="T2" fmla="*/ 0 w 1"/>
                  <a:gd name="T3" fmla="*/ 30 h 30"/>
                  <a:gd name="T4" fmla="*/ 0 w 1"/>
                  <a:gd name="T5" fmla="*/ 0 h 30"/>
                  <a:gd name="T6" fmla="*/ 0 w 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0">
                    <a:moveTo>
                      <a:pt x="0" y="0"/>
                    </a:moveTo>
                    <a:lnTo>
                      <a:pt x="0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5" name="Freeform 33">
                <a:extLst>
                  <a:ext uri="{FF2B5EF4-FFF2-40B4-BE49-F238E27FC236}">
                    <a16:creationId xmlns:a16="http://schemas.microsoft.com/office/drawing/2014/main" id="{3BCCF6B7-FA81-43CF-9F1B-2BB9CCCC5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312"/>
                <a:ext cx="2670" cy="971"/>
              </a:xfrm>
              <a:custGeom>
                <a:avLst/>
                <a:gdLst>
                  <a:gd name="T0" fmla="*/ 16688 w 1068"/>
                  <a:gd name="T1" fmla="*/ 0 h 364"/>
                  <a:gd name="T2" fmla="*/ 1488 w 1068"/>
                  <a:gd name="T3" fmla="*/ 4348 h 364"/>
                  <a:gd name="T4" fmla="*/ 1613 w 1068"/>
                  <a:gd name="T5" fmla="*/ 4271 h 364"/>
                  <a:gd name="T6" fmla="*/ 1583 w 1068"/>
                  <a:gd name="T7" fmla="*/ 4292 h 364"/>
                  <a:gd name="T8" fmla="*/ 1345 w 1068"/>
                  <a:gd name="T9" fmla="*/ 4442 h 364"/>
                  <a:gd name="T10" fmla="*/ 1145 w 1068"/>
                  <a:gd name="T11" fmla="*/ 4575 h 364"/>
                  <a:gd name="T12" fmla="*/ 988 w 1068"/>
                  <a:gd name="T13" fmla="*/ 4690 h 364"/>
                  <a:gd name="T14" fmla="*/ 783 w 1068"/>
                  <a:gd name="T15" fmla="*/ 4826 h 364"/>
                  <a:gd name="T16" fmla="*/ 688 w 1068"/>
                  <a:gd name="T17" fmla="*/ 4895 h 364"/>
                  <a:gd name="T18" fmla="*/ 395 w 1068"/>
                  <a:gd name="T19" fmla="*/ 5108 h 364"/>
                  <a:gd name="T20" fmla="*/ 313 w 1068"/>
                  <a:gd name="T21" fmla="*/ 5167 h 364"/>
                  <a:gd name="T22" fmla="*/ 0 w 1068"/>
                  <a:gd name="T23" fmla="*/ 5394 h 364"/>
                  <a:gd name="T24" fmla="*/ 0 w 1068"/>
                  <a:gd name="T25" fmla="*/ 5394 h 364"/>
                  <a:gd name="T26" fmla="*/ 20 w 1068"/>
                  <a:gd name="T27" fmla="*/ 5394 h 364"/>
                  <a:gd name="T28" fmla="*/ 20 w 1068"/>
                  <a:gd name="T29" fmla="*/ 6909 h 364"/>
                  <a:gd name="T30" fmla="*/ 20 w 1068"/>
                  <a:gd name="T31" fmla="*/ 6909 h 364"/>
                  <a:gd name="T32" fmla="*/ 16688 w 1068"/>
                  <a:gd name="T33" fmla="*/ 1515 h 364"/>
                  <a:gd name="T34" fmla="*/ 16688 w 1068"/>
                  <a:gd name="T35" fmla="*/ 0 h 3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68" h="364">
                    <a:moveTo>
                      <a:pt x="1068" y="0"/>
                    </a:moveTo>
                    <a:cubicBezTo>
                      <a:pt x="645" y="0"/>
                      <a:pt x="324" y="106"/>
                      <a:pt x="95" y="229"/>
                    </a:cubicBezTo>
                    <a:cubicBezTo>
                      <a:pt x="98" y="228"/>
                      <a:pt x="100" y="226"/>
                      <a:pt x="103" y="225"/>
                    </a:cubicBezTo>
                    <a:cubicBezTo>
                      <a:pt x="102" y="225"/>
                      <a:pt x="102" y="226"/>
                      <a:pt x="101" y="226"/>
                    </a:cubicBezTo>
                    <a:cubicBezTo>
                      <a:pt x="96" y="229"/>
                      <a:pt x="91" y="231"/>
                      <a:pt x="86" y="234"/>
                    </a:cubicBezTo>
                    <a:cubicBezTo>
                      <a:pt x="82" y="236"/>
                      <a:pt x="77" y="239"/>
                      <a:pt x="73" y="241"/>
                    </a:cubicBezTo>
                    <a:cubicBezTo>
                      <a:pt x="70" y="243"/>
                      <a:pt x="67" y="245"/>
                      <a:pt x="63" y="247"/>
                    </a:cubicBezTo>
                    <a:cubicBezTo>
                      <a:pt x="59" y="249"/>
                      <a:pt x="55" y="252"/>
                      <a:pt x="50" y="254"/>
                    </a:cubicBezTo>
                    <a:cubicBezTo>
                      <a:pt x="48" y="256"/>
                      <a:pt x="46" y="257"/>
                      <a:pt x="44" y="258"/>
                    </a:cubicBezTo>
                    <a:cubicBezTo>
                      <a:pt x="38" y="262"/>
                      <a:pt x="31" y="265"/>
                      <a:pt x="25" y="269"/>
                    </a:cubicBezTo>
                    <a:cubicBezTo>
                      <a:pt x="23" y="270"/>
                      <a:pt x="22" y="271"/>
                      <a:pt x="20" y="272"/>
                    </a:cubicBezTo>
                    <a:cubicBezTo>
                      <a:pt x="13" y="276"/>
                      <a:pt x="7" y="280"/>
                      <a:pt x="0" y="284"/>
                    </a:cubicBezTo>
                    <a:cubicBezTo>
                      <a:pt x="0" y="284"/>
                      <a:pt x="0" y="284"/>
                      <a:pt x="0" y="284"/>
                    </a:cubicBezTo>
                    <a:cubicBezTo>
                      <a:pt x="1" y="284"/>
                      <a:pt x="1" y="284"/>
                      <a:pt x="1" y="284"/>
                    </a:cubicBezTo>
                    <a:cubicBezTo>
                      <a:pt x="1" y="364"/>
                      <a:pt x="1" y="364"/>
                      <a:pt x="1" y="364"/>
                    </a:cubicBezTo>
                    <a:cubicBezTo>
                      <a:pt x="1" y="364"/>
                      <a:pt x="1" y="364"/>
                      <a:pt x="1" y="364"/>
                    </a:cubicBezTo>
                    <a:cubicBezTo>
                      <a:pt x="232" y="219"/>
                      <a:pt x="584" y="80"/>
                      <a:pt x="1068" y="80"/>
                    </a:cubicBezTo>
                    <a:lnTo>
                      <a:pt x="1068" y="0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6" name="Freeform 34">
                <a:extLst>
                  <a:ext uri="{FF2B5EF4-FFF2-40B4-BE49-F238E27FC236}">
                    <a16:creationId xmlns:a16="http://schemas.microsoft.com/office/drawing/2014/main" id="{EC0B8CC8-7B31-4155-9DAD-CAE43AD75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219"/>
                <a:ext cx="1378" cy="901"/>
              </a:xfrm>
              <a:custGeom>
                <a:avLst/>
                <a:gdLst>
                  <a:gd name="T0" fmla="*/ 7255 w 551"/>
                  <a:gd name="T1" fmla="*/ 0 h 338"/>
                  <a:gd name="T2" fmla="*/ 6772 w 551"/>
                  <a:gd name="T3" fmla="*/ 205 h 338"/>
                  <a:gd name="T4" fmla="*/ 2688 w 551"/>
                  <a:gd name="T5" fmla="*/ 3561 h 338"/>
                  <a:gd name="T6" fmla="*/ 2688 w 551"/>
                  <a:gd name="T7" fmla="*/ 3412 h 338"/>
                  <a:gd name="T8" fmla="*/ 2688 w 551"/>
                  <a:gd name="T9" fmla="*/ 3412 h 338"/>
                  <a:gd name="T10" fmla="*/ 0 w 551"/>
                  <a:gd name="T11" fmla="*/ 456 h 338"/>
                  <a:gd name="T12" fmla="*/ 0 w 551"/>
                  <a:gd name="T13" fmla="*/ 1216 h 338"/>
                  <a:gd name="T14" fmla="*/ 33 w 551"/>
                  <a:gd name="T15" fmla="*/ 1229 h 338"/>
                  <a:gd name="T16" fmla="*/ 1145 w 551"/>
                  <a:gd name="T17" fmla="*/ 3071 h 338"/>
                  <a:gd name="T18" fmla="*/ 1145 w 551"/>
                  <a:gd name="T19" fmla="*/ 3220 h 338"/>
                  <a:gd name="T20" fmla="*/ 1050 w 551"/>
                  <a:gd name="T21" fmla="*/ 3751 h 338"/>
                  <a:gd name="T22" fmla="*/ 970 w 551"/>
                  <a:gd name="T23" fmla="*/ 4262 h 338"/>
                  <a:gd name="T24" fmla="*/ 1050 w 551"/>
                  <a:gd name="T25" fmla="*/ 4582 h 338"/>
                  <a:gd name="T26" fmla="*/ 1063 w 551"/>
                  <a:gd name="T27" fmla="*/ 4604 h 338"/>
                  <a:gd name="T28" fmla="*/ 1113 w 551"/>
                  <a:gd name="T29" fmla="*/ 3865 h 338"/>
                  <a:gd name="T30" fmla="*/ 1113 w 551"/>
                  <a:gd name="T31" fmla="*/ 3751 h 338"/>
                  <a:gd name="T32" fmla="*/ 1238 w 551"/>
                  <a:gd name="T33" fmla="*/ 3220 h 338"/>
                  <a:gd name="T34" fmla="*/ 1658 w 551"/>
                  <a:gd name="T35" fmla="*/ 3106 h 338"/>
                  <a:gd name="T36" fmla="*/ 2346 w 551"/>
                  <a:gd name="T37" fmla="*/ 3583 h 338"/>
                  <a:gd name="T38" fmla="*/ 2688 w 551"/>
                  <a:gd name="T39" fmla="*/ 3937 h 338"/>
                  <a:gd name="T40" fmla="*/ 2688 w 551"/>
                  <a:gd name="T41" fmla="*/ 3959 h 338"/>
                  <a:gd name="T42" fmla="*/ 2738 w 551"/>
                  <a:gd name="T43" fmla="*/ 3980 h 338"/>
                  <a:gd name="T44" fmla="*/ 3376 w 551"/>
                  <a:gd name="T45" fmla="*/ 3503 h 338"/>
                  <a:gd name="T46" fmla="*/ 4054 w 551"/>
                  <a:gd name="T47" fmla="*/ 2956 h 338"/>
                  <a:gd name="T48" fmla="*/ 5084 w 551"/>
                  <a:gd name="T49" fmla="*/ 2692 h 338"/>
                  <a:gd name="T50" fmla="*/ 5242 w 551"/>
                  <a:gd name="T51" fmla="*/ 3639 h 338"/>
                  <a:gd name="T52" fmla="*/ 5222 w 551"/>
                  <a:gd name="T53" fmla="*/ 3673 h 338"/>
                  <a:gd name="T54" fmla="*/ 5067 w 551"/>
                  <a:gd name="T55" fmla="*/ 4278 h 338"/>
                  <a:gd name="T56" fmla="*/ 5034 w 551"/>
                  <a:gd name="T57" fmla="*/ 5073 h 338"/>
                  <a:gd name="T58" fmla="*/ 5147 w 551"/>
                  <a:gd name="T59" fmla="*/ 5265 h 338"/>
                  <a:gd name="T60" fmla="*/ 5334 w 551"/>
                  <a:gd name="T61" fmla="*/ 5814 h 338"/>
                  <a:gd name="T62" fmla="*/ 5334 w 551"/>
                  <a:gd name="T63" fmla="*/ 6040 h 338"/>
                  <a:gd name="T64" fmla="*/ 5367 w 551"/>
                  <a:gd name="T65" fmla="*/ 6366 h 338"/>
                  <a:gd name="T66" fmla="*/ 5442 w 551"/>
                  <a:gd name="T67" fmla="*/ 6382 h 338"/>
                  <a:gd name="T68" fmla="*/ 5254 w 551"/>
                  <a:gd name="T69" fmla="*/ 5038 h 338"/>
                  <a:gd name="T70" fmla="*/ 5209 w 551"/>
                  <a:gd name="T71" fmla="*/ 4924 h 338"/>
                  <a:gd name="T72" fmla="*/ 5334 w 551"/>
                  <a:gd name="T73" fmla="*/ 4092 h 338"/>
                  <a:gd name="T74" fmla="*/ 5535 w 551"/>
                  <a:gd name="T75" fmla="*/ 2956 h 338"/>
                  <a:gd name="T76" fmla="*/ 5504 w 551"/>
                  <a:gd name="T77" fmla="*/ 2764 h 338"/>
                  <a:gd name="T78" fmla="*/ 5647 w 551"/>
                  <a:gd name="T79" fmla="*/ 2253 h 338"/>
                  <a:gd name="T80" fmla="*/ 6035 w 551"/>
                  <a:gd name="T81" fmla="*/ 1967 h 338"/>
                  <a:gd name="T82" fmla="*/ 6255 w 551"/>
                  <a:gd name="T83" fmla="*/ 1839 h 338"/>
                  <a:gd name="T84" fmla="*/ 6680 w 551"/>
                  <a:gd name="T85" fmla="*/ 1455 h 338"/>
                  <a:gd name="T86" fmla="*/ 8163 w 551"/>
                  <a:gd name="T87" fmla="*/ 797 h 338"/>
                  <a:gd name="T88" fmla="*/ 8618 w 551"/>
                  <a:gd name="T89" fmla="*/ 1386 h 338"/>
                  <a:gd name="T90" fmla="*/ 7255 w 551"/>
                  <a:gd name="T91" fmla="*/ 0 h 33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51" h="338">
                    <a:moveTo>
                      <a:pt x="464" y="0"/>
                    </a:moveTo>
                    <a:cubicBezTo>
                      <a:pt x="453" y="3"/>
                      <a:pt x="443" y="7"/>
                      <a:pt x="433" y="11"/>
                    </a:cubicBezTo>
                    <a:cubicBezTo>
                      <a:pt x="325" y="66"/>
                      <a:pt x="172" y="188"/>
                      <a:pt x="172" y="188"/>
                    </a:cubicBezTo>
                    <a:cubicBezTo>
                      <a:pt x="172" y="180"/>
                      <a:pt x="172" y="180"/>
                      <a:pt x="172" y="180"/>
                    </a:cubicBezTo>
                    <a:cubicBezTo>
                      <a:pt x="172" y="180"/>
                      <a:pt x="172" y="180"/>
                      <a:pt x="172" y="18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1" y="64"/>
                      <a:pt x="1" y="64"/>
                      <a:pt x="2" y="65"/>
                    </a:cubicBezTo>
                    <a:cubicBezTo>
                      <a:pt x="64" y="91"/>
                      <a:pt x="73" y="137"/>
                      <a:pt x="73" y="162"/>
                    </a:cubicBezTo>
                    <a:cubicBezTo>
                      <a:pt x="73" y="165"/>
                      <a:pt x="73" y="168"/>
                      <a:pt x="73" y="170"/>
                    </a:cubicBezTo>
                    <a:cubicBezTo>
                      <a:pt x="72" y="179"/>
                      <a:pt x="70" y="189"/>
                      <a:pt x="67" y="198"/>
                    </a:cubicBezTo>
                    <a:cubicBezTo>
                      <a:pt x="64" y="208"/>
                      <a:pt x="62" y="217"/>
                      <a:pt x="62" y="225"/>
                    </a:cubicBezTo>
                    <a:cubicBezTo>
                      <a:pt x="62" y="231"/>
                      <a:pt x="63" y="237"/>
                      <a:pt x="67" y="242"/>
                    </a:cubicBezTo>
                    <a:cubicBezTo>
                      <a:pt x="68" y="243"/>
                      <a:pt x="68" y="243"/>
                      <a:pt x="68" y="243"/>
                    </a:cubicBezTo>
                    <a:cubicBezTo>
                      <a:pt x="70" y="239"/>
                      <a:pt x="71" y="229"/>
                      <a:pt x="71" y="204"/>
                    </a:cubicBezTo>
                    <a:cubicBezTo>
                      <a:pt x="71" y="203"/>
                      <a:pt x="71" y="198"/>
                      <a:pt x="71" y="198"/>
                    </a:cubicBezTo>
                    <a:cubicBezTo>
                      <a:pt x="71" y="188"/>
                      <a:pt x="72" y="177"/>
                      <a:pt x="79" y="170"/>
                    </a:cubicBezTo>
                    <a:cubicBezTo>
                      <a:pt x="85" y="165"/>
                      <a:pt x="94" y="163"/>
                      <a:pt x="106" y="164"/>
                    </a:cubicBezTo>
                    <a:cubicBezTo>
                      <a:pt x="125" y="166"/>
                      <a:pt x="136" y="177"/>
                      <a:pt x="150" y="189"/>
                    </a:cubicBezTo>
                    <a:cubicBezTo>
                      <a:pt x="156" y="195"/>
                      <a:pt x="163" y="201"/>
                      <a:pt x="172" y="208"/>
                    </a:cubicBezTo>
                    <a:cubicBezTo>
                      <a:pt x="172" y="209"/>
                      <a:pt x="172" y="209"/>
                      <a:pt x="172" y="209"/>
                    </a:cubicBezTo>
                    <a:cubicBezTo>
                      <a:pt x="173" y="209"/>
                      <a:pt x="174" y="209"/>
                      <a:pt x="175" y="210"/>
                    </a:cubicBezTo>
                    <a:cubicBezTo>
                      <a:pt x="183" y="212"/>
                      <a:pt x="201" y="198"/>
                      <a:pt x="216" y="185"/>
                    </a:cubicBezTo>
                    <a:cubicBezTo>
                      <a:pt x="230" y="175"/>
                      <a:pt x="244" y="164"/>
                      <a:pt x="259" y="156"/>
                    </a:cubicBezTo>
                    <a:cubicBezTo>
                      <a:pt x="261" y="155"/>
                      <a:pt x="305" y="133"/>
                      <a:pt x="325" y="142"/>
                    </a:cubicBezTo>
                    <a:cubicBezTo>
                      <a:pt x="342" y="150"/>
                      <a:pt x="338" y="174"/>
                      <a:pt x="335" y="192"/>
                    </a:cubicBezTo>
                    <a:cubicBezTo>
                      <a:pt x="334" y="194"/>
                      <a:pt x="334" y="194"/>
                      <a:pt x="334" y="194"/>
                    </a:cubicBezTo>
                    <a:cubicBezTo>
                      <a:pt x="332" y="207"/>
                      <a:pt x="328" y="217"/>
                      <a:pt x="324" y="226"/>
                    </a:cubicBezTo>
                    <a:cubicBezTo>
                      <a:pt x="317" y="240"/>
                      <a:pt x="312" y="249"/>
                      <a:pt x="322" y="268"/>
                    </a:cubicBezTo>
                    <a:cubicBezTo>
                      <a:pt x="329" y="278"/>
                      <a:pt x="329" y="278"/>
                      <a:pt x="329" y="278"/>
                    </a:cubicBezTo>
                    <a:cubicBezTo>
                      <a:pt x="334" y="285"/>
                      <a:pt x="339" y="293"/>
                      <a:pt x="341" y="307"/>
                    </a:cubicBezTo>
                    <a:cubicBezTo>
                      <a:pt x="342" y="310"/>
                      <a:pt x="341" y="314"/>
                      <a:pt x="341" y="319"/>
                    </a:cubicBezTo>
                    <a:cubicBezTo>
                      <a:pt x="341" y="324"/>
                      <a:pt x="340" y="335"/>
                      <a:pt x="343" y="336"/>
                    </a:cubicBezTo>
                    <a:cubicBezTo>
                      <a:pt x="346" y="337"/>
                      <a:pt x="348" y="338"/>
                      <a:pt x="348" y="337"/>
                    </a:cubicBezTo>
                    <a:cubicBezTo>
                      <a:pt x="353" y="332"/>
                      <a:pt x="348" y="300"/>
                      <a:pt x="336" y="266"/>
                    </a:cubicBezTo>
                    <a:cubicBezTo>
                      <a:pt x="333" y="260"/>
                      <a:pt x="333" y="260"/>
                      <a:pt x="333" y="260"/>
                    </a:cubicBezTo>
                    <a:cubicBezTo>
                      <a:pt x="327" y="243"/>
                      <a:pt x="327" y="240"/>
                      <a:pt x="341" y="216"/>
                    </a:cubicBezTo>
                    <a:cubicBezTo>
                      <a:pt x="355" y="192"/>
                      <a:pt x="355" y="183"/>
                      <a:pt x="354" y="156"/>
                    </a:cubicBezTo>
                    <a:cubicBezTo>
                      <a:pt x="354" y="152"/>
                      <a:pt x="353" y="149"/>
                      <a:pt x="352" y="146"/>
                    </a:cubicBezTo>
                    <a:cubicBezTo>
                      <a:pt x="350" y="137"/>
                      <a:pt x="349" y="131"/>
                      <a:pt x="361" y="119"/>
                    </a:cubicBezTo>
                    <a:cubicBezTo>
                      <a:pt x="366" y="113"/>
                      <a:pt x="377" y="108"/>
                      <a:pt x="386" y="104"/>
                    </a:cubicBezTo>
                    <a:cubicBezTo>
                      <a:pt x="392" y="101"/>
                      <a:pt x="397" y="99"/>
                      <a:pt x="400" y="97"/>
                    </a:cubicBezTo>
                    <a:cubicBezTo>
                      <a:pt x="408" y="92"/>
                      <a:pt x="417" y="85"/>
                      <a:pt x="427" y="77"/>
                    </a:cubicBezTo>
                    <a:cubicBezTo>
                      <a:pt x="457" y="53"/>
                      <a:pt x="491" y="25"/>
                      <a:pt x="522" y="42"/>
                    </a:cubicBezTo>
                    <a:cubicBezTo>
                      <a:pt x="539" y="51"/>
                      <a:pt x="548" y="61"/>
                      <a:pt x="551" y="73"/>
                    </a:cubicBezTo>
                    <a:cubicBezTo>
                      <a:pt x="548" y="50"/>
                      <a:pt x="489" y="12"/>
                      <a:pt x="464" y="0"/>
                    </a:cubicBezTo>
                    <a:close/>
                  </a:path>
                </a:pathLst>
              </a:custGeom>
              <a:solidFill>
                <a:srgbClr val="908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7" name="Freeform 35">
                <a:extLst>
                  <a:ext uri="{FF2B5EF4-FFF2-40B4-BE49-F238E27FC236}">
                    <a16:creationId xmlns:a16="http://schemas.microsoft.com/office/drawing/2014/main" id="{84053D85-234E-4430-BCD5-A864995AB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765"/>
                <a:ext cx="310" cy="232"/>
              </a:xfrm>
              <a:custGeom>
                <a:avLst/>
                <a:gdLst>
                  <a:gd name="T0" fmla="*/ 63 w 124"/>
                  <a:gd name="T1" fmla="*/ 1613 h 87"/>
                  <a:gd name="T2" fmla="*/ 113 w 124"/>
                  <a:gd name="T3" fmla="*/ 832 h 87"/>
                  <a:gd name="T4" fmla="*/ 395 w 124"/>
                  <a:gd name="T5" fmla="*/ 419 h 87"/>
                  <a:gd name="T6" fmla="*/ 1738 w 124"/>
                  <a:gd name="T7" fmla="*/ 21 h 87"/>
                  <a:gd name="T8" fmla="*/ 813 w 124"/>
                  <a:gd name="T9" fmla="*/ 947 h 87"/>
                  <a:gd name="T10" fmla="*/ 63 w 124"/>
                  <a:gd name="T11" fmla="*/ 1613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87">
                    <a:moveTo>
                      <a:pt x="4" y="85"/>
                    </a:moveTo>
                    <a:cubicBezTo>
                      <a:pt x="0" y="87"/>
                      <a:pt x="1" y="60"/>
                      <a:pt x="7" y="44"/>
                    </a:cubicBezTo>
                    <a:cubicBezTo>
                      <a:pt x="8" y="41"/>
                      <a:pt x="10" y="28"/>
                      <a:pt x="25" y="22"/>
                    </a:cubicBezTo>
                    <a:cubicBezTo>
                      <a:pt x="53" y="8"/>
                      <a:pt x="97" y="0"/>
                      <a:pt x="111" y="1"/>
                    </a:cubicBezTo>
                    <a:cubicBezTo>
                      <a:pt x="124" y="2"/>
                      <a:pt x="84" y="23"/>
                      <a:pt x="52" y="50"/>
                    </a:cubicBezTo>
                    <a:cubicBezTo>
                      <a:pt x="47" y="54"/>
                      <a:pt x="18" y="79"/>
                      <a:pt x="4" y="85"/>
                    </a:cubicBezTo>
                    <a:close/>
                  </a:path>
                </a:pathLst>
              </a:custGeom>
              <a:solidFill>
                <a:srgbClr val="007E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8" name="Freeform 36">
                <a:extLst>
                  <a:ext uri="{FF2B5EF4-FFF2-40B4-BE49-F238E27FC236}">
                    <a16:creationId xmlns:a16="http://schemas.microsoft.com/office/drawing/2014/main" id="{9D4335B4-23D7-4AA4-B916-42E45B514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765"/>
                <a:ext cx="300" cy="232"/>
              </a:xfrm>
              <a:custGeom>
                <a:avLst/>
                <a:gdLst>
                  <a:gd name="T0" fmla="*/ 1738 w 120"/>
                  <a:gd name="T1" fmla="*/ 21 h 87"/>
                  <a:gd name="T2" fmla="*/ 395 w 120"/>
                  <a:gd name="T3" fmla="*/ 419 h 87"/>
                  <a:gd name="T4" fmla="*/ 113 w 120"/>
                  <a:gd name="T5" fmla="*/ 832 h 87"/>
                  <a:gd name="T6" fmla="*/ 63 w 120"/>
                  <a:gd name="T7" fmla="*/ 1613 h 87"/>
                  <a:gd name="T8" fmla="*/ 145 w 120"/>
                  <a:gd name="T9" fmla="*/ 1571 h 87"/>
                  <a:gd name="T10" fmla="*/ 1333 w 120"/>
                  <a:gd name="T11" fmla="*/ 477 h 87"/>
                  <a:gd name="T12" fmla="*/ 1738 w 120"/>
                  <a:gd name="T13" fmla="*/ 21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87">
                    <a:moveTo>
                      <a:pt x="111" y="1"/>
                    </a:moveTo>
                    <a:cubicBezTo>
                      <a:pt x="97" y="0"/>
                      <a:pt x="53" y="8"/>
                      <a:pt x="25" y="22"/>
                    </a:cubicBezTo>
                    <a:cubicBezTo>
                      <a:pt x="10" y="28"/>
                      <a:pt x="8" y="41"/>
                      <a:pt x="7" y="44"/>
                    </a:cubicBezTo>
                    <a:cubicBezTo>
                      <a:pt x="1" y="60"/>
                      <a:pt x="0" y="87"/>
                      <a:pt x="4" y="85"/>
                    </a:cubicBezTo>
                    <a:cubicBezTo>
                      <a:pt x="5" y="85"/>
                      <a:pt x="7" y="84"/>
                      <a:pt x="9" y="83"/>
                    </a:cubicBezTo>
                    <a:cubicBezTo>
                      <a:pt x="16" y="54"/>
                      <a:pt x="57" y="26"/>
                      <a:pt x="85" y="25"/>
                    </a:cubicBezTo>
                    <a:cubicBezTo>
                      <a:pt x="105" y="11"/>
                      <a:pt x="120" y="2"/>
                      <a:pt x="111" y="1"/>
                    </a:cubicBezTo>
                    <a:close/>
                  </a:path>
                </a:pathLst>
              </a:custGeom>
              <a:solidFill>
                <a:srgbClr val="006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9" name="Freeform 37">
                <a:extLst>
                  <a:ext uri="{FF2B5EF4-FFF2-40B4-BE49-F238E27FC236}">
                    <a16:creationId xmlns:a16="http://schemas.microsoft.com/office/drawing/2014/main" id="{D906415A-43B2-4C81-8464-BB7B304B7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765"/>
                <a:ext cx="310" cy="232"/>
              </a:xfrm>
              <a:custGeom>
                <a:avLst/>
                <a:gdLst>
                  <a:gd name="T0" fmla="*/ 63 w 124"/>
                  <a:gd name="T1" fmla="*/ 1613 h 87"/>
                  <a:gd name="T2" fmla="*/ 113 w 124"/>
                  <a:gd name="T3" fmla="*/ 832 h 87"/>
                  <a:gd name="T4" fmla="*/ 395 w 124"/>
                  <a:gd name="T5" fmla="*/ 419 h 87"/>
                  <a:gd name="T6" fmla="*/ 1738 w 124"/>
                  <a:gd name="T7" fmla="*/ 21 h 87"/>
                  <a:gd name="T8" fmla="*/ 813 w 124"/>
                  <a:gd name="T9" fmla="*/ 947 h 87"/>
                  <a:gd name="T10" fmla="*/ 63 w 124"/>
                  <a:gd name="T11" fmla="*/ 1613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87">
                    <a:moveTo>
                      <a:pt x="4" y="85"/>
                    </a:moveTo>
                    <a:cubicBezTo>
                      <a:pt x="0" y="87"/>
                      <a:pt x="1" y="60"/>
                      <a:pt x="7" y="44"/>
                    </a:cubicBezTo>
                    <a:cubicBezTo>
                      <a:pt x="8" y="41"/>
                      <a:pt x="10" y="28"/>
                      <a:pt x="25" y="22"/>
                    </a:cubicBezTo>
                    <a:cubicBezTo>
                      <a:pt x="53" y="8"/>
                      <a:pt x="97" y="0"/>
                      <a:pt x="111" y="1"/>
                    </a:cubicBezTo>
                    <a:cubicBezTo>
                      <a:pt x="124" y="2"/>
                      <a:pt x="84" y="23"/>
                      <a:pt x="52" y="50"/>
                    </a:cubicBezTo>
                    <a:cubicBezTo>
                      <a:pt x="47" y="54"/>
                      <a:pt x="18" y="79"/>
                      <a:pt x="4" y="85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0" name="Freeform 38">
                <a:extLst>
                  <a:ext uri="{FF2B5EF4-FFF2-40B4-BE49-F238E27FC236}">
                    <a16:creationId xmlns:a16="http://schemas.microsoft.com/office/drawing/2014/main" id="{98F3021C-1210-4714-893C-D04638F0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963"/>
                <a:ext cx="805" cy="1514"/>
              </a:xfrm>
              <a:custGeom>
                <a:avLst/>
                <a:gdLst>
                  <a:gd name="T0" fmla="*/ 5033 w 322"/>
                  <a:gd name="T1" fmla="*/ 10758 h 568"/>
                  <a:gd name="T2" fmla="*/ 5033 w 322"/>
                  <a:gd name="T3" fmla="*/ 0 h 568"/>
                  <a:gd name="T4" fmla="*/ 5020 w 322"/>
                  <a:gd name="T5" fmla="*/ 0 h 568"/>
                  <a:gd name="T6" fmla="*/ 4770 w 322"/>
                  <a:gd name="T7" fmla="*/ 1498 h 568"/>
                  <a:gd name="T8" fmla="*/ 4270 w 322"/>
                  <a:gd name="T9" fmla="*/ 2764 h 568"/>
                  <a:gd name="T10" fmla="*/ 3470 w 322"/>
                  <a:gd name="T11" fmla="*/ 3788 h 568"/>
                  <a:gd name="T12" fmla="*/ 2845 w 322"/>
                  <a:gd name="T13" fmla="*/ 3844 h 568"/>
                  <a:gd name="T14" fmla="*/ 2333 w 322"/>
                  <a:gd name="T15" fmla="*/ 3183 h 568"/>
                  <a:gd name="T16" fmla="*/ 1895 w 322"/>
                  <a:gd name="T17" fmla="*/ 2330 h 568"/>
                  <a:gd name="T18" fmla="*/ 1520 w 322"/>
                  <a:gd name="T19" fmla="*/ 2636 h 568"/>
                  <a:gd name="T20" fmla="*/ 1050 w 322"/>
                  <a:gd name="T21" fmla="*/ 2913 h 568"/>
                  <a:gd name="T22" fmla="*/ 770 w 322"/>
                  <a:gd name="T23" fmla="*/ 3596 h 568"/>
                  <a:gd name="T24" fmla="*/ 283 w 322"/>
                  <a:gd name="T25" fmla="*/ 4731 h 568"/>
                  <a:gd name="T26" fmla="*/ 83 w 322"/>
                  <a:gd name="T27" fmla="*/ 5230 h 568"/>
                  <a:gd name="T28" fmla="*/ 270 w 322"/>
                  <a:gd name="T29" fmla="*/ 6152 h 568"/>
                  <a:gd name="T30" fmla="*/ 0 w 322"/>
                  <a:gd name="T31" fmla="*/ 6914 h 568"/>
                  <a:gd name="T32" fmla="*/ 520 w 322"/>
                  <a:gd name="T33" fmla="*/ 7573 h 568"/>
                  <a:gd name="T34" fmla="*/ 1283 w 322"/>
                  <a:gd name="T35" fmla="*/ 7823 h 568"/>
                  <a:gd name="T36" fmla="*/ 1895 w 322"/>
                  <a:gd name="T37" fmla="*/ 8463 h 568"/>
                  <a:gd name="T38" fmla="*/ 1988 w 322"/>
                  <a:gd name="T39" fmla="*/ 9201 h 568"/>
                  <a:gd name="T40" fmla="*/ 1675 w 322"/>
                  <a:gd name="T41" fmla="*/ 9982 h 568"/>
                  <a:gd name="T42" fmla="*/ 1708 w 322"/>
                  <a:gd name="T43" fmla="*/ 10550 h 568"/>
                  <a:gd name="T44" fmla="*/ 1688 w 322"/>
                  <a:gd name="T45" fmla="*/ 10758 h 568"/>
                  <a:gd name="T46" fmla="*/ 5033 w 322"/>
                  <a:gd name="T47" fmla="*/ 10758 h 56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22" h="568">
                    <a:moveTo>
                      <a:pt x="322" y="568"/>
                    </a:moveTo>
                    <a:cubicBezTo>
                      <a:pt x="322" y="0"/>
                      <a:pt x="322" y="0"/>
                      <a:pt x="322" y="0"/>
                    </a:cubicBezTo>
                    <a:cubicBezTo>
                      <a:pt x="322" y="0"/>
                      <a:pt x="321" y="0"/>
                      <a:pt x="321" y="0"/>
                    </a:cubicBezTo>
                    <a:cubicBezTo>
                      <a:pt x="297" y="15"/>
                      <a:pt x="311" y="58"/>
                      <a:pt x="305" y="79"/>
                    </a:cubicBezTo>
                    <a:cubicBezTo>
                      <a:pt x="298" y="103"/>
                      <a:pt x="286" y="130"/>
                      <a:pt x="273" y="146"/>
                    </a:cubicBezTo>
                    <a:cubicBezTo>
                      <a:pt x="257" y="165"/>
                      <a:pt x="246" y="194"/>
                      <a:pt x="222" y="200"/>
                    </a:cubicBezTo>
                    <a:cubicBezTo>
                      <a:pt x="210" y="203"/>
                      <a:pt x="195" y="206"/>
                      <a:pt x="182" y="203"/>
                    </a:cubicBezTo>
                    <a:cubicBezTo>
                      <a:pt x="164" y="200"/>
                      <a:pt x="153" y="184"/>
                      <a:pt x="149" y="168"/>
                    </a:cubicBezTo>
                    <a:cubicBezTo>
                      <a:pt x="147" y="158"/>
                      <a:pt x="141" y="112"/>
                      <a:pt x="121" y="123"/>
                    </a:cubicBezTo>
                    <a:cubicBezTo>
                      <a:pt x="119" y="124"/>
                      <a:pt x="110" y="133"/>
                      <a:pt x="97" y="139"/>
                    </a:cubicBezTo>
                    <a:cubicBezTo>
                      <a:pt x="82" y="147"/>
                      <a:pt x="64" y="145"/>
                      <a:pt x="67" y="154"/>
                    </a:cubicBezTo>
                    <a:cubicBezTo>
                      <a:pt x="71" y="168"/>
                      <a:pt x="45" y="173"/>
                      <a:pt x="49" y="190"/>
                    </a:cubicBezTo>
                    <a:cubicBezTo>
                      <a:pt x="56" y="216"/>
                      <a:pt x="34" y="244"/>
                      <a:pt x="18" y="250"/>
                    </a:cubicBezTo>
                    <a:cubicBezTo>
                      <a:pt x="7" y="254"/>
                      <a:pt x="1" y="266"/>
                      <a:pt x="5" y="276"/>
                    </a:cubicBezTo>
                    <a:cubicBezTo>
                      <a:pt x="12" y="292"/>
                      <a:pt x="19" y="306"/>
                      <a:pt x="17" y="325"/>
                    </a:cubicBezTo>
                    <a:cubicBezTo>
                      <a:pt x="16" y="340"/>
                      <a:pt x="0" y="350"/>
                      <a:pt x="0" y="365"/>
                    </a:cubicBezTo>
                    <a:cubicBezTo>
                      <a:pt x="0" y="386"/>
                      <a:pt x="15" y="395"/>
                      <a:pt x="33" y="400"/>
                    </a:cubicBezTo>
                    <a:cubicBezTo>
                      <a:pt x="49" y="405"/>
                      <a:pt x="65" y="410"/>
                      <a:pt x="82" y="413"/>
                    </a:cubicBezTo>
                    <a:cubicBezTo>
                      <a:pt x="104" y="418"/>
                      <a:pt x="111" y="426"/>
                      <a:pt x="121" y="447"/>
                    </a:cubicBezTo>
                    <a:cubicBezTo>
                      <a:pt x="127" y="459"/>
                      <a:pt x="132" y="473"/>
                      <a:pt x="127" y="486"/>
                    </a:cubicBezTo>
                    <a:cubicBezTo>
                      <a:pt x="121" y="500"/>
                      <a:pt x="109" y="511"/>
                      <a:pt x="107" y="527"/>
                    </a:cubicBezTo>
                    <a:cubicBezTo>
                      <a:pt x="105" y="537"/>
                      <a:pt x="108" y="547"/>
                      <a:pt x="109" y="557"/>
                    </a:cubicBezTo>
                    <a:cubicBezTo>
                      <a:pt x="109" y="561"/>
                      <a:pt x="109" y="565"/>
                      <a:pt x="108" y="568"/>
                    </a:cubicBezTo>
                    <a:lnTo>
                      <a:pt x="322" y="568"/>
                    </a:ln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1" name="Freeform 39">
                <a:extLst>
                  <a:ext uri="{FF2B5EF4-FFF2-40B4-BE49-F238E27FC236}">
                    <a16:creationId xmlns:a16="http://schemas.microsoft.com/office/drawing/2014/main" id="{FC223DAF-639E-45E2-BBED-428DDCE8D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715"/>
                <a:ext cx="1158" cy="762"/>
              </a:xfrm>
              <a:custGeom>
                <a:avLst/>
                <a:gdLst>
                  <a:gd name="T0" fmla="*/ 7026 w 463"/>
                  <a:gd name="T1" fmla="*/ 5409 h 286"/>
                  <a:gd name="T2" fmla="*/ 6976 w 463"/>
                  <a:gd name="T3" fmla="*/ 3933 h 286"/>
                  <a:gd name="T4" fmla="*/ 5442 w 463"/>
                  <a:gd name="T5" fmla="*/ 3501 h 286"/>
                  <a:gd name="T6" fmla="*/ 5617 w 463"/>
                  <a:gd name="T7" fmla="*/ 2171 h 286"/>
                  <a:gd name="T8" fmla="*/ 5880 w 463"/>
                  <a:gd name="T9" fmla="*/ 1660 h 286"/>
                  <a:gd name="T10" fmla="*/ 6630 w 463"/>
                  <a:gd name="T11" fmla="*/ 1327 h 286"/>
                  <a:gd name="T12" fmla="*/ 6100 w 463"/>
                  <a:gd name="T13" fmla="*/ 264 h 286"/>
                  <a:gd name="T14" fmla="*/ 5097 w 463"/>
                  <a:gd name="T15" fmla="*/ 1002 h 286"/>
                  <a:gd name="T16" fmla="*/ 4522 w 463"/>
                  <a:gd name="T17" fmla="*/ 602 h 286"/>
                  <a:gd name="T18" fmla="*/ 4284 w 463"/>
                  <a:gd name="T19" fmla="*/ 248 h 286"/>
                  <a:gd name="T20" fmla="*/ 4242 w 463"/>
                  <a:gd name="T21" fmla="*/ 717 h 286"/>
                  <a:gd name="T22" fmla="*/ 4067 w 463"/>
                  <a:gd name="T23" fmla="*/ 1058 h 286"/>
                  <a:gd name="T24" fmla="*/ 3909 w 463"/>
                  <a:gd name="T25" fmla="*/ 1889 h 286"/>
                  <a:gd name="T26" fmla="*/ 3647 w 463"/>
                  <a:gd name="T27" fmla="*/ 3727 h 286"/>
                  <a:gd name="T28" fmla="*/ 2896 w 463"/>
                  <a:gd name="T29" fmla="*/ 4031 h 286"/>
                  <a:gd name="T30" fmla="*/ 1988 w 463"/>
                  <a:gd name="T31" fmla="*/ 4180 h 286"/>
                  <a:gd name="T32" fmla="*/ 1313 w 463"/>
                  <a:gd name="T33" fmla="*/ 3501 h 286"/>
                  <a:gd name="T34" fmla="*/ 1176 w 463"/>
                  <a:gd name="T35" fmla="*/ 2115 h 286"/>
                  <a:gd name="T36" fmla="*/ 0 w 463"/>
                  <a:gd name="T37" fmla="*/ 2193 h 286"/>
                  <a:gd name="T38" fmla="*/ 0 w 463"/>
                  <a:gd name="T39" fmla="*/ 5409 h 286"/>
                  <a:gd name="T40" fmla="*/ 7026 w 463"/>
                  <a:gd name="T41" fmla="*/ 5409 h 28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63" h="286">
                    <a:moveTo>
                      <a:pt x="449" y="286"/>
                    </a:moveTo>
                    <a:cubicBezTo>
                      <a:pt x="455" y="260"/>
                      <a:pt x="463" y="228"/>
                      <a:pt x="446" y="208"/>
                    </a:cubicBezTo>
                    <a:cubicBezTo>
                      <a:pt x="428" y="188"/>
                      <a:pt x="358" y="241"/>
                      <a:pt x="348" y="185"/>
                    </a:cubicBezTo>
                    <a:cubicBezTo>
                      <a:pt x="345" y="164"/>
                      <a:pt x="354" y="135"/>
                      <a:pt x="359" y="115"/>
                    </a:cubicBezTo>
                    <a:cubicBezTo>
                      <a:pt x="362" y="104"/>
                      <a:pt x="364" y="94"/>
                      <a:pt x="376" y="88"/>
                    </a:cubicBezTo>
                    <a:cubicBezTo>
                      <a:pt x="385" y="83"/>
                      <a:pt x="416" y="75"/>
                      <a:pt x="424" y="70"/>
                    </a:cubicBezTo>
                    <a:cubicBezTo>
                      <a:pt x="442" y="59"/>
                      <a:pt x="426" y="0"/>
                      <a:pt x="390" y="14"/>
                    </a:cubicBezTo>
                    <a:cubicBezTo>
                      <a:pt x="378" y="19"/>
                      <a:pt x="339" y="52"/>
                      <a:pt x="326" y="53"/>
                    </a:cubicBezTo>
                    <a:cubicBezTo>
                      <a:pt x="310" y="55"/>
                      <a:pt x="292" y="48"/>
                      <a:pt x="289" y="32"/>
                    </a:cubicBezTo>
                    <a:cubicBezTo>
                      <a:pt x="288" y="25"/>
                      <a:pt x="288" y="3"/>
                      <a:pt x="274" y="13"/>
                    </a:cubicBezTo>
                    <a:cubicBezTo>
                      <a:pt x="269" y="17"/>
                      <a:pt x="272" y="33"/>
                      <a:pt x="271" y="38"/>
                    </a:cubicBezTo>
                    <a:cubicBezTo>
                      <a:pt x="269" y="45"/>
                      <a:pt x="263" y="50"/>
                      <a:pt x="260" y="56"/>
                    </a:cubicBezTo>
                    <a:cubicBezTo>
                      <a:pt x="252" y="69"/>
                      <a:pt x="248" y="84"/>
                      <a:pt x="250" y="100"/>
                    </a:cubicBezTo>
                    <a:cubicBezTo>
                      <a:pt x="255" y="134"/>
                      <a:pt x="256" y="168"/>
                      <a:pt x="233" y="197"/>
                    </a:cubicBezTo>
                    <a:cubicBezTo>
                      <a:pt x="220" y="212"/>
                      <a:pt x="203" y="211"/>
                      <a:pt x="185" y="213"/>
                    </a:cubicBezTo>
                    <a:cubicBezTo>
                      <a:pt x="166" y="215"/>
                      <a:pt x="147" y="222"/>
                      <a:pt x="127" y="221"/>
                    </a:cubicBezTo>
                    <a:cubicBezTo>
                      <a:pt x="107" y="221"/>
                      <a:pt x="93" y="203"/>
                      <a:pt x="84" y="185"/>
                    </a:cubicBezTo>
                    <a:cubicBezTo>
                      <a:pt x="73" y="161"/>
                      <a:pt x="81" y="136"/>
                      <a:pt x="75" y="112"/>
                    </a:cubicBezTo>
                    <a:cubicBezTo>
                      <a:pt x="63" y="63"/>
                      <a:pt x="26" y="128"/>
                      <a:pt x="0" y="116"/>
                    </a:cubicBezTo>
                    <a:cubicBezTo>
                      <a:pt x="0" y="286"/>
                      <a:pt x="0" y="286"/>
                      <a:pt x="0" y="286"/>
                    </a:cubicBezTo>
                    <a:lnTo>
                      <a:pt x="449" y="286"/>
                    </a:ln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2" name="Freeform 40">
                <a:extLst>
                  <a:ext uri="{FF2B5EF4-FFF2-40B4-BE49-F238E27FC236}">
                    <a16:creationId xmlns:a16="http://schemas.microsoft.com/office/drawing/2014/main" id="{AFFE79F8-327C-4348-8D54-E7B9E2695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3003"/>
                <a:ext cx="312" cy="112"/>
              </a:xfrm>
              <a:custGeom>
                <a:avLst/>
                <a:gdLst>
                  <a:gd name="T0" fmla="*/ 12 w 125"/>
                  <a:gd name="T1" fmla="*/ 717 h 42"/>
                  <a:gd name="T2" fmla="*/ 0 w 125"/>
                  <a:gd name="T3" fmla="*/ 760 h 42"/>
                  <a:gd name="T4" fmla="*/ 62 w 125"/>
                  <a:gd name="T5" fmla="*/ 776 h 42"/>
                  <a:gd name="T6" fmla="*/ 200 w 125"/>
                  <a:gd name="T7" fmla="*/ 683 h 42"/>
                  <a:gd name="T8" fmla="*/ 1587 w 125"/>
                  <a:gd name="T9" fmla="*/ 192 h 42"/>
                  <a:gd name="T10" fmla="*/ 1932 w 125"/>
                  <a:gd name="T11" fmla="*/ 512 h 42"/>
                  <a:gd name="T12" fmla="*/ 1944 w 125"/>
                  <a:gd name="T13" fmla="*/ 477 h 42"/>
                  <a:gd name="T14" fmla="*/ 1528 w 125"/>
                  <a:gd name="T15" fmla="*/ 0 h 42"/>
                  <a:gd name="T16" fmla="*/ 1133 w 125"/>
                  <a:gd name="T17" fmla="*/ 77 h 42"/>
                  <a:gd name="T18" fmla="*/ 12 w 125"/>
                  <a:gd name="T19" fmla="*/ 717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42">
                    <a:moveTo>
                      <a:pt x="1" y="38"/>
                    </a:moveTo>
                    <a:cubicBezTo>
                      <a:pt x="1" y="39"/>
                      <a:pt x="0" y="39"/>
                      <a:pt x="0" y="40"/>
                    </a:cubicBezTo>
                    <a:cubicBezTo>
                      <a:pt x="0" y="41"/>
                      <a:pt x="3" y="42"/>
                      <a:pt x="4" y="41"/>
                    </a:cubicBezTo>
                    <a:cubicBezTo>
                      <a:pt x="8" y="39"/>
                      <a:pt x="13" y="36"/>
                      <a:pt x="13" y="36"/>
                    </a:cubicBezTo>
                    <a:cubicBezTo>
                      <a:pt x="37" y="22"/>
                      <a:pt x="75" y="0"/>
                      <a:pt x="102" y="10"/>
                    </a:cubicBezTo>
                    <a:cubicBezTo>
                      <a:pt x="112" y="14"/>
                      <a:pt x="119" y="16"/>
                      <a:pt x="124" y="27"/>
                    </a:cubicBezTo>
                    <a:cubicBezTo>
                      <a:pt x="124" y="27"/>
                      <a:pt x="125" y="25"/>
                      <a:pt x="125" y="25"/>
                    </a:cubicBezTo>
                    <a:cubicBezTo>
                      <a:pt x="123" y="18"/>
                      <a:pt x="113" y="6"/>
                      <a:pt x="98" y="0"/>
                    </a:cubicBezTo>
                    <a:cubicBezTo>
                      <a:pt x="92" y="2"/>
                      <a:pt x="81" y="2"/>
                      <a:pt x="73" y="4"/>
                    </a:cubicBezTo>
                    <a:cubicBezTo>
                      <a:pt x="54" y="7"/>
                      <a:pt x="6" y="23"/>
                      <a:pt x="1" y="38"/>
                    </a:cubicBezTo>
                    <a:close/>
                  </a:path>
                </a:pathLst>
              </a:custGeom>
              <a:solidFill>
                <a:srgbClr val="908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3" name="Freeform 41">
                <a:extLst>
                  <a:ext uri="{FF2B5EF4-FFF2-40B4-BE49-F238E27FC236}">
                    <a16:creationId xmlns:a16="http://schemas.microsoft.com/office/drawing/2014/main" id="{28BCBF78-84D1-4991-8791-0A646333B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840"/>
                <a:ext cx="132" cy="69"/>
              </a:xfrm>
              <a:custGeom>
                <a:avLst/>
                <a:gdLst>
                  <a:gd name="T0" fmla="*/ 662 w 53"/>
                  <a:gd name="T1" fmla="*/ 486 h 26"/>
                  <a:gd name="T2" fmla="*/ 558 w 53"/>
                  <a:gd name="T3" fmla="*/ 353 h 26"/>
                  <a:gd name="T4" fmla="*/ 528 w 53"/>
                  <a:gd name="T5" fmla="*/ 316 h 26"/>
                  <a:gd name="T6" fmla="*/ 167 w 53"/>
                  <a:gd name="T7" fmla="*/ 260 h 26"/>
                  <a:gd name="T8" fmla="*/ 42 w 53"/>
                  <a:gd name="T9" fmla="*/ 337 h 26"/>
                  <a:gd name="T10" fmla="*/ 0 w 53"/>
                  <a:gd name="T11" fmla="*/ 260 h 26"/>
                  <a:gd name="T12" fmla="*/ 137 w 53"/>
                  <a:gd name="T13" fmla="*/ 35 h 26"/>
                  <a:gd name="T14" fmla="*/ 217 w 53"/>
                  <a:gd name="T15" fmla="*/ 0 h 26"/>
                  <a:gd name="T16" fmla="*/ 324 w 53"/>
                  <a:gd name="T17" fmla="*/ 56 h 26"/>
                  <a:gd name="T18" fmla="*/ 540 w 53"/>
                  <a:gd name="T19" fmla="*/ 149 h 26"/>
                  <a:gd name="T20" fmla="*/ 633 w 53"/>
                  <a:gd name="T21" fmla="*/ 191 h 26"/>
                  <a:gd name="T22" fmla="*/ 819 w 53"/>
                  <a:gd name="T23" fmla="*/ 281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26">
                    <a:moveTo>
                      <a:pt x="43" y="26"/>
                    </a:moveTo>
                    <a:cubicBezTo>
                      <a:pt x="41" y="23"/>
                      <a:pt x="38" y="20"/>
                      <a:pt x="36" y="19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27" y="9"/>
                      <a:pt x="19" y="7"/>
                      <a:pt x="11" y="14"/>
                    </a:cubicBezTo>
                    <a:cubicBezTo>
                      <a:pt x="8" y="16"/>
                      <a:pt x="5" y="19"/>
                      <a:pt x="3" y="18"/>
                    </a:cubicBezTo>
                    <a:cubicBezTo>
                      <a:pt x="2" y="17"/>
                      <a:pt x="0" y="16"/>
                      <a:pt x="0" y="14"/>
                    </a:cubicBezTo>
                    <a:cubicBezTo>
                      <a:pt x="1" y="10"/>
                      <a:pt x="5" y="5"/>
                      <a:pt x="9" y="2"/>
                    </a:cubicBezTo>
                    <a:cubicBezTo>
                      <a:pt x="11" y="0"/>
                      <a:pt x="13" y="0"/>
                      <a:pt x="14" y="0"/>
                    </a:cubicBezTo>
                    <a:cubicBezTo>
                      <a:pt x="17" y="1"/>
                      <a:pt x="19" y="2"/>
                      <a:pt x="21" y="3"/>
                    </a:cubicBezTo>
                    <a:cubicBezTo>
                      <a:pt x="24" y="6"/>
                      <a:pt x="27" y="8"/>
                      <a:pt x="35" y="8"/>
                    </a:cubicBezTo>
                    <a:cubicBezTo>
                      <a:pt x="38" y="8"/>
                      <a:pt x="39" y="9"/>
                      <a:pt x="41" y="10"/>
                    </a:cubicBezTo>
                    <a:cubicBezTo>
                      <a:pt x="43" y="12"/>
                      <a:pt x="47" y="14"/>
                      <a:pt x="53" y="15"/>
                    </a:cubicBezTo>
                  </a:path>
                </a:pathLst>
              </a:custGeom>
              <a:solidFill>
                <a:srgbClr val="3C2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4" name="Freeform 42">
                <a:extLst>
                  <a:ext uri="{FF2B5EF4-FFF2-40B4-BE49-F238E27FC236}">
                    <a16:creationId xmlns:a16="http://schemas.microsoft.com/office/drawing/2014/main" id="{A80E6FC9-A1F8-4BF0-9083-A0AA636A0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011"/>
                <a:ext cx="265" cy="224"/>
              </a:xfrm>
              <a:custGeom>
                <a:avLst/>
                <a:gdLst>
                  <a:gd name="T0" fmla="*/ 1595 w 106"/>
                  <a:gd name="T1" fmla="*/ 776 h 84"/>
                  <a:gd name="T2" fmla="*/ 1583 w 106"/>
                  <a:gd name="T3" fmla="*/ 760 h 84"/>
                  <a:gd name="T4" fmla="*/ 1250 w 106"/>
                  <a:gd name="T5" fmla="*/ 819 h 84"/>
                  <a:gd name="T6" fmla="*/ 970 w 106"/>
                  <a:gd name="T7" fmla="*/ 832 h 84"/>
                  <a:gd name="T8" fmla="*/ 938 w 106"/>
                  <a:gd name="T9" fmla="*/ 739 h 84"/>
                  <a:gd name="T10" fmla="*/ 833 w 106"/>
                  <a:gd name="T11" fmla="*/ 568 h 84"/>
                  <a:gd name="T12" fmla="*/ 658 w 106"/>
                  <a:gd name="T13" fmla="*/ 589 h 84"/>
                  <a:gd name="T14" fmla="*/ 583 w 106"/>
                  <a:gd name="T15" fmla="*/ 875 h 84"/>
                  <a:gd name="T16" fmla="*/ 583 w 106"/>
                  <a:gd name="T17" fmla="*/ 909 h 84"/>
                  <a:gd name="T18" fmla="*/ 313 w 106"/>
                  <a:gd name="T19" fmla="*/ 1557 h 84"/>
                  <a:gd name="T20" fmla="*/ 83 w 106"/>
                  <a:gd name="T21" fmla="*/ 1536 h 84"/>
                  <a:gd name="T22" fmla="*/ 20 w 106"/>
                  <a:gd name="T23" fmla="*/ 1331 h 84"/>
                  <a:gd name="T24" fmla="*/ 175 w 106"/>
                  <a:gd name="T25" fmla="*/ 1139 h 84"/>
                  <a:gd name="T26" fmla="*/ 345 w 106"/>
                  <a:gd name="T27" fmla="*/ 947 h 84"/>
                  <a:gd name="T28" fmla="*/ 363 w 106"/>
                  <a:gd name="T29" fmla="*/ 717 h 84"/>
                  <a:gd name="T30" fmla="*/ 238 w 106"/>
                  <a:gd name="T31" fmla="*/ 627 h 84"/>
                  <a:gd name="T32" fmla="*/ 145 w 106"/>
                  <a:gd name="T33" fmla="*/ 568 h 84"/>
                  <a:gd name="T34" fmla="*/ 125 w 106"/>
                  <a:gd name="T35" fmla="*/ 512 h 84"/>
                  <a:gd name="T36" fmla="*/ 395 w 106"/>
                  <a:gd name="T37" fmla="*/ 136 h 84"/>
                  <a:gd name="T38" fmla="*/ 875 w 106"/>
                  <a:gd name="T39" fmla="*/ 77 h 84"/>
                  <a:gd name="T40" fmla="*/ 1095 w 106"/>
                  <a:gd name="T41" fmla="*/ 307 h 84"/>
                  <a:gd name="T42" fmla="*/ 1438 w 106"/>
                  <a:gd name="T43" fmla="*/ 589 h 84"/>
                  <a:gd name="T44" fmla="*/ 1658 w 106"/>
                  <a:gd name="T45" fmla="*/ 627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6" h="84">
                    <a:moveTo>
                      <a:pt x="102" y="41"/>
                    </a:moveTo>
                    <a:cubicBezTo>
                      <a:pt x="102" y="41"/>
                      <a:pt x="101" y="40"/>
                      <a:pt x="101" y="40"/>
                    </a:cubicBezTo>
                    <a:cubicBezTo>
                      <a:pt x="93" y="38"/>
                      <a:pt x="86" y="41"/>
                      <a:pt x="80" y="43"/>
                    </a:cubicBezTo>
                    <a:cubicBezTo>
                      <a:pt x="72" y="46"/>
                      <a:pt x="67" y="48"/>
                      <a:pt x="62" y="44"/>
                    </a:cubicBezTo>
                    <a:cubicBezTo>
                      <a:pt x="62" y="43"/>
                      <a:pt x="60" y="41"/>
                      <a:pt x="60" y="39"/>
                    </a:cubicBezTo>
                    <a:cubicBezTo>
                      <a:pt x="58" y="35"/>
                      <a:pt x="56" y="31"/>
                      <a:pt x="53" y="30"/>
                    </a:cubicBezTo>
                    <a:cubicBezTo>
                      <a:pt x="48" y="29"/>
                      <a:pt x="45" y="29"/>
                      <a:pt x="42" y="31"/>
                    </a:cubicBezTo>
                    <a:cubicBezTo>
                      <a:pt x="37" y="34"/>
                      <a:pt x="37" y="41"/>
                      <a:pt x="37" y="46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60"/>
                      <a:pt x="30" y="76"/>
                      <a:pt x="20" y="82"/>
                    </a:cubicBezTo>
                    <a:cubicBezTo>
                      <a:pt x="16" y="84"/>
                      <a:pt x="10" y="84"/>
                      <a:pt x="5" y="81"/>
                    </a:cubicBezTo>
                    <a:cubicBezTo>
                      <a:pt x="3" y="80"/>
                      <a:pt x="0" y="76"/>
                      <a:pt x="1" y="70"/>
                    </a:cubicBezTo>
                    <a:cubicBezTo>
                      <a:pt x="2" y="65"/>
                      <a:pt x="6" y="63"/>
                      <a:pt x="11" y="60"/>
                    </a:cubicBezTo>
                    <a:cubicBezTo>
                      <a:pt x="15" y="58"/>
                      <a:pt x="19" y="55"/>
                      <a:pt x="22" y="50"/>
                    </a:cubicBezTo>
                    <a:cubicBezTo>
                      <a:pt x="24" y="45"/>
                      <a:pt x="25" y="41"/>
                      <a:pt x="23" y="38"/>
                    </a:cubicBezTo>
                    <a:cubicBezTo>
                      <a:pt x="22" y="35"/>
                      <a:pt x="18" y="34"/>
                      <a:pt x="15" y="33"/>
                    </a:cubicBezTo>
                    <a:cubicBezTo>
                      <a:pt x="12" y="32"/>
                      <a:pt x="10" y="31"/>
                      <a:pt x="9" y="30"/>
                    </a:cubicBezTo>
                    <a:cubicBezTo>
                      <a:pt x="8" y="29"/>
                      <a:pt x="8" y="28"/>
                      <a:pt x="8" y="27"/>
                    </a:cubicBezTo>
                    <a:cubicBezTo>
                      <a:pt x="10" y="20"/>
                      <a:pt x="21" y="10"/>
                      <a:pt x="25" y="7"/>
                    </a:cubicBezTo>
                    <a:cubicBezTo>
                      <a:pt x="36" y="1"/>
                      <a:pt x="46" y="0"/>
                      <a:pt x="56" y="4"/>
                    </a:cubicBezTo>
                    <a:cubicBezTo>
                      <a:pt x="62" y="7"/>
                      <a:pt x="66" y="11"/>
                      <a:pt x="70" y="16"/>
                    </a:cubicBezTo>
                    <a:cubicBezTo>
                      <a:pt x="76" y="22"/>
                      <a:pt x="82" y="28"/>
                      <a:pt x="92" y="31"/>
                    </a:cubicBezTo>
                    <a:cubicBezTo>
                      <a:pt x="97" y="32"/>
                      <a:pt x="102" y="33"/>
                      <a:pt x="106" y="33"/>
                    </a:cubicBezTo>
                  </a:path>
                </a:pathLst>
              </a:custGeom>
              <a:solidFill>
                <a:srgbClr val="3C2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5" name="Freeform 43">
                <a:extLst>
                  <a:ext uri="{FF2B5EF4-FFF2-40B4-BE49-F238E27FC236}">
                    <a16:creationId xmlns:a16="http://schemas.microsoft.com/office/drawing/2014/main" id="{0AAF47D4-E9B1-4FEB-A995-FA163438C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051"/>
                <a:ext cx="358" cy="418"/>
              </a:xfrm>
              <a:custGeom>
                <a:avLst/>
                <a:gdLst>
                  <a:gd name="T0" fmla="*/ 0 w 143"/>
                  <a:gd name="T1" fmla="*/ 1510 h 157"/>
                  <a:gd name="T2" fmla="*/ 63 w 143"/>
                  <a:gd name="T3" fmla="*/ 1488 h 157"/>
                  <a:gd name="T4" fmla="*/ 396 w 143"/>
                  <a:gd name="T5" fmla="*/ 1206 h 157"/>
                  <a:gd name="T6" fmla="*/ 458 w 143"/>
                  <a:gd name="T7" fmla="*/ 1134 h 157"/>
                  <a:gd name="T8" fmla="*/ 646 w 143"/>
                  <a:gd name="T9" fmla="*/ 865 h 157"/>
                  <a:gd name="T10" fmla="*/ 646 w 143"/>
                  <a:gd name="T11" fmla="*/ 567 h 157"/>
                  <a:gd name="T12" fmla="*/ 646 w 143"/>
                  <a:gd name="T13" fmla="*/ 397 h 157"/>
                  <a:gd name="T14" fmla="*/ 801 w 143"/>
                  <a:gd name="T15" fmla="*/ 35 h 157"/>
                  <a:gd name="T16" fmla="*/ 959 w 143"/>
                  <a:gd name="T17" fmla="*/ 35 h 157"/>
                  <a:gd name="T18" fmla="*/ 1021 w 143"/>
                  <a:gd name="T19" fmla="*/ 93 h 157"/>
                  <a:gd name="T20" fmla="*/ 1192 w 143"/>
                  <a:gd name="T21" fmla="*/ 226 h 157"/>
                  <a:gd name="T22" fmla="*/ 1460 w 143"/>
                  <a:gd name="T23" fmla="*/ 136 h 157"/>
                  <a:gd name="T24" fmla="*/ 1567 w 143"/>
                  <a:gd name="T25" fmla="*/ 56 h 157"/>
                  <a:gd name="T26" fmla="*/ 1838 w 143"/>
                  <a:gd name="T27" fmla="*/ 136 h 157"/>
                  <a:gd name="T28" fmla="*/ 1943 w 143"/>
                  <a:gd name="T29" fmla="*/ 660 h 157"/>
                  <a:gd name="T30" fmla="*/ 1785 w 143"/>
                  <a:gd name="T31" fmla="*/ 908 h 157"/>
                  <a:gd name="T32" fmla="*/ 1585 w 143"/>
                  <a:gd name="T33" fmla="*/ 831 h 157"/>
                  <a:gd name="T34" fmla="*/ 1379 w 143"/>
                  <a:gd name="T35" fmla="*/ 751 h 157"/>
                  <a:gd name="T36" fmla="*/ 1117 w 143"/>
                  <a:gd name="T37" fmla="*/ 921 h 157"/>
                  <a:gd name="T38" fmla="*/ 1066 w 143"/>
                  <a:gd name="T39" fmla="*/ 964 h 157"/>
                  <a:gd name="T40" fmla="*/ 929 w 143"/>
                  <a:gd name="T41" fmla="*/ 1148 h 157"/>
                  <a:gd name="T42" fmla="*/ 834 w 143"/>
                  <a:gd name="T43" fmla="*/ 1262 h 157"/>
                  <a:gd name="T44" fmla="*/ 676 w 143"/>
                  <a:gd name="T45" fmla="*/ 1376 h 157"/>
                  <a:gd name="T46" fmla="*/ 488 w 143"/>
                  <a:gd name="T47" fmla="*/ 1488 h 157"/>
                  <a:gd name="T48" fmla="*/ 438 w 143"/>
                  <a:gd name="T49" fmla="*/ 1816 h 157"/>
                  <a:gd name="T50" fmla="*/ 551 w 143"/>
                  <a:gd name="T51" fmla="*/ 2077 h 157"/>
                  <a:gd name="T52" fmla="*/ 876 w 143"/>
                  <a:gd name="T53" fmla="*/ 2452 h 157"/>
                  <a:gd name="T54" fmla="*/ 1117 w 143"/>
                  <a:gd name="T55" fmla="*/ 2588 h 157"/>
                  <a:gd name="T56" fmla="*/ 1429 w 143"/>
                  <a:gd name="T57" fmla="*/ 2362 h 157"/>
                  <a:gd name="T58" fmla="*/ 1710 w 143"/>
                  <a:gd name="T59" fmla="*/ 1645 h 157"/>
                  <a:gd name="T60" fmla="*/ 1710 w 143"/>
                  <a:gd name="T61" fmla="*/ 1531 h 157"/>
                  <a:gd name="T62" fmla="*/ 1818 w 143"/>
                  <a:gd name="T63" fmla="*/ 1339 h 157"/>
                  <a:gd name="T64" fmla="*/ 2118 w 143"/>
                  <a:gd name="T65" fmla="*/ 1376 h 157"/>
                  <a:gd name="T66" fmla="*/ 2068 w 143"/>
                  <a:gd name="T67" fmla="*/ 1510 h 157"/>
                  <a:gd name="T68" fmla="*/ 1975 w 143"/>
                  <a:gd name="T69" fmla="*/ 1645 h 157"/>
                  <a:gd name="T70" fmla="*/ 2068 w 143"/>
                  <a:gd name="T71" fmla="*/ 1928 h 157"/>
                  <a:gd name="T72" fmla="*/ 2130 w 143"/>
                  <a:gd name="T73" fmla="*/ 1984 h 157"/>
                  <a:gd name="T74" fmla="*/ 2243 w 143"/>
                  <a:gd name="T75" fmla="*/ 2191 h 157"/>
                  <a:gd name="T76" fmla="*/ 2193 w 143"/>
                  <a:gd name="T77" fmla="*/ 2260 h 157"/>
                  <a:gd name="T78" fmla="*/ 2163 w 143"/>
                  <a:gd name="T79" fmla="*/ 2282 h 157"/>
                  <a:gd name="T80" fmla="*/ 2100 w 143"/>
                  <a:gd name="T81" fmla="*/ 2191 h 157"/>
                  <a:gd name="T82" fmla="*/ 2055 w 143"/>
                  <a:gd name="T83" fmla="*/ 2111 h 157"/>
                  <a:gd name="T84" fmla="*/ 2025 w 143"/>
                  <a:gd name="T85" fmla="*/ 2042 h 157"/>
                  <a:gd name="T86" fmla="*/ 1818 w 143"/>
                  <a:gd name="T87" fmla="*/ 1999 h 157"/>
                  <a:gd name="T88" fmla="*/ 1567 w 143"/>
                  <a:gd name="T89" fmla="*/ 2340 h 157"/>
                  <a:gd name="T90" fmla="*/ 1535 w 143"/>
                  <a:gd name="T91" fmla="*/ 2473 h 157"/>
                  <a:gd name="T92" fmla="*/ 1492 w 143"/>
                  <a:gd name="T93" fmla="*/ 2588 h 157"/>
                  <a:gd name="T94" fmla="*/ 1429 w 143"/>
                  <a:gd name="T95" fmla="*/ 2657 h 157"/>
                  <a:gd name="T96" fmla="*/ 1317 w 143"/>
                  <a:gd name="T97" fmla="*/ 2737 h 157"/>
                  <a:gd name="T98" fmla="*/ 1284 w 143"/>
                  <a:gd name="T99" fmla="*/ 2827 h 157"/>
                  <a:gd name="T100" fmla="*/ 1272 w 143"/>
                  <a:gd name="T101" fmla="*/ 2963 h 15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43" h="157">
                    <a:moveTo>
                      <a:pt x="0" y="80"/>
                    </a:moveTo>
                    <a:cubicBezTo>
                      <a:pt x="1" y="80"/>
                      <a:pt x="2" y="80"/>
                      <a:pt x="4" y="79"/>
                    </a:cubicBezTo>
                    <a:cubicBezTo>
                      <a:pt x="12" y="77"/>
                      <a:pt x="19" y="70"/>
                      <a:pt x="25" y="64"/>
                    </a:cubicBezTo>
                    <a:cubicBezTo>
                      <a:pt x="25" y="64"/>
                      <a:pt x="29" y="60"/>
                      <a:pt x="29" y="60"/>
                    </a:cubicBezTo>
                    <a:cubicBezTo>
                      <a:pt x="34" y="56"/>
                      <a:pt x="39" y="52"/>
                      <a:pt x="41" y="46"/>
                    </a:cubicBezTo>
                    <a:cubicBezTo>
                      <a:pt x="43" y="41"/>
                      <a:pt x="42" y="35"/>
                      <a:pt x="41" y="30"/>
                    </a:cubicBezTo>
                    <a:cubicBezTo>
                      <a:pt x="41" y="27"/>
                      <a:pt x="40" y="24"/>
                      <a:pt x="41" y="21"/>
                    </a:cubicBezTo>
                    <a:cubicBezTo>
                      <a:pt x="41" y="14"/>
                      <a:pt x="45" y="6"/>
                      <a:pt x="51" y="2"/>
                    </a:cubicBezTo>
                    <a:cubicBezTo>
                      <a:pt x="54" y="0"/>
                      <a:pt x="57" y="0"/>
                      <a:pt x="61" y="2"/>
                    </a:cubicBezTo>
                    <a:cubicBezTo>
                      <a:pt x="63" y="2"/>
                      <a:pt x="64" y="4"/>
                      <a:pt x="65" y="5"/>
                    </a:cubicBezTo>
                    <a:cubicBezTo>
                      <a:pt x="68" y="8"/>
                      <a:pt x="71" y="11"/>
                      <a:pt x="76" y="12"/>
                    </a:cubicBezTo>
                    <a:cubicBezTo>
                      <a:pt x="83" y="13"/>
                      <a:pt x="88" y="10"/>
                      <a:pt x="93" y="7"/>
                    </a:cubicBezTo>
                    <a:cubicBezTo>
                      <a:pt x="95" y="6"/>
                      <a:pt x="98" y="4"/>
                      <a:pt x="100" y="3"/>
                    </a:cubicBezTo>
                    <a:cubicBezTo>
                      <a:pt x="107" y="1"/>
                      <a:pt x="113" y="3"/>
                      <a:pt x="117" y="7"/>
                    </a:cubicBezTo>
                    <a:cubicBezTo>
                      <a:pt x="123" y="13"/>
                      <a:pt x="126" y="25"/>
                      <a:pt x="124" y="35"/>
                    </a:cubicBezTo>
                    <a:cubicBezTo>
                      <a:pt x="123" y="39"/>
                      <a:pt x="120" y="46"/>
                      <a:pt x="114" y="48"/>
                    </a:cubicBezTo>
                    <a:cubicBezTo>
                      <a:pt x="109" y="49"/>
                      <a:pt x="105" y="47"/>
                      <a:pt x="101" y="44"/>
                    </a:cubicBezTo>
                    <a:cubicBezTo>
                      <a:pt x="97" y="42"/>
                      <a:pt x="93" y="39"/>
                      <a:pt x="88" y="40"/>
                    </a:cubicBezTo>
                    <a:cubicBezTo>
                      <a:pt x="83" y="40"/>
                      <a:pt x="78" y="44"/>
                      <a:pt x="71" y="49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4" y="54"/>
                      <a:pt x="62" y="57"/>
                      <a:pt x="59" y="61"/>
                    </a:cubicBezTo>
                    <a:cubicBezTo>
                      <a:pt x="53" y="67"/>
                      <a:pt x="53" y="67"/>
                      <a:pt x="53" y="67"/>
                    </a:cubicBezTo>
                    <a:cubicBezTo>
                      <a:pt x="50" y="70"/>
                      <a:pt x="47" y="71"/>
                      <a:pt x="43" y="73"/>
                    </a:cubicBezTo>
                    <a:cubicBezTo>
                      <a:pt x="39" y="74"/>
                      <a:pt x="34" y="76"/>
                      <a:pt x="31" y="79"/>
                    </a:cubicBezTo>
                    <a:cubicBezTo>
                      <a:pt x="26" y="84"/>
                      <a:pt x="29" y="89"/>
                      <a:pt x="28" y="96"/>
                    </a:cubicBezTo>
                    <a:cubicBezTo>
                      <a:pt x="28" y="100"/>
                      <a:pt x="31" y="105"/>
                      <a:pt x="35" y="110"/>
                    </a:cubicBezTo>
                    <a:cubicBezTo>
                      <a:pt x="42" y="116"/>
                      <a:pt x="49" y="122"/>
                      <a:pt x="56" y="130"/>
                    </a:cubicBezTo>
                    <a:cubicBezTo>
                      <a:pt x="61" y="135"/>
                      <a:pt x="65" y="137"/>
                      <a:pt x="71" y="137"/>
                    </a:cubicBezTo>
                    <a:cubicBezTo>
                      <a:pt x="80" y="136"/>
                      <a:pt x="89" y="127"/>
                      <a:pt x="91" y="125"/>
                    </a:cubicBezTo>
                    <a:cubicBezTo>
                      <a:pt x="99" y="117"/>
                      <a:pt x="109" y="99"/>
                      <a:pt x="109" y="87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108" y="75"/>
                      <a:pt x="108" y="74"/>
                      <a:pt x="116" y="71"/>
                    </a:cubicBezTo>
                    <a:cubicBezTo>
                      <a:pt x="122" y="68"/>
                      <a:pt x="132" y="67"/>
                      <a:pt x="135" y="73"/>
                    </a:cubicBezTo>
                    <a:cubicBezTo>
                      <a:pt x="137" y="77"/>
                      <a:pt x="136" y="77"/>
                      <a:pt x="132" y="80"/>
                    </a:cubicBezTo>
                    <a:cubicBezTo>
                      <a:pt x="130" y="81"/>
                      <a:pt x="127" y="83"/>
                      <a:pt x="126" y="87"/>
                    </a:cubicBezTo>
                    <a:cubicBezTo>
                      <a:pt x="122" y="97"/>
                      <a:pt x="128" y="100"/>
                      <a:pt x="132" y="102"/>
                    </a:cubicBezTo>
                    <a:cubicBezTo>
                      <a:pt x="136" y="105"/>
                      <a:pt x="136" y="105"/>
                      <a:pt x="136" y="105"/>
                    </a:cubicBezTo>
                    <a:cubicBezTo>
                      <a:pt x="139" y="108"/>
                      <a:pt x="143" y="112"/>
                      <a:pt x="143" y="116"/>
                    </a:cubicBezTo>
                    <a:cubicBezTo>
                      <a:pt x="143" y="117"/>
                      <a:pt x="142" y="119"/>
                      <a:pt x="140" y="120"/>
                    </a:cubicBezTo>
                    <a:cubicBezTo>
                      <a:pt x="139" y="121"/>
                      <a:pt x="138" y="121"/>
                      <a:pt x="138" y="121"/>
                    </a:cubicBezTo>
                    <a:cubicBezTo>
                      <a:pt x="136" y="121"/>
                      <a:pt x="135" y="118"/>
                      <a:pt x="134" y="116"/>
                    </a:cubicBezTo>
                    <a:cubicBezTo>
                      <a:pt x="131" y="112"/>
                      <a:pt x="131" y="112"/>
                      <a:pt x="131" y="112"/>
                    </a:cubicBezTo>
                    <a:cubicBezTo>
                      <a:pt x="129" y="108"/>
                      <a:pt x="129" y="108"/>
                      <a:pt x="129" y="108"/>
                    </a:cubicBezTo>
                    <a:cubicBezTo>
                      <a:pt x="125" y="103"/>
                      <a:pt x="123" y="103"/>
                      <a:pt x="116" y="106"/>
                    </a:cubicBezTo>
                    <a:cubicBezTo>
                      <a:pt x="110" y="110"/>
                      <a:pt x="103" y="118"/>
                      <a:pt x="100" y="124"/>
                    </a:cubicBezTo>
                    <a:cubicBezTo>
                      <a:pt x="98" y="131"/>
                      <a:pt x="98" y="131"/>
                      <a:pt x="98" y="131"/>
                    </a:cubicBezTo>
                    <a:cubicBezTo>
                      <a:pt x="97" y="133"/>
                      <a:pt x="97" y="136"/>
                      <a:pt x="95" y="137"/>
                    </a:cubicBezTo>
                    <a:cubicBezTo>
                      <a:pt x="94" y="139"/>
                      <a:pt x="92" y="140"/>
                      <a:pt x="91" y="141"/>
                    </a:cubicBezTo>
                    <a:cubicBezTo>
                      <a:pt x="89" y="142"/>
                      <a:pt x="86" y="143"/>
                      <a:pt x="84" y="145"/>
                    </a:cubicBezTo>
                    <a:cubicBezTo>
                      <a:pt x="83" y="147"/>
                      <a:pt x="82" y="148"/>
                      <a:pt x="82" y="150"/>
                    </a:cubicBezTo>
                    <a:cubicBezTo>
                      <a:pt x="82" y="153"/>
                      <a:pt x="81" y="155"/>
                      <a:pt x="81" y="157"/>
                    </a:cubicBezTo>
                  </a:path>
                </a:pathLst>
              </a:custGeom>
              <a:solidFill>
                <a:srgbClr val="3C2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6" name="Freeform 44">
                <a:extLst>
                  <a:ext uri="{FF2B5EF4-FFF2-40B4-BE49-F238E27FC236}">
                    <a16:creationId xmlns:a16="http://schemas.microsoft.com/office/drawing/2014/main" id="{DFBA843F-1FFD-49D5-8F14-4C3C3B8BD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184"/>
                <a:ext cx="82" cy="381"/>
              </a:xfrm>
              <a:custGeom>
                <a:avLst/>
                <a:gdLst>
                  <a:gd name="T0" fmla="*/ 507 w 33"/>
                  <a:gd name="T1" fmla="*/ 0 h 143"/>
                  <a:gd name="T2" fmla="*/ 0 w 33"/>
                  <a:gd name="T3" fmla="*/ 2704 h 1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43">
                    <a:moveTo>
                      <a:pt x="33" y="0"/>
                    </a:moveTo>
                    <a:cubicBezTo>
                      <a:pt x="19" y="21"/>
                      <a:pt x="2" y="105"/>
                      <a:pt x="0" y="143"/>
                    </a:cubicBezTo>
                  </a:path>
                </a:pathLst>
              </a:custGeom>
              <a:solidFill>
                <a:srgbClr val="D3E7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7" name="Freeform 45">
                <a:extLst>
                  <a:ext uri="{FF2B5EF4-FFF2-40B4-BE49-F238E27FC236}">
                    <a16:creationId xmlns:a16="http://schemas.microsoft.com/office/drawing/2014/main" id="{9ADB1E9A-A07D-4D89-9916-535310D36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285"/>
                <a:ext cx="52" cy="214"/>
              </a:xfrm>
              <a:custGeom>
                <a:avLst/>
                <a:gdLst>
                  <a:gd name="T0" fmla="*/ 319 w 21"/>
                  <a:gd name="T1" fmla="*/ 0 h 80"/>
                  <a:gd name="T2" fmla="*/ 104 w 21"/>
                  <a:gd name="T3" fmla="*/ 1530 h 80"/>
                  <a:gd name="T4" fmla="*/ 319 w 21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0">
                    <a:moveTo>
                      <a:pt x="21" y="0"/>
                    </a:moveTo>
                    <a:cubicBezTo>
                      <a:pt x="18" y="17"/>
                      <a:pt x="5" y="65"/>
                      <a:pt x="7" y="80"/>
                    </a:cubicBezTo>
                    <a:cubicBezTo>
                      <a:pt x="0" y="46"/>
                      <a:pt x="17" y="17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8" name="Freeform 46">
                <a:extLst>
                  <a:ext uri="{FF2B5EF4-FFF2-40B4-BE49-F238E27FC236}">
                    <a16:creationId xmlns:a16="http://schemas.microsoft.com/office/drawing/2014/main" id="{C5593E60-AD5D-4755-8774-1D943782B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163"/>
                <a:ext cx="245" cy="64"/>
              </a:xfrm>
              <a:custGeom>
                <a:avLst/>
                <a:gdLst>
                  <a:gd name="T0" fmla="*/ 0 w 98"/>
                  <a:gd name="T1" fmla="*/ 56 h 24"/>
                  <a:gd name="T2" fmla="*/ 1208 w 98"/>
                  <a:gd name="T3" fmla="*/ 456 h 24"/>
                  <a:gd name="T4" fmla="*/ 1533 w 98"/>
                  <a:gd name="T5" fmla="*/ 205 h 24"/>
                  <a:gd name="T6" fmla="*/ 1000 w 98"/>
                  <a:gd name="T7" fmla="*/ 227 h 24"/>
                  <a:gd name="T8" fmla="*/ 0 w 98"/>
                  <a:gd name="T9" fmla="*/ 5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24">
                    <a:moveTo>
                      <a:pt x="0" y="3"/>
                    </a:moveTo>
                    <a:cubicBezTo>
                      <a:pt x="22" y="3"/>
                      <a:pt x="62" y="24"/>
                      <a:pt x="77" y="24"/>
                    </a:cubicBezTo>
                    <a:cubicBezTo>
                      <a:pt x="92" y="24"/>
                      <a:pt x="98" y="11"/>
                      <a:pt x="98" y="11"/>
                    </a:cubicBezTo>
                    <a:cubicBezTo>
                      <a:pt x="92" y="4"/>
                      <a:pt x="78" y="19"/>
                      <a:pt x="64" y="12"/>
                    </a:cubicBezTo>
                    <a:cubicBezTo>
                      <a:pt x="49" y="5"/>
                      <a:pt x="10" y="0"/>
                      <a:pt x="0" y="3"/>
                    </a:cubicBezTo>
                    <a:close/>
                  </a:path>
                </a:pathLst>
              </a:custGeom>
              <a:solidFill>
                <a:srgbClr val="00A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9" name="Freeform 47">
                <a:extLst>
                  <a:ext uri="{FF2B5EF4-FFF2-40B4-BE49-F238E27FC236}">
                    <a16:creationId xmlns:a16="http://schemas.microsoft.com/office/drawing/2014/main" id="{137FE07D-B199-4D72-9664-3817D9682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147"/>
                <a:ext cx="77" cy="101"/>
              </a:xfrm>
              <a:custGeom>
                <a:avLst/>
                <a:gdLst>
                  <a:gd name="T0" fmla="*/ 0 w 31"/>
                  <a:gd name="T1" fmla="*/ 114 h 38"/>
                  <a:gd name="T2" fmla="*/ 340 w 31"/>
                  <a:gd name="T3" fmla="*/ 35 h 38"/>
                  <a:gd name="T4" fmla="*/ 186 w 31"/>
                  <a:gd name="T5" fmla="*/ 712 h 38"/>
                  <a:gd name="T6" fmla="*/ 137 w 31"/>
                  <a:gd name="T7" fmla="*/ 13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8">
                    <a:moveTo>
                      <a:pt x="0" y="6"/>
                    </a:moveTo>
                    <a:cubicBezTo>
                      <a:pt x="5" y="7"/>
                      <a:pt x="17" y="0"/>
                      <a:pt x="22" y="2"/>
                    </a:cubicBezTo>
                    <a:cubicBezTo>
                      <a:pt x="31" y="7"/>
                      <a:pt x="16" y="30"/>
                      <a:pt x="12" y="38"/>
                    </a:cubicBezTo>
                    <a:cubicBezTo>
                      <a:pt x="16" y="30"/>
                      <a:pt x="18" y="12"/>
                      <a:pt x="9" y="7"/>
                    </a:cubicBezTo>
                  </a:path>
                </a:pathLst>
              </a:custGeom>
              <a:solidFill>
                <a:srgbClr val="00A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0" name="Freeform 48">
                <a:extLst>
                  <a:ext uri="{FF2B5EF4-FFF2-40B4-BE49-F238E27FC236}">
                    <a16:creationId xmlns:a16="http://schemas.microsoft.com/office/drawing/2014/main" id="{10DDA642-F68F-437E-8F82-80C13D5A9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909"/>
                <a:ext cx="65" cy="72"/>
              </a:xfrm>
              <a:custGeom>
                <a:avLst/>
                <a:gdLst>
                  <a:gd name="T0" fmla="*/ 63 w 26"/>
                  <a:gd name="T1" fmla="*/ 136 h 27"/>
                  <a:gd name="T2" fmla="*/ 188 w 26"/>
                  <a:gd name="T3" fmla="*/ 0 h 27"/>
                  <a:gd name="T4" fmla="*/ 0 w 26"/>
                  <a:gd name="T5" fmla="*/ 512 h 27"/>
                  <a:gd name="T6" fmla="*/ 95 w 26"/>
                  <a:gd name="T7" fmla="*/ 11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7">
                    <a:moveTo>
                      <a:pt x="4" y="7"/>
                    </a:moveTo>
                    <a:cubicBezTo>
                      <a:pt x="6" y="4"/>
                      <a:pt x="9" y="1"/>
                      <a:pt x="12" y="0"/>
                    </a:cubicBezTo>
                    <a:cubicBezTo>
                      <a:pt x="26" y="10"/>
                      <a:pt x="2" y="16"/>
                      <a:pt x="0" y="27"/>
                    </a:cubicBezTo>
                    <a:cubicBezTo>
                      <a:pt x="3" y="20"/>
                      <a:pt x="5" y="11"/>
                      <a:pt x="6" y="6"/>
                    </a:cubicBezTo>
                  </a:path>
                </a:pathLst>
              </a:custGeom>
              <a:solidFill>
                <a:srgbClr val="00A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1" name="Freeform 49">
                <a:extLst>
                  <a:ext uri="{FF2B5EF4-FFF2-40B4-BE49-F238E27FC236}">
                    <a16:creationId xmlns:a16="http://schemas.microsoft.com/office/drawing/2014/main" id="{4744E31D-C72F-4075-8240-DB5CB4C85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288"/>
                <a:ext cx="98" cy="117"/>
              </a:xfrm>
              <a:custGeom>
                <a:avLst/>
                <a:gdLst>
                  <a:gd name="T0" fmla="*/ 0 w 39"/>
                  <a:gd name="T1" fmla="*/ 417 h 44"/>
                  <a:gd name="T2" fmla="*/ 493 w 39"/>
                  <a:gd name="T3" fmla="*/ 468 h 44"/>
                  <a:gd name="T4" fmla="*/ 304 w 39"/>
                  <a:gd name="T5" fmla="*/ 0 h 44"/>
                  <a:gd name="T6" fmla="*/ 176 w 39"/>
                  <a:gd name="T7" fmla="*/ 54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4">
                    <a:moveTo>
                      <a:pt x="0" y="22"/>
                    </a:moveTo>
                    <a:cubicBezTo>
                      <a:pt x="15" y="29"/>
                      <a:pt x="19" y="44"/>
                      <a:pt x="31" y="25"/>
                    </a:cubicBezTo>
                    <a:cubicBezTo>
                      <a:pt x="39" y="13"/>
                      <a:pt x="33" y="5"/>
                      <a:pt x="19" y="0"/>
                    </a:cubicBezTo>
                    <a:cubicBezTo>
                      <a:pt x="28" y="9"/>
                      <a:pt x="20" y="24"/>
                      <a:pt x="11" y="29"/>
                    </a:cubicBezTo>
                  </a:path>
                </a:pathLst>
              </a:custGeom>
              <a:solidFill>
                <a:srgbClr val="00A4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2" name="Freeform 50">
                <a:extLst>
                  <a:ext uri="{FF2B5EF4-FFF2-40B4-BE49-F238E27FC236}">
                    <a16:creationId xmlns:a16="http://schemas.microsoft.com/office/drawing/2014/main" id="{9D565A86-1372-43D2-9ACD-571D2BEE9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947"/>
                <a:ext cx="621" cy="293"/>
              </a:xfrm>
              <a:custGeom>
                <a:avLst/>
                <a:gdLst>
                  <a:gd name="T0" fmla="*/ 0 w 248"/>
                  <a:gd name="T1" fmla="*/ 2078 h 110"/>
                  <a:gd name="T2" fmla="*/ 2559 w 248"/>
                  <a:gd name="T3" fmla="*/ 0 h 110"/>
                  <a:gd name="T4" fmla="*/ 3894 w 248"/>
                  <a:gd name="T5" fmla="*/ 1398 h 110"/>
                  <a:gd name="T6" fmla="*/ 2056 w 248"/>
                  <a:gd name="T7" fmla="*/ 623 h 110"/>
                  <a:gd name="T8" fmla="*/ 0 w 248"/>
                  <a:gd name="T9" fmla="*/ 2078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0" y="110"/>
                    </a:moveTo>
                    <a:cubicBezTo>
                      <a:pt x="24" y="85"/>
                      <a:pt x="139" y="2"/>
                      <a:pt x="163" y="0"/>
                    </a:cubicBezTo>
                    <a:cubicBezTo>
                      <a:pt x="248" y="74"/>
                      <a:pt x="248" y="74"/>
                      <a:pt x="248" y="74"/>
                    </a:cubicBezTo>
                    <a:cubicBezTo>
                      <a:pt x="215" y="54"/>
                      <a:pt x="175" y="13"/>
                      <a:pt x="131" y="33"/>
                    </a:cubicBezTo>
                    <a:cubicBezTo>
                      <a:pt x="84" y="56"/>
                      <a:pt x="0" y="110"/>
                      <a:pt x="0" y="110"/>
                    </a:cubicBezTo>
                    <a:close/>
                  </a:path>
                </a:pathLst>
              </a:custGeom>
              <a:solidFill>
                <a:srgbClr val="89C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3" name="Freeform 51">
                <a:extLst>
                  <a:ext uri="{FF2B5EF4-FFF2-40B4-BE49-F238E27FC236}">
                    <a16:creationId xmlns:a16="http://schemas.microsoft.com/office/drawing/2014/main" id="{86364CFA-B908-4E70-9B86-76CBAB2C4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536"/>
                <a:ext cx="390" cy="200"/>
              </a:xfrm>
              <a:custGeom>
                <a:avLst/>
                <a:gdLst>
                  <a:gd name="T0" fmla="*/ 0 w 156"/>
                  <a:gd name="T1" fmla="*/ 760 h 75"/>
                  <a:gd name="T2" fmla="*/ 1113 w 156"/>
                  <a:gd name="T3" fmla="*/ 0 h 75"/>
                  <a:gd name="T4" fmla="*/ 2438 w 156"/>
                  <a:gd name="T5" fmla="*/ 1421 h 75"/>
                  <a:gd name="T6" fmla="*/ 738 w 156"/>
                  <a:gd name="T7" fmla="*/ 491 h 75"/>
                  <a:gd name="T8" fmla="*/ 0 w 156"/>
                  <a:gd name="T9" fmla="*/ 76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75">
                    <a:moveTo>
                      <a:pt x="0" y="40"/>
                    </a:moveTo>
                    <a:cubicBezTo>
                      <a:pt x="0" y="40"/>
                      <a:pt x="50" y="11"/>
                      <a:pt x="71" y="0"/>
                    </a:cubicBezTo>
                    <a:cubicBezTo>
                      <a:pt x="156" y="75"/>
                      <a:pt x="156" y="75"/>
                      <a:pt x="156" y="75"/>
                    </a:cubicBezTo>
                    <a:cubicBezTo>
                      <a:pt x="123" y="55"/>
                      <a:pt x="85" y="23"/>
                      <a:pt x="47" y="26"/>
                    </a:cubicBezTo>
                    <a:cubicBezTo>
                      <a:pt x="19" y="27"/>
                      <a:pt x="0" y="40"/>
                      <a:pt x="0" y="40"/>
                    </a:cubicBezTo>
                    <a:close/>
                  </a:path>
                </a:pathLst>
              </a:custGeom>
              <a:solidFill>
                <a:srgbClr val="FFE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4" name="Freeform 52">
                <a:extLst>
                  <a:ext uri="{FF2B5EF4-FFF2-40B4-BE49-F238E27FC236}">
                    <a16:creationId xmlns:a16="http://schemas.microsoft.com/office/drawing/2014/main" id="{5213B077-B2B7-4822-8063-7B03507DC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435"/>
                <a:ext cx="431" cy="202"/>
              </a:xfrm>
              <a:custGeom>
                <a:avLst/>
                <a:gdLst>
                  <a:gd name="T0" fmla="*/ 0 w 172"/>
                  <a:gd name="T1" fmla="*/ 247 h 76"/>
                  <a:gd name="T2" fmla="*/ 1130 w 172"/>
                  <a:gd name="T3" fmla="*/ 1427 h 76"/>
                  <a:gd name="T4" fmla="*/ 2706 w 172"/>
                  <a:gd name="T5" fmla="*/ 0 h 76"/>
                  <a:gd name="T6" fmla="*/ 1022 w 172"/>
                  <a:gd name="T7" fmla="*/ 882 h 76"/>
                  <a:gd name="T8" fmla="*/ 0 w 172"/>
                  <a:gd name="T9" fmla="*/ 247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2" h="76">
                    <a:moveTo>
                      <a:pt x="0" y="13"/>
                    </a:moveTo>
                    <a:cubicBezTo>
                      <a:pt x="72" y="76"/>
                      <a:pt x="72" y="76"/>
                      <a:pt x="72" y="76"/>
                    </a:cubicBezTo>
                    <a:cubicBezTo>
                      <a:pt x="97" y="50"/>
                      <a:pt x="172" y="0"/>
                      <a:pt x="172" y="0"/>
                    </a:cubicBezTo>
                    <a:cubicBezTo>
                      <a:pt x="131" y="19"/>
                      <a:pt x="81" y="46"/>
                      <a:pt x="65" y="47"/>
                    </a:cubicBezTo>
                    <a:cubicBezTo>
                      <a:pt x="49" y="49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EEF5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5" name="Freeform 53">
                <a:extLst>
                  <a:ext uri="{FF2B5EF4-FFF2-40B4-BE49-F238E27FC236}">
                    <a16:creationId xmlns:a16="http://schemas.microsoft.com/office/drawing/2014/main" id="{2FF387A8-6BA0-4F06-A1F8-A0729B4D5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875"/>
                <a:ext cx="372" cy="170"/>
              </a:xfrm>
              <a:custGeom>
                <a:avLst/>
                <a:gdLst>
                  <a:gd name="T0" fmla="*/ 0 w 149"/>
                  <a:gd name="T1" fmla="*/ 0 h 64"/>
                  <a:gd name="T2" fmla="*/ 1121 w 149"/>
                  <a:gd name="T3" fmla="*/ 1201 h 64"/>
                  <a:gd name="T4" fmla="*/ 2319 w 149"/>
                  <a:gd name="T5" fmla="*/ 319 h 64"/>
                  <a:gd name="T6" fmla="*/ 1091 w 149"/>
                  <a:gd name="T7" fmla="*/ 733 h 64"/>
                  <a:gd name="T8" fmla="*/ 0 w 149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64">
                    <a:moveTo>
                      <a:pt x="0" y="0"/>
                    </a:moveTo>
                    <a:cubicBezTo>
                      <a:pt x="72" y="64"/>
                      <a:pt x="72" y="64"/>
                      <a:pt x="72" y="64"/>
                    </a:cubicBezTo>
                    <a:cubicBezTo>
                      <a:pt x="96" y="43"/>
                      <a:pt x="149" y="17"/>
                      <a:pt x="149" y="17"/>
                    </a:cubicBezTo>
                    <a:cubicBezTo>
                      <a:pt x="108" y="36"/>
                      <a:pt x="86" y="37"/>
                      <a:pt x="70" y="39"/>
                    </a:cubicBezTo>
                    <a:cubicBezTo>
                      <a:pt x="54" y="4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6" name="Freeform 54">
                <a:extLst>
                  <a:ext uri="{FF2B5EF4-FFF2-40B4-BE49-F238E27FC236}">
                    <a16:creationId xmlns:a16="http://schemas.microsoft.com/office/drawing/2014/main" id="{07DA7F5D-4BAD-4923-B4D2-D4612CF8B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605"/>
                <a:ext cx="652" cy="240"/>
              </a:xfrm>
              <a:custGeom>
                <a:avLst/>
                <a:gdLst>
                  <a:gd name="T0" fmla="*/ 0 w 261"/>
                  <a:gd name="T1" fmla="*/ 491 h 90"/>
                  <a:gd name="T2" fmla="*/ 1124 w 261"/>
                  <a:gd name="T3" fmla="*/ 1707 h 90"/>
                  <a:gd name="T4" fmla="*/ 4069 w 261"/>
                  <a:gd name="T5" fmla="*/ 0 h 90"/>
                  <a:gd name="T6" fmla="*/ 1217 w 261"/>
                  <a:gd name="T7" fmla="*/ 1216 h 90"/>
                  <a:gd name="T8" fmla="*/ 0 w 261"/>
                  <a:gd name="T9" fmla="*/ 491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1" h="90">
                    <a:moveTo>
                      <a:pt x="0" y="26"/>
                    </a:moveTo>
                    <a:cubicBezTo>
                      <a:pt x="72" y="90"/>
                      <a:pt x="72" y="90"/>
                      <a:pt x="72" y="90"/>
                    </a:cubicBezTo>
                    <a:cubicBezTo>
                      <a:pt x="96" y="69"/>
                      <a:pt x="261" y="0"/>
                      <a:pt x="261" y="0"/>
                    </a:cubicBezTo>
                    <a:cubicBezTo>
                      <a:pt x="219" y="19"/>
                      <a:pt x="105" y="61"/>
                      <a:pt x="78" y="64"/>
                    </a:cubicBezTo>
                    <a:cubicBezTo>
                      <a:pt x="62" y="66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7" name="Freeform 55">
                <a:extLst>
                  <a:ext uri="{FF2B5EF4-FFF2-40B4-BE49-F238E27FC236}">
                    <a16:creationId xmlns:a16="http://schemas.microsoft.com/office/drawing/2014/main" id="{943F70F4-6C91-4644-BD51-24E916D9C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917"/>
                <a:ext cx="1565" cy="678"/>
              </a:xfrm>
              <a:custGeom>
                <a:avLst/>
                <a:gdLst>
                  <a:gd name="T0" fmla="*/ 0 w 626"/>
                  <a:gd name="T1" fmla="*/ 3804 h 254"/>
                  <a:gd name="T2" fmla="*/ 9783 w 626"/>
                  <a:gd name="T3" fmla="*/ 0 h 254"/>
                  <a:gd name="T4" fmla="*/ 1188 w 626"/>
                  <a:gd name="T5" fmla="*/ 3441 h 254"/>
                  <a:gd name="T6" fmla="*/ 958 w 626"/>
                  <a:gd name="T7" fmla="*/ 4831 h 2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6" h="254">
                    <a:moveTo>
                      <a:pt x="0" y="200"/>
                    </a:moveTo>
                    <a:cubicBezTo>
                      <a:pt x="51" y="163"/>
                      <a:pt x="350" y="33"/>
                      <a:pt x="626" y="0"/>
                    </a:cubicBezTo>
                    <a:cubicBezTo>
                      <a:pt x="488" y="13"/>
                      <a:pt x="112" y="146"/>
                      <a:pt x="76" y="181"/>
                    </a:cubicBezTo>
                    <a:cubicBezTo>
                      <a:pt x="35" y="221"/>
                      <a:pt x="61" y="254"/>
                      <a:pt x="61" y="254"/>
                    </a:cubicBezTo>
                  </a:path>
                </a:pathLst>
              </a:custGeom>
              <a:solidFill>
                <a:srgbClr val="FCE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8" name="Freeform 56">
                <a:extLst>
                  <a:ext uri="{FF2B5EF4-FFF2-40B4-BE49-F238E27FC236}">
                    <a16:creationId xmlns:a16="http://schemas.microsoft.com/office/drawing/2014/main" id="{41843212-65C7-48A7-A859-DDE885DD5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976"/>
                <a:ext cx="650" cy="293"/>
              </a:xfrm>
              <a:custGeom>
                <a:avLst/>
                <a:gdLst>
                  <a:gd name="T0" fmla="*/ 0 w 260"/>
                  <a:gd name="T1" fmla="*/ 2078 h 110"/>
                  <a:gd name="T2" fmla="*/ 4063 w 260"/>
                  <a:gd name="T3" fmla="*/ 1774 h 110"/>
                  <a:gd name="T4" fmla="*/ 1595 w 260"/>
                  <a:gd name="T5" fmla="*/ 0 h 110"/>
                  <a:gd name="T6" fmla="*/ 2375 w 260"/>
                  <a:gd name="T7" fmla="*/ 1249 h 110"/>
                  <a:gd name="T8" fmla="*/ 0 w 260"/>
                  <a:gd name="T9" fmla="*/ 2078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0" h="110">
                    <a:moveTo>
                      <a:pt x="0" y="110"/>
                    </a:moveTo>
                    <a:cubicBezTo>
                      <a:pt x="38" y="102"/>
                      <a:pt x="212" y="90"/>
                      <a:pt x="260" y="94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142" y="22"/>
                      <a:pt x="168" y="52"/>
                      <a:pt x="152" y="66"/>
                    </a:cubicBezTo>
                    <a:cubicBezTo>
                      <a:pt x="136" y="80"/>
                      <a:pt x="0" y="110"/>
                      <a:pt x="0" y="1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9" name="Freeform 57">
                <a:extLst>
                  <a:ext uri="{FF2B5EF4-FFF2-40B4-BE49-F238E27FC236}">
                    <a16:creationId xmlns:a16="http://schemas.microsoft.com/office/drawing/2014/main" id="{A70C5FF3-C947-4ABA-9203-0B582138C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864"/>
                <a:ext cx="215" cy="245"/>
              </a:xfrm>
              <a:custGeom>
                <a:avLst/>
                <a:gdLst>
                  <a:gd name="T0" fmla="*/ 0 w 86"/>
                  <a:gd name="T1" fmla="*/ 1228 h 92"/>
                  <a:gd name="T2" fmla="*/ 613 w 86"/>
                  <a:gd name="T3" fmla="*/ 716 h 92"/>
                  <a:gd name="T4" fmla="*/ 1283 w 86"/>
                  <a:gd name="T5" fmla="*/ 0 h 92"/>
                  <a:gd name="T6" fmla="*/ 1083 w 86"/>
                  <a:gd name="T7" fmla="*/ 794 h 92"/>
                  <a:gd name="T8" fmla="*/ 1345 w 86"/>
                  <a:gd name="T9" fmla="*/ 1736 h 92"/>
                  <a:gd name="T10" fmla="*/ 708 w 86"/>
                  <a:gd name="T11" fmla="*/ 1398 h 92"/>
                  <a:gd name="T12" fmla="*/ 300 w 86"/>
                  <a:gd name="T13" fmla="*/ 1228 h 92"/>
                  <a:gd name="T14" fmla="*/ 95 w 86"/>
                  <a:gd name="T15" fmla="*/ 1305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92">
                    <a:moveTo>
                      <a:pt x="0" y="65"/>
                    </a:moveTo>
                    <a:cubicBezTo>
                      <a:pt x="13" y="61"/>
                      <a:pt x="27" y="45"/>
                      <a:pt x="39" y="38"/>
                    </a:cubicBezTo>
                    <a:cubicBezTo>
                      <a:pt x="56" y="28"/>
                      <a:pt x="65" y="9"/>
                      <a:pt x="82" y="0"/>
                    </a:cubicBezTo>
                    <a:cubicBezTo>
                      <a:pt x="79" y="19"/>
                      <a:pt x="61" y="21"/>
                      <a:pt x="69" y="42"/>
                    </a:cubicBezTo>
                    <a:cubicBezTo>
                      <a:pt x="76" y="58"/>
                      <a:pt x="84" y="74"/>
                      <a:pt x="86" y="92"/>
                    </a:cubicBezTo>
                    <a:cubicBezTo>
                      <a:pt x="73" y="83"/>
                      <a:pt x="59" y="80"/>
                      <a:pt x="45" y="74"/>
                    </a:cubicBezTo>
                    <a:cubicBezTo>
                      <a:pt x="35" y="69"/>
                      <a:pt x="31" y="64"/>
                      <a:pt x="19" y="65"/>
                    </a:cubicBezTo>
                    <a:cubicBezTo>
                      <a:pt x="14" y="66"/>
                      <a:pt x="12" y="70"/>
                      <a:pt x="6" y="69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0" name="Freeform 58">
                <a:extLst>
                  <a:ext uri="{FF2B5EF4-FFF2-40B4-BE49-F238E27FC236}">
                    <a16:creationId xmlns:a16="http://schemas.microsoft.com/office/drawing/2014/main" id="{60ED6574-2CD4-4A66-BC82-E963F6B1C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805"/>
                <a:ext cx="103" cy="174"/>
              </a:xfrm>
              <a:custGeom>
                <a:avLst/>
                <a:gdLst>
                  <a:gd name="T0" fmla="*/ 0 w 41"/>
                  <a:gd name="T1" fmla="*/ 1189 h 65"/>
                  <a:gd name="T2" fmla="*/ 555 w 41"/>
                  <a:gd name="T3" fmla="*/ 1247 h 65"/>
                  <a:gd name="T4" fmla="*/ 631 w 41"/>
                  <a:gd name="T5" fmla="*/ 573 h 65"/>
                  <a:gd name="T6" fmla="*/ 317 w 41"/>
                  <a:gd name="T7" fmla="*/ 0 h 65"/>
                  <a:gd name="T8" fmla="*/ 95 w 41"/>
                  <a:gd name="T9" fmla="*/ 103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65">
                    <a:moveTo>
                      <a:pt x="0" y="62"/>
                    </a:moveTo>
                    <a:cubicBezTo>
                      <a:pt x="15" y="58"/>
                      <a:pt x="23" y="56"/>
                      <a:pt x="35" y="65"/>
                    </a:cubicBezTo>
                    <a:cubicBezTo>
                      <a:pt x="23" y="50"/>
                      <a:pt x="41" y="42"/>
                      <a:pt x="40" y="30"/>
                    </a:cubicBezTo>
                    <a:cubicBezTo>
                      <a:pt x="38" y="15"/>
                      <a:pt x="18" y="16"/>
                      <a:pt x="20" y="0"/>
                    </a:cubicBezTo>
                    <a:cubicBezTo>
                      <a:pt x="14" y="1"/>
                      <a:pt x="18" y="45"/>
                      <a:pt x="6" y="54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1" name="Freeform 59">
                <a:extLst>
                  <a:ext uri="{FF2B5EF4-FFF2-40B4-BE49-F238E27FC236}">
                    <a16:creationId xmlns:a16="http://schemas.microsoft.com/office/drawing/2014/main" id="{71D12C0F-EE1A-429A-BC97-BD3807FF1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723"/>
                <a:ext cx="215" cy="168"/>
              </a:xfrm>
              <a:custGeom>
                <a:avLst/>
                <a:gdLst>
                  <a:gd name="T0" fmla="*/ 0 w 86"/>
                  <a:gd name="T1" fmla="*/ 35 h 63"/>
                  <a:gd name="T2" fmla="*/ 270 w 86"/>
                  <a:gd name="T3" fmla="*/ 909 h 63"/>
                  <a:gd name="T4" fmla="*/ 395 w 86"/>
                  <a:gd name="T5" fmla="*/ 931 h 63"/>
                  <a:gd name="T6" fmla="*/ 363 w 86"/>
                  <a:gd name="T7" fmla="*/ 1195 h 63"/>
                  <a:gd name="T8" fmla="*/ 813 w 86"/>
                  <a:gd name="T9" fmla="*/ 909 h 63"/>
                  <a:gd name="T10" fmla="*/ 1345 w 86"/>
                  <a:gd name="T11" fmla="*/ 435 h 63"/>
                  <a:gd name="T12" fmla="*/ 688 w 86"/>
                  <a:gd name="T13" fmla="*/ 435 h 63"/>
                  <a:gd name="T14" fmla="*/ 220 w 86"/>
                  <a:gd name="T15" fmla="*/ 35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63">
                    <a:moveTo>
                      <a:pt x="0" y="2"/>
                    </a:moveTo>
                    <a:cubicBezTo>
                      <a:pt x="11" y="14"/>
                      <a:pt x="18" y="31"/>
                      <a:pt x="17" y="48"/>
                    </a:cubicBezTo>
                    <a:cubicBezTo>
                      <a:pt x="20" y="47"/>
                      <a:pt x="23" y="49"/>
                      <a:pt x="25" y="49"/>
                    </a:cubicBezTo>
                    <a:cubicBezTo>
                      <a:pt x="24" y="54"/>
                      <a:pt x="23" y="59"/>
                      <a:pt x="23" y="63"/>
                    </a:cubicBezTo>
                    <a:cubicBezTo>
                      <a:pt x="32" y="61"/>
                      <a:pt x="42" y="52"/>
                      <a:pt x="52" y="48"/>
                    </a:cubicBezTo>
                    <a:cubicBezTo>
                      <a:pt x="65" y="42"/>
                      <a:pt x="84" y="40"/>
                      <a:pt x="86" y="23"/>
                    </a:cubicBezTo>
                    <a:cubicBezTo>
                      <a:pt x="72" y="25"/>
                      <a:pt x="57" y="31"/>
                      <a:pt x="44" y="23"/>
                    </a:cubicBezTo>
                    <a:cubicBezTo>
                      <a:pt x="35" y="17"/>
                      <a:pt x="25" y="0"/>
                      <a:pt x="14" y="2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2" name="Freeform 60">
                <a:extLst>
                  <a:ext uri="{FF2B5EF4-FFF2-40B4-BE49-F238E27FC236}">
                    <a16:creationId xmlns:a16="http://schemas.microsoft.com/office/drawing/2014/main" id="{3CFD19F3-6E79-4E7E-825A-9CF9B9257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56"/>
                <a:ext cx="185" cy="299"/>
              </a:xfrm>
              <a:custGeom>
                <a:avLst/>
                <a:gdLst>
                  <a:gd name="T0" fmla="*/ 0 w 74"/>
                  <a:gd name="T1" fmla="*/ 742 h 112"/>
                  <a:gd name="T2" fmla="*/ 770 w 74"/>
                  <a:gd name="T3" fmla="*/ 1220 h 112"/>
                  <a:gd name="T4" fmla="*/ 988 w 74"/>
                  <a:gd name="T5" fmla="*/ 2130 h 112"/>
                  <a:gd name="T6" fmla="*/ 1158 w 74"/>
                  <a:gd name="T7" fmla="*/ 457 h 112"/>
                  <a:gd name="T8" fmla="*/ 738 w 74"/>
                  <a:gd name="T9" fmla="*/ 56 h 112"/>
                  <a:gd name="T10" fmla="*/ 113 w 74"/>
                  <a:gd name="T11" fmla="*/ 115 h 112"/>
                  <a:gd name="T12" fmla="*/ 425 w 74"/>
                  <a:gd name="T13" fmla="*/ 649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12">
                    <a:moveTo>
                      <a:pt x="0" y="39"/>
                    </a:moveTo>
                    <a:cubicBezTo>
                      <a:pt x="24" y="37"/>
                      <a:pt x="43" y="39"/>
                      <a:pt x="49" y="64"/>
                    </a:cubicBezTo>
                    <a:cubicBezTo>
                      <a:pt x="53" y="80"/>
                      <a:pt x="54" y="97"/>
                      <a:pt x="63" y="112"/>
                    </a:cubicBezTo>
                    <a:cubicBezTo>
                      <a:pt x="55" y="80"/>
                      <a:pt x="54" y="50"/>
                      <a:pt x="74" y="24"/>
                    </a:cubicBezTo>
                    <a:cubicBezTo>
                      <a:pt x="60" y="26"/>
                      <a:pt x="58" y="7"/>
                      <a:pt x="47" y="3"/>
                    </a:cubicBezTo>
                    <a:cubicBezTo>
                      <a:pt x="38" y="0"/>
                      <a:pt x="16" y="3"/>
                      <a:pt x="7" y="6"/>
                    </a:cubicBezTo>
                    <a:cubicBezTo>
                      <a:pt x="16" y="12"/>
                      <a:pt x="29" y="23"/>
                      <a:pt x="27" y="34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3" name="Freeform 61">
                <a:extLst>
                  <a:ext uri="{FF2B5EF4-FFF2-40B4-BE49-F238E27FC236}">
                    <a16:creationId xmlns:a16="http://schemas.microsoft.com/office/drawing/2014/main" id="{C6757B6B-27FF-49AE-8879-F0B1DC34D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720"/>
                <a:ext cx="138" cy="256"/>
              </a:xfrm>
              <a:custGeom>
                <a:avLst/>
                <a:gdLst>
                  <a:gd name="T0" fmla="*/ 113 w 55"/>
                  <a:gd name="T1" fmla="*/ 0 h 96"/>
                  <a:gd name="T2" fmla="*/ 33 w 55"/>
                  <a:gd name="T3" fmla="*/ 797 h 96"/>
                  <a:gd name="T4" fmla="*/ 50 w 55"/>
                  <a:gd name="T5" fmla="*/ 1344 h 96"/>
                  <a:gd name="T6" fmla="*/ 158 w 55"/>
                  <a:gd name="T7" fmla="*/ 1821 h 96"/>
                  <a:gd name="T8" fmla="*/ 868 w 55"/>
                  <a:gd name="T9" fmla="*/ 968 h 96"/>
                  <a:gd name="T10" fmla="*/ 125 w 55"/>
                  <a:gd name="T11" fmla="*/ 35 h 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96">
                    <a:moveTo>
                      <a:pt x="7" y="0"/>
                    </a:moveTo>
                    <a:cubicBezTo>
                      <a:pt x="6" y="15"/>
                      <a:pt x="4" y="28"/>
                      <a:pt x="2" y="42"/>
                    </a:cubicBezTo>
                    <a:cubicBezTo>
                      <a:pt x="0" y="52"/>
                      <a:pt x="1" y="62"/>
                      <a:pt x="3" y="71"/>
                    </a:cubicBezTo>
                    <a:cubicBezTo>
                      <a:pt x="5" y="79"/>
                      <a:pt x="13" y="89"/>
                      <a:pt x="10" y="96"/>
                    </a:cubicBezTo>
                    <a:cubicBezTo>
                      <a:pt x="12" y="67"/>
                      <a:pt x="39" y="66"/>
                      <a:pt x="55" y="51"/>
                    </a:cubicBezTo>
                    <a:cubicBezTo>
                      <a:pt x="39" y="39"/>
                      <a:pt x="13" y="24"/>
                      <a:pt x="8" y="2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4" name="Freeform 62">
                <a:extLst>
                  <a:ext uri="{FF2B5EF4-FFF2-40B4-BE49-F238E27FC236}">
                    <a16:creationId xmlns:a16="http://schemas.microsoft.com/office/drawing/2014/main" id="{18B06BC9-0C7B-4BB8-9ABB-EB6373019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256"/>
                <a:ext cx="302" cy="248"/>
              </a:xfrm>
              <a:custGeom>
                <a:avLst/>
                <a:gdLst>
                  <a:gd name="T0" fmla="*/ 636 w 121"/>
                  <a:gd name="T1" fmla="*/ 0 h 93"/>
                  <a:gd name="T2" fmla="*/ 1882 w 121"/>
                  <a:gd name="T3" fmla="*/ 1651 h 93"/>
                  <a:gd name="T4" fmla="*/ 1415 w 121"/>
                  <a:gd name="T5" fmla="*/ 1741 h 93"/>
                  <a:gd name="T6" fmla="*/ 966 w 121"/>
                  <a:gd name="T7" fmla="*/ 1515 h 93"/>
                  <a:gd name="T8" fmla="*/ 437 w 121"/>
                  <a:gd name="T9" fmla="*/ 1592 h 93"/>
                  <a:gd name="T10" fmla="*/ 0 w 121"/>
                  <a:gd name="T11" fmla="*/ 1365 h 93"/>
                  <a:gd name="T12" fmla="*/ 604 w 121"/>
                  <a:gd name="T13" fmla="*/ 547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3">
                    <a:moveTo>
                      <a:pt x="41" y="0"/>
                    </a:moveTo>
                    <a:cubicBezTo>
                      <a:pt x="42" y="46"/>
                      <a:pt x="83" y="79"/>
                      <a:pt x="121" y="87"/>
                    </a:cubicBezTo>
                    <a:cubicBezTo>
                      <a:pt x="112" y="91"/>
                      <a:pt x="101" y="93"/>
                      <a:pt x="91" y="92"/>
                    </a:cubicBezTo>
                    <a:cubicBezTo>
                      <a:pt x="77" y="91"/>
                      <a:pt x="74" y="83"/>
                      <a:pt x="62" y="80"/>
                    </a:cubicBezTo>
                    <a:cubicBezTo>
                      <a:pt x="50" y="77"/>
                      <a:pt x="39" y="82"/>
                      <a:pt x="28" y="84"/>
                    </a:cubicBezTo>
                    <a:cubicBezTo>
                      <a:pt x="14" y="87"/>
                      <a:pt x="13" y="79"/>
                      <a:pt x="0" y="72"/>
                    </a:cubicBezTo>
                    <a:cubicBezTo>
                      <a:pt x="7" y="59"/>
                      <a:pt x="26" y="33"/>
                      <a:pt x="39" y="29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5" name="Freeform 63">
                <a:extLst>
                  <a:ext uri="{FF2B5EF4-FFF2-40B4-BE49-F238E27FC236}">
                    <a16:creationId xmlns:a16="http://schemas.microsoft.com/office/drawing/2014/main" id="{9726E314-3E80-48EC-A96F-5CE7B64A7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413"/>
                <a:ext cx="407" cy="280"/>
              </a:xfrm>
              <a:custGeom>
                <a:avLst/>
                <a:gdLst>
                  <a:gd name="T0" fmla="*/ 0 w 163"/>
                  <a:gd name="T1" fmla="*/ 1992 h 105"/>
                  <a:gd name="T2" fmla="*/ 1571 w 163"/>
                  <a:gd name="T3" fmla="*/ 819 h 105"/>
                  <a:gd name="T4" fmla="*/ 2287 w 163"/>
                  <a:gd name="T5" fmla="*/ 1024 h 105"/>
                  <a:gd name="T6" fmla="*/ 2307 w 163"/>
                  <a:gd name="T7" fmla="*/ 35 h 105"/>
                  <a:gd name="T8" fmla="*/ 1665 w 163"/>
                  <a:gd name="T9" fmla="*/ 533 h 105"/>
                  <a:gd name="T10" fmla="*/ 1196 w 163"/>
                  <a:gd name="T11" fmla="*/ 909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3" h="105">
                    <a:moveTo>
                      <a:pt x="0" y="105"/>
                    </a:moveTo>
                    <a:cubicBezTo>
                      <a:pt x="26" y="90"/>
                      <a:pt x="68" y="58"/>
                      <a:pt x="101" y="43"/>
                    </a:cubicBezTo>
                    <a:cubicBezTo>
                      <a:pt x="125" y="32"/>
                      <a:pt x="135" y="29"/>
                      <a:pt x="147" y="54"/>
                    </a:cubicBezTo>
                    <a:cubicBezTo>
                      <a:pt x="147" y="42"/>
                      <a:pt x="163" y="0"/>
                      <a:pt x="148" y="2"/>
                    </a:cubicBezTo>
                    <a:cubicBezTo>
                      <a:pt x="138" y="3"/>
                      <a:pt x="116" y="22"/>
                      <a:pt x="107" y="28"/>
                    </a:cubicBezTo>
                    <a:cubicBezTo>
                      <a:pt x="96" y="36"/>
                      <a:pt x="88" y="40"/>
                      <a:pt x="77" y="48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6" name="Freeform 64">
                <a:extLst>
                  <a:ext uri="{FF2B5EF4-FFF2-40B4-BE49-F238E27FC236}">
                    <a16:creationId xmlns:a16="http://schemas.microsoft.com/office/drawing/2014/main" id="{B7385295-04BB-41CC-B819-3010EB939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464"/>
                <a:ext cx="95" cy="88"/>
              </a:xfrm>
              <a:custGeom>
                <a:avLst/>
                <a:gdLst>
                  <a:gd name="T0" fmla="*/ 113 w 38"/>
                  <a:gd name="T1" fmla="*/ 21 h 33"/>
                  <a:gd name="T2" fmla="*/ 33 w 38"/>
                  <a:gd name="T3" fmla="*/ 627 h 33"/>
                  <a:gd name="T4" fmla="*/ 595 w 38"/>
                  <a:gd name="T5" fmla="*/ 136 h 33"/>
                  <a:gd name="T6" fmla="*/ 145 w 38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3">
                    <a:moveTo>
                      <a:pt x="7" y="1"/>
                    </a:moveTo>
                    <a:cubicBezTo>
                      <a:pt x="2" y="11"/>
                      <a:pt x="0" y="23"/>
                      <a:pt x="2" y="33"/>
                    </a:cubicBezTo>
                    <a:cubicBezTo>
                      <a:pt x="8" y="16"/>
                      <a:pt x="23" y="14"/>
                      <a:pt x="38" y="7"/>
                    </a:cubicBezTo>
                    <a:cubicBezTo>
                      <a:pt x="29" y="11"/>
                      <a:pt x="14" y="8"/>
                      <a:pt x="9" y="0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7" name="Freeform 65">
                <a:extLst>
                  <a:ext uri="{FF2B5EF4-FFF2-40B4-BE49-F238E27FC236}">
                    <a16:creationId xmlns:a16="http://schemas.microsoft.com/office/drawing/2014/main" id="{F3E47A8E-2616-4602-8776-DDA77561C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37"/>
                <a:ext cx="195" cy="206"/>
              </a:xfrm>
              <a:custGeom>
                <a:avLst/>
                <a:gdLst>
                  <a:gd name="T0" fmla="*/ 63 w 78"/>
                  <a:gd name="T1" fmla="*/ 650 h 77"/>
                  <a:gd name="T2" fmla="*/ 1220 w 78"/>
                  <a:gd name="T3" fmla="*/ 21 h 77"/>
                  <a:gd name="T4" fmla="*/ 425 w 78"/>
                  <a:gd name="T5" fmla="*/ 573 h 77"/>
                  <a:gd name="T6" fmla="*/ 438 w 78"/>
                  <a:gd name="T7" fmla="*/ 1474 h 77"/>
                  <a:gd name="T8" fmla="*/ 345 w 78"/>
                  <a:gd name="T9" fmla="*/ 915 h 77"/>
                  <a:gd name="T10" fmla="*/ 0 w 78"/>
                  <a:gd name="T11" fmla="*/ 629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7">
                    <a:moveTo>
                      <a:pt x="4" y="34"/>
                    </a:moveTo>
                    <a:cubicBezTo>
                      <a:pt x="23" y="18"/>
                      <a:pt x="53" y="0"/>
                      <a:pt x="78" y="1"/>
                    </a:cubicBezTo>
                    <a:cubicBezTo>
                      <a:pt x="63" y="4"/>
                      <a:pt x="27" y="10"/>
                      <a:pt x="27" y="30"/>
                    </a:cubicBezTo>
                    <a:cubicBezTo>
                      <a:pt x="28" y="43"/>
                      <a:pt x="47" y="69"/>
                      <a:pt x="28" y="77"/>
                    </a:cubicBezTo>
                    <a:cubicBezTo>
                      <a:pt x="28" y="65"/>
                      <a:pt x="31" y="57"/>
                      <a:pt x="22" y="48"/>
                    </a:cubicBezTo>
                    <a:cubicBezTo>
                      <a:pt x="15" y="43"/>
                      <a:pt x="6" y="38"/>
                      <a:pt x="0" y="33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8" name="Freeform 66">
                <a:extLst>
                  <a:ext uri="{FF2B5EF4-FFF2-40B4-BE49-F238E27FC236}">
                    <a16:creationId xmlns:a16="http://schemas.microsoft.com/office/drawing/2014/main" id="{47B89BBE-D8E4-4782-911E-769FFAA60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568"/>
                <a:ext cx="47" cy="69"/>
              </a:xfrm>
              <a:custGeom>
                <a:avLst/>
                <a:gdLst>
                  <a:gd name="T0" fmla="*/ 183 w 19"/>
                  <a:gd name="T1" fmla="*/ 21 h 26"/>
                  <a:gd name="T2" fmla="*/ 30 w 19"/>
                  <a:gd name="T3" fmla="*/ 486 h 26"/>
                  <a:gd name="T4" fmla="*/ 287 w 19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6">
                    <a:moveTo>
                      <a:pt x="12" y="1"/>
                    </a:moveTo>
                    <a:cubicBezTo>
                      <a:pt x="6" y="6"/>
                      <a:pt x="0" y="18"/>
                      <a:pt x="2" y="26"/>
                    </a:cubicBezTo>
                    <a:cubicBezTo>
                      <a:pt x="12" y="23"/>
                      <a:pt x="11" y="7"/>
                      <a:pt x="19" y="0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9" name="Freeform 67">
                <a:extLst>
                  <a:ext uri="{FF2B5EF4-FFF2-40B4-BE49-F238E27FC236}">
                    <a16:creationId xmlns:a16="http://schemas.microsoft.com/office/drawing/2014/main" id="{731AE817-F1E8-497F-BDD1-BA85E9FED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283"/>
                <a:ext cx="428" cy="584"/>
              </a:xfrm>
              <a:custGeom>
                <a:avLst/>
                <a:gdLst>
                  <a:gd name="T0" fmla="*/ 2681 w 171"/>
                  <a:gd name="T1" fmla="*/ 2936 h 219"/>
                  <a:gd name="T2" fmla="*/ 0 w 171"/>
                  <a:gd name="T3" fmla="*/ 0 h 219"/>
                  <a:gd name="T4" fmla="*/ 0 w 171"/>
                  <a:gd name="T5" fmla="*/ 760 h 219"/>
                  <a:gd name="T6" fmla="*/ 33 w 171"/>
                  <a:gd name="T7" fmla="*/ 776 h 219"/>
                  <a:gd name="T8" fmla="*/ 1146 w 171"/>
                  <a:gd name="T9" fmla="*/ 2616 h 219"/>
                  <a:gd name="T10" fmla="*/ 1146 w 171"/>
                  <a:gd name="T11" fmla="*/ 2765 h 219"/>
                  <a:gd name="T12" fmla="*/ 1051 w 171"/>
                  <a:gd name="T13" fmla="*/ 3299 h 219"/>
                  <a:gd name="T14" fmla="*/ 971 w 171"/>
                  <a:gd name="T15" fmla="*/ 3811 h 219"/>
                  <a:gd name="T16" fmla="*/ 1051 w 171"/>
                  <a:gd name="T17" fmla="*/ 4131 h 219"/>
                  <a:gd name="T18" fmla="*/ 1064 w 171"/>
                  <a:gd name="T19" fmla="*/ 4152 h 219"/>
                  <a:gd name="T20" fmla="*/ 1116 w 171"/>
                  <a:gd name="T21" fmla="*/ 3413 h 219"/>
                  <a:gd name="T22" fmla="*/ 1116 w 171"/>
                  <a:gd name="T23" fmla="*/ 3299 h 219"/>
                  <a:gd name="T24" fmla="*/ 1241 w 171"/>
                  <a:gd name="T25" fmla="*/ 2765 h 219"/>
                  <a:gd name="T26" fmla="*/ 1659 w 171"/>
                  <a:gd name="T27" fmla="*/ 2653 h 219"/>
                  <a:gd name="T28" fmla="*/ 2350 w 171"/>
                  <a:gd name="T29" fmla="*/ 3128 h 219"/>
                  <a:gd name="T30" fmla="*/ 2681 w 171"/>
                  <a:gd name="T31" fmla="*/ 3469 h 219"/>
                  <a:gd name="T32" fmla="*/ 2681 w 171"/>
                  <a:gd name="T33" fmla="*/ 2936 h 2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1" h="219">
                    <a:moveTo>
                      <a:pt x="171" y="15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1" y="40"/>
                      <a:pt x="1" y="40"/>
                      <a:pt x="2" y="41"/>
                    </a:cubicBezTo>
                    <a:cubicBezTo>
                      <a:pt x="64" y="67"/>
                      <a:pt x="73" y="113"/>
                      <a:pt x="73" y="138"/>
                    </a:cubicBezTo>
                    <a:cubicBezTo>
                      <a:pt x="73" y="141"/>
                      <a:pt x="73" y="144"/>
                      <a:pt x="73" y="146"/>
                    </a:cubicBezTo>
                    <a:cubicBezTo>
                      <a:pt x="72" y="155"/>
                      <a:pt x="70" y="165"/>
                      <a:pt x="67" y="174"/>
                    </a:cubicBezTo>
                    <a:cubicBezTo>
                      <a:pt x="64" y="184"/>
                      <a:pt x="62" y="193"/>
                      <a:pt x="62" y="201"/>
                    </a:cubicBezTo>
                    <a:cubicBezTo>
                      <a:pt x="62" y="207"/>
                      <a:pt x="63" y="213"/>
                      <a:pt x="67" y="218"/>
                    </a:cubicBezTo>
                    <a:cubicBezTo>
                      <a:pt x="68" y="219"/>
                      <a:pt x="68" y="219"/>
                      <a:pt x="68" y="219"/>
                    </a:cubicBezTo>
                    <a:cubicBezTo>
                      <a:pt x="70" y="215"/>
                      <a:pt x="71" y="205"/>
                      <a:pt x="71" y="180"/>
                    </a:cubicBezTo>
                    <a:cubicBezTo>
                      <a:pt x="71" y="179"/>
                      <a:pt x="71" y="174"/>
                      <a:pt x="71" y="174"/>
                    </a:cubicBezTo>
                    <a:cubicBezTo>
                      <a:pt x="71" y="164"/>
                      <a:pt x="72" y="153"/>
                      <a:pt x="79" y="146"/>
                    </a:cubicBezTo>
                    <a:cubicBezTo>
                      <a:pt x="85" y="141"/>
                      <a:pt x="94" y="139"/>
                      <a:pt x="106" y="140"/>
                    </a:cubicBezTo>
                    <a:cubicBezTo>
                      <a:pt x="125" y="142"/>
                      <a:pt x="136" y="153"/>
                      <a:pt x="150" y="165"/>
                    </a:cubicBezTo>
                    <a:cubicBezTo>
                      <a:pt x="156" y="171"/>
                      <a:pt x="163" y="177"/>
                      <a:pt x="171" y="183"/>
                    </a:cubicBezTo>
                    <a:lnTo>
                      <a:pt x="171" y="155"/>
                    </a:lnTo>
                    <a:close/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0" name="Freeform 68">
                <a:extLst>
                  <a:ext uri="{FF2B5EF4-FFF2-40B4-BE49-F238E27FC236}">
                    <a16:creationId xmlns:a16="http://schemas.microsoft.com/office/drawing/2014/main" id="{4CE79089-DD3A-46C1-AF70-6A2DA67AC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293"/>
                <a:ext cx="428" cy="430"/>
              </a:xfrm>
              <a:custGeom>
                <a:avLst/>
                <a:gdLst>
                  <a:gd name="T0" fmla="*/ 0 w 171"/>
                  <a:gd name="T1" fmla="*/ 35 h 161"/>
                  <a:gd name="T2" fmla="*/ 95 w 171"/>
                  <a:gd name="T3" fmla="*/ 248 h 161"/>
                  <a:gd name="T4" fmla="*/ 270 w 171"/>
                  <a:gd name="T5" fmla="*/ 363 h 161"/>
                  <a:gd name="T6" fmla="*/ 438 w 171"/>
                  <a:gd name="T7" fmla="*/ 572 h 161"/>
                  <a:gd name="T8" fmla="*/ 751 w 171"/>
                  <a:gd name="T9" fmla="*/ 913 h 161"/>
                  <a:gd name="T10" fmla="*/ 971 w 171"/>
                  <a:gd name="T11" fmla="*/ 1298 h 161"/>
                  <a:gd name="T12" fmla="*/ 1179 w 171"/>
                  <a:gd name="T13" fmla="*/ 2497 h 161"/>
                  <a:gd name="T14" fmla="*/ 1492 w 171"/>
                  <a:gd name="T15" fmla="*/ 2134 h 161"/>
                  <a:gd name="T16" fmla="*/ 1880 w 171"/>
                  <a:gd name="T17" fmla="*/ 2326 h 161"/>
                  <a:gd name="T18" fmla="*/ 2380 w 171"/>
                  <a:gd name="T19" fmla="*/ 2860 h 161"/>
                  <a:gd name="T20" fmla="*/ 2681 w 171"/>
                  <a:gd name="T21" fmla="*/ 3066 h 161"/>
                  <a:gd name="T22" fmla="*/ 2681 w 171"/>
                  <a:gd name="T23" fmla="*/ 2874 h 161"/>
                  <a:gd name="T24" fmla="*/ 63 w 171"/>
                  <a:gd name="T25" fmla="*/ 0 h 161"/>
                  <a:gd name="T26" fmla="*/ 0 w 171"/>
                  <a:gd name="T27" fmla="*/ 35 h 1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1" h="161">
                    <a:moveTo>
                      <a:pt x="0" y="2"/>
                    </a:moveTo>
                    <a:cubicBezTo>
                      <a:pt x="1" y="7"/>
                      <a:pt x="2" y="10"/>
                      <a:pt x="6" y="13"/>
                    </a:cubicBezTo>
                    <a:cubicBezTo>
                      <a:pt x="9" y="16"/>
                      <a:pt x="13" y="16"/>
                      <a:pt x="17" y="19"/>
                    </a:cubicBezTo>
                    <a:cubicBezTo>
                      <a:pt x="21" y="22"/>
                      <a:pt x="24" y="27"/>
                      <a:pt x="28" y="30"/>
                    </a:cubicBezTo>
                    <a:cubicBezTo>
                      <a:pt x="35" y="36"/>
                      <a:pt x="43" y="38"/>
                      <a:pt x="48" y="48"/>
                    </a:cubicBezTo>
                    <a:cubicBezTo>
                      <a:pt x="52" y="56"/>
                      <a:pt x="57" y="61"/>
                      <a:pt x="62" y="68"/>
                    </a:cubicBezTo>
                    <a:cubicBezTo>
                      <a:pt x="75" y="87"/>
                      <a:pt x="69" y="111"/>
                      <a:pt x="75" y="131"/>
                    </a:cubicBezTo>
                    <a:cubicBezTo>
                      <a:pt x="79" y="123"/>
                      <a:pt x="87" y="115"/>
                      <a:pt x="95" y="112"/>
                    </a:cubicBezTo>
                    <a:cubicBezTo>
                      <a:pt x="104" y="109"/>
                      <a:pt x="113" y="117"/>
                      <a:pt x="120" y="122"/>
                    </a:cubicBezTo>
                    <a:cubicBezTo>
                      <a:pt x="132" y="130"/>
                      <a:pt x="140" y="143"/>
                      <a:pt x="152" y="150"/>
                    </a:cubicBezTo>
                    <a:cubicBezTo>
                      <a:pt x="159" y="153"/>
                      <a:pt x="166" y="156"/>
                      <a:pt x="171" y="161"/>
                    </a:cubicBezTo>
                    <a:cubicBezTo>
                      <a:pt x="171" y="151"/>
                      <a:pt x="171" y="151"/>
                      <a:pt x="171" y="151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44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1" name="Freeform 69">
                <a:extLst>
                  <a:ext uri="{FF2B5EF4-FFF2-40B4-BE49-F238E27FC236}">
                    <a16:creationId xmlns:a16="http://schemas.microsoft.com/office/drawing/2014/main" id="{54A938E6-1331-42AF-A5A2-8850B6204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283"/>
                <a:ext cx="430" cy="437"/>
              </a:xfrm>
              <a:custGeom>
                <a:avLst/>
                <a:gdLst>
                  <a:gd name="T0" fmla="*/ 430 w 430"/>
                  <a:gd name="T1" fmla="*/ 437 h 437"/>
                  <a:gd name="T2" fmla="*/ 0 w 430"/>
                  <a:gd name="T3" fmla="*/ 21 h 437"/>
                  <a:gd name="T4" fmla="*/ 0 w 430"/>
                  <a:gd name="T5" fmla="*/ 0 h 437"/>
                  <a:gd name="T6" fmla="*/ 430 w 430"/>
                  <a:gd name="T7" fmla="*/ 416 h 437"/>
                  <a:gd name="T8" fmla="*/ 430 w 430"/>
                  <a:gd name="T9" fmla="*/ 437 h 4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0" h="437">
                    <a:moveTo>
                      <a:pt x="430" y="437"/>
                    </a:moveTo>
                    <a:lnTo>
                      <a:pt x="0" y="21"/>
                    </a:lnTo>
                    <a:lnTo>
                      <a:pt x="0" y="0"/>
                    </a:lnTo>
                    <a:lnTo>
                      <a:pt x="430" y="416"/>
                    </a:lnTo>
                    <a:lnTo>
                      <a:pt x="430" y="437"/>
                    </a:ln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2" name="Freeform 70">
                <a:extLst>
                  <a:ext uri="{FF2B5EF4-FFF2-40B4-BE49-F238E27FC236}">
                    <a16:creationId xmlns:a16="http://schemas.microsoft.com/office/drawing/2014/main" id="{5D370D98-3E5E-4697-9A62-23734CE6C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400"/>
                <a:ext cx="80" cy="120"/>
              </a:xfrm>
              <a:custGeom>
                <a:avLst/>
                <a:gdLst>
                  <a:gd name="T0" fmla="*/ 313 w 32"/>
                  <a:gd name="T1" fmla="*/ 307 h 45"/>
                  <a:gd name="T2" fmla="*/ 270 w 32"/>
                  <a:gd name="T3" fmla="*/ 491 h 45"/>
                  <a:gd name="T4" fmla="*/ 458 w 32"/>
                  <a:gd name="T5" fmla="*/ 227 h 45"/>
                  <a:gd name="T6" fmla="*/ 488 w 32"/>
                  <a:gd name="T7" fmla="*/ 419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5">
                    <a:moveTo>
                      <a:pt x="20" y="16"/>
                    </a:moveTo>
                    <a:cubicBezTo>
                      <a:pt x="16" y="17"/>
                      <a:pt x="12" y="23"/>
                      <a:pt x="17" y="26"/>
                    </a:cubicBezTo>
                    <a:cubicBezTo>
                      <a:pt x="22" y="30"/>
                      <a:pt x="32" y="18"/>
                      <a:pt x="29" y="12"/>
                    </a:cubicBezTo>
                    <a:cubicBezTo>
                      <a:pt x="22" y="0"/>
                      <a:pt x="0" y="45"/>
                      <a:pt x="31" y="22"/>
                    </a:cubicBezTo>
                  </a:path>
                </a:pathLst>
              </a:custGeom>
              <a:noFill/>
              <a:ln w="39688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3" name="Freeform 71">
                <a:extLst>
                  <a:ext uri="{FF2B5EF4-FFF2-40B4-BE49-F238E27FC236}">
                    <a16:creationId xmlns:a16="http://schemas.microsoft.com/office/drawing/2014/main" id="{DC91389D-11FE-441E-9C20-36E891FD2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405"/>
                <a:ext cx="75" cy="75"/>
              </a:xfrm>
              <a:custGeom>
                <a:avLst/>
                <a:gdLst>
                  <a:gd name="T0" fmla="*/ 208 w 30"/>
                  <a:gd name="T1" fmla="*/ 171 h 28"/>
                  <a:gd name="T2" fmla="*/ 158 w 30"/>
                  <a:gd name="T3" fmla="*/ 115 h 28"/>
                  <a:gd name="T4" fmla="*/ 175 w 30"/>
                  <a:gd name="T5" fmla="*/ 458 h 28"/>
                  <a:gd name="T6" fmla="*/ 333 w 30"/>
                  <a:gd name="T7" fmla="*/ 56 h 28"/>
                  <a:gd name="T8" fmla="*/ 188 w 30"/>
                  <a:gd name="T9" fmla="*/ 423 h 28"/>
                  <a:gd name="T10" fmla="*/ 375 w 30"/>
                  <a:gd name="T11" fmla="*/ 193 h 28"/>
                  <a:gd name="T12" fmla="*/ 363 w 30"/>
                  <a:gd name="T13" fmla="*/ 23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8">
                    <a:moveTo>
                      <a:pt x="13" y="9"/>
                    </a:moveTo>
                    <a:cubicBezTo>
                      <a:pt x="13" y="8"/>
                      <a:pt x="12" y="6"/>
                      <a:pt x="10" y="6"/>
                    </a:cubicBezTo>
                    <a:cubicBezTo>
                      <a:pt x="6" y="10"/>
                      <a:pt x="5" y="22"/>
                      <a:pt x="11" y="24"/>
                    </a:cubicBezTo>
                    <a:cubicBezTo>
                      <a:pt x="20" y="28"/>
                      <a:pt x="30" y="8"/>
                      <a:pt x="21" y="3"/>
                    </a:cubicBezTo>
                    <a:cubicBezTo>
                      <a:pt x="14" y="0"/>
                      <a:pt x="0" y="17"/>
                      <a:pt x="12" y="22"/>
                    </a:cubicBezTo>
                    <a:cubicBezTo>
                      <a:pt x="19" y="25"/>
                      <a:pt x="30" y="17"/>
                      <a:pt x="24" y="10"/>
                    </a:cubicBezTo>
                    <a:cubicBezTo>
                      <a:pt x="23" y="10"/>
                      <a:pt x="23" y="11"/>
                      <a:pt x="23" y="12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4" name="Freeform 72">
                <a:extLst>
                  <a:ext uri="{FF2B5EF4-FFF2-40B4-BE49-F238E27FC236}">
                    <a16:creationId xmlns:a16="http://schemas.microsoft.com/office/drawing/2014/main" id="{FEE2EA84-87BE-4670-A7AD-4B39BC5BD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440"/>
                <a:ext cx="25" cy="11"/>
              </a:xfrm>
              <a:custGeom>
                <a:avLst/>
                <a:gdLst>
                  <a:gd name="T0" fmla="*/ 0 w 10"/>
                  <a:gd name="T1" fmla="*/ 22 h 4"/>
                  <a:gd name="T2" fmla="*/ 158 w 10"/>
                  <a:gd name="T3" fmla="*/ 47 h 4"/>
                  <a:gd name="T4" fmla="*/ 33 w 10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0" y="1"/>
                    </a:moveTo>
                    <a:cubicBezTo>
                      <a:pt x="3" y="0"/>
                      <a:pt x="7" y="0"/>
                      <a:pt x="10" y="2"/>
                    </a:cubicBezTo>
                    <a:cubicBezTo>
                      <a:pt x="7" y="4"/>
                      <a:pt x="5" y="4"/>
                      <a:pt x="2" y="4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5" name="Freeform 73">
                <a:extLst>
                  <a:ext uri="{FF2B5EF4-FFF2-40B4-BE49-F238E27FC236}">
                    <a16:creationId xmlns:a16="http://schemas.microsoft.com/office/drawing/2014/main" id="{FA1F6B9C-2211-4808-AAAB-61E9F16D3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395"/>
                <a:ext cx="80" cy="82"/>
              </a:xfrm>
              <a:custGeom>
                <a:avLst/>
                <a:gdLst>
                  <a:gd name="T0" fmla="*/ 300 w 32"/>
                  <a:gd name="T1" fmla="*/ 90 h 31"/>
                  <a:gd name="T2" fmla="*/ 395 w 32"/>
                  <a:gd name="T3" fmla="*/ 294 h 31"/>
                  <a:gd name="T4" fmla="*/ 158 w 32"/>
                  <a:gd name="T5" fmla="*/ 20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1">
                    <a:moveTo>
                      <a:pt x="19" y="5"/>
                    </a:moveTo>
                    <a:cubicBezTo>
                      <a:pt x="0" y="3"/>
                      <a:pt x="15" y="31"/>
                      <a:pt x="25" y="16"/>
                    </a:cubicBezTo>
                    <a:cubicBezTo>
                      <a:pt x="32" y="5"/>
                      <a:pt x="13" y="0"/>
                      <a:pt x="10" y="11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6" name="Freeform 74">
                <a:extLst>
                  <a:ext uri="{FF2B5EF4-FFF2-40B4-BE49-F238E27FC236}">
                    <a16:creationId xmlns:a16="http://schemas.microsoft.com/office/drawing/2014/main" id="{C0E973FF-985F-458E-AFDD-E3DEEF4D8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435"/>
                <a:ext cx="15" cy="13"/>
              </a:xfrm>
              <a:custGeom>
                <a:avLst/>
                <a:gdLst>
                  <a:gd name="T0" fmla="*/ 83 w 6"/>
                  <a:gd name="T1" fmla="*/ 88 h 5"/>
                  <a:gd name="T2" fmla="*/ 63 w 6"/>
                  <a:gd name="T3" fmla="*/ 0 h 5"/>
                  <a:gd name="T4" fmla="*/ 33 w 6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5" y="5"/>
                    </a:moveTo>
                    <a:cubicBezTo>
                      <a:pt x="3" y="3"/>
                      <a:pt x="0" y="2"/>
                      <a:pt x="4" y="0"/>
                    </a:cubicBezTo>
                    <a:cubicBezTo>
                      <a:pt x="6" y="4"/>
                      <a:pt x="3" y="3"/>
                      <a:pt x="2" y="4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7" name="Freeform 75">
                <a:extLst>
                  <a:ext uri="{FF2B5EF4-FFF2-40B4-BE49-F238E27FC236}">
                    <a16:creationId xmlns:a16="http://schemas.microsoft.com/office/drawing/2014/main" id="{091D4EF3-3FF6-4F2A-BD5F-9E236EA5C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1360"/>
                <a:ext cx="45" cy="35"/>
              </a:xfrm>
              <a:custGeom>
                <a:avLst/>
                <a:gdLst>
                  <a:gd name="T0" fmla="*/ 238 w 18"/>
                  <a:gd name="T1" fmla="*/ 35 h 13"/>
                  <a:gd name="T2" fmla="*/ 0 w 18"/>
                  <a:gd name="T3" fmla="*/ 137 h 13"/>
                  <a:gd name="T4" fmla="*/ 283 w 18"/>
                  <a:gd name="T5" fmla="*/ 137 h 13"/>
                  <a:gd name="T6" fmla="*/ 175 w 18"/>
                  <a:gd name="T7" fmla="*/ 8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3">
                    <a:moveTo>
                      <a:pt x="15" y="2"/>
                    </a:moveTo>
                    <a:cubicBezTo>
                      <a:pt x="10" y="0"/>
                      <a:pt x="2" y="2"/>
                      <a:pt x="0" y="7"/>
                    </a:cubicBezTo>
                    <a:cubicBezTo>
                      <a:pt x="5" y="11"/>
                      <a:pt x="15" y="13"/>
                      <a:pt x="18" y="7"/>
                    </a:cubicBezTo>
                    <a:cubicBezTo>
                      <a:pt x="16" y="4"/>
                      <a:pt x="14" y="3"/>
                      <a:pt x="11" y="4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8" name="Freeform 76">
                <a:extLst>
                  <a:ext uri="{FF2B5EF4-FFF2-40B4-BE49-F238E27FC236}">
                    <a16:creationId xmlns:a16="http://schemas.microsoft.com/office/drawing/2014/main" id="{FECE93C5-E6F7-4764-9A21-658BE1E4F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440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0 w 4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2"/>
                      <a:pt x="0" y="3"/>
                      <a:pt x="1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4"/>
                      <a:pt x="2" y="2"/>
                      <a:pt x="0" y="3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9" name="Freeform 77">
                <a:extLst>
                  <a:ext uri="{FF2B5EF4-FFF2-40B4-BE49-F238E27FC236}">
                    <a16:creationId xmlns:a16="http://schemas.microsoft.com/office/drawing/2014/main" id="{D0CF3E78-94CC-4DEA-A688-8C98B84D3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440"/>
                <a:ext cx="45" cy="40"/>
              </a:xfrm>
              <a:custGeom>
                <a:avLst/>
                <a:gdLst>
                  <a:gd name="T0" fmla="*/ 220 w 18"/>
                  <a:gd name="T1" fmla="*/ 77 h 15"/>
                  <a:gd name="T2" fmla="*/ 0 w 18"/>
                  <a:gd name="T3" fmla="*/ 248 h 15"/>
                  <a:gd name="T4" fmla="*/ 283 w 18"/>
                  <a:gd name="T5" fmla="*/ 149 h 15"/>
                  <a:gd name="T6" fmla="*/ 0 w 18"/>
                  <a:gd name="T7" fmla="*/ 17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5">
                    <a:moveTo>
                      <a:pt x="14" y="4"/>
                    </a:moveTo>
                    <a:cubicBezTo>
                      <a:pt x="8" y="6"/>
                      <a:pt x="3" y="8"/>
                      <a:pt x="0" y="13"/>
                    </a:cubicBezTo>
                    <a:cubicBezTo>
                      <a:pt x="6" y="15"/>
                      <a:pt x="14" y="13"/>
                      <a:pt x="18" y="8"/>
                    </a:cubicBezTo>
                    <a:cubicBezTo>
                      <a:pt x="14" y="0"/>
                      <a:pt x="5" y="5"/>
                      <a:pt x="0" y="9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0" name="Freeform 78">
                <a:extLst>
                  <a:ext uri="{FF2B5EF4-FFF2-40B4-BE49-F238E27FC236}">
                    <a16:creationId xmlns:a16="http://schemas.microsoft.com/office/drawing/2014/main" id="{DD541BB4-6FC0-447C-9269-325DDE201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437"/>
                <a:ext cx="20" cy="24"/>
              </a:xfrm>
              <a:custGeom>
                <a:avLst/>
                <a:gdLst>
                  <a:gd name="T0" fmla="*/ 95 w 8"/>
                  <a:gd name="T1" fmla="*/ 35 h 9"/>
                  <a:gd name="T2" fmla="*/ 0 w 8"/>
                  <a:gd name="T3" fmla="*/ 93 h 9"/>
                  <a:gd name="T4" fmla="*/ 125 w 8"/>
                  <a:gd name="T5" fmla="*/ 136 h 9"/>
                  <a:gd name="T6" fmla="*/ 83 w 8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6" y="2"/>
                    </a:moveTo>
                    <a:cubicBezTo>
                      <a:pt x="3" y="4"/>
                      <a:pt x="3" y="6"/>
                      <a:pt x="0" y="5"/>
                    </a:cubicBezTo>
                    <a:cubicBezTo>
                      <a:pt x="2" y="0"/>
                      <a:pt x="7" y="2"/>
                      <a:pt x="8" y="7"/>
                    </a:cubicBezTo>
                    <a:cubicBezTo>
                      <a:pt x="7" y="8"/>
                      <a:pt x="6" y="9"/>
                      <a:pt x="5" y="8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1" name="Freeform 79">
                <a:extLst>
                  <a:ext uri="{FF2B5EF4-FFF2-40B4-BE49-F238E27FC236}">
                    <a16:creationId xmlns:a16="http://schemas.microsoft.com/office/drawing/2014/main" id="{3F60F543-B60F-4392-BF58-99573CADA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405"/>
                <a:ext cx="18" cy="16"/>
              </a:xfrm>
              <a:custGeom>
                <a:avLst/>
                <a:gdLst>
                  <a:gd name="T0" fmla="*/ 0 w 7"/>
                  <a:gd name="T1" fmla="*/ 35 h 6"/>
                  <a:gd name="T2" fmla="*/ 0 w 7"/>
                  <a:gd name="T3" fmla="*/ 93 h 6"/>
                  <a:gd name="T4" fmla="*/ 118 w 7"/>
                  <a:gd name="T5" fmla="*/ 56 h 6"/>
                  <a:gd name="T6" fmla="*/ 54 w 7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6"/>
                      <a:pt x="7" y="3"/>
                    </a:cubicBezTo>
                    <a:cubicBezTo>
                      <a:pt x="6" y="0"/>
                      <a:pt x="5" y="2"/>
                      <a:pt x="3" y="1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2" name="Freeform 80">
                <a:extLst>
                  <a:ext uri="{FF2B5EF4-FFF2-40B4-BE49-F238E27FC236}">
                    <a16:creationId xmlns:a16="http://schemas.microsoft.com/office/drawing/2014/main" id="{EBFCE71D-7D17-4060-90FF-CE6AB6851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469"/>
                <a:ext cx="55" cy="43"/>
              </a:xfrm>
              <a:custGeom>
                <a:avLst/>
                <a:gdLst>
                  <a:gd name="T0" fmla="*/ 313 w 22"/>
                  <a:gd name="T1" fmla="*/ 0 h 16"/>
                  <a:gd name="T2" fmla="*/ 113 w 22"/>
                  <a:gd name="T3" fmla="*/ 94 h 16"/>
                  <a:gd name="T4" fmla="*/ 345 w 22"/>
                  <a:gd name="T5" fmla="*/ 159 h 16"/>
                  <a:gd name="T6" fmla="*/ 0 w 22"/>
                  <a:gd name="T7" fmla="*/ 17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cubicBezTo>
                      <a:pt x="19" y="7"/>
                      <a:pt x="12" y="10"/>
                      <a:pt x="7" y="5"/>
                    </a:cubicBezTo>
                    <a:cubicBezTo>
                      <a:pt x="10" y="0"/>
                      <a:pt x="22" y="0"/>
                      <a:pt x="22" y="8"/>
                    </a:cubicBezTo>
                    <a:cubicBezTo>
                      <a:pt x="22" y="14"/>
                      <a:pt x="0" y="16"/>
                      <a:pt x="0" y="9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3" name="Freeform 81">
                <a:extLst>
                  <a:ext uri="{FF2B5EF4-FFF2-40B4-BE49-F238E27FC236}">
                    <a16:creationId xmlns:a16="http://schemas.microsoft.com/office/drawing/2014/main" id="{8C16D582-6D85-4A33-970B-2508F2D33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480"/>
                <a:ext cx="25" cy="24"/>
              </a:xfrm>
              <a:custGeom>
                <a:avLst/>
                <a:gdLst>
                  <a:gd name="T0" fmla="*/ 50 w 10"/>
                  <a:gd name="T1" fmla="*/ 21 h 9"/>
                  <a:gd name="T2" fmla="*/ 0 w 10"/>
                  <a:gd name="T3" fmla="*/ 115 h 9"/>
                  <a:gd name="T4" fmla="*/ 158 w 10"/>
                  <a:gd name="T5" fmla="*/ 56 h 9"/>
                  <a:gd name="T6" fmla="*/ 50 w 10"/>
                  <a:gd name="T7" fmla="*/ 7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3" y="1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4" y="9"/>
                      <a:pt x="8" y="7"/>
                      <a:pt x="10" y="3"/>
                    </a:cubicBezTo>
                    <a:cubicBezTo>
                      <a:pt x="6" y="0"/>
                      <a:pt x="4" y="1"/>
                      <a:pt x="3" y="4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4" name="Freeform 82">
                <a:extLst>
                  <a:ext uri="{FF2B5EF4-FFF2-40B4-BE49-F238E27FC236}">
                    <a16:creationId xmlns:a16="http://schemas.microsoft.com/office/drawing/2014/main" id="{16F61AE5-C545-48E4-93B5-305330F12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485"/>
                <a:ext cx="37" cy="35"/>
              </a:xfrm>
              <a:custGeom>
                <a:avLst/>
                <a:gdLst>
                  <a:gd name="T0" fmla="*/ 91 w 15"/>
                  <a:gd name="T1" fmla="*/ 35 h 13"/>
                  <a:gd name="T2" fmla="*/ 12 w 15"/>
                  <a:gd name="T3" fmla="*/ 218 h 13"/>
                  <a:gd name="T4" fmla="*/ 224 w 15"/>
                  <a:gd name="T5" fmla="*/ 94 h 13"/>
                  <a:gd name="T6" fmla="*/ 42 w 15"/>
                  <a:gd name="T7" fmla="*/ 1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6" y="2"/>
                    </a:moveTo>
                    <a:cubicBezTo>
                      <a:pt x="2" y="5"/>
                      <a:pt x="0" y="8"/>
                      <a:pt x="1" y="11"/>
                    </a:cubicBezTo>
                    <a:cubicBezTo>
                      <a:pt x="6" y="13"/>
                      <a:pt x="12" y="10"/>
                      <a:pt x="15" y="5"/>
                    </a:cubicBezTo>
                    <a:cubicBezTo>
                      <a:pt x="11" y="2"/>
                      <a:pt x="1" y="0"/>
                      <a:pt x="3" y="6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5" name="Freeform 83">
                <a:extLst>
                  <a:ext uri="{FF2B5EF4-FFF2-40B4-BE49-F238E27FC236}">
                    <a16:creationId xmlns:a16="http://schemas.microsoft.com/office/drawing/2014/main" id="{AD86F705-0232-4670-A0EF-A17D70C2C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477"/>
                <a:ext cx="10" cy="27"/>
              </a:xfrm>
              <a:custGeom>
                <a:avLst/>
                <a:gdLst>
                  <a:gd name="T0" fmla="*/ 63 w 4"/>
                  <a:gd name="T1" fmla="*/ 197 h 10"/>
                  <a:gd name="T2" fmla="*/ 33 w 4"/>
                  <a:gd name="T3" fmla="*/ 0 h 10"/>
                  <a:gd name="T4" fmla="*/ 33 w 4"/>
                  <a:gd name="T5" fmla="*/ 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0" y="8"/>
                      <a:pt x="0" y="4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6" name="Freeform 84">
                <a:extLst>
                  <a:ext uri="{FF2B5EF4-FFF2-40B4-BE49-F238E27FC236}">
                    <a16:creationId xmlns:a16="http://schemas.microsoft.com/office/drawing/2014/main" id="{6D063E11-1B88-4ADC-BDCD-627C0FE83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525"/>
                <a:ext cx="50" cy="51"/>
              </a:xfrm>
              <a:custGeom>
                <a:avLst/>
                <a:gdLst>
                  <a:gd name="T0" fmla="*/ 220 w 20"/>
                  <a:gd name="T1" fmla="*/ 21 h 19"/>
                  <a:gd name="T2" fmla="*/ 313 w 20"/>
                  <a:gd name="T3" fmla="*/ 217 h 19"/>
                  <a:gd name="T4" fmla="*/ 95 w 20"/>
                  <a:gd name="T5" fmla="*/ 25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14" y="1"/>
                    </a:moveTo>
                    <a:cubicBezTo>
                      <a:pt x="5" y="7"/>
                      <a:pt x="14" y="19"/>
                      <a:pt x="20" y="11"/>
                    </a:cubicBezTo>
                    <a:cubicBezTo>
                      <a:pt x="17" y="0"/>
                      <a:pt x="0" y="4"/>
                      <a:pt x="6" y="13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7" name="Freeform 85">
                <a:extLst>
                  <a:ext uri="{FF2B5EF4-FFF2-40B4-BE49-F238E27FC236}">
                    <a16:creationId xmlns:a16="http://schemas.microsoft.com/office/drawing/2014/main" id="{A930583F-E5D5-432F-B2EE-D66343A82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680"/>
                <a:ext cx="53" cy="53"/>
              </a:xfrm>
              <a:custGeom>
                <a:avLst/>
                <a:gdLst>
                  <a:gd name="T0" fmla="*/ 126 w 21"/>
                  <a:gd name="T1" fmla="*/ 225 h 20"/>
                  <a:gd name="T2" fmla="*/ 242 w 21"/>
                  <a:gd name="T3" fmla="*/ 90 h 20"/>
                  <a:gd name="T4" fmla="*/ 33 w 21"/>
                  <a:gd name="T5" fmla="*/ 315 h 20"/>
                  <a:gd name="T6" fmla="*/ 338 w 21"/>
                  <a:gd name="T7" fmla="*/ 170 h 20"/>
                  <a:gd name="T8" fmla="*/ 159 w 21"/>
                  <a:gd name="T9" fmla="*/ 26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8" y="12"/>
                    </a:moveTo>
                    <a:cubicBezTo>
                      <a:pt x="2" y="7"/>
                      <a:pt x="11" y="0"/>
                      <a:pt x="15" y="5"/>
                    </a:cubicBezTo>
                    <a:cubicBezTo>
                      <a:pt x="20" y="11"/>
                      <a:pt x="7" y="20"/>
                      <a:pt x="2" y="17"/>
                    </a:cubicBezTo>
                    <a:cubicBezTo>
                      <a:pt x="0" y="8"/>
                      <a:pt x="16" y="2"/>
                      <a:pt x="21" y="9"/>
                    </a:cubicBezTo>
                    <a:cubicBezTo>
                      <a:pt x="18" y="12"/>
                      <a:pt x="14" y="14"/>
                      <a:pt x="10" y="14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8" name="Freeform 86">
                <a:extLst>
                  <a:ext uri="{FF2B5EF4-FFF2-40B4-BE49-F238E27FC236}">
                    <a16:creationId xmlns:a16="http://schemas.microsoft.com/office/drawing/2014/main" id="{33469348-A7AC-4831-B0BE-BE4014B08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688"/>
                <a:ext cx="25" cy="27"/>
              </a:xfrm>
              <a:custGeom>
                <a:avLst/>
                <a:gdLst>
                  <a:gd name="T0" fmla="*/ 20 w 10"/>
                  <a:gd name="T1" fmla="*/ 81 h 10"/>
                  <a:gd name="T2" fmla="*/ 20 w 10"/>
                  <a:gd name="T3" fmla="*/ 159 h 10"/>
                  <a:gd name="T4" fmla="*/ 145 w 10"/>
                  <a:gd name="T5" fmla="*/ 22 h 10"/>
                  <a:gd name="T6" fmla="*/ 20 w 10"/>
                  <a:gd name="T7" fmla="*/ 176 h 10"/>
                  <a:gd name="T8" fmla="*/ 83 w 10"/>
                  <a:gd name="T9" fmla="*/ 1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" y="4"/>
                    </a:moveTo>
                    <a:cubicBezTo>
                      <a:pt x="0" y="6"/>
                      <a:pt x="0" y="7"/>
                      <a:pt x="1" y="8"/>
                    </a:cubicBezTo>
                    <a:cubicBezTo>
                      <a:pt x="5" y="8"/>
                      <a:pt x="10" y="5"/>
                      <a:pt x="9" y="1"/>
                    </a:cubicBezTo>
                    <a:cubicBezTo>
                      <a:pt x="4" y="0"/>
                      <a:pt x="0" y="4"/>
                      <a:pt x="1" y="9"/>
                    </a:cubicBezTo>
                    <a:cubicBezTo>
                      <a:pt x="2" y="10"/>
                      <a:pt x="4" y="9"/>
                      <a:pt x="5" y="8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9" name="Freeform 87">
                <a:extLst>
                  <a:ext uri="{FF2B5EF4-FFF2-40B4-BE49-F238E27FC236}">
                    <a16:creationId xmlns:a16="http://schemas.microsoft.com/office/drawing/2014/main" id="{D84D27A4-4715-4309-A239-0FF88DD35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61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95 w 6"/>
                  <a:gd name="T5" fmla="*/ 21 h 6"/>
                  <a:gd name="T6" fmla="*/ 63 w 6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2" y="1"/>
                      <a:pt x="1" y="0"/>
                      <a:pt x="6" y="1"/>
                    </a:cubicBezTo>
                    <a:cubicBezTo>
                      <a:pt x="6" y="3"/>
                      <a:pt x="5" y="4"/>
                      <a:pt x="4" y="5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0" name="Freeform 88">
                <a:extLst>
                  <a:ext uri="{FF2B5EF4-FFF2-40B4-BE49-F238E27FC236}">
                    <a16:creationId xmlns:a16="http://schemas.microsoft.com/office/drawing/2014/main" id="{90DAFD4A-A29B-4ECE-9B9A-9435BB5A0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643"/>
                <a:ext cx="50" cy="40"/>
              </a:xfrm>
              <a:custGeom>
                <a:avLst/>
                <a:gdLst>
                  <a:gd name="T0" fmla="*/ 83 w 20"/>
                  <a:gd name="T1" fmla="*/ 171 h 15"/>
                  <a:gd name="T2" fmla="*/ 20 w 20"/>
                  <a:gd name="T3" fmla="*/ 205 h 15"/>
                  <a:gd name="T4" fmla="*/ 313 w 20"/>
                  <a:gd name="T5" fmla="*/ 56 h 15"/>
                  <a:gd name="T6" fmla="*/ 63 w 20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5">
                    <a:moveTo>
                      <a:pt x="5" y="9"/>
                    </a:moveTo>
                    <a:cubicBezTo>
                      <a:pt x="3" y="10"/>
                      <a:pt x="2" y="11"/>
                      <a:pt x="1" y="11"/>
                    </a:cubicBezTo>
                    <a:cubicBezTo>
                      <a:pt x="7" y="15"/>
                      <a:pt x="20" y="12"/>
                      <a:pt x="20" y="3"/>
                    </a:cubicBezTo>
                    <a:cubicBezTo>
                      <a:pt x="13" y="0"/>
                      <a:pt x="0" y="7"/>
                      <a:pt x="4" y="15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1" name="Freeform 89">
                <a:extLst>
                  <a:ext uri="{FF2B5EF4-FFF2-40B4-BE49-F238E27FC236}">
                    <a16:creationId xmlns:a16="http://schemas.microsoft.com/office/drawing/2014/main" id="{9F2BB139-EA3A-4422-B453-FBFB68B87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589"/>
                <a:ext cx="15" cy="14"/>
              </a:xfrm>
              <a:custGeom>
                <a:avLst/>
                <a:gdLst>
                  <a:gd name="T0" fmla="*/ 63 w 6"/>
                  <a:gd name="T1" fmla="*/ 0 h 5"/>
                  <a:gd name="T2" fmla="*/ 63 w 6"/>
                  <a:gd name="T3" fmla="*/ 109 h 5"/>
                  <a:gd name="T4" fmla="*/ 63 w 6"/>
                  <a:gd name="T5" fmla="*/ 0 h 5"/>
                  <a:gd name="T6" fmla="*/ 33 w 6"/>
                  <a:gd name="T7" fmla="*/ 8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3" y="2"/>
                      <a:pt x="3" y="4"/>
                      <a:pt x="4" y="5"/>
                    </a:cubicBezTo>
                    <a:cubicBezTo>
                      <a:pt x="6" y="1"/>
                      <a:pt x="5" y="4"/>
                      <a:pt x="4" y="0"/>
                    </a:cubicBezTo>
                    <a:cubicBezTo>
                      <a:pt x="0" y="1"/>
                      <a:pt x="2" y="2"/>
                      <a:pt x="2" y="4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2" name="Freeform 90">
                <a:extLst>
                  <a:ext uri="{FF2B5EF4-FFF2-40B4-BE49-F238E27FC236}">
                    <a16:creationId xmlns:a16="http://schemas.microsoft.com/office/drawing/2014/main" id="{1D3AD023-9EC3-4584-9131-A821DD698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605"/>
                <a:ext cx="62" cy="48"/>
              </a:xfrm>
              <a:custGeom>
                <a:avLst/>
                <a:gdLst>
                  <a:gd name="T0" fmla="*/ 74 w 25"/>
                  <a:gd name="T1" fmla="*/ 264 h 18"/>
                  <a:gd name="T2" fmla="*/ 30 w 25"/>
                  <a:gd name="T3" fmla="*/ 341 h 18"/>
                  <a:gd name="T4" fmla="*/ 30 w 25"/>
                  <a:gd name="T5" fmla="*/ 30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8">
                    <a:moveTo>
                      <a:pt x="5" y="14"/>
                    </a:moveTo>
                    <a:cubicBezTo>
                      <a:pt x="7" y="0"/>
                      <a:pt x="25" y="17"/>
                      <a:pt x="2" y="18"/>
                    </a:cubicBezTo>
                    <a:cubicBezTo>
                      <a:pt x="0" y="17"/>
                      <a:pt x="0" y="17"/>
                      <a:pt x="2" y="16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3" name="Freeform 91">
                <a:extLst>
                  <a:ext uri="{FF2B5EF4-FFF2-40B4-BE49-F238E27FC236}">
                    <a16:creationId xmlns:a16="http://schemas.microsoft.com/office/drawing/2014/main" id="{F190B121-C7A5-452F-BA83-F919961E6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563"/>
                <a:ext cx="25" cy="29"/>
              </a:xfrm>
              <a:custGeom>
                <a:avLst/>
                <a:gdLst>
                  <a:gd name="T0" fmla="*/ 50 w 10"/>
                  <a:gd name="T1" fmla="*/ 0 h 11"/>
                  <a:gd name="T2" fmla="*/ 158 w 10"/>
                  <a:gd name="T3" fmla="*/ 90 h 11"/>
                  <a:gd name="T4" fmla="*/ 20 w 10"/>
                  <a:gd name="T5" fmla="*/ 34 h 11"/>
                  <a:gd name="T6" fmla="*/ 158 w 10"/>
                  <a:gd name="T7" fmla="*/ 9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cubicBezTo>
                      <a:pt x="0" y="7"/>
                      <a:pt x="6" y="11"/>
                      <a:pt x="10" y="5"/>
                    </a:cubicBezTo>
                    <a:cubicBezTo>
                      <a:pt x="8" y="1"/>
                      <a:pt x="4" y="0"/>
                      <a:pt x="1" y="2"/>
                    </a:cubicBezTo>
                    <a:cubicBezTo>
                      <a:pt x="2" y="5"/>
                      <a:pt x="6" y="6"/>
                      <a:pt x="10" y="5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4" name="Freeform 92">
                <a:extLst>
                  <a:ext uri="{FF2B5EF4-FFF2-40B4-BE49-F238E27FC236}">
                    <a16:creationId xmlns:a16="http://schemas.microsoft.com/office/drawing/2014/main" id="{18B4108E-D6B0-45FD-9BA2-DD1D56028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531"/>
                <a:ext cx="97" cy="74"/>
              </a:xfrm>
              <a:custGeom>
                <a:avLst/>
                <a:gdLst>
                  <a:gd name="T0" fmla="*/ 308 w 39"/>
                  <a:gd name="T1" fmla="*/ 132 h 28"/>
                  <a:gd name="T2" fmla="*/ 495 w 39"/>
                  <a:gd name="T3" fmla="*/ 293 h 28"/>
                  <a:gd name="T4" fmla="*/ 291 w 39"/>
                  <a:gd name="T5" fmla="*/ 39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8">
                    <a:moveTo>
                      <a:pt x="20" y="7"/>
                    </a:moveTo>
                    <a:cubicBezTo>
                      <a:pt x="0" y="18"/>
                      <a:pt x="26" y="28"/>
                      <a:pt x="32" y="16"/>
                    </a:cubicBezTo>
                    <a:cubicBezTo>
                      <a:pt x="39" y="0"/>
                      <a:pt x="5" y="12"/>
                      <a:pt x="19" y="21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5" name="Freeform 93">
                <a:extLst>
                  <a:ext uri="{FF2B5EF4-FFF2-40B4-BE49-F238E27FC236}">
                    <a16:creationId xmlns:a16="http://schemas.microsoft.com/office/drawing/2014/main" id="{BEEB2A77-5DEC-45A8-9DBD-12A7BA5AA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555"/>
                <a:ext cx="15" cy="13"/>
              </a:xfrm>
              <a:custGeom>
                <a:avLst/>
                <a:gdLst>
                  <a:gd name="T0" fmla="*/ 20 w 6"/>
                  <a:gd name="T1" fmla="*/ 21 h 5"/>
                  <a:gd name="T2" fmla="*/ 50 w 6"/>
                  <a:gd name="T3" fmla="*/ 88 h 5"/>
                  <a:gd name="T4" fmla="*/ 95 w 6"/>
                  <a:gd name="T5" fmla="*/ 34 h 5"/>
                  <a:gd name="T6" fmla="*/ 0 w 6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1" y="3"/>
                      <a:pt x="2" y="4"/>
                      <a:pt x="3" y="5"/>
                    </a:cubicBezTo>
                    <a:cubicBezTo>
                      <a:pt x="4" y="4"/>
                      <a:pt x="5" y="4"/>
                      <a:pt x="6" y="2"/>
                    </a:cubicBezTo>
                    <a:cubicBezTo>
                      <a:pt x="3" y="0"/>
                      <a:pt x="2" y="2"/>
                      <a:pt x="0" y="3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6" name="Freeform 94">
                <a:extLst>
                  <a:ext uri="{FF2B5EF4-FFF2-40B4-BE49-F238E27FC236}">
                    <a16:creationId xmlns:a16="http://schemas.microsoft.com/office/drawing/2014/main" id="{A59AB99B-6A33-4E8A-ADBF-84A577301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749"/>
                <a:ext cx="30" cy="30"/>
              </a:xfrm>
              <a:custGeom>
                <a:avLst/>
                <a:gdLst>
                  <a:gd name="T0" fmla="*/ 113 w 12"/>
                  <a:gd name="T1" fmla="*/ 142 h 11"/>
                  <a:gd name="T2" fmla="*/ 33 w 12"/>
                  <a:gd name="T3" fmla="*/ 142 h 11"/>
                  <a:gd name="T4" fmla="*/ 188 w 12"/>
                  <a:gd name="T5" fmla="*/ 38 h 11"/>
                  <a:gd name="T6" fmla="*/ 0 w 12"/>
                  <a:gd name="T7" fmla="*/ 22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7" y="7"/>
                    </a:moveTo>
                    <a:cubicBezTo>
                      <a:pt x="5" y="8"/>
                      <a:pt x="4" y="9"/>
                      <a:pt x="2" y="7"/>
                    </a:cubicBezTo>
                    <a:cubicBezTo>
                      <a:pt x="2" y="2"/>
                      <a:pt x="7" y="0"/>
                      <a:pt x="12" y="2"/>
                    </a:cubicBezTo>
                    <a:cubicBezTo>
                      <a:pt x="11" y="8"/>
                      <a:pt x="5" y="10"/>
                      <a:pt x="0" y="11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7" name="Freeform 95">
                <a:extLst>
                  <a:ext uri="{FF2B5EF4-FFF2-40B4-BE49-F238E27FC236}">
                    <a16:creationId xmlns:a16="http://schemas.microsoft.com/office/drawing/2014/main" id="{B0671788-DB90-416E-965B-B33CA326D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800"/>
                <a:ext cx="15" cy="11"/>
              </a:xfrm>
              <a:custGeom>
                <a:avLst/>
                <a:gdLst>
                  <a:gd name="T0" fmla="*/ 50 w 6"/>
                  <a:gd name="T1" fmla="*/ 83 h 4"/>
                  <a:gd name="T2" fmla="*/ 0 w 6"/>
                  <a:gd name="T3" fmla="*/ 83 h 4"/>
                  <a:gd name="T4" fmla="*/ 83 w 6"/>
                  <a:gd name="T5" fmla="*/ 0 h 4"/>
                  <a:gd name="T6" fmla="*/ 50 w 6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1" y="2"/>
                      <a:pt x="2" y="1"/>
                      <a:pt x="5" y="0"/>
                    </a:cubicBezTo>
                    <a:cubicBezTo>
                      <a:pt x="6" y="3"/>
                      <a:pt x="4" y="3"/>
                      <a:pt x="3" y="4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8" name="Freeform 96">
                <a:extLst>
                  <a:ext uri="{FF2B5EF4-FFF2-40B4-BE49-F238E27FC236}">
                    <a16:creationId xmlns:a16="http://schemas.microsoft.com/office/drawing/2014/main" id="{009564B7-282B-4CA8-8779-198392B4A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757"/>
                <a:ext cx="40" cy="35"/>
              </a:xfrm>
              <a:custGeom>
                <a:avLst/>
                <a:gdLst>
                  <a:gd name="T0" fmla="*/ 125 w 16"/>
                  <a:gd name="T1" fmla="*/ 81 h 13"/>
                  <a:gd name="T2" fmla="*/ 125 w 16"/>
                  <a:gd name="T3" fmla="*/ 253 h 13"/>
                  <a:gd name="T4" fmla="*/ 188 w 16"/>
                  <a:gd name="T5" fmla="*/ 94 h 13"/>
                  <a:gd name="T6" fmla="*/ 83 w 16"/>
                  <a:gd name="T7" fmla="*/ 25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8" y="4"/>
                    </a:moveTo>
                    <a:cubicBezTo>
                      <a:pt x="5" y="7"/>
                      <a:pt x="5" y="10"/>
                      <a:pt x="8" y="13"/>
                    </a:cubicBezTo>
                    <a:cubicBezTo>
                      <a:pt x="12" y="13"/>
                      <a:pt x="16" y="9"/>
                      <a:pt x="12" y="5"/>
                    </a:cubicBezTo>
                    <a:cubicBezTo>
                      <a:pt x="7" y="0"/>
                      <a:pt x="0" y="9"/>
                      <a:pt x="5" y="13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9" name="Freeform 97">
                <a:extLst>
                  <a:ext uri="{FF2B5EF4-FFF2-40B4-BE49-F238E27FC236}">
                    <a16:creationId xmlns:a16="http://schemas.microsoft.com/office/drawing/2014/main" id="{F790762C-7097-47AF-A928-46431DC35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800"/>
                <a:ext cx="80" cy="61"/>
              </a:xfrm>
              <a:custGeom>
                <a:avLst/>
                <a:gdLst>
                  <a:gd name="T0" fmla="*/ 363 w 32"/>
                  <a:gd name="T1" fmla="*/ 294 h 23"/>
                  <a:gd name="T2" fmla="*/ 395 w 32"/>
                  <a:gd name="T3" fmla="*/ 170 h 23"/>
                  <a:gd name="T4" fmla="*/ 208 w 32"/>
                  <a:gd name="T5" fmla="*/ 17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3">
                    <a:moveTo>
                      <a:pt x="23" y="16"/>
                    </a:moveTo>
                    <a:cubicBezTo>
                      <a:pt x="9" y="20"/>
                      <a:pt x="20" y="0"/>
                      <a:pt x="25" y="9"/>
                    </a:cubicBezTo>
                    <a:cubicBezTo>
                      <a:pt x="32" y="23"/>
                      <a:pt x="0" y="19"/>
                      <a:pt x="13" y="9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0" name="Freeform 98">
                <a:extLst>
                  <a:ext uri="{FF2B5EF4-FFF2-40B4-BE49-F238E27FC236}">
                    <a16:creationId xmlns:a16="http://schemas.microsoft.com/office/drawing/2014/main" id="{0CDC60C9-0868-497E-A24F-A3D0CA1AD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811"/>
                <a:ext cx="43" cy="96"/>
              </a:xfrm>
              <a:custGeom>
                <a:avLst/>
                <a:gdLst>
                  <a:gd name="T0" fmla="*/ 210 w 17"/>
                  <a:gd name="T1" fmla="*/ 419 h 36"/>
                  <a:gd name="T2" fmla="*/ 276 w 17"/>
                  <a:gd name="T3" fmla="*/ 363 h 36"/>
                  <a:gd name="T4" fmla="*/ 180 w 17"/>
                  <a:gd name="T5" fmla="*/ 419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6">
                    <a:moveTo>
                      <a:pt x="13" y="22"/>
                    </a:moveTo>
                    <a:cubicBezTo>
                      <a:pt x="15" y="22"/>
                      <a:pt x="16" y="21"/>
                      <a:pt x="17" y="19"/>
                    </a:cubicBezTo>
                    <a:cubicBezTo>
                      <a:pt x="11" y="0"/>
                      <a:pt x="0" y="36"/>
                      <a:pt x="11" y="22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1" name="Freeform 99">
                <a:extLst>
                  <a:ext uri="{FF2B5EF4-FFF2-40B4-BE49-F238E27FC236}">
                    <a16:creationId xmlns:a16="http://schemas.microsoft.com/office/drawing/2014/main" id="{330344E0-3CBC-4F7C-BB42-5243D1BF3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1901"/>
                <a:ext cx="2" cy="14"/>
              </a:xfrm>
              <a:custGeom>
                <a:avLst/>
                <a:gdLst>
                  <a:gd name="T0" fmla="*/ 8 w 1"/>
                  <a:gd name="T1" fmla="*/ 109 h 5"/>
                  <a:gd name="T2" fmla="*/ 8 w 1"/>
                  <a:gd name="T3" fmla="*/ 0 h 5"/>
                  <a:gd name="T4" fmla="*/ 0 w 1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1" y="2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2" name="Freeform 100">
                <a:extLst>
                  <a:ext uri="{FF2B5EF4-FFF2-40B4-BE49-F238E27FC236}">
                    <a16:creationId xmlns:a16="http://schemas.microsoft.com/office/drawing/2014/main" id="{5F296829-56A7-4F80-8944-2966ED739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936"/>
                <a:ext cx="78" cy="59"/>
              </a:xfrm>
              <a:custGeom>
                <a:avLst/>
                <a:gdLst>
                  <a:gd name="T0" fmla="*/ 347 w 31"/>
                  <a:gd name="T1" fmla="*/ 21 h 22"/>
                  <a:gd name="T2" fmla="*/ 493 w 31"/>
                  <a:gd name="T3" fmla="*/ 21 h 22"/>
                  <a:gd name="T4" fmla="*/ 347 w 31"/>
                  <a:gd name="T5" fmla="*/ 5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2">
                    <a:moveTo>
                      <a:pt x="22" y="1"/>
                    </a:moveTo>
                    <a:cubicBezTo>
                      <a:pt x="0" y="6"/>
                      <a:pt x="30" y="22"/>
                      <a:pt x="31" y="1"/>
                    </a:cubicBezTo>
                    <a:cubicBezTo>
                      <a:pt x="28" y="0"/>
                      <a:pt x="24" y="1"/>
                      <a:pt x="22" y="3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3" name="Freeform 101">
                <a:extLst>
                  <a:ext uri="{FF2B5EF4-FFF2-40B4-BE49-F238E27FC236}">
                    <a16:creationId xmlns:a16="http://schemas.microsoft.com/office/drawing/2014/main" id="{AC311A99-3292-49A0-80BC-337F00127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997"/>
                <a:ext cx="12" cy="16"/>
              </a:xfrm>
              <a:custGeom>
                <a:avLst/>
                <a:gdLst>
                  <a:gd name="T0" fmla="*/ 29 w 5"/>
                  <a:gd name="T1" fmla="*/ 56 h 6"/>
                  <a:gd name="T2" fmla="*/ 0 w 5"/>
                  <a:gd name="T3" fmla="*/ 21 h 6"/>
                  <a:gd name="T4" fmla="*/ 70 w 5"/>
                  <a:gd name="T5" fmla="*/ 35 h 6"/>
                  <a:gd name="T6" fmla="*/ 0 w 5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2" y="1"/>
                      <a:pt x="2" y="0"/>
                      <a:pt x="5" y="2"/>
                    </a:cubicBezTo>
                    <a:cubicBezTo>
                      <a:pt x="4" y="5"/>
                      <a:pt x="2" y="5"/>
                      <a:pt x="0" y="6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4" name="Freeform 102">
                <a:extLst>
                  <a:ext uri="{FF2B5EF4-FFF2-40B4-BE49-F238E27FC236}">
                    <a16:creationId xmlns:a16="http://schemas.microsoft.com/office/drawing/2014/main" id="{407D9D2D-859C-40A3-94F1-7A6B5A31D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099"/>
                <a:ext cx="18" cy="21"/>
              </a:xfrm>
              <a:custGeom>
                <a:avLst/>
                <a:gdLst>
                  <a:gd name="T0" fmla="*/ 33 w 7"/>
                  <a:gd name="T1" fmla="*/ 110 h 8"/>
                  <a:gd name="T2" fmla="*/ 118 w 7"/>
                  <a:gd name="T3" fmla="*/ 0 h 8"/>
                  <a:gd name="T4" fmla="*/ 0 w 7"/>
                  <a:gd name="T5" fmla="*/ 1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6"/>
                    </a:moveTo>
                    <a:cubicBezTo>
                      <a:pt x="2" y="3"/>
                      <a:pt x="2" y="0"/>
                      <a:pt x="7" y="0"/>
                    </a:cubicBezTo>
                    <a:cubicBezTo>
                      <a:pt x="7" y="5"/>
                      <a:pt x="3" y="8"/>
                      <a:pt x="0" y="6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5" name="Freeform 103">
                <a:extLst>
                  <a:ext uri="{FF2B5EF4-FFF2-40B4-BE49-F238E27FC236}">
                    <a16:creationId xmlns:a16="http://schemas.microsoft.com/office/drawing/2014/main" id="{30655F6E-7EE4-4EAC-A406-EBE692F5D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043"/>
                <a:ext cx="30" cy="24"/>
              </a:xfrm>
              <a:custGeom>
                <a:avLst/>
                <a:gdLst>
                  <a:gd name="T0" fmla="*/ 113 w 12"/>
                  <a:gd name="T1" fmla="*/ 0 h 9"/>
                  <a:gd name="T2" fmla="*/ 0 w 12"/>
                  <a:gd name="T3" fmla="*/ 149 h 9"/>
                  <a:gd name="T4" fmla="*/ 188 w 12"/>
                  <a:gd name="T5" fmla="*/ 56 h 9"/>
                  <a:gd name="T6" fmla="*/ 63 w 12"/>
                  <a:gd name="T7" fmla="*/ 1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7" y="0"/>
                    </a:moveTo>
                    <a:cubicBezTo>
                      <a:pt x="3" y="2"/>
                      <a:pt x="0" y="4"/>
                      <a:pt x="0" y="8"/>
                    </a:cubicBezTo>
                    <a:cubicBezTo>
                      <a:pt x="4" y="9"/>
                      <a:pt x="9" y="7"/>
                      <a:pt x="12" y="3"/>
                    </a:cubicBezTo>
                    <a:cubicBezTo>
                      <a:pt x="9" y="0"/>
                      <a:pt x="5" y="2"/>
                      <a:pt x="4" y="6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6" name="Freeform 104">
                <a:extLst>
                  <a:ext uri="{FF2B5EF4-FFF2-40B4-BE49-F238E27FC236}">
                    <a16:creationId xmlns:a16="http://schemas.microsoft.com/office/drawing/2014/main" id="{C5556EA4-4187-47DB-AC63-1D5B44C9A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059"/>
                <a:ext cx="12" cy="16"/>
              </a:xfrm>
              <a:custGeom>
                <a:avLst/>
                <a:gdLst>
                  <a:gd name="T0" fmla="*/ 0 w 5"/>
                  <a:gd name="T1" fmla="*/ 115 h 6"/>
                  <a:gd name="T2" fmla="*/ 70 w 5"/>
                  <a:gd name="T3" fmla="*/ 0 h 6"/>
                  <a:gd name="T4" fmla="*/ 0 w 5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0" y="3"/>
                      <a:pt x="0" y="0"/>
                      <a:pt x="5" y="0"/>
                    </a:cubicBezTo>
                    <a:cubicBezTo>
                      <a:pt x="4" y="3"/>
                      <a:pt x="2" y="3"/>
                      <a:pt x="0" y="4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7" name="Freeform 105">
                <a:extLst>
                  <a:ext uri="{FF2B5EF4-FFF2-40B4-BE49-F238E27FC236}">
                    <a16:creationId xmlns:a16="http://schemas.microsoft.com/office/drawing/2014/main" id="{15495DD1-55E3-4959-9696-41625EA3A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992"/>
                <a:ext cx="13" cy="13"/>
              </a:xfrm>
              <a:custGeom>
                <a:avLst/>
                <a:gdLst>
                  <a:gd name="T0" fmla="*/ 68 w 5"/>
                  <a:gd name="T1" fmla="*/ 68 h 5"/>
                  <a:gd name="T2" fmla="*/ 0 w 5"/>
                  <a:gd name="T3" fmla="*/ 88 h 5"/>
                  <a:gd name="T4" fmla="*/ 0 w 5"/>
                  <a:gd name="T5" fmla="*/ 34 h 5"/>
                  <a:gd name="T6" fmla="*/ 88 w 5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2" y="0"/>
                      <a:pt x="3" y="2"/>
                      <a:pt x="5" y="2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8" name="Freeform 106">
                <a:extLst>
                  <a:ext uri="{FF2B5EF4-FFF2-40B4-BE49-F238E27FC236}">
                    <a16:creationId xmlns:a16="http://schemas.microsoft.com/office/drawing/2014/main" id="{49F8C345-F15E-410A-A1D8-F4A87E41E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813"/>
                <a:ext cx="27" cy="24"/>
              </a:xfrm>
              <a:custGeom>
                <a:avLst/>
                <a:gdLst>
                  <a:gd name="T0" fmla="*/ 61 w 11"/>
                  <a:gd name="T1" fmla="*/ 77 h 9"/>
                  <a:gd name="T2" fmla="*/ 162 w 11"/>
                  <a:gd name="T3" fmla="*/ 149 h 9"/>
                  <a:gd name="T4" fmla="*/ 42 w 11"/>
                  <a:gd name="T5" fmla="*/ 0 h 9"/>
                  <a:gd name="T6" fmla="*/ 61 w 11"/>
                  <a:gd name="T7" fmla="*/ 1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4" y="4"/>
                    </a:moveTo>
                    <a:cubicBezTo>
                      <a:pt x="6" y="8"/>
                      <a:pt x="8" y="9"/>
                      <a:pt x="11" y="8"/>
                    </a:cubicBezTo>
                    <a:cubicBezTo>
                      <a:pt x="10" y="4"/>
                      <a:pt x="7" y="1"/>
                      <a:pt x="3" y="0"/>
                    </a:cubicBezTo>
                    <a:cubicBezTo>
                      <a:pt x="0" y="3"/>
                      <a:pt x="1" y="4"/>
                      <a:pt x="4" y="6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9" name="Freeform 107">
                <a:extLst>
                  <a:ext uri="{FF2B5EF4-FFF2-40B4-BE49-F238E27FC236}">
                    <a16:creationId xmlns:a16="http://schemas.microsoft.com/office/drawing/2014/main" id="{A32ECD70-04F9-4DCC-AA55-9CC2EAC75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877"/>
                <a:ext cx="32" cy="38"/>
              </a:xfrm>
              <a:custGeom>
                <a:avLst/>
                <a:gdLst>
                  <a:gd name="T0" fmla="*/ 42 w 13"/>
                  <a:gd name="T1" fmla="*/ 0 h 14"/>
                  <a:gd name="T2" fmla="*/ 121 w 13"/>
                  <a:gd name="T3" fmla="*/ 280 h 14"/>
                  <a:gd name="T4" fmla="*/ 91 w 13"/>
                  <a:gd name="T5" fmla="*/ 38 h 14"/>
                  <a:gd name="T6" fmla="*/ 62 w 13"/>
                  <a:gd name="T7" fmla="*/ 24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3" y="0"/>
                    </a:moveTo>
                    <a:cubicBezTo>
                      <a:pt x="2" y="5"/>
                      <a:pt x="3" y="12"/>
                      <a:pt x="8" y="14"/>
                    </a:cubicBezTo>
                    <a:cubicBezTo>
                      <a:pt x="13" y="11"/>
                      <a:pt x="11" y="5"/>
                      <a:pt x="6" y="2"/>
                    </a:cubicBezTo>
                    <a:cubicBezTo>
                      <a:pt x="2" y="4"/>
                      <a:pt x="0" y="10"/>
                      <a:pt x="4" y="12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0" name="Freeform 108">
                <a:extLst>
                  <a:ext uri="{FF2B5EF4-FFF2-40B4-BE49-F238E27FC236}">
                    <a16:creationId xmlns:a16="http://schemas.microsoft.com/office/drawing/2014/main" id="{E79D18D0-7FCE-42E2-82C8-B59A0FD8D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968"/>
                <a:ext cx="18" cy="27"/>
              </a:xfrm>
              <a:custGeom>
                <a:avLst/>
                <a:gdLst>
                  <a:gd name="T0" fmla="*/ 67 w 7"/>
                  <a:gd name="T1" fmla="*/ 22 h 10"/>
                  <a:gd name="T2" fmla="*/ 67 w 7"/>
                  <a:gd name="T3" fmla="*/ 0 h 10"/>
                  <a:gd name="T4" fmla="*/ 21 w 7"/>
                  <a:gd name="T5" fmla="*/ 1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4" y="1"/>
                    </a:moveTo>
                    <a:cubicBezTo>
                      <a:pt x="4" y="1"/>
                      <a:pt x="0" y="1"/>
                      <a:pt x="4" y="0"/>
                    </a:cubicBezTo>
                    <a:cubicBezTo>
                      <a:pt x="7" y="4"/>
                      <a:pt x="4" y="10"/>
                      <a:pt x="1" y="7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1" name="Freeform 109">
                <a:extLst>
                  <a:ext uri="{FF2B5EF4-FFF2-40B4-BE49-F238E27FC236}">
                    <a16:creationId xmlns:a16="http://schemas.microsoft.com/office/drawing/2014/main" id="{29C19CEE-8EB5-436F-9368-4830814AE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053"/>
                <a:ext cx="8" cy="14"/>
              </a:xfrm>
              <a:custGeom>
                <a:avLst/>
                <a:gdLst>
                  <a:gd name="T0" fmla="*/ 21 w 3"/>
                  <a:gd name="T1" fmla="*/ 109 h 5"/>
                  <a:gd name="T2" fmla="*/ 21 w 3"/>
                  <a:gd name="T3" fmla="*/ 0 h 5"/>
                  <a:gd name="T4" fmla="*/ 56 w 3"/>
                  <a:gd name="T5" fmla="*/ 87 h 5"/>
                  <a:gd name="T6" fmla="*/ 21 w 3"/>
                  <a:gd name="T7" fmla="*/ 6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4"/>
                      <a:pt x="1" y="2"/>
                      <a:pt x="1" y="0"/>
                    </a:cubicBezTo>
                    <a:cubicBezTo>
                      <a:pt x="2" y="2"/>
                      <a:pt x="2" y="2"/>
                      <a:pt x="3" y="4"/>
                    </a:cubicBezTo>
                    <a:cubicBezTo>
                      <a:pt x="2" y="4"/>
                      <a:pt x="0" y="4"/>
                      <a:pt x="1" y="3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2" name="Freeform 110">
                <a:extLst>
                  <a:ext uri="{FF2B5EF4-FFF2-40B4-BE49-F238E27FC236}">
                    <a16:creationId xmlns:a16="http://schemas.microsoft.com/office/drawing/2014/main" id="{FC6D9DBB-8A32-41E4-A122-E4008795F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088"/>
                <a:ext cx="33" cy="45"/>
              </a:xfrm>
              <a:custGeom>
                <a:avLst/>
                <a:gdLst>
                  <a:gd name="T0" fmla="*/ 129 w 13"/>
                  <a:gd name="T1" fmla="*/ 56 h 17"/>
                  <a:gd name="T2" fmla="*/ 33 w 13"/>
                  <a:gd name="T3" fmla="*/ 34 h 17"/>
                  <a:gd name="T4" fmla="*/ 180 w 13"/>
                  <a:gd name="T5" fmla="*/ 315 h 17"/>
                  <a:gd name="T6" fmla="*/ 63 w 13"/>
                  <a:gd name="T7" fmla="*/ 5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8" y="3"/>
                    </a:moveTo>
                    <a:cubicBezTo>
                      <a:pt x="6" y="2"/>
                      <a:pt x="5" y="0"/>
                      <a:pt x="2" y="2"/>
                    </a:cubicBezTo>
                    <a:cubicBezTo>
                      <a:pt x="0" y="9"/>
                      <a:pt x="3" y="17"/>
                      <a:pt x="11" y="17"/>
                    </a:cubicBezTo>
                    <a:cubicBezTo>
                      <a:pt x="13" y="11"/>
                      <a:pt x="7" y="3"/>
                      <a:pt x="4" y="3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3" name="Freeform 111">
                <a:extLst>
                  <a:ext uri="{FF2B5EF4-FFF2-40B4-BE49-F238E27FC236}">
                    <a16:creationId xmlns:a16="http://schemas.microsoft.com/office/drawing/2014/main" id="{0A5A6DDB-8870-48E0-9479-DE56EA2D0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032"/>
                <a:ext cx="12" cy="11"/>
              </a:xfrm>
              <a:custGeom>
                <a:avLst/>
                <a:gdLst>
                  <a:gd name="T0" fmla="*/ 0 w 5"/>
                  <a:gd name="T1" fmla="*/ 83 h 4"/>
                  <a:gd name="T2" fmla="*/ 58 w 5"/>
                  <a:gd name="T3" fmla="*/ 61 h 4"/>
                  <a:gd name="T4" fmla="*/ 58 w 5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4"/>
                      <a:pt x="3" y="4"/>
                      <a:pt x="4" y="3"/>
                    </a:cubicBezTo>
                    <a:cubicBezTo>
                      <a:pt x="4" y="0"/>
                      <a:pt x="5" y="2"/>
                      <a:pt x="4" y="2"/>
                    </a:cubicBezTo>
                  </a:path>
                </a:pathLst>
              </a:custGeom>
              <a:noFill/>
              <a:ln w="635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4" name="Freeform 112">
                <a:extLst>
                  <a:ext uri="{FF2B5EF4-FFF2-40B4-BE49-F238E27FC236}">
                    <a16:creationId xmlns:a16="http://schemas.microsoft.com/office/drawing/2014/main" id="{123228DC-CCA1-4FDD-8E81-1E125CB6C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355"/>
                <a:ext cx="23" cy="24"/>
              </a:xfrm>
              <a:custGeom>
                <a:avLst/>
                <a:gdLst>
                  <a:gd name="T0" fmla="*/ 20 w 9"/>
                  <a:gd name="T1" fmla="*/ 35 h 9"/>
                  <a:gd name="T2" fmla="*/ 33 w 9"/>
                  <a:gd name="T3" fmla="*/ 149 h 9"/>
                  <a:gd name="T4" fmla="*/ 51 w 9"/>
                  <a:gd name="T5" fmla="*/ 0 h 9"/>
                  <a:gd name="T6" fmla="*/ 20 w 9"/>
                  <a:gd name="T7" fmla="*/ 9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0" y="4"/>
                      <a:pt x="1" y="6"/>
                      <a:pt x="2" y="8"/>
                    </a:cubicBezTo>
                    <a:cubicBezTo>
                      <a:pt x="9" y="9"/>
                      <a:pt x="9" y="2"/>
                      <a:pt x="3" y="0"/>
                    </a:cubicBezTo>
                    <a:cubicBezTo>
                      <a:pt x="2" y="2"/>
                      <a:pt x="1" y="4"/>
                      <a:pt x="1" y="5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5" name="Freeform 113">
                <a:extLst>
                  <a:ext uri="{FF2B5EF4-FFF2-40B4-BE49-F238E27FC236}">
                    <a16:creationId xmlns:a16="http://schemas.microsoft.com/office/drawing/2014/main" id="{9BCA1AD8-46C7-4E28-8B78-4E5A0F96B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373"/>
                <a:ext cx="20" cy="22"/>
              </a:xfrm>
              <a:custGeom>
                <a:avLst/>
                <a:gdLst>
                  <a:gd name="T0" fmla="*/ 33 w 8"/>
                  <a:gd name="T1" fmla="*/ 22 h 8"/>
                  <a:gd name="T2" fmla="*/ 0 w 8"/>
                  <a:gd name="T3" fmla="*/ 143 h 8"/>
                  <a:gd name="T4" fmla="*/ 125 w 8"/>
                  <a:gd name="T5" fmla="*/ 47 h 8"/>
                  <a:gd name="T6" fmla="*/ 50 w 8"/>
                  <a:gd name="T7" fmla="*/ 6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1" y="3"/>
                      <a:pt x="0" y="4"/>
                      <a:pt x="0" y="7"/>
                    </a:cubicBezTo>
                    <a:cubicBezTo>
                      <a:pt x="4" y="8"/>
                      <a:pt x="7" y="7"/>
                      <a:pt x="8" y="2"/>
                    </a:cubicBezTo>
                    <a:cubicBezTo>
                      <a:pt x="5" y="0"/>
                      <a:pt x="5" y="3"/>
                      <a:pt x="3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6" name="Freeform 114">
                <a:extLst>
                  <a:ext uri="{FF2B5EF4-FFF2-40B4-BE49-F238E27FC236}">
                    <a16:creationId xmlns:a16="http://schemas.microsoft.com/office/drawing/2014/main" id="{35FA105A-19B7-4B41-AFBE-5BCCB2122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1483"/>
                <a:ext cx="15" cy="10"/>
              </a:xfrm>
              <a:custGeom>
                <a:avLst/>
                <a:gdLst>
                  <a:gd name="T0" fmla="*/ 20 w 6"/>
                  <a:gd name="T1" fmla="*/ 63 h 4"/>
                  <a:gd name="T2" fmla="*/ 0 w 6"/>
                  <a:gd name="T3" fmla="*/ 0 h 4"/>
                  <a:gd name="T4" fmla="*/ 63 w 6"/>
                  <a:gd name="T5" fmla="*/ 20 h 4"/>
                  <a:gd name="T6" fmla="*/ 50 w 6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1" y="4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2"/>
                      <a:pt x="3" y="1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7" name="Freeform 115">
                <a:extLst>
                  <a:ext uri="{FF2B5EF4-FFF2-40B4-BE49-F238E27FC236}">
                    <a16:creationId xmlns:a16="http://schemas.microsoft.com/office/drawing/2014/main" id="{0641F106-B0CB-4DAB-9A2D-1A781238F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480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0 w 4"/>
                  <a:gd name="T3" fmla="*/ 56 h 3"/>
                  <a:gd name="T4" fmla="*/ 63 w 4"/>
                  <a:gd name="T5" fmla="*/ 21 h 3"/>
                  <a:gd name="T6" fmla="*/ 20 w 4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2"/>
                      <a:pt x="2" y="2"/>
                      <a:pt x="4" y="1"/>
                    </a:cubicBezTo>
                    <a:cubicBezTo>
                      <a:pt x="3" y="0"/>
                      <a:pt x="1" y="2"/>
                      <a:pt x="1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8" name="Freeform 116">
                <a:extLst>
                  <a:ext uri="{FF2B5EF4-FFF2-40B4-BE49-F238E27FC236}">
                    <a16:creationId xmlns:a16="http://schemas.microsoft.com/office/drawing/2014/main" id="{587F764F-63CC-4492-BC95-73DD6E143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376"/>
                <a:ext cx="20" cy="19"/>
              </a:xfrm>
              <a:custGeom>
                <a:avLst/>
                <a:gdLst>
                  <a:gd name="T0" fmla="*/ 0 w 8"/>
                  <a:gd name="T1" fmla="*/ 117 h 7"/>
                  <a:gd name="T2" fmla="*/ 125 w 8"/>
                  <a:gd name="T3" fmla="*/ 103 h 7"/>
                  <a:gd name="T4" fmla="*/ 33 w 8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6"/>
                    </a:moveTo>
                    <a:cubicBezTo>
                      <a:pt x="0" y="0"/>
                      <a:pt x="6" y="0"/>
                      <a:pt x="8" y="5"/>
                    </a:cubicBezTo>
                    <a:cubicBezTo>
                      <a:pt x="6" y="7"/>
                      <a:pt x="4" y="6"/>
                      <a:pt x="2" y="6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9" name="Freeform 117">
                <a:extLst>
                  <a:ext uri="{FF2B5EF4-FFF2-40B4-BE49-F238E27FC236}">
                    <a16:creationId xmlns:a16="http://schemas.microsoft.com/office/drawing/2014/main" id="{3EDC527C-8E79-450B-87F8-798D7B24D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485"/>
                <a:ext cx="13" cy="14"/>
              </a:xfrm>
              <a:custGeom>
                <a:avLst/>
                <a:gdLst>
                  <a:gd name="T0" fmla="*/ 21 w 5"/>
                  <a:gd name="T1" fmla="*/ 48 h 5"/>
                  <a:gd name="T2" fmla="*/ 34 w 5"/>
                  <a:gd name="T3" fmla="*/ 109 h 5"/>
                  <a:gd name="T4" fmla="*/ 88 w 5"/>
                  <a:gd name="T5" fmla="*/ 48 h 5"/>
                  <a:gd name="T6" fmla="*/ 68 w 5"/>
                  <a:gd name="T7" fmla="*/ 0 h 5"/>
                  <a:gd name="T8" fmla="*/ 21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0" y="4"/>
                      <a:pt x="1" y="5"/>
                      <a:pt x="2" y="5"/>
                    </a:cubicBezTo>
                    <a:cubicBezTo>
                      <a:pt x="3" y="4"/>
                      <a:pt x="4" y="4"/>
                      <a:pt x="5" y="2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1" y="1"/>
                      <a:pt x="2" y="2"/>
                      <a:pt x="1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0" name="Freeform 118">
                <a:extLst>
                  <a:ext uri="{FF2B5EF4-FFF2-40B4-BE49-F238E27FC236}">
                    <a16:creationId xmlns:a16="http://schemas.microsoft.com/office/drawing/2014/main" id="{F1904A5A-A2D6-48BE-B476-72A2A2577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507"/>
                <a:ext cx="20" cy="18"/>
              </a:xfrm>
              <a:custGeom>
                <a:avLst/>
                <a:gdLst>
                  <a:gd name="T0" fmla="*/ 113 w 8"/>
                  <a:gd name="T1" fmla="*/ 0 h 7"/>
                  <a:gd name="T2" fmla="*/ 0 w 8"/>
                  <a:gd name="T3" fmla="*/ 85 h 7"/>
                  <a:gd name="T4" fmla="*/ 125 w 8"/>
                  <a:gd name="T5" fmla="*/ 67 h 7"/>
                  <a:gd name="T6" fmla="*/ 63 w 8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7" y="0"/>
                    </a:moveTo>
                    <a:cubicBezTo>
                      <a:pt x="3" y="0"/>
                      <a:pt x="0" y="1"/>
                      <a:pt x="0" y="5"/>
                    </a:cubicBezTo>
                    <a:cubicBezTo>
                      <a:pt x="3" y="7"/>
                      <a:pt x="5" y="6"/>
                      <a:pt x="8" y="4"/>
                    </a:cubicBezTo>
                    <a:cubicBezTo>
                      <a:pt x="7" y="1"/>
                      <a:pt x="6" y="2"/>
                      <a:pt x="4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1" name="Freeform 119">
                <a:extLst>
                  <a:ext uri="{FF2B5EF4-FFF2-40B4-BE49-F238E27FC236}">
                    <a16:creationId xmlns:a16="http://schemas.microsoft.com/office/drawing/2014/main" id="{A2C6C419-939D-42F4-8EAA-F54C67E1E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416"/>
                <a:ext cx="12" cy="13"/>
              </a:xfrm>
              <a:custGeom>
                <a:avLst/>
                <a:gdLst>
                  <a:gd name="T0" fmla="*/ 58 w 5"/>
                  <a:gd name="T1" fmla="*/ 68 h 5"/>
                  <a:gd name="T2" fmla="*/ 0 w 5"/>
                  <a:gd name="T3" fmla="*/ 68 h 5"/>
                  <a:gd name="T4" fmla="*/ 70 w 5"/>
                  <a:gd name="T5" fmla="*/ 21 h 5"/>
                  <a:gd name="T6" fmla="*/ 29 w 5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3" y="4"/>
                      <a:pt x="1" y="5"/>
                      <a:pt x="0" y="4"/>
                    </a:cubicBezTo>
                    <a:cubicBezTo>
                      <a:pt x="2" y="0"/>
                      <a:pt x="0" y="2"/>
                      <a:pt x="5" y="1"/>
                    </a:cubicBezTo>
                    <a:cubicBezTo>
                      <a:pt x="4" y="2"/>
                      <a:pt x="2" y="2"/>
                      <a:pt x="2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2" name="Freeform 120">
                <a:extLst>
                  <a:ext uri="{FF2B5EF4-FFF2-40B4-BE49-F238E27FC236}">
                    <a16:creationId xmlns:a16="http://schemas.microsoft.com/office/drawing/2014/main" id="{2B0B4146-6B8D-4CD4-96ED-5D7B5B734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440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20 w 4"/>
                  <a:gd name="T3" fmla="*/ 56 h 3"/>
                  <a:gd name="T4" fmla="*/ 63 w 4"/>
                  <a:gd name="T5" fmla="*/ 0 h 3"/>
                  <a:gd name="T6" fmla="*/ 0 w 4"/>
                  <a:gd name="T7" fmla="*/ 21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1" y="2"/>
                      <a:pt x="3" y="1"/>
                      <a:pt x="4" y="0"/>
                    </a:cubicBezTo>
                    <a:cubicBezTo>
                      <a:pt x="2" y="0"/>
                      <a:pt x="2" y="0"/>
                      <a:pt x="0" y="1"/>
                    </a:cubicBezTo>
                    <a:cubicBezTo>
                      <a:pt x="0" y="1"/>
                      <a:pt x="3" y="2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3" name="Freeform 121">
                <a:extLst>
                  <a:ext uri="{FF2B5EF4-FFF2-40B4-BE49-F238E27FC236}">
                    <a16:creationId xmlns:a16="http://schemas.microsoft.com/office/drawing/2014/main" id="{C57AC3AE-F967-451D-9DFD-47605E33C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539"/>
                <a:ext cx="15" cy="10"/>
              </a:xfrm>
              <a:custGeom>
                <a:avLst/>
                <a:gdLst>
                  <a:gd name="T0" fmla="*/ 63 w 6"/>
                  <a:gd name="T1" fmla="*/ 0 h 4"/>
                  <a:gd name="T2" fmla="*/ 95 w 6"/>
                  <a:gd name="T3" fmla="*/ 50 h 4"/>
                  <a:gd name="T4" fmla="*/ 0 w 6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5" y="1"/>
                      <a:pt x="6" y="2"/>
                      <a:pt x="6" y="3"/>
                    </a:cubicBezTo>
                    <a:cubicBezTo>
                      <a:pt x="3" y="4"/>
                      <a:pt x="2" y="3"/>
                      <a:pt x="0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4" name="Freeform 122">
                <a:extLst>
                  <a:ext uri="{FF2B5EF4-FFF2-40B4-BE49-F238E27FC236}">
                    <a16:creationId xmlns:a16="http://schemas.microsoft.com/office/drawing/2014/main" id="{BA8C30E2-111E-424B-ACC1-534C68CEC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1472"/>
                <a:ext cx="30" cy="37"/>
              </a:xfrm>
              <a:custGeom>
                <a:avLst/>
                <a:gdLst>
                  <a:gd name="T0" fmla="*/ 188 w 12"/>
                  <a:gd name="T1" fmla="*/ 148 h 14"/>
                  <a:gd name="T2" fmla="*/ 0 w 12"/>
                  <a:gd name="T3" fmla="*/ 225 h 14"/>
                  <a:gd name="T4" fmla="*/ 33 w 12"/>
                  <a:gd name="T5" fmla="*/ 167 h 14"/>
                  <a:gd name="T6" fmla="*/ 63 w 12"/>
                  <a:gd name="T7" fmla="*/ 16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2" y="8"/>
                    </a:moveTo>
                    <a:cubicBezTo>
                      <a:pt x="8" y="6"/>
                      <a:pt x="3" y="8"/>
                      <a:pt x="0" y="12"/>
                    </a:cubicBezTo>
                    <a:cubicBezTo>
                      <a:pt x="9" y="14"/>
                      <a:pt x="8" y="0"/>
                      <a:pt x="2" y="9"/>
                    </a:cubicBezTo>
                    <a:cubicBezTo>
                      <a:pt x="2" y="9"/>
                      <a:pt x="3" y="10"/>
                      <a:pt x="4" y="9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5" name="Freeform 123">
                <a:extLst>
                  <a:ext uri="{FF2B5EF4-FFF2-40B4-BE49-F238E27FC236}">
                    <a16:creationId xmlns:a16="http://schemas.microsoft.com/office/drawing/2014/main" id="{26FDB121-2CFA-46AD-879D-430C5A041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595"/>
                <a:ext cx="12" cy="10"/>
              </a:xfrm>
              <a:custGeom>
                <a:avLst/>
                <a:gdLst>
                  <a:gd name="T0" fmla="*/ 29 w 5"/>
                  <a:gd name="T1" fmla="*/ 33 h 4"/>
                  <a:gd name="T2" fmla="*/ 41 w 5"/>
                  <a:gd name="T3" fmla="*/ 0 h 4"/>
                  <a:gd name="T4" fmla="*/ 70 w 5"/>
                  <a:gd name="T5" fmla="*/ 50 h 4"/>
                  <a:gd name="T6" fmla="*/ 29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2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0" y="4"/>
                      <a:pt x="2" y="2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6" name="Freeform 124">
                <a:extLst>
                  <a:ext uri="{FF2B5EF4-FFF2-40B4-BE49-F238E27FC236}">
                    <a16:creationId xmlns:a16="http://schemas.microsoft.com/office/drawing/2014/main" id="{AF4AE4EF-EB6A-43E4-91BB-A194FC100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544"/>
                <a:ext cx="23" cy="27"/>
              </a:xfrm>
              <a:custGeom>
                <a:avLst/>
                <a:gdLst>
                  <a:gd name="T0" fmla="*/ 20 w 9"/>
                  <a:gd name="T1" fmla="*/ 81 h 10"/>
                  <a:gd name="T2" fmla="*/ 51 w 9"/>
                  <a:gd name="T3" fmla="*/ 197 h 10"/>
                  <a:gd name="T4" fmla="*/ 0 w 9"/>
                  <a:gd name="T5" fmla="*/ 8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1" y="4"/>
                    </a:moveTo>
                    <a:cubicBezTo>
                      <a:pt x="0" y="7"/>
                      <a:pt x="1" y="9"/>
                      <a:pt x="3" y="10"/>
                    </a:cubicBezTo>
                    <a:cubicBezTo>
                      <a:pt x="9" y="8"/>
                      <a:pt x="6" y="0"/>
                      <a:pt x="0" y="4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7" name="Freeform 125">
                <a:extLst>
                  <a:ext uri="{FF2B5EF4-FFF2-40B4-BE49-F238E27FC236}">
                    <a16:creationId xmlns:a16="http://schemas.microsoft.com/office/drawing/2014/main" id="{709FE376-43CF-46EA-8CF1-E0F75825E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565"/>
                <a:ext cx="10" cy="14"/>
              </a:xfrm>
              <a:custGeom>
                <a:avLst/>
                <a:gdLst>
                  <a:gd name="T0" fmla="*/ 63 w 4"/>
                  <a:gd name="T1" fmla="*/ 62 h 5"/>
                  <a:gd name="T2" fmla="*/ 33 w 4"/>
                  <a:gd name="T3" fmla="*/ 0 h 5"/>
                  <a:gd name="T4" fmla="*/ 63 w 4"/>
                  <a:gd name="T5" fmla="*/ 48 h 5"/>
                  <a:gd name="T6" fmla="*/ 0 w 4"/>
                  <a:gd name="T7" fmla="*/ 2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1"/>
                      <a:pt x="1" y="2"/>
                      <a:pt x="2" y="0"/>
                    </a:cubicBezTo>
                    <a:cubicBezTo>
                      <a:pt x="2" y="0"/>
                      <a:pt x="4" y="2"/>
                      <a:pt x="4" y="2"/>
                    </a:cubicBezTo>
                    <a:cubicBezTo>
                      <a:pt x="0" y="5"/>
                      <a:pt x="1" y="2"/>
                      <a:pt x="0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8" name="Freeform 126">
                <a:extLst>
                  <a:ext uri="{FF2B5EF4-FFF2-40B4-BE49-F238E27FC236}">
                    <a16:creationId xmlns:a16="http://schemas.microsoft.com/office/drawing/2014/main" id="{54301411-D19C-4A39-A03D-65913A244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616"/>
                <a:ext cx="25" cy="16"/>
              </a:xfrm>
              <a:custGeom>
                <a:avLst/>
                <a:gdLst>
                  <a:gd name="T0" fmla="*/ 50 w 10"/>
                  <a:gd name="T1" fmla="*/ 21 h 6"/>
                  <a:gd name="T2" fmla="*/ 0 w 10"/>
                  <a:gd name="T3" fmla="*/ 93 h 6"/>
                  <a:gd name="T4" fmla="*/ 158 w 10"/>
                  <a:gd name="T5" fmla="*/ 35 h 6"/>
                  <a:gd name="T6" fmla="*/ 50 w 10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3" y="1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4" y="6"/>
                      <a:pt x="8" y="5"/>
                      <a:pt x="10" y="2"/>
                    </a:cubicBezTo>
                    <a:cubicBezTo>
                      <a:pt x="6" y="0"/>
                      <a:pt x="5" y="2"/>
                      <a:pt x="3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9" name="Freeform 127">
                <a:extLst>
                  <a:ext uri="{FF2B5EF4-FFF2-40B4-BE49-F238E27FC236}">
                    <a16:creationId xmlns:a16="http://schemas.microsoft.com/office/drawing/2014/main" id="{7042CA90-D35B-49F3-8F70-13362A144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624"/>
                <a:ext cx="7" cy="3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0" name="Freeform 128">
                <a:extLst>
                  <a:ext uri="{FF2B5EF4-FFF2-40B4-BE49-F238E27FC236}">
                    <a16:creationId xmlns:a16="http://schemas.microsoft.com/office/drawing/2014/main" id="{99C4E365-1109-48DA-A043-9EB11D8EB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656"/>
                <a:ext cx="13" cy="24"/>
              </a:xfrm>
              <a:custGeom>
                <a:avLst/>
                <a:gdLst>
                  <a:gd name="T0" fmla="*/ 55 w 5"/>
                  <a:gd name="T1" fmla="*/ 56 h 9"/>
                  <a:gd name="T2" fmla="*/ 55 w 5"/>
                  <a:gd name="T3" fmla="*/ 115 h 9"/>
                  <a:gd name="T4" fmla="*/ 88 w 5"/>
                  <a:gd name="T5" fmla="*/ 0 h 9"/>
                  <a:gd name="T6" fmla="*/ 34 w 5"/>
                  <a:gd name="T7" fmla="*/ 171 h 9"/>
                  <a:gd name="T8" fmla="*/ 88 w 5"/>
                  <a:gd name="T9" fmla="*/ 9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3"/>
                    </a:moveTo>
                    <a:cubicBezTo>
                      <a:pt x="2" y="4"/>
                      <a:pt x="2" y="5"/>
                      <a:pt x="3" y="6"/>
                    </a:cubicBezTo>
                    <a:cubicBezTo>
                      <a:pt x="5" y="4"/>
                      <a:pt x="5" y="4"/>
                      <a:pt x="5" y="0"/>
                    </a:cubicBezTo>
                    <a:cubicBezTo>
                      <a:pt x="1" y="1"/>
                      <a:pt x="0" y="5"/>
                      <a:pt x="2" y="9"/>
                    </a:cubicBezTo>
                    <a:cubicBezTo>
                      <a:pt x="4" y="8"/>
                      <a:pt x="3" y="7"/>
                      <a:pt x="5" y="5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1" name="Freeform 129">
                <a:extLst>
                  <a:ext uri="{FF2B5EF4-FFF2-40B4-BE49-F238E27FC236}">
                    <a16:creationId xmlns:a16="http://schemas.microsoft.com/office/drawing/2014/main" id="{62AB82C0-12FB-4DF4-A1AF-F49C4E760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701"/>
                <a:ext cx="18" cy="19"/>
              </a:xfrm>
              <a:custGeom>
                <a:avLst/>
                <a:gdLst>
                  <a:gd name="T0" fmla="*/ 67 w 7"/>
                  <a:gd name="T1" fmla="*/ 141 h 7"/>
                  <a:gd name="T2" fmla="*/ 67 w 7"/>
                  <a:gd name="T3" fmla="*/ 0 h 7"/>
                  <a:gd name="T4" fmla="*/ 33 w 7"/>
                  <a:gd name="T5" fmla="*/ 10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0" y="5"/>
                      <a:pt x="0" y="2"/>
                      <a:pt x="4" y="0"/>
                    </a:cubicBezTo>
                    <a:cubicBezTo>
                      <a:pt x="7" y="3"/>
                      <a:pt x="6" y="5"/>
                      <a:pt x="2" y="5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2" name="Freeform 130">
                <a:extLst>
                  <a:ext uri="{FF2B5EF4-FFF2-40B4-BE49-F238E27FC236}">
                    <a16:creationId xmlns:a16="http://schemas.microsoft.com/office/drawing/2014/main" id="{1AC1DDAD-8CFA-40E0-A1D6-9C07EF719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712"/>
                <a:ext cx="12" cy="13"/>
              </a:xfrm>
              <a:custGeom>
                <a:avLst/>
                <a:gdLst>
                  <a:gd name="T0" fmla="*/ 29 w 5"/>
                  <a:gd name="T1" fmla="*/ 55 h 5"/>
                  <a:gd name="T2" fmla="*/ 29 w 5"/>
                  <a:gd name="T3" fmla="*/ 0 h 5"/>
                  <a:gd name="T4" fmla="*/ 70 w 5"/>
                  <a:gd name="T5" fmla="*/ 21 h 5"/>
                  <a:gd name="T6" fmla="*/ 0 w 5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3"/>
                    </a:moveTo>
                    <a:cubicBezTo>
                      <a:pt x="1" y="2"/>
                      <a:pt x="2" y="1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4" y="5"/>
                      <a:pt x="2" y="3"/>
                      <a:pt x="0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3" name="Freeform 131">
                <a:extLst>
                  <a:ext uri="{FF2B5EF4-FFF2-40B4-BE49-F238E27FC236}">
                    <a16:creationId xmlns:a16="http://schemas.microsoft.com/office/drawing/2014/main" id="{74F4EED4-33D1-4854-AD5B-23E2A8A07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587"/>
                <a:ext cx="12" cy="16"/>
              </a:xfrm>
              <a:custGeom>
                <a:avLst/>
                <a:gdLst>
                  <a:gd name="T0" fmla="*/ 0 w 5"/>
                  <a:gd name="T1" fmla="*/ 35 h 6"/>
                  <a:gd name="T2" fmla="*/ 0 w 5"/>
                  <a:gd name="T3" fmla="*/ 115 h 6"/>
                  <a:gd name="T4" fmla="*/ 70 w 5"/>
                  <a:gd name="T5" fmla="*/ 0 h 6"/>
                  <a:gd name="T6" fmla="*/ 41 w 5"/>
                  <a:gd name="T7" fmla="*/ 3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4" y="5"/>
                      <a:pt x="5" y="4"/>
                      <a:pt x="5" y="0"/>
                    </a:cubicBezTo>
                    <a:cubicBezTo>
                      <a:pt x="3" y="0"/>
                      <a:pt x="4" y="2"/>
                      <a:pt x="3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4" name="Freeform 132">
                <a:extLst>
                  <a:ext uri="{FF2B5EF4-FFF2-40B4-BE49-F238E27FC236}">
                    <a16:creationId xmlns:a16="http://schemas.microsoft.com/office/drawing/2014/main" id="{87D16257-D6A8-494F-A909-1D20058E4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509"/>
                <a:ext cx="15" cy="11"/>
              </a:xfrm>
              <a:custGeom>
                <a:avLst/>
                <a:gdLst>
                  <a:gd name="T0" fmla="*/ 20 w 6"/>
                  <a:gd name="T1" fmla="*/ 47 h 4"/>
                  <a:gd name="T2" fmla="*/ 95 w 6"/>
                  <a:gd name="T3" fmla="*/ 22 h 4"/>
                  <a:gd name="T4" fmla="*/ 0 w 6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2"/>
                    </a:moveTo>
                    <a:cubicBezTo>
                      <a:pt x="3" y="3"/>
                      <a:pt x="4" y="3"/>
                      <a:pt x="6" y="1"/>
                    </a:cubicBezTo>
                    <a:cubicBezTo>
                      <a:pt x="2" y="0"/>
                      <a:pt x="1" y="3"/>
                      <a:pt x="0" y="4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5" name="Freeform 133">
                <a:extLst>
                  <a:ext uri="{FF2B5EF4-FFF2-40B4-BE49-F238E27FC236}">
                    <a16:creationId xmlns:a16="http://schemas.microsoft.com/office/drawing/2014/main" id="{C513CD65-78D9-4D69-8B8D-DE4BBE20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496"/>
                <a:ext cx="12" cy="11"/>
              </a:xfrm>
              <a:custGeom>
                <a:avLst/>
                <a:gdLst>
                  <a:gd name="T0" fmla="*/ 41 w 5"/>
                  <a:gd name="T1" fmla="*/ 47 h 4"/>
                  <a:gd name="T2" fmla="*/ 70 w 5"/>
                  <a:gd name="T3" fmla="*/ 22 h 4"/>
                  <a:gd name="T4" fmla="*/ 0 w 5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2"/>
                    </a:moveTo>
                    <a:cubicBezTo>
                      <a:pt x="4" y="3"/>
                      <a:pt x="5" y="2"/>
                      <a:pt x="5" y="1"/>
                    </a:cubicBezTo>
                    <a:cubicBezTo>
                      <a:pt x="1" y="0"/>
                      <a:pt x="2" y="3"/>
                      <a:pt x="0" y="4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6" name="Freeform 134">
                <a:extLst>
                  <a:ext uri="{FF2B5EF4-FFF2-40B4-BE49-F238E27FC236}">
                    <a16:creationId xmlns:a16="http://schemas.microsoft.com/office/drawing/2014/main" id="{245E554A-035C-440A-BC27-F904F4E2F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389"/>
                <a:ext cx="17" cy="14"/>
              </a:xfrm>
              <a:custGeom>
                <a:avLst/>
                <a:gdLst>
                  <a:gd name="T0" fmla="*/ 58 w 7"/>
                  <a:gd name="T1" fmla="*/ 48 h 5"/>
                  <a:gd name="T2" fmla="*/ 41 w 7"/>
                  <a:gd name="T3" fmla="*/ 0 h 5"/>
                  <a:gd name="T4" fmla="*/ 0 w 7"/>
                  <a:gd name="T5" fmla="*/ 109 h 5"/>
                  <a:gd name="T6" fmla="*/ 100 w 7"/>
                  <a:gd name="T7" fmla="*/ 22 h 5"/>
                  <a:gd name="T8" fmla="*/ 41 w 7"/>
                  <a:gd name="T9" fmla="*/ 0 h 5"/>
                  <a:gd name="T10" fmla="*/ 41 w 7"/>
                  <a:gd name="T11" fmla="*/ 4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4" y="2"/>
                    </a:moveTo>
                    <a:cubicBezTo>
                      <a:pt x="3" y="2"/>
                      <a:pt x="3" y="1"/>
                      <a:pt x="3" y="0"/>
                    </a:cubicBezTo>
                    <a:cubicBezTo>
                      <a:pt x="0" y="2"/>
                      <a:pt x="0" y="2"/>
                      <a:pt x="0" y="5"/>
                    </a:cubicBezTo>
                    <a:cubicBezTo>
                      <a:pt x="4" y="5"/>
                      <a:pt x="4" y="4"/>
                      <a:pt x="7" y="1"/>
                    </a:cubicBezTo>
                    <a:cubicBezTo>
                      <a:pt x="5" y="0"/>
                      <a:pt x="6" y="0"/>
                      <a:pt x="3" y="0"/>
                    </a:cubicBezTo>
                    <a:cubicBezTo>
                      <a:pt x="2" y="1"/>
                      <a:pt x="2" y="2"/>
                      <a:pt x="3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7" name="Freeform 135">
                <a:extLst>
                  <a:ext uri="{FF2B5EF4-FFF2-40B4-BE49-F238E27FC236}">
                    <a16:creationId xmlns:a16="http://schemas.microsoft.com/office/drawing/2014/main" id="{1FCA393D-A104-4D56-8D34-80C408E18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400"/>
                <a:ext cx="12" cy="8"/>
              </a:xfrm>
              <a:custGeom>
                <a:avLst/>
                <a:gdLst>
                  <a:gd name="T0" fmla="*/ 0 w 5"/>
                  <a:gd name="T1" fmla="*/ 0 h 3"/>
                  <a:gd name="T2" fmla="*/ 29 w 5"/>
                  <a:gd name="T3" fmla="*/ 56 h 3"/>
                  <a:gd name="T4" fmla="*/ 70 w 5"/>
                  <a:gd name="T5" fmla="*/ 0 h 3"/>
                  <a:gd name="T6" fmla="*/ 41 w 5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1" y="0"/>
                      <a:pt x="3" y="2"/>
                      <a:pt x="3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8" name="Freeform 136">
                <a:extLst>
                  <a:ext uri="{FF2B5EF4-FFF2-40B4-BE49-F238E27FC236}">
                    <a16:creationId xmlns:a16="http://schemas.microsoft.com/office/drawing/2014/main" id="{790A115C-7471-4977-9537-17AD47ADE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763"/>
                <a:ext cx="23" cy="21"/>
              </a:xfrm>
              <a:custGeom>
                <a:avLst/>
                <a:gdLst>
                  <a:gd name="T0" fmla="*/ 66 w 9"/>
                  <a:gd name="T1" fmla="*/ 34 h 8"/>
                  <a:gd name="T2" fmla="*/ 66 w 9"/>
                  <a:gd name="T3" fmla="*/ 110 h 8"/>
                  <a:gd name="T4" fmla="*/ 97 w 9"/>
                  <a:gd name="T5" fmla="*/ 0 h 8"/>
                  <a:gd name="T6" fmla="*/ 51 w 9"/>
                  <a:gd name="T7" fmla="*/ 144 h 8"/>
                  <a:gd name="T8" fmla="*/ 130 w 9"/>
                  <a:gd name="T9" fmla="*/ 0 h 8"/>
                  <a:gd name="T10" fmla="*/ 97 w 9"/>
                  <a:gd name="T11" fmla="*/ 3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2"/>
                    </a:moveTo>
                    <a:cubicBezTo>
                      <a:pt x="3" y="4"/>
                      <a:pt x="3" y="5"/>
                      <a:pt x="4" y="6"/>
                    </a:cubicBezTo>
                    <a:cubicBezTo>
                      <a:pt x="5" y="3"/>
                      <a:pt x="5" y="3"/>
                      <a:pt x="6" y="0"/>
                    </a:cubicBezTo>
                    <a:cubicBezTo>
                      <a:pt x="1" y="2"/>
                      <a:pt x="0" y="5"/>
                      <a:pt x="3" y="8"/>
                    </a:cubicBezTo>
                    <a:cubicBezTo>
                      <a:pt x="7" y="7"/>
                      <a:pt x="9" y="4"/>
                      <a:pt x="8" y="0"/>
                    </a:cubicBezTo>
                    <a:cubicBezTo>
                      <a:pt x="6" y="0"/>
                      <a:pt x="7" y="2"/>
                      <a:pt x="6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9" name="Freeform 137">
                <a:extLst>
                  <a:ext uri="{FF2B5EF4-FFF2-40B4-BE49-F238E27FC236}">
                    <a16:creationId xmlns:a16="http://schemas.microsoft.com/office/drawing/2014/main" id="{59436DEE-F32B-4BD7-BCEF-19021A0C3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749"/>
                <a:ext cx="15" cy="19"/>
              </a:xfrm>
              <a:custGeom>
                <a:avLst/>
                <a:gdLst>
                  <a:gd name="T0" fmla="*/ 50 w 6"/>
                  <a:gd name="T1" fmla="*/ 0 h 7"/>
                  <a:gd name="T2" fmla="*/ 0 w 6"/>
                  <a:gd name="T3" fmla="*/ 141 h 7"/>
                  <a:gd name="T4" fmla="*/ 63 w 6"/>
                  <a:gd name="T5" fmla="*/ 22 h 7"/>
                  <a:gd name="T6" fmla="*/ 33 w 6"/>
                  <a:gd name="T7" fmla="*/ 8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1" y="2"/>
                      <a:pt x="1" y="4"/>
                      <a:pt x="0" y="7"/>
                    </a:cubicBezTo>
                    <a:cubicBezTo>
                      <a:pt x="5" y="7"/>
                      <a:pt x="6" y="5"/>
                      <a:pt x="4" y="1"/>
                    </a:cubicBezTo>
                    <a:cubicBezTo>
                      <a:pt x="2" y="2"/>
                      <a:pt x="2" y="4"/>
                      <a:pt x="2" y="4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0" name="Freeform 138">
                <a:extLst>
                  <a:ext uri="{FF2B5EF4-FFF2-40B4-BE49-F238E27FC236}">
                    <a16:creationId xmlns:a16="http://schemas.microsoft.com/office/drawing/2014/main" id="{64AE8D45-821C-4024-8734-19E21CFC1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637"/>
                <a:ext cx="20" cy="19"/>
              </a:xfrm>
              <a:custGeom>
                <a:avLst/>
                <a:gdLst>
                  <a:gd name="T0" fmla="*/ 83 w 8"/>
                  <a:gd name="T1" fmla="*/ 0 h 7"/>
                  <a:gd name="T2" fmla="*/ 33 w 8"/>
                  <a:gd name="T3" fmla="*/ 60 h 7"/>
                  <a:gd name="T4" fmla="*/ 125 w 8"/>
                  <a:gd name="T5" fmla="*/ 81 h 7"/>
                  <a:gd name="T6" fmla="*/ 0 w 8"/>
                  <a:gd name="T7" fmla="*/ 141 h 7"/>
                  <a:gd name="T8" fmla="*/ 63 w 8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3" y="2"/>
                      <a:pt x="5" y="4"/>
                      <a:pt x="2" y="3"/>
                    </a:cubicBezTo>
                    <a:cubicBezTo>
                      <a:pt x="5" y="3"/>
                      <a:pt x="6" y="4"/>
                      <a:pt x="8" y="4"/>
                    </a:cubicBezTo>
                    <a:cubicBezTo>
                      <a:pt x="6" y="7"/>
                      <a:pt x="3" y="7"/>
                      <a:pt x="0" y="7"/>
                    </a:cubicBezTo>
                    <a:cubicBezTo>
                      <a:pt x="0" y="4"/>
                      <a:pt x="1" y="4"/>
                      <a:pt x="4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1" name="Freeform 139">
                <a:extLst>
                  <a:ext uri="{FF2B5EF4-FFF2-40B4-BE49-F238E27FC236}">
                    <a16:creationId xmlns:a16="http://schemas.microsoft.com/office/drawing/2014/main" id="{F2C23CB7-E21B-467F-AF2B-9C390BA1B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699"/>
                <a:ext cx="72" cy="34"/>
              </a:xfrm>
              <a:custGeom>
                <a:avLst/>
                <a:gdLst>
                  <a:gd name="T0" fmla="*/ 290 w 29"/>
                  <a:gd name="T1" fmla="*/ 123 h 13"/>
                  <a:gd name="T2" fmla="*/ 290 w 29"/>
                  <a:gd name="T3" fmla="*/ 21 h 13"/>
                  <a:gd name="T4" fmla="*/ 290 w 29"/>
                  <a:gd name="T5" fmla="*/ 0 h 13"/>
                  <a:gd name="T6" fmla="*/ 308 w 29"/>
                  <a:gd name="T7" fmla="*/ 5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3">
                    <a:moveTo>
                      <a:pt x="19" y="7"/>
                    </a:moveTo>
                    <a:cubicBezTo>
                      <a:pt x="17" y="5"/>
                      <a:pt x="15" y="4"/>
                      <a:pt x="19" y="1"/>
                    </a:cubicBezTo>
                    <a:cubicBezTo>
                      <a:pt x="29" y="13"/>
                      <a:pt x="0" y="1"/>
                      <a:pt x="19" y="0"/>
                    </a:cubicBezTo>
                    <a:cubicBezTo>
                      <a:pt x="20" y="1"/>
                      <a:pt x="20" y="2"/>
                      <a:pt x="20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2" name="Freeform 140">
                <a:extLst>
                  <a:ext uri="{FF2B5EF4-FFF2-40B4-BE49-F238E27FC236}">
                    <a16:creationId xmlns:a16="http://schemas.microsoft.com/office/drawing/2014/main" id="{6315ECCB-173A-4C6A-B461-6895948B0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819"/>
                <a:ext cx="10" cy="8"/>
              </a:xfrm>
              <a:custGeom>
                <a:avLst/>
                <a:gdLst>
                  <a:gd name="T0" fmla="*/ 33 w 4"/>
                  <a:gd name="T1" fmla="*/ 21 h 3"/>
                  <a:gd name="T2" fmla="*/ 50 w 4"/>
                  <a:gd name="T3" fmla="*/ 56 h 3"/>
                  <a:gd name="T4" fmla="*/ 63 w 4"/>
                  <a:gd name="T5" fmla="*/ 0 h 3"/>
                  <a:gd name="T6" fmla="*/ 63 w 4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4" y="1"/>
                      <a:pt x="4" y="2"/>
                      <a:pt x="4" y="0"/>
                    </a:cubicBezTo>
                    <a:cubicBezTo>
                      <a:pt x="0" y="2"/>
                      <a:pt x="4" y="3"/>
                      <a:pt x="4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3" name="Freeform 141">
                <a:extLst>
                  <a:ext uri="{FF2B5EF4-FFF2-40B4-BE49-F238E27FC236}">
                    <a16:creationId xmlns:a16="http://schemas.microsoft.com/office/drawing/2014/main" id="{E678FC9A-EA6A-4B6F-BCF8-57C55E8A8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744"/>
                <a:ext cx="12" cy="16"/>
              </a:xfrm>
              <a:custGeom>
                <a:avLst/>
                <a:gdLst>
                  <a:gd name="T0" fmla="*/ 29 w 5"/>
                  <a:gd name="T1" fmla="*/ 115 h 6"/>
                  <a:gd name="T2" fmla="*/ 41 w 5"/>
                  <a:gd name="T3" fmla="*/ 0 h 6"/>
                  <a:gd name="T4" fmla="*/ 41 w 5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2" y="3"/>
                      <a:pt x="0" y="2"/>
                      <a:pt x="3" y="0"/>
                    </a:cubicBezTo>
                    <a:cubicBezTo>
                      <a:pt x="5" y="2"/>
                      <a:pt x="3" y="3"/>
                      <a:pt x="3" y="5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4" name="Freeform 142">
                <a:extLst>
                  <a:ext uri="{FF2B5EF4-FFF2-40B4-BE49-F238E27FC236}">
                    <a16:creationId xmlns:a16="http://schemas.microsoft.com/office/drawing/2014/main" id="{C3F0B110-ACDA-4369-A82D-4652F0DAF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773"/>
                <a:ext cx="13" cy="8"/>
              </a:xfrm>
              <a:custGeom>
                <a:avLst/>
                <a:gdLst>
                  <a:gd name="T0" fmla="*/ 55 w 5"/>
                  <a:gd name="T1" fmla="*/ 21 h 3"/>
                  <a:gd name="T2" fmla="*/ 0 w 5"/>
                  <a:gd name="T3" fmla="*/ 56 h 3"/>
                  <a:gd name="T4" fmla="*/ 88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1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2" y="0"/>
                      <a:pt x="4" y="1"/>
                      <a:pt x="5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5" name="Freeform 143">
                <a:extLst>
                  <a:ext uri="{FF2B5EF4-FFF2-40B4-BE49-F238E27FC236}">
                    <a16:creationId xmlns:a16="http://schemas.microsoft.com/office/drawing/2014/main" id="{D87F559B-4275-42CA-B048-5C84951C5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888"/>
                <a:ext cx="20" cy="27"/>
              </a:xfrm>
              <a:custGeom>
                <a:avLst/>
                <a:gdLst>
                  <a:gd name="T0" fmla="*/ 33 w 8"/>
                  <a:gd name="T1" fmla="*/ 38 h 10"/>
                  <a:gd name="T2" fmla="*/ 20 w 8"/>
                  <a:gd name="T3" fmla="*/ 176 h 10"/>
                  <a:gd name="T4" fmla="*/ 125 w 8"/>
                  <a:gd name="T5" fmla="*/ 81 h 10"/>
                  <a:gd name="T6" fmla="*/ 0 w 8"/>
                  <a:gd name="T7" fmla="*/ 138 h 10"/>
                  <a:gd name="T8" fmla="*/ 63 w 8"/>
                  <a:gd name="T9" fmla="*/ 1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2" y="2"/>
                    </a:moveTo>
                    <a:cubicBezTo>
                      <a:pt x="0" y="4"/>
                      <a:pt x="0" y="6"/>
                      <a:pt x="1" y="9"/>
                    </a:cubicBezTo>
                    <a:cubicBezTo>
                      <a:pt x="4" y="10"/>
                      <a:pt x="7" y="8"/>
                      <a:pt x="8" y="4"/>
                    </a:cubicBezTo>
                    <a:cubicBezTo>
                      <a:pt x="4" y="0"/>
                      <a:pt x="0" y="2"/>
                      <a:pt x="0" y="7"/>
                    </a:cubicBezTo>
                    <a:cubicBezTo>
                      <a:pt x="1" y="8"/>
                      <a:pt x="3" y="7"/>
                      <a:pt x="4" y="6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6" name="Freeform 144">
                <a:extLst>
                  <a:ext uri="{FF2B5EF4-FFF2-40B4-BE49-F238E27FC236}">
                    <a16:creationId xmlns:a16="http://schemas.microsoft.com/office/drawing/2014/main" id="{CA9F4981-EF8D-4C08-80BB-E896AD963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851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33 w 4"/>
                  <a:gd name="T3" fmla="*/ 0 h 3"/>
                  <a:gd name="T4" fmla="*/ 0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3"/>
                      <a:pt x="1" y="2"/>
                      <a:pt x="0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7" name="Freeform 145">
                <a:extLst>
                  <a:ext uri="{FF2B5EF4-FFF2-40B4-BE49-F238E27FC236}">
                    <a16:creationId xmlns:a16="http://schemas.microsoft.com/office/drawing/2014/main" id="{1847E836-DA57-40DD-8875-742C7AAC7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829"/>
                <a:ext cx="18" cy="22"/>
              </a:xfrm>
              <a:custGeom>
                <a:avLst/>
                <a:gdLst>
                  <a:gd name="T0" fmla="*/ 85 w 7"/>
                  <a:gd name="T1" fmla="*/ 22 h 8"/>
                  <a:gd name="T2" fmla="*/ 21 w 7"/>
                  <a:gd name="T3" fmla="*/ 168 h 8"/>
                  <a:gd name="T4" fmla="*/ 118 w 7"/>
                  <a:gd name="T5" fmla="*/ 0 h 8"/>
                  <a:gd name="T6" fmla="*/ 67 w 7"/>
                  <a:gd name="T7" fmla="*/ 4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2" y="3"/>
                      <a:pt x="0" y="5"/>
                      <a:pt x="1" y="8"/>
                    </a:cubicBezTo>
                    <a:cubicBezTo>
                      <a:pt x="5" y="8"/>
                      <a:pt x="7" y="4"/>
                      <a:pt x="7" y="0"/>
                    </a:cubicBezTo>
                    <a:cubicBezTo>
                      <a:pt x="5" y="0"/>
                      <a:pt x="4" y="1"/>
                      <a:pt x="4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8" name="Freeform 146">
                <a:extLst>
                  <a:ext uri="{FF2B5EF4-FFF2-40B4-BE49-F238E27FC236}">
                    <a16:creationId xmlns:a16="http://schemas.microsoft.com/office/drawing/2014/main" id="{D7453E7C-6C8C-47FD-B55C-FC686B36D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1885"/>
                <a:ext cx="13" cy="14"/>
              </a:xfrm>
              <a:custGeom>
                <a:avLst/>
                <a:gdLst>
                  <a:gd name="T0" fmla="*/ 0 w 5"/>
                  <a:gd name="T1" fmla="*/ 109 h 5"/>
                  <a:gd name="T2" fmla="*/ 68 w 5"/>
                  <a:gd name="T3" fmla="*/ 0 h 5"/>
                  <a:gd name="T4" fmla="*/ 34 w 5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3"/>
                      <a:pt x="2" y="1"/>
                      <a:pt x="4" y="0"/>
                    </a:cubicBezTo>
                    <a:cubicBezTo>
                      <a:pt x="5" y="3"/>
                      <a:pt x="2" y="2"/>
                      <a:pt x="2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9" name="Freeform 147">
                <a:extLst>
                  <a:ext uri="{FF2B5EF4-FFF2-40B4-BE49-F238E27FC236}">
                    <a16:creationId xmlns:a16="http://schemas.microsoft.com/office/drawing/2014/main" id="{20B4B038-74F4-44B4-8C23-2500E1848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1955"/>
                <a:ext cx="20" cy="21"/>
              </a:xfrm>
              <a:custGeom>
                <a:avLst/>
                <a:gdLst>
                  <a:gd name="T0" fmla="*/ 33 w 8"/>
                  <a:gd name="T1" fmla="*/ 76 h 8"/>
                  <a:gd name="T2" fmla="*/ 95 w 8"/>
                  <a:gd name="T3" fmla="*/ 89 h 8"/>
                  <a:gd name="T4" fmla="*/ 113 w 8"/>
                  <a:gd name="T5" fmla="*/ 34 h 8"/>
                  <a:gd name="T6" fmla="*/ 33 w 8"/>
                  <a:gd name="T7" fmla="*/ 144 h 8"/>
                  <a:gd name="T8" fmla="*/ 125 w 8"/>
                  <a:gd name="T9" fmla="*/ 55 h 8"/>
                  <a:gd name="T10" fmla="*/ 50 w 8"/>
                  <a:gd name="T11" fmla="*/ 11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2" y="4"/>
                    </a:moveTo>
                    <a:cubicBezTo>
                      <a:pt x="3" y="6"/>
                      <a:pt x="5" y="6"/>
                      <a:pt x="6" y="5"/>
                    </a:cubicBezTo>
                    <a:cubicBezTo>
                      <a:pt x="7" y="4"/>
                      <a:pt x="7" y="3"/>
                      <a:pt x="7" y="2"/>
                    </a:cubicBezTo>
                    <a:cubicBezTo>
                      <a:pt x="2" y="0"/>
                      <a:pt x="0" y="4"/>
                      <a:pt x="2" y="8"/>
                    </a:cubicBezTo>
                    <a:cubicBezTo>
                      <a:pt x="5" y="7"/>
                      <a:pt x="7" y="6"/>
                      <a:pt x="8" y="3"/>
                    </a:cubicBezTo>
                    <a:cubicBezTo>
                      <a:pt x="5" y="2"/>
                      <a:pt x="5" y="4"/>
                      <a:pt x="3" y="6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0" name="Freeform 148">
                <a:extLst>
                  <a:ext uri="{FF2B5EF4-FFF2-40B4-BE49-F238E27FC236}">
                    <a16:creationId xmlns:a16="http://schemas.microsoft.com/office/drawing/2014/main" id="{83496212-CD5B-47CF-AFBE-498514A2B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925"/>
                <a:ext cx="12" cy="6"/>
              </a:xfrm>
              <a:custGeom>
                <a:avLst/>
                <a:gdLst>
                  <a:gd name="T0" fmla="*/ 41 w 5"/>
                  <a:gd name="T1" fmla="*/ 27 h 2"/>
                  <a:gd name="T2" fmla="*/ 0 w 5"/>
                  <a:gd name="T3" fmla="*/ 54 h 2"/>
                  <a:gd name="T4" fmla="*/ 70 w 5"/>
                  <a:gd name="T5" fmla="*/ 0 h 2"/>
                  <a:gd name="T6" fmla="*/ 29 w 5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3" y="1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2" y="0"/>
                      <a:pt x="1" y="0"/>
                      <a:pt x="5" y="0"/>
                    </a:cubicBezTo>
                    <a:cubicBezTo>
                      <a:pt x="5" y="2"/>
                      <a:pt x="3" y="1"/>
                      <a:pt x="2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1" name="Freeform 149">
                <a:extLst>
                  <a:ext uri="{FF2B5EF4-FFF2-40B4-BE49-F238E27FC236}">
                    <a16:creationId xmlns:a16="http://schemas.microsoft.com/office/drawing/2014/main" id="{406900A5-62EE-4623-8E40-D8A79FA59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947"/>
                <a:ext cx="13" cy="16"/>
              </a:xfrm>
              <a:custGeom>
                <a:avLst/>
                <a:gdLst>
                  <a:gd name="T0" fmla="*/ 34 w 5"/>
                  <a:gd name="T1" fmla="*/ 56 h 6"/>
                  <a:gd name="T2" fmla="*/ 68 w 5"/>
                  <a:gd name="T3" fmla="*/ 0 h 6"/>
                  <a:gd name="T4" fmla="*/ 21 w 5"/>
                  <a:gd name="T5" fmla="*/ 115 h 6"/>
                  <a:gd name="T6" fmla="*/ 34 w 5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1" y="2"/>
                      <a:pt x="2" y="1"/>
                      <a:pt x="4" y="0"/>
                    </a:cubicBezTo>
                    <a:cubicBezTo>
                      <a:pt x="5" y="5"/>
                      <a:pt x="5" y="2"/>
                      <a:pt x="1" y="6"/>
                    </a:cubicBezTo>
                    <a:cubicBezTo>
                      <a:pt x="0" y="4"/>
                      <a:pt x="1" y="3"/>
                      <a:pt x="2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2" name="Freeform 150">
                <a:extLst>
                  <a:ext uri="{FF2B5EF4-FFF2-40B4-BE49-F238E27FC236}">
                    <a16:creationId xmlns:a16="http://schemas.microsoft.com/office/drawing/2014/main" id="{90192809-E4C8-4561-8573-9F47CC843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040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0 w 5"/>
                  <a:gd name="T3" fmla="*/ 0 h 5"/>
                  <a:gd name="T4" fmla="*/ 58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5" y="0"/>
                      <a:pt x="3" y="3"/>
                      <a:pt x="4" y="5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3" name="Freeform 151">
                <a:extLst>
                  <a:ext uri="{FF2B5EF4-FFF2-40B4-BE49-F238E27FC236}">
                    <a16:creationId xmlns:a16="http://schemas.microsoft.com/office/drawing/2014/main" id="{078D4BCD-738B-430A-AA6D-960628351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008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4" name="Freeform 152">
                <a:extLst>
                  <a:ext uri="{FF2B5EF4-FFF2-40B4-BE49-F238E27FC236}">
                    <a16:creationId xmlns:a16="http://schemas.microsoft.com/office/drawing/2014/main" id="{5358CA09-1297-404F-8254-FD0929D96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107"/>
                <a:ext cx="22" cy="21"/>
              </a:xfrm>
              <a:custGeom>
                <a:avLst/>
                <a:gdLst>
                  <a:gd name="T0" fmla="*/ 103 w 9"/>
                  <a:gd name="T1" fmla="*/ 76 h 8"/>
                  <a:gd name="T2" fmla="*/ 59 w 9"/>
                  <a:gd name="T3" fmla="*/ 144 h 8"/>
                  <a:gd name="T4" fmla="*/ 120 w 9"/>
                  <a:gd name="T5" fmla="*/ 34 h 8"/>
                  <a:gd name="T6" fmla="*/ 0 w 9"/>
                  <a:gd name="T7" fmla="*/ 123 h 8"/>
                  <a:gd name="T8" fmla="*/ 132 w 9"/>
                  <a:gd name="T9" fmla="*/ 3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7" y="4"/>
                    </a:moveTo>
                    <a:cubicBezTo>
                      <a:pt x="6" y="5"/>
                      <a:pt x="5" y="7"/>
                      <a:pt x="4" y="8"/>
                    </a:cubicBezTo>
                    <a:cubicBezTo>
                      <a:pt x="6" y="6"/>
                      <a:pt x="7" y="4"/>
                      <a:pt x="8" y="2"/>
                    </a:cubicBezTo>
                    <a:cubicBezTo>
                      <a:pt x="4" y="0"/>
                      <a:pt x="1" y="3"/>
                      <a:pt x="0" y="7"/>
                    </a:cubicBezTo>
                    <a:cubicBezTo>
                      <a:pt x="4" y="8"/>
                      <a:pt x="7" y="6"/>
                      <a:pt x="9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5" name="Freeform 153">
                <a:extLst>
                  <a:ext uri="{FF2B5EF4-FFF2-40B4-BE49-F238E27FC236}">
                    <a16:creationId xmlns:a16="http://schemas.microsoft.com/office/drawing/2014/main" id="{2DE5031F-386C-46F9-8D12-CB407F92D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155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0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4" y="0"/>
                      <a:pt x="1" y="2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6" name="Freeform 154">
                <a:extLst>
                  <a:ext uri="{FF2B5EF4-FFF2-40B4-BE49-F238E27FC236}">
                    <a16:creationId xmlns:a16="http://schemas.microsoft.com/office/drawing/2014/main" id="{9483D368-1809-4176-BEA6-C41205079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037"/>
                <a:ext cx="8" cy="6"/>
              </a:xfrm>
              <a:custGeom>
                <a:avLst/>
                <a:gdLst>
                  <a:gd name="T0" fmla="*/ 0 w 3"/>
                  <a:gd name="T1" fmla="*/ 54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7" name="Freeform 155">
                <a:extLst>
                  <a:ext uri="{FF2B5EF4-FFF2-40B4-BE49-F238E27FC236}">
                    <a16:creationId xmlns:a16="http://schemas.microsoft.com/office/drawing/2014/main" id="{CF3ECEBE-B746-4378-9311-DBFF3BB3E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949"/>
                <a:ext cx="20" cy="22"/>
              </a:xfrm>
              <a:custGeom>
                <a:avLst/>
                <a:gdLst>
                  <a:gd name="T0" fmla="*/ 50 w 8"/>
                  <a:gd name="T1" fmla="*/ 0 h 8"/>
                  <a:gd name="T2" fmla="*/ 63 w 8"/>
                  <a:gd name="T3" fmla="*/ 168 h 8"/>
                  <a:gd name="T4" fmla="*/ 50 w 8"/>
                  <a:gd name="T5" fmla="*/ 0 h 8"/>
                  <a:gd name="T6" fmla="*/ 50 w 8"/>
                  <a:gd name="T7" fmla="*/ 1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1" y="4"/>
                      <a:pt x="1" y="6"/>
                      <a:pt x="4" y="8"/>
                    </a:cubicBezTo>
                    <a:cubicBezTo>
                      <a:pt x="8" y="5"/>
                      <a:pt x="8" y="2"/>
                      <a:pt x="3" y="0"/>
                    </a:cubicBezTo>
                    <a:cubicBezTo>
                      <a:pt x="0" y="3"/>
                      <a:pt x="2" y="4"/>
                      <a:pt x="3" y="6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8" name="Freeform 156">
                <a:extLst>
                  <a:ext uri="{FF2B5EF4-FFF2-40B4-BE49-F238E27FC236}">
                    <a16:creationId xmlns:a16="http://schemas.microsoft.com/office/drawing/2014/main" id="{E300BD15-86EA-4E66-97DD-6D9682683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907"/>
                <a:ext cx="7" cy="13"/>
              </a:xfrm>
              <a:custGeom>
                <a:avLst/>
                <a:gdLst>
                  <a:gd name="T0" fmla="*/ 0 w 3"/>
                  <a:gd name="T1" fmla="*/ 34 h 5"/>
                  <a:gd name="T2" fmla="*/ 28 w 3"/>
                  <a:gd name="T3" fmla="*/ 21 h 5"/>
                  <a:gd name="T4" fmla="*/ 37 w 3"/>
                  <a:gd name="T5" fmla="*/ 68 h 5"/>
                  <a:gd name="T6" fmla="*/ 0 w 3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0" y="0"/>
                      <a:pt x="0" y="0"/>
                      <a:pt x="2" y="1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0" y="5"/>
                      <a:pt x="2" y="3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9" name="Freeform 157">
                <a:extLst>
                  <a:ext uri="{FF2B5EF4-FFF2-40B4-BE49-F238E27FC236}">
                    <a16:creationId xmlns:a16="http://schemas.microsoft.com/office/drawing/2014/main" id="{14695BBB-7C14-4489-BA02-739679B6F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987"/>
                <a:ext cx="13" cy="10"/>
              </a:xfrm>
              <a:custGeom>
                <a:avLst/>
                <a:gdLst>
                  <a:gd name="T0" fmla="*/ 68 w 5"/>
                  <a:gd name="T1" fmla="*/ 0 h 4"/>
                  <a:gd name="T2" fmla="*/ 88 w 5"/>
                  <a:gd name="T3" fmla="*/ 63 h 4"/>
                  <a:gd name="T4" fmla="*/ 34 w 5"/>
                  <a:gd name="T5" fmla="*/ 0 h 4"/>
                  <a:gd name="T6" fmla="*/ 21 w 5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5" y="2"/>
                      <a:pt x="3" y="3"/>
                      <a:pt x="5" y="4"/>
                    </a:cubicBezTo>
                    <a:cubicBezTo>
                      <a:pt x="5" y="0"/>
                      <a:pt x="4" y="3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0" name="Freeform 158">
                <a:extLst>
                  <a:ext uri="{FF2B5EF4-FFF2-40B4-BE49-F238E27FC236}">
                    <a16:creationId xmlns:a16="http://schemas.microsoft.com/office/drawing/2014/main" id="{64DE8B16-6EF3-4E6A-948F-23AE1075E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875"/>
                <a:ext cx="13" cy="16"/>
              </a:xfrm>
              <a:custGeom>
                <a:avLst/>
                <a:gdLst>
                  <a:gd name="T0" fmla="*/ 0 w 5"/>
                  <a:gd name="T1" fmla="*/ 0 h 6"/>
                  <a:gd name="T2" fmla="*/ 68 w 5"/>
                  <a:gd name="T3" fmla="*/ 115 h 6"/>
                  <a:gd name="T4" fmla="*/ 88 w 5"/>
                  <a:gd name="T5" fmla="*/ 35 h 6"/>
                  <a:gd name="T6" fmla="*/ 21 w 5"/>
                  <a:gd name="T7" fmla="*/ 7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4"/>
                      <a:pt x="0" y="6"/>
                      <a:pt x="4" y="6"/>
                    </a:cubicBezTo>
                    <a:cubicBezTo>
                      <a:pt x="5" y="4"/>
                      <a:pt x="5" y="5"/>
                      <a:pt x="5" y="2"/>
                    </a:cubicBezTo>
                    <a:cubicBezTo>
                      <a:pt x="2" y="1"/>
                      <a:pt x="2" y="3"/>
                      <a:pt x="1" y="4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1" name="Freeform 159">
                <a:extLst>
                  <a:ext uri="{FF2B5EF4-FFF2-40B4-BE49-F238E27FC236}">
                    <a16:creationId xmlns:a16="http://schemas.microsoft.com/office/drawing/2014/main" id="{304D1F0A-CE49-4151-9DCB-744F93250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757"/>
                <a:ext cx="5" cy="11"/>
              </a:xfrm>
              <a:custGeom>
                <a:avLst/>
                <a:gdLst>
                  <a:gd name="T0" fmla="*/ 33 w 2"/>
                  <a:gd name="T1" fmla="*/ 83 h 4"/>
                  <a:gd name="T2" fmla="*/ 0 w 2"/>
                  <a:gd name="T3" fmla="*/ 2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1" y="0"/>
                      <a:pt x="0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2" name="Freeform 160">
                <a:extLst>
                  <a:ext uri="{FF2B5EF4-FFF2-40B4-BE49-F238E27FC236}">
                    <a16:creationId xmlns:a16="http://schemas.microsoft.com/office/drawing/2014/main" id="{F7204232-6A44-4A08-B614-7EE6DE0EF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824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63 w 4"/>
                  <a:gd name="T3" fmla="*/ 56 h 3"/>
                  <a:gd name="T4" fmla="*/ 33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0" y="2"/>
                      <a:pt x="4" y="3"/>
                    </a:cubicBezTo>
                    <a:cubicBezTo>
                      <a:pt x="4" y="0"/>
                      <a:pt x="2" y="2"/>
                      <a:pt x="2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3" name="Freeform 161">
                <a:extLst>
                  <a:ext uri="{FF2B5EF4-FFF2-40B4-BE49-F238E27FC236}">
                    <a16:creationId xmlns:a16="http://schemas.microsoft.com/office/drawing/2014/main" id="{0CAA607A-A5E1-4111-9B5C-CDB4E6D94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181"/>
                <a:ext cx="10" cy="14"/>
              </a:xfrm>
              <a:custGeom>
                <a:avLst/>
                <a:gdLst>
                  <a:gd name="T0" fmla="*/ 33 w 4"/>
                  <a:gd name="T1" fmla="*/ 22 h 5"/>
                  <a:gd name="T2" fmla="*/ 50 w 4"/>
                  <a:gd name="T3" fmla="*/ 109 h 5"/>
                  <a:gd name="T4" fmla="*/ 63 w 4"/>
                  <a:gd name="T5" fmla="*/ 0 h 5"/>
                  <a:gd name="T6" fmla="*/ 20 w 4"/>
                  <a:gd name="T7" fmla="*/ 10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3"/>
                      <a:pt x="2" y="4"/>
                      <a:pt x="3" y="5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0" y="1"/>
                      <a:pt x="1" y="3"/>
                      <a:pt x="1" y="5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4" name="Freeform 162">
                <a:extLst>
                  <a:ext uri="{FF2B5EF4-FFF2-40B4-BE49-F238E27FC236}">
                    <a16:creationId xmlns:a16="http://schemas.microsoft.com/office/drawing/2014/main" id="{09729891-B9EF-4713-8AD3-44447A40A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427"/>
                <a:ext cx="22" cy="29"/>
              </a:xfrm>
              <a:custGeom>
                <a:avLst/>
                <a:gdLst>
                  <a:gd name="T0" fmla="*/ 29 w 9"/>
                  <a:gd name="T1" fmla="*/ 124 h 11"/>
                  <a:gd name="T2" fmla="*/ 42 w 9"/>
                  <a:gd name="T3" fmla="*/ 200 h 11"/>
                  <a:gd name="T4" fmla="*/ 103 w 9"/>
                  <a:gd name="T5" fmla="*/ 0 h 11"/>
                  <a:gd name="T6" fmla="*/ 29 w 9"/>
                  <a:gd name="T7" fmla="*/ 182 h 11"/>
                  <a:gd name="T8" fmla="*/ 120 w 9"/>
                  <a:gd name="T9" fmla="*/ 7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2" y="7"/>
                    </a:moveTo>
                    <a:cubicBezTo>
                      <a:pt x="1" y="9"/>
                      <a:pt x="2" y="10"/>
                      <a:pt x="3" y="11"/>
                    </a:cubicBezTo>
                    <a:cubicBezTo>
                      <a:pt x="7" y="8"/>
                      <a:pt x="9" y="4"/>
                      <a:pt x="7" y="0"/>
                    </a:cubicBezTo>
                    <a:cubicBezTo>
                      <a:pt x="2" y="0"/>
                      <a:pt x="0" y="5"/>
                      <a:pt x="2" y="10"/>
                    </a:cubicBezTo>
                    <a:cubicBezTo>
                      <a:pt x="5" y="11"/>
                      <a:pt x="8" y="8"/>
                      <a:pt x="8" y="4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5" name="Freeform 163">
                <a:extLst>
                  <a:ext uri="{FF2B5EF4-FFF2-40B4-BE49-F238E27FC236}">
                    <a16:creationId xmlns:a16="http://schemas.microsoft.com/office/drawing/2014/main" id="{2BBF58B3-91DB-4368-9F07-F3287B31A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432"/>
                <a:ext cx="20" cy="27"/>
              </a:xfrm>
              <a:custGeom>
                <a:avLst/>
                <a:gdLst>
                  <a:gd name="T0" fmla="*/ 0 w 8"/>
                  <a:gd name="T1" fmla="*/ 116 h 10"/>
                  <a:gd name="T2" fmla="*/ 125 w 8"/>
                  <a:gd name="T3" fmla="*/ 116 h 10"/>
                  <a:gd name="T4" fmla="*/ 0 w 8"/>
                  <a:gd name="T5" fmla="*/ 103 h 10"/>
                  <a:gd name="T6" fmla="*/ 50 w 8"/>
                  <a:gd name="T7" fmla="*/ 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0" y="6"/>
                    </a:moveTo>
                    <a:cubicBezTo>
                      <a:pt x="0" y="0"/>
                      <a:pt x="5" y="1"/>
                      <a:pt x="8" y="6"/>
                    </a:cubicBezTo>
                    <a:cubicBezTo>
                      <a:pt x="5" y="10"/>
                      <a:pt x="1" y="10"/>
                      <a:pt x="0" y="5"/>
                    </a:cubicBezTo>
                    <a:cubicBezTo>
                      <a:pt x="0" y="3"/>
                      <a:pt x="1" y="2"/>
                      <a:pt x="3" y="2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6" name="Freeform 164">
                <a:extLst>
                  <a:ext uri="{FF2B5EF4-FFF2-40B4-BE49-F238E27FC236}">
                    <a16:creationId xmlns:a16="http://schemas.microsoft.com/office/drawing/2014/main" id="{D5211E1C-189E-4052-A168-4A53BC788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392"/>
                <a:ext cx="45" cy="64"/>
              </a:xfrm>
              <a:custGeom>
                <a:avLst/>
                <a:gdLst>
                  <a:gd name="T0" fmla="*/ 175 w 18"/>
                  <a:gd name="T1" fmla="*/ 149 h 24"/>
                  <a:gd name="T2" fmla="*/ 188 w 18"/>
                  <a:gd name="T3" fmla="*/ 285 h 24"/>
                  <a:gd name="T4" fmla="*/ 50 w 18"/>
                  <a:gd name="T5" fmla="*/ 264 h 24"/>
                  <a:gd name="T6" fmla="*/ 113 w 18"/>
                  <a:gd name="T7" fmla="*/ 28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4">
                    <a:moveTo>
                      <a:pt x="11" y="8"/>
                    </a:moveTo>
                    <a:cubicBezTo>
                      <a:pt x="0" y="5"/>
                      <a:pt x="5" y="24"/>
                      <a:pt x="12" y="15"/>
                    </a:cubicBezTo>
                    <a:cubicBezTo>
                      <a:pt x="18" y="7"/>
                      <a:pt x="2" y="0"/>
                      <a:pt x="3" y="14"/>
                    </a:cubicBezTo>
                    <a:cubicBezTo>
                      <a:pt x="4" y="15"/>
                      <a:pt x="5" y="16"/>
                      <a:pt x="7" y="15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7" name="Freeform 165">
                <a:extLst>
                  <a:ext uri="{FF2B5EF4-FFF2-40B4-BE49-F238E27FC236}">
                    <a16:creationId xmlns:a16="http://schemas.microsoft.com/office/drawing/2014/main" id="{62198A53-AF62-4764-9806-4C22A98DF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352"/>
                <a:ext cx="23" cy="24"/>
              </a:xfrm>
              <a:custGeom>
                <a:avLst/>
                <a:gdLst>
                  <a:gd name="T0" fmla="*/ 97 w 9"/>
                  <a:gd name="T1" fmla="*/ 0 h 9"/>
                  <a:gd name="T2" fmla="*/ 33 w 9"/>
                  <a:gd name="T3" fmla="*/ 171 h 9"/>
                  <a:gd name="T4" fmla="*/ 130 w 9"/>
                  <a:gd name="T5" fmla="*/ 56 h 9"/>
                  <a:gd name="T6" fmla="*/ 51 w 9"/>
                  <a:gd name="T7" fmla="*/ 1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1" y="2"/>
                      <a:pt x="0" y="5"/>
                      <a:pt x="2" y="9"/>
                    </a:cubicBezTo>
                    <a:cubicBezTo>
                      <a:pt x="6" y="9"/>
                      <a:pt x="9" y="7"/>
                      <a:pt x="8" y="3"/>
                    </a:cubicBezTo>
                    <a:cubicBezTo>
                      <a:pt x="4" y="2"/>
                      <a:pt x="4" y="4"/>
                      <a:pt x="3" y="7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8" name="Freeform 166">
                <a:extLst>
                  <a:ext uri="{FF2B5EF4-FFF2-40B4-BE49-F238E27FC236}">
                    <a16:creationId xmlns:a16="http://schemas.microsoft.com/office/drawing/2014/main" id="{255F53DE-172D-43B1-AF8D-BB0793510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443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0 h 3"/>
                  <a:gd name="T4" fmla="*/ 20 w 2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0"/>
                      <a:pt x="1" y="1"/>
                      <a:pt x="1" y="2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9" name="Freeform 167">
                <a:extLst>
                  <a:ext uri="{FF2B5EF4-FFF2-40B4-BE49-F238E27FC236}">
                    <a16:creationId xmlns:a16="http://schemas.microsoft.com/office/drawing/2014/main" id="{AB4122CD-6C10-4A21-83ED-705D20EDB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429"/>
                <a:ext cx="22" cy="24"/>
              </a:xfrm>
              <a:custGeom>
                <a:avLst/>
                <a:gdLst>
                  <a:gd name="T0" fmla="*/ 59 w 9"/>
                  <a:gd name="T1" fmla="*/ 56 h 9"/>
                  <a:gd name="T2" fmla="*/ 42 w 9"/>
                  <a:gd name="T3" fmla="*/ 171 h 9"/>
                  <a:gd name="T4" fmla="*/ 59 w 9"/>
                  <a:gd name="T5" fmla="*/ 0 h 9"/>
                  <a:gd name="T6" fmla="*/ 0 w 9"/>
                  <a:gd name="T7" fmla="*/ 7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4" y="3"/>
                    </a:moveTo>
                    <a:cubicBezTo>
                      <a:pt x="2" y="5"/>
                      <a:pt x="2" y="7"/>
                      <a:pt x="3" y="9"/>
                    </a:cubicBezTo>
                    <a:cubicBezTo>
                      <a:pt x="8" y="7"/>
                      <a:pt x="9" y="3"/>
                      <a:pt x="4" y="0"/>
                    </a:cubicBezTo>
                    <a:cubicBezTo>
                      <a:pt x="1" y="0"/>
                      <a:pt x="1" y="2"/>
                      <a:pt x="0" y="4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0" name="Freeform 168">
                <a:extLst>
                  <a:ext uri="{FF2B5EF4-FFF2-40B4-BE49-F238E27FC236}">
                    <a16:creationId xmlns:a16="http://schemas.microsoft.com/office/drawing/2014/main" id="{A290B005-D423-43CB-AA35-76F57E618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355"/>
                <a:ext cx="10" cy="10"/>
              </a:xfrm>
              <a:custGeom>
                <a:avLst/>
                <a:gdLst>
                  <a:gd name="T0" fmla="*/ 0 w 4"/>
                  <a:gd name="T1" fmla="*/ 6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1" name="Freeform 169">
                <a:extLst>
                  <a:ext uri="{FF2B5EF4-FFF2-40B4-BE49-F238E27FC236}">
                    <a16:creationId xmlns:a16="http://schemas.microsoft.com/office/drawing/2014/main" id="{DDED7B4D-6B50-4756-9C80-CC7464874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440"/>
                <a:ext cx="27" cy="24"/>
              </a:xfrm>
              <a:custGeom>
                <a:avLst/>
                <a:gdLst>
                  <a:gd name="T0" fmla="*/ 91 w 11"/>
                  <a:gd name="T1" fmla="*/ 35 h 9"/>
                  <a:gd name="T2" fmla="*/ 61 w 11"/>
                  <a:gd name="T3" fmla="*/ 171 h 9"/>
                  <a:gd name="T4" fmla="*/ 91 w 11"/>
                  <a:gd name="T5" fmla="*/ 0 h 9"/>
                  <a:gd name="T6" fmla="*/ 42 w 11"/>
                  <a:gd name="T7" fmla="*/ 9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6" y="2"/>
                    </a:moveTo>
                    <a:cubicBezTo>
                      <a:pt x="3" y="5"/>
                      <a:pt x="0" y="6"/>
                      <a:pt x="4" y="9"/>
                    </a:cubicBezTo>
                    <a:cubicBezTo>
                      <a:pt x="9" y="7"/>
                      <a:pt x="11" y="2"/>
                      <a:pt x="6" y="0"/>
                    </a:cubicBezTo>
                    <a:cubicBezTo>
                      <a:pt x="2" y="1"/>
                      <a:pt x="3" y="2"/>
                      <a:pt x="3" y="5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2" name="Freeform 170">
                <a:extLst>
                  <a:ext uri="{FF2B5EF4-FFF2-40B4-BE49-F238E27FC236}">
                    <a16:creationId xmlns:a16="http://schemas.microsoft.com/office/drawing/2014/main" id="{B2FB3147-0B3F-486D-BE8E-7E370D856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451"/>
                <a:ext cx="22" cy="24"/>
              </a:xfrm>
              <a:custGeom>
                <a:avLst/>
                <a:gdLst>
                  <a:gd name="T0" fmla="*/ 90 w 9"/>
                  <a:gd name="T1" fmla="*/ 93 h 9"/>
                  <a:gd name="T2" fmla="*/ 29 w 9"/>
                  <a:gd name="T3" fmla="*/ 77 h 9"/>
                  <a:gd name="T4" fmla="*/ 59 w 9"/>
                  <a:gd name="T5" fmla="*/ 149 h 9"/>
                  <a:gd name="T6" fmla="*/ 103 w 9"/>
                  <a:gd name="T7" fmla="*/ 21 h 9"/>
                  <a:gd name="T8" fmla="*/ 29 w 9"/>
                  <a:gd name="T9" fmla="*/ 171 h 9"/>
                  <a:gd name="T10" fmla="*/ 120 w 9"/>
                  <a:gd name="T11" fmla="*/ 2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6" y="5"/>
                    </a:moveTo>
                    <a:cubicBezTo>
                      <a:pt x="5" y="5"/>
                      <a:pt x="3" y="4"/>
                      <a:pt x="2" y="4"/>
                    </a:cubicBezTo>
                    <a:cubicBezTo>
                      <a:pt x="3" y="6"/>
                      <a:pt x="3" y="6"/>
                      <a:pt x="4" y="8"/>
                    </a:cubicBezTo>
                    <a:cubicBezTo>
                      <a:pt x="7" y="6"/>
                      <a:pt x="8" y="4"/>
                      <a:pt x="7" y="1"/>
                    </a:cubicBezTo>
                    <a:cubicBezTo>
                      <a:pt x="2" y="0"/>
                      <a:pt x="0" y="5"/>
                      <a:pt x="2" y="9"/>
                    </a:cubicBezTo>
                    <a:cubicBezTo>
                      <a:pt x="6" y="9"/>
                      <a:pt x="9" y="5"/>
                      <a:pt x="8" y="1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3" name="Freeform 171">
                <a:extLst>
                  <a:ext uri="{FF2B5EF4-FFF2-40B4-BE49-F238E27FC236}">
                    <a16:creationId xmlns:a16="http://schemas.microsoft.com/office/drawing/2014/main" id="{B7C17F03-8F16-4EE6-B54B-A49E4E1C4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45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4" name="Freeform 172">
                <a:extLst>
                  <a:ext uri="{FF2B5EF4-FFF2-40B4-BE49-F238E27FC236}">
                    <a16:creationId xmlns:a16="http://schemas.microsoft.com/office/drawing/2014/main" id="{B27D8DE6-D9A9-4A62-B4FE-F594DADE0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403"/>
                <a:ext cx="15" cy="18"/>
              </a:xfrm>
              <a:custGeom>
                <a:avLst/>
                <a:gdLst>
                  <a:gd name="T0" fmla="*/ 33 w 6"/>
                  <a:gd name="T1" fmla="*/ 33 h 7"/>
                  <a:gd name="T2" fmla="*/ 50 w 6"/>
                  <a:gd name="T3" fmla="*/ 67 h 7"/>
                  <a:gd name="T4" fmla="*/ 63 w 6"/>
                  <a:gd name="T5" fmla="*/ 0 h 7"/>
                  <a:gd name="T6" fmla="*/ 20 w 6"/>
                  <a:gd name="T7" fmla="*/ 118 h 7"/>
                  <a:gd name="T8" fmla="*/ 83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2"/>
                    </a:moveTo>
                    <a:cubicBezTo>
                      <a:pt x="1" y="4"/>
                      <a:pt x="2" y="4"/>
                      <a:pt x="3" y="4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1" y="2"/>
                      <a:pt x="0" y="4"/>
                      <a:pt x="1" y="7"/>
                    </a:cubicBezTo>
                    <a:cubicBezTo>
                      <a:pt x="5" y="7"/>
                      <a:pt x="6" y="4"/>
                      <a:pt x="5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5" name="Freeform 173">
                <a:extLst>
                  <a:ext uri="{FF2B5EF4-FFF2-40B4-BE49-F238E27FC236}">
                    <a16:creationId xmlns:a16="http://schemas.microsoft.com/office/drawing/2014/main" id="{D71F3145-00E7-45C7-B8BE-DE77FCB7F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48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6" name="Freeform 174">
                <a:extLst>
                  <a:ext uri="{FF2B5EF4-FFF2-40B4-BE49-F238E27FC236}">
                    <a16:creationId xmlns:a16="http://schemas.microsoft.com/office/drawing/2014/main" id="{C7977C35-2DE0-4134-89F4-F9E2A0A11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376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3"/>
                      <a:pt x="4" y="1"/>
                      <a:pt x="6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7" name="Freeform 175">
                <a:extLst>
                  <a:ext uri="{FF2B5EF4-FFF2-40B4-BE49-F238E27FC236}">
                    <a16:creationId xmlns:a16="http://schemas.microsoft.com/office/drawing/2014/main" id="{3683D7CE-B627-498B-A4C8-A854ADE54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373"/>
                <a:ext cx="7" cy="14"/>
              </a:xfrm>
              <a:custGeom>
                <a:avLst/>
                <a:gdLst>
                  <a:gd name="T0" fmla="*/ 0 w 3"/>
                  <a:gd name="T1" fmla="*/ 109 h 5"/>
                  <a:gd name="T2" fmla="*/ 3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8" name="Freeform 176">
                <a:extLst>
                  <a:ext uri="{FF2B5EF4-FFF2-40B4-BE49-F238E27FC236}">
                    <a16:creationId xmlns:a16="http://schemas.microsoft.com/office/drawing/2014/main" id="{39664E74-2716-4AE3-841C-F091FF946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1472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9" name="Freeform 177">
                <a:extLst>
                  <a:ext uri="{FF2B5EF4-FFF2-40B4-BE49-F238E27FC236}">
                    <a16:creationId xmlns:a16="http://schemas.microsoft.com/office/drawing/2014/main" id="{AE5B011F-AEBE-4F43-956C-43DE48D9B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488"/>
                <a:ext cx="30" cy="24"/>
              </a:xfrm>
              <a:custGeom>
                <a:avLst/>
                <a:gdLst>
                  <a:gd name="T0" fmla="*/ 95 w 12"/>
                  <a:gd name="T1" fmla="*/ 115 h 9"/>
                  <a:gd name="T2" fmla="*/ 125 w 12"/>
                  <a:gd name="T3" fmla="*/ 21 h 9"/>
                  <a:gd name="T4" fmla="*/ 63 w 12"/>
                  <a:gd name="T5" fmla="*/ 171 h 9"/>
                  <a:gd name="T6" fmla="*/ 175 w 1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6" y="6"/>
                    </a:moveTo>
                    <a:cubicBezTo>
                      <a:pt x="7" y="5"/>
                      <a:pt x="8" y="3"/>
                      <a:pt x="8" y="1"/>
                    </a:cubicBezTo>
                    <a:cubicBezTo>
                      <a:pt x="3" y="0"/>
                      <a:pt x="0" y="5"/>
                      <a:pt x="4" y="9"/>
                    </a:cubicBezTo>
                    <a:cubicBezTo>
                      <a:pt x="9" y="9"/>
                      <a:pt x="12" y="5"/>
                      <a:pt x="11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0" name="Freeform 178">
                <a:extLst>
                  <a:ext uri="{FF2B5EF4-FFF2-40B4-BE49-F238E27FC236}">
                    <a16:creationId xmlns:a16="http://schemas.microsoft.com/office/drawing/2014/main" id="{09682FCA-6178-47BA-8FDA-A449FA45F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48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1" name="Freeform 179">
                <a:extLst>
                  <a:ext uri="{FF2B5EF4-FFF2-40B4-BE49-F238E27FC236}">
                    <a16:creationId xmlns:a16="http://schemas.microsoft.com/office/drawing/2014/main" id="{1203DE48-E6C5-40C1-AF19-C2B2F0BC7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467"/>
                <a:ext cx="45" cy="50"/>
              </a:xfrm>
              <a:custGeom>
                <a:avLst/>
                <a:gdLst>
                  <a:gd name="T0" fmla="*/ 145 w 18"/>
                  <a:gd name="T1" fmla="*/ 145 h 19"/>
                  <a:gd name="T2" fmla="*/ 20 w 18"/>
                  <a:gd name="T3" fmla="*/ 145 h 19"/>
                  <a:gd name="T4" fmla="*/ 270 w 18"/>
                  <a:gd name="T5" fmla="*/ 145 h 19"/>
                  <a:gd name="T6" fmla="*/ 95 w 18"/>
                  <a:gd name="T7" fmla="*/ 16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9" y="8"/>
                    </a:moveTo>
                    <a:cubicBezTo>
                      <a:pt x="6" y="7"/>
                      <a:pt x="3" y="7"/>
                      <a:pt x="1" y="8"/>
                    </a:cubicBezTo>
                    <a:cubicBezTo>
                      <a:pt x="0" y="19"/>
                      <a:pt x="16" y="16"/>
                      <a:pt x="17" y="8"/>
                    </a:cubicBezTo>
                    <a:cubicBezTo>
                      <a:pt x="18" y="0"/>
                      <a:pt x="7" y="4"/>
                      <a:pt x="6" y="9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2" name="Freeform 180">
                <a:extLst>
                  <a:ext uri="{FF2B5EF4-FFF2-40B4-BE49-F238E27FC236}">
                    <a16:creationId xmlns:a16="http://schemas.microsoft.com/office/drawing/2014/main" id="{9F61F5A7-89D2-4561-A60B-14C935542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435"/>
                <a:ext cx="20" cy="21"/>
              </a:xfrm>
              <a:custGeom>
                <a:avLst/>
                <a:gdLst>
                  <a:gd name="T0" fmla="*/ 63 w 8"/>
                  <a:gd name="T1" fmla="*/ 89 h 8"/>
                  <a:gd name="T2" fmla="*/ 95 w 8"/>
                  <a:gd name="T3" fmla="*/ 0 h 8"/>
                  <a:gd name="T4" fmla="*/ 20 w 8"/>
                  <a:gd name="T5" fmla="*/ 123 h 8"/>
                  <a:gd name="T6" fmla="*/ 33 w 8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4" y="5"/>
                    </a:moveTo>
                    <a:cubicBezTo>
                      <a:pt x="4" y="3"/>
                      <a:pt x="3" y="1"/>
                      <a:pt x="6" y="0"/>
                    </a:cubicBezTo>
                    <a:cubicBezTo>
                      <a:pt x="8" y="5"/>
                      <a:pt x="6" y="8"/>
                      <a:pt x="1" y="7"/>
                    </a:cubicBezTo>
                    <a:cubicBezTo>
                      <a:pt x="0" y="5"/>
                      <a:pt x="1" y="4"/>
                      <a:pt x="2" y="2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3" name="Freeform 181">
                <a:extLst>
                  <a:ext uri="{FF2B5EF4-FFF2-40B4-BE49-F238E27FC236}">
                    <a16:creationId xmlns:a16="http://schemas.microsoft.com/office/drawing/2014/main" id="{BB456672-803C-4421-AF11-63AEB0F53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509"/>
                <a:ext cx="5" cy="11"/>
              </a:xfrm>
              <a:custGeom>
                <a:avLst/>
                <a:gdLst>
                  <a:gd name="T0" fmla="*/ 0 w 2"/>
                  <a:gd name="T1" fmla="*/ 8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4" name="Freeform 182">
                <a:extLst>
                  <a:ext uri="{FF2B5EF4-FFF2-40B4-BE49-F238E27FC236}">
                    <a16:creationId xmlns:a16="http://schemas.microsoft.com/office/drawing/2014/main" id="{6A774EC4-9BA3-491E-8752-B24F79FE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389"/>
                <a:ext cx="2" cy="11"/>
              </a:xfrm>
              <a:custGeom>
                <a:avLst/>
                <a:gdLst>
                  <a:gd name="T0" fmla="*/ 8 w 1"/>
                  <a:gd name="T1" fmla="*/ 83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5" name="Freeform 183">
                <a:extLst>
                  <a:ext uri="{FF2B5EF4-FFF2-40B4-BE49-F238E27FC236}">
                    <a16:creationId xmlns:a16="http://schemas.microsoft.com/office/drawing/2014/main" id="{DE0FBF36-5979-438D-B7B1-4FB67497B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539"/>
                <a:ext cx="82" cy="66"/>
              </a:xfrm>
              <a:custGeom>
                <a:avLst/>
                <a:gdLst>
                  <a:gd name="T0" fmla="*/ 229 w 33"/>
                  <a:gd name="T1" fmla="*/ 222 h 25"/>
                  <a:gd name="T2" fmla="*/ 229 w 33"/>
                  <a:gd name="T3" fmla="*/ 335 h 25"/>
                  <a:gd name="T4" fmla="*/ 199 w 33"/>
                  <a:gd name="T5" fmla="*/ 166 h 25"/>
                  <a:gd name="T6" fmla="*/ 308 w 33"/>
                  <a:gd name="T7" fmla="*/ 145 h 25"/>
                  <a:gd name="T8" fmla="*/ 258 w 33"/>
                  <a:gd name="T9" fmla="*/ 18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5">
                    <a:moveTo>
                      <a:pt x="15" y="12"/>
                    </a:moveTo>
                    <a:cubicBezTo>
                      <a:pt x="14" y="14"/>
                      <a:pt x="14" y="16"/>
                      <a:pt x="15" y="18"/>
                    </a:cubicBezTo>
                    <a:cubicBezTo>
                      <a:pt x="25" y="15"/>
                      <a:pt x="20" y="0"/>
                      <a:pt x="13" y="9"/>
                    </a:cubicBezTo>
                    <a:cubicBezTo>
                      <a:pt x="0" y="25"/>
                      <a:pt x="33" y="18"/>
                      <a:pt x="20" y="8"/>
                    </a:cubicBezTo>
                    <a:cubicBezTo>
                      <a:pt x="18" y="8"/>
                      <a:pt x="17" y="9"/>
                      <a:pt x="17" y="1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6" name="Freeform 184">
                <a:extLst>
                  <a:ext uri="{FF2B5EF4-FFF2-40B4-BE49-F238E27FC236}">
                    <a16:creationId xmlns:a16="http://schemas.microsoft.com/office/drawing/2014/main" id="{D286687B-A695-4F60-904A-B00EEB13A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555"/>
                <a:ext cx="10" cy="16"/>
              </a:xfrm>
              <a:custGeom>
                <a:avLst/>
                <a:gdLst>
                  <a:gd name="T0" fmla="*/ 63 w 4"/>
                  <a:gd name="T1" fmla="*/ 77 h 6"/>
                  <a:gd name="T2" fmla="*/ 20 w 4"/>
                  <a:gd name="T3" fmla="*/ 115 h 6"/>
                  <a:gd name="T4" fmla="*/ 63 w 4"/>
                  <a:gd name="T5" fmla="*/ 21 h 6"/>
                  <a:gd name="T6" fmla="*/ 0 w 4"/>
                  <a:gd name="T7" fmla="*/ 7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2" y="4"/>
                      <a:pt x="1" y="5"/>
                      <a:pt x="1" y="6"/>
                    </a:cubicBezTo>
                    <a:cubicBezTo>
                      <a:pt x="4" y="5"/>
                      <a:pt x="2" y="5"/>
                      <a:pt x="4" y="1"/>
                    </a:cubicBezTo>
                    <a:cubicBezTo>
                      <a:pt x="0" y="0"/>
                      <a:pt x="1" y="2"/>
                      <a:pt x="0" y="4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7" name="Freeform 185">
                <a:extLst>
                  <a:ext uri="{FF2B5EF4-FFF2-40B4-BE49-F238E27FC236}">
                    <a16:creationId xmlns:a16="http://schemas.microsoft.com/office/drawing/2014/main" id="{3656A5D6-363A-4A18-8250-086755EEA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520"/>
                <a:ext cx="40" cy="45"/>
              </a:xfrm>
              <a:custGeom>
                <a:avLst/>
                <a:gdLst>
                  <a:gd name="T0" fmla="*/ 145 w 16"/>
                  <a:gd name="T1" fmla="*/ 56 h 17"/>
                  <a:gd name="T2" fmla="*/ 158 w 16"/>
                  <a:gd name="T3" fmla="*/ 225 h 17"/>
                  <a:gd name="T4" fmla="*/ 95 w 16"/>
                  <a:gd name="T5" fmla="*/ 1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9" y="3"/>
                    </a:moveTo>
                    <a:cubicBezTo>
                      <a:pt x="0" y="6"/>
                      <a:pt x="3" y="17"/>
                      <a:pt x="10" y="12"/>
                    </a:cubicBezTo>
                    <a:cubicBezTo>
                      <a:pt x="16" y="7"/>
                      <a:pt x="8" y="0"/>
                      <a:pt x="6" y="8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8" name="Freeform 186">
                <a:extLst>
                  <a:ext uri="{FF2B5EF4-FFF2-40B4-BE49-F238E27FC236}">
                    <a16:creationId xmlns:a16="http://schemas.microsoft.com/office/drawing/2014/main" id="{B4DCA493-9243-4EA9-93CA-011F83216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47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6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9" name="Freeform 187">
                <a:extLst>
                  <a:ext uri="{FF2B5EF4-FFF2-40B4-BE49-F238E27FC236}">
                    <a16:creationId xmlns:a16="http://schemas.microsoft.com/office/drawing/2014/main" id="{D9D015D6-D868-4E6B-9BC3-7227AD8BC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55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56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0" name="Freeform 188">
                <a:extLst>
                  <a:ext uri="{FF2B5EF4-FFF2-40B4-BE49-F238E27FC236}">
                    <a16:creationId xmlns:a16="http://schemas.microsoft.com/office/drawing/2014/main" id="{0777778E-BAFC-4316-86A1-CEB19DAFF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603"/>
                <a:ext cx="40" cy="58"/>
              </a:xfrm>
              <a:custGeom>
                <a:avLst/>
                <a:gdLst>
                  <a:gd name="T0" fmla="*/ 33 w 16"/>
                  <a:gd name="T1" fmla="*/ 221 h 22"/>
                  <a:gd name="T2" fmla="*/ 20 w 16"/>
                  <a:gd name="T3" fmla="*/ 327 h 22"/>
                  <a:gd name="T4" fmla="*/ 33 w 16"/>
                  <a:gd name="T5" fmla="*/ 258 h 22"/>
                  <a:gd name="T6" fmla="*/ 95 w 16"/>
                  <a:gd name="T7" fmla="*/ 31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2" y="12"/>
                    </a:moveTo>
                    <a:cubicBezTo>
                      <a:pt x="0" y="14"/>
                      <a:pt x="0" y="16"/>
                      <a:pt x="1" y="18"/>
                    </a:cubicBezTo>
                    <a:cubicBezTo>
                      <a:pt x="16" y="22"/>
                      <a:pt x="6" y="0"/>
                      <a:pt x="2" y="14"/>
                    </a:cubicBezTo>
                    <a:cubicBezTo>
                      <a:pt x="2" y="16"/>
                      <a:pt x="4" y="17"/>
                      <a:pt x="6" y="17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1" name="Freeform 189">
                <a:extLst>
                  <a:ext uri="{FF2B5EF4-FFF2-40B4-BE49-F238E27FC236}">
                    <a16:creationId xmlns:a16="http://schemas.microsoft.com/office/drawing/2014/main" id="{F5E0D463-B7FE-4074-AE19-0F0747841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589"/>
                <a:ext cx="10" cy="11"/>
              </a:xfrm>
              <a:custGeom>
                <a:avLst/>
                <a:gdLst>
                  <a:gd name="T0" fmla="*/ 0 w 4"/>
                  <a:gd name="T1" fmla="*/ 8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2" name="Freeform 190">
                <a:extLst>
                  <a:ext uri="{FF2B5EF4-FFF2-40B4-BE49-F238E27FC236}">
                    <a16:creationId xmlns:a16="http://schemas.microsoft.com/office/drawing/2014/main" id="{96D49CEE-B629-4285-A437-42A96AA8A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651"/>
                <a:ext cx="37" cy="26"/>
              </a:xfrm>
              <a:custGeom>
                <a:avLst/>
                <a:gdLst>
                  <a:gd name="T0" fmla="*/ 153 w 15"/>
                  <a:gd name="T1" fmla="*/ 55 h 10"/>
                  <a:gd name="T2" fmla="*/ 104 w 15"/>
                  <a:gd name="T3" fmla="*/ 156 h 10"/>
                  <a:gd name="T4" fmla="*/ 133 w 15"/>
                  <a:gd name="T5" fmla="*/ 0 h 10"/>
                  <a:gd name="T6" fmla="*/ 224 w 15"/>
                  <a:gd name="T7" fmla="*/ 14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10" y="3"/>
                    </a:moveTo>
                    <a:cubicBezTo>
                      <a:pt x="7" y="5"/>
                      <a:pt x="4" y="4"/>
                      <a:pt x="7" y="9"/>
                    </a:cubicBezTo>
                    <a:cubicBezTo>
                      <a:pt x="12" y="7"/>
                      <a:pt x="14" y="3"/>
                      <a:pt x="9" y="0"/>
                    </a:cubicBezTo>
                    <a:cubicBezTo>
                      <a:pt x="0" y="4"/>
                      <a:pt x="8" y="10"/>
                      <a:pt x="15" y="8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3" name="Freeform 191">
                <a:extLst>
                  <a:ext uri="{FF2B5EF4-FFF2-40B4-BE49-F238E27FC236}">
                    <a16:creationId xmlns:a16="http://schemas.microsoft.com/office/drawing/2014/main" id="{754D5B19-E459-4B9A-9F70-A894BEE93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624"/>
                <a:ext cx="13" cy="13"/>
              </a:xfrm>
              <a:custGeom>
                <a:avLst/>
                <a:gdLst>
                  <a:gd name="T0" fmla="*/ 0 w 5"/>
                  <a:gd name="T1" fmla="*/ 55 h 5"/>
                  <a:gd name="T2" fmla="*/ 55 w 5"/>
                  <a:gd name="T3" fmla="*/ 0 h 5"/>
                  <a:gd name="T4" fmla="*/ 21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3"/>
                      <a:pt x="2" y="3"/>
                      <a:pt x="1" y="5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4" name="Freeform 192">
                <a:extLst>
                  <a:ext uri="{FF2B5EF4-FFF2-40B4-BE49-F238E27FC236}">
                    <a16:creationId xmlns:a16="http://schemas.microsoft.com/office/drawing/2014/main" id="{09FA02D6-2416-498B-8983-EEFE33A41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1685"/>
                <a:ext cx="23" cy="22"/>
              </a:xfrm>
              <a:custGeom>
                <a:avLst/>
                <a:gdLst>
                  <a:gd name="T0" fmla="*/ 118 w 9"/>
                  <a:gd name="T1" fmla="*/ 22 h 8"/>
                  <a:gd name="T2" fmla="*/ 33 w 9"/>
                  <a:gd name="T3" fmla="*/ 168 h 8"/>
                  <a:gd name="T4" fmla="*/ 66 w 9"/>
                  <a:gd name="T5" fmla="*/ 0 h 8"/>
                  <a:gd name="T6" fmla="*/ 84 w 9"/>
                  <a:gd name="T7" fmla="*/ 16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7" y="1"/>
                    </a:moveTo>
                    <a:cubicBezTo>
                      <a:pt x="4" y="3"/>
                      <a:pt x="3" y="5"/>
                      <a:pt x="2" y="8"/>
                    </a:cubicBezTo>
                    <a:cubicBezTo>
                      <a:pt x="8" y="7"/>
                      <a:pt x="9" y="3"/>
                      <a:pt x="4" y="0"/>
                    </a:cubicBezTo>
                    <a:cubicBezTo>
                      <a:pt x="0" y="2"/>
                      <a:pt x="0" y="6"/>
                      <a:pt x="5" y="8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5" name="Freeform 193">
                <a:extLst>
                  <a:ext uri="{FF2B5EF4-FFF2-40B4-BE49-F238E27FC236}">
                    <a16:creationId xmlns:a16="http://schemas.microsoft.com/office/drawing/2014/main" id="{E7D3BE17-84D5-4777-80B7-DDD79736D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704"/>
                <a:ext cx="33" cy="27"/>
              </a:xfrm>
              <a:custGeom>
                <a:avLst/>
                <a:gdLst>
                  <a:gd name="T0" fmla="*/ 51 w 13"/>
                  <a:gd name="T1" fmla="*/ 0 h 10"/>
                  <a:gd name="T2" fmla="*/ 213 w 13"/>
                  <a:gd name="T3" fmla="*/ 59 h 10"/>
                  <a:gd name="T4" fmla="*/ 117 w 13"/>
                  <a:gd name="T5" fmla="*/ 0 h 10"/>
                  <a:gd name="T6" fmla="*/ 96 w 13"/>
                  <a:gd name="T7" fmla="*/ 8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3" y="0"/>
                    </a:moveTo>
                    <a:cubicBezTo>
                      <a:pt x="0" y="9"/>
                      <a:pt x="10" y="10"/>
                      <a:pt x="13" y="3"/>
                    </a:cubicBezTo>
                    <a:cubicBezTo>
                      <a:pt x="11" y="0"/>
                      <a:pt x="10" y="0"/>
                      <a:pt x="7" y="0"/>
                    </a:cubicBezTo>
                    <a:cubicBezTo>
                      <a:pt x="6" y="1"/>
                      <a:pt x="5" y="2"/>
                      <a:pt x="6" y="4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6" name="Freeform 194">
                <a:extLst>
                  <a:ext uri="{FF2B5EF4-FFF2-40B4-BE49-F238E27FC236}">
                    <a16:creationId xmlns:a16="http://schemas.microsoft.com/office/drawing/2014/main" id="{C8A62DDE-0F36-416E-953B-0CC0C20C5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693"/>
                <a:ext cx="12" cy="11"/>
              </a:xfrm>
              <a:custGeom>
                <a:avLst/>
                <a:gdLst>
                  <a:gd name="T0" fmla="*/ 58 w 5"/>
                  <a:gd name="T1" fmla="*/ 83 h 4"/>
                  <a:gd name="T2" fmla="*/ 12 w 5"/>
                  <a:gd name="T3" fmla="*/ 22 h 4"/>
                  <a:gd name="T4" fmla="*/ 70 w 5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4"/>
                    </a:moveTo>
                    <a:cubicBezTo>
                      <a:pt x="2" y="3"/>
                      <a:pt x="0" y="3"/>
                      <a:pt x="1" y="1"/>
                    </a:cubicBezTo>
                    <a:cubicBezTo>
                      <a:pt x="3" y="0"/>
                      <a:pt x="3" y="2"/>
                      <a:pt x="5" y="2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7" name="Freeform 195">
                <a:extLst>
                  <a:ext uri="{FF2B5EF4-FFF2-40B4-BE49-F238E27FC236}">
                    <a16:creationId xmlns:a16="http://schemas.microsoft.com/office/drawing/2014/main" id="{670C60DA-E975-450B-AC06-5809E9BF1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760"/>
                <a:ext cx="13" cy="11"/>
              </a:xfrm>
              <a:custGeom>
                <a:avLst/>
                <a:gdLst>
                  <a:gd name="T0" fmla="*/ 0 w 5"/>
                  <a:gd name="T1" fmla="*/ 47 h 4"/>
                  <a:gd name="T2" fmla="*/ 55 w 5"/>
                  <a:gd name="T3" fmla="*/ 61 h 4"/>
                  <a:gd name="T4" fmla="*/ 34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4"/>
                      <a:pt x="2" y="4"/>
                      <a:pt x="3" y="3"/>
                    </a:cubicBezTo>
                    <a:cubicBezTo>
                      <a:pt x="5" y="0"/>
                      <a:pt x="3" y="1"/>
                      <a:pt x="2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8" name="Freeform 196">
                <a:extLst>
                  <a:ext uri="{FF2B5EF4-FFF2-40B4-BE49-F238E27FC236}">
                    <a16:creationId xmlns:a16="http://schemas.microsoft.com/office/drawing/2014/main" id="{605538F7-E863-4262-9956-52FFABB1C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757"/>
                <a:ext cx="28" cy="32"/>
              </a:xfrm>
              <a:custGeom>
                <a:avLst/>
                <a:gdLst>
                  <a:gd name="T0" fmla="*/ 51 w 11"/>
                  <a:gd name="T1" fmla="*/ 21 h 12"/>
                  <a:gd name="T2" fmla="*/ 181 w 11"/>
                  <a:gd name="T3" fmla="*/ 93 h 12"/>
                  <a:gd name="T4" fmla="*/ 130 w 11"/>
                  <a:gd name="T5" fmla="*/ 17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3" y="1"/>
                    </a:moveTo>
                    <a:cubicBezTo>
                      <a:pt x="0" y="9"/>
                      <a:pt x="9" y="12"/>
                      <a:pt x="11" y="5"/>
                    </a:cubicBezTo>
                    <a:cubicBezTo>
                      <a:pt x="6" y="0"/>
                      <a:pt x="1" y="7"/>
                      <a:pt x="8" y="9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9" name="Freeform 197">
                <a:extLst>
                  <a:ext uri="{FF2B5EF4-FFF2-40B4-BE49-F238E27FC236}">
                    <a16:creationId xmlns:a16="http://schemas.microsoft.com/office/drawing/2014/main" id="{9275DF24-2DED-4068-AE5B-379151D71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760"/>
                <a:ext cx="25" cy="21"/>
              </a:xfrm>
              <a:custGeom>
                <a:avLst/>
                <a:gdLst>
                  <a:gd name="T0" fmla="*/ 113 w 10"/>
                  <a:gd name="T1" fmla="*/ 89 h 8"/>
                  <a:gd name="T2" fmla="*/ 50 w 10"/>
                  <a:gd name="T3" fmla="*/ 76 h 8"/>
                  <a:gd name="T4" fmla="*/ 158 w 10"/>
                  <a:gd name="T5" fmla="*/ 0 h 8"/>
                  <a:gd name="T6" fmla="*/ 0 w 10"/>
                  <a:gd name="T7" fmla="*/ 11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5" y="6"/>
                      <a:pt x="4" y="6"/>
                      <a:pt x="3" y="4"/>
                    </a:cubicBezTo>
                    <a:cubicBezTo>
                      <a:pt x="4" y="0"/>
                      <a:pt x="6" y="0"/>
                      <a:pt x="10" y="0"/>
                    </a:cubicBezTo>
                    <a:cubicBezTo>
                      <a:pt x="10" y="5"/>
                      <a:pt x="4" y="8"/>
                      <a:pt x="0" y="6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0" name="Freeform 198">
                <a:extLst>
                  <a:ext uri="{FF2B5EF4-FFF2-40B4-BE49-F238E27FC236}">
                    <a16:creationId xmlns:a16="http://schemas.microsoft.com/office/drawing/2014/main" id="{76C18DBD-F7E4-4714-A157-35590DE00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813"/>
                <a:ext cx="22" cy="32"/>
              </a:xfrm>
              <a:custGeom>
                <a:avLst/>
                <a:gdLst>
                  <a:gd name="T0" fmla="*/ 103 w 9"/>
                  <a:gd name="T1" fmla="*/ 56 h 12"/>
                  <a:gd name="T2" fmla="*/ 59 w 9"/>
                  <a:gd name="T3" fmla="*/ 227 h 12"/>
                  <a:gd name="T4" fmla="*/ 132 w 9"/>
                  <a:gd name="T5" fmla="*/ 56 h 12"/>
                  <a:gd name="T6" fmla="*/ 42 w 9"/>
                  <a:gd name="T7" fmla="*/ 17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7" y="3"/>
                    </a:moveTo>
                    <a:cubicBezTo>
                      <a:pt x="2" y="5"/>
                      <a:pt x="1" y="8"/>
                      <a:pt x="4" y="12"/>
                    </a:cubicBezTo>
                    <a:cubicBezTo>
                      <a:pt x="7" y="10"/>
                      <a:pt x="9" y="7"/>
                      <a:pt x="9" y="3"/>
                    </a:cubicBezTo>
                    <a:cubicBezTo>
                      <a:pt x="3" y="0"/>
                      <a:pt x="0" y="4"/>
                      <a:pt x="3" y="9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1" name="Freeform 199">
                <a:extLst>
                  <a:ext uri="{FF2B5EF4-FFF2-40B4-BE49-F238E27FC236}">
                    <a16:creationId xmlns:a16="http://schemas.microsoft.com/office/drawing/2014/main" id="{1F7E2FAC-47CF-4F16-9472-81C556AB0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848"/>
                <a:ext cx="28" cy="37"/>
              </a:xfrm>
              <a:custGeom>
                <a:avLst/>
                <a:gdLst>
                  <a:gd name="T0" fmla="*/ 97 w 11"/>
                  <a:gd name="T1" fmla="*/ 148 h 14"/>
                  <a:gd name="T2" fmla="*/ 20 w 11"/>
                  <a:gd name="T3" fmla="*/ 167 h 14"/>
                  <a:gd name="T4" fmla="*/ 64 w 11"/>
                  <a:gd name="T5" fmla="*/ 0 h 14"/>
                  <a:gd name="T6" fmla="*/ 20 w 11"/>
                  <a:gd name="T7" fmla="*/ 16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6" y="8"/>
                    </a:moveTo>
                    <a:cubicBezTo>
                      <a:pt x="4" y="9"/>
                      <a:pt x="3" y="10"/>
                      <a:pt x="1" y="9"/>
                    </a:cubicBezTo>
                    <a:cubicBezTo>
                      <a:pt x="0" y="5"/>
                      <a:pt x="1" y="2"/>
                      <a:pt x="4" y="0"/>
                    </a:cubicBezTo>
                    <a:cubicBezTo>
                      <a:pt x="11" y="3"/>
                      <a:pt x="7" y="14"/>
                      <a:pt x="1" y="9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2" name="Freeform 200">
                <a:extLst>
                  <a:ext uri="{FF2B5EF4-FFF2-40B4-BE49-F238E27FC236}">
                    <a16:creationId xmlns:a16="http://schemas.microsoft.com/office/drawing/2014/main" id="{59A9FAB9-29B7-4D3B-BC0E-2E4591B69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896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0"/>
                      <a:pt x="4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3" name="Freeform 201">
                <a:extLst>
                  <a:ext uri="{FF2B5EF4-FFF2-40B4-BE49-F238E27FC236}">
                    <a16:creationId xmlns:a16="http://schemas.microsoft.com/office/drawing/2014/main" id="{51D5C842-AF04-429F-9819-9F52FED31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1931"/>
                <a:ext cx="35" cy="45"/>
              </a:xfrm>
              <a:custGeom>
                <a:avLst/>
                <a:gdLst>
                  <a:gd name="T0" fmla="*/ 63 w 14"/>
                  <a:gd name="T1" fmla="*/ 148 h 17"/>
                  <a:gd name="T2" fmla="*/ 188 w 14"/>
                  <a:gd name="T3" fmla="*/ 148 h 17"/>
                  <a:gd name="T4" fmla="*/ 33 w 14"/>
                  <a:gd name="T5" fmla="*/ 25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4" y="8"/>
                    </a:moveTo>
                    <a:cubicBezTo>
                      <a:pt x="6" y="17"/>
                      <a:pt x="14" y="11"/>
                      <a:pt x="12" y="8"/>
                    </a:cubicBezTo>
                    <a:cubicBezTo>
                      <a:pt x="7" y="0"/>
                      <a:pt x="0" y="8"/>
                      <a:pt x="2" y="14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4" name="Freeform 202">
                <a:extLst>
                  <a:ext uri="{FF2B5EF4-FFF2-40B4-BE49-F238E27FC236}">
                    <a16:creationId xmlns:a16="http://schemas.microsoft.com/office/drawing/2014/main" id="{1744DA9A-C1D7-40CF-9E90-93B10A42A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1893"/>
                <a:ext cx="15" cy="11"/>
              </a:xfrm>
              <a:custGeom>
                <a:avLst/>
                <a:gdLst>
                  <a:gd name="T0" fmla="*/ 95 w 6"/>
                  <a:gd name="T1" fmla="*/ 61 h 4"/>
                  <a:gd name="T2" fmla="*/ 0 w 6"/>
                  <a:gd name="T3" fmla="*/ 47 h 4"/>
                  <a:gd name="T4" fmla="*/ 83 w 6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3"/>
                    </a:moveTo>
                    <a:cubicBezTo>
                      <a:pt x="3" y="3"/>
                      <a:pt x="2" y="4"/>
                      <a:pt x="0" y="2"/>
                    </a:cubicBezTo>
                    <a:cubicBezTo>
                      <a:pt x="5" y="0"/>
                      <a:pt x="4" y="3"/>
                      <a:pt x="5" y="3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5" name="Freeform 203">
                <a:extLst>
                  <a:ext uri="{FF2B5EF4-FFF2-40B4-BE49-F238E27FC236}">
                    <a16:creationId xmlns:a16="http://schemas.microsoft.com/office/drawing/2014/main" id="{B0001806-57EA-4404-B881-8B35878FA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965"/>
                <a:ext cx="10" cy="11"/>
              </a:xfrm>
              <a:custGeom>
                <a:avLst/>
                <a:gdLst>
                  <a:gd name="T0" fmla="*/ 0 w 4"/>
                  <a:gd name="T1" fmla="*/ 8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6" name="Freeform 204">
                <a:extLst>
                  <a:ext uri="{FF2B5EF4-FFF2-40B4-BE49-F238E27FC236}">
                    <a16:creationId xmlns:a16="http://schemas.microsoft.com/office/drawing/2014/main" id="{46F420D1-7257-4A8F-9693-1E535EB99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987"/>
                <a:ext cx="10" cy="16"/>
              </a:xfrm>
              <a:custGeom>
                <a:avLst/>
                <a:gdLst>
                  <a:gd name="T0" fmla="*/ 63 w 4"/>
                  <a:gd name="T1" fmla="*/ 56 h 6"/>
                  <a:gd name="T2" fmla="*/ 33 w 4"/>
                  <a:gd name="T3" fmla="*/ 115 h 6"/>
                  <a:gd name="T4" fmla="*/ 33 w 4"/>
                  <a:gd name="T5" fmla="*/ 0 h 6"/>
                  <a:gd name="T6" fmla="*/ 0 w 4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3" y="4"/>
                      <a:pt x="3" y="5"/>
                      <a:pt x="2" y="6"/>
                    </a:cubicBezTo>
                    <a:cubicBezTo>
                      <a:pt x="3" y="3"/>
                      <a:pt x="2" y="3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720" name="Group 205">
              <a:extLst>
                <a:ext uri="{FF2B5EF4-FFF2-40B4-BE49-F238E27FC236}">
                  <a16:creationId xmlns:a16="http://schemas.microsoft.com/office/drawing/2014/main" id="{6C3B6D10-9E42-40CC-A299-3737BDE029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60" y="1373"/>
              <a:ext cx="3358" cy="2099"/>
              <a:chOff x="1260" y="1373"/>
              <a:chExt cx="3358" cy="2099"/>
            </a:xfrm>
          </p:grpSpPr>
          <p:sp>
            <p:nvSpPr>
              <p:cNvPr id="72807" name="Freeform 206">
                <a:extLst>
                  <a:ext uri="{FF2B5EF4-FFF2-40B4-BE49-F238E27FC236}">
                    <a16:creationId xmlns:a16="http://schemas.microsoft.com/office/drawing/2014/main" id="{E38F15A0-7613-4682-B71B-F6E61765A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997"/>
                <a:ext cx="23" cy="22"/>
              </a:xfrm>
              <a:custGeom>
                <a:avLst/>
                <a:gdLst>
                  <a:gd name="T0" fmla="*/ 118 w 9"/>
                  <a:gd name="T1" fmla="*/ 107 h 8"/>
                  <a:gd name="T2" fmla="*/ 51 w 9"/>
                  <a:gd name="T3" fmla="*/ 22 h 8"/>
                  <a:gd name="T4" fmla="*/ 151 w 9"/>
                  <a:gd name="T5" fmla="*/ 47 h 8"/>
                  <a:gd name="T6" fmla="*/ 0 w 9"/>
                  <a:gd name="T7" fmla="*/ 1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5" y="4"/>
                      <a:pt x="4" y="3"/>
                      <a:pt x="3" y="1"/>
                    </a:cubicBezTo>
                    <a:cubicBezTo>
                      <a:pt x="6" y="0"/>
                      <a:pt x="6" y="0"/>
                      <a:pt x="9" y="2"/>
                    </a:cubicBezTo>
                    <a:cubicBezTo>
                      <a:pt x="8" y="6"/>
                      <a:pt x="4" y="8"/>
                      <a:pt x="0" y="6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08" name="Freeform 207">
                <a:extLst>
                  <a:ext uri="{FF2B5EF4-FFF2-40B4-BE49-F238E27FC236}">
                    <a16:creationId xmlns:a16="http://schemas.microsoft.com/office/drawing/2014/main" id="{34CFE7DD-9C12-4C11-9991-6F478BF80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088"/>
                <a:ext cx="17" cy="27"/>
              </a:xfrm>
              <a:custGeom>
                <a:avLst/>
                <a:gdLst>
                  <a:gd name="T0" fmla="*/ 41 w 7"/>
                  <a:gd name="T1" fmla="*/ 38 h 10"/>
                  <a:gd name="T2" fmla="*/ 29 w 7"/>
                  <a:gd name="T3" fmla="*/ 197 h 10"/>
                  <a:gd name="T4" fmla="*/ 87 w 7"/>
                  <a:gd name="T5" fmla="*/ 0 h 10"/>
                  <a:gd name="T6" fmla="*/ 58 w 7"/>
                  <a:gd name="T7" fmla="*/ 1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2"/>
                    </a:moveTo>
                    <a:cubicBezTo>
                      <a:pt x="1" y="5"/>
                      <a:pt x="1" y="7"/>
                      <a:pt x="2" y="10"/>
                    </a:cubicBezTo>
                    <a:cubicBezTo>
                      <a:pt x="5" y="8"/>
                      <a:pt x="7" y="4"/>
                      <a:pt x="6" y="0"/>
                    </a:cubicBezTo>
                    <a:cubicBezTo>
                      <a:pt x="0" y="0"/>
                      <a:pt x="0" y="5"/>
                      <a:pt x="4" y="8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09" name="Freeform 208">
                <a:extLst>
                  <a:ext uri="{FF2B5EF4-FFF2-40B4-BE49-F238E27FC236}">
                    <a16:creationId xmlns:a16="http://schemas.microsoft.com/office/drawing/2014/main" id="{DC9F3DCC-2E0B-46E8-A44D-F1A7D2952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045"/>
                <a:ext cx="18" cy="22"/>
              </a:xfrm>
              <a:custGeom>
                <a:avLst/>
                <a:gdLst>
                  <a:gd name="T0" fmla="*/ 85 w 7"/>
                  <a:gd name="T1" fmla="*/ 129 h 8"/>
                  <a:gd name="T2" fmla="*/ 21 w 7"/>
                  <a:gd name="T3" fmla="*/ 129 h 8"/>
                  <a:gd name="T4" fmla="*/ 85 w 7"/>
                  <a:gd name="T5" fmla="*/ 0 h 8"/>
                  <a:gd name="T6" fmla="*/ 33 w 7"/>
                  <a:gd name="T7" fmla="*/ 168 h 8"/>
                  <a:gd name="T8" fmla="*/ 21 w 7"/>
                  <a:gd name="T9" fmla="*/ 10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6"/>
                    </a:moveTo>
                    <a:cubicBezTo>
                      <a:pt x="3" y="7"/>
                      <a:pt x="2" y="6"/>
                      <a:pt x="1" y="6"/>
                    </a:cubicBezTo>
                    <a:cubicBezTo>
                      <a:pt x="1" y="3"/>
                      <a:pt x="1" y="1"/>
                      <a:pt x="5" y="0"/>
                    </a:cubicBezTo>
                    <a:cubicBezTo>
                      <a:pt x="7" y="3"/>
                      <a:pt x="7" y="7"/>
                      <a:pt x="2" y="8"/>
                    </a:cubicBezTo>
                    <a:cubicBezTo>
                      <a:pt x="1" y="8"/>
                      <a:pt x="0" y="7"/>
                      <a:pt x="1" y="5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0" name="Freeform 209">
                <a:extLst>
                  <a:ext uri="{FF2B5EF4-FFF2-40B4-BE49-F238E27FC236}">
                    <a16:creationId xmlns:a16="http://schemas.microsoft.com/office/drawing/2014/main" id="{56BE1EB4-5B00-4E06-A20D-D0220AF4B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067"/>
                <a:ext cx="17" cy="16"/>
              </a:xfrm>
              <a:custGeom>
                <a:avLst/>
                <a:gdLst>
                  <a:gd name="T0" fmla="*/ 29 w 7"/>
                  <a:gd name="T1" fmla="*/ 56 h 6"/>
                  <a:gd name="T2" fmla="*/ 100 w 7"/>
                  <a:gd name="T3" fmla="*/ 21 h 6"/>
                  <a:gd name="T4" fmla="*/ 0 w 7"/>
                  <a:gd name="T5" fmla="*/ 56 h 6"/>
                  <a:gd name="T6" fmla="*/ 58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2" y="3"/>
                    </a:moveTo>
                    <a:cubicBezTo>
                      <a:pt x="4" y="2"/>
                      <a:pt x="4" y="1"/>
                      <a:pt x="7" y="1"/>
                    </a:cubicBezTo>
                    <a:cubicBezTo>
                      <a:pt x="5" y="6"/>
                      <a:pt x="4" y="6"/>
                      <a:pt x="0" y="3"/>
                    </a:cubicBezTo>
                    <a:cubicBezTo>
                      <a:pt x="1" y="0"/>
                      <a:pt x="2" y="2"/>
                      <a:pt x="4" y="0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1" name="Freeform 210">
                <a:extLst>
                  <a:ext uri="{FF2B5EF4-FFF2-40B4-BE49-F238E27FC236}">
                    <a16:creationId xmlns:a16="http://schemas.microsoft.com/office/drawing/2014/main" id="{6FF85A0C-93F2-4F96-9F07-E375A39F6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077"/>
                <a:ext cx="35" cy="48"/>
              </a:xfrm>
              <a:custGeom>
                <a:avLst/>
                <a:gdLst>
                  <a:gd name="T0" fmla="*/ 125 w 14"/>
                  <a:gd name="T1" fmla="*/ 149 h 18"/>
                  <a:gd name="T2" fmla="*/ 113 w 14"/>
                  <a:gd name="T3" fmla="*/ 205 h 18"/>
                  <a:gd name="T4" fmla="*/ 220 w 14"/>
                  <a:gd name="T5" fmla="*/ 149 h 18"/>
                  <a:gd name="T6" fmla="*/ 188 w 14"/>
                  <a:gd name="T7" fmla="*/ 28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8" y="8"/>
                    </a:moveTo>
                    <a:cubicBezTo>
                      <a:pt x="6" y="9"/>
                      <a:pt x="6" y="10"/>
                      <a:pt x="7" y="11"/>
                    </a:cubicBezTo>
                    <a:cubicBezTo>
                      <a:pt x="10" y="13"/>
                      <a:pt x="13" y="12"/>
                      <a:pt x="14" y="8"/>
                    </a:cubicBezTo>
                    <a:cubicBezTo>
                      <a:pt x="6" y="0"/>
                      <a:pt x="0" y="18"/>
                      <a:pt x="12" y="15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2" name="Freeform 211">
                <a:extLst>
                  <a:ext uri="{FF2B5EF4-FFF2-40B4-BE49-F238E27FC236}">
                    <a16:creationId xmlns:a16="http://schemas.microsoft.com/office/drawing/2014/main" id="{7DDD226E-BC83-4305-A064-03C05838B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816"/>
                <a:ext cx="28" cy="27"/>
              </a:xfrm>
              <a:custGeom>
                <a:avLst/>
                <a:gdLst>
                  <a:gd name="T0" fmla="*/ 64 w 11"/>
                  <a:gd name="T1" fmla="*/ 103 h 10"/>
                  <a:gd name="T2" fmla="*/ 84 w 11"/>
                  <a:gd name="T3" fmla="*/ 197 h 10"/>
                  <a:gd name="T4" fmla="*/ 0 w 11"/>
                  <a:gd name="T5" fmla="*/ 159 h 10"/>
                  <a:gd name="T6" fmla="*/ 51 w 11"/>
                  <a:gd name="T7" fmla="*/ 1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4" y="5"/>
                    </a:moveTo>
                    <a:cubicBezTo>
                      <a:pt x="4" y="8"/>
                      <a:pt x="3" y="9"/>
                      <a:pt x="5" y="10"/>
                    </a:cubicBezTo>
                    <a:cubicBezTo>
                      <a:pt x="11" y="3"/>
                      <a:pt x="1" y="0"/>
                      <a:pt x="0" y="8"/>
                    </a:cubicBezTo>
                    <a:cubicBezTo>
                      <a:pt x="1" y="9"/>
                      <a:pt x="2" y="9"/>
                      <a:pt x="3" y="8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3" name="Freeform 212">
                <a:extLst>
                  <a:ext uri="{FF2B5EF4-FFF2-40B4-BE49-F238E27FC236}">
                    <a16:creationId xmlns:a16="http://schemas.microsoft.com/office/drawing/2014/main" id="{E419C9FA-8AE5-4B55-9B70-7C167966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872"/>
                <a:ext cx="20" cy="21"/>
              </a:xfrm>
              <a:custGeom>
                <a:avLst/>
                <a:gdLst>
                  <a:gd name="T0" fmla="*/ 113 w 8"/>
                  <a:gd name="T1" fmla="*/ 89 h 8"/>
                  <a:gd name="T2" fmla="*/ 20 w 8"/>
                  <a:gd name="T3" fmla="*/ 21 h 8"/>
                  <a:gd name="T4" fmla="*/ 125 w 8"/>
                  <a:gd name="T5" fmla="*/ 110 h 8"/>
                  <a:gd name="T6" fmla="*/ 20 w 8"/>
                  <a:gd name="T7" fmla="*/ 144 h 8"/>
                  <a:gd name="T8" fmla="*/ 0 w 8"/>
                  <a:gd name="T9" fmla="*/ 8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5"/>
                    </a:moveTo>
                    <a:cubicBezTo>
                      <a:pt x="3" y="5"/>
                      <a:pt x="1" y="5"/>
                      <a:pt x="1" y="1"/>
                    </a:cubicBezTo>
                    <a:cubicBezTo>
                      <a:pt x="5" y="0"/>
                      <a:pt x="8" y="2"/>
                      <a:pt x="8" y="6"/>
                    </a:cubicBezTo>
                    <a:cubicBezTo>
                      <a:pt x="5" y="8"/>
                      <a:pt x="4" y="8"/>
                      <a:pt x="1" y="8"/>
                    </a:cubicBezTo>
                    <a:cubicBezTo>
                      <a:pt x="0" y="7"/>
                      <a:pt x="0" y="6"/>
                      <a:pt x="0" y="5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4" name="Freeform 213">
                <a:extLst>
                  <a:ext uri="{FF2B5EF4-FFF2-40B4-BE49-F238E27FC236}">
                    <a16:creationId xmlns:a16="http://schemas.microsoft.com/office/drawing/2014/main" id="{46982C40-0D3E-4B05-B955-5E4FBD39A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955"/>
                <a:ext cx="20" cy="21"/>
              </a:xfrm>
              <a:custGeom>
                <a:avLst/>
                <a:gdLst>
                  <a:gd name="T0" fmla="*/ 113 w 8"/>
                  <a:gd name="T1" fmla="*/ 0 h 8"/>
                  <a:gd name="T2" fmla="*/ 33 w 8"/>
                  <a:gd name="T3" fmla="*/ 144 h 8"/>
                  <a:gd name="T4" fmla="*/ 83 w 8"/>
                  <a:gd name="T5" fmla="*/ 0 h 8"/>
                  <a:gd name="T6" fmla="*/ 33 w 8"/>
                  <a:gd name="T7" fmla="*/ 5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7" y="0"/>
                    </a:moveTo>
                    <a:cubicBezTo>
                      <a:pt x="2" y="0"/>
                      <a:pt x="0" y="4"/>
                      <a:pt x="2" y="8"/>
                    </a:cubicBezTo>
                    <a:cubicBezTo>
                      <a:pt x="5" y="7"/>
                      <a:pt x="8" y="4"/>
                      <a:pt x="5" y="0"/>
                    </a:cubicBezTo>
                    <a:cubicBezTo>
                      <a:pt x="2" y="0"/>
                      <a:pt x="3" y="2"/>
                      <a:pt x="2" y="3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5" name="Freeform 214">
                <a:extLst>
                  <a:ext uri="{FF2B5EF4-FFF2-40B4-BE49-F238E27FC236}">
                    <a16:creationId xmlns:a16="http://schemas.microsoft.com/office/drawing/2014/main" id="{A64C4D46-EC34-40E3-9334-7689F02A5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2048"/>
                <a:ext cx="12" cy="13"/>
              </a:xfrm>
              <a:custGeom>
                <a:avLst/>
                <a:gdLst>
                  <a:gd name="T0" fmla="*/ 70 w 5"/>
                  <a:gd name="T1" fmla="*/ 68 h 5"/>
                  <a:gd name="T2" fmla="*/ 29 w 5"/>
                  <a:gd name="T3" fmla="*/ 0 h 5"/>
                  <a:gd name="T4" fmla="*/ 41 w 5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3" y="3"/>
                      <a:pt x="0" y="5"/>
                      <a:pt x="2" y="0"/>
                    </a:cubicBezTo>
                    <a:cubicBezTo>
                      <a:pt x="4" y="2"/>
                      <a:pt x="3" y="4"/>
                      <a:pt x="3" y="3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6" name="Freeform 215">
                <a:extLst>
                  <a:ext uri="{FF2B5EF4-FFF2-40B4-BE49-F238E27FC236}">
                    <a16:creationId xmlns:a16="http://schemas.microsoft.com/office/drawing/2014/main" id="{4BF29A2C-725E-4D01-843F-C5E717871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037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63 w 4"/>
                  <a:gd name="T3" fmla="*/ 0 h 4"/>
                  <a:gd name="T4" fmla="*/ 33 w 4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2" y="2"/>
                      <a:pt x="0" y="1"/>
                      <a:pt x="4" y="0"/>
                    </a:cubicBezTo>
                    <a:cubicBezTo>
                      <a:pt x="4" y="3"/>
                      <a:pt x="2" y="3"/>
                      <a:pt x="2" y="4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7" name="Freeform 216">
                <a:extLst>
                  <a:ext uri="{FF2B5EF4-FFF2-40B4-BE49-F238E27FC236}">
                    <a16:creationId xmlns:a16="http://schemas.microsoft.com/office/drawing/2014/main" id="{F759E26A-535B-485D-BFD6-1FB1204F3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808"/>
                <a:ext cx="20" cy="11"/>
              </a:xfrm>
              <a:custGeom>
                <a:avLst/>
                <a:gdLst>
                  <a:gd name="T0" fmla="*/ 125 w 8"/>
                  <a:gd name="T1" fmla="*/ 47 h 4"/>
                  <a:gd name="T2" fmla="*/ 0 w 8"/>
                  <a:gd name="T3" fmla="*/ 22 h 4"/>
                  <a:gd name="T4" fmla="*/ 95 w 8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8" y="2"/>
                    </a:moveTo>
                    <a:cubicBezTo>
                      <a:pt x="4" y="4"/>
                      <a:pt x="1" y="4"/>
                      <a:pt x="0" y="1"/>
                    </a:cubicBezTo>
                    <a:cubicBezTo>
                      <a:pt x="3" y="0"/>
                      <a:pt x="4" y="1"/>
                      <a:pt x="6" y="2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8" name="Freeform 217">
                <a:extLst>
                  <a:ext uri="{FF2B5EF4-FFF2-40B4-BE49-F238E27FC236}">
                    <a16:creationId xmlns:a16="http://schemas.microsoft.com/office/drawing/2014/main" id="{7DC3B5F0-70E3-4896-833E-A60CFD9DC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565"/>
                <a:ext cx="35" cy="35"/>
              </a:xfrm>
              <a:custGeom>
                <a:avLst/>
                <a:gdLst>
                  <a:gd name="T0" fmla="*/ 125 w 14"/>
                  <a:gd name="T1" fmla="*/ 0 h 13"/>
                  <a:gd name="T2" fmla="*/ 113 w 14"/>
                  <a:gd name="T3" fmla="*/ 94 h 13"/>
                  <a:gd name="T4" fmla="*/ 175 w 14"/>
                  <a:gd name="T5" fmla="*/ 0 h 13"/>
                  <a:gd name="T6" fmla="*/ 220 w 14"/>
                  <a:gd name="T7" fmla="*/ 35 h 13"/>
                  <a:gd name="T8" fmla="*/ 158 w 14"/>
                  <a:gd name="T9" fmla="*/ 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8" y="0"/>
                    </a:moveTo>
                    <a:cubicBezTo>
                      <a:pt x="7" y="3"/>
                      <a:pt x="5" y="3"/>
                      <a:pt x="7" y="5"/>
                    </a:cubicBezTo>
                    <a:cubicBezTo>
                      <a:pt x="10" y="3"/>
                      <a:pt x="10" y="4"/>
                      <a:pt x="11" y="0"/>
                    </a:cubicBezTo>
                    <a:cubicBezTo>
                      <a:pt x="0" y="2"/>
                      <a:pt x="11" y="13"/>
                      <a:pt x="14" y="2"/>
                    </a:cubicBezTo>
                    <a:cubicBezTo>
                      <a:pt x="11" y="0"/>
                      <a:pt x="12" y="2"/>
                      <a:pt x="10" y="2"/>
                    </a:cubicBezTo>
                  </a:path>
                </a:pathLst>
              </a:custGeom>
              <a:noFill/>
              <a:ln w="39688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9" name="Freeform 218">
                <a:extLst>
                  <a:ext uri="{FF2B5EF4-FFF2-40B4-BE49-F238E27FC236}">
                    <a16:creationId xmlns:a16="http://schemas.microsoft.com/office/drawing/2014/main" id="{2F08B558-33E3-4B15-AB20-1B936AC80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1493"/>
                <a:ext cx="13" cy="14"/>
              </a:xfrm>
              <a:custGeom>
                <a:avLst/>
                <a:gdLst>
                  <a:gd name="T0" fmla="*/ 0 w 5"/>
                  <a:gd name="T1" fmla="*/ 22 h 5"/>
                  <a:gd name="T2" fmla="*/ 34 w 5"/>
                  <a:gd name="T3" fmla="*/ 109 h 5"/>
                  <a:gd name="T4" fmla="*/ 55 w 5"/>
                  <a:gd name="T5" fmla="*/ 0 h 5"/>
                  <a:gd name="T6" fmla="*/ 21 w 5"/>
                  <a:gd name="T7" fmla="*/ 48 h 5"/>
                  <a:gd name="T8" fmla="*/ 8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3"/>
                      <a:pt x="0" y="4"/>
                      <a:pt x="2" y="5"/>
                    </a:cubicBezTo>
                    <a:cubicBezTo>
                      <a:pt x="3" y="2"/>
                      <a:pt x="3" y="2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2" y="4"/>
                      <a:pt x="3" y="5"/>
                      <a:pt x="5" y="4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0" name="Freeform 219">
                <a:extLst>
                  <a:ext uri="{FF2B5EF4-FFF2-40B4-BE49-F238E27FC236}">
                    <a16:creationId xmlns:a16="http://schemas.microsoft.com/office/drawing/2014/main" id="{DB020080-A803-46CC-A845-DA1844C6F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435"/>
                <a:ext cx="15" cy="10"/>
              </a:xfrm>
              <a:custGeom>
                <a:avLst/>
                <a:gdLst>
                  <a:gd name="T0" fmla="*/ 63 w 6"/>
                  <a:gd name="T1" fmla="*/ 50 h 4"/>
                  <a:gd name="T2" fmla="*/ 0 w 6"/>
                  <a:gd name="T3" fmla="*/ 63 h 4"/>
                  <a:gd name="T4" fmla="*/ 95 w 6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cubicBezTo>
                      <a:pt x="3" y="4"/>
                      <a:pt x="1" y="4"/>
                      <a:pt x="0" y="4"/>
                    </a:cubicBezTo>
                    <a:cubicBezTo>
                      <a:pt x="0" y="0"/>
                      <a:pt x="2" y="3"/>
                      <a:pt x="6" y="2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1" name="Freeform 220">
                <a:extLst>
                  <a:ext uri="{FF2B5EF4-FFF2-40B4-BE49-F238E27FC236}">
                    <a16:creationId xmlns:a16="http://schemas.microsoft.com/office/drawing/2014/main" id="{A42BA938-DAA3-43E7-A066-A9536DE06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411"/>
                <a:ext cx="12" cy="13"/>
              </a:xfrm>
              <a:custGeom>
                <a:avLst/>
                <a:gdLst>
                  <a:gd name="T0" fmla="*/ 41 w 5"/>
                  <a:gd name="T1" fmla="*/ 0 h 5"/>
                  <a:gd name="T2" fmla="*/ 12 w 5"/>
                  <a:gd name="T3" fmla="*/ 68 h 5"/>
                  <a:gd name="T4" fmla="*/ 70 w 5"/>
                  <a:gd name="T5" fmla="*/ 21 h 5"/>
                  <a:gd name="T6" fmla="*/ 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2" y="2"/>
                      <a:pt x="0" y="2"/>
                      <a:pt x="1" y="4"/>
                    </a:cubicBezTo>
                    <a:cubicBezTo>
                      <a:pt x="3" y="3"/>
                      <a:pt x="3" y="3"/>
                      <a:pt x="5" y="1"/>
                    </a:cubicBezTo>
                    <a:cubicBezTo>
                      <a:pt x="2" y="2"/>
                      <a:pt x="2" y="3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2" name="Freeform 221">
                <a:extLst>
                  <a:ext uri="{FF2B5EF4-FFF2-40B4-BE49-F238E27FC236}">
                    <a16:creationId xmlns:a16="http://schemas.microsoft.com/office/drawing/2014/main" id="{BDBE69EE-E531-4EB2-86CF-A3652953A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480"/>
                <a:ext cx="13" cy="13"/>
              </a:xfrm>
              <a:custGeom>
                <a:avLst/>
                <a:gdLst>
                  <a:gd name="T0" fmla="*/ 55 w 5"/>
                  <a:gd name="T1" fmla="*/ 0 h 5"/>
                  <a:gd name="T2" fmla="*/ 0 w 5"/>
                  <a:gd name="T3" fmla="*/ 55 h 5"/>
                  <a:gd name="T4" fmla="*/ 88 w 5"/>
                  <a:gd name="T5" fmla="*/ 0 h 5"/>
                  <a:gd name="T6" fmla="*/ 21 w 5"/>
                  <a:gd name="T7" fmla="*/ 0 h 5"/>
                  <a:gd name="T8" fmla="*/ 88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2" y="1"/>
                      <a:pt x="1" y="1"/>
                      <a:pt x="0" y="3"/>
                    </a:cubicBezTo>
                    <a:cubicBezTo>
                      <a:pt x="4" y="2"/>
                      <a:pt x="2" y="3"/>
                      <a:pt x="5" y="0"/>
                    </a:cubicBezTo>
                    <a:cubicBezTo>
                      <a:pt x="3" y="0"/>
                      <a:pt x="3" y="0"/>
                      <a:pt x="1" y="0"/>
                    </a:cubicBezTo>
                    <a:cubicBezTo>
                      <a:pt x="2" y="5"/>
                      <a:pt x="3" y="2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3" name="Freeform 222">
                <a:extLst>
                  <a:ext uri="{FF2B5EF4-FFF2-40B4-BE49-F238E27FC236}">
                    <a16:creationId xmlns:a16="http://schemas.microsoft.com/office/drawing/2014/main" id="{214211C0-33BF-4E23-8607-E2B29483F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539"/>
                <a:ext cx="15" cy="13"/>
              </a:xfrm>
              <a:custGeom>
                <a:avLst/>
                <a:gdLst>
                  <a:gd name="T0" fmla="*/ 0 w 6"/>
                  <a:gd name="T1" fmla="*/ 21 h 5"/>
                  <a:gd name="T2" fmla="*/ 20 w 6"/>
                  <a:gd name="T3" fmla="*/ 68 h 5"/>
                  <a:gd name="T4" fmla="*/ 95 w 6"/>
                  <a:gd name="T5" fmla="*/ 0 h 5"/>
                  <a:gd name="T6" fmla="*/ 20 w 6"/>
                  <a:gd name="T7" fmla="*/ 55 h 5"/>
                  <a:gd name="T8" fmla="*/ 50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3"/>
                      <a:pt x="4" y="3"/>
                      <a:pt x="6" y="0"/>
                    </a:cubicBezTo>
                    <a:cubicBezTo>
                      <a:pt x="2" y="0"/>
                      <a:pt x="3" y="0"/>
                      <a:pt x="1" y="3"/>
                    </a:cubicBezTo>
                    <a:cubicBezTo>
                      <a:pt x="1" y="4"/>
                      <a:pt x="1" y="5"/>
                      <a:pt x="3" y="5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4" name="Freeform 223">
                <a:extLst>
                  <a:ext uri="{FF2B5EF4-FFF2-40B4-BE49-F238E27FC236}">
                    <a16:creationId xmlns:a16="http://schemas.microsoft.com/office/drawing/2014/main" id="{A8CB490E-9392-426E-9C27-8EAFE223B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1589"/>
                <a:ext cx="12" cy="19"/>
              </a:xfrm>
              <a:custGeom>
                <a:avLst/>
                <a:gdLst>
                  <a:gd name="T0" fmla="*/ 41 w 5"/>
                  <a:gd name="T1" fmla="*/ 38 h 7"/>
                  <a:gd name="T2" fmla="*/ 0 w 5"/>
                  <a:gd name="T3" fmla="*/ 103 h 7"/>
                  <a:gd name="T4" fmla="*/ 70 w 5"/>
                  <a:gd name="T5" fmla="*/ 0 h 7"/>
                  <a:gd name="T6" fmla="*/ 12 w 5"/>
                  <a:gd name="T7" fmla="*/ 1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3" y="2"/>
                    </a:moveTo>
                    <a:cubicBezTo>
                      <a:pt x="2" y="3"/>
                      <a:pt x="1" y="3"/>
                      <a:pt x="0" y="5"/>
                    </a:cubicBezTo>
                    <a:cubicBezTo>
                      <a:pt x="3" y="3"/>
                      <a:pt x="3" y="3"/>
                      <a:pt x="5" y="0"/>
                    </a:cubicBezTo>
                    <a:cubicBezTo>
                      <a:pt x="1" y="1"/>
                      <a:pt x="1" y="4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5" name="Freeform 224">
                <a:extLst>
                  <a:ext uri="{FF2B5EF4-FFF2-40B4-BE49-F238E27FC236}">
                    <a16:creationId xmlns:a16="http://schemas.microsoft.com/office/drawing/2014/main" id="{CFAAEB76-C0E0-4E30-B764-5D01EA36F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509"/>
                <a:ext cx="10" cy="14"/>
              </a:xfrm>
              <a:custGeom>
                <a:avLst/>
                <a:gdLst>
                  <a:gd name="T0" fmla="*/ 63 w 4"/>
                  <a:gd name="T1" fmla="*/ 62 h 5"/>
                  <a:gd name="T2" fmla="*/ 20 w 4"/>
                  <a:gd name="T3" fmla="*/ 87 h 5"/>
                  <a:gd name="T4" fmla="*/ 50 w 4"/>
                  <a:gd name="T5" fmla="*/ 0 h 5"/>
                  <a:gd name="T6" fmla="*/ 50 w 4"/>
                  <a:gd name="T7" fmla="*/ 87 h 5"/>
                  <a:gd name="T8" fmla="*/ 50 w 4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2" y="2"/>
                      <a:pt x="0" y="2"/>
                      <a:pt x="3" y="0"/>
                    </a:cubicBezTo>
                    <a:cubicBezTo>
                      <a:pt x="3" y="1"/>
                      <a:pt x="3" y="2"/>
                      <a:pt x="3" y="4"/>
                    </a:cubicBezTo>
                    <a:cubicBezTo>
                      <a:pt x="0" y="5"/>
                      <a:pt x="3" y="3"/>
                      <a:pt x="3" y="2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6" name="Freeform 225">
                <a:extLst>
                  <a:ext uri="{FF2B5EF4-FFF2-40B4-BE49-F238E27FC236}">
                    <a16:creationId xmlns:a16="http://schemas.microsoft.com/office/drawing/2014/main" id="{2ECA432D-AB21-4FBE-BC21-45D8D99A8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499"/>
                <a:ext cx="23" cy="18"/>
              </a:xfrm>
              <a:custGeom>
                <a:avLst/>
                <a:gdLst>
                  <a:gd name="T0" fmla="*/ 0 w 9"/>
                  <a:gd name="T1" fmla="*/ 0 h 7"/>
                  <a:gd name="T2" fmla="*/ 20 w 9"/>
                  <a:gd name="T3" fmla="*/ 67 h 7"/>
                  <a:gd name="T4" fmla="*/ 66 w 9"/>
                  <a:gd name="T5" fmla="*/ 33 h 7"/>
                  <a:gd name="T6" fmla="*/ 51 w 9"/>
                  <a:gd name="T7" fmla="*/ 118 h 7"/>
                  <a:gd name="T8" fmla="*/ 151 w 9"/>
                  <a:gd name="T9" fmla="*/ 54 h 7"/>
                  <a:gd name="T10" fmla="*/ 51 w 9"/>
                  <a:gd name="T11" fmla="*/ 6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3"/>
                      <a:pt x="2" y="5"/>
                      <a:pt x="4" y="2"/>
                    </a:cubicBezTo>
                    <a:cubicBezTo>
                      <a:pt x="3" y="3"/>
                      <a:pt x="3" y="6"/>
                      <a:pt x="3" y="7"/>
                    </a:cubicBezTo>
                    <a:cubicBezTo>
                      <a:pt x="6" y="7"/>
                      <a:pt x="7" y="6"/>
                      <a:pt x="9" y="3"/>
                    </a:cubicBezTo>
                    <a:cubicBezTo>
                      <a:pt x="6" y="0"/>
                      <a:pt x="3" y="0"/>
                      <a:pt x="3" y="4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7" name="Freeform 226">
                <a:extLst>
                  <a:ext uri="{FF2B5EF4-FFF2-40B4-BE49-F238E27FC236}">
                    <a16:creationId xmlns:a16="http://schemas.microsoft.com/office/drawing/2014/main" id="{21D4656B-46AC-4606-AE40-0DE678A83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621"/>
                <a:ext cx="10" cy="16"/>
              </a:xfrm>
              <a:custGeom>
                <a:avLst/>
                <a:gdLst>
                  <a:gd name="T0" fmla="*/ 20 w 4"/>
                  <a:gd name="T1" fmla="*/ 115 h 6"/>
                  <a:gd name="T2" fmla="*/ 50 w 4"/>
                  <a:gd name="T3" fmla="*/ 21 h 6"/>
                  <a:gd name="T4" fmla="*/ 50 w 4"/>
                  <a:gd name="T5" fmla="*/ 77 h 6"/>
                  <a:gd name="T6" fmla="*/ 63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4"/>
                      <a:pt x="2" y="3"/>
                      <a:pt x="3" y="1"/>
                    </a:cubicBezTo>
                    <a:cubicBezTo>
                      <a:pt x="3" y="1"/>
                      <a:pt x="3" y="3"/>
                      <a:pt x="3" y="4"/>
                    </a:cubicBezTo>
                    <a:cubicBezTo>
                      <a:pt x="0" y="1"/>
                      <a:pt x="4" y="2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8" name="Freeform 227">
                <a:extLst>
                  <a:ext uri="{FF2B5EF4-FFF2-40B4-BE49-F238E27FC236}">
                    <a16:creationId xmlns:a16="http://schemas.microsoft.com/office/drawing/2014/main" id="{4FFA53E2-1F18-4016-BAF5-4D875872A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619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33 w 4"/>
                  <a:gd name="T3" fmla="*/ 0 h 4"/>
                  <a:gd name="T4" fmla="*/ 63 w 4"/>
                  <a:gd name="T5" fmla="*/ 33 h 4"/>
                  <a:gd name="T6" fmla="*/ 0 w 4"/>
                  <a:gd name="T7" fmla="*/ 6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4"/>
                      <a:pt x="1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9" name="Freeform 228">
                <a:extLst>
                  <a:ext uri="{FF2B5EF4-FFF2-40B4-BE49-F238E27FC236}">
                    <a16:creationId xmlns:a16="http://schemas.microsoft.com/office/drawing/2014/main" id="{5A14C90B-7D7A-4881-B6CB-B7E115AD8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571"/>
                <a:ext cx="17" cy="13"/>
              </a:xfrm>
              <a:custGeom>
                <a:avLst/>
                <a:gdLst>
                  <a:gd name="T0" fmla="*/ 0 w 7"/>
                  <a:gd name="T1" fmla="*/ 34 h 5"/>
                  <a:gd name="T2" fmla="*/ 58 w 7"/>
                  <a:gd name="T3" fmla="*/ 0 h 5"/>
                  <a:gd name="T4" fmla="*/ 58 w 7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5" y="5"/>
                      <a:pt x="7" y="3"/>
                      <a:pt x="4" y="0"/>
                    </a:cubicBezTo>
                    <a:cubicBezTo>
                      <a:pt x="3" y="1"/>
                      <a:pt x="4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0" name="Freeform 229">
                <a:extLst>
                  <a:ext uri="{FF2B5EF4-FFF2-40B4-BE49-F238E27FC236}">
                    <a16:creationId xmlns:a16="http://schemas.microsoft.com/office/drawing/2014/main" id="{42DC222E-7320-466E-B65A-0949497E6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520"/>
                <a:ext cx="5" cy="11"/>
              </a:xfrm>
              <a:custGeom>
                <a:avLst/>
                <a:gdLst>
                  <a:gd name="T0" fmla="*/ 20 w 2"/>
                  <a:gd name="T1" fmla="*/ 47 h 4"/>
                  <a:gd name="T2" fmla="*/ 33 w 2"/>
                  <a:gd name="T3" fmla="*/ 0 h 4"/>
                  <a:gd name="T4" fmla="*/ 0 w 2"/>
                  <a:gd name="T5" fmla="*/ 83 h 4"/>
                  <a:gd name="T6" fmla="*/ 0 w 2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2"/>
                      <a:pt x="2" y="2"/>
                      <a:pt x="0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1" name="Freeform 230">
                <a:extLst>
                  <a:ext uri="{FF2B5EF4-FFF2-40B4-BE49-F238E27FC236}">
                    <a16:creationId xmlns:a16="http://schemas.microsoft.com/office/drawing/2014/main" id="{0ED2DE1B-20A0-4430-9EA1-D7BC3E500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581"/>
                <a:ext cx="18" cy="14"/>
              </a:xfrm>
              <a:custGeom>
                <a:avLst/>
                <a:gdLst>
                  <a:gd name="T0" fmla="*/ 33 w 7"/>
                  <a:gd name="T1" fmla="*/ 109 h 5"/>
                  <a:gd name="T2" fmla="*/ 118 w 7"/>
                  <a:gd name="T3" fmla="*/ 48 h 5"/>
                  <a:gd name="T4" fmla="*/ 54 w 7"/>
                  <a:gd name="T5" fmla="*/ 109 h 5"/>
                  <a:gd name="T6" fmla="*/ 54 w 7"/>
                  <a:gd name="T7" fmla="*/ 4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2" y="5"/>
                    </a:moveTo>
                    <a:cubicBezTo>
                      <a:pt x="2" y="2"/>
                      <a:pt x="2" y="0"/>
                      <a:pt x="7" y="2"/>
                    </a:cubicBezTo>
                    <a:cubicBezTo>
                      <a:pt x="5" y="3"/>
                      <a:pt x="5" y="3"/>
                      <a:pt x="3" y="5"/>
                    </a:cubicBezTo>
                    <a:cubicBezTo>
                      <a:pt x="0" y="4"/>
                      <a:pt x="3" y="4"/>
                      <a:pt x="3" y="2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2" name="Freeform 231">
                <a:extLst>
                  <a:ext uri="{FF2B5EF4-FFF2-40B4-BE49-F238E27FC236}">
                    <a16:creationId xmlns:a16="http://schemas.microsoft.com/office/drawing/2014/main" id="{BE98F8F7-DC05-4DF2-A097-D743430B0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709"/>
                <a:ext cx="17" cy="16"/>
              </a:xfrm>
              <a:custGeom>
                <a:avLst/>
                <a:gdLst>
                  <a:gd name="T0" fmla="*/ 0 w 7"/>
                  <a:gd name="T1" fmla="*/ 21 h 6"/>
                  <a:gd name="T2" fmla="*/ 100 w 7"/>
                  <a:gd name="T3" fmla="*/ 21 h 6"/>
                  <a:gd name="T4" fmla="*/ 12 w 7"/>
                  <a:gd name="T5" fmla="*/ 35 h 6"/>
                  <a:gd name="T6" fmla="*/ 41 w 7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2" y="6"/>
                      <a:pt x="5" y="5"/>
                      <a:pt x="7" y="1"/>
                    </a:cubicBezTo>
                    <a:cubicBezTo>
                      <a:pt x="3" y="0"/>
                      <a:pt x="3" y="0"/>
                      <a:pt x="1" y="2"/>
                    </a:cubicBezTo>
                    <a:cubicBezTo>
                      <a:pt x="1" y="4"/>
                      <a:pt x="2" y="5"/>
                      <a:pt x="3" y="5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3" name="Freeform 232">
                <a:extLst>
                  <a:ext uri="{FF2B5EF4-FFF2-40B4-BE49-F238E27FC236}">
                    <a16:creationId xmlns:a16="http://schemas.microsoft.com/office/drawing/2014/main" id="{7774B5D4-FF39-4E90-9313-009EFAB69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640"/>
                <a:ext cx="15" cy="11"/>
              </a:xfrm>
              <a:custGeom>
                <a:avLst/>
                <a:gdLst>
                  <a:gd name="T0" fmla="*/ 63 w 6"/>
                  <a:gd name="T1" fmla="*/ 0 h 4"/>
                  <a:gd name="T2" fmla="*/ 0 w 6"/>
                  <a:gd name="T3" fmla="*/ 47 h 4"/>
                  <a:gd name="T4" fmla="*/ 50 w 6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4" y="0"/>
                      <a:pt x="6" y="1"/>
                      <a:pt x="3" y="4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4" name="Freeform 233">
                <a:extLst>
                  <a:ext uri="{FF2B5EF4-FFF2-40B4-BE49-F238E27FC236}">
                    <a16:creationId xmlns:a16="http://schemas.microsoft.com/office/drawing/2014/main" id="{56557758-5ABB-4AAA-B6C6-59524913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749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33 w 4"/>
                  <a:gd name="T3" fmla="*/ 48 h 5"/>
                  <a:gd name="T4" fmla="*/ 0 w 4"/>
                  <a:gd name="T5" fmla="*/ 0 h 5"/>
                  <a:gd name="T6" fmla="*/ 0 w 4"/>
                  <a:gd name="T7" fmla="*/ 87 h 5"/>
                  <a:gd name="T8" fmla="*/ 50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4"/>
                      <a:pt x="2" y="3"/>
                      <a:pt x="2" y="2"/>
                    </a:cubicBezTo>
                    <a:cubicBezTo>
                      <a:pt x="2" y="3"/>
                      <a:pt x="0" y="1"/>
                      <a:pt x="0" y="0"/>
                    </a:cubicBezTo>
                    <a:cubicBezTo>
                      <a:pt x="0" y="0"/>
                      <a:pt x="0" y="5"/>
                      <a:pt x="0" y="4"/>
                    </a:cubicBezTo>
                    <a:cubicBezTo>
                      <a:pt x="4" y="4"/>
                      <a:pt x="2" y="3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5" name="Freeform 234">
                <a:extLst>
                  <a:ext uri="{FF2B5EF4-FFF2-40B4-BE49-F238E27FC236}">
                    <a16:creationId xmlns:a16="http://schemas.microsoft.com/office/drawing/2014/main" id="{A3BFD60A-FE91-42B1-8C90-D70B0573B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693"/>
                <a:ext cx="30" cy="27"/>
              </a:xfrm>
              <a:custGeom>
                <a:avLst/>
                <a:gdLst>
                  <a:gd name="T0" fmla="*/ 113 w 12"/>
                  <a:gd name="T1" fmla="*/ 38 h 10"/>
                  <a:gd name="T2" fmla="*/ 125 w 12"/>
                  <a:gd name="T3" fmla="*/ 0 h 10"/>
                  <a:gd name="T4" fmla="*/ 33 w 12"/>
                  <a:gd name="T5" fmla="*/ 159 h 10"/>
                  <a:gd name="T6" fmla="*/ 50 w 12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7" y="2"/>
                    </a:moveTo>
                    <a:cubicBezTo>
                      <a:pt x="6" y="1"/>
                      <a:pt x="7" y="0"/>
                      <a:pt x="8" y="0"/>
                    </a:cubicBezTo>
                    <a:cubicBezTo>
                      <a:pt x="12" y="4"/>
                      <a:pt x="7" y="10"/>
                      <a:pt x="2" y="8"/>
                    </a:cubicBezTo>
                    <a:cubicBezTo>
                      <a:pt x="0" y="6"/>
                      <a:pt x="2" y="5"/>
                      <a:pt x="3" y="3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6" name="Freeform 235">
                <a:extLst>
                  <a:ext uri="{FF2B5EF4-FFF2-40B4-BE49-F238E27FC236}">
                    <a16:creationId xmlns:a16="http://schemas.microsoft.com/office/drawing/2014/main" id="{328671FE-8B3A-4F61-9AC4-C65521F0B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872"/>
                <a:ext cx="13" cy="11"/>
              </a:xfrm>
              <a:custGeom>
                <a:avLst/>
                <a:gdLst>
                  <a:gd name="T0" fmla="*/ 34 w 5"/>
                  <a:gd name="T1" fmla="*/ 61 h 4"/>
                  <a:gd name="T2" fmla="*/ 55 w 5"/>
                  <a:gd name="T3" fmla="*/ 0 h 4"/>
                  <a:gd name="T4" fmla="*/ 0 w 5"/>
                  <a:gd name="T5" fmla="*/ 83 h 4"/>
                  <a:gd name="T6" fmla="*/ 88 w 5"/>
                  <a:gd name="T7" fmla="*/ 83 h 4"/>
                  <a:gd name="T8" fmla="*/ 55 w 5"/>
                  <a:gd name="T9" fmla="*/ 47 h 4"/>
                  <a:gd name="T10" fmla="*/ 55 w 5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2" y="3"/>
                    </a:moveTo>
                    <a:cubicBezTo>
                      <a:pt x="3" y="3"/>
                      <a:pt x="4" y="2"/>
                      <a:pt x="3" y="0"/>
                    </a:cubicBezTo>
                    <a:cubicBezTo>
                      <a:pt x="1" y="2"/>
                      <a:pt x="1" y="2"/>
                      <a:pt x="0" y="4"/>
                    </a:cubicBezTo>
                    <a:cubicBezTo>
                      <a:pt x="1" y="4"/>
                      <a:pt x="4" y="4"/>
                      <a:pt x="5" y="4"/>
                    </a:cubicBezTo>
                    <a:cubicBezTo>
                      <a:pt x="4" y="4"/>
                      <a:pt x="3" y="2"/>
                      <a:pt x="3" y="2"/>
                    </a:cubicBezTo>
                    <a:cubicBezTo>
                      <a:pt x="3" y="2"/>
                      <a:pt x="3" y="4"/>
                      <a:pt x="3" y="4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7" name="Freeform 236">
                <a:extLst>
                  <a:ext uri="{FF2B5EF4-FFF2-40B4-BE49-F238E27FC236}">
                    <a16:creationId xmlns:a16="http://schemas.microsoft.com/office/drawing/2014/main" id="{02D7F734-67A5-46E2-9A78-279F68A65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821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50 w 4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3"/>
                      <a:pt x="0" y="0"/>
                      <a:pt x="3" y="1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8" name="Freeform 237">
                <a:extLst>
                  <a:ext uri="{FF2B5EF4-FFF2-40B4-BE49-F238E27FC236}">
                    <a16:creationId xmlns:a16="http://schemas.microsoft.com/office/drawing/2014/main" id="{3698937F-9767-449E-82D8-A6124FEF4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901"/>
                <a:ext cx="8" cy="11"/>
              </a:xfrm>
              <a:custGeom>
                <a:avLst/>
                <a:gdLst>
                  <a:gd name="T0" fmla="*/ 21 w 3"/>
                  <a:gd name="T1" fmla="*/ 83 h 4"/>
                  <a:gd name="T2" fmla="*/ 56 w 3"/>
                  <a:gd name="T3" fmla="*/ 0 h 4"/>
                  <a:gd name="T4" fmla="*/ 21 w 3"/>
                  <a:gd name="T5" fmla="*/ 83 h 4"/>
                  <a:gd name="T6" fmla="*/ 56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2" y="3"/>
                      <a:pt x="3" y="1"/>
                      <a:pt x="1" y="4"/>
                    </a:cubicBezTo>
                    <a:cubicBezTo>
                      <a:pt x="1" y="2"/>
                      <a:pt x="3" y="2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9" name="Freeform 238">
                <a:extLst>
                  <a:ext uri="{FF2B5EF4-FFF2-40B4-BE49-F238E27FC236}">
                    <a16:creationId xmlns:a16="http://schemas.microsoft.com/office/drawing/2014/main" id="{A223EBFA-7BAA-4B86-BA09-9765E072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1952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21 h 6"/>
                  <a:gd name="T4" fmla="*/ 95 w 6"/>
                  <a:gd name="T5" fmla="*/ 56 h 6"/>
                  <a:gd name="T6" fmla="*/ 20 w 6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0" y="4"/>
                      <a:pt x="0" y="3"/>
                      <a:pt x="0" y="1"/>
                    </a:cubicBezTo>
                    <a:cubicBezTo>
                      <a:pt x="4" y="0"/>
                      <a:pt x="3" y="0"/>
                      <a:pt x="6" y="3"/>
                    </a:cubicBezTo>
                    <a:cubicBezTo>
                      <a:pt x="2" y="6"/>
                      <a:pt x="2" y="4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0" name="Freeform 239">
                <a:extLst>
                  <a:ext uri="{FF2B5EF4-FFF2-40B4-BE49-F238E27FC236}">
                    <a16:creationId xmlns:a16="http://schemas.microsoft.com/office/drawing/2014/main" id="{FF3F2C05-2548-4D89-8EB2-874225667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981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0 h 3"/>
                  <a:gd name="T4" fmla="*/ 21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3" y="3"/>
                      <a:pt x="1" y="3"/>
                      <a:pt x="1" y="3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1" name="Freeform 240">
                <a:extLst>
                  <a:ext uri="{FF2B5EF4-FFF2-40B4-BE49-F238E27FC236}">
                    <a16:creationId xmlns:a16="http://schemas.microsoft.com/office/drawing/2014/main" id="{749FB5AE-B123-49A5-9ABE-CBE96D95E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176"/>
                <a:ext cx="13" cy="13"/>
              </a:xfrm>
              <a:custGeom>
                <a:avLst/>
                <a:gdLst>
                  <a:gd name="T0" fmla="*/ 55 w 5"/>
                  <a:gd name="T1" fmla="*/ 34 h 5"/>
                  <a:gd name="T2" fmla="*/ 88 w 5"/>
                  <a:gd name="T3" fmla="*/ 34 h 5"/>
                  <a:gd name="T4" fmla="*/ 55 w 5"/>
                  <a:gd name="T5" fmla="*/ 88 h 5"/>
                  <a:gd name="T6" fmla="*/ 55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2"/>
                    </a:moveTo>
                    <a:cubicBezTo>
                      <a:pt x="4" y="1"/>
                      <a:pt x="5" y="1"/>
                      <a:pt x="5" y="2"/>
                    </a:cubicBezTo>
                    <a:cubicBezTo>
                      <a:pt x="4" y="3"/>
                      <a:pt x="4" y="3"/>
                      <a:pt x="3" y="5"/>
                    </a:cubicBezTo>
                    <a:cubicBezTo>
                      <a:pt x="0" y="3"/>
                      <a:pt x="3" y="2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2" name="Freeform 241">
                <a:extLst>
                  <a:ext uri="{FF2B5EF4-FFF2-40B4-BE49-F238E27FC236}">
                    <a16:creationId xmlns:a16="http://schemas.microsoft.com/office/drawing/2014/main" id="{56947108-B3FF-4C0E-B2AA-1BF8DFF26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043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0"/>
                      <a:pt x="1" y="0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3" name="Freeform 242">
                <a:extLst>
                  <a:ext uri="{FF2B5EF4-FFF2-40B4-BE49-F238E27FC236}">
                    <a16:creationId xmlns:a16="http://schemas.microsoft.com/office/drawing/2014/main" id="{AC4EF4D2-EE7C-404A-9DD4-F2F225762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107"/>
                <a:ext cx="15" cy="18"/>
              </a:xfrm>
              <a:custGeom>
                <a:avLst/>
                <a:gdLst>
                  <a:gd name="T0" fmla="*/ 33 w 6"/>
                  <a:gd name="T1" fmla="*/ 0 h 7"/>
                  <a:gd name="T2" fmla="*/ 0 w 6"/>
                  <a:gd name="T3" fmla="*/ 85 h 7"/>
                  <a:gd name="T4" fmla="*/ 83 w 6"/>
                  <a:gd name="T5" fmla="*/ 0 h 7"/>
                  <a:gd name="T6" fmla="*/ 33 w 6"/>
                  <a:gd name="T7" fmla="*/ 8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4" y="7"/>
                      <a:pt x="6" y="5"/>
                      <a:pt x="5" y="0"/>
                    </a:cubicBezTo>
                    <a:cubicBezTo>
                      <a:pt x="0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4" name="Freeform 243">
                <a:extLst>
                  <a:ext uri="{FF2B5EF4-FFF2-40B4-BE49-F238E27FC236}">
                    <a16:creationId xmlns:a16="http://schemas.microsoft.com/office/drawing/2014/main" id="{8C9DE127-8ED1-412F-B6CB-D11A4DB15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989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2"/>
                      <a:pt x="2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5" name="Freeform 244">
                <a:extLst>
                  <a:ext uri="{FF2B5EF4-FFF2-40B4-BE49-F238E27FC236}">
                    <a16:creationId xmlns:a16="http://schemas.microsoft.com/office/drawing/2014/main" id="{6D496903-3B87-4A10-83E0-3605C31C4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1877"/>
                <a:ext cx="10" cy="14"/>
              </a:xfrm>
              <a:custGeom>
                <a:avLst/>
                <a:gdLst>
                  <a:gd name="T0" fmla="*/ 0 w 4"/>
                  <a:gd name="T1" fmla="*/ 87 h 5"/>
                  <a:gd name="T2" fmla="*/ 50 w 4"/>
                  <a:gd name="T3" fmla="*/ 48 h 5"/>
                  <a:gd name="T4" fmla="*/ 0 w 4"/>
                  <a:gd name="T5" fmla="*/ 109 h 5"/>
                  <a:gd name="T6" fmla="*/ 63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2"/>
                      <a:pt x="2" y="2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6" name="Freeform 245">
                <a:extLst>
                  <a:ext uri="{FF2B5EF4-FFF2-40B4-BE49-F238E27FC236}">
                    <a16:creationId xmlns:a16="http://schemas.microsoft.com/office/drawing/2014/main" id="{3E3BDCD4-9FA6-4C6D-B611-DD667565F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915"/>
                <a:ext cx="5" cy="21"/>
              </a:xfrm>
              <a:custGeom>
                <a:avLst/>
                <a:gdLst>
                  <a:gd name="T0" fmla="*/ 33 w 2"/>
                  <a:gd name="T1" fmla="*/ 55 h 8"/>
                  <a:gd name="T2" fmla="*/ 33 w 2"/>
                  <a:gd name="T3" fmla="*/ 21 h 8"/>
                  <a:gd name="T4" fmla="*/ 20 w 2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8">
                    <a:moveTo>
                      <a:pt x="2" y="3"/>
                    </a:moveTo>
                    <a:cubicBezTo>
                      <a:pt x="2" y="1"/>
                      <a:pt x="2" y="0"/>
                      <a:pt x="2" y="1"/>
                    </a:cubicBezTo>
                    <a:cubicBezTo>
                      <a:pt x="2" y="2"/>
                      <a:pt x="0" y="8"/>
                      <a:pt x="1" y="4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7" name="Freeform 246">
                <a:extLst>
                  <a:ext uri="{FF2B5EF4-FFF2-40B4-BE49-F238E27FC236}">
                    <a16:creationId xmlns:a16="http://schemas.microsoft.com/office/drawing/2014/main" id="{676706AA-726C-436E-B854-A9FDE6198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776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0 w 5"/>
                  <a:gd name="T3" fmla="*/ 0 h 2"/>
                  <a:gd name="T4" fmla="*/ 88 w 5"/>
                  <a:gd name="T5" fmla="*/ 20 h 2"/>
                  <a:gd name="T6" fmla="*/ 21 w 5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8" name="Freeform 247">
                <a:extLst>
                  <a:ext uri="{FF2B5EF4-FFF2-40B4-BE49-F238E27FC236}">
                    <a16:creationId xmlns:a16="http://schemas.microsoft.com/office/drawing/2014/main" id="{A03E8C69-5212-41E6-8E3F-8614FD894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739"/>
                <a:ext cx="13" cy="10"/>
              </a:xfrm>
              <a:custGeom>
                <a:avLst/>
                <a:gdLst>
                  <a:gd name="T0" fmla="*/ 21 w 5"/>
                  <a:gd name="T1" fmla="*/ 33 h 4"/>
                  <a:gd name="T2" fmla="*/ 68 w 5"/>
                  <a:gd name="T3" fmla="*/ 50 h 4"/>
                  <a:gd name="T4" fmla="*/ 0 w 5"/>
                  <a:gd name="T5" fmla="*/ 63 h 4"/>
                  <a:gd name="T6" fmla="*/ 88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2" y="2"/>
                      <a:pt x="3" y="2"/>
                      <a:pt x="4" y="3"/>
                    </a:cubicBezTo>
                    <a:cubicBezTo>
                      <a:pt x="3" y="3"/>
                      <a:pt x="1" y="4"/>
                      <a:pt x="0" y="4"/>
                    </a:cubicBezTo>
                    <a:cubicBezTo>
                      <a:pt x="0" y="2"/>
                      <a:pt x="2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9" name="Freeform 248">
                <a:extLst>
                  <a:ext uri="{FF2B5EF4-FFF2-40B4-BE49-F238E27FC236}">
                    <a16:creationId xmlns:a16="http://schemas.microsoft.com/office/drawing/2014/main" id="{CC0A7761-C0EC-442F-B52D-7CD7D5DFB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827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0 w 7"/>
                  <a:gd name="T3" fmla="*/ 77 h 6"/>
                  <a:gd name="T4" fmla="*/ 70 w 7"/>
                  <a:gd name="T5" fmla="*/ 35 h 6"/>
                  <a:gd name="T6" fmla="*/ 29 w 7"/>
                  <a:gd name="T7" fmla="*/ 35 h 6"/>
                  <a:gd name="T8" fmla="*/ 29 w 7"/>
                  <a:gd name="T9" fmla="*/ 56 h 6"/>
                  <a:gd name="T10" fmla="*/ 100 w 7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3" y="4"/>
                      <a:pt x="2" y="5"/>
                      <a:pt x="5" y="2"/>
                    </a:cubicBezTo>
                    <a:cubicBezTo>
                      <a:pt x="6" y="2"/>
                      <a:pt x="1" y="1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5" y="6"/>
                      <a:pt x="5" y="3"/>
                      <a:pt x="7" y="2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0" name="Freeform 249">
                <a:extLst>
                  <a:ext uri="{FF2B5EF4-FFF2-40B4-BE49-F238E27FC236}">
                    <a16:creationId xmlns:a16="http://schemas.microsoft.com/office/drawing/2014/main" id="{8415D24F-C70F-446D-A8BD-839628E22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813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3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1" name="Freeform 250">
                <a:extLst>
                  <a:ext uri="{FF2B5EF4-FFF2-40B4-BE49-F238E27FC236}">
                    <a16:creationId xmlns:a16="http://schemas.microsoft.com/office/drawing/2014/main" id="{8D9815A6-A856-4281-BF18-13161CE18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185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2" name="Freeform 251">
                <a:extLst>
                  <a:ext uri="{FF2B5EF4-FFF2-40B4-BE49-F238E27FC236}">
                    <a16:creationId xmlns:a16="http://schemas.microsoft.com/office/drawing/2014/main" id="{1248EB6A-3AD8-4C33-A3EC-D2CB192BD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581"/>
                <a:ext cx="8" cy="8"/>
              </a:xfrm>
              <a:custGeom>
                <a:avLst/>
                <a:gdLst>
                  <a:gd name="T0" fmla="*/ 56 w 3"/>
                  <a:gd name="T1" fmla="*/ 0 h 3"/>
                  <a:gd name="T2" fmla="*/ 56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2"/>
                      <a:pt x="0" y="3"/>
                      <a:pt x="3" y="3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3" name="Freeform 252">
                <a:extLst>
                  <a:ext uri="{FF2B5EF4-FFF2-40B4-BE49-F238E27FC236}">
                    <a16:creationId xmlns:a16="http://schemas.microsoft.com/office/drawing/2014/main" id="{50B0807E-35E6-4D4B-8431-B60256D40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651"/>
                <a:ext cx="25" cy="26"/>
              </a:xfrm>
              <a:custGeom>
                <a:avLst/>
                <a:gdLst>
                  <a:gd name="T0" fmla="*/ 83 w 10"/>
                  <a:gd name="T1" fmla="*/ 0 h 10"/>
                  <a:gd name="T2" fmla="*/ 20 w 10"/>
                  <a:gd name="T3" fmla="*/ 55 h 10"/>
                  <a:gd name="T4" fmla="*/ 83 w 10"/>
                  <a:gd name="T5" fmla="*/ 0 h 10"/>
                  <a:gd name="T6" fmla="*/ 0 w 10"/>
                  <a:gd name="T7" fmla="*/ 143 h 10"/>
                  <a:gd name="T8" fmla="*/ 113 w 10"/>
                  <a:gd name="T9" fmla="*/ 34 h 10"/>
                  <a:gd name="T10" fmla="*/ 63 w 10"/>
                  <a:gd name="T11" fmla="*/ 55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5" y="0"/>
                    </a:moveTo>
                    <a:cubicBezTo>
                      <a:pt x="4" y="1"/>
                      <a:pt x="2" y="3"/>
                      <a:pt x="1" y="3"/>
                    </a:cubicBezTo>
                    <a:cubicBezTo>
                      <a:pt x="3" y="2"/>
                      <a:pt x="3" y="2"/>
                      <a:pt x="5" y="0"/>
                    </a:cubicBezTo>
                    <a:cubicBezTo>
                      <a:pt x="1" y="2"/>
                      <a:pt x="0" y="5"/>
                      <a:pt x="0" y="8"/>
                    </a:cubicBezTo>
                    <a:cubicBezTo>
                      <a:pt x="5" y="10"/>
                      <a:pt x="10" y="7"/>
                      <a:pt x="7" y="2"/>
                    </a:cubicBezTo>
                    <a:cubicBezTo>
                      <a:pt x="6" y="2"/>
                      <a:pt x="5" y="3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4" name="Freeform 253">
                <a:extLst>
                  <a:ext uri="{FF2B5EF4-FFF2-40B4-BE49-F238E27FC236}">
                    <a16:creationId xmlns:a16="http://schemas.microsoft.com/office/drawing/2014/main" id="{938A0691-E86B-49F9-951A-B41A311ED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63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20 w 4"/>
                  <a:gd name="T3" fmla="*/ 0 h 4"/>
                  <a:gd name="T4" fmla="*/ 63 w 4"/>
                  <a:gd name="T5" fmla="*/ 61 h 4"/>
                  <a:gd name="T6" fmla="*/ 33 w 4"/>
                  <a:gd name="T7" fmla="*/ 4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3" y="0"/>
                      <a:pt x="0" y="2"/>
                      <a:pt x="1" y="0"/>
                    </a:cubicBezTo>
                    <a:cubicBezTo>
                      <a:pt x="3" y="1"/>
                      <a:pt x="3" y="1"/>
                      <a:pt x="4" y="3"/>
                    </a:cubicBezTo>
                    <a:cubicBezTo>
                      <a:pt x="3" y="4"/>
                      <a:pt x="1" y="3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5" name="Freeform 254">
                <a:extLst>
                  <a:ext uri="{FF2B5EF4-FFF2-40B4-BE49-F238E27FC236}">
                    <a16:creationId xmlns:a16="http://schemas.microsoft.com/office/drawing/2014/main" id="{ABBABEFB-1ABC-47FF-AF94-43D938FD9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437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50 w 6"/>
                  <a:gd name="T3" fmla="*/ 77 h 6"/>
                  <a:gd name="T4" fmla="*/ 95 w 6"/>
                  <a:gd name="T5" fmla="*/ 21 h 6"/>
                  <a:gd name="T6" fmla="*/ 0 w 6"/>
                  <a:gd name="T7" fmla="*/ 93 h 6"/>
                  <a:gd name="T8" fmla="*/ 95 w 6"/>
                  <a:gd name="T9" fmla="*/ 56 h 6"/>
                  <a:gd name="T10" fmla="*/ 20 w 6"/>
                  <a:gd name="T11" fmla="*/ 77 h 6"/>
                  <a:gd name="T12" fmla="*/ 50 w 6"/>
                  <a:gd name="T13" fmla="*/ 11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4"/>
                      <a:pt x="4" y="4"/>
                      <a:pt x="3" y="4"/>
                    </a:cubicBezTo>
                    <a:cubicBezTo>
                      <a:pt x="4" y="4"/>
                      <a:pt x="5" y="2"/>
                      <a:pt x="6" y="1"/>
                    </a:cubicBezTo>
                    <a:cubicBezTo>
                      <a:pt x="1" y="0"/>
                      <a:pt x="2" y="1"/>
                      <a:pt x="0" y="5"/>
                    </a:cubicBezTo>
                    <a:cubicBezTo>
                      <a:pt x="3" y="5"/>
                      <a:pt x="3" y="5"/>
                      <a:pt x="6" y="3"/>
                    </a:cubicBezTo>
                    <a:cubicBezTo>
                      <a:pt x="4" y="2"/>
                      <a:pt x="3" y="3"/>
                      <a:pt x="1" y="4"/>
                    </a:cubicBezTo>
                    <a:cubicBezTo>
                      <a:pt x="1" y="5"/>
                      <a:pt x="1" y="6"/>
                      <a:pt x="3" y="6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6" name="Freeform 255">
                <a:extLst>
                  <a:ext uri="{FF2B5EF4-FFF2-40B4-BE49-F238E27FC236}">
                    <a16:creationId xmlns:a16="http://schemas.microsoft.com/office/drawing/2014/main" id="{8FA90930-70D6-491E-9DF5-7984C883E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1421"/>
                <a:ext cx="20" cy="22"/>
              </a:xfrm>
              <a:custGeom>
                <a:avLst/>
                <a:gdLst>
                  <a:gd name="T0" fmla="*/ 50 w 8"/>
                  <a:gd name="T1" fmla="*/ 61 h 8"/>
                  <a:gd name="T2" fmla="*/ 63 w 8"/>
                  <a:gd name="T3" fmla="*/ 0 h 8"/>
                  <a:gd name="T4" fmla="*/ 125 w 8"/>
                  <a:gd name="T5" fmla="*/ 61 h 8"/>
                  <a:gd name="T6" fmla="*/ 0 w 8"/>
                  <a:gd name="T7" fmla="*/ 143 h 8"/>
                  <a:gd name="T8" fmla="*/ 50 w 8"/>
                  <a:gd name="T9" fmla="*/ 4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3"/>
                    </a:moveTo>
                    <a:cubicBezTo>
                      <a:pt x="2" y="2"/>
                      <a:pt x="3" y="1"/>
                      <a:pt x="4" y="0"/>
                    </a:cubicBezTo>
                    <a:cubicBezTo>
                      <a:pt x="7" y="1"/>
                      <a:pt x="7" y="1"/>
                      <a:pt x="8" y="3"/>
                    </a:cubicBezTo>
                    <a:cubicBezTo>
                      <a:pt x="7" y="6"/>
                      <a:pt x="3" y="8"/>
                      <a:pt x="0" y="7"/>
                    </a:cubicBezTo>
                    <a:cubicBezTo>
                      <a:pt x="0" y="5"/>
                      <a:pt x="1" y="4"/>
                      <a:pt x="3" y="2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7" name="Freeform 256">
                <a:extLst>
                  <a:ext uri="{FF2B5EF4-FFF2-40B4-BE49-F238E27FC236}">
                    <a16:creationId xmlns:a16="http://schemas.microsoft.com/office/drawing/2014/main" id="{3325CC20-AA4E-42FD-87BA-1786F972F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373"/>
                <a:ext cx="13" cy="8"/>
              </a:xfrm>
              <a:custGeom>
                <a:avLst/>
                <a:gdLst>
                  <a:gd name="T0" fmla="*/ 55 w 5"/>
                  <a:gd name="T1" fmla="*/ 0 h 3"/>
                  <a:gd name="T2" fmla="*/ 88 w 5"/>
                  <a:gd name="T3" fmla="*/ 0 h 3"/>
                  <a:gd name="T4" fmla="*/ 0 w 5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4" y="3"/>
                      <a:pt x="0" y="3"/>
                      <a:pt x="0" y="3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8" name="Freeform 257">
                <a:extLst>
                  <a:ext uri="{FF2B5EF4-FFF2-40B4-BE49-F238E27FC236}">
                    <a16:creationId xmlns:a16="http://schemas.microsoft.com/office/drawing/2014/main" id="{6A0EE8EA-1368-427E-A8C5-23214A671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448"/>
                <a:ext cx="5" cy="11"/>
              </a:xfrm>
              <a:custGeom>
                <a:avLst/>
                <a:gdLst>
                  <a:gd name="T0" fmla="*/ 0 w 2"/>
                  <a:gd name="T1" fmla="*/ 8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0"/>
                      <a:pt x="2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9" name="Freeform 258">
                <a:extLst>
                  <a:ext uri="{FF2B5EF4-FFF2-40B4-BE49-F238E27FC236}">
                    <a16:creationId xmlns:a16="http://schemas.microsoft.com/office/drawing/2014/main" id="{B2AABD01-402E-4A39-830B-CF9B558CD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437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3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0" name="Freeform 259">
                <a:extLst>
                  <a:ext uri="{FF2B5EF4-FFF2-40B4-BE49-F238E27FC236}">
                    <a16:creationId xmlns:a16="http://schemas.microsoft.com/office/drawing/2014/main" id="{954B88E6-F0E5-47C6-8CE5-BAA96C807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453"/>
                <a:ext cx="12" cy="19"/>
              </a:xfrm>
              <a:custGeom>
                <a:avLst/>
                <a:gdLst>
                  <a:gd name="T0" fmla="*/ 41 w 5"/>
                  <a:gd name="T1" fmla="*/ 38 h 7"/>
                  <a:gd name="T2" fmla="*/ 0 w 5"/>
                  <a:gd name="T3" fmla="*/ 117 h 7"/>
                  <a:gd name="T4" fmla="*/ 29 w 5"/>
                  <a:gd name="T5" fmla="*/ 141 h 7"/>
                  <a:gd name="T6" fmla="*/ 58 w 5"/>
                  <a:gd name="T7" fmla="*/ 0 h 7"/>
                  <a:gd name="T8" fmla="*/ 0 w 5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3" y="2"/>
                    </a:moveTo>
                    <a:cubicBezTo>
                      <a:pt x="2" y="3"/>
                      <a:pt x="1" y="4"/>
                      <a:pt x="0" y="6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4" y="4"/>
                      <a:pt x="5" y="4"/>
                      <a:pt x="4" y="0"/>
                    </a:cubicBez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1" name="Freeform 260">
                <a:extLst>
                  <a:ext uri="{FF2B5EF4-FFF2-40B4-BE49-F238E27FC236}">
                    <a16:creationId xmlns:a16="http://schemas.microsoft.com/office/drawing/2014/main" id="{B6F0BEF2-E177-493C-865C-23E3EF95F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448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95 w 6"/>
                  <a:gd name="T3" fmla="*/ 0 h 4"/>
                  <a:gd name="T4" fmla="*/ 0 w 6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2" y="0"/>
                      <a:pt x="6" y="0"/>
                    </a:cubicBezTo>
                    <a:cubicBezTo>
                      <a:pt x="5" y="4"/>
                      <a:pt x="3" y="4"/>
                      <a:pt x="0" y="4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2" name="Freeform 261">
                <a:extLst>
                  <a:ext uri="{FF2B5EF4-FFF2-40B4-BE49-F238E27FC236}">
                    <a16:creationId xmlns:a16="http://schemas.microsoft.com/office/drawing/2014/main" id="{93B39586-0346-4E79-99A4-968859DEE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408"/>
                <a:ext cx="8" cy="13"/>
              </a:xfrm>
              <a:custGeom>
                <a:avLst/>
                <a:gdLst>
                  <a:gd name="T0" fmla="*/ 0 w 3"/>
                  <a:gd name="T1" fmla="*/ 88 h 5"/>
                  <a:gd name="T2" fmla="*/ 56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2" y="1"/>
                      <a:pt x="3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3" name="Freeform 262">
                <a:extLst>
                  <a:ext uri="{FF2B5EF4-FFF2-40B4-BE49-F238E27FC236}">
                    <a16:creationId xmlns:a16="http://schemas.microsoft.com/office/drawing/2014/main" id="{2268B020-F210-42DC-8FB1-737FA0FA1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488"/>
                <a:ext cx="15" cy="16"/>
              </a:xfrm>
              <a:custGeom>
                <a:avLst/>
                <a:gdLst>
                  <a:gd name="T0" fmla="*/ 50 w 6"/>
                  <a:gd name="T1" fmla="*/ 0 h 6"/>
                  <a:gd name="T2" fmla="*/ 0 w 6"/>
                  <a:gd name="T3" fmla="*/ 93 h 6"/>
                  <a:gd name="T4" fmla="*/ 63 w 6"/>
                  <a:gd name="T5" fmla="*/ 0 h 6"/>
                  <a:gd name="T6" fmla="*/ 33 w 6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4" y="5"/>
                      <a:pt x="6" y="3"/>
                      <a:pt x="4" y="0"/>
                    </a:cubicBezTo>
                    <a:cubicBezTo>
                      <a:pt x="0" y="1"/>
                      <a:pt x="0" y="3"/>
                      <a:pt x="2" y="6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4" name="Freeform 263">
                <a:extLst>
                  <a:ext uri="{FF2B5EF4-FFF2-40B4-BE49-F238E27FC236}">
                    <a16:creationId xmlns:a16="http://schemas.microsoft.com/office/drawing/2014/main" id="{603B2314-5121-41AD-A362-FEDAD475F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493"/>
                <a:ext cx="5" cy="11"/>
              </a:xfrm>
              <a:custGeom>
                <a:avLst/>
                <a:gdLst>
                  <a:gd name="T0" fmla="*/ 20 w 2"/>
                  <a:gd name="T1" fmla="*/ 83 h 4"/>
                  <a:gd name="T2" fmla="*/ 0 w 2"/>
                  <a:gd name="T3" fmla="*/ 47 h 4"/>
                  <a:gd name="T4" fmla="*/ 33 w 2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5" name="Freeform 264">
                <a:extLst>
                  <a:ext uri="{FF2B5EF4-FFF2-40B4-BE49-F238E27FC236}">
                    <a16:creationId xmlns:a16="http://schemas.microsoft.com/office/drawing/2014/main" id="{1452B5B6-A5B2-470B-837A-75C78E439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557"/>
                <a:ext cx="5" cy="14"/>
              </a:xfrm>
              <a:custGeom>
                <a:avLst/>
                <a:gdLst>
                  <a:gd name="T0" fmla="*/ 0 w 2"/>
                  <a:gd name="T1" fmla="*/ 109 h 5"/>
                  <a:gd name="T2" fmla="*/ 33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6" name="Freeform 265">
                <a:extLst>
                  <a:ext uri="{FF2B5EF4-FFF2-40B4-BE49-F238E27FC236}">
                    <a16:creationId xmlns:a16="http://schemas.microsoft.com/office/drawing/2014/main" id="{96697EB7-4C47-4859-AD7F-4D93149A8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557"/>
                <a:ext cx="18" cy="32"/>
              </a:xfrm>
              <a:custGeom>
                <a:avLst/>
                <a:gdLst>
                  <a:gd name="T0" fmla="*/ 67 w 7"/>
                  <a:gd name="T1" fmla="*/ 149 h 12"/>
                  <a:gd name="T2" fmla="*/ 0 w 7"/>
                  <a:gd name="T3" fmla="*/ 149 h 12"/>
                  <a:gd name="T4" fmla="*/ 54 w 7"/>
                  <a:gd name="T5" fmla="*/ 0 h 12"/>
                  <a:gd name="T6" fmla="*/ 85 w 7"/>
                  <a:gd name="T7" fmla="*/ 205 h 12"/>
                  <a:gd name="T8" fmla="*/ 33 w 7"/>
                  <a:gd name="T9" fmla="*/ 19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4" y="8"/>
                    </a:moveTo>
                    <a:cubicBezTo>
                      <a:pt x="2" y="9"/>
                      <a:pt x="1" y="9"/>
                      <a:pt x="0" y="8"/>
                    </a:cubicBezTo>
                    <a:cubicBezTo>
                      <a:pt x="0" y="5"/>
                      <a:pt x="0" y="2"/>
                      <a:pt x="3" y="0"/>
                    </a:cubicBezTo>
                    <a:cubicBezTo>
                      <a:pt x="6" y="3"/>
                      <a:pt x="7" y="7"/>
                      <a:pt x="5" y="11"/>
                    </a:cubicBezTo>
                    <a:cubicBezTo>
                      <a:pt x="3" y="12"/>
                      <a:pt x="3" y="11"/>
                      <a:pt x="2" y="1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7" name="Freeform 266">
                <a:extLst>
                  <a:ext uri="{FF2B5EF4-FFF2-40B4-BE49-F238E27FC236}">
                    <a16:creationId xmlns:a16="http://schemas.microsoft.com/office/drawing/2014/main" id="{9CFD2379-64CB-4D39-8A21-BA32F1E9E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491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3"/>
                      <a:pt x="3" y="2"/>
                      <a:pt x="4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8" name="Freeform 267">
                <a:extLst>
                  <a:ext uri="{FF2B5EF4-FFF2-40B4-BE49-F238E27FC236}">
                    <a16:creationId xmlns:a16="http://schemas.microsoft.com/office/drawing/2014/main" id="{7DD9D89E-39FF-4217-BD2E-D336620F6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531"/>
                <a:ext cx="13" cy="21"/>
              </a:xfrm>
              <a:custGeom>
                <a:avLst/>
                <a:gdLst>
                  <a:gd name="T0" fmla="*/ 88 w 5"/>
                  <a:gd name="T1" fmla="*/ 0 h 8"/>
                  <a:gd name="T2" fmla="*/ 55 w 5"/>
                  <a:gd name="T3" fmla="*/ 144 h 8"/>
                  <a:gd name="T4" fmla="*/ 88 w 5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1" y="3"/>
                      <a:pt x="0" y="5"/>
                      <a:pt x="3" y="8"/>
                    </a:cubicBezTo>
                    <a:cubicBezTo>
                      <a:pt x="5" y="7"/>
                      <a:pt x="4" y="6"/>
                      <a:pt x="5" y="4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9" name="Freeform 268">
                <a:extLst>
                  <a:ext uri="{FF2B5EF4-FFF2-40B4-BE49-F238E27FC236}">
                    <a16:creationId xmlns:a16="http://schemas.microsoft.com/office/drawing/2014/main" id="{394BE6DF-2424-45A0-941C-ACE0E3EEE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661"/>
                <a:ext cx="10" cy="19"/>
              </a:xfrm>
              <a:custGeom>
                <a:avLst/>
                <a:gdLst>
                  <a:gd name="T0" fmla="*/ 50 w 4"/>
                  <a:gd name="T1" fmla="*/ 141 h 7"/>
                  <a:gd name="T2" fmla="*/ 63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3" y="7"/>
                    </a:moveTo>
                    <a:cubicBezTo>
                      <a:pt x="0" y="4"/>
                      <a:pt x="0" y="2"/>
                      <a:pt x="4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0" name="Freeform 269">
                <a:extLst>
                  <a:ext uri="{FF2B5EF4-FFF2-40B4-BE49-F238E27FC236}">
                    <a16:creationId xmlns:a16="http://schemas.microsoft.com/office/drawing/2014/main" id="{DACC9316-2FB6-4042-BDA5-600B9C2D2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632"/>
                <a:ext cx="13" cy="16"/>
              </a:xfrm>
              <a:custGeom>
                <a:avLst/>
                <a:gdLst>
                  <a:gd name="T0" fmla="*/ 0 w 5"/>
                  <a:gd name="T1" fmla="*/ 56 h 6"/>
                  <a:gd name="T2" fmla="*/ 34 w 5"/>
                  <a:gd name="T3" fmla="*/ 115 h 6"/>
                  <a:gd name="T4" fmla="*/ 68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5"/>
                      <a:pt x="0" y="6"/>
                      <a:pt x="2" y="6"/>
                    </a:cubicBezTo>
                    <a:cubicBezTo>
                      <a:pt x="5" y="4"/>
                      <a:pt x="4" y="3"/>
                      <a:pt x="4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1" name="Freeform 270">
                <a:extLst>
                  <a:ext uri="{FF2B5EF4-FFF2-40B4-BE49-F238E27FC236}">
                    <a16:creationId xmlns:a16="http://schemas.microsoft.com/office/drawing/2014/main" id="{A25E9FE1-7521-4886-B5F1-F2B50A5A9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568"/>
                <a:ext cx="15" cy="19"/>
              </a:xfrm>
              <a:custGeom>
                <a:avLst/>
                <a:gdLst>
                  <a:gd name="T0" fmla="*/ 83 w 6"/>
                  <a:gd name="T1" fmla="*/ 0 h 7"/>
                  <a:gd name="T2" fmla="*/ 33 w 6"/>
                  <a:gd name="T3" fmla="*/ 141 h 7"/>
                  <a:gd name="T4" fmla="*/ 95 w 6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2" y="2"/>
                      <a:pt x="0" y="3"/>
                      <a:pt x="2" y="7"/>
                    </a:cubicBezTo>
                    <a:cubicBezTo>
                      <a:pt x="6" y="6"/>
                      <a:pt x="6" y="4"/>
                      <a:pt x="6" y="3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2" name="Freeform 271">
                <a:extLst>
                  <a:ext uri="{FF2B5EF4-FFF2-40B4-BE49-F238E27FC236}">
                    <a16:creationId xmlns:a16="http://schemas.microsoft.com/office/drawing/2014/main" id="{EE4856DF-5E75-4FDE-804E-05EEBC104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704"/>
                <a:ext cx="8" cy="11"/>
              </a:xfrm>
              <a:custGeom>
                <a:avLst/>
                <a:gdLst>
                  <a:gd name="T0" fmla="*/ 56 w 3"/>
                  <a:gd name="T1" fmla="*/ 61 h 4"/>
                  <a:gd name="T2" fmla="*/ 0 w 3"/>
                  <a:gd name="T3" fmla="*/ 61 h 4"/>
                  <a:gd name="T4" fmla="*/ 21 w 3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0"/>
                      <a:pt x="0" y="2"/>
                      <a:pt x="1" y="2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3" name="Freeform 272">
                <a:extLst>
                  <a:ext uri="{FF2B5EF4-FFF2-40B4-BE49-F238E27FC236}">
                    <a16:creationId xmlns:a16="http://schemas.microsoft.com/office/drawing/2014/main" id="{548CD54F-D5CD-4C5B-AF53-BC8CFA4DC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701"/>
                <a:ext cx="10" cy="11"/>
              </a:xfrm>
              <a:custGeom>
                <a:avLst/>
                <a:gdLst>
                  <a:gd name="T0" fmla="*/ 63 w 4"/>
                  <a:gd name="T1" fmla="*/ 61 h 4"/>
                  <a:gd name="T2" fmla="*/ 0 w 4"/>
                  <a:gd name="T3" fmla="*/ 61 h 4"/>
                  <a:gd name="T4" fmla="*/ 33 w 4"/>
                  <a:gd name="T5" fmla="*/ 0 h 4"/>
                  <a:gd name="T6" fmla="*/ 0 w 4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2" y="3"/>
                      <a:pt x="0" y="4"/>
                      <a:pt x="0" y="3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4" name="Freeform 273">
                <a:extLst>
                  <a:ext uri="{FF2B5EF4-FFF2-40B4-BE49-F238E27FC236}">
                    <a16:creationId xmlns:a16="http://schemas.microsoft.com/office/drawing/2014/main" id="{FEE73437-B185-487F-8349-5FBC8E053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773"/>
                <a:ext cx="10" cy="16"/>
              </a:xfrm>
              <a:custGeom>
                <a:avLst/>
                <a:gdLst>
                  <a:gd name="T0" fmla="*/ 33 w 4"/>
                  <a:gd name="T1" fmla="*/ 77 h 6"/>
                  <a:gd name="T2" fmla="*/ 50 w 4"/>
                  <a:gd name="T3" fmla="*/ 21 h 6"/>
                  <a:gd name="T4" fmla="*/ 20 w 4"/>
                  <a:gd name="T5" fmla="*/ 115 h 6"/>
                  <a:gd name="T6" fmla="*/ 63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2" y="2"/>
                      <a:pt x="0" y="1"/>
                      <a:pt x="3" y="1"/>
                    </a:cubicBezTo>
                    <a:cubicBezTo>
                      <a:pt x="3" y="4"/>
                      <a:pt x="3" y="4"/>
                      <a:pt x="1" y="6"/>
                    </a:cubicBezTo>
                    <a:cubicBezTo>
                      <a:pt x="0" y="2"/>
                      <a:pt x="2" y="2"/>
                      <a:pt x="4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5" name="Freeform 274">
                <a:extLst>
                  <a:ext uri="{FF2B5EF4-FFF2-40B4-BE49-F238E27FC236}">
                    <a16:creationId xmlns:a16="http://schemas.microsoft.com/office/drawing/2014/main" id="{0F817DB9-FF13-4BAA-B181-2A56E5212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827"/>
                <a:ext cx="12" cy="13"/>
              </a:xfrm>
              <a:custGeom>
                <a:avLst/>
                <a:gdLst>
                  <a:gd name="T0" fmla="*/ 0 w 5"/>
                  <a:gd name="T1" fmla="*/ 88 h 5"/>
                  <a:gd name="T2" fmla="*/ 41 w 5"/>
                  <a:gd name="T3" fmla="*/ 21 h 5"/>
                  <a:gd name="T4" fmla="*/ 12 w 5"/>
                  <a:gd name="T5" fmla="*/ 88 h 5"/>
                  <a:gd name="T6" fmla="*/ 70 w 5"/>
                  <a:gd name="T7" fmla="*/ 0 h 5"/>
                  <a:gd name="T8" fmla="*/ 12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3"/>
                      <a:pt x="4" y="4"/>
                      <a:pt x="3" y="1"/>
                    </a:cubicBezTo>
                    <a:cubicBezTo>
                      <a:pt x="2" y="2"/>
                      <a:pt x="1" y="4"/>
                      <a:pt x="1" y="5"/>
                    </a:cubicBezTo>
                    <a:cubicBezTo>
                      <a:pt x="3" y="4"/>
                      <a:pt x="4" y="3"/>
                      <a:pt x="5" y="0"/>
                    </a:cubicBezTo>
                    <a:cubicBezTo>
                      <a:pt x="2" y="1"/>
                      <a:pt x="2" y="3"/>
                      <a:pt x="1" y="5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6" name="Freeform 275">
                <a:extLst>
                  <a:ext uri="{FF2B5EF4-FFF2-40B4-BE49-F238E27FC236}">
                    <a16:creationId xmlns:a16="http://schemas.microsoft.com/office/drawing/2014/main" id="{B570C239-4E5F-4F67-B740-F67C2ED38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867"/>
                <a:ext cx="10" cy="10"/>
              </a:xfrm>
              <a:custGeom>
                <a:avLst/>
                <a:gdLst>
                  <a:gd name="T0" fmla="*/ 63 w 4"/>
                  <a:gd name="T1" fmla="*/ 63 h 4"/>
                  <a:gd name="T2" fmla="*/ 0 w 4"/>
                  <a:gd name="T3" fmla="*/ 20 h 4"/>
                  <a:gd name="T4" fmla="*/ 50 w 4"/>
                  <a:gd name="T5" fmla="*/ 20 h 4"/>
                  <a:gd name="T6" fmla="*/ 20 w 4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3"/>
                      <a:pt x="0" y="3"/>
                      <a:pt x="0" y="1"/>
                    </a:cubicBezTo>
                    <a:cubicBezTo>
                      <a:pt x="1" y="0"/>
                      <a:pt x="1" y="1"/>
                      <a:pt x="3" y="1"/>
                    </a:cubicBezTo>
                    <a:cubicBezTo>
                      <a:pt x="2" y="2"/>
                      <a:pt x="2" y="3"/>
                      <a:pt x="1" y="3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7" name="Freeform 276">
                <a:extLst>
                  <a:ext uri="{FF2B5EF4-FFF2-40B4-BE49-F238E27FC236}">
                    <a16:creationId xmlns:a16="http://schemas.microsoft.com/office/drawing/2014/main" id="{4474ACCB-6AC9-4686-83E0-25032E293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1944"/>
                <a:ext cx="15" cy="21"/>
              </a:xfrm>
              <a:custGeom>
                <a:avLst/>
                <a:gdLst>
                  <a:gd name="T0" fmla="*/ 63 w 6"/>
                  <a:gd name="T1" fmla="*/ 55 h 8"/>
                  <a:gd name="T2" fmla="*/ 33 w 6"/>
                  <a:gd name="T3" fmla="*/ 144 h 8"/>
                  <a:gd name="T4" fmla="*/ 95 w 6"/>
                  <a:gd name="T5" fmla="*/ 34 h 8"/>
                  <a:gd name="T6" fmla="*/ 20 w 6"/>
                  <a:gd name="T7" fmla="*/ 12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4" y="3"/>
                    </a:moveTo>
                    <a:cubicBezTo>
                      <a:pt x="3" y="5"/>
                      <a:pt x="3" y="7"/>
                      <a:pt x="2" y="8"/>
                    </a:cubicBezTo>
                    <a:cubicBezTo>
                      <a:pt x="5" y="7"/>
                      <a:pt x="5" y="6"/>
                      <a:pt x="6" y="2"/>
                    </a:cubicBezTo>
                    <a:cubicBezTo>
                      <a:pt x="1" y="0"/>
                      <a:pt x="0" y="3"/>
                      <a:pt x="1" y="7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8" name="Freeform 277">
                <a:extLst>
                  <a:ext uri="{FF2B5EF4-FFF2-40B4-BE49-F238E27FC236}">
                    <a16:creationId xmlns:a16="http://schemas.microsoft.com/office/drawing/2014/main" id="{261FB7AA-6795-49BA-84D9-8D71F97F9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051"/>
                <a:ext cx="10" cy="21"/>
              </a:xfrm>
              <a:custGeom>
                <a:avLst/>
                <a:gdLst>
                  <a:gd name="T0" fmla="*/ 63 w 4"/>
                  <a:gd name="T1" fmla="*/ 55 h 8"/>
                  <a:gd name="T2" fmla="*/ 0 w 4"/>
                  <a:gd name="T3" fmla="*/ 89 h 8"/>
                  <a:gd name="T4" fmla="*/ 50 w 4"/>
                  <a:gd name="T5" fmla="*/ 0 h 8"/>
                  <a:gd name="T6" fmla="*/ 33 w 4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4" y="3"/>
                    </a:moveTo>
                    <a:cubicBezTo>
                      <a:pt x="3" y="5"/>
                      <a:pt x="1" y="5"/>
                      <a:pt x="0" y="5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3"/>
                      <a:pt x="3" y="6"/>
                      <a:pt x="2" y="8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9" name="Freeform 278">
                <a:extLst>
                  <a:ext uri="{FF2B5EF4-FFF2-40B4-BE49-F238E27FC236}">
                    <a16:creationId xmlns:a16="http://schemas.microsoft.com/office/drawing/2014/main" id="{C243A73E-2FAE-4501-9695-9D4281506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893"/>
                <a:ext cx="13" cy="14"/>
              </a:xfrm>
              <a:custGeom>
                <a:avLst/>
                <a:gdLst>
                  <a:gd name="T0" fmla="*/ 0 w 5"/>
                  <a:gd name="T1" fmla="*/ 48 h 5"/>
                  <a:gd name="T2" fmla="*/ 68 w 5"/>
                  <a:gd name="T3" fmla="*/ 48 h 5"/>
                  <a:gd name="T4" fmla="*/ 68 w 5"/>
                  <a:gd name="T5" fmla="*/ 0 h 5"/>
                  <a:gd name="T6" fmla="*/ 0 w 5"/>
                  <a:gd name="T7" fmla="*/ 87 h 5"/>
                  <a:gd name="T8" fmla="*/ 8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3"/>
                      <a:pt x="3" y="3"/>
                      <a:pt x="4" y="2"/>
                    </a:cubicBezTo>
                    <a:cubicBezTo>
                      <a:pt x="4" y="2"/>
                      <a:pt x="4" y="0"/>
                      <a:pt x="4" y="0"/>
                    </a:cubicBezTo>
                    <a:cubicBezTo>
                      <a:pt x="1" y="1"/>
                      <a:pt x="1" y="0"/>
                      <a:pt x="0" y="4"/>
                    </a:cubicBezTo>
                    <a:cubicBezTo>
                      <a:pt x="2" y="5"/>
                      <a:pt x="3" y="5"/>
                      <a:pt x="5" y="4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0" name="Freeform 279">
                <a:extLst>
                  <a:ext uri="{FF2B5EF4-FFF2-40B4-BE49-F238E27FC236}">
                    <a16:creationId xmlns:a16="http://schemas.microsoft.com/office/drawing/2014/main" id="{5199CB1C-79CD-4887-81F8-7BB326171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1971"/>
                <a:ext cx="17" cy="24"/>
              </a:xfrm>
              <a:custGeom>
                <a:avLst/>
                <a:gdLst>
                  <a:gd name="T0" fmla="*/ 70 w 7"/>
                  <a:gd name="T1" fmla="*/ 56 h 9"/>
                  <a:gd name="T2" fmla="*/ 12 w 7"/>
                  <a:gd name="T3" fmla="*/ 171 h 9"/>
                  <a:gd name="T4" fmla="*/ 87 w 7"/>
                  <a:gd name="T5" fmla="*/ 0 h 9"/>
                  <a:gd name="T6" fmla="*/ 41 w 7"/>
                  <a:gd name="T7" fmla="*/ 9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5" y="3"/>
                    </a:moveTo>
                    <a:cubicBezTo>
                      <a:pt x="2" y="5"/>
                      <a:pt x="0" y="6"/>
                      <a:pt x="1" y="9"/>
                    </a:cubicBezTo>
                    <a:cubicBezTo>
                      <a:pt x="4" y="7"/>
                      <a:pt x="7" y="4"/>
                      <a:pt x="6" y="0"/>
                    </a:cubicBezTo>
                    <a:cubicBezTo>
                      <a:pt x="2" y="0"/>
                      <a:pt x="3" y="2"/>
                      <a:pt x="3" y="5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1" name="Freeform 280">
                <a:extLst>
                  <a:ext uri="{FF2B5EF4-FFF2-40B4-BE49-F238E27FC236}">
                    <a16:creationId xmlns:a16="http://schemas.microsoft.com/office/drawing/2014/main" id="{D2D992FE-773F-4B06-8038-AB4E51DCB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099"/>
                <a:ext cx="15" cy="26"/>
              </a:xfrm>
              <a:custGeom>
                <a:avLst/>
                <a:gdLst>
                  <a:gd name="T0" fmla="*/ 95 w 6"/>
                  <a:gd name="T1" fmla="*/ 122 h 10"/>
                  <a:gd name="T2" fmla="*/ 63 w 6"/>
                  <a:gd name="T3" fmla="*/ 0 h 10"/>
                  <a:gd name="T4" fmla="*/ 33 w 6"/>
                  <a:gd name="T5" fmla="*/ 156 h 10"/>
                  <a:gd name="T6" fmla="*/ 0 w 6"/>
                  <a:gd name="T7" fmla="*/ 1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6" y="7"/>
                    </a:moveTo>
                    <a:cubicBezTo>
                      <a:pt x="3" y="5"/>
                      <a:pt x="1" y="3"/>
                      <a:pt x="4" y="0"/>
                    </a:cubicBezTo>
                    <a:cubicBezTo>
                      <a:pt x="6" y="3"/>
                      <a:pt x="5" y="7"/>
                      <a:pt x="2" y="9"/>
                    </a:cubicBezTo>
                    <a:cubicBezTo>
                      <a:pt x="0" y="10"/>
                      <a:pt x="1" y="8"/>
                      <a:pt x="0" y="7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2" name="Freeform 281">
                <a:extLst>
                  <a:ext uri="{FF2B5EF4-FFF2-40B4-BE49-F238E27FC236}">
                    <a16:creationId xmlns:a16="http://schemas.microsoft.com/office/drawing/2014/main" id="{4D359CA6-A9CD-4900-94A3-EF75CBB24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835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0 h 3"/>
                  <a:gd name="T4" fmla="*/ 63 w 4"/>
                  <a:gd name="T5" fmla="*/ 21 h 3"/>
                  <a:gd name="T6" fmla="*/ 0 w 4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3" y="3"/>
                      <a:pt x="1" y="3"/>
                      <a:pt x="0" y="3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3" name="Freeform 282">
                <a:extLst>
                  <a:ext uri="{FF2B5EF4-FFF2-40B4-BE49-F238E27FC236}">
                    <a16:creationId xmlns:a16="http://schemas.microsoft.com/office/drawing/2014/main" id="{C5C2910C-D947-4BA5-BECC-C49553419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64"/>
                <a:ext cx="15" cy="8"/>
              </a:xfrm>
              <a:custGeom>
                <a:avLst/>
                <a:gdLst>
                  <a:gd name="T0" fmla="*/ 95 w 6"/>
                  <a:gd name="T1" fmla="*/ 35 h 3"/>
                  <a:gd name="T2" fmla="*/ 50 w 6"/>
                  <a:gd name="T3" fmla="*/ 0 h 3"/>
                  <a:gd name="T4" fmla="*/ 50 w 6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2"/>
                    </a:moveTo>
                    <a:cubicBezTo>
                      <a:pt x="4" y="1"/>
                      <a:pt x="0" y="3"/>
                      <a:pt x="3" y="0"/>
                    </a:cubicBezTo>
                    <a:cubicBezTo>
                      <a:pt x="5" y="1"/>
                      <a:pt x="3" y="2"/>
                      <a:pt x="3" y="2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4" name="Freeform 283">
                <a:extLst>
                  <a:ext uri="{FF2B5EF4-FFF2-40B4-BE49-F238E27FC236}">
                    <a16:creationId xmlns:a16="http://schemas.microsoft.com/office/drawing/2014/main" id="{AF18F57C-A9D8-4CD7-9BCF-B4321E6F8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1992"/>
                <a:ext cx="7" cy="13"/>
              </a:xfrm>
              <a:custGeom>
                <a:avLst/>
                <a:gdLst>
                  <a:gd name="T0" fmla="*/ 28 w 3"/>
                  <a:gd name="T1" fmla="*/ 88 h 5"/>
                  <a:gd name="T2" fmla="*/ 3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0" y="3"/>
                      <a:pt x="0" y="1"/>
                      <a:pt x="3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5" name="Freeform 284">
                <a:extLst>
                  <a:ext uri="{FF2B5EF4-FFF2-40B4-BE49-F238E27FC236}">
                    <a16:creationId xmlns:a16="http://schemas.microsoft.com/office/drawing/2014/main" id="{0AB6FB2D-77C6-4B11-96D0-CEA3CF9BE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912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6" name="Freeform 285">
                <a:extLst>
                  <a:ext uri="{FF2B5EF4-FFF2-40B4-BE49-F238E27FC236}">
                    <a16:creationId xmlns:a16="http://schemas.microsoft.com/office/drawing/2014/main" id="{0FADA4F5-91FF-4670-98DD-BF85830AA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81"/>
                <a:ext cx="5" cy="11"/>
              </a:xfrm>
              <a:custGeom>
                <a:avLst/>
                <a:gdLst>
                  <a:gd name="T0" fmla="*/ 0 w 2"/>
                  <a:gd name="T1" fmla="*/ 22 h 4"/>
                  <a:gd name="T2" fmla="*/ 33 w 2"/>
                  <a:gd name="T3" fmla="*/ 22 h 4"/>
                  <a:gd name="T4" fmla="*/ 20 w 2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4"/>
                      <a:pt x="1" y="2"/>
                      <a:pt x="1" y="1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7" name="Freeform 286">
                <a:extLst>
                  <a:ext uri="{FF2B5EF4-FFF2-40B4-BE49-F238E27FC236}">
                    <a16:creationId xmlns:a16="http://schemas.microsoft.com/office/drawing/2014/main" id="{47A664EA-DC9B-4937-A54C-C8E406014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635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8" name="Freeform 287">
                <a:extLst>
                  <a:ext uri="{FF2B5EF4-FFF2-40B4-BE49-F238E27FC236}">
                    <a16:creationId xmlns:a16="http://schemas.microsoft.com/office/drawing/2014/main" id="{E8D51629-4B82-49D6-BE1B-3053763A9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451"/>
                <a:ext cx="8" cy="10"/>
              </a:xfrm>
              <a:custGeom>
                <a:avLst/>
                <a:gdLst>
                  <a:gd name="T0" fmla="*/ 0 w 3"/>
                  <a:gd name="T1" fmla="*/ 63 h 4"/>
                  <a:gd name="T2" fmla="*/ 56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2" y="1"/>
                      <a:pt x="3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9" name="Freeform 288">
                <a:extLst>
                  <a:ext uri="{FF2B5EF4-FFF2-40B4-BE49-F238E27FC236}">
                    <a16:creationId xmlns:a16="http://schemas.microsoft.com/office/drawing/2014/main" id="{3FE58B0D-2060-4C48-BF7D-84AA7216B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043"/>
                <a:ext cx="7" cy="10"/>
              </a:xfrm>
              <a:custGeom>
                <a:avLst/>
                <a:gdLst>
                  <a:gd name="T0" fmla="*/ 28 w 3"/>
                  <a:gd name="T1" fmla="*/ 63 h 4"/>
                  <a:gd name="T2" fmla="*/ 0 w 3"/>
                  <a:gd name="T3" fmla="*/ 33 h 4"/>
                  <a:gd name="T4" fmla="*/ 37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0" y="4"/>
                      <a:pt x="0" y="4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0" name="Freeform 289">
                <a:extLst>
                  <a:ext uri="{FF2B5EF4-FFF2-40B4-BE49-F238E27FC236}">
                    <a16:creationId xmlns:a16="http://schemas.microsoft.com/office/drawing/2014/main" id="{1C3F2D40-6EAE-44ED-876F-1CA49FFDD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091"/>
                <a:ext cx="3" cy="10"/>
              </a:xfrm>
              <a:custGeom>
                <a:avLst/>
                <a:gdLst>
                  <a:gd name="T0" fmla="*/ 0 w 1"/>
                  <a:gd name="T1" fmla="*/ 63 h 4"/>
                  <a:gd name="T2" fmla="*/ 27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1" name="Freeform 290">
                <a:extLst>
                  <a:ext uri="{FF2B5EF4-FFF2-40B4-BE49-F238E27FC236}">
                    <a16:creationId xmlns:a16="http://schemas.microsoft.com/office/drawing/2014/main" id="{C22B609F-B73F-40DC-8CAA-E613C99E8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008"/>
                <a:ext cx="8" cy="11"/>
              </a:xfrm>
              <a:custGeom>
                <a:avLst/>
                <a:gdLst>
                  <a:gd name="T0" fmla="*/ 0 w 3"/>
                  <a:gd name="T1" fmla="*/ 83 h 4"/>
                  <a:gd name="T2" fmla="*/ 56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2" name="Freeform 291">
                <a:extLst>
                  <a:ext uri="{FF2B5EF4-FFF2-40B4-BE49-F238E27FC236}">
                    <a16:creationId xmlns:a16="http://schemas.microsoft.com/office/drawing/2014/main" id="{A92F4418-08C2-4B54-A5DC-3323F9244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813"/>
                <a:ext cx="7" cy="11"/>
              </a:xfrm>
              <a:custGeom>
                <a:avLst/>
                <a:gdLst>
                  <a:gd name="T0" fmla="*/ 0 w 3"/>
                  <a:gd name="T1" fmla="*/ 83 h 4"/>
                  <a:gd name="T2" fmla="*/ 3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39688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3" name="Freeform 292">
                <a:extLst>
                  <a:ext uri="{FF2B5EF4-FFF2-40B4-BE49-F238E27FC236}">
                    <a16:creationId xmlns:a16="http://schemas.microsoft.com/office/drawing/2014/main" id="{E0B9C4B8-13D8-4DC7-92DC-6BB5227F9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659"/>
                <a:ext cx="55" cy="26"/>
              </a:xfrm>
              <a:custGeom>
                <a:avLst/>
                <a:gdLst>
                  <a:gd name="T0" fmla="*/ 0 w 22"/>
                  <a:gd name="T1" fmla="*/ 177 h 10"/>
                  <a:gd name="T2" fmla="*/ 345 w 2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10"/>
                    </a:moveTo>
                    <a:cubicBezTo>
                      <a:pt x="7" y="9"/>
                      <a:pt x="18" y="7"/>
                      <a:pt x="22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4" name="Freeform 293">
                <a:extLst>
                  <a:ext uri="{FF2B5EF4-FFF2-40B4-BE49-F238E27FC236}">
                    <a16:creationId xmlns:a16="http://schemas.microsoft.com/office/drawing/2014/main" id="{73CDC958-A6A3-42DF-8238-5626F8870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680"/>
                <a:ext cx="60" cy="40"/>
              </a:xfrm>
              <a:custGeom>
                <a:avLst/>
                <a:gdLst>
                  <a:gd name="T0" fmla="*/ 0 w 24"/>
                  <a:gd name="T1" fmla="*/ 285 h 15"/>
                  <a:gd name="T2" fmla="*/ 375 w 2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5">
                    <a:moveTo>
                      <a:pt x="0" y="15"/>
                    </a:moveTo>
                    <a:cubicBezTo>
                      <a:pt x="7" y="8"/>
                      <a:pt x="18" y="9"/>
                      <a:pt x="24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5" name="Freeform 294">
                <a:extLst>
                  <a:ext uri="{FF2B5EF4-FFF2-40B4-BE49-F238E27FC236}">
                    <a16:creationId xmlns:a16="http://schemas.microsoft.com/office/drawing/2014/main" id="{4B0AB420-094E-4759-A7A3-CA8DBB36B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653"/>
                <a:ext cx="38" cy="19"/>
              </a:xfrm>
              <a:custGeom>
                <a:avLst/>
                <a:gdLst>
                  <a:gd name="T0" fmla="*/ 0 w 15"/>
                  <a:gd name="T1" fmla="*/ 22 h 7"/>
                  <a:gd name="T2" fmla="*/ 243 w 1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0" y="1"/>
                    </a:moveTo>
                    <a:cubicBezTo>
                      <a:pt x="2" y="7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6" name="Freeform 295">
                <a:extLst>
                  <a:ext uri="{FF2B5EF4-FFF2-40B4-BE49-F238E27FC236}">
                    <a16:creationId xmlns:a16="http://schemas.microsoft.com/office/drawing/2014/main" id="{EE9B0395-BC82-41B9-AE49-76ED3DE33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720"/>
                <a:ext cx="30" cy="21"/>
              </a:xfrm>
              <a:custGeom>
                <a:avLst/>
                <a:gdLst>
                  <a:gd name="T0" fmla="*/ 0 w 12"/>
                  <a:gd name="T1" fmla="*/ 144 h 8"/>
                  <a:gd name="T2" fmla="*/ 188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5" y="8"/>
                      <a:pt x="9" y="4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7" name="Freeform 296">
                <a:extLst>
                  <a:ext uri="{FF2B5EF4-FFF2-40B4-BE49-F238E27FC236}">
                    <a16:creationId xmlns:a16="http://schemas.microsoft.com/office/drawing/2014/main" id="{256F4A22-C972-4EA1-B405-D095000DB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715"/>
                <a:ext cx="18" cy="24"/>
              </a:xfrm>
              <a:custGeom>
                <a:avLst/>
                <a:gdLst>
                  <a:gd name="T0" fmla="*/ 0 w 7"/>
                  <a:gd name="T1" fmla="*/ 171 h 9"/>
                  <a:gd name="T2" fmla="*/ 118 w 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2" y="6"/>
                      <a:pt x="5" y="3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8" name="Freeform 297">
                <a:extLst>
                  <a:ext uri="{FF2B5EF4-FFF2-40B4-BE49-F238E27FC236}">
                    <a16:creationId xmlns:a16="http://schemas.microsoft.com/office/drawing/2014/main" id="{6F30673D-33F5-4810-B615-D005375BF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55"/>
                <a:ext cx="20" cy="32"/>
              </a:xfrm>
              <a:custGeom>
                <a:avLst/>
                <a:gdLst>
                  <a:gd name="T0" fmla="*/ 125 w 8"/>
                  <a:gd name="T1" fmla="*/ 0 h 12"/>
                  <a:gd name="T2" fmla="*/ 0 w 8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8" y="0"/>
                    </a:moveTo>
                    <a:cubicBezTo>
                      <a:pt x="7" y="5"/>
                      <a:pt x="4" y="10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9" name="Freeform 298">
                <a:extLst>
                  <a:ext uri="{FF2B5EF4-FFF2-40B4-BE49-F238E27FC236}">
                    <a16:creationId xmlns:a16="http://schemas.microsoft.com/office/drawing/2014/main" id="{CE31A0C8-A6D9-4019-9838-632B7C24C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79"/>
                <a:ext cx="50" cy="40"/>
              </a:xfrm>
              <a:custGeom>
                <a:avLst/>
                <a:gdLst>
                  <a:gd name="T0" fmla="*/ 0 w 20"/>
                  <a:gd name="T1" fmla="*/ 285 h 15"/>
                  <a:gd name="T2" fmla="*/ 313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0" y="15"/>
                    </a:moveTo>
                    <a:cubicBezTo>
                      <a:pt x="8" y="13"/>
                      <a:pt x="17" y="8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0" name="Freeform 299">
                <a:extLst>
                  <a:ext uri="{FF2B5EF4-FFF2-40B4-BE49-F238E27FC236}">
                    <a16:creationId xmlns:a16="http://schemas.microsoft.com/office/drawing/2014/main" id="{00617F52-DA25-4B02-991D-F3A269AB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083"/>
                <a:ext cx="20" cy="8"/>
              </a:xfrm>
              <a:custGeom>
                <a:avLst/>
                <a:gdLst>
                  <a:gd name="T0" fmla="*/ 0 w 8"/>
                  <a:gd name="T1" fmla="*/ 56 h 3"/>
                  <a:gd name="T2" fmla="*/ 125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3"/>
                      <a:pt x="5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1" name="Freeform 300">
                <a:extLst>
                  <a:ext uri="{FF2B5EF4-FFF2-40B4-BE49-F238E27FC236}">
                    <a16:creationId xmlns:a16="http://schemas.microsoft.com/office/drawing/2014/main" id="{DDAFEC85-2A53-41BC-A990-BEFD059DB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061"/>
                <a:ext cx="40" cy="48"/>
              </a:xfrm>
              <a:custGeom>
                <a:avLst/>
                <a:gdLst>
                  <a:gd name="T0" fmla="*/ 0 w 16"/>
                  <a:gd name="T1" fmla="*/ 341 h 18"/>
                  <a:gd name="T2" fmla="*/ 220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0" y="18"/>
                    </a:moveTo>
                    <a:cubicBezTo>
                      <a:pt x="5" y="14"/>
                      <a:pt x="16" y="8"/>
                      <a:pt x="14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2" name="Freeform 301">
                <a:extLst>
                  <a:ext uri="{FF2B5EF4-FFF2-40B4-BE49-F238E27FC236}">
                    <a16:creationId xmlns:a16="http://schemas.microsoft.com/office/drawing/2014/main" id="{9E93190F-DE90-4E17-80A5-9601B273E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960"/>
                <a:ext cx="23" cy="35"/>
              </a:xfrm>
              <a:custGeom>
                <a:avLst/>
                <a:gdLst>
                  <a:gd name="T0" fmla="*/ 0 w 9"/>
                  <a:gd name="T1" fmla="*/ 253 h 13"/>
                  <a:gd name="T2" fmla="*/ 151 w 9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3">
                    <a:moveTo>
                      <a:pt x="0" y="13"/>
                    </a:moveTo>
                    <a:cubicBezTo>
                      <a:pt x="5" y="11"/>
                      <a:pt x="9" y="6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3" name="Freeform 302">
                <a:extLst>
                  <a:ext uri="{FF2B5EF4-FFF2-40B4-BE49-F238E27FC236}">
                    <a16:creationId xmlns:a16="http://schemas.microsoft.com/office/drawing/2014/main" id="{349604FB-E3FF-4B37-B4D6-839A7EE78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947"/>
                <a:ext cx="30" cy="42"/>
              </a:xfrm>
              <a:custGeom>
                <a:avLst/>
                <a:gdLst>
                  <a:gd name="T0" fmla="*/ 63 w 12"/>
                  <a:gd name="T1" fmla="*/ 0 h 16"/>
                  <a:gd name="T2" fmla="*/ 0 w 12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2" y="7"/>
                      <a:pt x="8" y="13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4" name="Freeform 303">
                <a:extLst>
                  <a:ext uri="{FF2B5EF4-FFF2-40B4-BE49-F238E27FC236}">
                    <a16:creationId xmlns:a16="http://schemas.microsoft.com/office/drawing/2014/main" id="{4E03E6BD-E5D7-4281-8AEC-49DA47CAB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20"/>
                <a:ext cx="13" cy="24"/>
              </a:xfrm>
              <a:custGeom>
                <a:avLst/>
                <a:gdLst>
                  <a:gd name="T0" fmla="*/ 68 w 5"/>
                  <a:gd name="T1" fmla="*/ 0 h 9"/>
                  <a:gd name="T2" fmla="*/ 0 w 5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4" y="0"/>
                    </a:moveTo>
                    <a:cubicBezTo>
                      <a:pt x="5" y="4"/>
                      <a:pt x="3" y="8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5" name="Freeform 304">
                <a:extLst>
                  <a:ext uri="{FF2B5EF4-FFF2-40B4-BE49-F238E27FC236}">
                    <a16:creationId xmlns:a16="http://schemas.microsoft.com/office/drawing/2014/main" id="{B86BC586-63C6-4510-AEAA-CB5F601DD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885"/>
                <a:ext cx="32" cy="43"/>
              </a:xfrm>
              <a:custGeom>
                <a:avLst/>
                <a:gdLst>
                  <a:gd name="T0" fmla="*/ 182 w 13"/>
                  <a:gd name="T1" fmla="*/ 0 h 16"/>
                  <a:gd name="T2" fmla="*/ 0 w 13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12" y="0"/>
                    </a:moveTo>
                    <a:cubicBezTo>
                      <a:pt x="13" y="9"/>
                      <a:pt x="6" y="13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6" name="Freeform 305">
                <a:extLst>
                  <a:ext uri="{FF2B5EF4-FFF2-40B4-BE49-F238E27FC236}">
                    <a16:creationId xmlns:a16="http://schemas.microsoft.com/office/drawing/2014/main" id="{86E00C7A-9817-4F62-BAD9-3DD5AC569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856"/>
                <a:ext cx="35" cy="29"/>
              </a:xfrm>
              <a:custGeom>
                <a:avLst/>
                <a:gdLst>
                  <a:gd name="T0" fmla="*/ 0 w 14"/>
                  <a:gd name="T1" fmla="*/ 111 h 11"/>
                  <a:gd name="T2" fmla="*/ 188 w 1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6"/>
                    </a:moveTo>
                    <a:cubicBezTo>
                      <a:pt x="5" y="11"/>
                      <a:pt x="14" y="5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7" name="Freeform 306">
                <a:extLst>
                  <a:ext uri="{FF2B5EF4-FFF2-40B4-BE49-F238E27FC236}">
                    <a16:creationId xmlns:a16="http://schemas.microsoft.com/office/drawing/2014/main" id="{7BE1EDA8-11E8-400C-BB4E-A5722725D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989"/>
                <a:ext cx="42" cy="35"/>
              </a:xfrm>
              <a:custGeom>
                <a:avLst/>
                <a:gdLst>
                  <a:gd name="T0" fmla="*/ 0 w 17"/>
                  <a:gd name="T1" fmla="*/ 175 h 13"/>
                  <a:gd name="T2" fmla="*/ 257 w 1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9"/>
                    </a:moveTo>
                    <a:cubicBezTo>
                      <a:pt x="7" y="13"/>
                      <a:pt x="13" y="6"/>
                      <a:pt x="17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8" name="Freeform 307">
                <a:extLst>
                  <a:ext uri="{FF2B5EF4-FFF2-40B4-BE49-F238E27FC236}">
                    <a16:creationId xmlns:a16="http://schemas.microsoft.com/office/drawing/2014/main" id="{3721216D-E146-43FC-80B0-2E2AD312F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120"/>
                <a:ext cx="65" cy="67"/>
              </a:xfrm>
              <a:custGeom>
                <a:avLst/>
                <a:gdLst>
                  <a:gd name="T0" fmla="*/ 0 w 26"/>
                  <a:gd name="T1" fmla="*/ 193 h 25"/>
                  <a:gd name="T2" fmla="*/ 345 w 26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5">
                    <a:moveTo>
                      <a:pt x="0" y="10"/>
                    </a:moveTo>
                    <a:cubicBezTo>
                      <a:pt x="5" y="25"/>
                      <a:pt x="26" y="12"/>
                      <a:pt x="22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9" name="Freeform 308">
                <a:extLst>
                  <a:ext uri="{FF2B5EF4-FFF2-40B4-BE49-F238E27FC236}">
                    <a16:creationId xmlns:a16="http://schemas.microsoft.com/office/drawing/2014/main" id="{86C50297-E041-477A-8117-E183BBECD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061"/>
                <a:ext cx="50" cy="43"/>
              </a:xfrm>
              <a:custGeom>
                <a:avLst/>
                <a:gdLst>
                  <a:gd name="T0" fmla="*/ 0 w 20"/>
                  <a:gd name="T1" fmla="*/ 312 h 16"/>
                  <a:gd name="T2" fmla="*/ 158 w 20"/>
                  <a:gd name="T3" fmla="*/ 116 h 16"/>
                  <a:gd name="T4" fmla="*/ 313 w 2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3" y="13"/>
                      <a:pt x="6" y="8"/>
                      <a:pt x="10" y="6"/>
                    </a:cubicBezTo>
                    <a:cubicBezTo>
                      <a:pt x="13" y="3"/>
                      <a:pt x="17" y="6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0" name="Freeform 309">
                <a:extLst>
                  <a:ext uri="{FF2B5EF4-FFF2-40B4-BE49-F238E27FC236}">
                    <a16:creationId xmlns:a16="http://schemas.microsoft.com/office/drawing/2014/main" id="{118396FD-376A-4AAD-91E4-EB34A9B26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931"/>
                <a:ext cx="50" cy="21"/>
              </a:xfrm>
              <a:custGeom>
                <a:avLst/>
                <a:gdLst>
                  <a:gd name="T0" fmla="*/ 0 w 20"/>
                  <a:gd name="T1" fmla="*/ 55 h 8"/>
                  <a:gd name="T2" fmla="*/ 313 w 2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">
                    <a:moveTo>
                      <a:pt x="0" y="3"/>
                    </a:moveTo>
                    <a:cubicBezTo>
                      <a:pt x="6" y="8"/>
                      <a:pt x="15" y="6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1" name="Freeform 310">
                <a:extLst>
                  <a:ext uri="{FF2B5EF4-FFF2-40B4-BE49-F238E27FC236}">
                    <a16:creationId xmlns:a16="http://schemas.microsoft.com/office/drawing/2014/main" id="{B0B7EB08-B40F-4B13-95ED-E9DCE72DD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981"/>
                <a:ext cx="17" cy="11"/>
              </a:xfrm>
              <a:custGeom>
                <a:avLst/>
                <a:gdLst>
                  <a:gd name="T0" fmla="*/ 0 w 7"/>
                  <a:gd name="T1" fmla="*/ 22 h 4"/>
                  <a:gd name="T2" fmla="*/ 100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4"/>
                      <a:pt x="5" y="3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2" name="Freeform 311">
                <a:extLst>
                  <a:ext uri="{FF2B5EF4-FFF2-40B4-BE49-F238E27FC236}">
                    <a16:creationId xmlns:a16="http://schemas.microsoft.com/office/drawing/2014/main" id="{BDAB468D-6D20-45F7-8552-946C96989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1824"/>
                <a:ext cx="20" cy="32"/>
              </a:xfrm>
              <a:custGeom>
                <a:avLst/>
                <a:gdLst>
                  <a:gd name="T0" fmla="*/ 0 w 8"/>
                  <a:gd name="T1" fmla="*/ 227 h 12"/>
                  <a:gd name="T2" fmla="*/ 95 w 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cubicBezTo>
                      <a:pt x="4" y="10"/>
                      <a:pt x="8" y="5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3" name="Freeform 312">
                <a:extLst>
                  <a:ext uri="{FF2B5EF4-FFF2-40B4-BE49-F238E27FC236}">
                    <a16:creationId xmlns:a16="http://schemas.microsoft.com/office/drawing/2014/main" id="{D7CB8DD4-FD1E-4465-8A06-BD8881367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101"/>
                <a:ext cx="20" cy="40"/>
              </a:xfrm>
              <a:custGeom>
                <a:avLst/>
                <a:gdLst>
                  <a:gd name="T0" fmla="*/ 0 w 8"/>
                  <a:gd name="T1" fmla="*/ 285 h 15"/>
                  <a:gd name="T2" fmla="*/ 95 w 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cubicBezTo>
                      <a:pt x="4" y="11"/>
                      <a:pt x="8" y="5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4" name="Freeform 313">
                <a:extLst>
                  <a:ext uri="{FF2B5EF4-FFF2-40B4-BE49-F238E27FC236}">
                    <a16:creationId xmlns:a16="http://schemas.microsoft.com/office/drawing/2014/main" id="{59E9EEDD-A243-4914-B402-0BABFB0AB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589"/>
                <a:ext cx="60" cy="27"/>
              </a:xfrm>
              <a:custGeom>
                <a:avLst/>
                <a:gdLst>
                  <a:gd name="T0" fmla="*/ 0 w 24"/>
                  <a:gd name="T1" fmla="*/ 197 h 10"/>
                  <a:gd name="T2" fmla="*/ 158 w 24"/>
                  <a:gd name="T3" fmla="*/ 59 h 10"/>
                  <a:gd name="T4" fmla="*/ 375 w 2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cubicBezTo>
                      <a:pt x="6" y="10"/>
                      <a:pt x="5" y="5"/>
                      <a:pt x="10" y="3"/>
                    </a:cubicBezTo>
                    <a:cubicBezTo>
                      <a:pt x="12" y="1"/>
                      <a:pt x="20" y="3"/>
                      <a:pt x="24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5" name="Freeform 314">
                <a:extLst>
                  <a:ext uri="{FF2B5EF4-FFF2-40B4-BE49-F238E27FC236}">
                    <a16:creationId xmlns:a16="http://schemas.microsoft.com/office/drawing/2014/main" id="{B6289D27-35B8-4962-8F83-9B302D2A0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1563"/>
                <a:ext cx="52" cy="37"/>
              </a:xfrm>
              <a:custGeom>
                <a:avLst/>
                <a:gdLst>
                  <a:gd name="T0" fmla="*/ 0 w 21"/>
                  <a:gd name="T1" fmla="*/ 204 h 14"/>
                  <a:gd name="T2" fmla="*/ 319 w 21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4">
                    <a:moveTo>
                      <a:pt x="0" y="11"/>
                    </a:moveTo>
                    <a:cubicBezTo>
                      <a:pt x="7" y="14"/>
                      <a:pt x="20" y="9"/>
                      <a:pt x="21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6" name="Freeform 315">
                <a:extLst>
                  <a:ext uri="{FF2B5EF4-FFF2-40B4-BE49-F238E27FC236}">
                    <a16:creationId xmlns:a16="http://schemas.microsoft.com/office/drawing/2014/main" id="{7217CD4B-E736-44B7-87E4-8A2DB17D7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560"/>
                <a:ext cx="15" cy="24"/>
              </a:xfrm>
              <a:custGeom>
                <a:avLst/>
                <a:gdLst>
                  <a:gd name="T0" fmla="*/ 33 w 6"/>
                  <a:gd name="T1" fmla="*/ 0 h 9"/>
                  <a:gd name="T2" fmla="*/ 95 w 6"/>
                  <a:gd name="T3" fmla="*/ 21 h 9"/>
                  <a:gd name="T4" fmla="*/ 0 w 6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5" y="5"/>
                      <a:pt x="3" y="8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7" name="Freeform 316">
                <a:extLst>
                  <a:ext uri="{FF2B5EF4-FFF2-40B4-BE49-F238E27FC236}">
                    <a16:creationId xmlns:a16="http://schemas.microsoft.com/office/drawing/2014/main" id="{286DDE97-9FFB-45CE-AB29-7419900F2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517"/>
                <a:ext cx="37" cy="30"/>
              </a:xfrm>
              <a:custGeom>
                <a:avLst/>
                <a:gdLst>
                  <a:gd name="T0" fmla="*/ 0 w 15"/>
                  <a:gd name="T1" fmla="*/ 224 h 11"/>
                  <a:gd name="T2" fmla="*/ 224 w 1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0" y="11"/>
                    </a:moveTo>
                    <a:cubicBezTo>
                      <a:pt x="6" y="10"/>
                      <a:pt x="12" y="6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8" name="Freeform 317">
                <a:extLst>
                  <a:ext uri="{FF2B5EF4-FFF2-40B4-BE49-F238E27FC236}">
                    <a16:creationId xmlns:a16="http://schemas.microsoft.com/office/drawing/2014/main" id="{8726706F-3815-4A16-A0AB-FB2FF2438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512"/>
                <a:ext cx="77" cy="29"/>
              </a:xfrm>
              <a:custGeom>
                <a:avLst/>
                <a:gdLst>
                  <a:gd name="T0" fmla="*/ 0 w 31"/>
                  <a:gd name="T1" fmla="*/ 124 h 11"/>
                  <a:gd name="T2" fmla="*/ 474 w 3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">
                    <a:moveTo>
                      <a:pt x="0" y="7"/>
                    </a:moveTo>
                    <a:cubicBezTo>
                      <a:pt x="10" y="11"/>
                      <a:pt x="23" y="6"/>
                      <a:pt x="31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9" name="Freeform 318">
                <a:extLst>
                  <a:ext uri="{FF2B5EF4-FFF2-40B4-BE49-F238E27FC236}">
                    <a16:creationId xmlns:a16="http://schemas.microsoft.com/office/drawing/2014/main" id="{A7FDAE50-AC28-49B4-AA72-84FCCE5C8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515"/>
                <a:ext cx="20" cy="24"/>
              </a:xfrm>
              <a:custGeom>
                <a:avLst/>
                <a:gdLst>
                  <a:gd name="T0" fmla="*/ 113 w 8"/>
                  <a:gd name="T1" fmla="*/ 0 h 9"/>
                  <a:gd name="T2" fmla="*/ 113 w 8"/>
                  <a:gd name="T3" fmla="*/ 115 h 9"/>
                  <a:gd name="T4" fmla="*/ 0 w 8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0"/>
                    </a:moveTo>
                    <a:cubicBezTo>
                      <a:pt x="8" y="2"/>
                      <a:pt x="8" y="4"/>
                      <a:pt x="7" y="6"/>
                    </a:cubicBezTo>
                    <a:cubicBezTo>
                      <a:pt x="5" y="7"/>
                      <a:pt x="2" y="9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0" name="Freeform 319">
                <a:extLst>
                  <a:ext uri="{FF2B5EF4-FFF2-40B4-BE49-F238E27FC236}">
                    <a16:creationId xmlns:a16="http://schemas.microsoft.com/office/drawing/2014/main" id="{9D2D97A3-A501-44EC-B6EE-47E4E5729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496"/>
                <a:ext cx="45" cy="13"/>
              </a:xfrm>
              <a:custGeom>
                <a:avLst/>
                <a:gdLst>
                  <a:gd name="T0" fmla="*/ 0 w 18"/>
                  <a:gd name="T1" fmla="*/ 55 h 5"/>
                  <a:gd name="T2" fmla="*/ 283 w 1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3"/>
                    </a:moveTo>
                    <a:cubicBezTo>
                      <a:pt x="6" y="5"/>
                      <a:pt x="12" y="2"/>
                      <a:pt x="18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1" name="Freeform 320">
                <a:extLst>
                  <a:ext uri="{FF2B5EF4-FFF2-40B4-BE49-F238E27FC236}">
                    <a16:creationId xmlns:a16="http://schemas.microsoft.com/office/drawing/2014/main" id="{E63E80D3-93A0-4A05-ACEC-1D8878601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456"/>
                <a:ext cx="102" cy="48"/>
              </a:xfrm>
              <a:custGeom>
                <a:avLst/>
                <a:gdLst>
                  <a:gd name="T0" fmla="*/ 0 w 41"/>
                  <a:gd name="T1" fmla="*/ 285 h 18"/>
                  <a:gd name="T2" fmla="*/ 291 w 41"/>
                  <a:gd name="T3" fmla="*/ 149 h 18"/>
                  <a:gd name="T4" fmla="*/ 632 w 4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8">
                    <a:moveTo>
                      <a:pt x="0" y="15"/>
                    </a:moveTo>
                    <a:cubicBezTo>
                      <a:pt x="8" y="18"/>
                      <a:pt x="12" y="11"/>
                      <a:pt x="19" y="8"/>
                    </a:cubicBezTo>
                    <a:cubicBezTo>
                      <a:pt x="27" y="5"/>
                      <a:pt x="34" y="7"/>
                      <a:pt x="41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2" name="Freeform 321">
                <a:extLst>
                  <a:ext uri="{FF2B5EF4-FFF2-40B4-BE49-F238E27FC236}">
                    <a16:creationId xmlns:a16="http://schemas.microsoft.com/office/drawing/2014/main" id="{AE8C2A75-2AFB-455C-87D5-C946E08DB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432"/>
                <a:ext cx="30" cy="48"/>
              </a:xfrm>
              <a:custGeom>
                <a:avLst/>
                <a:gdLst>
                  <a:gd name="T0" fmla="*/ 188 w 12"/>
                  <a:gd name="T1" fmla="*/ 0 h 18"/>
                  <a:gd name="T2" fmla="*/ 0 w 1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1" y="7"/>
                      <a:pt x="8" y="17"/>
                      <a:pt x="0" y="18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3" name="Freeform 322">
                <a:extLst>
                  <a:ext uri="{FF2B5EF4-FFF2-40B4-BE49-F238E27FC236}">
                    <a16:creationId xmlns:a16="http://schemas.microsoft.com/office/drawing/2014/main" id="{4056C4DA-A82F-494B-BE4D-6A1C3AEF3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1445"/>
                <a:ext cx="30" cy="38"/>
              </a:xfrm>
              <a:custGeom>
                <a:avLst/>
                <a:gdLst>
                  <a:gd name="T0" fmla="*/ 188 w 12"/>
                  <a:gd name="T1" fmla="*/ 0 h 14"/>
                  <a:gd name="T2" fmla="*/ 0 w 12"/>
                  <a:gd name="T3" fmla="*/ 24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10" y="6"/>
                      <a:pt x="7" y="14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4" name="Freeform 323">
                <a:extLst>
                  <a:ext uri="{FF2B5EF4-FFF2-40B4-BE49-F238E27FC236}">
                    <a16:creationId xmlns:a16="http://schemas.microsoft.com/office/drawing/2014/main" id="{789D186E-5363-4C66-80B5-B0C69033C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397"/>
                <a:ext cx="35" cy="24"/>
              </a:xfrm>
              <a:custGeom>
                <a:avLst/>
                <a:gdLst>
                  <a:gd name="T0" fmla="*/ 220 w 14"/>
                  <a:gd name="T1" fmla="*/ 0 h 9"/>
                  <a:gd name="T2" fmla="*/ 0 w 14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14" y="0"/>
                    </a:moveTo>
                    <a:cubicBezTo>
                      <a:pt x="11" y="6"/>
                      <a:pt x="6" y="9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5" name="Freeform 324">
                <a:extLst>
                  <a:ext uri="{FF2B5EF4-FFF2-40B4-BE49-F238E27FC236}">
                    <a16:creationId xmlns:a16="http://schemas.microsoft.com/office/drawing/2014/main" id="{C86D1161-CFCA-4E1C-8098-4C47C95EC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1456"/>
                <a:ext cx="35" cy="29"/>
              </a:xfrm>
              <a:custGeom>
                <a:avLst/>
                <a:gdLst>
                  <a:gd name="T0" fmla="*/ 220 w 14"/>
                  <a:gd name="T1" fmla="*/ 0 h 11"/>
                  <a:gd name="T2" fmla="*/ 0 w 14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cubicBezTo>
                      <a:pt x="11" y="6"/>
                      <a:pt x="6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6" name="Freeform 325">
                <a:extLst>
                  <a:ext uri="{FF2B5EF4-FFF2-40B4-BE49-F238E27FC236}">
                    <a16:creationId xmlns:a16="http://schemas.microsoft.com/office/drawing/2014/main" id="{F17FBB2F-57B8-431A-82F1-C98C65760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373"/>
                <a:ext cx="17" cy="19"/>
              </a:xfrm>
              <a:custGeom>
                <a:avLst/>
                <a:gdLst>
                  <a:gd name="T0" fmla="*/ 0 w 7"/>
                  <a:gd name="T1" fmla="*/ 141 h 7"/>
                  <a:gd name="T2" fmla="*/ 100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3" y="6"/>
                      <a:pt x="6" y="4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7" name="Freeform 326">
                <a:extLst>
                  <a:ext uri="{FF2B5EF4-FFF2-40B4-BE49-F238E27FC236}">
                    <a16:creationId xmlns:a16="http://schemas.microsoft.com/office/drawing/2014/main" id="{B0493FCA-8064-468C-B4F0-BDF07E2C7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456"/>
                <a:ext cx="45" cy="37"/>
              </a:xfrm>
              <a:custGeom>
                <a:avLst/>
                <a:gdLst>
                  <a:gd name="T0" fmla="*/ 283 w 18"/>
                  <a:gd name="T1" fmla="*/ 0 h 14"/>
                  <a:gd name="T2" fmla="*/ 0 w 1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18" y="0"/>
                    </a:moveTo>
                    <a:cubicBezTo>
                      <a:pt x="16" y="10"/>
                      <a:pt x="9" y="13"/>
                      <a:pt x="0" y="14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8" name="Freeform 327">
                <a:extLst>
                  <a:ext uri="{FF2B5EF4-FFF2-40B4-BE49-F238E27FC236}">
                    <a16:creationId xmlns:a16="http://schemas.microsoft.com/office/drawing/2014/main" id="{8FD6F0F8-CDAA-45B0-8B53-AA4AAD497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856"/>
                <a:ext cx="22" cy="21"/>
              </a:xfrm>
              <a:custGeom>
                <a:avLst/>
                <a:gdLst>
                  <a:gd name="T0" fmla="*/ 0 w 9"/>
                  <a:gd name="T1" fmla="*/ 0 h 8"/>
                  <a:gd name="T2" fmla="*/ 132 w 9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1"/>
                      <a:pt x="8" y="5"/>
                      <a:pt x="9" y="8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9" name="Freeform 328">
                <a:extLst>
                  <a:ext uri="{FF2B5EF4-FFF2-40B4-BE49-F238E27FC236}">
                    <a16:creationId xmlns:a16="http://schemas.microsoft.com/office/drawing/2014/main" id="{08289B57-9542-4E75-8300-0721055A6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384"/>
                <a:ext cx="3" cy="37"/>
              </a:xfrm>
              <a:custGeom>
                <a:avLst/>
                <a:gdLst>
                  <a:gd name="T0" fmla="*/ 27 w 1"/>
                  <a:gd name="T1" fmla="*/ 0 h 14"/>
                  <a:gd name="T2" fmla="*/ 0 w 1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4">
                    <a:moveTo>
                      <a:pt x="1" y="0"/>
                    </a:moveTo>
                    <a:cubicBezTo>
                      <a:pt x="1" y="4"/>
                      <a:pt x="0" y="11"/>
                      <a:pt x="0" y="14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0" name="Freeform 329">
                <a:extLst>
                  <a:ext uri="{FF2B5EF4-FFF2-40B4-BE49-F238E27FC236}">
                    <a16:creationId xmlns:a16="http://schemas.microsoft.com/office/drawing/2014/main" id="{96DFC32E-A6FC-4703-AAB2-91450993E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77"/>
                <a:ext cx="43" cy="27"/>
              </a:xfrm>
              <a:custGeom>
                <a:avLst/>
                <a:gdLst>
                  <a:gd name="T0" fmla="*/ 0 w 17"/>
                  <a:gd name="T1" fmla="*/ 197 h 10"/>
                  <a:gd name="T2" fmla="*/ 276 w 1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0">
                    <a:moveTo>
                      <a:pt x="0" y="10"/>
                    </a:moveTo>
                    <a:cubicBezTo>
                      <a:pt x="4" y="5"/>
                      <a:pt x="11" y="0"/>
                      <a:pt x="17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1" name="Freeform 330">
                <a:extLst>
                  <a:ext uri="{FF2B5EF4-FFF2-40B4-BE49-F238E27FC236}">
                    <a16:creationId xmlns:a16="http://schemas.microsoft.com/office/drawing/2014/main" id="{27B66695-55D8-4538-825A-D129A10E6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021"/>
                <a:ext cx="47" cy="70"/>
              </a:xfrm>
              <a:custGeom>
                <a:avLst/>
                <a:gdLst>
                  <a:gd name="T0" fmla="*/ 0 w 19"/>
                  <a:gd name="T1" fmla="*/ 0 h 26"/>
                  <a:gd name="T2" fmla="*/ 287 w 19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6">
                    <a:moveTo>
                      <a:pt x="0" y="0"/>
                    </a:moveTo>
                    <a:cubicBezTo>
                      <a:pt x="13" y="6"/>
                      <a:pt x="11" y="18"/>
                      <a:pt x="19" y="26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2" name="Freeform 331">
                <a:extLst>
                  <a:ext uri="{FF2B5EF4-FFF2-40B4-BE49-F238E27FC236}">
                    <a16:creationId xmlns:a16="http://schemas.microsoft.com/office/drawing/2014/main" id="{FE7697CB-C53A-414F-B901-FEC04A859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077"/>
                <a:ext cx="35" cy="51"/>
              </a:xfrm>
              <a:custGeom>
                <a:avLst/>
                <a:gdLst>
                  <a:gd name="T0" fmla="*/ 0 w 14"/>
                  <a:gd name="T1" fmla="*/ 368 h 19"/>
                  <a:gd name="T2" fmla="*/ 220 w 14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0" y="19"/>
                    </a:moveTo>
                    <a:cubicBezTo>
                      <a:pt x="1" y="8"/>
                      <a:pt x="9" y="7"/>
                      <a:pt x="14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3" name="Freeform 332">
                <a:extLst>
                  <a:ext uri="{FF2B5EF4-FFF2-40B4-BE49-F238E27FC236}">
                    <a16:creationId xmlns:a16="http://schemas.microsoft.com/office/drawing/2014/main" id="{ADEDD27D-D433-49D1-B041-4B42DB598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053"/>
                <a:ext cx="73" cy="40"/>
              </a:xfrm>
              <a:custGeom>
                <a:avLst/>
                <a:gdLst>
                  <a:gd name="T0" fmla="*/ 0 w 29"/>
                  <a:gd name="T1" fmla="*/ 285 h 15"/>
                  <a:gd name="T2" fmla="*/ 463 w 29"/>
                  <a:gd name="T3" fmla="*/ 7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">
                    <a:moveTo>
                      <a:pt x="0" y="15"/>
                    </a:moveTo>
                    <a:cubicBezTo>
                      <a:pt x="11" y="13"/>
                      <a:pt x="17" y="0"/>
                      <a:pt x="29" y="4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4" name="Freeform 333">
                <a:extLst>
                  <a:ext uri="{FF2B5EF4-FFF2-40B4-BE49-F238E27FC236}">
                    <a16:creationId xmlns:a16="http://schemas.microsoft.com/office/drawing/2014/main" id="{89ED47E0-D48C-471C-BD91-BFB9B1B17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144"/>
                <a:ext cx="78" cy="75"/>
              </a:xfrm>
              <a:custGeom>
                <a:avLst/>
                <a:gdLst>
                  <a:gd name="T0" fmla="*/ 493 w 31"/>
                  <a:gd name="T1" fmla="*/ 0 h 28"/>
                  <a:gd name="T2" fmla="*/ 209 w 31"/>
                  <a:gd name="T3" fmla="*/ 367 h 28"/>
                  <a:gd name="T4" fmla="*/ 0 w 31"/>
                  <a:gd name="T5" fmla="*/ 53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8">
                    <a:moveTo>
                      <a:pt x="31" y="0"/>
                    </a:moveTo>
                    <a:cubicBezTo>
                      <a:pt x="26" y="10"/>
                      <a:pt x="23" y="13"/>
                      <a:pt x="13" y="19"/>
                    </a:cubicBezTo>
                    <a:cubicBezTo>
                      <a:pt x="7" y="21"/>
                      <a:pt x="3" y="24"/>
                      <a:pt x="0" y="28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5" name="Freeform 334">
                <a:extLst>
                  <a:ext uri="{FF2B5EF4-FFF2-40B4-BE49-F238E27FC236}">
                    <a16:creationId xmlns:a16="http://schemas.microsoft.com/office/drawing/2014/main" id="{C66C41C1-CB5C-4427-AFA6-2D39D4CCD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187"/>
                <a:ext cx="5" cy="34"/>
              </a:xfrm>
              <a:custGeom>
                <a:avLst/>
                <a:gdLst>
                  <a:gd name="T0" fmla="*/ 33 w 2"/>
                  <a:gd name="T1" fmla="*/ 0 h 13"/>
                  <a:gd name="T2" fmla="*/ 20 w 2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2" y="0"/>
                    </a:moveTo>
                    <a:cubicBezTo>
                      <a:pt x="1" y="5"/>
                      <a:pt x="0" y="9"/>
                      <a:pt x="1" y="13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6" name="Line 335">
                <a:extLst>
                  <a:ext uri="{FF2B5EF4-FFF2-40B4-BE49-F238E27FC236}">
                    <a16:creationId xmlns:a16="http://schemas.microsoft.com/office/drawing/2014/main" id="{26B6A227-0A8E-4DE9-92B5-1045C8030D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13" y="1864"/>
                <a:ext cx="1" cy="51"/>
              </a:xfrm>
              <a:prstGeom prst="line">
                <a:avLst/>
              </a:prstGeom>
              <a:noFill/>
              <a:ln w="317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7" name="Line 336">
                <a:extLst>
                  <a:ext uri="{FF2B5EF4-FFF2-40B4-BE49-F238E27FC236}">
                    <a16:creationId xmlns:a16="http://schemas.microsoft.com/office/drawing/2014/main" id="{5961D19B-9A2D-4F22-9666-4F142D10FA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98" y="1856"/>
                <a:ext cx="1" cy="59"/>
              </a:xfrm>
              <a:prstGeom prst="line">
                <a:avLst/>
              </a:prstGeom>
              <a:noFill/>
              <a:ln w="15875">
                <a:solidFill>
                  <a:srgbClr val="F29B7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8" name="Line 337">
                <a:extLst>
                  <a:ext uri="{FF2B5EF4-FFF2-40B4-BE49-F238E27FC236}">
                    <a16:creationId xmlns:a16="http://schemas.microsoft.com/office/drawing/2014/main" id="{BEAF9E64-00C6-439E-8527-6AFA4E259D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6" y="2069"/>
                <a:ext cx="1" cy="208"/>
              </a:xfrm>
              <a:prstGeom prst="line">
                <a:avLst/>
              </a:prstGeom>
              <a:noFill/>
              <a:ln w="317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9" name="Line 338">
                <a:extLst>
                  <a:ext uri="{FF2B5EF4-FFF2-40B4-BE49-F238E27FC236}">
                    <a16:creationId xmlns:a16="http://schemas.microsoft.com/office/drawing/2014/main" id="{B69F3D10-50EA-484A-ABAD-7BDEA006E4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1" y="2064"/>
                <a:ext cx="1" cy="208"/>
              </a:xfrm>
              <a:prstGeom prst="line">
                <a:avLst/>
              </a:prstGeom>
              <a:noFill/>
              <a:ln w="15875">
                <a:solidFill>
                  <a:srgbClr val="F6C24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0" name="Line 339">
                <a:extLst>
                  <a:ext uri="{FF2B5EF4-FFF2-40B4-BE49-F238E27FC236}">
                    <a16:creationId xmlns:a16="http://schemas.microsoft.com/office/drawing/2014/main" id="{E1E3FBF6-21F2-4425-9E08-F9F36A329E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61" y="2776"/>
                <a:ext cx="1" cy="696"/>
              </a:xfrm>
              <a:prstGeom prst="line">
                <a:avLst/>
              </a:prstGeom>
              <a:noFill/>
              <a:ln w="3175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1" name="Line 340">
                <a:extLst>
                  <a:ext uri="{FF2B5EF4-FFF2-40B4-BE49-F238E27FC236}">
                    <a16:creationId xmlns:a16="http://schemas.microsoft.com/office/drawing/2014/main" id="{B1E83D4F-2140-47B2-B73E-1973BAFF22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43" y="3019"/>
                <a:ext cx="1" cy="450"/>
              </a:xfrm>
              <a:prstGeom prst="line">
                <a:avLst/>
              </a:prstGeom>
              <a:noFill/>
              <a:ln w="15875">
                <a:solidFill>
                  <a:srgbClr val="DBB1C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2" name="Line 341">
                <a:extLst>
                  <a:ext uri="{FF2B5EF4-FFF2-40B4-BE49-F238E27FC236}">
                    <a16:creationId xmlns:a16="http://schemas.microsoft.com/office/drawing/2014/main" id="{9A1F5E2E-F808-489E-9268-26119C5B8C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46" y="2800"/>
                <a:ext cx="1" cy="213"/>
              </a:xfrm>
              <a:prstGeom prst="line">
                <a:avLst/>
              </a:prstGeom>
              <a:noFill/>
              <a:ln w="15875">
                <a:solidFill>
                  <a:srgbClr val="C2729D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3" name="Line 342">
                <a:extLst>
                  <a:ext uri="{FF2B5EF4-FFF2-40B4-BE49-F238E27FC236}">
                    <a16:creationId xmlns:a16="http://schemas.microsoft.com/office/drawing/2014/main" id="{6926FAE8-D6F1-4B48-B745-E35A44412E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61" y="2667"/>
                <a:ext cx="1" cy="45"/>
              </a:xfrm>
              <a:prstGeom prst="line">
                <a:avLst/>
              </a:prstGeom>
              <a:noFill/>
              <a:ln w="3175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4" name="Freeform 343">
                <a:extLst>
                  <a:ext uri="{FF2B5EF4-FFF2-40B4-BE49-F238E27FC236}">
                    <a16:creationId xmlns:a16="http://schemas.microsoft.com/office/drawing/2014/main" id="{57313467-992D-4D2F-BF91-867457BC7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733"/>
                <a:ext cx="40" cy="240"/>
              </a:xfrm>
              <a:custGeom>
                <a:avLst/>
                <a:gdLst>
                  <a:gd name="T0" fmla="*/ 20 w 16"/>
                  <a:gd name="T1" fmla="*/ 0 h 90"/>
                  <a:gd name="T2" fmla="*/ 95 w 16"/>
                  <a:gd name="T3" fmla="*/ 477 h 90"/>
                  <a:gd name="T4" fmla="*/ 33 w 16"/>
                  <a:gd name="T5" fmla="*/ 1059 h 90"/>
                  <a:gd name="T6" fmla="*/ 250 w 16"/>
                  <a:gd name="T7" fmla="*/ 1707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0">
                    <a:moveTo>
                      <a:pt x="1" y="0"/>
                    </a:moveTo>
                    <a:cubicBezTo>
                      <a:pt x="0" y="9"/>
                      <a:pt x="6" y="16"/>
                      <a:pt x="6" y="25"/>
                    </a:cubicBezTo>
                    <a:cubicBezTo>
                      <a:pt x="7" y="36"/>
                      <a:pt x="1" y="46"/>
                      <a:pt x="2" y="56"/>
                    </a:cubicBezTo>
                    <a:cubicBezTo>
                      <a:pt x="3" y="62"/>
                      <a:pt x="13" y="87"/>
                      <a:pt x="16" y="9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5" name="Freeform 344">
                <a:extLst>
                  <a:ext uri="{FF2B5EF4-FFF2-40B4-BE49-F238E27FC236}">
                    <a16:creationId xmlns:a16="http://schemas.microsoft.com/office/drawing/2014/main" id="{9C8B6366-74AF-41D8-83D5-931A095B5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840"/>
                <a:ext cx="60" cy="53"/>
              </a:xfrm>
              <a:custGeom>
                <a:avLst/>
                <a:gdLst>
                  <a:gd name="T0" fmla="*/ 0 w 24"/>
                  <a:gd name="T1" fmla="*/ 0 h 20"/>
                  <a:gd name="T2" fmla="*/ 220 w 24"/>
                  <a:gd name="T3" fmla="*/ 225 h 20"/>
                  <a:gd name="T4" fmla="*/ 375 w 24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0" y="0"/>
                    </a:moveTo>
                    <a:cubicBezTo>
                      <a:pt x="3" y="7"/>
                      <a:pt x="9" y="9"/>
                      <a:pt x="14" y="12"/>
                    </a:cubicBezTo>
                    <a:cubicBezTo>
                      <a:pt x="18" y="14"/>
                      <a:pt x="20" y="17"/>
                      <a:pt x="24" y="2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6" name="Freeform 345">
                <a:extLst>
                  <a:ext uri="{FF2B5EF4-FFF2-40B4-BE49-F238E27FC236}">
                    <a16:creationId xmlns:a16="http://schemas.microsoft.com/office/drawing/2014/main" id="{9482F404-2C47-42DF-A7FF-EAF4D967C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968"/>
                <a:ext cx="183" cy="120"/>
              </a:xfrm>
              <a:custGeom>
                <a:avLst/>
                <a:gdLst>
                  <a:gd name="T0" fmla="*/ 0 w 73"/>
                  <a:gd name="T1" fmla="*/ 0 h 45"/>
                  <a:gd name="T2" fmla="*/ 584 w 73"/>
                  <a:gd name="T3" fmla="*/ 376 h 45"/>
                  <a:gd name="T4" fmla="*/ 1151 w 73"/>
                  <a:gd name="T5" fmla="*/ 85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45">
                    <a:moveTo>
                      <a:pt x="0" y="0"/>
                    </a:moveTo>
                    <a:cubicBezTo>
                      <a:pt x="7" y="12"/>
                      <a:pt x="25" y="15"/>
                      <a:pt x="37" y="20"/>
                    </a:cubicBezTo>
                    <a:cubicBezTo>
                      <a:pt x="51" y="25"/>
                      <a:pt x="64" y="32"/>
                      <a:pt x="73" y="45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7" name="Freeform 346">
                <a:extLst>
                  <a:ext uri="{FF2B5EF4-FFF2-40B4-BE49-F238E27FC236}">
                    <a16:creationId xmlns:a16="http://schemas.microsoft.com/office/drawing/2014/main" id="{96D052A5-E1CA-4D8F-A60F-2F4703C7E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883"/>
                <a:ext cx="53" cy="154"/>
              </a:xfrm>
              <a:custGeom>
                <a:avLst/>
                <a:gdLst>
                  <a:gd name="T0" fmla="*/ 318 w 21"/>
                  <a:gd name="T1" fmla="*/ 1086 h 58"/>
                  <a:gd name="T2" fmla="*/ 96 w 21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8">
                    <a:moveTo>
                      <a:pt x="20" y="58"/>
                    </a:moveTo>
                    <a:cubicBezTo>
                      <a:pt x="0" y="49"/>
                      <a:pt x="21" y="13"/>
                      <a:pt x="6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8" name="Freeform 347">
                <a:extLst>
                  <a:ext uri="{FF2B5EF4-FFF2-40B4-BE49-F238E27FC236}">
                    <a16:creationId xmlns:a16="http://schemas.microsoft.com/office/drawing/2014/main" id="{FDB30D70-7420-4445-8D40-8E5AE2539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2195"/>
                <a:ext cx="178" cy="120"/>
              </a:xfrm>
              <a:custGeom>
                <a:avLst/>
                <a:gdLst>
                  <a:gd name="T0" fmla="*/ 0 w 71"/>
                  <a:gd name="T1" fmla="*/ 0 h 45"/>
                  <a:gd name="T2" fmla="*/ 145 w 71"/>
                  <a:gd name="T3" fmla="*/ 149 h 45"/>
                  <a:gd name="T4" fmla="*/ 426 w 71"/>
                  <a:gd name="T5" fmla="*/ 264 h 45"/>
                  <a:gd name="T6" fmla="*/ 817 w 71"/>
                  <a:gd name="T7" fmla="*/ 547 h 45"/>
                  <a:gd name="T8" fmla="*/ 1118 w 71"/>
                  <a:gd name="T9" fmla="*/ 83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5">
                    <a:moveTo>
                      <a:pt x="0" y="0"/>
                    </a:moveTo>
                    <a:cubicBezTo>
                      <a:pt x="4" y="2"/>
                      <a:pt x="6" y="6"/>
                      <a:pt x="9" y="8"/>
                    </a:cubicBezTo>
                    <a:cubicBezTo>
                      <a:pt x="15" y="14"/>
                      <a:pt x="19" y="13"/>
                      <a:pt x="27" y="14"/>
                    </a:cubicBezTo>
                    <a:cubicBezTo>
                      <a:pt x="40" y="15"/>
                      <a:pt x="45" y="20"/>
                      <a:pt x="52" y="29"/>
                    </a:cubicBezTo>
                    <a:cubicBezTo>
                      <a:pt x="55" y="34"/>
                      <a:pt x="66" y="45"/>
                      <a:pt x="71" y="44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9" name="Freeform 348">
                <a:extLst>
                  <a:ext uri="{FF2B5EF4-FFF2-40B4-BE49-F238E27FC236}">
                    <a16:creationId xmlns:a16="http://schemas.microsoft.com/office/drawing/2014/main" id="{EC539A2B-2EA0-4D1C-941D-FF32FF313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032"/>
                <a:ext cx="62" cy="237"/>
              </a:xfrm>
              <a:custGeom>
                <a:avLst/>
                <a:gdLst>
                  <a:gd name="T0" fmla="*/ 154 w 25"/>
                  <a:gd name="T1" fmla="*/ 1680 h 89"/>
                  <a:gd name="T2" fmla="*/ 216 w 25"/>
                  <a:gd name="T3" fmla="*/ 453 h 89"/>
                  <a:gd name="T4" fmla="*/ 0 w 25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9">
                    <a:moveTo>
                      <a:pt x="10" y="89"/>
                    </a:moveTo>
                    <a:cubicBezTo>
                      <a:pt x="4" y="66"/>
                      <a:pt x="25" y="47"/>
                      <a:pt x="14" y="24"/>
                    </a:cubicBezTo>
                    <a:cubicBezTo>
                      <a:pt x="11" y="18"/>
                      <a:pt x="5" y="3"/>
                      <a:pt x="0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0" name="Freeform 349">
                <a:extLst>
                  <a:ext uri="{FF2B5EF4-FFF2-40B4-BE49-F238E27FC236}">
                    <a16:creationId xmlns:a16="http://schemas.microsoft.com/office/drawing/2014/main" id="{0F8383B9-2C1E-4228-BDF7-4DA379F35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637"/>
                <a:ext cx="155" cy="80"/>
              </a:xfrm>
              <a:custGeom>
                <a:avLst/>
                <a:gdLst>
                  <a:gd name="T0" fmla="*/ 0 w 62"/>
                  <a:gd name="T1" fmla="*/ 341 h 30"/>
                  <a:gd name="T2" fmla="*/ 970 w 62"/>
                  <a:gd name="T3" fmla="*/ 192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0">
                    <a:moveTo>
                      <a:pt x="0" y="18"/>
                    </a:moveTo>
                    <a:cubicBezTo>
                      <a:pt x="19" y="30"/>
                      <a:pt x="42" y="0"/>
                      <a:pt x="62" y="1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1" name="Freeform 350">
                <a:extLst>
                  <a:ext uri="{FF2B5EF4-FFF2-40B4-BE49-F238E27FC236}">
                    <a16:creationId xmlns:a16="http://schemas.microsoft.com/office/drawing/2014/main" id="{1033A6E2-3D08-434D-8D8A-90E555174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672"/>
                <a:ext cx="58" cy="32"/>
              </a:xfrm>
              <a:custGeom>
                <a:avLst/>
                <a:gdLst>
                  <a:gd name="T0" fmla="*/ 0 w 23"/>
                  <a:gd name="T1" fmla="*/ 0 h 12"/>
                  <a:gd name="T2" fmla="*/ 368 w 2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8" y="7"/>
                      <a:pt x="13" y="10"/>
                      <a:pt x="23" y="12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2" name="Freeform 351">
                <a:extLst>
                  <a:ext uri="{FF2B5EF4-FFF2-40B4-BE49-F238E27FC236}">
                    <a16:creationId xmlns:a16="http://schemas.microsoft.com/office/drawing/2014/main" id="{9D534201-6190-484B-9486-8EBEA56FC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843"/>
                <a:ext cx="135" cy="42"/>
              </a:xfrm>
              <a:custGeom>
                <a:avLst/>
                <a:gdLst>
                  <a:gd name="T0" fmla="*/ 0 w 54"/>
                  <a:gd name="T1" fmla="*/ 0 h 16"/>
                  <a:gd name="T2" fmla="*/ 520 w 54"/>
                  <a:gd name="T3" fmla="*/ 110 h 16"/>
                  <a:gd name="T4" fmla="*/ 738 w 54"/>
                  <a:gd name="T5" fmla="*/ 221 h 16"/>
                  <a:gd name="T6" fmla="*/ 845 w 54"/>
                  <a:gd name="T7" fmla="*/ 28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16">
                    <a:moveTo>
                      <a:pt x="0" y="0"/>
                    </a:moveTo>
                    <a:cubicBezTo>
                      <a:pt x="9" y="7"/>
                      <a:pt x="22" y="3"/>
                      <a:pt x="33" y="6"/>
                    </a:cubicBezTo>
                    <a:cubicBezTo>
                      <a:pt x="38" y="7"/>
                      <a:pt x="43" y="9"/>
                      <a:pt x="47" y="12"/>
                    </a:cubicBezTo>
                    <a:cubicBezTo>
                      <a:pt x="50" y="13"/>
                      <a:pt x="51" y="16"/>
                      <a:pt x="54" y="16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3" name="Freeform 352">
                <a:extLst>
                  <a:ext uri="{FF2B5EF4-FFF2-40B4-BE49-F238E27FC236}">
                    <a16:creationId xmlns:a16="http://schemas.microsoft.com/office/drawing/2014/main" id="{E999CBBA-174B-4CFE-8807-C57944B5C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843"/>
                <a:ext cx="40" cy="21"/>
              </a:xfrm>
              <a:custGeom>
                <a:avLst/>
                <a:gdLst>
                  <a:gd name="T0" fmla="*/ 0 w 16"/>
                  <a:gd name="T1" fmla="*/ 110 h 8"/>
                  <a:gd name="T2" fmla="*/ 250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6"/>
                    </a:moveTo>
                    <a:cubicBezTo>
                      <a:pt x="4" y="8"/>
                      <a:pt x="11" y="2"/>
                      <a:pt x="16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4" name="Freeform 353">
                <a:extLst>
                  <a:ext uri="{FF2B5EF4-FFF2-40B4-BE49-F238E27FC236}">
                    <a16:creationId xmlns:a16="http://schemas.microsoft.com/office/drawing/2014/main" id="{37CFC1C5-A384-459E-BA13-2F25BE4E1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331"/>
                <a:ext cx="118" cy="197"/>
              </a:xfrm>
              <a:custGeom>
                <a:avLst/>
                <a:gdLst>
                  <a:gd name="T0" fmla="*/ 0 w 47"/>
                  <a:gd name="T1" fmla="*/ 0 h 74"/>
                  <a:gd name="T2" fmla="*/ 409 w 47"/>
                  <a:gd name="T3" fmla="*/ 807 h 74"/>
                  <a:gd name="T4" fmla="*/ 743 w 47"/>
                  <a:gd name="T5" fmla="*/ 1339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74">
                    <a:moveTo>
                      <a:pt x="0" y="0"/>
                    </a:moveTo>
                    <a:cubicBezTo>
                      <a:pt x="14" y="13"/>
                      <a:pt x="19" y="26"/>
                      <a:pt x="26" y="43"/>
                    </a:cubicBezTo>
                    <a:cubicBezTo>
                      <a:pt x="28" y="49"/>
                      <a:pt x="41" y="74"/>
                      <a:pt x="47" y="71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5" name="Freeform 354">
                <a:extLst>
                  <a:ext uri="{FF2B5EF4-FFF2-40B4-BE49-F238E27FC236}">
                    <a16:creationId xmlns:a16="http://schemas.microsoft.com/office/drawing/2014/main" id="{E257604F-C128-4763-AA83-3D0671F8D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440"/>
                <a:ext cx="100" cy="32"/>
              </a:xfrm>
              <a:custGeom>
                <a:avLst/>
                <a:gdLst>
                  <a:gd name="T0" fmla="*/ 625 w 40"/>
                  <a:gd name="T1" fmla="*/ 136 h 12"/>
                  <a:gd name="T2" fmla="*/ 0 w 40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2">
                    <a:moveTo>
                      <a:pt x="40" y="7"/>
                    </a:moveTo>
                    <a:cubicBezTo>
                      <a:pt x="26" y="12"/>
                      <a:pt x="12" y="8"/>
                      <a:pt x="0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6" name="Freeform 355">
                <a:extLst>
                  <a:ext uri="{FF2B5EF4-FFF2-40B4-BE49-F238E27FC236}">
                    <a16:creationId xmlns:a16="http://schemas.microsoft.com/office/drawing/2014/main" id="{8C7A847F-F23F-4D3D-BB47-F9BDC8D0A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3035"/>
                <a:ext cx="140" cy="77"/>
              </a:xfrm>
              <a:custGeom>
                <a:avLst/>
                <a:gdLst>
                  <a:gd name="T0" fmla="*/ 0 w 56"/>
                  <a:gd name="T1" fmla="*/ 542 h 29"/>
                  <a:gd name="T2" fmla="*/ 550 w 56"/>
                  <a:gd name="T3" fmla="*/ 226 h 29"/>
                  <a:gd name="T4" fmla="*/ 875 w 56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9">
                    <a:moveTo>
                      <a:pt x="0" y="29"/>
                    </a:moveTo>
                    <a:cubicBezTo>
                      <a:pt x="11" y="27"/>
                      <a:pt x="27" y="20"/>
                      <a:pt x="35" y="12"/>
                    </a:cubicBezTo>
                    <a:cubicBezTo>
                      <a:pt x="40" y="6"/>
                      <a:pt x="47" y="0"/>
                      <a:pt x="56" y="2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7" name="Freeform 356">
                <a:extLst>
                  <a:ext uri="{FF2B5EF4-FFF2-40B4-BE49-F238E27FC236}">
                    <a16:creationId xmlns:a16="http://schemas.microsoft.com/office/drawing/2014/main" id="{98E6A53F-088C-4B01-9EE6-1477E7DA4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024"/>
                <a:ext cx="80" cy="56"/>
              </a:xfrm>
              <a:custGeom>
                <a:avLst/>
                <a:gdLst>
                  <a:gd name="T0" fmla="*/ 500 w 32"/>
                  <a:gd name="T1" fmla="*/ 376 h 21"/>
                  <a:gd name="T2" fmla="*/ 208 w 32"/>
                  <a:gd name="T3" fmla="*/ 77 h 21"/>
                  <a:gd name="T4" fmla="*/ 0 w 32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1">
                    <a:moveTo>
                      <a:pt x="32" y="20"/>
                    </a:moveTo>
                    <a:cubicBezTo>
                      <a:pt x="22" y="21"/>
                      <a:pt x="20" y="9"/>
                      <a:pt x="13" y="4"/>
                    </a:cubicBezTo>
                    <a:cubicBezTo>
                      <a:pt x="10" y="2"/>
                      <a:pt x="3" y="1"/>
                      <a:pt x="0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8" name="Freeform 357">
                <a:extLst>
                  <a:ext uri="{FF2B5EF4-FFF2-40B4-BE49-F238E27FC236}">
                    <a16:creationId xmlns:a16="http://schemas.microsoft.com/office/drawing/2014/main" id="{CC317F6D-1CFB-4DEC-AFD5-1B726C345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3224"/>
                <a:ext cx="173" cy="80"/>
              </a:xfrm>
              <a:custGeom>
                <a:avLst/>
                <a:gdLst>
                  <a:gd name="T0" fmla="*/ 0 w 69"/>
                  <a:gd name="T1" fmla="*/ 568 h 30"/>
                  <a:gd name="T2" fmla="*/ 1088 w 69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30">
                    <a:moveTo>
                      <a:pt x="0" y="30"/>
                    </a:moveTo>
                    <a:cubicBezTo>
                      <a:pt x="12" y="2"/>
                      <a:pt x="56" y="24"/>
                      <a:pt x="69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9" name="Freeform 358">
                <a:extLst>
                  <a:ext uri="{FF2B5EF4-FFF2-40B4-BE49-F238E27FC236}">
                    <a16:creationId xmlns:a16="http://schemas.microsoft.com/office/drawing/2014/main" id="{2248E732-4370-4D57-83AD-F49655FFF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3224"/>
                <a:ext cx="62" cy="40"/>
              </a:xfrm>
              <a:custGeom>
                <a:avLst/>
                <a:gdLst>
                  <a:gd name="T0" fmla="*/ 0 w 25"/>
                  <a:gd name="T1" fmla="*/ 0 h 15"/>
                  <a:gd name="T2" fmla="*/ 382 w 25"/>
                  <a:gd name="T3" fmla="*/ 24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2" y="6"/>
                      <a:pt x="19" y="15"/>
                      <a:pt x="25" y="13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0" name="Freeform 359">
                <a:extLst>
                  <a:ext uri="{FF2B5EF4-FFF2-40B4-BE49-F238E27FC236}">
                    <a16:creationId xmlns:a16="http://schemas.microsoft.com/office/drawing/2014/main" id="{388D270B-B517-43B0-A772-2516513EB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653"/>
                <a:ext cx="35" cy="88"/>
              </a:xfrm>
              <a:custGeom>
                <a:avLst/>
                <a:gdLst>
                  <a:gd name="T0" fmla="*/ 50 w 14"/>
                  <a:gd name="T1" fmla="*/ 627 h 33"/>
                  <a:gd name="T2" fmla="*/ 158 w 14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3">
                    <a:moveTo>
                      <a:pt x="3" y="33"/>
                    </a:moveTo>
                    <a:cubicBezTo>
                      <a:pt x="0" y="23"/>
                      <a:pt x="14" y="12"/>
                      <a:pt x="10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1" name="Freeform 360">
                <a:extLst>
                  <a:ext uri="{FF2B5EF4-FFF2-40B4-BE49-F238E27FC236}">
                    <a16:creationId xmlns:a16="http://schemas.microsoft.com/office/drawing/2014/main" id="{3E15C02A-B478-4F1D-B7A7-DE6244FB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685"/>
                <a:ext cx="35" cy="72"/>
              </a:xfrm>
              <a:custGeom>
                <a:avLst/>
                <a:gdLst>
                  <a:gd name="T0" fmla="*/ 0 w 14"/>
                  <a:gd name="T1" fmla="*/ 0 h 27"/>
                  <a:gd name="T2" fmla="*/ 208 w 14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0" y="0"/>
                    </a:moveTo>
                    <a:cubicBezTo>
                      <a:pt x="3" y="9"/>
                      <a:pt x="14" y="16"/>
                      <a:pt x="13" y="27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2" name="Freeform 361">
                <a:extLst>
                  <a:ext uri="{FF2B5EF4-FFF2-40B4-BE49-F238E27FC236}">
                    <a16:creationId xmlns:a16="http://schemas.microsoft.com/office/drawing/2014/main" id="{7F5E062A-9321-430B-96F0-3126F15AE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224"/>
                <a:ext cx="25" cy="192"/>
              </a:xfrm>
              <a:custGeom>
                <a:avLst/>
                <a:gdLst>
                  <a:gd name="T0" fmla="*/ 20 w 10"/>
                  <a:gd name="T1" fmla="*/ 1365 h 72"/>
                  <a:gd name="T2" fmla="*/ 50 w 10"/>
                  <a:gd name="T3" fmla="*/ 853 h 72"/>
                  <a:gd name="T4" fmla="*/ 158 w 10"/>
                  <a:gd name="T5" fmla="*/ 341 h 72"/>
                  <a:gd name="T6" fmla="*/ 63 w 10"/>
                  <a:gd name="T7" fmla="*/ 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2">
                    <a:moveTo>
                      <a:pt x="1" y="72"/>
                    </a:moveTo>
                    <a:cubicBezTo>
                      <a:pt x="1" y="62"/>
                      <a:pt x="0" y="54"/>
                      <a:pt x="3" y="45"/>
                    </a:cubicBezTo>
                    <a:cubicBezTo>
                      <a:pt x="6" y="36"/>
                      <a:pt x="10" y="28"/>
                      <a:pt x="10" y="18"/>
                    </a:cubicBezTo>
                    <a:cubicBezTo>
                      <a:pt x="10" y="12"/>
                      <a:pt x="7" y="4"/>
                      <a:pt x="4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3" name="Freeform 362">
                <a:extLst>
                  <a:ext uri="{FF2B5EF4-FFF2-40B4-BE49-F238E27FC236}">
                    <a16:creationId xmlns:a16="http://schemas.microsoft.com/office/drawing/2014/main" id="{1F71BCC5-EC95-41BC-A3B5-00BBC8535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253"/>
                <a:ext cx="78" cy="67"/>
              </a:xfrm>
              <a:custGeom>
                <a:avLst/>
                <a:gdLst>
                  <a:gd name="T0" fmla="*/ 0 w 31"/>
                  <a:gd name="T1" fmla="*/ 482 h 25"/>
                  <a:gd name="T2" fmla="*/ 493 w 31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5">
                    <a:moveTo>
                      <a:pt x="0" y="25"/>
                    </a:moveTo>
                    <a:cubicBezTo>
                      <a:pt x="6" y="11"/>
                      <a:pt x="25" y="13"/>
                      <a:pt x="31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4" name="Freeform 363">
                <a:extLst>
                  <a:ext uri="{FF2B5EF4-FFF2-40B4-BE49-F238E27FC236}">
                    <a16:creationId xmlns:a16="http://schemas.microsoft.com/office/drawing/2014/main" id="{28A18411-4F65-45A5-A41C-76B7CEC7C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549"/>
                <a:ext cx="75" cy="112"/>
              </a:xfrm>
              <a:custGeom>
                <a:avLst/>
                <a:gdLst>
                  <a:gd name="T0" fmla="*/ 0 w 30"/>
                  <a:gd name="T1" fmla="*/ 797 h 42"/>
                  <a:gd name="T2" fmla="*/ 313 w 30"/>
                  <a:gd name="T3" fmla="*/ 477 h 42"/>
                  <a:gd name="T4" fmla="*/ 470 w 30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2">
                    <a:moveTo>
                      <a:pt x="0" y="42"/>
                    </a:moveTo>
                    <a:cubicBezTo>
                      <a:pt x="5" y="34"/>
                      <a:pt x="15" y="33"/>
                      <a:pt x="20" y="25"/>
                    </a:cubicBezTo>
                    <a:cubicBezTo>
                      <a:pt x="25" y="17"/>
                      <a:pt x="27" y="8"/>
                      <a:pt x="30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5" name="Freeform 364">
                <a:extLst>
                  <a:ext uri="{FF2B5EF4-FFF2-40B4-BE49-F238E27FC236}">
                    <a16:creationId xmlns:a16="http://schemas.microsoft.com/office/drawing/2014/main" id="{91A95484-2083-4F25-B5A9-23E8DAC87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608"/>
                <a:ext cx="60" cy="16"/>
              </a:xfrm>
              <a:custGeom>
                <a:avLst/>
                <a:gdLst>
                  <a:gd name="T0" fmla="*/ 0 w 24"/>
                  <a:gd name="T1" fmla="*/ 115 h 6"/>
                  <a:gd name="T2" fmla="*/ 145 w 24"/>
                  <a:gd name="T3" fmla="*/ 35 h 6"/>
                  <a:gd name="T4" fmla="*/ 250 w 24"/>
                  <a:gd name="T5" fmla="*/ 35 h 6"/>
                  <a:gd name="T6" fmla="*/ 375 w 2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6">
                    <a:moveTo>
                      <a:pt x="0" y="6"/>
                    </a:moveTo>
                    <a:cubicBezTo>
                      <a:pt x="4" y="5"/>
                      <a:pt x="6" y="2"/>
                      <a:pt x="9" y="2"/>
                    </a:cubicBezTo>
                    <a:cubicBezTo>
                      <a:pt x="12" y="1"/>
                      <a:pt x="13" y="2"/>
                      <a:pt x="16" y="2"/>
                    </a:cubicBezTo>
                    <a:cubicBezTo>
                      <a:pt x="18" y="2"/>
                      <a:pt x="21" y="1"/>
                      <a:pt x="24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6" name="Freeform 365">
                <a:extLst>
                  <a:ext uri="{FF2B5EF4-FFF2-40B4-BE49-F238E27FC236}">
                    <a16:creationId xmlns:a16="http://schemas.microsoft.com/office/drawing/2014/main" id="{2A9BCF5D-1308-428D-8286-553001359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416"/>
                <a:ext cx="62" cy="165"/>
              </a:xfrm>
              <a:custGeom>
                <a:avLst/>
                <a:gdLst>
                  <a:gd name="T0" fmla="*/ 0 w 25"/>
                  <a:gd name="T1" fmla="*/ 1168 h 62"/>
                  <a:gd name="T2" fmla="*/ 258 w 25"/>
                  <a:gd name="T3" fmla="*/ 828 h 62"/>
                  <a:gd name="T4" fmla="*/ 320 w 25"/>
                  <a:gd name="T5" fmla="*/ 474 h 62"/>
                  <a:gd name="T6" fmla="*/ 308 w 25"/>
                  <a:gd name="T7" fmla="*/ 205 h 62"/>
                  <a:gd name="T8" fmla="*/ 382 w 25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62">
                    <a:moveTo>
                      <a:pt x="0" y="62"/>
                    </a:moveTo>
                    <a:cubicBezTo>
                      <a:pt x="3" y="54"/>
                      <a:pt x="13" y="51"/>
                      <a:pt x="17" y="44"/>
                    </a:cubicBezTo>
                    <a:cubicBezTo>
                      <a:pt x="19" y="39"/>
                      <a:pt x="21" y="31"/>
                      <a:pt x="21" y="25"/>
                    </a:cubicBezTo>
                    <a:cubicBezTo>
                      <a:pt x="21" y="20"/>
                      <a:pt x="19" y="16"/>
                      <a:pt x="20" y="11"/>
                    </a:cubicBezTo>
                    <a:cubicBezTo>
                      <a:pt x="21" y="7"/>
                      <a:pt x="24" y="4"/>
                      <a:pt x="25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7" name="Freeform 366">
                <a:extLst>
                  <a:ext uri="{FF2B5EF4-FFF2-40B4-BE49-F238E27FC236}">
                    <a16:creationId xmlns:a16="http://schemas.microsoft.com/office/drawing/2014/main" id="{495908C6-A409-42B7-910E-E43A27EA4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453"/>
                <a:ext cx="47" cy="16"/>
              </a:xfrm>
              <a:custGeom>
                <a:avLst/>
                <a:gdLst>
                  <a:gd name="T0" fmla="*/ 0 w 19"/>
                  <a:gd name="T1" fmla="*/ 115 h 6"/>
                  <a:gd name="T2" fmla="*/ 287 w 19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6" y="0"/>
                      <a:pt x="12" y="3"/>
                      <a:pt x="19" y="4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8" name="Freeform 367">
                <a:extLst>
                  <a:ext uri="{FF2B5EF4-FFF2-40B4-BE49-F238E27FC236}">
                    <a16:creationId xmlns:a16="http://schemas.microsoft.com/office/drawing/2014/main" id="{F9CE1957-6111-46A3-9B24-C0B2DB9DE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245"/>
                <a:ext cx="27" cy="78"/>
              </a:xfrm>
              <a:custGeom>
                <a:avLst/>
                <a:gdLst>
                  <a:gd name="T0" fmla="*/ 162 w 11"/>
                  <a:gd name="T1" fmla="*/ 565 h 29"/>
                  <a:gd name="T2" fmla="*/ 29 w 11"/>
                  <a:gd name="T3" fmla="*/ 137 h 29"/>
                  <a:gd name="T4" fmla="*/ 0 w 1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9">
                    <a:moveTo>
                      <a:pt x="11" y="29"/>
                    </a:moveTo>
                    <a:cubicBezTo>
                      <a:pt x="5" y="23"/>
                      <a:pt x="4" y="15"/>
                      <a:pt x="2" y="7"/>
                    </a:cubicBezTo>
                    <a:cubicBezTo>
                      <a:pt x="1" y="4"/>
                      <a:pt x="3" y="3"/>
                      <a:pt x="0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9" name="Freeform 368">
                <a:extLst>
                  <a:ext uri="{FF2B5EF4-FFF2-40B4-BE49-F238E27FC236}">
                    <a16:creationId xmlns:a16="http://schemas.microsoft.com/office/drawing/2014/main" id="{1EA4DB14-3065-450D-BA84-5214EC778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224"/>
                <a:ext cx="53" cy="72"/>
              </a:xfrm>
              <a:custGeom>
                <a:avLst/>
                <a:gdLst>
                  <a:gd name="T0" fmla="*/ 0 w 21"/>
                  <a:gd name="T1" fmla="*/ 512 h 27"/>
                  <a:gd name="T2" fmla="*/ 338 w 21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0" y="27"/>
                    </a:moveTo>
                    <a:cubicBezTo>
                      <a:pt x="1" y="16"/>
                      <a:pt x="20" y="12"/>
                      <a:pt x="21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0" name="Freeform 369">
                <a:extLst>
                  <a:ext uri="{FF2B5EF4-FFF2-40B4-BE49-F238E27FC236}">
                    <a16:creationId xmlns:a16="http://schemas.microsoft.com/office/drawing/2014/main" id="{2127AC9F-6A01-4114-936D-7CED5B23C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517"/>
                <a:ext cx="17" cy="62"/>
              </a:xfrm>
              <a:custGeom>
                <a:avLst/>
                <a:gdLst>
                  <a:gd name="T0" fmla="*/ 70 w 7"/>
                  <a:gd name="T1" fmla="*/ 450 h 23"/>
                  <a:gd name="T2" fmla="*/ 0 w 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3">
                    <a:moveTo>
                      <a:pt x="5" y="23"/>
                    </a:moveTo>
                    <a:cubicBezTo>
                      <a:pt x="7" y="14"/>
                      <a:pt x="4" y="7"/>
                      <a:pt x="0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1" name="Freeform 370">
                <a:extLst>
                  <a:ext uri="{FF2B5EF4-FFF2-40B4-BE49-F238E27FC236}">
                    <a16:creationId xmlns:a16="http://schemas.microsoft.com/office/drawing/2014/main" id="{4E222799-A722-4947-8EAA-A898DDCCA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491"/>
                <a:ext cx="23" cy="64"/>
              </a:xfrm>
              <a:custGeom>
                <a:avLst/>
                <a:gdLst>
                  <a:gd name="T0" fmla="*/ 0 w 9"/>
                  <a:gd name="T1" fmla="*/ 456 h 24"/>
                  <a:gd name="T2" fmla="*/ 118 w 9"/>
                  <a:gd name="T3" fmla="*/ 171 h 24"/>
                  <a:gd name="T4" fmla="*/ 151 w 9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4">
                    <a:moveTo>
                      <a:pt x="0" y="24"/>
                    </a:moveTo>
                    <a:cubicBezTo>
                      <a:pt x="1" y="19"/>
                      <a:pt x="5" y="14"/>
                      <a:pt x="7" y="9"/>
                    </a:cubicBezTo>
                    <a:cubicBezTo>
                      <a:pt x="8" y="6"/>
                      <a:pt x="7" y="2"/>
                      <a:pt x="9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2" name="Freeform 371">
                <a:extLst>
                  <a:ext uri="{FF2B5EF4-FFF2-40B4-BE49-F238E27FC236}">
                    <a16:creationId xmlns:a16="http://schemas.microsoft.com/office/drawing/2014/main" id="{C3F82C81-6DC8-40FB-ACB9-7E7487C43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621"/>
                <a:ext cx="23" cy="30"/>
              </a:xfrm>
              <a:custGeom>
                <a:avLst/>
                <a:gdLst>
                  <a:gd name="T0" fmla="*/ 151 w 9"/>
                  <a:gd name="T1" fmla="*/ 224 h 11"/>
                  <a:gd name="T2" fmla="*/ 0 w 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9" y="11"/>
                    </a:moveTo>
                    <a:cubicBezTo>
                      <a:pt x="7" y="7"/>
                      <a:pt x="3" y="3"/>
                      <a:pt x="0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3" name="Freeform 372">
                <a:extLst>
                  <a:ext uri="{FF2B5EF4-FFF2-40B4-BE49-F238E27FC236}">
                    <a16:creationId xmlns:a16="http://schemas.microsoft.com/office/drawing/2014/main" id="{4BC5EEB1-FABE-4071-86F0-754E4D2AF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701"/>
                <a:ext cx="10" cy="43"/>
              </a:xfrm>
              <a:custGeom>
                <a:avLst/>
                <a:gdLst>
                  <a:gd name="T0" fmla="*/ 63 w 4"/>
                  <a:gd name="T1" fmla="*/ 312 h 16"/>
                  <a:gd name="T2" fmla="*/ 33 w 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4" y="16"/>
                    </a:moveTo>
                    <a:cubicBezTo>
                      <a:pt x="0" y="10"/>
                      <a:pt x="4" y="5"/>
                      <a:pt x="2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4" name="Freeform 373">
                <a:extLst>
                  <a:ext uri="{FF2B5EF4-FFF2-40B4-BE49-F238E27FC236}">
                    <a16:creationId xmlns:a16="http://schemas.microsoft.com/office/drawing/2014/main" id="{506A1F33-1424-479C-A716-4F169CD72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587"/>
                <a:ext cx="2" cy="53"/>
              </a:xfrm>
              <a:custGeom>
                <a:avLst/>
                <a:gdLst>
                  <a:gd name="T0" fmla="*/ 0 w 1"/>
                  <a:gd name="T1" fmla="*/ 371 h 20"/>
                  <a:gd name="T2" fmla="*/ 8 w 1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0">
                    <a:moveTo>
                      <a:pt x="0" y="20"/>
                    </a:moveTo>
                    <a:cubicBezTo>
                      <a:pt x="0" y="14"/>
                      <a:pt x="0" y="4"/>
                      <a:pt x="1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5" name="Freeform 374">
                <a:extLst>
                  <a:ext uri="{FF2B5EF4-FFF2-40B4-BE49-F238E27FC236}">
                    <a16:creationId xmlns:a16="http://schemas.microsoft.com/office/drawing/2014/main" id="{1E4EAE64-D66C-439D-825A-AFDC4E963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515"/>
                <a:ext cx="15" cy="90"/>
              </a:xfrm>
              <a:custGeom>
                <a:avLst/>
                <a:gdLst>
                  <a:gd name="T0" fmla="*/ 20 w 6"/>
                  <a:gd name="T1" fmla="*/ 0 h 34"/>
                  <a:gd name="T2" fmla="*/ 83 w 6"/>
                  <a:gd name="T3" fmla="*/ 336 h 34"/>
                  <a:gd name="T4" fmla="*/ 0 w 6"/>
                  <a:gd name="T5" fmla="*/ 63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4">
                    <a:moveTo>
                      <a:pt x="1" y="0"/>
                    </a:moveTo>
                    <a:cubicBezTo>
                      <a:pt x="1" y="6"/>
                      <a:pt x="4" y="12"/>
                      <a:pt x="5" y="18"/>
                    </a:cubicBezTo>
                    <a:cubicBezTo>
                      <a:pt x="6" y="25"/>
                      <a:pt x="3" y="28"/>
                      <a:pt x="0" y="34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6" name="Freeform 375">
                <a:extLst>
                  <a:ext uri="{FF2B5EF4-FFF2-40B4-BE49-F238E27FC236}">
                    <a16:creationId xmlns:a16="http://schemas.microsoft.com/office/drawing/2014/main" id="{379E5BD6-077C-4CB7-BFE3-93949B2C1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539"/>
                <a:ext cx="12" cy="29"/>
              </a:xfrm>
              <a:custGeom>
                <a:avLst/>
                <a:gdLst>
                  <a:gd name="T0" fmla="*/ 0 w 5"/>
                  <a:gd name="T1" fmla="*/ 200 h 11"/>
                  <a:gd name="T2" fmla="*/ 70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1" y="7"/>
                      <a:pt x="4" y="4"/>
                      <a:pt x="5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7" name="Freeform 376">
                <a:extLst>
                  <a:ext uri="{FF2B5EF4-FFF2-40B4-BE49-F238E27FC236}">
                    <a16:creationId xmlns:a16="http://schemas.microsoft.com/office/drawing/2014/main" id="{B26AA44A-108F-4137-AA4B-116405A93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445"/>
                <a:ext cx="13" cy="40"/>
              </a:xfrm>
              <a:custGeom>
                <a:avLst/>
                <a:gdLst>
                  <a:gd name="T0" fmla="*/ 88 w 5"/>
                  <a:gd name="T1" fmla="*/ 285 h 15"/>
                  <a:gd name="T2" fmla="*/ 21 w 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5" y="15"/>
                    </a:moveTo>
                    <a:cubicBezTo>
                      <a:pt x="1" y="11"/>
                      <a:pt x="0" y="4"/>
                      <a:pt x="1" y="0"/>
                    </a:cubicBezTo>
                  </a:path>
                </a:pathLst>
              </a:custGeom>
              <a:noFill/>
              <a:ln w="23813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8" name="Freeform 377">
                <a:extLst>
                  <a:ext uri="{FF2B5EF4-FFF2-40B4-BE49-F238E27FC236}">
                    <a16:creationId xmlns:a16="http://schemas.microsoft.com/office/drawing/2014/main" id="{26A732AE-F2B9-481E-BDBF-CD8FF051C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771"/>
                <a:ext cx="72" cy="258"/>
              </a:xfrm>
              <a:custGeom>
                <a:avLst/>
                <a:gdLst>
                  <a:gd name="T0" fmla="*/ 0 w 29"/>
                  <a:gd name="T1" fmla="*/ 0 h 97"/>
                  <a:gd name="T2" fmla="*/ 104 w 29"/>
                  <a:gd name="T3" fmla="*/ 545 h 97"/>
                  <a:gd name="T4" fmla="*/ 104 w 29"/>
                  <a:gd name="T5" fmla="*/ 904 h 97"/>
                  <a:gd name="T6" fmla="*/ 246 w 29"/>
                  <a:gd name="T7" fmla="*/ 1189 h 97"/>
                  <a:gd name="T8" fmla="*/ 444 w 29"/>
                  <a:gd name="T9" fmla="*/ 1825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7">
                    <a:moveTo>
                      <a:pt x="0" y="0"/>
                    </a:moveTo>
                    <a:cubicBezTo>
                      <a:pt x="2" y="11"/>
                      <a:pt x="7" y="18"/>
                      <a:pt x="7" y="29"/>
                    </a:cubicBezTo>
                    <a:cubicBezTo>
                      <a:pt x="6" y="36"/>
                      <a:pt x="5" y="42"/>
                      <a:pt x="7" y="48"/>
                    </a:cubicBezTo>
                    <a:cubicBezTo>
                      <a:pt x="9" y="55"/>
                      <a:pt x="12" y="57"/>
                      <a:pt x="16" y="63"/>
                    </a:cubicBezTo>
                    <a:cubicBezTo>
                      <a:pt x="22" y="73"/>
                      <a:pt x="21" y="90"/>
                      <a:pt x="29" y="97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9" name="Freeform 378">
                <a:extLst>
                  <a:ext uri="{FF2B5EF4-FFF2-40B4-BE49-F238E27FC236}">
                    <a16:creationId xmlns:a16="http://schemas.microsoft.com/office/drawing/2014/main" id="{68245D34-C5E0-4CF9-ACBB-B45D3560D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739"/>
                <a:ext cx="162" cy="165"/>
              </a:xfrm>
              <a:custGeom>
                <a:avLst/>
                <a:gdLst>
                  <a:gd name="T0" fmla="*/ 0 w 65"/>
                  <a:gd name="T1" fmla="*/ 0 h 62"/>
                  <a:gd name="T2" fmla="*/ 386 w 65"/>
                  <a:gd name="T3" fmla="*/ 532 h 62"/>
                  <a:gd name="T4" fmla="*/ 820 w 65"/>
                  <a:gd name="T5" fmla="*/ 865 h 62"/>
                  <a:gd name="T6" fmla="*/ 1007 w 65"/>
                  <a:gd name="T7" fmla="*/ 1168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62">
                    <a:moveTo>
                      <a:pt x="0" y="0"/>
                    </a:moveTo>
                    <a:cubicBezTo>
                      <a:pt x="8" y="10"/>
                      <a:pt x="15" y="20"/>
                      <a:pt x="25" y="28"/>
                    </a:cubicBezTo>
                    <a:cubicBezTo>
                      <a:pt x="34" y="34"/>
                      <a:pt x="45" y="39"/>
                      <a:pt x="53" y="46"/>
                    </a:cubicBezTo>
                    <a:cubicBezTo>
                      <a:pt x="57" y="51"/>
                      <a:pt x="62" y="57"/>
                      <a:pt x="65" y="62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0" name="Freeform 379">
                <a:extLst>
                  <a:ext uri="{FF2B5EF4-FFF2-40B4-BE49-F238E27FC236}">
                    <a16:creationId xmlns:a16="http://schemas.microsoft.com/office/drawing/2014/main" id="{272C18AD-A47F-4FDB-900D-BFD7B48B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693"/>
                <a:ext cx="47" cy="182"/>
              </a:xfrm>
              <a:custGeom>
                <a:avLst/>
                <a:gdLst>
                  <a:gd name="T0" fmla="*/ 287 w 19"/>
                  <a:gd name="T1" fmla="*/ 1303 h 68"/>
                  <a:gd name="T2" fmla="*/ 30 w 19"/>
                  <a:gd name="T3" fmla="*/ 616 h 68"/>
                  <a:gd name="T4" fmla="*/ 0 w 19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8">
                    <a:moveTo>
                      <a:pt x="19" y="68"/>
                    </a:moveTo>
                    <a:cubicBezTo>
                      <a:pt x="11" y="54"/>
                      <a:pt x="3" y="49"/>
                      <a:pt x="2" y="32"/>
                    </a:cubicBezTo>
                    <a:cubicBezTo>
                      <a:pt x="1" y="22"/>
                      <a:pt x="3" y="9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1" name="Freeform 380">
                <a:extLst>
                  <a:ext uri="{FF2B5EF4-FFF2-40B4-BE49-F238E27FC236}">
                    <a16:creationId xmlns:a16="http://schemas.microsoft.com/office/drawing/2014/main" id="{99364C71-AD02-4BC9-AD93-1060429C9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661"/>
                <a:ext cx="33" cy="136"/>
              </a:xfrm>
              <a:custGeom>
                <a:avLst/>
                <a:gdLst>
                  <a:gd name="T0" fmla="*/ 63 w 13"/>
                  <a:gd name="T1" fmla="*/ 0 h 51"/>
                  <a:gd name="T2" fmla="*/ 213 w 13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1">
                    <a:moveTo>
                      <a:pt x="4" y="0"/>
                    </a:moveTo>
                    <a:cubicBezTo>
                      <a:pt x="0" y="16"/>
                      <a:pt x="6" y="38"/>
                      <a:pt x="13" y="51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2" name="Freeform 381">
                <a:extLst>
                  <a:ext uri="{FF2B5EF4-FFF2-40B4-BE49-F238E27FC236}">
                    <a16:creationId xmlns:a16="http://schemas.microsoft.com/office/drawing/2014/main" id="{BFF2E19A-48AA-4E3A-82B5-8D9D1BAB3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51"/>
                <a:ext cx="25" cy="122"/>
              </a:xfrm>
              <a:custGeom>
                <a:avLst/>
                <a:gdLst>
                  <a:gd name="T0" fmla="*/ 125 w 10"/>
                  <a:gd name="T1" fmla="*/ 859 h 46"/>
                  <a:gd name="T2" fmla="*/ 95 w 10"/>
                  <a:gd name="T3" fmla="*/ 281 h 46"/>
                  <a:gd name="T4" fmla="*/ 0 w 10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6">
                    <a:moveTo>
                      <a:pt x="8" y="46"/>
                    </a:moveTo>
                    <a:cubicBezTo>
                      <a:pt x="7" y="34"/>
                      <a:pt x="10" y="26"/>
                      <a:pt x="6" y="15"/>
                    </a:cubicBezTo>
                    <a:cubicBezTo>
                      <a:pt x="4" y="10"/>
                      <a:pt x="1" y="5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3" name="Freeform 382">
                <a:extLst>
                  <a:ext uri="{FF2B5EF4-FFF2-40B4-BE49-F238E27FC236}">
                    <a16:creationId xmlns:a16="http://schemas.microsoft.com/office/drawing/2014/main" id="{D4F693EE-A860-46C9-8BA5-E19058C7B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1645"/>
                <a:ext cx="27" cy="70"/>
              </a:xfrm>
              <a:custGeom>
                <a:avLst/>
                <a:gdLst>
                  <a:gd name="T0" fmla="*/ 162 w 11"/>
                  <a:gd name="T1" fmla="*/ 506 h 26"/>
                  <a:gd name="T2" fmla="*/ 29 w 11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6">
                    <a:moveTo>
                      <a:pt x="11" y="26"/>
                    </a:moveTo>
                    <a:cubicBezTo>
                      <a:pt x="7" y="20"/>
                      <a:pt x="0" y="7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4" name="Freeform 383">
                <a:extLst>
                  <a:ext uri="{FF2B5EF4-FFF2-40B4-BE49-F238E27FC236}">
                    <a16:creationId xmlns:a16="http://schemas.microsoft.com/office/drawing/2014/main" id="{4F01D6E9-C7E8-4781-A1DB-06D18BF33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1640"/>
                <a:ext cx="5" cy="51"/>
              </a:xfrm>
              <a:custGeom>
                <a:avLst/>
                <a:gdLst>
                  <a:gd name="T0" fmla="*/ 0 w 2"/>
                  <a:gd name="T1" fmla="*/ 368 h 19"/>
                  <a:gd name="T2" fmla="*/ 20 w 2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0" y="19"/>
                    </a:moveTo>
                    <a:cubicBezTo>
                      <a:pt x="2" y="13"/>
                      <a:pt x="2" y="6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5" name="Freeform 384">
                <a:extLst>
                  <a:ext uri="{FF2B5EF4-FFF2-40B4-BE49-F238E27FC236}">
                    <a16:creationId xmlns:a16="http://schemas.microsoft.com/office/drawing/2014/main" id="{67C82228-197E-4888-98B7-8B6D7E1F2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637"/>
                <a:ext cx="15" cy="43"/>
              </a:xfrm>
              <a:custGeom>
                <a:avLst/>
                <a:gdLst>
                  <a:gd name="T0" fmla="*/ 95 w 6"/>
                  <a:gd name="T1" fmla="*/ 312 h 16"/>
                  <a:gd name="T2" fmla="*/ 0 w 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6" y="16"/>
                    </a:moveTo>
                    <a:cubicBezTo>
                      <a:pt x="0" y="13"/>
                      <a:pt x="0" y="7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6" name="Freeform 385">
                <a:extLst>
                  <a:ext uri="{FF2B5EF4-FFF2-40B4-BE49-F238E27FC236}">
                    <a16:creationId xmlns:a16="http://schemas.microsoft.com/office/drawing/2014/main" id="{5FA7082E-58FA-4F31-BD14-02738BB4F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645"/>
                <a:ext cx="33" cy="206"/>
              </a:xfrm>
              <a:custGeom>
                <a:avLst/>
                <a:gdLst>
                  <a:gd name="T0" fmla="*/ 63 w 13"/>
                  <a:gd name="T1" fmla="*/ 1474 h 77"/>
                  <a:gd name="T2" fmla="*/ 160 w 13"/>
                  <a:gd name="T3" fmla="*/ 479 h 77"/>
                  <a:gd name="T4" fmla="*/ 213 w 13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7">
                    <a:moveTo>
                      <a:pt x="4" y="77"/>
                    </a:moveTo>
                    <a:cubicBezTo>
                      <a:pt x="0" y="60"/>
                      <a:pt x="6" y="40"/>
                      <a:pt x="10" y="25"/>
                    </a:cubicBezTo>
                    <a:cubicBezTo>
                      <a:pt x="12" y="17"/>
                      <a:pt x="13" y="9"/>
                      <a:pt x="13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7" name="Freeform 386">
                <a:extLst>
                  <a:ext uri="{FF2B5EF4-FFF2-40B4-BE49-F238E27FC236}">
                    <a16:creationId xmlns:a16="http://schemas.microsoft.com/office/drawing/2014/main" id="{EF883E73-22DD-434E-BEB6-3CA014241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653"/>
                <a:ext cx="78" cy="179"/>
              </a:xfrm>
              <a:custGeom>
                <a:avLst/>
                <a:gdLst>
                  <a:gd name="T0" fmla="*/ 493 w 31"/>
                  <a:gd name="T1" fmla="*/ 1277 h 67"/>
                  <a:gd name="T2" fmla="*/ 209 w 31"/>
                  <a:gd name="T3" fmla="*/ 842 h 67"/>
                  <a:gd name="T4" fmla="*/ 146 w 31"/>
                  <a:gd name="T5" fmla="*/ 379 h 67"/>
                  <a:gd name="T6" fmla="*/ 0 w 31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67">
                    <a:moveTo>
                      <a:pt x="31" y="67"/>
                    </a:moveTo>
                    <a:cubicBezTo>
                      <a:pt x="24" y="62"/>
                      <a:pt x="17" y="53"/>
                      <a:pt x="13" y="44"/>
                    </a:cubicBezTo>
                    <a:cubicBezTo>
                      <a:pt x="10" y="36"/>
                      <a:pt x="13" y="28"/>
                      <a:pt x="9" y="20"/>
                    </a:cubicBezTo>
                    <a:cubicBezTo>
                      <a:pt x="6" y="12"/>
                      <a:pt x="1" y="9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8" name="Freeform 387">
                <a:extLst>
                  <a:ext uri="{FF2B5EF4-FFF2-40B4-BE49-F238E27FC236}">
                    <a16:creationId xmlns:a16="http://schemas.microsoft.com/office/drawing/2014/main" id="{3C0796F7-BA39-4C33-9AED-83A518001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869"/>
                <a:ext cx="155" cy="230"/>
              </a:xfrm>
              <a:custGeom>
                <a:avLst/>
                <a:gdLst>
                  <a:gd name="T0" fmla="*/ 0 w 62"/>
                  <a:gd name="T1" fmla="*/ 0 h 86"/>
                  <a:gd name="T2" fmla="*/ 113 w 62"/>
                  <a:gd name="T3" fmla="*/ 209 h 86"/>
                  <a:gd name="T4" fmla="*/ 220 w 62"/>
                  <a:gd name="T5" fmla="*/ 538 h 86"/>
                  <a:gd name="T6" fmla="*/ 675 w 62"/>
                  <a:gd name="T7" fmla="*/ 1187 h 86"/>
                  <a:gd name="T8" fmla="*/ 970 w 62"/>
                  <a:gd name="T9" fmla="*/ 1645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86">
                    <a:moveTo>
                      <a:pt x="0" y="0"/>
                    </a:moveTo>
                    <a:cubicBezTo>
                      <a:pt x="0" y="6"/>
                      <a:pt x="4" y="6"/>
                      <a:pt x="7" y="11"/>
                    </a:cubicBezTo>
                    <a:cubicBezTo>
                      <a:pt x="11" y="16"/>
                      <a:pt x="12" y="21"/>
                      <a:pt x="14" y="28"/>
                    </a:cubicBezTo>
                    <a:cubicBezTo>
                      <a:pt x="19" y="46"/>
                      <a:pt x="29" y="50"/>
                      <a:pt x="43" y="62"/>
                    </a:cubicBezTo>
                    <a:cubicBezTo>
                      <a:pt x="51" y="69"/>
                      <a:pt x="56" y="79"/>
                      <a:pt x="62" y="86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9" name="Freeform 388">
                <a:extLst>
                  <a:ext uri="{FF2B5EF4-FFF2-40B4-BE49-F238E27FC236}">
                    <a16:creationId xmlns:a16="http://schemas.microsoft.com/office/drawing/2014/main" id="{884B739B-17F8-41A9-A87F-B632CA0E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13"/>
                <a:ext cx="42" cy="235"/>
              </a:xfrm>
              <a:custGeom>
                <a:avLst/>
                <a:gdLst>
                  <a:gd name="T0" fmla="*/ 257 w 17"/>
                  <a:gd name="T1" fmla="*/ 1677 h 88"/>
                  <a:gd name="T2" fmla="*/ 30 w 17"/>
                  <a:gd name="T3" fmla="*/ 0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8">
                    <a:moveTo>
                      <a:pt x="17" y="88"/>
                    </a:moveTo>
                    <a:cubicBezTo>
                      <a:pt x="0" y="61"/>
                      <a:pt x="16" y="27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0" name="Freeform 389">
                <a:extLst>
                  <a:ext uri="{FF2B5EF4-FFF2-40B4-BE49-F238E27FC236}">
                    <a16:creationId xmlns:a16="http://schemas.microsoft.com/office/drawing/2014/main" id="{A2F3261F-AC51-424E-AD97-A4FAE0E89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933"/>
                <a:ext cx="103" cy="48"/>
              </a:xfrm>
              <a:custGeom>
                <a:avLst/>
                <a:gdLst>
                  <a:gd name="T0" fmla="*/ 0 w 41"/>
                  <a:gd name="T1" fmla="*/ 0 h 18"/>
                  <a:gd name="T2" fmla="*/ 525 w 41"/>
                  <a:gd name="T3" fmla="*/ 192 h 18"/>
                  <a:gd name="T4" fmla="*/ 651 w 41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8">
                    <a:moveTo>
                      <a:pt x="0" y="0"/>
                    </a:moveTo>
                    <a:cubicBezTo>
                      <a:pt x="9" y="6"/>
                      <a:pt x="23" y="2"/>
                      <a:pt x="33" y="10"/>
                    </a:cubicBezTo>
                    <a:cubicBezTo>
                      <a:pt x="36" y="12"/>
                      <a:pt x="38" y="16"/>
                      <a:pt x="41" y="18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1" name="Freeform 390">
                <a:extLst>
                  <a:ext uri="{FF2B5EF4-FFF2-40B4-BE49-F238E27FC236}">
                    <a16:creationId xmlns:a16="http://schemas.microsoft.com/office/drawing/2014/main" id="{ABE7DB9C-9B36-4540-A5B8-7F9CEBED3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000"/>
                <a:ext cx="178" cy="197"/>
              </a:xfrm>
              <a:custGeom>
                <a:avLst/>
                <a:gdLst>
                  <a:gd name="T0" fmla="*/ 0 w 71"/>
                  <a:gd name="T1" fmla="*/ 0 h 74"/>
                  <a:gd name="T2" fmla="*/ 238 w 71"/>
                  <a:gd name="T3" fmla="*/ 431 h 74"/>
                  <a:gd name="T4" fmla="*/ 805 w 71"/>
                  <a:gd name="T5" fmla="*/ 865 h 74"/>
                  <a:gd name="T6" fmla="*/ 1118 w 71"/>
                  <a:gd name="T7" fmla="*/ 1395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74">
                    <a:moveTo>
                      <a:pt x="0" y="0"/>
                    </a:moveTo>
                    <a:cubicBezTo>
                      <a:pt x="4" y="9"/>
                      <a:pt x="8" y="17"/>
                      <a:pt x="15" y="23"/>
                    </a:cubicBezTo>
                    <a:cubicBezTo>
                      <a:pt x="27" y="33"/>
                      <a:pt x="40" y="35"/>
                      <a:pt x="51" y="46"/>
                    </a:cubicBezTo>
                    <a:cubicBezTo>
                      <a:pt x="59" y="55"/>
                      <a:pt x="64" y="65"/>
                      <a:pt x="71" y="74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2" name="Freeform 391">
                <a:extLst>
                  <a:ext uri="{FF2B5EF4-FFF2-40B4-BE49-F238E27FC236}">
                    <a16:creationId xmlns:a16="http://schemas.microsoft.com/office/drawing/2014/main" id="{68B8206F-2E9A-4A42-AC16-83ACEA25E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936"/>
                <a:ext cx="62" cy="179"/>
              </a:xfrm>
              <a:custGeom>
                <a:avLst/>
                <a:gdLst>
                  <a:gd name="T0" fmla="*/ 382 w 25"/>
                  <a:gd name="T1" fmla="*/ 1277 h 67"/>
                  <a:gd name="T2" fmla="*/ 104 w 25"/>
                  <a:gd name="T3" fmla="*/ 478 h 67"/>
                  <a:gd name="T4" fmla="*/ 0 w 25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7">
                    <a:moveTo>
                      <a:pt x="25" y="67"/>
                    </a:moveTo>
                    <a:cubicBezTo>
                      <a:pt x="19" y="52"/>
                      <a:pt x="10" y="42"/>
                      <a:pt x="7" y="25"/>
                    </a:cubicBezTo>
                    <a:cubicBezTo>
                      <a:pt x="6" y="16"/>
                      <a:pt x="4" y="8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3" name="Freeform 392">
                <a:extLst>
                  <a:ext uri="{FF2B5EF4-FFF2-40B4-BE49-F238E27FC236}">
                    <a16:creationId xmlns:a16="http://schemas.microsoft.com/office/drawing/2014/main" id="{46291186-221F-4B14-B594-94F38CDAD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152"/>
                <a:ext cx="223" cy="115"/>
              </a:xfrm>
              <a:custGeom>
                <a:avLst/>
                <a:gdLst>
                  <a:gd name="T0" fmla="*/ 0 w 89"/>
                  <a:gd name="T1" fmla="*/ 0 h 43"/>
                  <a:gd name="T2" fmla="*/ 584 w 89"/>
                  <a:gd name="T3" fmla="*/ 171 h 43"/>
                  <a:gd name="T4" fmla="*/ 1022 w 89"/>
                  <a:gd name="T5" fmla="*/ 594 h 43"/>
                  <a:gd name="T6" fmla="*/ 1401 w 89"/>
                  <a:gd name="T7" fmla="*/ 82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43">
                    <a:moveTo>
                      <a:pt x="0" y="0"/>
                    </a:moveTo>
                    <a:cubicBezTo>
                      <a:pt x="11" y="6"/>
                      <a:pt x="25" y="3"/>
                      <a:pt x="37" y="9"/>
                    </a:cubicBezTo>
                    <a:cubicBezTo>
                      <a:pt x="47" y="15"/>
                      <a:pt x="54" y="25"/>
                      <a:pt x="65" y="31"/>
                    </a:cubicBezTo>
                    <a:cubicBezTo>
                      <a:pt x="73" y="35"/>
                      <a:pt x="81" y="39"/>
                      <a:pt x="89" y="43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4" name="Freeform 393">
                <a:extLst>
                  <a:ext uri="{FF2B5EF4-FFF2-40B4-BE49-F238E27FC236}">
                    <a16:creationId xmlns:a16="http://schemas.microsoft.com/office/drawing/2014/main" id="{F112B374-3974-4F01-950F-AE005C6C8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061"/>
                <a:ext cx="47" cy="120"/>
              </a:xfrm>
              <a:custGeom>
                <a:avLst/>
                <a:gdLst>
                  <a:gd name="T0" fmla="*/ 287 w 19"/>
                  <a:gd name="T1" fmla="*/ 853 h 45"/>
                  <a:gd name="T2" fmla="*/ 42 w 19"/>
                  <a:gd name="T3" fmla="*/ 363 h 45"/>
                  <a:gd name="T4" fmla="*/ 0 w 19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5">
                    <a:moveTo>
                      <a:pt x="19" y="45"/>
                    </a:moveTo>
                    <a:cubicBezTo>
                      <a:pt x="13" y="37"/>
                      <a:pt x="5" y="29"/>
                      <a:pt x="3" y="19"/>
                    </a:cubicBezTo>
                    <a:cubicBezTo>
                      <a:pt x="1" y="13"/>
                      <a:pt x="3" y="7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5" name="Freeform 394">
                <a:extLst>
                  <a:ext uri="{FF2B5EF4-FFF2-40B4-BE49-F238E27FC236}">
                    <a16:creationId xmlns:a16="http://schemas.microsoft.com/office/drawing/2014/main" id="{65A9556F-EE82-46ED-A556-8E6054773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368"/>
                <a:ext cx="225" cy="120"/>
              </a:xfrm>
              <a:custGeom>
                <a:avLst/>
                <a:gdLst>
                  <a:gd name="T0" fmla="*/ 0 w 90"/>
                  <a:gd name="T1" fmla="*/ 0 h 45"/>
                  <a:gd name="T2" fmla="*/ 583 w 90"/>
                  <a:gd name="T3" fmla="*/ 363 h 45"/>
                  <a:gd name="T4" fmla="*/ 1113 w 90"/>
                  <a:gd name="T5" fmla="*/ 627 h 45"/>
                  <a:gd name="T6" fmla="*/ 1408 w 90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45">
                    <a:moveTo>
                      <a:pt x="0" y="0"/>
                    </a:moveTo>
                    <a:cubicBezTo>
                      <a:pt x="10" y="11"/>
                      <a:pt x="22" y="16"/>
                      <a:pt x="37" y="19"/>
                    </a:cubicBezTo>
                    <a:cubicBezTo>
                      <a:pt x="52" y="21"/>
                      <a:pt x="59" y="23"/>
                      <a:pt x="71" y="33"/>
                    </a:cubicBezTo>
                    <a:cubicBezTo>
                      <a:pt x="76" y="37"/>
                      <a:pt x="87" y="44"/>
                      <a:pt x="90" y="45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6" name="Freeform 395">
                <a:extLst>
                  <a:ext uri="{FF2B5EF4-FFF2-40B4-BE49-F238E27FC236}">
                    <a16:creationId xmlns:a16="http://schemas.microsoft.com/office/drawing/2014/main" id="{91DC6F9D-3B9A-4513-B646-4695AD0F0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240"/>
                <a:ext cx="95" cy="192"/>
              </a:xfrm>
              <a:custGeom>
                <a:avLst/>
                <a:gdLst>
                  <a:gd name="T0" fmla="*/ 595 w 38"/>
                  <a:gd name="T1" fmla="*/ 1365 h 72"/>
                  <a:gd name="T2" fmla="*/ 0 w 38"/>
                  <a:gd name="T3" fmla="*/ 0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72">
                    <a:moveTo>
                      <a:pt x="38" y="72"/>
                    </a:moveTo>
                    <a:cubicBezTo>
                      <a:pt x="15" y="55"/>
                      <a:pt x="15" y="23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7" name="Freeform 396">
                <a:extLst>
                  <a:ext uri="{FF2B5EF4-FFF2-40B4-BE49-F238E27FC236}">
                    <a16:creationId xmlns:a16="http://schemas.microsoft.com/office/drawing/2014/main" id="{C5F99C15-99D4-4AF9-B0A6-F33AE3E4D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277"/>
                <a:ext cx="217" cy="94"/>
              </a:xfrm>
              <a:custGeom>
                <a:avLst/>
                <a:gdLst>
                  <a:gd name="T0" fmla="*/ 0 w 87"/>
                  <a:gd name="T1" fmla="*/ 0 h 35"/>
                  <a:gd name="T2" fmla="*/ 559 w 87"/>
                  <a:gd name="T3" fmla="*/ 231 h 35"/>
                  <a:gd name="T4" fmla="*/ 1040 w 87"/>
                  <a:gd name="T5" fmla="*/ 403 h 35"/>
                  <a:gd name="T6" fmla="*/ 1349 w 87"/>
                  <a:gd name="T7" fmla="*/ 67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35">
                    <a:moveTo>
                      <a:pt x="0" y="0"/>
                    </a:moveTo>
                    <a:cubicBezTo>
                      <a:pt x="7" y="11"/>
                      <a:pt x="24" y="11"/>
                      <a:pt x="36" y="12"/>
                    </a:cubicBezTo>
                    <a:cubicBezTo>
                      <a:pt x="47" y="14"/>
                      <a:pt x="57" y="16"/>
                      <a:pt x="67" y="21"/>
                    </a:cubicBezTo>
                    <a:cubicBezTo>
                      <a:pt x="74" y="25"/>
                      <a:pt x="82" y="30"/>
                      <a:pt x="87" y="35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8" name="Freeform 397">
                <a:extLst>
                  <a:ext uri="{FF2B5EF4-FFF2-40B4-BE49-F238E27FC236}">
                    <a16:creationId xmlns:a16="http://schemas.microsoft.com/office/drawing/2014/main" id="{7F3060ED-A5F0-42A8-90D4-CEBB8F7C8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581"/>
                <a:ext cx="190" cy="38"/>
              </a:xfrm>
              <a:custGeom>
                <a:avLst/>
                <a:gdLst>
                  <a:gd name="T0" fmla="*/ 0 w 76"/>
                  <a:gd name="T1" fmla="*/ 22 h 14"/>
                  <a:gd name="T2" fmla="*/ 908 w 76"/>
                  <a:gd name="T3" fmla="*/ 117 h 14"/>
                  <a:gd name="T4" fmla="*/ 1188 w 76"/>
                  <a:gd name="T5" fmla="*/ 2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14">
                    <a:moveTo>
                      <a:pt x="0" y="1"/>
                    </a:moveTo>
                    <a:cubicBezTo>
                      <a:pt x="16" y="14"/>
                      <a:pt x="39" y="0"/>
                      <a:pt x="58" y="6"/>
                    </a:cubicBezTo>
                    <a:cubicBezTo>
                      <a:pt x="63" y="8"/>
                      <a:pt x="73" y="12"/>
                      <a:pt x="76" y="14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9" name="Freeform 398">
                <a:extLst>
                  <a:ext uri="{FF2B5EF4-FFF2-40B4-BE49-F238E27FC236}">
                    <a16:creationId xmlns:a16="http://schemas.microsoft.com/office/drawing/2014/main" id="{868D7AF5-BBE9-4E2E-B40F-B01EF9032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464"/>
                <a:ext cx="110" cy="128"/>
              </a:xfrm>
              <a:custGeom>
                <a:avLst/>
                <a:gdLst>
                  <a:gd name="T0" fmla="*/ 688 w 44"/>
                  <a:gd name="T1" fmla="*/ 909 h 48"/>
                  <a:gd name="T2" fmla="*/ 395 w 44"/>
                  <a:gd name="T3" fmla="*/ 704 h 48"/>
                  <a:gd name="T4" fmla="*/ 208 w 44"/>
                  <a:gd name="T5" fmla="*/ 320 h 48"/>
                  <a:gd name="T6" fmla="*/ 0 w 44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8">
                    <a:moveTo>
                      <a:pt x="44" y="48"/>
                    </a:moveTo>
                    <a:cubicBezTo>
                      <a:pt x="38" y="44"/>
                      <a:pt x="30" y="42"/>
                      <a:pt x="25" y="37"/>
                    </a:cubicBezTo>
                    <a:cubicBezTo>
                      <a:pt x="18" y="31"/>
                      <a:pt x="17" y="24"/>
                      <a:pt x="13" y="17"/>
                    </a:cubicBezTo>
                    <a:cubicBezTo>
                      <a:pt x="10" y="11"/>
                      <a:pt x="2" y="4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0" name="Freeform 399">
                <a:extLst>
                  <a:ext uri="{FF2B5EF4-FFF2-40B4-BE49-F238E27FC236}">
                    <a16:creationId xmlns:a16="http://schemas.microsoft.com/office/drawing/2014/main" id="{9F89D083-F116-4B57-960E-024E88D68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720"/>
                <a:ext cx="183" cy="27"/>
              </a:xfrm>
              <a:custGeom>
                <a:avLst/>
                <a:gdLst>
                  <a:gd name="T0" fmla="*/ 0 w 73"/>
                  <a:gd name="T1" fmla="*/ 138 h 10"/>
                  <a:gd name="T2" fmla="*/ 301 w 73"/>
                  <a:gd name="T3" fmla="*/ 138 h 10"/>
                  <a:gd name="T4" fmla="*/ 805 w 73"/>
                  <a:gd name="T5" fmla="*/ 0 h 10"/>
                  <a:gd name="T6" fmla="*/ 1151 w 73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10">
                    <a:moveTo>
                      <a:pt x="0" y="7"/>
                    </a:moveTo>
                    <a:cubicBezTo>
                      <a:pt x="9" y="8"/>
                      <a:pt x="11" y="10"/>
                      <a:pt x="19" y="7"/>
                    </a:cubicBezTo>
                    <a:cubicBezTo>
                      <a:pt x="28" y="3"/>
                      <a:pt x="41" y="0"/>
                      <a:pt x="51" y="0"/>
                    </a:cubicBezTo>
                    <a:cubicBezTo>
                      <a:pt x="58" y="0"/>
                      <a:pt x="69" y="2"/>
                      <a:pt x="73" y="3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1" name="Freeform 400">
                <a:extLst>
                  <a:ext uri="{FF2B5EF4-FFF2-40B4-BE49-F238E27FC236}">
                    <a16:creationId xmlns:a16="http://schemas.microsoft.com/office/drawing/2014/main" id="{3A6009DE-F8D3-4F91-874A-014EE91CC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733"/>
                <a:ext cx="153" cy="139"/>
              </a:xfrm>
              <a:custGeom>
                <a:avLst/>
                <a:gdLst>
                  <a:gd name="T0" fmla="*/ 0 w 61"/>
                  <a:gd name="T1" fmla="*/ 0 h 52"/>
                  <a:gd name="T2" fmla="*/ 271 w 61"/>
                  <a:gd name="T3" fmla="*/ 422 h 52"/>
                  <a:gd name="T4" fmla="*/ 680 w 61"/>
                  <a:gd name="T5" fmla="*/ 708 h 52"/>
                  <a:gd name="T6" fmla="*/ 963 w 61"/>
                  <a:gd name="T7" fmla="*/ 95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52">
                    <a:moveTo>
                      <a:pt x="0" y="0"/>
                    </a:moveTo>
                    <a:cubicBezTo>
                      <a:pt x="7" y="7"/>
                      <a:pt x="11" y="14"/>
                      <a:pt x="17" y="22"/>
                    </a:cubicBezTo>
                    <a:cubicBezTo>
                      <a:pt x="25" y="33"/>
                      <a:pt x="32" y="32"/>
                      <a:pt x="43" y="37"/>
                    </a:cubicBezTo>
                    <a:cubicBezTo>
                      <a:pt x="48" y="40"/>
                      <a:pt x="58" y="52"/>
                      <a:pt x="61" y="5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2" name="Freeform 401">
                <a:extLst>
                  <a:ext uri="{FF2B5EF4-FFF2-40B4-BE49-F238E27FC236}">
                    <a16:creationId xmlns:a16="http://schemas.microsoft.com/office/drawing/2014/main" id="{048AEFEB-A0FA-409C-B5FD-50BD625E0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915"/>
                <a:ext cx="193" cy="37"/>
              </a:xfrm>
              <a:custGeom>
                <a:avLst/>
                <a:gdLst>
                  <a:gd name="T0" fmla="*/ 0 w 77"/>
                  <a:gd name="T1" fmla="*/ 21 h 14"/>
                  <a:gd name="T2" fmla="*/ 376 w 77"/>
                  <a:gd name="T3" fmla="*/ 204 h 14"/>
                  <a:gd name="T4" fmla="*/ 930 w 77"/>
                  <a:gd name="T5" fmla="*/ 90 h 14"/>
                  <a:gd name="T6" fmla="*/ 1213 w 77"/>
                  <a:gd name="T7" fmla="*/ 11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14">
                    <a:moveTo>
                      <a:pt x="0" y="1"/>
                    </a:moveTo>
                    <a:cubicBezTo>
                      <a:pt x="9" y="0"/>
                      <a:pt x="15" y="10"/>
                      <a:pt x="24" y="11"/>
                    </a:cubicBezTo>
                    <a:cubicBezTo>
                      <a:pt x="35" y="14"/>
                      <a:pt x="48" y="7"/>
                      <a:pt x="59" y="5"/>
                    </a:cubicBezTo>
                    <a:cubicBezTo>
                      <a:pt x="65" y="4"/>
                      <a:pt x="73" y="6"/>
                      <a:pt x="77" y="6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3" name="Freeform 402">
                <a:extLst>
                  <a:ext uri="{FF2B5EF4-FFF2-40B4-BE49-F238E27FC236}">
                    <a16:creationId xmlns:a16="http://schemas.microsoft.com/office/drawing/2014/main" id="{03794254-A466-415F-982A-235FCB982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944"/>
                <a:ext cx="67" cy="88"/>
              </a:xfrm>
              <a:custGeom>
                <a:avLst/>
                <a:gdLst>
                  <a:gd name="T0" fmla="*/ 30 w 27"/>
                  <a:gd name="T1" fmla="*/ 627 h 33"/>
                  <a:gd name="T2" fmla="*/ 412 w 27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3">
                    <a:moveTo>
                      <a:pt x="2" y="33"/>
                    </a:moveTo>
                    <a:cubicBezTo>
                      <a:pt x="0" y="21"/>
                      <a:pt x="14" y="1"/>
                      <a:pt x="27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4" name="Freeform 403">
                <a:extLst>
                  <a:ext uri="{FF2B5EF4-FFF2-40B4-BE49-F238E27FC236}">
                    <a16:creationId xmlns:a16="http://schemas.microsoft.com/office/drawing/2014/main" id="{AB7DF83A-2F70-4E4F-8283-DCBF4E3EB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144"/>
                <a:ext cx="188" cy="45"/>
              </a:xfrm>
              <a:custGeom>
                <a:avLst/>
                <a:gdLst>
                  <a:gd name="T0" fmla="*/ 0 w 75"/>
                  <a:gd name="T1" fmla="*/ 225 h 17"/>
                  <a:gd name="T2" fmla="*/ 376 w 75"/>
                  <a:gd name="T3" fmla="*/ 281 h 17"/>
                  <a:gd name="T4" fmla="*/ 835 w 75"/>
                  <a:gd name="T5" fmla="*/ 34 h 17"/>
                  <a:gd name="T6" fmla="*/ 1181 w 75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17">
                    <a:moveTo>
                      <a:pt x="0" y="12"/>
                    </a:moveTo>
                    <a:cubicBezTo>
                      <a:pt x="9" y="12"/>
                      <a:pt x="15" y="17"/>
                      <a:pt x="24" y="15"/>
                    </a:cubicBezTo>
                    <a:cubicBezTo>
                      <a:pt x="34" y="13"/>
                      <a:pt x="42" y="5"/>
                      <a:pt x="53" y="2"/>
                    </a:cubicBezTo>
                    <a:cubicBezTo>
                      <a:pt x="60" y="0"/>
                      <a:pt x="67" y="0"/>
                      <a:pt x="75" y="0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5" name="Freeform 404">
                <a:extLst>
                  <a:ext uri="{FF2B5EF4-FFF2-40B4-BE49-F238E27FC236}">
                    <a16:creationId xmlns:a16="http://schemas.microsoft.com/office/drawing/2014/main" id="{04D22F79-84B1-4A9F-8498-2FA24378E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077"/>
                <a:ext cx="125" cy="70"/>
              </a:xfrm>
              <a:custGeom>
                <a:avLst/>
                <a:gdLst>
                  <a:gd name="T0" fmla="*/ 0 w 50"/>
                  <a:gd name="T1" fmla="*/ 0 h 26"/>
                  <a:gd name="T2" fmla="*/ 363 w 50"/>
                  <a:gd name="T3" fmla="*/ 116 h 26"/>
                  <a:gd name="T4" fmla="*/ 595 w 50"/>
                  <a:gd name="T5" fmla="*/ 334 h 26"/>
                  <a:gd name="T6" fmla="*/ 783 w 50"/>
                  <a:gd name="T7" fmla="*/ 50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6">
                    <a:moveTo>
                      <a:pt x="0" y="0"/>
                    </a:moveTo>
                    <a:cubicBezTo>
                      <a:pt x="8" y="3"/>
                      <a:pt x="15" y="1"/>
                      <a:pt x="23" y="6"/>
                    </a:cubicBezTo>
                    <a:cubicBezTo>
                      <a:pt x="28" y="10"/>
                      <a:pt x="33" y="14"/>
                      <a:pt x="38" y="17"/>
                    </a:cubicBezTo>
                    <a:cubicBezTo>
                      <a:pt x="42" y="20"/>
                      <a:pt x="48" y="26"/>
                      <a:pt x="50" y="26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6" name="Freeform 405">
                <a:extLst>
                  <a:ext uri="{FF2B5EF4-FFF2-40B4-BE49-F238E27FC236}">
                    <a16:creationId xmlns:a16="http://schemas.microsoft.com/office/drawing/2014/main" id="{AE685468-7501-4144-9134-A023191CD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3328"/>
                <a:ext cx="210" cy="37"/>
              </a:xfrm>
              <a:custGeom>
                <a:avLst/>
                <a:gdLst>
                  <a:gd name="T0" fmla="*/ 0 w 84"/>
                  <a:gd name="T1" fmla="*/ 77 h 14"/>
                  <a:gd name="T2" fmla="*/ 175 w 84"/>
                  <a:gd name="T3" fmla="*/ 77 h 14"/>
                  <a:gd name="T4" fmla="*/ 488 w 84"/>
                  <a:gd name="T5" fmla="*/ 21 h 14"/>
                  <a:gd name="T6" fmla="*/ 1000 w 84"/>
                  <a:gd name="T7" fmla="*/ 167 h 14"/>
                  <a:gd name="T8" fmla="*/ 1313 w 84"/>
                  <a:gd name="T9" fmla="*/ 25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4">
                    <a:moveTo>
                      <a:pt x="0" y="4"/>
                    </a:moveTo>
                    <a:cubicBezTo>
                      <a:pt x="3" y="7"/>
                      <a:pt x="7" y="5"/>
                      <a:pt x="11" y="4"/>
                    </a:cubicBezTo>
                    <a:cubicBezTo>
                      <a:pt x="18" y="2"/>
                      <a:pt x="23" y="0"/>
                      <a:pt x="31" y="1"/>
                    </a:cubicBezTo>
                    <a:cubicBezTo>
                      <a:pt x="43" y="1"/>
                      <a:pt x="53" y="8"/>
                      <a:pt x="64" y="9"/>
                    </a:cubicBezTo>
                    <a:cubicBezTo>
                      <a:pt x="71" y="10"/>
                      <a:pt x="80" y="10"/>
                      <a:pt x="84" y="14"/>
                    </a:cubicBezTo>
                  </a:path>
                </a:pathLst>
              </a:custGeom>
              <a:noFill/>
              <a:ln w="23813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2721" name="Freeform 406">
              <a:extLst>
                <a:ext uri="{FF2B5EF4-FFF2-40B4-BE49-F238E27FC236}">
                  <a16:creationId xmlns:a16="http://schemas.microsoft.com/office/drawing/2014/main" id="{025F8645-3E6A-4048-964F-25CD2D38A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352"/>
              <a:ext cx="155" cy="93"/>
            </a:xfrm>
            <a:custGeom>
              <a:avLst/>
              <a:gdLst>
                <a:gd name="T0" fmla="*/ 0 w 62"/>
                <a:gd name="T1" fmla="*/ 635 h 35"/>
                <a:gd name="T2" fmla="*/ 345 w 62"/>
                <a:gd name="T3" fmla="*/ 452 h 35"/>
                <a:gd name="T4" fmla="*/ 533 w 62"/>
                <a:gd name="T5" fmla="*/ 340 h 35"/>
                <a:gd name="T6" fmla="*/ 675 w 62"/>
                <a:gd name="T7" fmla="*/ 149 h 35"/>
                <a:gd name="T8" fmla="*/ 970 w 62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35">
                  <a:moveTo>
                    <a:pt x="0" y="34"/>
                  </a:moveTo>
                  <a:cubicBezTo>
                    <a:pt x="7" y="35"/>
                    <a:pt x="16" y="27"/>
                    <a:pt x="22" y="24"/>
                  </a:cubicBezTo>
                  <a:cubicBezTo>
                    <a:pt x="26" y="22"/>
                    <a:pt x="31" y="21"/>
                    <a:pt x="34" y="18"/>
                  </a:cubicBezTo>
                  <a:cubicBezTo>
                    <a:pt x="37" y="15"/>
                    <a:pt x="39" y="11"/>
                    <a:pt x="43" y="8"/>
                  </a:cubicBezTo>
                  <a:cubicBezTo>
                    <a:pt x="47" y="4"/>
                    <a:pt x="56" y="0"/>
                    <a:pt x="62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2" name="Freeform 407">
              <a:extLst>
                <a:ext uri="{FF2B5EF4-FFF2-40B4-BE49-F238E27FC236}">
                  <a16:creationId xmlns:a16="http://schemas.microsoft.com/office/drawing/2014/main" id="{480A477F-1F5B-4666-AA3C-8B5236C69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904"/>
              <a:ext cx="132" cy="43"/>
            </a:xfrm>
            <a:custGeom>
              <a:avLst/>
              <a:gdLst>
                <a:gd name="T0" fmla="*/ 0 w 53"/>
                <a:gd name="T1" fmla="*/ 290 h 16"/>
                <a:gd name="T2" fmla="*/ 540 w 53"/>
                <a:gd name="T3" fmla="*/ 116 h 16"/>
                <a:gd name="T4" fmla="*/ 819 w 53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6">
                  <a:moveTo>
                    <a:pt x="0" y="15"/>
                  </a:moveTo>
                  <a:cubicBezTo>
                    <a:pt x="15" y="16"/>
                    <a:pt x="22" y="11"/>
                    <a:pt x="35" y="6"/>
                  </a:cubicBezTo>
                  <a:cubicBezTo>
                    <a:pt x="41" y="3"/>
                    <a:pt x="47" y="0"/>
                    <a:pt x="53" y="2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3" name="Freeform 408">
              <a:extLst>
                <a:ext uri="{FF2B5EF4-FFF2-40B4-BE49-F238E27FC236}">
                  <a16:creationId xmlns:a16="http://schemas.microsoft.com/office/drawing/2014/main" id="{CC0D46A7-4E84-4D5E-B06B-62B410320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992"/>
              <a:ext cx="133" cy="107"/>
            </a:xfrm>
            <a:custGeom>
              <a:avLst/>
              <a:gdLst>
                <a:gd name="T0" fmla="*/ 0 w 53"/>
                <a:gd name="T1" fmla="*/ 765 h 40"/>
                <a:gd name="T2" fmla="*/ 125 w 53"/>
                <a:gd name="T3" fmla="*/ 538 h 40"/>
                <a:gd name="T4" fmla="*/ 366 w 53"/>
                <a:gd name="T5" fmla="*/ 401 h 40"/>
                <a:gd name="T6" fmla="*/ 660 w 53"/>
                <a:gd name="T7" fmla="*/ 230 h 40"/>
                <a:gd name="T8" fmla="*/ 818 w 53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0">
                  <a:moveTo>
                    <a:pt x="0" y="40"/>
                  </a:moveTo>
                  <a:cubicBezTo>
                    <a:pt x="4" y="37"/>
                    <a:pt x="5" y="32"/>
                    <a:pt x="8" y="28"/>
                  </a:cubicBezTo>
                  <a:cubicBezTo>
                    <a:pt x="12" y="24"/>
                    <a:pt x="18" y="23"/>
                    <a:pt x="23" y="21"/>
                  </a:cubicBezTo>
                  <a:cubicBezTo>
                    <a:pt x="30" y="18"/>
                    <a:pt x="37" y="16"/>
                    <a:pt x="42" y="12"/>
                  </a:cubicBezTo>
                  <a:cubicBezTo>
                    <a:pt x="45" y="9"/>
                    <a:pt x="53" y="3"/>
                    <a:pt x="52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4" name="Freeform 409">
              <a:extLst>
                <a:ext uri="{FF2B5EF4-FFF2-40B4-BE49-F238E27FC236}">
                  <a16:creationId xmlns:a16="http://schemas.microsoft.com/office/drawing/2014/main" id="{91841CF7-CC66-4020-A166-60CE150ED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064"/>
              <a:ext cx="113" cy="35"/>
            </a:xfrm>
            <a:custGeom>
              <a:avLst/>
              <a:gdLst>
                <a:gd name="T0" fmla="*/ 0 w 45"/>
                <a:gd name="T1" fmla="*/ 22 h 13"/>
                <a:gd name="T2" fmla="*/ 304 w 45"/>
                <a:gd name="T3" fmla="*/ 94 h 13"/>
                <a:gd name="T4" fmla="*/ 522 w 45"/>
                <a:gd name="T5" fmla="*/ 253 h 13"/>
                <a:gd name="T6" fmla="*/ 713 w 45"/>
                <a:gd name="T7" fmla="*/ 2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3">
                  <a:moveTo>
                    <a:pt x="0" y="1"/>
                  </a:moveTo>
                  <a:cubicBezTo>
                    <a:pt x="7" y="0"/>
                    <a:pt x="13" y="2"/>
                    <a:pt x="19" y="5"/>
                  </a:cubicBezTo>
                  <a:cubicBezTo>
                    <a:pt x="24" y="8"/>
                    <a:pt x="27" y="13"/>
                    <a:pt x="33" y="13"/>
                  </a:cubicBezTo>
                  <a:cubicBezTo>
                    <a:pt x="37" y="13"/>
                    <a:pt x="42" y="9"/>
                    <a:pt x="45" y="11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5" name="Freeform 410">
              <a:extLst>
                <a:ext uri="{FF2B5EF4-FFF2-40B4-BE49-F238E27FC236}">
                  <a16:creationId xmlns:a16="http://schemas.microsoft.com/office/drawing/2014/main" id="{F2DD8958-5B80-4DBF-9859-A8058C6BF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3229"/>
              <a:ext cx="150" cy="46"/>
            </a:xfrm>
            <a:custGeom>
              <a:avLst/>
              <a:gdLst>
                <a:gd name="T0" fmla="*/ 0 w 60"/>
                <a:gd name="T1" fmla="*/ 336 h 17"/>
                <a:gd name="T2" fmla="*/ 333 w 60"/>
                <a:gd name="T3" fmla="*/ 138 h 17"/>
                <a:gd name="T4" fmla="*/ 720 w 60"/>
                <a:gd name="T5" fmla="*/ 138 h 17"/>
                <a:gd name="T6" fmla="*/ 938 w 60"/>
                <a:gd name="T7" fmla="*/ 2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7">
                  <a:moveTo>
                    <a:pt x="0" y="17"/>
                  </a:moveTo>
                  <a:cubicBezTo>
                    <a:pt x="7" y="14"/>
                    <a:pt x="12" y="9"/>
                    <a:pt x="21" y="7"/>
                  </a:cubicBezTo>
                  <a:cubicBezTo>
                    <a:pt x="29" y="5"/>
                    <a:pt x="37" y="8"/>
                    <a:pt x="46" y="7"/>
                  </a:cubicBezTo>
                  <a:cubicBezTo>
                    <a:pt x="51" y="7"/>
                    <a:pt x="58" y="0"/>
                    <a:pt x="60" y="1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6" name="Freeform 411">
              <a:extLst>
                <a:ext uri="{FF2B5EF4-FFF2-40B4-BE49-F238E27FC236}">
                  <a16:creationId xmlns:a16="http://schemas.microsoft.com/office/drawing/2014/main" id="{0675CBB6-77A2-470F-8598-16E3F77DE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165"/>
              <a:ext cx="97" cy="83"/>
            </a:xfrm>
            <a:custGeom>
              <a:avLst/>
              <a:gdLst>
                <a:gd name="T0" fmla="*/ 0 w 39"/>
                <a:gd name="T1" fmla="*/ 594 h 31"/>
                <a:gd name="T2" fmla="*/ 371 w 39"/>
                <a:gd name="T3" fmla="*/ 171 h 31"/>
                <a:gd name="T4" fmla="*/ 599 w 39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1">
                  <a:moveTo>
                    <a:pt x="0" y="31"/>
                  </a:moveTo>
                  <a:cubicBezTo>
                    <a:pt x="12" y="28"/>
                    <a:pt x="16" y="17"/>
                    <a:pt x="24" y="9"/>
                  </a:cubicBezTo>
                  <a:cubicBezTo>
                    <a:pt x="30" y="2"/>
                    <a:pt x="32" y="1"/>
                    <a:pt x="39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7" name="Freeform 412">
              <a:extLst>
                <a:ext uri="{FF2B5EF4-FFF2-40B4-BE49-F238E27FC236}">
                  <a16:creationId xmlns:a16="http://schemas.microsoft.com/office/drawing/2014/main" id="{3F8F9A66-71AD-4554-A60C-77BA7CC25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360"/>
              <a:ext cx="143" cy="37"/>
            </a:xfrm>
            <a:custGeom>
              <a:avLst/>
              <a:gdLst>
                <a:gd name="T0" fmla="*/ 0 w 57"/>
                <a:gd name="T1" fmla="*/ 0 h 14"/>
                <a:gd name="T2" fmla="*/ 585 w 57"/>
                <a:gd name="T3" fmla="*/ 259 h 14"/>
                <a:gd name="T4" fmla="*/ 901 w 57"/>
                <a:gd name="T5" fmla="*/ 1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4">
                  <a:moveTo>
                    <a:pt x="0" y="0"/>
                  </a:moveTo>
                  <a:cubicBezTo>
                    <a:pt x="12" y="5"/>
                    <a:pt x="24" y="13"/>
                    <a:pt x="37" y="14"/>
                  </a:cubicBezTo>
                  <a:cubicBezTo>
                    <a:pt x="43" y="14"/>
                    <a:pt x="53" y="8"/>
                    <a:pt x="57" y="8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8" name="Freeform 413">
              <a:extLst>
                <a:ext uri="{FF2B5EF4-FFF2-40B4-BE49-F238E27FC236}">
                  <a16:creationId xmlns:a16="http://schemas.microsoft.com/office/drawing/2014/main" id="{561AC9C8-733B-49A6-80CA-23F456F4B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3395"/>
              <a:ext cx="72" cy="50"/>
            </a:xfrm>
            <a:custGeom>
              <a:avLst/>
              <a:gdLst>
                <a:gd name="T0" fmla="*/ 0 w 29"/>
                <a:gd name="T1" fmla="*/ 347 h 19"/>
                <a:gd name="T2" fmla="*/ 290 w 29"/>
                <a:gd name="T3" fmla="*/ 166 h 19"/>
                <a:gd name="T4" fmla="*/ 444 w 2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0" y="19"/>
                  </a:moveTo>
                  <a:cubicBezTo>
                    <a:pt x="7" y="14"/>
                    <a:pt x="11" y="13"/>
                    <a:pt x="19" y="9"/>
                  </a:cubicBezTo>
                  <a:cubicBezTo>
                    <a:pt x="22" y="7"/>
                    <a:pt x="29" y="3"/>
                    <a:pt x="29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9" name="Freeform 414">
              <a:extLst>
                <a:ext uri="{FF2B5EF4-FFF2-40B4-BE49-F238E27FC236}">
                  <a16:creationId xmlns:a16="http://schemas.microsoft.com/office/drawing/2014/main" id="{7AF8BDC6-4FF1-4617-8976-9C675A89E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3157"/>
              <a:ext cx="92" cy="32"/>
            </a:xfrm>
            <a:custGeom>
              <a:avLst/>
              <a:gdLst>
                <a:gd name="T0" fmla="*/ 0 w 37"/>
                <a:gd name="T1" fmla="*/ 0 h 12"/>
                <a:gd name="T2" fmla="*/ 415 w 37"/>
                <a:gd name="T3" fmla="*/ 136 h 12"/>
                <a:gd name="T4" fmla="*/ 569 w 37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2">
                  <a:moveTo>
                    <a:pt x="0" y="0"/>
                  </a:moveTo>
                  <a:cubicBezTo>
                    <a:pt x="4" y="5"/>
                    <a:pt x="20" y="4"/>
                    <a:pt x="27" y="7"/>
                  </a:cubicBezTo>
                  <a:cubicBezTo>
                    <a:pt x="30" y="8"/>
                    <a:pt x="34" y="12"/>
                    <a:pt x="37" y="11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0" name="Freeform 415">
              <a:extLst>
                <a:ext uri="{FF2B5EF4-FFF2-40B4-BE49-F238E27FC236}">
                  <a16:creationId xmlns:a16="http://schemas.microsoft.com/office/drawing/2014/main" id="{07A823E3-BB80-4216-87ED-3D712EAEC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768"/>
              <a:ext cx="98" cy="59"/>
            </a:xfrm>
            <a:custGeom>
              <a:avLst/>
              <a:gdLst>
                <a:gd name="T0" fmla="*/ 0 w 39"/>
                <a:gd name="T1" fmla="*/ 424 h 22"/>
                <a:gd name="T2" fmla="*/ 493 w 39"/>
                <a:gd name="T3" fmla="*/ 150 h 22"/>
                <a:gd name="T4" fmla="*/ 618 w 3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2">
                  <a:moveTo>
                    <a:pt x="0" y="22"/>
                  </a:moveTo>
                  <a:cubicBezTo>
                    <a:pt x="11" y="20"/>
                    <a:pt x="24" y="17"/>
                    <a:pt x="31" y="8"/>
                  </a:cubicBezTo>
                  <a:cubicBezTo>
                    <a:pt x="34" y="5"/>
                    <a:pt x="35" y="2"/>
                    <a:pt x="39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1" name="Freeform 416">
              <a:extLst>
                <a:ext uri="{FF2B5EF4-FFF2-40B4-BE49-F238E27FC236}">
                  <a16:creationId xmlns:a16="http://schemas.microsoft.com/office/drawing/2014/main" id="{466EE2BA-47C9-41F3-B23F-FE861A4F7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819"/>
              <a:ext cx="70" cy="13"/>
            </a:xfrm>
            <a:custGeom>
              <a:avLst/>
              <a:gdLst>
                <a:gd name="T0" fmla="*/ 0 w 28"/>
                <a:gd name="T1" fmla="*/ 0 h 5"/>
                <a:gd name="T2" fmla="*/ 300 w 28"/>
                <a:gd name="T3" fmla="*/ 55 h 5"/>
                <a:gd name="T4" fmla="*/ 438 w 28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">
                  <a:moveTo>
                    <a:pt x="0" y="0"/>
                  </a:moveTo>
                  <a:cubicBezTo>
                    <a:pt x="7" y="1"/>
                    <a:pt x="12" y="0"/>
                    <a:pt x="19" y="3"/>
                  </a:cubicBezTo>
                  <a:cubicBezTo>
                    <a:pt x="23" y="4"/>
                    <a:pt x="25" y="5"/>
                    <a:pt x="28" y="5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2" name="Freeform 417">
              <a:extLst>
                <a:ext uri="{FF2B5EF4-FFF2-40B4-BE49-F238E27FC236}">
                  <a16:creationId xmlns:a16="http://schemas.microsoft.com/office/drawing/2014/main" id="{B8288541-1374-465C-85F3-FAE9C5DF4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941"/>
              <a:ext cx="95" cy="83"/>
            </a:xfrm>
            <a:custGeom>
              <a:avLst/>
              <a:gdLst>
                <a:gd name="T0" fmla="*/ 0 w 38"/>
                <a:gd name="T1" fmla="*/ 594 h 31"/>
                <a:gd name="T2" fmla="*/ 425 w 38"/>
                <a:gd name="T3" fmla="*/ 329 h 31"/>
                <a:gd name="T4" fmla="*/ 595 w 38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1">
                  <a:moveTo>
                    <a:pt x="0" y="31"/>
                  </a:moveTo>
                  <a:cubicBezTo>
                    <a:pt x="9" y="31"/>
                    <a:pt x="20" y="22"/>
                    <a:pt x="27" y="17"/>
                  </a:cubicBezTo>
                  <a:cubicBezTo>
                    <a:pt x="33" y="12"/>
                    <a:pt x="33" y="6"/>
                    <a:pt x="38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3" name="Freeform 418">
              <a:extLst>
                <a:ext uri="{FF2B5EF4-FFF2-40B4-BE49-F238E27FC236}">
                  <a16:creationId xmlns:a16="http://schemas.microsoft.com/office/drawing/2014/main" id="{22ADDD68-E594-4685-A5E4-051CCC445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619"/>
              <a:ext cx="87" cy="82"/>
            </a:xfrm>
            <a:custGeom>
              <a:avLst/>
              <a:gdLst>
                <a:gd name="T0" fmla="*/ 0 w 35"/>
                <a:gd name="T1" fmla="*/ 574 h 31"/>
                <a:gd name="T2" fmla="*/ 370 w 35"/>
                <a:gd name="T3" fmla="*/ 167 h 31"/>
                <a:gd name="T4" fmla="*/ 537 w 35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1">
                  <a:moveTo>
                    <a:pt x="0" y="31"/>
                  </a:moveTo>
                  <a:cubicBezTo>
                    <a:pt x="13" y="28"/>
                    <a:pt x="17" y="19"/>
                    <a:pt x="24" y="9"/>
                  </a:cubicBezTo>
                  <a:cubicBezTo>
                    <a:pt x="27" y="6"/>
                    <a:pt x="31" y="2"/>
                    <a:pt x="35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4" name="Freeform 419">
              <a:extLst>
                <a:ext uri="{FF2B5EF4-FFF2-40B4-BE49-F238E27FC236}">
                  <a16:creationId xmlns:a16="http://schemas.microsoft.com/office/drawing/2014/main" id="{5FA46D80-5595-43E8-9FCA-9BEFE782B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675"/>
              <a:ext cx="70" cy="16"/>
            </a:xfrm>
            <a:custGeom>
              <a:avLst/>
              <a:gdLst>
                <a:gd name="T0" fmla="*/ 0 w 28"/>
                <a:gd name="T1" fmla="*/ 21 h 6"/>
                <a:gd name="T2" fmla="*/ 438 w 28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">
                  <a:moveTo>
                    <a:pt x="0" y="1"/>
                  </a:moveTo>
                  <a:cubicBezTo>
                    <a:pt x="9" y="6"/>
                    <a:pt x="18" y="0"/>
                    <a:pt x="28" y="1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5" name="Freeform 420">
              <a:extLst>
                <a:ext uri="{FF2B5EF4-FFF2-40B4-BE49-F238E27FC236}">
                  <a16:creationId xmlns:a16="http://schemas.microsoft.com/office/drawing/2014/main" id="{F0032AF0-D1C0-4835-935B-89E792CB3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395"/>
              <a:ext cx="75" cy="138"/>
            </a:xfrm>
            <a:custGeom>
              <a:avLst/>
              <a:gdLst>
                <a:gd name="T0" fmla="*/ 470 w 30"/>
                <a:gd name="T1" fmla="*/ 0 h 52"/>
                <a:gd name="T2" fmla="*/ 83 w 30"/>
                <a:gd name="T3" fmla="*/ 690 h 52"/>
                <a:gd name="T4" fmla="*/ 0 w 30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52">
                  <a:moveTo>
                    <a:pt x="30" y="0"/>
                  </a:moveTo>
                  <a:cubicBezTo>
                    <a:pt x="29" y="16"/>
                    <a:pt x="10" y="22"/>
                    <a:pt x="5" y="37"/>
                  </a:cubicBezTo>
                  <a:cubicBezTo>
                    <a:pt x="3" y="41"/>
                    <a:pt x="1" y="52"/>
                    <a:pt x="0" y="52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6" name="Freeform 421">
              <a:extLst>
                <a:ext uri="{FF2B5EF4-FFF2-40B4-BE49-F238E27FC236}">
                  <a16:creationId xmlns:a16="http://schemas.microsoft.com/office/drawing/2014/main" id="{D11D325E-030A-4E9C-B2E4-DCA0DE685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480"/>
              <a:ext cx="140" cy="29"/>
            </a:xfrm>
            <a:custGeom>
              <a:avLst/>
              <a:gdLst>
                <a:gd name="T0" fmla="*/ 0 w 56"/>
                <a:gd name="T1" fmla="*/ 200 h 11"/>
                <a:gd name="T2" fmla="*/ 613 w 56"/>
                <a:gd name="T3" fmla="*/ 55 h 11"/>
                <a:gd name="T4" fmla="*/ 875 w 5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1">
                  <a:moveTo>
                    <a:pt x="0" y="11"/>
                  </a:moveTo>
                  <a:cubicBezTo>
                    <a:pt x="14" y="8"/>
                    <a:pt x="25" y="1"/>
                    <a:pt x="39" y="3"/>
                  </a:cubicBezTo>
                  <a:cubicBezTo>
                    <a:pt x="47" y="4"/>
                    <a:pt x="50" y="4"/>
                    <a:pt x="56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7" name="Freeform 422">
              <a:extLst>
                <a:ext uri="{FF2B5EF4-FFF2-40B4-BE49-F238E27FC236}">
                  <a16:creationId xmlns:a16="http://schemas.microsoft.com/office/drawing/2014/main" id="{3E75AE71-1795-4E39-ADED-2AA310A2E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523"/>
              <a:ext cx="82" cy="98"/>
            </a:xfrm>
            <a:custGeom>
              <a:avLst/>
              <a:gdLst>
                <a:gd name="T0" fmla="*/ 507 w 33"/>
                <a:gd name="T1" fmla="*/ 0 h 37"/>
                <a:gd name="T2" fmla="*/ 291 w 33"/>
                <a:gd name="T3" fmla="*/ 294 h 37"/>
                <a:gd name="T4" fmla="*/ 154 w 33"/>
                <a:gd name="T5" fmla="*/ 554 h 37"/>
                <a:gd name="T6" fmla="*/ 0 w 33"/>
                <a:gd name="T7" fmla="*/ 68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33" y="0"/>
                  </a:moveTo>
                  <a:cubicBezTo>
                    <a:pt x="29" y="6"/>
                    <a:pt x="23" y="10"/>
                    <a:pt x="19" y="16"/>
                  </a:cubicBezTo>
                  <a:cubicBezTo>
                    <a:pt x="15" y="20"/>
                    <a:pt x="13" y="25"/>
                    <a:pt x="10" y="30"/>
                  </a:cubicBezTo>
                  <a:cubicBezTo>
                    <a:pt x="7" y="34"/>
                    <a:pt x="4" y="36"/>
                    <a:pt x="0" y="37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8" name="Freeform 423">
              <a:extLst>
                <a:ext uri="{FF2B5EF4-FFF2-40B4-BE49-F238E27FC236}">
                  <a16:creationId xmlns:a16="http://schemas.microsoft.com/office/drawing/2014/main" id="{137497EC-7EB1-4DF1-8E3A-C6D070D83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555"/>
              <a:ext cx="72" cy="29"/>
            </a:xfrm>
            <a:custGeom>
              <a:avLst/>
              <a:gdLst>
                <a:gd name="T0" fmla="*/ 0 w 29"/>
                <a:gd name="T1" fmla="*/ 200 h 11"/>
                <a:gd name="T2" fmla="*/ 124 w 29"/>
                <a:gd name="T3" fmla="*/ 124 h 11"/>
                <a:gd name="T4" fmla="*/ 308 w 29"/>
                <a:gd name="T5" fmla="*/ 76 h 11"/>
                <a:gd name="T6" fmla="*/ 444 w 2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1">
                  <a:moveTo>
                    <a:pt x="0" y="11"/>
                  </a:moveTo>
                  <a:cubicBezTo>
                    <a:pt x="4" y="11"/>
                    <a:pt x="5" y="8"/>
                    <a:pt x="8" y="7"/>
                  </a:cubicBezTo>
                  <a:cubicBezTo>
                    <a:pt x="12" y="5"/>
                    <a:pt x="16" y="5"/>
                    <a:pt x="20" y="4"/>
                  </a:cubicBezTo>
                  <a:cubicBezTo>
                    <a:pt x="23" y="4"/>
                    <a:pt x="28" y="3"/>
                    <a:pt x="29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9" name="Freeform 424">
              <a:extLst>
                <a:ext uri="{FF2B5EF4-FFF2-40B4-BE49-F238E27FC236}">
                  <a16:creationId xmlns:a16="http://schemas.microsoft.com/office/drawing/2014/main" id="{05D626DA-87B0-4E0B-AE7B-23034C138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235"/>
              <a:ext cx="45" cy="224"/>
            </a:xfrm>
            <a:custGeom>
              <a:avLst/>
              <a:gdLst>
                <a:gd name="T0" fmla="*/ 113 w 18"/>
                <a:gd name="T1" fmla="*/ 1592 h 84"/>
                <a:gd name="T2" fmla="*/ 270 w 18"/>
                <a:gd name="T3" fmla="*/ 363 h 84"/>
                <a:gd name="T4" fmla="*/ 238 w 18"/>
                <a:gd name="T5" fmla="*/ 115 h 84"/>
                <a:gd name="T6" fmla="*/ 188 w 18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84">
                  <a:moveTo>
                    <a:pt x="7" y="84"/>
                  </a:moveTo>
                  <a:cubicBezTo>
                    <a:pt x="0" y="64"/>
                    <a:pt x="18" y="41"/>
                    <a:pt x="17" y="19"/>
                  </a:cubicBezTo>
                  <a:cubicBezTo>
                    <a:pt x="16" y="16"/>
                    <a:pt x="16" y="10"/>
                    <a:pt x="15" y="6"/>
                  </a:cubicBezTo>
                  <a:cubicBezTo>
                    <a:pt x="15" y="4"/>
                    <a:pt x="12" y="3"/>
                    <a:pt x="12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0" name="Freeform 425">
              <a:extLst>
                <a:ext uri="{FF2B5EF4-FFF2-40B4-BE49-F238E27FC236}">
                  <a16:creationId xmlns:a16="http://schemas.microsoft.com/office/drawing/2014/main" id="{92D56AFF-4703-482F-95B5-19CBF6FDF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264"/>
              <a:ext cx="72" cy="104"/>
            </a:xfrm>
            <a:custGeom>
              <a:avLst/>
              <a:gdLst>
                <a:gd name="T0" fmla="*/ 0 w 29"/>
                <a:gd name="T1" fmla="*/ 739 h 39"/>
                <a:gd name="T2" fmla="*/ 137 w 29"/>
                <a:gd name="T3" fmla="*/ 477 h 39"/>
                <a:gd name="T4" fmla="*/ 320 w 29"/>
                <a:gd name="T5" fmla="*/ 264 h 39"/>
                <a:gd name="T6" fmla="*/ 444 w 29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9">
                  <a:moveTo>
                    <a:pt x="0" y="39"/>
                  </a:moveTo>
                  <a:cubicBezTo>
                    <a:pt x="3" y="35"/>
                    <a:pt x="5" y="29"/>
                    <a:pt x="9" y="25"/>
                  </a:cubicBezTo>
                  <a:cubicBezTo>
                    <a:pt x="13" y="21"/>
                    <a:pt x="18" y="19"/>
                    <a:pt x="21" y="14"/>
                  </a:cubicBezTo>
                  <a:cubicBezTo>
                    <a:pt x="23" y="11"/>
                    <a:pt x="26" y="1"/>
                    <a:pt x="29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1" name="Freeform 426">
              <a:extLst>
                <a:ext uri="{FF2B5EF4-FFF2-40B4-BE49-F238E27FC236}">
                  <a16:creationId xmlns:a16="http://schemas.microsoft.com/office/drawing/2014/main" id="{BE894C3F-E052-47C9-8473-DCAF04AD3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304"/>
              <a:ext cx="105" cy="171"/>
            </a:xfrm>
            <a:custGeom>
              <a:avLst/>
              <a:gdLst>
                <a:gd name="T0" fmla="*/ 0 w 42"/>
                <a:gd name="T1" fmla="*/ 1221 h 64"/>
                <a:gd name="T2" fmla="*/ 175 w 42"/>
                <a:gd name="T3" fmla="*/ 858 h 64"/>
                <a:gd name="T4" fmla="*/ 425 w 42"/>
                <a:gd name="T5" fmla="*/ 436 h 64"/>
                <a:gd name="T6" fmla="*/ 658 w 42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4">
                  <a:moveTo>
                    <a:pt x="0" y="64"/>
                  </a:moveTo>
                  <a:cubicBezTo>
                    <a:pt x="4" y="57"/>
                    <a:pt x="6" y="51"/>
                    <a:pt x="11" y="45"/>
                  </a:cubicBezTo>
                  <a:cubicBezTo>
                    <a:pt x="17" y="37"/>
                    <a:pt x="22" y="31"/>
                    <a:pt x="27" y="23"/>
                  </a:cubicBezTo>
                  <a:cubicBezTo>
                    <a:pt x="31" y="16"/>
                    <a:pt x="35" y="4"/>
                    <a:pt x="42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2" name="Freeform 427">
              <a:extLst>
                <a:ext uri="{FF2B5EF4-FFF2-40B4-BE49-F238E27FC236}">
                  <a16:creationId xmlns:a16="http://schemas.microsoft.com/office/drawing/2014/main" id="{EE71EBD6-CFCB-4A75-A2B9-ED31FD05B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309"/>
              <a:ext cx="28" cy="128"/>
            </a:xfrm>
            <a:custGeom>
              <a:avLst/>
              <a:gdLst>
                <a:gd name="T0" fmla="*/ 0 w 11"/>
                <a:gd name="T1" fmla="*/ 0 h 48"/>
                <a:gd name="T2" fmla="*/ 33 w 11"/>
                <a:gd name="T3" fmla="*/ 248 h 48"/>
                <a:gd name="T4" fmla="*/ 163 w 11"/>
                <a:gd name="T5" fmla="*/ 605 h 48"/>
                <a:gd name="T6" fmla="*/ 181 w 11"/>
                <a:gd name="T7" fmla="*/ 90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0" y="4"/>
                    <a:pt x="1" y="8"/>
                    <a:pt x="2" y="13"/>
                  </a:cubicBezTo>
                  <a:cubicBezTo>
                    <a:pt x="4" y="19"/>
                    <a:pt x="8" y="25"/>
                    <a:pt x="10" y="32"/>
                  </a:cubicBezTo>
                  <a:cubicBezTo>
                    <a:pt x="11" y="36"/>
                    <a:pt x="11" y="45"/>
                    <a:pt x="11" y="48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3" name="Freeform 428">
              <a:extLst>
                <a:ext uri="{FF2B5EF4-FFF2-40B4-BE49-F238E27FC236}">
                  <a16:creationId xmlns:a16="http://schemas.microsoft.com/office/drawing/2014/main" id="{0448E24D-3135-4702-A022-031EB2B40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365"/>
              <a:ext cx="23" cy="147"/>
            </a:xfrm>
            <a:custGeom>
              <a:avLst/>
              <a:gdLst>
                <a:gd name="T0" fmla="*/ 66 w 9"/>
                <a:gd name="T1" fmla="*/ 0 h 55"/>
                <a:gd name="T2" fmla="*/ 151 w 9"/>
                <a:gd name="T3" fmla="*/ 572 h 55"/>
                <a:gd name="T4" fmla="*/ 33 w 9"/>
                <a:gd name="T5" fmla="*/ 105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5">
                  <a:moveTo>
                    <a:pt x="4" y="0"/>
                  </a:moveTo>
                  <a:cubicBezTo>
                    <a:pt x="0" y="10"/>
                    <a:pt x="9" y="20"/>
                    <a:pt x="9" y="30"/>
                  </a:cubicBezTo>
                  <a:cubicBezTo>
                    <a:pt x="8" y="38"/>
                    <a:pt x="3" y="48"/>
                    <a:pt x="2" y="55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4" name="Freeform 429">
              <a:extLst>
                <a:ext uri="{FF2B5EF4-FFF2-40B4-BE49-F238E27FC236}">
                  <a16:creationId xmlns:a16="http://schemas.microsoft.com/office/drawing/2014/main" id="{4C76D0A2-1CC2-4BDE-A5A0-FA342A2B7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064"/>
              <a:ext cx="53" cy="96"/>
            </a:xfrm>
            <a:custGeom>
              <a:avLst/>
              <a:gdLst>
                <a:gd name="T0" fmla="*/ 0 w 21"/>
                <a:gd name="T1" fmla="*/ 683 h 36"/>
                <a:gd name="T2" fmla="*/ 222 w 2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6">
                  <a:moveTo>
                    <a:pt x="0" y="36"/>
                  </a:moveTo>
                  <a:cubicBezTo>
                    <a:pt x="6" y="28"/>
                    <a:pt x="21" y="11"/>
                    <a:pt x="14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5" name="Freeform 430">
              <a:extLst>
                <a:ext uri="{FF2B5EF4-FFF2-40B4-BE49-F238E27FC236}">
                  <a16:creationId xmlns:a16="http://schemas.microsoft.com/office/drawing/2014/main" id="{89611073-F91A-42A8-B076-D99C386A0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109"/>
              <a:ext cx="70" cy="30"/>
            </a:xfrm>
            <a:custGeom>
              <a:avLst/>
              <a:gdLst>
                <a:gd name="T0" fmla="*/ 0 w 28"/>
                <a:gd name="T1" fmla="*/ 22 h 11"/>
                <a:gd name="T2" fmla="*/ 333 w 28"/>
                <a:gd name="T3" fmla="*/ 104 h 11"/>
                <a:gd name="T4" fmla="*/ 438 w 28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1">
                  <a:moveTo>
                    <a:pt x="0" y="1"/>
                  </a:moveTo>
                  <a:cubicBezTo>
                    <a:pt x="8" y="3"/>
                    <a:pt x="13" y="0"/>
                    <a:pt x="21" y="5"/>
                  </a:cubicBezTo>
                  <a:cubicBezTo>
                    <a:pt x="23" y="6"/>
                    <a:pt x="26" y="9"/>
                    <a:pt x="28" y="11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6" name="Freeform 431">
              <a:extLst>
                <a:ext uri="{FF2B5EF4-FFF2-40B4-BE49-F238E27FC236}">
                  <a16:creationId xmlns:a16="http://schemas.microsoft.com/office/drawing/2014/main" id="{C6AB5ADD-E996-4097-BECD-20DF09006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061"/>
              <a:ext cx="57" cy="192"/>
            </a:xfrm>
            <a:custGeom>
              <a:avLst/>
              <a:gdLst>
                <a:gd name="T0" fmla="*/ 0 w 23"/>
                <a:gd name="T1" fmla="*/ 1365 h 72"/>
                <a:gd name="T2" fmla="*/ 183 w 23"/>
                <a:gd name="T3" fmla="*/ 1117 h 72"/>
                <a:gd name="T4" fmla="*/ 307 w 23"/>
                <a:gd name="T5" fmla="*/ 589 h 72"/>
                <a:gd name="T6" fmla="*/ 307 w 23"/>
                <a:gd name="T7" fmla="*/ 205 h 72"/>
                <a:gd name="T8" fmla="*/ 320 w 23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2">
                  <a:moveTo>
                    <a:pt x="0" y="72"/>
                  </a:moveTo>
                  <a:cubicBezTo>
                    <a:pt x="4" y="70"/>
                    <a:pt x="9" y="62"/>
                    <a:pt x="12" y="59"/>
                  </a:cubicBezTo>
                  <a:cubicBezTo>
                    <a:pt x="18" y="51"/>
                    <a:pt x="20" y="41"/>
                    <a:pt x="20" y="31"/>
                  </a:cubicBezTo>
                  <a:cubicBezTo>
                    <a:pt x="20" y="24"/>
                    <a:pt x="19" y="18"/>
                    <a:pt x="20" y="11"/>
                  </a:cubicBezTo>
                  <a:cubicBezTo>
                    <a:pt x="21" y="7"/>
                    <a:pt x="23" y="4"/>
                    <a:pt x="21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7" name="Freeform 432">
              <a:extLst>
                <a:ext uri="{FF2B5EF4-FFF2-40B4-BE49-F238E27FC236}">
                  <a16:creationId xmlns:a16="http://schemas.microsoft.com/office/drawing/2014/main" id="{842959C3-72D2-4D43-84AA-B0CF2A66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083"/>
              <a:ext cx="57" cy="77"/>
            </a:xfrm>
            <a:custGeom>
              <a:avLst/>
              <a:gdLst>
                <a:gd name="T0" fmla="*/ 0 w 23"/>
                <a:gd name="T1" fmla="*/ 542 h 29"/>
                <a:gd name="T2" fmla="*/ 349 w 23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9">
                  <a:moveTo>
                    <a:pt x="0" y="29"/>
                  </a:moveTo>
                  <a:cubicBezTo>
                    <a:pt x="12" y="25"/>
                    <a:pt x="20" y="12"/>
                    <a:pt x="23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8" name="Freeform 433">
              <a:extLst>
                <a:ext uri="{FF2B5EF4-FFF2-40B4-BE49-F238E27FC236}">
                  <a16:creationId xmlns:a16="http://schemas.microsoft.com/office/drawing/2014/main" id="{3CF6A302-3FBC-4E8D-98CB-C017EC0DF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240"/>
              <a:ext cx="7" cy="69"/>
            </a:xfrm>
            <a:custGeom>
              <a:avLst/>
              <a:gdLst>
                <a:gd name="T0" fmla="*/ 0 w 3"/>
                <a:gd name="T1" fmla="*/ 0 h 26"/>
                <a:gd name="T2" fmla="*/ 37 w 3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6">
                  <a:moveTo>
                    <a:pt x="0" y="0"/>
                  </a:moveTo>
                  <a:cubicBezTo>
                    <a:pt x="2" y="10"/>
                    <a:pt x="3" y="17"/>
                    <a:pt x="3" y="26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9" name="Freeform 434">
              <a:extLst>
                <a:ext uri="{FF2B5EF4-FFF2-40B4-BE49-F238E27FC236}">
                  <a16:creationId xmlns:a16="http://schemas.microsoft.com/office/drawing/2014/main" id="{8F05F145-E7AB-42AE-A513-6D6F4D557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208"/>
              <a:ext cx="30" cy="123"/>
            </a:xfrm>
            <a:custGeom>
              <a:avLst/>
              <a:gdLst>
                <a:gd name="T0" fmla="*/ 188 w 12"/>
                <a:gd name="T1" fmla="*/ 0 h 46"/>
                <a:gd name="T2" fmla="*/ 175 w 12"/>
                <a:gd name="T3" fmla="*/ 209 h 46"/>
                <a:gd name="T4" fmla="*/ 95 w 12"/>
                <a:gd name="T5" fmla="*/ 457 h 46"/>
                <a:gd name="T6" fmla="*/ 33 w 12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11" y="4"/>
                    <a:pt x="12" y="6"/>
                    <a:pt x="11" y="11"/>
                  </a:cubicBezTo>
                  <a:cubicBezTo>
                    <a:pt x="11" y="17"/>
                    <a:pt x="9" y="19"/>
                    <a:pt x="6" y="24"/>
                  </a:cubicBezTo>
                  <a:cubicBezTo>
                    <a:pt x="2" y="30"/>
                    <a:pt x="0" y="39"/>
                    <a:pt x="2" y="46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0" name="Freeform 435">
              <a:extLst>
                <a:ext uri="{FF2B5EF4-FFF2-40B4-BE49-F238E27FC236}">
                  <a16:creationId xmlns:a16="http://schemas.microsoft.com/office/drawing/2014/main" id="{40E01757-7658-4EF0-94F7-BD7A2085B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216"/>
              <a:ext cx="60" cy="53"/>
            </a:xfrm>
            <a:custGeom>
              <a:avLst/>
              <a:gdLst>
                <a:gd name="T0" fmla="*/ 0 w 24"/>
                <a:gd name="T1" fmla="*/ 371 h 20"/>
                <a:gd name="T2" fmla="*/ 375 w 2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20"/>
                  </a:moveTo>
                  <a:cubicBezTo>
                    <a:pt x="13" y="18"/>
                    <a:pt x="19" y="10"/>
                    <a:pt x="24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1" name="Freeform 436">
              <a:extLst>
                <a:ext uri="{FF2B5EF4-FFF2-40B4-BE49-F238E27FC236}">
                  <a16:creationId xmlns:a16="http://schemas.microsoft.com/office/drawing/2014/main" id="{B8F33B56-F080-4F26-9247-3B3E7BA7C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224"/>
              <a:ext cx="30" cy="117"/>
            </a:xfrm>
            <a:custGeom>
              <a:avLst/>
              <a:gdLst>
                <a:gd name="T0" fmla="*/ 20 w 12"/>
                <a:gd name="T1" fmla="*/ 0 h 44"/>
                <a:gd name="T2" fmla="*/ 145 w 12"/>
                <a:gd name="T3" fmla="*/ 601 h 44"/>
                <a:gd name="T4" fmla="*/ 188 w 12"/>
                <a:gd name="T5" fmla="*/ 82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4">
                  <a:moveTo>
                    <a:pt x="1" y="0"/>
                  </a:moveTo>
                  <a:cubicBezTo>
                    <a:pt x="0" y="11"/>
                    <a:pt x="8" y="21"/>
                    <a:pt x="9" y="32"/>
                  </a:cubicBezTo>
                  <a:cubicBezTo>
                    <a:pt x="10" y="36"/>
                    <a:pt x="9" y="43"/>
                    <a:pt x="12" y="44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2" name="Freeform 437">
              <a:extLst>
                <a:ext uri="{FF2B5EF4-FFF2-40B4-BE49-F238E27FC236}">
                  <a16:creationId xmlns:a16="http://schemas.microsoft.com/office/drawing/2014/main" id="{C97CEC8E-9D39-4663-A3B7-B2B3A5542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205"/>
              <a:ext cx="30" cy="112"/>
            </a:xfrm>
            <a:custGeom>
              <a:avLst/>
              <a:gdLst>
                <a:gd name="T0" fmla="*/ 0 w 12"/>
                <a:gd name="T1" fmla="*/ 797 h 42"/>
                <a:gd name="T2" fmla="*/ 175 w 12"/>
                <a:gd name="T3" fmla="*/ 341 h 42"/>
                <a:gd name="T4" fmla="*/ 175 w 12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2">
                  <a:moveTo>
                    <a:pt x="0" y="42"/>
                  </a:moveTo>
                  <a:cubicBezTo>
                    <a:pt x="0" y="32"/>
                    <a:pt x="8" y="27"/>
                    <a:pt x="11" y="18"/>
                  </a:cubicBezTo>
                  <a:cubicBezTo>
                    <a:pt x="12" y="12"/>
                    <a:pt x="12" y="5"/>
                    <a:pt x="11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3" name="Freeform 438">
              <a:extLst>
                <a:ext uri="{FF2B5EF4-FFF2-40B4-BE49-F238E27FC236}">
                  <a16:creationId xmlns:a16="http://schemas.microsoft.com/office/drawing/2014/main" id="{94696E94-5631-48E1-AEF7-A99E7A392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267"/>
              <a:ext cx="65" cy="56"/>
            </a:xfrm>
            <a:custGeom>
              <a:avLst/>
              <a:gdLst>
                <a:gd name="T0" fmla="*/ 0 w 26"/>
                <a:gd name="T1" fmla="*/ 0 h 21"/>
                <a:gd name="T2" fmla="*/ 313 w 26"/>
                <a:gd name="T3" fmla="*/ 227 h 21"/>
                <a:gd name="T4" fmla="*/ 408 w 26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3" y="7"/>
                    <a:pt x="15" y="7"/>
                    <a:pt x="20" y="12"/>
                  </a:cubicBezTo>
                  <a:cubicBezTo>
                    <a:pt x="23" y="15"/>
                    <a:pt x="24" y="18"/>
                    <a:pt x="26" y="21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4" name="Freeform 439">
              <a:extLst>
                <a:ext uri="{FF2B5EF4-FFF2-40B4-BE49-F238E27FC236}">
                  <a16:creationId xmlns:a16="http://schemas.microsoft.com/office/drawing/2014/main" id="{DE062552-DC3A-48BA-B492-8770F2403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288"/>
              <a:ext cx="75" cy="101"/>
            </a:xfrm>
            <a:custGeom>
              <a:avLst/>
              <a:gdLst>
                <a:gd name="T0" fmla="*/ 0 w 30"/>
                <a:gd name="T1" fmla="*/ 0 h 38"/>
                <a:gd name="T2" fmla="*/ 313 w 30"/>
                <a:gd name="T3" fmla="*/ 524 h 38"/>
                <a:gd name="T4" fmla="*/ 470 w 30"/>
                <a:gd name="T5" fmla="*/ 71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8">
                  <a:moveTo>
                    <a:pt x="0" y="0"/>
                  </a:moveTo>
                  <a:cubicBezTo>
                    <a:pt x="10" y="9"/>
                    <a:pt x="13" y="17"/>
                    <a:pt x="20" y="28"/>
                  </a:cubicBezTo>
                  <a:cubicBezTo>
                    <a:pt x="22" y="32"/>
                    <a:pt x="26" y="38"/>
                    <a:pt x="30" y="38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5" name="Freeform 440">
              <a:extLst>
                <a:ext uri="{FF2B5EF4-FFF2-40B4-BE49-F238E27FC236}">
                  <a16:creationId xmlns:a16="http://schemas.microsoft.com/office/drawing/2014/main" id="{B58759F4-9F03-4E28-A5E8-FCD07CB7D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256"/>
              <a:ext cx="15" cy="115"/>
            </a:xfrm>
            <a:custGeom>
              <a:avLst/>
              <a:gdLst>
                <a:gd name="T0" fmla="*/ 63 w 6"/>
                <a:gd name="T1" fmla="*/ 824 h 43"/>
                <a:gd name="T2" fmla="*/ 63 w 6"/>
                <a:gd name="T3" fmla="*/ 230 h 43"/>
                <a:gd name="T4" fmla="*/ 63 w 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3">
                  <a:moveTo>
                    <a:pt x="4" y="43"/>
                  </a:moveTo>
                  <a:cubicBezTo>
                    <a:pt x="0" y="33"/>
                    <a:pt x="2" y="23"/>
                    <a:pt x="4" y="12"/>
                  </a:cubicBezTo>
                  <a:cubicBezTo>
                    <a:pt x="5" y="8"/>
                    <a:pt x="6" y="2"/>
                    <a:pt x="4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6" name="Freeform 441">
              <a:extLst>
                <a:ext uri="{FF2B5EF4-FFF2-40B4-BE49-F238E27FC236}">
                  <a16:creationId xmlns:a16="http://schemas.microsoft.com/office/drawing/2014/main" id="{8A7F42AC-EB35-4DD4-8645-137F6E614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421"/>
              <a:ext cx="32" cy="78"/>
            </a:xfrm>
            <a:custGeom>
              <a:avLst/>
              <a:gdLst>
                <a:gd name="T0" fmla="*/ 0 w 13"/>
                <a:gd name="T1" fmla="*/ 0 h 29"/>
                <a:gd name="T2" fmla="*/ 194 w 13"/>
                <a:gd name="T3" fmla="*/ 56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0" y="0"/>
                  </a:moveTo>
                  <a:cubicBezTo>
                    <a:pt x="1" y="10"/>
                    <a:pt x="7" y="22"/>
                    <a:pt x="13" y="29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7" name="Freeform 442">
              <a:extLst>
                <a:ext uri="{FF2B5EF4-FFF2-40B4-BE49-F238E27FC236}">
                  <a16:creationId xmlns:a16="http://schemas.microsoft.com/office/drawing/2014/main" id="{615828A2-2494-4CC4-8186-B94282BD4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525"/>
              <a:ext cx="20" cy="19"/>
            </a:xfrm>
            <a:custGeom>
              <a:avLst/>
              <a:gdLst>
                <a:gd name="T0" fmla="*/ 0 w 8"/>
                <a:gd name="T1" fmla="*/ 0 h 7"/>
                <a:gd name="T2" fmla="*/ 125 w 8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3"/>
                    <a:pt x="6" y="6"/>
                    <a:pt x="8" y="7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8" name="Freeform 443">
              <a:extLst>
                <a:ext uri="{FF2B5EF4-FFF2-40B4-BE49-F238E27FC236}">
                  <a16:creationId xmlns:a16="http://schemas.microsoft.com/office/drawing/2014/main" id="{951FB41D-FE43-4B48-AC3F-020422466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475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63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1" y="4"/>
                    <a:pt x="3" y="8"/>
                    <a:pt x="4" y="12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9" name="Freeform 444">
              <a:extLst>
                <a:ext uri="{FF2B5EF4-FFF2-40B4-BE49-F238E27FC236}">
                  <a16:creationId xmlns:a16="http://schemas.microsoft.com/office/drawing/2014/main" id="{99B09737-7E73-490D-92A1-AF1DBE7E5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491"/>
              <a:ext cx="35" cy="98"/>
            </a:xfrm>
            <a:custGeom>
              <a:avLst/>
              <a:gdLst>
                <a:gd name="T0" fmla="*/ 0 w 14"/>
                <a:gd name="T1" fmla="*/ 0 h 37"/>
                <a:gd name="T2" fmla="*/ 175 w 14"/>
                <a:gd name="T3" fmla="*/ 485 h 37"/>
                <a:gd name="T4" fmla="*/ 220 w 14"/>
                <a:gd name="T5" fmla="*/ 68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7">
                  <a:moveTo>
                    <a:pt x="0" y="0"/>
                  </a:moveTo>
                  <a:cubicBezTo>
                    <a:pt x="1" y="10"/>
                    <a:pt x="9" y="17"/>
                    <a:pt x="11" y="26"/>
                  </a:cubicBezTo>
                  <a:cubicBezTo>
                    <a:pt x="11" y="30"/>
                    <a:pt x="12" y="36"/>
                    <a:pt x="14" y="37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0" name="Freeform 445">
              <a:extLst>
                <a:ext uri="{FF2B5EF4-FFF2-40B4-BE49-F238E27FC236}">
                  <a16:creationId xmlns:a16="http://schemas.microsoft.com/office/drawing/2014/main" id="{A16603A7-8872-4B66-BA3C-4DA8E7211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677"/>
              <a:ext cx="25" cy="64"/>
            </a:xfrm>
            <a:custGeom>
              <a:avLst/>
              <a:gdLst>
                <a:gd name="T0" fmla="*/ 0 w 10"/>
                <a:gd name="T1" fmla="*/ 0 h 24"/>
                <a:gd name="T2" fmla="*/ 145 w 10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4" y="8"/>
                    <a:pt x="10" y="17"/>
                    <a:pt x="9" y="24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1" name="Freeform 446">
              <a:extLst>
                <a:ext uri="{FF2B5EF4-FFF2-40B4-BE49-F238E27FC236}">
                  <a16:creationId xmlns:a16="http://schemas.microsoft.com/office/drawing/2014/main" id="{4D55C98D-53C0-410C-AD9F-8D29F7879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587"/>
              <a:ext cx="15" cy="64"/>
            </a:xfrm>
            <a:custGeom>
              <a:avLst/>
              <a:gdLst>
                <a:gd name="T0" fmla="*/ 95 w 6"/>
                <a:gd name="T1" fmla="*/ 456 h 24"/>
                <a:gd name="T2" fmla="*/ 63 w 6"/>
                <a:gd name="T3" fmla="*/ 192 h 24"/>
                <a:gd name="T4" fmla="*/ 0 w 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4">
                  <a:moveTo>
                    <a:pt x="6" y="24"/>
                  </a:moveTo>
                  <a:cubicBezTo>
                    <a:pt x="6" y="19"/>
                    <a:pt x="6" y="15"/>
                    <a:pt x="4" y="10"/>
                  </a:cubicBezTo>
                  <a:cubicBezTo>
                    <a:pt x="3" y="7"/>
                    <a:pt x="1" y="4"/>
                    <a:pt x="0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2" name="Freeform 447">
              <a:extLst>
                <a:ext uri="{FF2B5EF4-FFF2-40B4-BE49-F238E27FC236}">
                  <a16:creationId xmlns:a16="http://schemas.microsoft.com/office/drawing/2014/main" id="{82AEEFC5-13F5-4AF2-96E9-1E8C742C0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456"/>
              <a:ext cx="22" cy="133"/>
            </a:xfrm>
            <a:custGeom>
              <a:avLst/>
              <a:gdLst>
                <a:gd name="T0" fmla="*/ 12 w 9"/>
                <a:gd name="T1" fmla="*/ 942 h 50"/>
                <a:gd name="T2" fmla="*/ 120 w 9"/>
                <a:gd name="T3" fmla="*/ 247 h 50"/>
                <a:gd name="T4" fmla="*/ 120 w 9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0">
                  <a:moveTo>
                    <a:pt x="1" y="50"/>
                  </a:moveTo>
                  <a:cubicBezTo>
                    <a:pt x="0" y="40"/>
                    <a:pt x="7" y="22"/>
                    <a:pt x="8" y="13"/>
                  </a:cubicBezTo>
                  <a:cubicBezTo>
                    <a:pt x="9" y="8"/>
                    <a:pt x="8" y="4"/>
                    <a:pt x="8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3" name="Freeform 448">
              <a:extLst>
                <a:ext uri="{FF2B5EF4-FFF2-40B4-BE49-F238E27FC236}">
                  <a16:creationId xmlns:a16="http://schemas.microsoft.com/office/drawing/2014/main" id="{96CA37E8-305B-485A-B625-9FABB6BCA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2536"/>
              <a:ext cx="48" cy="115"/>
            </a:xfrm>
            <a:custGeom>
              <a:avLst/>
              <a:gdLst>
                <a:gd name="T0" fmla="*/ 0 w 19"/>
                <a:gd name="T1" fmla="*/ 824 h 43"/>
                <a:gd name="T2" fmla="*/ 63 w 19"/>
                <a:gd name="T3" fmla="*/ 572 h 43"/>
                <a:gd name="T4" fmla="*/ 210 w 19"/>
                <a:gd name="T5" fmla="*/ 321 h 43"/>
                <a:gd name="T6" fmla="*/ 275 w 19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3">
                  <a:moveTo>
                    <a:pt x="0" y="43"/>
                  </a:moveTo>
                  <a:cubicBezTo>
                    <a:pt x="2" y="39"/>
                    <a:pt x="3" y="34"/>
                    <a:pt x="4" y="30"/>
                  </a:cubicBezTo>
                  <a:cubicBezTo>
                    <a:pt x="7" y="25"/>
                    <a:pt x="11" y="21"/>
                    <a:pt x="13" y="17"/>
                  </a:cubicBezTo>
                  <a:cubicBezTo>
                    <a:pt x="16" y="12"/>
                    <a:pt x="19" y="4"/>
                    <a:pt x="17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4" name="Freeform 449">
              <a:extLst>
                <a:ext uri="{FF2B5EF4-FFF2-40B4-BE49-F238E27FC236}">
                  <a16:creationId xmlns:a16="http://schemas.microsoft.com/office/drawing/2014/main" id="{00D5376A-9502-493D-8B9C-CC85C7E60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624"/>
              <a:ext cx="10" cy="85"/>
            </a:xfrm>
            <a:custGeom>
              <a:avLst/>
              <a:gdLst>
                <a:gd name="T0" fmla="*/ 33 w 4"/>
                <a:gd name="T1" fmla="*/ 0 h 32"/>
                <a:gd name="T2" fmla="*/ 50 w 4"/>
                <a:gd name="T3" fmla="*/ 409 h 32"/>
                <a:gd name="T4" fmla="*/ 20 w 4"/>
                <a:gd name="T5" fmla="*/ 60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2">
                  <a:moveTo>
                    <a:pt x="2" y="0"/>
                  </a:moveTo>
                  <a:cubicBezTo>
                    <a:pt x="2" y="8"/>
                    <a:pt x="4" y="14"/>
                    <a:pt x="3" y="22"/>
                  </a:cubicBezTo>
                  <a:cubicBezTo>
                    <a:pt x="2" y="25"/>
                    <a:pt x="0" y="30"/>
                    <a:pt x="1" y="32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5" name="Freeform 450">
              <a:extLst>
                <a:ext uri="{FF2B5EF4-FFF2-40B4-BE49-F238E27FC236}">
                  <a16:creationId xmlns:a16="http://schemas.microsoft.com/office/drawing/2014/main" id="{D95035DB-524F-475C-97FE-AE08DEFFF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467"/>
              <a:ext cx="20" cy="133"/>
            </a:xfrm>
            <a:custGeom>
              <a:avLst/>
              <a:gdLst>
                <a:gd name="T0" fmla="*/ 125 w 8"/>
                <a:gd name="T1" fmla="*/ 0 h 50"/>
                <a:gd name="T2" fmla="*/ 20 w 8"/>
                <a:gd name="T3" fmla="*/ 657 h 50"/>
                <a:gd name="T4" fmla="*/ 20 w 8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0">
                  <a:moveTo>
                    <a:pt x="8" y="0"/>
                  </a:moveTo>
                  <a:cubicBezTo>
                    <a:pt x="8" y="13"/>
                    <a:pt x="4" y="23"/>
                    <a:pt x="1" y="35"/>
                  </a:cubicBezTo>
                  <a:cubicBezTo>
                    <a:pt x="0" y="40"/>
                    <a:pt x="1" y="49"/>
                    <a:pt x="1" y="5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6" name="Freeform 451">
              <a:extLst>
                <a:ext uri="{FF2B5EF4-FFF2-40B4-BE49-F238E27FC236}">
                  <a16:creationId xmlns:a16="http://schemas.microsoft.com/office/drawing/2014/main" id="{62755230-BDCF-4AD4-B2D9-A5EF8125F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549"/>
              <a:ext cx="20" cy="104"/>
            </a:xfrm>
            <a:custGeom>
              <a:avLst/>
              <a:gdLst>
                <a:gd name="T0" fmla="*/ 0 w 8"/>
                <a:gd name="T1" fmla="*/ 0 h 39"/>
                <a:gd name="T2" fmla="*/ 33 w 8"/>
                <a:gd name="T3" fmla="*/ 73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0" y="0"/>
                  </a:moveTo>
                  <a:cubicBezTo>
                    <a:pt x="0" y="13"/>
                    <a:pt x="8" y="27"/>
                    <a:pt x="2" y="39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7" name="Freeform 452">
              <a:extLst>
                <a:ext uri="{FF2B5EF4-FFF2-40B4-BE49-F238E27FC236}">
                  <a16:creationId xmlns:a16="http://schemas.microsoft.com/office/drawing/2014/main" id="{E0903143-7CBC-4792-9239-8D634371D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624"/>
              <a:ext cx="20" cy="45"/>
            </a:xfrm>
            <a:custGeom>
              <a:avLst/>
              <a:gdLst>
                <a:gd name="T0" fmla="*/ 0 w 8"/>
                <a:gd name="T1" fmla="*/ 315 h 17"/>
                <a:gd name="T2" fmla="*/ 125 w 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0" y="17"/>
                  </a:moveTo>
                  <a:cubicBezTo>
                    <a:pt x="2" y="10"/>
                    <a:pt x="5" y="6"/>
                    <a:pt x="8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8" name="Freeform 453">
              <a:extLst>
                <a:ext uri="{FF2B5EF4-FFF2-40B4-BE49-F238E27FC236}">
                  <a16:creationId xmlns:a16="http://schemas.microsoft.com/office/drawing/2014/main" id="{7789CAC8-47CB-4381-A7ED-C28D88E2C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485"/>
              <a:ext cx="12" cy="104"/>
            </a:xfrm>
            <a:custGeom>
              <a:avLst/>
              <a:gdLst>
                <a:gd name="T0" fmla="*/ 58 w 5"/>
                <a:gd name="T1" fmla="*/ 0 h 39"/>
                <a:gd name="T2" fmla="*/ 29 w 5"/>
                <a:gd name="T3" fmla="*/ 73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9">
                  <a:moveTo>
                    <a:pt x="4" y="0"/>
                  </a:moveTo>
                  <a:cubicBezTo>
                    <a:pt x="0" y="13"/>
                    <a:pt x="5" y="27"/>
                    <a:pt x="2" y="39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9" name="Freeform 454">
              <a:extLst>
                <a:ext uri="{FF2B5EF4-FFF2-40B4-BE49-F238E27FC236}">
                  <a16:creationId xmlns:a16="http://schemas.microsoft.com/office/drawing/2014/main" id="{2A6AD56C-EA47-42B8-82D0-1026A794D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573"/>
              <a:ext cx="43" cy="88"/>
            </a:xfrm>
            <a:custGeom>
              <a:avLst/>
              <a:gdLst>
                <a:gd name="T0" fmla="*/ 276 w 17"/>
                <a:gd name="T1" fmla="*/ 0 h 33"/>
                <a:gd name="T2" fmla="*/ 0 w 17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17" y="0"/>
                  </a:moveTo>
                  <a:cubicBezTo>
                    <a:pt x="16" y="14"/>
                    <a:pt x="2" y="21"/>
                    <a:pt x="0" y="33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0" name="Freeform 455">
              <a:extLst>
                <a:ext uri="{FF2B5EF4-FFF2-40B4-BE49-F238E27FC236}">
                  <a16:creationId xmlns:a16="http://schemas.microsoft.com/office/drawing/2014/main" id="{5A6E697F-56BC-4BAE-BDC8-355CF00CF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344"/>
              <a:ext cx="8" cy="69"/>
            </a:xfrm>
            <a:custGeom>
              <a:avLst/>
              <a:gdLst>
                <a:gd name="T0" fmla="*/ 56 w 3"/>
                <a:gd name="T1" fmla="*/ 486 h 26"/>
                <a:gd name="T2" fmla="*/ 0 w 3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6">
                  <a:moveTo>
                    <a:pt x="3" y="26"/>
                  </a:moveTo>
                  <a:cubicBezTo>
                    <a:pt x="1" y="17"/>
                    <a:pt x="0" y="9"/>
                    <a:pt x="0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1" name="Freeform 456">
              <a:extLst>
                <a:ext uri="{FF2B5EF4-FFF2-40B4-BE49-F238E27FC236}">
                  <a16:creationId xmlns:a16="http://schemas.microsoft.com/office/drawing/2014/main" id="{AAF69794-EE9C-46BC-850D-78057525F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413"/>
              <a:ext cx="15" cy="32"/>
            </a:xfrm>
            <a:custGeom>
              <a:avLst/>
              <a:gdLst>
                <a:gd name="T0" fmla="*/ 0 w 6"/>
                <a:gd name="T1" fmla="*/ 227 h 12"/>
                <a:gd name="T2" fmla="*/ 95 w 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0" y="12"/>
                  </a:moveTo>
                  <a:cubicBezTo>
                    <a:pt x="4" y="9"/>
                    <a:pt x="5" y="4"/>
                    <a:pt x="6" y="0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2" name="Freeform 457">
              <a:extLst>
                <a:ext uri="{FF2B5EF4-FFF2-40B4-BE49-F238E27FC236}">
                  <a16:creationId xmlns:a16="http://schemas.microsoft.com/office/drawing/2014/main" id="{B1E1C620-C649-4D7E-9B17-7E1D27BB1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2683"/>
              <a:ext cx="13" cy="56"/>
            </a:xfrm>
            <a:custGeom>
              <a:avLst/>
              <a:gdLst>
                <a:gd name="T0" fmla="*/ 0 w 5"/>
                <a:gd name="T1" fmla="*/ 0 h 21"/>
                <a:gd name="T2" fmla="*/ 88 w 5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cubicBezTo>
                    <a:pt x="2" y="6"/>
                    <a:pt x="3" y="16"/>
                    <a:pt x="5" y="21"/>
                  </a:cubicBezTo>
                </a:path>
              </a:pathLst>
            </a:custGeom>
            <a:noFill/>
            <a:ln w="23813" cap="rnd">
              <a:solidFill>
                <a:srgbClr val="ADD5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3" name="Freeform 458">
              <a:extLst>
                <a:ext uri="{FF2B5EF4-FFF2-40B4-BE49-F238E27FC236}">
                  <a16:creationId xmlns:a16="http://schemas.microsoft.com/office/drawing/2014/main" id="{00F17D30-9004-43A4-BDCD-73069FFBC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963"/>
              <a:ext cx="805" cy="1514"/>
            </a:xfrm>
            <a:custGeom>
              <a:avLst/>
              <a:gdLst>
                <a:gd name="T0" fmla="*/ 5033 w 322"/>
                <a:gd name="T1" fmla="*/ 0 h 568"/>
                <a:gd name="T2" fmla="*/ 5020 w 322"/>
                <a:gd name="T3" fmla="*/ 0 h 568"/>
                <a:gd name="T4" fmla="*/ 4770 w 322"/>
                <a:gd name="T5" fmla="*/ 1498 h 568"/>
                <a:gd name="T6" fmla="*/ 4270 w 322"/>
                <a:gd name="T7" fmla="*/ 2764 h 568"/>
                <a:gd name="T8" fmla="*/ 3470 w 322"/>
                <a:gd name="T9" fmla="*/ 3788 h 568"/>
                <a:gd name="T10" fmla="*/ 2845 w 322"/>
                <a:gd name="T11" fmla="*/ 3844 h 568"/>
                <a:gd name="T12" fmla="*/ 2333 w 322"/>
                <a:gd name="T13" fmla="*/ 3183 h 568"/>
                <a:gd name="T14" fmla="*/ 1895 w 322"/>
                <a:gd name="T15" fmla="*/ 2330 h 568"/>
                <a:gd name="T16" fmla="*/ 1520 w 322"/>
                <a:gd name="T17" fmla="*/ 2636 h 568"/>
                <a:gd name="T18" fmla="*/ 1050 w 322"/>
                <a:gd name="T19" fmla="*/ 2913 h 568"/>
                <a:gd name="T20" fmla="*/ 770 w 322"/>
                <a:gd name="T21" fmla="*/ 3596 h 568"/>
                <a:gd name="T22" fmla="*/ 283 w 322"/>
                <a:gd name="T23" fmla="*/ 4731 h 568"/>
                <a:gd name="T24" fmla="*/ 83 w 322"/>
                <a:gd name="T25" fmla="*/ 5230 h 568"/>
                <a:gd name="T26" fmla="*/ 270 w 322"/>
                <a:gd name="T27" fmla="*/ 6152 h 568"/>
                <a:gd name="T28" fmla="*/ 0 w 322"/>
                <a:gd name="T29" fmla="*/ 6914 h 568"/>
                <a:gd name="T30" fmla="*/ 520 w 322"/>
                <a:gd name="T31" fmla="*/ 7573 h 568"/>
                <a:gd name="T32" fmla="*/ 1283 w 322"/>
                <a:gd name="T33" fmla="*/ 7823 h 568"/>
                <a:gd name="T34" fmla="*/ 1895 w 322"/>
                <a:gd name="T35" fmla="*/ 8463 h 568"/>
                <a:gd name="T36" fmla="*/ 1988 w 322"/>
                <a:gd name="T37" fmla="*/ 9201 h 568"/>
                <a:gd name="T38" fmla="*/ 1675 w 322"/>
                <a:gd name="T39" fmla="*/ 9982 h 568"/>
                <a:gd name="T40" fmla="*/ 1708 w 322"/>
                <a:gd name="T41" fmla="*/ 10550 h 568"/>
                <a:gd name="T42" fmla="*/ 1688 w 322"/>
                <a:gd name="T43" fmla="*/ 10758 h 56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2" h="568">
                  <a:moveTo>
                    <a:pt x="322" y="0"/>
                  </a:moveTo>
                  <a:cubicBezTo>
                    <a:pt x="322" y="0"/>
                    <a:pt x="321" y="0"/>
                    <a:pt x="321" y="0"/>
                  </a:cubicBezTo>
                  <a:cubicBezTo>
                    <a:pt x="297" y="15"/>
                    <a:pt x="311" y="58"/>
                    <a:pt x="305" y="79"/>
                  </a:cubicBezTo>
                  <a:cubicBezTo>
                    <a:pt x="298" y="103"/>
                    <a:pt x="286" y="130"/>
                    <a:pt x="273" y="146"/>
                  </a:cubicBezTo>
                  <a:cubicBezTo>
                    <a:pt x="257" y="165"/>
                    <a:pt x="246" y="194"/>
                    <a:pt x="222" y="200"/>
                  </a:cubicBezTo>
                  <a:cubicBezTo>
                    <a:pt x="210" y="203"/>
                    <a:pt x="195" y="206"/>
                    <a:pt x="182" y="203"/>
                  </a:cubicBezTo>
                  <a:cubicBezTo>
                    <a:pt x="164" y="200"/>
                    <a:pt x="153" y="184"/>
                    <a:pt x="149" y="168"/>
                  </a:cubicBezTo>
                  <a:cubicBezTo>
                    <a:pt x="147" y="158"/>
                    <a:pt x="141" y="112"/>
                    <a:pt x="121" y="123"/>
                  </a:cubicBezTo>
                  <a:cubicBezTo>
                    <a:pt x="119" y="124"/>
                    <a:pt x="110" y="133"/>
                    <a:pt x="97" y="139"/>
                  </a:cubicBezTo>
                  <a:cubicBezTo>
                    <a:pt x="82" y="147"/>
                    <a:pt x="64" y="145"/>
                    <a:pt x="67" y="154"/>
                  </a:cubicBezTo>
                  <a:cubicBezTo>
                    <a:pt x="71" y="168"/>
                    <a:pt x="45" y="173"/>
                    <a:pt x="49" y="190"/>
                  </a:cubicBezTo>
                  <a:cubicBezTo>
                    <a:pt x="56" y="216"/>
                    <a:pt x="34" y="244"/>
                    <a:pt x="18" y="250"/>
                  </a:cubicBezTo>
                  <a:cubicBezTo>
                    <a:pt x="7" y="254"/>
                    <a:pt x="1" y="266"/>
                    <a:pt x="5" y="276"/>
                  </a:cubicBezTo>
                  <a:cubicBezTo>
                    <a:pt x="12" y="292"/>
                    <a:pt x="19" y="306"/>
                    <a:pt x="17" y="325"/>
                  </a:cubicBezTo>
                  <a:cubicBezTo>
                    <a:pt x="16" y="340"/>
                    <a:pt x="0" y="350"/>
                    <a:pt x="0" y="365"/>
                  </a:cubicBezTo>
                  <a:cubicBezTo>
                    <a:pt x="0" y="386"/>
                    <a:pt x="15" y="395"/>
                    <a:pt x="33" y="400"/>
                  </a:cubicBezTo>
                  <a:cubicBezTo>
                    <a:pt x="49" y="405"/>
                    <a:pt x="65" y="410"/>
                    <a:pt x="82" y="413"/>
                  </a:cubicBezTo>
                  <a:cubicBezTo>
                    <a:pt x="104" y="418"/>
                    <a:pt x="111" y="426"/>
                    <a:pt x="121" y="447"/>
                  </a:cubicBezTo>
                  <a:cubicBezTo>
                    <a:pt x="127" y="459"/>
                    <a:pt x="132" y="473"/>
                    <a:pt x="127" y="486"/>
                  </a:cubicBezTo>
                  <a:cubicBezTo>
                    <a:pt x="121" y="500"/>
                    <a:pt x="109" y="511"/>
                    <a:pt x="107" y="527"/>
                  </a:cubicBezTo>
                  <a:cubicBezTo>
                    <a:pt x="105" y="537"/>
                    <a:pt x="108" y="547"/>
                    <a:pt x="109" y="557"/>
                  </a:cubicBezTo>
                  <a:cubicBezTo>
                    <a:pt x="109" y="561"/>
                    <a:pt x="109" y="565"/>
                    <a:pt x="108" y="56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4" name="Freeform 459">
              <a:extLst>
                <a:ext uri="{FF2B5EF4-FFF2-40B4-BE49-F238E27FC236}">
                  <a16:creationId xmlns:a16="http://schemas.microsoft.com/office/drawing/2014/main" id="{4F222187-53A9-4410-A901-124CFB27A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715"/>
              <a:ext cx="1158" cy="762"/>
            </a:xfrm>
            <a:custGeom>
              <a:avLst/>
              <a:gdLst>
                <a:gd name="T0" fmla="*/ 7026 w 463"/>
                <a:gd name="T1" fmla="*/ 5409 h 286"/>
                <a:gd name="T2" fmla="*/ 6976 w 463"/>
                <a:gd name="T3" fmla="*/ 3933 h 286"/>
                <a:gd name="T4" fmla="*/ 5442 w 463"/>
                <a:gd name="T5" fmla="*/ 3501 h 286"/>
                <a:gd name="T6" fmla="*/ 5617 w 463"/>
                <a:gd name="T7" fmla="*/ 2171 h 286"/>
                <a:gd name="T8" fmla="*/ 5880 w 463"/>
                <a:gd name="T9" fmla="*/ 1660 h 286"/>
                <a:gd name="T10" fmla="*/ 6630 w 463"/>
                <a:gd name="T11" fmla="*/ 1327 h 286"/>
                <a:gd name="T12" fmla="*/ 6100 w 463"/>
                <a:gd name="T13" fmla="*/ 264 h 286"/>
                <a:gd name="T14" fmla="*/ 5097 w 463"/>
                <a:gd name="T15" fmla="*/ 1002 h 286"/>
                <a:gd name="T16" fmla="*/ 4522 w 463"/>
                <a:gd name="T17" fmla="*/ 602 h 286"/>
                <a:gd name="T18" fmla="*/ 4284 w 463"/>
                <a:gd name="T19" fmla="*/ 248 h 286"/>
                <a:gd name="T20" fmla="*/ 4242 w 463"/>
                <a:gd name="T21" fmla="*/ 717 h 286"/>
                <a:gd name="T22" fmla="*/ 4067 w 463"/>
                <a:gd name="T23" fmla="*/ 1058 h 286"/>
                <a:gd name="T24" fmla="*/ 3909 w 463"/>
                <a:gd name="T25" fmla="*/ 1889 h 286"/>
                <a:gd name="T26" fmla="*/ 3647 w 463"/>
                <a:gd name="T27" fmla="*/ 3727 h 286"/>
                <a:gd name="T28" fmla="*/ 2896 w 463"/>
                <a:gd name="T29" fmla="*/ 4031 h 286"/>
                <a:gd name="T30" fmla="*/ 1988 w 463"/>
                <a:gd name="T31" fmla="*/ 4180 h 286"/>
                <a:gd name="T32" fmla="*/ 1313 w 463"/>
                <a:gd name="T33" fmla="*/ 3501 h 286"/>
                <a:gd name="T34" fmla="*/ 1176 w 463"/>
                <a:gd name="T35" fmla="*/ 2115 h 286"/>
                <a:gd name="T36" fmla="*/ 0 w 463"/>
                <a:gd name="T37" fmla="*/ 2193 h 286"/>
                <a:gd name="T38" fmla="*/ 0 w 463"/>
                <a:gd name="T39" fmla="*/ 5409 h 28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3" h="286">
                  <a:moveTo>
                    <a:pt x="449" y="286"/>
                  </a:moveTo>
                  <a:cubicBezTo>
                    <a:pt x="455" y="260"/>
                    <a:pt x="463" y="228"/>
                    <a:pt x="446" y="208"/>
                  </a:cubicBezTo>
                  <a:cubicBezTo>
                    <a:pt x="428" y="188"/>
                    <a:pt x="358" y="241"/>
                    <a:pt x="348" y="185"/>
                  </a:cubicBezTo>
                  <a:cubicBezTo>
                    <a:pt x="345" y="164"/>
                    <a:pt x="354" y="135"/>
                    <a:pt x="359" y="115"/>
                  </a:cubicBezTo>
                  <a:cubicBezTo>
                    <a:pt x="362" y="104"/>
                    <a:pt x="364" y="94"/>
                    <a:pt x="376" y="88"/>
                  </a:cubicBezTo>
                  <a:cubicBezTo>
                    <a:pt x="385" y="83"/>
                    <a:pt x="416" y="75"/>
                    <a:pt x="424" y="70"/>
                  </a:cubicBezTo>
                  <a:cubicBezTo>
                    <a:pt x="442" y="59"/>
                    <a:pt x="426" y="0"/>
                    <a:pt x="390" y="14"/>
                  </a:cubicBezTo>
                  <a:cubicBezTo>
                    <a:pt x="378" y="19"/>
                    <a:pt x="339" y="52"/>
                    <a:pt x="326" y="53"/>
                  </a:cubicBezTo>
                  <a:cubicBezTo>
                    <a:pt x="310" y="55"/>
                    <a:pt x="292" y="48"/>
                    <a:pt x="289" y="32"/>
                  </a:cubicBezTo>
                  <a:cubicBezTo>
                    <a:pt x="288" y="25"/>
                    <a:pt x="288" y="3"/>
                    <a:pt x="274" y="13"/>
                  </a:cubicBezTo>
                  <a:cubicBezTo>
                    <a:pt x="269" y="17"/>
                    <a:pt x="272" y="33"/>
                    <a:pt x="271" y="38"/>
                  </a:cubicBezTo>
                  <a:cubicBezTo>
                    <a:pt x="269" y="45"/>
                    <a:pt x="263" y="50"/>
                    <a:pt x="260" y="56"/>
                  </a:cubicBezTo>
                  <a:cubicBezTo>
                    <a:pt x="252" y="69"/>
                    <a:pt x="248" y="84"/>
                    <a:pt x="250" y="100"/>
                  </a:cubicBezTo>
                  <a:cubicBezTo>
                    <a:pt x="255" y="134"/>
                    <a:pt x="256" y="168"/>
                    <a:pt x="233" y="197"/>
                  </a:cubicBezTo>
                  <a:cubicBezTo>
                    <a:pt x="220" y="212"/>
                    <a:pt x="203" y="211"/>
                    <a:pt x="185" y="213"/>
                  </a:cubicBezTo>
                  <a:cubicBezTo>
                    <a:pt x="166" y="215"/>
                    <a:pt x="147" y="222"/>
                    <a:pt x="127" y="221"/>
                  </a:cubicBezTo>
                  <a:cubicBezTo>
                    <a:pt x="107" y="221"/>
                    <a:pt x="93" y="203"/>
                    <a:pt x="84" y="185"/>
                  </a:cubicBezTo>
                  <a:cubicBezTo>
                    <a:pt x="73" y="161"/>
                    <a:pt x="81" y="136"/>
                    <a:pt x="75" y="112"/>
                  </a:cubicBezTo>
                  <a:cubicBezTo>
                    <a:pt x="63" y="63"/>
                    <a:pt x="26" y="128"/>
                    <a:pt x="0" y="116"/>
                  </a:cubicBezTo>
                  <a:cubicBezTo>
                    <a:pt x="0" y="286"/>
                    <a:pt x="0" y="286"/>
                    <a:pt x="0" y="28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5" name="Freeform 460">
              <a:extLst>
                <a:ext uri="{FF2B5EF4-FFF2-40B4-BE49-F238E27FC236}">
                  <a16:creationId xmlns:a16="http://schemas.microsoft.com/office/drawing/2014/main" id="{5721F28E-85DB-405B-9D3E-174350BB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600"/>
              <a:ext cx="430" cy="877"/>
            </a:xfrm>
            <a:custGeom>
              <a:avLst/>
              <a:gdLst>
                <a:gd name="T0" fmla="*/ 2688 w 172"/>
                <a:gd name="T1" fmla="*/ 6232 h 329"/>
                <a:gd name="T2" fmla="*/ 2688 w 172"/>
                <a:gd name="T3" fmla="*/ 3012 h 329"/>
                <a:gd name="T4" fmla="*/ 1970 w 172"/>
                <a:gd name="T5" fmla="*/ 2351 h 329"/>
                <a:gd name="T6" fmla="*/ 1333 w 172"/>
                <a:gd name="T7" fmla="*/ 3332 h 329"/>
                <a:gd name="T8" fmla="*/ 770 w 172"/>
                <a:gd name="T9" fmla="*/ 3092 h 329"/>
                <a:gd name="T10" fmla="*/ 125 w 172"/>
                <a:gd name="T11" fmla="*/ 2410 h 329"/>
                <a:gd name="T12" fmla="*/ 175 w 172"/>
                <a:gd name="T13" fmla="*/ 909 h 329"/>
                <a:gd name="T14" fmla="*/ 0 w 172"/>
                <a:gd name="T15" fmla="*/ 77 h 329"/>
                <a:gd name="T16" fmla="*/ 0 w 172"/>
                <a:gd name="T17" fmla="*/ 3276 h 329"/>
                <a:gd name="T18" fmla="*/ 2688 w 172"/>
                <a:gd name="T19" fmla="*/ 6232 h 3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2" h="329">
                  <a:moveTo>
                    <a:pt x="172" y="329"/>
                  </a:moveTo>
                  <a:cubicBezTo>
                    <a:pt x="172" y="159"/>
                    <a:pt x="172" y="159"/>
                    <a:pt x="172" y="159"/>
                  </a:cubicBezTo>
                  <a:cubicBezTo>
                    <a:pt x="158" y="149"/>
                    <a:pt x="139" y="116"/>
                    <a:pt x="126" y="124"/>
                  </a:cubicBezTo>
                  <a:cubicBezTo>
                    <a:pt x="108" y="134"/>
                    <a:pt x="98" y="170"/>
                    <a:pt x="85" y="176"/>
                  </a:cubicBezTo>
                  <a:cubicBezTo>
                    <a:pt x="69" y="184"/>
                    <a:pt x="63" y="169"/>
                    <a:pt x="49" y="163"/>
                  </a:cubicBezTo>
                  <a:cubicBezTo>
                    <a:pt x="29" y="153"/>
                    <a:pt x="15" y="150"/>
                    <a:pt x="8" y="127"/>
                  </a:cubicBezTo>
                  <a:cubicBezTo>
                    <a:pt x="3" y="110"/>
                    <a:pt x="9" y="64"/>
                    <a:pt x="11" y="48"/>
                  </a:cubicBezTo>
                  <a:cubicBezTo>
                    <a:pt x="12" y="25"/>
                    <a:pt x="15" y="0"/>
                    <a:pt x="0" y="4"/>
                  </a:cubicBezTo>
                  <a:cubicBezTo>
                    <a:pt x="0" y="173"/>
                    <a:pt x="0" y="173"/>
                    <a:pt x="0" y="173"/>
                  </a:cubicBezTo>
                  <a:lnTo>
                    <a:pt x="172" y="329"/>
                  </a:ln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6" name="Freeform 461">
              <a:extLst>
                <a:ext uri="{FF2B5EF4-FFF2-40B4-BE49-F238E27FC236}">
                  <a16:creationId xmlns:a16="http://schemas.microsoft.com/office/drawing/2014/main" id="{8871689C-776C-4B0F-95A6-67A14E8A3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843"/>
              <a:ext cx="2862" cy="1021"/>
            </a:xfrm>
            <a:custGeom>
              <a:avLst/>
              <a:gdLst>
                <a:gd name="T0" fmla="*/ 2687 w 1145"/>
                <a:gd name="T1" fmla="*/ 7256 h 383"/>
                <a:gd name="T2" fmla="*/ 17882 w 1145"/>
                <a:gd name="T3" fmla="*/ 2922 h 383"/>
                <a:gd name="T4" fmla="*/ 13853 w 1145"/>
                <a:gd name="T5" fmla="*/ 0 h 383"/>
                <a:gd name="T6" fmla="*/ 0 w 1145"/>
                <a:gd name="T7" fmla="*/ 4300 h 383"/>
                <a:gd name="T8" fmla="*/ 2687 w 1145"/>
                <a:gd name="T9" fmla="*/ 7256 h 3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5" h="383">
                  <a:moveTo>
                    <a:pt x="172" y="383"/>
                  </a:moveTo>
                  <a:cubicBezTo>
                    <a:pt x="401" y="260"/>
                    <a:pt x="722" y="154"/>
                    <a:pt x="1145" y="154"/>
                  </a:cubicBezTo>
                  <a:cubicBezTo>
                    <a:pt x="1145" y="154"/>
                    <a:pt x="887" y="1"/>
                    <a:pt x="887" y="0"/>
                  </a:cubicBezTo>
                  <a:cubicBezTo>
                    <a:pt x="507" y="13"/>
                    <a:pt x="213" y="113"/>
                    <a:pt x="0" y="227"/>
                  </a:cubicBezTo>
                  <a:lnTo>
                    <a:pt x="172" y="38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7" name="Freeform 462">
              <a:extLst>
                <a:ext uri="{FF2B5EF4-FFF2-40B4-BE49-F238E27FC236}">
                  <a16:creationId xmlns:a16="http://schemas.microsoft.com/office/drawing/2014/main" id="{BA6867FD-F661-4149-841A-52EDC61FD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448"/>
              <a:ext cx="430" cy="475"/>
            </a:xfrm>
            <a:custGeom>
              <a:avLst/>
              <a:gdLst>
                <a:gd name="T0" fmla="*/ 430 w 430"/>
                <a:gd name="T1" fmla="*/ 475 h 475"/>
                <a:gd name="T2" fmla="*/ 0 w 430"/>
                <a:gd name="T3" fmla="*/ 59 h 475"/>
                <a:gd name="T4" fmla="*/ 0 w 430"/>
                <a:gd name="T5" fmla="*/ 0 h 475"/>
                <a:gd name="T6" fmla="*/ 430 w 430"/>
                <a:gd name="T7" fmla="*/ 416 h 475"/>
                <a:gd name="T8" fmla="*/ 430 w 430"/>
                <a:gd name="T9" fmla="*/ 475 h 4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0" h="475">
                  <a:moveTo>
                    <a:pt x="430" y="475"/>
                  </a:moveTo>
                  <a:lnTo>
                    <a:pt x="0" y="59"/>
                  </a:lnTo>
                  <a:lnTo>
                    <a:pt x="0" y="0"/>
                  </a:lnTo>
                  <a:lnTo>
                    <a:pt x="430" y="416"/>
                  </a:lnTo>
                  <a:lnTo>
                    <a:pt x="430" y="475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8" name="Freeform 463">
              <a:extLst>
                <a:ext uri="{FF2B5EF4-FFF2-40B4-BE49-F238E27FC236}">
                  <a16:creationId xmlns:a16="http://schemas.microsoft.com/office/drawing/2014/main" id="{DF3D7A58-F9FC-487A-B8CA-F7DB423D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653"/>
              <a:ext cx="430" cy="630"/>
            </a:xfrm>
            <a:custGeom>
              <a:avLst/>
              <a:gdLst>
                <a:gd name="T0" fmla="*/ 430 w 430"/>
                <a:gd name="T1" fmla="*/ 630 h 630"/>
                <a:gd name="T2" fmla="*/ 0 w 430"/>
                <a:gd name="T3" fmla="*/ 214 h 630"/>
                <a:gd name="T4" fmla="*/ 0 w 430"/>
                <a:gd name="T5" fmla="*/ 0 h 630"/>
                <a:gd name="T6" fmla="*/ 430 w 430"/>
                <a:gd name="T7" fmla="*/ 416 h 630"/>
                <a:gd name="T8" fmla="*/ 430 w 430"/>
                <a:gd name="T9" fmla="*/ 630 h 6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0" h="630">
                  <a:moveTo>
                    <a:pt x="430" y="630"/>
                  </a:moveTo>
                  <a:lnTo>
                    <a:pt x="0" y="214"/>
                  </a:lnTo>
                  <a:lnTo>
                    <a:pt x="0" y="0"/>
                  </a:lnTo>
                  <a:lnTo>
                    <a:pt x="430" y="416"/>
                  </a:lnTo>
                  <a:lnTo>
                    <a:pt x="430" y="63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9" name="Freeform 464">
              <a:extLst>
                <a:ext uri="{FF2B5EF4-FFF2-40B4-BE49-F238E27FC236}">
                  <a16:creationId xmlns:a16="http://schemas.microsoft.com/office/drawing/2014/main" id="{0493161D-EDA1-4969-B6B4-C0805D7AF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253"/>
              <a:ext cx="2432" cy="670"/>
            </a:xfrm>
            <a:custGeom>
              <a:avLst/>
              <a:gdLst>
                <a:gd name="T0" fmla="*/ 0 w 973"/>
                <a:gd name="T1" fmla="*/ 4354 h 251"/>
                <a:gd name="T2" fmla="*/ 0 w 973"/>
                <a:gd name="T3" fmla="*/ 4773 h 251"/>
                <a:gd name="T4" fmla="*/ 15194 w 973"/>
                <a:gd name="T5" fmla="*/ 419 h 251"/>
                <a:gd name="T6" fmla="*/ 15194 w 973"/>
                <a:gd name="T7" fmla="*/ 0 h 251"/>
                <a:gd name="T8" fmla="*/ 0 w 973"/>
                <a:gd name="T9" fmla="*/ 4354 h 2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3" h="251">
                  <a:moveTo>
                    <a:pt x="0" y="229"/>
                  </a:moveTo>
                  <a:cubicBezTo>
                    <a:pt x="0" y="251"/>
                    <a:pt x="0" y="251"/>
                    <a:pt x="0" y="251"/>
                  </a:cubicBezTo>
                  <a:cubicBezTo>
                    <a:pt x="229" y="128"/>
                    <a:pt x="550" y="22"/>
                    <a:pt x="973" y="22"/>
                  </a:cubicBezTo>
                  <a:cubicBezTo>
                    <a:pt x="973" y="0"/>
                    <a:pt x="973" y="0"/>
                    <a:pt x="973" y="0"/>
                  </a:cubicBezTo>
                  <a:cubicBezTo>
                    <a:pt x="550" y="0"/>
                    <a:pt x="229" y="106"/>
                    <a:pt x="0" y="22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0" name="Freeform 465">
              <a:extLst>
                <a:ext uri="{FF2B5EF4-FFF2-40B4-BE49-F238E27FC236}">
                  <a16:creationId xmlns:a16="http://schemas.microsoft.com/office/drawing/2014/main" id="{F6AA14D7-3BA7-46F0-A134-69D92CAE2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507"/>
              <a:ext cx="685" cy="562"/>
            </a:xfrm>
            <a:custGeom>
              <a:avLst/>
              <a:gdLst>
                <a:gd name="T0" fmla="*/ 2675 w 274"/>
                <a:gd name="T1" fmla="*/ 3987 h 211"/>
                <a:gd name="T2" fmla="*/ 2988 w 274"/>
                <a:gd name="T3" fmla="*/ 3761 h 211"/>
                <a:gd name="T4" fmla="*/ 3063 w 274"/>
                <a:gd name="T5" fmla="*/ 3702 h 211"/>
                <a:gd name="T6" fmla="*/ 3363 w 274"/>
                <a:gd name="T7" fmla="*/ 3497 h 211"/>
                <a:gd name="T8" fmla="*/ 3458 w 274"/>
                <a:gd name="T9" fmla="*/ 3420 h 211"/>
                <a:gd name="T10" fmla="*/ 3658 w 274"/>
                <a:gd name="T11" fmla="*/ 3284 h 211"/>
                <a:gd name="T12" fmla="*/ 3813 w 274"/>
                <a:gd name="T13" fmla="*/ 3172 h 211"/>
                <a:gd name="T14" fmla="*/ 4020 w 274"/>
                <a:gd name="T15" fmla="*/ 3044 h 211"/>
                <a:gd name="T16" fmla="*/ 4250 w 274"/>
                <a:gd name="T17" fmla="*/ 2895 h 211"/>
                <a:gd name="T18" fmla="*/ 4283 w 274"/>
                <a:gd name="T19" fmla="*/ 2874 h 211"/>
                <a:gd name="T20" fmla="*/ 4158 w 274"/>
                <a:gd name="T21" fmla="*/ 2951 h 211"/>
                <a:gd name="T22" fmla="*/ 4158 w 274"/>
                <a:gd name="T23" fmla="*/ 2951 h 211"/>
                <a:gd name="T24" fmla="*/ 1470 w 274"/>
                <a:gd name="T25" fmla="*/ 0 h 211"/>
                <a:gd name="T26" fmla="*/ 0 w 274"/>
                <a:gd name="T27" fmla="*/ 1036 h 211"/>
                <a:gd name="T28" fmla="*/ 2675 w 274"/>
                <a:gd name="T29" fmla="*/ 3987 h 2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4" h="211">
                  <a:moveTo>
                    <a:pt x="171" y="211"/>
                  </a:moveTo>
                  <a:cubicBezTo>
                    <a:pt x="178" y="207"/>
                    <a:pt x="184" y="203"/>
                    <a:pt x="191" y="199"/>
                  </a:cubicBezTo>
                  <a:cubicBezTo>
                    <a:pt x="193" y="198"/>
                    <a:pt x="194" y="197"/>
                    <a:pt x="196" y="196"/>
                  </a:cubicBezTo>
                  <a:cubicBezTo>
                    <a:pt x="202" y="192"/>
                    <a:pt x="209" y="189"/>
                    <a:pt x="215" y="185"/>
                  </a:cubicBezTo>
                  <a:cubicBezTo>
                    <a:pt x="217" y="184"/>
                    <a:pt x="219" y="183"/>
                    <a:pt x="221" y="181"/>
                  </a:cubicBezTo>
                  <a:cubicBezTo>
                    <a:pt x="226" y="179"/>
                    <a:pt x="230" y="176"/>
                    <a:pt x="234" y="174"/>
                  </a:cubicBezTo>
                  <a:cubicBezTo>
                    <a:pt x="238" y="172"/>
                    <a:pt x="241" y="170"/>
                    <a:pt x="244" y="168"/>
                  </a:cubicBezTo>
                  <a:cubicBezTo>
                    <a:pt x="248" y="166"/>
                    <a:pt x="253" y="163"/>
                    <a:pt x="257" y="161"/>
                  </a:cubicBezTo>
                  <a:cubicBezTo>
                    <a:pt x="262" y="158"/>
                    <a:pt x="267" y="156"/>
                    <a:pt x="272" y="153"/>
                  </a:cubicBezTo>
                  <a:cubicBezTo>
                    <a:pt x="273" y="153"/>
                    <a:pt x="273" y="152"/>
                    <a:pt x="274" y="152"/>
                  </a:cubicBezTo>
                  <a:cubicBezTo>
                    <a:pt x="271" y="153"/>
                    <a:pt x="269" y="155"/>
                    <a:pt x="266" y="156"/>
                  </a:cubicBezTo>
                  <a:cubicBezTo>
                    <a:pt x="266" y="156"/>
                    <a:pt x="266" y="156"/>
                    <a:pt x="266" y="156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61" y="18"/>
                    <a:pt x="29" y="37"/>
                    <a:pt x="0" y="55"/>
                  </a:cubicBezTo>
                  <a:cubicBezTo>
                    <a:pt x="171" y="211"/>
                    <a:pt x="171" y="211"/>
                    <a:pt x="171" y="2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1" name="Line 466">
              <a:extLst>
                <a:ext uri="{FF2B5EF4-FFF2-40B4-BE49-F238E27FC236}">
                  <a16:creationId xmlns:a16="http://schemas.microsoft.com/office/drawing/2014/main" id="{38BCF321-F724-4D76-A351-680BB08C16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3" y="2667"/>
              <a:ext cx="1" cy="50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2" name="Freeform 467">
              <a:extLst>
                <a:ext uri="{FF2B5EF4-FFF2-40B4-BE49-F238E27FC236}">
                  <a16:creationId xmlns:a16="http://schemas.microsoft.com/office/drawing/2014/main" id="{3580409D-2B37-4DF2-8EB3-C7E4D98BF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589"/>
              <a:ext cx="3085" cy="1078"/>
            </a:xfrm>
            <a:custGeom>
              <a:avLst/>
              <a:gdLst>
                <a:gd name="T0" fmla="*/ 19283 w 1234"/>
                <a:gd name="T1" fmla="*/ 0 h 404"/>
                <a:gd name="T2" fmla="*/ 0 w 1234"/>
                <a:gd name="T3" fmla="*/ 7674 h 4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4" h="404">
                  <a:moveTo>
                    <a:pt x="1234" y="0"/>
                  </a:moveTo>
                  <a:cubicBezTo>
                    <a:pt x="614" y="0"/>
                    <a:pt x="212" y="228"/>
                    <a:pt x="0" y="40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3" name="Freeform 468">
              <a:extLst>
                <a:ext uri="{FF2B5EF4-FFF2-40B4-BE49-F238E27FC236}">
                  <a16:creationId xmlns:a16="http://schemas.microsoft.com/office/drawing/2014/main" id="{FBA4987A-E168-415E-9BBB-D72895DC7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312"/>
              <a:ext cx="2670" cy="971"/>
            </a:xfrm>
            <a:custGeom>
              <a:avLst/>
              <a:gdLst>
                <a:gd name="T0" fmla="*/ 16688 w 1068"/>
                <a:gd name="T1" fmla="*/ 0 h 364"/>
                <a:gd name="T2" fmla="*/ 1488 w 1068"/>
                <a:gd name="T3" fmla="*/ 4348 h 364"/>
                <a:gd name="T4" fmla="*/ 1613 w 1068"/>
                <a:gd name="T5" fmla="*/ 4271 h 364"/>
                <a:gd name="T6" fmla="*/ 1583 w 1068"/>
                <a:gd name="T7" fmla="*/ 4292 h 364"/>
                <a:gd name="T8" fmla="*/ 1345 w 1068"/>
                <a:gd name="T9" fmla="*/ 4442 h 364"/>
                <a:gd name="T10" fmla="*/ 1145 w 1068"/>
                <a:gd name="T11" fmla="*/ 4575 h 364"/>
                <a:gd name="T12" fmla="*/ 988 w 1068"/>
                <a:gd name="T13" fmla="*/ 4690 h 364"/>
                <a:gd name="T14" fmla="*/ 783 w 1068"/>
                <a:gd name="T15" fmla="*/ 4826 h 364"/>
                <a:gd name="T16" fmla="*/ 688 w 1068"/>
                <a:gd name="T17" fmla="*/ 4895 h 364"/>
                <a:gd name="T18" fmla="*/ 395 w 1068"/>
                <a:gd name="T19" fmla="*/ 5108 h 364"/>
                <a:gd name="T20" fmla="*/ 313 w 1068"/>
                <a:gd name="T21" fmla="*/ 5167 h 364"/>
                <a:gd name="T22" fmla="*/ 0 w 1068"/>
                <a:gd name="T23" fmla="*/ 5394 h 364"/>
                <a:gd name="T24" fmla="*/ 0 w 1068"/>
                <a:gd name="T25" fmla="*/ 5394 h 364"/>
                <a:gd name="T26" fmla="*/ 20 w 1068"/>
                <a:gd name="T27" fmla="*/ 5394 h 364"/>
                <a:gd name="T28" fmla="*/ 20 w 1068"/>
                <a:gd name="T29" fmla="*/ 6909 h 364"/>
                <a:gd name="T30" fmla="*/ 20 w 1068"/>
                <a:gd name="T31" fmla="*/ 6909 h 364"/>
                <a:gd name="T32" fmla="*/ 16688 w 1068"/>
                <a:gd name="T33" fmla="*/ 1515 h 364"/>
                <a:gd name="T34" fmla="*/ 16688 w 1068"/>
                <a:gd name="T35" fmla="*/ 0 h 3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68" h="364">
                  <a:moveTo>
                    <a:pt x="1068" y="0"/>
                  </a:moveTo>
                  <a:cubicBezTo>
                    <a:pt x="645" y="0"/>
                    <a:pt x="324" y="106"/>
                    <a:pt x="95" y="229"/>
                  </a:cubicBezTo>
                  <a:cubicBezTo>
                    <a:pt x="98" y="228"/>
                    <a:pt x="100" y="226"/>
                    <a:pt x="103" y="225"/>
                  </a:cubicBezTo>
                  <a:cubicBezTo>
                    <a:pt x="102" y="225"/>
                    <a:pt x="102" y="226"/>
                    <a:pt x="101" y="226"/>
                  </a:cubicBezTo>
                  <a:cubicBezTo>
                    <a:pt x="96" y="229"/>
                    <a:pt x="91" y="231"/>
                    <a:pt x="86" y="234"/>
                  </a:cubicBezTo>
                  <a:cubicBezTo>
                    <a:pt x="82" y="236"/>
                    <a:pt x="77" y="239"/>
                    <a:pt x="73" y="241"/>
                  </a:cubicBezTo>
                  <a:cubicBezTo>
                    <a:pt x="70" y="243"/>
                    <a:pt x="67" y="245"/>
                    <a:pt x="63" y="247"/>
                  </a:cubicBezTo>
                  <a:cubicBezTo>
                    <a:pt x="59" y="249"/>
                    <a:pt x="55" y="252"/>
                    <a:pt x="50" y="254"/>
                  </a:cubicBezTo>
                  <a:cubicBezTo>
                    <a:pt x="48" y="256"/>
                    <a:pt x="46" y="257"/>
                    <a:pt x="44" y="258"/>
                  </a:cubicBezTo>
                  <a:cubicBezTo>
                    <a:pt x="38" y="262"/>
                    <a:pt x="31" y="265"/>
                    <a:pt x="25" y="269"/>
                  </a:cubicBezTo>
                  <a:cubicBezTo>
                    <a:pt x="23" y="270"/>
                    <a:pt x="22" y="271"/>
                    <a:pt x="20" y="272"/>
                  </a:cubicBezTo>
                  <a:cubicBezTo>
                    <a:pt x="13" y="276"/>
                    <a:pt x="7" y="280"/>
                    <a:pt x="0" y="284"/>
                  </a:cubicBezTo>
                  <a:cubicBezTo>
                    <a:pt x="0" y="284"/>
                    <a:pt x="0" y="284"/>
                    <a:pt x="0" y="284"/>
                  </a:cubicBezTo>
                  <a:cubicBezTo>
                    <a:pt x="1" y="284"/>
                    <a:pt x="1" y="284"/>
                    <a:pt x="1" y="284"/>
                  </a:cubicBezTo>
                  <a:cubicBezTo>
                    <a:pt x="1" y="364"/>
                    <a:pt x="1" y="364"/>
                    <a:pt x="1" y="364"/>
                  </a:cubicBezTo>
                  <a:cubicBezTo>
                    <a:pt x="1" y="364"/>
                    <a:pt x="1" y="364"/>
                    <a:pt x="1" y="364"/>
                  </a:cubicBezTo>
                  <a:cubicBezTo>
                    <a:pt x="232" y="219"/>
                    <a:pt x="584" y="80"/>
                    <a:pt x="1068" y="80"/>
                  </a:cubicBezTo>
                  <a:lnTo>
                    <a:pt x="1068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4" name="Freeform 469">
              <a:extLst>
                <a:ext uri="{FF2B5EF4-FFF2-40B4-BE49-F238E27FC236}">
                  <a16:creationId xmlns:a16="http://schemas.microsoft.com/office/drawing/2014/main" id="{58C2A1A7-7F64-4C57-BF87-C6C2E30E7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600"/>
              <a:ext cx="430" cy="491"/>
            </a:xfrm>
            <a:custGeom>
              <a:avLst/>
              <a:gdLst>
                <a:gd name="T0" fmla="*/ 2688 w 172"/>
                <a:gd name="T1" fmla="*/ 3018 h 184"/>
                <a:gd name="T2" fmla="*/ 1970 w 172"/>
                <a:gd name="T3" fmla="*/ 2356 h 184"/>
                <a:gd name="T4" fmla="*/ 1333 w 172"/>
                <a:gd name="T5" fmla="*/ 3346 h 184"/>
                <a:gd name="T6" fmla="*/ 770 w 172"/>
                <a:gd name="T7" fmla="*/ 3098 h 184"/>
                <a:gd name="T8" fmla="*/ 125 w 172"/>
                <a:gd name="T9" fmla="*/ 2415 h 184"/>
                <a:gd name="T10" fmla="*/ 175 w 172"/>
                <a:gd name="T11" fmla="*/ 913 h 184"/>
                <a:gd name="T12" fmla="*/ 0 w 172"/>
                <a:gd name="T13" fmla="*/ 77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184">
                  <a:moveTo>
                    <a:pt x="172" y="159"/>
                  </a:moveTo>
                  <a:cubicBezTo>
                    <a:pt x="158" y="149"/>
                    <a:pt x="139" y="116"/>
                    <a:pt x="126" y="124"/>
                  </a:cubicBezTo>
                  <a:cubicBezTo>
                    <a:pt x="108" y="134"/>
                    <a:pt x="98" y="170"/>
                    <a:pt x="85" y="176"/>
                  </a:cubicBezTo>
                  <a:cubicBezTo>
                    <a:pt x="69" y="184"/>
                    <a:pt x="63" y="169"/>
                    <a:pt x="49" y="163"/>
                  </a:cubicBezTo>
                  <a:cubicBezTo>
                    <a:pt x="29" y="153"/>
                    <a:pt x="15" y="150"/>
                    <a:pt x="8" y="127"/>
                  </a:cubicBezTo>
                  <a:cubicBezTo>
                    <a:pt x="3" y="110"/>
                    <a:pt x="9" y="64"/>
                    <a:pt x="11" y="48"/>
                  </a:cubicBezTo>
                  <a:cubicBezTo>
                    <a:pt x="12" y="25"/>
                    <a:pt x="15" y="0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5" name="Line 470">
              <a:extLst>
                <a:ext uri="{FF2B5EF4-FFF2-40B4-BE49-F238E27FC236}">
                  <a16:creationId xmlns:a16="http://schemas.microsoft.com/office/drawing/2014/main" id="{088B5C6E-769E-4C48-931A-691D9F4CC3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23" y="2251"/>
              <a:ext cx="430" cy="416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6" name="Line 471">
              <a:extLst>
                <a:ext uri="{FF2B5EF4-FFF2-40B4-BE49-F238E27FC236}">
                  <a16:creationId xmlns:a16="http://schemas.microsoft.com/office/drawing/2014/main" id="{1FC00CA6-051C-4C80-9FA9-9D080C1E36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3" y="3061"/>
              <a:ext cx="430" cy="416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7" name="Line 472">
              <a:extLst>
                <a:ext uri="{FF2B5EF4-FFF2-40B4-BE49-F238E27FC236}">
                  <a16:creationId xmlns:a16="http://schemas.microsoft.com/office/drawing/2014/main" id="{259281C8-963A-4A46-92F5-7B80D738BA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3" y="2773"/>
              <a:ext cx="1" cy="704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8" name="Freeform 473">
              <a:extLst>
                <a:ext uri="{FF2B5EF4-FFF2-40B4-BE49-F238E27FC236}">
                  <a16:creationId xmlns:a16="http://schemas.microsoft.com/office/drawing/2014/main" id="{F65930A1-0AE9-41C3-838F-877DBE10E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253"/>
              <a:ext cx="1" cy="800"/>
            </a:xfrm>
            <a:custGeom>
              <a:avLst/>
              <a:gdLst>
                <a:gd name="T0" fmla="*/ 0 w 1"/>
                <a:gd name="T1" fmla="*/ 0 h 800"/>
                <a:gd name="T2" fmla="*/ 0 w 1"/>
                <a:gd name="T3" fmla="*/ 800 h 800"/>
                <a:gd name="T4" fmla="*/ 0 w 1"/>
                <a:gd name="T5" fmla="*/ 0 h 800"/>
                <a:gd name="T6" fmla="*/ 0 w 1"/>
                <a:gd name="T7" fmla="*/ 0 h 8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800">
                  <a:moveTo>
                    <a:pt x="0" y="0"/>
                  </a:moveTo>
                  <a:lnTo>
                    <a:pt x="0" y="8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9" name="Freeform 474">
              <a:extLst>
                <a:ext uri="{FF2B5EF4-FFF2-40B4-BE49-F238E27FC236}">
                  <a16:creationId xmlns:a16="http://schemas.microsoft.com/office/drawing/2014/main" id="{321FF4A9-AAA8-49B2-9488-6CF5B6217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589"/>
              <a:ext cx="3085" cy="1888"/>
            </a:xfrm>
            <a:custGeom>
              <a:avLst/>
              <a:gdLst>
                <a:gd name="T0" fmla="*/ 0 w 3085"/>
                <a:gd name="T1" fmla="*/ 1888 h 1888"/>
                <a:gd name="T2" fmla="*/ 3085 w 3085"/>
                <a:gd name="T3" fmla="*/ 1888 h 1888"/>
                <a:gd name="T4" fmla="*/ 3085 w 3085"/>
                <a:gd name="T5" fmla="*/ 0 h 18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85" h="1888">
                  <a:moveTo>
                    <a:pt x="0" y="1888"/>
                  </a:moveTo>
                  <a:lnTo>
                    <a:pt x="3085" y="1888"/>
                  </a:lnTo>
                  <a:lnTo>
                    <a:pt x="3085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0" name="Freeform 475">
              <a:extLst>
                <a:ext uri="{FF2B5EF4-FFF2-40B4-BE49-F238E27FC236}">
                  <a16:creationId xmlns:a16="http://schemas.microsoft.com/office/drawing/2014/main" id="{4D6F7B77-CFA9-4555-86BF-7860A5879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032"/>
              <a:ext cx="1488" cy="1445"/>
            </a:xfrm>
            <a:custGeom>
              <a:avLst/>
              <a:gdLst>
                <a:gd name="T0" fmla="*/ 8943 w 595"/>
                <a:gd name="T1" fmla="*/ 5175 h 542"/>
                <a:gd name="T2" fmla="*/ 9163 w 595"/>
                <a:gd name="T3" fmla="*/ 8566 h 542"/>
                <a:gd name="T4" fmla="*/ 9131 w 595"/>
                <a:gd name="T5" fmla="*/ 10270 h 542"/>
                <a:gd name="T6" fmla="*/ 9226 w 595"/>
                <a:gd name="T7" fmla="*/ 10235 h 542"/>
                <a:gd name="T8" fmla="*/ 9038 w 595"/>
                <a:gd name="T9" fmla="*/ 5153 h 542"/>
                <a:gd name="T10" fmla="*/ 8338 w 595"/>
                <a:gd name="T11" fmla="*/ 3106 h 542"/>
                <a:gd name="T12" fmla="*/ 8443 w 595"/>
                <a:gd name="T13" fmla="*/ 2901 h 542"/>
                <a:gd name="T14" fmla="*/ 8600 w 595"/>
                <a:gd name="T15" fmla="*/ 2637 h 542"/>
                <a:gd name="T16" fmla="*/ 8838 w 595"/>
                <a:gd name="T17" fmla="*/ 2253 h 542"/>
                <a:gd name="T18" fmla="*/ 8943 w 595"/>
                <a:gd name="T19" fmla="*/ 2330 h 542"/>
                <a:gd name="T20" fmla="*/ 9101 w 595"/>
                <a:gd name="T21" fmla="*/ 2559 h 542"/>
                <a:gd name="T22" fmla="*/ 9306 w 595"/>
                <a:gd name="T23" fmla="*/ 2330 h 542"/>
                <a:gd name="T24" fmla="*/ 9088 w 595"/>
                <a:gd name="T25" fmla="*/ 1968 h 542"/>
                <a:gd name="T26" fmla="*/ 9101 w 595"/>
                <a:gd name="T27" fmla="*/ 1741 h 542"/>
                <a:gd name="T28" fmla="*/ 8743 w 595"/>
                <a:gd name="T29" fmla="*/ 1344 h 542"/>
                <a:gd name="T30" fmla="*/ 8568 w 595"/>
                <a:gd name="T31" fmla="*/ 1784 h 542"/>
                <a:gd name="T32" fmla="*/ 8068 w 595"/>
                <a:gd name="T33" fmla="*/ 2594 h 542"/>
                <a:gd name="T34" fmla="*/ 7588 w 595"/>
                <a:gd name="T35" fmla="*/ 2125 h 542"/>
                <a:gd name="T36" fmla="*/ 7525 w 595"/>
                <a:gd name="T37" fmla="*/ 1728 h 542"/>
                <a:gd name="T38" fmla="*/ 7868 w 595"/>
                <a:gd name="T39" fmla="*/ 1501 h 542"/>
                <a:gd name="T40" fmla="*/ 8100 w 595"/>
                <a:gd name="T41" fmla="*/ 1216 h 542"/>
                <a:gd name="T42" fmla="*/ 8350 w 595"/>
                <a:gd name="T43" fmla="*/ 1002 h 542"/>
                <a:gd name="T44" fmla="*/ 8775 w 595"/>
                <a:gd name="T45" fmla="*/ 1160 h 542"/>
                <a:gd name="T46" fmla="*/ 8880 w 595"/>
                <a:gd name="T47" fmla="*/ 171 h 542"/>
                <a:gd name="T48" fmla="*/ 8368 w 595"/>
                <a:gd name="T49" fmla="*/ 149 h 542"/>
                <a:gd name="T50" fmla="*/ 8068 w 595"/>
                <a:gd name="T51" fmla="*/ 149 h 542"/>
                <a:gd name="T52" fmla="*/ 7725 w 595"/>
                <a:gd name="T53" fmla="*/ 56 h 542"/>
                <a:gd name="T54" fmla="*/ 7525 w 595"/>
                <a:gd name="T55" fmla="*/ 717 h 542"/>
                <a:gd name="T56" fmla="*/ 7367 w 595"/>
                <a:gd name="T57" fmla="*/ 1173 h 542"/>
                <a:gd name="T58" fmla="*/ 6847 w 595"/>
                <a:gd name="T59" fmla="*/ 1514 h 542"/>
                <a:gd name="T60" fmla="*/ 6755 w 595"/>
                <a:gd name="T61" fmla="*/ 1458 h 542"/>
                <a:gd name="T62" fmla="*/ 0 w 595"/>
                <a:gd name="T63" fmla="*/ 4740 h 542"/>
                <a:gd name="T64" fmla="*/ 4084 w 595"/>
                <a:gd name="T65" fmla="*/ 1536 h 542"/>
                <a:gd name="T66" fmla="*/ 7035 w 595"/>
                <a:gd name="T67" fmla="*/ 1629 h 542"/>
                <a:gd name="T68" fmla="*/ 7430 w 595"/>
                <a:gd name="T69" fmla="*/ 1272 h 542"/>
                <a:gd name="T70" fmla="*/ 7618 w 595"/>
                <a:gd name="T71" fmla="*/ 704 h 542"/>
                <a:gd name="T72" fmla="*/ 7775 w 595"/>
                <a:gd name="T73" fmla="*/ 171 h 542"/>
                <a:gd name="T74" fmla="*/ 7993 w 595"/>
                <a:gd name="T75" fmla="*/ 227 h 542"/>
                <a:gd name="T76" fmla="*/ 8430 w 595"/>
                <a:gd name="T77" fmla="*/ 264 h 542"/>
                <a:gd name="T78" fmla="*/ 8805 w 595"/>
                <a:gd name="T79" fmla="*/ 264 h 542"/>
                <a:gd name="T80" fmla="*/ 8755 w 595"/>
                <a:gd name="T81" fmla="*/ 1045 h 542"/>
                <a:gd name="T82" fmla="*/ 8350 w 595"/>
                <a:gd name="T83" fmla="*/ 888 h 542"/>
                <a:gd name="T84" fmla="*/ 8038 w 595"/>
                <a:gd name="T85" fmla="*/ 1101 h 542"/>
                <a:gd name="T86" fmla="*/ 7805 w 595"/>
                <a:gd name="T87" fmla="*/ 1400 h 542"/>
                <a:gd name="T88" fmla="*/ 7463 w 595"/>
                <a:gd name="T89" fmla="*/ 1629 h 542"/>
                <a:gd name="T90" fmla="*/ 7525 w 595"/>
                <a:gd name="T91" fmla="*/ 2218 h 542"/>
                <a:gd name="T92" fmla="*/ 8088 w 595"/>
                <a:gd name="T93" fmla="*/ 2730 h 542"/>
                <a:gd name="T94" fmla="*/ 8680 w 595"/>
                <a:gd name="T95" fmla="*/ 1784 h 542"/>
                <a:gd name="T96" fmla="*/ 8788 w 595"/>
                <a:gd name="T97" fmla="*/ 1480 h 542"/>
                <a:gd name="T98" fmla="*/ 9038 w 595"/>
                <a:gd name="T99" fmla="*/ 1650 h 542"/>
                <a:gd name="T100" fmla="*/ 9038 w 595"/>
                <a:gd name="T101" fmla="*/ 2069 h 542"/>
                <a:gd name="T102" fmla="*/ 9213 w 595"/>
                <a:gd name="T103" fmla="*/ 2330 h 542"/>
                <a:gd name="T104" fmla="*/ 9131 w 595"/>
                <a:gd name="T105" fmla="*/ 2423 h 542"/>
                <a:gd name="T106" fmla="*/ 9026 w 595"/>
                <a:gd name="T107" fmla="*/ 2253 h 542"/>
                <a:gd name="T108" fmla="*/ 8788 w 595"/>
                <a:gd name="T109" fmla="*/ 2138 h 542"/>
                <a:gd name="T110" fmla="*/ 8505 w 595"/>
                <a:gd name="T111" fmla="*/ 2615 h 542"/>
                <a:gd name="T112" fmla="*/ 8400 w 595"/>
                <a:gd name="T113" fmla="*/ 2807 h 542"/>
                <a:gd name="T114" fmla="*/ 8255 w 595"/>
                <a:gd name="T115" fmla="*/ 2978 h 54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95" h="542">
                  <a:moveTo>
                    <a:pt x="530" y="170"/>
                  </a:moveTo>
                  <a:cubicBezTo>
                    <a:pt x="551" y="200"/>
                    <a:pt x="567" y="235"/>
                    <a:pt x="572" y="273"/>
                  </a:cubicBezTo>
                  <a:cubicBezTo>
                    <a:pt x="583" y="362"/>
                    <a:pt x="584" y="386"/>
                    <a:pt x="585" y="440"/>
                  </a:cubicBezTo>
                  <a:cubicBezTo>
                    <a:pt x="586" y="452"/>
                    <a:pt x="586" y="452"/>
                    <a:pt x="586" y="452"/>
                  </a:cubicBezTo>
                  <a:cubicBezTo>
                    <a:pt x="587" y="498"/>
                    <a:pt x="585" y="539"/>
                    <a:pt x="585" y="539"/>
                  </a:cubicBezTo>
                  <a:cubicBezTo>
                    <a:pt x="584" y="542"/>
                    <a:pt x="584" y="542"/>
                    <a:pt x="584" y="542"/>
                  </a:cubicBezTo>
                  <a:cubicBezTo>
                    <a:pt x="590" y="542"/>
                    <a:pt x="590" y="542"/>
                    <a:pt x="590" y="542"/>
                  </a:cubicBezTo>
                  <a:cubicBezTo>
                    <a:pt x="590" y="540"/>
                    <a:pt x="590" y="540"/>
                    <a:pt x="590" y="540"/>
                  </a:cubicBezTo>
                  <a:cubicBezTo>
                    <a:pt x="590" y="540"/>
                    <a:pt x="593" y="498"/>
                    <a:pt x="592" y="452"/>
                  </a:cubicBezTo>
                  <a:cubicBezTo>
                    <a:pt x="590" y="390"/>
                    <a:pt x="590" y="368"/>
                    <a:pt x="578" y="272"/>
                  </a:cubicBezTo>
                  <a:cubicBezTo>
                    <a:pt x="573" y="232"/>
                    <a:pt x="556" y="196"/>
                    <a:pt x="533" y="165"/>
                  </a:cubicBezTo>
                  <a:cubicBezTo>
                    <a:pt x="533" y="164"/>
                    <a:pt x="533" y="164"/>
                    <a:pt x="533" y="164"/>
                  </a:cubicBezTo>
                  <a:cubicBezTo>
                    <a:pt x="533" y="161"/>
                    <a:pt x="534" y="158"/>
                    <a:pt x="535" y="157"/>
                  </a:cubicBezTo>
                  <a:cubicBezTo>
                    <a:pt x="536" y="155"/>
                    <a:pt x="538" y="154"/>
                    <a:pt x="540" y="153"/>
                  </a:cubicBezTo>
                  <a:cubicBezTo>
                    <a:pt x="542" y="152"/>
                    <a:pt x="545" y="151"/>
                    <a:pt x="547" y="149"/>
                  </a:cubicBezTo>
                  <a:cubicBezTo>
                    <a:pt x="549" y="146"/>
                    <a:pt x="550" y="142"/>
                    <a:pt x="550" y="139"/>
                  </a:cubicBezTo>
                  <a:cubicBezTo>
                    <a:pt x="552" y="134"/>
                    <a:pt x="552" y="134"/>
                    <a:pt x="552" y="134"/>
                  </a:cubicBezTo>
                  <a:cubicBezTo>
                    <a:pt x="555" y="129"/>
                    <a:pt x="561" y="122"/>
                    <a:pt x="565" y="119"/>
                  </a:cubicBezTo>
                  <a:cubicBezTo>
                    <a:pt x="566" y="119"/>
                    <a:pt x="568" y="118"/>
                    <a:pt x="569" y="118"/>
                  </a:cubicBezTo>
                  <a:cubicBezTo>
                    <a:pt x="569" y="118"/>
                    <a:pt x="572" y="123"/>
                    <a:pt x="572" y="123"/>
                  </a:cubicBezTo>
                  <a:cubicBezTo>
                    <a:pt x="572" y="123"/>
                    <a:pt x="574" y="126"/>
                    <a:pt x="574" y="126"/>
                  </a:cubicBezTo>
                  <a:cubicBezTo>
                    <a:pt x="575" y="129"/>
                    <a:pt x="578" y="134"/>
                    <a:pt x="582" y="135"/>
                  </a:cubicBezTo>
                  <a:cubicBezTo>
                    <a:pt x="585" y="135"/>
                    <a:pt x="588" y="134"/>
                    <a:pt x="591" y="132"/>
                  </a:cubicBezTo>
                  <a:cubicBezTo>
                    <a:pt x="594" y="129"/>
                    <a:pt x="595" y="126"/>
                    <a:pt x="595" y="123"/>
                  </a:cubicBezTo>
                  <a:cubicBezTo>
                    <a:pt x="595" y="115"/>
                    <a:pt x="588" y="109"/>
                    <a:pt x="586" y="107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77" y="101"/>
                    <a:pt x="576" y="101"/>
                    <a:pt x="578" y="96"/>
                  </a:cubicBezTo>
                  <a:cubicBezTo>
                    <a:pt x="579" y="95"/>
                    <a:pt x="580" y="94"/>
                    <a:pt x="582" y="92"/>
                  </a:cubicBezTo>
                  <a:cubicBezTo>
                    <a:pt x="586" y="90"/>
                    <a:pt x="591" y="86"/>
                    <a:pt x="587" y="77"/>
                  </a:cubicBezTo>
                  <a:cubicBezTo>
                    <a:pt x="582" y="67"/>
                    <a:pt x="568" y="68"/>
                    <a:pt x="559" y="71"/>
                  </a:cubicBezTo>
                  <a:cubicBezTo>
                    <a:pt x="548" y="76"/>
                    <a:pt x="548" y="81"/>
                    <a:pt x="548" y="88"/>
                  </a:cubicBezTo>
                  <a:cubicBezTo>
                    <a:pt x="548" y="94"/>
                    <a:pt x="548" y="94"/>
                    <a:pt x="548" y="94"/>
                  </a:cubicBezTo>
                  <a:cubicBezTo>
                    <a:pt x="548" y="104"/>
                    <a:pt x="539" y="120"/>
                    <a:pt x="533" y="127"/>
                  </a:cubicBezTo>
                  <a:cubicBezTo>
                    <a:pt x="528" y="132"/>
                    <a:pt x="522" y="136"/>
                    <a:pt x="516" y="137"/>
                  </a:cubicBezTo>
                  <a:cubicBezTo>
                    <a:pt x="515" y="137"/>
                    <a:pt x="510" y="136"/>
                    <a:pt x="508" y="133"/>
                  </a:cubicBezTo>
                  <a:cubicBezTo>
                    <a:pt x="502" y="128"/>
                    <a:pt x="492" y="118"/>
                    <a:pt x="485" y="112"/>
                  </a:cubicBezTo>
                  <a:cubicBezTo>
                    <a:pt x="479" y="106"/>
                    <a:pt x="482" y="103"/>
                    <a:pt x="481" y="101"/>
                  </a:cubicBezTo>
                  <a:cubicBezTo>
                    <a:pt x="480" y="98"/>
                    <a:pt x="478" y="94"/>
                    <a:pt x="481" y="91"/>
                  </a:cubicBezTo>
                  <a:cubicBezTo>
                    <a:pt x="484" y="89"/>
                    <a:pt x="488" y="87"/>
                    <a:pt x="491" y="86"/>
                  </a:cubicBezTo>
                  <a:cubicBezTo>
                    <a:pt x="496" y="84"/>
                    <a:pt x="500" y="82"/>
                    <a:pt x="503" y="79"/>
                  </a:cubicBezTo>
                  <a:cubicBezTo>
                    <a:pt x="510" y="72"/>
                    <a:pt x="510" y="72"/>
                    <a:pt x="510" y="72"/>
                  </a:cubicBezTo>
                  <a:cubicBezTo>
                    <a:pt x="513" y="69"/>
                    <a:pt x="515" y="66"/>
                    <a:pt x="518" y="64"/>
                  </a:cubicBezTo>
                  <a:cubicBezTo>
                    <a:pt x="521" y="61"/>
                    <a:pt x="521" y="61"/>
                    <a:pt x="521" y="61"/>
                  </a:cubicBezTo>
                  <a:cubicBezTo>
                    <a:pt x="525" y="59"/>
                    <a:pt x="531" y="54"/>
                    <a:pt x="534" y="53"/>
                  </a:cubicBezTo>
                  <a:cubicBezTo>
                    <a:pt x="537" y="53"/>
                    <a:pt x="540" y="55"/>
                    <a:pt x="543" y="57"/>
                  </a:cubicBezTo>
                  <a:cubicBezTo>
                    <a:pt x="548" y="60"/>
                    <a:pt x="554" y="63"/>
                    <a:pt x="561" y="61"/>
                  </a:cubicBezTo>
                  <a:cubicBezTo>
                    <a:pt x="569" y="59"/>
                    <a:pt x="574" y="53"/>
                    <a:pt x="577" y="44"/>
                  </a:cubicBezTo>
                  <a:cubicBezTo>
                    <a:pt x="580" y="32"/>
                    <a:pt x="576" y="17"/>
                    <a:pt x="568" y="9"/>
                  </a:cubicBezTo>
                  <a:cubicBezTo>
                    <a:pt x="562" y="3"/>
                    <a:pt x="553" y="1"/>
                    <a:pt x="544" y="4"/>
                  </a:cubicBezTo>
                  <a:cubicBezTo>
                    <a:pt x="541" y="5"/>
                    <a:pt x="538" y="7"/>
                    <a:pt x="535" y="8"/>
                  </a:cubicBezTo>
                  <a:cubicBezTo>
                    <a:pt x="531" y="11"/>
                    <a:pt x="527" y="13"/>
                    <a:pt x="523" y="12"/>
                  </a:cubicBezTo>
                  <a:cubicBezTo>
                    <a:pt x="520" y="12"/>
                    <a:pt x="518" y="10"/>
                    <a:pt x="516" y="8"/>
                  </a:cubicBezTo>
                  <a:cubicBezTo>
                    <a:pt x="515" y="6"/>
                    <a:pt x="513" y="4"/>
                    <a:pt x="510" y="3"/>
                  </a:cubicBezTo>
                  <a:cubicBezTo>
                    <a:pt x="504" y="0"/>
                    <a:pt x="499" y="0"/>
                    <a:pt x="494" y="3"/>
                  </a:cubicBezTo>
                  <a:cubicBezTo>
                    <a:pt x="485" y="8"/>
                    <a:pt x="481" y="19"/>
                    <a:pt x="480" y="28"/>
                  </a:cubicBezTo>
                  <a:cubicBezTo>
                    <a:pt x="480" y="31"/>
                    <a:pt x="480" y="35"/>
                    <a:pt x="481" y="38"/>
                  </a:cubicBezTo>
                  <a:cubicBezTo>
                    <a:pt x="481" y="43"/>
                    <a:pt x="482" y="47"/>
                    <a:pt x="480" y="51"/>
                  </a:cubicBezTo>
                  <a:cubicBezTo>
                    <a:pt x="479" y="55"/>
                    <a:pt x="475" y="59"/>
                    <a:pt x="471" y="62"/>
                  </a:cubicBezTo>
                  <a:cubicBezTo>
                    <a:pt x="466" y="66"/>
                    <a:pt x="466" y="66"/>
                    <a:pt x="466" y="66"/>
                  </a:cubicBezTo>
                  <a:cubicBezTo>
                    <a:pt x="456" y="76"/>
                    <a:pt x="448" y="83"/>
                    <a:pt x="438" y="80"/>
                  </a:cubicBezTo>
                  <a:cubicBezTo>
                    <a:pt x="437" y="79"/>
                    <a:pt x="433" y="77"/>
                    <a:pt x="432" y="77"/>
                  </a:cubicBezTo>
                  <a:cubicBezTo>
                    <a:pt x="432" y="77"/>
                    <a:pt x="432" y="77"/>
                    <a:pt x="432" y="77"/>
                  </a:cubicBezTo>
                  <a:cubicBezTo>
                    <a:pt x="364" y="50"/>
                    <a:pt x="309" y="53"/>
                    <a:pt x="259" y="76"/>
                  </a:cubicBezTo>
                  <a:cubicBezTo>
                    <a:pt x="153" y="133"/>
                    <a:pt x="67" y="194"/>
                    <a:pt x="0" y="250"/>
                  </a:cubicBezTo>
                  <a:cubicBezTo>
                    <a:pt x="0" y="258"/>
                    <a:pt x="0" y="258"/>
                    <a:pt x="0" y="258"/>
                  </a:cubicBezTo>
                  <a:cubicBezTo>
                    <a:pt x="0" y="258"/>
                    <a:pt x="153" y="136"/>
                    <a:pt x="261" y="81"/>
                  </a:cubicBezTo>
                  <a:cubicBezTo>
                    <a:pt x="313" y="58"/>
                    <a:pt x="367" y="58"/>
                    <a:pt x="430" y="83"/>
                  </a:cubicBezTo>
                  <a:cubicBezTo>
                    <a:pt x="436" y="86"/>
                    <a:pt x="441" y="88"/>
                    <a:pt x="450" y="86"/>
                  </a:cubicBezTo>
                  <a:cubicBezTo>
                    <a:pt x="458" y="84"/>
                    <a:pt x="465" y="77"/>
                    <a:pt x="471" y="71"/>
                  </a:cubicBezTo>
                  <a:cubicBezTo>
                    <a:pt x="471" y="71"/>
                    <a:pt x="475" y="67"/>
                    <a:pt x="475" y="67"/>
                  </a:cubicBezTo>
                  <a:cubicBezTo>
                    <a:pt x="480" y="63"/>
                    <a:pt x="485" y="59"/>
                    <a:pt x="487" y="53"/>
                  </a:cubicBezTo>
                  <a:cubicBezTo>
                    <a:pt x="489" y="48"/>
                    <a:pt x="488" y="42"/>
                    <a:pt x="487" y="37"/>
                  </a:cubicBezTo>
                  <a:cubicBezTo>
                    <a:pt x="487" y="34"/>
                    <a:pt x="486" y="31"/>
                    <a:pt x="487" y="28"/>
                  </a:cubicBezTo>
                  <a:cubicBezTo>
                    <a:pt x="487" y="21"/>
                    <a:pt x="491" y="13"/>
                    <a:pt x="497" y="9"/>
                  </a:cubicBezTo>
                  <a:cubicBezTo>
                    <a:pt x="500" y="7"/>
                    <a:pt x="503" y="7"/>
                    <a:pt x="507" y="9"/>
                  </a:cubicBezTo>
                  <a:cubicBezTo>
                    <a:pt x="509" y="9"/>
                    <a:pt x="510" y="11"/>
                    <a:pt x="511" y="12"/>
                  </a:cubicBezTo>
                  <a:cubicBezTo>
                    <a:pt x="514" y="15"/>
                    <a:pt x="517" y="18"/>
                    <a:pt x="522" y="19"/>
                  </a:cubicBezTo>
                  <a:cubicBezTo>
                    <a:pt x="529" y="20"/>
                    <a:pt x="534" y="17"/>
                    <a:pt x="539" y="14"/>
                  </a:cubicBezTo>
                  <a:cubicBezTo>
                    <a:pt x="541" y="13"/>
                    <a:pt x="544" y="11"/>
                    <a:pt x="546" y="10"/>
                  </a:cubicBezTo>
                  <a:cubicBezTo>
                    <a:pt x="553" y="8"/>
                    <a:pt x="559" y="10"/>
                    <a:pt x="563" y="14"/>
                  </a:cubicBezTo>
                  <a:cubicBezTo>
                    <a:pt x="569" y="20"/>
                    <a:pt x="572" y="32"/>
                    <a:pt x="570" y="42"/>
                  </a:cubicBezTo>
                  <a:cubicBezTo>
                    <a:pt x="569" y="46"/>
                    <a:pt x="566" y="53"/>
                    <a:pt x="560" y="55"/>
                  </a:cubicBezTo>
                  <a:cubicBezTo>
                    <a:pt x="555" y="56"/>
                    <a:pt x="551" y="54"/>
                    <a:pt x="547" y="51"/>
                  </a:cubicBezTo>
                  <a:cubicBezTo>
                    <a:pt x="543" y="49"/>
                    <a:pt x="539" y="46"/>
                    <a:pt x="534" y="47"/>
                  </a:cubicBezTo>
                  <a:cubicBezTo>
                    <a:pt x="529" y="47"/>
                    <a:pt x="524" y="51"/>
                    <a:pt x="517" y="56"/>
                  </a:cubicBezTo>
                  <a:cubicBezTo>
                    <a:pt x="514" y="58"/>
                    <a:pt x="514" y="58"/>
                    <a:pt x="514" y="58"/>
                  </a:cubicBezTo>
                  <a:cubicBezTo>
                    <a:pt x="510" y="61"/>
                    <a:pt x="508" y="64"/>
                    <a:pt x="505" y="68"/>
                  </a:cubicBezTo>
                  <a:cubicBezTo>
                    <a:pt x="499" y="74"/>
                    <a:pt x="499" y="74"/>
                    <a:pt x="499" y="74"/>
                  </a:cubicBezTo>
                  <a:cubicBezTo>
                    <a:pt x="496" y="77"/>
                    <a:pt x="493" y="78"/>
                    <a:pt x="489" y="80"/>
                  </a:cubicBezTo>
                  <a:cubicBezTo>
                    <a:pt x="485" y="81"/>
                    <a:pt x="480" y="83"/>
                    <a:pt x="477" y="86"/>
                  </a:cubicBezTo>
                  <a:cubicBezTo>
                    <a:pt x="472" y="91"/>
                    <a:pt x="475" y="96"/>
                    <a:pt x="474" y="103"/>
                  </a:cubicBezTo>
                  <a:cubicBezTo>
                    <a:pt x="474" y="107"/>
                    <a:pt x="477" y="112"/>
                    <a:pt x="481" y="117"/>
                  </a:cubicBezTo>
                  <a:cubicBezTo>
                    <a:pt x="488" y="123"/>
                    <a:pt x="495" y="129"/>
                    <a:pt x="502" y="137"/>
                  </a:cubicBezTo>
                  <a:cubicBezTo>
                    <a:pt x="507" y="142"/>
                    <a:pt x="511" y="144"/>
                    <a:pt x="517" y="144"/>
                  </a:cubicBezTo>
                  <a:cubicBezTo>
                    <a:pt x="526" y="143"/>
                    <a:pt x="535" y="134"/>
                    <a:pt x="537" y="132"/>
                  </a:cubicBezTo>
                  <a:cubicBezTo>
                    <a:pt x="545" y="124"/>
                    <a:pt x="555" y="106"/>
                    <a:pt x="555" y="94"/>
                  </a:cubicBezTo>
                  <a:cubicBezTo>
                    <a:pt x="555" y="88"/>
                    <a:pt x="555" y="88"/>
                    <a:pt x="555" y="88"/>
                  </a:cubicBezTo>
                  <a:cubicBezTo>
                    <a:pt x="554" y="82"/>
                    <a:pt x="554" y="81"/>
                    <a:pt x="562" y="78"/>
                  </a:cubicBezTo>
                  <a:cubicBezTo>
                    <a:pt x="568" y="75"/>
                    <a:pt x="578" y="74"/>
                    <a:pt x="581" y="80"/>
                  </a:cubicBezTo>
                  <a:cubicBezTo>
                    <a:pt x="583" y="84"/>
                    <a:pt x="582" y="84"/>
                    <a:pt x="578" y="87"/>
                  </a:cubicBezTo>
                  <a:cubicBezTo>
                    <a:pt x="576" y="88"/>
                    <a:pt x="573" y="90"/>
                    <a:pt x="572" y="94"/>
                  </a:cubicBezTo>
                  <a:cubicBezTo>
                    <a:pt x="568" y="104"/>
                    <a:pt x="574" y="107"/>
                    <a:pt x="578" y="109"/>
                  </a:cubicBezTo>
                  <a:cubicBezTo>
                    <a:pt x="582" y="112"/>
                    <a:pt x="582" y="112"/>
                    <a:pt x="582" y="112"/>
                  </a:cubicBezTo>
                  <a:cubicBezTo>
                    <a:pt x="585" y="115"/>
                    <a:pt x="589" y="119"/>
                    <a:pt x="589" y="123"/>
                  </a:cubicBezTo>
                  <a:cubicBezTo>
                    <a:pt x="589" y="124"/>
                    <a:pt x="588" y="126"/>
                    <a:pt x="586" y="127"/>
                  </a:cubicBezTo>
                  <a:cubicBezTo>
                    <a:pt x="585" y="128"/>
                    <a:pt x="584" y="128"/>
                    <a:pt x="584" y="128"/>
                  </a:cubicBezTo>
                  <a:cubicBezTo>
                    <a:pt x="582" y="128"/>
                    <a:pt x="581" y="125"/>
                    <a:pt x="580" y="123"/>
                  </a:cubicBezTo>
                  <a:cubicBezTo>
                    <a:pt x="577" y="119"/>
                    <a:pt x="577" y="119"/>
                    <a:pt x="577" y="119"/>
                  </a:cubicBezTo>
                  <a:cubicBezTo>
                    <a:pt x="575" y="115"/>
                    <a:pt x="575" y="115"/>
                    <a:pt x="575" y="115"/>
                  </a:cubicBezTo>
                  <a:cubicBezTo>
                    <a:pt x="571" y="110"/>
                    <a:pt x="569" y="110"/>
                    <a:pt x="562" y="113"/>
                  </a:cubicBezTo>
                  <a:cubicBezTo>
                    <a:pt x="556" y="117"/>
                    <a:pt x="549" y="125"/>
                    <a:pt x="546" y="131"/>
                  </a:cubicBezTo>
                  <a:cubicBezTo>
                    <a:pt x="544" y="138"/>
                    <a:pt x="544" y="138"/>
                    <a:pt x="544" y="138"/>
                  </a:cubicBezTo>
                  <a:cubicBezTo>
                    <a:pt x="543" y="140"/>
                    <a:pt x="543" y="143"/>
                    <a:pt x="541" y="144"/>
                  </a:cubicBezTo>
                  <a:cubicBezTo>
                    <a:pt x="540" y="146"/>
                    <a:pt x="538" y="147"/>
                    <a:pt x="537" y="148"/>
                  </a:cubicBezTo>
                  <a:cubicBezTo>
                    <a:pt x="535" y="149"/>
                    <a:pt x="532" y="150"/>
                    <a:pt x="530" y="152"/>
                  </a:cubicBezTo>
                  <a:cubicBezTo>
                    <a:pt x="529" y="154"/>
                    <a:pt x="528" y="155"/>
                    <a:pt x="528" y="157"/>
                  </a:cubicBezTo>
                  <a:cubicBezTo>
                    <a:pt x="527" y="164"/>
                    <a:pt x="527" y="164"/>
                    <a:pt x="530" y="170"/>
                  </a:cubicBezTo>
                  <a:close/>
                </a:path>
              </a:pathLst>
            </a:custGeom>
            <a:solidFill>
              <a:srgbClr val="FDF1F3"/>
            </a:solidFill>
            <a:ln w="15875" cap="flat">
              <a:solidFill>
                <a:srgbClr val="FDF1F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91" name="Freeform 476">
              <a:extLst>
                <a:ext uri="{FF2B5EF4-FFF2-40B4-BE49-F238E27FC236}">
                  <a16:creationId xmlns:a16="http://schemas.microsoft.com/office/drawing/2014/main" id="{19F2CD88-9F0A-4822-9631-7D0B68D90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621"/>
              <a:ext cx="1600" cy="1856"/>
            </a:xfrm>
            <a:custGeom>
              <a:avLst/>
              <a:gdLst>
                <a:gd name="T0" fmla="*/ 2833 w 640"/>
                <a:gd name="T1" fmla="*/ 1912 h 696"/>
                <a:gd name="T2" fmla="*/ 2438 w 640"/>
                <a:gd name="T3" fmla="*/ 1821 h 696"/>
                <a:gd name="T4" fmla="*/ 2270 w 640"/>
                <a:gd name="T5" fmla="*/ 1821 h 696"/>
                <a:gd name="T6" fmla="*/ 2488 w 640"/>
                <a:gd name="T7" fmla="*/ 1557 h 696"/>
                <a:gd name="T8" fmla="*/ 2813 w 640"/>
                <a:gd name="T9" fmla="*/ 1707 h 696"/>
                <a:gd name="T10" fmla="*/ 3395 w 640"/>
                <a:gd name="T11" fmla="*/ 1763 h 696"/>
                <a:gd name="T12" fmla="*/ 6583 w 640"/>
                <a:gd name="T13" fmla="*/ 307 h 696"/>
                <a:gd name="T14" fmla="*/ 10000 w 640"/>
                <a:gd name="T15" fmla="*/ 0 h 696"/>
                <a:gd name="T16" fmla="*/ 3395 w 640"/>
                <a:gd name="T17" fmla="*/ 1613 h 696"/>
                <a:gd name="T18" fmla="*/ 2488 w 640"/>
                <a:gd name="T19" fmla="*/ 1459 h 696"/>
                <a:gd name="T20" fmla="*/ 2458 w 640"/>
                <a:gd name="T21" fmla="*/ 1912 h 696"/>
                <a:gd name="T22" fmla="*/ 2750 w 640"/>
                <a:gd name="T23" fmla="*/ 2240 h 696"/>
                <a:gd name="T24" fmla="*/ 2095 w 640"/>
                <a:gd name="T25" fmla="*/ 3016 h 696"/>
                <a:gd name="T26" fmla="*/ 1283 w 640"/>
                <a:gd name="T27" fmla="*/ 2979 h 696"/>
                <a:gd name="T28" fmla="*/ 458 w 640"/>
                <a:gd name="T29" fmla="*/ 2787 h 696"/>
                <a:gd name="T30" fmla="*/ 158 w 640"/>
                <a:gd name="T31" fmla="*/ 3413 h 696"/>
                <a:gd name="T32" fmla="*/ 375 w 640"/>
                <a:gd name="T33" fmla="*/ 3549 h 696"/>
                <a:gd name="T34" fmla="*/ 220 w 640"/>
                <a:gd name="T35" fmla="*/ 3789 h 696"/>
                <a:gd name="T36" fmla="*/ 125 w 640"/>
                <a:gd name="T37" fmla="*/ 4416 h 696"/>
                <a:gd name="T38" fmla="*/ 800 w 640"/>
                <a:gd name="T39" fmla="*/ 3699 h 696"/>
                <a:gd name="T40" fmla="*/ 833 w 640"/>
                <a:gd name="T41" fmla="*/ 3469 h 696"/>
                <a:gd name="T42" fmla="*/ 958 w 640"/>
                <a:gd name="T43" fmla="*/ 3563 h 696"/>
                <a:gd name="T44" fmla="*/ 1395 w 640"/>
                <a:gd name="T45" fmla="*/ 3699 h 696"/>
                <a:gd name="T46" fmla="*/ 1688 w 640"/>
                <a:gd name="T47" fmla="*/ 3776 h 696"/>
                <a:gd name="T48" fmla="*/ 1313 w 640"/>
                <a:gd name="T49" fmla="*/ 4744 h 696"/>
                <a:gd name="T50" fmla="*/ 925 w 640"/>
                <a:gd name="T51" fmla="*/ 13197 h 696"/>
                <a:gd name="T52" fmla="*/ 1020 w 640"/>
                <a:gd name="T53" fmla="*/ 13197 h 696"/>
                <a:gd name="T54" fmla="*/ 958 w 640"/>
                <a:gd name="T55" fmla="*/ 10013 h 696"/>
                <a:gd name="T56" fmla="*/ 1783 w 640"/>
                <a:gd name="T57" fmla="*/ 3848 h 696"/>
                <a:gd name="T58" fmla="*/ 1688 w 640"/>
                <a:gd name="T59" fmla="*/ 3528 h 696"/>
                <a:gd name="T60" fmla="*/ 1083 w 640"/>
                <a:gd name="T61" fmla="*/ 3605 h 696"/>
                <a:gd name="T62" fmla="*/ 938 w 640"/>
                <a:gd name="T63" fmla="*/ 3336 h 696"/>
                <a:gd name="T64" fmla="*/ 688 w 640"/>
                <a:gd name="T65" fmla="*/ 3640 h 696"/>
                <a:gd name="T66" fmla="*/ 425 w 640"/>
                <a:gd name="T67" fmla="*/ 4323 h 696"/>
                <a:gd name="T68" fmla="*/ 125 w 640"/>
                <a:gd name="T69" fmla="*/ 4096 h 696"/>
                <a:gd name="T70" fmla="*/ 458 w 640"/>
                <a:gd name="T71" fmla="*/ 3720 h 696"/>
                <a:gd name="T72" fmla="*/ 345 w 640"/>
                <a:gd name="T73" fmla="*/ 3392 h 696"/>
                <a:gd name="T74" fmla="*/ 238 w 640"/>
                <a:gd name="T75" fmla="*/ 3277 h 696"/>
                <a:gd name="T76" fmla="*/ 988 w 640"/>
                <a:gd name="T77" fmla="*/ 2845 h 696"/>
                <a:gd name="T78" fmla="*/ 1550 w 640"/>
                <a:gd name="T79" fmla="*/ 3357 h 696"/>
                <a:gd name="T80" fmla="*/ 2300 w 640"/>
                <a:gd name="T81" fmla="*/ 2979 h 696"/>
                <a:gd name="T82" fmla="*/ 2908 w 640"/>
                <a:gd name="T83" fmla="*/ 2197 h 69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40" h="696">
                  <a:moveTo>
                    <a:pt x="186" y="116"/>
                  </a:moveTo>
                  <a:cubicBezTo>
                    <a:pt x="192" y="111"/>
                    <a:pt x="184" y="103"/>
                    <a:pt x="181" y="101"/>
                  </a:cubicBezTo>
                  <a:cubicBezTo>
                    <a:pt x="179" y="99"/>
                    <a:pt x="179" y="99"/>
                    <a:pt x="179" y="99"/>
                  </a:cubicBezTo>
                  <a:cubicBezTo>
                    <a:pt x="172" y="91"/>
                    <a:pt x="164" y="89"/>
                    <a:pt x="156" y="96"/>
                  </a:cubicBezTo>
                  <a:cubicBezTo>
                    <a:pt x="153" y="98"/>
                    <a:pt x="150" y="101"/>
                    <a:pt x="148" y="100"/>
                  </a:cubicBezTo>
                  <a:cubicBezTo>
                    <a:pt x="147" y="99"/>
                    <a:pt x="145" y="98"/>
                    <a:pt x="145" y="96"/>
                  </a:cubicBezTo>
                  <a:cubicBezTo>
                    <a:pt x="146" y="92"/>
                    <a:pt x="150" y="87"/>
                    <a:pt x="154" y="84"/>
                  </a:cubicBezTo>
                  <a:cubicBezTo>
                    <a:pt x="156" y="82"/>
                    <a:pt x="158" y="82"/>
                    <a:pt x="159" y="82"/>
                  </a:cubicBezTo>
                  <a:cubicBezTo>
                    <a:pt x="162" y="83"/>
                    <a:pt x="164" y="84"/>
                    <a:pt x="166" y="85"/>
                  </a:cubicBezTo>
                  <a:cubicBezTo>
                    <a:pt x="169" y="88"/>
                    <a:pt x="172" y="90"/>
                    <a:pt x="180" y="90"/>
                  </a:cubicBezTo>
                  <a:cubicBezTo>
                    <a:pt x="183" y="90"/>
                    <a:pt x="184" y="91"/>
                    <a:pt x="186" y="92"/>
                  </a:cubicBezTo>
                  <a:cubicBezTo>
                    <a:pt x="190" y="96"/>
                    <a:pt x="203" y="100"/>
                    <a:pt x="217" y="93"/>
                  </a:cubicBezTo>
                  <a:cubicBezTo>
                    <a:pt x="221" y="90"/>
                    <a:pt x="221" y="90"/>
                    <a:pt x="221" y="90"/>
                  </a:cubicBezTo>
                  <a:cubicBezTo>
                    <a:pt x="284" y="47"/>
                    <a:pt x="356" y="22"/>
                    <a:pt x="421" y="16"/>
                  </a:cubicBezTo>
                  <a:cubicBezTo>
                    <a:pt x="493" y="9"/>
                    <a:pt x="566" y="6"/>
                    <a:pt x="640" y="6"/>
                  </a:cubicBezTo>
                  <a:cubicBezTo>
                    <a:pt x="640" y="0"/>
                    <a:pt x="640" y="0"/>
                    <a:pt x="640" y="0"/>
                  </a:cubicBezTo>
                  <a:cubicBezTo>
                    <a:pt x="563" y="0"/>
                    <a:pt x="490" y="3"/>
                    <a:pt x="421" y="10"/>
                  </a:cubicBezTo>
                  <a:cubicBezTo>
                    <a:pt x="353" y="17"/>
                    <a:pt x="280" y="42"/>
                    <a:pt x="217" y="85"/>
                  </a:cubicBezTo>
                  <a:cubicBezTo>
                    <a:pt x="189" y="101"/>
                    <a:pt x="194" y="85"/>
                    <a:pt x="181" y="86"/>
                  </a:cubicBezTo>
                  <a:cubicBezTo>
                    <a:pt x="169" y="87"/>
                    <a:pt x="169" y="79"/>
                    <a:pt x="159" y="77"/>
                  </a:cubicBezTo>
                  <a:cubicBezTo>
                    <a:pt x="152" y="75"/>
                    <a:pt x="140" y="87"/>
                    <a:pt x="139" y="95"/>
                  </a:cubicBezTo>
                  <a:cubicBezTo>
                    <a:pt x="138" y="104"/>
                    <a:pt x="149" y="108"/>
                    <a:pt x="157" y="101"/>
                  </a:cubicBezTo>
                  <a:cubicBezTo>
                    <a:pt x="165" y="94"/>
                    <a:pt x="169" y="95"/>
                    <a:pt x="176" y="102"/>
                  </a:cubicBezTo>
                  <a:cubicBezTo>
                    <a:pt x="183" y="109"/>
                    <a:pt x="186" y="109"/>
                    <a:pt x="176" y="118"/>
                  </a:cubicBezTo>
                  <a:cubicBezTo>
                    <a:pt x="170" y="124"/>
                    <a:pt x="164" y="130"/>
                    <a:pt x="158" y="135"/>
                  </a:cubicBezTo>
                  <a:cubicBezTo>
                    <a:pt x="154" y="140"/>
                    <a:pt x="138" y="156"/>
                    <a:pt x="134" y="159"/>
                  </a:cubicBezTo>
                  <a:cubicBezTo>
                    <a:pt x="125" y="168"/>
                    <a:pt x="114" y="174"/>
                    <a:pt x="101" y="170"/>
                  </a:cubicBezTo>
                  <a:cubicBezTo>
                    <a:pt x="93" y="168"/>
                    <a:pt x="88" y="163"/>
                    <a:pt x="82" y="157"/>
                  </a:cubicBezTo>
                  <a:cubicBezTo>
                    <a:pt x="78" y="152"/>
                    <a:pt x="73" y="147"/>
                    <a:pt x="66" y="144"/>
                  </a:cubicBezTo>
                  <a:cubicBezTo>
                    <a:pt x="54" y="139"/>
                    <a:pt x="41" y="140"/>
                    <a:pt x="29" y="147"/>
                  </a:cubicBezTo>
                  <a:cubicBezTo>
                    <a:pt x="25" y="150"/>
                    <a:pt x="11" y="161"/>
                    <a:pt x="9" y="172"/>
                  </a:cubicBezTo>
                  <a:cubicBezTo>
                    <a:pt x="8" y="175"/>
                    <a:pt x="8" y="177"/>
                    <a:pt x="10" y="180"/>
                  </a:cubicBezTo>
                  <a:cubicBezTo>
                    <a:pt x="13" y="183"/>
                    <a:pt x="17" y="184"/>
                    <a:pt x="20" y="185"/>
                  </a:cubicBezTo>
                  <a:cubicBezTo>
                    <a:pt x="22" y="186"/>
                    <a:pt x="24" y="186"/>
                    <a:pt x="24" y="187"/>
                  </a:cubicBezTo>
                  <a:cubicBezTo>
                    <a:pt x="24" y="187"/>
                    <a:pt x="25" y="189"/>
                    <a:pt x="23" y="193"/>
                  </a:cubicBezTo>
                  <a:cubicBezTo>
                    <a:pt x="21" y="196"/>
                    <a:pt x="18" y="198"/>
                    <a:pt x="14" y="200"/>
                  </a:cubicBezTo>
                  <a:cubicBezTo>
                    <a:pt x="9" y="204"/>
                    <a:pt x="3" y="207"/>
                    <a:pt x="2" y="215"/>
                  </a:cubicBezTo>
                  <a:cubicBezTo>
                    <a:pt x="0" y="222"/>
                    <a:pt x="3" y="228"/>
                    <a:pt x="8" y="233"/>
                  </a:cubicBezTo>
                  <a:cubicBezTo>
                    <a:pt x="15" y="237"/>
                    <a:pt x="24" y="238"/>
                    <a:pt x="31" y="234"/>
                  </a:cubicBezTo>
                  <a:cubicBezTo>
                    <a:pt x="43" y="226"/>
                    <a:pt x="50" y="208"/>
                    <a:pt x="51" y="195"/>
                  </a:cubicBezTo>
                  <a:cubicBezTo>
                    <a:pt x="51" y="192"/>
                    <a:pt x="51" y="192"/>
                    <a:pt x="51" y="192"/>
                  </a:cubicBezTo>
                  <a:cubicBezTo>
                    <a:pt x="51" y="189"/>
                    <a:pt x="51" y="184"/>
                    <a:pt x="53" y="183"/>
                  </a:cubicBezTo>
                  <a:cubicBezTo>
                    <a:pt x="54" y="182"/>
                    <a:pt x="56" y="182"/>
                    <a:pt x="58" y="183"/>
                  </a:cubicBezTo>
                  <a:cubicBezTo>
                    <a:pt x="58" y="183"/>
                    <a:pt x="60" y="187"/>
                    <a:pt x="61" y="188"/>
                  </a:cubicBezTo>
                  <a:cubicBezTo>
                    <a:pt x="62" y="192"/>
                    <a:pt x="63" y="194"/>
                    <a:pt x="65" y="195"/>
                  </a:cubicBezTo>
                  <a:cubicBezTo>
                    <a:pt x="72" y="201"/>
                    <a:pt x="81" y="198"/>
                    <a:pt x="89" y="195"/>
                  </a:cubicBezTo>
                  <a:cubicBezTo>
                    <a:pt x="95" y="193"/>
                    <a:pt x="101" y="191"/>
                    <a:pt x="106" y="193"/>
                  </a:cubicBezTo>
                  <a:cubicBezTo>
                    <a:pt x="108" y="193"/>
                    <a:pt x="108" y="196"/>
                    <a:pt x="108" y="199"/>
                  </a:cubicBezTo>
                  <a:cubicBezTo>
                    <a:pt x="106" y="202"/>
                    <a:pt x="105" y="206"/>
                    <a:pt x="104" y="209"/>
                  </a:cubicBezTo>
                  <a:cubicBezTo>
                    <a:pt x="101" y="213"/>
                    <a:pt x="89" y="236"/>
                    <a:pt x="84" y="250"/>
                  </a:cubicBezTo>
                  <a:cubicBezTo>
                    <a:pt x="46" y="336"/>
                    <a:pt x="54" y="478"/>
                    <a:pt x="55" y="548"/>
                  </a:cubicBezTo>
                  <a:cubicBezTo>
                    <a:pt x="56" y="619"/>
                    <a:pt x="59" y="696"/>
                    <a:pt x="59" y="696"/>
                  </a:cubicBezTo>
                  <a:cubicBezTo>
                    <a:pt x="65" y="696"/>
                    <a:pt x="65" y="696"/>
                    <a:pt x="65" y="696"/>
                  </a:cubicBezTo>
                  <a:cubicBezTo>
                    <a:pt x="65" y="696"/>
                    <a:pt x="65" y="696"/>
                    <a:pt x="65" y="696"/>
                  </a:cubicBezTo>
                  <a:cubicBezTo>
                    <a:pt x="65" y="695"/>
                    <a:pt x="62" y="618"/>
                    <a:pt x="61" y="548"/>
                  </a:cubicBezTo>
                  <a:cubicBezTo>
                    <a:pt x="61" y="528"/>
                    <a:pt x="61" y="528"/>
                    <a:pt x="61" y="528"/>
                  </a:cubicBezTo>
                  <a:cubicBezTo>
                    <a:pt x="59" y="453"/>
                    <a:pt x="56" y="329"/>
                    <a:pt x="89" y="253"/>
                  </a:cubicBezTo>
                  <a:cubicBezTo>
                    <a:pt x="96" y="235"/>
                    <a:pt x="104" y="218"/>
                    <a:pt x="114" y="203"/>
                  </a:cubicBezTo>
                  <a:cubicBezTo>
                    <a:pt x="116" y="198"/>
                    <a:pt x="116" y="194"/>
                    <a:pt x="114" y="191"/>
                  </a:cubicBezTo>
                  <a:cubicBezTo>
                    <a:pt x="113" y="189"/>
                    <a:pt x="111" y="187"/>
                    <a:pt x="108" y="186"/>
                  </a:cubicBezTo>
                  <a:cubicBezTo>
                    <a:pt x="100" y="184"/>
                    <a:pt x="93" y="187"/>
                    <a:pt x="87" y="189"/>
                  </a:cubicBezTo>
                  <a:cubicBezTo>
                    <a:pt x="79" y="192"/>
                    <a:pt x="74" y="194"/>
                    <a:pt x="69" y="190"/>
                  </a:cubicBezTo>
                  <a:cubicBezTo>
                    <a:pt x="69" y="189"/>
                    <a:pt x="67" y="187"/>
                    <a:pt x="67" y="185"/>
                  </a:cubicBezTo>
                  <a:cubicBezTo>
                    <a:pt x="65" y="181"/>
                    <a:pt x="63" y="177"/>
                    <a:pt x="60" y="176"/>
                  </a:cubicBezTo>
                  <a:cubicBezTo>
                    <a:pt x="55" y="175"/>
                    <a:pt x="52" y="175"/>
                    <a:pt x="49" y="177"/>
                  </a:cubicBezTo>
                  <a:cubicBezTo>
                    <a:pt x="44" y="180"/>
                    <a:pt x="44" y="187"/>
                    <a:pt x="44" y="192"/>
                  </a:cubicBezTo>
                  <a:cubicBezTo>
                    <a:pt x="44" y="194"/>
                    <a:pt x="44" y="194"/>
                    <a:pt x="44" y="194"/>
                  </a:cubicBezTo>
                  <a:cubicBezTo>
                    <a:pt x="44" y="206"/>
                    <a:pt x="37" y="222"/>
                    <a:pt x="27" y="228"/>
                  </a:cubicBezTo>
                  <a:cubicBezTo>
                    <a:pt x="23" y="230"/>
                    <a:pt x="17" y="230"/>
                    <a:pt x="12" y="227"/>
                  </a:cubicBezTo>
                  <a:cubicBezTo>
                    <a:pt x="10" y="226"/>
                    <a:pt x="7" y="222"/>
                    <a:pt x="8" y="216"/>
                  </a:cubicBezTo>
                  <a:cubicBezTo>
                    <a:pt x="9" y="211"/>
                    <a:pt x="13" y="209"/>
                    <a:pt x="18" y="206"/>
                  </a:cubicBezTo>
                  <a:cubicBezTo>
                    <a:pt x="22" y="204"/>
                    <a:pt x="26" y="201"/>
                    <a:pt x="29" y="196"/>
                  </a:cubicBezTo>
                  <a:cubicBezTo>
                    <a:pt x="31" y="191"/>
                    <a:pt x="32" y="187"/>
                    <a:pt x="30" y="184"/>
                  </a:cubicBezTo>
                  <a:cubicBezTo>
                    <a:pt x="29" y="181"/>
                    <a:pt x="25" y="180"/>
                    <a:pt x="22" y="179"/>
                  </a:cubicBezTo>
                  <a:cubicBezTo>
                    <a:pt x="19" y="178"/>
                    <a:pt x="17" y="177"/>
                    <a:pt x="16" y="176"/>
                  </a:cubicBezTo>
                  <a:cubicBezTo>
                    <a:pt x="15" y="175"/>
                    <a:pt x="15" y="174"/>
                    <a:pt x="15" y="173"/>
                  </a:cubicBezTo>
                  <a:cubicBezTo>
                    <a:pt x="17" y="166"/>
                    <a:pt x="28" y="156"/>
                    <a:pt x="32" y="153"/>
                  </a:cubicBezTo>
                  <a:cubicBezTo>
                    <a:pt x="43" y="147"/>
                    <a:pt x="53" y="146"/>
                    <a:pt x="63" y="150"/>
                  </a:cubicBezTo>
                  <a:cubicBezTo>
                    <a:pt x="69" y="153"/>
                    <a:pt x="73" y="157"/>
                    <a:pt x="77" y="162"/>
                  </a:cubicBezTo>
                  <a:cubicBezTo>
                    <a:pt x="83" y="168"/>
                    <a:pt x="89" y="174"/>
                    <a:pt x="99" y="177"/>
                  </a:cubicBezTo>
                  <a:cubicBezTo>
                    <a:pt x="109" y="180"/>
                    <a:pt x="118" y="180"/>
                    <a:pt x="126" y="175"/>
                  </a:cubicBezTo>
                  <a:cubicBezTo>
                    <a:pt x="131" y="173"/>
                    <a:pt x="144" y="160"/>
                    <a:pt x="147" y="157"/>
                  </a:cubicBezTo>
                  <a:cubicBezTo>
                    <a:pt x="159" y="142"/>
                    <a:pt x="172" y="129"/>
                    <a:pt x="187" y="116"/>
                  </a:cubicBezTo>
                  <a:lnTo>
                    <a:pt x="186" y="116"/>
                  </a:lnTo>
                  <a:close/>
                </a:path>
              </a:pathLst>
            </a:custGeom>
            <a:solidFill>
              <a:srgbClr val="FDF1F3"/>
            </a:solidFill>
            <a:ln w="15875" cap="flat">
              <a:solidFill>
                <a:srgbClr val="FDF1F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92" name="Freeform 477">
              <a:extLst>
                <a:ext uri="{FF2B5EF4-FFF2-40B4-BE49-F238E27FC236}">
                  <a16:creationId xmlns:a16="http://schemas.microsoft.com/office/drawing/2014/main" id="{041130A1-832F-412B-8D46-0FCF0EE7F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283"/>
              <a:ext cx="430" cy="437"/>
            </a:xfrm>
            <a:custGeom>
              <a:avLst/>
              <a:gdLst>
                <a:gd name="T0" fmla="*/ 430 w 430"/>
                <a:gd name="T1" fmla="*/ 437 h 437"/>
                <a:gd name="T2" fmla="*/ 0 w 430"/>
                <a:gd name="T3" fmla="*/ 21 h 437"/>
                <a:gd name="T4" fmla="*/ 0 w 430"/>
                <a:gd name="T5" fmla="*/ 0 h 437"/>
                <a:gd name="T6" fmla="*/ 430 w 430"/>
                <a:gd name="T7" fmla="*/ 416 h 437"/>
                <a:gd name="T8" fmla="*/ 430 w 430"/>
                <a:gd name="T9" fmla="*/ 437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0" h="437">
                  <a:moveTo>
                    <a:pt x="430" y="437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430" y="416"/>
                  </a:lnTo>
                  <a:lnTo>
                    <a:pt x="430" y="437"/>
                  </a:lnTo>
                  <a:close/>
                </a:path>
              </a:pathLst>
            </a:custGeom>
            <a:solidFill>
              <a:srgbClr val="FAE5E7"/>
            </a:solidFill>
            <a:ln w="15875" cap="flat">
              <a:solidFill>
                <a:srgbClr val="FAE5E7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93" name="Freeform 478">
              <a:extLst>
                <a:ext uri="{FF2B5EF4-FFF2-40B4-BE49-F238E27FC236}">
                  <a16:creationId xmlns:a16="http://schemas.microsoft.com/office/drawing/2014/main" id="{1E09226D-2F41-4AED-94BE-36979CB21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349"/>
              <a:ext cx="147" cy="139"/>
            </a:xfrm>
            <a:custGeom>
              <a:avLst/>
              <a:gdLst>
                <a:gd name="T0" fmla="*/ 820 w 59"/>
                <a:gd name="T1" fmla="*/ 251 h 52"/>
                <a:gd name="T2" fmla="*/ 620 w 59"/>
                <a:gd name="T3" fmla="*/ 858 h 52"/>
                <a:gd name="T4" fmla="*/ 92 w 59"/>
                <a:gd name="T5" fmla="*/ 743 h 52"/>
                <a:gd name="T6" fmla="*/ 292 w 59"/>
                <a:gd name="T7" fmla="*/ 136 h 52"/>
                <a:gd name="T8" fmla="*/ 820 w 59"/>
                <a:gd name="T9" fmla="*/ 25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2">
                  <a:moveTo>
                    <a:pt x="53" y="13"/>
                  </a:moveTo>
                  <a:cubicBezTo>
                    <a:pt x="59" y="23"/>
                    <a:pt x="53" y="38"/>
                    <a:pt x="40" y="45"/>
                  </a:cubicBezTo>
                  <a:cubicBezTo>
                    <a:pt x="27" y="52"/>
                    <a:pt x="12" y="49"/>
                    <a:pt x="6" y="39"/>
                  </a:cubicBezTo>
                  <a:cubicBezTo>
                    <a:pt x="0" y="29"/>
                    <a:pt x="6" y="15"/>
                    <a:pt x="19" y="7"/>
                  </a:cubicBezTo>
                  <a:cubicBezTo>
                    <a:pt x="32" y="0"/>
                    <a:pt x="47" y="3"/>
                    <a:pt x="53" y="13"/>
                  </a:cubicBezTo>
                  <a:close/>
                </a:path>
              </a:pathLst>
            </a:cu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4" name="Freeform 479">
              <a:extLst>
                <a:ext uri="{FF2B5EF4-FFF2-40B4-BE49-F238E27FC236}">
                  <a16:creationId xmlns:a16="http://schemas.microsoft.com/office/drawing/2014/main" id="{D7983332-1EDE-4931-9BCB-3D8C741B6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373"/>
              <a:ext cx="93" cy="91"/>
            </a:xfrm>
            <a:custGeom>
              <a:avLst/>
              <a:gdLst>
                <a:gd name="T0" fmla="*/ 538 w 37"/>
                <a:gd name="T1" fmla="*/ 171 h 34"/>
                <a:gd name="T2" fmla="*/ 397 w 37"/>
                <a:gd name="T3" fmla="*/ 559 h 34"/>
                <a:gd name="T4" fmla="*/ 50 w 37"/>
                <a:gd name="T5" fmla="*/ 500 h 34"/>
                <a:gd name="T6" fmla="*/ 189 w 37"/>
                <a:gd name="T7" fmla="*/ 94 h 34"/>
                <a:gd name="T8" fmla="*/ 538 w 37"/>
                <a:gd name="T9" fmla="*/ 17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4">
                  <a:moveTo>
                    <a:pt x="34" y="9"/>
                  </a:moveTo>
                  <a:cubicBezTo>
                    <a:pt x="37" y="15"/>
                    <a:pt x="34" y="25"/>
                    <a:pt x="25" y="29"/>
                  </a:cubicBezTo>
                  <a:cubicBezTo>
                    <a:pt x="17" y="34"/>
                    <a:pt x="7" y="32"/>
                    <a:pt x="3" y="26"/>
                  </a:cubicBezTo>
                  <a:cubicBezTo>
                    <a:pt x="0" y="19"/>
                    <a:pt x="3" y="10"/>
                    <a:pt x="12" y="5"/>
                  </a:cubicBezTo>
                  <a:cubicBezTo>
                    <a:pt x="20" y="0"/>
                    <a:pt x="30" y="2"/>
                    <a:pt x="34" y="9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5" name="Freeform 480">
              <a:extLst>
                <a:ext uri="{FF2B5EF4-FFF2-40B4-BE49-F238E27FC236}">
                  <a16:creationId xmlns:a16="http://schemas.microsoft.com/office/drawing/2014/main" id="{5182FF23-34EF-4F50-AC63-90D99002F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379"/>
              <a:ext cx="73" cy="64"/>
            </a:xfrm>
            <a:custGeom>
              <a:avLst/>
              <a:gdLst>
                <a:gd name="T0" fmla="*/ 191 w 29"/>
                <a:gd name="T1" fmla="*/ 56 h 24"/>
                <a:gd name="T2" fmla="*/ 50 w 29"/>
                <a:gd name="T3" fmla="*/ 419 h 24"/>
                <a:gd name="T4" fmla="*/ 272 w 29"/>
                <a:gd name="T5" fmla="*/ 397 h 24"/>
                <a:gd name="T6" fmla="*/ 413 w 29"/>
                <a:gd name="T7" fmla="*/ 21 h 24"/>
                <a:gd name="T8" fmla="*/ 191 w 29"/>
                <a:gd name="T9" fmla="*/ 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12" y="3"/>
                  </a:moveTo>
                  <a:cubicBezTo>
                    <a:pt x="4" y="7"/>
                    <a:pt x="0" y="16"/>
                    <a:pt x="3" y="22"/>
                  </a:cubicBezTo>
                  <a:cubicBezTo>
                    <a:pt x="7" y="24"/>
                    <a:pt x="12" y="23"/>
                    <a:pt x="17" y="21"/>
                  </a:cubicBezTo>
                  <a:cubicBezTo>
                    <a:pt x="25" y="16"/>
                    <a:pt x="29" y="8"/>
                    <a:pt x="26" y="1"/>
                  </a:cubicBezTo>
                  <a:cubicBezTo>
                    <a:pt x="22" y="0"/>
                    <a:pt x="17" y="0"/>
                    <a:pt x="12" y="3"/>
                  </a:cubicBezTo>
                  <a:close/>
                </a:path>
              </a:pathLst>
            </a:cu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6" name="Freeform 481">
              <a:extLst>
                <a:ext uri="{FF2B5EF4-FFF2-40B4-BE49-F238E27FC236}">
                  <a16:creationId xmlns:a16="http://schemas.microsoft.com/office/drawing/2014/main" id="{0F56D369-0582-4C8C-83CB-707C65C43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2331"/>
              <a:ext cx="210" cy="789"/>
            </a:xfrm>
            <a:custGeom>
              <a:avLst/>
              <a:gdLst>
                <a:gd name="T0" fmla="*/ 333 w 84"/>
                <a:gd name="T1" fmla="*/ 512 h 296"/>
                <a:gd name="T2" fmla="*/ 333 w 84"/>
                <a:gd name="T3" fmla="*/ 512 h 296"/>
                <a:gd name="T4" fmla="*/ 470 w 84"/>
                <a:gd name="T5" fmla="*/ 648 h 296"/>
                <a:gd name="T6" fmla="*/ 458 w 84"/>
                <a:gd name="T7" fmla="*/ 946 h 296"/>
                <a:gd name="T8" fmla="*/ 425 w 84"/>
                <a:gd name="T9" fmla="*/ 1194 h 296"/>
                <a:gd name="T10" fmla="*/ 395 w 84"/>
                <a:gd name="T11" fmla="*/ 1399 h 296"/>
                <a:gd name="T12" fmla="*/ 395 w 84"/>
                <a:gd name="T13" fmla="*/ 2082 h 296"/>
                <a:gd name="T14" fmla="*/ 220 w 84"/>
                <a:gd name="T15" fmla="*/ 3255 h 296"/>
                <a:gd name="T16" fmla="*/ 208 w 84"/>
                <a:gd name="T17" fmla="*/ 3311 h 296"/>
                <a:gd name="T18" fmla="*/ 145 w 84"/>
                <a:gd name="T19" fmla="*/ 4241 h 296"/>
                <a:gd name="T20" fmla="*/ 283 w 84"/>
                <a:gd name="T21" fmla="*/ 4619 h 296"/>
                <a:gd name="T22" fmla="*/ 395 w 84"/>
                <a:gd name="T23" fmla="*/ 5017 h 296"/>
                <a:gd name="T24" fmla="*/ 395 w 84"/>
                <a:gd name="T25" fmla="*/ 5174 h 296"/>
                <a:gd name="T26" fmla="*/ 408 w 84"/>
                <a:gd name="T27" fmla="*/ 5550 h 296"/>
                <a:gd name="T28" fmla="*/ 425 w 84"/>
                <a:gd name="T29" fmla="*/ 5571 h 296"/>
                <a:gd name="T30" fmla="*/ 425 w 84"/>
                <a:gd name="T31" fmla="*/ 5571 h 296"/>
                <a:gd name="T32" fmla="*/ 500 w 84"/>
                <a:gd name="T33" fmla="*/ 5584 h 296"/>
                <a:gd name="T34" fmla="*/ 363 w 84"/>
                <a:gd name="T35" fmla="*/ 4449 h 296"/>
                <a:gd name="T36" fmla="*/ 250 w 84"/>
                <a:gd name="T37" fmla="*/ 4164 h 296"/>
                <a:gd name="T38" fmla="*/ 333 w 84"/>
                <a:gd name="T39" fmla="*/ 3367 h 296"/>
                <a:gd name="T40" fmla="*/ 345 w 84"/>
                <a:gd name="T41" fmla="*/ 3311 h 296"/>
                <a:gd name="T42" fmla="*/ 500 w 84"/>
                <a:gd name="T43" fmla="*/ 2047 h 296"/>
                <a:gd name="T44" fmla="*/ 520 w 84"/>
                <a:gd name="T45" fmla="*/ 1421 h 296"/>
                <a:gd name="T46" fmla="*/ 533 w 84"/>
                <a:gd name="T47" fmla="*/ 1215 h 296"/>
                <a:gd name="T48" fmla="*/ 583 w 84"/>
                <a:gd name="T49" fmla="*/ 989 h 296"/>
                <a:gd name="T50" fmla="*/ 613 w 84"/>
                <a:gd name="T51" fmla="*/ 776 h 296"/>
                <a:gd name="T52" fmla="*/ 783 w 84"/>
                <a:gd name="T53" fmla="*/ 946 h 296"/>
                <a:gd name="T54" fmla="*/ 738 w 84"/>
                <a:gd name="T55" fmla="*/ 874 h 296"/>
                <a:gd name="T56" fmla="*/ 938 w 84"/>
                <a:gd name="T57" fmla="*/ 264 h 296"/>
                <a:gd name="T58" fmla="*/ 1313 w 84"/>
                <a:gd name="T59" fmla="*/ 227 h 296"/>
                <a:gd name="T60" fmla="*/ 970 w 84"/>
                <a:gd name="T61" fmla="*/ 0 h 296"/>
                <a:gd name="T62" fmla="*/ 970 w 84"/>
                <a:gd name="T63" fmla="*/ 21 h 296"/>
                <a:gd name="T64" fmla="*/ 333 w 84"/>
                <a:gd name="T65" fmla="*/ 512 h 2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4" h="296">
                  <a:moveTo>
                    <a:pt x="21" y="27"/>
                  </a:moveTo>
                  <a:cubicBezTo>
                    <a:pt x="21" y="27"/>
                    <a:pt x="21" y="27"/>
                    <a:pt x="21" y="27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3" y="38"/>
                    <a:pt x="31" y="42"/>
                    <a:pt x="29" y="50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3" y="85"/>
                    <a:pt x="22" y="92"/>
                    <a:pt x="25" y="110"/>
                  </a:cubicBezTo>
                  <a:cubicBezTo>
                    <a:pt x="28" y="130"/>
                    <a:pt x="28" y="140"/>
                    <a:pt x="14" y="172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1" y="205"/>
                    <a:pt x="0" y="207"/>
                    <a:pt x="9" y="224"/>
                  </a:cubicBezTo>
                  <a:cubicBezTo>
                    <a:pt x="11" y="227"/>
                    <a:pt x="15" y="234"/>
                    <a:pt x="18" y="244"/>
                  </a:cubicBezTo>
                  <a:cubicBezTo>
                    <a:pt x="21" y="249"/>
                    <a:pt x="24" y="256"/>
                    <a:pt x="25" y="265"/>
                  </a:cubicBezTo>
                  <a:cubicBezTo>
                    <a:pt x="26" y="268"/>
                    <a:pt x="26" y="270"/>
                    <a:pt x="25" y="273"/>
                  </a:cubicBezTo>
                  <a:cubicBezTo>
                    <a:pt x="26" y="280"/>
                    <a:pt x="27" y="286"/>
                    <a:pt x="26" y="293"/>
                  </a:cubicBezTo>
                  <a:cubicBezTo>
                    <a:pt x="26" y="293"/>
                    <a:pt x="27" y="293"/>
                    <a:pt x="27" y="294"/>
                  </a:cubicBezTo>
                  <a:cubicBezTo>
                    <a:pt x="27" y="294"/>
                    <a:pt x="27" y="294"/>
                    <a:pt x="27" y="294"/>
                  </a:cubicBezTo>
                  <a:cubicBezTo>
                    <a:pt x="30" y="295"/>
                    <a:pt x="32" y="296"/>
                    <a:pt x="32" y="295"/>
                  </a:cubicBezTo>
                  <a:cubicBezTo>
                    <a:pt x="37" y="291"/>
                    <a:pt x="33" y="265"/>
                    <a:pt x="23" y="235"/>
                  </a:cubicBezTo>
                  <a:cubicBezTo>
                    <a:pt x="20" y="228"/>
                    <a:pt x="18" y="223"/>
                    <a:pt x="16" y="220"/>
                  </a:cubicBezTo>
                  <a:cubicBezTo>
                    <a:pt x="8" y="207"/>
                    <a:pt x="8" y="207"/>
                    <a:pt x="21" y="178"/>
                  </a:cubicBezTo>
                  <a:cubicBezTo>
                    <a:pt x="22" y="175"/>
                    <a:pt x="22" y="175"/>
                    <a:pt x="22" y="175"/>
                  </a:cubicBezTo>
                  <a:cubicBezTo>
                    <a:pt x="35" y="143"/>
                    <a:pt x="36" y="132"/>
                    <a:pt x="32" y="108"/>
                  </a:cubicBezTo>
                  <a:cubicBezTo>
                    <a:pt x="30" y="92"/>
                    <a:pt x="31" y="86"/>
                    <a:pt x="33" y="75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8" y="48"/>
                    <a:pt x="39" y="45"/>
                    <a:pt x="39" y="41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49" y="49"/>
                    <a:pt x="48" y="47"/>
                    <a:pt x="47" y="46"/>
                  </a:cubicBezTo>
                  <a:cubicBezTo>
                    <a:pt x="41" y="36"/>
                    <a:pt x="47" y="22"/>
                    <a:pt x="60" y="14"/>
                  </a:cubicBezTo>
                  <a:cubicBezTo>
                    <a:pt x="68" y="10"/>
                    <a:pt x="77" y="9"/>
                    <a:pt x="84" y="12"/>
                  </a:cubicBezTo>
                  <a:cubicBezTo>
                    <a:pt x="78" y="8"/>
                    <a:pt x="69" y="3"/>
                    <a:pt x="62" y="0"/>
                  </a:cubicBezTo>
                  <a:cubicBezTo>
                    <a:pt x="62" y="0"/>
                    <a:pt x="62" y="0"/>
                    <a:pt x="62" y="1"/>
                  </a:cubicBezTo>
                  <a:cubicBezTo>
                    <a:pt x="49" y="9"/>
                    <a:pt x="35" y="18"/>
                    <a:pt x="21" y="27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7" name="Freeform 482">
              <a:extLst>
                <a:ext uri="{FF2B5EF4-FFF2-40B4-BE49-F238E27FC236}">
                  <a16:creationId xmlns:a16="http://schemas.microsoft.com/office/drawing/2014/main" id="{081DB3A6-3AF2-41EC-9A8D-6E0BAC123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704"/>
              <a:ext cx="145" cy="136"/>
            </a:xfrm>
            <a:custGeom>
              <a:avLst/>
              <a:gdLst>
                <a:gd name="T0" fmla="*/ 813 w 58"/>
                <a:gd name="T1" fmla="*/ 227 h 51"/>
                <a:gd name="T2" fmla="*/ 625 w 58"/>
                <a:gd name="T3" fmla="*/ 832 h 51"/>
                <a:gd name="T4" fmla="*/ 95 w 58"/>
                <a:gd name="T5" fmla="*/ 717 h 51"/>
                <a:gd name="T6" fmla="*/ 300 w 58"/>
                <a:gd name="T7" fmla="*/ 136 h 51"/>
                <a:gd name="T8" fmla="*/ 813 w 58"/>
                <a:gd name="T9" fmla="*/ 22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1">
                  <a:moveTo>
                    <a:pt x="52" y="12"/>
                  </a:moveTo>
                  <a:cubicBezTo>
                    <a:pt x="58" y="23"/>
                    <a:pt x="52" y="37"/>
                    <a:pt x="40" y="44"/>
                  </a:cubicBezTo>
                  <a:cubicBezTo>
                    <a:pt x="27" y="51"/>
                    <a:pt x="12" y="49"/>
                    <a:pt x="6" y="38"/>
                  </a:cubicBezTo>
                  <a:cubicBezTo>
                    <a:pt x="0" y="28"/>
                    <a:pt x="6" y="14"/>
                    <a:pt x="19" y="7"/>
                  </a:cubicBezTo>
                  <a:cubicBezTo>
                    <a:pt x="32" y="0"/>
                    <a:pt x="47" y="2"/>
                    <a:pt x="52" y="1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8" name="Freeform 483">
              <a:extLst>
                <a:ext uri="{FF2B5EF4-FFF2-40B4-BE49-F238E27FC236}">
                  <a16:creationId xmlns:a16="http://schemas.microsoft.com/office/drawing/2014/main" id="{F7603951-9C3A-4616-B097-753878EDF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728"/>
              <a:ext cx="95" cy="88"/>
            </a:xfrm>
            <a:custGeom>
              <a:avLst/>
              <a:gdLst>
                <a:gd name="T0" fmla="*/ 533 w 38"/>
                <a:gd name="T1" fmla="*/ 149 h 33"/>
                <a:gd name="T2" fmla="*/ 408 w 38"/>
                <a:gd name="T3" fmla="*/ 547 h 33"/>
                <a:gd name="T4" fmla="*/ 63 w 38"/>
                <a:gd name="T5" fmla="*/ 477 h 33"/>
                <a:gd name="T6" fmla="*/ 188 w 38"/>
                <a:gd name="T7" fmla="*/ 77 h 33"/>
                <a:gd name="T8" fmla="*/ 533 w 38"/>
                <a:gd name="T9" fmla="*/ 14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3">
                  <a:moveTo>
                    <a:pt x="34" y="8"/>
                  </a:moveTo>
                  <a:cubicBezTo>
                    <a:pt x="38" y="15"/>
                    <a:pt x="34" y="24"/>
                    <a:pt x="26" y="29"/>
                  </a:cubicBezTo>
                  <a:cubicBezTo>
                    <a:pt x="18" y="33"/>
                    <a:pt x="8" y="32"/>
                    <a:pt x="4" y="25"/>
                  </a:cubicBezTo>
                  <a:cubicBezTo>
                    <a:pt x="0" y="18"/>
                    <a:pt x="4" y="9"/>
                    <a:pt x="12" y="4"/>
                  </a:cubicBezTo>
                  <a:cubicBezTo>
                    <a:pt x="21" y="0"/>
                    <a:pt x="31" y="1"/>
                    <a:pt x="34" y="8"/>
                  </a:cubicBezTo>
                  <a:close/>
                </a:path>
              </a:pathLst>
            </a:custGeom>
            <a:solidFill>
              <a:srgbClr val="007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9" name="Freeform 484">
              <a:extLst>
                <a:ext uri="{FF2B5EF4-FFF2-40B4-BE49-F238E27FC236}">
                  <a16:creationId xmlns:a16="http://schemas.microsoft.com/office/drawing/2014/main" id="{6A908B38-EDAE-4A10-BDA4-92C1E6B3F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731"/>
              <a:ext cx="67" cy="61"/>
            </a:xfrm>
            <a:custGeom>
              <a:avLst/>
              <a:gdLst>
                <a:gd name="T0" fmla="*/ 166 w 27"/>
                <a:gd name="T1" fmla="*/ 56 h 23"/>
                <a:gd name="T2" fmla="*/ 30 w 27"/>
                <a:gd name="T3" fmla="*/ 408 h 23"/>
                <a:gd name="T4" fmla="*/ 246 w 27"/>
                <a:gd name="T5" fmla="*/ 374 h 23"/>
                <a:gd name="T6" fmla="*/ 382 w 27"/>
                <a:gd name="T7" fmla="*/ 21 h 23"/>
                <a:gd name="T8" fmla="*/ 166 w 27"/>
                <a:gd name="T9" fmla="*/ 5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11" y="3"/>
                  </a:moveTo>
                  <a:cubicBezTo>
                    <a:pt x="4" y="8"/>
                    <a:pt x="0" y="16"/>
                    <a:pt x="2" y="22"/>
                  </a:cubicBezTo>
                  <a:cubicBezTo>
                    <a:pt x="7" y="23"/>
                    <a:pt x="11" y="23"/>
                    <a:pt x="16" y="20"/>
                  </a:cubicBezTo>
                  <a:cubicBezTo>
                    <a:pt x="24" y="16"/>
                    <a:pt x="27" y="8"/>
                    <a:pt x="25" y="1"/>
                  </a:cubicBezTo>
                  <a:cubicBezTo>
                    <a:pt x="21" y="0"/>
                    <a:pt x="16" y="1"/>
                    <a:pt x="11" y="3"/>
                  </a:cubicBezTo>
                  <a:close/>
                </a:path>
              </a:pathLst>
            </a:custGeom>
            <a:solidFill>
              <a:srgbClr val="005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0" name="Freeform 485">
              <a:extLst>
                <a:ext uri="{FF2B5EF4-FFF2-40B4-BE49-F238E27FC236}">
                  <a16:creationId xmlns:a16="http://schemas.microsoft.com/office/drawing/2014/main" id="{7C1D300D-5125-4CF5-B6AA-3103E5307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77"/>
              <a:ext cx="218" cy="139"/>
            </a:xfrm>
            <a:custGeom>
              <a:avLst/>
              <a:gdLst>
                <a:gd name="T0" fmla="*/ 0 w 87"/>
                <a:gd name="T1" fmla="*/ 307 h 52"/>
                <a:gd name="T2" fmla="*/ 501 w 87"/>
                <a:gd name="T3" fmla="*/ 687 h 52"/>
                <a:gd name="T4" fmla="*/ 659 w 87"/>
                <a:gd name="T5" fmla="*/ 842 h 52"/>
                <a:gd name="T6" fmla="*/ 834 w 87"/>
                <a:gd name="T7" fmla="*/ 994 h 52"/>
                <a:gd name="T8" fmla="*/ 784 w 87"/>
                <a:gd name="T9" fmla="*/ 914 h 52"/>
                <a:gd name="T10" fmla="*/ 992 w 87"/>
                <a:gd name="T11" fmla="*/ 321 h 52"/>
                <a:gd name="T12" fmla="*/ 1368 w 87"/>
                <a:gd name="T13" fmla="*/ 265 h 52"/>
                <a:gd name="T14" fmla="*/ 960 w 87"/>
                <a:gd name="T15" fmla="*/ 0 h 52"/>
                <a:gd name="T16" fmla="*/ 0 w 87"/>
                <a:gd name="T17" fmla="*/ 307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52">
                  <a:moveTo>
                    <a:pt x="0" y="16"/>
                  </a:moveTo>
                  <a:cubicBezTo>
                    <a:pt x="32" y="36"/>
                    <a:pt x="32" y="36"/>
                    <a:pt x="32" y="36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2" y="51"/>
                    <a:pt x="51" y="50"/>
                    <a:pt x="50" y="48"/>
                  </a:cubicBezTo>
                  <a:cubicBezTo>
                    <a:pt x="44" y="38"/>
                    <a:pt x="50" y="24"/>
                    <a:pt x="63" y="17"/>
                  </a:cubicBezTo>
                  <a:cubicBezTo>
                    <a:pt x="71" y="12"/>
                    <a:pt x="80" y="12"/>
                    <a:pt x="87" y="14"/>
                  </a:cubicBezTo>
                  <a:cubicBezTo>
                    <a:pt x="83" y="12"/>
                    <a:pt x="72" y="6"/>
                    <a:pt x="61" y="0"/>
                  </a:cubicBezTo>
                  <a:cubicBezTo>
                    <a:pt x="41" y="4"/>
                    <a:pt x="20" y="9"/>
                    <a:pt x="0" y="16"/>
                  </a:cubicBez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1" name="Freeform 486">
              <a:extLst>
                <a:ext uri="{FF2B5EF4-FFF2-40B4-BE49-F238E27FC236}">
                  <a16:creationId xmlns:a16="http://schemas.microsoft.com/office/drawing/2014/main" id="{6A1858B6-3D85-4A7C-9035-FB2048DAF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349"/>
              <a:ext cx="147" cy="139"/>
            </a:xfrm>
            <a:custGeom>
              <a:avLst/>
              <a:gdLst>
                <a:gd name="T0" fmla="*/ 820 w 59"/>
                <a:gd name="T1" fmla="*/ 251 h 52"/>
                <a:gd name="T2" fmla="*/ 620 w 59"/>
                <a:gd name="T3" fmla="*/ 858 h 52"/>
                <a:gd name="T4" fmla="*/ 92 w 59"/>
                <a:gd name="T5" fmla="*/ 743 h 52"/>
                <a:gd name="T6" fmla="*/ 292 w 59"/>
                <a:gd name="T7" fmla="*/ 136 h 52"/>
                <a:gd name="T8" fmla="*/ 820 w 59"/>
                <a:gd name="T9" fmla="*/ 25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2">
                  <a:moveTo>
                    <a:pt x="53" y="13"/>
                  </a:moveTo>
                  <a:cubicBezTo>
                    <a:pt x="59" y="23"/>
                    <a:pt x="53" y="38"/>
                    <a:pt x="40" y="45"/>
                  </a:cubicBezTo>
                  <a:cubicBezTo>
                    <a:pt x="27" y="52"/>
                    <a:pt x="12" y="49"/>
                    <a:pt x="6" y="39"/>
                  </a:cubicBezTo>
                  <a:cubicBezTo>
                    <a:pt x="0" y="29"/>
                    <a:pt x="6" y="15"/>
                    <a:pt x="19" y="7"/>
                  </a:cubicBezTo>
                  <a:cubicBezTo>
                    <a:pt x="32" y="0"/>
                    <a:pt x="47" y="3"/>
                    <a:pt x="53" y="1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2" name="Freeform 487">
              <a:extLst>
                <a:ext uri="{FF2B5EF4-FFF2-40B4-BE49-F238E27FC236}">
                  <a16:creationId xmlns:a16="http://schemas.microsoft.com/office/drawing/2014/main" id="{BD3BD460-05E1-4823-A823-4D472D1CF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2331"/>
              <a:ext cx="210" cy="789"/>
            </a:xfrm>
            <a:custGeom>
              <a:avLst/>
              <a:gdLst>
                <a:gd name="T0" fmla="*/ 333 w 84"/>
                <a:gd name="T1" fmla="*/ 512 h 296"/>
                <a:gd name="T2" fmla="*/ 333 w 84"/>
                <a:gd name="T3" fmla="*/ 512 h 296"/>
                <a:gd name="T4" fmla="*/ 470 w 84"/>
                <a:gd name="T5" fmla="*/ 648 h 296"/>
                <a:gd name="T6" fmla="*/ 458 w 84"/>
                <a:gd name="T7" fmla="*/ 946 h 296"/>
                <a:gd name="T8" fmla="*/ 425 w 84"/>
                <a:gd name="T9" fmla="*/ 1194 h 296"/>
                <a:gd name="T10" fmla="*/ 395 w 84"/>
                <a:gd name="T11" fmla="*/ 1399 h 296"/>
                <a:gd name="T12" fmla="*/ 395 w 84"/>
                <a:gd name="T13" fmla="*/ 2082 h 296"/>
                <a:gd name="T14" fmla="*/ 220 w 84"/>
                <a:gd name="T15" fmla="*/ 3255 h 296"/>
                <a:gd name="T16" fmla="*/ 208 w 84"/>
                <a:gd name="T17" fmla="*/ 3311 h 296"/>
                <a:gd name="T18" fmla="*/ 145 w 84"/>
                <a:gd name="T19" fmla="*/ 4241 h 296"/>
                <a:gd name="T20" fmla="*/ 283 w 84"/>
                <a:gd name="T21" fmla="*/ 4619 h 296"/>
                <a:gd name="T22" fmla="*/ 395 w 84"/>
                <a:gd name="T23" fmla="*/ 5017 h 296"/>
                <a:gd name="T24" fmla="*/ 395 w 84"/>
                <a:gd name="T25" fmla="*/ 5174 h 296"/>
                <a:gd name="T26" fmla="*/ 408 w 84"/>
                <a:gd name="T27" fmla="*/ 5550 h 296"/>
                <a:gd name="T28" fmla="*/ 425 w 84"/>
                <a:gd name="T29" fmla="*/ 5571 h 296"/>
                <a:gd name="T30" fmla="*/ 425 w 84"/>
                <a:gd name="T31" fmla="*/ 5571 h 296"/>
                <a:gd name="T32" fmla="*/ 500 w 84"/>
                <a:gd name="T33" fmla="*/ 5584 h 296"/>
                <a:gd name="T34" fmla="*/ 363 w 84"/>
                <a:gd name="T35" fmla="*/ 4449 h 296"/>
                <a:gd name="T36" fmla="*/ 250 w 84"/>
                <a:gd name="T37" fmla="*/ 4164 h 296"/>
                <a:gd name="T38" fmla="*/ 333 w 84"/>
                <a:gd name="T39" fmla="*/ 3367 h 296"/>
                <a:gd name="T40" fmla="*/ 345 w 84"/>
                <a:gd name="T41" fmla="*/ 3311 h 296"/>
                <a:gd name="T42" fmla="*/ 500 w 84"/>
                <a:gd name="T43" fmla="*/ 2047 h 296"/>
                <a:gd name="T44" fmla="*/ 520 w 84"/>
                <a:gd name="T45" fmla="*/ 1421 h 296"/>
                <a:gd name="T46" fmla="*/ 533 w 84"/>
                <a:gd name="T47" fmla="*/ 1215 h 296"/>
                <a:gd name="T48" fmla="*/ 583 w 84"/>
                <a:gd name="T49" fmla="*/ 989 h 296"/>
                <a:gd name="T50" fmla="*/ 613 w 84"/>
                <a:gd name="T51" fmla="*/ 776 h 296"/>
                <a:gd name="T52" fmla="*/ 783 w 84"/>
                <a:gd name="T53" fmla="*/ 946 h 296"/>
                <a:gd name="T54" fmla="*/ 738 w 84"/>
                <a:gd name="T55" fmla="*/ 874 h 296"/>
                <a:gd name="T56" fmla="*/ 938 w 84"/>
                <a:gd name="T57" fmla="*/ 264 h 296"/>
                <a:gd name="T58" fmla="*/ 1313 w 84"/>
                <a:gd name="T59" fmla="*/ 227 h 296"/>
                <a:gd name="T60" fmla="*/ 970 w 84"/>
                <a:gd name="T61" fmla="*/ 0 h 296"/>
                <a:gd name="T62" fmla="*/ 970 w 84"/>
                <a:gd name="T63" fmla="*/ 21 h 29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4" h="296">
                  <a:moveTo>
                    <a:pt x="21" y="27"/>
                  </a:moveTo>
                  <a:cubicBezTo>
                    <a:pt x="21" y="27"/>
                    <a:pt x="21" y="27"/>
                    <a:pt x="21" y="27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3" y="38"/>
                    <a:pt x="31" y="42"/>
                    <a:pt x="29" y="50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3" y="85"/>
                    <a:pt x="22" y="92"/>
                    <a:pt x="25" y="110"/>
                  </a:cubicBezTo>
                  <a:cubicBezTo>
                    <a:pt x="28" y="130"/>
                    <a:pt x="28" y="140"/>
                    <a:pt x="14" y="172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1" y="205"/>
                    <a:pt x="0" y="207"/>
                    <a:pt x="9" y="224"/>
                  </a:cubicBezTo>
                  <a:cubicBezTo>
                    <a:pt x="11" y="227"/>
                    <a:pt x="15" y="234"/>
                    <a:pt x="18" y="244"/>
                  </a:cubicBezTo>
                  <a:cubicBezTo>
                    <a:pt x="21" y="249"/>
                    <a:pt x="24" y="256"/>
                    <a:pt x="25" y="265"/>
                  </a:cubicBezTo>
                  <a:cubicBezTo>
                    <a:pt x="26" y="268"/>
                    <a:pt x="26" y="270"/>
                    <a:pt x="25" y="273"/>
                  </a:cubicBezTo>
                  <a:cubicBezTo>
                    <a:pt x="26" y="280"/>
                    <a:pt x="27" y="286"/>
                    <a:pt x="26" y="293"/>
                  </a:cubicBezTo>
                  <a:cubicBezTo>
                    <a:pt x="26" y="293"/>
                    <a:pt x="27" y="293"/>
                    <a:pt x="27" y="294"/>
                  </a:cubicBezTo>
                  <a:cubicBezTo>
                    <a:pt x="27" y="294"/>
                    <a:pt x="27" y="294"/>
                    <a:pt x="27" y="294"/>
                  </a:cubicBezTo>
                  <a:cubicBezTo>
                    <a:pt x="30" y="295"/>
                    <a:pt x="32" y="296"/>
                    <a:pt x="32" y="295"/>
                  </a:cubicBezTo>
                  <a:cubicBezTo>
                    <a:pt x="37" y="291"/>
                    <a:pt x="33" y="265"/>
                    <a:pt x="23" y="235"/>
                  </a:cubicBezTo>
                  <a:cubicBezTo>
                    <a:pt x="20" y="228"/>
                    <a:pt x="18" y="223"/>
                    <a:pt x="16" y="220"/>
                  </a:cubicBezTo>
                  <a:cubicBezTo>
                    <a:pt x="8" y="207"/>
                    <a:pt x="8" y="207"/>
                    <a:pt x="21" y="178"/>
                  </a:cubicBezTo>
                  <a:cubicBezTo>
                    <a:pt x="22" y="175"/>
                    <a:pt x="22" y="175"/>
                    <a:pt x="22" y="175"/>
                  </a:cubicBezTo>
                  <a:cubicBezTo>
                    <a:pt x="35" y="143"/>
                    <a:pt x="36" y="132"/>
                    <a:pt x="32" y="108"/>
                  </a:cubicBezTo>
                  <a:cubicBezTo>
                    <a:pt x="30" y="92"/>
                    <a:pt x="31" y="86"/>
                    <a:pt x="33" y="75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8" y="48"/>
                    <a:pt x="39" y="45"/>
                    <a:pt x="39" y="41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49" y="49"/>
                    <a:pt x="48" y="47"/>
                    <a:pt x="47" y="46"/>
                  </a:cubicBezTo>
                  <a:cubicBezTo>
                    <a:pt x="41" y="36"/>
                    <a:pt x="47" y="22"/>
                    <a:pt x="60" y="14"/>
                  </a:cubicBezTo>
                  <a:cubicBezTo>
                    <a:pt x="68" y="10"/>
                    <a:pt x="77" y="9"/>
                    <a:pt x="84" y="12"/>
                  </a:cubicBezTo>
                  <a:cubicBezTo>
                    <a:pt x="78" y="8"/>
                    <a:pt x="69" y="3"/>
                    <a:pt x="62" y="0"/>
                  </a:cubicBezTo>
                  <a:cubicBezTo>
                    <a:pt x="62" y="0"/>
                    <a:pt x="62" y="0"/>
                    <a:pt x="62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3" name="Freeform 488">
              <a:extLst>
                <a:ext uri="{FF2B5EF4-FFF2-40B4-BE49-F238E27FC236}">
                  <a16:creationId xmlns:a16="http://schemas.microsoft.com/office/drawing/2014/main" id="{F6798E99-63B4-4661-A623-2E1AB6230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704"/>
              <a:ext cx="145" cy="136"/>
            </a:xfrm>
            <a:custGeom>
              <a:avLst/>
              <a:gdLst>
                <a:gd name="T0" fmla="*/ 813 w 58"/>
                <a:gd name="T1" fmla="*/ 227 h 51"/>
                <a:gd name="T2" fmla="*/ 625 w 58"/>
                <a:gd name="T3" fmla="*/ 832 h 51"/>
                <a:gd name="T4" fmla="*/ 95 w 58"/>
                <a:gd name="T5" fmla="*/ 717 h 51"/>
                <a:gd name="T6" fmla="*/ 300 w 58"/>
                <a:gd name="T7" fmla="*/ 136 h 51"/>
                <a:gd name="T8" fmla="*/ 813 w 58"/>
                <a:gd name="T9" fmla="*/ 22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1">
                  <a:moveTo>
                    <a:pt x="52" y="12"/>
                  </a:moveTo>
                  <a:cubicBezTo>
                    <a:pt x="58" y="23"/>
                    <a:pt x="52" y="37"/>
                    <a:pt x="40" y="44"/>
                  </a:cubicBezTo>
                  <a:cubicBezTo>
                    <a:pt x="27" y="51"/>
                    <a:pt x="12" y="49"/>
                    <a:pt x="6" y="38"/>
                  </a:cubicBezTo>
                  <a:cubicBezTo>
                    <a:pt x="0" y="28"/>
                    <a:pt x="6" y="14"/>
                    <a:pt x="19" y="7"/>
                  </a:cubicBezTo>
                  <a:cubicBezTo>
                    <a:pt x="32" y="0"/>
                    <a:pt x="47" y="2"/>
                    <a:pt x="52" y="1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4" name="Freeform 489">
              <a:extLst>
                <a:ext uri="{FF2B5EF4-FFF2-40B4-BE49-F238E27FC236}">
                  <a16:creationId xmlns:a16="http://schemas.microsoft.com/office/drawing/2014/main" id="{D75D9C8B-22E4-4D76-8F8C-B89447151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77"/>
              <a:ext cx="218" cy="139"/>
            </a:xfrm>
            <a:custGeom>
              <a:avLst/>
              <a:gdLst>
                <a:gd name="T0" fmla="*/ 0 w 87"/>
                <a:gd name="T1" fmla="*/ 307 h 52"/>
                <a:gd name="T2" fmla="*/ 501 w 87"/>
                <a:gd name="T3" fmla="*/ 687 h 52"/>
                <a:gd name="T4" fmla="*/ 659 w 87"/>
                <a:gd name="T5" fmla="*/ 842 h 52"/>
                <a:gd name="T6" fmla="*/ 834 w 87"/>
                <a:gd name="T7" fmla="*/ 994 h 52"/>
                <a:gd name="T8" fmla="*/ 784 w 87"/>
                <a:gd name="T9" fmla="*/ 914 h 52"/>
                <a:gd name="T10" fmla="*/ 992 w 87"/>
                <a:gd name="T11" fmla="*/ 321 h 52"/>
                <a:gd name="T12" fmla="*/ 1368 w 87"/>
                <a:gd name="T13" fmla="*/ 265 h 52"/>
                <a:gd name="T14" fmla="*/ 960 w 87"/>
                <a:gd name="T15" fmla="*/ 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52">
                  <a:moveTo>
                    <a:pt x="0" y="16"/>
                  </a:moveTo>
                  <a:cubicBezTo>
                    <a:pt x="32" y="36"/>
                    <a:pt x="32" y="36"/>
                    <a:pt x="32" y="36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2" y="51"/>
                    <a:pt x="51" y="50"/>
                    <a:pt x="50" y="48"/>
                  </a:cubicBezTo>
                  <a:cubicBezTo>
                    <a:pt x="44" y="38"/>
                    <a:pt x="50" y="24"/>
                    <a:pt x="63" y="17"/>
                  </a:cubicBezTo>
                  <a:cubicBezTo>
                    <a:pt x="71" y="12"/>
                    <a:pt x="80" y="12"/>
                    <a:pt x="87" y="14"/>
                  </a:cubicBezTo>
                  <a:cubicBezTo>
                    <a:pt x="83" y="12"/>
                    <a:pt x="72" y="6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5" name="Freeform 490">
              <a:extLst>
                <a:ext uri="{FF2B5EF4-FFF2-40B4-BE49-F238E27FC236}">
                  <a16:creationId xmlns:a16="http://schemas.microsoft.com/office/drawing/2014/main" id="{63D7F327-9CCB-4FD6-B44E-ED14EFC5C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64"/>
              <a:ext cx="500" cy="197"/>
            </a:xfrm>
            <a:custGeom>
              <a:avLst/>
              <a:gdLst>
                <a:gd name="T0" fmla="*/ 0 w 200"/>
                <a:gd name="T1" fmla="*/ 1395 h 74"/>
                <a:gd name="T2" fmla="*/ 3125 w 200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0" h="74">
                  <a:moveTo>
                    <a:pt x="0" y="74"/>
                  </a:moveTo>
                  <a:cubicBezTo>
                    <a:pt x="63" y="31"/>
                    <a:pt x="135" y="6"/>
                    <a:pt x="200" y="0"/>
                  </a:cubicBezTo>
                </a:path>
              </a:pathLst>
            </a:custGeom>
            <a:noFill/>
            <a:ln w="15875" cap="flat">
              <a:solidFill>
                <a:srgbClr val="FDF1F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6" name="Freeform 491">
              <a:extLst>
                <a:ext uri="{FF2B5EF4-FFF2-40B4-BE49-F238E27FC236}">
                  <a16:creationId xmlns:a16="http://schemas.microsoft.com/office/drawing/2014/main" id="{054C17DC-DCB2-45CA-977B-0A4D152A0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248"/>
              <a:ext cx="653" cy="472"/>
            </a:xfrm>
            <a:custGeom>
              <a:avLst/>
              <a:gdLst>
                <a:gd name="T0" fmla="*/ 0 w 261"/>
                <a:gd name="T1" fmla="*/ 3357 h 177"/>
                <a:gd name="T2" fmla="*/ 4088 w 261"/>
                <a:gd name="T3" fmla="*/ 0 h 1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1" h="177">
                  <a:moveTo>
                    <a:pt x="0" y="177"/>
                  </a:moveTo>
                  <a:cubicBezTo>
                    <a:pt x="0" y="177"/>
                    <a:pt x="153" y="55"/>
                    <a:pt x="261" y="0"/>
                  </a:cubicBezTo>
                </a:path>
              </a:pathLst>
            </a:custGeom>
            <a:noFill/>
            <a:ln w="15875" cap="flat">
              <a:solidFill>
                <a:srgbClr val="FDF1F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724" name="Text Box 492">
            <a:extLst>
              <a:ext uri="{FF2B5EF4-FFF2-40B4-BE49-F238E27FC236}">
                <a16:creationId xmlns:a16="http://schemas.microsoft.com/office/drawing/2014/main" id="{1A60DA5F-5EE5-480D-8907-290FC8116B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8163" y="1733550"/>
            <a:ext cx="5302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Skin</a:t>
            </a:r>
          </a:p>
        </p:txBody>
      </p:sp>
      <p:sp>
        <p:nvSpPr>
          <p:cNvPr id="30725" name="Text Box 493">
            <a:extLst>
              <a:ext uri="{FF2B5EF4-FFF2-40B4-BE49-F238E27FC236}">
                <a16:creationId xmlns:a16="http://schemas.microsoft.com/office/drawing/2014/main" id="{5D832277-8793-47E2-AB5A-19318AA103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2352675"/>
            <a:ext cx="5984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Bone</a:t>
            </a:r>
          </a:p>
        </p:txBody>
      </p:sp>
      <p:sp>
        <p:nvSpPr>
          <p:cNvPr id="30726" name="Line 494">
            <a:extLst>
              <a:ext uri="{FF2B5EF4-FFF2-40B4-BE49-F238E27FC236}">
                <a16:creationId xmlns:a16="http://schemas.microsoft.com/office/drawing/2014/main" id="{105AE7B5-EC7F-4032-9152-47E2DED6C8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00" y="1905000"/>
            <a:ext cx="1524000" cy="609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0727" name="Line 495">
            <a:extLst>
              <a:ext uri="{FF2B5EF4-FFF2-40B4-BE49-F238E27FC236}">
                <a16:creationId xmlns:a16="http://schemas.microsoft.com/office/drawing/2014/main" id="{7DD1E85E-3462-4F7B-931B-93F64AEC550B}"/>
              </a:ext>
            </a:extLst>
          </p:cNvPr>
          <p:cNvSpPr>
            <a:spLocks noChangeShapeType="1"/>
          </p:cNvSpPr>
          <p:nvPr/>
        </p:nvSpPr>
        <p:spPr bwMode="auto">
          <a:xfrm>
            <a:off x="3581400" y="2514600"/>
            <a:ext cx="12954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0728" name="Text Box 496">
            <a:extLst>
              <a:ext uri="{FF2B5EF4-FFF2-40B4-BE49-F238E27FC236}">
                <a16:creationId xmlns:a16="http://schemas.microsoft.com/office/drawing/2014/main" id="{6DC5C2C0-1A7D-4E36-B419-8749F0C3CA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0" y="2895600"/>
            <a:ext cx="10699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Dura mater</a:t>
            </a:r>
          </a:p>
        </p:txBody>
      </p:sp>
      <p:sp>
        <p:nvSpPr>
          <p:cNvPr id="30729" name="Line 497">
            <a:extLst>
              <a:ext uri="{FF2B5EF4-FFF2-40B4-BE49-F238E27FC236}">
                <a16:creationId xmlns:a16="http://schemas.microsoft.com/office/drawing/2014/main" id="{B548EA39-3F74-4628-A620-F3C88AA3B506}"/>
              </a:ext>
            </a:extLst>
          </p:cNvPr>
          <p:cNvSpPr>
            <a:spLocks noChangeShapeType="1"/>
          </p:cNvSpPr>
          <p:nvPr/>
        </p:nvSpPr>
        <p:spPr bwMode="auto">
          <a:xfrm>
            <a:off x="3543300" y="3076575"/>
            <a:ext cx="609600" cy="6858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0730" name="Text Box 498">
            <a:extLst>
              <a:ext uri="{FF2B5EF4-FFF2-40B4-BE49-F238E27FC236}">
                <a16:creationId xmlns:a16="http://schemas.microsoft.com/office/drawing/2014/main" id="{5586ACF6-74C1-43AA-9D51-E9EC0117F5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1113" y="3343275"/>
            <a:ext cx="9826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Arachnoid</a:t>
            </a:r>
          </a:p>
        </p:txBody>
      </p:sp>
      <p:sp>
        <p:nvSpPr>
          <p:cNvPr id="30731" name="Text Box 499">
            <a:extLst>
              <a:ext uri="{FF2B5EF4-FFF2-40B4-BE49-F238E27FC236}">
                <a16:creationId xmlns:a16="http://schemas.microsoft.com/office/drawing/2014/main" id="{BC66367B-E760-42F5-92FB-7AAB4AB915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0325" y="3790950"/>
            <a:ext cx="9429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Pia mater</a:t>
            </a:r>
          </a:p>
        </p:txBody>
      </p:sp>
      <p:sp>
        <p:nvSpPr>
          <p:cNvPr id="30732" name="Line 500">
            <a:extLst>
              <a:ext uri="{FF2B5EF4-FFF2-40B4-BE49-F238E27FC236}">
                <a16:creationId xmlns:a16="http://schemas.microsoft.com/office/drawing/2014/main" id="{971EE9CE-C7DF-4C8D-B546-5C56C16C4970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4725" y="3524250"/>
            <a:ext cx="533400" cy="3048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0733" name="Line 501">
            <a:extLst>
              <a:ext uri="{FF2B5EF4-FFF2-40B4-BE49-F238E27FC236}">
                <a16:creationId xmlns:a16="http://schemas.microsoft.com/office/drawing/2014/main" id="{9FD81D68-0E74-453D-AF67-E8DF7D0389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3933825"/>
            <a:ext cx="533400" cy="762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0734" name="Text Box 502">
            <a:extLst>
              <a:ext uri="{FF2B5EF4-FFF2-40B4-BE49-F238E27FC236}">
                <a16:creationId xmlns:a16="http://schemas.microsoft.com/office/drawing/2014/main" id="{7BF2DAB5-9763-4631-98D0-060DFC2551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5257800"/>
            <a:ext cx="13954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Cerebral cortex</a:t>
            </a:r>
          </a:p>
        </p:txBody>
      </p:sp>
      <p:sp>
        <p:nvSpPr>
          <p:cNvPr id="30735" name="Line 503">
            <a:extLst>
              <a:ext uri="{FF2B5EF4-FFF2-40B4-BE49-F238E27FC236}">
                <a16:creationId xmlns:a16="http://schemas.microsoft.com/office/drawing/2014/main" id="{E10AB826-875C-485B-9FA5-F8CD8D6990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14800" y="4724400"/>
            <a:ext cx="838200" cy="6858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>
            <a:extLst>
              <a:ext uri="{FF2B5EF4-FFF2-40B4-BE49-F238E27FC236}">
                <a16:creationId xmlns:a16="http://schemas.microsoft.com/office/drawing/2014/main" id="{D36F03F4-0142-4198-B9C4-66CC3135AF4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Nerve</a:t>
            </a:r>
          </a:p>
        </p:txBody>
      </p:sp>
      <p:grpSp>
        <p:nvGrpSpPr>
          <p:cNvPr id="73730" name="Peripheral-nerve-cross-section-diagram">
            <a:extLst>
              <a:ext uri="{FF2B5EF4-FFF2-40B4-BE49-F238E27FC236}">
                <a16:creationId xmlns:a16="http://schemas.microsoft.com/office/drawing/2014/main" id="{5CBA1AD1-21EA-4949-84A0-BB82DAAC2425}"/>
              </a:ext>
            </a:extLst>
          </p:cNvPr>
          <p:cNvGrpSpPr>
            <a:grpSpLocks/>
          </p:cNvGrpSpPr>
          <p:nvPr/>
        </p:nvGrpSpPr>
        <p:grpSpPr bwMode="auto">
          <a:xfrm>
            <a:off x="2809875" y="1731963"/>
            <a:ext cx="6492875" cy="3386137"/>
            <a:chOff x="810" y="1091"/>
            <a:chExt cx="4090" cy="2133"/>
          </a:xfrm>
        </p:grpSpPr>
        <p:sp>
          <p:nvSpPr>
            <p:cNvPr id="73741" name="Freeform 4">
              <a:extLst>
                <a:ext uri="{FF2B5EF4-FFF2-40B4-BE49-F238E27FC236}">
                  <a16:creationId xmlns:a16="http://schemas.microsoft.com/office/drawing/2014/main" id="{3834F93F-ADBE-4F4C-91A1-001F78FB4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133"/>
              <a:ext cx="4088" cy="2091"/>
            </a:xfrm>
            <a:custGeom>
              <a:avLst/>
              <a:gdLst>
                <a:gd name="T0" fmla="*/ 25476 w 1635"/>
                <a:gd name="T1" fmla="*/ 11722 h 784"/>
                <a:gd name="T2" fmla="*/ 25288 w 1635"/>
                <a:gd name="T3" fmla="*/ 11402 h 784"/>
                <a:gd name="T4" fmla="*/ 25068 w 1635"/>
                <a:gd name="T5" fmla="*/ 11060 h 784"/>
                <a:gd name="T6" fmla="*/ 25088 w 1635"/>
                <a:gd name="T7" fmla="*/ 10911 h 784"/>
                <a:gd name="T8" fmla="*/ 25006 w 1635"/>
                <a:gd name="T9" fmla="*/ 10628 h 784"/>
                <a:gd name="T10" fmla="*/ 23650 w 1635"/>
                <a:gd name="T11" fmla="*/ 9412 h 784"/>
                <a:gd name="T12" fmla="*/ 22850 w 1635"/>
                <a:gd name="T13" fmla="*/ 9071 h 784"/>
                <a:gd name="T14" fmla="*/ 22693 w 1635"/>
                <a:gd name="T15" fmla="*/ 8807 h 784"/>
                <a:gd name="T16" fmla="*/ 21088 w 1635"/>
                <a:gd name="T17" fmla="*/ 8308 h 784"/>
                <a:gd name="T18" fmla="*/ 20505 w 1635"/>
                <a:gd name="T19" fmla="*/ 8329 h 784"/>
                <a:gd name="T20" fmla="*/ 20410 w 1635"/>
                <a:gd name="T21" fmla="*/ 8180 h 784"/>
                <a:gd name="T22" fmla="*/ 20410 w 1635"/>
                <a:gd name="T23" fmla="*/ 8180 h 784"/>
                <a:gd name="T24" fmla="*/ 18492 w 1635"/>
                <a:gd name="T25" fmla="*/ 8193 h 784"/>
                <a:gd name="T26" fmla="*/ 18242 w 1635"/>
                <a:gd name="T27" fmla="*/ 8193 h 784"/>
                <a:gd name="T28" fmla="*/ 18222 w 1635"/>
                <a:gd name="T29" fmla="*/ 8137 h 784"/>
                <a:gd name="T30" fmla="*/ 18222 w 1635"/>
                <a:gd name="T31" fmla="*/ 8137 h 784"/>
                <a:gd name="T32" fmla="*/ 17710 w 1635"/>
                <a:gd name="T33" fmla="*/ 7988 h 784"/>
                <a:gd name="T34" fmla="*/ 3125 w 1635"/>
                <a:gd name="T35" fmla="*/ 4403 h 784"/>
                <a:gd name="T36" fmla="*/ 1333 w 1635"/>
                <a:gd name="T37" fmla="*/ 0 h 784"/>
                <a:gd name="T38" fmla="*/ 5033 w 1635"/>
                <a:gd name="T39" fmla="*/ 8388 h 784"/>
                <a:gd name="T40" fmla="*/ 13597 w 1635"/>
                <a:gd name="T41" fmla="*/ 14738 h 784"/>
                <a:gd name="T42" fmla="*/ 17680 w 1635"/>
                <a:gd name="T43" fmla="*/ 9375 h 784"/>
                <a:gd name="T44" fmla="*/ 17785 w 1635"/>
                <a:gd name="T45" fmla="*/ 8367 h 784"/>
                <a:gd name="T46" fmla="*/ 18222 w 1635"/>
                <a:gd name="T47" fmla="*/ 8367 h 784"/>
                <a:gd name="T48" fmla="*/ 18505 w 1635"/>
                <a:gd name="T49" fmla="*/ 8308 h 784"/>
                <a:gd name="T50" fmla="*/ 20397 w 1635"/>
                <a:gd name="T51" fmla="*/ 8615 h 784"/>
                <a:gd name="T52" fmla="*/ 20410 w 1635"/>
                <a:gd name="T53" fmla="*/ 8615 h 784"/>
                <a:gd name="T54" fmla="*/ 20850 w 1635"/>
                <a:gd name="T55" fmla="*/ 8615 h 784"/>
                <a:gd name="T56" fmla="*/ 20975 w 1635"/>
                <a:gd name="T57" fmla="*/ 8764 h 784"/>
                <a:gd name="T58" fmla="*/ 22463 w 1635"/>
                <a:gd name="T59" fmla="*/ 9412 h 784"/>
                <a:gd name="T60" fmla="*/ 22588 w 1635"/>
                <a:gd name="T61" fmla="*/ 9447 h 784"/>
                <a:gd name="T62" fmla="*/ 23255 w 1635"/>
                <a:gd name="T63" fmla="*/ 9775 h 784"/>
                <a:gd name="T64" fmla="*/ 23318 w 1635"/>
                <a:gd name="T65" fmla="*/ 9959 h 784"/>
                <a:gd name="T66" fmla="*/ 24368 w 1635"/>
                <a:gd name="T67" fmla="*/ 11154 h 784"/>
                <a:gd name="T68" fmla="*/ 24756 w 1635"/>
                <a:gd name="T69" fmla="*/ 11380 h 784"/>
                <a:gd name="T70" fmla="*/ 24525 w 1635"/>
                <a:gd name="T71" fmla="*/ 11060 h 784"/>
                <a:gd name="T72" fmla="*/ 25118 w 1635"/>
                <a:gd name="T73" fmla="*/ 12007 h 784"/>
                <a:gd name="T74" fmla="*/ 25338 w 1635"/>
                <a:gd name="T75" fmla="*/ 12178 h 784"/>
                <a:gd name="T76" fmla="*/ 25476 w 1635"/>
                <a:gd name="T77" fmla="*/ 11722 h 7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35" h="784">
                  <a:moveTo>
                    <a:pt x="1630" y="618"/>
                  </a:moveTo>
                  <a:cubicBezTo>
                    <a:pt x="1630" y="618"/>
                    <a:pt x="1630" y="618"/>
                    <a:pt x="1630" y="618"/>
                  </a:cubicBezTo>
                  <a:cubicBezTo>
                    <a:pt x="1628" y="614"/>
                    <a:pt x="1625" y="610"/>
                    <a:pt x="1622" y="606"/>
                  </a:cubicBezTo>
                  <a:cubicBezTo>
                    <a:pt x="1621" y="604"/>
                    <a:pt x="1620" y="602"/>
                    <a:pt x="1618" y="601"/>
                  </a:cubicBezTo>
                  <a:cubicBezTo>
                    <a:pt x="1617" y="599"/>
                    <a:pt x="1616" y="598"/>
                    <a:pt x="1615" y="596"/>
                  </a:cubicBezTo>
                  <a:cubicBezTo>
                    <a:pt x="1611" y="591"/>
                    <a:pt x="1608" y="587"/>
                    <a:pt x="1604" y="583"/>
                  </a:cubicBezTo>
                  <a:cubicBezTo>
                    <a:pt x="1604" y="583"/>
                    <a:pt x="1604" y="583"/>
                    <a:pt x="1604" y="583"/>
                  </a:cubicBezTo>
                  <a:cubicBezTo>
                    <a:pt x="1605" y="580"/>
                    <a:pt x="1605" y="578"/>
                    <a:pt x="1605" y="575"/>
                  </a:cubicBezTo>
                  <a:cubicBezTo>
                    <a:pt x="1605" y="570"/>
                    <a:pt x="1603" y="565"/>
                    <a:pt x="1600" y="560"/>
                  </a:cubicBezTo>
                  <a:cubicBezTo>
                    <a:pt x="1600" y="560"/>
                    <a:pt x="1600" y="560"/>
                    <a:pt x="1600" y="560"/>
                  </a:cubicBezTo>
                  <a:cubicBezTo>
                    <a:pt x="1600" y="560"/>
                    <a:pt x="1600" y="560"/>
                    <a:pt x="1600" y="560"/>
                  </a:cubicBezTo>
                  <a:cubicBezTo>
                    <a:pt x="1587" y="543"/>
                    <a:pt x="1534" y="505"/>
                    <a:pt x="1513" y="496"/>
                  </a:cubicBezTo>
                  <a:cubicBezTo>
                    <a:pt x="1507" y="493"/>
                    <a:pt x="1502" y="493"/>
                    <a:pt x="1497" y="496"/>
                  </a:cubicBezTo>
                  <a:cubicBezTo>
                    <a:pt x="1486" y="489"/>
                    <a:pt x="1474" y="484"/>
                    <a:pt x="1462" y="478"/>
                  </a:cubicBezTo>
                  <a:cubicBezTo>
                    <a:pt x="1461" y="472"/>
                    <a:pt x="1457" y="466"/>
                    <a:pt x="1451" y="464"/>
                  </a:cubicBezTo>
                  <a:cubicBezTo>
                    <a:pt x="1451" y="464"/>
                    <a:pt x="1451" y="464"/>
                    <a:pt x="1452" y="464"/>
                  </a:cubicBezTo>
                  <a:cubicBezTo>
                    <a:pt x="1452" y="464"/>
                    <a:pt x="1452" y="464"/>
                    <a:pt x="1452" y="464"/>
                  </a:cubicBezTo>
                  <a:cubicBezTo>
                    <a:pt x="1438" y="457"/>
                    <a:pt x="1377" y="442"/>
                    <a:pt x="1349" y="438"/>
                  </a:cubicBezTo>
                  <a:cubicBezTo>
                    <a:pt x="1343" y="437"/>
                    <a:pt x="1339" y="439"/>
                    <a:pt x="1336" y="442"/>
                  </a:cubicBezTo>
                  <a:cubicBezTo>
                    <a:pt x="1328" y="441"/>
                    <a:pt x="1320" y="440"/>
                    <a:pt x="1312" y="439"/>
                  </a:cubicBezTo>
                  <a:cubicBezTo>
                    <a:pt x="1314" y="439"/>
                    <a:pt x="1316" y="439"/>
                    <a:pt x="1317" y="439"/>
                  </a:cubicBezTo>
                  <a:cubicBezTo>
                    <a:pt x="1316" y="435"/>
                    <a:pt x="1312" y="431"/>
                    <a:pt x="1306" y="431"/>
                  </a:cubicBezTo>
                  <a:cubicBezTo>
                    <a:pt x="1306" y="431"/>
                    <a:pt x="1306" y="431"/>
                    <a:pt x="1306" y="431"/>
                  </a:cubicBezTo>
                  <a:cubicBezTo>
                    <a:pt x="1306" y="431"/>
                    <a:pt x="1306" y="431"/>
                    <a:pt x="1306" y="431"/>
                  </a:cubicBezTo>
                  <a:cubicBezTo>
                    <a:pt x="1289" y="429"/>
                    <a:pt x="1205" y="426"/>
                    <a:pt x="1190" y="427"/>
                  </a:cubicBezTo>
                  <a:cubicBezTo>
                    <a:pt x="1186" y="427"/>
                    <a:pt x="1184" y="429"/>
                    <a:pt x="1183" y="432"/>
                  </a:cubicBezTo>
                  <a:cubicBezTo>
                    <a:pt x="1178" y="432"/>
                    <a:pt x="1172" y="432"/>
                    <a:pt x="1167" y="432"/>
                  </a:cubicBezTo>
                  <a:cubicBezTo>
                    <a:pt x="1167" y="432"/>
                    <a:pt x="1167" y="432"/>
                    <a:pt x="1167" y="432"/>
                  </a:cubicBezTo>
                  <a:cubicBezTo>
                    <a:pt x="1168" y="432"/>
                    <a:pt x="1168" y="432"/>
                    <a:pt x="1169" y="432"/>
                  </a:cubicBezTo>
                  <a:cubicBezTo>
                    <a:pt x="1168" y="430"/>
                    <a:pt x="1167" y="429"/>
                    <a:pt x="1166" y="429"/>
                  </a:cubicBezTo>
                  <a:cubicBezTo>
                    <a:pt x="1166" y="429"/>
                    <a:pt x="1166" y="429"/>
                    <a:pt x="1166" y="429"/>
                  </a:cubicBezTo>
                  <a:cubicBezTo>
                    <a:pt x="1166" y="429"/>
                    <a:pt x="1166" y="429"/>
                    <a:pt x="1166" y="429"/>
                  </a:cubicBezTo>
                  <a:cubicBezTo>
                    <a:pt x="1163" y="429"/>
                    <a:pt x="1149" y="430"/>
                    <a:pt x="1136" y="430"/>
                  </a:cubicBezTo>
                  <a:cubicBezTo>
                    <a:pt x="1135" y="427"/>
                    <a:pt x="1134" y="424"/>
                    <a:pt x="1133" y="421"/>
                  </a:cubicBezTo>
                  <a:cubicBezTo>
                    <a:pt x="1128" y="241"/>
                    <a:pt x="1034" y="97"/>
                    <a:pt x="919" y="93"/>
                  </a:cubicBezTo>
                  <a:cubicBezTo>
                    <a:pt x="633" y="60"/>
                    <a:pt x="421" y="250"/>
                    <a:pt x="200" y="232"/>
                  </a:cubicBezTo>
                  <a:cubicBezTo>
                    <a:pt x="63" y="221"/>
                    <a:pt x="39" y="72"/>
                    <a:pt x="97" y="14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19" y="55"/>
                    <a:pt x="0" y="137"/>
                    <a:pt x="42" y="218"/>
                  </a:cubicBezTo>
                  <a:cubicBezTo>
                    <a:pt x="94" y="320"/>
                    <a:pt x="249" y="380"/>
                    <a:pt x="322" y="442"/>
                  </a:cubicBezTo>
                  <a:cubicBezTo>
                    <a:pt x="477" y="575"/>
                    <a:pt x="638" y="733"/>
                    <a:pt x="870" y="777"/>
                  </a:cubicBezTo>
                  <a:cubicBezTo>
                    <a:pt x="870" y="777"/>
                    <a:pt x="870" y="777"/>
                    <a:pt x="870" y="777"/>
                  </a:cubicBezTo>
                  <a:cubicBezTo>
                    <a:pt x="884" y="782"/>
                    <a:pt x="899" y="784"/>
                    <a:pt x="914" y="784"/>
                  </a:cubicBezTo>
                  <a:cubicBezTo>
                    <a:pt x="1023" y="784"/>
                    <a:pt x="1114" y="659"/>
                    <a:pt x="1131" y="494"/>
                  </a:cubicBezTo>
                  <a:cubicBezTo>
                    <a:pt x="1136" y="483"/>
                    <a:pt x="1139" y="469"/>
                    <a:pt x="1139" y="455"/>
                  </a:cubicBezTo>
                  <a:cubicBezTo>
                    <a:pt x="1139" y="450"/>
                    <a:pt x="1138" y="445"/>
                    <a:pt x="1138" y="441"/>
                  </a:cubicBezTo>
                  <a:cubicBezTo>
                    <a:pt x="1150" y="441"/>
                    <a:pt x="1162" y="441"/>
                    <a:pt x="1165" y="441"/>
                  </a:cubicBezTo>
                  <a:cubicBezTo>
                    <a:pt x="1166" y="441"/>
                    <a:pt x="1166" y="441"/>
                    <a:pt x="1166" y="441"/>
                  </a:cubicBezTo>
                  <a:cubicBezTo>
                    <a:pt x="1167" y="441"/>
                    <a:pt x="1169" y="440"/>
                    <a:pt x="1169" y="438"/>
                  </a:cubicBezTo>
                  <a:cubicBezTo>
                    <a:pt x="1174" y="438"/>
                    <a:pt x="1179" y="438"/>
                    <a:pt x="1184" y="438"/>
                  </a:cubicBezTo>
                  <a:cubicBezTo>
                    <a:pt x="1185" y="440"/>
                    <a:pt x="1187" y="442"/>
                    <a:pt x="1189" y="442"/>
                  </a:cubicBezTo>
                  <a:cubicBezTo>
                    <a:pt x="1196" y="443"/>
                    <a:pt x="1274" y="447"/>
                    <a:pt x="1305" y="454"/>
                  </a:cubicBezTo>
                  <a:cubicBezTo>
                    <a:pt x="1305" y="454"/>
                    <a:pt x="1305" y="454"/>
                    <a:pt x="1305" y="454"/>
                  </a:cubicBezTo>
                  <a:cubicBezTo>
                    <a:pt x="1305" y="454"/>
                    <a:pt x="1306" y="454"/>
                    <a:pt x="1306" y="454"/>
                  </a:cubicBezTo>
                  <a:cubicBezTo>
                    <a:pt x="1310" y="454"/>
                    <a:pt x="1313" y="453"/>
                    <a:pt x="1315" y="450"/>
                  </a:cubicBezTo>
                  <a:cubicBezTo>
                    <a:pt x="1321" y="451"/>
                    <a:pt x="1328" y="452"/>
                    <a:pt x="1334" y="454"/>
                  </a:cubicBezTo>
                  <a:cubicBezTo>
                    <a:pt x="1334" y="454"/>
                    <a:pt x="1334" y="454"/>
                    <a:pt x="1334" y="454"/>
                  </a:cubicBezTo>
                  <a:cubicBezTo>
                    <a:pt x="1335" y="457"/>
                    <a:pt x="1338" y="461"/>
                    <a:pt x="1342" y="462"/>
                  </a:cubicBezTo>
                  <a:cubicBezTo>
                    <a:pt x="1358" y="466"/>
                    <a:pt x="1392" y="475"/>
                    <a:pt x="1437" y="496"/>
                  </a:cubicBezTo>
                  <a:cubicBezTo>
                    <a:pt x="1437" y="496"/>
                    <a:pt x="1437" y="496"/>
                    <a:pt x="1437" y="496"/>
                  </a:cubicBezTo>
                  <a:cubicBezTo>
                    <a:pt x="1437" y="496"/>
                    <a:pt x="1437" y="496"/>
                    <a:pt x="1436" y="496"/>
                  </a:cubicBezTo>
                  <a:cubicBezTo>
                    <a:pt x="1439" y="497"/>
                    <a:pt x="1442" y="498"/>
                    <a:pt x="1445" y="498"/>
                  </a:cubicBezTo>
                  <a:cubicBezTo>
                    <a:pt x="1448" y="498"/>
                    <a:pt x="1451" y="497"/>
                    <a:pt x="1454" y="495"/>
                  </a:cubicBezTo>
                  <a:cubicBezTo>
                    <a:pt x="1465" y="501"/>
                    <a:pt x="1476" y="508"/>
                    <a:pt x="1488" y="515"/>
                  </a:cubicBezTo>
                  <a:cubicBezTo>
                    <a:pt x="1488" y="515"/>
                    <a:pt x="1488" y="515"/>
                    <a:pt x="1488" y="515"/>
                  </a:cubicBezTo>
                  <a:cubicBezTo>
                    <a:pt x="1488" y="519"/>
                    <a:pt x="1489" y="523"/>
                    <a:pt x="1492" y="525"/>
                  </a:cubicBezTo>
                  <a:cubicBezTo>
                    <a:pt x="1525" y="552"/>
                    <a:pt x="1548" y="574"/>
                    <a:pt x="1559" y="588"/>
                  </a:cubicBezTo>
                  <a:cubicBezTo>
                    <a:pt x="1559" y="588"/>
                    <a:pt x="1559" y="588"/>
                    <a:pt x="1559" y="588"/>
                  </a:cubicBezTo>
                  <a:cubicBezTo>
                    <a:pt x="1563" y="596"/>
                    <a:pt x="1571" y="600"/>
                    <a:pt x="1580" y="600"/>
                  </a:cubicBezTo>
                  <a:cubicBezTo>
                    <a:pt x="1581" y="600"/>
                    <a:pt x="1582" y="600"/>
                    <a:pt x="1584" y="600"/>
                  </a:cubicBezTo>
                  <a:cubicBezTo>
                    <a:pt x="1581" y="598"/>
                    <a:pt x="1579" y="595"/>
                    <a:pt x="1577" y="592"/>
                  </a:cubicBezTo>
                  <a:cubicBezTo>
                    <a:pt x="1574" y="589"/>
                    <a:pt x="1572" y="586"/>
                    <a:pt x="1569" y="583"/>
                  </a:cubicBezTo>
                  <a:cubicBezTo>
                    <a:pt x="1583" y="598"/>
                    <a:pt x="1595" y="615"/>
                    <a:pt x="1607" y="633"/>
                  </a:cubicBezTo>
                  <a:cubicBezTo>
                    <a:pt x="1607" y="633"/>
                    <a:pt x="1607" y="633"/>
                    <a:pt x="1607" y="633"/>
                  </a:cubicBezTo>
                  <a:cubicBezTo>
                    <a:pt x="1607" y="633"/>
                    <a:pt x="1607" y="633"/>
                    <a:pt x="1607" y="633"/>
                  </a:cubicBezTo>
                  <a:cubicBezTo>
                    <a:pt x="1609" y="638"/>
                    <a:pt x="1614" y="642"/>
                    <a:pt x="1621" y="642"/>
                  </a:cubicBezTo>
                  <a:cubicBezTo>
                    <a:pt x="1628" y="642"/>
                    <a:pt x="1635" y="636"/>
                    <a:pt x="1635" y="628"/>
                  </a:cubicBezTo>
                  <a:cubicBezTo>
                    <a:pt x="1635" y="624"/>
                    <a:pt x="1633" y="620"/>
                    <a:pt x="1630" y="618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2" name="Oval 5">
              <a:extLst>
                <a:ext uri="{FF2B5EF4-FFF2-40B4-BE49-F238E27FC236}">
                  <a16:creationId xmlns:a16="http://schemas.microsoft.com/office/drawing/2014/main" id="{8F49DC6C-44E9-4F4D-AA45-839E22F40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1381"/>
              <a:ext cx="1100" cy="1843"/>
            </a:xfrm>
            <a:prstGeom prst="ellipse">
              <a:avLst/>
            </a:prstGeom>
            <a:solidFill>
              <a:srgbClr val="FFD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43" name="Oval 6">
              <a:extLst>
                <a:ext uri="{FF2B5EF4-FFF2-40B4-BE49-F238E27FC236}">
                  <a16:creationId xmlns:a16="http://schemas.microsoft.com/office/drawing/2014/main" id="{B65D1FA8-8070-4908-8F55-45EDDD219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1419"/>
              <a:ext cx="1035" cy="1765"/>
            </a:xfrm>
            <a:prstGeom prst="ellipse">
              <a:avLst/>
            </a:prstGeom>
            <a:solidFill>
              <a:srgbClr val="DDE6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44" name="Oval 7">
              <a:extLst>
                <a:ext uri="{FF2B5EF4-FFF2-40B4-BE49-F238E27FC236}">
                  <a16:creationId xmlns:a16="http://schemas.microsoft.com/office/drawing/2014/main" id="{478D8DAA-B001-401F-96EA-E193380EF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1915"/>
              <a:ext cx="185" cy="309"/>
            </a:xfrm>
            <a:prstGeom prst="ellipse">
              <a:avLst/>
            </a:prstGeom>
            <a:solidFill>
              <a:srgbClr val="B9C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45" name="Oval 8">
              <a:extLst>
                <a:ext uri="{FF2B5EF4-FFF2-40B4-BE49-F238E27FC236}">
                  <a16:creationId xmlns:a16="http://schemas.microsoft.com/office/drawing/2014/main" id="{C5C52CD0-D40C-4ED2-AF78-B6E16DD58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1757"/>
              <a:ext cx="230" cy="339"/>
            </a:xfrm>
            <a:prstGeom prst="ellipse">
              <a:avLst/>
            </a:prstGeom>
            <a:solidFill>
              <a:srgbClr val="B9C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46" name="Oval 9">
              <a:extLst>
                <a:ext uri="{FF2B5EF4-FFF2-40B4-BE49-F238E27FC236}">
                  <a16:creationId xmlns:a16="http://schemas.microsoft.com/office/drawing/2014/main" id="{DAB080C7-ECBB-443D-8E26-EFD894D81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491"/>
              <a:ext cx="245" cy="373"/>
            </a:xfrm>
            <a:prstGeom prst="ellipse">
              <a:avLst/>
            </a:prstGeom>
            <a:solidFill>
              <a:srgbClr val="B9C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47" name="Oval 10">
              <a:extLst>
                <a:ext uri="{FF2B5EF4-FFF2-40B4-BE49-F238E27FC236}">
                  <a16:creationId xmlns:a16="http://schemas.microsoft.com/office/drawing/2014/main" id="{A433D63F-074F-4734-8DF0-8FA6BF1AB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0" y="2301"/>
              <a:ext cx="277" cy="467"/>
            </a:xfrm>
            <a:prstGeom prst="ellipse">
              <a:avLst/>
            </a:prstGeom>
            <a:solidFill>
              <a:srgbClr val="B9C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48" name="Oval 11">
              <a:extLst>
                <a:ext uri="{FF2B5EF4-FFF2-40B4-BE49-F238E27FC236}">
                  <a16:creationId xmlns:a16="http://schemas.microsoft.com/office/drawing/2014/main" id="{41AD4834-7EA3-457E-9CB1-A7C43B87B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840"/>
              <a:ext cx="203" cy="272"/>
            </a:xfrm>
            <a:prstGeom prst="ellipse">
              <a:avLst/>
            </a:prstGeom>
            <a:solidFill>
              <a:srgbClr val="B9C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49" name="Oval 12">
              <a:extLst>
                <a:ext uri="{FF2B5EF4-FFF2-40B4-BE49-F238E27FC236}">
                  <a16:creationId xmlns:a16="http://schemas.microsoft.com/office/drawing/2014/main" id="{DAA28288-2B05-4E9B-9489-2069B5217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0" y="2432"/>
              <a:ext cx="212" cy="355"/>
            </a:xfrm>
            <a:prstGeom prst="ellipse">
              <a:avLst/>
            </a:prstGeom>
            <a:solidFill>
              <a:srgbClr val="B9C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50" name="Freeform 13">
              <a:extLst>
                <a:ext uri="{FF2B5EF4-FFF2-40B4-BE49-F238E27FC236}">
                  <a16:creationId xmlns:a16="http://schemas.microsoft.com/office/drawing/2014/main" id="{7DB602BE-6387-40EC-914F-CA2643AB8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432"/>
              <a:ext cx="220" cy="355"/>
            </a:xfrm>
            <a:custGeom>
              <a:avLst/>
              <a:gdLst>
                <a:gd name="T0" fmla="*/ 1375 w 88"/>
                <a:gd name="T1" fmla="*/ 0 h 133"/>
                <a:gd name="T2" fmla="*/ 708 w 88"/>
                <a:gd name="T3" fmla="*/ 1255 h 133"/>
                <a:gd name="T4" fmla="*/ 1375 w 88"/>
                <a:gd name="T5" fmla="*/ 2530 h 133"/>
                <a:gd name="T6" fmla="*/ 658 w 88"/>
                <a:gd name="T7" fmla="*/ 2530 h 133"/>
                <a:gd name="T8" fmla="*/ 0 w 88"/>
                <a:gd name="T9" fmla="*/ 1255 h 133"/>
                <a:gd name="T10" fmla="*/ 658 w 88"/>
                <a:gd name="T11" fmla="*/ 0 h 133"/>
                <a:gd name="T12" fmla="*/ 1375 w 88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33">
                  <a:moveTo>
                    <a:pt x="88" y="0"/>
                  </a:moveTo>
                  <a:cubicBezTo>
                    <a:pt x="64" y="0"/>
                    <a:pt x="45" y="30"/>
                    <a:pt x="45" y="66"/>
                  </a:cubicBezTo>
                  <a:cubicBezTo>
                    <a:pt x="45" y="103"/>
                    <a:pt x="64" y="133"/>
                    <a:pt x="88" y="133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19" y="133"/>
                    <a:pt x="0" y="103"/>
                    <a:pt x="0" y="66"/>
                  </a:cubicBezTo>
                  <a:cubicBezTo>
                    <a:pt x="0" y="30"/>
                    <a:pt x="19" y="0"/>
                    <a:pt x="42" y="0"/>
                  </a:cubicBezTo>
                  <a:lnTo>
                    <a:pt x="88" y="0"/>
                  </a:lnTo>
                  <a:close/>
                </a:path>
              </a:pathLst>
            </a:custGeom>
            <a:solidFill>
              <a:srgbClr val="B9C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1" name="Freeform 14">
              <a:extLst>
                <a:ext uri="{FF2B5EF4-FFF2-40B4-BE49-F238E27FC236}">
                  <a16:creationId xmlns:a16="http://schemas.microsoft.com/office/drawing/2014/main" id="{BED2F8AE-F380-4840-BA29-A6AF505ED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603"/>
              <a:ext cx="217" cy="338"/>
            </a:xfrm>
            <a:custGeom>
              <a:avLst/>
              <a:gdLst>
                <a:gd name="T0" fmla="*/ 683 w 87"/>
                <a:gd name="T1" fmla="*/ 0 h 127"/>
                <a:gd name="T2" fmla="*/ 479 w 87"/>
                <a:gd name="T3" fmla="*/ 56 h 127"/>
                <a:gd name="T4" fmla="*/ 0 w 87"/>
                <a:gd name="T5" fmla="*/ 1262 h 127"/>
                <a:gd name="T6" fmla="*/ 683 w 87"/>
                <a:gd name="T7" fmla="*/ 2395 h 127"/>
                <a:gd name="T8" fmla="*/ 1349 w 87"/>
                <a:gd name="T9" fmla="*/ 1203 h 127"/>
                <a:gd name="T10" fmla="*/ 683 w 87"/>
                <a:gd name="T11" fmla="*/ 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27">
                  <a:moveTo>
                    <a:pt x="44" y="0"/>
                  </a:moveTo>
                  <a:cubicBezTo>
                    <a:pt x="39" y="0"/>
                    <a:pt x="35" y="1"/>
                    <a:pt x="31" y="3"/>
                  </a:cubicBezTo>
                  <a:cubicBezTo>
                    <a:pt x="31" y="33"/>
                    <a:pt x="18" y="59"/>
                    <a:pt x="0" y="67"/>
                  </a:cubicBezTo>
                  <a:cubicBezTo>
                    <a:pt x="1" y="101"/>
                    <a:pt x="20" y="127"/>
                    <a:pt x="44" y="127"/>
                  </a:cubicBezTo>
                  <a:cubicBezTo>
                    <a:pt x="68" y="127"/>
                    <a:pt x="87" y="99"/>
                    <a:pt x="87" y="64"/>
                  </a:cubicBezTo>
                  <a:cubicBezTo>
                    <a:pt x="87" y="29"/>
                    <a:pt x="68" y="0"/>
                    <a:pt x="44" y="0"/>
                  </a:cubicBezTo>
                  <a:close/>
                </a:path>
              </a:pathLst>
            </a:custGeom>
            <a:solidFill>
              <a:srgbClr val="B9C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2" name="Freeform 15">
              <a:extLst>
                <a:ext uri="{FF2B5EF4-FFF2-40B4-BE49-F238E27FC236}">
                  <a16:creationId xmlns:a16="http://schemas.microsoft.com/office/drawing/2014/main" id="{F4434569-81B7-4720-B17E-E087A7B21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211"/>
              <a:ext cx="335" cy="360"/>
            </a:xfrm>
            <a:custGeom>
              <a:avLst/>
              <a:gdLst>
                <a:gd name="T0" fmla="*/ 1250 w 134"/>
                <a:gd name="T1" fmla="*/ 0 h 135"/>
                <a:gd name="T2" fmla="*/ 908 w 134"/>
                <a:gd name="T3" fmla="*/ 192 h 135"/>
                <a:gd name="T4" fmla="*/ 1083 w 134"/>
                <a:gd name="T5" fmla="*/ 627 h 135"/>
                <a:gd name="T6" fmla="*/ 813 w 134"/>
                <a:gd name="T7" fmla="*/ 1101 h 135"/>
                <a:gd name="T8" fmla="*/ 595 w 134"/>
                <a:gd name="T9" fmla="*/ 1101 h 135"/>
                <a:gd name="T10" fmla="*/ 595 w 134"/>
                <a:gd name="T11" fmla="*/ 1272 h 135"/>
                <a:gd name="T12" fmla="*/ 595 w 134"/>
                <a:gd name="T13" fmla="*/ 1501 h 135"/>
                <a:gd name="T14" fmla="*/ 220 w 134"/>
                <a:gd name="T15" fmla="*/ 1501 h 135"/>
                <a:gd name="T16" fmla="*/ 0 w 134"/>
                <a:gd name="T17" fmla="*/ 1707 h 135"/>
                <a:gd name="T18" fmla="*/ 33 w 134"/>
                <a:gd name="T19" fmla="*/ 1707 h 135"/>
                <a:gd name="T20" fmla="*/ 408 w 134"/>
                <a:gd name="T21" fmla="*/ 2253 h 135"/>
                <a:gd name="T22" fmla="*/ 1250 w 134"/>
                <a:gd name="T23" fmla="*/ 2560 h 135"/>
                <a:gd name="T24" fmla="*/ 1938 w 134"/>
                <a:gd name="T25" fmla="*/ 2560 h 135"/>
                <a:gd name="T26" fmla="*/ 2095 w 134"/>
                <a:gd name="T27" fmla="*/ 648 h 135"/>
                <a:gd name="T28" fmla="*/ 2083 w 134"/>
                <a:gd name="T29" fmla="*/ 21 h 135"/>
                <a:gd name="T30" fmla="*/ 1970 w 134"/>
                <a:gd name="T31" fmla="*/ 0 h 135"/>
                <a:gd name="T32" fmla="*/ 1250 w 134"/>
                <a:gd name="T33" fmla="*/ 0 h 1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4" h="135">
                  <a:moveTo>
                    <a:pt x="80" y="0"/>
                  </a:moveTo>
                  <a:cubicBezTo>
                    <a:pt x="72" y="0"/>
                    <a:pt x="65" y="3"/>
                    <a:pt x="58" y="10"/>
                  </a:cubicBezTo>
                  <a:cubicBezTo>
                    <a:pt x="64" y="13"/>
                    <a:pt x="69" y="22"/>
                    <a:pt x="69" y="33"/>
                  </a:cubicBezTo>
                  <a:cubicBezTo>
                    <a:pt x="69" y="46"/>
                    <a:pt x="61" y="58"/>
                    <a:pt x="52" y="58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38" y="61"/>
                    <a:pt x="38" y="64"/>
                    <a:pt x="38" y="67"/>
                  </a:cubicBezTo>
                  <a:cubicBezTo>
                    <a:pt x="38" y="71"/>
                    <a:pt x="38" y="75"/>
                    <a:pt x="38" y="79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9" y="79"/>
                    <a:pt x="3" y="84"/>
                    <a:pt x="0" y="90"/>
                  </a:cubicBezTo>
                  <a:cubicBezTo>
                    <a:pt x="1" y="90"/>
                    <a:pt x="2" y="90"/>
                    <a:pt x="2" y="90"/>
                  </a:cubicBezTo>
                  <a:cubicBezTo>
                    <a:pt x="17" y="90"/>
                    <a:pt x="19" y="101"/>
                    <a:pt x="26" y="119"/>
                  </a:cubicBezTo>
                  <a:cubicBezTo>
                    <a:pt x="27" y="121"/>
                    <a:pt x="44" y="132"/>
                    <a:pt x="80" y="135"/>
                  </a:cubicBezTo>
                  <a:cubicBezTo>
                    <a:pt x="124" y="135"/>
                    <a:pt x="124" y="135"/>
                    <a:pt x="124" y="135"/>
                  </a:cubicBezTo>
                  <a:cubicBezTo>
                    <a:pt x="131" y="103"/>
                    <a:pt x="134" y="69"/>
                    <a:pt x="134" y="34"/>
                  </a:cubicBezTo>
                  <a:cubicBezTo>
                    <a:pt x="134" y="23"/>
                    <a:pt x="134" y="12"/>
                    <a:pt x="133" y="1"/>
                  </a:cubicBezTo>
                  <a:cubicBezTo>
                    <a:pt x="131" y="0"/>
                    <a:pt x="128" y="0"/>
                    <a:pt x="126" y="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rgbClr val="B9C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3" name="Freeform 16">
              <a:extLst>
                <a:ext uri="{FF2B5EF4-FFF2-40B4-BE49-F238E27FC236}">
                  <a16:creationId xmlns:a16="http://schemas.microsoft.com/office/drawing/2014/main" id="{E8999B93-8359-4671-A2C7-D3F6E4C00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957"/>
              <a:ext cx="252" cy="422"/>
            </a:xfrm>
            <a:custGeom>
              <a:avLst/>
              <a:gdLst>
                <a:gd name="T0" fmla="*/ 1183 w 101"/>
                <a:gd name="T1" fmla="*/ 2804 h 158"/>
                <a:gd name="T2" fmla="*/ 1183 w 101"/>
                <a:gd name="T3" fmla="*/ 2804 h 158"/>
                <a:gd name="T4" fmla="*/ 1245 w 101"/>
                <a:gd name="T5" fmla="*/ 2724 h 158"/>
                <a:gd name="T6" fmla="*/ 1258 w 101"/>
                <a:gd name="T7" fmla="*/ 2703 h 158"/>
                <a:gd name="T8" fmla="*/ 1307 w 101"/>
                <a:gd name="T9" fmla="*/ 2633 h 158"/>
                <a:gd name="T10" fmla="*/ 1320 w 101"/>
                <a:gd name="T11" fmla="*/ 2612 h 158"/>
                <a:gd name="T12" fmla="*/ 1350 w 101"/>
                <a:gd name="T13" fmla="*/ 2519 h 158"/>
                <a:gd name="T14" fmla="*/ 1370 w 101"/>
                <a:gd name="T15" fmla="*/ 2497 h 158"/>
                <a:gd name="T16" fmla="*/ 1412 w 101"/>
                <a:gd name="T17" fmla="*/ 2404 h 158"/>
                <a:gd name="T18" fmla="*/ 1432 w 101"/>
                <a:gd name="T19" fmla="*/ 2361 h 158"/>
                <a:gd name="T20" fmla="*/ 1462 w 101"/>
                <a:gd name="T21" fmla="*/ 2289 h 158"/>
                <a:gd name="T22" fmla="*/ 1462 w 101"/>
                <a:gd name="T23" fmla="*/ 2225 h 158"/>
                <a:gd name="T24" fmla="*/ 1495 w 101"/>
                <a:gd name="T25" fmla="*/ 2134 h 158"/>
                <a:gd name="T26" fmla="*/ 1507 w 101"/>
                <a:gd name="T27" fmla="*/ 2097 h 158"/>
                <a:gd name="T28" fmla="*/ 1537 w 101"/>
                <a:gd name="T29" fmla="*/ 1960 h 158"/>
                <a:gd name="T30" fmla="*/ 1537 w 101"/>
                <a:gd name="T31" fmla="*/ 1960 h 158"/>
                <a:gd name="T32" fmla="*/ 1569 w 101"/>
                <a:gd name="T33" fmla="*/ 1506 h 158"/>
                <a:gd name="T34" fmla="*/ 791 w 101"/>
                <a:gd name="T35" fmla="*/ 0 h 158"/>
                <a:gd name="T36" fmla="*/ 0 w 101"/>
                <a:gd name="T37" fmla="*/ 1506 h 158"/>
                <a:gd name="T38" fmla="*/ 791 w 101"/>
                <a:gd name="T39" fmla="*/ 3010 h 158"/>
                <a:gd name="T40" fmla="*/ 1103 w 101"/>
                <a:gd name="T41" fmla="*/ 2874 h 158"/>
                <a:gd name="T42" fmla="*/ 1103 w 101"/>
                <a:gd name="T43" fmla="*/ 2874 h 158"/>
                <a:gd name="T44" fmla="*/ 1183 w 101"/>
                <a:gd name="T45" fmla="*/ 2804 h 1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158">
                  <a:moveTo>
                    <a:pt x="76" y="147"/>
                  </a:moveTo>
                  <a:cubicBezTo>
                    <a:pt x="76" y="147"/>
                    <a:pt x="76" y="147"/>
                    <a:pt x="76" y="147"/>
                  </a:cubicBezTo>
                  <a:cubicBezTo>
                    <a:pt x="77" y="146"/>
                    <a:pt x="79" y="144"/>
                    <a:pt x="80" y="143"/>
                  </a:cubicBezTo>
                  <a:cubicBezTo>
                    <a:pt x="80" y="143"/>
                    <a:pt x="80" y="142"/>
                    <a:pt x="81" y="142"/>
                  </a:cubicBezTo>
                  <a:cubicBezTo>
                    <a:pt x="82" y="141"/>
                    <a:pt x="83" y="139"/>
                    <a:pt x="84" y="138"/>
                  </a:cubicBezTo>
                  <a:cubicBezTo>
                    <a:pt x="84" y="138"/>
                    <a:pt x="84" y="137"/>
                    <a:pt x="85" y="137"/>
                  </a:cubicBezTo>
                  <a:cubicBezTo>
                    <a:pt x="86" y="135"/>
                    <a:pt x="87" y="134"/>
                    <a:pt x="87" y="132"/>
                  </a:cubicBezTo>
                  <a:cubicBezTo>
                    <a:pt x="88" y="132"/>
                    <a:pt x="88" y="131"/>
                    <a:pt x="88" y="131"/>
                  </a:cubicBezTo>
                  <a:cubicBezTo>
                    <a:pt x="89" y="129"/>
                    <a:pt x="90" y="128"/>
                    <a:pt x="91" y="126"/>
                  </a:cubicBezTo>
                  <a:cubicBezTo>
                    <a:pt x="91" y="126"/>
                    <a:pt x="91" y="125"/>
                    <a:pt x="92" y="124"/>
                  </a:cubicBezTo>
                  <a:cubicBezTo>
                    <a:pt x="92" y="123"/>
                    <a:pt x="93" y="121"/>
                    <a:pt x="94" y="120"/>
                  </a:cubicBezTo>
                  <a:cubicBezTo>
                    <a:pt x="94" y="119"/>
                    <a:pt x="94" y="118"/>
                    <a:pt x="94" y="117"/>
                  </a:cubicBezTo>
                  <a:cubicBezTo>
                    <a:pt x="95" y="116"/>
                    <a:pt x="96" y="114"/>
                    <a:pt x="96" y="112"/>
                  </a:cubicBezTo>
                  <a:cubicBezTo>
                    <a:pt x="96" y="111"/>
                    <a:pt x="97" y="111"/>
                    <a:pt x="97" y="110"/>
                  </a:cubicBezTo>
                  <a:cubicBezTo>
                    <a:pt x="97" y="108"/>
                    <a:pt x="98" y="105"/>
                    <a:pt x="99" y="103"/>
                  </a:cubicBezTo>
                  <a:cubicBezTo>
                    <a:pt x="99" y="103"/>
                    <a:pt x="99" y="103"/>
                    <a:pt x="99" y="103"/>
                  </a:cubicBezTo>
                  <a:cubicBezTo>
                    <a:pt x="100" y="95"/>
                    <a:pt x="101" y="87"/>
                    <a:pt x="101" y="79"/>
                  </a:cubicBezTo>
                  <a:cubicBezTo>
                    <a:pt x="101" y="35"/>
                    <a:pt x="78" y="0"/>
                    <a:pt x="51" y="0"/>
                  </a:cubicBezTo>
                  <a:cubicBezTo>
                    <a:pt x="23" y="0"/>
                    <a:pt x="0" y="35"/>
                    <a:pt x="0" y="79"/>
                  </a:cubicBezTo>
                  <a:cubicBezTo>
                    <a:pt x="0" y="123"/>
                    <a:pt x="23" y="158"/>
                    <a:pt x="51" y="158"/>
                  </a:cubicBezTo>
                  <a:cubicBezTo>
                    <a:pt x="58" y="158"/>
                    <a:pt x="65" y="155"/>
                    <a:pt x="71" y="151"/>
                  </a:cubicBezTo>
                  <a:cubicBezTo>
                    <a:pt x="71" y="151"/>
                    <a:pt x="71" y="151"/>
                    <a:pt x="71" y="151"/>
                  </a:cubicBezTo>
                  <a:cubicBezTo>
                    <a:pt x="72" y="150"/>
                    <a:pt x="74" y="149"/>
                    <a:pt x="76" y="147"/>
                  </a:cubicBezTo>
                  <a:close/>
                </a:path>
              </a:pathLst>
            </a:custGeom>
            <a:solidFill>
              <a:srgbClr val="B9C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4" name="Freeform 17">
              <a:extLst>
                <a:ext uri="{FF2B5EF4-FFF2-40B4-BE49-F238E27FC236}">
                  <a16:creationId xmlns:a16="http://schemas.microsoft.com/office/drawing/2014/main" id="{37457C2E-9CB5-4990-B29A-C5FEA6F34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232"/>
              <a:ext cx="128" cy="133"/>
            </a:xfrm>
            <a:custGeom>
              <a:avLst/>
              <a:gdLst>
                <a:gd name="T0" fmla="*/ 535 w 51"/>
                <a:gd name="T1" fmla="*/ 473 h 50"/>
                <a:gd name="T2" fmla="*/ 806 w 51"/>
                <a:gd name="T3" fmla="*/ 0 h 50"/>
                <a:gd name="T4" fmla="*/ 442 w 51"/>
                <a:gd name="T5" fmla="*/ 0 h 50"/>
                <a:gd name="T6" fmla="*/ 442 w 51"/>
                <a:gd name="T7" fmla="*/ 0 h 50"/>
                <a:gd name="T8" fmla="*/ 409 w 51"/>
                <a:gd name="T9" fmla="*/ 136 h 50"/>
                <a:gd name="T10" fmla="*/ 397 w 51"/>
                <a:gd name="T11" fmla="*/ 170 h 50"/>
                <a:gd name="T12" fmla="*/ 366 w 51"/>
                <a:gd name="T13" fmla="*/ 261 h 50"/>
                <a:gd name="T14" fmla="*/ 366 w 51"/>
                <a:gd name="T15" fmla="*/ 319 h 50"/>
                <a:gd name="T16" fmla="*/ 334 w 51"/>
                <a:gd name="T17" fmla="*/ 396 h 50"/>
                <a:gd name="T18" fmla="*/ 314 w 51"/>
                <a:gd name="T19" fmla="*/ 431 h 50"/>
                <a:gd name="T20" fmla="*/ 271 w 51"/>
                <a:gd name="T21" fmla="*/ 524 h 50"/>
                <a:gd name="T22" fmla="*/ 251 w 51"/>
                <a:gd name="T23" fmla="*/ 545 h 50"/>
                <a:gd name="T24" fmla="*/ 221 w 51"/>
                <a:gd name="T25" fmla="*/ 636 h 50"/>
                <a:gd name="T26" fmla="*/ 208 w 51"/>
                <a:gd name="T27" fmla="*/ 657 h 50"/>
                <a:gd name="T28" fmla="*/ 158 w 51"/>
                <a:gd name="T29" fmla="*/ 737 h 50"/>
                <a:gd name="T30" fmla="*/ 146 w 51"/>
                <a:gd name="T31" fmla="*/ 750 h 50"/>
                <a:gd name="T32" fmla="*/ 83 w 51"/>
                <a:gd name="T33" fmla="*/ 827 h 50"/>
                <a:gd name="T34" fmla="*/ 83 w 51"/>
                <a:gd name="T35" fmla="*/ 827 h 50"/>
                <a:gd name="T36" fmla="*/ 0 w 51"/>
                <a:gd name="T37" fmla="*/ 904 h 50"/>
                <a:gd name="T38" fmla="*/ 0 w 51"/>
                <a:gd name="T39" fmla="*/ 904 h 50"/>
                <a:gd name="T40" fmla="*/ 83 w 51"/>
                <a:gd name="T41" fmla="*/ 942 h 50"/>
                <a:gd name="T42" fmla="*/ 806 w 51"/>
                <a:gd name="T43" fmla="*/ 942 h 50"/>
                <a:gd name="T44" fmla="*/ 535 w 51"/>
                <a:gd name="T45" fmla="*/ 473 h 5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1" h="50">
                  <a:moveTo>
                    <a:pt x="34" y="25"/>
                  </a:moveTo>
                  <a:cubicBezTo>
                    <a:pt x="34" y="11"/>
                    <a:pt x="41" y="0"/>
                    <a:pt x="5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2"/>
                    <a:pt x="26" y="5"/>
                    <a:pt x="26" y="7"/>
                  </a:cubicBezTo>
                  <a:cubicBezTo>
                    <a:pt x="26" y="8"/>
                    <a:pt x="25" y="8"/>
                    <a:pt x="25" y="9"/>
                  </a:cubicBezTo>
                  <a:cubicBezTo>
                    <a:pt x="25" y="11"/>
                    <a:pt x="24" y="13"/>
                    <a:pt x="23" y="14"/>
                  </a:cubicBezTo>
                  <a:cubicBezTo>
                    <a:pt x="23" y="15"/>
                    <a:pt x="23" y="16"/>
                    <a:pt x="23" y="17"/>
                  </a:cubicBezTo>
                  <a:cubicBezTo>
                    <a:pt x="22" y="18"/>
                    <a:pt x="21" y="20"/>
                    <a:pt x="21" y="21"/>
                  </a:cubicBezTo>
                  <a:cubicBezTo>
                    <a:pt x="20" y="22"/>
                    <a:pt x="20" y="23"/>
                    <a:pt x="20" y="23"/>
                  </a:cubicBezTo>
                  <a:cubicBezTo>
                    <a:pt x="19" y="25"/>
                    <a:pt x="18" y="26"/>
                    <a:pt x="17" y="28"/>
                  </a:cubicBezTo>
                  <a:cubicBezTo>
                    <a:pt x="17" y="28"/>
                    <a:pt x="17" y="29"/>
                    <a:pt x="16" y="29"/>
                  </a:cubicBezTo>
                  <a:cubicBezTo>
                    <a:pt x="16" y="31"/>
                    <a:pt x="15" y="32"/>
                    <a:pt x="14" y="34"/>
                  </a:cubicBezTo>
                  <a:cubicBezTo>
                    <a:pt x="13" y="34"/>
                    <a:pt x="13" y="35"/>
                    <a:pt x="13" y="35"/>
                  </a:cubicBezTo>
                  <a:cubicBezTo>
                    <a:pt x="12" y="36"/>
                    <a:pt x="11" y="38"/>
                    <a:pt x="10" y="39"/>
                  </a:cubicBezTo>
                  <a:cubicBezTo>
                    <a:pt x="9" y="39"/>
                    <a:pt x="9" y="40"/>
                    <a:pt x="9" y="40"/>
                  </a:cubicBezTo>
                  <a:cubicBezTo>
                    <a:pt x="8" y="41"/>
                    <a:pt x="6" y="43"/>
                    <a:pt x="5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3" y="46"/>
                    <a:pt x="1" y="47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3" y="50"/>
                    <a:pt x="5" y="50"/>
                  </a:cubicBezTo>
                  <a:cubicBezTo>
                    <a:pt x="51" y="50"/>
                    <a:pt x="51" y="50"/>
                    <a:pt x="51" y="50"/>
                  </a:cubicBezTo>
                  <a:cubicBezTo>
                    <a:pt x="41" y="50"/>
                    <a:pt x="34" y="38"/>
                    <a:pt x="34" y="25"/>
                  </a:cubicBezTo>
                  <a:close/>
                </a:path>
              </a:pathLst>
            </a:custGeom>
            <a:solidFill>
              <a:srgbClr val="B9C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5" name="Freeform 18">
              <a:extLst>
                <a:ext uri="{FF2B5EF4-FFF2-40B4-BE49-F238E27FC236}">
                  <a16:creationId xmlns:a16="http://schemas.microsoft.com/office/drawing/2014/main" id="{681E8EE8-8A62-4AE9-A4C9-DF371C120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957"/>
              <a:ext cx="240" cy="422"/>
            </a:xfrm>
            <a:custGeom>
              <a:avLst/>
              <a:gdLst>
                <a:gd name="T0" fmla="*/ 708 w 96"/>
                <a:gd name="T1" fmla="*/ 1506 h 158"/>
                <a:gd name="T2" fmla="*/ 1500 w 96"/>
                <a:gd name="T3" fmla="*/ 0 h 158"/>
                <a:gd name="T4" fmla="*/ 783 w 96"/>
                <a:gd name="T5" fmla="*/ 0 h 158"/>
                <a:gd name="T6" fmla="*/ 0 w 96"/>
                <a:gd name="T7" fmla="*/ 1506 h 158"/>
                <a:gd name="T8" fmla="*/ 783 w 96"/>
                <a:gd name="T9" fmla="*/ 3010 h 158"/>
                <a:gd name="T10" fmla="*/ 1500 w 96"/>
                <a:gd name="T11" fmla="*/ 3010 h 158"/>
                <a:gd name="T12" fmla="*/ 708 w 96"/>
                <a:gd name="T13" fmla="*/ 1506 h 1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58">
                  <a:moveTo>
                    <a:pt x="45" y="79"/>
                  </a:moveTo>
                  <a:cubicBezTo>
                    <a:pt x="45" y="35"/>
                    <a:pt x="68" y="0"/>
                    <a:pt x="96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23" y="0"/>
                    <a:pt x="0" y="35"/>
                    <a:pt x="0" y="79"/>
                  </a:cubicBezTo>
                  <a:cubicBezTo>
                    <a:pt x="0" y="123"/>
                    <a:pt x="23" y="158"/>
                    <a:pt x="50" y="158"/>
                  </a:cubicBezTo>
                  <a:cubicBezTo>
                    <a:pt x="96" y="158"/>
                    <a:pt x="96" y="158"/>
                    <a:pt x="96" y="158"/>
                  </a:cubicBezTo>
                  <a:cubicBezTo>
                    <a:pt x="68" y="158"/>
                    <a:pt x="45" y="123"/>
                    <a:pt x="45" y="79"/>
                  </a:cubicBezTo>
                  <a:close/>
                </a:path>
              </a:pathLst>
            </a:custGeom>
            <a:solidFill>
              <a:srgbClr val="B9C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6" name="Freeform 19">
              <a:extLst>
                <a:ext uri="{FF2B5EF4-FFF2-40B4-BE49-F238E27FC236}">
                  <a16:creationId xmlns:a16="http://schemas.microsoft.com/office/drawing/2014/main" id="{BF122FAE-C2AE-4807-8177-2FF2A420D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437"/>
              <a:ext cx="625" cy="1715"/>
            </a:xfrm>
            <a:custGeom>
              <a:avLst/>
              <a:gdLst>
                <a:gd name="T0" fmla="*/ 220 w 250"/>
                <a:gd name="T1" fmla="*/ 6068 h 643"/>
                <a:gd name="T2" fmla="*/ 3238 w 250"/>
                <a:gd name="T3" fmla="*/ 56 h 643"/>
                <a:gd name="T4" fmla="*/ 3908 w 250"/>
                <a:gd name="T5" fmla="*/ 285 h 643"/>
                <a:gd name="T6" fmla="*/ 3020 w 250"/>
                <a:gd name="T7" fmla="*/ 0 h 643"/>
                <a:gd name="T8" fmla="*/ 0 w 250"/>
                <a:gd name="T9" fmla="*/ 6132 h 643"/>
                <a:gd name="T10" fmla="*/ 2438 w 250"/>
                <a:gd name="T11" fmla="*/ 12200 h 643"/>
                <a:gd name="T12" fmla="*/ 220 w 250"/>
                <a:gd name="T13" fmla="*/ 6068 h 6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643">
                  <a:moveTo>
                    <a:pt x="14" y="320"/>
                  </a:moveTo>
                  <a:cubicBezTo>
                    <a:pt x="14" y="141"/>
                    <a:pt x="103" y="3"/>
                    <a:pt x="207" y="3"/>
                  </a:cubicBezTo>
                  <a:cubicBezTo>
                    <a:pt x="219" y="3"/>
                    <a:pt x="238" y="11"/>
                    <a:pt x="250" y="15"/>
                  </a:cubicBezTo>
                  <a:cubicBezTo>
                    <a:pt x="232" y="5"/>
                    <a:pt x="213" y="0"/>
                    <a:pt x="193" y="0"/>
                  </a:cubicBezTo>
                  <a:cubicBezTo>
                    <a:pt x="88" y="0"/>
                    <a:pt x="0" y="144"/>
                    <a:pt x="0" y="323"/>
                  </a:cubicBezTo>
                  <a:cubicBezTo>
                    <a:pt x="0" y="481"/>
                    <a:pt x="69" y="613"/>
                    <a:pt x="156" y="643"/>
                  </a:cubicBezTo>
                  <a:cubicBezTo>
                    <a:pt x="66" y="604"/>
                    <a:pt x="14" y="465"/>
                    <a:pt x="14" y="320"/>
                  </a:cubicBezTo>
                  <a:close/>
                </a:path>
              </a:pathLst>
            </a:custGeom>
            <a:solidFill>
              <a:srgbClr val="EB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7" name="Oval 20">
              <a:extLst>
                <a:ext uri="{FF2B5EF4-FFF2-40B4-BE49-F238E27FC236}">
                  <a16:creationId xmlns:a16="http://schemas.microsoft.com/office/drawing/2014/main" id="{A86BE473-A1A8-4420-B147-AE13BF6F0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1381"/>
              <a:ext cx="1100" cy="1843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58" name="Oval 21">
              <a:extLst>
                <a:ext uri="{FF2B5EF4-FFF2-40B4-BE49-F238E27FC236}">
                  <a16:creationId xmlns:a16="http://schemas.microsoft.com/office/drawing/2014/main" id="{D36AE9CB-DF03-4AFA-92C8-DA4C29964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1419"/>
              <a:ext cx="1035" cy="1765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59" name="Oval 22">
              <a:extLst>
                <a:ext uri="{FF2B5EF4-FFF2-40B4-BE49-F238E27FC236}">
                  <a16:creationId xmlns:a16="http://schemas.microsoft.com/office/drawing/2014/main" id="{D8B0170F-7991-49C1-A560-CA52FC28A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891"/>
              <a:ext cx="185" cy="309"/>
            </a:xfrm>
            <a:prstGeom prst="ellipse">
              <a:avLst/>
            </a:pr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60" name="Oval 23">
              <a:extLst>
                <a:ext uri="{FF2B5EF4-FFF2-40B4-BE49-F238E27FC236}">
                  <a16:creationId xmlns:a16="http://schemas.microsoft.com/office/drawing/2014/main" id="{B40CAE94-7520-42A4-A859-DA2B4B85B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1733"/>
              <a:ext cx="230" cy="339"/>
            </a:xfrm>
            <a:prstGeom prst="ellipse">
              <a:avLst/>
            </a:pr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61" name="Oval 24">
              <a:extLst>
                <a:ext uri="{FF2B5EF4-FFF2-40B4-BE49-F238E27FC236}">
                  <a16:creationId xmlns:a16="http://schemas.microsoft.com/office/drawing/2014/main" id="{A35A87F3-CCF3-4FFE-869A-7192FDD97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1467"/>
              <a:ext cx="245" cy="373"/>
            </a:xfrm>
            <a:prstGeom prst="ellipse">
              <a:avLst/>
            </a:pr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62" name="Oval 25">
              <a:extLst>
                <a:ext uri="{FF2B5EF4-FFF2-40B4-BE49-F238E27FC236}">
                  <a16:creationId xmlns:a16="http://schemas.microsoft.com/office/drawing/2014/main" id="{12B00EFB-C9F4-4424-8B7C-CA24F899C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2275"/>
              <a:ext cx="278" cy="469"/>
            </a:xfrm>
            <a:prstGeom prst="ellipse">
              <a:avLst/>
            </a:pr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63" name="Oval 26">
              <a:extLst>
                <a:ext uri="{FF2B5EF4-FFF2-40B4-BE49-F238E27FC236}">
                  <a16:creationId xmlns:a16="http://schemas.microsoft.com/office/drawing/2014/main" id="{E7EE0805-3A8A-410C-9FFD-E6AD05553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2816"/>
              <a:ext cx="202" cy="272"/>
            </a:xfrm>
            <a:prstGeom prst="ellipse">
              <a:avLst/>
            </a:pr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64" name="Freeform 27">
              <a:extLst>
                <a:ext uri="{FF2B5EF4-FFF2-40B4-BE49-F238E27FC236}">
                  <a16:creationId xmlns:a16="http://schemas.microsoft.com/office/drawing/2014/main" id="{0C5EB6FB-8514-42BB-B935-62847B27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091"/>
              <a:ext cx="2298" cy="2114"/>
            </a:xfrm>
            <a:custGeom>
              <a:avLst/>
              <a:gdLst>
                <a:gd name="T0" fmla="*/ 1283 w 919"/>
                <a:gd name="T1" fmla="*/ 0 h 793"/>
                <a:gd name="T2" fmla="*/ 658 w 919"/>
                <a:gd name="T3" fmla="*/ 4433 h 793"/>
                <a:gd name="T4" fmla="*/ 5034 w 919"/>
                <a:gd name="T5" fmla="*/ 8677 h 793"/>
                <a:gd name="T6" fmla="*/ 13600 w 919"/>
                <a:gd name="T7" fmla="*/ 15025 h 793"/>
                <a:gd name="T8" fmla="*/ 10847 w 919"/>
                <a:gd name="T9" fmla="*/ 8600 h 793"/>
                <a:gd name="T10" fmla="*/ 14288 w 919"/>
                <a:gd name="T11" fmla="*/ 2069 h 793"/>
                <a:gd name="T12" fmla="*/ 14368 w 919"/>
                <a:gd name="T13" fmla="*/ 2069 h 793"/>
                <a:gd name="T14" fmla="*/ 3126 w 919"/>
                <a:gd name="T15" fmla="*/ 4697 h 793"/>
                <a:gd name="T16" fmla="*/ 1688 w 919"/>
                <a:gd name="T17" fmla="*/ 568 h 7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9" h="793">
                  <a:moveTo>
                    <a:pt x="82" y="0"/>
                  </a:moveTo>
                  <a:cubicBezTo>
                    <a:pt x="16" y="55"/>
                    <a:pt x="0" y="153"/>
                    <a:pt x="42" y="234"/>
                  </a:cubicBezTo>
                  <a:cubicBezTo>
                    <a:pt x="94" y="336"/>
                    <a:pt x="249" y="396"/>
                    <a:pt x="322" y="458"/>
                  </a:cubicBezTo>
                  <a:cubicBezTo>
                    <a:pt x="477" y="591"/>
                    <a:pt x="638" y="749"/>
                    <a:pt x="870" y="793"/>
                  </a:cubicBezTo>
                  <a:cubicBezTo>
                    <a:pt x="770" y="761"/>
                    <a:pt x="694" y="622"/>
                    <a:pt x="694" y="454"/>
                  </a:cubicBezTo>
                  <a:cubicBezTo>
                    <a:pt x="694" y="263"/>
                    <a:pt x="793" y="109"/>
                    <a:pt x="914" y="109"/>
                  </a:cubicBezTo>
                  <a:cubicBezTo>
                    <a:pt x="916" y="109"/>
                    <a:pt x="917" y="109"/>
                    <a:pt x="919" y="109"/>
                  </a:cubicBezTo>
                  <a:cubicBezTo>
                    <a:pt x="633" y="76"/>
                    <a:pt x="421" y="266"/>
                    <a:pt x="200" y="248"/>
                  </a:cubicBezTo>
                  <a:cubicBezTo>
                    <a:pt x="63" y="237"/>
                    <a:pt x="50" y="88"/>
                    <a:pt x="108" y="30"/>
                  </a:cubicBezTo>
                </a:path>
              </a:pathLst>
            </a:custGeom>
            <a:solidFill>
              <a:srgbClr val="FFE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5" name="Oval 28">
              <a:extLst>
                <a:ext uri="{FF2B5EF4-FFF2-40B4-BE49-F238E27FC236}">
                  <a16:creationId xmlns:a16="http://schemas.microsoft.com/office/drawing/2014/main" id="{01AF88F3-A8C8-4614-A59F-9031F0745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5" y="1907"/>
              <a:ext cx="155" cy="277"/>
            </a:xfrm>
            <a:prstGeom prst="ellipse">
              <a:avLst/>
            </a:prstGeom>
            <a:solidFill>
              <a:srgbClr val="FFF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66" name="Oval 29">
              <a:extLst>
                <a:ext uri="{FF2B5EF4-FFF2-40B4-BE49-F238E27FC236}">
                  <a16:creationId xmlns:a16="http://schemas.microsoft.com/office/drawing/2014/main" id="{35DFBD22-B7F9-40F5-A13B-509E55FF7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1749"/>
              <a:ext cx="200" cy="307"/>
            </a:xfrm>
            <a:prstGeom prst="ellipse">
              <a:avLst/>
            </a:prstGeom>
            <a:solidFill>
              <a:srgbClr val="FFF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67" name="Oval 30">
              <a:extLst>
                <a:ext uri="{FF2B5EF4-FFF2-40B4-BE49-F238E27FC236}">
                  <a16:creationId xmlns:a16="http://schemas.microsoft.com/office/drawing/2014/main" id="{ABFD6AE0-0A88-49D1-9FA0-EE8770F40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2" y="1483"/>
              <a:ext cx="215" cy="341"/>
            </a:xfrm>
            <a:prstGeom prst="ellipse">
              <a:avLst/>
            </a:prstGeom>
            <a:solidFill>
              <a:srgbClr val="FFF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68" name="Oval 31">
              <a:extLst>
                <a:ext uri="{FF2B5EF4-FFF2-40B4-BE49-F238E27FC236}">
                  <a16:creationId xmlns:a16="http://schemas.microsoft.com/office/drawing/2014/main" id="{71990590-D0ED-40D9-9078-236538B64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2291"/>
              <a:ext cx="248" cy="437"/>
            </a:xfrm>
            <a:prstGeom prst="ellipse">
              <a:avLst/>
            </a:prstGeom>
            <a:solidFill>
              <a:srgbClr val="FFF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69" name="Oval 32">
              <a:extLst>
                <a:ext uri="{FF2B5EF4-FFF2-40B4-BE49-F238E27FC236}">
                  <a16:creationId xmlns:a16="http://schemas.microsoft.com/office/drawing/2014/main" id="{2B3F549B-2EFE-4974-9F3F-647DA0B0E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832"/>
              <a:ext cx="172" cy="240"/>
            </a:xfrm>
            <a:prstGeom prst="ellipse">
              <a:avLst/>
            </a:prstGeom>
            <a:solidFill>
              <a:srgbClr val="FFF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70" name="Oval 33">
              <a:extLst>
                <a:ext uri="{FF2B5EF4-FFF2-40B4-BE49-F238E27FC236}">
                  <a16:creationId xmlns:a16="http://schemas.microsoft.com/office/drawing/2014/main" id="{108C69E8-83D4-4C34-99EF-8C54C3C31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2165"/>
              <a:ext cx="215" cy="360"/>
            </a:xfrm>
            <a:prstGeom prst="ellipse">
              <a:avLst/>
            </a:pr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71" name="Oval 34">
              <a:extLst>
                <a:ext uri="{FF2B5EF4-FFF2-40B4-BE49-F238E27FC236}">
                  <a16:creationId xmlns:a16="http://schemas.microsoft.com/office/drawing/2014/main" id="{8295FD42-F3C4-41BE-9B3D-5F20AF14C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7" y="2405"/>
              <a:ext cx="213" cy="358"/>
            </a:xfrm>
            <a:prstGeom prst="ellipse">
              <a:avLst/>
            </a:pr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72" name="Freeform 35">
              <a:extLst>
                <a:ext uri="{FF2B5EF4-FFF2-40B4-BE49-F238E27FC236}">
                  <a16:creationId xmlns:a16="http://schemas.microsoft.com/office/drawing/2014/main" id="{553D0B13-5462-4EA9-B6A4-77B65B75D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405"/>
              <a:ext cx="220" cy="358"/>
            </a:xfrm>
            <a:custGeom>
              <a:avLst/>
              <a:gdLst>
                <a:gd name="T0" fmla="*/ 1375 w 88"/>
                <a:gd name="T1" fmla="*/ 0 h 134"/>
                <a:gd name="T2" fmla="*/ 708 w 88"/>
                <a:gd name="T3" fmla="*/ 1277 h 134"/>
                <a:gd name="T4" fmla="*/ 1375 w 88"/>
                <a:gd name="T5" fmla="*/ 2554 h 134"/>
                <a:gd name="T6" fmla="*/ 658 w 88"/>
                <a:gd name="T7" fmla="*/ 2554 h 134"/>
                <a:gd name="T8" fmla="*/ 0 w 88"/>
                <a:gd name="T9" fmla="*/ 1277 h 134"/>
                <a:gd name="T10" fmla="*/ 658 w 88"/>
                <a:gd name="T11" fmla="*/ 0 h 134"/>
                <a:gd name="T12" fmla="*/ 1375 w 88"/>
                <a:gd name="T13" fmla="*/ 0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34">
                  <a:moveTo>
                    <a:pt x="88" y="0"/>
                  </a:moveTo>
                  <a:cubicBezTo>
                    <a:pt x="64" y="0"/>
                    <a:pt x="45" y="30"/>
                    <a:pt x="45" y="67"/>
                  </a:cubicBezTo>
                  <a:cubicBezTo>
                    <a:pt x="45" y="104"/>
                    <a:pt x="64" y="134"/>
                    <a:pt x="88" y="134"/>
                  </a:cubicBezTo>
                  <a:cubicBezTo>
                    <a:pt x="42" y="134"/>
                    <a:pt x="42" y="134"/>
                    <a:pt x="42" y="134"/>
                  </a:cubicBezTo>
                  <a:cubicBezTo>
                    <a:pt x="19" y="134"/>
                    <a:pt x="0" y="104"/>
                    <a:pt x="0" y="67"/>
                  </a:cubicBezTo>
                  <a:cubicBezTo>
                    <a:pt x="0" y="30"/>
                    <a:pt x="19" y="0"/>
                    <a:pt x="42" y="0"/>
                  </a:cubicBezTo>
                  <a:lnTo>
                    <a:pt x="88" y="0"/>
                  </a:lnTo>
                  <a:close/>
                </a:path>
              </a:pathLst>
            </a:custGeom>
            <a:solidFill>
              <a:srgbClr val="FFE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3" name="Oval 36">
              <a:extLst>
                <a:ext uri="{FF2B5EF4-FFF2-40B4-BE49-F238E27FC236}">
                  <a16:creationId xmlns:a16="http://schemas.microsoft.com/office/drawing/2014/main" id="{73299C6B-BB1F-450B-8EB9-71E044684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1912"/>
              <a:ext cx="250" cy="421"/>
            </a:xfrm>
            <a:prstGeom prst="ellipse">
              <a:avLst/>
            </a:pr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74" name="Oval 37">
              <a:extLst>
                <a:ext uri="{FF2B5EF4-FFF2-40B4-BE49-F238E27FC236}">
                  <a16:creationId xmlns:a16="http://schemas.microsoft.com/office/drawing/2014/main" id="{094B3330-6589-4805-8BC8-7E634DCCF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2187"/>
              <a:ext cx="85" cy="133"/>
            </a:xfrm>
            <a:prstGeom prst="ellipse">
              <a:avLst/>
            </a:prstGeom>
            <a:solidFill>
              <a:srgbClr val="F8C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75" name="Oval 38">
              <a:extLst>
                <a:ext uri="{FF2B5EF4-FFF2-40B4-BE49-F238E27FC236}">
                  <a16:creationId xmlns:a16="http://schemas.microsoft.com/office/drawing/2014/main" id="{CBF0AE29-1472-4CFA-85C9-21C1FF631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2376"/>
              <a:ext cx="85" cy="133"/>
            </a:xfrm>
            <a:prstGeom prst="ellipse">
              <a:avLst/>
            </a:pr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76" name="Freeform 39">
              <a:extLst>
                <a:ext uri="{FF2B5EF4-FFF2-40B4-BE49-F238E27FC236}">
                  <a16:creationId xmlns:a16="http://schemas.microsoft.com/office/drawing/2014/main" id="{4E7C0F0E-BD0F-4A6D-A2B7-6803D34E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187"/>
              <a:ext cx="127" cy="133"/>
            </a:xfrm>
            <a:custGeom>
              <a:avLst/>
              <a:gdLst>
                <a:gd name="T0" fmla="*/ 528 w 51"/>
                <a:gd name="T1" fmla="*/ 473 h 50"/>
                <a:gd name="T2" fmla="*/ 787 w 51"/>
                <a:gd name="T3" fmla="*/ 0 h 50"/>
                <a:gd name="T4" fmla="*/ 433 w 51"/>
                <a:gd name="T5" fmla="*/ 0 h 50"/>
                <a:gd name="T6" fmla="*/ 0 w 51"/>
                <a:gd name="T7" fmla="*/ 904 h 50"/>
                <a:gd name="T8" fmla="*/ 92 w 51"/>
                <a:gd name="T9" fmla="*/ 942 h 50"/>
                <a:gd name="T10" fmla="*/ 787 w 51"/>
                <a:gd name="T11" fmla="*/ 942 h 50"/>
                <a:gd name="T12" fmla="*/ 528 w 51"/>
                <a:gd name="T13" fmla="*/ 47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0">
                  <a:moveTo>
                    <a:pt x="34" y="25"/>
                  </a:moveTo>
                  <a:cubicBezTo>
                    <a:pt x="34" y="11"/>
                    <a:pt x="42" y="0"/>
                    <a:pt x="5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21"/>
                    <a:pt x="14" y="39"/>
                    <a:pt x="0" y="48"/>
                  </a:cubicBezTo>
                  <a:cubicBezTo>
                    <a:pt x="2" y="49"/>
                    <a:pt x="4" y="50"/>
                    <a:pt x="6" y="50"/>
                  </a:cubicBezTo>
                  <a:cubicBezTo>
                    <a:pt x="51" y="50"/>
                    <a:pt x="51" y="50"/>
                    <a:pt x="51" y="50"/>
                  </a:cubicBezTo>
                  <a:cubicBezTo>
                    <a:pt x="42" y="50"/>
                    <a:pt x="34" y="38"/>
                    <a:pt x="34" y="25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7" name="Oval 40">
              <a:extLst>
                <a:ext uri="{FF2B5EF4-FFF2-40B4-BE49-F238E27FC236}">
                  <a16:creationId xmlns:a16="http://schemas.microsoft.com/office/drawing/2014/main" id="{8F49CA1F-F004-4588-9BBA-7EA7BE1F3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2181"/>
              <a:ext cx="187" cy="328"/>
            </a:xfrm>
            <a:prstGeom prst="ellipse">
              <a:avLst/>
            </a:prstGeom>
            <a:solidFill>
              <a:srgbClr val="FFF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78" name="Oval 41">
              <a:extLst>
                <a:ext uri="{FF2B5EF4-FFF2-40B4-BE49-F238E27FC236}">
                  <a16:creationId xmlns:a16="http://schemas.microsoft.com/office/drawing/2014/main" id="{E7CD0D2F-8C16-44DE-896F-9365A4B00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2" y="2421"/>
              <a:ext cx="183" cy="326"/>
            </a:xfrm>
            <a:prstGeom prst="ellipse">
              <a:avLst/>
            </a:prstGeom>
            <a:solidFill>
              <a:srgbClr val="FFF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79" name="Freeform 42">
              <a:extLst>
                <a:ext uri="{FF2B5EF4-FFF2-40B4-BE49-F238E27FC236}">
                  <a16:creationId xmlns:a16="http://schemas.microsoft.com/office/drawing/2014/main" id="{7D4126AC-9233-4644-91BC-39E476530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579"/>
              <a:ext cx="218" cy="338"/>
            </a:xfrm>
            <a:custGeom>
              <a:avLst/>
              <a:gdLst>
                <a:gd name="T0" fmla="*/ 692 w 87"/>
                <a:gd name="T1" fmla="*/ 0 h 127"/>
                <a:gd name="T2" fmla="*/ 489 w 87"/>
                <a:gd name="T3" fmla="*/ 35 h 127"/>
                <a:gd name="T4" fmla="*/ 0 w 87"/>
                <a:gd name="T5" fmla="*/ 1246 h 127"/>
                <a:gd name="T6" fmla="*/ 692 w 87"/>
                <a:gd name="T7" fmla="*/ 2395 h 127"/>
                <a:gd name="T8" fmla="*/ 1368 w 87"/>
                <a:gd name="T9" fmla="*/ 1190 h 127"/>
                <a:gd name="T10" fmla="*/ 692 w 87"/>
                <a:gd name="T11" fmla="*/ 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27">
                  <a:moveTo>
                    <a:pt x="44" y="0"/>
                  </a:moveTo>
                  <a:cubicBezTo>
                    <a:pt x="39" y="0"/>
                    <a:pt x="35" y="1"/>
                    <a:pt x="31" y="2"/>
                  </a:cubicBezTo>
                  <a:cubicBezTo>
                    <a:pt x="31" y="33"/>
                    <a:pt x="18" y="59"/>
                    <a:pt x="0" y="66"/>
                  </a:cubicBezTo>
                  <a:cubicBezTo>
                    <a:pt x="1" y="100"/>
                    <a:pt x="20" y="127"/>
                    <a:pt x="44" y="127"/>
                  </a:cubicBezTo>
                  <a:cubicBezTo>
                    <a:pt x="68" y="127"/>
                    <a:pt x="87" y="99"/>
                    <a:pt x="87" y="63"/>
                  </a:cubicBezTo>
                  <a:cubicBezTo>
                    <a:pt x="87" y="28"/>
                    <a:pt x="68" y="0"/>
                    <a:pt x="44" y="0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0" name="Freeform 43">
              <a:extLst>
                <a:ext uri="{FF2B5EF4-FFF2-40B4-BE49-F238E27FC236}">
                  <a16:creationId xmlns:a16="http://schemas.microsoft.com/office/drawing/2014/main" id="{748360BE-4DD1-4014-A017-4BE6A4C70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595"/>
              <a:ext cx="188" cy="306"/>
            </a:xfrm>
            <a:custGeom>
              <a:avLst/>
              <a:gdLst>
                <a:gd name="T0" fmla="*/ 597 w 75"/>
                <a:gd name="T1" fmla="*/ 0 h 115"/>
                <a:gd name="T2" fmla="*/ 396 w 75"/>
                <a:gd name="T3" fmla="*/ 56 h 115"/>
                <a:gd name="T4" fmla="*/ 0 w 75"/>
                <a:gd name="T5" fmla="*/ 1075 h 115"/>
                <a:gd name="T6" fmla="*/ 0 w 75"/>
                <a:gd name="T7" fmla="*/ 1075 h 115"/>
                <a:gd name="T8" fmla="*/ 597 w 75"/>
                <a:gd name="T9" fmla="*/ 2166 h 115"/>
                <a:gd name="T10" fmla="*/ 1181 w 75"/>
                <a:gd name="T11" fmla="*/ 1075 h 115"/>
                <a:gd name="T12" fmla="*/ 597 w 75"/>
                <a:gd name="T13" fmla="*/ 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15">
                  <a:moveTo>
                    <a:pt x="38" y="0"/>
                  </a:moveTo>
                  <a:cubicBezTo>
                    <a:pt x="33" y="0"/>
                    <a:pt x="29" y="1"/>
                    <a:pt x="25" y="3"/>
                  </a:cubicBezTo>
                  <a:cubicBezTo>
                    <a:pt x="23" y="27"/>
                    <a:pt x="14" y="48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9"/>
                    <a:pt x="17" y="115"/>
                    <a:pt x="38" y="115"/>
                  </a:cubicBezTo>
                  <a:cubicBezTo>
                    <a:pt x="58" y="115"/>
                    <a:pt x="75" y="89"/>
                    <a:pt x="75" y="57"/>
                  </a:cubicBezTo>
                  <a:cubicBezTo>
                    <a:pt x="75" y="26"/>
                    <a:pt x="58" y="0"/>
                    <a:pt x="38" y="0"/>
                  </a:cubicBezTo>
                  <a:close/>
                </a:path>
              </a:pathLst>
            </a:custGeom>
            <a:solidFill>
              <a:srgbClr val="FFF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1" name="Freeform 44">
              <a:extLst>
                <a:ext uri="{FF2B5EF4-FFF2-40B4-BE49-F238E27FC236}">
                  <a16:creationId xmlns:a16="http://schemas.microsoft.com/office/drawing/2014/main" id="{FA8EE440-15F2-4736-A932-74F9B14E2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376"/>
              <a:ext cx="147" cy="133"/>
            </a:xfrm>
            <a:custGeom>
              <a:avLst/>
              <a:gdLst>
                <a:gd name="T0" fmla="*/ 653 w 59"/>
                <a:gd name="T1" fmla="*/ 473 h 50"/>
                <a:gd name="T2" fmla="*/ 912 w 59"/>
                <a:gd name="T3" fmla="*/ 0 h 50"/>
                <a:gd name="T4" fmla="*/ 217 w 59"/>
                <a:gd name="T5" fmla="*/ 0 h 50"/>
                <a:gd name="T6" fmla="*/ 0 w 59"/>
                <a:gd name="T7" fmla="*/ 205 h 50"/>
                <a:gd name="T8" fmla="*/ 30 w 59"/>
                <a:gd name="T9" fmla="*/ 205 h 50"/>
                <a:gd name="T10" fmla="*/ 620 w 59"/>
                <a:gd name="T11" fmla="*/ 942 h 50"/>
                <a:gd name="T12" fmla="*/ 912 w 59"/>
                <a:gd name="T13" fmla="*/ 942 h 50"/>
                <a:gd name="T14" fmla="*/ 653 w 59"/>
                <a:gd name="T15" fmla="*/ 473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0">
                  <a:moveTo>
                    <a:pt x="42" y="25"/>
                  </a:moveTo>
                  <a:cubicBezTo>
                    <a:pt x="42" y="12"/>
                    <a:pt x="50" y="0"/>
                    <a:pt x="59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8" y="0"/>
                    <a:pt x="3" y="5"/>
                    <a:pt x="0" y="11"/>
                  </a:cubicBezTo>
                  <a:cubicBezTo>
                    <a:pt x="0" y="11"/>
                    <a:pt x="1" y="11"/>
                    <a:pt x="2" y="11"/>
                  </a:cubicBezTo>
                  <a:cubicBezTo>
                    <a:pt x="19" y="11"/>
                    <a:pt x="34" y="27"/>
                    <a:pt x="40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0" y="50"/>
                    <a:pt x="42" y="39"/>
                    <a:pt x="42" y="25"/>
                  </a:cubicBez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2" name="Oval 45">
              <a:extLst>
                <a:ext uri="{FF2B5EF4-FFF2-40B4-BE49-F238E27FC236}">
                  <a16:creationId xmlns:a16="http://schemas.microsoft.com/office/drawing/2014/main" id="{12E6F5FD-06C1-44FE-BE63-E0A41ADCB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1928"/>
              <a:ext cx="220" cy="389"/>
            </a:xfrm>
            <a:prstGeom prst="ellipse">
              <a:avLst/>
            </a:prstGeom>
            <a:solidFill>
              <a:srgbClr val="FFF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83" name="Oval 46">
              <a:extLst>
                <a:ext uri="{FF2B5EF4-FFF2-40B4-BE49-F238E27FC236}">
                  <a16:creationId xmlns:a16="http://schemas.microsoft.com/office/drawing/2014/main" id="{35185C6D-4DFE-4151-B0A8-B78661580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2203"/>
              <a:ext cx="55" cy="101"/>
            </a:xfrm>
            <a:prstGeom prst="ellipse">
              <a:avLst/>
            </a:pr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84" name="Freeform 47">
              <a:extLst>
                <a:ext uri="{FF2B5EF4-FFF2-40B4-BE49-F238E27FC236}">
                  <a16:creationId xmlns:a16="http://schemas.microsoft.com/office/drawing/2014/main" id="{FDA0DE8C-B9CB-4DA0-8044-ED37D7515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208"/>
              <a:ext cx="30" cy="85"/>
            </a:xfrm>
            <a:custGeom>
              <a:avLst/>
              <a:gdLst>
                <a:gd name="T0" fmla="*/ 0 w 12"/>
                <a:gd name="T1" fmla="*/ 319 h 32"/>
                <a:gd name="T2" fmla="*/ 83 w 12"/>
                <a:gd name="T3" fmla="*/ 600 h 32"/>
                <a:gd name="T4" fmla="*/ 188 w 12"/>
                <a:gd name="T5" fmla="*/ 282 h 32"/>
                <a:gd name="T6" fmla="*/ 113 w 12"/>
                <a:gd name="T7" fmla="*/ 0 h 32"/>
                <a:gd name="T8" fmla="*/ 0 w 12"/>
                <a:gd name="T9" fmla="*/ 31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2">
                  <a:moveTo>
                    <a:pt x="0" y="17"/>
                  </a:moveTo>
                  <a:cubicBezTo>
                    <a:pt x="0" y="23"/>
                    <a:pt x="2" y="29"/>
                    <a:pt x="5" y="32"/>
                  </a:cubicBezTo>
                  <a:cubicBezTo>
                    <a:pt x="9" y="29"/>
                    <a:pt x="12" y="23"/>
                    <a:pt x="12" y="15"/>
                  </a:cubicBezTo>
                  <a:cubicBezTo>
                    <a:pt x="12" y="8"/>
                    <a:pt x="9" y="3"/>
                    <a:pt x="7" y="0"/>
                  </a:cubicBezTo>
                  <a:cubicBezTo>
                    <a:pt x="3" y="3"/>
                    <a:pt x="0" y="9"/>
                    <a:pt x="0" y="17"/>
                  </a:cubicBezTo>
                  <a:close/>
                </a:path>
              </a:pathLst>
            </a:custGeom>
            <a:solidFill>
              <a:srgbClr val="9A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5" name="Oval 48">
              <a:extLst>
                <a:ext uri="{FF2B5EF4-FFF2-40B4-BE49-F238E27FC236}">
                  <a16:creationId xmlns:a16="http://schemas.microsoft.com/office/drawing/2014/main" id="{3954EBB3-23A1-4C5B-96F9-D7C896F96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392"/>
              <a:ext cx="55" cy="101"/>
            </a:xfrm>
            <a:prstGeom prst="ellipse">
              <a:avLst/>
            </a:pr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786" name="Freeform 49">
              <a:extLst>
                <a:ext uri="{FF2B5EF4-FFF2-40B4-BE49-F238E27FC236}">
                  <a16:creationId xmlns:a16="http://schemas.microsoft.com/office/drawing/2014/main" id="{6318B256-8837-41AA-970A-C959EFF09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400"/>
              <a:ext cx="30" cy="88"/>
            </a:xfrm>
            <a:custGeom>
              <a:avLst/>
              <a:gdLst>
                <a:gd name="T0" fmla="*/ 95 w 12"/>
                <a:gd name="T1" fmla="*/ 0 h 33"/>
                <a:gd name="T2" fmla="*/ 0 w 12"/>
                <a:gd name="T3" fmla="*/ 307 h 33"/>
                <a:gd name="T4" fmla="*/ 95 w 12"/>
                <a:gd name="T5" fmla="*/ 627 h 33"/>
                <a:gd name="T6" fmla="*/ 188 w 12"/>
                <a:gd name="T7" fmla="*/ 307 h 33"/>
                <a:gd name="T8" fmla="*/ 95 w 12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3">
                  <a:moveTo>
                    <a:pt x="6" y="0"/>
                  </a:moveTo>
                  <a:cubicBezTo>
                    <a:pt x="3" y="3"/>
                    <a:pt x="0" y="9"/>
                    <a:pt x="0" y="16"/>
                  </a:cubicBezTo>
                  <a:cubicBezTo>
                    <a:pt x="0" y="24"/>
                    <a:pt x="3" y="29"/>
                    <a:pt x="6" y="33"/>
                  </a:cubicBezTo>
                  <a:cubicBezTo>
                    <a:pt x="9" y="29"/>
                    <a:pt x="12" y="24"/>
                    <a:pt x="12" y="16"/>
                  </a:cubicBezTo>
                  <a:cubicBezTo>
                    <a:pt x="12" y="9"/>
                    <a:pt x="9" y="3"/>
                    <a:pt x="6" y="0"/>
                  </a:cubicBezTo>
                  <a:close/>
                </a:path>
              </a:pathLst>
            </a:custGeom>
            <a:solidFill>
              <a:srgbClr val="006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7" name="Freeform 50">
              <a:extLst>
                <a:ext uri="{FF2B5EF4-FFF2-40B4-BE49-F238E27FC236}">
                  <a16:creationId xmlns:a16="http://schemas.microsoft.com/office/drawing/2014/main" id="{15CB2C0C-5346-4ADA-B520-97FEC02A9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165"/>
              <a:ext cx="220" cy="360"/>
            </a:xfrm>
            <a:custGeom>
              <a:avLst/>
              <a:gdLst>
                <a:gd name="T0" fmla="*/ 708 w 88"/>
                <a:gd name="T1" fmla="*/ 1288 h 135"/>
                <a:gd name="T2" fmla="*/ 1375 w 88"/>
                <a:gd name="T3" fmla="*/ 0 h 135"/>
                <a:gd name="T4" fmla="*/ 675 w 88"/>
                <a:gd name="T5" fmla="*/ 0 h 135"/>
                <a:gd name="T6" fmla="*/ 333 w 88"/>
                <a:gd name="T7" fmla="*/ 192 h 135"/>
                <a:gd name="T8" fmla="*/ 488 w 88"/>
                <a:gd name="T9" fmla="*/ 627 h 135"/>
                <a:gd name="T10" fmla="*/ 220 w 88"/>
                <a:gd name="T11" fmla="*/ 1101 h 135"/>
                <a:gd name="T12" fmla="*/ 20 w 88"/>
                <a:gd name="T13" fmla="*/ 1101 h 135"/>
                <a:gd name="T14" fmla="*/ 0 w 88"/>
                <a:gd name="T15" fmla="*/ 1288 h 135"/>
                <a:gd name="T16" fmla="*/ 20 w 88"/>
                <a:gd name="T17" fmla="*/ 1501 h 135"/>
                <a:gd name="T18" fmla="*/ 345 w 88"/>
                <a:gd name="T19" fmla="*/ 1501 h 135"/>
                <a:gd name="T20" fmla="*/ 613 w 88"/>
                <a:gd name="T21" fmla="*/ 1971 h 135"/>
                <a:gd name="T22" fmla="*/ 395 w 88"/>
                <a:gd name="T23" fmla="*/ 2445 h 135"/>
                <a:gd name="T24" fmla="*/ 675 w 88"/>
                <a:gd name="T25" fmla="*/ 2560 h 135"/>
                <a:gd name="T26" fmla="*/ 1375 w 88"/>
                <a:gd name="T27" fmla="*/ 2560 h 135"/>
                <a:gd name="T28" fmla="*/ 708 w 88"/>
                <a:gd name="T29" fmla="*/ 1288 h 1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8" h="135">
                  <a:moveTo>
                    <a:pt x="45" y="68"/>
                  </a:moveTo>
                  <a:cubicBezTo>
                    <a:pt x="45" y="30"/>
                    <a:pt x="65" y="0"/>
                    <a:pt x="88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5" y="0"/>
                    <a:pt x="27" y="4"/>
                    <a:pt x="21" y="10"/>
                  </a:cubicBezTo>
                  <a:cubicBezTo>
                    <a:pt x="27" y="14"/>
                    <a:pt x="31" y="22"/>
                    <a:pt x="31" y="33"/>
                  </a:cubicBezTo>
                  <a:cubicBezTo>
                    <a:pt x="31" y="46"/>
                    <a:pt x="24" y="58"/>
                    <a:pt x="14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0" y="61"/>
                    <a:pt x="0" y="64"/>
                    <a:pt x="0" y="68"/>
                  </a:cubicBezTo>
                  <a:cubicBezTo>
                    <a:pt x="0" y="72"/>
                    <a:pt x="0" y="76"/>
                    <a:pt x="1" y="79"/>
                  </a:cubicBezTo>
                  <a:cubicBezTo>
                    <a:pt x="22" y="79"/>
                    <a:pt x="22" y="79"/>
                    <a:pt x="22" y="79"/>
                  </a:cubicBezTo>
                  <a:cubicBezTo>
                    <a:pt x="32" y="79"/>
                    <a:pt x="39" y="91"/>
                    <a:pt x="39" y="104"/>
                  </a:cubicBezTo>
                  <a:cubicBezTo>
                    <a:pt x="39" y="117"/>
                    <a:pt x="33" y="127"/>
                    <a:pt x="25" y="129"/>
                  </a:cubicBezTo>
                  <a:cubicBezTo>
                    <a:pt x="31" y="133"/>
                    <a:pt x="36" y="135"/>
                    <a:pt x="43" y="135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65" y="135"/>
                    <a:pt x="45" y="105"/>
                    <a:pt x="45" y="68"/>
                  </a:cubicBezTo>
                  <a:close/>
                </a:path>
              </a:pathLst>
            </a:custGeom>
            <a:solidFill>
              <a:srgbClr val="FFE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8" name="Freeform 51">
              <a:extLst>
                <a:ext uri="{FF2B5EF4-FFF2-40B4-BE49-F238E27FC236}">
                  <a16:creationId xmlns:a16="http://schemas.microsoft.com/office/drawing/2014/main" id="{D80C54DF-5390-44B8-95B0-49E9D4FEF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912"/>
              <a:ext cx="238" cy="421"/>
            </a:xfrm>
            <a:custGeom>
              <a:avLst/>
              <a:gdLst>
                <a:gd name="T0" fmla="*/ 1493 w 95"/>
                <a:gd name="T1" fmla="*/ 2990 h 158"/>
                <a:gd name="T2" fmla="*/ 709 w 95"/>
                <a:gd name="T3" fmla="*/ 1497 h 158"/>
                <a:gd name="T4" fmla="*/ 1493 w 95"/>
                <a:gd name="T5" fmla="*/ 0 h 158"/>
                <a:gd name="T6" fmla="*/ 784 w 95"/>
                <a:gd name="T7" fmla="*/ 0 h 158"/>
                <a:gd name="T8" fmla="*/ 0 w 95"/>
                <a:gd name="T9" fmla="*/ 1497 h 158"/>
                <a:gd name="T10" fmla="*/ 784 w 95"/>
                <a:gd name="T11" fmla="*/ 2990 h 158"/>
                <a:gd name="T12" fmla="*/ 1493 w 95"/>
                <a:gd name="T13" fmla="*/ 2990 h 1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58">
                  <a:moveTo>
                    <a:pt x="95" y="158"/>
                  </a:moveTo>
                  <a:cubicBezTo>
                    <a:pt x="67" y="158"/>
                    <a:pt x="45" y="123"/>
                    <a:pt x="45" y="79"/>
                  </a:cubicBezTo>
                  <a:cubicBezTo>
                    <a:pt x="45" y="35"/>
                    <a:pt x="67" y="0"/>
                    <a:pt x="95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22" y="0"/>
                    <a:pt x="0" y="35"/>
                    <a:pt x="0" y="79"/>
                  </a:cubicBezTo>
                  <a:cubicBezTo>
                    <a:pt x="0" y="123"/>
                    <a:pt x="22" y="158"/>
                    <a:pt x="50" y="158"/>
                  </a:cubicBezTo>
                  <a:lnTo>
                    <a:pt x="95" y="158"/>
                  </a:lnTo>
                  <a:close/>
                </a:path>
              </a:pathLst>
            </a:custGeom>
            <a:solidFill>
              <a:srgbClr val="FFE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9" name="Freeform 52">
              <a:extLst>
                <a:ext uri="{FF2B5EF4-FFF2-40B4-BE49-F238E27FC236}">
                  <a16:creationId xmlns:a16="http://schemas.microsoft.com/office/drawing/2014/main" id="{9246ECF6-76C4-4873-B44C-B5D9DA859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347"/>
              <a:ext cx="1833" cy="709"/>
            </a:xfrm>
            <a:custGeom>
              <a:avLst/>
              <a:gdLst>
                <a:gd name="T0" fmla="*/ 0 w 733"/>
                <a:gd name="T1" fmla="*/ 2410 h 266"/>
                <a:gd name="T2" fmla="*/ 3408 w 733"/>
                <a:gd name="T3" fmla="*/ 2956 h 266"/>
                <a:gd name="T4" fmla="*/ 11463 w 733"/>
                <a:gd name="T5" fmla="*/ 341 h 266"/>
                <a:gd name="T6" fmla="*/ 9305 w 733"/>
                <a:gd name="T7" fmla="*/ 3766 h 266"/>
                <a:gd name="T8" fmla="*/ 7254 w 733"/>
                <a:gd name="T9" fmla="*/ 2330 h 266"/>
                <a:gd name="T10" fmla="*/ 0 w 733"/>
                <a:gd name="T11" fmla="*/ 2410 h 2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3" h="266">
                  <a:moveTo>
                    <a:pt x="0" y="127"/>
                  </a:moveTo>
                  <a:cubicBezTo>
                    <a:pt x="35" y="163"/>
                    <a:pt x="99" y="185"/>
                    <a:pt x="218" y="156"/>
                  </a:cubicBezTo>
                  <a:cubicBezTo>
                    <a:pt x="337" y="126"/>
                    <a:pt x="636" y="0"/>
                    <a:pt x="733" y="18"/>
                  </a:cubicBezTo>
                  <a:cubicBezTo>
                    <a:pt x="692" y="36"/>
                    <a:pt x="626" y="77"/>
                    <a:pt x="595" y="199"/>
                  </a:cubicBezTo>
                  <a:cubicBezTo>
                    <a:pt x="600" y="163"/>
                    <a:pt x="551" y="97"/>
                    <a:pt x="464" y="123"/>
                  </a:cubicBezTo>
                  <a:cubicBezTo>
                    <a:pt x="377" y="148"/>
                    <a:pt x="76" y="266"/>
                    <a:pt x="0" y="127"/>
                  </a:cubicBezTo>
                  <a:close/>
                </a:path>
              </a:pathLst>
            </a:custGeom>
            <a:solidFill>
              <a:srgbClr val="FFD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0" name="Freeform 53">
              <a:extLst>
                <a:ext uri="{FF2B5EF4-FFF2-40B4-BE49-F238E27FC236}">
                  <a16:creationId xmlns:a16="http://schemas.microsoft.com/office/drawing/2014/main" id="{3DF7E6D2-29D0-46F9-A503-C1051290E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200"/>
              <a:ext cx="1298" cy="933"/>
            </a:xfrm>
            <a:custGeom>
              <a:avLst/>
              <a:gdLst>
                <a:gd name="T0" fmla="*/ 0 w 519"/>
                <a:gd name="T1" fmla="*/ 0 h 350"/>
                <a:gd name="T2" fmla="*/ 2846 w 519"/>
                <a:gd name="T3" fmla="*/ 2807 h 350"/>
                <a:gd name="T4" fmla="*/ 8118 w 519"/>
                <a:gd name="T5" fmla="*/ 6630 h 350"/>
                <a:gd name="T6" fmla="*/ 6160 w 519"/>
                <a:gd name="T7" fmla="*/ 285 h 350"/>
                <a:gd name="T8" fmla="*/ 5147 w 519"/>
                <a:gd name="T9" fmla="*/ 2786 h 350"/>
                <a:gd name="T10" fmla="*/ 0 w 519"/>
                <a:gd name="T11" fmla="*/ 0 h 3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9" h="350">
                  <a:moveTo>
                    <a:pt x="0" y="0"/>
                  </a:moveTo>
                  <a:cubicBezTo>
                    <a:pt x="46" y="32"/>
                    <a:pt x="90" y="68"/>
                    <a:pt x="182" y="148"/>
                  </a:cubicBezTo>
                  <a:cubicBezTo>
                    <a:pt x="274" y="228"/>
                    <a:pt x="389" y="312"/>
                    <a:pt x="519" y="350"/>
                  </a:cubicBezTo>
                  <a:cubicBezTo>
                    <a:pt x="468" y="323"/>
                    <a:pt x="383" y="196"/>
                    <a:pt x="394" y="15"/>
                  </a:cubicBezTo>
                  <a:cubicBezTo>
                    <a:pt x="367" y="51"/>
                    <a:pt x="374" y="117"/>
                    <a:pt x="329" y="147"/>
                  </a:cubicBezTo>
                  <a:cubicBezTo>
                    <a:pt x="283" y="176"/>
                    <a:pt x="37" y="27"/>
                    <a:pt x="0" y="0"/>
                  </a:cubicBezTo>
                  <a:close/>
                </a:path>
              </a:pathLst>
            </a:custGeom>
            <a:solidFill>
              <a:srgbClr val="FFD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1" name="Freeform 54">
              <a:extLst>
                <a:ext uri="{FF2B5EF4-FFF2-40B4-BE49-F238E27FC236}">
                  <a16:creationId xmlns:a16="http://schemas.microsoft.com/office/drawing/2014/main" id="{17F7CDEB-5D8A-43A6-8777-AC8A75B5F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144"/>
              <a:ext cx="1722" cy="875"/>
            </a:xfrm>
            <a:custGeom>
              <a:avLst/>
              <a:gdLst>
                <a:gd name="T0" fmla="*/ 887 w 689"/>
                <a:gd name="T1" fmla="*/ 0 h 328"/>
                <a:gd name="T2" fmla="*/ 1105 w 689"/>
                <a:gd name="T3" fmla="*/ 4292 h 328"/>
                <a:gd name="T4" fmla="*/ 5196 w 689"/>
                <a:gd name="T5" fmla="*/ 6034 h 328"/>
                <a:gd name="T6" fmla="*/ 9507 w 689"/>
                <a:gd name="T7" fmla="*/ 5053 h 328"/>
                <a:gd name="T8" fmla="*/ 10287 w 689"/>
                <a:gd name="T9" fmla="*/ 6077 h 328"/>
                <a:gd name="T10" fmla="*/ 9382 w 689"/>
                <a:gd name="T11" fmla="*/ 3871 h 328"/>
                <a:gd name="T12" fmla="*/ 4979 w 689"/>
                <a:gd name="T13" fmla="*/ 5466 h 328"/>
                <a:gd name="T14" fmla="*/ 1292 w 689"/>
                <a:gd name="T15" fmla="*/ 4028 h 328"/>
                <a:gd name="T16" fmla="*/ 887 w 689"/>
                <a:gd name="T17" fmla="*/ 0 h 3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9" h="328">
                  <a:moveTo>
                    <a:pt x="57" y="0"/>
                  </a:moveTo>
                  <a:cubicBezTo>
                    <a:pt x="21" y="55"/>
                    <a:pt x="0" y="160"/>
                    <a:pt x="71" y="226"/>
                  </a:cubicBezTo>
                  <a:cubicBezTo>
                    <a:pt x="142" y="293"/>
                    <a:pt x="205" y="328"/>
                    <a:pt x="333" y="318"/>
                  </a:cubicBezTo>
                  <a:cubicBezTo>
                    <a:pt x="461" y="309"/>
                    <a:pt x="564" y="258"/>
                    <a:pt x="609" y="266"/>
                  </a:cubicBezTo>
                  <a:cubicBezTo>
                    <a:pt x="651" y="274"/>
                    <a:pt x="651" y="300"/>
                    <a:pt x="659" y="320"/>
                  </a:cubicBezTo>
                  <a:cubicBezTo>
                    <a:pt x="689" y="270"/>
                    <a:pt x="670" y="200"/>
                    <a:pt x="601" y="204"/>
                  </a:cubicBezTo>
                  <a:cubicBezTo>
                    <a:pt x="532" y="208"/>
                    <a:pt x="438" y="284"/>
                    <a:pt x="319" y="288"/>
                  </a:cubicBezTo>
                  <a:cubicBezTo>
                    <a:pt x="200" y="292"/>
                    <a:pt x="120" y="246"/>
                    <a:pt x="83" y="212"/>
                  </a:cubicBezTo>
                  <a:cubicBezTo>
                    <a:pt x="39" y="172"/>
                    <a:pt x="8" y="108"/>
                    <a:pt x="57" y="0"/>
                  </a:cubicBezTo>
                  <a:close/>
                </a:path>
              </a:pathLst>
            </a:custGeom>
            <a:solidFill>
              <a:srgbClr val="FFF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2" name="Freeform 55">
              <a:extLst>
                <a:ext uri="{FF2B5EF4-FFF2-40B4-BE49-F238E27FC236}">
                  <a16:creationId xmlns:a16="http://schemas.microsoft.com/office/drawing/2014/main" id="{7200DE08-A005-4014-8D34-3E04CB4BE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440"/>
              <a:ext cx="242" cy="624"/>
            </a:xfrm>
            <a:custGeom>
              <a:avLst/>
              <a:gdLst>
                <a:gd name="T0" fmla="*/ 324 w 97"/>
                <a:gd name="T1" fmla="*/ 2504 h 234"/>
                <a:gd name="T2" fmla="*/ 105 w 97"/>
                <a:gd name="T3" fmla="*/ 0 h 234"/>
                <a:gd name="T4" fmla="*/ 511 w 97"/>
                <a:gd name="T5" fmla="*/ 2389 h 234"/>
                <a:gd name="T6" fmla="*/ 1507 w 97"/>
                <a:gd name="T7" fmla="*/ 4437 h 234"/>
                <a:gd name="T8" fmla="*/ 324 w 97"/>
                <a:gd name="T9" fmla="*/ 2504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234">
                  <a:moveTo>
                    <a:pt x="21" y="132"/>
                  </a:moveTo>
                  <a:cubicBezTo>
                    <a:pt x="4" y="89"/>
                    <a:pt x="0" y="40"/>
                    <a:pt x="7" y="0"/>
                  </a:cubicBezTo>
                  <a:cubicBezTo>
                    <a:pt x="9" y="27"/>
                    <a:pt x="17" y="82"/>
                    <a:pt x="33" y="126"/>
                  </a:cubicBezTo>
                  <a:cubicBezTo>
                    <a:pt x="50" y="175"/>
                    <a:pt x="76" y="212"/>
                    <a:pt x="97" y="234"/>
                  </a:cubicBezTo>
                  <a:cubicBezTo>
                    <a:pt x="72" y="218"/>
                    <a:pt x="39" y="179"/>
                    <a:pt x="21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3" name="Freeform 56">
              <a:extLst>
                <a:ext uri="{FF2B5EF4-FFF2-40B4-BE49-F238E27FC236}">
                  <a16:creationId xmlns:a16="http://schemas.microsoft.com/office/drawing/2014/main" id="{3FDA3E7C-1DA4-4EBC-816F-326CC2AB7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787"/>
              <a:ext cx="470" cy="288"/>
            </a:xfrm>
            <a:custGeom>
              <a:avLst/>
              <a:gdLst>
                <a:gd name="T0" fmla="*/ 658 w 188"/>
                <a:gd name="T1" fmla="*/ 533 h 108"/>
                <a:gd name="T2" fmla="*/ 1813 w 188"/>
                <a:gd name="T3" fmla="*/ 1400 h 108"/>
                <a:gd name="T4" fmla="*/ 2938 w 188"/>
                <a:gd name="T5" fmla="*/ 2048 h 108"/>
                <a:gd name="T6" fmla="*/ 2438 w 188"/>
                <a:gd name="T7" fmla="*/ 1557 h 108"/>
                <a:gd name="T8" fmla="*/ 1095 w 188"/>
                <a:gd name="T9" fmla="*/ 568 h 108"/>
                <a:gd name="T10" fmla="*/ 0 w 188"/>
                <a:gd name="T11" fmla="*/ 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108">
                  <a:moveTo>
                    <a:pt x="42" y="28"/>
                  </a:moveTo>
                  <a:cubicBezTo>
                    <a:pt x="59" y="51"/>
                    <a:pt x="91" y="60"/>
                    <a:pt x="116" y="74"/>
                  </a:cubicBezTo>
                  <a:cubicBezTo>
                    <a:pt x="137" y="87"/>
                    <a:pt x="163" y="106"/>
                    <a:pt x="188" y="108"/>
                  </a:cubicBezTo>
                  <a:cubicBezTo>
                    <a:pt x="186" y="97"/>
                    <a:pt x="164" y="93"/>
                    <a:pt x="156" y="82"/>
                  </a:cubicBezTo>
                  <a:cubicBezTo>
                    <a:pt x="153" y="78"/>
                    <a:pt x="87" y="40"/>
                    <a:pt x="70" y="30"/>
                  </a:cubicBezTo>
                  <a:cubicBezTo>
                    <a:pt x="50" y="19"/>
                    <a:pt x="12" y="21"/>
                    <a:pt x="0" y="0"/>
                  </a:cubicBezTo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4" name="Freeform 57">
              <a:extLst>
                <a:ext uri="{FF2B5EF4-FFF2-40B4-BE49-F238E27FC236}">
                  <a16:creationId xmlns:a16="http://schemas.microsoft.com/office/drawing/2014/main" id="{5A790309-BBCD-49E3-A427-3705A0EFB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397"/>
              <a:ext cx="268" cy="179"/>
            </a:xfrm>
            <a:custGeom>
              <a:avLst/>
              <a:gdLst>
                <a:gd name="T0" fmla="*/ 0 w 107"/>
                <a:gd name="T1" fmla="*/ 321 h 67"/>
                <a:gd name="T2" fmla="*/ 1380 w 107"/>
                <a:gd name="T3" fmla="*/ 56 h 67"/>
                <a:gd name="T4" fmla="*/ 1475 w 107"/>
                <a:gd name="T5" fmla="*/ 342 h 67"/>
                <a:gd name="T6" fmla="*/ 659 w 107"/>
                <a:gd name="T7" fmla="*/ 1277 h 67"/>
                <a:gd name="T8" fmla="*/ 879 w 107"/>
                <a:gd name="T9" fmla="*/ 32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67">
                  <a:moveTo>
                    <a:pt x="0" y="17"/>
                  </a:moveTo>
                  <a:cubicBezTo>
                    <a:pt x="22" y="10"/>
                    <a:pt x="65" y="0"/>
                    <a:pt x="88" y="3"/>
                  </a:cubicBezTo>
                  <a:cubicBezTo>
                    <a:pt x="107" y="5"/>
                    <a:pt x="107" y="6"/>
                    <a:pt x="94" y="18"/>
                  </a:cubicBezTo>
                  <a:cubicBezTo>
                    <a:pt x="75" y="34"/>
                    <a:pt x="57" y="45"/>
                    <a:pt x="42" y="67"/>
                  </a:cubicBezTo>
                  <a:cubicBezTo>
                    <a:pt x="49" y="57"/>
                    <a:pt x="86" y="23"/>
                    <a:pt x="56" y="17"/>
                  </a:cubicBezTo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5" name="Freeform 58">
              <a:extLst>
                <a:ext uri="{FF2B5EF4-FFF2-40B4-BE49-F238E27FC236}">
                  <a16:creationId xmlns:a16="http://schemas.microsoft.com/office/drawing/2014/main" id="{0DA4E155-3E00-40D3-B731-432D40188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691"/>
              <a:ext cx="738" cy="224"/>
            </a:xfrm>
            <a:custGeom>
              <a:avLst/>
              <a:gdLst>
                <a:gd name="T0" fmla="*/ 3963 w 295"/>
                <a:gd name="T1" fmla="*/ 192 h 84"/>
                <a:gd name="T2" fmla="*/ 4476 w 295"/>
                <a:gd name="T3" fmla="*/ 1117 h 84"/>
                <a:gd name="T4" fmla="*/ 2317 w 295"/>
                <a:gd name="T5" fmla="*/ 853 h 84"/>
                <a:gd name="T6" fmla="*/ 0 w 295"/>
                <a:gd name="T7" fmla="*/ 1592 h 84"/>
                <a:gd name="T8" fmla="*/ 2004 w 295"/>
                <a:gd name="T9" fmla="*/ 797 h 84"/>
                <a:gd name="T10" fmla="*/ 3963 w 295"/>
                <a:gd name="T11" fmla="*/ 192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5" h="84">
                  <a:moveTo>
                    <a:pt x="253" y="10"/>
                  </a:moveTo>
                  <a:cubicBezTo>
                    <a:pt x="285" y="21"/>
                    <a:pt x="295" y="37"/>
                    <a:pt x="286" y="59"/>
                  </a:cubicBezTo>
                  <a:cubicBezTo>
                    <a:pt x="260" y="20"/>
                    <a:pt x="190" y="37"/>
                    <a:pt x="148" y="45"/>
                  </a:cubicBezTo>
                  <a:cubicBezTo>
                    <a:pt x="98" y="53"/>
                    <a:pt x="53" y="83"/>
                    <a:pt x="0" y="84"/>
                  </a:cubicBezTo>
                  <a:cubicBezTo>
                    <a:pt x="38" y="75"/>
                    <a:pt x="100" y="54"/>
                    <a:pt x="128" y="42"/>
                  </a:cubicBezTo>
                  <a:cubicBezTo>
                    <a:pt x="156" y="30"/>
                    <a:pt x="222" y="0"/>
                    <a:pt x="25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6" name="Freeform 59">
              <a:extLst>
                <a:ext uri="{FF2B5EF4-FFF2-40B4-BE49-F238E27FC236}">
                  <a16:creationId xmlns:a16="http://schemas.microsoft.com/office/drawing/2014/main" id="{15B0A231-8529-4FBC-9DEF-6DD7EB000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584"/>
              <a:ext cx="100" cy="229"/>
            </a:xfrm>
            <a:custGeom>
              <a:avLst/>
              <a:gdLst>
                <a:gd name="T0" fmla="*/ 333 w 40"/>
                <a:gd name="T1" fmla="*/ 0 h 86"/>
                <a:gd name="T2" fmla="*/ 625 w 40"/>
                <a:gd name="T3" fmla="*/ 1624 h 86"/>
                <a:gd name="T4" fmla="*/ 333 w 40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6">
                  <a:moveTo>
                    <a:pt x="21" y="0"/>
                  </a:moveTo>
                  <a:cubicBezTo>
                    <a:pt x="13" y="28"/>
                    <a:pt x="17" y="70"/>
                    <a:pt x="40" y="86"/>
                  </a:cubicBezTo>
                  <a:cubicBezTo>
                    <a:pt x="24" y="81"/>
                    <a:pt x="0" y="52"/>
                    <a:pt x="21" y="0"/>
                  </a:cubicBezTo>
                  <a:close/>
                </a:path>
              </a:pathLst>
            </a:custGeom>
            <a:solidFill>
              <a:srgbClr val="F2F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7" name="Freeform 60">
              <a:extLst>
                <a:ext uri="{FF2B5EF4-FFF2-40B4-BE49-F238E27FC236}">
                  <a16:creationId xmlns:a16="http://schemas.microsoft.com/office/drawing/2014/main" id="{CA259FCA-BCC0-4ACD-AE8F-E904C2598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976"/>
              <a:ext cx="100" cy="229"/>
            </a:xfrm>
            <a:custGeom>
              <a:avLst/>
              <a:gdLst>
                <a:gd name="T0" fmla="*/ 333 w 40"/>
                <a:gd name="T1" fmla="*/ 0 h 86"/>
                <a:gd name="T2" fmla="*/ 625 w 40"/>
                <a:gd name="T3" fmla="*/ 1624 h 86"/>
                <a:gd name="T4" fmla="*/ 333 w 40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6">
                  <a:moveTo>
                    <a:pt x="21" y="0"/>
                  </a:moveTo>
                  <a:cubicBezTo>
                    <a:pt x="13" y="27"/>
                    <a:pt x="17" y="70"/>
                    <a:pt x="40" y="86"/>
                  </a:cubicBezTo>
                  <a:cubicBezTo>
                    <a:pt x="24" y="80"/>
                    <a:pt x="0" y="52"/>
                    <a:pt x="21" y="0"/>
                  </a:cubicBezTo>
                  <a:close/>
                </a:path>
              </a:pathLst>
            </a:custGeom>
            <a:solidFill>
              <a:srgbClr val="F2F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8" name="Freeform 61">
              <a:extLst>
                <a:ext uri="{FF2B5EF4-FFF2-40B4-BE49-F238E27FC236}">
                  <a16:creationId xmlns:a16="http://schemas.microsoft.com/office/drawing/2014/main" id="{EE7E6B94-BE06-4412-9F4C-9DBCC543F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861"/>
              <a:ext cx="100" cy="230"/>
            </a:xfrm>
            <a:custGeom>
              <a:avLst/>
              <a:gdLst>
                <a:gd name="T0" fmla="*/ 333 w 40"/>
                <a:gd name="T1" fmla="*/ 0 h 86"/>
                <a:gd name="T2" fmla="*/ 625 w 40"/>
                <a:gd name="T3" fmla="*/ 1645 h 86"/>
                <a:gd name="T4" fmla="*/ 333 w 40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6">
                  <a:moveTo>
                    <a:pt x="21" y="0"/>
                  </a:moveTo>
                  <a:cubicBezTo>
                    <a:pt x="13" y="27"/>
                    <a:pt x="17" y="70"/>
                    <a:pt x="40" y="86"/>
                  </a:cubicBezTo>
                  <a:cubicBezTo>
                    <a:pt x="24" y="80"/>
                    <a:pt x="0" y="52"/>
                    <a:pt x="21" y="0"/>
                  </a:cubicBezTo>
                  <a:close/>
                </a:path>
              </a:pathLst>
            </a:custGeom>
            <a:solidFill>
              <a:srgbClr val="F2F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9" name="Freeform 62">
              <a:extLst>
                <a:ext uri="{FF2B5EF4-FFF2-40B4-BE49-F238E27FC236}">
                  <a16:creationId xmlns:a16="http://schemas.microsoft.com/office/drawing/2014/main" id="{97F0BFB6-FE9B-409B-804B-5F30A5B2F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515"/>
              <a:ext cx="97" cy="229"/>
            </a:xfrm>
            <a:custGeom>
              <a:avLst/>
              <a:gdLst>
                <a:gd name="T0" fmla="*/ 308 w 39"/>
                <a:gd name="T1" fmla="*/ 0 h 86"/>
                <a:gd name="T2" fmla="*/ 599 w 39"/>
                <a:gd name="T3" fmla="*/ 1624 h 86"/>
                <a:gd name="T4" fmla="*/ 308 w 39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86">
                  <a:moveTo>
                    <a:pt x="20" y="0"/>
                  </a:moveTo>
                  <a:cubicBezTo>
                    <a:pt x="12" y="27"/>
                    <a:pt x="16" y="70"/>
                    <a:pt x="39" y="86"/>
                  </a:cubicBezTo>
                  <a:cubicBezTo>
                    <a:pt x="23" y="80"/>
                    <a:pt x="0" y="52"/>
                    <a:pt x="20" y="0"/>
                  </a:cubicBezTo>
                  <a:close/>
                </a:path>
              </a:pathLst>
            </a:custGeom>
            <a:solidFill>
              <a:srgbClr val="F2F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0" name="Freeform 63">
              <a:extLst>
                <a:ext uri="{FF2B5EF4-FFF2-40B4-BE49-F238E27FC236}">
                  <a16:creationId xmlns:a16="http://schemas.microsoft.com/office/drawing/2014/main" id="{0ED63B77-7D90-4D4B-984E-123E33545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829"/>
              <a:ext cx="97" cy="230"/>
            </a:xfrm>
            <a:custGeom>
              <a:avLst/>
              <a:gdLst>
                <a:gd name="T0" fmla="*/ 308 w 39"/>
                <a:gd name="T1" fmla="*/ 0 h 86"/>
                <a:gd name="T2" fmla="*/ 599 w 39"/>
                <a:gd name="T3" fmla="*/ 1645 h 86"/>
                <a:gd name="T4" fmla="*/ 308 w 39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86">
                  <a:moveTo>
                    <a:pt x="20" y="0"/>
                  </a:moveTo>
                  <a:cubicBezTo>
                    <a:pt x="12" y="27"/>
                    <a:pt x="16" y="70"/>
                    <a:pt x="39" y="86"/>
                  </a:cubicBezTo>
                  <a:cubicBezTo>
                    <a:pt x="23" y="80"/>
                    <a:pt x="0" y="52"/>
                    <a:pt x="20" y="0"/>
                  </a:cubicBezTo>
                  <a:close/>
                </a:path>
              </a:pathLst>
            </a:custGeom>
            <a:solidFill>
              <a:srgbClr val="F2F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1" name="Freeform 64">
              <a:extLst>
                <a:ext uri="{FF2B5EF4-FFF2-40B4-BE49-F238E27FC236}">
                  <a16:creationId xmlns:a16="http://schemas.microsoft.com/office/drawing/2014/main" id="{5C118CFD-4138-429C-88D9-B626F43F7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411"/>
              <a:ext cx="105" cy="301"/>
            </a:xfrm>
            <a:custGeom>
              <a:avLst/>
              <a:gdLst>
                <a:gd name="T0" fmla="*/ 363 w 42"/>
                <a:gd name="T1" fmla="*/ 0 h 113"/>
                <a:gd name="T2" fmla="*/ 658 w 42"/>
                <a:gd name="T3" fmla="*/ 2136 h 113"/>
                <a:gd name="T4" fmla="*/ 363 w 42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13">
                  <a:moveTo>
                    <a:pt x="23" y="0"/>
                  </a:moveTo>
                  <a:cubicBezTo>
                    <a:pt x="16" y="35"/>
                    <a:pt x="19" y="91"/>
                    <a:pt x="42" y="113"/>
                  </a:cubicBezTo>
                  <a:cubicBezTo>
                    <a:pt x="27" y="105"/>
                    <a:pt x="0" y="72"/>
                    <a:pt x="23" y="0"/>
                  </a:cubicBezTo>
                  <a:close/>
                </a:path>
              </a:pathLst>
            </a:custGeom>
            <a:solidFill>
              <a:srgbClr val="F2F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2" name="Freeform 65">
              <a:extLst>
                <a:ext uri="{FF2B5EF4-FFF2-40B4-BE49-F238E27FC236}">
                  <a16:creationId xmlns:a16="http://schemas.microsoft.com/office/drawing/2014/main" id="{6811EFA4-2E00-4D55-A14E-7D3F5557E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931"/>
              <a:ext cx="110" cy="272"/>
            </a:xfrm>
            <a:custGeom>
              <a:avLst/>
              <a:gdLst>
                <a:gd name="T0" fmla="*/ 313 w 44"/>
                <a:gd name="T1" fmla="*/ 1933 h 102"/>
                <a:gd name="T2" fmla="*/ 688 w 44"/>
                <a:gd name="T3" fmla="*/ 0 h 102"/>
                <a:gd name="T4" fmla="*/ 313 w 44"/>
                <a:gd name="T5" fmla="*/ 1933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02">
                  <a:moveTo>
                    <a:pt x="20" y="102"/>
                  </a:moveTo>
                  <a:cubicBezTo>
                    <a:pt x="7" y="49"/>
                    <a:pt x="26" y="13"/>
                    <a:pt x="44" y="0"/>
                  </a:cubicBezTo>
                  <a:cubicBezTo>
                    <a:pt x="20" y="12"/>
                    <a:pt x="0" y="50"/>
                    <a:pt x="20" y="102"/>
                  </a:cubicBezTo>
                  <a:close/>
                </a:path>
              </a:pathLst>
            </a:custGeom>
            <a:solidFill>
              <a:srgbClr val="F2F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3" name="Freeform 66">
              <a:extLst>
                <a:ext uri="{FF2B5EF4-FFF2-40B4-BE49-F238E27FC236}">
                  <a16:creationId xmlns:a16="http://schemas.microsoft.com/office/drawing/2014/main" id="{1B2A0B02-E7AE-4FD4-AD3A-46F648429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723"/>
              <a:ext cx="103" cy="173"/>
            </a:xfrm>
            <a:custGeom>
              <a:avLst/>
              <a:gdLst>
                <a:gd name="T0" fmla="*/ 651 w 41"/>
                <a:gd name="T1" fmla="*/ 0 h 65"/>
                <a:gd name="T2" fmla="*/ 63 w 41"/>
                <a:gd name="T3" fmla="*/ 1224 h 65"/>
                <a:gd name="T4" fmla="*/ 651 w 41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5">
                  <a:moveTo>
                    <a:pt x="41" y="0"/>
                  </a:moveTo>
                  <a:cubicBezTo>
                    <a:pt x="24" y="4"/>
                    <a:pt x="2" y="29"/>
                    <a:pt x="4" y="65"/>
                  </a:cubicBezTo>
                  <a:cubicBezTo>
                    <a:pt x="0" y="43"/>
                    <a:pt x="6" y="2"/>
                    <a:pt x="41" y="0"/>
                  </a:cubicBezTo>
                  <a:close/>
                </a:path>
              </a:pathLst>
            </a:custGeom>
            <a:solidFill>
              <a:srgbClr val="F2F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4" name="Freeform 67">
              <a:extLst>
                <a:ext uri="{FF2B5EF4-FFF2-40B4-BE49-F238E27FC236}">
                  <a16:creationId xmlns:a16="http://schemas.microsoft.com/office/drawing/2014/main" id="{9A3CF804-2FB5-4A8C-BD98-FCA32048D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384"/>
              <a:ext cx="87" cy="11"/>
            </a:xfrm>
            <a:custGeom>
              <a:avLst/>
              <a:gdLst>
                <a:gd name="T0" fmla="*/ 537 w 35"/>
                <a:gd name="T1" fmla="*/ 22 h 4"/>
                <a:gd name="T2" fmla="*/ 104 w 35"/>
                <a:gd name="T3" fmla="*/ 0 h 4"/>
                <a:gd name="T4" fmla="*/ 0 w 35"/>
                <a:gd name="T5" fmla="*/ 83 h 4"/>
                <a:gd name="T6" fmla="*/ 537 w 35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">
                  <a:moveTo>
                    <a:pt x="35" y="1"/>
                  </a:moveTo>
                  <a:cubicBezTo>
                    <a:pt x="35" y="1"/>
                    <a:pt x="8" y="0"/>
                    <a:pt x="7" y="0"/>
                  </a:cubicBezTo>
                  <a:cubicBezTo>
                    <a:pt x="5" y="1"/>
                    <a:pt x="3" y="1"/>
                    <a:pt x="0" y="4"/>
                  </a:cubicBezTo>
                  <a:cubicBezTo>
                    <a:pt x="4" y="2"/>
                    <a:pt x="30" y="0"/>
                    <a:pt x="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5" name="Freeform 68">
              <a:extLst>
                <a:ext uri="{FF2B5EF4-FFF2-40B4-BE49-F238E27FC236}">
                  <a16:creationId xmlns:a16="http://schemas.microsoft.com/office/drawing/2014/main" id="{217A0EB8-0495-4828-A85C-C0D4C35E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195"/>
              <a:ext cx="65" cy="117"/>
            </a:xfrm>
            <a:custGeom>
              <a:avLst/>
              <a:gdLst>
                <a:gd name="T0" fmla="*/ 313 w 26"/>
                <a:gd name="T1" fmla="*/ 0 h 44"/>
                <a:gd name="T2" fmla="*/ 0 w 26"/>
                <a:gd name="T3" fmla="*/ 792 h 44"/>
                <a:gd name="T4" fmla="*/ 125 w 26"/>
                <a:gd name="T5" fmla="*/ 806 h 44"/>
                <a:gd name="T6" fmla="*/ 270 w 26"/>
                <a:gd name="T7" fmla="*/ 806 h 44"/>
                <a:gd name="T8" fmla="*/ 408 w 26"/>
                <a:gd name="T9" fmla="*/ 792 h 44"/>
                <a:gd name="T10" fmla="*/ 283 w 26"/>
                <a:gd name="T11" fmla="*/ 431 h 44"/>
                <a:gd name="T12" fmla="*/ 313 w 26"/>
                <a:gd name="T13" fmla="*/ 170 h 44"/>
                <a:gd name="T14" fmla="*/ 313 w 26"/>
                <a:gd name="T15" fmla="*/ 21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4">
                  <a:moveTo>
                    <a:pt x="20" y="0"/>
                  </a:moveTo>
                  <a:cubicBezTo>
                    <a:pt x="17" y="14"/>
                    <a:pt x="12" y="34"/>
                    <a:pt x="0" y="42"/>
                  </a:cubicBezTo>
                  <a:cubicBezTo>
                    <a:pt x="2" y="44"/>
                    <a:pt x="5" y="43"/>
                    <a:pt x="8" y="43"/>
                  </a:cubicBezTo>
                  <a:cubicBezTo>
                    <a:pt x="11" y="43"/>
                    <a:pt x="14" y="43"/>
                    <a:pt x="17" y="43"/>
                  </a:cubicBezTo>
                  <a:cubicBezTo>
                    <a:pt x="20" y="43"/>
                    <a:pt x="23" y="41"/>
                    <a:pt x="26" y="42"/>
                  </a:cubicBezTo>
                  <a:cubicBezTo>
                    <a:pt x="15" y="41"/>
                    <a:pt x="16" y="32"/>
                    <a:pt x="18" y="23"/>
                  </a:cubicBezTo>
                  <a:cubicBezTo>
                    <a:pt x="19" y="19"/>
                    <a:pt x="20" y="14"/>
                    <a:pt x="20" y="9"/>
                  </a:cubicBezTo>
                  <a:cubicBezTo>
                    <a:pt x="20" y="7"/>
                    <a:pt x="19" y="4"/>
                    <a:pt x="20" y="1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6" name="Freeform 69">
              <a:extLst>
                <a:ext uri="{FF2B5EF4-FFF2-40B4-BE49-F238E27FC236}">
                  <a16:creationId xmlns:a16="http://schemas.microsoft.com/office/drawing/2014/main" id="{D6D522AA-17E6-487A-871E-574AA404C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440"/>
              <a:ext cx="45" cy="67"/>
            </a:xfrm>
            <a:custGeom>
              <a:avLst/>
              <a:gdLst>
                <a:gd name="T0" fmla="*/ 63 w 18"/>
                <a:gd name="T1" fmla="*/ 56 h 25"/>
                <a:gd name="T2" fmla="*/ 125 w 18"/>
                <a:gd name="T3" fmla="*/ 209 h 25"/>
                <a:gd name="T4" fmla="*/ 175 w 18"/>
                <a:gd name="T5" fmla="*/ 367 h 25"/>
                <a:gd name="T6" fmla="*/ 188 w 18"/>
                <a:gd name="T7" fmla="*/ 461 h 25"/>
                <a:gd name="T8" fmla="*/ 283 w 18"/>
                <a:gd name="T9" fmla="*/ 445 h 25"/>
                <a:gd name="T10" fmla="*/ 158 w 18"/>
                <a:gd name="T11" fmla="*/ 230 h 25"/>
                <a:gd name="T12" fmla="*/ 0 w 18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5">
                  <a:moveTo>
                    <a:pt x="4" y="3"/>
                  </a:moveTo>
                  <a:cubicBezTo>
                    <a:pt x="4" y="6"/>
                    <a:pt x="7" y="9"/>
                    <a:pt x="8" y="11"/>
                  </a:cubicBezTo>
                  <a:cubicBezTo>
                    <a:pt x="9" y="14"/>
                    <a:pt x="10" y="17"/>
                    <a:pt x="11" y="19"/>
                  </a:cubicBezTo>
                  <a:cubicBezTo>
                    <a:pt x="11" y="21"/>
                    <a:pt x="10" y="23"/>
                    <a:pt x="12" y="24"/>
                  </a:cubicBezTo>
                  <a:cubicBezTo>
                    <a:pt x="12" y="25"/>
                    <a:pt x="17" y="23"/>
                    <a:pt x="18" y="23"/>
                  </a:cubicBezTo>
                  <a:cubicBezTo>
                    <a:pt x="15" y="22"/>
                    <a:pt x="11" y="15"/>
                    <a:pt x="10" y="12"/>
                  </a:cubicBezTo>
                  <a:cubicBezTo>
                    <a:pt x="8" y="8"/>
                    <a:pt x="4" y="3"/>
                    <a:pt x="0" y="0"/>
                  </a:cubicBezTo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7" name="Oval 70">
              <a:extLst>
                <a:ext uri="{FF2B5EF4-FFF2-40B4-BE49-F238E27FC236}">
                  <a16:creationId xmlns:a16="http://schemas.microsoft.com/office/drawing/2014/main" id="{767860B1-5D31-474F-BF78-7EBB3F973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891"/>
              <a:ext cx="185" cy="309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08" name="Oval 71">
              <a:extLst>
                <a:ext uri="{FF2B5EF4-FFF2-40B4-BE49-F238E27FC236}">
                  <a16:creationId xmlns:a16="http://schemas.microsoft.com/office/drawing/2014/main" id="{48840CD9-59B3-4968-A7C9-7A879878C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1733"/>
              <a:ext cx="230" cy="339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09" name="Oval 72">
              <a:extLst>
                <a:ext uri="{FF2B5EF4-FFF2-40B4-BE49-F238E27FC236}">
                  <a16:creationId xmlns:a16="http://schemas.microsoft.com/office/drawing/2014/main" id="{28CC46C7-0CE0-4AD1-B92F-38E3FAF36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1467"/>
              <a:ext cx="245" cy="373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10" name="Oval 73">
              <a:extLst>
                <a:ext uri="{FF2B5EF4-FFF2-40B4-BE49-F238E27FC236}">
                  <a16:creationId xmlns:a16="http://schemas.microsoft.com/office/drawing/2014/main" id="{254D3908-ACBC-438F-8CC8-8E3DC5643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2275"/>
              <a:ext cx="278" cy="469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11" name="Oval 74">
              <a:extLst>
                <a:ext uri="{FF2B5EF4-FFF2-40B4-BE49-F238E27FC236}">
                  <a16:creationId xmlns:a16="http://schemas.microsoft.com/office/drawing/2014/main" id="{E6BC0452-07E5-4822-A890-A7840FE5B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2816"/>
              <a:ext cx="202" cy="272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12" name="Freeform 75">
              <a:extLst>
                <a:ext uri="{FF2B5EF4-FFF2-40B4-BE49-F238E27FC236}">
                  <a16:creationId xmlns:a16="http://schemas.microsoft.com/office/drawing/2014/main" id="{A65875CA-2DEA-4250-A777-22AE06ABD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091"/>
              <a:ext cx="2300" cy="2120"/>
            </a:xfrm>
            <a:custGeom>
              <a:avLst/>
              <a:gdLst>
                <a:gd name="T0" fmla="*/ 658 w 920"/>
                <a:gd name="T1" fmla="*/ 4459 h 795"/>
                <a:gd name="T2" fmla="*/ 3583 w 920"/>
                <a:gd name="T3" fmla="*/ 7531 h 795"/>
                <a:gd name="T4" fmla="*/ 5033 w 920"/>
                <a:gd name="T5" fmla="*/ 8704 h 795"/>
                <a:gd name="T6" fmla="*/ 5783 w 920"/>
                <a:gd name="T7" fmla="*/ 9501 h 795"/>
                <a:gd name="T8" fmla="*/ 13613 w 920"/>
                <a:gd name="T9" fmla="*/ 15075 h 795"/>
                <a:gd name="T10" fmla="*/ 13613 w 920"/>
                <a:gd name="T11" fmla="*/ 15019 h 795"/>
                <a:gd name="T12" fmla="*/ 10895 w 920"/>
                <a:gd name="T13" fmla="*/ 8611 h 795"/>
                <a:gd name="T14" fmla="*/ 14300 w 920"/>
                <a:gd name="T15" fmla="*/ 2083 h 795"/>
                <a:gd name="T16" fmla="*/ 14345 w 920"/>
                <a:gd name="T17" fmla="*/ 2083 h 795"/>
                <a:gd name="T18" fmla="*/ 14375 w 920"/>
                <a:gd name="T19" fmla="*/ 2083 h 795"/>
                <a:gd name="T20" fmla="*/ 14375 w 920"/>
                <a:gd name="T21" fmla="*/ 2027 h 795"/>
                <a:gd name="T22" fmla="*/ 7938 w 920"/>
                <a:gd name="T23" fmla="*/ 3448 h 795"/>
                <a:gd name="T24" fmla="*/ 3145 w 920"/>
                <a:gd name="T25" fmla="*/ 4685 h 795"/>
                <a:gd name="T26" fmla="*/ 1345 w 920"/>
                <a:gd name="T27" fmla="*/ 3128 h 795"/>
                <a:gd name="T28" fmla="*/ 1708 w 920"/>
                <a:gd name="T29" fmla="*/ 568 h 795"/>
                <a:gd name="T30" fmla="*/ 1708 w 920"/>
                <a:gd name="T31" fmla="*/ 568 h 795"/>
                <a:gd name="T32" fmla="*/ 1300 w 920"/>
                <a:gd name="T33" fmla="*/ 3149 h 795"/>
                <a:gd name="T34" fmla="*/ 3145 w 920"/>
                <a:gd name="T35" fmla="*/ 4744 h 795"/>
                <a:gd name="T36" fmla="*/ 7958 w 920"/>
                <a:gd name="T37" fmla="*/ 3507 h 795"/>
                <a:gd name="T38" fmla="*/ 14033 w 920"/>
                <a:gd name="T39" fmla="*/ 2048 h 795"/>
                <a:gd name="T40" fmla="*/ 10813 w 920"/>
                <a:gd name="T41" fmla="*/ 8611 h 795"/>
                <a:gd name="T42" fmla="*/ 13300 w 920"/>
                <a:gd name="T43" fmla="*/ 14963 h 795"/>
                <a:gd name="T44" fmla="*/ 5813 w 920"/>
                <a:gd name="T45" fmla="*/ 9464 h 795"/>
                <a:gd name="T46" fmla="*/ 5063 w 920"/>
                <a:gd name="T47" fmla="*/ 8669 h 795"/>
                <a:gd name="T48" fmla="*/ 3595 w 920"/>
                <a:gd name="T49" fmla="*/ 7475 h 795"/>
                <a:gd name="T50" fmla="*/ 688 w 920"/>
                <a:gd name="T51" fmla="*/ 4437 h 795"/>
                <a:gd name="T52" fmla="*/ 345 w 920"/>
                <a:gd name="T53" fmla="*/ 2653 h 795"/>
                <a:gd name="T54" fmla="*/ 1300 w 920"/>
                <a:gd name="T55" fmla="*/ 0 h 795"/>
                <a:gd name="T56" fmla="*/ 1300 w 920"/>
                <a:gd name="T57" fmla="*/ 0 h 795"/>
                <a:gd name="T58" fmla="*/ 658 w 920"/>
                <a:gd name="T59" fmla="*/ 4459 h 79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20" h="795">
                  <a:moveTo>
                    <a:pt x="42" y="235"/>
                  </a:moveTo>
                  <a:cubicBezTo>
                    <a:pt x="76" y="303"/>
                    <a:pt x="157" y="353"/>
                    <a:pt x="229" y="397"/>
                  </a:cubicBezTo>
                  <a:cubicBezTo>
                    <a:pt x="264" y="418"/>
                    <a:pt x="298" y="439"/>
                    <a:pt x="322" y="459"/>
                  </a:cubicBezTo>
                  <a:cubicBezTo>
                    <a:pt x="370" y="501"/>
                    <a:pt x="370" y="501"/>
                    <a:pt x="370" y="501"/>
                  </a:cubicBezTo>
                  <a:cubicBezTo>
                    <a:pt x="514" y="626"/>
                    <a:pt x="662" y="755"/>
                    <a:pt x="871" y="795"/>
                  </a:cubicBezTo>
                  <a:cubicBezTo>
                    <a:pt x="871" y="792"/>
                    <a:pt x="871" y="792"/>
                    <a:pt x="871" y="792"/>
                  </a:cubicBezTo>
                  <a:cubicBezTo>
                    <a:pt x="770" y="759"/>
                    <a:pt x="697" y="618"/>
                    <a:pt x="697" y="454"/>
                  </a:cubicBezTo>
                  <a:cubicBezTo>
                    <a:pt x="697" y="264"/>
                    <a:pt x="795" y="110"/>
                    <a:pt x="915" y="110"/>
                  </a:cubicBezTo>
                  <a:cubicBezTo>
                    <a:pt x="918" y="110"/>
                    <a:pt x="918" y="110"/>
                    <a:pt x="918" y="110"/>
                  </a:cubicBezTo>
                  <a:cubicBezTo>
                    <a:pt x="920" y="110"/>
                    <a:pt x="920" y="110"/>
                    <a:pt x="920" y="110"/>
                  </a:cubicBezTo>
                  <a:cubicBezTo>
                    <a:pt x="920" y="107"/>
                    <a:pt x="920" y="107"/>
                    <a:pt x="920" y="107"/>
                  </a:cubicBezTo>
                  <a:cubicBezTo>
                    <a:pt x="765" y="90"/>
                    <a:pt x="634" y="137"/>
                    <a:pt x="508" y="182"/>
                  </a:cubicBezTo>
                  <a:cubicBezTo>
                    <a:pt x="402" y="220"/>
                    <a:pt x="302" y="255"/>
                    <a:pt x="201" y="247"/>
                  </a:cubicBezTo>
                  <a:cubicBezTo>
                    <a:pt x="125" y="241"/>
                    <a:pt x="96" y="193"/>
                    <a:pt x="86" y="165"/>
                  </a:cubicBezTo>
                  <a:cubicBezTo>
                    <a:pt x="69" y="118"/>
                    <a:pt x="78" y="61"/>
                    <a:pt x="109" y="30"/>
                  </a:cubicBezTo>
                  <a:cubicBezTo>
                    <a:pt x="109" y="30"/>
                    <a:pt x="109" y="30"/>
                    <a:pt x="109" y="30"/>
                  </a:cubicBezTo>
                  <a:cubicBezTo>
                    <a:pt x="78" y="62"/>
                    <a:pt x="66" y="118"/>
                    <a:pt x="83" y="166"/>
                  </a:cubicBezTo>
                  <a:cubicBezTo>
                    <a:pt x="94" y="195"/>
                    <a:pt x="123" y="243"/>
                    <a:pt x="201" y="250"/>
                  </a:cubicBezTo>
                  <a:cubicBezTo>
                    <a:pt x="303" y="258"/>
                    <a:pt x="403" y="222"/>
                    <a:pt x="509" y="185"/>
                  </a:cubicBezTo>
                  <a:cubicBezTo>
                    <a:pt x="629" y="142"/>
                    <a:pt x="753" y="98"/>
                    <a:pt x="898" y="108"/>
                  </a:cubicBezTo>
                  <a:cubicBezTo>
                    <a:pt x="784" y="122"/>
                    <a:pt x="692" y="272"/>
                    <a:pt x="692" y="454"/>
                  </a:cubicBezTo>
                  <a:cubicBezTo>
                    <a:pt x="692" y="609"/>
                    <a:pt x="758" y="746"/>
                    <a:pt x="851" y="789"/>
                  </a:cubicBezTo>
                  <a:cubicBezTo>
                    <a:pt x="653" y="745"/>
                    <a:pt x="511" y="620"/>
                    <a:pt x="372" y="499"/>
                  </a:cubicBezTo>
                  <a:cubicBezTo>
                    <a:pt x="324" y="457"/>
                    <a:pt x="324" y="457"/>
                    <a:pt x="324" y="457"/>
                  </a:cubicBezTo>
                  <a:cubicBezTo>
                    <a:pt x="300" y="436"/>
                    <a:pt x="266" y="416"/>
                    <a:pt x="230" y="394"/>
                  </a:cubicBezTo>
                  <a:cubicBezTo>
                    <a:pt x="159" y="350"/>
                    <a:pt x="79" y="301"/>
                    <a:pt x="44" y="234"/>
                  </a:cubicBezTo>
                  <a:cubicBezTo>
                    <a:pt x="29" y="204"/>
                    <a:pt x="22" y="172"/>
                    <a:pt x="22" y="140"/>
                  </a:cubicBezTo>
                  <a:cubicBezTo>
                    <a:pt x="22" y="87"/>
                    <a:pt x="42" y="34"/>
                    <a:pt x="83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18" y="55"/>
                    <a:pt x="0" y="153"/>
                    <a:pt x="42" y="23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3" name="Oval 76">
              <a:extLst>
                <a:ext uri="{FF2B5EF4-FFF2-40B4-BE49-F238E27FC236}">
                  <a16:creationId xmlns:a16="http://schemas.microsoft.com/office/drawing/2014/main" id="{884BBC5C-CECA-4715-808E-D1AB3255C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5" y="1907"/>
              <a:ext cx="155" cy="277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14" name="Oval 77">
              <a:extLst>
                <a:ext uri="{FF2B5EF4-FFF2-40B4-BE49-F238E27FC236}">
                  <a16:creationId xmlns:a16="http://schemas.microsoft.com/office/drawing/2014/main" id="{10FD1897-8DFE-48D3-99E2-861FF0002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1749"/>
              <a:ext cx="200" cy="307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15" name="Oval 78">
              <a:extLst>
                <a:ext uri="{FF2B5EF4-FFF2-40B4-BE49-F238E27FC236}">
                  <a16:creationId xmlns:a16="http://schemas.microsoft.com/office/drawing/2014/main" id="{473A02D3-B680-40FB-A0F4-1169BB988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2" y="1483"/>
              <a:ext cx="215" cy="34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16" name="Oval 79">
              <a:extLst>
                <a:ext uri="{FF2B5EF4-FFF2-40B4-BE49-F238E27FC236}">
                  <a16:creationId xmlns:a16="http://schemas.microsoft.com/office/drawing/2014/main" id="{70AB5F24-1ABC-40F6-8E88-A6B040A09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2291"/>
              <a:ext cx="248" cy="437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17" name="Oval 80">
              <a:extLst>
                <a:ext uri="{FF2B5EF4-FFF2-40B4-BE49-F238E27FC236}">
                  <a16:creationId xmlns:a16="http://schemas.microsoft.com/office/drawing/2014/main" id="{93BBBDCA-EBA1-430D-A331-8A382394F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832"/>
              <a:ext cx="172" cy="240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18" name="Oval 81">
              <a:extLst>
                <a:ext uri="{FF2B5EF4-FFF2-40B4-BE49-F238E27FC236}">
                  <a16:creationId xmlns:a16="http://schemas.microsoft.com/office/drawing/2014/main" id="{19C37B34-28E9-4470-AEFC-9FA87EC70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2165"/>
              <a:ext cx="215" cy="360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19" name="Oval 82">
              <a:extLst>
                <a:ext uri="{FF2B5EF4-FFF2-40B4-BE49-F238E27FC236}">
                  <a16:creationId xmlns:a16="http://schemas.microsoft.com/office/drawing/2014/main" id="{316CC9F9-E43F-4DBD-8133-C0EC52AD4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7" y="2405"/>
              <a:ext cx="213" cy="358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20" name="Freeform 83">
              <a:extLst>
                <a:ext uri="{FF2B5EF4-FFF2-40B4-BE49-F238E27FC236}">
                  <a16:creationId xmlns:a16="http://schemas.microsoft.com/office/drawing/2014/main" id="{421F1F4E-B656-4E08-85BD-5D5BF2E57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405"/>
              <a:ext cx="220" cy="358"/>
            </a:xfrm>
            <a:custGeom>
              <a:avLst/>
              <a:gdLst>
                <a:gd name="T0" fmla="*/ 1375 w 88"/>
                <a:gd name="T1" fmla="*/ 0 h 134"/>
                <a:gd name="T2" fmla="*/ 708 w 88"/>
                <a:gd name="T3" fmla="*/ 1277 h 134"/>
                <a:gd name="T4" fmla="*/ 1375 w 88"/>
                <a:gd name="T5" fmla="*/ 2554 h 134"/>
                <a:gd name="T6" fmla="*/ 658 w 88"/>
                <a:gd name="T7" fmla="*/ 2554 h 134"/>
                <a:gd name="T8" fmla="*/ 0 w 88"/>
                <a:gd name="T9" fmla="*/ 1277 h 134"/>
                <a:gd name="T10" fmla="*/ 658 w 88"/>
                <a:gd name="T11" fmla="*/ 0 h 134"/>
                <a:gd name="T12" fmla="*/ 1375 w 88"/>
                <a:gd name="T13" fmla="*/ 0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34">
                  <a:moveTo>
                    <a:pt x="88" y="0"/>
                  </a:moveTo>
                  <a:cubicBezTo>
                    <a:pt x="64" y="0"/>
                    <a:pt x="45" y="30"/>
                    <a:pt x="45" y="67"/>
                  </a:cubicBezTo>
                  <a:cubicBezTo>
                    <a:pt x="45" y="104"/>
                    <a:pt x="64" y="134"/>
                    <a:pt x="88" y="134"/>
                  </a:cubicBezTo>
                  <a:cubicBezTo>
                    <a:pt x="42" y="134"/>
                    <a:pt x="42" y="134"/>
                    <a:pt x="42" y="134"/>
                  </a:cubicBezTo>
                  <a:cubicBezTo>
                    <a:pt x="19" y="134"/>
                    <a:pt x="0" y="104"/>
                    <a:pt x="0" y="67"/>
                  </a:cubicBezTo>
                  <a:cubicBezTo>
                    <a:pt x="0" y="30"/>
                    <a:pt x="19" y="0"/>
                    <a:pt x="42" y="0"/>
                  </a:cubicBezTo>
                  <a:lnTo>
                    <a:pt x="88" y="0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1" name="Oval 84">
              <a:extLst>
                <a:ext uri="{FF2B5EF4-FFF2-40B4-BE49-F238E27FC236}">
                  <a16:creationId xmlns:a16="http://schemas.microsoft.com/office/drawing/2014/main" id="{500BAED6-6200-49CB-9EDB-E92722DB7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1912"/>
              <a:ext cx="250" cy="421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22" name="Oval 85">
              <a:extLst>
                <a:ext uri="{FF2B5EF4-FFF2-40B4-BE49-F238E27FC236}">
                  <a16:creationId xmlns:a16="http://schemas.microsoft.com/office/drawing/2014/main" id="{51074C04-CF4E-4019-ADD6-69D33D554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2187"/>
              <a:ext cx="85" cy="13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23" name="Oval 86">
              <a:extLst>
                <a:ext uri="{FF2B5EF4-FFF2-40B4-BE49-F238E27FC236}">
                  <a16:creationId xmlns:a16="http://schemas.microsoft.com/office/drawing/2014/main" id="{0FA05D2B-AE5E-4B4E-9241-4B4EDDDFD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2376"/>
              <a:ext cx="85" cy="13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24" name="Freeform 87">
              <a:extLst>
                <a:ext uri="{FF2B5EF4-FFF2-40B4-BE49-F238E27FC236}">
                  <a16:creationId xmlns:a16="http://schemas.microsoft.com/office/drawing/2014/main" id="{9968FE3A-F66A-4859-BD81-C39953BFD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187"/>
              <a:ext cx="127" cy="133"/>
            </a:xfrm>
            <a:custGeom>
              <a:avLst/>
              <a:gdLst>
                <a:gd name="T0" fmla="*/ 528 w 51"/>
                <a:gd name="T1" fmla="*/ 473 h 50"/>
                <a:gd name="T2" fmla="*/ 787 w 51"/>
                <a:gd name="T3" fmla="*/ 0 h 50"/>
                <a:gd name="T4" fmla="*/ 433 w 51"/>
                <a:gd name="T5" fmla="*/ 0 h 50"/>
                <a:gd name="T6" fmla="*/ 0 w 51"/>
                <a:gd name="T7" fmla="*/ 904 h 50"/>
                <a:gd name="T8" fmla="*/ 92 w 51"/>
                <a:gd name="T9" fmla="*/ 942 h 50"/>
                <a:gd name="T10" fmla="*/ 787 w 51"/>
                <a:gd name="T11" fmla="*/ 942 h 50"/>
                <a:gd name="T12" fmla="*/ 528 w 51"/>
                <a:gd name="T13" fmla="*/ 47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0">
                  <a:moveTo>
                    <a:pt x="34" y="25"/>
                  </a:moveTo>
                  <a:cubicBezTo>
                    <a:pt x="34" y="11"/>
                    <a:pt x="42" y="0"/>
                    <a:pt x="5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21"/>
                    <a:pt x="14" y="39"/>
                    <a:pt x="0" y="48"/>
                  </a:cubicBezTo>
                  <a:cubicBezTo>
                    <a:pt x="2" y="49"/>
                    <a:pt x="4" y="50"/>
                    <a:pt x="6" y="50"/>
                  </a:cubicBezTo>
                  <a:cubicBezTo>
                    <a:pt x="51" y="50"/>
                    <a:pt x="51" y="50"/>
                    <a:pt x="51" y="50"/>
                  </a:cubicBezTo>
                  <a:cubicBezTo>
                    <a:pt x="42" y="50"/>
                    <a:pt x="34" y="38"/>
                    <a:pt x="34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5" name="Oval 88">
              <a:extLst>
                <a:ext uri="{FF2B5EF4-FFF2-40B4-BE49-F238E27FC236}">
                  <a16:creationId xmlns:a16="http://schemas.microsoft.com/office/drawing/2014/main" id="{143D040C-E31F-43A2-AD6A-3D091BBD7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2181"/>
              <a:ext cx="187" cy="328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26" name="Oval 89">
              <a:extLst>
                <a:ext uri="{FF2B5EF4-FFF2-40B4-BE49-F238E27FC236}">
                  <a16:creationId xmlns:a16="http://schemas.microsoft.com/office/drawing/2014/main" id="{EA16A1E1-6C0F-4E15-809E-DC57F705A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2" y="2421"/>
              <a:ext cx="183" cy="326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27" name="Freeform 90">
              <a:extLst>
                <a:ext uri="{FF2B5EF4-FFF2-40B4-BE49-F238E27FC236}">
                  <a16:creationId xmlns:a16="http://schemas.microsoft.com/office/drawing/2014/main" id="{4C76164D-A0DE-4DBD-83BE-2145A59DF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595"/>
              <a:ext cx="188" cy="306"/>
            </a:xfrm>
            <a:custGeom>
              <a:avLst/>
              <a:gdLst>
                <a:gd name="T0" fmla="*/ 597 w 75"/>
                <a:gd name="T1" fmla="*/ 0 h 115"/>
                <a:gd name="T2" fmla="*/ 396 w 75"/>
                <a:gd name="T3" fmla="*/ 56 h 115"/>
                <a:gd name="T4" fmla="*/ 0 w 75"/>
                <a:gd name="T5" fmla="*/ 1075 h 115"/>
                <a:gd name="T6" fmla="*/ 0 w 75"/>
                <a:gd name="T7" fmla="*/ 1075 h 115"/>
                <a:gd name="T8" fmla="*/ 597 w 75"/>
                <a:gd name="T9" fmla="*/ 2166 h 115"/>
                <a:gd name="T10" fmla="*/ 1181 w 75"/>
                <a:gd name="T11" fmla="*/ 1075 h 115"/>
                <a:gd name="T12" fmla="*/ 597 w 75"/>
                <a:gd name="T13" fmla="*/ 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15">
                  <a:moveTo>
                    <a:pt x="38" y="0"/>
                  </a:moveTo>
                  <a:cubicBezTo>
                    <a:pt x="33" y="0"/>
                    <a:pt x="29" y="1"/>
                    <a:pt x="25" y="3"/>
                  </a:cubicBezTo>
                  <a:cubicBezTo>
                    <a:pt x="23" y="27"/>
                    <a:pt x="14" y="48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9"/>
                    <a:pt x="17" y="115"/>
                    <a:pt x="38" y="115"/>
                  </a:cubicBezTo>
                  <a:cubicBezTo>
                    <a:pt x="58" y="115"/>
                    <a:pt x="75" y="89"/>
                    <a:pt x="75" y="57"/>
                  </a:cubicBezTo>
                  <a:cubicBezTo>
                    <a:pt x="75" y="26"/>
                    <a:pt x="58" y="0"/>
                    <a:pt x="38" y="0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8" name="Freeform 91">
              <a:extLst>
                <a:ext uri="{FF2B5EF4-FFF2-40B4-BE49-F238E27FC236}">
                  <a16:creationId xmlns:a16="http://schemas.microsoft.com/office/drawing/2014/main" id="{C9CBCA7C-B5C3-4E7E-BA28-825A950C0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376"/>
              <a:ext cx="147" cy="133"/>
            </a:xfrm>
            <a:custGeom>
              <a:avLst/>
              <a:gdLst>
                <a:gd name="T0" fmla="*/ 653 w 59"/>
                <a:gd name="T1" fmla="*/ 473 h 50"/>
                <a:gd name="T2" fmla="*/ 912 w 59"/>
                <a:gd name="T3" fmla="*/ 0 h 50"/>
                <a:gd name="T4" fmla="*/ 217 w 59"/>
                <a:gd name="T5" fmla="*/ 0 h 50"/>
                <a:gd name="T6" fmla="*/ 0 w 59"/>
                <a:gd name="T7" fmla="*/ 205 h 50"/>
                <a:gd name="T8" fmla="*/ 30 w 59"/>
                <a:gd name="T9" fmla="*/ 205 h 50"/>
                <a:gd name="T10" fmla="*/ 620 w 59"/>
                <a:gd name="T11" fmla="*/ 942 h 50"/>
                <a:gd name="T12" fmla="*/ 912 w 59"/>
                <a:gd name="T13" fmla="*/ 942 h 50"/>
                <a:gd name="T14" fmla="*/ 653 w 59"/>
                <a:gd name="T15" fmla="*/ 473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0">
                  <a:moveTo>
                    <a:pt x="42" y="25"/>
                  </a:moveTo>
                  <a:cubicBezTo>
                    <a:pt x="42" y="12"/>
                    <a:pt x="50" y="0"/>
                    <a:pt x="59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8" y="0"/>
                    <a:pt x="3" y="5"/>
                    <a:pt x="0" y="11"/>
                  </a:cubicBezTo>
                  <a:cubicBezTo>
                    <a:pt x="0" y="11"/>
                    <a:pt x="1" y="11"/>
                    <a:pt x="2" y="11"/>
                  </a:cubicBezTo>
                  <a:cubicBezTo>
                    <a:pt x="19" y="11"/>
                    <a:pt x="34" y="27"/>
                    <a:pt x="40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0" y="50"/>
                    <a:pt x="42" y="39"/>
                    <a:pt x="42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9" name="Oval 92">
              <a:extLst>
                <a:ext uri="{FF2B5EF4-FFF2-40B4-BE49-F238E27FC236}">
                  <a16:creationId xmlns:a16="http://schemas.microsoft.com/office/drawing/2014/main" id="{C1FDD2A0-485D-4A09-AC69-53B170E21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1928"/>
              <a:ext cx="220" cy="389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30" name="Oval 93">
              <a:extLst>
                <a:ext uri="{FF2B5EF4-FFF2-40B4-BE49-F238E27FC236}">
                  <a16:creationId xmlns:a16="http://schemas.microsoft.com/office/drawing/2014/main" id="{7B6E746B-577E-458B-9579-203C4B67C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2203"/>
              <a:ext cx="55" cy="10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31" name="Oval 94">
              <a:extLst>
                <a:ext uri="{FF2B5EF4-FFF2-40B4-BE49-F238E27FC236}">
                  <a16:creationId xmlns:a16="http://schemas.microsoft.com/office/drawing/2014/main" id="{04479813-32E4-447A-A316-951C8F082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392"/>
              <a:ext cx="55" cy="10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32" name="Freeform 95">
              <a:extLst>
                <a:ext uri="{FF2B5EF4-FFF2-40B4-BE49-F238E27FC236}">
                  <a16:creationId xmlns:a16="http://schemas.microsoft.com/office/drawing/2014/main" id="{46F0491A-199F-4660-A2F5-8C60CB916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165"/>
              <a:ext cx="220" cy="360"/>
            </a:xfrm>
            <a:custGeom>
              <a:avLst/>
              <a:gdLst>
                <a:gd name="T0" fmla="*/ 708 w 88"/>
                <a:gd name="T1" fmla="*/ 1288 h 135"/>
                <a:gd name="T2" fmla="*/ 1375 w 88"/>
                <a:gd name="T3" fmla="*/ 0 h 135"/>
                <a:gd name="T4" fmla="*/ 675 w 88"/>
                <a:gd name="T5" fmla="*/ 0 h 135"/>
                <a:gd name="T6" fmla="*/ 333 w 88"/>
                <a:gd name="T7" fmla="*/ 192 h 135"/>
                <a:gd name="T8" fmla="*/ 488 w 88"/>
                <a:gd name="T9" fmla="*/ 627 h 135"/>
                <a:gd name="T10" fmla="*/ 220 w 88"/>
                <a:gd name="T11" fmla="*/ 1101 h 135"/>
                <a:gd name="T12" fmla="*/ 20 w 88"/>
                <a:gd name="T13" fmla="*/ 1101 h 135"/>
                <a:gd name="T14" fmla="*/ 0 w 88"/>
                <a:gd name="T15" fmla="*/ 1288 h 135"/>
                <a:gd name="T16" fmla="*/ 20 w 88"/>
                <a:gd name="T17" fmla="*/ 1501 h 135"/>
                <a:gd name="T18" fmla="*/ 345 w 88"/>
                <a:gd name="T19" fmla="*/ 1501 h 135"/>
                <a:gd name="T20" fmla="*/ 613 w 88"/>
                <a:gd name="T21" fmla="*/ 1971 h 135"/>
                <a:gd name="T22" fmla="*/ 395 w 88"/>
                <a:gd name="T23" fmla="*/ 2445 h 135"/>
                <a:gd name="T24" fmla="*/ 675 w 88"/>
                <a:gd name="T25" fmla="*/ 2560 h 135"/>
                <a:gd name="T26" fmla="*/ 1375 w 88"/>
                <a:gd name="T27" fmla="*/ 2560 h 135"/>
                <a:gd name="T28" fmla="*/ 708 w 88"/>
                <a:gd name="T29" fmla="*/ 1288 h 1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8" h="135">
                  <a:moveTo>
                    <a:pt x="45" y="68"/>
                  </a:moveTo>
                  <a:cubicBezTo>
                    <a:pt x="45" y="30"/>
                    <a:pt x="65" y="0"/>
                    <a:pt x="88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5" y="0"/>
                    <a:pt x="27" y="4"/>
                    <a:pt x="21" y="10"/>
                  </a:cubicBezTo>
                  <a:cubicBezTo>
                    <a:pt x="27" y="14"/>
                    <a:pt x="31" y="22"/>
                    <a:pt x="31" y="33"/>
                  </a:cubicBezTo>
                  <a:cubicBezTo>
                    <a:pt x="31" y="46"/>
                    <a:pt x="24" y="58"/>
                    <a:pt x="14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0" y="61"/>
                    <a:pt x="0" y="64"/>
                    <a:pt x="0" y="68"/>
                  </a:cubicBezTo>
                  <a:cubicBezTo>
                    <a:pt x="0" y="72"/>
                    <a:pt x="0" y="76"/>
                    <a:pt x="1" y="79"/>
                  </a:cubicBezTo>
                  <a:cubicBezTo>
                    <a:pt x="22" y="79"/>
                    <a:pt x="22" y="79"/>
                    <a:pt x="22" y="79"/>
                  </a:cubicBezTo>
                  <a:cubicBezTo>
                    <a:pt x="32" y="79"/>
                    <a:pt x="39" y="91"/>
                    <a:pt x="39" y="104"/>
                  </a:cubicBezTo>
                  <a:cubicBezTo>
                    <a:pt x="39" y="117"/>
                    <a:pt x="33" y="127"/>
                    <a:pt x="25" y="129"/>
                  </a:cubicBezTo>
                  <a:cubicBezTo>
                    <a:pt x="31" y="133"/>
                    <a:pt x="36" y="135"/>
                    <a:pt x="43" y="135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65" y="135"/>
                    <a:pt x="45" y="105"/>
                    <a:pt x="45" y="6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3" name="Freeform 96">
              <a:extLst>
                <a:ext uri="{FF2B5EF4-FFF2-40B4-BE49-F238E27FC236}">
                  <a16:creationId xmlns:a16="http://schemas.microsoft.com/office/drawing/2014/main" id="{BA4C41D6-0431-43B3-85A1-1F65CBE98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912"/>
              <a:ext cx="238" cy="421"/>
            </a:xfrm>
            <a:custGeom>
              <a:avLst/>
              <a:gdLst>
                <a:gd name="T0" fmla="*/ 1493 w 95"/>
                <a:gd name="T1" fmla="*/ 2990 h 158"/>
                <a:gd name="T2" fmla="*/ 709 w 95"/>
                <a:gd name="T3" fmla="*/ 1497 h 158"/>
                <a:gd name="T4" fmla="*/ 1493 w 95"/>
                <a:gd name="T5" fmla="*/ 0 h 158"/>
                <a:gd name="T6" fmla="*/ 784 w 95"/>
                <a:gd name="T7" fmla="*/ 0 h 158"/>
                <a:gd name="T8" fmla="*/ 0 w 95"/>
                <a:gd name="T9" fmla="*/ 1497 h 158"/>
                <a:gd name="T10" fmla="*/ 784 w 95"/>
                <a:gd name="T11" fmla="*/ 2990 h 158"/>
                <a:gd name="T12" fmla="*/ 1493 w 95"/>
                <a:gd name="T13" fmla="*/ 2990 h 1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58">
                  <a:moveTo>
                    <a:pt x="95" y="158"/>
                  </a:moveTo>
                  <a:cubicBezTo>
                    <a:pt x="67" y="158"/>
                    <a:pt x="45" y="123"/>
                    <a:pt x="45" y="79"/>
                  </a:cubicBezTo>
                  <a:cubicBezTo>
                    <a:pt x="45" y="35"/>
                    <a:pt x="67" y="0"/>
                    <a:pt x="95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22" y="0"/>
                    <a:pt x="0" y="35"/>
                    <a:pt x="0" y="79"/>
                  </a:cubicBezTo>
                  <a:cubicBezTo>
                    <a:pt x="0" y="123"/>
                    <a:pt x="22" y="158"/>
                    <a:pt x="50" y="158"/>
                  </a:cubicBezTo>
                  <a:lnTo>
                    <a:pt x="95" y="158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4" name="Freeform 97">
              <a:extLst>
                <a:ext uri="{FF2B5EF4-FFF2-40B4-BE49-F238E27FC236}">
                  <a16:creationId xmlns:a16="http://schemas.microsoft.com/office/drawing/2014/main" id="{E2D792CC-E7F4-4B5C-AD5F-8145D8C27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579"/>
              <a:ext cx="218" cy="338"/>
            </a:xfrm>
            <a:custGeom>
              <a:avLst/>
              <a:gdLst>
                <a:gd name="T0" fmla="*/ 692 w 87"/>
                <a:gd name="T1" fmla="*/ 0 h 127"/>
                <a:gd name="T2" fmla="*/ 489 w 87"/>
                <a:gd name="T3" fmla="*/ 35 h 127"/>
                <a:gd name="T4" fmla="*/ 0 w 87"/>
                <a:gd name="T5" fmla="*/ 1246 h 127"/>
                <a:gd name="T6" fmla="*/ 692 w 87"/>
                <a:gd name="T7" fmla="*/ 2395 h 127"/>
                <a:gd name="T8" fmla="*/ 1368 w 87"/>
                <a:gd name="T9" fmla="*/ 1190 h 127"/>
                <a:gd name="T10" fmla="*/ 692 w 87"/>
                <a:gd name="T11" fmla="*/ 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27">
                  <a:moveTo>
                    <a:pt x="44" y="0"/>
                  </a:moveTo>
                  <a:cubicBezTo>
                    <a:pt x="39" y="0"/>
                    <a:pt x="35" y="1"/>
                    <a:pt x="31" y="2"/>
                  </a:cubicBezTo>
                  <a:cubicBezTo>
                    <a:pt x="31" y="33"/>
                    <a:pt x="18" y="59"/>
                    <a:pt x="0" y="66"/>
                  </a:cubicBezTo>
                  <a:cubicBezTo>
                    <a:pt x="1" y="100"/>
                    <a:pt x="20" y="127"/>
                    <a:pt x="44" y="127"/>
                  </a:cubicBezTo>
                  <a:cubicBezTo>
                    <a:pt x="68" y="127"/>
                    <a:pt x="87" y="99"/>
                    <a:pt x="87" y="63"/>
                  </a:cubicBezTo>
                  <a:cubicBezTo>
                    <a:pt x="87" y="28"/>
                    <a:pt x="68" y="0"/>
                    <a:pt x="44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5" name="Oval 98">
              <a:extLst>
                <a:ext uri="{FF2B5EF4-FFF2-40B4-BE49-F238E27FC236}">
                  <a16:creationId xmlns:a16="http://schemas.microsoft.com/office/drawing/2014/main" id="{6074E66C-EDD8-4B2D-A6E7-69C959F54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2243"/>
              <a:ext cx="20" cy="34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36" name="Freeform 99">
              <a:extLst>
                <a:ext uri="{FF2B5EF4-FFF2-40B4-BE49-F238E27FC236}">
                  <a16:creationId xmlns:a16="http://schemas.microsoft.com/office/drawing/2014/main" id="{B303AF73-3BC2-4892-91D8-D0E8A24A4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229"/>
              <a:ext cx="17" cy="35"/>
            </a:xfrm>
            <a:custGeom>
              <a:avLst/>
              <a:gdLst>
                <a:gd name="T0" fmla="*/ 41 w 7"/>
                <a:gd name="T1" fmla="*/ 253 h 13"/>
                <a:gd name="T2" fmla="*/ 0 w 7"/>
                <a:gd name="T3" fmla="*/ 137 h 13"/>
                <a:gd name="T4" fmla="*/ 41 w 7"/>
                <a:gd name="T5" fmla="*/ 0 h 13"/>
                <a:gd name="T6" fmla="*/ 100 w 7"/>
                <a:gd name="T7" fmla="*/ 137 h 13"/>
                <a:gd name="T8" fmla="*/ 41 w 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3" y="13"/>
                  </a:moveTo>
                  <a:cubicBezTo>
                    <a:pt x="1" y="13"/>
                    <a:pt x="0" y="10"/>
                    <a:pt x="0" y="7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5" y="0"/>
                    <a:pt x="7" y="3"/>
                    <a:pt x="7" y="7"/>
                  </a:cubicBezTo>
                  <a:cubicBezTo>
                    <a:pt x="7" y="10"/>
                    <a:pt x="6" y="13"/>
                    <a:pt x="3" y="13"/>
                  </a:cubicBezTo>
                  <a:close/>
                </a:path>
              </a:pathLst>
            </a:cu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7" name="Freeform 100">
              <a:extLst>
                <a:ext uri="{FF2B5EF4-FFF2-40B4-BE49-F238E27FC236}">
                  <a16:creationId xmlns:a16="http://schemas.microsoft.com/office/drawing/2014/main" id="{4ADCC0D2-AA2B-4514-B544-81E73C198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459"/>
              <a:ext cx="17" cy="34"/>
            </a:xfrm>
            <a:custGeom>
              <a:avLst/>
              <a:gdLst>
                <a:gd name="T0" fmla="*/ 41 w 7"/>
                <a:gd name="T1" fmla="*/ 233 h 13"/>
                <a:gd name="T2" fmla="*/ 0 w 7"/>
                <a:gd name="T3" fmla="*/ 123 h 13"/>
                <a:gd name="T4" fmla="*/ 41 w 7"/>
                <a:gd name="T5" fmla="*/ 0 h 13"/>
                <a:gd name="T6" fmla="*/ 100 w 7"/>
                <a:gd name="T7" fmla="*/ 123 h 13"/>
                <a:gd name="T8" fmla="*/ 41 w 7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3" y="13"/>
                  </a:moveTo>
                  <a:cubicBezTo>
                    <a:pt x="1" y="13"/>
                    <a:pt x="0" y="10"/>
                    <a:pt x="0" y="7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5" y="0"/>
                    <a:pt x="7" y="3"/>
                    <a:pt x="7" y="7"/>
                  </a:cubicBezTo>
                  <a:cubicBezTo>
                    <a:pt x="7" y="10"/>
                    <a:pt x="6" y="13"/>
                    <a:pt x="3" y="13"/>
                  </a:cubicBezTo>
                  <a:close/>
                </a:path>
              </a:pathLst>
            </a:cu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8" name="Freeform 101">
              <a:extLst>
                <a:ext uri="{FF2B5EF4-FFF2-40B4-BE49-F238E27FC236}">
                  <a16:creationId xmlns:a16="http://schemas.microsoft.com/office/drawing/2014/main" id="{F0492FA1-4E49-4091-828A-81D618D0A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373"/>
              <a:ext cx="17" cy="32"/>
            </a:xfrm>
            <a:custGeom>
              <a:avLst/>
              <a:gdLst>
                <a:gd name="T0" fmla="*/ 41 w 7"/>
                <a:gd name="T1" fmla="*/ 227 h 12"/>
                <a:gd name="T2" fmla="*/ 0 w 7"/>
                <a:gd name="T3" fmla="*/ 115 h 12"/>
                <a:gd name="T4" fmla="*/ 41 w 7"/>
                <a:gd name="T5" fmla="*/ 0 h 12"/>
                <a:gd name="T6" fmla="*/ 100 w 7"/>
                <a:gd name="T7" fmla="*/ 115 h 12"/>
                <a:gd name="T8" fmla="*/ 41 w 7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12"/>
                  </a:moveTo>
                  <a:cubicBezTo>
                    <a:pt x="1" y="12"/>
                    <a:pt x="0" y="9"/>
                    <a:pt x="0" y="6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5" y="0"/>
                    <a:pt x="7" y="3"/>
                    <a:pt x="7" y="6"/>
                  </a:cubicBezTo>
                  <a:cubicBezTo>
                    <a:pt x="7" y="9"/>
                    <a:pt x="6" y="12"/>
                    <a:pt x="3" y="12"/>
                  </a:cubicBezTo>
                  <a:close/>
                </a:path>
              </a:pathLst>
            </a:cu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9" name="Oval 102">
              <a:extLst>
                <a:ext uri="{FF2B5EF4-FFF2-40B4-BE49-F238E27FC236}">
                  <a16:creationId xmlns:a16="http://schemas.microsoft.com/office/drawing/2014/main" id="{188BB24C-138D-459B-BC84-7D150EE18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144"/>
              <a:ext cx="17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40" name="Freeform 103">
              <a:extLst>
                <a:ext uri="{FF2B5EF4-FFF2-40B4-BE49-F238E27FC236}">
                  <a16:creationId xmlns:a16="http://schemas.microsoft.com/office/drawing/2014/main" id="{E4CE4D51-903E-476F-A615-F4C7ED99E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019"/>
              <a:ext cx="18" cy="32"/>
            </a:xfrm>
            <a:custGeom>
              <a:avLst/>
              <a:gdLst>
                <a:gd name="T0" fmla="*/ 67 w 7"/>
                <a:gd name="T1" fmla="*/ 227 h 12"/>
                <a:gd name="T2" fmla="*/ 0 w 7"/>
                <a:gd name="T3" fmla="*/ 115 h 12"/>
                <a:gd name="T4" fmla="*/ 67 w 7"/>
                <a:gd name="T5" fmla="*/ 0 h 12"/>
                <a:gd name="T6" fmla="*/ 118 w 7"/>
                <a:gd name="T7" fmla="*/ 115 h 12"/>
                <a:gd name="T8" fmla="*/ 67 w 7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4" y="12"/>
                  </a:moveTo>
                  <a:cubicBezTo>
                    <a:pt x="2" y="12"/>
                    <a:pt x="0" y="9"/>
                    <a:pt x="0" y="6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3"/>
                    <a:pt x="7" y="6"/>
                  </a:cubicBezTo>
                  <a:cubicBezTo>
                    <a:pt x="7" y="9"/>
                    <a:pt x="6" y="12"/>
                    <a:pt x="4" y="12"/>
                  </a:cubicBezTo>
                  <a:close/>
                </a:path>
              </a:pathLst>
            </a:cu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1" name="Oval 104">
              <a:extLst>
                <a:ext uri="{FF2B5EF4-FFF2-40B4-BE49-F238E27FC236}">
                  <a16:creationId xmlns:a16="http://schemas.microsoft.com/office/drawing/2014/main" id="{E1080723-E90E-43EB-AC64-38FC48DC1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2" y="1600"/>
              <a:ext cx="18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42" name="Oval 105">
              <a:extLst>
                <a:ext uri="{FF2B5EF4-FFF2-40B4-BE49-F238E27FC236}">
                  <a16:creationId xmlns:a16="http://schemas.microsoft.com/office/drawing/2014/main" id="{CEEB8693-FA86-497A-AB2D-07EA838BC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1496"/>
              <a:ext cx="18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43" name="Freeform 106">
              <a:extLst>
                <a:ext uri="{FF2B5EF4-FFF2-40B4-BE49-F238E27FC236}">
                  <a16:creationId xmlns:a16="http://schemas.microsoft.com/office/drawing/2014/main" id="{89B25AE3-368A-448B-B578-410CE54B1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683"/>
              <a:ext cx="18" cy="32"/>
            </a:xfrm>
            <a:custGeom>
              <a:avLst/>
              <a:gdLst>
                <a:gd name="T0" fmla="*/ 67 w 7"/>
                <a:gd name="T1" fmla="*/ 227 h 12"/>
                <a:gd name="T2" fmla="*/ 0 w 7"/>
                <a:gd name="T3" fmla="*/ 115 h 12"/>
                <a:gd name="T4" fmla="*/ 67 w 7"/>
                <a:gd name="T5" fmla="*/ 0 h 12"/>
                <a:gd name="T6" fmla="*/ 118 w 7"/>
                <a:gd name="T7" fmla="*/ 115 h 12"/>
                <a:gd name="T8" fmla="*/ 67 w 7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4" y="12"/>
                  </a:moveTo>
                  <a:cubicBezTo>
                    <a:pt x="2" y="12"/>
                    <a:pt x="0" y="9"/>
                    <a:pt x="0" y="6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3"/>
                    <a:pt x="7" y="6"/>
                  </a:cubicBezTo>
                  <a:cubicBezTo>
                    <a:pt x="7" y="9"/>
                    <a:pt x="6" y="12"/>
                    <a:pt x="4" y="12"/>
                  </a:cubicBezTo>
                  <a:close/>
                </a:path>
              </a:pathLst>
            </a:cu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4" name="Oval 107">
              <a:extLst>
                <a:ext uri="{FF2B5EF4-FFF2-40B4-BE49-F238E27FC236}">
                  <a16:creationId xmlns:a16="http://schemas.microsoft.com/office/drawing/2014/main" id="{2541B656-3D99-4B3F-93F9-BF2A17C4A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2523"/>
              <a:ext cx="17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45" name="Freeform 108">
              <a:extLst>
                <a:ext uri="{FF2B5EF4-FFF2-40B4-BE49-F238E27FC236}">
                  <a16:creationId xmlns:a16="http://schemas.microsoft.com/office/drawing/2014/main" id="{E147434E-AA6E-4BA6-A0FD-24E4C0283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627"/>
              <a:ext cx="17" cy="32"/>
            </a:xfrm>
            <a:custGeom>
              <a:avLst/>
              <a:gdLst>
                <a:gd name="T0" fmla="*/ 41 w 7"/>
                <a:gd name="T1" fmla="*/ 227 h 12"/>
                <a:gd name="T2" fmla="*/ 0 w 7"/>
                <a:gd name="T3" fmla="*/ 115 h 12"/>
                <a:gd name="T4" fmla="*/ 41 w 7"/>
                <a:gd name="T5" fmla="*/ 0 h 12"/>
                <a:gd name="T6" fmla="*/ 100 w 7"/>
                <a:gd name="T7" fmla="*/ 115 h 12"/>
                <a:gd name="T8" fmla="*/ 41 w 7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12"/>
                  </a:moveTo>
                  <a:cubicBezTo>
                    <a:pt x="1" y="12"/>
                    <a:pt x="0" y="9"/>
                    <a:pt x="0" y="6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7" y="3"/>
                    <a:pt x="7" y="6"/>
                  </a:cubicBezTo>
                  <a:cubicBezTo>
                    <a:pt x="7" y="9"/>
                    <a:pt x="5" y="12"/>
                    <a:pt x="3" y="12"/>
                  </a:cubicBezTo>
                  <a:close/>
                </a:path>
              </a:pathLst>
            </a:cu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6" name="Oval 109">
              <a:extLst>
                <a:ext uri="{FF2B5EF4-FFF2-40B4-BE49-F238E27FC236}">
                  <a16:creationId xmlns:a16="http://schemas.microsoft.com/office/drawing/2014/main" id="{8F5BC066-95F4-490D-B03C-E614719F1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603"/>
              <a:ext cx="18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47" name="Oval 110">
              <a:extLst>
                <a:ext uri="{FF2B5EF4-FFF2-40B4-BE49-F238E27FC236}">
                  <a16:creationId xmlns:a16="http://schemas.microsoft.com/office/drawing/2014/main" id="{9C9A7CF7-514F-4673-AE1D-B4EFFC12F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408"/>
              <a:ext cx="18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48" name="Oval 111">
              <a:extLst>
                <a:ext uri="{FF2B5EF4-FFF2-40B4-BE49-F238E27FC236}">
                  <a16:creationId xmlns:a16="http://schemas.microsoft.com/office/drawing/2014/main" id="{0C16383A-B9A0-4F36-90FC-2A8FCB7BE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488"/>
              <a:ext cx="17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49" name="Oval 112">
              <a:extLst>
                <a:ext uri="{FF2B5EF4-FFF2-40B4-BE49-F238E27FC236}">
                  <a16:creationId xmlns:a16="http://schemas.microsoft.com/office/drawing/2014/main" id="{4CD70C7E-B0D2-4DB6-AEC9-23399F858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589"/>
              <a:ext cx="18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50" name="Oval 113">
              <a:extLst>
                <a:ext uri="{FF2B5EF4-FFF2-40B4-BE49-F238E27FC236}">
                  <a16:creationId xmlns:a16="http://schemas.microsoft.com/office/drawing/2014/main" id="{C286D444-D9AD-4706-8F97-78BE79B81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" y="2653"/>
              <a:ext cx="18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51" name="Oval 114">
              <a:extLst>
                <a:ext uri="{FF2B5EF4-FFF2-40B4-BE49-F238E27FC236}">
                  <a16:creationId xmlns:a16="http://schemas.microsoft.com/office/drawing/2014/main" id="{F98A611C-8F43-4768-88FB-331D230DD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544"/>
              <a:ext cx="18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52" name="Oval 115">
              <a:extLst>
                <a:ext uri="{FF2B5EF4-FFF2-40B4-BE49-F238E27FC236}">
                  <a16:creationId xmlns:a16="http://schemas.microsoft.com/office/drawing/2014/main" id="{2C5DE724-7D17-4B35-A7ED-F9187DE04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2915"/>
              <a:ext cx="18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53" name="Oval 116">
              <a:extLst>
                <a:ext uri="{FF2B5EF4-FFF2-40B4-BE49-F238E27FC236}">
                  <a16:creationId xmlns:a16="http://schemas.microsoft.com/office/drawing/2014/main" id="{30F27E23-4D0E-4D2E-B7B5-61C9B0609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912"/>
              <a:ext cx="18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54" name="Oval 117">
              <a:extLst>
                <a:ext uri="{FF2B5EF4-FFF2-40B4-BE49-F238E27FC236}">
                  <a16:creationId xmlns:a16="http://schemas.microsoft.com/office/drawing/2014/main" id="{2A3A2624-6B37-482D-8028-2A56250AE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1949"/>
              <a:ext cx="18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55" name="Oval 118">
              <a:extLst>
                <a:ext uri="{FF2B5EF4-FFF2-40B4-BE49-F238E27FC236}">
                  <a16:creationId xmlns:a16="http://schemas.microsoft.com/office/drawing/2014/main" id="{2418F3F8-9186-4012-8E88-99363EEC1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1899"/>
              <a:ext cx="18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56" name="Oval 119">
              <a:extLst>
                <a:ext uri="{FF2B5EF4-FFF2-40B4-BE49-F238E27FC236}">
                  <a16:creationId xmlns:a16="http://schemas.microsoft.com/office/drawing/2014/main" id="{06BEF9B0-D7AC-463E-9FBE-036022166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" y="1827"/>
              <a:ext cx="18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57" name="Oval 120">
              <a:extLst>
                <a:ext uri="{FF2B5EF4-FFF2-40B4-BE49-F238E27FC236}">
                  <a16:creationId xmlns:a16="http://schemas.microsoft.com/office/drawing/2014/main" id="{DFAE19EF-D296-4F55-A771-B987AAF21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2733"/>
              <a:ext cx="17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58" name="Oval 121">
              <a:extLst>
                <a:ext uri="{FF2B5EF4-FFF2-40B4-BE49-F238E27FC236}">
                  <a16:creationId xmlns:a16="http://schemas.microsoft.com/office/drawing/2014/main" id="{4F70FDE0-76B8-439C-9473-A37F8D634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672"/>
              <a:ext cx="17" cy="32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59" name="Oval 122">
              <a:extLst>
                <a:ext uri="{FF2B5EF4-FFF2-40B4-BE49-F238E27FC236}">
                  <a16:creationId xmlns:a16="http://schemas.microsoft.com/office/drawing/2014/main" id="{54622C79-ADE7-414D-9BAC-091D60262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2771"/>
              <a:ext cx="73" cy="74"/>
            </a:xfrm>
            <a:prstGeom prst="ellipse">
              <a:avLst/>
            </a:prstGeom>
            <a:solidFill>
              <a:srgbClr val="FFF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60" name="Freeform 123">
              <a:extLst>
                <a:ext uri="{FF2B5EF4-FFF2-40B4-BE49-F238E27FC236}">
                  <a16:creationId xmlns:a16="http://schemas.microsoft.com/office/drawing/2014/main" id="{666FC328-322E-4E36-8EA6-50F7A415B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427"/>
              <a:ext cx="300" cy="274"/>
            </a:xfrm>
            <a:custGeom>
              <a:avLst/>
              <a:gdLst>
                <a:gd name="T0" fmla="*/ 1175 w 120"/>
                <a:gd name="T1" fmla="*/ 1692 h 103"/>
                <a:gd name="T2" fmla="*/ 1563 w 120"/>
                <a:gd name="T3" fmla="*/ 1224 h 103"/>
                <a:gd name="T4" fmla="*/ 1875 w 120"/>
                <a:gd name="T5" fmla="*/ 1415 h 103"/>
                <a:gd name="T6" fmla="*/ 1875 w 120"/>
                <a:gd name="T7" fmla="*/ 1415 h 103"/>
                <a:gd name="T8" fmla="*/ 520 w 120"/>
                <a:gd name="T9" fmla="*/ 205 h 103"/>
                <a:gd name="T10" fmla="*/ 188 w 120"/>
                <a:gd name="T11" fmla="*/ 750 h 103"/>
                <a:gd name="T12" fmla="*/ 1238 w 120"/>
                <a:gd name="T13" fmla="*/ 1939 h 103"/>
                <a:gd name="T14" fmla="*/ 1175 w 120"/>
                <a:gd name="T15" fmla="*/ 1692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03">
                  <a:moveTo>
                    <a:pt x="75" y="90"/>
                  </a:moveTo>
                  <a:cubicBezTo>
                    <a:pt x="75" y="77"/>
                    <a:pt x="86" y="65"/>
                    <a:pt x="100" y="65"/>
                  </a:cubicBezTo>
                  <a:cubicBezTo>
                    <a:pt x="108" y="65"/>
                    <a:pt x="116" y="69"/>
                    <a:pt x="120" y="75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07" y="58"/>
                    <a:pt x="54" y="20"/>
                    <a:pt x="33" y="11"/>
                  </a:cubicBezTo>
                  <a:cubicBezTo>
                    <a:pt x="12" y="0"/>
                    <a:pt x="0" y="31"/>
                    <a:pt x="12" y="40"/>
                  </a:cubicBezTo>
                  <a:cubicBezTo>
                    <a:pt x="45" y="67"/>
                    <a:pt x="68" y="89"/>
                    <a:pt x="79" y="103"/>
                  </a:cubicBezTo>
                  <a:cubicBezTo>
                    <a:pt x="76" y="100"/>
                    <a:pt x="75" y="95"/>
                    <a:pt x="75" y="90"/>
                  </a:cubicBezTo>
                  <a:close/>
                </a:path>
              </a:pathLst>
            </a:custGeom>
            <a:solidFill>
              <a:srgbClr val="EA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1" name="Freeform 124">
              <a:extLst>
                <a:ext uri="{FF2B5EF4-FFF2-40B4-BE49-F238E27FC236}">
                  <a16:creationId xmlns:a16="http://schemas.microsoft.com/office/drawing/2014/main" id="{6166908F-39C0-49F4-A058-A0CD4AEDD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600"/>
              <a:ext cx="125" cy="133"/>
            </a:xfrm>
            <a:custGeom>
              <a:avLst/>
              <a:gdLst>
                <a:gd name="T0" fmla="*/ 220 w 50"/>
                <a:gd name="T1" fmla="*/ 622 h 50"/>
                <a:gd name="T2" fmla="*/ 175 w 50"/>
                <a:gd name="T3" fmla="*/ 473 h 50"/>
                <a:gd name="T4" fmla="*/ 395 w 50"/>
                <a:gd name="T5" fmla="*/ 205 h 50"/>
                <a:gd name="T6" fmla="*/ 458 w 50"/>
                <a:gd name="T7" fmla="*/ 226 h 50"/>
                <a:gd name="T8" fmla="*/ 520 w 50"/>
                <a:gd name="T9" fmla="*/ 261 h 50"/>
                <a:gd name="T10" fmla="*/ 658 w 50"/>
                <a:gd name="T11" fmla="*/ 452 h 50"/>
                <a:gd name="T12" fmla="*/ 770 w 50"/>
                <a:gd name="T13" fmla="*/ 622 h 50"/>
                <a:gd name="T14" fmla="*/ 783 w 50"/>
                <a:gd name="T15" fmla="*/ 473 h 50"/>
                <a:gd name="T16" fmla="*/ 395 w 50"/>
                <a:gd name="T17" fmla="*/ 0 h 50"/>
                <a:gd name="T18" fmla="*/ 0 w 50"/>
                <a:gd name="T19" fmla="*/ 473 h 50"/>
                <a:gd name="T20" fmla="*/ 395 w 50"/>
                <a:gd name="T21" fmla="*/ 942 h 50"/>
                <a:gd name="T22" fmla="*/ 458 w 50"/>
                <a:gd name="T23" fmla="*/ 942 h 50"/>
                <a:gd name="T24" fmla="*/ 345 w 50"/>
                <a:gd name="T25" fmla="*/ 793 h 50"/>
                <a:gd name="T26" fmla="*/ 220 w 50"/>
                <a:gd name="T27" fmla="*/ 622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50">
                  <a:moveTo>
                    <a:pt x="14" y="33"/>
                  </a:moveTo>
                  <a:cubicBezTo>
                    <a:pt x="13" y="31"/>
                    <a:pt x="11" y="27"/>
                    <a:pt x="11" y="25"/>
                  </a:cubicBezTo>
                  <a:cubicBezTo>
                    <a:pt x="11" y="18"/>
                    <a:pt x="17" y="11"/>
                    <a:pt x="25" y="11"/>
                  </a:cubicBezTo>
                  <a:cubicBezTo>
                    <a:pt x="27" y="11"/>
                    <a:pt x="28" y="11"/>
                    <a:pt x="29" y="12"/>
                  </a:cubicBezTo>
                  <a:cubicBezTo>
                    <a:pt x="30" y="12"/>
                    <a:pt x="33" y="14"/>
                    <a:pt x="33" y="14"/>
                  </a:cubicBezTo>
                  <a:cubicBezTo>
                    <a:pt x="36" y="18"/>
                    <a:pt x="39" y="21"/>
                    <a:pt x="42" y="24"/>
                  </a:cubicBezTo>
                  <a:cubicBezTo>
                    <a:pt x="44" y="27"/>
                    <a:pt x="47" y="30"/>
                    <a:pt x="49" y="33"/>
                  </a:cubicBezTo>
                  <a:cubicBezTo>
                    <a:pt x="50" y="30"/>
                    <a:pt x="50" y="28"/>
                    <a:pt x="50" y="25"/>
                  </a:cubicBezTo>
                  <a:cubicBezTo>
                    <a:pt x="50" y="12"/>
                    <a:pt x="39" y="0"/>
                    <a:pt x="25" y="0"/>
                  </a:cubicBezTo>
                  <a:cubicBezTo>
                    <a:pt x="11" y="0"/>
                    <a:pt x="0" y="12"/>
                    <a:pt x="0" y="25"/>
                  </a:cubicBezTo>
                  <a:cubicBezTo>
                    <a:pt x="0" y="39"/>
                    <a:pt x="11" y="50"/>
                    <a:pt x="25" y="50"/>
                  </a:cubicBezTo>
                  <a:cubicBezTo>
                    <a:pt x="26" y="50"/>
                    <a:pt x="27" y="50"/>
                    <a:pt x="29" y="50"/>
                  </a:cubicBezTo>
                  <a:cubicBezTo>
                    <a:pt x="26" y="48"/>
                    <a:pt x="24" y="45"/>
                    <a:pt x="22" y="42"/>
                  </a:cubicBezTo>
                  <a:cubicBezTo>
                    <a:pt x="19" y="39"/>
                    <a:pt x="17" y="36"/>
                    <a:pt x="14" y="33"/>
                  </a:cubicBezTo>
                  <a:close/>
                </a:path>
              </a:pathLst>
            </a:custGeom>
            <a:solidFill>
              <a:srgbClr val="AA8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2" name="Freeform 125">
              <a:extLst>
                <a:ext uri="{FF2B5EF4-FFF2-40B4-BE49-F238E27FC236}">
                  <a16:creationId xmlns:a16="http://schemas.microsoft.com/office/drawing/2014/main" id="{81A1CFEE-E4D2-45A8-A93B-52FD4C0E2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629"/>
              <a:ext cx="160" cy="192"/>
            </a:xfrm>
            <a:custGeom>
              <a:avLst/>
              <a:gdLst>
                <a:gd name="T0" fmla="*/ 345 w 64"/>
                <a:gd name="T1" fmla="*/ 56 h 72"/>
                <a:gd name="T2" fmla="*/ 283 w 64"/>
                <a:gd name="T3" fmla="*/ 21 h 72"/>
                <a:gd name="T4" fmla="*/ 220 w 64"/>
                <a:gd name="T5" fmla="*/ 0 h 72"/>
                <a:gd name="T6" fmla="*/ 0 w 64"/>
                <a:gd name="T7" fmla="*/ 264 h 72"/>
                <a:gd name="T8" fmla="*/ 50 w 64"/>
                <a:gd name="T9" fmla="*/ 419 h 72"/>
                <a:gd name="T10" fmla="*/ 645 w 64"/>
                <a:gd name="T11" fmla="*/ 1365 h 72"/>
                <a:gd name="T12" fmla="*/ 645 w 64"/>
                <a:gd name="T13" fmla="*/ 1365 h 72"/>
                <a:gd name="T14" fmla="*/ 625 w 64"/>
                <a:gd name="T15" fmla="*/ 1272 h 72"/>
                <a:gd name="T16" fmla="*/ 863 w 64"/>
                <a:gd name="T17" fmla="*/ 1003 h 72"/>
                <a:gd name="T18" fmla="*/ 1000 w 64"/>
                <a:gd name="T19" fmla="*/ 1080 h 72"/>
                <a:gd name="T20" fmla="*/ 345 w 64"/>
                <a:gd name="T21" fmla="*/ 56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72">
                  <a:moveTo>
                    <a:pt x="22" y="3"/>
                  </a:moveTo>
                  <a:cubicBezTo>
                    <a:pt x="22" y="3"/>
                    <a:pt x="19" y="1"/>
                    <a:pt x="18" y="1"/>
                  </a:cubicBezTo>
                  <a:cubicBezTo>
                    <a:pt x="17" y="0"/>
                    <a:pt x="16" y="0"/>
                    <a:pt x="14" y="0"/>
                  </a:cubicBezTo>
                  <a:cubicBezTo>
                    <a:pt x="6" y="0"/>
                    <a:pt x="0" y="7"/>
                    <a:pt x="0" y="14"/>
                  </a:cubicBezTo>
                  <a:cubicBezTo>
                    <a:pt x="0" y="16"/>
                    <a:pt x="2" y="20"/>
                    <a:pt x="3" y="22"/>
                  </a:cubicBezTo>
                  <a:cubicBezTo>
                    <a:pt x="17" y="37"/>
                    <a:pt x="29" y="54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0"/>
                    <a:pt x="40" y="69"/>
                    <a:pt x="40" y="67"/>
                  </a:cubicBezTo>
                  <a:cubicBezTo>
                    <a:pt x="40" y="59"/>
                    <a:pt x="47" y="53"/>
                    <a:pt x="55" y="53"/>
                  </a:cubicBezTo>
                  <a:cubicBezTo>
                    <a:pt x="58" y="53"/>
                    <a:pt x="62" y="54"/>
                    <a:pt x="64" y="57"/>
                  </a:cubicBezTo>
                  <a:cubicBezTo>
                    <a:pt x="51" y="37"/>
                    <a:pt x="37" y="19"/>
                    <a:pt x="22" y="3"/>
                  </a:cubicBezTo>
                  <a:close/>
                </a:path>
              </a:pathLst>
            </a:custGeom>
            <a:solidFill>
              <a:srgbClr val="EA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3" name="Freeform 126">
              <a:extLst>
                <a:ext uri="{FF2B5EF4-FFF2-40B4-BE49-F238E27FC236}">
                  <a16:creationId xmlns:a16="http://schemas.microsoft.com/office/drawing/2014/main" id="{82127E61-0140-4A60-8D63-26569840C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629"/>
              <a:ext cx="160" cy="192"/>
            </a:xfrm>
            <a:custGeom>
              <a:avLst/>
              <a:gdLst>
                <a:gd name="T0" fmla="*/ 345 w 64"/>
                <a:gd name="T1" fmla="*/ 56 h 72"/>
                <a:gd name="T2" fmla="*/ 283 w 64"/>
                <a:gd name="T3" fmla="*/ 21 h 72"/>
                <a:gd name="T4" fmla="*/ 220 w 64"/>
                <a:gd name="T5" fmla="*/ 0 h 72"/>
                <a:gd name="T6" fmla="*/ 0 w 64"/>
                <a:gd name="T7" fmla="*/ 264 h 72"/>
                <a:gd name="T8" fmla="*/ 50 w 64"/>
                <a:gd name="T9" fmla="*/ 419 h 72"/>
                <a:gd name="T10" fmla="*/ 645 w 64"/>
                <a:gd name="T11" fmla="*/ 1365 h 72"/>
                <a:gd name="T12" fmla="*/ 645 w 64"/>
                <a:gd name="T13" fmla="*/ 1365 h 72"/>
                <a:gd name="T14" fmla="*/ 625 w 64"/>
                <a:gd name="T15" fmla="*/ 1272 h 72"/>
                <a:gd name="T16" fmla="*/ 863 w 64"/>
                <a:gd name="T17" fmla="*/ 1003 h 72"/>
                <a:gd name="T18" fmla="*/ 1000 w 64"/>
                <a:gd name="T19" fmla="*/ 1080 h 72"/>
                <a:gd name="T20" fmla="*/ 345 w 64"/>
                <a:gd name="T21" fmla="*/ 56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72">
                  <a:moveTo>
                    <a:pt x="22" y="3"/>
                  </a:moveTo>
                  <a:cubicBezTo>
                    <a:pt x="22" y="3"/>
                    <a:pt x="19" y="1"/>
                    <a:pt x="18" y="1"/>
                  </a:cubicBezTo>
                  <a:cubicBezTo>
                    <a:pt x="17" y="0"/>
                    <a:pt x="16" y="0"/>
                    <a:pt x="14" y="0"/>
                  </a:cubicBezTo>
                  <a:cubicBezTo>
                    <a:pt x="6" y="0"/>
                    <a:pt x="0" y="7"/>
                    <a:pt x="0" y="14"/>
                  </a:cubicBezTo>
                  <a:cubicBezTo>
                    <a:pt x="0" y="16"/>
                    <a:pt x="2" y="20"/>
                    <a:pt x="3" y="22"/>
                  </a:cubicBezTo>
                  <a:cubicBezTo>
                    <a:pt x="17" y="37"/>
                    <a:pt x="29" y="54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0"/>
                    <a:pt x="40" y="69"/>
                    <a:pt x="40" y="67"/>
                  </a:cubicBezTo>
                  <a:cubicBezTo>
                    <a:pt x="40" y="59"/>
                    <a:pt x="47" y="53"/>
                    <a:pt x="55" y="53"/>
                  </a:cubicBezTo>
                  <a:cubicBezTo>
                    <a:pt x="58" y="53"/>
                    <a:pt x="62" y="54"/>
                    <a:pt x="64" y="57"/>
                  </a:cubicBezTo>
                  <a:cubicBezTo>
                    <a:pt x="51" y="37"/>
                    <a:pt x="37" y="19"/>
                    <a:pt x="22" y="3"/>
                  </a:cubicBezTo>
                  <a:close/>
                </a:path>
              </a:pathLst>
            </a:custGeom>
            <a:solidFill>
              <a:srgbClr val="FFE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4" name="Freeform 127">
              <a:extLst>
                <a:ext uri="{FF2B5EF4-FFF2-40B4-BE49-F238E27FC236}">
                  <a16:creationId xmlns:a16="http://schemas.microsoft.com/office/drawing/2014/main" id="{5B738A8C-9DE5-4457-B9EF-27D2D8915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293"/>
              <a:ext cx="312" cy="163"/>
            </a:xfrm>
            <a:custGeom>
              <a:avLst/>
              <a:gdLst>
                <a:gd name="T0" fmla="*/ 1558 w 125"/>
                <a:gd name="T1" fmla="*/ 858 h 61"/>
                <a:gd name="T2" fmla="*/ 1837 w 125"/>
                <a:gd name="T3" fmla="*/ 534 h 61"/>
                <a:gd name="T4" fmla="*/ 1944 w 125"/>
                <a:gd name="T5" fmla="*/ 550 h 61"/>
                <a:gd name="T6" fmla="*/ 1944 w 125"/>
                <a:gd name="T7" fmla="*/ 550 h 61"/>
                <a:gd name="T8" fmla="*/ 342 w 125"/>
                <a:gd name="T9" fmla="*/ 56 h 61"/>
                <a:gd name="T10" fmla="*/ 230 w 125"/>
                <a:gd name="T11" fmla="*/ 513 h 61"/>
                <a:gd name="T12" fmla="*/ 1712 w 125"/>
                <a:gd name="T13" fmla="*/ 1165 h 61"/>
                <a:gd name="T14" fmla="*/ 1712 w 125"/>
                <a:gd name="T15" fmla="*/ 1165 h 61"/>
                <a:gd name="T16" fmla="*/ 1558 w 125"/>
                <a:gd name="T17" fmla="*/ 858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61">
                  <a:moveTo>
                    <a:pt x="100" y="45"/>
                  </a:moveTo>
                  <a:cubicBezTo>
                    <a:pt x="100" y="35"/>
                    <a:pt x="108" y="28"/>
                    <a:pt x="118" y="28"/>
                  </a:cubicBezTo>
                  <a:cubicBezTo>
                    <a:pt x="120" y="28"/>
                    <a:pt x="122" y="28"/>
                    <a:pt x="125" y="29"/>
                  </a:cubicBezTo>
                  <a:cubicBezTo>
                    <a:pt x="125" y="29"/>
                    <a:pt x="125" y="29"/>
                    <a:pt x="125" y="29"/>
                  </a:cubicBezTo>
                  <a:cubicBezTo>
                    <a:pt x="111" y="22"/>
                    <a:pt x="50" y="7"/>
                    <a:pt x="22" y="3"/>
                  </a:cubicBezTo>
                  <a:cubicBezTo>
                    <a:pt x="5" y="0"/>
                    <a:pt x="0" y="23"/>
                    <a:pt x="15" y="27"/>
                  </a:cubicBezTo>
                  <a:cubicBezTo>
                    <a:pt x="31" y="31"/>
                    <a:pt x="65" y="40"/>
                    <a:pt x="110" y="61"/>
                  </a:cubicBezTo>
                  <a:cubicBezTo>
                    <a:pt x="110" y="61"/>
                    <a:pt x="110" y="61"/>
                    <a:pt x="110" y="61"/>
                  </a:cubicBezTo>
                  <a:cubicBezTo>
                    <a:pt x="104" y="58"/>
                    <a:pt x="100" y="52"/>
                    <a:pt x="100" y="45"/>
                  </a:cubicBezTo>
                  <a:close/>
                </a:path>
              </a:pathLst>
            </a:custGeom>
            <a:solidFill>
              <a:srgbClr val="EA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5" name="Freeform 128">
              <a:extLst>
                <a:ext uri="{FF2B5EF4-FFF2-40B4-BE49-F238E27FC236}">
                  <a16:creationId xmlns:a16="http://schemas.microsoft.com/office/drawing/2014/main" id="{220B2731-50CE-48AF-B9DF-D39EE7EAD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387"/>
              <a:ext cx="160" cy="120"/>
            </a:xfrm>
            <a:custGeom>
              <a:avLst/>
              <a:gdLst>
                <a:gd name="T0" fmla="*/ 125 w 64"/>
                <a:gd name="T1" fmla="*/ 0 h 45"/>
                <a:gd name="T2" fmla="*/ 0 w 64"/>
                <a:gd name="T3" fmla="*/ 192 h 45"/>
                <a:gd name="T4" fmla="*/ 33 w 64"/>
                <a:gd name="T5" fmla="*/ 320 h 45"/>
                <a:gd name="T6" fmla="*/ 863 w 64"/>
                <a:gd name="T7" fmla="*/ 853 h 45"/>
                <a:gd name="T8" fmla="*/ 1000 w 64"/>
                <a:gd name="T9" fmla="*/ 491 h 45"/>
                <a:gd name="T10" fmla="*/ 125 w 64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5">
                  <a:moveTo>
                    <a:pt x="8" y="0"/>
                  </a:moveTo>
                  <a:cubicBezTo>
                    <a:pt x="3" y="1"/>
                    <a:pt x="0" y="5"/>
                    <a:pt x="0" y="10"/>
                  </a:cubicBezTo>
                  <a:cubicBezTo>
                    <a:pt x="0" y="13"/>
                    <a:pt x="1" y="15"/>
                    <a:pt x="2" y="17"/>
                  </a:cubicBezTo>
                  <a:cubicBezTo>
                    <a:pt x="20" y="25"/>
                    <a:pt x="38" y="34"/>
                    <a:pt x="55" y="45"/>
                  </a:cubicBezTo>
                  <a:cubicBezTo>
                    <a:pt x="54" y="38"/>
                    <a:pt x="58" y="29"/>
                    <a:pt x="64" y="26"/>
                  </a:cubicBezTo>
                  <a:cubicBezTo>
                    <a:pt x="46" y="15"/>
                    <a:pt x="27" y="7"/>
                    <a:pt x="8" y="0"/>
                  </a:cubicBezTo>
                  <a:close/>
                </a:path>
              </a:pathLst>
            </a:custGeom>
            <a:solidFill>
              <a:srgbClr val="FFE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6" name="Freeform 129">
              <a:extLst>
                <a:ext uri="{FF2B5EF4-FFF2-40B4-BE49-F238E27FC236}">
                  <a16:creationId xmlns:a16="http://schemas.microsoft.com/office/drawing/2014/main" id="{0213FA76-06C4-4CCF-B685-5EFF922E36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00" y="2384"/>
              <a:ext cx="50" cy="61"/>
            </a:xfrm>
            <a:custGeom>
              <a:avLst/>
              <a:gdLst>
                <a:gd name="T0" fmla="*/ 158 w 20"/>
                <a:gd name="T1" fmla="*/ 0 h 23"/>
                <a:gd name="T2" fmla="*/ 95 w 20"/>
                <a:gd name="T3" fmla="*/ 21 h 23"/>
                <a:gd name="T4" fmla="*/ 313 w 20"/>
                <a:gd name="T5" fmla="*/ 111 h 23"/>
                <a:gd name="T6" fmla="*/ 158 w 20"/>
                <a:gd name="T7" fmla="*/ 0 h 23"/>
                <a:gd name="T8" fmla="*/ 0 w 20"/>
                <a:gd name="T9" fmla="*/ 337 h 23"/>
                <a:gd name="T10" fmla="*/ 20 w 20"/>
                <a:gd name="T11" fmla="*/ 337 h 23"/>
                <a:gd name="T12" fmla="*/ 0 w 20"/>
                <a:gd name="T13" fmla="*/ 316 h 23"/>
                <a:gd name="T14" fmla="*/ 0 w 20"/>
                <a:gd name="T15" fmla="*/ 337 h 23"/>
                <a:gd name="T16" fmla="*/ 158 w 20"/>
                <a:gd name="T17" fmla="*/ 430 h 23"/>
                <a:gd name="T18" fmla="*/ 158 w 20"/>
                <a:gd name="T19" fmla="*/ 408 h 23"/>
                <a:gd name="T20" fmla="*/ 20 w 20"/>
                <a:gd name="T21" fmla="*/ 337 h 23"/>
                <a:gd name="T22" fmla="*/ 158 w 20"/>
                <a:gd name="T23" fmla="*/ 43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23">
                  <a:moveTo>
                    <a:pt x="10" y="0"/>
                  </a:moveTo>
                  <a:cubicBezTo>
                    <a:pt x="8" y="0"/>
                    <a:pt x="7" y="0"/>
                    <a:pt x="6" y="1"/>
                  </a:cubicBezTo>
                  <a:cubicBezTo>
                    <a:pt x="10" y="3"/>
                    <a:pt x="15" y="4"/>
                    <a:pt x="20" y="6"/>
                  </a:cubicBezTo>
                  <a:cubicBezTo>
                    <a:pt x="18" y="3"/>
                    <a:pt x="14" y="0"/>
                    <a:pt x="10" y="0"/>
                  </a:cubicBezTo>
                  <a:close/>
                  <a:moveTo>
                    <a:pt x="0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7"/>
                    <a:pt x="0" y="17"/>
                  </a:cubicBezTo>
                  <a:cubicBezTo>
                    <a:pt x="0" y="17"/>
                    <a:pt x="0" y="17"/>
                    <a:pt x="0" y="18"/>
                  </a:cubicBezTo>
                  <a:close/>
                  <a:moveTo>
                    <a:pt x="10" y="23"/>
                  </a:moveTo>
                  <a:cubicBezTo>
                    <a:pt x="10" y="23"/>
                    <a:pt x="10" y="22"/>
                    <a:pt x="10" y="22"/>
                  </a:cubicBezTo>
                  <a:cubicBezTo>
                    <a:pt x="7" y="21"/>
                    <a:pt x="4" y="19"/>
                    <a:pt x="1" y="18"/>
                  </a:cubicBezTo>
                  <a:cubicBezTo>
                    <a:pt x="3" y="21"/>
                    <a:pt x="6" y="23"/>
                    <a:pt x="10" y="23"/>
                  </a:cubicBezTo>
                  <a:close/>
                </a:path>
              </a:pathLst>
            </a:custGeom>
            <a:solidFill>
              <a:srgbClr val="EA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7" name="Freeform 130">
              <a:extLst>
                <a:ext uri="{FF2B5EF4-FFF2-40B4-BE49-F238E27FC236}">
                  <a16:creationId xmlns:a16="http://schemas.microsoft.com/office/drawing/2014/main" id="{411BF058-F42E-41DE-8A34-3D579A669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368"/>
              <a:ext cx="87" cy="93"/>
            </a:xfrm>
            <a:custGeom>
              <a:avLst/>
              <a:gdLst>
                <a:gd name="T0" fmla="*/ 124 w 35"/>
                <a:gd name="T1" fmla="*/ 452 h 35"/>
                <a:gd name="T2" fmla="*/ 92 w 35"/>
                <a:gd name="T3" fmla="*/ 319 h 35"/>
                <a:gd name="T4" fmla="*/ 216 w 35"/>
                <a:gd name="T5" fmla="*/ 133 h 35"/>
                <a:gd name="T6" fmla="*/ 537 w 35"/>
                <a:gd name="T7" fmla="*/ 282 h 35"/>
                <a:gd name="T8" fmla="*/ 278 w 35"/>
                <a:gd name="T9" fmla="*/ 0 h 35"/>
                <a:gd name="T10" fmla="*/ 0 w 35"/>
                <a:gd name="T11" fmla="*/ 319 h 35"/>
                <a:gd name="T12" fmla="*/ 278 w 35"/>
                <a:gd name="T13" fmla="*/ 656 h 35"/>
                <a:gd name="T14" fmla="*/ 415 w 35"/>
                <a:gd name="T15" fmla="*/ 601 h 35"/>
                <a:gd name="T16" fmla="*/ 124 w 35"/>
                <a:gd name="T17" fmla="*/ 452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5">
                  <a:moveTo>
                    <a:pt x="8" y="24"/>
                  </a:moveTo>
                  <a:cubicBezTo>
                    <a:pt x="7" y="22"/>
                    <a:pt x="6" y="20"/>
                    <a:pt x="6" y="17"/>
                  </a:cubicBezTo>
                  <a:cubicBezTo>
                    <a:pt x="6" y="12"/>
                    <a:pt x="9" y="8"/>
                    <a:pt x="14" y="7"/>
                  </a:cubicBezTo>
                  <a:cubicBezTo>
                    <a:pt x="21" y="9"/>
                    <a:pt x="28" y="12"/>
                    <a:pt x="35" y="15"/>
                  </a:cubicBezTo>
                  <a:cubicBezTo>
                    <a:pt x="34" y="7"/>
                    <a:pt x="27" y="0"/>
                    <a:pt x="18" y="0"/>
                  </a:cubicBezTo>
                  <a:cubicBezTo>
                    <a:pt x="8" y="0"/>
                    <a:pt x="0" y="7"/>
                    <a:pt x="0" y="17"/>
                  </a:cubicBezTo>
                  <a:cubicBezTo>
                    <a:pt x="0" y="27"/>
                    <a:pt x="8" y="35"/>
                    <a:pt x="18" y="35"/>
                  </a:cubicBezTo>
                  <a:cubicBezTo>
                    <a:pt x="21" y="35"/>
                    <a:pt x="24" y="34"/>
                    <a:pt x="27" y="32"/>
                  </a:cubicBezTo>
                  <a:cubicBezTo>
                    <a:pt x="21" y="29"/>
                    <a:pt x="15" y="27"/>
                    <a:pt x="8" y="24"/>
                  </a:cubicBezTo>
                  <a:close/>
                </a:path>
              </a:pathLst>
            </a:custGeom>
            <a:solidFill>
              <a:srgbClr val="AA8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8" name="Freeform 131">
              <a:extLst>
                <a:ext uri="{FF2B5EF4-FFF2-40B4-BE49-F238E27FC236}">
                  <a16:creationId xmlns:a16="http://schemas.microsoft.com/office/drawing/2014/main" id="{D27F2AA6-83EF-4495-8D51-EEBA7E48B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269"/>
              <a:ext cx="312" cy="75"/>
            </a:xfrm>
            <a:custGeom>
              <a:avLst/>
              <a:gdLst>
                <a:gd name="T0" fmla="*/ 1775 w 125"/>
                <a:gd name="T1" fmla="*/ 329 h 28"/>
                <a:gd name="T2" fmla="*/ 1944 w 125"/>
                <a:gd name="T3" fmla="*/ 94 h 28"/>
                <a:gd name="T4" fmla="*/ 137 w 125"/>
                <a:gd name="T5" fmla="*/ 21 h 28"/>
                <a:gd name="T6" fmla="*/ 125 w 125"/>
                <a:gd name="T7" fmla="*/ 308 h 28"/>
                <a:gd name="T8" fmla="*/ 1932 w 125"/>
                <a:gd name="T9" fmla="*/ 538 h 28"/>
                <a:gd name="T10" fmla="*/ 1932 w 125"/>
                <a:gd name="T11" fmla="*/ 538 h 28"/>
                <a:gd name="T12" fmla="*/ 1775 w 125"/>
                <a:gd name="T13" fmla="*/ 329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28">
                  <a:moveTo>
                    <a:pt x="114" y="17"/>
                  </a:moveTo>
                  <a:cubicBezTo>
                    <a:pt x="114" y="10"/>
                    <a:pt x="119" y="5"/>
                    <a:pt x="125" y="5"/>
                  </a:cubicBezTo>
                  <a:cubicBezTo>
                    <a:pt x="108" y="3"/>
                    <a:pt x="24" y="0"/>
                    <a:pt x="9" y="1"/>
                  </a:cubicBezTo>
                  <a:cubicBezTo>
                    <a:pt x="0" y="2"/>
                    <a:pt x="0" y="15"/>
                    <a:pt x="8" y="16"/>
                  </a:cubicBezTo>
                  <a:cubicBezTo>
                    <a:pt x="15" y="17"/>
                    <a:pt x="93" y="21"/>
                    <a:pt x="124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18" y="27"/>
                    <a:pt x="114" y="22"/>
                    <a:pt x="114" y="17"/>
                  </a:cubicBezTo>
                  <a:close/>
                </a:path>
              </a:pathLst>
            </a:custGeom>
            <a:solidFill>
              <a:srgbClr val="EA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9" name="Freeform 132">
              <a:extLst>
                <a:ext uri="{FF2B5EF4-FFF2-40B4-BE49-F238E27FC236}">
                  <a16:creationId xmlns:a16="http://schemas.microsoft.com/office/drawing/2014/main" id="{CD56D97E-5FAB-409C-BA08-63067BA15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299"/>
              <a:ext cx="90" cy="45"/>
            </a:xfrm>
            <a:custGeom>
              <a:avLst/>
              <a:gdLst>
                <a:gd name="T0" fmla="*/ 563 w 36"/>
                <a:gd name="T1" fmla="*/ 90 h 17"/>
                <a:gd name="T2" fmla="*/ 33 w 36"/>
                <a:gd name="T3" fmla="*/ 0 h 17"/>
                <a:gd name="T4" fmla="*/ 0 w 36"/>
                <a:gd name="T5" fmla="*/ 111 h 17"/>
                <a:gd name="T6" fmla="*/ 33 w 36"/>
                <a:gd name="T7" fmla="*/ 204 h 17"/>
                <a:gd name="T8" fmla="*/ 533 w 36"/>
                <a:gd name="T9" fmla="*/ 315 h 17"/>
                <a:gd name="T10" fmla="*/ 563 w 36"/>
                <a:gd name="T11" fmla="*/ 9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7">
                  <a:moveTo>
                    <a:pt x="36" y="5"/>
                  </a:moveTo>
                  <a:cubicBezTo>
                    <a:pt x="25" y="3"/>
                    <a:pt x="13" y="2"/>
                    <a:pt x="2" y="0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8"/>
                    <a:pt x="1" y="10"/>
                    <a:pt x="2" y="11"/>
                  </a:cubicBezTo>
                  <a:cubicBezTo>
                    <a:pt x="12" y="13"/>
                    <a:pt x="23" y="15"/>
                    <a:pt x="34" y="17"/>
                  </a:cubicBezTo>
                  <a:cubicBezTo>
                    <a:pt x="33" y="13"/>
                    <a:pt x="34" y="9"/>
                    <a:pt x="36" y="5"/>
                  </a:cubicBezTo>
                  <a:close/>
                </a:path>
              </a:pathLst>
            </a:custGeom>
            <a:solidFill>
              <a:srgbClr val="FFE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0" name="Freeform 133">
              <a:extLst>
                <a:ext uri="{FF2B5EF4-FFF2-40B4-BE49-F238E27FC236}">
                  <a16:creationId xmlns:a16="http://schemas.microsoft.com/office/drawing/2014/main" id="{3DC3500F-4D17-4FD4-8CE1-320A22B92E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5" y="2296"/>
              <a:ext cx="27" cy="35"/>
            </a:xfrm>
            <a:custGeom>
              <a:avLst/>
              <a:gdLst>
                <a:gd name="T0" fmla="*/ 71 w 11"/>
                <a:gd name="T1" fmla="*/ 0 h 13"/>
                <a:gd name="T2" fmla="*/ 12 w 11"/>
                <a:gd name="T3" fmla="*/ 22 h 13"/>
                <a:gd name="T4" fmla="*/ 162 w 11"/>
                <a:gd name="T5" fmla="*/ 59 h 13"/>
                <a:gd name="T6" fmla="*/ 71 w 11"/>
                <a:gd name="T7" fmla="*/ 0 h 13"/>
                <a:gd name="T8" fmla="*/ 12 w 11"/>
                <a:gd name="T9" fmla="*/ 232 h 13"/>
                <a:gd name="T10" fmla="*/ 12 w 11"/>
                <a:gd name="T11" fmla="*/ 232 h 13"/>
                <a:gd name="T12" fmla="*/ 0 w 11"/>
                <a:gd name="T13" fmla="*/ 218 h 13"/>
                <a:gd name="T14" fmla="*/ 12 w 11"/>
                <a:gd name="T15" fmla="*/ 232 h 13"/>
                <a:gd name="T16" fmla="*/ 71 w 11"/>
                <a:gd name="T17" fmla="*/ 253 h 13"/>
                <a:gd name="T18" fmla="*/ 120 w 11"/>
                <a:gd name="T19" fmla="*/ 253 h 13"/>
                <a:gd name="T20" fmla="*/ 12 w 11"/>
                <a:gd name="T21" fmla="*/ 232 h 13"/>
                <a:gd name="T22" fmla="*/ 71 w 11"/>
                <a:gd name="T23" fmla="*/ 253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4" y="0"/>
                    <a:pt x="2" y="1"/>
                    <a:pt x="1" y="1"/>
                  </a:cubicBezTo>
                  <a:cubicBezTo>
                    <a:pt x="4" y="2"/>
                    <a:pt x="8" y="2"/>
                    <a:pt x="11" y="3"/>
                  </a:cubicBezTo>
                  <a:cubicBezTo>
                    <a:pt x="10" y="1"/>
                    <a:pt x="8" y="0"/>
                    <a:pt x="5" y="0"/>
                  </a:cubicBezTo>
                  <a:close/>
                  <a:moveTo>
                    <a:pt x="1" y="12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0" y="11"/>
                    <a:pt x="0" y="11"/>
                  </a:cubicBezTo>
                  <a:cubicBezTo>
                    <a:pt x="0" y="11"/>
                    <a:pt x="1" y="12"/>
                    <a:pt x="1" y="12"/>
                  </a:cubicBezTo>
                  <a:close/>
                  <a:moveTo>
                    <a:pt x="5" y="13"/>
                  </a:moveTo>
                  <a:cubicBezTo>
                    <a:pt x="6" y="13"/>
                    <a:pt x="7" y="13"/>
                    <a:pt x="8" y="13"/>
                  </a:cubicBezTo>
                  <a:cubicBezTo>
                    <a:pt x="6" y="13"/>
                    <a:pt x="3" y="12"/>
                    <a:pt x="1" y="12"/>
                  </a:cubicBezTo>
                  <a:cubicBezTo>
                    <a:pt x="2" y="13"/>
                    <a:pt x="4" y="13"/>
                    <a:pt x="5" y="13"/>
                  </a:cubicBezTo>
                  <a:close/>
                </a:path>
              </a:pathLst>
            </a:custGeom>
            <a:solidFill>
              <a:srgbClr val="EA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1" name="Freeform 134">
              <a:extLst>
                <a:ext uri="{FF2B5EF4-FFF2-40B4-BE49-F238E27FC236}">
                  <a16:creationId xmlns:a16="http://schemas.microsoft.com/office/drawing/2014/main" id="{FEBF9099-365D-404C-A75E-EEEB84352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283"/>
              <a:ext cx="55" cy="61"/>
            </a:xfrm>
            <a:custGeom>
              <a:avLst/>
              <a:gdLst>
                <a:gd name="T0" fmla="*/ 113 w 22"/>
                <a:gd name="T1" fmla="*/ 316 h 23"/>
                <a:gd name="T2" fmla="*/ 83 w 22"/>
                <a:gd name="T3" fmla="*/ 225 h 23"/>
                <a:gd name="T4" fmla="*/ 113 w 22"/>
                <a:gd name="T5" fmla="*/ 111 h 23"/>
                <a:gd name="T6" fmla="*/ 345 w 22"/>
                <a:gd name="T7" fmla="*/ 149 h 23"/>
                <a:gd name="T8" fmla="*/ 175 w 22"/>
                <a:gd name="T9" fmla="*/ 0 h 23"/>
                <a:gd name="T10" fmla="*/ 0 w 22"/>
                <a:gd name="T11" fmla="*/ 225 h 23"/>
                <a:gd name="T12" fmla="*/ 175 w 22"/>
                <a:gd name="T13" fmla="*/ 430 h 23"/>
                <a:gd name="T14" fmla="*/ 313 w 22"/>
                <a:gd name="T15" fmla="*/ 353 h 23"/>
                <a:gd name="T16" fmla="*/ 113 w 22"/>
                <a:gd name="T17" fmla="*/ 316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3">
                  <a:moveTo>
                    <a:pt x="7" y="17"/>
                  </a:moveTo>
                  <a:cubicBezTo>
                    <a:pt x="6" y="16"/>
                    <a:pt x="5" y="14"/>
                    <a:pt x="5" y="12"/>
                  </a:cubicBezTo>
                  <a:cubicBezTo>
                    <a:pt x="5" y="10"/>
                    <a:pt x="6" y="8"/>
                    <a:pt x="7" y="6"/>
                  </a:cubicBezTo>
                  <a:cubicBezTo>
                    <a:pt x="12" y="7"/>
                    <a:pt x="17" y="8"/>
                    <a:pt x="22" y="8"/>
                  </a:cubicBezTo>
                  <a:cubicBezTo>
                    <a:pt x="21" y="4"/>
                    <a:pt x="17" y="0"/>
                    <a:pt x="11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3"/>
                    <a:pt x="11" y="23"/>
                  </a:cubicBezTo>
                  <a:cubicBezTo>
                    <a:pt x="15" y="23"/>
                    <a:pt x="18" y="22"/>
                    <a:pt x="20" y="19"/>
                  </a:cubicBezTo>
                  <a:cubicBezTo>
                    <a:pt x="16" y="18"/>
                    <a:pt x="11" y="18"/>
                    <a:pt x="7" y="17"/>
                  </a:cubicBezTo>
                  <a:close/>
                </a:path>
              </a:pathLst>
            </a:custGeom>
            <a:solidFill>
              <a:srgbClr val="AA8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2" name="Freeform 135">
              <a:extLst>
                <a:ext uri="{FF2B5EF4-FFF2-40B4-BE49-F238E27FC236}">
                  <a16:creationId xmlns:a16="http://schemas.microsoft.com/office/drawing/2014/main" id="{288A1C15-5854-4B55-839A-627ED6116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277"/>
              <a:ext cx="160" cy="35"/>
            </a:xfrm>
            <a:custGeom>
              <a:avLst/>
              <a:gdLst>
                <a:gd name="T0" fmla="*/ 938 w 64"/>
                <a:gd name="T1" fmla="*/ 116 h 13"/>
                <a:gd name="T2" fmla="*/ 1000 w 64"/>
                <a:gd name="T3" fmla="*/ 0 h 13"/>
                <a:gd name="T4" fmla="*/ 63 w 64"/>
                <a:gd name="T5" fmla="*/ 81 h 13"/>
                <a:gd name="T6" fmla="*/ 63 w 64"/>
                <a:gd name="T7" fmla="*/ 218 h 13"/>
                <a:gd name="T8" fmla="*/ 988 w 64"/>
                <a:gd name="T9" fmla="*/ 232 h 13"/>
                <a:gd name="T10" fmla="*/ 938 w 64"/>
                <a:gd name="T11" fmla="*/ 11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3">
                  <a:moveTo>
                    <a:pt x="60" y="6"/>
                  </a:moveTo>
                  <a:cubicBezTo>
                    <a:pt x="60" y="3"/>
                    <a:pt x="62" y="0"/>
                    <a:pt x="64" y="0"/>
                  </a:cubicBezTo>
                  <a:cubicBezTo>
                    <a:pt x="57" y="0"/>
                    <a:pt x="10" y="3"/>
                    <a:pt x="4" y="4"/>
                  </a:cubicBezTo>
                  <a:cubicBezTo>
                    <a:pt x="0" y="4"/>
                    <a:pt x="0" y="11"/>
                    <a:pt x="4" y="11"/>
                  </a:cubicBezTo>
                  <a:cubicBezTo>
                    <a:pt x="7" y="12"/>
                    <a:pt x="55" y="13"/>
                    <a:pt x="63" y="12"/>
                  </a:cubicBezTo>
                  <a:cubicBezTo>
                    <a:pt x="62" y="12"/>
                    <a:pt x="60" y="9"/>
                    <a:pt x="60" y="6"/>
                  </a:cubicBezTo>
                  <a:close/>
                </a:path>
              </a:pathLst>
            </a:custGeom>
            <a:solidFill>
              <a:srgbClr val="EA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3" name="Freeform 136">
              <a:extLst>
                <a:ext uri="{FF2B5EF4-FFF2-40B4-BE49-F238E27FC236}">
                  <a16:creationId xmlns:a16="http://schemas.microsoft.com/office/drawing/2014/main" id="{E1768E78-36B6-4916-B0B5-1AFEE57E1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291"/>
              <a:ext cx="15" cy="13"/>
            </a:xfrm>
            <a:custGeom>
              <a:avLst/>
              <a:gdLst>
                <a:gd name="T0" fmla="*/ 95 w 6"/>
                <a:gd name="T1" fmla="*/ 0 h 5"/>
                <a:gd name="T2" fmla="*/ 63 w 6"/>
                <a:gd name="T3" fmla="*/ 0 h 5"/>
                <a:gd name="T4" fmla="*/ 63 w 6"/>
                <a:gd name="T5" fmla="*/ 88 h 5"/>
                <a:gd name="T6" fmla="*/ 95 w 6"/>
                <a:gd name="T7" fmla="*/ 88 h 5"/>
                <a:gd name="T8" fmla="*/ 95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0" y="0"/>
                    <a:pt x="0" y="5"/>
                    <a:pt x="4" y="5"/>
                  </a:cubicBezTo>
                  <a:cubicBezTo>
                    <a:pt x="5" y="5"/>
                    <a:pt x="5" y="5"/>
                    <a:pt x="6" y="5"/>
                  </a:cubicBezTo>
                  <a:cubicBezTo>
                    <a:pt x="5" y="4"/>
                    <a:pt x="5" y="2"/>
                    <a:pt x="6" y="0"/>
                  </a:cubicBezTo>
                  <a:close/>
                </a:path>
              </a:pathLst>
            </a:cu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4" name="Freeform 137">
              <a:extLst>
                <a:ext uri="{FF2B5EF4-FFF2-40B4-BE49-F238E27FC236}">
                  <a16:creationId xmlns:a16="http://schemas.microsoft.com/office/drawing/2014/main" id="{3891E106-F95A-4E17-B9B6-FABE6A825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285"/>
              <a:ext cx="50" cy="16"/>
            </a:xfrm>
            <a:custGeom>
              <a:avLst/>
              <a:gdLst>
                <a:gd name="T0" fmla="*/ 300 w 20"/>
                <a:gd name="T1" fmla="*/ 0 h 6"/>
                <a:gd name="T2" fmla="*/ 20 w 20"/>
                <a:gd name="T3" fmla="*/ 0 h 6"/>
                <a:gd name="T4" fmla="*/ 0 w 20"/>
                <a:gd name="T5" fmla="*/ 56 h 6"/>
                <a:gd name="T6" fmla="*/ 20 w 20"/>
                <a:gd name="T7" fmla="*/ 115 h 6"/>
                <a:gd name="T8" fmla="*/ 313 w 20"/>
                <a:gd name="T9" fmla="*/ 115 h 6"/>
                <a:gd name="T10" fmla="*/ 300 w 20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">
                  <a:moveTo>
                    <a:pt x="19" y="0"/>
                  </a:moveTo>
                  <a:cubicBezTo>
                    <a:pt x="13" y="0"/>
                    <a:pt x="7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7" y="6"/>
                    <a:pt x="13" y="6"/>
                    <a:pt x="20" y="6"/>
                  </a:cubicBezTo>
                  <a:cubicBezTo>
                    <a:pt x="19" y="4"/>
                    <a:pt x="19" y="2"/>
                    <a:pt x="19" y="0"/>
                  </a:cubicBezTo>
                  <a:close/>
                </a:path>
              </a:pathLst>
            </a:custGeom>
            <a:solidFill>
              <a:srgbClr val="FFE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5" name="Freeform 138">
              <a:extLst>
                <a:ext uri="{FF2B5EF4-FFF2-40B4-BE49-F238E27FC236}">
                  <a16:creationId xmlns:a16="http://schemas.microsoft.com/office/drawing/2014/main" id="{F052FF7F-883F-4A23-8A3D-DF5CF41E3B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25" y="2285"/>
              <a:ext cx="5" cy="19"/>
            </a:xfrm>
            <a:custGeom>
              <a:avLst/>
              <a:gdLst>
                <a:gd name="T0" fmla="*/ 20 w 2"/>
                <a:gd name="T1" fmla="*/ 0 h 7"/>
                <a:gd name="T2" fmla="*/ 0 w 2"/>
                <a:gd name="T3" fmla="*/ 0 h 7"/>
                <a:gd name="T4" fmla="*/ 33 w 2"/>
                <a:gd name="T5" fmla="*/ 0 h 7"/>
                <a:gd name="T6" fmla="*/ 20 w 2"/>
                <a:gd name="T7" fmla="*/ 0 h 7"/>
                <a:gd name="T8" fmla="*/ 0 w 2"/>
                <a:gd name="T9" fmla="*/ 117 h 7"/>
                <a:gd name="T10" fmla="*/ 20 w 2"/>
                <a:gd name="T11" fmla="*/ 141 h 7"/>
                <a:gd name="T12" fmla="*/ 33 w 2"/>
                <a:gd name="T13" fmla="*/ 117 h 7"/>
                <a:gd name="T14" fmla="*/ 0 w 2"/>
                <a:gd name="T15" fmla="*/ 117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  <a:moveTo>
                    <a:pt x="0" y="6"/>
                  </a:moveTo>
                  <a:cubicBezTo>
                    <a:pt x="0" y="6"/>
                    <a:pt x="0" y="7"/>
                    <a:pt x="1" y="7"/>
                  </a:cubicBezTo>
                  <a:cubicBezTo>
                    <a:pt x="1" y="7"/>
                    <a:pt x="2" y="6"/>
                    <a:pt x="2" y="6"/>
                  </a:cubicBezTo>
                  <a:cubicBezTo>
                    <a:pt x="1" y="6"/>
                    <a:pt x="1" y="6"/>
                    <a:pt x="0" y="6"/>
                  </a:cubicBezTo>
                  <a:close/>
                </a:path>
              </a:pathLst>
            </a:custGeom>
            <a:solidFill>
              <a:srgbClr val="EA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6" name="Freeform 139">
              <a:extLst>
                <a:ext uri="{FF2B5EF4-FFF2-40B4-BE49-F238E27FC236}">
                  <a16:creationId xmlns:a16="http://schemas.microsoft.com/office/drawing/2014/main" id="{A60D7BFD-EAF3-4BB1-8FF9-831FC2341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277"/>
              <a:ext cx="18" cy="32"/>
            </a:xfrm>
            <a:custGeom>
              <a:avLst/>
              <a:gdLst>
                <a:gd name="T0" fmla="*/ 54 w 7"/>
                <a:gd name="T1" fmla="*/ 171 h 12"/>
                <a:gd name="T2" fmla="*/ 33 w 7"/>
                <a:gd name="T3" fmla="*/ 115 h 12"/>
                <a:gd name="T4" fmla="*/ 54 w 7"/>
                <a:gd name="T5" fmla="*/ 56 h 12"/>
                <a:gd name="T6" fmla="*/ 118 w 7"/>
                <a:gd name="T7" fmla="*/ 56 h 12"/>
                <a:gd name="T8" fmla="*/ 67 w 7"/>
                <a:gd name="T9" fmla="*/ 0 h 12"/>
                <a:gd name="T10" fmla="*/ 0 w 7"/>
                <a:gd name="T11" fmla="*/ 115 h 12"/>
                <a:gd name="T12" fmla="*/ 67 w 7"/>
                <a:gd name="T13" fmla="*/ 227 h 12"/>
                <a:gd name="T14" fmla="*/ 118 w 7"/>
                <a:gd name="T15" fmla="*/ 171 h 12"/>
                <a:gd name="T16" fmla="*/ 54 w 7"/>
                <a:gd name="T17" fmla="*/ 17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12">
                  <a:moveTo>
                    <a:pt x="3" y="9"/>
                  </a:move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2" y="4"/>
                    <a:pt x="3" y="3"/>
                  </a:cubicBezTo>
                  <a:cubicBezTo>
                    <a:pt x="4" y="3"/>
                    <a:pt x="6" y="3"/>
                    <a:pt x="7" y="3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9"/>
                    <a:pt x="2" y="12"/>
                    <a:pt x="4" y="12"/>
                  </a:cubicBezTo>
                  <a:cubicBezTo>
                    <a:pt x="5" y="12"/>
                    <a:pt x="7" y="11"/>
                    <a:pt x="7" y="9"/>
                  </a:cubicBezTo>
                  <a:cubicBezTo>
                    <a:pt x="6" y="9"/>
                    <a:pt x="4" y="9"/>
                    <a:pt x="3" y="9"/>
                  </a:cubicBezTo>
                  <a:close/>
                </a:path>
              </a:pathLst>
            </a:custGeom>
            <a:solidFill>
              <a:srgbClr val="AA8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7" name="Oval 140">
              <a:extLst>
                <a:ext uri="{FF2B5EF4-FFF2-40B4-BE49-F238E27FC236}">
                  <a16:creationId xmlns:a16="http://schemas.microsoft.com/office/drawing/2014/main" id="{6318D813-0955-4743-9411-0A2666712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093"/>
              <a:ext cx="32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78" name="Oval 141">
              <a:extLst>
                <a:ext uri="{FF2B5EF4-FFF2-40B4-BE49-F238E27FC236}">
                  <a16:creationId xmlns:a16="http://schemas.microsoft.com/office/drawing/2014/main" id="{322B953A-3C38-4D32-94E1-742673427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061"/>
              <a:ext cx="32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79" name="Oval 142">
              <a:extLst>
                <a:ext uri="{FF2B5EF4-FFF2-40B4-BE49-F238E27FC236}">
                  <a16:creationId xmlns:a16="http://schemas.microsoft.com/office/drawing/2014/main" id="{DB5C3549-C717-4CDB-ACDA-7524BF98A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003"/>
              <a:ext cx="32" cy="58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80" name="Oval 143">
              <a:extLst>
                <a:ext uri="{FF2B5EF4-FFF2-40B4-BE49-F238E27FC236}">
                  <a16:creationId xmlns:a16="http://schemas.microsoft.com/office/drawing/2014/main" id="{FE2423E0-724A-435D-B11C-1A75F8F1E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0" y="1976"/>
              <a:ext cx="32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81" name="Freeform 144">
              <a:extLst>
                <a:ext uri="{FF2B5EF4-FFF2-40B4-BE49-F238E27FC236}">
                  <a16:creationId xmlns:a16="http://schemas.microsoft.com/office/drawing/2014/main" id="{B3A0881A-B28B-4CE2-B9B6-8F4C3905F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987"/>
              <a:ext cx="32" cy="56"/>
            </a:xfrm>
            <a:custGeom>
              <a:avLst/>
              <a:gdLst>
                <a:gd name="T0" fmla="*/ 91 w 13"/>
                <a:gd name="T1" fmla="*/ 397 h 21"/>
                <a:gd name="T2" fmla="*/ 0 w 13"/>
                <a:gd name="T3" fmla="*/ 192 h 21"/>
                <a:gd name="T4" fmla="*/ 91 w 13"/>
                <a:gd name="T5" fmla="*/ 0 h 21"/>
                <a:gd name="T6" fmla="*/ 194 w 13"/>
                <a:gd name="T7" fmla="*/ 192 h 21"/>
                <a:gd name="T8" fmla="*/ 91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2" name="Freeform 145">
              <a:extLst>
                <a:ext uri="{FF2B5EF4-FFF2-40B4-BE49-F238E27FC236}">
                  <a16:creationId xmlns:a16="http://schemas.microsoft.com/office/drawing/2014/main" id="{D11DE8B9-0C36-4CFC-932D-F5A623ACB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056"/>
              <a:ext cx="32" cy="56"/>
            </a:xfrm>
            <a:custGeom>
              <a:avLst/>
              <a:gdLst>
                <a:gd name="T0" fmla="*/ 103 w 13"/>
                <a:gd name="T1" fmla="*/ 397 h 21"/>
                <a:gd name="T2" fmla="*/ 0 w 13"/>
                <a:gd name="T3" fmla="*/ 192 h 21"/>
                <a:gd name="T4" fmla="*/ 103 w 13"/>
                <a:gd name="T5" fmla="*/ 0 h 21"/>
                <a:gd name="T6" fmla="*/ 194 w 13"/>
                <a:gd name="T7" fmla="*/ 192 h 21"/>
                <a:gd name="T8" fmla="*/ 103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7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7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3" name="Oval 146">
              <a:extLst>
                <a:ext uri="{FF2B5EF4-FFF2-40B4-BE49-F238E27FC236}">
                  <a16:creationId xmlns:a16="http://schemas.microsoft.com/office/drawing/2014/main" id="{72A1650B-80C9-4BBC-B6AA-FA7B4E02A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109"/>
              <a:ext cx="33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84" name="Oval 147">
              <a:extLst>
                <a:ext uri="{FF2B5EF4-FFF2-40B4-BE49-F238E27FC236}">
                  <a16:creationId xmlns:a16="http://schemas.microsoft.com/office/drawing/2014/main" id="{F3C4C6F3-365A-4B70-99EA-60A7DF75C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221"/>
              <a:ext cx="32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85" name="Oval 148">
              <a:extLst>
                <a:ext uri="{FF2B5EF4-FFF2-40B4-BE49-F238E27FC236}">
                  <a16:creationId xmlns:a16="http://schemas.microsoft.com/office/drawing/2014/main" id="{22779DD4-39BA-4489-9D90-B384282EB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336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86" name="Oval 149">
              <a:extLst>
                <a:ext uri="{FF2B5EF4-FFF2-40B4-BE49-F238E27FC236}">
                  <a16:creationId xmlns:a16="http://schemas.microsoft.com/office/drawing/2014/main" id="{A24E0E1A-B147-4B86-97A4-15764B3B5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2392"/>
              <a:ext cx="33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87" name="Oval 150">
              <a:extLst>
                <a:ext uri="{FF2B5EF4-FFF2-40B4-BE49-F238E27FC236}">
                  <a16:creationId xmlns:a16="http://schemas.microsoft.com/office/drawing/2014/main" id="{F0FDD0CC-D16B-4A13-AD92-344160D51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419"/>
              <a:ext cx="32" cy="58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88" name="Oval 151">
              <a:extLst>
                <a:ext uri="{FF2B5EF4-FFF2-40B4-BE49-F238E27FC236}">
                  <a16:creationId xmlns:a16="http://schemas.microsoft.com/office/drawing/2014/main" id="{0D64A3FF-B786-46A8-A92C-2FE585E5A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" y="2275"/>
              <a:ext cx="32" cy="58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89" name="Oval 152">
              <a:extLst>
                <a:ext uri="{FF2B5EF4-FFF2-40B4-BE49-F238E27FC236}">
                  <a16:creationId xmlns:a16="http://schemas.microsoft.com/office/drawing/2014/main" id="{3E6F980B-29C9-4EB3-B7A4-C1DFFFF12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2352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90" name="Oval 153">
              <a:extLst>
                <a:ext uri="{FF2B5EF4-FFF2-40B4-BE49-F238E27FC236}">
                  <a16:creationId xmlns:a16="http://schemas.microsoft.com/office/drawing/2014/main" id="{D3A43357-EE15-45EA-8239-067DCA5DB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320"/>
              <a:ext cx="33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91" name="Freeform 154">
              <a:extLst>
                <a:ext uri="{FF2B5EF4-FFF2-40B4-BE49-F238E27FC236}">
                  <a16:creationId xmlns:a16="http://schemas.microsoft.com/office/drawing/2014/main" id="{013C0CFC-F7C0-4E56-BE2D-26C0BD731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157"/>
              <a:ext cx="33" cy="56"/>
            </a:xfrm>
            <a:custGeom>
              <a:avLst/>
              <a:gdLst>
                <a:gd name="T0" fmla="*/ 96 w 13"/>
                <a:gd name="T1" fmla="*/ 397 h 21"/>
                <a:gd name="T2" fmla="*/ 0 w 13"/>
                <a:gd name="T3" fmla="*/ 192 h 21"/>
                <a:gd name="T4" fmla="*/ 96 w 13"/>
                <a:gd name="T5" fmla="*/ 0 h 21"/>
                <a:gd name="T6" fmla="*/ 213 w 13"/>
                <a:gd name="T7" fmla="*/ 192 h 21"/>
                <a:gd name="T8" fmla="*/ 96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2" name="Freeform 155">
              <a:extLst>
                <a:ext uri="{FF2B5EF4-FFF2-40B4-BE49-F238E27FC236}">
                  <a16:creationId xmlns:a16="http://schemas.microsoft.com/office/drawing/2014/main" id="{D405A1E3-61BB-4CE1-A7E1-3733E45D0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853"/>
              <a:ext cx="32" cy="56"/>
            </a:xfrm>
            <a:custGeom>
              <a:avLst/>
              <a:gdLst>
                <a:gd name="T0" fmla="*/ 103 w 13"/>
                <a:gd name="T1" fmla="*/ 397 h 21"/>
                <a:gd name="T2" fmla="*/ 0 w 13"/>
                <a:gd name="T3" fmla="*/ 192 h 21"/>
                <a:gd name="T4" fmla="*/ 103 w 13"/>
                <a:gd name="T5" fmla="*/ 0 h 21"/>
                <a:gd name="T6" fmla="*/ 194 w 13"/>
                <a:gd name="T7" fmla="*/ 192 h 21"/>
                <a:gd name="T8" fmla="*/ 103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7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7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3" name="Oval 156">
              <a:extLst>
                <a:ext uri="{FF2B5EF4-FFF2-40B4-BE49-F238E27FC236}">
                  <a16:creationId xmlns:a16="http://schemas.microsoft.com/office/drawing/2014/main" id="{CB8B0C00-638E-4EA4-AB90-9547ECFA4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1821"/>
              <a:ext cx="33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94" name="Oval 157">
              <a:extLst>
                <a:ext uri="{FF2B5EF4-FFF2-40B4-BE49-F238E27FC236}">
                  <a16:creationId xmlns:a16="http://schemas.microsoft.com/office/drawing/2014/main" id="{DC93853A-B266-4214-AA0A-A7B7E3700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" y="1779"/>
              <a:ext cx="33" cy="58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95" name="Freeform 158">
              <a:extLst>
                <a:ext uri="{FF2B5EF4-FFF2-40B4-BE49-F238E27FC236}">
                  <a16:creationId xmlns:a16="http://schemas.microsoft.com/office/drawing/2014/main" id="{BFA1A0D7-CB8D-4E95-838C-7B7370359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901"/>
              <a:ext cx="33" cy="56"/>
            </a:xfrm>
            <a:custGeom>
              <a:avLst/>
              <a:gdLst>
                <a:gd name="T0" fmla="*/ 96 w 13"/>
                <a:gd name="T1" fmla="*/ 397 h 21"/>
                <a:gd name="T2" fmla="*/ 0 w 13"/>
                <a:gd name="T3" fmla="*/ 192 h 21"/>
                <a:gd name="T4" fmla="*/ 96 w 13"/>
                <a:gd name="T5" fmla="*/ 0 h 21"/>
                <a:gd name="T6" fmla="*/ 213 w 13"/>
                <a:gd name="T7" fmla="*/ 192 h 21"/>
                <a:gd name="T8" fmla="*/ 96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6" name="Freeform 159">
              <a:extLst>
                <a:ext uri="{FF2B5EF4-FFF2-40B4-BE49-F238E27FC236}">
                  <a16:creationId xmlns:a16="http://schemas.microsoft.com/office/drawing/2014/main" id="{FCCDCF63-4B7C-419F-86F0-D41B5183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960"/>
              <a:ext cx="32" cy="56"/>
            </a:xfrm>
            <a:custGeom>
              <a:avLst/>
              <a:gdLst>
                <a:gd name="T0" fmla="*/ 103 w 13"/>
                <a:gd name="T1" fmla="*/ 397 h 21"/>
                <a:gd name="T2" fmla="*/ 0 w 13"/>
                <a:gd name="T3" fmla="*/ 192 h 21"/>
                <a:gd name="T4" fmla="*/ 103 w 13"/>
                <a:gd name="T5" fmla="*/ 0 h 21"/>
                <a:gd name="T6" fmla="*/ 194 w 13"/>
                <a:gd name="T7" fmla="*/ 192 h 21"/>
                <a:gd name="T8" fmla="*/ 103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7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7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7" name="Oval 160">
              <a:extLst>
                <a:ext uri="{FF2B5EF4-FFF2-40B4-BE49-F238E27FC236}">
                  <a16:creationId xmlns:a16="http://schemas.microsoft.com/office/drawing/2014/main" id="{8516C149-0EE6-4D04-BB3E-F871E5DF0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1901"/>
              <a:ext cx="33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98" name="Oval 161">
              <a:extLst>
                <a:ext uri="{FF2B5EF4-FFF2-40B4-BE49-F238E27FC236}">
                  <a16:creationId xmlns:a16="http://schemas.microsoft.com/office/drawing/2014/main" id="{BEB957DB-8CB8-45D8-9D72-5ABC129B7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1963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899" name="Freeform 162">
              <a:extLst>
                <a:ext uri="{FF2B5EF4-FFF2-40B4-BE49-F238E27FC236}">
                  <a16:creationId xmlns:a16="http://schemas.microsoft.com/office/drawing/2014/main" id="{9CE19CEE-78B9-45AD-9B69-47189368F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189"/>
              <a:ext cx="32" cy="56"/>
            </a:xfrm>
            <a:custGeom>
              <a:avLst/>
              <a:gdLst>
                <a:gd name="T0" fmla="*/ 91 w 13"/>
                <a:gd name="T1" fmla="*/ 397 h 21"/>
                <a:gd name="T2" fmla="*/ 0 w 13"/>
                <a:gd name="T3" fmla="*/ 192 h 21"/>
                <a:gd name="T4" fmla="*/ 91 w 13"/>
                <a:gd name="T5" fmla="*/ 0 h 21"/>
                <a:gd name="T6" fmla="*/ 194 w 13"/>
                <a:gd name="T7" fmla="*/ 192 h 21"/>
                <a:gd name="T8" fmla="*/ 91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0" name="Oval 163">
              <a:extLst>
                <a:ext uri="{FF2B5EF4-FFF2-40B4-BE49-F238E27FC236}">
                  <a16:creationId xmlns:a16="http://schemas.microsoft.com/office/drawing/2014/main" id="{D7AEB04A-2763-4FDA-95A7-B29292BD2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2195"/>
              <a:ext cx="32" cy="58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01" name="Oval 164">
              <a:extLst>
                <a:ext uri="{FF2B5EF4-FFF2-40B4-BE49-F238E27FC236}">
                  <a16:creationId xmlns:a16="http://schemas.microsoft.com/office/drawing/2014/main" id="{0DDEC5DD-19A6-4D2D-A532-FDA19593B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093"/>
              <a:ext cx="32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02" name="Freeform 165">
              <a:extLst>
                <a:ext uri="{FF2B5EF4-FFF2-40B4-BE49-F238E27FC236}">
                  <a16:creationId xmlns:a16="http://schemas.microsoft.com/office/drawing/2014/main" id="{B28A19CD-83BE-4020-AE2F-597820A32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024"/>
              <a:ext cx="32" cy="56"/>
            </a:xfrm>
            <a:custGeom>
              <a:avLst/>
              <a:gdLst>
                <a:gd name="T0" fmla="*/ 91 w 13"/>
                <a:gd name="T1" fmla="*/ 397 h 21"/>
                <a:gd name="T2" fmla="*/ 0 w 13"/>
                <a:gd name="T3" fmla="*/ 192 h 21"/>
                <a:gd name="T4" fmla="*/ 91 w 13"/>
                <a:gd name="T5" fmla="*/ 0 h 21"/>
                <a:gd name="T6" fmla="*/ 194 w 13"/>
                <a:gd name="T7" fmla="*/ 192 h 21"/>
                <a:gd name="T8" fmla="*/ 91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3" name="Oval 166">
              <a:extLst>
                <a:ext uri="{FF2B5EF4-FFF2-40B4-BE49-F238E27FC236}">
                  <a16:creationId xmlns:a16="http://schemas.microsoft.com/office/drawing/2014/main" id="{93331D5D-3AF0-4A73-85C1-4F0559FE1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016"/>
              <a:ext cx="33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04" name="Oval 167">
              <a:extLst>
                <a:ext uri="{FF2B5EF4-FFF2-40B4-BE49-F238E27FC236}">
                  <a16:creationId xmlns:a16="http://schemas.microsoft.com/office/drawing/2014/main" id="{606E25F2-A075-40F6-922D-730800F4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067"/>
              <a:ext cx="32" cy="58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05" name="Oval 168">
              <a:extLst>
                <a:ext uri="{FF2B5EF4-FFF2-40B4-BE49-F238E27FC236}">
                  <a16:creationId xmlns:a16="http://schemas.microsoft.com/office/drawing/2014/main" id="{28F504AF-839D-48CD-A9AF-A39EA5210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1947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06" name="Oval 169">
              <a:extLst>
                <a:ext uri="{FF2B5EF4-FFF2-40B4-BE49-F238E27FC236}">
                  <a16:creationId xmlns:a16="http://schemas.microsoft.com/office/drawing/2014/main" id="{9D09E3F1-E104-4058-8C0C-ADE470E52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1949"/>
              <a:ext cx="32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07" name="Freeform 170">
              <a:extLst>
                <a:ext uri="{FF2B5EF4-FFF2-40B4-BE49-F238E27FC236}">
                  <a16:creationId xmlns:a16="http://schemas.microsoft.com/office/drawing/2014/main" id="{D5231B7A-C98A-41B2-AB20-8A538E843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7"/>
              <a:ext cx="32" cy="56"/>
            </a:xfrm>
            <a:custGeom>
              <a:avLst/>
              <a:gdLst>
                <a:gd name="T0" fmla="*/ 103 w 13"/>
                <a:gd name="T1" fmla="*/ 397 h 21"/>
                <a:gd name="T2" fmla="*/ 0 w 13"/>
                <a:gd name="T3" fmla="*/ 192 h 21"/>
                <a:gd name="T4" fmla="*/ 103 w 13"/>
                <a:gd name="T5" fmla="*/ 0 h 21"/>
                <a:gd name="T6" fmla="*/ 194 w 13"/>
                <a:gd name="T7" fmla="*/ 192 h 21"/>
                <a:gd name="T8" fmla="*/ 103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7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7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8" name="Oval 171">
              <a:extLst>
                <a:ext uri="{FF2B5EF4-FFF2-40B4-BE49-F238E27FC236}">
                  <a16:creationId xmlns:a16="http://schemas.microsoft.com/office/drawing/2014/main" id="{B51331B0-CC4E-447E-8347-A615EC282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1605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09" name="Oval 172">
              <a:extLst>
                <a:ext uri="{FF2B5EF4-FFF2-40B4-BE49-F238E27FC236}">
                  <a16:creationId xmlns:a16="http://schemas.microsoft.com/office/drawing/2014/main" id="{31FA7DD0-560E-4E67-8897-B9445557D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1597"/>
              <a:ext cx="33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10" name="Freeform 173">
              <a:extLst>
                <a:ext uri="{FF2B5EF4-FFF2-40B4-BE49-F238E27FC236}">
                  <a16:creationId xmlns:a16="http://schemas.microsoft.com/office/drawing/2014/main" id="{280560C0-F98A-43FD-BCCE-3BF4C154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651"/>
              <a:ext cx="32" cy="56"/>
            </a:xfrm>
            <a:custGeom>
              <a:avLst/>
              <a:gdLst>
                <a:gd name="T0" fmla="*/ 103 w 13"/>
                <a:gd name="T1" fmla="*/ 397 h 21"/>
                <a:gd name="T2" fmla="*/ 0 w 13"/>
                <a:gd name="T3" fmla="*/ 192 h 21"/>
                <a:gd name="T4" fmla="*/ 103 w 13"/>
                <a:gd name="T5" fmla="*/ 0 h 21"/>
                <a:gd name="T6" fmla="*/ 194 w 13"/>
                <a:gd name="T7" fmla="*/ 192 h 21"/>
                <a:gd name="T8" fmla="*/ 103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7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7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1" name="Oval 174">
              <a:extLst>
                <a:ext uri="{FF2B5EF4-FFF2-40B4-BE49-F238E27FC236}">
                  <a16:creationId xmlns:a16="http://schemas.microsoft.com/office/drawing/2014/main" id="{43057393-6AA2-4F41-9E84-EB99DF38A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1731"/>
              <a:ext cx="33" cy="58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12" name="Oval 175">
              <a:extLst>
                <a:ext uri="{FF2B5EF4-FFF2-40B4-BE49-F238E27FC236}">
                  <a16:creationId xmlns:a16="http://schemas.microsoft.com/office/drawing/2014/main" id="{C62F883D-B2F8-4C18-B7A4-8826E49FE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712"/>
              <a:ext cx="33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13" name="Oval 176">
              <a:extLst>
                <a:ext uri="{FF2B5EF4-FFF2-40B4-BE49-F238E27FC236}">
                  <a16:creationId xmlns:a16="http://schemas.microsoft.com/office/drawing/2014/main" id="{EA036BF6-239C-4CDC-AA2E-99A82D524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1637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14" name="Oval 177">
              <a:extLst>
                <a:ext uri="{FF2B5EF4-FFF2-40B4-BE49-F238E27FC236}">
                  <a16:creationId xmlns:a16="http://schemas.microsoft.com/office/drawing/2014/main" id="{716C4A36-1768-407C-ADA7-DD73C8A14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2" y="1549"/>
              <a:ext cx="33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15" name="Oval 178">
              <a:extLst>
                <a:ext uri="{FF2B5EF4-FFF2-40B4-BE49-F238E27FC236}">
                  <a16:creationId xmlns:a16="http://schemas.microsoft.com/office/drawing/2014/main" id="{66C66ECD-DFD9-46B8-8B40-3D98FF7B7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1528"/>
              <a:ext cx="32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16" name="Freeform 179">
              <a:extLst>
                <a:ext uri="{FF2B5EF4-FFF2-40B4-BE49-F238E27FC236}">
                  <a16:creationId xmlns:a16="http://schemas.microsoft.com/office/drawing/2014/main" id="{7D483933-DC85-4BE8-AD42-89EF6E25B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533"/>
              <a:ext cx="32" cy="56"/>
            </a:xfrm>
            <a:custGeom>
              <a:avLst/>
              <a:gdLst>
                <a:gd name="T0" fmla="*/ 103 w 13"/>
                <a:gd name="T1" fmla="*/ 397 h 21"/>
                <a:gd name="T2" fmla="*/ 0 w 13"/>
                <a:gd name="T3" fmla="*/ 192 h 21"/>
                <a:gd name="T4" fmla="*/ 103 w 13"/>
                <a:gd name="T5" fmla="*/ 0 h 21"/>
                <a:gd name="T6" fmla="*/ 194 w 13"/>
                <a:gd name="T7" fmla="*/ 192 h 21"/>
                <a:gd name="T8" fmla="*/ 103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7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7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7" name="Freeform 180">
              <a:extLst>
                <a:ext uri="{FF2B5EF4-FFF2-40B4-BE49-F238E27FC236}">
                  <a16:creationId xmlns:a16="http://schemas.microsoft.com/office/drawing/2014/main" id="{AA40B2E3-253B-4207-B682-77122F412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632"/>
              <a:ext cx="33" cy="56"/>
            </a:xfrm>
            <a:custGeom>
              <a:avLst/>
              <a:gdLst>
                <a:gd name="T0" fmla="*/ 96 w 13"/>
                <a:gd name="T1" fmla="*/ 397 h 21"/>
                <a:gd name="T2" fmla="*/ 0 w 13"/>
                <a:gd name="T3" fmla="*/ 192 h 21"/>
                <a:gd name="T4" fmla="*/ 96 w 13"/>
                <a:gd name="T5" fmla="*/ 0 h 21"/>
                <a:gd name="T6" fmla="*/ 213 w 13"/>
                <a:gd name="T7" fmla="*/ 192 h 21"/>
                <a:gd name="T8" fmla="*/ 96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8" name="Oval 181">
              <a:extLst>
                <a:ext uri="{FF2B5EF4-FFF2-40B4-BE49-F238E27FC236}">
                  <a16:creationId xmlns:a16="http://schemas.microsoft.com/office/drawing/2014/main" id="{AC6F16ED-69B9-44E1-9A1E-7E6ADD0B3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659"/>
              <a:ext cx="33" cy="58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19" name="Oval 182">
              <a:extLst>
                <a:ext uri="{FF2B5EF4-FFF2-40B4-BE49-F238E27FC236}">
                  <a16:creationId xmlns:a16="http://schemas.microsoft.com/office/drawing/2014/main" id="{4D1673A4-9733-41A2-8421-E23AF8D0F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2869"/>
              <a:ext cx="33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20" name="Oval 183">
              <a:extLst>
                <a:ext uri="{FF2B5EF4-FFF2-40B4-BE49-F238E27FC236}">
                  <a16:creationId xmlns:a16="http://schemas.microsoft.com/office/drawing/2014/main" id="{3BCEFD73-3735-4E05-AB4A-7C5F045C8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2939"/>
              <a:ext cx="33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21" name="Oval 184">
              <a:extLst>
                <a:ext uri="{FF2B5EF4-FFF2-40B4-BE49-F238E27FC236}">
                  <a16:creationId xmlns:a16="http://schemas.microsoft.com/office/drawing/2014/main" id="{C2841ED6-F55C-4105-A4D4-BA6EE089B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2869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22" name="Oval 185">
              <a:extLst>
                <a:ext uri="{FF2B5EF4-FFF2-40B4-BE49-F238E27FC236}">
                  <a16:creationId xmlns:a16="http://schemas.microsoft.com/office/drawing/2014/main" id="{DAA1725D-8512-46B8-939A-AB15FDED7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2997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23" name="Oval 186">
              <a:extLst>
                <a:ext uri="{FF2B5EF4-FFF2-40B4-BE49-F238E27FC236}">
                  <a16:creationId xmlns:a16="http://schemas.microsoft.com/office/drawing/2014/main" id="{55494E39-E3EC-4A7F-B059-249E6FD47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2947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24" name="Oval 187">
              <a:extLst>
                <a:ext uri="{FF2B5EF4-FFF2-40B4-BE49-F238E27FC236}">
                  <a16:creationId xmlns:a16="http://schemas.microsoft.com/office/drawing/2014/main" id="{96FF3A72-78E0-4A1A-8719-F69B88F05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528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25" name="Oval 188">
              <a:extLst>
                <a:ext uri="{FF2B5EF4-FFF2-40B4-BE49-F238E27FC236}">
                  <a16:creationId xmlns:a16="http://schemas.microsoft.com/office/drawing/2014/main" id="{F0A3D8F7-C1E8-46A8-86DA-4E0BC6B01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2520"/>
              <a:ext cx="32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26" name="Oval 189">
              <a:extLst>
                <a:ext uri="{FF2B5EF4-FFF2-40B4-BE49-F238E27FC236}">
                  <a16:creationId xmlns:a16="http://schemas.microsoft.com/office/drawing/2014/main" id="{A0CBFAED-A908-4A0E-A5E4-CB4E8F246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2587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27" name="Oval 190">
              <a:extLst>
                <a:ext uri="{FF2B5EF4-FFF2-40B4-BE49-F238E27FC236}">
                  <a16:creationId xmlns:a16="http://schemas.microsoft.com/office/drawing/2014/main" id="{48034208-E681-4A53-BB8E-6B521B653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552"/>
              <a:ext cx="32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28" name="Oval 191">
              <a:extLst>
                <a:ext uri="{FF2B5EF4-FFF2-40B4-BE49-F238E27FC236}">
                  <a16:creationId xmlns:a16="http://schemas.microsoft.com/office/drawing/2014/main" id="{088D788E-68BF-4B3D-8BEB-CA94A72BF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451"/>
              <a:ext cx="33" cy="58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29" name="Freeform 192">
              <a:extLst>
                <a:ext uri="{FF2B5EF4-FFF2-40B4-BE49-F238E27FC236}">
                  <a16:creationId xmlns:a16="http://schemas.microsoft.com/office/drawing/2014/main" id="{8F91BC2C-CADD-4363-B91E-223A583F5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456"/>
              <a:ext cx="33" cy="56"/>
            </a:xfrm>
            <a:custGeom>
              <a:avLst/>
              <a:gdLst>
                <a:gd name="T0" fmla="*/ 96 w 13"/>
                <a:gd name="T1" fmla="*/ 397 h 21"/>
                <a:gd name="T2" fmla="*/ 0 w 13"/>
                <a:gd name="T3" fmla="*/ 192 h 21"/>
                <a:gd name="T4" fmla="*/ 96 w 13"/>
                <a:gd name="T5" fmla="*/ 0 h 21"/>
                <a:gd name="T6" fmla="*/ 213 w 13"/>
                <a:gd name="T7" fmla="*/ 192 h 21"/>
                <a:gd name="T8" fmla="*/ 96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0" name="Oval 193">
              <a:extLst>
                <a:ext uri="{FF2B5EF4-FFF2-40B4-BE49-F238E27FC236}">
                  <a16:creationId xmlns:a16="http://schemas.microsoft.com/office/drawing/2014/main" id="{AD932CC4-55D1-4104-8C05-66EC7CD49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413"/>
              <a:ext cx="32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31" name="Freeform 194">
              <a:extLst>
                <a:ext uri="{FF2B5EF4-FFF2-40B4-BE49-F238E27FC236}">
                  <a16:creationId xmlns:a16="http://schemas.microsoft.com/office/drawing/2014/main" id="{7957C961-6E13-4D9B-ACA7-1B3AB9878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408"/>
              <a:ext cx="33" cy="56"/>
            </a:xfrm>
            <a:custGeom>
              <a:avLst/>
              <a:gdLst>
                <a:gd name="T0" fmla="*/ 96 w 13"/>
                <a:gd name="T1" fmla="*/ 397 h 21"/>
                <a:gd name="T2" fmla="*/ 0 w 13"/>
                <a:gd name="T3" fmla="*/ 192 h 21"/>
                <a:gd name="T4" fmla="*/ 96 w 13"/>
                <a:gd name="T5" fmla="*/ 0 h 21"/>
                <a:gd name="T6" fmla="*/ 213 w 13"/>
                <a:gd name="T7" fmla="*/ 192 h 21"/>
                <a:gd name="T8" fmla="*/ 96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2" name="Freeform 195">
              <a:extLst>
                <a:ext uri="{FF2B5EF4-FFF2-40B4-BE49-F238E27FC236}">
                  <a16:creationId xmlns:a16="http://schemas.microsoft.com/office/drawing/2014/main" id="{30693B2E-756E-4D2B-A3CE-30AD9B733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509"/>
              <a:ext cx="32" cy="56"/>
            </a:xfrm>
            <a:custGeom>
              <a:avLst/>
              <a:gdLst>
                <a:gd name="T0" fmla="*/ 91 w 13"/>
                <a:gd name="T1" fmla="*/ 397 h 21"/>
                <a:gd name="T2" fmla="*/ 0 w 13"/>
                <a:gd name="T3" fmla="*/ 192 h 21"/>
                <a:gd name="T4" fmla="*/ 91 w 13"/>
                <a:gd name="T5" fmla="*/ 0 h 21"/>
                <a:gd name="T6" fmla="*/ 194 w 13"/>
                <a:gd name="T7" fmla="*/ 192 h 21"/>
                <a:gd name="T8" fmla="*/ 91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3" name="Oval 196">
              <a:extLst>
                <a:ext uri="{FF2B5EF4-FFF2-40B4-BE49-F238E27FC236}">
                  <a16:creationId xmlns:a16="http://schemas.microsoft.com/office/drawing/2014/main" id="{016E2597-3D82-481D-AC05-33126F5FD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552"/>
              <a:ext cx="32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34" name="Oval 197">
              <a:extLst>
                <a:ext uri="{FF2B5EF4-FFF2-40B4-BE49-F238E27FC236}">
                  <a16:creationId xmlns:a16="http://schemas.microsoft.com/office/drawing/2014/main" id="{C99E3CE3-377A-4A8E-850E-D51C661DB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2472"/>
              <a:ext cx="33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35" name="Oval 198">
              <a:extLst>
                <a:ext uri="{FF2B5EF4-FFF2-40B4-BE49-F238E27FC236}">
                  <a16:creationId xmlns:a16="http://schemas.microsoft.com/office/drawing/2014/main" id="{C2FCB8AC-BF40-42E0-B4DD-5763AB4FE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2352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36" name="Freeform 199">
              <a:extLst>
                <a:ext uri="{FF2B5EF4-FFF2-40B4-BE49-F238E27FC236}">
                  <a16:creationId xmlns:a16="http://schemas.microsoft.com/office/drawing/2014/main" id="{55B19BA9-A98B-4C66-AABC-6ACC0D462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440"/>
              <a:ext cx="32" cy="56"/>
            </a:xfrm>
            <a:custGeom>
              <a:avLst/>
              <a:gdLst>
                <a:gd name="T0" fmla="*/ 91 w 13"/>
                <a:gd name="T1" fmla="*/ 397 h 21"/>
                <a:gd name="T2" fmla="*/ 0 w 13"/>
                <a:gd name="T3" fmla="*/ 192 h 21"/>
                <a:gd name="T4" fmla="*/ 91 w 13"/>
                <a:gd name="T5" fmla="*/ 0 h 21"/>
                <a:gd name="T6" fmla="*/ 194 w 13"/>
                <a:gd name="T7" fmla="*/ 192 h 21"/>
                <a:gd name="T8" fmla="*/ 91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7" name="Oval 200">
              <a:extLst>
                <a:ext uri="{FF2B5EF4-FFF2-40B4-BE49-F238E27FC236}">
                  <a16:creationId xmlns:a16="http://schemas.microsoft.com/office/drawing/2014/main" id="{AC8F4451-FD71-40F7-97C4-40BB9A831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515"/>
              <a:ext cx="32" cy="58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38" name="Oval 201">
              <a:extLst>
                <a:ext uri="{FF2B5EF4-FFF2-40B4-BE49-F238E27FC236}">
                  <a16:creationId xmlns:a16="http://schemas.microsoft.com/office/drawing/2014/main" id="{5040095F-96A9-497D-AA64-3740911AC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2464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39" name="Oval 202">
              <a:extLst>
                <a:ext uri="{FF2B5EF4-FFF2-40B4-BE49-F238E27FC236}">
                  <a16:creationId xmlns:a16="http://schemas.microsoft.com/office/drawing/2014/main" id="{A2E585D5-8DCA-49D4-82A2-10514A505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592"/>
              <a:ext cx="33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40" name="Oval 203">
              <a:extLst>
                <a:ext uri="{FF2B5EF4-FFF2-40B4-BE49-F238E27FC236}">
                  <a16:creationId xmlns:a16="http://schemas.microsoft.com/office/drawing/2014/main" id="{A16D6184-2878-40B2-9D1E-B5C518E30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627"/>
              <a:ext cx="32" cy="58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41" name="Freeform 204">
              <a:extLst>
                <a:ext uri="{FF2B5EF4-FFF2-40B4-BE49-F238E27FC236}">
                  <a16:creationId xmlns:a16="http://schemas.microsoft.com/office/drawing/2014/main" id="{D4EAFDDD-7660-4D9A-91D4-84FAF4DF8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339"/>
              <a:ext cx="32" cy="56"/>
            </a:xfrm>
            <a:custGeom>
              <a:avLst/>
              <a:gdLst>
                <a:gd name="T0" fmla="*/ 103 w 13"/>
                <a:gd name="T1" fmla="*/ 397 h 21"/>
                <a:gd name="T2" fmla="*/ 0 w 13"/>
                <a:gd name="T3" fmla="*/ 192 h 21"/>
                <a:gd name="T4" fmla="*/ 103 w 13"/>
                <a:gd name="T5" fmla="*/ 0 h 21"/>
                <a:gd name="T6" fmla="*/ 194 w 13"/>
                <a:gd name="T7" fmla="*/ 192 h 21"/>
                <a:gd name="T8" fmla="*/ 103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7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7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2" name="Oval 205">
              <a:extLst>
                <a:ext uri="{FF2B5EF4-FFF2-40B4-BE49-F238E27FC236}">
                  <a16:creationId xmlns:a16="http://schemas.microsoft.com/office/drawing/2014/main" id="{BFC79AA1-70EC-43EB-827E-DDCAD7704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341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43" name="Oval 206">
              <a:extLst>
                <a:ext uri="{FF2B5EF4-FFF2-40B4-BE49-F238E27FC236}">
                  <a16:creationId xmlns:a16="http://schemas.microsoft.com/office/drawing/2014/main" id="{D8EE9110-C872-405C-9C8D-EAC6F8CFE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2696"/>
              <a:ext cx="32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44" name="Freeform 207">
              <a:extLst>
                <a:ext uri="{FF2B5EF4-FFF2-40B4-BE49-F238E27FC236}">
                  <a16:creationId xmlns:a16="http://schemas.microsoft.com/office/drawing/2014/main" id="{EF89398B-D49D-4DB4-92D9-54A1ABAC3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669"/>
              <a:ext cx="30" cy="54"/>
            </a:xfrm>
            <a:custGeom>
              <a:avLst/>
              <a:gdLst>
                <a:gd name="T0" fmla="*/ 95 w 12"/>
                <a:gd name="T1" fmla="*/ 394 h 20"/>
                <a:gd name="T2" fmla="*/ 188 w 12"/>
                <a:gd name="T3" fmla="*/ 197 h 20"/>
                <a:gd name="T4" fmla="*/ 125 w 12"/>
                <a:gd name="T5" fmla="*/ 0 h 20"/>
                <a:gd name="T6" fmla="*/ 0 w 12"/>
                <a:gd name="T7" fmla="*/ 313 h 20"/>
                <a:gd name="T8" fmla="*/ 95 w 12"/>
                <a:gd name="T9" fmla="*/ 39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6" y="20"/>
                  </a:moveTo>
                  <a:cubicBezTo>
                    <a:pt x="9" y="20"/>
                    <a:pt x="12" y="16"/>
                    <a:pt x="12" y="10"/>
                  </a:cubicBezTo>
                  <a:cubicBezTo>
                    <a:pt x="12" y="5"/>
                    <a:pt x="11" y="1"/>
                    <a:pt x="8" y="0"/>
                  </a:cubicBezTo>
                  <a:cubicBezTo>
                    <a:pt x="6" y="6"/>
                    <a:pt x="3" y="11"/>
                    <a:pt x="0" y="16"/>
                  </a:cubicBezTo>
                  <a:cubicBezTo>
                    <a:pt x="2" y="19"/>
                    <a:pt x="4" y="20"/>
                    <a:pt x="6" y="20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5" name="Freeform 208">
              <a:extLst>
                <a:ext uri="{FF2B5EF4-FFF2-40B4-BE49-F238E27FC236}">
                  <a16:creationId xmlns:a16="http://schemas.microsoft.com/office/drawing/2014/main" id="{DC4895DC-381F-4786-8E35-998B504DB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787"/>
              <a:ext cx="33" cy="56"/>
            </a:xfrm>
            <a:custGeom>
              <a:avLst/>
              <a:gdLst>
                <a:gd name="T0" fmla="*/ 96 w 13"/>
                <a:gd name="T1" fmla="*/ 397 h 21"/>
                <a:gd name="T2" fmla="*/ 0 w 13"/>
                <a:gd name="T3" fmla="*/ 192 h 21"/>
                <a:gd name="T4" fmla="*/ 96 w 13"/>
                <a:gd name="T5" fmla="*/ 0 h 21"/>
                <a:gd name="T6" fmla="*/ 213 w 13"/>
                <a:gd name="T7" fmla="*/ 192 h 21"/>
                <a:gd name="T8" fmla="*/ 96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6" name="Oval 209">
              <a:extLst>
                <a:ext uri="{FF2B5EF4-FFF2-40B4-BE49-F238E27FC236}">
                  <a16:creationId xmlns:a16="http://schemas.microsoft.com/office/drawing/2014/main" id="{0800FE51-DE45-4363-98EE-18DEE6B48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2624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47" name="Oval 210">
              <a:extLst>
                <a:ext uri="{FF2B5EF4-FFF2-40B4-BE49-F238E27FC236}">
                  <a16:creationId xmlns:a16="http://schemas.microsoft.com/office/drawing/2014/main" id="{A5BAC707-3FD8-4C62-AE27-D9870A29F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744"/>
              <a:ext cx="32" cy="59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48" name="Oval 211">
              <a:extLst>
                <a:ext uri="{FF2B5EF4-FFF2-40B4-BE49-F238E27FC236}">
                  <a16:creationId xmlns:a16="http://schemas.microsoft.com/office/drawing/2014/main" id="{1C1FC030-47D5-480B-B826-976720AC5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" y="2795"/>
              <a:ext cx="32" cy="56"/>
            </a:xfrm>
            <a:prstGeom prst="ellipse">
              <a:avLst/>
            </a:prstGeom>
            <a:solidFill>
              <a:srgbClr val="B9A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49" name="Oval 212">
              <a:extLst>
                <a:ext uri="{FF2B5EF4-FFF2-40B4-BE49-F238E27FC236}">
                  <a16:creationId xmlns:a16="http://schemas.microsoft.com/office/drawing/2014/main" id="{FE098611-9B4B-4873-B176-E8788C6F6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2109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50" name="Freeform 213">
              <a:extLst>
                <a:ext uri="{FF2B5EF4-FFF2-40B4-BE49-F238E27FC236}">
                  <a16:creationId xmlns:a16="http://schemas.microsoft.com/office/drawing/2014/main" id="{FECAA8FD-B3FA-454E-B251-A3C908AD7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069"/>
              <a:ext cx="15" cy="27"/>
            </a:xfrm>
            <a:custGeom>
              <a:avLst/>
              <a:gdLst>
                <a:gd name="T0" fmla="*/ 50 w 6"/>
                <a:gd name="T1" fmla="*/ 197 h 10"/>
                <a:gd name="T2" fmla="*/ 0 w 6"/>
                <a:gd name="T3" fmla="*/ 103 h 10"/>
                <a:gd name="T4" fmla="*/ 50 w 6"/>
                <a:gd name="T5" fmla="*/ 0 h 10"/>
                <a:gd name="T6" fmla="*/ 95 w 6"/>
                <a:gd name="T7" fmla="*/ 103 h 10"/>
                <a:gd name="T8" fmla="*/ 50 w 6"/>
                <a:gd name="T9" fmla="*/ 19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3" y="10"/>
                  </a:moveTo>
                  <a:cubicBezTo>
                    <a:pt x="1" y="10"/>
                    <a:pt x="0" y="8"/>
                    <a:pt x="0" y="5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3"/>
                    <a:pt x="6" y="5"/>
                  </a:cubicBezTo>
                  <a:cubicBezTo>
                    <a:pt x="6" y="8"/>
                    <a:pt x="4" y="10"/>
                    <a:pt x="3" y="10"/>
                  </a:cubicBezTo>
                  <a:close/>
                </a:path>
              </a:pathLst>
            </a:cu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1" name="Oval 214">
              <a:extLst>
                <a:ext uri="{FF2B5EF4-FFF2-40B4-BE49-F238E27FC236}">
                  <a16:creationId xmlns:a16="http://schemas.microsoft.com/office/drawing/2014/main" id="{3D7E07EC-A152-45A5-BDA7-C08C8DD26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019"/>
              <a:ext cx="15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52" name="Oval 215">
              <a:extLst>
                <a:ext uri="{FF2B5EF4-FFF2-40B4-BE49-F238E27FC236}">
                  <a16:creationId xmlns:a16="http://schemas.microsoft.com/office/drawing/2014/main" id="{BCB48603-3D92-49A0-ADDA-74070E921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7" y="2000"/>
              <a:ext cx="15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53" name="Oval 216">
              <a:extLst>
                <a:ext uri="{FF2B5EF4-FFF2-40B4-BE49-F238E27FC236}">
                  <a16:creationId xmlns:a16="http://schemas.microsoft.com/office/drawing/2014/main" id="{E1891B47-3A24-47F8-86A7-802F6BA20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2" y="2077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54" name="Oval 217">
              <a:extLst>
                <a:ext uri="{FF2B5EF4-FFF2-40B4-BE49-F238E27FC236}">
                  <a16:creationId xmlns:a16="http://schemas.microsoft.com/office/drawing/2014/main" id="{345727EC-9584-4EF9-ACF5-DE74E4C3F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2208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55" name="Oval 218">
              <a:extLst>
                <a:ext uri="{FF2B5EF4-FFF2-40B4-BE49-F238E27FC236}">
                  <a16:creationId xmlns:a16="http://schemas.microsoft.com/office/drawing/2014/main" id="{4281AD2F-13C6-444F-AD41-0CDB63669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2357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56" name="Oval 219">
              <a:extLst>
                <a:ext uri="{FF2B5EF4-FFF2-40B4-BE49-F238E27FC236}">
                  <a16:creationId xmlns:a16="http://schemas.microsoft.com/office/drawing/2014/main" id="{F3F2891B-7D5B-4092-B173-0F80D03CF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2424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57" name="Oval 220">
              <a:extLst>
                <a:ext uri="{FF2B5EF4-FFF2-40B4-BE49-F238E27FC236}">
                  <a16:creationId xmlns:a16="http://schemas.microsoft.com/office/drawing/2014/main" id="{FCF568F7-5DE1-4B38-AE93-CC95B2994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432"/>
              <a:ext cx="17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58" name="Oval 221">
              <a:extLst>
                <a:ext uri="{FF2B5EF4-FFF2-40B4-BE49-F238E27FC236}">
                  <a16:creationId xmlns:a16="http://schemas.microsoft.com/office/drawing/2014/main" id="{18E733F8-A9DF-4970-A8D0-38C6683F2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2352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59" name="Oval 222">
              <a:extLst>
                <a:ext uri="{FF2B5EF4-FFF2-40B4-BE49-F238E27FC236}">
                  <a16:creationId xmlns:a16="http://schemas.microsoft.com/office/drawing/2014/main" id="{071E5F81-6CF6-4E1D-BCA2-03FFC21B8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365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60" name="Oval 223">
              <a:extLst>
                <a:ext uri="{FF2B5EF4-FFF2-40B4-BE49-F238E27FC236}">
                  <a16:creationId xmlns:a16="http://schemas.microsoft.com/office/drawing/2014/main" id="{81E07281-F42D-4562-B46C-91EB96A4B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456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61" name="Oval 224">
              <a:extLst>
                <a:ext uri="{FF2B5EF4-FFF2-40B4-BE49-F238E27FC236}">
                  <a16:creationId xmlns:a16="http://schemas.microsoft.com/office/drawing/2014/main" id="{E1F70646-F6B5-49A8-8DC2-7AD831B52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488"/>
              <a:ext cx="17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62" name="Oval 225">
              <a:extLst>
                <a:ext uri="{FF2B5EF4-FFF2-40B4-BE49-F238E27FC236}">
                  <a16:creationId xmlns:a16="http://schemas.microsoft.com/office/drawing/2014/main" id="{38ECFFAD-A68C-4A72-B4B1-ACA333F16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525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63" name="Oval 226">
              <a:extLst>
                <a:ext uri="{FF2B5EF4-FFF2-40B4-BE49-F238E27FC236}">
                  <a16:creationId xmlns:a16="http://schemas.microsoft.com/office/drawing/2014/main" id="{FB65AB6E-B816-4363-8E67-18DC3CF7B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7" y="2568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64" name="Oval 227">
              <a:extLst>
                <a:ext uri="{FF2B5EF4-FFF2-40B4-BE49-F238E27FC236}">
                  <a16:creationId xmlns:a16="http://schemas.microsoft.com/office/drawing/2014/main" id="{6900876C-0FEE-4EED-A43F-E31898D49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531"/>
              <a:ext cx="18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65" name="Oval 228">
              <a:extLst>
                <a:ext uri="{FF2B5EF4-FFF2-40B4-BE49-F238E27FC236}">
                  <a16:creationId xmlns:a16="http://schemas.microsoft.com/office/drawing/2014/main" id="{E910C2E5-EB42-4A69-A960-54F030FEE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480"/>
              <a:ext cx="18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66" name="Oval 229">
              <a:extLst>
                <a:ext uri="{FF2B5EF4-FFF2-40B4-BE49-F238E27FC236}">
                  <a16:creationId xmlns:a16="http://schemas.microsoft.com/office/drawing/2014/main" id="{D83544AC-5582-42BD-AE76-D36AE804B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2605"/>
              <a:ext cx="17" cy="30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67" name="Oval 230">
              <a:extLst>
                <a:ext uri="{FF2B5EF4-FFF2-40B4-BE49-F238E27FC236}">
                  <a16:creationId xmlns:a16="http://schemas.microsoft.com/office/drawing/2014/main" id="{672A5889-DA08-4D84-A2DF-7589AE12D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643"/>
              <a:ext cx="15" cy="26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68" name="Oval 231">
              <a:extLst>
                <a:ext uri="{FF2B5EF4-FFF2-40B4-BE49-F238E27FC236}">
                  <a16:creationId xmlns:a16="http://schemas.microsoft.com/office/drawing/2014/main" id="{2F5745F4-BD4B-413C-BD61-BD7DD431A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544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69" name="Oval 232">
              <a:extLst>
                <a:ext uri="{FF2B5EF4-FFF2-40B4-BE49-F238E27FC236}">
                  <a16:creationId xmlns:a16="http://schemas.microsoft.com/office/drawing/2014/main" id="{2DF7518A-D754-468F-BBCB-66CD333A7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2536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70" name="Oval 233">
              <a:extLst>
                <a:ext uri="{FF2B5EF4-FFF2-40B4-BE49-F238E27FC236}">
                  <a16:creationId xmlns:a16="http://schemas.microsoft.com/office/drawing/2014/main" id="{326D319A-03AE-4A00-8314-AB8F717CC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2464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71" name="Oval 234">
              <a:extLst>
                <a:ext uri="{FF2B5EF4-FFF2-40B4-BE49-F238E27FC236}">
                  <a16:creationId xmlns:a16="http://schemas.microsoft.com/office/drawing/2014/main" id="{960264C8-FA49-4B9D-9946-DA24856E3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2472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72" name="Oval 235">
              <a:extLst>
                <a:ext uri="{FF2B5EF4-FFF2-40B4-BE49-F238E27FC236}">
                  <a16:creationId xmlns:a16="http://schemas.microsoft.com/office/drawing/2014/main" id="{5B5615FB-DEC4-4A1C-869F-FC47A3A4A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2568"/>
              <a:ext cx="15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73" name="Oval 236">
              <a:extLst>
                <a:ext uri="{FF2B5EF4-FFF2-40B4-BE49-F238E27FC236}">
                  <a16:creationId xmlns:a16="http://schemas.microsoft.com/office/drawing/2014/main" id="{39819059-4747-4B2C-94B4-6BE5A6362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600"/>
              <a:ext cx="18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74" name="Oval 237">
              <a:extLst>
                <a:ext uri="{FF2B5EF4-FFF2-40B4-BE49-F238E27FC236}">
                  <a16:creationId xmlns:a16="http://schemas.microsoft.com/office/drawing/2014/main" id="{EF573FB4-15E0-4ACC-BCED-689B02AF6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2648"/>
              <a:ext cx="17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75" name="Oval 238">
              <a:extLst>
                <a:ext uri="{FF2B5EF4-FFF2-40B4-BE49-F238E27FC236}">
                  <a16:creationId xmlns:a16="http://schemas.microsoft.com/office/drawing/2014/main" id="{61FC075D-1225-4DC3-919A-7E52FDDA2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2677"/>
              <a:ext cx="17" cy="30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76" name="Oval 239">
              <a:extLst>
                <a:ext uri="{FF2B5EF4-FFF2-40B4-BE49-F238E27FC236}">
                  <a16:creationId xmlns:a16="http://schemas.microsoft.com/office/drawing/2014/main" id="{9768D4F5-348D-49E1-B224-AB37B6AA1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" y="2640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77" name="Oval 240">
              <a:extLst>
                <a:ext uri="{FF2B5EF4-FFF2-40B4-BE49-F238E27FC236}">
                  <a16:creationId xmlns:a16="http://schemas.microsoft.com/office/drawing/2014/main" id="{5929F75E-9C32-4656-8EB0-A591485DB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2712"/>
              <a:ext cx="15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78" name="Oval 241">
              <a:extLst>
                <a:ext uri="{FF2B5EF4-FFF2-40B4-BE49-F238E27FC236}">
                  <a16:creationId xmlns:a16="http://schemas.microsoft.com/office/drawing/2014/main" id="{9705783A-CFA0-4E17-8C79-25B022AF4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2" y="2811"/>
              <a:ext cx="18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79" name="Oval 242">
              <a:extLst>
                <a:ext uri="{FF2B5EF4-FFF2-40B4-BE49-F238E27FC236}">
                  <a16:creationId xmlns:a16="http://schemas.microsoft.com/office/drawing/2014/main" id="{FD7DA5B4-6F1D-41F1-A667-C0A89E74A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760"/>
              <a:ext cx="17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80" name="Oval 243">
              <a:extLst>
                <a:ext uri="{FF2B5EF4-FFF2-40B4-BE49-F238E27FC236}">
                  <a16:creationId xmlns:a16="http://schemas.microsoft.com/office/drawing/2014/main" id="{089A0497-3F1F-4F72-934E-F0257C750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2800"/>
              <a:ext cx="17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81" name="Oval 244">
              <a:extLst>
                <a:ext uri="{FF2B5EF4-FFF2-40B4-BE49-F238E27FC236}">
                  <a16:creationId xmlns:a16="http://schemas.microsoft.com/office/drawing/2014/main" id="{88C95D08-A94D-4273-9301-8EDD48C6F7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2885"/>
              <a:ext cx="17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82" name="Oval 245">
              <a:extLst>
                <a:ext uri="{FF2B5EF4-FFF2-40B4-BE49-F238E27FC236}">
                  <a16:creationId xmlns:a16="http://schemas.microsoft.com/office/drawing/2014/main" id="{2EB2E59F-C39D-4201-A876-C8489B524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7" y="2960"/>
              <a:ext cx="18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83" name="Oval 246">
              <a:extLst>
                <a:ext uri="{FF2B5EF4-FFF2-40B4-BE49-F238E27FC236}">
                  <a16:creationId xmlns:a16="http://schemas.microsoft.com/office/drawing/2014/main" id="{F2EE171C-9C7A-4A06-B77F-5234F0DE2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3013"/>
              <a:ext cx="15" cy="30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84" name="Oval 247">
              <a:extLst>
                <a:ext uri="{FF2B5EF4-FFF2-40B4-BE49-F238E27FC236}">
                  <a16:creationId xmlns:a16="http://schemas.microsoft.com/office/drawing/2014/main" id="{AD002AA6-F88B-47EA-85D9-379DD7716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2955"/>
              <a:ext cx="17" cy="26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85" name="Oval 248">
              <a:extLst>
                <a:ext uri="{FF2B5EF4-FFF2-40B4-BE49-F238E27FC236}">
                  <a16:creationId xmlns:a16="http://schemas.microsoft.com/office/drawing/2014/main" id="{53119EBD-401E-45A0-BD24-7F23C8EC1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2" y="2888"/>
              <a:ext cx="18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86" name="Oval 249">
              <a:extLst>
                <a:ext uri="{FF2B5EF4-FFF2-40B4-BE49-F238E27FC236}">
                  <a16:creationId xmlns:a16="http://schemas.microsoft.com/office/drawing/2014/main" id="{C588ABF4-6C71-4BA2-A053-0CC7DFF6C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2435"/>
              <a:ext cx="15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87" name="Oval 250">
              <a:extLst>
                <a:ext uri="{FF2B5EF4-FFF2-40B4-BE49-F238E27FC236}">
                  <a16:creationId xmlns:a16="http://schemas.microsoft.com/office/drawing/2014/main" id="{82818E23-6E58-4AE5-9F10-5E6F3F8AB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0" y="2408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88" name="Oval 251">
              <a:extLst>
                <a:ext uri="{FF2B5EF4-FFF2-40B4-BE49-F238E27FC236}">
                  <a16:creationId xmlns:a16="http://schemas.microsoft.com/office/drawing/2014/main" id="{903133B3-1620-4676-ADA9-6C7F432CF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2352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89" name="Oval 252">
              <a:extLst>
                <a:ext uri="{FF2B5EF4-FFF2-40B4-BE49-F238E27FC236}">
                  <a16:creationId xmlns:a16="http://schemas.microsoft.com/office/drawing/2014/main" id="{2D38BBD5-E63F-4B12-A122-DF46A1CCF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336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90" name="Oval 253">
              <a:extLst>
                <a:ext uri="{FF2B5EF4-FFF2-40B4-BE49-F238E27FC236}">
                  <a16:creationId xmlns:a16="http://schemas.microsoft.com/office/drawing/2014/main" id="{432353B0-F31A-4DBB-A76E-CFBA3AAF1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235"/>
              <a:ext cx="15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91" name="Oval 254">
              <a:extLst>
                <a:ext uri="{FF2B5EF4-FFF2-40B4-BE49-F238E27FC236}">
                  <a16:creationId xmlns:a16="http://schemas.microsoft.com/office/drawing/2014/main" id="{A6D13FB3-B4D6-410C-B538-11F788331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2291"/>
              <a:ext cx="15" cy="26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92" name="Oval 255">
              <a:extLst>
                <a:ext uri="{FF2B5EF4-FFF2-40B4-BE49-F238E27FC236}">
                  <a16:creationId xmlns:a16="http://schemas.microsoft.com/office/drawing/2014/main" id="{F4DD0340-984D-41E6-AF31-03A91792F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" y="2365"/>
              <a:ext cx="17" cy="30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93" name="Oval 256">
              <a:extLst>
                <a:ext uri="{FF2B5EF4-FFF2-40B4-BE49-F238E27FC236}">
                  <a16:creationId xmlns:a16="http://schemas.microsoft.com/office/drawing/2014/main" id="{AD138515-3AA2-4072-B243-E4E2A43FF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203"/>
              <a:ext cx="15" cy="26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94" name="Oval 257">
              <a:extLst>
                <a:ext uri="{FF2B5EF4-FFF2-40B4-BE49-F238E27FC236}">
                  <a16:creationId xmlns:a16="http://schemas.microsoft.com/office/drawing/2014/main" id="{11E80917-5344-43C8-A5D2-7E8B97779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0" y="2171"/>
              <a:ext cx="15" cy="26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95" name="Oval 258">
              <a:extLst>
                <a:ext uri="{FF2B5EF4-FFF2-40B4-BE49-F238E27FC236}">
                  <a16:creationId xmlns:a16="http://schemas.microsoft.com/office/drawing/2014/main" id="{8FCD4BD7-FE58-4E96-9244-193E859A8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2125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96" name="Oval 259">
              <a:extLst>
                <a:ext uri="{FF2B5EF4-FFF2-40B4-BE49-F238E27FC236}">
                  <a16:creationId xmlns:a16="http://schemas.microsoft.com/office/drawing/2014/main" id="{55F8E52F-E5BB-40ED-A0C9-4068E8BE5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1989"/>
              <a:ext cx="15" cy="30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97" name="Oval 260">
              <a:extLst>
                <a:ext uri="{FF2B5EF4-FFF2-40B4-BE49-F238E27FC236}">
                  <a16:creationId xmlns:a16="http://schemas.microsoft.com/office/drawing/2014/main" id="{CF1DC7CC-15F0-4834-9F76-AB384CFB1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976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98" name="Oval 261">
              <a:extLst>
                <a:ext uri="{FF2B5EF4-FFF2-40B4-BE49-F238E27FC236}">
                  <a16:creationId xmlns:a16="http://schemas.microsoft.com/office/drawing/2014/main" id="{0AD4EA31-988F-4AD7-9862-25FAEB2CE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1917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3999" name="Oval 262">
              <a:extLst>
                <a:ext uri="{FF2B5EF4-FFF2-40B4-BE49-F238E27FC236}">
                  <a16:creationId xmlns:a16="http://schemas.microsoft.com/office/drawing/2014/main" id="{D46D29DC-379D-4870-91DE-204F4657F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0" y="1837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00" name="Oval 263">
              <a:extLst>
                <a:ext uri="{FF2B5EF4-FFF2-40B4-BE49-F238E27FC236}">
                  <a16:creationId xmlns:a16="http://schemas.microsoft.com/office/drawing/2014/main" id="{731E49A6-D3B2-4801-98FD-974EA4DF3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1795"/>
              <a:ext cx="17" cy="26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01" name="Oval 264">
              <a:extLst>
                <a:ext uri="{FF2B5EF4-FFF2-40B4-BE49-F238E27FC236}">
                  <a16:creationId xmlns:a16="http://schemas.microsoft.com/office/drawing/2014/main" id="{50DC1665-87E5-48CC-AA0A-8D388D9F9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1725"/>
              <a:ext cx="17" cy="30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02" name="Oval 265">
              <a:extLst>
                <a:ext uri="{FF2B5EF4-FFF2-40B4-BE49-F238E27FC236}">
                  <a16:creationId xmlns:a16="http://schemas.microsoft.com/office/drawing/2014/main" id="{285FBD27-3D9D-441E-89A0-F8D7AE656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1747"/>
              <a:ext cx="15" cy="26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03" name="Oval 266">
              <a:extLst>
                <a:ext uri="{FF2B5EF4-FFF2-40B4-BE49-F238E27FC236}">
                  <a16:creationId xmlns:a16="http://schemas.microsoft.com/office/drawing/2014/main" id="{32388D84-A5CA-489C-9E10-9C8413D81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1667"/>
              <a:ext cx="15" cy="26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04" name="Oval 267">
              <a:extLst>
                <a:ext uri="{FF2B5EF4-FFF2-40B4-BE49-F238E27FC236}">
                  <a16:creationId xmlns:a16="http://schemas.microsoft.com/office/drawing/2014/main" id="{11E7FF8A-69BC-4375-A4CF-CC2E84242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5" y="1691"/>
              <a:ext cx="15" cy="26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05" name="Oval 268">
              <a:extLst>
                <a:ext uri="{FF2B5EF4-FFF2-40B4-BE49-F238E27FC236}">
                  <a16:creationId xmlns:a16="http://schemas.microsoft.com/office/drawing/2014/main" id="{842C925C-8CC9-49F4-85A4-F0545B608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1960"/>
              <a:ext cx="15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06" name="Oval 269">
              <a:extLst>
                <a:ext uri="{FF2B5EF4-FFF2-40B4-BE49-F238E27FC236}">
                  <a16:creationId xmlns:a16="http://schemas.microsoft.com/office/drawing/2014/main" id="{EB45AE53-AB3C-4503-8839-77525115E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0" y="2029"/>
              <a:ext cx="15" cy="30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07" name="Oval 270">
              <a:extLst>
                <a:ext uri="{FF2B5EF4-FFF2-40B4-BE49-F238E27FC236}">
                  <a16:creationId xmlns:a16="http://schemas.microsoft.com/office/drawing/2014/main" id="{20D40684-7EBB-402D-A471-04922C781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2040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08" name="Oval 271">
              <a:extLst>
                <a:ext uri="{FF2B5EF4-FFF2-40B4-BE49-F238E27FC236}">
                  <a16:creationId xmlns:a16="http://schemas.microsoft.com/office/drawing/2014/main" id="{86B24436-14ED-488C-801C-086B22A54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2109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09" name="Oval 272">
              <a:extLst>
                <a:ext uri="{FF2B5EF4-FFF2-40B4-BE49-F238E27FC236}">
                  <a16:creationId xmlns:a16="http://schemas.microsoft.com/office/drawing/2014/main" id="{B919F141-E685-4954-A43E-42A4F6559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083"/>
              <a:ext cx="15" cy="26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10" name="Oval 273">
              <a:extLst>
                <a:ext uri="{FF2B5EF4-FFF2-40B4-BE49-F238E27FC236}">
                  <a16:creationId xmlns:a16="http://schemas.microsoft.com/office/drawing/2014/main" id="{425A8DC5-1E0E-446C-B2B2-3F2864FF2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1965"/>
              <a:ext cx="15" cy="30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11" name="Oval 274">
              <a:extLst>
                <a:ext uri="{FF2B5EF4-FFF2-40B4-BE49-F238E27FC236}">
                  <a16:creationId xmlns:a16="http://schemas.microsoft.com/office/drawing/2014/main" id="{6A8D5D12-852A-4474-AFF5-59CFACA12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1619"/>
              <a:ext cx="15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12" name="Oval 275">
              <a:extLst>
                <a:ext uri="{FF2B5EF4-FFF2-40B4-BE49-F238E27FC236}">
                  <a16:creationId xmlns:a16="http://schemas.microsoft.com/office/drawing/2014/main" id="{76277081-E6AA-474B-AAC2-1BEFC4389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1611"/>
              <a:ext cx="15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13" name="Oval 276">
              <a:extLst>
                <a:ext uri="{FF2B5EF4-FFF2-40B4-BE49-F238E27FC236}">
                  <a16:creationId xmlns:a16="http://schemas.microsoft.com/office/drawing/2014/main" id="{6C6D1F38-B1C8-43D9-A1F4-AF1444FF7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" y="1653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14" name="Oval 277">
              <a:extLst>
                <a:ext uri="{FF2B5EF4-FFF2-40B4-BE49-F238E27FC236}">
                  <a16:creationId xmlns:a16="http://schemas.microsoft.com/office/drawing/2014/main" id="{082E9866-E6F6-4131-A227-05CF117CF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" y="1565"/>
              <a:ext cx="17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15" name="Oval 278">
              <a:extLst>
                <a:ext uri="{FF2B5EF4-FFF2-40B4-BE49-F238E27FC236}">
                  <a16:creationId xmlns:a16="http://schemas.microsoft.com/office/drawing/2014/main" id="{A6848069-BD29-416C-8C2D-3E3779000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1547"/>
              <a:ext cx="15" cy="26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16" name="Oval 279">
              <a:extLst>
                <a:ext uri="{FF2B5EF4-FFF2-40B4-BE49-F238E27FC236}">
                  <a16:creationId xmlns:a16="http://schemas.microsoft.com/office/drawing/2014/main" id="{CF9D54C7-F24D-4900-A883-26CC89B77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1544"/>
              <a:ext cx="15" cy="27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17" name="Oval 280">
              <a:extLst>
                <a:ext uri="{FF2B5EF4-FFF2-40B4-BE49-F238E27FC236}">
                  <a16:creationId xmlns:a16="http://schemas.microsoft.com/office/drawing/2014/main" id="{5BF554A6-DDF2-4D77-BD64-25E94BC8A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1867"/>
              <a:ext cx="15" cy="26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18" name="Oval 281">
              <a:extLst>
                <a:ext uri="{FF2B5EF4-FFF2-40B4-BE49-F238E27FC236}">
                  <a16:creationId xmlns:a16="http://schemas.microsoft.com/office/drawing/2014/main" id="{0D5D8D2A-0491-47D3-B8E5-A38322A95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915"/>
              <a:ext cx="15" cy="29"/>
            </a:xfrm>
            <a:prstGeom prst="ellipse">
              <a:avLst/>
            </a:pr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19" name="Freeform 282">
              <a:extLst>
                <a:ext uri="{FF2B5EF4-FFF2-40B4-BE49-F238E27FC236}">
                  <a16:creationId xmlns:a16="http://schemas.microsoft.com/office/drawing/2014/main" id="{DD504FA7-7C93-42B7-88D4-013258B1A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973"/>
              <a:ext cx="15" cy="30"/>
            </a:xfrm>
            <a:custGeom>
              <a:avLst/>
              <a:gdLst>
                <a:gd name="T0" fmla="*/ 50 w 6"/>
                <a:gd name="T1" fmla="*/ 224 h 11"/>
                <a:gd name="T2" fmla="*/ 0 w 6"/>
                <a:gd name="T3" fmla="*/ 120 h 11"/>
                <a:gd name="T4" fmla="*/ 50 w 6"/>
                <a:gd name="T5" fmla="*/ 0 h 11"/>
                <a:gd name="T6" fmla="*/ 95 w 6"/>
                <a:gd name="T7" fmla="*/ 120 h 11"/>
                <a:gd name="T8" fmla="*/ 50 w 6"/>
                <a:gd name="T9" fmla="*/ 2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3" y="11"/>
                  </a:moveTo>
                  <a:cubicBezTo>
                    <a:pt x="1" y="11"/>
                    <a:pt x="0" y="8"/>
                    <a:pt x="0" y="6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4" y="0"/>
                    <a:pt x="6" y="3"/>
                    <a:pt x="6" y="6"/>
                  </a:cubicBezTo>
                  <a:cubicBezTo>
                    <a:pt x="6" y="8"/>
                    <a:pt x="5" y="11"/>
                    <a:pt x="3" y="11"/>
                  </a:cubicBezTo>
                  <a:close/>
                </a:path>
              </a:pathLst>
            </a:cu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0" name="Freeform 283">
              <a:extLst>
                <a:ext uri="{FF2B5EF4-FFF2-40B4-BE49-F238E27FC236}">
                  <a16:creationId xmlns:a16="http://schemas.microsoft.com/office/drawing/2014/main" id="{9419F9F6-1F42-4613-A025-287BAE9A2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307"/>
              <a:ext cx="247" cy="56"/>
            </a:xfrm>
            <a:custGeom>
              <a:avLst/>
              <a:gdLst>
                <a:gd name="T0" fmla="*/ 0 w 99"/>
                <a:gd name="T1" fmla="*/ 171 h 21"/>
                <a:gd name="T2" fmla="*/ 167 w 99"/>
                <a:gd name="T3" fmla="*/ 21 h 21"/>
                <a:gd name="T4" fmla="*/ 1537 w 99"/>
                <a:gd name="T5" fmla="*/ 397 h 21"/>
                <a:gd name="T6" fmla="*/ 187 w 99"/>
                <a:gd name="T7" fmla="*/ 115 h 21"/>
                <a:gd name="T8" fmla="*/ 0 w 99"/>
                <a:gd name="T9" fmla="*/ 17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21">
                  <a:moveTo>
                    <a:pt x="0" y="9"/>
                  </a:moveTo>
                  <a:cubicBezTo>
                    <a:pt x="1" y="4"/>
                    <a:pt x="3" y="0"/>
                    <a:pt x="11" y="1"/>
                  </a:cubicBezTo>
                  <a:cubicBezTo>
                    <a:pt x="19" y="2"/>
                    <a:pt x="86" y="16"/>
                    <a:pt x="99" y="21"/>
                  </a:cubicBezTo>
                  <a:cubicBezTo>
                    <a:pt x="79" y="16"/>
                    <a:pt x="18" y="5"/>
                    <a:pt x="12" y="6"/>
                  </a:cubicBezTo>
                  <a:cubicBezTo>
                    <a:pt x="6" y="6"/>
                    <a:pt x="1" y="7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1" name="Freeform 284">
              <a:extLst>
                <a:ext uri="{FF2B5EF4-FFF2-40B4-BE49-F238E27FC236}">
                  <a16:creationId xmlns:a16="http://schemas.microsoft.com/office/drawing/2014/main" id="{60122E20-6055-4BD0-AF32-77E18A5F1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277"/>
              <a:ext cx="270" cy="24"/>
            </a:xfrm>
            <a:custGeom>
              <a:avLst/>
              <a:gdLst>
                <a:gd name="T0" fmla="*/ 83 w 108"/>
                <a:gd name="T1" fmla="*/ 171 h 9"/>
                <a:gd name="T2" fmla="*/ 158 w 108"/>
                <a:gd name="T3" fmla="*/ 0 h 9"/>
                <a:gd name="T4" fmla="*/ 1688 w 108"/>
                <a:gd name="T5" fmla="*/ 93 h 9"/>
                <a:gd name="T6" fmla="*/ 208 w 108"/>
                <a:gd name="T7" fmla="*/ 77 h 9"/>
                <a:gd name="T8" fmla="*/ 83 w 108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9">
                  <a:moveTo>
                    <a:pt x="5" y="9"/>
                  </a:moveTo>
                  <a:cubicBezTo>
                    <a:pt x="0" y="5"/>
                    <a:pt x="2" y="1"/>
                    <a:pt x="10" y="0"/>
                  </a:cubicBezTo>
                  <a:cubicBezTo>
                    <a:pt x="19" y="0"/>
                    <a:pt x="95" y="1"/>
                    <a:pt x="108" y="5"/>
                  </a:cubicBezTo>
                  <a:cubicBezTo>
                    <a:pt x="89" y="3"/>
                    <a:pt x="19" y="3"/>
                    <a:pt x="13" y="4"/>
                  </a:cubicBezTo>
                  <a:cubicBezTo>
                    <a:pt x="7" y="5"/>
                    <a:pt x="5" y="7"/>
                    <a:pt x="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2" name="Freeform 285">
              <a:extLst>
                <a:ext uri="{FF2B5EF4-FFF2-40B4-BE49-F238E27FC236}">
                  <a16:creationId xmlns:a16="http://schemas.microsoft.com/office/drawing/2014/main" id="{61BBDEDD-D193-4AAA-A5E4-6C4E0485F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459"/>
              <a:ext cx="220" cy="128"/>
            </a:xfrm>
            <a:custGeom>
              <a:avLst/>
              <a:gdLst>
                <a:gd name="T0" fmla="*/ 0 w 88"/>
                <a:gd name="T1" fmla="*/ 264 h 48"/>
                <a:gd name="T2" fmla="*/ 220 w 88"/>
                <a:gd name="T3" fmla="*/ 0 h 48"/>
                <a:gd name="T4" fmla="*/ 1375 w 88"/>
                <a:gd name="T5" fmla="*/ 909 h 48"/>
                <a:gd name="T6" fmla="*/ 208 w 88"/>
                <a:gd name="T7" fmla="*/ 115 h 48"/>
                <a:gd name="T8" fmla="*/ 0 w 88"/>
                <a:gd name="T9" fmla="*/ 26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48">
                  <a:moveTo>
                    <a:pt x="0" y="14"/>
                  </a:moveTo>
                  <a:cubicBezTo>
                    <a:pt x="2" y="7"/>
                    <a:pt x="7" y="1"/>
                    <a:pt x="14" y="0"/>
                  </a:cubicBezTo>
                  <a:cubicBezTo>
                    <a:pt x="22" y="0"/>
                    <a:pt x="70" y="34"/>
                    <a:pt x="88" y="48"/>
                  </a:cubicBezTo>
                  <a:cubicBezTo>
                    <a:pt x="64" y="30"/>
                    <a:pt x="22" y="5"/>
                    <a:pt x="13" y="6"/>
                  </a:cubicBezTo>
                  <a:cubicBezTo>
                    <a:pt x="4" y="7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3" name="Freeform 286">
              <a:extLst>
                <a:ext uri="{FF2B5EF4-FFF2-40B4-BE49-F238E27FC236}">
                  <a16:creationId xmlns:a16="http://schemas.microsoft.com/office/drawing/2014/main" id="{2A8D1E48-06D0-493C-8D9C-025129A8B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283"/>
              <a:ext cx="127" cy="16"/>
            </a:xfrm>
            <a:custGeom>
              <a:avLst/>
              <a:gdLst>
                <a:gd name="T0" fmla="*/ 12 w 51"/>
                <a:gd name="T1" fmla="*/ 115 h 6"/>
                <a:gd name="T2" fmla="*/ 62 w 51"/>
                <a:gd name="T3" fmla="*/ 77 h 6"/>
                <a:gd name="T4" fmla="*/ 787 w 5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">
                  <a:moveTo>
                    <a:pt x="1" y="6"/>
                  </a:moveTo>
                  <a:cubicBezTo>
                    <a:pt x="0" y="4"/>
                    <a:pt x="1" y="4"/>
                    <a:pt x="4" y="4"/>
                  </a:cubicBezTo>
                  <a:cubicBezTo>
                    <a:pt x="8" y="4"/>
                    <a:pt x="51" y="0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4" name="Freeform 287">
              <a:extLst>
                <a:ext uri="{FF2B5EF4-FFF2-40B4-BE49-F238E27FC236}">
                  <a16:creationId xmlns:a16="http://schemas.microsoft.com/office/drawing/2014/main" id="{53FECCD2-E8CD-4F37-AA16-61472500A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525"/>
              <a:ext cx="185" cy="139"/>
            </a:xfrm>
            <a:custGeom>
              <a:avLst/>
              <a:gdLst>
                <a:gd name="T0" fmla="*/ 0 w 74"/>
                <a:gd name="T1" fmla="*/ 0 h 52"/>
                <a:gd name="T2" fmla="*/ 783 w 74"/>
                <a:gd name="T3" fmla="*/ 842 h 52"/>
                <a:gd name="T4" fmla="*/ 938 w 74"/>
                <a:gd name="T5" fmla="*/ 765 h 52"/>
                <a:gd name="T6" fmla="*/ 1158 w 74"/>
                <a:gd name="T7" fmla="*/ 500 h 52"/>
                <a:gd name="T8" fmla="*/ 750 w 74"/>
                <a:gd name="T9" fmla="*/ 615 h 52"/>
                <a:gd name="T10" fmla="*/ 0 w 74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52">
                  <a:moveTo>
                    <a:pt x="0" y="0"/>
                  </a:moveTo>
                  <a:cubicBezTo>
                    <a:pt x="13" y="10"/>
                    <a:pt x="44" y="36"/>
                    <a:pt x="50" y="44"/>
                  </a:cubicBezTo>
                  <a:cubicBezTo>
                    <a:pt x="57" y="52"/>
                    <a:pt x="56" y="52"/>
                    <a:pt x="60" y="40"/>
                  </a:cubicBezTo>
                  <a:cubicBezTo>
                    <a:pt x="63" y="31"/>
                    <a:pt x="70" y="27"/>
                    <a:pt x="74" y="26"/>
                  </a:cubicBezTo>
                  <a:cubicBezTo>
                    <a:pt x="59" y="25"/>
                    <a:pt x="57" y="36"/>
                    <a:pt x="48" y="32"/>
                  </a:cubicBezTo>
                  <a:cubicBezTo>
                    <a:pt x="39" y="27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C1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5" name="Freeform 288">
              <a:extLst>
                <a:ext uri="{FF2B5EF4-FFF2-40B4-BE49-F238E27FC236}">
                  <a16:creationId xmlns:a16="http://schemas.microsoft.com/office/drawing/2014/main" id="{9835876F-76D9-4CDD-880E-96BC76BD2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355"/>
              <a:ext cx="207" cy="82"/>
            </a:xfrm>
            <a:custGeom>
              <a:avLst/>
              <a:gdLst>
                <a:gd name="T0" fmla="*/ 0 w 83"/>
                <a:gd name="T1" fmla="*/ 0 h 31"/>
                <a:gd name="T2" fmla="*/ 1028 w 83"/>
                <a:gd name="T3" fmla="*/ 405 h 31"/>
                <a:gd name="T4" fmla="*/ 1257 w 83"/>
                <a:gd name="T5" fmla="*/ 497 h 31"/>
                <a:gd name="T6" fmla="*/ 1287 w 83"/>
                <a:gd name="T7" fmla="*/ 225 h 31"/>
                <a:gd name="T8" fmla="*/ 1087 w 83"/>
                <a:gd name="T9" fmla="*/ 349 h 31"/>
                <a:gd name="T10" fmla="*/ 0 w 83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31">
                  <a:moveTo>
                    <a:pt x="0" y="0"/>
                  </a:moveTo>
                  <a:cubicBezTo>
                    <a:pt x="17" y="3"/>
                    <a:pt x="57" y="17"/>
                    <a:pt x="66" y="22"/>
                  </a:cubicBezTo>
                  <a:cubicBezTo>
                    <a:pt x="76" y="27"/>
                    <a:pt x="81" y="31"/>
                    <a:pt x="81" y="27"/>
                  </a:cubicBezTo>
                  <a:cubicBezTo>
                    <a:pt x="80" y="23"/>
                    <a:pt x="79" y="17"/>
                    <a:pt x="83" y="12"/>
                  </a:cubicBezTo>
                  <a:cubicBezTo>
                    <a:pt x="78" y="13"/>
                    <a:pt x="74" y="20"/>
                    <a:pt x="70" y="19"/>
                  </a:cubicBezTo>
                  <a:cubicBezTo>
                    <a:pt x="66" y="17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C1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6" name="Freeform 289">
              <a:extLst>
                <a:ext uri="{FF2B5EF4-FFF2-40B4-BE49-F238E27FC236}">
                  <a16:creationId xmlns:a16="http://schemas.microsoft.com/office/drawing/2014/main" id="{D6B4555A-BB89-4D8F-859E-C732EBB96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304"/>
              <a:ext cx="185" cy="24"/>
            </a:xfrm>
            <a:custGeom>
              <a:avLst/>
              <a:gdLst>
                <a:gd name="T0" fmla="*/ 0 w 74"/>
                <a:gd name="T1" fmla="*/ 21 h 9"/>
                <a:gd name="T2" fmla="*/ 1125 w 74"/>
                <a:gd name="T3" fmla="*/ 171 h 9"/>
                <a:gd name="T4" fmla="*/ 1145 w 74"/>
                <a:gd name="T5" fmla="*/ 0 h 9"/>
                <a:gd name="T6" fmla="*/ 0 w 74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9">
                  <a:moveTo>
                    <a:pt x="0" y="1"/>
                  </a:moveTo>
                  <a:cubicBezTo>
                    <a:pt x="15" y="1"/>
                    <a:pt x="67" y="7"/>
                    <a:pt x="72" y="9"/>
                  </a:cubicBezTo>
                  <a:cubicBezTo>
                    <a:pt x="74" y="9"/>
                    <a:pt x="71" y="2"/>
                    <a:pt x="73" y="0"/>
                  </a:cubicBezTo>
                  <a:cubicBezTo>
                    <a:pt x="68" y="3"/>
                    <a:pt x="18" y="1"/>
                    <a:pt x="0" y="1"/>
                  </a:cubicBezTo>
                  <a:close/>
                </a:path>
              </a:pathLst>
            </a:custGeom>
            <a:solidFill>
              <a:srgbClr val="C1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7" name="Freeform 290">
              <a:extLst>
                <a:ext uri="{FF2B5EF4-FFF2-40B4-BE49-F238E27FC236}">
                  <a16:creationId xmlns:a16="http://schemas.microsoft.com/office/drawing/2014/main" id="{0112D255-75B9-4289-AFDD-E1A079E44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309"/>
              <a:ext cx="45" cy="19"/>
            </a:xfrm>
            <a:custGeom>
              <a:avLst/>
              <a:gdLst>
                <a:gd name="T0" fmla="*/ 0 w 18"/>
                <a:gd name="T1" fmla="*/ 22 h 7"/>
                <a:gd name="T2" fmla="*/ 220 w 18"/>
                <a:gd name="T3" fmla="*/ 38 h 7"/>
                <a:gd name="T4" fmla="*/ 270 w 18"/>
                <a:gd name="T5" fmla="*/ 141 h 7"/>
                <a:gd name="T6" fmla="*/ 95 w 18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">
                  <a:moveTo>
                    <a:pt x="0" y="1"/>
                  </a:moveTo>
                  <a:cubicBezTo>
                    <a:pt x="4" y="0"/>
                    <a:pt x="10" y="1"/>
                    <a:pt x="14" y="2"/>
                  </a:cubicBezTo>
                  <a:cubicBezTo>
                    <a:pt x="17" y="3"/>
                    <a:pt x="18" y="3"/>
                    <a:pt x="17" y="7"/>
                  </a:cubicBezTo>
                  <a:cubicBezTo>
                    <a:pt x="16" y="3"/>
                    <a:pt x="10" y="2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8" name="Freeform 291">
              <a:extLst>
                <a:ext uri="{FF2B5EF4-FFF2-40B4-BE49-F238E27FC236}">
                  <a16:creationId xmlns:a16="http://schemas.microsoft.com/office/drawing/2014/main" id="{8D37BF03-A5C9-4D56-B867-72BC201C5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397"/>
              <a:ext cx="122" cy="54"/>
            </a:xfrm>
            <a:custGeom>
              <a:avLst/>
              <a:gdLst>
                <a:gd name="T0" fmla="*/ 0 w 49"/>
                <a:gd name="T1" fmla="*/ 159 h 20"/>
                <a:gd name="T2" fmla="*/ 75 w 49"/>
                <a:gd name="T3" fmla="*/ 0 h 20"/>
                <a:gd name="T4" fmla="*/ 217 w 49"/>
                <a:gd name="T5" fmla="*/ 59 h 20"/>
                <a:gd name="T6" fmla="*/ 466 w 49"/>
                <a:gd name="T7" fmla="*/ 176 h 20"/>
                <a:gd name="T8" fmla="*/ 632 w 49"/>
                <a:gd name="T9" fmla="*/ 300 h 20"/>
                <a:gd name="T10" fmla="*/ 757 w 49"/>
                <a:gd name="T11" fmla="*/ 394 h 20"/>
                <a:gd name="T12" fmla="*/ 603 w 49"/>
                <a:gd name="T13" fmla="*/ 300 h 20"/>
                <a:gd name="T14" fmla="*/ 341 w 49"/>
                <a:gd name="T15" fmla="*/ 176 h 20"/>
                <a:gd name="T16" fmla="*/ 42 w 49"/>
                <a:gd name="T17" fmla="*/ 138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0">
                  <a:moveTo>
                    <a:pt x="0" y="8"/>
                  </a:moveTo>
                  <a:cubicBezTo>
                    <a:pt x="0" y="5"/>
                    <a:pt x="1" y="1"/>
                    <a:pt x="5" y="0"/>
                  </a:cubicBezTo>
                  <a:cubicBezTo>
                    <a:pt x="8" y="0"/>
                    <a:pt x="11" y="1"/>
                    <a:pt x="14" y="3"/>
                  </a:cubicBezTo>
                  <a:cubicBezTo>
                    <a:pt x="20" y="5"/>
                    <a:pt x="25" y="7"/>
                    <a:pt x="30" y="9"/>
                  </a:cubicBezTo>
                  <a:cubicBezTo>
                    <a:pt x="34" y="11"/>
                    <a:pt x="37" y="13"/>
                    <a:pt x="41" y="15"/>
                  </a:cubicBezTo>
                  <a:cubicBezTo>
                    <a:pt x="44" y="16"/>
                    <a:pt x="47" y="17"/>
                    <a:pt x="49" y="20"/>
                  </a:cubicBezTo>
                  <a:cubicBezTo>
                    <a:pt x="46" y="19"/>
                    <a:pt x="43" y="17"/>
                    <a:pt x="39" y="15"/>
                  </a:cubicBezTo>
                  <a:cubicBezTo>
                    <a:pt x="33" y="14"/>
                    <a:pt x="27" y="11"/>
                    <a:pt x="22" y="9"/>
                  </a:cubicBezTo>
                  <a:cubicBezTo>
                    <a:pt x="18" y="6"/>
                    <a:pt x="8" y="3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9" name="Freeform 292">
              <a:extLst>
                <a:ext uri="{FF2B5EF4-FFF2-40B4-BE49-F238E27FC236}">
                  <a16:creationId xmlns:a16="http://schemas.microsoft.com/office/drawing/2014/main" id="{D54D6236-0834-4C3E-AC18-C85E91D17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632"/>
              <a:ext cx="122" cy="128"/>
            </a:xfrm>
            <a:custGeom>
              <a:avLst/>
              <a:gdLst>
                <a:gd name="T0" fmla="*/ 30 w 49"/>
                <a:gd name="T1" fmla="*/ 264 h 48"/>
                <a:gd name="T2" fmla="*/ 124 w 49"/>
                <a:gd name="T3" fmla="*/ 56 h 48"/>
                <a:gd name="T4" fmla="*/ 279 w 49"/>
                <a:gd name="T5" fmla="*/ 115 h 48"/>
                <a:gd name="T6" fmla="*/ 446 w 49"/>
                <a:gd name="T7" fmla="*/ 363 h 48"/>
                <a:gd name="T8" fmla="*/ 757 w 49"/>
                <a:gd name="T9" fmla="*/ 909 h 48"/>
                <a:gd name="T10" fmla="*/ 92 w 49"/>
                <a:gd name="T11" fmla="*/ 227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8">
                  <a:moveTo>
                    <a:pt x="2" y="14"/>
                  </a:moveTo>
                  <a:cubicBezTo>
                    <a:pt x="0" y="9"/>
                    <a:pt x="6" y="4"/>
                    <a:pt x="8" y="3"/>
                  </a:cubicBezTo>
                  <a:cubicBezTo>
                    <a:pt x="12" y="1"/>
                    <a:pt x="13" y="2"/>
                    <a:pt x="18" y="6"/>
                  </a:cubicBezTo>
                  <a:cubicBezTo>
                    <a:pt x="23" y="9"/>
                    <a:pt x="26" y="14"/>
                    <a:pt x="29" y="19"/>
                  </a:cubicBezTo>
                  <a:cubicBezTo>
                    <a:pt x="36" y="26"/>
                    <a:pt x="49" y="40"/>
                    <a:pt x="49" y="48"/>
                  </a:cubicBezTo>
                  <a:cubicBezTo>
                    <a:pt x="46" y="42"/>
                    <a:pt x="12" y="0"/>
                    <a:pt x="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0" name="Oval 293">
              <a:extLst>
                <a:ext uri="{FF2B5EF4-FFF2-40B4-BE49-F238E27FC236}">
                  <a16:creationId xmlns:a16="http://schemas.microsoft.com/office/drawing/2014/main" id="{5300FB21-7FBF-48B2-B835-890F0F488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093"/>
              <a:ext cx="32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31" name="Oval 294">
              <a:extLst>
                <a:ext uri="{FF2B5EF4-FFF2-40B4-BE49-F238E27FC236}">
                  <a16:creationId xmlns:a16="http://schemas.microsoft.com/office/drawing/2014/main" id="{E167E619-DF7C-4FB7-8F4C-14C12DAFB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061"/>
              <a:ext cx="32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32" name="Oval 295">
              <a:extLst>
                <a:ext uri="{FF2B5EF4-FFF2-40B4-BE49-F238E27FC236}">
                  <a16:creationId xmlns:a16="http://schemas.microsoft.com/office/drawing/2014/main" id="{9334186E-C92C-4767-8217-D5148A16D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003"/>
              <a:ext cx="32" cy="5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33" name="Oval 296">
              <a:extLst>
                <a:ext uri="{FF2B5EF4-FFF2-40B4-BE49-F238E27FC236}">
                  <a16:creationId xmlns:a16="http://schemas.microsoft.com/office/drawing/2014/main" id="{1F74C33A-FD5A-4685-A429-A7789E5DA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0" y="1976"/>
              <a:ext cx="32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34" name="Freeform 297">
              <a:extLst>
                <a:ext uri="{FF2B5EF4-FFF2-40B4-BE49-F238E27FC236}">
                  <a16:creationId xmlns:a16="http://schemas.microsoft.com/office/drawing/2014/main" id="{B13BE8C5-04CF-4743-8976-C8AE059A7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987"/>
              <a:ext cx="32" cy="56"/>
            </a:xfrm>
            <a:custGeom>
              <a:avLst/>
              <a:gdLst>
                <a:gd name="T0" fmla="*/ 91 w 13"/>
                <a:gd name="T1" fmla="*/ 397 h 21"/>
                <a:gd name="T2" fmla="*/ 0 w 13"/>
                <a:gd name="T3" fmla="*/ 192 h 21"/>
                <a:gd name="T4" fmla="*/ 91 w 13"/>
                <a:gd name="T5" fmla="*/ 0 h 21"/>
                <a:gd name="T6" fmla="*/ 194 w 13"/>
                <a:gd name="T7" fmla="*/ 192 h 21"/>
                <a:gd name="T8" fmla="*/ 91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5" name="Freeform 298">
              <a:extLst>
                <a:ext uri="{FF2B5EF4-FFF2-40B4-BE49-F238E27FC236}">
                  <a16:creationId xmlns:a16="http://schemas.microsoft.com/office/drawing/2014/main" id="{34C5F294-15F4-4B90-AB1E-E70884044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056"/>
              <a:ext cx="32" cy="56"/>
            </a:xfrm>
            <a:custGeom>
              <a:avLst/>
              <a:gdLst>
                <a:gd name="T0" fmla="*/ 103 w 13"/>
                <a:gd name="T1" fmla="*/ 397 h 21"/>
                <a:gd name="T2" fmla="*/ 0 w 13"/>
                <a:gd name="T3" fmla="*/ 192 h 21"/>
                <a:gd name="T4" fmla="*/ 103 w 13"/>
                <a:gd name="T5" fmla="*/ 0 h 21"/>
                <a:gd name="T6" fmla="*/ 194 w 13"/>
                <a:gd name="T7" fmla="*/ 192 h 21"/>
                <a:gd name="T8" fmla="*/ 103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7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7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6" name="Oval 299">
              <a:extLst>
                <a:ext uri="{FF2B5EF4-FFF2-40B4-BE49-F238E27FC236}">
                  <a16:creationId xmlns:a16="http://schemas.microsoft.com/office/drawing/2014/main" id="{79911D4D-A233-43C1-9E8B-158C0F87B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109"/>
              <a:ext cx="33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37" name="Oval 300">
              <a:extLst>
                <a:ext uri="{FF2B5EF4-FFF2-40B4-BE49-F238E27FC236}">
                  <a16:creationId xmlns:a16="http://schemas.microsoft.com/office/drawing/2014/main" id="{80F8B1E4-51D6-4265-B182-5A19B6707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221"/>
              <a:ext cx="32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38" name="Oval 301">
              <a:extLst>
                <a:ext uri="{FF2B5EF4-FFF2-40B4-BE49-F238E27FC236}">
                  <a16:creationId xmlns:a16="http://schemas.microsoft.com/office/drawing/2014/main" id="{7F2F59ED-6EBC-4A8E-BE34-1B1D91520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336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39" name="Oval 302">
              <a:extLst>
                <a:ext uri="{FF2B5EF4-FFF2-40B4-BE49-F238E27FC236}">
                  <a16:creationId xmlns:a16="http://schemas.microsoft.com/office/drawing/2014/main" id="{4E0FE297-AAD2-463E-8743-9792061B6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2392"/>
              <a:ext cx="33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40" name="Oval 303">
              <a:extLst>
                <a:ext uri="{FF2B5EF4-FFF2-40B4-BE49-F238E27FC236}">
                  <a16:creationId xmlns:a16="http://schemas.microsoft.com/office/drawing/2014/main" id="{87F8D920-A3FF-4510-A26B-2A814B261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419"/>
              <a:ext cx="32" cy="5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41" name="Oval 304">
              <a:extLst>
                <a:ext uri="{FF2B5EF4-FFF2-40B4-BE49-F238E27FC236}">
                  <a16:creationId xmlns:a16="http://schemas.microsoft.com/office/drawing/2014/main" id="{2BFC65D4-B282-44C5-A381-E1D5B07F8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" y="2275"/>
              <a:ext cx="32" cy="5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42" name="Oval 305">
              <a:extLst>
                <a:ext uri="{FF2B5EF4-FFF2-40B4-BE49-F238E27FC236}">
                  <a16:creationId xmlns:a16="http://schemas.microsoft.com/office/drawing/2014/main" id="{DBF0F5A0-019B-40B8-8366-A4B953205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2352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43" name="Oval 306">
              <a:extLst>
                <a:ext uri="{FF2B5EF4-FFF2-40B4-BE49-F238E27FC236}">
                  <a16:creationId xmlns:a16="http://schemas.microsoft.com/office/drawing/2014/main" id="{989D1165-BED1-4C26-8C15-F90B1A3BD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320"/>
              <a:ext cx="33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44" name="Freeform 307">
              <a:extLst>
                <a:ext uri="{FF2B5EF4-FFF2-40B4-BE49-F238E27FC236}">
                  <a16:creationId xmlns:a16="http://schemas.microsoft.com/office/drawing/2014/main" id="{33A8BC63-64DD-44D8-82F8-8166E5498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157"/>
              <a:ext cx="33" cy="56"/>
            </a:xfrm>
            <a:custGeom>
              <a:avLst/>
              <a:gdLst>
                <a:gd name="T0" fmla="*/ 96 w 13"/>
                <a:gd name="T1" fmla="*/ 397 h 21"/>
                <a:gd name="T2" fmla="*/ 0 w 13"/>
                <a:gd name="T3" fmla="*/ 192 h 21"/>
                <a:gd name="T4" fmla="*/ 96 w 13"/>
                <a:gd name="T5" fmla="*/ 0 h 21"/>
                <a:gd name="T6" fmla="*/ 213 w 13"/>
                <a:gd name="T7" fmla="*/ 192 h 21"/>
                <a:gd name="T8" fmla="*/ 96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5" name="Freeform 308">
              <a:extLst>
                <a:ext uri="{FF2B5EF4-FFF2-40B4-BE49-F238E27FC236}">
                  <a16:creationId xmlns:a16="http://schemas.microsoft.com/office/drawing/2014/main" id="{F268750D-FAE8-4011-8ACB-EC29CB2A3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853"/>
              <a:ext cx="32" cy="56"/>
            </a:xfrm>
            <a:custGeom>
              <a:avLst/>
              <a:gdLst>
                <a:gd name="T0" fmla="*/ 103 w 13"/>
                <a:gd name="T1" fmla="*/ 397 h 21"/>
                <a:gd name="T2" fmla="*/ 0 w 13"/>
                <a:gd name="T3" fmla="*/ 192 h 21"/>
                <a:gd name="T4" fmla="*/ 103 w 13"/>
                <a:gd name="T5" fmla="*/ 0 h 21"/>
                <a:gd name="T6" fmla="*/ 194 w 13"/>
                <a:gd name="T7" fmla="*/ 192 h 21"/>
                <a:gd name="T8" fmla="*/ 103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7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7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6" name="Oval 309">
              <a:extLst>
                <a:ext uri="{FF2B5EF4-FFF2-40B4-BE49-F238E27FC236}">
                  <a16:creationId xmlns:a16="http://schemas.microsoft.com/office/drawing/2014/main" id="{C7FA0122-AD2F-444C-B7E5-6911809F6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1821"/>
              <a:ext cx="33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47" name="Oval 310">
              <a:extLst>
                <a:ext uri="{FF2B5EF4-FFF2-40B4-BE49-F238E27FC236}">
                  <a16:creationId xmlns:a16="http://schemas.microsoft.com/office/drawing/2014/main" id="{EE255969-1110-4C85-A645-4B1B49DCF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" y="1779"/>
              <a:ext cx="33" cy="5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48" name="Freeform 311">
              <a:extLst>
                <a:ext uri="{FF2B5EF4-FFF2-40B4-BE49-F238E27FC236}">
                  <a16:creationId xmlns:a16="http://schemas.microsoft.com/office/drawing/2014/main" id="{5D7480E3-1F90-475B-B455-B1420CAD1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901"/>
              <a:ext cx="33" cy="56"/>
            </a:xfrm>
            <a:custGeom>
              <a:avLst/>
              <a:gdLst>
                <a:gd name="T0" fmla="*/ 96 w 13"/>
                <a:gd name="T1" fmla="*/ 397 h 21"/>
                <a:gd name="T2" fmla="*/ 0 w 13"/>
                <a:gd name="T3" fmla="*/ 192 h 21"/>
                <a:gd name="T4" fmla="*/ 96 w 13"/>
                <a:gd name="T5" fmla="*/ 0 h 21"/>
                <a:gd name="T6" fmla="*/ 213 w 13"/>
                <a:gd name="T7" fmla="*/ 192 h 21"/>
                <a:gd name="T8" fmla="*/ 96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9" name="Freeform 312">
              <a:extLst>
                <a:ext uri="{FF2B5EF4-FFF2-40B4-BE49-F238E27FC236}">
                  <a16:creationId xmlns:a16="http://schemas.microsoft.com/office/drawing/2014/main" id="{88559E22-553E-495F-AEFC-6AAC8657C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960"/>
              <a:ext cx="32" cy="56"/>
            </a:xfrm>
            <a:custGeom>
              <a:avLst/>
              <a:gdLst>
                <a:gd name="T0" fmla="*/ 103 w 13"/>
                <a:gd name="T1" fmla="*/ 397 h 21"/>
                <a:gd name="T2" fmla="*/ 0 w 13"/>
                <a:gd name="T3" fmla="*/ 192 h 21"/>
                <a:gd name="T4" fmla="*/ 103 w 13"/>
                <a:gd name="T5" fmla="*/ 0 h 21"/>
                <a:gd name="T6" fmla="*/ 194 w 13"/>
                <a:gd name="T7" fmla="*/ 192 h 21"/>
                <a:gd name="T8" fmla="*/ 103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7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7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0" name="Oval 313">
              <a:extLst>
                <a:ext uri="{FF2B5EF4-FFF2-40B4-BE49-F238E27FC236}">
                  <a16:creationId xmlns:a16="http://schemas.microsoft.com/office/drawing/2014/main" id="{E5B46CE7-C890-47C0-8B14-643DAE94C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1901"/>
              <a:ext cx="33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51" name="Oval 314">
              <a:extLst>
                <a:ext uri="{FF2B5EF4-FFF2-40B4-BE49-F238E27FC236}">
                  <a16:creationId xmlns:a16="http://schemas.microsoft.com/office/drawing/2014/main" id="{BB180EC5-0816-45CC-93D9-8C912A889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1963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52" name="Freeform 315">
              <a:extLst>
                <a:ext uri="{FF2B5EF4-FFF2-40B4-BE49-F238E27FC236}">
                  <a16:creationId xmlns:a16="http://schemas.microsoft.com/office/drawing/2014/main" id="{3D65DC20-F90C-4E35-8AFA-2A8F9F829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189"/>
              <a:ext cx="32" cy="56"/>
            </a:xfrm>
            <a:custGeom>
              <a:avLst/>
              <a:gdLst>
                <a:gd name="T0" fmla="*/ 91 w 13"/>
                <a:gd name="T1" fmla="*/ 397 h 21"/>
                <a:gd name="T2" fmla="*/ 0 w 13"/>
                <a:gd name="T3" fmla="*/ 192 h 21"/>
                <a:gd name="T4" fmla="*/ 91 w 13"/>
                <a:gd name="T5" fmla="*/ 0 h 21"/>
                <a:gd name="T6" fmla="*/ 194 w 13"/>
                <a:gd name="T7" fmla="*/ 192 h 21"/>
                <a:gd name="T8" fmla="*/ 91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3" name="Oval 316">
              <a:extLst>
                <a:ext uri="{FF2B5EF4-FFF2-40B4-BE49-F238E27FC236}">
                  <a16:creationId xmlns:a16="http://schemas.microsoft.com/office/drawing/2014/main" id="{9EB9DDA4-BCEC-41B2-B03C-0C786DF39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2243"/>
              <a:ext cx="20" cy="3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54" name="Freeform 317">
              <a:extLst>
                <a:ext uri="{FF2B5EF4-FFF2-40B4-BE49-F238E27FC236}">
                  <a16:creationId xmlns:a16="http://schemas.microsoft.com/office/drawing/2014/main" id="{C60531F4-7DE1-4A38-8678-E6E265834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229"/>
              <a:ext cx="17" cy="35"/>
            </a:xfrm>
            <a:custGeom>
              <a:avLst/>
              <a:gdLst>
                <a:gd name="T0" fmla="*/ 41 w 7"/>
                <a:gd name="T1" fmla="*/ 253 h 13"/>
                <a:gd name="T2" fmla="*/ 0 w 7"/>
                <a:gd name="T3" fmla="*/ 137 h 13"/>
                <a:gd name="T4" fmla="*/ 41 w 7"/>
                <a:gd name="T5" fmla="*/ 0 h 13"/>
                <a:gd name="T6" fmla="*/ 100 w 7"/>
                <a:gd name="T7" fmla="*/ 137 h 13"/>
                <a:gd name="T8" fmla="*/ 41 w 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3" y="13"/>
                  </a:moveTo>
                  <a:cubicBezTo>
                    <a:pt x="1" y="13"/>
                    <a:pt x="0" y="10"/>
                    <a:pt x="0" y="7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5" y="0"/>
                    <a:pt x="7" y="3"/>
                    <a:pt x="7" y="7"/>
                  </a:cubicBezTo>
                  <a:cubicBezTo>
                    <a:pt x="7" y="10"/>
                    <a:pt x="6" y="13"/>
                    <a:pt x="3" y="1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5" name="Freeform 318">
              <a:extLst>
                <a:ext uri="{FF2B5EF4-FFF2-40B4-BE49-F238E27FC236}">
                  <a16:creationId xmlns:a16="http://schemas.microsoft.com/office/drawing/2014/main" id="{FE2F0C68-DD28-4D99-89BB-5D08ADDAD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459"/>
              <a:ext cx="17" cy="34"/>
            </a:xfrm>
            <a:custGeom>
              <a:avLst/>
              <a:gdLst>
                <a:gd name="T0" fmla="*/ 41 w 7"/>
                <a:gd name="T1" fmla="*/ 233 h 13"/>
                <a:gd name="T2" fmla="*/ 0 w 7"/>
                <a:gd name="T3" fmla="*/ 123 h 13"/>
                <a:gd name="T4" fmla="*/ 41 w 7"/>
                <a:gd name="T5" fmla="*/ 0 h 13"/>
                <a:gd name="T6" fmla="*/ 100 w 7"/>
                <a:gd name="T7" fmla="*/ 123 h 13"/>
                <a:gd name="T8" fmla="*/ 41 w 7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3" y="13"/>
                  </a:moveTo>
                  <a:cubicBezTo>
                    <a:pt x="1" y="13"/>
                    <a:pt x="0" y="10"/>
                    <a:pt x="0" y="7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5" y="0"/>
                    <a:pt x="7" y="3"/>
                    <a:pt x="7" y="7"/>
                  </a:cubicBezTo>
                  <a:cubicBezTo>
                    <a:pt x="7" y="10"/>
                    <a:pt x="6" y="13"/>
                    <a:pt x="3" y="1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6" name="Freeform 319">
              <a:extLst>
                <a:ext uri="{FF2B5EF4-FFF2-40B4-BE49-F238E27FC236}">
                  <a16:creationId xmlns:a16="http://schemas.microsoft.com/office/drawing/2014/main" id="{9ED183EA-E7B0-4957-868B-4C37C6470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373"/>
              <a:ext cx="17" cy="32"/>
            </a:xfrm>
            <a:custGeom>
              <a:avLst/>
              <a:gdLst>
                <a:gd name="T0" fmla="*/ 41 w 7"/>
                <a:gd name="T1" fmla="*/ 227 h 12"/>
                <a:gd name="T2" fmla="*/ 0 w 7"/>
                <a:gd name="T3" fmla="*/ 115 h 12"/>
                <a:gd name="T4" fmla="*/ 41 w 7"/>
                <a:gd name="T5" fmla="*/ 0 h 12"/>
                <a:gd name="T6" fmla="*/ 100 w 7"/>
                <a:gd name="T7" fmla="*/ 115 h 12"/>
                <a:gd name="T8" fmla="*/ 41 w 7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12"/>
                  </a:moveTo>
                  <a:cubicBezTo>
                    <a:pt x="1" y="12"/>
                    <a:pt x="0" y="9"/>
                    <a:pt x="0" y="6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5" y="0"/>
                    <a:pt x="7" y="3"/>
                    <a:pt x="7" y="6"/>
                  </a:cubicBezTo>
                  <a:cubicBezTo>
                    <a:pt x="7" y="9"/>
                    <a:pt x="6" y="12"/>
                    <a:pt x="3" y="1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7" name="Oval 320">
              <a:extLst>
                <a:ext uri="{FF2B5EF4-FFF2-40B4-BE49-F238E27FC236}">
                  <a16:creationId xmlns:a16="http://schemas.microsoft.com/office/drawing/2014/main" id="{BBB1B63B-EEE3-409B-BDFC-916155D80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2195"/>
              <a:ext cx="32" cy="5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58" name="Oval 321">
              <a:extLst>
                <a:ext uri="{FF2B5EF4-FFF2-40B4-BE49-F238E27FC236}">
                  <a16:creationId xmlns:a16="http://schemas.microsoft.com/office/drawing/2014/main" id="{25997614-6078-471C-8739-B231C65BB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093"/>
              <a:ext cx="32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59" name="Freeform 322">
              <a:extLst>
                <a:ext uri="{FF2B5EF4-FFF2-40B4-BE49-F238E27FC236}">
                  <a16:creationId xmlns:a16="http://schemas.microsoft.com/office/drawing/2014/main" id="{A5DDBACE-02A8-4969-96B9-064C29009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024"/>
              <a:ext cx="32" cy="56"/>
            </a:xfrm>
            <a:custGeom>
              <a:avLst/>
              <a:gdLst>
                <a:gd name="T0" fmla="*/ 91 w 13"/>
                <a:gd name="T1" fmla="*/ 397 h 21"/>
                <a:gd name="T2" fmla="*/ 0 w 13"/>
                <a:gd name="T3" fmla="*/ 192 h 21"/>
                <a:gd name="T4" fmla="*/ 91 w 13"/>
                <a:gd name="T5" fmla="*/ 0 h 21"/>
                <a:gd name="T6" fmla="*/ 194 w 13"/>
                <a:gd name="T7" fmla="*/ 192 h 21"/>
                <a:gd name="T8" fmla="*/ 91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0" name="Oval 323">
              <a:extLst>
                <a:ext uri="{FF2B5EF4-FFF2-40B4-BE49-F238E27FC236}">
                  <a16:creationId xmlns:a16="http://schemas.microsoft.com/office/drawing/2014/main" id="{98A5571C-1364-4392-9F04-716E50924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016"/>
              <a:ext cx="33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61" name="Oval 324">
              <a:extLst>
                <a:ext uri="{FF2B5EF4-FFF2-40B4-BE49-F238E27FC236}">
                  <a16:creationId xmlns:a16="http://schemas.microsoft.com/office/drawing/2014/main" id="{A263B9EE-1552-4C3D-91EC-5018E300B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067"/>
              <a:ext cx="32" cy="5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62" name="Oval 325">
              <a:extLst>
                <a:ext uri="{FF2B5EF4-FFF2-40B4-BE49-F238E27FC236}">
                  <a16:creationId xmlns:a16="http://schemas.microsoft.com/office/drawing/2014/main" id="{8002ADD3-8D29-45F1-8278-511814CD4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1947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63" name="Oval 326">
              <a:extLst>
                <a:ext uri="{FF2B5EF4-FFF2-40B4-BE49-F238E27FC236}">
                  <a16:creationId xmlns:a16="http://schemas.microsoft.com/office/drawing/2014/main" id="{DEA5921F-001E-494D-87C2-B3786F872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1949"/>
              <a:ext cx="32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64" name="Oval 327">
              <a:extLst>
                <a:ext uri="{FF2B5EF4-FFF2-40B4-BE49-F238E27FC236}">
                  <a16:creationId xmlns:a16="http://schemas.microsoft.com/office/drawing/2014/main" id="{4491D138-33AF-4F1F-9546-E565C0CAA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144"/>
              <a:ext cx="17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65" name="Freeform 328">
              <a:extLst>
                <a:ext uri="{FF2B5EF4-FFF2-40B4-BE49-F238E27FC236}">
                  <a16:creationId xmlns:a16="http://schemas.microsoft.com/office/drawing/2014/main" id="{4477E3BC-12E5-4495-AAE5-46D3B7773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019"/>
              <a:ext cx="18" cy="32"/>
            </a:xfrm>
            <a:custGeom>
              <a:avLst/>
              <a:gdLst>
                <a:gd name="T0" fmla="*/ 67 w 7"/>
                <a:gd name="T1" fmla="*/ 227 h 12"/>
                <a:gd name="T2" fmla="*/ 0 w 7"/>
                <a:gd name="T3" fmla="*/ 115 h 12"/>
                <a:gd name="T4" fmla="*/ 67 w 7"/>
                <a:gd name="T5" fmla="*/ 0 h 12"/>
                <a:gd name="T6" fmla="*/ 118 w 7"/>
                <a:gd name="T7" fmla="*/ 115 h 12"/>
                <a:gd name="T8" fmla="*/ 67 w 7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4" y="12"/>
                  </a:moveTo>
                  <a:cubicBezTo>
                    <a:pt x="2" y="12"/>
                    <a:pt x="0" y="9"/>
                    <a:pt x="0" y="6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3"/>
                    <a:pt x="7" y="6"/>
                  </a:cubicBezTo>
                  <a:cubicBezTo>
                    <a:pt x="7" y="9"/>
                    <a:pt x="6" y="12"/>
                    <a:pt x="4" y="1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6" name="Freeform 329">
              <a:extLst>
                <a:ext uri="{FF2B5EF4-FFF2-40B4-BE49-F238E27FC236}">
                  <a16:creationId xmlns:a16="http://schemas.microsoft.com/office/drawing/2014/main" id="{6B12ECBF-55AD-4DE7-9FAC-47B0F84FA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7"/>
              <a:ext cx="32" cy="56"/>
            </a:xfrm>
            <a:custGeom>
              <a:avLst/>
              <a:gdLst>
                <a:gd name="T0" fmla="*/ 103 w 13"/>
                <a:gd name="T1" fmla="*/ 397 h 21"/>
                <a:gd name="T2" fmla="*/ 0 w 13"/>
                <a:gd name="T3" fmla="*/ 192 h 21"/>
                <a:gd name="T4" fmla="*/ 103 w 13"/>
                <a:gd name="T5" fmla="*/ 0 h 21"/>
                <a:gd name="T6" fmla="*/ 194 w 13"/>
                <a:gd name="T7" fmla="*/ 192 h 21"/>
                <a:gd name="T8" fmla="*/ 103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7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7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7" name="Oval 330">
              <a:extLst>
                <a:ext uri="{FF2B5EF4-FFF2-40B4-BE49-F238E27FC236}">
                  <a16:creationId xmlns:a16="http://schemas.microsoft.com/office/drawing/2014/main" id="{9F3C9295-4862-4A9E-AFD1-7DF95F8E5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1605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68" name="Oval 331">
              <a:extLst>
                <a:ext uri="{FF2B5EF4-FFF2-40B4-BE49-F238E27FC236}">
                  <a16:creationId xmlns:a16="http://schemas.microsoft.com/office/drawing/2014/main" id="{2C38163C-7B44-4BA6-836A-E924A7349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1597"/>
              <a:ext cx="33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69" name="Freeform 332">
              <a:extLst>
                <a:ext uri="{FF2B5EF4-FFF2-40B4-BE49-F238E27FC236}">
                  <a16:creationId xmlns:a16="http://schemas.microsoft.com/office/drawing/2014/main" id="{669B3479-93F3-425D-87DF-3D0455977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651"/>
              <a:ext cx="32" cy="56"/>
            </a:xfrm>
            <a:custGeom>
              <a:avLst/>
              <a:gdLst>
                <a:gd name="T0" fmla="*/ 103 w 13"/>
                <a:gd name="T1" fmla="*/ 397 h 21"/>
                <a:gd name="T2" fmla="*/ 0 w 13"/>
                <a:gd name="T3" fmla="*/ 192 h 21"/>
                <a:gd name="T4" fmla="*/ 103 w 13"/>
                <a:gd name="T5" fmla="*/ 0 h 21"/>
                <a:gd name="T6" fmla="*/ 194 w 13"/>
                <a:gd name="T7" fmla="*/ 192 h 21"/>
                <a:gd name="T8" fmla="*/ 103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7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7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0" name="Oval 333">
              <a:extLst>
                <a:ext uri="{FF2B5EF4-FFF2-40B4-BE49-F238E27FC236}">
                  <a16:creationId xmlns:a16="http://schemas.microsoft.com/office/drawing/2014/main" id="{1D0E18A4-6FAD-4717-9F4F-04D944CAA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1731"/>
              <a:ext cx="33" cy="5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71" name="Oval 334">
              <a:extLst>
                <a:ext uri="{FF2B5EF4-FFF2-40B4-BE49-F238E27FC236}">
                  <a16:creationId xmlns:a16="http://schemas.microsoft.com/office/drawing/2014/main" id="{CC014584-8AE5-4717-87F5-A4B710CFC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712"/>
              <a:ext cx="33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72" name="Oval 335">
              <a:extLst>
                <a:ext uri="{FF2B5EF4-FFF2-40B4-BE49-F238E27FC236}">
                  <a16:creationId xmlns:a16="http://schemas.microsoft.com/office/drawing/2014/main" id="{E4345948-5E84-41D8-8422-0AFB19CB7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1637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73" name="Oval 336">
              <a:extLst>
                <a:ext uri="{FF2B5EF4-FFF2-40B4-BE49-F238E27FC236}">
                  <a16:creationId xmlns:a16="http://schemas.microsoft.com/office/drawing/2014/main" id="{84E53B21-17F6-4EEF-A8BC-CC8E2636D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2" y="1549"/>
              <a:ext cx="33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74" name="Oval 337">
              <a:extLst>
                <a:ext uri="{FF2B5EF4-FFF2-40B4-BE49-F238E27FC236}">
                  <a16:creationId xmlns:a16="http://schemas.microsoft.com/office/drawing/2014/main" id="{93E98803-CE29-4894-84AE-03E252241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1528"/>
              <a:ext cx="32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75" name="Freeform 338">
              <a:extLst>
                <a:ext uri="{FF2B5EF4-FFF2-40B4-BE49-F238E27FC236}">
                  <a16:creationId xmlns:a16="http://schemas.microsoft.com/office/drawing/2014/main" id="{F01C990A-423B-45D4-9E9C-C47CA46BF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533"/>
              <a:ext cx="32" cy="56"/>
            </a:xfrm>
            <a:custGeom>
              <a:avLst/>
              <a:gdLst>
                <a:gd name="T0" fmla="*/ 103 w 13"/>
                <a:gd name="T1" fmla="*/ 397 h 21"/>
                <a:gd name="T2" fmla="*/ 0 w 13"/>
                <a:gd name="T3" fmla="*/ 192 h 21"/>
                <a:gd name="T4" fmla="*/ 103 w 13"/>
                <a:gd name="T5" fmla="*/ 0 h 21"/>
                <a:gd name="T6" fmla="*/ 194 w 13"/>
                <a:gd name="T7" fmla="*/ 192 h 21"/>
                <a:gd name="T8" fmla="*/ 103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7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7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6" name="Oval 339">
              <a:extLst>
                <a:ext uri="{FF2B5EF4-FFF2-40B4-BE49-F238E27FC236}">
                  <a16:creationId xmlns:a16="http://schemas.microsoft.com/office/drawing/2014/main" id="{04871C51-287E-4E29-B61D-54A82C961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2" y="1600"/>
              <a:ext cx="18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77" name="Oval 340">
              <a:extLst>
                <a:ext uri="{FF2B5EF4-FFF2-40B4-BE49-F238E27FC236}">
                  <a16:creationId xmlns:a16="http://schemas.microsoft.com/office/drawing/2014/main" id="{5C87B8A2-A8FA-47C7-8588-45F242CDC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1496"/>
              <a:ext cx="18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78" name="Freeform 341">
              <a:extLst>
                <a:ext uri="{FF2B5EF4-FFF2-40B4-BE49-F238E27FC236}">
                  <a16:creationId xmlns:a16="http://schemas.microsoft.com/office/drawing/2014/main" id="{573FE649-2DB6-40F6-A346-EC22D371E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683"/>
              <a:ext cx="18" cy="32"/>
            </a:xfrm>
            <a:custGeom>
              <a:avLst/>
              <a:gdLst>
                <a:gd name="T0" fmla="*/ 67 w 7"/>
                <a:gd name="T1" fmla="*/ 227 h 12"/>
                <a:gd name="T2" fmla="*/ 0 w 7"/>
                <a:gd name="T3" fmla="*/ 115 h 12"/>
                <a:gd name="T4" fmla="*/ 67 w 7"/>
                <a:gd name="T5" fmla="*/ 0 h 12"/>
                <a:gd name="T6" fmla="*/ 118 w 7"/>
                <a:gd name="T7" fmla="*/ 115 h 12"/>
                <a:gd name="T8" fmla="*/ 67 w 7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4" y="12"/>
                  </a:moveTo>
                  <a:cubicBezTo>
                    <a:pt x="2" y="12"/>
                    <a:pt x="0" y="9"/>
                    <a:pt x="0" y="6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3"/>
                    <a:pt x="7" y="6"/>
                  </a:cubicBezTo>
                  <a:cubicBezTo>
                    <a:pt x="7" y="9"/>
                    <a:pt x="6" y="12"/>
                    <a:pt x="4" y="1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9" name="Freeform 342">
              <a:extLst>
                <a:ext uri="{FF2B5EF4-FFF2-40B4-BE49-F238E27FC236}">
                  <a16:creationId xmlns:a16="http://schemas.microsoft.com/office/drawing/2014/main" id="{B190322D-4C04-482C-BD94-508E25FC7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632"/>
              <a:ext cx="33" cy="56"/>
            </a:xfrm>
            <a:custGeom>
              <a:avLst/>
              <a:gdLst>
                <a:gd name="T0" fmla="*/ 96 w 13"/>
                <a:gd name="T1" fmla="*/ 397 h 21"/>
                <a:gd name="T2" fmla="*/ 0 w 13"/>
                <a:gd name="T3" fmla="*/ 192 h 21"/>
                <a:gd name="T4" fmla="*/ 96 w 13"/>
                <a:gd name="T5" fmla="*/ 0 h 21"/>
                <a:gd name="T6" fmla="*/ 213 w 13"/>
                <a:gd name="T7" fmla="*/ 192 h 21"/>
                <a:gd name="T8" fmla="*/ 96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0" name="Oval 343">
              <a:extLst>
                <a:ext uri="{FF2B5EF4-FFF2-40B4-BE49-F238E27FC236}">
                  <a16:creationId xmlns:a16="http://schemas.microsoft.com/office/drawing/2014/main" id="{E8E250F5-AC1E-4211-B377-C0A7E85DB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659"/>
              <a:ext cx="33" cy="5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81" name="Oval 344">
              <a:extLst>
                <a:ext uri="{FF2B5EF4-FFF2-40B4-BE49-F238E27FC236}">
                  <a16:creationId xmlns:a16="http://schemas.microsoft.com/office/drawing/2014/main" id="{A4F6E481-6C3B-4D91-8B38-884E509E9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2869"/>
              <a:ext cx="33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82" name="Oval 345">
              <a:extLst>
                <a:ext uri="{FF2B5EF4-FFF2-40B4-BE49-F238E27FC236}">
                  <a16:creationId xmlns:a16="http://schemas.microsoft.com/office/drawing/2014/main" id="{CD2FCAA7-4D01-4C17-BA99-4DD50E7DD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2939"/>
              <a:ext cx="33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83" name="Oval 346">
              <a:extLst>
                <a:ext uri="{FF2B5EF4-FFF2-40B4-BE49-F238E27FC236}">
                  <a16:creationId xmlns:a16="http://schemas.microsoft.com/office/drawing/2014/main" id="{4A1F3271-573E-4241-ABAC-49BECDCFA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2869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84" name="Oval 347">
              <a:extLst>
                <a:ext uri="{FF2B5EF4-FFF2-40B4-BE49-F238E27FC236}">
                  <a16:creationId xmlns:a16="http://schemas.microsoft.com/office/drawing/2014/main" id="{07EA1440-366B-456C-9D79-1FC66091A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2997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85" name="Oval 348">
              <a:extLst>
                <a:ext uri="{FF2B5EF4-FFF2-40B4-BE49-F238E27FC236}">
                  <a16:creationId xmlns:a16="http://schemas.microsoft.com/office/drawing/2014/main" id="{7E41AE71-EE75-419F-8EF8-583F7E8F0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2947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86" name="Oval 349">
              <a:extLst>
                <a:ext uri="{FF2B5EF4-FFF2-40B4-BE49-F238E27FC236}">
                  <a16:creationId xmlns:a16="http://schemas.microsoft.com/office/drawing/2014/main" id="{C52453D8-8CD7-485D-84A9-5E417145F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528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87" name="Oval 350">
              <a:extLst>
                <a:ext uri="{FF2B5EF4-FFF2-40B4-BE49-F238E27FC236}">
                  <a16:creationId xmlns:a16="http://schemas.microsoft.com/office/drawing/2014/main" id="{7E0C6403-B6EC-473F-BAE4-ACAD3C377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2520"/>
              <a:ext cx="32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88" name="Oval 351">
              <a:extLst>
                <a:ext uri="{FF2B5EF4-FFF2-40B4-BE49-F238E27FC236}">
                  <a16:creationId xmlns:a16="http://schemas.microsoft.com/office/drawing/2014/main" id="{5728493A-B52A-402C-B99D-7ACEB8804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2587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89" name="Oval 352">
              <a:extLst>
                <a:ext uri="{FF2B5EF4-FFF2-40B4-BE49-F238E27FC236}">
                  <a16:creationId xmlns:a16="http://schemas.microsoft.com/office/drawing/2014/main" id="{565FDB76-BAD3-4294-B787-54D682690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552"/>
              <a:ext cx="32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90" name="Oval 353">
              <a:extLst>
                <a:ext uri="{FF2B5EF4-FFF2-40B4-BE49-F238E27FC236}">
                  <a16:creationId xmlns:a16="http://schemas.microsoft.com/office/drawing/2014/main" id="{C519AC65-EBF8-4571-B18C-BF59921F1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451"/>
              <a:ext cx="33" cy="5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91" name="Freeform 354">
              <a:extLst>
                <a:ext uri="{FF2B5EF4-FFF2-40B4-BE49-F238E27FC236}">
                  <a16:creationId xmlns:a16="http://schemas.microsoft.com/office/drawing/2014/main" id="{2BCD01F8-7F54-42A2-9D1C-58CBAC08D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456"/>
              <a:ext cx="33" cy="56"/>
            </a:xfrm>
            <a:custGeom>
              <a:avLst/>
              <a:gdLst>
                <a:gd name="T0" fmla="*/ 96 w 13"/>
                <a:gd name="T1" fmla="*/ 397 h 21"/>
                <a:gd name="T2" fmla="*/ 0 w 13"/>
                <a:gd name="T3" fmla="*/ 192 h 21"/>
                <a:gd name="T4" fmla="*/ 96 w 13"/>
                <a:gd name="T5" fmla="*/ 0 h 21"/>
                <a:gd name="T6" fmla="*/ 213 w 13"/>
                <a:gd name="T7" fmla="*/ 192 h 21"/>
                <a:gd name="T8" fmla="*/ 96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2" name="Oval 355">
              <a:extLst>
                <a:ext uri="{FF2B5EF4-FFF2-40B4-BE49-F238E27FC236}">
                  <a16:creationId xmlns:a16="http://schemas.microsoft.com/office/drawing/2014/main" id="{3F68E6F5-DD51-49E0-997D-428283C13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2523"/>
              <a:ext cx="17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93" name="Freeform 356">
              <a:extLst>
                <a:ext uri="{FF2B5EF4-FFF2-40B4-BE49-F238E27FC236}">
                  <a16:creationId xmlns:a16="http://schemas.microsoft.com/office/drawing/2014/main" id="{BB945E81-71E4-4F78-9B87-FBDCFBFF1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627"/>
              <a:ext cx="17" cy="32"/>
            </a:xfrm>
            <a:custGeom>
              <a:avLst/>
              <a:gdLst>
                <a:gd name="T0" fmla="*/ 41 w 7"/>
                <a:gd name="T1" fmla="*/ 227 h 12"/>
                <a:gd name="T2" fmla="*/ 0 w 7"/>
                <a:gd name="T3" fmla="*/ 115 h 12"/>
                <a:gd name="T4" fmla="*/ 41 w 7"/>
                <a:gd name="T5" fmla="*/ 0 h 12"/>
                <a:gd name="T6" fmla="*/ 100 w 7"/>
                <a:gd name="T7" fmla="*/ 115 h 12"/>
                <a:gd name="T8" fmla="*/ 41 w 7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12"/>
                  </a:moveTo>
                  <a:cubicBezTo>
                    <a:pt x="1" y="12"/>
                    <a:pt x="0" y="9"/>
                    <a:pt x="0" y="6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7" y="3"/>
                    <a:pt x="7" y="6"/>
                  </a:cubicBezTo>
                  <a:cubicBezTo>
                    <a:pt x="7" y="9"/>
                    <a:pt x="5" y="12"/>
                    <a:pt x="3" y="1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4" name="Oval 357">
              <a:extLst>
                <a:ext uri="{FF2B5EF4-FFF2-40B4-BE49-F238E27FC236}">
                  <a16:creationId xmlns:a16="http://schemas.microsoft.com/office/drawing/2014/main" id="{A1E8E894-D550-4F9F-AE12-5BB7757B3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603"/>
              <a:ext cx="18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95" name="Oval 358">
              <a:extLst>
                <a:ext uri="{FF2B5EF4-FFF2-40B4-BE49-F238E27FC236}">
                  <a16:creationId xmlns:a16="http://schemas.microsoft.com/office/drawing/2014/main" id="{B67F2B09-457D-407F-A33D-1C6EA018A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413"/>
              <a:ext cx="32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96" name="Freeform 359">
              <a:extLst>
                <a:ext uri="{FF2B5EF4-FFF2-40B4-BE49-F238E27FC236}">
                  <a16:creationId xmlns:a16="http://schemas.microsoft.com/office/drawing/2014/main" id="{7C56FE01-773D-47C0-8B0D-85CBA6557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408"/>
              <a:ext cx="33" cy="56"/>
            </a:xfrm>
            <a:custGeom>
              <a:avLst/>
              <a:gdLst>
                <a:gd name="T0" fmla="*/ 96 w 13"/>
                <a:gd name="T1" fmla="*/ 397 h 21"/>
                <a:gd name="T2" fmla="*/ 0 w 13"/>
                <a:gd name="T3" fmla="*/ 192 h 21"/>
                <a:gd name="T4" fmla="*/ 96 w 13"/>
                <a:gd name="T5" fmla="*/ 0 h 21"/>
                <a:gd name="T6" fmla="*/ 213 w 13"/>
                <a:gd name="T7" fmla="*/ 192 h 21"/>
                <a:gd name="T8" fmla="*/ 96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7" name="Freeform 360">
              <a:extLst>
                <a:ext uri="{FF2B5EF4-FFF2-40B4-BE49-F238E27FC236}">
                  <a16:creationId xmlns:a16="http://schemas.microsoft.com/office/drawing/2014/main" id="{B62A3323-0510-4170-B560-C95775FBF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509"/>
              <a:ext cx="32" cy="56"/>
            </a:xfrm>
            <a:custGeom>
              <a:avLst/>
              <a:gdLst>
                <a:gd name="T0" fmla="*/ 91 w 13"/>
                <a:gd name="T1" fmla="*/ 397 h 21"/>
                <a:gd name="T2" fmla="*/ 0 w 13"/>
                <a:gd name="T3" fmla="*/ 192 h 21"/>
                <a:gd name="T4" fmla="*/ 91 w 13"/>
                <a:gd name="T5" fmla="*/ 0 h 21"/>
                <a:gd name="T6" fmla="*/ 194 w 13"/>
                <a:gd name="T7" fmla="*/ 192 h 21"/>
                <a:gd name="T8" fmla="*/ 91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8" name="Oval 361">
              <a:extLst>
                <a:ext uri="{FF2B5EF4-FFF2-40B4-BE49-F238E27FC236}">
                  <a16:creationId xmlns:a16="http://schemas.microsoft.com/office/drawing/2014/main" id="{D3ABA72D-BCDA-4117-82F4-B8931D0FE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552"/>
              <a:ext cx="32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099" name="Oval 362">
              <a:extLst>
                <a:ext uri="{FF2B5EF4-FFF2-40B4-BE49-F238E27FC236}">
                  <a16:creationId xmlns:a16="http://schemas.microsoft.com/office/drawing/2014/main" id="{423EC5C0-AB79-4394-B4E7-8313BECCD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2472"/>
              <a:ext cx="33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00" name="Oval 363">
              <a:extLst>
                <a:ext uri="{FF2B5EF4-FFF2-40B4-BE49-F238E27FC236}">
                  <a16:creationId xmlns:a16="http://schemas.microsoft.com/office/drawing/2014/main" id="{3D19AC45-0201-436D-A812-4CAE49B42A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2352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01" name="Freeform 364">
              <a:extLst>
                <a:ext uri="{FF2B5EF4-FFF2-40B4-BE49-F238E27FC236}">
                  <a16:creationId xmlns:a16="http://schemas.microsoft.com/office/drawing/2014/main" id="{8AE0419E-49FC-4870-8BB3-16EB601A4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440"/>
              <a:ext cx="32" cy="56"/>
            </a:xfrm>
            <a:custGeom>
              <a:avLst/>
              <a:gdLst>
                <a:gd name="T0" fmla="*/ 91 w 13"/>
                <a:gd name="T1" fmla="*/ 397 h 21"/>
                <a:gd name="T2" fmla="*/ 0 w 13"/>
                <a:gd name="T3" fmla="*/ 192 h 21"/>
                <a:gd name="T4" fmla="*/ 91 w 13"/>
                <a:gd name="T5" fmla="*/ 0 h 21"/>
                <a:gd name="T6" fmla="*/ 194 w 13"/>
                <a:gd name="T7" fmla="*/ 192 h 21"/>
                <a:gd name="T8" fmla="*/ 91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2" name="Oval 365">
              <a:extLst>
                <a:ext uri="{FF2B5EF4-FFF2-40B4-BE49-F238E27FC236}">
                  <a16:creationId xmlns:a16="http://schemas.microsoft.com/office/drawing/2014/main" id="{FC2585E5-F36D-479F-9EB0-A520E37EA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515"/>
              <a:ext cx="32" cy="5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03" name="Oval 366">
              <a:extLst>
                <a:ext uri="{FF2B5EF4-FFF2-40B4-BE49-F238E27FC236}">
                  <a16:creationId xmlns:a16="http://schemas.microsoft.com/office/drawing/2014/main" id="{EC8323BC-C5F6-4DD8-B2CF-697BDEAD4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2464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04" name="Oval 367">
              <a:extLst>
                <a:ext uri="{FF2B5EF4-FFF2-40B4-BE49-F238E27FC236}">
                  <a16:creationId xmlns:a16="http://schemas.microsoft.com/office/drawing/2014/main" id="{38AD6AB1-2E68-469A-A542-7C0D12414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592"/>
              <a:ext cx="33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05" name="Oval 368">
              <a:extLst>
                <a:ext uri="{FF2B5EF4-FFF2-40B4-BE49-F238E27FC236}">
                  <a16:creationId xmlns:a16="http://schemas.microsoft.com/office/drawing/2014/main" id="{CB313183-28D2-4E1B-893C-C9B7B26C3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627"/>
              <a:ext cx="32" cy="5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06" name="Freeform 369">
              <a:extLst>
                <a:ext uri="{FF2B5EF4-FFF2-40B4-BE49-F238E27FC236}">
                  <a16:creationId xmlns:a16="http://schemas.microsoft.com/office/drawing/2014/main" id="{B614AF82-62AE-4C1E-8AF2-276592EAA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339"/>
              <a:ext cx="32" cy="56"/>
            </a:xfrm>
            <a:custGeom>
              <a:avLst/>
              <a:gdLst>
                <a:gd name="T0" fmla="*/ 103 w 13"/>
                <a:gd name="T1" fmla="*/ 397 h 21"/>
                <a:gd name="T2" fmla="*/ 0 w 13"/>
                <a:gd name="T3" fmla="*/ 192 h 21"/>
                <a:gd name="T4" fmla="*/ 103 w 13"/>
                <a:gd name="T5" fmla="*/ 0 h 21"/>
                <a:gd name="T6" fmla="*/ 194 w 13"/>
                <a:gd name="T7" fmla="*/ 192 h 21"/>
                <a:gd name="T8" fmla="*/ 103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7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7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7" name="Oval 370">
              <a:extLst>
                <a:ext uri="{FF2B5EF4-FFF2-40B4-BE49-F238E27FC236}">
                  <a16:creationId xmlns:a16="http://schemas.microsoft.com/office/drawing/2014/main" id="{445F90F7-A10A-443E-9678-E7D73D165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341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08" name="Oval 371">
              <a:extLst>
                <a:ext uri="{FF2B5EF4-FFF2-40B4-BE49-F238E27FC236}">
                  <a16:creationId xmlns:a16="http://schemas.microsoft.com/office/drawing/2014/main" id="{659F466E-C32A-47A3-874D-FE463BCD4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408"/>
              <a:ext cx="18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09" name="Oval 372">
              <a:extLst>
                <a:ext uri="{FF2B5EF4-FFF2-40B4-BE49-F238E27FC236}">
                  <a16:creationId xmlns:a16="http://schemas.microsoft.com/office/drawing/2014/main" id="{988EE4F1-8A2B-4E93-A199-D71EBF0AA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488"/>
              <a:ext cx="17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10" name="Oval 373">
              <a:extLst>
                <a:ext uri="{FF2B5EF4-FFF2-40B4-BE49-F238E27FC236}">
                  <a16:creationId xmlns:a16="http://schemas.microsoft.com/office/drawing/2014/main" id="{8EA888EC-7D25-4C1E-B07C-E5A9E8A36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589"/>
              <a:ext cx="18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11" name="Oval 374">
              <a:extLst>
                <a:ext uri="{FF2B5EF4-FFF2-40B4-BE49-F238E27FC236}">
                  <a16:creationId xmlns:a16="http://schemas.microsoft.com/office/drawing/2014/main" id="{99C791B8-94A3-4716-BF68-B895BC622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" y="2653"/>
              <a:ext cx="18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12" name="Oval 375">
              <a:extLst>
                <a:ext uri="{FF2B5EF4-FFF2-40B4-BE49-F238E27FC236}">
                  <a16:creationId xmlns:a16="http://schemas.microsoft.com/office/drawing/2014/main" id="{3D393548-C966-4129-9A3B-3F3CBD6E4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544"/>
              <a:ext cx="18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13" name="Oval 376">
              <a:extLst>
                <a:ext uri="{FF2B5EF4-FFF2-40B4-BE49-F238E27FC236}">
                  <a16:creationId xmlns:a16="http://schemas.microsoft.com/office/drawing/2014/main" id="{B1EE7CD0-89B4-4501-A916-165DBAFDE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2915"/>
              <a:ext cx="18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14" name="Oval 377">
              <a:extLst>
                <a:ext uri="{FF2B5EF4-FFF2-40B4-BE49-F238E27FC236}">
                  <a16:creationId xmlns:a16="http://schemas.microsoft.com/office/drawing/2014/main" id="{A09E3DFD-48E9-40E6-9D5F-E3D46022A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912"/>
              <a:ext cx="18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15" name="Oval 378">
              <a:extLst>
                <a:ext uri="{FF2B5EF4-FFF2-40B4-BE49-F238E27FC236}">
                  <a16:creationId xmlns:a16="http://schemas.microsoft.com/office/drawing/2014/main" id="{BEC9A3A2-85D1-48D8-BEEB-91FAC98D7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1949"/>
              <a:ext cx="18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16" name="Oval 379">
              <a:extLst>
                <a:ext uri="{FF2B5EF4-FFF2-40B4-BE49-F238E27FC236}">
                  <a16:creationId xmlns:a16="http://schemas.microsoft.com/office/drawing/2014/main" id="{8F5D018F-EA87-4C0C-9E28-97CF3C01C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1899"/>
              <a:ext cx="18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17" name="Oval 380">
              <a:extLst>
                <a:ext uri="{FF2B5EF4-FFF2-40B4-BE49-F238E27FC236}">
                  <a16:creationId xmlns:a16="http://schemas.microsoft.com/office/drawing/2014/main" id="{62D6F4CD-EB6E-487B-BFB0-5D727F6E6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" y="1827"/>
              <a:ext cx="18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18" name="Oval 381">
              <a:extLst>
                <a:ext uri="{FF2B5EF4-FFF2-40B4-BE49-F238E27FC236}">
                  <a16:creationId xmlns:a16="http://schemas.microsoft.com/office/drawing/2014/main" id="{B7783714-17AC-49C7-9096-2904A0A2C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2696"/>
              <a:ext cx="32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19" name="Freeform 382">
              <a:extLst>
                <a:ext uri="{FF2B5EF4-FFF2-40B4-BE49-F238E27FC236}">
                  <a16:creationId xmlns:a16="http://schemas.microsoft.com/office/drawing/2014/main" id="{ADEEC081-8EA2-439E-800A-0AA1397DD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669"/>
              <a:ext cx="30" cy="54"/>
            </a:xfrm>
            <a:custGeom>
              <a:avLst/>
              <a:gdLst>
                <a:gd name="T0" fmla="*/ 95 w 12"/>
                <a:gd name="T1" fmla="*/ 394 h 20"/>
                <a:gd name="T2" fmla="*/ 188 w 12"/>
                <a:gd name="T3" fmla="*/ 197 h 20"/>
                <a:gd name="T4" fmla="*/ 125 w 12"/>
                <a:gd name="T5" fmla="*/ 0 h 20"/>
                <a:gd name="T6" fmla="*/ 0 w 12"/>
                <a:gd name="T7" fmla="*/ 313 h 20"/>
                <a:gd name="T8" fmla="*/ 95 w 12"/>
                <a:gd name="T9" fmla="*/ 39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6" y="20"/>
                  </a:moveTo>
                  <a:cubicBezTo>
                    <a:pt x="9" y="20"/>
                    <a:pt x="12" y="16"/>
                    <a:pt x="12" y="10"/>
                  </a:cubicBezTo>
                  <a:cubicBezTo>
                    <a:pt x="12" y="5"/>
                    <a:pt x="11" y="1"/>
                    <a:pt x="8" y="0"/>
                  </a:cubicBezTo>
                  <a:cubicBezTo>
                    <a:pt x="6" y="6"/>
                    <a:pt x="3" y="11"/>
                    <a:pt x="0" y="16"/>
                  </a:cubicBezTo>
                  <a:cubicBezTo>
                    <a:pt x="2" y="19"/>
                    <a:pt x="4" y="20"/>
                    <a:pt x="6" y="2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0" name="Freeform 383">
              <a:extLst>
                <a:ext uri="{FF2B5EF4-FFF2-40B4-BE49-F238E27FC236}">
                  <a16:creationId xmlns:a16="http://schemas.microsoft.com/office/drawing/2014/main" id="{C1B2665C-975F-4EEC-8989-E6EF01952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787"/>
              <a:ext cx="33" cy="56"/>
            </a:xfrm>
            <a:custGeom>
              <a:avLst/>
              <a:gdLst>
                <a:gd name="T0" fmla="*/ 96 w 13"/>
                <a:gd name="T1" fmla="*/ 397 h 21"/>
                <a:gd name="T2" fmla="*/ 0 w 13"/>
                <a:gd name="T3" fmla="*/ 192 h 21"/>
                <a:gd name="T4" fmla="*/ 96 w 13"/>
                <a:gd name="T5" fmla="*/ 0 h 21"/>
                <a:gd name="T6" fmla="*/ 213 w 13"/>
                <a:gd name="T7" fmla="*/ 192 h 21"/>
                <a:gd name="T8" fmla="*/ 96 w 1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0" y="10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5"/>
                    <a:pt x="13" y="10"/>
                  </a:cubicBezTo>
                  <a:cubicBezTo>
                    <a:pt x="13" y="16"/>
                    <a:pt x="10" y="21"/>
                    <a:pt x="6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1" name="Oval 384">
              <a:extLst>
                <a:ext uri="{FF2B5EF4-FFF2-40B4-BE49-F238E27FC236}">
                  <a16:creationId xmlns:a16="http://schemas.microsoft.com/office/drawing/2014/main" id="{DB2035A6-87BE-4468-915F-9EF96A04F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2624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22" name="Oval 385">
              <a:extLst>
                <a:ext uri="{FF2B5EF4-FFF2-40B4-BE49-F238E27FC236}">
                  <a16:creationId xmlns:a16="http://schemas.microsoft.com/office/drawing/2014/main" id="{08BB0BD5-8A64-4C35-9625-DADD30F53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744"/>
              <a:ext cx="32" cy="59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23" name="Oval 386">
              <a:extLst>
                <a:ext uri="{FF2B5EF4-FFF2-40B4-BE49-F238E27FC236}">
                  <a16:creationId xmlns:a16="http://schemas.microsoft.com/office/drawing/2014/main" id="{C70DBFF2-7889-47E3-9A54-EA84CB06A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" y="2795"/>
              <a:ext cx="32" cy="5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24" name="Oval 387">
              <a:extLst>
                <a:ext uri="{FF2B5EF4-FFF2-40B4-BE49-F238E27FC236}">
                  <a16:creationId xmlns:a16="http://schemas.microsoft.com/office/drawing/2014/main" id="{93786EE1-C22E-4114-8225-F771B1182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2733"/>
              <a:ext cx="17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25" name="Oval 388">
              <a:extLst>
                <a:ext uri="{FF2B5EF4-FFF2-40B4-BE49-F238E27FC236}">
                  <a16:creationId xmlns:a16="http://schemas.microsoft.com/office/drawing/2014/main" id="{2B21E6C4-6BC2-4E4A-9443-21A947F18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672"/>
              <a:ext cx="17" cy="3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26" name="Oval 389">
              <a:extLst>
                <a:ext uri="{FF2B5EF4-FFF2-40B4-BE49-F238E27FC236}">
                  <a16:creationId xmlns:a16="http://schemas.microsoft.com/office/drawing/2014/main" id="{404F848E-8B9C-456F-A4CA-17893993C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2771"/>
              <a:ext cx="73" cy="7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4127" name="Freeform 390">
              <a:extLst>
                <a:ext uri="{FF2B5EF4-FFF2-40B4-BE49-F238E27FC236}">
                  <a16:creationId xmlns:a16="http://schemas.microsoft.com/office/drawing/2014/main" id="{7B9F8405-45F7-4A5B-9612-F45FF7F25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427"/>
              <a:ext cx="300" cy="274"/>
            </a:xfrm>
            <a:custGeom>
              <a:avLst/>
              <a:gdLst>
                <a:gd name="T0" fmla="*/ 1175 w 120"/>
                <a:gd name="T1" fmla="*/ 1692 h 103"/>
                <a:gd name="T2" fmla="*/ 1563 w 120"/>
                <a:gd name="T3" fmla="*/ 1224 h 103"/>
                <a:gd name="T4" fmla="*/ 1875 w 120"/>
                <a:gd name="T5" fmla="*/ 1415 h 103"/>
                <a:gd name="T6" fmla="*/ 1875 w 120"/>
                <a:gd name="T7" fmla="*/ 1415 h 103"/>
                <a:gd name="T8" fmla="*/ 520 w 120"/>
                <a:gd name="T9" fmla="*/ 205 h 103"/>
                <a:gd name="T10" fmla="*/ 188 w 120"/>
                <a:gd name="T11" fmla="*/ 750 h 103"/>
                <a:gd name="T12" fmla="*/ 1238 w 120"/>
                <a:gd name="T13" fmla="*/ 1939 h 103"/>
                <a:gd name="T14" fmla="*/ 1175 w 120"/>
                <a:gd name="T15" fmla="*/ 1692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03">
                  <a:moveTo>
                    <a:pt x="75" y="90"/>
                  </a:moveTo>
                  <a:cubicBezTo>
                    <a:pt x="75" y="77"/>
                    <a:pt x="86" y="65"/>
                    <a:pt x="100" y="65"/>
                  </a:cubicBezTo>
                  <a:cubicBezTo>
                    <a:pt x="108" y="65"/>
                    <a:pt x="116" y="69"/>
                    <a:pt x="120" y="75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07" y="58"/>
                    <a:pt x="54" y="20"/>
                    <a:pt x="33" y="11"/>
                  </a:cubicBezTo>
                  <a:cubicBezTo>
                    <a:pt x="12" y="0"/>
                    <a:pt x="0" y="31"/>
                    <a:pt x="12" y="40"/>
                  </a:cubicBezTo>
                  <a:cubicBezTo>
                    <a:pt x="45" y="67"/>
                    <a:pt x="68" y="89"/>
                    <a:pt x="79" y="103"/>
                  </a:cubicBezTo>
                  <a:cubicBezTo>
                    <a:pt x="76" y="100"/>
                    <a:pt x="75" y="95"/>
                    <a:pt x="75" y="9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8" name="Freeform 391">
              <a:extLst>
                <a:ext uri="{FF2B5EF4-FFF2-40B4-BE49-F238E27FC236}">
                  <a16:creationId xmlns:a16="http://schemas.microsoft.com/office/drawing/2014/main" id="{FF69B7C0-8FED-4AC1-9134-CFE9EEA3C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600"/>
              <a:ext cx="125" cy="133"/>
            </a:xfrm>
            <a:custGeom>
              <a:avLst/>
              <a:gdLst>
                <a:gd name="T0" fmla="*/ 220 w 50"/>
                <a:gd name="T1" fmla="*/ 622 h 50"/>
                <a:gd name="T2" fmla="*/ 175 w 50"/>
                <a:gd name="T3" fmla="*/ 473 h 50"/>
                <a:gd name="T4" fmla="*/ 395 w 50"/>
                <a:gd name="T5" fmla="*/ 205 h 50"/>
                <a:gd name="T6" fmla="*/ 458 w 50"/>
                <a:gd name="T7" fmla="*/ 226 h 50"/>
                <a:gd name="T8" fmla="*/ 520 w 50"/>
                <a:gd name="T9" fmla="*/ 261 h 50"/>
                <a:gd name="T10" fmla="*/ 658 w 50"/>
                <a:gd name="T11" fmla="*/ 452 h 50"/>
                <a:gd name="T12" fmla="*/ 770 w 50"/>
                <a:gd name="T13" fmla="*/ 622 h 50"/>
                <a:gd name="T14" fmla="*/ 783 w 50"/>
                <a:gd name="T15" fmla="*/ 473 h 50"/>
                <a:gd name="T16" fmla="*/ 395 w 50"/>
                <a:gd name="T17" fmla="*/ 0 h 50"/>
                <a:gd name="T18" fmla="*/ 0 w 50"/>
                <a:gd name="T19" fmla="*/ 473 h 50"/>
                <a:gd name="T20" fmla="*/ 395 w 50"/>
                <a:gd name="T21" fmla="*/ 942 h 50"/>
                <a:gd name="T22" fmla="*/ 458 w 50"/>
                <a:gd name="T23" fmla="*/ 942 h 50"/>
                <a:gd name="T24" fmla="*/ 345 w 50"/>
                <a:gd name="T25" fmla="*/ 793 h 50"/>
                <a:gd name="T26" fmla="*/ 220 w 50"/>
                <a:gd name="T27" fmla="*/ 622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50">
                  <a:moveTo>
                    <a:pt x="14" y="33"/>
                  </a:moveTo>
                  <a:cubicBezTo>
                    <a:pt x="13" y="31"/>
                    <a:pt x="11" y="27"/>
                    <a:pt x="11" y="25"/>
                  </a:cubicBezTo>
                  <a:cubicBezTo>
                    <a:pt x="11" y="18"/>
                    <a:pt x="17" y="11"/>
                    <a:pt x="25" y="11"/>
                  </a:cubicBezTo>
                  <a:cubicBezTo>
                    <a:pt x="27" y="11"/>
                    <a:pt x="28" y="11"/>
                    <a:pt x="29" y="12"/>
                  </a:cubicBezTo>
                  <a:cubicBezTo>
                    <a:pt x="30" y="12"/>
                    <a:pt x="33" y="14"/>
                    <a:pt x="33" y="14"/>
                  </a:cubicBezTo>
                  <a:cubicBezTo>
                    <a:pt x="36" y="18"/>
                    <a:pt x="39" y="21"/>
                    <a:pt x="42" y="24"/>
                  </a:cubicBezTo>
                  <a:cubicBezTo>
                    <a:pt x="44" y="27"/>
                    <a:pt x="47" y="30"/>
                    <a:pt x="49" y="33"/>
                  </a:cubicBezTo>
                  <a:cubicBezTo>
                    <a:pt x="50" y="30"/>
                    <a:pt x="50" y="28"/>
                    <a:pt x="50" y="25"/>
                  </a:cubicBezTo>
                  <a:cubicBezTo>
                    <a:pt x="50" y="12"/>
                    <a:pt x="39" y="0"/>
                    <a:pt x="25" y="0"/>
                  </a:cubicBezTo>
                  <a:cubicBezTo>
                    <a:pt x="11" y="0"/>
                    <a:pt x="0" y="12"/>
                    <a:pt x="0" y="25"/>
                  </a:cubicBezTo>
                  <a:cubicBezTo>
                    <a:pt x="0" y="39"/>
                    <a:pt x="11" y="50"/>
                    <a:pt x="25" y="50"/>
                  </a:cubicBezTo>
                  <a:cubicBezTo>
                    <a:pt x="26" y="50"/>
                    <a:pt x="27" y="50"/>
                    <a:pt x="29" y="50"/>
                  </a:cubicBezTo>
                  <a:cubicBezTo>
                    <a:pt x="26" y="48"/>
                    <a:pt x="24" y="45"/>
                    <a:pt x="22" y="42"/>
                  </a:cubicBezTo>
                  <a:cubicBezTo>
                    <a:pt x="19" y="39"/>
                    <a:pt x="17" y="36"/>
                    <a:pt x="14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9" name="Freeform 392">
              <a:extLst>
                <a:ext uri="{FF2B5EF4-FFF2-40B4-BE49-F238E27FC236}">
                  <a16:creationId xmlns:a16="http://schemas.microsoft.com/office/drawing/2014/main" id="{A6CFBE02-5727-42A1-BF2D-2A6975D18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629"/>
              <a:ext cx="160" cy="192"/>
            </a:xfrm>
            <a:custGeom>
              <a:avLst/>
              <a:gdLst>
                <a:gd name="T0" fmla="*/ 345 w 64"/>
                <a:gd name="T1" fmla="*/ 56 h 72"/>
                <a:gd name="T2" fmla="*/ 283 w 64"/>
                <a:gd name="T3" fmla="*/ 21 h 72"/>
                <a:gd name="T4" fmla="*/ 220 w 64"/>
                <a:gd name="T5" fmla="*/ 0 h 72"/>
                <a:gd name="T6" fmla="*/ 0 w 64"/>
                <a:gd name="T7" fmla="*/ 264 h 72"/>
                <a:gd name="T8" fmla="*/ 50 w 64"/>
                <a:gd name="T9" fmla="*/ 419 h 72"/>
                <a:gd name="T10" fmla="*/ 645 w 64"/>
                <a:gd name="T11" fmla="*/ 1365 h 72"/>
                <a:gd name="T12" fmla="*/ 645 w 64"/>
                <a:gd name="T13" fmla="*/ 1365 h 72"/>
                <a:gd name="T14" fmla="*/ 625 w 64"/>
                <a:gd name="T15" fmla="*/ 1272 h 72"/>
                <a:gd name="T16" fmla="*/ 863 w 64"/>
                <a:gd name="T17" fmla="*/ 1003 h 72"/>
                <a:gd name="T18" fmla="*/ 1000 w 64"/>
                <a:gd name="T19" fmla="*/ 1080 h 72"/>
                <a:gd name="T20" fmla="*/ 345 w 64"/>
                <a:gd name="T21" fmla="*/ 56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72">
                  <a:moveTo>
                    <a:pt x="22" y="3"/>
                  </a:moveTo>
                  <a:cubicBezTo>
                    <a:pt x="22" y="3"/>
                    <a:pt x="19" y="1"/>
                    <a:pt x="18" y="1"/>
                  </a:cubicBezTo>
                  <a:cubicBezTo>
                    <a:pt x="17" y="0"/>
                    <a:pt x="16" y="0"/>
                    <a:pt x="14" y="0"/>
                  </a:cubicBezTo>
                  <a:cubicBezTo>
                    <a:pt x="6" y="0"/>
                    <a:pt x="0" y="7"/>
                    <a:pt x="0" y="14"/>
                  </a:cubicBezTo>
                  <a:cubicBezTo>
                    <a:pt x="0" y="16"/>
                    <a:pt x="2" y="20"/>
                    <a:pt x="3" y="22"/>
                  </a:cubicBezTo>
                  <a:cubicBezTo>
                    <a:pt x="17" y="37"/>
                    <a:pt x="29" y="54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0"/>
                    <a:pt x="40" y="69"/>
                    <a:pt x="40" y="67"/>
                  </a:cubicBezTo>
                  <a:cubicBezTo>
                    <a:pt x="40" y="59"/>
                    <a:pt x="47" y="53"/>
                    <a:pt x="55" y="53"/>
                  </a:cubicBezTo>
                  <a:cubicBezTo>
                    <a:pt x="58" y="53"/>
                    <a:pt x="62" y="54"/>
                    <a:pt x="64" y="57"/>
                  </a:cubicBezTo>
                  <a:cubicBezTo>
                    <a:pt x="51" y="37"/>
                    <a:pt x="37" y="19"/>
                    <a:pt x="22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0" name="Freeform 393">
              <a:extLst>
                <a:ext uri="{FF2B5EF4-FFF2-40B4-BE49-F238E27FC236}">
                  <a16:creationId xmlns:a16="http://schemas.microsoft.com/office/drawing/2014/main" id="{5BCF3EED-535D-461F-AE8C-B4B6F10F4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629"/>
              <a:ext cx="160" cy="192"/>
            </a:xfrm>
            <a:custGeom>
              <a:avLst/>
              <a:gdLst>
                <a:gd name="T0" fmla="*/ 345 w 64"/>
                <a:gd name="T1" fmla="*/ 56 h 72"/>
                <a:gd name="T2" fmla="*/ 283 w 64"/>
                <a:gd name="T3" fmla="*/ 21 h 72"/>
                <a:gd name="T4" fmla="*/ 220 w 64"/>
                <a:gd name="T5" fmla="*/ 0 h 72"/>
                <a:gd name="T6" fmla="*/ 0 w 64"/>
                <a:gd name="T7" fmla="*/ 264 h 72"/>
                <a:gd name="T8" fmla="*/ 50 w 64"/>
                <a:gd name="T9" fmla="*/ 419 h 72"/>
                <a:gd name="T10" fmla="*/ 645 w 64"/>
                <a:gd name="T11" fmla="*/ 1365 h 72"/>
                <a:gd name="T12" fmla="*/ 645 w 64"/>
                <a:gd name="T13" fmla="*/ 1365 h 72"/>
                <a:gd name="T14" fmla="*/ 625 w 64"/>
                <a:gd name="T15" fmla="*/ 1272 h 72"/>
                <a:gd name="T16" fmla="*/ 863 w 64"/>
                <a:gd name="T17" fmla="*/ 1003 h 72"/>
                <a:gd name="T18" fmla="*/ 1000 w 64"/>
                <a:gd name="T19" fmla="*/ 1080 h 72"/>
                <a:gd name="T20" fmla="*/ 345 w 64"/>
                <a:gd name="T21" fmla="*/ 56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72">
                  <a:moveTo>
                    <a:pt x="22" y="3"/>
                  </a:moveTo>
                  <a:cubicBezTo>
                    <a:pt x="22" y="3"/>
                    <a:pt x="19" y="1"/>
                    <a:pt x="18" y="1"/>
                  </a:cubicBezTo>
                  <a:cubicBezTo>
                    <a:pt x="17" y="0"/>
                    <a:pt x="16" y="0"/>
                    <a:pt x="14" y="0"/>
                  </a:cubicBezTo>
                  <a:cubicBezTo>
                    <a:pt x="6" y="0"/>
                    <a:pt x="0" y="7"/>
                    <a:pt x="0" y="14"/>
                  </a:cubicBezTo>
                  <a:cubicBezTo>
                    <a:pt x="0" y="16"/>
                    <a:pt x="2" y="20"/>
                    <a:pt x="3" y="22"/>
                  </a:cubicBezTo>
                  <a:cubicBezTo>
                    <a:pt x="17" y="37"/>
                    <a:pt x="29" y="54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0"/>
                    <a:pt x="40" y="69"/>
                    <a:pt x="40" y="67"/>
                  </a:cubicBezTo>
                  <a:cubicBezTo>
                    <a:pt x="40" y="59"/>
                    <a:pt x="47" y="53"/>
                    <a:pt x="55" y="53"/>
                  </a:cubicBezTo>
                  <a:cubicBezTo>
                    <a:pt x="58" y="53"/>
                    <a:pt x="62" y="54"/>
                    <a:pt x="64" y="57"/>
                  </a:cubicBezTo>
                  <a:cubicBezTo>
                    <a:pt x="51" y="37"/>
                    <a:pt x="37" y="19"/>
                    <a:pt x="22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1" name="Freeform 394">
              <a:extLst>
                <a:ext uri="{FF2B5EF4-FFF2-40B4-BE49-F238E27FC236}">
                  <a16:creationId xmlns:a16="http://schemas.microsoft.com/office/drawing/2014/main" id="{0D3A63DE-ED8F-4388-8654-5ADF3B329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293"/>
              <a:ext cx="312" cy="163"/>
            </a:xfrm>
            <a:custGeom>
              <a:avLst/>
              <a:gdLst>
                <a:gd name="T0" fmla="*/ 1558 w 125"/>
                <a:gd name="T1" fmla="*/ 858 h 61"/>
                <a:gd name="T2" fmla="*/ 1837 w 125"/>
                <a:gd name="T3" fmla="*/ 534 h 61"/>
                <a:gd name="T4" fmla="*/ 1944 w 125"/>
                <a:gd name="T5" fmla="*/ 550 h 61"/>
                <a:gd name="T6" fmla="*/ 1944 w 125"/>
                <a:gd name="T7" fmla="*/ 550 h 61"/>
                <a:gd name="T8" fmla="*/ 342 w 125"/>
                <a:gd name="T9" fmla="*/ 56 h 61"/>
                <a:gd name="T10" fmla="*/ 230 w 125"/>
                <a:gd name="T11" fmla="*/ 513 h 61"/>
                <a:gd name="T12" fmla="*/ 1712 w 125"/>
                <a:gd name="T13" fmla="*/ 1165 h 61"/>
                <a:gd name="T14" fmla="*/ 1712 w 125"/>
                <a:gd name="T15" fmla="*/ 1165 h 61"/>
                <a:gd name="T16" fmla="*/ 1558 w 125"/>
                <a:gd name="T17" fmla="*/ 858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61">
                  <a:moveTo>
                    <a:pt x="100" y="45"/>
                  </a:moveTo>
                  <a:cubicBezTo>
                    <a:pt x="100" y="35"/>
                    <a:pt x="108" y="28"/>
                    <a:pt x="118" y="28"/>
                  </a:cubicBezTo>
                  <a:cubicBezTo>
                    <a:pt x="120" y="28"/>
                    <a:pt x="122" y="28"/>
                    <a:pt x="125" y="29"/>
                  </a:cubicBezTo>
                  <a:cubicBezTo>
                    <a:pt x="125" y="29"/>
                    <a:pt x="125" y="29"/>
                    <a:pt x="125" y="29"/>
                  </a:cubicBezTo>
                  <a:cubicBezTo>
                    <a:pt x="111" y="22"/>
                    <a:pt x="50" y="7"/>
                    <a:pt x="22" y="3"/>
                  </a:cubicBezTo>
                  <a:cubicBezTo>
                    <a:pt x="5" y="0"/>
                    <a:pt x="0" y="23"/>
                    <a:pt x="15" y="27"/>
                  </a:cubicBezTo>
                  <a:cubicBezTo>
                    <a:pt x="31" y="31"/>
                    <a:pt x="65" y="40"/>
                    <a:pt x="110" y="61"/>
                  </a:cubicBezTo>
                  <a:cubicBezTo>
                    <a:pt x="110" y="61"/>
                    <a:pt x="110" y="61"/>
                    <a:pt x="110" y="61"/>
                  </a:cubicBezTo>
                  <a:cubicBezTo>
                    <a:pt x="104" y="58"/>
                    <a:pt x="100" y="52"/>
                    <a:pt x="100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2" name="Freeform 395">
              <a:extLst>
                <a:ext uri="{FF2B5EF4-FFF2-40B4-BE49-F238E27FC236}">
                  <a16:creationId xmlns:a16="http://schemas.microsoft.com/office/drawing/2014/main" id="{37C314DA-DB0F-4639-80C9-0EDE334C1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387"/>
              <a:ext cx="160" cy="120"/>
            </a:xfrm>
            <a:custGeom>
              <a:avLst/>
              <a:gdLst>
                <a:gd name="T0" fmla="*/ 125 w 64"/>
                <a:gd name="T1" fmla="*/ 0 h 45"/>
                <a:gd name="T2" fmla="*/ 0 w 64"/>
                <a:gd name="T3" fmla="*/ 192 h 45"/>
                <a:gd name="T4" fmla="*/ 33 w 64"/>
                <a:gd name="T5" fmla="*/ 320 h 45"/>
                <a:gd name="T6" fmla="*/ 863 w 64"/>
                <a:gd name="T7" fmla="*/ 853 h 45"/>
                <a:gd name="T8" fmla="*/ 1000 w 64"/>
                <a:gd name="T9" fmla="*/ 491 h 45"/>
                <a:gd name="T10" fmla="*/ 125 w 64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5">
                  <a:moveTo>
                    <a:pt x="8" y="0"/>
                  </a:moveTo>
                  <a:cubicBezTo>
                    <a:pt x="3" y="1"/>
                    <a:pt x="0" y="5"/>
                    <a:pt x="0" y="10"/>
                  </a:cubicBezTo>
                  <a:cubicBezTo>
                    <a:pt x="0" y="13"/>
                    <a:pt x="1" y="15"/>
                    <a:pt x="2" y="17"/>
                  </a:cubicBezTo>
                  <a:cubicBezTo>
                    <a:pt x="20" y="25"/>
                    <a:pt x="38" y="34"/>
                    <a:pt x="55" y="45"/>
                  </a:cubicBezTo>
                  <a:cubicBezTo>
                    <a:pt x="54" y="38"/>
                    <a:pt x="58" y="29"/>
                    <a:pt x="64" y="26"/>
                  </a:cubicBezTo>
                  <a:cubicBezTo>
                    <a:pt x="46" y="15"/>
                    <a:pt x="27" y="7"/>
                    <a:pt x="8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3" name="Freeform 396">
              <a:extLst>
                <a:ext uri="{FF2B5EF4-FFF2-40B4-BE49-F238E27FC236}">
                  <a16:creationId xmlns:a16="http://schemas.microsoft.com/office/drawing/2014/main" id="{F7F7466A-8A03-48C6-A6D5-1A36D00ABC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00" y="2384"/>
              <a:ext cx="50" cy="61"/>
            </a:xfrm>
            <a:custGeom>
              <a:avLst/>
              <a:gdLst>
                <a:gd name="T0" fmla="*/ 158 w 20"/>
                <a:gd name="T1" fmla="*/ 0 h 23"/>
                <a:gd name="T2" fmla="*/ 95 w 20"/>
                <a:gd name="T3" fmla="*/ 21 h 23"/>
                <a:gd name="T4" fmla="*/ 313 w 20"/>
                <a:gd name="T5" fmla="*/ 111 h 23"/>
                <a:gd name="T6" fmla="*/ 158 w 20"/>
                <a:gd name="T7" fmla="*/ 0 h 23"/>
                <a:gd name="T8" fmla="*/ 0 w 20"/>
                <a:gd name="T9" fmla="*/ 337 h 23"/>
                <a:gd name="T10" fmla="*/ 20 w 20"/>
                <a:gd name="T11" fmla="*/ 337 h 23"/>
                <a:gd name="T12" fmla="*/ 0 w 20"/>
                <a:gd name="T13" fmla="*/ 316 h 23"/>
                <a:gd name="T14" fmla="*/ 0 w 20"/>
                <a:gd name="T15" fmla="*/ 337 h 23"/>
                <a:gd name="T16" fmla="*/ 158 w 20"/>
                <a:gd name="T17" fmla="*/ 430 h 23"/>
                <a:gd name="T18" fmla="*/ 158 w 20"/>
                <a:gd name="T19" fmla="*/ 408 h 23"/>
                <a:gd name="T20" fmla="*/ 20 w 20"/>
                <a:gd name="T21" fmla="*/ 337 h 23"/>
                <a:gd name="T22" fmla="*/ 158 w 20"/>
                <a:gd name="T23" fmla="*/ 43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23">
                  <a:moveTo>
                    <a:pt x="10" y="0"/>
                  </a:moveTo>
                  <a:cubicBezTo>
                    <a:pt x="8" y="0"/>
                    <a:pt x="7" y="0"/>
                    <a:pt x="6" y="1"/>
                  </a:cubicBezTo>
                  <a:cubicBezTo>
                    <a:pt x="10" y="3"/>
                    <a:pt x="15" y="4"/>
                    <a:pt x="20" y="6"/>
                  </a:cubicBezTo>
                  <a:cubicBezTo>
                    <a:pt x="18" y="3"/>
                    <a:pt x="14" y="0"/>
                    <a:pt x="10" y="0"/>
                  </a:cubicBezTo>
                  <a:close/>
                  <a:moveTo>
                    <a:pt x="0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7"/>
                    <a:pt x="0" y="17"/>
                  </a:cubicBezTo>
                  <a:cubicBezTo>
                    <a:pt x="0" y="17"/>
                    <a:pt x="0" y="17"/>
                    <a:pt x="0" y="18"/>
                  </a:cubicBezTo>
                  <a:close/>
                  <a:moveTo>
                    <a:pt x="10" y="23"/>
                  </a:moveTo>
                  <a:cubicBezTo>
                    <a:pt x="10" y="23"/>
                    <a:pt x="10" y="22"/>
                    <a:pt x="10" y="22"/>
                  </a:cubicBezTo>
                  <a:cubicBezTo>
                    <a:pt x="7" y="21"/>
                    <a:pt x="4" y="19"/>
                    <a:pt x="1" y="18"/>
                  </a:cubicBezTo>
                  <a:cubicBezTo>
                    <a:pt x="3" y="21"/>
                    <a:pt x="6" y="23"/>
                    <a:pt x="10" y="2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4" name="Freeform 397">
              <a:extLst>
                <a:ext uri="{FF2B5EF4-FFF2-40B4-BE49-F238E27FC236}">
                  <a16:creationId xmlns:a16="http://schemas.microsoft.com/office/drawing/2014/main" id="{76429E3D-FFB6-45EA-AA78-BF2FE476F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368"/>
              <a:ext cx="87" cy="93"/>
            </a:xfrm>
            <a:custGeom>
              <a:avLst/>
              <a:gdLst>
                <a:gd name="T0" fmla="*/ 124 w 35"/>
                <a:gd name="T1" fmla="*/ 452 h 35"/>
                <a:gd name="T2" fmla="*/ 92 w 35"/>
                <a:gd name="T3" fmla="*/ 319 h 35"/>
                <a:gd name="T4" fmla="*/ 216 w 35"/>
                <a:gd name="T5" fmla="*/ 133 h 35"/>
                <a:gd name="T6" fmla="*/ 537 w 35"/>
                <a:gd name="T7" fmla="*/ 282 h 35"/>
                <a:gd name="T8" fmla="*/ 278 w 35"/>
                <a:gd name="T9" fmla="*/ 0 h 35"/>
                <a:gd name="T10" fmla="*/ 0 w 35"/>
                <a:gd name="T11" fmla="*/ 319 h 35"/>
                <a:gd name="T12" fmla="*/ 278 w 35"/>
                <a:gd name="T13" fmla="*/ 656 h 35"/>
                <a:gd name="T14" fmla="*/ 415 w 35"/>
                <a:gd name="T15" fmla="*/ 601 h 35"/>
                <a:gd name="T16" fmla="*/ 124 w 35"/>
                <a:gd name="T17" fmla="*/ 452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5">
                  <a:moveTo>
                    <a:pt x="8" y="24"/>
                  </a:moveTo>
                  <a:cubicBezTo>
                    <a:pt x="7" y="22"/>
                    <a:pt x="6" y="20"/>
                    <a:pt x="6" y="17"/>
                  </a:cubicBezTo>
                  <a:cubicBezTo>
                    <a:pt x="6" y="12"/>
                    <a:pt x="9" y="8"/>
                    <a:pt x="14" y="7"/>
                  </a:cubicBezTo>
                  <a:cubicBezTo>
                    <a:pt x="21" y="9"/>
                    <a:pt x="28" y="12"/>
                    <a:pt x="35" y="15"/>
                  </a:cubicBezTo>
                  <a:cubicBezTo>
                    <a:pt x="34" y="7"/>
                    <a:pt x="27" y="0"/>
                    <a:pt x="18" y="0"/>
                  </a:cubicBezTo>
                  <a:cubicBezTo>
                    <a:pt x="8" y="0"/>
                    <a:pt x="0" y="7"/>
                    <a:pt x="0" y="17"/>
                  </a:cubicBezTo>
                  <a:cubicBezTo>
                    <a:pt x="0" y="27"/>
                    <a:pt x="8" y="35"/>
                    <a:pt x="18" y="35"/>
                  </a:cubicBezTo>
                  <a:cubicBezTo>
                    <a:pt x="21" y="35"/>
                    <a:pt x="24" y="34"/>
                    <a:pt x="27" y="32"/>
                  </a:cubicBezTo>
                  <a:cubicBezTo>
                    <a:pt x="21" y="29"/>
                    <a:pt x="15" y="27"/>
                    <a:pt x="8" y="2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5" name="Freeform 398">
              <a:extLst>
                <a:ext uri="{FF2B5EF4-FFF2-40B4-BE49-F238E27FC236}">
                  <a16:creationId xmlns:a16="http://schemas.microsoft.com/office/drawing/2014/main" id="{BFE48EA4-12A4-4F5B-8792-0AE3149C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269"/>
              <a:ext cx="312" cy="75"/>
            </a:xfrm>
            <a:custGeom>
              <a:avLst/>
              <a:gdLst>
                <a:gd name="T0" fmla="*/ 1775 w 125"/>
                <a:gd name="T1" fmla="*/ 329 h 28"/>
                <a:gd name="T2" fmla="*/ 1944 w 125"/>
                <a:gd name="T3" fmla="*/ 94 h 28"/>
                <a:gd name="T4" fmla="*/ 137 w 125"/>
                <a:gd name="T5" fmla="*/ 21 h 28"/>
                <a:gd name="T6" fmla="*/ 125 w 125"/>
                <a:gd name="T7" fmla="*/ 308 h 28"/>
                <a:gd name="T8" fmla="*/ 1932 w 125"/>
                <a:gd name="T9" fmla="*/ 538 h 28"/>
                <a:gd name="T10" fmla="*/ 1932 w 125"/>
                <a:gd name="T11" fmla="*/ 538 h 28"/>
                <a:gd name="T12" fmla="*/ 1775 w 125"/>
                <a:gd name="T13" fmla="*/ 329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28">
                  <a:moveTo>
                    <a:pt x="114" y="17"/>
                  </a:moveTo>
                  <a:cubicBezTo>
                    <a:pt x="114" y="10"/>
                    <a:pt x="119" y="5"/>
                    <a:pt x="125" y="5"/>
                  </a:cubicBezTo>
                  <a:cubicBezTo>
                    <a:pt x="108" y="3"/>
                    <a:pt x="24" y="0"/>
                    <a:pt x="9" y="1"/>
                  </a:cubicBezTo>
                  <a:cubicBezTo>
                    <a:pt x="0" y="2"/>
                    <a:pt x="0" y="15"/>
                    <a:pt x="8" y="16"/>
                  </a:cubicBezTo>
                  <a:cubicBezTo>
                    <a:pt x="15" y="17"/>
                    <a:pt x="93" y="21"/>
                    <a:pt x="124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18" y="27"/>
                    <a:pt x="114" y="22"/>
                    <a:pt x="114" y="1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6" name="Freeform 399">
              <a:extLst>
                <a:ext uri="{FF2B5EF4-FFF2-40B4-BE49-F238E27FC236}">
                  <a16:creationId xmlns:a16="http://schemas.microsoft.com/office/drawing/2014/main" id="{85655362-BD5D-4F63-9E2C-AE121892F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299"/>
              <a:ext cx="90" cy="45"/>
            </a:xfrm>
            <a:custGeom>
              <a:avLst/>
              <a:gdLst>
                <a:gd name="T0" fmla="*/ 563 w 36"/>
                <a:gd name="T1" fmla="*/ 90 h 17"/>
                <a:gd name="T2" fmla="*/ 33 w 36"/>
                <a:gd name="T3" fmla="*/ 0 h 17"/>
                <a:gd name="T4" fmla="*/ 0 w 36"/>
                <a:gd name="T5" fmla="*/ 111 h 17"/>
                <a:gd name="T6" fmla="*/ 33 w 36"/>
                <a:gd name="T7" fmla="*/ 204 h 17"/>
                <a:gd name="T8" fmla="*/ 533 w 36"/>
                <a:gd name="T9" fmla="*/ 315 h 17"/>
                <a:gd name="T10" fmla="*/ 563 w 36"/>
                <a:gd name="T11" fmla="*/ 9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7">
                  <a:moveTo>
                    <a:pt x="36" y="5"/>
                  </a:moveTo>
                  <a:cubicBezTo>
                    <a:pt x="25" y="3"/>
                    <a:pt x="13" y="2"/>
                    <a:pt x="2" y="0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8"/>
                    <a:pt x="1" y="10"/>
                    <a:pt x="2" y="11"/>
                  </a:cubicBezTo>
                  <a:cubicBezTo>
                    <a:pt x="12" y="13"/>
                    <a:pt x="23" y="15"/>
                    <a:pt x="34" y="17"/>
                  </a:cubicBezTo>
                  <a:cubicBezTo>
                    <a:pt x="33" y="13"/>
                    <a:pt x="34" y="9"/>
                    <a:pt x="36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7" name="Freeform 400">
              <a:extLst>
                <a:ext uri="{FF2B5EF4-FFF2-40B4-BE49-F238E27FC236}">
                  <a16:creationId xmlns:a16="http://schemas.microsoft.com/office/drawing/2014/main" id="{656FCF90-7CF1-47CA-BCCC-9A1715C584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5" y="2296"/>
              <a:ext cx="27" cy="35"/>
            </a:xfrm>
            <a:custGeom>
              <a:avLst/>
              <a:gdLst>
                <a:gd name="T0" fmla="*/ 71 w 11"/>
                <a:gd name="T1" fmla="*/ 0 h 13"/>
                <a:gd name="T2" fmla="*/ 12 w 11"/>
                <a:gd name="T3" fmla="*/ 22 h 13"/>
                <a:gd name="T4" fmla="*/ 162 w 11"/>
                <a:gd name="T5" fmla="*/ 59 h 13"/>
                <a:gd name="T6" fmla="*/ 71 w 11"/>
                <a:gd name="T7" fmla="*/ 0 h 13"/>
                <a:gd name="T8" fmla="*/ 12 w 11"/>
                <a:gd name="T9" fmla="*/ 232 h 13"/>
                <a:gd name="T10" fmla="*/ 12 w 11"/>
                <a:gd name="T11" fmla="*/ 232 h 13"/>
                <a:gd name="T12" fmla="*/ 0 w 11"/>
                <a:gd name="T13" fmla="*/ 218 h 13"/>
                <a:gd name="T14" fmla="*/ 12 w 11"/>
                <a:gd name="T15" fmla="*/ 232 h 13"/>
                <a:gd name="T16" fmla="*/ 71 w 11"/>
                <a:gd name="T17" fmla="*/ 253 h 13"/>
                <a:gd name="T18" fmla="*/ 120 w 11"/>
                <a:gd name="T19" fmla="*/ 253 h 13"/>
                <a:gd name="T20" fmla="*/ 12 w 11"/>
                <a:gd name="T21" fmla="*/ 232 h 13"/>
                <a:gd name="T22" fmla="*/ 71 w 11"/>
                <a:gd name="T23" fmla="*/ 253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4" y="0"/>
                    <a:pt x="2" y="1"/>
                    <a:pt x="1" y="1"/>
                  </a:cubicBezTo>
                  <a:cubicBezTo>
                    <a:pt x="4" y="2"/>
                    <a:pt x="8" y="2"/>
                    <a:pt x="11" y="3"/>
                  </a:cubicBezTo>
                  <a:cubicBezTo>
                    <a:pt x="10" y="1"/>
                    <a:pt x="8" y="0"/>
                    <a:pt x="5" y="0"/>
                  </a:cubicBezTo>
                  <a:close/>
                  <a:moveTo>
                    <a:pt x="1" y="12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0" y="11"/>
                    <a:pt x="0" y="11"/>
                  </a:cubicBezTo>
                  <a:cubicBezTo>
                    <a:pt x="0" y="11"/>
                    <a:pt x="1" y="12"/>
                    <a:pt x="1" y="12"/>
                  </a:cubicBezTo>
                  <a:close/>
                  <a:moveTo>
                    <a:pt x="5" y="13"/>
                  </a:moveTo>
                  <a:cubicBezTo>
                    <a:pt x="6" y="13"/>
                    <a:pt x="7" y="13"/>
                    <a:pt x="8" y="13"/>
                  </a:cubicBezTo>
                  <a:cubicBezTo>
                    <a:pt x="6" y="13"/>
                    <a:pt x="3" y="12"/>
                    <a:pt x="1" y="12"/>
                  </a:cubicBezTo>
                  <a:cubicBezTo>
                    <a:pt x="2" y="13"/>
                    <a:pt x="4" y="13"/>
                    <a:pt x="5" y="1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8" name="Freeform 401">
              <a:extLst>
                <a:ext uri="{FF2B5EF4-FFF2-40B4-BE49-F238E27FC236}">
                  <a16:creationId xmlns:a16="http://schemas.microsoft.com/office/drawing/2014/main" id="{99525012-D475-4F1A-84FC-2DC36CA16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283"/>
              <a:ext cx="55" cy="61"/>
            </a:xfrm>
            <a:custGeom>
              <a:avLst/>
              <a:gdLst>
                <a:gd name="T0" fmla="*/ 113 w 22"/>
                <a:gd name="T1" fmla="*/ 316 h 23"/>
                <a:gd name="T2" fmla="*/ 83 w 22"/>
                <a:gd name="T3" fmla="*/ 225 h 23"/>
                <a:gd name="T4" fmla="*/ 113 w 22"/>
                <a:gd name="T5" fmla="*/ 111 h 23"/>
                <a:gd name="T6" fmla="*/ 345 w 22"/>
                <a:gd name="T7" fmla="*/ 149 h 23"/>
                <a:gd name="T8" fmla="*/ 175 w 22"/>
                <a:gd name="T9" fmla="*/ 0 h 23"/>
                <a:gd name="T10" fmla="*/ 0 w 22"/>
                <a:gd name="T11" fmla="*/ 225 h 23"/>
                <a:gd name="T12" fmla="*/ 175 w 22"/>
                <a:gd name="T13" fmla="*/ 430 h 23"/>
                <a:gd name="T14" fmla="*/ 313 w 22"/>
                <a:gd name="T15" fmla="*/ 353 h 23"/>
                <a:gd name="T16" fmla="*/ 113 w 22"/>
                <a:gd name="T17" fmla="*/ 316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3">
                  <a:moveTo>
                    <a:pt x="7" y="17"/>
                  </a:moveTo>
                  <a:cubicBezTo>
                    <a:pt x="6" y="16"/>
                    <a:pt x="5" y="14"/>
                    <a:pt x="5" y="12"/>
                  </a:cubicBezTo>
                  <a:cubicBezTo>
                    <a:pt x="5" y="10"/>
                    <a:pt x="6" y="8"/>
                    <a:pt x="7" y="6"/>
                  </a:cubicBezTo>
                  <a:cubicBezTo>
                    <a:pt x="12" y="7"/>
                    <a:pt x="17" y="8"/>
                    <a:pt x="22" y="8"/>
                  </a:cubicBezTo>
                  <a:cubicBezTo>
                    <a:pt x="21" y="4"/>
                    <a:pt x="17" y="0"/>
                    <a:pt x="11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3"/>
                    <a:pt x="11" y="23"/>
                  </a:cubicBezTo>
                  <a:cubicBezTo>
                    <a:pt x="15" y="23"/>
                    <a:pt x="18" y="22"/>
                    <a:pt x="20" y="19"/>
                  </a:cubicBezTo>
                  <a:cubicBezTo>
                    <a:pt x="16" y="18"/>
                    <a:pt x="11" y="18"/>
                    <a:pt x="7" y="1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9" name="Freeform 402">
              <a:extLst>
                <a:ext uri="{FF2B5EF4-FFF2-40B4-BE49-F238E27FC236}">
                  <a16:creationId xmlns:a16="http://schemas.microsoft.com/office/drawing/2014/main" id="{4F07437E-62EF-45EC-A444-2665D6606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277"/>
              <a:ext cx="160" cy="35"/>
            </a:xfrm>
            <a:custGeom>
              <a:avLst/>
              <a:gdLst>
                <a:gd name="T0" fmla="*/ 938 w 64"/>
                <a:gd name="T1" fmla="*/ 116 h 13"/>
                <a:gd name="T2" fmla="*/ 1000 w 64"/>
                <a:gd name="T3" fmla="*/ 0 h 13"/>
                <a:gd name="T4" fmla="*/ 63 w 64"/>
                <a:gd name="T5" fmla="*/ 81 h 13"/>
                <a:gd name="T6" fmla="*/ 63 w 64"/>
                <a:gd name="T7" fmla="*/ 218 h 13"/>
                <a:gd name="T8" fmla="*/ 988 w 64"/>
                <a:gd name="T9" fmla="*/ 232 h 13"/>
                <a:gd name="T10" fmla="*/ 938 w 64"/>
                <a:gd name="T11" fmla="*/ 11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3">
                  <a:moveTo>
                    <a:pt x="60" y="6"/>
                  </a:moveTo>
                  <a:cubicBezTo>
                    <a:pt x="60" y="3"/>
                    <a:pt x="62" y="0"/>
                    <a:pt x="64" y="0"/>
                  </a:cubicBezTo>
                  <a:cubicBezTo>
                    <a:pt x="57" y="0"/>
                    <a:pt x="10" y="3"/>
                    <a:pt x="4" y="4"/>
                  </a:cubicBezTo>
                  <a:cubicBezTo>
                    <a:pt x="0" y="4"/>
                    <a:pt x="0" y="11"/>
                    <a:pt x="4" y="11"/>
                  </a:cubicBezTo>
                  <a:cubicBezTo>
                    <a:pt x="7" y="12"/>
                    <a:pt x="55" y="13"/>
                    <a:pt x="63" y="12"/>
                  </a:cubicBezTo>
                  <a:cubicBezTo>
                    <a:pt x="62" y="12"/>
                    <a:pt x="60" y="9"/>
                    <a:pt x="60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0" name="Freeform 403">
              <a:extLst>
                <a:ext uri="{FF2B5EF4-FFF2-40B4-BE49-F238E27FC236}">
                  <a16:creationId xmlns:a16="http://schemas.microsoft.com/office/drawing/2014/main" id="{0343E07B-17B1-420B-99A4-1E10BCACA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291"/>
              <a:ext cx="15" cy="13"/>
            </a:xfrm>
            <a:custGeom>
              <a:avLst/>
              <a:gdLst>
                <a:gd name="T0" fmla="*/ 95 w 6"/>
                <a:gd name="T1" fmla="*/ 0 h 5"/>
                <a:gd name="T2" fmla="*/ 63 w 6"/>
                <a:gd name="T3" fmla="*/ 0 h 5"/>
                <a:gd name="T4" fmla="*/ 63 w 6"/>
                <a:gd name="T5" fmla="*/ 88 h 5"/>
                <a:gd name="T6" fmla="*/ 95 w 6"/>
                <a:gd name="T7" fmla="*/ 88 h 5"/>
                <a:gd name="T8" fmla="*/ 95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0" y="0"/>
                    <a:pt x="0" y="5"/>
                    <a:pt x="4" y="5"/>
                  </a:cubicBezTo>
                  <a:cubicBezTo>
                    <a:pt x="5" y="5"/>
                    <a:pt x="5" y="5"/>
                    <a:pt x="6" y="5"/>
                  </a:cubicBezTo>
                  <a:cubicBezTo>
                    <a:pt x="5" y="4"/>
                    <a:pt x="5" y="2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1" name="Freeform 404">
              <a:extLst>
                <a:ext uri="{FF2B5EF4-FFF2-40B4-BE49-F238E27FC236}">
                  <a16:creationId xmlns:a16="http://schemas.microsoft.com/office/drawing/2014/main" id="{2C3028D3-3044-40B9-98F8-A1A84CD17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285"/>
              <a:ext cx="50" cy="16"/>
            </a:xfrm>
            <a:custGeom>
              <a:avLst/>
              <a:gdLst>
                <a:gd name="T0" fmla="*/ 300 w 20"/>
                <a:gd name="T1" fmla="*/ 0 h 6"/>
                <a:gd name="T2" fmla="*/ 20 w 20"/>
                <a:gd name="T3" fmla="*/ 0 h 6"/>
                <a:gd name="T4" fmla="*/ 0 w 20"/>
                <a:gd name="T5" fmla="*/ 56 h 6"/>
                <a:gd name="T6" fmla="*/ 20 w 20"/>
                <a:gd name="T7" fmla="*/ 115 h 6"/>
                <a:gd name="T8" fmla="*/ 313 w 20"/>
                <a:gd name="T9" fmla="*/ 115 h 6"/>
                <a:gd name="T10" fmla="*/ 300 w 20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">
                  <a:moveTo>
                    <a:pt x="19" y="0"/>
                  </a:moveTo>
                  <a:cubicBezTo>
                    <a:pt x="13" y="0"/>
                    <a:pt x="7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7" y="6"/>
                    <a:pt x="13" y="6"/>
                    <a:pt x="20" y="6"/>
                  </a:cubicBezTo>
                  <a:cubicBezTo>
                    <a:pt x="19" y="4"/>
                    <a:pt x="19" y="2"/>
                    <a:pt x="1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2" name="Freeform 405">
              <a:extLst>
                <a:ext uri="{FF2B5EF4-FFF2-40B4-BE49-F238E27FC236}">
                  <a16:creationId xmlns:a16="http://schemas.microsoft.com/office/drawing/2014/main" id="{65EFD354-51BB-442E-8E37-3D41AF79A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277"/>
              <a:ext cx="18" cy="32"/>
            </a:xfrm>
            <a:custGeom>
              <a:avLst/>
              <a:gdLst>
                <a:gd name="T0" fmla="*/ 54 w 7"/>
                <a:gd name="T1" fmla="*/ 171 h 12"/>
                <a:gd name="T2" fmla="*/ 33 w 7"/>
                <a:gd name="T3" fmla="*/ 115 h 12"/>
                <a:gd name="T4" fmla="*/ 54 w 7"/>
                <a:gd name="T5" fmla="*/ 56 h 12"/>
                <a:gd name="T6" fmla="*/ 118 w 7"/>
                <a:gd name="T7" fmla="*/ 56 h 12"/>
                <a:gd name="T8" fmla="*/ 67 w 7"/>
                <a:gd name="T9" fmla="*/ 0 h 12"/>
                <a:gd name="T10" fmla="*/ 0 w 7"/>
                <a:gd name="T11" fmla="*/ 115 h 12"/>
                <a:gd name="T12" fmla="*/ 67 w 7"/>
                <a:gd name="T13" fmla="*/ 227 h 12"/>
                <a:gd name="T14" fmla="*/ 118 w 7"/>
                <a:gd name="T15" fmla="*/ 171 h 12"/>
                <a:gd name="T16" fmla="*/ 54 w 7"/>
                <a:gd name="T17" fmla="*/ 17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12">
                  <a:moveTo>
                    <a:pt x="3" y="9"/>
                  </a:move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2" y="4"/>
                    <a:pt x="3" y="3"/>
                  </a:cubicBezTo>
                  <a:cubicBezTo>
                    <a:pt x="4" y="3"/>
                    <a:pt x="6" y="3"/>
                    <a:pt x="7" y="3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9"/>
                    <a:pt x="2" y="12"/>
                    <a:pt x="4" y="12"/>
                  </a:cubicBezTo>
                  <a:cubicBezTo>
                    <a:pt x="5" y="12"/>
                    <a:pt x="7" y="11"/>
                    <a:pt x="7" y="9"/>
                  </a:cubicBezTo>
                  <a:cubicBezTo>
                    <a:pt x="6" y="9"/>
                    <a:pt x="4" y="9"/>
                    <a:pt x="3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748" name="Text Box 406">
            <a:extLst>
              <a:ext uri="{FF2B5EF4-FFF2-40B4-BE49-F238E27FC236}">
                <a16:creationId xmlns:a16="http://schemas.microsoft.com/office/drawing/2014/main" id="{399B9946-1519-4FFB-B483-7490EE824A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5200" y="2209800"/>
            <a:ext cx="1584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Connective tissue</a:t>
            </a:r>
          </a:p>
        </p:txBody>
      </p:sp>
      <p:sp>
        <p:nvSpPr>
          <p:cNvPr id="31749" name="Line 407">
            <a:extLst>
              <a:ext uri="{FF2B5EF4-FFF2-40B4-BE49-F238E27FC236}">
                <a16:creationId xmlns:a16="http://schemas.microsoft.com/office/drawing/2014/main" id="{D4F7DAC6-9542-4641-9EFB-67B76105A1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43700" y="2371725"/>
            <a:ext cx="609600" cy="228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50" name="Text Box 408">
            <a:extLst>
              <a:ext uri="{FF2B5EF4-FFF2-40B4-BE49-F238E27FC236}">
                <a16:creationId xmlns:a16="http://schemas.microsoft.com/office/drawing/2014/main" id="{3160AE15-5BCF-4FFD-AB11-C42C569757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0925" y="5105400"/>
            <a:ext cx="19970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Bundle of nerves fibers</a:t>
            </a:r>
          </a:p>
        </p:txBody>
      </p:sp>
      <p:sp>
        <p:nvSpPr>
          <p:cNvPr id="31751" name="Line 409">
            <a:extLst>
              <a:ext uri="{FF2B5EF4-FFF2-40B4-BE49-F238E27FC236}">
                <a16:creationId xmlns:a16="http://schemas.microsoft.com/office/drawing/2014/main" id="{334D5904-1A88-4FB2-88B2-E0A920B29B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43550" y="4724400"/>
            <a:ext cx="8382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52" name="Line 410">
            <a:extLst>
              <a:ext uri="{FF2B5EF4-FFF2-40B4-BE49-F238E27FC236}">
                <a16:creationId xmlns:a16="http://schemas.microsoft.com/office/drawing/2014/main" id="{594BB772-C421-432D-BAF5-B649CC78DE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53075" y="4114800"/>
            <a:ext cx="381000" cy="11430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53" name="Text Box 411">
            <a:extLst>
              <a:ext uri="{FF2B5EF4-FFF2-40B4-BE49-F238E27FC236}">
                <a16:creationId xmlns:a16="http://schemas.microsoft.com/office/drawing/2014/main" id="{1A4EB52D-7760-4BD0-AA4E-595E6BD468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0450" y="2924175"/>
            <a:ext cx="12795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Blood vessels</a:t>
            </a:r>
          </a:p>
        </p:txBody>
      </p:sp>
      <p:sp>
        <p:nvSpPr>
          <p:cNvPr id="31754" name="Line 412">
            <a:extLst>
              <a:ext uri="{FF2B5EF4-FFF2-40B4-BE49-F238E27FC236}">
                <a16:creationId xmlns:a16="http://schemas.microsoft.com/office/drawing/2014/main" id="{7E654F75-6EDD-454F-A9B7-B7504D4242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58000" y="3124200"/>
            <a:ext cx="609600" cy="4572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55" name="Line 413">
            <a:extLst>
              <a:ext uri="{FF2B5EF4-FFF2-40B4-BE49-F238E27FC236}">
                <a16:creationId xmlns:a16="http://schemas.microsoft.com/office/drawing/2014/main" id="{F3D27E86-8D6B-424A-821F-492A4ED9846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34200" y="3124200"/>
            <a:ext cx="533400" cy="7620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56" name="Text Box 414">
            <a:extLst>
              <a:ext uri="{FF2B5EF4-FFF2-40B4-BE49-F238E27FC236}">
                <a16:creationId xmlns:a16="http://schemas.microsoft.com/office/drawing/2014/main" id="{CE5A646E-290E-4F42-BA56-23A0735453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4876800"/>
            <a:ext cx="15636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Single nerve fiber</a:t>
            </a:r>
          </a:p>
        </p:txBody>
      </p:sp>
      <p:sp>
        <p:nvSpPr>
          <p:cNvPr id="31757" name="Line 415">
            <a:extLst>
              <a:ext uri="{FF2B5EF4-FFF2-40B4-BE49-F238E27FC236}">
                <a16:creationId xmlns:a16="http://schemas.microsoft.com/office/drawing/2014/main" id="{174907B3-6E08-4B4C-B4D1-DFB52CBD58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58200" y="3886200"/>
            <a:ext cx="0" cy="990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>
            <a:extLst>
              <a:ext uri="{FF2B5EF4-FFF2-40B4-BE49-F238E27FC236}">
                <a16:creationId xmlns:a16="http://schemas.microsoft.com/office/drawing/2014/main" id="{9A9354A9-D005-4E06-82EA-ECDB0BDB165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Nervous system</a:t>
            </a:r>
          </a:p>
        </p:txBody>
      </p:sp>
      <p:grpSp>
        <p:nvGrpSpPr>
          <p:cNvPr id="74754" name="human-nervous-system-diagram">
            <a:extLst>
              <a:ext uri="{FF2B5EF4-FFF2-40B4-BE49-F238E27FC236}">
                <a16:creationId xmlns:a16="http://schemas.microsoft.com/office/drawing/2014/main" id="{34838D88-BD42-4539-8BC3-E6DB08A50F45}"/>
              </a:ext>
            </a:extLst>
          </p:cNvPr>
          <p:cNvGrpSpPr>
            <a:grpSpLocks/>
          </p:cNvGrpSpPr>
          <p:nvPr/>
        </p:nvGrpSpPr>
        <p:grpSpPr bwMode="auto">
          <a:xfrm>
            <a:off x="2813050" y="1141413"/>
            <a:ext cx="2052638" cy="5297487"/>
            <a:chOff x="812" y="719"/>
            <a:chExt cx="1293" cy="3337"/>
          </a:xfrm>
        </p:grpSpPr>
        <p:grpSp>
          <p:nvGrpSpPr>
            <p:cNvPr id="74948" name="Group 4">
              <a:extLst>
                <a:ext uri="{FF2B5EF4-FFF2-40B4-BE49-F238E27FC236}">
                  <a16:creationId xmlns:a16="http://schemas.microsoft.com/office/drawing/2014/main" id="{E053E39D-14F5-4F66-B477-4790D086E5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2" y="719"/>
              <a:ext cx="1293" cy="3337"/>
              <a:chOff x="812" y="719"/>
              <a:chExt cx="1293" cy="3337"/>
            </a:xfrm>
          </p:grpSpPr>
          <p:sp>
            <p:nvSpPr>
              <p:cNvPr id="75109" name="Freeform 5">
                <a:extLst>
                  <a:ext uri="{FF2B5EF4-FFF2-40B4-BE49-F238E27FC236}">
                    <a16:creationId xmlns:a16="http://schemas.microsoft.com/office/drawing/2014/main" id="{347805BB-1EB9-4CE7-92AF-6F723C30F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719"/>
                <a:ext cx="1293" cy="3337"/>
              </a:xfrm>
              <a:custGeom>
                <a:avLst/>
                <a:gdLst>
                  <a:gd name="T0" fmla="*/ 1365 w 968"/>
                  <a:gd name="T1" fmla="*/ 795 h 2503"/>
                  <a:gd name="T2" fmla="*/ 1540 w 968"/>
                  <a:gd name="T3" fmla="*/ 655 h 2503"/>
                  <a:gd name="T4" fmla="*/ 1535 w 968"/>
                  <a:gd name="T5" fmla="*/ 567 h 2503"/>
                  <a:gd name="T6" fmla="*/ 1511 w 968"/>
                  <a:gd name="T7" fmla="*/ 391 h 2503"/>
                  <a:gd name="T8" fmla="*/ 1492 w 968"/>
                  <a:gd name="T9" fmla="*/ 215 h 2503"/>
                  <a:gd name="T10" fmla="*/ 1412 w 968"/>
                  <a:gd name="T11" fmla="*/ 79 h 2503"/>
                  <a:gd name="T12" fmla="*/ 1280 w 968"/>
                  <a:gd name="T13" fmla="*/ 27 h 2503"/>
                  <a:gd name="T14" fmla="*/ 1157 w 968"/>
                  <a:gd name="T15" fmla="*/ 1 h 2503"/>
                  <a:gd name="T16" fmla="*/ 817 w 968"/>
                  <a:gd name="T17" fmla="*/ 399 h 2503"/>
                  <a:gd name="T18" fmla="*/ 908 w 968"/>
                  <a:gd name="T19" fmla="*/ 620 h 2503"/>
                  <a:gd name="T20" fmla="*/ 851 w 968"/>
                  <a:gd name="T21" fmla="*/ 919 h 2503"/>
                  <a:gd name="T22" fmla="*/ 346 w 968"/>
                  <a:gd name="T23" fmla="*/ 1563 h 2503"/>
                  <a:gd name="T24" fmla="*/ 219 w 968"/>
                  <a:gd name="T25" fmla="*/ 2774 h 2503"/>
                  <a:gd name="T26" fmla="*/ 43 w 968"/>
                  <a:gd name="T27" fmla="*/ 3200 h 2503"/>
                  <a:gd name="T28" fmla="*/ 143 w 968"/>
                  <a:gd name="T29" fmla="*/ 3192 h 2503"/>
                  <a:gd name="T30" fmla="*/ 250 w 968"/>
                  <a:gd name="T31" fmla="*/ 3498 h 2503"/>
                  <a:gd name="T32" fmla="*/ 357 w 968"/>
                  <a:gd name="T33" fmla="*/ 3448 h 2503"/>
                  <a:gd name="T34" fmla="*/ 446 w 968"/>
                  <a:gd name="T35" fmla="*/ 3192 h 2503"/>
                  <a:gd name="T36" fmla="*/ 554 w 968"/>
                  <a:gd name="T37" fmla="*/ 2437 h 2503"/>
                  <a:gd name="T38" fmla="*/ 608 w 968"/>
                  <a:gd name="T39" fmla="*/ 1786 h 2503"/>
                  <a:gd name="T40" fmla="*/ 676 w 968"/>
                  <a:gd name="T41" fmla="*/ 2525 h 2503"/>
                  <a:gd name="T42" fmla="*/ 708 w 968"/>
                  <a:gd name="T43" fmla="*/ 4252 h 2503"/>
                  <a:gd name="T44" fmla="*/ 871 w 968"/>
                  <a:gd name="T45" fmla="*/ 5493 h 2503"/>
                  <a:gd name="T46" fmla="*/ 711 w 968"/>
                  <a:gd name="T47" fmla="*/ 5794 h 2503"/>
                  <a:gd name="T48" fmla="*/ 708 w 968"/>
                  <a:gd name="T49" fmla="*/ 5867 h 2503"/>
                  <a:gd name="T50" fmla="*/ 828 w 968"/>
                  <a:gd name="T51" fmla="*/ 5905 h 2503"/>
                  <a:gd name="T52" fmla="*/ 1074 w 968"/>
                  <a:gd name="T53" fmla="*/ 5831 h 2503"/>
                  <a:gd name="T54" fmla="*/ 1057 w 968"/>
                  <a:gd name="T55" fmla="*/ 5403 h 2503"/>
                  <a:gd name="T56" fmla="*/ 1051 w 968"/>
                  <a:gd name="T57" fmla="*/ 4246 h 2503"/>
                  <a:gd name="T58" fmla="*/ 1185 w 968"/>
                  <a:gd name="T59" fmla="*/ 3718 h 2503"/>
                  <a:gd name="T60" fmla="*/ 1234 w 968"/>
                  <a:gd name="T61" fmla="*/ 5087 h 2503"/>
                  <a:gd name="T62" fmla="*/ 1228 w 968"/>
                  <a:gd name="T63" fmla="*/ 5762 h 2503"/>
                  <a:gd name="T64" fmla="*/ 1399 w 968"/>
                  <a:gd name="T65" fmla="*/ 5901 h 2503"/>
                  <a:gd name="T66" fmla="*/ 1556 w 968"/>
                  <a:gd name="T67" fmla="*/ 5882 h 2503"/>
                  <a:gd name="T68" fmla="*/ 1606 w 968"/>
                  <a:gd name="T69" fmla="*/ 5847 h 2503"/>
                  <a:gd name="T70" fmla="*/ 1429 w 968"/>
                  <a:gd name="T71" fmla="*/ 5575 h 2503"/>
                  <a:gd name="T72" fmla="*/ 1563 w 968"/>
                  <a:gd name="T73" fmla="*/ 4418 h 2503"/>
                  <a:gd name="T74" fmla="*/ 1695 w 968"/>
                  <a:gd name="T75" fmla="*/ 3036 h 2503"/>
                  <a:gd name="T76" fmla="*/ 1684 w 968"/>
                  <a:gd name="T77" fmla="*/ 1946 h 2503"/>
                  <a:gd name="T78" fmla="*/ 1710 w 968"/>
                  <a:gd name="T79" fmla="*/ 1905 h 2503"/>
                  <a:gd name="T80" fmla="*/ 1903 w 968"/>
                  <a:gd name="T81" fmla="*/ 2898 h 2503"/>
                  <a:gd name="T82" fmla="*/ 1902 w 968"/>
                  <a:gd name="T83" fmla="*/ 3377 h 2503"/>
                  <a:gd name="T84" fmla="*/ 2002 w 968"/>
                  <a:gd name="T85" fmla="*/ 3485 h 2503"/>
                  <a:gd name="T86" fmla="*/ 2125 w 968"/>
                  <a:gd name="T87" fmla="*/ 3370 h 2503"/>
                  <a:gd name="T88" fmla="*/ 2271 w 968"/>
                  <a:gd name="T89" fmla="*/ 3320 h 2503"/>
                  <a:gd name="T90" fmla="*/ 2110 w 968"/>
                  <a:gd name="T91" fmla="*/ 2945 h 2503"/>
                  <a:gd name="T92" fmla="*/ 2029 w 968"/>
                  <a:gd name="T93" fmla="*/ 2140 h 2503"/>
                  <a:gd name="T94" fmla="*/ 1770 w 968"/>
                  <a:gd name="T95" fmla="*/ 1045 h 250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68" h="2503">
                    <a:moveTo>
                      <a:pt x="558" y="362"/>
                    </a:moveTo>
                    <a:cubicBezTo>
                      <a:pt x="558" y="362"/>
                      <a:pt x="559" y="361"/>
                      <a:pt x="559" y="361"/>
                    </a:cubicBezTo>
                    <a:cubicBezTo>
                      <a:pt x="565" y="356"/>
                      <a:pt x="568" y="345"/>
                      <a:pt x="568" y="345"/>
                    </a:cubicBezTo>
                    <a:cubicBezTo>
                      <a:pt x="568" y="345"/>
                      <a:pt x="569" y="341"/>
                      <a:pt x="573" y="335"/>
                    </a:cubicBezTo>
                    <a:cubicBezTo>
                      <a:pt x="579" y="327"/>
                      <a:pt x="599" y="332"/>
                      <a:pt x="620" y="327"/>
                    </a:cubicBezTo>
                    <a:cubicBezTo>
                      <a:pt x="641" y="322"/>
                      <a:pt x="637" y="303"/>
                      <a:pt x="637" y="296"/>
                    </a:cubicBezTo>
                    <a:cubicBezTo>
                      <a:pt x="637" y="290"/>
                      <a:pt x="638" y="286"/>
                      <a:pt x="644" y="281"/>
                    </a:cubicBezTo>
                    <a:cubicBezTo>
                      <a:pt x="644" y="280"/>
                      <a:pt x="646" y="279"/>
                      <a:pt x="646" y="276"/>
                    </a:cubicBezTo>
                    <a:cubicBezTo>
                      <a:pt x="646" y="272"/>
                      <a:pt x="645" y="270"/>
                      <a:pt x="643" y="268"/>
                    </a:cubicBezTo>
                    <a:cubicBezTo>
                      <a:pt x="646" y="266"/>
                      <a:pt x="647" y="263"/>
                      <a:pt x="645" y="259"/>
                    </a:cubicBezTo>
                    <a:cubicBezTo>
                      <a:pt x="644" y="258"/>
                      <a:pt x="642" y="255"/>
                      <a:pt x="642" y="252"/>
                    </a:cubicBezTo>
                    <a:cubicBezTo>
                      <a:pt x="641" y="248"/>
                      <a:pt x="640" y="241"/>
                      <a:pt x="644" y="239"/>
                    </a:cubicBezTo>
                    <a:cubicBezTo>
                      <a:pt x="650" y="236"/>
                      <a:pt x="652" y="238"/>
                      <a:pt x="658" y="234"/>
                    </a:cubicBezTo>
                    <a:cubicBezTo>
                      <a:pt x="669" y="225"/>
                      <a:pt x="663" y="215"/>
                      <a:pt x="657" y="207"/>
                    </a:cubicBezTo>
                    <a:cubicBezTo>
                      <a:pt x="651" y="198"/>
                      <a:pt x="653" y="203"/>
                      <a:pt x="645" y="188"/>
                    </a:cubicBezTo>
                    <a:cubicBezTo>
                      <a:pt x="641" y="181"/>
                      <a:pt x="636" y="177"/>
                      <a:pt x="634" y="165"/>
                    </a:cubicBezTo>
                    <a:cubicBezTo>
                      <a:pt x="634" y="162"/>
                      <a:pt x="635" y="157"/>
                      <a:pt x="636" y="151"/>
                    </a:cubicBezTo>
                    <a:cubicBezTo>
                      <a:pt x="636" y="141"/>
                      <a:pt x="635" y="131"/>
                      <a:pt x="632" y="122"/>
                    </a:cubicBezTo>
                    <a:cubicBezTo>
                      <a:pt x="630" y="114"/>
                      <a:pt x="628" y="101"/>
                      <a:pt x="625" y="91"/>
                    </a:cubicBezTo>
                    <a:cubicBezTo>
                      <a:pt x="626" y="91"/>
                      <a:pt x="626" y="91"/>
                      <a:pt x="626" y="91"/>
                    </a:cubicBezTo>
                    <a:cubicBezTo>
                      <a:pt x="631" y="86"/>
                      <a:pt x="628" y="76"/>
                      <a:pt x="636" y="74"/>
                    </a:cubicBezTo>
                    <a:cubicBezTo>
                      <a:pt x="628" y="72"/>
                      <a:pt x="620" y="62"/>
                      <a:pt x="616" y="55"/>
                    </a:cubicBezTo>
                    <a:cubicBezTo>
                      <a:pt x="613" y="51"/>
                      <a:pt x="612" y="45"/>
                      <a:pt x="608" y="42"/>
                    </a:cubicBezTo>
                    <a:cubicBezTo>
                      <a:pt x="604" y="38"/>
                      <a:pt x="596" y="37"/>
                      <a:pt x="592" y="33"/>
                    </a:cubicBezTo>
                    <a:cubicBezTo>
                      <a:pt x="587" y="30"/>
                      <a:pt x="582" y="28"/>
                      <a:pt x="577" y="26"/>
                    </a:cubicBezTo>
                    <a:cubicBezTo>
                      <a:pt x="571" y="24"/>
                      <a:pt x="565" y="23"/>
                      <a:pt x="560" y="20"/>
                    </a:cubicBezTo>
                    <a:cubicBezTo>
                      <a:pt x="556" y="18"/>
                      <a:pt x="553" y="14"/>
                      <a:pt x="549" y="13"/>
                    </a:cubicBezTo>
                    <a:cubicBezTo>
                      <a:pt x="545" y="12"/>
                      <a:pt x="541" y="12"/>
                      <a:pt x="537" y="11"/>
                    </a:cubicBezTo>
                    <a:cubicBezTo>
                      <a:pt x="534" y="10"/>
                      <a:pt x="531" y="7"/>
                      <a:pt x="528" y="6"/>
                    </a:cubicBezTo>
                    <a:cubicBezTo>
                      <a:pt x="521" y="4"/>
                      <a:pt x="513" y="7"/>
                      <a:pt x="506" y="5"/>
                    </a:cubicBezTo>
                    <a:cubicBezTo>
                      <a:pt x="506" y="5"/>
                      <a:pt x="506" y="5"/>
                      <a:pt x="506" y="5"/>
                    </a:cubicBezTo>
                    <a:cubicBezTo>
                      <a:pt x="498" y="3"/>
                      <a:pt x="491" y="2"/>
                      <a:pt x="485" y="1"/>
                    </a:cubicBezTo>
                    <a:cubicBezTo>
                      <a:pt x="469" y="0"/>
                      <a:pt x="413" y="13"/>
                      <a:pt x="380" y="50"/>
                    </a:cubicBezTo>
                    <a:cubicBezTo>
                      <a:pt x="363" y="68"/>
                      <a:pt x="352" y="100"/>
                      <a:pt x="346" y="125"/>
                    </a:cubicBezTo>
                    <a:cubicBezTo>
                      <a:pt x="341" y="138"/>
                      <a:pt x="341" y="152"/>
                      <a:pt x="337" y="166"/>
                    </a:cubicBezTo>
                    <a:cubicBezTo>
                      <a:pt x="339" y="166"/>
                      <a:pt x="341" y="168"/>
                      <a:pt x="343" y="168"/>
                    </a:cubicBezTo>
                    <a:cubicBezTo>
                      <a:pt x="338" y="175"/>
                      <a:pt x="337" y="184"/>
                      <a:pt x="335" y="192"/>
                    </a:cubicBezTo>
                    <a:cubicBezTo>
                      <a:pt x="350" y="193"/>
                      <a:pt x="340" y="219"/>
                      <a:pt x="341" y="227"/>
                    </a:cubicBezTo>
                    <a:cubicBezTo>
                      <a:pt x="355" y="219"/>
                      <a:pt x="357" y="249"/>
                      <a:pt x="365" y="255"/>
                    </a:cubicBezTo>
                    <a:cubicBezTo>
                      <a:pt x="368" y="258"/>
                      <a:pt x="376" y="258"/>
                      <a:pt x="381" y="262"/>
                    </a:cubicBezTo>
                    <a:cubicBezTo>
                      <a:pt x="388" y="268"/>
                      <a:pt x="389" y="270"/>
                      <a:pt x="391" y="279"/>
                    </a:cubicBezTo>
                    <a:cubicBezTo>
                      <a:pt x="398" y="270"/>
                      <a:pt x="405" y="278"/>
                      <a:pt x="412" y="281"/>
                    </a:cubicBezTo>
                    <a:cubicBezTo>
                      <a:pt x="412" y="282"/>
                      <a:pt x="412" y="282"/>
                      <a:pt x="412" y="282"/>
                    </a:cubicBezTo>
                    <a:cubicBezTo>
                      <a:pt x="413" y="300"/>
                      <a:pt x="399" y="380"/>
                      <a:pt x="357" y="388"/>
                    </a:cubicBezTo>
                    <a:cubicBezTo>
                      <a:pt x="340" y="390"/>
                      <a:pt x="288" y="417"/>
                      <a:pt x="280" y="424"/>
                    </a:cubicBezTo>
                    <a:cubicBezTo>
                      <a:pt x="268" y="435"/>
                      <a:pt x="242" y="437"/>
                      <a:pt x="225" y="441"/>
                    </a:cubicBezTo>
                    <a:cubicBezTo>
                      <a:pt x="208" y="445"/>
                      <a:pt x="173" y="464"/>
                      <a:pt x="156" y="539"/>
                    </a:cubicBezTo>
                    <a:cubicBezTo>
                      <a:pt x="148" y="574"/>
                      <a:pt x="139" y="618"/>
                      <a:pt x="145" y="659"/>
                    </a:cubicBezTo>
                    <a:cubicBezTo>
                      <a:pt x="147" y="687"/>
                      <a:pt x="126" y="740"/>
                      <a:pt x="124" y="832"/>
                    </a:cubicBezTo>
                    <a:cubicBezTo>
                      <a:pt x="125" y="865"/>
                      <a:pt x="121" y="888"/>
                      <a:pt x="117" y="903"/>
                    </a:cubicBezTo>
                    <a:cubicBezTo>
                      <a:pt x="98" y="950"/>
                      <a:pt x="98" y="1078"/>
                      <a:pt x="97" y="1110"/>
                    </a:cubicBezTo>
                    <a:cubicBezTo>
                      <a:pt x="96" y="1129"/>
                      <a:pt x="96" y="1157"/>
                      <a:pt x="92" y="1171"/>
                    </a:cubicBezTo>
                    <a:cubicBezTo>
                      <a:pt x="89" y="1185"/>
                      <a:pt x="91" y="1198"/>
                      <a:pt x="88" y="1210"/>
                    </a:cubicBezTo>
                    <a:cubicBezTo>
                      <a:pt x="84" y="1222"/>
                      <a:pt x="86" y="1239"/>
                      <a:pt x="83" y="1243"/>
                    </a:cubicBezTo>
                    <a:cubicBezTo>
                      <a:pt x="76" y="1251"/>
                      <a:pt x="46" y="1294"/>
                      <a:pt x="38" y="1304"/>
                    </a:cubicBezTo>
                    <a:cubicBezTo>
                      <a:pt x="31" y="1314"/>
                      <a:pt x="22" y="1344"/>
                      <a:pt x="18" y="1350"/>
                    </a:cubicBezTo>
                    <a:cubicBezTo>
                      <a:pt x="14" y="1355"/>
                      <a:pt x="13" y="1369"/>
                      <a:pt x="8" y="1380"/>
                    </a:cubicBezTo>
                    <a:cubicBezTo>
                      <a:pt x="4" y="1392"/>
                      <a:pt x="0" y="1402"/>
                      <a:pt x="15" y="1401"/>
                    </a:cubicBezTo>
                    <a:cubicBezTo>
                      <a:pt x="27" y="1401"/>
                      <a:pt x="40" y="1380"/>
                      <a:pt x="42" y="1366"/>
                    </a:cubicBezTo>
                    <a:cubicBezTo>
                      <a:pt x="46" y="1365"/>
                      <a:pt x="53" y="1356"/>
                      <a:pt x="60" y="1347"/>
                    </a:cubicBezTo>
                    <a:cubicBezTo>
                      <a:pt x="58" y="1354"/>
                      <a:pt x="64" y="1362"/>
                      <a:pt x="70" y="1385"/>
                    </a:cubicBezTo>
                    <a:cubicBezTo>
                      <a:pt x="70" y="1393"/>
                      <a:pt x="77" y="1413"/>
                      <a:pt x="76" y="1422"/>
                    </a:cubicBezTo>
                    <a:cubicBezTo>
                      <a:pt x="75" y="1431"/>
                      <a:pt x="81" y="1455"/>
                      <a:pt x="84" y="1467"/>
                    </a:cubicBezTo>
                    <a:cubicBezTo>
                      <a:pt x="87" y="1480"/>
                      <a:pt x="98" y="1480"/>
                      <a:pt x="105" y="1476"/>
                    </a:cubicBezTo>
                    <a:cubicBezTo>
                      <a:pt x="105" y="1476"/>
                      <a:pt x="105" y="1487"/>
                      <a:pt x="116" y="1489"/>
                    </a:cubicBezTo>
                    <a:cubicBezTo>
                      <a:pt x="126" y="1490"/>
                      <a:pt x="128" y="1471"/>
                      <a:pt x="128" y="1471"/>
                    </a:cubicBezTo>
                    <a:cubicBezTo>
                      <a:pt x="128" y="1471"/>
                      <a:pt x="128" y="1479"/>
                      <a:pt x="136" y="1479"/>
                    </a:cubicBezTo>
                    <a:cubicBezTo>
                      <a:pt x="148" y="1480"/>
                      <a:pt x="150" y="1455"/>
                      <a:pt x="150" y="1455"/>
                    </a:cubicBezTo>
                    <a:cubicBezTo>
                      <a:pt x="150" y="1458"/>
                      <a:pt x="151" y="1460"/>
                      <a:pt x="157" y="1460"/>
                    </a:cubicBezTo>
                    <a:cubicBezTo>
                      <a:pt x="163" y="1460"/>
                      <a:pt x="168" y="1435"/>
                      <a:pt x="170" y="1425"/>
                    </a:cubicBezTo>
                    <a:cubicBezTo>
                      <a:pt x="173" y="1415"/>
                      <a:pt x="177" y="1406"/>
                      <a:pt x="178" y="1397"/>
                    </a:cubicBezTo>
                    <a:cubicBezTo>
                      <a:pt x="179" y="1389"/>
                      <a:pt x="180" y="1385"/>
                      <a:pt x="187" y="1347"/>
                    </a:cubicBezTo>
                    <a:cubicBezTo>
                      <a:pt x="194" y="1310"/>
                      <a:pt x="172" y="1270"/>
                      <a:pt x="175" y="1258"/>
                    </a:cubicBezTo>
                    <a:cubicBezTo>
                      <a:pt x="178" y="1245"/>
                      <a:pt x="167" y="1226"/>
                      <a:pt x="168" y="1223"/>
                    </a:cubicBezTo>
                    <a:cubicBezTo>
                      <a:pt x="170" y="1219"/>
                      <a:pt x="174" y="1205"/>
                      <a:pt x="176" y="1191"/>
                    </a:cubicBezTo>
                    <a:cubicBezTo>
                      <a:pt x="178" y="1177"/>
                      <a:pt x="228" y="1055"/>
                      <a:pt x="233" y="1028"/>
                    </a:cubicBezTo>
                    <a:cubicBezTo>
                      <a:pt x="243" y="975"/>
                      <a:pt x="242" y="952"/>
                      <a:pt x="237" y="916"/>
                    </a:cubicBezTo>
                    <a:cubicBezTo>
                      <a:pt x="238" y="889"/>
                      <a:pt x="249" y="817"/>
                      <a:pt x="250" y="804"/>
                    </a:cubicBezTo>
                    <a:cubicBezTo>
                      <a:pt x="252" y="802"/>
                      <a:pt x="252" y="788"/>
                      <a:pt x="253" y="779"/>
                    </a:cubicBezTo>
                    <a:cubicBezTo>
                      <a:pt x="254" y="774"/>
                      <a:pt x="255" y="765"/>
                      <a:pt x="255" y="754"/>
                    </a:cubicBezTo>
                    <a:cubicBezTo>
                      <a:pt x="255" y="755"/>
                      <a:pt x="255" y="755"/>
                      <a:pt x="255" y="755"/>
                    </a:cubicBezTo>
                    <a:cubicBezTo>
                      <a:pt x="256" y="768"/>
                      <a:pt x="259" y="788"/>
                      <a:pt x="261" y="821"/>
                    </a:cubicBezTo>
                    <a:cubicBezTo>
                      <a:pt x="260" y="848"/>
                      <a:pt x="273" y="897"/>
                      <a:pt x="275" y="923"/>
                    </a:cubicBezTo>
                    <a:cubicBezTo>
                      <a:pt x="271" y="931"/>
                      <a:pt x="284" y="1066"/>
                      <a:pt x="284" y="1066"/>
                    </a:cubicBezTo>
                    <a:cubicBezTo>
                      <a:pt x="279" y="1074"/>
                      <a:pt x="256" y="1177"/>
                      <a:pt x="255" y="1209"/>
                    </a:cubicBezTo>
                    <a:cubicBezTo>
                      <a:pt x="253" y="1224"/>
                      <a:pt x="259" y="1246"/>
                      <a:pt x="257" y="1281"/>
                    </a:cubicBezTo>
                    <a:cubicBezTo>
                      <a:pt x="255" y="1324"/>
                      <a:pt x="217" y="1496"/>
                      <a:pt x="288" y="1714"/>
                    </a:cubicBezTo>
                    <a:cubicBezTo>
                      <a:pt x="292" y="1727"/>
                      <a:pt x="292" y="1770"/>
                      <a:pt x="297" y="1794"/>
                    </a:cubicBezTo>
                    <a:cubicBezTo>
                      <a:pt x="298" y="1800"/>
                      <a:pt x="310" y="1827"/>
                      <a:pt x="311" y="1865"/>
                    </a:cubicBezTo>
                    <a:cubicBezTo>
                      <a:pt x="312" y="1925"/>
                      <a:pt x="305" y="2004"/>
                      <a:pt x="307" y="2047"/>
                    </a:cubicBezTo>
                    <a:cubicBezTo>
                      <a:pt x="310" y="2117"/>
                      <a:pt x="340" y="2182"/>
                      <a:pt x="351" y="2227"/>
                    </a:cubicBezTo>
                    <a:cubicBezTo>
                      <a:pt x="362" y="2273"/>
                      <a:pt x="367" y="2309"/>
                      <a:pt x="365" y="2318"/>
                    </a:cubicBezTo>
                    <a:cubicBezTo>
                      <a:pt x="363" y="2326"/>
                      <a:pt x="361" y="2341"/>
                      <a:pt x="367" y="2353"/>
                    </a:cubicBezTo>
                    <a:cubicBezTo>
                      <a:pt x="368" y="2355"/>
                      <a:pt x="347" y="2400"/>
                      <a:pt x="336" y="2408"/>
                    </a:cubicBezTo>
                    <a:cubicBezTo>
                      <a:pt x="325" y="2416"/>
                      <a:pt x="322" y="2423"/>
                      <a:pt x="314" y="2427"/>
                    </a:cubicBezTo>
                    <a:cubicBezTo>
                      <a:pt x="306" y="2432"/>
                      <a:pt x="302" y="2436"/>
                      <a:pt x="298" y="2445"/>
                    </a:cubicBezTo>
                    <a:cubicBezTo>
                      <a:pt x="296" y="2453"/>
                      <a:pt x="287" y="2462"/>
                      <a:pt x="293" y="2468"/>
                    </a:cubicBezTo>
                    <a:cubicBezTo>
                      <a:pt x="294" y="2468"/>
                      <a:pt x="295" y="2469"/>
                      <a:pt x="296" y="2470"/>
                    </a:cubicBezTo>
                    <a:cubicBezTo>
                      <a:pt x="297" y="2469"/>
                      <a:pt x="297" y="2469"/>
                      <a:pt x="297" y="2469"/>
                    </a:cubicBezTo>
                    <a:cubicBezTo>
                      <a:pt x="296" y="2472"/>
                      <a:pt x="296" y="2474"/>
                      <a:pt x="297" y="2476"/>
                    </a:cubicBezTo>
                    <a:cubicBezTo>
                      <a:pt x="301" y="2482"/>
                      <a:pt x="307" y="2483"/>
                      <a:pt x="315" y="2482"/>
                    </a:cubicBezTo>
                    <a:cubicBezTo>
                      <a:pt x="315" y="2481"/>
                      <a:pt x="315" y="2481"/>
                      <a:pt x="315" y="2481"/>
                    </a:cubicBezTo>
                    <a:cubicBezTo>
                      <a:pt x="316" y="2483"/>
                      <a:pt x="316" y="2486"/>
                      <a:pt x="318" y="2488"/>
                    </a:cubicBezTo>
                    <a:cubicBezTo>
                      <a:pt x="323" y="2495"/>
                      <a:pt x="340" y="2499"/>
                      <a:pt x="347" y="2492"/>
                    </a:cubicBezTo>
                    <a:cubicBezTo>
                      <a:pt x="356" y="2497"/>
                      <a:pt x="374" y="2498"/>
                      <a:pt x="380" y="2490"/>
                    </a:cubicBezTo>
                    <a:cubicBezTo>
                      <a:pt x="385" y="2503"/>
                      <a:pt x="405" y="2501"/>
                      <a:pt x="417" y="2499"/>
                    </a:cubicBezTo>
                    <a:cubicBezTo>
                      <a:pt x="429" y="2496"/>
                      <a:pt x="435" y="2489"/>
                      <a:pt x="442" y="2484"/>
                    </a:cubicBezTo>
                    <a:cubicBezTo>
                      <a:pt x="448" y="2478"/>
                      <a:pt x="453" y="2473"/>
                      <a:pt x="451" y="2461"/>
                    </a:cubicBezTo>
                    <a:cubicBezTo>
                      <a:pt x="449" y="2448"/>
                      <a:pt x="451" y="2448"/>
                      <a:pt x="453" y="2432"/>
                    </a:cubicBezTo>
                    <a:cubicBezTo>
                      <a:pt x="453" y="2423"/>
                      <a:pt x="462" y="2420"/>
                      <a:pt x="463" y="2405"/>
                    </a:cubicBezTo>
                    <a:cubicBezTo>
                      <a:pt x="464" y="2393"/>
                      <a:pt x="454" y="2342"/>
                      <a:pt x="455" y="2335"/>
                    </a:cubicBezTo>
                    <a:cubicBezTo>
                      <a:pt x="457" y="2319"/>
                      <a:pt x="446" y="2306"/>
                      <a:pt x="443" y="2280"/>
                    </a:cubicBezTo>
                    <a:cubicBezTo>
                      <a:pt x="439" y="2254"/>
                      <a:pt x="449" y="2164"/>
                      <a:pt x="449" y="2147"/>
                    </a:cubicBezTo>
                    <a:cubicBezTo>
                      <a:pt x="449" y="2117"/>
                      <a:pt x="466" y="2066"/>
                      <a:pt x="461" y="2002"/>
                    </a:cubicBezTo>
                    <a:cubicBezTo>
                      <a:pt x="459" y="1966"/>
                      <a:pt x="441" y="1855"/>
                      <a:pt x="441" y="1829"/>
                    </a:cubicBezTo>
                    <a:cubicBezTo>
                      <a:pt x="441" y="1825"/>
                      <a:pt x="440" y="1797"/>
                      <a:pt x="441" y="1792"/>
                    </a:cubicBezTo>
                    <a:cubicBezTo>
                      <a:pt x="447" y="1776"/>
                      <a:pt x="470" y="1572"/>
                      <a:pt x="470" y="1569"/>
                    </a:cubicBezTo>
                    <a:cubicBezTo>
                      <a:pt x="473" y="1545"/>
                      <a:pt x="483" y="1385"/>
                      <a:pt x="483" y="1385"/>
                    </a:cubicBezTo>
                    <a:cubicBezTo>
                      <a:pt x="484" y="1385"/>
                      <a:pt x="484" y="1385"/>
                      <a:pt x="484" y="1385"/>
                    </a:cubicBezTo>
                    <a:cubicBezTo>
                      <a:pt x="484" y="1385"/>
                      <a:pt x="495" y="1545"/>
                      <a:pt x="497" y="1569"/>
                    </a:cubicBezTo>
                    <a:cubicBezTo>
                      <a:pt x="497" y="1572"/>
                      <a:pt x="521" y="1776"/>
                      <a:pt x="526" y="1792"/>
                    </a:cubicBezTo>
                    <a:cubicBezTo>
                      <a:pt x="528" y="1797"/>
                      <a:pt x="527" y="1825"/>
                      <a:pt x="527" y="1829"/>
                    </a:cubicBezTo>
                    <a:cubicBezTo>
                      <a:pt x="527" y="1855"/>
                      <a:pt x="509" y="1966"/>
                      <a:pt x="506" y="2002"/>
                    </a:cubicBezTo>
                    <a:cubicBezTo>
                      <a:pt x="502" y="2066"/>
                      <a:pt x="518" y="2117"/>
                      <a:pt x="518" y="2147"/>
                    </a:cubicBezTo>
                    <a:cubicBezTo>
                      <a:pt x="518" y="2164"/>
                      <a:pt x="528" y="2254"/>
                      <a:pt x="525" y="2280"/>
                    </a:cubicBezTo>
                    <a:cubicBezTo>
                      <a:pt x="521" y="2306"/>
                      <a:pt x="510" y="2319"/>
                      <a:pt x="512" y="2335"/>
                    </a:cubicBezTo>
                    <a:cubicBezTo>
                      <a:pt x="513" y="2342"/>
                      <a:pt x="504" y="2393"/>
                      <a:pt x="505" y="2405"/>
                    </a:cubicBezTo>
                    <a:cubicBezTo>
                      <a:pt x="506" y="2420"/>
                      <a:pt x="514" y="2423"/>
                      <a:pt x="515" y="2432"/>
                    </a:cubicBezTo>
                    <a:cubicBezTo>
                      <a:pt x="516" y="2448"/>
                      <a:pt x="518" y="2448"/>
                      <a:pt x="516" y="2461"/>
                    </a:cubicBezTo>
                    <a:cubicBezTo>
                      <a:pt x="514" y="2473"/>
                      <a:pt x="519" y="2478"/>
                      <a:pt x="526" y="2484"/>
                    </a:cubicBezTo>
                    <a:cubicBezTo>
                      <a:pt x="533" y="2489"/>
                      <a:pt x="538" y="2496"/>
                      <a:pt x="550" y="2499"/>
                    </a:cubicBezTo>
                    <a:cubicBezTo>
                      <a:pt x="562" y="2501"/>
                      <a:pt x="582" y="2503"/>
                      <a:pt x="587" y="2490"/>
                    </a:cubicBezTo>
                    <a:cubicBezTo>
                      <a:pt x="594" y="2498"/>
                      <a:pt x="611" y="2497"/>
                      <a:pt x="620" y="2492"/>
                    </a:cubicBezTo>
                    <a:cubicBezTo>
                      <a:pt x="627" y="2499"/>
                      <a:pt x="644" y="2495"/>
                      <a:pt x="649" y="2488"/>
                    </a:cubicBezTo>
                    <a:cubicBezTo>
                      <a:pt x="651" y="2486"/>
                      <a:pt x="651" y="2484"/>
                      <a:pt x="652" y="2481"/>
                    </a:cubicBezTo>
                    <a:cubicBezTo>
                      <a:pt x="653" y="2482"/>
                      <a:pt x="653" y="2482"/>
                      <a:pt x="653" y="2482"/>
                    </a:cubicBezTo>
                    <a:cubicBezTo>
                      <a:pt x="660" y="2483"/>
                      <a:pt x="669" y="2481"/>
                      <a:pt x="670" y="2476"/>
                    </a:cubicBezTo>
                    <a:cubicBezTo>
                      <a:pt x="671" y="2474"/>
                      <a:pt x="671" y="2472"/>
                      <a:pt x="671" y="2469"/>
                    </a:cubicBezTo>
                    <a:cubicBezTo>
                      <a:pt x="671" y="2470"/>
                      <a:pt x="671" y="2470"/>
                      <a:pt x="671" y="2470"/>
                    </a:cubicBezTo>
                    <a:cubicBezTo>
                      <a:pt x="672" y="2469"/>
                      <a:pt x="673" y="2468"/>
                      <a:pt x="674" y="2468"/>
                    </a:cubicBezTo>
                    <a:cubicBezTo>
                      <a:pt x="680" y="2462"/>
                      <a:pt x="671" y="2453"/>
                      <a:pt x="669" y="2445"/>
                    </a:cubicBezTo>
                    <a:cubicBezTo>
                      <a:pt x="666" y="2436"/>
                      <a:pt x="661" y="2432"/>
                      <a:pt x="653" y="2427"/>
                    </a:cubicBezTo>
                    <a:cubicBezTo>
                      <a:pt x="645" y="2423"/>
                      <a:pt x="642" y="2416"/>
                      <a:pt x="632" y="2408"/>
                    </a:cubicBezTo>
                    <a:cubicBezTo>
                      <a:pt x="620" y="2400"/>
                      <a:pt x="600" y="2355"/>
                      <a:pt x="600" y="2353"/>
                    </a:cubicBezTo>
                    <a:cubicBezTo>
                      <a:pt x="607" y="2341"/>
                      <a:pt x="604" y="2326"/>
                      <a:pt x="603" y="2318"/>
                    </a:cubicBezTo>
                    <a:cubicBezTo>
                      <a:pt x="600" y="2309"/>
                      <a:pt x="605" y="2273"/>
                      <a:pt x="616" y="2227"/>
                    </a:cubicBezTo>
                    <a:cubicBezTo>
                      <a:pt x="628" y="2182"/>
                      <a:pt x="657" y="2117"/>
                      <a:pt x="660" y="2047"/>
                    </a:cubicBezTo>
                    <a:cubicBezTo>
                      <a:pt x="662" y="2004"/>
                      <a:pt x="655" y="1925"/>
                      <a:pt x="656" y="1865"/>
                    </a:cubicBezTo>
                    <a:cubicBezTo>
                      <a:pt x="657" y="1827"/>
                      <a:pt x="669" y="1800"/>
                      <a:pt x="670" y="1794"/>
                    </a:cubicBezTo>
                    <a:cubicBezTo>
                      <a:pt x="675" y="1770"/>
                      <a:pt x="675" y="1727"/>
                      <a:pt x="679" y="1714"/>
                    </a:cubicBezTo>
                    <a:cubicBezTo>
                      <a:pt x="750" y="1496"/>
                      <a:pt x="712" y="1324"/>
                      <a:pt x="710" y="1281"/>
                    </a:cubicBezTo>
                    <a:cubicBezTo>
                      <a:pt x="711" y="1281"/>
                      <a:pt x="711" y="1281"/>
                      <a:pt x="711" y="1281"/>
                    </a:cubicBezTo>
                    <a:cubicBezTo>
                      <a:pt x="709" y="1246"/>
                      <a:pt x="715" y="1224"/>
                      <a:pt x="712" y="1209"/>
                    </a:cubicBezTo>
                    <a:cubicBezTo>
                      <a:pt x="711" y="1177"/>
                      <a:pt x="688" y="1074"/>
                      <a:pt x="684" y="1066"/>
                    </a:cubicBezTo>
                    <a:cubicBezTo>
                      <a:pt x="684" y="1066"/>
                      <a:pt x="696" y="931"/>
                      <a:pt x="693" y="923"/>
                    </a:cubicBezTo>
                    <a:cubicBezTo>
                      <a:pt x="695" y="897"/>
                      <a:pt x="708" y="848"/>
                      <a:pt x="707" y="821"/>
                    </a:cubicBezTo>
                    <a:cubicBezTo>
                      <a:pt x="708" y="788"/>
                      <a:pt x="712" y="768"/>
                      <a:pt x="712" y="755"/>
                    </a:cubicBezTo>
                    <a:cubicBezTo>
                      <a:pt x="713" y="754"/>
                      <a:pt x="713" y="754"/>
                      <a:pt x="713" y="754"/>
                    </a:cubicBezTo>
                    <a:cubicBezTo>
                      <a:pt x="713" y="765"/>
                      <a:pt x="714" y="774"/>
                      <a:pt x="715" y="779"/>
                    </a:cubicBezTo>
                    <a:cubicBezTo>
                      <a:pt x="716" y="788"/>
                      <a:pt x="716" y="802"/>
                      <a:pt x="717" y="804"/>
                    </a:cubicBezTo>
                    <a:cubicBezTo>
                      <a:pt x="719" y="817"/>
                      <a:pt x="730" y="889"/>
                      <a:pt x="731" y="916"/>
                    </a:cubicBezTo>
                    <a:cubicBezTo>
                      <a:pt x="725" y="952"/>
                      <a:pt x="725" y="975"/>
                      <a:pt x="735" y="1028"/>
                    </a:cubicBezTo>
                    <a:cubicBezTo>
                      <a:pt x="739" y="1055"/>
                      <a:pt x="789" y="1177"/>
                      <a:pt x="792" y="1191"/>
                    </a:cubicBezTo>
                    <a:cubicBezTo>
                      <a:pt x="794" y="1205"/>
                      <a:pt x="798" y="1219"/>
                      <a:pt x="799" y="1223"/>
                    </a:cubicBezTo>
                    <a:cubicBezTo>
                      <a:pt x="801" y="1226"/>
                      <a:pt x="789" y="1245"/>
                      <a:pt x="793" y="1258"/>
                    </a:cubicBezTo>
                    <a:cubicBezTo>
                      <a:pt x="796" y="1270"/>
                      <a:pt x="774" y="1310"/>
                      <a:pt x="781" y="1347"/>
                    </a:cubicBezTo>
                    <a:cubicBezTo>
                      <a:pt x="788" y="1385"/>
                      <a:pt x="789" y="1389"/>
                      <a:pt x="790" y="1397"/>
                    </a:cubicBezTo>
                    <a:cubicBezTo>
                      <a:pt x="791" y="1406"/>
                      <a:pt x="795" y="1415"/>
                      <a:pt x="798" y="1425"/>
                    </a:cubicBezTo>
                    <a:cubicBezTo>
                      <a:pt x="800" y="1435"/>
                      <a:pt x="805" y="1460"/>
                      <a:pt x="811" y="1460"/>
                    </a:cubicBezTo>
                    <a:cubicBezTo>
                      <a:pt x="817" y="1460"/>
                      <a:pt x="818" y="1458"/>
                      <a:pt x="818" y="1455"/>
                    </a:cubicBezTo>
                    <a:cubicBezTo>
                      <a:pt x="818" y="1455"/>
                      <a:pt x="820" y="1480"/>
                      <a:pt x="832" y="1479"/>
                    </a:cubicBezTo>
                    <a:cubicBezTo>
                      <a:pt x="840" y="1479"/>
                      <a:pt x="840" y="1471"/>
                      <a:pt x="840" y="1471"/>
                    </a:cubicBezTo>
                    <a:cubicBezTo>
                      <a:pt x="840" y="1471"/>
                      <a:pt x="841" y="1490"/>
                      <a:pt x="852" y="1489"/>
                    </a:cubicBezTo>
                    <a:cubicBezTo>
                      <a:pt x="863" y="1487"/>
                      <a:pt x="863" y="1476"/>
                      <a:pt x="863" y="1476"/>
                    </a:cubicBezTo>
                    <a:cubicBezTo>
                      <a:pt x="870" y="1480"/>
                      <a:pt x="881" y="1480"/>
                      <a:pt x="884" y="1467"/>
                    </a:cubicBezTo>
                    <a:cubicBezTo>
                      <a:pt x="886" y="1455"/>
                      <a:pt x="892" y="1431"/>
                      <a:pt x="892" y="1422"/>
                    </a:cubicBezTo>
                    <a:cubicBezTo>
                      <a:pt x="891" y="1413"/>
                      <a:pt x="897" y="1393"/>
                      <a:pt x="898" y="1385"/>
                    </a:cubicBezTo>
                    <a:cubicBezTo>
                      <a:pt x="903" y="1362"/>
                      <a:pt x="909" y="1354"/>
                      <a:pt x="907" y="1347"/>
                    </a:cubicBezTo>
                    <a:cubicBezTo>
                      <a:pt x="915" y="1356"/>
                      <a:pt x="922" y="1365"/>
                      <a:pt x="926" y="1366"/>
                    </a:cubicBezTo>
                    <a:cubicBezTo>
                      <a:pt x="928" y="1380"/>
                      <a:pt x="941" y="1401"/>
                      <a:pt x="953" y="1401"/>
                    </a:cubicBezTo>
                    <a:cubicBezTo>
                      <a:pt x="968" y="1402"/>
                      <a:pt x="964" y="1392"/>
                      <a:pt x="959" y="1380"/>
                    </a:cubicBezTo>
                    <a:cubicBezTo>
                      <a:pt x="955" y="1369"/>
                      <a:pt x="954" y="1355"/>
                      <a:pt x="950" y="1350"/>
                    </a:cubicBezTo>
                    <a:cubicBezTo>
                      <a:pt x="945" y="1344"/>
                      <a:pt x="939" y="1314"/>
                      <a:pt x="931" y="1304"/>
                    </a:cubicBezTo>
                    <a:cubicBezTo>
                      <a:pt x="923" y="1294"/>
                      <a:pt x="893" y="1251"/>
                      <a:pt x="886" y="1243"/>
                    </a:cubicBezTo>
                    <a:cubicBezTo>
                      <a:pt x="883" y="1239"/>
                      <a:pt x="885" y="1222"/>
                      <a:pt x="882" y="1210"/>
                    </a:cubicBezTo>
                    <a:cubicBezTo>
                      <a:pt x="878" y="1198"/>
                      <a:pt x="879" y="1185"/>
                      <a:pt x="876" y="1171"/>
                    </a:cubicBezTo>
                    <a:cubicBezTo>
                      <a:pt x="872" y="1157"/>
                      <a:pt x="872" y="1129"/>
                      <a:pt x="871" y="1110"/>
                    </a:cubicBezTo>
                    <a:cubicBezTo>
                      <a:pt x="870" y="1078"/>
                      <a:pt x="870" y="950"/>
                      <a:pt x="851" y="903"/>
                    </a:cubicBezTo>
                    <a:cubicBezTo>
                      <a:pt x="847" y="888"/>
                      <a:pt x="843" y="865"/>
                      <a:pt x="844" y="832"/>
                    </a:cubicBezTo>
                    <a:cubicBezTo>
                      <a:pt x="842" y="740"/>
                      <a:pt x="821" y="687"/>
                      <a:pt x="823" y="659"/>
                    </a:cubicBezTo>
                    <a:cubicBezTo>
                      <a:pt x="829" y="618"/>
                      <a:pt x="820" y="574"/>
                      <a:pt x="812" y="539"/>
                    </a:cubicBezTo>
                    <a:cubicBezTo>
                      <a:pt x="795" y="464"/>
                      <a:pt x="759" y="445"/>
                      <a:pt x="743" y="441"/>
                    </a:cubicBezTo>
                    <a:cubicBezTo>
                      <a:pt x="726" y="437"/>
                      <a:pt x="687" y="427"/>
                      <a:pt x="672" y="421"/>
                    </a:cubicBezTo>
                    <a:cubicBezTo>
                      <a:pt x="656" y="413"/>
                      <a:pt x="615" y="389"/>
                      <a:pt x="598" y="383"/>
                    </a:cubicBezTo>
                    <a:cubicBezTo>
                      <a:pt x="584" y="378"/>
                      <a:pt x="558" y="363"/>
                      <a:pt x="558" y="363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10" name="Freeform 6">
                <a:extLst>
                  <a:ext uri="{FF2B5EF4-FFF2-40B4-BE49-F238E27FC236}">
                    <a16:creationId xmlns:a16="http://schemas.microsoft.com/office/drawing/2014/main" id="{F4BC6F94-8C2F-493D-A0F8-9F92BF22C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945"/>
                <a:ext cx="10" cy="16"/>
              </a:xfrm>
              <a:custGeom>
                <a:avLst/>
                <a:gdLst>
                  <a:gd name="T0" fmla="*/ 5 w 8"/>
                  <a:gd name="T1" fmla="*/ 0 h 12"/>
                  <a:gd name="T2" fmla="*/ 8 w 8"/>
                  <a:gd name="T3" fmla="*/ 28 h 12"/>
                  <a:gd name="T4" fmla="*/ 14 w 8"/>
                  <a:gd name="T5" fmla="*/ 15 h 12"/>
                  <a:gd name="T6" fmla="*/ 13 w 8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2" y="0"/>
                    </a:moveTo>
                    <a:cubicBezTo>
                      <a:pt x="0" y="6"/>
                      <a:pt x="1" y="12"/>
                      <a:pt x="4" y="12"/>
                    </a:cubicBezTo>
                    <a:cubicBezTo>
                      <a:pt x="6" y="12"/>
                      <a:pt x="7" y="9"/>
                      <a:pt x="7" y="6"/>
                    </a:cubicBezTo>
                    <a:cubicBezTo>
                      <a:pt x="8" y="3"/>
                      <a:pt x="6" y="0"/>
                      <a:pt x="6" y="0"/>
                    </a:cubicBezTo>
                  </a:path>
                </a:pathLst>
              </a:custGeom>
              <a:solidFill>
                <a:srgbClr val="B49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11" name="Freeform 7">
                <a:extLst>
                  <a:ext uri="{FF2B5EF4-FFF2-40B4-BE49-F238E27FC236}">
                    <a16:creationId xmlns:a16="http://schemas.microsoft.com/office/drawing/2014/main" id="{2B3B1413-95BA-4027-A122-B49B83D9B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3076"/>
                <a:ext cx="75" cy="80"/>
              </a:xfrm>
              <a:custGeom>
                <a:avLst/>
                <a:gdLst>
                  <a:gd name="T0" fmla="*/ 0 w 56"/>
                  <a:gd name="T1" fmla="*/ 100 h 60"/>
                  <a:gd name="T2" fmla="*/ 122 w 56"/>
                  <a:gd name="T3" fmla="*/ 0 h 60"/>
                  <a:gd name="T4" fmla="*/ 112 w 56"/>
                  <a:gd name="T5" fmla="*/ 80 h 60"/>
                  <a:gd name="T6" fmla="*/ 21 w 56"/>
                  <a:gd name="T7" fmla="*/ 112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60">
                    <a:moveTo>
                      <a:pt x="0" y="42"/>
                    </a:moveTo>
                    <a:cubicBezTo>
                      <a:pt x="23" y="60"/>
                      <a:pt x="46" y="16"/>
                      <a:pt x="51" y="0"/>
                    </a:cubicBezTo>
                    <a:cubicBezTo>
                      <a:pt x="52" y="13"/>
                      <a:pt x="56" y="24"/>
                      <a:pt x="47" y="34"/>
                    </a:cubicBezTo>
                    <a:cubicBezTo>
                      <a:pt x="38" y="44"/>
                      <a:pt x="21" y="47"/>
                      <a:pt x="9" y="47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12" name="Freeform 8">
                <a:extLst>
                  <a:ext uri="{FF2B5EF4-FFF2-40B4-BE49-F238E27FC236}">
                    <a16:creationId xmlns:a16="http://schemas.microsoft.com/office/drawing/2014/main" id="{CF2373A9-581C-488C-876B-484D5D59D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3073"/>
                <a:ext cx="54" cy="79"/>
              </a:xfrm>
              <a:custGeom>
                <a:avLst/>
                <a:gdLst>
                  <a:gd name="T0" fmla="*/ 0 w 41"/>
                  <a:gd name="T1" fmla="*/ 111 h 59"/>
                  <a:gd name="T2" fmla="*/ 72 w 41"/>
                  <a:gd name="T3" fmla="*/ 0 h 59"/>
                  <a:gd name="T4" fmla="*/ 12 w 41"/>
                  <a:gd name="T5" fmla="*/ 118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9">
                    <a:moveTo>
                      <a:pt x="0" y="46"/>
                    </a:moveTo>
                    <a:cubicBezTo>
                      <a:pt x="24" y="57"/>
                      <a:pt x="33" y="13"/>
                      <a:pt x="32" y="0"/>
                    </a:cubicBezTo>
                    <a:cubicBezTo>
                      <a:pt x="41" y="19"/>
                      <a:pt x="32" y="59"/>
                      <a:pt x="5" y="4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13" name="Freeform 9">
                <a:extLst>
                  <a:ext uri="{FF2B5EF4-FFF2-40B4-BE49-F238E27FC236}">
                    <a16:creationId xmlns:a16="http://schemas.microsoft.com/office/drawing/2014/main" id="{850669F6-071D-4C7B-A16A-DA16FB77D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303"/>
                <a:ext cx="211" cy="44"/>
              </a:xfrm>
              <a:custGeom>
                <a:avLst/>
                <a:gdLst>
                  <a:gd name="T0" fmla="*/ 80 w 158"/>
                  <a:gd name="T1" fmla="*/ 31 h 33"/>
                  <a:gd name="T2" fmla="*/ 235 w 158"/>
                  <a:gd name="T3" fmla="*/ 59 h 33"/>
                  <a:gd name="T4" fmla="*/ 377 w 158"/>
                  <a:gd name="T5" fmla="*/ 57 h 33"/>
                  <a:gd name="T6" fmla="*/ 190 w 158"/>
                  <a:gd name="T7" fmla="*/ 16 h 33"/>
                  <a:gd name="T8" fmla="*/ 0 w 158"/>
                  <a:gd name="T9" fmla="*/ 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33">
                    <a:moveTo>
                      <a:pt x="34" y="13"/>
                    </a:moveTo>
                    <a:cubicBezTo>
                      <a:pt x="56" y="14"/>
                      <a:pt x="77" y="21"/>
                      <a:pt x="99" y="25"/>
                    </a:cubicBezTo>
                    <a:cubicBezTo>
                      <a:pt x="116" y="27"/>
                      <a:pt x="144" y="33"/>
                      <a:pt x="158" y="24"/>
                    </a:cubicBezTo>
                    <a:cubicBezTo>
                      <a:pt x="133" y="24"/>
                      <a:pt x="103" y="11"/>
                      <a:pt x="79" y="7"/>
                    </a:cubicBezTo>
                    <a:cubicBezTo>
                      <a:pt x="51" y="2"/>
                      <a:pt x="23" y="0"/>
                      <a:pt x="0" y="1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14" name="Freeform 10">
                <a:extLst>
                  <a:ext uri="{FF2B5EF4-FFF2-40B4-BE49-F238E27FC236}">
                    <a16:creationId xmlns:a16="http://schemas.microsoft.com/office/drawing/2014/main" id="{9AFE41EC-D4F0-4609-A1A7-1DE556FF5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1572"/>
                <a:ext cx="127" cy="332"/>
              </a:xfrm>
              <a:custGeom>
                <a:avLst/>
                <a:gdLst>
                  <a:gd name="T0" fmla="*/ 213 w 95"/>
                  <a:gd name="T1" fmla="*/ 5 h 249"/>
                  <a:gd name="T2" fmla="*/ 214 w 95"/>
                  <a:gd name="T3" fmla="*/ 292 h 249"/>
                  <a:gd name="T4" fmla="*/ 198 w 95"/>
                  <a:gd name="T5" fmla="*/ 421 h 249"/>
                  <a:gd name="T6" fmla="*/ 190 w 95"/>
                  <a:gd name="T7" fmla="*/ 496 h 249"/>
                  <a:gd name="T8" fmla="*/ 168 w 95"/>
                  <a:gd name="T9" fmla="*/ 591 h 249"/>
                  <a:gd name="T10" fmla="*/ 176 w 95"/>
                  <a:gd name="T11" fmla="*/ 468 h 249"/>
                  <a:gd name="T12" fmla="*/ 171 w 95"/>
                  <a:gd name="T13" fmla="*/ 300 h 249"/>
                  <a:gd name="T14" fmla="*/ 95 w 95"/>
                  <a:gd name="T15" fmla="*/ 268 h 249"/>
                  <a:gd name="T16" fmla="*/ 0 w 95"/>
                  <a:gd name="T17" fmla="*/ 236 h 249"/>
                  <a:gd name="T18" fmla="*/ 71 w 95"/>
                  <a:gd name="T19" fmla="*/ 228 h 249"/>
                  <a:gd name="T20" fmla="*/ 150 w 95"/>
                  <a:gd name="T21" fmla="*/ 180 h 249"/>
                  <a:gd name="T22" fmla="*/ 64 w 95"/>
                  <a:gd name="T23" fmla="*/ 129 h 249"/>
                  <a:gd name="T24" fmla="*/ 142 w 95"/>
                  <a:gd name="T25" fmla="*/ 21 h 249"/>
                  <a:gd name="T26" fmla="*/ 206 w 95"/>
                  <a:gd name="T27" fmla="*/ 0 h 2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5" h="249">
                    <a:moveTo>
                      <a:pt x="89" y="2"/>
                    </a:moveTo>
                    <a:cubicBezTo>
                      <a:pt x="77" y="41"/>
                      <a:pt x="95" y="83"/>
                      <a:pt x="90" y="123"/>
                    </a:cubicBezTo>
                    <a:cubicBezTo>
                      <a:pt x="88" y="141"/>
                      <a:pt x="85" y="159"/>
                      <a:pt x="83" y="178"/>
                    </a:cubicBezTo>
                    <a:cubicBezTo>
                      <a:pt x="82" y="189"/>
                      <a:pt x="79" y="198"/>
                      <a:pt x="79" y="209"/>
                    </a:cubicBezTo>
                    <a:cubicBezTo>
                      <a:pt x="78" y="222"/>
                      <a:pt x="78" y="238"/>
                      <a:pt x="70" y="249"/>
                    </a:cubicBezTo>
                    <a:cubicBezTo>
                      <a:pt x="77" y="233"/>
                      <a:pt x="73" y="214"/>
                      <a:pt x="74" y="197"/>
                    </a:cubicBezTo>
                    <a:cubicBezTo>
                      <a:pt x="75" y="175"/>
                      <a:pt x="83" y="148"/>
                      <a:pt x="72" y="127"/>
                    </a:cubicBezTo>
                    <a:cubicBezTo>
                      <a:pt x="66" y="115"/>
                      <a:pt x="53" y="117"/>
                      <a:pt x="40" y="113"/>
                    </a:cubicBezTo>
                    <a:cubicBezTo>
                      <a:pt x="26" y="109"/>
                      <a:pt x="13" y="104"/>
                      <a:pt x="0" y="100"/>
                    </a:cubicBezTo>
                    <a:cubicBezTo>
                      <a:pt x="9" y="96"/>
                      <a:pt x="21" y="99"/>
                      <a:pt x="30" y="96"/>
                    </a:cubicBezTo>
                    <a:cubicBezTo>
                      <a:pt x="43" y="92"/>
                      <a:pt x="56" y="86"/>
                      <a:pt x="63" y="76"/>
                    </a:cubicBezTo>
                    <a:cubicBezTo>
                      <a:pt x="86" y="44"/>
                      <a:pt x="46" y="47"/>
                      <a:pt x="27" y="55"/>
                    </a:cubicBezTo>
                    <a:cubicBezTo>
                      <a:pt x="37" y="42"/>
                      <a:pt x="42" y="17"/>
                      <a:pt x="59" y="9"/>
                    </a:cubicBezTo>
                    <a:cubicBezTo>
                      <a:pt x="67" y="6"/>
                      <a:pt x="83" y="10"/>
                      <a:pt x="86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15" name="Freeform 11">
                <a:extLst>
                  <a:ext uri="{FF2B5EF4-FFF2-40B4-BE49-F238E27FC236}">
                    <a16:creationId xmlns:a16="http://schemas.microsoft.com/office/drawing/2014/main" id="{FDA5A6DC-5541-490C-9537-A4A68AE23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928"/>
                <a:ext cx="67" cy="267"/>
              </a:xfrm>
              <a:custGeom>
                <a:avLst/>
                <a:gdLst>
                  <a:gd name="T0" fmla="*/ 101 w 50"/>
                  <a:gd name="T1" fmla="*/ 95 h 200"/>
                  <a:gd name="T2" fmla="*/ 105 w 50"/>
                  <a:gd name="T3" fmla="*/ 212 h 200"/>
                  <a:gd name="T4" fmla="*/ 91 w 50"/>
                  <a:gd name="T5" fmla="*/ 296 h 200"/>
                  <a:gd name="T6" fmla="*/ 78 w 50"/>
                  <a:gd name="T7" fmla="*/ 378 h 200"/>
                  <a:gd name="T8" fmla="*/ 0 w 50"/>
                  <a:gd name="T9" fmla="*/ 475 h 200"/>
                  <a:gd name="T10" fmla="*/ 58 w 50"/>
                  <a:gd name="T11" fmla="*/ 335 h 200"/>
                  <a:gd name="T12" fmla="*/ 16 w 50"/>
                  <a:gd name="T13" fmla="*/ 310 h 200"/>
                  <a:gd name="T14" fmla="*/ 62 w 50"/>
                  <a:gd name="T15" fmla="*/ 254 h 200"/>
                  <a:gd name="T16" fmla="*/ 91 w 50"/>
                  <a:gd name="T17" fmla="*/ 128 h 200"/>
                  <a:gd name="T18" fmla="*/ 106 w 50"/>
                  <a:gd name="T19" fmla="*/ 69 h 200"/>
                  <a:gd name="T20" fmla="*/ 121 w 50"/>
                  <a:gd name="T21" fmla="*/ 0 h 2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200">
                    <a:moveTo>
                      <a:pt x="42" y="40"/>
                    </a:moveTo>
                    <a:cubicBezTo>
                      <a:pt x="46" y="53"/>
                      <a:pt x="43" y="75"/>
                      <a:pt x="43" y="89"/>
                    </a:cubicBezTo>
                    <a:cubicBezTo>
                      <a:pt x="42" y="101"/>
                      <a:pt x="40" y="112"/>
                      <a:pt x="38" y="124"/>
                    </a:cubicBezTo>
                    <a:cubicBezTo>
                      <a:pt x="36" y="136"/>
                      <a:pt x="35" y="148"/>
                      <a:pt x="32" y="159"/>
                    </a:cubicBezTo>
                    <a:cubicBezTo>
                      <a:pt x="27" y="180"/>
                      <a:pt x="16" y="188"/>
                      <a:pt x="0" y="200"/>
                    </a:cubicBezTo>
                    <a:cubicBezTo>
                      <a:pt x="13" y="192"/>
                      <a:pt x="38" y="156"/>
                      <a:pt x="24" y="141"/>
                    </a:cubicBezTo>
                    <a:cubicBezTo>
                      <a:pt x="19" y="136"/>
                      <a:pt x="7" y="139"/>
                      <a:pt x="7" y="130"/>
                    </a:cubicBezTo>
                    <a:cubicBezTo>
                      <a:pt x="7" y="124"/>
                      <a:pt x="22" y="111"/>
                      <a:pt x="25" y="106"/>
                    </a:cubicBezTo>
                    <a:cubicBezTo>
                      <a:pt x="39" y="89"/>
                      <a:pt x="35" y="74"/>
                      <a:pt x="38" y="54"/>
                    </a:cubicBezTo>
                    <a:cubicBezTo>
                      <a:pt x="40" y="45"/>
                      <a:pt x="43" y="37"/>
                      <a:pt x="44" y="29"/>
                    </a:cubicBezTo>
                    <a:cubicBezTo>
                      <a:pt x="45" y="19"/>
                      <a:pt x="41" y="7"/>
                      <a:pt x="5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16" name="Freeform 12">
                <a:extLst>
                  <a:ext uri="{FF2B5EF4-FFF2-40B4-BE49-F238E27FC236}">
                    <a16:creationId xmlns:a16="http://schemas.microsoft.com/office/drawing/2014/main" id="{7998CF7C-EF8F-449F-ADB5-EE29D9B71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1607"/>
                <a:ext cx="170" cy="70"/>
              </a:xfrm>
              <a:custGeom>
                <a:avLst/>
                <a:gdLst>
                  <a:gd name="T0" fmla="*/ 15 w 127"/>
                  <a:gd name="T1" fmla="*/ 103 h 53"/>
                  <a:gd name="T2" fmla="*/ 185 w 127"/>
                  <a:gd name="T3" fmla="*/ 99 h 53"/>
                  <a:gd name="T4" fmla="*/ 238 w 127"/>
                  <a:gd name="T5" fmla="*/ 15 h 53"/>
                  <a:gd name="T6" fmla="*/ 169 w 127"/>
                  <a:gd name="T7" fmla="*/ 50 h 53"/>
                  <a:gd name="T8" fmla="*/ 0 w 127"/>
                  <a:gd name="T9" fmla="*/ 96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53">
                    <a:moveTo>
                      <a:pt x="6" y="45"/>
                    </a:moveTo>
                    <a:cubicBezTo>
                      <a:pt x="27" y="51"/>
                      <a:pt x="55" y="48"/>
                      <a:pt x="77" y="43"/>
                    </a:cubicBezTo>
                    <a:cubicBezTo>
                      <a:pt x="90" y="40"/>
                      <a:pt x="127" y="18"/>
                      <a:pt x="99" y="6"/>
                    </a:cubicBezTo>
                    <a:cubicBezTo>
                      <a:pt x="84" y="0"/>
                      <a:pt x="79" y="14"/>
                      <a:pt x="70" y="22"/>
                    </a:cubicBezTo>
                    <a:cubicBezTo>
                      <a:pt x="58" y="34"/>
                      <a:pt x="15" y="53"/>
                      <a:pt x="0" y="4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17" name="Freeform 13">
                <a:extLst>
                  <a:ext uri="{FF2B5EF4-FFF2-40B4-BE49-F238E27FC236}">
                    <a16:creationId xmlns:a16="http://schemas.microsoft.com/office/drawing/2014/main" id="{9D24E5A0-A20D-4F8D-8D0A-7BF19E630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323"/>
                <a:ext cx="98" cy="389"/>
              </a:xfrm>
              <a:custGeom>
                <a:avLst/>
                <a:gdLst>
                  <a:gd name="T0" fmla="*/ 0 w 74"/>
                  <a:gd name="T1" fmla="*/ 0 h 292"/>
                  <a:gd name="T2" fmla="*/ 121 w 74"/>
                  <a:gd name="T3" fmla="*/ 222 h 292"/>
                  <a:gd name="T4" fmla="*/ 142 w 74"/>
                  <a:gd name="T5" fmla="*/ 490 h 292"/>
                  <a:gd name="T6" fmla="*/ 172 w 74"/>
                  <a:gd name="T7" fmla="*/ 690 h 292"/>
                  <a:gd name="T8" fmla="*/ 107 w 74"/>
                  <a:gd name="T9" fmla="*/ 461 h 292"/>
                  <a:gd name="T10" fmla="*/ 0 w 74"/>
                  <a:gd name="T11" fmla="*/ 0 h 2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292">
                    <a:moveTo>
                      <a:pt x="0" y="0"/>
                    </a:moveTo>
                    <a:cubicBezTo>
                      <a:pt x="16" y="6"/>
                      <a:pt x="37" y="27"/>
                      <a:pt x="52" y="94"/>
                    </a:cubicBezTo>
                    <a:cubicBezTo>
                      <a:pt x="67" y="160"/>
                      <a:pt x="63" y="187"/>
                      <a:pt x="61" y="207"/>
                    </a:cubicBezTo>
                    <a:cubicBezTo>
                      <a:pt x="60" y="227"/>
                      <a:pt x="71" y="262"/>
                      <a:pt x="74" y="292"/>
                    </a:cubicBezTo>
                    <a:cubicBezTo>
                      <a:pt x="70" y="258"/>
                      <a:pt x="50" y="222"/>
                      <a:pt x="46" y="195"/>
                    </a:cubicBezTo>
                    <a:cubicBezTo>
                      <a:pt x="42" y="168"/>
                      <a:pt x="38" y="27"/>
                      <a:pt x="0" y="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18" name="Freeform 14">
                <a:extLst>
                  <a:ext uri="{FF2B5EF4-FFF2-40B4-BE49-F238E27FC236}">
                    <a16:creationId xmlns:a16="http://schemas.microsoft.com/office/drawing/2014/main" id="{51071266-888A-447A-871B-58650BBC5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947"/>
                <a:ext cx="31" cy="350"/>
              </a:xfrm>
              <a:custGeom>
                <a:avLst/>
                <a:gdLst>
                  <a:gd name="T0" fmla="*/ 7 w 23"/>
                  <a:gd name="T1" fmla="*/ 273 h 263"/>
                  <a:gd name="T2" fmla="*/ 57 w 23"/>
                  <a:gd name="T3" fmla="*/ 620 h 263"/>
                  <a:gd name="T4" fmla="*/ 35 w 23"/>
                  <a:gd name="T5" fmla="*/ 305 h 263"/>
                  <a:gd name="T6" fmla="*/ 1 w 23"/>
                  <a:gd name="T7" fmla="*/ 0 h 263"/>
                  <a:gd name="T8" fmla="*/ 7 w 23"/>
                  <a:gd name="T9" fmla="*/ 27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3">
                    <a:moveTo>
                      <a:pt x="3" y="116"/>
                    </a:moveTo>
                    <a:cubicBezTo>
                      <a:pt x="4" y="138"/>
                      <a:pt x="15" y="231"/>
                      <a:pt x="23" y="263"/>
                    </a:cubicBezTo>
                    <a:cubicBezTo>
                      <a:pt x="21" y="244"/>
                      <a:pt x="15" y="189"/>
                      <a:pt x="14" y="129"/>
                    </a:cubicBezTo>
                    <a:cubicBezTo>
                      <a:pt x="13" y="68"/>
                      <a:pt x="7" y="27"/>
                      <a:pt x="1" y="0"/>
                    </a:cubicBezTo>
                    <a:cubicBezTo>
                      <a:pt x="0" y="28"/>
                      <a:pt x="2" y="90"/>
                      <a:pt x="3" y="116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19" name="Freeform 15">
                <a:extLst>
                  <a:ext uri="{FF2B5EF4-FFF2-40B4-BE49-F238E27FC236}">
                    <a16:creationId xmlns:a16="http://schemas.microsoft.com/office/drawing/2014/main" id="{9B9B4976-67FE-4CA8-8B8D-CB379AE75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439"/>
                <a:ext cx="92" cy="180"/>
              </a:xfrm>
              <a:custGeom>
                <a:avLst/>
                <a:gdLst>
                  <a:gd name="T0" fmla="*/ 57 w 69"/>
                  <a:gd name="T1" fmla="*/ 23 h 135"/>
                  <a:gd name="T2" fmla="*/ 100 w 69"/>
                  <a:gd name="T3" fmla="*/ 91 h 135"/>
                  <a:gd name="T4" fmla="*/ 148 w 69"/>
                  <a:gd name="T5" fmla="*/ 123 h 135"/>
                  <a:gd name="T6" fmla="*/ 148 w 69"/>
                  <a:gd name="T7" fmla="*/ 193 h 135"/>
                  <a:gd name="T8" fmla="*/ 113 w 69"/>
                  <a:gd name="T9" fmla="*/ 320 h 135"/>
                  <a:gd name="T10" fmla="*/ 133 w 69"/>
                  <a:gd name="T11" fmla="*/ 185 h 135"/>
                  <a:gd name="T12" fmla="*/ 85 w 69"/>
                  <a:gd name="T13" fmla="*/ 144 h 135"/>
                  <a:gd name="T14" fmla="*/ 31 w 69"/>
                  <a:gd name="T15" fmla="*/ 76 h 135"/>
                  <a:gd name="T16" fmla="*/ 36 w 69"/>
                  <a:gd name="T17" fmla="*/ 0 h 135"/>
                  <a:gd name="T18" fmla="*/ 48 w 69"/>
                  <a:gd name="T19" fmla="*/ 15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135">
                    <a:moveTo>
                      <a:pt x="24" y="10"/>
                    </a:moveTo>
                    <a:cubicBezTo>
                      <a:pt x="29" y="20"/>
                      <a:pt x="34" y="30"/>
                      <a:pt x="42" y="38"/>
                    </a:cubicBezTo>
                    <a:cubicBezTo>
                      <a:pt x="47" y="45"/>
                      <a:pt x="56" y="47"/>
                      <a:pt x="62" y="52"/>
                    </a:cubicBezTo>
                    <a:cubicBezTo>
                      <a:pt x="69" y="61"/>
                      <a:pt x="64" y="72"/>
                      <a:pt x="62" y="82"/>
                    </a:cubicBezTo>
                    <a:cubicBezTo>
                      <a:pt x="57" y="99"/>
                      <a:pt x="52" y="118"/>
                      <a:pt x="48" y="135"/>
                    </a:cubicBezTo>
                    <a:cubicBezTo>
                      <a:pt x="51" y="121"/>
                      <a:pt x="61" y="93"/>
                      <a:pt x="56" y="78"/>
                    </a:cubicBezTo>
                    <a:cubicBezTo>
                      <a:pt x="53" y="70"/>
                      <a:pt x="44" y="65"/>
                      <a:pt x="36" y="61"/>
                    </a:cubicBezTo>
                    <a:cubicBezTo>
                      <a:pt x="19" y="53"/>
                      <a:pt x="19" y="51"/>
                      <a:pt x="13" y="32"/>
                    </a:cubicBezTo>
                    <a:cubicBezTo>
                      <a:pt x="10" y="20"/>
                      <a:pt x="0" y="9"/>
                      <a:pt x="15" y="0"/>
                    </a:cubicBezTo>
                    <a:cubicBezTo>
                      <a:pt x="17" y="2"/>
                      <a:pt x="20" y="6"/>
                      <a:pt x="20" y="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20" name="Freeform 16">
                <a:extLst>
                  <a:ext uri="{FF2B5EF4-FFF2-40B4-BE49-F238E27FC236}">
                    <a16:creationId xmlns:a16="http://schemas.microsoft.com/office/drawing/2014/main" id="{0871F911-AB3D-4590-A447-33853D808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435"/>
                <a:ext cx="77" cy="80"/>
              </a:xfrm>
              <a:custGeom>
                <a:avLst/>
                <a:gdLst>
                  <a:gd name="T0" fmla="*/ 135 w 58"/>
                  <a:gd name="T1" fmla="*/ 33 h 60"/>
                  <a:gd name="T2" fmla="*/ 49 w 58"/>
                  <a:gd name="T3" fmla="*/ 28 h 60"/>
                  <a:gd name="T4" fmla="*/ 15 w 58"/>
                  <a:gd name="T5" fmla="*/ 143 h 60"/>
                  <a:gd name="T6" fmla="*/ 52 w 58"/>
                  <a:gd name="T7" fmla="*/ 57 h 60"/>
                  <a:gd name="T8" fmla="*/ 129 w 58"/>
                  <a:gd name="T9" fmla="*/ 6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58" y="14"/>
                    </a:moveTo>
                    <a:cubicBezTo>
                      <a:pt x="49" y="0"/>
                      <a:pt x="34" y="2"/>
                      <a:pt x="21" y="12"/>
                    </a:cubicBezTo>
                    <a:cubicBezTo>
                      <a:pt x="5" y="23"/>
                      <a:pt x="0" y="41"/>
                      <a:pt x="6" y="60"/>
                    </a:cubicBezTo>
                    <a:cubicBezTo>
                      <a:pt x="13" y="47"/>
                      <a:pt x="7" y="32"/>
                      <a:pt x="22" y="24"/>
                    </a:cubicBezTo>
                    <a:cubicBezTo>
                      <a:pt x="34" y="18"/>
                      <a:pt x="45" y="22"/>
                      <a:pt x="55" y="2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21" name="Freeform 17">
                <a:extLst>
                  <a:ext uri="{FF2B5EF4-FFF2-40B4-BE49-F238E27FC236}">
                    <a16:creationId xmlns:a16="http://schemas.microsoft.com/office/drawing/2014/main" id="{322B7EE0-AD0D-4BF5-89EB-0F1E55A59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407"/>
                <a:ext cx="83" cy="162"/>
              </a:xfrm>
              <a:custGeom>
                <a:avLst/>
                <a:gdLst>
                  <a:gd name="T0" fmla="*/ 0 w 62"/>
                  <a:gd name="T1" fmla="*/ 0 h 122"/>
                  <a:gd name="T2" fmla="*/ 86 w 62"/>
                  <a:gd name="T3" fmla="*/ 135 h 122"/>
                  <a:gd name="T4" fmla="*/ 139 w 62"/>
                  <a:gd name="T5" fmla="*/ 285 h 122"/>
                  <a:gd name="T6" fmla="*/ 112 w 62"/>
                  <a:gd name="T7" fmla="*/ 222 h 122"/>
                  <a:gd name="T8" fmla="*/ 72 w 62"/>
                  <a:gd name="T9" fmla="*/ 187 h 122"/>
                  <a:gd name="T10" fmla="*/ 72 w 62"/>
                  <a:gd name="T11" fmla="*/ 134 h 122"/>
                  <a:gd name="T12" fmla="*/ 56 w 62"/>
                  <a:gd name="T13" fmla="*/ 93 h 122"/>
                  <a:gd name="T14" fmla="*/ 7 w 62"/>
                  <a:gd name="T15" fmla="*/ 9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122">
                    <a:moveTo>
                      <a:pt x="0" y="0"/>
                    </a:moveTo>
                    <a:cubicBezTo>
                      <a:pt x="12" y="19"/>
                      <a:pt x="25" y="38"/>
                      <a:pt x="36" y="58"/>
                    </a:cubicBezTo>
                    <a:cubicBezTo>
                      <a:pt x="44" y="76"/>
                      <a:pt x="62" y="102"/>
                      <a:pt x="58" y="122"/>
                    </a:cubicBezTo>
                    <a:cubicBezTo>
                      <a:pt x="48" y="121"/>
                      <a:pt x="51" y="103"/>
                      <a:pt x="47" y="95"/>
                    </a:cubicBezTo>
                    <a:cubicBezTo>
                      <a:pt x="43" y="85"/>
                      <a:pt x="34" y="87"/>
                      <a:pt x="30" y="80"/>
                    </a:cubicBezTo>
                    <a:cubicBezTo>
                      <a:pt x="26" y="74"/>
                      <a:pt x="31" y="63"/>
                      <a:pt x="30" y="57"/>
                    </a:cubicBezTo>
                    <a:cubicBezTo>
                      <a:pt x="29" y="50"/>
                      <a:pt x="26" y="45"/>
                      <a:pt x="23" y="40"/>
                    </a:cubicBezTo>
                    <a:cubicBezTo>
                      <a:pt x="16" y="29"/>
                      <a:pt x="11" y="14"/>
                      <a:pt x="3" y="4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22" name="Freeform 18">
                <a:extLst>
                  <a:ext uri="{FF2B5EF4-FFF2-40B4-BE49-F238E27FC236}">
                    <a16:creationId xmlns:a16="http://schemas.microsoft.com/office/drawing/2014/main" id="{24CC6161-D9B7-4640-933C-FCFB84641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928"/>
                <a:ext cx="99" cy="83"/>
              </a:xfrm>
              <a:custGeom>
                <a:avLst/>
                <a:gdLst>
                  <a:gd name="T0" fmla="*/ 36 w 74"/>
                  <a:gd name="T1" fmla="*/ 23 h 62"/>
                  <a:gd name="T2" fmla="*/ 177 w 74"/>
                  <a:gd name="T3" fmla="*/ 37 h 62"/>
                  <a:gd name="T4" fmla="*/ 100 w 74"/>
                  <a:gd name="T5" fmla="*/ 37 h 62"/>
                  <a:gd name="T6" fmla="*/ 0 w 74"/>
                  <a:gd name="T7" fmla="*/ 16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62">
                    <a:moveTo>
                      <a:pt x="15" y="10"/>
                    </a:moveTo>
                    <a:cubicBezTo>
                      <a:pt x="33" y="12"/>
                      <a:pt x="67" y="62"/>
                      <a:pt x="74" y="16"/>
                    </a:cubicBezTo>
                    <a:cubicBezTo>
                      <a:pt x="65" y="31"/>
                      <a:pt x="52" y="23"/>
                      <a:pt x="42" y="16"/>
                    </a:cubicBezTo>
                    <a:cubicBezTo>
                      <a:pt x="30" y="7"/>
                      <a:pt x="14" y="0"/>
                      <a:pt x="0" y="7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23" name="Freeform 19">
                <a:extLst>
                  <a:ext uri="{FF2B5EF4-FFF2-40B4-BE49-F238E27FC236}">
                    <a16:creationId xmlns:a16="http://schemas.microsoft.com/office/drawing/2014/main" id="{1328EEB2-7CCA-4B63-B458-D88FFBFD0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1932"/>
                <a:ext cx="87" cy="71"/>
              </a:xfrm>
              <a:custGeom>
                <a:avLst/>
                <a:gdLst>
                  <a:gd name="T0" fmla="*/ 9 w 65"/>
                  <a:gd name="T1" fmla="*/ 59 h 53"/>
                  <a:gd name="T2" fmla="*/ 155 w 65"/>
                  <a:gd name="T3" fmla="*/ 23 h 53"/>
                  <a:gd name="T4" fmla="*/ 0 w 65"/>
                  <a:gd name="T5" fmla="*/ 56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3">
                    <a:moveTo>
                      <a:pt x="4" y="25"/>
                    </a:moveTo>
                    <a:cubicBezTo>
                      <a:pt x="13" y="53"/>
                      <a:pt x="52" y="8"/>
                      <a:pt x="65" y="10"/>
                    </a:cubicBezTo>
                    <a:cubicBezTo>
                      <a:pt x="38" y="0"/>
                      <a:pt x="24" y="32"/>
                      <a:pt x="0" y="2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24" name="Freeform 20">
                <a:extLst>
                  <a:ext uri="{FF2B5EF4-FFF2-40B4-BE49-F238E27FC236}">
                    <a16:creationId xmlns:a16="http://schemas.microsoft.com/office/drawing/2014/main" id="{54E646E7-D6DA-4F5F-86BD-0DFF32810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555"/>
                <a:ext cx="41" cy="384"/>
              </a:xfrm>
              <a:custGeom>
                <a:avLst/>
                <a:gdLst>
                  <a:gd name="T0" fmla="*/ 63 w 31"/>
                  <a:gd name="T1" fmla="*/ 0 h 288"/>
                  <a:gd name="T2" fmla="*/ 63 w 31"/>
                  <a:gd name="T3" fmla="*/ 292 h 288"/>
                  <a:gd name="T4" fmla="*/ 28 w 31"/>
                  <a:gd name="T5" fmla="*/ 599 h 288"/>
                  <a:gd name="T6" fmla="*/ 16 w 31"/>
                  <a:gd name="T7" fmla="*/ 683 h 288"/>
                  <a:gd name="T8" fmla="*/ 22 w 31"/>
                  <a:gd name="T9" fmla="*/ 400 h 288"/>
                  <a:gd name="T10" fmla="*/ 63 w 31"/>
                  <a:gd name="T11" fmla="*/ 0 h 2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88">
                    <a:moveTo>
                      <a:pt x="27" y="0"/>
                    </a:moveTo>
                    <a:cubicBezTo>
                      <a:pt x="30" y="21"/>
                      <a:pt x="30" y="84"/>
                      <a:pt x="27" y="123"/>
                    </a:cubicBezTo>
                    <a:cubicBezTo>
                      <a:pt x="25" y="162"/>
                      <a:pt x="17" y="231"/>
                      <a:pt x="12" y="253"/>
                    </a:cubicBezTo>
                    <a:cubicBezTo>
                      <a:pt x="7" y="274"/>
                      <a:pt x="7" y="288"/>
                      <a:pt x="7" y="288"/>
                    </a:cubicBezTo>
                    <a:cubicBezTo>
                      <a:pt x="0" y="257"/>
                      <a:pt x="8" y="189"/>
                      <a:pt x="10" y="169"/>
                    </a:cubicBezTo>
                    <a:cubicBezTo>
                      <a:pt x="11" y="149"/>
                      <a:pt x="31" y="27"/>
                      <a:pt x="27" y="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25" name="Freeform 21">
                <a:extLst>
                  <a:ext uri="{FF2B5EF4-FFF2-40B4-BE49-F238E27FC236}">
                    <a16:creationId xmlns:a16="http://schemas.microsoft.com/office/drawing/2014/main" id="{D2C203A6-F999-4328-AB71-B5AACC9C6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963"/>
                <a:ext cx="97" cy="369"/>
              </a:xfrm>
              <a:custGeom>
                <a:avLst/>
                <a:gdLst>
                  <a:gd name="T0" fmla="*/ 167 w 72"/>
                  <a:gd name="T1" fmla="*/ 0 h 277"/>
                  <a:gd name="T2" fmla="*/ 110 w 72"/>
                  <a:gd name="T3" fmla="*/ 342 h 277"/>
                  <a:gd name="T4" fmla="*/ 0 w 72"/>
                  <a:gd name="T5" fmla="*/ 655 h 277"/>
                  <a:gd name="T6" fmla="*/ 71 w 72"/>
                  <a:gd name="T7" fmla="*/ 358 h 277"/>
                  <a:gd name="T8" fmla="*/ 167 w 72"/>
                  <a:gd name="T9" fmla="*/ 0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277">
                    <a:moveTo>
                      <a:pt x="68" y="0"/>
                    </a:moveTo>
                    <a:cubicBezTo>
                      <a:pt x="69" y="30"/>
                      <a:pt x="72" y="78"/>
                      <a:pt x="45" y="145"/>
                    </a:cubicBezTo>
                    <a:cubicBezTo>
                      <a:pt x="18" y="212"/>
                      <a:pt x="4" y="258"/>
                      <a:pt x="0" y="277"/>
                    </a:cubicBezTo>
                    <a:cubicBezTo>
                      <a:pt x="3" y="249"/>
                      <a:pt x="17" y="187"/>
                      <a:pt x="29" y="152"/>
                    </a:cubicBezTo>
                    <a:cubicBezTo>
                      <a:pt x="41" y="117"/>
                      <a:pt x="72" y="25"/>
                      <a:pt x="68" y="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26" name="Freeform 22">
                <a:extLst>
                  <a:ext uri="{FF2B5EF4-FFF2-40B4-BE49-F238E27FC236}">
                    <a16:creationId xmlns:a16="http://schemas.microsoft.com/office/drawing/2014/main" id="{9997985F-0822-451D-98AE-62613610F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2465"/>
                <a:ext cx="84" cy="143"/>
              </a:xfrm>
              <a:custGeom>
                <a:avLst/>
                <a:gdLst>
                  <a:gd name="T0" fmla="*/ 0 w 63"/>
                  <a:gd name="T1" fmla="*/ 80 h 107"/>
                  <a:gd name="T2" fmla="*/ 91 w 63"/>
                  <a:gd name="T3" fmla="*/ 0 h 107"/>
                  <a:gd name="T4" fmla="*/ 84 w 63"/>
                  <a:gd name="T5" fmla="*/ 84 h 107"/>
                  <a:gd name="T6" fmla="*/ 97 w 63"/>
                  <a:gd name="T7" fmla="*/ 112 h 107"/>
                  <a:gd name="T8" fmla="*/ 133 w 63"/>
                  <a:gd name="T9" fmla="*/ 127 h 107"/>
                  <a:gd name="T10" fmla="*/ 105 w 63"/>
                  <a:gd name="T11" fmla="*/ 176 h 107"/>
                  <a:gd name="T12" fmla="*/ 71 w 63"/>
                  <a:gd name="T13" fmla="*/ 207 h 107"/>
                  <a:gd name="T14" fmla="*/ 55 w 63"/>
                  <a:gd name="T15" fmla="*/ 255 h 107"/>
                  <a:gd name="T16" fmla="*/ 15 w 63"/>
                  <a:gd name="T17" fmla="*/ 91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07">
                    <a:moveTo>
                      <a:pt x="0" y="34"/>
                    </a:moveTo>
                    <a:cubicBezTo>
                      <a:pt x="22" y="31"/>
                      <a:pt x="23" y="11"/>
                      <a:pt x="38" y="0"/>
                    </a:cubicBezTo>
                    <a:cubicBezTo>
                      <a:pt x="43" y="11"/>
                      <a:pt x="31" y="23"/>
                      <a:pt x="35" y="35"/>
                    </a:cubicBezTo>
                    <a:cubicBezTo>
                      <a:pt x="36" y="39"/>
                      <a:pt x="38" y="44"/>
                      <a:pt x="41" y="47"/>
                    </a:cubicBezTo>
                    <a:cubicBezTo>
                      <a:pt x="45" y="50"/>
                      <a:pt x="53" y="50"/>
                      <a:pt x="56" y="53"/>
                    </a:cubicBezTo>
                    <a:cubicBezTo>
                      <a:pt x="63" y="60"/>
                      <a:pt x="49" y="69"/>
                      <a:pt x="44" y="74"/>
                    </a:cubicBezTo>
                    <a:cubicBezTo>
                      <a:pt x="39" y="78"/>
                      <a:pt x="33" y="82"/>
                      <a:pt x="30" y="87"/>
                    </a:cubicBezTo>
                    <a:cubicBezTo>
                      <a:pt x="26" y="94"/>
                      <a:pt x="27" y="101"/>
                      <a:pt x="23" y="107"/>
                    </a:cubicBezTo>
                    <a:cubicBezTo>
                      <a:pt x="16" y="89"/>
                      <a:pt x="6" y="59"/>
                      <a:pt x="6" y="3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27" name="Freeform 23">
                <a:extLst>
                  <a:ext uri="{FF2B5EF4-FFF2-40B4-BE49-F238E27FC236}">
                    <a16:creationId xmlns:a16="http://schemas.microsoft.com/office/drawing/2014/main" id="{EF17B85B-AE68-4D36-B870-01004405E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355"/>
                <a:ext cx="35" cy="194"/>
              </a:xfrm>
              <a:custGeom>
                <a:avLst/>
                <a:gdLst>
                  <a:gd name="T0" fmla="*/ 30 w 26"/>
                  <a:gd name="T1" fmla="*/ 62 h 146"/>
                  <a:gd name="T2" fmla="*/ 51 w 26"/>
                  <a:gd name="T3" fmla="*/ 173 h 146"/>
                  <a:gd name="T4" fmla="*/ 36 w 26"/>
                  <a:gd name="T5" fmla="*/ 343 h 146"/>
                  <a:gd name="T6" fmla="*/ 5 w 26"/>
                  <a:gd name="T7" fmla="*/ 141 h 146"/>
                  <a:gd name="T8" fmla="*/ 9 w 26"/>
                  <a:gd name="T9" fmla="*/ 76 h 146"/>
                  <a:gd name="T10" fmla="*/ 12 w 26"/>
                  <a:gd name="T11" fmla="*/ 0 h 146"/>
                  <a:gd name="T12" fmla="*/ 30 w 26"/>
                  <a:gd name="T13" fmla="*/ 44 h 146"/>
                  <a:gd name="T14" fmla="*/ 32 w 26"/>
                  <a:gd name="T15" fmla="*/ 77 h 1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46">
                    <a:moveTo>
                      <a:pt x="12" y="26"/>
                    </a:moveTo>
                    <a:cubicBezTo>
                      <a:pt x="11" y="45"/>
                      <a:pt x="17" y="56"/>
                      <a:pt x="21" y="74"/>
                    </a:cubicBezTo>
                    <a:cubicBezTo>
                      <a:pt x="26" y="97"/>
                      <a:pt x="23" y="124"/>
                      <a:pt x="15" y="146"/>
                    </a:cubicBezTo>
                    <a:cubicBezTo>
                      <a:pt x="23" y="116"/>
                      <a:pt x="8" y="88"/>
                      <a:pt x="2" y="60"/>
                    </a:cubicBezTo>
                    <a:cubicBezTo>
                      <a:pt x="0" y="48"/>
                      <a:pt x="2" y="43"/>
                      <a:pt x="4" y="32"/>
                    </a:cubicBezTo>
                    <a:cubicBezTo>
                      <a:pt x="5" y="21"/>
                      <a:pt x="2" y="11"/>
                      <a:pt x="5" y="0"/>
                    </a:cubicBezTo>
                    <a:cubicBezTo>
                      <a:pt x="6" y="6"/>
                      <a:pt x="11" y="13"/>
                      <a:pt x="12" y="19"/>
                    </a:cubicBezTo>
                    <a:cubicBezTo>
                      <a:pt x="13" y="24"/>
                      <a:pt x="12" y="28"/>
                      <a:pt x="13" y="3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28" name="Freeform 24">
                <a:extLst>
                  <a:ext uri="{FF2B5EF4-FFF2-40B4-BE49-F238E27FC236}">
                    <a16:creationId xmlns:a16="http://schemas.microsoft.com/office/drawing/2014/main" id="{F9B925B7-A51D-4BAA-AA2C-F32D29249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453"/>
                <a:ext cx="72" cy="75"/>
              </a:xfrm>
              <a:custGeom>
                <a:avLst/>
                <a:gdLst>
                  <a:gd name="T0" fmla="*/ 31 w 54"/>
                  <a:gd name="T1" fmla="*/ 94 h 56"/>
                  <a:gd name="T2" fmla="*/ 79 w 54"/>
                  <a:gd name="T3" fmla="*/ 75 h 56"/>
                  <a:gd name="T4" fmla="*/ 128 w 54"/>
                  <a:gd name="T5" fmla="*/ 0 h 56"/>
                  <a:gd name="T6" fmla="*/ 0 w 54"/>
                  <a:gd name="T7" fmla="*/ 134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56">
                    <a:moveTo>
                      <a:pt x="13" y="39"/>
                    </a:moveTo>
                    <a:cubicBezTo>
                      <a:pt x="19" y="34"/>
                      <a:pt x="26" y="34"/>
                      <a:pt x="33" y="31"/>
                    </a:cubicBezTo>
                    <a:cubicBezTo>
                      <a:pt x="46" y="25"/>
                      <a:pt x="49" y="13"/>
                      <a:pt x="54" y="0"/>
                    </a:cubicBezTo>
                    <a:cubicBezTo>
                      <a:pt x="35" y="21"/>
                      <a:pt x="7" y="28"/>
                      <a:pt x="0" y="5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29" name="Freeform 25">
                <a:extLst>
                  <a:ext uri="{FF2B5EF4-FFF2-40B4-BE49-F238E27FC236}">
                    <a16:creationId xmlns:a16="http://schemas.microsoft.com/office/drawing/2014/main" id="{22845095-806C-4A75-AAA6-990BBA5BC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1315"/>
                <a:ext cx="120" cy="317"/>
              </a:xfrm>
              <a:custGeom>
                <a:avLst/>
                <a:gdLst>
                  <a:gd name="T0" fmla="*/ 213 w 90"/>
                  <a:gd name="T1" fmla="*/ 0 h 238"/>
                  <a:gd name="T2" fmla="*/ 44 w 90"/>
                  <a:gd name="T3" fmla="*/ 185 h 238"/>
                  <a:gd name="T4" fmla="*/ 1 w 90"/>
                  <a:gd name="T5" fmla="*/ 454 h 238"/>
                  <a:gd name="T6" fmla="*/ 5 w 90"/>
                  <a:gd name="T7" fmla="*/ 562 h 238"/>
                  <a:gd name="T8" fmla="*/ 49 w 90"/>
                  <a:gd name="T9" fmla="*/ 309 h 238"/>
                  <a:gd name="T10" fmla="*/ 213 w 90"/>
                  <a:gd name="T11" fmla="*/ 0 h 2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238">
                    <a:moveTo>
                      <a:pt x="90" y="0"/>
                    </a:moveTo>
                    <a:cubicBezTo>
                      <a:pt x="67" y="0"/>
                      <a:pt x="34" y="26"/>
                      <a:pt x="19" y="78"/>
                    </a:cubicBezTo>
                    <a:cubicBezTo>
                      <a:pt x="3" y="130"/>
                      <a:pt x="2" y="173"/>
                      <a:pt x="1" y="192"/>
                    </a:cubicBezTo>
                    <a:cubicBezTo>
                      <a:pt x="0" y="211"/>
                      <a:pt x="6" y="225"/>
                      <a:pt x="2" y="238"/>
                    </a:cubicBezTo>
                    <a:cubicBezTo>
                      <a:pt x="7" y="219"/>
                      <a:pt x="14" y="154"/>
                      <a:pt x="21" y="131"/>
                    </a:cubicBezTo>
                    <a:cubicBezTo>
                      <a:pt x="28" y="109"/>
                      <a:pt x="40" y="9"/>
                      <a:pt x="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30" name="Freeform 26">
                <a:extLst>
                  <a:ext uri="{FF2B5EF4-FFF2-40B4-BE49-F238E27FC236}">
                    <a16:creationId xmlns:a16="http://schemas.microsoft.com/office/drawing/2014/main" id="{97E97917-EED6-4B0F-B366-ECD1099CE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1963"/>
                <a:ext cx="27" cy="321"/>
              </a:xfrm>
              <a:custGeom>
                <a:avLst/>
                <a:gdLst>
                  <a:gd name="T0" fmla="*/ 0 w 20"/>
                  <a:gd name="T1" fmla="*/ 570 h 241"/>
                  <a:gd name="T2" fmla="*/ 16 w 20"/>
                  <a:gd name="T3" fmla="*/ 309 h 241"/>
                  <a:gd name="T4" fmla="*/ 42 w 20"/>
                  <a:gd name="T5" fmla="*/ 0 h 241"/>
                  <a:gd name="T6" fmla="*/ 43 w 20"/>
                  <a:gd name="T7" fmla="*/ 232 h 241"/>
                  <a:gd name="T8" fmla="*/ 0 w 20"/>
                  <a:gd name="T9" fmla="*/ 570 h 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41">
                    <a:moveTo>
                      <a:pt x="0" y="241"/>
                    </a:moveTo>
                    <a:cubicBezTo>
                      <a:pt x="0" y="234"/>
                      <a:pt x="7" y="175"/>
                      <a:pt x="7" y="131"/>
                    </a:cubicBezTo>
                    <a:cubicBezTo>
                      <a:pt x="7" y="82"/>
                      <a:pt x="10" y="34"/>
                      <a:pt x="17" y="0"/>
                    </a:cubicBezTo>
                    <a:cubicBezTo>
                      <a:pt x="14" y="21"/>
                      <a:pt x="17" y="66"/>
                      <a:pt x="18" y="98"/>
                    </a:cubicBezTo>
                    <a:cubicBezTo>
                      <a:pt x="20" y="130"/>
                      <a:pt x="10" y="211"/>
                      <a:pt x="0" y="2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31" name="Freeform 27">
                <a:extLst>
                  <a:ext uri="{FF2B5EF4-FFF2-40B4-BE49-F238E27FC236}">
                    <a16:creationId xmlns:a16="http://schemas.microsoft.com/office/drawing/2014/main" id="{E7A77CC6-AF20-4392-9BD7-75CB24DA4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800"/>
                <a:ext cx="40" cy="344"/>
              </a:xfrm>
              <a:custGeom>
                <a:avLst/>
                <a:gdLst>
                  <a:gd name="T0" fmla="*/ 1 w 30"/>
                  <a:gd name="T1" fmla="*/ 0 h 258"/>
                  <a:gd name="T2" fmla="*/ 28 w 30"/>
                  <a:gd name="T3" fmla="*/ 197 h 258"/>
                  <a:gd name="T4" fmla="*/ 41 w 30"/>
                  <a:gd name="T5" fmla="*/ 420 h 258"/>
                  <a:gd name="T6" fmla="*/ 71 w 30"/>
                  <a:gd name="T7" fmla="*/ 612 h 258"/>
                  <a:gd name="T8" fmla="*/ 69 w 30"/>
                  <a:gd name="T9" fmla="*/ 400 h 258"/>
                  <a:gd name="T10" fmla="*/ 55 w 30"/>
                  <a:gd name="T11" fmla="*/ 172 h 258"/>
                  <a:gd name="T12" fmla="*/ 1 w 30"/>
                  <a:gd name="T13" fmla="*/ 0 h 2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58">
                    <a:moveTo>
                      <a:pt x="1" y="0"/>
                    </a:moveTo>
                    <a:cubicBezTo>
                      <a:pt x="6" y="37"/>
                      <a:pt x="6" y="51"/>
                      <a:pt x="12" y="83"/>
                    </a:cubicBezTo>
                    <a:cubicBezTo>
                      <a:pt x="17" y="115"/>
                      <a:pt x="14" y="134"/>
                      <a:pt x="17" y="177"/>
                    </a:cubicBezTo>
                    <a:cubicBezTo>
                      <a:pt x="21" y="221"/>
                      <a:pt x="22" y="242"/>
                      <a:pt x="30" y="258"/>
                    </a:cubicBezTo>
                    <a:cubicBezTo>
                      <a:pt x="28" y="232"/>
                      <a:pt x="28" y="193"/>
                      <a:pt x="29" y="169"/>
                    </a:cubicBezTo>
                    <a:cubicBezTo>
                      <a:pt x="30" y="145"/>
                      <a:pt x="29" y="93"/>
                      <a:pt x="23" y="73"/>
                    </a:cubicBezTo>
                    <a:cubicBezTo>
                      <a:pt x="17" y="53"/>
                      <a:pt x="0" y="8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32" name="Freeform 28">
                <a:extLst>
                  <a:ext uri="{FF2B5EF4-FFF2-40B4-BE49-F238E27FC236}">
                    <a16:creationId xmlns:a16="http://schemas.microsoft.com/office/drawing/2014/main" id="{A783F19C-5DC0-4735-A183-50AF4D8E3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484"/>
                <a:ext cx="55" cy="476"/>
              </a:xfrm>
              <a:custGeom>
                <a:avLst/>
                <a:gdLst>
                  <a:gd name="T0" fmla="*/ 62 w 41"/>
                  <a:gd name="T1" fmla="*/ 404 h 357"/>
                  <a:gd name="T2" fmla="*/ 0 w 41"/>
                  <a:gd name="T3" fmla="*/ 847 h 357"/>
                  <a:gd name="T4" fmla="*/ 78 w 41"/>
                  <a:gd name="T5" fmla="*/ 532 h 357"/>
                  <a:gd name="T6" fmla="*/ 63 w 41"/>
                  <a:gd name="T7" fmla="*/ 0 h 357"/>
                  <a:gd name="T8" fmla="*/ 62 w 41"/>
                  <a:gd name="T9" fmla="*/ 404 h 3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57">
                    <a:moveTo>
                      <a:pt x="25" y="170"/>
                    </a:moveTo>
                    <a:cubicBezTo>
                      <a:pt x="26" y="211"/>
                      <a:pt x="6" y="333"/>
                      <a:pt x="0" y="357"/>
                    </a:cubicBezTo>
                    <a:cubicBezTo>
                      <a:pt x="11" y="330"/>
                      <a:pt x="23" y="295"/>
                      <a:pt x="32" y="224"/>
                    </a:cubicBezTo>
                    <a:cubicBezTo>
                      <a:pt x="41" y="153"/>
                      <a:pt x="38" y="52"/>
                      <a:pt x="26" y="0"/>
                    </a:cubicBezTo>
                    <a:cubicBezTo>
                      <a:pt x="28" y="41"/>
                      <a:pt x="21" y="137"/>
                      <a:pt x="25" y="17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33" name="Freeform 29">
                <a:extLst>
                  <a:ext uri="{FF2B5EF4-FFF2-40B4-BE49-F238E27FC236}">
                    <a16:creationId xmlns:a16="http://schemas.microsoft.com/office/drawing/2014/main" id="{E32ACA5E-2B5A-4D8C-A26A-44CB30D89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3283"/>
                <a:ext cx="83" cy="441"/>
              </a:xfrm>
              <a:custGeom>
                <a:avLst/>
                <a:gdLst>
                  <a:gd name="T0" fmla="*/ 33 w 62"/>
                  <a:gd name="T1" fmla="*/ 0 h 331"/>
                  <a:gd name="T2" fmla="*/ 42 w 62"/>
                  <a:gd name="T3" fmla="*/ 412 h 331"/>
                  <a:gd name="T4" fmla="*/ 149 w 62"/>
                  <a:gd name="T5" fmla="*/ 783 h 331"/>
                  <a:gd name="T6" fmla="*/ 67 w 62"/>
                  <a:gd name="T7" fmla="*/ 397 h 331"/>
                  <a:gd name="T8" fmla="*/ 33 w 62"/>
                  <a:gd name="T9" fmla="*/ 0 h 3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331">
                    <a:moveTo>
                      <a:pt x="14" y="0"/>
                    </a:moveTo>
                    <a:cubicBezTo>
                      <a:pt x="13" y="41"/>
                      <a:pt x="0" y="96"/>
                      <a:pt x="17" y="174"/>
                    </a:cubicBezTo>
                    <a:cubicBezTo>
                      <a:pt x="33" y="252"/>
                      <a:pt x="56" y="305"/>
                      <a:pt x="62" y="331"/>
                    </a:cubicBezTo>
                    <a:cubicBezTo>
                      <a:pt x="54" y="297"/>
                      <a:pt x="33" y="199"/>
                      <a:pt x="28" y="168"/>
                    </a:cubicBezTo>
                    <a:cubicBezTo>
                      <a:pt x="24" y="137"/>
                      <a:pt x="12" y="44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34" name="Freeform 30">
                <a:extLst>
                  <a:ext uri="{FF2B5EF4-FFF2-40B4-BE49-F238E27FC236}">
                    <a16:creationId xmlns:a16="http://schemas.microsoft.com/office/drawing/2014/main" id="{D57CD986-E9CC-4120-B2F4-D79D1EB30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2583"/>
                <a:ext cx="56" cy="581"/>
              </a:xfrm>
              <a:custGeom>
                <a:avLst/>
                <a:gdLst>
                  <a:gd name="T0" fmla="*/ 21 w 42"/>
                  <a:gd name="T1" fmla="*/ 576 h 436"/>
                  <a:gd name="T2" fmla="*/ 7 w 42"/>
                  <a:gd name="T3" fmla="*/ 1031 h 436"/>
                  <a:gd name="T4" fmla="*/ 43 w 42"/>
                  <a:gd name="T5" fmla="*/ 678 h 436"/>
                  <a:gd name="T6" fmla="*/ 100 w 42"/>
                  <a:gd name="T7" fmla="*/ 0 h 436"/>
                  <a:gd name="T8" fmla="*/ 21 w 42"/>
                  <a:gd name="T9" fmla="*/ 576 h 4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6">
                    <a:moveTo>
                      <a:pt x="9" y="243"/>
                    </a:moveTo>
                    <a:cubicBezTo>
                      <a:pt x="0" y="302"/>
                      <a:pt x="5" y="397"/>
                      <a:pt x="3" y="436"/>
                    </a:cubicBezTo>
                    <a:cubicBezTo>
                      <a:pt x="1" y="406"/>
                      <a:pt x="6" y="383"/>
                      <a:pt x="18" y="287"/>
                    </a:cubicBezTo>
                    <a:cubicBezTo>
                      <a:pt x="29" y="191"/>
                      <a:pt x="42" y="35"/>
                      <a:pt x="42" y="0"/>
                    </a:cubicBezTo>
                    <a:cubicBezTo>
                      <a:pt x="39" y="16"/>
                      <a:pt x="15" y="170"/>
                      <a:pt x="9" y="243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35" name="Freeform 31">
                <a:extLst>
                  <a:ext uri="{FF2B5EF4-FFF2-40B4-BE49-F238E27FC236}">
                    <a16:creationId xmlns:a16="http://schemas.microsoft.com/office/drawing/2014/main" id="{66146B51-1E5B-4C99-8D22-091C783A4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3227"/>
                <a:ext cx="35" cy="410"/>
              </a:xfrm>
              <a:custGeom>
                <a:avLst/>
                <a:gdLst>
                  <a:gd name="T0" fmla="*/ 20 w 26"/>
                  <a:gd name="T1" fmla="*/ 0 h 308"/>
                  <a:gd name="T2" fmla="*/ 62 w 26"/>
                  <a:gd name="T3" fmla="*/ 354 h 308"/>
                  <a:gd name="T4" fmla="*/ 22 w 26"/>
                  <a:gd name="T5" fmla="*/ 727 h 308"/>
                  <a:gd name="T6" fmla="*/ 32 w 26"/>
                  <a:gd name="T7" fmla="*/ 269 h 308"/>
                  <a:gd name="T8" fmla="*/ 20 w 26"/>
                  <a:gd name="T9" fmla="*/ 0 h 3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8">
                    <a:moveTo>
                      <a:pt x="8" y="0"/>
                    </a:moveTo>
                    <a:cubicBezTo>
                      <a:pt x="14" y="28"/>
                      <a:pt x="26" y="109"/>
                      <a:pt x="25" y="150"/>
                    </a:cubicBezTo>
                    <a:cubicBezTo>
                      <a:pt x="24" y="191"/>
                      <a:pt x="13" y="241"/>
                      <a:pt x="9" y="308"/>
                    </a:cubicBezTo>
                    <a:cubicBezTo>
                      <a:pt x="3" y="277"/>
                      <a:pt x="14" y="150"/>
                      <a:pt x="13" y="114"/>
                    </a:cubicBezTo>
                    <a:cubicBezTo>
                      <a:pt x="12" y="79"/>
                      <a:pt x="0" y="8"/>
                      <a:pt x="8" y="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36" name="Freeform 32">
                <a:extLst>
                  <a:ext uri="{FF2B5EF4-FFF2-40B4-BE49-F238E27FC236}">
                    <a16:creationId xmlns:a16="http://schemas.microsoft.com/office/drawing/2014/main" id="{2E3C47B3-B755-46FF-B2D1-B06E20EDF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3793"/>
                <a:ext cx="39" cy="183"/>
              </a:xfrm>
              <a:custGeom>
                <a:avLst/>
                <a:gdLst>
                  <a:gd name="T0" fmla="*/ 36 w 29"/>
                  <a:gd name="T1" fmla="*/ 31 h 137"/>
                  <a:gd name="T2" fmla="*/ 36 w 29"/>
                  <a:gd name="T3" fmla="*/ 106 h 137"/>
                  <a:gd name="T4" fmla="*/ 56 w 29"/>
                  <a:gd name="T5" fmla="*/ 164 h 137"/>
                  <a:gd name="T6" fmla="*/ 27 w 29"/>
                  <a:gd name="T7" fmla="*/ 326 h 137"/>
                  <a:gd name="T8" fmla="*/ 40 w 29"/>
                  <a:gd name="T9" fmla="*/ 234 h 137"/>
                  <a:gd name="T10" fmla="*/ 42 w 29"/>
                  <a:gd name="T11" fmla="*/ 203 h 137"/>
                  <a:gd name="T12" fmla="*/ 12 w 29"/>
                  <a:gd name="T13" fmla="*/ 186 h 137"/>
                  <a:gd name="T14" fmla="*/ 20 w 29"/>
                  <a:gd name="T15" fmla="*/ 122 h 137"/>
                  <a:gd name="T16" fmla="*/ 31 w 29"/>
                  <a:gd name="T17" fmla="*/ 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7">
                    <a:moveTo>
                      <a:pt x="15" y="13"/>
                    </a:moveTo>
                    <a:cubicBezTo>
                      <a:pt x="19" y="24"/>
                      <a:pt x="13" y="34"/>
                      <a:pt x="15" y="44"/>
                    </a:cubicBezTo>
                    <a:cubicBezTo>
                      <a:pt x="17" y="52"/>
                      <a:pt x="21" y="60"/>
                      <a:pt x="23" y="69"/>
                    </a:cubicBezTo>
                    <a:cubicBezTo>
                      <a:pt x="29" y="95"/>
                      <a:pt x="20" y="112"/>
                      <a:pt x="11" y="137"/>
                    </a:cubicBezTo>
                    <a:cubicBezTo>
                      <a:pt x="9" y="125"/>
                      <a:pt x="15" y="110"/>
                      <a:pt x="16" y="98"/>
                    </a:cubicBezTo>
                    <a:cubicBezTo>
                      <a:pt x="17" y="94"/>
                      <a:pt x="19" y="89"/>
                      <a:pt x="17" y="85"/>
                    </a:cubicBezTo>
                    <a:cubicBezTo>
                      <a:pt x="13" y="79"/>
                      <a:pt x="7" y="82"/>
                      <a:pt x="5" y="78"/>
                    </a:cubicBezTo>
                    <a:cubicBezTo>
                      <a:pt x="0" y="72"/>
                      <a:pt x="7" y="58"/>
                      <a:pt x="8" y="51"/>
                    </a:cubicBezTo>
                    <a:cubicBezTo>
                      <a:pt x="10" y="34"/>
                      <a:pt x="12" y="16"/>
                      <a:pt x="13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37" name="Freeform 33">
                <a:extLst>
                  <a:ext uri="{FF2B5EF4-FFF2-40B4-BE49-F238E27FC236}">
                    <a16:creationId xmlns:a16="http://schemas.microsoft.com/office/drawing/2014/main" id="{DA95CCE3-5806-4886-AD14-9A82CD967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3960"/>
                <a:ext cx="76" cy="85"/>
              </a:xfrm>
              <a:custGeom>
                <a:avLst/>
                <a:gdLst>
                  <a:gd name="T0" fmla="*/ 27 w 57"/>
                  <a:gd name="T1" fmla="*/ 150 h 64"/>
                  <a:gd name="T2" fmla="*/ 107 w 57"/>
                  <a:gd name="T3" fmla="*/ 108 h 64"/>
                  <a:gd name="T4" fmla="*/ 127 w 57"/>
                  <a:gd name="T5" fmla="*/ 0 h 64"/>
                  <a:gd name="T6" fmla="*/ 73 w 57"/>
                  <a:gd name="T7" fmla="*/ 76 h 64"/>
                  <a:gd name="T8" fmla="*/ 0 w 57"/>
                  <a:gd name="T9" fmla="*/ 13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4">
                    <a:moveTo>
                      <a:pt x="11" y="64"/>
                    </a:moveTo>
                    <a:cubicBezTo>
                      <a:pt x="26" y="63"/>
                      <a:pt x="36" y="58"/>
                      <a:pt x="45" y="46"/>
                    </a:cubicBezTo>
                    <a:cubicBezTo>
                      <a:pt x="57" y="31"/>
                      <a:pt x="54" y="18"/>
                      <a:pt x="53" y="0"/>
                    </a:cubicBezTo>
                    <a:cubicBezTo>
                      <a:pt x="45" y="11"/>
                      <a:pt x="50" y="33"/>
                      <a:pt x="31" y="32"/>
                    </a:cubicBezTo>
                    <a:cubicBezTo>
                      <a:pt x="33" y="51"/>
                      <a:pt x="17" y="56"/>
                      <a:pt x="0" y="5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38" name="Freeform 34">
                <a:extLst>
                  <a:ext uri="{FF2B5EF4-FFF2-40B4-BE49-F238E27FC236}">
                    <a16:creationId xmlns:a16="http://schemas.microsoft.com/office/drawing/2014/main" id="{4A0D739A-0C52-4F1D-9BF1-38C2D3077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933"/>
                <a:ext cx="65" cy="108"/>
              </a:xfrm>
              <a:custGeom>
                <a:avLst/>
                <a:gdLst>
                  <a:gd name="T0" fmla="*/ 0 w 49"/>
                  <a:gd name="T1" fmla="*/ 5 h 81"/>
                  <a:gd name="T2" fmla="*/ 16 w 49"/>
                  <a:gd name="T3" fmla="*/ 85 h 81"/>
                  <a:gd name="T4" fmla="*/ 33 w 49"/>
                  <a:gd name="T5" fmla="*/ 143 h 81"/>
                  <a:gd name="T6" fmla="*/ 65 w 49"/>
                  <a:gd name="T7" fmla="*/ 185 h 81"/>
                  <a:gd name="T8" fmla="*/ 114 w 49"/>
                  <a:gd name="T9" fmla="*/ 176 h 81"/>
                  <a:gd name="T10" fmla="*/ 54 w 49"/>
                  <a:gd name="T11" fmla="*/ 101 h 81"/>
                  <a:gd name="T12" fmla="*/ 33 w 49"/>
                  <a:gd name="T13" fmla="*/ 57 h 81"/>
                  <a:gd name="T14" fmla="*/ 7 w 49"/>
                  <a:gd name="T15" fmla="*/ 0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81">
                    <a:moveTo>
                      <a:pt x="0" y="2"/>
                    </a:moveTo>
                    <a:cubicBezTo>
                      <a:pt x="8" y="11"/>
                      <a:pt x="7" y="25"/>
                      <a:pt x="7" y="36"/>
                    </a:cubicBezTo>
                    <a:cubicBezTo>
                      <a:pt x="7" y="48"/>
                      <a:pt x="10" y="49"/>
                      <a:pt x="14" y="60"/>
                    </a:cubicBezTo>
                    <a:cubicBezTo>
                      <a:pt x="18" y="70"/>
                      <a:pt x="15" y="74"/>
                      <a:pt x="28" y="78"/>
                    </a:cubicBezTo>
                    <a:cubicBezTo>
                      <a:pt x="34" y="79"/>
                      <a:pt x="46" y="81"/>
                      <a:pt x="49" y="74"/>
                    </a:cubicBezTo>
                    <a:cubicBezTo>
                      <a:pt x="24" y="77"/>
                      <a:pt x="21" y="62"/>
                      <a:pt x="23" y="43"/>
                    </a:cubicBezTo>
                    <a:cubicBezTo>
                      <a:pt x="17" y="40"/>
                      <a:pt x="17" y="30"/>
                      <a:pt x="14" y="24"/>
                    </a:cubicBezTo>
                    <a:cubicBezTo>
                      <a:pt x="11" y="16"/>
                      <a:pt x="2" y="8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39" name="Freeform 35">
                <a:extLst>
                  <a:ext uri="{FF2B5EF4-FFF2-40B4-BE49-F238E27FC236}">
                    <a16:creationId xmlns:a16="http://schemas.microsoft.com/office/drawing/2014/main" id="{ED2CAA50-305F-40F8-804B-94712418D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3235"/>
                <a:ext cx="28" cy="448"/>
              </a:xfrm>
              <a:custGeom>
                <a:avLst/>
                <a:gdLst>
                  <a:gd name="T0" fmla="*/ 48 w 21"/>
                  <a:gd name="T1" fmla="*/ 773 h 336"/>
                  <a:gd name="T2" fmla="*/ 15 w 21"/>
                  <a:gd name="T3" fmla="*/ 427 h 336"/>
                  <a:gd name="T4" fmla="*/ 43 w 21"/>
                  <a:gd name="T5" fmla="*/ 0 h 336"/>
                  <a:gd name="T6" fmla="*/ 43 w 21"/>
                  <a:gd name="T7" fmla="*/ 315 h 336"/>
                  <a:gd name="T8" fmla="*/ 48 w 21"/>
                  <a:gd name="T9" fmla="*/ 773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6">
                    <a:moveTo>
                      <a:pt x="20" y="326"/>
                    </a:moveTo>
                    <a:cubicBezTo>
                      <a:pt x="18" y="336"/>
                      <a:pt x="11" y="247"/>
                      <a:pt x="6" y="180"/>
                    </a:cubicBezTo>
                    <a:cubicBezTo>
                      <a:pt x="0" y="114"/>
                      <a:pt x="8" y="45"/>
                      <a:pt x="18" y="0"/>
                    </a:cubicBezTo>
                    <a:cubicBezTo>
                      <a:pt x="17" y="15"/>
                      <a:pt x="16" y="103"/>
                      <a:pt x="18" y="133"/>
                    </a:cubicBezTo>
                    <a:cubicBezTo>
                      <a:pt x="21" y="164"/>
                      <a:pt x="21" y="315"/>
                      <a:pt x="20" y="3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40" name="Freeform 36">
                <a:extLst>
                  <a:ext uri="{FF2B5EF4-FFF2-40B4-BE49-F238E27FC236}">
                    <a16:creationId xmlns:a16="http://schemas.microsoft.com/office/drawing/2014/main" id="{0FD0E86D-341F-4D3C-A109-36E293E3B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3285"/>
                <a:ext cx="63" cy="402"/>
              </a:xfrm>
              <a:custGeom>
                <a:avLst/>
                <a:gdLst>
                  <a:gd name="T0" fmla="*/ 0 w 47"/>
                  <a:gd name="T1" fmla="*/ 717 h 301"/>
                  <a:gd name="T2" fmla="*/ 84 w 47"/>
                  <a:gd name="T3" fmla="*/ 369 h 301"/>
                  <a:gd name="T4" fmla="*/ 91 w 47"/>
                  <a:gd name="T5" fmla="*/ 0 h 301"/>
                  <a:gd name="T6" fmla="*/ 63 w 47"/>
                  <a:gd name="T7" fmla="*/ 363 h 301"/>
                  <a:gd name="T8" fmla="*/ 0 w 47"/>
                  <a:gd name="T9" fmla="*/ 717 h 3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01">
                    <a:moveTo>
                      <a:pt x="0" y="301"/>
                    </a:moveTo>
                    <a:cubicBezTo>
                      <a:pt x="5" y="277"/>
                      <a:pt x="23" y="201"/>
                      <a:pt x="35" y="155"/>
                    </a:cubicBezTo>
                    <a:cubicBezTo>
                      <a:pt x="47" y="109"/>
                      <a:pt x="39" y="31"/>
                      <a:pt x="38" y="0"/>
                    </a:cubicBezTo>
                    <a:cubicBezTo>
                      <a:pt x="34" y="31"/>
                      <a:pt x="34" y="120"/>
                      <a:pt x="26" y="153"/>
                    </a:cubicBezTo>
                    <a:cubicBezTo>
                      <a:pt x="18" y="186"/>
                      <a:pt x="5" y="276"/>
                      <a:pt x="0" y="301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41" name="Freeform 37">
                <a:extLst>
                  <a:ext uri="{FF2B5EF4-FFF2-40B4-BE49-F238E27FC236}">
                    <a16:creationId xmlns:a16="http://schemas.microsoft.com/office/drawing/2014/main" id="{0B3B8C08-4AF1-47B8-87AE-D7D42F903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3959"/>
                <a:ext cx="105" cy="82"/>
              </a:xfrm>
              <a:custGeom>
                <a:avLst/>
                <a:gdLst>
                  <a:gd name="T0" fmla="*/ 82 w 79"/>
                  <a:gd name="T1" fmla="*/ 135 h 62"/>
                  <a:gd name="T2" fmla="*/ 122 w 79"/>
                  <a:gd name="T3" fmla="*/ 108 h 62"/>
                  <a:gd name="T4" fmla="*/ 170 w 79"/>
                  <a:gd name="T5" fmla="*/ 87 h 62"/>
                  <a:gd name="T6" fmla="*/ 152 w 79"/>
                  <a:gd name="T7" fmla="*/ 0 h 62"/>
                  <a:gd name="T8" fmla="*/ 117 w 79"/>
                  <a:gd name="T9" fmla="*/ 63 h 62"/>
                  <a:gd name="T10" fmla="*/ 86 w 79"/>
                  <a:gd name="T11" fmla="*/ 63 h 62"/>
                  <a:gd name="T12" fmla="*/ 82 w 79"/>
                  <a:gd name="T13" fmla="*/ 91 h 62"/>
                  <a:gd name="T14" fmla="*/ 28 w 79"/>
                  <a:gd name="T15" fmla="*/ 94 h 62"/>
                  <a:gd name="T16" fmla="*/ 16 w 79"/>
                  <a:gd name="T17" fmla="*/ 124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62">
                    <a:moveTo>
                      <a:pt x="35" y="58"/>
                    </a:moveTo>
                    <a:cubicBezTo>
                      <a:pt x="45" y="62"/>
                      <a:pt x="45" y="51"/>
                      <a:pt x="52" y="47"/>
                    </a:cubicBezTo>
                    <a:cubicBezTo>
                      <a:pt x="58" y="43"/>
                      <a:pt x="67" y="48"/>
                      <a:pt x="72" y="38"/>
                    </a:cubicBezTo>
                    <a:cubicBezTo>
                      <a:pt x="79" y="26"/>
                      <a:pt x="72" y="11"/>
                      <a:pt x="65" y="0"/>
                    </a:cubicBezTo>
                    <a:cubicBezTo>
                      <a:pt x="64" y="18"/>
                      <a:pt x="71" y="26"/>
                      <a:pt x="50" y="27"/>
                    </a:cubicBezTo>
                    <a:cubicBezTo>
                      <a:pt x="48" y="27"/>
                      <a:pt x="39" y="26"/>
                      <a:pt x="37" y="27"/>
                    </a:cubicBezTo>
                    <a:cubicBezTo>
                      <a:pt x="33" y="31"/>
                      <a:pt x="37" y="37"/>
                      <a:pt x="35" y="39"/>
                    </a:cubicBezTo>
                    <a:cubicBezTo>
                      <a:pt x="29" y="46"/>
                      <a:pt x="20" y="39"/>
                      <a:pt x="12" y="41"/>
                    </a:cubicBezTo>
                    <a:cubicBezTo>
                      <a:pt x="0" y="44"/>
                      <a:pt x="5" y="56"/>
                      <a:pt x="7" y="54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42" name="Freeform 38">
                <a:extLst>
                  <a:ext uri="{FF2B5EF4-FFF2-40B4-BE49-F238E27FC236}">
                    <a16:creationId xmlns:a16="http://schemas.microsoft.com/office/drawing/2014/main" id="{5DCE686B-BB67-4188-B7F9-3934DDC35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287"/>
                <a:ext cx="64" cy="65"/>
              </a:xfrm>
              <a:custGeom>
                <a:avLst/>
                <a:gdLst>
                  <a:gd name="T0" fmla="*/ 101 w 48"/>
                  <a:gd name="T1" fmla="*/ 0 h 49"/>
                  <a:gd name="T2" fmla="*/ 0 w 48"/>
                  <a:gd name="T3" fmla="*/ 102 h 49"/>
                  <a:gd name="T4" fmla="*/ 79 w 48"/>
                  <a:gd name="T5" fmla="*/ 80 h 49"/>
                  <a:gd name="T6" fmla="*/ 107 w 48"/>
                  <a:gd name="T7" fmla="*/ 12 h 49"/>
                  <a:gd name="T8" fmla="*/ 113 w 48"/>
                  <a:gd name="T9" fmla="*/ 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9">
                    <a:moveTo>
                      <a:pt x="43" y="0"/>
                    </a:moveTo>
                    <a:cubicBezTo>
                      <a:pt x="32" y="16"/>
                      <a:pt x="25" y="47"/>
                      <a:pt x="0" y="44"/>
                    </a:cubicBezTo>
                    <a:cubicBezTo>
                      <a:pt x="15" y="45"/>
                      <a:pt x="22" y="49"/>
                      <a:pt x="33" y="34"/>
                    </a:cubicBezTo>
                    <a:cubicBezTo>
                      <a:pt x="40" y="26"/>
                      <a:pt x="48" y="15"/>
                      <a:pt x="45" y="5"/>
                    </a:cubicBezTo>
                    <a:cubicBezTo>
                      <a:pt x="46" y="4"/>
                      <a:pt x="47" y="3"/>
                      <a:pt x="4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43" name="Freeform 39">
                <a:extLst>
                  <a:ext uri="{FF2B5EF4-FFF2-40B4-BE49-F238E27FC236}">
                    <a16:creationId xmlns:a16="http://schemas.microsoft.com/office/drawing/2014/main" id="{F09DAF07-5B3F-4C1A-9557-BB070CEE1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329"/>
                <a:ext cx="161" cy="23"/>
              </a:xfrm>
              <a:custGeom>
                <a:avLst/>
                <a:gdLst>
                  <a:gd name="T0" fmla="*/ 0 w 120"/>
                  <a:gd name="T1" fmla="*/ 0 h 17"/>
                  <a:gd name="T2" fmla="*/ 122 w 120"/>
                  <a:gd name="T3" fmla="*/ 12 h 17"/>
                  <a:gd name="T4" fmla="*/ 290 w 120"/>
                  <a:gd name="T5" fmla="*/ 27 h 17"/>
                  <a:gd name="T6" fmla="*/ 176 w 120"/>
                  <a:gd name="T7" fmla="*/ 35 h 17"/>
                  <a:gd name="T8" fmla="*/ 64 w 120"/>
                  <a:gd name="T9" fmla="*/ 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17">
                    <a:moveTo>
                      <a:pt x="0" y="0"/>
                    </a:moveTo>
                    <a:cubicBezTo>
                      <a:pt x="17" y="0"/>
                      <a:pt x="33" y="3"/>
                      <a:pt x="51" y="5"/>
                    </a:cubicBezTo>
                    <a:cubicBezTo>
                      <a:pt x="73" y="7"/>
                      <a:pt x="97" y="7"/>
                      <a:pt x="120" y="11"/>
                    </a:cubicBezTo>
                    <a:cubicBezTo>
                      <a:pt x="104" y="13"/>
                      <a:pt x="89" y="17"/>
                      <a:pt x="73" y="14"/>
                    </a:cubicBezTo>
                    <a:cubicBezTo>
                      <a:pt x="57" y="11"/>
                      <a:pt x="44" y="2"/>
                      <a:pt x="2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44" name="Freeform 40">
                <a:extLst>
                  <a:ext uri="{FF2B5EF4-FFF2-40B4-BE49-F238E27FC236}">
                    <a16:creationId xmlns:a16="http://schemas.microsoft.com/office/drawing/2014/main" id="{3A03D6E7-110C-4127-8FDC-E1EA5B003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303"/>
                <a:ext cx="212" cy="44"/>
              </a:xfrm>
              <a:custGeom>
                <a:avLst/>
                <a:gdLst>
                  <a:gd name="T0" fmla="*/ 293 w 159"/>
                  <a:gd name="T1" fmla="*/ 31 h 33"/>
                  <a:gd name="T2" fmla="*/ 140 w 159"/>
                  <a:gd name="T3" fmla="*/ 59 h 33"/>
                  <a:gd name="T4" fmla="*/ 0 w 159"/>
                  <a:gd name="T5" fmla="*/ 57 h 33"/>
                  <a:gd name="T6" fmla="*/ 187 w 159"/>
                  <a:gd name="T7" fmla="*/ 16 h 33"/>
                  <a:gd name="T8" fmla="*/ 377 w 159"/>
                  <a:gd name="T9" fmla="*/ 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9" h="33">
                    <a:moveTo>
                      <a:pt x="124" y="13"/>
                    </a:moveTo>
                    <a:cubicBezTo>
                      <a:pt x="102" y="14"/>
                      <a:pt x="81" y="21"/>
                      <a:pt x="59" y="25"/>
                    </a:cubicBezTo>
                    <a:cubicBezTo>
                      <a:pt x="42" y="27"/>
                      <a:pt x="14" y="33"/>
                      <a:pt x="0" y="24"/>
                    </a:cubicBezTo>
                    <a:cubicBezTo>
                      <a:pt x="25" y="24"/>
                      <a:pt x="55" y="11"/>
                      <a:pt x="79" y="7"/>
                    </a:cubicBezTo>
                    <a:cubicBezTo>
                      <a:pt x="107" y="2"/>
                      <a:pt x="136" y="0"/>
                      <a:pt x="159" y="1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45" name="Freeform 41">
                <a:extLst>
                  <a:ext uri="{FF2B5EF4-FFF2-40B4-BE49-F238E27FC236}">
                    <a16:creationId xmlns:a16="http://schemas.microsoft.com/office/drawing/2014/main" id="{BA0F5E15-0A48-453A-8FA4-9254CF905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587"/>
                <a:ext cx="130" cy="86"/>
              </a:xfrm>
              <a:custGeom>
                <a:avLst/>
                <a:gdLst>
                  <a:gd name="T0" fmla="*/ 5 w 98"/>
                  <a:gd name="T1" fmla="*/ 20 h 65"/>
                  <a:gd name="T2" fmla="*/ 80 w 98"/>
                  <a:gd name="T3" fmla="*/ 124 h 65"/>
                  <a:gd name="T4" fmla="*/ 228 w 98"/>
                  <a:gd name="T5" fmla="*/ 142 h 65"/>
                  <a:gd name="T6" fmla="*/ 21 w 98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65">
                    <a:moveTo>
                      <a:pt x="2" y="8"/>
                    </a:moveTo>
                    <a:cubicBezTo>
                      <a:pt x="0" y="25"/>
                      <a:pt x="20" y="46"/>
                      <a:pt x="34" y="54"/>
                    </a:cubicBezTo>
                    <a:cubicBezTo>
                      <a:pt x="56" y="65"/>
                      <a:pt x="75" y="59"/>
                      <a:pt x="98" y="61"/>
                    </a:cubicBezTo>
                    <a:cubicBezTo>
                      <a:pt x="72" y="62"/>
                      <a:pt x="1" y="31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46" name="Freeform 42">
                <a:extLst>
                  <a:ext uri="{FF2B5EF4-FFF2-40B4-BE49-F238E27FC236}">
                    <a16:creationId xmlns:a16="http://schemas.microsoft.com/office/drawing/2014/main" id="{46544F17-DDEB-4E2D-922B-AAA9AA87B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1164"/>
                <a:ext cx="99" cy="92"/>
              </a:xfrm>
              <a:custGeom>
                <a:avLst/>
                <a:gdLst>
                  <a:gd name="T0" fmla="*/ 175 w 74"/>
                  <a:gd name="T1" fmla="*/ 0 h 69"/>
                  <a:gd name="T2" fmla="*/ 126 w 74"/>
                  <a:gd name="T3" fmla="*/ 112 h 69"/>
                  <a:gd name="T4" fmla="*/ 72 w 74"/>
                  <a:gd name="T5" fmla="*/ 137 h 69"/>
                  <a:gd name="T6" fmla="*/ 0 w 74"/>
                  <a:gd name="T7" fmla="*/ 164 h 69"/>
                  <a:gd name="T8" fmla="*/ 132 w 74"/>
                  <a:gd name="T9" fmla="*/ 127 h 69"/>
                  <a:gd name="T10" fmla="*/ 177 w 74"/>
                  <a:gd name="T11" fmla="*/ 28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69">
                    <a:moveTo>
                      <a:pt x="73" y="0"/>
                    </a:moveTo>
                    <a:cubicBezTo>
                      <a:pt x="69" y="17"/>
                      <a:pt x="67" y="35"/>
                      <a:pt x="52" y="47"/>
                    </a:cubicBezTo>
                    <a:cubicBezTo>
                      <a:pt x="46" y="51"/>
                      <a:pt x="37" y="57"/>
                      <a:pt x="30" y="58"/>
                    </a:cubicBezTo>
                    <a:cubicBezTo>
                      <a:pt x="21" y="61"/>
                      <a:pt x="9" y="65"/>
                      <a:pt x="0" y="69"/>
                    </a:cubicBezTo>
                    <a:cubicBezTo>
                      <a:pt x="17" y="65"/>
                      <a:pt x="41" y="62"/>
                      <a:pt x="55" y="53"/>
                    </a:cubicBezTo>
                    <a:cubicBezTo>
                      <a:pt x="70" y="44"/>
                      <a:pt x="72" y="27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47" name="Freeform 43">
                <a:extLst>
                  <a:ext uri="{FF2B5EF4-FFF2-40B4-BE49-F238E27FC236}">
                    <a16:creationId xmlns:a16="http://schemas.microsoft.com/office/drawing/2014/main" id="{580B19C8-CBD2-4EFA-8E28-E1C3C4E59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71"/>
                <a:ext cx="39" cy="342"/>
              </a:xfrm>
              <a:custGeom>
                <a:avLst/>
                <a:gdLst>
                  <a:gd name="T0" fmla="*/ 0 w 29"/>
                  <a:gd name="T1" fmla="*/ 0 h 257"/>
                  <a:gd name="T2" fmla="*/ 63 w 29"/>
                  <a:gd name="T3" fmla="*/ 605 h 257"/>
                  <a:gd name="T4" fmla="*/ 0 w 29"/>
                  <a:gd name="T5" fmla="*/ 0 h 2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7">
                    <a:moveTo>
                      <a:pt x="0" y="0"/>
                    </a:moveTo>
                    <a:cubicBezTo>
                      <a:pt x="0" y="48"/>
                      <a:pt x="13" y="171"/>
                      <a:pt x="26" y="257"/>
                    </a:cubicBezTo>
                    <a:cubicBezTo>
                      <a:pt x="29" y="206"/>
                      <a:pt x="17" y="4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48" name="Freeform 44">
                <a:extLst>
                  <a:ext uri="{FF2B5EF4-FFF2-40B4-BE49-F238E27FC236}">
                    <a16:creationId xmlns:a16="http://schemas.microsoft.com/office/drawing/2014/main" id="{95F1284E-347D-4288-B232-167114360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105"/>
                <a:ext cx="118" cy="102"/>
              </a:xfrm>
              <a:custGeom>
                <a:avLst/>
                <a:gdLst>
                  <a:gd name="T0" fmla="*/ 21 w 89"/>
                  <a:gd name="T1" fmla="*/ 153 h 76"/>
                  <a:gd name="T2" fmla="*/ 60 w 89"/>
                  <a:gd name="T3" fmla="*/ 91 h 76"/>
                  <a:gd name="T4" fmla="*/ 137 w 89"/>
                  <a:gd name="T5" fmla="*/ 79 h 76"/>
                  <a:gd name="T6" fmla="*/ 194 w 89"/>
                  <a:gd name="T7" fmla="*/ 58 h 76"/>
                  <a:gd name="T8" fmla="*/ 202 w 89"/>
                  <a:gd name="T9" fmla="*/ 0 h 76"/>
                  <a:gd name="T10" fmla="*/ 156 w 89"/>
                  <a:gd name="T11" fmla="*/ 43 h 76"/>
                  <a:gd name="T12" fmla="*/ 113 w 89"/>
                  <a:gd name="T13" fmla="*/ 54 h 76"/>
                  <a:gd name="T14" fmla="*/ 66 w 89"/>
                  <a:gd name="T15" fmla="*/ 68 h 76"/>
                  <a:gd name="T16" fmla="*/ 33 w 89"/>
                  <a:gd name="T17" fmla="*/ 90 h 76"/>
                  <a:gd name="T18" fmla="*/ 21 w 89"/>
                  <a:gd name="T19" fmla="*/ 122 h 76"/>
                  <a:gd name="T20" fmla="*/ 9 w 89"/>
                  <a:gd name="T21" fmla="*/ 146 h 76"/>
                  <a:gd name="T22" fmla="*/ 0 w 89"/>
                  <a:gd name="T23" fmla="*/ 184 h 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76">
                    <a:moveTo>
                      <a:pt x="9" y="63"/>
                    </a:moveTo>
                    <a:cubicBezTo>
                      <a:pt x="19" y="58"/>
                      <a:pt x="17" y="43"/>
                      <a:pt x="26" y="38"/>
                    </a:cubicBezTo>
                    <a:cubicBezTo>
                      <a:pt x="36" y="32"/>
                      <a:pt x="49" y="35"/>
                      <a:pt x="59" y="33"/>
                    </a:cubicBezTo>
                    <a:cubicBezTo>
                      <a:pt x="67" y="32"/>
                      <a:pt x="78" y="31"/>
                      <a:pt x="83" y="24"/>
                    </a:cubicBezTo>
                    <a:cubicBezTo>
                      <a:pt x="86" y="20"/>
                      <a:pt x="89" y="5"/>
                      <a:pt x="87" y="0"/>
                    </a:cubicBezTo>
                    <a:cubicBezTo>
                      <a:pt x="83" y="10"/>
                      <a:pt x="78" y="15"/>
                      <a:pt x="67" y="18"/>
                    </a:cubicBezTo>
                    <a:cubicBezTo>
                      <a:pt x="61" y="21"/>
                      <a:pt x="54" y="20"/>
                      <a:pt x="48" y="22"/>
                    </a:cubicBezTo>
                    <a:cubicBezTo>
                      <a:pt x="41" y="23"/>
                      <a:pt x="35" y="26"/>
                      <a:pt x="29" y="28"/>
                    </a:cubicBezTo>
                    <a:cubicBezTo>
                      <a:pt x="24" y="30"/>
                      <a:pt x="17" y="33"/>
                      <a:pt x="14" y="37"/>
                    </a:cubicBezTo>
                    <a:cubicBezTo>
                      <a:pt x="11" y="41"/>
                      <a:pt x="10" y="47"/>
                      <a:pt x="9" y="51"/>
                    </a:cubicBezTo>
                    <a:cubicBezTo>
                      <a:pt x="7" y="54"/>
                      <a:pt x="5" y="57"/>
                      <a:pt x="4" y="60"/>
                    </a:cubicBezTo>
                    <a:cubicBezTo>
                      <a:pt x="2" y="65"/>
                      <a:pt x="1" y="71"/>
                      <a:pt x="0" y="7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49" name="Freeform 45">
                <a:extLst>
                  <a:ext uri="{FF2B5EF4-FFF2-40B4-BE49-F238E27FC236}">
                    <a16:creationId xmlns:a16="http://schemas.microsoft.com/office/drawing/2014/main" id="{A6F40C25-6F45-4112-9583-0790D0821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947"/>
                <a:ext cx="15" cy="16"/>
              </a:xfrm>
              <a:custGeom>
                <a:avLst/>
                <a:gdLst>
                  <a:gd name="T0" fmla="*/ 27 w 11"/>
                  <a:gd name="T1" fmla="*/ 0 h 12"/>
                  <a:gd name="T2" fmla="*/ 0 w 11"/>
                  <a:gd name="T3" fmla="*/ 15 h 12"/>
                  <a:gd name="T4" fmla="*/ 27 w 11"/>
                  <a:gd name="T5" fmla="*/ 28 h 12"/>
                  <a:gd name="T6" fmla="*/ 27 w 11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cubicBezTo>
                      <a:pt x="7" y="1"/>
                      <a:pt x="2" y="3"/>
                      <a:pt x="0" y="6"/>
                    </a:cubicBezTo>
                    <a:cubicBezTo>
                      <a:pt x="4" y="8"/>
                      <a:pt x="7" y="11"/>
                      <a:pt x="11" y="12"/>
                    </a:cubicBezTo>
                    <a:cubicBezTo>
                      <a:pt x="9" y="9"/>
                      <a:pt x="8" y="5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50" name="Freeform 46">
                <a:extLst>
                  <a:ext uri="{FF2B5EF4-FFF2-40B4-BE49-F238E27FC236}">
                    <a16:creationId xmlns:a16="http://schemas.microsoft.com/office/drawing/2014/main" id="{C7F1D251-AC65-43C0-A393-9BE7597CD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323"/>
                <a:ext cx="41" cy="8"/>
              </a:xfrm>
              <a:custGeom>
                <a:avLst/>
                <a:gdLst>
                  <a:gd name="T0" fmla="*/ 0 w 31"/>
                  <a:gd name="T1" fmla="*/ 7 h 6"/>
                  <a:gd name="T2" fmla="*/ 71 w 31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">
                    <a:moveTo>
                      <a:pt x="0" y="3"/>
                    </a:moveTo>
                    <a:cubicBezTo>
                      <a:pt x="13" y="0"/>
                      <a:pt x="21" y="1"/>
                      <a:pt x="3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51" name="Freeform 47">
                <a:extLst>
                  <a:ext uri="{FF2B5EF4-FFF2-40B4-BE49-F238E27FC236}">
                    <a16:creationId xmlns:a16="http://schemas.microsoft.com/office/drawing/2014/main" id="{723A9F87-EEC9-4113-B6B4-F951107ED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1324"/>
                <a:ext cx="75" cy="13"/>
              </a:xfrm>
              <a:custGeom>
                <a:avLst/>
                <a:gdLst>
                  <a:gd name="T0" fmla="*/ 134 w 56"/>
                  <a:gd name="T1" fmla="*/ 22 h 10"/>
                  <a:gd name="T2" fmla="*/ 78 w 56"/>
                  <a:gd name="T3" fmla="*/ 9 h 10"/>
                  <a:gd name="T4" fmla="*/ 0 w 56"/>
                  <a:gd name="T5" fmla="*/ 5 h 10"/>
                  <a:gd name="T6" fmla="*/ 51 w 56"/>
                  <a:gd name="T7" fmla="*/ 9 h 10"/>
                  <a:gd name="T8" fmla="*/ 75 w 56"/>
                  <a:gd name="T9" fmla="*/ 16 h 10"/>
                  <a:gd name="T10" fmla="*/ 96 w 56"/>
                  <a:gd name="T11" fmla="*/ 16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0">
                    <a:moveTo>
                      <a:pt x="56" y="10"/>
                    </a:moveTo>
                    <a:cubicBezTo>
                      <a:pt x="48" y="10"/>
                      <a:pt x="39" y="6"/>
                      <a:pt x="32" y="4"/>
                    </a:cubicBezTo>
                    <a:cubicBezTo>
                      <a:pt x="21" y="1"/>
                      <a:pt x="11" y="0"/>
                      <a:pt x="0" y="2"/>
                    </a:cubicBezTo>
                    <a:cubicBezTo>
                      <a:pt x="7" y="1"/>
                      <a:pt x="14" y="3"/>
                      <a:pt x="21" y="4"/>
                    </a:cubicBezTo>
                    <a:cubicBezTo>
                      <a:pt x="24" y="5"/>
                      <a:pt x="28" y="6"/>
                      <a:pt x="31" y="7"/>
                    </a:cubicBezTo>
                    <a:cubicBezTo>
                      <a:pt x="34" y="7"/>
                      <a:pt x="37" y="5"/>
                      <a:pt x="4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52" name="Freeform 48">
                <a:extLst>
                  <a:ext uri="{FF2B5EF4-FFF2-40B4-BE49-F238E27FC236}">
                    <a16:creationId xmlns:a16="http://schemas.microsoft.com/office/drawing/2014/main" id="{B832A406-A3A8-4090-9154-4028D7ABE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1324"/>
                <a:ext cx="75" cy="13"/>
              </a:xfrm>
              <a:custGeom>
                <a:avLst/>
                <a:gdLst>
                  <a:gd name="T0" fmla="*/ 0 w 56"/>
                  <a:gd name="T1" fmla="*/ 22 h 10"/>
                  <a:gd name="T2" fmla="*/ 58 w 56"/>
                  <a:gd name="T3" fmla="*/ 9 h 10"/>
                  <a:gd name="T4" fmla="*/ 134 w 56"/>
                  <a:gd name="T5" fmla="*/ 5 h 10"/>
                  <a:gd name="T6" fmla="*/ 84 w 56"/>
                  <a:gd name="T7" fmla="*/ 9 h 10"/>
                  <a:gd name="T8" fmla="*/ 63 w 56"/>
                  <a:gd name="T9" fmla="*/ 16 h 10"/>
                  <a:gd name="T10" fmla="*/ 38 w 56"/>
                  <a:gd name="T11" fmla="*/ 16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0">
                    <a:moveTo>
                      <a:pt x="0" y="10"/>
                    </a:moveTo>
                    <a:cubicBezTo>
                      <a:pt x="8" y="10"/>
                      <a:pt x="17" y="6"/>
                      <a:pt x="24" y="4"/>
                    </a:cubicBezTo>
                    <a:cubicBezTo>
                      <a:pt x="35" y="1"/>
                      <a:pt x="45" y="0"/>
                      <a:pt x="56" y="2"/>
                    </a:cubicBezTo>
                    <a:cubicBezTo>
                      <a:pt x="49" y="1"/>
                      <a:pt x="42" y="3"/>
                      <a:pt x="35" y="4"/>
                    </a:cubicBezTo>
                    <a:cubicBezTo>
                      <a:pt x="32" y="5"/>
                      <a:pt x="29" y="6"/>
                      <a:pt x="26" y="7"/>
                    </a:cubicBezTo>
                    <a:cubicBezTo>
                      <a:pt x="22" y="7"/>
                      <a:pt x="19" y="5"/>
                      <a:pt x="16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53" name="Freeform 49">
                <a:extLst>
                  <a:ext uri="{FF2B5EF4-FFF2-40B4-BE49-F238E27FC236}">
                    <a16:creationId xmlns:a16="http://schemas.microsoft.com/office/drawing/2014/main" id="{AD0DB2D9-8AA4-451B-BB1A-426A14861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353"/>
                <a:ext cx="31" cy="4"/>
              </a:xfrm>
              <a:custGeom>
                <a:avLst/>
                <a:gdLst>
                  <a:gd name="T0" fmla="*/ 0 w 23"/>
                  <a:gd name="T1" fmla="*/ 7 h 3"/>
                  <a:gd name="T2" fmla="*/ 57 w 2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">
                    <a:moveTo>
                      <a:pt x="0" y="3"/>
                    </a:moveTo>
                    <a:cubicBezTo>
                      <a:pt x="8" y="2"/>
                      <a:pt x="16" y="1"/>
                      <a:pt x="23" y="0"/>
                    </a:cubicBezTo>
                  </a:path>
                </a:pathLst>
              </a:custGeom>
              <a:solidFill>
                <a:srgbClr val="FEF6F2"/>
              </a:solidFill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54" name="Freeform 50">
                <a:extLst>
                  <a:ext uri="{FF2B5EF4-FFF2-40B4-BE49-F238E27FC236}">
                    <a16:creationId xmlns:a16="http://schemas.microsoft.com/office/drawing/2014/main" id="{4C23A0F2-E028-40F3-8CA6-1FFD03D93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353"/>
                <a:ext cx="31" cy="4"/>
              </a:xfrm>
              <a:custGeom>
                <a:avLst/>
                <a:gdLst>
                  <a:gd name="T0" fmla="*/ 0 w 23"/>
                  <a:gd name="T1" fmla="*/ 7 h 3"/>
                  <a:gd name="T2" fmla="*/ 57 w 2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">
                    <a:moveTo>
                      <a:pt x="0" y="3"/>
                    </a:moveTo>
                    <a:cubicBezTo>
                      <a:pt x="8" y="2"/>
                      <a:pt x="16" y="1"/>
                      <a:pt x="23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55" name="Freeform 51">
                <a:extLst>
                  <a:ext uri="{FF2B5EF4-FFF2-40B4-BE49-F238E27FC236}">
                    <a16:creationId xmlns:a16="http://schemas.microsoft.com/office/drawing/2014/main" id="{C17C2496-6EE2-4158-B707-4956C638E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1353"/>
                <a:ext cx="30" cy="12"/>
              </a:xfrm>
              <a:custGeom>
                <a:avLst/>
                <a:gdLst>
                  <a:gd name="T0" fmla="*/ 0 w 23"/>
                  <a:gd name="T1" fmla="*/ 21 h 9"/>
                  <a:gd name="T2" fmla="*/ 51 w 2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">
                    <a:moveTo>
                      <a:pt x="0" y="9"/>
                    </a:moveTo>
                    <a:cubicBezTo>
                      <a:pt x="8" y="6"/>
                      <a:pt x="16" y="4"/>
                      <a:pt x="23" y="0"/>
                    </a:cubicBezTo>
                  </a:path>
                </a:pathLst>
              </a:custGeom>
              <a:solidFill>
                <a:srgbClr val="FEF6F2"/>
              </a:solidFill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56" name="Freeform 52">
                <a:extLst>
                  <a:ext uri="{FF2B5EF4-FFF2-40B4-BE49-F238E27FC236}">
                    <a16:creationId xmlns:a16="http://schemas.microsoft.com/office/drawing/2014/main" id="{E0285DB0-D4A8-41BA-BAB2-8E2F8449B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1353"/>
                <a:ext cx="30" cy="12"/>
              </a:xfrm>
              <a:custGeom>
                <a:avLst/>
                <a:gdLst>
                  <a:gd name="T0" fmla="*/ 0 w 23"/>
                  <a:gd name="T1" fmla="*/ 21 h 9"/>
                  <a:gd name="T2" fmla="*/ 51 w 2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">
                    <a:moveTo>
                      <a:pt x="0" y="9"/>
                    </a:moveTo>
                    <a:cubicBezTo>
                      <a:pt x="8" y="6"/>
                      <a:pt x="16" y="4"/>
                      <a:pt x="23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57" name="Freeform 53">
                <a:extLst>
                  <a:ext uri="{FF2B5EF4-FFF2-40B4-BE49-F238E27FC236}">
                    <a16:creationId xmlns:a16="http://schemas.microsoft.com/office/drawing/2014/main" id="{4FAC6641-7C13-41B6-B842-36143B098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088"/>
                <a:ext cx="23" cy="11"/>
              </a:xfrm>
              <a:custGeom>
                <a:avLst/>
                <a:gdLst>
                  <a:gd name="T0" fmla="*/ 42 w 17"/>
                  <a:gd name="T1" fmla="*/ 8 h 8"/>
                  <a:gd name="T2" fmla="*/ 0 w 17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17" y="3"/>
                    </a:moveTo>
                    <a:cubicBezTo>
                      <a:pt x="12" y="8"/>
                      <a:pt x="6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1A1A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58" name="Freeform 54">
                <a:extLst>
                  <a:ext uri="{FF2B5EF4-FFF2-40B4-BE49-F238E27FC236}">
                    <a16:creationId xmlns:a16="http://schemas.microsoft.com/office/drawing/2014/main" id="{4BCD372E-1A5D-423A-9FB7-68A37EC31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088"/>
                <a:ext cx="23" cy="11"/>
              </a:xfrm>
              <a:custGeom>
                <a:avLst/>
                <a:gdLst>
                  <a:gd name="T0" fmla="*/ 42 w 17"/>
                  <a:gd name="T1" fmla="*/ 8 h 8"/>
                  <a:gd name="T2" fmla="*/ 0 w 17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17" y="3"/>
                    </a:moveTo>
                    <a:cubicBezTo>
                      <a:pt x="12" y="8"/>
                      <a:pt x="6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59" name="Freeform 55">
                <a:extLst>
                  <a:ext uri="{FF2B5EF4-FFF2-40B4-BE49-F238E27FC236}">
                    <a16:creationId xmlns:a16="http://schemas.microsoft.com/office/drawing/2014/main" id="{F27A7DD9-4AC0-4BCB-8E25-F4232B699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829"/>
                <a:ext cx="4" cy="11"/>
              </a:xfrm>
              <a:custGeom>
                <a:avLst/>
                <a:gdLst>
                  <a:gd name="T0" fmla="*/ 0 w 3"/>
                  <a:gd name="T1" fmla="*/ 0 h 8"/>
                  <a:gd name="T2" fmla="*/ 7 w 3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2" y="2"/>
                      <a:pt x="2" y="5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60" name="Freeform 56">
                <a:extLst>
                  <a:ext uri="{FF2B5EF4-FFF2-40B4-BE49-F238E27FC236}">
                    <a16:creationId xmlns:a16="http://schemas.microsoft.com/office/drawing/2014/main" id="{34DC4C9F-948F-4197-B92A-E53DD0136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944"/>
                <a:ext cx="27" cy="35"/>
              </a:xfrm>
              <a:custGeom>
                <a:avLst/>
                <a:gdLst>
                  <a:gd name="T0" fmla="*/ 49 w 20"/>
                  <a:gd name="T1" fmla="*/ 0 h 26"/>
                  <a:gd name="T2" fmla="*/ 0 w 20"/>
                  <a:gd name="T3" fmla="*/ 16 h 26"/>
                  <a:gd name="T4" fmla="*/ 41 w 20"/>
                  <a:gd name="T5" fmla="*/ 35 h 26"/>
                  <a:gd name="T6" fmla="*/ 35 w 20"/>
                  <a:gd name="T7" fmla="*/ 47 h 26"/>
                  <a:gd name="T8" fmla="*/ 35 w 20"/>
                  <a:gd name="T9" fmla="*/ 6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20" y="0"/>
                    </a:moveTo>
                    <a:cubicBezTo>
                      <a:pt x="15" y="0"/>
                      <a:pt x="6" y="1"/>
                      <a:pt x="0" y="7"/>
                    </a:cubicBezTo>
                    <a:cubicBezTo>
                      <a:pt x="2" y="11"/>
                      <a:pt x="11" y="14"/>
                      <a:pt x="16" y="14"/>
                    </a:cubicBezTo>
                    <a:cubicBezTo>
                      <a:pt x="18" y="16"/>
                      <a:pt x="14" y="15"/>
                      <a:pt x="14" y="19"/>
                    </a:cubicBezTo>
                    <a:cubicBezTo>
                      <a:pt x="14" y="23"/>
                      <a:pt x="14" y="26"/>
                      <a:pt x="14" y="26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61" name="Freeform 57">
                <a:extLst>
                  <a:ext uri="{FF2B5EF4-FFF2-40B4-BE49-F238E27FC236}">
                    <a16:creationId xmlns:a16="http://schemas.microsoft.com/office/drawing/2014/main" id="{27D4DBC0-6799-4E3E-8079-73B9A9EA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937"/>
                <a:ext cx="33" cy="16"/>
              </a:xfrm>
              <a:custGeom>
                <a:avLst/>
                <a:gdLst>
                  <a:gd name="T0" fmla="*/ 0 w 25"/>
                  <a:gd name="T1" fmla="*/ 28 h 12"/>
                  <a:gd name="T2" fmla="*/ 58 w 25"/>
                  <a:gd name="T3" fmla="*/ 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2">
                    <a:moveTo>
                      <a:pt x="0" y="12"/>
                    </a:moveTo>
                    <a:cubicBezTo>
                      <a:pt x="8" y="4"/>
                      <a:pt x="20" y="0"/>
                      <a:pt x="25" y="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62" name="Freeform 58">
                <a:extLst>
                  <a:ext uri="{FF2B5EF4-FFF2-40B4-BE49-F238E27FC236}">
                    <a16:creationId xmlns:a16="http://schemas.microsoft.com/office/drawing/2014/main" id="{E53E150E-337A-45AA-84E8-C4B41914F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911"/>
                <a:ext cx="45" cy="17"/>
              </a:xfrm>
              <a:custGeom>
                <a:avLst/>
                <a:gdLst>
                  <a:gd name="T0" fmla="*/ 0 w 34"/>
                  <a:gd name="T1" fmla="*/ 29 h 13"/>
                  <a:gd name="T2" fmla="*/ 58 w 34"/>
                  <a:gd name="T3" fmla="*/ 17 h 13"/>
                  <a:gd name="T4" fmla="*/ 77 w 34"/>
                  <a:gd name="T5" fmla="*/ 21 h 13"/>
                  <a:gd name="T6" fmla="*/ 49 w 34"/>
                  <a:gd name="T7" fmla="*/ 1 h 13"/>
                  <a:gd name="T8" fmla="*/ 0 w 34"/>
                  <a:gd name="T9" fmla="*/ 2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3">
                    <a:moveTo>
                      <a:pt x="0" y="13"/>
                    </a:moveTo>
                    <a:cubicBezTo>
                      <a:pt x="13" y="7"/>
                      <a:pt x="21" y="4"/>
                      <a:pt x="25" y="8"/>
                    </a:cubicBezTo>
                    <a:cubicBezTo>
                      <a:pt x="30" y="11"/>
                      <a:pt x="32" y="12"/>
                      <a:pt x="33" y="9"/>
                    </a:cubicBezTo>
                    <a:cubicBezTo>
                      <a:pt x="34" y="4"/>
                      <a:pt x="29" y="0"/>
                      <a:pt x="21" y="1"/>
                    </a:cubicBezTo>
                    <a:cubicBezTo>
                      <a:pt x="13" y="2"/>
                      <a:pt x="8" y="7"/>
                      <a:pt x="0" y="13"/>
                    </a:cubicBezTo>
                    <a:close/>
                  </a:path>
                </a:pathLst>
              </a:custGeom>
              <a:solidFill>
                <a:srgbClr val="B49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63" name="Freeform 59">
                <a:extLst>
                  <a:ext uri="{FF2B5EF4-FFF2-40B4-BE49-F238E27FC236}">
                    <a16:creationId xmlns:a16="http://schemas.microsoft.com/office/drawing/2014/main" id="{6B46ABF4-FFEE-407D-B204-15771A50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945"/>
                <a:ext cx="10" cy="16"/>
              </a:xfrm>
              <a:custGeom>
                <a:avLst/>
                <a:gdLst>
                  <a:gd name="T0" fmla="*/ 5 w 8"/>
                  <a:gd name="T1" fmla="*/ 0 h 12"/>
                  <a:gd name="T2" fmla="*/ 8 w 8"/>
                  <a:gd name="T3" fmla="*/ 28 h 12"/>
                  <a:gd name="T4" fmla="*/ 14 w 8"/>
                  <a:gd name="T5" fmla="*/ 15 h 12"/>
                  <a:gd name="T6" fmla="*/ 13 w 8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2" y="0"/>
                    </a:moveTo>
                    <a:cubicBezTo>
                      <a:pt x="0" y="6"/>
                      <a:pt x="1" y="12"/>
                      <a:pt x="4" y="12"/>
                    </a:cubicBezTo>
                    <a:cubicBezTo>
                      <a:pt x="6" y="12"/>
                      <a:pt x="7" y="9"/>
                      <a:pt x="7" y="6"/>
                    </a:cubicBezTo>
                    <a:cubicBezTo>
                      <a:pt x="8" y="3"/>
                      <a:pt x="6" y="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64" name="Freeform 60">
                <a:extLst>
                  <a:ext uri="{FF2B5EF4-FFF2-40B4-BE49-F238E27FC236}">
                    <a16:creationId xmlns:a16="http://schemas.microsoft.com/office/drawing/2014/main" id="{F03B6FD6-D074-42C5-86B0-E4D0E6261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945"/>
                <a:ext cx="7" cy="3"/>
              </a:xfrm>
              <a:custGeom>
                <a:avLst/>
                <a:gdLst>
                  <a:gd name="T0" fmla="*/ 0 w 5"/>
                  <a:gd name="T1" fmla="*/ 0 h 2"/>
                  <a:gd name="T2" fmla="*/ 14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2"/>
                      <a:pt x="4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65" name="Freeform 61">
                <a:extLst>
                  <a:ext uri="{FF2B5EF4-FFF2-40B4-BE49-F238E27FC236}">
                    <a16:creationId xmlns:a16="http://schemas.microsoft.com/office/drawing/2014/main" id="{67A45E5F-83EB-43AE-81F5-4DFA462BB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012"/>
                <a:ext cx="34" cy="25"/>
              </a:xfrm>
              <a:custGeom>
                <a:avLst/>
                <a:gdLst>
                  <a:gd name="T0" fmla="*/ 26 w 25"/>
                  <a:gd name="T1" fmla="*/ 0 h 19"/>
                  <a:gd name="T2" fmla="*/ 10 w 25"/>
                  <a:gd name="T3" fmla="*/ 29 h 19"/>
                  <a:gd name="T4" fmla="*/ 37 w 25"/>
                  <a:gd name="T5" fmla="*/ 37 h 19"/>
                  <a:gd name="T6" fmla="*/ 63 w 25"/>
                  <a:gd name="T7" fmla="*/ 2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9">
                    <a:moveTo>
                      <a:pt x="10" y="0"/>
                    </a:moveTo>
                    <a:cubicBezTo>
                      <a:pt x="4" y="1"/>
                      <a:pt x="0" y="7"/>
                      <a:pt x="4" y="13"/>
                    </a:cubicBezTo>
                    <a:cubicBezTo>
                      <a:pt x="7" y="19"/>
                      <a:pt x="11" y="18"/>
                      <a:pt x="15" y="16"/>
                    </a:cubicBezTo>
                    <a:cubicBezTo>
                      <a:pt x="18" y="15"/>
                      <a:pt x="22" y="9"/>
                      <a:pt x="25" y="13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66" name="Freeform 62">
                <a:extLst>
                  <a:ext uri="{FF2B5EF4-FFF2-40B4-BE49-F238E27FC236}">
                    <a16:creationId xmlns:a16="http://schemas.microsoft.com/office/drawing/2014/main" id="{C03E6ED4-3991-43D5-92DC-20588867A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719"/>
                <a:ext cx="1293" cy="3337"/>
              </a:xfrm>
              <a:custGeom>
                <a:avLst/>
                <a:gdLst>
                  <a:gd name="T0" fmla="*/ 1365 w 968"/>
                  <a:gd name="T1" fmla="*/ 795 h 2503"/>
                  <a:gd name="T2" fmla="*/ 1540 w 968"/>
                  <a:gd name="T3" fmla="*/ 655 h 2503"/>
                  <a:gd name="T4" fmla="*/ 1535 w 968"/>
                  <a:gd name="T5" fmla="*/ 567 h 2503"/>
                  <a:gd name="T6" fmla="*/ 1511 w 968"/>
                  <a:gd name="T7" fmla="*/ 391 h 2503"/>
                  <a:gd name="T8" fmla="*/ 1492 w 968"/>
                  <a:gd name="T9" fmla="*/ 215 h 2503"/>
                  <a:gd name="T10" fmla="*/ 1412 w 968"/>
                  <a:gd name="T11" fmla="*/ 79 h 2503"/>
                  <a:gd name="T12" fmla="*/ 1280 w 968"/>
                  <a:gd name="T13" fmla="*/ 27 h 2503"/>
                  <a:gd name="T14" fmla="*/ 1157 w 968"/>
                  <a:gd name="T15" fmla="*/ 1 h 2503"/>
                  <a:gd name="T16" fmla="*/ 817 w 968"/>
                  <a:gd name="T17" fmla="*/ 399 h 2503"/>
                  <a:gd name="T18" fmla="*/ 908 w 968"/>
                  <a:gd name="T19" fmla="*/ 620 h 2503"/>
                  <a:gd name="T20" fmla="*/ 851 w 968"/>
                  <a:gd name="T21" fmla="*/ 919 h 2503"/>
                  <a:gd name="T22" fmla="*/ 346 w 968"/>
                  <a:gd name="T23" fmla="*/ 1563 h 2503"/>
                  <a:gd name="T24" fmla="*/ 219 w 968"/>
                  <a:gd name="T25" fmla="*/ 2774 h 2503"/>
                  <a:gd name="T26" fmla="*/ 43 w 968"/>
                  <a:gd name="T27" fmla="*/ 3200 h 2503"/>
                  <a:gd name="T28" fmla="*/ 143 w 968"/>
                  <a:gd name="T29" fmla="*/ 3192 h 2503"/>
                  <a:gd name="T30" fmla="*/ 250 w 968"/>
                  <a:gd name="T31" fmla="*/ 3498 h 2503"/>
                  <a:gd name="T32" fmla="*/ 357 w 968"/>
                  <a:gd name="T33" fmla="*/ 3448 h 2503"/>
                  <a:gd name="T34" fmla="*/ 446 w 968"/>
                  <a:gd name="T35" fmla="*/ 3192 h 2503"/>
                  <a:gd name="T36" fmla="*/ 554 w 968"/>
                  <a:gd name="T37" fmla="*/ 2437 h 2503"/>
                  <a:gd name="T38" fmla="*/ 608 w 968"/>
                  <a:gd name="T39" fmla="*/ 1786 h 2503"/>
                  <a:gd name="T40" fmla="*/ 676 w 968"/>
                  <a:gd name="T41" fmla="*/ 2525 h 2503"/>
                  <a:gd name="T42" fmla="*/ 708 w 968"/>
                  <a:gd name="T43" fmla="*/ 4252 h 2503"/>
                  <a:gd name="T44" fmla="*/ 871 w 968"/>
                  <a:gd name="T45" fmla="*/ 5493 h 2503"/>
                  <a:gd name="T46" fmla="*/ 711 w 968"/>
                  <a:gd name="T47" fmla="*/ 5794 h 2503"/>
                  <a:gd name="T48" fmla="*/ 708 w 968"/>
                  <a:gd name="T49" fmla="*/ 5867 h 2503"/>
                  <a:gd name="T50" fmla="*/ 828 w 968"/>
                  <a:gd name="T51" fmla="*/ 5905 h 2503"/>
                  <a:gd name="T52" fmla="*/ 1074 w 968"/>
                  <a:gd name="T53" fmla="*/ 5831 h 2503"/>
                  <a:gd name="T54" fmla="*/ 1057 w 968"/>
                  <a:gd name="T55" fmla="*/ 5403 h 2503"/>
                  <a:gd name="T56" fmla="*/ 1051 w 968"/>
                  <a:gd name="T57" fmla="*/ 4246 h 2503"/>
                  <a:gd name="T58" fmla="*/ 1185 w 968"/>
                  <a:gd name="T59" fmla="*/ 3718 h 2503"/>
                  <a:gd name="T60" fmla="*/ 1234 w 968"/>
                  <a:gd name="T61" fmla="*/ 5087 h 2503"/>
                  <a:gd name="T62" fmla="*/ 1228 w 968"/>
                  <a:gd name="T63" fmla="*/ 5762 h 2503"/>
                  <a:gd name="T64" fmla="*/ 1399 w 968"/>
                  <a:gd name="T65" fmla="*/ 5901 h 2503"/>
                  <a:gd name="T66" fmla="*/ 1556 w 968"/>
                  <a:gd name="T67" fmla="*/ 5882 h 2503"/>
                  <a:gd name="T68" fmla="*/ 1606 w 968"/>
                  <a:gd name="T69" fmla="*/ 5847 h 2503"/>
                  <a:gd name="T70" fmla="*/ 1429 w 968"/>
                  <a:gd name="T71" fmla="*/ 5575 h 2503"/>
                  <a:gd name="T72" fmla="*/ 1563 w 968"/>
                  <a:gd name="T73" fmla="*/ 4418 h 2503"/>
                  <a:gd name="T74" fmla="*/ 1695 w 968"/>
                  <a:gd name="T75" fmla="*/ 3036 h 2503"/>
                  <a:gd name="T76" fmla="*/ 1684 w 968"/>
                  <a:gd name="T77" fmla="*/ 1946 h 2503"/>
                  <a:gd name="T78" fmla="*/ 1710 w 968"/>
                  <a:gd name="T79" fmla="*/ 1905 h 2503"/>
                  <a:gd name="T80" fmla="*/ 1903 w 968"/>
                  <a:gd name="T81" fmla="*/ 2898 h 2503"/>
                  <a:gd name="T82" fmla="*/ 1902 w 968"/>
                  <a:gd name="T83" fmla="*/ 3377 h 2503"/>
                  <a:gd name="T84" fmla="*/ 2002 w 968"/>
                  <a:gd name="T85" fmla="*/ 3485 h 2503"/>
                  <a:gd name="T86" fmla="*/ 2125 w 968"/>
                  <a:gd name="T87" fmla="*/ 3370 h 2503"/>
                  <a:gd name="T88" fmla="*/ 2271 w 968"/>
                  <a:gd name="T89" fmla="*/ 3320 h 2503"/>
                  <a:gd name="T90" fmla="*/ 2110 w 968"/>
                  <a:gd name="T91" fmla="*/ 2945 h 2503"/>
                  <a:gd name="T92" fmla="*/ 2029 w 968"/>
                  <a:gd name="T93" fmla="*/ 2140 h 2503"/>
                  <a:gd name="T94" fmla="*/ 1770 w 968"/>
                  <a:gd name="T95" fmla="*/ 1045 h 250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68" h="2503">
                    <a:moveTo>
                      <a:pt x="554" y="385"/>
                    </a:moveTo>
                    <a:cubicBezTo>
                      <a:pt x="554" y="385"/>
                      <a:pt x="551" y="368"/>
                      <a:pt x="559" y="361"/>
                    </a:cubicBezTo>
                    <a:cubicBezTo>
                      <a:pt x="565" y="356"/>
                      <a:pt x="568" y="345"/>
                      <a:pt x="568" y="345"/>
                    </a:cubicBezTo>
                    <a:cubicBezTo>
                      <a:pt x="568" y="345"/>
                      <a:pt x="569" y="341"/>
                      <a:pt x="573" y="335"/>
                    </a:cubicBezTo>
                    <a:cubicBezTo>
                      <a:pt x="579" y="327"/>
                      <a:pt x="599" y="332"/>
                      <a:pt x="620" y="327"/>
                    </a:cubicBezTo>
                    <a:cubicBezTo>
                      <a:pt x="641" y="322"/>
                      <a:pt x="637" y="303"/>
                      <a:pt x="637" y="296"/>
                    </a:cubicBezTo>
                    <a:cubicBezTo>
                      <a:pt x="637" y="290"/>
                      <a:pt x="638" y="286"/>
                      <a:pt x="644" y="281"/>
                    </a:cubicBezTo>
                    <a:cubicBezTo>
                      <a:pt x="644" y="280"/>
                      <a:pt x="646" y="279"/>
                      <a:pt x="646" y="276"/>
                    </a:cubicBezTo>
                    <a:cubicBezTo>
                      <a:pt x="646" y="272"/>
                      <a:pt x="645" y="270"/>
                      <a:pt x="643" y="268"/>
                    </a:cubicBezTo>
                    <a:cubicBezTo>
                      <a:pt x="646" y="266"/>
                      <a:pt x="647" y="263"/>
                      <a:pt x="645" y="259"/>
                    </a:cubicBezTo>
                    <a:cubicBezTo>
                      <a:pt x="644" y="258"/>
                      <a:pt x="642" y="255"/>
                      <a:pt x="642" y="252"/>
                    </a:cubicBezTo>
                    <a:cubicBezTo>
                      <a:pt x="641" y="248"/>
                      <a:pt x="640" y="241"/>
                      <a:pt x="644" y="239"/>
                    </a:cubicBezTo>
                    <a:cubicBezTo>
                      <a:pt x="650" y="236"/>
                      <a:pt x="652" y="238"/>
                      <a:pt x="658" y="234"/>
                    </a:cubicBezTo>
                    <a:cubicBezTo>
                      <a:pt x="669" y="225"/>
                      <a:pt x="663" y="215"/>
                      <a:pt x="657" y="207"/>
                    </a:cubicBezTo>
                    <a:cubicBezTo>
                      <a:pt x="651" y="198"/>
                      <a:pt x="653" y="203"/>
                      <a:pt x="645" y="188"/>
                    </a:cubicBezTo>
                    <a:cubicBezTo>
                      <a:pt x="641" y="181"/>
                      <a:pt x="636" y="177"/>
                      <a:pt x="634" y="165"/>
                    </a:cubicBezTo>
                    <a:cubicBezTo>
                      <a:pt x="634" y="162"/>
                      <a:pt x="635" y="157"/>
                      <a:pt x="636" y="151"/>
                    </a:cubicBezTo>
                    <a:cubicBezTo>
                      <a:pt x="636" y="141"/>
                      <a:pt x="635" y="131"/>
                      <a:pt x="632" y="122"/>
                    </a:cubicBezTo>
                    <a:cubicBezTo>
                      <a:pt x="630" y="114"/>
                      <a:pt x="628" y="101"/>
                      <a:pt x="625" y="91"/>
                    </a:cubicBezTo>
                    <a:cubicBezTo>
                      <a:pt x="626" y="91"/>
                      <a:pt x="626" y="91"/>
                      <a:pt x="626" y="91"/>
                    </a:cubicBezTo>
                    <a:cubicBezTo>
                      <a:pt x="631" y="86"/>
                      <a:pt x="628" y="76"/>
                      <a:pt x="636" y="74"/>
                    </a:cubicBezTo>
                    <a:cubicBezTo>
                      <a:pt x="628" y="72"/>
                      <a:pt x="620" y="62"/>
                      <a:pt x="616" y="55"/>
                    </a:cubicBezTo>
                    <a:cubicBezTo>
                      <a:pt x="613" y="51"/>
                      <a:pt x="612" y="45"/>
                      <a:pt x="608" y="42"/>
                    </a:cubicBezTo>
                    <a:cubicBezTo>
                      <a:pt x="604" y="38"/>
                      <a:pt x="596" y="37"/>
                      <a:pt x="592" y="33"/>
                    </a:cubicBezTo>
                    <a:cubicBezTo>
                      <a:pt x="587" y="30"/>
                      <a:pt x="582" y="28"/>
                      <a:pt x="577" y="26"/>
                    </a:cubicBezTo>
                    <a:cubicBezTo>
                      <a:pt x="571" y="24"/>
                      <a:pt x="565" y="23"/>
                      <a:pt x="560" y="20"/>
                    </a:cubicBezTo>
                    <a:cubicBezTo>
                      <a:pt x="556" y="18"/>
                      <a:pt x="553" y="14"/>
                      <a:pt x="549" y="13"/>
                    </a:cubicBezTo>
                    <a:cubicBezTo>
                      <a:pt x="545" y="12"/>
                      <a:pt x="541" y="12"/>
                      <a:pt x="537" y="11"/>
                    </a:cubicBezTo>
                    <a:cubicBezTo>
                      <a:pt x="534" y="10"/>
                      <a:pt x="531" y="7"/>
                      <a:pt x="528" y="6"/>
                    </a:cubicBezTo>
                    <a:cubicBezTo>
                      <a:pt x="521" y="4"/>
                      <a:pt x="513" y="7"/>
                      <a:pt x="506" y="5"/>
                    </a:cubicBezTo>
                    <a:cubicBezTo>
                      <a:pt x="506" y="5"/>
                      <a:pt x="506" y="5"/>
                      <a:pt x="506" y="5"/>
                    </a:cubicBezTo>
                    <a:cubicBezTo>
                      <a:pt x="498" y="3"/>
                      <a:pt x="491" y="2"/>
                      <a:pt x="485" y="1"/>
                    </a:cubicBezTo>
                    <a:cubicBezTo>
                      <a:pt x="469" y="0"/>
                      <a:pt x="413" y="13"/>
                      <a:pt x="380" y="50"/>
                    </a:cubicBezTo>
                    <a:cubicBezTo>
                      <a:pt x="363" y="68"/>
                      <a:pt x="352" y="100"/>
                      <a:pt x="346" y="125"/>
                    </a:cubicBezTo>
                    <a:cubicBezTo>
                      <a:pt x="341" y="138"/>
                      <a:pt x="341" y="152"/>
                      <a:pt x="337" y="166"/>
                    </a:cubicBezTo>
                    <a:cubicBezTo>
                      <a:pt x="339" y="166"/>
                      <a:pt x="341" y="168"/>
                      <a:pt x="343" y="168"/>
                    </a:cubicBezTo>
                    <a:cubicBezTo>
                      <a:pt x="338" y="175"/>
                      <a:pt x="337" y="184"/>
                      <a:pt x="335" y="192"/>
                    </a:cubicBezTo>
                    <a:cubicBezTo>
                      <a:pt x="350" y="193"/>
                      <a:pt x="340" y="219"/>
                      <a:pt x="341" y="227"/>
                    </a:cubicBezTo>
                    <a:cubicBezTo>
                      <a:pt x="355" y="219"/>
                      <a:pt x="357" y="249"/>
                      <a:pt x="365" y="255"/>
                    </a:cubicBezTo>
                    <a:cubicBezTo>
                      <a:pt x="368" y="258"/>
                      <a:pt x="376" y="258"/>
                      <a:pt x="381" y="262"/>
                    </a:cubicBezTo>
                    <a:cubicBezTo>
                      <a:pt x="388" y="268"/>
                      <a:pt x="389" y="270"/>
                      <a:pt x="391" y="279"/>
                    </a:cubicBezTo>
                    <a:cubicBezTo>
                      <a:pt x="398" y="270"/>
                      <a:pt x="405" y="278"/>
                      <a:pt x="412" y="281"/>
                    </a:cubicBezTo>
                    <a:cubicBezTo>
                      <a:pt x="412" y="282"/>
                      <a:pt x="412" y="282"/>
                      <a:pt x="412" y="282"/>
                    </a:cubicBezTo>
                    <a:cubicBezTo>
                      <a:pt x="413" y="300"/>
                      <a:pt x="399" y="380"/>
                      <a:pt x="357" y="388"/>
                    </a:cubicBezTo>
                    <a:cubicBezTo>
                      <a:pt x="340" y="390"/>
                      <a:pt x="288" y="417"/>
                      <a:pt x="280" y="424"/>
                    </a:cubicBezTo>
                    <a:cubicBezTo>
                      <a:pt x="268" y="435"/>
                      <a:pt x="242" y="437"/>
                      <a:pt x="225" y="441"/>
                    </a:cubicBezTo>
                    <a:cubicBezTo>
                      <a:pt x="208" y="445"/>
                      <a:pt x="173" y="464"/>
                      <a:pt x="156" y="539"/>
                    </a:cubicBezTo>
                    <a:cubicBezTo>
                      <a:pt x="148" y="574"/>
                      <a:pt x="139" y="618"/>
                      <a:pt x="145" y="659"/>
                    </a:cubicBezTo>
                    <a:cubicBezTo>
                      <a:pt x="147" y="687"/>
                      <a:pt x="126" y="740"/>
                      <a:pt x="124" y="832"/>
                    </a:cubicBezTo>
                    <a:cubicBezTo>
                      <a:pt x="125" y="865"/>
                      <a:pt x="121" y="888"/>
                      <a:pt x="117" y="903"/>
                    </a:cubicBezTo>
                    <a:cubicBezTo>
                      <a:pt x="98" y="950"/>
                      <a:pt x="98" y="1078"/>
                      <a:pt x="97" y="1110"/>
                    </a:cubicBezTo>
                    <a:cubicBezTo>
                      <a:pt x="96" y="1129"/>
                      <a:pt x="96" y="1157"/>
                      <a:pt x="92" y="1171"/>
                    </a:cubicBezTo>
                    <a:cubicBezTo>
                      <a:pt x="89" y="1185"/>
                      <a:pt x="91" y="1198"/>
                      <a:pt x="88" y="1210"/>
                    </a:cubicBezTo>
                    <a:cubicBezTo>
                      <a:pt x="84" y="1222"/>
                      <a:pt x="86" y="1239"/>
                      <a:pt x="83" y="1243"/>
                    </a:cubicBezTo>
                    <a:cubicBezTo>
                      <a:pt x="76" y="1251"/>
                      <a:pt x="46" y="1294"/>
                      <a:pt x="38" y="1304"/>
                    </a:cubicBezTo>
                    <a:cubicBezTo>
                      <a:pt x="31" y="1314"/>
                      <a:pt x="22" y="1344"/>
                      <a:pt x="18" y="1350"/>
                    </a:cubicBezTo>
                    <a:cubicBezTo>
                      <a:pt x="14" y="1355"/>
                      <a:pt x="13" y="1369"/>
                      <a:pt x="8" y="1380"/>
                    </a:cubicBezTo>
                    <a:cubicBezTo>
                      <a:pt x="4" y="1392"/>
                      <a:pt x="0" y="1402"/>
                      <a:pt x="15" y="1401"/>
                    </a:cubicBezTo>
                    <a:cubicBezTo>
                      <a:pt x="27" y="1401"/>
                      <a:pt x="40" y="1380"/>
                      <a:pt x="42" y="1366"/>
                    </a:cubicBezTo>
                    <a:cubicBezTo>
                      <a:pt x="46" y="1365"/>
                      <a:pt x="53" y="1356"/>
                      <a:pt x="60" y="1347"/>
                    </a:cubicBezTo>
                    <a:cubicBezTo>
                      <a:pt x="58" y="1354"/>
                      <a:pt x="64" y="1362"/>
                      <a:pt x="70" y="1385"/>
                    </a:cubicBezTo>
                    <a:cubicBezTo>
                      <a:pt x="70" y="1393"/>
                      <a:pt x="77" y="1413"/>
                      <a:pt x="76" y="1422"/>
                    </a:cubicBezTo>
                    <a:cubicBezTo>
                      <a:pt x="75" y="1431"/>
                      <a:pt x="81" y="1455"/>
                      <a:pt x="84" y="1467"/>
                    </a:cubicBezTo>
                    <a:cubicBezTo>
                      <a:pt x="87" y="1480"/>
                      <a:pt x="98" y="1480"/>
                      <a:pt x="105" y="1476"/>
                    </a:cubicBezTo>
                    <a:cubicBezTo>
                      <a:pt x="105" y="1476"/>
                      <a:pt x="105" y="1487"/>
                      <a:pt x="116" y="1489"/>
                    </a:cubicBezTo>
                    <a:cubicBezTo>
                      <a:pt x="126" y="1490"/>
                      <a:pt x="128" y="1471"/>
                      <a:pt x="128" y="1471"/>
                    </a:cubicBezTo>
                    <a:cubicBezTo>
                      <a:pt x="128" y="1471"/>
                      <a:pt x="128" y="1479"/>
                      <a:pt x="136" y="1479"/>
                    </a:cubicBezTo>
                    <a:cubicBezTo>
                      <a:pt x="148" y="1480"/>
                      <a:pt x="150" y="1455"/>
                      <a:pt x="150" y="1455"/>
                    </a:cubicBezTo>
                    <a:cubicBezTo>
                      <a:pt x="150" y="1458"/>
                      <a:pt x="151" y="1460"/>
                      <a:pt x="157" y="1460"/>
                    </a:cubicBezTo>
                    <a:cubicBezTo>
                      <a:pt x="163" y="1460"/>
                      <a:pt x="168" y="1435"/>
                      <a:pt x="170" y="1425"/>
                    </a:cubicBezTo>
                    <a:cubicBezTo>
                      <a:pt x="173" y="1415"/>
                      <a:pt x="177" y="1406"/>
                      <a:pt x="178" y="1397"/>
                    </a:cubicBezTo>
                    <a:cubicBezTo>
                      <a:pt x="179" y="1389"/>
                      <a:pt x="180" y="1385"/>
                      <a:pt x="187" y="1347"/>
                    </a:cubicBezTo>
                    <a:cubicBezTo>
                      <a:pt x="194" y="1310"/>
                      <a:pt x="172" y="1270"/>
                      <a:pt x="175" y="1258"/>
                    </a:cubicBezTo>
                    <a:cubicBezTo>
                      <a:pt x="178" y="1245"/>
                      <a:pt x="167" y="1226"/>
                      <a:pt x="168" y="1223"/>
                    </a:cubicBezTo>
                    <a:cubicBezTo>
                      <a:pt x="170" y="1219"/>
                      <a:pt x="174" y="1205"/>
                      <a:pt x="176" y="1191"/>
                    </a:cubicBezTo>
                    <a:cubicBezTo>
                      <a:pt x="178" y="1177"/>
                      <a:pt x="228" y="1055"/>
                      <a:pt x="233" y="1028"/>
                    </a:cubicBezTo>
                    <a:cubicBezTo>
                      <a:pt x="243" y="975"/>
                      <a:pt x="242" y="952"/>
                      <a:pt x="237" y="916"/>
                    </a:cubicBezTo>
                    <a:cubicBezTo>
                      <a:pt x="238" y="889"/>
                      <a:pt x="249" y="817"/>
                      <a:pt x="250" y="804"/>
                    </a:cubicBezTo>
                    <a:cubicBezTo>
                      <a:pt x="252" y="802"/>
                      <a:pt x="252" y="788"/>
                      <a:pt x="253" y="779"/>
                    </a:cubicBezTo>
                    <a:cubicBezTo>
                      <a:pt x="254" y="774"/>
                      <a:pt x="255" y="765"/>
                      <a:pt x="255" y="754"/>
                    </a:cubicBezTo>
                    <a:cubicBezTo>
                      <a:pt x="255" y="755"/>
                      <a:pt x="255" y="755"/>
                      <a:pt x="255" y="755"/>
                    </a:cubicBezTo>
                    <a:cubicBezTo>
                      <a:pt x="256" y="768"/>
                      <a:pt x="259" y="788"/>
                      <a:pt x="261" y="821"/>
                    </a:cubicBezTo>
                    <a:cubicBezTo>
                      <a:pt x="260" y="848"/>
                      <a:pt x="273" y="897"/>
                      <a:pt x="275" y="923"/>
                    </a:cubicBezTo>
                    <a:cubicBezTo>
                      <a:pt x="271" y="931"/>
                      <a:pt x="284" y="1066"/>
                      <a:pt x="284" y="1066"/>
                    </a:cubicBezTo>
                    <a:cubicBezTo>
                      <a:pt x="279" y="1074"/>
                      <a:pt x="256" y="1177"/>
                      <a:pt x="255" y="1209"/>
                    </a:cubicBezTo>
                    <a:cubicBezTo>
                      <a:pt x="253" y="1224"/>
                      <a:pt x="259" y="1246"/>
                      <a:pt x="257" y="1281"/>
                    </a:cubicBezTo>
                    <a:cubicBezTo>
                      <a:pt x="255" y="1324"/>
                      <a:pt x="217" y="1496"/>
                      <a:pt x="288" y="1714"/>
                    </a:cubicBezTo>
                    <a:cubicBezTo>
                      <a:pt x="292" y="1727"/>
                      <a:pt x="292" y="1770"/>
                      <a:pt x="297" y="1794"/>
                    </a:cubicBezTo>
                    <a:cubicBezTo>
                      <a:pt x="298" y="1800"/>
                      <a:pt x="310" y="1827"/>
                      <a:pt x="311" y="1865"/>
                    </a:cubicBezTo>
                    <a:cubicBezTo>
                      <a:pt x="312" y="1925"/>
                      <a:pt x="305" y="2004"/>
                      <a:pt x="307" y="2047"/>
                    </a:cubicBezTo>
                    <a:cubicBezTo>
                      <a:pt x="310" y="2117"/>
                      <a:pt x="340" y="2182"/>
                      <a:pt x="351" y="2227"/>
                    </a:cubicBezTo>
                    <a:cubicBezTo>
                      <a:pt x="362" y="2273"/>
                      <a:pt x="367" y="2309"/>
                      <a:pt x="365" y="2318"/>
                    </a:cubicBezTo>
                    <a:cubicBezTo>
                      <a:pt x="363" y="2326"/>
                      <a:pt x="361" y="2341"/>
                      <a:pt x="367" y="2353"/>
                    </a:cubicBezTo>
                    <a:cubicBezTo>
                      <a:pt x="368" y="2355"/>
                      <a:pt x="347" y="2400"/>
                      <a:pt x="336" y="2408"/>
                    </a:cubicBezTo>
                    <a:cubicBezTo>
                      <a:pt x="325" y="2416"/>
                      <a:pt x="322" y="2423"/>
                      <a:pt x="314" y="2427"/>
                    </a:cubicBezTo>
                    <a:cubicBezTo>
                      <a:pt x="306" y="2432"/>
                      <a:pt x="302" y="2436"/>
                      <a:pt x="298" y="2445"/>
                    </a:cubicBezTo>
                    <a:cubicBezTo>
                      <a:pt x="296" y="2453"/>
                      <a:pt x="287" y="2462"/>
                      <a:pt x="293" y="2468"/>
                    </a:cubicBezTo>
                    <a:cubicBezTo>
                      <a:pt x="294" y="2468"/>
                      <a:pt x="295" y="2469"/>
                      <a:pt x="296" y="2470"/>
                    </a:cubicBezTo>
                    <a:cubicBezTo>
                      <a:pt x="297" y="2469"/>
                      <a:pt x="297" y="2469"/>
                      <a:pt x="297" y="2469"/>
                    </a:cubicBezTo>
                    <a:cubicBezTo>
                      <a:pt x="296" y="2472"/>
                      <a:pt x="296" y="2474"/>
                      <a:pt x="297" y="2476"/>
                    </a:cubicBezTo>
                    <a:cubicBezTo>
                      <a:pt x="301" y="2482"/>
                      <a:pt x="307" y="2483"/>
                      <a:pt x="315" y="2482"/>
                    </a:cubicBezTo>
                    <a:cubicBezTo>
                      <a:pt x="315" y="2481"/>
                      <a:pt x="315" y="2481"/>
                      <a:pt x="315" y="2481"/>
                    </a:cubicBezTo>
                    <a:cubicBezTo>
                      <a:pt x="316" y="2483"/>
                      <a:pt x="316" y="2486"/>
                      <a:pt x="318" y="2488"/>
                    </a:cubicBezTo>
                    <a:cubicBezTo>
                      <a:pt x="323" y="2495"/>
                      <a:pt x="340" y="2499"/>
                      <a:pt x="347" y="2492"/>
                    </a:cubicBezTo>
                    <a:cubicBezTo>
                      <a:pt x="356" y="2497"/>
                      <a:pt x="374" y="2498"/>
                      <a:pt x="380" y="2490"/>
                    </a:cubicBezTo>
                    <a:cubicBezTo>
                      <a:pt x="385" y="2503"/>
                      <a:pt x="405" y="2501"/>
                      <a:pt x="417" y="2499"/>
                    </a:cubicBezTo>
                    <a:cubicBezTo>
                      <a:pt x="429" y="2496"/>
                      <a:pt x="435" y="2489"/>
                      <a:pt x="442" y="2484"/>
                    </a:cubicBezTo>
                    <a:cubicBezTo>
                      <a:pt x="448" y="2478"/>
                      <a:pt x="453" y="2473"/>
                      <a:pt x="451" y="2461"/>
                    </a:cubicBezTo>
                    <a:cubicBezTo>
                      <a:pt x="449" y="2448"/>
                      <a:pt x="451" y="2448"/>
                      <a:pt x="453" y="2432"/>
                    </a:cubicBezTo>
                    <a:cubicBezTo>
                      <a:pt x="453" y="2423"/>
                      <a:pt x="462" y="2420"/>
                      <a:pt x="463" y="2405"/>
                    </a:cubicBezTo>
                    <a:cubicBezTo>
                      <a:pt x="464" y="2393"/>
                      <a:pt x="454" y="2342"/>
                      <a:pt x="455" y="2335"/>
                    </a:cubicBezTo>
                    <a:cubicBezTo>
                      <a:pt x="457" y="2319"/>
                      <a:pt x="446" y="2306"/>
                      <a:pt x="443" y="2280"/>
                    </a:cubicBezTo>
                    <a:cubicBezTo>
                      <a:pt x="439" y="2254"/>
                      <a:pt x="449" y="2164"/>
                      <a:pt x="449" y="2147"/>
                    </a:cubicBezTo>
                    <a:cubicBezTo>
                      <a:pt x="449" y="2117"/>
                      <a:pt x="466" y="2066"/>
                      <a:pt x="461" y="2002"/>
                    </a:cubicBezTo>
                    <a:cubicBezTo>
                      <a:pt x="459" y="1966"/>
                      <a:pt x="441" y="1855"/>
                      <a:pt x="441" y="1829"/>
                    </a:cubicBezTo>
                    <a:cubicBezTo>
                      <a:pt x="441" y="1825"/>
                      <a:pt x="440" y="1797"/>
                      <a:pt x="441" y="1792"/>
                    </a:cubicBezTo>
                    <a:cubicBezTo>
                      <a:pt x="447" y="1776"/>
                      <a:pt x="470" y="1572"/>
                      <a:pt x="470" y="1569"/>
                    </a:cubicBezTo>
                    <a:cubicBezTo>
                      <a:pt x="473" y="1545"/>
                      <a:pt x="483" y="1385"/>
                      <a:pt x="483" y="1385"/>
                    </a:cubicBezTo>
                    <a:cubicBezTo>
                      <a:pt x="484" y="1385"/>
                      <a:pt x="484" y="1385"/>
                      <a:pt x="484" y="1385"/>
                    </a:cubicBezTo>
                    <a:cubicBezTo>
                      <a:pt x="484" y="1385"/>
                      <a:pt x="495" y="1545"/>
                      <a:pt x="497" y="1569"/>
                    </a:cubicBezTo>
                    <a:cubicBezTo>
                      <a:pt x="497" y="1572"/>
                      <a:pt x="521" y="1776"/>
                      <a:pt x="526" y="1792"/>
                    </a:cubicBezTo>
                    <a:cubicBezTo>
                      <a:pt x="528" y="1797"/>
                      <a:pt x="527" y="1825"/>
                      <a:pt x="527" y="1829"/>
                    </a:cubicBezTo>
                    <a:cubicBezTo>
                      <a:pt x="527" y="1855"/>
                      <a:pt x="509" y="1966"/>
                      <a:pt x="506" y="2002"/>
                    </a:cubicBezTo>
                    <a:cubicBezTo>
                      <a:pt x="502" y="2066"/>
                      <a:pt x="518" y="2117"/>
                      <a:pt x="518" y="2147"/>
                    </a:cubicBezTo>
                    <a:cubicBezTo>
                      <a:pt x="518" y="2164"/>
                      <a:pt x="528" y="2254"/>
                      <a:pt x="525" y="2280"/>
                    </a:cubicBezTo>
                    <a:cubicBezTo>
                      <a:pt x="521" y="2306"/>
                      <a:pt x="510" y="2319"/>
                      <a:pt x="512" y="2335"/>
                    </a:cubicBezTo>
                    <a:cubicBezTo>
                      <a:pt x="513" y="2342"/>
                      <a:pt x="504" y="2393"/>
                      <a:pt x="505" y="2405"/>
                    </a:cubicBezTo>
                    <a:cubicBezTo>
                      <a:pt x="506" y="2420"/>
                      <a:pt x="514" y="2423"/>
                      <a:pt x="515" y="2432"/>
                    </a:cubicBezTo>
                    <a:cubicBezTo>
                      <a:pt x="516" y="2448"/>
                      <a:pt x="518" y="2448"/>
                      <a:pt x="516" y="2461"/>
                    </a:cubicBezTo>
                    <a:cubicBezTo>
                      <a:pt x="514" y="2473"/>
                      <a:pt x="519" y="2478"/>
                      <a:pt x="526" y="2484"/>
                    </a:cubicBezTo>
                    <a:cubicBezTo>
                      <a:pt x="533" y="2489"/>
                      <a:pt x="538" y="2496"/>
                      <a:pt x="550" y="2499"/>
                    </a:cubicBezTo>
                    <a:cubicBezTo>
                      <a:pt x="562" y="2501"/>
                      <a:pt x="582" y="2503"/>
                      <a:pt x="587" y="2490"/>
                    </a:cubicBezTo>
                    <a:cubicBezTo>
                      <a:pt x="594" y="2498"/>
                      <a:pt x="611" y="2497"/>
                      <a:pt x="620" y="2492"/>
                    </a:cubicBezTo>
                    <a:cubicBezTo>
                      <a:pt x="627" y="2499"/>
                      <a:pt x="644" y="2495"/>
                      <a:pt x="649" y="2488"/>
                    </a:cubicBezTo>
                    <a:cubicBezTo>
                      <a:pt x="651" y="2486"/>
                      <a:pt x="651" y="2484"/>
                      <a:pt x="652" y="2481"/>
                    </a:cubicBezTo>
                    <a:cubicBezTo>
                      <a:pt x="653" y="2482"/>
                      <a:pt x="653" y="2482"/>
                      <a:pt x="653" y="2482"/>
                    </a:cubicBezTo>
                    <a:cubicBezTo>
                      <a:pt x="660" y="2483"/>
                      <a:pt x="669" y="2481"/>
                      <a:pt x="670" y="2476"/>
                    </a:cubicBezTo>
                    <a:cubicBezTo>
                      <a:pt x="671" y="2474"/>
                      <a:pt x="671" y="2472"/>
                      <a:pt x="671" y="2469"/>
                    </a:cubicBezTo>
                    <a:cubicBezTo>
                      <a:pt x="671" y="2470"/>
                      <a:pt x="671" y="2470"/>
                      <a:pt x="671" y="2470"/>
                    </a:cubicBezTo>
                    <a:cubicBezTo>
                      <a:pt x="672" y="2469"/>
                      <a:pt x="673" y="2468"/>
                      <a:pt x="674" y="2468"/>
                    </a:cubicBezTo>
                    <a:cubicBezTo>
                      <a:pt x="680" y="2462"/>
                      <a:pt x="671" y="2453"/>
                      <a:pt x="669" y="2445"/>
                    </a:cubicBezTo>
                    <a:cubicBezTo>
                      <a:pt x="666" y="2436"/>
                      <a:pt x="661" y="2432"/>
                      <a:pt x="653" y="2427"/>
                    </a:cubicBezTo>
                    <a:cubicBezTo>
                      <a:pt x="645" y="2423"/>
                      <a:pt x="642" y="2416"/>
                      <a:pt x="632" y="2408"/>
                    </a:cubicBezTo>
                    <a:cubicBezTo>
                      <a:pt x="620" y="2400"/>
                      <a:pt x="600" y="2355"/>
                      <a:pt x="600" y="2353"/>
                    </a:cubicBezTo>
                    <a:cubicBezTo>
                      <a:pt x="607" y="2341"/>
                      <a:pt x="604" y="2326"/>
                      <a:pt x="603" y="2318"/>
                    </a:cubicBezTo>
                    <a:cubicBezTo>
                      <a:pt x="600" y="2309"/>
                      <a:pt x="605" y="2273"/>
                      <a:pt x="616" y="2227"/>
                    </a:cubicBezTo>
                    <a:cubicBezTo>
                      <a:pt x="628" y="2182"/>
                      <a:pt x="657" y="2117"/>
                      <a:pt x="660" y="2047"/>
                    </a:cubicBezTo>
                    <a:cubicBezTo>
                      <a:pt x="662" y="2004"/>
                      <a:pt x="655" y="1925"/>
                      <a:pt x="656" y="1865"/>
                    </a:cubicBezTo>
                    <a:cubicBezTo>
                      <a:pt x="657" y="1827"/>
                      <a:pt x="669" y="1800"/>
                      <a:pt x="670" y="1794"/>
                    </a:cubicBezTo>
                    <a:cubicBezTo>
                      <a:pt x="675" y="1770"/>
                      <a:pt x="675" y="1727"/>
                      <a:pt x="679" y="1714"/>
                    </a:cubicBezTo>
                    <a:cubicBezTo>
                      <a:pt x="750" y="1496"/>
                      <a:pt x="712" y="1324"/>
                      <a:pt x="710" y="1281"/>
                    </a:cubicBezTo>
                    <a:cubicBezTo>
                      <a:pt x="711" y="1281"/>
                      <a:pt x="711" y="1281"/>
                      <a:pt x="711" y="1281"/>
                    </a:cubicBezTo>
                    <a:cubicBezTo>
                      <a:pt x="709" y="1246"/>
                      <a:pt x="715" y="1224"/>
                      <a:pt x="712" y="1209"/>
                    </a:cubicBezTo>
                    <a:cubicBezTo>
                      <a:pt x="711" y="1177"/>
                      <a:pt x="688" y="1074"/>
                      <a:pt x="684" y="1066"/>
                    </a:cubicBezTo>
                    <a:cubicBezTo>
                      <a:pt x="684" y="1066"/>
                      <a:pt x="696" y="931"/>
                      <a:pt x="693" y="923"/>
                    </a:cubicBezTo>
                    <a:cubicBezTo>
                      <a:pt x="695" y="897"/>
                      <a:pt x="708" y="848"/>
                      <a:pt x="707" y="821"/>
                    </a:cubicBezTo>
                    <a:cubicBezTo>
                      <a:pt x="708" y="788"/>
                      <a:pt x="712" y="768"/>
                      <a:pt x="712" y="755"/>
                    </a:cubicBezTo>
                    <a:cubicBezTo>
                      <a:pt x="713" y="754"/>
                      <a:pt x="713" y="754"/>
                      <a:pt x="713" y="754"/>
                    </a:cubicBezTo>
                    <a:cubicBezTo>
                      <a:pt x="713" y="765"/>
                      <a:pt x="714" y="774"/>
                      <a:pt x="715" y="779"/>
                    </a:cubicBezTo>
                    <a:cubicBezTo>
                      <a:pt x="716" y="788"/>
                      <a:pt x="716" y="802"/>
                      <a:pt x="717" y="804"/>
                    </a:cubicBezTo>
                    <a:cubicBezTo>
                      <a:pt x="719" y="817"/>
                      <a:pt x="730" y="889"/>
                      <a:pt x="731" y="916"/>
                    </a:cubicBezTo>
                    <a:cubicBezTo>
                      <a:pt x="725" y="952"/>
                      <a:pt x="725" y="975"/>
                      <a:pt x="735" y="1028"/>
                    </a:cubicBezTo>
                    <a:cubicBezTo>
                      <a:pt x="739" y="1055"/>
                      <a:pt x="789" y="1177"/>
                      <a:pt x="792" y="1191"/>
                    </a:cubicBezTo>
                    <a:cubicBezTo>
                      <a:pt x="794" y="1205"/>
                      <a:pt x="798" y="1219"/>
                      <a:pt x="799" y="1223"/>
                    </a:cubicBezTo>
                    <a:cubicBezTo>
                      <a:pt x="801" y="1226"/>
                      <a:pt x="789" y="1245"/>
                      <a:pt x="793" y="1258"/>
                    </a:cubicBezTo>
                    <a:cubicBezTo>
                      <a:pt x="796" y="1270"/>
                      <a:pt x="774" y="1310"/>
                      <a:pt x="781" y="1347"/>
                    </a:cubicBezTo>
                    <a:cubicBezTo>
                      <a:pt x="788" y="1385"/>
                      <a:pt x="789" y="1389"/>
                      <a:pt x="790" y="1397"/>
                    </a:cubicBezTo>
                    <a:cubicBezTo>
                      <a:pt x="791" y="1406"/>
                      <a:pt x="795" y="1415"/>
                      <a:pt x="798" y="1425"/>
                    </a:cubicBezTo>
                    <a:cubicBezTo>
                      <a:pt x="800" y="1435"/>
                      <a:pt x="805" y="1460"/>
                      <a:pt x="811" y="1460"/>
                    </a:cubicBezTo>
                    <a:cubicBezTo>
                      <a:pt x="817" y="1460"/>
                      <a:pt x="818" y="1458"/>
                      <a:pt x="818" y="1455"/>
                    </a:cubicBezTo>
                    <a:cubicBezTo>
                      <a:pt x="818" y="1455"/>
                      <a:pt x="820" y="1480"/>
                      <a:pt x="832" y="1479"/>
                    </a:cubicBezTo>
                    <a:cubicBezTo>
                      <a:pt x="840" y="1479"/>
                      <a:pt x="840" y="1471"/>
                      <a:pt x="840" y="1471"/>
                    </a:cubicBezTo>
                    <a:cubicBezTo>
                      <a:pt x="840" y="1471"/>
                      <a:pt x="841" y="1490"/>
                      <a:pt x="852" y="1489"/>
                    </a:cubicBezTo>
                    <a:cubicBezTo>
                      <a:pt x="863" y="1487"/>
                      <a:pt x="863" y="1476"/>
                      <a:pt x="863" y="1476"/>
                    </a:cubicBezTo>
                    <a:cubicBezTo>
                      <a:pt x="870" y="1480"/>
                      <a:pt x="881" y="1480"/>
                      <a:pt x="884" y="1467"/>
                    </a:cubicBezTo>
                    <a:cubicBezTo>
                      <a:pt x="886" y="1455"/>
                      <a:pt x="892" y="1431"/>
                      <a:pt x="892" y="1422"/>
                    </a:cubicBezTo>
                    <a:cubicBezTo>
                      <a:pt x="891" y="1413"/>
                      <a:pt x="897" y="1393"/>
                      <a:pt x="898" y="1385"/>
                    </a:cubicBezTo>
                    <a:cubicBezTo>
                      <a:pt x="903" y="1362"/>
                      <a:pt x="909" y="1354"/>
                      <a:pt x="907" y="1347"/>
                    </a:cubicBezTo>
                    <a:cubicBezTo>
                      <a:pt x="915" y="1356"/>
                      <a:pt x="922" y="1365"/>
                      <a:pt x="926" y="1366"/>
                    </a:cubicBezTo>
                    <a:cubicBezTo>
                      <a:pt x="928" y="1380"/>
                      <a:pt x="941" y="1401"/>
                      <a:pt x="953" y="1401"/>
                    </a:cubicBezTo>
                    <a:cubicBezTo>
                      <a:pt x="968" y="1402"/>
                      <a:pt x="964" y="1392"/>
                      <a:pt x="959" y="1380"/>
                    </a:cubicBezTo>
                    <a:cubicBezTo>
                      <a:pt x="955" y="1369"/>
                      <a:pt x="954" y="1355"/>
                      <a:pt x="950" y="1350"/>
                    </a:cubicBezTo>
                    <a:cubicBezTo>
                      <a:pt x="945" y="1344"/>
                      <a:pt x="939" y="1314"/>
                      <a:pt x="931" y="1304"/>
                    </a:cubicBezTo>
                    <a:cubicBezTo>
                      <a:pt x="923" y="1294"/>
                      <a:pt x="893" y="1251"/>
                      <a:pt x="886" y="1243"/>
                    </a:cubicBezTo>
                    <a:cubicBezTo>
                      <a:pt x="883" y="1239"/>
                      <a:pt x="885" y="1222"/>
                      <a:pt x="882" y="1210"/>
                    </a:cubicBezTo>
                    <a:cubicBezTo>
                      <a:pt x="878" y="1198"/>
                      <a:pt x="879" y="1185"/>
                      <a:pt x="876" y="1171"/>
                    </a:cubicBezTo>
                    <a:cubicBezTo>
                      <a:pt x="872" y="1157"/>
                      <a:pt x="872" y="1129"/>
                      <a:pt x="871" y="1110"/>
                    </a:cubicBezTo>
                    <a:cubicBezTo>
                      <a:pt x="870" y="1078"/>
                      <a:pt x="870" y="950"/>
                      <a:pt x="851" y="903"/>
                    </a:cubicBezTo>
                    <a:cubicBezTo>
                      <a:pt x="847" y="888"/>
                      <a:pt x="843" y="865"/>
                      <a:pt x="844" y="832"/>
                    </a:cubicBezTo>
                    <a:cubicBezTo>
                      <a:pt x="842" y="740"/>
                      <a:pt x="821" y="687"/>
                      <a:pt x="823" y="659"/>
                    </a:cubicBezTo>
                    <a:cubicBezTo>
                      <a:pt x="829" y="618"/>
                      <a:pt x="820" y="574"/>
                      <a:pt x="812" y="539"/>
                    </a:cubicBezTo>
                    <a:cubicBezTo>
                      <a:pt x="795" y="464"/>
                      <a:pt x="759" y="445"/>
                      <a:pt x="743" y="441"/>
                    </a:cubicBezTo>
                    <a:cubicBezTo>
                      <a:pt x="726" y="437"/>
                      <a:pt x="687" y="427"/>
                      <a:pt x="672" y="421"/>
                    </a:cubicBezTo>
                    <a:cubicBezTo>
                      <a:pt x="656" y="413"/>
                      <a:pt x="615" y="389"/>
                      <a:pt x="598" y="383"/>
                    </a:cubicBezTo>
                    <a:cubicBezTo>
                      <a:pt x="584" y="378"/>
                      <a:pt x="558" y="363"/>
                      <a:pt x="558" y="3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67" name="Freeform 63">
                <a:extLst>
                  <a:ext uri="{FF2B5EF4-FFF2-40B4-BE49-F238E27FC236}">
                    <a16:creationId xmlns:a16="http://schemas.microsoft.com/office/drawing/2014/main" id="{C93C4928-8299-4DAE-A09B-2192A06E0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075"/>
                <a:ext cx="27" cy="9"/>
              </a:xfrm>
              <a:custGeom>
                <a:avLst/>
                <a:gdLst>
                  <a:gd name="T0" fmla="*/ 49 w 20"/>
                  <a:gd name="T1" fmla="*/ 0 h 7"/>
                  <a:gd name="T2" fmla="*/ 36 w 20"/>
                  <a:gd name="T3" fmla="*/ 8 h 7"/>
                  <a:gd name="T4" fmla="*/ 0 w 20"/>
                  <a:gd name="T5" fmla="*/ 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20" y="0"/>
                    </a:moveTo>
                    <a:cubicBezTo>
                      <a:pt x="18" y="2"/>
                      <a:pt x="17" y="3"/>
                      <a:pt x="15" y="4"/>
                    </a:cubicBezTo>
                    <a:cubicBezTo>
                      <a:pt x="9" y="7"/>
                      <a:pt x="6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68" name="Freeform 64">
                <a:extLst>
                  <a:ext uri="{FF2B5EF4-FFF2-40B4-BE49-F238E27FC236}">
                    <a16:creationId xmlns:a16="http://schemas.microsoft.com/office/drawing/2014/main" id="{23B62E03-DDA0-4F5D-B4E2-C3732ED81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191"/>
                <a:ext cx="42" cy="22"/>
              </a:xfrm>
              <a:custGeom>
                <a:avLst/>
                <a:gdLst>
                  <a:gd name="T0" fmla="*/ 26 w 31"/>
                  <a:gd name="T1" fmla="*/ 0 h 17"/>
                  <a:gd name="T2" fmla="*/ 22 w 31"/>
                  <a:gd name="T3" fmla="*/ 30 h 17"/>
                  <a:gd name="T4" fmla="*/ 51 w 31"/>
                  <a:gd name="T5" fmla="*/ 1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7">
                    <a:moveTo>
                      <a:pt x="10" y="0"/>
                    </a:moveTo>
                    <a:cubicBezTo>
                      <a:pt x="0" y="1"/>
                      <a:pt x="1" y="11"/>
                      <a:pt x="9" y="14"/>
                    </a:cubicBezTo>
                    <a:cubicBezTo>
                      <a:pt x="16" y="17"/>
                      <a:pt x="31" y="8"/>
                      <a:pt x="21" y="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69" name="Freeform 65">
                <a:extLst>
                  <a:ext uri="{FF2B5EF4-FFF2-40B4-BE49-F238E27FC236}">
                    <a16:creationId xmlns:a16="http://schemas.microsoft.com/office/drawing/2014/main" id="{507F8969-4802-44F6-A9A0-D36B8FA7E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555"/>
                <a:ext cx="5" cy="170"/>
              </a:xfrm>
              <a:custGeom>
                <a:avLst/>
                <a:gdLst>
                  <a:gd name="T0" fmla="*/ 0 w 4"/>
                  <a:gd name="T1" fmla="*/ 300 h 128"/>
                  <a:gd name="T2" fmla="*/ 0 w 4"/>
                  <a:gd name="T3" fmla="*/ 298 h 128"/>
                  <a:gd name="T4" fmla="*/ 0 w 4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8">
                    <a:moveTo>
                      <a:pt x="0" y="128"/>
                    </a:moveTo>
                    <a:cubicBezTo>
                      <a:pt x="0" y="127"/>
                      <a:pt x="0" y="127"/>
                      <a:pt x="0" y="127"/>
                    </a:cubicBezTo>
                    <a:cubicBezTo>
                      <a:pt x="3" y="84"/>
                      <a:pt x="4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70" name="Freeform 66">
                <a:extLst>
                  <a:ext uri="{FF2B5EF4-FFF2-40B4-BE49-F238E27FC236}">
                    <a16:creationId xmlns:a16="http://schemas.microsoft.com/office/drawing/2014/main" id="{EBE5485F-FFBB-439D-A37E-1169E6D90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319"/>
                <a:ext cx="171" cy="18"/>
              </a:xfrm>
              <a:custGeom>
                <a:avLst/>
                <a:gdLst>
                  <a:gd name="T0" fmla="*/ 0 w 128"/>
                  <a:gd name="T1" fmla="*/ 1 h 14"/>
                  <a:gd name="T2" fmla="*/ 28 w 128"/>
                  <a:gd name="T3" fmla="*/ 6 h 14"/>
                  <a:gd name="T4" fmla="*/ 59 w 128"/>
                  <a:gd name="T5" fmla="*/ 6 h 14"/>
                  <a:gd name="T6" fmla="*/ 168 w 128"/>
                  <a:gd name="T7" fmla="*/ 22 h 14"/>
                  <a:gd name="T8" fmla="*/ 206 w 128"/>
                  <a:gd name="T9" fmla="*/ 24 h 14"/>
                  <a:gd name="T10" fmla="*/ 305 w 128"/>
                  <a:gd name="T11" fmla="*/ 24 h 14"/>
                  <a:gd name="T12" fmla="*/ 305 w 128"/>
                  <a:gd name="T13" fmla="*/ 24 h 14"/>
                  <a:gd name="T14" fmla="*/ 305 w 128"/>
                  <a:gd name="T15" fmla="*/ 24 h 14"/>
                  <a:gd name="T16" fmla="*/ 305 w 128"/>
                  <a:gd name="T17" fmla="*/ 24 h 14"/>
                  <a:gd name="T18" fmla="*/ 206 w 128"/>
                  <a:gd name="T19" fmla="*/ 22 h 14"/>
                  <a:gd name="T20" fmla="*/ 170 w 128"/>
                  <a:gd name="T21" fmla="*/ 15 h 14"/>
                  <a:gd name="T22" fmla="*/ 59 w 128"/>
                  <a:gd name="T23" fmla="*/ 1 h 14"/>
                  <a:gd name="T24" fmla="*/ 28 w 128"/>
                  <a:gd name="T25" fmla="*/ 0 h 14"/>
                  <a:gd name="T26" fmla="*/ 0 w 128"/>
                  <a:gd name="T27" fmla="*/ 1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8" h="14">
                    <a:moveTo>
                      <a:pt x="0" y="1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7" y="4"/>
                      <a:pt x="24" y="3"/>
                      <a:pt x="25" y="3"/>
                    </a:cubicBezTo>
                    <a:cubicBezTo>
                      <a:pt x="40" y="5"/>
                      <a:pt x="57" y="8"/>
                      <a:pt x="70" y="10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100" y="14"/>
                      <a:pt x="119" y="12"/>
                      <a:pt x="128" y="12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19" y="12"/>
                      <a:pt x="100" y="12"/>
                      <a:pt x="86" y="10"/>
                    </a:cubicBezTo>
                    <a:cubicBezTo>
                      <a:pt x="71" y="7"/>
                      <a:pt x="71" y="7"/>
                      <a:pt x="71" y="7"/>
                    </a:cubicBezTo>
                    <a:cubicBezTo>
                      <a:pt x="57" y="5"/>
                      <a:pt x="40" y="2"/>
                      <a:pt x="25" y="1"/>
                    </a:cubicBezTo>
                    <a:cubicBezTo>
                      <a:pt x="24" y="1"/>
                      <a:pt x="18" y="1"/>
                      <a:pt x="12" y="0"/>
                    </a:cubicBezTo>
                    <a:cubicBezTo>
                      <a:pt x="12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7A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71" name="Freeform 67">
                <a:extLst>
                  <a:ext uri="{FF2B5EF4-FFF2-40B4-BE49-F238E27FC236}">
                    <a16:creationId xmlns:a16="http://schemas.microsoft.com/office/drawing/2014/main" id="{B389CB7A-3E1F-4E5D-9AD2-F2D4409AF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1256"/>
                <a:ext cx="80" cy="77"/>
              </a:xfrm>
              <a:custGeom>
                <a:avLst/>
                <a:gdLst>
                  <a:gd name="T0" fmla="*/ 69 w 60"/>
                  <a:gd name="T1" fmla="*/ 130 h 58"/>
                  <a:gd name="T2" fmla="*/ 63 w 60"/>
                  <a:gd name="T3" fmla="*/ 130 h 58"/>
                  <a:gd name="T4" fmla="*/ 55 w 60"/>
                  <a:gd name="T5" fmla="*/ 130 h 58"/>
                  <a:gd name="T6" fmla="*/ 0 w 60"/>
                  <a:gd name="T7" fmla="*/ 61 h 58"/>
                  <a:gd name="T8" fmla="*/ 0 w 60"/>
                  <a:gd name="T9" fmla="*/ 61 h 58"/>
                  <a:gd name="T10" fmla="*/ 55 w 60"/>
                  <a:gd name="T11" fmla="*/ 135 h 58"/>
                  <a:gd name="T12" fmla="*/ 63 w 60"/>
                  <a:gd name="T13" fmla="*/ 135 h 58"/>
                  <a:gd name="T14" fmla="*/ 71 w 60"/>
                  <a:gd name="T15" fmla="*/ 135 h 58"/>
                  <a:gd name="T16" fmla="*/ 143 w 60"/>
                  <a:gd name="T17" fmla="*/ 0 h 58"/>
                  <a:gd name="T18" fmla="*/ 143 w 60"/>
                  <a:gd name="T19" fmla="*/ 0 h 58"/>
                  <a:gd name="T20" fmla="*/ 69 w 60"/>
                  <a:gd name="T21" fmla="*/ 130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58">
                    <a:moveTo>
                      <a:pt x="29" y="56"/>
                    </a:moveTo>
                    <a:cubicBezTo>
                      <a:pt x="26" y="56"/>
                      <a:pt x="26" y="56"/>
                      <a:pt x="26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17" y="55"/>
                      <a:pt x="7" y="44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" y="33"/>
                      <a:pt x="12" y="57"/>
                      <a:pt x="23" y="58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42" y="57"/>
                      <a:pt x="56" y="22"/>
                      <a:pt x="6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5" y="24"/>
                      <a:pt x="39" y="54"/>
                      <a:pt x="29" y="5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72" name="Freeform 68">
                <a:extLst>
                  <a:ext uri="{FF2B5EF4-FFF2-40B4-BE49-F238E27FC236}">
                    <a16:creationId xmlns:a16="http://schemas.microsoft.com/office/drawing/2014/main" id="{BDD6C646-5F89-4241-8B87-D39D8D6F9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555"/>
                <a:ext cx="5" cy="170"/>
              </a:xfrm>
              <a:custGeom>
                <a:avLst/>
                <a:gdLst>
                  <a:gd name="T0" fmla="*/ 6 w 4"/>
                  <a:gd name="T1" fmla="*/ 300 h 128"/>
                  <a:gd name="T2" fmla="*/ 6 w 4"/>
                  <a:gd name="T3" fmla="*/ 298 h 128"/>
                  <a:gd name="T4" fmla="*/ 8 w 4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8">
                    <a:moveTo>
                      <a:pt x="3" y="128"/>
                    </a:moveTo>
                    <a:cubicBezTo>
                      <a:pt x="3" y="127"/>
                      <a:pt x="3" y="127"/>
                      <a:pt x="3" y="127"/>
                    </a:cubicBezTo>
                    <a:cubicBezTo>
                      <a:pt x="1" y="84"/>
                      <a:pt x="0" y="9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73" name="Freeform 69">
                <a:extLst>
                  <a:ext uri="{FF2B5EF4-FFF2-40B4-BE49-F238E27FC236}">
                    <a16:creationId xmlns:a16="http://schemas.microsoft.com/office/drawing/2014/main" id="{49FF42C9-B27A-4099-B2E7-D9AB676B0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319"/>
                <a:ext cx="172" cy="18"/>
              </a:xfrm>
              <a:custGeom>
                <a:avLst/>
                <a:gdLst>
                  <a:gd name="T0" fmla="*/ 247 w 129"/>
                  <a:gd name="T1" fmla="*/ 1 h 14"/>
                  <a:gd name="T2" fmla="*/ 137 w 129"/>
                  <a:gd name="T3" fmla="*/ 15 h 14"/>
                  <a:gd name="T4" fmla="*/ 100 w 129"/>
                  <a:gd name="T5" fmla="*/ 22 h 14"/>
                  <a:gd name="T6" fmla="*/ 0 w 129"/>
                  <a:gd name="T7" fmla="*/ 24 h 14"/>
                  <a:gd name="T8" fmla="*/ 0 w 129"/>
                  <a:gd name="T9" fmla="*/ 24 h 14"/>
                  <a:gd name="T10" fmla="*/ 0 w 129"/>
                  <a:gd name="T11" fmla="*/ 24 h 14"/>
                  <a:gd name="T12" fmla="*/ 0 w 129"/>
                  <a:gd name="T13" fmla="*/ 24 h 14"/>
                  <a:gd name="T14" fmla="*/ 101 w 129"/>
                  <a:gd name="T15" fmla="*/ 24 h 14"/>
                  <a:gd name="T16" fmla="*/ 137 w 129"/>
                  <a:gd name="T17" fmla="*/ 22 h 14"/>
                  <a:gd name="T18" fmla="*/ 247 w 129"/>
                  <a:gd name="T19" fmla="*/ 6 h 14"/>
                  <a:gd name="T20" fmla="*/ 277 w 129"/>
                  <a:gd name="T21" fmla="*/ 6 h 14"/>
                  <a:gd name="T22" fmla="*/ 305 w 129"/>
                  <a:gd name="T23" fmla="*/ 1 h 14"/>
                  <a:gd name="T24" fmla="*/ 305 w 129"/>
                  <a:gd name="T25" fmla="*/ 1 h 14"/>
                  <a:gd name="T26" fmla="*/ 277 w 129"/>
                  <a:gd name="T27" fmla="*/ 0 h 14"/>
                  <a:gd name="T28" fmla="*/ 247 w 129"/>
                  <a:gd name="T29" fmla="*/ 1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9" h="14">
                    <a:moveTo>
                      <a:pt x="104" y="1"/>
                    </a:moveTo>
                    <a:cubicBezTo>
                      <a:pt x="88" y="2"/>
                      <a:pt x="71" y="5"/>
                      <a:pt x="58" y="7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28" y="12"/>
                      <a:pt x="1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0" y="12"/>
                      <a:pt x="28" y="14"/>
                      <a:pt x="43" y="12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72" y="8"/>
                      <a:pt x="88" y="5"/>
                      <a:pt x="104" y="3"/>
                    </a:cubicBezTo>
                    <a:cubicBezTo>
                      <a:pt x="110" y="2"/>
                      <a:pt x="117" y="3"/>
                      <a:pt x="117" y="3"/>
                    </a:cubicBezTo>
                    <a:cubicBezTo>
                      <a:pt x="117" y="3"/>
                      <a:pt x="129" y="1"/>
                      <a:pt x="129" y="1"/>
                    </a:cubicBezTo>
                    <a:cubicBezTo>
                      <a:pt x="129" y="1"/>
                      <a:pt x="129" y="1"/>
                      <a:pt x="129" y="1"/>
                    </a:cubicBezTo>
                    <a:cubicBezTo>
                      <a:pt x="117" y="0"/>
                      <a:pt x="117" y="0"/>
                      <a:pt x="117" y="0"/>
                    </a:cubicBezTo>
                    <a:cubicBezTo>
                      <a:pt x="117" y="0"/>
                      <a:pt x="109" y="0"/>
                      <a:pt x="104" y="1"/>
                    </a:cubicBezTo>
                    <a:close/>
                  </a:path>
                </a:pathLst>
              </a:custGeom>
              <a:solidFill>
                <a:srgbClr val="A7A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74" name="Freeform 70">
                <a:extLst>
                  <a:ext uri="{FF2B5EF4-FFF2-40B4-BE49-F238E27FC236}">
                    <a16:creationId xmlns:a16="http://schemas.microsoft.com/office/drawing/2014/main" id="{548E3E12-F966-4601-96E9-BF09CB9B3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1535"/>
                <a:ext cx="35" cy="38"/>
              </a:xfrm>
              <a:custGeom>
                <a:avLst/>
                <a:gdLst>
                  <a:gd name="T0" fmla="*/ 0 w 26"/>
                  <a:gd name="T1" fmla="*/ 66 h 29"/>
                  <a:gd name="T2" fmla="*/ 0 w 26"/>
                  <a:gd name="T3" fmla="*/ 66 h 29"/>
                  <a:gd name="T4" fmla="*/ 63 w 26"/>
                  <a:gd name="T5" fmla="*/ 1 h 29"/>
                  <a:gd name="T6" fmla="*/ 58 w 26"/>
                  <a:gd name="T7" fmla="*/ 0 h 29"/>
                  <a:gd name="T8" fmla="*/ 0 w 26"/>
                  <a:gd name="T9" fmla="*/ 6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9">
                    <a:moveTo>
                      <a:pt x="0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10" y="23"/>
                      <a:pt x="19" y="14"/>
                      <a:pt x="26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13"/>
                      <a:pt x="10" y="23"/>
                      <a:pt x="0" y="2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75" name="Freeform 71">
                <a:extLst>
                  <a:ext uri="{FF2B5EF4-FFF2-40B4-BE49-F238E27FC236}">
                    <a16:creationId xmlns:a16="http://schemas.microsoft.com/office/drawing/2014/main" id="{DDB8D47C-90EA-416D-A4FD-1A1D3B1CD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1535"/>
                <a:ext cx="34" cy="38"/>
              </a:xfrm>
              <a:custGeom>
                <a:avLst/>
                <a:gdLst>
                  <a:gd name="T0" fmla="*/ 0 w 25"/>
                  <a:gd name="T1" fmla="*/ 1 h 29"/>
                  <a:gd name="T2" fmla="*/ 63 w 25"/>
                  <a:gd name="T3" fmla="*/ 66 h 29"/>
                  <a:gd name="T4" fmla="*/ 63 w 25"/>
                  <a:gd name="T5" fmla="*/ 66 h 29"/>
                  <a:gd name="T6" fmla="*/ 5 w 25"/>
                  <a:gd name="T7" fmla="*/ 0 h 29"/>
                  <a:gd name="T8" fmla="*/ 0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0" y="1"/>
                    </a:moveTo>
                    <a:cubicBezTo>
                      <a:pt x="6" y="14"/>
                      <a:pt x="15" y="23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16" y="23"/>
                      <a:pt x="8" y="13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76" name="Freeform 72">
                <a:extLst>
                  <a:ext uri="{FF2B5EF4-FFF2-40B4-BE49-F238E27FC236}">
                    <a16:creationId xmlns:a16="http://schemas.microsoft.com/office/drawing/2014/main" id="{594EA9BD-172F-450D-A510-29A852574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932"/>
                <a:ext cx="19" cy="17"/>
              </a:xfrm>
              <a:custGeom>
                <a:avLst/>
                <a:gdLst>
                  <a:gd name="T0" fmla="*/ 15 w 14"/>
                  <a:gd name="T1" fmla="*/ 29 h 13"/>
                  <a:gd name="T2" fmla="*/ 5 w 14"/>
                  <a:gd name="T3" fmla="*/ 2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6" y="13"/>
                    </a:moveTo>
                    <a:cubicBezTo>
                      <a:pt x="14" y="4"/>
                      <a:pt x="0" y="0"/>
                      <a:pt x="2" y="10"/>
                    </a:cubicBezTo>
                  </a:path>
                </a:pathLst>
              </a:custGeom>
              <a:noFill/>
              <a:ln w="4763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77" name="Freeform 73">
                <a:extLst>
                  <a:ext uri="{FF2B5EF4-FFF2-40B4-BE49-F238E27FC236}">
                    <a16:creationId xmlns:a16="http://schemas.microsoft.com/office/drawing/2014/main" id="{4C91715D-AC82-4E8A-A917-9CA2CCF66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027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</a:path>
                </a:pathLst>
              </a:custGeom>
              <a:noFill/>
              <a:ln w="4763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78" name="Freeform 74">
                <a:extLst>
                  <a:ext uri="{FF2B5EF4-FFF2-40B4-BE49-F238E27FC236}">
                    <a16:creationId xmlns:a16="http://schemas.microsoft.com/office/drawing/2014/main" id="{06EFEF65-958D-4BF2-9DAD-01C3B08D2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987"/>
                <a:ext cx="9" cy="6"/>
              </a:xfrm>
              <a:custGeom>
                <a:avLst/>
                <a:gdLst>
                  <a:gd name="T0" fmla="*/ 15 w 7"/>
                  <a:gd name="T1" fmla="*/ 8 h 5"/>
                  <a:gd name="T2" fmla="*/ 1 w 7"/>
                  <a:gd name="T3" fmla="*/ 6 h 5"/>
                  <a:gd name="T4" fmla="*/ 1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1" y="5"/>
                      <a:pt x="1" y="3"/>
                    </a:cubicBezTo>
                    <a:cubicBezTo>
                      <a:pt x="0" y="1"/>
                      <a:pt x="4" y="0"/>
                      <a:pt x="5" y="0"/>
                    </a:cubicBezTo>
                  </a:path>
                </a:pathLst>
              </a:custGeom>
              <a:noFill/>
              <a:ln w="4763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79" name="Freeform 75">
                <a:extLst>
                  <a:ext uri="{FF2B5EF4-FFF2-40B4-BE49-F238E27FC236}">
                    <a16:creationId xmlns:a16="http://schemas.microsoft.com/office/drawing/2014/main" id="{7A628BD5-9CFA-4179-B9E1-4DA4A2C4C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972"/>
                <a:ext cx="6" cy="4"/>
              </a:xfrm>
              <a:custGeom>
                <a:avLst/>
                <a:gdLst>
                  <a:gd name="T0" fmla="*/ 0 w 5"/>
                  <a:gd name="T1" fmla="*/ 5 h 3"/>
                  <a:gd name="T2" fmla="*/ 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2" y="3"/>
                      <a:pt x="5" y="3"/>
                      <a:pt x="5" y="0"/>
                    </a:cubicBezTo>
                  </a:path>
                </a:pathLst>
              </a:custGeom>
              <a:noFill/>
              <a:ln w="4763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80" name="Freeform 76">
                <a:extLst>
                  <a:ext uri="{FF2B5EF4-FFF2-40B4-BE49-F238E27FC236}">
                    <a16:creationId xmlns:a16="http://schemas.microsoft.com/office/drawing/2014/main" id="{F135FB34-8392-4AC3-BFD7-B6209CA11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005"/>
                <a:ext cx="11" cy="15"/>
              </a:xfrm>
              <a:custGeom>
                <a:avLst/>
                <a:gdLst>
                  <a:gd name="T0" fmla="*/ 21 w 8"/>
                  <a:gd name="T1" fmla="*/ 20 h 11"/>
                  <a:gd name="T2" fmla="*/ 21 w 8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8" y="8"/>
                    </a:moveTo>
                    <a:cubicBezTo>
                      <a:pt x="0" y="0"/>
                      <a:pt x="1" y="11"/>
                      <a:pt x="8" y="11"/>
                    </a:cubicBezTo>
                  </a:path>
                </a:pathLst>
              </a:custGeom>
              <a:noFill/>
              <a:ln w="4763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81" name="Freeform 77">
                <a:extLst>
                  <a:ext uri="{FF2B5EF4-FFF2-40B4-BE49-F238E27FC236}">
                    <a16:creationId xmlns:a16="http://schemas.microsoft.com/office/drawing/2014/main" id="{05F9EDBC-67E8-48CD-8B93-4347A9D61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073"/>
                <a:ext cx="16" cy="12"/>
              </a:xfrm>
              <a:custGeom>
                <a:avLst/>
                <a:gdLst>
                  <a:gd name="T0" fmla="*/ 1 w 12"/>
                  <a:gd name="T1" fmla="*/ 16 h 9"/>
                  <a:gd name="T2" fmla="*/ 5 w 12"/>
                  <a:gd name="T3" fmla="*/ 5 h 9"/>
                  <a:gd name="T4" fmla="*/ 15 w 12"/>
                  <a:gd name="T5" fmla="*/ 21 h 9"/>
                  <a:gd name="T6" fmla="*/ 21 w 1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" y="7"/>
                    </a:moveTo>
                    <a:cubicBezTo>
                      <a:pt x="0" y="5"/>
                      <a:pt x="0" y="3"/>
                      <a:pt x="2" y="2"/>
                    </a:cubicBezTo>
                    <a:cubicBezTo>
                      <a:pt x="4" y="3"/>
                      <a:pt x="3" y="9"/>
                      <a:pt x="6" y="9"/>
                    </a:cubicBezTo>
                    <a:cubicBezTo>
                      <a:pt x="12" y="9"/>
                      <a:pt x="9" y="2"/>
                      <a:pt x="9" y="0"/>
                    </a:cubicBezTo>
                  </a:path>
                </a:pathLst>
              </a:custGeom>
              <a:noFill/>
              <a:ln w="4763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82" name="Freeform 78">
                <a:extLst>
                  <a:ext uri="{FF2B5EF4-FFF2-40B4-BE49-F238E27FC236}">
                    <a16:creationId xmlns:a16="http://schemas.microsoft.com/office/drawing/2014/main" id="{FDBC2075-020A-4EF0-875B-1B01942F8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1088"/>
                <a:ext cx="3" cy="7"/>
              </a:xfrm>
              <a:custGeom>
                <a:avLst/>
                <a:gdLst>
                  <a:gd name="T0" fmla="*/ 8 w 2"/>
                  <a:gd name="T1" fmla="*/ 0 h 5"/>
                  <a:gd name="T2" fmla="*/ 5 w 2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1"/>
                      <a:pt x="0" y="3"/>
                      <a:pt x="1" y="5"/>
                    </a:cubicBezTo>
                  </a:path>
                </a:pathLst>
              </a:custGeom>
              <a:noFill/>
              <a:ln w="4763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83" name="Freeform 79">
                <a:extLst>
                  <a:ext uri="{FF2B5EF4-FFF2-40B4-BE49-F238E27FC236}">
                    <a16:creationId xmlns:a16="http://schemas.microsoft.com/office/drawing/2014/main" id="{66DA7646-6333-457F-9EFA-66CAD2B1C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224"/>
                <a:ext cx="10" cy="7"/>
              </a:xfrm>
              <a:custGeom>
                <a:avLst/>
                <a:gdLst>
                  <a:gd name="T0" fmla="*/ 1 w 8"/>
                  <a:gd name="T1" fmla="*/ 14 h 5"/>
                  <a:gd name="T2" fmla="*/ 16 w 8"/>
                  <a:gd name="T3" fmla="*/ 6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1" y="5"/>
                    </a:moveTo>
                    <a:cubicBezTo>
                      <a:pt x="3" y="5"/>
                      <a:pt x="6" y="5"/>
                      <a:pt x="8" y="2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84" name="Freeform 80">
                <a:extLst>
                  <a:ext uri="{FF2B5EF4-FFF2-40B4-BE49-F238E27FC236}">
                    <a16:creationId xmlns:a16="http://schemas.microsoft.com/office/drawing/2014/main" id="{E42AE501-786B-4F10-8241-9541C011F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561"/>
                <a:ext cx="24" cy="4"/>
              </a:xfrm>
              <a:custGeom>
                <a:avLst/>
                <a:gdLst>
                  <a:gd name="T0" fmla="*/ 0 w 18"/>
                  <a:gd name="T1" fmla="*/ 1 h 3"/>
                  <a:gd name="T2" fmla="*/ 43 w 1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1"/>
                    </a:moveTo>
                    <a:cubicBezTo>
                      <a:pt x="6" y="3"/>
                      <a:pt x="15" y="1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85" name="Freeform 81">
                <a:extLst>
                  <a:ext uri="{FF2B5EF4-FFF2-40B4-BE49-F238E27FC236}">
                    <a16:creationId xmlns:a16="http://schemas.microsoft.com/office/drawing/2014/main" id="{93E08CD9-AA77-4FA3-8EB7-13E68005A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555"/>
                <a:ext cx="4" cy="21"/>
              </a:xfrm>
              <a:custGeom>
                <a:avLst/>
                <a:gdLst>
                  <a:gd name="T0" fmla="*/ 7 w 3"/>
                  <a:gd name="T1" fmla="*/ 0 h 16"/>
                  <a:gd name="T2" fmla="*/ 7 w 3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0" y="5"/>
                      <a:pt x="2" y="11"/>
                      <a:pt x="3" y="16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86" name="Freeform 82">
                <a:extLst>
                  <a:ext uri="{FF2B5EF4-FFF2-40B4-BE49-F238E27FC236}">
                    <a16:creationId xmlns:a16="http://schemas.microsoft.com/office/drawing/2014/main" id="{210CBBC7-857E-4ACE-8A0B-D99F1CA8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956"/>
                <a:ext cx="111" cy="59"/>
              </a:xfrm>
              <a:custGeom>
                <a:avLst/>
                <a:gdLst>
                  <a:gd name="T0" fmla="*/ 7 w 83"/>
                  <a:gd name="T1" fmla="*/ 5 h 44"/>
                  <a:gd name="T2" fmla="*/ 9 w 83"/>
                  <a:gd name="T3" fmla="*/ 1 h 44"/>
                  <a:gd name="T4" fmla="*/ 12 w 83"/>
                  <a:gd name="T5" fmla="*/ 0 h 44"/>
                  <a:gd name="T6" fmla="*/ 80 w 83"/>
                  <a:gd name="T7" fmla="*/ 7 h 44"/>
                  <a:gd name="T8" fmla="*/ 150 w 83"/>
                  <a:gd name="T9" fmla="*/ 5 h 44"/>
                  <a:gd name="T10" fmla="*/ 198 w 83"/>
                  <a:gd name="T11" fmla="*/ 20 h 44"/>
                  <a:gd name="T12" fmla="*/ 197 w 83"/>
                  <a:gd name="T13" fmla="*/ 27 h 44"/>
                  <a:gd name="T14" fmla="*/ 193 w 83"/>
                  <a:gd name="T15" fmla="*/ 28 h 44"/>
                  <a:gd name="T16" fmla="*/ 190 w 83"/>
                  <a:gd name="T17" fmla="*/ 31 h 44"/>
                  <a:gd name="T18" fmla="*/ 185 w 83"/>
                  <a:gd name="T19" fmla="*/ 34 h 44"/>
                  <a:gd name="T20" fmla="*/ 177 w 83"/>
                  <a:gd name="T21" fmla="*/ 51 h 44"/>
                  <a:gd name="T22" fmla="*/ 171 w 83"/>
                  <a:gd name="T23" fmla="*/ 70 h 44"/>
                  <a:gd name="T24" fmla="*/ 164 w 83"/>
                  <a:gd name="T25" fmla="*/ 79 h 44"/>
                  <a:gd name="T26" fmla="*/ 148 w 83"/>
                  <a:gd name="T27" fmla="*/ 99 h 44"/>
                  <a:gd name="T28" fmla="*/ 142 w 83"/>
                  <a:gd name="T29" fmla="*/ 99 h 44"/>
                  <a:gd name="T30" fmla="*/ 132 w 83"/>
                  <a:gd name="T31" fmla="*/ 101 h 44"/>
                  <a:gd name="T32" fmla="*/ 120 w 83"/>
                  <a:gd name="T33" fmla="*/ 101 h 44"/>
                  <a:gd name="T34" fmla="*/ 115 w 83"/>
                  <a:gd name="T35" fmla="*/ 101 h 44"/>
                  <a:gd name="T36" fmla="*/ 107 w 83"/>
                  <a:gd name="T37" fmla="*/ 101 h 44"/>
                  <a:gd name="T38" fmla="*/ 104 w 83"/>
                  <a:gd name="T39" fmla="*/ 101 h 44"/>
                  <a:gd name="T40" fmla="*/ 94 w 83"/>
                  <a:gd name="T41" fmla="*/ 99 h 44"/>
                  <a:gd name="T42" fmla="*/ 66 w 83"/>
                  <a:gd name="T43" fmla="*/ 91 h 44"/>
                  <a:gd name="T44" fmla="*/ 64 w 83"/>
                  <a:gd name="T45" fmla="*/ 78 h 44"/>
                  <a:gd name="T46" fmla="*/ 55 w 83"/>
                  <a:gd name="T47" fmla="*/ 83 h 44"/>
                  <a:gd name="T48" fmla="*/ 48 w 83"/>
                  <a:gd name="T49" fmla="*/ 79 h 44"/>
                  <a:gd name="T50" fmla="*/ 31 w 83"/>
                  <a:gd name="T51" fmla="*/ 63 h 44"/>
                  <a:gd name="T52" fmla="*/ 23 w 83"/>
                  <a:gd name="T53" fmla="*/ 54 h 44"/>
                  <a:gd name="T54" fmla="*/ 12 w 83"/>
                  <a:gd name="T55" fmla="*/ 46 h 44"/>
                  <a:gd name="T56" fmla="*/ 1 w 83"/>
                  <a:gd name="T57" fmla="*/ 27 h 44"/>
                  <a:gd name="T58" fmla="*/ 7 w 83"/>
                  <a:gd name="T59" fmla="*/ 7 h 44"/>
                  <a:gd name="T60" fmla="*/ 7 w 83"/>
                  <a:gd name="T61" fmla="*/ 5 h 4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3" h="44">
                    <a:moveTo>
                      <a:pt x="3" y="2"/>
                    </a:move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17" y="1"/>
                      <a:pt x="26" y="1"/>
                      <a:pt x="34" y="3"/>
                    </a:cubicBezTo>
                    <a:cubicBezTo>
                      <a:pt x="44" y="4"/>
                      <a:pt x="60" y="4"/>
                      <a:pt x="63" y="2"/>
                    </a:cubicBezTo>
                    <a:cubicBezTo>
                      <a:pt x="65" y="4"/>
                      <a:pt x="75" y="7"/>
                      <a:pt x="83" y="8"/>
                    </a:cubicBezTo>
                    <a:cubicBezTo>
                      <a:pt x="83" y="9"/>
                      <a:pt x="83" y="10"/>
                      <a:pt x="82" y="11"/>
                    </a:cubicBezTo>
                    <a:cubicBezTo>
                      <a:pt x="82" y="11"/>
                      <a:pt x="81" y="11"/>
                      <a:pt x="81" y="12"/>
                    </a:cubicBezTo>
                    <a:cubicBezTo>
                      <a:pt x="80" y="12"/>
                      <a:pt x="80" y="13"/>
                      <a:pt x="79" y="13"/>
                    </a:cubicBezTo>
                    <a:cubicBezTo>
                      <a:pt x="79" y="13"/>
                      <a:pt x="78" y="13"/>
                      <a:pt x="77" y="14"/>
                    </a:cubicBezTo>
                    <a:cubicBezTo>
                      <a:pt x="77" y="16"/>
                      <a:pt x="78" y="19"/>
                      <a:pt x="74" y="21"/>
                    </a:cubicBezTo>
                    <a:cubicBezTo>
                      <a:pt x="75" y="25"/>
                      <a:pt x="75" y="28"/>
                      <a:pt x="72" y="29"/>
                    </a:cubicBezTo>
                    <a:cubicBezTo>
                      <a:pt x="71" y="30"/>
                      <a:pt x="71" y="32"/>
                      <a:pt x="69" y="33"/>
                    </a:cubicBezTo>
                    <a:cubicBezTo>
                      <a:pt x="69" y="35"/>
                      <a:pt x="64" y="40"/>
                      <a:pt x="62" y="41"/>
                    </a:cubicBezTo>
                    <a:cubicBezTo>
                      <a:pt x="61" y="41"/>
                      <a:pt x="60" y="41"/>
                      <a:pt x="59" y="41"/>
                    </a:cubicBezTo>
                    <a:cubicBezTo>
                      <a:pt x="58" y="42"/>
                      <a:pt x="55" y="44"/>
                      <a:pt x="55" y="42"/>
                    </a:cubicBezTo>
                    <a:cubicBezTo>
                      <a:pt x="53" y="43"/>
                      <a:pt x="51" y="42"/>
                      <a:pt x="50" y="42"/>
                    </a:cubicBezTo>
                    <a:cubicBezTo>
                      <a:pt x="50" y="42"/>
                      <a:pt x="48" y="42"/>
                      <a:pt x="48" y="42"/>
                    </a:cubicBezTo>
                    <a:cubicBezTo>
                      <a:pt x="48" y="42"/>
                      <a:pt x="45" y="43"/>
                      <a:pt x="45" y="42"/>
                    </a:cubicBezTo>
                    <a:cubicBezTo>
                      <a:pt x="43" y="42"/>
                      <a:pt x="44" y="42"/>
                      <a:pt x="43" y="42"/>
                    </a:cubicBezTo>
                    <a:cubicBezTo>
                      <a:pt x="42" y="41"/>
                      <a:pt x="40" y="41"/>
                      <a:pt x="39" y="41"/>
                    </a:cubicBezTo>
                    <a:cubicBezTo>
                      <a:pt x="36" y="41"/>
                      <a:pt x="30" y="39"/>
                      <a:pt x="28" y="38"/>
                    </a:cubicBezTo>
                    <a:cubicBezTo>
                      <a:pt x="26" y="36"/>
                      <a:pt x="26" y="35"/>
                      <a:pt x="27" y="32"/>
                    </a:cubicBezTo>
                    <a:cubicBezTo>
                      <a:pt x="25" y="33"/>
                      <a:pt x="26" y="34"/>
                      <a:pt x="23" y="34"/>
                    </a:cubicBezTo>
                    <a:cubicBezTo>
                      <a:pt x="22" y="34"/>
                      <a:pt x="21" y="34"/>
                      <a:pt x="20" y="33"/>
                    </a:cubicBezTo>
                    <a:cubicBezTo>
                      <a:pt x="17" y="30"/>
                      <a:pt x="15" y="29"/>
                      <a:pt x="13" y="26"/>
                    </a:cubicBezTo>
                    <a:cubicBezTo>
                      <a:pt x="12" y="24"/>
                      <a:pt x="11" y="23"/>
                      <a:pt x="10" y="22"/>
                    </a:cubicBezTo>
                    <a:cubicBezTo>
                      <a:pt x="8" y="21"/>
                      <a:pt x="6" y="20"/>
                      <a:pt x="5" y="19"/>
                    </a:cubicBezTo>
                    <a:cubicBezTo>
                      <a:pt x="1" y="16"/>
                      <a:pt x="1" y="14"/>
                      <a:pt x="1" y="11"/>
                    </a:cubicBezTo>
                    <a:cubicBezTo>
                      <a:pt x="0" y="9"/>
                      <a:pt x="1" y="5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BB9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87" name="Freeform 83">
                <a:extLst>
                  <a:ext uri="{FF2B5EF4-FFF2-40B4-BE49-F238E27FC236}">
                    <a16:creationId xmlns:a16="http://schemas.microsoft.com/office/drawing/2014/main" id="{615CE6DE-F1CB-4C26-86F1-19088E359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956"/>
                <a:ext cx="104" cy="59"/>
              </a:xfrm>
              <a:custGeom>
                <a:avLst/>
                <a:gdLst>
                  <a:gd name="T0" fmla="*/ 165 w 78"/>
                  <a:gd name="T1" fmla="*/ 16 h 44"/>
                  <a:gd name="T2" fmla="*/ 137 w 78"/>
                  <a:gd name="T3" fmla="*/ 27 h 44"/>
                  <a:gd name="T4" fmla="*/ 69 w 78"/>
                  <a:gd name="T5" fmla="*/ 23 h 44"/>
                  <a:gd name="T6" fmla="*/ 43 w 78"/>
                  <a:gd name="T7" fmla="*/ 9 h 44"/>
                  <a:gd name="T8" fmla="*/ 0 w 78"/>
                  <a:gd name="T9" fmla="*/ 0 h 44"/>
                  <a:gd name="T10" fmla="*/ 33 w 78"/>
                  <a:gd name="T11" fmla="*/ 15 h 44"/>
                  <a:gd name="T12" fmla="*/ 63 w 78"/>
                  <a:gd name="T13" fmla="*/ 27 h 44"/>
                  <a:gd name="T14" fmla="*/ 112 w 78"/>
                  <a:gd name="T15" fmla="*/ 34 h 44"/>
                  <a:gd name="T16" fmla="*/ 140 w 78"/>
                  <a:gd name="T17" fmla="*/ 31 h 44"/>
                  <a:gd name="T18" fmla="*/ 169 w 78"/>
                  <a:gd name="T19" fmla="*/ 23 h 44"/>
                  <a:gd name="T20" fmla="*/ 171 w 78"/>
                  <a:gd name="T21" fmla="*/ 28 h 44"/>
                  <a:gd name="T22" fmla="*/ 164 w 78"/>
                  <a:gd name="T23" fmla="*/ 38 h 44"/>
                  <a:gd name="T24" fmla="*/ 159 w 78"/>
                  <a:gd name="T25" fmla="*/ 56 h 44"/>
                  <a:gd name="T26" fmla="*/ 155 w 78"/>
                  <a:gd name="T27" fmla="*/ 64 h 44"/>
                  <a:gd name="T28" fmla="*/ 149 w 78"/>
                  <a:gd name="T29" fmla="*/ 78 h 44"/>
                  <a:gd name="T30" fmla="*/ 135 w 78"/>
                  <a:gd name="T31" fmla="*/ 94 h 44"/>
                  <a:gd name="T32" fmla="*/ 121 w 78"/>
                  <a:gd name="T33" fmla="*/ 94 h 44"/>
                  <a:gd name="T34" fmla="*/ 112 w 78"/>
                  <a:gd name="T35" fmla="*/ 97 h 44"/>
                  <a:gd name="T36" fmla="*/ 105 w 78"/>
                  <a:gd name="T37" fmla="*/ 97 h 44"/>
                  <a:gd name="T38" fmla="*/ 95 w 78"/>
                  <a:gd name="T39" fmla="*/ 97 h 44"/>
                  <a:gd name="T40" fmla="*/ 85 w 78"/>
                  <a:gd name="T41" fmla="*/ 94 h 44"/>
                  <a:gd name="T42" fmla="*/ 76 w 78"/>
                  <a:gd name="T43" fmla="*/ 90 h 44"/>
                  <a:gd name="T44" fmla="*/ 65 w 78"/>
                  <a:gd name="T45" fmla="*/ 91 h 44"/>
                  <a:gd name="T46" fmla="*/ 55 w 78"/>
                  <a:gd name="T47" fmla="*/ 84 h 44"/>
                  <a:gd name="T48" fmla="*/ 59 w 78"/>
                  <a:gd name="T49" fmla="*/ 72 h 44"/>
                  <a:gd name="T50" fmla="*/ 52 w 78"/>
                  <a:gd name="T51" fmla="*/ 78 h 44"/>
                  <a:gd name="T52" fmla="*/ 52 w 78"/>
                  <a:gd name="T53" fmla="*/ 78 h 44"/>
                  <a:gd name="T54" fmla="*/ 55 w 78"/>
                  <a:gd name="T55" fmla="*/ 91 h 44"/>
                  <a:gd name="T56" fmla="*/ 80 w 78"/>
                  <a:gd name="T57" fmla="*/ 99 h 44"/>
                  <a:gd name="T58" fmla="*/ 91 w 78"/>
                  <a:gd name="T59" fmla="*/ 101 h 44"/>
                  <a:gd name="T60" fmla="*/ 95 w 78"/>
                  <a:gd name="T61" fmla="*/ 101 h 44"/>
                  <a:gd name="T62" fmla="*/ 101 w 78"/>
                  <a:gd name="T63" fmla="*/ 101 h 44"/>
                  <a:gd name="T64" fmla="*/ 107 w 78"/>
                  <a:gd name="T65" fmla="*/ 101 h 44"/>
                  <a:gd name="T66" fmla="*/ 119 w 78"/>
                  <a:gd name="T67" fmla="*/ 101 h 44"/>
                  <a:gd name="T68" fmla="*/ 128 w 78"/>
                  <a:gd name="T69" fmla="*/ 99 h 44"/>
                  <a:gd name="T70" fmla="*/ 135 w 78"/>
                  <a:gd name="T71" fmla="*/ 99 h 44"/>
                  <a:gd name="T72" fmla="*/ 151 w 78"/>
                  <a:gd name="T73" fmla="*/ 79 h 44"/>
                  <a:gd name="T74" fmla="*/ 159 w 78"/>
                  <a:gd name="T75" fmla="*/ 70 h 44"/>
                  <a:gd name="T76" fmla="*/ 164 w 78"/>
                  <a:gd name="T77" fmla="*/ 51 h 44"/>
                  <a:gd name="T78" fmla="*/ 171 w 78"/>
                  <a:gd name="T79" fmla="*/ 34 h 44"/>
                  <a:gd name="T80" fmla="*/ 176 w 78"/>
                  <a:gd name="T81" fmla="*/ 31 h 44"/>
                  <a:gd name="T82" fmla="*/ 180 w 78"/>
                  <a:gd name="T83" fmla="*/ 28 h 44"/>
                  <a:gd name="T84" fmla="*/ 183 w 78"/>
                  <a:gd name="T85" fmla="*/ 27 h 44"/>
                  <a:gd name="T86" fmla="*/ 185 w 78"/>
                  <a:gd name="T87" fmla="*/ 20 h 44"/>
                  <a:gd name="T88" fmla="*/ 165 w 78"/>
                  <a:gd name="T89" fmla="*/ 16 h 4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78" h="44">
                    <a:moveTo>
                      <a:pt x="70" y="7"/>
                    </a:moveTo>
                    <a:cubicBezTo>
                      <a:pt x="70" y="7"/>
                      <a:pt x="68" y="10"/>
                      <a:pt x="58" y="11"/>
                    </a:cubicBezTo>
                    <a:cubicBezTo>
                      <a:pt x="51" y="13"/>
                      <a:pt x="40" y="12"/>
                      <a:pt x="29" y="10"/>
                    </a:cubicBezTo>
                    <a:cubicBezTo>
                      <a:pt x="24" y="8"/>
                      <a:pt x="24" y="5"/>
                      <a:pt x="18" y="4"/>
                    </a:cubicBezTo>
                    <a:cubicBezTo>
                      <a:pt x="6" y="2"/>
                      <a:pt x="0" y="2"/>
                      <a:pt x="0" y="0"/>
                    </a:cubicBezTo>
                    <a:cubicBezTo>
                      <a:pt x="1" y="3"/>
                      <a:pt x="10" y="5"/>
                      <a:pt x="14" y="6"/>
                    </a:cubicBezTo>
                    <a:cubicBezTo>
                      <a:pt x="19" y="6"/>
                      <a:pt x="23" y="9"/>
                      <a:pt x="26" y="11"/>
                    </a:cubicBezTo>
                    <a:cubicBezTo>
                      <a:pt x="29" y="13"/>
                      <a:pt x="41" y="14"/>
                      <a:pt x="47" y="14"/>
                    </a:cubicBezTo>
                    <a:cubicBezTo>
                      <a:pt x="53" y="13"/>
                      <a:pt x="55" y="14"/>
                      <a:pt x="59" y="13"/>
                    </a:cubicBezTo>
                    <a:cubicBezTo>
                      <a:pt x="64" y="12"/>
                      <a:pt x="69" y="11"/>
                      <a:pt x="71" y="10"/>
                    </a:cubicBezTo>
                    <a:cubicBezTo>
                      <a:pt x="73" y="8"/>
                      <a:pt x="74" y="11"/>
                      <a:pt x="72" y="12"/>
                    </a:cubicBezTo>
                    <a:cubicBezTo>
                      <a:pt x="70" y="13"/>
                      <a:pt x="70" y="13"/>
                      <a:pt x="69" y="16"/>
                    </a:cubicBezTo>
                    <a:cubicBezTo>
                      <a:pt x="68" y="20"/>
                      <a:pt x="67" y="21"/>
                      <a:pt x="67" y="23"/>
                    </a:cubicBezTo>
                    <a:cubicBezTo>
                      <a:pt x="68" y="25"/>
                      <a:pt x="66" y="27"/>
                      <a:pt x="65" y="27"/>
                    </a:cubicBezTo>
                    <a:cubicBezTo>
                      <a:pt x="65" y="29"/>
                      <a:pt x="63" y="31"/>
                      <a:pt x="63" y="32"/>
                    </a:cubicBezTo>
                    <a:cubicBezTo>
                      <a:pt x="62" y="34"/>
                      <a:pt x="59" y="38"/>
                      <a:pt x="57" y="39"/>
                    </a:cubicBezTo>
                    <a:cubicBezTo>
                      <a:pt x="56" y="40"/>
                      <a:pt x="52" y="41"/>
                      <a:pt x="51" y="39"/>
                    </a:cubicBezTo>
                    <a:cubicBezTo>
                      <a:pt x="50" y="40"/>
                      <a:pt x="47" y="41"/>
                      <a:pt x="47" y="40"/>
                    </a:cubicBezTo>
                    <a:cubicBezTo>
                      <a:pt x="46" y="41"/>
                      <a:pt x="44" y="40"/>
                      <a:pt x="44" y="40"/>
                    </a:cubicBezTo>
                    <a:cubicBezTo>
                      <a:pt x="42" y="41"/>
                      <a:pt x="39" y="41"/>
                      <a:pt x="40" y="40"/>
                    </a:cubicBezTo>
                    <a:cubicBezTo>
                      <a:pt x="38" y="40"/>
                      <a:pt x="36" y="40"/>
                      <a:pt x="36" y="39"/>
                    </a:cubicBezTo>
                    <a:cubicBezTo>
                      <a:pt x="33" y="39"/>
                      <a:pt x="32" y="38"/>
                      <a:pt x="32" y="37"/>
                    </a:cubicBezTo>
                    <a:cubicBezTo>
                      <a:pt x="30" y="39"/>
                      <a:pt x="29" y="39"/>
                      <a:pt x="28" y="38"/>
                    </a:cubicBezTo>
                    <a:cubicBezTo>
                      <a:pt x="26" y="38"/>
                      <a:pt x="22" y="36"/>
                      <a:pt x="23" y="35"/>
                    </a:cubicBezTo>
                    <a:cubicBezTo>
                      <a:pt x="23" y="33"/>
                      <a:pt x="24" y="31"/>
                      <a:pt x="25" y="30"/>
                    </a:cubicBezTo>
                    <a:cubicBezTo>
                      <a:pt x="24" y="30"/>
                      <a:pt x="23" y="31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1" y="35"/>
                      <a:pt x="21" y="36"/>
                      <a:pt x="23" y="38"/>
                    </a:cubicBezTo>
                    <a:cubicBezTo>
                      <a:pt x="25" y="39"/>
                      <a:pt x="31" y="41"/>
                      <a:pt x="34" y="41"/>
                    </a:cubicBezTo>
                    <a:cubicBezTo>
                      <a:pt x="35" y="41"/>
                      <a:pt x="37" y="41"/>
                      <a:pt x="38" y="42"/>
                    </a:cubicBezTo>
                    <a:cubicBezTo>
                      <a:pt x="39" y="42"/>
                      <a:pt x="38" y="42"/>
                      <a:pt x="40" y="42"/>
                    </a:cubicBezTo>
                    <a:cubicBezTo>
                      <a:pt x="40" y="43"/>
                      <a:pt x="43" y="42"/>
                      <a:pt x="43" y="42"/>
                    </a:cubicBezTo>
                    <a:cubicBezTo>
                      <a:pt x="43" y="42"/>
                      <a:pt x="45" y="42"/>
                      <a:pt x="45" y="42"/>
                    </a:cubicBezTo>
                    <a:cubicBezTo>
                      <a:pt x="46" y="42"/>
                      <a:pt x="48" y="43"/>
                      <a:pt x="50" y="42"/>
                    </a:cubicBezTo>
                    <a:cubicBezTo>
                      <a:pt x="50" y="44"/>
                      <a:pt x="53" y="42"/>
                      <a:pt x="54" y="41"/>
                    </a:cubicBezTo>
                    <a:cubicBezTo>
                      <a:pt x="55" y="41"/>
                      <a:pt x="56" y="41"/>
                      <a:pt x="57" y="41"/>
                    </a:cubicBezTo>
                    <a:cubicBezTo>
                      <a:pt x="59" y="40"/>
                      <a:pt x="64" y="35"/>
                      <a:pt x="64" y="33"/>
                    </a:cubicBezTo>
                    <a:cubicBezTo>
                      <a:pt x="66" y="32"/>
                      <a:pt x="66" y="30"/>
                      <a:pt x="67" y="29"/>
                    </a:cubicBezTo>
                    <a:cubicBezTo>
                      <a:pt x="70" y="28"/>
                      <a:pt x="70" y="25"/>
                      <a:pt x="69" y="21"/>
                    </a:cubicBezTo>
                    <a:cubicBezTo>
                      <a:pt x="73" y="19"/>
                      <a:pt x="72" y="16"/>
                      <a:pt x="72" y="14"/>
                    </a:cubicBezTo>
                    <a:cubicBezTo>
                      <a:pt x="73" y="13"/>
                      <a:pt x="74" y="13"/>
                      <a:pt x="74" y="13"/>
                    </a:cubicBezTo>
                    <a:cubicBezTo>
                      <a:pt x="75" y="13"/>
                      <a:pt x="75" y="12"/>
                      <a:pt x="76" y="12"/>
                    </a:cubicBezTo>
                    <a:cubicBezTo>
                      <a:pt x="76" y="11"/>
                      <a:pt x="77" y="11"/>
                      <a:pt x="77" y="11"/>
                    </a:cubicBezTo>
                    <a:cubicBezTo>
                      <a:pt x="78" y="10"/>
                      <a:pt x="78" y="9"/>
                      <a:pt x="78" y="8"/>
                    </a:cubicBezTo>
                    <a:cubicBezTo>
                      <a:pt x="76" y="8"/>
                      <a:pt x="73" y="7"/>
                      <a:pt x="70" y="7"/>
                    </a:cubicBezTo>
                    <a:close/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88" name="Freeform 84">
                <a:extLst>
                  <a:ext uri="{FF2B5EF4-FFF2-40B4-BE49-F238E27FC236}">
                    <a16:creationId xmlns:a16="http://schemas.microsoft.com/office/drawing/2014/main" id="{410CAF55-FDB1-4E66-9594-44EAD1587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972"/>
                <a:ext cx="44" cy="27"/>
              </a:xfrm>
              <a:custGeom>
                <a:avLst/>
                <a:gdLst>
                  <a:gd name="T0" fmla="*/ 79 w 33"/>
                  <a:gd name="T1" fmla="*/ 0 h 20"/>
                  <a:gd name="T2" fmla="*/ 0 w 33"/>
                  <a:gd name="T3" fmla="*/ 4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0">
                    <a:moveTo>
                      <a:pt x="33" y="0"/>
                    </a:moveTo>
                    <a:cubicBezTo>
                      <a:pt x="30" y="12"/>
                      <a:pt x="3" y="14"/>
                      <a:pt x="0" y="20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89" name="Freeform 85">
                <a:extLst>
                  <a:ext uri="{FF2B5EF4-FFF2-40B4-BE49-F238E27FC236}">
                    <a16:creationId xmlns:a16="http://schemas.microsoft.com/office/drawing/2014/main" id="{279D743C-22AD-47A0-B3B0-B2A5B8AC5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937"/>
                <a:ext cx="19" cy="46"/>
              </a:xfrm>
              <a:custGeom>
                <a:avLst/>
                <a:gdLst>
                  <a:gd name="T0" fmla="*/ 20 w 14"/>
                  <a:gd name="T1" fmla="*/ 0 h 34"/>
                  <a:gd name="T2" fmla="*/ 26 w 14"/>
                  <a:gd name="T3" fmla="*/ 57 h 34"/>
                  <a:gd name="T4" fmla="*/ 0 w 14"/>
                  <a:gd name="T5" fmla="*/ 84 h 34"/>
                  <a:gd name="T6" fmla="*/ 22 w 14"/>
                  <a:gd name="T7" fmla="*/ 50 h 34"/>
                  <a:gd name="T8" fmla="*/ 20 w 14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4">
                    <a:moveTo>
                      <a:pt x="8" y="0"/>
                    </a:moveTo>
                    <a:cubicBezTo>
                      <a:pt x="11" y="3"/>
                      <a:pt x="14" y="9"/>
                      <a:pt x="10" y="23"/>
                    </a:cubicBezTo>
                    <a:cubicBezTo>
                      <a:pt x="8" y="29"/>
                      <a:pt x="4" y="34"/>
                      <a:pt x="0" y="34"/>
                    </a:cubicBezTo>
                    <a:cubicBezTo>
                      <a:pt x="3" y="33"/>
                      <a:pt x="7" y="27"/>
                      <a:pt x="9" y="20"/>
                    </a:cubicBezTo>
                    <a:cubicBezTo>
                      <a:pt x="11" y="14"/>
                      <a:pt x="10" y="2"/>
                      <a:pt x="8" y="0"/>
                    </a:cubicBezTo>
                    <a:close/>
                  </a:path>
                </a:pathLst>
              </a:custGeom>
              <a:solidFill>
                <a:srgbClr val="DAB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90" name="Freeform 86">
                <a:extLst>
                  <a:ext uri="{FF2B5EF4-FFF2-40B4-BE49-F238E27FC236}">
                    <a16:creationId xmlns:a16="http://schemas.microsoft.com/office/drawing/2014/main" id="{D732D6C0-61C2-4653-9B4A-71BCA0F70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757"/>
                <a:ext cx="322" cy="216"/>
              </a:xfrm>
              <a:custGeom>
                <a:avLst/>
                <a:gdLst>
                  <a:gd name="T0" fmla="*/ 413 w 241"/>
                  <a:gd name="T1" fmla="*/ 299 h 162"/>
                  <a:gd name="T2" fmla="*/ 480 w 241"/>
                  <a:gd name="T3" fmla="*/ 325 h 162"/>
                  <a:gd name="T4" fmla="*/ 541 w 241"/>
                  <a:gd name="T5" fmla="*/ 305 h 162"/>
                  <a:gd name="T6" fmla="*/ 562 w 241"/>
                  <a:gd name="T7" fmla="*/ 272 h 162"/>
                  <a:gd name="T8" fmla="*/ 573 w 241"/>
                  <a:gd name="T9" fmla="*/ 241 h 162"/>
                  <a:gd name="T10" fmla="*/ 573 w 241"/>
                  <a:gd name="T11" fmla="*/ 215 h 162"/>
                  <a:gd name="T12" fmla="*/ 575 w 241"/>
                  <a:gd name="T13" fmla="*/ 193 h 162"/>
                  <a:gd name="T14" fmla="*/ 562 w 241"/>
                  <a:gd name="T15" fmla="*/ 151 h 162"/>
                  <a:gd name="T16" fmla="*/ 552 w 241"/>
                  <a:gd name="T17" fmla="*/ 123 h 162"/>
                  <a:gd name="T18" fmla="*/ 532 w 241"/>
                  <a:gd name="T19" fmla="*/ 91 h 162"/>
                  <a:gd name="T20" fmla="*/ 505 w 241"/>
                  <a:gd name="T21" fmla="*/ 65 h 162"/>
                  <a:gd name="T22" fmla="*/ 426 w 241"/>
                  <a:gd name="T23" fmla="*/ 31 h 162"/>
                  <a:gd name="T24" fmla="*/ 362 w 241"/>
                  <a:gd name="T25" fmla="*/ 15 h 162"/>
                  <a:gd name="T26" fmla="*/ 335 w 241"/>
                  <a:gd name="T27" fmla="*/ 5 h 162"/>
                  <a:gd name="T28" fmla="*/ 307 w 241"/>
                  <a:gd name="T29" fmla="*/ 7 h 162"/>
                  <a:gd name="T30" fmla="*/ 265 w 241"/>
                  <a:gd name="T31" fmla="*/ 9 h 162"/>
                  <a:gd name="T32" fmla="*/ 224 w 241"/>
                  <a:gd name="T33" fmla="*/ 20 h 162"/>
                  <a:gd name="T34" fmla="*/ 164 w 241"/>
                  <a:gd name="T35" fmla="*/ 27 h 162"/>
                  <a:gd name="T36" fmla="*/ 106 w 241"/>
                  <a:gd name="T37" fmla="*/ 59 h 162"/>
                  <a:gd name="T38" fmla="*/ 76 w 241"/>
                  <a:gd name="T39" fmla="*/ 101 h 162"/>
                  <a:gd name="T40" fmla="*/ 49 w 241"/>
                  <a:gd name="T41" fmla="*/ 128 h 162"/>
                  <a:gd name="T42" fmla="*/ 36 w 241"/>
                  <a:gd name="T43" fmla="*/ 148 h 162"/>
                  <a:gd name="T44" fmla="*/ 15 w 241"/>
                  <a:gd name="T45" fmla="*/ 215 h 162"/>
                  <a:gd name="T46" fmla="*/ 16 w 241"/>
                  <a:gd name="T47" fmla="*/ 276 h 162"/>
                  <a:gd name="T48" fmla="*/ 71 w 241"/>
                  <a:gd name="T49" fmla="*/ 351 h 162"/>
                  <a:gd name="T50" fmla="*/ 155 w 241"/>
                  <a:gd name="T51" fmla="*/ 361 h 162"/>
                  <a:gd name="T52" fmla="*/ 224 w 241"/>
                  <a:gd name="T53" fmla="*/ 357 h 162"/>
                  <a:gd name="T54" fmla="*/ 303 w 241"/>
                  <a:gd name="T55" fmla="*/ 375 h 162"/>
                  <a:gd name="T56" fmla="*/ 404 w 241"/>
                  <a:gd name="T57" fmla="*/ 357 h 162"/>
                  <a:gd name="T58" fmla="*/ 413 w 241"/>
                  <a:gd name="T59" fmla="*/ 299 h 16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41" h="162">
                    <a:moveTo>
                      <a:pt x="173" y="126"/>
                    </a:moveTo>
                    <a:cubicBezTo>
                      <a:pt x="180" y="132"/>
                      <a:pt x="194" y="137"/>
                      <a:pt x="201" y="137"/>
                    </a:cubicBezTo>
                    <a:cubicBezTo>
                      <a:pt x="210" y="136"/>
                      <a:pt x="221" y="135"/>
                      <a:pt x="227" y="129"/>
                    </a:cubicBezTo>
                    <a:cubicBezTo>
                      <a:pt x="231" y="125"/>
                      <a:pt x="233" y="119"/>
                      <a:pt x="236" y="115"/>
                    </a:cubicBezTo>
                    <a:cubicBezTo>
                      <a:pt x="238" y="111"/>
                      <a:pt x="239" y="107"/>
                      <a:pt x="240" y="102"/>
                    </a:cubicBezTo>
                    <a:cubicBezTo>
                      <a:pt x="240" y="98"/>
                      <a:pt x="241" y="94"/>
                      <a:pt x="240" y="91"/>
                    </a:cubicBezTo>
                    <a:cubicBezTo>
                      <a:pt x="240" y="88"/>
                      <a:pt x="241" y="85"/>
                      <a:pt x="241" y="82"/>
                    </a:cubicBezTo>
                    <a:cubicBezTo>
                      <a:pt x="240" y="76"/>
                      <a:pt x="239" y="69"/>
                      <a:pt x="236" y="64"/>
                    </a:cubicBezTo>
                    <a:cubicBezTo>
                      <a:pt x="234" y="60"/>
                      <a:pt x="232" y="57"/>
                      <a:pt x="231" y="52"/>
                    </a:cubicBezTo>
                    <a:cubicBezTo>
                      <a:pt x="230" y="47"/>
                      <a:pt x="227" y="42"/>
                      <a:pt x="223" y="38"/>
                    </a:cubicBezTo>
                    <a:cubicBezTo>
                      <a:pt x="221" y="35"/>
                      <a:pt x="214" y="29"/>
                      <a:pt x="212" y="28"/>
                    </a:cubicBezTo>
                    <a:cubicBezTo>
                      <a:pt x="207" y="23"/>
                      <a:pt x="187" y="9"/>
                      <a:pt x="179" y="13"/>
                    </a:cubicBezTo>
                    <a:cubicBezTo>
                      <a:pt x="176" y="6"/>
                      <a:pt x="157" y="3"/>
                      <a:pt x="152" y="6"/>
                    </a:cubicBezTo>
                    <a:cubicBezTo>
                      <a:pt x="151" y="4"/>
                      <a:pt x="147" y="3"/>
                      <a:pt x="141" y="2"/>
                    </a:cubicBezTo>
                    <a:cubicBezTo>
                      <a:pt x="136" y="2"/>
                      <a:pt x="131" y="2"/>
                      <a:pt x="129" y="3"/>
                    </a:cubicBezTo>
                    <a:cubicBezTo>
                      <a:pt x="125" y="3"/>
                      <a:pt x="115" y="0"/>
                      <a:pt x="111" y="4"/>
                    </a:cubicBezTo>
                    <a:cubicBezTo>
                      <a:pt x="106" y="0"/>
                      <a:pt x="96" y="4"/>
                      <a:pt x="94" y="8"/>
                    </a:cubicBezTo>
                    <a:cubicBezTo>
                      <a:pt x="90" y="3"/>
                      <a:pt x="79" y="5"/>
                      <a:pt x="69" y="11"/>
                    </a:cubicBezTo>
                    <a:cubicBezTo>
                      <a:pt x="61" y="15"/>
                      <a:pt x="52" y="19"/>
                      <a:pt x="44" y="25"/>
                    </a:cubicBezTo>
                    <a:cubicBezTo>
                      <a:pt x="35" y="31"/>
                      <a:pt x="27" y="40"/>
                      <a:pt x="32" y="43"/>
                    </a:cubicBezTo>
                    <a:cubicBezTo>
                      <a:pt x="25" y="45"/>
                      <a:pt x="25" y="47"/>
                      <a:pt x="21" y="54"/>
                    </a:cubicBezTo>
                    <a:cubicBezTo>
                      <a:pt x="17" y="61"/>
                      <a:pt x="15" y="62"/>
                      <a:pt x="15" y="62"/>
                    </a:cubicBezTo>
                    <a:cubicBezTo>
                      <a:pt x="11" y="66"/>
                      <a:pt x="5" y="86"/>
                      <a:pt x="6" y="91"/>
                    </a:cubicBezTo>
                    <a:cubicBezTo>
                      <a:pt x="4" y="95"/>
                      <a:pt x="0" y="113"/>
                      <a:pt x="7" y="116"/>
                    </a:cubicBezTo>
                    <a:cubicBezTo>
                      <a:pt x="6" y="123"/>
                      <a:pt x="15" y="145"/>
                      <a:pt x="30" y="148"/>
                    </a:cubicBezTo>
                    <a:cubicBezTo>
                      <a:pt x="46" y="151"/>
                      <a:pt x="55" y="150"/>
                      <a:pt x="65" y="152"/>
                    </a:cubicBezTo>
                    <a:cubicBezTo>
                      <a:pt x="75" y="153"/>
                      <a:pt x="91" y="153"/>
                      <a:pt x="94" y="151"/>
                    </a:cubicBezTo>
                    <a:cubicBezTo>
                      <a:pt x="98" y="155"/>
                      <a:pt x="123" y="160"/>
                      <a:pt x="127" y="158"/>
                    </a:cubicBezTo>
                    <a:cubicBezTo>
                      <a:pt x="136" y="160"/>
                      <a:pt x="160" y="162"/>
                      <a:pt x="169" y="151"/>
                    </a:cubicBezTo>
                    <a:cubicBezTo>
                      <a:pt x="174" y="144"/>
                      <a:pt x="178" y="132"/>
                      <a:pt x="173" y="126"/>
                    </a:cubicBezTo>
                    <a:close/>
                  </a:path>
                </a:pathLst>
              </a:custGeom>
              <a:solidFill>
                <a:srgbClr val="ED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91" name="Freeform 87">
                <a:extLst>
                  <a:ext uri="{FF2B5EF4-FFF2-40B4-BE49-F238E27FC236}">
                    <a16:creationId xmlns:a16="http://schemas.microsoft.com/office/drawing/2014/main" id="{351A96B4-8C70-47A4-84F7-EBBE4B042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761"/>
                <a:ext cx="12" cy="88"/>
              </a:xfrm>
              <a:custGeom>
                <a:avLst/>
                <a:gdLst>
                  <a:gd name="T0" fmla="*/ 15 w 9"/>
                  <a:gd name="T1" fmla="*/ 0 h 66"/>
                  <a:gd name="T2" fmla="*/ 0 w 9"/>
                  <a:gd name="T3" fmla="*/ 5 h 66"/>
                  <a:gd name="T4" fmla="*/ 7 w 9"/>
                  <a:gd name="T5" fmla="*/ 21 h 66"/>
                  <a:gd name="T6" fmla="*/ 12 w 9"/>
                  <a:gd name="T7" fmla="*/ 59 h 66"/>
                  <a:gd name="T8" fmla="*/ 15 w 9"/>
                  <a:gd name="T9" fmla="*/ 101 h 66"/>
                  <a:gd name="T10" fmla="*/ 16 w 9"/>
                  <a:gd name="T11" fmla="*/ 121 h 66"/>
                  <a:gd name="T12" fmla="*/ 16 w 9"/>
                  <a:gd name="T13" fmla="*/ 156 h 66"/>
                  <a:gd name="T14" fmla="*/ 20 w 9"/>
                  <a:gd name="T15" fmla="*/ 128 h 66"/>
                  <a:gd name="T16" fmla="*/ 20 w 9"/>
                  <a:gd name="T17" fmla="*/ 101 h 66"/>
                  <a:gd name="T18" fmla="*/ 16 w 9"/>
                  <a:gd name="T19" fmla="*/ 57 h 66"/>
                  <a:gd name="T20" fmla="*/ 16 w 9"/>
                  <a:gd name="T21" fmla="*/ 43 h 66"/>
                  <a:gd name="T22" fmla="*/ 12 w 9"/>
                  <a:gd name="T23" fmla="*/ 28 h 66"/>
                  <a:gd name="T24" fmla="*/ 12 w 9"/>
                  <a:gd name="T25" fmla="*/ 0 h 6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66">
                    <a:moveTo>
                      <a:pt x="6" y="0"/>
                    </a:moveTo>
                    <a:cubicBezTo>
                      <a:pt x="4" y="0"/>
                      <a:pt x="1" y="0"/>
                      <a:pt x="0" y="2"/>
                    </a:cubicBezTo>
                    <a:cubicBezTo>
                      <a:pt x="0" y="4"/>
                      <a:pt x="2" y="8"/>
                      <a:pt x="3" y="9"/>
                    </a:cubicBezTo>
                    <a:cubicBezTo>
                      <a:pt x="5" y="14"/>
                      <a:pt x="5" y="20"/>
                      <a:pt x="5" y="25"/>
                    </a:cubicBezTo>
                    <a:cubicBezTo>
                      <a:pt x="5" y="31"/>
                      <a:pt x="6" y="37"/>
                      <a:pt x="6" y="43"/>
                    </a:cubicBezTo>
                    <a:cubicBezTo>
                      <a:pt x="7" y="46"/>
                      <a:pt x="8" y="49"/>
                      <a:pt x="7" y="51"/>
                    </a:cubicBezTo>
                    <a:cubicBezTo>
                      <a:pt x="7" y="56"/>
                      <a:pt x="6" y="61"/>
                      <a:pt x="7" y="66"/>
                    </a:cubicBezTo>
                    <a:cubicBezTo>
                      <a:pt x="7" y="62"/>
                      <a:pt x="8" y="58"/>
                      <a:pt x="8" y="54"/>
                    </a:cubicBezTo>
                    <a:cubicBezTo>
                      <a:pt x="9" y="50"/>
                      <a:pt x="9" y="47"/>
                      <a:pt x="8" y="43"/>
                    </a:cubicBezTo>
                    <a:cubicBezTo>
                      <a:pt x="7" y="37"/>
                      <a:pt x="7" y="30"/>
                      <a:pt x="7" y="24"/>
                    </a:cubicBezTo>
                    <a:cubicBezTo>
                      <a:pt x="7" y="22"/>
                      <a:pt x="7" y="20"/>
                      <a:pt x="7" y="18"/>
                    </a:cubicBezTo>
                    <a:cubicBezTo>
                      <a:pt x="7" y="16"/>
                      <a:pt x="6" y="14"/>
                      <a:pt x="5" y="12"/>
                    </a:cubicBezTo>
                    <a:cubicBezTo>
                      <a:pt x="5" y="9"/>
                      <a:pt x="2" y="2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92" name="Freeform 88">
                <a:extLst>
                  <a:ext uri="{FF2B5EF4-FFF2-40B4-BE49-F238E27FC236}">
                    <a16:creationId xmlns:a16="http://schemas.microsoft.com/office/drawing/2014/main" id="{8CE6B82D-C7B9-4620-A750-BDC0A4DC8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760"/>
                <a:ext cx="18" cy="59"/>
              </a:xfrm>
              <a:custGeom>
                <a:avLst/>
                <a:gdLst>
                  <a:gd name="T0" fmla="*/ 8 w 13"/>
                  <a:gd name="T1" fmla="*/ 9 h 44"/>
                  <a:gd name="T2" fmla="*/ 1 w 13"/>
                  <a:gd name="T3" fmla="*/ 54 h 44"/>
                  <a:gd name="T4" fmla="*/ 14 w 13"/>
                  <a:gd name="T5" fmla="*/ 75 h 44"/>
                  <a:gd name="T6" fmla="*/ 14 w 13"/>
                  <a:gd name="T7" fmla="*/ 86 h 44"/>
                  <a:gd name="T8" fmla="*/ 15 w 13"/>
                  <a:gd name="T9" fmla="*/ 106 h 44"/>
                  <a:gd name="T10" fmla="*/ 14 w 13"/>
                  <a:gd name="T11" fmla="*/ 68 h 44"/>
                  <a:gd name="T12" fmla="*/ 11 w 13"/>
                  <a:gd name="T13" fmla="*/ 51 h 44"/>
                  <a:gd name="T14" fmla="*/ 14 w 13"/>
                  <a:gd name="T15" fmla="*/ 34 h 44"/>
                  <a:gd name="T16" fmla="*/ 14 w 13"/>
                  <a:gd name="T17" fmla="*/ 16 h 44"/>
                  <a:gd name="T18" fmla="*/ 14 w 13"/>
                  <a:gd name="T19" fmla="*/ 9 h 44"/>
                  <a:gd name="T20" fmla="*/ 35 w 13"/>
                  <a:gd name="T21" fmla="*/ 5 h 44"/>
                  <a:gd name="T22" fmla="*/ 8 w 13"/>
                  <a:gd name="T23" fmla="*/ 12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44">
                    <a:moveTo>
                      <a:pt x="3" y="4"/>
                    </a:moveTo>
                    <a:cubicBezTo>
                      <a:pt x="6" y="10"/>
                      <a:pt x="0" y="16"/>
                      <a:pt x="1" y="22"/>
                    </a:cubicBezTo>
                    <a:cubicBezTo>
                      <a:pt x="2" y="25"/>
                      <a:pt x="4" y="28"/>
                      <a:pt x="5" y="31"/>
                    </a:cubicBezTo>
                    <a:cubicBezTo>
                      <a:pt x="5" y="33"/>
                      <a:pt x="5" y="35"/>
                      <a:pt x="5" y="36"/>
                    </a:cubicBezTo>
                    <a:cubicBezTo>
                      <a:pt x="5" y="39"/>
                      <a:pt x="6" y="42"/>
                      <a:pt x="6" y="44"/>
                    </a:cubicBezTo>
                    <a:cubicBezTo>
                      <a:pt x="6" y="39"/>
                      <a:pt x="7" y="33"/>
                      <a:pt x="5" y="28"/>
                    </a:cubicBezTo>
                    <a:cubicBezTo>
                      <a:pt x="5" y="26"/>
                      <a:pt x="4" y="24"/>
                      <a:pt x="4" y="21"/>
                    </a:cubicBezTo>
                    <a:cubicBezTo>
                      <a:pt x="4" y="19"/>
                      <a:pt x="5" y="17"/>
                      <a:pt x="5" y="14"/>
                    </a:cubicBezTo>
                    <a:cubicBezTo>
                      <a:pt x="5" y="12"/>
                      <a:pt x="6" y="10"/>
                      <a:pt x="5" y="7"/>
                    </a:cubicBezTo>
                    <a:cubicBezTo>
                      <a:pt x="5" y="6"/>
                      <a:pt x="4" y="5"/>
                      <a:pt x="5" y="4"/>
                    </a:cubicBezTo>
                    <a:cubicBezTo>
                      <a:pt x="6" y="1"/>
                      <a:pt x="11" y="2"/>
                      <a:pt x="13" y="2"/>
                    </a:cubicBezTo>
                    <a:cubicBezTo>
                      <a:pt x="12" y="1"/>
                      <a:pt x="0" y="0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93" name="Freeform 89">
                <a:extLst>
                  <a:ext uri="{FF2B5EF4-FFF2-40B4-BE49-F238E27FC236}">
                    <a16:creationId xmlns:a16="http://schemas.microsoft.com/office/drawing/2014/main" id="{6489F2C1-44F6-4442-9E8D-B5E965F49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764"/>
                <a:ext cx="19" cy="20"/>
              </a:xfrm>
              <a:custGeom>
                <a:avLst/>
                <a:gdLst>
                  <a:gd name="T0" fmla="*/ 0 w 14"/>
                  <a:gd name="T1" fmla="*/ 33 h 15"/>
                  <a:gd name="T2" fmla="*/ 0 w 14"/>
                  <a:gd name="T3" fmla="*/ 16 h 15"/>
                  <a:gd name="T4" fmla="*/ 1 w 14"/>
                  <a:gd name="T5" fmla="*/ 5 h 15"/>
                  <a:gd name="T6" fmla="*/ 35 w 14"/>
                  <a:gd name="T7" fmla="*/ 9 h 15"/>
                  <a:gd name="T8" fmla="*/ 7 w 14"/>
                  <a:gd name="T9" fmla="*/ 15 h 15"/>
                  <a:gd name="T10" fmla="*/ 5 w 14"/>
                  <a:gd name="T11" fmla="*/ 28 h 15"/>
                  <a:gd name="T12" fmla="*/ 0 w 14"/>
                  <a:gd name="T13" fmla="*/ 36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0" y="14"/>
                    </a:moveTo>
                    <a:cubicBezTo>
                      <a:pt x="0" y="11"/>
                      <a:pt x="0" y="9"/>
                      <a:pt x="0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12" y="3"/>
                      <a:pt x="14" y="4"/>
                    </a:cubicBezTo>
                    <a:cubicBezTo>
                      <a:pt x="11" y="4"/>
                      <a:pt x="5" y="2"/>
                      <a:pt x="3" y="6"/>
                    </a:cubicBezTo>
                    <a:cubicBezTo>
                      <a:pt x="2" y="8"/>
                      <a:pt x="3" y="10"/>
                      <a:pt x="2" y="12"/>
                    </a:cubicBezTo>
                    <a:cubicBezTo>
                      <a:pt x="1" y="13"/>
                      <a:pt x="0" y="13"/>
                      <a:pt x="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94" name="Freeform 90">
                <a:extLst>
                  <a:ext uri="{FF2B5EF4-FFF2-40B4-BE49-F238E27FC236}">
                    <a16:creationId xmlns:a16="http://schemas.microsoft.com/office/drawing/2014/main" id="{B6F8ED1F-AB65-4FA9-A788-AEAE0304B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776"/>
                <a:ext cx="38" cy="17"/>
              </a:xfrm>
              <a:custGeom>
                <a:avLst/>
                <a:gdLst>
                  <a:gd name="T0" fmla="*/ 0 w 29"/>
                  <a:gd name="T1" fmla="*/ 16 h 13"/>
                  <a:gd name="T2" fmla="*/ 7 w 29"/>
                  <a:gd name="T3" fmla="*/ 1 h 13"/>
                  <a:gd name="T4" fmla="*/ 24 w 29"/>
                  <a:gd name="T5" fmla="*/ 5 h 13"/>
                  <a:gd name="T6" fmla="*/ 66 w 29"/>
                  <a:gd name="T7" fmla="*/ 29 h 13"/>
                  <a:gd name="T8" fmla="*/ 22 w 29"/>
                  <a:gd name="T9" fmla="*/ 9 h 13"/>
                  <a:gd name="T10" fmla="*/ 7 w 29"/>
                  <a:gd name="T11" fmla="*/ 9 h 13"/>
                  <a:gd name="T12" fmla="*/ 5 w 29"/>
                  <a:gd name="T13" fmla="*/ 13 h 13"/>
                  <a:gd name="T14" fmla="*/ 0 w 29"/>
                  <a:gd name="T15" fmla="*/ 16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3">
                    <a:moveTo>
                      <a:pt x="0" y="7"/>
                    </a:moveTo>
                    <a:cubicBezTo>
                      <a:pt x="1" y="5"/>
                      <a:pt x="1" y="2"/>
                      <a:pt x="3" y="1"/>
                    </a:cubicBezTo>
                    <a:cubicBezTo>
                      <a:pt x="5" y="0"/>
                      <a:pt x="9" y="1"/>
                      <a:pt x="11" y="2"/>
                    </a:cubicBezTo>
                    <a:cubicBezTo>
                      <a:pt x="17" y="5"/>
                      <a:pt x="24" y="8"/>
                      <a:pt x="29" y="13"/>
                    </a:cubicBezTo>
                    <a:cubicBezTo>
                      <a:pt x="23" y="9"/>
                      <a:pt x="17" y="6"/>
                      <a:pt x="10" y="4"/>
                    </a:cubicBezTo>
                    <a:cubicBezTo>
                      <a:pt x="8" y="3"/>
                      <a:pt x="5" y="2"/>
                      <a:pt x="3" y="4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1" y="6"/>
                      <a:pt x="0" y="6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95" name="Freeform 91">
                <a:extLst>
                  <a:ext uri="{FF2B5EF4-FFF2-40B4-BE49-F238E27FC236}">
                    <a16:creationId xmlns:a16="http://schemas.microsoft.com/office/drawing/2014/main" id="{11B8845A-CB05-4228-802F-D41C76D7A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852"/>
                <a:ext cx="15" cy="51"/>
              </a:xfrm>
              <a:custGeom>
                <a:avLst/>
                <a:gdLst>
                  <a:gd name="T0" fmla="*/ 19 w 11"/>
                  <a:gd name="T1" fmla="*/ 0 h 38"/>
                  <a:gd name="T2" fmla="*/ 20 w 11"/>
                  <a:gd name="T3" fmla="*/ 12 h 38"/>
                  <a:gd name="T4" fmla="*/ 20 w 11"/>
                  <a:gd name="T5" fmla="*/ 28 h 38"/>
                  <a:gd name="T6" fmla="*/ 15 w 11"/>
                  <a:gd name="T7" fmla="*/ 54 h 38"/>
                  <a:gd name="T8" fmla="*/ 7 w 11"/>
                  <a:gd name="T9" fmla="*/ 72 h 38"/>
                  <a:gd name="T10" fmla="*/ 0 w 11"/>
                  <a:gd name="T11" fmla="*/ 91 h 38"/>
                  <a:gd name="T12" fmla="*/ 14 w 11"/>
                  <a:gd name="T13" fmla="*/ 78 h 38"/>
                  <a:gd name="T14" fmla="*/ 26 w 11"/>
                  <a:gd name="T15" fmla="*/ 48 h 38"/>
                  <a:gd name="T16" fmla="*/ 26 w 11"/>
                  <a:gd name="T17" fmla="*/ 16 h 38"/>
                  <a:gd name="T18" fmla="*/ 19 w 11"/>
                  <a:gd name="T19" fmla="*/ 0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38">
                    <a:moveTo>
                      <a:pt x="7" y="0"/>
                    </a:moveTo>
                    <a:cubicBezTo>
                      <a:pt x="8" y="1"/>
                      <a:pt x="8" y="3"/>
                      <a:pt x="8" y="5"/>
                    </a:cubicBezTo>
                    <a:cubicBezTo>
                      <a:pt x="8" y="7"/>
                      <a:pt x="8" y="10"/>
                      <a:pt x="8" y="12"/>
                    </a:cubicBezTo>
                    <a:cubicBezTo>
                      <a:pt x="8" y="15"/>
                      <a:pt x="7" y="19"/>
                      <a:pt x="6" y="22"/>
                    </a:cubicBezTo>
                    <a:cubicBezTo>
                      <a:pt x="6" y="25"/>
                      <a:pt x="5" y="28"/>
                      <a:pt x="3" y="30"/>
                    </a:cubicBezTo>
                    <a:cubicBezTo>
                      <a:pt x="2" y="33"/>
                      <a:pt x="1" y="36"/>
                      <a:pt x="0" y="38"/>
                    </a:cubicBezTo>
                    <a:cubicBezTo>
                      <a:pt x="1" y="35"/>
                      <a:pt x="3" y="34"/>
                      <a:pt x="5" y="32"/>
                    </a:cubicBezTo>
                    <a:cubicBezTo>
                      <a:pt x="8" y="29"/>
                      <a:pt x="8" y="24"/>
                      <a:pt x="10" y="20"/>
                    </a:cubicBezTo>
                    <a:cubicBezTo>
                      <a:pt x="11" y="16"/>
                      <a:pt x="11" y="11"/>
                      <a:pt x="10" y="7"/>
                    </a:cubicBezTo>
                    <a:cubicBezTo>
                      <a:pt x="10" y="5"/>
                      <a:pt x="8" y="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96" name="Freeform 92">
                <a:extLst>
                  <a:ext uri="{FF2B5EF4-FFF2-40B4-BE49-F238E27FC236}">
                    <a16:creationId xmlns:a16="http://schemas.microsoft.com/office/drawing/2014/main" id="{082A3BB2-196A-463C-8A48-8931E5AFF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829"/>
                <a:ext cx="16" cy="39"/>
              </a:xfrm>
              <a:custGeom>
                <a:avLst/>
                <a:gdLst>
                  <a:gd name="T0" fmla="*/ 0 w 12"/>
                  <a:gd name="T1" fmla="*/ 5 h 29"/>
                  <a:gd name="T2" fmla="*/ 16 w 12"/>
                  <a:gd name="T3" fmla="*/ 42 h 29"/>
                  <a:gd name="T4" fmla="*/ 20 w 12"/>
                  <a:gd name="T5" fmla="*/ 70 h 29"/>
                  <a:gd name="T6" fmla="*/ 28 w 12"/>
                  <a:gd name="T7" fmla="*/ 54 h 29"/>
                  <a:gd name="T8" fmla="*/ 21 w 12"/>
                  <a:gd name="T9" fmla="*/ 31 h 29"/>
                  <a:gd name="T10" fmla="*/ 7 w 12"/>
                  <a:gd name="T11" fmla="*/ 15 h 29"/>
                  <a:gd name="T12" fmla="*/ 0 w 12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9">
                    <a:moveTo>
                      <a:pt x="0" y="2"/>
                    </a:moveTo>
                    <a:cubicBezTo>
                      <a:pt x="2" y="8"/>
                      <a:pt x="5" y="12"/>
                      <a:pt x="7" y="17"/>
                    </a:cubicBezTo>
                    <a:cubicBezTo>
                      <a:pt x="9" y="21"/>
                      <a:pt x="9" y="25"/>
                      <a:pt x="8" y="29"/>
                    </a:cubicBezTo>
                    <a:cubicBezTo>
                      <a:pt x="9" y="27"/>
                      <a:pt x="11" y="25"/>
                      <a:pt x="12" y="22"/>
                    </a:cubicBezTo>
                    <a:cubicBezTo>
                      <a:pt x="12" y="19"/>
                      <a:pt x="11" y="16"/>
                      <a:pt x="9" y="13"/>
                    </a:cubicBezTo>
                    <a:cubicBezTo>
                      <a:pt x="7" y="10"/>
                      <a:pt x="5" y="8"/>
                      <a:pt x="3" y="6"/>
                    </a:cubicBezTo>
                    <a:cubicBezTo>
                      <a:pt x="2" y="4"/>
                      <a:pt x="0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97" name="Freeform 93">
                <a:extLst>
                  <a:ext uri="{FF2B5EF4-FFF2-40B4-BE49-F238E27FC236}">
                    <a16:creationId xmlns:a16="http://schemas.microsoft.com/office/drawing/2014/main" id="{A8B8551B-37FB-4708-A882-3F7876597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863"/>
                <a:ext cx="31" cy="26"/>
              </a:xfrm>
              <a:custGeom>
                <a:avLst/>
                <a:gdLst>
                  <a:gd name="T0" fmla="*/ 0 w 23"/>
                  <a:gd name="T1" fmla="*/ 44 h 20"/>
                  <a:gd name="T2" fmla="*/ 22 w 23"/>
                  <a:gd name="T3" fmla="*/ 13 h 20"/>
                  <a:gd name="T4" fmla="*/ 40 w 23"/>
                  <a:gd name="T5" fmla="*/ 9 h 20"/>
                  <a:gd name="T6" fmla="*/ 57 w 23"/>
                  <a:gd name="T7" fmla="*/ 0 h 20"/>
                  <a:gd name="T8" fmla="*/ 43 w 23"/>
                  <a:gd name="T9" fmla="*/ 12 h 20"/>
                  <a:gd name="T10" fmla="*/ 22 w 23"/>
                  <a:gd name="T11" fmla="*/ 21 h 20"/>
                  <a:gd name="T12" fmla="*/ 7 w 23"/>
                  <a:gd name="T13" fmla="*/ 30 h 20"/>
                  <a:gd name="T14" fmla="*/ 0 w 23"/>
                  <a:gd name="T15" fmla="*/ 4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0">
                    <a:moveTo>
                      <a:pt x="0" y="20"/>
                    </a:moveTo>
                    <a:cubicBezTo>
                      <a:pt x="3" y="15"/>
                      <a:pt x="3" y="9"/>
                      <a:pt x="9" y="6"/>
                    </a:cubicBezTo>
                    <a:cubicBezTo>
                      <a:pt x="11" y="5"/>
                      <a:pt x="14" y="5"/>
                      <a:pt x="16" y="4"/>
                    </a:cubicBezTo>
                    <a:cubicBezTo>
                      <a:pt x="19" y="3"/>
                      <a:pt x="21" y="1"/>
                      <a:pt x="23" y="0"/>
                    </a:cubicBezTo>
                    <a:cubicBezTo>
                      <a:pt x="21" y="1"/>
                      <a:pt x="20" y="4"/>
                      <a:pt x="18" y="5"/>
                    </a:cubicBezTo>
                    <a:cubicBezTo>
                      <a:pt x="15" y="7"/>
                      <a:pt x="12" y="8"/>
                      <a:pt x="9" y="9"/>
                    </a:cubicBezTo>
                    <a:cubicBezTo>
                      <a:pt x="7" y="10"/>
                      <a:pt x="5" y="12"/>
                      <a:pt x="3" y="14"/>
                    </a:cubicBezTo>
                    <a:cubicBezTo>
                      <a:pt x="2" y="16"/>
                      <a:pt x="1" y="18"/>
                      <a:pt x="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98" name="Freeform 94">
                <a:extLst>
                  <a:ext uri="{FF2B5EF4-FFF2-40B4-BE49-F238E27FC236}">
                    <a16:creationId xmlns:a16="http://schemas.microsoft.com/office/drawing/2014/main" id="{B119EA50-5FD5-4236-ADB8-8782F7585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884"/>
                <a:ext cx="16" cy="36"/>
              </a:xfrm>
              <a:custGeom>
                <a:avLst/>
                <a:gdLst>
                  <a:gd name="T0" fmla="*/ 28 w 12"/>
                  <a:gd name="T1" fmla="*/ 0 h 27"/>
                  <a:gd name="T2" fmla="*/ 9 w 12"/>
                  <a:gd name="T3" fmla="*/ 31 h 27"/>
                  <a:gd name="T4" fmla="*/ 5 w 12"/>
                  <a:gd name="T5" fmla="*/ 64 h 27"/>
                  <a:gd name="T6" fmla="*/ 7 w 12"/>
                  <a:gd name="T7" fmla="*/ 48 h 27"/>
                  <a:gd name="T8" fmla="*/ 15 w 12"/>
                  <a:gd name="T9" fmla="*/ 28 h 27"/>
                  <a:gd name="T10" fmla="*/ 27 w 12"/>
                  <a:gd name="T11" fmla="*/ 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7">
                    <a:moveTo>
                      <a:pt x="12" y="0"/>
                    </a:moveTo>
                    <a:cubicBezTo>
                      <a:pt x="8" y="4"/>
                      <a:pt x="6" y="7"/>
                      <a:pt x="4" y="13"/>
                    </a:cubicBezTo>
                    <a:cubicBezTo>
                      <a:pt x="3" y="17"/>
                      <a:pt x="0" y="23"/>
                      <a:pt x="2" y="27"/>
                    </a:cubicBezTo>
                    <a:cubicBezTo>
                      <a:pt x="1" y="25"/>
                      <a:pt x="3" y="22"/>
                      <a:pt x="3" y="20"/>
                    </a:cubicBezTo>
                    <a:cubicBezTo>
                      <a:pt x="4" y="17"/>
                      <a:pt x="5" y="14"/>
                      <a:pt x="6" y="12"/>
                    </a:cubicBezTo>
                    <a:cubicBezTo>
                      <a:pt x="7" y="9"/>
                      <a:pt x="9" y="4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99" name="Freeform 95">
                <a:extLst>
                  <a:ext uri="{FF2B5EF4-FFF2-40B4-BE49-F238E27FC236}">
                    <a16:creationId xmlns:a16="http://schemas.microsoft.com/office/drawing/2014/main" id="{6B558E24-46FB-4933-827C-DEF48F869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776"/>
                <a:ext cx="11" cy="64"/>
              </a:xfrm>
              <a:custGeom>
                <a:avLst/>
                <a:gdLst>
                  <a:gd name="T0" fmla="*/ 11 w 8"/>
                  <a:gd name="T1" fmla="*/ 0 h 48"/>
                  <a:gd name="T2" fmla="*/ 8 w 8"/>
                  <a:gd name="T3" fmla="*/ 33 h 48"/>
                  <a:gd name="T4" fmla="*/ 11 w 8"/>
                  <a:gd name="T5" fmla="*/ 63 h 48"/>
                  <a:gd name="T6" fmla="*/ 6 w 8"/>
                  <a:gd name="T7" fmla="*/ 85 h 48"/>
                  <a:gd name="T8" fmla="*/ 1 w 8"/>
                  <a:gd name="T9" fmla="*/ 113 h 48"/>
                  <a:gd name="T10" fmla="*/ 11 w 8"/>
                  <a:gd name="T11" fmla="*/ 84 h 48"/>
                  <a:gd name="T12" fmla="*/ 14 w 8"/>
                  <a:gd name="T13" fmla="*/ 69 h 48"/>
                  <a:gd name="T14" fmla="*/ 15 w 8"/>
                  <a:gd name="T15" fmla="*/ 59 h 48"/>
                  <a:gd name="T16" fmla="*/ 11 w 8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48">
                    <a:moveTo>
                      <a:pt x="4" y="0"/>
                    </a:moveTo>
                    <a:cubicBezTo>
                      <a:pt x="5" y="5"/>
                      <a:pt x="2" y="10"/>
                      <a:pt x="3" y="14"/>
                    </a:cubicBezTo>
                    <a:cubicBezTo>
                      <a:pt x="3" y="18"/>
                      <a:pt x="5" y="22"/>
                      <a:pt x="4" y="26"/>
                    </a:cubicBezTo>
                    <a:cubicBezTo>
                      <a:pt x="4" y="29"/>
                      <a:pt x="3" y="33"/>
                      <a:pt x="2" y="36"/>
                    </a:cubicBezTo>
                    <a:cubicBezTo>
                      <a:pt x="0" y="40"/>
                      <a:pt x="0" y="44"/>
                      <a:pt x="1" y="48"/>
                    </a:cubicBezTo>
                    <a:cubicBezTo>
                      <a:pt x="1" y="44"/>
                      <a:pt x="2" y="40"/>
                      <a:pt x="4" y="35"/>
                    </a:cubicBezTo>
                    <a:cubicBezTo>
                      <a:pt x="5" y="33"/>
                      <a:pt x="5" y="32"/>
                      <a:pt x="5" y="29"/>
                    </a:cubicBezTo>
                    <a:cubicBezTo>
                      <a:pt x="5" y="28"/>
                      <a:pt x="6" y="26"/>
                      <a:pt x="6" y="25"/>
                    </a:cubicBezTo>
                    <a:cubicBezTo>
                      <a:pt x="8" y="17"/>
                      <a:pt x="2" y="8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00" name="Freeform 96">
                <a:extLst>
                  <a:ext uri="{FF2B5EF4-FFF2-40B4-BE49-F238E27FC236}">
                    <a16:creationId xmlns:a16="http://schemas.microsoft.com/office/drawing/2014/main" id="{83C46A51-9407-4203-96CF-38D99B2E1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825"/>
                <a:ext cx="20" cy="34"/>
              </a:xfrm>
              <a:custGeom>
                <a:avLst/>
                <a:gdLst>
                  <a:gd name="T0" fmla="*/ 9 w 15"/>
                  <a:gd name="T1" fmla="*/ 0 h 25"/>
                  <a:gd name="T2" fmla="*/ 5 w 15"/>
                  <a:gd name="T3" fmla="*/ 45 h 25"/>
                  <a:gd name="T4" fmla="*/ 16 w 15"/>
                  <a:gd name="T5" fmla="*/ 57 h 25"/>
                  <a:gd name="T6" fmla="*/ 36 w 15"/>
                  <a:gd name="T7" fmla="*/ 63 h 25"/>
                  <a:gd name="T8" fmla="*/ 9 w 15"/>
                  <a:gd name="T9" fmla="*/ 37 h 25"/>
                  <a:gd name="T10" fmla="*/ 7 w 15"/>
                  <a:gd name="T11" fmla="*/ 15 h 25"/>
                  <a:gd name="T12" fmla="*/ 7 w 15"/>
                  <a:gd name="T13" fmla="*/ 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5">
                    <a:moveTo>
                      <a:pt x="4" y="0"/>
                    </a:moveTo>
                    <a:cubicBezTo>
                      <a:pt x="0" y="5"/>
                      <a:pt x="0" y="13"/>
                      <a:pt x="2" y="18"/>
                    </a:cubicBezTo>
                    <a:cubicBezTo>
                      <a:pt x="3" y="20"/>
                      <a:pt x="5" y="22"/>
                      <a:pt x="7" y="23"/>
                    </a:cubicBezTo>
                    <a:cubicBezTo>
                      <a:pt x="10" y="24"/>
                      <a:pt x="13" y="23"/>
                      <a:pt x="15" y="25"/>
                    </a:cubicBezTo>
                    <a:cubicBezTo>
                      <a:pt x="11" y="24"/>
                      <a:pt x="5" y="19"/>
                      <a:pt x="4" y="15"/>
                    </a:cubicBezTo>
                    <a:cubicBezTo>
                      <a:pt x="3" y="12"/>
                      <a:pt x="3" y="9"/>
                      <a:pt x="3" y="6"/>
                    </a:cubicBezTo>
                    <a:cubicBezTo>
                      <a:pt x="3" y="4"/>
                      <a:pt x="4" y="3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01" name="Freeform 97">
                <a:extLst>
                  <a:ext uri="{FF2B5EF4-FFF2-40B4-BE49-F238E27FC236}">
                    <a16:creationId xmlns:a16="http://schemas.microsoft.com/office/drawing/2014/main" id="{2480BC86-56C7-4A1F-9E47-34E5CE64C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815"/>
                <a:ext cx="9" cy="32"/>
              </a:xfrm>
              <a:custGeom>
                <a:avLst/>
                <a:gdLst>
                  <a:gd name="T0" fmla="*/ 15 w 7"/>
                  <a:gd name="T1" fmla="*/ 0 h 24"/>
                  <a:gd name="T2" fmla="*/ 8 w 7"/>
                  <a:gd name="T3" fmla="*/ 16 h 24"/>
                  <a:gd name="T4" fmla="*/ 5 w 7"/>
                  <a:gd name="T5" fmla="*/ 28 h 24"/>
                  <a:gd name="T6" fmla="*/ 13 w 7"/>
                  <a:gd name="T7" fmla="*/ 57 h 24"/>
                  <a:gd name="T8" fmla="*/ 8 w 7"/>
                  <a:gd name="T9" fmla="*/ 28 h 24"/>
                  <a:gd name="T10" fmla="*/ 13 w 7"/>
                  <a:gd name="T11" fmla="*/ 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4">
                    <a:moveTo>
                      <a:pt x="7" y="0"/>
                    </a:moveTo>
                    <a:cubicBezTo>
                      <a:pt x="7" y="3"/>
                      <a:pt x="5" y="5"/>
                      <a:pt x="4" y="7"/>
                    </a:cubicBezTo>
                    <a:cubicBezTo>
                      <a:pt x="3" y="9"/>
                      <a:pt x="2" y="10"/>
                      <a:pt x="2" y="12"/>
                    </a:cubicBezTo>
                    <a:cubicBezTo>
                      <a:pt x="0" y="17"/>
                      <a:pt x="3" y="21"/>
                      <a:pt x="6" y="24"/>
                    </a:cubicBezTo>
                    <a:cubicBezTo>
                      <a:pt x="3" y="20"/>
                      <a:pt x="4" y="16"/>
                      <a:pt x="4" y="12"/>
                    </a:cubicBezTo>
                    <a:cubicBezTo>
                      <a:pt x="4" y="9"/>
                      <a:pt x="5" y="7"/>
                      <a:pt x="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02" name="Freeform 98">
                <a:extLst>
                  <a:ext uri="{FF2B5EF4-FFF2-40B4-BE49-F238E27FC236}">
                    <a16:creationId xmlns:a16="http://schemas.microsoft.com/office/drawing/2014/main" id="{9871B3FA-CB18-4585-8E6A-48C069D56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891"/>
                <a:ext cx="91" cy="33"/>
              </a:xfrm>
              <a:custGeom>
                <a:avLst/>
                <a:gdLst>
                  <a:gd name="T0" fmla="*/ 0 w 68"/>
                  <a:gd name="T1" fmla="*/ 1 h 25"/>
                  <a:gd name="T2" fmla="*/ 44 w 68"/>
                  <a:gd name="T3" fmla="*/ 7 h 25"/>
                  <a:gd name="T4" fmla="*/ 64 w 68"/>
                  <a:gd name="T5" fmla="*/ 22 h 25"/>
                  <a:gd name="T6" fmla="*/ 91 w 68"/>
                  <a:gd name="T7" fmla="*/ 32 h 25"/>
                  <a:gd name="T8" fmla="*/ 120 w 68"/>
                  <a:gd name="T9" fmla="*/ 49 h 25"/>
                  <a:gd name="T10" fmla="*/ 163 w 68"/>
                  <a:gd name="T11" fmla="*/ 55 h 25"/>
                  <a:gd name="T12" fmla="*/ 118 w 68"/>
                  <a:gd name="T13" fmla="*/ 53 h 25"/>
                  <a:gd name="T14" fmla="*/ 86 w 68"/>
                  <a:gd name="T15" fmla="*/ 34 h 25"/>
                  <a:gd name="T16" fmla="*/ 58 w 68"/>
                  <a:gd name="T17" fmla="*/ 26 h 25"/>
                  <a:gd name="T18" fmla="*/ 37 w 68"/>
                  <a:gd name="T19" fmla="*/ 7 h 25"/>
                  <a:gd name="T20" fmla="*/ 0 w 68"/>
                  <a:gd name="T21" fmla="*/ 1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25">
                    <a:moveTo>
                      <a:pt x="0" y="1"/>
                    </a:moveTo>
                    <a:cubicBezTo>
                      <a:pt x="4" y="2"/>
                      <a:pt x="15" y="0"/>
                      <a:pt x="19" y="3"/>
                    </a:cubicBezTo>
                    <a:cubicBezTo>
                      <a:pt x="22" y="5"/>
                      <a:pt x="22" y="8"/>
                      <a:pt x="27" y="10"/>
                    </a:cubicBezTo>
                    <a:cubicBezTo>
                      <a:pt x="32" y="12"/>
                      <a:pt x="33" y="11"/>
                      <a:pt x="38" y="14"/>
                    </a:cubicBezTo>
                    <a:cubicBezTo>
                      <a:pt x="42" y="17"/>
                      <a:pt x="45" y="20"/>
                      <a:pt x="50" y="21"/>
                    </a:cubicBezTo>
                    <a:cubicBezTo>
                      <a:pt x="55" y="23"/>
                      <a:pt x="62" y="22"/>
                      <a:pt x="68" y="24"/>
                    </a:cubicBezTo>
                    <a:cubicBezTo>
                      <a:pt x="65" y="23"/>
                      <a:pt x="54" y="25"/>
                      <a:pt x="49" y="23"/>
                    </a:cubicBezTo>
                    <a:cubicBezTo>
                      <a:pt x="43" y="22"/>
                      <a:pt x="39" y="16"/>
                      <a:pt x="36" y="15"/>
                    </a:cubicBezTo>
                    <a:cubicBezTo>
                      <a:pt x="33" y="15"/>
                      <a:pt x="27" y="13"/>
                      <a:pt x="24" y="11"/>
                    </a:cubicBezTo>
                    <a:cubicBezTo>
                      <a:pt x="22" y="8"/>
                      <a:pt x="18" y="4"/>
                      <a:pt x="16" y="3"/>
                    </a:cubicBezTo>
                    <a:cubicBezTo>
                      <a:pt x="15" y="3"/>
                      <a:pt x="4" y="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03" name="Freeform 99">
                <a:extLst>
                  <a:ext uri="{FF2B5EF4-FFF2-40B4-BE49-F238E27FC236}">
                    <a16:creationId xmlns:a16="http://schemas.microsoft.com/office/drawing/2014/main" id="{3788AA91-1D34-4B44-A169-27EF4BC09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912"/>
                <a:ext cx="63" cy="17"/>
              </a:xfrm>
              <a:custGeom>
                <a:avLst/>
                <a:gdLst>
                  <a:gd name="T0" fmla="*/ 79 w 47"/>
                  <a:gd name="T1" fmla="*/ 21 h 13"/>
                  <a:gd name="T2" fmla="*/ 113 w 47"/>
                  <a:gd name="T3" fmla="*/ 29 h 13"/>
                  <a:gd name="T4" fmla="*/ 84 w 47"/>
                  <a:gd name="T5" fmla="*/ 17 h 13"/>
                  <a:gd name="T6" fmla="*/ 48 w 47"/>
                  <a:gd name="T7" fmla="*/ 16 h 13"/>
                  <a:gd name="T8" fmla="*/ 0 w 47"/>
                  <a:gd name="T9" fmla="*/ 0 h 13"/>
                  <a:gd name="T10" fmla="*/ 79 w 47"/>
                  <a:gd name="T11" fmla="*/ 21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13">
                    <a:moveTo>
                      <a:pt x="33" y="9"/>
                    </a:moveTo>
                    <a:cubicBezTo>
                      <a:pt x="37" y="9"/>
                      <a:pt x="43" y="11"/>
                      <a:pt x="47" y="13"/>
                    </a:cubicBezTo>
                    <a:cubicBezTo>
                      <a:pt x="41" y="8"/>
                      <a:pt x="38" y="8"/>
                      <a:pt x="35" y="8"/>
                    </a:cubicBezTo>
                    <a:cubicBezTo>
                      <a:pt x="31" y="8"/>
                      <a:pt x="27" y="8"/>
                      <a:pt x="20" y="7"/>
                    </a:cubicBezTo>
                    <a:cubicBezTo>
                      <a:pt x="12" y="6"/>
                      <a:pt x="4" y="4"/>
                      <a:pt x="0" y="0"/>
                    </a:cubicBezTo>
                    <a:cubicBezTo>
                      <a:pt x="3" y="5"/>
                      <a:pt x="19" y="11"/>
                      <a:pt x="3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04" name="Freeform 100">
                <a:extLst>
                  <a:ext uri="{FF2B5EF4-FFF2-40B4-BE49-F238E27FC236}">
                    <a16:creationId xmlns:a16="http://schemas.microsoft.com/office/drawing/2014/main" id="{E9EEB996-869D-4E82-BFA6-835F39A39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935"/>
                <a:ext cx="56" cy="14"/>
              </a:xfrm>
              <a:custGeom>
                <a:avLst/>
                <a:gdLst>
                  <a:gd name="T0" fmla="*/ 0 w 42"/>
                  <a:gd name="T1" fmla="*/ 1 h 11"/>
                  <a:gd name="T2" fmla="*/ 48 w 42"/>
                  <a:gd name="T3" fmla="*/ 8 h 11"/>
                  <a:gd name="T4" fmla="*/ 100 w 42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1">
                    <a:moveTo>
                      <a:pt x="0" y="1"/>
                    </a:moveTo>
                    <a:cubicBezTo>
                      <a:pt x="4" y="0"/>
                      <a:pt x="12" y="1"/>
                      <a:pt x="20" y="4"/>
                    </a:cubicBezTo>
                    <a:cubicBezTo>
                      <a:pt x="28" y="7"/>
                      <a:pt x="38" y="8"/>
                      <a:pt x="4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05" name="Freeform 101">
                <a:extLst>
                  <a:ext uri="{FF2B5EF4-FFF2-40B4-BE49-F238E27FC236}">
                    <a16:creationId xmlns:a16="http://schemas.microsoft.com/office/drawing/2014/main" id="{41738DF5-F58B-409F-B7B2-BCB7030AA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857"/>
                <a:ext cx="8" cy="26"/>
              </a:xfrm>
              <a:custGeom>
                <a:avLst/>
                <a:gdLst>
                  <a:gd name="T0" fmla="*/ 0 w 6"/>
                  <a:gd name="T1" fmla="*/ 0 h 19"/>
                  <a:gd name="T2" fmla="*/ 1 w 6"/>
                  <a:gd name="T3" fmla="*/ 22 h 19"/>
                  <a:gd name="T4" fmla="*/ 15 w 6"/>
                  <a:gd name="T5" fmla="*/ 49 h 19"/>
                  <a:gd name="T6" fmla="*/ 5 w 6"/>
                  <a:gd name="T7" fmla="*/ 22 h 19"/>
                  <a:gd name="T8" fmla="*/ 1 w 6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cubicBezTo>
                      <a:pt x="2" y="2"/>
                      <a:pt x="1" y="6"/>
                      <a:pt x="1" y="9"/>
                    </a:cubicBezTo>
                    <a:cubicBezTo>
                      <a:pt x="1" y="13"/>
                      <a:pt x="3" y="17"/>
                      <a:pt x="6" y="19"/>
                    </a:cubicBezTo>
                    <a:cubicBezTo>
                      <a:pt x="4" y="16"/>
                      <a:pt x="3" y="13"/>
                      <a:pt x="2" y="9"/>
                    </a:cubicBezTo>
                    <a:cubicBezTo>
                      <a:pt x="2" y="6"/>
                      <a:pt x="2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06" name="Freeform 102">
                <a:extLst>
                  <a:ext uri="{FF2B5EF4-FFF2-40B4-BE49-F238E27FC236}">
                    <a16:creationId xmlns:a16="http://schemas.microsoft.com/office/drawing/2014/main" id="{920739EF-19E0-4D3A-BCE7-3256D4E3F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765"/>
                <a:ext cx="68" cy="39"/>
              </a:xfrm>
              <a:custGeom>
                <a:avLst/>
                <a:gdLst>
                  <a:gd name="T0" fmla="*/ 0 w 51"/>
                  <a:gd name="T1" fmla="*/ 70 h 29"/>
                  <a:gd name="T2" fmla="*/ 43 w 51"/>
                  <a:gd name="T3" fmla="*/ 36 h 29"/>
                  <a:gd name="T4" fmla="*/ 121 w 51"/>
                  <a:gd name="T5" fmla="*/ 1 h 29"/>
                  <a:gd name="T6" fmla="*/ 49 w 51"/>
                  <a:gd name="T7" fmla="*/ 36 h 29"/>
                  <a:gd name="T8" fmla="*/ 0 w 51"/>
                  <a:gd name="T9" fmla="*/ 7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9">
                    <a:moveTo>
                      <a:pt x="0" y="29"/>
                    </a:moveTo>
                    <a:cubicBezTo>
                      <a:pt x="7" y="22"/>
                      <a:pt x="13" y="17"/>
                      <a:pt x="18" y="15"/>
                    </a:cubicBezTo>
                    <a:cubicBezTo>
                      <a:pt x="24" y="12"/>
                      <a:pt x="45" y="0"/>
                      <a:pt x="51" y="1"/>
                    </a:cubicBezTo>
                    <a:cubicBezTo>
                      <a:pt x="46" y="2"/>
                      <a:pt x="27" y="12"/>
                      <a:pt x="21" y="15"/>
                    </a:cubicBezTo>
                    <a:cubicBezTo>
                      <a:pt x="16" y="18"/>
                      <a:pt x="2" y="25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07" name="Freeform 103">
                <a:extLst>
                  <a:ext uri="{FF2B5EF4-FFF2-40B4-BE49-F238E27FC236}">
                    <a16:creationId xmlns:a16="http://schemas.microsoft.com/office/drawing/2014/main" id="{21603C2C-F6B9-4361-83C8-96D854C38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817"/>
                <a:ext cx="25" cy="42"/>
              </a:xfrm>
              <a:custGeom>
                <a:avLst/>
                <a:gdLst>
                  <a:gd name="T0" fmla="*/ 43 w 19"/>
                  <a:gd name="T1" fmla="*/ 0 h 31"/>
                  <a:gd name="T2" fmla="*/ 32 w 19"/>
                  <a:gd name="T3" fmla="*/ 12 h 31"/>
                  <a:gd name="T4" fmla="*/ 12 w 19"/>
                  <a:gd name="T5" fmla="*/ 47 h 31"/>
                  <a:gd name="T6" fmla="*/ 0 w 19"/>
                  <a:gd name="T7" fmla="*/ 77 h 31"/>
                  <a:gd name="T8" fmla="*/ 14 w 19"/>
                  <a:gd name="T9" fmla="*/ 51 h 31"/>
                  <a:gd name="T10" fmla="*/ 34 w 19"/>
                  <a:gd name="T11" fmla="*/ 20 h 31"/>
                  <a:gd name="T12" fmla="*/ 43 w 1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31">
                    <a:moveTo>
                      <a:pt x="19" y="0"/>
                    </a:moveTo>
                    <a:cubicBezTo>
                      <a:pt x="15" y="1"/>
                      <a:pt x="15" y="2"/>
                      <a:pt x="14" y="5"/>
                    </a:cubicBezTo>
                    <a:cubicBezTo>
                      <a:pt x="12" y="8"/>
                      <a:pt x="8" y="16"/>
                      <a:pt x="5" y="19"/>
                    </a:cubicBezTo>
                    <a:cubicBezTo>
                      <a:pt x="2" y="22"/>
                      <a:pt x="0" y="27"/>
                      <a:pt x="0" y="31"/>
                    </a:cubicBezTo>
                    <a:cubicBezTo>
                      <a:pt x="1" y="28"/>
                      <a:pt x="4" y="24"/>
                      <a:pt x="6" y="21"/>
                    </a:cubicBezTo>
                    <a:cubicBezTo>
                      <a:pt x="9" y="18"/>
                      <a:pt x="14" y="12"/>
                      <a:pt x="15" y="8"/>
                    </a:cubicBezTo>
                    <a:cubicBezTo>
                      <a:pt x="17" y="5"/>
                      <a:pt x="17" y="1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08" name="Freeform 104">
                <a:extLst>
                  <a:ext uri="{FF2B5EF4-FFF2-40B4-BE49-F238E27FC236}">
                    <a16:creationId xmlns:a16="http://schemas.microsoft.com/office/drawing/2014/main" id="{55CCCFE5-1B4B-4D1C-AF5A-B8D0C249C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812"/>
                <a:ext cx="16" cy="27"/>
              </a:xfrm>
              <a:custGeom>
                <a:avLst/>
                <a:gdLst>
                  <a:gd name="T0" fmla="*/ 0 w 12"/>
                  <a:gd name="T1" fmla="*/ 1 h 20"/>
                  <a:gd name="T2" fmla="*/ 20 w 12"/>
                  <a:gd name="T3" fmla="*/ 26 h 20"/>
                  <a:gd name="T4" fmla="*/ 23 w 12"/>
                  <a:gd name="T5" fmla="*/ 49 h 20"/>
                  <a:gd name="T6" fmla="*/ 27 w 12"/>
                  <a:gd name="T7" fmla="*/ 27 h 20"/>
                  <a:gd name="T8" fmla="*/ 16 w 12"/>
                  <a:gd name="T9" fmla="*/ 12 h 20"/>
                  <a:gd name="T10" fmla="*/ 1 w 12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0">
                    <a:moveTo>
                      <a:pt x="0" y="1"/>
                    </a:moveTo>
                    <a:cubicBezTo>
                      <a:pt x="1" y="4"/>
                      <a:pt x="6" y="7"/>
                      <a:pt x="8" y="10"/>
                    </a:cubicBezTo>
                    <a:cubicBezTo>
                      <a:pt x="10" y="14"/>
                      <a:pt x="10" y="16"/>
                      <a:pt x="10" y="20"/>
                    </a:cubicBezTo>
                    <a:cubicBezTo>
                      <a:pt x="12" y="17"/>
                      <a:pt x="12" y="14"/>
                      <a:pt x="11" y="11"/>
                    </a:cubicBezTo>
                    <a:cubicBezTo>
                      <a:pt x="10" y="8"/>
                      <a:pt x="9" y="7"/>
                      <a:pt x="7" y="5"/>
                    </a:cubicBezTo>
                    <a:cubicBezTo>
                      <a:pt x="6" y="4"/>
                      <a:pt x="2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09" name="Freeform 105">
                <a:extLst>
                  <a:ext uri="{FF2B5EF4-FFF2-40B4-BE49-F238E27FC236}">
                    <a16:creationId xmlns:a16="http://schemas.microsoft.com/office/drawing/2014/main" id="{7B3A13CE-6719-4E5F-AC7D-DC6707D4A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820"/>
                <a:ext cx="12" cy="64"/>
              </a:xfrm>
              <a:custGeom>
                <a:avLst/>
                <a:gdLst>
                  <a:gd name="T0" fmla="*/ 1 w 9"/>
                  <a:gd name="T1" fmla="*/ 1 h 48"/>
                  <a:gd name="T2" fmla="*/ 7 w 9"/>
                  <a:gd name="T3" fmla="*/ 33 h 48"/>
                  <a:gd name="T4" fmla="*/ 5 w 9"/>
                  <a:gd name="T5" fmla="*/ 43 h 48"/>
                  <a:gd name="T6" fmla="*/ 9 w 9"/>
                  <a:gd name="T7" fmla="*/ 55 h 48"/>
                  <a:gd name="T8" fmla="*/ 16 w 9"/>
                  <a:gd name="T9" fmla="*/ 84 h 48"/>
                  <a:gd name="T10" fmla="*/ 15 w 9"/>
                  <a:gd name="T11" fmla="*/ 113 h 48"/>
                  <a:gd name="T12" fmla="*/ 21 w 9"/>
                  <a:gd name="T13" fmla="*/ 80 h 48"/>
                  <a:gd name="T14" fmla="*/ 12 w 9"/>
                  <a:gd name="T15" fmla="*/ 49 h 48"/>
                  <a:gd name="T16" fmla="*/ 7 w 9"/>
                  <a:gd name="T17" fmla="*/ 21 h 48"/>
                  <a:gd name="T18" fmla="*/ 0 w 9"/>
                  <a:gd name="T19" fmla="*/ 0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48">
                    <a:moveTo>
                      <a:pt x="1" y="1"/>
                    </a:moveTo>
                    <a:cubicBezTo>
                      <a:pt x="0" y="5"/>
                      <a:pt x="3" y="10"/>
                      <a:pt x="3" y="14"/>
                    </a:cubicBezTo>
                    <a:cubicBezTo>
                      <a:pt x="3" y="16"/>
                      <a:pt x="2" y="17"/>
                      <a:pt x="2" y="18"/>
                    </a:cubicBezTo>
                    <a:cubicBezTo>
                      <a:pt x="2" y="20"/>
                      <a:pt x="3" y="21"/>
                      <a:pt x="4" y="23"/>
                    </a:cubicBezTo>
                    <a:cubicBezTo>
                      <a:pt x="5" y="27"/>
                      <a:pt x="6" y="31"/>
                      <a:pt x="7" y="35"/>
                    </a:cubicBezTo>
                    <a:cubicBezTo>
                      <a:pt x="7" y="39"/>
                      <a:pt x="6" y="43"/>
                      <a:pt x="6" y="48"/>
                    </a:cubicBezTo>
                    <a:cubicBezTo>
                      <a:pt x="9" y="44"/>
                      <a:pt x="9" y="38"/>
                      <a:pt x="9" y="34"/>
                    </a:cubicBezTo>
                    <a:cubicBezTo>
                      <a:pt x="9" y="29"/>
                      <a:pt x="6" y="25"/>
                      <a:pt x="5" y="21"/>
                    </a:cubicBezTo>
                    <a:cubicBezTo>
                      <a:pt x="4" y="17"/>
                      <a:pt x="4" y="13"/>
                      <a:pt x="3" y="9"/>
                    </a:cubicBezTo>
                    <a:cubicBezTo>
                      <a:pt x="3" y="6"/>
                      <a:pt x="2" y="3"/>
                      <a:pt x="0" y="0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10" name="Freeform 106">
                <a:extLst>
                  <a:ext uri="{FF2B5EF4-FFF2-40B4-BE49-F238E27FC236}">
                    <a16:creationId xmlns:a16="http://schemas.microsoft.com/office/drawing/2014/main" id="{3D377CD5-4CBC-4C29-9378-57188F3F2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833"/>
                <a:ext cx="12" cy="59"/>
              </a:xfrm>
              <a:custGeom>
                <a:avLst/>
                <a:gdLst>
                  <a:gd name="T0" fmla="*/ 7 w 9"/>
                  <a:gd name="T1" fmla="*/ 15 h 44"/>
                  <a:gd name="T2" fmla="*/ 16 w 9"/>
                  <a:gd name="T3" fmla="*/ 36 h 44"/>
                  <a:gd name="T4" fmla="*/ 21 w 9"/>
                  <a:gd name="T5" fmla="*/ 58 h 44"/>
                  <a:gd name="T6" fmla="*/ 5 w 9"/>
                  <a:gd name="T7" fmla="*/ 106 h 44"/>
                  <a:gd name="T8" fmla="*/ 15 w 9"/>
                  <a:gd name="T9" fmla="*/ 54 h 44"/>
                  <a:gd name="T10" fmla="*/ 7 w 9"/>
                  <a:gd name="T11" fmla="*/ 21 h 44"/>
                  <a:gd name="T12" fmla="*/ 0 w 9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4">
                    <a:moveTo>
                      <a:pt x="3" y="6"/>
                    </a:moveTo>
                    <a:cubicBezTo>
                      <a:pt x="4" y="9"/>
                      <a:pt x="6" y="11"/>
                      <a:pt x="7" y="15"/>
                    </a:cubicBezTo>
                    <a:cubicBezTo>
                      <a:pt x="8" y="18"/>
                      <a:pt x="9" y="21"/>
                      <a:pt x="9" y="24"/>
                    </a:cubicBezTo>
                    <a:cubicBezTo>
                      <a:pt x="9" y="31"/>
                      <a:pt x="6" y="38"/>
                      <a:pt x="2" y="44"/>
                    </a:cubicBezTo>
                    <a:cubicBezTo>
                      <a:pt x="5" y="38"/>
                      <a:pt x="7" y="29"/>
                      <a:pt x="6" y="22"/>
                    </a:cubicBezTo>
                    <a:cubicBezTo>
                      <a:pt x="6" y="18"/>
                      <a:pt x="5" y="13"/>
                      <a:pt x="3" y="9"/>
                    </a:cubicBezTo>
                    <a:cubicBezTo>
                      <a:pt x="2" y="6"/>
                      <a:pt x="0" y="3"/>
                      <a:pt x="0" y="0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11" name="Freeform 107">
                <a:extLst>
                  <a:ext uri="{FF2B5EF4-FFF2-40B4-BE49-F238E27FC236}">
                    <a16:creationId xmlns:a16="http://schemas.microsoft.com/office/drawing/2014/main" id="{AB925544-53E3-47B3-9DA3-24CF2204C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863"/>
                <a:ext cx="11" cy="9"/>
              </a:xfrm>
              <a:custGeom>
                <a:avLst/>
                <a:gdLst>
                  <a:gd name="T0" fmla="*/ 1 w 8"/>
                  <a:gd name="T1" fmla="*/ 0 h 7"/>
                  <a:gd name="T2" fmla="*/ 21 w 8"/>
                  <a:gd name="T3" fmla="*/ 5 h 7"/>
                  <a:gd name="T4" fmla="*/ 0 w 8"/>
                  <a:gd name="T5" fmla="*/ 15 h 7"/>
                  <a:gd name="T6" fmla="*/ 6 w 8"/>
                  <a:gd name="T7" fmla="*/ 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cubicBezTo>
                      <a:pt x="1" y="4"/>
                      <a:pt x="6" y="2"/>
                      <a:pt x="8" y="2"/>
                    </a:cubicBezTo>
                    <a:cubicBezTo>
                      <a:pt x="6" y="3"/>
                      <a:pt x="2" y="4"/>
                      <a:pt x="0" y="7"/>
                    </a:cubicBezTo>
                    <a:cubicBezTo>
                      <a:pt x="1" y="5"/>
                      <a:pt x="1" y="4"/>
                      <a:pt x="2" y="3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12" name="Freeform 108">
                <a:extLst>
                  <a:ext uri="{FF2B5EF4-FFF2-40B4-BE49-F238E27FC236}">
                    <a16:creationId xmlns:a16="http://schemas.microsoft.com/office/drawing/2014/main" id="{CD6BFD6D-74F9-47C3-BB03-757F4BB8E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880"/>
                <a:ext cx="9" cy="13"/>
              </a:xfrm>
              <a:custGeom>
                <a:avLst/>
                <a:gdLst>
                  <a:gd name="T0" fmla="*/ 15 w 7"/>
                  <a:gd name="T1" fmla="*/ 0 h 10"/>
                  <a:gd name="T2" fmla="*/ 0 w 7"/>
                  <a:gd name="T3" fmla="*/ 21 h 10"/>
                  <a:gd name="T4" fmla="*/ 15 w 7"/>
                  <a:gd name="T5" fmla="*/ 22 h 10"/>
                  <a:gd name="T6" fmla="*/ 15 w 7"/>
                  <a:gd name="T7" fmla="*/ 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5" y="3"/>
                      <a:pt x="2" y="5"/>
                      <a:pt x="0" y="9"/>
                    </a:cubicBezTo>
                    <a:cubicBezTo>
                      <a:pt x="2" y="8"/>
                      <a:pt x="5" y="9"/>
                      <a:pt x="7" y="10"/>
                    </a:cubicBezTo>
                    <a:cubicBezTo>
                      <a:pt x="1" y="9"/>
                      <a:pt x="7" y="4"/>
                      <a:pt x="7" y="1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13" name="Freeform 109">
                <a:extLst>
                  <a:ext uri="{FF2B5EF4-FFF2-40B4-BE49-F238E27FC236}">
                    <a16:creationId xmlns:a16="http://schemas.microsoft.com/office/drawing/2014/main" id="{D857115F-4BD4-46DA-A4A8-758920FBD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885"/>
                <a:ext cx="33" cy="35"/>
              </a:xfrm>
              <a:custGeom>
                <a:avLst/>
                <a:gdLst>
                  <a:gd name="T0" fmla="*/ 55 w 25"/>
                  <a:gd name="T1" fmla="*/ 1 h 26"/>
                  <a:gd name="T2" fmla="*/ 50 w 25"/>
                  <a:gd name="T3" fmla="*/ 27 h 26"/>
                  <a:gd name="T4" fmla="*/ 44 w 25"/>
                  <a:gd name="T5" fmla="*/ 43 h 26"/>
                  <a:gd name="T6" fmla="*/ 0 w 25"/>
                  <a:gd name="T7" fmla="*/ 62 h 26"/>
                  <a:gd name="T8" fmla="*/ 38 w 25"/>
                  <a:gd name="T9" fmla="*/ 40 h 26"/>
                  <a:gd name="T10" fmla="*/ 45 w 25"/>
                  <a:gd name="T11" fmla="*/ 16 h 26"/>
                  <a:gd name="T12" fmla="*/ 58 w 25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6">
                    <a:moveTo>
                      <a:pt x="24" y="1"/>
                    </a:moveTo>
                    <a:cubicBezTo>
                      <a:pt x="24" y="4"/>
                      <a:pt x="23" y="8"/>
                      <a:pt x="22" y="11"/>
                    </a:cubicBezTo>
                    <a:cubicBezTo>
                      <a:pt x="20" y="13"/>
                      <a:pt x="20" y="15"/>
                      <a:pt x="19" y="18"/>
                    </a:cubicBezTo>
                    <a:cubicBezTo>
                      <a:pt x="16" y="23"/>
                      <a:pt x="6" y="26"/>
                      <a:pt x="0" y="25"/>
                    </a:cubicBezTo>
                    <a:cubicBezTo>
                      <a:pt x="6" y="25"/>
                      <a:pt x="14" y="22"/>
                      <a:pt x="17" y="16"/>
                    </a:cubicBezTo>
                    <a:cubicBezTo>
                      <a:pt x="18" y="13"/>
                      <a:pt x="18" y="10"/>
                      <a:pt x="20" y="7"/>
                    </a:cubicBezTo>
                    <a:cubicBezTo>
                      <a:pt x="22" y="5"/>
                      <a:pt x="25" y="3"/>
                      <a:pt x="25" y="0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14" name="Freeform 110">
                <a:extLst>
                  <a:ext uri="{FF2B5EF4-FFF2-40B4-BE49-F238E27FC236}">
                    <a16:creationId xmlns:a16="http://schemas.microsoft.com/office/drawing/2014/main" id="{3DA3A4C1-34AD-4068-994D-6378D5094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80"/>
                <a:ext cx="61" cy="37"/>
              </a:xfrm>
              <a:custGeom>
                <a:avLst/>
                <a:gdLst>
                  <a:gd name="T0" fmla="*/ 35 w 45"/>
                  <a:gd name="T1" fmla="*/ 63 h 28"/>
                  <a:gd name="T2" fmla="*/ 76 w 45"/>
                  <a:gd name="T3" fmla="*/ 45 h 28"/>
                  <a:gd name="T4" fmla="*/ 92 w 45"/>
                  <a:gd name="T5" fmla="*/ 26 h 28"/>
                  <a:gd name="T6" fmla="*/ 113 w 45"/>
                  <a:gd name="T7" fmla="*/ 0 h 28"/>
                  <a:gd name="T8" fmla="*/ 72 w 45"/>
                  <a:gd name="T9" fmla="*/ 37 h 28"/>
                  <a:gd name="T10" fmla="*/ 27 w 45"/>
                  <a:gd name="T11" fmla="*/ 50 h 28"/>
                  <a:gd name="T12" fmla="*/ 12 w 45"/>
                  <a:gd name="T13" fmla="*/ 38 h 28"/>
                  <a:gd name="T14" fmla="*/ 1 w 45"/>
                  <a:gd name="T15" fmla="*/ 42 h 28"/>
                  <a:gd name="T16" fmla="*/ 16 w 45"/>
                  <a:gd name="T17" fmla="*/ 50 h 28"/>
                  <a:gd name="T18" fmla="*/ 33 w 45"/>
                  <a:gd name="T19" fmla="*/ 65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28">
                    <a:moveTo>
                      <a:pt x="14" y="27"/>
                    </a:moveTo>
                    <a:cubicBezTo>
                      <a:pt x="20" y="27"/>
                      <a:pt x="25" y="25"/>
                      <a:pt x="30" y="20"/>
                    </a:cubicBezTo>
                    <a:cubicBezTo>
                      <a:pt x="33" y="18"/>
                      <a:pt x="35" y="15"/>
                      <a:pt x="37" y="11"/>
                    </a:cubicBezTo>
                    <a:cubicBezTo>
                      <a:pt x="39" y="8"/>
                      <a:pt x="41" y="2"/>
                      <a:pt x="45" y="0"/>
                    </a:cubicBezTo>
                    <a:cubicBezTo>
                      <a:pt x="38" y="1"/>
                      <a:pt x="34" y="11"/>
                      <a:pt x="29" y="16"/>
                    </a:cubicBezTo>
                    <a:cubicBezTo>
                      <a:pt x="24" y="21"/>
                      <a:pt x="18" y="24"/>
                      <a:pt x="11" y="22"/>
                    </a:cubicBezTo>
                    <a:cubicBezTo>
                      <a:pt x="8" y="21"/>
                      <a:pt x="7" y="19"/>
                      <a:pt x="5" y="17"/>
                    </a:cubicBezTo>
                    <a:cubicBezTo>
                      <a:pt x="4" y="17"/>
                      <a:pt x="0" y="15"/>
                      <a:pt x="1" y="18"/>
                    </a:cubicBezTo>
                    <a:cubicBezTo>
                      <a:pt x="1" y="20"/>
                      <a:pt x="6" y="21"/>
                      <a:pt x="7" y="22"/>
                    </a:cubicBezTo>
                    <a:cubicBezTo>
                      <a:pt x="9" y="24"/>
                      <a:pt x="11" y="27"/>
                      <a:pt x="13" y="28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15" name="Freeform 111">
                <a:extLst>
                  <a:ext uri="{FF2B5EF4-FFF2-40B4-BE49-F238E27FC236}">
                    <a16:creationId xmlns:a16="http://schemas.microsoft.com/office/drawing/2014/main" id="{C3522D14-9F35-4508-A042-D0F0FF19F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859"/>
                <a:ext cx="95" cy="44"/>
              </a:xfrm>
              <a:custGeom>
                <a:avLst/>
                <a:gdLst>
                  <a:gd name="T0" fmla="*/ 169 w 71"/>
                  <a:gd name="T1" fmla="*/ 1 h 33"/>
                  <a:gd name="T2" fmla="*/ 154 w 71"/>
                  <a:gd name="T3" fmla="*/ 63 h 33"/>
                  <a:gd name="T4" fmla="*/ 143 w 71"/>
                  <a:gd name="T5" fmla="*/ 79 h 33"/>
                  <a:gd name="T6" fmla="*/ 118 w 71"/>
                  <a:gd name="T7" fmla="*/ 64 h 33"/>
                  <a:gd name="T8" fmla="*/ 74 w 71"/>
                  <a:gd name="T9" fmla="*/ 49 h 33"/>
                  <a:gd name="T10" fmla="*/ 41 w 71"/>
                  <a:gd name="T11" fmla="*/ 36 h 33"/>
                  <a:gd name="T12" fmla="*/ 16 w 71"/>
                  <a:gd name="T13" fmla="*/ 16 h 33"/>
                  <a:gd name="T14" fmla="*/ 0 w 71"/>
                  <a:gd name="T15" fmla="*/ 9 h 33"/>
                  <a:gd name="T16" fmla="*/ 37 w 71"/>
                  <a:gd name="T17" fmla="*/ 20 h 33"/>
                  <a:gd name="T18" fmla="*/ 64 w 71"/>
                  <a:gd name="T19" fmla="*/ 36 h 33"/>
                  <a:gd name="T20" fmla="*/ 111 w 71"/>
                  <a:gd name="T21" fmla="*/ 49 h 33"/>
                  <a:gd name="T22" fmla="*/ 154 w 71"/>
                  <a:gd name="T23" fmla="*/ 48 h 33"/>
                  <a:gd name="T24" fmla="*/ 155 w 71"/>
                  <a:gd name="T25" fmla="*/ 37 h 33"/>
                  <a:gd name="T26" fmla="*/ 161 w 71"/>
                  <a:gd name="T27" fmla="*/ 27 h 33"/>
                  <a:gd name="T28" fmla="*/ 169 w 71"/>
                  <a:gd name="T29" fmla="*/ 0 h 3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1" h="33">
                    <a:moveTo>
                      <a:pt x="70" y="1"/>
                    </a:moveTo>
                    <a:cubicBezTo>
                      <a:pt x="71" y="9"/>
                      <a:pt x="68" y="19"/>
                      <a:pt x="64" y="26"/>
                    </a:cubicBezTo>
                    <a:cubicBezTo>
                      <a:pt x="62" y="29"/>
                      <a:pt x="63" y="33"/>
                      <a:pt x="60" y="33"/>
                    </a:cubicBezTo>
                    <a:cubicBezTo>
                      <a:pt x="57" y="33"/>
                      <a:pt x="52" y="28"/>
                      <a:pt x="49" y="27"/>
                    </a:cubicBezTo>
                    <a:cubicBezTo>
                      <a:pt x="43" y="24"/>
                      <a:pt x="38" y="23"/>
                      <a:pt x="31" y="21"/>
                    </a:cubicBezTo>
                    <a:cubicBezTo>
                      <a:pt x="27" y="19"/>
                      <a:pt x="21" y="18"/>
                      <a:pt x="17" y="15"/>
                    </a:cubicBezTo>
                    <a:cubicBezTo>
                      <a:pt x="14" y="12"/>
                      <a:pt x="11" y="9"/>
                      <a:pt x="7" y="7"/>
                    </a:cubicBezTo>
                    <a:cubicBezTo>
                      <a:pt x="5" y="6"/>
                      <a:pt x="2" y="5"/>
                      <a:pt x="0" y="4"/>
                    </a:cubicBezTo>
                    <a:cubicBezTo>
                      <a:pt x="5" y="5"/>
                      <a:pt x="11" y="5"/>
                      <a:pt x="16" y="8"/>
                    </a:cubicBezTo>
                    <a:cubicBezTo>
                      <a:pt x="19" y="11"/>
                      <a:pt x="23" y="13"/>
                      <a:pt x="27" y="15"/>
                    </a:cubicBezTo>
                    <a:cubicBezTo>
                      <a:pt x="33" y="17"/>
                      <a:pt x="40" y="19"/>
                      <a:pt x="46" y="21"/>
                    </a:cubicBezTo>
                    <a:cubicBezTo>
                      <a:pt x="51" y="24"/>
                      <a:pt x="60" y="26"/>
                      <a:pt x="64" y="20"/>
                    </a:cubicBezTo>
                    <a:cubicBezTo>
                      <a:pt x="65" y="18"/>
                      <a:pt x="64" y="17"/>
                      <a:pt x="65" y="16"/>
                    </a:cubicBezTo>
                    <a:cubicBezTo>
                      <a:pt x="65" y="14"/>
                      <a:pt x="66" y="12"/>
                      <a:pt x="67" y="11"/>
                    </a:cubicBezTo>
                    <a:cubicBezTo>
                      <a:pt x="69" y="8"/>
                      <a:pt x="71" y="3"/>
                      <a:pt x="70" y="0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16" name="Freeform 112">
                <a:extLst>
                  <a:ext uri="{FF2B5EF4-FFF2-40B4-BE49-F238E27FC236}">
                    <a16:creationId xmlns:a16="http://schemas.microsoft.com/office/drawing/2014/main" id="{DF0B9C7A-8CEA-4A93-BE01-716CBFB1B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833"/>
                <a:ext cx="8" cy="14"/>
              </a:xfrm>
              <a:custGeom>
                <a:avLst/>
                <a:gdLst>
                  <a:gd name="T0" fmla="*/ 0 w 6"/>
                  <a:gd name="T1" fmla="*/ 11 h 10"/>
                  <a:gd name="T2" fmla="*/ 9 w 6"/>
                  <a:gd name="T3" fmla="*/ 0 h 10"/>
                  <a:gd name="T4" fmla="*/ 15 w 6"/>
                  <a:gd name="T5" fmla="*/ 28 h 10"/>
                  <a:gd name="T6" fmla="*/ 0 w 6"/>
                  <a:gd name="T7" fmla="*/ 1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0" y="4"/>
                    </a:moveTo>
                    <a:cubicBezTo>
                      <a:pt x="2" y="3"/>
                      <a:pt x="3" y="2"/>
                      <a:pt x="4" y="0"/>
                    </a:cubicBezTo>
                    <a:cubicBezTo>
                      <a:pt x="3" y="3"/>
                      <a:pt x="5" y="7"/>
                      <a:pt x="6" y="10"/>
                    </a:cubicBezTo>
                    <a:cubicBezTo>
                      <a:pt x="5" y="7"/>
                      <a:pt x="3" y="6"/>
                      <a:pt x="0" y="5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17" name="Freeform 113">
                <a:extLst>
                  <a:ext uri="{FF2B5EF4-FFF2-40B4-BE49-F238E27FC236}">
                    <a16:creationId xmlns:a16="http://schemas.microsoft.com/office/drawing/2014/main" id="{4EC248A7-1E31-4DD0-BCD2-11C6D95EF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763"/>
                <a:ext cx="14" cy="106"/>
              </a:xfrm>
              <a:custGeom>
                <a:avLst/>
                <a:gdLst>
                  <a:gd name="T0" fmla="*/ 5 w 11"/>
                  <a:gd name="T1" fmla="*/ 0 h 80"/>
                  <a:gd name="T2" fmla="*/ 13 w 11"/>
                  <a:gd name="T3" fmla="*/ 23 h 80"/>
                  <a:gd name="T4" fmla="*/ 17 w 11"/>
                  <a:gd name="T5" fmla="*/ 49 h 80"/>
                  <a:gd name="T6" fmla="*/ 22 w 11"/>
                  <a:gd name="T7" fmla="*/ 93 h 80"/>
                  <a:gd name="T8" fmla="*/ 18 w 11"/>
                  <a:gd name="T9" fmla="*/ 129 h 80"/>
                  <a:gd name="T10" fmla="*/ 22 w 11"/>
                  <a:gd name="T11" fmla="*/ 172 h 80"/>
                  <a:gd name="T12" fmla="*/ 22 w 11"/>
                  <a:gd name="T13" fmla="*/ 186 h 80"/>
                  <a:gd name="T14" fmla="*/ 8 w 11"/>
                  <a:gd name="T15" fmla="*/ 134 h 80"/>
                  <a:gd name="T16" fmla="*/ 6 w 11"/>
                  <a:gd name="T17" fmla="*/ 86 h 80"/>
                  <a:gd name="T18" fmla="*/ 10 w 11"/>
                  <a:gd name="T19" fmla="*/ 56 h 80"/>
                  <a:gd name="T20" fmla="*/ 1 w 11"/>
                  <a:gd name="T21" fmla="*/ 33 h 80"/>
                  <a:gd name="T22" fmla="*/ 0 w 11"/>
                  <a:gd name="T23" fmla="*/ 0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" h="80">
                    <a:moveTo>
                      <a:pt x="2" y="0"/>
                    </a:moveTo>
                    <a:cubicBezTo>
                      <a:pt x="4" y="2"/>
                      <a:pt x="5" y="7"/>
                      <a:pt x="6" y="10"/>
                    </a:cubicBezTo>
                    <a:cubicBezTo>
                      <a:pt x="7" y="13"/>
                      <a:pt x="7" y="17"/>
                      <a:pt x="8" y="21"/>
                    </a:cubicBezTo>
                    <a:cubicBezTo>
                      <a:pt x="8" y="27"/>
                      <a:pt x="9" y="34"/>
                      <a:pt x="10" y="40"/>
                    </a:cubicBezTo>
                    <a:cubicBezTo>
                      <a:pt x="11" y="45"/>
                      <a:pt x="10" y="50"/>
                      <a:pt x="9" y="55"/>
                    </a:cubicBezTo>
                    <a:cubicBezTo>
                      <a:pt x="8" y="61"/>
                      <a:pt x="11" y="67"/>
                      <a:pt x="10" y="74"/>
                    </a:cubicBezTo>
                    <a:cubicBezTo>
                      <a:pt x="10" y="76"/>
                      <a:pt x="10" y="78"/>
                      <a:pt x="10" y="80"/>
                    </a:cubicBezTo>
                    <a:cubicBezTo>
                      <a:pt x="10" y="71"/>
                      <a:pt x="5" y="65"/>
                      <a:pt x="4" y="57"/>
                    </a:cubicBezTo>
                    <a:cubicBezTo>
                      <a:pt x="4" y="52"/>
                      <a:pt x="10" y="39"/>
                      <a:pt x="3" y="37"/>
                    </a:cubicBezTo>
                    <a:cubicBezTo>
                      <a:pt x="6" y="33"/>
                      <a:pt x="5" y="28"/>
                      <a:pt x="5" y="24"/>
                    </a:cubicBezTo>
                    <a:cubicBezTo>
                      <a:pt x="4" y="21"/>
                      <a:pt x="5" y="14"/>
                      <a:pt x="1" y="14"/>
                    </a:cubicBezTo>
                    <a:cubicBezTo>
                      <a:pt x="2" y="12"/>
                      <a:pt x="3" y="1"/>
                      <a:pt x="0" y="0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18" name="Freeform 114">
                <a:extLst>
                  <a:ext uri="{FF2B5EF4-FFF2-40B4-BE49-F238E27FC236}">
                    <a16:creationId xmlns:a16="http://schemas.microsoft.com/office/drawing/2014/main" id="{DAE63626-32BF-4076-9FD6-C04E7CE50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767"/>
                <a:ext cx="14" cy="72"/>
              </a:xfrm>
              <a:custGeom>
                <a:avLst/>
                <a:gdLst>
                  <a:gd name="T0" fmla="*/ 13 w 11"/>
                  <a:gd name="T1" fmla="*/ 0 h 54"/>
                  <a:gd name="T2" fmla="*/ 8 w 11"/>
                  <a:gd name="T3" fmla="*/ 36 h 54"/>
                  <a:gd name="T4" fmla="*/ 17 w 11"/>
                  <a:gd name="T5" fmla="*/ 64 h 54"/>
                  <a:gd name="T6" fmla="*/ 17 w 11"/>
                  <a:gd name="T7" fmla="*/ 80 h 54"/>
                  <a:gd name="T8" fmla="*/ 22 w 11"/>
                  <a:gd name="T9" fmla="*/ 97 h 54"/>
                  <a:gd name="T10" fmla="*/ 22 w 11"/>
                  <a:gd name="T11" fmla="*/ 128 h 54"/>
                  <a:gd name="T12" fmla="*/ 18 w 11"/>
                  <a:gd name="T13" fmla="*/ 105 h 54"/>
                  <a:gd name="T14" fmla="*/ 13 w 11"/>
                  <a:gd name="T15" fmla="*/ 91 h 54"/>
                  <a:gd name="T16" fmla="*/ 14 w 11"/>
                  <a:gd name="T17" fmla="*/ 79 h 54"/>
                  <a:gd name="T18" fmla="*/ 13 w 11"/>
                  <a:gd name="T19" fmla="*/ 69 h 54"/>
                  <a:gd name="T20" fmla="*/ 6 w 11"/>
                  <a:gd name="T21" fmla="*/ 57 h 54"/>
                  <a:gd name="T22" fmla="*/ 6 w 11"/>
                  <a:gd name="T23" fmla="*/ 43 h 54"/>
                  <a:gd name="T24" fmla="*/ 1 w 11"/>
                  <a:gd name="T25" fmla="*/ 28 h 54"/>
                  <a:gd name="T26" fmla="*/ 13 w 11"/>
                  <a:gd name="T27" fmla="*/ 0 h 5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54">
                    <a:moveTo>
                      <a:pt x="6" y="0"/>
                    </a:moveTo>
                    <a:cubicBezTo>
                      <a:pt x="8" y="5"/>
                      <a:pt x="5" y="10"/>
                      <a:pt x="4" y="15"/>
                    </a:cubicBezTo>
                    <a:cubicBezTo>
                      <a:pt x="4" y="19"/>
                      <a:pt x="7" y="23"/>
                      <a:pt x="8" y="27"/>
                    </a:cubicBezTo>
                    <a:cubicBezTo>
                      <a:pt x="8" y="29"/>
                      <a:pt x="8" y="32"/>
                      <a:pt x="8" y="34"/>
                    </a:cubicBezTo>
                    <a:cubicBezTo>
                      <a:pt x="8" y="36"/>
                      <a:pt x="9" y="38"/>
                      <a:pt x="10" y="41"/>
                    </a:cubicBezTo>
                    <a:cubicBezTo>
                      <a:pt x="10" y="44"/>
                      <a:pt x="11" y="51"/>
                      <a:pt x="10" y="54"/>
                    </a:cubicBezTo>
                    <a:cubicBezTo>
                      <a:pt x="11" y="51"/>
                      <a:pt x="10" y="47"/>
                      <a:pt x="9" y="44"/>
                    </a:cubicBezTo>
                    <a:cubicBezTo>
                      <a:pt x="8" y="41"/>
                      <a:pt x="6" y="40"/>
                      <a:pt x="6" y="38"/>
                    </a:cubicBezTo>
                    <a:cubicBezTo>
                      <a:pt x="6" y="37"/>
                      <a:pt x="7" y="35"/>
                      <a:pt x="7" y="33"/>
                    </a:cubicBezTo>
                    <a:cubicBezTo>
                      <a:pt x="7" y="31"/>
                      <a:pt x="6" y="30"/>
                      <a:pt x="6" y="29"/>
                    </a:cubicBezTo>
                    <a:cubicBezTo>
                      <a:pt x="5" y="27"/>
                      <a:pt x="5" y="24"/>
                      <a:pt x="3" y="24"/>
                    </a:cubicBezTo>
                    <a:cubicBezTo>
                      <a:pt x="5" y="22"/>
                      <a:pt x="4" y="20"/>
                      <a:pt x="3" y="18"/>
                    </a:cubicBezTo>
                    <a:cubicBezTo>
                      <a:pt x="1" y="16"/>
                      <a:pt x="0" y="15"/>
                      <a:pt x="1" y="12"/>
                    </a:cubicBezTo>
                    <a:cubicBezTo>
                      <a:pt x="3" y="8"/>
                      <a:pt x="6" y="5"/>
                      <a:pt x="6" y="0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19" name="Freeform 115">
                <a:extLst>
                  <a:ext uri="{FF2B5EF4-FFF2-40B4-BE49-F238E27FC236}">
                    <a16:creationId xmlns:a16="http://schemas.microsoft.com/office/drawing/2014/main" id="{46B17A5A-021E-41CD-BD41-3D6D67247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764"/>
                <a:ext cx="9" cy="19"/>
              </a:xfrm>
              <a:custGeom>
                <a:avLst/>
                <a:gdLst>
                  <a:gd name="T0" fmla="*/ 0 w 7"/>
                  <a:gd name="T1" fmla="*/ 0 h 14"/>
                  <a:gd name="T2" fmla="*/ 8 w 7"/>
                  <a:gd name="T3" fmla="*/ 35 h 14"/>
                  <a:gd name="T4" fmla="*/ 1 w 7"/>
                  <a:gd name="T5" fmla="*/ 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7" y="0"/>
                      <a:pt x="3" y="10"/>
                      <a:pt x="4" y="14"/>
                    </a:cubicBezTo>
                    <a:cubicBezTo>
                      <a:pt x="5" y="10"/>
                      <a:pt x="4" y="3"/>
                      <a:pt x="1" y="1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20" name="Freeform 116">
                <a:extLst>
                  <a:ext uri="{FF2B5EF4-FFF2-40B4-BE49-F238E27FC236}">
                    <a16:creationId xmlns:a16="http://schemas.microsoft.com/office/drawing/2014/main" id="{0E0097C2-2FD4-4EED-A3F8-0501AFF2B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877"/>
                <a:ext cx="47" cy="18"/>
              </a:xfrm>
              <a:custGeom>
                <a:avLst/>
                <a:gdLst>
                  <a:gd name="T0" fmla="*/ 15 w 35"/>
                  <a:gd name="T1" fmla="*/ 11 h 13"/>
                  <a:gd name="T2" fmla="*/ 54 w 35"/>
                  <a:gd name="T3" fmla="*/ 24 h 13"/>
                  <a:gd name="T4" fmla="*/ 85 w 35"/>
                  <a:gd name="T5" fmla="*/ 33 h 13"/>
                  <a:gd name="T6" fmla="*/ 79 w 35"/>
                  <a:gd name="T7" fmla="*/ 11 h 13"/>
                  <a:gd name="T8" fmla="*/ 0 w 35"/>
                  <a:gd name="T9" fmla="*/ 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">
                    <a:moveTo>
                      <a:pt x="6" y="4"/>
                    </a:moveTo>
                    <a:cubicBezTo>
                      <a:pt x="11" y="8"/>
                      <a:pt x="15" y="8"/>
                      <a:pt x="22" y="9"/>
                    </a:cubicBezTo>
                    <a:cubicBezTo>
                      <a:pt x="26" y="9"/>
                      <a:pt x="32" y="9"/>
                      <a:pt x="35" y="12"/>
                    </a:cubicBezTo>
                    <a:cubicBezTo>
                      <a:pt x="34" y="10"/>
                      <a:pt x="33" y="7"/>
                      <a:pt x="33" y="4"/>
                    </a:cubicBezTo>
                    <a:cubicBezTo>
                      <a:pt x="34" y="13"/>
                      <a:pt x="4" y="0"/>
                      <a:pt x="0" y="2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21" name="Freeform 117">
                <a:extLst>
                  <a:ext uri="{FF2B5EF4-FFF2-40B4-BE49-F238E27FC236}">
                    <a16:creationId xmlns:a16="http://schemas.microsoft.com/office/drawing/2014/main" id="{37B2D26A-2DC0-473E-A155-3AC3406E2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895"/>
                <a:ext cx="72" cy="32"/>
              </a:xfrm>
              <a:custGeom>
                <a:avLst/>
                <a:gdLst>
                  <a:gd name="T0" fmla="*/ 0 w 54"/>
                  <a:gd name="T1" fmla="*/ 0 h 24"/>
                  <a:gd name="T2" fmla="*/ 27 w 54"/>
                  <a:gd name="T3" fmla="*/ 16 h 24"/>
                  <a:gd name="T4" fmla="*/ 48 w 54"/>
                  <a:gd name="T5" fmla="*/ 31 h 24"/>
                  <a:gd name="T6" fmla="*/ 85 w 54"/>
                  <a:gd name="T7" fmla="*/ 43 h 24"/>
                  <a:gd name="T8" fmla="*/ 128 w 54"/>
                  <a:gd name="T9" fmla="*/ 57 h 24"/>
                  <a:gd name="T10" fmla="*/ 97 w 54"/>
                  <a:gd name="T11" fmla="*/ 36 h 24"/>
                  <a:gd name="T12" fmla="*/ 64 w 54"/>
                  <a:gd name="T13" fmla="*/ 31 h 24"/>
                  <a:gd name="T14" fmla="*/ 36 w 54"/>
                  <a:gd name="T15" fmla="*/ 15 h 24"/>
                  <a:gd name="T16" fmla="*/ 0 w 54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24">
                    <a:moveTo>
                      <a:pt x="0" y="0"/>
                    </a:moveTo>
                    <a:cubicBezTo>
                      <a:pt x="3" y="6"/>
                      <a:pt x="7" y="6"/>
                      <a:pt x="11" y="7"/>
                    </a:cubicBezTo>
                    <a:cubicBezTo>
                      <a:pt x="16" y="7"/>
                      <a:pt x="16" y="9"/>
                      <a:pt x="20" y="13"/>
                    </a:cubicBezTo>
                    <a:cubicBezTo>
                      <a:pt x="24" y="16"/>
                      <a:pt x="28" y="17"/>
                      <a:pt x="36" y="18"/>
                    </a:cubicBezTo>
                    <a:cubicBezTo>
                      <a:pt x="44" y="19"/>
                      <a:pt x="46" y="17"/>
                      <a:pt x="54" y="24"/>
                    </a:cubicBezTo>
                    <a:cubicBezTo>
                      <a:pt x="52" y="21"/>
                      <a:pt x="45" y="16"/>
                      <a:pt x="41" y="15"/>
                    </a:cubicBezTo>
                    <a:cubicBezTo>
                      <a:pt x="36" y="15"/>
                      <a:pt x="30" y="15"/>
                      <a:pt x="27" y="13"/>
                    </a:cubicBezTo>
                    <a:cubicBezTo>
                      <a:pt x="24" y="11"/>
                      <a:pt x="19" y="7"/>
                      <a:pt x="15" y="6"/>
                    </a:cubicBezTo>
                    <a:cubicBezTo>
                      <a:pt x="11" y="5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22" name="Freeform 118">
                <a:extLst>
                  <a:ext uri="{FF2B5EF4-FFF2-40B4-BE49-F238E27FC236}">
                    <a16:creationId xmlns:a16="http://schemas.microsoft.com/office/drawing/2014/main" id="{87F75872-F1A2-46C7-9FF6-11887DCAC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904"/>
                <a:ext cx="58" cy="17"/>
              </a:xfrm>
              <a:custGeom>
                <a:avLst/>
                <a:gdLst>
                  <a:gd name="T0" fmla="*/ 0 w 43"/>
                  <a:gd name="T1" fmla="*/ 0 h 13"/>
                  <a:gd name="T2" fmla="*/ 57 w 43"/>
                  <a:gd name="T3" fmla="*/ 24 h 13"/>
                  <a:gd name="T4" fmla="*/ 105 w 43"/>
                  <a:gd name="T5" fmla="*/ 27 h 13"/>
                  <a:gd name="T6" fmla="*/ 51 w 43"/>
                  <a:gd name="T7" fmla="*/ 17 h 13"/>
                  <a:gd name="T8" fmla="*/ 0 w 43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3">
                    <a:moveTo>
                      <a:pt x="0" y="0"/>
                    </a:moveTo>
                    <a:cubicBezTo>
                      <a:pt x="4" y="4"/>
                      <a:pt x="10" y="9"/>
                      <a:pt x="23" y="11"/>
                    </a:cubicBezTo>
                    <a:cubicBezTo>
                      <a:pt x="36" y="13"/>
                      <a:pt x="40" y="11"/>
                      <a:pt x="43" y="12"/>
                    </a:cubicBezTo>
                    <a:cubicBezTo>
                      <a:pt x="36" y="11"/>
                      <a:pt x="26" y="10"/>
                      <a:pt x="21" y="8"/>
                    </a:cubicBezTo>
                    <a:cubicBezTo>
                      <a:pt x="15" y="6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23" name="Freeform 119">
                <a:extLst>
                  <a:ext uri="{FF2B5EF4-FFF2-40B4-BE49-F238E27FC236}">
                    <a16:creationId xmlns:a16="http://schemas.microsoft.com/office/drawing/2014/main" id="{AC7A489D-4DD8-4918-AAC8-C41984AFB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921"/>
                <a:ext cx="64" cy="27"/>
              </a:xfrm>
              <a:custGeom>
                <a:avLst/>
                <a:gdLst>
                  <a:gd name="T0" fmla="*/ 0 w 48"/>
                  <a:gd name="T1" fmla="*/ 0 h 20"/>
                  <a:gd name="T2" fmla="*/ 65 w 48"/>
                  <a:gd name="T3" fmla="*/ 36 h 20"/>
                  <a:gd name="T4" fmla="*/ 113 w 48"/>
                  <a:gd name="T5" fmla="*/ 41 h 20"/>
                  <a:gd name="T6" fmla="*/ 49 w 48"/>
                  <a:gd name="T7" fmla="*/ 27 h 20"/>
                  <a:gd name="T8" fmla="*/ 0 w 48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0">
                    <a:moveTo>
                      <a:pt x="0" y="0"/>
                    </a:moveTo>
                    <a:cubicBezTo>
                      <a:pt x="3" y="2"/>
                      <a:pt x="12" y="10"/>
                      <a:pt x="28" y="15"/>
                    </a:cubicBezTo>
                    <a:cubicBezTo>
                      <a:pt x="45" y="20"/>
                      <a:pt x="44" y="15"/>
                      <a:pt x="48" y="16"/>
                    </a:cubicBezTo>
                    <a:cubicBezTo>
                      <a:pt x="43" y="15"/>
                      <a:pt x="31" y="15"/>
                      <a:pt x="21" y="11"/>
                    </a:cubicBezTo>
                    <a:cubicBezTo>
                      <a:pt x="11" y="6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24" name="Freeform 120">
                <a:extLst>
                  <a:ext uri="{FF2B5EF4-FFF2-40B4-BE49-F238E27FC236}">
                    <a16:creationId xmlns:a16="http://schemas.microsoft.com/office/drawing/2014/main" id="{A86F02F8-BACA-42AE-8EFD-936465F9D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925"/>
                <a:ext cx="10" cy="6"/>
              </a:xfrm>
              <a:custGeom>
                <a:avLst/>
                <a:gdLst>
                  <a:gd name="T0" fmla="*/ 16 w 8"/>
                  <a:gd name="T1" fmla="*/ 0 h 4"/>
                  <a:gd name="T2" fmla="*/ 0 w 8"/>
                  <a:gd name="T3" fmla="*/ 12 h 4"/>
                  <a:gd name="T4" fmla="*/ 14 w 8"/>
                  <a:gd name="T5" fmla="*/ 14 h 4"/>
                  <a:gd name="T6" fmla="*/ 16 w 8"/>
                  <a:gd name="T7" fmla="*/ 5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5" y="2"/>
                      <a:pt x="3" y="3"/>
                      <a:pt x="0" y="3"/>
                    </a:cubicBezTo>
                    <a:cubicBezTo>
                      <a:pt x="2" y="3"/>
                      <a:pt x="5" y="4"/>
                      <a:pt x="7" y="4"/>
                    </a:cubicBezTo>
                    <a:cubicBezTo>
                      <a:pt x="6" y="4"/>
                      <a:pt x="6" y="1"/>
                      <a:pt x="8" y="1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25" name="Freeform 121">
                <a:extLst>
                  <a:ext uri="{FF2B5EF4-FFF2-40B4-BE49-F238E27FC236}">
                    <a16:creationId xmlns:a16="http://schemas.microsoft.com/office/drawing/2014/main" id="{9824A459-08FB-49C8-A4BA-ACB7860BF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944"/>
                <a:ext cx="13" cy="7"/>
              </a:xfrm>
              <a:custGeom>
                <a:avLst/>
                <a:gdLst>
                  <a:gd name="T0" fmla="*/ 22 w 10"/>
                  <a:gd name="T1" fmla="*/ 6 h 5"/>
                  <a:gd name="T2" fmla="*/ 0 w 10"/>
                  <a:gd name="T3" fmla="*/ 1 h 5"/>
                  <a:gd name="T4" fmla="*/ 13 w 10"/>
                  <a:gd name="T5" fmla="*/ 14 h 5"/>
                  <a:gd name="T6" fmla="*/ 12 w 10"/>
                  <a:gd name="T7" fmla="*/ 8 h 5"/>
                  <a:gd name="T8" fmla="*/ 17 w 10"/>
                  <a:gd name="T9" fmla="*/ 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7" y="1"/>
                      <a:pt x="3" y="0"/>
                      <a:pt x="0" y="1"/>
                    </a:cubicBezTo>
                    <a:cubicBezTo>
                      <a:pt x="3" y="1"/>
                      <a:pt x="4" y="3"/>
                      <a:pt x="6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6" y="2"/>
                      <a:pt x="7" y="2"/>
                      <a:pt x="8" y="2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26" name="Freeform 122">
                <a:extLst>
                  <a:ext uri="{FF2B5EF4-FFF2-40B4-BE49-F238E27FC236}">
                    <a16:creationId xmlns:a16="http://schemas.microsoft.com/office/drawing/2014/main" id="{ABFA5B48-210D-4D6A-A804-89EED1E6C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901"/>
                <a:ext cx="8" cy="10"/>
              </a:xfrm>
              <a:custGeom>
                <a:avLst/>
                <a:gdLst>
                  <a:gd name="T0" fmla="*/ 1 w 6"/>
                  <a:gd name="T1" fmla="*/ 0 h 7"/>
                  <a:gd name="T2" fmla="*/ 15 w 6"/>
                  <a:gd name="T3" fmla="*/ 14 h 7"/>
                  <a:gd name="T4" fmla="*/ 0 w 6"/>
                  <a:gd name="T5" fmla="*/ 20 h 7"/>
                  <a:gd name="T6" fmla="*/ 1 w 6"/>
                  <a:gd name="T7" fmla="*/ 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2" y="2"/>
                      <a:pt x="4" y="3"/>
                      <a:pt x="6" y="5"/>
                    </a:cubicBezTo>
                    <a:cubicBezTo>
                      <a:pt x="4" y="5"/>
                      <a:pt x="2" y="6"/>
                      <a:pt x="0" y="7"/>
                    </a:cubicBezTo>
                    <a:cubicBezTo>
                      <a:pt x="2" y="6"/>
                      <a:pt x="1" y="5"/>
                      <a:pt x="1" y="3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27" name="Freeform 123">
                <a:extLst>
                  <a:ext uri="{FF2B5EF4-FFF2-40B4-BE49-F238E27FC236}">
                    <a16:creationId xmlns:a16="http://schemas.microsoft.com/office/drawing/2014/main" id="{A2AAF803-C60C-495D-9A11-ED17F8E7E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863"/>
                <a:ext cx="9" cy="13"/>
              </a:xfrm>
              <a:custGeom>
                <a:avLst/>
                <a:gdLst>
                  <a:gd name="T0" fmla="*/ 0 w 7"/>
                  <a:gd name="T1" fmla="*/ 17 h 10"/>
                  <a:gd name="T2" fmla="*/ 13 w 7"/>
                  <a:gd name="T3" fmla="*/ 22 h 10"/>
                  <a:gd name="T4" fmla="*/ 13 w 7"/>
                  <a:gd name="T5" fmla="*/ 0 h 10"/>
                  <a:gd name="T6" fmla="*/ 5 w 7"/>
                  <a:gd name="T7" fmla="*/ 1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0" y="8"/>
                    </a:moveTo>
                    <a:cubicBezTo>
                      <a:pt x="2" y="7"/>
                      <a:pt x="4" y="9"/>
                      <a:pt x="6" y="10"/>
                    </a:cubicBezTo>
                    <a:cubicBezTo>
                      <a:pt x="5" y="7"/>
                      <a:pt x="7" y="3"/>
                      <a:pt x="6" y="0"/>
                    </a:cubicBezTo>
                    <a:cubicBezTo>
                      <a:pt x="6" y="3"/>
                      <a:pt x="4" y="7"/>
                      <a:pt x="2" y="7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28" name="Freeform 124">
                <a:extLst>
                  <a:ext uri="{FF2B5EF4-FFF2-40B4-BE49-F238E27FC236}">
                    <a16:creationId xmlns:a16="http://schemas.microsoft.com/office/drawing/2014/main" id="{7DC3964D-080C-4C8E-AE47-C25A74635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812"/>
                <a:ext cx="18" cy="43"/>
              </a:xfrm>
              <a:custGeom>
                <a:avLst/>
                <a:gdLst>
                  <a:gd name="T0" fmla="*/ 29 w 13"/>
                  <a:gd name="T1" fmla="*/ 7 h 32"/>
                  <a:gd name="T2" fmla="*/ 11 w 13"/>
                  <a:gd name="T3" fmla="*/ 43 h 32"/>
                  <a:gd name="T4" fmla="*/ 11 w 13"/>
                  <a:gd name="T5" fmla="*/ 78 h 32"/>
                  <a:gd name="T6" fmla="*/ 8 w 13"/>
                  <a:gd name="T7" fmla="*/ 56 h 32"/>
                  <a:gd name="T8" fmla="*/ 6 w 13"/>
                  <a:gd name="T9" fmla="*/ 30 h 32"/>
                  <a:gd name="T10" fmla="*/ 35 w 13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2">
                    <a:moveTo>
                      <a:pt x="11" y="3"/>
                    </a:moveTo>
                    <a:cubicBezTo>
                      <a:pt x="9" y="8"/>
                      <a:pt x="5" y="12"/>
                      <a:pt x="4" y="18"/>
                    </a:cubicBezTo>
                    <a:cubicBezTo>
                      <a:pt x="3" y="22"/>
                      <a:pt x="9" y="28"/>
                      <a:pt x="4" y="32"/>
                    </a:cubicBezTo>
                    <a:cubicBezTo>
                      <a:pt x="5" y="29"/>
                      <a:pt x="4" y="26"/>
                      <a:pt x="3" y="23"/>
                    </a:cubicBezTo>
                    <a:cubicBezTo>
                      <a:pt x="0" y="19"/>
                      <a:pt x="0" y="16"/>
                      <a:pt x="2" y="12"/>
                    </a:cubicBezTo>
                    <a:cubicBezTo>
                      <a:pt x="4" y="7"/>
                      <a:pt x="11" y="5"/>
                      <a:pt x="13" y="0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29" name="Freeform 125">
                <a:extLst>
                  <a:ext uri="{FF2B5EF4-FFF2-40B4-BE49-F238E27FC236}">
                    <a16:creationId xmlns:a16="http://schemas.microsoft.com/office/drawing/2014/main" id="{BF8BA038-F2DC-4671-AD1B-F42630073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792"/>
                <a:ext cx="13" cy="60"/>
              </a:xfrm>
              <a:custGeom>
                <a:avLst/>
                <a:gdLst>
                  <a:gd name="T0" fmla="*/ 13 w 10"/>
                  <a:gd name="T1" fmla="*/ 1 h 45"/>
                  <a:gd name="T2" fmla="*/ 21 w 10"/>
                  <a:gd name="T3" fmla="*/ 27 h 45"/>
                  <a:gd name="T4" fmla="*/ 12 w 10"/>
                  <a:gd name="T5" fmla="*/ 57 h 45"/>
                  <a:gd name="T6" fmla="*/ 7 w 10"/>
                  <a:gd name="T7" fmla="*/ 107 h 45"/>
                  <a:gd name="T8" fmla="*/ 0 w 10"/>
                  <a:gd name="T9" fmla="*/ 71 h 45"/>
                  <a:gd name="T10" fmla="*/ 9 w 10"/>
                  <a:gd name="T11" fmla="*/ 44 h 45"/>
                  <a:gd name="T12" fmla="*/ 12 w 10"/>
                  <a:gd name="T13" fmla="*/ 27 h 45"/>
                  <a:gd name="T14" fmla="*/ 13 w 10"/>
                  <a:gd name="T15" fmla="*/ 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45">
                    <a:moveTo>
                      <a:pt x="6" y="1"/>
                    </a:moveTo>
                    <a:cubicBezTo>
                      <a:pt x="4" y="5"/>
                      <a:pt x="7" y="8"/>
                      <a:pt x="9" y="11"/>
                    </a:cubicBezTo>
                    <a:cubicBezTo>
                      <a:pt x="10" y="14"/>
                      <a:pt x="6" y="21"/>
                      <a:pt x="5" y="24"/>
                    </a:cubicBezTo>
                    <a:cubicBezTo>
                      <a:pt x="1" y="32"/>
                      <a:pt x="0" y="36"/>
                      <a:pt x="3" y="45"/>
                    </a:cubicBezTo>
                    <a:cubicBezTo>
                      <a:pt x="1" y="41"/>
                      <a:pt x="0" y="35"/>
                      <a:pt x="0" y="30"/>
                    </a:cubicBezTo>
                    <a:cubicBezTo>
                      <a:pt x="1" y="26"/>
                      <a:pt x="3" y="23"/>
                      <a:pt x="4" y="19"/>
                    </a:cubicBezTo>
                    <a:cubicBezTo>
                      <a:pt x="5" y="16"/>
                      <a:pt x="6" y="15"/>
                      <a:pt x="5" y="11"/>
                    </a:cubicBezTo>
                    <a:cubicBezTo>
                      <a:pt x="4" y="8"/>
                      <a:pt x="5" y="4"/>
                      <a:pt x="6" y="0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30" name="Freeform 126">
                <a:extLst>
                  <a:ext uri="{FF2B5EF4-FFF2-40B4-BE49-F238E27FC236}">
                    <a16:creationId xmlns:a16="http://schemas.microsoft.com/office/drawing/2014/main" id="{54613A56-0E72-4F00-A670-501696B72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793"/>
                <a:ext cx="10" cy="12"/>
              </a:xfrm>
              <a:custGeom>
                <a:avLst/>
                <a:gdLst>
                  <a:gd name="T0" fmla="*/ 0 w 7"/>
                  <a:gd name="T1" fmla="*/ 0 h 9"/>
                  <a:gd name="T2" fmla="*/ 20 w 7"/>
                  <a:gd name="T3" fmla="*/ 16 h 9"/>
                  <a:gd name="T4" fmla="*/ 1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0" y="3"/>
                      <a:pt x="2" y="9"/>
                      <a:pt x="7" y="7"/>
                    </a:cubicBezTo>
                    <a:cubicBezTo>
                      <a:pt x="4" y="7"/>
                      <a:pt x="0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31" name="Freeform 127">
                <a:extLst>
                  <a:ext uri="{FF2B5EF4-FFF2-40B4-BE49-F238E27FC236}">
                    <a16:creationId xmlns:a16="http://schemas.microsoft.com/office/drawing/2014/main" id="{B4236271-08C3-4E2E-B384-83F48A87E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788"/>
                <a:ext cx="12" cy="45"/>
              </a:xfrm>
              <a:custGeom>
                <a:avLst/>
                <a:gdLst>
                  <a:gd name="T0" fmla="*/ 9 w 9"/>
                  <a:gd name="T1" fmla="*/ 0 h 34"/>
                  <a:gd name="T2" fmla="*/ 16 w 9"/>
                  <a:gd name="T3" fmla="*/ 20 h 34"/>
                  <a:gd name="T4" fmla="*/ 21 w 9"/>
                  <a:gd name="T5" fmla="*/ 37 h 34"/>
                  <a:gd name="T6" fmla="*/ 0 w 9"/>
                  <a:gd name="T7" fmla="*/ 79 h 34"/>
                  <a:gd name="T8" fmla="*/ 9 w 9"/>
                  <a:gd name="T9" fmla="*/ 60 h 34"/>
                  <a:gd name="T10" fmla="*/ 16 w 9"/>
                  <a:gd name="T11" fmla="*/ 37 h 34"/>
                  <a:gd name="T12" fmla="*/ 12 w 9"/>
                  <a:gd name="T13" fmla="*/ 16 h 34"/>
                  <a:gd name="T14" fmla="*/ 9 w 9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34">
                    <a:moveTo>
                      <a:pt x="4" y="0"/>
                    </a:moveTo>
                    <a:cubicBezTo>
                      <a:pt x="6" y="2"/>
                      <a:pt x="6" y="6"/>
                      <a:pt x="7" y="8"/>
                    </a:cubicBezTo>
                    <a:cubicBezTo>
                      <a:pt x="8" y="11"/>
                      <a:pt x="9" y="13"/>
                      <a:pt x="9" y="16"/>
                    </a:cubicBezTo>
                    <a:cubicBezTo>
                      <a:pt x="8" y="23"/>
                      <a:pt x="4" y="29"/>
                      <a:pt x="0" y="34"/>
                    </a:cubicBezTo>
                    <a:cubicBezTo>
                      <a:pt x="0" y="32"/>
                      <a:pt x="3" y="28"/>
                      <a:pt x="4" y="26"/>
                    </a:cubicBezTo>
                    <a:cubicBezTo>
                      <a:pt x="5" y="23"/>
                      <a:pt x="7" y="19"/>
                      <a:pt x="7" y="16"/>
                    </a:cubicBezTo>
                    <a:cubicBezTo>
                      <a:pt x="7" y="13"/>
                      <a:pt x="6" y="10"/>
                      <a:pt x="5" y="7"/>
                    </a:cubicBezTo>
                    <a:cubicBezTo>
                      <a:pt x="5" y="5"/>
                      <a:pt x="4" y="2"/>
                      <a:pt x="4" y="0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32" name="Freeform 128">
                <a:extLst>
                  <a:ext uri="{FF2B5EF4-FFF2-40B4-BE49-F238E27FC236}">
                    <a16:creationId xmlns:a16="http://schemas.microsoft.com/office/drawing/2014/main" id="{71296855-DC0B-4E0B-9B85-E781FC3AB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779"/>
                <a:ext cx="8" cy="12"/>
              </a:xfrm>
              <a:custGeom>
                <a:avLst/>
                <a:gdLst>
                  <a:gd name="T0" fmla="*/ 0 w 6"/>
                  <a:gd name="T1" fmla="*/ 1 h 9"/>
                  <a:gd name="T2" fmla="*/ 12 w 6"/>
                  <a:gd name="T3" fmla="*/ 21 h 9"/>
                  <a:gd name="T4" fmla="*/ 12 w 6"/>
                  <a:gd name="T5" fmla="*/ 9 h 9"/>
                  <a:gd name="T6" fmla="*/ 15 w 6"/>
                  <a:gd name="T7" fmla="*/ 0 h 9"/>
                  <a:gd name="T8" fmla="*/ 7 w 6"/>
                  <a:gd name="T9" fmla="*/ 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0" y="1"/>
                    </a:moveTo>
                    <a:cubicBezTo>
                      <a:pt x="3" y="2"/>
                      <a:pt x="4" y="6"/>
                      <a:pt x="5" y="9"/>
                    </a:cubicBezTo>
                    <a:cubicBezTo>
                      <a:pt x="5" y="7"/>
                      <a:pt x="5" y="6"/>
                      <a:pt x="5" y="4"/>
                    </a:cubicBezTo>
                    <a:cubicBezTo>
                      <a:pt x="6" y="3"/>
                      <a:pt x="6" y="1"/>
                      <a:pt x="6" y="0"/>
                    </a:cubicBezTo>
                    <a:cubicBezTo>
                      <a:pt x="6" y="1"/>
                      <a:pt x="6" y="4"/>
                      <a:pt x="3" y="3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33" name="Freeform 129">
                <a:extLst>
                  <a:ext uri="{FF2B5EF4-FFF2-40B4-BE49-F238E27FC236}">
                    <a16:creationId xmlns:a16="http://schemas.microsoft.com/office/drawing/2014/main" id="{7DAE37B1-BE5A-485B-B277-4A28FF857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787"/>
                <a:ext cx="33" cy="29"/>
              </a:xfrm>
              <a:custGeom>
                <a:avLst/>
                <a:gdLst>
                  <a:gd name="T0" fmla="*/ 1 w 25"/>
                  <a:gd name="T1" fmla="*/ 15 h 22"/>
                  <a:gd name="T2" fmla="*/ 21 w 25"/>
                  <a:gd name="T3" fmla="*/ 9 h 22"/>
                  <a:gd name="T4" fmla="*/ 34 w 25"/>
                  <a:gd name="T5" fmla="*/ 20 h 22"/>
                  <a:gd name="T6" fmla="*/ 45 w 25"/>
                  <a:gd name="T7" fmla="*/ 37 h 22"/>
                  <a:gd name="T8" fmla="*/ 58 w 25"/>
                  <a:gd name="T9" fmla="*/ 50 h 22"/>
                  <a:gd name="T10" fmla="*/ 44 w 25"/>
                  <a:gd name="T11" fmla="*/ 34 h 22"/>
                  <a:gd name="T12" fmla="*/ 37 w 25"/>
                  <a:gd name="T13" fmla="*/ 15 h 22"/>
                  <a:gd name="T14" fmla="*/ 0 w 25"/>
                  <a:gd name="T15" fmla="*/ 16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22">
                    <a:moveTo>
                      <a:pt x="1" y="6"/>
                    </a:moveTo>
                    <a:cubicBezTo>
                      <a:pt x="3" y="4"/>
                      <a:pt x="6" y="4"/>
                      <a:pt x="9" y="4"/>
                    </a:cubicBezTo>
                    <a:cubicBezTo>
                      <a:pt x="12" y="4"/>
                      <a:pt x="14" y="6"/>
                      <a:pt x="15" y="8"/>
                    </a:cubicBezTo>
                    <a:cubicBezTo>
                      <a:pt x="17" y="11"/>
                      <a:pt x="18" y="14"/>
                      <a:pt x="20" y="16"/>
                    </a:cubicBezTo>
                    <a:cubicBezTo>
                      <a:pt x="22" y="18"/>
                      <a:pt x="23" y="20"/>
                      <a:pt x="25" y="22"/>
                    </a:cubicBezTo>
                    <a:cubicBezTo>
                      <a:pt x="23" y="21"/>
                      <a:pt x="21" y="17"/>
                      <a:pt x="19" y="15"/>
                    </a:cubicBezTo>
                    <a:cubicBezTo>
                      <a:pt x="18" y="12"/>
                      <a:pt x="18" y="8"/>
                      <a:pt x="16" y="6"/>
                    </a:cubicBezTo>
                    <a:cubicBezTo>
                      <a:pt x="11" y="0"/>
                      <a:pt x="4" y="1"/>
                      <a:pt x="0" y="7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34" name="Freeform 130">
                <a:extLst>
                  <a:ext uri="{FF2B5EF4-FFF2-40B4-BE49-F238E27FC236}">
                    <a16:creationId xmlns:a16="http://schemas.microsoft.com/office/drawing/2014/main" id="{E81C9F1E-5A5E-4FF4-8833-E5C6F214E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791"/>
                <a:ext cx="19" cy="26"/>
              </a:xfrm>
              <a:custGeom>
                <a:avLst/>
                <a:gdLst>
                  <a:gd name="T0" fmla="*/ 0 w 14"/>
                  <a:gd name="T1" fmla="*/ 0 h 20"/>
                  <a:gd name="T2" fmla="*/ 7 w 14"/>
                  <a:gd name="T3" fmla="*/ 1 h 20"/>
                  <a:gd name="T4" fmla="*/ 10 w 14"/>
                  <a:gd name="T5" fmla="*/ 9 h 20"/>
                  <a:gd name="T6" fmla="*/ 20 w 14"/>
                  <a:gd name="T7" fmla="*/ 21 h 20"/>
                  <a:gd name="T8" fmla="*/ 33 w 14"/>
                  <a:gd name="T9" fmla="*/ 29 h 20"/>
                  <a:gd name="T10" fmla="*/ 35 w 14"/>
                  <a:gd name="T11" fmla="*/ 44 h 20"/>
                  <a:gd name="T12" fmla="*/ 30 w 14"/>
                  <a:gd name="T13" fmla="*/ 35 h 20"/>
                  <a:gd name="T14" fmla="*/ 19 w 14"/>
                  <a:gd name="T15" fmla="*/ 23 h 20"/>
                  <a:gd name="T16" fmla="*/ 5 w 14"/>
                  <a:gd name="T17" fmla="*/ 12 h 20"/>
                  <a:gd name="T18" fmla="*/ 1 w 14"/>
                  <a:gd name="T19" fmla="*/ 1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0" y="0"/>
                      <a:pt x="2" y="0"/>
                      <a:pt x="3" y="1"/>
                    </a:cubicBezTo>
                    <a:cubicBezTo>
                      <a:pt x="3" y="1"/>
                      <a:pt x="3" y="3"/>
                      <a:pt x="4" y="4"/>
                    </a:cubicBezTo>
                    <a:cubicBezTo>
                      <a:pt x="5" y="6"/>
                      <a:pt x="6" y="7"/>
                      <a:pt x="8" y="9"/>
                    </a:cubicBezTo>
                    <a:cubicBezTo>
                      <a:pt x="9" y="10"/>
                      <a:pt x="12" y="12"/>
                      <a:pt x="13" y="13"/>
                    </a:cubicBezTo>
                    <a:cubicBezTo>
                      <a:pt x="14" y="16"/>
                      <a:pt x="13" y="18"/>
                      <a:pt x="14" y="20"/>
                    </a:cubicBezTo>
                    <a:cubicBezTo>
                      <a:pt x="14" y="18"/>
                      <a:pt x="13" y="17"/>
                      <a:pt x="12" y="16"/>
                    </a:cubicBezTo>
                    <a:cubicBezTo>
                      <a:pt x="10" y="14"/>
                      <a:pt x="9" y="13"/>
                      <a:pt x="7" y="11"/>
                    </a:cubicBezTo>
                    <a:cubicBezTo>
                      <a:pt x="6" y="9"/>
                      <a:pt x="4" y="8"/>
                      <a:pt x="2" y="5"/>
                    </a:cubicBezTo>
                    <a:cubicBezTo>
                      <a:pt x="1" y="4"/>
                      <a:pt x="2" y="2"/>
                      <a:pt x="1" y="1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35" name="Freeform 131">
                <a:extLst>
                  <a:ext uri="{FF2B5EF4-FFF2-40B4-BE49-F238E27FC236}">
                    <a16:creationId xmlns:a16="http://schemas.microsoft.com/office/drawing/2014/main" id="{0948FF5B-A592-41D9-820B-8FF50AB53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824"/>
                <a:ext cx="7" cy="32"/>
              </a:xfrm>
              <a:custGeom>
                <a:avLst/>
                <a:gdLst>
                  <a:gd name="T0" fmla="*/ 0 w 5"/>
                  <a:gd name="T1" fmla="*/ 0 h 24"/>
                  <a:gd name="T2" fmla="*/ 8 w 5"/>
                  <a:gd name="T3" fmla="*/ 33 h 24"/>
                  <a:gd name="T4" fmla="*/ 14 w 5"/>
                  <a:gd name="T5" fmla="*/ 57 h 24"/>
                  <a:gd name="T6" fmla="*/ 11 w 5"/>
                  <a:gd name="T7" fmla="*/ 31 h 24"/>
                  <a:gd name="T8" fmla="*/ 8 w 5"/>
                  <a:gd name="T9" fmla="*/ 12 h 24"/>
                  <a:gd name="T10" fmla="*/ 0 w 5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24">
                    <a:moveTo>
                      <a:pt x="0" y="0"/>
                    </a:moveTo>
                    <a:cubicBezTo>
                      <a:pt x="2" y="4"/>
                      <a:pt x="2" y="9"/>
                      <a:pt x="3" y="14"/>
                    </a:cubicBezTo>
                    <a:cubicBezTo>
                      <a:pt x="3" y="17"/>
                      <a:pt x="4" y="21"/>
                      <a:pt x="5" y="24"/>
                    </a:cubicBezTo>
                    <a:cubicBezTo>
                      <a:pt x="4" y="21"/>
                      <a:pt x="5" y="16"/>
                      <a:pt x="4" y="13"/>
                    </a:cubicBezTo>
                    <a:cubicBezTo>
                      <a:pt x="4" y="10"/>
                      <a:pt x="3" y="8"/>
                      <a:pt x="3" y="5"/>
                    </a:cubicBezTo>
                    <a:cubicBezTo>
                      <a:pt x="2" y="3"/>
                      <a:pt x="1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36" name="Freeform 132">
                <a:extLst>
                  <a:ext uri="{FF2B5EF4-FFF2-40B4-BE49-F238E27FC236}">
                    <a16:creationId xmlns:a16="http://schemas.microsoft.com/office/drawing/2014/main" id="{7267066C-D031-4F85-AF9D-85F7C3A25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795"/>
                <a:ext cx="16" cy="13"/>
              </a:xfrm>
              <a:custGeom>
                <a:avLst/>
                <a:gdLst>
                  <a:gd name="T0" fmla="*/ 0 w 12"/>
                  <a:gd name="T1" fmla="*/ 0 h 10"/>
                  <a:gd name="T2" fmla="*/ 28 w 12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2" y="4"/>
                      <a:pt x="8" y="8"/>
                      <a:pt x="12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37" name="Freeform 133">
                <a:extLst>
                  <a:ext uri="{FF2B5EF4-FFF2-40B4-BE49-F238E27FC236}">
                    <a16:creationId xmlns:a16="http://schemas.microsoft.com/office/drawing/2014/main" id="{BD935FCA-724C-4BB0-9D57-27605A431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793"/>
                <a:ext cx="22" cy="14"/>
              </a:xfrm>
              <a:custGeom>
                <a:avLst/>
                <a:gdLst>
                  <a:gd name="T0" fmla="*/ 0 w 16"/>
                  <a:gd name="T1" fmla="*/ 8 h 10"/>
                  <a:gd name="T2" fmla="*/ 23 w 16"/>
                  <a:gd name="T3" fmla="*/ 1 h 10"/>
                  <a:gd name="T4" fmla="*/ 41 w 16"/>
                  <a:gd name="T5" fmla="*/ 28 h 10"/>
                  <a:gd name="T6" fmla="*/ 21 w 16"/>
                  <a:gd name="T7" fmla="*/ 6 h 10"/>
                  <a:gd name="T8" fmla="*/ 1 w 16"/>
                  <a:gd name="T9" fmla="*/ 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0" y="3"/>
                    </a:moveTo>
                    <a:cubicBezTo>
                      <a:pt x="3" y="1"/>
                      <a:pt x="6" y="0"/>
                      <a:pt x="9" y="1"/>
                    </a:cubicBezTo>
                    <a:cubicBezTo>
                      <a:pt x="12" y="2"/>
                      <a:pt x="15" y="7"/>
                      <a:pt x="16" y="10"/>
                    </a:cubicBezTo>
                    <a:cubicBezTo>
                      <a:pt x="13" y="8"/>
                      <a:pt x="12" y="3"/>
                      <a:pt x="8" y="2"/>
                    </a:cubicBezTo>
                    <a:cubicBezTo>
                      <a:pt x="6" y="2"/>
                      <a:pt x="3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38" name="Freeform 134">
                <a:extLst>
                  <a:ext uri="{FF2B5EF4-FFF2-40B4-BE49-F238E27FC236}">
                    <a16:creationId xmlns:a16="http://schemas.microsoft.com/office/drawing/2014/main" id="{68FF38A3-9FC7-4850-85D9-DEC3A60CA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853"/>
                <a:ext cx="5" cy="6"/>
              </a:xfrm>
              <a:custGeom>
                <a:avLst/>
                <a:gdLst>
                  <a:gd name="T0" fmla="*/ 5 w 4"/>
                  <a:gd name="T1" fmla="*/ 0 h 4"/>
                  <a:gd name="T2" fmla="*/ 0 w 4"/>
                  <a:gd name="T3" fmla="*/ 14 h 4"/>
                  <a:gd name="T4" fmla="*/ 8 w 4"/>
                  <a:gd name="T5" fmla="*/ 14 h 4"/>
                  <a:gd name="T6" fmla="*/ 5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1" y="3"/>
                      <a:pt x="2" y="4"/>
                      <a:pt x="4" y="4"/>
                    </a:cubicBezTo>
                    <a:cubicBezTo>
                      <a:pt x="3" y="3"/>
                      <a:pt x="2" y="3"/>
                      <a:pt x="2" y="2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39" name="Freeform 135">
                <a:extLst>
                  <a:ext uri="{FF2B5EF4-FFF2-40B4-BE49-F238E27FC236}">
                    <a16:creationId xmlns:a16="http://schemas.microsoft.com/office/drawing/2014/main" id="{0A0428A4-CDC2-468C-8305-F9FF2748A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905"/>
                <a:ext cx="88" cy="34"/>
              </a:xfrm>
              <a:custGeom>
                <a:avLst/>
                <a:gdLst>
                  <a:gd name="T0" fmla="*/ 0 w 66"/>
                  <a:gd name="T1" fmla="*/ 30 h 25"/>
                  <a:gd name="T2" fmla="*/ 71 w 66"/>
                  <a:gd name="T3" fmla="*/ 63 h 25"/>
                  <a:gd name="T4" fmla="*/ 135 w 66"/>
                  <a:gd name="T5" fmla="*/ 42 h 25"/>
                  <a:gd name="T6" fmla="*/ 156 w 66"/>
                  <a:gd name="T7" fmla="*/ 0 h 25"/>
                  <a:gd name="T8" fmla="*/ 137 w 66"/>
                  <a:gd name="T9" fmla="*/ 30 h 25"/>
                  <a:gd name="T10" fmla="*/ 97 w 66"/>
                  <a:gd name="T11" fmla="*/ 50 h 25"/>
                  <a:gd name="T12" fmla="*/ 37 w 66"/>
                  <a:gd name="T13" fmla="*/ 42 h 25"/>
                  <a:gd name="T14" fmla="*/ 27 w 66"/>
                  <a:gd name="T15" fmla="*/ 22 h 25"/>
                  <a:gd name="T16" fmla="*/ 0 w 66"/>
                  <a:gd name="T17" fmla="*/ 3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25">
                    <a:moveTo>
                      <a:pt x="0" y="12"/>
                    </a:moveTo>
                    <a:cubicBezTo>
                      <a:pt x="3" y="15"/>
                      <a:pt x="19" y="25"/>
                      <a:pt x="30" y="25"/>
                    </a:cubicBezTo>
                    <a:cubicBezTo>
                      <a:pt x="42" y="25"/>
                      <a:pt x="53" y="21"/>
                      <a:pt x="57" y="17"/>
                    </a:cubicBezTo>
                    <a:cubicBezTo>
                      <a:pt x="61" y="13"/>
                      <a:pt x="63" y="5"/>
                      <a:pt x="66" y="0"/>
                    </a:cubicBezTo>
                    <a:cubicBezTo>
                      <a:pt x="64" y="3"/>
                      <a:pt x="59" y="9"/>
                      <a:pt x="58" y="12"/>
                    </a:cubicBezTo>
                    <a:cubicBezTo>
                      <a:pt x="56" y="14"/>
                      <a:pt x="46" y="19"/>
                      <a:pt x="41" y="20"/>
                    </a:cubicBezTo>
                    <a:cubicBezTo>
                      <a:pt x="36" y="21"/>
                      <a:pt x="23" y="22"/>
                      <a:pt x="16" y="17"/>
                    </a:cubicBezTo>
                    <a:cubicBezTo>
                      <a:pt x="9" y="13"/>
                      <a:pt x="10" y="10"/>
                      <a:pt x="11" y="9"/>
                    </a:cubicBezTo>
                    <a:cubicBezTo>
                      <a:pt x="12" y="8"/>
                      <a:pt x="6" y="13"/>
                      <a:pt x="0" y="12"/>
                    </a:cubicBezTo>
                    <a:close/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40" name="Freeform 136">
                <a:extLst>
                  <a:ext uri="{FF2B5EF4-FFF2-40B4-BE49-F238E27FC236}">
                    <a16:creationId xmlns:a16="http://schemas.microsoft.com/office/drawing/2014/main" id="{90CFE3C8-1B19-4E5E-BCA6-F332AC652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899"/>
                <a:ext cx="10" cy="13"/>
              </a:xfrm>
              <a:custGeom>
                <a:avLst/>
                <a:gdLst>
                  <a:gd name="T0" fmla="*/ 0 w 7"/>
                  <a:gd name="T1" fmla="*/ 22 h 10"/>
                  <a:gd name="T2" fmla="*/ 20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4" y="7"/>
                      <a:pt x="6" y="5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41" name="Freeform 137">
                <a:extLst>
                  <a:ext uri="{FF2B5EF4-FFF2-40B4-BE49-F238E27FC236}">
                    <a16:creationId xmlns:a16="http://schemas.microsoft.com/office/drawing/2014/main" id="{80B6F784-DC2D-4C67-B2FA-21E18E100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923"/>
                <a:ext cx="81" cy="46"/>
              </a:xfrm>
              <a:custGeom>
                <a:avLst/>
                <a:gdLst>
                  <a:gd name="T0" fmla="*/ 131 w 60"/>
                  <a:gd name="T1" fmla="*/ 0 h 35"/>
                  <a:gd name="T2" fmla="*/ 140 w 60"/>
                  <a:gd name="T3" fmla="*/ 34 h 35"/>
                  <a:gd name="T4" fmla="*/ 105 w 60"/>
                  <a:gd name="T5" fmla="*/ 72 h 35"/>
                  <a:gd name="T6" fmla="*/ 32 w 60"/>
                  <a:gd name="T7" fmla="*/ 72 h 35"/>
                  <a:gd name="T8" fmla="*/ 0 w 60"/>
                  <a:gd name="T9" fmla="*/ 72 h 35"/>
                  <a:gd name="T10" fmla="*/ 36 w 60"/>
                  <a:gd name="T11" fmla="*/ 66 h 35"/>
                  <a:gd name="T12" fmla="*/ 104 w 60"/>
                  <a:gd name="T13" fmla="*/ 51 h 35"/>
                  <a:gd name="T14" fmla="*/ 131 w 60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35">
                    <a:moveTo>
                      <a:pt x="53" y="0"/>
                    </a:moveTo>
                    <a:cubicBezTo>
                      <a:pt x="56" y="3"/>
                      <a:pt x="60" y="6"/>
                      <a:pt x="57" y="15"/>
                    </a:cubicBezTo>
                    <a:cubicBezTo>
                      <a:pt x="54" y="24"/>
                      <a:pt x="49" y="30"/>
                      <a:pt x="43" y="32"/>
                    </a:cubicBezTo>
                    <a:cubicBezTo>
                      <a:pt x="37" y="34"/>
                      <a:pt x="21" y="35"/>
                      <a:pt x="13" y="32"/>
                    </a:cubicBezTo>
                    <a:cubicBezTo>
                      <a:pt x="10" y="31"/>
                      <a:pt x="7" y="34"/>
                      <a:pt x="0" y="32"/>
                    </a:cubicBezTo>
                    <a:cubicBezTo>
                      <a:pt x="3" y="32"/>
                      <a:pt x="10" y="29"/>
                      <a:pt x="15" y="29"/>
                    </a:cubicBezTo>
                    <a:cubicBezTo>
                      <a:pt x="20" y="29"/>
                      <a:pt x="31" y="30"/>
                      <a:pt x="42" y="23"/>
                    </a:cubicBezTo>
                    <a:cubicBezTo>
                      <a:pt x="53" y="15"/>
                      <a:pt x="58" y="9"/>
                      <a:pt x="53" y="0"/>
                    </a:cubicBezTo>
                    <a:close/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42" name="Freeform 138">
                <a:extLst>
                  <a:ext uri="{FF2B5EF4-FFF2-40B4-BE49-F238E27FC236}">
                    <a16:creationId xmlns:a16="http://schemas.microsoft.com/office/drawing/2014/main" id="{9A0D374C-02C0-490A-B3EF-F964D7A21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944"/>
                <a:ext cx="80" cy="13"/>
              </a:xfrm>
              <a:custGeom>
                <a:avLst/>
                <a:gdLst>
                  <a:gd name="T0" fmla="*/ 0 w 60"/>
                  <a:gd name="T1" fmla="*/ 1 h 10"/>
                  <a:gd name="T2" fmla="*/ 63 w 60"/>
                  <a:gd name="T3" fmla="*/ 7 h 10"/>
                  <a:gd name="T4" fmla="*/ 105 w 60"/>
                  <a:gd name="T5" fmla="*/ 16 h 10"/>
                  <a:gd name="T6" fmla="*/ 143 w 60"/>
                  <a:gd name="T7" fmla="*/ 22 h 10"/>
                  <a:gd name="T8" fmla="*/ 92 w 60"/>
                  <a:gd name="T9" fmla="*/ 5 h 10"/>
                  <a:gd name="T10" fmla="*/ 48 w 60"/>
                  <a:gd name="T11" fmla="*/ 0 h 10"/>
                  <a:gd name="T12" fmla="*/ 0 w 60"/>
                  <a:gd name="T13" fmla="*/ 1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0">
                    <a:moveTo>
                      <a:pt x="0" y="1"/>
                    </a:moveTo>
                    <a:cubicBezTo>
                      <a:pt x="6" y="3"/>
                      <a:pt x="19" y="3"/>
                      <a:pt x="26" y="3"/>
                    </a:cubicBezTo>
                    <a:cubicBezTo>
                      <a:pt x="34" y="3"/>
                      <a:pt x="39" y="5"/>
                      <a:pt x="44" y="7"/>
                    </a:cubicBezTo>
                    <a:cubicBezTo>
                      <a:pt x="49" y="8"/>
                      <a:pt x="57" y="10"/>
                      <a:pt x="60" y="10"/>
                    </a:cubicBezTo>
                    <a:cubicBezTo>
                      <a:pt x="56" y="9"/>
                      <a:pt x="43" y="4"/>
                      <a:pt x="39" y="2"/>
                    </a:cubicBezTo>
                    <a:cubicBezTo>
                      <a:pt x="35" y="1"/>
                      <a:pt x="25" y="0"/>
                      <a:pt x="20" y="0"/>
                    </a:cubicBezTo>
                    <a:cubicBezTo>
                      <a:pt x="15" y="0"/>
                      <a:pt x="4" y="2"/>
                      <a:pt x="0" y="1"/>
                    </a:cubicBezTo>
                    <a:close/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43" name="Freeform 139">
                <a:extLst>
                  <a:ext uri="{FF2B5EF4-FFF2-40B4-BE49-F238E27FC236}">
                    <a16:creationId xmlns:a16="http://schemas.microsoft.com/office/drawing/2014/main" id="{C8DA7F34-D927-4A5E-813C-3F4F284F2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959"/>
                <a:ext cx="40" cy="8"/>
              </a:xfrm>
              <a:custGeom>
                <a:avLst/>
                <a:gdLst>
                  <a:gd name="T0" fmla="*/ 0 w 30"/>
                  <a:gd name="T1" fmla="*/ 0 h 6"/>
                  <a:gd name="T2" fmla="*/ 59 w 30"/>
                  <a:gd name="T3" fmla="*/ 15 h 6"/>
                  <a:gd name="T4" fmla="*/ 69 w 30"/>
                  <a:gd name="T5" fmla="*/ 7 h 6"/>
                  <a:gd name="T6" fmla="*/ 0 w 30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6">
                    <a:moveTo>
                      <a:pt x="0" y="0"/>
                    </a:moveTo>
                    <a:cubicBezTo>
                      <a:pt x="4" y="2"/>
                      <a:pt x="19" y="6"/>
                      <a:pt x="25" y="6"/>
                    </a:cubicBezTo>
                    <a:cubicBezTo>
                      <a:pt x="30" y="6"/>
                      <a:pt x="29" y="3"/>
                      <a:pt x="29" y="3"/>
                    </a:cubicBezTo>
                    <a:cubicBezTo>
                      <a:pt x="25" y="3"/>
                      <a:pt x="6" y="3"/>
                      <a:pt x="0" y="0"/>
                    </a:cubicBezTo>
                    <a:close/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44" name="Freeform 140">
                <a:extLst>
                  <a:ext uri="{FF2B5EF4-FFF2-40B4-BE49-F238E27FC236}">
                    <a16:creationId xmlns:a16="http://schemas.microsoft.com/office/drawing/2014/main" id="{FC59A350-B84A-465B-8427-4029AF012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872"/>
                <a:ext cx="60" cy="28"/>
              </a:xfrm>
              <a:custGeom>
                <a:avLst/>
                <a:gdLst>
                  <a:gd name="T0" fmla="*/ 0 w 45"/>
                  <a:gd name="T1" fmla="*/ 0 h 21"/>
                  <a:gd name="T2" fmla="*/ 43 w 45"/>
                  <a:gd name="T3" fmla="*/ 23 h 21"/>
                  <a:gd name="T4" fmla="*/ 71 w 45"/>
                  <a:gd name="T5" fmla="*/ 33 h 21"/>
                  <a:gd name="T6" fmla="*/ 107 w 45"/>
                  <a:gd name="T7" fmla="*/ 49 h 21"/>
                  <a:gd name="T8" fmla="*/ 73 w 45"/>
                  <a:gd name="T9" fmla="*/ 41 h 21"/>
                  <a:gd name="T10" fmla="*/ 41 w 45"/>
                  <a:gd name="T11" fmla="*/ 31 h 21"/>
                  <a:gd name="T12" fmla="*/ 16 w 45"/>
                  <a:gd name="T13" fmla="*/ 12 h 21"/>
                  <a:gd name="T14" fmla="*/ 0 w 45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1">
                    <a:moveTo>
                      <a:pt x="0" y="0"/>
                    </a:moveTo>
                    <a:cubicBezTo>
                      <a:pt x="7" y="0"/>
                      <a:pt x="12" y="8"/>
                      <a:pt x="18" y="10"/>
                    </a:cubicBezTo>
                    <a:cubicBezTo>
                      <a:pt x="22" y="12"/>
                      <a:pt x="26" y="13"/>
                      <a:pt x="30" y="14"/>
                    </a:cubicBezTo>
                    <a:cubicBezTo>
                      <a:pt x="35" y="16"/>
                      <a:pt x="40" y="19"/>
                      <a:pt x="45" y="21"/>
                    </a:cubicBezTo>
                    <a:cubicBezTo>
                      <a:pt x="43" y="18"/>
                      <a:pt x="35" y="18"/>
                      <a:pt x="31" y="17"/>
                    </a:cubicBezTo>
                    <a:cubicBezTo>
                      <a:pt x="27" y="15"/>
                      <a:pt x="22" y="14"/>
                      <a:pt x="17" y="13"/>
                    </a:cubicBezTo>
                    <a:cubicBezTo>
                      <a:pt x="13" y="11"/>
                      <a:pt x="10" y="7"/>
                      <a:pt x="7" y="5"/>
                    </a:cubicBezTo>
                    <a:cubicBezTo>
                      <a:pt x="5" y="3"/>
                      <a:pt x="3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45" name="Freeform 141">
                <a:extLst>
                  <a:ext uri="{FF2B5EF4-FFF2-40B4-BE49-F238E27FC236}">
                    <a16:creationId xmlns:a16="http://schemas.microsoft.com/office/drawing/2014/main" id="{17027063-E09E-4318-89E8-7A6B66A45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816"/>
                <a:ext cx="12" cy="28"/>
              </a:xfrm>
              <a:custGeom>
                <a:avLst/>
                <a:gdLst>
                  <a:gd name="T0" fmla="*/ 0 w 9"/>
                  <a:gd name="T1" fmla="*/ 5 h 21"/>
                  <a:gd name="T2" fmla="*/ 16 w 9"/>
                  <a:gd name="T3" fmla="*/ 27 h 21"/>
                  <a:gd name="T4" fmla="*/ 15 w 9"/>
                  <a:gd name="T5" fmla="*/ 49 h 21"/>
                  <a:gd name="T6" fmla="*/ 0 w 9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0" y="2"/>
                    </a:moveTo>
                    <a:cubicBezTo>
                      <a:pt x="3" y="3"/>
                      <a:pt x="6" y="8"/>
                      <a:pt x="7" y="11"/>
                    </a:cubicBezTo>
                    <a:cubicBezTo>
                      <a:pt x="9" y="15"/>
                      <a:pt x="8" y="17"/>
                      <a:pt x="6" y="21"/>
                    </a:cubicBezTo>
                    <a:cubicBezTo>
                      <a:pt x="8" y="15"/>
                      <a:pt x="5" y="4"/>
                      <a:pt x="0" y="0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46" name="Freeform 142">
                <a:extLst>
                  <a:ext uri="{FF2B5EF4-FFF2-40B4-BE49-F238E27FC236}">
                    <a16:creationId xmlns:a16="http://schemas.microsoft.com/office/drawing/2014/main" id="{637D27BA-DE4A-4CFD-8807-3DD8332E6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836"/>
                <a:ext cx="18" cy="32"/>
              </a:xfrm>
              <a:custGeom>
                <a:avLst/>
                <a:gdLst>
                  <a:gd name="T0" fmla="*/ 6 w 13"/>
                  <a:gd name="T1" fmla="*/ 15 h 24"/>
                  <a:gd name="T2" fmla="*/ 24 w 13"/>
                  <a:gd name="T3" fmla="*/ 33 h 24"/>
                  <a:gd name="T4" fmla="*/ 29 w 13"/>
                  <a:gd name="T5" fmla="*/ 57 h 24"/>
                  <a:gd name="T6" fmla="*/ 21 w 13"/>
                  <a:gd name="T7" fmla="*/ 16 h 24"/>
                  <a:gd name="T8" fmla="*/ 0 w 13"/>
                  <a:gd name="T9" fmla="*/ 0 h 24"/>
                  <a:gd name="T10" fmla="*/ 0 w 13"/>
                  <a:gd name="T11" fmla="*/ 1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4">
                    <a:moveTo>
                      <a:pt x="2" y="6"/>
                    </a:moveTo>
                    <a:cubicBezTo>
                      <a:pt x="6" y="7"/>
                      <a:pt x="7" y="10"/>
                      <a:pt x="9" y="14"/>
                    </a:cubicBezTo>
                    <a:cubicBezTo>
                      <a:pt x="10" y="17"/>
                      <a:pt x="12" y="20"/>
                      <a:pt x="11" y="24"/>
                    </a:cubicBezTo>
                    <a:cubicBezTo>
                      <a:pt x="13" y="19"/>
                      <a:pt x="10" y="11"/>
                      <a:pt x="8" y="7"/>
                    </a:cubicBezTo>
                    <a:cubicBezTo>
                      <a:pt x="5" y="4"/>
                      <a:pt x="1" y="4"/>
                      <a:pt x="0" y="0"/>
                    </a:cubicBezTo>
                    <a:cubicBezTo>
                      <a:pt x="0" y="1"/>
                      <a:pt x="0" y="4"/>
                      <a:pt x="0" y="5"/>
                    </a:cubicBezTo>
                  </a:path>
                </a:pathLst>
              </a:custGeom>
              <a:solidFill>
                <a:srgbClr val="CBCA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47" name="Freeform 143">
                <a:extLst>
                  <a:ext uri="{FF2B5EF4-FFF2-40B4-BE49-F238E27FC236}">
                    <a16:creationId xmlns:a16="http://schemas.microsoft.com/office/drawing/2014/main" id="{C4574C32-36AE-4AFA-ABB4-3C4AD721C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969"/>
                <a:ext cx="11" cy="15"/>
              </a:xfrm>
              <a:custGeom>
                <a:avLst/>
                <a:gdLst>
                  <a:gd name="T0" fmla="*/ 0 w 8"/>
                  <a:gd name="T1" fmla="*/ 27 h 11"/>
                  <a:gd name="T2" fmla="*/ 8 w 8"/>
                  <a:gd name="T3" fmla="*/ 14 h 11"/>
                  <a:gd name="T4" fmla="*/ 11 w 8"/>
                  <a:gd name="T5" fmla="*/ 10 h 11"/>
                  <a:gd name="T6" fmla="*/ 15 w 8"/>
                  <a:gd name="T7" fmla="*/ 5 h 11"/>
                  <a:gd name="T8" fmla="*/ 21 w 8"/>
                  <a:gd name="T9" fmla="*/ 0 h 11"/>
                  <a:gd name="T10" fmla="*/ 15 w 8"/>
                  <a:gd name="T11" fmla="*/ 7 h 11"/>
                  <a:gd name="T12" fmla="*/ 11 w 8"/>
                  <a:gd name="T13" fmla="*/ 14 h 11"/>
                  <a:gd name="T14" fmla="*/ 0 w 8"/>
                  <a:gd name="T15" fmla="*/ 27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1" y="10"/>
                      <a:pt x="3" y="8"/>
                      <a:pt x="3" y="5"/>
                    </a:cubicBezTo>
                    <a:cubicBezTo>
                      <a:pt x="2" y="4"/>
                      <a:pt x="3" y="5"/>
                      <a:pt x="4" y="4"/>
                    </a:cubicBezTo>
                    <a:cubicBezTo>
                      <a:pt x="5" y="4"/>
                      <a:pt x="5" y="3"/>
                      <a:pt x="6" y="2"/>
                    </a:cubicBezTo>
                    <a:cubicBezTo>
                      <a:pt x="7" y="2"/>
                      <a:pt x="8" y="0"/>
                      <a:pt x="8" y="0"/>
                    </a:cubicBezTo>
                    <a:cubicBezTo>
                      <a:pt x="8" y="2"/>
                      <a:pt x="7" y="3"/>
                      <a:pt x="6" y="3"/>
                    </a:cubicBezTo>
                    <a:cubicBezTo>
                      <a:pt x="6" y="4"/>
                      <a:pt x="6" y="5"/>
                      <a:pt x="4" y="5"/>
                    </a:cubicBezTo>
                    <a:cubicBezTo>
                      <a:pt x="3" y="6"/>
                      <a:pt x="3" y="10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48" name="Freeform 144">
                <a:extLst>
                  <a:ext uri="{FF2B5EF4-FFF2-40B4-BE49-F238E27FC236}">
                    <a16:creationId xmlns:a16="http://schemas.microsoft.com/office/drawing/2014/main" id="{C5D7DEA9-D72E-4538-BA64-13FA35E5F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968"/>
                <a:ext cx="20" cy="11"/>
              </a:xfrm>
              <a:custGeom>
                <a:avLst/>
                <a:gdLst>
                  <a:gd name="T0" fmla="*/ 0 w 15"/>
                  <a:gd name="T1" fmla="*/ 0 h 8"/>
                  <a:gd name="T2" fmla="*/ 20 w 15"/>
                  <a:gd name="T3" fmla="*/ 6 h 8"/>
                  <a:gd name="T4" fmla="*/ 27 w 15"/>
                  <a:gd name="T5" fmla="*/ 15 h 8"/>
                  <a:gd name="T6" fmla="*/ 27 w 15"/>
                  <a:gd name="T7" fmla="*/ 21 h 8"/>
                  <a:gd name="T8" fmla="*/ 33 w 15"/>
                  <a:gd name="T9" fmla="*/ 0 h 8"/>
                  <a:gd name="T10" fmla="*/ 31 w 15"/>
                  <a:gd name="T11" fmla="*/ 0 h 8"/>
                  <a:gd name="T12" fmla="*/ 28 w 15"/>
                  <a:gd name="T13" fmla="*/ 0 h 8"/>
                  <a:gd name="T14" fmla="*/ 20 w 15"/>
                  <a:gd name="T15" fmla="*/ 0 h 8"/>
                  <a:gd name="T16" fmla="*/ 0 w 15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cubicBezTo>
                      <a:pt x="2" y="1"/>
                      <a:pt x="6" y="1"/>
                      <a:pt x="8" y="2"/>
                    </a:cubicBezTo>
                    <a:cubicBezTo>
                      <a:pt x="9" y="2"/>
                      <a:pt x="12" y="4"/>
                      <a:pt x="11" y="6"/>
                    </a:cubicBezTo>
                    <a:cubicBezTo>
                      <a:pt x="10" y="8"/>
                      <a:pt x="11" y="7"/>
                      <a:pt x="11" y="8"/>
                    </a:cubicBezTo>
                    <a:cubicBezTo>
                      <a:pt x="11" y="6"/>
                      <a:pt x="15" y="2"/>
                      <a:pt x="14" y="0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0" y="0"/>
                      <a:pt x="8" y="0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solidFill>
                <a:srgbClr val="DAB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49" name="Freeform 145">
                <a:extLst>
                  <a:ext uri="{FF2B5EF4-FFF2-40B4-BE49-F238E27FC236}">
                    <a16:creationId xmlns:a16="http://schemas.microsoft.com/office/drawing/2014/main" id="{259AD0E3-D66E-453E-A0FC-1EFE19EEC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972"/>
                <a:ext cx="51" cy="32"/>
              </a:xfrm>
              <a:custGeom>
                <a:avLst/>
                <a:gdLst>
                  <a:gd name="T0" fmla="*/ 79 w 38"/>
                  <a:gd name="T1" fmla="*/ 0 h 24"/>
                  <a:gd name="T2" fmla="*/ 54 w 38"/>
                  <a:gd name="T3" fmla="*/ 23 h 24"/>
                  <a:gd name="T4" fmla="*/ 0 w 38"/>
                  <a:gd name="T5" fmla="*/ 49 h 24"/>
                  <a:gd name="T6" fmla="*/ 1 w 38"/>
                  <a:gd name="T7" fmla="*/ 57 h 24"/>
                  <a:gd name="T8" fmla="*/ 20 w 38"/>
                  <a:gd name="T9" fmla="*/ 41 h 24"/>
                  <a:gd name="T10" fmla="*/ 56 w 38"/>
                  <a:gd name="T11" fmla="*/ 27 h 24"/>
                  <a:gd name="T12" fmla="*/ 79 w 38"/>
                  <a:gd name="T13" fmla="*/ 7 h 24"/>
                  <a:gd name="T14" fmla="*/ 91 w 38"/>
                  <a:gd name="T15" fmla="*/ 1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4">
                    <a:moveTo>
                      <a:pt x="33" y="0"/>
                    </a:moveTo>
                    <a:cubicBezTo>
                      <a:pt x="32" y="2"/>
                      <a:pt x="26" y="8"/>
                      <a:pt x="22" y="10"/>
                    </a:cubicBezTo>
                    <a:cubicBezTo>
                      <a:pt x="18" y="12"/>
                      <a:pt x="2" y="17"/>
                      <a:pt x="0" y="21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4" y="19"/>
                      <a:pt x="8" y="17"/>
                    </a:cubicBezTo>
                    <a:cubicBezTo>
                      <a:pt x="12" y="15"/>
                      <a:pt x="19" y="14"/>
                      <a:pt x="23" y="11"/>
                    </a:cubicBezTo>
                    <a:cubicBezTo>
                      <a:pt x="28" y="8"/>
                      <a:pt x="32" y="5"/>
                      <a:pt x="33" y="3"/>
                    </a:cubicBezTo>
                    <a:cubicBezTo>
                      <a:pt x="35" y="1"/>
                      <a:pt x="37" y="1"/>
                      <a:pt x="38" y="1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50" name="Freeform 146">
                <a:extLst>
                  <a:ext uri="{FF2B5EF4-FFF2-40B4-BE49-F238E27FC236}">
                    <a16:creationId xmlns:a16="http://schemas.microsoft.com/office/drawing/2014/main" id="{50A9CDFF-D7FE-4513-BC93-A206F5ADD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956"/>
                <a:ext cx="85" cy="9"/>
              </a:xfrm>
              <a:custGeom>
                <a:avLst/>
                <a:gdLst>
                  <a:gd name="T0" fmla="*/ 0 w 64"/>
                  <a:gd name="T1" fmla="*/ 1 h 7"/>
                  <a:gd name="T2" fmla="*/ 44 w 64"/>
                  <a:gd name="T3" fmla="*/ 5 h 7"/>
                  <a:gd name="T4" fmla="*/ 70 w 64"/>
                  <a:gd name="T5" fmla="*/ 8 h 7"/>
                  <a:gd name="T6" fmla="*/ 108 w 64"/>
                  <a:gd name="T7" fmla="*/ 6 h 7"/>
                  <a:gd name="T8" fmla="*/ 122 w 64"/>
                  <a:gd name="T9" fmla="*/ 5 h 7"/>
                  <a:gd name="T10" fmla="*/ 141 w 64"/>
                  <a:gd name="T11" fmla="*/ 10 h 7"/>
                  <a:gd name="T12" fmla="*/ 150 w 64"/>
                  <a:gd name="T13" fmla="*/ 15 h 7"/>
                  <a:gd name="T14" fmla="*/ 120 w 64"/>
                  <a:gd name="T15" fmla="*/ 10 h 7"/>
                  <a:gd name="T16" fmla="*/ 69 w 64"/>
                  <a:gd name="T17" fmla="*/ 10 h 7"/>
                  <a:gd name="T18" fmla="*/ 0 w 64"/>
                  <a:gd name="T19" fmla="*/ 1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7">
                    <a:moveTo>
                      <a:pt x="0" y="1"/>
                    </a:moveTo>
                    <a:cubicBezTo>
                      <a:pt x="5" y="0"/>
                      <a:pt x="15" y="2"/>
                      <a:pt x="19" y="2"/>
                    </a:cubicBezTo>
                    <a:cubicBezTo>
                      <a:pt x="22" y="2"/>
                      <a:pt x="26" y="4"/>
                      <a:pt x="30" y="4"/>
                    </a:cubicBezTo>
                    <a:cubicBezTo>
                      <a:pt x="34" y="4"/>
                      <a:pt x="40" y="4"/>
                      <a:pt x="46" y="3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3" y="3"/>
                      <a:pt x="57" y="5"/>
                      <a:pt x="60" y="5"/>
                    </a:cubicBezTo>
                    <a:cubicBezTo>
                      <a:pt x="62" y="6"/>
                      <a:pt x="64" y="7"/>
                      <a:pt x="64" y="7"/>
                    </a:cubicBezTo>
                    <a:cubicBezTo>
                      <a:pt x="61" y="7"/>
                      <a:pt x="56" y="6"/>
                      <a:pt x="51" y="5"/>
                    </a:cubicBezTo>
                    <a:cubicBezTo>
                      <a:pt x="46" y="5"/>
                      <a:pt x="40" y="7"/>
                      <a:pt x="29" y="5"/>
                    </a:cubicBezTo>
                    <a:cubicBezTo>
                      <a:pt x="22" y="4"/>
                      <a:pt x="8" y="1"/>
                      <a:pt x="0" y="1"/>
                    </a:cubicBezTo>
                    <a:close/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51" name="Freeform 147">
                <a:extLst>
                  <a:ext uri="{FF2B5EF4-FFF2-40B4-BE49-F238E27FC236}">
                    <a16:creationId xmlns:a16="http://schemas.microsoft.com/office/drawing/2014/main" id="{88536193-7D02-4360-B655-D2C53A4E0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972"/>
                <a:ext cx="15" cy="5"/>
              </a:xfrm>
              <a:custGeom>
                <a:avLst/>
                <a:gdLst>
                  <a:gd name="T0" fmla="*/ 0 w 11"/>
                  <a:gd name="T1" fmla="*/ 1 h 4"/>
                  <a:gd name="T2" fmla="*/ 0 w 11"/>
                  <a:gd name="T3" fmla="*/ 6 h 4"/>
                  <a:gd name="T4" fmla="*/ 7 w 11"/>
                  <a:gd name="T5" fmla="*/ 5 h 4"/>
                  <a:gd name="T6" fmla="*/ 10 w 11"/>
                  <a:gd name="T7" fmla="*/ 1 h 4"/>
                  <a:gd name="T8" fmla="*/ 15 w 11"/>
                  <a:gd name="T9" fmla="*/ 5 h 4"/>
                  <a:gd name="T10" fmla="*/ 15 w 11"/>
                  <a:gd name="T11" fmla="*/ 8 h 4"/>
                  <a:gd name="T12" fmla="*/ 22 w 11"/>
                  <a:gd name="T13" fmla="*/ 5 h 4"/>
                  <a:gd name="T14" fmla="*/ 27 w 11"/>
                  <a:gd name="T15" fmla="*/ 0 h 4"/>
                  <a:gd name="T16" fmla="*/ 20 w 11"/>
                  <a:gd name="T17" fmla="*/ 0 h 4"/>
                  <a:gd name="T18" fmla="*/ 14 w 11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4">
                    <a:moveTo>
                      <a:pt x="0" y="1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4" y="2"/>
                      <a:pt x="3" y="2"/>
                      <a:pt x="4" y="1"/>
                    </a:cubicBezTo>
                    <a:cubicBezTo>
                      <a:pt x="5" y="1"/>
                      <a:pt x="6" y="1"/>
                      <a:pt x="6" y="2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7" y="3"/>
                      <a:pt x="8" y="3"/>
                      <a:pt x="9" y="2"/>
                    </a:cubicBezTo>
                    <a:cubicBezTo>
                      <a:pt x="10" y="2"/>
                      <a:pt x="11" y="1"/>
                      <a:pt x="11" y="0"/>
                    </a:cubicBezTo>
                    <a:cubicBezTo>
                      <a:pt x="10" y="1"/>
                      <a:pt x="9" y="1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52" name="Freeform 148">
                <a:extLst>
                  <a:ext uri="{FF2B5EF4-FFF2-40B4-BE49-F238E27FC236}">
                    <a16:creationId xmlns:a16="http://schemas.microsoft.com/office/drawing/2014/main" id="{A58A81D8-F68A-4C35-B75F-21658E2BC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972"/>
                <a:ext cx="9" cy="7"/>
              </a:xfrm>
              <a:custGeom>
                <a:avLst/>
                <a:gdLst>
                  <a:gd name="T0" fmla="*/ 0 w 7"/>
                  <a:gd name="T1" fmla="*/ 6 h 5"/>
                  <a:gd name="T2" fmla="*/ 1 w 7"/>
                  <a:gd name="T3" fmla="*/ 8 h 5"/>
                  <a:gd name="T4" fmla="*/ 0 w 7"/>
                  <a:gd name="T5" fmla="*/ 14 h 5"/>
                  <a:gd name="T6" fmla="*/ 8 w 7"/>
                  <a:gd name="T7" fmla="*/ 8 h 5"/>
                  <a:gd name="T8" fmla="*/ 8 w 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1" y="2"/>
                      <a:pt x="2" y="2"/>
                      <a:pt x="1" y="3"/>
                    </a:cubicBezTo>
                    <a:cubicBezTo>
                      <a:pt x="1" y="4"/>
                      <a:pt x="1" y="5"/>
                      <a:pt x="0" y="5"/>
                    </a:cubicBezTo>
                    <a:cubicBezTo>
                      <a:pt x="1" y="4"/>
                      <a:pt x="3" y="4"/>
                      <a:pt x="4" y="3"/>
                    </a:cubicBezTo>
                    <a:cubicBezTo>
                      <a:pt x="5" y="2"/>
                      <a:pt x="7" y="0"/>
                      <a:pt x="4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53" name="Freeform 149">
                <a:extLst>
                  <a:ext uri="{FF2B5EF4-FFF2-40B4-BE49-F238E27FC236}">
                    <a16:creationId xmlns:a16="http://schemas.microsoft.com/office/drawing/2014/main" id="{4FAC2287-1F0A-43B0-BDCD-2843BDC24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972"/>
                <a:ext cx="5" cy="7"/>
              </a:xfrm>
              <a:custGeom>
                <a:avLst/>
                <a:gdLst>
                  <a:gd name="T0" fmla="*/ 0 w 4"/>
                  <a:gd name="T1" fmla="*/ 1 h 5"/>
                  <a:gd name="T2" fmla="*/ 0 w 4"/>
                  <a:gd name="T3" fmla="*/ 14 h 5"/>
                  <a:gd name="T4" fmla="*/ 6 w 4"/>
                  <a:gd name="T5" fmla="*/ 6 h 5"/>
                  <a:gd name="T6" fmla="*/ 8 w 4"/>
                  <a:gd name="T7" fmla="*/ 1 h 5"/>
                  <a:gd name="T8" fmla="*/ 5 w 4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2" y="2"/>
                      <a:pt x="0" y="4"/>
                      <a:pt x="0" y="5"/>
                    </a:cubicBezTo>
                    <a:cubicBezTo>
                      <a:pt x="1" y="5"/>
                      <a:pt x="2" y="4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0"/>
                      <a:pt x="2" y="1"/>
                      <a:pt x="2" y="1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54" name="Freeform 150">
                <a:extLst>
                  <a:ext uri="{FF2B5EF4-FFF2-40B4-BE49-F238E27FC236}">
                    <a16:creationId xmlns:a16="http://schemas.microsoft.com/office/drawing/2014/main" id="{0D758748-51E7-492D-9F0B-0B37F3BBD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973"/>
                <a:ext cx="6" cy="8"/>
              </a:xfrm>
              <a:custGeom>
                <a:avLst/>
                <a:gdLst>
                  <a:gd name="T0" fmla="*/ 5 w 4"/>
                  <a:gd name="T1" fmla="*/ 1 h 6"/>
                  <a:gd name="T2" fmla="*/ 0 w 4"/>
                  <a:gd name="T3" fmla="*/ 15 h 6"/>
                  <a:gd name="T4" fmla="*/ 12 w 4"/>
                  <a:gd name="T5" fmla="*/ 7 h 6"/>
                  <a:gd name="T6" fmla="*/ 14 w 4"/>
                  <a:gd name="T7" fmla="*/ 0 h 6"/>
                  <a:gd name="T8" fmla="*/ 5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1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1" y="5"/>
                      <a:pt x="2" y="4"/>
                      <a:pt x="3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55" name="Freeform 151">
                <a:extLst>
                  <a:ext uri="{FF2B5EF4-FFF2-40B4-BE49-F238E27FC236}">
                    <a16:creationId xmlns:a16="http://schemas.microsoft.com/office/drawing/2014/main" id="{63705C5D-36CC-45D7-A917-F19037F7F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963"/>
                <a:ext cx="11" cy="4"/>
              </a:xfrm>
              <a:custGeom>
                <a:avLst/>
                <a:gdLst>
                  <a:gd name="T0" fmla="*/ 6 w 8"/>
                  <a:gd name="T1" fmla="*/ 0 h 3"/>
                  <a:gd name="T2" fmla="*/ 0 w 8"/>
                  <a:gd name="T3" fmla="*/ 7 h 3"/>
                  <a:gd name="T4" fmla="*/ 14 w 8"/>
                  <a:gd name="T5" fmla="*/ 5 h 3"/>
                  <a:gd name="T6" fmla="*/ 19 w 8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2" y="0"/>
                    </a:moveTo>
                    <a:cubicBezTo>
                      <a:pt x="3" y="1"/>
                      <a:pt x="1" y="3"/>
                      <a:pt x="0" y="3"/>
                    </a:cubicBezTo>
                    <a:cubicBezTo>
                      <a:pt x="1" y="3"/>
                      <a:pt x="3" y="3"/>
                      <a:pt x="5" y="2"/>
                    </a:cubicBezTo>
                    <a:cubicBezTo>
                      <a:pt x="5" y="2"/>
                      <a:pt x="8" y="1"/>
                      <a:pt x="7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56" name="Freeform 152">
                <a:extLst>
                  <a:ext uri="{FF2B5EF4-FFF2-40B4-BE49-F238E27FC236}">
                    <a16:creationId xmlns:a16="http://schemas.microsoft.com/office/drawing/2014/main" id="{06827EA1-D342-435A-9B60-CB27FD988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964"/>
                <a:ext cx="18" cy="7"/>
              </a:xfrm>
              <a:custGeom>
                <a:avLst/>
                <a:gdLst>
                  <a:gd name="T0" fmla="*/ 24 w 13"/>
                  <a:gd name="T1" fmla="*/ 0 h 5"/>
                  <a:gd name="T2" fmla="*/ 14 w 13"/>
                  <a:gd name="T3" fmla="*/ 11 h 5"/>
                  <a:gd name="T4" fmla="*/ 0 w 13"/>
                  <a:gd name="T5" fmla="*/ 14 h 5"/>
                  <a:gd name="T6" fmla="*/ 14 w 13"/>
                  <a:gd name="T7" fmla="*/ 14 h 5"/>
                  <a:gd name="T8" fmla="*/ 24 w 13"/>
                  <a:gd name="T9" fmla="*/ 11 h 5"/>
                  <a:gd name="T10" fmla="*/ 35 w 13"/>
                  <a:gd name="T11" fmla="*/ 1 h 5"/>
                  <a:gd name="T12" fmla="*/ 33 w 13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">
                    <a:moveTo>
                      <a:pt x="9" y="0"/>
                    </a:moveTo>
                    <a:cubicBezTo>
                      <a:pt x="9" y="2"/>
                      <a:pt x="6" y="3"/>
                      <a:pt x="5" y="4"/>
                    </a:cubicBezTo>
                    <a:cubicBezTo>
                      <a:pt x="4" y="4"/>
                      <a:pt x="2" y="5"/>
                      <a:pt x="0" y="5"/>
                    </a:cubicBezTo>
                    <a:cubicBezTo>
                      <a:pt x="2" y="5"/>
                      <a:pt x="4" y="5"/>
                      <a:pt x="5" y="5"/>
                    </a:cubicBezTo>
                    <a:cubicBezTo>
                      <a:pt x="7" y="5"/>
                      <a:pt x="8" y="4"/>
                      <a:pt x="9" y="4"/>
                    </a:cubicBezTo>
                    <a:cubicBezTo>
                      <a:pt x="10" y="3"/>
                      <a:pt x="13" y="2"/>
                      <a:pt x="13" y="1"/>
                    </a:cubicBezTo>
                    <a:cubicBezTo>
                      <a:pt x="13" y="1"/>
                      <a:pt x="13" y="0"/>
                      <a:pt x="12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57" name="Freeform 153">
                <a:extLst>
                  <a:ext uri="{FF2B5EF4-FFF2-40B4-BE49-F238E27FC236}">
                    <a16:creationId xmlns:a16="http://schemas.microsoft.com/office/drawing/2014/main" id="{CD643F3E-AA97-467C-B477-8FD5464EA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961"/>
                <a:ext cx="11" cy="2"/>
              </a:xfrm>
              <a:custGeom>
                <a:avLst/>
                <a:gdLst>
                  <a:gd name="T0" fmla="*/ 1 w 8"/>
                  <a:gd name="T1" fmla="*/ 0 h 1"/>
                  <a:gd name="T2" fmla="*/ 0 w 8"/>
                  <a:gd name="T3" fmla="*/ 8 h 1"/>
                  <a:gd name="T4" fmla="*/ 11 w 8"/>
                  <a:gd name="T5" fmla="*/ 8 h 1"/>
                  <a:gd name="T6" fmla="*/ 21 w 8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5" y="1"/>
                      <a:pt x="7" y="1"/>
                      <a:pt x="8" y="1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58" name="Freeform 154">
                <a:extLst>
                  <a:ext uri="{FF2B5EF4-FFF2-40B4-BE49-F238E27FC236}">
                    <a16:creationId xmlns:a16="http://schemas.microsoft.com/office/drawing/2014/main" id="{CAB8653E-0C48-422C-9943-1F7C62110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964"/>
                <a:ext cx="11" cy="3"/>
              </a:xfrm>
              <a:custGeom>
                <a:avLst/>
                <a:gdLst>
                  <a:gd name="T0" fmla="*/ 1 w 8"/>
                  <a:gd name="T1" fmla="*/ 0 h 2"/>
                  <a:gd name="T2" fmla="*/ 0 w 8"/>
                  <a:gd name="T3" fmla="*/ 8 h 2"/>
                  <a:gd name="T4" fmla="*/ 11 w 8"/>
                  <a:gd name="T5" fmla="*/ 8 h 2"/>
                  <a:gd name="T6" fmla="*/ 21 w 8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1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1" y="2"/>
                      <a:pt x="3" y="2"/>
                      <a:pt x="4" y="2"/>
                    </a:cubicBezTo>
                    <a:cubicBezTo>
                      <a:pt x="5" y="2"/>
                      <a:pt x="7" y="2"/>
                      <a:pt x="8" y="1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59" name="Freeform 155">
                <a:extLst>
                  <a:ext uri="{FF2B5EF4-FFF2-40B4-BE49-F238E27FC236}">
                    <a16:creationId xmlns:a16="http://schemas.microsoft.com/office/drawing/2014/main" id="{EE9D3940-1EA4-4E06-9EBC-AE158DAD7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967"/>
                <a:ext cx="10" cy="6"/>
              </a:xfrm>
              <a:custGeom>
                <a:avLst/>
                <a:gdLst>
                  <a:gd name="T0" fmla="*/ 0 w 8"/>
                  <a:gd name="T1" fmla="*/ 0 h 5"/>
                  <a:gd name="T2" fmla="*/ 6 w 8"/>
                  <a:gd name="T3" fmla="*/ 2 h 5"/>
                  <a:gd name="T4" fmla="*/ 1 w 8"/>
                  <a:gd name="T5" fmla="*/ 7 h 5"/>
                  <a:gd name="T6" fmla="*/ 16 w 8"/>
                  <a:gd name="T7" fmla="*/ 6 h 5"/>
                  <a:gd name="T8" fmla="*/ 10 w 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1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4"/>
                    </a:cubicBezTo>
                    <a:cubicBezTo>
                      <a:pt x="3" y="3"/>
                      <a:pt x="6" y="5"/>
                      <a:pt x="8" y="3"/>
                    </a:cubicBezTo>
                    <a:cubicBezTo>
                      <a:pt x="7" y="2"/>
                      <a:pt x="6" y="1"/>
                      <a:pt x="5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60" name="Freeform 156">
                <a:extLst>
                  <a:ext uri="{FF2B5EF4-FFF2-40B4-BE49-F238E27FC236}">
                    <a16:creationId xmlns:a16="http://schemas.microsoft.com/office/drawing/2014/main" id="{E1328C91-ACDE-4A6D-B330-59729B6A2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971"/>
                <a:ext cx="10" cy="4"/>
              </a:xfrm>
              <a:custGeom>
                <a:avLst/>
                <a:gdLst>
                  <a:gd name="T0" fmla="*/ 0 w 8"/>
                  <a:gd name="T1" fmla="*/ 1 h 3"/>
                  <a:gd name="T2" fmla="*/ 5 w 8"/>
                  <a:gd name="T3" fmla="*/ 5 h 3"/>
                  <a:gd name="T4" fmla="*/ 16 w 8"/>
                  <a:gd name="T5" fmla="*/ 1 h 3"/>
                  <a:gd name="T6" fmla="*/ 8 w 8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0" y="1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3" y="1"/>
                      <a:pt x="7" y="3"/>
                      <a:pt x="8" y="1"/>
                    </a:cubicBezTo>
                    <a:cubicBezTo>
                      <a:pt x="7" y="1"/>
                      <a:pt x="4" y="1"/>
                      <a:pt x="4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61" name="Freeform 157">
                <a:extLst>
                  <a:ext uri="{FF2B5EF4-FFF2-40B4-BE49-F238E27FC236}">
                    <a16:creationId xmlns:a16="http://schemas.microsoft.com/office/drawing/2014/main" id="{D9ECB682-5B4C-4381-9CB3-6ABDDD89B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991"/>
                <a:ext cx="5" cy="9"/>
              </a:xfrm>
              <a:custGeom>
                <a:avLst/>
                <a:gdLst>
                  <a:gd name="T0" fmla="*/ 0 w 4"/>
                  <a:gd name="T1" fmla="*/ 6 h 7"/>
                  <a:gd name="T2" fmla="*/ 1 w 4"/>
                  <a:gd name="T3" fmla="*/ 15 h 7"/>
                  <a:gd name="T4" fmla="*/ 5 w 4"/>
                  <a:gd name="T5" fmla="*/ 13 h 7"/>
                  <a:gd name="T6" fmla="*/ 6 w 4"/>
                  <a:gd name="T7" fmla="*/ 8 h 7"/>
                  <a:gd name="T8" fmla="*/ 8 w 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0" y="3"/>
                    </a:moveTo>
                    <a:cubicBezTo>
                      <a:pt x="2" y="3"/>
                      <a:pt x="1" y="6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3" y="3"/>
                      <a:pt x="4" y="1"/>
                      <a:pt x="4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62" name="Freeform 158">
                <a:extLst>
                  <a:ext uri="{FF2B5EF4-FFF2-40B4-BE49-F238E27FC236}">
                    <a16:creationId xmlns:a16="http://schemas.microsoft.com/office/drawing/2014/main" id="{AC14E356-F5DC-4744-827D-147E49052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988"/>
                <a:ext cx="6" cy="9"/>
              </a:xfrm>
              <a:custGeom>
                <a:avLst/>
                <a:gdLst>
                  <a:gd name="T0" fmla="*/ 0 w 4"/>
                  <a:gd name="T1" fmla="*/ 5 h 7"/>
                  <a:gd name="T2" fmla="*/ 5 w 4"/>
                  <a:gd name="T3" fmla="*/ 15 h 7"/>
                  <a:gd name="T4" fmla="*/ 12 w 4"/>
                  <a:gd name="T5" fmla="*/ 8 h 7"/>
                  <a:gd name="T6" fmla="*/ 14 w 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0" y="2"/>
                    </a:moveTo>
                    <a:cubicBezTo>
                      <a:pt x="2" y="2"/>
                      <a:pt x="2" y="6"/>
                      <a:pt x="1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3" y="2"/>
                      <a:pt x="4" y="1"/>
                      <a:pt x="4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63" name="Freeform 159">
                <a:extLst>
                  <a:ext uri="{FF2B5EF4-FFF2-40B4-BE49-F238E27FC236}">
                    <a16:creationId xmlns:a16="http://schemas.microsoft.com/office/drawing/2014/main" id="{BCA17F3A-1FA0-477E-8612-E1402808F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985"/>
                <a:ext cx="4" cy="7"/>
              </a:xfrm>
              <a:custGeom>
                <a:avLst/>
                <a:gdLst>
                  <a:gd name="T0" fmla="*/ 0 w 3"/>
                  <a:gd name="T1" fmla="*/ 6 h 5"/>
                  <a:gd name="T2" fmla="*/ 1 w 3"/>
                  <a:gd name="T3" fmla="*/ 14 h 5"/>
                  <a:gd name="T4" fmla="*/ 5 w 3"/>
                  <a:gd name="T5" fmla="*/ 6 h 5"/>
                  <a:gd name="T6" fmla="*/ 7 w 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1" y="2"/>
                      <a:pt x="1" y="4"/>
                      <a:pt x="1" y="5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64" name="Freeform 160">
                <a:extLst>
                  <a:ext uri="{FF2B5EF4-FFF2-40B4-BE49-F238E27FC236}">
                    <a16:creationId xmlns:a16="http://schemas.microsoft.com/office/drawing/2014/main" id="{531C6EB8-F1E2-47D4-9744-979CA0AEE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981"/>
                <a:ext cx="6" cy="8"/>
              </a:xfrm>
              <a:custGeom>
                <a:avLst/>
                <a:gdLst>
                  <a:gd name="T0" fmla="*/ 0 w 4"/>
                  <a:gd name="T1" fmla="*/ 7 h 6"/>
                  <a:gd name="T2" fmla="*/ 5 w 4"/>
                  <a:gd name="T3" fmla="*/ 15 h 6"/>
                  <a:gd name="T4" fmla="*/ 14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cubicBezTo>
                      <a:pt x="1" y="2"/>
                      <a:pt x="1" y="5"/>
                      <a:pt x="1" y="6"/>
                    </a:cubicBezTo>
                    <a:cubicBezTo>
                      <a:pt x="2" y="5"/>
                      <a:pt x="4" y="2"/>
                      <a:pt x="4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65" name="Freeform 161">
                <a:extLst>
                  <a:ext uri="{FF2B5EF4-FFF2-40B4-BE49-F238E27FC236}">
                    <a16:creationId xmlns:a16="http://schemas.microsoft.com/office/drawing/2014/main" id="{644EAB51-0706-4AE6-A43E-B4C13B946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977"/>
                <a:ext cx="4" cy="10"/>
              </a:xfrm>
              <a:custGeom>
                <a:avLst/>
                <a:gdLst>
                  <a:gd name="T0" fmla="*/ 0 w 3"/>
                  <a:gd name="T1" fmla="*/ 9 h 7"/>
                  <a:gd name="T2" fmla="*/ 1 w 3"/>
                  <a:gd name="T3" fmla="*/ 13 h 7"/>
                  <a:gd name="T4" fmla="*/ 1 w 3"/>
                  <a:gd name="T5" fmla="*/ 20 h 7"/>
                  <a:gd name="T6" fmla="*/ 5 w 3"/>
                  <a:gd name="T7" fmla="*/ 9 h 7"/>
                  <a:gd name="T8" fmla="*/ 7 w 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0" y="3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2" y="6"/>
                      <a:pt x="2" y="4"/>
                      <a:pt x="2" y="3"/>
                    </a:cubicBez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66" name="Freeform 162">
                <a:extLst>
                  <a:ext uri="{FF2B5EF4-FFF2-40B4-BE49-F238E27FC236}">
                    <a16:creationId xmlns:a16="http://schemas.microsoft.com/office/drawing/2014/main" id="{3EABFAC0-26DC-43C9-B125-A199DCB75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973"/>
                <a:ext cx="4" cy="10"/>
              </a:xfrm>
              <a:custGeom>
                <a:avLst/>
                <a:gdLst>
                  <a:gd name="T0" fmla="*/ 0 w 3"/>
                  <a:gd name="T1" fmla="*/ 6 h 7"/>
                  <a:gd name="T2" fmla="*/ 5 w 3"/>
                  <a:gd name="T3" fmla="*/ 9 h 7"/>
                  <a:gd name="T4" fmla="*/ 5 w 3"/>
                  <a:gd name="T5" fmla="*/ 20 h 7"/>
                  <a:gd name="T6" fmla="*/ 7 w 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0" y="2"/>
                    </a:moveTo>
                    <a:cubicBezTo>
                      <a:pt x="1" y="2"/>
                      <a:pt x="2" y="2"/>
                      <a:pt x="2" y="3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2" y="4"/>
                      <a:pt x="3" y="2"/>
                      <a:pt x="3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67" name="Freeform 163">
                <a:extLst>
                  <a:ext uri="{FF2B5EF4-FFF2-40B4-BE49-F238E27FC236}">
                    <a16:creationId xmlns:a16="http://schemas.microsoft.com/office/drawing/2014/main" id="{66DA766F-5FE0-4D71-90BB-320FD3816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972"/>
                <a:ext cx="2" cy="8"/>
              </a:xfrm>
              <a:custGeom>
                <a:avLst/>
                <a:gdLst>
                  <a:gd name="T0" fmla="*/ 0 w 2"/>
                  <a:gd name="T1" fmla="*/ 1 h 6"/>
                  <a:gd name="T2" fmla="*/ 2 w 2"/>
                  <a:gd name="T3" fmla="*/ 15 h 6"/>
                  <a:gd name="T4" fmla="*/ 2 w 2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1"/>
                    </a:moveTo>
                    <a:cubicBezTo>
                      <a:pt x="2" y="1"/>
                      <a:pt x="2" y="4"/>
                      <a:pt x="2" y="6"/>
                    </a:cubicBezTo>
                    <a:cubicBezTo>
                      <a:pt x="2" y="4"/>
                      <a:pt x="2" y="2"/>
                      <a:pt x="2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68" name="Freeform 164">
                <a:extLst>
                  <a:ext uri="{FF2B5EF4-FFF2-40B4-BE49-F238E27FC236}">
                    <a16:creationId xmlns:a16="http://schemas.microsoft.com/office/drawing/2014/main" id="{E6DCF03A-0719-49A7-B54E-DFE2987DB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972"/>
                <a:ext cx="4" cy="8"/>
              </a:xfrm>
              <a:custGeom>
                <a:avLst/>
                <a:gdLst>
                  <a:gd name="T0" fmla="*/ 0 w 3"/>
                  <a:gd name="T1" fmla="*/ 1 h 6"/>
                  <a:gd name="T2" fmla="*/ 7 w 3"/>
                  <a:gd name="T3" fmla="*/ 15 h 6"/>
                  <a:gd name="T4" fmla="*/ 5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1"/>
                    </a:moveTo>
                    <a:cubicBezTo>
                      <a:pt x="2" y="1"/>
                      <a:pt x="3" y="4"/>
                      <a:pt x="3" y="6"/>
                    </a:cubicBezTo>
                    <a:cubicBezTo>
                      <a:pt x="3" y="4"/>
                      <a:pt x="3" y="2"/>
                      <a:pt x="2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69" name="Freeform 165">
                <a:extLst>
                  <a:ext uri="{FF2B5EF4-FFF2-40B4-BE49-F238E27FC236}">
                    <a16:creationId xmlns:a16="http://schemas.microsoft.com/office/drawing/2014/main" id="{B48C9115-F1EC-48B0-9874-EC6F23C5E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971"/>
                <a:ext cx="4" cy="8"/>
              </a:xfrm>
              <a:custGeom>
                <a:avLst/>
                <a:gdLst>
                  <a:gd name="T0" fmla="*/ 0 w 3"/>
                  <a:gd name="T1" fmla="*/ 1 h 6"/>
                  <a:gd name="T2" fmla="*/ 7 w 3"/>
                  <a:gd name="T3" fmla="*/ 15 h 6"/>
                  <a:gd name="T4" fmla="*/ 1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1"/>
                    </a:moveTo>
                    <a:cubicBezTo>
                      <a:pt x="2" y="2"/>
                      <a:pt x="2" y="4"/>
                      <a:pt x="3" y="6"/>
                    </a:cubicBezTo>
                    <a:cubicBezTo>
                      <a:pt x="2" y="4"/>
                      <a:pt x="2" y="2"/>
                      <a:pt x="1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70" name="Freeform 166">
                <a:extLst>
                  <a:ext uri="{FF2B5EF4-FFF2-40B4-BE49-F238E27FC236}">
                    <a16:creationId xmlns:a16="http://schemas.microsoft.com/office/drawing/2014/main" id="{530505C9-DDD8-47A6-8FF4-8790E5CD9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971"/>
                <a:ext cx="4" cy="5"/>
              </a:xfrm>
              <a:custGeom>
                <a:avLst/>
                <a:gdLst>
                  <a:gd name="T0" fmla="*/ 0 w 3"/>
                  <a:gd name="T1" fmla="*/ 1 h 4"/>
                  <a:gd name="T2" fmla="*/ 7 w 3"/>
                  <a:gd name="T3" fmla="*/ 8 h 4"/>
                  <a:gd name="T4" fmla="*/ 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2"/>
                      <a:pt x="2" y="3"/>
                      <a:pt x="3" y="4"/>
                    </a:cubicBezTo>
                    <a:cubicBezTo>
                      <a:pt x="2" y="3"/>
                      <a:pt x="1" y="1"/>
                      <a:pt x="1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71" name="Freeform 167">
                <a:extLst>
                  <a:ext uri="{FF2B5EF4-FFF2-40B4-BE49-F238E27FC236}">
                    <a16:creationId xmlns:a16="http://schemas.microsoft.com/office/drawing/2014/main" id="{67A75161-4CBF-4182-B0A1-ACF7B2352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971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7 h 3"/>
                  <a:gd name="T4" fmla="*/ 5 w 3"/>
                  <a:gd name="T5" fmla="*/ 1 h 3"/>
                  <a:gd name="T6" fmla="*/ 1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3" y="2"/>
                      <a:pt x="3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72" name="Freeform 168">
                <a:extLst>
                  <a:ext uri="{FF2B5EF4-FFF2-40B4-BE49-F238E27FC236}">
                    <a16:creationId xmlns:a16="http://schemas.microsoft.com/office/drawing/2014/main" id="{3D4AAF5C-4AC8-464C-91CF-5E487BD6E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969"/>
                <a:ext cx="4" cy="6"/>
              </a:xfrm>
              <a:custGeom>
                <a:avLst/>
                <a:gdLst>
                  <a:gd name="T0" fmla="*/ 0 w 3"/>
                  <a:gd name="T1" fmla="*/ 5 h 4"/>
                  <a:gd name="T2" fmla="*/ 7 w 3"/>
                  <a:gd name="T3" fmla="*/ 14 h 4"/>
                  <a:gd name="T4" fmla="*/ 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1"/>
                      <a:pt x="3" y="3"/>
                      <a:pt x="3" y="4"/>
                    </a:cubicBezTo>
                    <a:cubicBezTo>
                      <a:pt x="2" y="3"/>
                      <a:pt x="2" y="1"/>
                      <a:pt x="1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73" name="Freeform 169">
                <a:extLst>
                  <a:ext uri="{FF2B5EF4-FFF2-40B4-BE49-F238E27FC236}">
                    <a16:creationId xmlns:a16="http://schemas.microsoft.com/office/drawing/2014/main" id="{8527005E-D231-4105-A708-35041A8B3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968"/>
                <a:ext cx="4" cy="5"/>
              </a:xfrm>
              <a:custGeom>
                <a:avLst/>
                <a:gdLst>
                  <a:gd name="T0" fmla="*/ 0 w 3"/>
                  <a:gd name="T1" fmla="*/ 1 h 4"/>
                  <a:gd name="T2" fmla="*/ 7 w 3"/>
                  <a:gd name="T3" fmla="*/ 8 h 4"/>
                  <a:gd name="T4" fmla="*/ 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2"/>
                      <a:pt x="2" y="3"/>
                      <a:pt x="3" y="4"/>
                    </a:cubicBezTo>
                    <a:cubicBezTo>
                      <a:pt x="2" y="3"/>
                      <a:pt x="2" y="1"/>
                      <a:pt x="1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74" name="Freeform 170">
                <a:extLst>
                  <a:ext uri="{FF2B5EF4-FFF2-40B4-BE49-F238E27FC236}">
                    <a16:creationId xmlns:a16="http://schemas.microsoft.com/office/drawing/2014/main" id="{84B4A0BF-D10E-416F-BCE1-3E8BC0929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999"/>
                <a:ext cx="10" cy="12"/>
              </a:xfrm>
              <a:custGeom>
                <a:avLst/>
                <a:gdLst>
                  <a:gd name="T0" fmla="*/ 0 w 8"/>
                  <a:gd name="T1" fmla="*/ 20 h 9"/>
                  <a:gd name="T2" fmla="*/ 13 w 8"/>
                  <a:gd name="T3" fmla="*/ 12 h 9"/>
                  <a:gd name="T4" fmla="*/ 16 w 8"/>
                  <a:gd name="T5" fmla="*/ 0 h 9"/>
                  <a:gd name="T6" fmla="*/ 13 w 8"/>
                  <a:gd name="T7" fmla="*/ 12 h 9"/>
                  <a:gd name="T8" fmla="*/ 6 w 8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9"/>
                      <a:pt x="5" y="6"/>
                      <a:pt x="6" y="5"/>
                    </a:cubicBezTo>
                    <a:cubicBezTo>
                      <a:pt x="7" y="4"/>
                      <a:pt x="8" y="1"/>
                      <a:pt x="8" y="0"/>
                    </a:cubicBezTo>
                    <a:cubicBezTo>
                      <a:pt x="8" y="2"/>
                      <a:pt x="7" y="4"/>
                      <a:pt x="6" y="5"/>
                    </a:cubicBezTo>
                    <a:cubicBezTo>
                      <a:pt x="5" y="7"/>
                      <a:pt x="4" y="9"/>
                      <a:pt x="3" y="9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75" name="Freeform 171">
                <a:extLst>
                  <a:ext uri="{FF2B5EF4-FFF2-40B4-BE49-F238E27FC236}">
                    <a16:creationId xmlns:a16="http://schemas.microsoft.com/office/drawing/2014/main" id="{BDEE81A5-2C00-4097-B296-7E8C98656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989"/>
                <a:ext cx="6" cy="16"/>
              </a:xfrm>
              <a:custGeom>
                <a:avLst/>
                <a:gdLst>
                  <a:gd name="T0" fmla="*/ 0 w 4"/>
                  <a:gd name="T1" fmla="*/ 28 h 12"/>
                  <a:gd name="T2" fmla="*/ 12 w 4"/>
                  <a:gd name="T3" fmla="*/ 15 h 12"/>
                  <a:gd name="T4" fmla="*/ 14 w 4"/>
                  <a:gd name="T5" fmla="*/ 0 h 12"/>
                  <a:gd name="T6" fmla="*/ 14 w 4"/>
                  <a:gd name="T7" fmla="*/ 12 h 12"/>
                  <a:gd name="T8" fmla="*/ 12 w 4"/>
                  <a:gd name="T9" fmla="*/ 2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0" y="12"/>
                    </a:moveTo>
                    <a:cubicBezTo>
                      <a:pt x="2" y="11"/>
                      <a:pt x="2" y="8"/>
                      <a:pt x="3" y="6"/>
                    </a:cubicBezTo>
                    <a:cubicBezTo>
                      <a:pt x="3" y="4"/>
                      <a:pt x="4" y="2"/>
                      <a:pt x="4" y="0"/>
                    </a:cubicBezTo>
                    <a:cubicBezTo>
                      <a:pt x="4" y="1"/>
                      <a:pt x="4" y="3"/>
                      <a:pt x="4" y="5"/>
                    </a:cubicBezTo>
                    <a:cubicBezTo>
                      <a:pt x="4" y="7"/>
                      <a:pt x="4" y="8"/>
                      <a:pt x="3" y="1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76" name="Freeform 172">
                <a:extLst>
                  <a:ext uri="{FF2B5EF4-FFF2-40B4-BE49-F238E27FC236}">
                    <a16:creationId xmlns:a16="http://schemas.microsoft.com/office/drawing/2014/main" id="{A7387B40-4E1E-4C78-9843-B68895482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984"/>
                <a:ext cx="2" cy="15"/>
              </a:xfrm>
              <a:custGeom>
                <a:avLst/>
                <a:gdLst>
                  <a:gd name="T0" fmla="*/ 0 w 2"/>
                  <a:gd name="T1" fmla="*/ 27 h 11"/>
                  <a:gd name="T2" fmla="*/ 1 w 2"/>
                  <a:gd name="T3" fmla="*/ 20 h 11"/>
                  <a:gd name="T4" fmla="*/ 2 w 2"/>
                  <a:gd name="T5" fmla="*/ 14 h 11"/>
                  <a:gd name="T6" fmla="*/ 2 w 2"/>
                  <a:gd name="T7" fmla="*/ 0 h 11"/>
                  <a:gd name="T8" fmla="*/ 2 w 2"/>
                  <a:gd name="T9" fmla="*/ 14 h 11"/>
                  <a:gd name="T10" fmla="*/ 2 w 2"/>
                  <a:gd name="T11" fmla="*/ 26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11">
                    <a:moveTo>
                      <a:pt x="0" y="11"/>
                    </a:moveTo>
                    <a:cubicBezTo>
                      <a:pt x="1" y="10"/>
                      <a:pt x="1" y="9"/>
                      <a:pt x="1" y="8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4"/>
                      <a:pt x="2" y="2"/>
                      <a:pt x="2" y="0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7"/>
                      <a:pt x="2" y="9"/>
                      <a:pt x="2" y="1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77" name="Freeform 173">
                <a:extLst>
                  <a:ext uri="{FF2B5EF4-FFF2-40B4-BE49-F238E27FC236}">
                    <a16:creationId xmlns:a16="http://schemas.microsoft.com/office/drawing/2014/main" id="{1F7281F8-0FD9-49B8-A938-FFCA6D396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996"/>
                <a:ext cx="10" cy="15"/>
              </a:xfrm>
              <a:custGeom>
                <a:avLst/>
                <a:gdLst>
                  <a:gd name="T0" fmla="*/ 0 w 8"/>
                  <a:gd name="T1" fmla="*/ 27 h 11"/>
                  <a:gd name="T2" fmla="*/ 10 w 8"/>
                  <a:gd name="T3" fmla="*/ 15 h 11"/>
                  <a:gd name="T4" fmla="*/ 13 w 8"/>
                  <a:gd name="T5" fmla="*/ 7 h 11"/>
                  <a:gd name="T6" fmla="*/ 16 w 8"/>
                  <a:gd name="T7" fmla="*/ 0 h 11"/>
                  <a:gd name="T8" fmla="*/ 13 w 8"/>
                  <a:gd name="T9" fmla="*/ 14 h 11"/>
                  <a:gd name="T10" fmla="*/ 6 w 8"/>
                  <a:gd name="T11" fmla="*/ 27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2" y="10"/>
                      <a:pt x="4" y="7"/>
                      <a:pt x="5" y="6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7" y="2"/>
                      <a:pt x="7" y="1"/>
                      <a:pt x="8" y="0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4" y="9"/>
                      <a:pt x="3" y="11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78" name="Freeform 174">
                <a:extLst>
                  <a:ext uri="{FF2B5EF4-FFF2-40B4-BE49-F238E27FC236}">
                    <a16:creationId xmlns:a16="http://schemas.microsoft.com/office/drawing/2014/main" id="{498A2AE4-50A1-4342-B005-013873F88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1003"/>
                <a:ext cx="8" cy="9"/>
              </a:xfrm>
              <a:custGeom>
                <a:avLst/>
                <a:gdLst>
                  <a:gd name="T0" fmla="*/ 0 w 6"/>
                  <a:gd name="T1" fmla="*/ 10 h 7"/>
                  <a:gd name="T2" fmla="*/ 15 w 6"/>
                  <a:gd name="T3" fmla="*/ 0 h 7"/>
                  <a:gd name="T4" fmla="*/ 9 w 6"/>
                  <a:gd name="T5" fmla="*/ 8 h 7"/>
                  <a:gd name="T6" fmla="*/ 1 w 6"/>
                  <a:gd name="T7" fmla="*/ 1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0" y="5"/>
                    </a:moveTo>
                    <a:cubicBezTo>
                      <a:pt x="2" y="5"/>
                      <a:pt x="5" y="2"/>
                      <a:pt x="6" y="0"/>
                    </a:cubicBezTo>
                    <a:cubicBezTo>
                      <a:pt x="6" y="1"/>
                      <a:pt x="4" y="3"/>
                      <a:pt x="4" y="4"/>
                    </a:cubicBezTo>
                    <a:cubicBezTo>
                      <a:pt x="3" y="5"/>
                      <a:pt x="2" y="6"/>
                      <a:pt x="1" y="7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79" name="Freeform 175">
                <a:extLst>
                  <a:ext uri="{FF2B5EF4-FFF2-40B4-BE49-F238E27FC236}">
                    <a16:creationId xmlns:a16="http://schemas.microsoft.com/office/drawing/2014/main" id="{42C0895A-D6EF-4814-891C-82881C403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1001"/>
                <a:ext cx="13" cy="10"/>
              </a:xfrm>
              <a:custGeom>
                <a:avLst/>
                <a:gdLst>
                  <a:gd name="T0" fmla="*/ 0 w 10"/>
                  <a:gd name="T1" fmla="*/ 19 h 7"/>
                  <a:gd name="T2" fmla="*/ 7 w 10"/>
                  <a:gd name="T3" fmla="*/ 14 h 7"/>
                  <a:gd name="T4" fmla="*/ 13 w 10"/>
                  <a:gd name="T5" fmla="*/ 9 h 7"/>
                  <a:gd name="T6" fmla="*/ 22 w 10"/>
                  <a:gd name="T7" fmla="*/ 0 h 7"/>
                  <a:gd name="T8" fmla="*/ 16 w 10"/>
                  <a:gd name="T9" fmla="*/ 9 h 7"/>
                  <a:gd name="T10" fmla="*/ 5 w 10"/>
                  <a:gd name="T11" fmla="*/ 2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0" y="6"/>
                    </a:moveTo>
                    <a:cubicBezTo>
                      <a:pt x="1" y="6"/>
                      <a:pt x="2" y="5"/>
                      <a:pt x="3" y="5"/>
                    </a:cubicBezTo>
                    <a:cubicBezTo>
                      <a:pt x="4" y="4"/>
                      <a:pt x="5" y="4"/>
                      <a:pt x="6" y="3"/>
                    </a:cubicBezTo>
                    <a:cubicBezTo>
                      <a:pt x="8" y="2"/>
                      <a:pt x="9" y="1"/>
                      <a:pt x="10" y="0"/>
                    </a:cubicBezTo>
                    <a:cubicBezTo>
                      <a:pt x="10" y="1"/>
                      <a:pt x="8" y="2"/>
                      <a:pt x="7" y="3"/>
                    </a:cubicBezTo>
                    <a:cubicBezTo>
                      <a:pt x="5" y="5"/>
                      <a:pt x="4" y="6"/>
                      <a:pt x="2" y="7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80" name="Freeform 176">
                <a:extLst>
                  <a:ext uri="{FF2B5EF4-FFF2-40B4-BE49-F238E27FC236}">
                    <a16:creationId xmlns:a16="http://schemas.microsoft.com/office/drawing/2014/main" id="{49692EEA-F2EC-4A81-AB67-076DF1531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003"/>
                <a:ext cx="9" cy="6"/>
              </a:xfrm>
              <a:custGeom>
                <a:avLst/>
                <a:gdLst>
                  <a:gd name="T0" fmla="*/ 0 w 7"/>
                  <a:gd name="T1" fmla="*/ 6 h 5"/>
                  <a:gd name="T2" fmla="*/ 8 w 7"/>
                  <a:gd name="T3" fmla="*/ 2 h 5"/>
                  <a:gd name="T4" fmla="*/ 15 w 7"/>
                  <a:gd name="T5" fmla="*/ 0 h 5"/>
                  <a:gd name="T6" fmla="*/ 8 w 7"/>
                  <a:gd name="T7" fmla="*/ 6 h 5"/>
                  <a:gd name="T8" fmla="*/ 0 w 7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0" y="4"/>
                      <a:pt x="3" y="3"/>
                      <a:pt x="4" y="2"/>
                    </a:cubicBezTo>
                    <a:cubicBezTo>
                      <a:pt x="5" y="2"/>
                      <a:pt x="6" y="1"/>
                      <a:pt x="7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0" y="5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81" name="Freeform 177">
                <a:extLst>
                  <a:ext uri="{FF2B5EF4-FFF2-40B4-BE49-F238E27FC236}">
                    <a16:creationId xmlns:a16="http://schemas.microsoft.com/office/drawing/2014/main" id="{4ED51BA3-6FD9-4A4F-A0AF-B75D22A7B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999"/>
                <a:ext cx="13" cy="9"/>
              </a:xfrm>
              <a:custGeom>
                <a:avLst/>
                <a:gdLst>
                  <a:gd name="T0" fmla="*/ 5 w 10"/>
                  <a:gd name="T1" fmla="*/ 5 h 7"/>
                  <a:gd name="T2" fmla="*/ 5 w 10"/>
                  <a:gd name="T3" fmla="*/ 8 h 7"/>
                  <a:gd name="T4" fmla="*/ 12 w 10"/>
                  <a:gd name="T5" fmla="*/ 8 h 7"/>
                  <a:gd name="T6" fmla="*/ 22 w 10"/>
                  <a:gd name="T7" fmla="*/ 0 h 7"/>
                  <a:gd name="T8" fmla="*/ 13 w 10"/>
                  <a:gd name="T9" fmla="*/ 13 h 7"/>
                  <a:gd name="T10" fmla="*/ 7 w 10"/>
                  <a:gd name="T11" fmla="*/ 13 h 7"/>
                  <a:gd name="T12" fmla="*/ 1 w 10"/>
                  <a:gd name="T13" fmla="*/ 6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2" y="2"/>
                    </a:moveTo>
                    <a:cubicBezTo>
                      <a:pt x="1" y="3"/>
                      <a:pt x="1" y="4"/>
                      <a:pt x="2" y="4"/>
                    </a:cubicBezTo>
                    <a:cubicBezTo>
                      <a:pt x="3" y="5"/>
                      <a:pt x="5" y="5"/>
                      <a:pt x="5" y="4"/>
                    </a:cubicBezTo>
                    <a:cubicBezTo>
                      <a:pt x="8" y="4"/>
                      <a:pt x="10" y="2"/>
                      <a:pt x="10" y="0"/>
                    </a:cubicBezTo>
                    <a:cubicBezTo>
                      <a:pt x="10" y="2"/>
                      <a:pt x="8" y="5"/>
                      <a:pt x="6" y="6"/>
                    </a:cubicBezTo>
                    <a:cubicBezTo>
                      <a:pt x="5" y="7"/>
                      <a:pt x="4" y="7"/>
                      <a:pt x="3" y="6"/>
                    </a:cubicBezTo>
                    <a:cubicBezTo>
                      <a:pt x="1" y="6"/>
                      <a:pt x="0" y="5"/>
                      <a:pt x="1" y="3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82" name="Freeform 178">
                <a:extLst>
                  <a:ext uri="{FF2B5EF4-FFF2-40B4-BE49-F238E27FC236}">
                    <a16:creationId xmlns:a16="http://schemas.microsoft.com/office/drawing/2014/main" id="{4EE6FA69-8820-4A91-9878-16A2299BD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988"/>
                <a:ext cx="22" cy="13"/>
              </a:xfrm>
              <a:custGeom>
                <a:avLst/>
                <a:gdLst>
                  <a:gd name="T0" fmla="*/ 0 w 17"/>
                  <a:gd name="T1" fmla="*/ 7 h 10"/>
                  <a:gd name="T2" fmla="*/ 8 w 17"/>
                  <a:gd name="T3" fmla="*/ 13 h 10"/>
                  <a:gd name="T4" fmla="*/ 17 w 17"/>
                  <a:gd name="T5" fmla="*/ 21 h 10"/>
                  <a:gd name="T6" fmla="*/ 27 w 17"/>
                  <a:gd name="T7" fmla="*/ 17 h 10"/>
                  <a:gd name="T8" fmla="*/ 36 w 17"/>
                  <a:gd name="T9" fmla="*/ 9 h 10"/>
                  <a:gd name="T10" fmla="*/ 30 w 17"/>
                  <a:gd name="T11" fmla="*/ 13 h 10"/>
                  <a:gd name="T12" fmla="*/ 27 w 17"/>
                  <a:gd name="T13" fmla="*/ 13 h 10"/>
                  <a:gd name="T14" fmla="*/ 23 w 17"/>
                  <a:gd name="T15" fmla="*/ 12 h 10"/>
                  <a:gd name="T16" fmla="*/ 22 w 17"/>
                  <a:gd name="T17" fmla="*/ 17 h 10"/>
                  <a:gd name="T18" fmla="*/ 17 w 17"/>
                  <a:gd name="T19" fmla="*/ 22 h 10"/>
                  <a:gd name="T20" fmla="*/ 16 w 17"/>
                  <a:gd name="T21" fmla="*/ 16 h 10"/>
                  <a:gd name="T22" fmla="*/ 16 w 17"/>
                  <a:gd name="T23" fmla="*/ 7 h 10"/>
                  <a:gd name="T24" fmla="*/ 13 w 17"/>
                  <a:gd name="T25" fmla="*/ 12 h 10"/>
                  <a:gd name="T26" fmla="*/ 10 w 17"/>
                  <a:gd name="T27" fmla="*/ 16 h 10"/>
                  <a:gd name="T28" fmla="*/ 13 w 17"/>
                  <a:gd name="T29" fmla="*/ 0 h 10"/>
                  <a:gd name="T30" fmla="*/ 0 w 17"/>
                  <a:gd name="T31" fmla="*/ 5 h 1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" h="10">
                    <a:moveTo>
                      <a:pt x="0" y="3"/>
                    </a:moveTo>
                    <a:cubicBezTo>
                      <a:pt x="1" y="4"/>
                      <a:pt x="2" y="5"/>
                      <a:pt x="4" y="6"/>
                    </a:cubicBezTo>
                    <a:cubicBezTo>
                      <a:pt x="5" y="7"/>
                      <a:pt x="6" y="9"/>
                      <a:pt x="8" y="9"/>
                    </a:cubicBezTo>
                    <a:cubicBezTo>
                      <a:pt x="9" y="10"/>
                      <a:pt x="11" y="10"/>
                      <a:pt x="12" y="8"/>
                    </a:cubicBezTo>
                    <a:cubicBezTo>
                      <a:pt x="13" y="6"/>
                      <a:pt x="15" y="5"/>
                      <a:pt x="17" y="4"/>
                    </a:cubicBezTo>
                    <a:cubicBezTo>
                      <a:pt x="16" y="4"/>
                      <a:pt x="15" y="5"/>
                      <a:pt x="14" y="6"/>
                    </a:cubicBezTo>
                    <a:cubicBezTo>
                      <a:pt x="13" y="6"/>
                      <a:pt x="12" y="7"/>
                      <a:pt x="12" y="6"/>
                    </a:cubicBezTo>
                    <a:cubicBezTo>
                      <a:pt x="12" y="6"/>
                      <a:pt x="12" y="6"/>
                      <a:pt x="11" y="5"/>
                    </a:cubicBezTo>
                    <a:cubicBezTo>
                      <a:pt x="11" y="6"/>
                      <a:pt x="10" y="7"/>
                      <a:pt x="10" y="8"/>
                    </a:cubicBezTo>
                    <a:cubicBezTo>
                      <a:pt x="10" y="8"/>
                      <a:pt x="9" y="9"/>
                      <a:pt x="8" y="10"/>
                    </a:cubicBezTo>
                    <a:cubicBezTo>
                      <a:pt x="7" y="10"/>
                      <a:pt x="7" y="8"/>
                      <a:pt x="7" y="7"/>
                    </a:cubicBezTo>
                    <a:cubicBezTo>
                      <a:pt x="6" y="6"/>
                      <a:pt x="6" y="5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4" y="5"/>
                      <a:pt x="2" y="1"/>
                      <a:pt x="6" y="0"/>
                    </a:cubicBezTo>
                    <a:cubicBezTo>
                      <a:pt x="5" y="0"/>
                      <a:pt x="1" y="1"/>
                      <a:pt x="0" y="2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83" name="Freeform 179">
                <a:extLst>
                  <a:ext uri="{FF2B5EF4-FFF2-40B4-BE49-F238E27FC236}">
                    <a16:creationId xmlns:a16="http://schemas.microsoft.com/office/drawing/2014/main" id="{6CB0D2F0-5C70-4970-ADF2-F77516852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984"/>
                <a:ext cx="13" cy="8"/>
              </a:xfrm>
              <a:custGeom>
                <a:avLst/>
                <a:gdLst>
                  <a:gd name="T0" fmla="*/ 0 w 10"/>
                  <a:gd name="T1" fmla="*/ 1 h 6"/>
                  <a:gd name="T2" fmla="*/ 9 w 10"/>
                  <a:gd name="T3" fmla="*/ 9 h 6"/>
                  <a:gd name="T4" fmla="*/ 13 w 10"/>
                  <a:gd name="T5" fmla="*/ 15 h 6"/>
                  <a:gd name="T6" fmla="*/ 13 w 10"/>
                  <a:gd name="T7" fmla="*/ 12 h 6"/>
                  <a:gd name="T8" fmla="*/ 16 w 10"/>
                  <a:gd name="T9" fmla="*/ 9 h 6"/>
                  <a:gd name="T10" fmla="*/ 22 w 10"/>
                  <a:gd name="T11" fmla="*/ 7 h 6"/>
                  <a:gd name="T12" fmla="*/ 13 w 10"/>
                  <a:gd name="T13" fmla="*/ 7 h 6"/>
                  <a:gd name="T14" fmla="*/ 16 w 10"/>
                  <a:gd name="T15" fmla="*/ 0 h 6"/>
                  <a:gd name="T16" fmla="*/ 9 w 10"/>
                  <a:gd name="T17" fmla="*/ 0 h 6"/>
                  <a:gd name="T18" fmla="*/ 1 w 10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0" y="1"/>
                    </a:moveTo>
                    <a:cubicBezTo>
                      <a:pt x="2" y="1"/>
                      <a:pt x="3" y="3"/>
                      <a:pt x="4" y="4"/>
                    </a:cubicBezTo>
                    <a:cubicBezTo>
                      <a:pt x="5" y="4"/>
                      <a:pt x="5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8" y="4"/>
                      <a:pt x="9" y="3"/>
                      <a:pt x="10" y="3"/>
                    </a:cubicBezTo>
                    <a:cubicBezTo>
                      <a:pt x="9" y="3"/>
                      <a:pt x="7" y="4"/>
                      <a:pt x="6" y="3"/>
                    </a:cubicBezTo>
                    <a:cubicBezTo>
                      <a:pt x="5" y="2"/>
                      <a:pt x="5" y="0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84" name="Freeform 180">
                <a:extLst>
                  <a:ext uri="{FF2B5EF4-FFF2-40B4-BE49-F238E27FC236}">
                    <a16:creationId xmlns:a16="http://schemas.microsoft.com/office/drawing/2014/main" id="{6BB5875D-99D0-444B-B39B-20F7F512B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969"/>
                <a:ext cx="17" cy="16"/>
              </a:xfrm>
              <a:custGeom>
                <a:avLst/>
                <a:gdLst>
                  <a:gd name="T0" fmla="*/ 1 w 13"/>
                  <a:gd name="T1" fmla="*/ 9 h 12"/>
                  <a:gd name="T2" fmla="*/ 13 w 13"/>
                  <a:gd name="T3" fmla="*/ 21 h 12"/>
                  <a:gd name="T4" fmla="*/ 16 w 13"/>
                  <a:gd name="T5" fmla="*/ 23 h 12"/>
                  <a:gd name="T6" fmla="*/ 29 w 13"/>
                  <a:gd name="T7" fmla="*/ 27 h 12"/>
                  <a:gd name="T8" fmla="*/ 13 w 13"/>
                  <a:gd name="T9" fmla="*/ 15 h 12"/>
                  <a:gd name="T10" fmla="*/ 9 w 13"/>
                  <a:gd name="T11" fmla="*/ 15 h 12"/>
                  <a:gd name="T12" fmla="*/ 5 w 13"/>
                  <a:gd name="T13" fmla="*/ 5 h 12"/>
                  <a:gd name="T14" fmla="*/ 1 w 13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2">
                    <a:moveTo>
                      <a:pt x="1" y="4"/>
                    </a:moveTo>
                    <a:cubicBezTo>
                      <a:pt x="2" y="6"/>
                      <a:pt x="3" y="8"/>
                      <a:pt x="6" y="9"/>
                    </a:cubicBezTo>
                    <a:cubicBezTo>
                      <a:pt x="6" y="9"/>
                      <a:pt x="6" y="10"/>
                      <a:pt x="7" y="10"/>
                    </a:cubicBezTo>
                    <a:cubicBezTo>
                      <a:pt x="8" y="11"/>
                      <a:pt x="11" y="11"/>
                      <a:pt x="13" y="11"/>
                    </a:cubicBezTo>
                    <a:cubicBezTo>
                      <a:pt x="11" y="12"/>
                      <a:pt x="4" y="7"/>
                      <a:pt x="6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2" y="5"/>
                      <a:pt x="1" y="3"/>
                      <a:pt x="2" y="2"/>
                    </a:cubicBezTo>
                    <a:cubicBezTo>
                      <a:pt x="0" y="2"/>
                      <a:pt x="1" y="2"/>
                      <a:pt x="1" y="0"/>
                    </a:cubicBezTo>
                  </a:path>
                </a:pathLst>
              </a:custGeom>
              <a:solidFill>
                <a:srgbClr val="A87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85" name="Freeform 181">
                <a:extLst>
                  <a:ext uri="{FF2B5EF4-FFF2-40B4-BE49-F238E27FC236}">
                    <a16:creationId xmlns:a16="http://schemas.microsoft.com/office/drawing/2014/main" id="{F0712723-D7F4-4465-A930-4A7327B80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757"/>
                <a:ext cx="322" cy="216"/>
              </a:xfrm>
              <a:custGeom>
                <a:avLst/>
                <a:gdLst>
                  <a:gd name="T0" fmla="*/ 413 w 241"/>
                  <a:gd name="T1" fmla="*/ 299 h 162"/>
                  <a:gd name="T2" fmla="*/ 480 w 241"/>
                  <a:gd name="T3" fmla="*/ 325 h 162"/>
                  <a:gd name="T4" fmla="*/ 541 w 241"/>
                  <a:gd name="T5" fmla="*/ 305 h 162"/>
                  <a:gd name="T6" fmla="*/ 562 w 241"/>
                  <a:gd name="T7" fmla="*/ 272 h 162"/>
                  <a:gd name="T8" fmla="*/ 573 w 241"/>
                  <a:gd name="T9" fmla="*/ 241 h 162"/>
                  <a:gd name="T10" fmla="*/ 573 w 241"/>
                  <a:gd name="T11" fmla="*/ 215 h 162"/>
                  <a:gd name="T12" fmla="*/ 575 w 241"/>
                  <a:gd name="T13" fmla="*/ 193 h 162"/>
                  <a:gd name="T14" fmla="*/ 562 w 241"/>
                  <a:gd name="T15" fmla="*/ 151 h 162"/>
                  <a:gd name="T16" fmla="*/ 552 w 241"/>
                  <a:gd name="T17" fmla="*/ 123 h 162"/>
                  <a:gd name="T18" fmla="*/ 532 w 241"/>
                  <a:gd name="T19" fmla="*/ 91 h 162"/>
                  <a:gd name="T20" fmla="*/ 505 w 241"/>
                  <a:gd name="T21" fmla="*/ 65 h 162"/>
                  <a:gd name="T22" fmla="*/ 426 w 241"/>
                  <a:gd name="T23" fmla="*/ 31 h 162"/>
                  <a:gd name="T24" fmla="*/ 362 w 241"/>
                  <a:gd name="T25" fmla="*/ 15 h 162"/>
                  <a:gd name="T26" fmla="*/ 335 w 241"/>
                  <a:gd name="T27" fmla="*/ 5 h 162"/>
                  <a:gd name="T28" fmla="*/ 307 w 241"/>
                  <a:gd name="T29" fmla="*/ 7 h 162"/>
                  <a:gd name="T30" fmla="*/ 265 w 241"/>
                  <a:gd name="T31" fmla="*/ 9 h 162"/>
                  <a:gd name="T32" fmla="*/ 224 w 241"/>
                  <a:gd name="T33" fmla="*/ 20 h 162"/>
                  <a:gd name="T34" fmla="*/ 164 w 241"/>
                  <a:gd name="T35" fmla="*/ 27 h 162"/>
                  <a:gd name="T36" fmla="*/ 106 w 241"/>
                  <a:gd name="T37" fmla="*/ 59 h 162"/>
                  <a:gd name="T38" fmla="*/ 76 w 241"/>
                  <a:gd name="T39" fmla="*/ 101 h 162"/>
                  <a:gd name="T40" fmla="*/ 49 w 241"/>
                  <a:gd name="T41" fmla="*/ 128 h 162"/>
                  <a:gd name="T42" fmla="*/ 36 w 241"/>
                  <a:gd name="T43" fmla="*/ 148 h 162"/>
                  <a:gd name="T44" fmla="*/ 15 w 241"/>
                  <a:gd name="T45" fmla="*/ 215 h 162"/>
                  <a:gd name="T46" fmla="*/ 16 w 241"/>
                  <a:gd name="T47" fmla="*/ 276 h 162"/>
                  <a:gd name="T48" fmla="*/ 71 w 241"/>
                  <a:gd name="T49" fmla="*/ 351 h 162"/>
                  <a:gd name="T50" fmla="*/ 155 w 241"/>
                  <a:gd name="T51" fmla="*/ 361 h 162"/>
                  <a:gd name="T52" fmla="*/ 224 w 241"/>
                  <a:gd name="T53" fmla="*/ 357 h 162"/>
                  <a:gd name="T54" fmla="*/ 303 w 241"/>
                  <a:gd name="T55" fmla="*/ 375 h 162"/>
                  <a:gd name="T56" fmla="*/ 404 w 241"/>
                  <a:gd name="T57" fmla="*/ 357 h 162"/>
                  <a:gd name="T58" fmla="*/ 413 w 241"/>
                  <a:gd name="T59" fmla="*/ 299 h 16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41" h="162">
                    <a:moveTo>
                      <a:pt x="173" y="126"/>
                    </a:moveTo>
                    <a:cubicBezTo>
                      <a:pt x="180" y="132"/>
                      <a:pt x="194" y="137"/>
                      <a:pt x="201" y="137"/>
                    </a:cubicBezTo>
                    <a:cubicBezTo>
                      <a:pt x="210" y="136"/>
                      <a:pt x="221" y="135"/>
                      <a:pt x="227" y="129"/>
                    </a:cubicBezTo>
                    <a:cubicBezTo>
                      <a:pt x="231" y="125"/>
                      <a:pt x="233" y="119"/>
                      <a:pt x="236" y="115"/>
                    </a:cubicBezTo>
                    <a:cubicBezTo>
                      <a:pt x="238" y="111"/>
                      <a:pt x="239" y="107"/>
                      <a:pt x="240" y="102"/>
                    </a:cubicBezTo>
                    <a:cubicBezTo>
                      <a:pt x="240" y="98"/>
                      <a:pt x="241" y="94"/>
                      <a:pt x="240" y="91"/>
                    </a:cubicBezTo>
                    <a:cubicBezTo>
                      <a:pt x="240" y="88"/>
                      <a:pt x="241" y="85"/>
                      <a:pt x="241" y="82"/>
                    </a:cubicBezTo>
                    <a:cubicBezTo>
                      <a:pt x="240" y="76"/>
                      <a:pt x="239" y="69"/>
                      <a:pt x="236" y="64"/>
                    </a:cubicBezTo>
                    <a:cubicBezTo>
                      <a:pt x="234" y="60"/>
                      <a:pt x="232" y="57"/>
                      <a:pt x="231" y="52"/>
                    </a:cubicBezTo>
                    <a:cubicBezTo>
                      <a:pt x="230" y="47"/>
                      <a:pt x="227" y="42"/>
                      <a:pt x="223" y="38"/>
                    </a:cubicBezTo>
                    <a:cubicBezTo>
                      <a:pt x="221" y="35"/>
                      <a:pt x="214" y="29"/>
                      <a:pt x="212" y="28"/>
                    </a:cubicBezTo>
                    <a:cubicBezTo>
                      <a:pt x="207" y="23"/>
                      <a:pt x="187" y="9"/>
                      <a:pt x="179" y="13"/>
                    </a:cubicBezTo>
                    <a:cubicBezTo>
                      <a:pt x="176" y="6"/>
                      <a:pt x="157" y="3"/>
                      <a:pt x="152" y="6"/>
                    </a:cubicBezTo>
                    <a:cubicBezTo>
                      <a:pt x="151" y="4"/>
                      <a:pt x="147" y="3"/>
                      <a:pt x="141" y="2"/>
                    </a:cubicBezTo>
                    <a:cubicBezTo>
                      <a:pt x="136" y="2"/>
                      <a:pt x="131" y="2"/>
                      <a:pt x="129" y="3"/>
                    </a:cubicBezTo>
                    <a:cubicBezTo>
                      <a:pt x="125" y="3"/>
                      <a:pt x="115" y="0"/>
                      <a:pt x="111" y="4"/>
                    </a:cubicBezTo>
                    <a:cubicBezTo>
                      <a:pt x="106" y="0"/>
                      <a:pt x="96" y="4"/>
                      <a:pt x="94" y="8"/>
                    </a:cubicBezTo>
                    <a:cubicBezTo>
                      <a:pt x="90" y="3"/>
                      <a:pt x="79" y="5"/>
                      <a:pt x="69" y="11"/>
                    </a:cubicBezTo>
                    <a:cubicBezTo>
                      <a:pt x="61" y="15"/>
                      <a:pt x="52" y="19"/>
                      <a:pt x="44" y="25"/>
                    </a:cubicBezTo>
                    <a:cubicBezTo>
                      <a:pt x="35" y="31"/>
                      <a:pt x="27" y="40"/>
                      <a:pt x="32" y="43"/>
                    </a:cubicBezTo>
                    <a:cubicBezTo>
                      <a:pt x="25" y="45"/>
                      <a:pt x="25" y="47"/>
                      <a:pt x="21" y="54"/>
                    </a:cubicBezTo>
                    <a:cubicBezTo>
                      <a:pt x="17" y="61"/>
                      <a:pt x="15" y="62"/>
                      <a:pt x="15" y="62"/>
                    </a:cubicBezTo>
                    <a:cubicBezTo>
                      <a:pt x="11" y="66"/>
                      <a:pt x="5" y="86"/>
                      <a:pt x="6" y="91"/>
                    </a:cubicBezTo>
                    <a:cubicBezTo>
                      <a:pt x="4" y="95"/>
                      <a:pt x="0" y="113"/>
                      <a:pt x="7" y="116"/>
                    </a:cubicBezTo>
                    <a:cubicBezTo>
                      <a:pt x="6" y="123"/>
                      <a:pt x="15" y="145"/>
                      <a:pt x="30" y="148"/>
                    </a:cubicBezTo>
                    <a:cubicBezTo>
                      <a:pt x="46" y="151"/>
                      <a:pt x="55" y="150"/>
                      <a:pt x="65" y="152"/>
                    </a:cubicBezTo>
                    <a:cubicBezTo>
                      <a:pt x="75" y="153"/>
                      <a:pt x="91" y="153"/>
                      <a:pt x="94" y="151"/>
                    </a:cubicBezTo>
                    <a:cubicBezTo>
                      <a:pt x="98" y="155"/>
                      <a:pt x="123" y="160"/>
                      <a:pt x="127" y="158"/>
                    </a:cubicBezTo>
                    <a:cubicBezTo>
                      <a:pt x="136" y="160"/>
                      <a:pt x="160" y="162"/>
                      <a:pt x="169" y="151"/>
                    </a:cubicBezTo>
                    <a:cubicBezTo>
                      <a:pt x="174" y="144"/>
                      <a:pt x="178" y="132"/>
                      <a:pt x="173" y="12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86" name="Freeform 182">
                <a:extLst>
                  <a:ext uri="{FF2B5EF4-FFF2-40B4-BE49-F238E27FC236}">
                    <a16:creationId xmlns:a16="http://schemas.microsoft.com/office/drawing/2014/main" id="{31828C33-568F-4841-9829-3179142C6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763"/>
                <a:ext cx="14" cy="108"/>
              </a:xfrm>
              <a:custGeom>
                <a:avLst/>
                <a:gdLst>
                  <a:gd name="T0" fmla="*/ 0 w 11"/>
                  <a:gd name="T1" fmla="*/ 0 h 81"/>
                  <a:gd name="T2" fmla="*/ 10 w 11"/>
                  <a:gd name="T3" fmla="*/ 44 h 81"/>
                  <a:gd name="T4" fmla="*/ 13 w 11"/>
                  <a:gd name="T5" fmla="*/ 87 h 81"/>
                  <a:gd name="T6" fmla="*/ 14 w 11"/>
                  <a:gd name="T7" fmla="*/ 121 h 81"/>
                  <a:gd name="T8" fmla="*/ 23 w 11"/>
                  <a:gd name="T9" fmla="*/ 192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1">
                    <a:moveTo>
                      <a:pt x="0" y="0"/>
                    </a:moveTo>
                    <a:cubicBezTo>
                      <a:pt x="2" y="4"/>
                      <a:pt x="5" y="10"/>
                      <a:pt x="5" y="19"/>
                    </a:cubicBezTo>
                    <a:cubicBezTo>
                      <a:pt x="5" y="27"/>
                      <a:pt x="6" y="31"/>
                      <a:pt x="6" y="37"/>
                    </a:cubicBezTo>
                    <a:cubicBezTo>
                      <a:pt x="7" y="42"/>
                      <a:pt x="8" y="46"/>
                      <a:pt x="7" y="51"/>
                    </a:cubicBezTo>
                    <a:cubicBezTo>
                      <a:pt x="6" y="55"/>
                      <a:pt x="7" y="72"/>
                      <a:pt x="11" y="81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87" name="Freeform 183">
                <a:extLst>
                  <a:ext uri="{FF2B5EF4-FFF2-40B4-BE49-F238E27FC236}">
                    <a16:creationId xmlns:a16="http://schemas.microsoft.com/office/drawing/2014/main" id="{29EA62AE-C1C9-48A8-98F0-4DEC1CB82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763"/>
                <a:ext cx="13" cy="78"/>
              </a:xfrm>
              <a:custGeom>
                <a:avLst/>
                <a:gdLst>
                  <a:gd name="T0" fmla="*/ 7 w 10"/>
                  <a:gd name="T1" fmla="*/ 0 h 59"/>
                  <a:gd name="T2" fmla="*/ 5 w 10"/>
                  <a:gd name="T3" fmla="*/ 34 h 59"/>
                  <a:gd name="T4" fmla="*/ 9 w 10"/>
                  <a:gd name="T5" fmla="*/ 59 h 59"/>
                  <a:gd name="T6" fmla="*/ 12 w 10"/>
                  <a:gd name="T7" fmla="*/ 86 h 59"/>
                  <a:gd name="T8" fmla="*/ 17 w 10"/>
                  <a:gd name="T9" fmla="*/ 110 h 59"/>
                  <a:gd name="T10" fmla="*/ 12 w 10"/>
                  <a:gd name="T11" fmla="*/ 136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9">
                    <a:moveTo>
                      <a:pt x="3" y="0"/>
                    </a:moveTo>
                    <a:cubicBezTo>
                      <a:pt x="6" y="4"/>
                      <a:pt x="3" y="10"/>
                      <a:pt x="2" y="15"/>
                    </a:cubicBezTo>
                    <a:cubicBezTo>
                      <a:pt x="0" y="20"/>
                      <a:pt x="2" y="22"/>
                      <a:pt x="4" y="26"/>
                    </a:cubicBezTo>
                    <a:cubicBezTo>
                      <a:pt x="6" y="30"/>
                      <a:pt x="5" y="32"/>
                      <a:pt x="5" y="37"/>
                    </a:cubicBezTo>
                    <a:cubicBezTo>
                      <a:pt x="6" y="41"/>
                      <a:pt x="7" y="44"/>
                      <a:pt x="8" y="48"/>
                    </a:cubicBezTo>
                    <a:cubicBezTo>
                      <a:pt x="8" y="54"/>
                      <a:pt x="10" y="56"/>
                      <a:pt x="5" y="59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88" name="Freeform 184">
                <a:extLst>
                  <a:ext uri="{FF2B5EF4-FFF2-40B4-BE49-F238E27FC236}">
                    <a16:creationId xmlns:a16="http://schemas.microsoft.com/office/drawing/2014/main" id="{1CDB4D38-E01B-4108-961A-70FAA8FE6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836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7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2"/>
                      <a:pt x="2" y="3"/>
                      <a:pt x="3" y="4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89" name="Freeform 185">
                <a:extLst>
                  <a:ext uri="{FF2B5EF4-FFF2-40B4-BE49-F238E27FC236}">
                    <a16:creationId xmlns:a16="http://schemas.microsoft.com/office/drawing/2014/main" id="{C87AF0E0-13C6-4045-9D5A-94D010859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788"/>
                <a:ext cx="36" cy="31"/>
              </a:xfrm>
              <a:custGeom>
                <a:avLst/>
                <a:gdLst>
                  <a:gd name="T0" fmla="*/ 0 w 27"/>
                  <a:gd name="T1" fmla="*/ 20 h 23"/>
                  <a:gd name="T2" fmla="*/ 33 w 27"/>
                  <a:gd name="T3" fmla="*/ 12 h 23"/>
                  <a:gd name="T4" fmla="*/ 48 w 27"/>
                  <a:gd name="T5" fmla="*/ 35 h 23"/>
                  <a:gd name="T6" fmla="*/ 64 w 27"/>
                  <a:gd name="T7" fmla="*/ 5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3">
                    <a:moveTo>
                      <a:pt x="0" y="8"/>
                    </a:moveTo>
                    <a:cubicBezTo>
                      <a:pt x="4" y="4"/>
                      <a:pt x="9" y="0"/>
                      <a:pt x="14" y="5"/>
                    </a:cubicBezTo>
                    <a:cubicBezTo>
                      <a:pt x="16" y="7"/>
                      <a:pt x="18" y="11"/>
                      <a:pt x="20" y="14"/>
                    </a:cubicBezTo>
                    <a:cubicBezTo>
                      <a:pt x="22" y="17"/>
                      <a:pt x="25" y="19"/>
                      <a:pt x="27" y="23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90" name="Freeform 186">
                <a:extLst>
                  <a:ext uri="{FF2B5EF4-FFF2-40B4-BE49-F238E27FC236}">
                    <a16:creationId xmlns:a16="http://schemas.microsoft.com/office/drawing/2014/main" id="{71C7E77F-A738-46C6-9FF7-9713D26E3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789"/>
                <a:ext cx="10" cy="3"/>
              </a:xfrm>
              <a:custGeom>
                <a:avLst/>
                <a:gdLst>
                  <a:gd name="T0" fmla="*/ 0 w 7"/>
                  <a:gd name="T1" fmla="*/ 0 h 2"/>
                  <a:gd name="T2" fmla="*/ 2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2"/>
                      <a:pt x="5" y="2"/>
                      <a:pt x="7" y="0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91" name="Freeform 187">
                <a:extLst>
                  <a:ext uri="{FF2B5EF4-FFF2-40B4-BE49-F238E27FC236}">
                    <a16:creationId xmlns:a16="http://schemas.microsoft.com/office/drawing/2014/main" id="{A94F03C4-4576-4C7E-83DD-822AAF4C7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809"/>
                <a:ext cx="10" cy="10"/>
              </a:xfrm>
              <a:custGeom>
                <a:avLst/>
                <a:gdLst>
                  <a:gd name="T0" fmla="*/ 0 w 8"/>
                  <a:gd name="T1" fmla="*/ 20 h 7"/>
                  <a:gd name="T2" fmla="*/ 0 w 8"/>
                  <a:gd name="T3" fmla="*/ 0 h 7"/>
                  <a:gd name="T4" fmla="*/ 16 w 8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2" y="1"/>
                      <a:pt x="5" y="3"/>
                      <a:pt x="8" y="1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92" name="Freeform 188">
                <a:extLst>
                  <a:ext uri="{FF2B5EF4-FFF2-40B4-BE49-F238E27FC236}">
                    <a16:creationId xmlns:a16="http://schemas.microsoft.com/office/drawing/2014/main" id="{BFF29856-DAA2-40BB-8112-749B09B3C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792"/>
                <a:ext cx="15" cy="17"/>
              </a:xfrm>
              <a:custGeom>
                <a:avLst/>
                <a:gdLst>
                  <a:gd name="T0" fmla="*/ 0 w 11"/>
                  <a:gd name="T1" fmla="*/ 0 h 13"/>
                  <a:gd name="T2" fmla="*/ 27 w 1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2" y="6"/>
                      <a:pt x="7" y="9"/>
                      <a:pt x="11" y="13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93" name="Freeform 189">
                <a:extLst>
                  <a:ext uri="{FF2B5EF4-FFF2-40B4-BE49-F238E27FC236}">
                    <a16:creationId xmlns:a16="http://schemas.microsoft.com/office/drawing/2014/main" id="{7B2E4C29-BA08-462B-912C-92F41E75B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851"/>
                <a:ext cx="16" cy="53"/>
              </a:xfrm>
              <a:custGeom>
                <a:avLst/>
                <a:gdLst>
                  <a:gd name="T0" fmla="*/ 16 w 12"/>
                  <a:gd name="T1" fmla="*/ 0 h 40"/>
                  <a:gd name="T2" fmla="*/ 15 w 12"/>
                  <a:gd name="T3" fmla="*/ 64 h 40"/>
                  <a:gd name="T4" fmla="*/ 0 w 12"/>
                  <a:gd name="T5" fmla="*/ 9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0">
                    <a:moveTo>
                      <a:pt x="7" y="0"/>
                    </a:moveTo>
                    <a:cubicBezTo>
                      <a:pt x="12" y="5"/>
                      <a:pt x="9" y="21"/>
                      <a:pt x="6" y="27"/>
                    </a:cubicBezTo>
                    <a:cubicBezTo>
                      <a:pt x="5" y="31"/>
                      <a:pt x="0" y="38"/>
                      <a:pt x="0" y="40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94" name="Freeform 190">
                <a:extLst>
                  <a:ext uri="{FF2B5EF4-FFF2-40B4-BE49-F238E27FC236}">
                    <a16:creationId xmlns:a16="http://schemas.microsoft.com/office/drawing/2014/main" id="{81A9DC17-B421-4E5D-96AC-69AFCC572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877"/>
                <a:ext cx="53" cy="46"/>
              </a:xfrm>
              <a:custGeom>
                <a:avLst/>
                <a:gdLst>
                  <a:gd name="T0" fmla="*/ 0 w 40"/>
                  <a:gd name="T1" fmla="*/ 77 h 34"/>
                  <a:gd name="T2" fmla="*/ 56 w 40"/>
                  <a:gd name="T3" fmla="*/ 47 h 34"/>
                  <a:gd name="T4" fmla="*/ 93 w 4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4">
                    <a:moveTo>
                      <a:pt x="0" y="31"/>
                    </a:moveTo>
                    <a:cubicBezTo>
                      <a:pt x="9" y="34"/>
                      <a:pt x="19" y="25"/>
                      <a:pt x="24" y="19"/>
                    </a:cubicBezTo>
                    <a:cubicBezTo>
                      <a:pt x="27" y="14"/>
                      <a:pt x="33" y="0"/>
                      <a:pt x="40" y="0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95" name="Freeform 191">
                <a:extLst>
                  <a:ext uri="{FF2B5EF4-FFF2-40B4-BE49-F238E27FC236}">
                    <a16:creationId xmlns:a16="http://schemas.microsoft.com/office/drawing/2014/main" id="{5C195D36-EE21-4B37-A382-7B06E69BB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889"/>
                <a:ext cx="21" cy="14"/>
              </a:xfrm>
              <a:custGeom>
                <a:avLst/>
                <a:gdLst>
                  <a:gd name="T0" fmla="*/ 0 w 16"/>
                  <a:gd name="T1" fmla="*/ 8 h 10"/>
                  <a:gd name="T2" fmla="*/ 37 w 16"/>
                  <a:gd name="T3" fmla="*/ 1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0" y="3"/>
                    </a:moveTo>
                    <a:cubicBezTo>
                      <a:pt x="5" y="0"/>
                      <a:pt x="12" y="10"/>
                      <a:pt x="16" y="5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96" name="Freeform 192">
                <a:extLst>
                  <a:ext uri="{FF2B5EF4-FFF2-40B4-BE49-F238E27FC236}">
                    <a16:creationId xmlns:a16="http://schemas.microsoft.com/office/drawing/2014/main" id="{BAF3506E-D2F2-4A1F-A8F7-D2D436CD0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897"/>
                <a:ext cx="6" cy="8"/>
              </a:xfrm>
              <a:custGeom>
                <a:avLst/>
                <a:gdLst>
                  <a:gd name="T0" fmla="*/ 0 w 5"/>
                  <a:gd name="T1" fmla="*/ 0 h 6"/>
                  <a:gd name="T2" fmla="*/ 6 w 5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3" y="1"/>
                      <a:pt x="5" y="3"/>
                      <a:pt x="3" y="6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97" name="Freeform 193">
                <a:extLst>
                  <a:ext uri="{FF2B5EF4-FFF2-40B4-BE49-F238E27FC236}">
                    <a16:creationId xmlns:a16="http://schemas.microsoft.com/office/drawing/2014/main" id="{B92C1E63-826F-4D00-BB32-B29568C41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816"/>
                <a:ext cx="12" cy="33"/>
              </a:xfrm>
              <a:custGeom>
                <a:avLst/>
                <a:gdLst>
                  <a:gd name="T0" fmla="*/ 1 w 9"/>
                  <a:gd name="T1" fmla="*/ 0 h 25"/>
                  <a:gd name="T2" fmla="*/ 0 w 9"/>
                  <a:gd name="T3" fmla="*/ 5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5">
                    <a:moveTo>
                      <a:pt x="1" y="0"/>
                    </a:moveTo>
                    <a:cubicBezTo>
                      <a:pt x="2" y="6"/>
                      <a:pt x="9" y="21"/>
                      <a:pt x="0" y="25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98" name="Freeform 194">
                <a:extLst>
                  <a:ext uri="{FF2B5EF4-FFF2-40B4-BE49-F238E27FC236}">
                    <a16:creationId xmlns:a16="http://schemas.microsoft.com/office/drawing/2014/main" id="{137C9F17-0522-4F11-A9B3-9F55485A7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844"/>
                <a:ext cx="12" cy="40"/>
              </a:xfrm>
              <a:custGeom>
                <a:avLst/>
                <a:gdLst>
                  <a:gd name="T0" fmla="*/ 0 w 9"/>
                  <a:gd name="T1" fmla="*/ 0 h 30"/>
                  <a:gd name="T2" fmla="*/ 1 w 9"/>
                  <a:gd name="T3" fmla="*/ 7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0">
                    <a:moveTo>
                      <a:pt x="0" y="0"/>
                    </a:moveTo>
                    <a:cubicBezTo>
                      <a:pt x="2" y="8"/>
                      <a:pt x="9" y="24"/>
                      <a:pt x="1" y="30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99" name="Freeform 195">
                <a:extLst>
                  <a:ext uri="{FF2B5EF4-FFF2-40B4-BE49-F238E27FC236}">
                    <a16:creationId xmlns:a16="http://schemas.microsoft.com/office/drawing/2014/main" id="{EEB0EC92-7BED-4417-B843-816730573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879"/>
                <a:ext cx="3" cy="5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300" name="Freeform 196">
                <a:extLst>
                  <a:ext uri="{FF2B5EF4-FFF2-40B4-BE49-F238E27FC236}">
                    <a16:creationId xmlns:a16="http://schemas.microsoft.com/office/drawing/2014/main" id="{9C5AC940-100D-4B9B-B935-8914E4D75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828"/>
                <a:ext cx="14" cy="65"/>
              </a:xfrm>
              <a:custGeom>
                <a:avLst/>
                <a:gdLst>
                  <a:gd name="T0" fmla="*/ 0 w 11"/>
                  <a:gd name="T1" fmla="*/ 0 h 49"/>
                  <a:gd name="T2" fmla="*/ 22 w 11"/>
                  <a:gd name="T3" fmla="*/ 58 h 49"/>
                  <a:gd name="T4" fmla="*/ 8 w 11"/>
                  <a:gd name="T5" fmla="*/ 114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9">
                    <a:moveTo>
                      <a:pt x="0" y="0"/>
                    </a:moveTo>
                    <a:cubicBezTo>
                      <a:pt x="3" y="8"/>
                      <a:pt x="9" y="16"/>
                      <a:pt x="10" y="25"/>
                    </a:cubicBezTo>
                    <a:cubicBezTo>
                      <a:pt x="11" y="34"/>
                      <a:pt x="8" y="42"/>
                      <a:pt x="4" y="49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301" name="Freeform 197">
                <a:extLst>
                  <a:ext uri="{FF2B5EF4-FFF2-40B4-BE49-F238E27FC236}">
                    <a16:creationId xmlns:a16="http://schemas.microsoft.com/office/drawing/2014/main" id="{9352CFAC-A850-4223-A4FE-256D0F151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853"/>
                <a:ext cx="36" cy="23"/>
              </a:xfrm>
              <a:custGeom>
                <a:avLst/>
                <a:gdLst>
                  <a:gd name="T0" fmla="*/ 0 w 27"/>
                  <a:gd name="T1" fmla="*/ 42 h 17"/>
                  <a:gd name="T2" fmla="*/ 16 w 27"/>
                  <a:gd name="T3" fmla="*/ 27 h 17"/>
                  <a:gd name="T4" fmla="*/ 43 w 27"/>
                  <a:gd name="T5" fmla="*/ 20 h 17"/>
                  <a:gd name="T6" fmla="*/ 64 w 2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7">
                    <a:moveTo>
                      <a:pt x="0" y="17"/>
                    </a:moveTo>
                    <a:cubicBezTo>
                      <a:pt x="3" y="14"/>
                      <a:pt x="4" y="13"/>
                      <a:pt x="7" y="11"/>
                    </a:cubicBezTo>
                    <a:cubicBezTo>
                      <a:pt x="11" y="9"/>
                      <a:pt x="14" y="9"/>
                      <a:pt x="18" y="8"/>
                    </a:cubicBezTo>
                    <a:cubicBezTo>
                      <a:pt x="22" y="6"/>
                      <a:pt x="25" y="4"/>
                      <a:pt x="27" y="0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302" name="Freeform 198">
                <a:extLst>
                  <a:ext uri="{FF2B5EF4-FFF2-40B4-BE49-F238E27FC236}">
                    <a16:creationId xmlns:a16="http://schemas.microsoft.com/office/drawing/2014/main" id="{58E18E30-21C7-4DD7-8DAB-6DBDDD6AC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859"/>
                <a:ext cx="8" cy="1"/>
              </a:xfrm>
              <a:custGeom>
                <a:avLst/>
                <a:gdLst>
                  <a:gd name="T0" fmla="*/ 0 w 6"/>
                  <a:gd name="T1" fmla="*/ 1 h 1"/>
                  <a:gd name="T2" fmla="*/ 15 w 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303" name="Freeform 199">
                <a:extLst>
                  <a:ext uri="{FF2B5EF4-FFF2-40B4-BE49-F238E27FC236}">
                    <a16:creationId xmlns:a16="http://schemas.microsoft.com/office/drawing/2014/main" id="{F96E9E68-54F3-4AE0-804B-BBA6081F4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789"/>
                <a:ext cx="18" cy="20"/>
              </a:xfrm>
              <a:custGeom>
                <a:avLst/>
                <a:gdLst>
                  <a:gd name="T0" fmla="*/ 5 w 14"/>
                  <a:gd name="T1" fmla="*/ 0 h 15"/>
                  <a:gd name="T2" fmla="*/ 6 w 14"/>
                  <a:gd name="T3" fmla="*/ 31 h 15"/>
                  <a:gd name="T4" fmla="*/ 28 w 14"/>
                  <a:gd name="T5" fmla="*/ 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2" y="0"/>
                    </a:moveTo>
                    <a:cubicBezTo>
                      <a:pt x="0" y="3"/>
                      <a:pt x="1" y="12"/>
                      <a:pt x="3" y="13"/>
                    </a:cubicBezTo>
                    <a:cubicBezTo>
                      <a:pt x="6" y="15"/>
                      <a:pt x="14" y="10"/>
                      <a:pt x="13" y="15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304" name="Freeform 200">
                <a:extLst>
                  <a:ext uri="{FF2B5EF4-FFF2-40B4-BE49-F238E27FC236}">
                    <a16:creationId xmlns:a16="http://schemas.microsoft.com/office/drawing/2014/main" id="{6194DFE8-A510-450C-BF5E-37437A7EC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808"/>
                <a:ext cx="35" cy="57"/>
              </a:xfrm>
              <a:custGeom>
                <a:avLst/>
                <a:gdLst>
                  <a:gd name="T0" fmla="*/ 20 w 26"/>
                  <a:gd name="T1" fmla="*/ 0 h 43"/>
                  <a:gd name="T2" fmla="*/ 5 w 26"/>
                  <a:gd name="T3" fmla="*/ 36 h 43"/>
                  <a:gd name="T4" fmla="*/ 5 w 26"/>
                  <a:gd name="T5" fmla="*/ 77 h 43"/>
                  <a:gd name="T6" fmla="*/ 63 w 26"/>
                  <a:gd name="T7" fmla="*/ 10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3">
                    <a:moveTo>
                      <a:pt x="8" y="0"/>
                    </a:moveTo>
                    <a:cubicBezTo>
                      <a:pt x="8" y="5"/>
                      <a:pt x="4" y="10"/>
                      <a:pt x="2" y="15"/>
                    </a:cubicBezTo>
                    <a:cubicBezTo>
                      <a:pt x="0" y="20"/>
                      <a:pt x="0" y="28"/>
                      <a:pt x="2" y="33"/>
                    </a:cubicBezTo>
                    <a:cubicBezTo>
                      <a:pt x="6" y="42"/>
                      <a:pt x="19" y="38"/>
                      <a:pt x="26" y="43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305" name="Freeform 201">
                <a:extLst>
                  <a:ext uri="{FF2B5EF4-FFF2-40B4-BE49-F238E27FC236}">
                    <a16:creationId xmlns:a16="http://schemas.microsoft.com/office/drawing/2014/main" id="{E9A654A4-D889-49C1-AE38-48DC1449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776"/>
                <a:ext cx="8" cy="73"/>
              </a:xfrm>
              <a:custGeom>
                <a:avLst/>
                <a:gdLst>
                  <a:gd name="T0" fmla="*/ 15 w 6"/>
                  <a:gd name="T1" fmla="*/ 0 h 55"/>
                  <a:gd name="T2" fmla="*/ 9 w 6"/>
                  <a:gd name="T3" fmla="*/ 28 h 55"/>
                  <a:gd name="T4" fmla="*/ 12 w 6"/>
                  <a:gd name="T5" fmla="*/ 65 h 55"/>
                  <a:gd name="T6" fmla="*/ 1 w 6"/>
                  <a:gd name="T7" fmla="*/ 92 h 55"/>
                  <a:gd name="T8" fmla="*/ 7 w 6"/>
                  <a:gd name="T9" fmla="*/ 12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5">
                    <a:moveTo>
                      <a:pt x="6" y="0"/>
                    </a:moveTo>
                    <a:cubicBezTo>
                      <a:pt x="6" y="5"/>
                      <a:pt x="4" y="8"/>
                      <a:pt x="4" y="12"/>
                    </a:cubicBezTo>
                    <a:cubicBezTo>
                      <a:pt x="3" y="17"/>
                      <a:pt x="6" y="22"/>
                      <a:pt x="5" y="28"/>
                    </a:cubicBezTo>
                    <a:cubicBezTo>
                      <a:pt x="5" y="32"/>
                      <a:pt x="1" y="35"/>
                      <a:pt x="1" y="39"/>
                    </a:cubicBezTo>
                    <a:cubicBezTo>
                      <a:pt x="0" y="45"/>
                      <a:pt x="2" y="50"/>
                      <a:pt x="3" y="55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306" name="Freeform 202">
                <a:extLst>
                  <a:ext uri="{FF2B5EF4-FFF2-40B4-BE49-F238E27FC236}">
                    <a16:creationId xmlns:a16="http://schemas.microsoft.com/office/drawing/2014/main" id="{A82911CA-BAAC-4F7F-881E-7B5B4853A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824"/>
                <a:ext cx="11" cy="15"/>
              </a:xfrm>
              <a:custGeom>
                <a:avLst/>
                <a:gdLst>
                  <a:gd name="T0" fmla="*/ 0 w 8"/>
                  <a:gd name="T1" fmla="*/ 27 h 11"/>
                  <a:gd name="T2" fmla="*/ 21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2" y="9"/>
                      <a:pt x="7" y="3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307" name="Freeform 203">
                <a:extLst>
                  <a:ext uri="{FF2B5EF4-FFF2-40B4-BE49-F238E27FC236}">
                    <a16:creationId xmlns:a16="http://schemas.microsoft.com/office/drawing/2014/main" id="{F70DAF7B-B1A8-4363-B370-CA344AC0C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783"/>
                <a:ext cx="10" cy="13"/>
              </a:xfrm>
              <a:custGeom>
                <a:avLst/>
                <a:gdLst>
                  <a:gd name="T0" fmla="*/ 0 w 8"/>
                  <a:gd name="T1" fmla="*/ 0 h 10"/>
                  <a:gd name="T2" fmla="*/ 16 w 8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4" y="0"/>
                      <a:pt x="7" y="6"/>
                      <a:pt x="8" y="10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308" name="Freeform 204">
                <a:extLst>
                  <a:ext uri="{FF2B5EF4-FFF2-40B4-BE49-F238E27FC236}">
                    <a16:creationId xmlns:a16="http://schemas.microsoft.com/office/drawing/2014/main" id="{BEFE7C19-1381-4BB7-987F-84CB37C58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880"/>
                <a:ext cx="150" cy="55"/>
              </a:xfrm>
              <a:custGeom>
                <a:avLst/>
                <a:gdLst>
                  <a:gd name="T0" fmla="*/ 0 w 112"/>
                  <a:gd name="T1" fmla="*/ 0 h 41"/>
                  <a:gd name="T2" fmla="*/ 42 w 112"/>
                  <a:gd name="T3" fmla="*/ 16 h 41"/>
                  <a:gd name="T4" fmla="*/ 90 w 112"/>
                  <a:gd name="T5" fmla="*/ 21 h 41"/>
                  <a:gd name="T6" fmla="*/ 106 w 112"/>
                  <a:gd name="T7" fmla="*/ 36 h 41"/>
                  <a:gd name="T8" fmla="*/ 134 w 112"/>
                  <a:gd name="T9" fmla="*/ 48 h 41"/>
                  <a:gd name="T10" fmla="*/ 163 w 112"/>
                  <a:gd name="T11" fmla="*/ 68 h 41"/>
                  <a:gd name="T12" fmla="*/ 210 w 112"/>
                  <a:gd name="T13" fmla="*/ 72 h 41"/>
                  <a:gd name="T14" fmla="*/ 233 w 112"/>
                  <a:gd name="T15" fmla="*/ 90 h 41"/>
                  <a:gd name="T16" fmla="*/ 269 w 112"/>
                  <a:gd name="T17" fmla="*/ 99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41">
                    <a:moveTo>
                      <a:pt x="0" y="0"/>
                    </a:moveTo>
                    <a:cubicBezTo>
                      <a:pt x="6" y="1"/>
                      <a:pt x="11" y="6"/>
                      <a:pt x="17" y="7"/>
                    </a:cubicBezTo>
                    <a:cubicBezTo>
                      <a:pt x="24" y="8"/>
                      <a:pt x="32" y="6"/>
                      <a:pt x="37" y="9"/>
                    </a:cubicBezTo>
                    <a:cubicBezTo>
                      <a:pt x="40" y="11"/>
                      <a:pt x="41" y="14"/>
                      <a:pt x="44" y="15"/>
                    </a:cubicBezTo>
                    <a:cubicBezTo>
                      <a:pt x="47" y="18"/>
                      <a:pt x="52" y="18"/>
                      <a:pt x="56" y="20"/>
                    </a:cubicBezTo>
                    <a:cubicBezTo>
                      <a:pt x="60" y="24"/>
                      <a:pt x="63" y="27"/>
                      <a:pt x="68" y="28"/>
                    </a:cubicBezTo>
                    <a:cubicBezTo>
                      <a:pt x="74" y="29"/>
                      <a:pt x="81" y="28"/>
                      <a:pt x="87" y="30"/>
                    </a:cubicBezTo>
                    <a:cubicBezTo>
                      <a:pt x="91" y="32"/>
                      <a:pt x="94" y="35"/>
                      <a:pt x="97" y="37"/>
                    </a:cubicBezTo>
                    <a:cubicBezTo>
                      <a:pt x="101" y="39"/>
                      <a:pt x="108" y="38"/>
                      <a:pt x="112" y="41"/>
                    </a:cubicBezTo>
                  </a:path>
                </a:pathLst>
              </a:custGeom>
              <a:noFill/>
              <a:ln w="1588" cap="rnd">
                <a:solidFill>
                  <a:srgbClr val="9395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4949" name="Freeform 205">
              <a:extLst>
                <a:ext uri="{FF2B5EF4-FFF2-40B4-BE49-F238E27FC236}">
                  <a16:creationId xmlns:a16="http://schemas.microsoft.com/office/drawing/2014/main" id="{EE140575-2DCB-4EF6-AC4A-44A05FC94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900"/>
              <a:ext cx="148" cy="47"/>
            </a:xfrm>
            <a:custGeom>
              <a:avLst/>
              <a:gdLst>
                <a:gd name="T0" fmla="*/ 0 w 111"/>
                <a:gd name="T1" fmla="*/ 0 h 35"/>
                <a:gd name="T2" fmla="*/ 41 w 111"/>
                <a:gd name="T3" fmla="*/ 28 h 35"/>
                <a:gd name="T4" fmla="*/ 71 w 111"/>
                <a:gd name="T5" fmla="*/ 36 h 35"/>
                <a:gd name="T6" fmla="*/ 105 w 111"/>
                <a:gd name="T7" fmla="*/ 36 h 35"/>
                <a:gd name="T8" fmla="*/ 137 w 111"/>
                <a:gd name="T9" fmla="*/ 54 h 35"/>
                <a:gd name="T10" fmla="*/ 187 w 111"/>
                <a:gd name="T11" fmla="*/ 75 h 35"/>
                <a:gd name="T12" fmla="*/ 213 w 111"/>
                <a:gd name="T13" fmla="*/ 79 h 35"/>
                <a:gd name="T14" fmla="*/ 235 w 111"/>
                <a:gd name="T15" fmla="*/ 79 h 35"/>
                <a:gd name="T16" fmla="*/ 263 w 111"/>
                <a:gd name="T17" fmla="*/ 8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35">
                  <a:moveTo>
                    <a:pt x="0" y="0"/>
                  </a:moveTo>
                  <a:cubicBezTo>
                    <a:pt x="3" y="5"/>
                    <a:pt x="11" y="10"/>
                    <a:pt x="17" y="12"/>
                  </a:cubicBezTo>
                  <a:cubicBezTo>
                    <a:pt x="21" y="13"/>
                    <a:pt x="26" y="14"/>
                    <a:pt x="30" y="15"/>
                  </a:cubicBezTo>
                  <a:cubicBezTo>
                    <a:pt x="35" y="16"/>
                    <a:pt x="40" y="15"/>
                    <a:pt x="44" y="15"/>
                  </a:cubicBezTo>
                  <a:cubicBezTo>
                    <a:pt x="50" y="16"/>
                    <a:pt x="54" y="20"/>
                    <a:pt x="58" y="22"/>
                  </a:cubicBezTo>
                  <a:cubicBezTo>
                    <a:pt x="65" y="26"/>
                    <a:pt x="71" y="29"/>
                    <a:pt x="79" y="31"/>
                  </a:cubicBezTo>
                  <a:cubicBezTo>
                    <a:pt x="82" y="32"/>
                    <a:pt x="87" y="33"/>
                    <a:pt x="90" y="33"/>
                  </a:cubicBezTo>
                  <a:cubicBezTo>
                    <a:pt x="94" y="33"/>
                    <a:pt x="95" y="32"/>
                    <a:pt x="99" y="33"/>
                  </a:cubicBezTo>
                  <a:cubicBezTo>
                    <a:pt x="103" y="34"/>
                    <a:pt x="107" y="35"/>
                    <a:pt x="111" y="35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0" name="Freeform 206">
              <a:extLst>
                <a:ext uri="{FF2B5EF4-FFF2-40B4-BE49-F238E27FC236}">
                  <a16:creationId xmlns:a16="http://schemas.microsoft.com/office/drawing/2014/main" id="{4BAD68B9-D3D8-4FFB-84D0-370519073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23"/>
              <a:ext cx="17" cy="5"/>
            </a:xfrm>
            <a:custGeom>
              <a:avLst/>
              <a:gdLst>
                <a:gd name="T0" fmla="*/ 0 w 13"/>
                <a:gd name="T1" fmla="*/ 6 h 4"/>
                <a:gd name="T2" fmla="*/ 21 w 13"/>
                <a:gd name="T3" fmla="*/ 6 h 4"/>
                <a:gd name="T4" fmla="*/ 29 w 1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0" y="3"/>
                  </a:moveTo>
                  <a:cubicBezTo>
                    <a:pt x="2" y="4"/>
                    <a:pt x="6" y="4"/>
                    <a:pt x="9" y="3"/>
                  </a:cubicBezTo>
                  <a:cubicBezTo>
                    <a:pt x="11" y="2"/>
                    <a:pt x="11" y="0"/>
                    <a:pt x="13" y="0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1" name="Freeform 207">
              <a:extLst>
                <a:ext uri="{FF2B5EF4-FFF2-40B4-BE49-F238E27FC236}">
                  <a16:creationId xmlns:a16="http://schemas.microsoft.com/office/drawing/2014/main" id="{EBC30D03-75E0-409B-B6C1-17431D79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883"/>
              <a:ext cx="6" cy="12"/>
            </a:xfrm>
            <a:custGeom>
              <a:avLst/>
              <a:gdLst>
                <a:gd name="T0" fmla="*/ 0 w 4"/>
                <a:gd name="T1" fmla="*/ 0 h 9"/>
                <a:gd name="T2" fmla="*/ 14 w 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1" y="3"/>
                    <a:pt x="1" y="7"/>
                    <a:pt x="4" y="9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2" name="Freeform 208">
              <a:extLst>
                <a:ext uri="{FF2B5EF4-FFF2-40B4-BE49-F238E27FC236}">
                  <a16:creationId xmlns:a16="http://schemas.microsoft.com/office/drawing/2014/main" id="{13630C20-C5D1-41D1-9E67-DC2DC5EF2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908"/>
              <a:ext cx="10" cy="5"/>
            </a:xfrm>
            <a:custGeom>
              <a:avLst/>
              <a:gdLst>
                <a:gd name="T0" fmla="*/ 0 w 8"/>
                <a:gd name="T1" fmla="*/ 8 h 4"/>
                <a:gd name="T2" fmla="*/ 16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1" y="0"/>
                    <a:pt x="5" y="0"/>
                    <a:pt x="8" y="0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3" name="Freeform 209">
              <a:extLst>
                <a:ext uri="{FF2B5EF4-FFF2-40B4-BE49-F238E27FC236}">
                  <a16:creationId xmlns:a16="http://schemas.microsoft.com/office/drawing/2014/main" id="{1A3541FB-6BA0-4200-ADC2-4CD8884DB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860"/>
              <a:ext cx="6" cy="25"/>
            </a:xfrm>
            <a:custGeom>
              <a:avLst/>
              <a:gdLst>
                <a:gd name="T0" fmla="*/ 0 w 5"/>
                <a:gd name="T1" fmla="*/ 0 h 19"/>
                <a:gd name="T2" fmla="*/ 0 w 5"/>
                <a:gd name="T3" fmla="*/ 22 h 19"/>
                <a:gd name="T4" fmla="*/ 8 w 5"/>
                <a:gd name="T5" fmla="*/ 4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1" y="3"/>
                    <a:pt x="0" y="7"/>
                    <a:pt x="0" y="10"/>
                  </a:cubicBezTo>
                  <a:cubicBezTo>
                    <a:pt x="1" y="13"/>
                    <a:pt x="3" y="16"/>
                    <a:pt x="5" y="19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4" name="Freeform 210">
              <a:extLst>
                <a:ext uri="{FF2B5EF4-FFF2-40B4-BE49-F238E27FC236}">
                  <a16:creationId xmlns:a16="http://schemas.microsoft.com/office/drawing/2014/main" id="{0A96CA06-176B-429D-A387-0384344B5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873"/>
              <a:ext cx="9" cy="6"/>
            </a:xfrm>
            <a:custGeom>
              <a:avLst/>
              <a:gdLst>
                <a:gd name="T0" fmla="*/ 15 w 7"/>
                <a:gd name="T1" fmla="*/ 14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5" name="Freeform 211">
              <a:extLst>
                <a:ext uri="{FF2B5EF4-FFF2-40B4-BE49-F238E27FC236}">
                  <a16:creationId xmlns:a16="http://schemas.microsoft.com/office/drawing/2014/main" id="{0397605A-3968-4FAF-8049-E34767A6D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812"/>
              <a:ext cx="12" cy="39"/>
            </a:xfrm>
            <a:custGeom>
              <a:avLst/>
              <a:gdLst>
                <a:gd name="T0" fmla="*/ 21 w 9"/>
                <a:gd name="T1" fmla="*/ 0 h 29"/>
                <a:gd name="T2" fmla="*/ 1 w 9"/>
                <a:gd name="T3" fmla="*/ 42 h 29"/>
                <a:gd name="T4" fmla="*/ 12 w 9"/>
                <a:gd name="T5" fmla="*/ 7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9" y="0"/>
                  </a:moveTo>
                  <a:cubicBezTo>
                    <a:pt x="6" y="6"/>
                    <a:pt x="1" y="11"/>
                    <a:pt x="1" y="17"/>
                  </a:cubicBezTo>
                  <a:cubicBezTo>
                    <a:pt x="0" y="22"/>
                    <a:pt x="4" y="26"/>
                    <a:pt x="5" y="29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6" name="Freeform 212">
              <a:extLst>
                <a:ext uri="{FF2B5EF4-FFF2-40B4-BE49-F238E27FC236}">
                  <a16:creationId xmlns:a16="http://schemas.microsoft.com/office/drawing/2014/main" id="{69768213-AD46-441C-8CB6-EE3BDC4F1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844"/>
              <a:ext cx="6" cy="11"/>
            </a:xfrm>
            <a:custGeom>
              <a:avLst/>
              <a:gdLst>
                <a:gd name="T0" fmla="*/ 12 w 4"/>
                <a:gd name="T1" fmla="*/ 0 h 8"/>
                <a:gd name="T2" fmla="*/ 0 w 4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4" y="4"/>
                    <a:pt x="3" y="6"/>
                    <a:pt x="0" y="8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7" name="Freeform 213">
              <a:extLst>
                <a:ext uri="{FF2B5EF4-FFF2-40B4-BE49-F238E27FC236}">
                  <a16:creationId xmlns:a16="http://schemas.microsoft.com/office/drawing/2014/main" id="{11E45E44-4D23-4916-BC11-785125419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808"/>
              <a:ext cx="36" cy="65"/>
            </a:xfrm>
            <a:custGeom>
              <a:avLst/>
              <a:gdLst>
                <a:gd name="T0" fmla="*/ 0 w 27"/>
                <a:gd name="T1" fmla="*/ 0 h 49"/>
                <a:gd name="T2" fmla="*/ 33 w 27"/>
                <a:gd name="T3" fmla="*/ 64 h 49"/>
                <a:gd name="T4" fmla="*/ 59 w 27"/>
                <a:gd name="T5" fmla="*/ 81 h 49"/>
                <a:gd name="T6" fmla="*/ 64 w 27"/>
                <a:gd name="T7" fmla="*/ 98 h 49"/>
                <a:gd name="T8" fmla="*/ 57 w 27"/>
                <a:gd name="T9" fmla="*/ 11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9">
                  <a:moveTo>
                    <a:pt x="0" y="0"/>
                  </a:moveTo>
                  <a:cubicBezTo>
                    <a:pt x="6" y="3"/>
                    <a:pt x="23" y="20"/>
                    <a:pt x="14" y="27"/>
                  </a:cubicBezTo>
                  <a:cubicBezTo>
                    <a:pt x="18" y="23"/>
                    <a:pt x="23" y="31"/>
                    <a:pt x="25" y="35"/>
                  </a:cubicBezTo>
                  <a:cubicBezTo>
                    <a:pt x="26" y="37"/>
                    <a:pt x="27" y="40"/>
                    <a:pt x="27" y="42"/>
                  </a:cubicBezTo>
                  <a:cubicBezTo>
                    <a:pt x="27" y="44"/>
                    <a:pt x="24" y="48"/>
                    <a:pt x="24" y="49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8" name="Freeform 214">
              <a:extLst>
                <a:ext uri="{FF2B5EF4-FFF2-40B4-BE49-F238E27FC236}">
                  <a16:creationId xmlns:a16="http://schemas.microsoft.com/office/drawing/2014/main" id="{086FEB3A-654C-4653-9A4F-BDDD3DF99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867"/>
              <a:ext cx="3" cy="4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3"/>
                    <a:pt x="2" y="3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9" name="Freeform 215">
              <a:extLst>
                <a:ext uri="{FF2B5EF4-FFF2-40B4-BE49-F238E27FC236}">
                  <a16:creationId xmlns:a16="http://schemas.microsoft.com/office/drawing/2014/main" id="{DBD5C736-DE0C-47B4-AEDF-9DDDE235F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815"/>
              <a:ext cx="7" cy="6"/>
            </a:xfrm>
            <a:custGeom>
              <a:avLst/>
              <a:gdLst>
                <a:gd name="T0" fmla="*/ 0 w 5"/>
                <a:gd name="T1" fmla="*/ 0 h 5"/>
                <a:gd name="T2" fmla="*/ 14 w 5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4" y="2"/>
                    <a:pt x="4" y="2"/>
                    <a:pt x="5" y="5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0" name="Freeform 216">
              <a:extLst>
                <a:ext uri="{FF2B5EF4-FFF2-40B4-BE49-F238E27FC236}">
                  <a16:creationId xmlns:a16="http://schemas.microsoft.com/office/drawing/2014/main" id="{D947FDBC-8FEF-473A-B68C-A0DCAA7E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767"/>
              <a:ext cx="2" cy="5"/>
            </a:xfrm>
            <a:custGeom>
              <a:avLst/>
              <a:gdLst>
                <a:gd name="T0" fmla="*/ 2 w 2"/>
                <a:gd name="T1" fmla="*/ 0 h 4"/>
                <a:gd name="T2" fmla="*/ 1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2"/>
                    <a:pt x="1" y="2"/>
                    <a:pt x="1" y="4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1" name="Freeform 217">
              <a:extLst>
                <a:ext uri="{FF2B5EF4-FFF2-40B4-BE49-F238E27FC236}">
                  <a16:creationId xmlns:a16="http://schemas.microsoft.com/office/drawing/2014/main" id="{09155C6B-7E81-473C-AC0F-4FCE779DF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765"/>
              <a:ext cx="2" cy="19"/>
            </a:xfrm>
            <a:custGeom>
              <a:avLst/>
              <a:gdLst>
                <a:gd name="T0" fmla="*/ 0 w 1"/>
                <a:gd name="T1" fmla="*/ 0 h 14"/>
                <a:gd name="T2" fmla="*/ 0 w 1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1" y="3"/>
                    <a:pt x="1" y="8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2" name="Freeform 218">
              <a:extLst>
                <a:ext uri="{FF2B5EF4-FFF2-40B4-BE49-F238E27FC236}">
                  <a16:creationId xmlns:a16="http://schemas.microsoft.com/office/drawing/2014/main" id="{DE6B0290-11C6-4807-9C3E-9297B8305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775"/>
              <a:ext cx="3" cy="10"/>
            </a:xfrm>
            <a:custGeom>
              <a:avLst/>
              <a:gdLst>
                <a:gd name="T0" fmla="*/ 8 w 2"/>
                <a:gd name="T1" fmla="*/ 0 h 8"/>
                <a:gd name="T2" fmla="*/ 0 w 2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0" y="4"/>
                    <a:pt x="0" y="8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3" name="Freeform 219">
              <a:extLst>
                <a:ext uri="{FF2B5EF4-FFF2-40B4-BE49-F238E27FC236}">
                  <a16:creationId xmlns:a16="http://schemas.microsoft.com/office/drawing/2014/main" id="{5FD34F8F-8E0F-488C-98DC-3A8352522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795"/>
              <a:ext cx="3" cy="14"/>
            </a:xfrm>
            <a:custGeom>
              <a:avLst/>
              <a:gdLst>
                <a:gd name="T0" fmla="*/ 5 w 2"/>
                <a:gd name="T1" fmla="*/ 0 h 11"/>
                <a:gd name="T2" fmla="*/ 5 w 2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2" y="4"/>
                    <a:pt x="0" y="8"/>
                    <a:pt x="1" y="11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4" name="Freeform 220">
              <a:extLst>
                <a:ext uri="{FF2B5EF4-FFF2-40B4-BE49-F238E27FC236}">
                  <a16:creationId xmlns:a16="http://schemas.microsoft.com/office/drawing/2014/main" id="{3D294378-0746-4ABD-AA34-CCF292315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804"/>
              <a:ext cx="4" cy="11"/>
            </a:xfrm>
            <a:custGeom>
              <a:avLst/>
              <a:gdLst>
                <a:gd name="T0" fmla="*/ 0 w 3"/>
                <a:gd name="T1" fmla="*/ 0 h 8"/>
                <a:gd name="T2" fmla="*/ 7 w 3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0" y="3"/>
                    <a:pt x="1" y="6"/>
                    <a:pt x="3" y="8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5" name="Freeform 221">
              <a:extLst>
                <a:ext uri="{FF2B5EF4-FFF2-40B4-BE49-F238E27FC236}">
                  <a16:creationId xmlns:a16="http://schemas.microsoft.com/office/drawing/2014/main" id="{E5FC0175-7C2D-4FD2-B811-558E8E6EA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881"/>
              <a:ext cx="36" cy="43"/>
            </a:xfrm>
            <a:custGeom>
              <a:avLst/>
              <a:gdLst>
                <a:gd name="T0" fmla="*/ 0 w 27"/>
                <a:gd name="T1" fmla="*/ 73 h 32"/>
                <a:gd name="T2" fmla="*/ 27 w 27"/>
                <a:gd name="T3" fmla="*/ 70 h 32"/>
                <a:gd name="T4" fmla="*/ 52 w 27"/>
                <a:gd name="T5" fmla="*/ 47 h 32"/>
                <a:gd name="T6" fmla="*/ 59 w 27"/>
                <a:gd name="T7" fmla="*/ 22 h 32"/>
                <a:gd name="T8" fmla="*/ 64 w 27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2">
                  <a:moveTo>
                    <a:pt x="0" y="30"/>
                  </a:moveTo>
                  <a:cubicBezTo>
                    <a:pt x="3" y="32"/>
                    <a:pt x="8" y="30"/>
                    <a:pt x="11" y="29"/>
                  </a:cubicBezTo>
                  <a:cubicBezTo>
                    <a:pt x="16" y="27"/>
                    <a:pt x="20" y="24"/>
                    <a:pt x="22" y="19"/>
                  </a:cubicBezTo>
                  <a:cubicBezTo>
                    <a:pt x="23" y="15"/>
                    <a:pt x="24" y="13"/>
                    <a:pt x="25" y="9"/>
                  </a:cubicBezTo>
                  <a:cubicBezTo>
                    <a:pt x="26" y="7"/>
                    <a:pt x="26" y="3"/>
                    <a:pt x="27" y="0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6" name="Freeform 222">
              <a:extLst>
                <a:ext uri="{FF2B5EF4-FFF2-40B4-BE49-F238E27FC236}">
                  <a16:creationId xmlns:a16="http://schemas.microsoft.com/office/drawing/2014/main" id="{9BBF7D3E-958F-4AE0-B7D6-F07AF2081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908"/>
              <a:ext cx="2" cy="15"/>
            </a:xfrm>
            <a:custGeom>
              <a:avLst/>
              <a:gdLst>
                <a:gd name="T0" fmla="*/ 2 w 2"/>
                <a:gd name="T1" fmla="*/ 0 h 11"/>
                <a:gd name="T2" fmla="*/ 2 w 2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3"/>
                    <a:pt x="0" y="8"/>
                    <a:pt x="2" y="11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7" name="Freeform 223">
              <a:extLst>
                <a:ext uri="{FF2B5EF4-FFF2-40B4-BE49-F238E27FC236}">
                  <a16:creationId xmlns:a16="http://schemas.microsoft.com/office/drawing/2014/main" id="{9E8EB728-E62A-4DCB-B435-4A96001D3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883"/>
              <a:ext cx="8" cy="9"/>
            </a:xfrm>
            <a:custGeom>
              <a:avLst/>
              <a:gdLst>
                <a:gd name="T0" fmla="*/ 0 w 6"/>
                <a:gd name="T1" fmla="*/ 15 h 7"/>
                <a:gd name="T2" fmla="*/ 1 w 6"/>
                <a:gd name="T3" fmla="*/ 8 h 7"/>
                <a:gd name="T4" fmla="*/ 15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0" y="6"/>
                    <a:pt x="1" y="5"/>
                    <a:pt x="1" y="4"/>
                  </a:cubicBezTo>
                  <a:cubicBezTo>
                    <a:pt x="3" y="2"/>
                    <a:pt x="4" y="2"/>
                    <a:pt x="6" y="0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8" name="Freeform 224">
              <a:extLst>
                <a:ext uri="{FF2B5EF4-FFF2-40B4-BE49-F238E27FC236}">
                  <a16:creationId xmlns:a16="http://schemas.microsoft.com/office/drawing/2014/main" id="{E8273F99-0BE2-47AD-A6EC-29D7346C4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855"/>
              <a:ext cx="3" cy="16"/>
            </a:xfrm>
            <a:custGeom>
              <a:avLst/>
              <a:gdLst>
                <a:gd name="T0" fmla="*/ 0 w 2"/>
                <a:gd name="T1" fmla="*/ 0 h 12"/>
                <a:gd name="T2" fmla="*/ 0 w 2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0" y="4"/>
                    <a:pt x="2" y="8"/>
                    <a:pt x="0" y="12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9" name="Freeform 225">
              <a:extLst>
                <a:ext uri="{FF2B5EF4-FFF2-40B4-BE49-F238E27FC236}">
                  <a16:creationId xmlns:a16="http://schemas.microsoft.com/office/drawing/2014/main" id="{A418CDB1-75C6-48C7-AA1C-DAA4AAF6F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932"/>
              <a:ext cx="21" cy="4"/>
            </a:xfrm>
            <a:custGeom>
              <a:avLst/>
              <a:gdLst>
                <a:gd name="T0" fmla="*/ 0 w 16"/>
                <a:gd name="T1" fmla="*/ 7 h 3"/>
                <a:gd name="T2" fmla="*/ 24 w 16"/>
                <a:gd name="T3" fmla="*/ 1 h 3"/>
                <a:gd name="T4" fmla="*/ 37 w 16"/>
                <a:gd name="T5" fmla="*/ 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2" y="0"/>
                    <a:pt x="8" y="1"/>
                    <a:pt x="11" y="1"/>
                  </a:cubicBezTo>
                  <a:cubicBezTo>
                    <a:pt x="13" y="2"/>
                    <a:pt x="15" y="2"/>
                    <a:pt x="16" y="3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0" name="Freeform 226">
              <a:extLst>
                <a:ext uri="{FF2B5EF4-FFF2-40B4-BE49-F238E27FC236}">
                  <a16:creationId xmlns:a16="http://schemas.microsoft.com/office/drawing/2014/main" id="{65E5FF0E-C82E-4A65-B6F1-9AA564134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944"/>
              <a:ext cx="13" cy="7"/>
            </a:xfrm>
            <a:custGeom>
              <a:avLst/>
              <a:gdLst>
                <a:gd name="T0" fmla="*/ 0 w 10"/>
                <a:gd name="T1" fmla="*/ 0 h 5"/>
                <a:gd name="T2" fmla="*/ 22 w 10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4" y="1"/>
                    <a:pt x="7" y="2"/>
                    <a:pt x="10" y="5"/>
                  </a:cubicBezTo>
                </a:path>
              </a:pathLst>
            </a:custGeom>
            <a:noFill/>
            <a:ln w="1588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1" name="Freeform 227">
              <a:extLst>
                <a:ext uri="{FF2B5EF4-FFF2-40B4-BE49-F238E27FC236}">
                  <a16:creationId xmlns:a16="http://schemas.microsoft.com/office/drawing/2014/main" id="{7B872965-1068-42E7-94A9-0C9C8337E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956"/>
              <a:ext cx="111" cy="59"/>
            </a:xfrm>
            <a:custGeom>
              <a:avLst/>
              <a:gdLst>
                <a:gd name="T0" fmla="*/ 7 w 83"/>
                <a:gd name="T1" fmla="*/ 5 h 44"/>
                <a:gd name="T2" fmla="*/ 9 w 83"/>
                <a:gd name="T3" fmla="*/ 1 h 44"/>
                <a:gd name="T4" fmla="*/ 12 w 83"/>
                <a:gd name="T5" fmla="*/ 0 h 44"/>
                <a:gd name="T6" fmla="*/ 80 w 83"/>
                <a:gd name="T7" fmla="*/ 7 h 44"/>
                <a:gd name="T8" fmla="*/ 150 w 83"/>
                <a:gd name="T9" fmla="*/ 5 h 44"/>
                <a:gd name="T10" fmla="*/ 198 w 83"/>
                <a:gd name="T11" fmla="*/ 20 h 44"/>
                <a:gd name="T12" fmla="*/ 197 w 83"/>
                <a:gd name="T13" fmla="*/ 27 h 44"/>
                <a:gd name="T14" fmla="*/ 193 w 83"/>
                <a:gd name="T15" fmla="*/ 28 h 44"/>
                <a:gd name="T16" fmla="*/ 190 w 83"/>
                <a:gd name="T17" fmla="*/ 31 h 44"/>
                <a:gd name="T18" fmla="*/ 185 w 83"/>
                <a:gd name="T19" fmla="*/ 34 h 44"/>
                <a:gd name="T20" fmla="*/ 177 w 83"/>
                <a:gd name="T21" fmla="*/ 51 h 44"/>
                <a:gd name="T22" fmla="*/ 171 w 83"/>
                <a:gd name="T23" fmla="*/ 70 h 44"/>
                <a:gd name="T24" fmla="*/ 164 w 83"/>
                <a:gd name="T25" fmla="*/ 79 h 44"/>
                <a:gd name="T26" fmla="*/ 148 w 83"/>
                <a:gd name="T27" fmla="*/ 99 h 44"/>
                <a:gd name="T28" fmla="*/ 142 w 83"/>
                <a:gd name="T29" fmla="*/ 99 h 44"/>
                <a:gd name="T30" fmla="*/ 132 w 83"/>
                <a:gd name="T31" fmla="*/ 101 h 44"/>
                <a:gd name="T32" fmla="*/ 120 w 83"/>
                <a:gd name="T33" fmla="*/ 101 h 44"/>
                <a:gd name="T34" fmla="*/ 115 w 83"/>
                <a:gd name="T35" fmla="*/ 101 h 44"/>
                <a:gd name="T36" fmla="*/ 107 w 83"/>
                <a:gd name="T37" fmla="*/ 101 h 44"/>
                <a:gd name="T38" fmla="*/ 104 w 83"/>
                <a:gd name="T39" fmla="*/ 101 h 44"/>
                <a:gd name="T40" fmla="*/ 94 w 83"/>
                <a:gd name="T41" fmla="*/ 99 h 44"/>
                <a:gd name="T42" fmla="*/ 66 w 83"/>
                <a:gd name="T43" fmla="*/ 91 h 44"/>
                <a:gd name="T44" fmla="*/ 64 w 83"/>
                <a:gd name="T45" fmla="*/ 78 h 44"/>
                <a:gd name="T46" fmla="*/ 55 w 83"/>
                <a:gd name="T47" fmla="*/ 83 h 44"/>
                <a:gd name="T48" fmla="*/ 48 w 83"/>
                <a:gd name="T49" fmla="*/ 79 h 44"/>
                <a:gd name="T50" fmla="*/ 31 w 83"/>
                <a:gd name="T51" fmla="*/ 63 h 44"/>
                <a:gd name="T52" fmla="*/ 23 w 83"/>
                <a:gd name="T53" fmla="*/ 54 h 44"/>
                <a:gd name="T54" fmla="*/ 12 w 83"/>
                <a:gd name="T55" fmla="*/ 46 h 44"/>
                <a:gd name="T56" fmla="*/ 1 w 83"/>
                <a:gd name="T57" fmla="*/ 27 h 44"/>
                <a:gd name="T58" fmla="*/ 7 w 83"/>
                <a:gd name="T59" fmla="*/ 7 h 44"/>
                <a:gd name="T60" fmla="*/ 7 w 83"/>
                <a:gd name="T61" fmla="*/ 5 h 4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3" h="44">
                  <a:moveTo>
                    <a:pt x="3" y="2"/>
                  </a:moveTo>
                  <a:cubicBezTo>
                    <a:pt x="3" y="2"/>
                    <a:pt x="4" y="2"/>
                    <a:pt x="4" y="1"/>
                  </a:cubicBezTo>
                  <a:cubicBezTo>
                    <a:pt x="4" y="1"/>
                    <a:pt x="4" y="0"/>
                    <a:pt x="5" y="0"/>
                  </a:cubicBezTo>
                  <a:cubicBezTo>
                    <a:pt x="17" y="1"/>
                    <a:pt x="26" y="1"/>
                    <a:pt x="34" y="3"/>
                  </a:cubicBezTo>
                  <a:cubicBezTo>
                    <a:pt x="44" y="4"/>
                    <a:pt x="60" y="4"/>
                    <a:pt x="63" y="2"/>
                  </a:cubicBezTo>
                  <a:cubicBezTo>
                    <a:pt x="65" y="4"/>
                    <a:pt x="75" y="7"/>
                    <a:pt x="83" y="8"/>
                  </a:cubicBezTo>
                  <a:cubicBezTo>
                    <a:pt x="83" y="9"/>
                    <a:pt x="83" y="10"/>
                    <a:pt x="82" y="11"/>
                  </a:cubicBezTo>
                  <a:cubicBezTo>
                    <a:pt x="82" y="11"/>
                    <a:pt x="81" y="11"/>
                    <a:pt x="81" y="12"/>
                  </a:cubicBezTo>
                  <a:cubicBezTo>
                    <a:pt x="80" y="12"/>
                    <a:pt x="80" y="13"/>
                    <a:pt x="79" y="13"/>
                  </a:cubicBezTo>
                  <a:cubicBezTo>
                    <a:pt x="79" y="13"/>
                    <a:pt x="78" y="13"/>
                    <a:pt x="77" y="14"/>
                  </a:cubicBezTo>
                  <a:cubicBezTo>
                    <a:pt x="77" y="16"/>
                    <a:pt x="78" y="19"/>
                    <a:pt x="74" y="21"/>
                  </a:cubicBezTo>
                  <a:cubicBezTo>
                    <a:pt x="75" y="25"/>
                    <a:pt x="75" y="28"/>
                    <a:pt x="72" y="29"/>
                  </a:cubicBezTo>
                  <a:cubicBezTo>
                    <a:pt x="71" y="30"/>
                    <a:pt x="71" y="32"/>
                    <a:pt x="69" y="33"/>
                  </a:cubicBezTo>
                  <a:cubicBezTo>
                    <a:pt x="69" y="35"/>
                    <a:pt x="64" y="40"/>
                    <a:pt x="62" y="41"/>
                  </a:cubicBezTo>
                  <a:cubicBezTo>
                    <a:pt x="61" y="41"/>
                    <a:pt x="60" y="41"/>
                    <a:pt x="59" y="41"/>
                  </a:cubicBezTo>
                  <a:cubicBezTo>
                    <a:pt x="58" y="42"/>
                    <a:pt x="55" y="44"/>
                    <a:pt x="55" y="42"/>
                  </a:cubicBezTo>
                  <a:cubicBezTo>
                    <a:pt x="53" y="43"/>
                    <a:pt x="51" y="42"/>
                    <a:pt x="50" y="42"/>
                  </a:cubicBezTo>
                  <a:cubicBezTo>
                    <a:pt x="50" y="42"/>
                    <a:pt x="48" y="42"/>
                    <a:pt x="48" y="42"/>
                  </a:cubicBezTo>
                  <a:cubicBezTo>
                    <a:pt x="48" y="42"/>
                    <a:pt x="45" y="43"/>
                    <a:pt x="45" y="42"/>
                  </a:cubicBezTo>
                  <a:cubicBezTo>
                    <a:pt x="43" y="42"/>
                    <a:pt x="44" y="42"/>
                    <a:pt x="43" y="42"/>
                  </a:cubicBezTo>
                  <a:cubicBezTo>
                    <a:pt x="42" y="41"/>
                    <a:pt x="40" y="41"/>
                    <a:pt x="39" y="41"/>
                  </a:cubicBezTo>
                  <a:cubicBezTo>
                    <a:pt x="36" y="41"/>
                    <a:pt x="30" y="39"/>
                    <a:pt x="28" y="38"/>
                  </a:cubicBezTo>
                  <a:cubicBezTo>
                    <a:pt x="26" y="36"/>
                    <a:pt x="26" y="35"/>
                    <a:pt x="27" y="32"/>
                  </a:cubicBezTo>
                  <a:cubicBezTo>
                    <a:pt x="25" y="33"/>
                    <a:pt x="26" y="34"/>
                    <a:pt x="23" y="34"/>
                  </a:cubicBezTo>
                  <a:cubicBezTo>
                    <a:pt x="22" y="34"/>
                    <a:pt x="21" y="34"/>
                    <a:pt x="20" y="33"/>
                  </a:cubicBezTo>
                  <a:cubicBezTo>
                    <a:pt x="17" y="30"/>
                    <a:pt x="15" y="29"/>
                    <a:pt x="13" y="26"/>
                  </a:cubicBezTo>
                  <a:cubicBezTo>
                    <a:pt x="12" y="24"/>
                    <a:pt x="11" y="23"/>
                    <a:pt x="10" y="22"/>
                  </a:cubicBezTo>
                  <a:cubicBezTo>
                    <a:pt x="8" y="21"/>
                    <a:pt x="6" y="20"/>
                    <a:pt x="5" y="19"/>
                  </a:cubicBezTo>
                  <a:cubicBezTo>
                    <a:pt x="1" y="16"/>
                    <a:pt x="1" y="14"/>
                    <a:pt x="1" y="11"/>
                  </a:cubicBezTo>
                  <a:cubicBezTo>
                    <a:pt x="0" y="9"/>
                    <a:pt x="1" y="5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2" name="Freeform 228">
              <a:extLst>
                <a:ext uri="{FF2B5EF4-FFF2-40B4-BE49-F238E27FC236}">
                  <a16:creationId xmlns:a16="http://schemas.microsoft.com/office/drawing/2014/main" id="{71ED5B5C-9EE1-4427-9E4B-0C95A3F6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972"/>
              <a:ext cx="44" cy="27"/>
            </a:xfrm>
            <a:custGeom>
              <a:avLst/>
              <a:gdLst>
                <a:gd name="T0" fmla="*/ 79 w 33"/>
                <a:gd name="T1" fmla="*/ 0 h 20"/>
                <a:gd name="T2" fmla="*/ 0 w 33"/>
                <a:gd name="T3" fmla="*/ 4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0">
                  <a:moveTo>
                    <a:pt x="33" y="0"/>
                  </a:moveTo>
                  <a:cubicBezTo>
                    <a:pt x="30" y="12"/>
                    <a:pt x="3" y="14"/>
                    <a:pt x="0" y="2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3" name="Freeform 229">
              <a:extLst>
                <a:ext uri="{FF2B5EF4-FFF2-40B4-BE49-F238E27FC236}">
                  <a16:creationId xmlns:a16="http://schemas.microsoft.com/office/drawing/2014/main" id="{5A08F92D-92AC-425A-BDED-6BFFED92A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956"/>
              <a:ext cx="93" cy="17"/>
            </a:xfrm>
            <a:custGeom>
              <a:avLst/>
              <a:gdLst>
                <a:gd name="T0" fmla="*/ 0 w 70"/>
                <a:gd name="T1" fmla="*/ 0 h 13"/>
                <a:gd name="T2" fmla="*/ 43 w 70"/>
                <a:gd name="T3" fmla="*/ 9 h 13"/>
                <a:gd name="T4" fmla="*/ 69 w 70"/>
                <a:gd name="T5" fmla="*/ 22 h 13"/>
                <a:gd name="T6" fmla="*/ 136 w 70"/>
                <a:gd name="T7" fmla="*/ 24 h 13"/>
                <a:gd name="T8" fmla="*/ 165 w 70"/>
                <a:gd name="T9" fmla="*/ 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3">
                  <a:moveTo>
                    <a:pt x="0" y="0"/>
                  </a:moveTo>
                  <a:cubicBezTo>
                    <a:pt x="0" y="2"/>
                    <a:pt x="6" y="2"/>
                    <a:pt x="18" y="4"/>
                  </a:cubicBezTo>
                  <a:cubicBezTo>
                    <a:pt x="24" y="5"/>
                    <a:pt x="24" y="8"/>
                    <a:pt x="29" y="10"/>
                  </a:cubicBezTo>
                  <a:cubicBezTo>
                    <a:pt x="40" y="12"/>
                    <a:pt x="51" y="13"/>
                    <a:pt x="58" y="11"/>
                  </a:cubicBezTo>
                  <a:cubicBezTo>
                    <a:pt x="68" y="10"/>
                    <a:pt x="70" y="7"/>
                    <a:pt x="70" y="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4" name="Freeform 230">
              <a:extLst>
                <a:ext uri="{FF2B5EF4-FFF2-40B4-BE49-F238E27FC236}">
                  <a16:creationId xmlns:a16="http://schemas.microsoft.com/office/drawing/2014/main" id="{F48D644A-FCE4-4B76-9699-E98EF3FED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864"/>
              <a:ext cx="114" cy="61"/>
            </a:xfrm>
            <a:custGeom>
              <a:avLst/>
              <a:gdLst>
                <a:gd name="T0" fmla="*/ 0 w 85"/>
                <a:gd name="T1" fmla="*/ 0 h 46"/>
                <a:gd name="T2" fmla="*/ 31 w 85"/>
                <a:gd name="T3" fmla="*/ 9 h 46"/>
                <a:gd name="T4" fmla="*/ 58 w 85"/>
                <a:gd name="T5" fmla="*/ 30 h 46"/>
                <a:gd name="T6" fmla="*/ 127 w 85"/>
                <a:gd name="T7" fmla="*/ 56 h 46"/>
                <a:gd name="T8" fmla="*/ 184 w 85"/>
                <a:gd name="T9" fmla="*/ 88 h 46"/>
                <a:gd name="T10" fmla="*/ 205 w 85"/>
                <a:gd name="T11" fmla="*/ 10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6">
                  <a:moveTo>
                    <a:pt x="0" y="0"/>
                  </a:moveTo>
                  <a:cubicBezTo>
                    <a:pt x="4" y="1"/>
                    <a:pt x="9" y="2"/>
                    <a:pt x="13" y="4"/>
                  </a:cubicBezTo>
                  <a:cubicBezTo>
                    <a:pt x="17" y="7"/>
                    <a:pt x="20" y="10"/>
                    <a:pt x="24" y="13"/>
                  </a:cubicBezTo>
                  <a:cubicBezTo>
                    <a:pt x="33" y="18"/>
                    <a:pt x="44" y="18"/>
                    <a:pt x="53" y="24"/>
                  </a:cubicBezTo>
                  <a:cubicBezTo>
                    <a:pt x="61" y="29"/>
                    <a:pt x="69" y="32"/>
                    <a:pt x="76" y="38"/>
                  </a:cubicBezTo>
                  <a:cubicBezTo>
                    <a:pt x="78" y="40"/>
                    <a:pt x="82" y="44"/>
                    <a:pt x="85" y="4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5" name="Freeform 231">
              <a:extLst>
                <a:ext uri="{FF2B5EF4-FFF2-40B4-BE49-F238E27FC236}">
                  <a16:creationId xmlns:a16="http://schemas.microsoft.com/office/drawing/2014/main" id="{21E40596-417F-41BF-AC02-86D8653E4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840"/>
              <a:ext cx="21" cy="91"/>
            </a:xfrm>
            <a:custGeom>
              <a:avLst/>
              <a:gdLst>
                <a:gd name="T0" fmla="*/ 1 w 16"/>
                <a:gd name="T1" fmla="*/ 1 h 68"/>
                <a:gd name="T2" fmla="*/ 0 w 16"/>
                <a:gd name="T3" fmla="*/ 7 h 68"/>
                <a:gd name="T4" fmla="*/ 29 w 16"/>
                <a:gd name="T5" fmla="*/ 161 h 68"/>
                <a:gd name="T6" fmla="*/ 32 w 16"/>
                <a:gd name="T7" fmla="*/ 163 h 68"/>
                <a:gd name="T8" fmla="*/ 37 w 16"/>
                <a:gd name="T9" fmla="*/ 161 h 68"/>
                <a:gd name="T10" fmla="*/ 7 w 16"/>
                <a:gd name="T11" fmla="*/ 1 h 68"/>
                <a:gd name="T12" fmla="*/ 1 w 16"/>
                <a:gd name="T13" fmla="*/ 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68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8" y="15"/>
                    <a:pt x="13" y="40"/>
                    <a:pt x="13" y="67"/>
                  </a:cubicBezTo>
                  <a:cubicBezTo>
                    <a:pt x="13" y="68"/>
                    <a:pt x="13" y="68"/>
                    <a:pt x="14" y="68"/>
                  </a:cubicBezTo>
                  <a:cubicBezTo>
                    <a:pt x="15" y="68"/>
                    <a:pt x="16" y="68"/>
                    <a:pt x="16" y="67"/>
                  </a:cubicBezTo>
                  <a:cubicBezTo>
                    <a:pt x="16" y="40"/>
                    <a:pt x="11" y="14"/>
                    <a:pt x="3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6" name="Freeform 232">
              <a:extLst>
                <a:ext uri="{FF2B5EF4-FFF2-40B4-BE49-F238E27FC236}">
                  <a16:creationId xmlns:a16="http://schemas.microsoft.com/office/drawing/2014/main" id="{E1BEB44E-EC10-4A7A-9F60-252A44A40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837"/>
              <a:ext cx="1" cy="7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7" name="Freeform 233">
              <a:extLst>
                <a:ext uri="{FF2B5EF4-FFF2-40B4-BE49-F238E27FC236}">
                  <a16:creationId xmlns:a16="http://schemas.microsoft.com/office/drawing/2014/main" id="{7FD68A37-0C9D-485D-BC8D-5EA135680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541"/>
              <a:ext cx="273" cy="222"/>
            </a:xfrm>
            <a:custGeom>
              <a:avLst/>
              <a:gdLst>
                <a:gd name="T0" fmla="*/ 477 w 205"/>
                <a:gd name="T1" fmla="*/ 1 h 166"/>
                <a:gd name="T2" fmla="*/ 252 w 205"/>
                <a:gd name="T3" fmla="*/ 100 h 166"/>
                <a:gd name="T4" fmla="*/ 0 w 205"/>
                <a:gd name="T5" fmla="*/ 292 h 166"/>
                <a:gd name="T6" fmla="*/ 23 w 205"/>
                <a:gd name="T7" fmla="*/ 356 h 166"/>
                <a:gd name="T8" fmla="*/ 149 w 205"/>
                <a:gd name="T9" fmla="*/ 397 h 166"/>
                <a:gd name="T10" fmla="*/ 150 w 205"/>
                <a:gd name="T11" fmla="*/ 392 h 166"/>
                <a:gd name="T12" fmla="*/ 149 w 205"/>
                <a:gd name="T13" fmla="*/ 391 h 166"/>
                <a:gd name="T14" fmla="*/ 28 w 205"/>
                <a:gd name="T15" fmla="*/ 352 h 166"/>
                <a:gd name="T16" fmla="*/ 7 w 205"/>
                <a:gd name="T17" fmla="*/ 292 h 166"/>
                <a:gd name="T18" fmla="*/ 252 w 205"/>
                <a:gd name="T19" fmla="*/ 107 h 166"/>
                <a:gd name="T20" fmla="*/ 482 w 205"/>
                <a:gd name="T21" fmla="*/ 7 h 166"/>
                <a:gd name="T22" fmla="*/ 482 w 205"/>
                <a:gd name="T23" fmla="*/ 1 h 166"/>
                <a:gd name="T24" fmla="*/ 477 w 205"/>
                <a:gd name="T25" fmla="*/ 1 h 1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166">
                  <a:moveTo>
                    <a:pt x="202" y="1"/>
                  </a:moveTo>
                  <a:cubicBezTo>
                    <a:pt x="186" y="20"/>
                    <a:pt x="149" y="30"/>
                    <a:pt x="107" y="42"/>
                  </a:cubicBezTo>
                  <a:cubicBezTo>
                    <a:pt x="37" y="60"/>
                    <a:pt x="1" y="87"/>
                    <a:pt x="0" y="122"/>
                  </a:cubicBezTo>
                  <a:cubicBezTo>
                    <a:pt x="0" y="133"/>
                    <a:pt x="3" y="142"/>
                    <a:pt x="10" y="149"/>
                  </a:cubicBezTo>
                  <a:cubicBezTo>
                    <a:pt x="28" y="166"/>
                    <a:pt x="62" y="166"/>
                    <a:pt x="63" y="166"/>
                  </a:cubicBezTo>
                  <a:cubicBezTo>
                    <a:pt x="64" y="166"/>
                    <a:pt x="64" y="165"/>
                    <a:pt x="64" y="164"/>
                  </a:cubicBezTo>
                  <a:cubicBezTo>
                    <a:pt x="64" y="164"/>
                    <a:pt x="64" y="163"/>
                    <a:pt x="63" y="163"/>
                  </a:cubicBezTo>
                  <a:cubicBezTo>
                    <a:pt x="63" y="163"/>
                    <a:pt x="29" y="163"/>
                    <a:pt x="12" y="147"/>
                  </a:cubicBezTo>
                  <a:cubicBezTo>
                    <a:pt x="6" y="140"/>
                    <a:pt x="3" y="132"/>
                    <a:pt x="3" y="122"/>
                  </a:cubicBezTo>
                  <a:cubicBezTo>
                    <a:pt x="4" y="89"/>
                    <a:pt x="39" y="63"/>
                    <a:pt x="107" y="45"/>
                  </a:cubicBezTo>
                  <a:cubicBezTo>
                    <a:pt x="150" y="33"/>
                    <a:pt x="187" y="22"/>
                    <a:pt x="204" y="3"/>
                  </a:cubicBezTo>
                  <a:cubicBezTo>
                    <a:pt x="205" y="2"/>
                    <a:pt x="205" y="1"/>
                    <a:pt x="204" y="1"/>
                  </a:cubicBezTo>
                  <a:cubicBezTo>
                    <a:pt x="203" y="0"/>
                    <a:pt x="202" y="0"/>
                    <a:pt x="202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8" name="Freeform 234">
              <a:extLst>
                <a:ext uri="{FF2B5EF4-FFF2-40B4-BE49-F238E27FC236}">
                  <a16:creationId xmlns:a16="http://schemas.microsoft.com/office/drawing/2014/main" id="{BE0C5AFD-48D9-4DDB-856C-A05845EB5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599"/>
              <a:ext cx="265" cy="216"/>
            </a:xfrm>
            <a:custGeom>
              <a:avLst/>
              <a:gdLst>
                <a:gd name="T0" fmla="*/ 463 w 199"/>
                <a:gd name="T1" fmla="*/ 0 h 162"/>
                <a:gd name="T2" fmla="*/ 237 w 199"/>
                <a:gd name="T3" fmla="*/ 97 h 162"/>
                <a:gd name="T4" fmla="*/ 1 w 199"/>
                <a:gd name="T5" fmla="*/ 277 h 162"/>
                <a:gd name="T6" fmla="*/ 27 w 199"/>
                <a:gd name="T7" fmla="*/ 341 h 162"/>
                <a:gd name="T8" fmla="*/ 156 w 199"/>
                <a:gd name="T9" fmla="*/ 379 h 162"/>
                <a:gd name="T10" fmla="*/ 161 w 199"/>
                <a:gd name="T11" fmla="*/ 377 h 162"/>
                <a:gd name="T12" fmla="*/ 156 w 199"/>
                <a:gd name="T13" fmla="*/ 372 h 162"/>
                <a:gd name="T14" fmla="*/ 31 w 199"/>
                <a:gd name="T15" fmla="*/ 336 h 162"/>
                <a:gd name="T16" fmla="*/ 9 w 199"/>
                <a:gd name="T17" fmla="*/ 277 h 162"/>
                <a:gd name="T18" fmla="*/ 237 w 199"/>
                <a:gd name="T19" fmla="*/ 105 h 162"/>
                <a:gd name="T20" fmla="*/ 469 w 199"/>
                <a:gd name="T21" fmla="*/ 5 h 162"/>
                <a:gd name="T22" fmla="*/ 469 w 199"/>
                <a:gd name="T23" fmla="*/ 0 h 162"/>
                <a:gd name="T24" fmla="*/ 463 w 199"/>
                <a:gd name="T25" fmla="*/ 0 h 1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9" h="162">
                  <a:moveTo>
                    <a:pt x="196" y="0"/>
                  </a:moveTo>
                  <a:cubicBezTo>
                    <a:pt x="180" y="19"/>
                    <a:pt x="143" y="30"/>
                    <a:pt x="101" y="41"/>
                  </a:cubicBezTo>
                  <a:cubicBezTo>
                    <a:pt x="52" y="54"/>
                    <a:pt x="2" y="73"/>
                    <a:pt x="1" y="117"/>
                  </a:cubicBezTo>
                  <a:cubicBezTo>
                    <a:pt x="0" y="128"/>
                    <a:pt x="4" y="137"/>
                    <a:pt x="11" y="144"/>
                  </a:cubicBezTo>
                  <a:cubicBezTo>
                    <a:pt x="29" y="162"/>
                    <a:pt x="65" y="160"/>
                    <a:pt x="66" y="160"/>
                  </a:cubicBezTo>
                  <a:cubicBezTo>
                    <a:pt x="67" y="160"/>
                    <a:pt x="68" y="160"/>
                    <a:pt x="68" y="159"/>
                  </a:cubicBezTo>
                  <a:cubicBezTo>
                    <a:pt x="68" y="158"/>
                    <a:pt x="67" y="157"/>
                    <a:pt x="66" y="157"/>
                  </a:cubicBezTo>
                  <a:cubicBezTo>
                    <a:pt x="66" y="157"/>
                    <a:pt x="30" y="159"/>
                    <a:pt x="13" y="142"/>
                  </a:cubicBezTo>
                  <a:cubicBezTo>
                    <a:pt x="7" y="135"/>
                    <a:pt x="3" y="127"/>
                    <a:pt x="4" y="117"/>
                  </a:cubicBezTo>
                  <a:cubicBezTo>
                    <a:pt x="5" y="75"/>
                    <a:pt x="54" y="57"/>
                    <a:pt x="101" y="44"/>
                  </a:cubicBezTo>
                  <a:cubicBezTo>
                    <a:pt x="144" y="33"/>
                    <a:pt x="181" y="22"/>
                    <a:pt x="198" y="2"/>
                  </a:cubicBezTo>
                  <a:cubicBezTo>
                    <a:pt x="199" y="2"/>
                    <a:pt x="199" y="1"/>
                    <a:pt x="198" y="0"/>
                  </a:cubicBezTo>
                  <a:cubicBezTo>
                    <a:pt x="197" y="0"/>
                    <a:pt x="196" y="0"/>
                    <a:pt x="196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9" name="Freeform 235">
              <a:extLst>
                <a:ext uri="{FF2B5EF4-FFF2-40B4-BE49-F238E27FC236}">
                  <a16:creationId xmlns:a16="http://schemas.microsoft.com/office/drawing/2014/main" id="{C222135A-6C2B-42D3-A82D-9690686A0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652"/>
              <a:ext cx="255" cy="213"/>
            </a:xfrm>
            <a:custGeom>
              <a:avLst/>
              <a:gdLst>
                <a:gd name="T0" fmla="*/ 447 w 191"/>
                <a:gd name="T1" fmla="*/ 0 h 160"/>
                <a:gd name="T2" fmla="*/ 222 w 191"/>
                <a:gd name="T3" fmla="*/ 97 h 160"/>
                <a:gd name="T4" fmla="*/ 1 w 191"/>
                <a:gd name="T5" fmla="*/ 277 h 160"/>
                <a:gd name="T6" fmla="*/ 27 w 191"/>
                <a:gd name="T7" fmla="*/ 337 h 160"/>
                <a:gd name="T8" fmla="*/ 155 w 191"/>
                <a:gd name="T9" fmla="*/ 373 h 160"/>
                <a:gd name="T10" fmla="*/ 156 w 191"/>
                <a:gd name="T11" fmla="*/ 369 h 160"/>
                <a:gd name="T12" fmla="*/ 155 w 191"/>
                <a:gd name="T13" fmla="*/ 365 h 160"/>
                <a:gd name="T14" fmla="*/ 31 w 191"/>
                <a:gd name="T15" fmla="*/ 333 h 160"/>
                <a:gd name="T16" fmla="*/ 9 w 191"/>
                <a:gd name="T17" fmla="*/ 277 h 160"/>
                <a:gd name="T18" fmla="*/ 222 w 191"/>
                <a:gd name="T19" fmla="*/ 105 h 160"/>
                <a:gd name="T20" fmla="*/ 453 w 191"/>
                <a:gd name="T21" fmla="*/ 5 h 160"/>
                <a:gd name="T22" fmla="*/ 453 w 191"/>
                <a:gd name="T23" fmla="*/ 0 h 160"/>
                <a:gd name="T24" fmla="*/ 447 w 191"/>
                <a:gd name="T25" fmla="*/ 0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1" h="160">
                  <a:moveTo>
                    <a:pt x="188" y="0"/>
                  </a:moveTo>
                  <a:cubicBezTo>
                    <a:pt x="172" y="19"/>
                    <a:pt x="135" y="30"/>
                    <a:pt x="93" y="41"/>
                  </a:cubicBezTo>
                  <a:cubicBezTo>
                    <a:pt x="51" y="52"/>
                    <a:pt x="2" y="71"/>
                    <a:pt x="1" y="117"/>
                  </a:cubicBezTo>
                  <a:cubicBezTo>
                    <a:pt x="0" y="128"/>
                    <a:pt x="4" y="137"/>
                    <a:pt x="11" y="143"/>
                  </a:cubicBezTo>
                  <a:cubicBezTo>
                    <a:pt x="29" y="160"/>
                    <a:pt x="64" y="158"/>
                    <a:pt x="65" y="158"/>
                  </a:cubicBezTo>
                  <a:cubicBezTo>
                    <a:pt x="66" y="158"/>
                    <a:pt x="67" y="157"/>
                    <a:pt x="66" y="156"/>
                  </a:cubicBezTo>
                  <a:cubicBezTo>
                    <a:pt x="66" y="155"/>
                    <a:pt x="66" y="155"/>
                    <a:pt x="65" y="155"/>
                  </a:cubicBezTo>
                  <a:cubicBezTo>
                    <a:pt x="64" y="155"/>
                    <a:pt x="30" y="157"/>
                    <a:pt x="13" y="141"/>
                  </a:cubicBezTo>
                  <a:cubicBezTo>
                    <a:pt x="7" y="135"/>
                    <a:pt x="3" y="127"/>
                    <a:pt x="4" y="117"/>
                  </a:cubicBezTo>
                  <a:cubicBezTo>
                    <a:pt x="5" y="73"/>
                    <a:pt x="50" y="56"/>
                    <a:pt x="93" y="44"/>
                  </a:cubicBezTo>
                  <a:cubicBezTo>
                    <a:pt x="136" y="33"/>
                    <a:pt x="173" y="22"/>
                    <a:pt x="190" y="2"/>
                  </a:cubicBezTo>
                  <a:cubicBezTo>
                    <a:pt x="191" y="2"/>
                    <a:pt x="191" y="1"/>
                    <a:pt x="190" y="0"/>
                  </a:cubicBezTo>
                  <a:cubicBezTo>
                    <a:pt x="189" y="0"/>
                    <a:pt x="188" y="0"/>
                    <a:pt x="188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0" name="Freeform 236">
              <a:extLst>
                <a:ext uri="{FF2B5EF4-FFF2-40B4-BE49-F238E27FC236}">
                  <a16:creationId xmlns:a16="http://schemas.microsoft.com/office/drawing/2014/main" id="{09DFA1B8-7F04-4C49-BAED-4DB9DE63C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705"/>
              <a:ext cx="245" cy="179"/>
            </a:xfrm>
            <a:custGeom>
              <a:avLst/>
              <a:gdLst>
                <a:gd name="T0" fmla="*/ 427 w 184"/>
                <a:gd name="T1" fmla="*/ 0 h 134"/>
                <a:gd name="T2" fmla="*/ 204 w 184"/>
                <a:gd name="T3" fmla="*/ 98 h 134"/>
                <a:gd name="T4" fmla="*/ 0 w 184"/>
                <a:gd name="T5" fmla="*/ 246 h 134"/>
                <a:gd name="T6" fmla="*/ 48 w 184"/>
                <a:gd name="T7" fmla="*/ 319 h 134"/>
                <a:gd name="T8" fmla="*/ 52 w 184"/>
                <a:gd name="T9" fmla="*/ 314 h 134"/>
                <a:gd name="T10" fmla="*/ 49 w 184"/>
                <a:gd name="T11" fmla="*/ 313 h 134"/>
                <a:gd name="T12" fmla="*/ 7 w 184"/>
                <a:gd name="T13" fmla="*/ 246 h 134"/>
                <a:gd name="T14" fmla="*/ 204 w 184"/>
                <a:gd name="T15" fmla="*/ 106 h 134"/>
                <a:gd name="T16" fmla="*/ 433 w 184"/>
                <a:gd name="T17" fmla="*/ 5 h 134"/>
                <a:gd name="T18" fmla="*/ 433 w 184"/>
                <a:gd name="T19" fmla="*/ 0 h 134"/>
                <a:gd name="T20" fmla="*/ 427 w 184"/>
                <a:gd name="T21" fmla="*/ 0 h 1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4" h="134">
                  <a:moveTo>
                    <a:pt x="181" y="0"/>
                  </a:moveTo>
                  <a:cubicBezTo>
                    <a:pt x="165" y="19"/>
                    <a:pt x="128" y="30"/>
                    <a:pt x="86" y="41"/>
                  </a:cubicBezTo>
                  <a:cubicBezTo>
                    <a:pt x="46" y="52"/>
                    <a:pt x="1" y="74"/>
                    <a:pt x="0" y="103"/>
                  </a:cubicBezTo>
                  <a:cubicBezTo>
                    <a:pt x="0" y="130"/>
                    <a:pt x="20" y="134"/>
                    <a:pt x="20" y="134"/>
                  </a:cubicBezTo>
                  <a:cubicBezTo>
                    <a:pt x="21" y="134"/>
                    <a:pt x="22" y="133"/>
                    <a:pt x="22" y="132"/>
                  </a:cubicBezTo>
                  <a:cubicBezTo>
                    <a:pt x="22" y="132"/>
                    <a:pt x="22" y="131"/>
                    <a:pt x="21" y="131"/>
                  </a:cubicBezTo>
                  <a:cubicBezTo>
                    <a:pt x="20" y="131"/>
                    <a:pt x="3" y="128"/>
                    <a:pt x="3" y="103"/>
                  </a:cubicBezTo>
                  <a:cubicBezTo>
                    <a:pt x="4" y="77"/>
                    <a:pt x="45" y="55"/>
                    <a:pt x="86" y="44"/>
                  </a:cubicBezTo>
                  <a:cubicBezTo>
                    <a:pt x="129" y="33"/>
                    <a:pt x="166" y="22"/>
                    <a:pt x="183" y="2"/>
                  </a:cubicBezTo>
                  <a:cubicBezTo>
                    <a:pt x="184" y="2"/>
                    <a:pt x="184" y="1"/>
                    <a:pt x="183" y="0"/>
                  </a:cubicBezTo>
                  <a:cubicBezTo>
                    <a:pt x="182" y="0"/>
                    <a:pt x="181" y="0"/>
                    <a:pt x="181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1" name="Freeform 237">
              <a:extLst>
                <a:ext uri="{FF2B5EF4-FFF2-40B4-BE49-F238E27FC236}">
                  <a16:creationId xmlns:a16="http://schemas.microsoft.com/office/drawing/2014/main" id="{40921271-9735-4A0E-A68E-0CF3C9E3D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481"/>
              <a:ext cx="273" cy="222"/>
            </a:xfrm>
            <a:custGeom>
              <a:avLst/>
              <a:gdLst>
                <a:gd name="T0" fmla="*/ 477 w 205"/>
                <a:gd name="T1" fmla="*/ 1 h 166"/>
                <a:gd name="T2" fmla="*/ 320 w 205"/>
                <a:gd name="T3" fmla="*/ 84 h 166"/>
                <a:gd name="T4" fmla="*/ 252 w 205"/>
                <a:gd name="T5" fmla="*/ 99 h 166"/>
                <a:gd name="T6" fmla="*/ 0 w 205"/>
                <a:gd name="T7" fmla="*/ 290 h 166"/>
                <a:gd name="T8" fmla="*/ 23 w 205"/>
                <a:gd name="T9" fmla="*/ 354 h 166"/>
                <a:gd name="T10" fmla="*/ 149 w 205"/>
                <a:gd name="T11" fmla="*/ 397 h 166"/>
                <a:gd name="T12" fmla="*/ 150 w 205"/>
                <a:gd name="T13" fmla="*/ 392 h 166"/>
                <a:gd name="T14" fmla="*/ 149 w 205"/>
                <a:gd name="T15" fmla="*/ 391 h 166"/>
                <a:gd name="T16" fmla="*/ 28 w 205"/>
                <a:gd name="T17" fmla="*/ 349 h 166"/>
                <a:gd name="T18" fmla="*/ 7 w 205"/>
                <a:gd name="T19" fmla="*/ 290 h 166"/>
                <a:gd name="T20" fmla="*/ 252 w 205"/>
                <a:gd name="T21" fmla="*/ 106 h 166"/>
                <a:gd name="T22" fmla="*/ 321 w 205"/>
                <a:gd name="T23" fmla="*/ 91 h 166"/>
                <a:gd name="T24" fmla="*/ 482 w 205"/>
                <a:gd name="T25" fmla="*/ 5 h 166"/>
                <a:gd name="T26" fmla="*/ 482 w 205"/>
                <a:gd name="T27" fmla="*/ 0 h 166"/>
                <a:gd name="T28" fmla="*/ 477 w 205"/>
                <a:gd name="T29" fmla="*/ 1 h 1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5" h="166">
                  <a:moveTo>
                    <a:pt x="202" y="1"/>
                  </a:moveTo>
                  <a:cubicBezTo>
                    <a:pt x="185" y="24"/>
                    <a:pt x="164" y="29"/>
                    <a:pt x="135" y="35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37" y="60"/>
                    <a:pt x="1" y="87"/>
                    <a:pt x="0" y="121"/>
                  </a:cubicBezTo>
                  <a:cubicBezTo>
                    <a:pt x="0" y="132"/>
                    <a:pt x="3" y="141"/>
                    <a:pt x="10" y="148"/>
                  </a:cubicBezTo>
                  <a:cubicBezTo>
                    <a:pt x="28" y="166"/>
                    <a:pt x="62" y="166"/>
                    <a:pt x="63" y="166"/>
                  </a:cubicBezTo>
                  <a:cubicBezTo>
                    <a:pt x="64" y="166"/>
                    <a:pt x="64" y="165"/>
                    <a:pt x="64" y="164"/>
                  </a:cubicBezTo>
                  <a:cubicBezTo>
                    <a:pt x="64" y="163"/>
                    <a:pt x="64" y="163"/>
                    <a:pt x="63" y="163"/>
                  </a:cubicBezTo>
                  <a:cubicBezTo>
                    <a:pt x="63" y="163"/>
                    <a:pt x="29" y="163"/>
                    <a:pt x="12" y="146"/>
                  </a:cubicBezTo>
                  <a:cubicBezTo>
                    <a:pt x="6" y="140"/>
                    <a:pt x="3" y="131"/>
                    <a:pt x="3" y="121"/>
                  </a:cubicBezTo>
                  <a:cubicBezTo>
                    <a:pt x="4" y="88"/>
                    <a:pt x="39" y="62"/>
                    <a:pt x="107" y="44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65" y="31"/>
                    <a:pt x="186" y="27"/>
                    <a:pt x="204" y="2"/>
                  </a:cubicBezTo>
                  <a:cubicBezTo>
                    <a:pt x="205" y="2"/>
                    <a:pt x="205" y="1"/>
                    <a:pt x="204" y="0"/>
                  </a:cubicBezTo>
                  <a:cubicBezTo>
                    <a:pt x="203" y="0"/>
                    <a:pt x="202" y="0"/>
                    <a:pt x="202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2" name="Freeform 238">
              <a:extLst>
                <a:ext uri="{FF2B5EF4-FFF2-40B4-BE49-F238E27FC236}">
                  <a16:creationId xmlns:a16="http://schemas.microsoft.com/office/drawing/2014/main" id="{403DBFF8-1254-48C2-94DD-71D7305DF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447"/>
              <a:ext cx="269" cy="201"/>
            </a:xfrm>
            <a:custGeom>
              <a:avLst/>
              <a:gdLst>
                <a:gd name="T0" fmla="*/ 470 w 202"/>
                <a:gd name="T1" fmla="*/ 1 h 151"/>
                <a:gd name="T2" fmla="*/ 349 w 202"/>
                <a:gd name="T3" fmla="*/ 48 h 151"/>
                <a:gd name="T4" fmla="*/ 252 w 202"/>
                <a:gd name="T5" fmla="*/ 69 h 151"/>
                <a:gd name="T6" fmla="*/ 1 w 202"/>
                <a:gd name="T7" fmla="*/ 237 h 151"/>
                <a:gd name="T8" fmla="*/ 161 w 202"/>
                <a:gd name="T9" fmla="*/ 357 h 151"/>
                <a:gd name="T10" fmla="*/ 165 w 202"/>
                <a:gd name="T11" fmla="*/ 354 h 151"/>
                <a:gd name="T12" fmla="*/ 161 w 202"/>
                <a:gd name="T13" fmla="*/ 349 h 151"/>
                <a:gd name="T14" fmla="*/ 9 w 202"/>
                <a:gd name="T15" fmla="*/ 237 h 151"/>
                <a:gd name="T16" fmla="*/ 252 w 202"/>
                <a:gd name="T17" fmla="*/ 76 h 151"/>
                <a:gd name="T18" fmla="*/ 352 w 202"/>
                <a:gd name="T19" fmla="*/ 55 h 151"/>
                <a:gd name="T20" fmla="*/ 475 w 202"/>
                <a:gd name="T21" fmla="*/ 7 h 151"/>
                <a:gd name="T22" fmla="*/ 475 w 202"/>
                <a:gd name="T23" fmla="*/ 1 h 151"/>
                <a:gd name="T24" fmla="*/ 470 w 202"/>
                <a:gd name="T25" fmla="*/ 1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2" h="151">
                  <a:moveTo>
                    <a:pt x="199" y="1"/>
                  </a:moveTo>
                  <a:cubicBezTo>
                    <a:pt x="189" y="13"/>
                    <a:pt x="172" y="16"/>
                    <a:pt x="148" y="20"/>
                  </a:cubicBezTo>
                  <a:cubicBezTo>
                    <a:pt x="136" y="22"/>
                    <a:pt x="122" y="25"/>
                    <a:pt x="107" y="29"/>
                  </a:cubicBezTo>
                  <a:cubicBezTo>
                    <a:pt x="60" y="41"/>
                    <a:pt x="3" y="56"/>
                    <a:pt x="1" y="101"/>
                  </a:cubicBezTo>
                  <a:cubicBezTo>
                    <a:pt x="0" y="146"/>
                    <a:pt x="68" y="151"/>
                    <a:pt x="68" y="151"/>
                  </a:cubicBezTo>
                  <a:cubicBezTo>
                    <a:pt x="69" y="151"/>
                    <a:pt x="70" y="150"/>
                    <a:pt x="70" y="150"/>
                  </a:cubicBezTo>
                  <a:cubicBezTo>
                    <a:pt x="70" y="149"/>
                    <a:pt x="69" y="148"/>
                    <a:pt x="68" y="148"/>
                  </a:cubicBezTo>
                  <a:cubicBezTo>
                    <a:pt x="68" y="148"/>
                    <a:pt x="3" y="144"/>
                    <a:pt x="4" y="101"/>
                  </a:cubicBezTo>
                  <a:cubicBezTo>
                    <a:pt x="6" y="58"/>
                    <a:pt x="62" y="44"/>
                    <a:pt x="107" y="32"/>
                  </a:cubicBezTo>
                  <a:cubicBezTo>
                    <a:pt x="123" y="28"/>
                    <a:pt x="136" y="25"/>
                    <a:pt x="149" y="23"/>
                  </a:cubicBezTo>
                  <a:cubicBezTo>
                    <a:pt x="173" y="19"/>
                    <a:pt x="191" y="16"/>
                    <a:pt x="201" y="3"/>
                  </a:cubicBezTo>
                  <a:cubicBezTo>
                    <a:pt x="202" y="2"/>
                    <a:pt x="202" y="2"/>
                    <a:pt x="201" y="1"/>
                  </a:cubicBezTo>
                  <a:cubicBezTo>
                    <a:pt x="201" y="0"/>
                    <a:pt x="200" y="1"/>
                    <a:pt x="199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3" name="Freeform 239">
              <a:extLst>
                <a:ext uri="{FF2B5EF4-FFF2-40B4-BE49-F238E27FC236}">
                  <a16:creationId xmlns:a16="http://schemas.microsoft.com/office/drawing/2014/main" id="{11B2A527-86D2-499C-91DA-C52B71532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401"/>
              <a:ext cx="264" cy="192"/>
            </a:xfrm>
            <a:custGeom>
              <a:avLst/>
              <a:gdLst>
                <a:gd name="T0" fmla="*/ 463 w 198"/>
                <a:gd name="T1" fmla="*/ 0 h 144"/>
                <a:gd name="T2" fmla="*/ 341 w 198"/>
                <a:gd name="T3" fmla="*/ 44 h 144"/>
                <a:gd name="T4" fmla="*/ 244 w 198"/>
                <a:gd name="T5" fmla="*/ 65 h 144"/>
                <a:gd name="T6" fmla="*/ 208 w 198"/>
                <a:gd name="T7" fmla="*/ 76 h 144"/>
                <a:gd name="T8" fmla="*/ 1 w 198"/>
                <a:gd name="T9" fmla="*/ 220 h 144"/>
                <a:gd name="T10" fmla="*/ 155 w 198"/>
                <a:gd name="T11" fmla="*/ 341 h 144"/>
                <a:gd name="T12" fmla="*/ 159 w 198"/>
                <a:gd name="T13" fmla="*/ 340 h 144"/>
                <a:gd name="T14" fmla="*/ 156 w 198"/>
                <a:gd name="T15" fmla="*/ 335 h 144"/>
                <a:gd name="T16" fmla="*/ 9 w 198"/>
                <a:gd name="T17" fmla="*/ 220 h 144"/>
                <a:gd name="T18" fmla="*/ 208 w 198"/>
                <a:gd name="T19" fmla="*/ 84 h 144"/>
                <a:gd name="T20" fmla="*/ 244 w 198"/>
                <a:gd name="T21" fmla="*/ 73 h 144"/>
                <a:gd name="T22" fmla="*/ 343 w 198"/>
                <a:gd name="T23" fmla="*/ 52 h 144"/>
                <a:gd name="T24" fmla="*/ 468 w 198"/>
                <a:gd name="T25" fmla="*/ 5 h 144"/>
                <a:gd name="T26" fmla="*/ 468 w 198"/>
                <a:gd name="T27" fmla="*/ 0 h 144"/>
                <a:gd name="T28" fmla="*/ 463 w 198"/>
                <a:gd name="T29" fmla="*/ 0 h 1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44">
                  <a:moveTo>
                    <a:pt x="195" y="0"/>
                  </a:moveTo>
                  <a:cubicBezTo>
                    <a:pt x="185" y="12"/>
                    <a:pt x="168" y="15"/>
                    <a:pt x="144" y="19"/>
                  </a:cubicBezTo>
                  <a:cubicBezTo>
                    <a:pt x="132" y="22"/>
                    <a:pt x="118" y="24"/>
                    <a:pt x="103" y="28"/>
                  </a:cubicBezTo>
                  <a:cubicBezTo>
                    <a:pt x="88" y="32"/>
                    <a:pt x="88" y="32"/>
                    <a:pt x="88" y="32"/>
                  </a:cubicBezTo>
                  <a:cubicBezTo>
                    <a:pt x="46" y="42"/>
                    <a:pt x="3" y="53"/>
                    <a:pt x="1" y="93"/>
                  </a:cubicBezTo>
                  <a:cubicBezTo>
                    <a:pt x="0" y="138"/>
                    <a:pt x="65" y="144"/>
                    <a:pt x="65" y="144"/>
                  </a:cubicBezTo>
                  <a:cubicBezTo>
                    <a:pt x="66" y="144"/>
                    <a:pt x="67" y="144"/>
                    <a:pt x="67" y="143"/>
                  </a:cubicBezTo>
                  <a:cubicBezTo>
                    <a:pt x="67" y="142"/>
                    <a:pt x="67" y="141"/>
                    <a:pt x="66" y="141"/>
                  </a:cubicBezTo>
                  <a:cubicBezTo>
                    <a:pt x="65" y="141"/>
                    <a:pt x="3" y="136"/>
                    <a:pt x="4" y="93"/>
                  </a:cubicBezTo>
                  <a:cubicBezTo>
                    <a:pt x="6" y="55"/>
                    <a:pt x="48" y="45"/>
                    <a:pt x="88" y="35"/>
                  </a:cubicBezTo>
                  <a:cubicBezTo>
                    <a:pt x="103" y="31"/>
                    <a:pt x="103" y="31"/>
                    <a:pt x="103" y="31"/>
                  </a:cubicBezTo>
                  <a:cubicBezTo>
                    <a:pt x="119" y="27"/>
                    <a:pt x="132" y="24"/>
                    <a:pt x="145" y="22"/>
                  </a:cubicBezTo>
                  <a:cubicBezTo>
                    <a:pt x="169" y="18"/>
                    <a:pt x="187" y="15"/>
                    <a:pt x="197" y="2"/>
                  </a:cubicBezTo>
                  <a:cubicBezTo>
                    <a:pt x="198" y="2"/>
                    <a:pt x="198" y="1"/>
                    <a:pt x="197" y="0"/>
                  </a:cubicBezTo>
                  <a:cubicBezTo>
                    <a:pt x="197" y="0"/>
                    <a:pt x="196" y="0"/>
                    <a:pt x="195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4" name="Freeform 240">
              <a:extLst>
                <a:ext uri="{FF2B5EF4-FFF2-40B4-BE49-F238E27FC236}">
                  <a16:creationId xmlns:a16="http://schemas.microsoft.com/office/drawing/2014/main" id="{E22C5E1F-9800-404D-8267-75D2DCB54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740"/>
              <a:ext cx="224" cy="173"/>
            </a:xfrm>
            <a:custGeom>
              <a:avLst/>
              <a:gdLst>
                <a:gd name="T0" fmla="*/ 391 w 168"/>
                <a:gd name="T1" fmla="*/ 1 h 130"/>
                <a:gd name="T2" fmla="*/ 284 w 168"/>
                <a:gd name="T3" fmla="*/ 71 h 130"/>
                <a:gd name="T4" fmla="*/ 177 w 168"/>
                <a:gd name="T5" fmla="*/ 112 h 130"/>
                <a:gd name="T6" fmla="*/ 5 w 168"/>
                <a:gd name="T7" fmla="*/ 241 h 130"/>
                <a:gd name="T8" fmla="*/ 9 w 168"/>
                <a:gd name="T9" fmla="*/ 283 h 130"/>
                <a:gd name="T10" fmla="*/ 33 w 168"/>
                <a:gd name="T11" fmla="*/ 299 h 130"/>
                <a:gd name="T12" fmla="*/ 119 w 168"/>
                <a:gd name="T13" fmla="*/ 271 h 130"/>
                <a:gd name="T14" fmla="*/ 119 w 168"/>
                <a:gd name="T15" fmla="*/ 266 h 130"/>
                <a:gd name="T16" fmla="*/ 113 w 168"/>
                <a:gd name="T17" fmla="*/ 263 h 130"/>
                <a:gd name="T18" fmla="*/ 33 w 168"/>
                <a:gd name="T19" fmla="*/ 293 h 130"/>
                <a:gd name="T20" fmla="*/ 15 w 168"/>
                <a:gd name="T21" fmla="*/ 278 h 130"/>
                <a:gd name="T22" fmla="*/ 12 w 168"/>
                <a:gd name="T23" fmla="*/ 242 h 130"/>
                <a:gd name="T24" fmla="*/ 180 w 168"/>
                <a:gd name="T25" fmla="*/ 116 h 130"/>
                <a:gd name="T26" fmla="*/ 287 w 168"/>
                <a:gd name="T27" fmla="*/ 76 h 130"/>
                <a:gd name="T28" fmla="*/ 399 w 168"/>
                <a:gd name="T29" fmla="*/ 5 h 130"/>
                <a:gd name="T30" fmla="*/ 396 w 168"/>
                <a:gd name="T31" fmla="*/ 0 h 130"/>
                <a:gd name="T32" fmla="*/ 391 w 168"/>
                <a:gd name="T33" fmla="*/ 1 h 13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8" h="130">
                  <a:moveTo>
                    <a:pt x="165" y="1"/>
                  </a:moveTo>
                  <a:cubicBezTo>
                    <a:pt x="160" y="16"/>
                    <a:pt x="146" y="21"/>
                    <a:pt x="120" y="30"/>
                  </a:cubicBezTo>
                  <a:cubicBezTo>
                    <a:pt x="108" y="34"/>
                    <a:pt x="93" y="39"/>
                    <a:pt x="75" y="47"/>
                  </a:cubicBezTo>
                  <a:cubicBezTo>
                    <a:pt x="35" y="64"/>
                    <a:pt x="8" y="84"/>
                    <a:pt x="2" y="102"/>
                  </a:cubicBezTo>
                  <a:cubicBezTo>
                    <a:pt x="0" y="109"/>
                    <a:pt x="1" y="114"/>
                    <a:pt x="4" y="120"/>
                  </a:cubicBezTo>
                  <a:cubicBezTo>
                    <a:pt x="6" y="123"/>
                    <a:pt x="9" y="126"/>
                    <a:pt x="14" y="127"/>
                  </a:cubicBezTo>
                  <a:cubicBezTo>
                    <a:pt x="28" y="130"/>
                    <a:pt x="49" y="115"/>
                    <a:pt x="50" y="115"/>
                  </a:cubicBezTo>
                  <a:cubicBezTo>
                    <a:pt x="50" y="114"/>
                    <a:pt x="51" y="113"/>
                    <a:pt x="50" y="113"/>
                  </a:cubicBezTo>
                  <a:cubicBezTo>
                    <a:pt x="50" y="112"/>
                    <a:pt x="49" y="112"/>
                    <a:pt x="48" y="112"/>
                  </a:cubicBezTo>
                  <a:cubicBezTo>
                    <a:pt x="48" y="112"/>
                    <a:pt x="28" y="127"/>
                    <a:pt x="14" y="124"/>
                  </a:cubicBezTo>
                  <a:cubicBezTo>
                    <a:pt x="11" y="123"/>
                    <a:pt x="8" y="121"/>
                    <a:pt x="6" y="118"/>
                  </a:cubicBezTo>
                  <a:cubicBezTo>
                    <a:pt x="4" y="114"/>
                    <a:pt x="3" y="109"/>
                    <a:pt x="5" y="103"/>
                  </a:cubicBezTo>
                  <a:cubicBezTo>
                    <a:pt x="11" y="86"/>
                    <a:pt x="37" y="66"/>
                    <a:pt x="76" y="49"/>
                  </a:cubicBezTo>
                  <a:cubicBezTo>
                    <a:pt x="94" y="42"/>
                    <a:pt x="109" y="37"/>
                    <a:pt x="121" y="32"/>
                  </a:cubicBezTo>
                  <a:cubicBezTo>
                    <a:pt x="148" y="23"/>
                    <a:pt x="162" y="18"/>
                    <a:pt x="168" y="2"/>
                  </a:cubicBezTo>
                  <a:cubicBezTo>
                    <a:pt x="168" y="1"/>
                    <a:pt x="168" y="0"/>
                    <a:pt x="167" y="0"/>
                  </a:cubicBezTo>
                  <a:cubicBezTo>
                    <a:pt x="166" y="0"/>
                    <a:pt x="165" y="0"/>
                    <a:pt x="165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5" name="Freeform 241">
              <a:extLst>
                <a:ext uri="{FF2B5EF4-FFF2-40B4-BE49-F238E27FC236}">
                  <a16:creationId xmlns:a16="http://schemas.microsoft.com/office/drawing/2014/main" id="{95540E1C-F76F-4D4F-815E-C6788F583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371"/>
              <a:ext cx="243" cy="161"/>
            </a:xfrm>
            <a:custGeom>
              <a:avLst/>
              <a:gdLst>
                <a:gd name="T0" fmla="*/ 426 w 182"/>
                <a:gd name="T1" fmla="*/ 1 h 121"/>
                <a:gd name="T2" fmla="*/ 296 w 182"/>
                <a:gd name="T3" fmla="*/ 36 h 121"/>
                <a:gd name="T4" fmla="*/ 174 w 182"/>
                <a:gd name="T5" fmla="*/ 52 h 121"/>
                <a:gd name="T6" fmla="*/ 1 w 182"/>
                <a:gd name="T7" fmla="*/ 173 h 121"/>
                <a:gd name="T8" fmla="*/ 138 w 182"/>
                <a:gd name="T9" fmla="*/ 285 h 121"/>
                <a:gd name="T10" fmla="*/ 143 w 182"/>
                <a:gd name="T11" fmla="*/ 283 h 121"/>
                <a:gd name="T12" fmla="*/ 140 w 182"/>
                <a:gd name="T13" fmla="*/ 278 h 121"/>
                <a:gd name="T14" fmla="*/ 9 w 182"/>
                <a:gd name="T15" fmla="*/ 173 h 121"/>
                <a:gd name="T16" fmla="*/ 176 w 182"/>
                <a:gd name="T17" fmla="*/ 59 h 121"/>
                <a:gd name="T18" fmla="*/ 296 w 182"/>
                <a:gd name="T19" fmla="*/ 43 h 121"/>
                <a:gd name="T20" fmla="*/ 431 w 182"/>
                <a:gd name="T21" fmla="*/ 7 h 121"/>
                <a:gd name="T22" fmla="*/ 431 w 182"/>
                <a:gd name="T23" fmla="*/ 1 h 121"/>
                <a:gd name="T24" fmla="*/ 426 w 182"/>
                <a:gd name="T25" fmla="*/ 1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121">
                  <a:moveTo>
                    <a:pt x="179" y="1"/>
                  </a:moveTo>
                  <a:cubicBezTo>
                    <a:pt x="169" y="12"/>
                    <a:pt x="148" y="14"/>
                    <a:pt x="124" y="15"/>
                  </a:cubicBezTo>
                  <a:cubicBezTo>
                    <a:pt x="108" y="16"/>
                    <a:pt x="90" y="17"/>
                    <a:pt x="73" y="22"/>
                  </a:cubicBezTo>
                  <a:cubicBezTo>
                    <a:pt x="29" y="33"/>
                    <a:pt x="2" y="41"/>
                    <a:pt x="1" y="74"/>
                  </a:cubicBezTo>
                  <a:cubicBezTo>
                    <a:pt x="0" y="108"/>
                    <a:pt x="47" y="120"/>
                    <a:pt x="58" y="121"/>
                  </a:cubicBezTo>
                  <a:cubicBezTo>
                    <a:pt x="59" y="121"/>
                    <a:pt x="60" y="121"/>
                    <a:pt x="60" y="120"/>
                  </a:cubicBezTo>
                  <a:cubicBezTo>
                    <a:pt x="60" y="119"/>
                    <a:pt x="60" y="118"/>
                    <a:pt x="59" y="118"/>
                  </a:cubicBezTo>
                  <a:cubicBezTo>
                    <a:pt x="44" y="117"/>
                    <a:pt x="3" y="103"/>
                    <a:pt x="4" y="74"/>
                  </a:cubicBezTo>
                  <a:cubicBezTo>
                    <a:pt x="5" y="43"/>
                    <a:pt x="30" y="35"/>
                    <a:pt x="74" y="25"/>
                  </a:cubicBezTo>
                  <a:cubicBezTo>
                    <a:pt x="90" y="20"/>
                    <a:pt x="108" y="19"/>
                    <a:pt x="124" y="18"/>
                  </a:cubicBezTo>
                  <a:cubicBezTo>
                    <a:pt x="149" y="17"/>
                    <a:pt x="171" y="15"/>
                    <a:pt x="181" y="3"/>
                  </a:cubicBezTo>
                  <a:cubicBezTo>
                    <a:pt x="182" y="2"/>
                    <a:pt x="182" y="1"/>
                    <a:pt x="181" y="1"/>
                  </a:cubicBezTo>
                  <a:cubicBezTo>
                    <a:pt x="180" y="0"/>
                    <a:pt x="179" y="0"/>
                    <a:pt x="179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6" name="Freeform 242">
              <a:extLst>
                <a:ext uri="{FF2B5EF4-FFF2-40B4-BE49-F238E27FC236}">
                  <a16:creationId xmlns:a16="http://schemas.microsoft.com/office/drawing/2014/main" id="{24CD2817-3261-45D3-9DB0-E2C60844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328"/>
              <a:ext cx="215" cy="148"/>
            </a:xfrm>
            <a:custGeom>
              <a:avLst/>
              <a:gdLst>
                <a:gd name="T0" fmla="*/ 377 w 161"/>
                <a:gd name="T1" fmla="*/ 1 h 111"/>
                <a:gd name="T2" fmla="*/ 262 w 161"/>
                <a:gd name="T3" fmla="*/ 31 h 111"/>
                <a:gd name="T4" fmla="*/ 143 w 161"/>
                <a:gd name="T5" fmla="*/ 44 h 111"/>
                <a:gd name="T6" fmla="*/ 1 w 161"/>
                <a:gd name="T7" fmla="*/ 144 h 111"/>
                <a:gd name="T8" fmla="*/ 20 w 161"/>
                <a:gd name="T9" fmla="*/ 201 h 111"/>
                <a:gd name="T10" fmla="*/ 114 w 161"/>
                <a:gd name="T11" fmla="*/ 263 h 111"/>
                <a:gd name="T12" fmla="*/ 119 w 161"/>
                <a:gd name="T13" fmla="*/ 257 h 111"/>
                <a:gd name="T14" fmla="*/ 114 w 161"/>
                <a:gd name="T15" fmla="*/ 256 h 111"/>
                <a:gd name="T16" fmla="*/ 27 w 161"/>
                <a:gd name="T17" fmla="*/ 197 h 111"/>
                <a:gd name="T18" fmla="*/ 9 w 161"/>
                <a:gd name="T19" fmla="*/ 144 h 111"/>
                <a:gd name="T20" fmla="*/ 144 w 161"/>
                <a:gd name="T21" fmla="*/ 52 h 111"/>
                <a:gd name="T22" fmla="*/ 262 w 161"/>
                <a:gd name="T23" fmla="*/ 37 h 111"/>
                <a:gd name="T24" fmla="*/ 382 w 161"/>
                <a:gd name="T25" fmla="*/ 7 h 111"/>
                <a:gd name="T26" fmla="*/ 382 w 161"/>
                <a:gd name="T27" fmla="*/ 1 h 111"/>
                <a:gd name="T28" fmla="*/ 377 w 161"/>
                <a:gd name="T29" fmla="*/ 1 h 1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1" h="111">
                  <a:moveTo>
                    <a:pt x="158" y="1"/>
                  </a:moveTo>
                  <a:cubicBezTo>
                    <a:pt x="149" y="12"/>
                    <a:pt x="131" y="13"/>
                    <a:pt x="110" y="13"/>
                  </a:cubicBezTo>
                  <a:cubicBezTo>
                    <a:pt x="95" y="14"/>
                    <a:pt x="77" y="15"/>
                    <a:pt x="60" y="19"/>
                  </a:cubicBezTo>
                  <a:cubicBezTo>
                    <a:pt x="23" y="28"/>
                    <a:pt x="6" y="36"/>
                    <a:pt x="1" y="61"/>
                  </a:cubicBezTo>
                  <a:cubicBezTo>
                    <a:pt x="0" y="69"/>
                    <a:pt x="2" y="77"/>
                    <a:pt x="8" y="85"/>
                  </a:cubicBezTo>
                  <a:cubicBezTo>
                    <a:pt x="19" y="99"/>
                    <a:pt x="39" y="110"/>
                    <a:pt x="48" y="111"/>
                  </a:cubicBezTo>
                  <a:cubicBezTo>
                    <a:pt x="49" y="111"/>
                    <a:pt x="50" y="110"/>
                    <a:pt x="50" y="109"/>
                  </a:cubicBezTo>
                  <a:cubicBezTo>
                    <a:pt x="50" y="108"/>
                    <a:pt x="49" y="108"/>
                    <a:pt x="48" y="108"/>
                  </a:cubicBezTo>
                  <a:cubicBezTo>
                    <a:pt x="40" y="107"/>
                    <a:pt x="21" y="97"/>
                    <a:pt x="11" y="83"/>
                  </a:cubicBezTo>
                  <a:cubicBezTo>
                    <a:pt x="5" y="76"/>
                    <a:pt x="3" y="68"/>
                    <a:pt x="4" y="61"/>
                  </a:cubicBezTo>
                  <a:cubicBezTo>
                    <a:pt x="9" y="39"/>
                    <a:pt x="23" y="31"/>
                    <a:pt x="61" y="22"/>
                  </a:cubicBezTo>
                  <a:cubicBezTo>
                    <a:pt x="78" y="18"/>
                    <a:pt x="95" y="17"/>
                    <a:pt x="110" y="16"/>
                  </a:cubicBezTo>
                  <a:cubicBezTo>
                    <a:pt x="131" y="16"/>
                    <a:pt x="150" y="15"/>
                    <a:pt x="160" y="3"/>
                  </a:cubicBezTo>
                  <a:cubicBezTo>
                    <a:pt x="161" y="2"/>
                    <a:pt x="161" y="1"/>
                    <a:pt x="160" y="1"/>
                  </a:cubicBezTo>
                  <a:cubicBezTo>
                    <a:pt x="159" y="0"/>
                    <a:pt x="158" y="0"/>
                    <a:pt x="158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7" name="Freeform 243">
              <a:extLst>
                <a:ext uri="{FF2B5EF4-FFF2-40B4-BE49-F238E27FC236}">
                  <a16:creationId xmlns:a16="http://schemas.microsoft.com/office/drawing/2014/main" id="{8CE9FE06-B8E0-4FF2-A2B1-56DD0B18B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292"/>
              <a:ext cx="188" cy="127"/>
            </a:xfrm>
            <a:custGeom>
              <a:avLst/>
              <a:gdLst>
                <a:gd name="T0" fmla="*/ 327 w 141"/>
                <a:gd name="T1" fmla="*/ 1 h 95"/>
                <a:gd name="T2" fmla="*/ 220 w 141"/>
                <a:gd name="T3" fmla="*/ 36 h 95"/>
                <a:gd name="T4" fmla="*/ 113 w 141"/>
                <a:gd name="T5" fmla="*/ 49 h 95"/>
                <a:gd name="T6" fmla="*/ 1 w 141"/>
                <a:gd name="T7" fmla="*/ 136 h 95"/>
                <a:gd name="T8" fmla="*/ 121 w 141"/>
                <a:gd name="T9" fmla="*/ 227 h 95"/>
                <a:gd name="T10" fmla="*/ 123 w 141"/>
                <a:gd name="T11" fmla="*/ 225 h 95"/>
                <a:gd name="T12" fmla="*/ 121 w 141"/>
                <a:gd name="T13" fmla="*/ 219 h 95"/>
                <a:gd name="T14" fmla="*/ 9 w 141"/>
                <a:gd name="T15" fmla="*/ 139 h 95"/>
                <a:gd name="T16" fmla="*/ 116 w 141"/>
                <a:gd name="T17" fmla="*/ 57 h 95"/>
                <a:gd name="T18" fmla="*/ 220 w 141"/>
                <a:gd name="T19" fmla="*/ 43 h 95"/>
                <a:gd name="T20" fmla="*/ 332 w 141"/>
                <a:gd name="T21" fmla="*/ 7 h 95"/>
                <a:gd name="T22" fmla="*/ 332 w 141"/>
                <a:gd name="T23" fmla="*/ 1 h 95"/>
                <a:gd name="T24" fmla="*/ 327 w 141"/>
                <a:gd name="T25" fmla="*/ 1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1" h="95">
                  <a:moveTo>
                    <a:pt x="138" y="1"/>
                  </a:moveTo>
                  <a:cubicBezTo>
                    <a:pt x="128" y="13"/>
                    <a:pt x="114" y="14"/>
                    <a:pt x="93" y="15"/>
                  </a:cubicBezTo>
                  <a:cubicBezTo>
                    <a:pt x="80" y="16"/>
                    <a:pt x="65" y="17"/>
                    <a:pt x="48" y="21"/>
                  </a:cubicBezTo>
                  <a:cubicBezTo>
                    <a:pt x="20" y="28"/>
                    <a:pt x="3" y="37"/>
                    <a:pt x="1" y="57"/>
                  </a:cubicBezTo>
                  <a:cubicBezTo>
                    <a:pt x="0" y="80"/>
                    <a:pt x="39" y="94"/>
                    <a:pt x="51" y="95"/>
                  </a:cubicBezTo>
                  <a:cubicBezTo>
                    <a:pt x="52" y="95"/>
                    <a:pt x="52" y="94"/>
                    <a:pt x="52" y="94"/>
                  </a:cubicBezTo>
                  <a:cubicBezTo>
                    <a:pt x="53" y="93"/>
                    <a:pt x="52" y="92"/>
                    <a:pt x="51" y="92"/>
                  </a:cubicBezTo>
                  <a:cubicBezTo>
                    <a:pt x="39" y="91"/>
                    <a:pt x="3" y="77"/>
                    <a:pt x="4" y="58"/>
                  </a:cubicBezTo>
                  <a:cubicBezTo>
                    <a:pt x="6" y="39"/>
                    <a:pt x="22" y="31"/>
                    <a:pt x="49" y="24"/>
                  </a:cubicBezTo>
                  <a:cubicBezTo>
                    <a:pt x="65" y="20"/>
                    <a:pt x="80" y="19"/>
                    <a:pt x="93" y="18"/>
                  </a:cubicBezTo>
                  <a:cubicBezTo>
                    <a:pt x="114" y="17"/>
                    <a:pt x="130" y="16"/>
                    <a:pt x="140" y="3"/>
                  </a:cubicBezTo>
                  <a:cubicBezTo>
                    <a:pt x="141" y="2"/>
                    <a:pt x="141" y="1"/>
                    <a:pt x="140" y="1"/>
                  </a:cubicBezTo>
                  <a:cubicBezTo>
                    <a:pt x="139" y="0"/>
                    <a:pt x="138" y="1"/>
                    <a:pt x="138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8" name="Freeform 244">
              <a:extLst>
                <a:ext uri="{FF2B5EF4-FFF2-40B4-BE49-F238E27FC236}">
                  <a16:creationId xmlns:a16="http://schemas.microsoft.com/office/drawing/2014/main" id="{9CEFAAAB-CE2E-4F87-AC4F-308750685B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0" y="1104"/>
              <a:ext cx="601" cy="1579"/>
            </a:xfrm>
            <a:custGeom>
              <a:avLst/>
              <a:gdLst>
                <a:gd name="T0" fmla="*/ 1064 w 450"/>
                <a:gd name="T1" fmla="*/ 256 h 1184"/>
                <a:gd name="T2" fmla="*/ 978 w 450"/>
                <a:gd name="T3" fmla="*/ 229 h 1184"/>
                <a:gd name="T4" fmla="*/ 867 w 450"/>
                <a:gd name="T5" fmla="*/ 268 h 1184"/>
                <a:gd name="T6" fmla="*/ 865 w 450"/>
                <a:gd name="T7" fmla="*/ 261 h 1184"/>
                <a:gd name="T8" fmla="*/ 1058 w 450"/>
                <a:gd name="T9" fmla="*/ 79 h 1184"/>
                <a:gd name="T10" fmla="*/ 1059 w 450"/>
                <a:gd name="T11" fmla="*/ 1 h 1184"/>
                <a:gd name="T12" fmla="*/ 684 w 450"/>
                <a:gd name="T13" fmla="*/ 315 h 1184"/>
                <a:gd name="T14" fmla="*/ 264 w 450"/>
                <a:gd name="T15" fmla="*/ 1119 h 1184"/>
                <a:gd name="T16" fmla="*/ 303 w 450"/>
                <a:gd name="T17" fmla="*/ 1076 h 1184"/>
                <a:gd name="T18" fmla="*/ 296 w 450"/>
                <a:gd name="T19" fmla="*/ 1211 h 1184"/>
                <a:gd name="T20" fmla="*/ 243 w 450"/>
                <a:gd name="T21" fmla="*/ 1464 h 1184"/>
                <a:gd name="T22" fmla="*/ 346 w 450"/>
                <a:gd name="T23" fmla="*/ 866 h 1184"/>
                <a:gd name="T24" fmla="*/ 362 w 450"/>
                <a:gd name="T25" fmla="*/ 1144 h 1184"/>
                <a:gd name="T26" fmla="*/ 171 w 450"/>
                <a:gd name="T27" fmla="*/ 2254 h 1184"/>
                <a:gd name="T28" fmla="*/ 182 w 450"/>
                <a:gd name="T29" fmla="*/ 2176 h 1184"/>
                <a:gd name="T30" fmla="*/ 260 w 450"/>
                <a:gd name="T31" fmla="*/ 1750 h 1184"/>
                <a:gd name="T32" fmla="*/ 341 w 450"/>
                <a:gd name="T33" fmla="*/ 1599 h 1184"/>
                <a:gd name="T34" fmla="*/ 114 w 450"/>
                <a:gd name="T35" fmla="*/ 2426 h 1184"/>
                <a:gd name="T36" fmla="*/ 76 w 450"/>
                <a:gd name="T37" fmla="*/ 2473 h 1184"/>
                <a:gd name="T38" fmla="*/ 152 w 450"/>
                <a:gd name="T39" fmla="*/ 2718 h 1184"/>
                <a:gd name="T40" fmla="*/ 158 w 450"/>
                <a:gd name="T41" fmla="*/ 2523 h 1184"/>
                <a:gd name="T42" fmla="*/ 203 w 450"/>
                <a:gd name="T43" fmla="*/ 2725 h 1184"/>
                <a:gd name="T44" fmla="*/ 218 w 450"/>
                <a:gd name="T45" fmla="*/ 2803 h 1184"/>
                <a:gd name="T46" fmla="*/ 248 w 450"/>
                <a:gd name="T47" fmla="*/ 2794 h 1184"/>
                <a:gd name="T48" fmla="*/ 292 w 450"/>
                <a:gd name="T49" fmla="*/ 2586 h 1184"/>
                <a:gd name="T50" fmla="*/ 296 w 450"/>
                <a:gd name="T51" fmla="*/ 2682 h 1184"/>
                <a:gd name="T52" fmla="*/ 291 w 450"/>
                <a:gd name="T53" fmla="*/ 2543 h 1184"/>
                <a:gd name="T54" fmla="*/ 350 w 450"/>
                <a:gd name="T55" fmla="*/ 2611 h 1184"/>
                <a:gd name="T56" fmla="*/ 339 w 450"/>
                <a:gd name="T57" fmla="*/ 2467 h 1184"/>
                <a:gd name="T58" fmla="*/ 334 w 450"/>
                <a:gd name="T59" fmla="*/ 2425 h 1184"/>
                <a:gd name="T60" fmla="*/ 303 w 450"/>
                <a:gd name="T61" fmla="*/ 2195 h 1184"/>
                <a:gd name="T62" fmla="*/ 554 w 450"/>
                <a:gd name="T63" fmla="*/ 640 h 1184"/>
                <a:gd name="T64" fmla="*/ 1070 w 450"/>
                <a:gd name="T65" fmla="*/ 304 h 1184"/>
                <a:gd name="T66" fmla="*/ 823 w 450"/>
                <a:gd name="T67" fmla="*/ 244 h 1184"/>
                <a:gd name="T68" fmla="*/ 548 w 450"/>
                <a:gd name="T69" fmla="*/ 393 h 1184"/>
                <a:gd name="T70" fmla="*/ 594 w 450"/>
                <a:gd name="T71" fmla="*/ 448 h 1184"/>
                <a:gd name="T72" fmla="*/ 648 w 450"/>
                <a:gd name="T73" fmla="*/ 427 h 1184"/>
                <a:gd name="T74" fmla="*/ 469 w 450"/>
                <a:gd name="T75" fmla="*/ 567 h 1184"/>
                <a:gd name="T76" fmla="*/ 403 w 450"/>
                <a:gd name="T77" fmla="*/ 790 h 1184"/>
                <a:gd name="T78" fmla="*/ 347 w 450"/>
                <a:gd name="T79" fmla="*/ 1599 h 1184"/>
                <a:gd name="T80" fmla="*/ 203 w 450"/>
                <a:gd name="T81" fmla="*/ 2303 h 1184"/>
                <a:gd name="T82" fmla="*/ 243 w 450"/>
                <a:gd name="T83" fmla="*/ 2667 h 1184"/>
                <a:gd name="T84" fmla="*/ 196 w 450"/>
                <a:gd name="T85" fmla="*/ 2602 h 1184"/>
                <a:gd name="T86" fmla="*/ 319 w 450"/>
                <a:gd name="T87" fmla="*/ 2395 h 1184"/>
                <a:gd name="T88" fmla="*/ 270 w 450"/>
                <a:gd name="T89" fmla="*/ 2291 h 1184"/>
                <a:gd name="T90" fmla="*/ 395 w 450"/>
                <a:gd name="T91" fmla="*/ 1903 h 1184"/>
                <a:gd name="T92" fmla="*/ 278 w 450"/>
                <a:gd name="T93" fmla="*/ 2543 h 1184"/>
                <a:gd name="T94" fmla="*/ 170 w 450"/>
                <a:gd name="T95" fmla="*/ 2451 h 1184"/>
                <a:gd name="T96" fmla="*/ 288 w 450"/>
                <a:gd name="T97" fmla="*/ 1940 h 1184"/>
                <a:gd name="T98" fmla="*/ 303 w 450"/>
                <a:gd name="T99" fmla="*/ 2024 h 1184"/>
                <a:gd name="T100" fmla="*/ 346 w 450"/>
                <a:gd name="T101" fmla="*/ 1812 h 1184"/>
                <a:gd name="T102" fmla="*/ 350 w 450"/>
                <a:gd name="T103" fmla="*/ 1640 h 1184"/>
                <a:gd name="T104" fmla="*/ 442 w 450"/>
                <a:gd name="T105" fmla="*/ 1435 h 1184"/>
                <a:gd name="T106" fmla="*/ 419 w 450"/>
                <a:gd name="T107" fmla="*/ 1060 h 1184"/>
                <a:gd name="T108" fmla="*/ 793 w 450"/>
                <a:gd name="T109" fmla="*/ 363 h 1184"/>
                <a:gd name="T110" fmla="*/ 622 w 450"/>
                <a:gd name="T111" fmla="*/ 521 h 1184"/>
                <a:gd name="T112" fmla="*/ 680 w 450"/>
                <a:gd name="T113" fmla="*/ 405 h 11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50" h="1184">
                  <a:moveTo>
                    <a:pt x="450" y="126"/>
                  </a:moveTo>
                  <a:cubicBezTo>
                    <a:pt x="450" y="125"/>
                    <a:pt x="449" y="125"/>
                    <a:pt x="448" y="125"/>
                  </a:cubicBezTo>
                  <a:cubicBezTo>
                    <a:pt x="444" y="126"/>
                    <a:pt x="434" y="125"/>
                    <a:pt x="422" y="125"/>
                  </a:cubicBezTo>
                  <a:cubicBezTo>
                    <a:pt x="403" y="124"/>
                    <a:pt x="381" y="123"/>
                    <a:pt x="368" y="126"/>
                  </a:cubicBezTo>
                  <a:cubicBezTo>
                    <a:pt x="379" y="118"/>
                    <a:pt x="391" y="111"/>
                    <a:pt x="401" y="108"/>
                  </a:cubicBezTo>
                  <a:cubicBezTo>
                    <a:pt x="415" y="103"/>
                    <a:pt x="425" y="101"/>
                    <a:pt x="445" y="109"/>
                  </a:cubicBezTo>
                  <a:cubicBezTo>
                    <a:pt x="446" y="109"/>
                    <a:pt x="447" y="109"/>
                    <a:pt x="447" y="108"/>
                  </a:cubicBezTo>
                  <a:cubicBezTo>
                    <a:pt x="448" y="108"/>
                    <a:pt x="447" y="107"/>
                    <a:pt x="447" y="106"/>
                  </a:cubicBezTo>
                  <a:cubicBezTo>
                    <a:pt x="429" y="99"/>
                    <a:pt x="419" y="100"/>
                    <a:pt x="408" y="103"/>
                  </a:cubicBezTo>
                  <a:cubicBezTo>
                    <a:pt x="410" y="102"/>
                    <a:pt x="411" y="101"/>
                    <a:pt x="412" y="100"/>
                  </a:cubicBezTo>
                  <a:cubicBezTo>
                    <a:pt x="421" y="93"/>
                    <a:pt x="433" y="84"/>
                    <a:pt x="447" y="84"/>
                  </a:cubicBezTo>
                  <a:cubicBezTo>
                    <a:pt x="448" y="84"/>
                    <a:pt x="449" y="83"/>
                    <a:pt x="449" y="82"/>
                  </a:cubicBezTo>
                  <a:cubicBezTo>
                    <a:pt x="449" y="82"/>
                    <a:pt x="448" y="81"/>
                    <a:pt x="447" y="81"/>
                  </a:cubicBezTo>
                  <a:cubicBezTo>
                    <a:pt x="432" y="81"/>
                    <a:pt x="420" y="90"/>
                    <a:pt x="410" y="97"/>
                  </a:cubicBezTo>
                  <a:cubicBezTo>
                    <a:pt x="406" y="101"/>
                    <a:pt x="402" y="104"/>
                    <a:pt x="399" y="105"/>
                  </a:cubicBezTo>
                  <a:cubicBezTo>
                    <a:pt x="398" y="105"/>
                    <a:pt x="398" y="106"/>
                    <a:pt x="398" y="106"/>
                  </a:cubicBezTo>
                  <a:cubicBezTo>
                    <a:pt x="380" y="113"/>
                    <a:pt x="356" y="129"/>
                    <a:pt x="342" y="142"/>
                  </a:cubicBezTo>
                  <a:cubicBezTo>
                    <a:pt x="342" y="142"/>
                    <a:pt x="342" y="142"/>
                    <a:pt x="342" y="142"/>
                  </a:cubicBezTo>
                  <a:cubicBezTo>
                    <a:pt x="333" y="148"/>
                    <a:pt x="325" y="149"/>
                    <a:pt x="316" y="150"/>
                  </a:cubicBezTo>
                  <a:cubicBezTo>
                    <a:pt x="326" y="142"/>
                    <a:pt x="338" y="132"/>
                    <a:pt x="351" y="123"/>
                  </a:cubicBezTo>
                  <a:cubicBezTo>
                    <a:pt x="355" y="119"/>
                    <a:pt x="359" y="116"/>
                    <a:pt x="364" y="113"/>
                  </a:cubicBezTo>
                  <a:cubicBezTo>
                    <a:pt x="364" y="113"/>
                    <a:pt x="364" y="113"/>
                    <a:pt x="364" y="113"/>
                  </a:cubicBezTo>
                  <a:cubicBezTo>
                    <a:pt x="365" y="113"/>
                    <a:pt x="365" y="113"/>
                    <a:pt x="366" y="112"/>
                  </a:cubicBezTo>
                  <a:cubicBezTo>
                    <a:pt x="366" y="112"/>
                    <a:pt x="366" y="111"/>
                    <a:pt x="366" y="111"/>
                  </a:cubicBezTo>
                  <a:cubicBezTo>
                    <a:pt x="398" y="86"/>
                    <a:pt x="432" y="61"/>
                    <a:pt x="445" y="57"/>
                  </a:cubicBezTo>
                  <a:cubicBezTo>
                    <a:pt x="446" y="57"/>
                    <a:pt x="446" y="56"/>
                    <a:pt x="446" y="55"/>
                  </a:cubicBezTo>
                  <a:cubicBezTo>
                    <a:pt x="446" y="55"/>
                    <a:pt x="445" y="54"/>
                    <a:pt x="444" y="54"/>
                  </a:cubicBezTo>
                  <a:cubicBezTo>
                    <a:pt x="430" y="58"/>
                    <a:pt x="397" y="83"/>
                    <a:pt x="363" y="110"/>
                  </a:cubicBezTo>
                  <a:cubicBezTo>
                    <a:pt x="358" y="109"/>
                    <a:pt x="350" y="111"/>
                    <a:pt x="342" y="113"/>
                  </a:cubicBezTo>
                  <a:cubicBezTo>
                    <a:pt x="345" y="109"/>
                    <a:pt x="347" y="106"/>
                    <a:pt x="349" y="103"/>
                  </a:cubicBezTo>
                  <a:cubicBezTo>
                    <a:pt x="349" y="102"/>
                    <a:pt x="349" y="102"/>
                    <a:pt x="348" y="101"/>
                  </a:cubicBezTo>
                  <a:cubicBezTo>
                    <a:pt x="367" y="89"/>
                    <a:pt x="382" y="78"/>
                    <a:pt x="388" y="69"/>
                  </a:cubicBezTo>
                  <a:cubicBezTo>
                    <a:pt x="397" y="57"/>
                    <a:pt x="397" y="57"/>
                    <a:pt x="397" y="57"/>
                  </a:cubicBezTo>
                  <a:cubicBezTo>
                    <a:pt x="404" y="55"/>
                    <a:pt x="412" y="50"/>
                    <a:pt x="419" y="44"/>
                  </a:cubicBezTo>
                  <a:cubicBezTo>
                    <a:pt x="429" y="38"/>
                    <a:pt x="438" y="32"/>
                    <a:pt x="444" y="33"/>
                  </a:cubicBezTo>
                  <a:cubicBezTo>
                    <a:pt x="445" y="33"/>
                    <a:pt x="446" y="33"/>
                    <a:pt x="446" y="32"/>
                  </a:cubicBezTo>
                  <a:cubicBezTo>
                    <a:pt x="446" y="31"/>
                    <a:pt x="446" y="31"/>
                    <a:pt x="445" y="30"/>
                  </a:cubicBezTo>
                  <a:cubicBezTo>
                    <a:pt x="438" y="28"/>
                    <a:pt x="428" y="35"/>
                    <a:pt x="418" y="42"/>
                  </a:cubicBezTo>
                  <a:cubicBezTo>
                    <a:pt x="412" y="46"/>
                    <a:pt x="406" y="50"/>
                    <a:pt x="400" y="53"/>
                  </a:cubicBezTo>
                  <a:cubicBezTo>
                    <a:pt x="403" y="49"/>
                    <a:pt x="403" y="49"/>
                    <a:pt x="403" y="49"/>
                  </a:cubicBezTo>
                  <a:cubicBezTo>
                    <a:pt x="418" y="28"/>
                    <a:pt x="436" y="4"/>
                    <a:pt x="444" y="3"/>
                  </a:cubicBezTo>
                  <a:cubicBezTo>
                    <a:pt x="445" y="3"/>
                    <a:pt x="446" y="2"/>
                    <a:pt x="445" y="1"/>
                  </a:cubicBezTo>
                  <a:cubicBezTo>
                    <a:pt x="445" y="0"/>
                    <a:pt x="445" y="0"/>
                    <a:pt x="444" y="0"/>
                  </a:cubicBezTo>
                  <a:cubicBezTo>
                    <a:pt x="434" y="1"/>
                    <a:pt x="418" y="23"/>
                    <a:pt x="401" y="47"/>
                  </a:cubicBezTo>
                  <a:cubicBezTo>
                    <a:pt x="395" y="55"/>
                    <a:pt x="395" y="55"/>
                    <a:pt x="395" y="55"/>
                  </a:cubicBezTo>
                  <a:cubicBezTo>
                    <a:pt x="395" y="55"/>
                    <a:pt x="394" y="55"/>
                    <a:pt x="394" y="56"/>
                  </a:cubicBezTo>
                  <a:cubicBezTo>
                    <a:pt x="386" y="67"/>
                    <a:pt x="386" y="67"/>
                    <a:pt x="386" y="67"/>
                  </a:cubicBezTo>
                  <a:cubicBezTo>
                    <a:pt x="374" y="83"/>
                    <a:pt x="330" y="110"/>
                    <a:pt x="289" y="133"/>
                  </a:cubicBezTo>
                  <a:cubicBezTo>
                    <a:pt x="288" y="133"/>
                    <a:pt x="287" y="133"/>
                    <a:pt x="287" y="133"/>
                  </a:cubicBezTo>
                  <a:cubicBezTo>
                    <a:pt x="286" y="133"/>
                    <a:pt x="286" y="134"/>
                    <a:pt x="286" y="134"/>
                  </a:cubicBezTo>
                  <a:cubicBezTo>
                    <a:pt x="257" y="150"/>
                    <a:pt x="229" y="163"/>
                    <a:pt x="213" y="169"/>
                  </a:cubicBezTo>
                  <a:cubicBezTo>
                    <a:pt x="179" y="180"/>
                    <a:pt x="149" y="267"/>
                    <a:pt x="146" y="318"/>
                  </a:cubicBezTo>
                  <a:cubicBezTo>
                    <a:pt x="145" y="331"/>
                    <a:pt x="143" y="355"/>
                    <a:pt x="141" y="380"/>
                  </a:cubicBezTo>
                  <a:cubicBezTo>
                    <a:pt x="139" y="395"/>
                    <a:pt x="137" y="411"/>
                    <a:pt x="132" y="425"/>
                  </a:cubicBezTo>
                  <a:cubicBezTo>
                    <a:pt x="128" y="433"/>
                    <a:pt x="127" y="442"/>
                    <a:pt x="125" y="451"/>
                  </a:cubicBezTo>
                  <a:cubicBezTo>
                    <a:pt x="122" y="459"/>
                    <a:pt x="116" y="469"/>
                    <a:pt x="111" y="472"/>
                  </a:cubicBezTo>
                  <a:cubicBezTo>
                    <a:pt x="110" y="472"/>
                    <a:pt x="110" y="473"/>
                    <a:pt x="110" y="474"/>
                  </a:cubicBezTo>
                  <a:cubicBezTo>
                    <a:pt x="110" y="475"/>
                    <a:pt x="111" y="475"/>
                    <a:pt x="112" y="474"/>
                  </a:cubicBezTo>
                  <a:cubicBezTo>
                    <a:pt x="116" y="472"/>
                    <a:pt x="119" y="468"/>
                    <a:pt x="122" y="463"/>
                  </a:cubicBezTo>
                  <a:cubicBezTo>
                    <a:pt x="120" y="473"/>
                    <a:pt x="117" y="483"/>
                    <a:pt x="113" y="492"/>
                  </a:cubicBezTo>
                  <a:cubicBezTo>
                    <a:pt x="112" y="493"/>
                    <a:pt x="113" y="494"/>
                    <a:pt x="113" y="494"/>
                  </a:cubicBezTo>
                  <a:cubicBezTo>
                    <a:pt x="114" y="495"/>
                    <a:pt x="115" y="495"/>
                    <a:pt x="115" y="494"/>
                  </a:cubicBezTo>
                  <a:cubicBezTo>
                    <a:pt x="122" y="481"/>
                    <a:pt x="125" y="467"/>
                    <a:pt x="127" y="454"/>
                  </a:cubicBezTo>
                  <a:cubicBezTo>
                    <a:pt x="127" y="454"/>
                    <a:pt x="127" y="453"/>
                    <a:pt x="128" y="452"/>
                  </a:cubicBezTo>
                  <a:cubicBezTo>
                    <a:pt x="128" y="450"/>
                    <a:pt x="128" y="449"/>
                    <a:pt x="129" y="448"/>
                  </a:cubicBezTo>
                  <a:cubicBezTo>
                    <a:pt x="129" y="448"/>
                    <a:pt x="129" y="447"/>
                    <a:pt x="129" y="447"/>
                  </a:cubicBezTo>
                  <a:cubicBezTo>
                    <a:pt x="130" y="440"/>
                    <a:pt x="132" y="433"/>
                    <a:pt x="134" y="426"/>
                  </a:cubicBezTo>
                  <a:cubicBezTo>
                    <a:pt x="136" y="422"/>
                    <a:pt x="137" y="417"/>
                    <a:pt x="138" y="413"/>
                  </a:cubicBezTo>
                  <a:cubicBezTo>
                    <a:pt x="137" y="430"/>
                    <a:pt x="135" y="445"/>
                    <a:pt x="135" y="453"/>
                  </a:cubicBezTo>
                  <a:cubicBezTo>
                    <a:pt x="135" y="466"/>
                    <a:pt x="129" y="489"/>
                    <a:pt x="124" y="511"/>
                  </a:cubicBezTo>
                  <a:cubicBezTo>
                    <a:pt x="120" y="529"/>
                    <a:pt x="115" y="546"/>
                    <a:pt x="114" y="557"/>
                  </a:cubicBezTo>
                  <a:cubicBezTo>
                    <a:pt x="112" y="582"/>
                    <a:pt x="108" y="595"/>
                    <a:pt x="99" y="616"/>
                  </a:cubicBezTo>
                  <a:cubicBezTo>
                    <a:pt x="87" y="643"/>
                    <a:pt x="86" y="659"/>
                    <a:pt x="84" y="670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3" y="682"/>
                    <a:pt x="84" y="682"/>
                    <a:pt x="84" y="681"/>
                  </a:cubicBezTo>
                  <a:cubicBezTo>
                    <a:pt x="86" y="670"/>
                    <a:pt x="86" y="670"/>
                    <a:pt x="86" y="670"/>
                  </a:cubicBezTo>
                  <a:cubicBezTo>
                    <a:pt x="87" y="658"/>
                    <a:pt x="90" y="644"/>
                    <a:pt x="102" y="617"/>
                  </a:cubicBezTo>
                  <a:cubicBezTo>
                    <a:pt x="111" y="596"/>
                    <a:pt x="115" y="583"/>
                    <a:pt x="117" y="558"/>
                  </a:cubicBezTo>
                  <a:cubicBezTo>
                    <a:pt x="118" y="547"/>
                    <a:pt x="123" y="530"/>
                    <a:pt x="127" y="511"/>
                  </a:cubicBezTo>
                  <a:cubicBezTo>
                    <a:pt x="132" y="489"/>
                    <a:pt x="138" y="467"/>
                    <a:pt x="138" y="453"/>
                  </a:cubicBezTo>
                  <a:cubicBezTo>
                    <a:pt x="139" y="441"/>
                    <a:pt x="141" y="417"/>
                    <a:pt x="143" y="392"/>
                  </a:cubicBezTo>
                  <a:cubicBezTo>
                    <a:pt x="143" y="388"/>
                    <a:pt x="144" y="384"/>
                    <a:pt x="144" y="380"/>
                  </a:cubicBezTo>
                  <a:cubicBezTo>
                    <a:pt x="144" y="380"/>
                    <a:pt x="144" y="380"/>
                    <a:pt x="144" y="380"/>
                  </a:cubicBezTo>
                  <a:cubicBezTo>
                    <a:pt x="144" y="380"/>
                    <a:pt x="146" y="365"/>
                    <a:pt x="145" y="365"/>
                  </a:cubicBezTo>
                  <a:cubicBezTo>
                    <a:pt x="147" y="346"/>
                    <a:pt x="148" y="329"/>
                    <a:pt x="149" y="318"/>
                  </a:cubicBezTo>
                  <a:cubicBezTo>
                    <a:pt x="152" y="262"/>
                    <a:pt x="184" y="182"/>
                    <a:pt x="214" y="172"/>
                  </a:cubicBezTo>
                  <a:cubicBezTo>
                    <a:pt x="217" y="171"/>
                    <a:pt x="220" y="170"/>
                    <a:pt x="224" y="168"/>
                  </a:cubicBezTo>
                  <a:cubicBezTo>
                    <a:pt x="214" y="180"/>
                    <a:pt x="201" y="209"/>
                    <a:pt x="194" y="238"/>
                  </a:cubicBezTo>
                  <a:cubicBezTo>
                    <a:pt x="180" y="259"/>
                    <a:pt x="168" y="290"/>
                    <a:pt x="166" y="333"/>
                  </a:cubicBezTo>
                  <a:cubicBezTo>
                    <a:pt x="165" y="346"/>
                    <a:pt x="165" y="346"/>
                    <a:pt x="165" y="346"/>
                  </a:cubicBezTo>
                  <a:cubicBezTo>
                    <a:pt x="163" y="382"/>
                    <a:pt x="160" y="441"/>
                    <a:pt x="152" y="482"/>
                  </a:cubicBezTo>
                  <a:cubicBezTo>
                    <a:pt x="150" y="496"/>
                    <a:pt x="148" y="515"/>
                    <a:pt x="146" y="535"/>
                  </a:cubicBezTo>
                  <a:cubicBezTo>
                    <a:pt x="142" y="580"/>
                    <a:pt x="137" y="635"/>
                    <a:pt x="120" y="670"/>
                  </a:cubicBezTo>
                  <a:cubicBezTo>
                    <a:pt x="117" y="677"/>
                    <a:pt x="113" y="685"/>
                    <a:pt x="110" y="693"/>
                  </a:cubicBezTo>
                  <a:cubicBezTo>
                    <a:pt x="110" y="693"/>
                    <a:pt x="109" y="694"/>
                    <a:pt x="109" y="694"/>
                  </a:cubicBezTo>
                  <a:cubicBezTo>
                    <a:pt x="89" y="753"/>
                    <a:pt x="77" y="849"/>
                    <a:pt x="75" y="887"/>
                  </a:cubicBezTo>
                  <a:cubicBezTo>
                    <a:pt x="73" y="897"/>
                    <a:pt x="73" y="908"/>
                    <a:pt x="73" y="918"/>
                  </a:cubicBezTo>
                  <a:cubicBezTo>
                    <a:pt x="74" y="929"/>
                    <a:pt x="74" y="939"/>
                    <a:pt x="72" y="950"/>
                  </a:cubicBezTo>
                  <a:cubicBezTo>
                    <a:pt x="67" y="970"/>
                    <a:pt x="55" y="982"/>
                    <a:pt x="41" y="994"/>
                  </a:cubicBezTo>
                  <a:cubicBezTo>
                    <a:pt x="36" y="999"/>
                    <a:pt x="31" y="1004"/>
                    <a:pt x="26" y="1009"/>
                  </a:cubicBezTo>
                  <a:cubicBezTo>
                    <a:pt x="26" y="1010"/>
                    <a:pt x="26" y="1011"/>
                    <a:pt x="26" y="1012"/>
                  </a:cubicBezTo>
                  <a:cubicBezTo>
                    <a:pt x="27" y="1012"/>
                    <a:pt x="28" y="1012"/>
                    <a:pt x="28" y="1011"/>
                  </a:cubicBezTo>
                  <a:cubicBezTo>
                    <a:pt x="33" y="1006"/>
                    <a:pt x="38" y="1001"/>
                    <a:pt x="43" y="996"/>
                  </a:cubicBezTo>
                  <a:cubicBezTo>
                    <a:pt x="57" y="984"/>
                    <a:pt x="70" y="972"/>
                    <a:pt x="74" y="951"/>
                  </a:cubicBezTo>
                  <a:cubicBezTo>
                    <a:pt x="77" y="940"/>
                    <a:pt x="77" y="929"/>
                    <a:pt x="76" y="918"/>
                  </a:cubicBezTo>
                  <a:cubicBezTo>
                    <a:pt x="76" y="907"/>
                    <a:pt x="76" y="897"/>
                    <a:pt x="78" y="887"/>
                  </a:cubicBezTo>
                  <a:cubicBezTo>
                    <a:pt x="80" y="853"/>
                    <a:pt x="90" y="770"/>
                    <a:pt x="107" y="711"/>
                  </a:cubicBezTo>
                  <a:cubicBezTo>
                    <a:pt x="106" y="721"/>
                    <a:pt x="106" y="730"/>
                    <a:pt x="106" y="738"/>
                  </a:cubicBezTo>
                  <a:cubicBezTo>
                    <a:pt x="106" y="751"/>
                    <a:pt x="106" y="763"/>
                    <a:pt x="104" y="775"/>
                  </a:cubicBezTo>
                  <a:cubicBezTo>
                    <a:pt x="104" y="776"/>
                    <a:pt x="104" y="777"/>
                    <a:pt x="105" y="777"/>
                  </a:cubicBezTo>
                  <a:cubicBezTo>
                    <a:pt x="106" y="777"/>
                    <a:pt x="107" y="777"/>
                    <a:pt x="107" y="776"/>
                  </a:cubicBezTo>
                  <a:cubicBezTo>
                    <a:pt x="109" y="763"/>
                    <a:pt x="109" y="751"/>
                    <a:pt x="109" y="738"/>
                  </a:cubicBezTo>
                  <a:cubicBezTo>
                    <a:pt x="109" y="725"/>
                    <a:pt x="109" y="712"/>
                    <a:pt x="112" y="696"/>
                  </a:cubicBezTo>
                  <a:cubicBezTo>
                    <a:pt x="112" y="696"/>
                    <a:pt x="112" y="696"/>
                    <a:pt x="112" y="696"/>
                  </a:cubicBezTo>
                  <a:cubicBezTo>
                    <a:pt x="115" y="687"/>
                    <a:pt x="119" y="679"/>
                    <a:pt x="123" y="671"/>
                  </a:cubicBezTo>
                  <a:cubicBezTo>
                    <a:pt x="130" y="656"/>
                    <a:pt x="135" y="638"/>
                    <a:pt x="139" y="618"/>
                  </a:cubicBezTo>
                  <a:cubicBezTo>
                    <a:pt x="139" y="621"/>
                    <a:pt x="140" y="624"/>
                    <a:pt x="140" y="628"/>
                  </a:cubicBezTo>
                  <a:cubicBezTo>
                    <a:pt x="142" y="633"/>
                    <a:pt x="143" y="639"/>
                    <a:pt x="143" y="646"/>
                  </a:cubicBezTo>
                  <a:cubicBezTo>
                    <a:pt x="144" y="655"/>
                    <a:pt x="144" y="664"/>
                    <a:pt x="143" y="674"/>
                  </a:cubicBezTo>
                  <a:cubicBezTo>
                    <a:pt x="143" y="681"/>
                    <a:pt x="143" y="688"/>
                    <a:pt x="143" y="696"/>
                  </a:cubicBezTo>
                  <a:cubicBezTo>
                    <a:pt x="143" y="696"/>
                    <a:pt x="143" y="696"/>
                    <a:pt x="143" y="696"/>
                  </a:cubicBezTo>
                  <a:cubicBezTo>
                    <a:pt x="135" y="727"/>
                    <a:pt x="127" y="772"/>
                    <a:pt x="118" y="817"/>
                  </a:cubicBezTo>
                  <a:cubicBezTo>
                    <a:pt x="106" y="874"/>
                    <a:pt x="94" y="933"/>
                    <a:pt x="85" y="970"/>
                  </a:cubicBezTo>
                  <a:cubicBezTo>
                    <a:pt x="85" y="970"/>
                    <a:pt x="85" y="970"/>
                    <a:pt x="85" y="970"/>
                  </a:cubicBezTo>
                  <a:cubicBezTo>
                    <a:pt x="79" y="989"/>
                    <a:pt x="79" y="989"/>
                    <a:pt x="79" y="989"/>
                  </a:cubicBezTo>
                  <a:cubicBezTo>
                    <a:pt x="71" y="1004"/>
                    <a:pt x="60" y="1013"/>
                    <a:pt x="48" y="1023"/>
                  </a:cubicBezTo>
                  <a:cubicBezTo>
                    <a:pt x="42" y="1029"/>
                    <a:pt x="35" y="1034"/>
                    <a:pt x="30" y="1040"/>
                  </a:cubicBezTo>
                  <a:cubicBezTo>
                    <a:pt x="16" y="1057"/>
                    <a:pt x="9" y="1075"/>
                    <a:pt x="4" y="1090"/>
                  </a:cubicBezTo>
                  <a:cubicBezTo>
                    <a:pt x="0" y="1100"/>
                    <a:pt x="0" y="1100"/>
                    <a:pt x="0" y="1100"/>
                  </a:cubicBezTo>
                  <a:cubicBezTo>
                    <a:pt x="0" y="1101"/>
                    <a:pt x="0" y="1102"/>
                    <a:pt x="1" y="1102"/>
                  </a:cubicBezTo>
                  <a:cubicBezTo>
                    <a:pt x="2" y="1102"/>
                    <a:pt x="3" y="1102"/>
                    <a:pt x="3" y="1101"/>
                  </a:cubicBezTo>
                  <a:cubicBezTo>
                    <a:pt x="7" y="1091"/>
                    <a:pt x="7" y="1091"/>
                    <a:pt x="7" y="1091"/>
                  </a:cubicBezTo>
                  <a:cubicBezTo>
                    <a:pt x="12" y="1077"/>
                    <a:pt x="19" y="1058"/>
                    <a:pt x="32" y="1042"/>
                  </a:cubicBezTo>
                  <a:cubicBezTo>
                    <a:pt x="37" y="1036"/>
                    <a:pt x="44" y="1031"/>
                    <a:pt x="50" y="1025"/>
                  </a:cubicBezTo>
                  <a:cubicBezTo>
                    <a:pt x="59" y="1018"/>
                    <a:pt x="69" y="1010"/>
                    <a:pt x="76" y="999"/>
                  </a:cubicBezTo>
                  <a:cubicBezTo>
                    <a:pt x="73" y="1010"/>
                    <a:pt x="71" y="1020"/>
                    <a:pt x="68" y="1030"/>
                  </a:cubicBezTo>
                  <a:cubicBezTo>
                    <a:pt x="68" y="1031"/>
                    <a:pt x="68" y="1031"/>
                    <a:pt x="68" y="1031"/>
                  </a:cubicBezTo>
                  <a:cubicBezTo>
                    <a:pt x="68" y="1033"/>
                    <a:pt x="68" y="1033"/>
                    <a:pt x="68" y="1033"/>
                  </a:cubicBezTo>
                  <a:cubicBezTo>
                    <a:pt x="63" y="1057"/>
                    <a:pt x="60" y="1080"/>
                    <a:pt x="59" y="1104"/>
                  </a:cubicBezTo>
                  <a:cubicBezTo>
                    <a:pt x="59" y="1112"/>
                    <a:pt x="62" y="1129"/>
                    <a:pt x="64" y="1146"/>
                  </a:cubicBezTo>
                  <a:cubicBezTo>
                    <a:pt x="66" y="1160"/>
                    <a:pt x="68" y="1173"/>
                    <a:pt x="68" y="1180"/>
                  </a:cubicBezTo>
                  <a:cubicBezTo>
                    <a:pt x="68" y="1181"/>
                    <a:pt x="69" y="1181"/>
                    <a:pt x="70" y="1181"/>
                  </a:cubicBezTo>
                  <a:cubicBezTo>
                    <a:pt x="71" y="1181"/>
                    <a:pt x="71" y="1181"/>
                    <a:pt x="71" y="1180"/>
                  </a:cubicBezTo>
                  <a:cubicBezTo>
                    <a:pt x="71" y="1172"/>
                    <a:pt x="69" y="1160"/>
                    <a:pt x="67" y="1146"/>
                  </a:cubicBezTo>
                  <a:cubicBezTo>
                    <a:pt x="65" y="1129"/>
                    <a:pt x="62" y="1112"/>
                    <a:pt x="62" y="1104"/>
                  </a:cubicBezTo>
                  <a:cubicBezTo>
                    <a:pt x="63" y="1089"/>
                    <a:pt x="64" y="1075"/>
                    <a:pt x="66" y="1060"/>
                  </a:cubicBezTo>
                  <a:cubicBezTo>
                    <a:pt x="66" y="1061"/>
                    <a:pt x="66" y="1062"/>
                    <a:pt x="66" y="1064"/>
                  </a:cubicBezTo>
                  <a:cubicBezTo>
                    <a:pt x="66" y="1070"/>
                    <a:pt x="67" y="1075"/>
                    <a:pt x="69" y="1081"/>
                  </a:cubicBezTo>
                  <a:cubicBezTo>
                    <a:pt x="69" y="1081"/>
                    <a:pt x="69" y="1082"/>
                    <a:pt x="69" y="1082"/>
                  </a:cubicBezTo>
                  <a:cubicBezTo>
                    <a:pt x="69" y="1082"/>
                    <a:pt x="69" y="1082"/>
                    <a:pt x="69" y="1083"/>
                  </a:cubicBezTo>
                  <a:cubicBezTo>
                    <a:pt x="70" y="1085"/>
                    <a:pt x="70" y="1088"/>
                    <a:pt x="71" y="1091"/>
                  </a:cubicBezTo>
                  <a:cubicBezTo>
                    <a:pt x="72" y="1096"/>
                    <a:pt x="74" y="1102"/>
                    <a:pt x="75" y="1108"/>
                  </a:cubicBezTo>
                  <a:cubicBezTo>
                    <a:pt x="77" y="1121"/>
                    <a:pt x="80" y="1131"/>
                    <a:pt x="83" y="1143"/>
                  </a:cubicBezTo>
                  <a:cubicBezTo>
                    <a:pt x="85" y="1149"/>
                    <a:pt x="85" y="1149"/>
                    <a:pt x="85" y="1149"/>
                  </a:cubicBezTo>
                  <a:cubicBezTo>
                    <a:pt x="86" y="1153"/>
                    <a:pt x="86" y="1157"/>
                    <a:pt x="86" y="1162"/>
                  </a:cubicBezTo>
                  <a:cubicBezTo>
                    <a:pt x="86" y="1162"/>
                    <a:pt x="86" y="1162"/>
                    <a:pt x="86" y="1162"/>
                  </a:cubicBezTo>
                  <a:cubicBezTo>
                    <a:pt x="86" y="1162"/>
                    <a:pt x="86" y="1163"/>
                    <a:pt x="86" y="1163"/>
                  </a:cubicBezTo>
                  <a:cubicBezTo>
                    <a:pt x="86" y="1164"/>
                    <a:pt x="86" y="1164"/>
                    <a:pt x="86" y="1165"/>
                  </a:cubicBezTo>
                  <a:cubicBezTo>
                    <a:pt x="86" y="1172"/>
                    <a:pt x="86" y="1178"/>
                    <a:pt x="89" y="1183"/>
                  </a:cubicBezTo>
                  <a:cubicBezTo>
                    <a:pt x="89" y="1184"/>
                    <a:pt x="90" y="1184"/>
                    <a:pt x="91" y="1184"/>
                  </a:cubicBezTo>
                  <a:cubicBezTo>
                    <a:pt x="91" y="1183"/>
                    <a:pt x="92" y="1183"/>
                    <a:pt x="91" y="1182"/>
                  </a:cubicBezTo>
                  <a:cubicBezTo>
                    <a:pt x="89" y="1177"/>
                    <a:pt x="89" y="1171"/>
                    <a:pt x="89" y="1165"/>
                  </a:cubicBezTo>
                  <a:cubicBezTo>
                    <a:pt x="89" y="1164"/>
                    <a:pt x="89" y="1163"/>
                    <a:pt x="89" y="1162"/>
                  </a:cubicBezTo>
                  <a:cubicBezTo>
                    <a:pt x="93" y="1151"/>
                    <a:pt x="93" y="1151"/>
                    <a:pt x="93" y="1151"/>
                  </a:cubicBezTo>
                  <a:cubicBezTo>
                    <a:pt x="95" y="1143"/>
                    <a:pt x="97" y="1135"/>
                    <a:pt x="102" y="1130"/>
                  </a:cubicBezTo>
                  <a:cubicBezTo>
                    <a:pt x="102" y="1131"/>
                    <a:pt x="102" y="1133"/>
                    <a:pt x="102" y="1135"/>
                  </a:cubicBezTo>
                  <a:cubicBezTo>
                    <a:pt x="103" y="1160"/>
                    <a:pt x="103" y="1170"/>
                    <a:pt x="102" y="1176"/>
                  </a:cubicBezTo>
                  <a:cubicBezTo>
                    <a:pt x="102" y="1177"/>
                    <a:pt x="103" y="1178"/>
                    <a:pt x="104" y="1178"/>
                  </a:cubicBezTo>
                  <a:cubicBezTo>
                    <a:pt x="105" y="1178"/>
                    <a:pt x="105" y="1177"/>
                    <a:pt x="105" y="1176"/>
                  </a:cubicBezTo>
                  <a:cubicBezTo>
                    <a:pt x="106" y="1170"/>
                    <a:pt x="106" y="1160"/>
                    <a:pt x="105" y="1135"/>
                  </a:cubicBezTo>
                  <a:cubicBezTo>
                    <a:pt x="105" y="1122"/>
                    <a:pt x="109" y="1109"/>
                    <a:pt x="112" y="1097"/>
                  </a:cubicBezTo>
                  <a:cubicBezTo>
                    <a:pt x="114" y="1093"/>
                    <a:pt x="115" y="1088"/>
                    <a:pt x="117" y="1083"/>
                  </a:cubicBezTo>
                  <a:cubicBezTo>
                    <a:pt x="118" y="1080"/>
                    <a:pt x="119" y="1077"/>
                    <a:pt x="119" y="1075"/>
                  </a:cubicBezTo>
                  <a:cubicBezTo>
                    <a:pt x="120" y="1079"/>
                    <a:pt x="122" y="1084"/>
                    <a:pt x="123" y="1090"/>
                  </a:cubicBezTo>
                  <a:cubicBezTo>
                    <a:pt x="123" y="1090"/>
                    <a:pt x="123" y="1090"/>
                    <a:pt x="123" y="1090"/>
                  </a:cubicBezTo>
                  <a:cubicBezTo>
                    <a:pt x="123" y="1090"/>
                    <a:pt x="123" y="1090"/>
                    <a:pt x="123" y="1090"/>
                  </a:cubicBezTo>
                  <a:cubicBezTo>
                    <a:pt x="124" y="1092"/>
                    <a:pt x="124" y="1094"/>
                    <a:pt x="125" y="1096"/>
                  </a:cubicBezTo>
                  <a:cubicBezTo>
                    <a:pt x="127" y="1107"/>
                    <a:pt x="124" y="1119"/>
                    <a:pt x="121" y="1130"/>
                  </a:cubicBezTo>
                  <a:cubicBezTo>
                    <a:pt x="118" y="1144"/>
                    <a:pt x="114" y="1158"/>
                    <a:pt x="118" y="1170"/>
                  </a:cubicBezTo>
                  <a:cubicBezTo>
                    <a:pt x="118" y="1170"/>
                    <a:pt x="119" y="1171"/>
                    <a:pt x="120" y="1171"/>
                  </a:cubicBezTo>
                  <a:cubicBezTo>
                    <a:pt x="121" y="1170"/>
                    <a:pt x="121" y="1169"/>
                    <a:pt x="121" y="1169"/>
                  </a:cubicBezTo>
                  <a:cubicBezTo>
                    <a:pt x="117" y="1157"/>
                    <a:pt x="121" y="1144"/>
                    <a:pt x="124" y="1131"/>
                  </a:cubicBezTo>
                  <a:cubicBezTo>
                    <a:pt x="126" y="1124"/>
                    <a:pt x="127" y="1117"/>
                    <a:pt x="128" y="1109"/>
                  </a:cubicBezTo>
                  <a:cubicBezTo>
                    <a:pt x="133" y="1129"/>
                    <a:pt x="136" y="1147"/>
                    <a:pt x="134" y="1157"/>
                  </a:cubicBezTo>
                  <a:cubicBezTo>
                    <a:pt x="134" y="1158"/>
                    <a:pt x="134" y="1158"/>
                    <a:pt x="135" y="1159"/>
                  </a:cubicBezTo>
                  <a:cubicBezTo>
                    <a:pt x="136" y="1159"/>
                    <a:pt x="137" y="1158"/>
                    <a:pt x="137" y="1157"/>
                  </a:cubicBezTo>
                  <a:cubicBezTo>
                    <a:pt x="139" y="1145"/>
                    <a:pt x="134" y="1119"/>
                    <a:pt x="128" y="1096"/>
                  </a:cubicBezTo>
                  <a:cubicBezTo>
                    <a:pt x="128" y="1094"/>
                    <a:pt x="127" y="1091"/>
                    <a:pt x="126" y="1089"/>
                  </a:cubicBezTo>
                  <a:cubicBezTo>
                    <a:pt x="125" y="1083"/>
                    <a:pt x="123" y="1077"/>
                    <a:pt x="122" y="1072"/>
                  </a:cubicBezTo>
                  <a:cubicBezTo>
                    <a:pt x="122" y="1072"/>
                    <a:pt x="121" y="1072"/>
                    <a:pt x="121" y="1072"/>
                  </a:cubicBezTo>
                  <a:cubicBezTo>
                    <a:pt x="121" y="1072"/>
                    <a:pt x="121" y="1072"/>
                    <a:pt x="121" y="1072"/>
                  </a:cubicBezTo>
                  <a:cubicBezTo>
                    <a:pt x="129" y="1068"/>
                    <a:pt x="132" y="1060"/>
                    <a:pt x="135" y="1052"/>
                  </a:cubicBezTo>
                  <a:cubicBezTo>
                    <a:pt x="136" y="1049"/>
                    <a:pt x="136" y="1049"/>
                    <a:pt x="136" y="1049"/>
                  </a:cubicBezTo>
                  <a:cubicBezTo>
                    <a:pt x="136" y="1052"/>
                    <a:pt x="136" y="1054"/>
                    <a:pt x="136" y="1056"/>
                  </a:cubicBezTo>
                  <a:cubicBezTo>
                    <a:pt x="137" y="1062"/>
                    <a:pt x="140" y="1068"/>
                    <a:pt x="142" y="1073"/>
                  </a:cubicBezTo>
                  <a:cubicBezTo>
                    <a:pt x="145" y="1082"/>
                    <a:pt x="148" y="1091"/>
                    <a:pt x="147" y="1101"/>
                  </a:cubicBezTo>
                  <a:cubicBezTo>
                    <a:pt x="147" y="1102"/>
                    <a:pt x="148" y="1103"/>
                    <a:pt x="149" y="1103"/>
                  </a:cubicBezTo>
                  <a:cubicBezTo>
                    <a:pt x="149" y="1103"/>
                    <a:pt x="150" y="1102"/>
                    <a:pt x="150" y="1101"/>
                  </a:cubicBezTo>
                  <a:cubicBezTo>
                    <a:pt x="151" y="1091"/>
                    <a:pt x="147" y="1081"/>
                    <a:pt x="144" y="1072"/>
                  </a:cubicBezTo>
                  <a:cubicBezTo>
                    <a:pt x="142" y="1067"/>
                    <a:pt x="140" y="1061"/>
                    <a:pt x="139" y="1055"/>
                  </a:cubicBezTo>
                  <a:cubicBezTo>
                    <a:pt x="138" y="1048"/>
                    <a:pt x="138" y="1040"/>
                    <a:pt x="138" y="1033"/>
                  </a:cubicBezTo>
                  <a:cubicBezTo>
                    <a:pt x="138" y="1032"/>
                    <a:pt x="138" y="1032"/>
                    <a:pt x="138" y="1031"/>
                  </a:cubicBezTo>
                  <a:cubicBezTo>
                    <a:pt x="139" y="1034"/>
                    <a:pt x="140" y="1038"/>
                    <a:pt x="142" y="1040"/>
                  </a:cubicBezTo>
                  <a:cubicBezTo>
                    <a:pt x="144" y="1043"/>
                    <a:pt x="146" y="1046"/>
                    <a:pt x="149" y="1048"/>
                  </a:cubicBezTo>
                  <a:cubicBezTo>
                    <a:pt x="153" y="1052"/>
                    <a:pt x="156" y="1055"/>
                    <a:pt x="156" y="1060"/>
                  </a:cubicBezTo>
                  <a:cubicBezTo>
                    <a:pt x="156" y="1061"/>
                    <a:pt x="157" y="1061"/>
                    <a:pt x="158" y="1061"/>
                  </a:cubicBezTo>
                  <a:cubicBezTo>
                    <a:pt x="159" y="1061"/>
                    <a:pt x="159" y="1061"/>
                    <a:pt x="159" y="1060"/>
                  </a:cubicBezTo>
                  <a:cubicBezTo>
                    <a:pt x="159" y="1053"/>
                    <a:pt x="155" y="1050"/>
                    <a:pt x="151" y="1046"/>
                  </a:cubicBezTo>
                  <a:cubicBezTo>
                    <a:pt x="149" y="1044"/>
                    <a:pt x="146" y="1042"/>
                    <a:pt x="144" y="1039"/>
                  </a:cubicBezTo>
                  <a:cubicBezTo>
                    <a:pt x="142" y="1034"/>
                    <a:pt x="141" y="1028"/>
                    <a:pt x="140" y="1022"/>
                  </a:cubicBezTo>
                  <a:cubicBezTo>
                    <a:pt x="138" y="1015"/>
                    <a:pt x="138" y="1015"/>
                    <a:pt x="138" y="1015"/>
                  </a:cubicBezTo>
                  <a:cubicBezTo>
                    <a:pt x="138" y="1015"/>
                    <a:pt x="138" y="1015"/>
                    <a:pt x="138" y="1015"/>
                  </a:cubicBezTo>
                  <a:cubicBezTo>
                    <a:pt x="138" y="1013"/>
                    <a:pt x="138" y="1011"/>
                    <a:pt x="137" y="1009"/>
                  </a:cubicBezTo>
                  <a:cubicBezTo>
                    <a:pt x="132" y="986"/>
                    <a:pt x="132" y="986"/>
                    <a:pt x="132" y="986"/>
                  </a:cubicBezTo>
                  <a:cubicBezTo>
                    <a:pt x="129" y="975"/>
                    <a:pt x="126" y="964"/>
                    <a:pt x="124" y="953"/>
                  </a:cubicBezTo>
                  <a:cubicBezTo>
                    <a:pt x="124" y="948"/>
                    <a:pt x="125" y="944"/>
                    <a:pt x="126" y="940"/>
                  </a:cubicBezTo>
                  <a:cubicBezTo>
                    <a:pt x="128" y="935"/>
                    <a:pt x="129" y="931"/>
                    <a:pt x="127" y="925"/>
                  </a:cubicBezTo>
                  <a:cubicBezTo>
                    <a:pt x="127" y="924"/>
                    <a:pt x="127" y="924"/>
                    <a:pt x="127" y="924"/>
                  </a:cubicBezTo>
                  <a:cubicBezTo>
                    <a:pt x="128" y="921"/>
                    <a:pt x="130" y="917"/>
                    <a:pt x="131" y="913"/>
                  </a:cubicBezTo>
                  <a:cubicBezTo>
                    <a:pt x="143" y="882"/>
                    <a:pt x="158" y="842"/>
                    <a:pt x="169" y="803"/>
                  </a:cubicBezTo>
                  <a:cubicBezTo>
                    <a:pt x="178" y="768"/>
                    <a:pt x="189" y="711"/>
                    <a:pt x="194" y="680"/>
                  </a:cubicBezTo>
                  <a:cubicBezTo>
                    <a:pt x="196" y="669"/>
                    <a:pt x="197" y="662"/>
                    <a:pt x="198" y="660"/>
                  </a:cubicBezTo>
                  <a:cubicBezTo>
                    <a:pt x="220" y="581"/>
                    <a:pt x="214" y="448"/>
                    <a:pt x="209" y="406"/>
                  </a:cubicBezTo>
                  <a:cubicBezTo>
                    <a:pt x="202" y="360"/>
                    <a:pt x="210" y="320"/>
                    <a:pt x="233" y="270"/>
                  </a:cubicBezTo>
                  <a:cubicBezTo>
                    <a:pt x="238" y="260"/>
                    <a:pt x="252" y="231"/>
                    <a:pt x="263" y="223"/>
                  </a:cubicBezTo>
                  <a:cubicBezTo>
                    <a:pt x="264" y="222"/>
                    <a:pt x="264" y="222"/>
                    <a:pt x="265" y="221"/>
                  </a:cubicBezTo>
                  <a:cubicBezTo>
                    <a:pt x="284" y="216"/>
                    <a:pt x="328" y="166"/>
                    <a:pt x="335" y="154"/>
                  </a:cubicBezTo>
                  <a:cubicBezTo>
                    <a:pt x="339" y="149"/>
                    <a:pt x="349" y="140"/>
                    <a:pt x="360" y="132"/>
                  </a:cubicBezTo>
                  <a:cubicBezTo>
                    <a:pt x="360" y="132"/>
                    <a:pt x="361" y="132"/>
                    <a:pt x="361" y="132"/>
                  </a:cubicBezTo>
                  <a:cubicBezTo>
                    <a:pt x="371" y="126"/>
                    <a:pt x="400" y="127"/>
                    <a:pt x="422" y="128"/>
                  </a:cubicBezTo>
                  <a:cubicBezTo>
                    <a:pt x="434" y="128"/>
                    <a:pt x="444" y="129"/>
                    <a:pt x="449" y="128"/>
                  </a:cubicBezTo>
                  <a:cubicBezTo>
                    <a:pt x="450" y="128"/>
                    <a:pt x="450" y="127"/>
                    <a:pt x="450" y="126"/>
                  </a:cubicBezTo>
                  <a:close/>
                  <a:moveTo>
                    <a:pt x="359" y="112"/>
                  </a:moveTo>
                  <a:cubicBezTo>
                    <a:pt x="356" y="115"/>
                    <a:pt x="352" y="118"/>
                    <a:pt x="349" y="120"/>
                  </a:cubicBezTo>
                  <a:cubicBezTo>
                    <a:pt x="338" y="128"/>
                    <a:pt x="328" y="136"/>
                    <a:pt x="319" y="143"/>
                  </a:cubicBezTo>
                  <a:cubicBezTo>
                    <a:pt x="325" y="136"/>
                    <a:pt x="333" y="126"/>
                    <a:pt x="339" y="118"/>
                  </a:cubicBezTo>
                  <a:cubicBezTo>
                    <a:pt x="346" y="115"/>
                    <a:pt x="354" y="113"/>
                    <a:pt x="359" y="112"/>
                  </a:cubicBezTo>
                  <a:close/>
                  <a:moveTo>
                    <a:pt x="345" y="103"/>
                  </a:moveTo>
                  <a:cubicBezTo>
                    <a:pt x="343" y="106"/>
                    <a:pt x="340" y="111"/>
                    <a:pt x="337" y="115"/>
                  </a:cubicBezTo>
                  <a:cubicBezTo>
                    <a:pt x="337" y="115"/>
                    <a:pt x="336" y="116"/>
                    <a:pt x="336" y="116"/>
                  </a:cubicBezTo>
                  <a:cubicBezTo>
                    <a:pt x="335" y="116"/>
                    <a:pt x="335" y="117"/>
                    <a:pt x="335" y="118"/>
                  </a:cubicBezTo>
                  <a:cubicBezTo>
                    <a:pt x="335" y="117"/>
                    <a:pt x="334" y="117"/>
                    <a:pt x="333" y="117"/>
                  </a:cubicBezTo>
                  <a:cubicBezTo>
                    <a:pt x="327" y="120"/>
                    <a:pt x="314" y="125"/>
                    <a:pt x="303" y="128"/>
                  </a:cubicBezTo>
                  <a:cubicBezTo>
                    <a:pt x="318" y="120"/>
                    <a:pt x="332" y="111"/>
                    <a:pt x="345" y="103"/>
                  </a:cubicBezTo>
                  <a:close/>
                  <a:moveTo>
                    <a:pt x="230" y="166"/>
                  </a:moveTo>
                  <a:cubicBezTo>
                    <a:pt x="230" y="166"/>
                    <a:pt x="230" y="166"/>
                    <a:pt x="230" y="165"/>
                  </a:cubicBezTo>
                  <a:cubicBezTo>
                    <a:pt x="246" y="158"/>
                    <a:pt x="268" y="147"/>
                    <a:pt x="290" y="135"/>
                  </a:cubicBezTo>
                  <a:cubicBezTo>
                    <a:pt x="298" y="133"/>
                    <a:pt x="322" y="126"/>
                    <a:pt x="333" y="120"/>
                  </a:cubicBezTo>
                  <a:cubicBezTo>
                    <a:pt x="324" y="132"/>
                    <a:pt x="314" y="146"/>
                    <a:pt x="308" y="152"/>
                  </a:cubicBezTo>
                  <a:cubicBezTo>
                    <a:pt x="307" y="152"/>
                    <a:pt x="307" y="152"/>
                    <a:pt x="307" y="152"/>
                  </a:cubicBezTo>
                  <a:cubicBezTo>
                    <a:pt x="298" y="159"/>
                    <a:pt x="290" y="165"/>
                    <a:pt x="284" y="168"/>
                  </a:cubicBezTo>
                  <a:cubicBezTo>
                    <a:pt x="270" y="177"/>
                    <a:pt x="258" y="184"/>
                    <a:pt x="249" y="189"/>
                  </a:cubicBezTo>
                  <a:cubicBezTo>
                    <a:pt x="243" y="193"/>
                    <a:pt x="238" y="195"/>
                    <a:pt x="235" y="198"/>
                  </a:cubicBezTo>
                  <a:cubicBezTo>
                    <a:pt x="230" y="200"/>
                    <a:pt x="214" y="210"/>
                    <a:pt x="199" y="230"/>
                  </a:cubicBezTo>
                  <a:cubicBezTo>
                    <a:pt x="208" y="200"/>
                    <a:pt x="221" y="173"/>
                    <a:pt x="230" y="166"/>
                  </a:cubicBezTo>
                  <a:close/>
                  <a:moveTo>
                    <a:pt x="197" y="239"/>
                  </a:moveTo>
                  <a:cubicBezTo>
                    <a:pt x="213" y="214"/>
                    <a:pt x="231" y="203"/>
                    <a:pt x="236" y="200"/>
                  </a:cubicBezTo>
                  <a:cubicBezTo>
                    <a:pt x="240" y="198"/>
                    <a:pt x="245" y="195"/>
                    <a:pt x="251" y="192"/>
                  </a:cubicBezTo>
                  <a:cubicBezTo>
                    <a:pt x="257" y="188"/>
                    <a:pt x="264" y="184"/>
                    <a:pt x="272" y="180"/>
                  </a:cubicBezTo>
                  <a:cubicBezTo>
                    <a:pt x="265" y="189"/>
                    <a:pt x="265" y="189"/>
                    <a:pt x="265" y="189"/>
                  </a:cubicBezTo>
                  <a:cubicBezTo>
                    <a:pt x="261" y="195"/>
                    <a:pt x="257" y="201"/>
                    <a:pt x="252" y="207"/>
                  </a:cubicBezTo>
                  <a:cubicBezTo>
                    <a:pt x="245" y="214"/>
                    <a:pt x="245" y="214"/>
                    <a:pt x="245" y="214"/>
                  </a:cubicBezTo>
                  <a:cubicBezTo>
                    <a:pt x="235" y="224"/>
                    <a:pt x="222" y="236"/>
                    <a:pt x="223" y="251"/>
                  </a:cubicBezTo>
                  <a:cubicBezTo>
                    <a:pt x="218" y="257"/>
                    <a:pt x="213" y="263"/>
                    <a:pt x="209" y="270"/>
                  </a:cubicBezTo>
                  <a:cubicBezTo>
                    <a:pt x="201" y="281"/>
                    <a:pt x="195" y="290"/>
                    <a:pt x="191" y="299"/>
                  </a:cubicBezTo>
                  <a:cubicBezTo>
                    <a:pt x="188" y="282"/>
                    <a:pt x="191" y="260"/>
                    <a:pt x="197" y="239"/>
                  </a:cubicBezTo>
                  <a:close/>
                  <a:moveTo>
                    <a:pt x="143" y="627"/>
                  </a:moveTo>
                  <a:cubicBezTo>
                    <a:pt x="142" y="621"/>
                    <a:pt x="141" y="615"/>
                    <a:pt x="141" y="609"/>
                  </a:cubicBezTo>
                  <a:cubicBezTo>
                    <a:pt x="141" y="609"/>
                    <a:pt x="141" y="609"/>
                    <a:pt x="141" y="608"/>
                  </a:cubicBezTo>
                  <a:cubicBezTo>
                    <a:pt x="145" y="584"/>
                    <a:pt x="147" y="558"/>
                    <a:pt x="149" y="535"/>
                  </a:cubicBezTo>
                  <a:cubicBezTo>
                    <a:pt x="151" y="515"/>
                    <a:pt x="153" y="497"/>
                    <a:pt x="155" y="483"/>
                  </a:cubicBezTo>
                  <a:cubicBezTo>
                    <a:pt x="163" y="441"/>
                    <a:pt x="166" y="382"/>
                    <a:pt x="168" y="347"/>
                  </a:cubicBezTo>
                  <a:cubicBezTo>
                    <a:pt x="169" y="333"/>
                    <a:pt x="169" y="333"/>
                    <a:pt x="169" y="333"/>
                  </a:cubicBezTo>
                  <a:cubicBezTo>
                    <a:pt x="171" y="296"/>
                    <a:pt x="180" y="268"/>
                    <a:pt x="192" y="248"/>
                  </a:cubicBezTo>
                  <a:cubicBezTo>
                    <a:pt x="187" y="268"/>
                    <a:pt x="185" y="289"/>
                    <a:pt x="189" y="304"/>
                  </a:cubicBezTo>
                  <a:cubicBezTo>
                    <a:pt x="183" y="319"/>
                    <a:pt x="179" y="338"/>
                    <a:pt x="176" y="377"/>
                  </a:cubicBezTo>
                  <a:cubicBezTo>
                    <a:pt x="175" y="394"/>
                    <a:pt x="174" y="419"/>
                    <a:pt x="173" y="447"/>
                  </a:cubicBezTo>
                  <a:cubicBezTo>
                    <a:pt x="170" y="521"/>
                    <a:pt x="166" y="622"/>
                    <a:pt x="152" y="663"/>
                  </a:cubicBezTo>
                  <a:cubicBezTo>
                    <a:pt x="150" y="669"/>
                    <a:pt x="148" y="676"/>
                    <a:pt x="146" y="684"/>
                  </a:cubicBezTo>
                  <a:cubicBezTo>
                    <a:pt x="146" y="681"/>
                    <a:pt x="146" y="677"/>
                    <a:pt x="146" y="674"/>
                  </a:cubicBezTo>
                  <a:cubicBezTo>
                    <a:pt x="147" y="664"/>
                    <a:pt x="147" y="655"/>
                    <a:pt x="146" y="645"/>
                  </a:cubicBezTo>
                  <a:cubicBezTo>
                    <a:pt x="146" y="639"/>
                    <a:pt x="144" y="633"/>
                    <a:pt x="143" y="627"/>
                  </a:cubicBezTo>
                  <a:close/>
                  <a:moveTo>
                    <a:pt x="86" y="972"/>
                  </a:moveTo>
                  <a:cubicBezTo>
                    <a:pt x="86" y="972"/>
                    <a:pt x="86" y="972"/>
                    <a:pt x="86" y="972"/>
                  </a:cubicBezTo>
                  <a:cubicBezTo>
                    <a:pt x="85" y="972"/>
                    <a:pt x="85" y="972"/>
                    <a:pt x="85" y="972"/>
                  </a:cubicBezTo>
                  <a:cubicBezTo>
                    <a:pt x="85" y="972"/>
                    <a:pt x="85" y="972"/>
                    <a:pt x="86" y="972"/>
                  </a:cubicBezTo>
                  <a:close/>
                  <a:moveTo>
                    <a:pt x="85" y="971"/>
                  </a:moveTo>
                  <a:cubicBezTo>
                    <a:pt x="85" y="971"/>
                    <a:pt x="84" y="970"/>
                    <a:pt x="85" y="970"/>
                  </a:cubicBezTo>
                  <a:cubicBezTo>
                    <a:pt x="84" y="970"/>
                    <a:pt x="85" y="971"/>
                    <a:pt x="85" y="971"/>
                  </a:cubicBezTo>
                  <a:close/>
                  <a:moveTo>
                    <a:pt x="112" y="1088"/>
                  </a:moveTo>
                  <a:cubicBezTo>
                    <a:pt x="109" y="1099"/>
                    <a:pt x="109" y="1099"/>
                    <a:pt x="109" y="1099"/>
                  </a:cubicBezTo>
                  <a:cubicBezTo>
                    <a:pt x="108" y="1100"/>
                    <a:pt x="108" y="1100"/>
                    <a:pt x="108" y="1100"/>
                  </a:cubicBezTo>
                  <a:cubicBezTo>
                    <a:pt x="106" y="1108"/>
                    <a:pt x="104" y="1116"/>
                    <a:pt x="103" y="1125"/>
                  </a:cubicBezTo>
                  <a:cubicBezTo>
                    <a:pt x="102" y="1125"/>
                    <a:pt x="102" y="1125"/>
                    <a:pt x="102" y="1125"/>
                  </a:cubicBezTo>
                  <a:cubicBezTo>
                    <a:pt x="95" y="1132"/>
                    <a:pt x="92" y="1141"/>
                    <a:pt x="90" y="1150"/>
                  </a:cubicBezTo>
                  <a:cubicBezTo>
                    <a:pt x="88" y="1154"/>
                    <a:pt x="88" y="1154"/>
                    <a:pt x="88" y="1154"/>
                  </a:cubicBezTo>
                  <a:cubicBezTo>
                    <a:pt x="88" y="1152"/>
                    <a:pt x="88" y="1150"/>
                    <a:pt x="87" y="1148"/>
                  </a:cubicBezTo>
                  <a:cubicBezTo>
                    <a:pt x="86" y="1142"/>
                    <a:pt x="86" y="1142"/>
                    <a:pt x="86" y="1142"/>
                  </a:cubicBezTo>
                  <a:cubicBezTo>
                    <a:pt x="83" y="1131"/>
                    <a:pt x="80" y="1120"/>
                    <a:pt x="78" y="1108"/>
                  </a:cubicBezTo>
                  <a:cubicBezTo>
                    <a:pt x="77" y="1102"/>
                    <a:pt x="75" y="1097"/>
                    <a:pt x="74" y="1091"/>
                  </a:cubicBezTo>
                  <a:cubicBezTo>
                    <a:pt x="76" y="1093"/>
                    <a:pt x="79" y="1095"/>
                    <a:pt x="82" y="1097"/>
                  </a:cubicBezTo>
                  <a:cubicBezTo>
                    <a:pt x="89" y="1100"/>
                    <a:pt x="97" y="1099"/>
                    <a:pt x="104" y="1095"/>
                  </a:cubicBezTo>
                  <a:cubicBezTo>
                    <a:pt x="107" y="1094"/>
                    <a:pt x="110" y="1090"/>
                    <a:pt x="113" y="1085"/>
                  </a:cubicBezTo>
                  <a:cubicBezTo>
                    <a:pt x="113" y="1086"/>
                    <a:pt x="112" y="1087"/>
                    <a:pt x="112" y="1088"/>
                  </a:cubicBezTo>
                  <a:close/>
                  <a:moveTo>
                    <a:pt x="123" y="939"/>
                  </a:moveTo>
                  <a:cubicBezTo>
                    <a:pt x="122" y="943"/>
                    <a:pt x="121" y="947"/>
                    <a:pt x="121" y="953"/>
                  </a:cubicBezTo>
                  <a:cubicBezTo>
                    <a:pt x="123" y="964"/>
                    <a:pt x="126" y="976"/>
                    <a:pt x="129" y="986"/>
                  </a:cubicBezTo>
                  <a:cubicBezTo>
                    <a:pt x="134" y="1010"/>
                    <a:pt x="134" y="1010"/>
                    <a:pt x="134" y="1010"/>
                  </a:cubicBezTo>
                  <a:cubicBezTo>
                    <a:pt x="136" y="1017"/>
                    <a:pt x="136" y="1025"/>
                    <a:pt x="135" y="1033"/>
                  </a:cubicBezTo>
                  <a:cubicBezTo>
                    <a:pt x="135" y="1036"/>
                    <a:pt x="135" y="1039"/>
                    <a:pt x="135" y="1042"/>
                  </a:cubicBezTo>
                  <a:cubicBezTo>
                    <a:pt x="135" y="1042"/>
                    <a:pt x="135" y="1042"/>
                    <a:pt x="135" y="1043"/>
                  </a:cubicBezTo>
                  <a:cubicBezTo>
                    <a:pt x="132" y="1051"/>
                    <a:pt x="132" y="1051"/>
                    <a:pt x="132" y="1051"/>
                  </a:cubicBezTo>
                  <a:cubicBezTo>
                    <a:pt x="130" y="1058"/>
                    <a:pt x="127" y="1066"/>
                    <a:pt x="121" y="1069"/>
                  </a:cubicBezTo>
                  <a:cubicBezTo>
                    <a:pt x="116" y="1054"/>
                    <a:pt x="116" y="1054"/>
                    <a:pt x="116" y="1054"/>
                  </a:cubicBezTo>
                  <a:cubicBezTo>
                    <a:pt x="107" y="1023"/>
                    <a:pt x="104" y="1008"/>
                    <a:pt x="113" y="966"/>
                  </a:cubicBezTo>
                  <a:cubicBezTo>
                    <a:pt x="115" y="958"/>
                    <a:pt x="119" y="945"/>
                    <a:pt x="125" y="929"/>
                  </a:cubicBezTo>
                  <a:cubicBezTo>
                    <a:pt x="125" y="933"/>
                    <a:pt x="124" y="936"/>
                    <a:pt x="123" y="939"/>
                  </a:cubicBezTo>
                  <a:close/>
                  <a:moveTo>
                    <a:pt x="230" y="268"/>
                  </a:moveTo>
                  <a:cubicBezTo>
                    <a:pt x="207" y="319"/>
                    <a:pt x="199" y="360"/>
                    <a:pt x="206" y="406"/>
                  </a:cubicBezTo>
                  <a:cubicBezTo>
                    <a:pt x="211" y="448"/>
                    <a:pt x="217" y="581"/>
                    <a:pt x="195" y="659"/>
                  </a:cubicBezTo>
                  <a:cubicBezTo>
                    <a:pt x="194" y="661"/>
                    <a:pt x="193" y="668"/>
                    <a:pt x="191" y="679"/>
                  </a:cubicBezTo>
                  <a:cubicBezTo>
                    <a:pt x="186" y="710"/>
                    <a:pt x="175" y="767"/>
                    <a:pt x="166" y="802"/>
                  </a:cubicBezTo>
                  <a:cubicBezTo>
                    <a:pt x="155" y="841"/>
                    <a:pt x="140" y="881"/>
                    <a:pt x="128" y="912"/>
                  </a:cubicBezTo>
                  <a:cubicBezTo>
                    <a:pt x="119" y="936"/>
                    <a:pt x="112" y="955"/>
                    <a:pt x="110" y="966"/>
                  </a:cubicBezTo>
                  <a:cubicBezTo>
                    <a:pt x="101" y="1008"/>
                    <a:pt x="104" y="1024"/>
                    <a:pt x="113" y="1055"/>
                  </a:cubicBezTo>
                  <a:cubicBezTo>
                    <a:pt x="118" y="1071"/>
                    <a:pt x="118" y="1071"/>
                    <a:pt x="118" y="1071"/>
                  </a:cubicBezTo>
                  <a:cubicBezTo>
                    <a:pt x="117" y="1071"/>
                    <a:pt x="117" y="1071"/>
                    <a:pt x="117" y="1072"/>
                  </a:cubicBezTo>
                  <a:cubicBezTo>
                    <a:pt x="117" y="1072"/>
                    <a:pt x="117" y="1072"/>
                    <a:pt x="117" y="1072"/>
                  </a:cubicBezTo>
                  <a:cubicBezTo>
                    <a:pt x="117" y="1072"/>
                    <a:pt x="117" y="1072"/>
                    <a:pt x="117" y="1072"/>
                  </a:cubicBezTo>
                  <a:cubicBezTo>
                    <a:pt x="116" y="1074"/>
                    <a:pt x="116" y="1074"/>
                    <a:pt x="116" y="1074"/>
                  </a:cubicBezTo>
                  <a:cubicBezTo>
                    <a:pt x="112" y="1080"/>
                    <a:pt x="107" y="1090"/>
                    <a:pt x="102" y="1093"/>
                  </a:cubicBezTo>
                  <a:cubicBezTo>
                    <a:pt x="97" y="1096"/>
                    <a:pt x="90" y="1096"/>
                    <a:pt x="83" y="1094"/>
                  </a:cubicBezTo>
                  <a:cubicBezTo>
                    <a:pt x="78" y="1092"/>
                    <a:pt x="74" y="1087"/>
                    <a:pt x="72" y="1082"/>
                  </a:cubicBezTo>
                  <a:cubicBezTo>
                    <a:pt x="70" y="1076"/>
                    <a:pt x="69" y="1070"/>
                    <a:pt x="69" y="1064"/>
                  </a:cubicBezTo>
                  <a:cubicBezTo>
                    <a:pt x="69" y="1057"/>
                    <a:pt x="69" y="1051"/>
                    <a:pt x="70" y="1046"/>
                  </a:cubicBezTo>
                  <a:cubicBezTo>
                    <a:pt x="71" y="1033"/>
                    <a:pt x="71" y="1033"/>
                    <a:pt x="71" y="1033"/>
                  </a:cubicBezTo>
                  <a:cubicBezTo>
                    <a:pt x="74" y="1020"/>
                    <a:pt x="77" y="1007"/>
                    <a:pt x="81" y="992"/>
                  </a:cubicBezTo>
                  <a:cubicBezTo>
                    <a:pt x="81" y="992"/>
                    <a:pt x="82" y="992"/>
                    <a:pt x="82" y="990"/>
                  </a:cubicBezTo>
                  <a:cubicBezTo>
                    <a:pt x="82" y="990"/>
                    <a:pt x="82" y="990"/>
                    <a:pt x="82" y="990"/>
                  </a:cubicBezTo>
                  <a:cubicBezTo>
                    <a:pt x="82" y="989"/>
                    <a:pt x="82" y="989"/>
                    <a:pt x="82" y="989"/>
                  </a:cubicBezTo>
                  <a:cubicBezTo>
                    <a:pt x="84" y="982"/>
                    <a:pt x="87" y="971"/>
                    <a:pt x="87" y="971"/>
                  </a:cubicBezTo>
                  <a:cubicBezTo>
                    <a:pt x="87" y="971"/>
                    <a:pt x="87" y="971"/>
                    <a:pt x="87" y="971"/>
                  </a:cubicBezTo>
                  <a:cubicBezTo>
                    <a:pt x="97" y="934"/>
                    <a:pt x="109" y="875"/>
                    <a:pt x="121" y="818"/>
                  </a:cubicBezTo>
                  <a:cubicBezTo>
                    <a:pt x="129" y="775"/>
                    <a:pt x="137" y="734"/>
                    <a:pt x="145" y="703"/>
                  </a:cubicBezTo>
                  <a:cubicBezTo>
                    <a:pt x="145" y="706"/>
                    <a:pt x="145" y="706"/>
                    <a:pt x="145" y="706"/>
                  </a:cubicBezTo>
                  <a:cubicBezTo>
                    <a:pt x="145" y="726"/>
                    <a:pt x="145" y="747"/>
                    <a:pt x="142" y="766"/>
                  </a:cubicBezTo>
                  <a:cubicBezTo>
                    <a:pt x="141" y="773"/>
                    <a:pt x="139" y="780"/>
                    <a:pt x="137" y="787"/>
                  </a:cubicBezTo>
                  <a:cubicBezTo>
                    <a:pt x="135" y="796"/>
                    <a:pt x="132" y="806"/>
                    <a:pt x="131" y="816"/>
                  </a:cubicBezTo>
                  <a:cubicBezTo>
                    <a:pt x="129" y="828"/>
                    <a:pt x="129" y="828"/>
                    <a:pt x="129" y="828"/>
                  </a:cubicBezTo>
                  <a:cubicBezTo>
                    <a:pt x="128" y="837"/>
                    <a:pt x="127" y="846"/>
                    <a:pt x="127" y="853"/>
                  </a:cubicBezTo>
                  <a:cubicBezTo>
                    <a:pt x="127" y="854"/>
                    <a:pt x="128" y="855"/>
                    <a:pt x="129" y="855"/>
                  </a:cubicBezTo>
                  <a:cubicBezTo>
                    <a:pt x="129" y="855"/>
                    <a:pt x="130" y="854"/>
                    <a:pt x="130" y="853"/>
                  </a:cubicBezTo>
                  <a:cubicBezTo>
                    <a:pt x="130" y="846"/>
                    <a:pt x="131" y="837"/>
                    <a:pt x="132" y="829"/>
                  </a:cubicBezTo>
                  <a:cubicBezTo>
                    <a:pt x="134" y="816"/>
                    <a:pt x="134" y="816"/>
                    <a:pt x="134" y="816"/>
                  </a:cubicBezTo>
                  <a:cubicBezTo>
                    <a:pt x="135" y="806"/>
                    <a:pt x="138" y="797"/>
                    <a:pt x="140" y="788"/>
                  </a:cubicBezTo>
                  <a:cubicBezTo>
                    <a:pt x="142" y="781"/>
                    <a:pt x="144" y="774"/>
                    <a:pt x="145" y="767"/>
                  </a:cubicBezTo>
                  <a:cubicBezTo>
                    <a:pt x="145" y="766"/>
                    <a:pt x="145" y="765"/>
                    <a:pt x="145" y="764"/>
                  </a:cubicBezTo>
                  <a:cubicBezTo>
                    <a:pt x="152" y="780"/>
                    <a:pt x="150" y="812"/>
                    <a:pt x="148" y="825"/>
                  </a:cubicBezTo>
                  <a:cubicBezTo>
                    <a:pt x="148" y="826"/>
                    <a:pt x="149" y="827"/>
                    <a:pt x="150" y="827"/>
                  </a:cubicBezTo>
                  <a:cubicBezTo>
                    <a:pt x="151" y="827"/>
                    <a:pt x="151" y="826"/>
                    <a:pt x="151" y="825"/>
                  </a:cubicBezTo>
                  <a:cubicBezTo>
                    <a:pt x="153" y="811"/>
                    <a:pt x="155" y="777"/>
                    <a:pt x="147" y="762"/>
                  </a:cubicBezTo>
                  <a:cubicBezTo>
                    <a:pt x="147" y="761"/>
                    <a:pt x="146" y="761"/>
                    <a:pt x="146" y="761"/>
                  </a:cubicBezTo>
                  <a:cubicBezTo>
                    <a:pt x="148" y="743"/>
                    <a:pt x="148" y="724"/>
                    <a:pt x="148" y="706"/>
                  </a:cubicBezTo>
                  <a:cubicBezTo>
                    <a:pt x="147" y="691"/>
                    <a:pt x="147" y="691"/>
                    <a:pt x="147" y="691"/>
                  </a:cubicBezTo>
                  <a:cubicBezTo>
                    <a:pt x="150" y="680"/>
                    <a:pt x="153" y="671"/>
                    <a:pt x="155" y="664"/>
                  </a:cubicBezTo>
                  <a:cubicBezTo>
                    <a:pt x="165" y="634"/>
                    <a:pt x="170" y="575"/>
                    <a:pt x="173" y="515"/>
                  </a:cubicBezTo>
                  <a:cubicBezTo>
                    <a:pt x="174" y="519"/>
                    <a:pt x="175" y="524"/>
                    <a:pt x="176" y="528"/>
                  </a:cubicBezTo>
                  <a:cubicBezTo>
                    <a:pt x="178" y="535"/>
                    <a:pt x="178" y="535"/>
                    <a:pt x="178" y="535"/>
                  </a:cubicBezTo>
                  <a:cubicBezTo>
                    <a:pt x="183" y="556"/>
                    <a:pt x="183" y="574"/>
                    <a:pt x="184" y="595"/>
                  </a:cubicBezTo>
                  <a:cubicBezTo>
                    <a:pt x="184" y="604"/>
                    <a:pt x="184" y="604"/>
                    <a:pt x="184" y="604"/>
                  </a:cubicBezTo>
                  <a:cubicBezTo>
                    <a:pt x="184" y="605"/>
                    <a:pt x="185" y="605"/>
                    <a:pt x="186" y="605"/>
                  </a:cubicBezTo>
                  <a:cubicBezTo>
                    <a:pt x="187" y="605"/>
                    <a:pt x="187" y="605"/>
                    <a:pt x="187" y="604"/>
                  </a:cubicBezTo>
                  <a:cubicBezTo>
                    <a:pt x="187" y="595"/>
                    <a:pt x="187" y="595"/>
                    <a:pt x="187" y="595"/>
                  </a:cubicBezTo>
                  <a:cubicBezTo>
                    <a:pt x="186" y="574"/>
                    <a:pt x="186" y="556"/>
                    <a:pt x="181" y="534"/>
                  </a:cubicBezTo>
                  <a:cubicBezTo>
                    <a:pt x="179" y="527"/>
                    <a:pt x="179" y="527"/>
                    <a:pt x="179" y="527"/>
                  </a:cubicBezTo>
                  <a:cubicBezTo>
                    <a:pt x="177" y="519"/>
                    <a:pt x="175" y="511"/>
                    <a:pt x="175" y="503"/>
                  </a:cubicBezTo>
                  <a:cubicBezTo>
                    <a:pt x="174" y="499"/>
                    <a:pt x="175" y="488"/>
                    <a:pt x="174" y="488"/>
                  </a:cubicBezTo>
                  <a:cubicBezTo>
                    <a:pt x="175" y="474"/>
                    <a:pt x="176" y="460"/>
                    <a:pt x="176" y="447"/>
                  </a:cubicBezTo>
                  <a:cubicBezTo>
                    <a:pt x="177" y="419"/>
                    <a:pt x="178" y="394"/>
                    <a:pt x="179" y="377"/>
                  </a:cubicBezTo>
                  <a:cubicBezTo>
                    <a:pt x="184" y="311"/>
                    <a:pt x="191" y="302"/>
                    <a:pt x="211" y="272"/>
                  </a:cubicBezTo>
                  <a:cubicBezTo>
                    <a:pt x="216" y="265"/>
                    <a:pt x="220" y="259"/>
                    <a:pt x="225" y="253"/>
                  </a:cubicBezTo>
                  <a:cubicBezTo>
                    <a:pt x="226" y="253"/>
                    <a:pt x="226" y="253"/>
                    <a:pt x="226" y="252"/>
                  </a:cubicBezTo>
                  <a:cubicBezTo>
                    <a:pt x="232" y="245"/>
                    <a:pt x="240" y="238"/>
                    <a:pt x="253" y="230"/>
                  </a:cubicBezTo>
                  <a:cubicBezTo>
                    <a:pt x="245" y="240"/>
                    <a:pt x="236" y="256"/>
                    <a:pt x="230" y="268"/>
                  </a:cubicBezTo>
                  <a:close/>
                  <a:moveTo>
                    <a:pt x="333" y="153"/>
                  </a:moveTo>
                  <a:cubicBezTo>
                    <a:pt x="323" y="167"/>
                    <a:pt x="280" y="215"/>
                    <a:pt x="264" y="219"/>
                  </a:cubicBezTo>
                  <a:cubicBezTo>
                    <a:pt x="264" y="219"/>
                    <a:pt x="264" y="219"/>
                    <a:pt x="264" y="219"/>
                  </a:cubicBezTo>
                  <a:cubicBezTo>
                    <a:pt x="264" y="219"/>
                    <a:pt x="264" y="219"/>
                    <a:pt x="264" y="219"/>
                  </a:cubicBezTo>
                  <a:cubicBezTo>
                    <a:pt x="264" y="219"/>
                    <a:pt x="264" y="219"/>
                    <a:pt x="264" y="219"/>
                  </a:cubicBezTo>
                  <a:cubicBezTo>
                    <a:pt x="264" y="219"/>
                    <a:pt x="264" y="219"/>
                    <a:pt x="264" y="219"/>
                  </a:cubicBezTo>
                  <a:cubicBezTo>
                    <a:pt x="264" y="219"/>
                    <a:pt x="264" y="219"/>
                    <a:pt x="264" y="219"/>
                  </a:cubicBezTo>
                  <a:cubicBezTo>
                    <a:pt x="263" y="219"/>
                    <a:pt x="262" y="220"/>
                    <a:pt x="261" y="220"/>
                  </a:cubicBezTo>
                  <a:cubicBezTo>
                    <a:pt x="244" y="231"/>
                    <a:pt x="234" y="239"/>
                    <a:pt x="226" y="247"/>
                  </a:cubicBezTo>
                  <a:cubicBezTo>
                    <a:pt x="227" y="235"/>
                    <a:pt x="238" y="225"/>
                    <a:pt x="247" y="216"/>
                  </a:cubicBezTo>
                  <a:cubicBezTo>
                    <a:pt x="254" y="209"/>
                    <a:pt x="254" y="209"/>
                    <a:pt x="254" y="209"/>
                  </a:cubicBezTo>
                  <a:cubicBezTo>
                    <a:pt x="259" y="203"/>
                    <a:pt x="263" y="197"/>
                    <a:pt x="268" y="190"/>
                  </a:cubicBezTo>
                  <a:cubicBezTo>
                    <a:pt x="276" y="178"/>
                    <a:pt x="276" y="178"/>
                    <a:pt x="276" y="178"/>
                  </a:cubicBezTo>
                  <a:cubicBezTo>
                    <a:pt x="277" y="178"/>
                    <a:pt x="277" y="177"/>
                    <a:pt x="277" y="177"/>
                  </a:cubicBezTo>
                  <a:cubicBezTo>
                    <a:pt x="279" y="175"/>
                    <a:pt x="282" y="173"/>
                    <a:pt x="285" y="171"/>
                  </a:cubicBezTo>
                  <a:cubicBezTo>
                    <a:pt x="292" y="167"/>
                    <a:pt x="301" y="161"/>
                    <a:pt x="311" y="153"/>
                  </a:cubicBezTo>
                  <a:cubicBezTo>
                    <a:pt x="312" y="153"/>
                    <a:pt x="312" y="153"/>
                    <a:pt x="312" y="153"/>
                  </a:cubicBezTo>
                  <a:cubicBezTo>
                    <a:pt x="315" y="153"/>
                    <a:pt x="315" y="153"/>
                    <a:pt x="315" y="153"/>
                  </a:cubicBezTo>
                  <a:cubicBezTo>
                    <a:pt x="322" y="152"/>
                    <a:pt x="329" y="151"/>
                    <a:pt x="336" y="149"/>
                  </a:cubicBezTo>
                  <a:cubicBezTo>
                    <a:pt x="335" y="150"/>
                    <a:pt x="334" y="151"/>
                    <a:pt x="333" y="153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9" name="Freeform 245">
              <a:extLst>
                <a:ext uri="{FF2B5EF4-FFF2-40B4-BE49-F238E27FC236}">
                  <a16:creationId xmlns:a16="http://schemas.microsoft.com/office/drawing/2014/main" id="{4D5B056B-9565-41D1-9818-DADBDF965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069"/>
              <a:ext cx="52" cy="31"/>
            </a:xfrm>
            <a:custGeom>
              <a:avLst/>
              <a:gdLst>
                <a:gd name="T0" fmla="*/ 85 w 39"/>
                <a:gd name="T1" fmla="*/ 0 h 23"/>
                <a:gd name="T2" fmla="*/ 71 w 39"/>
                <a:gd name="T3" fmla="*/ 16 h 23"/>
                <a:gd name="T4" fmla="*/ 1 w 39"/>
                <a:gd name="T5" fmla="*/ 49 h 23"/>
                <a:gd name="T6" fmla="*/ 0 w 39"/>
                <a:gd name="T7" fmla="*/ 54 h 23"/>
                <a:gd name="T8" fmla="*/ 5 w 39"/>
                <a:gd name="T9" fmla="*/ 57 h 23"/>
                <a:gd name="T10" fmla="*/ 76 w 39"/>
                <a:gd name="T11" fmla="*/ 22 h 23"/>
                <a:gd name="T12" fmla="*/ 91 w 39"/>
                <a:gd name="T13" fmla="*/ 7 h 23"/>
                <a:gd name="T14" fmla="*/ 92 w 39"/>
                <a:gd name="T15" fmla="*/ 1 h 23"/>
                <a:gd name="T16" fmla="*/ 85 w 39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3">
                  <a:moveTo>
                    <a:pt x="36" y="0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1" y="15"/>
                    <a:pt x="16" y="20"/>
                    <a:pt x="1" y="20"/>
                  </a:cubicBezTo>
                  <a:cubicBezTo>
                    <a:pt x="1" y="20"/>
                    <a:pt x="0" y="21"/>
                    <a:pt x="0" y="22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18" y="22"/>
                    <a:pt x="23" y="17"/>
                    <a:pt x="32" y="9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9" y="2"/>
                    <a:pt x="39" y="1"/>
                    <a:pt x="39" y="1"/>
                  </a:cubicBezTo>
                  <a:cubicBezTo>
                    <a:pt x="38" y="0"/>
                    <a:pt x="37" y="0"/>
                    <a:pt x="36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0" name="Freeform 246">
              <a:extLst>
                <a:ext uri="{FF2B5EF4-FFF2-40B4-BE49-F238E27FC236}">
                  <a16:creationId xmlns:a16="http://schemas.microsoft.com/office/drawing/2014/main" id="{FD8C8FCE-9110-4C21-8F39-18E27393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048"/>
              <a:ext cx="44" cy="21"/>
            </a:xfrm>
            <a:custGeom>
              <a:avLst/>
              <a:gdLst>
                <a:gd name="T0" fmla="*/ 73 w 33"/>
                <a:gd name="T1" fmla="*/ 0 h 16"/>
                <a:gd name="T2" fmla="*/ 44 w 33"/>
                <a:gd name="T3" fmla="*/ 14 h 16"/>
                <a:gd name="T4" fmla="*/ 5 w 33"/>
                <a:gd name="T5" fmla="*/ 28 h 16"/>
                <a:gd name="T6" fmla="*/ 0 w 33"/>
                <a:gd name="T7" fmla="*/ 32 h 16"/>
                <a:gd name="T8" fmla="*/ 1 w 33"/>
                <a:gd name="T9" fmla="*/ 34 h 16"/>
                <a:gd name="T10" fmla="*/ 49 w 33"/>
                <a:gd name="T11" fmla="*/ 21 h 16"/>
                <a:gd name="T12" fmla="*/ 73 w 33"/>
                <a:gd name="T13" fmla="*/ 7 h 16"/>
                <a:gd name="T14" fmla="*/ 76 w 33"/>
                <a:gd name="T15" fmla="*/ 1 h 16"/>
                <a:gd name="T16" fmla="*/ 73 w 3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6">
                  <a:moveTo>
                    <a:pt x="31" y="0"/>
                  </a:moveTo>
                  <a:cubicBezTo>
                    <a:pt x="26" y="2"/>
                    <a:pt x="23" y="4"/>
                    <a:pt x="19" y="6"/>
                  </a:cubicBezTo>
                  <a:cubicBezTo>
                    <a:pt x="14" y="10"/>
                    <a:pt x="8" y="13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1" y="15"/>
                  </a:cubicBezTo>
                  <a:cubicBezTo>
                    <a:pt x="9" y="16"/>
                    <a:pt x="15" y="12"/>
                    <a:pt x="21" y="9"/>
                  </a:cubicBezTo>
                  <a:cubicBezTo>
                    <a:pt x="24" y="6"/>
                    <a:pt x="28" y="4"/>
                    <a:pt x="31" y="3"/>
                  </a:cubicBezTo>
                  <a:cubicBezTo>
                    <a:pt x="32" y="3"/>
                    <a:pt x="33" y="2"/>
                    <a:pt x="32" y="1"/>
                  </a:cubicBezTo>
                  <a:cubicBezTo>
                    <a:pt x="32" y="1"/>
                    <a:pt x="31" y="0"/>
                    <a:pt x="31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1" name="Freeform 247">
              <a:extLst>
                <a:ext uri="{FF2B5EF4-FFF2-40B4-BE49-F238E27FC236}">
                  <a16:creationId xmlns:a16="http://schemas.microsoft.com/office/drawing/2014/main" id="{A81F8883-7659-4627-891F-24C9C3762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249"/>
              <a:ext cx="21" cy="146"/>
            </a:xfrm>
            <a:custGeom>
              <a:avLst/>
              <a:gdLst>
                <a:gd name="T0" fmla="*/ 32 w 16"/>
                <a:gd name="T1" fmla="*/ 0 h 109"/>
                <a:gd name="T2" fmla="*/ 28 w 16"/>
                <a:gd name="T3" fmla="*/ 1 h 109"/>
                <a:gd name="T4" fmla="*/ 1 w 16"/>
                <a:gd name="T5" fmla="*/ 257 h 109"/>
                <a:gd name="T6" fmla="*/ 1 w 16"/>
                <a:gd name="T7" fmla="*/ 263 h 109"/>
                <a:gd name="T8" fmla="*/ 7 w 16"/>
                <a:gd name="T9" fmla="*/ 260 h 109"/>
                <a:gd name="T10" fmla="*/ 34 w 16"/>
                <a:gd name="T11" fmla="*/ 1 h 109"/>
                <a:gd name="T12" fmla="*/ 32 w 16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09">
                  <a:moveTo>
                    <a:pt x="14" y="0"/>
                  </a:moveTo>
                  <a:cubicBezTo>
                    <a:pt x="13" y="0"/>
                    <a:pt x="12" y="1"/>
                    <a:pt x="12" y="1"/>
                  </a:cubicBezTo>
                  <a:cubicBezTo>
                    <a:pt x="13" y="34"/>
                    <a:pt x="8" y="89"/>
                    <a:pt x="1" y="107"/>
                  </a:cubicBezTo>
                  <a:cubicBezTo>
                    <a:pt x="0" y="108"/>
                    <a:pt x="1" y="108"/>
                    <a:pt x="1" y="109"/>
                  </a:cubicBezTo>
                  <a:cubicBezTo>
                    <a:pt x="2" y="109"/>
                    <a:pt x="3" y="109"/>
                    <a:pt x="3" y="108"/>
                  </a:cubicBezTo>
                  <a:cubicBezTo>
                    <a:pt x="11" y="90"/>
                    <a:pt x="16" y="34"/>
                    <a:pt x="15" y="1"/>
                  </a:cubicBezTo>
                  <a:cubicBezTo>
                    <a:pt x="15" y="1"/>
                    <a:pt x="15" y="0"/>
                    <a:pt x="14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2" name="Freeform 248">
              <a:extLst>
                <a:ext uri="{FF2B5EF4-FFF2-40B4-BE49-F238E27FC236}">
                  <a16:creationId xmlns:a16="http://schemas.microsoft.com/office/drawing/2014/main" id="{054E29F3-9FDA-45A6-AC85-B9802C655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185"/>
              <a:ext cx="62" cy="146"/>
            </a:xfrm>
            <a:custGeom>
              <a:avLst/>
              <a:gdLst>
                <a:gd name="T0" fmla="*/ 89 w 46"/>
                <a:gd name="T1" fmla="*/ 0 h 109"/>
                <a:gd name="T2" fmla="*/ 85 w 46"/>
                <a:gd name="T3" fmla="*/ 5 h 109"/>
                <a:gd name="T4" fmla="*/ 1 w 46"/>
                <a:gd name="T5" fmla="*/ 257 h 109"/>
                <a:gd name="T6" fmla="*/ 1 w 46"/>
                <a:gd name="T7" fmla="*/ 263 h 109"/>
                <a:gd name="T8" fmla="*/ 7 w 46"/>
                <a:gd name="T9" fmla="*/ 260 h 109"/>
                <a:gd name="T10" fmla="*/ 90 w 46"/>
                <a:gd name="T11" fmla="*/ 1 h 109"/>
                <a:gd name="T12" fmla="*/ 89 w 46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09">
                  <a:moveTo>
                    <a:pt x="36" y="0"/>
                  </a:moveTo>
                  <a:cubicBezTo>
                    <a:pt x="35" y="0"/>
                    <a:pt x="34" y="1"/>
                    <a:pt x="35" y="2"/>
                  </a:cubicBezTo>
                  <a:cubicBezTo>
                    <a:pt x="42" y="29"/>
                    <a:pt x="9" y="96"/>
                    <a:pt x="1" y="107"/>
                  </a:cubicBezTo>
                  <a:cubicBezTo>
                    <a:pt x="0" y="107"/>
                    <a:pt x="0" y="108"/>
                    <a:pt x="1" y="109"/>
                  </a:cubicBezTo>
                  <a:cubicBezTo>
                    <a:pt x="2" y="109"/>
                    <a:pt x="3" y="109"/>
                    <a:pt x="3" y="108"/>
                  </a:cubicBezTo>
                  <a:cubicBezTo>
                    <a:pt x="10" y="99"/>
                    <a:pt x="46" y="31"/>
                    <a:pt x="37" y="1"/>
                  </a:cubicBezTo>
                  <a:cubicBezTo>
                    <a:pt x="37" y="0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3" name="Freeform 249">
              <a:extLst>
                <a:ext uri="{FF2B5EF4-FFF2-40B4-BE49-F238E27FC236}">
                  <a16:creationId xmlns:a16="http://schemas.microsoft.com/office/drawing/2014/main" id="{A471816E-B8F0-4967-BE3D-D2CB50675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247"/>
              <a:ext cx="38" cy="121"/>
            </a:xfrm>
            <a:custGeom>
              <a:avLst/>
              <a:gdLst>
                <a:gd name="T0" fmla="*/ 61 w 28"/>
                <a:gd name="T1" fmla="*/ 1 h 91"/>
                <a:gd name="T2" fmla="*/ 1 w 28"/>
                <a:gd name="T3" fmla="*/ 209 h 91"/>
                <a:gd name="T4" fmla="*/ 1 w 28"/>
                <a:gd name="T5" fmla="*/ 214 h 91"/>
                <a:gd name="T6" fmla="*/ 7 w 28"/>
                <a:gd name="T7" fmla="*/ 213 h 91"/>
                <a:gd name="T8" fmla="*/ 68 w 28"/>
                <a:gd name="T9" fmla="*/ 5 h 91"/>
                <a:gd name="T10" fmla="*/ 65 w 28"/>
                <a:gd name="T11" fmla="*/ 0 h 91"/>
                <a:gd name="T12" fmla="*/ 61 w 28"/>
                <a:gd name="T13" fmla="*/ 1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1">
                  <a:moveTo>
                    <a:pt x="24" y="1"/>
                  </a:moveTo>
                  <a:cubicBezTo>
                    <a:pt x="23" y="23"/>
                    <a:pt x="11" y="73"/>
                    <a:pt x="1" y="89"/>
                  </a:cubicBezTo>
                  <a:cubicBezTo>
                    <a:pt x="0" y="89"/>
                    <a:pt x="0" y="90"/>
                    <a:pt x="1" y="91"/>
                  </a:cubicBezTo>
                  <a:cubicBezTo>
                    <a:pt x="2" y="91"/>
                    <a:pt x="3" y="91"/>
                    <a:pt x="3" y="90"/>
                  </a:cubicBezTo>
                  <a:cubicBezTo>
                    <a:pt x="14" y="74"/>
                    <a:pt x="25" y="24"/>
                    <a:pt x="27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5" y="0"/>
                    <a:pt x="25" y="0"/>
                    <a:pt x="24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4" name="Freeform 250">
              <a:extLst>
                <a:ext uri="{FF2B5EF4-FFF2-40B4-BE49-F238E27FC236}">
                  <a16:creationId xmlns:a16="http://schemas.microsoft.com/office/drawing/2014/main" id="{A5919EC8-FB91-42AF-AF94-8FF0D655E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967"/>
              <a:ext cx="44" cy="1301"/>
            </a:xfrm>
            <a:custGeom>
              <a:avLst/>
              <a:gdLst>
                <a:gd name="T0" fmla="*/ 44 w 33"/>
                <a:gd name="T1" fmla="*/ 148 h 976"/>
                <a:gd name="T2" fmla="*/ 52 w 33"/>
                <a:gd name="T3" fmla="*/ 73 h 976"/>
                <a:gd name="T4" fmla="*/ 55 w 33"/>
                <a:gd name="T5" fmla="*/ 31 h 976"/>
                <a:gd name="T6" fmla="*/ 79 w 33"/>
                <a:gd name="T7" fmla="*/ 5 h 976"/>
                <a:gd name="T8" fmla="*/ 69 w 33"/>
                <a:gd name="T9" fmla="*/ 1 h 976"/>
                <a:gd name="T10" fmla="*/ 37 w 33"/>
                <a:gd name="T11" fmla="*/ 0 h 976"/>
                <a:gd name="T12" fmla="*/ 37 w 33"/>
                <a:gd name="T13" fmla="*/ 0 h 976"/>
                <a:gd name="T14" fmla="*/ 36 w 33"/>
                <a:gd name="T15" fmla="*/ 7 h 976"/>
                <a:gd name="T16" fmla="*/ 33 w 33"/>
                <a:gd name="T17" fmla="*/ 9 h 976"/>
                <a:gd name="T18" fmla="*/ 28 w 33"/>
                <a:gd name="T19" fmla="*/ 12 h 976"/>
                <a:gd name="T20" fmla="*/ 23 w 33"/>
                <a:gd name="T21" fmla="*/ 15 h 976"/>
                <a:gd name="T22" fmla="*/ 16 w 33"/>
                <a:gd name="T23" fmla="*/ 31 h 976"/>
                <a:gd name="T24" fmla="*/ 12 w 33"/>
                <a:gd name="T25" fmla="*/ 49 h 976"/>
                <a:gd name="T26" fmla="*/ 5 w 33"/>
                <a:gd name="T27" fmla="*/ 59 h 976"/>
                <a:gd name="T28" fmla="*/ 1 w 33"/>
                <a:gd name="T29" fmla="*/ 65 h 976"/>
                <a:gd name="T30" fmla="*/ 0 w 33"/>
                <a:gd name="T31" fmla="*/ 172 h 976"/>
                <a:gd name="T32" fmla="*/ 36 w 33"/>
                <a:gd name="T33" fmla="*/ 1208 h 976"/>
                <a:gd name="T34" fmla="*/ 49 w 33"/>
                <a:gd name="T35" fmla="*/ 2305 h 976"/>
                <a:gd name="T36" fmla="*/ 69 w 33"/>
                <a:gd name="T37" fmla="*/ 1205 h 976"/>
                <a:gd name="T38" fmla="*/ 44 w 33"/>
                <a:gd name="T39" fmla="*/ 148 h 9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3" h="976">
                  <a:moveTo>
                    <a:pt x="19" y="62"/>
                  </a:moveTo>
                  <a:cubicBezTo>
                    <a:pt x="19" y="50"/>
                    <a:pt x="21" y="36"/>
                    <a:pt x="22" y="31"/>
                  </a:cubicBezTo>
                  <a:cubicBezTo>
                    <a:pt x="26" y="20"/>
                    <a:pt x="25" y="15"/>
                    <a:pt x="23" y="13"/>
                  </a:cubicBezTo>
                  <a:cubicBezTo>
                    <a:pt x="28" y="13"/>
                    <a:pt x="31" y="8"/>
                    <a:pt x="33" y="2"/>
                  </a:cubicBezTo>
                  <a:cubicBezTo>
                    <a:pt x="32" y="1"/>
                    <a:pt x="30" y="1"/>
                    <a:pt x="29" y="1"/>
                  </a:cubicBezTo>
                  <a:cubicBezTo>
                    <a:pt x="27" y="2"/>
                    <a:pt x="22" y="1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1"/>
                    <a:pt x="16" y="2"/>
                    <a:pt x="15" y="3"/>
                  </a:cubicBezTo>
                  <a:cubicBezTo>
                    <a:pt x="15" y="3"/>
                    <a:pt x="14" y="3"/>
                    <a:pt x="14" y="4"/>
                  </a:cubicBezTo>
                  <a:cubicBezTo>
                    <a:pt x="13" y="4"/>
                    <a:pt x="13" y="5"/>
                    <a:pt x="12" y="5"/>
                  </a:cubicBezTo>
                  <a:cubicBezTo>
                    <a:pt x="12" y="5"/>
                    <a:pt x="11" y="5"/>
                    <a:pt x="10" y="6"/>
                  </a:cubicBezTo>
                  <a:cubicBezTo>
                    <a:pt x="10" y="8"/>
                    <a:pt x="11" y="11"/>
                    <a:pt x="7" y="13"/>
                  </a:cubicBezTo>
                  <a:cubicBezTo>
                    <a:pt x="8" y="17"/>
                    <a:pt x="8" y="20"/>
                    <a:pt x="5" y="21"/>
                  </a:cubicBezTo>
                  <a:cubicBezTo>
                    <a:pt x="4" y="22"/>
                    <a:pt x="4" y="24"/>
                    <a:pt x="2" y="25"/>
                  </a:cubicBezTo>
                  <a:cubicBezTo>
                    <a:pt x="2" y="26"/>
                    <a:pt x="1" y="27"/>
                    <a:pt x="1" y="28"/>
                  </a:cubicBezTo>
                  <a:cubicBezTo>
                    <a:pt x="0" y="37"/>
                    <a:pt x="0" y="68"/>
                    <a:pt x="0" y="73"/>
                  </a:cubicBezTo>
                  <a:cubicBezTo>
                    <a:pt x="2" y="186"/>
                    <a:pt x="13" y="397"/>
                    <a:pt x="15" y="510"/>
                  </a:cubicBezTo>
                  <a:cubicBezTo>
                    <a:pt x="18" y="548"/>
                    <a:pt x="10" y="976"/>
                    <a:pt x="21" y="973"/>
                  </a:cubicBezTo>
                  <a:cubicBezTo>
                    <a:pt x="31" y="965"/>
                    <a:pt x="29" y="556"/>
                    <a:pt x="29" y="509"/>
                  </a:cubicBezTo>
                  <a:cubicBezTo>
                    <a:pt x="26" y="410"/>
                    <a:pt x="20" y="144"/>
                    <a:pt x="19" y="62"/>
                  </a:cubicBezTo>
                  <a:close/>
                </a:path>
              </a:pathLst>
            </a:custGeom>
            <a:solidFill>
              <a:srgbClr val="FBBD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5" name="Freeform 251">
              <a:extLst>
                <a:ext uri="{FF2B5EF4-FFF2-40B4-BE49-F238E27FC236}">
                  <a16:creationId xmlns:a16="http://schemas.microsoft.com/office/drawing/2014/main" id="{0B0FCF9E-6F68-4D2B-A08A-3ED3824546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8" y="1783"/>
              <a:ext cx="310" cy="2254"/>
            </a:xfrm>
            <a:custGeom>
              <a:avLst/>
              <a:gdLst>
                <a:gd name="T0" fmla="*/ 534 w 232"/>
                <a:gd name="T1" fmla="*/ 503 h 1691"/>
                <a:gd name="T2" fmla="*/ 477 w 232"/>
                <a:gd name="T3" fmla="*/ 412 h 1691"/>
                <a:gd name="T4" fmla="*/ 426 w 232"/>
                <a:gd name="T5" fmla="*/ 417 h 1691"/>
                <a:gd name="T6" fmla="*/ 474 w 232"/>
                <a:gd name="T7" fmla="*/ 308 h 1691"/>
                <a:gd name="T8" fmla="*/ 473 w 232"/>
                <a:gd name="T9" fmla="*/ 225 h 1691"/>
                <a:gd name="T10" fmla="*/ 440 w 232"/>
                <a:gd name="T11" fmla="*/ 172 h 1691"/>
                <a:gd name="T12" fmla="*/ 357 w 232"/>
                <a:gd name="T13" fmla="*/ 165 h 1691"/>
                <a:gd name="T14" fmla="*/ 386 w 232"/>
                <a:gd name="T15" fmla="*/ 123 h 1691"/>
                <a:gd name="T16" fmla="*/ 250 w 232"/>
                <a:gd name="T17" fmla="*/ 255 h 1691"/>
                <a:gd name="T18" fmla="*/ 182 w 232"/>
                <a:gd name="T19" fmla="*/ 353 h 1691"/>
                <a:gd name="T20" fmla="*/ 349 w 232"/>
                <a:gd name="T21" fmla="*/ 213 h 1691"/>
                <a:gd name="T22" fmla="*/ 191 w 232"/>
                <a:gd name="T23" fmla="*/ 533 h 1691"/>
                <a:gd name="T24" fmla="*/ 73 w 232"/>
                <a:gd name="T25" fmla="*/ 1137 h 1691"/>
                <a:gd name="T26" fmla="*/ 123 w 232"/>
                <a:gd name="T27" fmla="*/ 1116 h 1691"/>
                <a:gd name="T28" fmla="*/ 271 w 232"/>
                <a:gd name="T29" fmla="*/ 420 h 1691"/>
                <a:gd name="T30" fmla="*/ 191 w 232"/>
                <a:gd name="T31" fmla="*/ 1208 h 1691"/>
                <a:gd name="T32" fmla="*/ 28 w 232"/>
                <a:gd name="T33" fmla="*/ 1644 h 1691"/>
                <a:gd name="T34" fmla="*/ 55 w 232"/>
                <a:gd name="T35" fmla="*/ 1702 h 1691"/>
                <a:gd name="T36" fmla="*/ 136 w 232"/>
                <a:gd name="T37" fmla="*/ 1496 h 1691"/>
                <a:gd name="T38" fmla="*/ 128 w 232"/>
                <a:gd name="T39" fmla="*/ 2015 h 1691"/>
                <a:gd name="T40" fmla="*/ 191 w 232"/>
                <a:gd name="T41" fmla="*/ 2978 h 1691"/>
                <a:gd name="T42" fmla="*/ 241 w 232"/>
                <a:gd name="T43" fmla="*/ 3796 h 1691"/>
                <a:gd name="T44" fmla="*/ 196 w 232"/>
                <a:gd name="T45" fmla="*/ 3890 h 1691"/>
                <a:gd name="T46" fmla="*/ 207 w 232"/>
                <a:gd name="T47" fmla="*/ 3876 h 1691"/>
                <a:gd name="T48" fmla="*/ 267 w 232"/>
                <a:gd name="T49" fmla="*/ 3806 h 1691"/>
                <a:gd name="T50" fmla="*/ 192 w 232"/>
                <a:gd name="T51" fmla="*/ 3988 h 1691"/>
                <a:gd name="T52" fmla="*/ 283 w 232"/>
                <a:gd name="T53" fmla="*/ 3755 h 1691"/>
                <a:gd name="T54" fmla="*/ 228 w 232"/>
                <a:gd name="T55" fmla="*/ 2850 h 1691"/>
                <a:gd name="T56" fmla="*/ 343 w 232"/>
                <a:gd name="T57" fmla="*/ 3815 h 1691"/>
                <a:gd name="T58" fmla="*/ 283 w 232"/>
                <a:gd name="T59" fmla="*/ 3940 h 1691"/>
                <a:gd name="T60" fmla="*/ 341 w 232"/>
                <a:gd name="T61" fmla="*/ 3955 h 1691"/>
                <a:gd name="T62" fmla="*/ 441 w 232"/>
                <a:gd name="T63" fmla="*/ 3719 h 1691"/>
                <a:gd name="T64" fmla="*/ 446 w 232"/>
                <a:gd name="T65" fmla="*/ 2930 h 1691"/>
                <a:gd name="T66" fmla="*/ 392 w 232"/>
                <a:gd name="T67" fmla="*/ 1985 h 1691"/>
                <a:gd name="T68" fmla="*/ 224 w 232"/>
                <a:gd name="T69" fmla="*/ 1061 h 1691"/>
                <a:gd name="T70" fmla="*/ 400 w 232"/>
                <a:gd name="T71" fmla="*/ 1546 h 1691"/>
                <a:gd name="T72" fmla="*/ 456 w 232"/>
                <a:gd name="T73" fmla="*/ 1735 h 1691"/>
                <a:gd name="T74" fmla="*/ 361 w 232"/>
                <a:gd name="T75" fmla="*/ 865 h 1691"/>
                <a:gd name="T76" fmla="*/ 432 w 232"/>
                <a:gd name="T77" fmla="*/ 734 h 1691"/>
                <a:gd name="T78" fmla="*/ 410 w 232"/>
                <a:gd name="T79" fmla="*/ 187 h 1691"/>
                <a:gd name="T80" fmla="*/ 441 w 232"/>
                <a:gd name="T81" fmla="*/ 3666 h 1691"/>
                <a:gd name="T82" fmla="*/ 289 w 232"/>
                <a:gd name="T83" fmla="*/ 3136 h 1691"/>
                <a:gd name="T84" fmla="*/ 134 w 232"/>
                <a:gd name="T85" fmla="*/ 2001 h 1691"/>
                <a:gd name="T86" fmla="*/ 278 w 232"/>
                <a:gd name="T87" fmla="*/ 2241 h 1691"/>
                <a:gd name="T88" fmla="*/ 339 w 232"/>
                <a:gd name="T89" fmla="*/ 1738 h 1691"/>
                <a:gd name="T90" fmla="*/ 355 w 232"/>
                <a:gd name="T91" fmla="*/ 2197 h 1691"/>
                <a:gd name="T92" fmla="*/ 392 w 232"/>
                <a:gd name="T93" fmla="*/ 2047 h 1691"/>
                <a:gd name="T94" fmla="*/ 420 w 232"/>
                <a:gd name="T95" fmla="*/ 2782 h 1691"/>
                <a:gd name="T96" fmla="*/ 378 w 232"/>
                <a:gd name="T97" fmla="*/ 2972 h 1691"/>
                <a:gd name="T98" fmla="*/ 446 w 232"/>
                <a:gd name="T99" fmla="*/ 2864 h 1691"/>
                <a:gd name="T100" fmla="*/ 265 w 232"/>
                <a:gd name="T101" fmla="*/ 1986 h 1691"/>
                <a:gd name="T102" fmla="*/ 432 w 232"/>
                <a:gd name="T103" fmla="*/ 596 h 1691"/>
                <a:gd name="T104" fmla="*/ 392 w 232"/>
                <a:gd name="T105" fmla="*/ 645 h 1691"/>
                <a:gd name="T106" fmla="*/ 375 w 232"/>
                <a:gd name="T107" fmla="*/ 661 h 1691"/>
                <a:gd name="T108" fmla="*/ 413 w 232"/>
                <a:gd name="T109" fmla="*/ 500 h 1691"/>
                <a:gd name="T110" fmla="*/ 430 w 232"/>
                <a:gd name="T111" fmla="*/ 425 h 1691"/>
                <a:gd name="T112" fmla="*/ 371 w 232"/>
                <a:gd name="T113" fmla="*/ 348 h 1691"/>
                <a:gd name="T114" fmla="*/ 329 w 232"/>
                <a:gd name="T115" fmla="*/ 292 h 1691"/>
                <a:gd name="T116" fmla="*/ 350 w 232"/>
                <a:gd name="T117" fmla="*/ 357 h 1691"/>
                <a:gd name="T118" fmla="*/ 408 w 232"/>
                <a:gd name="T119" fmla="*/ 432 h 1691"/>
                <a:gd name="T120" fmla="*/ 354 w 232"/>
                <a:gd name="T121" fmla="*/ 826 h 1691"/>
                <a:gd name="T122" fmla="*/ 410 w 232"/>
                <a:gd name="T123" fmla="*/ 758 h 1691"/>
                <a:gd name="T124" fmla="*/ 424 w 232"/>
                <a:gd name="T125" fmla="*/ 682 h 169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32" h="1691">
                  <a:moveTo>
                    <a:pt x="229" y="232"/>
                  </a:moveTo>
                  <a:cubicBezTo>
                    <a:pt x="228" y="232"/>
                    <a:pt x="227" y="232"/>
                    <a:pt x="227" y="233"/>
                  </a:cubicBezTo>
                  <a:cubicBezTo>
                    <a:pt x="217" y="252"/>
                    <a:pt x="193" y="272"/>
                    <a:pt x="178" y="284"/>
                  </a:cubicBezTo>
                  <a:cubicBezTo>
                    <a:pt x="180" y="274"/>
                    <a:pt x="187" y="263"/>
                    <a:pt x="194" y="253"/>
                  </a:cubicBezTo>
                  <a:cubicBezTo>
                    <a:pt x="199" y="244"/>
                    <a:pt x="204" y="237"/>
                    <a:pt x="207" y="230"/>
                  </a:cubicBezTo>
                  <a:cubicBezTo>
                    <a:pt x="207" y="230"/>
                    <a:pt x="207" y="229"/>
                    <a:pt x="207" y="229"/>
                  </a:cubicBezTo>
                  <a:cubicBezTo>
                    <a:pt x="214" y="223"/>
                    <a:pt x="221" y="218"/>
                    <a:pt x="226" y="215"/>
                  </a:cubicBezTo>
                  <a:cubicBezTo>
                    <a:pt x="227" y="214"/>
                    <a:pt x="227" y="213"/>
                    <a:pt x="227" y="213"/>
                  </a:cubicBezTo>
                  <a:cubicBezTo>
                    <a:pt x="226" y="212"/>
                    <a:pt x="225" y="212"/>
                    <a:pt x="224" y="212"/>
                  </a:cubicBezTo>
                  <a:cubicBezTo>
                    <a:pt x="215" y="218"/>
                    <a:pt x="196" y="233"/>
                    <a:pt x="182" y="247"/>
                  </a:cubicBezTo>
                  <a:cubicBezTo>
                    <a:pt x="187" y="230"/>
                    <a:pt x="197" y="210"/>
                    <a:pt x="205" y="199"/>
                  </a:cubicBezTo>
                  <a:cubicBezTo>
                    <a:pt x="206" y="199"/>
                    <a:pt x="206" y="199"/>
                    <a:pt x="206" y="199"/>
                  </a:cubicBezTo>
                  <a:cubicBezTo>
                    <a:pt x="214" y="191"/>
                    <a:pt x="224" y="184"/>
                    <a:pt x="229" y="180"/>
                  </a:cubicBezTo>
                  <a:cubicBezTo>
                    <a:pt x="230" y="179"/>
                    <a:pt x="230" y="179"/>
                    <a:pt x="229" y="178"/>
                  </a:cubicBezTo>
                  <a:cubicBezTo>
                    <a:pt x="229" y="177"/>
                    <a:pt x="228" y="177"/>
                    <a:pt x="227" y="178"/>
                  </a:cubicBezTo>
                  <a:cubicBezTo>
                    <a:pt x="227" y="178"/>
                    <a:pt x="201" y="198"/>
                    <a:pt x="189" y="212"/>
                  </a:cubicBezTo>
                  <a:cubicBezTo>
                    <a:pt x="193" y="194"/>
                    <a:pt x="198" y="180"/>
                    <a:pt x="200" y="174"/>
                  </a:cubicBezTo>
                  <a:cubicBezTo>
                    <a:pt x="200" y="174"/>
                    <a:pt x="200" y="174"/>
                    <a:pt x="200" y="174"/>
                  </a:cubicBezTo>
                  <a:cubicBezTo>
                    <a:pt x="200" y="174"/>
                    <a:pt x="200" y="174"/>
                    <a:pt x="201" y="173"/>
                  </a:cubicBezTo>
                  <a:cubicBezTo>
                    <a:pt x="201" y="173"/>
                    <a:pt x="211" y="164"/>
                    <a:pt x="211" y="164"/>
                  </a:cubicBezTo>
                  <a:cubicBezTo>
                    <a:pt x="221" y="156"/>
                    <a:pt x="228" y="150"/>
                    <a:pt x="229" y="136"/>
                  </a:cubicBezTo>
                  <a:cubicBezTo>
                    <a:pt x="230" y="135"/>
                    <a:pt x="229" y="135"/>
                    <a:pt x="228" y="135"/>
                  </a:cubicBezTo>
                  <a:cubicBezTo>
                    <a:pt x="227" y="135"/>
                    <a:pt x="227" y="135"/>
                    <a:pt x="226" y="136"/>
                  </a:cubicBezTo>
                  <a:cubicBezTo>
                    <a:pt x="225" y="149"/>
                    <a:pt x="219" y="154"/>
                    <a:pt x="209" y="162"/>
                  </a:cubicBezTo>
                  <a:cubicBezTo>
                    <a:pt x="199" y="171"/>
                    <a:pt x="199" y="171"/>
                    <a:pt x="199" y="171"/>
                  </a:cubicBezTo>
                  <a:cubicBezTo>
                    <a:pt x="199" y="171"/>
                    <a:pt x="199" y="171"/>
                    <a:pt x="199" y="171"/>
                  </a:cubicBezTo>
                  <a:cubicBezTo>
                    <a:pt x="194" y="171"/>
                    <a:pt x="186" y="173"/>
                    <a:pt x="179" y="176"/>
                  </a:cubicBezTo>
                  <a:cubicBezTo>
                    <a:pt x="179" y="176"/>
                    <a:pt x="178" y="176"/>
                    <a:pt x="177" y="177"/>
                  </a:cubicBezTo>
                  <a:cubicBezTo>
                    <a:pt x="178" y="174"/>
                    <a:pt x="178" y="171"/>
                    <a:pt x="179" y="168"/>
                  </a:cubicBezTo>
                  <a:cubicBezTo>
                    <a:pt x="182" y="156"/>
                    <a:pt x="190" y="142"/>
                    <a:pt x="201" y="132"/>
                  </a:cubicBezTo>
                  <a:cubicBezTo>
                    <a:pt x="209" y="126"/>
                    <a:pt x="209" y="126"/>
                    <a:pt x="209" y="126"/>
                  </a:cubicBezTo>
                  <a:cubicBezTo>
                    <a:pt x="220" y="118"/>
                    <a:pt x="231" y="109"/>
                    <a:pt x="232" y="95"/>
                  </a:cubicBezTo>
                  <a:cubicBezTo>
                    <a:pt x="232" y="94"/>
                    <a:pt x="232" y="93"/>
                    <a:pt x="231" y="93"/>
                  </a:cubicBezTo>
                  <a:cubicBezTo>
                    <a:pt x="230" y="93"/>
                    <a:pt x="229" y="94"/>
                    <a:pt x="229" y="95"/>
                  </a:cubicBezTo>
                  <a:cubicBezTo>
                    <a:pt x="228" y="108"/>
                    <a:pt x="218" y="116"/>
                    <a:pt x="208" y="123"/>
                  </a:cubicBezTo>
                  <a:cubicBezTo>
                    <a:pt x="199" y="130"/>
                    <a:pt x="199" y="130"/>
                    <a:pt x="199" y="130"/>
                  </a:cubicBezTo>
                  <a:cubicBezTo>
                    <a:pt x="193" y="132"/>
                    <a:pt x="193" y="132"/>
                    <a:pt x="193" y="132"/>
                  </a:cubicBezTo>
                  <a:cubicBezTo>
                    <a:pt x="186" y="135"/>
                    <a:pt x="186" y="135"/>
                    <a:pt x="186" y="135"/>
                  </a:cubicBezTo>
                  <a:cubicBezTo>
                    <a:pt x="186" y="135"/>
                    <a:pt x="186" y="135"/>
                    <a:pt x="186" y="135"/>
                  </a:cubicBezTo>
                  <a:cubicBezTo>
                    <a:pt x="190" y="118"/>
                    <a:pt x="195" y="104"/>
                    <a:pt x="201" y="97"/>
                  </a:cubicBezTo>
                  <a:cubicBezTo>
                    <a:pt x="212" y="89"/>
                    <a:pt x="227" y="69"/>
                    <a:pt x="228" y="68"/>
                  </a:cubicBezTo>
                  <a:cubicBezTo>
                    <a:pt x="228" y="67"/>
                    <a:pt x="228" y="66"/>
                    <a:pt x="228" y="66"/>
                  </a:cubicBezTo>
                  <a:cubicBezTo>
                    <a:pt x="227" y="65"/>
                    <a:pt x="226" y="65"/>
                    <a:pt x="225" y="66"/>
                  </a:cubicBezTo>
                  <a:cubicBezTo>
                    <a:pt x="225" y="66"/>
                    <a:pt x="209" y="87"/>
                    <a:pt x="199" y="94"/>
                  </a:cubicBezTo>
                  <a:cubicBezTo>
                    <a:pt x="198" y="95"/>
                    <a:pt x="198" y="95"/>
                    <a:pt x="198" y="95"/>
                  </a:cubicBezTo>
                  <a:cubicBezTo>
                    <a:pt x="190" y="101"/>
                    <a:pt x="178" y="110"/>
                    <a:pt x="165" y="121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5" y="121"/>
                    <a:pt x="164" y="121"/>
                    <a:pt x="164" y="121"/>
                  </a:cubicBezTo>
                  <a:cubicBezTo>
                    <a:pt x="155" y="129"/>
                    <a:pt x="145" y="138"/>
                    <a:pt x="135" y="148"/>
                  </a:cubicBezTo>
                  <a:cubicBezTo>
                    <a:pt x="133" y="140"/>
                    <a:pt x="138" y="132"/>
                    <a:pt x="142" y="123"/>
                  </a:cubicBezTo>
                  <a:cubicBezTo>
                    <a:pt x="144" y="120"/>
                    <a:pt x="146" y="117"/>
                    <a:pt x="147" y="113"/>
                  </a:cubicBezTo>
                  <a:cubicBezTo>
                    <a:pt x="154" y="106"/>
                    <a:pt x="160" y="98"/>
                    <a:pt x="167" y="90"/>
                  </a:cubicBezTo>
                  <a:cubicBezTo>
                    <a:pt x="178" y="76"/>
                    <a:pt x="178" y="76"/>
                    <a:pt x="178" y="76"/>
                  </a:cubicBezTo>
                  <a:cubicBezTo>
                    <a:pt x="180" y="75"/>
                    <a:pt x="182" y="74"/>
                    <a:pt x="184" y="73"/>
                  </a:cubicBezTo>
                  <a:cubicBezTo>
                    <a:pt x="189" y="70"/>
                    <a:pt x="224" y="47"/>
                    <a:pt x="225" y="38"/>
                  </a:cubicBezTo>
                  <a:cubicBezTo>
                    <a:pt x="226" y="37"/>
                    <a:pt x="225" y="36"/>
                    <a:pt x="224" y="36"/>
                  </a:cubicBezTo>
                  <a:cubicBezTo>
                    <a:pt x="223" y="36"/>
                    <a:pt x="223" y="36"/>
                    <a:pt x="222" y="37"/>
                  </a:cubicBezTo>
                  <a:cubicBezTo>
                    <a:pt x="221" y="44"/>
                    <a:pt x="190" y="66"/>
                    <a:pt x="182" y="70"/>
                  </a:cubicBezTo>
                  <a:cubicBezTo>
                    <a:pt x="175" y="75"/>
                    <a:pt x="166" y="78"/>
                    <a:pt x="159" y="81"/>
                  </a:cubicBezTo>
                  <a:cubicBezTo>
                    <a:pt x="155" y="83"/>
                    <a:pt x="151" y="85"/>
                    <a:pt x="149" y="86"/>
                  </a:cubicBezTo>
                  <a:cubicBezTo>
                    <a:pt x="148" y="82"/>
                    <a:pt x="147" y="78"/>
                    <a:pt x="148" y="74"/>
                  </a:cubicBezTo>
                  <a:cubicBezTo>
                    <a:pt x="148" y="74"/>
                    <a:pt x="148" y="74"/>
                    <a:pt x="148" y="74"/>
                  </a:cubicBezTo>
                  <a:cubicBezTo>
                    <a:pt x="148" y="72"/>
                    <a:pt x="149" y="71"/>
                    <a:pt x="150" y="70"/>
                  </a:cubicBezTo>
                  <a:cubicBezTo>
                    <a:pt x="153" y="66"/>
                    <a:pt x="156" y="62"/>
                    <a:pt x="158" y="60"/>
                  </a:cubicBezTo>
                  <a:cubicBezTo>
                    <a:pt x="158" y="60"/>
                    <a:pt x="158" y="60"/>
                    <a:pt x="158" y="60"/>
                  </a:cubicBezTo>
                  <a:cubicBezTo>
                    <a:pt x="158" y="60"/>
                    <a:pt x="158" y="60"/>
                    <a:pt x="158" y="60"/>
                  </a:cubicBezTo>
                  <a:cubicBezTo>
                    <a:pt x="167" y="50"/>
                    <a:pt x="181" y="41"/>
                    <a:pt x="194" y="31"/>
                  </a:cubicBezTo>
                  <a:cubicBezTo>
                    <a:pt x="208" y="21"/>
                    <a:pt x="222" y="11"/>
                    <a:pt x="227" y="4"/>
                  </a:cubicBezTo>
                  <a:cubicBezTo>
                    <a:pt x="227" y="3"/>
                    <a:pt x="227" y="2"/>
                    <a:pt x="226" y="2"/>
                  </a:cubicBezTo>
                  <a:cubicBezTo>
                    <a:pt x="225" y="1"/>
                    <a:pt x="224" y="1"/>
                    <a:pt x="224" y="2"/>
                  </a:cubicBezTo>
                  <a:cubicBezTo>
                    <a:pt x="219" y="9"/>
                    <a:pt x="206" y="19"/>
                    <a:pt x="192" y="29"/>
                  </a:cubicBezTo>
                  <a:cubicBezTo>
                    <a:pt x="182" y="36"/>
                    <a:pt x="171" y="44"/>
                    <a:pt x="162" y="52"/>
                  </a:cubicBezTo>
                  <a:cubicBezTo>
                    <a:pt x="166" y="43"/>
                    <a:pt x="166" y="35"/>
                    <a:pt x="166" y="28"/>
                  </a:cubicBezTo>
                  <a:cubicBezTo>
                    <a:pt x="166" y="18"/>
                    <a:pt x="167" y="9"/>
                    <a:pt x="173" y="2"/>
                  </a:cubicBezTo>
                  <a:cubicBezTo>
                    <a:pt x="173" y="2"/>
                    <a:pt x="173" y="2"/>
                    <a:pt x="173" y="1"/>
                  </a:cubicBezTo>
                  <a:cubicBezTo>
                    <a:pt x="173" y="1"/>
                    <a:pt x="173" y="1"/>
                    <a:pt x="173" y="0"/>
                  </a:cubicBezTo>
                  <a:cubicBezTo>
                    <a:pt x="172" y="0"/>
                    <a:pt x="171" y="0"/>
                    <a:pt x="171" y="0"/>
                  </a:cubicBezTo>
                  <a:cubicBezTo>
                    <a:pt x="164" y="8"/>
                    <a:pt x="163" y="18"/>
                    <a:pt x="163" y="28"/>
                  </a:cubicBezTo>
                  <a:cubicBezTo>
                    <a:pt x="163" y="37"/>
                    <a:pt x="162" y="48"/>
                    <a:pt x="156" y="58"/>
                  </a:cubicBezTo>
                  <a:cubicBezTo>
                    <a:pt x="154" y="60"/>
                    <a:pt x="151" y="64"/>
                    <a:pt x="148" y="68"/>
                  </a:cubicBezTo>
                  <a:cubicBezTo>
                    <a:pt x="138" y="81"/>
                    <a:pt x="125" y="99"/>
                    <a:pt x="105" y="107"/>
                  </a:cubicBezTo>
                  <a:cubicBezTo>
                    <a:pt x="104" y="107"/>
                    <a:pt x="103" y="108"/>
                    <a:pt x="101" y="108"/>
                  </a:cubicBezTo>
                  <a:cubicBezTo>
                    <a:pt x="101" y="108"/>
                    <a:pt x="101" y="108"/>
                    <a:pt x="100" y="108"/>
                  </a:cubicBezTo>
                  <a:cubicBezTo>
                    <a:pt x="100" y="108"/>
                    <a:pt x="100" y="109"/>
                    <a:pt x="100" y="109"/>
                  </a:cubicBezTo>
                  <a:cubicBezTo>
                    <a:pt x="75" y="119"/>
                    <a:pt x="68" y="133"/>
                    <a:pt x="61" y="144"/>
                  </a:cubicBezTo>
                  <a:cubicBezTo>
                    <a:pt x="61" y="145"/>
                    <a:pt x="61" y="146"/>
                    <a:pt x="62" y="147"/>
                  </a:cubicBezTo>
                  <a:cubicBezTo>
                    <a:pt x="63" y="147"/>
                    <a:pt x="64" y="147"/>
                    <a:pt x="64" y="146"/>
                  </a:cubicBezTo>
                  <a:cubicBezTo>
                    <a:pt x="70" y="136"/>
                    <a:pt x="76" y="124"/>
                    <a:pt x="95" y="115"/>
                  </a:cubicBezTo>
                  <a:cubicBezTo>
                    <a:pt x="87" y="123"/>
                    <a:pt x="84" y="131"/>
                    <a:pt x="80" y="141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76" y="150"/>
                    <a:pt x="76" y="150"/>
                    <a:pt x="77" y="151"/>
                  </a:cubicBezTo>
                  <a:cubicBezTo>
                    <a:pt x="77" y="151"/>
                    <a:pt x="78" y="151"/>
                    <a:pt x="79" y="150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8" y="130"/>
                    <a:pt x="91" y="122"/>
                    <a:pt x="102" y="111"/>
                  </a:cubicBezTo>
                  <a:cubicBezTo>
                    <a:pt x="103" y="111"/>
                    <a:pt x="104" y="110"/>
                    <a:pt x="106" y="110"/>
                  </a:cubicBezTo>
                  <a:cubicBezTo>
                    <a:pt x="123" y="103"/>
                    <a:pt x="136" y="89"/>
                    <a:pt x="145" y="77"/>
                  </a:cubicBezTo>
                  <a:cubicBezTo>
                    <a:pt x="145" y="81"/>
                    <a:pt x="145" y="84"/>
                    <a:pt x="146" y="88"/>
                  </a:cubicBezTo>
                  <a:cubicBezTo>
                    <a:pt x="146" y="88"/>
                    <a:pt x="146" y="88"/>
                    <a:pt x="146" y="89"/>
                  </a:cubicBezTo>
                  <a:cubicBezTo>
                    <a:pt x="146" y="89"/>
                    <a:pt x="146" y="89"/>
                    <a:pt x="146" y="90"/>
                  </a:cubicBezTo>
                  <a:cubicBezTo>
                    <a:pt x="147" y="95"/>
                    <a:pt x="147" y="100"/>
                    <a:pt x="147" y="104"/>
                  </a:cubicBezTo>
                  <a:cubicBezTo>
                    <a:pt x="146" y="107"/>
                    <a:pt x="145" y="109"/>
                    <a:pt x="144" y="112"/>
                  </a:cubicBezTo>
                  <a:cubicBezTo>
                    <a:pt x="143" y="113"/>
                    <a:pt x="142" y="114"/>
                    <a:pt x="141" y="115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27" y="129"/>
                    <a:pt x="120" y="136"/>
                    <a:pt x="114" y="147"/>
                  </a:cubicBezTo>
                  <a:cubicBezTo>
                    <a:pt x="110" y="153"/>
                    <a:pt x="108" y="162"/>
                    <a:pt x="105" y="170"/>
                  </a:cubicBezTo>
                  <a:cubicBezTo>
                    <a:pt x="103" y="178"/>
                    <a:pt x="101" y="187"/>
                    <a:pt x="97" y="193"/>
                  </a:cubicBezTo>
                  <a:cubicBezTo>
                    <a:pt x="97" y="193"/>
                    <a:pt x="97" y="194"/>
                    <a:pt x="97" y="194"/>
                  </a:cubicBezTo>
                  <a:cubicBezTo>
                    <a:pt x="91" y="204"/>
                    <a:pt x="84" y="214"/>
                    <a:pt x="80" y="225"/>
                  </a:cubicBezTo>
                  <a:cubicBezTo>
                    <a:pt x="59" y="260"/>
                    <a:pt x="49" y="290"/>
                    <a:pt x="45" y="323"/>
                  </a:cubicBezTo>
                  <a:cubicBezTo>
                    <a:pt x="45" y="322"/>
                    <a:pt x="44" y="331"/>
                    <a:pt x="44" y="331"/>
                  </a:cubicBezTo>
                  <a:cubicBezTo>
                    <a:pt x="33" y="387"/>
                    <a:pt x="25" y="424"/>
                    <a:pt x="28" y="480"/>
                  </a:cubicBezTo>
                  <a:cubicBezTo>
                    <a:pt x="30" y="530"/>
                    <a:pt x="29" y="537"/>
                    <a:pt x="21" y="571"/>
                  </a:cubicBezTo>
                  <a:cubicBezTo>
                    <a:pt x="17" y="592"/>
                    <a:pt x="17" y="592"/>
                    <a:pt x="17" y="592"/>
                  </a:cubicBezTo>
                  <a:cubicBezTo>
                    <a:pt x="17" y="593"/>
                    <a:pt x="18" y="593"/>
                    <a:pt x="18" y="594"/>
                  </a:cubicBezTo>
                  <a:cubicBezTo>
                    <a:pt x="19" y="594"/>
                    <a:pt x="20" y="593"/>
                    <a:pt x="20" y="592"/>
                  </a:cubicBezTo>
                  <a:cubicBezTo>
                    <a:pt x="24" y="571"/>
                    <a:pt x="24" y="571"/>
                    <a:pt x="24" y="571"/>
                  </a:cubicBezTo>
                  <a:cubicBezTo>
                    <a:pt x="31" y="538"/>
                    <a:pt x="33" y="530"/>
                    <a:pt x="31" y="480"/>
                  </a:cubicBezTo>
                  <a:cubicBezTo>
                    <a:pt x="29" y="450"/>
                    <a:pt x="31" y="425"/>
                    <a:pt x="34" y="400"/>
                  </a:cubicBezTo>
                  <a:cubicBezTo>
                    <a:pt x="35" y="406"/>
                    <a:pt x="36" y="411"/>
                    <a:pt x="37" y="417"/>
                  </a:cubicBezTo>
                  <a:cubicBezTo>
                    <a:pt x="39" y="424"/>
                    <a:pt x="41" y="432"/>
                    <a:pt x="43" y="439"/>
                  </a:cubicBezTo>
                  <a:cubicBezTo>
                    <a:pt x="48" y="454"/>
                    <a:pt x="48" y="454"/>
                    <a:pt x="48" y="454"/>
                  </a:cubicBezTo>
                  <a:cubicBezTo>
                    <a:pt x="49" y="459"/>
                    <a:pt x="49" y="465"/>
                    <a:pt x="49" y="471"/>
                  </a:cubicBezTo>
                  <a:cubicBezTo>
                    <a:pt x="49" y="476"/>
                    <a:pt x="49" y="482"/>
                    <a:pt x="50" y="487"/>
                  </a:cubicBezTo>
                  <a:cubicBezTo>
                    <a:pt x="51" y="488"/>
                    <a:pt x="51" y="489"/>
                    <a:pt x="52" y="489"/>
                  </a:cubicBezTo>
                  <a:cubicBezTo>
                    <a:pt x="53" y="488"/>
                    <a:pt x="54" y="488"/>
                    <a:pt x="53" y="487"/>
                  </a:cubicBezTo>
                  <a:cubicBezTo>
                    <a:pt x="52" y="482"/>
                    <a:pt x="52" y="476"/>
                    <a:pt x="52" y="471"/>
                  </a:cubicBezTo>
                  <a:cubicBezTo>
                    <a:pt x="52" y="465"/>
                    <a:pt x="52" y="459"/>
                    <a:pt x="51" y="453"/>
                  </a:cubicBezTo>
                  <a:cubicBezTo>
                    <a:pt x="46" y="438"/>
                    <a:pt x="46" y="438"/>
                    <a:pt x="46" y="438"/>
                  </a:cubicBezTo>
                  <a:cubicBezTo>
                    <a:pt x="44" y="431"/>
                    <a:pt x="41" y="424"/>
                    <a:pt x="40" y="416"/>
                  </a:cubicBezTo>
                  <a:cubicBezTo>
                    <a:pt x="36" y="400"/>
                    <a:pt x="36" y="384"/>
                    <a:pt x="40" y="367"/>
                  </a:cubicBezTo>
                  <a:cubicBezTo>
                    <a:pt x="40" y="367"/>
                    <a:pt x="40" y="366"/>
                    <a:pt x="40" y="366"/>
                  </a:cubicBezTo>
                  <a:cubicBezTo>
                    <a:pt x="42" y="355"/>
                    <a:pt x="44" y="344"/>
                    <a:pt x="46" y="331"/>
                  </a:cubicBezTo>
                  <a:cubicBezTo>
                    <a:pt x="48" y="323"/>
                    <a:pt x="48" y="323"/>
                    <a:pt x="48" y="323"/>
                  </a:cubicBezTo>
                  <a:cubicBezTo>
                    <a:pt x="52" y="291"/>
                    <a:pt x="62" y="261"/>
                    <a:pt x="82" y="227"/>
                  </a:cubicBezTo>
                  <a:cubicBezTo>
                    <a:pt x="90" y="209"/>
                    <a:pt x="102" y="192"/>
                    <a:pt x="114" y="177"/>
                  </a:cubicBezTo>
                  <a:cubicBezTo>
                    <a:pt x="124" y="167"/>
                    <a:pt x="139" y="159"/>
                    <a:pt x="149" y="154"/>
                  </a:cubicBezTo>
                  <a:cubicBezTo>
                    <a:pt x="151" y="153"/>
                    <a:pt x="151" y="153"/>
                    <a:pt x="151" y="153"/>
                  </a:cubicBezTo>
                  <a:cubicBezTo>
                    <a:pt x="145" y="172"/>
                    <a:pt x="127" y="229"/>
                    <a:pt x="126" y="230"/>
                  </a:cubicBezTo>
                  <a:cubicBezTo>
                    <a:pt x="101" y="286"/>
                    <a:pt x="93" y="355"/>
                    <a:pt x="90" y="402"/>
                  </a:cubicBezTo>
                  <a:cubicBezTo>
                    <a:pt x="90" y="406"/>
                    <a:pt x="90" y="410"/>
                    <a:pt x="90" y="414"/>
                  </a:cubicBezTo>
                  <a:cubicBezTo>
                    <a:pt x="89" y="416"/>
                    <a:pt x="89" y="418"/>
                    <a:pt x="89" y="419"/>
                  </a:cubicBezTo>
                  <a:cubicBezTo>
                    <a:pt x="89" y="420"/>
                    <a:pt x="89" y="420"/>
                    <a:pt x="89" y="421"/>
                  </a:cubicBezTo>
                  <a:cubicBezTo>
                    <a:pt x="88" y="432"/>
                    <a:pt x="87" y="443"/>
                    <a:pt x="86" y="453"/>
                  </a:cubicBezTo>
                  <a:cubicBezTo>
                    <a:pt x="83" y="471"/>
                    <a:pt x="81" y="488"/>
                    <a:pt x="80" y="510"/>
                  </a:cubicBezTo>
                  <a:cubicBezTo>
                    <a:pt x="79" y="523"/>
                    <a:pt x="75" y="540"/>
                    <a:pt x="71" y="560"/>
                  </a:cubicBezTo>
                  <a:cubicBezTo>
                    <a:pt x="68" y="576"/>
                    <a:pt x="64" y="594"/>
                    <a:pt x="61" y="614"/>
                  </a:cubicBezTo>
                  <a:cubicBezTo>
                    <a:pt x="61" y="614"/>
                    <a:pt x="61" y="614"/>
                    <a:pt x="61" y="614"/>
                  </a:cubicBezTo>
                  <a:cubicBezTo>
                    <a:pt x="57" y="624"/>
                    <a:pt x="57" y="624"/>
                    <a:pt x="57" y="624"/>
                  </a:cubicBezTo>
                  <a:cubicBezTo>
                    <a:pt x="51" y="641"/>
                    <a:pt x="45" y="659"/>
                    <a:pt x="36" y="673"/>
                  </a:cubicBezTo>
                  <a:cubicBezTo>
                    <a:pt x="36" y="673"/>
                    <a:pt x="35" y="673"/>
                    <a:pt x="35" y="674"/>
                  </a:cubicBezTo>
                  <a:cubicBezTo>
                    <a:pt x="28" y="678"/>
                    <a:pt x="28" y="678"/>
                    <a:pt x="28" y="678"/>
                  </a:cubicBezTo>
                  <a:cubicBezTo>
                    <a:pt x="25" y="680"/>
                    <a:pt x="21" y="683"/>
                    <a:pt x="19" y="685"/>
                  </a:cubicBezTo>
                  <a:cubicBezTo>
                    <a:pt x="16" y="688"/>
                    <a:pt x="14" y="691"/>
                    <a:pt x="12" y="694"/>
                  </a:cubicBezTo>
                  <a:cubicBezTo>
                    <a:pt x="9" y="700"/>
                    <a:pt x="6" y="705"/>
                    <a:pt x="1" y="707"/>
                  </a:cubicBezTo>
                  <a:cubicBezTo>
                    <a:pt x="0" y="707"/>
                    <a:pt x="0" y="708"/>
                    <a:pt x="0" y="709"/>
                  </a:cubicBezTo>
                  <a:cubicBezTo>
                    <a:pt x="0" y="709"/>
                    <a:pt x="1" y="710"/>
                    <a:pt x="2" y="710"/>
                  </a:cubicBezTo>
                  <a:cubicBezTo>
                    <a:pt x="8" y="707"/>
                    <a:pt x="12" y="701"/>
                    <a:pt x="15" y="696"/>
                  </a:cubicBezTo>
                  <a:cubicBezTo>
                    <a:pt x="17" y="693"/>
                    <a:pt x="19" y="690"/>
                    <a:pt x="21" y="687"/>
                  </a:cubicBezTo>
                  <a:cubicBezTo>
                    <a:pt x="23" y="685"/>
                    <a:pt x="27" y="683"/>
                    <a:pt x="30" y="681"/>
                  </a:cubicBezTo>
                  <a:cubicBezTo>
                    <a:pt x="33" y="679"/>
                    <a:pt x="33" y="679"/>
                    <a:pt x="33" y="679"/>
                  </a:cubicBezTo>
                  <a:cubicBezTo>
                    <a:pt x="29" y="686"/>
                    <a:pt x="28" y="693"/>
                    <a:pt x="27" y="699"/>
                  </a:cubicBezTo>
                  <a:cubicBezTo>
                    <a:pt x="27" y="706"/>
                    <a:pt x="26" y="712"/>
                    <a:pt x="23" y="719"/>
                  </a:cubicBezTo>
                  <a:cubicBezTo>
                    <a:pt x="19" y="726"/>
                    <a:pt x="19" y="726"/>
                    <a:pt x="19" y="726"/>
                  </a:cubicBezTo>
                  <a:cubicBezTo>
                    <a:pt x="13" y="737"/>
                    <a:pt x="7" y="748"/>
                    <a:pt x="8" y="763"/>
                  </a:cubicBezTo>
                  <a:cubicBezTo>
                    <a:pt x="8" y="764"/>
                    <a:pt x="9" y="764"/>
                    <a:pt x="9" y="764"/>
                  </a:cubicBezTo>
                  <a:cubicBezTo>
                    <a:pt x="10" y="764"/>
                    <a:pt x="11" y="764"/>
                    <a:pt x="11" y="763"/>
                  </a:cubicBezTo>
                  <a:cubicBezTo>
                    <a:pt x="10" y="749"/>
                    <a:pt x="15" y="739"/>
                    <a:pt x="21" y="728"/>
                  </a:cubicBezTo>
                  <a:cubicBezTo>
                    <a:pt x="25" y="720"/>
                    <a:pt x="25" y="720"/>
                    <a:pt x="25" y="720"/>
                  </a:cubicBezTo>
                  <a:cubicBezTo>
                    <a:pt x="29" y="713"/>
                    <a:pt x="30" y="706"/>
                    <a:pt x="30" y="700"/>
                  </a:cubicBezTo>
                  <a:cubicBezTo>
                    <a:pt x="31" y="692"/>
                    <a:pt x="32" y="685"/>
                    <a:pt x="37" y="677"/>
                  </a:cubicBezTo>
                  <a:cubicBezTo>
                    <a:pt x="46" y="664"/>
                    <a:pt x="52" y="648"/>
                    <a:pt x="57" y="632"/>
                  </a:cubicBezTo>
                  <a:cubicBezTo>
                    <a:pt x="52" y="665"/>
                    <a:pt x="48" y="699"/>
                    <a:pt x="47" y="731"/>
                  </a:cubicBezTo>
                  <a:cubicBezTo>
                    <a:pt x="46" y="772"/>
                    <a:pt x="49" y="795"/>
                    <a:pt x="51" y="813"/>
                  </a:cubicBezTo>
                  <a:cubicBezTo>
                    <a:pt x="52" y="824"/>
                    <a:pt x="53" y="833"/>
                    <a:pt x="53" y="845"/>
                  </a:cubicBezTo>
                  <a:cubicBezTo>
                    <a:pt x="49" y="854"/>
                    <a:pt x="49" y="854"/>
                    <a:pt x="49" y="854"/>
                  </a:cubicBezTo>
                  <a:cubicBezTo>
                    <a:pt x="42" y="866"/>
                    <a:pt x="39" y="873"/>
                    <a:pt x="37" y="887"/>
                  </a:cubicBezTo>
                  <a:cubicBezTo>
                    <a:pt x="37" y="888"/>
                    <a:pt x="38" y="888"/>
                    <a:pt x="39" y="889"/>
                  </a:cubicBezTo>
                  <a:cubicBezTo>
                    <a:pt x="39" y="889"/>
                    <a:pt x="40" y="888"/>
                    <a:pt x="40" y="887"/>
                  </a:cubicBezTo>
                  <a:cubicBezTo>
                    <a:pt x="42" y="874"/>
                    <a:pt x="45" y="868"/>
                    <a:pt x="52" y="855"/>
                  </a:cubicBezTo>
                  <a:cubicBezTo>
                    <a:pt x="54" y="851"/>
                    <a:pt x="54" y="851"/>
                    <a:pt x="54" y="851"/>
                  </a:cubicBezTo>
                  <a:cubicBezTo>
                    <a:pt x="54" y="871"/>
                    <a:pt x="56" y="885"/>
                    <a:pt x="57" y="898"/>
                  </a:cubicBezTo>
                  <a:cubicBezTo>
                    <a:pt x="59" y="906"/>
                    <a:pt x="60" y="914"/>
                    <a:pt x="60" y="923"/>
                  </a:cubicBezTo>
                  <a:cubicBezTo>
                    <a:pt x="67" y="962"/>
                    <a:pt x="69" y="996"/>
                    <a:pt x="70" y="1026"/>
                  </a:cubicBezTo>
                  <a:cubicBezTo>
                    <a:pt x="71" y="1048"/>
                    <a:pt x="71" y="1048"/>
                    <a:pt x="71" y="1048"/>
                  </a:cubicBezTo>
                  <a:cubicBezTo>
                    <a:pt x="71" y="1048"/>
                    <a:pt x="71" y="1049"/>
                    <a:pt x="71" y="1049"/>
                  </a:cubicBezTo>
                  <a:cubicBezTo>
                    <a:pt x="71" y="1053"/>
                    <a:pt x="72" y="1058"/>
                    <a:pt x="72" y="1062"/>
                  </a:cubicBezTo>
                  <a:cubicBezTo>
                    <a:pt x="73" y="1079"/>
                    <a:pt x="73" y="1095"/>
                    <a:pt x="72" y="1111"/>
                  </a:cubicBezTo>
                  <a:cubicBezTo>
                    <a:pt x="72" y="1133"/>
                    <a:pt x="71" y="1156"/>
                    <a:pt x="75" y="1180"/>
                  </a:cubicBezTo>
                  <a:cubicBezTo>
                    <a:pt x="79" y="1205"/>
                    <a:pt x="79" y="1231"/>
                    <a:pt x="80" y="1257"/>
                  </a:cubicBezTo>
                  <a:cubicBezTo>
                    <a:pt x="81" y="1285"/>
                    <a:pt x="81" y="1314"/>
                    <a:pt x="87" y="1342"/>
                  </a:cubicBezTo>
                  <a:cubicBezTo>
                    <a:pt x="90" y="1360"/>
                    <a:pt x="95" y="1379"/>
                    <a:pt x="100" y="1399"/>
                  </a:cubicBezTo>
                  <a:cubicBezTo>
                    <a:pt x="112" y="1450"/>
                    <a:pt x="125" y="1503"/>
                    <a:pt x="118" y="1551"/>
                  </a:cubicBezTo>
                  <a:cubicBezTo>
                    <a:pt x="118" y="1555"/>
                    <a:pt x="118" y="1559"/>
                    <a:pt x="118" y="1564"/>
                  </a:cubicBezTo>
                  <a:cubicBezTo>
                    <a:pt x="118" y="1570"/>
                    <a:pt x="118" y="1577"/>
                    <a:pt x="117" y="1582"/>
                  </a:cubicBezTo>
                  <a:cubicBezTo>
                    <a:pt x="117" y="1582"/>
                    <a:pt x="116" y="1582"/>
                    <a:pt x="116" y="1583"/>
                  </a:cubicBezTo>
                  <a:cubicBezTo>
                    <a:pt x="116" y="1583"/>
                    <a:pt x="116" y="1584"/>
                    <a:pt x="116" y="1584"/>
                  </a:cubicBezTo>
                  <a:cubicBezTo>
                    <a:pt x="116" y="1584"/>
                    <a:pt x="116" y="1585"/>
                    <a:pt x="116" y="1585"/>
                  </a:cubicBezTo>
                  <a:cubicBezTo>
                    <a:pt x="114" y="1591"/>
                    <a:pt x="107" y="1597"/>
                    <a:pt x="101" y="1603"/>
                  </a:cubicBezTo>
                  <a:cubicBezTo>
                    <a:pt x="97" y="1607"/>
                    <a:pt x="93" y="1611"/>
                    <a:pt x="91" y="1614"/>
                  </a:cubicBezTo>
                  <a:cubicBezTo>
                    <a:pt x="80" y="1627"/>
                    <a:pt x="60" y="1647"/>
                    <a:pt x="46" y="1650"/>
                  </a:cubicBezTo>
                  <a:cubicBezTo>
                    <a:pt x="45" y="1650"/>
                    <a:pt x="44" y="1651"/>
                    <a:pt x="44" y="1652"/>
                  </a:cubicBezTo>
                  <a:cubicBezTo>
                    <a:pt x="45" y="1653"/>
                    <a:pt x="45" y="1653"/>
                    <a:pt x="46" y="1653"/>
                  </a:cubicBezTo>
                  <a:cubicBezTo>
                    <a:pt x="58" y="1651"/>
                    <a:pt x="75" y="1637"/>
                    <a:pt x="86" y="1624"/>
                  </a:cubicBezTo>
                  <a:cubicBezTo>
                    <a:pt x="86" y="1624"/>
                    <a:pt x="86" y="1624"/>
                    <a:pt x="86" y="1624"/>
                  </a:cubicBezTo>
                  <a:cubicBezTo>
                    <a:pt x="86" y="1628"/>
                    <a:pt x="86" y="1628"/>
                    <a:pt x="86" y="1628"/>
                  </a:cubicBezTo>
                  <a:cubicBezTo>
                    <a:pt x="86" y="1631"/>
                    <a:pt x="85" y="1633"/>
                    <a:pt x="84" y="1636"/>
                  </a:cubicBezTo>
                  <a:cubicBezTo>
                    <a:pt x="82" y="1642"/>
                    <a:pt x="82" y="1642"/>
                    <a:pt x="82" y="1642"/>
                  </a:cubicBezTo>
                  <a:cubicBezTo>
                    <a:pt x="81" y="1646"/>
                    <a:pt x="80" y="1649"/>
                    <a:pt x="78" y="1652"/>
                  </a:cubicBezTo>
                  <a:cubicBezTo>
                    <a:pt x="76" y="1655"/>
                    <a:pt x="73" y="1658"/>
                    <a:pt x="70" y="1660"/>
                  </a:cubicBezTo>
                  <a:cubicBezTo>
                    <a:pt x="67" y="1662"/>
                    <a:pt x="64" y="1665"/>
                    <a:pt x="62" y="1667"/>
                  </a:cubicBezTo>
                  <a:cubicBezTo>
                    <a:pt x="61" y="1668"/>
                    <a:pt x="61" y="1669"/>
                    <a:pt x="62" y="1669"/>
                  </a:cubicBezTo>
                  <a:cubicBezTo>
                    <a:pt x="63" y="1670"/>
                    <a:pt x="64" y="1670"/>
                    <a:pt x="64" y="1669"/>
                  </a:cubicBezTo>
                  <a:cubicBezTo>
                    <a:pt x="66" y="1667"/>
                    <a:pt x="69" y="1664"/>
                    <a:pt x="72" y="1662"/>
                  </a:cubicBezTo>
                  <a:cubicBezTo>
                    <a:pt x="75" y="1660"/>
                    <a:pt x="78" y="1657"/>
                    <a:pt x="81" y="1654"/>
                  </a:cubicBezTo>
                  <a:cubicBezTo>
                    <a:pt x="83" y="1650"/>
                    <a:pt x="84" y="1647"/>
                    <a:pt x="85" y="1643"/>
                  </a:cubicBezTo>
                  <a:cubicBezTo>
                    <a:pt x="87" y="1637"/>
                    <a:pt x="87" y="1637"/>
                    <a:pt x="87" y="1637"/>
                  </a:cubicBezTo>
                  <a:cubicBezTo>
                    <a:pt x="88" y="1634"/>
                    <a:pt x="89" y="1631"/>
                    <a:pt x="89" y="1628"/>
                  </a:cubicBezTo>
                  <a:cubicBezTo>
                    <a:pt x="89" y="1625"/>
                    <a:pt x="89" y="1625"/>
                    <a:pt x="89" y="1625"/>
                  </a:cubicBezTo>
                  <a:cubicBezTo>
                    <a:pt x="90" y="1622"/>
                    <a:pt x="90" y="1620"/>
                    <a:pt x="92" y="1619"/>
                  </a:cubicBezTo>
                  <a:cubicBezTo>
                    <a:pt x="92" y="1619"/>
                    <a:pt x="92" y="1618"/>
                    <a:pt x="92" y="1617"/>
                  </a:cubicBezTo>
                  <a:cubicBezTo>
                    <a:pt x="92" y="1617"/>
                    <a:pt x="93" y="1616"/>
                    <a:pt x="93" y="1616"/>
                  </a:cubicBezTo>
                  <a:cubicBezTo>
                    <a:pt x="96" y="1613"/>
                    <a:pt x="99" y="1609"/>
                    <a:pt x="103" y="1605"/>
                  </a:cubicBezTo>
                  <a:cubicBezTo>
                    <a:pt x="108" y="1601"/>
                    <a:pt x="112" y="1596"/>
                    <a:pt x="116" y="1592"/>
                  </a:cubicBezTo>
                  <a:cubicBezTo>
                    <a:pt x="115" y="1595"/>
                    <a:pt x="114" y="1599"/>
                    <a:pt x="113" y="1603"/>
                  </a:cubicBezTo>
                  <a:cubicBezTo>
                    <a:pt x="112" y="1607"/>
                    <a:pt x="112" y="1607"/>
                    <a:pt x="112" y="1607"/>
                  </a:cubicBezTo>
                  <a:cubicBezTo>
                    <a:pt x="111" y="1616"/>
                    <a:pt x="111" y="1616"/>
                    <a:pt x="111" y="1616"/>
                  </a:cubicBezTo>
                  <a:cubicBezTo>
                    <a:pt x="110" y="1625"/>
                    <a:pt x="110" y="1625"/>
                    <a:pt x="110" y="1625"/>
                  </a:cubicBezTo>
                  <a:cubicBezTo>
                    <a:pt x="108" y="1630"/>
                    <a:pt x="106" y="1634"/>
                    <a:pt x="104" y="1638"/>
                  </a:cubicBezTo>
                  <a:cubicBezTo>
                    <a:pt x="102" y="1641"/>
                    <a:pt x="102" y="1641"/>
                    <a:pt x="102" y="1641"/>
                  </a:cubicBezTo>
                  <a:cubicBezTo>
                    <a:pt x="99" y="1645"/>
                    <a:pt x="98" y="1650"/>
                    <a:pt x="97" y="1655"/>
                  </a:cubicBezTo>
                  <a:cubicBezTo>
                    <a:pt x="97" y="1658"/>
                    <a:pt x="96" y="1661"/>
                    <a:pt x="95" y="1664"/>
                  </a:cubicBezTo>
                  <a:cubicBezTo>
                    <a:pt x="93" y="1668"/>
                    <a:pt x="88" y="1681"/>
                    <a:pt x="81" y="1681"/>
                  </a:cubicBezTo>
                  <a:cubicBezTo>
                    <a:pt x="80" y="1681"/>
                    <a:pt x="80" y="1682"/>
                    <a:pt x="80" y="1682"/>
                  </a:cubicBezTo>
                  <a:cubicBezTo>
                    <a:pt x="80" y="1683"/>
                    <a:pt x="80" y="1684"/>
                    <a:pt x="81" y="1684"/>
                  </a:cubicBezTo>
                  <a:cubicBezTo>
                    <a:pt x="90" y="1684"/>
                    <a:pt x="95" y="1670"/>
                    <a:pt x="97" y="1665"/>
                  </a:cubicBezTo>
                  <a:cubicBezTo>
                    <a:pt x="99" y="1662"/>
                    <a:pt x="99" y="1658"/>
                    <a:pt x="100" y="1655"/>
                  </a:cubicBezTo>
                  <a:cubicBezTo>
                    <a:pt x="101" y="1651"/>
                    <a:pt x="102" y="1646"/>
                    <a:pt x="104" y="1642"/>
                  </a:cubicBezTo>
                  <a:cubicBezTo>
                    <a:pt x="106" y="1639"/>
                    <a:pt x="106" y="1639"/>
                    <a:pt x="106" y="1639"/>
                  </a:cubicBezTo>
                  <a:cubicBezTo>
                    <a:pt x="109" y="1635"/>
                    <a:pt x="111" y="1631"/>
                    <a:pt x="112" y="1626"/>
                  </a:cubicBezTo>
                  <a:cubicBezTo>
                    <a:pt x="114" y="1616"/>
                    <a:pt x="114" y="1616"/>
                    <a:pt x="114" y="1616"/>
                  </a:cubicBezTo>
                  <a:cubicBezTo>
                    <a:pt x="115" y="1608"/>
                    <a:pt x="115" y="1608"/>
                    <a:pt x="115" y="1608"/>
                  </a:cubicBezTo>
                  <a:cubicBezTo>
                    <a:pt x="116" y="1603"/>
                    <a:pt x="116" y="1603"/>
                    <a:pt x="116" y="1603"/>
                  </a:cubicBezTo>
                  <a:cubicBezTo>
                    <a:pt x="118" y="1597"/>
                    <a:pt x="119" y="1591"/>
                    <a:pt x="119" y="1585"/>
                  </a:cubicBezTo>
                  <a:cubicBezTo>
                    <a:pt x="121" y="1579"/>
                    <a:pt x="121" y="1572"/>
                    <a:pt x="121" y="1564"/>
                  </a:cubicBezTo>
                  <a:cubicBezTo>
                    <a:pt x="121" y="1559"/>
                    <a:pt x="121" y="1555"/>
                    <a:pt x="121" y="1552"/>
                  </a:cubicBezTo>
                  <a:cubicBezTo>
                    <a:pt x="128" y="1503"/>
                    <a:pt x="115" y="1450"/>
                    <a:pt x="102" y="1399"/>
                  </a:cubicBezTo>
                  <a:cubicBezTo>
                    <a:pt x="98" y="1379"/>
                    <a:pt x="93" y="1360"/>
                    <a:pt x="89" y="1341"/>
                  </a:cubicBezTo>
                  <a:cubicBezTo>
                    <a:pt x="84" y="1313"/>
                    <a:pt x="84" y="1285"/>
                    <a:pt x="83" y="1257"/>
                  </a:cubicBezTo>
                  <a:cubicBezTo>
                    <a:pt x="82" y="1231"/>
                    <a:pt x="82" y="1205"/>
                    <a:pt x="77" y="1179"/>
                  </a:cubicBezTo>
                  <a:cubicBezTo>
                    <a:pt x="74" y="1156"/>
                    <a:pt x="75" y="1133"/>
                    <a:pt x="75" y="1111"/>
                  </a:cubicBezTo>
                  <a:cubicBezTo>
                    <a:pt x="75" y="1106"/>
                    <a:pt x="76" y="1100"/>
                    <a:pt x="76" y="1095"/>
                  </a:cubicBezTo>
                  <a:cubicBezTo>
                    <a:pt x="81" y="1132"/>
                    <a:pt x="88" y="1168"/>
                    <a:pt x="96" y="1203"/>
                  </a:cubicBezTo>
                  <a:cubicBezTo>
                    <a:pt x="103" y="1237"/>
                    <a:pt x="111" y="1274"/>
                    <a:pt x="116" y="1310"/>
                  </a:cubicBezTo>
                  <a:cubicBezTo>
                    <a:pt x="118" y="1324"/>
                    <a:pt x="118" y="1324"/>
                    <a:pt x="118" y="1324"/>
                  </a:cubicBezTo>
                  <a:cubicBezTo>
                    <a:pt x="121" y="1351"/>
                    <a:pt x="125" y="1377"/>
                    <a:pt x="133" y="1404"/>
                  </a:cubicBezTo>
                  <a:cubicBezTo>
                    <a:pt x="139" y="1426"/>
                    <a:pt x="146" y="1449"/>
                    <a:pt x="149" y="1472"/>
                  </a:cubicBezTo>
                  <a:cubicBezTo>
                    <a:pt x="151" y="1493"/>
                    <a:pt x="149" y="1513"/>
                    <a:pt x="147" y="1533"/>
                  </a:cubicBezTo>
                  <a:cubicBezTo>
                    <a:pt x="146" y="1546"/>
                    <a:pt x="144" y="1559"/>
                    <a:pt x="144" y="1573"/>
                  </a:cubicBezTo>
                  <a:cubicBezTo>
                    <a:pt x="144" y="1576"/>
                    <a:pt x="146" y="1584"/>
                    <a:pt x="147" y="1593"/>
                  </a:cubicBezTo>
                  <a:cubicBezTo>
                    <a:pt x="147" y="1593"/>
                    <a:pt x="147" y="1593"/>
                    <a:pt x="147" y="1594"/>
                  </a:cubicBezTo>
                  <a:cubicBezTo>
                    <a:pt x="147" y="1599"/>
                    <a:pt x="145" y="1605"/>
                    <a:pt x="144" y="1611"/>
                  </a:cubicBezTo>
                  <a:cubicBezTo>
                    <a:pt x="143" y="1614"/>
                    <a:pt x="143" y="1614"/>
                    <a:pt x="143" y="1614"/>
                  </a:cubicBezTo>
                  <a:cubicBezTo>
                    <a:pt x="141" y="1622"/>
                    <a:pt x="136" y="1628"/>
                    <a:pt x="130" y="1634"/>
                  </a:cubicBezTo>
                  <a:cubicBezTo>
                    <a:pt x="126" y="1640"/>
                    <a:pt x="126" y="1640"/>
                    <a:pt x="126" y="1640"/>
                  </a:cubicBezTo>
                  <a:cubicBezTo>
                    <a:pt x="121" y="1646"/>
                    <a:pt x="119" y="1651"/>
                    <a:pt x="117" y="1658"/>
                  </a:cubicBezTo>
                  <a:cubicBezTo>
                    <a:pt x="116" y="1663"/>
                    <a:pt x="116" y="1663"/>
                    <a:pt x="116" y="1663"/>
                  </a:cubicBezTo>
                  <a:cubicBezTo>
                    <a:pt x="114" y="1669"/>
                    <a:pt x="110" y="1677"/>
                    <a:pt x="103" y="1678"/>
                  </a:cubicBezTo>
                  <a:cubicBezTo>
                    <a:pt x="102" y="1678"/>
                    <a:pt x="102" y="1679"/>
                    <a:pt x="102" y="1680"/>
                  </a:cubicBezTo>
                  <a:cubicBezTo>
                    <a:pt x="102" y="1681"/>
                    <a:pt x="103" y="1681"/>
                    <a:pt x="104" y="1681"/>
                  </a:cubicBezTo>
                  <a:cubicBezTo>
                    <a:pt x="110" y="1680"/>
                    <a:pt x="115" y="1674"/>
                    <a:pt x="119" y="1664"/>
                  </a:cubicBezTo>
                  <a:cubicBezTo>
                    <a:pt x="120" y="1658"/>
                    <a:pt x="120" y="1658"/>
                    <a:pt x="120" y="1658"/>
                  </a:cubicBezTo>
                  <a:cubicBezTo>
                    <a:pt x="122" y="1652"/>
                    <a:pt x="124" y="1647"/>
                    <a:pt x="128" y="1642"/>
                  </a:cubicBezTo>
                  <a:cubicBezTo>
                    <a:pt x="132" y="1636"/>
                    <a:pt x="132" y="1636"/>
                    <a:pt x="132" y="1636"/>
                  </a:cubicBezTo>
                  <a:cubicBezTo>
                    <a:pt x="138" y="1630"/>
                    <a:pt x="143" y="1623"/>
                    <a:pt x="146" y="1615"/>
                  </a:cubicBezTo>
                  <a:cubicBezTo>
                    <a:pt x="147" y="1612"/>
                    <a:pt x="147" y="1612"/>
                    <a:pt x="147" y="1612"/>
                  </a:cubicBezTo>
                  <a:cubicBezTo>
                    <a:pt x="147" y="1609"/>
                    <a:pt x="148" y="1607"/>
                    <a:pt x="149" y="1604"/>
                  </a:cubicBezTo>
                  <a:cubicBezTo>
                    <a:pt x="152" y="1628"/>
                    <a:pt x="155" y="1658"/>
                    <a:pt x="149" y="1664"/>
                  </a:cubicBezTo>
                  <a:cubicBezTo>
                    <a:pt x="149" y="1664"/>
                    <a:pt x="149" y="1664"/>
                    <a:pt x="149" y="1664"/>
                  </a:cubicBezTo>
                  <a:cubicBezTo>
                    <a:pt x="147" y="1666"/>
                    <a:pt x="145" y="1668"/>
                    <a:pt x="143" y="1670"/>
                  </a:cubicBezTo>
                  <a:cubicBezTo>
                    <a:pt x="135" y="1678"/>
                    <a:pt x="133" y="1689"/>
                    <a:pt x="133" y="1689"/>
                  </a:cubicBezTo>
                  <a:cubicBezTo>
                    <a:pt x="133" y="1690"/>
                    <a:pt x="134" y="1691"/>
                    <a:pt x="135" y="1691"/>
                  </a:cubicBezTo>
                  <a:cubicBezTo>
                    <a:pt x="136" y="1691"/>
                    <a:pt x="136" y="1690"/>
                    <a:pt x="136" y="1690"/>
                  </a:cubicBezTo>
                  <a:cubicBezTo>
                    <a:pt x="136" y="1689"/>
                    <a:pt x="138" y="1679"/>
                    <a:pt x="145" y="1673"/>
                  </a:cubicBezTo>
                  <a:cubicBezTo>
                    <a:pt x="170" y="1650"/>
                    <a:pt x="180" y="1607"/>
                    <a:pt x="185" y="1576"/>
                  </a:cubicBezTo>
                  <a:cubicBezTo>
                    <a:pt x="192" y="1594"/>
                    <a:pt x="195" y="1609"/>
                    <a:pt x="193" y="1616"/>
                  </a:cubicBezTo>
                  <a:cubicBezTo>
                    <a:pt x="193" y="1617"/>
                    <a:pt x="193" y="1618"/>
                    <a:pt x="194" y="1618"/>
                  </a:cubicBezTo>
                  <a:cubicBezTo>
                    <a:pt x="195" y="1618"/>
                    <a:pt x="196" y="1618"/>
                    <a:pt x="196" y="1617"/>
                  </a:cubicBezTo>
                  <a:cubicBezTo>
                    <a:pt x="200" y="1605"/>
                    <a:pt x="191" y="1583"/>
                    <a:pt x="185" y="1570"/>
                  </a:cubicBezTo>
                  <a:cubicBezTo>
                    <a:pt x="186" y="1561"/>
                    <a:pt x="187" y="1553"/>
                    <a:pt x="188" y="1548"/>
                  </a:cubicBezTo>
                  <a:cubicBezTo>
                    <a:pt x="188" y="1545"/>
                    <a:pt x="188" y="1545"/>
                    <a:pt x="188" y="1545"/>
                  </a:cubicBezTo>
                  <a:cubicBezTo>
                    <a:pt x="188" y="1545"/>
                    <a:pt x="188" y="1545"/>
                    <a:pt x="188" y="1545"/>
                  </a:cubicBezTo>
                  <a:cubicBezTo>
                    <a:pt x="188" y="1545"/>
                    <a:pt x="188" y="1545"/>
                    <a:pt x="188" y="1545"/>
                  </a:cubicBezTo>
                  <a:cubicBezTo>
                    <a:pt x="188" y="1542"/>
                    <a:pt x="184" y="1494"/>
                    <a:pt x="178" y="1468"/>
                  </a:cubicBezTo>
                  <a:cubicBezTo>
                    <a:pt x="174" y="1441"/>
                    <a:pt x="171" y="1414"/>
                    <a:pt x="172" y="1396"/>
                  </a:cubicBezTo>
                  <a:cubicBezTo>
                    <a:pt x="173" y="1380"/>
                    <a:pt x="176" y="1355"/>
                    <a:pt x="180" y="1328"/>
                  </a:cubicBezTo>
                  <a:cubicBezTo>
                    <a:pt x="184" y="1296"/>
                    <a:pt x="188" y="1263"/>
                    <a:pt x="189" y="1239"/>
                  </a:cubicBezTo>
                  <a:cubicBezTo>
                    <a:pt x="189" y="1238"/>
                    <a:pt x="188" y="1237"/>
                    <a:pt x="187" y="1237"/>
                  </a:cubicBezTo>
                  <a:cubicBezTo>
                    <a:pt x="187" y="1237"/>
                    <a:pt x="187" y="1237"/>
                    <a:pt x="187" y="1237"/>
                  </a:cubicBezTo>
                  <a:cubicBezTo>
                    <a:pt x="188" y="1237"/>
                    <a:pt x="189" y="1238"/>
                    <a:pt x="189" y="1239"/>
                  </a:cubicBezTo>
                  <a:cubicBezTo>
                    <a:pt x="189" y="1223"/>
                    <a:pt x="189" y="1223"/>
                    <a:pt x="189" y="1223"/>
                  </a:cubicBezTo>
                  <a:cubicBezTo>
                    <a:pt x="190" y="1209"/>
                    <a:pt x="190" y="1209"/>
                    <a:pt x="190" y="1209"/>
                  </a:cubicBezTo>
                  <a:cubicBezTo>
                    <a:pt x="191" y="1184"/>
                    <a:pt x="191" y="1182"/>
                    <a:pt x="183" y="1141"/>
                  </a:cubicBezTo>
                  <a:cubicBezTo>
                    <a:pt x="177" y="1115"/>
                    <a:pt x="177" y="1115"/>
                    <a:pt x="177" y="1115"/>
                  </a:cubicBezTo>
                  <a:cubicBezTo>
                    <a:pt x="167" y="1077"/>
                    <a:pt x="158" y="1039"/>
                    <a:pt x="172" y="980"/>
                  </a:cubicBezTo>
                  <a:cubicBezTo>
                    <a:pt x="181" y="942"/>
                    <a:pt x="178" y="905"/>
                    <a:pt x="172" y="873"/>
                  </a:cubicBezTo>
                  <a:cubicBezTo>
                    <a:pt x="169" y="861"/>
                    <a:pt x="164" y="839"/>
                    <a:pt x="164" y="838"/>
                  </a:cubicBezTo>
                  <a:cubicBezTo>
                    <a:pt x="157" y="817"/>
                    <a:pt x="157" y="817"/>
                    <a:pt x="157" y="817"/>
                  </a:cubicBezTo>
                  <a:cubicBezTo>
                    <a:pt x="152" y="798"/>
                    <a:pt x="152" y="798"/>
                    <a:pt x="152" y="798"/>
                  </a:cubicBezTo>
                  <a:cubicBezTo>
                    <a:pt x="147" y="782"/>
                    <a:pt x="147" y="759"/>
                    <a:pt x="146" y="734"/>
                  </a:cubicBezTo>
                  <a:cubicBezTo>
                    <a:pt x="146" y="696"/>
                    <a:pt x="145" y="657"/>
                    <a:pt x="130" y="636"/>
                  </a:cubicBezTo>
                  <a:cubicBezTo>
                    <a:pt x="113" y="612"/>
                    <a:pt x="107" y="559"/>
                    <a:pt x="103" y="527"/>
                  </a:cubicBezTo>
                  <a:cubicBezTo>
                    <a:pt x="102" y="514"/>
                    <a:pt x="102" y="514"/>
                    <a:pt x="102" y="514"/>
                  </a:cubicBezTo>
                  <a:cubicBezTo>
                    <a:pt x="102" y="513"/>
                    <a:pt x="100" y="489"/>
                    <a:pt x="98" y="478"/>
                  </a:cubicBezTo>
                  <a:cubicBezTo>
                    <a:pt x="95" y="468"/>
                    <a:pt x="93" y="458"/>
                    <a:pt x="94" y="448"/>
                  </a:cubicBezTo>
                  <a:cubicBezTo>
                    <a:pt x="94" y="448"/>
                    <a:pt x="94" y="448"/>
                    <a:pt x="94" y="448"/>
                  </a:cubicBezTo>
                  <a:cubicBezTo>
                    <a:pt x="95" y="442"/>
                    <a:pt x="97" y="439"/>
                    <a:pt x="97" y="433"/>
                  </a:cubicBezTo>
                  <a:cubicBezTo>
                    <a:pt x="107" y="405"/>
                    <a:pt x="126" y="383"/>
                    <a:pt x="146" y="360"/>
                  </a:cubicBezTo>
                  <a:cubicBezTo>
                    <a:pt x="147" y="359"/>
                    <a:pt x="148" y="361"/>
                    <a:pt x="148" y="365"/>
                  </a:cubicBezTo>
                  <a:cubicBezTo>
                    <a:pt x="146" y="389"/>
                    <a:pt x="146" y="426"/>
                    <a:pt x="148" y="437"/>
                  </a:cubicBezTo>
                  <a:cubicBezTo>
                    <a:pt x="149" y="483"/>
                    <a:pt x="155" y="517"/>
                    <a:pt x="161" y="544"/>
                  </a:cubicBezTo>
                  <a:cubicBezTo>
                    <a:pt x="161" y="544"/>
                    <a:pt x="160" y="544"/>
                    <a:pt x="160" y="545"/>
                  </a:cubicBezTo>
                  <a:cubicBezTo>
                    <a:pt x="161" y="553"/>
                    <a:pt x="160" y="566"/>
                    <a:pt x="159" y="579"/>
                  </a:cubicBezTo>
                  <a:cubicBezTo>
                    <a:pt x="157" y="608"/>
                    <a:pt x="155" y="641"/>
                    <a:pt x="166" y="652"/>
                  </a:cubicBezTo>
                  <a:cubicBezTo>
                    <a:pt x="167" y="653"/>
                    <a:pt x="168" y="653"/>
                    <a:pt x="168" y="653"/>
                  </a:cubicBezTo>
                  <a:cubicBezTo>
                    <a:pt x="169" y="652"/>
                    <a:pt x="169" y="651"/>
                    <a:pt x="168" y="650"/>
                  </a:cubicBezTo>
                  <a:cubicBezTo>
                    <a:pt x="158" y="640"/>
                    <a:pt x="161" y="606"/>
                    <a:pt x="162" y="579"/>
                  </a:cubicBezTo>
                  <a:cubicBezTo>
                    <a:pt x="163" y="570"/>
                    <a:pt x="164" y="561"/>
                    <a:pt x="164" y="554"/>
                  </a:cubicBezTo>
                  <a:cubicBezTo>
                    <a:pt x="168" y="572"/>
                    <a:pt x="173" y="586"/>
                    <a:pt x="177" y="599"/>
                  </a:cubicBezTo>
                  <a:cubicBezTo>
                    <a:pt x="180" y="606"/>
                    <a:pt x="180" y="606"/>
                    <a:pt x="180" y="606"/>
                  </a:cubicBezTo>
                  <a:cubicBezTo>
                    <a:pt x="187" y="627"/>
                    <a:pt x="187" y="672"/>
                    <a:pt x="187" y="702"/>
                  </a:cubicBezTo>
                  <a:cubicBezTo>
                    <a:pt x="187" y="722"/>
                    <a:pt x="187" y="732"/>
                    <a:pt x="188" y="734"/>
                  </a:cubicBezTo>
                  <a:cubicBezTo>
                    <a:pt x="188" y="735"/>
                    <a:pt x="189" y="735"/>
                    <a:pt x="190" y="735"/>
                  </a:cubicBezTo>
                  <a:cubicBezTo>
                    <a:pt x="191" y="734"/>
                    <a:pt x="191" y="734"/>
                    <a:pt x="191" y="733"/>
                  </a:cubicBezTo>
                  <a:cubicBezTo>
                    <a:pt x="190" y="731"/>
                    <a:pt x="190" y="717"/>
                    <a:pt x="190" y="702"/>
                  </a:cubicBezTo>
                  <a:cubicBezTo>
                    <a:pt x="190" y="672"/>
                    <a:pt x="190" y="626"/>
                    <a:pt x="183" y="605"/>
                  </a:cubicBezTo>
                  <a:cubicBezTo>
                    <a:pt x="180" y="598"/>
                    <a:pt x="180" y="598"/>
                    <a:pt x="180" y="598"/>
                  </a:cubicBezTo>
                  <a:cubicBezTo>
                    <a:pt x="170" y="568"/>
                    <a:pt x="156" y="527"/>
                    <a:pt x="152" y="456"/>
                  </a:cubicBezTo>
                  <a:cubicBezTo>
                    <a:pt x="158" y="480"/>
                    <a:pt x="169" y="505"/>
                    <a:pt x="183" y="514"/>
                  </a:cubicBezTo>
                  <a:cubicBezTo>
                    <a:pt x="184" y="515"/>
                    <a:pt x="185" y="514"/>
                    <a:pt x="185" y="514"/>
                  </a:cubicBezTo>
                  <a:cubicBezTo>
                    <a:pt x="186" y="513"/>
                    <a:pt x="185" y="512"/>
                    <a:pt x="185" y="512"/>
                  </a:cubicBezTo>
                  <a:cubicBezTo>
                    <a:pt x="168" y="500"/>
                    <a:pt x="156" y="466"/>
                    <a:pt x="151" y="438"/>
                  </a:cubicBezTo>
                  <a:cubicBezTo>
                    <a:pt x="150" y="416"/>
                    <a:pt x="150" y="392"/>
                    <a:pt x="151" y="365"/>
                  </a:cubicBezTo>
                  <a:cubicBezTo>
                    <a:pt x="151" y="360"/>
                    <a:pt x="153" y="358"/>
                    <a:pt x="153" y="351"/>
                  </a:cubicBezTo>
                  <a:cubicBezTo>
                    <a:pt x="161" y="343"/>
                    <a:pt x="167" y="334"/>
                    <a:pt x="174" y="326"/>
                  </a:cubicBezTo>
                  <a:cubicBezTo>
                    <a:pt x="174" y="326"/>
                    <a:pt x="180" y="319"/>
                    <a:pt x="185" y="315"/>
                  </a:cubicBezTo>
                  <a:cubicBezTo>
                    <a:pt x="196" y="306"/>
                    <a:pt x="214" y="293"/>
                    <a:pt x="219" y="289"/>
                  </a:cubicBezTo>
                  <a:cubicBezTo>
                    <a:pt x="228" y="281"/>
                    <a:pt x="228" y="281"/>
                    <a:pt x="228" y="281"/>
                  </a:cubicBezTo>
                  <a:cubicBezTo>
                    <a:pt x="229" y="281"/>
                    <a:pt x="229" y="280"/>
                    <a:pt x="229" y="279"/>
                  </a:cubicBezTo>
                  <a:cubicBezTo>
                    <a:pt x="228" y="279"/>
                    <a:pt x="227" y="278"/>
                    <a:pt x="226" y="279"/>
                  </a:cubicBezTo>
                  <a:cubicBezTo>
                    <a:pt x="217" y="285"/>
                    <a:pt x="217" y="285"/>
                    <a:pt x="217" y="285"/>
                  </a:cubicBezTo>
                  <a:cubicBezTo>
                    <a:pt x="207" y="291"/>
                    <a:pt x="191" y="300"/>
                    <a:pt x="181" y="310"/>
                  </a:cubicBezTo>
                  <a:cubicBezTo>
                    <a:pt x="182" y="309"/>
                    <a:pt x="182" y="308"/>
                    <a:pt x="183" y="307"/>
                  </a:cubicBezTo>
                  <a:cubicBezTo>
                    <a:pt x="185" y="300"/>
                    <a:pt x="185" y="300"/>
                    <a:pt x="185" y="300"/>
                  </a:cubicBezTo>
                  <a:cubicBezTo>
                    <a:pt x="188" y="294"/>
                    <a:pt x="191" y="289"/>
                    <a:pt x="195" y="284"/>
                  </a:cubicBezTo>
                  <a:cubicBezTo>
                    <a:pt x="199" y="278"/>
                    <a:pt x="203" y="273"/>
                    <a:pt x="206" y="264"/>
                  </a:cubicBezTo>
                  <a:cubicBezTo>
                    <a:pt x="206" y="264"/>
                    <a:pt x="206" y="264"/>
                    <a:pt x="206" y="264"/>
                  </a:cubicBezTo>
                  <a:cubicBezTo>
                    <a:pt x="215" y="255"/>
                    <a:pt x="224" y="244"/>
                    <a:pt x="229" y="234"/>
                  </a:cubicBezTo>
                  <a:cubicBezTo>
                    <a:pt x="230" y="233"/>
                    <a:pt x="229" y="232"/>
                    <a:pt x="229" y="232"/>
                  </a:cubicBezTo>
                  <a:close/>
                  <a:moveTo>
                    <a:pt x="160" y="84"/>
                  </a:moveTo>
                  <a:cubicBezTo>
                    <a:pt x="164" y="83"/>
                    <a:pt x="168" y="81"/>
                    <a:pt x="172" y="79"/>
                  </a:cubicBezTo>
                  <a:cubicBezTo>
                    <a:pt x="165" y="88"/>
                    <a:pt x="165" y="88"/>
                    <a:pt x="165" y="88"/>
                  </a:cubicBezTo>
                  <a:cubicBezTo>
                    <a:pt x="159" y="95"/>
                    <a:pt x="155" y="101"/>
                    <a:pt x="149" y="107"/>
                  </a:cubicBezTo>
                  <a:cubicBezTo>
                    <a:pt x="149" y="106"/>
                    <a:pt x="149" y="105"/>
                    <a:pt x="150" y="105"/>
                  </a:cubicBezTo>
                  <a:cubicBezTo>
                    <a:pt x="150" y="100"/>
                    <a:pt x="150" y="95"/>
                    <a:pt x="149" y="90"/>
                  </a:cubicBezTo>
                  <a:cubicBezTo>
                    <a:pt x="151" y="88"/>
                    <a:pt x="156" y="86"/>
                    <a:pt x="160" y="84"/>
                  </a:cubicBezTo>
                  <a:close/>
                  <a:moveTo>
                    <a:pt x="180" y="1503"/>
                  </a:moveTo>
                  <a:cubicBezTo>
                    <a:pt x="181" y="1513"/>
                    <a:pt x="183" y="1530"/>
                    <a:pt x="184" y="1531"/>
                  </a:cubicBezTo>
                  <a:cubicBezTo>
                    <a:pt x="184" y="1537"/>
                    <a:pt x="185" y="1542"/>
                    <a:pt x="185" y="1545"/>
                  </a:cubicBezTo>
                  <a:cubicBezTo>
                    <a:pt x="185" y="1548"/>
                    <a:pt x="185" y="1548"/>
                    <a:pt x="185" y="1548"/>
                  </a:cubicBezTo>
                  <a:cubicBezTo>
                    <a:pt x="184" y="1553"/>
                    <a:pt x="183" y="1560"/>
                    <a:pt x="182" y="1569"/>
                  </a:cubicBezTo>
                  <a:cubicBezTo>
                    <a:pt x="182" y="1569"/>
                    <a:pt x="182" y="1570"/>
                    <a:pt x="182" y="1570"/>
                  </a:cubicBezTo>
                  <a:cubicBezTo>
                    <a:pt x="179" y="1596"/>
                    <a:pt x="172" y="1632"/>
                    <a:pt x="155" y="1656"/>
                  </a:cubicBezTo>
                  <a:cubicBezTo>
                    <a:pt x="157" y="1643"/>
                    <a:pt x="154" y="1619"/>
                    <a:pt x="150" y="1593"/>
                  </a:cubicBezTo>
                  <a:cubicBezTo>
                    <a:pt x="149" y="1584"/>
                    <a:pt x="147" y="1576"/>
                    <a:pt x="147" y="1573"/>
                  </a:cubicBezTo>
                  <a:cubicBezTo>
                    <a:pt x="147" y="1560"/>
                    <a:pt x="149" y="1546"/>
                    <a:pt x="150" y="1533"/>
                  </a:cubicBezTo>
                  <a:cubicBezTo>
                    <a:pt x="152" y="1514"/>
                    <a:pt x="154" y="1493"/>
                    <a:pt x="151" y="1472"/>
                  </a:cubicBezTo>
                  <a:cubicBezTo>
                    <a:pt x="148" y="1449"/>
                    <a:pt x="142" y="1425"/>
                    <a:pt x="135" y="1403"/>
                  </a:cubicBezTo>
                  <a:cubicBezTo>
                    <a:pt x="127" y="1376"/>
                    <a:pt x="124" y="1351"/>
                    <a:pt x="121" y="1324"/>
                  </a:cubicBezTo>
                  <a:cubicBezTo>
                    <a:pt x="119" y="1310"/>
                    <a:pt x="119" y="1310"/>
                    <a:pt x="119" y="1310"/>
                  </a:cubicBezTo>
                  <a:cubicBezTo>
                    <a:pt x="114" y="1273"/>
                    <a:pt x="106" y="1237"/>
                    <a:pt x="99" y="1202"/>
                  </a:cubicBezTo>
                  <a:cubicBezTo>
                    <a:pt x="89" y="1157"/>
                    <a:pt x="79" y="1110"/>
                    <a:pt x="75" y="1062"/>
                  </a:cubicBezTo>
                  <a:cubicBezTo>
                    <a:pt x="75" y="1061"/>
                    <a:pt x="75" y="1060"/>
                    <a:pt x="75" y="1059"/>
                  </a:cubicBezTo>
                  <a:cubicBezTo>
                    <a:pt x="73" y="1026"/>
                    <a:pt x="73" y="1026"/>
                    <a:pt x="73" y="1026"/>
                  </a:cubicBezTo>
                  <a:cubicBezTo>
                    <a:pt x="72" y="996"/>
                    <a:pt x="70" y="962"/>
                    <a:pt x="63" y="923"/>
                  </a:cubicBezTo>
                  <a:cubicBezTo>
                    <a:pt x="63" y="913"/>
                    <a:pt x="61" y="906"/>
                    <a:pt x="60" y="897"/>
                  </a:cubicBezTo>
                  <a:cubicBezTo>
                    <a:pt x="58" y="884"/>
                    <a:pt x="57" y="871"/>
                    <a:pt x="57" y="850"/>
                  </a:cubicBezTo>
                  <a:cubicBezTo>
                    <a:pt x="57" y="848"/>
                    <a:pt x="57" y="847"/>
                    <a:pt x="56" y="845"/>
                  </a:cubicBezTo>
                  <a:cubicBezTo>
                    <a:pt x="57" y="845"/>
                    <a:pt x="57" y="845"/>
                    <a:pt x="56" y="844"/>
                  </a:cubicBezTo>
                  <a:cubicBezTo>
                    <a:pt x="56" y="833"/>
                    <a:pt x="55" y="824"/>
                    <a:pt x="54" y="813"/>
                  </a:cubicBezTo>
                  <a:cubicBezTo>
                    <a:pt x="52" y="794"/>
                    <a:pt x="51" y="770"/>
                    <a:pt x="52" y="730"/>
                  </a:cubicBezTo>
                  <a:cubicBezTo>
                    <a:pt x="53" y="672"/>
                    <a:pt x="66" y="608"/>
                    <a:pt x="75" y="561"/>
                  </a:cubicBezTo>
                  <a:cubicBezTo>
                    <a:pt x="77" y="551"/>
                    <a:pt x="79" y="542"/>
                    <a:pt x="81" y="533"/>
                  </a:cubicBezTo>
                  <a:cubicBezTo>
                    <a:pt x="80" y="551"/>
                    <a:pt x="79" y="572"/>
                    <a:pt x="80" y="596"/>
                  </a:cubicBezTo>
                  <a:cubicBezTo>
                    <a:pt x="82" y="654"/>
                    <a:pt x="88" y="703"/>
                    <a:pt x="94" y="745"/>
                  </a:cubicBezTo>
                  <a:cubicBezTo>
                    <a:pt x="97" y="774"/>
                    <a:pt x="100" y="799"/>
                    <a:pt x="102" y="822"/>
                  </a:cubicBezTo>
                  <a:cubicBezTo>
                    <a:pt x="101" y="836"/>
                    <a:pt x="110" y="907"/>
                    <a:pt x="117" y="946"/>
                  </a:cubicBezTo>
                  <a:cubicBezTo>
                    <a:pt x="124" y="992"/>
                    <a:pt x="131" y="1038"/>
                    <a:pt x="132" y="1077"/>
                  </a:cubicBezTo>
                  <a:cubicBezTo>
                    <a:pt x="133" y="1144"/>
                    <a:pt x="138" y="1265"/>
                    <a:pt x="149" y="1342"/>
                  </a:cubicBezTo>
                  <a:cubicBezTo>
                    <a:pt x="155" y="1378"/>
                    <a:pt x="163" y="1416"/>
                    <a:pt x="170" y="1449"/>
                  </a:cubicBezTo>
                  <a:cubicBezTo>
                    <a:pt x="174" y="1469"/>
                    <a:pt x="178" y="1488"/>
                    <a:pt x="180" y="1503"/>
                  </a:cubicBezTo>
                  <a:close/>
                  <a:moveTo>
                    <a:pt x="96" y="514"/>
                  </a:moveTo>
                  <a:cubicBezTo>
                    <a:pt x="96" y="515"/>
                    <a:pt x="96" y="515"/>
                    <a:pt x="96" y="515"/>
                  </a:cubicBezTo>
                  <a:cubicBezTo>
                    <a:pt x="97" y="528"/>
                    <a:pt x="97" y="528"/>
                    <a:pt x="97" y="528"/>
                  </a:cubicBezTo>
                  <a:cubicBezTo>
                    <a:pt x="101" y="562"/>
                    <a:pt x="106" y="615"/>
                    <a:pt x="123" y="640"/>
                  </a:cubicBezTo>
                  <a:cubicBezTo>
                    <a:pt x="138" y="660"/>
                    <a:pt x="141" y="697"/>
                    <a:pt x="142" y="734"/>
                  </a:cubicBezTo>
                  <a:cubicBezTo>
                    <a:pt x="142" y="759"/>
                    <a:pt x="143" y="783"/>
                    <a:pt x="147" y="799"/>
                  </a:cubicBezTo>
                  <a:cubicBezTo>
                    <a:pt x="153" y="818"/>
                    <a:pt x="153" y="818"/>
                    <a:pt x="153" y="818"/>
                  </a:cubicBezTo>
                  <a:cubicBezTo>
                    <a:pt x="157" y="830"/>
                    <a:pt x="157" y="830"/>
                    <a:pt x="157" y="830"/>
                  </a:cubicBezTo>
                  <a:cubicBezTo>
                    <a:pt x="157" y="830"/>
                    <a:pt x="157" y="836"/>
                    <a:pt x="157" y="837"/>
                  </a:cubicBezTo>
                  <a:cubicBezTo>
                    <a:pt x="157" y="843"/>
                    <a:pt x="158" y="849"/>
                    <a:pt x="159" y="854"/>
                  </a:cubicBezTo>
                  <a:cubicBezTo>
                    <a:pt x="161" y="864"/>
                    <a:pt x="161" y="864"/>
                    <a:pt x="161" y="864"/>
                  </a:cubicBezTo>
                  <a:cubicBezTo>
                    <a:pt x="163" y="878"/>
                    <a:pt x="161" y="893"/>
                    <a:pt x="156" y="907"/>
                  </a:cubicBezTo>
                  <a:cubicBezTo>
                    <a:pt x="156" y="907"/>
                    <a:pt x="153" y="913"/>
                    <a:pt x="153" y="913"/>
                  </a:cubicBezTo>
                  <a:cubicBezTo>
                    <a:pt x="152" y="917"/>
                    <a:pt x="150" y="922"/>
                    <a:pt x="149" y="927"/>
                  </a:cubicBezTo>
                  <a:cubicBezTo>
                    <a:pt x="149" y="930"/>
                    <a:pt x="149" y="933"/>
                    <a:pt x="149" y="936"/>
                  </a:cubicBezTo>
                  <a:cubicBezTo>
                    <a:pt x="150" y="940"/>
                    <a:pt x="150" y="944"/>
                    <a:pt x="148" y="949"/>
                  </a:cubicBezTo>
                  <a:cubicBezTo>
                    <a:pt x="148" y="950"/>
                    <a:pt x="148" y="950"/>
                    <a:pt x="149" y="951"/>
                  </a:cubicBezTo>
                  <a:cubicBezTo>
                    <a:pt x="149" y="951"/>
                    <a:pt x="150" y="951"/>
                    <a:pt x="151" y="950"/>
                  </a:cubicBezTo>
                  <a:cubicBezTo>
                    <a:pt x="153" y="945"/>
                    <a:pt x="153" y="940"/>
                    <a:pt x="152" y="936"/>
                  </a:cubicBezTo>
                  <a:cubicBezTo>
                    <a:pt x="152" y="933"/>
                    <a:pt x="152" y="930"/>
                    <a:pt x="152" y="927"/>
                  </a:cubicBezTo>
                  <a:cubicBezTo>
                    <a:pt x="153" y="922"/>
                    <a:pt x="154" y="918"/>
                    <a:pt x="156" y="914"/>
                  </a:cubicBezTo>
                  <a:cubicBezTo>
                    <a:pt x="159" y="908"/>
                    <a:pt x="159" y="908"/>
                    <a:pt x="159" y="908"/>
                  </a:cubicBezTo>
                  <a:cubicBezTo>
                    <a:pt x="164" y="894"/>
                    <a:pt x="166" y="879"/>
                    <a:pt x="164" y="864"/>
                  </a:cubicBezTo>
                  <a:cubicBezTo>
                    <a:pt x="162" y="853"/>
                    <a:pt x="162" y="853"/>
                    <a:pt x="162" y="853"/>
                  </a:cubicBezTo>
                  <a:cubicBezTo>
                    <a:pt x="161" y="849"/>
                    <a:pt x="160" y="844"/>
                    <a:pt x="160" y="840"/>
                  </a:cubicBezTo>
                  <a:cubicBezTo>
                    <a:pt x="160" y="840"/>
                    <a:pt x="160" y="840"/>
                    <a:pt x="161" y="841"/>
                  </a:cubicBezTo>
                  <a:cubicBezTo>
                    <a:pt x="171" y="878"/>
                    <a:pt x="182" y="928"/>
                    <a:pt x="169" y="980"/>
                  </a:cubicBezTo>
                  <a:cubicBezTo>
                    <a:pt x="155" y="1038"/>
                    <a:pt x="164" y="1077"/>
                    <a:pt x="173" y="1114"/>
                  </a:cubicBezTo>
                  <a:cubicBezTo>
                    <a:pt x="174" y="1114"/>
                    <a:pt x="174" y="1115"/>
                    <a:pt x="174" y="1115"/>
                  </a:cubicBezTo>
                  <a:cubicBezTo>
                    <a:pt x="173" y="1115"/>
                    <a:pt x="173" y="1116"/>
                    <a:pt x="173" y="1116"/>
                  </a:cubicBezTo>
                  <a:cubicBezTo>
                    <a:pt x="173" y="1122"/>
                    <a:pt x="174" y="1130"/>
                    <a:pt x="175" y="1138"/>
                  </a:cubicBezTo>
                  <a:cubicBezTo>
                    <a:pt x="176" y="1152"/>
                    <a:pt x="178" y="1167"/>
                    <a:pt x="176" y="1175"/>
                  </a:cubicBezTo>
                  <a:cubicBezTo>
                    <a:pt x="172" y="1187"/>
                    <a:pt x="172" y="1187"/>
                    <a:pt x="172" y="1187"/>
                  </a:cubicBezTo>
                  <a:cubicBezTo>
                    <a:pt x="169" y="1196"/>
                    <a:pt x="166" y="1205"/>
                    <a:pt x="166" y="1208"/>
                  </a:cubicBezTo>
                  <a:cubicBezTo>
                    <a:pt x="166" y="1215"/>
                    <a:pt x="164" y="1221"/>
                    <a:pt x="161" y="1227"/>
                  </a:cubicBezTo>
                  <a:cubicBezTo>
                    <a:pt x="159" y="1232"/>
                    <a:pt x="157" y="1238"/>
                    <a:pt x="156" y="1244"/>
                  </a:cubicBezTo>
                  <a:cubicBezTo>
                    <a:pt x="156" y="1248"/>
                    <a:pt x="156" y="1252"/>
                    <a:pt x="156" y="1255"/>
                  </a:cubicBezTo>
                  <a:cubicBezTo>
                    <a:pt x="156" y="1262"/>
                    <a:pt x="157" y="1268"/>
                    <a:pt x="152" y="1277"/>
                  </a:cubicBezTo>
                  <a:cubicBezTo>
                    <a:pt x="152" y="1277"/>
                    <a:pt x="152" y="1278"/>
                    <a:pt x="153" y="1279"/>
                  </a:cubicBezTo>
                  <a:cubicBezTo>
                    <a:pt x="153" y="1279"/>
                    <a:pt x="154" y="1279"/>
                    <a:pt x="155" y="1278"/>
                  </a:cubicBezTo>
                  <a:cubicBezTo>
                    <a:pt x="160" y="1269"/>
                    <a:pt x="159" y="1262"/>
                    <a:pt x="159" y="1255"/>
                  </a:cubicBezTo>
                  <a:cubicBezTo>
                    <a:pt x="159" y="1252"/>
                    <a:pt x="159" y="1248"/>
                    <a:pt x="159" y="1244"/>
                  </a:cubicBezTo>
                  <a:cubicBezTo>
                    <a:pt x="160" y="1239"/>
                    <a:pt x="162" y="1233"/>
                    <a:pt x="164" y="1228"/>
                  </a:cubicBezTo>
                  <a:cubicBezTo>
                    <a:pt x="166" y="1222"/>
                    <a:pt x="169" y="1215"/>
                    <a:pt x="169" y="1208"/>
                  </a:cubicBezTo>
                  <a:cubicBezTo>
                    <a:pt x="169" y="1205"/>
                    <a:pt x="172" y="1196"/>
                    <a:pt x="175" y="1188"/>
                  </a:cubicBezTo>
                  <a:cubicBezTo>
                    <a:pt x="178" y="1176"/>
                    <a:pt x="178" y="1176"/>
                    <a:pt x="178" y="1176"/>
                  </a:cubicBezTo>
                  <a:cubicBezTo>
                    <a:pt x="181" y="1167"/>
                    <a:pt x="179" y="1152"/>
                    <a:pt x="178" y="1138"/>
                  </a:cubicBezTo>
                  <a:cubicBezTo>
                    <a:pt x="177" y="1134"/>
                    <a:pt x="177" y="1131"/>
                    <a:pt x="177" y="1127"/>
                  </a:cubicBezTo>
                  <a:cubicBezTo>
                    <a:pt x="180" y="1142"/>
                    <a:pt x="180" y="1142"/>
                    <a:pt x="180" y="1142"/>
                  </a:cubicBezTo>
                  <a:cubicBezTo>
                    <a:pt x="188" y="1182"/>
                    <a:pt x="188" y="1184"/>
                    <a:pt x="187" y="1209"/>
                  </a:cubicBezTo>
                  <a:cubicBezTo>
                    <a:pt x="186" y="1222"/>
                    <a:pt x="186" y="1222"/>
                    <a:pt x="186" y="1222"/>
                  </a:cubicBezTo>
                  <a:cubicBezTo>
                    <a:pt x="186" y="1239"/>
                    <a:pt x="186" y="1239"/>
                    <a:pt x="186" y="1239"/>
                  </a:cubicBezTo>
                  <a:cubicBezTo>
                    <a:pt x="185" y="1262"/>
                    <a:pt x="181" y="1296"/>
                    <a:pt x="177" y="1328"/>
                  </a:cubicBezTo>
                  <a:cubicBezTo>
                    <a:pt x="173" y="1355"/>
                    <a:pt x="170" y="1380"/>
                    <a:pt x="169" y="1396"/>
                  </a:cubicBezTo>
                  <a:cubicBezTo>
                    <a:pt x="169" y="1407"/>
                    <a:pt x="170" y="1421"/>
                    <a:pt x="171" y="1436"/>
                  </a:cubicBezTo>
                  <a:cubicBezTo>
                    <a:pt x="165" y="1406"/>
                    <a:pt x="158" y="1374"/>
                    <a:pt x="154" y="1342"/>
                  </a:cubicBezTo>
                  <a:cubicBezTo>
                    <a:pt x="142" y="1266"/>
                    <a:pt x="139" y="1143"/>
                    <a:pt x="138" y="1077"/>
                  </a:cubicBezTo>
                  <a:cubicBezTo>
                    <a:pt x="137" y="1038"/>
                    <a:pt x="130" y="991"/>
                    <a:pt x="122" y="945"/>
                  </a:cubicBezTo>
                  <a:cubicBezTo>
                    <a:pt x="116" y="906"/>
                    <a:pt x="111" y="840"/>
                    <a:pt x="111" y="839"/>
                  </a:cubicBezTo>
                  <a:cubicBezTo>
                    <a:pt x="110" y="811"/>
                    <a:pt x="106" y="780"/>
                    <a:pt x="102" y="744"/>
                  </a:cubicBezTo>
                  <a:cubicBezTo>
                    <a:pt x="96" y="702"/>
                    <a:pt x="90" y="653"/>
                    <a:pt x="88" y="596"/>
                  </a:cubicBezTo>
                  <a:cubicBezTo>
                    <a:pt x="86" y="536"/>
                    <a:pt x="88" y="501"/>
                    <a:pt x="92" y="471"/>
                  </a:cubicBezTo>
                  <a:cubicBezTo>
                    <a:pt x="92" y="474"/>
                    <a:pt x="93" y="477"/>
                    <a:pt x="93" y="479"/>
                  </a:cubicBezTo>
                  <a:cubicBezTo>
                    <a:pt x="96" y="490"/>
                    <a:pt x="95" y="514"/>
                    <a:pt x="96" y="514"/>
                  </a:cubicBezTo>
                  <a:close/>
                  <a:moveTo>
                    <a:pt x="202" y="232"/>
                  </a:moveTo>
                  <a:cubicBezTo>
                    <a:pt x="200" y="238"/>
                    <a:pt x="196" y="244"/>
                    <a:pt x="191" y="251"/>
                  </a:cubicBezTo>
                  <a:cubicBezTo>
                    <a:pt x="186" y="259"/>
                    <a:pt x="181" y="267"/>
                    <a:pt x="178" y="275"/>
                  </a:cubicBezTo>
                  <a:cubicBezTo>
                    <a:pt x="178" y="267"/>
                    <a:pt x="179" y="259"/>
                    <a:pt x="181" y="251"/>
                  </a:cubicBezTo>
                  <a:cubicBezTo>
                    <a:pt x="187" y="245"/>
                    <a:pt x="195" y="238"/>
                    <a:pt x="202" y="232"/>
                  </a:cubicBezTo>
                  <a:close/>
                  <a:moveTo>
                    <a:pt x="179" y="246"/>
                  </a:moveTo>
                  <a:cubicBezTo>
                    <a:pt x="178" y="247"/>
                    <a:pt x="178" y="249"/>
                    <a:pt x="177" y="250"/>
                  </a:cubicBezTo>
                  <a:cubicBezTo>
                    <a:pt x="177" y="250"/>
                    <a:pt x="177" y="251"/>
                    <a:pt x="177" y="251"/>
                  </a:cubicBezTo>
                  <a:cubicBezTo>
                    <a:pt x="173" y="255"/>
                    <a:pt x="169" y="259"/>
                    <a:pt x="166" y="262"/>
                  </a:cubicBezTo>
                  <a:cubicBezTo>
                    <a:pt x="169" y="248"/>
                    <a:pt x="173" y="235"/>
                    <a:pt x="183" y="224"/>
                  </a:cubicBezTo>
                  <a:cubicBezTo>
                    <a:pt x="182" y="231"/>
                    <a:pt x="180" y="238"/>
                    <a:pt x="179" y="246"/>
                  </a:cubicBezTo>
                  <a:close/>
                  <a:moveTo>
                    <a:pt x="164" y="274"/>
                  </a:moveTo>
                  <a:cubicBezTo>
                    <a:pt x="164" y="272"/>
                    <a:pt x="164" y="272"/>
                    <a:pt x="164" y="272"/>
                  </a:cubicBezTo>
                  <a:cubicBezTo>
                    <a:pt x="164" y="272"/>
                    <a:pt x="165" y="271"/>
                    <a:pt x="165" y="270"/>
                  </a:cubicBezTo>
                  <a:cubicBezTo>
                    <a:pt x="166" y="269"/>
                    <a:pt x="177" y="257"/>
                    <a:pt x="177" y="258"/>
                  </a:cubicBezTo>
                  <a:cubicBezTo>
                    <a:pt x="175" y="267"/>
                    <a:pt x="174" y="277"/>
                    <a:pt x="173" y="286"/>
                  </a:cubicBezTo>
                  <a:cubicBezTo>
                    <a:pt x="173" y="287"/>
                    <a:pt x="164" y="297"/>
                    <a:pt x="159" y="301"/>
                  </a:cubicBezTo>
                  <a:cubicBezTo>
                    <a:pt x="159" y="301"/>
                    <a:pt x="162" y="282"/>
                    <a:pt x="164" y="274"/>
                  </a:cubicBezTo>
                  <a:close/>
                  <a:moveTo>
                    <a:pt x="153" y="304"/>
                  </a:moveTo>
                  <a:cubicBezTo>
                    <a:pt x="153" y="304"/>
                    <a:pt x="148" y="310"/>
                    <a:pt x="140" y="319"/>
                  </a:cubicBezTo>
                  <a:cubicBezTo>
                    <a:pt x="132" y="329"/>
                    <a:pt x="123" y="341"/>
                    <a:pt x="123" y="341"/>
                  </a:cubicBezTo>
                  <a:cubicBezTo>
                    <a:pt x="134" y="318"/>
                    <a:pt x="145" y="298"/>
                    <a:pt x="157" y="279"/>
                  </a:cubicBezTo>
                  <a:cubicBezTo>
                    <a:pt x="156" y="288"/>
                    <a:pt x="155" y="296"/>
                    <a:pt x="153" y="304"/>
                  </a:cubicBezTo>
                  <a:close/>
                  <a:moveTo>
                    <a:pt x="195" y="209"/>
                  </a:moveTo>
                  <a:cubicBezTo>
                    <a:pt x="191" y="216"/>
                    <a:pt x="188" y="223"/>
                    <a:pt x="185" y="230"/>
                  </a:cubicBezTo>
                  <a:cubicBezTo>
                    <a:pt x="185" y="227"/>
                    <a:pt x="186" y="223"/>
                    <a:pt x="187" y="220"/>
                  </a:cubicBezTo>
                  <a:cubicBezTo>
                    <a:pt x="188" y="217"/>
                    <a:pt x="191" y="213"/>
                    <a:pt x="195" y="209"/>
                  </a:cubicBezTo>
                  <a:close/>
                  <a:moveTo>
                    <a:pt x="184" y="218"/>
                  </a:moveTo>
                  <a:cubicBezTo>
                    <a:pt x="177" y="225"/>
                    <a:pt x="172" y="233"/>
                    <a:pt x="169" y="242"/>
                  </a:cubicBezTo>
                  <a:cubicBezTo>
                    <a:pt x="172" y="226"/>
                    <a:pt x="172" y="226"/>
                    <a:pt x="172" y="226"/>
                  </a:cubicBezTo>
                  <a:cubicBezTo>
                    <a:pt x="172" y="223"/>
                    <a:pt x="172" y="217"/>
                    <a:pt x="173" y="211"/>
                  </a:cubicBezTo>
                  <a:cubicBezTo>
                    <a:pt x="173" y="211"/>
                    <a:pt x="173" y="211"/>
                    <a:pt x="173" y="211"/>
                  </a:cubicBezTo>
                  <a:cubicBezTo>
                    <a:pt x="174" y="208"/>
                    <a:pt x="174" y="208"/>
                    <a:pt x="174" y="208"/>
                  </a:cubicBezTo>
                  <a:cubicBezTo>
                    <a:pt x="178" y="199"/>
                    <a:pt x="184" y="186"/>
                    <a:pt x="196" y="177"/>
                  </a:cubicBezTo>
                  <a:cubicBezTo>
                    <a:pt x="193" y="185"/>
                    <a:pt x="189" y="199"/>
                    <a:pt x="184" y="218"/>
                  </a:cubicBezTo>
                  <a:close/>
                  <a:moveTo>
                    <a:pt x="180" y="179"/>
                  </a:moveTo>
                  <a:cubicBezTo>
                    <a:pt x="185" y="176"/>
                    <a:pt x="190" y="175"/>
                    <a:pt x="194" y="174"/>
                  </a:cubicBezTo>
                  <a:cubicBezTo>
                    <a:pt x="184" y="182"/>
                    <a:pt x="178" y="192"/>
                    <a:pt x="174" y="202"/>
                  </a:cubicBezTo>
                  <a:cubicBezTo>
                    <a:pt x="175" y="195"/>
                    <a:pt x="176" y="188"/>
                    <a:pt x="177" y="181"/>
                  </a:cubicBezTo>
                  <a:cubicBezTo>
                    <a:pt x="178" y="180"/>
                    <a:pt x="179" y="179"/>
                    <a:pt x="180" y="179"/>
                  </a:cubicBezTo>
                  <a:close/>
                  <a:moveTo>
                    <a:pt x="187" y="138"/>
                  </a:moveTo>
                  <a:cubicBezTo>
                    <a:pt x="187" y="138"/>
                    <a:pt x="193" y="136"/>
                    <a:pt x="194" y="135"/>
                  </a:cubicBezTo>
                  <a:cubicBezTo>
                    <a:pt x="189" y="140"/>
                    <a:pt x="185" y="147"/>
                    <a:pt x="182" y="153"/>
                  </a:cubicBezTo>
                  <a:cubicBezTo>
                    <a:pt x="183" y="148"/>
                    <a:pt x="184" y="143"/>
                    <a:pt x="185" y="139"/>
                  </a:cubicBezTo>
                  <a:lnTo>
                    <a:pt x="187" y="138"/>
                  </a:lnTo>
                  <a:close/>
                  <a:moveTo>
                    <a:pt x="167" y="123"/>
                  </a:moveTo>
                  <a:cubicBezTo>
                    <a:pt x="177" y="115"/>
                    <a:pt x="187" y="107"/>
                    <a:pt x="194" y="102"/>
                  </a:cubicBezTo>
                  <a:cubicBezTo>
                    <a:pt x="189" y="110"/>
                    <a:pt x="185" y="123"/>
                    <a:pt x="182" y="136"/>
                  </a:cubicBezTo>
                  <a:cubicBezTo>
                    <a:pt x="174" y="140"/>
                    <a:pt x="156" y="147"/>
                    <a:pt x="156" y="147"/>
                  </a:cubicBezTo>
                  <a:cubicBezTo>
                    <a:pt x="156" y="148"/>
                    <a:pt x="156" y="148"/>
                    <a:pt x="156" y="148"/>
                  </a:cubicBezTo>
                  <a:cubicBezTo>
                    <a:pt x="160" y="137"/>
                    <a:pt x="163" y="128"/>
                    <a:pt x="167" y="123"/>
                  </a:cubicBezTo>
                  <a:close/>
                  <a:moveTo>
                    <a:pt x="112" y="175"/>
                  </a:moveTo>
                  <a:cubicBezTo>
                    <a:pt x="109" y="177"/>
                    <a:pt x="106" y="180"/>
                    <a:pt x="105" y="183"/>
                  </a:cubicBezTo>
                  <a:cubicBezTo>
                    <a:pt x="105" y="183"/>
                    <a:pt x="105" y="183"/>
                    <a:pt x="105" y="184"/>
                  </a:cubicBezTo>
                  <a:cubicBezTo>
                    <a:pt x="104" y="184"/>
                    <a:pt x="104" y="184"/>
                    <a:pt x="104" y="185"/>
                  </a:cubicBezTo>
                  <a:cubicBezTo>
                    <a:pt x="106" y="180"/>
                    <a:pt x="107" y="176"/>
                    <a:pt x="108" y="171"/>
                  </a:cubicBezTo>
                  <a:cubicBezTo>
                    <a:pt x="110" y="163"/>
                    <a:pt x="113" y="155"/>
                    <a:pt x="116" y="148"/>
                  </a:cubicBezTo>
                  <a:cubicBezTo>
                    <a:pt x="122" y="138"/>
                    <a:pt x="130" y="131"/>
                    <a:pt x="138" y="123"/>
                  </a:cubicBezTo>
                  <a:cubicBezTo>
                    <a:pt x="141" y="120"/>
                    <a:pt x="141" y="120"/>
                    <a:pt x="141" y="120"/>
                  </a:cubicBezTo>
                  <a:cubicBezTo>
                    <a:pt x="140" y="121"/>
                    <a:pt x="140" y="121"/>
                    <a:pt x="139" y="122"/>
                  </a:cubicBezTo>
                  <a:cubicBezTo>
                    <a:pt x="135" y="131"/>
                    <a:pt x="130" y="141"/>
                    <a:pt x="133" y="151"/>
                  </a:cubicBezTo>
                  <a:cubicBezTo>
                    <a:pt x="126" y="158"/>
                    <a:pt x="118" y="166"/>
                    <a:pt x="112" y="175"/>
                  </a:cubicBezTo>
                  <a:close/>
                  <a:moveTo>
                    <a:pt x="147" y="151"/>
                  </a:moveTo>
                  <a:cubicBezTo>
                    <a:pt x="141" y="155"/>
                    <a:pt x="132" y="159"/>
                    <a:pt x="124" y="165"/>
                  </a:cubicBezTo>
                  <a:cubicBezTo>
                    <a:pt x="135" y="152"/>
                    <a:pt x="148" y="140"/>
                    <a:pt x="160" y="129"/>
                  </a:cubicBezTo>
                  <a:cubicBezTo>
                    <a:pt x="157" y="135"/>
                    <a:pt x="155" y="141"/>
                    <a:pt x="152" y="149"/>
                  </a:cubicBezTo>
                  <a:lnTo>
                    <a:pt x="147" y="151"/>
                  </a:lnTo>
                  <a:close/>
                  <a:moveTo>
                    <a:pt x="136" y="214"/>
                  </a:moveTo>
                  <a:cubicBezTo>
                    <a:pt x="142" y="194"/>
                    <a:pt x="150" y="169"/>
                    <a:pt x="156" y="150"/>
                  </a:cubicBezTo>
                  <a:cubicBezTo>
                    <a:pt x="159" y="149"/>
                    <a:pt x="159" y="149"/>
                    <a:pt x="159" y="149"/>
                  </a:cubicBezTo>
                  <a:cubicBezTo>
                    <a:pt x="181" y="140"/>
                    <a:pt x="181" y="140"/>
                    <a:pt x="181" y="140"/>
                  </a:cubicBezTo>
                  <a:cubicBezTo>
                    <a:pt x="179" y="149"/>
                    <a:pt x="177" y="158"/>
                    <a:pt x="176" y="167"/>
                  </a:cubicBezTo>
                  <a:cubicBezTo>
                    <a:pt x="175" y="169"/>
                    <a:pt x="175" y="171"/>
                    <a:pt x="175" y="173"/>
                  </a:cubicBezTo>
                  <a:cubicBezTo>
                    <a:pt x="174" y="173"/>
                    <a:pt x="175" y="173"/>
                    <a:pt x="175" y="174"/>
                  </a:cubicBezTo>
                  <a:cubicBezTo>
                    <a:pt x="175" y="176"/>
                    <a:pt x="174" y="177"/>
                    <a:pt x="174" y="179"/>
                  </a:cubicBezTo>
                  <a:cubicBezTo>
                    <a:pt x="172" y="180"/>
                    <a:pt x="171" y="181"/>
                    <a:pt x="171" y="182"/>
                  </a:cubicBezTo>
                  <a:cubicBezTo>
                    <a:pt x="159" y="189"/>
                    <a:pt x="144" y="208"/>
                    <a:pt x="135" y="221"/>
                  </a:cubicBezTo>
                  <a:lnTo>
                    <a:pt x="136" y="214"/>
                  </a:lnTo>
                  <a:close/>
                  <a:moveTo>
                    <a:pt x="134" y="234"/>
                  </a:moveTo>
                  <a:cubicBezTo>
                    <a:pt x="134" y="232"/>
                    <a:pt x="159" y="193"/>
                    <a:pt x="173" y="184"/>
                  </a:cubicBezTo>
                  <a:cubicBezTo>
                    <a:pt x="173" y="184"/>
                    <a:pt x="173" y="184"/>
                    <a:pt x="173" y="183"/>
                  </a:cubicBezTo>
                  <a:cubicBezTo>
                    <a:pt x="170" y="207"/>
                    <a:pt x="160" y="264"/>
                    <a:pt x="159" y="265"/>
                  </a:cubicBezTo>
                  <a:cubicBezTo>
                    <a:pt x="137" y="295"/>
                    <a:pt x="115" y="335"/>
                    <a:pt x="101" y="373"/>
                  </a:cubicBezTo>
                  <a:cubicBezTo>
                    <a:pt x="105" y="330"/>
                    <a:pt x="114" y="278"/>
                    <a:pt x="134" y="234"/>
                  </a:cubicBezTo>
                  <a:close/>
                  <a:moveTo>
                    <a:pt x="148" y="349"/>
                  </a:moveTo>
                  <a:cubicBezTo>
                    <a:pt x="128" y="371"/>
                    <a:pt x="109" y="393"/>
                    <a:pt x="97" y="420"/>
                  </a:cubicBezTo>
                  <a:cubicBezTo>
                    <a:pt x="97" y="418"/>
                    <a:pt x="97" y="417"/>
                    <a:pt x="98" y="415"/>
                  </a:cubicBezTo>
                  <a:cubicBezTo>
                    <a:pt x="100" y="399"/>
                    <a:pt x="106" y="381"/>
                    <a:pt x="113" y="362"/>
                  </a:cubicBezTo>
                  <a:cubicBezTo>
                    <a:pt x="125" y="342"/>
                    <a:pt x="138" y="327"/>
                    <a:pt x="154" y="311"/>
                  </a:cubicBezTo>
                  <a:cubicBezTo>
                    <a:pt x="151" y="325"/>
                    <a:pt x="149" y="337"/>
                    <a:pt x="148" y="349"/>
                  </a:cubicBezTo>
                  <a:close/>
                  <a:moveTo>
                    <a:pt x="190" y="284"/>
                  </a:moveTo>
                  <a:cubicBezTo>
                    <a:pt x="187" y="289"/>
                    <a:pt x="184" y="293"/>
                    <a:pt x="181" y="299"/>
                  </a:cubicBezTo>
                  <a:cubicBezTo>
                    <a:pt x="178" y="307"/>
                    <a:pt x="178" y="307"/>
                    <a:pt x="178" y="307"/>
                  </a:cubicBezTo>
                  <a:cubicBezTo>
                    <a:pt x="176" y="312"/>
                    <a:pt x="176" y="315"/>
                    <a:pt x="172" y="320"/>
                  </a:cubicBezTo>
                  <a:cubicBezTo>
                    <a:pt x="172" y="320"/>
                    <a:pt x="172" y="320"/>
                    <a:pt x="172" y="321"/>
                  </a:cubicBezTo>
                  <a:cubicBezTo>
                    <a:pt x="166" y="328"/>
                    <a:pt x="162" y="334"/>
                    <a:pt x="155" y="341"/>
                  </a:cubicBezTo>
                  <a:cubicBezTo>
                    <a:pt x="156" y="330"/>
                    <a:pt x="157" y="319"/>
                    <a:pt x="159" y="305"/>
                  </a:cubicBezTo>
                  <a:cubicBezTo>
                    <a:pt x="165" y="300"/>
                    <a:pt x="169" y="295"/>
                    <a:pt x="176" y="290"/>
                  </a:cubicBezTo>
                  <a:cubicBezTo>
                    <a:pt x="176" y="290"/>
                    <a:pt x="176" y="290"/>
                    <a:pt x="176" y="290"/>
                  </a:cubicBezTo>
                  <a:cubicBezTo>
                    <a:pt x="176" y="290"/>
                    <a:pt x="176" y="290"/>
                    <a:pt x="176" y="290"/>
                  </a:cubicBezTo>
                  <a:cubicBezTo>
                    <a:pt x="176" y="290"/>
                    <a:pt x="176" y="290"/>
                    <a:pt x="176" y="290"/>
                  </a:cubicBezTo>
                  <a:cubicBezTo>
                    <a:pt x="177" y="290"/>
                    <a:pt x="177" y="289"/>
                    <a:pt x="177" y="288"/>
                  </a:cubicBezTo>
                  <a:cubicBezTo>
                    <a:pt x="177" y="288"/>
                    <a:pt x="177" y="288"/>
                    <a:pt x="177" y="288"/>
                  </a:cubicBezTo>
                  <a:cubicBezTo>
                    <a:pt x="179" y="287"/>
                    <a:pt x="179" y="287"/>
                    <a:pt x="179" y="287"/>
                  </a:cubicBezTo>
                  <a:cubicBezTo>
                    <a:pt x="185" y="282"/>
                    <a:pt x="190" y="278"/>
                    <a:pt x="197" y="271"/>
                  </a:cubicBezTo>
                  <a:cubicBezTo>
                    <a:pt x="195" y="277"/>
                    <a:pt x="194" y="279"/>
                    <a:pt x="190" y="284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6" name="Freeform 252">
              <a:extLst>
                <a:ext uri="{FF2B5EF4-FFF2-40B4-BE49-F238E27FC236}">
                  <a16:creationId xmlns:a16="http://schemas.microsoft.com/office/drawing/2014/main" id="{76215AE0-C49E-4F49-877F-EF2F43DF4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024"/>
              <a:ext cx="44" cy="17"/>
            </a:xfrm>
            <a:custGeom>
              <a:avLst/>
              <a:gdLst>
                <a:gd name="T0" fmla="*/ 76 w 33"/>
                <a:gd name="T1" fmla="*/ 0 h 13"/>
                <a:gd name="T2" fmla="*/ 44 w 33"/>
                <a:gd name="T3" fmla="*/ 9 h 13"/>
                <a:gd name="T4" fmla="*/ 5 w 33"/>
                <a:gd name="T5" fmla="*/ 17 h 13"/>
                <a:gd name="T6" fmla="*/ 0 w 33"/>
                <a:gd name="T7" fmla="*/ 21 h 13"/>
                <a:gd name="T8" fmla="*/ 1 w 33"/>
                <a:gd name="T9" fmla="*/ 24 h 13"/>
                <a:gd name="T10" fmla="*/ 48 w 33"/>
                <a:gd name="T11" fmla="*/ 16 h 13"/>
                <a:gd name="T12" fmla="*/ 76 w 33"/>
                <a:gd name="T13" fmla="*/ 7 h 13"/>
                <a:gd name="T14" fmla="*/ 79 w 33"/>
                <a:gd name="T15" fmla="*/ 1 h 13"/>
                <a:gd name="T16" fmla="*/ 76 w 33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3">
                  <a:moveTo>
                    <a:pt x="32" y="0"/>
                  </a:moveTo>
                  <a:cubicBezTo>
                    <a:pt x="27" y="0"/>
                    <a:pt x="23" y="2"/>
                    <a:pt x="19" y="4"/>
                  </a:cubicBezTo>
                  <a:cubicBezTo>
                    <a:pt x="14" y="7"/>
                    <a:pt x="9" y="10"/>
                    <a:pt x="2" y="8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9" y="13"/>
                    <a:pt x="15" y="10"/>
                    <a:pt x="20" y="7"/>
                  </a:cubicBezTo>
                  <a:cubicBezTo>
                    <a:pt x="24" y="5"/>
                    <a:pt x="28" y="3"/>
                    <a:pt x="32" y="3"/>
                  </a:cubicBezTo>
                  <a:cubicBezTo>
                    <a:pt x="33" y="3"/>
                    <a:pt x="33" y="2"/>
                    <a:pt x="33" y="1"/>
                  </a:cubicBezTo>
                  <a:cubicBezTo>
                    <a:pt x="33" y="0"/>
                    <a:pt x="33" y="0"/>
                    <a:pt x="32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7" name="Freeform 253">
              <a:extLst>
                <a:ext uri="{FF2B5EF4-FFF2-40B4-BE49-F238E27FC236}">
                  <a16:creationId xmlns:a16="http://schemas.microsoft.com/office/drawing/2014/main" id="{F428B703-C11B-47DF-8957-9156E168F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3840"/>
              <a:ext cx="22" cy="91"/>
            </a:xfrm>
            <a:custGeom>
              <a:avLst/>
              <a:gdLst>
                <a:gd name="T0" fmla="*/ 40 w 16"/>
                <a:gd name="T1" fmla="*/ 1 h 68"/>
                <a:gd name="T2" fmla="*/ 41 w 16"/>
                <a:gd name="T3" fmla="*/ 7 h 68"/>
                <a:gd name="T4" fmla="*/ 8 w 16"/>
                <a:gd name="T5" fmla="*/ 161 h 68"/>
                <a:gd name="T6" fmla="*/ 1 w 16"/>
                <a:gd name="T7" fmla="*/ 163 h 68"/>
                <a:gd name="T8" fmla="*/ 0 w 16"/>
                <a:gd name="T9" fmla="*/ 161 h 68"/>
                <a:gd name="T10" fmla="*/ 34 w 16"/>
                <a:gd name="T11" fmla="*/ 1 h 68"/>
                <a:gd name="T12" fmla="*/ 40 w 16"/>
                <a:gd name="T13" fmla="*/ 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68">
                  <a:moveTo>
                    <a:pt x="15" y="1"/>
                  </a:moveTo>
                  <a:cubicBezTo>
                    <a:pt x="16" y="1"/>
                    <a:pt x="16" y="2"/>
                    <a:pt x="16" y="3"/>
                  </a:cubicBezTo>
                  <a:cubicBezTo>
                    <a:pt x="8" y="15"/>
                    <a:pt x="3" y="40"/>
                    <a:pt x="3" y="67"/>
                  </a:cubicBezTo>
                  <a:cubicBezTo>
                    <a:pt x="3" y="68"/>
                    <a:pt x="2" y="68"/>
                    <a:pt x="1" y="68"/>
                  </a:cubicBezTo>
                  <a:cubicBezTo>
                    <a:pt x="1" y="68"/>
                    <a:pt x="0" y="68"/>
                    <a:pt x="0" y="67"/>
                  </a:cubicBezTo>
                  <a:cubicBezTo>
                    <a:pt x="0" y="40"/>
                    <a:pt x="5" y="14"/>
                    <a:pt x="13" y="1"/>
                  </a:cubicBezTo>
                  <a:cubicBezTo>
                    <a:pt x="14" y="1"/>
                    <a:pt x="14" y="0"/>
                    <a:pt x="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8" name="Freeform 254">
              <a:extLst>
                <a:ext uri="{FF2B5EF4-FFF2-40B4-BE49-F238E27FC236}">
                  <a16:creationId xmlns:a16="http://schemas.microsoft.com/office/drawing/2014/main" id="{A924F4CB-1361-4827-9E16-EC5304ECF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541"/>
              <a:ext cx="280" cy="222"/>
            </a:xfrm>
            <a:custGeom>
              <a:avLst/>
              <a:gdLst>
                <a:gd name="T0" fmla="*/ 7 w 210"/>
                <a:gd name="T1" fmla="*/ 1 h 166"/>
                <a:gd name="T2" fmla="*/ 244 w 210"/>
                <a:gd name="T3" fmla="*/ 100 h 166"/>
                <a:gd name="T4" fmla="*/ 497 w 210"/>
                <a:gd name="T5" fmla="*/ 292 h 166"/>
                <a:gd name="T6" fmla="*/ 471 w 210"/>
                <a:gd name="T7" fmla="*/ 356 h 166"/>
                <a:gd name="T8" fmla="*/ 348 w 210"/>
                <a:gd name="T9" fmla="*/ 397 h 166"/>
                <a:gd name="T10" fmla="*/ 343 w 210"/>
                <a:gd name="T11" fmla="*/ 392 h 166"/>
                <a:gd name="T12" fmla="*/ 348 w 210"/>
                <a:gd name="T13" fmla="*/ 391 h 166"/>
                <a:gd name="T14" fmla="*/ 468 w 210"/>
                <a:gd name="T15" fmla="*/ 352 h 166"/>
                <a:gd name="T16" fmla="*/ 491 w 210"/>
                <a:gd name="T17" fmla="*/ 292 h 166"/>
                <a:gd name="T18" fmla="*/ 241 w 210"/>
                <a:gd name="T19" fmla="*/ 107 h 166"/>
                <a:gd name="T20" fmla="*/ 1 w 210"/>
                <a:gd name="T21" fmla="*/ 7 h 166"/>
                <a:gd name="T22" fmla="*/ 1 w 210"/>
                <a:gd name="T23" fmla="*/ 1 h 166"/>
                <a:gd name="T24" fmla="*/ 7 w 210"/>
                <a:gd name="T25" fmla="*/ 1 h 1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0" h="166">
                  <a:moveTo>
                    <a:pt x="3" y="1"/>
                  </a:moveTo>
                  <a:cubicBezTo>
                    <a:pt x="19" y="20"/>
                    <a:pt x="60" y="30"/>
                    <a:pt x="103" y="42"/>
                  </a:cubicBezTo>
                  <a:cubicBezTo>
                    <a:pt x="173" y="60"/>
                    <a:pt x="208" y="87"/>
                    <a:pt x="210" y="122"/>
                  </a:cubicBezTo>
                  <a:cubicBezTo>
                    <a:pt x="210" y="133"/>
                    <a:pt x="206" y="142"/>
                    <a:pt x="199" y="149"/>
                  </a:cubicBezTo>
                  <a:cubicBezTo>
                    <a:pt x="182" y="166"/>
                    <a:pt x="148" y="166"/>
                    <a:pt x="147" y="166"/>
                  </a:cubicBezTo>
                  <a:cubicBezTo>
                    <a:pt x="146" y="166"/>
                    <a:pt x="145" y="165"/>
                    <a:pt x="145" y="164"/>
                  </a:cubicBezTo>
                  <a:cubicBezTo>
                    <a:pt x="145" y="164"/>
                    <a:pt x="146" y="163"/>
                    <a:pt x="147" y="163"/>
                  </a:cubicBezTo>
                  <a:cubicBezTo>
                    <a:pt x="147" y="163"/>
                    <a:pt x="181" y="163"/>
                    <a:pt x="197" y="147"/>
                  </a:cubicBezTo>
                  <a:cubicBezTo>
                    <a:pt x="204" y="140"/>
                    <a:pt x="207" y="132"/>
                    <a:pt x="207" y="122"/>
                  </a:cubicBezTo>
                  <a:cubicBezTo>
                    <a:pt x="206" y="89"/>
                    <a:pt x="170" y="63"/>
                    <a:pt x="102" y="45"/>
                  </a:cubicBezTo>
                  <a:cubicBezTo>
                    <a:pt x="59" y="33"/>
                    <a:pt x="17" y="22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9" name="Freeform 255">
              <a:extLst>
                <a:ext uri="{FF2B5EF4-FFF2-40B4-BE49-F238E27FC236}">
                  <a16:creationId xmlns:a16="http://schemas.microsoft.com/office/drawing/2014/main" id="{006A5A11-E3D4-4DB6-86E4-BFDE82A51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599"/>
              <a:ext cx="269" cy="216"/>
            </a:xfrm>
            <a:custGeom>
              <a:avLst/>
              <a:gdLst>
                <a:gd name="T0" fmla="*/ 7 w 201"/>
                <a:gd name="T1" fmla="*/ 0 h 162"/>
                <a:gd name="T2" fmla="*/ 242 w 201"/>
                <a:gd name="T3" fmla="*/ 97 h 162"/>
                <a:gd name="T4" fmla="*/ 482 w 201"/>
                <a:gd name="T5" fmla="*/ 277 h 162"/>
                <a:gd name="T6" fmla="*/ 459 w 201"/>
                <a:gd name="T7" fmla="*/ 341 h 162"/>
                <a:gd name="T8" fmla="*/ 324 w 201"/>
                <a:gd name="T9" fmla="*/ 379 h 162"/>
                <a:gd name="T10" fmla="*/ 321 w 201"/>
                <a:gd name="T11" fmla="*/ 377 h 162"/>
                <a:gd name="T12" fmla="*/ 324 w 201"/>
                <a:gd name="T13" fmla="*/ 372 h 162"/>
                <a:gd name="T14" fmla="*/ 454 w 201"/>
                <a:gd name="T15" fmla="*/ 336 h 162"/>
                <a:gd name="T16" fmla="*/ 475 w 201"/>
                <a:gd name="T17" fmla="*/ 277 h 162"/>
                <a:gd name="T18" fmla="*/ 240 w 201"/>
                <a:gd name="T19" fmla="*/ 105 h 162"/>
                <a:gd name="T20" fmla="*/ 0 w 201"/>
                <a:gd name="T21" fmla="*/ 5 h 162"/>
                <a:gd name="T22" fmla="*/ 0 w 201"/>
                <a:gd name="T23" fmla="*/ 0 h 162"/>
                <a:gd name="T24" fmla="*/ 7 w 201"/>
                <a:gd name="T25" fmla="*/ 0 h 1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1" h="162">
                  <a:moveTo>
                    <a:pt x="3" y="0"/>
                  </a:moveTo>
                  <a:cubicBezTo>
                    <a:pt x="19" y="19"/>
                    <a:pt x="58" y="30"/>
                    <a:pt x="101" y="41"/>
                  </a:cubicBezTo>
                  <a:cubicBezTo>
                    <a:pt x="150" y="54"/>
                    <a:pt x="200" y="73"/>
                    <a:pt x="201" y="117"/>
                  </a:cubicBezTo>
                  <a:cubicBezTo>
                    <a:pt x="201" y="128"/>
                    <a:pt x="198" y="137"/>
                    <a:pt x="191" y="144"/>
                  </a:cubicBezTo>
                  <a:cubicBezTo>
                    <a:pt x="173" y="162"/>
                    <a:pt x="137" y="160"/>
                    <a:pt x="135" y="160"/>
                  </a:cubicBezTo>
                  <a:cubicBezTo>
                    <a:pt x="134" y="160"/>
                    <a:pt x="134" y="160"/>
                    <a:pt x="134" y="159"/>
                  </a:cubicBezTo>
                  <a:cubicBezTo>
                    <a:pt x="134" y="158"/>
                    <a:pt x="135" y="157"/>
                    <a:pt x="135" y="157"/>
                  </a:cubicBezTo>
                  <a:cubicBezTo>
                    <a:pt x="136" y="157"/>
                    <a:pt x="172" y="159"/>
                    <a:pt x="189" y="142"/>
                  </a:cubicBezTo>
                  <a:cubicBezTo>
                    <a:pt x="195" y="135"/>
                    <a:pt x="198" y="127"/>
                    <a:pt x="198" y="117"/>
                  </a:cubicBezTo>
                  <a:cubicBezTo>
                    <a:pt x="197" y="75"/>
                    <a:pt x="148" y="57"/>
                    <a:pt x="100" y="44"/>
                  </a:cubicBezTo>
                  <a:cubicBezTo>
                    <a:pt x="57" y="33"/>
                    <a:pt x="17" y="2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0" name="Freeform 256">
              <a:extLst>
                <a:ext uri="{FF2B5EF4-FFF2-40B4-BE49-F238E27FC236}">
                  <a16:creationId xmlns:a16="http://schemas.microsoft.com/office/drawing/2014/main" id="{35C4FEF0-68DB-4315-A60A-A1966386D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652"/>
              <a:ext cx="254" cy="213"/>
            </a:xfrm>
            <a:custGeom>
              <a:avLst/>
              <a:gdLst>
                <a:gd name="T0" fmla="*/ 7 w 190"/>
                <a:gd name="T1" fmla="*/ 0 h 160"/>
                <a:gd name="T2" fmla="*/ 234 w 190"/>
                <a:gd name="T3" fmla="*/ 97 h 160"/>
                <a:gd name="T4" fmla="*/ 455 w 190"/>
                <a:gd name="T5" fmla="*/ 277 h 160"/>
                <a:gd name="T6" fmla="*/ 430 w 190"/>
                <a:gd name="T7" fmla="*/ 337 h 160"/>
                <a:gd name="T8" fmla="*/ 301 w 190"/>
                <a:gd name="T9" fmla="*/ 373 h 160"/>
                <a:gd name="T10" fmla="*/ 297 w 190"/>
                <a:gd name="T11" fmla="*/ 369 h 160"/>
                <a:gd name="T12" fmla="*/ 301 w 190"/>
                <a:gd name="T13" fmla="*/ 365 h 160"/>
                <a:gd name="T14" fmla="*/ 425 w 190"/>
                <a:gd name="T15" fmla="*/ 333 h 160"/>
                <a:gd name="T16" fmla="*/ 447 w 190"/>
                <a:gd name="T17" fmla="*/ 277 h 160"/>
                <a:gd name="T18" fmla="*/ 233 w 190"/>
                <a:gd name="T19" fmla="*/ 105 h 160"/>
                <a:gd name="T20" fmla="*/ 1 w 190"/>
                <a:gd name="T21" fmla="*/ 5 h 160"/>
                <a:gd name="T22" fmla="*/ 1 w 190"/>
                <a:gd name="T23" fmla="*/ 0 h 160"/>
                <a:gd name="T24" fmla="*/ 7 w 190"/>
                <a:gd name="T25" fmla="*/ 0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160">
                  <a:moveTo>
                    <a:pt x="3" y="0"/>
                  </a:moveTo>
                  <a:cubicBezTo>
                    <a:pt x="19" y="19"/>
                    <a:pt x="55" y="30"/>
                    <a:pt x="98" y="41"/>
                  </a:cubicBezTo>
                  <a:cubicBezTo>
                    <a:pt x="140" y="52"/>
                    <a:pt x="188" y="71"/>
                    <a:pt x="190" y="117"/>
                  </a:cubicBezTo>
                  <a:cubicBezTo>
                    <a:pt x="190" y="128"/>
                    <a:pt x="187" y="137"/>
                    <a:pt x="180" y="143"/>
                  </a:cubicBezTo>
                  <a:cubicBezTo>
                    <a:pt x="162" y="160"/>
                    <a:pt x="127" y="158"/>
                    <a:pt x="126" y="158"/>
                  </a:cubicBezTo>
                  <a:cubicBezTo>
                    <a:pt x="125" y="158"/>
                    <a:pt x="124" y="157"/>
                    <a:pt x="124" y="156"/>
                  </a:cubicBezTo>
                  <a:cubicBezTo>
                    <a:pt x="124" y="155"/>
                    <a:pt x="125" y="155"/>
                    <a:pt x="126" y="155"/>
                  </a:cubicBezTo>
                  <a:cubicBezTo>
                    <a:pt x="126" y="155"/>
                    <a:pt x="161" y="157"/>
                    <a:pt x="178" y="141"/>
                  </a:cubicBezTo>
                  <a:cubicBezTo>
                    <a:pt x="184" y="135"/>
                    <a:pt x="187" y="127"/>
                    <a:pt x="187" y="117"/>
                  </a:cubicBezTo>
                  <a:cubicBezTo>
                    <a:pt x="186" y="73"/>
                    <a:pt x="141" y="56"/>
                    <a:pt x="97" y="44"/>
                  </a:cubicBezTo>
                  <a:cubicBezTo>
                    <a:pt x="54" y="33"/>
                    <a:pt x="17" y="2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1" name="Freeform 257">
              <a:extLst>
                <a:ext uri="{FF2B5EF4-FFF2-40B4-BE49-F238E27FC236}">
                  <a16:creationId xmlns:a16="http://schemas.microsoft.com/office/drawing/2014/main" id="{2DF0132E-368C-4C68-9A55-F963ACDFF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705"/>
              <a:ext cx="245" cy="179"/>
            </a:xfrm>
            <a:custGeom>
              <a:avLst/>
              <a:gdLst>
                <a:gd name="T0" fmla="*/ 7 w 183"/>
                <a:gd name="T1" fmla="*/ 0 h 134"/>
                <a:gd name="T2" fmla="*/ 234 w 183"/>
                <a:gd name="T3" fmla="*/ 98 h 134"/>
                <a:gd name="T4" fmla="*/ 439 w 183"/>
                <a:gd name="T5" fmla="*/ 246 h 134"/>
                <a:gd name="T6" fmla="*/ 391 w 183"/>
                <a:gd name="T7" fmla="*/ 319 h 134"/>
                <a:gd name="T8" fmla="*/ 390 w 183"/>
                <a:gd name="T9" fmla="*/ 314 h 134"/>
                <a:gd name="T10" fmla="*/ 391 w 183"/>
                <a:gd name="T11" fmla="*/ 313 h 134"/>
                <a:gd name="T12" fmla="*/ 432 w 183"/>
                <a:gd name="T13" fmla="*/ 246 h 134"/>
                <a:gd name="T14" fmla="*/ 233 w 183"/>
                <a:gd name="T15" fmla="*/ 106 h 134"/>
                <a:gd name="T16" fmla="*/ 1 w 183"/>
                <a:gd name="T17" fmla="*/ 5 h 134"/>
                <a:gd name="T18" fmla="*/ 1 w 183"/>
                <a:gd name="T19" fmla="*/ 0 h 134"/>
                <a:gd name="T20" fmla="*/ 7 w 183"/>
                <a:gd name="T21" fmla="*/ 0 h 1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3" h="134">
                  <a:moveTo>
                    <a:pt x="3" y="0"/>
                  </a:moveTo>
                  <a:cubicBezTo>
                    <a:pt x="19" y="19"/>
                    <a:pt x="55" y="30"/>
                    <a:pt x="98" y="41"/>
                  </a:cubicBezTo>
                  <a:cubicBezTo>
                    <a:pt x="137" y="52"/>
                    <a:pt x="183" y="74"/>
                    <a:pt x="183" y="103"/>
                  </a:cubicBezTo>
                  <a:cubicBezTo>
                    <a:pt x="183" y="130"/>
                    <a:pt x="163" y="134"/>
                    <a:pt x="163" y="134"/>
                  </a:cubicBezTo>
                  <a:cubicBezTo>
                    <a:pt x="162" y="134"/>
                    <a:pt x="162" y="133"/>
                    <a:pt x="162" y="132"/>
                  </a:cubicBezTo>
                  <a:cubicBezTo>
                    <a:pt x="161" y="132"/>
                    <a:pt x="162" y="131"/>
                    <a:pt x="163" y="131"/>
                  </a:cubicBezTo>
                  <a:cubicBezTo>
                    <a:pt x="164" y="131"/>
                    <a:pt x="180" y="128"/>
                    <a:pt x="180" y="103"/>
                  </a:cubicBezTo>
                  <a:cubicBezTo>
                    <a:pt x="180" y="77"/>
                    <a:pt x="138" y="55"/>
                    <a:pt x="97" y="44"/>
                  </a:cubicBezTo>
                  <a:cubicBezTo>
                    <a:pt x="54" y="33"/>
                    <a:pt x="17" y="22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2" name="Freeform 258">
              <a:extLst>
                <a:ext uri="{FF2B5EF4-FFF2-40B4-BE49-F238E27FC236}">
                  <a16:creationId xmlns:a16="http://schemas.microsoft.com/office/drawing/2014/main" id="{CB07472B-4765-4AD5-88B0-E88525DC8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485"/>
              <a:ext cx="283" cy="218"/>
            </a:xfrm>
            <a:custGeom>
              <a:avLst/>
              <a:gdLst>
                <a:gd name="T0" fmla="*/ 7 w 212"/>
                <a:gd name="T1" fmla="*/ 1 h 163"/>
                <a:gd name="T2" fmla="*/ 180 w 212"/>
                <a:gd name="T3" fmla="*/ 78 h 163"/>
                <a:gd name="T4" fmla="*/ 250 w 212"/>
                <a:gd name="T5" fmla="*/ 91 h 163"/>
                <a:gd name="T6" fmla="*/ 505 w 212"/>
                <a:gd name="T7" fmla="*/ 282 h 163"/>
                <a:gd name="T8" fmla="*/ 478 w 212"/>
                <a:gd name="T9" fmla="*/ 346 h 163"/>
                <a:gd name="T10" fmla="*/ 355 w 212"/>
                <a:gd name="T11" fmla="*/ 391 h 163"/>
                <a:gd name="T12" fmla="*/ 350 w 212"/>
                <a:gd name="T13" fmla="*/ 385 h 163"/>
                <a:gd name="T14" fmla="*/ 355 w 212"/>
                <a:gd name="T15" fmla="*/ 383 h 163"/>
                <a:gd name="T16" fmla="*/ 474 w 212"/>
                <a:gd name="T17" fmla="*/ 341 h 163"/>
                <a:gd name="T18" fmla="*/ 497 w 212"/>
                <a:gd name="T19" fmla="*/ 282 h 163"/>
                <a:gd name="T20" fmla="*/ 248 w 212"/>
                <a:gd name="T21" fmla="*/ 99 h 163"/>
                <a:gd name="T22" fmla="*/ 180 w 212"/>
                <a:gd name="T23" fmla="*/ 84 h 163"/>
                <a:gd name="T24" fmla="*/ 0 w 212"/>
                <a:gd name="T25" fmla="*/ 7 h 163"/>
                <a:gd name="T26" fmla="*/ 0 w 212"/>
                <a:gd name="T27" fmla="*/ 1 h 163"/>
                <a:gd name="T28" fmla="*/ 7 w 212"/>
                <a:gd name="T29" fmla="*/ 1 h 1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2" h="163">
                  <a:moveTo>
                    <a:pt x="3" y="1"/>
                  </a:moveTo>
                  <a:cubicBezTo>
                    <a:pt x="20" y="25"/>
                    <a:pt x="48" y="26"/>
                    <a:pt x="76" y="32"/>
                  </a:cubicBezTo>
                  <a:cubicBezTo>
                    <a:pt x="105" y="38"/>
                    <a:pt x="105" y="38"/>
                    <a:pt x="105" y="38"/>
                  </a:cubicBezTo>
                  <a:cubicBezTo>
                    <a:pt x="175" y="57"/>
                    <a:pt x="210" y="84"/>
                    <a:pt x="212" y="118"/>
                  </a:cubicBezTo>
                  <a:cubicBezTo>
                    <a:pt x="212" y="129"/>
                    <a:pt x="208" y="138"/>
                    <a:pt x="201" y="145"/>
                  </a:cubicBezTo>
                  <a:cubicBezTo>
                    <a:pt x="184" y="163"/>
                    <a:pt x="150" y="163"/>
                    <a:pt x="149" y="163"/>
                  </a:cubicBezTo>
                  <a:cubicBezTo>
                    <a:pt x="148" y="163"/>
                    <a:pt x="147" y="162"/>
                    <a:pt x="147" y="161"/>
                  </a:cubicBezTo>
                  <a:cubicBezTo>
                    <a:pt x="147" y="160"/>
                    <a:pt x="148" y="160"/>
                    <a:pt x="149" y="160"/>
                  </a:cubicBezTo>
                  <a:cubicBezTo>
                    <a:pt x="149" y="160"/>
                    <a:pt x="183" y="160"/>
                    <a:pt x="199" y="143"/>
                  </a:cubicBezTo>
                  <a:cubicBezTo>
                    <a:pt x="206" y="137"/>
                    <a:pt x="209" y="128"/>
                    <a:pt x="209" y="118"/>
                  </a:cubicBezTo>
                  <a:cubicBezTo>
                    <a:pt x="208" y="85"/>
                    <a:pt x="172" y="59"/>
                    <a:pt x="104" y="41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46" y="28"/>
                    <a:pt x="18" y="27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3" name="Freeform 259">
              <a:extLst>
                <a:ext uri="{FF2B5EF4-FFF2-40B4-BE49-F238E27FC236}">
                  <a16:creationId xmlns:a16="http://schemas.microsoft.com/office/drawing/2014/main" id="{111F5FBD-1B3E-44DD-8792-F088FB1C8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447"/>
              <a:ext cx="283" cy="201"/>
            </a:xfrm>
            <a:custGeom>
              <a:avLst/>
              <a:gdLst>
                <a:gd name="T0" fmla="*/ 7 w 212"/>
                <a:gd name="T1" fmla="*/ 1 h 151"/>
                <a:gd name="T2" fmla="*/ 128 w 212"/>
                <a:gd name="T3" fmla="*/ 48 h 151"/>
                <a:gd name="T4" fmla="*/ 250 w 212"/>
                <a:gd name="T5" fmla="*/ 69 h 151"/>
                <a:gd name="T6" fmla="*/ 499 w 212"/>
                <a:gd name="T7" fmla="*/ 237 h 151"/>
                <a:gd name="T8" fmla="*/ 340 w 212"/>
                <a:gd name="T9" fmla="*/ 357 h 151"/>
                <a:gd name="T10" fmla="*/ 339 w 212"/>
                <a:gd name="T11" fmla="*/ 354 h 151"/>
                <a:gd name="T12" fmla="*/ 340 w 212"/>
                <a:gd name="T13" fmla="*/ 349 h 151"/>
                <a:gd name="T14" fmla="*/ 491 w 212"/>
                <a:gd name="T15" fmla="*/ 237 h 151"/>
                <a:gd name="T16" fmla="*/ 248 w 212"/>
                <a:gd name="T17" fmla="*/ 76 h 151"/>
                <a:gd name="T18" fmla="*/ 127 w 212"/>
                <a:gd name="T19" fmla="*/ 55 h 151"/>
                <a:gd name="T20" fmla="*/ 0 w 212"/>
                <a:gd name="T21" fmla="*/ 7 h 151"/>
                <a:gd name="T22" fmla="*/ 0 w 212"/>
                <a:gd name="T23" fmla="*/ 1 h 151"/>
                <a:gd name="T24" fmla="*/ 7 w 212"/>
                <a:gd name="T25" fmla="*/ 1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151">
                  <a:moveTo>
                    <a:pt x="3" y="1"/>
                  </a:moveTo>
                  <a:cubicBezTo>
                    <a:pt x="13" y="13"/>
                    <a:pt x="30" y="16"/>
                    <a:pt x="54" y="20"/>
                  </a:cubicBezTo>
                  <a:cubicBezTo>
                    <a:pt x="66" y="22"/>
                    <a:pt x="90" y="25"/>
                    <a:pt x="105" y="29"/>
                  </a:cubicBezTo>
                  <a:cubicBezTo>
                    <a:pt x="151" y="41"/>
                    <a:pt x="209" y="56"/>
                    <a:pt x="210" y="101"/>
                  </a:cubicBezTo>
                  <a:cubicBezTo>
                    <a:pt x="212" y="146"/>
                    <a:pt x="144" y="151"/>
                    <a:pt x="143" y="151"/>
                  </a:cubicBezTo>
                  <a:cubicBezTo>
                    <a:pt x="143" y="151"/>
                    <a:pt x="142" y="150"/>
                    <a:pt x="142" y="150"/>
                  </a:cubicBezTo>
                  <a:cubicBezTo>
                    <a:pt x="142" y="149"/>
                    <a:pt x="142" y="148"/>
                    <a:pt x="143" y="148"/>
                  </a:cubicBezTo>
                  <a:cubicBezTo>
                    <a:pt x="144" y="148"/>
                    <a:pt x="208" y="144"/>
                    <a:pt x="207" y="101"/>
                  </a:cubicBezTo>
                  <a:cubicBezTo>
                    <a:pt x="206" y="58"/>
                    <a:pt x="150" y="44"/>
                    <a:pt x="104" y="32"/>
                  </a:cubicBezTo>
                  <a:cubicBezTo>
                    <a:pt x="89" y="28"/>
                    <a:pt x="65" y="25"/>
                    <a:pt x="53" y="23"/>
                  </a:cubicBezTo>
                  <a:cubicBezTo>
                    <a:pt x="29" y="19"/>
                    <a:pt x="11" y="16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4" name="Freeform 260">
              <a:extLst>
                <a:ext uri="{FF2B5EF4-FFF2-40B4-BE49-F238E27FC236}">
                  <a16:creationId xmlns:a16="http://schemas.microsoft.com/office/drawing/2014/main" id="{F4155877-E3F1-4A69-9D2F-B12C84688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403"/>
              <a:ext cx="278" cy="190"/>
            </a:xfrm>
            <a:custGeom>
              <a:avLst/>
              <a:gdLst>
                <a:gd name="T0" fmla="*/ 7 w 208"/>
                <a:gd name="T1" fmla="*/ 1 h 143"/>
                <a:gd name="T2" fmla="*/ 128 w 208"/>
                <a:gd name="T3" fmla="*/ 48 h 143"/>
                <a:gd name="T4" fmla="*/ 250 w 208"/>
                <a:gd name="T5" fmla="*/ 64 h 143"/>
                <a:gd name="T6" fmla="*/ 286 w 208"/>
                <a:gd name="T7" fmla="*/ 72 h 143"/>
                <a:gd name="T8" fmla="*/ 492 w 208"/>
                <a:gd name="T9" fmla="*/ 215 h 143"/>
                <a:gd name="T10" fmla="*/ 339 w 208"/>
                <a:gd name="T11" fmla="*/ 335 h 143"/>
                <a:gd name="T12" fmla="*/ 335 w 208"/>
                <a:gd name="T13" fmla="*/ 333 h 143"/>
                <a:gd name="T14" fmla="*/ 339 w 208"/>
                <a:gd name="T15" fmla="*/ 328 h 143"/>
                <a:gd name="T16" fmla="*/ 484 w 208"/>
                <a:gd name="T17" fmla="*/ 215 h 143"/>
                <a:gd name="T18" fmla="*/ 285 w 208"/>
                <a:gd name="T19" fmla="*/ 80 h 143"/>
                <a:gd name="T20" fmla="*/ 249 w 208"/>
                <a:gd name="T21" fmla="*/ 70 h 143"/>
                <a:gd name="T22" fmla="*/ 127 w 208"/>
                <a:gd name="T23" fmla="*/ 54 h 143"/>
                <a:gd name="T24" fmla="*/ 0 w 208"/>
                <a:gd name="T25" fmla="*/ 7 h 143"/>
                <a:gd name="T26" fmla="*/ 0 w 208"/>
                <a:gd name="T27" fmla="*/ 1 h 143"/>
                <a:gd name="T28" fmla="*/ 7 w 208"/>
                <a:gd name="T29" fmla="*/ 1 h 1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8" h="143">
                  <a:moveTo>
                    <a:pt x="3" y="1"/>
                  </a:moveTo>
                  <a:cubicBezTo>
                    <a:pt x="13" y="13"/>
                    <a:pt x="30" y="16"/>
                    <a:pt x="54" y="20"/>
                  </a:cubicBezTo>
                  <a:cubicBezTo>
                    <a:pt x="66" y="22"/>
                    <a:pt x="90" y="23"/>
                    <a:pt x="105" y="27"/>
                  </a:cubicBezTo>
                  <a:cubicBezTo>
                    <a:pt x="120" y="31"/>
                    <a:pt x="120" y="31"/>
                    <a:pt x="120" y="31"/>
                  </a:cubicBezTo>
                  <a:cubicBezTo>
                    <a:pt x="162" y="41"/>
                    <a:pt x="205" y="52"/>
                    <a:pt x="206" y="92"/>
                  </a:cubicBezTo>
                  <a:cubicBezTo>
                    <a:pt x="208" y="137"/>
                    <a:pt x="143" y="143"/>
                    <a:pt x="142" y="143"/>
                  </a:cubicBezTo>
                  <a:cubicBezTo>
                    <a:pt x="141" y="143"/>
                    <a:pt x="141" y="143"/>
                    <a:pt x="141" y="142"/>
                  </a:cubicBezTo>
                  <a:cubicBezTo>
                    <a:pt x="140" y="141"/>
                    <a:pt x="141" y="140"/>
                    <a:pt x="142" y="140"/>
                  </a:cubicBezTo>
                  <a:cubicBezTo>
                    <a:pt x="143" y="140"/>
                    <a:pt x="204" y="135"/>
                    <a:pt x="203" y="92"/>
                  </a:cubicBezTo>
                  <a:cubicBezTo>
                    <a:pt x="202" y="54"/>
                    <a:pt x="160" y="44"/>
                    <a:pt x="119" y="34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89" y="26"/>
                    <a:pt x="65" y="25"/>
                    <a:pt x="53" y="23"/>
                  </a:cubicBezTo>
                  <a:cubicBezTo>
                    <a:pt x="29" y="19"/>
                    <a:pt x="11" y="15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5" name="Freeform 261">
              <a:extLst>
                <a:ext uri="{FF2B5EF4-FFF2-40B4-BE49-F238E27FC236}">
                  <a16:creationId xmlns:a16="http://schemas.microsoft.com/office/drawing/2014/main" id="{50BAA377-9262-4186-94D1-C5DC49BE1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740"/>
              <a:ext cx="223" cy="173"/>
            </a:xfrm>
            <a:custGeom>
              <a:avLst/>
              <a:gdLst>
                <a:gd name="T0" fmla="*/ 7 w 167"/>
                <a:gd name="T1" fmla="*/ 1 h 130"/>
                <a:gd name="T2" fmla="*/ 112 w 167"/>
                <a:gd name="T3" fmla="*/ 71 h 130"/>
                <a:gd name="T4" fmla="*/ 222 w 167"/>
                <a:gd name="T5" fmla="*/ 112 h 130"/>
                <a:gd name="T6" fmla="*/ 393 w 167"/>
                <a:gd name="T7" fmla="*/ 241 h 130"/>
                <a:gd name="T8" fmla="*/ 390 w 167"/>
                <a:gd name="T9" fmla="*/ 283 h 130"/>
                <a:gd name="T10" fmla="*/ 367 w 167"/>
                <a:gd name="T11" fmla="*/ 299 h 130"/>
                <a:gd name="T12" fmla="*/ 282 w 167"/>
                <a:gd name="T13" fmla="*/ 271 h 130"/>
                <a:gd name="T14" fmla="*/ 278 w 167"/>
                <a:gd name="T15" fmla="*/ 266 h 130"/>
                <a:gd name="T16" fmla="*/ 286 w 167"/>
                <a:gd name="T17" fmla="*/ 263 h 130"/>
                <a:gd name="T18" fmla="*/ 363 w 167"/>
                <a:gd name="T19" fmla="*/ 293 h 130"/>
                <a:gd name="T20" fmla="*/ 383 w 167"/>
                <a:gd name="T21" fmla="*/ 278 h 130"/>
                <a:gd name="T22" fmla="*/ 385 w 167"/>
                <a:gd name="T23" fmla="*/ 242 h 130"/>
                <a:gd name="T24" fmla="*/ 218 w 167"/>
                <a:gd name="T25" fmla="*/ 116 h 130"/>
                <a:gd name="T26" fmla="*/ 108 w 167"/>
                <a:gd name="T27" fmla="*/ 76 h 130"/>
                <a:gd name="T28" fmla="*/ 0 w 167"/>
                <a:gd name="T29" fmla="*/ 5 h 130"/>
                <a:gd name="T30" fmla="*/ 1 w 167"/>
                <a:gd name="T31" fmla="*/ 0 h 130"/>
                <a:gd name="T32" fmla="*/ 7 w 167"/>
                <a:gd name="T33" fmla="*/ 1 h 13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7" h="130">
                  <a:moveTo>
                    <a:pt x="3" y="1"/>
                  </a:moveTo>
                  <a:cubicBezTo>
                    <a:pt x="8" y="16"/>
                    <a:pt x="22" y="21"/>
                    <a:pt x="47" y="30"/>
                  </a:cubicBezTo>
                  <a:cubicBezTo>
                    <a:pt x="60" y="34"/>
                    <a:pt x="75" y="39"/>
                    <a:pt x="93" y="47"/>
                  </a:cubicBezTo>
                  <a:cubicBezTo>
                    <a:pt x="133" y="64"/>
                    <a:pt x="159" y="84"/>
                    <a:pt x="165" y="102"/>
                  </a:cubicBezTo>
                  <a:cubicBezTo>
                    <a:pt x="167" y="109"/>
                    <a:pt x="167" y="114"/>
                    <a:pt x="164" y="120"/>
                  </a:cubicBezTo>
                  <a:cubicBezTo>
                    <a:pt x="162" y="123"/>
                    <a:pt x="158" y="126"/>
                    <a:pt x="154" y="127"/>
                  </a:cubicBezTo>
                  <a:cubicBezTo>
                    <a:pt x="139" y="130"/>
                    <a:pt x="119" y="115"/>
                    <a:pt x="118" y="115"/>
                  </a:cubicBezTo>
                  <a:cubicBezTo>
                    <a:pt x="117" y="114"/>
                    <a:pt x="117" y="113"/>
                    <a:pt x="117" y="113"/>
                  </a:cubicBezTo>
                  <a:cubicBezTo>
                    <a:pt x="118" y="112"/>
                    <a:pt x="119" y="112"/>
                    <a:pt x="120" y="112"/>
                  </a:cubicBezTo>
                  <a:cubicBezTo>
                    <a:pt x="120" y="112"/>
                    <a:pt x="140" y="127"/>
                    <a:pt x="153" y="124"/>
                  </a:cubicBezTo>
                  <a:cubicBezTo>
                    <a:pt x="157" y="123"/>
                    <a:pt x="160" y="121"/>
                    <a:pt x="161" y="118"/>
                  </a:cubicBezTo>
                  <a:cubicBezTo>
                    <a:pt x="164" y="114"/>
                    <a:pt x="164" y="109"/>
                    <a:pt x="162" y="103"/>
                  </a:cubicBezTo>
                  <a:cubicBezTo>
                    <a:pt x="157" y="86"/>
                    <a:pt x="131" y="66"/>
                    <a:pt x="91" y="49"/>
                  </a:cubicBezTo>
                  <a:cubicBezTo>
                    <a:pt x="74" y="42"/>
                    <a:pt x="59" y="37"/>
                    <a:pt x="46" y="32"/>
                  </a:cubicBezTo>
                  <a:cubicBezTo>
                    <a:pt x="20" y="23"/>
                    <a:pt x="6" y="18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6" name="Freeform 262">
              <a:extLst>
                <a:ext uri="{FF2B5EF4-FFF2-40B4-BE49-F238E27FC236}">
                  <a16:creationId xmlns:a16="http://schemas.microsoft.com/office/drawing/2014/main" id="{F948CE2D-D6F7-4AA8-AA1D-6C38C74FB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371"/>
              <a:ext cx="258" cy="161"/>
            </a:xfrm>
            <a:custGeom>
              <a:avLst/>
              <a:gdLst>
                <a:gd name="T0" fmla="*/ 7 w 193"/>
                <a:gd name="T1" fmla="*/ 1 h 121"/>
                <a:gd name="T2" fmla="*/ 139 w 193"/>
                <a:gd name="T3" fmla="*/ 36 h 121"/>
                <a:gd name="T4" fmla="*/ 286 w 193"/>
                <a:gd name="T5" fmla="*/ 52 h 121"/>
                <a:gd name="T6" fmla="*/ 460 w 193"/>
                <a:gd name="T7" fmla="*/ 173 h 121"/>
                <a:gd name="T8" fmla="*/ 319 w 193"/>
                <a:gd name="T9" fmla="*/ 285 h 121"/>
                <a:gd name="T10" fmla="*/ 318 w 193"/>
                <a:gd name="T11" fmla="*/ 283 h 121"/>
                <a:gd name="T12" fmla="*/ 319 w 193"/>
                <a:gd name="T13" fmla="*/ 278 h 121"/>
                <a:gd name="T14" fmla="*/ 452 w 193"/>
                <a:gd name="T15" fmla="*/ 173 h 121"/>
                <a:gd name="T16" fmla="*/ 285 w 193"/>
                <a:gd name="T17" fmla="*/ 59 h 121"/>
                <a:gd name="T18" fmla="*/ 139 w 193"/>
                <a:gd name="T19" fmla="*/ 43 h 121"/>
                <a:gd name="T20" fmla="*/ 1 w 193"/>
                <a:gd name="T21" fmla="*/ 7 h 121"/>
                <a:gd name="T22" fmla="*/ 1 w 193"/>
                <a:gd name="T23" fmla="*/ 1 h 121"/>
                <a:gd name="T24" fmla="*/ 7 w 193"/>
                <a:gd name="T25" fmla="*/ 1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3" h="121">
                  <a:moveTo>
                    <a:pt x="3" y="1"/>
                  </a:moveTo>
                  <a:cubicBezTo>
                    <a:pt x="12" y="12"/>
                    <a:pt x="34" y="14"/>
                    <a:pt x="58" y="15"/>
                  </a:cubicBezTo>
                  <a:cubicBezTo>
                    <a:pt x="74" y="16"/>
                    <a:pt x="103" y="17"/>
                    <a:pt x="120" y="22"/>
                  </a:cubicBezTo>
                  <a:cubicBezTo>
                    <a:pt x="163" y="33"/>
                    <a:pt x="190" y="41"/>
                    <a:pt x="192" y="74"/>
                  </a:cubicBezTo>
                  <a:cubicBezTo>
                    <a:pt x="193" y="108"/>
                    <a:pt x="146" y="120"/>
                    <a:pt x="134" y="121"/>
                  </a:cubicBezTo>
                  <a:cubicBezTo>
                    <a:pt x="133" y="121"/>
                    <a:pt x="133" y="121"/>
                    <a:pt x="133" y="120"/>
                  </a:cubicBezTo>
                  <a:cubicBezTo>
                    <a:pt x="132" y="119"/>
                    <a:pt x="133" y="118"/>
                    <a:pt x="134" y="118"/>
                  </a:cubicBezTo>
                  <a:cubicBezTo>
                    <a:pt x="149" y="117"/>
                    <a:pt x="190" y="103"/>
                    <a:pt x="189" y="74"/>
                  </a:cubicBezTo>
                  <a:cubicBezTo>
                    <a:pt x="187" y="43"/>
                    <a:pt x="163" y="35"/>
                    <a:pt x="119" y="25"/>
                  </a:cubicBezTo>
                  <a:cubicBezTo>
                    <a:pt x="102" y="20"/>
                    <a:pt x="74" y="19"/>
                    <a:pt x="58" y="18"/>
                  </a:cubicBezTo>
                  <a:cubicBezTo>
                    <a:pt x="33" y="17"/>
                    <a:pt x="11" y="15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7" name="Freeform 263">
              <a:extLst>
                <a:ext uri="{FF2B5EF4-FFF2-40B4-BE49-F238E27FC236}">
                  <a16:creationId xmlns:a16="http://schemas.microsoft.com/office/drawing/2014/main" id="{979CD543-E3A3-4A00-8FDD-70C56F694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328"/>
              <a:ext cx="233" cy="148"/>
            </a:xfrm>
            <a:custGeom>
              <a:avLst/>
              <a:gdLst>
                <a:gd name="T0" fmla="*/ 7 w 174"/>
                <a:gd name="T1" fmla="*/ 1 h 111"/>
                <a:gd name="T2" fmla="*/ 122 w 174"/>
                <a:gd name="T3" fmla="*/ 31 h 111"/>
                <a:gd name="T4" fmla="*/ 275 w 174"/>
                <a:gd name="T5" fmla="*/ 44 h 111"/>
                <a:gd name="T6" fmla="*/ 412 w 174"/>
                <a:gd name="T7" fmla="*/ 144 h 111"/>
                <a:gd name="T8" fmla="*/ 396 w 174"/>
                <a:gd name="T9" fmla="*/ 201 h 111"/>
                <a:gd name="T10" fmla="*/ 303 w 174"/>
                <a:gd name="T11" fmla="*/ 263 h 111"/>
                <a:gd name="T12" fmla="*/ 297 w 174"/>
                <a:gd name="T13" fmla="*/ 257 h 111"/>
                <a:gd name="T14" fmla="*/ 300 w 174"/>
                <a:gd name="T15" fmla="*/ 256 h 111"/>
                <a:gd name="T16" fmla="*/ 391 w 174"/>
                <a:gd name="T17" fmla="*/ 197 h 111"/>
                <a:gd name="T18" fmla="*/ 406 w 174"/>
                <a:gd name="T19" fmla="*/ 144 h 111"/>
                <a:gd name="T20" fmla="*/ 270 w 174"/>
                <a:gd name="T21" fmla="*/ 52 h 111"/>
                <a:gd name="T22" fmla="*/ 122 w 174"/>
                <a:gd name="T23" fmla="*/ 37 h 111"/>
                <a:gd name="T24" fmla="*/ 0 w 174"/>
                <a:gd name="T25" fmla="*/ 7 h 111"/>
                <a:gd name="T26" fmla="*/ 0 w 174"/>
                <a:gd name="T27" fmla="*/ 1 h 111"/>
                <a:gd name="T28" fmla="*/ 7 w 174"/>
                <a:gd name="T29" fmla="*/ 1 h 1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4" h="111">
                  <a:moveTo>
                    <a:pt x="3" y="1"/>
                  </a:moveTo>
                  <a:cubicBezTo>
                    <a:pt x="12" y="12"/>
                    <a:pt x="29" y="13"/>
                    <a:pt x="51" y="13"/>
                  </a:cubicBezTo>
                  <a:cubicBezTo>
                    <a:pt x="66" y="14"/>
                    <a:pt x="96" y="15"/>
                    <a:pt x="114" y="19"/>
                  </a:cubicBezTo>
                  <a:cubicBezTo>
                    <a:pt x="151" y="28"/>
                    <a:pt x="167" y="36"/>
                    <a:pt x="172" y="61"/>
                  </a:cubicBezTo>
                  <a:cubicBezTo>
                    <a:pt x="174" y="69"/>
                    <a:pt x="171" y="77"/>
                    <a:pt x="165" y="85"/>
                  </a:cubicBezTo>
                  <a:cubicBezTo>
                    <a:pt x="155" y="99"/>
                    <a:pt x="135" y="110"/>
                    <a:pt x="126" y="111"/>
                  </a:cubicBezTo>
                  <a:cubicBezTo>
                    <a:pt x="125" y="111"/>
                    <a:pt x="124" y="110"/>
                    <a:pt x="124" y="109"/>
                  </a:cubicBezTo>
                  <a:cubicBezTo>
                    <a:pt x="124" y="108"/>
                    <a:pt x="124" y="108"/>
                    <a:pt x="125" y="108"/>
                  </a:cubicBezTo>
                  <a:cubicBezTo>
                    <a:pt x="134" y="107"/>
                    <a:pt x="153" y="97"/>
                    <a:pt x="163" y="83"/>
                  </a:cubicBezTo>
                  <a:cubicBezTo>
                    <a:pt x="168" y="76"/>
                    <a:pt x="171" y="68"/>
                    <a:pt x="169" y="61"/>
                  </a:cubicBezTo>
                  <a:cubicBezTo>
                    <a:pt x="165" y="39"/>
                    <a:pt x="151" y="31"/>
                    <a:pt x="113" y="22"/>
                  </a:cubicBezTo>
                  <a:cubicBezTo>
                    <a:pt x="96" y="18"/>
                    <a:pt x="66" y="17"/>
                    <a:pt x="51" y="16"/>
                  </a:cubicBezTo>
                  <a:cubicBezTo>
                    <a:pt x="29" y="16"/>
                    <a:pt x="10" y="15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8" name="Freeform 264">
              <a:extLst>
                <a:ext uri="{FF2B5EF4-FFF2-40B4-BE49-F238E27FC236}">
                  <a16:creationId xmlns:a16="http://schemas.microsoft.com/office/drawing/2014/main" id="{BED5315B-7A87-4A36-AC30-4608824EA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292"/>
              <a:ext cx="206" cy="127"/>
            </a:xfrm>
            <a:custGeom>
              <a:avLst/>
              <a:gdLst>
                <a:gd name="T0" fmla="*/ 7 w 154"/>
                <a:gd name="T1" fmla="*/ 1 h 95"/>
                <a:gd name="T2" fmla="*/ 112 w 154"/>
                <a:gd name="T3" fmla="*/ 36 h 95"/>
                <a:gd name="T4" fmla="*/ 254 w 154"/>
                <a:gd name="T5" fmla="*/ 49 h 95"/>
                <a:gd name="T6" fmla="*/ 364 w 154"/>
                <a:gd name="T7" fmla="*/ 136 h 95"/>
                <a:gd name="T8" fmla="*/ 247 w 154"/>
                <a:gd name="T9" fmla="*/ 227 h 95"/>
                <a:gd name="T10" fmla="*/ 242 w 154"/>
                <a:gd name="T11" fmla="*/ 225 h 95"/>
                <a:gd name="T12" fmla="*/ 247 w 154"/>
                <a:gd name="T13" fmla="*/ 219 h 95"/>
                <a:gd name="T14" fmla="*/ 356 w 154"/>
                <a:gd name="T15" fmla="*/ 139 h 95"/>
                <a:gd name="T16" fmla="*/ 250 w 154"/>
                <a:gd name="T17" fmla="*/ 57 h 95"/>
                <a:gd name="T18" fmla="*/ 112 w 154"/>
                <a:gd name="T19" fmla="*/ 43 h 95"/>
                <a:gd name="T20" fmla="*/ 0 w 154"/>
                <a:gd name="T21" fmla="*/ 7 h 95"/>
                <a:gd name="T22" fmla="*/ 0 w 154"/>
                <a:gd name="T23" fmla="*/ 1 h 95"/>
                <a:gd name="T24" fmla="*/ 7 w 154"/>
                <a:gd name="T25" fmla="*/ 1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95">
                  <a:moveTo>
                    <a:pt x="3" y="1"/>
                  </a:moveTo>
                  <a:cubicBezTo>
                    <a:pt x="12" y="13"/>
                    <a:pt x="27" y="14"/>
                    <a:pt x="47" y="15"/>
                  </a:cubicBezTo>
                  <a:cubicBezTo>
                    <a:pt x="61" y="16"/>
                    <a:pt x="89" y="17"/>
                    <a:pt x="106" y="21"/>
                  </a:cubicBezTo>
                  <a:cubicBezTo>
                    <a:pt x="134" y="28"/>
                    <a:pt x="151" y="37"/>
                    <a:pt x="152" y="57"/>
                  </a:cubicBezTo>
                  <a:cubicBezTo>
                    <a:pt x="154" y="80"/>
                    <a:pt x="115" y="94"/>
                    <a:pt x="103" y="95"/>
                  </a:cubicBezTo>
                  <a:cubicBezTo>
                    <a:pt x="102" y="95"/>
                    <a:pt x="101" y="94"/>
                    <a:pt x="101" y="94"/>
                  </a:cubicBezTo>
                  <a:cubicBezTo>
                    <a:pt x="101" y="93"/>
                    <a:pt x="102" y="92"/>
                    <a:pt x="103" y="92"/>
                  </a:cubicBezTo>
                  <a:cubicBezTo>
                    <a:pt x="115" y="91"/>
                    <a:pt x="151" y="77"/>
                    <a:pt x="149" y="58"/>
                  </a:cubicBezTo>
                  <a:cubicBezTo>
                    <a:pt x="148" y="39"/>
                    <a:pt x="132" y="31"/>
                    <a:pt x="105" y="24"/>
                  </a:cubicBezTo>
                  <a:cubicBezTo>
                    <a:pt x="88" y="20"/>
                    <a:pt x="60" y="19"/>
                    <a:pt x="47" y="18"/>
                  </a:cubicBezTo>
                  <a:cubicBezTo>
                    <a:pt x="27" y="17"/>
                    <a:pt x="10" y="16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9" name="Freeform 265">
              <a:extLst>
                <a:ext uri="{FF2B5EF4-FFF2-40B4-BE49-F238E27FC236}">
                  <a16:creationId xmlns:a16="http://schemas.microsoft.com/office/drawing/2014/main" id="{37D8B577-3873-4068-9E49-0CDB89693E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2" y="1104"/>
              <a:ext cx="629" cy="1579"/>
            </a:xfrm>
            <a:custGeom>
              <a:avLst/>
              <a:gdLst>
                <a:gd name="T0" fmla="*/ 495 w 471"/>
                <a:gd name="T1" fmla="*/ 528 h 1184"/>
                <a:gd name="T2" fmla="*/ 819 w 471"/>
                <a:gd name="T3" fmla="*/ 2191 h 1184"/>
                <a:gd name="T4" fmla="*/ 793 w 471"/>
                <a:gd name="T5" fmla="*/ 2409 h 1184"/>
                <a:gd name="T6" fmla="*/ 767 w 471"/>
                <a:gd name="T7" fmla="*/ 2486 h 1184"/>
                <a:gd name="T8" fmla="*/ 767 w 471"/>
                <a:gd name="T9" fmla="*/ 2617 h 1184"/>
                <a:gd name="T10" fmla="*/ 831 w 471"/>
                <a:gd name="T11" fmla="*/ 2543 h 1184"/>
                <a:gd name="T12" fmla="*/ 815 w 471"/>
                <a:gd name="T13" fmla="*/ 2630 h 1184"/>
                <a:gd name="T14" fmla="*/ 825 w 471"/>
                <a:gd name="T15" fmla="*/ 2586 h 1184"/>
                <a:gd name="T16" fmla="*/ 868 w 471"/>
                <a:gd name="T17" fmla="*/ 2789 h 1184"/>
                <a:gd name="T18" fmla="*/ 909 w 471"/>
                <a:gd name="T19" fmla="*/ 2763 h 1184"/>
                <a:gd name="T20" fmla="*/ 916 w 471"/>
                <a:gd name="T21" fmla="*/ 2757 h 1184"/>
                <a:gd name="T22" fmla="*/ 958 w 471"/>
                <a:gd name="T23" fmla="*/ 2565 h 1184"/>
                <a:gd name="T24" fmla="*/ 958 w 471"/>
                <a:gd name="T25" fmla="*/ 2799 h 1184"/>
                <a:gd name="T26" fmla="*/ 1000 w 471"/>
                <a:gd name="T27" fmla="*/ 2431 h 1184"/>
                <a:gd name="T28" fmla="*/ 1051 w 471"/>
                <a:gd name="T29" fmla="*/ 2467 h 1184"/>
                <a:gd name="T30" fmla="*/ 781 w 471"/>
                <a:gd name="T31" fmla="*/ 1651 h 1184"/>
                <a:gd name="T32" fmla="*/ 855 w 471"/>
                <a:gd name="T33" fmla="*/ 1651 h 1184"/>
                <a:gd name="T34" fmla="*/ 936 w 471"/>
                <a:gd name="T35" fmla="*/ 2104 h 1184"/>
                <a:gd name="T36" fmla="*/ 1022 w 471"/>
                <a:gd name="T37" fmla="*/ 2358 h 1184"/>
                <a:gd name="T38" fmla="*/ 772 w 471"/>
                <a:gd name="T39" fmla="*/ 1268 h 1184"/>
                <a:gd name="T40" fmla="*/ 767 w 471"/>
                <a:gd name="T41" fmla="*/ 753 h 1184"/>
                <a:gd name="T42" fmla="*/ 819 w 471"/>
                <a:gd name="T43" fmla="*/ 1211 h 1184"/>
                <a:gd name="T44" fmla="*/ 921 w 471"/>
                <a:gd name="T45" fmla="*/ 1590 h 1184"/>
                <a:gd name="T46" fmla="*/ 815 w 471"/>
                <a:gd name="T47" fmla="*/ 1060 h 1184"/>
                <a:gd name="T48" fmla="*/ 829 w 471"/>
                <a:gd name="T49" fmla="*/ 1098 h 1184"/>
                <a:gd name="T50" fmla="*/ 612 w 471"/>
                <a:gd name="T51" fmla="*/ 400 h 1184"/>
                <a:gd name="T52" fmla="*/ 5 w 471"/>
                <a:gd name="T53" fmla="*/ 0 h 1184"/>
                <a:gd name="T54" fmla="*/ 9 w 471"/>
                <a:gd name="T55" fmla="*/ 76 h 1184"/>
                <a:gd name="T56" fmla="*/ 307 w 471"/>
                <a:gd name="T57" fmla="*/ 268 h 1184"/>
                <a:gd name="T58" fmla="*/ 255 w 471"/>
                <a:gd name="T59" fmla="*/ 268 h 1184"/>
                <a:gd name="T60" fmla="*/ 123 w 471"/>
                <a:gd name="T61" fmla="*/ 251 h 1184"/>
                <a:gd name="T62" fmla="*/ 100 w 471"/>
                <a:gd name="T63" fmla="*/ 244 h 1184"/>
                <a:gd name="T64" fmla="*/ 5 w 471"/>
                <a:gd name="T65" fmla="*/ 297 h 1184"/>
                <a:gd name="T66" fmla="*/ 314 w 471"/>
                <a:gd name="T67" fmla="*/ 279 h 1184"/>
                <a:gd name="T68" fmla="*/ 645 w 471"/>
                <a:gd name="T69" fmla="*/ 545 h 1184"/>
                <a:gd name="T70" fmla="*/ 431 w 471"/>
                <a:gd name="T71" fmla="*/ 320 h 1184"/>
                <a:gd name="T72" fmla="*/ 538 w 471"/>
                <a:gd name="T73" fmla="*/ 507 h 1184"/>
                <a:gd name="T74" fmla="*/ 666 w 471"/>
                <a:gd name="T75" fmla="*/ 709 h 1184"/>
                <a:gd name="T76" fmla="*/ 672 w 471"/>
                <a:gd name="T77" fmla="*/ 720 h 1184"/>
                <a:gd name="T78" fmla="*/ 787 w 471"/>
                <a:gd name="T79" fmla="*/ 1444 h 1184"/>
                <a:gd name="T80" fmla="*/ 919 w 471"/>
                <a:gd name="T81" fmla="*/ 2302 h 1184"/>
                <a:gd name="T82" fmla="*/ 936 w 471"/>
                <a:gd name="T83" fmla="*/ 2629 h 1184"/>
                <a:gd name="T84" fmla="*/ 861 w 471"/>
                <a:gd name="T85" fmla="*/ 2609 h 1184"/>
                <a:gd name="T86" fmla="*/ 833 w 471"/>
                <a:gd name="T87" fmla="*/ 2537 h 1184"/>
                <a:gd name="T88" fmla="*/ 831 w 471"/>
                <a:gd name="T89" fmla="*/ 2260 h 1184"/>
                <a:gd name="T90" fmla="*/ 693 w 471"/>
                <a:gd name="T91" fmla="*/ 895 h 1184"/>
                <a:gd name="T92" fmla="*/ 680 w 471"/>
                <a:gd name="T93" fmla="*/ 1435 h 1184"/>
                <a:gd name="T94" fmla="*/ 769 w 471"/>
                <a:gd name="T95" fmla="*/ 1640 h 1184"/>
                <a:gd name="T96" fmla="*/ 775 w 471"/>
                <a:gd name="T97" fmla="*/ 1812 h 1184"/>
                <a:gd name="T98" fmla="*/ 819 w 471"/>
                <a:gd name="T99" fmla="*/ 2024 h 1184"/>
                <a:gd name="T100" fmla="*/ 833 w 471"/>
                <a:gd name="T101" fmla="*/ 1940 h 1184"/>
                <a:gd name="T102" fmla="*/ 952 w 471"/>
                <a:gd name="T103" fmla="*/ 2451 h 1184"/>
                <a:gd name="T104" fmla="*/ 844 w 471"/>
                <a:gd name="T105" fmla="*/ 2543 h 1184"/>
                <a:gd name="T106" fmla="*/ 726 w 471"/>
                <a:gd name="T107" fmla="*/ 1903 h 1184"/>
                <a:gd name="T108" fmla="*/ 369 w 471"/>
                <a:gd name="T109" fmla="*/ 363 h 1184"/>
                <a:gd name="T110" fmla="*/ 517 w 471"/>
                <a:gd name="T111" fmla="*/ 496 h 1184"/>
                <a:gd name="T112" fmla="*/ 493 w 471"/>
                <a:gd name="T113" fmla="*/ 519 h 11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71" h="1184">
                  <a:moveTo>
                    <a:pt x="1" y="128"/>
                  </a:moveTo>
                  <a:cubicBezTo>
                    <a:pt x="6" y="129"/>
                    <a:pt x="16" y="128"/>
                    <a:pt x="28" y="128"/>
                  </a:cubicBezTo>
                  <a:cubicBezTo>
                    <a:pt x="50" y="127"/>
                    <a:pt x="98" y="126"/>
                    <a:pt x="107" y="132"/>
                  </a:cubicBezTo>
                  <a:cubicBezTo>
                    <a:pt x="108" y="132"/>
                    <a:pt x="111" y="135"/>
                    <a:pt x="112" y="134"/>
                  </a:cubicBezTo>
                  <a:cubicBezTo>
                    <a:pt x="123" y="143"/>
                    <a:pt x="131" y="149"/>
                    <a:pt x="135" y="154"/>
                  </a:cubicBezTo>
                  <a:cubicBezTo>
                    <a:pt x="143" y="166"/>
                    <a:pt x="187" y="216"/>
                    <a:pt x="205" y="221"/>
                  </a:cubicBezTo>
                  <a:cubicBezTo>
                    <a:pt x="206" y="222"/>
                    <a:pt x="207" y="222"/>
                    <a:pt x="208" y="223"/>
                  </a:cubicBezTo>
                  <a:cubicBezTo>
                    <a:pt x="218" y="231"/>
                    <a:pt x="233" y="260"/>
                    <a:pt x="238" y="270"/>
                  </a:cubicBezTo>
                  <a:cubicBezTo>
                    <a:pt x="261" y="320"/>
                    <a:pt x="268" y="360"/>
                    <a:pt x="262" y="406"/>
                  </a:cubicBezTo>
                  <a:cubicBezTo>
                    <a:pt x="256" y="448"/>
                    <a:pt x="251" y="581"/>
                    <a:pt x="273" y="660"/>
                  </a:cubicBezTo>
                  <a:cubicBezTo>
                    <a:pt x="273" y="662"/>
                    <a:pt x="275" y="669"/>
                    <a:pt x="277" y="680"/>
                  </a:cubicBezTo>
                  <a:cubicBezTo>
                    <a:pt x="282" y="711"/>
                    <a:pt x="292" y="768"/>
                    <a:pt x="302" y="803"/>
                  </a:cubicBezTo>
                  <a:cubicBezTo>
                    <a:pt x="313" y="842"/>
                    <a:pt x="328" y="882"/>
                    <a:pt x="340" y="913"/>
                  </a:cubicBezTo>
                  <a:cubicBezTo>
                    <a:pt x="341" y="917"/>
                    <a:pt x="342" y="921"/>
                    <a:pt x="344" y="924"/>
                  </a:cubicBezTo>
                  <a:cubicBezTo>
                    <a:pt x="343" y="924"/>
                    <a:pt x="343" y="924"/>
                    <a:pt x="343" y="925"/>
                  </a:cubicBezTo>
                  <a:cubicBezTo>
                    <a:pt x="342" y="931"/>
                    <a:pt x="343" y="935"/>
                    <a:pt x="344" y="940"/>
                  </a:cubicBezTo>
                  <a:cubicBezTo>
                    <a:pt x="346" y="944"/>
                    <a:pt x="347" y="948"/>
                    <a:pt x="346" y="953"/>
                  </a:cubicBezTo>
                  <a:cubicBezTo>
                    <a:pt x="345" y="964"/>
                    <a:pt x="342" y="975"/>
                    <a:pt x="339" y="986"/>
                  </a:cubicBezTo>
                  <a:cubicBezTo>
                    <a:pt x="334" y="1009"/>
                    <a:pt x="334" y="1009"/>
                    <a:pt x="334" y="1009"/>
                  </a:cubicBezTo>
                  <a:cubicBezTo>
                    <a:pt x="333" y="1011"/>
                    <a:pt x="333" y="1013"/>
                    <a:pt x="333" y="1015"/>
                  </a:cubicBezTo>
                  <a:cubicBezTo>
                    <a:pt x="333" y="1015"/>
                    <a:pt x="333" y="1015"/>
                    <a:pt x="333" y="1015"/>
                  </a:cubicBezTo>
                  <a:cubicBezTo>
                    <a:pt x="331" y="1022"/>
                    <a:pt x="331" y="1022"/>
                    <a:pt x="331" y="1022"/>
                  </a:cubicBezTo>
                  <a:cubicBezTo>
                    <a:pt x="330" y="1028"/>
                    <a:pt x="329" y="1034"/>
                    <a:pt x="326" y="1039"/>
                  </a:cubicBezTo>
                  <a:cubicBezTo>
                    <a:pt x="325" y="1042"/>
                    <a:pt x="322" y="1044"/>
                    <a:pt x="320" y="1046"/>
                  </a:cubicBezTo>
                  <a:cubicBezTo>
                    <a:pt x="316" y="1050"/>
                    <a:pt x="311" y="1053"/>
                    <a:pt x="311" y="1060"/>
                  </a:cubicBezTo>
                  <a:cubicBezTo>
                    <a:pt x="311" y="1061"/>
                    <a:pt x="312" y="1061"/>
                    <a:pt x="313" y="1061"/>
                  </a:cubicBezTo>
                  <a:cubicBezTo>
                    <a:pt x="313" y="1061"/>
                    <a:pt x="314" y="1061"/>
                    <a:pt x="314" y="1060"/>
                  </a:cubicBezTo>
                  <a:cubicBezTo>
                    <a:pt x="314" y="1055"/>
                    <a:pt x="318" y="1052"/>
                    <a:pt x="322" y="1048"/>
                  </a:cubicBezTo>
                  <a:cubicBezTo>
                    <a:pt x="324" y="1046"/>
                    <a:pt x="327" y="1043"/>
                    <a:pt x="329" y="1040"/>
                  </a:cubicBezTo>
                  <a:cubicBezTo>
                    <a:pt x="330" y="1038"/>
                    <a:pt x="331" y="1034"/>
                    <a:pt x="332" y="1031"/>
                  </a:cubicBezTo>
                  <a:cubicBezTo>
                    <a:pt x="332" y="1032"/>
                    <a:pt x="332" y="1032"/>
                    <a:pt x="332" y="1033"/>
                  </a:cubicBezTo>
                  <a:cubicBezTo>
                    <a:pt x="332" y="1040"/>
                    <a:pt x="333" y="1048"/>
                    <a:pt x="331" y="1055"/>
                  </a:cubicBezTo>
                  <a:cubicBezTo>
                    <a:pt x="330" y="1061"/>
                    <a:pt x="328" y="1067"/>
                    <a:pt x="326" y="1072"/>
                  </a:cubicBezTo>
                  <a:cubicBezTo>
                    <a:pt x="323" y="1081"/>
                    <a:pt x="320" y="1091"/>
                    <a:pt x="321" y="1101"/>
                  </a:cubicBezTo>
                  <a:cubicBezTo>
                    <a:pt x="321" y="1102"/>
                    <a:pt x="321" y="1103"/>
                    <a:pt x="322" y="1103"/>
                  </a:cubicBezTo>
                  <a:cubicBezTo>
                    <a:pt x="323" y="1103"/>
                    <a:pt x="324" y="1102"/>
                    <a:pt x="324" y="1101"/>
                  </a:cubicBezTo>
                  <a:cubicBezTo>
                    <a:pt x="323" y="1091"/>
                    <a:pt x="326" y="1082"/>
                    <a:pt x="329" y="1073"/>
                  </a:cubicBezTo>
                  <a:cubicBezTo>
                    <a:pt x="331" y="1068"/>
                    <a:pt x="333" y="1062"/>
                    <a:pt x="334" y="1056"/>
                  </a:cubicBezTo>
                  <a:cubicBezTo>
                    <a:pt x="335" y="1054"/>
                    <a:pt x="335" y="1052"/>
                    <a:pt x="335" y="1049"/>
                  </a:cubicBezTo>
                  <a:cubicBezTo>
                    <a:pt x="336" y="1052"/>
                    <a:pt x="336" y="1052"/>
                    <a:pt x="336" y="1052"/>
                  </a:cubicBezTo>
                  <a:cubicBezTo>
                    <a:pt x="338" y="1060"/>
                    <a:pt x="341" y="1068"/>
                    <a:pt x="349" y="1072"/>
                  </a:cubicBezTo>
                  <a:cubicBezTo>
                    <a:pt x="349" y="1072"/>
                    <a:pt x="349" y="1072"/>
                    <a:pt x="349" y="1072"/>
                  </a:cubicBezTo>
                  <a:cubicBezTo>
                    <a:pt x="349" y="1072"/>
                    <a:pt x="349" y="1072"/>
                    <a:pt x="349" y="1072"/>
                  </a:cubicBezTo>
                  <a:cubicBezTo>
                    <a:pt x="348" y="1077"/>
                    <a:pt x="346" y="1083"/>
                    <a:pt x="344" y="1089"/>
                  </a:cubicBezTo>
                  <a:cubicBezTo>
                    <a:pt x="344" y="1091"/>
                    <a:pt x="343" y="1094"/>
                    <a:pt x="343" y="1096"/>
                  </a:cubicBezTo>
                  <a:cubicBezTo>
                    <a:pt x="337" y="1119"/>
                    <a:pt x="331" y="1145"/>
                    <a:pt x="334" y="1157"/>
                  </a:cubicBezTo>
                  <a:cubicBezTo>
                    <a:pt x="334" y="1158"/>
                    <a:pt x="335" y="1159"/>
                    <a:pt x="336" y="1159"/>
                  </a:cubicBezTo>
                  <a:cubicBezTo>
                    <a:pt x="336" y="1158"/>
                    <a:pt x="337" y="1158"/>
                    <a:pt x="337" y="1157"/>
                  </a:cubicBezTo>
                  <a:cubicBezTo>
                    <a:pt x="335" y="1147"/>
                    <a:pt x="338" y="1129"/>
                    <a:pt x="342" y="1109"/>
                  </a:cubicBezTo>
                  <a:cubicBezTo>
                    <a:pt x="343" y="1117"/>
                    <a:pt x="345" y="1124"/>
                    <a:pt x="347" y="1131"/>
                  </a:cubicBezTo>
                  <a:cubicBezTo>
                    <a:pt x="350" y="1144"/>
                    <a:pt x="353" y="1157"/>
                    <a:pt x="350" y="1169"/>
                  </a:cubicBezTo>
                  <a:cubicBezTo>
                    <a:pt x="350" y="1169"/>
                    <a:pt x="350" y="1170"/>
                    <a:pt x="351" y="1171"/>
                  </a:cubicBezTo>
                  <a:cubicBezTo>
                    <a:pt x="352" y="1171"/>
                    <a:pt x="353" y="1170"/>
                    <a:pt x="353" y="1170"/>
                  </a:cubicBezTo>
                  <a:cubicBezTo>
                    <a:pt x="357" y="1158"/>
                    <a:pt x="353" y="1144"/>
                    <a:pt x="350" y="1130"/>
                  </a:cubicBezTo>
                  <a:cubicBezTo>
                    <a:pt x="347" y="1119"/>
                    <a:pt x="344" y="1107"/>
                    <a:pt x="346" y="1096"/>
                  </a:cubicBezTo>
                  <a:cubicBezTo>
                    <a:pt x="346" y="1094"/>
                    <a:pt x="347" y="1092"/>
                    <a:pt x="347" y="1090"/>
                  </a:cubicBezTo>
                  <a:cubicBezTo>
                    <a:pt x="347" y="1090"/>
                    <a:pt x="347" y="1090"/>
                    <a:pt x="347" y="1090"/>
                  </a:cubicBezTo>
                  <a:cubicBezTo>
                    <a:pt x="347" y="1090"/>
                    <a:pt x="347" y="1090"/>
                    <a:pt x="347" y="1090"/>
                  </a:cubicBezTo>
                  <a:cubicBezTo>
                    <a:pt x="349" y="1084"/>
                    <a:pt x="350" y="1079"/>
                    <a:pt x="351" y="1075"/>
                  </a:cubicBezTo>
                  <a:cubicBezTo>
                    <a:pt x="352" y="1077"/>
                    <a:pt x="353" y="1080"/>
                    <a:pt x="354" y="1083"/>
                  </a:cubicBezTo>
                  <a:cubicBezTo>
                    <a:pt x="355" y="1088"/>
                    <a:pt x="357" y="1093"/>
                    <a:pt x="358" y="1097"/>
                  </a:cubicBezTo>
                  <a:cubicBezTo>
                    <a:pt x="362" y="1109"/>
                    <a:pt x="366" y="1122"/>
                    <a:pt x="365" y="1135"/>
                  </a:cubicBezTo>
                  <a:cubicBezTo>
                    <a:pt x="365" y="1160"/>
                    <a:pt x="364" y="1170"/>
                    <a:pt x="365" y="1176"/>
                  </a:cubicBezTo>
                  <a:cubicBezTo>
                    <a:pt x="365" y="1177"/>
                    <a:pt x="366" y="1178"/>
                    <a:pt x="367" y="1178"/>
                  </a:cubicBezTo>
                  <a:cubicBezTo>
                    <a:pt x="368" y="1178"/>
                    <a:pt x="368" y="1177"/>
                    <a:pt x="368" y="1176"/>
                  </a:cubicBezTo>
                  <a:cubicBezTo>
                    <a:pt x="367" y="1170"/>
                    <a:pt x="368" y="1160"/>
                    <a:pt x="368" y="1135"/>
                  </a:cubicBezTo>
                  <a:cubicBezTo>
                    <a:pt x="369" y="1133"/>
                    <a:pt x="369" y="1131"/>
                    <a:pt x="368" y="1130"/>
                  </a:cubicBezTo>
                  <a:cubicBezTo>
                    <a:pt x="374" y="1135"/>
                    <a:pt x="376" y="1143"/>
                    <a:pt x="378" y="1151"/>
                  </a:cubicBezTo>
                  <a:cubicBezTo>
                    <a:pt x="382" y="1162"/>
                    <a:pt x="382" y="1162"/>
                    <a:pt x="382" y="1162"/>
                  </a:cubicBezTo>
                  <a:cubicBezTo>
                    <a:pt x="382" y="1163"/>
                    <a:pt x="382" y="1164"/>
                    <a:pt x="382" y="1165"/>
                  </a:cubicBezTo>
                  <a:cubicBezTo>
                    <a:pt x="381" y="1171"/>
                    <a:pt x="381" y="1177"/>
                    <a:pt x="379" y="1182"/>
                  </a:cubicBezTo>
                  <a:cubicBezTo>
                    <a:pt x="379" y="1183"/>
                    <a:pt x="379" y="1183"/>
                    <a:pt x="380" y="1184"/>
                  </a:cubicBezTo>
                  <a:cubicBezTo>
                    <a:pt x="381" y="1184"/>
                    <a:pt x="382" y="1184"/>
                    <a:pt x="382" y="1183"/>
                  </a:cubicBezTo>
                  <a:cubicBezTo>
                    <a:pt x="384" y="1178"/>
                    <a:pt x="384" y="1172"/>
                    <a:pt x="385" y="1165"/>
                  </a:cubicBezTo>
                  <a:cubicBezTo>
                    <a:pt x="385" y="1164"/>
                    <a:pt x="385" y="1164"/>
                    <a:pt x="385" y="1163"/>
                  </a:cubicBezTo>
                  <a:cubicBezTo>
                    <a:pt x="385" y="1163"/>
                    <a:pt x="385" y="1162"/>
                    <a:pt x="385" y="1162"/>
                  </a:cubicBezTo>
                  <a:cubicBezTo>
                    <a:pt x="385" y="1162"/>
                    <a:pt x="385" y="1162"/>
                    <a:pt x="385" y="1162"/>
                  </a:cubicBezTo>
                  <a:cubicBezTo>
                    <a:pt x="385" y="1157"/>
                    <a:pt x="385" y="1153"/>
                    <a:pt x="386" y="1149"/>
                  </a:cubicBezTo>
                  <a:cubicBezTo>
                    <a:pt x="388" y="1143"/>
                    <a:pt x="388" y="1143"/>
                    <a:pt x="388" y="1143"/>
                  </a:cubicBezTo>
                  <a:cubicBezTo>
                    <a:pt x="391" y="1131"/>
                    <a:pt x="394" y="1121"/>
                    <a:pt x="396" y="1108"/>
                  </a:cubicBezTo>
                  <a:cubicBezTo>
                    <a:pt x="397" y="1102"/>
                    <a:pt x="398" y="1096"/>
                    <a:pt x="400" y="1091"/>
                  </a:cubicBezTo>
                  <a:cubicBezTo>
                    <a:pt x="400" y="1088"/>
                    <a:pt x="401" y="1085"/>
                    <a:pt x="402" y="1083"/>
                  </a:cubicBezTo>
                  <a:cubicBezTo>
                    <a:pt x="402" y="1082"/>
                    <a:pt x="402" y="1082"/>
                    <a:pt x="402" y="1082"/>
                  </a:cubicBezTo>
                  <a:cubicBezTo>
                    <a:pt x="402" y="1082"/>
                    <a:pt x="402" y="1081"/>
                    <a:pt x="402" y="1081"/>
                  </a:cubicBezTo>
                  <a:cubicBezTo>
                    <a:pt x="403" y="1075"/>
                    <a:pt x="404" y="1070"/>
                    <a:pt x="405" y="1064"/>
                  </a:cubicBezTo>
                  <a:cubicBezTo>
                    <a:pt x="405" y="1062"/>
                    <a:pt x="405" y="1061"/>
                    <a:pt x="405" y="1060"/>
                  </a:cubicBezTo>
                  <a:cubicBezTo>
                    <a:pt x="407" y="1075"/>
                    <a:pt x="408" y="1089"/>
                    <a:pt x="409" y="1104"/>
                  </a:cubicBezTo>
                  <a:cubicBezTo>
                    <a:pt x="409" y="1112"/>
                    <a:pt x="406" y="1129"/>
                    <a:pt x="404" y="1146"/>
                  </a:cubicBezTo>
                  <a:cubicBezTo>
                    <a:pt x="401" y="1160"/>
                    <a:pt x="400" y="1172"/>
                    <a:pt x="399" y="1180"/>
                  </a:cubicBezTo>
                  <a:cubicBezTo>
                    <a:pt x="399" y="1181"/>
                    <a:pt x="400" y="1181"/>
                    <a:pt x="401" y="1181"/>
                  </a:cubicBezTo>
                  <a:cubicBezTo>
                    <a:pt x="401" y="1181"/>
                    <a:pt x="402" y="1181"/>
                    <a:pt x="402" y="1180"/>
                  </a:cubicBezTo>
                  <a:cubicBezTo>
                    <a:pt x="403" y="1173"/>
                    <a:pt x="404" y="1160"/>
                    <a:pt x="407" y="1146"/>
                  </a:cubicBezTo>
                  <a:cubicBezTo>
                    <a:pt x="409" y="1129"/>
                    <a:pt x="412" y="1112"/>
                    <a:pt x="412" y="1104"/>
                  </a:cubicBezTo>
                  <a:cubicBezTo>
                    <a:pt x="411" y="1080"/>
                    <a:pt x="408" y="1057"/>
                    <a:pt x="403" y="1033"/>
                  </a:cubicBezTo>
                  <a:cubicBezTo>
                    <a:pt x="403" y="1031"/>
                    <a:pt x="403" y="1031"/>
                    <a:pt x="403" y="1031"/>
                  </a:cubicBezTo>
                  <a:cubicBezTo>
                    <a:pt x="403" y="1031"/>
                    <a:pt x="402" y="1031"/>
                    <a:pt x="402" y="1030"/>
                  </a:cubicBezTo>
                  <a:cubicBezTo>
                    <a:pt x="400" y="1020"/>
                    <a:pt x="398" y="1010"/>
                    <a:pt x="394" y="999"/>
                  </a:cubicBezTo>
                  <a:cubicBezTo>
                    <a:pt x="402" y="1010"/>
                    <a:pt x="412" y="1018"/>
                    <a:pt x="420" y="1025"/>
                  </a:cubicBezTo>
                  <a:cubicBezTo>
                    <a:pt x="427" y="1031"/>
                    <a:pt x="433" y="1036"/>
                    <a:pt x="438" y="1042"/>
                  </a:cubicBezTo>
                  <a:cubicBezTo>
                    <a:pt x="452" y="1058"/>
                    <a:pt x="459" y="1077"/>
                    <a:pt x="464" y="1091"/>
                  </a:cubicBezTo>
                  <a:cubicBezTo>
                    <a:pt x="468" y="1101"/>
                    <a:pt x="468" y="1101"/>
                    <a:pt x="468" y="1101"/>
                  </a:cubicBezTo>
                  <a:cubicBezTo>
                    <a:pt x="468" y="1102"/>
                    <a:pt x="469" y="1102"/>
                    <a:pt x="470" y="1102"/>
                  </a:cubicBezTo>
                  <a:cubicBezTo>
                    <a:pt x="471" y="1102"/>
                    <a:pt x="471" y="1101"/>
                    <a:pt x="471" y="1100"/>
                  </a:cubicBezTo>
                  <a:cubicBezTo>
                    <a:pt x="467" y="1090"/>
                    <a:pt x="467" y="1090"/>
                    <a:pt x="467" y="1090"/>
                  </a:cubicBezTo>
                  <a:cubicBezTo>
                    <a:pt x="461" y="1075"/>
                    <a:pt x="454" y="1057"/>
                    <a:pt x="441" y="1040"/>
                  </a:cubicBezTo>
                  <a:cubicBezTo>
                    <a:pt x="435" y="1034"/>
                    <a:pt x="429" y="1029"/>
                    <a:pt x="422" y="1023"/>
                  </a:cubicBezTo>
                  <a:cubicBezTo>
                    <a:pt x="411" y="1013"/>
                    <a:pt x="399" y="1004"/>
                    <a:pt x="392" y="989"/>
                  </a:cubicBezTo>
                  <a:cubicBezTo>
                    <a:pt x="386" y="970"/>
                    <a:pt x="386" y="970"/>
                    <a:pt x="386" y="970"/>
                  </a:cubicBezTo>
                  <a:cubicBezTo>
                    <a:pt x="386" y="970"/>
                    <a:pt x="386" y="970"/>
                    <a:pt x="386" y="970"/>
                  </a:cubicBezTo>
                  <a:cubicBezTo>
                    <a:pt x="376" y="933"/>
                    <a:pt x="364" y="874"/>
                    <a:pt x="353" y="817"/>
                  </a:cubicBezTo>
                  <a:cubicBezTo>
                    <a:pt x="344" y="772"/>
                    <a:pt x="335" y="727"/>
                    <a:pt x="328" y="696"/>
                  </a:cubicBezTo>
                  <a:cubicBezTo>
                    <a:pt x="328" y="696"/>
                    <a:pt x="328" y="696"/>
                    <a:pt x="328" y="696"/>
                  </a:cubicBezTo>
                  <a:cubicBezTo>
                    <a:pt x="328" y="688"/>
                    <a:pt x="328" y="681"/>
                    <a:pt x="327" y="674"/>
                  </a:cubicBezTo>
                  <a:cubicBezTo>
                    <a:pt x="327" y="664"/>
                    <a:pt x="327" y="655"/>
                    <a:pt x="327" y="646"/>
                  </a:cubicBezTo>
                  <a:cubicBezTo>
                    <a:pt x="328" y="639"/>
                    <a:pt x="329" y="633"/>
                    <a:pt x="330" y="628"/>
                  </a:cubicBezTo>
                  <a:cubicBezTo>
                    <a:pt x="331" y="624"/>
                    <a:pt x="331" y="621"/>
                    <a:pt x="332" y="618"/>
                  </a:cubicBezTo>
                  <a:cubicBezTo>
                    <a:pt x="336" y="638"/>
                    <a:pt x="341" y="656"/>
                    <a:pt x="348" y="671"/>
                  </a:cubicBezTo>
                  <a:cubicBezTo>
                    <a:pt x="351" y="679"/>
                    <a:pt x="355" y="687"/>
                    <a:pt x="358" y="696"/>
                  </a:cubicBezTo>
                  <a:cubicBezTo>
                    <a:pt x="359" y="696"/>
                    <a:pt x="359" y="696"/>
                    <a:pt x="359" y="696"/>
                  </a:cubicBezTo>
                  <a:cubicBezTo>
                    <a:pt x="362" y="712"/>
                    <a:pt x="362" y="725"/>
                    <a:pt x="362" y="738"/>
                  </a:cubicBezTo>
                  <a:cubicBezTo>
                    <a:pt x="361" y="751"/>
                    <a:pt x="361" y="763"/>
                    <a:pt x="364" y="776"/>
                  </a:cubicBezTo>
                  <a:cubicBezTo>
                    <a:pt x="364" y="777"/>
                    <a:pt x="365" y="777"/>
                    <a:pt x="366" y="777"/>
                  </a:cubicBezTo>
                  <a:cubicBezTo>
                    <a:pt x="366" y="777"/>
                    <a:pt x="367" y="776"/>
                    <a:pt x="367" y="775"/>
                  </a:cubicBezTo>
                  <a:cubicBezTo>
                    <a:pt x="364" y="763"/>
                    <a:pt x="364" y="751"/>
                    <a:pt x="365" y="738"/>
                  </a:cubicBezTo>
                  <a:cubicBezTo>
                    <a:pt x="365" y="730"/>
                    <a:pt x="365" y="721"/>
                    <a:pt x="364" y="711"/>
                  </a:cubicBezTo>
                  <a:cubicBezTo>
                    <a:pt x="381" y="770"/>
                    <a:pt x="391" y="853"/>
                    <a:pt x="393" y="887"/>
                  </a:cubicBezTo>
                  <a:cubicBezTo>
                    <a:pt x="395" y="897"/>
                    <a:pt x="395" y="907"/>
                    <a:pt x="394" y="918"/>
                  </a:cubicBezTo>
                  <a:cubicBezTo>
                    <a:pt x="394" y="929"/>
                    <a:pt x="394" y="940"/>
                    <a:pt x="396" y="951"/>
                  </a:cubicBezTo>
                  <a:cubicBezTo>
                    <a:pt x="401" y="972"/>
                    <a:pt x="414" y="984"/>
                    <a:pt x="427" y="996"/>
                  </a:cubicBezTo>
                  <a:cubicBezTo>
                    <a:pt x="432" y="1001"/>
                    <a:pt x="437" y="1006"/>
                    <a:pt x="442" y="1011"/>
                  </a:cubicBezTo>
                  <a:cubicBezTo>
                    <a:pt x="443" y="1012"/>
                    <a:pt x="444" y="1012"/>
                    <a:pt x="444" y="1012"/>
                  </a:cubicBezTo>
                  <a:cubicBezTo>
                    <a:pt x="445" y="1011"/>
                    <a:pt x="445" y="1010"/>
                    <a:pt x="444" y="1009"/>
                  </a:cubicBezTo>
                  <a:cubicBezTo>
                    <a:pt x="440" y="1004"/>
                    <a:pt x="434" y="999"/>
                    <a:pt x="429" y="994"/>
                  </a:cubicBezTo>
                  <a:cubicBezTo>
                    <a:pt x="416" y="982"/>
                    <a:pt x="404" y="970"/>
                    <a:pt x="399" y="950"/>
                  </a:cubicBezTo>
                  <a:cubicBezTo>
                    <a:pt x="397" y="939"/>
                    <a:pt x="397" y="929"/>
                    <a:pt x="397" y="918"/>
                  </a:cubicBezTo>
                  <a:cubicBezTo>
                    <a:pt x="398" y="908"/>
                    <a:pt x="398" y="897"/>
                    <a:pt x="396" y="887"/>
                  </a:cubicBezTo>
                  <a:cubicBezTo>
                    <a:pt x="394" y="849"/>
                    <a:pt x="382" y="753"/>
                    <a:pt x="362" y="694"/>
                  </a:cubicBezTo>
                  <a:cubicBezTo>
                    <a:pt x="361" y="694"/>
                    <a:pt x="361" y="693"/>
                    <a:pt x="361" y="693"/>
                  </a:cubicBezTo>
                  <a:cubicBezTo>
                    <a:pt x="358" y="685"/>
                    <a:pt x="354" y="677"/>
                    <a:pt x="350" y="670"/>
                  </a:cubicBezTo>
                  <a:cubicBezTo>
                    <a:pt x="334" y="635"/>
                    <a:pt x="328" y="580"/>
                    <a:pt x="324" y="535"/>
                  </a:cubicBezTo>
                  <a:cubicBezTo>
                    <a:pt x="322" y="515"/>
                    <a:pt x="321" y="496"/>
                    <a:pt x="318" y="482"/>
                  </a:cubicBezTo>
                  <a:cubicBezTo>
                    <a:pt x="311" y="441"/>
                    <a:pt x="308" y="382"/>
                    <a:pt x="306" y="346"/>
                  </a:cubicBezTo>
                  <a:cubicBezTo>
                    <a:pt x="305" y="333"/>
                    <a:pt x="305" y="333"/>
                    <a:pt x="305" y="333"/>
                  </a:cubicBezTo>
                  <a:cubicBezTo>
                    <a:pt x="302" y="290"/>
                    <a:pt x="290" y="259"/>
                    <a:pt x="277" y="238"/>
                  </a:cubicBezTo>
                  <a:cubicBezTo>
                    <a:pt x="269" y="209"/>
                    <a:pt x="257" y="180"/>
                    <a:pt x="247" y="168"/>
                  </a:cubicBezTo>
                  <a:cubicBezTo>
                    <a:pt x="250" y="170"/>
                    <a:pt x="254" y="171"/>
                    <a:pt x="256" y="172"/>
                  </a:cubicBezTo>
                  <a:cubicBezTo>
                    <a:pt x="287" y="182"/>
                    <a:pt x="318" y="262"/>
                    <a:pt x="322" y="318"/>
                  </a:cubicBezTo>
                  <a:cubicBezTo>
                    <a:pt x="322" y="329"/>
                    <a:pt x="324" y="346"/>
                    <a:pt x="325" y="365"/>
                  </a:cubicBezTo>
                  <a:cubicBezTo>
                    <a:pt x="325" y="365"/>
                    <a:pt x="324" y="366"/>
                    <a:pt x="325" y="367"/>
                  </a:cubicBezTo>
                  <a:cubicBezTo>
                    <a:pt x="327" y="380"/>
                    <a:pt x="327" y="380"/>
                    <a:pt x="327" y="380"/>
                  </a:cubicBezTo>
                  <a:cubicBezTo>
                    <a:pt x="327" y="380"/>
                    <a:pt x="327" y="380"/>
                    <a:pt x="327" y="380"/>
                  </a:cubicBezTo>
                  <a:cubicBezTo>
                    <a:pt x="327" y="384"/>
                    <a:pt x="327" y="388"/>
                    <a:pt x="328" y="392"/>
                  </a:cubicBezTo>
                  <a:cubicBezTo>
                    <a:pt x="330" y="417"/>
                    <a:pt x="332" y="441"/>
                    <a:pt x="333" y="453"/>
                  </a:cubicBezTo>
                  <a:cubicBezTo>
                    <a:pt x="333" y="467"/>
                    <a:pt x="339" y="489"/>
                    <a:pt x="344" y="511"/>
                  </a:cubicBezTo>
                  <a:cubicBezTo>
                    <a:pt x="348" y="530"/>
                    <a:pt x="352" y="547"/>
                    <a:pt x="353" y="558"/>
                  </a:cubicBezTo>
                  <a:cubicBezTo>
                    <a:pt x="356" y="583"/>
                    <a:pt x="360" y="596"/>
                    <a:pt x="369" y="617"/>
                  </a:cubicBezTo>
                  <a:cubicBezTo>
                    <a:pt x="380" y="644"/>
                    <a:pt x="382" y="659"/>
                    <a:pt x="384" y="670"/>
                  </a:cubicBezTo>
                  <a:cubicBezTo>
                    <a:pt x="386" y="681"/>
                    <a:pt x="386" y="681"/>
                    <a:pt x="386" y="681"/>
                  </a:cubicBezTo>
                  <a:cubicBezTo>
                    <a:pt x="386" y="682"/>
                    <a:pt x="387" y="683"/>
                    <a:pt x="388" y="683"/>
                  </a:cubicBezTo>
                  <a:cubicBezTo>
                    <a:pt x="388" y="682"/>
                    <a:pt x="389" y="682"/>
                    <a:pt x="389" y="681"/>
                  </a:cubicBezTo>
                  <a:cubicBezTo>
                    <a:pt x="387" y="670"/>
                    <a:pt x="387" y="670"/>
                    <a:pt x="387" y="670"/>
                  </a:cubicBezTo>
                  <a:cubicBezTo>
                    <a:pt x="385" y="659"/>
                    <a:pt x="383" y="643"/>
                    <a:pt x="372" y="616"/>
                  </a:cubicBezTo>
                  <a:cubicBezTo>
                    <a:pt x="363" y="595"/>
                    <a:pt x="359" y="582"/>
                    <a:pt x="356" y="557"/>
                  </a:cubicBezTo>
                  <a:cubicBezTo>
                    <a:pt x="355" y="546"/>
                    <a:pt x="351" y="529"/>
                    <a:pt x="347" y="511"/>
                  </a:cubicBezTo>
                  <a:cubicBezTo>
                    <a:pt x="341" y="489"/>
                    <a:pt x="336" y="466"/>
                    <a:pt x="336" y="453"/>
                  </a:cubicBezTo>
                  <a:cubicBezTo>
                    <a:pt x="335" y="445"/>
                    <a:pt x="334" y="430"/>
                    <a:pt x="332" y="413"/>
                  </a:cubicBezTo>
                  <a:cubicBezTo>
                    <a:pt x="334" y="417"/>
                    <a:pt x="335" y="422"/>
                    <a:pt x="336" y="426"/>
                  </a:cubicBezTo>
                  <a:cubicBezTo>
                    <a:pt x="339" y="433"/>
                    <a:pt x="341" y="440"/>
                    <a:pt x="342" y="447"/>
                  </a:cubicBezTo>
                  <a:cubicBezTo>
                    <a:pt x="342" y="447"/>
                    <a:pt x="342" y="448"/>
                    <a:pt x="342" y="448"/>
                  </a:cubicBezTo>
                  <a:cubicBezTo>
                    <a:pt x="342" y="449"/>
                    <a:pt x="343" y="450"/>
                    <a:pt x="343" y="452"/>
                  </a:cubicBezTo>
                  <a:cubicBezTo>
                    <a:pt x="343" y="453"/>
                    <a:pt x="343" y="454"/>
                    <a:pt x="344" y="454"/>
                  </a:cubicBezTo>
                  <a:cubicBezTo>
                    <a:pt x="346" y="467"/>
                    <a:pt x="349" y="481"/>
                    <a:pt x="355" y="494"/>
                  </a:cubicBezTo>
                  <a:cubicBezTo>
                    <a:pt x="356" y="495"/>
                    <a:pt x="357" y="495"/>
                    <a:pt x="357" y="494"/>
                  </a:cubicBezTo>
                  <a:cubicBezTo>
                    <a:pt x="358" y="494"/>
                    <a:pt x="358" y="493"/>
                    <a:pt x="358" y="492"/>
                  </a:cubicBezTo>
                  <a:cubicBezTo>
                    <a:pt x="353" y="483"/>
                    <a:pt x="351" y="473"/>
                    <a:pt x="348" y="463"/>
                  </a:cubicBezTo>
                  <a:cubicBezTo>
                    <a:pt x="351" y="468"/>
                    <a:pt x="354" y="469"/>
                    <a:pt x="357" y="471"/>
                  </a:cubicBezTo>
                  <a:cubicBezTo>
                    <a:pt x="358" y="472"/>
                    <a:pt x="359" y="471"/>
                    <a:pt x="358" y="470"/>
                  </a:cubicBezTo>
                  <a:cubicBezTo>
                    <a:pt x="353" y="466"/>
                    <a:pt x="348" y="458"/>
                    <a:pt x="346" y="451"/>
                  </a:cubicBezTo>
                  <a:cubicBezTo>
                    <a:pt x="344" y="442"/>
                    <a:pt x="342" y="433"/>
                    <a:pt x="339" y="425"/>
                  </a:cubicBezTo>
                  <a:cubicBezTo>
                    <a:pt x="334" y="411"/>
                    <a:pt x="332" y="395"/>
                    <a:pt x="330" y="380"/>
                  </a:cubicBezTo>
                  <a:cubicBezTo>
                    <a:pt x="327" y="355"/>
                    <a:pt x="325" y="331"/>
                    <a:pt x="325" y="318"/>
                  </a:cubicBezTo>
                  <a:cubicBezTo>
                    <a:pt x="322" y="267"/>
                    <a:pt x="291" y="180"/>
                    <a:pt x="257" y="169"/>
                  </a:cubicBezTo>
                  <a:cubicBezTo>
                    <a:pt x="242" y="163"/>
                    <a:pt x="214" y="150"/>
                    <a:pt x="185" y="134"/>
                  </a:cubicBezTo>
                  <a:cubicBezTo>
                    <a:pt x="185" y="134"/>
                    <a:pt x="183" y="133"/>
                    <a:pt x="182" y="133"/>
                  </a:cubicBezTo>
                  <a:cubicBezTo>
                    <a:pt x="140" y="110"/>
                    <a:pt x="76" y="83"/>
                    <a:pt x="64" y="67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5"/>
                    <a:pt x="55" y="55"/>
                    <a:pt x="55" y="55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32" y="23"/>
                    <a:pt x="11" y="1"/>
                    <a:pt x="2" y="0"/>
                  </a:cubicBezTo>
                  <a:cubicBezTo>
                    <a:pt x="1" y="0"/>
                    <a:pt x="5" y="0"/>
                    <a:pt x="5" y="1"/>
                  </a:cubicBezTo>
                  <a:cubicBezTo>
                    <a:pt x="4" y="2"/>
                    <a:pt x="0" y="3"/>
                    <a:pt x="1" y="3"/>
                  </a:cubicBezTo>
                  <a:cubicBezTo>
                    <a:pt x="10" y="4"/>
                    <a:pt x="32" y="28"/>
                    <a:pt x="47" y="49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44" y="50"/>
                    <a:pt x="38" y="46"/>
                    <a:pt x="32" y="42"/>
                  </a:cubicBezTo>
                  <a:cubicBezTo>
                    <a:pt x="22" y="35"/>
                    <a:pt x="12" y="28"/>
                    <a:pt x="5" y="30"/>
                  </a:cubicBezTo>
                  <a:cubicBezTo>
                    <a:pt x="4" y="31"/>
                    <a:pt x="4" y="31"/>
                    <a:pt x="4" y="32"/>
                  </a:cubicBezTo>
                  <a:cubicBezTo>
                    <a:pt x="4" y="33"/>
                    <a:pt x="5" y="33"/>
                    <a:pt x="6" y="33"/>
                  </a:cubicBezTo>
                  <a:cubicBezTo>
                    <a:pt x="12" y="32"/>
                    <a:pt x="21" y="38"/>
                    <a:pt x="31" y="44"/>
                  </a:cubicBezTo>
                  <a:cubicBezTo>
                    <a:pt x="38" y="50"/>
                    <a:pt x="46" y="55"/>
                    <a:pt x="53" y="57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6" y="75"/>
                    <a:pt x="83" y="85"/>
                    <a:pt x="98" y="93"/>
                  </a:cubicBezTo>
                  <a:cubicBezTo>
                    <a:pt x="103" y="96"/>
                    <a:pt x="116" y="101"/>
                    <a:pt x="124" y="107"/>
                  </a:cubicBezTo>
                  <a:cubicBezTo>
                    <a:pt x="127" y="109"/>
                    <a:pt x="128" y="112"/>
                    <a:pt x="129" y="113"/>
                  </a:cubicBezTo>
                  <a:cubicBezTo>
                    <a:pt x="121" y="111"/>
                    <a:pt x="112" y="109"/>
                    <a:pt x="108" y="110"/>
                  </a:cubicBezTo>
                  <a:cubicBezTo>
                    <a:pt x="74" y="83"/>
                    <a:pt x="20" y="58"/>
                    <a:pt x="6" y="54"/>
                  </a:cubicBezTo>
                  <a:cubicBezTo>
                    <a:pt x="5" y="54"/>
                    <a:pt x="4" y="55"/>
                    <a:pt x="4" y="55"/>
                  </a:cubicBezTo>
                  <a:cubicBezTo>
                    <a:pt x="4" y="56"/>
                    <a:pt x="4" y="57"/>
                    <a:pt x="5" y="57"/>
                  </a:cubicBezTo>
                  <a:cubicBezTo>
                    <a:pt x="18" y="61"/>
                    <a:pt x="72" y="86"/>
                    <a:pt x="105" y="111"/>
                  </a:cubicBezTo>
                  <a:cubicBezTo>
                    <a:pt x="105" y="111"/>
                    <a:pt x="105" y="112"/>
                    <a:pt x="105" y="112"/>
                  </a:cubicBezTo>
                  <a:cubicBezTo>
                    <a:pt x="105" y="113"/>
                    <a:pt x="106" y="113"/>
                    <a:pt x="107" y="113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111" y="116"/>
                    <a:pt x="116" y="119"/>
                    <a:pt x="120" y="123"/>
                  </a:cubicBezTo>
                  <a:cubicBezTo>
                    <a:pt x="132" y="132"/>
                    <a:pt x="144" y="142"/>
                    <a:pt x="155" y="150"/>
                  </a:cubicBezTo>
                  <a:cubicBezTo>
                    <a:pt x="146" y="149"/>
                    <a:pt x="137" y="148"/>
                    <a:pt x="129" y="142"/>
                  </a:cubicBezTo>
                  <a:cubicBezTo>
                    <a:pt x="129" y="142"/>
                    <a:pt x="129" y="142"/>
                    <a:pt x="128" y="142"/>
                  </a:cubicBezTo>
                  <a:cubicBezTo>
                    <a:pt x="124" y="138"/>
                    <a:pt x="115" y="132"/>
                    <a:pt x="106" y="127"/>
                  </a:cubicBezTo>
                  <a:cubicBezTo>
                    <a:pt x="87" y="118"/>
                    <a:pt x="64" y="111"/>
                    <a:pt x="52" y="106"/>
                  </a:cubicBezTo>
                  <a:cubicBezTo>
                    <a:pt x="52" y="106"/>
                    <a:pt x="52" y="105"/>
                    <a:pt x="51" y="105"/>
                  </a:cubicBezTo>
                  <a:cubicBezTo>
                    <a:pt x="48" y="104"/>
                    <a:pt x="44" y="101"/>
                    <a:pt x="40" y="97"/>
                  </a:cubicBezTo>
                  <a:cubicBezTo>
                    <a:pt x="30" y="90"/>
                    <a:pt x="18" y="81"/>
                    <a:pt x="3" y="81"/>
                  </a:cubicBezTo>
                  <a:cubicBezTo>
                    <a:pt x="2" y="81"/>
                    <a:pt x="1" y="82"/>
                    <a:pt x="1" y="82"/>
                  </a:cubicBezTo>
                  <a:cubicBezTo>
                    <a:pt x="1" y="83"/>
                    <a:pt x="2" y="84"/>
                    <a:pt x="3" y="84"/>
                  </a:cubicBezTo>
                  <a:cubicBezTo>
                    <a:pt x="17" y="84"/>
                    <a:pt x="29" y="93"/>
                    <a:pt x="38" y="100"/>
                  </a:cubicBezTo>
                  <a:cubicBezTo>
                    <a:pt x="39" y="101"/>
                    <a:pt x="40" y="102"/>
                    <a:pt x="42" y="103"/>
                  </a:cubicBezTo>
                  <a:cubicBezTo>
                    <a:pt x="31" y="100"/>
                    <a:pt x="21" y="99"/>
                    <a:pt x="3" y="106"/>
                  </a:cubicBezTo>
                  <a:cubicBezTo>
                    <a:pt x="3" y="107"/>
                    <a:pt x="2" y="108"/>
                    <a:pt x="3" y="108"/>
                  </a:cubicBezTo>
                  <a:cubicBezTo>
                    <a:pt x="3" y="109"/>
                    <a:pt x="4" y="109"/>
                    <a:pt x="5" y="109"/>
                  </a:cubicBezTo>
                  <a:cubicBezTo>
                    <a:pt x="25" y="101"/>
                    <a:pt x="34" y="103"/>
                    <a:pt x="48" y="108"/>
                  </a:cubicBezTo>
                  <a:cubicBezTo>
                    <a:pt x="57" y="111"/>
                    <a:pt x="79" y="118"/>
                    <a:pt x="91" y="125"/>
                  </a:cubicBezTo>
                  <a:cubicBezTo>
                    <a:pt x="77" y="122"/>
                    <a:pt x="47" y="124"/>
                    <a:pt x="28" y="125"/>
                  </a:cubicBezTo>
                  <a:cubicBezTo>
                    <a:pt x="16" y="125"/>
                    <a:pt x="6" y="126"/>
                    <a:pt x="2" y="125"/>
                  </a:cubicBezTo>
                  <a:cubicBezTo>
                    <a:pt x="1" y="125"/>
                    <a:pt x="0" y="125"/>
                    <a:pt x="0" y="126"/>
                  </a:cubicBezTo>
                  <a:cubicBezTo>
                    <a:pt x="0" y="127"/>
                    <a:pt x="0" y="128"/>
                    <a:pt x="1" y="128"/>
                  </a:cubicBezTo>
                  <a:close/>
                  <a:moveTo>
                    <a:pt x="132" y="118"/>
                  </a:moveTo>
                  <a:cubicBezTo>
                    <a:pt x="138" y="126"/>
                    <a:pt x="145" y="136"/>
                    <a:pt x="152" y="143"/>
                  </a:cubicBezTo>
                  <a:cubicBezTo>
                    <a:pt x="142" y="136"/>
                    <a:pt x="132" y="128"/>
                    <a:pt x="122" y="120"/>
                  </a:cubicBezTo>
                  <a:cubicBezTo>
                    <a:pt x="118" y="118"/>
                    <a:pt x="115" y="115"/>
                    <a:pt x="112" y="112"/>
                  </a:cubicBezTo>
                  <a:cubicBezTo>
                    <a:pt x="117" y="113"/>
                    <a:pt x="124" y="115"/>
                    <a:pt x="132" y="118"/>
                  </a:cubicBezTo>
                  <a:close/>
                  <a:moveTo>
                    <a:pt x="168" y="128"/>
                  </a:moveTo>
                  <a:cubicBezTo>
                    <a:pt x="157" y="125"/>
                    <a:pt x="144" y="120"/>
                    <a:pt x="137" y="117"/>
                  </a:cubicBezTo>
                  <a:cubicBezTo>
                    <a:pt x="137" y="117"/>
                    <a:pt x="135" y="116"/>
                    <a:pt x="135" y="116"/>
                  </a:cubicBezTo>
                  <a:cubicBezTo>
                    <a:pt x="134" y="116"/>
                    <a:pt x="134" y="115"/>
                    <a:pt x="134" y="115"/>
                  </a:cubicBezTo>
                  <a:cubicBezTo>
                    <a:pt x="130" y="111"/>
                    <a:pt x="130" y="110"/>
                    <a:pt x="128" y="107"/>
                  </a:cubicBezTo>
                  <a:cubicBezTo>
                    <a:pt x="141" y="115"/>
                    <a:pt x="153" y="120"/>
                    <a:pt x="168" y="128"/>
                  </a:cubicBezTo>
                  <a:close/>
                  <a:moveTo>
                    <a:pt x="271" y="230"/>
                  </a:moveTo>
                  <a:cubicBezTo>
                    <a:pt x="256" y="210"/>
                    <a:pt x="241" y="200"/>
                    <a:pt x="236" y="198"/>
                  </a:cubicBezTo>
                  <a:cubicBezTo>
                    <a:pt x="233" y="195"/>
                    <a:pt x="228" y="193"/>
                    <a:pt x="221" y="189"/>
                  </a:cubicBezTo>
                  <a:cubicBezTo>
                    <a:pt x="212" y="184"/>
                    <a:pt x="200" y="177"/>
                    <a:pt x="187" y="168"/>
                  </a:cubicBezTo>
                  <a:cubicBezTo>
                    <a:pt x="181" y="165"/>
                    <a:pt x="173" y="159"/>
                    <a:pt x="163" y="152"/>
                  </a:cubicBezTo>
                  <a:cubicBezTo>
                    <a:pt x="163" y="152"/>
                    <a:pt x="163" y="152"/>
                    <a:pt x="163" y="152"/>
                  </a:cubicBezTo>
                  <a:cubicBezTo>
                    <a:pt x="157" y="146"/>
                    <a:pt x="146" y="132"/>
                    <a:pt x="137" y="120"/>
                  </a:cubicBezTo>
                  <a:cubicBezTo>
                    <a:pt x="149" y="126"/>
                    <a:pt x="172" y="133"/>
                    <a:pt x="181" y="135"/>
                  </a:cubicBezTo>
                  <a:cubicBezTo>
                    <a:pt x="203" y="147"/>
                    <a:pt x="224" y="158"/>
                    <a:pt x="241" y="165"/>
                  </a:cubicBezTo>
                  <a:cubicBezTo>
                    <a:pt x="241" y="166"/>
                    <a:pt x="241" y="166"/>
                    <a:pt x="241" y="166"/>
                  </a:cubicBezTo>
                  <a:cubicBezTo>
                    <a:pt x="250" y="173"/>
                    <a:pt x="263" y="200"/>
                    <a:pt x="271" y="230"/>
                  </a:cubicBezTo>
                  <a:close/>
                  <a:moveTo>
                    <a:pt x="280" y="299"/>
                  </a:moveTo>
                  <a:cubicBezTo>
                    <a:pt x="275" y="290"/>
                    <a:pt x="270" y="281"/>
                    <a:pt x="262" y="270"/>
                  </a:cubicBezTo>
                  <a:cubicBezTo>
                    <a:pt x="257" y="263"/>
                    <a:pt x="253" y="257"/>
                    <a:pt x="248" y="251"/>
                  </a:cubicBezTo>
                  <a:cubicBezTo>
                    <a:pt x="248" y="236"/>
                    <a:pt x="236" y="224"/>
                    <a:pt x="226" y="214"/>
                  </a:cubicBezTo>
                  <a:cubicBezTo>
                    <a:pt x="219" y="207"/>
                    <a:pt x="219" y="207"/>
                    <a:pt x="219" y="207"/>
                  </a:cubicBezTo>
                  <a:cubicBezTo>
                    <a:pt x="214" y="201"/>
                    <a:pt x="210" y="195"/>
                    <a:pt x="205" y="189"/>
                  </a:cubicBezTo>
                  <a:cubicBezTo>
                    <a:pt x="199" y="180"/>
                    <a:pt x="199" y="180"/>
                    <a:pt x="199" y="180"/>
                  </a:cubicBezTo>
                  <a:cubicBezTo>
                    <a:pt x="207" y="184"/>
                    <a:pt x="214" y="188"/>
                    <a:pt x="220" y="192"/>
                  </a:cubicBezTo>
                  <a:cubicBezTo>
                    <a:pt x="226" y="195"/>
                    <a:pt x="231" y="198"/>
                    <a:pt x="234" y="200"/>
                  </a:cubicBezTo>
                  <a:cubicBezTo>
                    <a:pt x="240" y="203"/>
                    <a:pt x="258" y="214"/>
                    <a:pt x="274" y="239"/>
                  </a:cubicBezTo>
                  <a:cubicBezTo>
                    <a:pt x="279" y="260"/>
                    <a:pt x="282" y="282"/>
                    <a:pt x="280" y="299"/>
                  </a:cubicBezTo>
                  <a:close/>
                  <a:moveTo>
                    <a:pt x="324" y="645"/>
                  </a:moveTo>
                  <a:cubicBezTo>
                    <a:pt x="324" y="655"/>
                    <a:pt x="324" y="664"/>
                    <a:pt x="324" y="674"/>
                  </a:cubicBezTo>
                  <a:cubicBezTo>
                    <a:pt x="324" y="677"/>
                    <a:pt x="325" y="681"/>
                    <a:pt x="325" y="684"/>
                  </a:cubicBezTo>
                  <a:cubicBezTo>
                    <a:pt x="322" y="676"/>
                    <a:pt x="320" y="669"/>
                    <a:pt x="318" y="663"/>
                  </a:cubicBezTo>
                  <a:cubicBezTo>
                    <a:pt x="304" y="622"/>
                    <a:pt x="300" y="521"/>
                    <a:pt x="298" y="447"/>
                  </a:cubicBezTo>
                  <a:cubicBezTo>
                    <a:pt x="296" y="419"/>
                    <a:pt x="296" y="394"/>
                    <a:pt x="294" y="377"/>
                  </a:cubicBezTo>
                  <a:cubicBezTo>
                    <a:pt x="291" y="338"/>
                    <a:pt x="288" y="319"/>
                    <a:pt x="282" y="304"/>
                  </a:cubicBezTo>
                  <a:cubicBezTo>
                    <a:pt x="285" y="289"/>
                    <a:pt x="284" y="268"/>
                    <a:pt x="279" y="248"/>
                  </a:cubicBezTo>
                  <a:cubicBezTo>
                    <a:pt x="290" y="268"/>
                    <a:pt x="300" y="296"/>
                    <a:pt x="302" y="333"/>
                  </a:cubicBezTo>
                  <a:cubicBezTo>
                    <a:pt x="303" y="347"/>
                    <a:pt x="303" y="347"/>
                    <a:pt x="303" y="347"/>
                  </a:cubicBezTo>
                  <a:cubicBezTo>
                    <a:pt x="305" y="382"/>
                    <a:pt x="308" y="441"/>
                    <a:pt x="315" y="483"/>
                  </a:cubicBezTo>
                  <a:cubicBezTo>
                    <a:pt x="318" y="497"/>
                    <a:pt x="319" y="515"/>
                    <a:pt x="321" y="535"/>
                  </a:cubicBezTo>
                  <a:cubicBezTo>
                    <a:pt x="323" y="558"/>
                    <a:pt x="326" y="584"/>
                    <a:pt x="330" y="608"/>
                  </a:cubicBezTo>
                  <a:cubicBezTo>
                    <a:pt x="330" y="609"/>
                    <a:pt x="330" y="609"/>
                    <a:pt x="330" y="609"/>
                  </a:cubicBezTo>
                  <a:cubicBezTo>
                    <a:pt x="329" y="615"/>
                    <a:pt x="328" y="621"/>
                    <a:pt x="327" y="627"/>
                  </a:cubicBezTo>
                  <a:cubicBezTo>
                    <a:pt x="326" y="633"/>
                    <a:pt x="325" y="639"/>
                    <a:pt x="324" y="645"/>
                  </a:cubicBezTo>
                  <a:close/>
                  <a:moveTo>
                    <a:pt x="385" y="972"/>
                  </a:moveTo>
                  <a:cubicBezTo>
                    <a:pt x="385" y="972"/>
                    <a:pt x="385" y="972"/>
                    <a:pt x="385" y="972"/>
                  </a:cubicBezTo>
                  <a:cubicBezTo>
                    <a:pt x="385" y="972"/>
                    <a:pt x="385" y="972"/>
                    <a:pt x="385" y="972"/>
                  </a:cubicBezTo>
                  <a:cubicBezTo>
                    <a:pt x="385" y="972"/>
                    <a:pt x="385" y="972"/>
                    <a:pt x="385" y="972"/>
                  </a:cubicBezTo>
                  <a:close/>
                  <a:moveTo>
                    <a:pt x="386" y="970"/>
                  </a:moveTo>
                  <a:cubicBezTo>
                    <a:pt x="386" y="970"/>
                    <a:pt x="386" y="971"/>
                    <a:pt x="386" y="971"/>
                  </a:cubicBezTo>
                  <a:cubicBezTo>
                    <a:pt x="386" y="971"/>
                    <a:pt x="386" y="970"/>
                    <a:pt x="386" y="970"/>
                  </a:cubicBezTo>
                  <a:close/>
                  <a:moveTo>
                    <a:pt x="358" y="1085"/>
                  </a:moveTo>
                  <a:cubicBezTo>
                    <a:pt x="360" y="1090"/>
                    <a:pt x="364" y="1094"/>
                    <a:pt x="367" y="1095"/>
                  </a:cubicBezTo>
                  <a:cubicBezTo>
                    <a:pt x="373" y="1099"/>
                    <a:pt x="381" y="1100"/>
                    <a:pt x="388" y="1097"/>
                  </a:cubicBezTo>
                  <a:cubicBezTo>
                    <a:pt x="392" y="1095"/>
                    <a:pt x="394" y="1093"/>
                    <a:pt x="397" y="1091"/>
                  </a:cubicBezTo>
                  <a:cubicBezTo>
                    <a:pt x="395" y="1097"/>
                    <a:pt x="394" y="1102"/>
                    <a:pt x="393" y="1108"/>
                  </a:cubicBezTo>
                  <a:cubicBezTo>
                    <a:pt x="391" y="1120"/>
                    <a:pt x="388" y="1131"/>
                    <a:pt x="385" y="1142"/>
                  </a:cubicBezTo>
                  <a:cubicBezTo>
                    <a:pt x="383" y="1148"/>
                    <a:pt x="383" y="1148"/>
                    <a:pt x="383" y="1148"/>
                  </a:cubicBezTo>
                  <a:cubicBezTo>
                    <a:pt x="383" y="1150"/>
                    <a:pt x="382" y="1152"/>
                    <a:pt x="382" y="1154"/>
                  </a:cubicBezTo>
                  <a:cubicBezTo>
                    <a:pt x="381" y="1150"/>
                    <a:pt x="381" y="1150"/>
                    <a:pt x="381" y="1150"/>
                  </a:cubicBezTo>
                  <a:cubicBezTo>
                    <a:pt x="378" y="1141"/>
                    <a:pt x="376" y="1132"/>
                    <a:pt x="368" y="1125"/>
                  </a:cubicBezTo>
                  <a:cubicBezTo>
                    <a:pt x="368" y="1125"/>
                    <a:pt x="368" y="1125"/>
                    <a:pt x="368" y="1125"/>
                  </a:cubicBezTo>
                  <a:cubicBezTo>
                    <a:pt x="367" y="1116"/>
                    <a:pt x="365" y="1108"/>
                    <a:pt x="362" y="1100"/>
                  </a:cubicBezTo>
                  <a:cubicBezTo>
                    <a:pt x="362" y="1100"/>
                    <a:pt x="362" y="1100"/>
                    <a:pt x="362" y="1099"/>
                  </a:cubicBezTo>
                  <a:cubicBezTo>
                    <a:pt x="359" y="1088"/>
                    <a:pt x="359" y="1088"/>
                    <a:pt x="359" y="1088"/>
                  </a:cubicBezTo>
                  <a:cubicBezTo>
                    <a:pt x="358" y="1087"/>
                    <a:pt x="358" y="1086"/>
                    <a:pt x="358" y="1085"/>
                  </a:cubicBezTo>
                  <a:close/>
                  <a:moveTo>
                    <a:pt x="346" y="929"/>
                  </a:moveTo>
                  <a:cubicBezTo>
                    <a:pt x="352" y="945"/>
                    <a:pt x="356" y="958"/>
                    <a:pt x="358" y="966"/>
                  </a:cubicBezTo>
                  <a:cubicBezTo>
                    <a:pt x="367" y="1008"/>
                    <a:pt x="364" y="1023"/>
                    <a:pt x="354" y="1054"/>
                  </a:cubicBezTo>
                  <a:cubicBezTo>
                    <a:pt x="350" y="1069"/>
                    <a:pt x="350" y="1069"/>
                    <a:pt x="350" y="1069"/>
                  </a:cubicBezTo>
                  <a:cubicBezTo>
                    <a:pt x="344" y="1066"/>
                    <a:pt x="341" y="1058"/>
                    <a:pt x="339" y="1051"/>
                  </a:cubicBezTo>
                  <a:cubicBezTo>
                    <a:pt x="336" y="1043"/>
                    <a:pt x="336" y="1043"/>
                    <a:pt x="336" y="1043"/>
                  </a:cubicBezTo>
                  <a:cubicBezTo>
                    <a:pt x="336" y="1042"/>
                    <a:pt x="335" y="1042"/>
                    <a:pt x="335" y="1042"/>
                  </a:cubicBezTo>
                  <a:cubicBezTo>
                    <a:pt x="335" y="1039"/>
                    <a:pt x="335" y="1036"/>
                    <a:pt x="335" y="1033"/>
                  </a:cubicBezTo>
                  <a:cubicBezTo>
                    <a:pt x="335" y="1025"/>
                    <a:pt x="335" y="1017"/>
                    <a:pt x="336" y="1010"/>
                  </a:cubicBezTo>
                  <a:cubicBezTo>
                    <a:pt x="342" y="986"/>
                    <a:pt x="342" y="986"/>
                    <a:pt x="342" y="986"/>
                  </a:cubicBezTo>
                  <a:cubicBezTo>
                    <a:pt x="345" y="976"/>
                    <a:pt x="348" y="964"/>
                    <a:pt x="349" y="953"/>
                  </a:cubicBezTo>
                  <a:cubicBezTo>
                    <a:pt x="350" y="947"/>
                    <a:pt x="348" y="943"/>
                    <a:pt x="347" y="939"/>
                  </a:cubicBezTo>
                  <a:cubicBezTo>
                    <a:pt x="346" y="936"/>
                    <a:pt x="345" y="933"/>
                    <a:pt x="346" y="929"/>
                  </a:cubicBezTo>
                  <a:close/>
                  <a:moveTo>
                    <a:pt x="218" y="230"/>
                  </a:moveTo>
                  <a:cubicBezTo>
                    <a:pt x="230" y="238"/>
                    <a:pt x="238" y="245"/>
                    <a:pt x="245" y="252"/>
                  </a:cubicBezTo>
                  <a:cubicBezTo>
                    <a:pt x="245" y="253"/>
                    <a:pt x="245" y="253"/>
                    <a:pt x="246" y="253"/>
                  </a:cubicBezTo>
                  <a:cubicBezTo>
                    <a:pt x="251" y="259"/>
                    <a:pt x="255" y="265"/>
                    <a:pt x="260" y="272"/>
                  </a:cubicBezTo>
                  <a:cubicBezTo>
                    <a:pt x="280" y="302"/>
                    <a:pt x="286" y="311"/>
                    <a:pt x="291" y="377"/>
                  </a:cubicBezTo>
                  <a:cubicBezTo>
                    <a:pt x="293" y="394"/>
                    <a:pt x="293" y="419"/>
                    <a:pt x="295" y="447"/>
                  </a:cubicBezTo>
                  <a:cubicBezTo>
                    <a:pt x="295" y="460"/>
                    <a:pt x="296" y="474"/>
                    <a:pt x="296" y="488"/>
                  </a:cubicBezTo>
                  <a:cubicBezTo>
                    <a:pt x="296" y="488"/>
                    <a:pt x="295" y="514"/>
                    <a:pt x="292" y="527"/>
                  </a:cubicBezTo>
                  <a:cubicBezTo>
                    <a:pt x="290" y="534"/>
                    <a:pt x="290" y="534"/>
                    <a:pt x="290" y="534"/>
                  </a:cubicBezTo>
                  <a:cubicBezTo>
                    <a:pt x="285" y="556"/>
                    <a:pt x="284" y="574"/>
                    <a:pt x="284" y="595"/>
                  </a:cubicBezTo>
                  <a:cubicBezTo>
                    <a:pt x="283" y="604"/>
                    <a:pt x="283" y="604"/>
                    <a:pt x="283" y="604"/>
                  </a:cubicBezTo>
                  <a:cubicBezTo>
                    <a:pt x="283" y="605"/>
                    <a:pt x="284" y="605"/>
                    <a:pt x="285" y="605"/>
                  </a:cubicBezTo>
                  <a:cubicBezTo>
                    <a:pt x="285" y="605"/>
                    <a:pt x="286" y="605"/>
                    <a:pt x="286" y="604"/>
                  </a:cubicBezTo>
                  <a:cubicBezTo>
                    <a:pt x="287" y="595"/>
                    <a:pt x="287" y="595"/>
                    <a:pt x="287" y="595"/>
                  </a:cubicBezTo>
                  <a:cubicBezTo>
                    <a:pt x="287" y="574"/>
                    <a:pt x="288" y="556"/>
                    <a:pt x="293" y="535"/>
                  </a:cubicBezTo>
                  <a:cubicBezTo>
                    <a:pt x="294" y="528"/>
                    <a:pt x="294" y="528"/>
                    <a:pt x="294" y="528"/>
                  </a:cubicBezTo>
                  <a:cubicBezTo>
                    <a:pt x="295" y="524"/>
                    <a:pt x="297" y="519"/>
                    <a:pt x="297" y="515"/>
                  </a:cubicBezTo>
                  <a:cubicBezTo>
                    <a:pt x="300" y="575"/>
                    <a:pt x="305" y="634"/>
                    <a:pt x="316" y="664"/>
                  </a:cubicBezTo>
                  <a:cubicBezTo>
                    <a:pt x="318" y="671"/>
                    <a:pt x="320" y="680"/>
                    <a:pt x="323" y="691"/>
                  </a:cubicBezTo>
                  <a:cubicBezTo>
                    <a:pt x="323" y="706"/>
                    <a:pt x="323" y="706"/>
                    <a:pt x="323" y="706"/>
                  </a:cubicBezTo>
                  <a:cubicBezTo>
                    <a:pt x="323" y="724"/>
                    <a:pt x="322" y="743"/>
                    <a:pt x="325" y="761"/>
                  </a:cubicBezTo>
                  <a:cubicBezTo>
                    <a:pt x="324" y="761"/>
                    <a:pt x="324" y="761"/>
                    <a:pt x="323" y="762"/>
                  </a:cubicBezTo>
                  <a:cubicBezTo>
                    <a:pt x="316" y="777"/>
                    <a:pt x="318" y="811"/>
                    <a:pt x="319" y="825"/>
                  </a:cubicBezTo>
                  <a:cubicBezTo>
                    <a:pt x="319" y="826"/>
                    <a:pt x="320" y="827"/>
                    <a:pt x="321" y="827"/>
                  </a:cubicBezTo>
                  <a:cubicBezTo>
                    <a:pt x="322" y="827"/>
                    <a:pt x="322" y="826"/>
                    <a:pt x="322" y="825"/>
                  </a:cubicBezTo>
                  <a:cubicBezTo>
                    <a:pt x="321" y="812"/>
                    <a:pt x="319" y="780"/>
                    <a:pt x="325" y="764"/>
                  </a:cubicBezTo>
                  <a:cubicBezTo>
                    <a:pt x="326" y="765"/>
                    <a:pt x="326" y="766"/>
                    <a:pt x="326" y="767"/>
                  </a:cubicBezTo>
                  <a:cubicBezTo>
                    <a:pt x="327" y="774"/>
                    <a:pt x="329" y="781"/>
                    <a:pt x="331" y="788"/>
                  </a:cubicBezTo>
                  <a:cubicBezTo>
                    <a:pt x="333" y="797"/>
                    <a:pt x="336" y="806"/>
                    <a:pt x="337" y="816"/>
                  </a:cubicBezTo>
                  <a:cubicBezTo>
                    <a:pt x="338" y="829"/>
                    <a:pt x="338" y="829"/>
                    <a:pt x="338" y="829"/>
                  </a:cubicBezTo>
                  <a:cubicBezTo>
                    <a:pt x="339" y="837"/>
                    <a:pt x="341" y="846"/>
                    <a:pt x="341" y="853"/>
                  </a:cubicBezTo>
                  <a:cubicBezTo>
                    <a:pt x="341" y="854"/>
                    <a:pt x="341" y="855"/>
                    <a:pt x="342" y="855"/>
                  </a:cubicBezTo>
                  <a:cubicBezTo>
                    <a:pt x="343" y="855"/>
                    <a:pt x="344" y="854"/>
                    <a:pt x="344" y="853"/>
                  </a:cubicBezTo>
                  <a:cubicBezTo>
                    <a:pt x="344" y="846"/>
                    <a:pt x="342" y="837"/>
                    <a:pt x="341" y="828"/>
                  </a:cubicBezTo>
                  <a:cubicBezTo>
                    <a:pt x="340" y="816"/>
                    <a:pt x="340" y="816"/>
                    <a:pt x="340" y="816"/>
                  </a:cubicBezTo>
                  <a:cubicBezTo>
                    <a:pt x="339" y="806"/>
                    <a:pt x="336" y="796"/>
                    <a:pt x="334" y="787"/>
                  </a:cubicBezTo>
                  <a:cubicBezTo>
                    <a:pt x="332" y="780"/>
                    <a:pt x="330" y="773"/>
                    <a:pt x="329" y="766"/>
                  </a:cubicBezTo>
                  <a:cubicBezTo>
                    <a:pt x="325" y="747"/>
                    <a:pt x="326" y="726"/>
                    <a:pt x="326" y="706"/>
                  </a:cubicBezTo>
                  <a:cubicBezTo>
                    <a:pt x="326" y="703"/>
                    <a:pt x="326" y="703"/>
                    <a:pt x="326" y="703"/>
                  </a:cubicBezTo>
                  <a:cubicBezTo>
                    <a:pt x="333" y="734"/>
                    <a:pt x="342" y="775"/>
                    <a:pt x="350" y="818"/>
                  </a:cubicBezTo>
                  <a:cubicBezTo>
                    <a:pt x="361" y="875"/>
                    <a:pt x="373" y="934"/>
                    <a:pt x="383" y="971"/>
                  </a:cubicBezTo>
                  <a:cubicBezTo>
                    <a:pt x="383" y="971"/>
                    <a:pt x="383" y="971"/>
                    <a:pt x="383" y="971"/>
                  </a:cubicBezTo>
                  <a:cubicBezTo>
                    <a:pt x="383" y="971"/>
                    <a:pt x="387" y="982"/>
                    <a:pt x="388" y="989"/>
                  </a:cubicBezTo>
                  <a:cubicBezTo>
                    <a:pt x="388" y="989"/>
                    <a:pt x="388" y="989"/>
                    <a:pt x="388" y="990"/>
                  </a:cubicBezTo>
                  <a:cubicBezTo>
                    <a:pt x="389" y="990"/>
                    <a:pt x="389" y="990"/>
                    <a:pt x="389" y="990"/>
                  </a:cubicBezTo>
                  <a:cubicBezTo>
                    <a:pt x="389" y="992"/>
                    <a:pt x="389" y="992"/>
                    <a:pt x="389" y="992"/>
                  </a:cubicBezTo>
                  <a:cubicBezTo>
                    <a:pt x="394" y="1007"/>
                    <a:pt x="397" y="1020"/>
                    <a:pt x="400" y="1033"/>
                  </a:cubicBezTo>
                  <a:cubicBezTo>
                    <a:pt x="401" y="1046"/>
                    <a:pt x="401" y="1046"/>
                    <a:pt x="401" y="1046"/>
                  </a:cubicBezTo>
                  <a:cubicBezTo>
                    <a:pt x="401" y="1051"/>
                    <a:pt x="402" y="1057"/>
                    <a:pt x="402" y="1064"/>
                  </a:cubicBezTo>
                  <a:cubicBezTo>
                    <a:pt x="401" y="1070"/>
                    <a:pt x="400" y="1076"/>
                    <a:pt x="399" y="1082"/>
                  </a:cubicBezTo>
                  <a:cubicBezTo>
                    <a:pt x="397" y="1087"/>
                    <a:pt x="393" y="1092"/>
                    <a:pt x="387" y="1094"/>
                  </a:cubicBezTo>
                  <a:cubicBezTo>
                    <a:pt x="381" y="1096"/>
                    <a:pt x="374" y="1096"/>
                    <a:pt x="368" y="1093"/>
                  </a:cubicBezTo>
                  <a:cubicBezTo>
                    <a:pt x="363" y="1090"/>
                    <a:pt x="358" y="1080"/>
                    <a:pt x="355" y="1074"/>
                  </a:cubicBezTo>
                  <a:cubicBezTo>
                    <a:pt x="354" y="1072"/>
                    <a:pt x="354" y="1072"/>
                    <a:pt x="354" y="1072"/>
                  </a:cubicBezTo>
                  <a:cubicBezTo>
                    <a:pt x="354" y="1072"/>
                    <a:pt x="354" y="1072"/>
                    <a:pt x="354" y="1072"/>
                  </a:cubicBezTo>
                  <a:cubicBezTo>
                    <a:pt x="354" y="1072"/>
                    <a:pt x="354" y="1072"/>
                    <a:pt x="354" y="1072"/>
                  </a:cubicBezTo>
                  <a:cubicBezTo>
                    <a:pt x="354" y="1071"/>
                    <a:pt x="353" y="1071"/>
                    <a:pt x="353" y="1071"/>
                  </a:cubicBezTo>
                  <a:cubicBezTo>
                    <a:pt x="357" y="1055"/>
                    <a:pt x="357" y="1055"/>
                    <a:pt x="357" y="1055"/>
                  </a:cubicBezTo>
                  <a:cubicBezTo>
                    <a:pt x="367" y="1024"/>
                    <a:pt x="370" y="1008"/>
                    <a:pt x="361" y="966"/>
                  </a:cubicBezTo>
                  <a:cubicBezTo>
                    <a:pt x="359" y="955"/>
                    <a:pt x="351" y="936"/>
                    <a:pt x="342" y="912"/>
                  </a:cubicBezTo>
                  <a:cubicBezTo>
                    <a:pt x="330" y="881"/>
                    <a:pt x="316" y="841"/>
                    <a:pt x="305" y="802"/>
                  </a:cubicBezTo>
                  <a:cubicBezTo>
                    <a:pt x="295" y="767"/>
                    <a:pt x="285" y="710"/>
                    <a:pt x="280" y="679"/>
                  </a:cubicBezTo>
                  <a:cubicBezTo>
                    <a:pt x="278" y="668"/>
                    <a:pt x="276" y="661"/>
                    <a:pt x="276" y="659"/>
                  </a:cubicBezTo>
                  <a:cubicBezTo>
                    <a:pt x="254" y="581"/>
                    <a:pt x="259" y="448"/>
                    <a:pt x="265" y="406"/>
                  </a:cubicBezTo>
                  <a:cubicBezTo>
                    <a:pt x="271" y="360"/>
                    <a:pt x="264" y="319"/>
                    <a:pt x="241" y="268"/>
                  </a:cubicBezTo>
                  <a:cubicBezTo>
                    <a:pt x="234" y="256"/>
                    <a:pt x="226" y="240"/>
                    <a:pt x="218" y="230"/>
                  </a:cubicBezTo>
                  <a:close/>
                  <a:moveTo>
                    <a:pt x="135" y="149"/>
                  </a:moveTo>
                  <a:cubicBezTo>
                    <a:pt x="141" y="151"/>
                    <a:pt x="148" y="152"/>
                    <a:pt x="155" y="153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70" y="161"/>
                    <a:pt x="179" y="167"/>
                    <a:pt x="185" y="171"/>
                  </a:cubicBezTo>
                  <a:cubicBezTo>
                    <a:pt x="188" y="173"/>
                    <a:pt x="191" y="175"/>
                    <a:pt x="194" y="177"/>
                  </a:cubicBezTo>
                  <a:cubicBezTo>
                    <a:pt x="194" y="177"/>
                    <a:pt x="194" y="178"/>
                    <a:pt x="194" y="178"/>
                  </a:cubicBezTo>
                  <a:cubicBezTo>
                    <a:pt x="203" y="190"/>
                    <a:pt x="203" y="190"/>
                    <a:pt x="203" y="190"/>
                  </a:cubicBezTo>
                  <a:cubicBezTo>
                    <a:pt x="207" y="197"/>
                    <a:pt x="212" y="203"/>
                    <a:pt x="217" y="209"/>
                  </a:cubicBezTo>
                  <a:cubicBezTo>
                    <a:pt x="224" y="216"/>
                    <a:pt x="224" y="216"/>
                    <a:pt x="224" y="216"/>
                  </a:cubicBezTo>
                  <a:cubicBezTo>
                    <a:pt x="233" y="225"/>
                    <a:pt x="243" y="235"/>
                    <a:pt x="245" y="247"/>
                  </a:cubicBezTo>
                  <a:cubicBezTo>
                    <a:pt x="237" y="239"/>
                    <a:pt x="226" y="231"/>
                    <a:pt x="209" y="220"/>
                  </a:cubicBezTo>
                  <a:cubicBezTo>
                    <a:pt x="208" y="220"/>
                    <a:pt x="208" y="219"/>
                    <a:pt x="207" y="219"/>
                  </a:cubicBezTo>
                  <a:cubicBezTo>
                    <a:pt x="207" y="219"/>
                    <a:pt x="207" y="219"/>
                    <a:pt x="207" y="219"/>
                  </a:cubicBezTo>
                  <a:cubicBezTo>
                    <a:pt x="207" y="219"/>
                    <a:pt x="207" y="219"/>
                    <a:pt x="207" y="219"/>
                  </a:cubicBezTo>
                  <a:cubicBezTo>
                    <a:pt x="207" y="219"/>
                    <a:pt x="207" y="219"/>
                    <a:pt x="207" y="219"/>
                  </a:cubicBezTo>
                  <a:cubicBezTo>
                    <a:pt x="207" y="219"/>
                    <a:pt x="207" y="219"/>
                    <a:pt x="207" y="219"/>
                  </a:cubicBezTo>
                  <a:cubicBezTo>
                    <a:pt x="207" y="219"/>
                    <a:pt x="207" y="219"/>
                    <a:pt x="207" y="219"/>
                  </a:cubicBezTo>
                  <a:cubicBezTo>
                    <a:pt x="190" y="215"/>
                    <a:pt x="147" y="167"/>
                    <a:pt x="138" y="153"/>
                  </a:cubicBezTo>
                  <a:cubicBezTo>
                    <a:pt x="137" y="151"/>
                    <a:pt x="136" y="150"/>
                    <a:pt x="135" y="149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0" name="Freeform 266">
              <a:extLst>
                <a:ext uri="{FF2B5EF4-FFF2-40B4-BE49-F238E27FC236}">
                  <a16:creationId xmlns:a16="http://schemas.microsoft.com/office/drawing/2014/main" id="{6A049BF1-E7BF-42B4-9075-E6F887910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067"/>
              <a:ext cx="52" cy="30"/>
            </a:xfrm>
            <a:custGeom>
              <a:avLst/>
              <a:gdLst>
                <a:gd name="T0" fmla="*/ 7 w 39"/>
                <a:gd name="T1" fmla="*/ 0 h 23"/>
                <a:gd name="T2" fmla="*/ 21 w 39"/>
                <a:gd name="T3" fmla="*/ 16 h 23"/>
                <a:gd name="T4" fmla="*/ 91 w 39"/>
                <a:gd name="T5" fmla="*/ 44 h 23"/>
                <a:gd name="T6" fmla="*/ 92 w 39"/>
                <a:gd name="T7" fmla="*/ 50 h 23"/>
                <a:gd name="T8" fmla="*/ 91 w 39"/>
                <a:gd name="T9" fmla="*/ 51 h 23"/>
                <a:gd name="T10" fmla="*/ 16 w 39"/>
                <a:gd name="T11" fmla="*/ 21 h 23"/>
                <a:gd name="T12" fmla="*/ 1 w 39"/>
                <a:gd name="T13" fmla="*/ 7 h 23"/>
                <a:gd name="T14" fmla="*/ 1 w 39"/>
                <a:gd name="T15" fmla="*/ 1 h 23"/>
                <a:gd name="T16" fmla="*/ 7 w 39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3">
                  <a:moveTo>
                    <a:pt x="3" y="0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18" y="15"/>
                    <a:pt x="23" y="19"/>
                    <a:pt x="38" y="20"/>
                  </a:cubicBezTo>
                  <a:cubicBezTo>
                    <a:pt x="39" y="20"/>
                    <a:pt x="39" y="21"/>
                    <a:pt x="39" y="22"/>
                  </a:cubicBezTo>
                  <a:cubicBezTo>
                    <a:pt x="39" y="22"/>
                    <a:pt x="38" y="23"/>
                    <a:pt x="38" y="23"/>
                  </a:cubicBezTo>
                  <a:cubicBezTo>
                    <a:pt x="22" y="22"/>
                    <a:pt x="16" y="17"/>
                    <a:pt x="7" y="9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1" name="Freeform 267">
              <a:extLst>
                <a:ext uri="{FF2B5EF4-FFF2-40B4-BE49-F238E27FC236}">
                  <a16:creationId xmlns:a16="http://schemas.microsoft.com/office/drawing/2014/main" id="{98C5B46F-CC74-44E1-912A-0FF8BFC72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040"/>
              <a:ext cx="43" cy="21"/>
            </a:xfrm>
            <a:custGeom>
              <a:avLst/>
              <a:gdLst>
                <a:gd name="T0" fmla="*/ 5 w 32"/>
                <a:gd name="T1" fmla="*/ 0 h 16"/>
                <a:gd name="T2" fmla="*/ 31 w 32"/>
                <a:gd name="T3" fmla="*/ 14 h 16"/>
                <a:gd name="T4" fmla="*/ 75 w 32"/>
                <a:gd name="T5" fmla="*/ 28 h 16"/>
                <a:gd name="T6" fmla="*/ 78 w 32"/>
                <a:gd name="T7" fmla="*/ 29 h 16"/>
                <a:gd name="T8" fmla="*/ 75 w 32"/>
                <a:gd name="T9" fmla="*/ 34 h 16"/>
                <a:gd name="T10" fmla="*/ 30 w 32"/>
                <a:gd name="T11" fmla="*/ 18 h 16"/>
                <a:gd name="T12" fmla="*/ 1 w 32"/>
                <a:gd name="T13" fmla="*/ 7 h 16"/>
                <a:gd name="T14" fmla="*/ 0 w 32"/>
                <a:gd name="T15" fmla="*/ 1 h 16"/>
                <a:gd name="T16" fmla="*/ 5 w 32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2" y="0"/>
                  </a:moveTo>
                  <a:cubicBezTo>
                    <a:pt x="6" y="1"/>
                    <a:pt x="10" y="4"/>
                    <a:pt x="13" y="6"/>
                  </a:cubicBezTo>
                  <a:cubicBezTo>
                    <a:pt x="19" y="9"/>
                    <a:pt x="24" y="13"/>
                    <a:pt x="31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32" y="14"/>
                    <a:pt x="32" y="15"/>
                    <a:pt x="31" y="15"/>
                  </a:cubicBezTo>
                  <a:cubicBezTo>
                    <a:pt x="23" y="16"/>
                    <a:pt x="17" y="12"/>
                    <a:pt x="12" y="8"/>
                  </a:cubicBezTo>
                  <a:cubicBezTo>
                    <a:pt x="8" y="6"/>
                    <a:pt x="5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2" name="Freeform 268">
              <a:extLst>
                <a:ext uri="{FF2B5EF4-FFF2-40B4-BE49-F238E27FC236}">
                  <a16:creationId xmlns:a16="http://schemas.microsoft.com/office/drawing/2014/main" id="{21CE1CDB-5C5B-416A-BCE2-B7880E78A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249"/>
              <a:ext cx="20" cy="146"/>
            </a:xfrm>
            <a:custGeom>
              <a:avLst/>
              <a:gdLst>
                <a:gd name="T0" fmla="*/ 5 w 15"/>
                <a:gd name="T1" fmla="*/ 0 h 109"/>
                <a:gd name="T2" fmla="*/ 7 w 15"/>
                <a:gd name="T3" fmla="*/ 1 h 109"/>
                <a:gd name="T4" fmla="*/ 36 w 15"/>
                <a:gd name="T5" fmla="*/ 257 h 109"/>
                <a:gd name="T6" fmla="*/ 33 w 15"/>
                <a:gd name="T7" fmla="*/ 263 h 109"/>
                <a:gd name="T8" fmla="*/ 28 w 15"/>
                <a:gd name="T9" fmla="*/ 260 h 109"/>
                <a:gd name="T10" fmla="*/ 0 w 15"/>
                <a:gd name="T11" fmla="*/ 1 h 109"/>
                <a:gd name="T12" fmla="*/ 5 w 15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09">
                  <a:moveTo>
                    <a:pt x="2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34"/>
                    <a:pt x="7" y="89"/>
                    <a:pt x="15" y="107"/>
                  </a:cubicBezTo>
                  <a:cubicBezTo>
                    <a:pt x="15" y="108"/>
                    <a:pt x="15" y="108"/>
                    <a:pt x="14" y="109"/>
                  </a:cubicBezTo>
                  <a:cubicBezTo>
                    <a:pt x="14" y="109"/>
                    <a:pt x="13" y="109"/>
                    <a:pt x="12" y="108"/>
                  </a:cubicBezTo>
                  <a:cubicBezTo>
                    <a:pt x="4" y="90"/>
                    <a:pt x="0" y="34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3" name="Freeform 269">
              <a:extLst>
                <a:ext uri="{FF2B5EF4-FFF2-40B4-BE49-F238E27FC236}">
                  <a16:creationId xmlns:a16="http://schemas.microsoft.com/office/drawing/2014/main" id="{D2200DC5-9D8B-4B8C-8143-2C69113B7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185"/>
              <a:ext cx="61" cy="146"/>
            </a:xfrm>
            <a:custGeom>
              <a:avLst/>
              <a:gdLst>
                <a:gd name="T0" fmla="*/ 27 w 46"/>
                <a:gd name="T1" fmla="*/ 0 h 109"/>
                <a:gd name="T2" fmla="*/ 28 w 46"/>
                <a:gd name="T3" fmla="*/ 5 h 109"/>
                <a:gd name="T4" fmla="*/ 106 w 46"/>
                <a:gd name="T5" fmla="*/ 257 h 109"/>
                <a:gd name="T6" fmla="*/ 106 w 46"/>
                <a:gd name="T7" fmla="*/ 263 h 109"/>
                <a:gd name="T8" fmla="*/ 101 w 46"/>
                <a:gd name="T9" fmla="*/ 260 h 109"/>
                <a:gd name="T10" fmla="*/ 21 w 46"/>
                <a:gd name="T11" fmla="*/ 1 h 109"/>
                <a:gd name="T12" fmla="*/ 27 w 46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09">
                  <a:moveTo>
                    <a:pt x="11" y="0"/>
                  </a:moveTo>
                  <a:cubicBezTo>
                    <a:pt x="11" y="0"/>
                    <a:pt x="12" y="1"/>
                    <a:pt x="12" y="2"/>
                  </a:cubicBezTo>
                  <a:cubicBezTo>
                    <a:pt x="4" y="29"/>
                    <a:pt x="37" y="96"/>
                    <a:pt x="45" y="107"/>
                  </a:cubicBezTo>
                  <a:cubicBezTo>
                    <a:pt x="46" y="107"/>
                    <a:pt x="46" y="108"/>
                    <a:pt x="45" y="109"/>
                  </a:cubicBezTo>
                  <a:cubicBezTo>
                    <a:pt x="44" y="109"/>
                    <a:pt x="43" y="109"/>
                    <a:pt x="43" y="108"/>
                  </a:cubicBezTo>
                  <a:cubicBezTo>
                    <a:pt x="36" y="99"/>
                    <a:pt x="0" y="31"/>
                    <a:pt x="9" y="1"/>
                  </a:cubicBezTo>
                  <a:cubicBezTo>
                    <a:pt x="9" y="0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4" name="Freeform 270">
              <a:extLst>
                <a:ext uri="{FF2B5EF4-FFF2-40B4-BE49-F238E27FC236}">
                  <a16:creationId xmlns:a16="http://schemas.microsoft.com/office/drawing/2014/main" id="{77155E11-50D5-462A-B118-4B93A8CEC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247"/>
              <a:ext cx="36" cy="121"/>
            </a:xfrm>
            <a:custGeom>
              <a:avLst/>
              <a:gdLst>
                <a:gd name="T0" fmla="*/ 7 w 27"/>
                <a:gd name="T1" fmla="*/ 1 h 91"/>
                <a:gd name="T2" fmla="*/ 63 w 27"/>
                <a:gd name="T3" fmla="*/ 209 h 91"/>
                <a:gd name="T4" fmla="*/ 63 w 27"/>
                <a:gd name="T5" fmla="*/ 214 h 91"/>
                <a:gd name="T6" fmla="*/ 57 w 27"/>
                <a:gd name="T7" fmla="*/ 213 h 91"/>
                <a:gd name="T8" fmla="*/ 0 w 27"/>
                <a:gd name="T9" fmla="*/ 5 h 91"/>
                <a:gd name="T10" fmla="*/ 1 w 27"/>
                <a:gd name="T11" fmla="*/ 0 h 91"/>
                <a:gd name="T12" fmla="*/ 7 w 27"/>
                <a:gd name="T13" fmla="*/ 1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91">
                  <a:moveTo>
                    <a:pt x="3" y="1"/>
                  </a:moveTo>
                  <a:cubicBezTo>
                    <a:pt x="5" y="23"/>
                    <a:pt x="16" y="73"/>
                    <a:pt x="26" y="89"/>
                  </a:cubicBezTo>
                  <a:cubicBezTo>
                    <a:pt x="27" y="89"/>
                    <a:pt x="27" y="90"/>
                    <a:pt x="26" y="91"/>
                  </a:cubicBezTo>
                  <a:cubicBezTo>
                    <a:pt x="25" y="91"/>
                    <a:pt x="24" y="91"/>
                    <a:pt x="24" y="90"/>
                  </a:cubicBezTo>
                  <a:cubicBezTo>
                    <a:pt x="14" y="74"/>
                    <a:pt x="2" y="24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5" name="Freeform 271">
              <a:extLst>
                <a:ext uri="{FF2B5EF4-FFF2-40B4-BE49-F238E27FC236}">
                  <a16:creationId xmlns:a16="http://schemas.microsoft.com/office/drawing/2014/main" id="{8A7C4B83-11DC-44CA-B526-A34B573F3F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2" y="1783"/>
              <a:ext cx="311" cy="2254"/>
            </a:xfrm>
            <a:custGeom>
              <a:avLst/>
              <a:gdLst>
                <a:gd name="T0" fmla="*/ 15 w 233"/>
                <a:gd name="T1" fmla="*/ 661 h 1691"/>
                <a:gd name="T2" fmla="*/ 113 w 233"/>
                <a:gd name="T3" fmla="*/ 1212 h 1691"/>
                <a:gd name="T4" fmla="*/ 107 w 233"/>
                <a:gd name="T5" fmla="*/ 1738 h 1691"/>
                <a:gd name="T6" fmla="*/ 172 w 233"/>
                <a:gd name="T7" fmla="*/ 1372 h 1691"/>
                <a:gd name="T8" fmla="*/ 320 w 233"/>
                <a:gd name="T9" fmla="*/ 1132 h 1691"/>
                <a:gd name="T10" fmla="*/ 143 w 233"/>
                <a:gd name="T11" fmla="*/ 2321 h 1691"/>
                <a:gd name="T12" fmla="*/ 127 w 233"/>
                <a:gd name="T13" fmla="*/ 3144 h 1691"/>
                <a:gd name="T14" fmla="*/ 92 w 233"/>
                <a:gd name="T15" fmla="*/ 3832 h 1691"/>
                <a:gd name="T16" fmla="*/ 199 w 233"/>
                <a:gd name="T17" fmla="*/ 3940 h 1691"/>
                <a:gd name="T18" fmla="*/ 312 w 233"/>
                <a:gd name="T19" fmla="*/ 3977 h 1691"/>
                <a:gd name="T20" fmla="*/ 204 w 233"/>
                <a:gd name="T21" fmla="*/ 3772 h 1691"/>
                <a:gd name="T22" fmla="*/ 374 w 233"/>
                <a:gd name="T23" fmla="*/ 2631 h 1691"/>
                <a:gd name="T24" fmla="*/ 278 w 233"/>
                <a:gd name="T25" fmla="*/ 3807 h 1691"/>
                <a:gd name="T26" fmla="*/ 362 w 233"/>
                <a:gd name="T27" fmla="*/ 3981 h 1691"/>
                <a:gd name="T28" fmla="*/ 278 w 233"/>
                <a:gd name="T29" fmla="*/ 3770 h 1691"/>
                <a:gd name="T30" fmla="*/ 362 w 233"/>
                <a:gd name="T31" fmla="*/ 3918 h 1691"/>
                <a:gd name="T32" fmla="*/ 350 w 233"/>
                <a:gd name="T33" fmla="*/ 3855 h 1691"/>
                <a:gd name="T34" fmla="*/ 276 w 233"/>
                <a:gd name="T35" fmla="*/ 3751 h 1691"/>
                <a:gd name="T36" fmla="*/ 382 w 233"/>
                <a:gd name="T37" fmla="*/ 2631 h 1691"/>
                <a:gd name="T38" fmla="*/ 456 w 233"/>
                <a:gd name="T39" fmla="*/ 2101 h 1691"/>
                <a:gd name="T40" fmla="*/ 481 w 233"/>
                <a:gd name="T41" fmla="*/ 1658 h 1691"/>
                <a:gd name="T42" fmla="*/ 475 w 233"/>
                <a:gd name="T43" fmla="*/ 1608 h 1691"/>
                <a:gd name="T44" fmla="*/ 485 w 233"/>
                <a:gd name="T45" fmla="*/ 1606 h 1691"/>
                <a:gd name="T46" fmla="*/ 342 w 233"/>
                <a:gd name="T47" fmla="*/ 997 h 1691"/>
                <a:gd name="T48" fmla="*/ 440 w 233"/>
                <a:gd name="T49" fmla="*/ 765 h 1691"/>
                <a:gd name="T50" fmla="*/ 427 w 233"/>
                <a:gd name="T51" fmla="*/ 1158 h 1691"/>
                <a:gd name="T52" fmla="*/ 506 w 233"/>
                <a:gd name="T53" fmla="*/ 1402 h 1691"/>
                <a:gd name="T54" fmla="*/ 320 w 233"/>
                <a:gd name="T55" fmla="*/ 457 h 1691"/>
                <a:gd name="T56" fmla="*/ 207 w 233"/>
                <a:gd name="T57" fmla="*/ 208 h 1691"/>
                <a:gd name="T58" fmla="*/ 328 w 233"/>
                <a:gd name="T59" fmla="*/ 272 h 1691"/>
                <a:gd name="T60" fmla="*/ 183 w 233"/>
                <a:gd name="T61" fmla="*/ 137 h 1691"/>
                <a:gd name="T62" fmla="*/ 21 w 233"/>
                <a:gd name="T63" fmla="*/ 5 h 1691"/>
                <a:gd name="T64" fmla="*/ 202 w 233"/>
                <a:gd name="T65" fmla="*/ 176 h 1691"/>
                <a:gd name="T66" fmla="*/ 156 w 233"/>
                <a:gd name="T67" fmla="*/ 213 h 1691"/>
                <a:gd name="T68" fmla="*/ 16 w 233"/>
                <a:gd name="T69" fmla="*/ 156 h 1691"/>
                <a:gd name="T70" fmla="*/ 9 w 233"/>
                <a:gd name="T71" fmla="*/ 225 h 1691"/>
                <a:gd name="T72" fmla="*/ 79 w 233"/>
                <a:gd name="T73" fmla="*/ 405 h 1691"/>
                <a:gd name="T74" fmla="*/ 105 w 233"/>
                <a:gd name="T75" fmla="*/ 503 h 1691"/>
                <a:gd name="T76" fmla="*/ 16 w 233"/>
                <a:gd name="T77" fmla="*/ 511 h 1691"/>
                <a:gd name="T78" fmla="*/ 198 w 233"/>
                <a:gd name="T79" fmla="*/ 249 h 1691"/>
                <a:gd name="T80" fmla="*/ 276 w 233"/>
                <a:gd name="T81" fmla="*/ 2241 h 1691"/>
                <a:gd name="T82" fmla="*/ 419 w 233"/>
                <a:gd name="T83" fmla="*/ 2001 h 1691"/>
                <a:gd name="T84" fmla="*/ 266 w 233"/>
                <a:gd name="T85" fmla="*/ 3136 h 1691"/>
                <a:gd name="T86" fmla="*/ 113 w 233"/>
                <a:gd name="T87" fmla="*/ 3666 h 1691"/>
                <a:gd name="T88" fmla="*/ 291 w 233"/>
                <a:gd name="T89" fmla="*/ 1986 h 1691"/>
                <a:gd name="T90" fmla="*/ 108 w 233"/>
                <a:gd name="T91" fmla="*/ 2864 h 1691"/>
                <a:gd name="T92" fmla="*/ 156 w 233"/>
                <a:gd name="T93" fmla="*/ 2974 h 1691"/>
                <a:gd name="T94" fmla="*/ 140 w 233"/>
                <a:gd name="T95" fmla="*/ 2641 h 1691"/>
                <a:gd name="T96" fmla="*/ 192 w 233"/>
                <a:gd name="T97" fmla="*/ 2197 h 1691"/>
                <a:gd name="T98" fmla="*/ 170 w 233"/>
                <a:gd name="T99" fmla="*/ 2047 h 1691"/>
                <a:gd name="T100" fmla="*/ 326 w 233"/>
                <a:gd name="T101" fmla="*/ 1218 h 1691"/>
                <a:gd name="T102" fmla="*/ 159 w 233"/>
                <a:gd name="T103" fmla="*/ 620 h 1691"/>
                <a:gd name="T104" fmla="*/ 164 w 233"/>
                <a:gd name="T105" fmla="*/ 645 h 1691"/>
                <a:gd name="T106" fmla="*/ 113 w 233"/>
                <a:gd name="T107" fmla="*/ 545 h 1691"/>
                <a:gd name="T108" fmla="*/ 113 w 233"/>
                <a:gd name="T109" fmla="*/ 517 h 1691"/>
                <a:gd name="T110" fmla="*/ 92 w 233"/>
                <a:gd name="T111" fmla="*/ 320 h 1691"/>
                <a:gd name="T112" fmla="*/ 238 w 233"/>
                <a:gd name="T113" fmla="*/ 357 h 1691"/>
                <a:gd name="T114" fmla="*/ 288 w 233"/>
                <a:gd name="T115" fmla="*/ 415 h 1691"/>
                <a:gd name="T116" fmla="*/ 140 w 233"/>
                <a:gd name="T117" fmla="*/ 425 h 1691"/>
                <a:gd name="T118" fmla="*/ 314 w 233"/>
                <a:gd name="T119" fmla="*/ 882 h 1691"/>
                <a:gd name="T120" fmla="*/ 320 w 233"/>
                <a:gd name="T121" fmla="*/ 994 h 1691"/>
                <a:gd name="T122" fmla="*/ 135 w 233"/>
                <a:gd name="T123" fmla="*/ 688 h 1691"/>
                <a:gd name="T124" fmla="*/ 84 w 233"/>
                <a:gd name="T125" fmla="*/ 641 h 169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33" h="1691">
                  <a:moveTo>
                    <a:pt x="3" y="234"/>
                  </a:moveTo>
                  <a:cubicBezTo>
                    <a:pt x="8" y="244"/>
                    <a:pt x="17" y="255"/>
                    <a:pt x="27" y="264"/>
                  </a:cubicBezTo>
                  <a:cubicBezTo>
                    <a:pt x="27" y="264"/>
                    <a:pt x="27" y="264"/>
                    <a:pt x="27" y="264"/>
                  </a:cubicBezTo>
                  <a:cubicBezTo>
                    <a:pt x="30" y="273"/>
                    <a:pt x="34" y="278"/>
                    <a:pt x="38" y="284"/>
                  </a:cubicBezTo>
                  <a:cubicBezTo>
                    <a:pt x="41" y="289"/>
                    <a:pt x="45" y="294"/>
                    <a:pt x="47" y="300"/>
                  </a:cubicBezTo>
                  <a:cubicBezTo>
                    <a:pt x="50" y="307"/>
                    <a:pt x="50" y="307"/>
                    <a:pt x="50" y="307"/>
                  </a:cubicBezTo>
                  <a:cubicBezTo>
                    <a:pt x="50" y="308"/>
                    <a:pt x="51" y="309"/>
                    <a:pt x="51" y="310"/>
                  </a:cubicBezTo>
                  <a:cubicBezTo>
                    <a:pt x="41" y="300"/>
                    <a:pt x="26" y="291"/>
                    <a:pt x="16" y="285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6" y="278"/>
                    <a:pt x="5" y="279"/>
                    <a:pt x="4" y="279"/>
                  </a:cubicBezTo>
                  <a:cubicBezTo>
                    <a:pt x="4" y="280"/>
                    <a:pt x="4" y="281"/>
                    <a:pt x="4" y="28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19" y="293"/>
                    <a:pt x="37" y="306"/>
                    <a:pt x="48" y="315"/>
                  </a:cubicBezTo>
                  <a:cubicBezTo>
                    <a:pt x="52" y="319"/>
                    <a:pt x="59" y="326"/>
                    <a:pt x="59" y="326"/>
                  </a:cubicBezTo>
                  <a:cubicBezTo>
                    <a:pt x="66" y="334"/>
                    <a:pt x="72" y="343"/>
                    <a:pt x="79" y="351"/>
                  </a:cubicBezTo>
                  <a:cubicBezTo>
                    <a:pt x="80" y="358"/>
                    <a:pt x="82" y="360"/>
                    <a:pt x="82" y="365"/>
                  </a:cubicBezTo>
                  <a:cubicBezTo>
                    <a:pt x="83" y="392"/>
                    <a:pt x="83" y="416"/>
                    <a:pt x="82" y="438"/>
                  </a:cubicBezTo>
                  <a:cubicBezTo>
                    <a:pt x="77" y="466"/>
                    <a:pt x="65" y="500"/>
                    <a:pt x="48" y="512"/>
                  </a:cubicBezTo>
                  <a:cubicBezTo>
                    <a:pt x="47" y="512"/>
                    <a:pt x="47" y="513"/>
                    <a:pt x="47" y="514"/>
                  </a:cubicBezTo>
                  <a:cubicBezTo>
                    <a:pt x="48" y="514"/>
                    <a:pt x="49" y="515"/>
                    <a:pt x="50" y="514"/>
                  </a:cubicBezTo>
                  <a:cubicBezTo>
                    <a:pt x="64" y="505"/>
                    <a:pt x="75" y="480"/>
                    <a:pt x="81" y="456"/>
                  </a:cubicBezTo>
                  <a:cubicBezTo>
                    <a:pt x="76" y="527"/>
                    <a:pt x="62" y="568"/>
                    <a:pt x="52" y="598"/>
                  </a:cubicBezTo>
                  <a:cubicBezTo>
                    <a:pt x="50" y="605"/>
                    <a:pt x="50" y="605"/>
                    <a:pt x="50" y="605"/>
                  </a:cubicBezTo>
                  <a:cubicBezTo>
                    <a:pt x="43" y="626"/>
                    <a:pt x="43" y="672"/>
                    <a:pt x="43" y="702"/>
                  </a:cubicBezTo>
                  <a:cubicBezTo>
                    <a:pt x="43" y="717"/>
                    <a:pt x="43" y="731"/>
                    <a:pt x="42" y="733"/>
                  </a:cubicBezTo>
                  <a:cubicBezTo>
                    <a:pt x="42" y="734"/>
                    <a:pt x="42" y="734"/>
                    <a:pt x="43" y="735"/>
                  </a:cubicBezTo>
                  <a:cubicBezTo>
                    <a:pt x="43" y="735"/>
                    <a:pt x="44" y="735"/>
                    <a:pt x="45" y="734"/>
                  </a:cubicBezTo>
                  <a:cubicBezTo>
                    <a:pt x="46" y="732"/>
                    <a:pt x="46" y="722"/>
                    <a:pt x="46" y="702"/>
                  </a:cubicBezTo>
                  <a:cubicBezTo>
                    <a:pt x="46" y="672"/>
                    <a:pt x="46" y="627"/>
                    <a:pt x="53" y="606"/>
                  </a:cubicBezTo>
                  <a:cubicBezTo>
                    <a:pt x="55" y="599"/>
                    <a:pt x="55" y="599"/>
                    <a:pt x="55" y="599"/>
                  </a:cubicBezTo>
                  <a:cubicBezTo>
                    <a:pt x="59" y="586"/>
                    <a:pt x="64" y="572"/>
                    <a:pt x="69" y="554"/>
                  </a:cubicBezTo>
                  <a:cubicBezTo>
                    <a:pt x="69" y="561"/>
                    <a:pt x="70" y="570"/>
                    <a:pt x="70" y="579"/>
                  </a:cubicBezTo>
                  <a:cubicBezTo>
                    <a:pt x="72" y="606"/>
                    <a:pt x="74" y="640"/>
                    <a:pt x="64" y="650"/>
                  </a:cubicBezTo>
                  <a:cubicBezTo>
                    <a:pt x="64" y="651"/>
                    <a:pt x="64" y="652"/>
                    <a:pt x="64" y="653"/>
                  </a:cubicBezTo>
                  <a:cubicBezTo>
                    <a:pt x="65" y="653"/>
                    <a:pt x="66" y="653"/>
                    <a:pt x="66" y="652"/>
                  </a:cubicBezTo>
                  <a:cubicBezTo>
                    <a:pt x="77" y="641"/>
                    <a:pt x="75" y="608"/>
                    <a:pt x="73" y="579"/>
                  </a:cubicBezTo>
                  <a:cubicBezTo>
                    <a:pt x="72" y="566"/>
                    <a:pt x="71" y="553"/>
                    <a:pt x="72" y="545"/>
                  </a:cubicBezTo>
                  <a:cubicBezTo>
                    <a:pt x="72" y="544"/>
                    <a:pt x="72" y="544"/>
                    <a:pt x="72" y="544"/>
                  </a:cubicBezTo>
                  <a:cubicBezTo>
                    <a:pt x="78" y="517"/>
                    <a:pt x="83" y="483"/>
                    <a:pt x="85" y="437"/>
                  </a:cubicBezTo>
                  <a:cubicBezTo>
                    <a:pt x="87" y="426"/>
                    <a:pt x="87" y="389"/>
                    <a:pt x="85" y="365"/>
                  </a:cubicBezTo>
                  <a:cubicBezTo>
                    <a:pt x="85" y="361"/>
                    <a:pt x="86" y="359"/>
                    <a:pt x="87" y="360"/>
                  </a:cubicBezTo>
                  <a:cubicBezTo>
                    <a:pt x="107" y="383"/>
                    <a:pt x="125" y="405"/>
                    <a:pt x="135" y="433"/>
                  </a:cubicBezTo>
                  <a:cubicBezTo>
                    <a:pt x="136" y="439"/>
                    <a:pt x="138" y="442"/>
                    <a:pt x="138" y="448"/>
                  </a:cubicBezTo>
                  <a:cubicBezTo>
                    <a:pt x="138" y="448"/>
                    <a:pt x="138" y="448"/>
                    <a:pt x="138" y="448"/>
                  </a:cubicBezTo>
                  <a:cubicBezTo>
                    <a:pt x="139" y="458"/>
                    <a:pt x="137" y="468"/>
                    <a:pt x="135" y="478"/>
                  </a:cubicBezTo>
                  <a:cubicBezTo>
                    <a:pt x="133" y="489"/>
                    <a:pt x="131" y="513"/>
                    <a:pt x="131" y="514"/>
                  </a:cubicBezTo>
                  <a:cubicBezTo>
                    <a:pt x="129" y="527"/>
                    <a:pt x="129" y="527"/>
                    <a:pt x="129" y="527"/>
                  </a:cubicBezTo>
                  <a:cubicBezTo>
                    <a:pt x="126" y="559"/>
                    <a:pt x="120" y="612"/>
                    <a:pt x="103" y="636"/>
                  </a:cubicBezTo>
                  <a:cubicBezTo>
                    <a:pt x="88" y="657"/>
                    <a:pt x="87" y="696"/>
                    <a:pt x="86" y="734"/>
                  </a:cubicBezTo>
                  <a:cubicBezTo>
                    <a:pt x="86" y="759"/>
                    <a:pt x="85" y="782"/>
                    <a:pt x="81" y="798"/>
                  </a:cubicBezTo>
                  <a:cubicBezTo>
                    <a:pt x="75" y="817"/>
                    <a:pt x="75" y="817"/>
                    <a:pt x="75" y="817"/>
                  </a:cubicBezTo>
                  <a:cubicBezTo>
                    <a:pt x="69" y="838"/>
                    <a:pt x="69" y="838"/>
                    <a:pt x="69" y="838"/>
                  </a:cubicBezTo>
                  <a:cubicBezTo>
                    <a:pt x="69" y="839"/>
                    <a:pt x="63" y="861"/>
                    <a:pt x="61" y="873"/>
                  </a:cubicBezTo>
                  <a:cubicBezTo>
                    <a:pt x="54" y="905"/>
                    <a:pt x="51" y="942"/>
                    <a:pt x="60" y="980"/>
                  </a:cubicBezTo>
                  <a:cubicBezTo>
                    <a:pt x="75" y="1039"/>
                    <a:pt x="65" y="1077"/>
                    <a:pt x="56" y="1115"/>
                  </a:cubicBezTo>
                  <a:cubicBezTo>
                    <a:pt x="50" y="1141"/>
                    <a:pt x="50" y="1141"/>
                    <a:pt x="50" y="1141"/>
                  </a:cubicBezTo>
                  <a:cubicBezTo>
                    <a:pt x="41" y="1182"/>
                    <a:pt x="41" y="1184"/>
                    <a:pt x="43" y="1209"/>
                  </a:cubicBezTo>
                  <a:cubicBezTo>
                    <a:pt x="43" y="1223"/>
                    <a:pt x="43" y="1223"/>
                    <a:pt x="43" y="1223"/>
                  </a:cubicBezTo>
                  <a:cubicBezTo>
                    <a:pt x="44" y="1239"/>
                    <a:pt x="44" y="1239"/>
                    <a:pt x="44" y="1239"/>
                  </a:cubicBezTo>
                  <a:cubicBezTo>
                    <a:pt x="44" y="1238"/>
                    <a:pt x="44" y="1237"/>
                    <a:pt x="45" y="1237"/>
                  </a:cubicBezTo>
                  <a:cubicBezTo>
                    <a:pt x="45" y="1237"/>
                    <a:pt x="45" y="1237"/>
                    <a:pt x="45" y="1237"/>
                  </a:cubicBezTo>
                  <a:cubicBezTo>
                    <a:pt x="44" y="1237"/>
                    <a:pt x="44" y="1238"/>
                    <a:pt x="44" y="1239"/>
                  </a:cubicBezTo>
                  <a:cubicBezTo>
                    <a:pt x="44" y="1263"/>
                    <a:pt x="49" y="1296"/>
                    <a:pt x="53" y="1328"/>
                  </a:cubicBezTo>
                  <a:cubicBezTo>
                    <a:pt x="57" y="1355"/>
                    <a:pt x="60" y="1380"/>
                    <a:pt x="61" y="1396"/>
                  </a:cubicBezTo>
                  <a:cubicBezTo>
                    <a:pt x="61" y="1414"/>
                    <a:pt x="58" y="1441"/>
                    <a:pt x="55" y="1468"/>
                  </a:cubicBezTo>
                  <a:cubicBezTo>
                    <a:pt x="49" y="1494"/>
                    <a:pt x="45" y="1542"/>
                    <a:pt x="45" y="1545"/>
                  </a:cubicBezTo>
                  <a:cubicBezTo>
                    <a:pt x="45" y="1545"/>
                    <a:pt x="45" y="1545"/>
                    <a:pt x="45" y="1545"/>
                  </a:cubicBezTo>
                  <a:cubicBezTo>
                    <a:pt x="45" y="1545"/>
                    <a:pt x="45" y="1545"/>
                    <a:pt x="45" y="1545"/>
                  </a:cubicBezTo>
                  <a:cubicBezTo>
                    <a:pt x="45" y="1548"/>
                    <a:pt x="45" y="1548"/>
                    <a:pt x="45" y="1548"/>
                  </a:cubicBezTo>
                  <a:cubicBezTo>
                    <a:pt x="46" y="1553"/>
                    <a:pt x="46" y="1561"/>
                    <a:pt x="47" y="1570"/>
                  </a:cubicBezTo>
                  <a:cubicBezTo>
                    <a:pt x="42" y="1583"/>
                    <a:pt x="33" y="1605"/>
                    <a:pt x="37" y="1617"/>
                  </a:cubicBezTo>
                  <a:cubicBezTo>
                    <a:pt x="37" y="1618"/>
                    <a:pt x="38" y="1618"/>
                    <a:pt x="39" y="1618"/>
                  </a:cubicBezTo>
                  <a:cubicBezTo>
                    <a:pt x="39" y="1618"/>
                    <a:pt x="40" y="1617"/>
                    <a:pt x="40" y="1616"/>
                  </a:cubicBezTo>
                  <a:cubicBezTo>
                    <a:pt x="37" y="1609"/>
                    <a:pt x="40" y="1594"/>
                    <a:pt x="48" y="1576"/>
                  </a:cubicBezTo>
                  <a:cubicBezTo>
                    <a:pt x="52" y="1607"/>
                    <a:pt x="62" y="1650"/>
                    <a:pt x="88" y="1673"/>
                  </a:cubicBezTo>
                  <a:cubicBezTo>
                    <a:pt x="95" y="1679"/>
                    <a:pt x="96" y="1689"/>
                    <a:pt x="96" y="1690"/>
                  </a:cubicBezTo>
                  <a:cubicBezTo>
                    <a:pt x="96" y="1690"/>
                    <a:pt x="97" y="1691"/>
                    <a:pt x="98" y="1691"/>
                  </a:cubicBezTo>
                  <a:cubicBezTo>
                    <a:pt x="99" y="1691"/>
                    <a:pt x="99" y="1690"/>
                    <a:pt x="99" y="1689"/>
                  </a:cubicBezTo>
                  <a:cubicBezTo>
                    <a:pt x="99" y="1689"/>
                    <a:pt x="98" y="1678"/>
                    <a:pt x="89" y="1670"/>
                  </a:cubicBezTo>
                  <a:cubicBezTo>
                    <a:pt x="87" y="1668"/>
                    <a:pt x="86" y="1666"/>
                    <a:pt x="84" y="1664"/>
                  </a:cubicBezTo>
                  <a:cubicBezTo>
                    <a:pt x="84" y="1664"/>
                    <a:pt x="84" y="1664"/>
                    <a:pt x="84" y="1664"/>
                  </a:cubicBezTo>
                  <a:cubicBezTo>
                    <a:pt x="77" y="1658"/>
                    <a:pt x="81" y="1628"/>
                    <a:pt x="84" y="1604"/>
                  </a:cubicBezTo>
                  <a:cubicBezTo>
                    <a:pt x="85" y="1607"/>
                    <a:pt x="85" y="1609"/>
                    <a:pt x="86" y="1612"/>
                  </a:cubicBezTo>
                  <a:cubicBezTo>
                    <a:pt x="87" y="1615"/>
                    <a:pt x="87" y="1615"/>
                    <a:pt x="87" y="1615"/>
                  </a:cubicBezTo>
                  <a:cubicBezTo>
                    <a:pt x="89" y="1623"/>
                    <a:pt x="95" y="1630"/>
                    <a:pt x="100" y="1636"/>
                  </a:cubicBezTo>
                  <a:cubicBezTo>
                    <a:pt x="105" y="1642"/>
                    <a:pt x="105" y="1642"/>
                    <a:pt x="105" y="1642"/>
                  </a:cubicBezTo>
                  <a:cubicBezTo>
                    <a:pt x="109" y="1647"/>
                    <a:pt x="110" y="1652"/>
                    <a:pt x="112" y="1658"/>
                  </a:cubicBezTo>
                  <a:cubicBezTo>
                    <a:pt x="114" y="1664"/>
                    <a:pt x="114" y="1664"/>
                    <a:pt x="114" y="1664"/>
                  </a:cubicBezTo>
                  <a:cubicBezTo>
                    <a:pt x="117" y="1674"/>
                    <a:pt x="123" y="1680"/>
                    <a:pt x="129" y="1681"/>
                  </a:cubicBezTo>
                  <a:cubicBezTo>
                    <a:pt x="130" y="1681"/>
                    <a:pt x="131" y="1681"/>
                    <a:pt x="131" y="1680"/>
                  </a:cubicBezTo>
                  <a:cubicBezTo>
                    <a:pt x="131" y="1679"/>
                    <a:pt x="130" y="1678"/>
                    <a:pt x="129" y="1678"/>
                  </a:cubicBezTo>
                  <a:cubicBezTo>
                    <a:pt x="123" y="1677"/>
                    <a:pt x="119" y="1669"/>
                    <a:pt x="117" y="1663"/>
                  </a:cubicBezTo>
                  <a:cubicBezTo>
                    <a:pt x="115" y="1658"/>
                    <a:pt x="115" y="1658"/>
                    <a:pt x="115" y="1658"/>
                  </a:cubicBezTo>
                  <a:cubicBezTo>
                    <a:pt x="113" y="1651"/>
                    <a:pt x="112" y="1646"/>
                    <a:pt x="107" y="1640"/>
                  </a:cubicBezTo>
                  <a:cubicBezTo>
                    <a:pt x="102" y="1634"/>
                    <a:pt x="102" y="1634"/>
                    <a:pt x="102" y="1634"/>
                  </a:cubicBezTo>
                  <a:cubicBezTo>
                    <a:pt x="97" y="1628"/>
                    <a:pt x="92" y="1622"/>
                    <a:pt x="90" y="1614"/>
                  </a:cubicBezTo>
                  <a:cubicBezTo>
                    <a:pt x="89" y="1611"/>
                    <a:pt x="89" y="1611"/>
                    <a:pt x="89" y="1611"/>
                  </a:cubicBezTo>
                  <a:cubicBezTo>
                    <a:pt x="87" y="1605"/>
                    <a:pt x="86" y="1599"/>
                    <a:pt x="86" y="1594"/>
                  </a:cubicBezTo>
                  <a:cubicBezTo>
                    <a:pt x="86" y="1593"/>
                    <a:pt x="86" y="1593"/>
                    <a:pt x="86" y="1593"/>
                  </a:cubicBezTo>
                  <a:cubicBezTo>
                    <a:pt x="87" y="1584"/>
                    <a:pt x="88" y="1576"/>
                    <a:pt x="88" y="1573"/>
                  </a:cubicBezTo>
                  <a:cubicBezTo>
                    <a:pt x="88" y="1559"/>
                    <a:pt x="87" y="1546"/>
                    <a:pt x="86" y="1533"/>
                  </a:cubicBezTo>
                  <a:cubicBezTo>
                    <a:pt x="83" y="1513"/>
                    <a:pt x="81" y="1493"/>
                    <a:pt x="84" y="1472"/>
                  </a:cubicBezTo>
                  <a:cubicBezTo>
                    <a:pt x="87" y="1449"/>
                    <a:pt x="94" y="1426"/>
                    <a:pt x="100" y="1404"/>
                  </a:cubicBezTo>
                  <a:cubicBezTo>
                    <a:pt x="108" y="1377"/>
                    <a:pt x="111" y="1351"/>
                    <a:pt x="115" y="1324"/>
                  </a:cubicBezTo>
                  <a:cubicBezTo>
                    <a:pt x="117" y="1310"/>
                    <a:pt x="117" y="1310"/>
                    <a:pt x="117" y="1310"/>
                  </a:cubicBezTo>
                  <a:cubicBezTo>
                    <a:pt x="121" y="1274"/>
                    <a:pt x="129" y="1237"/>
                    <a:pt x="137" y="1203"/>
                  </a:cubicBezTo>
                  <a:cubicBezTo>
                    <a:pt x="144" y="1168"/>
                    <a:pt x="152" y="1132"/>
                    <a:pt x="157" y="1095"/>
                  </a:cubicBezTo>
                  <a:cubicBezTo>
                    <a:pt x="157" y="1100"/>
                    <a:pt x="157" y="1106"/>
                    <a:pt x="157" y="1111"/>
                  </a:cubicBezTo>
                  <a:cubicBezTo>
                    <a:pt x="158" y="1133"/>
                    <a:pt x="159" y="1156"/>
                    <a:pt x="155" y="1179"/>
                  </a:cubicBezTo>
                  <a:cubicBezTo>
                    <a:pt x="151" y="1205"/>
                    <a:pt x="150" y="1231"/>
                    <a:pt x="150" y="1257"/>
                  </a:cubicBezTo>
                  <a:cubicBezTo>
                    <a:pt x="149" y="1285"/>
                    <a:pt x="148" y="1313"/>
                    <a:pt x="143" y="1341"/>
                  </a:cubicBezTo>
                  <a:cubicBezTo>
                    <a:pt x="140" y="1360"/>
                    <a:pt x="135" y="1379"/>
                    <a:pt x="130" y="1399"/>
                  </a:cubicBezTo>
                  <a:cubicBezTo>
                    <a:pt x="118" y="1450"/>
                    <a:pt x="105" y="1503"/>
                    <a:pt x="111" y="1552"/>
                  </a:cubicBezTo>
                  <a:cubicBezTo>
                    <a:pt x="112" y="1555"/>
                    <a:pt x="112" y="1559"/>
                    <a:pt x="112" y="1564"/>
                  </a:cubicBezTo>
                  <a:cubicBezTo>
                    <a:pt x="111" y="1572"/>
                    <a:pt x="111" y="1579"/>
                    <a:pt x="113" y="1585"/>
                  </a:cubicBezTo>
                  <a:cubicBezTo>
                    <a:pt x="113" y="1591"/>
                    <a:pt x="115" y="1597"/>
                    <a:pt x="116" y="1603"/>
                  </a:cubicBezTo>
                  <a:cubicBezTo>
                    <a:pt x="117" y="1608"/>
                    <a:pt x="117" y="1608"/>
                    <a:pt x="117" y="1608"/>
                  </a:cubicBezTo>
                  <a:cubicBezTo>
                    <a:pt x="119" y="1616"/>
                    <a:pt x="119" y="1616"/>
                    <a:pt x="119" y="1616"/>
                  </a:cubicBezTo>
                  <a:cubicBezTo>
                    <a:pt x="120" y="1626"/>
                    <a:pt x="120" y="1626"/>
                    <a:pt x="120" y="1626"/>
                  </a:cubicBezTo>
                  <a:cubicBezTo>
                    <a:pt x="121" y="1631"/>
                    <a:pt x="124" y="1635"/>
                    <a:pt x="127" y="1639"/>
                  </a:cubicBezTo>
                  <a:cubicBezTo>
                    <a:pt x="128" y="1642"/>
                    <a:pt x="128" y="1642"/>
                    <a:pt x="128" y="1642"/>
                  </a:cubicBezTo>
                  <a:cubicBezTo>
                    <a:pt x="131" y="1646"/>
                    <a:pt x="132" y="1651"/>
                    <a:pt x="133" y="1655"/>
                  </a:cubicBezTo>
                  <a:cubicBezTo>
                    <a:pt x="133" y="1658"/>
                    <a:pt x="134" y="1662"/>
                    <a:pt x="135" y="1665"/>
                  </a:cubicBezTo>
                  <a:cubicBezTo>
                    <a:pt x="137" y="1670"/>
                    <a:pt x="143" y="1684"/>
                    <a:pt x="152" y="1684"/>
                  </a:cubicBezTo>
                  <a:cubicBezTo>
                    <a:pt x="152" y="1684"/>
                    <a:pt x="153" y="1683"/>
                    <a:pt x="153" y="1682"/>
                  </a:cubicBezTo>
                  <a:cubicBezTo>
                    <a:pt x="153" y="1682"/>
                    <a:pt x="152" y="1681"/>
                    <a:pt x="152" y="1681"/>
                  </a:cubicBezTo>
                  <a:cubicBezTo>
                    <a:pt x="145" y="1681"/>
                    <a:pt x="140" y="1668"/>
                    <a:pt x="138" y="1664"/>
                  </a:cubicBezTo>
                  <a:cubicBezTo>
                    <a:pt x="137" y="1661"/>
                    <a:pt x="136" y="1658"/>
                    <a:pt x="135" y="1655"/>
                  </a:cubicBezTo>
                  <a:cubicBezTo>
                    <a:pt x="135" y="1650"/>
                    <a:pt x="134" y="1645"/>
                    <a:pt x="131" y="1641"/>
                  </a:cubicBezTo>
                  <a:cubicBezTo>
                    <a:pt x="129" y="1638"/>
                    <a:pt x="129" y="1638"/>
                    <a:pt x="129" y="1638"/>
                  </a:cubicBezTo>
                  <a:cubicBezTo>
                    <a:pt x="127" y="1634"/>
                    <a:pt x="124" y="1630"/>
                    <a:pt x="123" y="1625"/>
                  </a:cubicBezTo>
                  <a:cubicBezTo>
                    <a:pt x="122" y="1616"/>
                    <a:pt x="122" y="1616"/>
                    <a:pt x="122" y="1616"/>
                  </a:cubicBezTo>
                  <a:cubicBezTo>
                    <a:pt x="120" y="1607"/>
                    <a:pt x="120" y="1607"/>
                    <a:pt x="120" y="1607"/>
                  </a:cubicBezTo>
                  <a:cubicBezTo>
                    <a:pt x="119" y="1603"/>
                    <a:pt x="119" y="1603"/>
                    <a:pt x="119" y="1603"/>
                  </a:cubicBezTo>
                  <a:cubicBezTo>
                    <a:pt x="118" y="1599"/>
                    <a:pt x="117" y="1595"/>
                    <a:pt x="117" y="1592"/>
                  </a:cubicBezTo>
                  <a:cubicBezTo>
                    <a:pt x="120" y="1596"/>
                    <a:pt x="125" y="1601"/>
                    <a:pt x="130" y="1605"/>
                  </a:cubicBezTo>
                  <a:cubicBezTo>
                    <a:pt x="133" y="1609"/>
                    <a:pt x="137" y="1613"/>
                    <a:pt x="140" y="1616"/>
                  </a:cubicBezTo>
                  <a:cubicBezTo>
                    <a:pt x="140" y="1616"/>
                    <a:pt x="140" y="1617"/>
                    <a:pt x="141" y="1617"/>
                  </a:cubicBezTo>
                  <a:cubicBezTo>
                    <a:pt x="140" y="1618"/>
                    <a:pt x="141" y="1619"/>
                    <a:pt x="141" y="1619"/>
                  </a:cubicBezTo>
                  <a:cubicBezTo>
                    <a:pt x="143" y="1620"/>
                    <a:pt x="143" y="1622"/>
                    <a:pt x="143" y="1625"/>
                  </a:cubicBezTo>
                  <a:cubicBezTo>
                    <a:pt x="144" y="1628"/>
                    <a:pt x="144" y="1628"/>
                    <a:pt x="144" y="1628"/>
                  </a:cubicBezTo>
                  <a:cubicBezTo>
                    <a:pt x="144" y="1631"/>
                    <a:pt x="144" y="1634"/>
                    <a:pt x="146" y="1637"/>
                  </a:cubicBezTo>
                  <a:cubicBezTo>
                    <a:pt x="148" y="1643"/>
                    <a:pt x="148" y="1643"/>
                    <a:pt x="148" y="1643"/>
                  </a:cubicBezTo>
                  <a:cubicBezTo>
                    <a:pt x="149" y="1647"/>
                    <a:pt x="150" y="1650"/>
                    <a:pt x="152" y="1654"/>
                  </a:cubicBezTo>
                  <a:cubicBezTo>
                    <a:pt x="155" y="1657"/>
                    <a:pt x="158" y="1660"/>
                    <a:pt x="161" y="1662"/>
                  </a:cubicBezTo>
                  <a:cubicBezTo>
                    <a:pt x="164" y="1664"/>
                    <a:pt x="166" y="1667"/>
                    <a:pt x="168" y="1669"/>
                  </a:cubicBezTo>
                  <a:cubicBezTo>
                    <a:pt x="169" y="1670"/>
                    <a:pt x="170" y="1670"/>
                    <a:pt x="171" y="1669"/>
                  </a:cubicBezTo>
                  <a:cubicBezTo>
                    <a:pt x="171" y="1669"/>
                    <a:pt x="171" y="1668"/>
                    <a:pt x="171" y="1667"/>
                  </a:cubicBezTo>
                  <a:cubicBezTo>
                    <a:pt x="169" y="1665"/>
                    <a:pt x="166" y="1662"/>
                    <a:pt x="163" y="1660"/>
                  </a:cubicBezTo>
                  <a:cubicBezTo>
                    <a:pt x="160" y="1658"/>
                    <a:pt x="157" y="1655"/>
                    <a:pt x="155" y="1652"/>
                  </a:cubicBezTo>
                  <a:cubicBezTo>
                    <a:pt x="153" y="1649"/>
                    <a:pt x="152" y="1646"/>
                    <a:pt x="151" y="1642"/>
                  </a:cubicBezTo>
                  <a:cubicBezTo>
                    <a:pt x="148" y="1636"/>
                    <a:pt x="148" y="1636"/>
                    <a:pt x="148" y="1636"/>
                  </a:cubicBezTo>
                  <a:cubicBezTo>
                    <a:pt x="147" y="1633"/>
                    <a:pt x="147" y="1631"/>
                    <a:pt x="147" y="1628"/>
                  </a:cubicBezTo>
                  <a:cubicBezTo>
                    <a:pt x="146" y="1624"/>
                    <a:pt x="146" y="1624"/>
                    <a:pt x="146" y="1624"/>
                  </a:cubicBezTo>
                  <a:cubicBezTo>
                    <a:pt x="146" y="1624"/>
                    <a:pt x="146" y="1624"/>
                    <a:pt x="146" y="1624"/>
                  </a:cubicBezTo>
                  <a:cubicBezTo>
                    <a:pt x="158" y="1637"/>
                    <a:pt x="174" y="1651"/>
                    <a:pt x="186" y="1653"/>
                  </a:cubicBezTo>
                  <a:cubicBezTo>
                    <a:pt x="187" y="1653"/>
                    <a:pt x="188" y="1653"/>
                    <a:pt x="188" y="1652"/>
                  </a:cubicBezTo>
                  <a:cubicBezTo>
                    <a:pt x="188" y="1651"/>
                    <a:pt x="188" y="1650"/>
                    <a:pt x="187" y="1650"/>
                  </a:cubicBezTo>
                  <a:cubicBezTo>
                    <a:pt x="173" y="1647"/>
                    <a:pt x="152" y="1627"/>
                    <a:pt x="142" y="1614"/>
                  </a:cubicBezTo>
                  <a:cubicBezTo>
                    <a:pt x="139" y="1611"/>
                    <a:pt x="136" y="1607"/>
                    <a:pt x="132" y="1603"/>
                  </a:cubicBezTo>
                  <a:cubicBezTo>
                    <a:pt x="125" y="1597"/>
                    <a:pt x="119" y="1591"/>
                    <a:pt x="116" y="1585"/>
                  </a:cubicBezTo>
                  <a:cubicBezTo>
                    <a:pt x="116" y="1585"/>
                    <a:pt x="116" y="1584"/>
                    <a:pt x="116" y="1584"/>
                  </a:cubicBezTo>
                  <a:cubicBezTo>
                    <a:pt x="116" y="1584"/>
                    <a:pt x="116" y="1583"/>
                    <a:pt x="116" y="1583"/>
                  </a:cubicBezTo>
                  <a:cubicBezTo>
                    <a:pt x="116" y="1582"/>
                    <a:pt x="116" y="1582"/>
                    <a:pt x="115" y="1582"/>
                  </a:cubicBezTo>
                  <a:cubicBezTo>
                    <a:pt x="114" y="1577"/>
                    <a:pt x="114" y="1570"/>
                    <a:pt x="115" y="1564"/>
                  </a:cubicBezTo>
                  <a:cubicBezTo>
                    <a:pt x="115" y="1559"/>
                    <a:pt x="115" y="1555"/>
                    <a:pt x="114" y="1551"/>
                  </a:cubicBezTo>
                  <a:cubicBezTo>
                    <a:pt x="108" y="1503"/>
                    <a:pt x="121" y="1450"/>
                    <a:pt x="133" y="1399"/>
                  </a:cubicBezTo>
                  <a:cubicBezTo>
                    <a:pt x="138" y="1379"/>
                    <a:pt x="143" y="1360"/>
                    <a:pt x="146" y="1342"/>
                  </a:cubicBezTo>
                  <a:cubicBezTo>
                    <a:pt x="151" y="1314"/>
                    <a:pt x="152" y="1285"/>
                    <a:pt x="153" y="1257"/>
                  </a:cubicBezTo>
                  <a:cubicBezTo>
                    <a:pt x="153" y="1231"/>
                    <a:pt x="154" y="1205"/>
                    <a:pt x="158" y="1180"/>
                  </a:cubicBezTo>
                  <a:cubicBezTo>
                    <a:pt x="162" y="1156"/>
                    <a:pt x="161" y="1133"/>
                    <a:pt x="160" y="1111"/>
                  </a:cubicBezTo>
                  <a:cubicBezTo>
                    <a:pt x="160" y="1095"/>
                    <a:pt x="159" y="1079"/>
                    <a:pt x="160" y="1062"/>
                  </a:cubicBezTo>
                  <a:cubicBezTo>
                    <a:pt x="161" y="1058"/>
                    <a:pt x="161" y="1053"/>
                    <a:pt x="162" y="1049"/>
                  </a:cubicBezTo>
                  <a:cubicBezTo>
                    <a:pt x="162" y="1049"/>
                    <a:pt x="161" y="1048"/>
                    <a:pt x="161" y="1048"/>
                  </a:cubicBezTo>
                  <a:cubicBezTo>
                    <a:pt x="162" y="1026"/>
                    <a:pt x="162" y="1026"/>
                    <a:pt x="162" y="1026"/>
                  </a:cubicBezTo>
                  <a:cubicBezTo>
                    <a:pt x="164" y="996"/>
                    <a:pt x="165" y="962"/>
                    <a:pt x="172" y="923"/>
                  </a:cubicBezTo>
                  <a:cubicBezTo>
                    <a:pt x="173" y="914"/>
                    <a:pt x="174" y="906"/>
                    <a:pt x="175" y="898"/>
                  </a:cubicBezTo>
                  <a:cubicBezTo>
                    <a:pt x="177" y="885"/>
                    <a:pt x="179" y="871"/>
                    <a:pt x="179" y="851"/>
                  </a:cubicBezTo>
                  <a:cubicBezTo>
                    <a:pt x="181" y="855"/>
                    <a:pt x="181" y="855"/>
                    <a:pt x="181" y="855"/>
                  </a:cubicBezTo>
                  <a:cubicBezTo>
                    <a:pt x="188" y="868"/>
                    <a:pt x="191" y="874"/>
                    <a:pt x="192" y="887"/>
                  </a:cubicBezTo>
                  <a:cubicBezTo>
                    <a:pt x="192" y="888"/>
                    <a:pt x="193" y="889"/>
                    <a:pt x="194" y="889"/>
                  </a:cubicBezTo>
                  <a:cubicBezTo>
                    <a:pt x="195" y="888"/>
                    <a:pt x="195" y="888"/>
                    <a:pt x="195" y="887"/>
                  </a:cubicBezTo>
                  <a:cubicBezTo>
                    <a:pt x="194" y="873"/>
                    <a:pt x="190" y="866"/>
                    <a:pt x="184" y="854"/>
                  </a:cubicBezTo>
                  <a:cubicBezTo>
                    <a:pt x="179" y="845"/>
                    <a:pt x="179" y="845"/>
                    <a:pt x="179" y="845"/>
                  </a:cubicBezTo>
                  <a:cubicBezTo>
                    <a:pt x="179" y="833"/>
                    <a:pt x="180" y="824"/>
                    <a:pt x="182" y="813"/>
                  </a:cubicBezTo>
                  <a:cubicBezTo>
                    <a:pt x="184" y="795"/>
                    <a:pt x="186" y="772"/>
                    <a:pt x="186" y="731"/>
                  </a:cubicBezTo>
                  <a:cubicBezTo>
                    <a:pt x="185" y="699"/>
                    <a:pt x="181" y="665"/>
                    <a:pt x="175" y="632"/>
                  </a:cubicBezTo>
                  <a:cubicBezTo>
                    <a:pt x="181" y="648"/>
                    <a:pt x="187" y="664"/>
                    <a:pt x="195" y="677"/>
                  </a:cubicBezTo>
                  <a:cubicBezTo>
                    <a:pt x="200" y="685"/>
                    <a:pt x="201" y="692"/>
                    <a:pt x="202" y="700"/>
                  </a:cubicBezTo>
                  <a:cubicBezTo>
                    <a:pt x="203" y="706"/>
                    <a:pt x="204" y="713"/>
                    <a:pt x="207" y="720"/>
                  </a:cubicBezTo>
                  <a:cubicBezTo>
                    <a:pt x="211" y="728"/>
                    <a:pt x="211" y="728"/>
                    <a:pt x="211" y="728"/>
                  </a:cubicBezTo>
                  <a:cubicBezTo>
                    <a:pt x="217" y="739"/>
                    <a:pt x="222" y="749"/>
                    <a:pt x="222" y="763"/>
                  </a:cubicBezTo>
                  <a:cubicBezTo>
                    <a:pt x="222" y="764"/>
                    <a:pt x="222" y="764"/>
                    <a:pt x="223" y="764"/>
                  </a:cubicBezTo>
                  <a:cubicBezTo>
                    <a:pt x="224" y="764"/>
                    <a:pt x="225" y="764"/>
                    <a:pt x="225" y="763"/>
                  </a:cubicBezTo>
                  <a:cubicBezTo>
                    <a:pt x="225" y="748"/>
                    <a:pt x="220" y="737"/>
                    <a:pt x="214" y="726"/>
                  </a:cubicBezTo>
                  <a:cubicBezTo>
                    <a:pt x="210" y="719"/>
                    <a:pt x="210" y="719"/>
                    <a:pt x="210" y="719"/>
                  </a:cubicBezTo>
                  <a:cubicBezTo>
                    <a:pt x="207" y="712"/>
                    <a:pt x="206" y="706"/>
                    <a:pt x="205" y="699"/>
                  </a:cubicBezTo>
                  <a:cubicBezTo>
                    <a:pt x="204" y="693"/>
                    <a:pt x="203" y="686"/>
                    <a:pt x="200" y="679"/>
                  </a:cubicBezTo>
                  <a:cubicBezTo>
                    <a:pt x="203" y="681"/>
                    <a:pt x="203" y="681"/>
                    <a:pt x="203" y="681"/>
                  </a:cubicBezTo>
                  <a:cubicBezTo>
                    <a:pt x="206" y="683"/>
                    <a:pt x="209" y="685"/>
                    <a:pt x="212" y="687"/>
                  </a:cubicBezTo>
                  <a:cubicBezTo>
                    <a:pt x="214" y="690"/>
                    <a:pt x="216" y="693"/>
                    <a:pt x="218" y="696"/>
                  </a:cubicBezTo>
                  <a:cubicBezTo>
                    <a:pt x="221" y="701"/>
                    <a:pt x="224" y="707"/>
                    <a:pt x="231" y="710"/>
                  </a:cubicBezTo>
                  <a:cubicBezTo>
                    <a:pt x="232" y="710"/>
                    <a:pt x="232" y="709"/>
                    <a:pt x="233" y="709"/>
                  </a:cubicBezTo>
                  <a:cubicBezTo>
                    <a:pt x="233" y="708"/>
                    <a:pt x="233" y="707"/>
                    <a:pt x="232" y="707"/>
                  </a:cubicBezTo>
                  <a:cubicBezTo>
                    <a:pt x="226" y="705"/>
                    <a:pt x="223" y="700"/>
                    <a:pt x="220" y="694"/>
                  </a:cubicBezTo>
                  <a:cubicBezTo>
                    <a:pt x="218" y="691"/>
                    <a:pt x="216" y="688"/>
                    <a:pt x="214" y="685"/>
                  </a:cubicBezTo>
                  <a:cubicBezTo>
                    <a:pt x="211" y="683"/>
                    <a:pt x="208" y="680"/>
                    <a:pt x="204" y="678"/>
                  </a:cubicBezTo>
                  <a:cubicBezTo>
                    <a:pt x="198" y="674"/>
                    <a:pt x="198" y="674"/>
                    <a:pt x="198" y="674"/>
                  </a:cubicBezTo>
                  <a:cubicBezTo>
                    <a:pt x="197" y="673"/>
                    <a:pt x="197" y="673"/>
                    <a:pt x="197" y="673"/>
                  </a:cubicBezTo>
                  <a:cubicBezTo>
                    <a:pt x="187" y="659"/>
                    <a:pt x="181" y="641"/>
                    <a:pt x="176" y="624"/>
                  </a:cubicBezTo>
                  <a:cubicBezTo>
                    <a:pt x="172" y="614"/>
                    <a:pt x="172" y="614"/>
                    <a:pt x="172" y="614"/>
                  </a:cubicBezTo>
                  <a:cubicBezTo>
                    <a:pt x="172" y="614"/>
                    <a:pt x="172" y="614"/>
                    <a:pt x="172" y="614"/>
                  </a:cubicBezTo>
                  <a:cubicBezTo>
                    <a:pt x="169" y="594"/>
                    <a:pt x="165" y="576"/>
                    <a:pt x="162" y="560"/>
                  </a:cubicBezTo>
                  <a:cubicBezTo>
                    <a:pt x="158" y="540"/>
                    <a:pt x="154" y="523"/>
                    <a:pt x="152" y="510"/>
                  </a:cubicBezTo>
                  <a:cubicBezTo>
                    <a:pt x="151" y="488"/>
                    <a:pt x="149" y="471"/>
                    <a:pt x="147" y="453"/>
                  </a:cubicBezTo>
                  <a:cubicBezTo>
                    <a:pt x="146" y="443"/>
                    <a:pt x="145" y="432"/>
                    <a:pt x="144" y="421"/>
                  </a:cubicBezTo>
                  <a:cubicBezTo>
                    <a:pt x="144" y="420"/>
                    <a:pt x="144" y="420"/>
                    <a:pt x="144" y="419"/>
                  </a:cubicBezTo>
                  <a:cubicBezTo>
                    <a:pt x="144" y="418"/>
                    <a:pt x="143" y="416"/>
                    <a:pt x="143" y="414"/>
                  </a:cubicBezTo>
                  <a:cubicBezTo>
                    <a:pt x="143" y="410"/>
                    <a:pt x="142" y="406"/>
                    <a:pt x="142" y="402"/>
                  </a:cubicBezTo>
                  <a:cubicBezTo>
                    <a:pt x="140" y="355"/>
                    <a:pt x="131" y="286"/>
                    <a:pt x="106" y="230"/>
                  </a:cubicBezTo>
                  <a:cubicBezTo>
                    <a:pt x="106" y="229"/>
                    <a:pt x="88" y="172"/>
                    <a:pt x="82" y="153"/>
                  </a:cubicBezTo>
                  <a:cubicBezTo>
                    <a:pt x="84" y="154"/>
                    <a:pt x="84" y="154"/>
                    <a:pt x="84" y="154"/>
                  </a:cubicBezTo>
                  <a:cubicBezTo>
                    <a:pt x="94" y="159"/>
                    <a:pt x="109" y="167"/>
                    <a:pt x="119" y="177"/>
                  </a:cubicBezTo>
                  <a:cubicBezTo>
                    <a:pt x="131" y="192"/>
                    <a:pt x="142" y="209"/>
                    <a:pt x="150" y="227"/>
                  </a:cubicBezTo>
                  <a:cubicBezTo>
                    <a:pt x="171" y="261"/>
                    <a:pt x="181" y="291"/>
                    <a:pt x="185" y="323"/>
                  </a:cubicBezTo>
                  <a:cubicBezTo>
                    <a:pt x="186" y="331"/>
                    <a:pt x="186" y="331"/>
                    <a:pt x="186" y="331"/>
                  </a:cubicBezTo>
                  <a:cubicBezTo>
                    <a:pt x="189" y="344"/>
                    <a:pt x="191" y="355"/>
                    <a:pt x="193" y="366"/>
                  </a:cubicBezTo>
                  <a:cubicBezTo>
                    <a:pt x="193" y="366"/>
                    <a:pt x="193" y="367"/>
                    <a:pt x="193" y="367"/>
                  </a:cubicBezTo>
                  <a:cubicBezTo>
                    <a:pt x="197" y="384"/>
                    <a:pt x="197" y="400"/>
                    <a:pt x="193" y="416"/>
                  </a:cubicBezTo>
                  <a:cubicBezTo>
                    <a:pt x="191" y="424"/>
                    <a:pt x="189" y="431"/>
                    <a:pt x="187" y="438"/>
                  </a:cubicBezTo>
                  <a:cubicBezTo>
                    <a:pt x="182" y="453"/>
                    <a:pt x="182" y="453"/>
                    <a:pt x="182" y="453"/>
                  </a:cubicBezTo>
                  <a:cubicBezTo>
                    <a:pt x="180" y="459"/>
                    <a:pt x="180" y="465"/>
                    <a:pt x="180" y="471"/>
                  </a:cubicBezTo>
                  <a:cubicBezTo>
                    <a:pt x="180" y="476"/>
                    <a:pt x="180" y="482"/>
                    <a:pt x="179" y="487"/>
                  </a:cubicBezTo>
                  <a:cubicBezTo>
                    <a:pt x="179" y="488"/>
                    <a:pt x="180" y="488"/>
                    <a:pt x="180" y="489"/>
                  </a:cubicBezTo>
                  <a:cubicBezTo>
                    <a:pt x="181" y="489"/>
                    <a:pt x="182" y="488"/>
                    <a:pt x="182" y="487"/>
                  </a:cubicBezTo>
                  <a:cubicBezTo>
                    <a:pt x="183" y="482"/>
                    <a:pt x="183" y="476"/>
                    <a:pt x="183" y="471"/>
                  </a:cubicBezTo>
                  <a:cubicBezTo>
                    <a:pt x="183" y="465"/>
                    <a:pt x="183" y="459"/>
                    <a:pt x="185" y="454"/>
                  </a:cubicBezTo>
                  <a:cubicBezTo>
                    <a:pt x="189" y="439"/>
                    <a:pt x="189" y="439"/>
                    <a:pt x="189" y="439"/>
                  </a:cubicBezTo>
                  <a:cubicBezTo>
                    <a:pt x="192" y="432"/>
                    <a:pt x="194" y="424"/>
                    <a:pt x="196" y="417"/>
                  </a:cubicBezTo>
                  <a:cubicBezTo>
                    <a:pt x="197" y="411"/>
                    <a:pt x="198" y="406"/>
                    <a:pt x="198" y="400"/>
                  </a:cubicBezTo>
                  <a:cubicBezTo>
                    <a:pt x="202" y="425"/>
                    <a:pt x="203" y="450"/>
                    <a:pt x="202" y="480"/>
                  </a:cubicBezTo>
                  <a:cubicBezTo>
                    <a:pt x="200" y="530"/>
                    <a:pt x="201" y="538"/>
                    <a:pt x="208" y="571"/>
                  </a:cubicBezTo>
                  <a:cubicBezTo>
                    <a:pt x="213" y="592"/>
                    <a:pt x="213" y="592"/>
                    <a:pt x="213" y="592"/>
                  </a:cubicBezTo>
                  <a:cubicBezTo>
                    <a:pt x="213" y="593"/>
                    <a:pt x="214" y="594"/>
                    <a:pt x="214" y="594"/>
                  </a:cubicBezTo>
                  <a:cubicBezTo>
                    <a:pt x="215" y="593"/>
                    <a:pt x="216" y="593"/>
                    <a:pt x="216" y="592"/>
                  </a:cubicBezTo>
                  <a:cubicBezTo>
                    <a:pt x="211" y="571"/>
                    <a:pt x="211" y="571"/>
                    <a:pt x="211" y="571"/>
                  </a:cubicBezTo>
                  <a:cubicBezTo>
                    <a:pt x="204" y="537"/>
                    <a:pt x="203" y="530"/>
                    <a:pt x="205" y="480"/>
                  </a:cubicBezTo>
                  <a:cubicBezTo>
                    <a:pt x="207" y="424"/>
                    <a:pt x="200" y="387"/>
                    <a:pt x="189" y="331"/>
                  </a:cubicBezTo>
                  <a:cubicBezTo>
                    <a:pt x="189" y="331"/>
                    <a:pt x="188" y="322"/>
                    <a:pt x="188" y="323"/>
                  </a:cubicBezTo>
                  <a:cubicBezTo>
                    <a:pt x="184" y="290"/>
                    <a:pt x="173" y="260"/>
                    <a:pt x="153" y="225"/>
                  </a:cubicBezTo>
                  <a:cubicBezTo>
                    <a:pt x="148" y="214"/>
                    <a:pt x="142" y="204"/>
                    <a:pt x="135" y="194"/>
                  </a:cubicBezTo>
                  <a:cubicBezTo>
                    <a:pt x="136" y="194"/>
                    <a:pt x="136" y="193"/>
                    <a:pt x="135" y="193"/>
                  </a:cubicBezTo>
                  <a:cubicBezTo>
                    <a:pt x="132" y="187"/>
                    <a:pt x="130" y="178"/>
                    <a:pt x="127" y="170"/>
                  </a:cubicBezTo>
                  <a:cubicBezTo>
                    <a:pt x="125" y="162"/>
                    <a:pt x="123" y="153"/>
                    <a:pt x="119" y="147"/>
                  </a:cubicBezTo>
                  <a:cubicBezTo>
                    <a:pt x="113" y="136"/>
                    <a:pt x="105" y="129"/>
                    <a:pt x="97" y="121"/>
                  </a:cubicBezTo>
                  <a:cubicBezTo>
                    <a:pt x="91" y="115"/>
                    <a:pt x="91" y="115"/>
                    <a:pt x="91" y="115"/>
                  </a:cubicBezTo>
                  <a:cubicBezTo>
                    <a:pt x="90" y="114"/>
                    <a:pt x="89" y="113"/>
                    <a:pt x="88" y="112"/>
                  </a:cubicBezTo>
                  <a:cubicBezTo>
                    <a:pt x="87" y="109"/>
                    <a:pt x="86" y="107"/>
                    <a:pt x="86" y="104"/>
                  </a:cubicBezTo>
                  <a:cubicBezTo>
                    <a:pt x="86" y="100"/>
                    <a:pt x="86" y="95"/>
                    <a:pt x="87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4"/>
                    <a:pt x="88" y="81"/>
                    <a:pt x="88" y="77"/>
                  </a:cubicBezTo>
                  <a:cubicBezTo>
                    <a:pt x="97" y="89"/>
                    <a:pt x="109" y="103"/>
                    <a:pt x="127" y="110"/>
                  </a:cubicBezTo>
                  <a:cubicBezTo>
                    <a:pt x="128" y="110"/>
                    <a:pt x="130" y="111"/>
                    <a:pt x="131" y="111"/>
                  </a:cubicBezTo>
                  <a:cubicBezTo>
                    <a:pt x="141" y="122"/>
                    <a:pt x="145" y="130"/>
                    <a:pt x="150" y="142"/>
                  </a:cubicBezTo>
                  <a:cubicBezTo>
                    <a:pt x="154" y="150"/>
                    <a:pt x="154" y="150"/>
                    <a:pt x="154" y="150"/>
                  </a:cubicBezTo>
                  <a:cubicBezTo>
                    <a:pt x="154" y="151"/>
                    <a:pt x="155" y="151"/>
                    <a:pt x="156" y="151"/>
                  </a:cubicBezTo>
                  <a:cubicBezTo>
                    <a:pt x="157" y="150"/>
                    <a:pt x="157" y="150"/>
                    <a:pt x="157" y="149"/>
                  </a:cubicBezTo>
                  <a:cubicBezTo>
                    <a:pt x="153" y="141"/>
                    <a:pt x="153" y="141"/>
                    <a:pt x="153" y="141"/>
                  </a:cubicBezTo>
                  <a:cubicBezTo>
                    <a:pt x="149" y="131"/>
                    <a:pt x="145" y="123"/>
                    <a:pt x="138" y="115"/>
                  </a:cubicBezTo>
                  <a:cubicBezTo>
                    <a:pt x="157" y="124"/>
                    <a:pt x="163" y="136"/>
                    <a:pt x="169" y="146"/>
                  </a:cubicBezTo>
                  <a:cubicBezTo>
                    <a:pt x="169" y="147"/>
                    <a:pt x="170" y="147"/>
                    <a:pt x="171" y="147"/>
                  </a:cubicBezTo>
                  <a:cubicBezTo>
                    <a:pt x="171" y="146"/>
                    <a:pt x="172" y="145"/>
                    <a:pt x="171" y="144"/>
                  </a:cubicBezTo>
                  <a:cubicBezTo>
                    <a:pt x="165" y="133"/>
                    <a:pt x="157" y="119"/>
                    <a:pt x="133" y="109"/>
                  </a:cubicBezTo>
                  <a:cubicBezTo>
                    <a:pt x="133" y="109"/>
                    <a:pt x="133" y="108"/>
                    <a:pt x="132" y="108"/>
                  </a:cubicBezTo>
                  <a:cubicBezTo>
                    <a:pt x="132" y="108"/>
                    <a:pt x="132" y="108"/>
                    <a:pt x="131" y="108"/>
                  </a:cubicBezTo>
                  <a:cubicBezTo>
                    <a:pt x="130" y="108"/>
                    <a:pt x="129" y="107"/>
                    <a:pt x="128" y="107"/>
                  </a:cubicBezTo>
                  <a:cubicBezTo>
                    <a:pt x="107" y="99"/>
                    <a:pt x="94" y="81"/>
                    <a:pt x="85" y="68"/>
                  </a:cubicBezTo>
                  <a:cubicBezTo>
                    <a:pt x="82" y="64"/>
                    <a:pt x="79" y="60"/>
                    <a:pt x="77" y="58"/>
                  </a:cubicBezTo>
                  <a:cubicBezTo>
                    <a:pt x="70" y="48"/>
                    <a:pt x="70" y="37"/>
                    <a:pt x="70" y="28"/>
                  </a:cubicBezTo>
                  <a:cubicBezTo>
                    <a:pt x="69" y="18"/>
                    <a:pt x="69" y="8"/>
                    <a:pt x="62" y="0"/>
                  </a:cubicBezTo>
                  <a:cubicBezTo>
                    <a:pt x="61" y="0"/>
                    <a:pt x="60" y="0"/>
                    <a:pt x="60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9" y="2"/>
                    <a:pt x="59" y="2"/>
                    <a:pt x="60" y="2"/>
                  </a:cubicBezTo>
                  <a:cubicBezTo>
                    <a:pt x="66" y="9"/>
                    <a:pt x="66" y="18"/>
                    <a:pt x="67" y="28"/>
                  </a:cubicBezTo>
                  <a:cubicBezTo>
                    <a:pt x="67" y="35"/>
                    <a:pt x="67" y="43"/>
                    <a:pt x="70" y="52"/>
                  </a:cubicBezTo>
                  <a:cubicBezTo>
                    <a:pt x="62" y="44"/>
                    <a:pt x="51" y="36"/>
                    <a:pt x="41" y="29"/>
                  </a:cubicBezTo>
                  <a:cubicBezTo>
                    <a:pt x="27" y="19"/>
                    <a:pt x="13" y="9"/>
                    <a:pt x="9" y="2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11" y="11"/>
                    <a:pt x="25" y="21"/>
                    <a:pt x="39" y="31"/>
                  </a:cubicBezTo>
                  <a:cubicBezTo>
                    <a:pt x="52" y="41"/>
                    <a:pt x="65" y="50"/>
                    <a:pt x="74" y="60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7" y="62"/>
                    <a:pt x="79" y="66"/>
                    <a:pt x="82" y="70"/>
                  </a:cubicBezTo>
                  <a:cubicBezTo>
                    <a:pt x="83" y="71"/>
                    <a:pt x="84" y="72"/>
                    <a:pt x="85" y="74"/>
                  </a:cubicBezTo>
                  <a:cubicBezTo>
                    <a:pt x="85" y="74"/>
                    <a:pt x="85" y="74"/>
                    <a:pt x="85" y="74"/>
                  </a:cubicBezTo>
                  <a:cubicBezTo>
                    <a:pt x="85" y="78"/>
                    <a:pt x="85" y="82"/>
                    <a:pt x="84" y="86"/>
                  </a:cubicBezTo>
                  <a:cubicBezTo>
                    <a:pt x="82" y="85"/>
                    <a:pt x="78" y="83"/>
                    <a:pt x="73" y="81"/>
                  </a:cubicBezTo>
                  <a:cubicBezTo>
                    <a:pt x="67" y="78"/>
                    <a:pt x="58" y="75"/>
                    <a:pt x="51" y="70"/>
                  </a:cubicBezTo>
                  <a:cubicBezTo>
                    <a:pt x="42" y="66"/>
                    <a:pt x="12" y="44"/>
                    <a:pt x="10" y="37"/>
                  </a:cubicBezTo>
                  <a:cubicBezTo>
                    <a:pt x="10" y="36"/>
                    <a:pt x="9" y="36"/>
                    <a:pt x="8" y="36"/>
                  </a:cubicBezTo>
                  <a:cubicBezTo>
                    <a:pt x="8" y="36"/>
                    <a:pt x="7" y="37"/>
                    <a:pt x="7" y="38"/>
                  </a:cubicBezTo>
                  <a:cubicBezTo>
                    <a:pt x="9" y="47"/>
                    <a:pt x="43" y="70"/>
                    <a:pt x="49" y="73"/>
                  </a:cubicBezTo>
                  <a:cubicBezTo>
                    <a:pt x="51" y="74"/>
                    <a:pt x="52" y="75"/>
                    <a:pt x="54" y="76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72" y="98"/>
                    <a:pt x="78" y="106"/>
                    <a:pt x="86" y="113"/>
                  </a:cubicBezTo>
                  <a:cubicBezTo>
                    <a:pt x="87" y="117"/>
                    <a:pt x="89" y="120"/>
                    <a:pt x="91" y="123"/>
                  </a:cubicBezTo>
                  <a:cubicBezTo>
                    <a:pt x="95" y="132"/>
                    <a:pt x="99" y="140"/>
                    <a:pt x="97" y="148"/>
                  </a:cubicBezTo>
                  <a:cubicBezTo>
                    <a:pt x="87" y="138"/>
                    <a:pt x="77" y="129"/>
                    <a:pt x="68" y="121"/>
                  </a:cubicBezTo>
                  <a:cubicBezTo>
                    <a:pt x="68" y="121"/>
                    <a:pt x="68" y="121"/>
                    <a:pt x="68" y="121"/>
                  </a:cubicBezTo>
                  <a:cubicBezTo>
                    <a:pt x="68" y="121"/>
                    <a:pt x="68" y="121"/>
                    <a:pt x="67" y="121"/>
                  </a:cubicBezTo>
                  <a:cubicBezTo>
                    <a:pt x="54" y="110"/>
                    <a:pt x="43" y="101"/>
                    <a:pt x="35" y="95"/>
                  </a:cubicBezTo>
                  <a:cubicBezTo>
                    <a:pt x="34" y="94"/>
                    <a:pt x="34" y="94"/>
                    <a:pt x="34" y="94"/>
                  </a:cubicBezTo>
                  <a:cubicBezTo>
                    <a:pt x="23" y="87"/>
                    <a:pt x="7" y="66"/>
                    <a:pt x="7" y="66"/>
                  </a:cubicBezTo>
                  <a:cubicBezTo>
                    <a:pt x="7" y="65"/>
                    <a:pt x="6" y="65"/>
                    <a:pt x="5" y="66"/>
                  </a:cubicBezTo>
                  <a:cubicBezTo>
                    <a:pt x="4" y="66"/>
                    <a:pt x="4" y="67"/>
                    <a:pt x="5" y="68"/>
                  </a:cubicBezTo>
                  <a:cubicBezTo>
                    <a:pt x="5" y="69"/>
                    <a:pt x="21" y="89"/>
                    <a:pt x="32" y="97"/>
                  </a:cubicBezTo>
                  <a:cubicBezTo>
                    <a:pt x="38" y="104"/>
                    <a:pt x="43" y="118"/>
                    <a:pt x="47" y="135"/>
                  </a:cubicBezTo>
                  <a:cubicBezTo>
                    <a:pt x="47" y="135"/>
                    <a:pt x="46" y="135"/>
                    <a:pt x="46" y="135"/>
                  </a:cubicBezTo>
                  <a:cubicBezTo>
                    <a:pt x="39" y="132"/>
                    <a:pt x="39" y="132"/>
                    <a:pt x="39" y="132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15" y="116"/>
                    <a:pt x="5" y="108"/>
                    <a:pt x="4" y="95"/>
                  </a:cubicBezTo>
                  <a:cubicBezTo>
                    <a:pt x="3" y="94"/>
                    <a:pt x="3" y="93"/>
                    <a:pt x="2" y="93"/>
                  </a:cubicBezTo>
                  <a:cubicBezTo>
                    <a:pt x="1" y="93"/>
                    <a:pt x="0" y="94"/>
                    <a:pt x="1" y="95"/>
                  </a:cubicBezTo>
                  <a:cubicBezTo>
                    <a:pt x="2" y="109"/>
                    <a:pt x="13" y="118"/>
                    <a:pt x="23" y="126"/>
                  </a:cubicBezTo>
                  <a:cubicBezTo>
                    <a:pt x="32" y="132"/>
                    <a:pt x="32" y="132"/>
                    <a:pt x="32" y="132"/>
                  </a:cubicBezTo>
                  <a:cubicBezTo>
                    <a:pt x="42" y="142"/>
                    <a:pt x="50" y="156"/>
                    <a:pt x="54" y="168"/>
                  </a:cubicBezTo>
                  <a:cubicBezTo>
                    <a:pt x="54" y="171"/>
                    <a:pt x="55" y="174"/>
                    <a:pt x="55" y="177"/>
                  </a:cubicBezTo>
                  <a:cubicBezTo>
                    <a:pt x="55" y="176"/>
                    <a:pt x="54" y="176"/>
                    <a:pt x="53" y="176"/>
                  </a:cubicBezTo>
                  <a:cubicBezTo>
                    <a:pt x="47" y="173"/>
                    <a:pt x="39" y="171"/>
                    <a:pt x="34" y="171"/>
                  </a:cubicBezTo>
                  <a:cubicBezTo>
                    <a:pt x="34" y="171"/>
                    <a:pt x="34" y="171"/>
                    <a:pt x="33" y="171"/>
                  </a:cubicBezTo>
                  <a:cubicBezTo>
                    <a:pt x="23" y="162"/>
                    <a:pt x="23" y="162"/>
                    <a:pt x="23" y="162"/>
                  </a:cubicBezTo>
                  <a:cubicBezTo>
                    <a:pt x="14" y="154"/>
                    <a:pt x="7" y="149"/>
                    <a:pt x="6" y="136"/>
                  </a:cubicBezTo>
                  <a:cubicBezTo>
                    <a:pt x="6" y="135"/>
                    <a:pt x="5" y="135"/>
                    <a:pt x="5" y="135"/>
                  </a:cubicBezTo>
                  <a:cubicBezTo>
                    <a:pt x="4" y="135"/>
                    <a:pt x="3" y="135"/>
                    <a:pt x="3" y="136"/>
                  </a:cubicBezTo>
                  <a:cubicBezTo>
                    <a:pt x="4" y="150"/>
                    <a:pt x="12" y="156"/>
                    <a:pt x="21" y="164"/>
                  </a:cubicBezTo>
                  <a:cubicBezTo>
                    <a:pt x="21" y="164"/>
                    <a:pt x="32" y="173"/>
                    <a:pt x="32" y="173"/>
                  </a:cubicBezTo>
                  <a:cubicBezTo>
                    <a:pt x="32" y="174"/>
                    <a:pt x="32" y="174"/>
                    <a:pt x="33" y="174"/>
                  </a:cubicBezTo>
                  <a:cubicBezTo>
                    <a:pt x="33" y="174"/>
                    <a:pt x="33" y="174"/>
                    <a:pt x="33" y="174"/>
                  </a:cubicBezTo>
                  <a:cubicBezTo>
                    <a:pt x="35" y="180"/>
                    <a:pt x="39" y="194"/>
                    <a:pt x="44" y="212"/>
                  </a:cubicBezTo>
                  <a:cubicBezTo>
                    <a:pt x="32" y="198"/>
                    <a:pt x="6" y="178"/>
                    <a:pt x="6" y="178"/>
                  </a:cubicBezTo>
                  <a:cubicBezTo>
                    <a:pt x="5" y="177"/>
                    <a:pt x="4" y="177"/>
                    <a:pt x="3" y="178"/>
                  </a:cubicBezTo>
                  <a:cubicBezTo>
                    <a:pt x="3" y="179"/>
                    <a:pt x="3" y="179"/>
                    <a:pt x="4" y="180"/>
                  </a:cubicBezTo>
                  <a:cubicBezTo>
                    <a:pt x="9" y="184"/>
                    <a:pt x="18" y="191"/>
                    <a:pt x="27" y="199"/>
                  </a:cubicBezTo>
                  <a:cubicBezTo>
                    <a:pt x="27" y="199"/>
                    <a:pt x="27" y="199"/>
                    <a:pt x="27" y="199"/>
                  </a:cubicBezTo>
                  <a:cubicBezTo>
                    <a:pt x="36" y="210"/>
                    <a:pt x="46" y="230"/>
                    <a:pt x="51" y="247"/>
                  </a:cubicBezTo>
                  <a:cubicBezTo>
                    <a:pt x="36" y="233"/>
                    <a:pt x="18" y="218"/>
                    <a:pt x="8" y="212"/>
                  </a:cubicBezTo>
                  <a:cubicBezTo>
                    <a:pt x="7" y="212"/>
                    <a:pt x="7" y="212"/>
                    <a:pt x="6" y="213"/>
                  </a:cubicBezTo>
                  <a:cubicBezTo>
                    <a:pt x="6" y="213"/>
                    <a:pt x="6" y="214"/>
                    <a:pt x="7" y="215"/>
                  </a:cubicBezTo>
                  <a:cubicBezTo>
                    <a:pt x="12" y="218"/>
                    <a:pt x="19" y="223"/>
                    <a:pt x="26" y="229"/>
                  </a:cubicBezTo>
                  <a:cubicBezTo>
                    <a:pt x="26" y="229"/>
                    <a:pt x="26" y="230"/>
                    <a:pt x="26" y="230"/>
                  </a:cubicBezTo>
                  <a:cubicBezTo>
                    <a:pt x="28" y="237"/>
                    <a:pt x="33" y="244"/>
                    <a:pt x="39" y="253"/>
                  </a:cubicBezTo>
                  <a:cubicBezTo>
                    <a:pt x="46" y="263"/>
                    <a:pt x="53" y="274"/>
                    <a:pt x="55" y="284"/>
                  </a:cubicBezTo>
                  <a:cubicBezTo>
                    <a:pt x="40" y="272"/>
                    <a:pt x="16" y="252"/>
                    <a:pt x="6" y="233"/>
                  </a:cubicBezTo>
                  <a:cubicBezTo>
                    <a:pt x="6" y="232"/>
                    <a:pt x="5" y="232"/>
                    <a:pt x="4" y="232"/>
                  </a:cubicBezTo>
                  <a:cubicBezTo>
                    <a:pt x="3" y="232"/>
                    <a:pt x="3" y="233"/>
                    <a:pt x="3" y="234"/>
                  </a:cubicBezTo>
                  <a:close/>
                  <a:moveTo>
                    <a:pt x="84" y="90"/>
                  </a:moveTo>
                  <a:cubicBezTo>
                    <a:pt x="83" y="95"/>
                    <a:pt x="83" y="100"/>
                    <a:pt x="83" y="105"/>
                  </a:cubicBezTo>
                  <a:cubicBezTo>
                    <a:pt x="83" y="105"/>
                    <a:pt x="83" y="106"/>
                    <a:pt x="83" y="107"/>
                  </a:cubicBezTo>
                  <a:cubicBezTo>
                    <a:pt x="78" y="101"/>
                    <a:pt x="73" y="95"/>
                    <a:pt x="68" y="88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5" y="81"/>
                    <a:pt x="69" y="83"/>
                    <a:pt x="72" y="84"/>
                  </a:cubicBezTo>
                  <a:cubicBezTo>
                    <a:pt x="77" y="86"/>
                    <a:pt x="81" y="88"/>
                    <a:pt x="84" y="90"/>
                  </a:cubicBezTo>
                  <a:close/>
                  <a:moveTo>
                    <a:pt x="63" y="1449"/>
                  </a:moveTo>
                  <a:cubicBezTo>
                    <a:pt x="70" y="1416"/>
                    <a:pt x="78" y="1378"/>
                    <a:pt x="83" y="1342"/>
                  </a:cubicBezTo>
                  <a:cubicBezTo>
                    <a:pt x="94" y="1265"/>
                    <a:pt x="100" y="1144"/>
                    <a:pt x="101" y="1077"/>
                  </a:cubicBezTo>
                  <a:cubicBezTo>
                    <a:pt x="102" y="1038"/>
                    <a:pt x="109" y="992"/>
                    <a:pt x="116" y="946"/>
                  </a:cubicBezTo>
                  <a:cubicBezTo>
                    <a:pt x="122" y="907"/>
                    <a:pt x="132" y="836"/>
                    <a:pt x="131" y="822"/>
                  </a:cubicBezTo>
                  <a:cubicBezTo>
                    <a:pt x="132" y="799"/>
                    <a:pt x="135" y="774"/>
                    <a:pt x="139" y="745"/>
                  </a:cubicBezTo>
                  <a:cubicBezTo>
                    <a:pt x="144" y="703"/>
                    <a:pt x="151" y="654"/>
                    <a:pt x="153" y="596"/>
                  </a:cubicBezTo>
                  <a:cubicBezTo>
                    <a:pt x="154" y="572"/>
                    <a:pt x="152" y="551"/>
                    <a:pt x="152" y="533"/>
                  </a:cubicBezTo>
                  <a:cubicBezTo>
                    <a:pt x="153" y="542"/>
                    <a:pt x="155" y="551"/>
                    <a:pt x="157" y="561"/>
                  </a:cubicBezTo>
                  <a:cubicBezTo>
                    <a:pt x="167" y="608"/>
                    <a:pt x="180" y="672"/>
                    <a:pt x="181" y="730"/>
                  </a:cubicBezTo>
                  <a:cubicBezTo>
                    <a:pt x="181" y="770"/>
                    <a:pt x="181" y="794"/>
                    <a:pt x="179" y="813"/>
                  </a:cubicBezTo>
                  <a:cubicBezTo>
                    <a:pt x="178" y="824"/>
                    <a:pt x="176" y="833"/>
                    <a:pt x="176" y="844"/>
                  </a:cubicBezTo>
                  <a:cubicBezTo>
                    <a:pt x="176" y="845"/>
                    <a:pt x="176" y="845"/>
                    <a:pt x="176" y="845"/>
                  </a:cubicBezTo>
                  <a:cubicBezTo>
                    <a:pt x="176" y="847"/>
                    <a:pt x="176" y="848"/>
                    <a:pt x="176" y="850"/>
                  </a:cubicBezTo>
                  <a:cubicBezTo>
                    <a:pt x="176" y="871"/>
                    <a:pt x="174" y="884"/>
                    <a:pt x="172" y="897"/>
                  </a:cubicBezTo>
                  <a:cubicBezTo>
                    <a:pt x="171" y="906"/>
                    <a:pt x="170" y="913"/>
                    <a:pt x="169" y="923"/>
                  </a:cubicBezTo>
                  <a:cubicBezTo>
                    <a:pt x="162" y="962"/>
                    <a:pt x="161" y="996"/>
                    <a:pt x="159" y="1026"/>
                  </a:cubicBezTo>
                  <a:cubicBezTo>
                    <a:pt x="158" y="1059"/>
                    <a:pt x="158" y="1059"/>
                    <a:pt x="158" y="1059"/>
                  </a:cubicBezTo>
                  <a:cubicBezTo>
                    <a:pt x="158" y="1060"/>
                    <a:pt x="158" y="1061"/>
                    <a:pt x="158" y="1062"/>
                  </a:cubicBezTo>
                  <a:cubicBezTo>
                    <a:pt x="154" y="1110"/>
                    <a:pt x="144" y="1157"/>
                    <a:pt x="134" y="1202"/>
                  </a:cubicBezTo>
                  <a:cubicBezTo>
                    <a:pt x="126" y="1237"/>
                    <a:pt x="119" y="1273"/>
                    <a:pt x="114" y="1310"/>
                  </a:cubicBezTo>
                  <a:cubicBezTo>
                    <a:pt x="112" y="1324"/>
                    <a:pt x="112" y="1324"/>
                    <a:pt x="112" y="1324"/>
                  </a:cubicBezTo>
                  <a:cubicBezTo>
                    <a:pt x="108" y="1351"/>
                    <a:pt x="105" y="1376"/>
                    <a:pt x="97" y="1403"/>
                  </a:cubicBezTo>
                  <a:cubicBezTo>
                    <a:pt x="91" y="1425"/>
                    <a:pt x="84" y="1449"/>
                    <a:pt x="81" y="1472"/>
                  </a:cubicBezTo>
                  <a:cubicBezTo>
                    <a:pt x="78" y="1493"/>
                    <a:pt x="80" y="1514"/>
                    <a:pt x="83" y="1533"/>
                  </a:cubicBezTo>
                  <a:cubicBezTo>
                    <a:pt x="84" y="1546"/>
                    <a:pt x="85" y="1560"/>
                    <a:pt x="85" y="1573"/>
                  </a:cubicBezTo>
                  <a:cubicBezTo>
                    <a:pt x="85" y="1576"/>
                    <a:pt x="84" y="1584"/>
                    <a:pt x="83" y="1593"/>
                  </a:cubicBezTo>
                  <a:cubicBezTo>
                    <a:pt x="79" y="1619"/>
                    <a:pt x="76" y="1643"/>
                    <a:pt x="78" y="1656"/>
                  </a:cubicBezTo>
                  <a:cubicBezTo>
                    <a:pt x="61" y="1632"/>
                    <a:pt x="54" y="1596"/>
                    <a:pt x="50" y="1570"/>
                  </a:cubicBezTo>
                  <a:cubicBezTo>
                    <a:pt x="51" y="1570"/>
                    <a:pt x="51" y="1569"/>
                    <a:pt x="50" y="1569"/>
                  </a:cubicBezTo>
                  <a:cubicBezTo>
                    <a:pt x="49" y="1560"/>
                    <a:pt x="49" y="1553"/>
                    <a:pt x="48" y="1548"/>
                  </a:cubicBezTo>
                  <a:cubicBezTo>
                    <a:pt x="48" y="1545"/>
                    <a:pt x="48" y="1545"/>
                    <a:pt x="48" y="1545"/>
                  </a:cubicBezTo>
                  <a:cubicBezTo>
                    <a:pt x="48" y="1542"/>
                    <a:pt x="48" y="1537"/>
                    <a:pt x="49" y="1531"/>
                  </a:cubicBezTo>
                  <a:cubicBezTo>
                    <a:pt x="50" y="1530"/>
                    <a:pt x="52" y="1513"/>
                    <a:pt x="53" y="1503"/>
                  </a:cubicBezTo>
                  <a:cubicBezTo>
                    <a:pt x="55" y="1488"/>
                    <a:pt x="58" y="1469"/>
                    <a:pt x="63" y="1449"/>
                  </a:cubicBezTo>
                  <a:close/>
                  <a:moveTo>
                    <a:pt x="139" y="479"/>
                  </a:moveTo>
                  <a:cubicBezTo>
                    <a:pt x="140" y="477"/>
                    <a:pt x="141" y="474"/>
                    <a:pt x="141" y="471"/>
                  </a:cubicBezTo>
                  <a:cubicBezTo>
                    <a:pt x="144" y="501"/>
                    <a:pt x="147" y="536"/>
                    <a:pt x="145" y="596"/>
                  </a:cubicBezTo>
                  <a:cubicBezTo>
                    <a:pt x="143" y="653"/>
                    <a:pt x="136" y="702"/>
                    <a:pt x="131" y="744"/>
                  </a:cubicBezTo>
                  <a:cubicBezTo>
                    <a:pt x="127" y="780"/>
                    <a:pt x="123" y="811"/>
                    <a:pt x="122" y="839"/>
                  </a:cubicBezTo>
                  <a:cubicBezTo>
                    <a:pt x="122" y="840"/>
                    <a:pt x="116" y="906"/>
                    <a:pt x="110" y="945"/>
                  </a:cubicBezTo>
                  <a:cubicBezTo>
                    <a:pt x="103" y="991"/>
                    <a:pt x="96" y="1038"/>
                    <a:pt x="95" y="1077"/>
                  </a:cubicBezTo>
                  <a:cubicBezTo>
                    <a:pt x="94" y="1143"/>
                    <a:pt x="90" y="1266"/>
                    <a:pt x="79" y="1342"/>
                  </a:cubicBezTo>
                  <a:cubicBezTo>
                    <a:pt x="75" y="1374"/>
                    <a:pt x="68" y="1406"/>
                    <a:pt x="62" y="1436"/>
                  </a:cubicBezTo>
                  <a:cubicBezTo>
                    <a:pt x="63" y="1421"/>
                    <a:pt x="64" y="1407"/>
                    <a:pt x="64" y="1396"/>
                  </a:cubicBezTo>
                  <a:cubicBezTo>
                    <a:pt x="63" y="1380"/>
                    <a:pt x="60" y="1355"/>
                    <a:pt x="56" y="1328"/>
                  </a:cubicBezTo>
                  <a:cubicBezTo>
                    <a:pt x="52" y="1296"/>
                    <a:pt x="47" y="1262"/>
                    <a:pt x="47" y="1239"/>
                  </a:cubicBezTo>
                  <a:cubicBezTo>
                    <a:pt x="46" y="1222"/>
                    <a:pt x="46" y="1222"/>
                    <a:pt x="46" y="1222"/>
                  </a:cubicBezTo>
                  <a:cubicBezTo>
                    <a:pt x="46" y="1209"/>
                    <a:pt x="46" y="1209"/>
                    <a:pt x="46" y="1209"/>
                  </a:cubicBezTo>
                  <a:cubicBezTo>
                    <a:pt x="44" y="1184"/>
                    <a:pt x="44" y="1182"/>
                    <a:pt x="53" y="1142"/>
                  </a:cubicBezTo>
                  <a:cubicBezTo>
                    <a:pt x="56" y="1127"/>
                    <a:pt x="56" y="1127"/>
                    <a:pt x="56" y="1127"/>
                  </a:cubicBezTo>
                  <a:cubicBezTo>
                    <a:pt x="56" y="1131"/>
                    <a:pt x="55" y="1134"/>
                    <a:pt x="55" y="1138"/>
                  </a:cubicBezTo>
                  <a:cubicBezTo>
                    <a:pt x="54" y="1152"/>
                    <a:pt x="52" y="1167"/>
                    <a:pt x="54" y="1176"/>
                  </a:cubicBezTo>
                  <a:cubicBezTo>
                    <a:pt x="58" y="1188"/>
                    <a:pt x="58" y="1188"/>
                    <a:pt x="58" y="1188"/>
                  </a:cubicBezTo>
                  <a:cubicBezTo>
                    <a:pt x="60" y="1196"/>
                    <a:pt x="63" y="1205"/>
                    <a:pt x="63" y="1208"/>
                  </a:cubicBezTo>
                  <a:cubicBezTo>
                    <a:pt x="64" y="1215"/>
                    <a:pt x="64" y="1222"/>
                    <a:pt x="65" y="1228"/>
                  </a:cubicBezTo>
                  <a:cubicBezTo>
                    <a:pt x="65" y="1234"/>
                    <a:pt x="66" y="1239"/>
                    <a:pt x="65" y="1245"/>
                  </a:cubicBezTo>
                  <a:cubicBezTo>
                    <a:pt x="64" y="1249"/>
                    <a:pt x="66" y="1253"/>
                    <a:pt x="66" y="1256"/>
                  </a:cubicBezTo>
                  <a:cubicBezTo>
                    <a:pt x="66" y="1263"/>
                    <a:pt x="69" y="1263"/>
                    <a:pt x="69" y="1256"/>
                  </a:cubicBezTo>
                  <a:cubicBezTo>
                    <a:pt x="69" y="1252"/>
                    <a:pt x="67" y="1250"/>
                    <a:pt x="68" y="1246"/>
                  </a:cubicBezTo>
                  <a:cubicBezTo>
                    <a:pt x="69" y="1239"/>
                    <a:pt x="68" y="1234"/>
                    <a:pt x="68" y="1228"/>
                  </a:cubicBezTo>
                  <a:cubicBezTo>
                    <a:pt x="67" y="1221"/>
                    <a:pt x="67" y="1215"/>
                    <a:pt x="66" y="1208"/>
                  </a:cubicBezTo>
                  <a:cubicBezTo>
                    <a:pt x="66" y="1205"/>
                    <a:pt x="64" y="1196"/>
                    <a:pt x="61" y="1187"/>
                  </a:cubicBezTo>
                  <a:cubicBezTo>
                    <a:pt x="57" y="1175"/>
                    <a:pt x="57" y="1175"/>
                    <a:pt x="57" y="1175"/>
                  </a:cubicBezTo>
                  <a:cubicBezTo>
                    <a:pt x="55" y="1167"/>
                    <a:pt x="57" y="1152"/>
                    <a:pt x="58" y="1138"/>
                  </a:cubicBezTo>
                  <a:cubicBezTo>
                    <a:pt x="59" y="1130"/>
                    <a:pt x="60" y="1122"/>
                    <a:pt x="60" y="1116"/>
                  </a:cubicBezTo>
                  <a:cubicBezTo>
                    <a:pt x="60" y="1116"/>
                    <a:pt x="59" y="1115"/>
                    <a:pt x="59" y="1115"/>
                  </a:cubicBezTo>
                  <a:cubicBezTo>
                    <a:pt x="59" y="1115"/>
                    <a:pt x="59" y="1114"/>
                    <a:pt x="59" y="1114"/>
                  </a:cubicBezTo>
                  <a:cubicBezTo>
                    <a:pt x="68" y="1077"/>
                    <a:pt x="78" y="1038"/>
                    <a:pt x="63" y="980"/>
                  </a:cubicBezTo>
                  <a:cubicBezTo>
                    <a:pt x="51" y="928"/>
                    <a:pt x="61" y="878"/>
                    <a:pt x="72" y="841"/>
                  </a:cubicBezTo>
                  <a:cubicBezTo>
                    <a:pt x="72" y="840"/>
                    <a:pt x="72" y="840"/>
                    <a:pt x="73" y="840"/>
                  </a:cubicBezTo>
                  <a:cubicBezTo>
                    <a:pt x="72" y="844"/>
                    <a:pt x="71" y="849"/>
                    <a:pt x="70" y="853"/>
                  </a:cubicBezTo>
                  <a:cubicBezTo>
                    <a:pt x="68" y="864"/>
                    <a:pt x="68" y="864"/>
                    <a:pt x="68" y="864"/>
                  </a:cubicBezTo>
                  <a:cubicBezTo>
                    <a:pt x="67" y="879"/>
                    <a:pt x="69" y="894"/>
                    <a:pt x="74" y="908"/>
                  </a:cubicBezTo>
                  <a:cubicBezTo>
                    <a:pt x="77" y="914"/>
                    <a:pt x="77" y="914"/>
                    <a:pt x="77" y="914"/>
                  </a:cubicBezTo>
                  <a:cubicBezTo>
                    <a:pt x="78" y="918"/>
                    <a:pt x="80" y="922"/>
                    <a:pt x="81" y="927"/>
                  </a:cubicBezTo>
                  <a:cubicBezTo>
                    <a:pt x="81" y="930"/>
                    <a:pt x="81" y="933"/>
                    <a:pt x="80" y="936"/>
                  </a:cubicBezTo>
                  <a:cubicBezTo>
                    <a:pt x="80" y="940"/>
                    <a:pt x="80" y="945"/>
                    <a:pt x="82" y="950"/>
                  </a:cubicBezTo>
                  <a:cubicBezTo>
                    <a:pt x="82" y="951"/>
                    <a:pt x="83" y="951"/>
                    <a:pt x="84" y="951"/>
                  </a:cubicBezTo>
                  <a:cubicBezTo>
                    <a:pt x="85" y="950"/>
                    <a:pt x="85" y="950"/>
                    <a:pt x="85" y="949"/>
                  </a:cubicBezTo>
                  <a:cubicBezTo>
                    <a:pt x="83" y="944"/>
                    <a:pt x="83" y="940"/>
                    <a:pt x="83" y="936"/>
                  </a:cubicBezTo>
                  <a:cubicBezTo>
                    <a:pt x="84" y="933"/>
                    <a:pt x="84" y="930"/>
                    <a:pt x="84" y="927"/>
                  </a:cubicBezTo>
                  <a:cubicBezTo>
                    <a:pt x="83" y="922"/>
                    <a:pt x="81" y="917"/>
                    <a:pt x="79" y="913"/>
                  </a:cubicBezTo>
                  <a:cubicBezTo>
                    <a:pt x="79" y="913"/>
                    <a:pt x="77" y="907"/>
                    <a:pt x="77" y="907"/>
                  </a:cubicBezTo>
                  <a:cubicBezTo>
                    <a:pt x="72" y="893"/>
                    <a:pt x="70" y="878"/>
                    <a:pt x="71" y="864"/>
                  </a:cubicBezTo>
                  <a:cubicBezTo>
                    <a:pt x="73" y="854"/>
                    <a:pt x="73" y="854"/>
                    <a:pt x="73" y="854"/>
                  </a:cubicBezTo>
                  <a:cubicBezTo>
                    <a:pt x="75" y="849"/>
                    <a:pt x="76" y="843"/>
                    <a:pt x="75" y="837"/>
                  </a:cubicBezTo>
                  <a:cubicBezTo>
                    <a:pt x="75" y="836"/>
                    <a:pt x="76" y="830"/>
                    <a:pt x="76" y="830"/>
                  </a:cubicBezTo>
                  <a:cubicBezTo>
                    <a:pt x="80" y="818"/>
                    <a:pt x="80" y="818"/>
                    <a:pt x="80" y="818"/>
                  </a:cubicBezTo>
                  <a:cubicBezTo>
                    <a:pt x="85" y="799"/>
                    <a:pt x="85" y="799"/>
                    <a:pt x="85" y="799"/>
                  </a:cubicBezTo>
                  <a:cubicBezTo>
                    <a:pt x="90" y="783"/>
                    <a:pt x="90" y="759"/>
                    <a:pt x="91" y="734"/>
                  </a:cubicBezTo>
                  <a:cubicBezTo>
                    <a:pt x="92" y="697"/>
                    <a:pt x="95" y="660"/>
                    <a:pt x="109" y="640"/>
                  </a:cubicBezTo>
                  <a:cubicBezTo>
                    <a:pt x="127" y="615"/>
                    <a:pt x="131" y="562"/>
                    <a:pt x="135" y="528"/>
                  </a:cubicBezTo>
                  <a:cubicBezTo>
                    <a:pt x="137" y="515"/>
                    <a:pt x="137" y="515"/>
                    <a:pt x="137" y="515"/>
                  </a:cubicBezTo>
                  <a:cubicBezTo>
                    <a:pt x="137" y="515"/>
                    <a:pt x="137" y="515"/>
                    <a:pt x="137" y="514"/>
                  </a:cubicBezTo>
                  <a:cubicBezTo>
                    <a:pt x="137" y="514"/>
                    <a:pt x="137" y="490"/>
                    <a:pt x="139" y="479"/>
                  </a:cubicBezTo>
                  <a:close/>
                  <a:moveTo>
                    <a:pt x="52" y="251"/>
                  </a:moveTo>
                  <a:cubicBezTo>
                    <a:pt x="53" y="259"/>
                    <a:pt x="54" y="267"/>
                    <a:pt x="55" y="275"/>
                  </a:cubicBezTo>
                  <a:cubicBezTo>
                    <a:pt x="52" y="267"/>
                    <a:pt x="46" y="259"/>
                    <a:pt x="41" y="251"/>
                  </a:cubicBezTo>
                  <a:cubicBezTo>
                    <a:pt x="37" y="244"/>
                    <a:pt x="33" y="238"/>
                    <a:pt x="30" y="232"/>
                  </a:cubicBezTo>
                  <a:cubicBezTo>
                    <a:pt x="38" y="238"/>
                    <a:pt x="45" y="245"/>
                    <a:pt x="52" y="251"/>
                  </a:cubicBezTo>
                  <a:close/>
                  <a:moveTo>
                    <a:pt x="50" y="224"/>
                  </a:moveTo>
                  <a:cubicBezTo>
                    <a:pt x="59" y="235"/>
                    <a:pt x="63" y="248"/>
                    <a:pt x="67" y="262"/>
                  </a:cubicBezTo>
                  <a:cubicBezTo>
                    <a:pt x="64" y="259"/>
                    <a:pt x="60" y="255"/>
                    <a:pt x="56" y="251"/>
                  </a:cubicBezTo>
                  <a:cubicBezTo>
                    <a:pt x="56" y="251"/>
                    <a:pt x="56" y="250"/>
                    <a:pt x="55" y="250"/>
                  </a:cubicBezTo>
                  <a:cubicBezTo>
                    <a:pt x="55" y="249"/>
                    <a:pt x="54" y="247"/>
                    <a:pt x="54" y="246"/>
                  </a:cubicBezTo>
                  <a:cubicBezTo>
                    <a:pt x="53" y="238"/>
                    <a:pt x="51" y="231"/>
                    <a:pt x="50" y="224"/>
                  </a:cubicBezTo>
                  <a:close/>
                  <a:moveTo>
                    <a:pt x="74" y="301"/>
                  </a:moveTo>
                  <a:cubicBezTo>
                    <a:pt x="69" y="297"/>
                    <a:pt x="59" y="287"/>
                    <a:pt x="59" y="286"/>
                  </a:cubicBezTo>
                  <a:cubicBezTo>
                    <a:pt x="58" y="277"/>
                    <a:pt x="57" y="267"/>
                    <a:pt x="56" y="258"/>
                  </a:cubicBezTo>
                  <a:cubicBezTo>
                    <a:pt x="56" y="257"/>
                    <a:pt x="67" y="269"/>
                    <a:pt x="67" y="270"/>
                  </a:cubicBezTo>
                  <a:cubicBezTo>
                    <a:pt x="68" y="271"/>
                    <a:pt x="68" y="272"/>
                    <a:pt x="69" y="272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70" y="282"/>
                    <a:pt x="74" y="301"/>
                    <a:pt x="74" y="301"/>
                  </a:cubicBezTo>
                  <a:close/>
                  <a:moveTo>
                    <a:pt x="75" y="279"/>
                  </a:moveTo>
                  <a:cubicBezTo>
                    <a:pt x="88" y="298"/>
                    <a:pt x="99" y="318"/>
                    <a:pt x="110" y="341"/>
                  </a:cubicBezTo>
                  <a:cubicBezTo>
                    <a:pt x="110" y="341"/>
                    <a:pt x="101" y="329"/>
                    <a:pt x="93" y="319"/>
                  </a:cubicBezTo>
                  <a:cubicBezTo>
                    <a:pt x="84" y="310"/>
                    <a:pt x="80" y="304"/>
                    <a:pt x="79" y="304"/>
                  </a:cubicBezTo>
                  <a:cubicBezTo>
                    <a:pt x="78" y="296"/>
                    <a:pt x="77" y="288"/>
                    <a:pt x="75" y="279"/>
                  </a:cubicBezTo>
                  <a:close/>
                  <a:moveTo>
                    <a:pt x="46" y="220"/>
                  </a:moveTo>
                  <a:cubicBezTo>
                    <a:pt x="46" y="223"/>
                    <a:pt x="47" y="227"/>
                    <a:pt x="48" y="230"/>
                  </a:cubicBezTo>
                  <a:cubicBezTo>
                    <a:pt x="45" y="223"/>
                    <a:pt x="41" y="216"/>
                    <a:pt x="38" y="209"/>
                  </a:cubicBezTo>
                  <a:cubicBezTo>
                    <a:pt x="41" y="213"/>
                    <a:pt x="45" y="217"/>
                    <a:pt x="46" y="220"/>
                  </a:cubicBezTo>
                  <a:close/>
                  <a:moveTo>
                    <a:pt x="37" y="177"/>
                  </a:moveTo>
                  <a:cubicBezTo>
                    <a:pt x="48" y="186"/>
                    <a:pt x="54" y="199"/>
                    <a:pt x="59" y="208"/>
                  </a:cubicBezTo>
                  <a:cubicBezTo>
                    <a:pt x="60" y="211"/>
                    <a:pt x="60" y="211"/>
                    <a:pt x="60" y="211"/>
                  </a:cubicBezTo>
                  <a:cubicBezTo>
                    <a:pt x="60" y="211"/>
                    <a:pt x="60" y="211"/>
                    <a:pt x="60" y="211"/>
                  </a:cubicBezTo>
                  <a:cubicBezTo>
                    <a:pt x="60" y="217"/>
                    <a:pt x="61" y="223"/>
                    <a:pt x="61" y="226"/>
                  </a:cubicBezTo>
                  <a:cubicBezTo>
                    <a:pt x="64" y="242"/>
                    <a:pt x="64" y="242"/>
                    <a:pt x="64" y="242"/>
                  </a:cubicBezTo>
                  <a:cubicBezTo>
                    <a:pt x="60" y="233"/>
                    <a:pt x="56" y="225"/>
                    <a:pt x="48" y="218"/>
                  </a:cubicBezTo>
                  <a:cubicBezTo>
                    <a:pt x="44" y="199"/>
                    <a:pt x="40" y="185"/>
                    <a:pt x="37" y="177"/>
                  </a:cubicBezTo>
                  <a:close/>
                  <a:moveTo>
                    <a:pt x="56" y="181"/>
                  </a:moveTo>
                  <a:cubicBezTo>
                    <a:pt x="57" y="188"/>
                    <a:pt x="58" y="195"/>
                    <a:pt x="59" y="202"/>
                  </a:cubicBezTo>
                  <a:cubicBezTo>
                    <a:pt x="54" y="192"/>
                    <a:pt x="48" y="182"/>
                    <a:pt x="38" y="174"/>
                  </a:cubicBezTo>
                  <a:cubicBezTo>
                    <a:pt x="42" y="175"/>
                    <a:pt x="47" y="176"/>
                    <a:pt x="52" y="179"/>
                  </a:cubicBezTo>
                  <a:cubicBezTo>
                    <a:pt x="53" y="179"/>
                    <a:pt x="55" y="180"/>
                    <a:pt x="56" y="181"/>
                  </a:cubicBezTo>
                  <a:close/>
                  <a:moveTo>
                    <a:pt x="48" y="139"/>
                  </a:moveTo>
                  <a:cubicBezTo>
                    <a:pt x="49" y="143"/>
                    <a:pt x="50" y="148"/>
                    <a:pt x="51" y="153"/>
                  </a:cubicBezTo>
                  <a:cubicBezTo>
                    <a:pt x="48" y="147"/>
                    <a:pt x="44" y="140"/>
                    <a:pt x="39" y="135"/>
                  </a:cubicBezTo>
                  <a:cubicBezTo>
                    <a:pt x="40" y="136"/>
                    <a:pt x="45" y="138"/>
                    <a:pt x="45" y="138"/>
                  </a:cubicBezTo>
                  <a:lnTo>
                    <a:pt x="48" y="139"/>
                  </a:lnTo>
                  <a:close/>
                  <a:moveTo>
                    <a:pt x="77" y="148"/>
                  </a:moveTo>
                  <a:cubicBezTo>
                    <a:pt x="76" y="147"/>
                    <a:pt x="76" y="147"/>
                    <a:pt x="76" y="147"/>
                  </a:cubicBezTo>
                  <a:cubicBezTo>
                    <a:pt x="76" y="147"/>
                    <a:pt x="59" y="140"/>
                    <a:pt x="51" y="136"/>
                  </a:cubicBezTo>
                  <a:cubicBezTo>
                    <a:pt x="47" y="123"/>
                    <a:pt x="43" y="110"/>
                    <a:pt x="38" y="102"/>
                  </a:cubicBezTo>
                  <a:cubicBezTo>
                    <a:pt x="46" y="107"/>
                    <a:pt x="56" y="115"/>
                    <a:pt x="66" y="123"/>
                  </a:cubicBezTo>
                  <a:cubicBezTo>
                    <a:pt x="69" y="128"/>
                    <a:pt x="73" y="137"/>
                    <a:pt x="77" y="148"/>
                  </a:cubicBezTo>
                  <a:close/>
                  <a:moveTo>
                    <a:pt x="100" y="151"/>
                  </a:moveTo>
                  <a:cubicBezTo>
                    <a:pt x="103" y="141"/>
                    <a:pt x="98" y="131"/>
                    <a:pt x="93" y="122"/>
                  </a:cubicBezTo>
                  <a:cubicBezTo>
                    <a:pt x="93" y="121"/>
                    <a:pt x="92" y="121"/>
                    <a:pt x="92" y="120"/>
                  </a:cubicBezTo>
                  <a:cubicBezTo>
                    <a:pt x="95" y="123"/>
                    <a:pt x="95" y="123"/>
                    <a:pt x="95" y="123"/>
                  </a:cubicBezTo>
                  <a:cubicBezTo>
                    <a:pt x="103" y="131"/>
                    <a:pt x="111" y="138"/>
                    <a:pt x="116" y="148"/>
                  </a:cubicBezTo>
                  <a:cubicBezTo>
                    <a:pt x="120" y="155"/>
                    <a:pt x="122" y="163"/>
                    <a:pt x="125" y="171"/>
                  </a:cubicBezTo>
                  <a:cubicBezTo>
                    <a:pt x="126" y="176"/>
                    <a:pt x="127" y="180"/>
                    <a:pt x="129" y="185"/>
                  </a:cubicBezTo>
                  <a:cubicBezTo>
                    <a:pt x="128" y="184"/>
                    <a:pt x="128" y="184"/>
                    <a:pt x="128" y="184"/>
                  </a:cubicBezTo>
                  <a:cubicBezTo>
                    <a:pt x="128" y="183"/>
                    <a:pt x="128" y="183"/>
                    <a:pt x="128" y="183"/>
                  </a:cubicBezTo>
                  <a:cubicBezTo>
                    <a:pt x="126" y="180"/>
                    <a:pt x="124" y="177"/>
                    <a:pt x="121" y="175"/>
                  </a:cubicBezTo>
                  <a:cubicBezTo>
                    <a:pt x="114" y="166"/>
                    <a:pt x="107" y="158"/>
                    <a:pt x="100" y="151"/>
                  </a:cubicBezTo>
                  <a:close/>
                  <a:moveTo>
                    <a:pt x="81" y="149"/>
                  </a:moveTo>
                  <a:cubicBezTo>
                    <a:pt x="78" y="141"/>
                    <a:pt x="75" y="135"/>
                    <a:pt x="73" y="129"/>
                  </a:cubicBezTo>
                  <a:cubicBezTo>
                    <a:pt x="85" y="140"/>
                    <a:pt x="97" y="152"/>
                    <a:pt x="109" y="165"/>
                  </a:cubicBezTo>
                  <a:cubicBezTo>
                    <a:pt x="101" y="159"/>
                    <a:pt x="92" y="155"/>
                    <a:pt x="85" y="151"/>
                  </a:cubicBezTo>
                  <a:lnTo>
                    <a:pt x="81" y="149"/>
                  </a:lnTo>
                  <a:close/>
                  <a:moveTo>
                    <a:pt x="98" y="221"/>
                  </a:moveTo>
                  <a:cubicBezTo>
                    <a:pt x="89" y="208"/>
                    <a:pt x="73" y="189"/>
                    <a:pt x="62" y="182"/>
                  </a:cubicBezTo>
                  <a:cubicBezTo>
                    <a:pt x="61" y="181"/>
                    <a:pt x="60" y="180"/>
                    <a:pt x="59" y="179"/>
                  </a:cubicBezTo>
                  <a:cubicBezTo>
                    <a:pt x="58" y="177"/>
                    <a:pt x="58" y="176"/>
                    <a:pt x="58" y="174"/>
                  </a:cubicBezTo>
                  <a:cubicBezTo>
                    <a:pt x="58" y="173"/>
                    <a:pt x="58" y="173"/>
                    <a:pt x="58" y="173"/>
                  </a:cubicBezTo>
                  <a:cubicBezTo>
                    <a:pt x="58" y="171"/>
                    <a:pt x="57" y="169"/>
                    <a:pt x="57" y="167"/>
                  </a:cubicBezTo>
                  <a:cubicBezTo>
                    <a:pt x="55" y="158"/>
                    <a:pt x="53" y="149"/>
                    <a:pt x="51" y="140"/>
                  </a:cubicBezTo>
                  <a:cubicBezTo>
                    <a:pt x="73" y="149"/>
                    <a:pt x="73" y="149"/>
                    <a:pt x="73" y="149"/>
                  </a:cubicBezTo>
                  <a:cubicBezTo>
                    <a:pt x="77" y="150"/>
                    <a:pt x="77" y="150"/>
                    <a:pt x="77" y="150"/>
                  </a:cubicBezTo>
                  <a:cubicBezTo>
                    <a:pt x="83" y="169"/>
                    <a:pt x="91" y="194"/>
                    <a:pt x="96" y="214"/>
                  </a:cubicBezTo>
                  <a:lnTo>
                    <a:pt x="98" y="221"/>
                  </a:lnTo>
                  <a:close/>
                  <a:moveTo>
                    <a:pt x="132" y="373"/>
                  </a:moveTo>
                  <a:cubicBezTo>
                    <a:pt x="118" y="335"/>
                    <a:pt x="95" y="295"/>
                    <a:pt x="74" y="265"/>
                  </a:cubicBezTo>
                  <a:cubicBezTo>
                    <a:pt x="73" y="264"/>
                    <a:pt x="63" y="207"/>
                    <a:pt x="59" y="183"/>
                  </a:cubicBezTo>
                  <a:cubicBezTo>
                    <a:pt x="59" y="184"/>
                    <a:pt x="60" y="184"/>
                    <a:pt x="60" y="184"/>
                  </a:cubicBezTo>
                  <a:cubicBezTo>
                    <a:pt x="73" y="193"/>
                    <a:pt x="98" y="232"/>
                    <a:pt x="99" y="234"/>
                  </a:cubicBezTo>
                  <a:cubicBezTo>
                    <a:pt x="119" y="278"/>
                    <a:pt x="128" y="330"/>
                    <a:pt x="132" y="373"/>
                  </a:cubicBezTo>
                  <a:close/>
                  <a:moveTo>
                    <a:pt x="79" y="311"/>
                  </a:moveTo>
                  <a:cubicBezTo>
                    <a:pt x="95" y="327"/>
                    <a:pt x="107" y="342"/>
                    <a:pt x="119" y="362"/>
                  </a:cubicBezTo>
                  <a:cubicBezTo>
                    <a:pt x="127" y="381"/>
                    <a:pt x="132" y="399"/>
                    <a:pt x="135" y="415"/>
                  </a:cubicBezTo>
                  <a:cubicBezTo>
                    <a:pt x="135" y="417"/>
                    <a:pt x="135" y="418"/>
                    <a:pt x="135" y="420"/>
                  </a:cubicBezTo>
                  <a:cubicBezTo>
                    <a:pt x="123" y="393"/>
                    <a:pt x="104" y="371"/>
                    <a:pt x="84" y="349"/>
                  </a:cubicBezTo>
                  <a:cubicBezTo>
                    <a:pt x="83" y="337"/>
                    <a:pt x="81" y="325"/>
                    <a:pt x="79" y="311"/>
                  </a:cubicBezTo>
                  <a:close/>
                  <a:moveTo>
                    <a:pt x="35" y="271"/>
                  </a:moveTo>
                  <a:cubicBezTo>
                    <a:pt x="43" y="278"/>
                    <a:pt x="47" y="282"/>
                    <a:pt x="53" y="287"/>
                  </a:cubicBezTo>
                  <a:cubicBezTo>
                    <a:pt x="55" y="288"/>
                    <a:pt x="55" y="288"/>
                    <a:pt x="55" y="288"/>
                  </a:cubicBezTo>
                  <a:cubicBezTo>
                    <a:pt x="55" y="288"/>
                    <a:pt x="55" y="288"/>
                    <a:pt x="55" y="288"/>
                  </a:cubicBezTo>
                  <a:cubicBezTo>
                    <a:pt x="55" y="289"/>
                    <a:pt x="56" y="290"/>
                    <a:pt x="57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63" y="295"/>
                    <a:pt x="68" y="300"/>
                    <a:pt x="73" y="305"/>
                  </a:cubicBezTo>
                  <a:cubicBezTo>
                    <a:pt x="75" y="319"/>
                    <a:pt x="76" y="330"/>
                    <a:pt x="78" y="341"/>
                  </a:cubicBezTo>
                  <a:cubicBezTo>
                    <a:pt x="71" y="334"/>
                    <a:pt x="67" y="328"/>
                    <a:pt x="61" y="321"/>
                  </a:cubicBezTo>
                  <a:cubicBezTo>
                    <a:pt x="61" y="320"/>
                    <a:pt x="61" y="320"/>
                    <a:pt x="61" y="320"/>
                  </a:cubicBezTo>
                  <a:cubicBezTo>
                    <a:pt x="56" y="315"/>
                    <a:pt x="56" y="312"/>
                    <a:pt x="54" y="307"/>
                  </a:cubicBezTo>
                  <a:cubicBezTo>
                    <a:pt x="52" y="299"/>
                    <a:pt x="52" y="299"/>
                    <a:pt x="52" y="299"/>
                  </a:cubicBezTo>
                  <a:cubicBezTo>
                    <a:pt x="49" y="293"/>
                    <a:pt x="45" y="289"/>
                    <a:pt x="42" y="284"/>
                  </a:cubicBezTo>
                  <a:cubicBezTo>
                    <a:pt x="39" y="279"/>
                    <a:pt x="38" y="277"/>
                    <a:pt x="35" y="27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6" name="Freeform 272">
              <a:extLst>
                <a:ext uri="{FF2B5EF4-FFF2-40B4-BE49-F238E27FC236}">
                  <a16:creationId xmlns:a16="http://schemas.microsoft.com/office/drawing/2014/main" id="{05A62C85-37DA-447F-AD92-17A0A955E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015"/>
              <a:ext cx="45" cy="18"/>
            </a:xfrm>
            <a:custGeom>
              <a:avLst/>
              <a:gdLst>
                <a:gd name="T0" fmla="*/ 5 w 34"/>
                <a:gd name="T1" fmla="*/ 0 h 14"/>
                <a:gd name="T2" fmla="*/ 34 w 34"/>
                <a:gd name="T3" fmla="*/ 10 h 14"/>
                <a:gd name="T4" fmla="*/ 74 w 34"/>
                <a:gd name="T5" fmla="*/ 17 h 14"/>
                <a:gd name="T6" fmla="*/ 79 w 34"/>
                <a:gd name="T7" fmla="*/ 19 h 14"/>
                <a:gd name="T8" fmla="*/ 77 w 34"/>
                <a:gd name="T9" fmla="*/ 23 h 14"/>
                <a:gd name="T10" fmla="*/ 30 w 34"/>
                <a:gd name="T11" fmla="*/ 17 h 14"/>
                <a:gd name="T12" fmla="*/ 5 w 34"/>
                <a:gd name="T13" fmla="*/ 6 h 14"/>
                <a:gd name="T14" fmla="*/ 0 w 34"/>
                <a:gd name="T15" fmla="*/ 5 h 14"/>
                <a:gd name="T16" fmla="*/ 5 w 34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4">
                  <a:moveTo>
                    <a:pt x="2" y="0"/>
                  </a:moveTo>
                  <a:cubicBezTo>
                    <a:pt x="7" y="1"/>
                    <a:pt x="11" y="3"/>
                    <a:pt x="15" y="5"/>
                  </a:cubicBezTo>
                  <a:cubicBezTo>
                    <a:pt x="20" y="8"/>
                    <a:pt x="25" y="11"/>
                    <a:pt x="32" y="8"/>
                  </a:cubicBezTo>
                  <a:cubicBezTo>
                    <a:pt x="33" y="8"/>
                    <a:pt x="33" y="9"/>
                    <a:pt x="34" y="9"/>
                  </a:cubicBezTo>
                  <a:cubicBezTo>
                    <a:pt x="34" y="10"/>
                    <a:pt x="33" y="11"/>
                    <a:pt x="33" y="11"/>
                  </a:cubicBezTo>
                  <a:cubicBezTo>
                    <a:pt x="24" y="14"/>
                    <a:pt x="19" y="11"/>
                    <a:pt x="13" y="8"/>
                  </a:cubicBezTo>
                  <a:cubicBezTo>
                    <a:pt x="10" y="6"/>
                    <a:pt x="6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7" name="Freeform 273">
              <a:extLst>
                <a:ext uri="{FF2B5EF4-FFF2-40B4-BE49-F238E27FC236}">
                  <a16:creationId xmlns:a16="http://schemas.microsoft.com/office/drawing/2014/main" id="{20BCA8F7-F6A0-4201-831C-FDCC60DD3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168"/>
              <a:ext cx="44" cy="32"/>
            </a:xfrm>
            <a:custGeom>
              <a:avLst/>
              <a:gdLst>
                <a:gd name="T0" fmla="*/ 0 w 33"/>
                <a:gd name="T1" fmla="*/ 37 h 24"/>
                <a:gd name="T2" fmla="*/ 63 w 33"/>
                <a:gd name="T3" fmla="*/ 57 h 24"/>
                <a:gd name="T4" fmla="*/ 0 w 33"/>
                <a:gd name="T5" fmla="*/ 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4">
                  <a:moveTo>
                    <a:pt x="0" y="16"/>
                  </a:moveTo>
                  <a:cubicBezTo>
                    <a:pt x="8" y="9"/>
                    <a:pt x="22" y="13"/>
                    <a:pt x="26" y="24"/>
                  </a:cubicBezTo>
                  <a:cubicBezTo>
                    <a:pt x="33" y="15"/>
                    <a:pt x="6" y="0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8" name="Freeform 274">
              <a:extLst>
                <a:ext uri="{FF2B5EF4-FFF2-40B4-BE49-F238E27FC236}">
                  <a16:creationId xmlns:a16="http://schemas.microsoft.com/office/drawing/2014/main" id="{B4BD925C-329D-44F7-8307-DEAF14F27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187"/>
              <a:ext cx="49" cy="20"/>
            </a:xfrm>
            <a:custGeom>
              <a:avLst/>
              <a:gdLst>
                <a:gd name="T0" fmla="*/ 5 w 37"/>
                <a:gd name="T1" fmla="*/ 23 h 15"/>
                <a:gd name="T2" fmla="*/ 1 w 37"/>
                <a:gd name="T3" fmla="*/ 28 h 15"/>
                <a:gd name="T4" fmla="*/ 1 w 37"/>
                <a:gd name="T5" fmla="*/ 33 h 15"/>
                <a:gd name="T6" fmla="*/ 5 w 37"/>
                <a:gd name="T7" fmla="*/ 33 h 15"/>
                <a:gd name="T8" fmla="*/ 9 w 37"/>
                <a:gd name="T9" fmla="*/ 27 h 15"/>
                <a:gd name="T10" fmla="*/ 42 w 37"/>
                <a:gd name="T11" fmla="*/ 5 h 15"/>
                <a:gd name="T12" fmla="*/ 77 w 37"/>
                <a:gd name="T13" fmla="*/ 28 h 15"/>
                <a:gd name="T14" fmla="*/ 81 w 37"/>
                <a:gd name="T15" fmla="*/ 33 h 15"/>
                <a:gd name="T16" fmla="*/ 85 w 37"/>
                <a:gd name="T17" fmla="*/ 33 h 15"/>
                <a:gd name="T18" fmla="*/ 85 w 37"/>
                <a:gd name="T19" fmla="*/ 31 h 15"/>
                <a:gd name="T20" fmla="*/ 81 w 37"/>
                <a:gd name="T21" fmla="*/ 27 h 15"/>
                <a:gd name="T22" fmla="*/ 42 w 37"/>
                <a:gd name="T23" fmla="*/ 0 h 15"/>
                <a:gd name="T24" fmla="*/ 5 w 37"/>
                <a:gd name="T25" fmla="*/ 23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15">
                  <a:moveTo>
                    <a:pt x="2" y="10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1" y="13"/>
                    <a:pt x="1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10" y="3"/>
                    <a:pt x="11" y="2"/>
                    <a:pt x="18" y="2"/>
                  </a:cubicBezTo>
                  <a:cubicBezTo>
                    <a:pt x="25" y="2"/>
                    <a:pt x="26" y="4"/>
                    <a:pt x="33" y="12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5"/>
                    <a:pt x="36" y="15"/>
                    <a:pt x="36" y="14"/>
                  </a:cubicBezTo>
                  <a:cubicBezTo>
                    <a:pt x="37" y="14"/>
                    <a:pt x="37" y="13"/>
                    <a:pt x="36" y="13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28" y="2"/>
                    <a:pt x="26" y="0"/>
                    <a:pt x="18" y="0"/>
                  </a:cubicBezTo>
                  <a:cubicBezTo>
                    <a:pt x="10" y="0"/>
                    <a:pt x="9" y="2"/>
                    <a:pt x="2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9" name="Freeform 275">
              <a:extLst>
                <a:ext uri="{FF2B5EF4-FFF2-40B4-BE49-F238E27FC236}">
                  <a16:creationId xmlns:a16="http://schemas.microsoft.com/office/drawing/2014/main" id="{25F656C8-5F24-43E5-944C-4F2B850F8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196"/>
              <a:ext cx="33" cy="13"/>
            </a:xfrm>
            <a:custGeom>
              <a:avLst/>
              <a:gdLst>
                <a:gd name="T0" fmla="*/ 53 w 25"/>
                <a:gd name="T1" fmla="*/ 1 h 10"/>
                <a:gd name="T2" fmla="*/ 28 w 25"/>
                <a:gd name="T3" fmla="*/ 16 h 10"/>
                <a:gd name="T4" fmla="*/ 5 w 25"/>
                <a:gd name="T5" fmla="*/ 1 h 10"/>
                <a:gd name="T6" fmla="*/ 1 w 25"/>
                <a:gd name="T7" fmla="*/ 0 h 10"/>
                <a:gd name="T8" fmla="*/ 0 w 25"/>
                <a:gd name="T9" fmla="*/ 1 h 10"/>
                <a:gd name="T10" fmla="*/ 28 w 25"/>
                <a:gd name="T11" fmla="*/ 21 h 10"/>
                <a:gd name="T12" fmla="*/ 58 w 25"/>
                <a:gd name="T13" fmla="*/ 1 h 10"/>
                <a:gd name="T14" fmla="*/ 55 w 25"/>
                <a:gd name="T15" fmla="*/ 0 h 10"/>
                <a:gd name="T16" fmla="*/ 53 w 25"/>
                <a:gd name="T17" fmla="*/ 1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0">
                  <a:moveTo>
                    <a:pt x="23" y="1"/>
                  </a:moveTo>
                  <a:cubicBezTo>
                    <a:pt x="21" y="6"/>
                    <a:pt x="16" y="8"/>
                    <a:pt x="12" y="7"/>
                  </a:cubicBezTo>
                  <a:cubicBezTo>
                    <a:pt x="8" y="7"/>
                    <a:pt x="4" y="5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6"/>
                    <a:pt x="6" y="9"/>
                    <a:pt x="12" y="9"/>
                  </a:cubicBezTo>
                  <a:cubicBezTo>
                    <a:pt x="17" y="10"/>
                    <a:pt x="23" y="7"/>
                    <a:pt x="25" y="1"/>
                  </a:cubicBezTo>
                  <a:cubicBezTo>
                    <a:pt x="25" y="1"/>
                    <a:pt x="25" y="0"/>
                    <a:pt x="24" y="0"/>
                  </a:cubicBezTo>
                  <a:cubicBezTo>
                    <a:pt x="23" y="0"/>
                    <a:pt x="23" y="0"/>
                    <a:pt x="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0" name="Freeform 276">
              <a:extLst>
                <a:ext uri="{FF2B5EF4-FFF2-40B4-BE49-F238E27FC236}">
                  <a16:creationId xmlns:a16="http://schemas.microsoft.com/office/drawing/2014/main" id="{27C3C820-CADF-4DBB-87FD-2071CF8E2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372"/>
              <a:ext cx="28" cy="23"/>
            </a:xfrm>
            <a:custGeom>
              <a:avLst/>
              <a:gdLst>
                <a:gd name="T0" fmla="*/ 15 w 21"/>
                <a:gd name="T1" fmla="*/ 42 h 17"/>
                <a:gd name="T2" fmla="*/ 0 w 21"/>
                <a:gd name="T3" fmla="*/ 3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6" y="17"/>
                  </a:moveTo>
                  <a:cubicBezTo>
                    <a:pt x="21" y="13"/>
                    <a:pt x="11" y="0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1" name="Freeform 277">
              <a:extLst>
                <a:ext uri="{FF2B5EF4-FFF2-40B4-BE49-F238E27FC236}">
                  <a16:creationId xmlns:a16="http://schemas.microsoft.com/office/drawing/2014/main" id="{7E399053-F865-4B54-ACBC-68D594D36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341"/>
              <a:ext cx="27" cy="24"/>
            </a:xfrm>
            <a:custGeom>
              <a:avLst/>
              <a:gdLst>
                <a:gd name="T0" fmla="*/ 22 w 20"/>
                <a:gd name="T1" fmla="*/ 43 h 18"/>
                <a:gd name="T2" fmla="*/ 41 w 20"/>
                <a:gd name="T3" fmla="*/ 9 h 18"/>
                <a:gd name="T4" fmla="*/ 0 w 20"/>
                <a:gd name="T5" fmla="*/ 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9" y="18"/>
                  </a:moveTo>
                  <a:cubicBezTo>
                    <a:pt x="12" y="16"/>
                    <a:pt x="20" y="8"/>
                    <a:pt x="16" y="4"/>
                  </a:cubicBezTo>
                  <a:cubicBezTo>
                    <a:pt x="13" y="0"/>
                    <a:pt x="1" y="6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2" name="Freeform 278">
              <a:extLst>
                <a:ext uri="{FF2B5EF4-FFF2-40B4-BE49-F238E27FC236}">
                  <a16:creationId xmlns:a16="http://schemas.microsoft.com/office/drawing/2014/main" id="{E6DDEFB3-972C-4AA9-A3C4-1D7C2DE4E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300"/>
              <a:ext cx="28" cy="33"/>
            </a:xfrm>
            <a:custGeom>
              <a:avLst/>
              <a:gdLst>
                <a:gd name="T0" fmla="*/ 31 w 21"/>
                <a:gd name="T1" fmla="*/ 58 h 25"/>
                <a:gd name="T2" fmla="*/ 43 w 21"/>
                <a:gd name="T3" fmla="*/ 28 h 25"/>
                <a:gd name="T4" fmla="*/ 15 w 21"/>
                <a:gd name="T5" fmla="*/ 37 h 25"/>
                <a:gd name="T6" fmla="*/ 33 w 21"/>
                <a:gd name="T7" fmla="*/ 0 h 25"/>
                <a:gd name="T8" fmla="*/ 0 w 21"/>
                <a:gd name="T9" fmla="*/ 1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3" y="25"/>
                  </a:moveTo>
                  <a:cubicBezTo>
                    <a:pt x="16" y="21"/>
                    <a:pt x="21" y="17"/>
                    <a:pt x="18" y="12"/>
                  </a:cubicBezTo>
                  <a:cubicBezTo>
                    <a:pt x="14" y="12"/>
                    <a:pt x="10" y="14"/>
                    <a:pt x="6" y="16"/>
                  </a:cubicBezTo>
                  <a:cubicBezTo>
                    <a:pt x="10" y="12"/>
                    <a:pt x="16" y="6"/>
                    <a:pt x="14" y="0"/>
                  </a:cubicBezTo>
                  <a:cubicBezTo>
                    <a:pt x="8" y="0"/>
                    <a:pt x="4" y="3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3" name="Freeform 279">
              <a:extLst>
                <a:ext uri="{FF2B5EF4-FFF2-40B4-BE49-F238E27FC236}">
                  <a16:creationId xmlns:a16="http://schemas.microsoft.com/office/drawing/2014/main" id="{6498CFCF-B553-42AF-ACDB-093D5B5EC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351"/>
              <a:ext cx="31" cy="50"/>
            </a:xfrm>
            <a:custGeom>
              <a:avLst/>
              <a:gdLst>
                <a:gd name="T0" fmla="*/ 7 w 23"/>
                <a:gd name="T1" fmla="*/ 64 h 38"/>
                <a:gd name="T2" fmla="*/ 32 w 23"/>
                <a:gd name="T3" fmla="*/ 71 h 38"/>
                <a:gd name="T4" fmla="*/ 0 w 23"/>
                <a:gd name="T5" fmla="*/ 45 h 38"/>
                <a:gd name="T6" fmla="*/ 40 w 23"/>
                <a:gd name="T7" fmla="*/ 42 h 38"/>
                <a:gd name="T8" fmla="*/ 15 w 23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8">
                  <a:moveTo>
                    <a:pt x="3" y="28"/>
                  </a:moveTo>
                  <a:cubicBezTo>
                    <a:pt x="5" y="32"/>
                    <a:pt x="10" y="38"/>
                    <a:pt x="13" y="31"/>
                  </a:cubicBezTo>
                  <a:cubicBezTo>
                    <a:pt x="17" y="24"/>
                    <a:pt x="3" y="22"/>
                    <a:pt x="0" y="20"/>
                  </a:cubicBezTo>
                  <a:cubicBezTo>
                    <a:pt x="3" y="11"/>
                    <a:pt x="12" y="20"/>
                    <a:pt x="16" y="18"/>
                  </a:cubicBezTo>
                  <a:cubicBezTo>
                    <a:pt x="23" y="13"/>
                    <a:pt x="11" y="0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4" name="Freeform 280">
              <a:extLst>
                <a:ext uri="{FF2B5EF4-FFF2-40B4-BE49-F238E27FC236}">
                  <a16:creationId xmlns:a16="http://schemas.microsoft.com/office/drawing/2014/main" id="{F71B8023-C2A5-48FC-8D65-2C46F7348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348"/>
              <a:ext cx="20" cy="21"/>
            </a:xfrm>
            <a:custGeom>
              <a:avLst/>
              <a:gdLst>
                <a:gd name="T0" fmla="*/ 33 w 15"/>
                <a:gd name="T1" fmla="*/ 37 h 16"/>
                <a:gd name="T2" fmla="*/ 1 w 15"/>
                <a:gd name="T3" fmla="*/ 16 h 16"/>
                <a:gd name="T4" fmla="*/ 36 w 15"/>
                <a:gd name="T5" fmla="*/ 1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14" y="16"/>
                  </a:moveTo>
                  <a:cubicBezTo>
                    <a:pt x="11" y="15"/>
                    <a:pt x="0" y="11"/>
                    <a:pt x="1" y="7"/>
                  </a:cubicBezTo>
                  <a:cubicBezTo>
                    <a:pt x="3" y="0"/>
                    <a:pt x="12" y="6"/>
                    <a:pt x="15" y="8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5" name="Freeform 281">
              <a:extLst>
                <a:ext uri="{FF2B5EF4-FFF2-40B4-BE49-F238E27FC236}">
                  <a16:creationId xmlns:a16="http://schemas.microsoft.com/office/drawing/2014/main" id="{783E0ED5-197E-4C23-9634-B2676F1E6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293"/>
              <a:ext cx="28" cy="39"/>
            </a:xfrm>
            <a:custGeom>
              <a:avLst/>
              <a:gdLst>
                <a:gd name="T0" fmla="*/ 15 w 21"/>
                <a:gd name="T1" fmla="*/ 70 h 29"/>
                <a:gd name="T2" fmla="*/ 0 w 21"/>
                <a:gd name="T3" fmla="*/ 48 h 29"/>
                <a:gd name="T4" fmla="*/ 37 w 21"/>
                <a:gd name="T5" fmla="*/ 47 h 29"/>
                <a:gd name="T6" fmla="*/ 20 w 21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9">
                  <a:moveTo>
                    <a:pt x="6" y="29"/>
                  </a:moveTo>
                  <a:cubicBezTo>
                    <a:pt x="5" y="26"/>
                    <a:pt x="1" y="24"/>
                    <a:pt x="0" y="20"/>
                  </a:cubicBezTo>
                  <a:cubicBezTo>
                    <a:pt x="5" y="15"/>
                    <a:pt x="12" y="23"/>
                    <a:pt x="16" y="19"/>
                  </a:cubicBezTo>
                  <a:cubicBezTo>
                    <a:pt x="21" y="13"/>
                    <a:pt x="10" y="5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6" name="Freeform 282">
              <a:extLst>
                <a:ext uri="{FF2B5EF4-FFF2-40B4-BE49-F238E27FC236}">
                  <a16:creationId xmlns:a16="http://schemas.microsoft.com/office/drawing/2014/main" id="{00F99F07-680E-4318-8DEC-D8D9DF570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431"/>
              <a:ext cx="27" cy="40"/>
            </a:xfrm>
            <a:custGeom>
              <a:avLst/>
              <a:gdLst>
                <a:gd name="T0" fmla="*/ 36 w 20"/>
                <a:gd name="T1" fmla="*/ 71 h 30"/>
                <a:gd name="T2" fmla="*/ 42 w 20"/>
                <a:gd name="T3" fmla="*/ 33 h 30"/>
                <a:gd name="T4" fmla="*/ 15 w 20"/>
                <a:gd name="T5" fmla="*/ 52 h 30"/>
                <a:gd name="T6" fmla="*/ 26 w 20"/>
                <a:gd name="T7" fmla="*/ 0 h 30"/>
                <a:gd name="T8" fmla="*/ 0 w 20"/>
                <a:gd name="T9" fmla="*/ 2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0">
                  <a:moveTo>
                    <a:pt x="15" y="30"/>
                  </a:moveTo>
                  <a:cubicBezTo>
                    <a:pt x="17" y="25"/>
                    <a:pt x="20" y="20"/>
                    <a:pt x="17" y="14"/>
                  </a:cubicBezTo>
                  <a:cubicBezTo>
                    <a:pt x="13" y="15"/>
                    <a:pt x="9" y="18"/>
                    <a:pt x="6" y="22"/>
                  </a:cubicBezTo>
                  <a:cubicBezTo>
                    <a:pt x="10" y="17"/>
                    <a:pt x="14" y="5"/>
                    <a:pt x="10" y="0"/>
                  </a:cubicBezTo>
                  <a:cubicBezTo>
                    <a:pt x="5" y="2"/>
                    <a:pt x="1" y="7"/>
                    <a:pt x="0" y="1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7" name="Freeform 283">
              <a:extLst>
                <a:ext uri="{FF2B5EF4-FFF2-40B4-BE49-F238E27FC236}">
                  <a16:creationId xmlns:a16="http://schemas.microsoft.com/office/drawing/2014/main" id="{AC51EF1C-4A40-498E-913B-540458C37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440"/>
              <a:ext cx="23" cy="28"/>
            </a:xfrm>
            <a:custGeom>
              <a:avLst/>
              <a:gdLst>
                <a:gd name="T0" fmla="*/ 0 w 17"/>
                <a:gd name="T1" fmla="*/ 49 h 21"/>
                <a:gd name="T2" fmla="*/ 30 w 17"/>
                <a:gd name="T3" fmla="*/ 28 h 21"/>
                <a:gd name="T4" fmla="*/ 26 w 17"/>
                <a:gd name="T5" fmla="*/ 0 h 21"/>
                <a:gd name="T6" fmla="*/ 42 w 17"/>
                <a:gd name="T7" fmla="*/ 2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0" y="21"/>
                  </a:moveTo>
                  <a:cubicBezTo>
                    <a:pt x="5" y="20"/>
                    <a:pt x="7" y="14"/>
                    <a:pt x="12" y="12"/>
                  </a:cubicBezTo>
                  <a:cubicBezTo>
                    <a:pt x="11" y="9"/>
                    <a:pt x="11" y="4"/>
                    <a:pt x="10" y="0"/>
                  </a:cubicBezTo>
                  <a:cubicBezTo>
                    <a:pt x="13" y="2"/>
                    <a:pt x="15" y="7"/>
                    <a:pt x="17" y="1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8" name="Freeform 284">
              <a:extLst>
                <a:ext uri="{FF2B5EF4-FFF2-40B4-BE49-F238E27FC236}">
                  <a16:creationId xmlns:a16="http://schemas.microsoft.com/office/drawing/2014/main" id="{5E41B2B3-B2B4-4834-861D-4476B89BB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627"/>
              <a:ext cx="24" cy="25"/>
            </a:xfrm>
            <a:custGeom>
              <a:avLst/>
              <a:gdLst>
                <a:gd name="T0" fmla="*/ 5 w 18"/>
                <a:gd name="T1" fmla="*/ 28 h 19"/>
                <a:gd name="T2" fmla="*/ 36 w 18"/>
                <a:gd name="T3" fmla="*/ 32 h 19"/>
                <a:gd name="T4" fmla="*/ 0 w 1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2" y="12"/>
                  </a:moveTo>
                  <a:cubicBezTo>
                    <a:pt x="6" y="14"/>
                    <a:pt x="13" y="19"/>
                    <a:pt x="15" y="14"/>
                  </a:cubicBezTo>
                  <a:cubicBezTo>
                    <a:pt x="18" y="10"/>
                    <a:pt x="2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9" name="Freeform 285">
              <a:extLst>
                <a:ext uri="{FF2B5EF4-FFF2-40B4-BE49-F238E27FC236}">
                  <a16:creationId xmlns:a16="http://schemas.microsoft.com/office/drawing/2014/main" id="{572D8BBB-4075-474C-8EEB-79B75F721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2733"/>
              <a:ext cx="6" cy="32"/>
            </a:xfrm>
            <a:custGeom>
              <a:avLst/>
              <a:gdLst>
                <a:gd name="T0" fmla="*/ 5 w 4"/>
                <a:gd name="T1" fmla="*/ 52 h 24"/>
                <a:gd name="T2" fmla="*/ 8 w 4"/>
                <a:gd name="T3" fmla="*/ 55 h 24"/>
                <a:gd name="T4" fmla="*/ 14 w 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4">
                  <a:moveTo>
                    <a:pt x="1" y="22"/>
                  </a:moveTo>
                  <a:cubicBezTo>
                    <a:pt x="0" y="23"/>
                    <a:pt x="1" y="24"/>
                    <a:pt x="2" y="23"/>
                  </a:cubicBezTo>
                  <a:cubicBezTo>
                    <a:pt x="4" y="16"/>
                    <a:pt x="2" y="8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0" name="Freeform 286">
              <a:extLst>
                <a:ext uri="{FF2B5EF4-FFF2-40B4-BE49-F238E27FC236}">
                  <a16:creationId xmlns:a16="http://schemas.microsoft.com/office/drawing/2014/main" id="{14E245D6-027F-4582-9B6E-CE296B3FA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707"/>
              <a:ext cx="26" cy="20"/>
            </a:xfrm>
            <a:custGeom>
              <a:avLst/>
              <a:gdLst>
                <a:gd name="T0" fmla="*/ 14 w 19"/>
                <a:gd name="T1" fmla="*/ 36 h 15"/>
                <a:gd name="T2" fmla="*/ 49 w 19"/>
                <a:gd name="T3" fmla="*/ 16 h 15"/>
                <a:gd name="T4" fmla="*/ 0 w 19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5" y="15"/>
                  </a:moveTo>
                  <a:cubicBezTo>
                    <a:pt x="10" y="14"/>
                    <a:pt x="16" y="11"/>
                    <a:pt x="19" y="7"/>
                  </a:cubicBezTo>
                  <a:cubicBezTo>
                    <a:pt x="16" y="0"/>
                    <a:pt x="6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1" name="Freeform 287">
              <a:extLst>
                <a:ext uri="{FF2B5EF4-FFF2-40B4-BE49-F238E27FC236}">
                  <a16:creationId xmlns:a16="http://schemas.microsoft.com/office/drawing/2014/main" id="{3353DF6A-A9A9-4087-9955-1A55B8153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732"/>
              <a:ext cx="23" cy="20"/>
            </a:xfrm>
            <a:custGeom>
              <a:avLst/>
              <a:gdLst>
                <a:gd name="T0" fmla="*/ 37 w 17"/>
                <a:gd name="T1" fmla="*/ 31 h 15"/>
                <a:gd name="T2" fmla="*/ 1 w 17"/>
                <a:gd name="T3" fmla="*/ 23 h 15"/>
                <a:gd name="T4" fmla="*/ 42 w 1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5" y="13"/>
                  </a:moveTo>
                  <a:cubicBezTo>
                    <a:pt x="11" y="15"/>
                    <a:pt x="0" y="15"/>
                    <a:pt x="1" y="10"/>
                  </a:cubicBezTo>
                  <a:cubicBezTo>
                    <a:pt x="2" y="5"/>
                    <a:pt x="14" y="2"/>
                    <a:pt x="17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2" name="Freeform 288">
              <a:extLst>
                <a:ext uri="{FF2B5EF4-FFF2-40B4-BE49-F238E27FC236}">
                  <a16:creationId xmlns:a16="http://schemas.microsoft.com/office/drawing/2014/main" id="{0A7DD197-30A9-4D89-A501-54EB205EC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585"/>
              <a:ext cx="22" cy="64"/>
            </a:xfrm>
            <a:custGeom>
              <a:avLst/>
              <a:gdLst>
                <a:gd name="T0" fmla="*/ 36 w 17"/>
                <a:gd name="T1" fmla="*/ 100 h 48"/>
                <a:gd name="T2" fmla="*/ 16 w 17"/>
                <a:gd name="T3" fmla="*/ 113 h 48"/>
                <a:gd name="T4" fmla="*/ 36 w 17"/>
                <a:gd name="T5" fmla="*/ 76 h 48"/>
                <a:gd name="T6" fmla="*/ 1 w 17"/>
                <a:gd name="T7" fmla="*/ 80 h 48"/>
                <a:gd name="T8" fmla="*/ 28 w 17"/>
                <a:gd name="T9" fmla="*/ 44 h 48"/>
                <a:gd name="T10" fmla="*/ 1 w 17"/>
                <a:gd name="T11" fmla="*/ 48 h 48"/>
                <a:gd name="T12" fmla="*/ 35 w 17"/>
                <a:gd name="T13" fmla="*/ 12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8">
                  <a:moveTo>
                    <a:pt x="17" y="42"/>
                  </a:moveTo>
                  <a:cubicBezTo>
                    <a:pt x="14" y="44"/>
                    <a:pt x="11" y="47"/>
                    <a:pt x="7" y="48"/>
                  </a:cubicBezTo>
                  <a:cubicBezTo>
                    <a:pt x="5" y="42"/>
                    <a:pt x="12" y="35"/>
                    <a:pt x="17" y="32"/>
                  </a:cubicBezTo>
                  <a:cubicBezTo>
                    <a:pt x="13" y="34"/>
                    <a:pt x="6" y="37"/>
                    <a:pt x="1" y="34"/>
                  </a:cubicBezTo>
                  <a:cubicBezTo>
                    <a:pt x="3" y="28"/>
                    <a:pt x="8" y="23"/>
                    <a:pt x="13" y="19"/>
                  </a:cubicBezTo>
                  <a:cubicBezTo>
                    <a:pt x="10" y="21"/>
                    <a:pt x="5" y="21"/>
                    <a:pt x="1" y="20"/>
                  </a:cubicBezTo>
                  <a:cubicBezTo>
                    <a:pt x="0" y="14"/>
                    <a:pt x="10" y="0"/>
                    <a:pt x="16" y="5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3" name="Freeform 289">
              <a:extLst>
                <a:ext uri="{FF2B5EF4-FFF2-40B4-BE49-F238E27FC236}">
                  <a16:creationId xmlns:a16="http://schemas.microsoft.com/office/drawing/2014/main" id="{DE1161BC-8C6A-4AD1-B377-FE718871B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536"/>
              <a:ext cx="9" cy="44"/>
            </a:xfrm>
            <a:custGeom>
              <a:avLst/>
              <a:gdLst>
                <a:gd name="T0" fmla="*/ 13 w 7"/>
                <a:gd name="T1" fmla="*/ 5 h 33"/>
                <a:gd name="T2" fmla="*/ 1 w 7"/>
                <a:gd name="T3" fmla="*/ 79 h 33"/>
                <a:gd name="T4" fmla="*/ 13 w 7"/>
                <a:gd name="T5" fmla="*/ 0 h 33"/>
                <a:gd name="T6" fmla="*/ 8 w 7"/>
                <a:gd name="T7" fmla="*/ 4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3">
                  <a:moveTo>
                    <a:pt x="6" y="2"/>
                  </a:moveTo>
                  <a:cubicBezTo>
                    <a:pt x="7" y="13"/>
                    <a:pt x="0" y="23"/>
                    <a:pt x="1" y="33"/>
                  </a:cubicBezTo>
                  <a:cubicBezTo>
                    <a:pt x="6" y="24"/>
                    <a:pt x="4" y="10"/>
                    <a:pt x="6" y="0"/>
                  </a:cubicBezTo>
                  <a:cubicBezTo>
                    <a:pt x="7" y="7"/>
                    <a:pt x="5" y="14"/>
                    <a:pt x="4" y="2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4" name="Freeform 290">
              <a:extLst>
                <a:ext uri="{FF2B5EF4-FFF2-40B4-BE49-F238E27FC236}">
                  <a16:creationId xmlns:a16="http://schemas.microsoft.com/office/drawing/2014/main" id="{701FC188-F9F3-4514-9828-622EC3122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511"/>
              <a:ext cx="24" cy="18"/>
            </a:xfrm>
            <a:custGeom>
              <a:avLst/>
              <a:gdLst>
                <a:gd name="T0" fmla="*/ 12 w 18"/>
                <a:gd name="T1" fmla="*/ 22 h 14"/>
                <a:gd name="T2" fmla="*/ 12 w 18"/>
                <a:gd name="T3" fmla="*/ 24 h 14"/>
                <a:gd name="T4" fmla="*/ 43 w 18"/>
                <a:gd name="T5" fmla="*/ 17 h 14"/>
                <a:gd name="T6" fmla="*/ 0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5" y="10"/>
                  </a:moveTo>
                  <a:cubicBezTo>
                    <a:pt x="5" y="10"/>
                    <a:pt x="5" y="11"/>
                    <a:pt x="5" y="12"/>
                  </a:cubicBezTo>
                  <a:cubicBezTo>
                    <a:pt x="8" y="14"/>
                    <a:pt x="18" y="13"/>
                    <a:pt x="18" y="8"/>
                  </a:cubicBezTo>
                  <a:cubicBezTo>
                    <a:pt x="18" y="1"/>
                    <a:pt x="5" y="0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5" name="Freeform 291">
              <a:extLst>
                <a:ext uri="{FF2B5EF4-FFF2-40B4-BE49-F238E27FC236}">
                  <a16:creationId xmlns:a16="http://schemas.microsoft.com/office/drawing/2014/main" id="{478C6289-73A0-464F-9EAE-A6FA5CD42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383"/>
              <a:ext cx="29" cy="42"/>
            </a:xfrm>
            <a:custGeom>
              <a:avLst/>
              <a:gdLst>
                <a:gd name="T0" fmla="*/ 22 w 22"/>
                <a:gd name="T1" fmla="*/ 72 h 32"/>
                <a:gd name="T2" fmla="*/ 50 w 22"/>
                <a:gd name="T3" fmla="*/ 55 h 32"/>
                <a:gd name="T4" fmla="*/ 12 w 22"/>
                <a:gd name="T5" fmla="*/ 55 h 32"/>
                <a:gd name="T6" fmla="*/ 44 w 22"/>
                <a:gd name="T7" fmla="*/ 24 h 32"/>
                <a:gd name="T8" fmla="*/ 0 w 22"/>
                <a:gd name="T9" fmla="*/ 2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10" y="32"/>
                  </a:moveTo>
                  <a:cubicBezTo>
                    <a:pt x="14" y="30"/>
                    <a:pt x="19" y="28"/>
                    <a:pt x="22" y="24"/>
                  </a:cubicBezTo>
                  <a:cubicBezTo>
                    <a:pt x="18" y="20"/>
                    <a:pt x="10" y="22"/>
                    <a:pt x="5" y="24"/>
                  </a:cubicBezTo>
                  <a:cubicBezTo>
                    <a:pt x="9" y="21"/>
                    <a:pt x="18" y="16"/>
                    <a:pt x="19" y="11"/>
                  </a:cubicBezTo>
                  <a:cubicBezTo>
                    <a:pt x="21" y="0"/>
                    <a:pt x="4" y="9"/>
                    <a:pt x="0" y="1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6" name="Freeform 292">
              <a:extLst>
                <a:ext uri="{FF2B5EF4-FFF2-40B4-BE49-F238E27FC236}">
                  <a16:creationId xmlns:a16="http://schemas.microsoft.com/office/drawing/2014/main" id="{3516B0C7-8254-4F83-A585-808E9217B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557"/>
              <a:ext cx="9" cy="10"/>
            </a:xfrm>
            <a:custGeom>
              <a:avLst/>
              <a:gdLst>
                <a:gd name="T0" fmla="*/ 0 w 7"/>
                <a:gd name="T1" fmla="*/ 9 h 7"/>
                <a:gd name="T2" fmla="*/ 15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3" y="7"/>
                    <a:pt x="6" y="3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7" name="Freeform 293">
              <a:extLst>
                <a:ext uri="{FF2B5EF4-FFF2-40B4-BE49-F238E27FC236}">
                  <a16:creationId xmlns:a16="http://schemas.microsoft.com/office/drawing/2014/main" id="{A1AD8FAD-6609-498E-B000-CFED2B909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632"/>
              <a:ext cx="10" cy="11"/>
            </a:xfrm>
            <a:custGeom>
              <a:avLst/>
              <a:gdLst>
                <a:gd name="T0" fmla="*/ 0 w 7"/>
                <a:gd name="T1" fmla="*/ 14 h 8"/>
                <a:gd name="T2" fmla="*/ 6 w 7"/>
                <a:gd name="T3" fmla="*/ 21 h 8"/>
                <a:gd name="T4" fmla="*/ 2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0" y="6"/>
                    <a:pt x="1" y="7"/>
                    <a:pt x="2" y="8"/>
                  </a:cubicBezTo>
                  <a:cubicBezTo>
                    <a:pt x="4" y="6"/>
                    <a:pt x="6" y="3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8" name="Freeform 294">
              <a:extLst>
                <a:ext uri="{FF2B5EF4-FFF2-40B4-BE49-F238E27FC236}">
                  <a16:creationId xmlns:a16="http://schemas.microsoft.com/office/drawing/2014/main" id="{259F45D1-BA5F-4616-9182-73A22DC1C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561"/>
              <a:ext cx="7" cy="7"/>
            </a:xfrm>
            <a:custGeom>
              <a:avLst/>
              <a:gdLst>
                <a:gd name="T0" fmla="*/ 0 w 5"/>
                <a:gd name="T1" fmla="*/ 0 h 5"/>
                <a:gd name="T2" fmla="*/ 14 w 5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9" name="Freeform 295">
              <a:extLst>
                <a:ext uri="{FF2B5EF4-FFF2-40B4-BE49-F238E27FC236}">
                  <a16:creationId xmlns:a16="http://schemas.microsoft.com/office/drawing/2014/main" id="{72C363F8-C926-4055-90F0-CD5C04678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439"/>
              <a:ext cx="6" cy="9"/>
            </a:xfrm>
            <a:custGeom>
              <a:avLst/>
              <a:gdLst>
                <a:gd name="T0" fmla="*/ 5 w 4"/>
                <a:gd name="T1" fmla="*/ 0 h 7"/>
                <a:gd name="T2" fmla="*/ 14 w 4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3"/>
                    <a:pt x="2" y="5"/>
                    <a:pt x="4" y="7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0" name="Freeform 296">
              <a:extLst>
                <a:ext uri="{FF2B5EF4-FFF2-40B4-BE49-F238E27FC236}">
                  <a16:creationId xmlns:a16="http://schemas.microsoft.com/office/drawing/2014/main" id="{4E315441-A208-4E5C-869A-9794DDD28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229"/>
              <a:ext cx="16" cy="7"/>
            </a:xfrm>
            <a:custGeom>
              <a:avLst/>
              <a:gdLst>
                <a:gd name="T0" fmla="*/ 28 w 12"/>
                <a:gd name="T1" fmla="*/ 0 h 5"/>
                <a:gd name="T2" fmla="*/ 0 w 12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0"/>
                  </a:moveTo>
                  <a:cubicBezTo>
                    <a:pt x="8" y="1"/>
                    <a:pt x="4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1" name="Freeform 297">
              <a:extLst>
                <a:ext uri="{FF2B5EF4-FFF2-40B4-BE49-F238E27FC236}">
                  <a16:creationId xmlns:a16="http://schemas.microsoft.com/office/drawing/2014/main" id="{31502B04-00E3-4654-8A3F-5F6271771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192"/>
              <a:ext cx="15" cy="7"/>
            </a:xfrm>
            <a:custGeom>
              <a:avLst/>
              <a:gdLst>
                <a:gd name="T0" fmla="*/ 27 w 11"/>
                <a:gd name="T1" fmla="*/ 0 h 5"/>
                <a:gd name="T2" fmla="*/ 0 w 11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11" y="0"/>
                  </a:moveTo>
                  <a:cubicBezTo>
                    <a:pt x="8" y="3"/>
                    <a:pt x="4" y="5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2" name="Freeform 298">
              <a:extLst>
                <a:ext uri="{FF2B5EF4-FFF2-40B4-BE49-F238E27FC236}">
                  <a16:creationId xmlns:a16="http://schemas.microsoft.com/office/drawing/2014/main" id="{13B5C786-36D5-47BC-9690-EA24DC2C1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131"/>
              <a:ext cx="14" cy="2"/>
            </a:xfrm>
            <a:custGeom>
              <a:avLst/>
              <a:gdLst>
                <a:gd name="T0" fmla="*/ 0 w 10"/>
                <a:gd name="T1" fmla="*/ 1 h 2"/>
                <a:gd name="T2" fmla="*/ 2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3" y="2"/>
                    <a:pt x="7" y="2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3" name="Freeform 299">
              <a:extLst>
                <a:ext uri="{FF2B5EF4-FFF2-40B4-BE49-F238E27FC236}">
                  <a16:creationId xmlns:a16="http://schemas.microsoft.com/office/drawing/2014/main" id="{D8A290E1-A8F8-4C4A-B97A-E79018D35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897"/>
              <a:ext cx="12" cy="7"/>
            </a:xfrm>
            <a:custGeom>
              <a:avLst/>
              <a:gdLst>
                <a:gd name="T0" fmla="*/ 0 w 9"/>
                <a:gd name="T1" fmla="*/ 14 h 5"/>
                <a:gd name="T2" fmla="*/ 2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4" name="Freeform 300">
              <a:extLst>
                <a:ext uri="{FF2B5EF4-FFF2-40B4-BE49-F238E27FC236}">
                  <a16:creationId xmlns:a16="http://schemas.microsoft.com/office/drawing/2014/main" id="{2D0F0932-7EA4-48AE-8F56-3D44FD820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747"/>
              <a:ext cx="16" cy="14"/>
            </a:xfrm>
            <a:custGeom>
              <a:avLst/>
              <a:gdLst>
                <a:gd name="T0" fmla="*/ 0 w 12"/>
                <a:gd name="T1" fmla="*/ 13 h 11"/>
                <a:gd name="T2" fmla="*/ 21 w 12"/>
                <a:gd name="T3" fmla="*/ 22 h 11"/>
                <a:gd name="T4" fmla="*/ 9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6"/>
                  </a:moveTo>
                  <a:cubicBezTo>
                    <a:pt x="2" y="8"/>
                    <a:pt x="6" y="11"/>
                    <a:pt x="9" y="10"/>
                  </a:cubicBezTo>
                  <a:cubicBezTo>
                    <a:pt x="12" y="7"/>
                    <a:pt x="6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5" name="Freeform 301">
              <a:extLst>
                <a:ext uri="{FF2B5EF4-FFF2-40B4-BE49-F238E27FC236}">
                  <a16:creationId xmlns:a16="http://schemas.microsoft.com/office/drawing/2014/main" id="{CCBC0A7B-1D6C-4461-8FC9-0E663ECDF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411"/>
              <a:ext cx="23" cy="13"/>
            </a:xfrm>
            <a:custGeom>
              <a:avLst/>
              <a:gdLst>
                <a:gd name="T0" fmla="*/ 42 w 17"/>
                <a:gd name="T1" fmla="*/ 0 h 10"/>
                <a:gd name="T2" fmla="*/ 15 w 17"/>
                <a:gd name="T3" fmla="*/ 22 h 10"/>
                <a:gd name="T4" fmla="*/ 16 w 1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17" y="0"/>
                  </a:moveTo>
                  <a:cubicBezTo>
                    <a:pt x="13" y="1"/>
                    <a:pt x="10" y="10"/>
                    <a:pt x="6" y="10"/>
                  </a:cubicBezTo>
                  <a:cubicBezTo>
                    <a:pt x="0" y="10"/>
                    <a:pt x="4" y="3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6" name="Freeform 302">
              <a:extLst>
                <a:ext uri="{FF2B5EF4-FFF2-40B4-BE49-F238E27FC236}">
                  <a16:creationId xmlns:a16="http://schemas.microsoft.com/office/drawing/2014/main" id="{E02AB3A6-4B3D-4EDC-AC83-FFC4BE773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468"/>
              <a:ext cx="6" cy="12"/>
            </a:xfrm>
            <a:custGeom>
              <a:avLst/>
              <a:gdLst>
                <a:gd name="T0" fmla="*/ 8 w 5"/>
                <a:gd name="T1" fmla="*/ 0 h 9"/>
                <a:gd name="T2" fmla="*/ 0 w 5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3"/>
                    <a:pt x="1" y="6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7" name="Freeform 303">
              <a:extLst>
                <a:ext uri="{FF2B5EF4-FFF2-40B4-BE49-F238E27FC236}">
                  <a16:creationId xmlns:a16="http://schemas.microsoft.com/office/drawing/2014/main" id="{64AFB1F0-F565-4BE2-9A03-815218116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519"/>
              <a:ext cx="14" cy="14"/>
            </a:xfrm>
            <a:custGeom>
              <a:avLst/>
              <a:gdLst>
                <a:gd name="T0" fmla="*/ 23 w 11"/>
                <a:gd name="T1" fmla="*/ 1 h 11"/>
                <a:gd name="T2" fmla="*/ 1 w 11"/>
                <a:gd name="T3" fmla="*/ 23 h 11"/>
                <a:gd name="T4" fmla="*/ 10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1" y="1"/>
                  </a:moveTo>
                  <a:cubicBezTo>
                    <a:pt x="11" y="7"/>
                    <a:pt x="7" y="11"/>
                    <a:pt x="1" y="11"/>
                  </a:cubicBezTo>
                  <a:cubicBezTo>
                    <a:pt x="0" y="8"/>
                    <a:pt x="2" y="3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8" name="Freeform 304">
              <a:extLst>
                <a:ext uri="{FF2B5EF4-FFF2-40B4-BE49-F238E27FC236}">
                  <a16:creationId xmlns:a16="http://schemas.microsoft.com/office/drawing/2014/main" id="{EA82FDC2-7743-433B-9A8B-7D9FC348E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637"/>
              <a:ext cx="1" cy="16"/>
            </a:xfrm>
            <a:custGeom>
              <a:avLst/>
              <a:gdLst>
                <a:gd name="T0" fmla="*/ 1 w 1"/>
                <a:gd name="T1" fmla="*/ 0 h 12"/>
                <a:gd name="T2" fmla="*/ 0 w 1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9" name="Freeform 305">
              <a:extLst>
                <a:ext uri="{FF2B5EF4-FFF2-40B4-BE49-F238E27FC236}">
                  <a16:creationId xmlns:a16="http://schemas.microsoft.com/office/drawing/2014/main" id="{A58C888E-4652-4952-95CE-FEEF24636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693"/>
              <a:ext cx="18" cy="18"/>
            </a:xfrm>
            <a:custGeom>
              <a:avLst/>
              <a:gdLst>
                <a:gd name="T0" fmla="*/ 24 w 14"/>
                <a:gd name="T1" fmla="*/ 0 h 13"/>
                <a:gd name="T2" fmla="*/ 15 w 14"/>
                <a:gd name="T3" fmla="*/ 35 h 13"/>
                <a:gd name="T4" fmla="*/ 13 w 14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2" y="0"/>
                  </a:moveTo>
                  <a:cubicBezTo>
                    <a:pt x="10" y="4"/>
                    <a:pt x="14" y="13"/>
                    <a:pt x="7" y="13"/>
                  </a:cubicBezTo>
                  <a:cubicBezTo>
                    <a:pt x="0" y="13"/>
                    <a:pt x="4" y="6"/>
                    <a:pt x="6" y="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0" name="Freeform 306">
              <a:extLst>
                <a:ext uri="{FF2B5EF4-FFF2-40B4-BE49-F238E27FC236}">
                  <a16:creationId xmlns:a16="http://schemas.microsoft.com/office/drawing/2014/main" id="{FD3B7F52-0E27-4CDD-9E61-F8B33DBAF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753"/>
              <a:ext cx="8" cy="18"/>
            </a:xfrm>
            <a:custGeom>
              <a:avLst/>
              <a:gdLst>
                <a:gd name="T0" fmla="*/ 15 w 6"/>
                <a:gd name="T1" fmla="*/ 0 h 13"/>
                <a:gd name="T2" fmla="*/ 0 w 6"/>
                <a:gd name="T3" fmla="*/ 3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1" y="2"/>
                    <a:pt x="0" y="9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1" name="Freeform 307">
              <a:extLst>
                <a:ext uri="{FF2B5EF4-FFF2-40B4-BE49-F238E27FC236}">
                  <a16:creationId xmlns:a16="http://schemas.microsoft.com/office/drawing/2014/main" id="{707AFD23-9B10-40C3-B23C-F38814E92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803"/>
              <a:ext cx="4" cy="16"/>
            </a:xfrm>
            <a:custGeom>
              <a:avLst/>
              <a:gdLst>
                <a:gd name="T0" fmla="*/ 7 w 3"/>
                <a:gd name="T1" fmla="*/ 0 h 12"/>
                <a:gd name="T2" fmla="*/ 1 w 3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1" y="4"/>
                    <a:pt x="0" y="8"/>
                    <a:pt x="1" y="1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2" name="Freeform 308">
              <a:extLst>
                <a:ext uri="{FF2B5EF4-FFF2-40B4-BE49-F238E27FC236}">
                  <a16:creationId xmlns:a16="http://schemas.microsoft.com/office/drawing/2014/main" id="{00D59A35-694E-474C-93DF-82ABDE06C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855"/>
              <a:ext cx="14" cy="16"/>
            </a:xfrm>
            <a:custGeom>
              <a:avLst/>
              <a:gdLst>
                <a:gd name="T0" fmla="*/ 28 w 10"/>
                <a:gd name="T1" fmla="*/ 0 h 12"/>
                <a:gd name="T2" fmla="*/ 21 w 10"/>
                <a:gd name="T3" fmla="*/ 0 h 12"/>
                <a:gd name="T4" fmla="*/ 15 w 10"/>
                <a:gd name="T5" fmla="*/ 28 h 12"/>
                <a:gd name="T6" fmla="*/ 6 w 10"/>
                <a:gd name="T7" fmla="*/ 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6" y="4"/>
                    <a:pt x="7" y="8"/>
                    <a:pt x="6" y="12"/>
                  </a:cubicBezTo>
                  <a:cubicBezTo>
                    <a:pt x="2" y="12"/>
                    <a:pt x="0" y="4"/>
                    <a:pt x="2" y="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3" name="Freeform 309">
              <a:extLst>
                <a:ext uri="{FF2B5EF4-FFF2-40B4-BE49-F238E27FC236}">
                  <a16:creationId xmlns:a16="http://schemas.microsoft.com/office/drawing/2014/main" id="{A23A927C-C321-4959-BED1-0F1EC682D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888"/>
              <a:ext cx="7" cy="11"/>
            </a:xfrm>
            <a:custGeom>
              <a:avLst/>
              <a:gdLst>
                <a:gd name="T0" fmla="*/ 0 w 5"/>
                <a:gd name="T1" fmla="*/ 0 h 8"/>
                <a:gd name="T2" fmla="*/ 14 w 5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2" y="2"/>
                    <a:pt x="3" y="5"/>
                    <a:pt x="5" y="8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4" name="Freeform 310">
              <a:extLst>
                <a:ext uri="{FF2B5EF4-FFF2-40B4-BE49-F238E27FC236}">
                  <a16:creationId xmlns:a16="http://schemas.microsoft.com/office/drawing/2014/main" id="{BE4DF65B-6FAD-44E2-B74A-ACCF6962A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959"/>
              <a:ext cx="18" cy="16"/>
            </a:xfrm>
            <a:custGeom>
              <a:avLst/>
              <a:gdLst>
                <a:gd name="T0" fmla="*/ 26 w 13"/>
                <a:gd name="T1" fmla="*/ 28 h 12"/>
                <a:gd name="T2" fmla="*/ 0 w 13"/>
                <a:gd name="T3" fmla="*/ 1 h 12"/>
                <a:gd name="T4" fmla="*/ 33 w 13"/>
                <a:gd name="T5" fmla="*/ 12 h 12"/>
                <a:gd name="T6" fmla="*/ 33 w 13"/>
                <a:gd name="T7" fmla="*/ 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10" y="12"/>
                  </a:moveTo>
                  <a:cubicBezTo>
                    <a:pt x="6" y="10"/>
                    <a:pt x="0" y="7"/>
                    <a:pt x="0" y="1"/>
                  </a:cubicBezTo>
                  <a:cubicBezTo>
                    <a:pt x="5" y="0"/>
                    <a:pt x="8" y="4"/>
                    <a:pt x="12" y="5"/>
                  </a:cubicBezTo>
                  <a:cubicBezTo>
                    <a:pt x="13" y="3"/>
                    <a:pt x="13" y="2"/>
                    <a:pt x="12" y="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5" name="Freeform 311">
              <a:extLst>
                <a:ext uri="{FF2B5EF4-FFF2-40B4-BE49-F238E27FC236}">
                  <a16:creationId xmlns:a16="http://schemas.microsoft.com/office/drawing/2014/main" id="{EF41C4FC-6D92-4567-9708-CB0963EBF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969"/>
              <a:ext cx="14" cy="6"/>
            </a:xfrm>
            <a:custGeom>
              <a:avLst/>
              <a:gdLst>
                <a:gd name="T0" fmla="*/ 0 w 11"/>
                <a:gd name="T1" fmla="*/ 0 h 4"/>
                <a:gd name="T2" fmla="*/ 23 w 11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2" y="3"/>
                    <a:pt x="7" y="4"/>
                    <a:pt x="11" y="4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6" name="Freeform 312">
              <a:extLst>
                <a:ext uri="{FF2B5EF4-FFF2-40B4-BE49-F238E27FC236}">
                  <a16:creationId xmlns:a16="http://schemas.microsoft.com/office/drawing/2014/main" id="{BA101F59-0F62-4746-AF8C-6F2397ECC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83"/>
              <a:ext cx="59" cy="53"/>
            </a:xfrm>
            <a:custGeom>
              <a:avLst/>
              <a:gdLst>
                <a:gd name="T0" fmla="*/ 51 w 44"/>
                <a:gd name="T1" fmla="*/ 0 h 40"/>
                <a:gd name="T2" fmla="*/ 20 w 44"/>
                <a:gd name="T3" fmla="*/ 56 h 40"/>
                <a:gd name="T4" fmla="*/ 83 w 44"/>
                <a:gd name="T5" fmla="*/ 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0">
                  <a:moveTo>
                    <a:pt x="21" y="0"/>
                  </a:moveTo>
                  <a:cubicBezTo>
                    <a:pt x="10" y="0"/>
                    <a:pt x="0" y="13"/>
                    <a:pt x="8" y="24"/>
                  </a:cubicBezTo>
                  <a:cubicBezTo>
                    <a:pt x="20" y="40"/>
                    <a:pt x="44" y="21"/>
                    <a:pt x="34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7" name="Freeform 313">
              <a:extLst>
                <a:ext uri="{FF2B5EF4-FFF2-40B4-BE49-F238E27FC236}">
                  <a16:creationId xmlns:a16="http://schemas.microsoft.com/office/drawing/2014/main" id="{62CCFC32-5EF0-4633-959D-73CD1B99B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83"/>
              <a:ext cx="36" cy="38"/>
            </a:xfrm>
            <a:custGeom>
              <a:avLst/>
              <a:gdLst>
                <a:gd name="T0" fmla="*/ 31 w 27"/>
                <a:gd name="T1" fmla="*/ 0 h 29"/>
                <a:gd name="T2" fmla="*/ 64 w 27"/>
                <a:gd name="T3" fmla="*/ 34 h 29"/>
                <a:gd name="T4" fmla="*/ 31 w 27"/>
                <a:gd name="T5" fmla="*/ 66 h 29"/>
                <a:gd name="T6" fmla="*/ 0 w 27"/>
                <a:gd name="T7" fmla="*/ 4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9">
                  <a:moveTo>
                    <a:pt x="13" y="0"/>
                  </a:moveTo>
                  <a:cubicBezTo>
                    <a:pt x="21" y="0"/>
                    <a:pt x="27" y="7"/>
                    <a:pt x="27" y="15"/>
                  </a:cubicBezTo>
                  <a:cubicBezTo>
                    <a:pt x="27" y="23"/>
                    <a:pt x="21" y="29"/>
                    <a:pt x="13" y="29"/>
                  </a:cubicBezTo>
                  <a:cubicBezTo>
                    <a:pt x="7" y="29"/>
                    <a:pt x="2" y="26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8" name="Oval 314">
              <a:extLst>
                <a:ext uri="{FF2B5EF4-FFF2-40B4-BE49-F238E27FC236}">
                  <a16:creationId xmlns:a16="http://schemas.microsoft.com/office/drawing/2014/main" id="{11DF106B-5A7A-4310-9B66-E607B301D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1597"/>
              <a:ext cx="11" cy="11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059" name="Freeform 315">
              <a:extLst>
                <a:ext uri="{FF2B5EF4-FFF2-40B4-BE49-F238E27FC236}">
                  <a16:creationId xmlns:a16="http://schemas.microsoft.com/office/drawing/2014/main" id="{84D3BA30-7599-467B-8079-FB2DB0DE2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657"/>
              <a:ext cx="199" cy="32"/>
            </a:xfrm>
            <a:custGeom>
              <a:avLst/>
              <a:gdLst>
                <a:gd name="T0" fmla="*/ 0 w 149"/>
                <a:gd name="T1" fmla="*/ 0 h 24"/>
                <a:gd name="T2" fmla="*/ 275 w 149"/>
                <a:gd name="T3" fmla="*/ 27 h 24"/>
                <a:gd name="T4" fmla="*/ 355 w 149"/>
                <a:gd name="T5" fmla="*/ 12 h 24"/>
                <a:gd name="T6" fmla="*/ 355 w 149"/>
                <a:gd name="T7" fmla="*/ 12 h 24"/>
                <a:gd name="T8" fmla="*/ 271 w 149"/>
                <a:gd name="T9" fmla="*/ 21 h 24"/>
                <a:gd name="T10" fmla="*/ 0 w 149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24">
                  <a:moveTo>
                    <a:pt x="0" y="0"/>
                  </a:moveTo>
                  <a:cubicBezTo>
                    <a:pt x="29" y="24"/>
                    <a:pt x="74" y="18"/>
                    <a:pt x="115" y="11"/>
                  </a:cubicBezTo>
                  <a:cubicBezTo>
                    <a:pt x="127" y="9"/>
                    <a:pt x="139" y="6"/>
                    <a:pt x="149" y="5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39" y="6"/>
                    <a:pt x="127" y="7"/>
                    <a:pt x="114" y="9"/>
                  </a:cubicBezTo>
                  <a:cubicBezTo>
                    <a:pt x="74" y="15"/>
                    <a:pt x="28" y="24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0" name="Freeform 316">
              <a:extLst>
                <a:ext uri="{FF2B5EF4-FFF2-40B4-BE49-F238E27FC236}">
                  <a16:creationId xmlns:a16="http://schemas.microsoft.com/office/drawing/2014/main" id="{4D4EA54B-98E5-4D48-A474-677BBD86B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583"/>
              <a:ext cx="42" cy="40"/>
            </a:xfrm>
            <a:custGeom>
              <a:avLst/>
              <a:gdLst>
                <a:gd name="T0" fmla="*/ 22 w 31"/>
                <a:gd name="T1" fmla="*/ 9 h 30"/>
                <a:gd name="T2" fmla="*/ 47 w 31"/>
                <a:gd name="T3" fmla="*/ 63 h 30"/>
                <a:gd name="T4" fmla="*/ 76 w 31"/>
                <a:gd name="T5" fmla="*/ 36 h 30"/>
                <a:gd name="T6" fmla="*/ 42 w 31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9" y="4"/>
                  </a:moveTo>
                  <a:cubicBezTo>
                    <a:pt x="0" y="13"/>
                    <a:pt x="5" y="30"/>
                    <a:pt x="19" y="26"/>
                  </a:cubicBezTo>
                  <a:cubicBezTo>
                    <a:pt x="24" y="25"/>
                    <a:pt x="29" y="20"/>
                    <a:pt x="30" y="15"/>
                  </a:cubicBezTo>
                  <a:cubicBezTo>
                    <a:pt x="31" y="6"/>
                    <a:pt x="24" y="3"/>
                    <a:pt x="17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1" name="Freeform 317">
              <a:extLst>
                <a:ext uri="{FF2B5EF4-FFF2-40B4-BE49-F238E27FC236}">
                  <a16:creationId xmlns:a16="http://schemas.microsoft.com/office/drawing/2014/main" id="{E62AAB48-439F-495D-B7AA-0DDC585A8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592"/>
              <a:ext cx="1" cy="4"/>
            </a:xfrm>
            <a:custGeom>
              <a:avLst/>
              <a:gdLst>
                <a:gd name="T0" fmla="*/ 1 w 1"/>
                <a:gd name="T1" fmla="*/ 7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2" name="Freeform 318">
              <a:extLst>
                <a:ext uri="{FF2B5EF4-FFF2-40B4-BE49-F238E27FC236}">
                  <a16:creationId xmlns:a16="http://schemas.microsoft.com/office/drawing/2014/main" id="{5134193C-F662-4873-A0CC-537FEBA3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583"/>
              <a:ext cx="37" cy="38"/>
            </a:xfrm>
            <a:custGeom>
              <a:avLst/>
              <a:gdLst>
                <a:gd name="T0" fmla="*/ 34 w 28"/>
                <a:gd name="T1" fmla="*/ 0 h 29"/>
                <a:gd name="T2" fmla="*/ 0 w 28"/>
                <a:gd name="T3" fmla="*/ 34 h 29"/>
                <a:gd name="T4" fmla="*/ 34 w 28"/>
                <a:gd name="T5" fmla="*/ 66 h 29"/>
                <a:gd name="T6" fmla="*/ 65 w 28"/>
                <a:gd name="T7" fmla="*/ 4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9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7" y="29"/>
                    <a:pt x="15" y="29"/>
                  </a:cubicBezTo>
                  <a:cubicBezTo>
                    <a:pt x="20" y="29"/>
                    <a:pt x="25" y="26"/>
                    <a:pt x="28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3" name="Oval 319">
              <a:extLst>
                <a:ext uri="{FF2B5EF4-FFF2-40B4-BE49-F238E27FC236}">
                  <a16:creationId xmlns:a16="http://schemas.microsoft.com/office/drawing/2014/main" id="{B3A4FCA7-6FAF-4223-AB08-1B9ED1DB6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1597"/>
              <a:ext cx="10" cy="11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064" name="Freeform 320">
              <a:extLst>
                <a:ext uri="{FF2B5EF4-FFF2-40B4-BE49-F238E27FC236}">
                  <a16:creationId xmlns:a16="http://schemas.microsoft.com/office/drawing/2014/main" id="{40E5DBEE-9D03-4C9A-959D-27501BE50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657"/>
              <a:ext cx="200" cy="32"/>
            </a:xfrm>
            <a:custGeom>
              <a:avLst/>
              <a:gdLst>
                <a:gd name="T0" fmla="*/ 84 w 150"/>
                <a:gd name="T1" fmla="*/ 21 h 24"/>
                <a:gd name="T2" fmla="*/ 0 w 150"/>
                <a:gd name="T3" fmla="*/ 12 h 24"/>
                <a:gd name="T4" fmla="*/ 0 w 150"/>
                <a:gd name="T5" fmla="*/ 12 h 24"/>
                <a:gd name="T6" fmla="*/ 84 w 150"/>
                <a:gd name="T7" fmla="*/ 27 h 24"/>
                <a:gd name="T8" fmla="*/ 356 w 150"/>
                <a:gd name="T9" fmla="*/ 0 h 24"/>
                <a:gd name="T10" fmla="*/ 356 w 150"/>
                <a:gd name="T11" fmla="*/ 0 h 24"/>
                <a:gd name="T12" fmla="*/ 84 w 150"/>
                <a:gd name="T13" fmla="*/ 2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24">
                  <a:moveTo>
                    <a:pt x="35" y="9"/>
                  </a:moveTo>
                  <a:cubicBezTo>
                    <a:pt x="23" y="7"/>
                    <a:pt x="11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0" y="6"/>
                    <a:pt x="22" y="9"/>
                    <a:pt x="35" y="11"/>
                  </a:cubicBezTo>
                  <a:cubicBezTo>
                    <a:pt x="75" y="18"/>
                    <a:pt x="121" y="24"/>
                    <a:pt x="15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22" y="24"/>
                    <a:pt x="75" y="15"/>
                    <a:pt x="35" y="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5" name="Freeform 321">
              <a:extLst>
                <a:ext uri="{FF2B5EF4-FFF2-40B4-BE49-F238E27FC236}">
                  <a16:creationId xmlns:a16="http://schemas.microsoft.com/office/drawing/2014/main" id="{84CAEB63-766F-428C-BBF1-23859FE0C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409"/>
              <a:ext cx="4" cy="11"/>
            </a:xfrm>
            <a:custGeom>
              <a:avLst/>
              <a:gdLst>
                <a:gd name="T0" fmla="*/ 0 w 3"/>
                <a:gd name="T1" fmla="*/ 0 h 8"/>
                <a:gd name="T2" fmla="*/ 7 w 3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0" y="3"/>
                    <a:pt x="0" y="6"/>
                    <a:pt x="3" y="8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6" name="Freeform 322">
              <a:extLst>
                <a:ext uri="{FF2B5EF4-FFF2-40B4-BE49-F238E27FC236}">
                  <a16:creationId xmlns:a16="http://schemas.microsoft.com/office/drawing/2014/main" id="{C6283D4D-49BA-4274-A7A6-5C15568D4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464"/>
              <a:ext cx="20" cy="20"/>
            </a:xfrm>
            <a:custGeom>
              <a:avLst/>
              <a:gdLst>
                <a:gd name="T0" fmla="*/ 1 w 15"/>
                <a:gd name="T1" fmla="*/ 7 h 15"/>
                <a:gd name="T2" fmla="*/ 23 w 15"/>
                <a:gd name="T3" fmla="*/ 28 h 15"/>
                <a:gd name="T4" fmla="*/ 15 w 1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1" y="3"/>
                  </a:moveTo>
                  <a:cubicBezTo>
                    <a:pt x="0" y="7"/>
                    <a:pt x="4" y="15"/>
                    <a:pt x="10" y="12"/>
                  </a:cubicBezTo>
                  <a:cubicBezTo>
                    <a:pt x="15" y="10"/>
                    <a:pt x="7" y="3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7" name="Freeform 323">
              <a:extLst>
                <a:ext uri="{FF2B5EF4-FFF2-40B4-BE49-F238E27FC236}">
                  <a16:creationId xmlns:a16="http://schemas.microsoft.com/office/drawing/2014/main" id="{286FDCEE-0AFB-439B-B6DD-5ED247513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521"/>
              <a:ext cx="5" cy="15"/>
            </a:xfrm>
            <a:custGeom>
              <a:avLst/>
              <a:gdLst>
                <a:gd name="T0" fmla="*/ 0 w 4"/>
                <a:gd name="T1" fmla="*/ 0 h 11"/>
                <a:gd name="T2" fmla="*/ 8 w 4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0" y="4"/>
                    <a:pt x="2" y="8"/>
                    <a:pt x="4" y="1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8" name="Freeform 324">
              <a:extLst>
                <a:ext uri="{FF2B5EF4-FFF2-40B4-BE49-F238E27FC236}">
                  <a16:creationId xmlns:a16="http://schemas.microsoft.com/office/drawing/2014/main" id="{34ED89FA-7A03-4182-B48B-E98FCC580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640"/>
              <a:ext cx="1" cy="13"/>
            </a:xfrm>
            <a:custGeom>
              <a:avLst/>
              <a:gdLst>
                <a:gd name="T0" fmla="*/ 1 w 1"/>
                <a:gd name="T1" fmla="*/ 0 h 10"/>
                <a:gd name="T2" fmla="*/ 1 w 1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4"/>
                    <a:pt x="0" y="7"/>
                    <a:pt x="1" y="1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9" name="Freeform 325">
              <a:extLst>
                <a:ext uri="{FF2B5EF4-FFF2-40B4-BE49-F238E27FC236}">
                  <a16:creationId xmlns:a16="http://schemas.microsoft.com/office/drawing/2014/main" id="{EA1BA4EF-9754-4F16-9159-CB5147FD4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696"/>
              <a:ext cx="1" cy="7"/>
            </a:xfrm>
            <a:custGeom>
              <a:avLst/>
              <a:gdLst>
                <a:gd name="T0" fmla="*/ 0 w 1"/>
                <a:gd name="T1" fmla="*/ 14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0" name="Freeform 326">
              <a:extLst>
                <a:ext uri="{FF2B5EF4-FFF2-40B4-BE49-F238E27FC236}">
                  <a16:creationId xmlns:a16="http://schemas.microsoft.com/office/drawing/2014/main" id="{9077B586-747C-46FF-8307-D8C54905B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751"/>
              <a:ext cx="16" cy="25"/>
            </a:xfrm>
            <a:custGeom>
              <a:avLst/>
              <a:gdLst>
                <a:gd name="T0" fmla="*/ 0 w 12"/>
                <a:gd name="T1" fmla="*/ 9 h 19"/>
                <a:gd name="T2" fmla="*/ 20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4"/>
                  </a:moveTo>
                  <a:cubicBezTo>
                    <a:pt x="3" y="19"/>
                    <a:pt x="12" y="13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1" name="Freeform 327">
              <a:extLst>
                <a:ext uri="{FF2B5EF4-FFF2-40B4-BE49-F238E27FC236}">
                  <a16:creationId xmlns:a16="http://schemas.microsoft.com/office/drawing/2014/main" id="{96D3D900-C4D8-42A5-800C-88667D859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800"/>
              <a:ext cx="21" cy="21"/>
            </a:xfrm>
            <a:custGeom>
              <a:avLst/>
              <a:gdLst>
                <a:gd name="T0" fmla="*/ 0 w 16"/>
                <a:gd name="T1" fmla="*/ 9 h 16"/>
                <a:gd name="T2" fmla="*/ 14 w 16"/>
                <a:gd name="T3" fmla="*/ 29 h 16"/>
                <a:gd name="T4" fmla="*/ 18 w 16"/>
                <a:gd name="T5" fmla="*/ 5 h 16"/>
                <a:gd name="T6" fmla="*/ 37 w 16"/>
                <a:gd name="T7" fmla="*/ 2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4"/>
                  </a:moveTo>
                  <a:cubicBezTo>
                    <a:pt x="0" y="8"/>
                    <a:pt x="0" y="16"/>
                    <a:pt x="6" y="13"/>
                  </a:cubicBezTo>
                  <a:cubicBezTo>
                    <a:pt x="11" y="11"/>
                    <a:pt x="10" y="5"/>
                    <a:pt x="8" y="2"/>
                  </a:cubicBezTo>
                  <a:cubicBezTo>
                    <a:pt x="14" y="0"/>
                    <a:pt x="16" y="8"/>
                    <a:pt x="16" y="1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2" name="Freeform 328">
              <a:extLst>
                <a:ext uri="{FF2B5EF4-FFF2-40B4-BE49-F238E27FC236}">
                  <a16:creationId xmlns:a16="http://schemas.microsoft.com/office/drawing/2014/main" id="{FDB21691-50CD-4167-B744-C68EEC449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853"/>
              <a:ext cx="4" cy="19"/>
            </a:xfrm>
            <a:custGeom>
              <a:avLst/>
              <a:gdLst>
                <a:gd name="T0" fmla="*/ 5 w 3"/>
                <a:gd name="T1" fmla="*/ 0 h 14"/>
                <a:gd name="T2" fmla="*/ 7 w 3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2" y="0"/>
                  </a:moveTo>
                  <a:cubicBezTo>
                    <a:pt x="0" y="4"/>
                    <a:pt x="0" y="10"/>
                    <a:pt x="3" y="14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3" name="Freeform 329">
              <a:extLst>
                <a:ext uri="{FF2B5EF4-FFF2-40B4-BE49-F238E27FC236}">
                  <a16:creationId xmlns:a16="http://schemas.microsoft.com/office/drawing/2014/main" id="{9A837D9B-B72F-466F-AC64-87B5A0524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885"/>
              <a:ext cx="31" cy="31"/>
            </a:xfrm>
            <a:custGeom>
              <a:avLst/>
              <a:gdLst>
                <a:gd name="T0" fmla="*/ 0 w 23"/>
                <a:gd name="T1" fmla="*/ 35 h 23"/>
                <a:gd name="T2" fmla="*/ 30 w 23"/>
                <a:gd name="T3" fmla="*/ 0 h 23"/>
                <a:gd name="T4" fmla="*/ 57 w 23"/>
                <a:gd name="T5" fmla="*/ 3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0" y="14"/>
                  </a:moveTo>
                  <a:cubicBezTo>
                    <a:pt x="4" y="9"/>
                    <a:pt x="7" y="3"/>
                    <a:pt x="12" y="0"/>
                  </a:cubicBezTo>
                  <a:cubicBezTo>
                    <a:pt x="13" y="10"/>
                    <a:pt x="8" y="23"/>
                    <a:pt x="23" y="14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4" name="Freeform 330">
              <a:extLst>
                <a:ext uri="{FF2B5EF4-FFF2-40B4-BE49-F238E27FC236}">
                  <a16:creationId xmlns:a16="http://schemas.microsoft.com/office/drawing/2014/main" id="{1FC4100E-02E8-4A97-8FEA-C73E295BD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017"/>
              <a:ext cx="14" cy="22"/>
            </a:xfrm>
            <a:custGeom>
              <a:avLst/>
              <a:gdLst>
                <a:gd name="T0" fmla="*/ 28 w 10"/>
                <a:gd name="T1" fmla="*/ 32 h 16"/>
                <a:gd name="T2" fmla="*/ 14 w 10"/>
                <a:gd name="T3" fmla="*/ 0 h 16"/>
                <a:gd name="T4" fmla="*/ 1 w 10"/>
                <a:gd name="T5" fmla="*/ 4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12"/>
                  </a:moveTo>
                  <a:cubicBezTo>
                    <a:pt x="9" y="8"/>
                    <a:pt x="9" y="3"/>
                    <a:pt x="5" y="0"/>
                  </a:cubicBezTo>
                  <a:cubicBezTo>
                    <a:pt x="0" y="1"/>
                    <a:pt x="0" y="11"/>
                    <a:pt x="1" y="16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5" name="Freeform 331">
              <a:extLst>
                <a:ext uri="{FF2B5EF4-FFF2-40B4-BE49-F238E27FC236}">
                  <a16:creationId xmlns:a16="http://schemas.microsoft.com/office/drawing/2014/main" id="{CFA17C32-DB90-4E50-BEC5-9E862783D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031"/>
              <a:ext cx="4" cy="18"/>
            </a:xfrm>
            <a:custGeom>
              <a:avLst/>
              <a:gdLst>
                <a:gd name="T0" fmla="*/ 7 w 3"/>
                <a:gd name="T1" fmla="*/ 0 h 14"/>
                <a:gd name="T2" fmla="*/ 0 w 3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5"/>
                    <a:pt x="1" y="9"/>
                    <a:pt x="0" y="14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6" name="Freeform 332">
              <a:extLst>
                <a:ext uri="{FF2B5EF4-FFF2-40B4-BE49-F238E27FC236}">
                  <a16:creationId xmlns:a16="http://schemas.microsoft.com/office/drawing/2014/main" id="{2BB1CCC4-B728-4143-91EB-7ACC3AAF6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055"/>
              <a:ext cx="1" cy="20"/>
            </a:xfrm>
            <a:custGeom>
              <a:avLst/>
              <a:gdLst>
                <a:gd name="T0" fmla="*/ 1 w 1"/>
                <a:gd name="T1" fmla="*/ 0 h 15"/>
                <a:gd name="T2" fmla="*/ 0 w 1"/>
                <a:gd name="T3" fmla="*/ 3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1" y="0"/>
                  </a:moveTo>
                  <a:cubicBezTo>
                    <a:pt x="0" y="5"/>
                    <a:pt x="0" y="10"/>
                    <a:pt x="0" y="15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7" name="Freeform 333">
              <a:extLst>
                <a:ext uri="{FF2B5EF4-FFF2-40B4-BE49-F238E27FC236}">
                  <a16:creationId xmlns:a16="http://schemas.microsoft.com/office/drawing/2014/main" id="{CE0B9915-60D7-43FB-9483-B83EB4A03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085"/>
              <a:ext cx="15" cy="23"/>
            </a:xfrm>
            <a:custGeom>
              <a:avLst/>
              <a:gdLst>
                <a:gd name="T0" fmla="*/ 1 w 11"/>
                <a:gd name="T1" fmla="*/ 0 h 17"/>
                <a:gd name="T2" fmla="*/ 10 w 11"/>
                <a:gd name="T3" fmla="*/ 42 h 17"/>
                <a:gd name="T4" fmla="*/ 2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" y="0"/>
                  </a:moveTo>
                  <a:cubicBezTo>
                    <a:pt x="1" y="6"/>
                    <a:pt x="0" y="12"/>
                    <a:pt x="4" y="17"/>
                  </a:cubicBezTo>
                  <a:cubicBezTo>
                    <a:pt x="10" y="15"/>
                    <a:pt x="11" y="5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8" name="Freeform 334">
              <a:extLst>
                <a:ext uri="{FF2B5EF4-FFF2-40B4-BE49-F238E27FC236}">
                  <a16:creationId xmlns:a16="http://schemas.microsoft.com/office/drawing/2014/main" id="{C30182AD-327C-4E03-A97A-9C6A22D2D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033"/>
              <a:ext cx="28" cy="31"/>
            </a:xfrm>
            <a:custGeom>
              <a:avLst/>
              <a:gdLst>
                <a:gd name="T0" fmla="*/ 48 w 21"/>
                <a:gd name="T1" fmla="*/ 57 h 23"/>
                <a:gd name="T2" fmla="*/ 37 w 21"/>
                <a:gd name="T3" fmla="*/ 24 h 23"/>
                <a:gd name="T4" fmla="*/ 28 w 21"/>
                <a:gd name="T5" fmla="*/ 51 h 23"/>
                <a:gd name="T6" fmla="*/ 5 w 21"/>
                <a:gd name="T7" fmla="*/ 4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3">
                  <a:moveTo>
                    <a:pt x="20" y="23"/>
                  </a:moveTo>
                  <a:cubicBezTo>
                    <a:pt x="21" y="19"/>
                    <a:pt x="19" y="13"/>
                    <a:pt x="16" y="10"/>
                  </a:cubicBezTo>
                  <a:cubicBezTo>
                    <a:pt x="12" y="12"/>
                    <a:pt x="10" y="18"/>
                    <a:pt x="12" y="21"/>
                  </a:cubicBezTo>
                  <a:cubicBezTo>
                    <a:pt x="17" y="10"/>
                    <a:pt x="0" y="0"/>
                    <a:pt x="2" y="17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9" name="Freeform 335">
              <a:extLst>
                <a:ext uri="{FF2B5EF4-FFF2-40B4-BE49-F238E27FC236}">
                  <a16:creationId xmlns:a16="http://schemas.microsoft.com/office/drawing/2014/main" id="{481A8EE0-8A6F-4504-B081-1A8DF7F0A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077"/>
              <a:ext cx="1" cy="22"/>
            </a:xfrm>
            <a:custGeom>
              <a:avLst/>
              <a:gdLst>
                <a:gd name="T0" fmla="*/ 0 w 1"/>
                <a:gd name="T1" fmla="*/ 0 h 16"/>
                <a:gd name="T2" fmla="*/ 1 w 1"/>
                <a:gd name="T3" fmla="*/ 4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0" y="0"/>
                  </a:moveTo>
                  <a:cubicBezTo>
                    <a:pt x="0" y="6"/>
                    <a:pt x="0" y="11"/>
                    <a:pt x="1" y="16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0" name="Freeform 336">
              <a:extLst>
                <a:ext uri="{FF2B5EF4-FFF2-40B4-BE49-F238E27FC236}">
                  <a16:creationId xmlns:a16="http://schemas.microsoft.com/office/drawing/2014/main" id="{7D325A80-AD68-4DE1-94C6-33CEE0F22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952"/>
              <a:ext cx="18" cy="27"/>
            </a:xfrm>
            <a:custGeom>
              <a:avLst/>
              <a:gdLst>
                <a:gd name="T0" fmla="*/ 15 w 14"/>
                <a:gd name="T1" fmla="*/ 49 h 20"/>
                <a:gd name="T2" fmla="*/ 30 w 14"/>
                <a:gd name="T3" fmla="*/ 27 h 20"/>
                <a:gd name="T4" fmla="*/ 8 w 14"/>
                <a:gd name="T5" fmla="*/ 35 h 20"/>
                <a:gd name="T6" fmla="*/ 24 w 14"/>
                <a:gd name="T7" fmla="*/ 5 h 20"/>
                <a:gd name="T8" fmla="*/ 0 w 14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7" y="20"/>
                  </a:moveTo>
                  <a:cubicBezTo>
                    <a:pt x="11" y="19"/>
                    <a:pt x="14" y="15"/>
                    <a:pt x="14" y="11"/>
                  </a:cubicBezTo>
                  <a:cubicBezTo>
                    <a:pt x="11" y="11"/>
                    <a:pt x="7" y="13"/>
                    <a:pt x="4" y="14"/>
                  </a:cubicBezTo>
                  <a:cubicBezTo>
                    <a:pt x="8" y="11"/>
                    <a:pt x="12" y="7"/>
                    <a:pt x="12" y="2"/>
                  </a:cubicBezTo>
                  <a:cubicBezTo>
                    <a:pt x="8" y="0"/>
                    <a:pt x="3" y="2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1" name="Freeform 337">
              <a:extLst>
                <a:ext uri="{FF2B5EF4-FFF2-40B4-BE49-F238E27FC236}">
                  <a16:creationId xmlns:a16="http://schemas.microsoft.com/office/drawing/2014/main" id="{C1EE8923-AF8E-4B04-BC8F-CC80F8F76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964"/>
              <a:ext cx="7" cy="24"/>
            </a:xfrm>
            <a:custGeom>
              <a:avLst/>
              <a:gdLst>
                <a:gd name="T0" fmla="*/ 1 w 5"/>
                <a:gd name="T1" fmla="*/ 7 h 18"/>
                <a:gd name="T2" fmla="*/ 14 w 5"/>
                <a:gd name="T3" fmla="*/ 43 h 18"/>
                <a:gd name="T4" fmla="*/ 11 w 5"/>
                <a:gd name="T5" fmla="*/ 27 h 18"/>
                <a:gd name="T6" fmla="*/ 0 w 5"/>
                <a:gd name="T7" fmla="*/ 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8">
                  <a:moveTo>
                    <a:pt x="1" y="3"/>
                  </a:moveTo>
                  <a:cubicBezTo>
                    <a:pt x="3" y="8"/>
                    <a:pt x="3" y="13"/>
                    <a:pt x="5" y="18"/>
                  </a:cubicBezTo>
                  <a:cubicBezTo>
                    <a:pt x="5" y="16"/>
                    <a:pt x="5" y="14"/>
                    <a:pt x="4" y="11"/>
                  </a:cubicBezTo>
                  <a:cubicBezTo>
                    <a:pt x="4" y="9"/>
                    <a:pt x="2" y="0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2" name="Freeform 338">
              <a:extLst>
                <a:ext uri="{FF2B5EF4-FFF2-40B4-BE49-F238E27FC236}">
                  <a16:creationId xmlns:a16="http://schemas.microsoft.com/office/drawing/2014/main" id="{9BED8075-7749-4CB6-905A-8F5F61916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955"/>
              <a:ext cx="13" cy="6"/>
            </a:xfrm>
            <a:custGeom>
              <a:avLst/>
              <a:gdLst>
                <a:gd name="T0" fmla="*/ 0 w 10"/>
                <a:gd name="T1" fmla="*/ 6 h 5"/>
                <a:gd name="T2" fmla="*/ 22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1" y="5"/>
                    <a:pt x="6" y="2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3" name="Freeform 339">
              <a:extLst>
                <a:ext uri="{FF2B5EF4-FFF2-40B4-BE49-F238E27FC236}">
                  <a16:creationId xmlns:a16="http://schemas.microsoft.com/office/drawing/2014/main" id="{50A183E7-1613-420D-A7C2-61369C0C6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965"/>
              <a:ext cx="8" cy="16"/>
            </a:xfrm>
            <a:custGeom>
              <a:avLst/>
              <a:gdLst>
                <a:gd name="T0" fmla="*/ 1 w 6"/>
                <a:gd name="T1" fmla="*/ 1 h 12"/>
                <a:gd name="T2" fmla="*/ 0 w 6"/>
                <a:gd name="T3" fmla="*/ 0 h 12"/>
                <a:gd name="T4" fmla="*/ 15 w 6"/>
                <a:gd name="T5" fmla="*/ 2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1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5"/>
                    <a:pt x="3" y="9"/>
                    <a:pt x="6" y="1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4" name="Freeform 340">
              <a:extLst>
                <a:ext uri="{FF2B5EF4-FFF2-40B4-BE49-F238E27FC236}">
                  <a16:creationId xmlns:a16="http://schemas.microsoft.com/office/drawing/2014/main" id="{A1987F90-6FBC-4B14-811C-F3CAE5B9E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379"/>
              <a:ext cx="11" cy="58"/>
            </a:xfrm>
            <a:custGeom>
              <a:avLst/>
              <a:gdLst>
                <a:gd name="T0" fmla="*/ 21 w 8"/>
                <a:gd name="T1" fmla="*/ 0 h 44"/>
                <a:gd name="T2" fmla="*/ 8 w 8"/>
                <a:gd name="T3" fmla="*/ 100 h 44"/>
                <a:gd name="T4" fmla="*/ 14 w 8"/>
                <a:gd name="T5" fmla="*/ 16 h 44"/>
                <a:gd name="T6" fmla="*/ 11 w 8"/>
                <a:gd name="T7" fmla="*/ 96 h 44"/>
                <a:gd name="T8" fmla="*/ 8 w 8"/>
                <a:gd name="T9" fmla="*/ 8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4">
                  <a:moveTo>
                    <a:pt x="8" y="0"/>
                  </a:moveTo>
                  <a:cubicBezTo>
                    <a:pt x="2" y="14"/>
                    <a:pt x="4" y="30"/>
                    <a:pt x="3" y="44"/>
                  </a:cubicBezTo>
                  <a:cubicBezTo>
                    <a:pt x="0" y="32"/>
                    <a:pt x="4" y="19"/>
                    <a:pt x="5" y="7"/>
                  </a:cubicBezTo>
                  <a:cubicBezTo>
                    <a:pt x="7" y="18"/>
                    <a:pt x="1" y="30"/>
                    <a:pt x="4" y="42"/>
                  </a:cubicBezTo>
                  <a:cubicBezTo>
                    <a:pt x="3" y="40"/>
                    <a:pt x="3" y="39"/>
                    <a:pt x="3" y="37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5" name="Freeform 341">
              <a:extLst>
                <a:ext uri="{FF2B5EF4-FFF2-40B4-BE49-F238E27FC236}">
                  <a16:creationId xmlns:a16="http://schemas.microsoft.com/office/drawing/2014/main" id="{1658DB3A-886E-418A-9F94-F34132B14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408"/>
              <a:ext cx="3" cy="28"/>
            </a:xfrm>
            <a:custGeom>
              <a:avLst/>
              <a:gdLst>
                <a:gd name="T0" fmla="*/ 0 w 2"/>
                <a:gd name="T1" fmla="*/ 0 h 21"/>
                <a:gd name="T2" fmla="*/ 8 w 2"/>
                <a:gd name="T3" fmla="*/ 4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0" y="0"/>
                  </a:moveTo>
                  <a:cubicBezTo>
                    <a:pt x="0" y="7"/>
                    <a:pt x="1" y="16"/>
                    <a:pt x="2" y="2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6" name="Freeform 342">
              <a:extLst>
                <a:ext uri="{FF2B5EF4-FFF2-40B4-BE49-F238E27FC236}">
                  <a16:creationId xmlns:a16="http://schemas.microsoft.com/office/drawing/2014/main" id="{E75C3221-F8D4-4828-8986-D344E3EA2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357"/>
              <a:ext cx="26" cy="30"/>
            </a:xfrm>
            <a:custGeom>
              <a:avLst/>
              <a:gdLst>
                <a:gd name="T0" fmla="*/ 7 w 19"/>
                <a:gd name="T1" fmla="*/ 34 h 22"/>
                <a:gd name="T2" fmla="*/ 40 w 19"/>
                <a:gd name="T3" fmla="*/ 41 h 22"/>
                <a:gd name="T4" fmla="*/ 0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3" y="13"/>
                  </a:moveTo>
                  <a:cubicBezTo>
                    <a:pt x="5" y="17"/>
                    <a:pt x="12" y="22"/>
                    <a:pt x="15" y="16"/>
                  </a:cubicBezTo>
                  <a:cubicBezTo>
                    <a:pt x="19" y="10"/>
                    <a:pt x="5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7" name="Freeform 343">
              <a:extLst>
                <a:ext uri="{FF2B5EF4-FFF2-40B4-BE49-F238E27FC236}">
                  <a16:creationId xmlns:a16="http://schemas.microsoft.com/office/drawing/2014/main" id="{546C9C17-64FF-4E41-97B9-4EA5E7267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539"/>
              <a:ext cx="28" cy="32"/>
            </a:xfrm>
            <a:custGeom>
              <a:avLst/>
              <a:gdLst>
                <a:gd name="T0" fmla="*/ 37 w 21"/>
                <a:gd name="T1" fmla="*/ 57 h 24"/>
                <a:gd name="T2" fmla="*/ 49 w 21"/>
                <a:gd name="T3" fmla="*/ 33 h 24"/>
                <a:gd name="T4" fmla="*/ 21 w 21"/>
                <a:gd name="T5" fmla="*/ 33 h 24"/>
                <a:gd name="T6" fmla="*/ 48 w 21"/>
                <a:gd name="T7" fmla="*/ 15 h 24"/>
                <a:gd name="T8" fmla="*/ 0 w 21"/>
                <a:gd name="T9" fmla="*/ 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">
                  <a:moveTo>
                    <a:pt x="16" y="24"/>
                  </a:moveTo>
                  <a:cubicBezTo>
                    <a:pt x="18" y="21"/>
                    <a:pt x="21" y="18"/>
                    <a:pt x="21" y="14"/>
                  </a:cubicBezTo>
                  <a:cubicBezTo>
                    <a:pt x="17" y="13"/>
                    <a:pt x="13" y="15"/>
                    <a:pt x="9" y="14"/>
                  </a:cubicBezTo>
                  <a:cubicBezTo>
                    <a:pt x="13" y="12"/>
                    <a:pt x="18" y="10"/>
                    <a:pt x="20" y="6"/>
                  </a:cubicBezTo>
                  <a:cubicBezTo>
                    <a:pt x="17" y="0"/>
                    <a:pt x="5" y="4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8" name="Freeform 344">
              <a:extLst>
                <a:ext uri="{FF2B5EF4-FFF2-40B4-BE49-F238E27FC236}">
                  <a16:creationId xmlns:a16="http://schemas.microsoft.com/office/drawing/2014/main" id="{886AE1B9-48D2-4D94-B61E-3106A5F5D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944"/>
              <a:ext cx="13" cy="20"/>
            </a:xfrm>
            <a:custGeom>
              <a:avLst/>
              <a:gdLst>
                <a:gd name="T0" fmla="*/ 0 w 10"/>
                <a:gd name="T1" fmla="*/ 36 h 15"/>
                <a:gd name="T2" fmla="*/ 22 w 1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15"/>
                  </a:moveTo>
                  <a:cubicBezTo>
                    <a:pt x="3" y="10"/>
                    <a:pt x="6" y="4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9" name="Freeform 345">
              <a:extLst>
                <a:ext uri="{FF2B5EF4-FFF2-40B4-BE49-F238E27FC236}">
                  <a16:creationId xmlns:a16="http://schemas.microsoft.com/office/drawing/2014/main" id="{D19238FE-9520-429D-A36C-64340DEA2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981"/>
              <a:ext cx="31" cy="62"/>
            </a:xfrm>
            <a:custGeom>
              <a:avLst/>
              <a:gdLst>
                <a:gd name="T0" fmla="*/ 20 w 23"/>
                <a:gd name="T1" fmla="*/ 113 h 46"/>
                <a:gd name="T2" fmla="*/ 43 w 23"/>
                <a:gd name="T3" fmla="*/ 98 h 46"/>
                <a:gd name="T4" fmla="*/ 20 w 23"/>
                <a:gd name="T5" fmla="*/ 93 h 46"/>
                <a:gd name="T6" fmla="*/ 51 w 23"/>
                <a:gd name="T7" fmla="*/ 57 h 46"/>
                <a:gd name="T8" fmla="*/ 7 w 23"/>
                <a:gd name="T9" fmla="*/ 62 h 46"/>
                <a:gd name="T10" fmla="*/ 30 w 23"/>
                <a:gd name="T11" fmla="*/ 24 h 46"/>
                <a:gd name="T12" fmla="*/ 0 w 23"/>
                <a:gd name="T13" fmla="*/ 24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6">
                  <a:moveTo>
                    <a:pt x="8" y="46"/>
                  </a:moveTo>
                  <a:cubicBezTo>
                    <a:pt x="12" y="45"/>
                    <a:pt x="17" y="44"/>
                    <a:pt x="18" y="40"/>
                  </a:cubicBezTo>
                  <a:cubicBezTo>
                    <a:pt x="15" y="38"/>
                    <a:pt x="11" y="37"/>
                    <a:pt x="8" y="38"/>
                  </a:cubicBezTo>
                  <a:cubicBezTo>
                    <a:pt x="11" y="35"/>
                    <a:pt x="23" y="28"/>
                    <a:pt x="21" y="23"/>
                  </a:cubicBezTo>
                  <a:cubicBezTo>
                    <a:pt x="18" y="17"/>
                    <a:pt x="7" y="24"/>
                    <a:pt x="3" y="25"/>
                  </a:cubicBezTo>
                  <a:cubicBezTo>
                    <a:pt x="4" y="19"/>
                    <a:pt x="12" y="16"/>
                    <a:pt x="12" y="10"/>
                  </a:cubicBezTo>
                  <a:cubicBezTo>
                    <a:pt x="12" y="0"/>
                    <a:pt x="4" y="6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0" name="Freeform 346">
              <a:extLst>
                <a:ext uri="{FF2B5EF4-FFF2-40B4-BE49-F238E27FC236}">
                  <a16:creationId xmlns:a16="http://schemas.microsoft.com/office/drawing/2014/main" id="{3CAADB22-BB84-47B2-AB93-E8ABA62E1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995"/>
              <a:ext cx="28" cy="46"/>
            </a:xfrm>
            <a:custGeom>
              <a:avLst/>
              <a:gdLst>
                <a:gd name="T0" fmla="*/ 5 w 21"/>
                <a:gd name="T1" fmla="*/ 78 h 35"/>
                <a:gd name="T2" fmla="*/ 33 w 21"/>
                <a:gd name="T3" fmla="*/ 71 h 35"/>
                <a:gd name="T4" fmla="*/ 0 w 21"/>
                <a:gd name="T5" fmla="*/ 51 h 35"/>
                <a:gd name="T6" fmla="*/ 43 w 21"/>
                <a:gd name="T7" fmla="*/ 34 h 35"/>
                <a:gd name="T8" fmla="*/ 9 w 21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5">
                  <a:moveTo>
                    <a:pt x="2" y="34"/>
                  </a:moveTo>
                  <a:cubicBezTo>
                    <a:pt x="7" y="33"/>
                    <a:pt x="11" y="35"/>
                    <a:pt x="14" y="31"/>
                  </a:cubicBezTo>
                  <a:cubicBezTo>
                    <a:pt x="12" y="26"/>
                    <a:pt x="5" y="24"/>
                    <a:pt x="0" y="23"/>
                  </a:cubicBezTo>
                  <a:cubicBezTo>
                    <a:pt x="3" y="16"/>
                    <a:pt x="16" y="20"/>
                    <a:pt x="18" y="15"/>
                  </a:cubicBezTo>
                  <a:cubicBezTo>
                    <a:pt x="21" y="8"/>
                    <a:pt x="8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1" name="Freeform 347">
              <a:extLst>
                <a:ext uri="{FF2B5EF4-FFF2-40B4-BE49-F238E27FC236}">
                  <a16:creationId xmlns:a16="http://schemas.microsoft.com/office/drawing/2014/main" id="{6664538E-DC3C-4F8F-8854-42AF0630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952"/>
              <a:ext cx="12" cy="11"/>
            </a:xfrm>
            <a:custGeom>
              <a:avLst/>
              <a:gdLst>
                <a:gd name="T0" fmla="*/ 0 w 9"/>
                <a:gd name="T1" fmla="*/ 0 h 8"/>
                <a:gd name="T2" fmla="*/ 21 w 9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4" y="0"/>
                    <a:pt x="6" y="5"/>
                    <a:pt x="9" y="8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2" name="Freeform 348">
              <a:extLst>
                <a:ext uri="{FF2B5EF4-FFF2-40B4-BE49-F238E27FC236}">
                  <a16:creationId xmlns:a16="http://schemas.microsoft.com/office/drawing/2014/main" id="{81FFC524-BC15-4584-94D3-9CB6A6C4E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2789"/>
              <a:ext cx="12" cy="8"/>
            </a:xfrm>
            <a:custGeom>
              <a:avLst/>
              <a:gdLst>
                <a:gd name="T0" fmla="*/ 0 w 9"/>
                <a:gd name="T1" fmla="*/ 0 h 6"/>
                <a:gd name="T2" fmla="*/ 21 w 9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1" y="4"/>
                    <a:pt x="6" y="6"/>
                    <a:pt x="9" y="5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3" name="Freeform 349">
              <a:extLst>
                <a:ext uri="{FF2B5EF4-FFF2-40B4-BE49-F238E27FC236}">
                  <a16:creationId xmlns:a16="http://schemas.microsoft.com/office/drawing/2014/main" id="{D036B4A1-6C67-46D3-814D-5C8F430D6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695"/>
              <a:ext cx="27" cy="41"/>
            </a:xfrm>
            <a:custGeom>
              <a:avLst/>
              <a:gdLst>
                <a:gd name="T0" fmla="*/ 9 w 20"/>
                <a:gd name="T1" fmla="*/ 71 h 31"/>
                <a:gd name="T2" fmla="*/ 0 w 20"/>
                <a:gd name="T3" fmla="*/ 29 h 31"/>
                <a:gd name="T4" fmla="*/ 30 w 20"/>
                <a:gd name="T5" fmla="*/ 56 h 31"/>
                <a:gd name="T6" fmla="*/ 30 w 2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1">
                  <a:moveTo>
                    <a:pt x="4" y="31"/>
                  </a:moveTo>
                  <a:cubicBezTo>
                    <a:pt x="1" y="25"/>
                    <a:pt x="0" y="20"/>
                    <a:pt x="0" y="13"/>
                  </a:cubicBezTo>
                  <a:cubicBezTo>
                    <a:pt x="4" y="15"/>
                    <a:pt x="8" y="25"/>
                    <a:pt x="12" y="24"/>
                  </a:cubicBezTo>
                  <a:cubicBezTo>
                    <a:pt x="20" y="22"/>
                    <a:pt x="13" y="4"/>
                    <a:pt x="12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4" name="Freeform 350">
              <a:extLst>
                <a:ext uri="{FF2B5EF4-FFF2-40B4-BE49-F238E27FC236}">
                  <a16:creationId xmlns:a16="http://schemas.microsoft.com/office/drawing/2014/main" id="{5FE895B2-3BE6-46A8-93A5-96A2FE119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3965"/>
              <a:ext cx="23" cy="26"/>
            </a:xfrm>
            <a:custGeom>
              <a:avLst/>
              <a:gdLst>
                <a:gd name="T0" fmla="*/ 5 w 17"/>
                <a:gd name="T1" fmla="*/ 26 h 19"/>
                <a:gd name="T2" fmla="*/ 20 w 17"/>
                <a:gd name="T3" fmla="*/ 47 h 19"/>
                <a:gd name="T4" fmla="*/ 26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2" y="10"/>
                  </a:moveTo>
                  <a:cubicBezTo>
                    <a:pt x="0" y="15"/>
                    <a:pt x="4" y="19"/>
                    <a:pt x="8" y="18"/>
                  </a:cubicBezTo>
                  <a:cubicBezTo>
                    <a:pt x="17" y="16"/>
                    <a:pt x="12" y="5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5" name="Freeform 351">
              <a:extLst>
                <a:ext uri="{FF2B5EF4-FFF2-40B4-BE49-F238E27FC236}">
                  <a16:creationId xmlns:a16="http://schemas.microsoft.com/office/drawing/2014/main" id="{42D47AE6-4355-4D6A-AB36-2ECE9498E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995"/>
              <a:ext cx="10" cy="17"/>
            </a:xfrm>
            <a:custGeom>
              <a:avLst/>
              <a:gdLst>
                <a:gd name="T0" fmla="*/ 0 w 8"/>
                <a:gd name="T1" fmla="*/ 0 h 13"/>
                <a:gd name="T2" fmla="*/ 16 w 8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3" y="5"/>
                    <a:pt x="5" y="9"/>
                    <a:pt x="8" y="13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6" name="Freeform 352">
              <a:extLst>
                <a:ext uri="{FF2B5EF4-FFF2-40B4-BE49-F238E27FC236}">
                  <a16:creationId xmlns:a16="http://schemas.microsoft.com/office/drawing/2014/main" id="{B196C6D0-F950-4BBC-832E-FED7FCC65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4007"/>
              <a:ext cx="13" cy="21"/>
            </a:xfrm>
            <a:custGeom>
              <a:avLst/>
              <a:gdLst>
                <a:gd name="T0" fmla="*/ 0 w 10"/>
                <a:gd name="T1" fmla="*/ 24 h 16"/>
                <a:gd name="T2" fmla="*/ 21 w 10"/>
                <a:gd name="T3" fmla="*/ 34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11"/>
                  </a:moveTo>
                  <a:cubicBezTo>
                    <a:pt x="2" y="14"/>
                    <a:pt x="5" y="16"/>
                    <a:pt x="9" y="15"/>
                  </a:cubicBezTo>
                  <a:cubicBezTo>
                    <a:pt x="10" y="9"/>
                    <a:pt x="6" y="4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7" name="Freeform 353">
              <a:extLst>
                <a:ext uri="{FF2B5EF4-FFF2-40B4-BE49-F238E27FC236}">
                  <a16:creationId xmlns:a16="http://schemas.microsoft.com/office/drawing/2014/main" id="{CB197A5E-5F8E-419B-B843-BDEA04ACB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4012"/>
              <a:ext cx="9" cy="12"/>
            </a:xfrm>
            <a:custGeom>
              <a:avLst/>
              <a:gdLst>
                <a:gd name="T0" fmla="*/ 5 w 6"/>
                <a:gd name="T1" fmla="*/ 0 h 9"/>
                <a:gd name="T2" fmla="*/ 21 w 6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0" y="4"/>
                    <a:pt x="3" y="7"/>
                    <a:pt x="6" y="9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8" name="Freeform 354">
              <a:extLst>
                <a:ext uri="{FF2B5EF4-FFF2-40B4-BE49-F238E27FC236}">
                  <a16:creationId xmlns:a16="http://schemas.microsoft.com/office/drawing/2014/main" id="{06D96898-1503-45A2-A58C-1240BFA9D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929"/>
              <a:ext cx="11" cy="7"/>
            </a:xfrm>
            <a:custGeom>
              <a:avLst/>
              <a:gdLst>
                <a:gd name="T0" fmla="*/ 0 w 8"/>
                <a:gd name="T1" fmla="*/ 14 h 5"/>
                <a:gd name="T2" fmla="*/ 21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2"/>
                    <a:pt x="4" y="1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9" name="Freeform 355">
              <a:extLst>
                <a:ext uri="{FF2B5EF4-FFF2-40B4-BE49-F238E27FC236}">
                  <a16:creationId xmlns:a16="http://schemas.microsoft.com/office/drawing/2014/main" id="{DEA0B676-4342-402B-9D29-783F46D2B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4009"/>
              <a:ext cx="31" cy="24"/>
            </a:xfrm>
            <a:custGeom>
              <a:avLst/>
              <a:gdLst>
                <a:gd name="T0" fmla="*/ 20 w 23"/>
                <a:gd name="T1" fmla="*/ 43 h 18"/>
                <a:gd name="T2" fmla="*/ 0 w 23"/>
                <a:gd name="T3" fmla="*/ 2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8">
                  <a:moveTo>
                    <a:pt x="8" y="18"/>
                  </a:moveTo>
                  <a:cubicBezTo>
                    <a:pt x="23" y="6"/>
                    <a:pt x="8" y="0"/>
                    <a:pt x="0" y="1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0" name="Freeform 356">
              <a:extLst>
                <a:ext uri="{FF2B5EF4-FFF2-40B4-BE49-F238E27FC236}">
                  <a16:creationId xmlns:a16="http://schemas.microsoft.com/office/drawing/2014/main" id="{68EF1D83-55A9-4CAD-B80D-074428050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636"/>
              <a:ext cx="20" cy="7"/>
            </a:xfrm>
            <a:custGeom>
              <a:avLst/>
              <a:gdLst>
                <a:gd name="T0" fmla="*/ 36 w 15"/>
                <a:gd name="T1" fmla="*/ 8 h 5"/>
                <a:gd name="T2" fmla="*/ 0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15" y="3"/>
                  </a:moveTo>
                  <a:cubicBezTo>
                    <a:pt x="10" y="5"/>
                    <a:pt x="4" y="4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1" name="Freeform 357">
              <a:extLst>
                <a:ext uri="{FF2B5EF4-FFF2-40B4-BE49-F238E27FC236}">
                  <a16:creationId xmlns:a16="http://schemas.microsoft.com/office/drawing/2014/main" id="{9770A277-B558-45CC-98D7-1272CB63A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653"/>
              <a:ext cx="12" cy="6"/>
            </a:xfrm>
            <a:custGeom>
              <a:avLst/>
              <a:gdLst>
                <a:gd name="T0" fmla="*/ 0 w 9"/>
                <a:gd name="T1" fmla="*/ 0 h 4"/>
                <a:gd name="T2" fmla="*/ 21 w 9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2" y="3"/>
                    <a:pt x="6" y="4"/>
                    <a:pt x="9" y="4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2" name="Freeform 358">
              <a:extLst>
                <a:ext uri="{FF2B5EF4-FFF2-40B4-BE49-F238E27FC236}">
                  <a16:creationId xmlns:a16="http://schemas.microsoft.com/office/drawing/2014/main" id="{9CD70B03-9EDD-46C1-B45B-A7720C09B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665"/>
              <a:ext cx="12" cy="2"/>
            </a:xfrm>
            <a:custGeom>
              <a:avLst/>
              <a:gdLst>
                <a:gd name="T0" fmla="*/ 0 w 9"/>
                <a:gd name="T1" fmla="*/ 0 h 1"/>
                <a:gd name="T2" fmla="*/ 21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1"/>
                    <a:pt x="6" y="1"/>
                    <a:pt x="9" y="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3" name="Freeform 359">
              <a:extLst>
                <a:ext uri="{FF2B5EF4-FFF2-40B4-BE49-F238E27FC236}">
                  <a16:creationId xmlns:a16="http://schemas.microsoft.com/office/drawing/2014/main" id="{7141E99E-C3EC-41D6-9928-5CB0B72B0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537"/>
              <a:ext cx="20" cy="30"/>
            </a:xfrm>
            <a:custGeom>
              <a:avLst/>
              <a:gdLst>
                <a:gd name="T0" fmla="*/ 5 w 15"/>
                <a:gd name="T1" fmla="*/ 34 h 22"/>
                <a:gd name="T2" fmla="*/ 31 w 15"/>
                <a:gd name="T3" fmla="*/ 37 h 22"/>
                <a:gd name="T4" fmla="*/ 0 w 1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2" y="13"/>
                  </a:moveTo>
                  <a:cubicBezTo>
                    <a:pt x="4" y="16"/>
                    <a:pt x="10" y="22"/>
                    <a:pt x="13" y="15"/>
                  </a:cubicBezTo>
                  <a:cubicBezTo>
                    <a:pt x="15" y="10"/>
                    <a:pt x="3" y="4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4" name="Freeform 360">
              <a:extLst>
                <a:ext uri="{FF2B5EF4-FFF2-40B4-BE49-F238E27FC236}">
                  <a16:creationId xmlns:a16="http://schemas.microsoft.com/office/drawing/2014/main" id="{7D14BB03-5816-4C53-B604-7E83271F0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163"/>
              <a:ext cx="21" cy="36"/>
            </a:xfrm>
            <a:custGeom>
              <a:avLst/>
              <a:gdLst>
                <a:gd name="T0" fmla="*/ 34 w 16"/>
                <a:gd name="T1" fmla="*/ 64 h 27"/>
                <a:gd name="T2" fmla="*/ 9 w 16"/>
                <a:gd name="T3" fmla="*/ 36 h 27"/>
                <a:gd name="T4" fmla="*/ 37 w 16"/>
                <a:gd name="T5" fmla="*/ 36 h 27"/>
                <a:gd name="T6" fmla="*/ 0 w 1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7">
                  <a:moveTo>
                    <a:pt x="15" y="27"/>
                  </a:moveTo>
                  <a:cubicBezTo>
                    <a:pt x="12" y="22"/>
                    <a:pt x="0" y="23"/>
                    <a:pt x="4" y="15"/>
                  </a:cubicBezTo>
                  <a:cubicBezTo>
                    <a:pt x="8" y="16"/>
                    <a:pt x="12" y="18"/>
                    <a:pt x="16" y="15"/>
                  </a:cubicBezTo>
                  <a:cubicBezTo>
                    <a:pt x="15" y="8"/>
                    <a:pt x="5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5" name="Freeform 361">
              <a:extLst>
                <a:ext uri="{FF2B5EF4-FFF2-40B4-BE49-F238E27FC236}">
                  <a16:creationId xmlns:a16="http://schemas.microsoft.com/office/drawing/2014/main" id="{A791C2A4-9275-4C07-9F29-0AC1C2910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27"/>
              <a:ext cx="16" cy="5"/>
            </a:xfrm>
            <a:custGeom>
              <a:avLst/>
              <a:gdLst>
                <a:gd name="T0" fmla="*/ 28 w 12"/>
                <a:gd name="T1" fmla="*/ 8 h 4"/>
                <a:gd name="T2" fmla="*/ 0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8" y="3"/>
                    <a:pt x="4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6" name="Freeform 362">
              <a:extLst>
                <a:ext uri="{FF2B5EF4-FFF2-40B4-BE49-F238E27FC236}">
                  <a16:creationId xmlns:a16="http://schemas.microsoft.com/office/drawing/2014/main" id="{BA5CA053-F7D3-4594-BB4F-54A23B768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112"/>
              <a:ext cx="22" cy="15"/>
            </a:xfrm>
            <a:custGeom>
              <a:avLst/>
              <a:gdLst>
                <a:gd name="T0" fmla="*/ 41 w 16"/>
                <a:gd name="T1" fmla="*/ 27 h 11"/>
                <a:gd name="T2" fmla="*/ 0 w 16"/>
                <a:gd name="T3" fmla="*/ 19 h 11"/>
                <a:gd name="T4" fmla="*/ 36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6" y="11"/>
                  </a:moveTo>
                  <a:cubicBezTo>
                    <a:pt x="11" y="9"/>
                    <a:pt x="5" y="10"/>
                    <a:pt x="0" y="7"/>
                  </a:cubicBezTo>
                  <a:cubicBezTo>
                    <a:pt x="3" y="3"/>
                    <a:pt x="9" y="2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7" name="Freeform 363">
              <a:extLst>
                <a:ext uri="{FF2B5EF4-FFF2-40B4-BE49-F238E27FC236}">
                  <a16:creationId xmlns:a16="http://schemas.microsoft.com/office/drawing/2014/main" id="{F78D7C40-DA23-4CFF-AAB4-86AE3F5D5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855"/>
              <a:ext cx="31" cy="45"/>
            </a:xfrm>
            <a:custGeom>
              <a:avLst/>
              <a:gdLst>
                <a:gd name="T0" fmla="*/ 30 w 23"/>
                <a:gd name="T1" fmla="*/ 79 h 34"/>
                <a:gd name="T2" fmla="*/ 7 w 23"/>
                <a:gd name="T3" fmla="*/ 74 h 34"/>
                <a:gd name="T4" fmla="*/ 40 w 23"/>
                <a:gd name="T5" fmla="*/ 64 h 34"/>
                <a:gd name="T6" fmla="*/ 0 w 23"/>
                <a:gd name="T7" fmla="*/ 28 h 34"/>
                <a:gd name="T8" fmla="*/ 47 w 23"/>
                <a:gd name="T9" fmla="*/ 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12" y="34"/>
                  </a:moveTo>
                  <a:cubicBezTo>
                    <a:pt x="9" y="33"/>
                    <a:pt x="6" y="33"/>
                    <a:pt x="3" y="32"/>
                  </a:cubicBezTo>
                  <a:cubicBezTo>
                    <a:pt x="3" y="25"/>
                    <a:pt x="12" y="31"/>
                    <a:pt x="16" y="27"/>
                  </a:cubicBezTo>
                  <a:cubicBezTo>
                    <a:pt x="23" y="19"/>
                    <a:pt x="7" y="11"/>
                    <a:pt x="0" y="12"/>
                  </a:cubicBezTo>
                  <a:cubicBezTo>
                    <a:pt x="6" y="10"/>
                    <a:pt x="13" y="0"/>
                    <a:pt x="19" y="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8" name="Freeform 364">
              <a:extLst>
                <a:ext uri="{FF2B5EF4-FFF2-40B4-BE49-F238E27FC236}">
                  <a16:creationId xmlns:a16="http://schemas.microsoft.com/office/drawing/2014/main" id="{E40FF6AA-1B63-4B45-82A2-044EF96B2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748"/>
              <a:ext cx="16" cy="15"/>
            </a:xfrm>
            <a:custGeom>
              <a:avLst/>
              <a:gdLst>
                <a:gd name="T0" fmla="*/ 28 w 12"/>
                <a:gd name="T1" fmla="*/ 19 h 11"/>
                <a:gd name="T2" fmla="*/ 20 w 12"/>
                <a:gd name="T3" fmla="*/ 26 h 11"/>
                <a:gd name="T4" fmla="*/ 7 w 12"/>
                <a:gd name="T5" fmla="*/ 22 h 11"/>
                <a:gd name="T6" fmla="*/ 23 w 12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12" y="7"/>
                  </a:moveTo>
                  <a:cubicBezTo>
                    <a:pt x="11" y="7"/>
                    <a:pt x="10" y="10"/>
                    <a:pt x="8" y="10"/>
                  </a:cubicBezTo>
                  <a:cubicBezTo>
                    <a:pt x="6" y="11"/>
                    <a:pt x="4" y="11"/>
                    <a:pt x="3" y="9"/>
                  </a:cubicBezTo>
                  <a:cubicBezTo>
                    <a:pt x="0" y="4"/>
                    <a:pt x="10" y="4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4755" name="human-nervous-system-illustration">
            <a:extLst>
              <a:ext uri="{FF2B5EF4-FFF2-40B4-BE49-F238E27FC236}">
                <a16:creationId xmlns:a16="http://schemas.microsoft.com/office/drawing/2014/main" id="{1AA3A97B-0D37-46F4-9B2B-0FF756A549FE}"/>
              </a:ext>
            </a:extLst>
          </p:cNvPr>
          <p:cNvGrpSpPr>
            <a:grpSpLocks/>
          </p:cNvGrpSpPr>
          <p:nvPr/>
        </p:nvGrpSpPr>
        <p:grpSpPr bwMode="auto">
          <a:xfrm>
            <a:off x="7392988" y="1214438"/>
            <a:ext cx="1968500" cy="5202237"/>
            <a:chOff x="3697" y="765"/>
            <a:chExt cx="1240" cy="3277"/>
          </a:xfrm>
        </p:grpSpPr>
        <p:sp>
          <p:nvSpPr>
            <p:cNvPr id="74756" name="Freeform 366">
              <a:extLst>
                <a:ext uri="{FF2B5EF4-FFF2-40B4-BE49-F238E27FC236}">
                  <a16:creationId xmlns:a16="http://schemas.microsoft.com/office/drawing/2014/main" id="{500A7FBF-F86D-493F-824C-6B2C73E3E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940"/>
              <a:ext cx="17" cy="17"/>
            </a:xfrm>
            <a:custGeom>
              <a:avLst/>
              <a:gdLst>
                <a:gd name="T0" fmla="*/ 13 w 13"/>
                <a:gd name="T1" fmla="*/ 29 h 13"/>
                <a:gd name="T2" fmla="*/ 5 w 1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13" y="4"/>
                    <a:pt x="0" y="0"/>
                    <a:pt x="2" y="1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7" name="Freeform 367">
              <a:extLst>
                <a:ext uri="{FF2B5EF4-FFF2-40B4-BE49-F238E27FC236}">
                  <a16:creationId xmlns:a16="http://schemas.microsoft.com/office/drawing/2014/main" id="{58F8DC99-30A5-4659-AD8B-387824C69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034"/>
              <a:ext cx="5" cy="2"/>
            </a:xfrm>
            <a:custGeom>
              <a:avLst/>
              <a:gdLst>
                <a:gd name="T0" fmla="*/ 0 w 4"/>
                <a:gd name="T1" fmla="*/ 0 h 1"/>
                <a:gd name="T2" fmla="*/ 8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8" name="Freeform 368">
              <a:extLst>
                <a:ext uri="{FF2B5EF4-FFF2-40B4-BE49-F238E27FC236}">
                  <a16:creationId xmlns:a16="http://schemas.microsoft.com/office/drawing/2014/main" id="{E9CA8FE4-5021-4CBE-9089-D71D7B273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995"/>
              <a:ext cx="10" cy="6"/>
            </a:xfrm>
            <a:custGeom>
              <a:avLst/>
              <a:gdLst>
                <a:gd name="T0" fmla="*/ 20 w 7"/>
                <a:gd name="T1" fmla="*/ 8 h 5"/>
                <a:gd name="T2" fmla="*/ 1 w 7"/>
                <a:gd name="T3" fmla="*/ 6 h 5"/>
                <a:gd name="T4" fmla="*/ 13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5" y="5"/>
                    <a:pt x="1" y="5"/>
                    <a:pt x="1" y="3"/>
                  </a:cubicBezTo>
                  <a:cubicBezTo>
                    <a:pt x="0" y="1"/>
                    <a:pt x="4" y="0"/>
                    <a:pt x="4" y="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9" name="Freeform 369">
              <a:extLst>
                <a:ext uri="{FF2B5EF4-FFF2-40B4-BE49-F238E27FC236}">
                  <a16:creationId xmlns:a16="http://schemas.microsoft.com/office/drawing/2014/main" id="{8D753233-B68A-43E2-B6E5-4CFF34CB3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964"/>
              <a:ext cx="110" cy="58"/>
            </a:xfrm>
            <a:custGeom>
              <a:avLst/>
              <a:gdLst>
                <a:gd name="T0" fmla="*/ 7 w 83"/>
                <a:gd name="T1" fmla="*/ 5 h 44"/>
                <a:gd name="T2" fmla="*/ 7 w 83"/>
                <a:gd name="T3" fmla="*/ 1 h 44"/>
                <a:gd name="T4" fmla="*/ 9 w 83"/>
                <a:gd name="T5" fmla="*/ 0 h 44"/>
                <a:gd name="T6" fmla="*/ 80 w 83"/>
                <a:gd name="T7" fmla="*/ 7 h 44"/>
                <a:gd name="T8" fmla="*/ 146 w 83"/>
                <a:gd name="T9" fmla="*/ 5 h 44"/>
                <a:gd name="T10" fmla="*/ 193 w 83"/>
                <a:gd name="T11" fmla="*/ 21 h 44"/>
                <a:gd name="T12" fmla="*/ 191 w 83"/>
                <a:gd name="T13" fmla="*/ 26 h 44"/>
                <a:gd name="T14" fmla="*/ 186 w 83"/>
                <a:gd name="T15" fmla="*/ 28 h 44"/>
                <a:gd name="T16" fmla="*/ 184 w 83"/>
                <a:gd name="T17" fmla="*/ 29 h 44"/>
                <a:gd name="T18" fmla="*/ 179 w 83"/>
                <a:gd name="T19" fmla="*/ 32 h 44"/>
                <a:gd name="T20" fmla="*/ 172 w 83"/>
                <a:gd name="T21" fmla="*/ 49 h 44"/>
                <a:gd name="T22" fmla="*/ 167 w 83"/>
                <a:gd name="T23" fmla="*/ 66 h 44"/>
                <a:gd name="T24" fmla="*/ 160 w 83"/>
                <a:gd name="T25" fmla="*/ 76 h 44"/>
                <a:gd name="T26" fmla="*/ 144 w 83"/>
                <a:gd name="T27" fmla="*/ 94 h 44"/>
                <a:gd name="T28" fmla="*/ 137 w 83"/>
                <a:gd name="T29" fmla="*/ 94 h 44"/>
                <a:gd name="T30" fmla="*/ 126 w 83"/>
                <a:gd name="T31" fmla="*/ 96 h 44"/>
                <a:gd name="T32" fmla="*/ 114 w 83"/>
                <a:gd name="T33" fmla="*/ 96 h 44"/>
                <a:gd name="T34" fmla="*/ 109 w 83"/>
                <a:gd name="T35" fmla="*/ 99 h 44"/>
                <a:gd name="T36" fmla="*/ 102 w 83"/>
                <a:gd name="T37" fmla="*/ 96 h 44"/>
                <a:gd name="T38" fmla="*/ 101 w 83"/>
                <a:gd name="T39" fmla="*/ 96 h 44"/>
                <a:gd name="T40" fmla="*/ 87 w 83"/>
                <a:gd name="T41" fmla="*/ 94 h 44"/>
                <a:gd name="T42" fmla="*/ 64 w 83"/>
                <a:gd name="T43" fmla="*/ 87 h 44"/>
                <a:gd name="T44" fmla="*/ 60 w 83"/>
                <a:gd name="T45" fmla="*/ 73 h 44"/>
                <a:gd name="T46" fmla="*/ 53 w 83"/>
                <a:gd name="T47" fmla="*/ 78 h 44"/>
                <a:gd name="T48" fmla="*/ 48 w 83"/>
                <a:gd name="T49" fmla="*/ 76 h 44"/>
                <a:gd name="T50" fmla="*/ 28 w 83"/>
                <a:gd name="T51" fmla="*/ 59 h 44"/>
                <a:gd name="T52" fmla="*/ 21 w 83"/>
                <a:gd name="T53" fmla="*/ 50 h 44"/>
                <a:gd name="T54" fmla="*/ 9 w 83"/>
                <a:gd name="T55" fmla="*/ 44 h 44"/>
                <a:gd name="T56" fmla="*/ 0 w 83"/>
                <a:gd name="T57" fmla="*/ 28 h 44"/>
                <a:gd name="T58" fmla="*/ 7 w 83"/>
                <a:gd name="T59" fmla="*/ 7 h 44"/>
                <a:gd name="T60" fmla="*/ 7 w 83"/>
                <a:gd name="T61" fmla="*/ 5 h 4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3" h="44">
                  <a:moveTo>
                    <a:pt x="3" y="2"/>
                  </a:moveTo>
                  <a:cubicBezTo>
                    <a:pt x="3" y="2"/>
                    <a:pt x="3" y="2"/>
                    <a:pt x="3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17" y="1"/>
                    <a:pt x="25" y="1"/>
                    <a:pt x="34" y="3"/>
                  </a:cubicBezTo>
                  <a:cubicBezTo>
                    <a:pt x="44" y="5"/>
                    <a:pt x="60" y="4"/>
                    <a:pt x="63" y="2"/>
                  </a:cubicBezTo>
                  <a:cubicBezTo>
                    <a:pt x="65" y="4"/>
                    <a:pt x="75" y="7"/>
                    <a:pt x="83" y="9"/>
                  </a:cubicBezTo>
                  <a:cubicBezTo>
                    <a:pt x="83" y="9"/>
                    <a:pt x="83" y="10"/>
                    <a:pt x="82" y="11"/>
                  </a:cubicBezTo>
                  <a:cubicBezTo>
                    <a:pt x="82" y="11"/>
                    <a:pt x="81" y="11"/>
                    <a:pt x="80" y="12"/>
                  </a:cubicBezTo>
                  <a:cubicBezTo>
                    <a:pt x="80" y="12"/>
                    <a:pt x="80" y="13"/>
                    <a:pt x="79" y="13"/>
                  </a:cubicBezTo>
                  <a:cubicBezTo>
                    <a:pt x="78" y="13"/>
                    <a:pt x="77" y="13"/>
                    <a:pt x="77" y="14"/>
                  </a:cubicBezTo>
                  <a:cubicBezTo>
                    <a:pt x="77" y="16"/>
                    <a:pt x="77" y="19"/>
                    <a:pt x="74" y="21"/>
                  </a:cubicBezTo>
                  <a:cubicBezTo>
                    <a:pt x="75" y="25"/>
                    <a:pt x="74" y="28"/>
                    <a:pt x="72" y="29"/>
                  </a:cubicBezTo>
                  <a:cubicBezTo>
                    <a:pt x="71" y="31"/>
                    <a:pt x="71" y="32"/>
                    <a:pt x="69" y="33"/>
                  </a:cubicBezTo>
                  <a:cubicBezTo>
                    <a:pt x="68" y="35"/>
                    <a:pt x="64" y="41"/>
                    <a:pt x="62" y="41"/>
                  </a:cubicBezTo>
                  <a:cubicBezTo>
                    <a:pt x="61" y="42"/>
                    <a:pt x="60" y="41"/>
                    <a:pt x="59" y="41"/>
                  </a:cubicBezTo>
                  <a:cubicBezTo>
                    <a:pt x="58" y="42"/>
                    <a:pt x="55" y="44"/>
                    <a:pt x="54" y="42"/>
                  </a:cubicBezTo>
                  <a:cubicBezTo>
                    <a:pt x="53" y="43"/>
                    <a:pt x="51" y="42"/>
                    <a:pt x="49" y="42"/>
                  </a:cubicBezTo>
                  <a:cubicBezTo>
                    <a:pt x="49" y="42"/>
                    <a:pt x="47" y="42"/>
                    <a:pt x="47" y="43"/>
                  </a:cubicBezTo>
                  <a:cubicBezTo>
                    <a:pt x="48" y="42"/>
                    <a:pt x="45" y="43"/>
                    <a:pt x="44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1" y="41"/>
                    <a:pt x="40" y="41"/>
                    <a:pt x="38" y="41"/>
                  </a:cubicBezTo>
                  <a:cubicBezTo>
                    <a:pt x="35" y="41"/>
                    <a:pt x="30" y="40"/>
                    <a:pt x="27" y="38"/>
                  </a:cubicBezTo>
                  <a:cubicBezTo>
                    <a:pt x="26" y="36"/>
                    <a:pt x="25" y="35"/>
                    <a:pt x="26" y="32"/>
                  </a:cubicBezTo>
                  <a:cubicBezTo>
                    <a:pt x="25" y="33"/>
                    <a:pt x="25" y="34"/>
                    <a:pt x="23" y="34"/>
                  </a:cubicBezTo>
                  <a:cubicBezTo>
                    <a:pt x="22" y="34"/>
                    <a:pt x="21" y="34"/>
                    <a:pt x="20" y="33"/>
                  </a:cubicBezTo>
                  <a:cubicBezTo>
                    <a:pt x="17" y="31"/>
                    <a:pt x="14" y="29"/>
                    <a:pt x="12" y="26"/>
                  </a:cubicBezTo>
                  <a:cubicBezTo>
                    <a:pt x="11" y="24"/>
                    <a:pt x="11" y="23"/>
                    <a:pt x="9" y="22"/>
                  </a:cubicBezTo>
                  <a:cubicBezTo>
                    <a:pt x="8" y="21"/>
                    <a:pt x="6" y="20"/>
                    <a:pt x="4" y="19"/>
                  </a:cubicBezTo>
                  <a:cubicBezTo>
                    <a:pt x="1" y="16"/>
                    <a:pt x="1" y="14"/>
                    <a:pt x="0" y="12"/>
                  </a:cubicBezTo>
                  <a:cubicBezTo>
                    <a:pt x="0" y="9"/>
                    <a:pt x="1" y="5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BB93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0" name="Freeform 370">
              <a:extLst>
                <a:ext uri="{FF2B5EF4-FFF2-40B4-BE49-F238E27FC236}">
                  <a16:creationId xmlns:a16="http://schemas.microsoft.com/office/drawing/2014/main" id="{A5D7597E-3D97-4170-AC30-45F301605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964"/>
              <a:ext cx="105" cy="58"/>
            </a:xfrm>
            <a:custGeom>
              <a:avLst/>
              <a:gdLst>
                <a:gd name="T0" fmla="*/ 166 w 79"/>
                <a:gd name="T1" fmla="*/ 16 h 44"/>
                <a:gd name="T2" fmla="*/ 138 w 79"/>
                <a:gd name="T3" fmla="*/ 26 h 44"/>
                <a:gd name="T4" fmla="*/ 70 w 79"/>
                <a:gd name="T5" fmla="*/ 22 h 44"/>
                <a:gd name="T6" fmla="*/ 44 w 79"/>
                <a:gd name="T7" fmla="*/ 9 h 44"/>
                <a:gd name="T8" fmla="*/ 0 w 79"/>
                <a:gd name="T9" fmla="*/ 0 h 44"/>
                <a:gd name="T10" fmla="*/ 36 w 79"/>
                <a:gd name="T11" fmla="*/ 15 h 44"/>
                <a:gd name="T12" fmla="*/ 64 w 79"/>
                <a:gd name="T13" fmla="*/ 26 h 44"/>
                <a:gd name="T14" fmla="*/ 113 w 79"/>
                <a:gd name="T15" fmla="*/ 32 h 44"/>
                <a:gd name="T16" fmla="*/ 141 w 79"/>
                <a:gd name="T17" fmla="*/ 29 h 44"/>
                <a:gd name="T18" fmla="*/ 170 w 79"/>
                <a:gd name="T19" fmla="*/ 22 h 44"/>
                <a:gd name="T20" fmla="*/ 171 w 79"/>
                <a:gd name="T21" fmla="*/ 28 h 44"/>
                <a:gd name="T22" fmla="*/ 165 w 79"/>
                <a:gd name="T23" fmla="*/ 37 h 44"/>
                <a:gd name="T24" fmla="*/ 159 w 79"/>
                <a:gd name="T25" fmla="*/ 53 h 44"/>
                <a:gd name="T26" fmla="*/ 156 w 79"/>
                <a:gd name="T27" fmla="*/ 62 h 44"/>
                <a:gd name="T28" fmla="*/ 150 w 79"/>
                <a:gd name="T29" fmla="*/ 73 h 44"/>
                <a:gd name="T30" fmla="*/ 136 w 79"/>
                <a:gd name="T31" fmla="*/ 88 h 44"/>
                <a:gd name="T32" fmla="*/ 122 w 79"/>
                <a:gd name="T33" fmla="*/ 88 h 44"/>
                <a:gd name="T34" fmla="*/ 113 w 79"/>
                <a:gd name="T35" fmla="*/ 92 h 44"/>
                <a:gd name="T36" fmla="*/ 106 w 79"/>
                <a:gd name="T37" fmla="*/ 92 h 44"/>
                <a:gd name="T38" fmla="*/ 93 w 79"/>
                <a:gd name="T39" fmla="*/ 92 h 44"/>
                <a:gd name="T40" fmla="*/ 85 w 79"/>
                <a:gd name="T41" fmla="*/ 88 h 44"/>
                <a:gd name="T42" fmla="*/ 77 w 79"/>
                <a:gd name="T43" fmla="*/ 87 h 44"/>
                <a:gd name="T44" fmla="*/ 69 w 79"/>
                <a:gd name="T45" fmla="*/ 87 h 44"/>
                <a:gd name="T46" fmla="*/ 57 w 79"/>
                <a:gd name="T47" fmla="*/ 80 h 44"/>
                <a:gd name="T48" fmla="*/ 62 w 79"/>
                <a:gd name="T49" fmla="*/ 70 h 44"/>
                <a:gd name="T50" fmla="*/ 52 w 79"/>
                <a:gd name="T51" fmla="*/ 76 h 44"/>
                <a:gd name="T52" fmla="*/ 52 w 79"/>
                <a:gd name="T53" fmla="*/ 73 h 44"/>
                <a:gd name="T54" fmla="*/ 54 w 79"/>
                <a:gd name="T55" fmla="*/ 87 h 44"/>
                <a:gd name="T56" fmla="*/ 80 w 79"/>
                <a:gd name="T57" fmla="*/ 94 h 44"/>
                <a:gd name="T58" fmla="*/ 92 w 79"/>
                <a:gd name="T59" fmla="*/ 96 h 44"/>
                <a:gd name="T60" fmla="*/ 93 w 79"/>
                <a:gd name="T61" fmla="*/ 96 h 44"/>
                <a:gd name="T62" fmla="*/ 101 w 79"/>
                <a:gd name="T63" fmla="*/ 99 h 44"/>
                <a:gd name="T64" fmla="*/ 106 w 79"/>
                <a:gd name="T65" fmla="*/ 96 h 44"/>
                <a:gd name="T66" fmla="*/ 117 w 79"/>
                <a:gd name="T67" fmla="*/ 96 h 44"/>
                <a:gd name="T68" fmla="*/ 129 w 79"/>
                <a:gd name="T69" fmla="*/ 94 h 44"/>
                <a:gd name="T70" fmla="*/ 136 w 79"/>
                <a:gd name="T71" fmla="*/ 94 h 44"/>
                <a:gd name="T72" fmla="*/ 152 w 79"/>
                <a:gd name="T73" fmla="*/ 76 h 44"/>
                <a:gd name="T74" fmla="*/ 159 w 79"/>
                <a:gd name="T75" fmla="*/ 66 h 44"/>
                <a:gd name="T76" fmla="*/ 165 w 79"/>
                <a:gd name="T77" fmla="*/ 49 h 44"/>
                <a:gd name="T78" fmla="*/ 171 w 79"/>
                <a:gd name="T79" fmla="*/ 32 h 44"/>
                <a:gd name="T80" fmla="*/ 177 w 79"/>
                <a:gd name="T81" fmla="*/ 29 h 44"/>
                <a:gd name="T82" fmla="*/ 178 w 79"/>
                <a:gd name="T83" fmla="*/ 28 h 44"/>
                <a:gd name="T84" fmla="*/ 183 w 79"/>
                <a:gd name="T85" fmla="*/ 26 h 44"/>
                <a:gd name="T86" fmla="*/ 186 w 79"/>
                <a:gd name="T87" fmla="*/ 21 h 44"/>
                <a:gd name="T88" fmla="*/ 166 w 79"/>
                <a:gd name="T89" fmla="*/ 16 h 4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9" h="44">
                  <a:moveTo>
                    <a:pt x="71" y="7"/>
                  </a:moveTo>
                  <a:cubicBezTo>
                    <a:pt x="71" y="7"/>
                    <a:pt x="69" y="10"/>
                    <a:pt x="59" y="11"/>
                  </a:cubicBezTo>
                  <a:cubicBezTo>
                    <a:pt x="51" y="13"/>
                    <a:pt x="40" y="12"/>
                    <a:pt x="30" y="10"/>
                  </a:cubicBezTo>
                  <a:cubicBezTo>
                    <a:pt x="25" y="8"/>
                    <a:pt x="25" y="5"/>
                    <a:pt x="19" y="4"/>
                  </a:cubicBezTo>
                  <a:cubicBezTo>
                    <a:pt x="7" y="2"/>
                    <a:pt x="1" y="2"/>
                    <a:pt x="0" y="0"/>
                  </a:cubicBezTo>
                  <a:cubicBezTo>
                    <a:pt x="1" y="3"/>
                    <a:pt x="10" y="5"/>
                    <a:pt x="15" y="6"/>
                  </a:cubicBezTo>
                  <a:cubicBezTo>
                    <a:pt x="19" y="6"/>
                    <a:pt x="24" y="9"/>
                    <a:pt x="27" y="11"/>
                  </a:cubicBezTo>
                  <a:cubicBezTo>
                    <a:pt x="30" y="13"/>
                    <a:pt x="42" y="14"/>
                    <a:pt x="48" y="14"/>
                  </a:cubicBezTo>
                  <a:cubicBezTo>
                    <a:pt x="54" y="13"/>
                    <a:pt x="55" y="14"/>
                    <a:pt x="60" y="13"/>
                  </a:cubicBezTo>
                  <a:cubicBezTo>
                    <a:pt x="65" y="12"/>
                    <a:pt x="70" y="11"/>
                    <a:pt x="72" y="10"/>
                  </a:cubicBezTo>
                  <a:cubicBezTo>
                    <a:pt x="73" y="8"/>
                    <a:pt x="75" y="11"/>
                    <a:pt x="73" y="12"/>
                  </a:cubicBezTo>
                  <a:cubicBezTo>
                    <a:pt x="71" y="13"/>
                    <a:pt x="71" y="13"/>
                    <a:pt x="70" y="16"/>
                  </a:cubicBezTo>
                  <a:cubicBezTo>
                    <a:pt x="69" y="20"/>
                    <a:pt x="68" y="21"/>
                    <a:pt x="68" y="23"/>
                  </a:cubicBezTo>
                  <a:cubicBezTo>
                    <a:pt x="68" y="25"/>
                    <a:pt x="67" y="27"/>
                    <a:pt x="66" y="27"/>
                  </a:cubicBezTo>
                  <a:cubicBezTo>
                    <a:pt x="66" y="29"/>
                    <a:pt x="64" y="32"/>
                    <a:pt x="64" y="32"/>
                  </a:cubicBezTo>
                  <a:cubicBezTo>
                    <a:pt x="63" y="34"/>
                    <a:pt x="59" y="39"/>
                    <a:pt x="58" y="39"/>
                  </a:cubicBezTo>
                  <a:cubicBezTo>
                    <a:pt x="57" y="40"/>
                    <a:pt x="53" y="41"/>
                    <a:pt x="52" y="39"/>
                  </a:cubicBezTo>
                  <a:cubicBezTo>
                    <a:pt x="51" y="40"/>
                    <a:pt x="48" y="41"/>
                    <a:pt x="48" y="40"/>
                  </a:cubicBezTo>
                  <a:cubicBezTo>
                    <a:pt x="46" y="41"/>
                    <a:pt x="45" y="40"/>
                    <a:pt x="45" y="40"/>
                  </a:cubicBezTo>
                  <a:cubicBezTo>
                    <a:pt x="43" y="41"/>
                    <a:pt x="40" y="41"/>
                    <a:pt x="40" y="40"/>
                  </a:cubicBezTo>
                  <a:cubicBezTo>
                    <a:pt x="38" y="40"/>
                    <a:pt x="36" y="40"/>
                    <a:pt x="36" y="39"/>
                  </a:cubicBezTo>
                  <a:cubicBezTo>
                    <a:pt x="34" y="39"/>
                    <a:pt x="33" y="38"/>
                    <a:pt x="33" y="38"/>
                  </a:cubicBezTo>
                  <a:cubicBezTo>
                    <a:pt x="30" y="39"/>
                    <a:pt x="30" y="39"/>
                    <a:pt x="29" y="38"/>
                  </a:cubicBezTo>
                  <a:cubicBezTo>
                    <a:pt x="27" y="38"/>
                    <a:pt x="23" y="36"/>
                    <a:pt x="24" y="35"/>
                  </a:cubicBezTo>
                  <a:cubicBezTo>
                    <a:pt x="24" y="34"/>
                    <a:pt x="24" y="31"/>
                    <a:pt x="26" y="30"/>
                  </a:cubicBezTo>
                  <a:cubicBezTo>
                    <a:pt x="25" y="30"/>
                    <a:pt x="23" y="31"/>
                    <a:pt x="22" y="33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1" y="35"/>
                    <a:pt x="22" y="36"/>
                    <a:pt x="23" y="38"/>
                  </a:cubicBezTo>
                  <a:cubicBezTo>
                    <a:pt x="26" y="40"/>
                    <a:pt x="31" y="41"/>
                    <a:pt x="34" y="41"/>
                  </a:cubicBezTo>
                  <a:cubicBezTo>
                    <a:pt x="36" y="41"/>
                    <a:pt x="37" y="41"/>
                    <a:pt x="39" y="42"/>
                  </a:cubicBezTo>
                  <a:cubicBezTo>
                    <a:pt x="39" y="42"/>
                    <a:pt x="39" y="42"/>
                    <a:pt x="40" y="42"/>
                  </a:cubicBezTo>
                  <a:cubicBezTo>
                    <a:pt x="41" y="43"/>
                    <a:pt x="44" y="42"/>
                    <a:pt x="43" y="43"/>
                  </a:cubicBezTo>
                  <a:cubicBezTo>
                    <a:pt x="43" y="42"/>
                    <a:pt x="45" y="42"/>
                    <a:pt x="45" y="42"/>
                  </a:cubicBezTo>
                  <a:cubicBezTo>
                    <a:pt x="47" y="42"/>
                    <a:pt x="49" y="43"/>
                    <a:pt x="50" y="42"/>
                  </a:cubicBezTo>
                  <a:cubicBezTo>
                    <a:pt x="51" y="44"/>
                    <a:pt x="54" y="42"/>
                    <a:pt x="55" y="41"/>
                  </a:cubicBezTo>
                  <a:cubicBezTo>
                    <a:pt x="56" y="41"/>
                    <a:pt x="57" y="42"/>
                    <a:pt x="58" y="41"/>
                  </a:cubicBezTo>
                  <a:cubicBezTo>
                    <a:pt x="60" y="41"/>
                    <a:pt x="64" y="35"/>
                    <a:pt x="65" y="33"/>
                  </a:cubicBezTo>
                  <a:cubicBezTo>
                    <a:pt x="67" y="32"/>
                    <a:pt x="67" y="31"/>
                    <a:pt x="68" y="29"/>
                  </a:cubicBezTo>
                  <a:cubicBezTo>
                    <a:pt x="70" y="28"/>
                    <a:pt x="71" y="25"/>
                    <a:pt x="70" y="21"/>
                  </a:cubicBezTo>
                  <a:cubicBezTo>
                    <a:pt x="73" y="19"/>
                    <a:pt x="73" y="16"/>
                    <a:pt x="73" y="14"/>
                  </a:cubicBezTo>
                  <a:cubicBezTo>
                    <a:pt x="73" y="13"/>
                    <a:pt x="74" y="13"/>
                    <a:pt x="75" y="13"/>
                  </a:cubicBezTo>
                  <a:cubicBezTo>
                    <a:pt x="76" y="13"/>
                    <a:pt x="76" y="12"/>
                    <a:pt x="76" y="12"/>
                  </a:cubicBezTo>
                  <a:cubicBezTo>
                    <a:pt x="77" y="11"/>
                    <a:pt x="78" y="11"/>
                    <a:pt x="78" y="11"/>
                  </a:cubicBezTo>
                  <a:cubicBezTo>
                    <a:pt x="79" y="10"/>
                    <a:pt x="79" y="9"/>
                    <a:pt x="79" y="9"/>
                  </a:cubicBezTo>
                  <a:cubicBezTo>
                    <a:pt x="76" y="8"/>
                    <a:pt x="74" y="7"/>
                    <a:pt x="71" y="7"/>
                  </a:cubicBezTo>
                  <a:close/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1" name="Freeform 371">
              <a:extLst>
                <a:ext uri="{FF2B5EF4-FFF2-40B4-BE49-F238E27FC236}">
                  <a16:creationId xmlns:a16="http://schemas.microsoft.com/office/drawing/2014/main" id="{E59C5CDD-EDA4-4BAF-B73B-1949B92DA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980"/>
              <a:ext cx="46" cy="27"/>
            </a:xfrm>
            <a:custGeom>
              <a:avLst/>
              <a:gdLst>
                <a:gd name="T0" fmla="*/ 84 w 34"/>
                <a:gd name="T1" fmla="*/ 0 h 20"/>
                <a:gd name="T2" fmla="*/ 0 w 34"/>
                <a:gd name="T3" fmla="*/ 4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34" y="0"/>
                  </a:moveTo>
                  <a:cubicBezTo>
                    <a:pt x="31" y="12"/>
                    <a:pt x="4" y="14"/>
                    <a:pt x="0" y="20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2" name="Freeform 372">
              <a:extLst>
                <a:ext uri="{FF2B5EF4-FFF2-40B4-BE49-F238E27FC236}">
                  <a16:creationId xmlns:a16="http://schemas.microsoft.com/office/drawing/2014/main" id="{EB39E4B1-C9BE-41B0-9F9E-92D88D8AE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945"/>
              <a:ext cx="19" cy="46"/>
            </a:xfrm>
            <a:custGeom>
              <a:avLst/>
              <a:gdLst>
                <a:gd name="T0" fmla="*/ 19 w 14"/>
                <a:gd name="T1" fmla="*/ 0 h 34"/>
                <a:gd name="T2" fmla="*/ 26 w 14"/>
                <a:gd name="T3" fmla="*/ 57 h 34"/>
                <a:gd name="T4" fmla="*/ 0 w 14"/>
                <a:gd name="T5" fmla="*/ 84 h 34"/>
                <a:gd name="T6" fmla="*/ 22 w 14"/>
                <a:gd name="T7" fmla="*/ 50 h 34"/>
                <a:gd name="T8" fmla="*/ 19 w 14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4">
                  <a:moveTo>
                    <a:pt x="7" y="0"/>
                  </a:moveTo>
                  <a:cubicBezTo>
                    <a:pt x="10" y="3"/>
                    <a:pt x="14" y="9"/>
                    <a:pt x="10" y="23"/>
                  </a:cubicBezTo>
                  <a:cubicBezTo>
                    <a:pt x="8" y="29"/>
                    <a:pt x="4" y="34"/>
                    <a:pt x="0" y="34"/>
                  </a:cubicBezTo>
                  <a:cubicBezTo>
                    <a:pt x="3" y="33"/>
                    <a:pt x="6" y="27"/>
                    <a:pt x="9" y="20"/>
                  </a:cubicBezTo>
                  <a:cubicBezTo>
                    <a:pt x="11" y="14"/>
                    <a:pt x="10" y="2"/>
                    <a:pt x="7" y="0"/>
                  </a:cubicBezTo>
                  <a:close/>
                </a:path>
              </a:pathLst>
            </a:custGeom>
            <a:solidFill>
              <a:srgbClr val="DAB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3" name="Freeform 373">
              <a:extLst>
                <a:ext uri="{FF2B5EF4-FFF2-40B4-BE49-F238E27FC236}">
                  <a16:creationId xmlns:a16="http://schemas.microsoft.com/office/drawing/2014/main" id="{C658FE23-9E1A-4448-897D-338934FC7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765"/>
              <a:ext cx="322" cy="216"/>
            </a:xfrm>
            <a:custGeom>
              <a:avLst/>
              <a:gdLst>
                <a:gd name="T0" fmla="*/ 410 w 241"/>
                <a:gd name="T1" fmla="*/ 299 h 162"/>
                <a:gd name="T2" fmla="*/ 480 w 241"/>
                <a:gd name="T3" fmla="*/ 325 h 162"/>
                <a:gd name="T4" fmla="*/ 541 w 241"/>
                <a:gd name="T5" fmla="*/ 305 h 162"/>
                <a:gd name="T6" fmla="*/ 561 w 241"/>
                <a:gd name="T7" fmla="*/ 272 h 162"/>
                <a:gd name="T8" fmla="*/ 569 w 241"/>
                <a:gd name="T9" fmla="*/ 241 h 162"/>
                <a:gd name="T10" fmla="*/ 573 w 241"/>
                <a:gd name="T11" fmla="*/ 215 h 162"/>
                <a:gd name="T12" fmla="*/ 575 w 241"/>
                <a:gd name="T13" fmla="*/ 193 h 162"/>
                <a:gd name="T14" fmla="*/ 562 w 241"/>
                <a:gd name="T15" fmla="*/ 151 h 162"/>
                <a:gd name="T16" fmla="*/ 552 w 241"/>
                <a:gd name="T17" fmla="*/ 127 h 162"/>
                <a:gd name="T18" fmla="*/ 532 w 241"/>
                <a:gd name="T19" fmla="*/ 91 h 162"/>
                <a:gd name="T20" fmla="*/ 505 w 241"/>
                <a:gd name="T21" fmla="*/ 69 h 162"/>
                <a:gd name="T22" fmla="*/ 425 w 241"/>
                <a:gd name="T23" fmla="*/ 31 h 162"/>
                <a:gd name="T24" fmla="*/ 361 w 241"/>
                <a:gd name="T25" fmla="*/ 15 h 162"/>
                <a:gd name="T26" fmla="*/ 334 w 241"/>
                <a:gd name="T27" fmla="*/ 5 h 162"/>
                <a:gd name="T28" fmla="*/ 307 w 241"/>
                <a:gd name="T29" fmla="*/ 7 h 162"/>
                <a:gd name="T30" fmla="*/ 265 w 241"/>
                <a:gd name="T31" fmla="*/ 9 h 162"/>
                <a:gd name="T32" fmla="*/ 224 w 241"/>
                <a:gd name="T33" fmla="*/ 20 h 162"/>
                <a:gd name="T34" fmla="*/ 163 w 241"/>
                <a:gd name="T35" fmla="*/ 27 h 162"/>
                <a:gd name="T36" fmla="*/ 102 w 241"/>
                <a:gd name="T37" fmla="*/ 59 h 162"/>
                <a:gd name="T38" fmla="*/ 76 w 241"/>
                <a:gd name="T39" fmla="*/ 101 h 162"/>
                <a:gd name="T40" fmla="*/ 49 w 241"/>
                <a:gd name="T41" fmla="*/ 128 h 162"/>
                <a:gd name="T42" fmla="*/ 36 w 241"/>
                <a:gd name="T43" fmla="*/ 148 h 162"/>
                <a:gd name="T44" fmla="*/ 15 w 241"/>
                <a:gd name="T45" fmla="*/ 215 h 162"/>
                <a:gd name="T46" fmla="*/ 16 w 241"/>
                <a:gd name="T47" fmla="*/ 276 h 162"/>
                <a:gd name="T48" fmla="*/ 69 w 241"/>
                <a:gd name="T49" fmla="*/ 351 h 162"/>
                <a:gd name="T50" fmla="*/ 155 w 241"/>
                <a:gd name="T51" fmla="*/ 361 h 162"/>
                <a:gd name="T52" fmla="*/ 224 w 241"/>
                <a:gd name="T53" fmla="*/ 357 h 162"/>
                <a:gd name="T54" fmla="*/ 303 w 241"/>
                <a:gd name="T55" fmla="*/ 375 h 162"/>
                <a:gd name="T56" fmla="*/ 399 w 241"/>
                <a:gd name="T57" fmla="*/ 357 h 162"/>
                <a:gd name="T58" fmla="*/ 410 w 241"/>
                <a:gd name="T59" fmla="*/ 299 h 16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41" h="162">
                  <a:moveTo>
                    <a:pt x="172" y="126"/>
                  </a:moveTo>
                  <a:cubicBezTo>
                    <a:pt x="180" y="132"/>
                    <a:pt x="193" y="137"/>
                    <a:pt x="201" y="137"/>
                  </a:cubicBezTo>
                  <a:cubicBezTo>
                    <a:pt x="209" y="137"/>
                    <a:pt x="220" y="135"/>
                    <a:pt x="227" y="129"/>
                  </a:cubicBezTo>
                  <a:cubicBezTo>
                    <a:pt x="230" y="125"/>
                    <a:pt x="233" y="119"/>
                    <a:pt x="235" y="115"/>
                  </a:cubicBezTo>
                  <a:cubicBezTo>
                    <a:pt x="238" y="111"/>
                    <a:pt x="239" y="107"/>
                    <a:pt x="239" y="102"/>
                  </a:cubicBezTo>
                  <a:cubicBezTo>
                    <a:pt x="240" y="98"/>
                    <a:pt x="241" y="94"/>
                    <a:pt x="240" y="91"/>
                  </a:cubicBezTo>
                  <a:cubicBezTo>
                    <a:pt x="240" y="88"/>
                    <a:pt x="241" y="85"/>
                    <a:pt x="241" y="82"/>
                  </a:cubicBezTo>
                  <a:cubicBezTo>
                    <a:pt x="240" y="76"/>
                    <a:pt x="239" y="69"/>
                    <a:pt x="236" y="64"/>
                  </a:cubicBezTo>
                  <a:cubicBezTo>
                    <a:pt x="234" y="60"/>
                    <a:pt x="232" y="57"/>
                    <a:pt x="231" y="53"/>
                  </a:cubicBezTo>
                  <a:cubicBezTo>
                    <a:pt x="229" y="47"/>
                    <a:pt x="227" y="43"/>
                    <a:pt x="223" y="38"/>
                  </a:cubicBezTo>
                  <a:cubicBezTo>
                    <a:pt x="220" y="35"/>
                    <a:pt x="214" y="29"/>
                    <a:pt x="212" y="29"/>
                  </a:cubicBezTo>
                  <a:cubicBezTo>
                    <a:pt x="207" y="23"/>
                    <a:pt x="187" y="9"/>
                    <a:pt x="178" y="13"/>
                  </a:cubicBezTo>
                  <a:cubicBezTo>
                    <a:pt x="176" y="6"/>
                    <a:pt x="157" y="3"/>
                    <a:pt x="151" y="6"/>
                  </a:cubicBezTo>
                  <a:cubicBezTo>
                    <a:pt x="151" y="4"/>
                    <a:pt x="147" y="3"/>
                    <a:pt x="140" y="2"/>
                  </a:cubicBezTo>
                  <a:cubicBezTo>
                    <a:pt x="136" y="2"/>
                    <a:pt x="131" y="2"/>
                    <a:pt x="129" y="3"/>
                  </a:cubicBezTo>
                  <a:cubicBezTo>
                    <a:pt x="125" y="3"/>
                    <a:pt x="115" y="0"/>
                    <a:pt x="111" y="4"/>
                  </a:cubicBezTo>
                  <a:cubicBezTo>
                    <a:pt x="106" y="0"/>
                    <a:pt x="96" y="4"/>
                    <a:pt x="94" y="8"/>
                  </a:cubicBezTo>
                  <a:cubicBezTo>
                    <a:pt x="90" y="3"/>
                    <a:pt x="78" y="5"/>
                    <a:pt x="68" y="11"/>
                  </a:cubicBezTo>
                  <a:cubicBezTo>
                    <a:pt x="60" y="15"/>
                    <a:pt x="52" y="19"/>
                    <a:pt x="43" y="25"/>
                  </a:cubicBezTo>
                  <a:cubicBezTo>
                    <a:pt x="35" y="31"/>
                    <a:pt x="27" y="40"/>
                    <a:pt x="32" y="43"/>
                  </a:cubicBezTo>
                  <a:cubicBezTo>
                    <a:pt x="25" y="45"/>
                    <a:pt x="24" y="48"/>
                    <a:pt x="21" y="54"/>
                  </a:cubicBezTo>
                  <a:cubicBezTo>
                    <a:pt x="17" y="61"/>
                    <a:pt x="15" y="62"/>
                    <a:pt x="15" y="62"/>
                  </a:cubicBezTo>
                  <a:cubicBezTo>
                    <a:pt x="11" y="66"/>
                    <a:pt x="4" y="86"/>
                    <a:pt x="6" y="91"/>
                  </a:cubicBezTo>
                  <a:cubicBezTo>
                    <a:pt x="3" y="95"/>
                    <a:pt x="0" y="113"/>
                    <a:pt x="7" y="116"/>
                  </a:cubicBezTo>
                  <a:cubicBezTo>
                    <a:pt x="6" y="123"/>
                    <a:pt x="15" y="145"/>
                    <a:pt x="29" y="148"/>
                  </a:cubicBezTo>
                  <a:cubicBezTo>
                    <a:pt x="45" y="151"/>
                    <a:pt x="55" y="150"/>
                    <a:pt x="65" y="152"/>
                  </a:cubicBezTo>
                  <a:cubicBezTo>
                    <a:pt x="75" y="154"/>
                    <a:pt x="91" y="153"/>
                    <a:pt x="94" y="151"/>
                  </a:cubicBezTo>
                  <a:cubicBezTo>
                    <a:pt x="98" y="155"/>
                    <a:pt x="122" y="160"/>
                    <a:pt x="127" y="158"/>
                  </a:cubicBezTo>
                  <a:cubicBezTo>
                    <a:pt x="135" y="160"/>
                    <a:pt x="160" y="162"/>
                    <a:pt x="168" y="151"/>
                  </a:cubicBezTo>
                  <a:cubicBezTo>
                    <a:pt x="174" y="144"/>
                    <a:pt x="178" y="132"/>
                    <a:pt x="172" y="126"/>
                  </a:cubicBezTo>
                  <a:close/>
                </a:path>
              </a:pathLst>
            </a:custGeom>
            <a:solidFill>
              <a:srgbClr val="EDEC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4" name="Freeform 374">
              <a:extLst>
                <a:ext uri="{FF2B5EF4-FFF2-40B4-BE49-F238E27FC236}">
                  <a16:creationId xmlns:a16="http://schemas.microsoft.com/office/drawing/2014/main" id="{A09E72BF-01FB-48C1-B808-C50BDD8F0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769"/>
              <a:ext cx="12" cy="88"/>
            </a:xfrm>
            <a:custGeom>
              <a:avLst/>
              <a:gdLst>
                <a:gd name="T0" fmla="*/ 12 w 9"/>
                <a:gd name="T1" fmla="*/ 0 h 66"/>
                <a:gd name="T2" fmla="*/ 0 w 9"/>
                <a:gd name="T3" fmla="*/ 5 h 66"/>
                <a:gd name="T4" fmla="*/ 7 w 9"/>
                <a:gd name="T5" fmla="*/ 21 h 66"/>
                <a:gd name="T6" fmla="*/ 12 w 9"/>
                <a:gd name="T7" fmla="*/ 59 h 66"/>
                <a:gd name="T8" fmla="*/ 15 w 9"/>
                <a:gd name="T9" fmla="*/ 101 h 66"/>
                <a:gd name="T10" fmla="*/ 16 w 9"/>
                <a:gd name="T11" fmla="*/ 123 h 66"/>
                <a:gd name="T12" fmla="*/ 16 w 9"/>
                <a:gd name="T13" fmla="*/ 156 h 66"/>
                <a:gd name="T14" fmla="*/ 20 w 9"/>
                <a:gd name="T15" fmla="*/ 128 h 66"/>
                <a:gd name="T16" fmla="*/ 20 w 9"/>
                <a:gd name="T17" fmla="*/ 101 h 66"/>
                <a:gd name="T18" fmla="*/ 15 w 9"/>
                <a:gd name="T19" fmla="*/ 57 h 66"/>
                <a:gd name="T20" fmla="*/ 16 w 9"/>
                <a:gd name="T21" fmla="*/ 43 h 66"/>
                <a:gd name="T22" fmla="*/ 12 w 9"/>
                <a:gd name="T23" fmla="*/ 28 h 66"/>
                <a:gd name="T24" fmla="*/ 12 w 9"/>
                <a:gd name="T25" fmla="*/ 0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66">
                  <a:moveTo>
                    <a:pt x="5" y="0"/>
                  </a:moveTo>
                  <a:cubicBezTo>
                    <a:pt x="4" y="0"/>
                    <a:pt x="1" y="0"/>
                    <a:pt x="0" y="2"/>
                  </a:cubicBezTo>
                  <a:cubicBezTo>
                    <a:pt x="0" y="4"/>
                    <a:pt x="2" y="8"/>
                    <a:pt x="3" y="9"/>
                  </a:cubicBezTo>
                  <a:cubicBezTo>
                    <a:pt x="4" y="14"/>
                    <a:pt x="5" y="20"/>
                    <a:pt x="5" y="25"/>
                  </a:cubicBezTo>
                  <a:cubicBezTo>
                    <a:pt x="5" y="31"/>
                    <a:pt x="5" y="37"/>
                    <a:pt x="6" y="43"/>
                  </a:cubicBezTo>
                  <a:cubicBezTo>
                    <a:pt x="6" y="46"/>
                    <a:pt x="7" y="49"/>
                    <a:pt x="7" y="52"/>
                  </a:cubicBezTo>
                  <a:cubicBezTo>
                    <a:pt x="7" y="56"/>
                    <a:pt x="6" y="61"/>
                    <a:pt x="7" y="66"/>
                  </a:cubicBezTo>
                  <a:cubicBezTo>
                    <a:pt x="7" y="62"/>
                    <a:pt x="8" y="58"/>
                    <a:pt x="8" y="54"/>
                  </a:cubicBezTo>
                  <a:cubicBezTo>
                    <a:pt x="9" y="50"/>
                    <a:pt x="8" y="47"/>
                    <a:pt x="8" y="43"/>
                  </a:cubicBezTo>
                  <a:cubicBezTo>
                    <a:pt x="7" y="37"/>
                    <a:pt x="7" y="30"/>
                    <a:pt x="6" y="24"/>
                  </a:cubicBezTo>
                  <a:cubicBezTo>
                    <a:pt x="6" y="22"/>
                    <a:pt x="7" y="20"/>
                    <a:pt x="7" y="18"/>
                  </a:cubicBezTo>
                  <a:cubicBezTo>
                    <a:pt x="7" y="16"/>
                    <a:pt x="6" y="14"/>
                    <a:pt x="5" y="12"/>
                  </a:cubicBezTo>
                  <a:cubicBezTo>
                    <a:pt x="4" y="9"/>
                    <a:pt x="2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5" name="Freeform 375">
              <a:extLst>
                <a:ext uri="{FF2B5EF4-FFF2-40B4-BE49-F238E27FC236}">
                  <a16:creationId xmlns:a16="http://schemas.microsoft.com/office/drawing/2014/main" id="{6EF4A0B9-300F-4152-A17B-AF13A0A22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768"/>
              <a:ext cx="18" cy="59"/>
            </a:xfrm>
            <a:custGeom>
              <a:avLst/>
              <a:gdLst>
                <a:gd name="T0" fmla="*/ 8 w 13"/>
                <a:gd name="T1" fmla="*/ 9 h 44"/>
                <a:gd name="T2" fmla="*/ 1 w 13"/>
                <a:gd name="T3" fmla="*/ 54 h 44"/>
                <a:gd name="T4" fmla="*/ 11 w 13"/>
                <a:gd name="T5" fmla="*/ 75 h 44"/>
                <a:gd name="T6" fmla="*/ 14 w 13"/>
                <a:gd name="T7" fmla="*/ 86 h 44"/>
                <a:gd name="T8" fmla="*/ 15 w 13"/>
                <a:gd name="T9" fmla="*/ 106 h 44"/>
                <a:gd name="T10" fmla="*/ 14 w 13"/>
                <a:gd name="T11" fmla="*/ 68 h 44"/>
                <a:gd name="T12" fmla="*/ 11 w 13"/>
                <a:gd name="T13" fmla="*/ 54 h 44"/>
                <a:gd name="T14" fmla="*/ 14 w 13"/>
                <a:gd name="T15" fmla="*/ 34 h 44"/>
                <a:gd name="T16" fmla="*/ 14 w 13"/>
                <a:gd name="T17" fmla="*/ 20 h 44"/>
                <a:gd name="T18" fmla="*/ 14 w 13"/>
                <a:gd name="T19" fmla="*/ 9 h 44"/>
                <a:gd name="T20" fmla="*/ 35 w 13"/>
                <a:gd name="T21" fmla="*/ 5 h 44"/>
                <a:gd name="T22" fmla="*/ 8 w 13"/>
                <a:gd name="T23" fmla="*/ 12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44">
                  <a:moveTo>
                    <a:pt x="3" y="4"/>
                  </a:moveTo>
                  <a:cubicBezTo>
                    <a:pt x="6" y="10"/>
                    <a:pt x="0" y="17"/>
                    <a:pt x="1" y="22"/>
                  </a:cubicBezTo>
                  <a:cubicBezTo>
                    <a:pt x="2" y="26"/>
                    <a:pt x="4" y="28"/>
                    <a:pt x="4" y="31"/>
                  </a:cubicBezTo>
                  <a:cubicBezTo>
                    <a:pt x="5" y="33"/>
                    <a:pt x="5" y="35"/>
                    <a:pt x="5" y="36"/>
                  </a:cubicBezTo>
                  <a:cubicBezTo>
                    <a:pt x="5" y="39"/>
                    <a:pt x="6" y="42"/>
                    <a:pt x="6" y="44"/>
                  </a:cubicBezTo>
                  <a:cubicBezTo>
                    <a:pt x="6" y="39"/>
                    <a:pt x="6" y="33"/>
                    <a:pt x="5" y="28"/>
                  </a:cubicBezTo>
                  <a:cubicBezTo>
                    <a:pt x="5" y="26"/>
                    <a:pt x="4" y="24"/>
                    <a:pt x="4" y="22"/>
                  </a:cubicBezTo>
                  <a:cubicBezTo>
                    <a:pt x="4" y="19"/>
                    <a:pt x="4" y="17"/>
                    <a:pt x="5" y="14"/>
                  </a:cubicBezTo>
                  <a:cubicBezTo>
                    <a:pt x="5" y="12"/>
                    <a:pt x="6" y="10"/>
                    <a:pt x="5" y="8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6" y="1"/>
                    <a:pt x="11" y="2"/>
                    <a:pt x="13" y="2"/>
                  </a:cubicBezTo>
                  <a:cubicBezTo>
                    <a:pt x="11" y="1"/>
                    <a:pt x="0" y="0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6" name="Freeform 376">
              <a:extLst>
                <a:ext uri="{FF2B5EF4-FFF2-40B4-BE49-F238E27FC236}">
                  <a16:creationId xmlns:a16="http://schemas.microsoft.com/office/drawing/2014/main" id="{B37EB1E3-15AA-4BBA-A402-644EAE304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772"/>
              <a:ext cx="19" cy="20"/>
            </a:xfrm>
            <a:custGeom>
              <a:avLst/>
              <a:gdLst>
                <a:gd name="T0" fmla="*/ 0 w 14"/>
                <a:gd name="T1" fmla="*/ 33 h 15"/>
                <a:gd name="T2" fmla="*/ 0 w 14"/>
                <a:gd name="T3" fmla="*/ 16 h 15"/>
                <a:gd name="T4" fmla="*/ 1 w 14"/>
                <a:gd name="T5" fmla="*/ 5 h 15"/>
                <a:gd name="T6" fmla="*/ 35 w 14"/>
                <a:gd name="T7" fmla="*/ 12 h 15"/>
                <a:gd name="T8" fmla="*/ 7 w 14"/>
                <a:gd name="T9" fmla="*/ 15 h 15"/>
                <a:gd name="T10" fmla="*/ 1 w 14"/>
                <a:gd name="T11" fmla="*/ 28 h 15"/>
                <a:gd name="T12" fmla="*/ 0 w 14"/>
                <a:gd name="T13" fmla="*/ 3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5">
                  <a:moveTo>
                    <a:pt x="0" y="14"/>
                  </a:moveTo>
                  <a:cubicBezTo>
                    <a:pt x="0" y="11"/>
                    <a:pt x="0" y="9"/>
                    <a:pt x="0" y="7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3" y="0"/>
                    <a:pt x="11" y="3"/>
                    <a:pt x="14" y="5"/>
                  </a:cubicBezTo>
                  <a:cubicBezTo>
                    <a:pt x="11" y="4"/>
                    <a:pt x="5" y="2"/>
                    <a:pt x="3" y="6"/>
                  </a:cubicBezTo>
                  <a:cubicBezTo>
                    <a:pt x="2" y="8"/>
                    <a:pt x="2" y="10"/>
                    <a:pt x="1" y="12"/>
                  </a:cubicBezTo>
                  <a:cubicBezTo>
                    <a:pt x="1" y="13"/>
                    <a:pt x="0" y="13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7" name="Freeform 377">
              <a:extLst>
                <a:ext uri="{FF2B5EF4-FFF2-40B4-BE49-F238E27FC236}">
                  <a16:creationId xmlns:a16="http://schemas.microsoft.com/office/drawing/2014/main" id="{CE9E18AE-BF65-46BC-92B4-064AF49A9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784"/>
              <a:ext cx="38" cy="17"/>
            </a:xfrm>
            <a:custGeom>
              <a:avLst/>
              <a:gdLst>
                <a:gd name="T0" fmla="*/ 0 w 28"/>
                <a:gd name="T1" fmla="*/ 16 h 13"/>
                <a:gd name="T2" fmla="*/ 7 w 28"/>
                <a:gd name="T3" fmla="*/ 1 h 13"/>
                <a:gd name="T4" fmla="*/ 27 w 28"/>
                <a:gd name="T5" fmla="*/ 5 h 13"/>
                <a:gd name="T6" fmla="*/ 71 w 28"/>
                <a:gd name="T7" fmla="*/ 29 h 13"/>
                <a:gd name="T8" fmla="*/ 26 w 28"/>
                <a:gd name="T9" fmla="*/ 9 h 13"/>
                <a:gd name="T10" fmla="*/ 7 w 28"/>
                <a:gd name="T11" fmla="*/ 9 h 13"/>
                <a:gd name="T12" fmla="*/ 1 w 28"/>
                <a:gd name="T13" fmla="*/ 13 h 13"/>
                <a:gd name="T14" fmla="*/ 0 w 28"/>
                <a:gd name="T15" fmla="*/ 1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3">
                  <a:moveTo>
                    <a:pt x="0" y="7"/>
                  </a:moveTo>
                  <a:cubicBezTo>
                    <a:pt x="1" y="5"/>
                    <a:pt x="1" y="2"/>
                    <a:pt x="3" y="1"/>
                  </a:cubicBezTo>
                  <a:cubicBezTo>
                    <a:pt x="5" y="0"/>
                    <a:pt x="9" y="2"/>
                    <a:pt x="11" y="2"/>
                  </a:cubicBezTo>
                  <a:cubicBezTo>
                    <a:pt x="17" y="5"/>
                    <a:pt x="24" y="8"/>
                    <a:pt x="28" y="13"/>
                  </a:cubicBezTo>
                  <a:cubicBezTo>
                    <a:pt x="23" y="9"/>
                    <a:pt x="16" y="6"/>
                    <a:pt x="10" y="4"/>
                  </a:cubicBezTo>
                  <a:cubicBezTo>
                    <a:pt x="8" y="3"/>
                    <a:pt x="4" y="3"/>
                    <a:pt x="3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1" y="6"/>
                    <a:pt x="0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8" name="Freeform 378">
              <a:extLst>
                <a:ext uri="{FF2B5EF4-FFF2-40B4-BE49-F238E27FC236}">
                  <a16:creationId xmlns:a16="http://schemas.microsoft.com/office/drawing/2014/main" id="{FEFD2BF7-7735-47AA-A53C-D64208FF3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860"/>
              <a:ext cx="15" cy="51"/>
            </a:xfrm>
            <a:custGeom>
              <a:avLst/>
              <a:gdLst>
                <a:gd name="T0" fmla="*/ 15 w 11"/>
                <a:gd name="T1" fmla="*/ 0 h 38"/>
                <a:gd name="T2" fmla="*/ 20 w 11"/>
                <a:gd name="T3" fmla="*/ 12 h 38"/>
                <a:gd name="T4" fmla="*/ 20 w 11"/>
                <a:gd name="T5" fmla="*/ 28 h 38"/>
                <a:gd name="T6" fmla="*/ 15 w 11"/>
                <a:gd name="T7" fmla="*/ 54 h 38"/>
                <a:gd name="T8" fmla="*/ 7 w 11"/>
                <a:gd name="T9" fmla="*/ 72 h 38"/>
                <a:gd name="T10" fmla="*/ 0 w 11"/>
                <a:gd name="T11" fmla="*/ 91 h 38"/>
                <a:gd name="T12" fmla="*/ 10 w 11"/>
                <a:gd name="T13" fmla="*/ 78 h 38"/>
                <a:gd name="T14" fmla="*/ 22 w 11"/>
                <a:gd name="T15" fmla="*/ 48 h 38"/>
                <a:gd name="T16" fmla="*/ 26 w 11"/>
                <a:gd name="T17" fmla="*/ 16 h 38"/>
                <a:gd name="T18" fmla="*/ 19 w 11"/>
                <a:gd name="T19" fmla="*/ 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38">
                  <a:moveTo>
                    <a:pt x="6" y="0"/>
                  </a:moveTo>
                  <a:cubicBezTo>
                    <a:pt x="7" y="1"/>
                    <a:pt x="7" y="4"/>
                    <a:pt x="8" y="5"/>
                  </a:cubicBezTo>
                  <a:cubicBezTo>
                    <a:pt x="8" y="7"/>
                    <a:pt x="8" y="10"/>
                    <a:pt x="8" y="12"/>
                  </a:cubicBezTo>
                  <a:cubicBezTo>
                    <a:pt x="8" y="15"/>
                    <a:pt x="7" y="19"/>
                    <a:pt x="6" y="22"/>
                  </a:cubicBezTo>
                  <a:cubicBezTo>
                    <a:pt x="5" y="25"/>
                    <a:pt x="5" y="28"/>
                    <a:pt x="3" y="30"/>
                  </a:cubicBezTo>
                  <a:cubicBezTo>
                    <a:pt x="2" y="33"/>
                    <a:pt x="1" y="36"/>
                    <a:pt x="0" y="38"/>
                  </a:cubicBezTo>
                  <a:cubicBezTo>
                    <a:pt x="1" y="35"/>
                    <a:pt x="2" y="34"/>
                    <a:pt x="4" y="32"/>
                  </a:cubicBezTo>
                  <a:cubicBezTo>
                    <a:pt x="7" y="29"/>
                    <a:pt x="8" y="24"/>
                    <a:pt x="9" y="20"/>
                  </a:cubicBezTo>
                  <a:cubicBezTo>
                    <a:pt x="11" y="16"/>
                    <a:pt x="11" y="11"/>
                    <a:pt x="10" y="7"/>
                  </a:cubicBezTo>
                  <a:cubicBezTo>
                    <a:pt x="9" y="5"/>
                    <a:pt x="7" y="3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9" name="Freeform 379">
              <a:extLst>
                <a:ext uri="{FF2B5EF4-FFF2-40B4-BE49-F238E27FC236}">
                  <a16:creationId xmlns:a16="http://schemas.microsoft.com/office/drawing/2014/main" id="{988068B5-1CA3-4BDE-98D7-D52F67A48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837"/>
              <a:ext cx="16" cy="39"/>
            </a:xfrm>
            <a:custGeom>
              <a:avLst/>
              <a:gdLst>
                <a:gd name="T0" fmla="*/ 0 w 12"/>
                <a:gd name="T1" fmla="*/ 5 h 29"/>
                <a:gd name="T2" fmla="*/ 16 w 12"/>
                <a:gd name="T3" fmla="*/ 42 h 29"/>
                <a:gd name="T4" fmla="*/ 20 w 12"/>
                <a:gd name="T5" fmla="*/ 70 h 29"/>
                <a:gd name="T6" fmla="*/ 27 w 12"/>
                <a:gd name="T7" fmla="*/ 54 h 29"/>
                <a:gd name="T8" fmla="*/ 21 w 12"/>
                <a:gd name="T9" fmla="*/ 31 h 29"/>
                <a:gd name="T10" fmla="*/ 7 w 12"/>
                <a:gd name="T11" fmla="*/ 15 h 29"/>
                <a:gd name="T12" fmla="*/ 0 w 12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9">
                  <a:moveTo>
                    <a:pt x="0" y="2"/>
                  </a:moveTo>
                  <a:cubicBezTo>
                    <a:pt x="2" y="8"/>
                    <a:pt x="5" y="12"/>
                    <a:pt x="7" y="17"/>
                  </a:cubicBezTo>
                  <a:cubicBezTo>
                    <a:pt x="9" y="21"/>
                    <a:pt x="9" y="25"/>
                    <a:pt x="8" y="29"/>
                  </a:cubicBezTo>
                  <a:cubicBezTo>
                    <a:pt x="9" y="27"/>
                    <a:pt x="11" y="25"/>
                    <a:pt x="11" y="22"/>
                  </a:cubicBezTo>
                  <a:cubicBezTo>
                    <a:pt x="12" y="19"/>
                    <a:pt x="10" y="16"/>
                    <a:pt x="9" y="13"/>
                  </a:cubicBezTo>
                  <a:cubicBezTo>
                    <a:pt x="7" y="10"/>
                    <a:pt x="5" y="8"/>
                    <a:pt x="3" y="6"/>
                  </a:cubicBezTo>
                  <a:cubicBezTo>
                    <a:pt x="2" y="5"/>
                    <a:pt x="0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0" name="Freeform 380">
              <a:extLst>
                <a:ext uri="{FF2B5EF4-FFF2-40B4-BE49-F238E27FC236}">
                  <a16:creationId xmlns:a16="http://schemas.microsoft.com/office/drawing/2014/main" id="{F49BBE6D-A2A4-4C78-9EDF-51D40F877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871"/>
              <a:ext cx="31" cy="26"/>
            </a:xfrm>
            <a:custGeom>
              <a:avLst/>
              <a:gdLst>
                <a:gd name="T0" fmla="*/ 0 w 23"/>
                <a:gd name="T1" fmla="*/ 44 h 20"/>
                <a:gd name="T2" fmla="*/ 22 w 23"/>
                <a:gd name="T3" fmla="*/ 13 h 20"/>
                <a:gd name="T4" fmla="*/ 40 w 23"/>
                <a:gd name="T5" fmla="*/ 9 h 20"/>
                <a:gd name="T6" fmla="*/ 57 w 23"/>
                <a:gd name="T7" fmla="*/ 0 h 20"/>
                <a:gd name="T8" fmla="*/ 42 w 23"/>
                <a:gd name="T9" fmla="*/ 12 h 20"/>
                <a:gd name="T10" fmla="*/ 22 w 23"/>
                <a:gd name="T11" fmla="*/ 21 h 20"/>
                <a:gd name="T12" fmla="*/ 7 w 23"/>
                <a:gd name="T13" fmla="*/ 30 h 20"/>
                <a:gd name="T14" fmla="*/ 0 w 23"/>
                <a:gd name="T15" fmla="*/ 44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0">
                  <a:moveTo>
                    <a:pt x="0" y="20"/>
                  </a:moveTo>
                  <a:cubicBezTo>
                    <a:pt x="3" y="15"/>
                    <a:pt x="3" y="9"/>
                    <a:pt x="9" y="6"/>
                  </a:cubicBezTo>
                  <a:cubicBezTo>
                    <a:pt x="11" y="5"/>
                    <a:pt x="14" y="5"/>
                    <a:pt x="16" y="4"/>
                  </a:cubicBezTo>
                  <a:cubicBezTo>
                    <a:pt x="18" y="3"/>
                    <a:pt x="20" y="1"/>
                    <a:pt x="23" y="0"/>
                  </a:cubicBezTo>
                  <a:cubicBezTo>
                    <a:pt x="21" y="2"/>
                    <a:pt x="20" y="4"/>
                    <a:pt x="17" y="5"/>
                  </a:cubicBezTo>
                  <a:cubicBezTo>
                    <a:pt x="15" y="7"/>
                    <a:pt x="12" y="8"/>
                    <a:pt x="9" y="9"/>
                  </a:cubicBezTo>
                  <a:cubicBezTo>
                    <a:pt x="7" y="11"/>
                    <a:pt x="4" y="12"/>
                    <a:pt x="3" y="14"/>
                  </a:cubicBezTo>
                  <a:cubicBezTo>
                    <a:pt x="2" y="16"/>
                    <a:pt x="1" y="18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1" name="Freeform 381">
              <a:extLst>
                <a:ext uri="{FF2B5EF4-FFF2-40B4-BE49-F238E27FC236}">
                  <a16:creationId xmlns:a16="http://schemas.microsoft.com/office/drawing/2014/main" id="{975C9564-603B-4C23-9A41-411B2F8CF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892"/>
              <a:ext cx="16" cy="36"/>
            </a:xfrm>
            <a:custGeom>
              <a:avLst/>
              <a:gdLst>
                <a:gd name="T0" fmla="*/ 28 w 12"/>
                <a:gd name="T1" fmla="*/ 0 h 27"/>
                <a:gd name="T2" fmla="*/ 9 w 12"/>
                <a:gd name="T3" fmla="*/ 31 h 27"/>
                <a:gd name="T4" fmla="*/ 5 w 12"/>
                <a:gd name="T5" fmla="*/ 64 h 27"/>
                <a:gd name="T6" fmla="*/ 7 w 12"/>
                <a:gd name="T7" fmla="*/ 48 h 27"/>
                <a:gd name="T8" fmla="*/ 15 w 12"/>
                <a:gd name="T9" fmla="*/ 28 h 27"/>
                <a:gd name="T10" fmla="*/ 27 w 12"/>
                <a:gd name="T11" fmla="*/ 5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7">
                  <a:moveTo>
                    <a:pt x="12" y="0"/>
                  </a:moveTo>
                  <a:cubicBezTo>
                    <a:pt x="8" y="4"/>
                    <a:pt x="6" y="7"/>
                    <a:pt x="4" y="13"/>
                  </a:cubicBezTo>
                  <a:cubicBezTo>
                    <a:pt x="3" y="17"/>
                    <a:pt x="0" y="23"/>
                    <a:pt x="2" y="27"/>
                  </a:cubicBezTo>
                  <a:cubicBezTo>
                    <a:pt x="1" y="25"/>
                    <a:pt x="3" y="22"/>
                    <a:pt x="3" y="20"/>
                  </a:cubicBezTo>
                  <a:cubicBezTo>
                    <a:pt x="4" y="17"/>
                    <a:pt x="5" y="14"/>
                    <a:pt x="6" y="12"/>
                  </a:cubicBezTo>
                  <a:cubicBezTo>
                    <a:pt x="6" y="9"/>
                    <a:pt x="9" y="4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2" name="Freeform 382">
              <a:extLst>
                <a:ext uri="{FF2B5EF4-FFF2-40B4-BE49-F238E27FC236}">
                  <a16:creationId xmlns:a16="http://schemas.microsoft.com/office/drawing/2014/main" id="{13F28B8C-4222-41D0-9FB2-BFEB30847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785"/>
              <a:ext cx="10" cy="63"/>
            </a:xfrm>
            <a:custGeom>
              <a:avLst/>
              <a:gdLst>
                <a:gd name="T0" fmla="*/ 8 w 8"/>
                <a:gd name="T1" fmla="*/ 0 h 47"/>
                <a:gd name="T2" fmla="*/ 6 w 8"/>
                <a:gd name="T3" fmla="*/ 31 h 47"/>
                <a:gd name="T4" fmla="*/ 8 w 8"/>
                <a:gd name="T5" fmla="*/ 62 h 47"/>
                <a:gd name="T6" fmla="*/ 1 w 8"/>
                <a:gd name="T7" fmla="*/ 84 h 47"/>
                <a:gd name="T8" fmla="*/ 1 w 8"/>
                <a:gd name="T9" fmla="*/ 113 h 47"/>
                <a:gd name="T10" fmla="*/ 8 w 8"/>
                <a:gd name="T11" fmla="*/ 84 h 47"/>
                <a:gd name="T12" fmla="*/ 10 w 8"/>
                <a:gd name="T13" fmla="*/ 70 h 47"/>
                <a:gd name="T14" fmla="*/ 13 w 8"/>
                <a:gd name="T15" fmla="*/ 58 h 47"/>
                <a:gd name="T16" fmla="*/ 8 w 8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47">
                  <a:moveTo>
                    <a:pt x="4" y="0"/>
                  </a:moveTo>
                  <a:cubicBezTo>
                    <a:pt x="4" y="4"/>
                    <a:pt x="2" y="9"/>
                    <a:pt x="3" y="13"/>
                  </a:cubicBezTo>
                  <a:cubicBezTo>
                    <a:pt x="3" y="17"/>
                    <a:pt x="4" y="21"/>
                    <a:pt x="4" y="25"/>
                  </a:cubicBezTo>
                  <a:cubicBezTo>
                    <a:pt x="4" y="28"/>
                    <a:pt x="2" y="32"/>
                    <a:pt x="1" y="35"/>
                  </a:cubicBezTo>
                  <a:cubicBezTo>
                    <a:pt x="0" y="39"/>
                    <a:pt x="0" y="43"/>
                    <a:pt x="1" y="47"/>
                  </a:cubicBezTo>
                  <a:cubicBezTo>
                    <a:pt x="1" y="43"/>
                    <a:pt x="2" y="39"/>
                    <a:pt x="4" y="35"/>
                  </a:cubicBezTo>
                  <a:cubicBezTo>
                    <a:pt x="5" y="32"/>
                    <a:pt x="5" y="31"/>
                    <a:pt x="5" y="29"/>
                  </a:cubicBezTo>
                  <a:cubicBezTo>
                    <a:pt x="5" y="27"/>
                    <a:pt x="6" y="25"/>
                    <a:pt x="6" y="24"/>
                  </a:cubicBezTo>
                  <a:cubicBezTo>
                    <a:pt x="8" y="16"/>
                    <a:pt x="2" y="7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3" name="Freeform 383">
              <a:extLst>
                <a:ext uri="{FF2B5EF4-FFF2-40B4-BE49-F238E27FC236}">
                  <a16:creationId xmlns:a16="http://schemas.microsoft.com/office/drawing/2014/main" id="{D2E8584A-31C5-4340-81A1-0AA0F2337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833"/>
              <a:ext cx="20" cy="34"/>
            </a:xfrm>
            <a:custGeom>
              <a:avLst/>
              <a:gdLst>
                <a:gd name="T0" fmla="*/ 7 w 15"/>
                <a:gd name="T1" fmla="*/ 0 h 25"/>
                <a:gd name="T2" fmla="*/ 5 w 15"/>
                <a:gd name="T3" fmla="*/ 45 h 25"/>
                <a:gd name="T4" fmla="*/ 16 w 15"/>
                <a:gd name="T5" fmla="*/ 57 h 25"/>
                <a:gd name="T6" fmla="*/ 36 w 15"/>
                <a:gd name="T7" fmla="*/ 63 h 25"/>
                <a:gd name="T8" fmla="*/ 7 w 15"/>
                <a:gd name="T9" fmla="*/ 37 h 25"/>
                <a:gd name="T10" fmla="*/ 7 w 15"/>
                <a:gd name="T11" fmla="*/ 15 h 25"/>
                <a:gd name="T12" fmla="*/ 7 w 15"/>
                <a:gd name="T13" fmla="*/ 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5">
                  <a:moveTo>
                    <a:pt x="3" y="0"/>
                  </a:moveTo>
                  <a:cubicBezTo>
                    <a:pt x="0" y="5"/>
                    <a:pt x="0" y="14"/>
                    <a:pt x="2" y="18"/>
                  </a:cubicBezTo>
                  <a:cubicBezTo>
                    <a:pt x="3" y="20"/>
                    <a:pt x="5" y="23"/>
                    <a:pt x="7" y="23"/>
                  </a:cubicBezTo>
                  <a:cubicBezTo>
                    <a:pt x="10" y="24"/>
                    <a:pt x="13" y="23"/>
                    <a:pt x="15" y="25"/>
                  </a:cubicBezTo>
                  <a:cubicBezTo>
                    <a:pt x="11" y="24"/>
                    <a:pt x="4" y="19"/>
                    <a:pt x="3" y="15"/>
                  </a:cubicBezTo>
                  <a:cubicBezTo>
                    <a:pt x="3" y="12"/>
                    <a:pt x="3" y="9"/>
                    <a:pt x="3" y="6"/>
                  </a:cubicBezTo>
                  <a:cubicBezTo>
                    <a:pt x="3" y="5"/>
                    <a:pt x="3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4" name="Freeform 384">
              <a:extLst>
                <a:ext uri="{FF2B5EF4-FFF2-40B4-BE49-F238E27FC236}">
                  <a16:creationId xmlns:a16="http://schemas.microsoft.com/office/drawing/2014/main" id="{9F095A70-8883-42F7-BE43-341321D21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824"/>
              <a:ext cx="9" cy="31"/>
            </a:xfrm>
            <a:custGeom>
              <a:avLst/>
              <a:gdLst>
                <a:gd name="T0" fmla="*/ 15 w 7"/>
                <a:gd name="T1" fmla="*/ 0 h 23"/>
                <a:gd name="T2" fmla="*/ 8 w 7"/>
                <a:gd name="T3" fmla="*/ 15 h 23"/>
                <a:gd name="T4" fmla="*/ 5 w 7"/>
                <a:gd name="T5" fmla="*/ 27 h 23"/>
                <a:gd name="T6" fmla="*/ 10 w 7"/>
                <a:gd name="T7" fmla="*/ 57 h 23"/>
                <a:gd name="T8" fmla="*/ 8 w 7"/>
                <a:gd name="T9" fmla="*/ 27 h 23"/>
                <a:gd name="T10" fmla="*/ 13 w 7"/>
                <a:gd name="T11" fmla="*/ 7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23">
                  <a:moveTo>
                    <a:pt x="7" y="0"/>
                  </a:moveTo>
                  <a:cubicBezTo>
                    <a:pt x="7" y="2"/>
                    <a:pt x="5" y="4"/>
                    <a:pt x="4" y="6"/>
                  </a:cubicBezTo>
                  <a:cubicBezTo>
                    <a:pt x="3" y="8"/>
                    <a:pt x="2" y="9"/>
                    <a:pt x="2" y="11"/>
                  </a:cubicBezTo>
                  <a:cubicBezTo>
                    <a:pt x="0" y="16"/>
                    <a:pt x="2" y="20"/>
                    <a:pt x="5" y="23"/>
                  </a:cubicBezTo>
                  <a:cubicBezTo>
                    <a:pt x="3" y="19"/>
                    <a:pt x="4" y="15"/>
                    <a:pt x="4" y="11"/>
                  </a:cubicBezTo>
                  <a:cubicBezTo>
                    <a:pt x="4" y="8"/>
                    <a:pt x="5" y="6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5" name="Freeform 385">
              <a:extLst>
                <a:ext uri="{FF2B5EF4-FFF2-40B4-BE49-F238E27FC236}">
                  <a16:creationId xmlns:a16="http://schemas.microsoft.com/office/drawing/2014/main" id="{4C1533E2-0BCA-4E70-B164-EF6E2610F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899"/>
              <a:ext cx="93" cy="33"/>
            </a:xfrm>
            <a:custGeom>
              <a:avLst/>
              <a:gdLst>
                <a:gd name="T0" fmla="*/ 0 w 69"/>
                <a:gd name="T1" fmla="*/ 1 h 25"/>
                <a:gd name="T2" fmla="*/ 47 w 69"/>
                <a:gd name="T3" fmla="*/ 7 h 25"/>
                <a:gd name="T4" fmla="*/ 69 w 69"/>
                <a:gd name="T5" fmla="*/ 22 h 25"/>
                <a:gd name="T6" fmla="*/ 93 w 69"/>
                <a:gd name="T7" fmla="*/ 32 h 25"/>
                <a:gd name="T8" fmla="*/ 125 w 69"/>
                <a:gd name="T9" fmla="*/ 49 h 25"/>
                <a:gd name="T10" fmla="*/ 168 w 69"/>
                <a:gd name="T11" fmla="*/ 55 h 25"/>
                <a:gd name="T12" fmla="*/ 120 w 69"/>
                <a:gd name="T13" fmla="*/ 53 h 25"/>
                <a:gd name="T14" fmla="*/ 89 w 69"/>
                <a:gd name="T15" fmla="*/ 37 h 25"/>
                <a:gd name="T16" fmla="*/ 62 w 69"/>
                <a:gd name="T17" fmla="*/ 26 h 25"/>
                <a:gd name="T18" fmla="*/ 42 w 69"/>
                <a:gd name="T19" fmla="*/ 7 h 25"/>
                <a:gd name="T20" fmla="*/ 0 w 69"/>
                <a:gd name="T21" fmla="*/ 1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25">
                  <a:moveTo>
                    <a:pt x="0" y="1"/>
                  </a:moveTo>
                  <a:cubicBezTo>
                    <a:pt x="4" y="2"/>
                    <a:pt x="16" y="0"/>
                    <a:pt x="19" y="3"/>
                  </a:cubicBezTo>
                  <a:cubicBezTo>
                    <a:pt x="23" y="5"/>
                    <a:pt x="23" y="8"/>
                    <a:pt x="28" y="10"/>
                  </a:cubicBezTo>
                  <a:cubicBezTo>
                    <a:pt x="33" y="12"/>
                    <a:pt x="34" y="11"/>
                    <a:pt x="38" y="14"/>
                  </a:cubicBezTo>
                  <a:cubicBezTo>
                    <a:pt x="43" y="17"/>
                    <a:pt x="46" y="20"/>
                    <a:pt x="51" y="21"/>
                  </a:cubicBezTo>
                  <a:cubicBezTo>
                    <a:pt x="56" y="23"/>
                    <a:pt x="63" y="22"/>
                    <a:pt x="69" y="24"/>
                  </a:cubicBezTo>
                  <a:cubicBezTo>
                    <a:pt x="66" y="23"/>
                    <a:pt x="55" y="25"/>
                    <a:pt x="49" y="23"/>
                  </a:cubicBezTo>
                  <a:cubicBezTo>
                    <a:pt x="44" y="22"/>
                    <a:pt x="39" y="16"/>
                    <a:pt x="36" y="16"/>
                  </a:cubicBezTo>
                  <a:cubicBezTo>
                    <a:pt x="33" y="15"/>
                    <a:pt x="27" y="13"/>
                    <a:pt x="25" y="11"/>
                  </a:cubicBezTo>
                  <a:cubicBezTo>
                    <a:pt x="23" y="8"/>
                    <a:pt x="19" y="4"/>
                    <a:pt x="17" y="3"/>
                  </a:cubicBezTo>
                  <a:cubicBezTo>
                    <a:pt x="15" y="3"/>
                    <a:pt x="4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6" name="Freeform 386">
              <a:extLst>
                <a:ext uri="{FF2B5EF4-FFF2-40B4-BE49-F238E27FC236}">
                  <a16:creationId xmlns:a16="http://schemas.microsoft.com/office/drawing/2014/main" id="{F2E57967-5CE3-4DFC-8F85-0437C18AC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920"/>
              <a:ext cx="62" cy="17"/>
            </a:xfrm>
            <a:custGeom>
              <a:avLst/>
              <a:gdLst>
                <a:gd name="T0" fmla="*/ 77 w 47"/>
                <a:gd name="T1" fmla="*/ 22 h 13"/>
                <a:gd name="T2" fmla="*/ 108 w 47"/>
                <a:gd name="T3" fmla="*/ 29 h 13"/>
                <a:gd name="T4" fmla="*/ 78 w 47"/>
                <a:gd name="T5" fmla="*/ 17 h 13"/>
                <a:gd name="T6" fmla="*/ 44 w 47"/>
                <a:gd name="T7" fmla="*/ 16 h 13"/>
                <a:gd name="T8" fmla="*/ 0 w 47"/>
                <a:gd name="T9" fmla="*/ 0 h 13"/>
                <a:gd name="T10" fmla="*/ 77 w 47"/>
                <a:gd name="T11" fmla="*/ 2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3">
                  <a:moveTo>
                    <a:pt x="33" y="10"/>
                  </a:moveTo>
                  <a:cubicBezTo>
                    <a:pt x="37" y="9"/>
                    <a:pt x="43" y="11"/>
                    <a:pt x="47" y="13"/>
                  </a:cubicBezTo>
                  <a:cubicBezTo>
                    <a:pt x="41" y="8"/>
                    <a:pt x="38" y="8"/>
                    <a:pt x="34" y="8"/>
                  </a:cubicBezTo>
                  <a:cubicBezTo>
                    <a:pt x="31" y="8"/>
                    <a:pt x="26" y="8"/>
                    <a:pt x="19" y="7"/>
                  </a:cubicBezTo>
                  <a:cubicBezTo>
                    <a:pt x="12" y="6"/>
                    <a:pt x="4" y="4"/>
                    <a:pt x="0" y="0"/>
                  </a:cubicBezTo>
                  <a:cubicBezTo>
                    <a:pt x="3" y="5"/>
                    <a:pt x="19" y="11"/>
                    <a:pt x="3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7" name="Freeform 387">
              <a:extLst>
                <a:ext uri="{FF2B5EF4-FFF2-40B4-BE49-F238E27FC236}">
                  <a16:creationId xmlns:a16="http://schemas.microsoft.com/office/drawing/2014/main" id="{BA7F006D-84B6-413B-B1B0-C2D14ADF2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943"/>
              <a:ext cx="57" cy="14"/>
            </a:xfrm>
            <a:custGeom>
              <a:avLst/>
              <a:gdLst>
                <a:gd name="T0" fmla="*/ 0 w 42"/>
                <a:gd name="T1" fmla="*/ 1 h 11"/>
                <a:gd name="T2" fmla="*/ 50 w 42"/>
                <a:gd name="T3" fmla="*/ 8 h 11"/>
                <a:gd name="T4" fmla="*/ 105 w 42"/>
                <a:gd name="T5" fmla="*/ 2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1">
                  <a:moveTo>
                    <a:pt x="0" y="1"/>
                  </a:moveTo>
                  <a:cubicBezTo>
                    <a:pt x="4" y="0"/>
                    <a:pt x="11" y="1"/>
                    <a:pt x="20" y="4"/>
                  </a:cubicBezTo>
                  <a:cubicBezTo>
                    <a:pt x="28" y="7"/>
                    <a:pt x="38" y="8"/>
                    <a:pt x="4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8" name="Freeform 388">
              <a:extLst>
                <a:ext uri="{FF2B5EF4-FFF2-40B4-BE49-F238E27FC236}">
                  <a16:creationId xmlns:a16="http://schemas.microsoft.com/office/drawing/2014/main" id="{06D28191-67FB-484D-8F88-66B15036B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865"/>
              <a:ext cx="6" cy="26"/>
            </a:xfrm>
            <a:custGeom>
              <a:avLst/>
              <a:gdLst>
                <a:gd name="T0" fmla="*/ 0 w 5"/>
                <a:gd name="T1" fmla="*/ 0 h 19"/>
                <a:gd name="T2" fmla="*/ 1 w 5"/>
                <a:gd name="T3" fmla="*/ 26 h 19"/>
                <a:gd name="T4" fmla="*/ 8 w 5"/>
                <a:gd name="T5" fmla="*/ 49 h 19"/>
                <a:gd name="T6" fmla="*/ 2 w 5"/>
                <a:gd name="T7" fmla="*/ 22 h 19"/>
                <a:gd name="T8" fmla="*/ 1 w 5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1" y="2"/>
                    <a:pt x="0" y="6"/>
                    <a:pt x="1" y="10"/>
                  </a:cubicBezTo>
                  <a:cubicBezTo>
                    <a:pt x="1" y="13"/>
                    <a:pt x="3" y="17"/>
                    <a:pt x="5" y="19"/>
                  </a:cubicBezTo>
                  <a:cubicBezTo>
                    <a:pt x="4" y="16"/>
                    <a:pt x="2" y="13"/>
                    <a:pt x="2" y="9"/>
                  </a:cubicBezTo>
                  <a:cubicBezTo>
                    <a:pt x="2" y="6"/>
                    <a:pt x="2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9" name="Freeform 389">
              <a:extLst>
                <a:ext uri="{FF2B5EF4-FFF2-40B4-BE49-F238E27FC236}">
                  <a16:creationId xmlns:a16="http://schemas.microsoft.com/office/drawing/2014/main" id="{894D9BA2-11B7-41A5-9D14-B9781398B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773"/>
              <a:ext cx="67" cy="39"/>
            </a:xfrm>
            <a:custGeom>
              <a:avLst/>
              <a:gdLst>
                <a:gd name="T0" fmla="*/ 0 w 50"/>
                <a:gd name="T1" fmla="*/ 70 h 29"/>
                <a:gd name="T2" fmla="*/ 43 w 50"/>
                <a:gd name="T3" fmla="*/ 36 h 29"/>
                <a:gd name="T4" fmla="*/ 121 w 50"/>
                <a:gd name="T5" fmla="*/ 1 h 29"/>
                <a:gd name="T6" fmla="*/ 51 w 50"/>
                <a:gd name="T7" fmla="*/ 36 h 29"/>
                <a:gd name="T8" fmla="*/ 0 w 50"/>
                <a:gd name="T9" fmla="*/ 7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9">
                  <a:moveTo>
                    <a:pt x="0" y="29"/>
                  </a:moveTo>
                  <a:cubicBezTo>
                    <a:pt x="6" y="22"/>
                    <a:pt x="13" y="17"/>
                    <a:pt x="18" y="15"/>
                  </a:cubicBezTo>
                  <a:cubicBezTo>
                    <a:pt x="24" y="12"/>
                    <a:pt x="45" y="0"/>
                    <a:pt x="50" y="1"/>
                  </a:cubicBezTo>
                  <a:cubicBezTo>
                    <a:pt x="46" y="2"/>
                    <a:pt x="26" y="12"/>
                    <a:pt x="21" y="15"/>
                  </a:cubicBezTo>
                  <a:cubicBezTo>
                    <a:pt x="16" y="18"/>
                    <a:pt x="2" y="25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0" name="Freeform 390">
              <a:extLst>
                <a:ext uri="{FF2B5EF4-FFF2-40B4-BE49-F238E27FC236}">
                  <a16:creationId xmlns:a16="http://schemas.microsoft.com/office/drawing/2014/main" id="{16E2CB91-7B37-4671-A7E1-3868A5FBF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825"/>
              <a:ext cx="26" cy="42"/>
            </a:xfrm>
            <a:custGeom>
              <a:avLst/>
              <a:gdLst>
                <a:gd name="T0" fmla="*/ 49 w 19"/>
                <a:gd name="T1" fmla="*/ 0 h 31"/>
                <a:gd name="T2" fmla="*/ 34 w 19"/>
                <a:gd name="T3" fmla="*/ 12 h 31"/>
                <a:gd name="T4" fmla="*/ 14 w 19"/>
                <a:gd name="T5" fmla="*/ 47 h 31"/>
                <a:gd name="T6" fmla="*/ 0 w 19"/>
                <a:gd name="T7" fmla="*/ 77 h 31"/>
                <a:gd name="T8" fmla="*/ 15 w 19"/>
                <a:gd name="T9" fmla="*/ 51 h 31"/>
                <a:gd name="T10" fmla="*/ 40 w 19"/>
                <a:gd name="T11" fmla="*/ 20 h 31"/>
                <a:gd name="T12" fmla="*/ 49 w 1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1">
                  <a:moveTo>
                    <a:pt x="19" y="0"/>
                  </a:moveTo>
                  <a:cubicBezTo>
                    <a:pt x="15" y="1"/>
                    <a:pt x="15" y="2"/>
                    <a:pt x="13" y="5"/>
                  </a:cubicBezTo>
                  <a:cubicBezTo>
                    <a:pt x="12" y="8"/>
                    <a:pt x="8" y="16"/>
                    <a:pt x="5" y="19"/>
                  </a:cubicBezTo>
                  <a:cubicBezTo>
                    <a:pt x="2" y="22"/>
                    <a:pt x="0" y="27"/>
                    <a:pt x="0" y="31"/>
                  </a:cubicBezTo>
                  <a:cubicBezTo>
                    <a:pt x="1" y="28"/>
                    <a:pt x="4" y="25"/>
                    <a:pt x="6" y="21"/>
                  </a:cubicBezTo>
                  <a:cubicBezTo>
                    <a:pt x="8" y="18"/>
                    <a:pt x="13" y="12"/>
                    <a:pt x="15" y="8"/>
                  </a:cubicBezTo>
                  <a:cubicBezTo>
                    <a:pt x="16" y="5"/>
                    <a:pt x="17" y="1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1" name="Freeform 391">
              <a:extLst>
                <a:ext uri="{FF2B5EF4-FFF2-40B4-BE49-F238E27FC236}">
                  <a16:creationId xmlns:a16="http://schemas.microsoft.com/office/drawing/2014/main" id="{BFC79080-7EC5-4318-9624-4EA3743DA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820"/>
              <a:ext cx="16" cy="27"/>
            </a:xfrm>
            <a:custGeom>
              <a:avLst/>
              <a:gdLst>
                <a:gd name="T0" fmla="*/ 0 w 12"/>
                <a:gd name="T1" fmla="*/ 1 h 20"/>
                <a:gd name="T2" fmla="*/ 20 w 12"/>
                <a:gd name="T3" fmla="*/ 26 h 20"/>
                <a:gd name="T4" fmla="*/ 23 w 12"/>
                <a:gd name="T5" fmla="*/ 49 h 20"/>
                <a:gd name="T6" fmla="*/ 27 w 12"/>
                <a:gd name="T7" fmla="*/ 27 h 20"/>
                <a:gd name="T8" fmla="*/ 16 w 12"/>
                <a:gd name="T9" fmla="*/ 12 h 20"/>
                <a:gd name="T10" fmla="*/ 1 w 12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1"/>
                  </a:moveTo>
                  <a:cubicBezTo>
                    <a:pt x="1" y="4"/>
                    <a:pt x="6" y="7"/>
                    <a:pt x="8" y="10"/>
                  </a:cubicBezTo>
                  <a:cubicBezTo>
                    <a:pt x="10" y="14"/>
                    <a:pt x="10" y="16"/>
                    <a:pt x="10" y="20"/>
                  </a:cubicBezTo>
                  <a:cubicBezTo>
                    <a:pt x="12" y="17"/>
                    <a:pt x="12" y="14"/>
                    <a:pt x="11" y="11"/>
                  </a:cubicBezTo>
                  <a:cubicBezTo>
                    <a:pt x="10" y="9"/>
                    <a:pt x="9" y="7"/>
                    <a:pt x="7" y="5"/>
                  </a:cubicBezTo>
                  <a:cubicBezTo>
                    <a:pt x="5" y="4"/>
                    <a:pt x="1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2" name="Freeform 392">
              <a:extLst>
                <a:ext uri="{FF2B5EF4-FFF2-40B4-BE49-F238E27FC236}">
                  <a16:creationId xmlns:a16="http://schemas.microsoft.com/office/drawing/2014/main" id="{55964836-54A3-49AF-8F10-DEF22384E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828"/>
              <a:ext cx="12" cy="64"/>
            </a:xfrm>
            <a:custGeom>
              <a:avLst/>
              <a:gdLst>
                <a:gd name="T0" fmla="*/ 0 w 9"/>
                <a:gd name="T1" fmla="*/ 1 h 48"/>
                <a:gd name="T2" fmla="*/ 7 w 9"/>
                <a:gd name="T3" fmla="*/ 33 h 48"/>
                <a:gd name="T4" fmla="*/ 5 w 9"/>
                <a:gd name="T5" fmla="*/ 44 h 48"/>
                <a:gd name="T6" fmla="*/ 9 w 9"/>
                <a:gd name="T7" fmla="*/ 55 h 48"/>
                <a:gd name="T8" fmla="*/ 16 w 9"/>
                <a:gd name="T9" fmla="*/ 84 h 48"/>
                <a:gd name="T10" fmla="*/ 15 w 9"/>
                <a:gd name="T11" fmla="*/ 113 h 48"/>
                <a:gd name="T12" fmla="*/ 20 w 9"/>
                <a:gd name="T13" fmla="*/ 80 h 48"/>
                <a:gd name="T14" fmla="*/ 12 w 9"/>
                <a:gd name="T15" fmla="*/ 49 h 48"/>
                <a:gd name="T16" fmla="*/ 7 w 9"/>
                <a:gd name="T17" fmla="*/ 21 h 48"/>
                <a:gd name="T18" fmla="*/ 0 w 9"/>
                <a:gd name="T19" fmla="*/ 0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48">
                  <a:moveTo>
                    <a:pt x="0" y="1"/>
                  </a:moveTo>
                  <a:cubicBezTo>
                    <a:pt x="0" y="5"/>
                    <a:pt x="2" y="10"/>
                    <a:pt x="3" y="14"/>
                  </a:cubicBezTo>
                  <a:cubicBezTo>
                    <a:pt x="3" y="16"/>
                    <a:pt x="2" y="17"/>
                    <a:pt x="2" y="19"/>
                  </a:cubicBezTo>
                  <a:cubicBezTo>
                    <a:pt x="2" y="21"/>
                    <a:pt x="3" y="21"/>
                    <a:pt x="4" y="23"/>
                  </a:cubicBezTo>
                  <a:cubicBezTo>
                    <a:pt x="5" y="27"/>
                    <a:pt x="6" y="31"/>
                    <a:pt x="7" y="35"/>
                  </a:cubicBezTo>
                  <a:cubicBezTo>
                    <a:pt x="7" y="40"/>
                    <a:pt x="6" y="43"/>
                    <a:pt x="6" y="48"/>
                  </a:cubicBezTo>
                  <a:cubicBezTo>
                    <a:pt x="8" y="44"/>
                    <a:pt x="9" y="38"/>
                    <a:pt x="8" y="34"/>
                  </a:cubicBezTo>
                  <a:cubicBezTo>
                    <a:pt x="8" y="29"/>
                    <a:pt x="6" y="25"/>
                    <a:pt x="5" y="21"/>
                  </a:cubicBezTo>
                  <a:cubicBezTo>
                    <a:pt x="4" y="17"/>
                    <a:pt x="4" y="13"/>
                    <a:pt x="3" y="9"/>
                  </a:cubicBezTo>
                  <a:cubicBezTo>
                    <a:pt x="3" y="6"/>
                    <a:pt x="1" y="3"/>
                    <a:pt x="0" y="0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3" name="Freeform 393">
              <a:extLst>
                <a:ext uri="{FF2B5EF4-FFF2-40B4-BE49-F238E27FC236}">
                  <a16:creationId xmlns:a16="http://schemas.microsoft.com/office/drawing/2014/main" id="{F1B48C76-79C8-461C-8941-B64630E54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841"/>
              <a:ext cx="14" cy="59"/>
            </a:xfrm>
            <a:custGeom>
              <a:avLst/>
              <a:gdLst>
                <a:gd name="T0" fmla="*/ 8 w 10"/>
                <a:gd name="T1" fmla="*/ 15 h 44"/>
                <a:gd name="T2" fmla="*/ 21 w 10"/>
                <a:gd name="T3" fmla="*/ 36 h 44"/>
                <a:gd name="T4" fmla="*/ 28 w 10"/>
                <a:gd name="T5" fmla="*/ 58 h 44"/>
                <a:gd name="T6" fmla="*/ 8 w 10"/>
                <a:gd name="T7" fmla="*/ 106 h 44"/>
                <a:gd name="T8" fmla="*/ 20 w 10"/>
                <a:gd name="T9" fmla="*/ 54 h 44"/>
                <a:gd name="T10" fmla="*/ 11 w 10"/>
                <a:gd name="T11" fmla="*/ 21 h 44"/>
                <a:gd name="T12" fmla="*/ 0 w 10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44">
                  <a:moveTo>
                    <a:pt x="3" y="6"/>
                  </a:moveTo>
                  <a:cubicBezTo>
                    <a:pt x="5" y="9"/>
                    <a:pt x="7" y="11"/>
                    <a:pt x="8" y="15"/>
                  </a:cubicBezTo>
                  <a:cubicBezTo>
                    <a:pt x="9" y="18"/>
                    <a:pt x="9" y="21"/>
                    <a:pt x="10" y="24"/>
                  </a:cubicBezTo>
                  <a:cubicBezTo>
                    <a:pt x="10" y="31"/>
                    <a:pt x="7" y="38"/>
                    <a:pt x="3" y="44"/>
                  </a:cubicBezTo>
                  <a:cubicBezTo>
                    <a:pt x="6" y="38"/>
                    <a:pt x="8" y="29"/>
                    <a:pt x="7" y="22"/>
                  </a:cubicBezTo>
                  <a:cubicBezTo>
                    <a:pt x="6" y="18"/>
                    <a:pt x="6" y="13"/>
                    <a:pt x="4" y="9"/>
                  </a:cubicBezTo>
                  <a:cubicBezTo>
                    <a:pt x="3" y="6"/>
                    <a:pt x="1" y="3"/>
                    <a:pt x="0" y="0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4" name="Freeform 394">
              <a:extLst>
                <a:ext uri="{FF2B5EF4-FFF2-40B4-BE49-F238E27FC236}">
                  <a16:creationId xmlns:a16="http://schemas.microsoft.com/office/drawing/2014/main" id="{4E8D2AD5-A309-45CF-9BBC-7663641AC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871"/>
              <a:ext cx="10" cy="9"/>
            </a:xfrm>
            <a:custGeom>
              <a:avLst/>
              <a:gdLst>
                <a:gd name="T0" fmla="*/ 0 w 8"/>
                <a:gd name="T1" fmla="*/ 0 h 7"/>
                <a:gd name="T2" fmla="*/ 16 w 8"/>
                <a:gd name="T3" fmla="*/ 5 h 7"/>
                <a:gd name="T4" fmla="*/ 0 w 8"/>
                <a:gd name="T5" fmla="*/ 15 h 7"/>
                <a:gd name="T6" fmla="*/ 1 w 8"/>
                <a:gd name="T7" fmla="*/ 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1" y="4"/>
                    <a:pt x="6" y="2"/>
                    <a:pt x="8" y="2"/>
                  </a:cubicBezTo>
                  <a:cubicBezTo>
                    <a:pt x="6" y="3"/>
                    <a:pt x="1" y="4"/>
                    <a:pt x="0" y="7"/>
                  </a:cubicBezTo>
                  <a:cubicBezTo>
                    <a:pt x="1" y="5"/>
                    <a:pt x="1" y="4"/>
                    <a:pt x="1" y="3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5" name="Freeform 395">
              <a:extLst>
                <a:ext uri="{FF2B5EF4-FFF2-40B4-BE49-F238E27FC236}">
                  <a16:creationId xmlns:a16="http://schemas.microsoft.com/office/drawing/2014/main" id="{79ABAE53-4DE7-4A60-A844-1BF86FF3D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888"/>
              <a:ext cx="10" cy="13"/>
            </a:xfrm>
            <a:custGeom>
              <a:avLst/>
              <a:gdLst>
                <a:gd name="T0" fmla="*/ 20 w 7"/>
                <a:gd name="T1" fmla="*/ 0 h 10"/>
                <a:gd name="T2" fmla="*/ 0 w 7"/>
                <a:gd name="T3" fmla="*/ 21 h 10"/>
                <a:gd name="T4" fmla="*/ 20 w 7"/>
                <a:gd name="T5" fmla="*/ 22 h 10"/>
                <a:gd name="T6" fmla="*/ 20 w 7"/>
                <a:gd name="T7" fmla="*/ 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5" y="3"/>
                    <a:pt x="1" y="5"/>
                    <a:pt x="0" y="9"/>
                  </a:cubicBezTo>
                  <a:cubicBezTo>
                    <a:pt x="2" y="8"/>
                    <a:pt x="5" y="9"/>
                    <a:pt x="7" y="10"/>
                  </a:cubicBezTo>
                  <a:cubicBezTo>
                    <a:pt x="1" y="9"/>
                    <a:pt x="7" y="4"/>
                    <a:pt x="7" y="1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6" name="Freeform 396">
              <a:extLst>
                <a:ext uri="{FF2B5EF4-FFF2-40B4-BE49-F238E27FC236}">
                  <a16:creationId xmlns:a16="http://schemas.microsoft.com/office/drawing/2014/main" id="{82E95CCE-D9B0-44C1-9FE4-ECFFB04B0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893"/>
              <a:ext cx="34" cy="35"/>
            </a:xfrm>
            <a:custGeom>
              <a:avLst/>
              <a:gdLst>
                <a:gd name="T0" fmla="*/ 61 w 25"/>
                <a:gd name="T1" fmla="*/ 1 h 26"/>
                <a:gd name="T2" fmla="*/ 53 w 25"/>
                <a:gd name="T3" fmla="*/ 27 h 26"/>
                <a:gd name="T4" fmla="*/ 48 w 25"/>
                <a:gd name="T5" fmla="*/ 43 h 26"/>
                <a:gd name="T6" fmla="*/ 0 w 25"/>
                <a:gd name="T7" fmla="*/ 62 h 26"/>
                <a:gd name="T8" fmla="*/ 41 w 25"/>
                <a:gd name="T9" fmla="*/ 40 h 26"/>
                <a:gd name="T10" fmla="*/ 50 w 25"/>
                <a:gd name="T11" fmla="*/ 16 h 26"/>
                <a:gd name="T12" fmla="*/ 61 w 2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24" y="1"/>
                  </a:moveTo>
                  <a:cubicBezTo>
                    <a:pt x="24" y="4"/>
                    <a:pt x="23" y="8"/>
                    <a:pt x="21" y="11"/>
                  </a:cubicBezTo>
                  <a:cubicBezTo>
                    <a:pt x="20" y="13"/>
                    <a:pt x="20" y="15"/>
                    <a:pt x="19" y="18"/>
                  </a:cubicBezTo>
                  <a:cubicBezTo>
                    <a:pt x="16" y="24"/>
                    <a:pt x="6" y="26"/>
                    <a:pt x="0" y="25"/>
                  </a:cubicBezTo>
                  <a:cubicBezTo>
                    <a:pt x="6" y="25"/>
                    <a:pt x="14" y="22"/>
                    <a:pt x="16" y="16"/>
                  </a:cubicBezTo>
                  <a:cubicBezTo>
                    <a:pt x="18" y="13"/>
                    <a:pt x="18" y="10"/>
                    <a:pt x="20" y="7"/>
                  </a:cubicBezTo>
                  <a:cubicBezTo>
                    <a:pt x="22" y="5"/>
                    <a:pt x="25" y="3"/>
                    <a:pt x="24" y="0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7" name="Freeform 397">
              <a:extLst>
                <a:ext uri="{FF2B5EF4-FFF2-40B4-BE49-F238E27FC236}">
                  <a16:creationId xmlns:a16="http://schemas.microsoft.com/office/drawing/2014/main" id="{ECBDC4EE-D13B-4796-A798-DE47F0E38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888"/>
              <a:ext cx="60" cy="37"/>
            </a:xfrm>
            <a:custGeom>
              <a:avLst/>
              <a:gdLst>
                <a:gd name="T0" fmla="*/ 31 w 45"/>
                <a:gd name="T1" fmla="*/ 63 h 28"/>
                <a:gd name="T2" fmla="*/ 71 w 45"/>
                <a:gd name="T3" fmla="*/ 45 h 28"/>
                <a:gd name="T4" fmla="*/ 87 w 45"/>
                <a:gd name="T5" fmla="*/ 26 h 28"/>
                <a:gd name="T6" fmla="*/ 107 w 45"/>
                <a:gd name="T7" fmla="*/ 0 h 28"/>
                <a:gd name="T8" fmla="*/ 69 w 45"/>
                <a:gd name="T9" fmla="*/ 37 h 28"/>
                <a:gd name="T10" fmla="*/ 27 w 45"/>
                <a:gd name="T11" fmla="*/ 50 h 28"/>
                <a:gd name="T12" fmla="*/ 12 w 45"/>
                <a:gd name="T13" fmla="*/ 38 h 28"/>
                <a:gd name="T14" fmla="*/ 1 w 45"/>
                <a:gd name="T15" fmla="*/ 42 h 28"/>
                <a:gd name="T16" fmla="*/ 16 w 45"/>
                <a:gd name="T17" fmla="*/ 50 h 28"/>
                <a:gd name="T18" fmla="*/ 31 w 45"/>
                <a:gd name="T19" fmla="*/ 65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28">
                  <a:moveTo>
                    <a:pt x="13" y="27"/>
                  </a:moveTo>
                  <a:cubicBezTo>
                    <a:pt x="20" y="27"/>
                    <a:pt x="25" y="25"/>
                    <a:pt x="30" y="20"/>
                  </a:cubicBezTo>
                  <a:cubicBezTo>
                    <a:pt x="33" y="18"/>
                    <a:pt x="35" y="15"/>
                    <a:pt x="37" y="11"/>
                  </a:cubicBezTo>
                  <a:cubicBezTo>
                    <a:pt x="39" y="8"/>
                    <a:pt x="41" y="2"/>
                    <a:pt x="45" y="0"/>
                  </a:cubicBezTo>
                  <a:cubicBezTo>
                    <a:pt x="37" y="2"/>
                    <a:pt x="34" y="11"/>
                    <a:pt x="29" y="16"/>
                  </a:cubicBezTo>
                  <a:cubicBezTo>
                    <a:pt x="24" y="21"/>
                    <a:pt x="18" y="24"/>
                    <a:pt x="11" y="22"/>
                  </a:cubicBezTo>
                  <a:cubicBezTo>
                    <a:pt x="8" y="21"/>
                    <a:pt x="7" y="19"/>
                    <a:pt x="5" y="17"/>
                  </a:cubicBezTo>
                  <a:cubicBezTo>
                    <a:pt x="4" y="17"/>
                    <a:pt x="0" y="15"/>
                    <a:pt x="1" y="18"/>
                  </a:cubicBezTo>
                  <a:cubicBezTo>
                    <a:pt x="1" y="20"/>
                    <a:pt x="6" y="21"/>
                    <a:pt x="7" y="22"/>
                  </a:cubicBezTo>
                  <a:cubicBezTo>
                    <a:pt x="9" y="24"/>
                    <a:pt x="10" y="27"/>
                    <a:pt x="13" y="28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8" name="Freeform 398">
              <a:extLst>
                <a:ext uri="{FF2B5EF4-FFF2-40B4-BE49-F238E27FC236}">
                  <a16:creationId xmlns:a16="http://schemas.microsoft.com/office/drawing/2014/main" id="{75F0FAF5-20A0-417D-93F4-BF309CA54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867"/>
              <a:ext cx="95" cy="44"/>
            </a:xfrm>
            <a:custGeom>
              <a:avLst/>
              <a:gdLst>
                <a:gd name="T0" fmla="*/ 169 w 71"/>
                <a:gd name="T1" fmla="*/ 1 h 33"/>
                <a:gd name="T2" fmla="*/ 150 w 71"/>
                <a:gd name="T3" fmla="*/ 63 h 33"/>
                <a:gd name="T4" fmla="*/ 143 w 71"/>
                <a:gd name="T5" fmla="*/ 79 h 33"/>
                <a:gd name="T6" fmla="*/ 118 w 71"/>
                <a:gd name="T7" fmla="*/ 64 h 33"/>
                <a:gd name="T8" fmla="*/ 74 w 71"/>
                <a:gd name="T9" fmla="*/ 49 h 33"/>
                <a:gd name="T10" fmla="*/ 41 w 71"/>
                <a:gd name="T11" fmla="*/ 36 h 33"/>
                <a:gd name="T12" fmla="*/ 16 w 71"/>
                <a:gd name="T13" fmla="*/ 16 h 33"/>
                <a:gd name="T14" fmla="*/ 0 w 71"/>
                <a:gd name="T15" fmla="*/ 9 h 33"/>
                <a:gd name="T16" fmla="*/ 36 w 71"/>
                <a:gd name="T17" fmla="*/ 20 h 33"/>
                <a:gd name="T18" fmla="*/ 64 w 71"/>
                <a:gd name="T19" fmla="*/ 36 h 33"/>
                <a:gd name="T20" fmla="*/ 107 w 71"/>
                <a:gd name="T21" fmla="*/ 49 h 33"/>
                <a:gd name="T22" fmla="*/ 154 w 71"/>
                <a:gd name="T23" fmla="*/ 48 h 33"/>
                <a:gd name="T24" fmla="*/ 154 w 71"/>
                <a:gd name="T25" fmla="*/ 37 h 33"/>
                <a:gd name="T26" fmla="*/ 161 w 71"/>
                <a:gd name="T27" fmla="*/ 27 h 33"/>
                <a:gd name="T28" fmla="*/ 169 w 71"/>
                <a:gd name="T29" fmla="*/ 0 h 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33">
                  <a:moveTo>
                    <a:pt x="70" y="1"/>
                  </a:moveTo>
                  <a:cubicBezTo>
                    <a:pt x="71" y="9"/>
                    <a:pt x="68" y="19"/>
                    <a:pt x="63" y="26"/>
                  </a:cubicBezTo>
                  <a:cubicBezTo>
                    <a:pt x="62" y="29"/>
                    <a:pt x="63" y="33"/>
                    <a:pt x="60" y="33"/>
                  </a:cubicBezTo>
                  <a:cubicBezTo>
                    <a:pt x="57" y="33"/>
                    <a:pt x="52" y="28"/>
                    <a:pt x="49" y="27"/>
                  </a:cubicBezTo>
                  <a:cubicBezTo>
                    <a:pt x="43" y="24"/>
                    <a:pt x="37" y="23"/>
                    <a:pt x="31" y="21"/>
                  </a:cubicBezTo>
                  <a:cubicBezTo>
                    <a:pt x="26" y="19"/>
                    <a:pt x="21" y="18"/>
                    <a:pt x="17" y="15"/>
                  </a:cubicBezTo>
                  <a:cubicBezTo>
                    <a:pt x="14" y="12"/>
                    <a:pt x="11" y="9"/>
                    <a:pt x="7" y="7"/>
                  </a:cubicBezTo>
                  <a:cubicBezTo>
                    <a:pt x="5" y="6"/>
                    <a:pt x="2" y="5"/>
                    <a:pt x="0" y="4"/>
                  </a:cubicBezTo>
                  <a:cubicBezTo>
                    <a:pt x="5" y="5"/>
                    <a:pt x="11" y="5"/>
                    <a:pt x="15" y="8"/>
                  </a:cubicBezTo>
                  <a:cubicBezTo>
                    <a:pt x="19" y="11"/>
                    <a:pt x="23" y="13"/>
                    <a:pt x="27" y="15"/>
                  </a:cubicBezTo>
                  <a:cubicBezTo>
                    <a:pt x="33" y="17"/>
                    <a:pt x="39" y="19"/>
                    <a:pt x="45" y="21"/>
                  </a:cubicBezTo>
                  <a:cubicBezTo>
                    <a:pt x="50" y="24"/>
                    <a:pt x="60" y="26"/>
                    <a:pt x="64" y="20"/>
                  </a:cubicBezTo>
                  <a:cubicBezTo>
                    <a:pt x="64" y="18"/>
                    <a:pt x="64" y="17"/>
                    <a:pt x="64" y="16"/>
                  </a:cubicBezTo>
                  <a:cubicBezTo>
                    <a:pt x="65" y="14"/>
                    <a:pt x="66" y="13"/>
                    <a:pt x="67" y="11"/>
                  </a:cubicBezTo>
                  <a:cubicBezTo>
                    <a:pt x="68" y="8"/>
                    <a:pt x="71" y="3"/>
                    <a:pt x="70" y="0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9" name="Freeform 399">
              <a:extLst>
                <a:ext uri="{FF2B5EF4-FFF2-40B4-BE49-F238E27FC236}">
                  <a16:creationId xmlns:a16="http://schemas.microsoft.com/office/drawing/2014/main" id="{130F9DF2-2590-4D25-A41A-8C6F6C35D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841"/>
              <a:ext cx="8" cy="14"/>
            </a:xfrm>
            <a:custGeom>
              <a:avLst/>
              <a:gdLst>
                <a:gd name="T0" fmla="*/ 0 w 6"/>
                <a:gd name="T1" fmla="*/ 11 h 10"/>
                <a:gd name="T2" fmla="*/ 9 w 6"/>
                <a:gd name="T3" fmla="*/ 0 h 10"/>
                <a:gd name="T4" fmla="*/ 15 w 6"/>
                <a:gd name="T5" fmla="*/ 28 h 10"/>
                <a:gd name="T6" fmla="*/ 1 w 6"/>
                <a:gd name="T7" fmla="*/ 1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4"/>
                  </a:moveTo>
                  <a:cubicBezTo>
                    <a:pt x="2" y="3"/>
                    <a:pt x="3" y="2"/>
                    <a:pt x="4" y="0"/>
                  </a:cubicBezTo>
                  <a:cubicBezTo>
                    <a:pt x="4" y="3"/>
                    <a:pt x="6" y="7"/>
                    <a:pt x="6" y="10"/>
                  </a:cubicBezTo>
                  <a:cubicBezTo>
                    <a:pt x="6" y="7"/>
                    <a:pt x="4" y="6"/>
                    <a:pt x="1" y="5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0" name="Freeform 400">
              <a:extLst>
                <a:ext uri="{FF2B5EF4-FFF2-40B4-BE49-F238E27FC236}">
                  <a16:creationId xmlns:a16="http://schemas.microsoft.com/office/drawing/2014/main" id="{22930821-B08E-4BBE-A5A6-DD53439EC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771"/>
              <a:ext cx="14" cy="106"/>
            </a:xfrm>
            <a:custGeom>
              <a:avLst/>
              <a:gdLst>
                <a:gd name="T0" fmla="*/ 6 w 10"/>
                <a:gd name="T1" fmla="*/ 0 h 80"/>
                <a:gd name="T2" fmla="*/ 15 w 10"/>
                <a:gd name="T3" fmla="*/ 23 h 80"/>
                <a:gd name="T4" fmla="*/ 21 w 10"/>
                <a:gd name="T5" fmla="*/ 49 h 80"/>
                <a:gd name="T6" fmla="*/ 28 w 10"/>
                <a:gd name="T7" fmla="*/ 93 h 80"/>
                <a:gd name="T8" fmla="*/ 25 w 10"/>
                <a:gd name="T9" fmla="*/ 129 h 80"/>
                <a:gd name="T10" fmla="*/ 28 w 10"/>
                <a:gd name="T11" fmla="*/ 172 h 80"/>
                <a:gd name="T12" fmla="*/ 28 w 10"/>
                <a:gd name="T13" fmla="*/ 186 h 80"/>
                <a:gd name="T14" fmla="*/ 11 w 10"/>
                <a:gd name="T15" fmla="*/ 134 h 80"/>
                <a:gd name="T16" fmla="*/ 8 w 10"/>
                <a:gd name="T17" fmla="*/ 86 h 80"/>
                <a:gd name="T18" fmla="*/ 11 w 10"/>
                <a:gd name="T19" fmla="*/ 56 h 80"/>
                <a:gd name="T20" fmla="*/ 1 w 10"/>
                <a:gd name="T21" fmla="*/ 33 h 80"/>
                <a:gd name="T22" fmla="*/ 0 w 10"/>
                <a:gd name="T23" fmla="*/ 0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80">
                  <a:moveTo>
                    <a:pt x="2" y="0"/>
                  </a:moveTo>
                  <a:cubicBezTo>
                    <a:pt x="4" y="2"/>
                    <a:pt x="5" y="7"/>
                    <a:pt x="6" y="10"/>
                  </a:cubicBezTo>
                  <a:cubicBezTo>
                    <a:pt x="7" y="13"/>
                    <a:pt x="7" y="17"/>
                    <a:pt x="8" y="21"/>
                  </a:cubicBezTo>
                  <a:cubicBezTo>
                    <a:pt x="8" y="27"/>
                    <a:pt x="9" y="34"/>
                    <a:pt x="10" y="40"/>
                  </a:cubicBezTo>
                  <a:cubicBezTo>
                    <a:pt x="10" y="45"/>
                    <a:pt x="10" y="50"/>
                    <a:pt x="9" y="55"/>
                  </a:cubicBezTo>
                  <a:cubicBezTo>
                    <a:pt x="8" y="61"/>
                    <a:pt x="10" y="67"/>
                    <a:pt x="10" y="74"/>
                  </a:cubicBezTo>
                  <a:cubicBezTo>
                    <a:pt x="10" y="76"/>
                    <a:pt x="10" y="78"/>
                    <a:pt x="10" y="80"/>
                  </a:cubicBezTo>
                  <a:cubicBezTo>
                    <a:pt x="10" y="71"/>
                    <a:pt x="5" y="65"/>
                    <a:pt x="4" y="57"/>
                  </a:cubicBezTo>
                  <a:cubicBezTo>
                    <a:pt x="4" y="52"/>
                    <a:pt x="9" y="40"/>
                    <a:pt x="3" y="37"/>
                  </a:cubicBezTo>
                  <a:cubicBezTo>
                    <a:pt x="6" y="33"/>
                    <a:pt x="5" y="28"/>
                    <a:pt x="4" y="24"/>
                  </a:cubicBezTo>
                  <a:cubicBezTo>
                    <a:pt x="4" y="21"/>
                    <a:pt x="5" y="15"/>
                    <a:pt x="1" y="14"/>
                  </a:cubicBezTo>
                  <a:cubicBezTo>
                    <a:pt x="2" y="12"/>
                    <a:pt x="3" y="1"/>
                    <a:pt x="0" y="0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1" name="Freeform 401">
              <a:extLst>
                <a:ext uri="{FF2B5EF4-FFF2-40B4-BE49-F238E27FC236}">
                  <a16:creationId xmlns:a16="http://schemas.microsoft.com/office/drawing/2014/main" id="{530174D4-AAD2-4085-9432-CA1D9576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775"/>
              <a:ext cx="14" cy="72"/>
            </a:xfrm>
            <a:custGeom>
              <a:avLst/>
              <a:gdLst>
                <a:gd name="T0" fmla="*/ 13 w 11"/>
                <a:gd name="T1" fmla="*/ 0 h 54"/>
                <a:gd name="T2" fmla="*/ 8 w 11"/>
                <a:gd name="T3" fmla="*/ 36 h 54"/>
                <a:gd name="T4" fmla="*/ 14 w 11"/>
                <a:gd name="T5" fmla="*/ 64 h 54"/>
                <a:gd name="T6" fmla="*/ 17 w 11"/>
                <a:gd name="T7" fmla="*/ 80 h 54"/>
                <a:gd name="T8" fmla="*/ 18 w 11"/>
                <a:gd name="T9" fmla="*/ 97 h 54"/>
                <a:gd name="T10" fmla="*/ 22 w 11"/>
                <a:gd name="T11" fmla="*/ 128 h 54"/>
                <a:gd name="T12" fmla="*/ 18 w 11"/>
                <a:gd name="T13" fmla="*/ 105 h 54"/>
                <a:gd name="T14" fmla="*/ 13 w 11"/>
                <a:gd name="T15" fmla="*/ 91 h 54"/>
                <a:gd name="T16" fmla="*/ 14 w 11"/>
                <a:gd name="T17" fmla="*/ 79 h 54"/>
                <a:gd name="T18" fmla="*/ 13 w 11"/>
                <a:gd name="T19" fmla="*/ 69 h 54"/>
                <a:gd name="T20" fmla="*/ 6 w 11"/>
                <a:gd name="T21" fmla="*/ 57 h 54"/>
                <a:gd name="T22" fmla="*/ 5 w 11"/>
                <a:gd name="T23" fmla="*/ 43 h 54"/>
                <a:gd name="T24" fmla="*/ 1 w 11"/>
                <a:gd name="T25" fmla="*/ 28 h 54"/>
                <a:gd name="T26" fmla="*/ 13 w 11"/>
                <a:gd name="T27" fmla="*/ 0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54">
                  <a:moveTo>
                    <a:pt x="6" y="0"/>
                  </a:moveTo>
                  <a:cubicBezTo>
                    <a:pt x="8" y="5"/>
                    <a:pt x="4" y="10"/>
                    <a:pt x="4" y="15"/>
                  </a:cubicBezTo>
                  <a:cubicBezTo>
                    <a:pt x="3" y="19"/>
                    <a:pt x="7" y="23"/>
                    <a:pt x="7" y="27"/>
                  </a:cubicBezTo>
                  <a:cubicBezTo>
                    <a:pt x="8" y="29"/>
                    <a:pt x="8" y="32"/>
                    <a:pt x="8" y="34"/>
                  </a:cubicBezTo>
                  <a:cubicBezTo>
                    <a:pt x="8" y="37"/>
                    <a:pt x="9" y="39"/>
                    <a:pt x="9" y="41"/>
                  </a:cubicBezTo>
                  <a:cubicBezTo>
                    <a:pt x="10" y="44"/>
                    <a:pt x="11" y="51"/>
                    <a:pt x="10" y="54"/>
                  </a:cubicBezTo>
                  <a:cubicBezTo>
                    <a:pt x="11" y="51"/>
                    <a:pt x="10" y="47"/>
                    <a:pt x="9" y="44"/>
                  </a:cubicBezTo>
                  <a:cubicBezTo>
                    <a:pt x="8" y="41"/>
                    <a:pt x="6" y="40"/>
                    <a:pt x="6" y="38"/>
                  </a:cubicBezTo>
                  <a:cubicBezTo>
                    <a:pt x="6" y="37"/>
                    <a:pt x="7" y="35"/>
                    <a:pt x="7" y="33"/>
                  </a:cubicBezTo>
                  <a:cubicBezTo>
                    <a:pt x="7" y="32"/>
                    <a:pt x="6" y="30"/>
                    <a:pt x="6" y="29"/>
                  </a:cubicBezTo>
                  <a:cubicBezTo>
                    <a:pt x="5" y="27"/>
                    <a:pt x="5" y="24"/>
                    <a:pt x="3" y="24"/>
                  </a:cubicBezTo>
                  <a:cubicBezTo>
                    <a:pt x="4" y="22"/>
                    <a:pt x="4" y="20"/>
                    <a:pt x="2" y="18"/>
                  </a:cubicBezTo>
                  <a:cubicBezTo>
                    <a:pt x="1" y="16"/>
                    <a:pt x="0" y="15"/>
                    <a:pt x="1" y="12"/>
                  </a:cubicBezTo>
                  <a:cubicBezTo>
                    <a:pt x="3" y="8"/>
                    <a:pt x="5" y="5"/>
                    <a:pt x="6" y="0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2" name="Freeform 402">
              <a:extLst>
                <a:ext uri="{FF2B5EF4-FFF2-40B4-BE49-F238E27FC236}">
                  <a16:creationId xmlns:a16="http://schemas.microsoft.com/office/drawing/2014/main" id="{E0292E1B-A102-4C85-B476-17C24CADA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772"/>
              <a:ext cx="9" cy="19"/>
            </a:xfrm>
            <a:custGeom>
              <a:avLst/>
              <a:gdLst>
                <a:gd name="T0" fmla="*/ 0 w 7"/>
                <a:gd name="T1" fmla="*/ 0 h 14"/>
                <a:gd name="T2" fmla="*/ 8 w 7"/>
                <a:gd name="T3" fmla="*/ 35 h 14"/>
                <a:gd name="T4" fmla="*/ 1 w 7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7" y="0"/>
                    <a:pt x="3" y="10"/>
                    <a:pt x="4" y="14"/>
                  </a:cubicBezTo>
                  <a:cubicBezTo>
                    <a:pt x="5" y="10"/>
                    <a:pt x="3" y="3"/>
                    <a:pt x="1" y="1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3" name="Freeform 403">
              <a:extLst>
                <a:ext uri="{FF2B5EF4-FFF2-40B4-BE49-F238E27FC236}">
                  <a16:creationId xmlns:a16="http://schemas.microsoft.com/office/drawing/2014/main" id="{D714F084-1207-4ECB-A524-30D19C4F4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887"/>
              <a:ext cx="48" cy="16"/>
            </a:xfrm>
            <a:custGeom>
              <a:avLst/>
              <a:gdLst>
                <a:gd name="T0" fmla="*/ 16 w 36"/>
                <a:gd name="T1" fmla="*/ 7 h 12"/>
                <a:gd name="T2" fmla="*/ 52 w 36"/>
                <a:gd name="T3" fmla="*/ 20 h 12"/>
                <a:gd name="T4" fmla="*/ 85 w 36"/>
                <a:gd name="T5" fmla="*/ 27 h 12"/>
                <a:gd name="T6" fmla="*/ 80 w 36"/>
                <a:gd name="T7" fmla="*/ 7 h 12"/>
                <a:gd name="T8" fmla="*/ 0 w 36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2">
                  <a:moveTo>
                    <a:pt x="7" y="3"/>
                  </a:moveTo>
                  <a:cubicBezTo>
                    <a:pt x="12" y="7"/>
                    <a:pt x="16" y="7"/>
                    <a:pt x="22" y="8"/>
                  </a:cubicBezTo>
                  <a:cubicBezTo>
                    <a:pt x="27" y="8"/>
                    <a:pt x="33" y="8"/>
                    <a:pt x="36" y="11"/>
                  </a:cubicBezTo>
                  <a:cubicBezTo>
                    <a:pt x="35" y="9"/>
                    <a:pt x="34" y="6"/>
                    <a:pt x="34" y="3"/>
                  </a:cubicBezTo>
                  <a:cubicBezTo>
                    <a:pt x="35" y="12"/>
                    <a:pt x="4" y="0"/>
                    <a:pt x="0" y="1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4" name="Freeform 404">
              <a:extLst>
                <a:ext uri="{FF2B5EF4-FFF2-40B4-BE49-F238E27FC236}">
                  <a16:creationId xmlns:a16="http://schemas.microsoft.com/office/drawing/2014/main" id="{FC085A20-0B89-4528-A179-4D109ED1C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903"/>
              <a:ext cx="73" cy="32"/>
            </a:xfrm>
            <a:custGeom>
              <a:avLst/>
              <a:gdLst>
                <a:gd name="T0" fmla="*/ 0 w 54"/>
                <a:gd name="T1" fmla="*/ 0 h 24"/>
                <a:gd name="T2" fmla="*/ 27 w 54"/>
                <a:gd name="T3" fmla="*/ 16 h 24"/>
                <a:gd name="T4" fmla="*/ 50 w 54"/>
                <a:gd name="T5" fmla="*/ 31 h 24"/>
                <a:gd name="T6" fmla="*/ 89 w 54"/>
                <a:gd name="T7" fmla="*/ 43 h 24"/>
                <a:gd name="T8" fmla="*/ 134 w 54"/>
                <a:gd name="T9" fmla="*/ 57 h 24"/>
                <a:gd name="T10" fmla="*/ 100 w 54"/>
                <a:gd name="T11" fmla="*/ 36 h 24"/>
                <a:gd name="T12" fmla="*/ 68 w 54"/>
                <a:gd name="T13" fmla="*/ 31 h 24"/>
                <a:gd name="T14" fmla="*/ 35 w 54"/>
                <a:gd name="T15" fmla="*/ 15 h 24"/>
                <a:gd name="T16" fmla="*/ 0 w 54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24">
                  <a:moveTo>
                    <a:pt x="0" y="0"/>
                  </a:moveTo>
                  <a:cubicBezTo>
                    <a:pt x="3" y="6"/>
                    <a:pt x="6" y="6"/>
                    <a:pt x="11" y="7"/>
                  </a:cubicBezTo>
                  <a:cubicBezTo>
                    <a:pt x="16" y="7"/>
                    <a:pt x="16" y="9"/>
                    <a:pt x="20" y="13"/>
                  </a:cubicBezTo>
                  <a:cubicBezTo>
                    <a:pt x="24" y="16"/>
                    <a:pt x="28" y="18"/>
                    <a:pt x="36" y="18"/>
                  </a:cubicBezTo>
                  <a:cubicBezTo>
                    <a:pt x="44" y="19"/>
                    <a:pt x="46" y="17"/>
                    <a:pt x="54" y="24"/>
                  </a:cubicBezTo>
                  <a:cubicBezTo>
                    <a:pt x="52" y="21"/>
                    <a:pt x="45" y="16"/>
                    <a:pt x="41" y="15"/>
                  </a:cubicBezTo>
                  <a:cubicBezTo>
                    <a:pt x="36" y="15"/>
                    <a:pt x="30" y="15"/>
                    <a:pt x="27" y="13"/>
                  </a:cubicBezTo>
                  <a:cubicBezTo>
                    <a:pt x="23" y="11"/>
                    <a:pt x="18" y="7"/>
                    <a:pt x="14" y="6"/>
                  </a:cubicBezTo>
                  <a:cubicBezTo>
                    <a:pt x="10" y="5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5" name="Freeform 405">
              <a:extLst>
                <a:ext uri="{FF2B5EF4-FFF2-40B4-BE49-F238E27FC236}">
                  <a16:creationId xmlns:a16="http://schemas.microsoft.com/office/drawing/2014/main" id="{608BF21F-9E7E-4F62-9E7C-EE2FCF87F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912"/>
              <a:ext cx="58" cy="17"/>
            </a:xfrm>
            <a:custGeom>
              <a:avLst/>
              <a:gdLst>
                <a:gd name="T0" fmla="*/ 0 w 44"/>
                <a:gd name="T1" fmla="*/ 0 h 13"/>
                <a:gd name="T2" fmla="*/ 53 w 44"/>
                <a:gd name="T3" fmla="*/ 24 h 13"/>
                <a:gd name="T4" fmla="*/ 100 w 44"/>
                <a:gd name="T5" fmla="*/ 27 h 13"/>
                <a:gd name="T6" fmla="*/ 49 w 44"/>
                <a:gd name="T7" fmla="*/ 17 h 13"/>
                <a:gd name="T8" fmla="*/ 0 w 4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3">
                  <a:moveTo>
                    <a:pt x="0" y="0"/>
                  </a:moveTo>
                  <a:cubicBezTo>
                    <a:pt x="5" y="4"/>
                    <a:pt x="11" y="9"/>
                    <a:pt x="23" y="11"/>
                  </a:cubicBezTo>
                  <a:cubicBezTo>
                    <a:pt x="36" y="13"/>
                    <a:pt x="41" y="11"/>
                    <a:pt x="44" y="12"/>
                  </a:cubicBezTo>
                  <a:cubicBezTo>
                    <a:pt x="37" y="11"/>
                    <a:pt x="27" y="10"/>
                    <a:pt x="21" y="8"/>
                  </a:cubicBezTo>
                  <a:cubicBezTo>
                    <a:pt x="16" y="6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6" name="Freeform 406">
              <a:extLst>
                <a:ext uri="{FF2B5EF4-FFF2-40B4-BE49-F238E27FC236}">
                  <a16:creationId xmlns:a16="http://schemas.microsoft.com/office/drawing/2014/main" id="{592DDE96-6520-448F-BAF8-D08334180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929"/>
              <a:ext cx="66" cy="27"/>
            </a:xfrm>
            <a:custGeom>
              <a:avLst/>
              <a:gdLst>
                <a:gd name="T0" fmla="*/ 0 w 49"/>
                <a:gd name="T1" fmla="*/ 0 h 20"/>
                <a:gd name="T2" fmla="*/ 71 w 49"/>
                <a:gd name="T3" fmla="*/ 36 h 20"/>
                <a:gd name="T4" fmla="*/ 120 w 49"/>
                <a:gd name="T5" fmla="*/ 41 h 20"/>
                <a:gd name="T6" fmla="*/ 54 w 49"/>
                <a:gd name="T7" fmla="*/ 27 h 20"/>
                <a:gd name="T8" fmla="*/ 0 w 4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4" y="2"/>
                    <a:pt x="12" y="10"/>
                    <a:pt x="29" y="15"/>
                  </a:cubicBezTo>
                  <a:cubicBezTo>
                    <a:pt x="46" y="20"/>
                    <a:pt x="45" y="15"/>
                    <a:pt x="49" y="16"/>
                  </a:cubicBezTo>
                  <a:cubicBezTo>
                    <a:pt x="44" y="15"/>
                    <a:pt x="32" y="15"/>
                    <a:pt x="22" y="11"/>
                  </a:cubicBezTo>
                  <a:cubicBezTo>
                    <a:pt x="12" y="6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7" name="Freeform 407">
              <a:extLst>
                <a:ext uri="{FF2B5EF4-FFF2-40B4-BE49-F238E27FC236}">
                  <a16:creationId xmlns:a16="http://schemas.microsoft.com/office/drawing/2014/main" id="{A599CB4C-B26B-4E2E-9054-43E9D62D3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933"/>
              <a:ext cx="11" cy="6"/>
            </a:xfrm>
            <a:custGeom>
              <a:avLst/>
              <a:gdLst>
                <a:gd name="T0" fmla="*/ 21 w 8"/>
                <a:gd name="T1" fmla="*/ 0 h 4"/>
                <a:gd name="T2" fmla="*/ 0 w 8"/>
                <a:gd name="T3" fmla="*/ 12 h 4"/>
                <a:gd name="T4" fmla="*/ 21 w 8"/>
                <a:gd name="T5" fmla="*/ 14 h 4"/>
                <a:gd name="T6" fmla="*/ 21 w 8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2"/>
                    <a:pt x="4" y="3"/>
                    <a:pt x="0" y="3"/>
                  </a:cubicBezTo>
                  <a:cubicBezTo>
                    <a:pt x="3" y="3"/>
                    <a:pt x="5" y="4"/>
                    <a:pt x="8" y="4"/>
                  </a:cubicBezTo>
                  <a:cubicBezTo>
                    <a:pt x="6" y="4"/>
                    <a:pt x="7" y="1"/>
                    <a:pt x="8" y="1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8" name="Freeform 408">
              <a:extLst>
                <a:ext uri="{FF2B5EF4-FFF2-40B4-BE49-F238E27FC236}">
                  <a16:creationId xmlns:a16="http://schemas.microsoft.com/office/drawing/2014/main" id="{E5BB8890-64E9-406D-AA8D-47C30C9DF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952"/>
              <a:ext cx="13" cy="7"/>
            </a:xfrm>
            <a:custGeom>
              <a:avLst/>
              <a:gdLst>
                <a:gd name="T0" fmla="*/ 22 w 10"/>
                <a:gd name="T1" fmla="*/ 6 h 5"/>
                <a:gd name="T2" fmla="*/ 0 w 10"/>
                <a:gd name="T3" fmla="*/ 1 h 5"/>
                <a:gd name="T4" fmla="*/ 13 w 10"/>
                <a:gd name="T5" fmla="*/ 14 h 5"/>
                <a:gd name="T6" fmla="*/ 12 w 10"/>
                <a:gd name="T7" fmla="*/ 8 h 5"/>
                <a:gd name="T8" fmla="*/ 16 w 10"/>
                <a:gd name="T9" fmla="*/ 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7" y="1"/>
                    <a:pt x="3" y="0"/>
                    <a:pt x="0" y="1"/>
                  </a:cubicBezTo>
                  <a:cubicBezTo>
                    <a:pt x="3" y="1"/>
                    <a:pt x="4" y="3"/>
                    <a:pt x="6" y="5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6" y="2"/>
                    <a:pt x="6" y="2"/>
                    <a:pt x="7" y="2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9" name="Freeform 409">
              <a:extLst>
                <a:ext uri="{FF2B5EF4-FFF2-40B4-BE49-F238E27FC236}">
                  <a16:creationId xmlns:a16="http://schemas.microsoft.com/office/drawing/2014/main" id="{B4D3026E-9B8C-4B65-BFEE-8924180F6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909"/>
              <a:ext cx="8" cy="10"/>
            </a:xfrm>
            <a:custGeom>
              <a:avLst/>
              <a:gdLst>
                <a:gd name="T0" fmla="*/ 0 w 6"/>
                <a:gd name="T1" fmla="*/ 0 h 7"/>
                <a:gd name="T2" fmla="*/ 15 w 6"/>
                <a:gd name="T3" fmla="*/ 14 h 7"/>
                <a:gd name="T4" fmla="*/ 0 w 6"/>
                <a:gd name="T5" fmla="*/ 20 h 7"/>
                <a:gd name="T6" fmla="*/ 1 w 6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2"/>
                    <a:pt x="4" y="3"/>
                    <a:pt x="6" y="5"/>
                  </a:cubicBezTo>
                  <a:cubicBezTo>
                    <a:pt x="4" y="5"/>
                    <a:pt x="2" y="6"/>
                    <a:pt x="0" y="7"/>
                  </a:cubicBezTo>
                  <a:cubicBezTo>
                    <a:pt x="2" y="6"/>
                    <a:pt x="1" y="5"/>
                    <a:pt x="1" y="3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0" name="Freeform 410">
              <a:extLst>
                <a:ext uri="{FF2B5EF4-FFF2-40B4-BE49-F238E27FC236}">
                  <a16:creationId xmlns:a16="http://schemas.microsoft.com/office/drawing/2014/main" id="{35941FB3-D2F0-499D-A9E9-C68858A1A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871"/>
              <a:ext cx="10" cy="13"/>
            </a:xfrm>
            <a:custGeom>
              <a:avLst/>
              <a:gdLst>
                <a:gd name="T0" fmla="*/ 0 w 7"/>
                <a:gd name="T1" fmla="*/ 17 h 10"/>
                <a:gd name="T2" fmla="*/ 19 w 7"/>
                <a:gd name="T3" fmla="*/ 22 h 10"/>
                <a:gd name="T4" fmla="*/ 14 w 7"/>
                <a:gd name="T5" fmla="*/ 0 h 10"/>
                <a:gd name="T6" fmla="*/ 1 w 7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8"/>
                  </a:moveTo>
                  <a:cubicBezTo>
                    <a:pt x="2" y="7"/>
                    <a:pt x="4" y="9"/>
                    <a:pt x="6" y="10"/>
                  </a:cubicBezTo>
                  <a:cubicBezTo>
                    <a:pt x="5" y="7"/>
                    <a:pt x="7" y="3"/>
                    <a:pt x="5" y="0"/>
                  </a:cubicBezTo>
                  <a:cubicBezTo>
                    <a:pt x="6" y="3"/>
                    <a:pt x="4" y="7"/>
                    <a:pt x="1" y="7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1" name="Freeform 411">
              <a:extLst>
                <a:ext uri="{FF2B5EF4-FFF2-40B4-BE49-F238E27FC236}">
                  <a16:creationId xmlns:a16="http://schemas.microsoft.com/office/drawing/2014/main" id="{F7B169A5-1ACF-4517-BAEC-119CF02DF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820"/>
              <a:ext cx="17" cy="43"/>
            </a:xfrm>
            <a:custGeom>
              <a:avLst/>
              <a:gdLst>
                <a:gd name="T0" fmla="*/ 24 w 13"/>
                <a:gd name="T1" fmla="*/ 7 h 32"/>
                <a:gd name="T2" fmla="*/ 9 w 13"/>
                <a:gd name="T3" fmla="*/ 43 h 32"/>
                <a:gd name="T4" fmla="*/ 7 w 13"/>
                <a:gd name="T5" fmla="*/ 78 h 32"/>
                <a:gd name="T6" fmla="*/ 5 w 13"/>
                <a:gd name="T7" fmla="*/ 56 h 32"/>
                <a:gd name="T8" fmla="*/ 5 w 13"/>
                <a:gd name="T9" fmla="*/ 30 h 32"/>
                <a:gd name="T10" fmla="*/ 29 w 1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2">
                  <a:moveTo>
                    <a:pt x="11" y="3"/>
                  </a:moveTo>
                  <a:cubicBezTo>
                    <a:pt x="9" y="8"/>
                    <a:pt x="5" y="12"/>
                    <a:pt x="4" y="18"/>
                  </a:cubicBezTo>
                  <a:cubicBezTo>
                    <a:pt x="3" y="22"/>
                    <a:pt x="9" y="28"/>
                    <a:pt x="3" y="32"/>
                  </a:cubicBezTo>
                  <a:cubicBezTo>
                    <a:pt x="5" y="29"/>
                    <a:pt x="4" y="26"/>
                    <a:pt x="2" y="23"/>
                  </a:cubicBezTo>
                  <a:cubicBezTo>
                    <a:pt x="0" y="19"/>
                    <a:pt x="0" y="16"/>
                    <a:pt x="2" y="12"/>
                  </a:cubicBezTo>
                  <a:cubicBezTo>
                    <a:pt x="4" y="7"/>
                    <a:pt x="11" y="5"/>
                    <a:pt x="13" y="0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2" name="Freeform 412">
              <a:extLst>
                <a:ext uri="{FF2B5EF4-FFF2-40B4-BE49-F238E27FC236}">
                  <a16:creationId xmlns:a16="http://schemas.microsoft.com/office/drawing/2014/main" id="{4CB63F08-7FF4-4099-8E22-977CC9EC5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800"/>
              <a:ext cx="12" cy="60"/>
            </a:xfrm>
            <a:custGeom>
              <a:avLst/>
              <a:gdLst>
                <a:gd name="T0" fmla="*/ 15 w 9"/>
                <a:gd name="T1" fmla="*/ 1 h 45"/>
                <a:gd name="T2" fmla="*/ 20 w 9"/>
                <a:gd name="T3" fmla="*/ 27 h 45"/>
                <a:gd name="T4" fmla="*/ 9 w 9"/>
                <a:gd name="T5" fmla="*/ 57 h 45"/>
                <a:gd name="T6" fmla="*/ 7 w 9"/>
                <a:gd name="T7" fmla="*/ 107 h 45"/>
                <a:gd name="T8" fmla="*/ 0 w 9"/>
                <a:gd name="T9" fmla="*/ 71 h 45"/>
                <a:gd name="T10" fmla="*/ 9 w 9"/>
                <a:gd name="T11" fmla="*/ 44 h 45"/>
                <a:gd name="T12" fmla="*/ 12 w 9"/>
                <a:gd name="T13" fmla="*/ 27 h 45"/>
                <a:gd name="T14" fmla="*/ 12 w 9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45">
                  <a:moveTo>
                    <a:pt x="6" y="1"/>
                  </a:moveTo>
                  <a:cubicBezTo>
                    <a:pt x="4" y="5"/>
                    <a:pt x="7" y="8"/>
                    <a:pt x="8" y="11"/>
                  </a:cubicBezTo>
                  <a:cubicBezTo>
                    <a:pt x="9" y="14"/>
                    <a:pt x="6" y="21"/>
                    <a:pt x="4" y="24"/>
                  </a:cubicBezTo>
                  <a:cubicBezTo>
                    <a:pt x="0" y="32"/>
                    <a:pt x="0" y="36"/>
                    <a:pt x="3" y="45"/>
                  </a:cubicBezTo>
                  <a:cubicBezTo>
                    <a:pt x="1" y="41"/>
                    <a:pt x="0" y="35"/>
                    <a:pt x="0" y="30"/>
                  </a:cubicBezTo>
                  <a:cubicBezTo>
                    <a:pt x="0" y="26"/>
                    <a:pt x="3" y="23"/>
                    <a:pt x="4" y="19"/>
                  </a:cubicBezTo>
                  <a:cubicBezTo>
                    <a:pt x="5" y="16"/>
                    <a:pt x="5" y="15"/>
                    <a:pt x="5" y="11"/>
                  </a:cubicBezTo>
                  <a:cubicBezTo>
                    <a:pt x="4" y="8"/>
                    <a:pt x="5" y="4"/>
                    <a:pt x="5" y="0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3" name="Freeform 413">
              <a:extLst>
                <a:ext uri="{FF2B5EF4-FFF2-40B4-BE49-F238E27FC236}">
                  <a16:creationId xmlns:a16="http://schemas.microsoft.com/office/drawing/2014/main" id="{52D3B3FE-2B50-4DAB-BB7B-74B1FCDB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801"/>
              <a:ext cx="9" cy="12"/>
            </a:xfrm>
            <a:custGeom>
              <a:avLst/>
              <a:gdLst>
                <a:gd name="T0" fmla="*/ 0 w 7"/>
                <a:gd name="T1" fmla="*/ 0 h 9"/>
                <a:gd name="T2" fmla="*/ 15 w 7"/>
                <a:gd name="T3" fmla="*/ 20 h 9"/>
                <a:gd name="T4" fmla="*/ 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0" y="4"/>
                    <a:pt x="2" y="9"/>
                    <a:pt x="7" y="8"/>
                  </a:cubicBezTo>
                  <a:cubicBezTo>
                    <a:pt x="4" y="7"/>
                    <a:pt x="0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4" name="Freeform 414">
              <a:extLst>
                <a:ext uri="{FF2B5EF4-FFF2-40B4-BE49-F238E27FC236}">
                  <a16:creationId xmlns:a16="http://schemas.microsoft.com/office/drawing/2014/main" id="{8A6E521D-FEC7-45AD-B5E7-C8A86D95E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796"/>
              <a:ext cx="12" cy="47"/>
            </a:xfrm>
            <a:custGeom>
              <a:avLst/>
              <a:gdLst>
                <a:gd name="T0" fmla="*/ 9 w 9"/>
                <a:gd name="T1" fmla="*/ 0 h 35"/>
                <a:gd name="T2" fmla="*/ 16 w 9"/>
                <a:gd name="T3" fmla="*/ 20 h 35"/>
                <a:gd name="T4" fmla="*/ 20 w 9"/>
                <a:gd name="T5" fmla="*/ 38 h 35"/>
                <a:gd name="T6" fmla="*/ 0 w 9"/>
                <a:gd name="T7" fmla="*/ 85 h 35"/>
                <a:gd name="T8" fmla="*/ 9 w 9"/>
                <a:gd name="T9" fmla="*/ 63 h 35"/>
                <a:gd name="T10" fmla="*/ 16 w 9"/>
                <a:gd name="T11" fmla="*/ 38 h 35"/>
                <a:gd name="T12" fmla="*/ 12 w 9"/>
                <a:gd name="T13" fmla="*/ 16 h 35"/>
                <a:gd name="T14" fmla="*/ 9 w 9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35">
                  <a:moveTo>
                    <a:pt x="4" y="0"/>
                  </a:moveTo>
                  <a:cubicBezTo>
                    <a:pt x="5" y="2"/>
                    <a:pt x="6" y="6"/>
                    <a:pt x="7" y="8"/>
                  </a:cubicBezTo>
                  <a:cubicBezTo>
                    <a:pt x="7" y="11"/>
                    <a:pt x="9" y="13"/>
                    <a:pt x="8" y="16"/>
                  </a:cubicBezTo>
                  <a:cubicBezTo>
                    <a:pt x="8" y="23"/>
                    <a:pt x="4" y="29"/>
                    <a:pt x="0" y="35"/>
                  </a:cubicBezTo>
                  <a:cubicBezTo>
                    <a:pt x="0" y="32"/>
                    <a:pt x="3" y="28"/>
                    <a:pt x="4" y="26"/>
                  </a:cubicBezTo>
                  <a:cubicBezTo>
                    <a:pt x="5" y="23"/>
                    <a:pt x="6" y="19"/>
                    <a:pt x="7" y="16"/>
                  </a:cubicBezTo>
                  <a:cubicBezTo>
                    <a:pt x="7" y="13"/>
                    <a:pt x="6" y="10"/>
                    <a:pt x="5" y="7"/>
                  </a:cubicBezTo>
                  <a:cubicBezTo>
                    <a:pt x="5" y="5"/>
                    <a:pt x="4" y="2"/>
                    <a:pt x="4" y="0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5" name="Freeform 415">
              <a:extLst>
                <a:ext uri="{FF2B5EF4-FFF2-40B4-BE49-F238E27FC236}">
                  <a16:creationId xmlns:a16="http://schemas.microsoft.com/office/drawing/2014/main" id="{D4D44F67-B89C-40C1-A838-BF17C56DC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787"/>
              <a:ext cx="9" cy="12"/>
            </a:xfrm>
            <a:custGeom>
              <a:avLst/>
              <a:gdLst>
                <a:gd name="T0" fmla="*/ 0 w 7"/>
                <a:gd name="T1" fmla="*/ 1 h 9"/>
                <a:gd name="T2" fmla="*/ 13 w 7"/>
                <a:gd name="T3" fmla="*/ 21 h 9"/>
                <a:gd name="T4" fmla="*/ 13 w 7"/>
                <a:gd name="T5" fmla="*/ 9 h 9"/>
                <a:gd name="T6" fmla="*/ 15 w 7"/>
                <a:gd name="T7" fmla="*/ 0 h 9"/>
                <a:gd name="T8" fmla="*/ 8 w 7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3" y="2"/>
                    <a:pt x="5" y="6"/>
                    <a:pt x="6" y="9"/>
                  </a:cubicBezTo>
                  <a:cubicBezTo>
                    <a:pt x="6" y="8"/>
                    <a:pt x="6" y="6"/>
                    <a:pt x="6" y="4"/>
                  </a:cubicBezTo>
                  <a:cubicBezTo>
                    <a:pt x="6" y="3"/>
                    <a:pt x="7" y="1"/>
                    <a:pt x="7" y="0"/>
                  </a:cubicBezTo>
                  <a:cubicBezTo>
                    <a:pt x="6" y="2"/>
                    <a:pt x="6" y="4"/>
                    <a:pt x="4" y="3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6" name="Freeform 416">
              <a:extLst>
                <a:ext uri="{FF2B5EF4-FFF2-40B4-BE49-F238E27FC236}">
                  <a16:creationId xmlns:a16="http://schemas.microsoft.com/office/drawing/2014/main" id="{196969FF-C206-4198-BF72-D8B34184B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795"/>
              <a:ext cx="33" cy="29"/>
            </a:xfrm>
            <a:custGeom>
              <a:avLst/>
              <a:gdLst>
                <a:gd name="T0" fmla="*/ 1 w 25"/>
                <a:gd name="T1" fmla="*/ 15 h 22"/>
                <a:gd name="T2" fmla="*/ 21 w 25"/>
                <a:gd name="T3" fmla="*/ 9 h 22"/>
                <a:gd name="T4" fmla="*/ 34 w 25"/>
                <a:gd name="T5" fmla="*/ 20 h 22"/>
                <a:gd name="T6" fmla="*/ 45 w 25"/>
                <a:gd name="T7" fmla="*/ 38 h 22"/>
                <a:gd name="T8" fmla="*/ 58 w 25"/>
                <a:gd name="T9" fmla="*/ 50 h 22"/>
                <a:gd name="T10" fmla="*/ 44 w 25"/>
                <a:gd name="T11" fmla="*/ 34 h 22"/>
                <a:gd name="T12" fmla="*/ 34 w 25"/>
                <a:gd name="T13" fmla="*/ 15 h 22"/>
                <a:gd name="T14" fmla="*/ 0 w 25"/>
                <a:gd name="T15" fmla="*/ 1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2">
                  <a:moveTo>
                    <a:pt x="1" y="6"/>
                  </a:moveTo>
                  <a:cubicBezTo>
                    <a:pt x="2" y="4"/>
                    <a:pt x="6" y="4"/>
                    <a:pt x="9" y="4"/>
                  </a:cubicBezTo>
                  <a:cubicBezTo>
                    <a:pt x="12" y="4"/>
                    <a:pt x="14" y="6"/>
                    <a:pt x="15" y="8"/>
                  </a:cubicBezTo>
                  <a:cubicBezTo>
                    <a:pt x="17" y="11"/>
                    <a:pt x="18" y="14"/>
                    <a:pt x="20" y="17"/>
                  </a:cubicBezTo>
                  <a:cubicBezTo>
                    <a:pt x="21" y="18"/>
                    <a:pt x="23" y="20"/>
                    <a:pt x="25" y="22"/>
                  </a:cubicBezTo>
                  <a:cubicBezTo>
                    <a:pt x="23" y="21"/>
                    <a:pt x="20" y="17"/>
                    <a:pt x="19" y="15"/>
                  </a:cubicBezTo>
                  <a:cubicBezTo>
                    <a:pt x="18" y="12"/>
                    <a:pt x="18" y="8"/>
                    <a:pt x="15" y="6"/>
                  </a:cubicBezTo>
                  <a:cubicBezTo>
                    <a:pt x="10" y="0"/>
                    <a:pt x="4" y="1"/>
                    <a:pt x="0" y="7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7" name="Freeform 417">
              <a:extLst>
                <a:ext uri="{FF2B5EF4-FFF2-40B4-BE49-F238E27FC236}">
                  <a16:creationId xmlns:a16="http://schemas.microsoft.com/office/drawing/2014/main" id="{62607DBF-934A-43D5-8D03-9E033C94C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799"/>
              <a:ext cx="20" cy="26"/>
            </a:xfrm>
            <a:custGeom>
              <a:avLst/>
              <a:gdLst>
                <a:gd name="T0" fmla="*/ 0 w 15"/>
                <a:gd name="T1" fmla="*/ 0 h 20"/>
                <a:gd name="T2" fmla="*/ 7 w 15"/>
                <a:gd name="T3" fmla="*/ 1 h 20"/>
                <a:gd name="T4" fmla="*/ 12 w 15"/>
                <a:gd name="T5" fmla="*/ 9 h 20"/>
                <a:gd name="T6" fmla="*/ 20 w 15"/>
                <a:gd name="T7" fmla="*/ 21 h 20"/>
                <a:gd name="T8" fmla="*/ 33 w 15"/>
                <a:gd name="T9" fmla="*/ 30 h 20"/>
                <a:gd name="T10" fmla="*/ 33 w 15"/>
                <a:gd name="T11" fmla="*/ 44 h 20"/>
                <a:gd name="T12" fmla="*/ 28 w 15"/>
                <a:gd name="T13" fmla="*/ 35 h 20"/>
                <a:gd name="T14" fmla="*/ 20 w 15"/>
                <a:gd name="T15" fmla="*/ 23 h 20"/>
                <a:gd name="T16" fmla="*/ 7 w 15"/>
                <a:gd name="T17" fmla="*/ 12 h 20"/>
                <a:gd name="T18" fmla="*/ 5 w 15"/>
                <a:gd name="T19" fmla="*/ 1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20">
                  <a:moveTo>
                    <a:pt x="0" y="0"/>
                  </a:moveTo>
                  <a:cubicBezTo>
                    <a:pt x="1" y="0"/>
                    <a:pt x="3" y="0"/>
                    <a:pt x="3" y="1"/>
                  </a:cubicBezTo>
                  <a:cubicBezTo>
                    <a:pt x="4" y="2"/>
                    <a:pt x="4" y="4"/>
                    <a:pt x="5" y="4"/>
                  </a:cubicBezTo>
                  <a:cubicBezTo>
                    <a:pt x="5" y="6"/>
                    <a:pt x="7" y="8"/>
                    <a:pt x="8" y="9"/>
                  </a:cubicBezTo>
                  <a:cubicBezTo>
                    <a:pt x="10" y="10"/>
                    <a:pt x="12" y="12"/>
                    <a:pt x="14" y="14"/>
                  </a:cubicBezTo>
                  <a:cubicBezTo>
                    <a:pt x="15" y="16"/>
                    <a:pt x="14" y="18"/>
                    <a:pt x="14" y="20"/>
                  </a:cubicBezTo>
                  <a:cubicBezTo>
                    <a:pt x="14" y="18"/>
                    <a:pt x="13" y="17"/>
                    <a:pt x="12" y="16"/>
                  </a:cubicBezTo>
                  <a:cubicBezTo>
                    <a:pt x="11" y="14"/>
                    <a:pt x="9" y="13"/>
                    <a:pt x="8" y="11"/>
                  </a:cubicBezTo>
                  <a:cubicBezTo>
                    <a:pt x="7" y="9"/>
                    <a:pt x="4" y="8"/>
                    <a:pt x="3" y="5"/>
                  </a:cubicBezTo>
                  <a:cubicBezTo>
                    <a:pt x="2" y="4"/>
                    <a:pt x="3" y="2"/>
                    <a:pt x="2" y="1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8" name="Freeform 418">
              <a:extLst>
                <a:ext uri="{FF2B5EF4-FFF2-40B4-BE49-F238E27FC236}">
                  <a16:creationId xmlns:a16="http://schemas.microsoft.com/office/drawing/2014/main" id="{7519CE92-30B5-40FC-8435-40D578112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832"/>
              <a:ext cx="8" cy="32"/>
            </a:xfrm>
            <a:custGeom>
              <a:avLst/>
              <a:gdLst>
                <a:gd name="T0" fmla="*/ 0 w 6"/>
                <a:gd name="T1" fmla="*/ 0 h 24"/>
                <a:gd name="T2" fmla="*/ 7 w 6"/>
                <a:gd name="T3" fmla="*/ 33 h 24"/>
                <a:gd name="T4" fmla="*/ 15 w 6"/>
                <a:gd name="T5" fmla="*/ 57 h 24"/>
                <a:gd name="T6" fmla="*/ 12 w 6"/>
                <a:gd name="T7" fmla="*/ 31 h 24"/>
                <a:gd name="T8" fmla="*/ 7 w 6"/>
                <a:gd name="T9" fmla="*/ 12 h 24"/>
                <a:gd name="T10" fmla="*/ 1 w 6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4">
                  <a:moveTo>
                    <a:pt x="0" y="0"/>
                  </a:moveTo>
                  <a:cubicBezTo>
                    <a:pt x="3" y="4"/>
                    <a:pt x="3" y="9"/>
                    <a:pt x="3" y="14"/>
                  </a:cubicBezTo>
                  <a:cubicBezTo>
                    <a:pt x="4" y="17"/>
                    <a:pt x="5" y="22"/>
                    <a:pt x="6" y="24"/>
                  </a:cubicBezTo>
                  <a:cubicBezTo>
                    <a:pt x="5" y="21"/>
                    <a:pt x="5" y="16"/>
                    <a:pt x="5" y="13"/>
                  </a:cubicBezTo>
                  <a:cubicBezTo>
                    <a:pt x="5" y="10"/>
                    <a:pt x="4" y="8"/>
                    <a:pt x="3" y="5"/>
                  </a:cubicBezTo>
                  <a:cubicBezTo>
                    <a:pt x="3" y="3"/>
                    <a:pt x="1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9" name="Freeform 419">
              <a:extLst>
                <a:ext uri="{FF2B5EF4-FFF2-40B4-BE49-F238E27FC236}">
                  <a16:creationId xmlns:a16="http://schemas.microsoft.com/office/drawing/2014/main" id="{F336DB40-8B84-467E-BD3A-8CC397E74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803"/>
              <a:ext cx="16" cy="13"/>
            </a:xfrm>
            <a:custGeom>
              <a:avLst/>
              <a:gdLst>
                <a:gd name="T0" fmla="*/ 0 w 12"/>
                <a:gd name="T1" fmla="*/ 0 h 10"/>
                <a:gd name="T2" fmla="*/ 28 w 12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1" y="4"/>
                    <a:pt x="8" y="8"/>
                    <a:pt x="12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0" name="Freeform 420">
              <a:extLst>
                <a:ext uri="{FF2B5EF4-FFF2-40B4-BE49-F238E27FC236}">
                  <a16:creationId xmlns:a16="http://schemas.microsoft.com/office/drawing/2014/main" id="{AED36ECA-E697-49A2-8472-0DECBDA57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801"/>
              <a:ext cx="20" cy="14"/>
            </a:xfrm>
            <a:custGeom>
              <a:avLst/>
              <a:gdLst>
                <a:gd name="T0" fmla="*/ 0 w 15"/>
                <a:gd name="T1" fmla="*/ 8 h 10"/>
                <a:gd name="T2" fmla="*/ 21 w 15"/>
                <a:gd name="T3" fmla="*/ 1 h 10"/>
                <a:gd name="T4" fmla="*/ 36 w 15"/>
                <a:gd name="T5" fmla="*/ 28 h 10"/>
                <a:gd name="T6" fmla="*/ 20 w 15"/>
                <a:gd name="T7" fmla="*/ 6 h 10"/>
                <a:gd name="T8" fmla="*/ 1 w 15"/>
                <a:gd name="T9" fmla="*/ 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0" y="3"/>
                  </a:moveTo>
                  <a:cubicBezTo>
                    <a:pt x="3" y="1"/>
                    <a:pt x="6" y="0"/>
                    <a:pt x="9" y="1"/>
                  </a:cubicBezTo>
                  <a:cubicBezTo>
                    <a:pt x="12" y="2"/>
                    <a:pt x="14" y="7"/>
                    <a:pt x="15" y="10"/>
                  </a:cubicBezTo>
                  <a:cubicBezTo>
                    <a:pt x="13" y="8"/>
                    <a:pt x="12" y="3"/>
                    <a:pt x="8" y="2"/>
                  </a:cubicBezTo>
                  <a:cubicBezTo>
                    <a:pt x="6" y="2"/>
                    <a:pt x="3" y="2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1" name="Freeform 421">
              <a:extLst>
                <a:ext uri="{FF2B5EF4-FFF2-40B4-BE49-F238E27FC236}">
                  <a16:creationId xmlns:a16="http://schemas.microsoft.com/office/drawing/2014/main" id="{5374F407-4E6C-4B2A-BFF5-693ADEA74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861"/>
              <a:ext cx="4" cy="6"/>
            </a:xfrm>
            <a:custGeom>
              <a:avLst/>
              <a:gdLst>
                <a:gd name="T0" fmla="*/ 5 w 3"/>
                <a:gd name="T1" fmla="*/ 0 h 4"/>
                <a:gd name="T2" fmla="*/ 0 w 3"/>
                <a:gd name="T3" fmla="*/ 14 h 4"/>
                <a:gd name="T4" fmla="*/ 7 w 3"/>
                <a:gd name="T5" fmla="*/ 14 h 4"/>
                <a:gd name="T6" fmla="*/ 5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3"/>
                    <a:pt x="2" y="3"/>
                    <a:pt x="2" y="2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2" name="Freeform 422">
              <a:extLst>
                <a:ext uri="{FF2B5EF4-FFF2-40B4-BE49-F238E27FC236}">
                  <a16:creationId xmlns:a16="http://schemas.microsoft.com/office/drawing/2014/main" id="{BA318141-0D27-4162-9042-BE74D25F3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913"/>
              <a:ext cx="88" cy="34"/>
            </a:xfrm>
            <a:custGeom>
              <a:avLst/>
              <a:gdLst>
                <a:gd name="T0" fmla="*/ 0 w 66"/>
                <a:gd name="T1" fmla="*/ 30 h 25"/>
                <a:gd name="T2" fmla="*/ 71 w 66"/>
                <a:gd name="T3" fmla="*/ 63 h 25"/>
                <a:gd name="T4" fmla="*/ 133 w 66"/>
                <a:gd name="T5" fmla="*/ 42 h 25"/>
                <a:gd name="T6" fmla="*/ 156 w 66"/>
                <a:gd name="T7" fmla="*/ 0 h 25"/>
                <a:gd name="T8" fmla="*/ 135 w 66"/>
                <a:gd name="T9" fmla="*/ 30 h 25"/>
                <a:gd name="T10" fmla="*/ 97 w 66"/>
                <a:gd name="T11" fmla="*/ 50 h 25"/>
                <a:gd name="T12" fmla="*/ 37 w 66"/>
                <a:gd name="T13" fmla="*/ 42 h 25"/>
                <a:gd name="T14" fmla="*/ 27 w 66"/>
                <a:gd name="T15" fmla="*/ 22 h 25"/>
                <a:gd name="T16" fmla="*/ 0 w 66"/>
                <a:gd name="T17" fmla="*/ 3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25">
                  <a:moveTo>
                    <a:pt x="0" y="12"/>
                  </a:moveTo>
                  <a:cubicBezTo>
                    <a:pt x="2" y="15"/>
                    <a:pt x="19" y="25"/>
                    <a:pt x="30" y="25"/>
                  </a:cubicBezTo>
                  <a:cubicBezTo>
                    <a:pt x="42" y="25"/>
                    <a:pt x="52" y="21"/>
                    <a:pt x="56" y="17"/>
                  </a:cubicBezTo>
                  <a:cubicBezTo>
                    <a:pt x="60" y="13"/>
                    <a:pt x="63" y="5"/>
                    <a:pt x="66" y="0"/>
                  </a:cubicBezTo>
                  <a:cubicBezTo>
                    <a:pt x="64" y="3"/>
                    <a:pt x="59" y="9"/>
                    <a:pt x="57" y="12"/>
                  </a:cubicBezTo>
                  <a:cubicBezTo>
                    <a:pt x="56" y="15"/>
                    <a:pt x="46" y="19"/>
                    <a:pt x="41" y="20"/>
                  </a:cubicBezTo>
                  <a:cubicBezTo>
                    <a:pt x="36" y="21"/>
                    <a:pt x="23" y="22"/>
                    <a:pt x="16" y="17"/>
                  </a:cubicBezTo>
                  <a:cubicBezTo>
                    <a:pt x="8" y="13"/>
                    <a:pt x="10" y="10"/>
                    <a:pt x="11" y="9"/>
                  </a:cubicBezTo>
                  <a:cubicBezTo>
                    <a:pt x="11" y="8"/>
                    <a:pt x="6" y="13"/>
                    <a:pt x="0" y="12"/>
                  </a:cubicBezTo>
                  <a:close/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3" name="Freeform 423">
              <a:extLst>
                <a:ext uri="{FF2B5EF4-FFF2-40B4-BE49-F238E27FC236}">
                  <a16:creationId xmlns:a16="http://schemas.microsoft.com/office/drawing/2014/main" id="{28A87169-0C2A-4D1B-A9CF-3FA307818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907"/>
              <a:ext cx="10" cy="13"/>
            </a:xfrm>
            <a:custGeom>
              <a:avLst/>
              <a:gdLst>
                <a:gd name="T0" fmla="*/ 0 w 8"/>
                <a:gd name="T1" fmla="*/ 22 h 10"/>
                <a:gd name="T2" fmla="*/ 16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5" y="7"/>
                    <a:pt x="7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4" name="Freeform 424">
              <a:extLst>
                <a:ext uri="{FF2B5EF4-FFF2-40B4-BE49-F238E27FC236}">
                  <a16:creationId xmlns:a16="http://schemas.microsoft.com/office/drawing/2014/main" id="{3D7E605C-2394-425D-904C-483497937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931"/>
              <a:ext cx="79" cy="46"/>
            </a:xfrm>
            <a:custGeom>
              <a:avLst/>
              <a:gdLst>
                <a:gd name="T0" fmla="*/ 126 w 59"/>
                <a:gd name="T1" fmla="*/ 0 h 35"/>
                <a:gd name="T2" fmla="*/ 134 w 59"/>
                <a:gd name="T3" fmla="*/ 34 h 35"/>
                <a:gd name="T4" fmla="*/ 100 w 59"/>
                <a:gd name="T5" fmla="*/ 72 h 35"/>
                <a:gd name="T6" fmla="*/ 31 w 59"/>
                <a:gd name="T7" fmla="*/ 72 h 35"/>
                <a:gd name="T8" fmla="*/ 0 w 59"/>
                <a:gd name="T9" fmla="*/ 72 h 35"/>
                <a:gd name="T10" fmla="*/ 36 w 59"/>
                <a:gd name="T11" fmla="*/ 67 h 35"/>
                <a:gd name="T12" fmla="*/ 100 w 59"/>
                <a:gd name="T13" fmla="*/ 51 h 35"/>
                <a:gd name="T14" fmla="*/ 126 w 59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35">
                  <a:moveTo>
                    <a:pt x="52" y="0"/>
                  </a:moveTo>
                  <a:cubicBezTo>
                    <a:pt x="56" y="3"/>
                    <a:pt x="59" y="6"/>
                    <a:pt x="56" y="15"/>
                  </a:cubicBezTo>
                  <a:cubicBezTo>
                    <a:pt x="54" y="24"/>
                    <a:pt x="49" y="30"/>
                    <a:pt x="42" y="32"/>
                  </a:cubicBezTo>
                  <a:cubicBezTo>
                    <a:pt x="36" y="34"/>
                    <a:pt x="21" y="35"/>
                    <a:pt x="13" y="32"/>
                  </a:cubicBezTo>
                  <a:cubicBezTo>
                    <a:pt x="10" y="31"/>
                    <a:pt x="7" y="34"/>
                    <a:pt x="0" y="32"/>
                  </a:cubicBezTo>
                  <a:cubicBezTo>
                    <a:pt x="3" y="32"/>
                    <a:pt x="10" y="30"/>
                    <a:pt x="15" y="30"/>
                  </a:cubicBezTo>
                  <a:cubicBezTo>
                    <a:pt x="20" y="30"/>
                    <a:pt x="31" y="31"/>
                    <a:pt x="42" y="23"/>
                  </a:cubicBezTo>
                  <a:cubicBezTo>
                    <a:pt x="53" y="15"/>
                    <a:pt x="58" y="9"/>
                    <a:pt x="52" y="0"/>
                  </a:cubicBezTo>
                  <a:close/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5" name="Freeform 425">
              <a:extLst>
                <a:ext uri="{FF2B5EF4-FFF2-40B4-BE49-F238E27FC236}">
                  <a16:creationId xmlns:a16="http://schemas.microsoft.com/office/drawing/2014/main" id="{14F92385-3F73-4AD3-A26E-40FB27AC2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952"/>
              <a:ext cx="80" cy="13"/>
            </a:xfrm>
            <a:custGeom>
              <a:avLst/>
              <a:gdLst>
                <a:gd name="T0" fmla="*/ 0 w 60"/>
                <a:gd name="T1" fmla="*/ 1 h 10"/>
                <a:gd name="T2" fmla="*/ 63 w 60"/>
                <a:gd name="T3" fmla="*/ 7 h 10"/>
                <a:gd name="T4" fmla="*/ 105 w 60"/>
                <a:gd name="T5" fmla="*/ 16 h 10"/>
                <a:gd name="T6" fmla="*/ 143 w 60"/>
                <a:gd name="T7" fmla="*/ 22 h 10"/>
                <a:gd name="T8" fmla="*/ 92 w 60"/>
                <a:gd name="T9" fmla="*/ 5 h 10"/>
                <a:gd name="T10" fmla="*/ 48 w 60"/>
                <a:gd name="T11" fmla="*/ 0 h 10"/>
                <a:gd name="T12" fmla="*/ 0 w 60"/>
                <a:gd name="T13" fmla="*/ 1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0">
                  <a:moveTo>
                    <a:pt x="0" y="1"/>
                  </a:moveTo>
                  <a:cubicBezTo>
                    <a:pt x="6" y="3"/>
                    <a:pt x="18" y="3"/>
                    <a:pt x="26" y="3"/>
                  </a:cubicBezTo>
                  <a:cubicBezTo>
                    <a:pt x="33" y="3"/>
                    <a:pt x="39" y="5"/>
                    <a:pt x="44" y="7"/>
                  </a:cubicBezTo>
                  <a:cubicBezTo>
                    <a:pt x="49" y="8"/>
                    <a:pt x="57" y="10"/>
                    <a:pt x="60" y="10"/>
                  </a:cubicBezTo>
                  <a:cubicBezTo>
                    <a:pt x="56" y="9"/>
                    <a:pt x="43" y="4"/>
                    <a:pt x="39" y="2"/>
                  </a:cubicBezTo>
                  <a:cubicBezTo>
                    <a:pt x="35" y="1"/>
                    <a:pt x="25" y="0"/>
                    <a:pt x="20" y="0"/>
                  </a:cubicBezTo>
                  <a:cubicBezTo>
                    <a:pt x="15" y="0"/>
                    <a:pt x="4" y="2"/>
                    <a:pt x="0" y="1"/>
                  </a:cubicBezTo>
                  <a:close/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6" name="Freeform 426">
              <a:extLst>
                <a:ext uri="{FF2B5EF4-FFF2-40B4-BE49-F238E27FC236}">
                  <a16:creationId xmlns:a16="http://schemas.microsoft.com/office/drawing/2014/main" id="{76FF1979-5E85-479D-8913-822F4791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967"/>
              <a:ext cx="41" cy="8"/>
            </a:xfrm>
            <a:custGeom>
              <a:avLst/>
              <a:gdLst>
                <a:gd name="T0" fmla="*/ 0 w 30"/>
                <a:gd name="T1" fmla="*/ 0 h 6"/>
                <a:gd name="T2" fmla="*/ 62 w 30"/>
                <a:gd name="T3" fmla="*/ 15 h 6"/>
                <a:gd name="T4" fmla="*/ 75 w 30"/>
                <a:gd name="T5" fmla="*/ 7 h 6"/>
                <a:gd name="T6" fmla="*/ 0 w 3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">
                  <a:moveTo>
                    <a:pt x="0" y="0"/>
                  </a:moveTo>
                  <a:cubicBezTo>
                    <a:pt x="4" y="2"/>
                    <a:pt x="19" y="6"/>
                    <a:pt x="24" y="6"/>
                  </a:cubicBezTo>
                  <a:cubicBezTo>
                    <a:pt x="30" y="6"/>
                    <a:pt x="29" y="3"/>
                    <a:pt x="29" y="3"/>
                  </a:cubicBezTo>
                  <a:cubicBezTo>
                    <a:pt x="25" y="3"/>
                    <a:pt x="6" y="4"/>
                    <a:pt x="0" y="0"/>
                  </a:cubicBezTo>
                  <a:close/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7" name="Freeform 427">
              <a:extLst>
                <a:ext uri="{FF2B5EF4-FFF2-40B4-BE49-F238E27FC236}">
                  <a16:creationId xmlns:a16="http://schemas.microsoft.com/office/drawing/2014/main" id="{4C71F8C2-F962-4459-A1CE-B06F15492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880"/>
              <a:ext cx="60" cy="28"/>
            </a:xfrm>
            <a:custGeom>
              <a:avLst/>
              <a:gdLst>
                <a:gd name="T0" fmla="*/ 0 w 45"/>
                <a:gd name="T1" fmla="*/ 0 h 21"/>
                <a:gd name="T2" fmla="*/ 41 w 45"/>
                <a:gd name="T3" fmla="*/ 23 h 21"/>
                <a:gd name="T4" fmla="*/ 71 w 45"/>
                <a:gd name="T5" fmla="*/ 33 h 21"/>
                <a:gd name="T6" fmla="*/ 107 w 45"/>
                <a:gd name="T7" fmla="*/ 49 h 21"/>
                <a:gd name="T8" fmla="*/ 73 w 45"/>
                <a:gd name="T9" fmla="*/ 41 h 21"/>
                <a:gd name="T10" fmla="*/ 41 w 45"/>
                <a:gd name="T11" fmla="*/ 31 h 21"/>
                <a:gd name="T12" fmla="*/ 16 w 45"/>
                <a:gd name="T13" fmla="*/ 12 h 21"/>
                <a:gd name="T14" fmla="*/ 0 w 45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21">
                  <a:moveTo>
                    <a:pt x="0" y="0"/>
                  </a:moveTo>
                  <a:cubicBezTo>
                    <a:pt x="7" y="0"/>
                    <a:pt x="11" y="8"/>
                    <a:pt x="17" y="10"/>
                  </a:cubicBezTo>
                  <a:cubicBezTo>
                    <a:pt x="21" y="12"/>
                    <a:pt x="26" y="13"/>
                    <a:pt x="30" y="14"/>
                  </a:cubicBezTo>
                  <a:cubicBezTo>
                    <a:pt x="35" y="16"/>
                    <a:pt x="40" y="19"/>
                    <a:pt x="45" y="21"/>
                  </a:cubicBezTo>
                  <a:cubicBezTo>
                    <a:pt x="42" y="18"/>
                    <a:pt x="35" y="18"/>
                    <a:pt x="31" y="17"/>
                  </a:cubicBezTo>
                  <a:cubicBezTo>
                    <a:pt x="26" y="15"/>
                    <a:pt x="21" y="15"/>
                    <a:pt x="17" y="13"/>
                  </a:cubicBezTo>
                  <a:cubicBezTo>
                    <a:pt x="13" y="11"/>
                    <a:pt x="10" y="7"/>
                    <a:pt x="7" y="5"/>
                  </a:cubicBezTo>
                  <a:cubicBezTo>
                    <a:pt x="5" y="3"/>
                    <a:pt x="3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8" name="Freeform 428">
              <a:extLst>
                <a:ext uri="{FF2B5EF4-FFF2-40B4-BE49-F238E27FC236}">
                  <a16:creationId xmlns:a16="http://schemas.microsoft.com/office/drawing/2014/main" id="{0EBA7A74-F336-4961-8B78-B0DE21848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824"/>
              <a:ext cx="12" cy="28"/>
            </a:xfrm>
            <a:custGeom>
              <a:avLst/>
              <a:gdLst>
                <a:gd name="T0" fmla="*/ 0 w 9"/>
                <a:gd name="T1" fmla="*/ 5 h 21"/>
                <a:gd name="T2" fmla="*/ 16 w 9"/>
                <a:gd name="T3" fmla="*/ 27 h 21"/>
                <a:gd name="T4" fmla="*/ 12 w 9"/>
                <a:gd name="T5" fmla="*/ 49 h 21"/>
                <a:gd name="T6" fmla="*/ 0 w 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1">
                  <a:moveTo>
                    <a:pt x="0" y="2"/>
                  </a:moveTo>
                  <a:cubicBezTo>
                    <a:pt x="3" y="3"/>
                    <a:pt x="6" y="8"/>
                    <a:pt x="7" y="11"/>
                  </a:cubicBezTo>
                  <a:cubicBezTo>
                    <a:pt x="9" y="15"/>
                    <a:pt x="7" y="17"/>
                    <a:pt x="5" y="21"/>
                  </a:cubicBezTo>
                  <a:cubicBezTo>
                    <a:pt x="8" y="15"/>
                    <a:pt x="4" y="4"/>
                    <a:pt x="0" y="0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9" name="Freeform 429">
              <a:extLst>
                <a:ext uri="{FF2B5EF4-FFF2-40B4-BE49-F238E27FC236}">
                  <a16:creationId xmlns:a16="http://schemas.microsoft.com/office/drawing/2014/main" id="{BE46A54C-C77C-450D-AB0E-24B71FE62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844"/>
              <a:ext cx="17" cy="32"/>
            </a:xfrm>
            <a:custGeom>
              <a:avLst/>
              <a:gdLst>
                <a:gd name="T0" fmla="*/ 7 w 13"/>
                <a:gd name="T1" fmla="*/ 15 h 24"/>
                <a:gd name="T2" fmla="*/ 21 w 13"/>
                <a:gd name="T3" fmla="*/ 33 h 24"/>
                <a:gd name="T4" fmla="*/ 24 w 13"/>
                <a:gd name="T5" fmla="*/ 57 h 24"/>
                <a:gd name="T6" fmla="*/ 17 w 13"/>
                <a:gd name="T7" fmla="*/ 16 h 24"/>
                <a:gd name="T8" fmla="*/ 1 w 13"/>
                <a:gd name="T9" fmla="*/ 0 h 24"/>
                <a:gd name="T10" fmla="*/ 0 w 13"/>
                <a:gd name="T11" fmla="*/ 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4">
                  <a:moveTo>
                    <a:pt x="3" y="6"/>
                  </a:moveTo>
                  <a:cubicBezTo>
                    <a:pt x="7" y="7"/>
                    <a:pt x="8" y="10"/>
                    <a:pt x="9" y="14"/>
                  </a:cubicBezTo>
                  <a:cubicBezTo>
                    <a:pt x="11" y="17"/>
                    <a:pt x="12" y="20"/>
                    <a:pt x="11" y="24"/>
                  </a:cubicBezTo>
                  <a:cubicBezTo>
                    <a:pt x="13" y="20"/>
                    <a:pt x="11" y="11"/>
                    <a:pt x="8" y="7"/>
                  </a:cubicBezTo>
                  <a:cubicBezTo>
                    <a:pt x="6" y="4"/>
                    <a:pt x="2" y="4"/>
                    <a:pt x="1" y="0"/>
                  </a:cubicBezTo>
                  <a:cubicBezTo>
                    <a:pt x="1" y="1"/>
                    <a:pt x="1" y="4"/>
                    <a:pt x="0" y="5"/>
                  </a:cubicBezTo>
                </a:path>
              </a:pathLst>
            </a:custGeom>
            <a:solidFill>
              <a:srgbClr val="CB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0" name="Freeform 430">
              <a:extLst>
                <a:ext uri="{FF2B5EF4-FFF2-40B4-BE49-F238E27FC236}">
                  <a16:creationId xmlns:a16="http://schemas.microsoft.com/office/drawing/2014/main" id="{C4FB29EB-541E-4FA5-8DBA-E60FCA733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977"/>
              <a:ext cx="11" cy="15"/>
            </a:xfrm>
            <a:custGeom>
              <a:avLst/>
              <a:gdLst>
                <a:gd name="T0" fmla="*/ 0 w 8"/>
                <a:gd name="T1" fmla="*/ 27 h 11"/>
                <a:gd name="T2" fmla="*/ 6 w 8"/>
                <a:gd name="T3" fmla="*/ 14 h 11"/>
                <a:gd name="T4" fmla="*/ 11 w 8"/>
                <a:gd name="T5" fmla="*/ 10 h 11"/>
                <a:gd name="T6" fmla="*/ 15 w 8"/>
                <a:gd name="T7" fmla="*/ 5 h 11"/>
                <a:gd name="T8" fmla="*/ 21 w 8"/>
                <a:gd name="T9" fmla="*/ 0 h 11"/>
                <a:gd name="T10" fmla="*/ 15 w 8"/>
                <a:gd name="T11" fmla="*/ 7 h 11"/>
                <a:gd name="T12" fmla="*/ 11 w 8"/>
                <a:gd name="T13" fmla="*/ 14 h 11"/>
                <a:gd name="T14" fmla="*/ 0 w 8"/>
                <a:gd name="T15" fmla="*/ 27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1" y="10"/>
                    <a:pt x="3" y="8"/>
                    <a:pt x="2" y="5"/>
                  </a:cubicBezTo>
                  <a:cubicBezTo>
                    <a:pt x="2" y="4"/>
                    <a:pt x="3" y="5"/>
                    <a:pt x="4" y="4"/>
                  </a:cubicBezTo>
                  <a:cubicBezTo>
                    <a:pt x="5" y="4"/>
                    <a:pt x="5" y="3"/>
                    <a:pt x="6" y="2"/>
                  </a:cubicBezTo>
                  <a:cubicBezTo>
                    <a:pt x="7" y="2"/>
                    <a:pt x="7" y="1"/>
                    <a:pt x="8" y="0"/>
                  </a:cubicBezTo>
                  <a:cubicBezTo>
                    <a:pt x="8" y="2"/>
                    <a:pt x="7" y="3"/>
                    <a:pt x="6" y="3"/>
                  </a:cubicBezTo>
                  <a:cubicBezTo>
                    <a:pt x="5" y="4"/>
                    <a:pt x="6" y="5"/>
                    <a:pt x="4" y="5"/>
                  </a:cubicBezTo>
                  <a:cubicBezTo>
                    <a:pt x="3" y="6"/>
                    <a:pt x="3" y="11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1" name="Freeform 431">
              <a:extLst>
                <a:ext uri="{FF2B5EF4-FFF2-40B4-BE49-F238E27FC236}">
                  <a16:creationId xmlns:a16="http://schemas.microsoft.com/office/drawing/2014/main" id="{A78F2128-6FFE-4A71-A3F4-522785E5B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976"/>
              <a:ext cx="20" cy="11"/>
            </a:xfrm>
            <a:custGeom>
              <a:avLst/>
              <a:gdLst>
                <a:gd name="T0" fmla="*/ 0 w 15"/>
                <a:gd name="T1" fmla="*/ 0 h 8"/>
                <a:gd name="T2" fmla="*/ 16 w 15"/>
                <a:gd name="T3" fmla="*/ 6 h 8"/>
                <a:gd name="T4" fmla="*/ 23 w 15"/>
                <a:gd name="T5" fmla="*/ 15 h 8"/>
                <a:gd name="T6" fmla="*/ 23 w 15"/>
                <a:gd name="T7" fmla="*/ 21 h 8"/>
                <a:gd name="T8" fmla="*/ 33 w 15"/>
                <a:gd name="T9" fmla="*/ 0 h 8"/>
                <a:gd name="T10" fmla="*/ 28 w 15"/>
                <a:gd name="T11" fmla="*/ 0 h 8"/>
                <a:gd name="T12" fmla="*/ 28 w 15"/>
                <a:gd name="T13" fmla="*/ 0 h 8"/>
                <a:gd name="T14" fmla="*/ 16 w 15"/>
                <a:gd name="T15" fmla="*/ 0 h 8"/>
                <a:gd name="T16" fmla="*/ 0 w 15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2" y="1"/>
                    <a:pt x="5" y="1"/>
                    <a:pt x="7" y="2"/>
                  </a:cubicBezTo>
                  <a:cubicBezTo>
                    <a:pt x="9" y="2"/>
                    <a:pt x="12" y="4"/>
                    <a:pt x="10" y="6"/>
                  </a:cubicBezTo>
                  <a:cubicBezTo>
                    <a:pt x="10" y="8"/>
                    <a:pt x="11" y="7"/>
                    <a:pt x="10" y="8"/>
                  </a:cubicBezTo>
                  <a:cubicBezTo>
                    <a:pt x="11" y="6"/>
                    <a:pt x="15" y="2"/>
                    <a:pt x="14" y="0"/>
                  </a:cubicBezTo>
                  <a:cubicBezTo>
                    <a:pt x="13" y="1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0" y="0"/>
                    <a:pt x="7" y="0"/>
                  </a:cubicBezTo>
                  <a:cubicBezTo>
                    <a:pt x="5" y="0"/>
                    <a:pt x="2" y="0"/>
                    <a:pt x="0" y="0"/>
                  </a:cubicBezTo>
                </a:path>
              </a:pathLst>
            </a:custGeom>
            <a:solidFill>
              <a:srgbClr val="DAB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2" name="Freeform 432">
              <a:extLst>
                <a:ext uri="{FF2B5EF4-FFF2-40B4-BE49-F238E27FC236}">
                  <a16:creationId xmlns:a16="http://schemas.microsoft.com/office/drawing/2014/main" id="{AC821361-CCDE-4515-B086-B7C93D63C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980"/>
              <a:ext cx="50" cy="33"/>
            </a:xfrm>
            <a:custGeom>
              <a:avLst/>
              <a:gdLst>
                <a:gd name="T0" fmla="*/ 72 w 38"/>
                <a:gd name="T1" fmla="*/ 0 h 25"/>
                <a:gd name="T2" fmla="*/ 50 w 38"/>
                <a:gd name="T3" fmla="*/ 22 h 25"/>
                <a:gd name="T4" fmla="*/ 0 w 38"/>
                <a:gd name="T5" fmla="*/ 49 h 25"/>
                <a:gd name="T6" fmla="*/ 0 w 38"/>
                <a:gd name="T7" fmla="*/ 58 h 25"/>
                <a:gd name="T8" fmla="*/ 18 w 38"/>
                <a:gd name="T9" fmla="*/ 38 h 25"/>
                <a:gd name="T10" fmla="*/ 51 w 38"/>
                <a:gd name="T11" fmla="*/ 26 h 25"/>
                <a:gd name="T12" fmla="*/ 75 w 38"/>
                <a:gd name="T13" fmla="*/ 7 h 25"/>
                <a:gd name="T14" fmla="*/ 87 w 38"/>
                <a:gd name="T15" fmla="*/ 1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25">
                  <a:moveTo>
                    <a:pt x="32" y="0"/>
                  </a:moveTo>
                  <a:cubicBezTo>
                    <a:pt x="32" y="2"/>
                    <a:pt x="26" y="8"/>
                    <a:pt x="22" y="10"/>
                  </a:cubicBezTo>
                  <a:cubicBezTo>
                    <a:pt x="18" y="13"/>
                    <a:pt x="1" y="17"/>
                    <a:pt x="0" y="21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4" y="20"/>
                    <a:pt x="8" y="17"/>
                  </a:cubicBezTo>
                  <a:cubicBezTo>
                    <a:pt x="12" y="15"/>
                    <a:pt x="19" y="14"/>
                    <a:pt x="23" y="11"/>
                  </a:cubicBezTo>
                  <a:cubicBezTo>
                    <a:pt x="28" y="8"/>
                    <a:pt x="32" y="5"/>
                    <a:pt x="33" y="3"/>
                  </a:cubicBezTo>
                  <a:cubicBezTo>
                    <a:pt x="34" y="1"/>
                    <a:pt x="37" y="1"/>
                    <a:pt x="38" y="1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3" name="Freeform 433">
              <a:extLst>
                <a:ext uri="{FF2B5EF4-FFF2-40B4-BE49-F238E27FC236}">
                  <a16:creationId xmlns:a16="http://schemas.microsoft.com/office/drawing/2014/main" id="{78C07A6C-D3B4-430D-8693-F5C184B9C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965"/>
              <a:ext cx="86" cy="8"/>
            </a:xfrm>
            <a:custGeom>
              <a:avLst/>
              <a:gdLst>
                <a:gd name="T0" fmla="*/ 0 w 64"/>
                <a:gd name="T1" fmla="*/ 0 h 6"/>
                <a:gd name="T2" fmla="*/ 43 w 64"/>
                <a:gd name="T3" fmla="*/ 1 h 6"/>
                <a:gd name="T4" fmla="*/ 73 w 64"/>
                <a:gd name="T5" fmla="*/ 7 h 6"/>
                <a:gd name="T6" fmla="*/ 112 w 64"/>
                <a:gd name="T7" fmla="*/ 5 h 6"/>
                <a:gd name="T8" fmla="*/ 126 w 64"/>
                <a:gd name="T9" fmla="*/ 1 h 6"/>
                <a:gd name="T10" fmla="*/ 142 w 64"/>
                <a:gd name="T11" fmla="*/ 9 h 6"/>
                <a:gd name="T12" fmla="*/ 156 w 64"/>
                <a:gd name="T13" fmla="*/ 15 h 6"/>
                <a:gd name="T14" fmla="*/ 125 w 64"/>
                <a:gd name="T15" fmla="*/ 9 h 6"/>
                <a:gd name="T16" fmla="*/ 70 w 64"/>
                <a:gd name="T17" fmla="*/ 9 h 6"/>
                <a:gd name="T18" fmla="*/ 0 w 64"/>
                <a:gd name="T19" fmla="*/ 0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6">
                  <a:moveTo>
                    <a:pt x="0" y="0"/>
                  </a:moveTo>
                  <a:cubicBezTo>
                    <a:pt x="4" y="0"/>
                    <a:pt x="15" y="1"/>
                    <a:pt x="18" y="1"/>
                  </a:cubicBezTo>
                  <a:cubicBezTo>
                    <a:pt x="22" y="1"/>
                    <a:pt x="26" y="3"/>
                    <a:pt x="30" y="3"/>
                  </a:cubicBezTo>
                  <a:cubicBezTo>
                    <a:pt x="34" y="3"/>
                    <a:pt x="40" y="3"/>
                    <a:pt x="46" y="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2"/>
                    <a:pt x="57" y="4"/>
                    <a:pt x="59" y="4"/>
                  </a:cubicBezTo>
                  <a:cubicBezTo>
                    <a:pt x="62" y="5"/>
                    <a:pt x="64" y="6"/>
                    <a:pt x="64" y="6"/>
                  </a:cubicBezTo>
                  <a:cubicBezTo>
                    <a:pt x="61" y="6"/>
                    <a:pt x="56" y="5"/>
                    <a:pt x="51" y="4"/>
                  </a:cubicBezTo>
                  <a:cubicBezTo>
                    <a:pt x="46" y="4"/>
                    <a:pt x="40" y="6"/>
                    <a:pt x="29" y="4"/>
                  </a:cubicBezTo>
                  <a:cubicBezTo>
                    <a:pt x="22" y="3"/>
                    <a:pt x="7" y="0"/>
                    <a:pt x="0" y="0"/>
                  </a:cubicBezTo>
                  <a:close/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4" name="Freeform 434">
              <a:extLst>
                <a:ext uri="{FF2B5EF4-FFF2-40B4-BE49-F238E27FC236}">
                  <a16:creationId xmlns:a16="http://schemas.microsoft.com/office/drawing/2014/main" id="{C48D79B3-A2F8-427E-AC04-FB9F8013E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980"/>
              <a:ext cx="15" cy="5"/>
            </a:xfrm>
            <a:custGeom>
              <a:avLst/>
              <a:gdLst>
                <a:gd name="T0" fmla="*/ 0 w 11"/>
                <a:gd name="T1" fmla="*/ 1 h 4"/>
                <a:gd name="T2" fmla="*/ 0 w 11"/>
                <a:gd name="T3" fmla="*/ 6 h 4"/>
                <a:gd name="T4" fmla="*/ 7 w 11"/>
                <a:gd name="T5" fmla="*/ 5 h 4"/>
                <a:gd name="T6" fmla="*/ 10 w 11"/>
                <a:gd name="T7" fmla="*/ 1 h 4"/>
                <a:gd name="T8" fmla="*/ 15 w 11"/>
                <a:gd name="T9" fmla="*/ 5 h 4"/>
                <a:gd name="T10" fmla="*/ 15 w 11"/>
                <a:gd name="T11" fmla="*/ 8 h 4"/>
                <a:gd name="T12" fmla="*/ 22 w 11"/>
                <a:gd name="T13" fmla="*/ 5 h 4"/>
                <a:gd name="T14" fmla="*/ 27 w 11"/>
                <a:gd name="T15" fmla="*/ 1 h 4"/>
                <a:gd name="T16" fmla="*/ 19 w 11"/>
                <a:gd name="T17" fmla="*/ 0 h 4"/>
                <a:gd name="T18" fmla="*/ 14 w 11"/>
                <a:gd name="T19" fmla="*/ 0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4">
                  <a:moveTo>
                    <a:pt x="0" y="1"/>
                  </a:moveTo>
                  <a:cubicBezTo>
                    <a:pt x="1" y="2"/>
                    <a:pt x="1" y="3"/>
                    <a:pt x="0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4" y="2"/>
                    <a:pt x="3" y="2"/>
                    <a:pt x="4" y="1"/>
                  </a:cubicBezTo>
                  <a:cubicBezTo>
                    <a:pt x="5" y="1"/>
                    <a:pt x="6" y="1"/>
                    <a:pt x="6" y="2"/>
                  </a:cubicBezTo>
                  <a:cubicBezTo>
                    <a:pt x="6" y="3"/>
                    <a:pt x="6" y="3"/>
                    <a:pt x="6" y="4"/>
                  </a:cubicBezTo>
                  <a:cubicBezTo>
                    <a:pt x="7" y="4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0" y="1"/>
                    <a:pt x="9" y="1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5" name="Freeform 435">
              <a:extLst>
                <a:ext uri="{FF2B5EF4-FFF2-40B4-BE49-F238E27FC236}">
                  <a16:creationId xmlns:a16="http://schemas.microsoft.com/office/drawing/2014/main" id="{93C66653-E3C0-4F3D-93D1-1F0C11820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980"/>
              <a:ext cx="8" cy="7"/>
            </a:xfrm>
            <a:custGeom>
              <a:avLst/>
              <a:gdLst>
                <a:gd name="T0" fmla="*/ 0 w 6"/>
                <a:gd name="T1" fmla="*/ 6 h 5"/>
                <a:gd name="T2" fmla="*/ 1 w 6"/>
                <a:gd name="T3" fmla="*/ 8 h 5"/>
                <a:gd name="T4" fmla="*/ 0 w 6"/>
                <a:gd name="T5" fmla="*/ 14 h 5"/>
                <a:gd name="T6" fmla="*/ 9 w 6"/>
                <a:gd name="T7" fmla="*/ 8 h 5"/>
                <a:gd name="T8" fmla="*/ 9 w 6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2"/>
                    <a:pt x="1" y="2"/>
                    <a:pt x="1" y="3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1" y="4"/>
                    <a:pt x="2" y="4"/>
                    <a:pt x="4" y="3"/>
                  </a:cubicBezTo>
                  <a:cubicBezTo>
                    <a:pt x="5" y="2"/>
                    <a:pt x="6" y="0"/>
                    <a:pt x="4" y="1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6" name="Freeform 436">
              <a:extLst>
                <a:ext uri="{FF2B5EF4-FFF2-40B4-BE49-F238E27FC236}">
                  <a16:creationId xmlns:a16="http://schemas.microsoft.com/office/drawing/2014/main" id="{C22F1DC4-8475-41F1-9685-D7071D50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980"/>
              <a:ext cx="4" cy="7"/>
            </a:xfrm>
            <a:custGeom>
              <a:avLst/>
              <a:gdLst>
                <a:gd name="T0" fmla="*/ 0 w 3"/>
                <a:gd name="T1" fmla="*/ 1 h 5"/>
                <a:gd name="T2" fmla="*/ 0 w 3"/>
                <a:gd name="T3" fmla="*/ 14 h 5"/>
                <a:gd name="T4" fmla="*/ 5 w 3"/>
                <a:gd name="T5" fmla="*/ 8 h 5"/>
                <a:gd name="T6" fmla="*/ 7 w 3"/>
                <a:gd name="T7" fmla="*/ 1 h 5"/>
                <a:gd name="T8" fmla="*/ 5 w 3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1" y="2"/>
                    <a:pt x="0" y="4"/>
                    <a:pt x="0" y="5"/>
                  </a:cubicBezTo>
                  <a:cubicBezTo>
                    <a:pt x="1" y="5"/>
                    <a:pt x="2" y="4"/>
                    <a:pt x="2" y="3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7" name="Freeform 437">
              <a:extLst>
                <a:ext uri="{FF2B5EF4-FFF2-40B4-BE49-F238E27FC236}">
                  <a16:creationId xmlns:a16="http://schemas.microsoft.com/office/drawing/2014/main" id="{64EA7AD1-ED70-4510-81A5-D0F0CB6D1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981"/>
              <a:ext cx="5" cy="8"/>
            </a:xfrm>
            <a:custGeom>
              <a:avLst/>
              <a:gdLst>
                <a:gd name="T0" fmla="*/ 1 w 4"/>
                <a:gd name="T1" fmla="*/ 1 h 6"/>
                <a:gd name="T2" fmla="*/ 0 w 4"/>
                <a:gd name="T3" fmla="*/ 15 h 6"/>
                <a:gd name="T4" fmla="*/ 6 w 4"/>
                <a:gd name="T5" fmla="*/ 7 h 6"/>
                <a:gd name="T6" fmla="*/ 8 w 4"/>
                <a:gd name="T7" fmla="*/ 0 h 6"/>
                <a:gd name="T8" fmla="*/ 1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2" y="2"/>
                    <a:pt x="1" y="5"/>
                    <a:pt x="0" y="6"/>
                  </a:cubicBezTo>
                  <a:cubicBezTo>
                    <a:pt x="0" y="5"/>
                    <a:pt x="2" y="4"/>
                    <a:pt x="3" y="3"/>
                  </a:cubicBezTo>
                  <a:cubicBezTo>
                    <a:pt x="3" y="2"/>
                    <a:pt x="4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8" name="Freeform 438">
              <a:extLst>
                <a:ext uri="{FF2B5EF4-FFF2-40B4-BE49-F238E27FC236}">
                  <a16:creationId xmlns:a16="http://schemas.microsoft.com/office/drawing/2014/main" id="{9F01DEDE-5136-473A-805C-2CB018D69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971"/>
              <a:ext cx="11" cy="4"/>
            </a:xfrm>
            <a:custGeom>
              <a:avLst/>
              <a:gdLst>
                <a:gd name="T0" fmla="*/ 6 w 8"/>
                <a:gd name="T1" fmla="*/ 0 h 3"/>
                <a:gd name="T2" fmla="*/ 0 w 8"/>
                <a:gd name="T3" fmla="*/ 7 h 3"/>
                <a:gd name="T4" fmla="*/ 14 w 8"/>
                <a:gd name="T5" fmla="*/ 5 h 3"/>
                <a:gd name="T6" fmla="*/ 21 w 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2" y="0"/>
                  </a:moveTo>
                  <a:cubicBezTo>
                    <a:pt x="4" y="1"/>
                    <a:pt x="1" y="3"/>
                    <a:pt x="0" y="3"/>
                  </a:cubicBezTo>
                  <a:cubicBezTo>
                    <a:pt x="2" y="3"/>
                    <a:pt x="4" y="3"/>
                    <a:pt x="5" y="2"/>
                  </a:cubicBezTo>
                  <a:cubicBezTo>
                    <a:pt x="6" y="2"/>
                    <a:pt x="8" y="1"/>
                    <a:pt x="8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9" name="Freeform 439">
              <a:extLst>
                <a:ext uri="{FF2B5EF4-FFF2-40B4-BE49-F238E27FC236}">
                  <a16:creationId xmlns:a16="http://schemas.microsoft.com/office/drawing/2014/main" id="{15452CFB-4C03-4D0C-BC45-001E09987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972"/>
              <a:ext cx="17" cy="7"/>
            </a:xfrm>
            <a:custGeom>
              <a:avLst/>
              <a:gdLst>
                <a:gd name="T0" fmla="*/ 21 w 13"/>
                <a:gd name="T1" fmla="*/ 0 h 5"/>
                <a:gd name="T2" fmla="*/ 12 w 13"/>
                <a:gd name="T3" fmla="*/ 11 h 5"/>
                <a:gd name="T4" fmla="*/ 0 w 13"/>
                <a:gd name="T5" fmla="*/ 14 h 5"/>
                <a:gd name="T6" fmla="*/ 12 w 13"/>
                <a:gd name="T7" fmla="*/ 14 h 5"/>
                <a:gd name="T8" fmla="*/ 21 w 13"/>
                <a:gd name="T9" fmla="*/ 11 h 5"/>
                <a:gd name="T10" fmla="*/ 29 w 13"/>
                <a:gd name="T11" fmla="*/ 1 h 5"/>
                <a:gd name="T12" fmla="*/ 27 w 1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">
                  <a:moveTo>
                    <a:pt x="9" y="0"/>
                  </a:moveTo>
                  <a:cubicBezTo>
                    <a:pt x="9" y="2"/>
                    <a:pt x="6" y="3"/>
                    <a:pt x="5" y="4"/>
                  </a:cubicBezTo>
                  <a:cubicBezTo>
                    <a:pt x="3" y="4"/>
                    <a:pt x="2" y="5"/>
                    <a:pt x="0" y="5"/>
                  </a:cubicBezTo>
                  <a:cubicBezTo>
                    <a:pt x="2" y="5"/>
                    <a:pt x="3" y="5"/>
                    <a:pt x="5" y="5"/>
                  </a:cubicBezTo>
                  <a:cubicBezTo>
                    <a:pt x="6" y="5"/>
                    <a:pt x="8" y="4"/>
                    <a:pt x="9" y="4"/>
                  </a:cubicBezTo>
                  <a:cubicBezTo>
                    <a:pt x="10" y="3"/>
                    <a:pt x="13" y="2"/>
                    <a:pt x="13" y="1"/>
                  </a:cubicBezTo>
                  <a:cubicBezTo>
                    <a:pt x="13" y="1"/>
                    <a:pt x="13" y="0"/>
                    <a:pt x="12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0" name="Freeform 440">
              <a:extLst>
                <a:ext uri="{FF2B5EF4-FFF2-40B4-BE49-F238E27FC236}">
                  <a16:creationId xmlns:a16="http://schemas.microsoft.com/office/drawing/2014/main" id="{4676A910-F496-4212-AF4D-221929000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969"/>
              <a:ext cx="9" cy="2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8 h 1"/>
                <a:gd name="T4" fmla="*/ 8 w 7"/>
                <a:gd name="T5" fmla="*/ 8 h 1"/>
                <a:gd name="T6" fmla="*/ 15 w 7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5" y="1"/>
                    <a:pt x="6" y="1"/>
                    <a:pt x="7" y="1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1" name="Freeform 441">
              <a:extLst>
                <a:ext uri="{FF2B5EF4-FFF2-40B4-BE49-F238E27FC236}">
                  <a16:creationId xmlns:a16="http://schemas.microsoft.com/office/drawing/2014/main" id="{ABB874EB-0169-4453-8383-7C99B6B7B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972"/>
              <a:ext cx="10" cy="3"/>
            </a:xfrm>
            <a:custGeom>
              <a:avLst/>
              <a:gdLst>
                <a:gd name="T0" fmla="*/ 5 w 8"/>
                <a:gd name="T1" fmla="*/ 0 h 2"/>
                <a:gd name="T2" fmla="*/ 0 w 8"/>
                <a:gd name="T3" fmla="*/ 8 h 2"/>
                <a:gd name="T4" fmla="*/ 10 w 8"/>
                <a:gd name="T5" fmla="*/ 8 h 2"/>
                <a:gd name="T6" fmla="*/ 16 w 8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">
                  <a:moveTo>
                    <a:pt x="2" y="0"/>
                  </a:moveTo>
                  <a:cubicBezTo>
                    <a:pt x="4" y="1"/>
                    <a:pt x="2" y="2"/>
                    <a:pt x="0" y="2"/>
                  </a:cubicBezTo>
                  <a:cubicBezTo>
                    <a:pt x="2" y="2"/>
                    <a:pt x="4" y="2"/>
                    <a:pt x="5" y="2"/>
                  </a:cubicBezTo>
                  <a:cubicBezTo>
                    <a:pt x="6" y="2"/>
                    <a:pt x="7" y="2"/>
                    <a:pt x="8" y="2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2" name="Freeform 442">
              <a:extLst>
                <a:ext uri="{FF2B5EF4-FFF2-40B4-BE49-F238E27FC236}">
                  <a16:creationId xmlns:a16="http://schemas.microsoft.com/office/drawing/2014/main" id="{72D34BF6-B2D4-4049-83E6-E853B7B71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975"/>
              <a:ext cx="11" cy="6"/>
            </a:xfrm>
            <a:custGeom>
              <a:avLst/>
              <a:gdLst>
                <a:gd name="T0" fmla="*/ 0 w 8"/>
                <a:gd name="T1" fmla="*/ 0 h 5"/>
                <a:gd name="T2" fmla="*/ 6 w 8"/>
                <a:gd name="T3" fmla="*/ 2 h 5"/>
                <a:gd name="T4" fmla="*/ 0 w 8"/>
                <a:gd name="T5" fmla="*/ 7 h 5"/>
                <a:gd name="T6" fmla="*/ 21 w 8"/>
                <a:gd name="T7" fmla="*/ 6 h 5"/>
                <a:gd name="T8" fmla="*/ 14 w 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1" y="1"/>
                    <a:pt x="2" y="1"/>
                    <a:pt x="2" y="2"/>
                  </a:cubicBezTo>
                  <a:cubicBezTo>
                    <a:pt x="3" y="3"/>
                    <a:pt x="1" y="3"/>
                    <a:pt x="0" y="4"/>
                  </a:cubicBezTo>
                  <a:cubicBezTo>
                    <a:pt x="3" y="3"/>
                    <a:pt x="6" y="5"/>
                    <a:pt x="8" y="3"/>
                  </a:cubicBezTo>
                  <a:cubicBezTo>
                    <a:pt x="7" y="2"/>
                    <a:pt x="6" y="1"/>
                    <a:pt x="5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3" name="Freeform 443">
              <a:extLst>
                <a:ext uri="{FF2B5EF4-FFF2-40B4-BE49-F238E27FC236}">
                  <a16:creationId xmlns:a16="http://schemas.microsoft.com/office/drawing/2014/main" id="{03AF2935-4573-424D-BC22-86006CD92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979"/>
              <a:ext cx="10" cy="4"/>
            </a:xfrm>
            <a:custGeom>
              <a:avLst/>
              <a:gdLst>
                <a:gd name="T0" fmla="*/ 0 w 7"/>
                <a:gd name="T1" fmla="*/ 1 h 3"/>
                <a:gd name="T2" fmla="*/ 1 w 7"/>
                <a:gd name="T3" fmla="*/ 5 h 3"/>
                <a:gd name="T4" fmla="*/ 20 w 7"/>
                <a:gd name="T5" fmla="*/ 1 h 3"/>
                <a:gd name="T6" fmla="*/ 9 w 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1" y="1"/>
                    <a:pt x="2" y="1"/>
                    <a:pt x="1" y="2"/>
                  </a:cubicBezTo>
                  <a:cubicBezTo>
                    <a:pt x="3" y="1"/>
                    <a:pt x="7" y="3"/>
                    <a:pt x="7" y="1"/>
                  </a:cubicBezTo>
                  <a:cubicBezTo>
                    <a:pt x="6" y="1"/>
                    <a:pt x="4" y="1"/>
                    <a:pt x="3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4" name="Freeform 444">
              <a:extLst>
                <a:ext uri="{FF2B5EF4-FFF2-40B4-BE49-F238E27FC236}">
                  <a16:creationId xmlns:a16="http://schemas.microsoft.com/office/drawing/2014/main" id="{E6C5B085-DC9F-4CD9-A3D8-DABF75DB1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999"/>
              <a:ext cx="7" cy="10"/>
            </a:xfrm>
            <a:custGeom>
              <a:avLst/>
              <a:gdLst>
                <a:gd name="T0" fmla="*/ 0 w 5"/>
                <a:gd name="T1" fmla="*/ 6 h 8"/>
                <a:gd name="T2" fmla="*/ 6 w 5"/>
                <a:gd name="T3" fmla="*/ 16 h 8"/>
                <a:gd name="T4" fmla="*/ 8 w 5"/>
                <a:gd name="T5" fmla="*/ 13 h 8"/>
                <a:gd name="T6" fmla="*/ 11 w 5"/>
                <a:gd name="T7" fmla="*/ 8 h 8"/>
                <a:gd name="T8" fmla="*/ 14 w 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0" y="3"/>
                  </a:moveTo>
                  <a:cubicBezTo>
                    <a:pt x="2" y="3"/>
                    <a:pt x="2" y="6"/>
                    <a:pt x="2" y="8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3" y="5"/>
                    <a:pt x="3" y="5"/>
                    <a:pt x="4" y="4"/>
                  </a:cubicBezTo>
                  <a:cubicBezTo>
                    <a:pt x="4" y="3"/>
                    <a:pt x="5" y="1"/>
                    <a:pt x="5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5" name="Freeform 445">
              <a:extLst>
                <a:ext uri="{FF2B5EF4-FFF2-40B4-BE49-F238E27FC236}">
                  <a16:creationId xmlns:a16="http://schemas.microsoft.com/office/drawing/2014/main" id="{53E11021-0006-484C-BDF3-683A9018A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996"/>
              <a:ext cx="4" cy="9"/>
            </a:xfrm>
            <a:custGeom>
              <a:avLst/>
              <a:gdLst>
                <a:gd name="T0" fmla="*/ 0 w 3"/>
                <a:gd name="T1" fmla="*/ 5 h 7"/>
                <a:gd name="T2" fmla="*/ 1 w 3"/>
                <a:gd name="T3" fmla="*/ 15 h 7"/>
                <a:gd name="T4" fmla="*/ 5 w 3"/>
                <a:gd name="T5" fmla="*/ 8 h 7"/>
                <a:gd name="T6" fmla="*/ 7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2"/>
                  </a:moveTo>
                  <a:cubicBezTo>
                    <a:pt x="2" y="2"/>
                    <a:pt x="1" y="6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6" name="Freeform 446">
              <a:extLst>
                <a:ext uri="{FF2B5EF4-FFF2-40B4-BE49-F238E27FC236}">
                  <a16:creationId xmlns:a16="http://schemas.microsoft.com/office/drawing/2014/main" id="{BF60F63D-ED6A-44F6-A145-F93157E73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993"/>
              <a:ext cx="4" cy="7"/>
            </a:xfrm>
            <a:custGeom>
              <a:avLst/>
              <a:gdLst>
                <a:gd name="T0" fmla="*/ 0 w 3"/>
                <a:gd name="T1" fmla="*/ 6 h 5"/>
                <a:gd name="T2" fmla="*/ 1 w 3"/>
                <a:gd name="T3" fmla="*/ 14 h 5"/>
                <a:gd name="T4" fmla="*/ 5 w 3"/>
                <a:gd name="T5" fmla="*/ 8 h 5"/>
                <a:gd name="T6" fmla="*/ 7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1" y="2"/>
                    <a:pt x="1" y="4"/>
                    <a:pt x="1" y="5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7" name="Freeform 447">
              <a:extLst>
                <a:ext uri="{FF2B5EF4-FFF2-40B4-BE49-F238E27FC236}">
                  <a16:creationId xmlns:a16="http://schemas.microsoft.com/office/drawing/2014/main" id="{09656ADB-44D0-4E2C-8C65-57F679E95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989"/>
              <a:ext cx="5" cy="8"/>
            </a:xfrm>
            <a:custGeom>
              <a:avLst/>
              <a:gdLst>
                <a:gd name="T0" fmla="*/ 0 w 4"/>
                <a:gd name="T1" fmla="*/ 7 h 6"/>
                <a:gd name="T2" fmla="*/ 5 w 4"/>
                <a:gd name="T3" fmla="*/ 15 h 6"/>
                <a:gd name="T4" fmla="*/ 8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2" y="2"/>
                    <a:pt x="2" y="5"/>
                    <a:pt x="2" y="6"/>
                  </a:cubicBezTo>
                  <a:cubicBezTo>
                    <a:pt x="3" y="5"/>
                    <a:pt x="4" y="2"/>
                    <a:pt x="4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8" name="Freeform 448">
              <a:extLst>
                <a:ext uri="{FF2B5EF4-FFF2-40B4-BE49-F238E27FC236}">
                  <a16:creationId xmlns:a16="http://schemas.microsoft.com/office/drawing/2014/main" id="{27E91A2E-DED1-49BB-8F85-05C571F74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985"/>
              <a:ext cx="3" cy="10"/>
            </a:xfrm>
            <a:custGeom>
              <a:avLst/>
              <a:gdLst>
                <a:gd name="T0" fmla="*/ 0 w 2"/>
                <a:gd name="T1" fmla="*/ 9 h 7"/>
                <a:gd name="T2" fmla="*/ 5 w 2"/>
                <a:gd name="T3" fmla="*/ 13 h 7"/>
                <a:gd name="T4" fmla="*/ 5 w 2"/>
                <a:gd name="T5" fmla="*/ 20 h 7"/>
                <a:gd name="T6" fmla="*/ 8 w 2"/>
                <a:gd name="T7" fmla="*/ 9 h 7"/>
                <a:gd name="T8" fmla="*/ 8 w 2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7">
                  <a:moveTo>
                    <a:pt x="0" y="3"/>
                  </a:moveTo>
                  <a:cubicBezTo>
                    <a:pt x="0" y="4"/>
                    <a:pt x="0" y="4"/>
                    <a:pt x="1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6"/>
                    <a:pt x="2" y="4"/>
                    <a:pt x="2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9" name="Freeform 449">
              <a:extLst>
                <a:ext uri="{FF2B5EF4-FFF2-40B4-BE49-F238E27FC236}">
                  <a16:creationId xmlns:a16="http://schemas.microsoft.com/office/drawing/2014/main" id="{BAE45996-999B-4BA2-989F-6ACE60819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981"/>
              <a:ext cx="4" cy="10"/>
            </a:xfrm>
            <a:custGeom>
              <a:avLst/>
              <a:gdLst>
                <a:gd name="T0" fmla="*/ 0 w 3"/>
                <a:gd name="T1" fmla="*/ 6 h 7"/>
                <a:gd name="T2" fmla="*/ 5 w 3"/>
                <a:gd name="T3" fmla="*/ 13 h 7"/>
                <a:gd name="T4" fmla="*/ 5 w 3"/>
                <a:gd name="T5" fmla="*/ 20 h 7"/>
                <a:gd name="T6" fmla="*/ 7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2"/>
                  </a:moveTo>
                  <a:cubicBezTo>
                    <a:pt x="1" y="2"/>
                    <a:pt x="1" y="2"/>
                    <a:pt x="2" y="4"/>
                  </a:cubicBezTo>
                  <a:cubicBezTo>
                    <a:pt x="2" y="5"/>
                    <a:pt x="2" y="6"/>
                    <a:pt x="2" y="7"/>
                  </a:cubicBezTo>
                  <a:cubicBezTo>
                    <a:pt x="2" y="4"/>
                    <a:pt x="3" y="2"/>
                    <a:pt x="3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0" name="Freeform 450">
              <a:extLst>
                <a:ext uri="{FF2B5EF4-FFF2-40B4-BE49-F238E27FC236}">
                  <a16:creationId xmlns:a16="http://schemas.microsoft.com/office/drawing/2014/main" id="{2F38503A-F082-43F0-85CC-C7FC97B00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981"/>
              <a:ext cx="3" cy="7"/>
            </a:xfrm>
            <a:custGeom>
              <a:avLst/>
              <a:gdLst>
                <a:gd name="T0" fmla="*/ 0 w 2"/>
                <a:gd name="T1" fmla="*/ 0 h 5"/>
                <a:gd name="T2" fmla="*/ 8 w 2"/>
                <a:gd name="T3" fmla="*/ 14 h 5"/>
                <a:gd name="T4" fmla="*/ 8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2" y="0"/>
                    <a:pt x="1" y="3"/>
                    <a:pt x="2" y="5"/>
                  </a:cubicBezTo>
                  <a:cubicBezTo>
                    <a:pt x="2" y="3"/>
                    <a:pt x="2" y="1"/>
                    <a:pt x="2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1" name="Freeform 451">
              <a:extLst>
                <a:ext uri="{FF2B5EF4-FFF2-40B4-BE49-F238E27FC236}">
                  <a16:creationId xmlns:a16="http://schemas.microsoft.com/office/drawing/2014/main" id="{1802A610-CC0B-4134-8984-AECFD3A9D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980"/>
              <a:ext cx="3" cy="8"/>
            </a:xfrm>
            <a:custGeom>
              <a:avLst/>
              <a:gdLst>
                <a:gd name="T0" fmla="*/ 0 w 2"/>
                <a:gd name="T1" fmla="*/ 1 h 6"/>
                <a:gd name="T2" fmla="*/ 8 w 2"/>
                <a:gd name="T3" fmla="*/ 15 h 6"/>
                <a:gd name="T4" fmla="*/ 8 w 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0" y="1"/>
                  </a:moveTo>
                  <a:cubicBezTo>
                    <a:pt x="2" y="1"/>
                    <a:pt x="2" y="4"/>
                    <a:pt x="2" y="6"/>
                  </a:cubicBezTo>
                  <a:cubicBezTo>
                    <a:pt x="2" y="4"/>
                    <a:pt x="2" y="2"/>
                    <a:pt x="2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2" name="Freeform 452">
              <a:extLst>
                <a:ext uri="{FF2B5EF4-FFF2-40B4-BE49-F238E27FC236}">
                  <a16:creationId xmlns:a16="http://schemas.microsoft.com/office/drawing/2014/main" id="{FE1CA1FD-A0AD-47EB-A109-22D323D1F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979"/>
              <a:ext cx="4" cy="8"/>
            </a:xfrm>
            <a:custGeom>
              <a:avLst/>
              <a:gdLst>
                <a:gd name="T0" fmla="*/ 0 w 3"/>
                <a:gd name="T1" fmla="*/ 1 h 6"/>
                <a:gd name="T2" fmla="*/ 7 w 3"/>
                <a:gd name="T3" fmla="*/ 15 h 6"/>
                <a:gd name="T4" fmla="*/ 5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1"/>
                  </a:moveTo>
                  <a:cubicBezTo>
                    <a:pt x="2" y="2"/>
                    <a:pt x="3" y="4"/>
                    <a:pt x="3" y="6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3" name="Freeform 453">
              <a:extLst>
                <a:ext uri="{FF2B5EF4-FFF2-40B4-BE49-F238E27FC236}">
                  <a16:creationId xmlns:a16="http://schemas.microsoft.com/office/drawing/2014/main" id="{9D686620-9634-46D8-BFF1-238901C7B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979"/>
              <a:ext cx="2" cy="5"/>
            </a:xfrm>
            <a:custGeom>
              <a:avLst/>
              <a:gdLst>
                <a:gd name="T0" fmla="*/ 0 w 2"/>
                <a:gd name="T1" fmla="*/ 1 h 4"/>
                <a:gd name="T2" fmla="*/ 2 w 2"/>
                <a:gd name="T3" fmla="*/ 8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1" y="2"/>
                    <a:pt x="2" y="3"/>
                    <a:pt x="2" y="4"/>
                  </a:cubicBez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4" name="Freeform 454">
              <a:extLst>
                <a:ext uri="{FF2B5EF4-FFF2-40B4-BE49-F238E27FC236}">
                  <a16:creationId xmlns:a16="http://schemas.microsoft.com/office/drawing/2014/main" id="{F111BC79-7B2E-4BB4-8E73-A9AF84CD2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979"/>
              <a:ext cx="4" cy="4"/>
            </a:xfrm>
            <a:custGeom>
              <a:avLst/>
              <a:gdLst>
                <a:gd name="T0" fmla="*/ 0 w 3"/>
                <a:gd name="T1" fmla="*/ 1 h 3"/>
                <a:gd name="T2" fmla="*/ 7 w 3"/>
                <a:gd name="T3" fmla="*/ 7 h 3"/>
                <a:gd name="T4" fmla="*/ 5 w 3"/>
                <a:gd name="T5" fmla="*/ 1 h 3"/>
                <a:gd name="T6" fmla="*/ 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5" name="Freeform 455">
              <a:extLst>
                <a:ext uri="{FF2B5EF4-FFF2-40B4-BE49-F238E27FC236}">
                  <a16:creationId xmlns:a16="http://schemas.microsoft.com/office/drawing/2014/main" id="{ED11DF9E-3749-4ACA-99FE-9AC694BAA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977"/>
              <a:ext cx="6" cy="6"/>
            </a:xfrm>
            <a:custGeom>
              <a:avLst/>
              <a:gdLst>
                <a:gd name="T0" fmla="*/ 0 w 4"/>
                <a:gd name="T1" fmla="*/ 5 h 4"/>
                <a:gd name="T2" fmla="*/ 14 w 4"/>
                <a:gd name="T3" fmla="*/ 14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2" y="1"/>
                    <a:pt x="4" y="3"/>
                    <a:pt x="4" y="4"/>
                  </a:cubicBezTo>
                  <a:cubicBezTo>
                    <a:pt x="3" y="3"/>
                    <a:pt x="2" y="1"/>
                    <a:pt x="2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6" name="Freeform 456">
              <a:extLst>
                <a:ext uri="{FF2B5EF4-FFF2-40B4-BE49-F238E27FC236}">
                  <a16:creationId xmlns:a16="http://schemas.microsoft.com/office/drawing/2014/main" id="{69F04F5F-C621-405A-BD6F-6852846C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976"/>
              <a:ext cx="4" cy="7"/>
            </a:xfrm>
            <a:custGeom>
              <a:avLst/>
              <a:gdLst>
                <a:gd name="T0" fmla="*/ 0 w 3"/>
                <a:gd name="T1" fmla="*/ 1 h 5"/>
                <a:gd name="T2" fmla="*/ 7 w 3"/>
                <a:gd name="T3" fmla="*/ 14 h 5"/>
                <a:gd name="T4" fmla="*/ 1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2" y="2"/>
                    <a:pt x="2" y="3"/>
                    <a:pt x="3" y="5"/>
                  </a:cubicBezTo>
                  <a:cubicBezTo>
                    <a:pt x="3" y="3"/>
                    <a:pt x="2" y="1"/>
                    <a:pt x="1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7" name="Freeform 457">
              <a:extLst>
                <a:ext uri="{FF2B5EF4-FFF2-40B4-BE49-F238E27FC236}">
                  <a16:creationId xmlns:a16="http://schemas.microsoft.com/office/drawing/2014/main" id="{94596E46-49AA-4627-892D-670D2F6B8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1007"/>
              <a:ext cx="11" cy="11"/>
            </a:xfrm>
            <a:custGeom>
              <a:avLst/>
              <a:gdLst>
                <a:gd name="T0" fmla="*/ 0 w 8"/>
                <a:gd name="T1" fmla="*/ 15 h 9"/>
                <a:gd name="T2" fmla="*/ 14 w 8"/>
                <a:gd name="T3" fmla="*/ 9 h 9"/>
                <a:gd name="T4" fmla="*/ 21 w 8"/>
                <a:gd name="T5" fmla="*/ 0 h 9"/>
                <a:gd name="T6" fmla="*/ 15 w 8"/>
                <a:gd name="T7" fmla="*/ 11 h 9"/>
                <a:gd name="T8" fmla="*/ 8 w 8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1" y="9"/>
                    <a:pt x="5" y="6"/>
                    <a:pt x="5" y="5"/>
                  </a:cubicBezTo>
                  <a:cubicBezTo>
                    <a:pt x="7" y="4"/>
                    <a:pt x="8" y="2"/>
                    <a:pt x="8" y="0"/>
                  </a:cubicBezTo>
                  <a:cubicBezTo>
                    <a:pt x="8" y="2"/>
                    <a:pt x="7" y="4"/>
                    <a:pt x="6" y="6"/>
                  </a:cubicBezTo>
                  <a:cubicBezTo>
                    <a:pt x="5" y="7"/>
                    <a:pt x="4" y="9"/>
                    <a:pt x="3" y="9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8" name="Freeform 458">
              <a:extLst>
                <a:ext uri="{FF2B5EF4-FFF2-40B4-BE49-F238E27FC236}">
                  <a16:creationId xmlns:a16="http://schemas.microsoft.com/office/drawing/2014/main" id="{3050575B-8312-4FB1-8089-A1CF42826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997"/>
              <a:ext cx="5" cy="17"/>
            </a:xfrm>
            <a:custGeom>
              <a:avLst/>
              <a:gdLst>
                <a:gd name="T0" fmla="*/ 0 w 4"/>
                <a:gd name="T1" fmla="*/ 29 h 13"/>
                <a:gd name="T2" fmla="*/ 6 w 4"/>
                <a:gd name="T3" fmla="*/ 13 h 13"/>
                <a:gd name="T4" fmla="*/ 6 w 4"/>
                <a:gd name="T5" fmla="*/ 0 h 13"/>
                <a:gd name="T6" fmla="*/ 6 w 4"/>
                <a:gd name="T7" fmla="*/ 12 h 13"/>
                <a:gd name="T8" fmla="*/ 6 w 4"/>
                <a:gd name="T9" fmla="*/ 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13"/>
                  </a:moveTo>
                  <a:cubicBezTo>
                    <a:pt x="1" y="11"/>
                    <a:pt x="2" y="8"/>
                    <a:pt x="3" y="6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4" y="1"/>
                    <a:pt x="3" y="3"/>
                    <a:pt x="3" y="5"/>
                  </a:cubicBezTo>
                  <a:cubicBezTo>
                    <a:pt x="3" y="7"/>
                    <a:pt x="3" y="8"/>
                    <a:pt x="3" y="1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9" name="Freeform 459">
              <a:extLst>
                <a:ext uri="{FF2B5EF4-FFF2-40B4-BE49-F238E27FC236}">
                  <a16:creationId xmlns:a16="http://schemas.microsoft.com/office/drawing/2014/main" id="{CE0F87B4-4891-48F4-8D12-A70941012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992"/>
              <a:ext cx="3" cy="15"/>
            </a:xfrm>
            <a:custGeom>
              <a:avLst/>
              <a:gdLst>
                <a:gd name="T0" fmla="*/ 0 w 2"/>
                <a:gd name="T1" fmla="*/ 27 h 11"/>
                <a:gd name="T2" fmla="*/ 5 w 2"/>
                <a:gd name="T3" fmla="*/ 20 h 11"/>
                <a:gd name="T4" fmla="*/ 5 w 2"/>
                <a:gd name="T5" fmla="*/ 15 h 11"/>
                <a:gd name="T6" fmla="*/ 8 w 2"/>
                <a:gd name="T7" fmla="*/ 0 h 11"/>
                <a:gd name="T8" fmla="*/ 8 w 2"/>
                <a:gd name="T9" fmla="*/ 14 h 11"/>
                <a:gd name="T10" fmla="*/ 8 w 2"/>
                <a:gd name="T11" fmla="*/ 2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1">
                  <a:moveTo>
                    <a:pt x="0" y="11"/>
                  </a:moveTo>
                  <a:cubicBezTo>
                    <a:pt x="0" y="10"/>
                    <a:pt x="1" y="9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ubicBezTo>
                    <a:pt x="2" y="4"/>
                    <a:pt x="2" y="2"/>
                    <a:pt x="2" y="0"/>
                  </a:cubicBezTo>
                  <a:cubicBezTo>
                    <a:pt x="2" y="2"/>
                    <a:pt x="2" y="4"/>
                    <a:pt x="2" y="5"/>
                  </a:cubicBezTo>
                  <a:cubicBezTo>
                    <a:pt x="2" y="7"/>
                    <a:pt x="2" y="9"/>
                    <a:pt x="2" y="1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0" name="Freeform 460">
              <a:extLst>
                <a:ext uri="{FF2B5EF4-FFF2-40B4-BE49-F238E27FC236}">
                  <a16:creationId xmlns:a16="http://schemas.microsoft.com/office/drawing/2014/main" id="{E3F34194-3EBC-4468-A86C-FA93E1C62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004"/>
              <a:ext cx="12" cy="14"/>
            </a:xfrm>
            <a:custGeom>
              <a:avLst/>
              <a:gdLst>
                <a:gd name="T0" fmla="*/ 0 w 9"/>
                <a:gd name="T1" fmla="*/ 23 h 11"/>
                <a:gd name="T2" fmla="*/ 12 w 9"/>
                <a:gd name="T3" fmla="*/ 13 h 11"/>
                <a:gd name="T4" fmla="*/ 16 w 9"/>
                <a:gd name="T5" fmla="*/ 6 h 11"/>
                <a:gd name="T6" fmla="*/ 21 w 9"/>
                <a:gd name="T7" fmla="*/ 0 h 11"/>
                <a:gd name="T8" fmla="*/ 16 w 9"/>
                <a:gd name="T9" fmla="*/ 13 h 11"/>
                <a:gd name="T10" fmla="*/ 7 w 9"/>
                <a:gd name="T11" fmla="*/ 23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3" y="10"/>
                    <a:pt x="4" y="8"/>
                    <a:pt x="5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7" y="2"/>
                    <a:pt x="8" y="1"/>
                    <a:pt x="9" y="0"/>
                  </a:cubicBezTo>
                  <a:cubicBezTo>
                    <a:pt x="8" y="2"/>
                    <a:pt x="7" y="4"/>
                    <a:pt x="7" y="6"/>
                  </a:cubicBezTo>
                  <a:cubicBezTo>
                    <a:pt x="6" y="7"/>
                    <a:pt x="5" y="10"/>
                    <a:pt x="3" y="11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1" name="Freeform 461">
              <a:extLst>
                <a:ext uri="{FF2B5EF4-FFF2-40B4-BE49-F238E27FC236}">
                  <a16:creationId xmlns:a16="http://schemas.microsoft.com/office/drawing/2014/main" id="{0EED77B0-5D41-438B-A242-7EEB83948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011"/>
              <a:ext cx="8" cy="9"/>
            </a:xfrm>
            <a:custGeom>
              <a:avLst/>
              <a:gdLst>
                <a:gd name="T0" fmla="*/ 0 w 6"/>
                <a:gd name="T1" fmla="*/ 10 h 7"/>
                <a:gd name="T2" fmla="*/ 15 w 6"/>
                <a:gd name="T3" fmla="*/ 0 h 7"/>
                <a:gd name="T4" fmla="*/ 7 w 6"/>
                <a:gd name="T5" fmla="*/ 8 h 7"/>
                <a:gd name="T6" fmla="*/ 0 w 6"/>
                <a:gd name="T7" fmla="*/ 1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2" y="5"/>
                    <a:pt x="5" y="2"/>
                    <a:pt x="6" y="0"/>
                  </a:cubicBezTo>
                  <a:cubicBezTo>
                    <a:pt x="6" y="1"/>
                    <a:pt x="4" y="3"/>
                    <a:pt x="3" y="4"/>
                  </a:cubicBezTo>
                  <a:cubicBezTo>
                    <a:pt x="3" y="5"/>
                    <a:pt x="2" y="6"/>
                    <a:pt x="0" y="7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2" name="Freeform 462">
              <a:extLst>
                <a:ext uri="{FF2B5EF4-FFF2-40B4-BE49-F238E27FC236}">
                  <a16:creationId xmlns:a16="http://schemas.microsoft.com/office/drawing/2014/main" id="{45E5A9F6-6047-427D-81F6-CA3DAD4F4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1009"/>
              <a:ext cx="14" cy="9"/>
            </a:xfrm>
            <a:custGeom>
              <a:avLst/>
              <a:gdLst>
                <a:gd name="T0" fmla="*/ 0 w 10"/>
                <a:gd name="T1" fmla="*/ 13 h 7"/>
                <a:gd name="T2" fmla="*/ 8 w 10"/>
                <a:gd name="T3" fmla="*/ 10 h 7"/>
                <a:gd name="T4" fmla="*/ 15 w 10"/>
                <a:gd name="T5" fmla="*/ 6 h 7"/>
                <a:gd name="T6" fmla="*/ 28 w 10"/>
                <a:gd name="T7" fmla="*/ 0 h 7"/>
                <a:gd name="T8" fmla="*/ 20 w 10"/>
                <a:gd name="T9" fmla="*/ 6 h 7"/>
                <a:gd name="T10" fmla="*/ 6 w 10"/>
                <a:gd name="T11" fmla="*/ 15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7">
                  <a:moveTo>
                    <a:pt x="0" y="6"/>
                  </a:moveTo>
                  <a:cubicBezTo>
                    <a:pt x="1" y="6"/>
                    <a:pt x="2" y="5"/>
                    <a:pt x="3" y="5"/>
                  </a:cubicBezTo>
                  <a:cubicBezTo>
                    <a:pt x="4" y="5"/>
                    <a:pt x="5" y="4"/>
                    <a:pt x="6" y="3"/>
                  </a:cubicBezTo>
                  <a:cubicBezTo>
                    <a:pt x="7" y="2"/>
                    <a:pt x="9" y="1"/>
                    <a:pt x="10" y="0"/>
                  </a:cubicBezTo>
                  <a:cubicBezTo>
                    <a:pt x="9" y="1"/>
                    <a:pt x="8" y="3"/>
                    <a:pt x="7" y="3"/>
                  </a:cubicBezTo>
                  <a:cubicBezTo>
                    <a:pt x="5" y="5"/>
                    <a:pt x="3" y="6"/>
                    <a:pt x="2" y="7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3" name="Freeform 463">
              <a:extLst>
                <a:ext uri="{FF2B5EF4-FFF2-40B4-BE49-F238E27FC236}">
                  <a16:creationId xmlns:a16="http://schemas.microsoft.com/office/drawing/2014/main" id="{1DFA4280-AB41-428C-891D-7F792AD10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011"/>
              <a:ext cx="11" cy="6"/>
            </a:xfrm>
            <a:custGeom>
              <a:avLst/>
              <a:gdLst>
                <a:gd name="T0" fmla="*/ 0 w 8"/>
                <a:gd name="T1" fmla="*/ 6 h 5"/>
                <a:gd name="T2" fmla="*/ 14 w 8"/>
                <a:gd name="T3" fmla="*/ 2 h 5"/>
                <a:gd name="T4" fmla="*/ 21 w 8"/>
                <a:gd name="T5" fmla="*/ 0 h 5"/>
                <a:gd name="T6" fmla="*/ 14 w 8"/>
                <a:gd name="T7" fmla="*/ 6 h 5"/>
                <a:gd name="T8" fmla="*/ 1 w 8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1" y="4"/>
                    <a:pt x="4" y="3"/>
                    <a:pt x="5" y="2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3" y="4"/>
                    <a:pt x="2" y="5"/>
                    <a:pt x="1" y="5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4" name="Freeform 464">
              <a:extLst>
                <a:ext uri="{FF2B5EF4-FFF2-40B4-BE49-F238E27FC236}">
                  <a16:creationId xmlns:a16="http://schemas.microsoft.com/office/drawing/2014/main" id="{7F89D1F5-1917-434B-81FE-D5D727BD6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007"/>
              <a:ext cx="13" cy="9"/>
            </a:xfrm>
            <a:custGeom>
              <a:avLst/>
              <a:gdLst>
                <a:gd name="T0" fmla="*/ 5 w 10"/>
                <a:gd name="T1" fmla="*/ 5 h 7"/>
                <a:gd name="T2" fmla="*/ 5 w 10"/>
                <a:gd name="T3" fmla="*/ 8 h 7"/>
                <a:gd name="T4" fmla="*/ 12 w 10"/>
                <a:gd name="T5" fmla="*/ 8 h 7"/>
                <a:gd name="T6" fmla="*/ 22 w 10"/>
                <a:gd name="T7" fmla="*/ 0 h 7"/>
                <a:gd name="T8" fmla="*/ 13 w 10"/>
                <a:gd name="T9" fmla="*/ 13 h 7"/>
                <a:gd name="T10" fmla="*/ 5 w 10"/>
                <a:gd name="T11" fmla="*/ 13 h 7"/>
                <a:gd name="T12" fmla="*/ 0 w 10"/>
                <a:gd name="T13" fmla="*/ 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7">
                  <a:moveTo>
                    <a:pt x="2" y="2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7" y="4"/>
                    <a:pt x="9" y="2"/>
                    <a:pt x="10" y="0"/>
                  </a:cubicBezTo>
                  <a:cubicBezTo>
                    <a:pt x="10" y="2"/>
                    <a:pt x="8" y="5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5" name="Freeform 465">
              <a:extLst>
                <a:ext uri="{FF2B5EF4-FFF2-40B4-BE49-F238E27FC236}">
                  <a16:creationId xmlns:a16="http://schemas.microsoft.com/office/drawing/2014/main" id="{F8810305-2254-45CF-9C29-1B686F78E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996"/>
              <a:ext cx="24" cy="13"/>
            </a:xfrm>
            <a:custGeom>
              <a:avLst/>
              <a:gdLst>
                <a:gd name="T0" fmla="*/ 1 w 18"/>
                <a:gd name="T1" fmla="*/ 7 h 10"/>
                <a:gd name="T2" fmla="*/ 9 w 18"/>
                <a:gd name="T3" fmla="*/ 16 h 10"/>
                <a:gd name="T4" fmla="*/ 20 w 18"/>
                <a:gd name="T5" fmla="*/ 22 h 10"/>
                <a:gd name="T6" fmla="*/ 31 w 18"/>
                <a:gd name="T7" fmla="*/ 17 h 10"/>
                <a:gd name="T8" fmla="*/ 43 w 18"/>
                <a:gd name="T9" fmla="*/ 9 h 10"/>
                <a:gd name="T10" fmla="*/ 33 w 18"/>
                <a:gd name="T11" fmla="*/ 13 h 10"/>
                <a:gd name="T12" fmla="*/ 31 w 18"/>
                <a:gd name="T13" fmla="*/ 13 h 10"/>
                <a:gd name="T14" fmla="*/ 28 w 18"/>
                <a:gd name="T15" fmla="*/ 12 h 10"/>
                <a:gd name="T16" fmla="*/ 27 w 18"/>
                <a:gd name="T17" fmla="*/ 17 h 10"/>
                <a:gd name="T18" fmla="*/ 21 w 18"/>
                <a:gd name="T19" fmla="*/ 22 h 10"/>
                <a:gd name="T20" fmla="*/ 16 w 18"/>
                <a:gd name="T21" fmla="*/ 16 h 10"/>
                <a:gd name="T22" fmla="*/ 20 w 18"/>
                <a:gd name="T23" fmla="*/ 7 h 10"/>
                <a:gd name="T24" fmla="*/ 15 w 18"/>
                <a:gd name="T25" fmla="*/ 12 h 10"/>
                <a:gd name="T26" fmla="*/ 15 w 18"/>
                <a:gd name="T27" fmla="*/ 16 h 10"/>
                <a:gd name="T28" fmla="*/ 16 w 18"/>
                <a:gd name="T29" fmla="*/ 0 h 10"/>
                <a:gd name="T30" fmla="*/ 0 w 18"/>
                <a:gd name="T31" fmla="*/ 5 h 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" h="10">
                  <a:moveTo>
                    <a:pt x="1" y="3"/>
                  </a:moveTo>
                  <a:cubicBezTo>
                    <a:pt x="2" y="4"/>
                    <a:pt x="3" y="5"/>
                    <a:pt x="4" y="7"/>
                  </a:cubicBezTo>
                  <a:cubicBezTo>
                    <a:pt x="5" y="8"/>
                    <a:pt x="7" y="9"/>
                    <a:pt x="8" y="10"/>
                  </a:cubicBezTo>
                  <a:cubicBezTo>
                    <a:pt x="10" y="10"/>
                    <a:pt x="12" y="10"/>
                    <a:pt x="13" y="8"/>
                  </a:cubicBezTo>
                  <a:cubicBezTo>
                    <a:pt x="14" y="6"/>
                    <a:pt x="16" y="5"/>
                    <a:pt x="18" y="4"/>
                  </a:cubicBezTo>
                  <a:cubicBezTo>
                    <a:pt x="17" y="4"/>
                    <a:pt x="15" y="5"/>
                    <a:pt x="14" y="6"/>
                  </a:cubicBezTo>
                  <a:cubicBezTo>
                    <a:pt x="14" y="6"/>
                    <a:pt x="13" y="7"/>
                    <a:pt x="13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6"/>
                    <a:pt x="11" y="7"/>
                    <a:pt x="11" y="8"/>
                  </a:cubicBezTo>
                  <a:cubicBezTo>
                    <a:pt x="10" y="8"/>
                    <a:pt x="10" y="9"/>
                    <a:pt x="9" y="10"/>
                  </a:cubicBezTo>
                  <a:cubicBezTo>
                    <a:pt x="8" y="10"/>
                    <a:pt x="8" y="8"/>
                    <a:pt x="7" y="7"/>
                  </a:cubicBezTo>
                  <a:cubicBezTo>
                    <a:pt x="7" y="6"/>
                    <a:pt x="7" y="5"/>
                    <a:pt x="8" y="3"/>
                  </a:cubicBezTo>
                  <a:cubicBezTo>
                    <a:pt x="7" y="4"/>
                    <a:pt x="7" y="4"/>
                    <a:pt x="6" y="5"/>
                  </a:cubicBezTo>
                  <a:cubicBezTo>
                    <a:pt x="6" y="6"/>
                    <a:pt x="6" y="6"/>
                    <a:pt x="6" y="7"/>
                  </a:cubicBezTo>
                  <a:cubicBezTo>
                    <a:pt x="4" y="5"/>
                    <a:pt x="2" y="1"/>
                    <a:pt x="7" y="0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6" name="Freeform 466">
              <a:extLst>
                <a:ext uri="{FF2B5EF4-FFF2-40B4-BE49-F238E27FC236}">
                  <a16:creationId xmlns:a16="http://schemas.microsoft.com/office/drawing/2014/main" id="{9C1A0CCE-3D8B-4A7D-9172-1161CD7C1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992"/>
              <a:ext cx="14" cy="8"/>
            </a:xfrm>
            <a:custGeom>
              <a:avLst/>
              <a:gdLst>
                <a:gd name="T0" fmla="*/ 0 w 10"/>
                <a:gd name="T1" fmla="*/ 1 h 6"/>
                <a:gd name="T2" fmla="*/ 11 w 10"/>
                <a:gd name="T3" fmla="*/ 9 h 6"/>
                <a:gd name="T4" fmla="*/ 15 w 10"/>
                <a:gd name="T5" fmla="*/ 15 h 6"/>
                <a:gd name="T6" fmla="*/ 15 w 10"/>
                <a:gd name="T7" fmla="*/ 12 h 6"/>
                <a:gd name="T8" fmla="*/ 20 w 10"/>
                <a:gd name="T9" fmla="*/ 9 h 6"/>
                <a:gd name="T10" fmla="*/ 28 w 10"/>
                <a:gd name="T11" fmla="*/ 7 h 6"/>
                <a:gd name="T12" fmla="*/ 15 w 10"/>
                <a:gd name="T13" fmla="*/ 7 h 6"/>
                <a:gd name="T14" fmla="*/ 15 w 10"/>
                <a:gd name="T15" fmla="*/ 0 h 6"/>
                <a:gd name="T16" fmla="*/ 8 w 10"/>
                <a:gd name="T17" fmla="*/ 0 h 6"/>
                <a:gd name="T18" fmla="*/ 0 w 10"/>
                <a:gd name="T19" fmla="*/ 1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6">
                  <a:moveTo>
                    <a:pt x="0" y="1"/>
                  </a:moveTo>
                  <a:cubicBezTo>
                    <a:pt x="2" y="1"/>
                    <a:pt x="3" y="3"/>
                    <a:pt x="4" y="4"/>
                  </a:cubicBezTo>
                  <a:cubicBezTo>
                    <a:pt x="4" y="4"/>
                    <a:pt x="5" y="6"/>
                    <a:pt x="6" y="6"/>
                  </a:cubicBezTo>
                  <a:cubicBezTo>
                    <a:pt x="6" y="6"/>
                    <a:pt x="6" y="5"/>
                    <a:pt x="6" y="5"/>
                  </a:cubicBezTo>
                  <a:cubicBezTo>
                    <a:pt x="6" y="5"/>
                    <a:pt x="7" y="5"/>
                    <a:pt x="7" y="4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8" y="3"/>
                    <a:pt x="7" y="4"/>
                    <a:pt x="6" y="3"/>
                  </a:cubicBezTo>
                  <a:cubicBezTo>
                    <a:pt x="5" y="2"/>
                    <a:pt x="5" y="1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7" name="Freeform 467">
              <a:extLst>
                <a:ext uri="{FF2B5EF4-FFF2-40B4-BE49-F238E27FC236}">
                  <a16:creationId xmlns:a16="http://schemas.microsoft.com/office/drawing/2014/main" id="{DEF4395A-259B-4A13-80D9-1A45A9E49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977"/>
              <a:ext cx="16" cy="16"/>
            </a:xfrm>
            <a:custGeom>
              <a:avLst/>
              <a:gdLst>
                <a:gd name="T0" fmla="*/ 1 w 12"/>
                <a:gd name="T1" fmla="*/ 9 h 12"/>
                <a:gd name="T2" fmla="*/ 12 w 12"/>
                <a:gd name="T3" fmla="*/ 21 h 12"/>
                <a:gd name="T4" fmla="*/ 16 w 12"/>
                <a:gd name="T5" fmla="*/ 23 h 12"/>
                <a:gd name="T6" fmla="*/ 28 w 12"/>
                <a:gd name="T7" fmla="*/ 27 h 12"/>
                <a:gd name="T8" fmla="*/ 15 w 12"/>
                <a:gd name="T9" fmla="*/ 15 h 12"/>
                <a:gd name="T10" fmla="*/ 9 w 12"/>
                <a:gd name="T11" fmla="*/ 15 h 12"/>
                <a:gd name="T12" fmla="*/ 1 w 12"/>
                <a:gd name="T13" fmla="*/ 5 h 12"/>
                <a:gd name="T14" fmla="*/ 1 w 12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12">
                  <a:moveTo>
                    <a:pt x="1" y="4"/>
                  </a:moveTo>
                  <a:cubicBezTo>
                    <a:pt x="2" y="7"/>
                    <a:pt x="3" y="8"/>
                    <a:pt x="5" y="9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8" y="11"/>
                    <a:pt x="11" y="11"/>
                    <a:pt x="12" y="11"/>
                  </a:cubicBezTo>
                  <a:cubicBezTo>
                    <a:pt x="10" y="12"/>
                    <a:pt x="3" y="7"/>
                    <a:pt x="6" y="6"/>
                  </a:cubicBezTo>
                  <a:cubicBezTo>
                    <a:pt x="5" y="6"/>
                    <a:pt x="5" y="6"/>
                    <a:pt x="4" y="6"/>
                  </a:cubicBezTo>
                  <a:cubicBezTo>
                    <a:pt x="2" y="5"/>
                    <a:pt x="0" y="3"/>
                    <a:pt x="1" y="2"/>
                  </a:cubicBezTo>
                  <a:cubicBezTo>
                    <a:pt x="0" y="2"/>
                    <a:pt x="1" y="2"/>
                    <a:pt x="1" y="0"/>
                  </a:cubicBezTo>
                </a:path>
              </a:pathLst>
            </a:custGeom>
            <a:solidFill>
              <a:srgbClr val="A8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8" name="Freeform 468">
              <a:extLst>
                <a:ext uri="{FF2B5EF4-FFF2-40B4-BE49-F238E27FC236}">
                  <a16:creationId xmlns:a16="http://schemas.microsoft.com/office/drawing/2014/main" id="{665793D4-58F5-43C3-A14D-FB785E603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765"/>
              <a:ext cx="322" cy="216"/>
            </a:xfrm>
            <a:custGeom>
              <a:avLst/>
              <a:gdLst>
                <a:gd name="T0" fmla="*/ 410 w 241"/>
                <a:gd name="T1" fmla="*/ 299 h 162"/>
                <a:gd name="T2" fmla="*/ 480 w 241"/>
                <a:gd name="T3" fmla="*/ 325 h 162"/>
                <a:gd name="T4" fmla="*/ 541 w 241"/>
                <a:gd name="T5" fmla="*/ 305 h 162"/>
                <a:gd name="T6" fmla="*/ 561 w 241"/>
                <a:gd name="T7" fmla="*/ 272 h 162"/>
                <a:gd name="T8" fmla="*/ 569 w 241"/>
                <a:gd name="T9" fmla="*/ 241 h 162"/>
                <a:gd name="T10" fmla="*/ 573 w 241"/>
                <a:gd name="T11" fmla="*/ 215 h 162"/>
                <a:gd name="T12" fmla="*/ 575 w 241"/>
                <a:gd name="T13" fmla="*/ 193 h 162"/>
                <a:gd name="T14" fmla="*/ 562 w 241"/>
                <a:gd name="T15" fmla="*/ 151 h 162"/>
                <a:gd name="T16" fmla="*/ 552 w 241"/>
                <a:gd name="T17" fmla="*/ 127 h 162"/>
                <a:gd name="T18" fmla="*/ 532 w 241"/>
                <a:gd name="T19" fmla="*/ 91 h 162"/>
                <a:gd name="T20" fmla="*/ 505 w 241"/>
                <a:gd name="T21" fmla="*/ 69 h 162"/>
                <a:gd name="T22" fmla="*/ 425 w 241"/>
                <a:gd name="T23" fmla="*/ 31 h 162"/>
                <a:gd name="T24" fmla="*/ 361 w 241"/>
                <a:gd name="T25" fmla="*/ 15 h 162"/>
                <a:gd name="T26" fmla="*/ 334 w 241"/>
                <a:gd name="T27" fmla="*/ 5 h 162"/>
                <a:gd name="T28" fmla="*/ 307 w 241"/>
                <a:gd name="T29" fmla="*/ 7 h 162"/>
                <a:gd name="T30" fmla="*/ 265 w 241"/>
                <a:gd name="T31" fmla="*/ 9 h 162"/>
                <a:gd name="T32" fmla="*/ 224 w 241"/>
                <a:gd name="T33" fmla="*/ 20 h 162"/>
                <a:gd name="T34" fmla="*/ 163 w 241"/>
                <a:gd name="T35" fmla="*/ 27 h 162"/>
                <a:gd name="T36" fmla="*/ 102 w 241"/>
                <a:gd name="T37" fmla="*/ 59 h 162"/>
                <a:gd name="T38" fmla="*/ 76 w 241"/>
                <a:gd name="T39" fmla="*/ 101 h 162"/>
                <a:gd name="T40" fmla="*/ 49 w 241"/>
                <a:gd name="T41" fmla="*/ 128 h 162"/>
                <a:gd name="T42" fmla="*/ 36 w 241"/>
                <a:gd name="T43" fmla="*/ 148 h 162"/>
                <a:gd name="T44" fmla="*/ 15 w 241"/>
                <a:gd name="T45" fmla="*/ 215 h 162"/>
                <a:gd name="T46" fmla="*/ 16 w 241"/>
                <a:gd name="T47" fmla="*/ 276 h 162"/>
                <a:gd name="T48" fmla="*/ 69 w 241"/>
                <a:gd name="T49" fmla="*/ 351 h 162"/>
                <a:gd name="T50" fmla="*/ 155 w 241"/>
                <a:gd name="T51" fmla="*/ 361 h 162"/>
                <a:gd name="T52" fmla="*/ 224 w 241"/>
                <a:gd name="T53" fmla="*/ 357 h 162"/>
                <a:gd name="T54" fmla="*/ 303 w 241"/>
                <a:gd name="T55" fmla="*/ 375 h 162"/>
                <a:gd name="T56" fmla="*/ 399 w 241"/>
                <a:gd name="T57" fmla="*/ 357 h 162"/>
                <a:gd name="T58" fmla="*/ 410 w 241"/>
                <a:gd name="T59" fmla="*/ 299 h 16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41" h="162">
                  <a:moveTo>
                    <a:pt x="172" y="126"/>
                  </a:moveTo>
                  <a:cubicBezTo>
                    <a:pt x="180" y="132"/>
                    <a:pt x="193" y="137"/>
                    <a:pt x="201" y="137"/>
                  </a:cubicBezTo>
                  <a:cubicBezTo>
                    <a:pt x="209" y="137"/>
                    <a:pt x="220" y="135"/>
                    <a:pt x="227" y="129"/>
                  </a:cubicBezTo>
                  <a:cubicBezTo>
                    <a:pt x="230" y="125"/>
                    <a:pt x="233" y="119"/>
                    <a:pt x="235" y="115"/>
                  </a:cubicBezTo>
                  <a:cubicBezTo>
                    <a:pt x="238" y="111"/>
                    <a:pt x="239" y="107"/>
                    <a:pt x="239" y="102"/>
                  </a:cubicBezTo>
                  <a:cubicBezTo>
                    <a:pt x="240" y="98"/>
                    <a:pt x="241" y="94"/>
                    <a:pt x="240" y="91"/>
                  </a:cubicBezTo>
                  <a:cubicBezTo>
                    <a:pt x="240" y="88"/>
                    <a:pt x="241" y="85"/>
                    <a:pt x="241" y="82"/>
                  </a:cubicBezTo>
                  <a:cubicBezTo>
                    <a:pt x="240" y="76"/>
                    <a:pt x="239" y="69"/>
                    <a:pt x="236" y="64"/>
                  </a:cubicBezTo>
                  <a:cubicBezTo>
                    <a:pt x="234" y="60"/>
                    <a:pt x="232" y="57"/>
                    <a:pt x="231" y="53"/>
                  </a:cubicBezTo>
                  <a:cubicBezTo>
                    <a:pt x="229" y="47"/>
                    <a:pt x="227" y="43"/>
                    <a:pt x="223" y="38"/>
                  </a:cubicBezTo>
                  <a:cubicBezTo>
                    <a:pt x="220" y="35"/>
                    <a:pt x="214" y="29"/>
                    <a:pt x="212" y="29"/>
                  </a:cubicBezTo>
                  <a:cubicBezTo>
                    <a:pt x="207" y="23"/>
                    <a:pt x="187" y="9"/>
                    <a:pt x="178" y="13"/>
                  </a:cubicBezTo>
                  <a:cubicBezTo>
                    <a:pt x="176" y="6"/>
                    <a:pt x="157" y="3"/>
                    <a:pt x="151" y="6"/>
                  </a:cubicBezTo>
                  <a:cubicBezTo>
                    <a:pt x="151" y="4"/>
                    <a:pt x="147" y="3"/>
                    <a:pt x="140" y="2"/>
                  </a:cubicBezTo>
                  <a:cubicBezTo>
                    <a:pt x="136" y="2"/>
                    <a:pt x="131" y="2"/>
                    <a:pt x="129" y="3"/>
                  </a:cubicBezTo>
                  <a:cubicBezTo>
                    <a:pt x="125" y="3"/>
                    <a:pt x="115" y="0"/>
                    <a:pt x="111" y="4"/>
                  </a:cubicBezTo>
                  <a:cubicBezTo>
                    <a:pt x="106" y="0"/>
                    <a:pt x="96" y="4"/>
                    <a:pt x="94" y="8"/>
                  </a:cubicBezTo>
                  <a:cubicBezTo>
                    <a:pt x="90" y="3"/>
                    <a:pt x="78" y="5"/>
                    <a:pt x="68" y="11"/>
                  </a:cubicBezTo>
                  <a:cubicBezTo>
                    <a:pt x="60" y="15"/>
                    <a:pt x="52" y="19"/>
                    <a:pt x="43" y="25"/>
                  </a:cubicBezTo>
                  <a:cubicBezTo>
                    <a:pt x="35" y="31"/>
                    <a:pt x="27" y="40"/>
                    <a:pt x="32" y="43"/>
                  </a:cubicBezTo>
                  <a:cubicBezTo>
                    <a:pt x="25" y="45"/>
                    <a:pt x="24" y="48"/>
                    <a:pt x="21" y="54"/>
                  </a:cubicBezTo>
                  <a:cubicBezTo>
                    <a:pt x="17" y="61"/>
                    <a:pt x="15" y="62"/>
                    <a:pt x="15" y="62"/>
                  </a:cubicBezTo>
                  <a:cubicBezTo>
                    <a:pt x="11" y="66"/>
                    <a:pt x="4" y="86"/>
                    <a:pt x="6" y="91"/>
                  </a:cubicBezTo>
                  <a:cubicBezTo>
                    <a:pt x="3" y="95"/>
                    <a:pt x="0" y="113"/>
                    <a:pt x="7" y="116"/>
                  </a:cubicBezTo>
                  <a:cubicBezTo>
                    <a:pt x="6" y="123"/>
                    <a:pt x="15" y="145"/>
                    <a:pt x="29" y="148"/>
                  </a:cubicBezTo>
                  <a:cubicBezTo>
                    <a:pt x="45" y="151"/>
                    <a:pt x="55" y="150"/>
                    <a:pt x="65" y="152"/>
                  </a:cubicBezTo>
                  <a:cubicBezTo>
                    <a:pt x="75" y="154"/>
                    <a:pt x="91" y="153"/>
                    <a:pt x="94" y="151"/>
                  </a:cubicBezTo>
                  <a:cubicBezTo>
                    <a:pt x="98" y="155"/>
                    <a:pt x="122" y="160"/>
                    <a:pt x="127" y="158"/>
                  </a:cubicBezTo>
                  <a:cubicBezTo>
                    <a:pt x="135" y="160"/>
                    <a:pt x="160" y="162"/>
                    <a:pt x="168" y="151"/>
                  </a:cubicBezTo>
                  <a:cubicBezTo>
                    <a:pt x="174" y="144"/>
                    <a:pt x="178" y="132"/>
                    <a:pt x="172" y="12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9" name="Freeform 469">
              <a:extLst>
                <a:ext uri="{FF2B5EF4-FFF2-40B4-BE49-F238E27FC236}">
                  <a16:creationId xmlns:a16="http://schemas.microsoft.com/office/drawing/2014/main" id="{CCC9DAB3-5F29-4BB3-86EA-0841F9C93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771"/>
              <a:ext cx="15" cy="108"/>
            </a:xfrm>
            <a:custGeom>
              <a:avLst/>
              <a:gdLst>
                <a:gd name="T0" fmla="*/ 0 w 11"/>
                <a:gd name="T1" fmla="*/ 0 h 81"/>
                <a:gd name="T2" fmla="*/ 14 w 11"/>
                <a:gd name="T3" fmla="*/ 44 h 81"/>
                <a:gd name="T4" fmla="*/ 15 w 11"/>
                <a:gd name="T5" fmla="*/ 87 h 81"/>
                <a:gd name="T6" fmla="*/ 19 w 11"/>
                <a:gd name="T7" fmla="*/ 121 h 81"/>
                <a:gd name="T8" fmla="*/ 27 w 11"/>
                <a:gd name="T9" fmla="*/ 19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1">
                  <a:moveTo>
                    <a:pt x="0" y="0"/>
                  </a:moveTo>
                  <a:cubicBezTo>
                    <a:pt x="1" y="4"/>
                    <a:pt x="5" y="10"/>
                    <a:pt x="5" y="19"/>
                  </a:cubicBezTo>
                  <a:cubicBezTo>
                    <a:pt x="5" y="27"/>
                    <a:pt x="6" y="31"/>
                    <a:pt x="6" y="37"/>
                  </a:cubicBezTo>
                  <a:cubicBezTo>
                    <a:pt x="6" y="42"/>
                    <a:pt x="8" y="46"/>
                    <a:pt x="7" y="51"/>
                  </a:cubicBezTo>
                  <a:cubicBezTo>
                    <a:pt x="6" y="55"/>
                    <a:pt x="6" y="72"/>
                    <a:pt x="11" y="81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0" name="Freeform 470">
              <a:extLst>
                <a:ext uri="{FF2B5EF4-FFF2-40B4-BE49-F238E27FC236}">
                  <a16:creationId xmlns:a16="http://schemas.microsoft.com/office/drawing/2014/main" id="{923EC819-AD77-4FAC-9B25-7BD8799D7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771"/>
              <a:ext cx="13" cy="78"/>
            </a:xfrm>
            <a:custGeom>
              <a:avLst/>
              <a:gdLst>
                <a:gd name="T0" fmla="*/ 7 w 10"/>
                <a:gd name="T1" fmla="*/ 0 h 59"/>
                <a:gd name="T2" fmla="*/ 1 w 10"/>
                <a:gd name="T3" fmla="*/ 34 h 59"/>
                <a:gd name="T4" fmla="*/ 9 w 10"/>
                <a:gd name="T5" fmla="*/ 63 h 59"/>
                <a:gd name="T6" fmla="*/ 12 w 10"/>
                <a:gd name="T7" fmla="*/ 86 h 59"/>
                <a:gd name="T8" fmla="*/ 17 w 10"/>
                <a:gd name="T9" fmla="*/ 110 h 59"/>
                <a:gd name="T10" fmla="*/ 12 w 10"/>
                <a:gd name="T11" fmla="*/ 136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9">
                  <a:moveTo>
                    <a:pt x="3" y="0"/>
                  </a:moveTo>
                  <a:cubicBezTo>
                    <a:pt x="5" y="4"/>
                    <a:pt x="3" y="10"/>
                    <a:pt x="1" y="15"/>
                  </a:cubicBezTo>
                  <a:cubicBezTo>
                    <a:pt x="0" y="20"/>
                    <a:pt x="1" y="22"/>
                    <a:pt x="4" y="27"/>
                  </a:cubicBezTo>
                  <a:cubicBezTo>
                    <a:pt x="6" y="30"/>
                    <a:pt x="5" y="32"/>
                    <a:pt x="5" y="37"/>
                  </a:cubicBezTo>
                  <a:cubicBezTo>
                    <a:pt x="5" y="41"/>
                    <a:pt x="7" y="44"/>
                    <a:pt x="8" y="48"/>
                  </a:cubicBezTo>
                  <a:cubicBezTo>
                    <a:pt x="8" y="54"/>
                    <a:pt x="10" y="56"/>
                    <a:pt x="5" y="59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1" name="Freeform 471">
              <a:extLst>
                <a:ext uri="{FF2B5EF4-FFF2-40B4-BE49-F238E27FC236}">
                  <a16:creationId xmlns:a16="http://schemas.microsoft.com/office/drawing/2014/main" id="{1BE0EE0D-CE54-4821-89CE-8D48001F9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844"/>
              <a:ext cx="4" cy="5"/>
            </a:xfrm>
            <a:custGeom>
              <a:avLst/>
              <a:gdLst>
                <a:gd name="T0" fmla="*/ 0 w 3"/>
                <a:gd name="T1" fmla="*/ 0 h 4"/>
                <a:gd name="T2" fmla="*/ 7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2"/>
                    <a:pt x="2" y="3"/>
                    <a:pt x="3" y="4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2" name="Freeform 472">
              <a:extLst>
                <a:ext uri="{FF2B5EF4-FFF2-40B4-BE49-F238E27FC236}">
                  <a16:creationId xmlns:a16="http://schemas.microsoft.com/office/drawing/2014/main" id="{AE05CD52-B89E-4C38-93FD-5687B6B44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797"/>
              <a:ext cx="38" cy="30"/>
            </a:xfrm>
            <a:custGeom>
              <a:avLst/>
              <a:gdLst>
                <a:gd name="T0" fmla="*/ 0 w 28"/>
                <a:gd name="T1" fmla="*/ 19 h 22"/>
                <a:gd name="T2" fmla="*/ 37 w 28"/>
                <a:gd name="T3" fmla="*/ 10 h 22"/>
                <a:gd name="T4" fmla="*/ 53 w 28"/>
                <a:gd name="T5" fmla="*/ 34 h 22"/>
                <a:gd name="T6" fmla="*/ 71 w 28"/>
                <a:gd name="T7" fmla="*/ 5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2">
                  <a:moveTo>
                    <a:pt x="0" y="7"/>
                  </a:moveTo>
                  <a:cubicBezTo>
                    <a:pt x="4" y="3"/>
                    <a:pt x="10" y="0"/>
                    <a:pt x="15" y="4"/>
                  </a:cubicBezTo>
                  <a:cubicBezTo>
                    <a:pt x="17" y="6"/>
                    <a:pt x="19" y="10"/>
                    <a:pt x="21" y="13"/>
                  </a:cubicBezTo>
                  <a:cubicBezTo>
                    <a:pt x="23" y="16"/>
                    <a:pt x="26" y="18"/>
                    <a:pt x="28" y="22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3" name="Freeform 473">
              <a:extLst>
                <a:ext uri="{FF2B5EF4-FFF2-40B4-BE49-F238E27FC236}">
                  <a16:creationId xmlns:a16="http://schemas.microsoft.com/office/drawing/2014/main" id="{37DAB70A-F607-48B8-A032-81311B721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797"/>
              <a:ext cx="10" cy="3"/>
            </a:xfrm>
            <a:custGeom>
              <a:avLst/>
              <a:gdLst>
                <a:gd name="T0" fmla="*/ 0 w 7"/>
                <a:gd name="T1" fmla="*/ 0 h 2"/>
                <a:gd name="T2" fmla="*/ 2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5" y="2"/>
                    <a:pt x="7" y="0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4" name="Freeform 474">
              <a:extLst>
                <a:ext uri="{FF2B5EF4-FFF2-40B4-BE49-F238E27FC236}">
                  <a16:creationId xmlns:a16="http://schemas.microsoft.com/office/drawing/2014/main" id="{30760C83-AE0C-4A21-83BC-3FB5AECD5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817"/>
              <a:ext cx="10" cy="10"/>
            </a:xfrm>
            <a:custGeom>
              <a:avLst/>
              <a:gdLst>
                <a:gd name="T0" fmla="*/ 0 w 7"/>
                <a:gd name="T1" fmla="*/ 20 h 7"/>
                <a:gd name="T2" fmla="*/ 0 w 7"/>
                <a:gd name="T3" fmla="*/ 0 h 7"/>
                <a:gd name="T4" fmla="*/ 20 w 7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5"/>
                    <a:pt x="0" y="2"/>
                    <a:pt x="0" y="0"/>
                  </a:cubicBezTo>
                  <a:cubicBezTo>
                    <a:pt x="2" y="1"/>
                    <a:pt x="5" y="3"/>
                    <a:pt x="7" y="1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5" name="Freeform 475">
              <a:extLst>
                <a:ext uri="{FF2B5EF4-FFF2-40B4-BE49-F238E27FC236}">
                  <a16:creationId xmlns:a16="http://schemas.microsoft.com/office/drawing/2014/main" id="{4BF8F41F-4227-4285-9182-0A19DFD52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800"/>
              <a:ext cx="16" cy="17"/>
            </a:xfrm>
            <a:custGeom>
              <a:avLst/>
              <a:gdLst>
                <a:gd name="T0" fmla="*/ 0 w 12"/>
                <a:gd name="T1" fmla="*/ 0 h 13"/>
                <a:gd name="T2" fmla="*/ 28 w 12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2" y="6"/>
                    <a:pt x="8" y="9"/>
                    <a:pt x="12" y="13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6" name="Freeform 476">
              <a:extLst>
                <a:ext uri="{FF2B5EF4-FFF2-40B4-BE49-F238E27FC236}">
                  <a16:creationId xmlns:a16="http://schemas.microsoft.com/office/drawing/2014/main" id="{21E6F2E2-39B0-481B-9215-C6BA01A23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859"/>
              <a:ext cx="16" cy="53"/>
            </a:xfrm>
            <a:custGeom>
              <a:avLst/>
              <a:gdLst>
                <a:gd name="T0" fmla="*/ 16 w 12"/>
                <a:gd name="T1" fmla="*/ 0 h 40"/>
                <a:gd name="T2" fmla="*/ 15 w 12"/>
                <a:gd name="T3" fmla="*/ 64 h 40"/>
                <a:gd name="T4" fmla="*/ 0 w 12"/>
                <a:gd name="T5" fmla="*/ 9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7" y="0"/>
                  </a:moveTo>
                  <a:cubicBezTo>
                    <a:pt x="12" y="5"/>
                    <a:pt x="8" y="21"/>
                    <a:pt x="6" y="27"/>
                  </a:cubicBezTo>
                  <a:cubicBezTo>
                    <a:pt x="5" y="31"/>
                    <a:pt x="0" y="38"/>
                    <a:pt x="0" y="40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7" name="Freeform 477">
              <a:extLst>
                <a:ext uri="{FF2B5EF4-FFF2-40B4-BE49-F238E27FC236}">
                  <a16:creationId xmlns:a16="http://schemas.microsoft.com/office/drawing/2014/main" id="{F440BB2A-E297-4715-BE01-1A8BCB187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885"/>
              <a:ext cx="52" cy="46"/>
            </a:xfrm>
            <a:custGeom>
              <a:avLst/>
              <a:gdLst>
                <a:gd name="T0" fmla="*/ 0 w 39"/>
                <a:gd name="T1" fmla="*/ 77 h 34"/>
                <a:gd name="T2" fmla="*/ 57 w 39"/>
                <a:gd name="T3" fmla="*/ 47 h 34"/>
                <a:gd name="T4" fmla="*/ 92 w 39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4">
                  <a:moveTo>
                    <a:pt x="0" y="31"/>
                  </a:moveTo>
                  <a:cubicBezTo>
                    <a:pt x="8" y="34"/>
                    <a:pt x="19" y="25"/>
                    <a:pt x="24" y="19"/>
                  </a:cubicBezTo>
                  <a:cubicBezTo>
                    <a:pt x="27" y="14"/>
                    <a:pt x="32" y="1"/>
                    <a:pt x="39" y="0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8" name="Freeform 478">
              <a:extLst>
                <a:ext uri="{FF2B5EF4-FFF2-40B4-BE49-F238E27FC236}">
                  <a16:creationId xmlns:a16="http://schemas.microsoft.com/office/drawing/2014/main" id="{E97FFDF5-1A62-4492-8B0E-6D9004D1C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897"/>
              <a:ext cx="23" cy="14"/>
            </a:xfrm>
            <a:custGeom>
              <a:avLst/>
              <a:gdLst>
                <a:gd name="T0" fmla="*/ 0 w 17"/>
                <a:gd name="T1" fmla="*/ 11 h 10"/>
                <a:gd name="T2" fmla="*/ 42 w 17"/>
                <a:gd name="T3" fmla="*/ 1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4"/>
                  </a:moveTo>
                  <a:cubicBezTo>
                    <a:pt x="6" y="0"/>
                    <a:pt x="13" y="10"/>
                    <a:pt x="17" y="5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9" name="Freeform 479">
              <a:extLst>
                <a:ext uri="{FF2B5EF4-FFF2-40B4-BE49-F238E27FC236}">
                  <a16:creationId xmlns:a16="http://schemas.microsoft.com/office/drawing/2014/main" id="{655FC07E-F8C0-4A52-8E34-05099A4BE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905"/>
              <a:ext cx="7" cy="8"/>
            </a:xfrm>
            <a:custGeom>
              <a:avLst/>
              <a:gdLst>
                <a:gd name="T0" fmla="*/ 0 w 5"/>
                <a:gd name="T1" fmla="*/ 0 h 6"/>
                <a:gd name="T2" fmla="*/ 8 w 5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3" y="1"/>
                    <a:pt x="5" y="3"/>
                    <a:pt x="3" y="6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0" name="Freeform 480">
              <a:extLst>
                <a:ext uri="{FF2B5EF4-FFF2-40B4-BE49-F238E27FC236}">
                  <a16:creationId xmlns:a16="http://schemas.microsoft.com/office/drawing/2014/main" id="{2300D859-E838-4C8D-8CCC-420CAE51A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824"/>
              <a:ext cx="12" cy="33"/>
            </a:xfrm>
            <a:custGeom>
              <a:avLst/>
              <a:gdLst>
                <a:gd name="T0" fmla="*/ 1 w 9"/>
                <a:gd name="T1" fmla="*/ 0 h 25"/>
                <a:gd name="T2" fmla="*/ 0 w 9"/>
                <a:gd name="T3" fmla="*/ 5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1" y="0"/>
                  </a:moveTo>
                  <a:cubicBezTo>
                    <a:pt x="1" y="6"/>
                    <a:pt x="9" y="21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1" name="Freeform 481">
              <a:extLst>
                <a:ext uri="{FF2B5EF4-FFF2-40B4-BE49-F238E27FC236}">
                  <a16:creationId xmlns:a16="http://schemas.microsoft.com/office/drawing/2014/main" id="{11FBFAF2-FF1A-40EE-AD38-BD88A775A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853"/>
              <a:ext cx="13" cy="39"/>
            </a:xfrm>
            <a:custGeom>
              <a:avLst/>
              <a:gdLst>
                <a:gd name="T0" fmla="*/ 0 w 10"/>
                <a:gd name="T1" fmla="*/ 0 h 29"/>
                <a:gd name="T2" fmla="*/ 5 w 10"/>
                <a:gd name="T3" fmla="*/ 7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3" y="7"/>
                    <a:pt x="10" y="23"/>
                    <a:pt x="2" y="29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2" name="Freeform 482">
              <a:extLst>
                <a:ext uri="{FF2B5EF4-FFF2-40B4-BE49-F238E27FC236}">
                  <a16:creationId xmlns:a16="http://schemas.microsoft.com/office/drawing/2014/main" id="{12C8E1D9-6AC6-4D12-97B2-59C2CB8E5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887"/>
              <a:ext cx="3" cy="5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1" y="3"/>
                    <a:pt x="2" y="4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3" name="Freeform 483">
              <a:extLst>
                <a:ext uri="{FF2B5EF4-FFF2-40B4-BE49-F238E27FC236}">
                  <a16:creationId xmlns:a16="http://schemas.microsoft.com/office/drawing/2014/main" id="{0C3B8AFF-680F-4C7B-8844-42AD4DCB5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836"/>
              <a:ext cx="15" cy="65"/>
            </a:xfrm>
            <a:custGeom>
              <a:avLst/>
              <a:gdLst>
                <a:gd name="T0" fmla="*/ 0 w 11"/>
                <a:gd name="T1" fmla="*/ 0 h 49"/>
                <a:gd name="T2" fmla="*/ 26 w 11"/>
                <a:gd name="T3" fmla="*/ 58 h 49"/>
                <a:gd name="T4" fmla="*/ 7 w 11"/>
                <a:gd name="T5" fmla="*/ 11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9">
                  <a:moveTo>
                    <a:pt x="0" y="0"/>
                  </a:moveTo>
                  <a:cubicBezTo>
                    <a:pt x="3" y="8"/>
                    <a:pt x="8" y="16"/>
                    <a:pt x="10" y="25"/>
                  </a:cubicBezTo>
                  <a:cubicBezTo>
                    <a:pt x="11" y="34"/>
                    <a:pt x="8" y="42"/>
                    <a:pt x="3" y="49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4" name="Freeform 484">
              <a:extLst>
                <a:ext uri="{FF2B5EF4-FFF2-40B4-BE49-F238E27FC236}">
                  <a16:creationId xmlns:a16="http://schemas.microsoft.com/office/drawing/2014/main" id="{D202B70C-8493-45FC-A26D-8C446B107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861"/>
              <a:ext cx="35" cy="23"/>
            </a:xfrm>
            <a:custGeom>
              <a:avLst/>
              <a:gdLst>
                <a:gd name="T0" fmla="*/ 0 w 26"/>
                <a:gd name="T1" fmla="*/ 42 h 17"/>
                <a:gd name="T2" fmla="*/ 16 w 26"/>
                <a:gd name="T3" fmla="*/ 27 h 17"/>
                <a:gd name="T4" fmla="*/ 43 w 26"/>
                <a:gd name="T5" fmla="*/ 20 h 17"/>
                <a:gd name="T6" fmla="*/ 63 w 2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2" y="14"/>
                    <a:pt x="4" y="13"/>
                    <a:pt x="7" y="11"/>
                  </a:cubicBezTo>
                  <a:cubicBezTo>
                    <a:pt x="10" y="9"/>
                    <a:pt x="14" y="9"/>
                    <a:pt x="18" y="8"/>
                  </a:cubicBezTo>
                  <a:cubicBezTo>
                    <a:pt x="22" y="6"/>
                    <a:pt x="25" y="4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5" name="Freeform 485">
              <a:extLst>
                <a:ext uri="{FF2B5EF4-FFF2-40B4-BE49-F238E27FC236}">
                  <a16:creationId xmlns:a16="http://schemas.microsoft.com/office/drawing/2014/main" id="{D658A559-B214-44F5-87AB-A2050C2DD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867"/>
              <a:ext cx="8" cy="1"/>
            </a:xfrm>
            <a:custGeom>
              <a:avLst/>
              <a:gdLst>
                <a:gd name="T0" fmla="*/ 0 w 6"/>
                <a:gd name="T1" fmla="*/ 1 h 1"/>
                <a:gd name="T2" fmla="*/ 15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6" name="Freeform 486">
              <a:extLst>
                <a:ext uri="{FF2B5EF4-FFF2-40B4-BE49-F238E27FC236}">
                  <a16:creationId xmlns:a16="http://schemas.microsoft.com/office/drawing/2014/main" id="{0F6C91CA-4A97-4E68-8B70-8384C94C5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799"/>
              <a:ext cx="20" cy="20"/>
            </a:xfrm>
            <a:custGeom>
              <a:avLst/>
              <a:gdLst>
                <a:gd name="T0" fmla="*/ 7 w 15"/>
                <a:gd name="T1" fmla="*/ 0 h 15"/>
                <a:gd name="T2" fmla="*/ 9 w 15"/>
                <a:gd name="T3" fmla="*/ 28 h 15"/>
                <a:gd name="T4" fmla="*/ 33 w 15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3" y="0"/>
                  </a:moveTo>
                  <a:cubicBezTo>
                    <a:pt x="0" y="2"/>
                    <a:pt x="2" y="11"/>
                    <a:pt x="4" y="12"/>
                  </a:cubicBezTo>
                  <a:cubicBezTo>
                    <a:pt x="7" y="14"/>
                    <a:pt x="15" y="9"/>
                    <a:pt x="14" y="15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7" name="Freeform 487">
              <a:extLst>
                <a:ext uri="{FF2B5EF4-FFF2-40B4-BE49-F238E27FC236}">
                  <a16:creationId xmlns:a16="http://schemas.microsoft.com/office/drawing/2014/main" id="{F18ED945-269A-4FC2-B01F-6666709AB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816"/>
              <a:ext cx="35" cy="57"/>
            </a:xfrm>
            <a:custGeom>
              <a:avLst/>
              <a:gdLst>
                <a:gd name="T0" fmla="*/ 20 w 26"/>
                <a:gd name="T1" fmla="*/ 0 h 43"/>
                <a:gd name="T2" fmla="*/ 5 w 26"/>
                <a:gd name="T3" fmla="*/ 36 h 43"/>
                <a:gd name="T4" fmla="*/ 5 w 26"/>
                <a:gd name="T5" fmla="*/ 77 h 43"/>
                <a:gd name="T6" fmla="*/ 63 w 26"/>
                <a:gd name="T7" fmla="*/ 10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3">
                  <a:moveTo>
                    <a:pt x="8" y="0"/>
                  </a:moveTo>
                  <a:cubicBezTo>
                    <a:pt x="8" y="5"/>
                    <a:pt x="3" y="10"/>
                    <a:pt x="2" y="15"/>
                  </a:cubicBezTo>
                  <a:cubicBezTo>
                    <a:pt x="0" y="20"/>
                    <a:pt x="0" y="28"/>
                    <a:pt x="2" y="33"/>
                  </a:cubicBezTo>
                  <a:cubicBezTo>
                    <a:pt x="6" y="42"/>
                    <a:pt x="19" y="38"/>
                    <a:pt x="26" y="43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8" name="Freeform 488">
              <a:extLst>
                <a:ext uri="{FF2B5EF4-FFF2-40B4-BE49-F238E27FC236}">
                  <a16:creationId xmlns:a16="http://schemas.microsoft.com/office/drawing/2014/main" id="{B25E7A1A-BFDE-4B76-BF39-C6A7F2C2C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784"/>
              <a:ext cx="8" cy="73"/>
            </a:xfrm>
            <a:custGeom>
              <a:avLst/>
              <a:gdLst>
                <a:gd name="T0" fmla="*/ 12 w 6"/>
                <a:gd name="T1" fmla="*/ 0 h 55"/>
                <a:gd name="T2" fmla="*/ 9 w 6"/>
                <a:gd name="T3" fmla="*/ 28 h 55"/>
                <a:gd name="T4" fmla="*/ 12 w 6"/>
                <a:gd name="T5" fmla="*/ 65 h 55"/>
                <a:gd name="T6" fmla="*/ 1 w 6"/>
                <a:gd name="T7" fmla="*/ 93 h 55"/>
                <a:gd name="T8" fmla="*/ 5 w 6"/>
                <a:gd name="T9" fmla="*/ 12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5">
                  <a:moveTo>
                    <a:pt x="5" y="0"/>
                  </a:moveTo>
                  <a:cubicBezTo>
                    <a:pt x="5" y="5"/>
                    <a:pt x="4" y="8"/>
                    <a:pt x="4" y="12"/>
                  </a:cubicBezTo>
                  <a:cubicBezTo>
                    <a:pt x="3" y="17"/>
                    <a:pt x="6" y="22"/>
                    <a:pt x="5" y="28"/>
                  </a:cubicBezTo>
                  <a:cubicBezTo>
                    <a:pt x="4" y="32"/>
                    <a:pt x="1" y="35"/>
                    <a:pt x="1" y="40"/>
                  </a:cubicBezTo>
                  <a:cubicBezTo>
                    <a:pt x="0" y="45"/>
                    <a:pt x="2" y="50"/>
                    <a:pt x="2" y="55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9" name="Freeform 489">
              <a:extLst>
                <a:ext uri="{FF2B5EF4-FFF2-40B4-BE49-F238E27FC236}">
                  <a16:creationId xmlns:a16="http://schemas.microsoft.com/office/drawing/2014/main" id="{7C1D7AA6-DCD2-4D38-A8FA-FC8BC1B48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832"/>
              <a:ext cx="12" cy="15"/>
            </a:xfrm>
            <a:custGeom>
              <a:avLst/>
              <a:gdLst>
                <a:gd name="T0" fmla="*/ 0 w 9"/>
                <a:gd name="T1" fmla="*/ 27 h 11"/>
                <a:gd name="T2" fmla="*/ 21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3" y="9"/>
                    <a:pt x="8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0" name="Freeform 490">
              <a:extLst>
                <a:ext uri="{FF2B5EF4-FFF2-40B4-BE49-F238E27FC236}">
                  <a16:creationId xmlns:a16="http://schemas.microsoft.com/office/drawing/2014/main" id="{B78E028D-B745-4731-8913-3E67B073F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791"/>
              <a:ext cx="10" cy="13"/>
            </a:xfrm>
            <a:custGeom>
              <a:avLst/>
              <a:gdLst>
                <a:gd name="T0" fmla="*/ 0 w 7"/>
                <a:gd name="T1" fmla="*/ 0 h 10"/>
                <a:gd name="T2" fmla="*/ 20 w 7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3" y="0"/>
                    <a:pt x="7" y="6"/>
                    <a:pt x="7" y="10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1" name="Freeform 491">
              <a:extLst>
                <a:ext uri="{FF2B5EF4-FFF2-40B4-BE49-F238E27FC236}">
                  <a16:creationId xmlns:a16="http://schemas.microsoft.com/office/drawing/2014/main" id="{F9A76543-188A-450C-AAB6-4B198293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888"/>
              <a:ext cx="148" cy="55"/>
            </a:xfrm>
            <a:custGeom>
              <a:avLst/>
              <a:gdLst>
                <a:gd name="T0" fmla="*/ 0 w 111"/>
                <a:gd name="T1" fmla="*/ 0 h 41"/>
                <a:gd name="T2" fmla="*/ 41 w 111"/>
                <a:gd name="T3" fmla="*/ 16 h 41"/>
                <a:gd name="T4" fmla="*/ 87 w 111"/>
                <a:gd name="T5" fmla="*/ 21 h 41"/>
                <a:gd name="T6" fmla="*/ 105 w 111"/>
                <a:gd name="T7" fmla="*/ 38 h 41"/>
                <a:gd name="T8" fmla="*/ 129 w 111"/>
                <a:gd name="T9" fmla="*/ 48 h 41"/>
                <a:gd name="T10" fmla="*/ 161 w 111"/>
                <a:gd name="T11" fmla="*/ 68 h 41"/>
                <a:gd name="T12" fmla="*/ 207 w 111"/>
                <a:gd name="T13" fmla="*/ 72 h 41"/>
                <a:gd name="T14" fmla="*/ 229 w 111"/>
                <a:gd name="T15" fmla="*/ 90 h 41"/>
                <a:gd name="T16" fmla="*/ 263 w 111"/>
                <a:gd name="T17" fmla="*/ 99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41">
                  <a:moveTo>
                    <a:pt x="0" y="0"/>
                  </a:moveTo>
                  <a:cubicBezTo>
                    <a:pt x="6" y="1"/>
                    <a:pt x="11" y="6"/>
                    <a:pt x="17" y="7"/>
                  </a:cubicBezTo>
                  <a:cubicBezTo>
                    <a:pt x="23" y="8"/>
                    <a:pt x="31" y="6"/>
                    <a:pt x="37" y="9"/>
                  </a:cubicBezTo>
                  <a:cubicBezTo>
                    <a:pt x="40" y="11"/>
                    <a:pt x="41" y="14"/>
                    <a:pt x="44" y="16"/>
                  </a:cubicBezTo>
                  <a:cubicBezTo>
                    <a:pt x="47" y="18"/>
                    <a:pt x="52" y="18"/>
                    <a:pt x="55" y="20"/>
                  </a:cubicBezTo>
                  <a:cubicBezTo>
                    <a:pt x="60" y="24"/>
                    <a:pt x="62" y="27"/>
                    <a:pt x="68" y="28"/>
                  </a:cubicBezTo>
                  <a:cubicBezTo>
                    <a:pt x="74" y="29"/>
                    <a:pt x="81" y="28"/>
                    <a:pt x="87" y="30"/>
                  </a:cubicBezTo>
                  <a:cubicBezTo>
                    <a:pt x="91" y="32"/>
                    <a:pt x="93" y="35"/>
                    <a:pt x="97" y="37"/>
                  </a:cubicBezTo>
                  <a:cubicBezTo>
                    <a:pt x="101" y="39"/>
                    <a:pt x="108" y="38"/>
                    <a:pt x="111" y="41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2" name="Freeform 492">
              <a:extLst>
                <a:ext uri="{FF2B5EF4-FFF2-40B4-BE49-F238E27FC236}">
                  <a16:creationId xmlns:a16="http://schemas.microsoft.com/office/drawing/2014/main" id="{95044E3B-056A-4D76-9B30-A9507BF58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909"/>
              <a:ext cx="148" cy="46"/>
            </a:xfrm>
            <a:custGeom>
              <a:avLst/>
              <a:gdLst>
                <a:gd name="T0" fmla="*/ 0 w 111"/>
                <a:gd name="T1" fmla="*/ 0 h 34"/>
                <a:gd name="T2" fmla="*/ 41 w 111"/>
                <a:gd name="T3" fmla="*/ 27 h 34"/>
                <a:gd name="T4" fmla="*/ 71 w 111"/>
                <a:gd name="T5" fmla="*/ 35 h 34"/>
                <a:gd name="T6" fmla="*/ 105 w 111"/>
                <a:gd name="T7" fmla="*/ 35 h 34"/>
                <a:gd name="T8" fmla="*/ 137 w 111"/>
                <a:gd name="T9" fmla="*/ 55 h 34"/>
                <a:gd name="T10" fmla="*/ 187 w 111"/>
                <a:gd name="T11" fmla="*/ 74 h 34"/>
                <a:gd name="T12" fmla="*/ 213 w 111"/>
                <a:gd name="T13" fmla="*/ 78 h 34"/>
                <a:gd name="T14" fmla="*/ 235 w 111"/>
                <a:gd name="T15" fmla="*/ 78 h 34"/>
                <a:gd name="T16" fmla="*/ 263 w 111"/>
                <a:gd name="T17" fmla="*/ 8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34">
                  <a:moveTo>
                    <a:pt x="0" y="0"/>
                  </a:moveTo>
                  <a:cubicBezTo>
                    <a:pt x="3" y="4"/>
                    <a:pt x="11" y="10"/>
                    <a:pt x="17" y="11"/>
                  </a:cubicBezTo>
                  <a:cubicBezTo>
                    <a:pt x="21" y="12"/>
                    <a:pt x="26" y="13"/>
                    <a:pt x="30" y="14"/>
                  </a:cubicBezTo>
                  <a:cubicBezTo>
                    <a:pt x="35" y="15"/>
                    <a:pt x="39" y="14"/>
                    <a:pt x="44" y="14"/>
                  </a:cubicBezTo>
                  <a:cubicBezTo>
                    <a:pt x="50" y="15"/>
                    <a:pt x="53" y="19"/>
                    <a:pt x="58" y="22"/>
                  </a:cubicBezTo>
                  <a:cubicBezTo>
                    <a:pt x="65" y="26"/>
                    <a:pt x="71" y="28"/>
                    <a:pt x="79" y="30"/>
                  </a:cubicBezTo>
                  <a:cubicBezTo>
                    <a:pt x="82" y="31"/>
                    <a:pt x="86" y="33"/>
                    <a:pt x="90" y="32"/>
                  </a:cubicBezTo>
                  <a:cubicBezTo>
                    <a:pt x="93" y="32"/>
                    <a:pt x="95" y="31"/>
                    <a:pt x="99" y="32"/>
                  </a:cubicBezTo>
                  <a:cubicBezTo>
                    <a:pt x="103" y="33"/>
                    <a:pt x="106" y="34"/>
                    <a:pt x="111" y="34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3" name="Freeform 493">
              <a:extLst>
                <a:ext uri="{FF2B5EF4-FFF2-40B4-BE49-F238E27FC236}">
                  <a16:creationId xmlns:a16="http://schemas.microsoft.com/office/drawing/2014/main" id="{77C6E34B-6F17-4324-B69E-51FCE04E1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931"/>
              <a:ext cx="18" cy="5"/>
            </a:xfrm>
            <a:custGeom>
              <a:avLst/>
              <a:gdLst>
                <a:gd name="T0" fmla="*/ 0 w 14"/>
                <a:gd name="T1" fmla="*/ 6 h 4"/>
                <a:gd name="T2" fmla="*/ 19 w 14"/>
                <a:gd name="T3" fmla="*/ 6 h 4"/>
                <a:gd name="T4" fmla="*/ 30 w 1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3" y="4"/>
                    <a:pt x="7" y="4"/>
                    <a:pt x="9" y="3"/>
                  </a:cubicBezTo>
                  <a:cubicBezTo>
                    <a:pt x="11" y="2"/>
                    <a:pt x="12" y="0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4" name="Freeform 494">
              <a:extLst>
                <a:ext uri="{FF2B5EF4-FFF2-40B4-BE49-F238E27FC236}">
                  <a16:creationId xmlns:a16="http://schemas.microsoft.com/office/drawing/2014/main" id="{73F7A05E-7FA2-4F42-B028-8024E27FF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891"/>
              <a:ext cx="4" cy="12"/>
            </a:xfrm>
            <a:custGeom>
              <a:avLst/>
              <a:gdLst>
                <a:gd name="T0" fmla="*/ 0 w 3"/>
                <a:gd name="T1" fmla="*/ 0 h 9"/>
                <a:gd name="T2" fmla="*/ 7 w 3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1" y="3"/>
                    <a:pt x="1" y="7"/>
                    <a:pt x="3" y="9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5" name="Freeform 495">
              <a:extLst>
                <a:ext uri="{FF2B5EF4-FFF2-40B4-BE49-F238E27FC236}">
                  <a16:creationId xmlns:a16="http://schemas.microsoft.com/office/drawing/2014/main" id="{C91798D9-2B36-4033-A807-E477A4A21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916"/>
              <a:ext cx="11" cy="5"/>
            </a:xfrm>
            <a:custGeom>
              <a:avLst/>
              <a:gdLst>
                <a:gd name="T0" fmla="*/ 0 w 8"/>
                <a:gd name="T1" fmla="*/ 8 h 4"/>
                <a:gd name="T2" fmla="*/ 21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1" y="0"/>
                    <a:pt x="5" y="0"/>
                    <a:pt x="8" y="0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6" name="Freeform 496">
              <a:extLst>
                <a:ext uri="{FF2B5EF4-FFF2-40B4-BE49-F238E27FC236}">
                  <a16:creationId xmlns:a16="http://schemas.microsoft.com/office/drawing/2014/main" id="{4E816064-C662-4DDF-97A1-6BFF52F21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868"/>
              <a:ext cx="8" cy="25"/>
            </a:xfrm>
            <a:custGeom>
              <a:avLst/>
              <a:gdLst>
                <a:gd name="T0" fmla="*/ 1 w 6"/>
                <a:gd name="T1" fmla="*/ 0 h 19"/>
                <a:gd name="T2" fmla="*/ 1 w 6"/>
                <a:gd name="T3" fmla="*/ 22 h 19"/>
                <a:gd name="T4" fmla="*/ 15 w 6"/>
                <a:gd name="T5" fmla="*/ 4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">
                  <a:moveTo>
                    <a:pt x="1" y="0"/>
                  </a:moveTo>
                  <a:cubicBezTo>
                    <a:pt x="2" y="3"/>
                    <a:pt x="0" y="7"/>
                    <a:pt x="1" y="10"/>
                  </a:cubicBezTo>
                  <a:cubicBezTo>
                    <a:pt x="2" y="13"/>
                    <a:pt x="4" y="16"/>
                    <a:pt x="6" y="19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7" name="Freeform 497">
              <a:extLst>
                <a:ext uri="{FF2B5EF4-FFF2-40B4-BE49-F238E27FC236}">
                  <a16:creationId xmlns:a16="http://schemas.microsoft.com/office/drawing/2014/main" id="{7AA7FE88-34C1-4999-ADDB-80EE93B62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881"/>
              <a:ext cx="9" cy="6"/>
            </a:xfrm>
            <a:custGeom>
              <a:avLst/>
              <a:gdLst>
                <a:gd name="T0" fmla="*/ 15 w 7"/>
                <a:gd name="T1" fmla="*/ 14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8" name="Freeform 498">
              <a:extLst>
                <a:ext uri="{FF2B5EF4-FFF2-40B4-BE49-F238E27FC236}">
                  <a16:creationId xmlns:a16="http://schemas.microsoft.com/office/drawing/2014/main" id="{45810EDC-1415-4900-8176-10612062B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820"/>
              <a:ext cx="12" cy="40"/>
            </a:xfrm>
            <a:custGeom>
              <a:avLst/>
              <a:gdLst>
                <a:gd name="T0" fmla="*/ 21 w 9"/>
                <a:gd name="T1" fmla="*/ 0 h 30"/>
                <a:gd name="T2" fmla="*/ 0 w 9"/>
                <a:gd name="T3" fmla="*/ 43 h 30"/>
                <a:gd name="T4" fmla="*/ 12 w 9"/>
                <a:gd name="T5" fmla="*/ 7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9" y="0"/>
                  </a:moveTo>
                  <a:cubicBezTo>
                    <a:pt x="6" y="6"/>
                    <a:pt x="1" y="11"/>
                    <a:pt x="0" y="18"/>
                  </a:cubicBezTo>
                  <a:cubicBezTo>
                    <a:pt x="0" y="22"/>
                    <a:pt x="3" y="26"/>
                    <a:pt x="5" y="30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9" name="Freeform 499">
              <a:extLst>
                <a:ext uri="{FF2B5EF4-FFF2-40B4-BE49-F238E27FC236}">
                  <a16:creationId xmlns:a16="http://schemas.microsoft.com/office/drawing/2014/main" id="{C6B2FA80-9BF1-4073-8882-6F53B136E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852"/>
              <a:ext cx="5" cy="11"/>
            </a:xfrm>
            <a:custGeom>
              <a:avLst/>
              <a:gdLst>
                <a:gd name="T0" fmla="*/ 6 w 4"/>
                <a:gd name="T1" fmla="*/ 0 h 8"/>
                <a:gd name="T2" fmla="*/ 0 w 4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4" y="4"/>
                    <a:pt x="3" y="6"/>
                    <a:pt x="0" y="8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0" name="Freeform 500">
              <a:extLst>
                <a:ext uri="{FF2B5EF4-FFF2-40B4-BE49-F238E27FC236}">
                  <a16:creationId xmlns:a16="http://schemas.microsoft.com/office/drawing/2014/main" id="{F91EA4D5-F29E-4824-95E8-83C01F31A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816"/>
              <a:ext cx="36" cy="65"/>
            </a:xfrm>
            <a:custGeom>
              <a:avLst/>
              <a:gdLst>
                <a:gd name="T0" fmla="*/ 0 w 27"/>
                <a:gd name="T1" fmla="*/ 0 h 49"/>
                <a:gd name="T2" fmla="*/ 33 w 27"/>
                <a:gd name="T3" fmla="*/ 64 h 49"/>
                <a:gd name="T4" fmla="*/ 57 w 27"/>
                <a:gd name="T5" fmla="*/ 81 h 49"/>
                <a:gd name="T6" fmla="*/ 64 w 27"/>
                <a:gd name="T7" fmla="*/ 98 h 49"/>
                <a:gd name="T8" fmla="*/ 57 w 27"/>
                <a:gd name="T9" fmla="*/ 11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9">
                  <a:moveTo>
                    <a:pt x="0" y="0"/>
                  </a:moveTo>
                  <a:cubicBezTo>
                    <a:pt x="6" y="3"/>
                    <a:pt x="22" y="20"/>
                    <a:pt x="14" y="27"/>
                  </a:cubicBezTo>
                  <a:cubicBezTo>
                    <a:pt x="18" y="23"/>
                    <a:pt x="23" y="31"/>
                    <a:pt x="24" y="35"/>
                  </a:cubicBezTo>
                  <a:cubicBezTo>
                    <a:pt x="25" y="37"/>
                    <a:pt x="27" y="40"/>
                    <a:pt x="27" y="42"/>
                  </a:cubicBezTo>
                  <a:cubicBezTo>
                    <a:pt x="27" y="44"/>
                    <a:pt x="24" y="48"/>
                    <a:pt x="24" y="49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1" name="Freeform 501">
              <a:extLst>
                <a:ext uri="{FF2B5EF4-FFF2-40B4-BE49-F238E27FC236}">
                  <a16:creationId xmlns:a16="http://schemas.microsoft.com/office/drawing/2014/main" id="{DBFEAC90-F7D8-4106-91C9-D0E55BBF0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875"/>
              <a:ext cx="2" cy="4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3"/>
                    <a:pt x="2" y="3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2" name="Freeform 502">
              <a:extLst>
                <a:ext uri="{FF2B5EF4-FFF2-40B4-BE49-F238E27FC236}">
                  <a16:creationId xmlns:a16="http://schemas.microsoft.com/office/drawing/2014/main" id="{B77A0444-0037-4704-9ED2-7EC67D2F7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823"/>
              <a:ext cx="7" cy="8"/>
            </a:xfrm>
            <a:custGeom>
              <a:avLst/>
              <a:gdLst>
                <a:gd name="T0" fmla="*/ 0 w 5"/>
                <a:gd name="T1" fmla="*/ 0 h 6"/>
                <a:gd name="T2" fmla="*/ 14 w 5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4" y="2"/>
                    <a:pt x="4" y="2"/>
                    <a:pt x="5" y="6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3" name="Freeform 503">
              <a:extLst>
                <a:ext uri="{FF2B5EF4-FFF2-40B4-BE49-F238E27FC236}">
                  <a16:creationId xmlns:a16="http://schemas.microsoft.com/office/drawing/2014/main" id="{5116D5F1-F62D-4F3F-A3DF-F79CA632A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775"/>
              <a:ext cx="3" cy="5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2"/>
                    <a:pt x="0" y="2"/>
                    <a:pt x="0" y="4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4" name="Freeform 504">
              <a:extLst>
                <a:ext uri="{FF2B5EF4-FFF2-40B4-BE49-F238E27FC236}">
                  <a16:creationId xmlns:a16="http://schemas.microsoft.com/office/drawing/2014/main" id="{59415ADC-CF82-4A89-A01A-92CE19004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773"/>
              <a:ext cx="3" cy="19"/>
            </a:xfrm>
            <a:custGeom>
              <a:avLst/>
              <a:gdLst>
                <a:gd name="T0" fmla="*/ 0 w 2"/>
                <a:gd name="T1" fmla="*/ 0 h 14"/>
                <a:gd name="T2" fmla="*/ 5 w 2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2" y="3"/>
                    <a:pt x="2" y="8"/>
                    <a:pt x="1" y="14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5" name="Freeform 505">
              <a:extLst>
                <a:ext uri="{FF2B5EF4-FFF2-40B4-BE49-F238E27FC236}">
                  <a16:creationId xmlns:a16="http://schemas.microsoft.com/office/drawing/2014/main" id="{C5932868-4972-4051-B2EA-E90EEDF95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783"/>
              <a:ext cx="2" cy="10"/>
            </a:xfrm>
            <a:custGeom>
              <a:avLst/>
              <a:gdLst>
                <a:gd name="T0" fmla="*/ 1 w 2"/>
                <a:gd name="T1" fmla="*/ 0 h 8"/>
                <a:gd name="T2" fmla="*/ 0 w 2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2" y="3"/>
                    <a:pt x="0" y="4"/>
                    <a:pt x="0" y="8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6" name="Freeform 506">
              <a:extLst>
                <a:ext uri="{FF2B5EF4-FFF2-40B4-BE49-F238E27FC236}">
                  <a16:creationId xmlns:a16="http://schemas.microsoft.com/office/drawing/2014/main" id="{ED11BB65-EB07-48D1-A344-E99507487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803"/>
              <a:ext cx="4" cy="14"/>
            </a:xfrm>
            <a:custGeom>
              <a:avLst/>
              <a:gdLst>
                <a:gd name="T0" fmla="*/ 5 w 3"/>
                <a:gd name="T1" fmla="*/ 0 h 11"/>
                <a:gd name="T2" fmla="*/ 5 w 3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2" y="0"/>
                  </a:moveTo>
                  <a:cubicBezTo>
                    <a:pt x="3" y="4"/>
                    <a:pt x="0" y="8"/>
                    <a:pt x="2" y="11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7" name="Freeform 507">
              <a:extLst>
                <a:ext uri="{FF2B5EF4-FFF2-40B4-BE49-F238E27FC236}">
                  <a16:creationId xmlns:a16="http://schemas.microsoft.com/office/drawing/2014/main" id="{EF73E597-D9C5-4CAB-A254-AA96ECC7A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812"/>
              <a:ext cx="6" cy="11"/>
            </a:xfrm>
            <a:custGeom>
              <a:avLst/>
              <a:gdLst>
                <a:gd name="T0" fmla="*/ 0 w 4"/>
                <a:gd name="T1" fmla="*/ 0 h 8"/>
                <a:gd name="T2" fmla="*/ 14 w 4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3"/>
                    <a:pt x="2" y="6"/>
                    <a:pt x="4" y="8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8" name="Freeform 508">
              <a:extLst>
                <a:ext uri="{FF2B5EF4-FFF2-40B4-BE49-F238E27FC236}">
                  <a16:creationId xmlns:a16="http://schemas.microsoft.com/office/drawing/2014/main" id="{62139316-2AAC-4075-B79B-7CF5DD213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889"/>
              <a:ext cx="35" cy="43"/>
            </a:xfrm>
            <a:custGeom>
              <a:avLst/>
              <a:gdLst>
                <a:gd name="T0" fmla="*/ 0 w 26"/>
                <a:gd name="T1" fmla="*/ 73 h 32"/>
                <a:gd name="T2" fmla="*/ 27 w 26"/>
                <a:gd name="T3" fmla="*/ 70 h 32"/>
                <a:gd name="T4" fmla="*/ 51 w 26"/>
                <a:gd name="T5" fmla="*/ 47 h 32"/>
                <a:gd name="T6" fmla="*/ 62 w 26"/>
                <a:gd name="T7" fmla="*/ 22 h 32"/>
                <a:gd name="T8" fmla="*/ 63 w 2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0" y="30"/>
                  </a:moveTo>
                  <a:cubicBezTo>
                    <a:pt x="2" y="32"/>
                    <a:pt x="8" y="30"/>
                    <a:pt x="11" y="29"/>
                  </a:cubicBezTo>
                  <a:cubicBezTo>
                    <a:pt x="16" y="27"/>
                    <a:pt x="20" y="24"/>
                    <a:pt x="21" y="19"/>
                  </a:cubicBezTo>
                  <a:cubicBezTo>
                    <a:pt x="22" y="15"/>
                    <a:pt x="24" y="13"/>
                    <a:pt x="25" y="9"/>
                  </a:cubicBezTo>
                  <a:cubicBezTo>
                    <a:pt x="26" y="7"/>
                    <a:pt x="26" y="3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9" name="Freeform 509">
              <a:extLst>
                <a:ext uri="{FF2B5EF4-FFF2-40B4-BE49-F238E27FC236}">
                  <a16:creationId xmlns:a16="http://schemas.microsoft.com/office/drawing/2014/main" id="{3CA62555-0CFB-4B39-AE95-E1B570B82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916"/>
              <a:ext cx="4" cy="15"/>
            </a:xfrm>
            <a:custGeom>
              <a:avLst/>
              <a:gdLst>
                <a:gd name="T0" fmla="*/ 7 w 3"/>
                <a:gd name="T1" fmla="*/ 0 h 11"/>
                <a:gd name="T2" fmla="*/ 7 w 3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0" y="8"/>
                    <a:pt x="3" y="11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0" name="Freeform 510">
              <a:extLst>
                <a:ext uri="{FF2B5EF4-FFF2-40B4-BE49-F238E27FC236}">
                  <a16:creationId xmlns:a16="http://schemas.microsoft.com/office/drawing/2014/main" id="{9FCFF0C4-C95B-40D9-A72E-B1DE23B0F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891"/>
              <a:ext cx="10" cy="9"/>
            </a:xfrm>
            <a:custGeom>
              <a:avLst/>
              <a:gdLst>
                <a:gd name="T0" fmla="*/ 0 w 7"/>
                <a:gd name="T1" fmla="*/ 15 h 7"/>
                <a:gd name="T2" fmla="*/ 6 w 7"/>
                <a:gd name="T3" fmla="*/ 8 h 7"/>
                <a:gd name="T4" fmla="*/ 2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1" y="6"/>
                    <a:pt x="1" y="5"/>
                    <a:pt x="2" y="4"/>
                  </a:cubicBez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1" name="Freeform 511">
              <a:extLst>
                <a:ext uri="{FF2B5EF4-FFF2-40B4-BE49-F238E27FC236}">
                  <a16:creationId xmlns:a16="http://schemas.microsoft.com/office/drawing/2014/main" id="{6BE55FA5-D8C7-45BC-A6A2-C56C6C53F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863"/>
              <a:ext cx="3" cy="16"/>
            </a:xfrm>
            <a:custGeom>
              <a:avLst/>
              <a:gdLst>
                <a:gd name="T0" fmla="*/ 0 w 2"/>
                <a:gd name="T1" fmla="*/ 0 h 12"/>
                <a:gd name="T2" fmla="*/ 0 w 2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0" y="4"/>
                    <a:pt x="2" y="8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2" name="Freeform 512">
              <a:extLst>
                <a:ext uri="{FF2B5EF4-FFF2-40B4-BE49-F238E27FC236}">
                  <a16:creationId xmlns:a16="http://schemas.microsoft.com/office/drawing/2014/main" id="{1DD7B9C9-ABA3-48C2-BDCB-DBEDF5044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940"/>
              <a:ext cx="21" cy="4"/>
            </a:xfrm>
            <a:custGeom>
              <a:avLst/>
              <a:gdLst>
                <a:gd name="T0" fmla="*/ 0 w 16"/>
                <a:gd name="T1" fmla="*/ 7 h 3"/>
                <a:gd name="T2" fmla="*/ 24 w 16"/>
                <a:gd name="T3" fmla="*/ 1 h 3"/>
                <a:gd name="T4" fmla="*/ 37 w 16"/>
                <a:gd name="T5" fmla="*/ 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2" y="0"/>
                    <a:pt x="8" y="1"/>
                    <a:pt x="11" y="1"/>
                  </a:cubicBezTo>
                  <a:cubicBezTo>
                    <a:pt x="13" y="2"/>
                    <a:pt x="14" y="2"/>
                    <a:pt x="16" y="3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3" name="Freeform 513">
              <a:extLst>
                <a:ext uri="{FF2B5EF4-FFF2-40B4-BE49-F238E27FC236}">
                  <a16:creationId xmlns:a16="http://schemas.microsoft.com/office/drawing/2014/main" id="{56C01762-CDE1-4BB0-A808-6EC5F2A4B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952"/>
              <a:ext cx="15" cy="7"/>
            </a:xfrm>
            <a:custGeom>
              <a:avLst/>
              <a:gdLst>
                <a:gd name="T0" fmla="*/ 0 w 11"/>
                <a:gd name="T1" fmla="*/ 0 h 5"/>
                <a:gd name="T2" fmla="*/ 27 w 11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4" y="1"/>
                    <a:pt x="7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9395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4" name="Freeform 514">
              <a:extLst>
                <a:ext uri="{FF2B5EF4-FFF2-40B4-BE49-F238E27FC236}">
                  <a16:creationId xmlns:a16="http://schemas.microsoft.com/office/drawing/2014/main" id="{AA12862E-C57A-43BA-BEA8-13CB415C0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964"/>
              <a:ext cx="110" cy="58"/>
            </a:xfrm>
            <a:custGeom>
              <a:avLst/>
              <a:gdLst>
                <a:gd name="T0" fmla="*/ 7 w 83"/>
                <a:gd name="T1" fmla="*/ 5 h 44"/>
                <a:gd name="T2" fmla="*/ 7 w 83"/>
                <a:gd name="T3" fmla="*/ 1 h 44"/>
                <a:gd name="T4" fmla="*/ 9 w 83"/>
                <a:gd name="T5" fmla="*/ 0 h 44"/>
                <a:gd name="T6" fmla="*/ 80 w 83"/>
                <a:gd name="T7" fmla="*/ 7 h 44"/>
                <a:gd name="T8" fmla="*/ 146 w 83"/>
                <a:gd name="T9" fmla="*/ 5 h 44"/>
                <a:gd name="T10" fmla="*/ 193 w 83"/>
                <a:gd name="T11" fmla="*/ 21 h 44"/>
                <a:gd name="T12" fmla="*/ 191 w 83"/>
                <a:gd name="T13" fmla="*/ 26 h 44"/>
                <a:gd name="T14" fmla="*/ 186 w 83"/>
                <a:gd name="T15" fmla="*/ 28 h 44"/>
                <a:gd name="T16" fmla="*/ 184 w 83"/>
                <a:gd name="T17" fmla="*/ 29 h 44"/>
                <a:gd name="T18" fmla="*/ 179 w 83"/>
                <a:gd name="T19" fmla="*/ 32 h 44"/>
                <a:gd name="T20" fmla="*/ 172 w 83"/>
                <a:gd name="T21" fmla="*/ 49 h 44"/>
                <a:gd name="T22" fmla="*/ 167 w 83"/>
                <a:gd name="T23" fmla="*/ 66 h 44"/>
                <a:gd name="T24" fmla="*/ 160 w 83"/>
                <a:gd name="T25" fmla="*/ 76 h 44"/>
                <a:gd name="T26" fmla="*/ 144 w 83"/>
                <a:gd name="T27" fmla="*/ 94 h 44"/>
                <a:gd name="T28" fmla="*/ 137 w 83"/>
                <a:gd name="T29" fmla="*/ 94 h 44"/>
                <a:gd name="T30" fmla="*/ 126 w 83"/>
                <a:gd name="T31" fmla="*/ 96 h 44"/>
                <a:gd name="T32" fmla="*/ 114 w 83"/>
                <a:gd name="T33" fmla="*/ 96 h 44"/>
                <a:gd name="T34" fmla="*/ 109 w 83"/>
                <a:gd name="T35" fmla="*/ 99 h 44"/>
                <a:gd name="T36" fmla="*/ 102 w 83"/>
                <a:gd name="T37" fmla="*/ 96 h 44"/>
                <a:gd name="T38" fmla="*/ 101 w 83"/>
                <a:gd name="T39" fmla="*/ 96 h 44"/>
                <a:gd name="T40" fmla="*/ 87 w 83"/>
                <a:gd name="T41" fmla="*/ 94 h 44"/>
                <a:gd name="T42" fmla="*/ 64 w 83"/>
                <a:gd name="T43" fmla="*/ 87 h 44"/>
                <a:gd name="T44" fmla="*/ 60 w 83"/>
                <a:gd name="T45" fmla="*/ 73 h 44"/>
                <a:gd name="T46" fmla="*/ 53 w 83"/>
                <a:gd name="T47" fmla="*/ 78 h 44"/>
                <a:gd name="T48" fmla="*/ 48 w 83"/>
                <a:gd name="T49" fmla="*/ 76 h 44"/>
                <a:gd name="T50" fmla="*/ 28 w 83"/>
                <a:gd name="T51" fmla="*/ 59 h 44"/>
                <a:gd name="T52" fmla="*/ 21 w 83"/>
                <a:gd name="T53" fmla="*/ 50 h 44"/>
                <a:gd name="T54" fmla="*/ 9 w 83"/>
                <a:gd name="T55" fmla="*/ 44 h 44"/>
                <a:gd name="T56" fmla="*/ 0 w 83"/>
                <a:gd name="T57" fmla="*/ 28 h 44"/>
                <a:gd name="T58" fmla="*/ 7 w 83"/>
                <a:gd name="T59" fmla="*/ 7 h 44"/>
                <a:gd name="T60" fmla="*/ 7 w 83"/>
                <a:gd name="T61" fmla="*/ 5 h 4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3" h="44">
                  <a:moveTo>
                    <a:pt x="3" y="2"/>
                  </a:moveTo>
                  <a:cubicBezTo>
                    <a:pt x="3" y="2"/>
                    <a:pt x="3" y="2"/>
                    <a:pt x="3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17" y="1"/>
                    <a:pt x="25" y="1"/>
                    <a:pt x="34" y="3"/>
                  </a:cubicBezTo>
                  <a:cubicBezTo>
                    <a:pt x="44" y="5"/>
                    <a:pt x="60" y="4"/>
                    <a:pt x="63" y="2"/>
                  </a:cubicBezTo>
                  <a:cubicBezTo>
                    <a:pt x="65" y="4"/>
                    <a:pt x="75" y="7"/>
                    <a:pt x="83" y="9"/>
                  </a:cubicBezTo>
                  <a:cubicBezTo>
                    <a:pt x="83" y="9"/>
                    <a:pt x="83" y="10"/>
                    <a:pt x="82" y="11"/>
                  </a:cubicBezTo>
                  <a:cubicBezTo>
                    <a:pt x="82" y="11"/>
                    <a:pt x="81" y="11"/>
                    <a:pt x="80" y="12"/>
                  </a:cubicBezTo>
                  <a:cubicBezTo>
                    <a:pt x="80" y="12"/>
                    <a:pt x="80" y="13"/>
                    <a:pt x="79" y="13"/>
                  </a:cubicBezTo>
                  <a:cubicBezTo>
                    <a:pt x="78" y="13"/>
                    <a:pt x="77" y="13"/>
                    <a:pt x="77" y="14"/>
                  </a:cubicBezTo>
                  <a:cubicBezTo>
                    <a:pt x="77" y="16"/>
                    <a:pt x="77" y="19"/>
                    <a:pt x="74" y="21"/>
                  </a:cubicBezTo>
                  <a:cubicBezTo>
                    <a:pt x="75" y="25"/>
                    <a:pt x="74" y="28"/>
                    <a:pt x="72" y="29"/>
                  </a:cubicBezTo>
                  <a:cubicBezTo>
                    <a:pt x="71" y="31"/>
                    <a:pt x="71" y="32"/>
                    <a:pt x="69" y="33"/>
                  </a:cubicBezTo>
                  <a:cubicBezTo>
                    <a:pt x="68" y="35"/>
                    <a:pt x="64" y="41"/>
                    <a:pt x="62" y="41"/>
                  </a:cubicBezTo>
                  <a:cubicBezTo>
                    <a:pt x="61" y="42"/>
                    <a:pt x="60" y="41"/>
                    <a:pt x="59" y="41"/>
                  </a:cubicBezTo>
                  <a:cubicBezTo>
                    <a:pt x="58" y="42"/>
                    <a:pt x="55" y="44"/>
                    <a:pt x="54" y="42"/>
                  </a:cubicBezTo>
                  <a:cubicBezTo>
                    <a:pt x="53" y="43"/>
                    <a:pt x="51" y="42"/>
                    <a:pt x="49" y="42"/>
                  </a:cubicBezTo>
                  <a:cubicBezTo>
                    <a:pt x="49" y="42"/>
                    <a:pt x="47" y="42"/>
                    <a:pt x="47" y="43"/>
                  </a:cubicBezTo>
                  <a:cubicBezTo>
                    <a:pt x="48" y="42"/>
                    <a:pt x="45" y="43"/>
                    <a:pt x="44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1" y="41"/>
                    <a:pt x="40" y="41"/>
                    <a:pt x="38" y="41"/>
                  </a:cubicBezTo>
                  <a:cubicBezTo>
                    <a:pt x="35" y="41"/>
                    <a:pt x="30" y="40"/>
                    <a:pt x="27" y="38"/>
                  </a:cubicBezTo>
                  <a:cubicBezTo>
                    <a:pt x="26" y="36"/>
                    <a:pt x="25" y="35"/>
                    <a:pt x="26" y="32"/>
                  </a:cubicBezTo>
                  <a:cubicBezTo>
                    <a:pt x="25" y="33"/>
                    <a:pt x="25" y="34"/>
                    <a:pt x="23" y="34"/>
                  </a:cubicBezTo>
                  <a:cubicBezTo>
                    <a:pt x="22" y="34"/>
                    <a:pt x="21" y="34"/>
                    <a:pt x="20" y="33"/>
                  </a:cubicBezTo>
                  <a:cubicBezTo>
                    <a:pt x="17" y="31"/>
                    <a:pt x="14" y="29"/>
                    <a:pt x="12" y="26"/>
                  </a:cubicBezTo>
                  <a:cubicBezTo>
                    <a:pt x="11" y="24"/>
                    <a:pt x="11" y="23"/>
                    <a:pt x="9" y="22"/>
                  </a:cubicBezTo>
                  <a:cubicBezTo>
                    <a:pt x="8" y="21"/>
                    <a:pt x="6" y="20"/>
                    <a:pt x="4" y="19"/>
                  </a:cubicBezTo>
                  <a:cubicBezTo>
                    <a:pt x="1" y="16"/>
                    <a:pt x="1" y="14"/>
                    <a:pt x="0" y="12"/>
                  </a:cubicBezTo>
                  <a:cubicBezTo>
                    <a:pt x="0" y="9"/>
                    <a:pt x="1" y="5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5" name="Freeform 515">
              <a:extLst>
                <a:ext uri="{FF2B5EF4-FFF2-40B4-BE49-F238E27FC236}">
                  <a16:creationId xmlns:a16="http://schemas.microsoft.com/office/drawing/2014/main" id="{92BD51E2-8B41-4846-8CD0-79F35847F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980"/>
              <a:ext cx="46" cy="27"/>
            </a:xfrm>
            <a:custGeom>
              <a:avLst/>
              <a:gdLst>
                <a:gd name="T0" fmla="*/ 84 w 34"/>
                <a:gd name="T1" fmla="*/ 0 h 20"/>
                <a:gd name="T2" fmla="*/ 0 w 34"/>
                <a:gd name="T3" fmla="*/ 4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34" y="0"/>
                  </a:moveTo>
                  <a:cubicBezTo>
                    <a:pt x="31" y="12"/>
                    <a:pt x="4" y="14"/>
                    <a:pt x="0" y="2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6" name="Freeform 516">
              <a:extLst>
                <a:ext uri="{FF2B5EF4-FFF2-40B4-BE49-F238E27FC236}">
                  <a16:creationId xmlns:a16="http://schemas.microsoft.com/office/drawing/2014/main" id="{2162DFE7-3CB0-42B1-A7DA-23F6975A5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964"/>
              <a:ext cx="95" cy="17"/>
            </a:xfrm>
            <a:custGeom>
              <a:avLst/>
              <a:gdLst>
                <a:gd name="T0" fmla="*/ 0 w 71"/>
                <a:gd name="T1" fmla="*/ 0 h 13"/>
                <a:gd name="T2" fmla="*/ 44 w 71"/>
                <a:gd name="T3" fmla="*/ 9 h 13"/>
                <a:gd name="T4" fmla="*/ 72 w 71"/>
                <a:gd name="T5" fmla="*/ 22 h 13"/>
                <a:gd name="T6" fmla="*/ 142 w 71"/>
                <a:gd name="T7" fmla="*/ 24 h 13"/>
                <a:gd name="T8" fmla="*/ 170 w 71"/>
                <a:gd name="T9" fmla="*/ 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3">
                  <a:moveTo>
                    <a:pt x="0" y="0"/>
                  </a:moveTo>
                  <a:cubicBezTo>
                    <a:pt x="1" y="2"/>
                    <a:pt x="7" y="2"/>
                    <a:pt x="19" y="4"/>
                  </a:cubicBezTo>
                  <a:cubicBezTo>
                    <a:pt x="25" y="5"/>
                    <a:pt x="25" y="8"/>
                    <a:pt x="30" y="10"/>
                  </a:cubicBezTo>
                  <a:cubicBezTo>
                    <a:pt x="40" y="12"/>
                    <a:pt x="51" y="13"/>
                    <a:pt x="59" y="11"/>
                  </a:cubicBezTo>
                  <a:cubicBezTo>
                    <a:pt x="69" y="10"/>
                    <a:pt x="71" y="7"/>
                    <a:pt x="71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7" name="Freeform 517">
              <a:extLst>
                <a:ext uri="{FF2B5EF4-FFF2-40B4-BE49-F238E27FC236}">
                  <a16:creationId xmlns:a16="http://schemas.microsoft.com/office/drawing/2014/main" id="{7505034C-A5A0-45A1-9AF5-1A2229040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872"/>
              <a:ext cx="112" cy="61"/>
            </a:xfrm>
            <a:custGeom>
              <a:avLst/>
              <a:gdLst>
                <a:gd name="T0" fmla="*/ 0 w 84"/>
                <a:gd name="T1" fmla="*/ 0 h 46"/>
                <a:gd name="T2" fmla="*/ 28 w 84"/>
                <a:gd name="T3" fmla="*/ 9 h 46"/>
                <a:gd name="T4" fmla="*/ 57 w 84"/>
                <a:gd name="T5" fmla="*/ 30 h 46"/>
                <a:gd name="T6" fmla="*/ 127 w 84"/>
                <a:gd name="T7" fmla="*/ 56 h 46"/>
                <a:gd name="T8" fmla="*/ 180 w 84"/>
                <a:gd name="T9" fmla="*/ 88 h 46"/>
                <a:gd name="T10" fmla="*/ 199 w 84"/>
                <a:gd name="T11" fmla="*/ 10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46">
                  <a:moveTo>
                    <a:pt x="0" y="0"/>
                  </a:moveTo>
                  <a:cubicBezTo>
                    <a:pt x="4" y="1"/>
                    <a:pt x="9" y="2"/>
                    <a:pt x="12" y="4"/>
                  </a:cubicBezTo>
                  <a:cubicBezTo>
                    <a:pt x="16" y="7"/>
                    <a:pt x="19" y="10"/>
                    <a:pt x="24" y="13"/>
                  </a:cubicBezTo>
                  <a:cubicBezTo>
                    <a:pt x="33" y="18"/>
                    <a:pt x="44" y="18"/>
                    <a:pt x="53" y="24"/>
                  </a:cubicBezTo>
                  <a:cubicBezTo>
                    <a:pt x="61" y="29"/>
                    <a:pt x="69" y="32"/>
                    <a:pt x="76" y="38"/>
                  </a:cubicBezTo>
                  <a:cubicBezTo>
                    <a:pt x="78" y="40"/>
                    <a:pt x="82" y="44"/>
                    <a:pt x="84" y="4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8" name="Freeform 518">
              <a:extLst>
                <a:ext uri="{FF2B5EF4-FFF2-40B4-BE49-F238E27FC236}">
                  <a16:creationId xmlns:a16="http://schemas.microsoft.com/office/drawing/2014/main" id="{4834150C-D28A-48A9-99D5-69E024523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845"/>
              <a:ext cx="1" cy="7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2"/>
                    <a:pt x="1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9" name="Freeform 519">
              <a:extLst>
                <a:ext uri="{FF2B5EF4-FFF2-40B4-BE49-F238E27FC236}">
                  <a16:creationId xmlns:a16="http://schemas.microsoft.com/office/drawing/2014/main" id="{A30B1CAB-58A6-453E-8E87-2065A1934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549"/>
              <a:ext cx="272" cy="222"/>
            </a:xfrm>
            <a:custGeom>
              <a:avLst/>
              <a:gdLst>
                <a:gd name="T0" fmla="*/ 479 w 204"/>
                <a:gd name="T1" fmla="*/ 1 h 167"/>
                <a:gd name="T2" fmla="*/ 251 w 204"/>
                <a:gd name="T3" fmla="*/ 98 h 167"/>
                <a:gd name="T4" fmla="*/ 0 w 204"/>
                <a:gd name="T5" fmla="*/ 286 h 167"/>
                <a:gd name="T6" fmla="*/ 23 w 204"/>
                <a:gd name="T7" fmla="*/ 350 h 167"/>
                <a:gd name="T8" fmla="*/ 149 w 204"/>
                <a:gd name="T9" fmla="*/ 391 h 167"/>
                <a:gd name="T10" fmla="*/ 151 w 204"/>
                <a:gd name="T11" fmla="*/ 386 h 167"/>
                <a:gd name="T12" fmla="*/ 149 w 204"/>
                <a:gd name="T13" fmla="*/ 383 h 167"/>
                <a:gd name="T14" fmla="*/ 28 w 204"/>
                <a:gd name="T15" fmla="*/ 344 h 167"/>
                <a:gd name="T16" fmla="*/ 7 w 204"/>
                <a:gd name="T17" fmla="*/ 286 h 167"/>
                <a:gd name="T18" fmla="*/ 255 w 204"/>
                <a:gd name="T19" fmla="*/ 106 h 167"/>
                <a:gd name="T20" fmla="*/ 484 w 204"/>
                <a:gd name="T21" fmla="*/ 7 h 167"/>
                <a:gd name="T22" fmla="*/ 484 w 204"/>
                <a:gd name="T23" fmla="*/ 1 h 167"/>
                <a:gd name="T24" fmla="*/ 479 w 204"/>
                <a:gd name="T25" fmla="*/ 1 h 1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167">
                  <a:moveTo>
                    <a:pt x="202" y="1"/>
                  </a:moveTo>
                  <a:cubicBezTo>
                    <a:pt x="186" y="20"/>
                    <a:pt x="149" y="30"/>
                    <a:pt x="106" y="42"/>
                  </a:cubicBezTo>
                  <a:cubicBezTo>
                    <a:pt x="37" y="60"/>
                    <a:pt x="1" y="87"/>
                    <a:pt x="0" y="122"/>
                  </a:cubicBezTo>
                  <a:cubicBezTo>
                    <a:pt x="0" y="133"/>
                    <a:pt x="3" y="142"/>
                    <a:pt x="10" y="149"/>
                  </a:cubicBezTo>
                  <a:cubicBezTo>
                    <a:pt x="28" y="167"/>
                    <a:pt x="61" y="166"/>
                    <a:pt x="63" y="166"/>
                  </a:cubicBezTo>
                  <a:cubicBezTo>
                    <a:pt x="64" y="166"/>
                    <a:pt x="64" y="165"/>
                    <a:pt x="64" y="164"/>
                  </a:cubicBezTo>
                  <a:cubicBezTo>
                    <a:pt x="64" y="164"/>
                    <a:pt x="63" y="163"/>
                    <a:pt x="63" y="163"/>
                  </a:cubicBezTo>
                  <a:cubicBezTo>
                    <a:pt x="62" y="163"/>
                    <a:pt x="29" y="164"/>
                    <a:pt x="12" y="147"/>
                  </a:cubicBezTo>
                  <a:cubicBezTo>
                    <a:pt x="6" y="140"/>
                    <a:pt x="3" y="132"/>
                    <a:pt x="3" y="122"/>
                  </a:cubicBezTo>
                  <a:cubicBezTo>
                    <a:pt x="4" y="89"/>
                    <a:pt x="39" y="63"/>
                    <a:pt x="107" y="45"/>
                  </a:cubicBezTo>
                  <a:cubicBezTo>
                    <a:pt x="150" y="33"/>
                    <a:pt x="187" y="22"/>
                    <a:pt x="204" y="3"/>
                  </a:cubicBezTo>
                  <a:cubicBezTo>
                    <a:pt x="204" y="2"/>
                    <a:pt x="204" y="1"/>
                    <a:pt x="204" y="1"/>
                  </a:cubicBezTo>
                  <a:cubicBezTo>
                    <a:pt x="203" y="0"/>
                    <a:pt x="202" y="0"/>
                    <a:pt x="202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0" name="Freeform 520">
              <a:extLst>
                <a:ext uri="{FF2B5EF4-FFF2-40B4-BE49-F238E27FC236}">
                  <a16:creationId xmlns:a16="http://schemas.microsoft.com/office/drawing/2014/main" id="{6718836D-CB2E-42F3-AD95-32A72C271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606"/>
              <a:ext cx="264" cy="216"/>
            </a:xfrm>
            <a:custGeom>
              <a:avLst/>
              <a:gdLst>
                <a:gd name="T0" fmla="*/ 464 w 198"/>
                <a:gd name="T1" fmla="*/ 1 h 162"/>
                <a:gd name="T2" fmla="*/ 236 w 198"/>
                <a:gd name="T3" fmla="*/ 97 h 162"/>
                <a:gd name="T4" fmla="*/ 1 w 198"/>
                <a:gd name="T5" fmla="*/ 277 h 162"/>
                <a:gd name="T6" fmla="*/ 27 w 198"/>
                <a:gd name="T7" fmla="*/ 341 h 162"/>
                <a:gd name="T8" fmla="*/ 156 w 198"/>
                <a:gd name="T9" fmla="*/ 379 h 162"/>
                <a:gd name="T10" fmla="*/ 161 w 198"/>
                <a:gd name="T11" fmla="*/ 377 h 162"/>
                <a:gd name="T12" fmla="*/ 156 w 198"/>
                <a:gd name="T13" fmla="*/ 372 h 162"/>
                <a:gd name="T14" fmla="*/ 31 w 198"/>
                <a:gd name="T15" fmla="*/ 336 h 162"/>
                <a:gd name="T16" fmla="*/ 9 w 198"/>
                <a:gd name="T17" fmla="*/ 279 h 162"/>
                <a:gd name="T18" fmla="*/ 240 w 198"/>
                <a:gd name="T19" fmla="*/ 105 h 162"/>
                <a:gd name="T20" fmla="*/ 469 w 198"/>
                <a:gd name="T21" fmla="*/ 5 h 162"/>
                <a:gd name="T22" fmla="*/ 469 w 198"/>
                <a:gd name="T23" fmla="*/ 0 h 162"/>
                <a:gd name="T24" fmla="*/ 464 w 198"/>
                <a:gd name="T25" fmla="*/ 1 h 1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8" h="162">
                  <a:moveTo>
                    <a:pt x="196" y="1"/>
                  </a:moveTo>
                  <a:cubicBezTo>
                    <a:pt x="180" y="19"/>
                    <a:pt x="143" y="30"/>
                    <a:pt x="100" y="41"/>
                  </a:cubicBezTo>
                  <a:cubicBezTo>
                    <a:pt x="52" y="54"/>
                    <a:pt x="2" y="73"/>
                    <a:pt x="1" y="117"/>
                  </a:cubicBezTo>
                  <a:cubicBezTo>
                    <a:pt x="0" y="128"/>
                    <a:pt x="4" y="137"/>
                    <a:pt x="11" y="144"/>
                  </a:cubicBezTo>
                  <a:cubicBezTo>
                    <a:pt x="29" y="162"/>
                    <a:pt x="65" y="160"/>
                    <a:pt x="66" y="160"/>
                  </a:cubicBezTo>
                  <a:cubicBezTo>
                    <a:pt x="67" y="160"/>
                    <a:pt x="68" y="160"/>
                    <a:pt x="68" y="159"/>
                  </a:cubicBezTo>
                  <a:cubicBezTo>
                    <a:pt x="67" y="158"/>
                    <a:pt x="67" y="157"/>
                    <a:pt x="66" y="157"/>
                  </a:cubicBezTo>
                  <a:cubicBezTo>
                    <a:pt x="66" y="157"/>
                    <a:pt x="30" y="159"/>
                    <a:pt x="13" y="142"/>
                  </a:cubicBezTo>
                  <a:cubicBezTo>
                    <a:pt x="6" y="135"/>
                    <a:pt x="3" y="127"/>
                    <a:pt x="4" y="118"/>
                  </a:cubicBezTo>
                  <a:cubicBezTo>
                    <a:pt x="5" y="75"/>
                    <a:pt x="54" y="57"/>
                    <a:pt x="101" y="44"/>
                  </a:cubicBezTo>
                  <a:cubicBezTo>
                    <a:pt x="144" y="33"/>
                    <a:pt x="181" y="22"/>
                    <a:pt x="198" y="2"/>
                  </a:cubicBezTo>
                  <a:cubicBezTo>
                    <a:pt x="198" y="2"/>
                    <a:pt x="198" y="1"/>
                    <a:pt x="198" y="0"/>
                  </a:cubicBezTo>
                  <a:cubicBezTo>
                    <a:pt x="197" y="0"/>
                    <a:pt x="196" y="0"/>
                    <a:pt x="196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1" name="Freeform 521">
              <a:extLst>
                <a:ext uri="{FF2B5EF4-FFF2-40B4-BE49-F238E27FC236}">
                  <a16:creationId xmlns:a16="http://schemas.microsoft.com/office/drawing/2014/main" id="{C4327B05-5CC2-491F-876A-7DA5559E1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659"/>
              <a:ext cx="254" cy="213"/>
            </a:xfrm>
            <a:custGeom>
              <a:avLst/>
              <a:gdLst>
                <a:gd name="T0" fmla="*/ 449 w 190"/>
                <a:gd name="T1" fmla="*/ 1 h 160"/>
                <a:gd name="T2" fmla="*/ 219 w 190"/>
                <a:gd name="T3" fmla="*/ 97 h 160"/>
                <a:gd name="T4" fmla="*/ 1 w 190"/>
                <a:gd name="T5" fmla="*/ 277 h 160"/>
                <a:gd name="T6" fmla="*/ 27 w 190"/>
                <a:gd name="T7" fmla="*/ 341 h 160"/>
                <a:gd name="T8" fmla="*/ 155 w 190"/>
                <a:gd name="T9" fmla="*/ 373 h 160"/>
                <a:gd name="T10" fmla="*/ 158 w 190"/>
                <a:gd name="T11" fmla="*/ 369 h 160"/>
                <a:gd name="T12" fmla="*/ 155 w 190"/>
                <a:gd name="T13" fmla="*/ 365 h 160"/>
                <a:gd name="T14" fmla="*/ 31 w 190"/>
                <a:gd name="T15" fmla="*/ 333 h 160"/>
                <a:gd name="T16" fmla="*/ 9 w 190"/>
                <a:gd name="T17" fmla="*/ 278 h 160"/>
                <a:gd name="T18" fmla="*/ 222 w 190"/>
                <a:gd name="T19" fmla="*/ 105 h 160"/>
                <a:gd name="T20" fmla="*/ 455 w 190"/>
                <a:gd name="T21" fmla="*/ 5 h 160"/>
                <a:gd name="T22" fmla="*/ 455 w 190"/>
                <a:gd name="T23" fmla="*/ 0 h 160"/>
                <a:gd name="T24" fmla="*/ 449 w 190"/>
                <a:gd name="T25" fmla="*/ 1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160">
                  <a:moveTo>
                    <a:pt x="188" y="1"/>
                  </a:moveTo>
                  <a:cubicBezTo>
                    <a:pt x="172" y="19"/>
                    <a:pt x="135" y="30"/>
                    <a:pt x="92" y="41"/>
                  </a:cubicBezTo>
                  <a:cubicBezTo>
                    <a:pt x="50" y="52"/>
                    <a:pt x="2" y="71"/>
                    <a:pt x="1" y="117"/>
                  </a:cubicBezTo>
                  <a:cubicBezTo>
                    <a:pt x="0" y="128"/>
                    <a:pt x="4" y="137"/>
                    <a:pt x="11" y="144"/>
                  </a:cubicBezTo>
                  <a:cubicBezTo>
                    <a:pt x="28" y="160"/>
                    <a:pt x="63" y="158"/>
                    <a:pt x="65" y="158"/>
                  </a:cubicBezTo>
                  <a:cubicBezTo>
                    <a:pt x="66" y="158"/>
                    <a:pt x="66" y="157"/>
                    <a:pt x="66" y="156"/>
                  </a:cubicBezTo>
                  <a:cubicBezTo>
                    <a:pt x="66" y="155"/>
                    <a:pt x="65" y="155"/>
                    <a:pt x="65" y="155"/>
                  </a:cubicBezTo>
                  <a:cubicBezTo>
                    <a:pt x="64" y="155"/>
                    <a:pt x="30" y="157"/>
                    <a:pt x="13" y="141"/>
                  </a:cubicBezTo>
                  <a:cubicBezTo>
                    <a:pt x="6" y="135"/>
                    <a:pt x="3" y="127"/>
                    <a:pt x="4" y="118"/>
                  </a:cubicBezTo>
                  <a:cubicBezTo>
                    <a:pt x="5" y="74"/>
                    <a:pt x="50" y="56"/>
                    <a:pt x="93" y="44"/>
                  </a:cubicBezTo>
                  <a:cubicBezTo>
                    <a:pt x="136" y="33"/>
                    <a:pt x="173" y="22"/>
                    <a:pt x="190" y="2"/>
                  </a:cubicBezTo>
                  <a:cubicBezTo>
                    <a:pt x="190" y="2"/>
                    <a:pt x="190" y="1"/>
                    <a:pt x="190" y="0"/>
                  </a:cubicBezTo>
                  <a:cubicBezTo>
                    <a:pt x="189" y="0"/>
                    <a:pt x="188" y="0"/>
                    <a:pt x="188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2" name="Freeform 522">
              <a:extLst>
                <a:ext uri="{FF2B5EF4-FFF2-40B4-BE49-F238E27FC236}">
                  <a16:creationId xmlns:a16="http://schemas.microsoft.com/office/drawing/2014/main" id="{C95C57D2-9E4B-4ECD-B9D3-6D6E8B590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3"/>
              <a:ext cx="244" cy="178"/>
            </a:xfrm>
            <a:custGeom>
              <a:avLst/>
              <a:gdLst>
                <a:gd name="T0" fmla="*/ 428 w 183"/>
                <a:gd name="T1" fmla="*/ 1 h 134"/>
                <a:gd name="T2" fmla="*/ 201 w 183"/>
                <a:gd name="T3" fmla="*/ 96 h 134"/>
                <a:gd name="T4" fmla="*/ 0 w 183"/>
                <a:gd name="T5" fmla="*/ 242 h 134"/>
                <a:gd name="T6" fmla="*/ 48 w 183"/>
                <a:gd name="T7" fmla="*/ 313 h 134"/>
                <a:gd name="T8" fmla="*/ 52 w 183"/>
                <a:gd name="T9" fmla="*/ 308 h 134"/>
                <a:gd name="T10" fmla="*/ 49 w 183"/>
                <a:gd name="T11" fmla="*/ 307 h 134"/>
                <a:gd name="T12" fmla="*/ 7 w 183"/>
                <a:gd name="T13" fmla="*/ 242 h 134"/>
                <a:gd name="T14" fmla="*/ 204 w 183"/>
                <a:gd name="T15" fmla="*/ 102 h 134"/>
                <a:gd name="T16" fmla="*/ 433 w 183"/>
                <a:gd name="T17" fmla="*/ 5 h 134"/>
                <a:gd name="T18" fmla="*/ 433 w 183"/>
                <a:gd name="T19" fmla="*/ 0 h 134"/>
                <a:gd name="T20" fmla="*/ 428 w 183"/>
                <a:gd name="T21" fmla="*/ 1 h 1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3" h="134">
                  <a:moveTo>
                    <a:pt x="181" y="1"/>
                  </a:moveTo>
                  <a:cubicBezTo>
                    <a:pt x="165" y="19"/>
                    <a:pt x="128" y="30"/>
                    <a:pt x="85" y="41"/>
                  </a:cubicBezTo>
                  <a:cubicBezTo>
                    <a:pt x="46" y="52"/>
                    <a:pt x="0" y="74"/>
                    <a:pt x="0" y="103"/>
                  </a:cubicBezTo>
                  <a:cubicBezTo>
                    <a:pt x="0" y="130"/>
                    <a:pt x="20" y="134"/>
                    <a:pt x="20" y="134"/>
                  </a:cubicBezTo>
                  <a:cubicBezTo>
                    <a:pt x="21" y="134"/>
                    <a:pt x="22" y="133"/>
                    <a:pt x="22" y="132"/>
                  </a:cubicBezTo>
                  <a:cubicBezTo>
                    <a:pt x="22" y="132"/>
                    <a:pt x="21" y="131"/>
                    <a:pt x="21" y="131"/>
                  </a:cubicBezTo>
                  <a:cubicBezTo>
                    <a:pt x="20" y="131"/>
                    <a:pt x="3" y="128"/>
                    <a:pt x="3" y="103"/>
                  </a:cubicBezTo>
                  <a:cubicBezTo>
                    <a:pt x="3" y="77"/>
                    <a:pt x="45" y="55"/>
                    <a:pt x="86" y="44"/>
                  </a:cubicBezTo>
                  <a:cubicBezTo>
                    <a:pt x="129" y="33"/>
                    <a:pt x="166" y="22"/>
                    <a:pt x="183" y="2"/>
                  </a:cubicBezTo>
                  <a:cubicBezTo>
                    <a:pt x="183" y="2"/>
                    <a:pt x="183" y="1"/>
                    <a:pt x="183" y="0"/>
                  </a:cubicBezTo>
                  <a:cubicBezTo>
                    <a:pt x="182" y="0"/>
                    <a:pt x="181" y="0"/>
                    <a:pt x="181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3" name="Freeform 523">
              <a:extLst>
                <a:ext uri="{FF2B5EF4-FFF2-40B4-BE49-F238E27FC236}">
                  <a16:creationId xmlns:a16="http://schemas.microsoft.com/office/drawing/2014/main" id="{1D16259D-4471-4729-BB12-E22AFB229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489"/>
              <a:ext cx="272" cy="221"/>
            </a:xfrm>
            <a:custGeom>
              <a:avLst/>
              <a:gdLst>
                <a:gd name="T0" fmla="*/ 476 w 204"/>
                <a:gd name="T1" fmla="*/ 1 h 166"/>
                <a:gd name="T2" fmla="*/ 320 w 204"/>
                <a:gd name="T3" fmla="*/ 84 h 166"/>
                <a:gd name="T4" fmla="*/ 251 w 204"/>
                <a:gd name="T5" fmla="*/ 97 h 166"/>
                <a:gd name="T6" fmla="*/ 0 w 204"/>
                <a:gd name="T7" fmla="*/ 285 h 166"/>
                <a:gd name="T8" fmla="*/ 23 w 204"/>
                <a:gd name="T9" fmla="*/ 349 h 166"/>
                <a:gd name="T10" fmla="*/ 149 w 204"/>
                <a:gd name="T11" fmla="*/ 391 h 166"/>
                <a:gd name="T12" fmla="*/ 151 w 204"/>
                <a:gd name="T13" fmla="*/ 386 h 166"/>
                <a:gd name="T14" fmla="*/ 149 w 204"/>
                <a:gd name="T15" fmla="*/ 385 h 166"/>
                <a:gd name="T16" fmla="*/ 28 w 204"/>
                <a:gd name="T17" fmla="*/ 343 h 166"/>
                <a:gd name="T18" fmla="*/ 7 w 204"/>
                <a:gd name="T19" fmla="*/ 288 h 166"/>
                <a:gd name="T20" fmla="*/ 255 w 204"/>
                <a:gd name="T21" fmla="*/ 105 h 166"/>
                <a:gd name="T22" fmla="*/ 321 w 204"/>
                <a:gd name="T23" fmla="*/ 91 h 166"/>
                <a:gd name="T24" fmla="*/ 484 w 204"/>
                <a:gd name="T25" fmla="*/ 5 h 166"/>
                <a:gd name="T26" fmla="*/ 484 w 204"/>
                <a:gd name="T27" fmla="*/ 0 h 166"/>
                <a:gd name="T28" fmla="*/ 476 w 204"/>
                <a:gd name="T29" fmla="*/ 1 h 1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4" h="166">
                  <a:moveTo>
                    <a:pt x="201" y="1"/>
                  </a:moveTo>
                  <a:cubicBezTo>
                    <a:pt x="184" y="24"/>
                    <a:pt x="164" y="29"/>
                    <a:pt x="135" y="35"/>
                  </a:cubicBezTo>
                  <a:cubicBezTo>
                    <a:pt x="106" y="41"/>
                    <a:pt x="106" y="41"/>
                    <a:pt x="106" y="41"/>
                  </a:cubicBezTo>
                  <a:cubicBezTo>
                    <a:pt x="37" y="60"/>
                    <a:pt x="1" y="87"/>
                    <a:pt x="0" y="121"/>
                  </a:cubicBezTo>
                  <a:cubicBezTo>
                    <a:pt x="0" y="132"/>
                    <a:pt x="3" y="141"/>
                    <a:pt x="10" y="148"/>
                  </a:cubicBezTo>
                  <a:cubicBezTo>
                    <a:pt x="28" y="166"/>
                    <a:pt x="61" y="166"/>
                    <a:pt x="63" y="166"/>
                  </a:cubicBezTo>
                  <a:cubicBezTo>
                    <a:pt x="64" y="166"/>
                    <a:pt x="64" y="165"/>
                    <a:pt x="64" y="164"/>
                  </a:cubicBezTo>
                  <a:cubicBezTo>
                    <a:pt x="64" y="163"/>
                    <a:pt x="63" y="163"/>
                    <a:pt x="63" y="163"/>
                  </a:cubicBezTo>
                  <a:cubicBezTo>
                    <a:pt x="62" y="163"/>
                    <a:pt x="29" y="163"/>
                    <a:pt x="12" y="146"/>
                  </a:cubicBezTo>
                  <a:cubicBezTo>
                    <a:pt x="6" y="140"/>
                    <a:pt x="3" y="132"/>
                    <a:pt x="3" y="122"/>
                  </a:cubicBezTo>
                  <a:cubicBezTo>
                    <a:pt x="4" y="88"/>
                    <a:pt x="39" y="62"/>
                    <a:pt x="107" y="44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65" y="31"/>
                    <a:pt x="186" y="27"/>
                    <a:pt x="204" y="2"/>
                  </a:cubicBezTo>
                  <a:cubicBezTo>
                    <a:pt x="204" y="2"/>
                    <a:pt x="204" y="1"/>
                    <a:pt x="204" y="0"/>
                  </a:cubicBezTo>
                  <a:cubicBezTo>
                    <a:pt x="203" y="0"/>
                    <a:pt x="202" y="0"/>
                    <a:pt x="201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4" name="Freeform 524">
              <a:extLst>
                <a:ext uri="{FF2B5EF4-FFF2-40B4-BE49-F238E27FC236}">
                  <a16:creationId xmlns:a16="http://schemas.microsoft.com/office/drawing/2014/main" id="{01C9FA85-4AED-4C21-842E-A06683820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454"/>
              <a:ext cx="269" cy="201"/>
            </a:xfrm>
            <a:custGeom>
              <a:avLst/>
              <a:gdLst>
                <a:gd name="T0" fmla="*/ 470 w 202"/>
                <a:gd name="T1" fmla="*/ 1 h 151"/>
                <a:gd name="T2" fmla="*/ 349 w 202"/>
                <a:gd name="T3" fmla="*/ 48 h 151"/>
                <a:gd name="T4" fmla="*/ 250 w 202"/>
                <a:gd name="T5" fmla="*/ 69 h 151"/>
                <a:gd name="T6" fmla="*/ 1 w 202"/>
                <a:gd name="T7" fmla="*/ 237 h 151"/>
                <a:gd name="T8" fmla="*/ 161 w 202"/>
                <a:gd name="T9" fmla="*/ 357 h 151"/>
                <a:gd name="T10" fmla="*/ 165 w 202"/>
                <a:gd name="T11" fmla="*/ 354 h 151"/>
                <a:gd name="T12" fmla="*/ 161 w 202"/>
                <a:gd name="T13" fmla="*/ 349 h 151"/>
                <a:gd name="T14" fmla="*/ 9 w 202"/>
                <a:gd name="T15" fmla="*/ 241 h 151"/>
                <a:gd name="T16" fmla="*/ 252 w 202"/>
                <a:gd name="T17" fmla="*/ 76 h 151"/>
                <a:gd name="T18" fmla="*/ 349 w 202"/>
                <a:gd name="T19" fmla="*/ 55 h 151"/>
                <a:gd name="T20" fmla="*/ 475 w 202"/>
                <a:gd name="T21" fmla="*/ 7 h 151"/>
                <a:gd name="T22" fmla="*/ 475 w 202"/>
                <a:gd name="T23" fmla="*/ 1 h 151"/>
                <a:gd name="T24" fmla="*/ 470 w 202"/>
                <a:gd name="T25" fmla="*/ 1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2" h="151">
                  <a:moveTo>
                    <a:pt x="199" y="1"/>
                  </a:moveTo>
                  <a:cubicBezTo>
                    <a:pt x="189" y="13"/>
                    <a:pt x="172" y="16"/>
                    <a:pt x="148" y="20"/>
                  </a:cubicBezTo>
                  <a:cubicBezTo>
                    <a:pt x="136" y="22"/>
                    <a:pt x="122" y="25"/>
                    <a:pt x="106" y="29"/>
                  </a:cubicBezTo>
                  <a:cubicBezTo>
                    <a:pt x="60" y="41"/>
                    <a:pt x="3" y="56"/>
                    <a:pt x="1" y="101"/>
                  </a:cubicBezTo>
                  <a:cubicBezTo>
                    <a:pt x="0" y="146"/>
                    <a:pt x="67" y="151"/>
                    <a:pt x="68" y="151"/>
                  </a:cubicBezTo>
                  <a:cubicBezTo>
                    <a:pt x="69" y="151"/>
                    <a:pt x="69" y="150"/>
                    <a:pt x="70" y="150"/>
                  </a:cubicBezTo>
                  <a:cubicBezTo>
                    <a:pt x="70" y="149"/>
                    <a:pt x="69" y="148"/>
                    <a:pt x="68" y="148"/>
                  </a:cubicBezTo>
                  <a:cubicBezTo>
                    <a:pt x="67" y="148"/>
                    <a:pt x="3" y="144"/>
                    <a:pt x="4" y="102"/>
                  </a:cubicBezTo>
                  <a:cubicBezTo>
                    <a:pt x="6" y="58"/>
                    <a:pt x="62" y="44"/>
                    <a:pt x="107" y="32"/>
                  </a:cubicBezTo>
                  <a:cubicBezTo>
                    <a:pt x="122" y="28"/>
                    <a:pt x="136" y="25"/>
                    <a:pt x="148" y="23"/>
                  </a:cubicBezTo>
                  <a:cubicBezTo>
                    <a:pt x="173" y="19"/>
                    <a:pt x="190" y="16"/>
                    <a:pt x="201" y="3"/>
                  </a:cubicBezTo>
                  <a:cubicBezTo>
                    <a:pt x="202" y="3"/>
                    <a:pt x="202" y="2"/>
                    <a:pt x="201" y="1"/>
                  </a:cubicBezTo>
                  <a:cubicBezTo>
                    <a:pt x="200" y="0"/>
                    <a:pt x="199" y="1"/>
                    <a:pt x="199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5" name="Freeform 525">
              <a:extLst>
                <a:ext uri="{FF2B5EF4-FFF2-40B4-BE49-F238E27FC236}">
                  <a16:creationId xmlns:a16="http://schemas.microsoft.com/office/drawing/2014/main" id="{7695C8C3-8329-42E7-AB56-0DF9A0D59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409"/>
              <a:ext cx="264" cy="192"/>
            </a:xfrm>
            <a:custGeom>
              <a:avLst/>
              <a:gdLst>
                <a:gd name="T0" fmla="*/ 463 w 198"/>
                <a:gd name="T1" fmla="*/ 1 h 144"/>
                <a:gd name="T2" fmla="*/ 341 w 198"/>
                <a:gd name="T3" fmla="*/ 44 h 144"/>
                <a:gd name="T4" fmla="*/ 241 w 198"/>
                <a:gd name="T5" fmla="*/ 65 h 144"/>
                <a:gd name="T6" fmla="*/ 207 w 198"/>
                <a:gd name="T7" fmla="*/ 76 h 144"/>
                <a:gd name="T8" fmla="*/ 1 w 198"/>
                <a:gd name="T9" fmla="*/ 220 h 144"/>
                <a:gd name="T10" fmla="*/ 155 w 198"/>
                <a:gd name="T11" fmla="*/ 341 h 144"/>
                <a:gd name="T12" fmla="*/ 159 w 198"/>
                <a:gd name="T13" fmla="*/ 340 h 144"/>
                <a:gd name="T14" fmla="*/ 155 w 198"/>
                <a:gd name="T15" fmla="*/ 335 h 144"/>
                <a:gd name="T16" fmla="*/ 9 w 198"/>
                <a:gd name="T17" fmla="*/ 223 h 144"/>
                <a:gd name="T18" fmla="*/ 208 w 198"/>
                <a:gd name="T19" fmla="*/ 84 h 144"/>
                <a:gd name="T20" fmla="*/ 244 w 198"/>
                <a:gd name="T21" fmla="*/ 73 h 144"/>
                <a:gd name="T22" fmla="*/ 341 w 198"/>
                <a:gd name="T23" fmla="*/ 52 h 144"/>
                <a:gd name="T24" fmla="*/ 468 w 198"/>
                <a:gd name="T25" fmla="*/ 5 h 144"/>
                <a:gd name="T26" fmla="*/ 468 w 198"/>
                <a:gd name="T27" fmla="*/ 0 h 144"/>
                <a:gd name="T28" fmla="*/ 463 w 198"/>
                <a:gd name="T29" fmla="*/ 1 h 1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44">
                  <a:moveTo>
                    <a:pt x="195" y="1"/>
                  </a:moveTo>
                  <a:cubicBezTo>
                    <a:pt x="185" y="12"/>
                    <a:pt x="168" y="15"/>
                    <a:pt x="144" y="19"/>
                  </a:cubicBezTo>
                  <a:cubicBezTo>
                    <a:pt x="132" y="22"/>
                    <a:pt x="118" y="24"/>
                    <a:pt x="102" y="28"/>
                  </a:cubicBezTo>
                  <a:cubicBezTo>
                    <a:pt x="87" y="32"/>
                    <a:pt x="87" y="32"/>
                    <a:pt x="87" y="32"/>
                  </a:cubicBezTo>
                  <a:cubicBezTo>
                    <a:pt x="46" y="42"/>
                    <a:pt x="2" y="53"/>
                    <a:pt x="1" y="93"/>
                  </a:cubicBezTo>
                  <a:cubicBezTo>
                    <a:pt x="0" y="138"/>
                    <a:pt x="65" y="144"/>
                    <a:pt x="65" y="144"/>
                  </a:cubicBezTo>
                  <a:cubicBezTo>
                    <a:pt x="66" y="144"/>
                    <a:pt x="67" y="144"/>
                    <a:pt x="67" y="143"/>
                  </a:cubicBezTo>
                  <a:cubicBezTo>
                    <a:pt x="67" y="142"/>
                    <a:pt x="66" y="141"/>
                    <a:pt x="65" y="141"/>
                  </a:cubicBezTo>
                  <a:cubicBezTo>
                    <a:pt x="65" y="141"/>
                    <a:pt x="3" y="136"/>
                    <a:pt x="4" y="94"/>
                  </a:cubicBezTo>
                  <a:cubicBezTo>
                    <a:pt x="5" y="55"/>
                    <a:pt x="47" y="45"/>
                    <a:pt x="88" y="35"/>
                  </a:cubicBezTo>
                  <a:cubicBezTo>
                    <a:pt x="103" y="31"/>
                    <a:pt x="103" y="31"/>
                    <a:pt x="103" y="31"/>
                  </a:cubicBezTo>
                  <a:cubicBezTo>
                    <a:pt x="118" y="27"/>
                    <a:pt x="132" y="25"/>
                    <a:pt x="144" y="22"/>
                  </a:cubicBezTo>
                  <a:cubicBezTo>
                    <a:pt x="169" y="18"/>
                    <a:pt x="186" y="15"/>
                    <a:pt x="197" y="2"/>
                  </a:cubicBezTo>
                  <a:cubicBezTo>
                    <a:pt x="198" y="2"/>
                    <a:pt x="198" y="1"/>
                    <a:pt x="197" y="0"/>
                  </a:cubicBezTo>
                  <a:cubicBezTo>
                    <a:pt x="196" y="0"/>
                    <a:pt x="195" y="0"/>
                    <a:pt x="195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6" name="Freeform 526">
              <a:extLst>
                <a:ext uri="{FF2B5EF4-FFF2-40B4-BE49-F238E27FC236}">
                  <a16:creationId xmlns:a16="http://schemas.microsoft.com/office/drawing/2014/main" id="{28730F5E-18B1-4CF4-81ED-1C27F095C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747"/>
              <a:ext cx="224" cy="173"/>
            </a:xfrm>
            <a:custGeom>
              <a:avLst/>
              <a:gdLst>
                <a:gd name="T0" fmla="*/ 391 w 168"/>
                <a:gd name="T1" fmla="*/ 1 h 130"/>
                <a:gd name="T2" fmla="*/ 284 w 168"/>
                <a:gd name="T3" fmla="*/ 71 h 130"/>
                <a:gd name="T4" fmla="*/ 177 w 168"/>
                <a:gd name="T5" fmla="*/ 112 h 130"/>
                <a:gd name="T6" fmla="*/ 5 w 168"/>
                <a:gd name="T7" fmla="*/ 241 h 130"/>
                <a:gd name="T8" fmla="*/ 7 w 168"/>
                <a:gd name="T9" fmla="*/ 283 h 130"/>
                <a:gd name="T10" fmla="*/ 31 w 168"/>
                <a:gd name="T11" fmla="*/ 299 h 130"/>
                <a:gd name="T12" fmla="*/ 119 w 168"/>
                <a:gd name="T13" fmla="*/ 271 h 130"/>
                <a:gd name="T14" fmla="*/ 119 w 168"/>
                <a:gd name="T15" fmla="*/ 266 h 130"/>
                <a:gd name="T16" fmla="*/ 113 w 168"/>
                <a:gd name="T17" fmla="*/ 263 h 130"/>
                <a:gd name="T18" fmla="*/ 33 w 168"/>
                <a:gd name="T19" fmla="*/ 293 h 130"/>
                <a:gd name="T20" fmla="*/ 15 w 168"/>
                <a:gd name="T21" fmla="*/ 278 h 130"/>
                <a:gd name="T22" fmla="*/ 12 w 168"/>
                <a:gd name="T23" fmla="*/ 242 h 130"/>
                <a:gd name="T24" fmla="*/ 180 w 168"/>
                <a:gd name="T25" fmla="*/ 118 h 130"/>
                <a:gd name="T26" fmla="*/ 287 w 168"/>
                <a:gd name="T27" fmla="*/ 76 h 130"/>
                <a:gd name="T28" fmla="*/ 396 w 168"/>
                <a:gd name="T29" fmla="*/ 5 h 130"/>
                <a:gd name="T30" fmla="*/ 396 w 168"/>
                <a:gd name="T31" fmla="*/ 0 h 130"/>
                <a:gd name="T32" fmla="*/ 391 w 168"/>
                <a:gd name="T33" fmla="*/ 1 h 13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8" h="130">
                  <a:moveTo>
                    <a:pt x="165" y="1"/>
                  </a:moveTo>
                  <a:cubicBezTo>
                    <a:pt x="159" y="16"/>
                    <a:pt x="145" y="21"/>
                    <a:pt x="120" y="30"/>
                  </a:cubicBezTo>
                  <a:cubicBezTo>
                    <a:pt x="108" y="34"/>
                    <a:pt x="93" y="39"/>
                    <a:pt x="75" y="47"/>
                  </a:cubicBezTo>
                  <a:cubicBezTo>
                    <a:pt x="35" y="64"/>
                    <a:pt x="8" y="84"/>
                    <a:pt x="2" y="102"/>
                  </a:cubicBezTo>
                  <a:cubicBezTo>
                    <a:pt x="0" y="109"/>
                    <a:pt x="0" y="114"/>
                    <a:pt x="3" y="120"/>
                  </a:cubicBezTo>
                  <a:cubicBezTo>
                    <a:pt x="6" y="124"/>
                    <a:pt x="9" y="126"/>
                    <a:pt x="13" y="127"/>
                  </a:cubicBezTo>
                  <a:cubicBezTo>
                    <a:pt x="28" y="130"/>
                    <a:pt x="49" y="115"/>
                    <a:pt x="50" y="115"/>
                  </a:cubicBezTo>
                  <a:cubicBezTo>
                    <a:pt x="50" y="114"/>
                    <a:pt x="50" y="113"/>
                    <a:pt x="50" y="113"/>
                  </a:cubicBezTo>
                  <a:cubicBezTo>
                    <a:pt x="49" y="112"/>
                    <a:pt x="48" y="112"/>
                    <a:pt x="48" y="112"/>
                  </a:cubicBezTo>
                  <a:cubicBezTo>
                    <a:pt x="48" y="112"/>
                    <a:pt x="27" y="127"/>
                    <a:pt x="14" y="124"/>
                  </a:cubicBezTo>
                  <a:cubicBezTo>
                    <a:pt x="11" y="123"/>
                    <a:pt x="8" y="121"/>
                    <a:pt x="6" y="118"/>
                  </a:cubicBezTo>
                  <a:cubicBezTo>
                    <a:pt x="3" y="114"/>
                    <a:pt x="3" y="109"/>
                    <a:pt x="5" y="103"/>
                  </a:cubicBezTo>
                  <a:cubicBezTo>
                    <a:pt x="11" y="86"/>
                    <a:pt x="37" y="66"/>
                    <a:pt x="76" y="50"/>
                  </a:cubicBezTo>
                  <a:cubicBezTo>
                    <a:pt x="94" y="42"/>
                    <a:pt x="109" y="37"/>
                    <a:pt x="121" y="32"/>
                  </a:cubicBezTo>
                  <a:cubicBezTo>
                    <a:pt x="147" y="23"/>
                    <a:pt x="162" y="18"/>
                    <a:pt x="167" y="2"/>
                  </a:cubicBezTo>
                  <a:cubicBezTo>
                    <a:pt x="168" y="1"/>
                    <a:pt x="167" y="0"/>
                    <a:pt x="167" y="0"/>
                  </a:cubicBezTo>
                  <a:cubicBezTo>
                    <a:pt x="166" y="0"/>
                    <a:pt x="165" y="0"/>
                    <a:pt x="165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7" name="Freeform 527">
              <a:extLst>
                <a:ext uri="{FF2B5EF4-FFF2-40B4-BE49-F238E27FC236}">
                  <a16:creationId xmlns:a16="http://schemas.microsoft.com/office/drawing/2014/main" id="{BE49D605-273C-48E5-A7D7-B8E762A9D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378"/>
              <a:ext cx="242" cy="161"/>
            </a:xfrm>
            <a:custGeom>
              <a:avLst/>
              <a:gdLst>
                <a:gd name="T0" fmla="*/ 423 w 182"/>
                <a:gd name="T1" fmla="*/ 1 h 121"/>
                <a:gd name="T2" fmla="*/ 294 w 182"/>
                <a:gd name="T3" fmla="*/ 36 h 121"/>
                <a:gd name="T4" fmla="*/ 173 w 182"/>
                <a:gd name="T5" fmla="*/ 52 h 121"/>
                <a:gd name="T6" fmla="*/ 5 w 182"/>
                <a:gd name="T7" fmla="*/ 173 h 121"/>
                <a:gd name="T8" fmla="*/ 138 w 182"/>
                <a:gd name="T9" fmla="*/ 285 h 121"/>
                <a:gd name="T10" fmla="*/ 144 w 182"/>
                <a:gd name="T11" fmla="*/ 283 h 121"/>
                <a:gd name="T12" fmla="*/ 141 w 182"/>
                <a:gd name="T13" fmla="*/ 278 h 121"/>
                <a:gd name="T14" fmla="*/ 12 w 182"/>
                <a:gd name="T15" fmla="*/ 173 h 121"/>
                <a:gd name="T16" fmla="*/ 173 w 182"/>
                <a:gd name="T17" fmla="*/ 59 h 121"/>
                <a:gd name="T18" fmla="*/ 294 w 182"/>
                <a:gd name="T19" fmla="*/ 43 h 121"/>
                <a:gd name="T20" fmla="*/ 428 w 182"/>
                <a:gd name="T21" fmla="*/ 7 h 121"/>
                <a:gd name="T22" fmla="*/ 428 w 182"/>
                <a:gd name="T23" fmla="*/ 1 h 121"/>
                <a:gd name="T24" fmla="*/ 423 w 182"/>
                <a:gd name="T25" fmla="*/ 1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121">
                  <a:moveTo>
                    <a:pt x="180" y="1"/>
                  </a:moveTo>
                  <a:cubicBezTo>
                    <a:pt x="170" y="13"/>
                    <a:pt x="149" y="14"/>
                    <a:pt x="125" y="15"/>
                  </a:cubicBezTo>
                  <a:cubicBezTo>
                    <a:pt x="109" y="16"/>
                    <a:pt x="91" y="17"/>
                    <a:pt x="74" y="22"/>
                  </a:cubicBezTo>
                  <a:cubicBezTo>
                    <a:pt x="30" y="33"/>
                    <a:pt x="3" y="41"/>
                    <a:pt x="2" y="74"/>
                  </a:cubicBezTo>
                  <a:cubicBezTo>
                    <a:pt x="0" y="108"/>
                    <a:pt x="47" y="120"/>
                    <a:pt x="59" y="121"/>
                  </a:cubicBezTo>
                  <a:cubicBezTo>
                    <a:pt x="60" y="121"/>
                    <a:pt x="61" y="121"/>
                    <a:pt x="61" y="120"/>
                  </a:cubicBezTo>
                  <a:cubicBezTo>
                    <a:pt x="61" y="119"/>
                    <a:pt x="60" y="118"/>
                    <a:pt x="60" y="118"/>
                  </a:cubicBezTo>
                  <a:cubicBezTo>
                    <a:pt x="44" y="117"/>
                    <a:pt x="4" y="104"/>
                    <a:pt x="5" y="74"/>
                  </a:cubicBezTo>
                  <a:cubicBezTo>
                    <a:pt x="6" y="43"/>
                    <a:pt x="31" y="36"/>
                    <a:pt x="74" y="25"/>
                  </a:cubicBezTo>
                  <a:cubicBezTo>
                    <a:pt x="91" y="20"/>
                    <a:pt x="109" y="19"/>
                    <a:pt x="125" y="18"/>
                  </a:cubicBezTo>
                  <a:cubicBezTo>
                    <a:pt x="150" y="17"/>
                    <a:pt x="172" y="15"/>
                    <a:pt x="182" y="3"/>
                  </a:cubicBezTo>
                  <a:cubicBezTo>
                    <a:pt x="182" y="2"/>
                    <a:pt x="182" y="1"/>
                    <a:pt x="182" y="1"/>
                  </a:cubicBezTo>
                  <a:cubicBezTo>
                    <a:pt x="181" y="0"/>
                    <a:pt x="180" y="0"/>
                    <a:pt x="180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8" name="Freeform 528">
              <a:extLst>
                <a:ext uri="{FF2B5EF4-FFF2-40B4-BE49-F238E27FC236}">
                  <a16:creationId xmlns:a16="http://schemas.microsoft.com/office/drawing/2014/main" id="{D1B2B2D8-BF01-4283-887D-FD93F83B0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336"/>
              <a:ext cx="213" cy="147"/>
            </a:xfrm>
            <a:custGeom>
              <a:avLst/>
              <a:gdLst>
                <a:gd name="T0" fmla="*/ 373 w 160"/>
                <a:gd name="T1" fmla="*/ 1 h 111"/>
                <a:gd name="T2" fmla="*/ 257 w 160"/>
                <a:gd name="T3" fmla="*/ 33 h 111"/>
                <a:gd name="T4" fmla="*/ 142 w 160"/>
                <a:gd name="T5" fmla="*/ 44 h 111"/>
                <a:gd name="T6" fmla="*/ 1 w 160"/>
                <a:gd name="T7" fmla="*/ 142 h 111"/>
                <a:gd name="T8" fmla="*/ 20 w 160"/>
                <a:gd name="T9" fmla="*/ 199 h 111"/>
                <a:gd name="T10" fmla="*/ 113 w 160"/>
                <a:gd name="T11" fmla="*/ 258 h 111"/>
                <a:gd name="T12" fmla="*/ 118 w 160"/>
                <a:gd name="T13" fmla="*/ 253 h 111"/>
                <a:gd name="T14" fmla="*/ 113 w 160"/>
                <a:gd name="T15" fmla="*/ 250 h 111"/>
                <a:gd name="T16" fmla="*/ 27 w 160"/>
                <a:gd name="T17" fmla="*/ 193 h 111"/>
                <a:gd name="T18" fmla="*/ 9 w 160"/>
                <a:gd name="T19" fmla="*/ 142 h 111"/>
                <a:gd name="T20" fmla="*/ 142 w 160"/>
                <a:gd name="T21" fmla="*/ 50 h 111"/>
                <a:gd name="T22" fmla="*/ 257 w 160"/>
                <a:gd name="T23" fmla="*/ 40 h 111"/>
                <a:gd name="T24" fmla="*/ 378 w 160"/>
                <a:gd name="T25" fmla="*/ 7 h 111"/>
                <a:gd name="T26" fmla="*/ 378 w 160"/>
                <a:gd name="T27" fmla="*/ 1 h 111"/>
                <a:gd name="T28" fmla="*/ 373 w 160"/>
                <a:gd name="T29" fmla="*/ 1 h 1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0" h="111">
                  <a:moveTo>
                    <a:pt x="158" y="1"/>
                  </a:moveTo>
                  <a:cubicBezTo>
                    <a:pt x="148" y="12"/>
                    <a:pt x="131" y="13"/>
                    <a:pt x="109" y="14"/>
                  </a:cubicBezTo>
                  <a:cubicBezTo>
                    <a:pt x="94" y="14"/>
                    <a:pt x="77" y="15"/>
                    <a:pt x="60" y="19"/>
                  </a:cubicBezTo>
                  <a:cubicBezTo>
                    <a:pt x="22" y="28"/>
                    <a:pt x="6" y="36"/>
                    <a:pt x="1" y="61"/>
                  </a:cubicBezTo>
                  <a:cubicBezTo>
                    <a:pt x="0" y="69"/>
                    <a:pt x="2" y="77"/>
                    <a:pt x="8" y="85"/>
                  </a:cubicBezTo>
                  <a:cubicBezTo>
                    <a:pt x="19" y="99"/>
                    <a:pt x="39" y="110"/>
                    <a:pt x="48" y="111"/>
                  </a:cubicBezTo>
                  <a:cubicBezTo>
                    <a:pt x="49" y="111"/>
                    <a:pt x="49" y="110"/>
                    <a:pt x="50" y="109"/>
                  </a:cubicBezTo>
                  <a:cubicBezTo>
                    <a:pt x="50" y="108"/>
                    <a:pt x="49" y="108"/>
                    <a:pt x="48" y="108"/>
                  </a:cubicBezTo>
                  <a:cubicBezTo>
                    <a:pt x="40" y="107"/>
                    <a:pt x="21" y="97"/>
                    <a:pt x="11" y="83"/>
                  </a:cubicBezTo>
                  <a:cubicBezTo>
                    <a:pt x="5" y="76"/>
                    <a:pt x="3" y="68"/>
                    <a:pt x="4" y="61"/>
                  </a:cubicBezTo>
                  <a:cubicBezTo>
                    <a:pt x="9" y="39"/>
                    <a:pt x="23" y="31"/>
                    <a:pt x="60" y="22"/>
                  </a:cubicBezTo>
                  <a:cubicBezTo>
                    <a:pt x="78" y="18"/>
                    <a:pt x="95" y="17"/>
                    <a:pt x="109" y="17"/>
                  </a:cubicBezTo>
                  <a:cubicBezTo>
                    <a:pt x="131" y="16"/>
                    <a:pt x="150" y="15"/>
                    <a:pt x="160" y="3"/>
                  </a:cubicBezTo>
                  <a:cubicBezTo>
                    <a:pt x="160" y="2"/>
                    <a:pt x="160" y="1"/>
                    <a:pt x="160" y="1"/>
                  </a:cubicBezTo>
                  <a:cubicBezTo>
                    <a:pt x="159" y="0"/>
                    <a:pt x="158" y="0"/>
                    <a:pt x="158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9" name="Freeform 529">
              <a:extLst>
                <a:ext uri="{FF2B5EF4-FFF2-40B4-BE49-F238E27FC236}">
                  <a16:creationId xmlns:a16="http://schemas.microsoft.com/office/drawing/2014/main" id="{08F3B938-4FF3-43E3-AEA1-1CE297B23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300"/>
              <a:ext cx="188" cy="126"/>
            </a:xfrm>
            <a:custGeom>
              <a:avLst/>
              <a:gdLst>
                <a:gd name="T0" fmla="*/ 329 w 141"/>
                <a:gd name="T1" fmla="*/ 1 h 95"/>
                <a:gd name="T2" fmla="*/ 223 w 141"/>
                <a:gd name="T3" fmla="*/ 36 h 95"/>
                <a:gd name="T4" fmla="*/ 116 w 141"/>
                <a:gd name="T5" fmla="*/ 49 h 95"/>
                <a:gd name="T6" fmla="*/ 5 w 141"/>
                <a:gd name="T7" fmla="*/ 134 h 95"/>
                <a:gd name="T8" fmla="*/ 123 w 141"/>
                <a:gd name="T9" fmla="*/ 221 h 95"/>
                <a:gd name="T10" fmla="*/ 127 w 141"/>
                <a:gd name="T11" fmla="*/ 220 h 95"/>
                <a:gd name="T12" fmla="*/ 123 w 141"/>
                <a:gd name="T13" fmla="*/ 215 h 95"/>
                <a:gd name="T14" fmla="*/ 12 w 141"/>
                <a:gd name="T15" fmla="*/ 135 h 95"/>
                <a:gd name="T16" fmla="*/ 116 w 141"/>
                <a:gd name="T17" fmla="*/ 56 h 95"/>
                <a:gd name="T18" fmla="*/ 223 w 141"/>
                <a:gd name="T19" fmla="*/ 42 h 95"/>
                <a:gd name="T20" fmla="*/ 335 w 141"/>
                <a:gd name="T21" fmla="*/ 7 h 95"/>
                <a:gd name="T22" fmla="*/ 335 w 141"/>
                <a:gd name="T23" fmla="*/ 1 h 95"/>
                <a:gd name="T24" fmla="*/ 329 w 141"/>
                <a:gd name="T25" fmla="*/ 1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1" h="95">
                  <a:moveTo>
                    <a:pt x="139" y="1"/>
                  </a:moveTo>
                  <a:cubicBezTo>
                    <a:pt x="129" y="13"/>
                    <a:pt x="114" y="14"/>
                    <a:pt x="94" y="15"/>
                  </a:cubicBezTo>
                  <a:cubicBezTo>
                    <a:pt x="81" y="16"/>
                    <a:pt x="65" y="17"/>
                    <a:pt x="49" y="21"/>
                  </a:cubicBezTo>
                  <a:cubicBezTo>
                    <a:pt x="20" y="28"/>
                    <a:pt x="4" y="37"/>
                    <a:pt x="2" y="57"/>
                  </a:cubicBezTo>
                  <a:cubicBezTo>
                    <a:pt x="0" y="80"/>
                    <a:pt x="39" y="94"/>
                    <a:pt x="52" y="95"/>
                  </a:cubicBezTo>
                  <a:cubicBezTo>
                    <a:pt x="52" y="95"/>
                    <a:pt x="53" y="94"/>
                    <a:pt x="53" y="94"/>
                  </a:cubicBezTo>
                  <a:cubicBezTo>
                    <a:pt x="53" y="93"/>
                    <a:pt x="53" y="92"/>
                    <a:pt x="52" y="92"/>
                  </a:cubicBezTo>
                  <a:cubicBezTo>
                    <a:pt x="39" y="91"/>
                    <a:pt x="4" y="77"/>
                    <a:pt x="5" y="58"/>
                  </a:cubicBezTo>
                  <a:cubicBezTo>
                    <a:pt x="7" y="39"/>
                    <a:pt x="23" y="31"/>
                    <a:pt x="49" y="24"/>
                  </a:cubicBezTo>
                  <a:cubicBezTo>
                    <a:pt x="66" y="20"/>
                    <a:pt x="81" y="19"/>
                    <a:pt x="94" y="18"/>
                  </a:cubicBezTo>
                  <a:cubicBezTo>
                    <a:pt x="114" y="17"/>
                    <a:pt x="131" y="16"/>
                    <a:pt x="141" y="3"/>
                  </a:cubicBezTo>
                  <a:cubicBezTo>
                    <a:pt x="141" y="2"/>
                    <a:pt x="141" y="2"/>
                    <a:pt x="141" y="1"/>
                  </a:cubicBezTo>
                  <a:cubicBezTo>
                    <a:pt x="140" y="0"/>
                    <a:pt x="139" y="1"/>
                    <a:pt x="139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0" name="Freeform 530">
              <a:extLst>
                <a:ext uri="{FF2B5EF4-FFF2-40B4-BE49-F238E27FC236}">
                  <a16:creationId xmlns:a16="http://schemas.microsoft.com/office/drawing/2014/main" id="{D114A9B0-679C-401D-9043-89DA574FF7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7" y="1112"/>
              <a:ext cx="601" cy="1577"/>
            </a:xfrm>
            <a:custGeom>
              <a:avLst/>
              <a:gdLst>
                <a:gd name="T0" fmla="*/ 1064 w 450"/>
                <a:gd name="T1" fmla="*/ 256 h 1184"/>
                <a:gd name="T2" fmla="*/ 978 w 450"/>
                <a:gd name="T3" fmla="*/ 229 h 1184"/>
                <a:gd name="T4" fmla="*/ 865 w 450"/>
                <a:gd name="T5" fmla="*/ 268 h 1184"/>
                <a:gd name="T6" fmla="*/ 865 w 450"/>
                <a:gd name="T7" fmla="*/ 261 h 1184"/>
                <a:gd name="T8" fmla="*/ 1058 w 450"/>
                <a:gd name="T9" fmla="*/ 79 h 1184"/>
                <a:gd name="T10" fmla="*/ 1059 w 450"/>
                <a:gd name="T11" fmla="*/ 1 h 1184"/>
                <a:gd name="T12" fmla="*/ 684 w 450"/>
                <a:gd name="T13" fmla="*/ 314 h 1184"/>
                <a:gd name="T14" fmla="*/ 262 w 450"/>
                <a:gd name="T15" fmla="*/ 1116 h 1184"/>
                <a:gd name="T16" fmla="*/ 303 w 450"/>
                <a:gd name="T17" fmla="*/ 1074 h 1184"/>
                <a:gd name="T18" fmla="*/ 296 w 450"/>
                <a:gd name="T19" fmla="*/ 1208 h 1184"/>
                <a:gd name="T20" fmla="*/ 240 w 450"/>
                <a:gd name="T21" fmla="*/ 1458 h 1184"/>
                <a:gd name="T22" fmla="*/ 346 w 450"/>
                <a:gd name="T23" fmla="*/ 862 h 1184"/>
                <a:gd name="T24" fmla="*/ 362 w 450"/>
                <a:gd name="T25" fmla="*/ 1139 h 1184"/>
                <a:gd name="T26" fmla="*/ 170 w 450"/>
                <a:gd name="T27" fmla="*/ 2244 h 1184"/>
                <a:gd name="T28" fmla="*/ 182 w 450"/>
                <a:gd name="T29" fmla="*/ 2170 h 1184"/>
                <a:gd name="T30" fmla="*/ 260 w 450"/>
                <a:gd name="T31" fmla="*/ 1743 h 1184"/>
                <a:gd name="T32" fmla="*/ 341 w 450"/>
                <a:gd name="T33" fmla="*/ 1593 h 1184"/>
                <a:gd name="T34" fmla="*/ 114 w 450"/>
                <a:gd name="T35" fmla="*/ 2417 h 1184"/>
                <a:gd name="T36" fmla="*/ 76 w 450"/>
                <a:gd name="T37" fmla="*/ 2463 h 1184"/>
                <a:gd name="T38" fmla="*/ 152 w 450"/>
                <a:gd name="T39" fmla="*/ 2708 h 1184"/>
                <a:gd name="T40" fmla="*/ 158 w 450"/>
                <a:gd name="T41" fmla="*/ 2513 h 1184"/>
                <a:gd name="T42" fmla="*/ 200 w 450"/>
                <a:gd name="T43" fmla="*/ 2714 h 1184"/>
                <a:gd name="T44" fmla="*/ 218 w 450"/>
                <a:gd name="T45" fmla="*/ 2792 h 1184"/>
                <a:gd name="T46" fmla="*/ 248 w 450"/>
                <a:gd name="T47" fmla="*/ 2784 h 1184"/>
                <a:gd name="T48" fmla="*/ 292 w 450"/>
                <a:gd name="T49" fmla="*/ 2576 h 1184"/>
                <a:gd name="T50" fmla="*/ 296 w 450"/>
                <a:gd name="T51" fmla="*/ 2672 h 1184"/>
                <a:gd name="T52" fmla="*/ 288 w 450"/>
                <a:gd name="T53" fmla="*/ 2533 h 1184"/>
                <a:gd name="T54" fmla="*/ 350 w 450"/>
                <a:gd name="T55" fmla="*/ 2601 h 1184"/>
                <a:gd name="T56" fmla="*/ 339 w 450"/>
                <a:gd name="T57" fmla="*/ 2457 h 1184"/>
                <a:gd name="T58" fmla="*/ 331 w 450"/>
                <a:gd name="T59" fmla="*/ 2415 h 1184"/>
                <a:gd name="T60" fmla="*/ 303 w 450"/>
                <a:gd name="T61" fmla="*/ 2186 h 1184"/>
                <a:gd name="T62" fmla="*/ 554 w 450"/>
                <a:gd name="T63" fmla="*/ 638 h 1184"/>
                <a:gd name="T64" fmla="*/ 1070 w 450"/>
                <a:gd name="T65" fmla="*/ 301 h 1184"/>
                <a:gd name="T66" fmla="*/ 823 w 450"/>
                <a:gd name="T67" fmla="*/ 242 h 1184"/>
                <a:gd name="T68" fmla="*/ 546 w 450"/>
                <a:gd name="T69" fmla="*/ 392 h 1184"/>
                <a:gd name="T70" fmla="*/ 594 w 450"/>
                <a:gd name="T71" fmla="*/ 448 h 1184"/>
                <a:gd name="T72" fmla="*/ 645 w 450"/>
                <a:gd name="T73" fmla="*/ 426 h 1184"/>
                <a:gd name="T74" fmla="*/ 469 w 450"/>
                <a:gd name="T75" fmla="*/ 565 h 1184"/>
                <a:gd name="T76" fmla="*/ 403 w 450"/>
                <a:gd name="T77" fmla="*/ 787 h 1184"/>
                <a:gd name="T78" fmla="*/ 347 w 450"/>
                <a:gd name="T79" fmla="*/ 1593 h 1184"/>
                <a:gd name="T80" fmla="*/ 203 w 450"/>
                <a:gd name="T81" fmla="*/ 2298 h 1184"/>
                <a:gd name="T82" fmla="*/ 243 w 450"/>
                <a:gd name="T83" fmla="*/ 2657 h 1184"/>
                <a:gd name="T84" fmla="*/ 196 w 450"/>
                <a:gd name="T85" fmla="*/ 2592 h 1184"/>
                <a:gd name="T86" fmla="*/ 319 w 450"/>
                <a:gd name="T87" fmla="*/ 2385 h 1184"/>
                <a:gd name="T88" fmla="*/ 270 w 450"/>
                <a:gd name="T89" fmla="*/ 2283 h 1184"/>
                <a:gd name="T90" fmla="*/ 395 w 450"/>
                <a:gd name="T91" fmla="*/ 1894 h 1184"/>
                <a:gd name="T92" fmla="*/ 276 w 450"/>
                <a:gd name="T93" fmla="*/ 2533 h 1184"/>
                <a:gd name="T94" fmla="*/ 170 w 450"/>
                <a:gd name="T95" fmla="*/ 2441 h 1184"/>
                <a:gd name="T96" fmla="*/ 286 w 450"/>
                <a:gd name="T97" fmla="*/ 1934 h 1184"/>
                <a:gd name="T98" fmla="*/ 303 w 450"/>
                <a:gd name="T99" fmla="*/ 2015 h 1184"/>
                <a:gd name="T100" fmla="*/ 346 w 450"/>
                <a:gd name="T101" fmla="*/ 1807 h 1184"/>
                <a:gd name="T102" fmla="*/ 350 w 450"/>
                <a:gd name="T103" fmla="*/ 1632 h 1184"/>
                <a:gd name="T104" fmla="*/ 442 w 450"/>
                <a:gd name="T105" fmla="*/ 1430 h 1184"/>
                <a:gd name="T106" fmla="*/ 419 w 450"/>
                <a:gd name="T107" fmla="*/ 1055 h 1184"/>
                <a:gd name="T108" fmla="*/ 793 w 450"/>
                <a:gd name="T109" fmla="*/ 362 h 1184"/>
                <a:gd name="T110" fmla="*/ 622 w 450"/>
                <a:gd name="T111" fmla="*/ 519 h 1184"/>
                <a:gd name="T112" fmla="*/ 680 w 450"/>
                <a:gd name="T113" fmla="*/ 405 h 11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50" h="1184">
                  <a:moveTo>
                    <a:pt x="450" y="126"/>
                  </a:moveTo>
                  <a:cubicBezTo>
                    <a:pt x="450" y="125"/>
                    <a:pt x="449" y="125"/>
                    <a:pt x="448" y="125"/>
                  </a:cubicBezTo>
                  <a:cubicBezTo>
                    <a:pt x="444" y="126"/>
                    <a:pt x="433" y="125"/>
                    <a:pt x="421" y="125"/>
                  </a:cubicBezTo>
                  <a:cubicBezTo>
                    <a:pt x="403" y="124"/>
                    <a:pt x="381" y="123"/>
                    <a:pt x="367" y="126"/>
                  </a:cubicBezTo>
                  <a:cubicBezTo>
                    <a:pt x="379" y="118"/>
                    <a:pt x="391" y="112"/>
                    <a:pt x="401" y="108"/>
                  </a:cubicBezTo>
                  <a:cubicBezTo>
                    <a:pt x="415" y="103"/>
                    <a:pt x="425" y="101"/>
                    <a:pt x="445" y="109"/>
                  </a:cubicBezTo>
                  <a:cubicBezTo>
                    <a:pt x="446" y="110"/>
                    <a:pt x="447" y="109"/>
                    <a:pt x="447" y="108"/>
                  </a:cubicBezTo>
                  <a:cubicBezTo>
                    <a:pt x="447" y="108"/>
                    <a:pt x="447" y="107"/>
                    <a:pt x="446" y="106"/>
                  </a:cubicBezTo>
                  <a:cubicBezTo>
                    <a:pt x="429" y="100"/>
                    <a:pt x="419" y="100"/>
                    <a:pt x="408" y="103"/>
                  </a:cubicBezTo>
                  <a:cubicBezTo>
                    <a:pt x="409" y="102"/>
                    <a:pt x="411" y="101"/>
                    <a:pt x="412" y="100"/>
                  </a:cubicBezTo>
                  <a:cubicBezTo>
                    <a:pt x="421" y="93"/>
                    <a:pt x="432" y="84"/>
                    <a:pt x="447" y="84"/>
                  </a:cubicBezTo>
                  <a:cubicBezTo>
                    <a:pt x="448" y="84"/>
                    <a:pt x="449" y="83"/>
                    <a:pt x="449" y="82"/>
                  </a:cubicBezTo>
                  <a:cubicBezTo>
                    <a:pt x="449" y="82"/>
                    <a:pt x="448" y="81"/>
                    <a:pt x="447" y="81"/>
                  </a:cubicBezTo>
                  <a:cubicBezTo>
                    <a:pt x="431" y="81"/>
                    <a:pt x="420" y="90"/>
                    <a:pt x="410" y="97"/>
                  </a:cubicBezTo>
                  <a:cubicBezTo>
                    <a:pt x="406" y="101"/>
                    <a:pt x="402" y="104"/>
                    <a:pt x="398" y="105"/>
                  </a:cubicBezTo>
                  <a:cubicBezTo>
                    <a:pt x="398" y="105"/>
                    <a:pt x="398" y="106"/>
                    <a:pt x="398" y="106"/>
                  </a:cubicBezTo>
                  <a:cubicBezTo>
                    <a:pt x="380" y="113"/>
                    <a:pt x="356" y="129"/>
                    <a:pt x="342" y="142"/>
                  </a:cubicBezTo>
                  <a:cubicBezTo>
                    <a:pt x="342" y="142"/>
                    <a:pt x="342" y="142"/>
                    <a:pt x="341" y="143"/>
                  </a:cubicBezTo>
                  <a:cubicBezTo>
                    <a:pt x="333" y="148"/>
                    <a:pt x="325" y="149"/>
                    <a:pt x="315" y="150"/>
                  </a:cubicBezTo>
                  <a:cubicBezTo>
                    <a:pt x="326" y="142"/>
                    <a:pt x="338" y="132"/>
                    <a:pt x="350" y="123"/>
                  </a:cubicBezTo>
                  <a:cubicBezTo>
                    <a:pt x="355" y="120"/>
                    <a:pt x="359" y="116"/>
                    <a:pt x="363" y="113"/>
                  </a:cubicBezTo>
                  <a:cubicBezTo>
                    <a:pt x="363" y="113"/>
                    <a:pt x="363" y="113"/>
                    <a:pt x="364" y="113"/>
                  </a:cubicBezTo>
                  <a:cubicBezTo>
                    <a:pt x="364" y="113"/>
                    <a:pt x="365" y="113"/>
                    <a:pt x="365" y="112"/>
                  </a:cubicBezTo>
                  <a:cubicBezTo>
                    <a:pt x="366" y="112"/>
                    <a:pt x="366" y="111"/>
                    <a:pt x="366" y="111"/>
                  </a:cubicBezTo>
                  <a:cubicBezTo>
                    <a:pt x="398" y="86"/>
                    <a:pt x="431" y="61"/>
                    <a:pt x="445" y="57"/>
                  </a:cubicBezTo>
                  <a:cubicBezTo>
                    <a:pt x="446" y="57"/>
                    <a:pt x="446" y="56"/>
                    <a:pt x="446" y="55"/>
                  </a:cubicBezTo>
                  <a:cubicBezTo>
                    <a:pt x="446" y="55"/>
                    <a:pt x="445" y="54"/>
                    <a:pt x="444" y="54"/>
                  </a:cubicBezTo>
                  <a:cubicBezTo>
                    <a:pt x="430" y="58"/>
                    <a:pt x="397" y="83"/>
                    <a:pt x="363" y="110"/>
                  </a:cubicBezTo>
                  <a:cubicBezTo>
                    <a:pt x="358" y="109"/>
                    <a:pt x="350" y="111"/>
                    <a:pt x="342" y="113"/>
                  </a:cubicBezTo>
                  <a:cubicBezTo>
                    <a:pt x="345" y="109"/>
                    <a:pt x="347" y="106"/>
                    <a:pt x="348" y="103"/>
                  </a:cubicBezTo>
                  <a:cubicBezTo>
                    <a:pt x="349" y="103"/>
                    <a:pt x="348" y="102"/>
                    <a:pt x="348" y="101"/>
                  </a:cubicBezTo>
                  <a:cubicBezTo>
                    <a:pt x="367" y="89"/>
                    <a:pt x="382" y="78"/>
                    <a:pt x="388" y="69"/>
                  </a:cubicBezTo>
                  <a:cubicBezTo>
                    <a:pt x="396" y="58"/>
                    <a:pt x="396" y="58"/>
                    <a:pt x="396" y="58"/>
                  </a:cubicBezTo>
                  <a:cubicBezTo>
                    <a:pt x="404" y="55"/>
                    <a:pt x="412" y="50"/>
                    <a:pt x="419" y="45"/>
                  </a:cubicBezTo>
                  <a:cubicBezTo>
                    <a:pt x="429" y="38"/>
                    <a:pt x="438" y="32"/>
                    <a:pt x="444" y="33"/>
                  </a:cubicBezTo>
                  <a:cubicBezTo>
                    <a:pt x="445" y="33"/>
                    <a:pt x="446" y="33"/>
                    <a:pt x="446" y="32"/>
                  </a:cubicBezTo>
                  <a:cubicBezTo>
                    <a:pt x="446" y="31"/>
                    <a:pt x="446" y="31"/>
                    <a:pt x="445" y="30"/>
                  </a:cubicBezTo>
                  <a:cubicBezTo>
                    <a:pt x="437" y="28"/>
                    <a:pt x="428" y="35"/>
                    <a:pt x="417" y="42"/>
                  </a:cubicBezTo>
                  <a:cubicBezTo>
                    <a:pt x="412" y="46"/>
                    <a:pt x="406" y="50"/>
                    <a:pt x="400" y="53"/>
                  </a:cubicBezTo>
                  <a:cubicBezTo>
                    <a:pt x="403" y="49"/>
                    <a:pt x="403" y="49"/>
                    <a:pt x="403" y="49"/>
                  </a:cubicBezTo>
                  <a:cubicBezTo>
                    <a:pt x="418" y="28"/>
                    <a:pt x="435" y="4"/>
                    <a:pt x="444" y="3"/>
                  </a:cubicBezTo>
                  <a:cubicBezTo>
                    <a:pt x="445" y="3"/>
                    <a:pt x="445" y="2"/>
                    <a:pt x="445" y="1"/>
                  </a:cubicBezTo>
                  <a:cubicBezTo>
                    <a:pt x="445" y="1"/>
                    <a:pt x="444" y="0"/>
                    <a:pt x="444" y="0"/>
                  </a:cubicBezTo>
                  <a:cubicBezTo>
                    <a:pt x="434" y="1"/>
                    <a:pt x="418" y="23"/>
                    <a:pt x="400" y="47"/>
                  </a:cubicBezTo>
                  <a:cubicBezTo>
                    <a:pt x="394" y="55"/>
                    <a:pt x="394" y="55"/>
                    <a:pt x="394" y="55"/>
                  </a:cubicBezTo>
                  <a:cubicBezTo>
                    <a:pt x="394" y="55"/>
                    <a:pt x="394" y="56"/>
                    <a:pt x="394" y="56"/>
                  </a:cubicBezTo>
                  <a:cubicBezTo>
                    <a:pt x="386" y="67"/>
                    <a:pt x="386" y="67"/>
                    <a:pt x="386" y="67"/>
                  </a:cubicBezTo>
                  <a:cubicBezTo>
                    <a:pt x="374" y="83"/>
                    <a:pt x="330" y="110"/>
                    <a:pt x="288" y="133"/>
                  </a:cubicBezTo>
                  <a:cubicBezTo>
                    <a:pt x="288" y="133"/>
                    <a:pt x="287" y="133"/>
                    <a:pt x="287" y="133"/>
                  </a:cubicBezTo>
                  <a:cubicBezTo>
                    <a:pt x="286" y="133"/>
                    <a:pt x="286" y="134"/>
                    <a:pt x="286" y="134"/>
                  </a:cubicBezTo>
                  <a:cubicBezTo>
                    <a:pt x="256" y="150"/>
                    <a:pt x="228" y="163"/>
                    <a:pt x="213" y="169"/>
                  </a:cubicBezTo>
                  <a:cubicBezTo>
                    <a:pt x="179" y="180"/>
                    <a:pt x="149" y="268"/>
                    <a:pt x="146" y="318"/>
                  </a:cubicBezTo>
                  <a:cubicBezTo>
                    <a:pt x="145" y="331"/>
                    <a:pt x="143" y="355"/>
                    <a:pt x="141" y="380"/>
                  </a:cubicBezTo>
                  <a:cubicBezTo>
                    <a:pt x="139" y="395"/>
                    <a:pt x="136" y="411"/>
                    <a:pt x="131" y="425"/>
                  </a:cubicBezTo>
                  <a:cubicBezTo>
                    <a:pt x="128" y="433"/>
                    <a:pt x="126" y="442"/>
                    <a:pt x="125" y="451"/>
                  </a:cubicBezTo>
                  <a:cubicBezTo>
                    <a:pt x="122" y="459"/>
                    <a:pt x="116" y="469"/>
                    <a:pt x="110" y="472"/>
                  </a:cubicBezTo>
                  <a:cubicBezTo>
                    <a:pt x="110" y="472"/>
                    <a:pt x="109" y="473"/>
                    <a:pt x="110" y="474"/>
                  </a:cubicBezTo>
                  <a:cubicBezTo>
                    <a:pt x="110" y="475"/>
                    <a:pt x="111" y="475"/>
                    <a:pt x="112" y="474"/>
                  </a:cubicBezTo>
                  <a:cubicBezTo>
                    <a:pt x="115" y="472"/>
                    <a:pt x="119" y="468"/>
                    <a:pt x="122" y="463"/>
                  </a:cubicBezTo>
                  <a:cubicBezTo>
                    <a:pt x="120" y="473"/>
                    <a:pt x="117" y="483"/>
                    <a:pt x="112" y="492"/>
                  </a:cubicBezTo>
                  <a:cubicBezTo>
                    <a:pt x="112" y="493"/>
                    <a:pt x="112" y="494"/>
                    <a:pt x="113" y="494"/>
                  </a:cubicBezTo>
                  <a:cubicBezTo>
                    <a:pt x="114" y="495"/>
                    <a:pt x="115" y="495"/>
                    <a:pt x="115" y="494"/>
                  </a:cubicBezTo>
                  <a:cubicBezTo>
                    <a:pt x="122" y="481"/>
                    <a:pt x="124" y="467"/>
                    <a:pt x="127" y="454"/>
                  </a:cubicBezTo>
                  <a:cubicBezTo>
                    <a:pt x="127" y="454"/>
                    <a:pt x="127" y="453"/>
                    <a:pt x="127" y="452"/>
                  </a:cubicBezTo>
                  <a:cubicBezTo>
                    <a:pt x="128" y="451"/>
                    <a:pt x="128" y="449"/>
                    <a:pt x="128" y="448"/>
                  </a:cubicBezTo>
                  <a:cubicBezTo>
                    <a:pt x="129" y="448"/>
                    <a:pt x="129" y="447"/>
                    <a:pt x="128" y="447"/>
                  </a:cubicBezTo>
                  <a:cubicBezTo>
                    <a:pt x="130" y="440"/>
                    <a:pt x="132" y="433"/>
                    <a:pt x="134" y="426"/>
                  </a:cubicBezTo>
                  <a:cubicBezTo>
                    <a:pt x="136" y="422"/>
                    <a:pt x="137" y="417"/>
                    <a:pt x="138" y="413"/>
                  </a:cubicBezTo>
                  <a:cubicBezTo>
                    <a:pt x="136" y="430"/>
                    <a:pt x="135" y="445"/>
                    <a:pt x="135" y="453"/>
                  </a:cubicBezTo>
                  <a:cubicBezTo>
                    <a:pt x="134" y="466"/>
                    <a:pt x="129" y="489"/>
                    <a:pt x="124" y="511"/>
                  </a:cubicBezTo>
                  <a:cubicBezTo>
                    <a:pt x="119" y="529"/>
                    <a:pt x="115" y="546"/>
                    <a:pt x="114" y="558"/>
                  </a:cubicBezTo>
                  <a:cubicBezTo>
                    <a:pt x="112" y="582"/>
                    <a:pt x="108" y="595"/>
                    <a:pt x="99" y="616"/>
                  </a:cubicBezTo>
                  <a:cubicBezTo>
                    <a:pt x="87" y="643"/>
                    <a:pt x="86" y="659"/>
                    <a:pt x="84" y="670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3" y="682"/>
                    <a:pt x="84" y="682"/>
                    <a:pt x="84" y="681"/>
                  </a:cubicBezTo>
                  <a:cubicBezTo>
                    <a:pt x="85" y="670"/>
                    <a:pt x="85" y="670"/>
                    <a:pt x="85" y="670"/>
                  </a:cubicBezTo>
                  <a:cubicBezTo>
                    <a:pt x="87" y="659"/>
                    <a:pt x="90" y="644"/>
                    <a:pt x="101" y="617"/>
                  </a:cubicBezTo>
                  <a:cubicBezTo>
                    <a:pt x="110" y="596"/>
                    <a:pt x="115" y="583"/>
                    <a:pt x="117" y="558"/>
                  </a:cubicBezTo>
                  <a:cubicBezTo>
                    <a:pt x="118" y="547"/>
                    <a:pt x="122" y="530"/>
                    <a:pt x="127" y="511"/>
                  </a:cubicBezTo>
                  <a:cubicBezTo>
                    <a:pt x="132" y="489"/>
                    <a:pt x="137" y="467"/>
                    <a:pt x="138" y="453"/>
                  </a:cubicBezTo>
                  <a:cubicBezTo>
                    <a:pt x="138" y="442"/>
                    <a:pt x="141" y="417"/>
                    <a:pt x="143" y="392"/>
                  </a:cubicBezTo>
                  <a:cubicBezTo>
                    <a:pt x="143" y="388"/>
                    <a:pt x="143" y="384"/>
                    <a:pt x="144" y="380"/>
                  </a:cubicBezTo>
                  <a:cubicBezTo>
                    <a:pt x="144" y="380"/>
                    <a:pt x="144" y="380"/>
                    <a:pt x="144" y="380"/>
                  </a:cubicBezTo>
                  <a:cubicBezTo>
                    <a:pt x="144" y="380"/>
                    <a:pt x="146" y="366"/>
                    <a:pt x="145" y="365"/>
                  </a:cubicBezTo>
                  <a:cubicBezTo>
                    <a:pt x="147" y="346"/>
                    <a:pt x="148" y="329"/>
                    <a:pt x="149" y="319"/>
                  </a:cubicBezTo>
                  <a:cubicBezTo>
                    <a:pt x="152" y="262"/>
                    <a:pt x="184" y="182"/>
                    <a:pt x="214" y="172"/>
                  </a:cubicBezTo>
                  <a:cubicBezTo>
                    <a:pt x="217" y="171"/>
                    <a:pt x="220" y="170"/>
                    <a:pt x="223" y="168"/>
                  </a:cubicBezTo>
                  <a:cubicBezTo>
                    <a:pt x="214" y="180"/>
                    <a:pt x="201" y="209"/>
                    <a:pt x="194" y="238"/>
                  </a:cubicBezTo>
                  <a:cubicBezTo>
                    <a:pt x="180" y="259"/>
                    <a:pt x="168" y="290"/>
                    <a:pt x="166" y="333"/>
                  </a:cubicBezTo>
                  <a:cubicBezTo>
                    <a:pt x="165" y="346"/>
                    <a:pt x="165" y="346"/>
                    <a:pt x="165" y="346"/>
                  </a:cubicBezTo>
                  <a:cubicBezTo>
                    <a:pt x="163" y="382"/>
                    <a:pt x="159" y="441"/>
                    <a:pt x="152" y="482"/>
                  </a:cubicBezTo>
                  <a:cubicBezTo>
                    <a:pt x="150" y="497"/>
                    <a:pt x="148" y="515"/>
                    <a:pt x="146" y="535"/>
                  </a:cubicBezTo>
                  <a:cubicBezTo>
                    <a:pt x="142" y="580"/>
                    <a:pt x="137" y="635"/>
                    <a:pt x="120" y="670"/>
                  </a:cubicBezTo>
                  <a:cubicBezTo>
                    <a:pt x="116" y="677"/>
                    <a:pt x="113" y="685"/>
                    <a:pt x="110" y="693"/>
                  </a:cubicBezTo>
                  <a:cubicBezTo>
                    <a:pt x="109" y="693"/>
                    <a:pt x="109" y="694"/>
                    <a:pt x="109" y="694"/>
                  </a:cubicBezTo>
                  <a:cubicBezTo>
                    <a:pt x="88" y="753"/>
                    <a:pt x="77" y="849"/>
                    <a:pt x="75" y="887"/>
                  </a:cubicBezTo>
                  <a:cubicBezTo>
                    <a:pt x="72" y="897"/>
                    <a:pt x="73" y="908"/>
                    <a:pt x="73" y="918"/>
                  </a:cubicBezTo>
                  <a:cubicBezTo>
                    <a:pt x="73" y="929"/>
                    <a:pt x="74" y="940"/>
                    <a:pt x="71" y="950"/>
                  </a:cubicBezTo>
                  <a:cubicBezTo>
                    <a:pt x="67" y="970"/>
                    <a:pt x="54" y="982"/>
                    <a:pt x="41" y="994"/>
                  </a:cubicBezTo>
                  <a:cubicBezTo>
                    <a:pt x="36" y="999"/>
                    <a:pt x="31" y="1004"/>
                    <a:pt x="26" y="1009"/>
                  </a:cubicBezTo>
                  <a:cubicBezTo>
                    <a:pt x="25" y="1010"/>
                    <a:pt x="25" y="1011"/>
                    <a:pt x="26" y="1012"/>
                  </a:cubicBezTo>
                  <a:cubicBezTo>
                    <a:pt x="27" y="1012"/>
                    <a:pt x="28" y="1012"/>
                    <a:pt x="28" y="1011"/>
                  </a:cubicBezTo>
                  <a:cubicBezTo>
                    <a:pt x="33" y="1006"/>
                    <a:pt x="38" y="1001"/>
                    <a:pt x="43" y="996"/>
                  </a:cubicBezTo>
                  <a:cubicBezTo>
                    <a:pt x="57" y="984"/>
                    <a:pt x="69" y="972"/>
                    <a:pt x="74" y="951"/>
                  </a:cubicBezTo>
                  <a:cubicBezTo>
                    <a:pt x="77" y="940"/>
                    <a:pt x="76" y="929"/>
                    <a:pt x="76" y="918"/>
                  </a:cubicBezTo>
                  <a:cubicBezTo>
                    <a:pt x="76" y="907"/>
                    <a:pt x="75" y="897"/>
                    <a:pt x="77" y="887"/>
                  </a:cubicBezTo>
                  <a:cubicBezTo>
                    <a:pt x="80" y="853"/>
                    <a:pt x="89" y="770"/>
                    <a:pt x="106" y="712"/>
                  </a:cubicBezTo>
                  <a:cubicBezTo>
                    <a:pt x="106" y="721"/>
                    <a:pt x="106" y="730"/>
                    <a:pt x="106" y="739"/>
                  </a:cubicBezTo>
                  <a:cubicBezTo>
                    <a:pt x="106" y="751"/>
                    <a:pt x="106" y="763"/>
                    <a:pt x="104" y="775"/>
                  </a:cubicBezTo>
                  <a:cubicBezTo>
                    <a:pt x="104" y="776"/>
                    <a:pt x="104" y="777"/>
                    <a:pt x="105" y="777"/>
                  </a:cubicBezTo>
                  <a:cubicBezTo>
                    <a:pt x="106" y="777"/>
                    <a:pt x="106" y="777"/>
                    <a:pt x="107" y="776"/>
                  </a:cubicBezTo>
                  <a:cubicBezTo>
                    <a:pt x="109" y="763"/>
                    <a:pt x="109" y="751"/>
                    <a:pt x="109" y="738"/>
                  </a:cubicBezTo>
                  <a:cubicBezTo>
                    <a:pt x="109" y="725"/>
                    <a:pt x="109" y="712"/>
                    <a:pt x="112" y="696"/>
                  </a:cubicBezTo>
                  <a:cubicBezTo>
                    <a:pt x="112" y="696"/>
                    <a:pt x="112" y="696"/>
                    <a:pt x="112" y="696"/>
                  </a:cubicBezTo>
                  <a:cubicBezTo>
                    <a:pt x="115" y="687"/>
                    <a:pt x="119" y="679"/>
                    <a:pt x="123" y="671"/>
                  </a:cubicBezTo>
                  <a:cubicBezTo>
                    <a:pt x="130" y="657"/>
                    <a:pt x="135" y="638"/>
                    <a:pt x="139" y="618"/>
                  </a:cubicBezTo>
                  <a:cubicBezTo>
                    <a:pt x="139" y="621"/>
                    <a:pt x="140" y="624"/>
                    <a:pt x="140" y="628"/>
                  </a:cubicBezTo>
                  <a:cubicBezTo>
                    <a:pt x="141" y="633"/>
                    <a:pt x="142" y="639"/>
                    <a:pt x="143" y="646"/>
                  </a:cubicBezTo>
                  <a:cubicBezTo>
                    <a:pt x="144" y="655"/>
                    <a:pt x="143" y="664"/>
                    <a:pt x="143" y="674"/>
                  </a:cubicBezTo>
                  <a:cubicBezTo>
                    <a:pt x="143" y="681"/>
                    <a:pt x="143" y="689"/>
                    <a:pt x="143" y="696"/>
                  </a:cubicBezTo>
                  <a:cubicBezTo>
                    <a:pt x="143" y="696"/>
                    <a:pt x="143" y="696"/>
                    <a:pt x="143" y="696"/>
                  </a:cubicBezTo>
                  <a:cubicBezTo>
                    <a:pt x="135" y="728"/>
                    <a:pt x="126" y="772"/>
                    <a:pt x="117" y="817"/>
                  </a:cubicBezTo>
                  <a:cubicBezTo>
                    <a:pt x="106" y="875"/>
                    <a:pt x="94" y="934"/>
                    <a:pt x="84" y="970"/>
                  </a:cubicBezTo>
                  <a:cubicBezTo>
                    <a:pt x="84" y="970"/>
                    <a:pt x="84" y="970"/>
                    <a:pt x="84" y="970"/>
                  </a:cubicBezTo>
                  <a:cubicBezTo>
                    <a:pt x="79" y="989"/>
                    <a:pt x="79" y="989"/>
                    <a:pt x="79" y="989"/>
                  </a:cubicBezTo>
                  <a:cubicBezTo>
                    <a:pt x="71" y="1004"/>
                    <a:pt x="59" y="1014"/>
                    <a:pt x="48" y="1023"/>
                  </a:cubicBezTo>
                  <a:cubicBezTo>
                    <a:pt x="41" y="1029"/>
                    <a:pt x="35" y="1034"/>
                    <a:pt x="30" y="1040"/>
                  </a:cubicBezTo>
                  <a:cubicBezTo>
                    <a:pt x="16" y="1057"/>
                    <a:pt x="9" y="1075"/>
                    <a:pt x="4" y="1090"/>
                  </a:cubicBezTo>
                  <a:cubicBezTo>
                    <a:pt x="0" y="1100"/>
                    <a:pt x="0" y="1100"/>
                    <a:pt x="0" y="1100"/>
                  </a:cubicBezTo>
                  <a:cubicBezTo>
                    <a:pt x="0" y="1101"/>
                    <a:pt x="0" y="1102"/>
                    <a:pt x="1" y="1102"/>
                  </a:cubicBezTo>
                  <a:cubicBezTo>
                    <a:pt x="1" y="1102"/>
                    <a:pt x="2" y="1102"/>
                    <a:pt x="3" y="1101"/>
                  </a:cubicBezTo>
                  <a:cubicBezTo>
                    <a:pt x="6" y="1091"/>
                    <a:pt x="6" y="1091"/>
                    <a:pt x="6" y="1091"/>
                  </a:cubicBezTo>
                  <a:cubicBezTo>
                    <a:pt x="12" y="1077"/>
                    <a:pt x="19" y="1058"/>
                    <a:pt x="32" y="1042"/>
                  </a:cubicBezTo>
                  <a:cubicBezTo>
                    <a:pt x="37" y="1036"/>
                    <a:pt x="43" y="1031"/>
                    <a:pt x="50" y="1025"/>
                  </a:cubicBezTo>
                  <a:cubicBezTo>
                    <a:pt x="59" y="1018"/>
                    <a:pt x="68" y="1010"/>
                    <a:pt x="76" y="999"/>
                  </a:cubicBezTo>
                  <a:cubicBezTo>
                    <a:pt x="73" y="1010"/>
                    <a:pt x="70" y="1020"/>
                    <a:pt x="68" y="1030"/>
                  </a:cubicBezTo>
                  <a:cubicBezTo>
                    <a:pt x="68" y="1031"/>
                    <a:pt x="68" y="1031"/>
                    <a:pt x="68" y="1031"/>
                  </a:cubicBezTo>
                  <a:cubicBezTo>
                    <a:pt x="68" y="1033"/>
                    <a:pt x="68" y="1033"/>
                    <a:pt x="68" y="1033"/>
                  </a:cubicBezTo>
                  <a:cubicBezTo>
                    <a:pt x="62" y="1057"/>
                    <a:pt x="60" y="1080"/>
                    <a:pt x="59" y="1104"/>
                  </a:cubicBezTo>
                  <a:cubicBezTo>
                    <a:pt x="59" y="1112"/>
                    <a:pt x="61" y="1129"/>
                    <a:pt x="64" y="1146"/>
                  </a:cubicBezTo>
                  <a:cubicBezTo>
                    <a:pt x="66" y="1160"/>
                    <a:pt x="68" y="1173"/>
                    <a:pt x="68" y="1180"/>
                  </a:cubicBezTo>
                  <a:cubicBezTo>
                    <a:pt x="68" y="1181"/>
                    <a:pt x="69" y="1181"/>
                    <a:pt x="70" y="1181"/>
                  </a:cubicBezTo>
                  <a:cubicBezTo>
                    <a:pt x="71" y="1181"/>
                    <a:pt x="71" y="1181"/>
                    <a:pt x="71" y="1180"/>
                  </a:cubicBezTo>
                  <a:cubicBezTo>
                    <a:pt x="71" y="1172"/>
                    <a:pt x="69" y="1160"/>
                    <a:pt x="67" y="1146"/>
                  </a:cubicBezTo>
                  <a:cubicBezTo>
                    <a:pt x="64" y="1129"/>
                    <a:pt x="62" y="1112"/>
                    <a:pt x="62" y="1104"/>
                  </a:cubicBezTo>
                  <a:cubicBezTo>
                    <a:pt x="62" y="1089"/>
                    <a:pt x="64" y="1075"/>
                    <a:pt x="66" y="1060"/>
                  </a:cubicBezTo>
                  <a:cubicBezTo>
                    <a:pt x="66" y="1061"/>
                    <a:pt x="66" y="1063"/>
                    <a:pt x="66" y="1064"/>
                  </a:cubicBezTo>
                  <a:cubicBezTo>
                    <a:pt x="66" y="1070"/>
                    <a:pt x="67" y="1075"/>
                    <a:pt x="68" y="1081"/>
                  </a:cubicBezTo>
                  <a:cubicBezTo>
                    <a:pt x="68" y="1081"/>
                    <a:pt x="68" y="1082"/>
                    <a:pt x="68" y="1082"/>
                  </a:cubicBezTo>
                  <a:cubicBezTo>
                    <a:pt x="68" y="1082"/>
                    <a:pt x="69" y="1083"/>
                    <a:pt x="69" y="1083"/>
                  </a:cubicBezTo>
                  <a:cubicBezTo>
                    <a:pt x="69" y="1085"/>
                    <a:pt x="70" y="1088"/>
                    <a:pt x="71" y="1091"/>
                  </a:cubicBezTo>
                  <a:cubicBezTo>
                    <a:pt x="72" y="1096"/>
                    <a:pt x="74" y="1103"/>
                    <a:pt x="75" y="1108"/>
                  </a:cubicBezTo>
                  <a:cubicBezTo>
                    <a:pt x="76" y="1121"/>
                    <a:pt x="79" y="1131"/>
                    <a:pt x="83" y="1143"/>
                  </a:cubicBezTo>
                  <a:cubicBezTo>
                    <a:pt x="84" y="1149"/>
                    <a:pt x="84" y="1149"/>
                    <a:pt x="84" y="1149"/>
                  </a:cubicBezTo>
                  <a:cubicBezTo>
                    <a:pt x="85" y="1153"/>
                    <a:pt x="86" y="1157"/>
                    <a:pt x="86" y="1162"/>
                  </a:cubicBezTo>
                  <a:cubicBezTo>
                    <a:pt x="86" y="1162"/>
                    <a:pt x="86" y="1162"/>
                    <a:pt x="86" y="1162"/>
                  </a:cubicBezTo>
                  <a:cubicBezTo>
                    <a:pt x="86" y="1162"/>
                    <a:pt x="86" y="1163"/>
                    <a:pt x="86" y="1163"/>
                  </a:cubicBezTo>
                  <a:cubicBezTo>
                    <a:pt x="86" y="1164"/>
                    <a:pt x="86" y="1164"/>
                    <a:pt x="86" y="1165"/>
                  </a:cubicBezTo>
                  <a:cubicBezTo>
                    <a:pt x="86" y="1172"/>
                    <a:pt x="86" y="1178"/>
                    <a:pt x="88" y="1183"/>
                  </a:cubicBezTo>
                  <a:cubicBezTo>
                    <a:pt x="89" y="1184"/>
                    <a:pt x="90" y="1184"/>
                    <a:pt x="90" y="1184"/>
                  </a:cubicBezTo>
                  <a:cubicBezTo>
                    <a:pt x="91" y="1184"/>
                    <a:pt x="91" y="1183"/>
                    <a:pt x="91" y="1182"/>
                  </a:cubicBezTo>
                  <a:cubicBezTo>
                    <a:pt x="89" y="1177"/>
                    <a:pt x="89" y="1171"/>
                    <a:pt x="89" y="1165"/>
                  </a:cubicBezTo>
                  <a:cubicBezTo>
                    <a:pt x="89" y="1164"/>
                    <a:pt x="89" y="1163"/>
                    <a:pt x="89" y="1162"/>
                  </a:cubicBezTo>
                  <a:cubicBezTo>
                    <a:pt x="92" y="1151"/>
                    <a:pt x="92" y="1151"/>
                    <a:pt x="92" y="1151"/>
                  </a:cubicBezTo>
                  <a:cubicBezTo>
                    <a:pt x="95" y="1143"/>
                    <a:pt x="97" y="1135"/>
                    <a:pt x="102" y="1130"/>
                  </a:cubicBezTo>
                  <a:cubicBezTo>
                    <a:pt x="102" y="1132"/>
                    <a:pt x="102" y="1133"/>
                    <a:pt x="102" y="1135"/>
                  </a:cubicBezTo>
                  <a:cubicBezTo>
                    <a:pt x="103" y="1160"/>
                    <a:pt x="103" y="1170"/>
                    <a:pt x="102" y="1176"/>
                  </a:cubicBezTo>
                  <a:cubicBezTo>
                    <a:pt x="102" y="1177"/>
                    <a:pt x="103" y="1178"/>
                    <a:pt x="104" y="1178"/>
                  </a:cubicBezTo>
                  <a:cubicBezTo>
                    <a:pt x="104" y="1178"/>
                    <a:pt x="105" y="1177"/>
                    <a:pt x="105" y="1177"/>
                  </a:cubicBezTo>
                  <a:cubicBezTo>
                    <a:pt x="106" y="1170"/>
                    <a:pt x="106" y="1160"/>
                    <a:pt x="105" y="1135"/>
                  </a:cubicBezTo>
                  <a:cubicBezTo>
                    <a:pt x="104" y="1122"/>
                    <a:pt x="108" y="1109"/>
                    <a:pt x="112" y="1098"/>
                  </a:cubicBezTo>
                  <a:cubicBezTo>
                    <a:pt x="114" y="1093"/>
                    <a:pt x="115" y="1088"/>
                    <a:pt x="116" y="1083"/>
                  </a:cubicBezTo>
                  <a:cubicBezTo>
                    <a:pt x="118" y="1080"/>
                    <a:pt x="118" y="1077"/>
                    <a:pt x="119" y="1075"/>
                  </a:cubicBezTo>
                  <a:cubicBezTo>
                    <a:pt x="120" y="1079"/>
                    <a:pt x="122" y="1084"/>
                    <a:pt x="123" y="1090"/>
                  </a:cubicBezTo>
                  <a:cubicBezTo>
                    <a:pt x="123" y="1090"/>
                    <a:pt x="123" y="1090"/>
                    <a:pt x="123" y="1090"/>
                  </a:cubicBezTo>
                  <a:cubicBezTo>
                    <a:pt x="123" y="1090"/>
                    <a:pt x="123" y="1090"/>
                    <a:pt x="123" y="1090"/>
                  </a:cubicBezTo>
                  <a:cubicBezTo>
                    <a:pt x="124" y="1092"/>
                    <a:pt x="124" y="1094"/>
                    <a:pt x="125" y="1096"/>
                  </a:cubicBezTo>
                  <a:cubicBezTo>
                    <a:pt x="126" y="1107"/>
                    <a:pt x="124" y="1119"/>
                    <a:pt x="121" y="1130"/>
                  </a:cubicBezTo>
                  <a:cubicBezTo>
                    <a:pt x="117" y="1144"/>
                    <a:pt x="114" y="1158"/>
                    <a:pt x="118" y="1170"/>
                  </a:cubicBezTo>
                  <a:cubicBezTo>
                    <a:pt x="118" y="1170"/>
                    <a:pt x="119" y="1171"/>
                    <a:pt x="119" y="1171"/>
                  </a:cubicBezTo>
                  <a:cubicBezTo>
                    <a:pt x="120" y="1170"/>
                    <a:pt x="121" y="1170"/>
                    <a:pt x="120" y="1169"/>
                  </a:cubicBezTo>
                  <a:cubicBezTo>
                    <a:pt x="117" y="1157"/>
                    <a:pt x="120" y="1144"/>
                    <a:pt x="124" y="1131"/>
                  </a:cubicBezTo>
                  <a:cubicBezTo>
                    <a:pt x="125" y="1124"/>
                    <a:pt x="127" y="1117"/>
                    <a:pt x="128" y="1110"/>
                  </a:cubicBezTo>
                  <a:cubicBezTo>
                    <a:pt x="132" y="1129"/>
                    <a:pt x="136" y="1147"/>
                    <a:pt x="134" y="1157"/>
                  </a:cubicBezTo>
                  <a:cubicBezTo>
                    <a:pt x="133" y="1158"/>
                    <a:pt x="134" y="1158"/>
                    <a:pt x="135" y="1159"/>
                  </a:cubicBezTo>
                  <a:cubicBezTo>
                    <a:pt x="136" y="1159"/>
                    <a:pt x="136" y="1158"/>
                    <a:pt x="136" y="1157"/>
                  </a:cubicBezTo>
                  <a:cubicBezTo>
                    <a:pt x="139" y="1145"/>
                    <a:pt x="134" y="1119"/>
                    <a:pt x="128" y="1096"/>
                  </a:cubicBezTo>
                  <a:cubicBezTo>
                    <a:pt x="127" y="1094"/>
                    <a:pt x="127" y="1091"/>
                    <a:pt x="126" y="1089"/>
                  </a:cubicBezTo>
                  <a:cubicBezTo>
                    <a:pt x="124" y="1083"/>
                    <a:pt x="123" y="1077"/>
                    <a:pt x="121" y="1072"/>
                  </a:cubicBezTo>
                  <a:cubicBezTo>
                    <a:pt x="121" y="1072"/>
                    <a:pt x="121" y="1072"/>
                    <a:pt x="121" y="1072"/>
                  </a:cubicBezTo>
                  <a:cubicBezTo>
                    <a:pt x="121" y="1072"/>
                    <a:pt x="121" y="1072"/>
                    <a:pt x="121" y="1072"/>
                  </a:cubicBezTo>
                  <a:cubicBezTo>
                    <a:pt x="129" y="1069"/>
                    <a:pt x="132" y="1060"/>
                    <a:pt x="135" y="1052"/>
                  </a:cubicBezTo>
                  <a:cubicBezTo>
                    <a:pt x="135" y="1050"/>
                    <a:pt x="135" y="1050"/>
                    <a:pt x="135" y="1050"/>
                  </a:cubicBezTo>
                  <a:cubicBezTo>
                    <a:pt x="136" y="1052"/>
                    <a:pt x="136" y="1054"/>
                    <a:pt x="136" y="1056"/>
                  </a:cubicBezTo>
                  <a:cubicBezTo>
                    <a:pt x="137" y="1062"/>
                    <a:pt x="139" y="1068"/>
                    <a:pt x="141" y="1073"/>
                  </a:cubicBezTo>
                  <a:cubicBezTo>
                    <a:pt x="144" y="1083"/>
                    <a:pt x="147" y="1091"/>
                    <a:pt x="147" y="1101"/>
                  </a:cubicBezTo>
                  <a:cubicBezTo>
                    <a:pt x="147" y="1102"/>
                    <a:pt x="147" y="1103"/>
                    <a:pt x="148" y="1103"/>
                  </a:cubicBezTo>
                  <a:cubicBezTo>
                    <a:pt x="149" y="1103"/>
                    <a:pt x="150" y="1102"/>
                    <a:pt x="150" y="1101"/>
                  </a:cubicBezTo>
                  <a:cubicBezTo>
                    <a:pt x="151" y="1091"/>
                    <a:pt x="147" y="1081"/>
                    <a:pt x="144" y="1072"/>
                  </a:cubicBezTo>
                  <a:cubicBezTo>
                    <a:pt x="142" y="1067"/>
                    <a:pt x="140" y="1061"/>
                    <a:pt x="139" y="1055"/>
                  </a:cubicBezTo>
                  <a:cubicBezTo>
                    <a:pt x="138" y="1048"/>
                    <a:pt x="138" y="1041"/>
                    <a:pt x="138" y="1033"/>
                  </a:cubicBezTo>
                  <a:cubicBezTo>
                    <a:pt x="138" y="1033"/>
                    <a:pt x="138" y="1032"/>
                    <a:pt x="138" y="1031"/>
                  </a:cubicBezTo>
                  <a:cubicBezTo>
                    <a:pt x="139" y="1034"/>
                    <a:pt x="140" y="1038"/>
                    <a:pt x="142" y="1040"/>
                  </a:cubicBezTo>
                  <a:cubicBezTo>
                    <a:pt x="143" y="1044"/>
                    <a:pt x="146" y="1046"/>
                    <a:pt x="149" y="1048"/>
                  </a:cubicBezTo>
                  <a:cubicBezTo>
                    <a:pt x="153" y="1052"/>
                    <a:pt x="156" y="1055"/>
                    <a:pt x="156" y="1060"/>
                  </a:cubicBezTo>
                  <a:cubicBezTo>
                    <a:pt x="156" y="1061"/>
                    <a:pt x="157" y="1061"/>
                    <a:pt x="158" y="1061"/>
                  </a:cubicBezTo>
                  <a:cubicBezTo>
                    <a:pt x="159" y="1061"/>
                    <a:pt x="159" y="1061"/>
                    <a:pt x="159" y="1060"/>
                  </a:cubicBezTo>
                  <a:cubicBezTo>
                    <a:pt x="159" y="1053"/>
                    <a:pt x="155" y="1050"/>
                    <a:pt x="151" y="1046"/>
                  </a:cubicBezTo>
                  <a:cubicBezTo>
                    <a:pt x="148" y="1044"/>
                    <a:pt x="146" y="1042"/>
                    <a:pt x="144" y="1039"/>
                  </a:cubicBezTo>
                  <a:cubicBezTo>
                    <a:pt x="142" y="1034"/>
                    <a:pt x="140" y="1028"/>
                    <a:pt x="139" y="1022"/>
                  </a:cubicBezTo>
                  <a:cubicBezTo>
                    <a:pt x="138" y="1015"/>
                    <a:pt x="138" y="1015"/>
                    <a:pt x="138" y="1015"/>
                  </a:cubicBezTo>
                  <a:cubicBezTo>
                    <a:pt x="138" y="1015"/>
                    <a:pt x="138" y="1015"/>
                    <a:pt x="138" y="1015"/>
                  </a:cubicBezTo>
                  <a:cubicBezTo>
                    <a:pt x="138" y="1013"/>
                    <a:pt x="137" y="1011"/>
                    <a:pt x="137" y="1009"/>
                  </a:cubicBezTo>
                  <a:cubicBezTo>
                    <a:pt x="131" y="986"/>
                    <a:pt x="131" y="986"/>
                    <a:pt x="131" y="986"/>
                  </a:cubicBezTo>
                  <a:cubicBezTo>
                    <a:pt x="128" y="975"/>
                    <a:pt x="126" y="964"/>
                    <a:pt x="124" y="953"/>
                  </a:cubicBezTo>
                  <a:cubicBezTo>
                    <a:pt x="124" y="948"/>
                    <a:pt x="125" y="944"/>
                    <a:pt x="126" y="940"/>
                  </a:cubicBezTo>
                  <a:cubicBezTo>
                    <a:pt x="127" y="935"/>
                    <a:pt x="129" y="931"/>
                    <a:pt x="127" y="925"/>
                  </a:cubicBezTo>
                  <a:cubicBezTo>
                    <a:pt x="127" y="925"/>
                    <a:pt x="127" y="924"/>
                    <a:pt x="127" y="924"/>
                  </a:cubicBezTo>
                  <a:cubicBezTo>
                    <a:pt x="128" y="921"/>
                    <a:pt x="129" y="917"/>
                    <a:pt x="131" y="913"/>
                  </a:cubicBezTo>
                  <a:cubicBezTo>
                    <a:pt x="143" y="882"/>
                    <a:pt x="158" y="842"/>
                    <a:pt x="168" y="803"/>
                  </a:cubicBezTo>
                  <a:cubicBezTo>
                    <a:pt x="178" y="768"/>
                    <a:pt x="188" y="711"/>
                    <a:pt x="194" y="680"/>
                  </a:cubicBezTo>
                  <a:cubicBezTo>
                    <a:pt x="196" y="669"/>
                    <a:pt x="197" y="662"/>
                    <a:pt x="198" y="660"/>
                  </a:cubicBezTo>
                  <a:cubicBezTo>
                    <a:pt x="219" y="581"/>
                    <a:pt x="214" y="448"/>
                    <a:pt x="208" y="406"/>
                  </a:cubicBezTo>
                  <a:cubicBezTo>
                    <a:pt x="202" y="360"/>
                    <a:pt x="209" y="320"/>
                    <a:pt x="233" y="270"/>
                  </a:cubicBezTo>
                  <a:cubicBezTo>
                    <a:pt x="237" y="260"/>
                    <a:pt x="252" y="231"/>
                    <a:pt x="263" y="223"/>
                  </a:cubicBezTo>
                  <a:cubicBezTo>
                    <a:pt x="263" y="222"/>
                    <a:pt x="264" y="222"/>
                    <a:pt x="265" y="221"/>
                  </a:cubicBezTo>
                  <a:cubicBezTo>
                    <a:pt x="284" y="216"/>
                    <a:pt x="327" y="166"/>
                    <a:pt x="335" y="154"/>
                  </a:cubicBezTo>
                  <a:cubicBezTo>
                    <a:pt x="339" y="149"/>
                    <a:pt x="348" y="140"/>
                    <a:pt x="360" y="132"/>
                  </a:cubicBezTo>
                  <a:cubicBezTo>
                    <a:pt x="360" y="132"/>
                    <a:pt x="361" y="132"/>
                    <a:pt x="361" y="132"/>
                  </a:cubicBezTo>
                  <a:cubicBezTo>
                    <a:pt x="371" y="126"/>
                    <a:pt x="400" y="127"/>
                    <a:pt x="421" y="128"/>
                  </a:cubicBezTo>
                  <a:cubicBezTo>
                    <a:pt x="434" y="128"/>
                    <a:pt x="444" y="129"/>
                    <a:pt x="449" y="128"/>
                  </a:cubicBezTo>
                  <a:cubicBezTo>
                    <a:pt x="449" y="128"/>
                    <a:pt x="450" y="127"/>
                    <a:pt x="450" y="126"/>
                  </a:cubicBezTo>
                  <a:close/>
                  <a:moveTo>
                    <a:pt x="359" y="113"/>
                  </a:moveTo>
                  <a:cubicBezTo>
                    <a:pt x="355" y="115"/>
                    <a:pt x="352" y="118"/>
                    <a:pt x="349" y="120"/>
                  </a:cubicBezTo>
                  <a:cubicBezTo>
                    <a:pt x="338" y="129"/>
                    <a:pt x="328" y="136"/>
                    <a:pt x="319" y="144"/>
                  </a:cubicBezTo>
                  <a:cubicBezTo>
                    <a:pt x="325" y="136"/>
                    <a:pt x="333" y="126"/>
                    <a:pt x="339" y="118"/>
                  </a:cubicBezTo>
                  <a:cubicBezTo>
                    <a:pt x="346" y="115"/>
                    <a:pt x="354" y="113"/>
                    <a:pt x="359" y="113"/>
                  </a:cubicBezTo>
                  <a:close/>
                  <a:moveTo>
                    <a:pt x="345" y="103"/>
                  </a:moveTo>
                  <a:cubicBezTo>
                    <a:pt x="343" y="106"/>
                    <a:pt x="340" y="111"/>
                    <a:pt x="337" y="115"/>
                  </a:cubicBezTo>
                  <a:cubicBezTo>
                    <a:pt x="336" y="116"/>
                    <a:pt x="336" y="116"/>
                    <a:pt x="336" y="116"/>
                  </a:cubicBezTo>
                  <a:cubicBezTo>
                    <a:pt x="335" y="116"/>
                    <a:pt x="335" y="117"/>
                    <a:pt x="335" y="118"/>
                  </a:cubicBezTo>
                  <a:cubicBezTo>
                    <a:pt x="335" y="117"/>
                    <a:pt x="334" y="117"/>
                    <a:pt x="333" y="117"/>
                  </a:cubicBezTo>
                  <a:cubicBezTo>
                    <a:pt x="326" y="120"/>
                    <a:pt x="313" y="125"/>
                    <a:pt x="303" y="128"/>
                  </a:cubicBezTo>
                  <a:cubicBezTo>
                    <a:pt x="317" y="120"/>
                    <a:pt x="332" y="111"/>
                    <a:pt x="345" y="103"/>
                  </a:cubicBezTo>
                  <a:close/>
                  <a:moveTo>
                    <a:pt x="229" y="166"/>
                  </a:moveTo>
                  <a:cubicBezTo>
                    <a:pt x="230" y="166"/>
                    <a:pt x="230" y="166"/>
                    <a:pt x="230" y="165"/>
                  </a:cubicBezTo>
                  <a:cubicBezTo>
                    <a:pt x="246" y="158"/>
                    <a:pt x="268" y="147"/>
                    <a:pt x="290" y="135"/>
                  </a:cubicBezTo>
                  <a:cubicBezTo>
                    <a:pt x="298" y="133"/>
                    <a:pt x="322" y="126"/>
                    <a:pt x="333" y="120"/>
                  </a:cubicBezTo>
                  <a:cubicBezTo>
                    <a:pt x="324" y="132"/>
                    <a:pt x="313" y="146"/>
                    <a:pt x="307" y="152"/>
                  </a:cubicBezTo>
                  <a:cubicBezTo>
                    <a:pt x="307" y="152"/>
                    <a:pt x="307" y="152"/>
                    <a:pt x="307" y="152"/>
                  </a:cubicBezTo>
                  <a:cubicBezTo>
                    <a:pt x="298" y="159"/>
                    <a:pt x="289" y="165"/>
                    <a:pt x="283" y="168"/>
                  </a:cubicBezTo>
                  <a:cubicBezTo>
                    <a:pt x="270" y="177"/>
                    <a:pt x="258" y="184"/>
                    <a:pt x="249" y="189"/>
                  </a:cubicBezTo>
                  <a:cubicBezTo>
                    <a:pt x="243" y="193"/>
                    <a:pt x="238" y="195"/>
                    <a:pt x="235" y="198"/>
                  </a:cubicBezTo>
                  <a:cubicBezTo>
                    <a:pt x="230" y="200"/>
                    <a:pt x="214" y="210"/>
                    <a:pt x="199" y="230"/>
                  </a:cubicBezTo>
                  <a:cubicBezTo>
                    <a:pt x="208" y="200"/>
                    <a:pt x="220" y="173"/>
                    <a:pt x="229" y="166"/>
                  </a:cubicBezTo>
                  <a:close/>
                  <a:moveTo>
                    <a:pt x="197" y="239"/>
                  </a:moveTo>
                  <a:cubicBezTo>
                    <a:pt x="213" y="214"/>
                    <a:pt x="231" y="203"/>
                    <a:pt x="236" y="200"/>
                  </a:cubicBezTo>
                  <a:cubicBezTo>
                    <a:pt x="239" y="198"/>
                    <a:pt x="244" y="195"/>
                    <a:pt x="251" y="192"/>
                  </a:cubicBezTo>
                  <a:cubicBezTo>
                    <a:pt x="256" y="188"/>
                    <a:pt x="263" y="184"/>
                    <a:pt x="271" y="180"/>
                  </a:cubicBezTo>
                  <a:cubicBezTo>
                    <a:pt x="265" y="189"/>
                    <a:pt x="265" y="189"/>
                    <a:pt x="265" y="189"/>
                  </a:cubicBezTo>
                  <a:cubicBezTo>
                    <a:pt x="261" y="195"/>
                    <a:pt x="256" y="201"/>
                    <a:pt x="251" y="207"/>
                  </a:cubicBezTo>
                  <a:cubicBezTo>
                    <a:pt x="245" y="214"/>
                    <a:pt x="245" y="214"/>
                    <a:pt x="245" y="214"/>
                  </a:cubicBezTo>
                  <a:cubicBezTo>
                    <a:pt x="235" y="224"/>
                    <a:pt x="222" y="236"/>
                    <a:pt x="223" y="251"/>
                  </a:cubicBezTo>
                  <a:cubicBezTo>
                    <a:pt x="217" y="257"/>
                    <a:pt x="213" y="263"/>
                    <a:pt x="208" y="271"/>
                  </a:cubicBezTo>
                  <a:cubicBezTo>
                    <a:pt x="201" y="282"/>
                    <a:pt x="195" y="290"/>
                    <a:pt x="191" y="299"/>
                  </a:cubicBezTo>
                  <a:cubicBezTo>
                    <a:pt x="188" y="282"/>
                    <a:pt x="191" y="260"/>
                    <a:pt x="197" y="239"/>
                  </a:cubicBezTo>
                  <a:close/>
                  <a:moveTo>
                    <a:pt x="143" y="627"/>
                  </a:moveTo>
                  <a:cubicBezTo>
                    <a:pt x="142" y="621"/>
                    <a:pt x="141" y="615"/>
                    <a:pt x="141" y="609"/>
                  </a:cubicBezTo>
                  <a:cubicBezTo>
                    <a:pt x="141" y="609"/>
                    <a:pt x="140" y="609"/>
                    <a:pt x="140" y="609"/>
                  </a:cubicBezTo>
                  <a:cubicBezTo>
                    <a:pt x="145" y="584"/>
                    <a:pt x="147" y="558"/>
                    <a:pt x="149" y="535"/>
                  </a:cubicBezTo>
                  <a:cubicBezTo>
                    <a:pt x="151" y="515"/>
                    <a:pt x="153" y="497"/>
                    <a:pt x="155" y="483"/>
                  </a:cubicBezTo>
                  <a:cubicBezTo>
                    <a:pt x="162" y="441"/>
                    <a:pt x="166" y="382"/>
                    <a:pt x="168" y="347"/>
                  </a:cubicBezTo>
                  <a:cubicBezTo>
                    <a:pt x="169" y="333"/>
                    <a:pt x="169" y="333"/>
                    <a:pt x="169" y="333"/>
                  </a:cubicBezTo>
                  <a:cubicBezTo>
                    <a:pt x="171" y="296"/>
                    <a:pt x="180" y="268"/>
                    <a:pt x="191" y="248"/>
                  </a:cubicBezTo>
                  <a:cubicBezTo>
                    <a:pt x="187" y="268"/>
                    <a:pt x="185" y="289"/>
                    <a:pt x="189" y="304"/>
                  </a:cubicBezTo>
                  <a:cubicBezTo>
                    <a:pt x="182" y="319"/>
                    <a:pt x="179" y="338"/>
                    <a:pt x="176" y="377"/>
                  </a:cubicBezTo>
                  <a:cubicBezTo>
                    <a:pt x="175" y="394"/>
                    <a:pt x="174" y="419"/>
                    <a:pt x="173" y="447"/>
                  </a:cubicBezTo>
                  <a:cubicBezTo>
                    <a:pt x="170" y="521"/>
                    <a:pt x="166" y="622"/>
                    <a:pt x="152" y="663"/>
                  </a:cubicBezTo>
                  <a:cubicBezTo>
                    <a:pt x="150" y="669"/>
                    <a:pt x="148" y="676"/>
                    <a:pt x="146" y="684"/>
                  </a:cubicBezTo>
                  <a:cubicBezTo>
                    <a:pt x="146" y="681"/>
                    <a:pt x="146" y="677"/>
                    <a:pt x="146" y="674"/>
                  </a:cubicBezTo>
                  <a:cubicBezTo>
                    <a:pt x="146" y="664"/>
                    <a:pt x="147" y="655"/>
                    <a:pt x="146" y="645"/>
                  </a:cubicBezTo>
                  <a:cubicBezTo>
                    <a:pt x="145" y="639"/>
                    <a:pt x="144" y="633"/>
                    <a:pt x="143" y="627"/>
                  </a:cubicBezTo>
                  <a:close/>
                  <a:moveTo>
                    <a:pt x="85" y="972"/>
                  </a:moveTo>
                  <a:cubicBezTo>
                    <a:pt x="85" y="972"/>
                    <a:pt x="85" y="972"/>
                    <a:pt x="85" y="972"/>
                  </a:cubicBezTo>
                  <a:cubicBezTo>
                    <a:pt x="85" y="972"/>
                    <a:pt x="85" y="972"/>
                    <a:pt x="85" y="972"/>
                  </a:cubicBezTo>
                  <a:cubicBezTo>
                    <a:pt x="85" y="972"/>
                    <a:pt x="85" y="972"/>
                    <a:pt x="85" y="972"/>
                  </a:cubicBezTo>
                  <a:close/>
                  <a:moveTo>
                    <a:pt x="85" y="972"/>
                  </a:moveTo>
                  <a:cubicBezTo>
                    <a:pt x="84" y="971"/>
                    <a:pt x="84" y="971"/>
                    <a:pt x="84" y="970"/>
                  </a:cubicBezTo>
                  <a:cubicBezTo>
                    <a:pt x="84" y="971"/>
                    <a:pt x="84" y="971"/>
                    <a:pt x="85" y="972"/>
                  </a:cubicBezTo>
                  <a:close/>
                  <a:moveTo>
                    <a:pt x="112" y="1088"/>
                  </a:moveTo>
                  <a:cubicBezTo>
                    <a:pt x="108" y="1099"/>
                    <a:pt x="108" y="1099"/>
                    <a:pt x="108" y="1099"/>
                  </a:cubicBezTo>
                  <a:cubicBezTo>
                    <a:pt x="108" y="1100"/>
                    <a:pt x="108" y="1100"/>
                    <a:pt x="108" y="1100"/>
                  </a:cubicBezTo>
                  <a:cubicBezTo>
                    <a:pt x="106" y="1108"/>
                    <a:pt x="103" y="1116"/>
                    <a:pt x="102" y="1125"/>
                  </a:cubicBezTo>
                  <a:cubicBezTo>
                    <a:pt x="102" y="1125"/>
                    <a:pt x="102" y="1125"/>
                    <a:pt x="102" y="1125"/>
                  </a:cubicBezTo>
                  <a:cubicBezTo>
                    <a:pt x="95" y="1132"/>
                    <a:pt x="92" y="1141"/>
                    <a:pt x="89" y="1150"/>
                  </a:cubicBezTo>
                  <a:cubicBezTo>
                    <a:pt x="88" y="1154"/>
                    <a:pt x="88" y="1154"/>
                    <a:pt x="88" y="1154"/>
                  </a:cubicBezTo>
                  <a:cubicBezTo>
                    <a:pt x="88" y="1152"/>
                    <a:pt x="88" y="1150"/>
                    <a:pt x="87" y="1148"/>
                  </a:cubicBezTo>
                  <a:cubicBezTo>
                    <a:pt x="85" y="1142"/>
                    <a:pt x="85" y="1142"/>
                    <a:pt x="85" y="1142"/>
                  </a:cubicBezTo>
                  <a:cubicBezTo>
                    <a:pt x="82" y="1131"/>
                    <a:pt x="79" y="1120"/>
                    <a:pt x="78" y="1108"/>
                  </a:cubicBezTo>
                  <a:cubicBezTo>
                    <a:pt x="77" y="1102"/>
                    <a:pt x="75" y="1097"/>
                    <a:pt x="74" y="1091"/>
                  </a:cubicBezTo>
                  <a:cubicBezTo>
                    <a:pt x="76" y="1093"/>
                    <a:pt x="79" y="1095"/>
                    <a:pt x="82" y="1097"/>
                  </a:cubicBezTo>
                  <a:cubicBezTo>
                    <a:pt x="89" y="1100"/>
                    <a:pt x="97" y="1099"/>
                    <a:pt x="103" y="1096"/>
                  </a:cubicBezTo>
                  <a:cubicBezTo>
                    <a:pt x="107" y="1094"/>
                    <a:pt x="110" y="1090"/>
                    <a:pt x="113" y="1085"/>
                  </a:cubicBezTo>
                  <a:cubicBezTo>
                    <a:pt x="112" y="1086"/>
                    <a:pt x="112" y="1087"/>
                    <a:pt x="112" y="1088"/>
                  </a:cubicBezTo>
                  <a:close/>
                  <a:moveTo>
                    <a:pt x="123" y="939"/>
                  </a:moveTo>
                  <a:cubicBezTo>
                    <a:pt x="122" y="943"/>
                    <a:pt x="121" y="947"/>
                    <a:pt x="121" y="953"/>
                  </a:cubicBezTo>
                  <a:cubicBezTo>
                    <a:pt x="123" y="965"/>
                    <a:pt x="126" y="976"/>
                    <a:pt x="128" y="986"/>
                  </a:cubicBezTo>
                  <a:cubicBezTo>
                    <a:pt x="134" y="1010"/>
                    <a:pt x="134" y="1010"/>
                    <a:pt x="134" y="1010"/>
                  </a:cubicBezTo>
                  <a:cubicBezTo>
                    <a:pt x="135" y="1017"/>
                    <a:pt x="135" y="1025"/>
                    <a:pt x="135" y="1033"/>
                  </a:cubicBezTo>
                  <a:cubicBezTo>
                    <a:pt x="135" y="1036"/>
                    <a:pt x="135" y="1039"/>
                    <a:pt x="135" y="1042"/>
                  </a:cubicBezTo>
                  <a:cubicBezTo>
                    <a:pt x="135" y="1042"/>
                    <a:pt x="135" y="1042"/>
                    <a:pt x="135" y="1043"/>
                  </a:cubicBezTo>
                  <a:cubicBezTo>
                    <a:pt x="132" y="1051"/>
                    <a:pt x="132" y="1051"/>
                    <a:pt x="132" y="1051"/>
                  </a:cubicBezTo>
                  <a:cubicBezTo>
                    <a:pt x="129" y="1058"/>
                    <a:pt x="127" y="1066"/>
                    <a:pt x="120" y="1069"/>
                  </a:cubicBezTo>
                  <a:cubicBezTo>
                    <a:pt x="116" y="1054"/>
                    <a:pt x="116" y="1054"/>
                    <a:pt x="116" y="1054"/>
                  </a:cubicBezTo>
                  <a:cubicBezTo>
                    <a:pt x="106" y="1023"/>
                    <a:pt x="104" y="1008"/>
                    <a:pt x="113" y="966"/>
                  </a:cubicBezTo>
                  <a:cubicBezTo>
                    <a:pt x="114" y="958"/>
                    <a:pt x="119" y="945"/>
                    <a:pt x="125" y="929"/>
                  </a:cubicBezTo>
                  <a:cubicBezTo>
                    <a:pt x="125" y="933"/>
                    <a:pt x="124" y="936"/>
                    <a:pt x="123" y="939"/>
                  </a:cubicBezTo>
                  <a:close/>
                  <a:moveTo>
                    <a:pt x="230" y="268"/>
                  </a:moveTo>
                  <a:cubicBezTo>
                    <a:pt x="206" y="319"/>
                    <a:pt x="199" y="360"/>
                    <a:pt x="205" y="406"/>
                  </a:cubicBezTo>
                  <a:cubicBezTo>
                    <a:pt x="211" y="448"/>
                    <a:pt x="216" y="581"/>
                    <a:pt x="195" y="659"/>
                  </a:cubicBezTo>
                  <a:cubicBezTo>
                    <a:pt x="194" y="661"/>
                    <a:pt x="193" y="668"/>
                    <a:pt x="191" y="679"/>
                  </a:cubicBezTo>
                  <a:cubicBezTo>
                    <a:pt x="185" y="710"/>
                    <a:pt x="175" y="767"/>
                    <a:pt x="166" y="802"/>
                  </a:cubicBezTo>
                  <a:cubicBezTo>
                    <a:pt x="155" y="841"/>
                    <a:pt x="140" y="881"/>
                    <a:pt x="128" y="912"/>
                  </a:cubicBezTo>
                  <a:cubicBezTo>
                    <a:pt x="119" y="936"/>
                    <a:pt x="112" y="955"/>
                    <a:pt x="110" y="966"/>
                  </a:cubicBezTo>
                  <a:cubicBezTo>
                    <a:pt x="101" y="1008"/>
                    <a:pt x="104" y="1024"/>
                    <a:pt x="113" y="1055"/>
                  </a:cubicBezTo>
                  <a:cubicBezTo>
                    <a:pt x="118" y="1071"/>
                    <a:pt x="118" y="1071"/>
                    <a:pt x="118" y="1071"/>
                  </a:cubicBezTo>
                  <a:cubicBezTo>
                    <a:pt x="117" y="1071"/>
                    <a:pt x="117" y="1071"/>
                    <a:pt x="117" y="1072"/>
                  </a:cubicBezTo>
                  <a:cubicBezTo>
                    <a:pt x="117" y="1072"/>
                    <a:pt x="117" y="1072"/>
                    <a:pt x="117" y="1072"/>
                  </a:cubicBezTo>
                  <a:cubicBezTo>
                    <a:pt x="117" y="1072"/>
                    <a:pt x="116" y="1072"/>
                    <a:pt x="116" y="1072"/>
                  </a:cubicBezTo>
                  <a:cubicBezTo>
                    <a:pt x="115" y="1074"/>
                    <a:pt x="115" y="1074"/>
                    <a:pt x="115" y="1074"/>
                  </a:cubicBezTo>
                  <a:cubicBezTo>
                    <a:pt x="112" y="1080"/>
                    <a:pt x="107" y="1090"/>
                    <a:pt x="102" y="1093"/>
                  </a:cubicBezTo>
                  <a:cubicBezTo>
                    <a:pt x="96" y="1096"/>
                    <a:pt x="89" y="1096"/>
                    <a:pt x="83" y="1094"/>
                  </a:cubicBezTo>
                  <a:cubicBezTo>
                    <a:pt x="78" y="1092"/>
                    <a:pt x="73" y="1087"/>
                    <a:pt x="72" y="1082"/>
                  </a:cubicBezTo>
                  <a:cubicBezTo>
                    <a:pt x="70" y="1076"/>
                    <a:pt x="69" y="1070"/>
                    <a:pt x="69" y="1064"/>
                  </a:cubicBezTo>
                  <a:cubicBezTo>
                    <a:pt x="69" y="1057"/>
                    <a:pt x="69" y="1052"/>
                    <a:pt x="70" y="1046"/>
                  </a:cubicBezTo>
                  <a:cubicBezTo>
                    <a:pt x="71" y="1033"/>
                    <a:pt x="71" y="1033"/>
                    <a:pt x="71" y="1033"/>
                  </a:cubicBezTo>
                  <a:cubicBezTo>
                    <a:pt x="73" y="1020"/>
                    <a:pt x="77" y="1007"/>
                    <a:pt x="81" y="992"/>
                  </a:cubicBezTo>
                  <a:cubicBezTo>
                    <a:pt x="81" y="992"/>
                    <a:pt x="81" y="992"/>
                    <a:pt x="82" y="990"/>
                  </a:cubicBezTo>
                  <a:cubicBezTo>
                    <a:pt x="82" y="990"/>
                    <a:pt x="82" y="990"/>
                    <a:pt x="82" y="990"/>
                  </a:cubicBezTo>
                  <a:cubicBezTo>
                    <a:pt x="82" y="989"/>
                    <a:pt x="82" y="989"/>
                    <a:pt x="82" y="989"/>
                  </a:cubicBezTo>
                  <a:cubicBezTo>
                    <a:pt x="84" y="982"/>
                    <a:pt x="87" y="971"/>
                    <a:pt x="87" y="971"/>
                  </a:cubicBezTo>
                  <a:cubicBezTo>
                    <a:pt x="87" y="971"/>
                    <a:pt x="87" y="971"/>
                    <a:pt x="87" y="971"/>
                  </a:cubicBezTo>
                  <a:cubicBezTo>
                    <a:pt x="97" y="934"/>
                    <a:pt x="109" y="875"/>
                    <a:pt x="120" y="818"/>
                  </a:cubicBezTo>
                  <a:cubicBezTo>
                    <a:pt x="129" y="775"/>
                    <a:pt x="137" y="734"/>
                    <a:pt x="144" y="703"/>
                  </a:cubicBezTo>
                  <a:cubicBezTo>
                    <a:pt x="144" y="706"/>
                    <a:pt x="144" y="706"/>
                    <a:pt x="144" y="706"/>
                  </a:cubicBezTo>
                  <a:cubicBezTo>
                    <a:pt x="145" y="726"/>
                    <a:pt x="145" y="747"/>
                    <a:pt x="142" y="767"/>
                  </a:cubicBezTo>
                  <a:cubicBezTo>
                    <a:pt x="140" y="773"/>
                    <a:pt x="139" y="780"/>
                    <a:pt x="137" y="787"/>
                  </a:cubicBezTo>
                  <a:cubicBezTo>
                    <a:pt x="134" y="796"/>
                    <a:pt x="132" y="806"/>
                    <a:pt x="131" y="816"/>
                  </a:cubicBezTo>
                  <a:cubicBezTo>
                    <a:pt x="129" y="828"/>
                    <a:pt x="129" y="828"/>
                    <a:pt x="129" y="828"/>
                  </a:cubicBezTo>
                  <a:cubicBezTo>
                    <a:pt x="128" y="837"/>
                    <a:pt x="127" y="846"/>
                    <a:pt x="127" y="853"/>
                  </a:cubicBezTo>
                  <a:cubicBezTo>
                    <a:pt x="127" y="854"/>
                    <a:pt x="128" y="855"/>
                    <a:pt x="128" y="855"/>
                  </a:cubicBezTo>
                  <a:cubicBezTo>
                    <a:pt x="129" y="855"/>
                    <a:pt x="130" y="854"/>
                    <a:pt x="130" y="853"/>
                  </a:cubicBezTo>
                  <a:cubicBezTo>
                    <a:pt x="130" y="846"/>
                    <a:pt x="131" y="837"/>
                    <a:pt x="132" y="829"/>
                  </a:cubicBezTo>
                  <a:cubicBezTo>
                    <a:pt x="134" y="816"/>
                    <a:pt x="134" y="816"/>
                    <a:pt x="134" y="816"/>
                  </a:cubicBezTo>
                  <a:cubicBezTo>
                    <a:pt x="135" y="807"/>
                    <a:pt x="137" y="797"/>
                    <a:pt x="140" y="788"/>
                  </a:cubicBezTo>
                  <a:cubicBezTo>
                    <a:pt x="141" y="781"/>
                    <a:pt x="143" y="774"/>
                    <a:pt x="145" y="767"/>
                  </a:cubicBezTo>
                  <a:cubicBezTo>
                    <a:pt x="145" y="766"/>
                    <a:pt x="145" y="765"/>
                    <a:pt x="145" y="765"/>
                  </a:cubicBezTo>
                  <a:cubicBezTo>
                    <a:pt x="152" y="780"/>
                    <a:pt x="149" y="812"/>
                    <a:pt x="148" y="825"/>
                  </a:cubicBezTo>
                  <a:cubicBezTo>
                    <a:pt x="148" y="826"/>
                    <a:pt x="149" y="827"/>
                    <a:pt x="150" y="827"/>
                  </a:cubicBezTo>
                  <a:cubicBezTo>
                    <a:pt x="150" y="827"/>
                    <a:pt x="151" y="826"/>
                    <a:pt x="151" y="825"/>
                  </a:cubicBezTo>
                  <a:cubicBezTo>
                    <a:pt x="152" y="811"/>
                    <a:pt x="155" y="777"/>
                    <a:pt x="147" y="762"/>
                  </a:cubicBezTo>
                  <a:cubicBezTo>
                    <a:pt x="147" y="761"/>
                    <a:pt x="146" y="761"/>
                    <a:pt x="145" y="761"/>
                  </a:cubicBezTo>
                  <a:cubicBezTo>
                    <a:pt x="148" y="743"/>
                    <a:pt x="148" y="724"/>
                    <a:pt x="147" y="706"/>
                  </a:cubicBezTo>
                  <a:cubicBezTo>
                    <a:pt x="147" y="691"/>
                    <a:pt x="147" y="691"/>
                    <a:pt x="147" y="691"/>
                  </a:cubicBezTo>
                  <a:cubicBezTo>
                    <a:pt x="150" y="680"/>
                    <a:pt x="152" y="671"/>
                    <a:pt x="155" y="664"/>
                  </a:cubicBezTo>
                  <a:cubicBezTo>
                    <a:pt x="165" y="634"/>
                    <a:pt x="170" y="575"/>
                    <a:pt x="173" y="515"/>
                  </a:cubicBezTo>
                  <a:cubicBezTo>
                    <a:pt x="174" y="519"/>
                    <a:pt x="175" y="524"/>
                    <a:pt x="176" y="528"/>
                  </a:cubicBezTo>
                  <a:cubicBezTo>
                    <a:pt x="178" y="535"/>
                    <a:pt x="178" y="535"/>
                    <a:pt x="178" y="535"/>
                  </a:cubicBezTo>
                  <a:cubicBezTo>
                    <a:pt x="183" y="556"/>
                    <a:pt x="183" y="574"/>
                    <a:pt x="184" y="595"/>
                  </a:cubicBezTo>
                  <a:cubicBezTo>
                    <a:pt x="184" y="604"/>
                    <a:pt x="184" y="604"/>
                    <a:pt x="184" y="604"/>
                  </a:cubicBezTo>
                  <a:cubicBezTo>
                    <a:pt x="184" y="605"/>
                    <a:pt x="185" y="605"/>
                    <a:pt x="186" y="605"/>
                  </a:cubicBezTo>
                  <a:cubicBezTo>
                    <a:pt x="187" y="605"/>
                    <a:pt x="187" y="605"/>
                    <a:pt x="187" y="604"/>
                  </a:cubicBezTo>
                  <a:cubicBezTo>
                    <a:pt x="187" y="595"/>
                    <a:pt x="187" y="595"/>
                    <a:pt x="187" y="595"/>
                  </a:cubicBezTo>
                  <a:cubicBezTo>
                    <a:pt x="186" y="574"/>
                    <a:pt x="186" y="556"/>
                    <a:pt x="180" y="534"/>
                  </a:cubicBezTo>
                  <a:cubicBezTo>
                    <a:pt x="179" y="528"/>
                    <a:pt x="179" y="528"/>
                    <a:pt x="179" y="528"/>
                  </a:cubicBezTo>
                  <a:cubicBezTo>
                    <a:pt x="177" y="519"/>
                    <a:pt x="175" y="511"/>
                    <a:pt x="174" y="503"/>
                  </a:cubicBezTo>
                  <a:cubicBezTo>
                    <a:pt x="174" y="499"/>
                    <a:pt x="175" y="488"/>
                    <a:pt x="174" y="488"/>
                  </a:cubicBezTo>
                  <a:cubicBezTo>
                    <a:pt x="175" y="474"/>
                    <a:pt x="175" y="460"/>
                    <a:pt x="176" y="447"/>
                  </a:cubicBezTo>
                  <a:cubicBezTo>
                    <a:pt x="177" y="419"/>
                    <a:pt x="178" y="394"/>
                    <a:pt x="179" y="377"/>
                  </a:cubicBezTo>
                  <a:cubicBezTo>
                    <a:pt x="184" y="311"/>
                    <a:pt x="190" y="302"/>
                    <a:pt x="211" y="272"/>
                  </a:cubicBezTo>
                  <a:cubicBezTo>
                    <a:pt x="215" y="265"/>
                    <a:pt x="219" y="259"/>
                    <a:pt x="225" y="253"/>
                  </a:cubicBezTo>
                  <a:cubicBezTo>
                    <a:pt x="225" y="253"/>
                    <a:pt x="226" y="253"/>
                    <a:pt x="226" y="252"/>
                  </a:cubicBezTo>
                  <a:cubicBezTo>
                    <a:pt x="232" y="245"/>
                    <a:pt x="240" y="238"/>
                    <a:pt x="252" y="230"/>
                  </a:cubicBezTo>
                  <a:cubicBezTo>
                    <a:pt x="244" y="240"/>
                    <a:pt x="236" y="256"/>
                    <a:pt x="230" y="268"/>
                  </a:cubicBezTo>
                  <a:close/>
                  <a:moveTo>
                    <a:pt x="333" y="153"/>
                  </a:moveTo>
                  <a:cubicBezTo>
                    <a:pt x="323" y="167"/>
                    <a:pt x="280" y="215"/>
                    <a:pt x="264" y="219"/>
                  </a:cubicBezTo>
                  <a:cubicBezTo>
                    <a:pt x="264" y="219"/>
                    <a:pt x="264" y="219"/>
                    <a:pt x="264" y="219"/>
                  </a:cubicBezTo>
                  <a:cubicBezTo>
                    <a:pt x="264" y="219"/>
                    <a:pt x="264" y="219"/>
                    <a:pt x="264" y="219"/>
                  </a:cubicBezTo>
                  <a:cubicBezTo>
                    <a:pt x="264" y="219"/>
                    <a:pt x="264" y="219"/>
                    <a:pt x="263" y="219"/>
                  </a:cubicBezTo>
                  <a:cubicBezTo>
                    <a:pt x="263" y="219"/>
                    <a:pt x="263" y="219"/>
                    <a:pt x="263" y="219"/>
                  </a:cubicBezTo>
                  <a:cubicBezTo>
                    <a:pt x="263" y="219"/>
                    <a:pt x="263" y="219"/>
                    <a:pt x="263" y="219"/>
                  </a:cubicBezTo>
                  <a:cubicBezTo>
                    <a:pt x="263" y="219"/>
                    <a:pt x="262" y="220"/>
                    <a:pt x="261" y="220"/>
                  </a:cubicBezTo>
                  <a:cubicBezTo>
                    <a:pt x="244" y="231"/>
                    <a:pt x="234" y="239"/>
                    <a:pt x="226" y="247"/>
                  </a:cubicBezTo>
                  <a:cubicBezTo>
                    <a:pt x="227" y="235"/>
                    <a:pt x="237" y="225"/>
                    <a:pt x="247" y="216"/>
                  </a:cubicBezTo>
                  <a:cubicBezTo>
                    <a:pt x="254" y="209"/>
                    <a:pt x="254" y="209"/>
                    <a:pt x="254" y="209"/>
                  </a:cubicBezTo>
                  <a:cubicBezTo>
                    <a:pt x="259" y="203"/>
                    <a:pt x="263" y="197"/>
                    <a:pt x="267" y="190"/>
                  </a:cubicBezTo>
                  <a:cubicBezTo>
                    <a:pt x="276" y="178"/>
                    <a:pt x="276" y="178"/>
                    <a:pt x="276" y="178"/>
                  </a:cubicBezTo>
                  <a:cubicBezTo>
                    <a:pt x="277" y="178"/>
                    <a:pt x="276" y="177"/>
                    <a:pt x="276" y="177"/>
                  </a:cubicBezTo>
                  <a:cubicBezTo>
                    <a:pt x="279" y="175"/>
                    <a:pt x="282" y="173"/>
                    <a:pt x="285" y="171"/>
                  </a:cubicBezTo>
                  <a:cubicBezTo>
                    <a:pt x="291" y="167"/>
                    <a:pt x="301" y="161"/>
                    <a:pt x="311" y="153"/>
                  </a:cubicBezTo>
                  <a:cubicBezTo>
                    <a:pt x="311" y="153"/>
                    <a:pt x="311" y="153"/>
                    <a:pt x="312" y="153"/>
                  </a:cubicBezTo>
                  <a:cubicBezTo>
                    <a:pt x="315" y="153"/>
                    <a:pt x="315" y="153"/>
                    <a:pt x="315" y="153"/>
                  </a:cubicBezTo>
                  <a:cubicBezTo>
                    <a:pt x="322" y="152"/>
                    <a:pt x="329" y="151"/>
                    <a:pt x="336" y="149"/>
                  </a:cubicBezTo>
                  <a:cubicBezTo>
                    <a:pt x="334" y="150"/>
                    <a:pt x="333" y="152"/>
                    <a:pt x="333" y="153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1" name="Freeform 531">
              <a:extLst>
                <a:ext uri="{FF2B5EF4-FFF2-40B4-BE49-F238E27FC236}">
                  <a16:creationId xmlns:a16="http://schemas.microsoft.com/office/drawing/2014/main" id="{E70BFBD3-1C4A-441B-8270-8E2BE37FA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077"/>
              <a:ext cx="52" cy="31"/>
            </a:xfrm>
            <a:custGeom>
              <a:avLst/>
              <a:gdLst>
                <a:gd name="T0" fmla="*/ 85 w 39"/>
                <a:gd name="T1" fmla="*/ 1 h 23"/>
                <a:gd name="T2" fmla="*/ 71 w 39"/>
                <a:gd name="T3" fmla="*/ 16 h 23"/>
                <a:gd name="T4" fmla="*/ 1 w 39"/>
                <a:gd name="T5" fmla="*/ 49 h 23"/>
                <a:gd name="T6" fmla="*/ 0 w 39"/>
                <a:gd name="T7" fmla="*/ 54 h 23"/>
                <a:gd name="T8" fmla="*/ 1 w 39"/>
                <a:gd name="T9" fmla="*/ 57 h 23"/>
                <a:gd name="T10" fmla="*/ 76 w 39"/>
                <a:gd name="T11" fmla="*/ 22 h 23"/>
                <a:gd name="T12" fmla="*/ 91 w 39"/>
                <a:gd name="T13" fmla="*/ 7 h 23"/>
                <a:gd name="T14" fmla="*/ 91 w 39"/>
                <a:gd name="T15" fmla="*/ 1 h 23"/>
                <a:gd name="T16" fmla="*/ 85 w 39"/>
                <a:gd name="T17" fmla="*/ 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3">
                  <a:moveTo>
                    <a:pt x="36" y="1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1" y="15"/>
                    <a:pt x="16" y="20"/>
                    <a:pt x="1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17" y="23"/>
                    <a:pt x="23" y="17"/>
                    <a:pt x="32" y="9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9" y="2"/>
                    <a:pt x="39" y="1"/>
                    <a:pt x="38" y="1"/>
                  </a:cubicBezTo>
                  <a:cubicBezTo>
                    <a:pt x="38" y="0"/>
                    <a:pt x="37" y="0"/>
                    <a:pt x="36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2" name="Freeform 532">
              <a:extLst>
                <a:ext uri="{FF2B5EF4-FFF2-40B4-BE49-F238E27FC236}">
                  <a16:creationId xmlns:a16="http://schemas.microsoft.com/office/drawing/2014/main" id="{6F05D3C5-9612-4EF8-B17E-068338585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056"/>
              <a:ext cx="42" cy="21"/>
            </a:xfrm>
            <a:custGeom>
              <a:avLst/>
              <a:gdLst>
                <a:gd name="T0" fmla="*/ 67 w 32"/>
                <a:gd name="T1" fmla="*/ 0 h 16"/>
                <a:gd name="T2" fmla="*/ 43 w 32"/>
                <a:gd name="T3" fmla="*/ 14 h 16"/>
                <a:gd name="T4" fmla="*/ 1 w 32"/>
                <a:gd name="T5" fmla="*/ 28 h 16"/>
                <a:gd name="T6" fmla="*/ 0 w 32"/>
                <a:gd name="T7" fmla="*/ 32 h 16"/>
                <a:gd name="T8" fmla="*/ 1 w 32"/>
                <a:gd name="T9" fmla="*/ 34 h 16"/>
                <a:gd name="T10" fmla="*/ 49 w 32"/>
                <a:gd name="T11" fmla="*/ 21 h 16"/>
                <a:gd name="T12" fmla="*/ 71 w 32"/>
                <a:gd name="T13" fmla="*/ 7 h 16"/>
                <a:gd name="T14" fmla="*/ 72 w 32"/>
                <a:gd name="T15" fmla="*/ 1 h 16"/>
                <a:gd name="T16" fmla="*/ 67 w 32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30" y="0"/>
                  </a:moveTo>
                  <a:cubicBezTo>
                    <a:pt x="26" y="2"/>
                    <a:pt x="23" y="4"/>
                    <a:pt x="19" y="6"/>
                  </a:cubicBezTo>
                  <a:cubicBezTo>
                    <a:pt x="13" y="10"/>
                    <a:pt x="8" y="13"/>
                    <a:pt x="1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9" y="16"/>
                    <a:pt x="15" y="12"/>
                    <a:pt x="21" y="9"/>
                  </a:cubicBezTo>
                  <a:cubicBezTo>
                    <a:pt x="24" y="6"/>
                    <a:pt x="28" y="4"/>
                    <a:pt x="31" y="3"/>
                  </a:cubicBezTo>
                  <a:cubicBezTo>
                    <a:pt x="32" y="3"/>
                    <a:pt x="32" y="2"/>
                    <a:pt x="32" y="1"/>
                  </a:cubicBezTo>
                  <a:cubicBezTo>
                    <a:pt x="32" y="1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3" name="Freeform 533">
              <a:extLst>
                <a:ext uri="{FF2B5EF4-FFF2-40B4-BE49-F238E27FC236}">
                  <a16:creationId xmlns:a16="http://schemas.microsoft.com/office/drawing/2014/main" id="{DB41FCEE-9525-4340-ABC4-B4008D56D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256"/>
              <a:ext cx="20" cy="145"/>
            </a:xfrm>
            <a:custGeom>
              <a:avLst/>
              <a:gdLst>
                <a:gd name="T0" fmla="*/ 33 w 15"/>
                <a:gd name="T1" fmla="*/ 0 h 109"/>
                <a:gd name="T2" fmla="*/ 28 w 15"/>
                <a:gd name="T3" fmla="*/ 5 h 109"/>
                <a:gd name="T4" fmla="*/ 0 w 15"/>
                <a:gd name="T5" fmla="*/ 251 h 109"/>
                <a:gd name="T6" fmla="*/ 1 w 15"/>
                <a:gd name="T7" fmla="*/ 257 h 109"/>
                <a:gd name="T8" fmla="*/ 7 w 15"/>
                <a:gd name="T9" fmla="*/ 255 h 109"/>
                <a:gd name="T10" fmla="*/ 36 w 15"/>
                <a:gd name="T11" fmla="*/ 1 h 109"/>
                <a:gd name="T12" fmla="*/ 33 w 15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09">
                  <a:moveTo>
                    <a:pt x="14" y="0"/>
                  </a:moveTo>
                  <a:cubicBezTo>
                    <a:pt x="13" y="0"/>
                    <a:pt x="12" y="1"/>
                    <a:pt x="12" y="2"/>
                  </a:cubicBezTo>
                  <a:cubicBezTo>
                    <a:pt x="12" y="34"/>
                    <a:pt x="8" y="89"/>
                    <a:pt x="0" y="107"/>
                  </a:cubicBezTo>
                  <a:cubicBezTo>
                    <a:pt x="0" y="108"/>
                    <a:pt x="0" y="109"/>
                    <a:pt x="1" y="109"/>
                  </a:cubicBezTo>
                  <a:cubicBezTo>
                    <a:pt x="2" y="109"/>
                    <a:pt x="3" y="109"/>
                    <a:pt x="3" y="108"/>
                  </a:cubicBezTo>
                  <a:cubicBezTo>
                    <a:pt x="11" y="90"/>
                    <a:pt x="15" y="35"/>
                    <a:pt x="15" y="1"/>
                  </a:cubicBezTo>
                  <a:cubicBezTo>
                    <a:pt x="15" y="1"/>
                    <a:pt x="15" y="0"/>
                    <a:pt x="14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4" name="Freeform 534">
              <a:extLst>
                <a:ext uri="{FF2B5EF4-FFF2-40B4-BE49-F238E27FC236}">
                  <a16:creationId xmlns:a16="http://schemas.microsoft.com/office/drawing/2014/main" id="{8A128D8C-A9C9-4389-9F37-0ADF4D13E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192"/>
              <a:ext cx="62" cy="145"/>
            </a:xfrm>
            <a:custGeom>
              <a:avLst/>
              <a:gdLst>
                <a:gd name="T0" fmla="*/ 85 w 46"/>
                <a:gd name="T1" fmla="*/ 0 h 109"/>
                <a:gd name="T2" fmla="*/ 84 w 46"/>
                <a:gd name="T3" fmla="*/ 5 h 109"/>
                <a:gd name="T4" fmla="*/ 1 w 46"/>
                <a:gd name="T5" fmla="*/ 251 h 109"/>
                <a:gd name="T6" fmla="*/ 1 w 46"/>
                <a:gd name="T7" fmla="*/ 257 h 109"/>
                <a:gd name="T8" fmla="*/ 7 w 46"/>
                <a:gd name="T9" fmla="*/ 255 h 109"/>
                <a:gd name="T10" fmla="*/ 90 w 46"/>
                <a:gd name="T11" fmla="*/ 1 h 109"/>
                <a:gd name="T12" fmla="*/ 85 w 46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09">
                  <a:moveTo>
                    <a:pt x="35" y="0"/>
                  </a:moveTo>
                  <a:cubicBezTo>
                    <a:pt x="34" y="0"/>
                    <a:pt x="34" y="1"/>
                    <a:pt x="34" y="2"/>
                  </a:cubicBezTo>
                  <a:cubicBezTo>
                    <a:pt x="42" y="29"/>
                    <a:pt x="9" y="96"/>
                    <a:pt x="1" y="107"/>
                  </a:cubicBezTo>
                  <a:cubicBezTo>
                    <a:pt x="0" y="107"/>
                    <a:pt x="0" y="108"/>
                    <a:pt x="1" y="109"/>
                  </a:cubicBezTo>
                  <a:cubicBezTo>
                    <a:pt x="1" y="109"/>
                    <a:pt x="2" y="109"/>
                    <a:pt x="3" y="108"/>
                  </a:cubicBezTo>
                  <a:cubicBezTo>
                    <a:pt x="10" y="99"/>
                    <a:pt x="46" y="31"/>
                    <a:pt x="37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5" name="Freeform 535">
              <a:extLst>
                <a:ext uri="{FF2B5EF4-FFF2-40B4-BE49-F238E27FC236}">
                  <a16:creationId xmlns:a16="http://schemas.microsoft.com/office/drawing/2014/main" id="{626F04B7-017D-43CD-88FE-927C1876F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253"/>
              <a:ext cx="36" cy="122"/>
            </a:xfrm>
            <a:custGeom>
              <a:avLst/>
              <a:gdLst>
                <a:gd name="T0" fmla="*/ 57 w 27"/>
                <a:gd name="T1" fmla="*/ 1 h 91"/>
                <a:gd name="T2" fmla="*/ 0 w 27"/>
                <a:gd name="T3" fmla="*/ 215 h 91"/>
                <a:gd name="T4" fmla="*/ 1 w 27"/>
                <a:gd name="T5" fmla="*/ 220 h 91"/>
                <a:gd name="T6" fmla="*/ 7 w 27"/>
                <a:gd name="T7" fmla="*/ 217 h 91"/>
                <a:gd name="T8" fmla="*/ 64 w 27"/>
                <a:gd name="T9" fmla="*/ 5 h 91"/>
                <a:gd name="T10" fmla="*/ 63 w 27"/>
                <a:gd name="T11" fmla="*/ 0 h 91"/>
                <a:gd name="T12" fmla="*/ 57 w 27"/>
                <a:gd name="T13" fmla="*/ 1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91">
                  <a:moveTo>
                    <a:pt x="24" y="1"/>
                  </a:moveTo>
                  <a:cubicBezTo>
                    <a:pt x="22" y="23"/>
                    <a:pt x="10" y="73"/>
                    <a:pt x="0" y="89"/>
                  </a:cubicBezTo>
                  <a:cubicBezTo>
                    <a:pt x="0" y="89"/>
                    <a:pt x="0" y="90"/>
                    <a:pt x="1" y="91"/>
                  </a:cubicBezTo>
                  <a:cubicBezTo>
                    <a:pt x="2" y="91"/>
                    <a:pt x="3" y="91"/>
                    <a:pt x="3" y="90"/>
                  </a:cubicBezTo>
                  <a:cubicBezTo>
                    <a:pt x="13" y="74"/>
                    <a:pt x="25" y="24"/>
                    <a:pt x="27" y="2"/>
                  </a:cubicBezTo>
                  <a:cubicBezTo>
                    <a:pt x="27" y="1"/>
                    <a:pt x="27" y="0"/>
                    <a:pt x="26" y="0"/>
                  </a:cubicBezTo>
                  <a:cubicBezTo>
                    <a:pt x="25" y="0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6" name="Freeform 536">
              <a:extLst>
                <a:ext uri="{FF2B5EF4-FFF2-40B4-BE49-F238E27FC236}">
                  <a16:creationId xmlns:a16="http://schemas.microsoft.com/office/drawing/2014/main" id="{16544C13-EF74-4306-8CF4-C18FECB09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975"/>
              <a:ext cx="44" cy="1300"/>
            </a:xfrm>
            <a:custGeom>
              <a:avLst/>
              <a:gdLst>
                <a:gd name="T0" fmla="*/ 44 w 33"/>
                <a:gd name="T1" fmla="*/ 148 h 976"/>
                <a:gd name="T2" fmla="*/ 52 w 33"/>
                <a:gd name="T3" fmla="*/ 73 h 976"/>
                <a:gd name="T4" fmla="*/ 55 w 33"/>
                <a:gd name="T5" fmla="*/ 31 h 976"/>
                <a:gd name="T6" fmla="*/ 79 w 33"/>
                <a:gd name="T7" fmla="*/ 5 h 976"/>
                <a:gd name="T8" fmla="*/ 69 w 33"/>
                <a:gd name="T9" fmla="*/ 1 h 976"/>
                <a:gd name="T10" fmla="*/ 37 w 33"/>
                <a:gd name="T11" fmla="*/ 0 h 976"/>
                <a:gd name="T12" fmla="*/ 37 w 33"/>
                <a:gd name="T13" fmla="*/ 1 h 976"/>
                <a:gd name="T14" fmla="*/ 36 w 33"/>
                <a:gd name="T15" fmla="*/ 7 h 976"/>
                <a:gd name="T16" fmla="*/ 31 w 33"/>
                <a:gd name="T17" fmla="*/ 9 h 976"/>
                <a:gd name="T18" fmla="*/ 28 w 33"/>
                <a:gd name="T19" fmla="*/ 12 h 976"/>
                <a:gd name="T20" fmla="*/ 23 w 33"/>
                <a:gd name="T21" fmla="*/ 15 h 976"/>
                <a:gd name="T22" fmla="*/ 16 w 33"/>
                <a:gd name="T23" fmla="*/ 31 h 976"/>
                <a:gd name="T24" fmla="*/ 12 w 33"/>
                <a:gd name="T25" fmla="*/ 49 h 976"/>
                <a:gd name="T26" fmla="*/ 5 w 33"/>
                <a:gd name="T27" fmla="*/ 59 h 976"/>
                <a:gd name="T28" fmla="*/ 0 w 33"/>
                <a:gd name="T29" fmla="*/ 65 h 976"/>
                <a:gd name="T30" fmla="*/ 0 w 33"/>
                <a:gd name="T31" fmla="*/ 176 h 976"/>
                <a:gd name="T32" fmla="*/ 33 w 33"/>
                <a:gd name="T33" fmla="*/ 1204 h 976"/>
                <a:gd name="T34" fmla="*/ 48 w 33"/>
                <a:gd name="T35" fmla="*/ 2299 h 976"/>
                <a:gd name="T36" fmla="*/ 65 w 33"/>
                <a:gd name="T37" fmla="*/ 1203 h 976"/>
                <a:gd name="T38" fmla="*/ 44 w 33"/>
                <a:gd name="T39" fmla="*/ 148 h 9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3" h="976">
                  <a:moveTo>
                    <a:pt x="19" y="62"/>
                  </a:moveTo>
                  <a:cubicBezTo>
                    <a:pt x="19" y="50"/>
                    <a:pt x="20" y="36"/>
                    <a:pt x="22" y="31"/>
                  </a:cubicBezTo>
                  <a:cubicBezTo>
                    <a:pt x="26" y="20"/>
                    <a:pt x="25" y="15"/>
                    <a:pt x="23" y="13"/>
                  </a:cubicBezTo>
                  <a:cubicBezTo>
                    <a:pt x="28" y="13"/>
                    <a:pt x="31" y="8"/>
                    <a:pt x="33" y="2"/>
                  </a:cubicBezTo>
                  <a:cubicBezTo>
                    <a:pt x="31" y="1"/>
                    <a:pt x="30" y="1"/>
                    <a:pt x="29" y="1"/>
                  </a:cubicBezTo>
                  <a:cubicBezTo>
                    <a:pt x="27" y="2"/>
                    <a:pt x="22" y="1"/>
                    <a:pt x="16" y="0"/>
                  </a:cubicBezTo>
                  <a:cubicBezTo>
                    <a:pt x="16" y="0"/>
                    <a:pt x="16" y="0"/>
                    <a:pt x="16" y="1"/>
                  </a:cubicBezTo>
                  <a:cubicBezTo>
                    <a:pt x="16" y="1"/>
                    <a:pt x="16" y="2"/>
                    <a:pt x="15" y="3"/>
                  </a:cubicBezTo>
                  <a:cubicBezTo>
                    <a:pt x="15" y="3"/>
                    <a:pt x="14" y="3"/>
                    <a:pt x="13" y="4"/>
                  </a:cubicBezTo>
                  <a:cubicBezTo>
                    <a:pt x="13" y="4"/>
                    <a:pt x="13" y="5"/>
                    <a:pt x="12" y="5"/>
                  </a:cubicBezTo>
                  <a:cubicBezTo>
                    <a:pt x="11" y="5"/>
                    <a:pt x="10" y="5"/>
                    <a:pt x="10" y="6"/>
                  </a:cubicBezTo>
                  <a:cubicBezTo>
                    <a:pt x="10" y="8"/>
                    <a:pt x="10" y="11"/>
                    <a:pt x="7" y="13"/>
                  </a:cubicBezTo>
                  <a:cubicBezTo>
                    <a:pt x="8" y="17"/>
                    <a:pt x="7" y="20"/>
                    <a:pt x="5" y="21"/>
                  </a:cubicBezTo>
                  <a:cubicBezTo>
                    <a:pt x="4" y="23"/>
                    <a:pt x="4" y="24"/>
                    <a:pt x="2" y="25"/>
                  </a:cubicBezTo>
                  <a:cubicBezTo>
                    <a:pt x="2" y="26"/>
                    <a:pt x="1" y="27"/>
                    <a:pt x="0" y="28"/>
                  </a:cubicBezTo>
                  <a:cubicBezTo>
                    <a:pt x="0" y="37"/>
                    <a:pt x="0" y="68"/>
                    <a:pt x="0" y="74"/>
                  </a:cubicBezTo>
                  <a:cubicBezTo>
                    <a:pt x="2" y="186"/>
                    <a:pt x="13" y="398"/>
                    <a:pt x="14" y="510"/>
                  </a:cubicBezTo>
                  <a:cubicBezTo>
                    <a:pt x="18" y="548"/>
                    <a:pt x="10" y="976"/>
                    <a:pt x="20" y="973"/>
                  </a:cubicBezTo>
                  <a:cubicBezTo>
                    <a:pt x="31" y="965"/>
                    <a:pt x="29" y="556"/>
                    <a:pt x="28" y="509"/>
                  </a:cubicBezTo>
                  <a:cubicBezTo>
                    <a:pt x="26" y="410"/>
                    <a:pt x="19" y="144"/>
                    <a:pt x="19" y="62"/>
                  </a:cubicBezTo>
                  <a:close/>
                </a:path>
              </a:pathLst>
            </a:custGeom>
            <a:solidFill>
              <a:srgbClr val="FBBD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7" name="Freeform 537">
              <a:extLst>
                <a:ext uri="{FF2B5EF4-FFF2-40B4-BE49-F238E27FC236}">
                  <a16:creationId xmlns:a16="http://schemas.microsoft.com/office/drawing/2014/main" id="{37EDBC9D-1EA7-405F-AF2D-67C5B0920C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14" y="1790"/>
              <a:ext cx="311" cy="2252"/>
            </a:xfrm>
            <a:custGeom>
              <a:avLst/>
              <a:gdLst>
                <a:gd name="T0" fmla="*/ 534 w 233"/>
                <a:gd name="T1" fmla="*/ 501 h 1691"/>
                <a:gd name="T2" fmla="*/ 478 w 233"/>
                <a:gd name="T3" fmla="*/ 412 h 1691"/>
                <a:gd name="T4" fmla="*/ 427 w 233"/>
                <a:gd name="T5" fmla="*/ 416 h 1691"/>
                <a:gd name="T6" fmla="*/ 475 w 233"/>
                <a:gd name="T7" fmla="*/ 306 h 1691"/>
                <a:gd name="T8" fmla="*/ 474 w 233"/>
                <a:gd name="T9" fmla="*/ 225 h 1691"/>
                <a:gd name="T10" fmla="*/ 438 w 233"/>
                <a:gd name="T11" fmla="*/ 172 h 1691"/>
                <a:gd name="T12" fmla="*/ 360 w 233"/>
                <a:gd name="T13" fmla="*/ 165 h 1691"/>
                <a:gd name="T14" fmla="*/ 388 w 233"/>
                <a:gd name="T15" fmla="*/ 123 h 1691"/>
                <a:gd name="T16" fmla="*/ 250 w 233"/>
                <a:gd name="T17" fmla="*/ 252 h 1691"/>
                <a:gd name="T18" fmla="*/ 183 w 233"/>
                <a:gd name="T19" fmla="*/ 352 h 1691"/>
                <a:gd name="T20" fmla="*/ 350 w 233"/>
                <a:gd name="T21" fmla="*/ 213 h 1691"/>
                <a:gd name="T22" fmla="*/ 191 w 233"/>
                <a:gd name="T23" fmla="*/ 533 h 1691"/>
                <a:gd name="T24" fmla="*/ 76 w 233"/>
                <a:gd name="T25" fmla="*/ 1133 h 1691"/>
                <a:gd name="T26" fmla="*/ 127 w 233"/>
                <a:gd name="T27" fmla="*/ 1112 h 1691"/>
                <a:gd name="T28" fmla="*/ 272 w 233"/>
                <a:gd name="T29" fmla="*/ 418 h 1691"/>
                <a:gd name="T30" fmla="*/ 192 w 233"/>
                <a:gd name="T31" fmla="*/ 1208 h 1691"/>
                <a:gd name="T32" fmla="*/ 31 w 233"/>
                <a:gd name="T33" fmla="*/ 1639 h 1691"/>
                <a:gd name="T34" fmla="*/ 55 w 233"/>
                <a:gd name="T35" fmla="*/ 1699 h 1691"/>
                <a:gd name="T36" fmla="*/ 137 w 233"/>
                <a:gd name="T37" fmla="*/ 1496 h 1691"/>
                <a:gd name="T38" fmla="*/ 128 w 233"/>
                <a:gd name="T39" fmla="*/ 2010 h 1691"/>
                <a:gd name="T40" fmla="*/ 192 w 233"/>
                <a:gd name="T41" fmla="*/ 2968 h 1691"/>
                <a:gd name="T42" fmla="*/ 243 w 233"/>
                <a:gd name="T43" fmla="*/ 3786 h 1691"/>
                <a:gd name="T44" fmla="*/ 198 w 233"/>
                <a:gd name="T45" fmla="*/ 3879 h 1691"/>
                <a:gd name="T46" fmla="*/ 208 w 233"/>
                <a:gd name="T47" fmla="*/ 3866 h 1691"/>
                <a:gd name="T48" fmla="*/ 270 w 233"/>
                <a:gd name="T49" fmla="*/ 3796 h 1691"/>
                <a:gd name="T50" fmla="*/ 194 w 233"/>
                <a:gd name="T51" fmla="*/ 3978 h 1691"/>
                <a:gd name="T52" fmla="*/ 286 w 233"/>
                <a:gd name="T53" fmla="*/ 3744 h 1691"/>
                <a:gd name="T54" fmla="*/ 230 w 233"/>
                <a:gd name="T55" fmla="*/ 2841 h 1691"/>
                <a:gd name="T56" fmla="*/ 342 w 233"/>
                <a:gd name="T57" fmla="*/ 3805 h 1691"/>
                <a:gd name="T58" fmla="*/ 283 w 233"/>
                <a:gd name="T59" fmla="*/ 3930 h 1691"/>
                <a:gd name="T60" fmla="*/ 342 w 233"/>
                <a:gd name="T61" fmla="*/ 3945 h 1691"/>
                <a:gd name="T62" fmla="*/ 442 w 233"/>
                <a:gd name="T63" fmla="*/ 3709 h 1691"/>
                <a:gd name="T64" fmla="*/ 447 w 233"/>
                <a:gd name="T65" fmla="*/ 2921 h 1691"/>
                <a:gd name="T66" fmla="*/ 392 w 233"/>
                <a:gd name="T67" fmla="*/ 1979 h 1691"/>
                <a:gd name="T68" fmla="*/ 227 w 233"/>
                <a:gd name="T69" fmla="*/ 1059 h 1691"/>
                <a:gd name="T70" fmla="*/ 403 w 233"/>
                <a:gd name="T71" fmla="*/ 1544 h 1691"/>
                <a:gd name="T72" fmla="*/ 454 w 233"/>
                <a:gd name="T73" fmla="*/ 1731 h 1691"/>
                <a:gd name="T74" fmla="*/ 362 w 233"/>
                <a:gd name="T75" fmla="*/ 864 h 1691"/>
                <a:gd name="T76" fmla="*/ 432 w 233"/>
                <a:gd name="T77" fmla="*/ 732 h 1691"/>
                <a:gd name="T78" fmla="*/ 411 w 233"/>
                <a:gd name="T79" fmla="*/ 186 h 1691"/>
                <a:gd name="T80" fmla="*/ 440 w 233"/>
                <a:gd name="T81" fmla="*/ 3657 h 1691"/>
                <a:gd name="T82" fmla="*/ 291 w 233"/>
                <a:gd name="T83" fmla="*/ 3127 h 1691"/>
                <a:gd name="T84" fmla="*/ 135 w 233"/>
                <a:gd name="T85" fmla="*/ 1995 h 1691"/>
                <a:gd name="T86" fmla="*/ 278 w 233"/>
                <a:gd name="T87" fmla="*/ 2235 h 1691"/>
                <a:gd name="T88" fmla="*/ 340 w 233"/>
                <a:gd name="T89" fmla="*/ 1734 h 1691"/>
                <a:gd name="T90" fmla="*/ 356 w 233"/>
                <a:gd name="T91" fmla="*/ 2191 h 1691"/>
                <a:gd name="T92" fmla="*/ 392 w 233"/>
                <a:gd name="T93" fmla="*/ 2042 h 1691"/>
                <a:gd name="T94" fmla="*/ 419 w 233"/>
                <a:gd name="T95" fmla="*/ 2775 h 1691"/>
                <a:gd name="T96" fmla="*/ 382 w 233"/>
                <a:gd name="T97" fmla="*/ 2963 h 1691"/>
                <a:gd name="T98" fmla="*/ 447 w 233"/>
                <a:gd name="T99" fmla="*/ 2855 h 1691"/>
                <a:gd name="T100" fmla="*/ 264 w 233"/>
                <a:gd name="T101" fmla="*/ 1982 h 1691"/>
                <a:gd name="T102" fmla="*/ 431 w 233"/>
                <a:gd name="T103" fmla="*/ 593 h 1691"/>
                <a:gd name="T104" fmla="*/ 392 w 233"/>
                <a:gd name="T105" fmla="*/ 642 h 1691"/>
                <a:gd name="T106" fmla="*/ 376 w 233"/>
                <a:gd name="T107" fmla="*/ 659 h 1691"/>
                <a:gd name="T108" fmla="*/ 414 w 233"/>
                <a:gd name="T109" fmla="*/ 498 h 1691"/>
                <a:gd name="T110" fmla="*/ 431 w 233"/>
                <a:gd name="T111" fmla="*/ 422 h 1691"/>
                <a:gd name="T112" fmla="*/ 374 w 233"/>
                <a:gd name="T113" fmla="*/ 348 h 1691"/>
                <a:gd name="T114" fmla="*/ 328 w 233"/>
                <a:gd name="T115" fmla="*/ 290 h 1691"/>
                <a:gd name="T116" fmla="*/ 352 w 233"/>
                <a:gd name="T117" fmla="*/ 357 h 1691"/>
                <a:gd name="T118" fmla="*/ 410 w 233"/>
                <a:gd name="T119" fmla="*/ 429 h 1691"/>
                <a:gd name="T120" fmla="*/ 355 w 233"/>
                <a:gd name="T121" fmla="*/ 824 h 1691"/>
                <a:gd name="T122" fmla="*/ 411 w 233"/>
                <a:gd name="T123" fmla="*/ 755 h 1691"/>
                <a:gd name="T124" fmla="*/ 424 w 233"/>
                <a:gd name="T125" fmla="*/ 681 h 169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33" h="1691">
                  <a:moveTo>
                    <a:pt x="229" y="232"/>
                  </a:moveTo>
                  <a:cubicBezTo>
                    <a:pt x="229" y="232"/>
                    <a:pt x="228" y="232"/>
                    <a:pt x="227" y="233"/>
                  </a:cubicBezTo>
                  <a:cubicBezTo>
                    <a:pt x="218" y="252"/>
                    <a:pt x="193" y="272"/>
                    <a:pt x="179" y="284"/>
                  </a:cubicBezTo>
                  <a:cubicBezTo>
                    <a:pt x="181" y="274"/>
                    <a:pt x="188" y="263"/>
                    <a:pt x="195" y="253"/>
                  </a:cubicBezTo>
                  <a:cubicBezTo>
                    <a:pt x="200" y="245"/>
                    <a:pt x="205" y="237"/>
                    <a:pt x="207" y="230"/>
                  </a:cubicBezTo>
                  <a:cubicBezTo>
                    <a:pt x="208" y="230"/>
                    <a:pt x="208" y="229"/>
                    <a:pt x="207" y="229"/>
                  </a:cubicBezTo>
                  <a:cubicBezTo>
                    <a:pt x="215" y="223"/>
                    <a:pt x="222" y="218"/>
                    <a:pt x="227" y="215"/>
                  </a:cubicBezTo>
                  <a:cubicBezTo>
                    <a:pt x="228" y="214"/>
                    <a:pt x="228" y="213"/>
                    <a:pt x="227" y="213"/>
                  </a:cubicBezTo>
                  <a:cubicBezTo>
                    <a:pt x="227" y="212"/>
                    <a:pt x="226" y="212"/>
                    <a:pt x="225" y="212"/>
                  </a:cubicBezTo>
                  <a:cubicBezTo>
                    <a:pt x="215" y="218"/>
                    <a:pt x="197" y="233"/>
                    <a:pt x="182" y="247"/>
                  </a:cubicBezTo>
                  <a:cubicBezTo>
                    <a:pt x="188" y="231"/>
                    <a:pt x="197" y="210"/>
                    <a:pt x="206" y="200"/>
                  </a:cubicBezTo>
                  <a:cubicBezTo>
                    <a:pt x="206" y="199"/>
                    <a:pt x="206" y="199"/>
                    <a:pt x="206" y="199"/>
                  </a:cubicBezTo>
                  <a:cubicBezTo>
                    <a:pt x="215" y="191"/>
                    <a:pt x="224" y="184"/>
                    <a:pt x="230" y="180"/>
                  </a:cubicBezTo>
                  <a:cubicBezTo>
                    <a:pt x="230" y="180"/>
                    <a:pt x="230" y="179"/>
                    <a:pt x="230" y="178"/>
                  </a:cubicBezTo>
                  <a:cubicBezTo>
                    <a:pt x="229" y="177"/>
                    <a:pt x="228" y="177"/>
                    <a:pt x="228" y="178"/>
                  </a:cubicBezTo>
                  <a:cubicBezTo>
                    <a:pt x="227" y="178"/>
                    <a:pt x="201" y="198"/>
                    <a:pt x="190" y="212"/>
                  </a:cubicBezTo>
                  <a:cubicBezTo>
                    <a:pt x="194" y="194"/>
                    <a:pt x="199" y="180"/>
                    <a:pt x="201" y="174"/>
                  </a:cubicBezTo>
                  <a:cubicBezTo>
                    <a:pt x="201" y="174"/>
                    <a:pt x="201" y="174"/>
                    <a:pt x="201" y="174"/>
                  </a:cubicBezTo>
                  <a:cubicBezTo>
                    <a:pt x="201" y="174"/>
                    <a:pt x="201" y="174"/>
                    <a:pt x="201" y="173"/>
                  </a:cubicBezTo>
                  <a:cubicBezTo>
                    <a:pt x="202" y="173"/>
                    <a:pt x="212" y="164"/>
                    <a:pt x="212" y="164"/>
                  </a:cubicBezTo>
                  <a:cubicBezTo>
                    <a:pt x="222" y="156"/>
                    <a:pt x="229" y="150"/>
                    <a:pt x="230" y="136"/>
                  </a:cubicBezTo>
                  <a:cubicBezTo>
                    <a:pt x="230" y="135"/>
                    <a:pt x="230" y="135"/>
                    <a:pt x="229" y="135"/>
                  </a:cubicBezTo>
                  <a:cubicBezTo>
                    <a:pt x="228" y="135"/>
                    <a:pt x="227" y="135"/>
                    <a:pt x="227" y="136"/>
                  </a:cubicBezTo>
                  <a:cubicBezTo>
                    <a:pt x="226" y="149"/>
                    <a:pt x="219" y="154"/>
                    <a:pt x="210" y="162"/>
                  </a:cubicBezTo>
                  <a:cubicBezTo>
                    <a:pt x="200" y="171"/>
                    <a:pt x="200" y="171"/>
                    <a:pt x="200" y="171"/>
                  </a:cubicBezTo>
                  <a:cubicBezTo>
                    <a:pt x="200" y="171"/>
                    <a:pt x="200" y="171"/>
                    <a:pt x="199" y="171"/>
                  </a:cubicBezTo>
                  <a:cubicBezTo>
                    <a:pt x="195" y="171"/>
                    <a:pt x="187" y="173"/>
                    <a:pt x="180" y="176"/>
                  </a:cubicBezTo>
                  <a:cubicBezTo>
                    <a:pt x="179" y="176"/>
                    <a:pt x="179" y="177"/>
                    <a:pt x="178" y="177"/>
                  </a:cubicBezTo>
                  <a:cubicBezTo>
                    <a:pt x="179" y="174"/>
                    <a:pt x="179" y="171"/>
                    <a:pt x="180" y="168"/>
                  </a:cubicBezTo>
                  <a:cubicBezTo>
                    <a:pt x="183" y="156"/>
                    <a:pt x="191" y="142"/>
                    <a:pt x="202" y="132"/>
                  </a:cubicBezTo>
                  <a:cubicBezTo>
                    <a:pt x="210" y="126"/>
                    <a:pt x="210" y="126"/>
                    <a:pt x="210" y="126"/>
                  </a:cubicBezTo>
                  <a:cubicBezTo>
                    <a:pt x="221" y="118"/>
                    <a:pt x="232" y="110"/>
                    <a:pt x="233" y="95"/>
                  </a:cubicBezTo>
                  <a:cubicBezTo>
                    <a:pt x="233" y="94"/>
                    <a:pt x="232" y="93"/>
                    <a:pt x="232" y="93"/>
                  </a:cubicBezTo>
                  <a:cubicBezTo>
                    <a:pt x="231" y="93"/>
                    <a:pt x="230" y="94"/>
                    <a:pt x="230" y="95"/>
                  </a:cubicBezTo>
                  <a:cubicBezTo>
                    <a:pt x="229" y="108"/>
                    <a:pt x="218" y="116"/>
                    <a:pt x="208" y="123"/>
                  </a:cubicBezTo>
                  <a:cubicBezTo>
                    <a:pt x="200" y="130"/>
                    <a:pt x="200" y="130"/>
                    <a:pt x="200" y="130"/>
                  </a:cubicBezTo>
                  <a:cubicBezTo>
                    <a:pt x="194" y="132"/>
                    <a:pt x="194" y="132"/>
                    <a:pt x="194" y="132"/>
                  </a:cubicBezTo>
                  <a:cubicBezTo>
                    <a:pt x="187" y="135"/>
                    <a:pt x="187" y="135"/>
                    <a:pt x="187" y="135"/>
                  </a:cubicBezTo>
                  <a:cubicBezTo>
                    <a:pt x="187" y="135"/>
                    <a:pt x="187" y="135"/>
                    <a:pt x="186" y="135"/>
                  </a:cubicBezTo>
                  <a:cubicBezTo>
                    <a:pt x="191" y="119"/>
                    <a:pt x="196" y="104"/>
                    <a:pt x="202" y="97"/>
                  </a:cubicBezTo>
                  <a:cubicBezTo>
                    <a:pt x="213" y="89"/>
                    <a:pt x="228" y="69"/>
                    <a:pt x="229" y="68"/>
                  </a:cubicBezTo>
                  <a:cubicBezTo>
                    <a:pt x="229" y="67"/>
                    <a:pt x="229" y="66"/>
                    <a:pt x="228" y="66"/>
                  </a:cubicBezTo>
                  <a:cubicBezTo>
                    <a:pt x="228" y="65"/>
                    <a:pt x="227" y="65"/>
                    <a:pt x="226" y="66"/>
                  </a:cubicBezTo>
                  <a:cubicBezTo>
                    <a:pt x="226" y="66"/>
                    <a:pt x="210" y="87"/>
                    <a:pt x="200" y="95"/>
                  </a:cubicBezTo>
                  <a:cubicBezTo>
                    <a:pt x="199" y="95"/>
                    <a:pt x="199" y="95"/>
                    <a:pt x="199" y="95"/>
                  </a:cubicBezTo>
                  <a:cubicBezTo>
                    <a:pt x="191" y="101"/>
                    <a:pt x="179" y="110"/>
                    <a:pt x="166" y="121"/>
                  </a:cubicBezTo>
                  <a:cubicBezTo>
                    <a:pt x="166" y="121"/>
                    <a:pt x="166" y="121"/>
                    <a:pt x="165" y="121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56" y="129"/>
                    <a:pt x="146" y="138"/>
                    <a:pt x="136" y="148"/>
                  </a:cubicBezTo>
                  <a:cubicBezTo>
                    <a:pt x="134" y="140"/>
                    <a:pt x="138" y="132"/>
                    <a:pt x="143" y="123"/>
                  </a:cubicBezTo>
                  <a:cubicBezTo>
                    <a:pt x="145" y="120"/>
                    <a:pt x="146" y="117"/>
                    <a:pt x="148" y="114"/>
                  </a:cubicBezTo>
                  <a:cubicBezTo>
                    <a:pt x="155" y="106"/>
                    <a:pt x="161" y="98"/>
                    <a:pt x="168" y="90"/>
                  </a:cubicBezTo>
                  <a:cubicBezTo>
                    <a:pt x="179" y="76"/>
                    <a:pt x="179" y="76"/>
                    <a:pt x="179" y="76"/>
                  </a:cubicBezTo>
                  <a:cubicBezTo>
                    <a:pt x="181" y="75"/>
                    <a:pt x="183" y="74"/>
                    <a:pt x="184" y="73"/>
                  </a:cubicBezTo>
                  <a:cubicBezTo>
                    <a:pt x="190" y="70"/>
                    <a:pt x="224" y="47"/>
                    <a:pt x="226" y="38"/>
                  </a:cubicBezTo>
                  <a:cubicBezTo>
                    <a:pt x="226" y="37"/>
                    <a:pt x="226" y="36"/>
                    <a:pt x="225" y="36"/>
                  </a:cubicBezTo>
                  <a:cubicBezTo>
                    <a:pt x="224" y="36"/>
                    <a:pt x="223" y="36"/>
                    <a:pt x="223" y="37"/>
                  </a:cubicBezTo>
                  <a:cubicBezTo>
                    <a:pt x="222" y="44"/>
                    <a:pt x="191" y="66"/>
                    <a:pt x="183" y="70"/>
                  </a:cubicBezTo>
                  <a:cubicBezTo>
                    <a:pt x="175" y="75"/>
                    <a:pt x="167" y="78"/>
                    <a:pt x="160" y="82"/>
                  </a:cubicBezTo>
                  <a:cubicBezTo>
                    <a:pt x="156" y="84"/>
                    <a:pt x="152" y="85"/>
                    <a:pt x="149" y="87"/>
                  </a:cubicBezTo>
                  <a:cubicBezTo>
                    <a:pt x="149" y="82"/>
                    <a:pt x="148" y="78"/>
                    <a:pt x="148" y="74"/>
                  </a:cubicBezTo>
                  <a:cubicBezTo>
                    <a:pt x="148" y="74"/>
                    <a:pt x="148" y="74"/>
                    <a:pt x="148" y="74"/>
                  </a:cubicBezTo>
                  <a:cubicBezTo>
                    <a:pt x="149" y="72"/>
                    <a:pt x="150" y="71"/>
                    <a:pt x="151" y="70"/>
                  </a:cubicBezTo>
                  <a:cubicBezTo>
                    <a:pt x="154" y="66"/>
                    <a:pt x="157" y="62"/>
                    <a:pt x="159" y="60"/>
                  </a:cubicBezTo>
                  <a:cubicBezTo>
                    <a:pt x="159" y="60"/>
                    <a:pt x="159" y="60"/>
                    <a:pt x="159" y="60"/>
                  </a:cubicBezTo>
                  <a:cubicBezTo>
                    <a:pt x="159" y="60"/>
                    <a:pt x="159" y="60"/>
                    <a:pt x="159" y="60"/>
                  </a:cubicBezTo>
                  <a:cubicBezTo>
                    <a:pt x="168" y="50"/>
                    <a:pt x="181" y="41"/>
                    <a:pt x="195" y="31"/>
                  </a:cubicBezTo>
                  <a:cubicBezTo>
                    <a:pt x="209" y="21"/>
                    <a:pt x="222" y="12"/>
                    <a:pt x="227" y="4"/>
                  </a:cubicBezTo>
                  <a:cubicBezTo>
                    <a:pt x="228" y="3"/>
                    <a:pt x="228" y="2"/>
                    <a:pt x="227" y="2"/>
                  </a:cubicBezTo>
                  <a:cubicBezTo>
                    <a:pt x="226" y="1"/>
                    <a:pt x="225" y="1"/>
                    <a:pt x="225" y="2"/>
                  </a:cubicBezTo>
                  <a:cubicBezTo>
                    <a:pt x="220" y="9"/>
                    <a:pt x="207" y="19"/>
                    <a:pt x="193" y="29"/>
                  </a:cubicBezTo>
                  <a:cubicBezTo>
                    <a:pt x="182" y="36"/>
                    <a:pt x="172" y="44"/>
                    <a:pt x="163" y="52"/>
                  </a:cubicBezTo>
                  <a:cubicBezTo>
                    <a:pt x="166" y="44"/>
                    <a:pt x="167" y="35"/>
                    <a:pt x="167" y="28"/>
                  </a:cubicBezTo>
                  <a:cubicBezTo>
                    <a:pt x="167" y="18"/>
                    <a:pt x="167" y="9"/>
                    <a:pt x="174" y="3"/>
                  </a:cubicBezTo>
                  <a:cubicBezTo>
                    <a:pt x="174" y="2"/>
                    <a:pt x="174" y="2"/>
                    <a:pt x="174" y="1"/>
                  </a:cubicBezTo>
                  <a:cubicBezTo>
                    <a:pt x="174" y="1"/>
                    <a:pt x="174" y="1"/>
                    <a:pt x="174" y="0"/>
                  </a:cubicBezTo>
                  <a:cubicBezTo>
                    <a:pt x="173" y="0"/>
                    <a:pt x="172" y="0"/>
                    <a:pt x="172" y="0"/>
                  </a:cubicBezTo>
                  <a:cubicBezTo>
                    <a:pt x="165" y="8"/>
                    <a:pt x="164" y="18"/>
                    <a:pt x="164" y="28"/>
                  </a:cubicBezTo>
                  <a:cubicBezTo>
                    <a:pt x="164" y="38"/>
                    <a:pt x="163" y="48"/>
                    <a:pt x="157" y="58"/>
                  </a:cubicBezTo>
                  <a:cubicBezTo>
                    <a:pt x="154" y="60"/>
                    <a:pt x="152" y="64"/>
                    <a:pt x="148" y="68"/>
                  </a:cubicBezTo>
                  <a:cubicBezTo>
                    <a:pt x="139" y="81"/>
                    <a:pt x="126" y="99"/>
                    <a:pt x="105" y="107"/>
                  </a:cubicBezTo>
                  <a:cubicBezTo>
                    <a:pt x="104" y="107"/>
                    <a:pt x="103" y="108"/>
                    <a:pt x="102" y="108"/>
                  </a:cubicBezTo>
                  <a:cubicBezTo>
                    <a:pt x="102" y="108"/>
                    <a:pt x="101" y="108"/>
                    <a:pt x="101" y="108"/>
                  </a:cubicBezTo>
                  <a:cubicBezTo>
                    <a:pt x="101" y="109"/>
                    <a:pt x="101" y="109"/>
                    <a:pt x="101" y="109"/>
                  </a:cubicBezTo>
                  <a:cubicBezTo>
                    <a:pt x="76" y="119"/>
                    <a:pt x="68" y="133"/>
                    <a:pt x="62" y="145"/>
                  </a:cubicBezTo>
                  <a:cubicBezTo>
                    <a:pt x="62" y="145"/>
                    <a:pt x="62" y="146"/>
                    <a:pt x="63" y="147"/>
                  </a:cubicBezTo>
                  <a:cubicBezTo>
                    <a:pt x="63" y="147"/>
                    <a:pt x="64" y="147"/>
                    <a:pt x="65" y="146"/>
                  </a:cubicBezTo>
                  <a:cubicBezTo>
                    <a:pt x="70" y="136"/>
                    <a:pt x="77" y="124"/>
                    <a:pt x="95" y="115"/>
                  </a:cubicBezTo>
                  <a:cubicBezTo>
                    <a:pt x="88" y="123"/>
                    <a:pt x="85" y="131"/>
                    <a:pt x="80" y="141"/>
                  </a:cubicBezTo>
                  <a:cubicBezTo>
                    <a:pt x="77" y="149"/>
                    <a:pt x="77" y="149"/>
                    <a:pt x="77" y="149"/>
                  </a:cubicBezTo>
                  <a:cubicBezTo>
                    <a:pt x="76" y="150"/>
                    <a:pt x="77" y="151"/>
                    <a:pt x="77" y="151"/>
                  </a:cubicBezTo>
                  <a:cubicBezTo>
                    <a:pt x="78" y="151"/>
                    <a:pt x="79" y="151"/>
                    <a:pt x="79" y="150"/>
                  </a:cubicBezTo>
                  <a:cubicBezTo>
                    <a:pt x="83" y="142"/>
                    <a:pt x="83" y="142"/>
                    <a:pt x="83" y="142"/>
                  </a:cubicBezTo>
                  <a:cubicBezTo>
                    <a:pt x="88" y="130"/>
                    <a:pt x="92" y="122"/>
                    <a:pt x="102" y="111"/>
                  </a:cubicBezTo>
                  <a:cubicBezTo>
                    <a:pt x="104" y="111"/>
                    <a:pt x="105" y="110"/>
                    <a:pt x="107" y="110"/>
                  </a:cubicBezTo>
                  <a:cubicBezTo>
                    <a:pt x="124" y="103"/>
                    <a:pt x="136" y="89"/>
                    <a:pt x="145" y="77"/>
                  </a:cubicBezTo>
                  <a:cubicBezTo>
                    <a:pt x="146" y="81"/>
                    <a:pt x="146" y="84"/>
                    <a:pt x="146" y="88"/>
                  </a:cubicBezTo>
                  <a:cubicBezTo>
                    <a:pt x="146" y="88"/>
                    <a:pt x="147" y="88"/>
                    <a:pt x="147" y="89"/>
                  </a:cubicBezTo>
                  <a:cubicBezTo>
                    <a:pt x="147" y="89"/>
                    <a:pt x="147" y="89"/>
                    <a:pt x="147" y="90"/>
                  </a:cubicBezTo>
                  <a:cubicBezTo>
                    <a:pt x="147" y="95"/>
                    <a:pt x="148" y="100"/>
                    <a:pt x="147" y="104"/>
                  </a:cubicBezTo>
                  <a:cubicBezTo>
                    <a:pt x="147" y="107"/>
                    <a:pt x="146" y="109"/>
                    <a:pt x="145" y="112"/>
                  </a:cubicBezTo>
                  <a:cubicBezTo>
                    <a:pt x="144" y="113"/>
                    <a:pt x="143" y="114"/>
                    <a:pt x="142" y="115"/>
                  </a:cubicBezTo>
                  <a:cubicBezTo>
                    <a:pt x="136" y="121"/>
                    <a:pt x="136" y="121"/>
                    <a:pt x="136" y="121"/>
                  </a:cubicBezTo>
                  <a:cubicBezTo>
                    <a:pt x="128" y="129"/>
                    <a:pt x="120" y="136"/>
                    <a:pt x="114" y="147"/>
                  </a:cubicBezTo>
                  <a:cubicBezTo>
                    <a:pt x="111" y="154"/>
                    <a:pt x="108" y="162"/>
                    <a:pt x="106" y="170"/>
                  </a:cubicBezTo>
                  <a:cubicBezTo>
                    <a:pt x="104" y="178"/>
                    <a:pt x="101" y="187"/>
                    <a:pt x="98" y="193"/>
                  </a:cubicBezTo>
                  <a:cubicBezTo>
                    <a:pt x="98" y="193"/>
                    <a:pt x="98" y="194"/>
                    <a:pt x="98" y="194"/>
                  </a:cubicBezTo>
                  <a:cubicBezTo>
                    <a:pt x="91" y="204"/>
                    <a:pt x="85" y="214"/>
                    <a:pt x="80" y="225"/>
                  </a:cubicBezTo>
                  <a:cubicBezTo>
                    <a:pt x="60" y="260"/>
                    <a:pt x="49" y="290"/>
                    <a:pt x="46" y="323"/>
                  </a:cubicBezTo>
                  <a:cubicBezTo>
                    <a:pt x="46" y="323"/>
                    <a:pt x="44" y="331"/>
                    <a:pt x="44" y="331"/>
                  </a:cubicBezTo>
                  <a:cubicBezTo>
                    <a:pt x="33" y="387"/>
                    <a:pt x="26" y="424"/>
                    <a:pt x="29" y="480"/>
                  </a:cubicBezTo>
                  <a:cubicBezTo>
                    <a:pt x="31" y="530"/>
                    <a:pt x="29" y="537"/>
                    <a:pt x="22" y="571"/>
                  </a:cubicBezTo>
                  <a:cubicBezTo>
                    <a:pt x="18" y="592"/>
                    <a:pt x="18" y="592"/>
                    <a:pt x="18" y="592"/>
                  </a:cubicBezTo>
                  <a:cubicBezTo>
                    <a:pt x="18" y="593"/>
                    <a:pt x="18" y="593"/>
                    <a:pt x="19" y="594"/>
                  </a:cubicBezTo>
                  <a:cubicBezTo>
                    <a:pt x="20" y="594"/>
                    <a:pt x="21" y="593"/>
                    <a:pt x="21" y="592"/>
                  </a:cubicBezTo>
                  <a:cubicBezTo>
                    <a:pt x="25" y="571"/>
                    <a:pt x="25" y="571"/>
                    <a:pt x="25" y="571"/>
                  </a:cubicBezTo>
                  <a:cubicBezTo>
                    <a:pt x="32" y="538"/>
                    <a:pt x="34" y="530"/>
                    <a:pt x="32" y="480"/>
                  </a:cubicBezTo>
                  <a:cubicBezTo>
                    <a:pt x="30" y="450"/>
                    <a:pt x="32" y="425"/>
                    <a:pt x="35" y="400"/>
                  </a:cubicBezTo>
                  <a:cubicBezTo>
                    <a:pt x="35" y="406"/>
                    <a:pt x="36" y="411"/>
                    <a:pt x="38" y="417"/>
                  </a:cubicBezTo>
                  <a:cubicBezTo>
                    <a:pt x="39" y="424"/>
                    <a:pt x="42" y="432"/>
                    <a:pt x="44" y="439"/>
                  </a:cubicBezTo>
                  <a:cubicBezTo>
                    <a:pt x="48" y="454"/>
                    <a:pt x="48" y="454"/>
                    <a:pt x="48" y="454"/>
                  </a:cubicBezTo>
                  <a:cubicBezTo>
                    <a:pt x="50" y="459"/>
                    <a:pt x="50" y="465"/>
                    <a:pt x="50" y="471"/>
                  </a:cubicBezTo>
                  <a:cubicBezTo>
                    <a:pt x="50" y="477"/>
                    <a:pt x="50" y="482"/>
                    <a:pt x="51" y="488"/>
                  </a:cubicBezTo>
                  <a:cubicBezTo>
                    <a:pt x="51" y="488"/>
                    <a:pt x="52" y="489"/>
                    <a:pt x="53" y="489"/>
                  </a:cubicBezTo>
                  <a:cubicBezTo>
                    <a:pt x="54" y="489"/>
                    <a:pt x="54" y="488"/>
                    <a:pt x="54" y="487"/>
                  </a:cubicBezTo>
                  <a:cubicBezTo>
                    <a:pt x="53" y="482"/>
                    <a:pt x="53" y="476"/>
                    <a:pt x="53" y="471"/>
                  </a:cubicBezTo>
                  <a:cubicBezTo>
                    <a:pt x="53" y="465"/>
                    <a:pt x="53" y="459"/>
                    <a:pt x="51" y="453"/>
                  </a:cubicBezTo>
                  <a:cubicBezTo>
                    <a:pt x="47" y="438"/>
                    <a:pt x="47" y="438"/>
                    <a:pt x="47" y="438"/>
                  </a:cubicBezTo>
                  <a:cubicBezTo>
                    <a:pt x="45" y="431"/>
                    <a:pt x="42" y="424"/>
                    <a:pt x="40" y="416"/>
                  </a:cubicBezTo>
                  <a:cubicBezTo>
                    <a:pt x="37" y="400"/>
                    <a:pt x="37" y="384"/>
                    <a:pt x="41" y="367"/>
                  </a:cubicBezTo>
                  <a:cubicBezTo>
                    <a:pt x="41" y="367"/>
                    <a:pt x="41" y="367"/>
                    <a:pt x="41" y="366"/>
                  </a:cubicBezTo>
                  <a:cubicBezTo>
                    <a:pt x="43" y="355"/>
                    <a:pt x="45" y="344"/>
                    <a:pt x="47" y="331"/>
                  </a:cubicBezTo>
                  <a:cubicBezTo>
                    <a:pt x="49" y="323"/>
                    <a:pt x="49" y="323"/>
                    <a:pt x="49" y="323"/>
                  </a:cubicBezTo>
                  <a:cubicBezTo>
                    <a:pt x="52" y="291"/>
                    <a:pt x="63" y="261"/>
                    <a:pt x="83" y="227"/>
                  </a:cubicBezTo>
                  <a:cubicBezTo>
                    <a:pt x="91" y="209"/>
                    <a:pt x="102" y="192"/>
                    <a:pt x="115" y="177"/>
                  </a:cubicBezTo>
                  <a:cubicBezTo>
                    <a:pt x="124" y="167"/>
                    <a:pt x="140" y="159"/>
                    <a:pt x="150" y="154"/>
                  </a:cubicBezTo>
                  <a:cubicBezTo>
                    <a:pt x="151" y="153"/>
                    <a:pt x="151" y="153"/>
                    <a:pt x="151" y="153"/>
                  </a:cubicBezTo>
                  <a:cubicBezTo>
                    <a:pt x="145" y="172"/>
                    <a:pt x="128" y="229"/>
                    <a:pt x="127" y="230"/>
                  </a:cubicBezTo>
                  <a:cubicBezTo>
                    <a:pt x="102" y="287"/>
                    <a:pt x="94" y="355"/>
                    <a:pt x="91" y="402"/>
                  </a:cubicBezTo>
                  <a:cubicBezTo>
                    <a:pt x="91" y="406"/>
                    <a:pt x="91" y="410"/>
                    <a:pt x="90" y="414"/>
                  </a:cubicBezTo>
                  <a:cubicBezTo>
                    <a:pt x="90" y="416"/>
                    <a:pt x="90" y="418"/>
                    <a:pt x="90" y="419"/>
                  </a:cubicBezTo>
                  <a:cubicBezTo>
                    <a:pt x="90" y="420"/>
                    <a:pt x="90" y="420"/>
                    <a:pt x="90" y="421"/>
                  </a:cubicBezTo>
                  <a:cubicBezTo>
                    <a:pt x="89" y="432"/>
                    <a:pt x="87" y="443"/>
                    <a:pt x="86" y="453"/>
                  </a:cubicBezTo>
                  <a:cubicBezTo>
                    <a:pt x="84" y="471"/>
                    <a:pt x="82" y="488"/>
                    <a:pt x="81" y="511"/>
                  </a:cubicBezTo>
                  <a:cubicBezTo>
                    <a:pt x="79" y="523"/>
                    <a:pt x="76" y="540"/>
                    <a:pt x="72" y="560"/>
                  </a:cubicBezTo>
                  <a:cubicBezTo>
                    <a:pt x="68" y="576"/>
                    <a:pt x="65" y="594"/>
                    <a:pt x="61" y="614"/>
                  </a:cubicBezTo>
                  <a:cubicBezTo>
                    <a:pt x="61" y="614"/>
                    <a:pt x="61" y="614"/>
                    <a:pt x="61" y="614"/>
                  </a:cubicBezTo>
                  <a:cubicBezTo>
                    <a:pt x="58" y="624"/>
                    <a:pt x="58" y="624"/>
                    <a:pt x="58" y="624"/>
                  </a:cubicBezTo>
                  <a:cubicBezTo>
                    <a:pt x="52" y="641"/>
                    <a:pt x="46" y="659"/>
                    <a:pt x="37" y="673"/>
                  </a:cubicBezTo>
                  <a:cubicBezTo>
                    <a:pt x="36" y="673"/>
                    <a:pt x="36" y="673"/>
                    <a:pt x="36" y="674"/>
                  </a:cubicBezTo>
                  <a:cubicBezTo>
                    <a:pt x="29" y="678"/>
                    <a:pt x="29" y="678"/>
                    <a:pt x="29" y="678"/>
                  </a:cubicBezTo>
                  <a:cubicBezTo>
                    <a:pt x="26" y="681"/>
                    <a:pt x="22" y="683"/>
                    <a:pt x="20" y="685"/>
                  </a:cubicBezTo>
                  <a:cubicBezTo>
                    <a:pt x="17" y="688"/>
                    <a:pt x="15" y="691"/>
                    <a:pt x="13" y="694"/>
                  </a:cubicBezTo>
                  <a:cubicBezTo>
                    <a:pt x="10" y="700"/>
                    <a:pt x="7" y="705"/>
                    <a:pt x="1" y="707"/>
                  </a:cubicBezTo>
                  <a:cubicBezTo>
                    <a:pt x="1" y="707"/>
                    <a:pt x="0" y="708"/>
                    <a:pt x="1" y="709"/>
                  </a:cubicBezTo>
                  <a:cubicBezTo>
                    <a:pt x="1" y="709"/>
                    <a:pt x="2" y="710"/>
                    <a:pt x="3" y="710"/>
                  </a:cubicBezTo>
                  <a:cubicBezTo>
                    <a:pt x="9" y="707"/>
                    <a:pt x="12" y="701"/>
                    <a:pt x="16" y="696"/>
                  </a:cubicBezTo>
                  <a:cubicBezTo>
                    <a:pt x="18" y="693"/>
                    <a:pt x="19" y="690"/>
                    <a:pt x="22" y="688"/>
                  </a:cubicBezTo>
                  <a:cubicBezTo>
                    <a:pt x="24" y="685"/>
                    <a:pt x="27" y="683"/>
                    <a:pt x="31" y="681"/>
                  </a:cubicBezTo>
                  <a:cubicBezTo>
                    <a:pt x="34" y="679"/>
                    <a:pt x="34" y="679"/>
                    <a:pt x="34" y="679"/>
                  </a:cubicBezTo>
                  <a:cubicBezTo>
                    <a:pt x="30" y="686"/>
                    <a:pt x="29" y="693"/>
                    <a:pt x="28" y="699"/>
                  </a:cubicBezTo>
                  <a:cubicBezTo>
                    <a:pt x="27" y="706"/>
                    <a:pt x="27" y="712"/>
                    <a:pt x="23" y="719"/>
                  </a:cubicBezTo>
                  <a:cubicBezTo>
                    <a:pt x="19" y="726"/>
                    <a:pt x="19" y="726"/>
                    <a:pt x="19" y="726"/>
                  </a:cubicBezTo>
                  <a:cubicBezTo>
                    <a:pt x="13" y="738"/>
                    <a:pt x="8" y="748"/>
                    <a:pt x="9" y="763"/>
                  </a:cubicBezTo>
                  <a:cubicBezTo>
                    <a:pt x="9" y="764"/>
                    <a:pt x="9" y="764"/>
                    <a:pt x="10" y="764"/>
                  </a:cubicBezTo>
                  <a:cubicBezTo>
                    <a:pt x="11" y="764"/>
                    <a:pt x="12" y="764"/>
                    <a:pt x="12" y="763"/>
                  </a:cubicBezTo>
                  <a:cubicBezTo>
                    <a:pt x="11" y="749"/>
                    <a:pt x="16" y="739"/>
                    <a:pt x="22" y="728"/>
                  </a:cubicBezTo>
                  <a:cubicBezTo>
                    <a:pt x="26" y="720"/>
                    <a:pt x="26" y="720"/>
                    <a:pt x="26" y="720"/>
                  </a:cubicBezTo>
                  <a:cubicBezTo>
                    <a:pt x="29" y="713"/>
                    <a:pt x="30" y="706"/>
                    <a:pt x="31" y="700"/>
                  </a:cubicBezTo>
                  <a:cubicBezTo>
                    <a:pt x="32" y="692"/>
                    <a:pt x="33" y="685"/>
                    <a:pt x="38" y="677"/>
                  </a:cubicBezTo>
                  <a:cubicBezTo>
                    <a:pt x="47" y="664"/>
                    <a:pt x="53" y="648"/>
                    <a:pt x="58" y="633"/>
                  </a:cubicBezTo>
                  <a:cubicBezTo>
                    <a:pt x="53" y="665"/>
                    <a:pt x="48" y="699"/>
                    <a:pt x="48" y="731"/>
                  </a:cubicBezTo>
                  <a:cubicBezTo>
                    <a:pt x="47" y="772"/>
                    <a:pt x="50" y="795"/>
                    <a:pt x="52" y="813"/>
                  </a:cubicBezTo>
                  <a:cubicBezTo>
                    <a:pt x="53" y="824"/>
                    <a:pt x="54" y="834"/>
                    <a:pt x="54" y="845"/>
                  </a:cubicBezTo>
                  <a:cubicBezTo>
                    <a:pt x="50" y="854"/>
                    <a:pt x="50" y="854"/>
                    <a:pt x="50" y="854"/>
                  </a:cubicBezTo>
                  <a:cubicBezTo>
                    <a:pt x="43" y="866"/>
                    <a:pt x="39" y="873"/>
                    <a:pt x="38" y="887"/>
                  </a:cubicBezTo>
                  <a:cubicBezTo>
                    <a:pt x="38" y="888"/>
                    <a:pt x="39" y="889"/>
                    <a:pt x="39" y="889"/>
                  </a:cubicBezTo>
                  <a:cubicBezTo>
                    <a:pt x="40" y="889"/>
                    <a:pt x="41" y="888"/>
                    <a:pt x="41" y="887"/>
                  </a:cubicBezTo>
                  <a:cubicBezTo>
                    <a:pt x="42" y="874"/>
                    <a:pt x="46" y="868"/>
                    <a:pt x="52" y="855"/>
                  </a:cubicBezTo>
                  <a:cubicBezTo>
                    <a:pt x="54" y="851"/>
                    <a:pt x="54" y="851"/>
                    <a:pt x="54" y="851"/>
                  </a:cubicBezTo>
                  <a:cubicBezTo>
                    <a:pt x="54" y="872"/>
                    <a:pt x="56" y="885"/>
                    <a:pt x="58" y="898"/>
                  </a:cubicBezTo>
                  <a:cubicBezTo>
                    <a:pt x="59" y="906"/>
                    <a:pt x="60" y="914"/>
                    <a:pt x="61" y="923"/>
                  </a:cubicBezTo>
                  <a:cubicBezTo>
                    <a:pt x="68" y="962"/>
                    <a:pt x="70" y="996"/>
                    <a:pt x="71" y="1026"/>
                  </a:cubicBezTo>
                  <a:cubicBezTo>
                    <a:pt x="72" y="1048"/>
                    <a:pt x="72" y="1048"/>
                    <a:pt x="72" y="1048"/>
                  </a:cubicBezTo>
                  <a:cubicBezTo>
                    <a:pt x="72" y="1048"/>
                    <a:pt x="72" y="1049"/>
                    <a:pt x="72" y="1049"/>
                  </a:cubicBezTo>
                  <a:cubicBezTo>
                    <a:pt x="72" y="1053"/>
                    <a:pt x="73" y="1058"/>
                    <a:pt x="73" y="1062"/>
                  </a:cubicBezTo>
                  <a:cubicBezTo>
                    <a:pt x="74" y="1079"/>
                    <a:pt x="73" y="1095"/>
                    <a:pt x="73" y="1111"/>
                  </a:cubicBezTo>
                  <a:cubicBezTo>
                    <a:pt x="72" y="1133"/>
                    <a:pt x="72" y="1157"/>
                    <a:pt x="75" y="1180"/>
                  </a:cubicBezTo>
                  <a:cubicBezTo>
                    <a:pt x="79" y="1205"/>
                    <a:pt x="80" y="1232"/>
                    <a:pt x="81" y="1257"/>
                  </a:cubicBezTo>
                  <a:cubicBezTo>
                    <a:pt x="81" y="1285"/>
                    <a:pt x="82" y="1314"/>
                    <a:pt x="87" y="1342"/>
                  </a:cubicBezTo>
                  <a:cubicBezTo>
                    <a:pt x="91" y="1360"/>
                    <a:pt x="95" y="1379"/>
                    <a:pt x="100" y="1399"/>
                  </a:cubicBezTo>
                  <a:cubicBezTo>
                    <a:pt x="113" y="1450"/>
                    <a:pt x="126" y="1503"/>
                    <a:pt x="119" y="1551"/>
                  </a:cubicBezTo>
                  <a:cubicBezTo>
                    <a:pt x="119" y="1555"/>
                    <a:pt x="119" y="1559"/>
                    <a:pt x="119" y="1564"/>
                  </a:cubicBezTo>
                  <a:cubicBezTo>
                    <a:pt x="119" y="1570"/>
                    <a:pt x="119" y="1577"/>
                    <a:pt x="118" y="1582"/>
                  </a:cubicBezTo>
                  <a:cubicBezTo>
                    <a:pt x="118" y="1582"/>
                    <a:pt x="117" y="1583"/>
                    <a:pt x="117" y="1583"/>
                  </a:cubicBezTo>
                  <a:cubicBezTo>
                    <a:pt x="117" y="1584"/>
                    <a:pt x="117" y="1584"/>
                    <a:pt x="117" y="1584"/>
                  </a:cubicBezTo>
                  <a:cubicBezTo>
                    <a:pt x="117" y="1585"/>
                    <a:pt x="117" y="1585"/>
                    <a:pt x="117" y="1585"/>
                  </a:cubicBezTo>
                  <a:cubicBezTo>
                    <a:pt x="114" y="1591"/>
                    <a:pt x="108" y="1597"/>
                    <a:pt x="102" y="1603"/>
                  </a:cubicBezTo>
                  <a:cubicBezTo>
                    <a:pt x="98" y="1607"/>
                    <a:pt x="94" y="1611"/>
                    <a:pt x="91" y="1614"/>
                  </a:cubicBezTo>
                  <a:cubicBezTo>
                    <a:pt x="81" y="1627"/>
                    <a:pt x="60" y="1647"/>
                    <a:pt x="46" y="1650"/>
                  </a:cubicBezTo>
                  <a:cubicBezTo>
                    <a:pt x="46" y="1650"/>
                    <a:pt x="45" y="1651"/>
                    <a:pt x="45" y="1652"/>
                  </a:cubicBezTo>
                  <a:cubicBezTo>
                    <a:pt x="45" y="1653"/>
                    <a:pt x="46" y="1653"/>
                    <a:pt x="47" y="1653"/>
                  </a:cubicBezTo>
                  <a:cubicBezTo>
                    <a:pt x="59" y="1651"/>
                    <a:pt x="76" y="1637"/>
                    <a:pt x="87" y="1624"/>
                  </a:cubicBezTo>
                  <a:cubicBezTo>
                    <a:pt x="87" y="1624"/>
                    <a:pt x="87" y="1624"/>
                    <a:pt x="87" y="1624"/>
                  </a:cubicBezTo>
                  <a:cubicBezTo>
                    <a:pt x="87" y="1628"/>
                    <a:pt x="87" y="1628"/>
                    <a:pt x="87" y="1628"/>
                  </a:cubicBezTo>
                  <a:cubicBezTo>
                    <a:pt x="86" y="1631"/>
                    <a:pt x="86" y="1633"/>
                    <a:pt x="85" y="1636"/>
                  </a:cubicBezTo>
                  <a:cubicBezTo>
                    <a:pt x="83" y="1642"/>
                    <a:pt x="83" y="1642"/>
                    <a:pt x="83" y="1642"/>
                  </a:cubicBezTo>
                  <a:cubicBezTo>
                    <a:pt x="82" y="1646"/>
                    <a:pt x="81" y="1649"/>
                    <a:pt x="79" y="1652"/>
                  </a:cubicBezTo>
                  <a:cubicBezTo>
                    <a:pt x="77" y="1655"/>
                    <a:pt x="74" y="1658"/>
                    <a:pt x="71" y="1660"/>
                  </a:cubicBezTo>
                  <a:cubicBezTo>
                    <a:pt x="68" y="1662"/>
                    <a:pt x="65" y="1665"/>
                    <a:pt x="63" y="1667"/>
                  </a:cubicBezTo>
                  <a:cubicBezTo>
                    <a:pt x="62" y="1668"/>
                    <a:pt x="62" y="1669"/>
                    <a:pt x="63" y="1670"/>
                  </a:cubicBezTo>
                  <a:cubicBezTo>
                    <a:pt x="63" y="1670"/>
                    <a:pt x="64" y="1670"/>
                    <a:pt x="65" y="1669"/>
                  </a:cubicBezTo>
                  <a:cubicBezTo>
                    <a:pt x="67" y="1667"/>
                    <a:pt x="70" y="1665"/>
                    <a:pt x="72" y="1662"/>
                  </a:cubicBezTo>
                  <a:cubicBezTo>
                    <a:pt x="76" y="1660"/>
                    <a:pt x="79" y="1657"/>
                    <a:pt x="81" y="1654"/>
                  </a:cubicBezTo>
                  <a:cubicBezTo>
                    <a:pt x="83" y="1651"/>
                    <a:pt x="85" y="1647"/>
                    <a:pt x="86" y="1643"/>
                  </a:cubicBezTo>
                  <a:cubicBezTo>
                    <a:pt x="88" y="1637"/>
                    <a:pt x="88" y="1637"/>
                    <a:pt x="88" y="1637"/>
                  </a:cubicBezTo>
                  <a:cubicBezTo>
                    <a:pt x="89" y="1634"/>
                    <a:pt x="89" y="1631"/>
                    <a:pt x="90" y="1628"/>
                  </a:cubicBezTo>
                  <a:cubicBezTo>
                    <a:pt x="90" y="1625"/>
                    <a:pt x="90" y="1625"/>
                    <a:pt x="90" y="1625"/>
                  </a:cubicBezTo>
                  <a:cubicBezTo>
                    <a:pt x="90" y="1622"/>
                    <a:pt x="91" y="1620"/>
                    <a:pt x="92" y="1619"/>
                  </a:cubicBezTo>
                  <a:cubicBezTo>
                    <a:pt x="93" y="1619"/>
                    <a:pt x="93" y="1618"/>
                    <a:pt x="93" y="1617"/>
                  </a:cubicBezTo>
                  <a:cubicBezTo>
                    <a:pt x="93" y="1617"/>
                    <a:pt x="93" y="1617"/>
                    <a:pt x="94" y="1616"/>
                  </a:cubicBezTo>
                  <a:cubicBezTo>
                    <a:pt x="96" y="1613"/>
                    <a:pt x="100" y="1609"/>
                    <a:pt x="104" y="1605"/>
                  </a:cubicBezTo>
                  <a:cubicBezTo>
                    <a:pt x="108" y="1601"/>
                    <a:pt x="113" y="1596"/>
                    <a:pt x="116" y="1592"/>
                  </a:cubicBezTo>
                  <a:cubicBezTo>
                    <a:pt x="116" y="1595"/>
                    <a:pt x="115" y="1599"/>
                    <a:pt x="114" y="1603"/>
                  </a:cubicBezTo>
                  <a:cubicBezTo>
                    <a:pt x="113" y="1607"/>
                    <a:pt x="113" y="1607"/>
                    <a:pt x="113" y="1607"/>
                  </a:cubicBezTo>
                  <a:cubicBezTo>
                    <a:pt x="112" y="1616"/>
                    <a:pt x="112" y="1616"/>
                    <a:pt x="112" y="1616"/>
                  </a:cubicBezTo>
                  <a:cubicBezTo>
                    <a:pt x="110" y="1625"/>
                    <a:pt x="110" y="1625"/>
                    <a:pt x="110" y="1625"/>
                  </a:cubicBezTo>
                  <a:cubicBezTo>
                    <a:pt x="109" y="1630"/>
                    <a:pt x="107" y="1634"/>
                    <a:pt x="104" y="1638"/>
                  </a:cubicBezTo>
                  <a:cubicBezTo>
                    <a:pt x="103" y="1641"/>
                    <a:pt x="103" y="1641"/>
                    <a:pt x="103" y="1641"/>
                  </a:cubicBezTo>
                  <a:cubicBezTo>
                    <a:pt x="100" y="1645"/>
                    <a:pt x="99" y="1650"/>
                    <a:pt x="98" y="1655"/>
                  </a:cubicBezTo>
                  <a:cubicBezTo>
                    <a:pt x="97" y="1658"/>
                    <a:pt x="97" y="1661"/>
                    <a:pt x="95" y="1664"/>
                  </a:cubicBezTo>
                  <a:cubicBezTo>
                    <a:pt x="94" y="1668"/>
                    <a:pt x="88" y="1681"/>
                    <a:pt x="82" y="1681"/>
                  </a:cubicBezTo>
                  <a:cubicBezTo>
                    <a:pt x="81" y="1681"/>
                    <a:pt x="80" y="1682"/>
                    <a:pt x="80" y="1682"/>
                  </a:cubicBezTo>
                  <a:cubicBezTo>
                    <a:pt x="80" y="1683"/>
                    <a:pt x="81" y="1684"/>
                    <a:pt x="82" y="1684"/>
                  </a:cubicBezTo>
                  <a:cubicBezTo>
                    <a:pt x="90" y="1684"/>
                    <a:pt x="96" y="1671"/>
                    <a:pt x="98" y="1665"/>
                  </a:cubicBezTo>
                  <a:cubicBezTo>
                    <a:pt x="100" y="1662"/>
                    <a:pt x="100" y="1659"/>
                    <a:pt x="101" y="1655"/>
                  </a:cubicBezTo>
                  <a:cubicBezTo>
                    <a:pt x="102" y="1651"/>
                    <a:pt x="103" y="1647"/>
                    <a:pt x="105" y="1642"/>
                  </a:cubicBezTo>
                  <a:cubicBezTo>
                    <a:pt x="107" y="1639"/>
                    <a:pt x="107" y="1639"/>
                    <a:pt x="107" y="1639"/>
                  </a:cubicBezTo>
                  <a:cubicBezTo>
                    <a:pt x="109" y="1635"/>
                    <a:pt x="112" y="1631"/>
                    <a:pt x="113" y="1626"/>
                  </a:cubicBezTo>
                  <a:cubicBezTo>
                    <a:pt x="115" y="1617"/>
                    <a:pt x="115" y="1617"/>
                    <a:pt x="115" y="1617"/>
                  </a:cubicBezTo>
                  <a:cubicBezTo>
                    <a:pt x="116" y="1608"/>
                    <a:pt x="116" y="1608"/>
                    <a:pt x="116" y="1608"/>
                  </a:cubicBezTo>
                  <a:cubicBezTo>
                    <a:pt x="117" y="1603"/>
                    <a:pt x="117" y="1603"/>
                    <a:pt x="117" y="1603"/>
                  </a:cubicBezTo>
                  <a:cubicBezTo>
                    <a:pt x="119" y="1597"/>
                    <a:pt x="120" y="1591"/>
                    <a:pt x="120" y="1585"/>
                  </a:cubicBezTo>
                  <a:cubicBezTo>
                    <a:pt x="122" y="1579"/>
                    <a:pt x="122" y="1572"/>
                    <a:pt x="122" y="1564"/>
                  </a:cubicBezTo>
                  <a:cubicBezTo>
                    <a:pt x="122" y="1559"/>
                    <a:pt x="122" y="1555"/>
                    <a:pt x="122" y="1552"/>
                  </a:cubicBezTo>
                  <a:cubicBezTo>
                    <a:pt x="129" y="1503"/>
                    <a:pt x="116" y="1450"/>
                    <a:pt x="103" y="1399"/>
                  </a:cubicBezTo>
                  <a:cubicBezTo>
                    <a:pt x="98" y="1379"/>
                    <a:pt x="94" y="1360"/>
                    <a:pt x="90" y="1341"/>
                  </a:cubicBezTo>
                  <a:cubicBezTo>
                    <a:pt x="85" y="1313"/>
                    <a:pt x="84" y="1285"/>
                    <a:pt x="84" y="1257"/>
                  </a:cubicBezTo>
                  <a:cubicBezTo>
                    <a:pt x="83" y="1231"/>
                    <a:pt x="82" y="1205"/>
                    <a:pt x="78" y="1179"/>
                  </a:cubicBezTo>
                  <a:cubicBezTo>
                    <a:pt x="75" y="1156"/>
                    <a:pt x="75" y="1133"/>
                    <a:pt x="76" y="1111"/>
                  </a:cubicBezTo>
                  <a:cubicBezTo>
                    <a:pt x="76" y="1106"/>
                    <a:pt x="76" y="1100"/>
                    <a:pt x="76" y="1095"/>
                  </a:cubicBezTo>
                  <a:cubicBezTo>
                    <a:pt x="81" y="1132"/>
                    <a:pt x="89" y="1168"/>
                    <a:pt x="97" y="1203"/>
                  </a:cubicBezTo>
                  <a:cubicBezTo>
                    <a:pt x="104" y="1238"/>
                    <a:pt x="112" y="1274"/>
                    <a:pt x="117" y="1310"/>
                  </a:cubicBezTo>
                  <a:cubicBezTo>
                    <a:pt x="119" y="1324"/>
                    <a:pt x="119" y="1324"/>
                    <a:pt x="119" y="1324"/>
                  </a:cubicBezTo>
                  <a:cubicBezTo>
                    <a:pt x="122" y="1351"/>
                    <a:pt x="125" y="1377"/>
                    <a:pt x="133" y="1404"/>
                  </a:cubicBezTo>
                  <a:cubicBezTo>
                    <a:pt x="140" y="1426"/>
                    <a:pt x="146" y="1449"/>
                    <a:pt x="149" y="1472"/>
                  </a:cubicBezTo>
                  <a:cubicBezTo>
                    <a:pt x="152" y="1493"/>
                    <a:pt x="150" y="1513"/>
                    <a:pt x="148" y="1533"/>
                  </a:cubicBezTo>
                  <a:cubicBezTo>
                    <a:pt x="147" y="1546"/>
                    <a:pt x="145" y="1559"/>
                    <a:pt x="145" y="1573"/>
                  </a:cubicBezTo>
                  <a:cubicBezTo>
                    <a:pt x="145" y="1576"/>
                    <a:pt x="146" y="1584"/>
                    <a:pt x="148" y="1593"/>
                  </a:cubicBezTo>
                  <a:cubicBezTo>
                    <a:pt x="148" y="1593"/>
                    <a:pt x="148" y="1593"/>
                    <a:pt x="148" y="1594"/>
                  </a:cubicBezTo>
                  <a:cubicBezTo>
                    <a:pt x="148" y="1599"/>
                    <a:pt x="146" y="1605"/>
                    <a:pt x="144" y="1611"/>
                  </a:cubicBezTo>
                  <a:cubicBezTo>
                    <a:pt x="144" y="1614"/>
                    <a:pt x="144" y="1614"/>
                    <a:pt x="144" y="1614"/>
                  </a:cubicBezTo>
                  <a:cubicBezTo>
                    <a:pt x="141" y="1622"/>
                    <a:pt x="136" y="1628"/>
                    <a:pt x="131" y="1634"/>
                  </a:cubicBezTo>
                  <a:cubicBezTo>
                    <a:pt x="126" y="1640"/>
                    <a:pt x="126" y="1640"/>
                    <a:pt x="126" y="1640"/>
                  </a:cubicBezTo>
                  <a:cubicBezTo>
                    <a:pt x="122" y="1646"/>
                    <a:pt x="120" y="1651"/>
                    <a:pt x="118" y="1658"/>
                  </a:cubicBezTo>
                  <a:cubicBezTo>
                    <a:pt x="117" y="1663"/>
                    <a:pt x="117" y="1663"/>
                    <a:pt x="117" y="1663"/>
                  </a:cubicBezTo>
                  <a:cubicBezTo>
                    <a:pt x="114" y="1669"/>
                    <a:pt x="111" y="1677"/>
                    <a:pt x="104" y="1678"/>
                  </a:cubicBezTo>
                  <a:cubicBezTo>
                    <a:pt x="103" y="1678"/>
                    <a:pt x="103" y="1679"/>
                    <a:pt x="103" y="1680"/>
                  </a:cubicBezTo>
                  <a:cubicBezTo>
                    <a:pt x="103" y="1681"/>
                    <a:pt x="104" y="1681"/>
                    <a:pt x="104" y="1681"/>
                  </a:cubicBezTo>
                  <a:cubicBezTo>
                    <a:pt x="111" y="1680"/>
                    <a:pt x="116" y="1674"/>
                    <a:pt x="119" y="1664"/>
                  </a:cubicBezTo>
                  <a:cubicBezTo>
                    <a:pt x="121" y="1658"/>
                    <a:pt x="121" y="1658"/>
                    <a:pt x="121" y="1658"/>
                  </a:cubicBezTo>
                  <a:cubicBezTo>
                    <a:pt x="123" y="1652"/>
                    <a:pt x="124" y="1647"/>
                    <a:pt x="129" y="1642"/>
                  </a:cubicBezTo>
                  <a:cubicBezTo>
                    <a:pt x="133" y="1636"/>
                    <a:pt x="133" y="1636"/>
                    <a:pt x="133" y="1636"/>
                  </a:cubicBezTo>
                  <a:cubicBezTo>
                    <a:pt x="139" y="1630"/>
                    <a:pt x="144" y="1623"/>
                    <a:pt x="147" y="1615"/>
                  </a:cubicBezTo>
                  <a:cubicBezTo>
                    <a:pt x="147" y="1612"/>
                    <a:pt x="147" y="1612"/>
                    <a:pt x="147" y="1612"/>
                  </a:cubicBezTo>
                  <a:cubicBezTo>
                    <a:pt x="148" y="1609"/>
                    <a:pt x="149" y="1607"/>
                    <a:pt x="149" y="1604"/>
                  </a:cubicBezTo>
                  <a:cubicBezTo>
                    <a:pt x="153" y="1628"/>
                    <a:pt x="156" y="1658"/>
                    <a:pt x="150" y="1664"/>
                  </a:cubicBezTo>
                  <a:cubicBezTo>
                    <a:pt x="150" y="1664"/>
                    <a:pt x="150" y="1664"/>
                    <a:pt x="150" y="1664"/>
                  </a:cubicBezTo>
                  <a:cubicBezTo>
                    <a:pt x="148" y="1666"/>
                    <a:pt x="146" y="1669"/>
                    <a:pt x="144" y="1670"/>
                  </a:cubicBezTo>
                  <a:cubicBezTo>
                    <a:pt x="135" y="1678"/>
                    <a:pt x="134" y="1689"/>
                    <a:pt x="134" y="1689"/>
                  </a:cubicBezTo>
                  <a:cubicBezTo>
                    <a:pt x="134" y="1690"/>
                    <a:pt x="135" y="1691"/>
                    <a:pt x="136" y="1691"/>
                  </a:cubicBezTo>
                  <a:cubicBezTo>
                    <a:pt x="136" y="1691"/>
                    <a:pt x="137" y="1690"/>
                    <a:pt x="137" y="1690"/>
                  </a:cubicBezTo>
                  <a:cubicBezTo>
                    <a:pt x="137" y="1690"/>
                    <a:pt x="138" y="1679"/>
                    <a:pt x="146" y="1673"/>
                  </a:cubicBezTo>
                  <a:cubicBezTo>
                    <a:pt x="171" y="1650"/>
                    <a:pt x="181" y="1607"/>
                    <a:pt x="185" y="1576"/>
                  </a:cubicBezTo>
                  <a:cubicBezTo>
                    <a:pt x="193" y="1594"/>
                    <a:pt x="196" y="1609"/>
                    <a:pt x="194" y="1616"/>
                  </a:cubicBezTo>
                  <a:cubicBezTo>
                    <a:pt x="193" y="1617"/>
                    <a:pt x="194" y="1618"/>
                    <a:pt x="195" y="1618"/>
                  </a:cubicBezTo>
                  <a:cubicBezTo>
                    <a:pt x="195" y="1618"/>
                    <a:pt x="196" y="1618"/>
                    <a:pt x="197" y="1617"/>
                  </a:cubicBezTo>
                  <a:cubicBezTo>
                    <a:pt x="200" y="1605"/>
                    <a:pt x="192" y="1583"/>
                    <a:pt x="186" y="1570"/>
                  </a:cubicBezTo>
                  <a:cubicBezTo>
                    <a:pt x="187" y="1561"/>
                    <a:pt x="188" y="1553"/>
                    <a:pt x="188" y="1548"/>
                  </a:cubicBezTo>
                  <a:cubicBezTo>
                    <a:pt x="189" y="1545"/>
                    <a:pt x="189" y="1545"/>
                    <a:pt x="189" y="1545"/>
                  </a:cubicBezTo>
                  <a:cubicBezTo>
                    <a:pt x="189" y="1545"/>
                    <a:pt x="189" y="1545"/>
                    <a:pt x="189" y="1545"/>
                  </a:cubicBezTo>
                  <a:cubicBezTo>
                    <a:pt x="189" y="1545"/>
                    <a:pt x="189" y="1545"/>
                    <a:pt x="189" y="1545"/>
                  </a:cubicBezTo>
                  <a:cubicBezTo>
                    <a:pt x="189" y="1542"/>
                    <a:pt x="184" y="1494"/>
                    <a:pt x="179" y="1468"/>
                  </a:cubicBezTo>
                  <a:cubicBezTo>
                    <a:pt x="175" y="1441"/>
                    <a:pt x="172" y="1414"/>
                    <a:pt x="173" y="1396"/>
                  </a:cubicBezTo>
                  <a:cubicBezTo>
                    <a:pt x="174" y="1380"/>
                    <a:pt x="177" y="1355"/>
                    <a:pt x="180" y="1329"/>
                  </a:cubicBezTo>
                  <a:cubicBezTo>
                    <a:pt x="185" y="1296"/>
                    <a:pt x="189" y="1263"/>
                    <a:pt x="190" y="1239"/>
                  </a:cubicBezTo>
                  <a:cubicBezTo>
                    <a:pt x="190" y="1238"/>
                    <a:pt x="189" y="1237"/>
                    <a:pt x="188" y="1237"/>
                  </a:cubicBezTo>
                  <a:cubicBezTo>
                    <a:pt x="188" y="1237"/>
                    <a:pt x="188" y="1237"/>
                    <a:pt x="188" y="1237"/>
                  </a:cubicBezTo>
                  <a:cubicBezTo>
                    <a:pt x="189" y="1237"/>
                    <a:pt x="190" y="1238"/>
                    <a:pt x="190" y="1239"/>
                  </a:cubicBezTo>
                  <a:cubicBezTo>
                    <a:pt x="190" y="1223"/>
                    <a:pt x="190" y="1223"/>
                    <a:pt x="190" y="1223"/>
                  </a:cubicBezTo>
                  <a:cubicBezTo>
                    <a:pt x="191" y="1209"/>
                    <a:pt x="191" y="1209"/>
                    <a:pt x="191" y="1209"/>
                  </a:cubicBezTo>
                  <a:cubicBezTo>
                    <a:pt x="192" y="1184"/>
                    <a:pt x="192" y="1182"/>
                    <a:pt x="184" y="1141"/>
                  </a:cubicBezTo>
                  <a:cubicBezTo>
                    <a:pt x="177" y="1115"/>
                    <a:pt x="177" y="1115"/>
                    <a:pt x="177" y="1115"/>
                  </a:cubicBezTo>
                  <a:cubicBezTo>
                    <a:pt x="168" y="1078"/>
                    <a:pt x="159" y="1039"/>
                    <a:pt x="173" y="980"/>
                  </a:cubicBezTo>
                  <a:cubicBezTo>
                    <a:pt x="182" y="942"/>
                    <a:pt x="179" y="905"/>
                    <a:pt x="173" y="873"/>
                  </a:cubicBezTo>
                  <a:cubicBezTo>
                    <a:pt x="170" y="861"/>
                    <a:pt x="165" y="839"/>
                    <a:pt x="165" y="838"/>
                  </a:cubicBezTo>
                  <a:cubicBezTo>
                    <a:pt x="158" y="817"/>
                    <a:pt x="158" y="817"/>
                    <a:pt x="158" y="817"/>
                  </a:cubicBezTo>
                  <a:cubicBezTo>
                    <a:pt x="153" y="798"/>
                    <a:pt x="153" y="798"/>
                    <a:pt x="153" y="798"/>
                  </a:cubicBezTo>
                  <a:cubicBezTo>
                    <a:pt x="148" y="782"/>
                    <a:pt x="148" y="759"/>
                    <a:pt x="147" y="734"/>
                  </a:cubicBezTo>
                  <a:cubicBezTo>
                    <a:pt x="146" y="696"/>
                    <a:pt x="146" y="657"/>
                    <a:pt x="131" y="636"/>
                  </a:cubicBezTo>
                  <a:cubicBezTo>
                    <a:pt x="113" y="612"/>
                    <a:pt x="108" y="559"/>
                    <a:pt x="104" y="527"/>
                  </a:cubicBezTo>
                  <a:cubicBezTo>
                    <a:pt x="103" y="514"/>
                    <a:pt x="103" y="514"/>
                    <a:pt x="103" y="514"/>
                  </a:cubicBezTo>
                  <a:cubicBezTo>
                    <a:pt x="103" y="513"/>
                    <a:pt x="101" y="490"/>
                    <a:pt x="98" y="478"/>
                  </a:cubicBezTo>
                  <a:cubicBezTo>
                    <a:pt x="96" y="468"/>
                    <a:pt x="94" y="458"/>
                    <a:pt x="95" y="448"/>
                  </a:cubicBezTo>
                  <a:cubicBezTo>
                    <a:pt x="95" y="448"/>
                    <a:pt x="95" y="448"/>
                    <a:pt x="95" y="448"/>
                  </a:cubicBezTo>
                  <a:cubicBezTo>
                    <a:pt x="96" y="442"/>
                    <a:pt x="97" y="439"/>
                    <a:pt x="98" y="433"/>
                  </a:cubicBezTo>
                  <a:cubicBezTo>
                    <a:pt x="108" y="405"/>
                    <a:pt x="127" y="383"/>
                    <a:pt x="147" y="361"/>
                  </a:cubicBezTo>
                  <a:cubicBezTo>
                    <a:pt x="148" y="360"/>
                    <a:pt x="149" y="361"/>
                    <a:pt x="149" y="365"/>
                  </a:cubicBezTo>
                  <a:cubicBezTo>
                    <a:pt x="147" y="389"/>
                    <a:pt x="146" y="426"/>
                    <a:pt x="148" y="437"/>
                  </a:cubicBezTo>
                  <a:cubicBezTo>
                    <a:pt x="150" y="483"/>
                    <a:pt x="156" y="517"/>
                    <a:pt x="162" y="544"/>
                  </a:cubicBezTo>
                  <a:cubicBezTo>
                    <a:pt x="161" y="544"/>
                    <a:pt x="161" y="544"/>
                    <a:pt x="161" y="545"/>
                  </a:cubicBezTo>
                  <a:cubicBezTo>
                    <a:pt x="162" y="553"/>
                    <a:pt x="161" y="566"/>
                    <a:pt x="160" y="579"/>
                  </a:cubicBezTo>
                  <a:cubicBezTo>
                    <a:pt x="158" y="608"/>
                    <a:pt x="156" y="641"/>
                    <a:pt x="167" y="653"/>
                  </a:cubicBezTo>
                  <a:cubicBezTo>
                    <a:pt x="168" y="653"/>
                    <a:pt x="168" y="653"/>
                    <a:pt x="169" y="653"/>
                  </a:cubicBezTo>
                  <a:cubicBezTo>
                    <a:pt x="170" y="652"/>
                    <a:pt x="170" y="651"/>
                    <a:pt x="169" y="650"/>
                  </a:cubicBezTo>
                  <a:cubicBezTo>
                    <a:pt x="159" y="640"/>
                    <a:pt x="161" y="606"/>
                    <a:pt x="163" y="580"/>
                  </a:cubicBezTo>
                  <a:cubicBezTo>
                    <a:pt x="164" y="570"/>
                    <a:pt x="164" y="561"/>
                    <a:pt x="164" y="554"/>
                  </a:cubicBezTo>
                  <a:cubicBezTo>
                    <a:pt x="169" y="572"/>
                    <a:pt x="174" y="586"/>
                    <a:pt x="178" y="599"/>
                  </a:cubicBezTo>
                  <a:cubicBezTo>
                    <a:pt x="181" y="606"/>
                    <a:pt x="181" y="606"/>
                    <a:pt x="181" y="606"/>
                  </a:cubicBezTo>
                  <a:cubicBezTo>
                    <a:pt x="188" y="627"/>
                    <a:pt x="187" y="672"/>
                    <a:pt x="187" y="702"/>
                  </a:cubicBezTo>
                  <a:cubicBezTo>
                    <a:pt x="187" y="722"/>
                    <a:pt x="187" y="732"/>
                    <a:pt x="189" y="734"/>
                  </a:cubicBezTo>
                  <a:cubicBezTo>
                    <a:pt x="189" y="735"/>
                    <a:pt x="190" y="735"/>
                    <a:pt x="191" y="735"/>
                  </a:cubicBezTo>
                  <a:cubicBezTo>
                    <a:pt x="191" y="734"/>
                    <a:pt x="192" y="734"/>
                    <a:pt x="191" y="733"/>
                  </a:cubicBezTo>
                  <a:cubicBezTo>
                    <a:pt x="190" y="731"/>
                    <a:pt x="190" y="717"/>
                    <a:pt x="190" y="702"/>
                  </a:cubicBezTo>
                  <a:cubicBezTo>
                    <a:pt x="190" y="672"/>
                    <a:pt x="191" y="626"/>
                    <a:pt x="183" y="605"/>
                  </a:cubicBezTo>
                  <a:cubicBezTo>
                    <a:pt x="181" y="598"/>
                    <a:pt x="181" y="598"/>
                    <a:pt x="181" y="598"/>
                  </a:cubicBezTo>
                  <a:cubicBezTo>
                    <a:pt x="171" y="568"/>
                    <a:pt x="157" y="527"/>
                    <a:pt x="152" y="456"/>
                  </a:cubicBezTo>
                  <a:cubicBezTo>
                    <a:pt x="159" y="480"/>
                    <a:pt x="170" y="505"/>
                    <a:pt x="184" y="514"/>
                  </a:cubicBezTo>
                  <a:cubicBezTo>
                    <a:pt x="185" y="515"/>
                    <a:pt x="185" y="515"/>
                    <a:pt x="186" y="514"/>
                  </a:cubicBezTo>
                  <a:cubicBezTo>
                    <a:pt x="186" y="513"/>
                    <a:pt x="186" y="512"/>
                    <a:pt x="186" y="512"/>
                  </a:cubicBezTo>
                  <a:cubicBezTo>
                    <a:pt x="168" y="500"/>
                    <a:pt x="156" y="466"/>
                    <a:pt x="151" y="438"/>
                  </a:cubicBezTo>
                  <a:cubicBezTo>
                    <a:pt x="151" y="416"/>
                    <a:pt x="151" y="392"/>
                    <a:pt x="152" y="366"/>
                  </a:cubicBezTo>
                  <a:cubicBezTo>
                    <a:pt x="152" y="360"/>
                    <a:pt x="153" y="358"/>
                    <a:pt x="154" y="351"/>
                  </a:cubicBezTo>
                  <a:cubicBezTo>
                    <a:pt x="162" y="343"/>
                    <a:pt x="168" y="334"/>
                    <a:pt x="175" y="326"/>
                  </a:cubicBezTo>
                  <a:cubicBezTo>
                    <a:pt x="175" y="326"/>
                    <a:pt x="181" y="319"/>
                    <a:pt x="185" y="315"/>
                  </a:cubicBezTo>
                  <a:cubicBezTo>
                    <a:pt x="197" y="306"/>
                    <a:pt x="214" y="293"/>
                    <a:pt x="220" y="289"/>
                  </a:cubicBezTo>
                  <a:cubicBezTo>
                    <a:pt x="229" y="281"/>
                    <a:pt x="229" y="281"/>
                    <a:pt x="229" y="281"/>
                  </a:cubicBezTo>
                  <a:cubicBezTo>
                    <a:pt x="230" y="281"/>
                    <a:pt x="230" y="280"/>
                    <a:pt x="229" y="279"/>
                  </a:cubicBezTo>
                  <a:cubicBezTo>
                    <a:pt x="229" y="279"/>
                    <a:pt x="228" y="279"/>
                    <a:pt x="227" y="279"/>
                  </a:cubicBezTo>
                  <a:cubicBezTo>
                    <a:pt x="217" y="285"/>
                    <a:pt x="217" y="285"/>
                    <a:pt x="217" y="285"/>
                  </a:cubicBezTo>
                  <a:cubicBezTo>
                    <a:pt x="207" y="291"/>
                    <a:pt x="192" y="300"/>
                    <a:pt x="182" y="310"/>
                  </a:cubicBezTo>
                  <a:cubicBezTo>
                    <a:pt x="182" y="309"/>
                    <a:pt x="183" y="308"/>
                    <a:pt x="183" y="307"/>
                  </a:cubicBezTo>
                  <a:cubicBezTo>
                    <a:pt x="186" y="300"/>
                    <a:pt x="186" y="300"/>
                    <a:pt x="186" y="300"/>
                  </a:cubicBezTo>
                  <a:cubicBezTo>
                    <a:pt x="189" y="294"/>
                    <a:pt x="192" y="289"/>
                    <a:pt x="195" y="285"/>
                  </a:cubicBezTo>
                  <a:cubicBezTo>
                    <a:pt x="200" y="278"/>
                    <a:pt x="204" y="273"/>
                    <a:pt x="206" y="264"/>
                  </a:cubicBezTo>
                  <a:cubicBezTo>
                    <a:pt x="206" y="264"/>
                    <a:pt x="206" y="264"/>
                    <a:pt x="206" y="264"/>
                  </a:cubicBezTo>
                  <a:cubicBezTo>
                    <a:pt x="216" y="255"/>
                    <a:pt x="225" y="244"/>
                    <a:pt x="230" y="234"/>
                  </a:cubicBezTo>
                  <a:cubicBezTo>
                    <a:pt x="230" y="233"/>
                    <a:pt x="230" y="233"/>
                    <a:pt x="229" y="232"/>
                  </a:cubicBezTo>
                  <a:close/>
                  <a:moveTo>
                    <a:pt x="161" y="84"/>
                  </a:moveTo>
                  <a:cubicBezTo>
                    <a:pt x="165" y="83"/>
                    <a:pt x="169" y="81"/>
                    <a:pt x="173" y="79"/>
                  </a:cubicBezTo>
                  <a:cubicBezTo>
                    <a:pt x="165" y="88"/>
                    <a:pt x="165" y="88"/>
                    <a:pt x="165" y="88"/>
                  </a:cubicBezTo>
                  <a:cubicBezTo>
                    <a:pt x="160" y="95"/>
                    <a:pt x="155" y="101"/>
                    <a:pt x="150" y="107"/>
                  </a:cubicBezTo>
                  <a:cubicBezTo>
                    <a:pt x="150" y="106"/>
                    <a:pt x="150" y="105"/>
                    <a:pt x="150" y="105"/>
                  </a:cubicBezTo>
                  <a:cubicBezTo>
                    <a:pt x="151" y="100"/>
                    <a:pt x="150" y="95"/>
                    <a:pt x="150" y="90"/>
                  </a:cubicBezTo>
                  <a:cubicBezTo>
                    <a:pt x="152" y="88"/>
                    <a:pt x="156" y="86"/>
                    <a:pt x="161" y="84"/>
                  </a:cubicBezTo>
                  <a:close/>
                  <a:moveTo>
                    <a:pt x="180" y="1503"/>
                  </a:moveTo>
                  <a:cubicBezTo>
                    <a:pt x="182" y="1513"/>
                    <a:pt x="184" y="1530"/>
                    <a:pt x="184" y="1531"/>
                  </a:cubicBezTo>
                  <a:cubicBezTo>
                    <a:pt x="185" y="1537"/>
                    <a:pt x="186" y="1542"/>
                    <a:pt x="186" y="1545"/>
                  </a:cubicBezTo>
                  <a:cubicBezTo>
                    <a:pt x="185" y="1548"/>
                    <a:pt x="185" y="1548"/>
                    <a:pt x="185" y="1548"/>
                  </a:cubicBezTo>
                  <a:cubicBezTo>
                    <a:pt x="185" y="1553"/>
                    <a:pt x="184" y="1560"/>
                    <a:pt x="183" y="1569"/>
                  </a:cubicBezTo>
                  <a:cubicBezTo>
                    <a:pt x="183" y="1570"/>
                    <a:pt x="183" y="1570"/>
                    <a:pt x="183" y="1570"/>
                  </a:cubicBezTo>
                  <a:cubicBezTo>
                    <a:pt x="180" y="1596"/>
                    <a:pt x="173" y="1632"/>
                    <a:pt x="156" y="1657"/>
                  </a:cubicBezTo>
                  <a:cubicBezTo>
                    <a:pt x="158" y="1643"/>
                    <a:pt x="155" y="1619"/>
                    <a:pt x="151" y="1593"/>
                  </a:cubicBezTo>
                  <a:cubicBezTo>
                    <a:pt x="149" y="1584"/>
                    <a:pt x="148" y="1576"/>
                    <a:pt x="148" y="1573"/>
                  </a:cubicBezTo>
                  <a:cubicBezTo>
                    <a:pt x="148" y="1560"/>
                    <a:pt x="150" y="1546"/>
                    <a:pt x="151" y="1533"/>
                  </a:cubicBezTo>
                  <a:cubicBezTo>
                    <a:pt x="153" y="1514"/>
                    <a:pt x="155" y="1493"/>
                    <a:pt x="152" y="1472"/>
                  </a:cubicBezTo>
                  <a:cubicBezTo>
                    <a:pt x="149" y="1449"/>
                    <a:pt x="143" y="1425"/>
                    <a:pt x="136" y="1403"/>
                  </a:cubicBezTo>
                  <a:cubicBezTo>
                    <a:pt x="128" y="1376"/>
                    <a:pt x="125" y="1351"/>
                    <a:pt x="122" y="1324"/>
                  </a:cubicBezTo>
                  <a:cubicBezTo>
                    <a:pt x="120" y="1310"/>
                    <a:pt x="120" y="1310"/>
                    <a:pt x="120" y="1310"/>
                  </a:cubicBezTo>
                  <a:cubicBezTo>
                    <a:pt x="115" y="1273"/>
                    <a:pt x="107" y="1237"/>
                    <a:pt x="100" y="1202"/>
                  </a:cubicBezTo>
                  <a:cubicBezTo>
                    <a:pt x="90" y="1157"/>
                    <a:pt x="80" y="1110"/>
                    <a:pt x="76" y="1062"/>
                  </a:cubicBezTo>
                  <a:cubicBezTo>
                    <a:pt x="76" y="1061"/>
                    <a:pt x="76" y="1060"/>
                    <a:pt x="76" y="1059"/>
                  </a:cubicBezTo>
                  <a:cubicBezTo>
                    <a:pt x="74" y="1026"/>
                    <a:pt x="74" y="1026"/>
                    <a:pt x="74" y="1026"/>
                  </a:cubicBezTo>
                  <a:cubicBezTo>
                    <a:pt x="73" y="996"/>
                    <a:pt x="71" y="962"/>
                    <a:pt x="64" y="923"/>
                  </a:cubicBezTo>
                  <a:cubicBezTo>
                    <a:pt x="63" y="914"/>
                    <a:pt x="62" y="906"/>
                    <a:pt x="61" y="897"/>
                  </a:cubicBezTo>
                  <a:cubicBezTo>
                    <a:pt x="59" y="884"/>
                    <a:pt x="57" y="871"/>
                    <a:pt x="57" y="850"/>
                  </a:cubicBezTo>
                  <a:cubicBezTo>
                    <a:pt x="57" y="848"/>
                    <a:pt x="57" y="847"/>
                    <a:pt x="57" y="845"/>
                  </a:cubicBezTo>
                  <a:cubicBezTo>
                    <a:pt x="57" y="845"/>
                    <a:pt x="57" y="845"/>
                    <a:pt x="57" y="845"/>
                  </a:cubicBezTo>
                  <a:cubicBezTo>
                    <a:pt x="57" y="833"/>
                    <a:pt x="56" y="824"/>
                    <a:pt x="55" y="813"/>
                  </a:cubicBezTo>
                  <a:cubicBezTo>
                    <a:pt x="53" y="794"/>
                    <a:pt x="52" y="770"/>
                    <a:pt x="53" y="730"/>
                  </a:cubicBezTo>
                  <a:cubicBezTo>
                    <a:pt x="54" y="672"/>
                    <a:pt x="67" y="608"/>
                    <a:pt x="76" y="561"/>
                  </a:cubicBezTo>
                  <a:cubicBezTo>
                    <a:pt x="78" y="551"/>
                    <a:pt x="80" y="542"/>
                    <a:pt x="82" y="534"/>
                  </a:cubicBezTo>
                  <a:cubicBezTo>
                    <a:pt x="81" y="551"/>
                    <a:pt x="80" y="572"/>
                    <a:pt x="81" y="596"/>
                  </a:cubicBezTo>
                  <a:cubicBezTo>
                    <a:pt x="83" y="654"/>
                    <a:pt x="89" y="703"/>
                    <a:pt x="94" y="745"/>
                  </a:cubicBezTo>
                  <a:cubicBezTo>
                    <a:pt x="98" y="774"/>
                    <a:pt x="101" y="799"/>
                    <a:pt x="103" y="822"/>
                  </a:cubicBezTo>
                  <a:cubicBezTo>
                    <a:pt x="102" y="836"/>
                    <a:pt x="111" y="907"/>
                    <a:pt x="117" y="946"/>
                  </a:cubicBezTo>
                  <a:cubicBezTo>
                    <a:pt x="124" y="992"/>
                    <a:pt x="132" y="1038"/>
                    <a:pt x="132" y="1078"/>
                  </a:cubicBezTo>
                  <a:cubicBezTo>
                    <a:pt x="134" y="1144"/>
                    <a:pt x="139" y="1265"/>
                    <a:pt x="150" y="1342"/>
                  </a:cubicBezTo>
                  <a:cubicBezTo>
                    <a:pt x="156" y="1378"/>
                    <a:pt x="163" y="1416"/>
                    <a:pt x="171" y="1449"/>
                  </a:cubicBezTo>
                  <a:cubicBezTo>
                    <a:pt x="175" y="1469"/>
                    <a:pt x="178" y="1488"/>
                    <a:pt x="180" y="1503"/>
                  </a:cubicBezTo>
                  <a:close/>
                  <a:moveTo>
                    <a:pt x="97" y="515"/>
                  </a:moveTo>
                  <a:cubicBezTo>
                    <a:pt x="97" y="515"/>
                    <a:pt x="97" y="515"/>
                    <a:pt x="97" y="515"/>
                  </a:cubicBezTo>
                  <a:cubicBezTo>
                    <a:pt x="98" y="528"/>
                    <a:pt x="98" y="528"/>
                    <a:pt x="98" y="528"/>
                  </a:cubicBezTo>
                  <a:cubicBezTo>
                    <a:pt x="102" y="563"/>
                    <a:pt x="106" y="615"/>
                    <a:pt x="124" y="640"/>
                  </a:cubicBezTo>
                  <a:cubicBezTo>
                    <a:pt x="138" y="660"/>
                    <a:pt x="142" y="697"/>
                    <a:pt x="143" y="734"/>
                  </a:cubicBezTo>
                  <a:cubicBezTo>
                    <a:pt x="143" y="759"/>
                    <a:pt x="144" y="783"/>
                    <a:pt x="148" y="799"/>
                  </a:cubicBezTo>
                  <a:cubicBezTo>
                    <a:pt x="154" y="818"/>
                    <a:pt x="154" y="818"/>
                    <a:pt x="154" y="818"/>
                  </a:cubicBezTo>
                  <a:cubicBezTo>
                    <a:pt x="157" y="830"/>
                    <a:pt x="157" y="830"/>
                    <a:pt x="157" y="830"/>
                  </a:cubicBezTo>
                  <a:cubicBezTo>
                    <a:pt x="157" y="830"/>
                    <a:pt x="158" y="836"/>
                    <a:pt x="158" y="837"/>
                  </a:cubicBezTo>
                  <a:cubicBezTo>
                    <a:pt x="157" y="843"/>
                    <a:pt x="159" y="849"/>
                    <a:pt x="160" y="854"/>
                  </a:cubicBezTo>
                  <a:cubicBezTo>
                    <a:pt x="162" y="864"/>
                    <a:pt x="162" y="864"/>
                    <a:pt x="162" y="864"/>
                  </a:cubicBezTo>
                  <a:cubicBezTo>
                    <a:pt x="163" y="879"/>
                    <a:pt x="162" y="893"/>
                    <a:pt x="157" y="907"/>
                  </a:cubicBezTo>
                  <a:cubicBezTo>
                    <a:pt x="157" y="907"/>
                    <a:pt x="154" y="913"/>
                    <a:pt x="154" y="913"/>
                  </a:cubicBezTo>
                  <a:cubicBezTo>
                    <a:pt x="152" y="917"/>
                    <a:pt x="150" y="922"/>
                    <a:pt x="150" y="927"/>
                  </a:cubicBezTo>
                  <a:cubicBezTo>
                    <a:pt x="149" y="930"/>
                    <a:pt x="150" y="933"/>
                    <a:pt x="150" y="936"/>
                  </a:cubicBezTo>
                  <a:cubicBezTo>
                    <a:pt x="150" y="940"/>
                    <a:pt x="151" y="944"/>
                    <a:pt x="149" y="949"/>
                  </a:cubicBezTo>
                  <a:cubicBezTo>
                    <a:pt x="148" y="950"/>
                    <a:pt x="149" y="951"/>
                    <a:pt x="149" y="951"/>
                  </a:cubicBezTo>
                  <a:cubicBezTo>
                    <a:pt x="150" y="951"/>
                    <a:pt x="151" y="951"/>
                    <a:pt x="151" y="950"/>
                  </a:cubicBezTo>
                  <a:cubicBezTo>
                    <a:pt x="154" y="945"/>
                    <a:pt x="153" y="940"/>
                    <a:pt x="153" y="936"/>
                  </a:cubicBezTo>
                  <a:cubicBezTo>
                    <a:pt x="153" y="933"/>
                    <a:pt x="152" y="930"/>
                    <a:pt x="153" y="927"/>
                  </a:cubicBezTo>
                  <a:cubicBezTo>
                    <a:pt x="153" y="922"/>
                    <a:pt x="155" y="919"/>
                    <a:pt x="157" y="914"/>
                  </a:cubicBezTo>
                  <a:cubicBezTo>
                    <a:pt x="159" y="908"/>
                    <a:pt x="159" y="908"/>
                    <a:pt x="159" y="908"/>
                  </a:cubicBezTo>
                  <a:cubicBezTo>
                    <a:pt x="165" y="894"/>
                    <a:pt x="166" y="879"/>
                    <a:pt x="165" y="864"/>
                  </a:cubicBezTo>
                  <a:cubicBezTo>
                    <a:pt x="163" y="853"/>
                    <a:pt x="163" y="853"/>
                    <a:pt x="163" y="853"/>
                  </a:cubicBezTo>
                  <a:cubicBezTo>
                    <a:pt x="162" y="849"/>
                    <a:pt x="161" y="845"/>
                    <a:pt x="161" y="840"/>
                  </a:cubicBezTo>
                  <a:cubicBezTo>
                    <a:pt x="161" y="840"/>
                    <a:pt x="161" y="840"/>
                    <a:pt x="161" y="841"/>
                  </a:cubicBezTo>
                  <a:cubicBezTo>
                    <a:pt x="172" y="878"/>
                    <a:pt x="183" y="928"/>
                    <a:pt x="170" y="980"/>
                  </a:cubicBezTo>
                  <a:cubicBezTo>
                    <a:pt x="156" y="1039"/>
                    <a:pt x="165" y="1077"/>
                    <a:pt x="174" y="1114"/>
                  </a:cubicBezTo>
                  <a:cubicBezTo>
                    <a:pt x="174" y="1114"/>
                    <a:pt x="174" y="1115"/>
                    <a:pt x="174" y="1115"/>
                  </a:cubicBezTo>
                  <a:cubicBezTo>
                    <a:pt x="174" y="1115"/>
                    <a:pt x="174" y="1116"/>
                    <a:pt x="174" y="1116"/>
                  </a:cubicBezTo>
                  <a:cubicBezTo>
                    <a:pt x="174" y="1122"/>
                    <a:pt x="175" y="1130"/>
                    <a:pt x="175" y="1138"/>
                  </a:cubicBezTo>
                  <a:cubicBezTo>
                    <a:pt x="177" y="1152"/>
                    <a:pt x="178" y="1167"/>
                    <a:pt x="176" y="1175"/>
                  </a:cubicBezTo>
                  <a:cubicBezTo>
                    <a:pt x="173" y="1187"/>
                    <a:pt x="173" y="1187"/>
                    <a:pt x="173" y="1187"/>
                  </a:cubicBezTo>
                  <a:cubicBezTo>
                    <a:pt x="170" y="1196"/>
                    <a:pt x="167" y="1205"/>
                    <a:pt x="167" y="1208"/>
                  </a:cubicBezTo>
                  <a:cubicBezTo>
                    <a:pt x="167" y="1215"/>
                    <a:pt x="164" y="1221"/>
                    <a:pt x="162" y="1227"/>
                  </a:cubicBezTo>
                  <a:cubicBezTo>
                    <a:pt x="160" y="1232"/>
                    <a:pt x="158" y="1238"/>
                    <a:pt x="157" y="1244"/>
                  </a:cubicBezTo>
                  <a:cubicBezTo>
                    <a:pt x="156" y="1248"/>
                    <a:pt x="157" y="1252"/>
                    <a:pt x="157" y="1255"/>
                  </a:cubicBezTo>
                  <a:cubicBezTo>
                    <a:pt x="157" y="1262"/>
                    <a:pt x="157" y="1269"/>
                    <a:pt x="153" y="1277"/>
                  </a:cubicBezTo>
                  <a:cubicBezTo>
                    <a:pt x="152" y="1277"/>
                    <a:pt x="153" y="1278"/>
                    <a:pt x="153" y="1279"/>
                  </a:cubicBezTo>
                  <a:cubicBezTo>
                    <a:pt x="154" y="1279"/>
                    <a:pt x="155" y="1279"/>
                    <a:pt x="155" y="1278"/>
                  </a:cubicBezTo>
                  <a:cubicBezTo>
                    <a:pt x="160" y="1269"/>
                    <a:pt x="160" y="1262"/>
                    <a:pt x="160" y="1255"/>
                  </a:cubicBezTo>
                  <a:cubicBezTo>
                    <a:pt x="160" y="1252"/>
                    <a:pt x="159" y="1248"/>
                    <a:pt x="160" y="1244"/>
                  </a:cubicBezTo>
                  <a:cubicBezTo>
                    <a:pt x="161" y="1239"/>
                    <a:pt x="163" y="1233"/>
                    <a:pt x="165" y="1228"/>
                  </a:cubicBezTo>
                  <a:cubicBezTo>
                    <a:pt x="167" y="1222"/>
                    <a:pt x="170" y="1216"/>
                    <a:pt x="170" y="1208"/>
                  </a:cubicBezTo>
                  <a:cubicBezTo>
                    <a:pt x="170" y="1205"/>
                    <a:pt x="173" y="1196"/>
                    <a:pt x="175" y="1188"/>
                  </a:cubicBezTo>
                  <a:cubicBezTo>
                    <a:pt x="179" y="1176"/>
                    <a:pt x="179" y="1176"/>
                    <a:pt x="179" y="1176"/>
                  </a:cubicBezTo>
                  <a:cubicBezTo>
                    <a:pt x="181" y="1167"/>
                    <a:pt x="180" y="1152"/>
                    <a:pt x="178" y="1138"/>
                  </a:cubicBezTo>
                  <a:cubicBezTo>
                    <a:pt x="178" y="1134"/>
                    <a:pt x="178" y="1131"/>
                    <a:pt x="177" y="1128"/>
                  </a:cubicBezTo>
                  <a:cubicBezTo>
                    <a:pt x="181" y="1142"/>
                    <a:pt x="181" y="1142"/>
                    <a:pt x="181" y="1142"/>
                  </a:cubicBezTo>
                  <a:cubicBezTo>
                    <a:pt x="189" y="1182"/>
                    <a:pt x="189" y="1184"/>
                    <a:pt x="188" y="1209"/>
                  </a:cubicBezTo>
                  <a:cubicBezTo>
                    <a:pt x="187" y="1223"/>
                    <a:pt x="187" y="1223"/>
                    <a:pt x="187" y="1223"/>
                  </a:cubicBezTo>
                  <a:cubicBezTo>
                    <a:pt x="187" y="1239"/>
                    <a:pt x="187" y="1239"/>
                    <a:pt x="187" y="1239"/>
                  </a:cubicBezTo>
                  <a:cubicBezTo>
                    <a:pt x="186" y="1263"/>
                    <a:pt x="182" y="1296"/>
                    <a:pt x="177" y="1328"/>
                  </a:cubicBezTo>
                  <a:cubicBezTo>
                    <a:pt x="174" y="1355"/>
                    <a:pt x="171" y="1380"/>
                    <a:pt x="170" y="1396"/>
                  </a:cubicBezTo>
                  <a:cubicBezTo>
                    <a:pt x="169" y="1407"/>
                    <a:pt x="170" y="1421"/>
                    <a:pt x="172" y="1436"/>
                  </a:cubicBezTo>
                  <a:cubicBezTo>
                    <a:pt x="166" y="1406"/>
                    <a:pt x="159" y="1374"/>
                    <a:pt x="154" y="1342"/>
                  </a:cubicBezTo>
                  <a:cubicBezTo>
                    <a:pt x="143" y="1266"/>
                    <a:pt x="140" y="1144"/>
                    <a:pt x="138" y="1077"/>
                  </a:cubicBezTo>
                  <a:cubicBezTo>
                    <a:pt x="138" y="1038"/>
                    <a:pt x="130" y="991"/>
                    <a:pt x="123" y="946"/>
                  </a:cubicBezTo>
                  <a:cubicBezTo>
                    <a:pt x="117" y="907"/>
                    <a:pt x="111" y="840"/>
                    <a:pt x="111" y="839"/>
                  </a:cubicBezTo>
                  <a:cubicBezTo>
                    <a:pt x="111" y="811"/>
                    <a:pt x="107" y="780"/>
                    <a:pt x="102" y="744"/>
                  </a:cubicBezTo>
                  <a:cubicBezTo>
                    <a:pt x="97" y="702"/>
                    <a:pt x="91" y="653"/>
                    <a:pt x="89" y="596"/>
                  </a:cubicBezTo>
                  <a:cubicBezTo>
                    <a:pt x="86" y="536"/>
                    <a:pt x="89" y="501"/>
                    <a:pt x="92" y="471"/>
                  </a:cubicBezTo>
                  <a:cubicBezTo>
                    <a:pt x="93" y="474"/>
                    <a:pt x="93" y="477"/>
                    <a:pt x="94" y="479"/>
                  </a:cubicBezTo>
                  <a:cubicBezTo>
                    <a:pt x="96" y="490"/>
                    <a:pt x="96" y="514"/>
                    <a:pt x="97" y="515"/>
                  </a:cubicBezTo>
                  <a:close/>
                  <a:moveTo>
                    <a:pt x="203" y="232"/>
                  </a:moveTo>
                  <a:cubicBezTo>
                    <a:pt x="201" y="238"/>
                    <a:pt x="196" y="244"/>
                    <a:pt x="192" y="251"/>
                  </a:cubicBezTo>
                  <a:cubicBezTo>
                    <a:pt x="187" y="259"/>
                    <a:pt x="182" y="267"/>
                    <a:pt x="178" y="275"/>
                  </a:cubicBezTo>
                  <a:cubicBezTo>
                    <a:pt x="179" y="267"/>
                    <a:pt x="180" y="259"/>
                    <a:pt x="181" y="251"/>
                  </a:cubicBezTo>
                  <a:cubicBezTo>
                    <a:pt x="188" y="245"/>
                    <a:pt x="196" y="238"/>
                    <a:pt x="203" y="232"/>
                  </a:cubicBezTo>
                  <a:close/>
                  <a:moveTo>
                    <a:pt x="179" y="246"/>
                  </a:moveTo>
                  <a:cubicBezTo>
                    <a:pt x="179" y="247"/>
                    <a:pt x="178" y="249"/>
                    <a:pt x="178" y="250"/>
                  </a:cubicBezTo>
                  <a:cubicBezTo>
                    <a:pt x="178" y="251"/>
                    <a:pt x="178" y="251"/>
                    <a:pt x="178" y="251"/>
                  </a:cubicBezTo>
                  <a:cubicBezTo>
                    <a:pt x="174" y="255"/>
                    <a:pt x="170" y="259"/>
                    <a:pt x="167" y="263"/>
                  </a:cubicBezTo>
                  <a:cubicBezTo>
                    <a:pt x="170" y="248"/>
                    <a:pt x="174" y="236"/>
                    <a:pt x="184" y="224"/>
                  </a:cubicBezTo>
                  <a:cubicBezTo>
                    <a:pt x="182" y="231"/>
                    <a:pt x="181" y="238"/>
                    <a:pt x="179" y="246"/>
                  </a:cubicBezTo>
                  <a:close/>
                  <a:moveTo>
                    <a:pt x="164" y="274"/>
                  </a:moveTo>
                  <a:cubicBezTo>
                    <a:pt x="165" y="272"/>
                    <a:pt x="165" y="272"/>
                    <a:pt x="165" y="272"/>
                  </a:cubicBezTo>
                  <a:cubicBezTo>
                    <a:pt x="165" y="272"/>
                    <a:pt x="166" y="271"/>
                    <a:pt x="166" y="270"/>
                  </a:cubicBezTo>
                  <a:cubicBezTo>
                    <a:pt x="167" y="269"/>
                    <a:pt x="178" y="257"/>
                    <a:pt x="177" y="258"/>
                  </a:cubicBezTo>
                  <a:cubicBezTo>
                    <a:pt x="176" y="267"/>
                    <a:pt x="175" y="277"/>
                    <a:pt x="174" y="286"/>
                  </a:cubicBezTo>
                  <a:cubicBezTo>
                    <a:pt x="174" y="287"/>
                    <a:pt x="164" y="297"/>
                    <a:pt x="160" y="301"/>
                  </a:cubicBezTo>
                  <a:cubicBezTo>
                    <a:pt x="160" y="301"/>
                    <a:pt x="163" y="282"/>
                    <a:pt x="164" y="274"/>
                  </a:cubicBezTo>
                  <a:close/>
                  <a:moveTo>
                    <a:pt x="154" y="304"/>
                  </a:moveTo>
                  <a:cubicBezTo>
                    <a:pt x="154" y="304"/>
                    <a:pt x="149" y="310"/>
                    <a:pt x="141" y="319"/>
                  </a:cubicBezTo>
                  <a:cubicBezTo>
                    <a:pt x="132" y="329"/>
                    <a:pt x="124" y="341"/>
                    <a:pt x="124" y="341"/>
                  </a:cubicBezTo>
                  <a:cubicBezTo>
                    <a:pt x="135" y="318"/>
                    <a:pt x="145" y="298"/>
                    <a:pt x="158" y="279"/>
                  </a:cubicBezTo>
                  <a:cubicBezTo>
                    <a:pt x="157" y="288"/>
                    <a:pt x="155" y="296"/>
                    <a:pt x="154" y="304"/>
                  </a:cubicBezTo>
                  <a:close/>
                  <a:moveTo>
                    <a:pt x="196" y="209"/>
                  </a:moveTo>
                  <a:cubicBezTo>
                    <a:pt x="192" y="216"/>
                    <a:pt x="189" y="223"/>
                    <a:pt x="185" y="230"/>
                  </a:cubicBezTo>
                  <a:cubicBezTo>
                    <a:pt x="186" y="227"/>
                    <a:pt x="187" y="223"/>
                    <a:pt x="188" y="220"/>
                  </a:cubicBezTo>
                  <a:cubicBezTo>
                    <a:pt x="189" y="217"/>
                    <a:pt x="192" y="214"/>
                    <a:pt x="196" y="209"/>
                  </a:cubicBezTo>
                  <a:close/>
                  <a:moveTo>
                    <a:pt x="185" y="218"/>
                  </a:moveTo>
                  <a:cubicBezTo>
                    <a:pt x="178" y="225"/>
                    <a:pt x="173" y="234"/>
                    <a:pt x="170" y="242"/>
                  </a:cubicBezTo>
                  <a:cubicBezTo>
                    <a:pt x="172" y="226"/>
                    <a:pt x="172" y="226"/>
                    <a:pt x="172" y="226"/>
                  </a:cubicBezTo>
                  <a:cubicBezTo>
                    <a:pt x="173" y="223"/>
                    <a:pt x="173" y="217"/>
                    <a:pt x="174" y="211"/>
                  </a:cubicBezTo>
                  <a:cubicBezTo>
                    <a:pt x="174" y="211"/>
                    <a:pt x="174" y="211"/>
                    <a:pt x="174" y="211"/>
                  </a:cubicBezTo>
                  <a:cubicBezTo>
                    <a:pt x="175" y="209"/>
                    <a:pt x="175" y="209"/>
                    <a:pt x="175" y="209"/>
                  </a:cubicBezTo>
                  <a:cubicBezTo>
                    <a:pt x="179" y="199"/>
                    <a:pt x="185" y="186"/>
                    <a:pt x="197" y="177"/>
                  </a:cubicBezTo>
                  <a:cubicBezTo>
                    <a:pt x="194" y="185"/>
                    <a:pt x="189" y="200"/>
                    <a:pt x="185" y="218"/>
                  </a:cubicBezTo>
                  <a:close/>
                  <a:moveTo>
                    <a:pt x="181" y="179"/>
                  </a:moveTo>
                  <a:cubicBezTo>
                    <a:pt x="186" y="176"/>
                    <a:pt x="191" y="175"/>
                    <a:pt x="195" y="174"/>
                  </a:cubicBezTo>
                  <a:cubicBezTo>
                    <a:pt x="185" y="182"/>
                    <a:pt x="179" y="193"/>
                    <a:pt x="175" y="202"/>
                  </a:cubicBezTo>
                  <a:cubicBezTo>
                    <a:pt x="176" y="195"/>
                    <a:pt x="176" y="188"/>
                    <a:pt x="178" y="181"/>
                  </a:cubicBezTo>
                  <a:cubicBezTo>
                    <a:pt x="179" y="180"/>
                    <a:pt x="180" y="179"/>
                    <a:pt x="181" y="179"/>
                  </a:cubicBezTo>
                  <a:close/>
                  <a:moveTo>
                    <a:pt x="188" y="138"/>
                  </a:moveTo>
                  <a:cubicBezTo>
                    <a:pt x="188" y="138"/>
                    <a:pt x="193" y="136"/>
                    <a:pt x="195" y="135"/>
                  </a:cubicBezTo>
                  <a:cubicBezTo>
                    <a:pt x="190" y="140"/>
                    <a:pt x="186" y="147"/>
                    <a:pt x="182" y="153"/>
                  </a:cubicBezTo>
                  <a:cubicBezTo>
                    <a:pt x="183" y="148"/>
                    <a:pt x="184" y="143"/>
                    <a:pt x="185" y="139"/>
                  </a:cubicBezTo>
                  <a:lnTo>
                    <a:pt x="188" y="138"/>
                  </a:lnTo>
                  <a:close/>
                  <a:moveTo>
                    <a:pt x="167" y="124"/>
                  </a:moveTo>
                  <a:cubicBezTo>
                    <a:pt x="178" y="115"/>
                    <a:pt x="187" y="107"/>
                    <a:pt x="195" y="102"/>
                  </a:cubicBezTo>
                  <a:cubicBezTo>
                    <a:pt x="190" y="110"/>
                    <a:pt x="186" y="123"/>
                    <a:pt x="183" y="137"/>
                  </a:cubicBezTo>
                  <a:cubicBezTo>
                    <a:pt x="175" y="140"/>
                    <a:pt x="157" y="147"/>
                    <a:pt x="157" y="147"/>
                  </a:cubicBezTo>
                  <a:cubicBezTo>
                    <a:pt x="156" y="148"/>
                    <a:pt x="156" y="148"/>
                    <a:pt x="156" y="148"/>
                  </a:cubicBezTo>
                  <a:cubicBezTo>
                    <a:pt x="160" y="137"/>
                    <a:pt x="164" y="128"/>
                    <a:pt x="167" y="124"/>
                  </a:cubicBezTo>
                  <a:close/>
                  <a:moveTo>
                    <a:pt x="112" y="175"/>
                  </a:moveTo>
                  <a:cubicBezTo>
                    <a:pt x="110" y="177"/>
                    <a:pt x="107" y="180"/>
                    <a:pt x="106" y="183"/>
                  </a:cubicBezTo>
                  <a:cubicBezTo>
                    <a:pt x="105" y="183"/>
                    <a:pt x="105" y="184"/>
                    <a:pt x="105" y="184"/>
                  </a:cubicBezTo>
                  <a:cubicBezTo>
                    <a:pt x="105" y="184"/>
                    <a:pt x="105" y="184"/>
                    <a:pt x="105" y="185"/>
                  </a:cubicBezTo>
                  <a:cubicBezTo>
                    <a:pt x="106" y="180"/>
                    <a:pt x="108" y="176"/>
                    <a:pt x="109" y="171"/>
                  </a:cubicBezTo>
                  <a:cubicBezTo>
                    <a:pt x="111" y="163"/>
                    <a:pt x="113" y="155"/>
                    <a:pt x="117" y="148"/>
                  </a:cubicBezTo>
                  <a:cubicBezTo>
                    <a:pt x="123" y="138"/>
                    <a:pt x="130" y="131"/>
                    <a:pt x="138" y="123"/>
                  </a:cubicBezTo>
                  <a:cubicBezTo>
                    <a:pt x="141" y="120"/>
                    <a:pt x="141" y="120"/>
                    <a:pt x="141" y="120"/>
                  </a:cubicBezTo>
                  <a:cubicBezTo>
                    <a:pt x="141" y="121"/>
                    <a:pt x="141" y="121"/>
                    <a:pt x="140" y="122"/>
                  </a:cubicBezTo>
                  <a:cubicBezTo>
                    <a:pt x="135" y="131"/>
                    <a:pt x="130" y="141"/>
                    <a:pt x="134" y="151"/>
                  </a:cubicBezTo>
                  <a:cubicBezTo>
                    <a:pt x="126" y="158"/>
                    <a:pt x="119" y="166"/>
                    <a:pt x="112" y="175"/>
                  </a:cubicBezTo>
                  <a:close/>
                  <a:moveTo>
                    <a:pt x="148" y="151"/>
                  </a:moveTo>
                  <a:cubicBezTo>
                    <a:pt x="142" y="155"/>
                    <a:pt x="133" y="160"/>
                    <a:pt x="124" y="165"/>
                  </a:cubicBezTo>
                  <a:cubicBezTo>
                    <a:pt x="136" y="152"/>
                    <a:pt x="149" y="140"/>
                    <a:pt x="160" y="129"/>
                  </a:cubicBezTo>
                  <a:cubicBezTo>
                    <a:pt x="158" y="135"/>
                    <a:pt x="155" y="142"/>
                    <a:pt x="153" y="149"/>
                  </a:cubicBezTo>
                  <a:lnTo>
                    <a:pt x="148" y="151"/>
                  </a:lnTo>
                  <a:close/>
                  <a:moveTo>
                    <a:pt x="137" y="214"/>
                  </a:moveTo>
                  <a:cubicBezTo>
                    <a:pt x="143" y="194"/>
                    <a:pt x="150" y="169"/>
                    <a:pt x="157" y="150"/>
                  </a:cubicBezTo>
                  <a:cubicBezTo>
                    <a:pt x="160" y="149"/>
                    <a:pt x="160" y="149"/>
                    <a:pt x="160" y="149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0" y="149"/>
                    <a:pt x="178" y="158"/>
                    <a:pt x="177" y="167"/>
                  </a:cubicBezTo>
                  <a:cubicBezTo>
                    <a:pt x="176" y="169"/>
                    <a:pt x="176" y="171"/>
                    <a:pt x="175" y="173"/>
                  </a:cubicBezTo>
                  <a:cubicBezTo>
                    <a:pt x="175" y="173"/>
                    <a:pt x="175" y="173"/>
                    <a:pt x="176" y="174"/>
                  </a:cubicBezTo>
                  <a:cubicBezTo>
                    <a:pt x="175" y="176"/>
                    <a:pt x="175" y="177"/>
                    <a:pt x="175" y="179"/>
                  </a:cubicBezTo>
                  <a:cubicBezTo>
                    <a:pt x="173" y="180"/>
                    <a:pt x="172" y="181"/>
                    <a:pt x="172" y="182"/>
                  </a:cubicBezTo>
                  <a:cubicBezTo>
                    <a:pt x="160" y="189"/>
                    <a:pt x="144" y="208"/>
                    <a:pt x="135" y="221"/>
                  </a:cubicBezTo>
                  <a:lnTo>
                    <a:pt x="137" y="214"/>
                  </a:lnTo>
                  <a:close/>
                  <a:moveTo>
                    <a:pt x="135" y="234"/>
                  </a:moveTo>
                  <a:cubicBezTo>
                    <a:pt x="135" y="232"/>
                    <a:pt x="160" y="193"/>
                    <a:pt x="174" y="184"/>
                  </a:cubicBezTo>
                  <a:cubicBezTo>
                    <a:pt x="174" y="184"/>
                    <a:pt x="174" y="184"/>
                    <a:pt x="174" y="184"/>
                  </a:cubicBezTo>
                  <a:cubicBezTo>
                    <a:pt x="171" y="207"/>
                    <a:pt x="160" y="264"/>
                    <a:pt x="160" y="266"/>
                  </a:cubicBezTo>
                  <a:cubicBezTo>
                    <a:pt x="138" y="295"/>
                    <a:pt x="115" y="335"/>
                    <a:pt x="101" y="373"/>
                  </a:cubicBezTo>
                  <a:cubicBezTo>
                    <a:pt x="106" y="330"/>
                    <a:pt x="115" y="278"/>
                    <a:pt x="135" y="234"/>
                  </a:cubicBezTo>
                  <a:close/>
                  <a:moveTo>
                    <a:pt x="149" y="349"/>
                  </a:moveTo>
                  <a:cubicBezTo>
                    <a:pt x="129" y="372"/>
                    <a:pt x="110" y="393"/>
                    <a:pt x="98" y="420"/>
                  </a:cubicBezTo>
                  <a:cubicBezTo>
                    <a:pt x="98" y="418"/>
                    <a:pt x="98" y="417"/>
                    <a:pt x="98" y="415"/>
                  </a:cubicBezTo>
                  <a:cubicBezTo>
                    <a:pt x="101" y="399"/>
                    <a:pt x="107" y="381"/>
                    <a:pt x="114" y="362"/>
                  </a:cubicBezTo>
                  <a:cubicBezTo>
                    <a:pt x="126" y="342"/>
                    <a:pt x="139" y="327"/>
                    <a:pt x="154" y="311"/>
                  </a:cubicBezTo>
                  <a:cubicBezTo>
                    <a:pt x="152" y="325"/>
                    <a:pt x="150" y="338"/>
                    <a:pt x="149" y="349"/>
                  </a:cubicBezTo>
                  <a:close/>
                  <a:moveTo>
                    <a:pt x="191" y="284"/>
                  </a:moveTo>
                  <a:cubicBezTo>
                    <a:pt x="188" y="289"/>
                    <a:pt x="185" y="293"/>
                    <a:pt x="182" y="300"/>
                  </a:cubicBezTo>
                  <a:cubicBezTo>
                    <a:pt x="179" y="307"/>
                    <a:pt x="179" y="307"/>
                    <a:pt x="179" y="307"/>
                  </a:cubicBezTo>
                  <a:cubicBezTo>
                    <a:pt x="177" y="312"/>
                    <a:pt x="177" y="315"/>
                    <a:pt x="173" y="320"/>
                  </a:cubicBezTo>
                  <a:cubicBezTo>
                    <a:pt x="173" y="320"/>
                    <a:pt x="173" y="321"/>
                    <a:pt x="173" y="321"/>
                  </a:cubicBezTo>
                  <a:cubicBezTo>
                    <a:pt x="167" y="328"/>
                    <a:pt x="162" y="334"/>
                    <a:pt x="156" y="341"/>
                  </a:cubicBezTo>
                  <a:cubicBezTo>
                    <a:pt x="157" y="330"/>
                    <a:pt x="158" y="319"/>
                    <a:pt x="160" y="305"/>
                  </a:cubicBezTo>
                  <a:cubicBezTo>
                    <a:pt x="166" y="300"/>
                    <a:pt x="170" y="295"/>
                    <a:pt x="176" y="290"/>
                  </a:cubicBezTo>
                  <a:cubicBezTo>
                    <a:pt x="176" y="290"/>
                    <a:pt x="176" y="290"/>
                    <a:pt x="176" y="290"/>
                  </a:cubicBezTo>
                  <a:cubicBezTo>
                    <a:pt x="176" y="290"/>
                    <a:pt x="177" y="290"/>
                    <a:pt x="177" y="290"/>
                  </a:cubicBezTo>
                  <a:cubicBezTo>
                    <a:pt x="177" y="290"/>
                    <a:pt x="177" y="290"/>
                    <a:pt x="177" y="290"/>
                  </a:cubicBezTo>
                  <a:cubicBezTo>
                    <a:pt x="178" y="290"/>
                    <a:pt x="178" y="289"/>
                    <a:pt x="178" y="288"/>
                  </a:cubicBezTo>
                  <a:cubicBezTo>
                    <a:pt x="178" y="288"/>
                    <a:pt x="178" y="288"/>
                    <a:pt x="178" y="288"/>
                  </a:cubicBezTo>
                  <a:cubicBezTo>
                    <a:pt x="180" y="287"/>
                    <a:pt x="180" y="287"/>
                    <a:pt x="180" y="287"/>
                  </a:cubicBezTo>
                  <a:cubicBezTo>
                    <a:pt x="186" y="282"/>
                    <a:pt x="191" y="279"/>
                    <a:pt x="198" y="271"/>
                  </a:cubicBezTo>
                  <a:cubicBezTo>
                    <a:pt x="196" y="277"/>
                    <a:pt x="194" y="280"/>
                    <a:pt x="191" y="284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8" name="Freeform 538">
              <a:extLst>
                <a:ext uri="{FF2B5EF4-FFF2-40B4-BE49-F238E27FC236}">
                  <a16:creationId xmlns:a16="http://schemas.microsoft.com/office/drawing/2014/main" id="{4836D473-DE72-4B45-846E-6AF1CB677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1032"/>
              <a:ext cx="45" cy="17"/>
            </a:xfrm>
            <a:custGeom>
              <a:avLst/>
              <a:gdLst>
                <a:gd name="T0" fmla="*/ 77 w 34"/>
                <a:gd name="T1" fmla="*/ 0 h 13"/>
                <a:gd name="T2" fmla="*/ 44 w 34"/>
                <a:gd name="T3" fmla="*/ 9 h 13"/>
                <a:gd name="T4" fmla="*/ 5 w 34"/>
                <a:gd name="T5" fmla="*/ 17 h 13"/>
                <a:gd name="T6" fmla="*/ 1 w 34"/>
                <a:gd name="T7" fmla="*/ 21 h 13"/>
                <a:gd name="T8" fmla="*/ 5 w 34"/>
                <a:gd name="T9" fmla="*/ 24 h 13"/>
                <a:gd name="T10" fmla="*/ 49 w 34"/>
                <a:gd name="T11" fmla="*/ 16 h 13"/>
                <a:gd name="T12" fmla="*/ 77 w 34"/>
                <a:gd name="T13" fmla="*/ 7 h 13"/>
                <a:gd name="T14" fmla="*/ 79 w 34"/>
                <a:gd name="T15" fmla="*/ 1 h 13"/>
                <a:gd name="T16" fmla="*/ 77 w 34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3">
                  <a:moveTo>
                    <a:pt x="33" y="0"/>
                  </a:moveTo>
                  <a:cubicBezTo>
                    <a:pt x="27" y="0"/>
                    <a:pt x="23" y="2"/>
                    <a:pt x="19" y="4"/>
                  </a:cubicBezTo>
                  <a:cubicBezTo>
                    <a:pt x="14" y="7"/>
                    <a:pt x="9" y="10"/>
                    <a:pt x="2" y="8"/>
                  </a:cubicBezTo>
                  <a:cubicBezTo>
                    <a:pt x="2" y="7"/>
                    <a:pt x="1" y="8"/>
                    <a:pt x="1" y="9"/>
                  </a:cubicBezTo>
                  <a:cubicBezTo>
                    <a:pt x="0" y="10"/>
                    <a:pt x="1" y="10"/>
                    <a:pt x="2" y="11"/>
                  </a:cubicBezTo>
                  <a:cubicBezTo>
                    <a:pt x="10" y="13"/>
                    <a:pt x="15" y="10"/>
                    <a:pt x="21" y="7"/>
                  </a:cubicBezTo>
                  <a:cubicBezTo>
                    <a:pt x="25" y="5"/>
                    <a:pt x="28" y="3"/>
                    <a:pt x="33" y="3"/>
                  </a:cubicBezTo>
                  <a:cubicBezTo>
                    <a:pt x="34" y="3"/>
                    <a:pt x="34" y="2"/>
                    <a:pt x="34" y="1"/>
                  </a:cubicBezTo>
                  <a:cubicBezTo>
                    <a:pt x="34" y="0"/>
                    <a:pt x="34" y="0"/>
                    <a:pt x="33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9" name="Freeform 539">
              <a:extLst>
                <a:ext uri="{FF2B5EF4-FFF2-40B4-BE49-F238E27FC236}">
                  <a16:creationId xmlns:a16="http://schemas.microsoft.com/office/drawing/2014/main" id="{2A6E5033-1EFE-41BE-AEFC-41E36B3A4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1549"/>
              <a:ext cx="280" cy="222"/>
            </a:xfrm>
            <a:custGeom>
              <a:avLst/>
              <a:gdLst>
                <a:gd name="T0" fmla="*/ 7 w 210"/>
                <a:gd name="T1" fmla="*/ 1 h 167"/>
                <a:gd name="T2" fmla="*/ 244 w 210"/>
                <a:gd name="T3" fmla="*/ 98 h 167"/>
                <a:gd name="T4" fmla="*/ 496 w 210"/>
                <a:gd name="T5" fmla="*/ 286 h 167"/>
                <a:gd name="T6" fmla="*/ 471 w 210"/>
                <a:gd name="T7" fmla="*/ 350 h 167"/>
                <a:gd name="T8" fmla="*/ 347 w 210"/>
                <a:gd name="T9" fmla="*/ 391 h 167"/>
                <a:gd name="T10" fmla="*/ 343 w 210"/>
                <a:gd name="T11" fmla="*/ 386 h 167"/>
                <a:gd name="T12" fmla="*/ 347 w 210"/>
                <a:gd name="T13" fmla="*/ 383 h 167"/>
                <a:gd name="T14" fmla="*/ 468 w 210"/>
                <a:gd name="T15" fmla="*/ 344 h 167"/>
                <a:gd name="T16" fmla="*/ 489 w 210"/>
                <a:gd name="T17" fmla="*/ 286 h 167"/>
                <a:gd name="T18" fmla="*/ 241 w 210"/>
                <a:gd name="T19" fmla="*/ 106 h 167"/>
                <a:gd name="T20" fmla="*/ 1 w 210"/>
                <a:gd name="T21" fmla="*/ 7 h 167"/>
                <a:gd name="T22" fmla="*/ 1 w 210"/>
                <a:gd name="T23" fmla="*/ 1 h 167"/>
                <a:gd name="T24" fmla="*/ 7 w 210"/>
                <a:gd name="T25" fmla="*/ 1 h 1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0" h="167">
                  <a:moveTo>
                    <a:pt x="3" y="1"/>
                  </a:moveTo>
                  <a:cubicBezTo>
                    <a:pt x="19" y="20"/>
                    <a:pt x="60" y="30"/>
                    <a:pt x="103" y="42"/>
                  </a:cubicBezTo>
                  <a:cubicBezTo>
                    <a:pt x="172" y="60"/>
                    <a:pt x="208" y="87"/>
                    <a:pt x="209" y="122"/>
                  </a:cubicBezTo>
                  <a:cubicBezTo>
                    <a:pt x="210" y="133"/>
                    <a:pt x="206" y="142"/>
                    <a:pt x="199" y="149"/>
                  </a:cubicBezTo>
                  <a:cubicBezTo>
                    <a:pt x="182" y="167"/>
                    <a:pt x="148" y="166"/>
                    <a:pt x="146" y="166"/>
                  </a:cubicBezTo>
                  <a:cubicBezTo>
                    <a:pt x="146" y="166"/>
                    <a:pt x="145" y="165"/>
                    <a:pt x="145" y="164"/>
                  </a:cubicBezTo>
                  <a:cubicBezTo>
                    <a:pt x="145" y="164"/>
                    <a:pt x="146" y="163"/>
                    <a:pt x="146" y="163"/>
                  </a:cubicBezTo>
                  <a:cubicBezTo>
                    <a:pt x="147" y="163"/>
                    <a:pt x="180" y="164"/>
                    <a:pt x="197" y="147"/>
                  </a:cubicBezTo>
                  <a:cubicBezTo>
                    <a:pt x="203" y="140"/>
                    <a:pt x="207" y="132"/>
                    <a:pt x="206" y="122"/>
                  </a:cubicBezTo>
                  <a:cubicBezTo>
                    <a:pt x="205" y="89"/>
                    <a:pt x="170" y="63"/>
                    <a:pt x="102" y="45"/>
                  </a:cubicBezTo>
                  <a:cubicBezTo>
                    <a:pt x="59" y="33"/>
                    <a:pt x="17" y="22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0" name="Freeform 540">
              <a:extLst>
                <a:ext uri="{FF2B5EF4-FFF2-40B4-BE49-F238E27FC236}">
                  <a16:creationId xmlns:a16="http://schemas.microsoft.com/office/drawing/2014/main" id="{F8EE0EA4-52DD-4E48-83AC-5A6CB63C3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606"/>
              <a:ext cx="269" cy="216"/>
            </a:xfrm>
            <a:custGeom>
              <a:avLst/>
              <a:gdLst>
                <a:gd name="T0" fmla="*/ 7 w 202"/>
                <a:gd name="T1" fmla="*/ 1 h 162"/>
                <a:gd name="T2" fmla="*/ 241 w 202"/>
                <a:gd name="T3" fmla="*/ 97 h 162"/>
                <a:gd name="T4" fmla="*/ 477 w 202"/>
                <a:gd name="T5" fmla="*/ 277 h 162"/>
                <a:gd name="T6" fmla="*/ 454 w 202"/>
                <a:gd name="T7" fmla="*/ 341 h 162"/>
                <a:gd name="T8" fmla="*/ 321 w 202"/>
                <a:gd name="T9" fmla="*/ 379 h 162"/>
                <a:gd name="T10" fmla="*/ 320 w 202"/>
                <a:gd name="T11" fmla="*/ 377 h 162"/>
                <a:gd name="T12" fmla="*/ 321 w 202"/>
                <a:gd name="T13" fmla="*/ 372 h 162"/>
                <a:gd name="T14" fmla="*/ 449 w 202"/>
                <a:gd name="T15" fmla="*/ 336 h 162"/>
                <a:gd name="T16" fmla="*/ 470 w 202"/>
                <a:gd name="T17" fmla="*/ 279 h 162"/>
                <a:gd name="T18" fmla="*/ 240 w 202"/>
                <a:gd name="T19" fmla="*/ 105 h 162"/>
                <a:gd name="T20" fmla="*/ 1 w 202"/>
                <a:gd name="T21" fmla="*/ 5 h 162"/>
                <a:gd name="T22" fmla="*/ 1 w 202"/>
                <a:gd name="T23" fmla="*/ 0 h 162"/>
                <a:gd name="T24" fmla="*/ 7 w 202"/>
                <a:gd name="T25" fmla="*/ 1 h 1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2" h="162">
                  <a:moveTo>
                    <a:pt x="3" y="1"/>
                  </a:moveTo>
                  <a:cubicBezTo>
                    <a:pt x="19" y="19"/>
                    <a:pt x="59" y="30"/>
                    <a:pt x="102" y="41"/>
                  </a:cubicBezTo>
                  <a:cubicBezTo>
                    <a:pt x="150" y="54"/>
                    <a:pt x="200" y="73"/>
                    <a:pt x="202" y="117"/>
                  </a:cubicBezTo>
                  <a:cubicBezTo>
                    <a:pt x="202" y="128"/>
                    <a:pt x="199" y="137"/>
                    <a:pt x="192" y="144"/>
                  </a:cubicBezTo>
                  <a:cubicBezTo>
                    <a:pt x="173" y="162"/>
                    <a:pt x="138" y="160"/>
                    <a:pt x="136" y="160"/>
                  </a:cubicBezTo>
                  <a:cubicBezTo>
                    <a:pt x="135" y="160"/>
                    <a:pt x="135" y="160"/>
                    <a:pt x="135" y="159"/>
                  </a:cubicBezTo>
                  <a:cubicBezTo>
                    <a:pt x="135" y="158"/>
                    <a:pt x="135" y="157"/>
                    <a:pt x="136" y="157"/>
                  </a:cubicBezTo>
                  <a:cubicBezTo>
                    <a:pt x="137" y="157"/>
                    <a:pt x="172" y="159"/>
                    <a:pt x="190" y="142"/>
                  </a:cubicBezTo>
                  <a:cubicBezTo>
                    <a:pt x="196" y="135"/>
                    <a:pt x="199" y="127"/>
                    <a:pt x="199" y="118"/>
                  </a:cubicBezTo>
                  <a:cubicBezTo>
                    <a:pt x="197" y="75"/>
                    <a:pt x="149" y="57"/>
                    <a:pt x="101" y="44"/>
                  </a:cubicBezTo>
                  <a:cubicBezTo>
                    <a:pt x="58" y="33"/>
                    <a:pt x="18" y="22"/>
                    <a:pt x="1" y="2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1" name="Freeform 541">
              <a:extLst>
                <a:ext uri="{FF2B5EF4-FFF2-40B4-BE49-F238E27FC236}">
                  <a16:creationId xmlns:a16="http://schemas.microsoft.com/office/drawing/2014/main" id="{6BDFA677-B3BA-4D2B-96F1-B3C25E9D5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659"/>
              <a:ext cx="254" cy="213"/>
            </a:xfrm>
            <a:custGeom>
              <a:avLst/>
              <a:gdLst>
                <a:gd name="T0" fmla="*/ 7 w 190"/>
                <a:gd name="T1" fmla="*/ 1 h 160"/>
                <a:gd name="T2" fmla="*/ 234 w 190"/>
                <a:gd name="T3" fmla="*/ 97 h 160"/>
                <a:gd name="T4" fmla="*/ 455 w 190"/>
                <a:gd name="T5" fmla="*/ 277 h 160"/>
                <a:gd name="T6" fmla="*/ 430 w 190"/>
                <a:gd name="T7" fmla="*/ 341 h 160"/>
                <a:gd name="T8" fmla="*/ 298 w 190"/>
                <a:gd name="T9" fmla="*/ 373 h 160"/>
                <a:gd name="T10" fmla="*/ 297 w 190"/>
                <a:gd name="T11" fmla="*/ 369 h 160"/>
                <a:gd name="T12" fmla="*/ 301 w 190"/>
                <a:gd name="T13" fmla="*/ 365 h 160"/>
                <a:gd name="T14" fmla="*/ 424 w 190"/>
                <a:gd name="T15" fmla="*/ 333 h 160"/>
                <a:gd name="T16" fmla="*/ 447 w 190"/>
                <a:gd name="T17" fmla="*/ 278 h 160"/>
                <a:gd name="T18" fmla="*/ 233 w 190"/>
                <a:gd name="T19" fmla="*/ 105 h 160"/>
                <a:gd name="T20" fmla="*/ 0 w 190"/>
                <a:gd name="T21" fmla="*/ 5 h 160"/>
                <a:gd name="T22" fmla="*/ 0 w 190"/>
                <a:gd name="T23" fmla="*/ 0 h 160"/>
                <a:gd name="T24" fmla="*/ 7 w 190"/>
                <a:gd name="T25" fmla="*/ 1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160">
                  <a:moveTo>
                    <a:pt x="3" y="1"/>
                  </a:moveTo>
                  <a:cubicBezTo>
                    <a:pt x="19" y="19"/>
                    <a:pt x="55" y="30"/>
                    <a:pt x="98" y="41"/>
                  </a:cubicBezTo>
                  <a:cubicBezTo>
                    <a:pt x="140" y="52"/>
                    <a:pt x="188" y="71"/>
                    <a:pt x="190" y="117"/>
                  </a:cubicBezTo>
                  <a:cubicBezTo>
                    <a:pt x="190" y="128"/>
                    <a:pt x="187" y="137"/>
                    <a:pt x="180" y="144"/>
                  </a:cubicBezTo>
                  <a:cubicBezTo>
                    <a:pt x="162" y="160"/>
                    <a:pt x="127" y="158"/>
                    <a:pt x="125" y="158"/>
                  </a:cubicBezTo>
                  <a:cubicBezTo>
                    <a:pt x="125" y="158"/>
                    <a:pt x="124" y="157"/>
                    <a:pt x="124" y="156"/>
                  </a:cubicBezTo>
                  <a:cubicBezTo>
                    <a:pt x="124" y="155"/>
                    <a:pt x="125" y="155"/>
                    <a:pt x="126" y="155"/>
                  </a:cubicBezTo>
                  <a:cubicBezTo>
                    <a:pt x="126" y="155"/>
                    <a:pt x="161" y="157"/>
                    <a:pt x="177" y="141"/>
                  </a:cubicBezTo>
                  <a:cubicBezTo>
                    <a:pt x="184" y="135"/>
                    <a:pt x="187" y="127"/>
                    <a:pt x="187" y="118"/>
                  </a:cubicBezTo>
                  <a:cubicBezTo>
                    <a:pt x="185" y="74"/>
                    <a:pt x="141" y="56"/>
                    <a:pt x="97" y="44"/>
                  </a:cubicBezTo>
                  <a:cubicBezTo>
                    <a:pt x="54" y="33"/>
                    <a:pt x="17" y="2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2" name="Freeform 542">
              <a:extLst>
                <a:ext uri="{FF2B5EF4-FFF2-40B4-BE49-F238E27FC236}">
                  <a16:creationId xmlns:a16="http://schemas.microsoft.com/office/drawing/2014/main" id="{B4A53038-BE1E-4429-AB42-7EA4E0DF7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713"/>
              <a:ext cx="244" cy="178"/>
            </a:xfrm>
            <a:custGeom>
              <a:avLst/>
              <a:gdLst>
                <a:gd name="T0" fmla="*/ 7 w 183"/>
                <a:gd name="T1" fmla="*/ 1 h 134"/>
                <a:gd name="T2" fmla="*/ 233 w 183"/>
                <a:gd name="T3" fmla="*/ 96 h 134"/>
                <a:gd name="T4" fmla="*/ 433 w 183"/>
                <a:gd name="T5" fmla="*/ 242 h 134"/>
                <a:gd name="T6" fmla="*/ 385 w 183"/>
                <a:gd name="T7" fmla="*/ 313 h 134"/>
                <a:gd name="T8" fmla="*/ 383 w 183"/>
                <a:gd name="T9" fmla="*/ 308 h 134"/>
                <a:gd name="T10" fmla="*/ 385 w 183"/>
                <a:gd name="T11" fmla="*/ 307 h 134"/>
                <a:gd name="T12" fmla="*/ 427 w 183"/>
                <a:gd name="T13" fmla="*/ 242 h 134"/>
                <a:gd name="T14" fmla="*/ 229 w 183"/>
                <a:gd name="T15" fmla="*/ 102 h 134"/>
                <a:gd name="T16" fmla="*/ 0 w 183"/>
                <a:gd name="T17" fmla="*/ 5 h 134"/>
                <a:gd name="T18" fmla="*/ 0 w 183"/>
                <a:gd name="T19" fmla="*/ 0 h 134"/>
                <a:gd name="T20" fmla="*/ 7 w 183"/>
                <a:gd name="T21" fmla="*/ 1 h 1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3" h="134">
                  <a:moveTo>
                    <a:pt x="3" y="1"/>
                  </a:moveTo>
                  <a:cubicBezTo>
                    <a:pt x="19" y="19"/>
                    <a:pt x="55" y="30"/>
                    <a:pt x="98" y="41"/>
                  </a:cubicBezTo>
                  <a:cubicBezTo>
                    <a:pt x="137" y="52"/>
                    <a:pt x="183" y="74"/>
                    <a:pt x="183" y="103"/>
                  </a:cubicBezTo>
                  <a:cubicBezTo>
                    <a:pt x="183" y="130"/>
                    <a:pt x="163" y="134"/>
                    <a:pt x="163" y="134"/>
                  </a:cubicBezTo>
                  <a:cubicBezTo>
                    <a:pt x="162" y="134"/>
                    <a:pt x="161" y="133"/>
                    <a:pt x="161" y="132"/>
                  </a:cubicBezTo>
                  <a:cubicBezTo>
                    <a:pt x="161" y="132"/>
                    <a:pt x="162" y="131"/>
                    <a:pt x="163" y="131"/>
                  </a:cubicBezTo>
                  <a:cubicBezTo>
                    <a:pt x="163" y="131"/>
                    <a:pt x="180" y="128"/>
                    <a:pt x="180" y="103"/>
                  </a:cubicBezTo>
                  <a:cubicBezTo>
                    <a:pt x="180" y="77"/>
                    <a:pt x="138" y="55"/>
                    <a:pt x="97" y="44"/>
                  </a:cubicBezTo>
                  <a:cubicBezTo>
                    <a:pt x="54" y="33"/>
                    <a:pt x="17" y="2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3" name="Freeform 543">
              <a:extLst>
                <a:ext uri="{FF2B5EF4-FFF2-40B4-BE49-F238E27FC236}">
                  <a16:creationId xmlns:a16="http://schemas.microsoft.com/office/drawing/2014/main" id="{F332B696-CDC2-4DFF-8320-19D01220A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493"/>
              <a:ext cx="285" cy="217"/>
            </a:xfrm>
            <a:custGeom>
              <a:avLst/>
              <a:gdLst>
                <a:gd name="T0" fmla="*/ 7 w 213"/>
                <a:gd name="T1" fmla="*/ 1 h 163"/>
                <a:gd name="T2" fmla="*/ 185 w 213"/>
                <a:gd name="T3" fmla="*/ 76 h 163"/>
                <a:gd name="T4" fmla="*/ 254 w 213"/>
                <a:gd name="T5" fmla="*/ 91 h 163"/>
                <a:gd name="T6" fmla="*/ 508 w 213"/>
                <a:gd name="T7" fmla="*/ 278 h 163"/>
                <a:gd name="T8" fmla="*/ 483 w 213"/>
                <a:gd name="T9" fmla="*/ 342 h 163"/>
                <a:gd name="T10" fmla="*/ 356 w 213"/>
                <a:gd name="T11" fmla="*/ 385 h 163"/>
                <a:gd name="T12" fmla="*/ 355 w 213"/>
                <a:gd name="T13" fmla="*/ 379 h 163"/>
                <a:gd name="T14" fmla="*/ 356 w 213"/>
                <a:gd name="T15" fmla="*/ 378 h 163"/>
                <a:gd name="T16" fmla="*/ 480 w 213"/>
                <a:gd name="T17" fmla="*/ 337 h 163"/>
                <a:gd name="T18" fmla="*/ 502 w 213"/>
                <a:gd name="T19" fmla="*/ 280 h 163"/>
                <a:gd name="T20" fmla="*/ 250 w 213"/>
                <a:gd name="T21" fmla="*/ 97 h 163"/>
                <a:gd name="T22" fmla="*/ 182 w 213"/>
                <a:gd name="T23" fmla="*/ 84 h 163"/>
                <a:gd name="T24" fmla="*/ 1 w 213"/>
                <a:gd name="T25" fmla="*/ 7 h 163"/>
                <a:gd name="T26" fmla="*/ 1 w 213"/>
                <a:gd name="T27" fmla="*/ 1 h 163"/>
                <a:gd name="T28" fmla="*/ 7 w 213"/>
                <a:gd name="T29" fmla="*/ 1 h 1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3" h="163">
                  <a:moveTo>
                    <a:pt x="3" y="1"/>
                  </a:moveTo>
                  <a:cubicBezTo>
                    <a:pt x="20" y="25"/>
                    <a:pt x="48" y="26"/>
                    <a:pt x="77" y="32"/>
                  </a:cubicBezTo>
                  <a:cubicBezTo>
                    <a:pt x="106" y="38"/>
                    <a:pt x="106" y="38"/>
                    <a:pt x="106" y="38"/>
                  </a:cubicBezTo>
                  <a:cubicBezTo>
                    <a:pt x="175" y="57"/>
                    <a:pt x="211" y="84"/>
                    <a:pt x="212" y="118"/>
                  </a:cubicBezTo>
                  <a:cubicBezTo>
                    <a:pt x="213" y="129"/>
                    <a:pt x="209" y="138"/>
                    <a:pt x="202" y="145"/>
                  </a:cubicBezTo>
                  <a:cubicBezTo>
                    <a:pt x="185" y="163"/>
                    <a:pt x="151" y="163"/>
                    <a:pt x="149" y="163"/>
                  </a:cubicBezTo>
                  <a:cubicBezTo>
                    <a:pt x="149" y="163"/>
                    <a:pt x="148" y="162"/>
                    <a:pt x="148" y="161"/>
                  </a:cubicBezTo>
                  <a:cubicBezTo>
                    <a:pt x="148" y="160"/>
                    <a:pt x="149" y="160"/>
                    <a:pt x="149" y="160"/>
                  </a:cubicBezTo>
                  <a:cubicBezTo>
                    <a:pt x="150" y="160"/>
                    <a:pt x="183" y="160"/>
                    <a:pt x="200" y="143"/>
                  </a:cubicBezTo>
                  <a:cubicBezTo>
                    <a:pt x="206" y="137"/>
                    <a:pt x="210" y="129"/>
                    <a:pt x="209" y="119"/>
                  </a:cubicBezTo>
                  <a:cubicBezTo>
                    <a:pt x="208" y="85"/>
                    <a:pt x="173" y="59"/>
                    <a:pt x="105" y="41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47" y="28"/>
                    <a:pt x="19" y="27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4" name="Freeform 544">
              <a:extLst>
                <a:ext uri="{FF2B5EF4-FFF2-40B4-BE49-F238E27FC236}">
                  <a16:creationId xmlns:a16="http://schemas.microsoft.com/office/drawing/2014/main" id="{2730C4AF-C3A7-4516-B7EF-54C1108C9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454"/>
              <a:ext cx="283" cy="201"/>
            </a:xfrm>
            <a:custGeom>
              <a:avLst/>
              <a:gdLst>
                <a:gd name="T0" fmla="*/ 7 w 212"/>
                <a:gd name="T1" fmla="*/ 1 h 151"/>
                <a:gd name="T2" fmla="*/ 128 w 212"/>
                <a:gd name="T3" fmla="*/ 48 h 151"/>
                <a:gd name="T4" fmla="*/ 254 w 212"/>
                <a:gd name="T5" fmla="*/ 69 h 151"/>
                <a:gd name="T6" fmla="*/ 502 w 212"/>
                <a:gd name="T7" fmla="*/ 237 h 151"/>
                <a:gd name="T8" fmla="*/ 342 w 212"/>
                <a:gd name="T9" fmla="*/ 357 h 151"/>
                <a:gd name="T10" fmla="*/ 340 w 212"/>
                <a:gd name="T11" fmla="*/ 354 h 151"/>
                <a:gd name="T12" fmla="*/ 342 w 212"/>
                <a:gd name="T13" fmla="*/ 349 h 151"/>
                <a:gd name="T14" fmla="*/ 495 w 212"/>
                <a:gd name="T15" fmla="*/ 241 h 151"/>
                <a:gd name="T16" fmla="*/ 250 w 212"/>
                <a:gd name="T17" fmla="*/ 76 h 151"/>
                <a:gd name="T18" fmla="*/ 128 w 212"/>
                <a:gd name="T19" fmla="*/ 55 h 151"/>
                <a:gd name="T20" fmla="*/ 1 w 212"/>
                <a:gd name="T21" fmla="*/ 7 h 151"/>
                <a:gd name="T22" fmla="*/ 1 w 212"/>
                <a:gd name="T23" fmla="*/ 1 h 151"/>
                <a:gd name="T24" fmla="*/ 7 w 212"/>
                <a:gd name="T25" fmla="*/ 1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151">
                  <a:moveTo>
                    <a:pt x="3" y="1"/>
                  </a:moveTo>
                  <a:cubicBezTo>
                    <a:pt x="13" y="13"/>
                    <a:pt x="31" y="16"/>
                    <a:pt x="54" y="20"/>
                  </a:cubicBezTo>
                  <a:cubicBezTo>
                    <a:pt x="67" y="22"/>
                    <a:pt x="90" y="25"/>
                    <a:pt x="106" y="29"/>
                  </a:cubicBezTo>
                  <a:cubicBezTo>
                    <a:pt x="152" y="41"/>
                    <a:pt x="210" y="56"/>
                    <a:pt x="211" y="101"/>
                  </a:cubicBezTo>
                  <a:cubicBezTo>
                    <a:pt x="212" y="146"/>
                    <a:pt x="145" y="151"/>
                    <a:pt x="144" y="151"/>
                  </a:cubicBezTo>
                  <a:cubicBezTo>
                    <a:pt x="143" y="151"/>
                    <a:pt x="143" y="150"/>
                    <a:pt x="143" y="150"/>
                  </a:cubicBezTo>
                  <a:cubicBezTo>
                    <a:pt x="143" y="149"/>
                    <a:pt x="143" y="148"/>
                    <a:pt x="144" y="148"/>
                  </a:cubicBezTo>
                  <a:cubicBezTo>
                    <a:pt x="145" y="148"/>
                    <a:pt x="209" y="144"/>
                    <a:pt x="208" y="102"/>
                  </a:cubicBezTo>
                  <a:cubicBezTo>
                    <a:pt x="207" y="58"/>
                    <a:pt x="150" y="44"/>
                    <a:pt x="105" y="32"/>
                  </a:cubicBezTo>
                  <a:cubicBezTo>
                    <a:pt x="90" y="28"/>
                    <a:pt x="66" y="25"/>
                    <a:pt x="54" y="23"/>
                  </a:cubicBezTo>
                  <a:cubicBezTo>
                    <a:pt x="29" y="19"/>
                    <a:pt x="12" y="16"/>
                    <a:pt x="1" y="3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5" name="Freeform 545">
              <a:extLst>
                <a:ext uri="{FF2B5EF4-FFF2-40B4-BE49-F238E27FC236}">
                  <a16:creationId xmlns:a16="http://schemas.microsoft.com/office/drawing/2014/main" id="{2C86C49E-9C27-4DFE-8BD0-A94FFEE00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410"/>
              <a:ext cx="278" cy="191"/>
            </a:xfrm>
            <a:custGeom>
              <a:avLst/>
              <a:gdLst>
                <a:gd name="T0" fmla="*/ 7 w 208"/>
                <a:gd name="T1" fmla="*/ 1 h 143"/>
                <a:gd name="T2" fmla="*/ 128 w 208"/>
                <a:gd name="T3" fmla="*/ 48 h 143"/>
                <a:gd name="T4" fmla="*/ 254 w 208"/>
                <a:gd name="T5" fmla="*/ 64 h 143"/>
                <a:gd name="T6" fmla="*/ 290 w 208"/>
                <a:gd name="T7" fmla="*/ 73 h 143"/>
                <a:gd name="T8" fmla="*/ 495 w 208"/>
                <a:gd name="T9" fmla="*/ 219 h 143"/>
                <a:gd name="T10" fmla="*/ 341 w 208"/>
                <a:gd name="T11" fmla="*/ 341 h 143"/>
                <a:gd name="T12" fmla="*/ 335 w 208"/>
                <a:gd name="T13" fmla="*/ 339 h 143"/>
                <a:gd name="T14" fmla="*/ 341 w 208"/>
                <a:gd name="T15" fmla="*/ 334 h 143"/>
                <a:gd name="T16" fmla="*/ 488 w 208"/>
                <a:gd name="T17" fmla="*/ 222 h 143"/>
                <a:gd name="T18" fmla="*/ 286 w 208"/>
                <a:gd name="T19" fmla="*/ 80 h 143"/>
                <a:gd name="T20" fmla="*/ 250 w 208"/>
                <a:gd name="T21" fmla="*/ 71 h 143"/>
                <a:gd name="T22" fmla="*/ 128 w 208"/>
                <a:gd name="T23" fmla="*/ 55 h 143"/>
                <a:gd name="T24" fmla="*/ 1 w 208"/>
                <a:gd name="T25" fmla="*/ 7 h 143"/>
                <a:gd name="T26" fmla="*/ 1 w 208"/>
                <a:gd name="T27" fmla="*/ 1 h 143"/>
                <a:gd name="T28" fmla="*/ 7 w 208"/>
                <a:gd name="T29" fmla="*/ 1 h 1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8" h="143">
                  <a:moveTo>
                    <a:pt x="3" y="1"/>
                  </a:moveTo>
                  <a:cubicBezTo>
                    <a:pt x="13" y="13"/>
                    <a:pt x="31" y="16"/>
                    <a:pt x="54" y="20"/>
                  </a:cubicBezTo>
                  <a:cubicBezTo>
                    <a:pt x="67" y="22"/>
                    <a:pt x="90" y="23"/>
                    <a:pt x="106" y="27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63" y="41"/>
                    <a:pt x="206" y="52"/>
                    <a:pt x="207" y="92"/>
                  </a:cubicBezTo>
                  <a:cubicBezTo>
                    <a:pt x="208" y="137"/>
                    <a:pt x="144" y="143"/>
                    <a:pt x="143" y="143"/>
                  </a:cubicBezTo>
                  <a:cubicBezTo>
                    <a:pt x="142" y="143"/>
                    <a:pt x="141" y="143"/>
                    <a:pt x="141" y="142"/>
                  </a:cubicBezTo>
                  <a:cubicBezTo>
                    <a:pt x="141" y="141"/>
                    <a:pt x="142" y="140"/>
                    <a:pt x="143" y="140"/>
                  </a:cubicBezTo>
                  <a:cubicBezTo>
                    <a:pt x="143" y="140"/>
                    <a:pt x="205" y="135"/>
                    <a:pt x="204" y="93"/>
                  </a:cubicBezTo>
                  <a:cubicBezTo>
                    <a:pt x="203" y="54"/>
                    <a:pt x="161" y="44"/>
                    <a:pt x="120" y="34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90" y="26"/>
                    <a:pt x="66" y="25"/>
                    <a:pt x="54" y="23"/>
                  </a:cubicBezTo>
                  <a:cubicBezTo>
                    <a:pt x="29" y="19"/>
                    <a:pt x="12" y="16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6" name="Freeform 546">
              <a:extLst>
                <a:ext uri="{FF2B5EF4-FFF2-40B4-BE49-F238E27FC236}">
                  <a16:creationId xmlns:a16="http://schemas.microsoft.com/office/drawing/2014/main" id="{24DA285D-7974-4F41-A27A-317696ACD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747"/>
              <a:ext cx="224" cy="173"/>
            </a:xfrm>
            <a:custGeom>
              <a:avLst/>
              <a:gdLst>
                <a:gd name="T0" fmla="*/ 9 w 168"/>
                <a:gd name="T1" fmla="*/ 1 h 130"/>
                <a:gd name="T2" fmla="*/ 113 w 168"/>
                <a:gd name="T3" fmla="*/ 71 h 130"/>
                <a:gd name="T4" fmla="*/ 220 w 168"/>
                <a:gd name="T5" fmla="*/ 112 h 130"/>
                <a:gd name="T6" fmla="*/ 393 w 168"/>
                <a:gd name="T7" fmla="*/ 241 h 130"/>
                <a:gd name="T8" fmla="*/ 391 w 168"/>
                <a:gd name="T9" fmla="*/ 283 h 130"/>
                <a:gd name="T10" fmla="*/ 368 w 168"/>
                <a:gd name="T11" fmla="*/ 299 h 130"/>
                <a:gd name="T12" fmla="*/ 283 w 168"/>
                <a:gd name="T13" fmla="*/ 271 h 130"/>
                <a:gd name="T14" fmla="*/ 279 w 168"/>
                <a:gd name="T15" fmla="*/ 266 h 130"/>
                <a:gd name="T16" fmla="*/ 284 w 168"/>
                <a:gd name="T17" fmla="*/ 263 h 130"/>
                <a:gd name="T18" fmla="*/ 364 w 168"/>
                <a:gd name="T19" fmla="*/ 293 h 130"/>
                <a:gd name="T20" fmla="*/ 384 w 168"/>
                <a:gd name="T21" fmla="*/ 278 h 130"/>
                <a:gd name="T22" fmla="*/ 385 w 168"/>
                <a:gd name="T23" fmla="*/ 242 h 130"/>
                <a:gd name="T24" fmla="*/ 219 w 168"/>
                <a:gd name="T25" fmla="*/ 118 h 130"/>
                <a:gd name="T26" fmla="*/ 112 w 168"/>
                <a:gd name="T27" fmla="*/ 76 h 130"/>
                <a:gd name="T28" fmla="*/ 1 w 168"/>
                <a:gd name="T29" fmla="*/ 5 h 130"/>
                <a:gd name="T30" fmla="*/ 5 w 168"/>
                <a:gd name="T31" fmla="*/ 0 h 130"/>
                <a:gd name="T32" fmla="*/ 9 w 168"/>
                <a:gd name="T33" fmla="*/ 1 h 13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8" h="130">
                  <a:moveTo>
                    <a:pt x="4" y="1"/>
                  </a:moveTo>
                  <a:cubicBezTo>
                    <a:pt x="9" y="16"/>
                    <a:pt x="23" y="21"/>
                    <a:pt x="48" y="30"/>
                  </a:cubicBezTo>
                  <a:cubicBezTo>
                    <a:pt x="60" y="34"/>
                    <a:pt x="75" y="39"/>
                    <a:pt x="93" y="47"/>
                  </a:cubicBezTo>
                  <a:cubicBezTo>
                    <a:pt x="134" y="64"/>
                    <a:pt x="160" y="84"/>
                    <a:pt x="166" y="102"/>
                  </a:cubicBezTo>
                  <a:cubicBezTo>
                    <a:pt x="168" y="109"/>
                    <a:pt x="168" y="114"/>
                    <a:pt x="165" y="120"/>
                  </a:cubicBezTo>
                  <a:cubicBezTo>
                    <a:pt x="162" y="124"/>
                    <a:pt x="159" y="126"/>
                    <a:pt x="155" y="127"/>
                  </a:cubicBezTo>
                  <a:cubicBezTo>
                    <a:pt x="140" y="130"/>
                    <a:pt x="119" y="115"/>
                    <a:pt x="119" y="115"/>
                  </a:cubicBezTo>
                  <a:cubicBezTo>
                    <a:pt x="118" y="114"/>
                    <a:pt x="118" y="113"/>
                    <a:pt x="118" y="113"/>
                  </a:cubicBezTo>
                  <a:cubicBezTo>
                    <a:pt x="119" y="112"/>
                    <a:pt x="120" y="112"/>
                    <a:pt x="120" y="112"/>
                  </a:cubicBezTo>
                  <a:cubicBezTo>
                    <a:pt x="121" y="112"/>
                    <a:pt x="141" y="127"/>
                    <a:pt x="154" y="124"/>
                  </a:cubicBezTo>
                  <a:cubicBezTo>
                    <a:pt x="158" y="123"/>
                    <a:pt x="160" y="121"/>
                    <a:pt x="162" y="118"/>
                  </a:cubicBezTo>
                  <a:cubicBezTo>
                    <a:pt x="165" y="114"/>
                    <a:pt x="165" y="109"/>
                    <a:pt x="163" y="103"/>
                  </a:cubicBezTo>
                  <a:cubicBezTo>
                    <a:pt x="157" y="86"/>
                    <a:pt x="132" y="66"/>
                    <a:pt x="92" y="50"/>
                  </a:cubicBezTo>
                  <a:cubicBezTo>
                    <a:pt x="74" y="42"/>
                    <a:pt x="59" y="37"/>
                    <a:pt x="47" y="32"/>
                  </a:cubicBezTo>
                  <a:cubicBezTo>
                    <a:pt x="21" y="23"/>
                    <a:pt x="6" y="18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7" name="Freeform 547">
              <a:extLst>
                <a:ext uri="{FF2B5EF4-FFF2-40B4-BE49-F238E27FC236}">
                  <a16:creationId xmlns:a16="http://schemas.microsoft.com/office/drawing/2014/main" id="{30CA3C5D-A294-44A0-B8FF-FFC69C98F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378"/>
              <a:ext cx="257" cy="161"/>
            </a:xfrm>
            <a:custGeom>
              <a:avLst/>
              <a:gdLst>
                <a:gd name="T0" fmla="*/ 7 w 193"/>
                <a:gd name="T1" fmla="*/ 1 h 121"/>
                <a:gd name="T2" fmla="*/ 137 w 193"/>
                <a:gd name="T3" fmla="*/ 36 h 121"/>
                <a:gd name="T4" fmla="*/ 280 w 193"/>
                <a:gd name="T5" fmla="*/ 52 h 121"/>
                <a:gd name="T6" fmla="*/ 450 w 193"/>
                <a:gd name="T7" fmla="*/ 173 h 121"/>
                <a:gd name="T8" fmla="*/ 316 w 193"/>
                <a:gd name="T9" fmla="*/ 285 h 121"/>
                <a:gd name="T10" fmla="*/ 312 w 193"/>
                <a:gd name="T11" fmla="*/ 283 h 121"/>
                <a:gd name="T12" fmla="*/ 316 w 193"/>
                <a:gd name="T13" fmla="*/ 278 h 121"/>
                <a:gd name="T14" fmla="*/ 443 w 193"/>
                <a:gd name="T15" fmla="*/ 173 h 121"/>
                <a:gd name="T16" fmla="*/ 280 w 193"/>
                <a:gd name="T17" fmla="*/ 59 h 121"/>
                <a:gd name="T18" fmla="*/ 137 w 193"/>
                <a:gd name="T19" fmla="*/ 43 h 121"/>
                <a:gd name="T20" fmla="*/ 1 w 193"/>
                <a:gd name="T21" fmla="*/ 7 h 121"/>
                <a:gd name="T22" fmla="*/ 1 w 193"/>
                <a:gd name="T23" fmla="*/ 1 h 121"/>
                <a:gd name="T24" fmla="*/ 7 w 193"/>
                <a:gd name="T25" fmla="*/ 1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3" h="121">
                  <a:moveTo>
                    <a:pt x="3" y="1"/>
                  </a:moveTo>
                  <a:cubicBezTo>
                    <a:pt x="12" y="13"/>
                    <a:pt x="33" y="14"/>
                    <a:pt x="58" y="15"/>
                  </a:cubicBezTo>
                  <a:cubicBezTo>
                    <a:pt x="74" y="16"/>
                    <a:pt x="103" y="17"/>
                    <a:pt x="119" y="22"/>
                  </a:cubicBezTo>
                  <a:cubicBezTo>
                    <a:pt x="163" y="33"/>
                    <a:pt x="190" y="41"/>
                    <a:pt x="191" y="74"/>
                  </a:cubicBezTo>
                  <a:cubicBezTo>
                    <a:pt x="193" y="108"/>
                    <a:pt x="146" y="120"/>
                    <a:pt x="134" y="121"/>
                  </a:cubicBezTo>
                  <a:cubicBezTo>
                    <a:pt x="133" y="121"/>
                    <a:pt x="132" y="121"/>
                    <a:pt x="132" y="120"/>
                  </a:cubicBezTo>
                  <a:cubicBezTo>
                    <a:pt x="132" y="119"/>
                    <a:pt x="133" y="118"/>
                    <a:pt x="134" y="118"/>
                  </a:cubicBezTo>
                  <a:cubicBezTo>
                    <a:pt x="149" y="117"/>
                    <a:pt x="190" y="104"/>
                    <a:pt x="188" y="74"/>
                  </a:cubicBezTo>
                  <a:cubicBezTo>
                    <a:pt x="187" y="43"/>
                    <a:pt x="162" y="36"/>
                    <a:pt x="119" y="25"/>
                  </a:cubicBezTo>
                  <a:cubicBezTo>
                    <a:pt x="102" y="20"/>
                    <a:pt x="74" y="19"/>
                    <a:pt x="58" y="18"/>
                  </a:cubicBezTo>
                  <a:cubicBezTo>
                    <a:pt x="33" y="17"/>
                    <a:pt x="11" y="15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8" name="Freeform 548">
              <a:extLst>
                <a:ext uri="{FF2B5EF4-FFF2-40B4-BE49-F238E27FC236}">
                  <a16:creationId xmlns:a16="http://schemas.microsoft.com/office/drawing/2014/main" id="{D9B3ED65-5460-434E-97E5-54A66636D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336"/>
              <a:ext cx="232" cy="147"/>
            </a:xfrm>
            <a:custGeom>
              <a:avLst/>
              <a:gdLst>
                <a:gd name="T0" fmla="*/ 7 w 174"/>
                <a:gd name="T1" fmla="*/ 1 h 111"/>
                <a:gd name="T2" fmla="*/ 121 w 174"/>
                <a:gd name="T3" fmla="*/ 33 h 111"/>
                <a:gd name="T4" fmla="*/ 271 w 174"/>
                <a:gd name="T5" fmla="*/ 44 h 111"/>
                <a:gd name="T6" fmla="*/ 411 w 174"/>
                <a:gd name="T7" fmla="*/ 142 h 111"/>
                <a:gd name="T8" fmla="*/ 393 w 174"/>
                <a:gd name="T9" fmla="*/ 199 h 111"/>
                <a:gd name="T10" fmla="*/ 299 w 174"/>
                <a:gd name="T11" fmla="*/ 258 h 111"/>
                <a:gd name="T12" fmla="*/ 297 w 174"/>
                <a:gd name="T13" fmla="*/ 253 h 111"/>
                <a:gd name="T14" fmla="*/ 299 w 174"/>
                <a:gd name="T15" fmla="*/ 250 h 111"/>
                <a:gd name="T16" fmla="*/ 389 w 174"/>
                <a:gd name="T17" fmla="*/ 193 h 111"/>
                <a:gd name="T18" fmla="*/ 404 w 174"/>
                <a:gd name="T19" fmla="*/ 142 h 111"/>
                <a:gd name="T20" fmla="*/ 271 w 174"/>
                <a:gd name="T21" fmla="*/ 50 h 111"/>
                <a:gd name="T22" fmla="*/ 121 w 174"/>
                <a:gd name="T23" fmla="*/ 40 h 111"/>
                <a:gd name="T24" fmla="*/ 1 w 174"/>
                <a:gd name="T25" fmla="*/ 7 h 111"/>
                <a:gd name="T26" fmla="*/ 1 w 174"/>
                <a:gd name="T27" fmla="*/ 1 h 111"/>
                <a:gd name="T28" fmla="*/ 7 w 174"/>
                <a:gd name="T29" fmla="*/ 1 h 1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4" h="111">
                  <a:moveTo>
                    <a:pt x="3" y="1"/>
                  </a:moveTo>
                  <a:cubicBezTo>
                    <a:pt x="12" y="12"/>
                    <a:pt x="30" y="13"/>
                    <a:pt x="51" y="14"/>
                  </a:cubicBezTo>
                  <a:cubicBezTo>
                    <a:pt x="67" y="14"/>
                    <a:pt x="97" y="15"/>
                    <a:pt x="114" y="19"/>
                  </a:cubicBezTo>
                  <a:cubicBezTo>
                    <a:pt x="152" y="28"/>
                    <a:pt x="168" y="36"/>
                    <a:pt x="173" y="61"/>
                  </a:cubicBezTo>
                  <a:cubicBezTo>
                    <a:pt x="174" y="69"/>
                    <a:pt x="172" y="77"/>
                    <a:pt x="166" y="85"/>
                  </a:cubicBezTo>
                  <a:cubicBezTo>
                    <a:pt x="155" y="99"/>
                    <a:pt x="135" y="110"/>
                    <a:pt x="126" y="111"/>
                  </a:cubicBezTo>
                  <a:cubicBezTo>
                    <a:pt x="125" y="111"/>
                    <a:pt x="125" y="110"/>
                    <a:pt x="125" y="109"/>
                  </a:cubicBezTo>
                  <a:cubicBezTo>
                    <a:pt x="125" y="108"/>
                    <a:pt x="125" y="108"/>
                    <a:pt x="126" y="108"/>
                  </a:cubicBezTo>
                  <a:cubicBezTo>
                    <a:pt x="134" y="107"/>
                    <a:pt x="153" y="97"/>
                    <a:pt x="164" y="83"/>
                  </a:cubicBezTo>
                  <a:cubicBezTo>
                    <a:pt x="169" y="76"/>
                    <a:pt x="171" y="68"/>
                    <a:pt x="170" y="61"/>
                  </a:cubicBezTo>
                  <a:cubicBezTo>
                    <a:pt x="166" y="39"/>
                    <a:pt x="151" y="31"/>
                    <a:pt x="114" y="22"/>
                  </a:cubicBezTo>
                  <a:cubicBezTo>
                    <a:pt x="97" y="18"/>
                    <a:pt x="66" y="17"/>
                    <a:pt x="51" y="17"/>
                  </a:cubicBezTo>
                  <a:cubicBezTo>
                    <a:pt x="30" y="16"/>
                    <a:pt x="11" y="15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9" name="Freeform 549">
              <a:extLst>
                <a:ext uri="{FF2B5EF4-FFF2-40B4-BE49-F238E27FC236}">
                  <a16:creationId xmlns:a16="http://schemas.microsoft.com/office/drawing/2014/main" id="{46B151CC-CEBD-4757-AF30-7CDB92B50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300"/>
              <a:ext cx="207" cy="126"/>
            </a:xfrm>
            <a:custGeom>
              <a:avLst/>
              <a:gdLst>
                <a:gd name="T0" fmla="*/ 7 w 155"/>
                <a:gd name="T1" fmla="*/ 1 h 95"/>
                <a:gd name="T2" fmla="*/ 114 w 155"/>
                <a:gd name="T3" fmla="*/ 36 h 95"/>
                <a:gd name="T4" fmla="*/ 254 w 155"/>
                <a:gd name="T5" fmla="*/ 49 h 95"/>
                <a:gd name="T6" fmla="*/ 363 w 155"/>
                <a:gd name="T7" fmla="*/ 134 h 95"/>
                <a:gd name="T8" fmla="*/ 248 w 155"/>
                <a:gd name="T9" fmla="*/ 221 h 95"/>
                <a:gd name="T10" fmla="*/ 243 w 155"/>
                <a:gd name="T11" fmla="*/ 220 h 95"/>
                <a:gd name="T12" fmla="*/ 246 w 155"/>
                <a:gd name="T13" fmla="*/ 215 h 95"/>
                <a:gd name="T14" fmla="*/ 357 w 155"/>
                <a:gd name="T15" fmla="*/ 135 h 95"/>
                <a:gd name="T16" fmla="*/ 254 w 155"/>
                <a:gd name="T17" fmla="*/ 56 h 95"/>
                <a:gd name="T18" fmla="*/ 114 w 155"/>
                <a:gd name="T19" fmla="*/ 42 h 95"/>
                <a:gd name="T20" fmla="*/ 1 w 155"/>
                <a:gd name="T21" fmla="*/ 7 h 95"/>
                <a:gd name="T22" fmla="*/ 1 w 155"/>
                <a:gd name="T23" fmla="*/ 1 h 95"/>
                <a:gd name="T24" fmla="*/ 7 w 155"/>
                <a:gd name="T25" fmla="*/ 1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95">
                  <a:moveTo>
                    <a:pt x="3" y="1"/>
                  </a:moveTo>
                  <a:cubicBezTo>
                    <a:pt x="13" y="13"/>
                    <a:pt x="27" y="14"/>
                    <a:pt x="48" y="15"/>
                  </a:cubicBezTo>
                  <a:cubicBezTo>
                    <a:pt x="61" y="16"/>
                    <a:pt x="90" y="17"/>
                    <a:pt x="106" y="21"/>
                  </a:cubicBezTo>
                  <a:cubicBezTo>
                    <a:pt x="135" y="28"/>
                    <a:pt x="151" y="37"/>
                    <a:pt x="153" y="57"/>
                  </a:cubicBezTo>
                  <a:cubicBezTo>
                    <a:pt x="155" y="80"/>
                    <a:pt x="116" y="94"/>
                    <a:pt x="104" y="95"/>
                  </a:cubicBezTo>
                  <a:cubicBezTo>
                    <a:pt x="103" y="95"/>
                    <a:pt x="102" y="94"/>
                    <a:pt x="102" y="94"/>
                  </a:cubicBezTo>
                  <a:cubicBezTo>
                    <a:pt x="102" y="93"/>
                    <a:pt x="102" y="92"/>
                    <a:pt x="103" y="92"/>
                  </a:cubicBezTo>
                  <a:cubicBezTo>
                    <a:pt x="116" y="91"/>
                    <a:pt x="152" y="77"/>
                    <a:pt x="150" y="58"/>
                  </a:cubicBezTo>
                  <a:cubicBezTo>
                    <a:pt x="148" y="39"/>
                    <a:pt x="133" y="31"/>
                    <a:pt x="106" y="24"/>
                  </a:cubicBezTo>
                  <a:cubicBezTo>
                    <a:pt x="89" y="20"/>
                    <a:pt x="61" y="19"/>
                    <a:pt x="48" y="18"/>
                  </a:cubicBezTo>
                  <a:cubicBezTo>
                    <a:pt x="27" y="17"/>
                    <a:pt x="11" y="16"/>
                    <a:pt x="1" y="3"/>
                  </a:cubicBezTo>
                  <a:cubicBezTo>
                    <a:pt x="0" y="2"/>
                    <a:pt x="1" y="2"/>
                    <a:pt x="1" y="1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0" name="Freeform 550">
              <a:extLst>
                <a:ext uri="{FF2B5EF4-FFF2-40B4-BE49-F238E27FC236}">
                  <a16:creationId xmlns:a16="http://schemas.microsoft.com/office/drawing/2014/main" id="{1EA3BEFB-00DF-421C-86C8-FB38D9D18A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07" y="1112"/>
              <a:ext cx="630" cy="1577"/>
            </a:xfrm>
            <a:custGeom>
              <a:avLst/>
              <a:gdLst>
                <a:gd name="T0" fmla="*/ 495 w 472"/>
                <a:gd name="T1" fmla="*/ 527 h 1184"/>
                <a:gd name="T2" fmla="*/ 818 w 472"/>
                <a:gd name="T3" fmla="*/ 2184 h 1184"/>
                <a:gd name="T4" fmla="*/ 792 w 472"/>
                <a:gd name="T5" fmla="*/ 2399 h 1184"/>
                <a:gd name="T6" fmla="*/ 766 w 472"/>
                <a:gd name="T7" fmla="*/ 2476 h 1184"/>
                <a:gd name="T8" fmla="*/ 767 w 472"/>
                <a:gd name="T9" fmla="*/ 2607 h 1184"/>
                <a:gd name="T10" fmla="*/ 832 w 472"/>
                <a:gd name="T11" fmla="*/ 2533 h 1184"/>
                <a:gd name="T12" fmla="*/ 816 w 472"/>
                <a:gd name="T13" fmla="*/ 2623 h 1184"/>
                <a:gd name="T14" fmla="*/ 826 w 472"/>
                <a:gd name="T15" fmla="*/ 2576 h 1184"/>
                <a:gd name="T16" fmla="*/ 872 w 472"/>
                <a:gd name="T17" fmla="*/ 2781 h 1184"/>
                <a:gd name="T18" fmla="*/ 909 w 472"/>
                <a:gd name="T19" fmla="*/ 2753 h 1184"/>
                <a:gd name="T20" fmla="*/ 916 w 472"/>
                <a:gd name="T21" fmla="*/ 2746 h 1184"/>
                <a:gd name="T22" fmla="*/ 958 w 472"/>
                <a:gd name="T23" fmla="*/ 2555 h 1184"/>
                <a:gd name="T24" fmla="*/ 958 w 472"/>
                <a:gd name="T25" fmla="*/ 2789 h 1184"/>
                <a:gd name="T26" fmla="*/ 1001 w 472"/>
                <a:gd name="T27" fmla="*/ 2421 h 1184"/>
                <a:gd name="T28" fmla="*/ 1049 w 472"/>
                <a:gd name="T29" fmla="*/ 2457 h 1184"/>
                <a:gd name="T30" fmla="*/ 781 w 472"/>
                <a:gd name="T31" fmla="*/ 1645 h 1184"/>
                <a:gd name="T32" fmla="*/ 853 w 472"/>
                <a:gd name="T33" fmla="*/ 1645 h 1184"/>
                <a:gd name="T34" fmla="*/ 937 w 472"/>
                <a:gd name="T35" fmla="*/ 2095 h 1184"/>
                <a:gd name="T36" fmla="*/ 1022 w 472"/>
                <a:gd name="T37" fmla="*/ 2348 h 1184"/>
                <a:gd name="T38" fmla="*/ 773 w 472"/>
                <a:gd name="T39" fmla="*/ 1265 h 1184"/>
                <a:gd name="T40" fmla="*/ 767 w 472"/>
                <a:gd name="T41" fmla="*/ 754 h 1184"/>
                <a:gd name="T42" fmla="*/ 820 w 472"/>
                <a:gd name="T43" fmla="*/ 1208 h 1184"/>
                <a:gd name="T44" fmla="*/ 922 w 472"/>
                <a:gd name="T45" fmla="*/ 1582 h 1184"/>
                <a:gd name="T46" fmla="*/ 816 w 472"/>
                <a:gd name="T47" fmla="*/ 1055 h 1184"/>
                <a:gd name="T48" fmla="*/ 830 w 472"/>
                <a:gd name="T49" fmla="*/ 1095 h 1184"/>
                <a:gd name="T50" fmla="*/ 613 w 472"/>
                <a:gd name="T51" fmla="*/ 400 h 1184"/>
                <a:gd name="T52" fmla="*/ 5 w 472"/>
                <a:gd name="T53" fmla="*/ 0 h 1184"/>
                <a:gd name="T54" fmla="*/ 12 w 472"/>
                <a:gd name="T55" fmla="*/ 76 h 1184"/>
                <a:gd name="T56" fmla="*/ 307 w 472"/>
                <a:gd name="T57" fmla="*/ 268 h 1184"/>
                <a:gd name="T58" fmla="*/ 256 w 472"/>
                <a:gd name="T59" fmla="*/ 268 h 1184"/>
                <a:gd name="T60" fmla="*/ 127 w 472"/>
                <a:gd name="T61" fmla="*/ 250 h 1184"/>
                <a:gd name="T62" fmla="*/ 100 w 472"/>
                <a:gd name="T63" fmla="*/ 242 h 1184"/>
                <a:gd name="T64" fmla="*/ 5 w 472"/>
                <a:gd name="T65" fmla="*/ 294 h 1184"/>
                <a:gd name="T66" fmla="*/ 314 w 472"/>
                <a:gd name="T67" fmla="*/ 278 h 1184"/>
                <a:gd name="T68" fmla="*/ 647 w 472"/>
                <a:gd name="T69" fmla="*/ 543 h 1184"/>
                <a:gd name="T70" fmla="*/ 431 w 472"/>
                <a:gd name="T71" fmla="*/ 320 h 1184"/>
                <a:gd name="T72" fmla="*/ 539 w 472"/>
                <a:gd name="T73" fmla="*/ 506 h 1184"/>
                <a:gd name="T74" fmla="*/ 666 w 472"/>
                <a:gd name="T75" fmla="*/ 706 h 1184"/>
                <a:gd name="T76" fmla="*/ 674 w 472"/>
                <a:gd name="T77" fmla="*/ 718 h 1184"/>
                <a:gd name="T78" fmla="*/ 788 w 472"/>
                <a:gd name="T79" fmla="*/ 1438 h 1184"/>
                <a:gd name="T80" fmla="*/ 921 w 472"/>
                <a:gd name="T81" fmla="*/ 2292 h 1184"/>
                <a:gd name="T82" fmla="*/ 937 w 472"/>
                <a:gd name="T83" fmla="*/ 2619 h 1184"/>
                <a:gd name="T84" fmla="*/ 864 w 472"/>
                <a:gd name="T85" fmla="*/ 2599 h 1184"/>
                <a:gd name="T86" fmla="*/ 834 w 472"/>
                <a:gd name="T87" fmla="*/ 2527 h 1184"/>
                <a:gd name="T88" fmla="*/ 832 w 472"/>
                <a:gd name="T89" fmla="*/ 2251 h 1184"/>
                <a:gd name="T90" fmla="*/ 695 w 472"/>
                <a:gd name="T91" fmla="*/ 891 h 1184"/>
                <a:gd name="T92" fmla="*/ 677 w 472"/>
                <a:gd name="T93" fmla="*/ 1430 h 1184"/>
                <a:gd name="T94" fmla="*/ 770 w 472"/>
                <a:gd name="T95" fmla="*/ 1632 h 1184"/>
                <a:gd name="T96" fmla="*/ 775 w 472"/>
                <a:gd name="T97" fmla="*/ 1807 h 1184"/>
                <a:gd name="T98" fmla="*/ 818 w 472"/>
                <a:gd name="T99" fmla="*/ 2015 h 1184"/>
                <a:gd name="T100" fmla="*/ 834 w 472"/>
                <a:gd name="T101" fmla="*/ 1934 h 1184"/>
                <a:gd name="T102" fmla="*/ 953 w 472"/>
                <a:gd name="T103" fmla="*/ 2441 h 1184"/>
                <a:gd name="T104" fmla="*/ 845 w 472"/>
                <a:gd name="T105" fmla="*/ 2533 h 1184"/>
                <a:gd name="T106" fmla="*/ 727 w 472"/>
                <a:gd name="T107" fmla="*/ 1894 h 1184"/>
                <a:gd name="T108" fmla="*/ 371 w 472"/>
                <a:gd name="T109" fmla="*/ 362 h 1184"/>
                <a:gd name="T110" fmla="*/ 518 w 472"/>
                <a:gd name="T111" fmla="*/ 493 h 1184"/>
                <a:gd name="T112" fmla="*/ 495 w 472"/>
                <a:gd name="T113" fmla="*/ 518 h 11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72" h="1184">
                  <a:moveTo>
                    <a:pt x="2" y="128"/>
                  </a:moveTo>
                  <a:cubicBezTo>
                    <a:pt x="6" y="129"/>
                    <a:pt x="16" y="128"/>
                    <a:pt x="29" y="128"/>
                  </a:cubicBezTo>
                  <a:cubicBezTo>
                    <a:pt x="51" y="127"/>
                    <a:pt x="98" y="126"/>
                    <a:pt x="108" y="132"/>
                  </a:cubicBezTo>
                  <a:cubicBezTo>
                    <a:pt x="109" y="132"/>
                    <a:pt x="112" y="135"/>
                    <a:pt x="113" y="134"/>
                  </a:cubicBezTo>
                  <a:cubicBezTo>
                    <a:pt x="124" y="143"/>
                    <a:pt x="132" y="149"/>
                    <a:pt x="136" y="154"/>
                  </a:cubicBezTo>
                  <a:cubicBezTo>
                    <a:pt x="144" y="166"/>
                    <a:pt x="187" y="216"/>
                    <a:pt x="206" y="221"/>
                  </a:cubicBezTo>
                  <a:cubicBezTo>
                    <a:pt x="207" y="222"/>
                    <a:pt x="208" y="222"/>
                    <a:pt x="208" y="223"/>
                  </a:cubicBezTo>
                  <a:cubicBezTo>
                    <a:pt x="219" y="231"/>
                    <a:pt x="234" y="260"/>
                    <a:pt x="239" y="270"/>
                  </a:cubicBezTo>
                  <a:cubicBezTo>
                    <a:pt x="262" y="320"/>
                    <a:pt x="269" y="360"/>
                    <a:pt x="263" y="406"/>
                  </a:cubicBezTo>
                  <a:cubicBezTo>
                    <a:pt x="257" y="448"/>
                    <a:pt x="252" y="581"/>
                    <a:pt x="274" y="660"/>
                  </a:cubicBezTo>
                  <a:cubicBezTo>
                    <a:pt x="274" y="662"/>
                    <a:pt x="275" y="669"/>
                    <a:pt x="277" y="680"/>
                  </a:cubicBezTo>
                  <a:cubicBezTo>
                    <a:pt x="283" y="711"/>
                    <a:pt x="293" y="768"/>
                    <a:pt x="303" y="803"/>
                  </a:cubicBezTo>
                  <a:cubicBezTo>
                    <a:pt x="313" y="842"/>
                    <a:pt x="328" y="882"/>
                    <a:pt x="340" y="913"/>
                  </a:cubicBezTo>
                  <a:cubicBezTo>
                    <a:pt x="342" y="917"/>
                    <a:pt x="343" y="921"/>
                    <a:pt x="344" y="924"/>
                  </a:cubicBezTo>
                  <a:cubicBezTo>
                    <a:pt x="344" y="924"/>
                    <a:pt x="344" y="925"/>
                    <a:pt x="344" y="925"/>
                  </a:cubicBezTo>
                  <a:cubicBezTo>
                    <a:pt x="342" y="931"/>
                    <a:pt x="344" y="935"/>
                    <a:pt x="345" y="940"/>
                  </a:cubicBezTo>
                  <a:cubicBezTo>
                    <a:pt x="346" y="944"/>
                    <a:pt x="348" y="948"/>
                    <a:pt x="347" y="953"/>
                  </a:cubicBezTo>
                  <a:cubicBezTo>
                    <a:pt x="346" y="964"/>
                    <a:pt x="343" y="975"/>
                    <a:pt x="340" y="986"/>
                  </a:cubicBezTo>
                  <a:cubicBezTo>
                    <a:pt x="334" y="1009"/>
                    <a:pt x="334" y="1009"/>
                    <a:pt x="334" y="1009"/>
                  </a:cubicBezTo>
                  <a:cubicBezTo>
                    <a:pt x="334" y="1011"/>
                    <a:pt x="334" y="1013"/>
                    <a:pt x="333" y="1015"/>
                  </a:cubicBezTo>
                  <a:cubicBezTo>
                    <a:pt x="333" y="1015"/>
                    <a:pt x="333" y="1015"/>
                    <a:pt x="333" y="1015"/>
                  </a:cubicBezTo>
                  <a:cubicBezTo>
                    <a:pt x="332" y="1022"/>
                    <a:pt x="332" y="1022"/>
                    <a:pt x="332" y="1022"/>
                  </a:cubicBezTo>
                  <a:cubicBezTo>
                    <a:pt x="331" y="1028"/>
                    <a:pt x="330" y="1034"/>
                    <a:pt x="327" y="1039"/>
                  </a:cubicBezTo>
                  <a:cubicBezTo>
                    <a:pt x="325" y="1042"/>
                    <a:pt x="323" y="1044"/>
                    <a:pt x="320" y="1046"/>
                  </a:cubicBezTo>
                  <a:cubicBezTo>
                    <a:pt x="316" y="1050"/>
                    <a:pt x="312" y="1053"/>
                    <a:pt x="312" y="1060"/>
                  </a:cubicBezTo>
                  <a:cubicBezTo>
                    <a:pt x="312" y="1061"/>
                    <a:pt x="313" y="1061"/>
                    <a:pt x="313" y="1061"/>
                  </a:cubicBezTo>
                  <a:cubicBezTo>
                    <a:pt x="314" y="1061"/>
                    <a:pt x="315" y="1061"/>
                    <a:pt x="315" y="1060"/>
                  </a:cubicBezTo>
                  <a:cubicBezTo>
                    <a:pt x="315" y="1055"/>
                    <a:pt x="319" y="1052"/>
                    <a:pt x="322" y="1048"/>
                  </a:cubicBezTo>
                  <a:cubicBezTo>
                    <a:pt x="325" y="1046"/>
                    <a:pt x="328" y="1044"/>
                    <a:pt x="330" y="1040"/>
                  </a:cubicBezTo>
                  <a:cubicBezTo>
                    <a:pt x="331" y="1038"/>
                    <a:pt x="332" y="1034"/>
                    <a:pt x="333" y="1031"/>
                  </a:cubicBezTo>
                  <a:cubicBezTo>
                    <a:pt x="333" y="1032"/>
                    <a:pt x="333" y="1033"/>
                    <a:pt x="333" y="1033"/>
                  </a:cubicBezTo>
                  <a:cubicBezTo>
                    <a:pt x="333" y="1041"/>
                    <a:pt x="333" y="1048"/>
                    <a:pt x="332" y="1055"/>
                  </a:cubicBezTo>
                  <a:cubicBezTo>
                    <a:pt x="331" y="1061"/>
                    <a:pt x="329" y="1067"/>
                    <a:pt x="327" y="1072"/>
                  </a:cubicBezTo>
                  <a:cubicBezTo>
                    <a:pt x="324" y="1081"/>
                    <a:pt x="321" y="1091"/>
                    <a:pt x="321" y="1101"/>
                  </a:cubicBezTo>
                  <a:cubicBezTo>
                    <a:pt x="321" y="1102"/>
                    <a:pt x="322" y="1103"/>
                    <a:pt x="323" y="1103"/>
                  </a:cubicBezTo>
                  <a:cubicBezTo>
                    <a:pt x="324" y="1103"/>
                    <a:pt x="324" y="1102"/>
                    <a:pt x="324" y="1101"/>
                  </a:cubicBezTo>
                  <a:cubicBezTo>
                    <a:pt x="324" y="1091"/>
                    <a:pt x="327" y="1083"/>
                    <a:pt x="330" y="1073"/>
                  </a:cubicBezTo>
                  <a:cubicBezTo>
                    <a:pt x="332" y="1068"/>
                    <a:pt x="334" y="1062"/>
                    <a:pt x="335" y="1056"/>
                  </a:cubicBezTo>
                  <a:cubicBezTo>
                    <a:pt x="335" y="1054"/>
                    <a:pt x="336" y="1052"/>
                    <a:pt x="336" y="1050"/>
                  </a:cubicBezTo>
                  <a:cubicBezTo>
                    <a:pt x="337" y="1052"/>
                    <a:pt x="337" y="1052"/>
                    <a:pt x="337" y="1052"/>
                  </a:cubicBezTo>
                  <a:cubicBezTo>
                    <a:pt x="339" y="1060"/>
                    <a:pt x="342" y="1069"/>
                    <a:pt x="350" y="1072"/>
                  </a:cubicBezTo>
                  <a:cubicBezTo>
                    <a:pt x="350" y="1072"/>
                    <a:pt x="350" y="1072"/>
                    <a:pt x="350" y="1072"/>
                  </a:cubicBezTo>
                  <a:cubicBezTo>
                    <a:pt x="350" y="1072"/>
                    <a:pt x="350" y="1072"/>
                    <a:pt x="350" y="1072"/>
                  </a:cubicBezTo>
                  <a:cubicBezTo>
                    <a:pt x="348" y="1077"/>
                    <a:pt x="347" y="1083"/>
                    <a:pt x="345" y="1089"/>
                  </a:cubicBezTo>
                  <a:cubicBezTo>
                    <a:pt x="344" y="1091"/>
                    <a:pt x="344" y="1094"/>
                    <a:pt x="343" y="1096"/>
                  </a:cubicBezTo>
                  <a:cubicBezTo>
                    <a:pt x="337" y="1119"/>
                    <a:pt x="332" y="1145"/>
                    <a:pt x="335" y="1157"/>
                  </a:cubicBezTo>
                  <a:cubicBezTo>
                    <a:pt x="335" y="1158"/>
                    <a:pt x="336" y="1159"/>
                    <a:pt x="336" y="1159"/>
                  </a:cubicBezTo>
                  <a:cubicBezTo>
                    <a:pt x="337" y="1158"/>
                    <a:pt x="338" y="1158"/>
                    <a:pt x="338" y="1157"/>
                  </a:cubicBezTo>
                  <a:cubicBezTo>
                    <a:pt x="335" y="1147"/>
                    <a:pt x="339" y="1129"/>
                    <a:pt x="343" y="1110"/>
                  </a:cubicBezTo>
                  <a:cubicBezTo>
                    <a:pt x="344" y="1117"/>
                    <a:pt x="346" y="1124"/>
                    <a:pt x="348" y="1131"/>
                  </a:cubicBezTo>
                  <a:cubicBezTo>
                    <a:pt x="351" y="1144"/>
                    <a:pt x="354" y="1157"/>
                    <a:pt x="351" y="1169"/>
                  </a:cubicBezTo>
                  <a:cubicBezTo>
                    <a:pt x="350" y="1170"/>
                    <a:pt x="351" y="1170"/>
                    <a:pt x="352" y="1171"/>
                  </a:cubicBezTo>
                  <a:cubicBezTo>
                    <a:pt x="352" y="1171"/>
                    <a:pt x="353" y="1170"/>
                    <a:pt x="354" y="1170"/>
                  </a:cubicBezTo>
                  <a:cubicBezTo>
                    <a:pt x="357" y="1158"/>
                    <a:pt x="354" y="1144"/>
                    <a:pt x="350" y="1130"/>
                  </a:cubicBezTo>
                  <a:cubicBezTo>
                    <a:pt x="348" y="1119"/>
                    <a:pt x="345" y="1107"/>
                    <a:pt x="346" y="1096"/>
                  </a:cubicBezTo>
                  <a:cubicBezTo>
                    <a:pt x="347" y="1094"/>
                    <a:pt x="348" y="1092"/>
                    <a:pt x="348" y="1090"/>
                  </a:cubicBezTo>
                  <a:cubicBezTo>
                    <a:pt x="348" y="1090"/>
                    <a:pt x="348" y="1090"/>
                    <a:pt x="348" y="1090"/>
                  </a:cubicBezTo>
                  <a:cubicBezTo>
                    <a:pt x="348" y="1090"/>
                    <a:pt x="348" y="1090"/>
                    <a:pt x="348" y="1090"/>
                  </a:cubicBezTo>
                  <a:cubicBezTo>
                    <a:pt x="350" y="1084"/>
                    <a:pt x="351" y="1079"/>
                    <a:pt x="352" y="1075"/>
                  </a:cubicBezTo>
                  <a:cubicBezTo>
                    <a:pt x="353" y="1077"/>
                    <a:pt x="354" y="1080"/>
                    <a:pt x="355" y="1083"/>
                  </a:cubicBezTo>
                  <a:cubicBezTo>
                    <a:pt x="356" y="1088"/>
                    <a:pt x="358" y="1093"/>
                    <a:pt x="359" y="1098"/>
                  </a:cubicBezTo>
                  <a:cubicBezTo>
                    <a:pt x="363" y="1109"/>
                    <a:pt x="367" y="1122"/>
                    <a:pt x="366" y="1135"/>
                  </a:cubicBezTo>
                  <a:cubicBezTo>
                    <a:pt x="365" y="1160"/>
                    <a:pt x="365" y="1170"/>
                    <a:pt x="366" y="1177"/>
                  </a:cubicBezTo>
                  <a:cubicBezTo>
                    <a:pt x="366" y="1177"/>
                    <a:pt x="367" y="1178"/>
                    <a:pt x="368" y="1178"/>
                  </a:cubicBezTo>
                  <a:cubicBezTo>
                    <a:pt x="368" y="1178"/>
                    <a:pt x="369" y="1177"/>
                    <a:pt x="369" y="1176"/>
                  </a:cubicBezTo>
                  <a:cubicBezTo>
                    <a:pt x="368" y="1170"/>
                    <a:pt x="368" y="1160"/>
                    <a:pt x="369" y="1135"/>
                  </a:cubicBezTo>
                  <a:cubicBezTo>
                    <a:pt x="369" y="1133"/>
                    <a:pt x="369" y="1132"/>
                    <a:pt x="369" y="1130"/>
                  </a:cubicBezTo>
                  <a:cubicBezTo>
                    <a:pt x="374" y="1135"/>
                    <a:pt x="377" y="1143"/>
                    <a:pt x="379" y="1151"/>
                  </a:cubicBezTo>
                  <a:cubicBezTo>
                    <a:pt x="382" y="1162"/>
                    <a:pt x="382" y="1162"/>
                    <a:pt x="382" y="1162"/>
                  </a:cubicBezTo>
                  <a:cubicBezTo>
                    <a:pt x="382" y="1163"/>
                    <a:pt x="382" y="1164"/>
                    <a:pt x="382" y="1165"/>
                  </a:cubicBezTo>
                  <a:cubicBezTo>
                    <a:pt x="382" y="1171"/>
                    <a:pt x="382" y="1177"/>
                    <a:pt x="380" y="1182"/>
                  </a:cubicBezTo>
                  <a:cubicBezTo>
                    <a:pt x="380" y="1183"/>
                    <a:pt x="380" y="1184"/>
                    <a:pt x="381" y="1184"/>
                  </a:cubicBezTo>
                  <a:cubicBezTo>
                    <a:pt x="382" y="1184"/>
                    <a:pt x="383" y="1184"/>
                    <a:pt x="383" y="1183"/>
                  </a:cubicBezTo>
                  <a:cubicBezTo>
                    <a:pt x="385" y="1178"/>
                    <a:pt x="385" y="1172"/>
                    <a:pt x="385" y="1165"/>
                  </a:cubicBezTo>
                  <a:cubicBezTo>
                    <a:pt x="385" y="1164"/>
                    <a:pt x="385" y="1164"/>
                    <a:pt x="385" y="1163"/>
                  </a:cubicBezTo>
                  <a:cubicBezTo>
                    <a:pt x="386" y="1163"/>
                    <a:pt x="386" y="1162"/>
                    <a:pt x="386" y="1162"/>
                  </a:cubicBezTo>
                  <a:cubicBezTo>
                    <a:pt x="385" y="1162"/>
                    <a:pt x="385" y="1162"/>
                    <a:pt x="385" y="1162"/>
                  </a:cubicBezTo>
                  <a:cubicBezTo>
                    <a:pt x="386" y="1157"/>
                    <a:pt x="386" y="1153"/>
                    <a:pt x="387" y="1149"/>
                  </a:cubicBezTo>
                  <a:cubicBezTo>
                    <a:pt x="389" y="1143"/>
                    <a:pt x="389" y="1143"/>
                    <a:pt x="389" y="1143"/>
                  </a:cubicBezTo>
                  <a:cubicBezTo>
                    <a:pt x="392" y="1131"/>
                    <a:pt x="395" y="1121"/>
                    <a:pt x="397" y="1108"/>
                  </a:cubicBezTo>
                  <a:cubicBezTo>
                    <a:pt x="397" y="1103"/>
                    <a:pt x="399" y="1096"/>
                    <a:pt x="401" y="1091"/>
                  </a:cubicBezTo>
                  <a:cubicBezTo>
                    <a:pt x="401" y="1088"/>
                    <a:pt x="402" y="1085"/>
                    <a:pt x="402" y="1083"/>
                  </a:cubicBezTo>
                  <a:cubicBezTo>
                    <a:pt x="403" y="1083"/>
                    <a:pt x="403" y="1082"/>
                    <a:pt x="403" y="1082"/>
                  </a:cubicBezTo>
                  <a:cubicBezTo>
                    <a:pt x="403" y="1082"/>
                    <a:pt x="403" y="1081"/>
                    <a:pt x="403" y="1081"/>
                  </a:cubicBezTo>
                  <a:cubicBezTo>
                    <a:pt x="404" y="1075"/>
                    <a:pt x="405" y="1070"/>
                    <a:pt x="405" y="1064"/>
                  </a:cubicBezTo>
                  <a:cubicBezTo>
                    <a:pt x="405" y="1063"/>
                    <a:pt x="405" y="1061"/>
                    <a:pt x="405" y="1060"/>
                  </a:cubicBezTo>
                  <a:cubicBezTo>
                    <a:pt x="407" y="1075"/>
                    <a:pt x="409" y="1089"/>
                    <a:pt x="409" y="1104"/>
                  </a:cubicBezTo>
                  <a:cubicBezTo>
                    <a:pt x="410" y="1112"/>
                    <a:pt x="407" y="1129"/>
                    <a:pt x="404" y="1146"/>
                  </a:cubicBezTo>
                  <a:cubicBezTo>
                    <a:pt x="402" y="1160"/>
                    <a:pt x="400" y="1172"/>
                    <a:pt x="400" y="1180"/>
                  </a:cubicBezTo>
                  <a:cubicBezTo>
                    <a:pt x="400" y="1181"/>
                    <a:pt x="401" y="1181"/>
                    <a:pt x="401" y="1181"/>
                  </a:cubicBezTo>
                  <a:cubicBezTo>
                    <a:pt x="402" y="1181"/>
                    <a:pt x="403" y="1181"/>
                    <a:pt x="403" y="1180"/>
                  </a:cubicBezTo>
                  <a:cubicBezTo>
                    <a:pt x="403" y="1173"/>
                    <a:pt x="405" y="1160"/>
                    <a:pt x="407" y="1146"/>
                  </a:cubicBezTo>
                  <a:cubicBezTo>
                    <a:pt x="410" y="1129"/>
                    <a:pt x="413" y="1112"/>
                    <a:pt x="412" y="1104"/>
                  </a:cubicBezTo>
                  <a:cubicBezTo>
                    <a:pt x="411" y="1080"/>
                    <a:pt x="409" y="1057"/>
                    <a:pt x="404" y="1033"/>
                  </a:cubicBezTo>
                  <a:cubicBezTo>
                    <a:pt x="403" y="1031"/>
                    <a:pt x="403" y="1031"/>
                    <a:pt x="403" y="1031"/>
                  </a:cubicBezTo>
                  <a:cubicBezTo>
                    <a:pt x="403" y="1031"/>
                    <a:pt x="403" y="1031"/>
                    <a:pt x="403" y="1030"/>
                  </a:cubicBezTo>
                  <a:cubicBezTo>
                    <a:pt x="401" y="1020"/>
                    <a:pt x="398" y="1010"/>
                    <a:pt x="395" y="999"/>
                  </a:cubicBezTo>
                  <a:cubicBezTo>
                    <a:pt x="403" y="1010"/>
                    <a:pt x="412" y="1018"/>
                    <a:pt x="421" y="1025"/>
                  </a:cubicBezTo>
                  <a:cubicBezTo>
                    <a:pt x="428" y="1031"/>
                    <a:pt x="434" y="1036"/>
                    <a:pt x="439" y="1042"/>
                  </a:cubicBezTo>
                  <a:cubicBezTo>
                    <a:pt x="453" y="1058"/>
                    <a:pt x="459" y="1077"/>
                    <a:pt x="465" y="1091"/>
                  </a:cubicBezTo>
                  <a:cubicBezTo>
                    <a:pt x="469" y="1101"/>
                    <a:pt x="469" y="1101"/>
                    <a:pt x="469" y="1101"/>
                  </a:cubicBezTo>
                  <a:cubicBezTo>
                    <a:pt x="469" y="1102"/>
                    <a:pt x="470" y="1102"/>
                    <a:pt x="470" y="1102"/>
                  </a:cubicBezTo>
                  <a:cubicBezTo>
                    <a:pt x="471" y="1102"/>
                    <a:pt x="472" y="1101"/>
                    <a:pt x="471" y="1100"/>
                  </a:cubicBezTo>
                  <a:cubicBezTo>
                    <a:pt x="468" y="1090"/>
                    <a:pt x="468" y="1090"/>
                    <a:pt x="468" y="1090"/>
                  </a:cubicBezTo>
                  <a:cubicBezTo>
                    <a:pt x="462" y="1075"/>
                    <a:pt x="455" y="1057"/>
                    <a:pt x="441" y="1040"/>
                  </a:cubicBezTo>
                  <a:cubicBezTo>
                    <a:pt x="436" y="1034"/>
                    <a:pt x="430" y="1029"/>
                    <a:pt x="423" y="1023"/>
                  </a:cubicBezTo>
                  <a:cubicBezTo>
                    <a:pt x="412" y="1014"/>
                    <a:pt x="400" y="1004"/>
                    <a:pt x="392" y="989"/>
                  </a:cubicBezTo>
                  <a:cubicBezTo>
                    <a:pt x="387" y="970"/>
                    <a:pt x="387" y="970"/>
                    <a:pt x="387" y="970"/>
                  </a:cubicBezTo>
                  <a:cubicBezTo>
                    <a:pt x="387" y="970"/>
                    <a:pt x="387" y="970"/>
                    <a:pt x="387" y="970"/>
                  </a:cubicBezTo>
                  <a:cubicBezTo>
                    <a:pt x="377" y="934"/>
                    <a:pt x="365" y="875"/>
                    <a:pt x="354" y="817"/>
                  </a:cubicBezTo>
                  <a:cubicBezTo>
                    <a:pt x="345" y="772"/>
                    <a:pt x="336" y="728"/>
                    <a:pt x="328" y="696"/>
                  </a:cubicBezTo>
                  <a:cubicBezTo>
                    <a:pt x="328" y="696"/>
                    <a:pt x="328" y="696"/>
                    <a:pt x="328" y="696"/>
                  </a:cubicBezTo>
                  <a:cubicBezTo>
                    <a:pt x="329" y="689"/>
                    <a:pt x="328" y="681"/>
                    <a:pt x="328" y="674"/>
                  </a:cubicBezTo>
                  <a:cubicBezTo>
                    <a:pt x="328" y="664"/>
                    <a:pt x="327" y="655"/>
                    <a:pt x="328" y="646"/>
                  </a:cubicBezTo>
                  <a:cubicBezTo>
                    <a:pt x="329" y="639"/>
                    <a:pt x="330" y="633"/>
                    <a:pt x="331" y="628"/>
                  </a:cubicBezTo>
                  <a:cubicBezTo>
                    <a:pt x="332" y="624"/>
                    <a:pt x="332" y="621"/>
                    <a:pt x="333" y="618"/>
                  </a:cubicBezTo>
                  <a:cubicBezTo>
                    <a:pt x="336" y="638"/>
                    <a:pt x="341" y="657"/>
                    <a:pt x="349" y="671"/>
                  </a:cubicBezTo>
                  <a:cubicBezTo>
                    <a:pt x="352" y="679"/>
                    <a:pt x="356" y="687"/>
                    <a:pt x="359" y="696"/>
                  </a:cubicBezTo>
                  <a:cubicBezTo>
                    <a:pt x="359" y="696"/>
                    <a:pt x="359" y="696"/>
                    <a:pt x="359" y="696"/>
                  </a:cubicBezTo>
                  <a:cubicBezTo>
                    <a:pt x="363" y="712"/>
                    <a:pt x="362" y="725"/>
                    <a:pt x="362" y="738"/>
                  </a:cubicBezTo>
                  <a:cubicBezTo>
                    <a:pt x="362" y="751"/>
                    <a:pt x="362" y="763"/>
                    <a:pt x="365" y="776"/>
                  </a:cubicBezTo>
                  <a:cubicBezTo>
                    <a:pt x="365" y="777"/>
                    <a:pt x="366" y="777"/>
                    <a:pt x="366" y="777"/>
                  </a:cubicBezTo>
                  <a:cubicBezTo>
                    <a:pt x="367" y="777"/>
                    <a:pt x="368" y="776"/>
                    <a:pt x="367" y="775"/>
                  </a:cubicBezTo>
                  <a:cubicBezTo>
                    <a:pt x="365" y="763"/>
                    <a:pt x="365" y="751"/>
                    <a:pt x="365" y="739"/>
                  </a:cubicBezTo>
                  <a:cubicBezTo>
                    <a:pt x="365" y="730"/>
                    <a:pt x="366" y="721"/>
                    <a:pt x="365" y="712"/>
                  </a:cubicBezTo>
                  <a:cubicBezTo>
                    <a:pt x="382" y="770"/>
                    <a:pt x="392" y="853"/>
                    <a:pt x="394" y="887"/>
                  </a:cubicBezTo>
                  <a:cubicBezTo>
                    <a:pt x="396" y="897"/>
                    <a:pt x="396" y="907"/>
                    <a:pt x="395" y="918"/>
                  </a:cubicBezTo>
                  <a:cubicBezTo>
                    <a:pt x="395" y="929"/>
                    <a:pt x="394" y="940"/>
                    <a:pt x="397" y="951"/>
                  </a:cubicBezTo>
                  <a:cubicBezTo>
                    <a:pt x="402" y="972"/>
                    <a:pt x="414" y="984"/>
                    <a:pt x="428" y="996"/>
                  </a:cubicBezTo>
                  <a:cubicBezTo>
                    <a:pt x="433" y="1001"/>
                    <a:pt x="438" y="1006"/>
                    <a:pt x="443" y="1011"/>
                  </a:cubicBezTo>
                  <a:cubicBezTo>
                    <a:pt x="444" y="1012"/>
                    <a:pt x="445" y="1012"/>
                    <a:pt x="445" y="1012"/>
                  </a:cubicBezTo>
                  <a:cubicBezTo>
                    <a:pt x="446" y="1011"/>
                    <a:pt x="446" y="1010"/>
                    <a:pt x="445" y="1009"/>
                  </a:cubicBezTo>
                  <a:cubicBezTo>
                    <a:pt x="440" y="1004"/>
                    <a:pt x="435" y="999"/>
                    <a:pt x="430" y="994"/>
                  </a:cubicBezTo>
                  <a:cubicBezTo>
                    <a:pt x="417" y="982"/>
                    <a:pt x="404" y="970"/>
                    <a:pt x="400" y="950"/>
                  </a:cubicBezTo>
                  <a:cubicBezTo>
                    <a:pt x="397" y="940"/>
                    <a:pt x="398" y="929"/>
                    <a:pt x="398" y="918"/>
                  </a:cubicBezTo>
                  <a:cubicBezTo>
                    <a:pt x="399" y="908"/>
                    <a:pt x="399" y="897"/>
                    <a:pt x="397" y="887"/>
                  </a:cubicBezTo>
                  <a:cubicBezTo>
                    <a:pt x="394" y="849"/>
                    <a:pt x="383" y="753"/>
                    <a:pt x="362" y="694"/>
                  </a:cubicBezTo>
                  <a:cubicBezTo>
                    <a:pt x="362" y="694"/>
                    <a:pt x="362" y="693"/>
                    <a:pt x="361" y="693"/>
                  </a:cubicBezTo>
                  <a:cubicBezTo>
                    <a:pt x="358" y="685"/>
                    <a:pt x="355" y="677"/>
                    <a:pt x="351" y="670"/>
                  </a:cubicBezTo>
                  <a:cubicBezTo>
                    <a:pt x="334" y="635"/>
                    <a:pt x="329" y="580"/>
                    <a:pt x="325" y="535"/>
                  </a:cubicBezTo>
                  <a:cubicBezTo>
                    <a:pt x="323" y="515"/>
                    <a:pt x="321" y="497"/>
                    <a:pt x="319" y="482"/>
                  </a:cubicBezTo>
                  <a:cubicBezTo>
                    <a:pt x="312" y="441"/>
                    <a:pt x="308" y="382"/>
                    <a:pt x="306" y="346"/>
                  </a:cubicBezTo>
                  <a:cubicBezTo>
                    <a:pt x="306" y="333"/>
                    <a:pt x="306" y="333"/>
                    <a:pt x="306" y="333"/>
                  </a:cubicBezTo>
                  <a:cubicBezTo>
                    <a:pt x="303" y="290"/>
                    <a:pt x="291" y="259"/>
                    <a:pt x="278" y="238"/>
                  </a:cubicBezTo>
                  <a:cubicBezTo>
                    <a:pt x="270" y="209"/>
                    <a:pt x="258" y="180"/>
                    <a:pt x="248" y="168"/>
                  </a:cubicBezTo>
                  <a:cubicBezTo>
                    <a:pt x="251" y="170"/>
                    <a:pt x="254" y="171"/>
                    <a:pt x="257" y="172"/>
                  </a:cubicBezTo>
                  <a:cubicBezTo>
                    <a:pt x="288" y="182"/>
                    <a:pt x="319" y="262"/>
                    <a:pt x="323" y="319"/>
                  </a:cubicBezTo>
                  <a:cubicBezTo>
                    <a:pt x="323" y="329"/>
                    <a:pt x="324" y="346"/>
                    <a:pt x="326" y="365"/>
                  </a:cubicBezTo>
                  <a:cubicBezTo>
                    <a:pt x="326" y="366"/>
                    <a:pt x="325" y="366"/>
                    <a:pt x="325" y="367"/>
                  </a:cubicBezTo>
                  <a:cubicBezTo>
                    <a:pt x="327" y="380"/>
                    <a:pt x="327" y="380"/>
                    <a:pt x="327" y="380"/>
                  </a:cubicBezTo>
                  <a:cubicBezTo>
                    <a:pt x="327" y="380"/>
                    <a:pt x="327" y="380"/>
                    <a:pt x="327" y="380"/>
                  </a:cubicBezTo>
                  <a:cubicBezTo>
                    <a:pt x="328" y="384"/>
                    <a:pt x="328" y="388"/>
                    <a:pt x="328" y="392"/>
                  </a:cubicBezTo>
                  <a:cubicBezTo>
                    <a:pt x="331" y="417"/>
                    <a:pt x="333" y="442"/>
                    <a:pt x="333" y="453"/>
                  </a:cubicBezTo>
                  <a:cubicBezTo>
                    <a:pt x="334" y="467"/>
                    <a:pt x="339" y="489"/>
                    <a:pt x="345" y="511"/>
                  </a:cubicBezTo>
                  <a:cubicBezTo>
                    <a:pt x="349" y="530"/>
                    <a:pt x="353" y="547"/>
                    <a:pt x="354" y="558"/>
                  </a:cubicBezTo>
                  <a:cubicBezTo>
                    <a:pt x="356" y="583"/>
                    <a:pt x="361" y="596"/>
                    <a:pt x="370" y="617"/>
                  </a:cubicBezTo>
                  <a:cubicBezTo>
                    <a:pt x="381" y="644"/>
                    <a:pt x="383" y="659"/>
                    <a:pt x="385" y="671"/>
                  </a:cubicBezTo>
                  <a:cubicBezTo>
                    <a:pt x="387" y="682"/>
                    <a:pt x="387" y="682"/>
                    <a:pt x="387" y="682"/>
                  </a:cubicBezTo>
                  <a:cubicBezTo>
                    <a:pt x="387" y="682"/>
                    <a:pt x="388" y="683"/>
                    <a:pt x="388" y="683"/>
                  </a:cubicBezTo>
                  <a:cubicBezTo>
                    <a:pt x="389" y="682"/>
                    <a:pt x="390" y="682"/>
                    <a:pt x="390" y="681"/>
                  </a:cubicBezTo>
                  <a:cubicBezTo>
                    <a:pt x="388" y="670"/>
                    <a:pt x="388" y="670"/>
                    <a:pt x="388" y="670"/>
                  </a:cubicBezTo>
                  <a:cubicBezTo>
                    <a:pt x="386" y="659"/>
                    <a:pt x="384" y="643"/>
                    <a:pt x="373" y="616"/>
                  </a:cubicBezTo>
                  <a:cubicBezTo>
                    <a:pt x="364" y="595"/>
                    <a:pt x="359" y="582"/>
                    <a:pt x="357" y="558"/>
                  </a:cubicBezTo>
                  <a:cubicBezTo>
                    <a:pt x="356" y="546"/>
                    <a:pt x="352" y="529"/>
                    <a:pt x="347" y="511"/>
                  </a:cubicBezTo>
                  <a:cubicBezTo>
                    <a:pt x="342" y="489"/>
                    <a:pt x="337" y="466"/>
                    <a:pt x="336" y="453"/>
                  </a:cubicBezTo>
                  <a:cubicBezTo>
                    <a:pt x="336" y="445"/>
                    <a:pt x="335" y="430"/>
                    <a:pt x="333" y="413"/>
                  </a:cubicBezTo>
                  <a:cubicBezTo>
                    <a:pt x="334" y="417"/>
                    <a:pt x="336" y="422"/>
                    <a:pt x="337" y="426"/>
                  </a:cubicBezTo>
                  <a:cubicBezTo>
                    <a:pt x="340" y="433"/>
                    <a:pt x="341" y="440"/>
                    <a:pt x="343" y="447"/>
                  </a:cubicBezTo>
                  <a:cubicBezTo>
                    <a:pt x="343" y="447"/>
                    <a:pt x="343" y="448"/>
                    <a:pt x="343" y="448"/>
                  </a:cubicBezTo>
                  <a:cubicBezTo>
                    <a:pt x="343" y="449"/>
                    <a:pt x="343" y="451"/>
                    <a:pt x="344" y="452"/>
                  </a:cubicBezTo>
                  <a:cubicBezTo>
                    <a:pt x="344" y="453"/>
                    <a:pt x="344" y="454"/>
                    <a:pt x="344" y="454"/>
                  </a:cubicBezTo>
                  <a:cubicBezTo>
                    <a:pt x="347" y="467"/>
                    <a:pt x="350" y="481"/>
                    <a:pt x="356" y="494"/>
                  </a:cubicBezTo>
                  <a:cubicBezTo>
                    <a:pt x="356" y="495"/>
                    <a:pt x="357" y="495"/>
                    <a:pt x="358" y="494"/>
                  </a:cubicBezTo>
                  <a:cubicBezTo>
                    <a:pt x="359" y="494"/>
                    <a:pt x="359" y="493"/>
                    <a:pt x="359" y="492"/>
                  </a:cubicBezTo>
                  <a:cubicBezTo>
                    <a:pt x="354" y="483"/>
                    <a:pt x="351" y="473"/>
                    <a:pt x="349" y="463"/>
                  </a:cubicBezTo>
                  <a:cubicBezTo>
                    <a:pt x="352" y="468"/>
                    <a:pt x="354" y="469"/>
                    <a:pt x="358" y="471"/>
                  </a:cubicBezTo>
                  <a:cubicBezTo>
                    <a:pt x="359" y="472"/>
                    <a:pt x="359" y="471"/>
                    <a:pt x="359" y="470"/>
                  </a:cubicBezTo>
                  <a:cubicBezTo>
                    <a:pt x="354" y="466"/>
                    <a:pt x="349" y="458"/>
                    <a:pt x="347" y="451"/>
                  </a:cubicBezTo>
                  <a:cubicBezTo>
                    <a:pt x="345" y="442"/>
                    <a:pt x="343" y="433"/>
                    <a:pt x="340" y="425"/>
                  </a:cubicBezTo>
                  <a:cubicBezTo>
                    <a:pt x="335" y="411"/>
                    <a:pt x="333" y="395"/>
                    <a:pt x="330" y="380"/>
                  </a:cubicBezTo>
                  <a:cubicBezTo>
                    <a:pt x="328" y="355"/>
                    <a:pt x="326" y="331"/>
                    <a:pt x="326" y="318"/>
                  </a:cubicBezTo>
                  <a:cubicBezTo>
                    <a:pt x="323" y="268"/>
                    <a:pt x="292" y="180"/>
                    <a:pt x="258" y="169"/>
                  </a:cubicBezTo>
                  <a:cubicBezTo>
                    <a:pt x="243" y="163"/>
                    <a:pt x="215" y="150"/>
                    <a:pt x="186" y="134"/>
                  </a:cubicBezTo>
                  <a:cubicBezTo>
                    <a:pt x="185" y="134"/>
                    <a:pt x="183" y="133"/>
                    <a:pt x="183" y="133"/>
                  </a:cubicBezTo>
                  <a:cubicBezTo>
                    <a:pt x="141" y="110"/>
                    <a:pt x="77" y="83"/>
                    <a:pt x="65" y="67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6"/>
                    <a:pt x="56" y="55"/>
                    <a:pt x="56" y="55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33" y="23"/>
                    <a:pt x="12" y="1"/>
                    <a:pt x="2" y="0"/>
                  </a:cubicBezTo>
                  <a:cubicBezTo>
                    <a:pt x="1" y="0"/>
                    <a:pt x="5" y="1"/>
                    <a:pt x="5" y="1"/>
                  </a:cubicBezTo>
                  <a:cubicBezTo>
                    <a:pt x="5" y="2"/>
                    <a:pt x="1" y="3"/>
                    <a:pt x="2" y="3"/>
                  </a:cubicBezTo>
                  <a:cubicBezTo>
                    <a:pt x="10" y="4"/>
                    <a:pt x="32" y="28"/>
                    <a:pt x="48" y="49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45" y="50"/>
                    <a:pt x="39" y="46"/>
                    <a:pt x="33" y="42"/>
                  </a:cubicBezTo>
                  <a:cubicBezTo>
                    <a:pt x="23" y="35"/>
                    <a:pt x="13" y="28"/>
                    <a:pt x="6" y="30"/>
                  </a:cubicBezTo>
                  <a:cubicBezTo>
                    <a:pt x="5" y="31"/>
                    <a:pt x="4" y="31"/>
                    <a:pt x="5" y="32"/>
                  </a:cubicBezTo>
                  <a:cubicBezTo>
                    <a:pt x="5" y="33"/>
                    <a:pt x="6" y="33"/>
                    <a:pt x="7" y="33"/>
                  </a:cubicBezTo>
                  <a:cubicBezTo>
                    <a:pt x="13" y="32"/>
                    <a:pt x="22" y="38"/>
                    <a:pt x="31" y="45"/>
                  </a:cubicBezTo>
                  <a:cubicBezTo>
                    <a:pt x="39" y="50"/>
                    <a:pt x="47" y="55"/>
                    <a:pt x="54" y="58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7" y="75"/>
                    <a:pt x="84" y="85"/>
                    <a:pt x="99" y="93"/>
                  </a:cubicBezTo>
                  <a:cubicBezTo>
                    <a:pt x="104" y="96"/>
                    <a:pt x="117" y="101"/>
                    <a:pt x="125" y="107"/>
                  </a:cubicBezTo>
                  <a:cubicBezTo>
                    <a:pt x="127" y="109"/>
                    <a:pt x="129" y="112"/>
                    <a:pt x="129" y="113"/>
                  </a:cubicBezTo>
                  <a:cubicBezTo>
                    <a:pt x="121" y="111"/>
                    <a:pt x="113" y="109"/>
                    <a:pt x="109" y="110"/>
                  </a:cubicBezTo>
                  <a:cubicBezTo>
                    <a:pt x="74" y="83"/>
                    <a:pt x="21" y="58"/>
                    <a:pt x="7" y="54"/>
                  </a:cubicBezTo>
                  <a:cubicBezTo>
                    <a:pt x="6" y="54"/>
                    <a:pt x="5" y="55"/>
                    <a:pt x="5" y="55"/>
                  </a:cubicBezTo>
                  <a:cubicBezTo>
                    <a:pt x="4" y="56"/>
                    <a:pt x="5" y="57"/>
                    <a:pt x="6" y="57"/>
                  </a:cubicBezTo>
                  <a:cubicBezTo>
                    <a:pt x="19" y="61"/>
                    <a:pt x="73" y="86"/>
                    <a:pt x="106" y="111"/>
                  </a:cubicBezTo>
                  <a:cubicBezTo>
                    <a:pt x="106" y="111"/>
                    <a:pt x="106" y="112"/>
                    <a:pt x="106" y="112"/>
                  </a:cubicBezTo>
                  <a:cubicBezTo>
                    <a:pt x="106" y="113"/>
                    <a:pt x="107" y="113"/>
                    <a:pt x="108" y="113"/>
                  </a:cubicBezTo>
                  <a:cubicBezTo>
                    <a:pt x="108" y="113"/>
                    <a:pt x="108" y="113"/>
                    <a:pt x="108" y="113"/>
                  </a:cubicBezTo>
                  <a:cubicBezTo>
                    <a:pt x="112" y="116"/>
                    <a:pt x="116" y="120"/>
                    <a:pt x="121" y="123"/>
                  </a:cubicBezTo>
                  <a:cubicBezTo>
                    <a:pt x="133" y="132"/>
                    <a:pt x="145" y="142"/>
                    <a:pt x="156" y="150"/>
                  </a:cubicBezTo>
                  <a:cubicBezTo>
                    <a:pt x="147" y="149"/>
                    <a:pt x="138" y="148"/>
                    <a:pt x="130" y="143"/>
                  </a:cubicBezTo>
                  <a:cubicBezTo>
                    <a:pt x="130" y="142"/>
                    <a:pt x="129" y="142"/>
                    <a:pt x="129" y="142"/>
                  </a:cubicBezTo>
                  <a:cubicBezTo>
                    <a:pt x="124" y="138"/>
                    <a:pt x="116" y="132"/>
                    <a:pt x="106" y="127"/>
                  </a:cubicBezTo>
                  <a:cubicBezTo>
                    <a:pt x="88" y="118"/>
                    <a:pt x="64" y="111"/>
                    <a:pt x="53" y="106"/>
                  </a:cubicBezTo>
                  <a:cubicBezTo>
                    <a:pt x="53" y="106"/>
                    <a:pt x="52" y="105"/>
                    <a:pt x="52" y="105"/>
                  </a:cubicBezTo>
                  <a:cubicBezTo>
                    <a:pt x="49" y="104"/>
                    <a:pt x="45" y="101"/>
                    <a:pt x="40" y="97"/>
                  </a:cubicBezTo>
                  <a:cubicBezTo>
                    <a:pt x="31" y="90"/>
                    <a:pt x="19" y="81"/>
                    <a:pt x="3" y="81"/>
                  </a:cubicBezTo>
                  <a:cubicBezTo>
                    <a:pt x="3" y="81"/>
                    <a:pt x="2" y="82"/>
                    <a:pt x="2" y="82"/>
                  </a:cubicBezTo>
                  <a:cubicBezTo>
                    <a:pt x="2" y="83"/>
                    <a:pt x="3" y="84"/>
                    <a:pt x="3" y="84"/>
                  </a:cubicBezTo>
                  <a:cubicBezTo>
                    <a:pt x="18" y="84"/>
                    <a:pt x="29" y="93"/>
                    <a:pt x="39" y="100"/>
                  </a:cubicBezTo>
                  <a:cubicBezTo>
                    <a:pt x="40" y="101"/>
                    <a:pt x="41" y="102"/>
                    <a:pt x="42" y="103"/>
                  </a:cubicBezTo>
                  <a:cubicBezTo>
                    <a:pt x="32" y="100"/>
                    <a:pt x="21" y="100"/>
                    <a:pt x="4" y="106"/>
                  </a:cubicBezTo>
                  <a:cubicBezTo>
                    <a:pt x="3" y="107"/>
                    <a:pt x="3" y="108"/>
                    <a:pt x="3" y="108"/>
                  </a:cubicBezTo>
                  <a:cubicBezTo>
                    <a:pt x="4" y="109"/>
                    <a:pt x="5" y="110"/>
                    <a:pt x="5" y="109"/>
                  </a:cubicBezTo>
                  <a:cubicBezTo>
                    <a:pt x="26" y="101"/>
                    <a:pt x="34" y="103"/>
                    <a:pt x="48" y="108"/>
                  </a:cubicBezTo>
                  <a:cubicBezTo>
                    <a:pt x="58" y="111"/>
                    <a:pt x="80" y="118"/>
                    <a:pt x="91" y="125"/>
                  </a:cubicBezTo>
                  <a:cubicBezTo>
                    <a:pt x="78" y="122"/>
                    <a:pt x="48" y="124"/>
                    <a:pt x="29" y="125"/>
                  </a:cubicBezTo>
                  <a:cubicBezTo>
                    <a:pt x="17" y="125"/>
                    <a:pt x="7" y="126"/>
                    <a:pt x="2" y="125"/>
                  </a:cubicBezTo>
                  <a:cubicBezTo>
                    <a:pt x="2" y="125"/>
                    <a:pt x="1" y="125"/>
                    <a:pt x="1" y="126"/>
                  </a:cubicBezTo>
                  <a:cubicBezTo>
                    <a:pt x="0" y="127"/>
                    <a:pt x="1" y="128"/>
                    <a:pt x="2" y="128"/>
                  </a:cubicBezTo>
                  <a:close/>
                  <a:moveTo>
                    <a:pt x="132" y="118"/>
                  </a:moveTo>
                  <a:cubicBezTo>
                    <a:pt x="138" y="126"/>
                    <a:pt x="146" y="136"/>
                    <a:pt x="152" y="144"/>
                  </a:cubicBezTo>
                  <a:cubicBezTo>
                    <a:pt x="143" y="136"/>
                    <a:pt x="133" y="129"/>
                    <a:pt x="123" y="120"/>
                  </a:cubicBezTo>
                  <a:cubicBezTo>
                    <a:pt x="119" y="118"/>
                    <a:pt x="116" y="115"/>
                    <a:pt x="112" y="113"/>
                  </a:cubicBezTo>
                  <a:cubicBezTo>
                    <a:pt x="117" y="113"/>
                    <a:pt x="125" y="115"/>
                    <a:pt x="132" y="118"/>
                  </a:cubicBezTo>
                  <a:close/>
                  <a:moveTo>
                    <a:pt x="169" y="128"/>
                  </a:moveTo>
                  <a:cubicBezTo>
                    <a:pt x="158" y="125"/>
                    <a:pt x="145" y="120"/>
                    <a:pt x="138" y="117"/>
                  </a:cubicBezTo>
                  <a:cubicBezTo>
                    <a:pt x="137" y="117"/>
                    <a:pt x="136" y="116"/>
                    <a:pt x="135" y="116"/>
                  </a:cubicBezTo>
                  <a:cubicBezTo>
                    <a:pt x="135" y="116"/>
                    <a:pt x="135" y="116"/>
                    <a:pt x="134" y="115"/>
                  </a:cubicBezTo>
                  <a:cubicBezTo>
                    <a:pt x="131" y="111"/>
                    <a:pt x="130" y="110"/>
                    <a:pt x="128" y="107"/>
                  </a:cubicBezTo>
                  <a:cubicBezTo>
                    <a:pt x="141" y="115"/>
                    <a:pt x="154" y="120"/>
                    <a:pt x="169" y="128"/>
                  </a:cubicBezTo>
                  <a:close/>
                  <a:moveTo>
                    <a:pt x="272" y="230"/>
                  </a:moveTo>
                  <a:cubicBezTo>
                    <a:pt x="257" y="210"/>
                    <a:pt x="242" y="200"/>
                    <a:pt x="237" y="198"/>
                  </a:cubicBezTo>
                  <a:cubicBezTo>
                    <a:pt x="233" y="195"/>
                    <a:pt x="228" y="193"/>
                    <a:pt x="222" y="189"/>
                  </a:cubicBezTo>
                  <a:cubicBezTo>
                    <a:pt x="213" y="184"/>
                    <a:pt x="201" y="177"/>
                    <a:pt x="188" y="168"/>
                  </a:cubicBezTo>
                  <a:cubicBezTo>
                    <a:pt x="182" y="165"/>
                    <a:pt x="174" y="159"/>
                    <a:pt x="164" y="152"/>
                  </a:cubicBezTo>
                  <a:cubicBezTo>
                    <a:pt x="164" y="152"/>
                    <a:pt x="164" y="152"/>
                    <a:pt x="164" y="152"/>
                  </a:cubicBezTo>
                  <a:cubicBezTo>
                    <a:pt x="158" y="146"/>
                    <a:pt x="147" y="132"/>
                    <a:pt x="138" y="120"/>
                  </a:cubicBezTo>
                  <a:cubicBezTo>
                    <a:pt x="149" y="126"/>
                    <a:pt x="173" y="133"/>
                    <a:pt x="181" y="135"/>
                  </a:cubicBezTo>
                  <a:cubicBezTo>
                    <a:pt x="204" y="147"/>
                    <a:pt x="225" y="158"/>
                    <a:pt x="241" y="165"/>
                  </a:cubicBezTo>
                  <a:cubicBezTo>
                    <a:pt x="241" y="166"/>
                    <a:pt x="242" y="166"/>
                    <a:pt x="242" y="166"/>
                  </a:cubicBezTo>
                  <a:cubicBezTo>
                    <a:pt x="251" y="173"/>
                    <a:pt x="264" y="200"/>
                    <a:pt x="272" y="230"/>
                  </a:cubicBezTo>
                  <a:close/>
                  <a:moveTo>
                    <a:pt x="280" y="299"/>
                  </a:moveTo>
                  <a:cubicBezTo>
                    <a:pt x="276" y="290"/>
                    <a:pt x="270" y="282"/>
                    <a:pt x="263" y="271"/>
                  </a:cubicBezTo>
                  <a:cubicBezTo>
                    <a:pt x="258" y="263"/>
                    <a:pt x="254" y="257"/>
                    <a:pt x="248" y="251"/>
                  </a:cubicBezTo>
                  <a:cubicBezTo>
                    <a:pt x="249" y="236"/>
                    <a:pt x="237" y="224"/>
                    <a:pt x="227" y="214"/>
                  </a:cubicBezTo>
                  <a:cubicBezTo>
                    <a:pt x="220" y="207"/>
                    <a:pt x="220" y="207"/>
                    <a:pt x="220" y="207"/>
                  </a:cubicBezTo>
                  <a:cubicBezTo>
                    <a:pt x="215" y="201"/>
                    <a:pt x="211" y="195"/>
                    <a:pt x="206" y="189"/>
                  </a:cubicBezTo>
                  <a:cubicBezTo>
                    <a:pt x="200" y="180"/>
                    <a:pt x="200" y="180"/>
                    <a:pt x="200" y="180"/>
                  </a:cubicBezTo>
                  <a:cubicBezTo>
                    <a:pt x="208" y="184"/>
                    <a:pt x="215" y="188"/>
                    <a:pt x="221" y="192"/>
                  </a:cubicBezTo>
                  <a:cubicBezTo>
                    <a:pt x="227" y="195"/>
                    <a:pt x="232" y="198"/>
                    <a:pt x="235" y="200"/>
                  </a:cubicBezTo>
                  <a:cubicBezTo>
                    <a:pt x="241" y="203"/>
                    <a:pt x="259" y="214"/>
                    <a:pt x="275" y="239"/>
                  </a:cubicBezTo>
                  <a:cubicBezTo>
                    <a:pt x="280" y="260"/>
                    <a:pt x="283" y="282"/>
                    <a:pt x="280" y="299"/>
                  </a:cubicBezTo>
                  <a:close/>
                  <a:moveTo>
                    <a:pt x="325" y="645"/>
                  </a:moveTo>
                  <a:cubicBezTo>
                    <a:pt x="324" y="655"/>
                    <a:pt x="325" y="664"/>
                    <a:pt x="325" y="674"/>
                  </a:cubicBezTo>
                  <a:cubicBezTo>
                    <a:pt x="325" y="677"/>
                    <a:pt x="325" y="681"/>
                    <a:pt x="325" y="684"/>
                  </a:cubicBezTo>
                  <a:cubicBezTo>
                    <a:pt x="323" y="676"/>
                    <a:pt x="321" y="669"/>
                    <a:pt x="319" y="663"/>
                  </a:cubicBezTo>
                  <a:cubicBezTo>
                    <a:pt x="305" y="622"/>
                    <a:pt x="301" y="521"/>
                    <a:pt x="298" y="447"/>
                  </a:cubicBezTo>
                  <a:cubicBezTo>
                    <a:pt x="297" y="419"/>
                    <a:pt x="296" y="394"/>
                    <a:pt x="295" y="377"/>
                  </a:cubicBezTo>
                  <a:cubicBezTo>
                    <a:pt x="292" y="338"/>
                    <a:pt x="289" y="319"/>
                    <a:pt x="283" y="304"/>
                  </a:cubicBezTo>
                  <a:cubicBezTo>
                    <a:pt x="286" y="289"/>
                    <a:pt x="284" y="268"/>
                    <a:pt x="280" y="248"/>
                  </a:cubicBezTo>
                  <a:cubicBezTo>
                    <a:pt x="291" y="268"/>
                    <a:pt x="300" y="296"/>
                    <a:pt x="303" y="333"/>
                  </a:cubicBezTo>
                  <a:cubicBezTo>
                    <a:pt x="303" y="347"/>
                    <a:pt x="303" y="347"/>
                    <a:pt x="303" y="347"/>
                  </a:cubicBezTo>
                  <a:cubicBezTo>
                    <a:pt x="305" y="382"/>
                    <a:pt x="309" y="441"/>
                    <a:pt x="316" y="483"/>
                  </a:cubicBezTo>
                  <a:cubicBezTo>
                    <a:pt x="318" y="497"/>
                    <a:pt x="320" y="515"/>
                    <a:pt x="322" y="535"/>
                  </a:cubicBezTo>
                  <a:cubicBezTo>
                    <a:pt x="324" y="558"/>
                    <a:pt x="327" y="584"/>
                    <a:pt x="331" y="609"/>
                  </a:cubicBezTo>
                  <a:cubicBezTo>
                    <a:pt x="331" y="609"/>
                    <a:pt x="331" y="609"/>
                    <a:pt x="331" y="609"/>
                  </a:cubicBezTo>
                  <a:cubicBezTo>
                    <a:pt x="330" y="615"/>
                    <a:pt x="329" y="621"/>
                    <a:pt x="328" y="627"/>
                  </a:cubicBezTo>
                  <a:cubicBezTo>
                    <a:pt x="327" y="633"/>
                    <a:pt x="326" y="639"/>
                    <a:pt x="325" y="645"/>
                  </a:cubicBezTo>
                  <a:close/>
                  <a:moveTo>
                    <a:pt x="386" y="972"/>
                  </a:moveTo>
                  <a:cubicBezTo>
                    <a:pt x="386" y="972"/>
                    <a:pt x="386" y="972"/>
                    <a:pt x="386" y="972"/>
                  </a:cubicBezTo>
                  <a:cubicBezTo>
                    <a:pt x="386" y="972"/>
                    <a:pt x="386" y="972"/>
                    <a:pt x="386" y="972"/>
                  </a:cubicBezTo>
                  <a:cubicBezTo>
                    <a:pt x="386" y="972"/>
                    <a:pt x="386" y="972"/>
                    <a:pt x="386" y="972"/>
                  </a:cubicBezTo>
                  <a:close/>
                  <a:moveTo>
                    <a:pt x="387" y="970"/>
                  </a:moveTo>
                  <a:cubicBezTo>
                    <a:pt x="387" y="971"/>
                    <a:pt x="387" y="971"/>
                    <a:pt x="386" y="972"/>
                  </a:cubicBezTo>
                  <a:cubicBezTo>
                    <a:pt x="387" y="971"/>
                    <a:pt x="387" y="971"/>
                    <a:pt x="387" y="970"/>
                  </a:cubicBezTo>
                  <a:close/>
                  <a:moveTo>
                    <a:pt x="358" y="1085"/>
                  </a:moveTo>
                  <a:cubicBezTo>
                    <a:pt x="361" y="1090"/>
                    <a:pt x="364" y="1094"/>
                    <a:pt x="368" y="1096"/>
                  </a:cubicBezTo>
                  <a:cubicBezTo>
                    <a:pt x="374" y="1099"/>
                    <a:pt x="382" y="1100"/>
                    <a:pt x="389" y="1097"/>
                  </a:cubicBezTo>
                  <a:cubicBezTo>
                    <a:pt x="392" y="1095"/>
                    <a:pt x="395" y="1093"/>
                    <a:pt x="397" y="1091"/>
                  </a:cubicBezTo>
                  <a:cubicBezTo>
                    <a:pt x="396" y="1097"/>
                    <a:pt x="394" y="1102"/>
                    <a:pt x="394" y="1108"/>
                  </a:cubicBezTo>
                  <a:cubicBezTo>
                    <a:pt x="392" y="1120"/>
                    <a:pt x="389" y="1131"/>
                    <a:pt x="386" y="1142"/>
                  </a:cubicBezTo>
                  <a:cubicBezTo>
                    <a:pt x="384" y="1148"/>
                    <a:pt x="384" y="1148"/>
                    <a:pt x="384" y="1148"/>
                  </a:cubicBezTo>
                  <a:cubicBezTo>
                    <a:pt x="384" y="1150"/>
                    <a:pt x="383" y="1152"/>
                    <a:pt x="383" y="1154"/>
                  </a:cubicBezTo>
                  <a:cubicBezTo>
                    <a:pt x="382" y="1150"/>
                    <a:pt x="382" y="1150"/>
                    <a:pt x="382" y="1150"/>
                  </a:cubicBezTo>
                  <a:cubicBezTo>
                    <a:pt x="379" y="1141"/>
                    <a:pt x="377" y="1132"/>
                    <a:pt x="369" y="1125"/>
                  </a:cubicBezTo>
                  <a:cubicBezTo>
                    <a:pt x="369" y="1125"/>
                    <a:pt x="369" y="1125"/>
                    <a:pt x="369" y="1125"/>
                  </a:cubicBezTo>
                  <a:cubicBezTo>
                    <a:pt x="368" y="1116"/>
                    <a:pt x="365" y="1108"/>
                    <a:pt x="363" y="1100"/>
                  </a:cubicBezTo>
                  <a:cubicBezTo>
                    <a:pt x="363" y="1100"/>
                    <a:pt x="363" y="1100"/>
                    <a:pt x="363" y="1099"/>
                  </a:cubicBezTo>
                  <a:cubicBezTo>
                    <a:pt x="360" y="1088"/>
                    <a:pt x="360" y="1088"/>
                    <a:pt x="360" y="1088"/>
                  </a:cubicBezTo>
                  <a:cubicBezTo>
                    <a:pt x="359" y="1087"/>
                    <a:pt x="359" y="1086"/>
                    <a:pt x="358" y="1085"/>
                  </a:cubicBezTo>
                  <a:close/>
                  <a:moveTo>
                    <a:pt x="346" y="929"/>
                  </a:moveTo>
                  <a:cubicBezTo>
                    <a:pt x="352" y="945"/>
                    <a:pt x="357" y="958"/>
                    <a:pt x="359" y="966"/>
                  </a:cubicBezTo>
                  <a:cubicBezTo>
                    <a:pt x="367" y="1008"/>
                    <a:pt x="365" y="1023"/>
                    <a:pt x="355" y="1054"/>
                  </a:cubicBezTo>
                  <a:cubicBezTo>
                    <a:pt x="351" y="1069"/>
                    <a:pt x="351" y="1069"/>
                    <a:pt x="351" y="1069"/>
                  </a:cubicBezTo>
                  <a:cubicBezTo>
                    <a:pt x="344" y="1066"/>
                    <a:pt x="342" y="1058"/>
                    <a:pt x="340" y="1051"/>
                  </a:cubicBezTo>
                  <a:cubicBezTo>
                    <a:pt x="336" y="1043"/>
                    <a:pt x="336" y="1043"/>
                    <a:pt x="336" y="1043"/>
                  </a:cubicBezTo>
                  <a:cubicBezTo>
                    <a:pt x="336" y="1042"/>
                    <a:pt x="336" y="1042"/>
                    <a:pt x="336" y="1042"/>
                  </a:cubicBezTo>
                  <a:cubicBezTo>
                    <a:pt x="336" y="1039"/>
                    <a:pt x="336" y="1036"/>
                    <a:pt x="336" y="1033"/>
                  </a:cubicBezTo>
                  <a:cubicBezTo>
                    <a:pt x="336" y="1025"/>
                    <a:pt x="336" y="1017"/>
                    <a:pt x="337" y="1010"/>
                  </a:cubicBezTo>
                  <a:cubicBezTo>
                    <a:pt x="343" y="986"/>
                    <a:pt x="343" y="986"/>
                    <a:pt x="343" y="986"/>
                  </a:cubicBezTo>
                  <a:cubicBezTo>
                    <a:pt x="346" y="976"/>
                    <a:pt x="349" y="965"/>
                    <a:pt x="350" y="953"/>
                  </a:cubicBezTo>
                  <a:cubicBezTo>
                    <a:pt x="351" y="947"/>
                    <a:pt x="349" y="943"/>
                    <a:pt x="348" y="939"/>
                  </a:cubicBezTo>
                  <a:cubicBezTo>
                    <a:pt x="347" y="936"/>
                    <a:pt x="346" y="933"/>
                    <a:pt x="346" y="929"/>
                  </a:cubicBezTo>
                  <a:close/>
                  <a:moveTo>
                    <a:pt x="219" y="230"/>
                  </a:moveTo>
                  <a:cubicBezTo>
                    <a:pt x="231" y="238"/>
                    <a:pt x="239" y="245"/>
                    <a:pt x="245" y="252"/>
                  </a:cubicBezTo>
                  <a:cubicBezTo>
                    <a:pt x="245" y="253"/>
                    <a:pt x="246" y="253"/>
                    <a:pt x="247" y="253"/>
                  </a:cubicBezTo>
                  <a:cubicBezTo>
                    <a:pt x="252" y="259"/>
                    <a:pt x="256" y="265"/>
                    <a:pt x="260" y="272"/>
                  </a:cubicBezTo>
                  <a:cubicBezTo>
                    <a:pt x="281" y="302"/>
                    <a:pt x="287" y="311"/>
                    <a:pt x="292" y="377"/>
                  </a:cubicBezTo>
                  <a:cubicBezTo>
                    <a:pt x="293" y="394"/>
                    <a:pt x="294" y="419"/>
                    <a:pt x="295" y="447"/>
                  </a:cubicBezTo>
                  <a:cubicBezTo>
                    <a:pt x="296" y="460"/>
                    <a:pt x="296" y="474"/>
                    <a:pt x="297" y="488"/>
                  </a:cubicBezTo>
                  <a:cubicBezTo>
                    <a:pt x="296" y="488"/>
                    <a:pt x="295" y="515"/>
                    <a:pt x="292" y="528"/>
                  </a:cubicBezTo>
                  <a:cubicBezTo>
                    <a:pt x="291" y="534"/>
                    <a:pt x="291" y="534"/>
                    <a:pt x="291" y="534"/>
                  </a:cubicBezTo>
                  <a:cubicBezTo>
                    <a:pt x="286" y="556"/>
                    <a:pt x="285" y="574"/>
                    <a:pt x="284" y="595"/>
                  </a:cubicBezTo>
                  <a:cubicBezTo>
                    <a:pt x="284" y="604"/>
                    <a:pt x="284" y="604"/>
                    <a:pt x="284" y="604"/>
                  </a:cubicBezTo>
                  <a:cubicBezTo>
                    <a:pt x="284" y="605"/>
                    <a:pt x="285" y="605"/>
                    <a:pt x="285" y="605"/>
                  </a:cubicBezTo>
                  <a:cubicBezTo>
                    <a:pt x="286" y="605"/>
                    <a:pt x="287" y="605"/>
                    <a:pt x="287" y="604"/>
                  </a:cubicBezTo>
                  <a:cubicBezTo>
                    <a:pt x="287" y="595"/>
                    <a:pt x="287" y="595"/>
                    <a:pt x="287" y="595"/>
                  </a:cubicBezTo>
                  <a:cubicBezTo>
                    <a:pt x="288" y="574"/>
                    <a:pt x="289" y="556"/>
                    <a:pt x="294" y="535"/>
                  </a:cubicBezTo>
                  <a:cubicBezTo>
                    <a:pt x="295" y="528"/>
                    <a:pt x="295" y="528"/>
                    <a:pt x="295" y="528"/>
                  </a:cubicBezTo>
                  <a:cubicBezTo>
                    <a:pt x="296" y="524"/>
                    <a:pt x="297" y="519"/>
                    <a:pt x="298" y="515"/>
                  </a:cubicBezTo>
                  <a:cubicBezTo>
                    <a:pt x="301" y="575"/>
                    <a:pt x="306" y="634"/>
                    <a:pt x="316" y="664"/>
                  </a:cubicBezTo>
                  <a:cubicBezTo>
                    <a:pt x="319" y="671"/>
                    <a:pt x="321" y="680"/>
                    <a:pt x="324" y="691"/>
                  </a:cubicBezTo>
                  <a:cubicBezTo>
                    <a:pt x="324" y="706"/>
                    <a:pt x="324" y="706"/>
                    <a:pt x="324" y="706"/>
                  </a:cubicBezTo>
                  <a:cubicBezTo>
                    <a:pt x="323" y="724"/>
                    <a:pt x="323" y="743"/>
                    <a:pt x="326" y="761"/>
                  </a:cubicBezTo>
                  <a:cubicBezTo>
                    <a:pt x="325" y="761"/>
                    <a:pt x="324" y="761"/>
                    <a:pt x="324" y="762"/>
                  </a:cubicBezTo>
                  <a:cubicBezTo>
                    <a:pt x="316" y="777"/>
                    <a:pt x="319" y="811"/>
                    <a:pt x="320" y="825"/>
                  </a:cubicBezTo>
                  <a:cubicBezTo>
                    <a:pt x="320" y="826"/>
                    <a:pt x="321" y="827"/>
                    <a:pt x="322" y="827"/>
                  </a:cubicBezTo>
                  <a:cubicBezTo>
                    <a:pt x="322" y="827"/>
                    <a:pt x="323" y="826"/>
                    <a:pt x="323" y="825"/>
                  </a:cubicBezTo>
                  <a:cubicBezTo>
                    <a:pt x="322" y="812"/>
                    <a:pt x="320" y="780"/>
                    <a:pt x="326" y="765"/>
                  </a:cubicBezTo>
                  <a:cubicBezTo>
                    <a:pt x="326" y="765"/>
                    <a:pt x="326" y="766"/>
                    <a:pt x="327" y="767"/>
                  </a:cubicBezTo>
                  <a:cubicBezTo>
                    <a:pt x="328" y="774"/>
                    <a:pt x="330" y="781"/>
                    <a:pt x="331" y="788"/>
                  </a:cubicBezTo>
                  <a:cubicBezTo>
                    <a:pt x="334" y="797"/>
                    <a:pt x="336" y="807"/>
                    <a:pt x="337" y="816"/>
                  </a:cubicBezTo>
                  <a:cubicBezTo>
                    <a:pt x="339" y="829"/>
                    <a:pt x="339" y="829"/>
                    <a:pt x="339" y="829"/>
                  </a:cubicBezTo>
                  <a:cubicBezTo>
                    <a:pt x="340" y="837"/>
                    <a:pt x="342" y="846"/>
                    <a:pt x="341" y="853"/>
                  </a:cubicBezTo>
                  <a:cubicBezTo>
                    <a:pt x="341" y="854"/>
                    <a:pt x="342" y="855"/>
                    <a:pt x="343" y="855"/>
                  </a:cubicBezTo>
                  <a:cubicBezTo>
                    <a:pt x="344" y="855"/>
                    <a:pt x="344" y="854"/>
                    <a:pt x="344" y="853"/>
                  </a:cubicBezTo>
                  <a:cubicBezTo>
                    <a:pt x="345" y="846"/>
                    <a:pt x="343" y="837"/>
                    <a:pt x="342" y="828"/>
                  </a:cubicBezTo>
                  <a:cubicBezTo>
                    <a:pt x="340" y="816"/>
                    <a:pt x="340" y="816"/>
                    <a:pt x="340" y="816"/>
                  </a:cubicBezTo>
                  <a:cubicBezTo>
                    <a:pt x="339" y="806"/>
                    <a:pt x="337" y="796"/>
                    <a:pt x="334" y="787"/>
                  </a:cubicBezTo>
                  <a:cubicBezTo>
                    <a:pt x="333" y="780"/>
                    <a:pt x="331" y="773"/>
                    <a:pt x="330" y="767"/>
                  </a:cubicBezTo>
                  <a:cubicBezTo>
                    <a:pt x="326" y="747"/>
                    <a:pt x="326" y="726"/>
                    <a:pt x="327" y="706"/>
                  </a:cubicBezTo>
                  <a:cubicBezTo>
                    <a:pt x="327" y="703"/>
                    <a:pt x="327" y="703"/>
                    <a:pt x="327" y="703"/>
                  </a:cubicBezTo>
                  <a:cubicBezTo>
                    <a:pt x="334" y="734"/>
                    <a:pt x="342" y="775"/>
                    <a:pt x="351" y="818"/>
                  </a:cubicBezTo>
                  <a:cubicBezTo>
                    <a:pt x="362" y="875"/>
                    <a:pt x="374" y="934"/>
                    <a:pt x="384" y="971"/>
                  </a:cubicBezTo>
                  <a:cubicBezTo>
                    <a:pt x="384" y="971"/>
                    <a:pt x="384" y="971"/>
                    <a:pt x="384" y="971"/>
                  </a:cubicBezTo>
                  <a:cubicBezTo>
                    <a:pt x="384" y="971"/>
                    <a:pt x="387" y="982"/>
                    <a:pt x="389" y="989"/>
                  </a:cubicBezTo>
                  <a:cubicBezTo>
                    <a:pt x="389" y="989"/>
                    <a:pt x="389" y="989"/>
                    <a:pt x="389" y="990"/>
                  </a:cubicBezTo>
                  <a:cubicBezTo>
                    <a:pt x="389" y="990"/>
                    <a:pt x="389" y="990"/>
                    <a:pt x="390" y="990"/>
                  </a:cubicBezTo>
                  <a:cubicBezTo>
                    <a:pt x="390" y="992"/>
                    <a:pt x="390" y="992"/>
                    <a:pt x="390" y="992"/>
                  </a:cubicBezTo>
                  <a:cubicBezTo>
                    <a:pt x="394" y="1007"/>
                    <a:pt x="398" y="1020"/>
                    <a:pt x="401" y="1033"/>
                  </a:cubicBezTo>
                  <a:cubicBezTo>
                    <a:pt x="401" y="1046"/>
                    <a:pt x="401" y="1046"/>
                    <a:pt x="401" y="1046"/>
                  </a:cubicBezTo>
                  <a:cubicBezTo>
                    <a:pt x="402" y="1052"/>
                    <a:pt x="403" y="1057"/>
                    <a:pt x="402" y="1064"/>
                  </a:cubicBezTo>
                  <a:cubicBezTo>
                    <a:pt x="402" y="1070"/>
                    <a:pt x="401" y="1076"/>
                    <a:pt x="400" y="1082"/>
                  </a:cubicBezTo>
                  <a:cubicBezTo>
                    <a:pt x="398" y="1087"/>
                    <a:pt x="394" y="1092"/>
                    <a:pt x="388" y="1094"/>
                  </a:cubicBezTo>
                  <a:cubicBezTo>
                    <a:pt x="382" y="1096"/>
                    <a:pt x="375" y="1096"/>
                    <a:pt x="369" y="1093"/>
                  </a:cubicBezTo>
                  <a:cubicBezTo>
                    <a:pt x="364" y="1090"/>
                    <a:pt x="359" y="1080"/>
                    <a:pt x="356" y="1074"/>
                  </a:cubicBezTo>
                  <a:cubicBezTo>
                    <a:pt x="355" y="1072"/>
                    <a:pt x="355" y="1072"/>
                    <a:pt x="355" y="1072"/>
                  </a:cubicBezTo>
                  <a:cubicBezTo>
                    <a:pt x="355" y="1072"/>
                    <a:pt x="355" y="1072"/>
                    <a:pt x="355" y="1072"/>
                  </a:cubicBezTo>
                  <a:cubicBezTo>
                    <a:pt x="355" y="1072"/>
                    <a:pt x="355" y="1072"/>
                    <a:pt x="354" y="1072"/>
                  </a:cubicBezTo>
                  <a:cubicBezTo>
                    <a:pt x="354" y="1071"/>
                    <a:pt x="354" y="1071"/>
                    <a:pt x="353" y="1071"/>
                  </a:cubicBezTo>
                  <a:cubicBezTo>
                    <a:pt x="358" y="1055"/>
                    <a:pt x="358" y="1055"/>
                    <a:pt x="358" y="1055"/>
                  </a:cubicBezTo>
                  <a:cubicBezTo>
                    <a:pt x="368" y="1024"/>
                    <a:pt x="370" y="1008"/>
                    <a:pt x="362" y="966"/>
                  </a:cubicBezTo>
                  <a:cubicBezTo>
                    <a:pt x="359" y="955"/>
                    <a:pt x="352" y="936"/>
                    <a:pt x="343" y="912"/>
                  </a:cubicBezTo>
                  <a:cubicBezTo>
                    <a:pt x="331" y="881"/>
                    <a:pt x="316" y="841"/>
                    <a:pt x="306" y="802"/>
                  </a:cubicBezTo>
                  <a:cubicBezTo>
                    <a:pt x="296" y="767"/>
                    <a:pt x="286" y="710"/>
                    <a:pt x="280" y="679"/>
                  </a:cubicBezTo>
                  <a:cubicBezTo>
                    <a:pt x="278" y="668"/>
                    <a:pt x="277" y="661"/>
                    <a:pt x="277" y="659"/>
                  </a:cubicBezTo>
                  <a:cubicBezTo>
                    <a:pt x="255" y="581"/>
                    <a:pt x="260" y="448"/>
                    <a:pt x="266" y="406"/>
                  </a:cubicBezTo>
                  <a:cubicBezTo>
                    <a:pt x="272" y="360"/>
                    <a:pt x="265" y="319"/>
                    <a:pt x="241" y="268"/>
                  </a:cubicBezTo>
                  <a:cubicBezTo>
                    <a:pt x="235" y="256"/>
                    <a:pt x="227" y="240"/>
                    <a:pt x="219" y="230"/>
                  </a:cubicBezTo>
                  <a:close/>
                  <a:moveTo>
                    <a:pt x="136" y="149"/>
                  </a:moveTo>
                  <a:cubicBezTo>
                    <a:pt x="142" y="151"/>
                    <a:pt x="149" y="152"/>
                    <a:pt x="156" y="153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60" y="153"/>
                    <a:pt x="160" y="153"/>
                    <a:pt x="160" y="153"/>
                  </a:cubicBezTo>
                  <a:cubicBezTo>
                    <a:pt x="171" y="161"/>
                    <a:pt x="180" y="167"/>
                    <a:pt x="186" y="171"/>
                  </a:cubicBezTo>
                  <a:cubicBezTo>
                    <a:pt x="189" y="173"/>
                    <a:pt x="192" y="175"/>
                    <a:pt x="195" y="177"/>
                  </a:cubicBezTo>
                  <a:cubicBezTo>
                    <a:pt x="195" y="177"/>
                    <a:pt x="195" y="178"/>
                    <a:pt x="195" y="178"/>
                  </a:cubicBezTo>
                  <a:cubicBezTo>
                    <a:pt x="204" y="190"/>
                    <a:pt x="204" y="190"/>
                    <a:pt x="204" y="190"/>
                  </a:cubicBezTo>
                  <a:cubicBezTo>
                    <a:pt x="208" y="197"/>
                    <a:pt x="213" y="203"/>
                    <a:pt x="218" y="209"/>
                  </a:cubicBezTo>
                  <a:cubicBezTo>
                    <a:pt x="224" y="216"/>
                    <a:pt x="224" y="216"/>
                    <a:pt x="224" y="216"/>
                  </a:cubicBezTo>
                  <a:cubicBezTo>
                    <a:pt x="234" y="225"/>
                    <a:pt x="244" y="235"/>
                    <a:pt x="245" y="247"/>
                  </a:cubicBezTo>
                  <a:cubicBezTo>
                    <a:pt x="238" y="239"/>
                    <a:pt x="227" y="231"/>
                    <a:pt x="210" y="220"/>
                  </a:cubicBezTo>
                  <a:cubicBezTo>
                    <a:pt x="209" y="220"/>
                    <a:pt x="209" y="219"/>
                    <a:pt x="208" y="219"/>
                  </a:cubicBezTo>
                  <a:cubicBezTo>
                    <a:pt x="208" y="219"/>
                    <a:pt x="208" y="219"/>
                    <a:pt x="208" y="219"/>
                  </a:cubicBezTo>
                  <a:cubicBezTo>
                    <a:pt x="208" y="219"/>
                    <a:pt x="208" y="219"/>
                    <a:pt x="208" y="219"/>
                  </a:cubicBezTo>
                  <a:cubicBezTo>
                    <a:pt x="208" y="219"/>
                    <a:pt x="208" y="219"/>
                    <a:pt x="208" y="219"/>
                  </a:cubicBezTo>
                  <a:cubicBezTo>
                    <a:pt x="208" y="219"/>
                    <a:pt x="208" y="219"/>
                    <a:pt x="207" y="219"/>
                  </a:cubicBezTo>
                  <a:cubicBezTo>
                    <a:pt x="207" y="219"/>
                    <a:pt x="207" y="219"/>
                    <a:pt x="207" y="219"/>
                  </a:cubicBezTo>
                  <a:cubicBezTo>
                    <a:pt x="191" y="215"/>
                    <a:pt x="148" y="167"/>
                    <a:pt x="139" y="153"/>
                  </a:cubicBezTo>
                  <a:cubicBezTo>
                    <a:pt x="138" y="152"/>
                    <a:pt x="137" y="150"/>
                    <a:pt x="136" y="149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1" name="Freeform 551">
              <a:extLst>
                <a:ext uri="{FF2B5EF4-FFF2-40B4-BE49-F238E27FC236}">
                  <a16:creationId xmlns:a16="http://schemas.microsoft.com/office/drawing/2014/main" id="{1722D63D-8DCF-4FF0-9D34-76A4F8DB2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074"/>
              <a:ext cx="52" cy="31"/>
            </a:xfrm>
            <a:custGeom>
              <a:avLst/>
              <a:gdLst>
                <a:gd name="T0" fmla="*/ 5 w 39"/>
                <a:gd name="T1" fmla="*/ 0 h 23"/>
                <a:gd name="T2" fmla="*/ 21 w 39"/>
                <a:gd name="T3" fmla="*/ 16 h 23"/>
                <a:gd name="T4" fmla="*/ 91 w 39"/>
                <a:gd name="T5" fmla="*/ 49 h 23"/>
                <a:gd name="T6" fmla="*/ 92 w 39"/>
                <a:gd name="T7" fmla="*/ 54 h 23"/>
                <a:gd name="T8" fmla="*/ 87 w 39"/>
                <a:gd name="T9" fmla="*/ 57 h 23"/>
                <a:gd name="T10" fmla="*/ 16 w 39"/>
                <a:gd name="T11" fmla="*/ 22 h 23"/>
                <a:gd name="T12" fmla="*/ 0 w 39"/>
                <a:gd name="T13" fmla="*/ 7 h 23"/>
                <a:gd name="T14" fmla="*/ 0 w 39"/>
                <a:gd name="T15" fmla="*/ 1 h 23"/>
                <a:gd name="T16" fmla="*/ 5 w 39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3">
                  <a:moveTo>
                    <a:pt x="2" y="0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18" y="15"/>
                    <a:pt x="23" y="20"/>
                    <a:pt x="38" y="20"/>
                  </a:cubicBezTo>
                  <a:cubicBezTo>
                    <a:pt x="38" y="20"/>
                    <a:pt x="39" y="21"/>
                    <a:pt x="39" y="22"/>
                  </a:cubicBezTo>
                  <a:cubicBezTo>
                    <a:pt x="39" y="22"/>
                    <a:pt x="38" y="23"/>
                    <a:pt x="37" y="23"/>
                  </a:cubicBezTo>
                  <a:cubicBezTo>
                    <a:pt x="21" y="22"/>
                    <a:pt x="16" y="17"/>
                    <a:pt x="7" y="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2" name="Freeform 552">
              <a:extLst>
                <a:ext uri="{FF2B5EF4-FFF2-40B4-BE49-F238E27FC236}">
                  <a16:creationId xmlns:a16="http://schemas.microsoft.com/office/drawing/2014/main" id="{F5421963-B88C-4E9F-B6ED-5C80453A7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048"/>
              <a:ext cx="43" cy="21"/>
            </a:xfrm>
            <a:custGeom>
              <a:avLst/>
              <a:gdLst>
                <a:gd name="T0" fmla="*/ 5 w 32"/>
                <a:gd name="T1" fmla="*/ 0 h 16"/>
                <a:gd name="T2" fmla="*/ 31 w 32"/>
                <a:gd name="T3" fmla="*/ 14 h 16"/>
                <a:gd name="T4" fmla="*/ 75 w 32"/>
                <a:gd name="T5" fmla="*/ 28 h 16"/>
                <a:gd name="T6" fmla="*/ 78 w 32"/>
                <a:gd name="T7" fmla="*/ 32 h 16"/>
                <a:gd name="T8" fmla="*/ 75 w 32"/>
                <a:gd name="T9" fmla="*/ 34 h 16"/>
                <a:gd name="T10" fmla="*/ 27 w 32"/>
                <a:gd name="T11" fmla="*/ 18 h 16"/>
                <a:gd name="T12" fmla="*/ 1 w 32"/>
                <a:gd name="T13" fmla="*/ 7 h 16"/>
                <a:gd name="T14" fmla="*/ 0 w 32"/>
                <a:gd name="T15" fmla="*/ 1 h 16"/>
                <a:gd name="T16" fmla="*/ 5 w 32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2" y="0"/>
                  </a:moveTo>
                  <a:cubicBezTo>
                    <a:pt x="6" y="1"/>
                    <a:pt x="9" y="4"/>
                    <a:pt x="13" y="6"/>
                  </a:cubicBezTo>
                  <a:cubicBezTo>
                    <a:pt x="19" y="9"/>
                    <a:pt x="24" y="13"/>
                    <a:pt x="31" y="12"/>
                  </a:cubicBezTo>
                  <a:cubicBezTo>
                    <a:pt x="31" y="12"/>
                    <a:pt x="32" y="13"/>
                    <a:pt x="32" y="14"/>
                  </a:cubicBezTo>
                  <a:cubicBezTo>
                    <a:pt x="32" y="14"/>
                    <a:pt x="32" y="15"/>
                    <a:pt x="31" y="15"/>
                  </a:cubicBezTo>
                  <a:cubicBezTo>
                    <a:pt x="23" y="16"/>
                    <a:pt x="17" y="12"/>
                    <a:pt x="11" y="8"/>
                  </a:cubicBezTo>
                  <a:cubicBezTo>
                    <a:pt x="8" y="6"/>
                    <a:pt x="5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3" name="Freeform 553">
              <a:extLst>
                <a:ext uri="{FF2B5EF4-FFF2-40B4-BE49-F238E27FC236}">
                  <a16:creationId xmlns:a16="http://schemas.microsoft.com/office/drawing/2014/main" id="{C6FBEC00-4F54-4990-9D28-EC26EAF5E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256"/>
              <a:ext cx="20" cy="145"/>
            </a:xfrm>
            <a:custGeom>
              <a:avLst/>
              <a:gdLst>
                <a:gd name="T0" fmla="*/ 1 w 15"/>
                <a:gd name="T1" fmla="*/ 0 h 109"/>
                <a:gd name="T2" fmla="*/ 7 w 15"/>
                <a:gd name="T3" fmla="*/ 5 h 109"/>
                <a:gd name="T4" fmla="*/ 36 w 15"/>
                <a:gd name="T5" fmla="*/ 251 h 109"/>
                <a:gd name="T6" fmla="*/ 33 w 15"/>
                <a:gd name="T7" fmla="*/ 257 h 109"/>
                <a:gd name="T8" fmla="*/ 28 w 15"/>
                <a:gd name="T9" fmla="*/ 255 h 109"/>
                <a:gd name="T10" fmla="*/ 0 w 15"/>
                <a:gd name="T11" fmla="*/ 1 h 109"/>
                <a:gd name="T12" fmla="*/ 1 w 15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09">
                  <a:moveTo>
                    <a:pt x="1" y="0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3" y="34"/>
                    <a:pt x="7" y="89"/>
                    <a:pt x="15" y="107"/>
                  </a:cubicBezTo>
                  <a:cubicBezTo>
                    <a:pt x="15" y="108"/>
                    <a:pt x="15" y="109"/>
                    <a:pt x="14" y="109"/>
                  </a:cubicBezTo>
                  <a:cubicBezTo>
                    <a:pt x="13" y="109"/>
                    <a:pt x="12" y="109"/>
                    <a:pt x="12" y="108"/>
                  </a:cubicBezTo>
                  <a:cubicBezTo>
                    <a:pt x="4" y="90"/>
                    <a:pt x="0" y="35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4" name="Freeform 554">
              <a:extLst>
                <a:ext uri="{FF2B5EF4-FFF2-40B4-BE49-F238E27FC236}">
                  <a16:creationId xmlns:a16="http://schemas.microsoft.com/office/drawing/2014/main" id="{BDBB358C-0923-4F73-B6E8-12ECF4153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192"/>
              <a:ext cx="61" cy="145"/>
            </a:xfrm>
            <a:custGeom>
              <a:avLst/>
              <a:gdLst>
                <a:gd name="T0" fmla="*/ 23 w 46"/>
                <a:gd name="T1" fmla="*/ 0 h 109"/>
                <a:gd name="T2" fmla="*/ 27 w 46"/>
                <a:gd name="T3" fmla="*/ 5 h 109"/>
                <a:gd name="T4" fmla="*/ 106 w 46"/>
                <a:gd name="T5" fmla="*/ 251 h 109"/>
                <a:gd name="T6" fmla="*/ 106 w 46"/>
                <a:gd name="T7" fmla="*/ 257 h 109"/>
                <a:gd name="T8" fmla="*/ 101 w 46"/>
                <a:gd name="T9" fmla="*/ 255 h 109"/>
                <a:gd name="T10" fmla="*/ 20 w 46"/>
                <a:gd name="T11" fmla="*/ 1 h 109"/>
                <a:gd name="T12" fmla="*/ 23 w 46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09">
                  <a:moveTo>
                    <a:pt x="10" y="0"/>
                  </a:moveTo>
                  <a:cubicBezTo>
                    <a:pt x="11" y="0"/>
                    <a:pt x="12" y="1"/>
                    <a:pt x="11" y="2"/>
                  </a:cubicBezTo>
                  <a:cubicBezTo>
                    <a:pt x="3" y="29"/>
                    <a:pt x="37" y="96"/>
                    <a:pt x="45" y="107"/>
                  </a:cubicBezTo>
                  <a:cubicBezTo>
                    <a:pt x="46" y="107"/>
                    <a:pt x="45" y="108"/>
                    <a:pt x="45" y="109"/>
                  </a:cubicBezTo>
                  <a:cubicBezTo>
                    <a:pt x="44" y="109"/>
                    <a:pt x="43" y="109"/>
                    <a:pt x="43" y="108"/>
                  </a:cubicBezTo>
                  <a:cubicBezTo>
                    <a:pt x="35" y="99"/>
                    <a:pt x="0" y="31"/>
                    <a:pt x="8" y="1"/>
                  </a:cubicBezTo>
                  <a:cubicBezTo>
                    <a:pt x="9" y="0"/>
                    <a:pt x="9" y="0"/>
                    <a:pt x="10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5" name="Freeform 555">
              <a:extLst>
                <a:ext uri="{FF2B5EF4-FFF2-40B4-BE49-F238E27FC236}">
                  <a16:creationId xmlns:a16="http://schemas.microsoft.com/office/drawing/2014/main" id="{7B0847DD-AC6C-4E90-8034-F44359B61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253"/>
              <a:ext cx="37" cy="122"/>
            </a:xfrm>
            <a:custGeom>
              <a:avLst/>
              <a:gdLst>
                <a:gd name="T0" fmla="*/ 7 w 28"/>
                <a:gd name="T1" fmla="*/ 1 h 91"/>
                <a:gd name="T2" fmla="*/ 63 w 28"/>
                <a:gd name="T3" fmla="*/ 215 h 91"/>
                <a:gd name="T4" fmla="*/ 63 w 28"/>
                <a:gd name="T5" fmla="*/ 220 h 91"/>
                <a:gd name="T6" fmla="*/ 58 w 28"/>
                <a:gd name="T7" fmla="*/ 217 h 91"/>
                <a:gd name="T8" fmla="*/ 0 w 28"/>
                <a:gd name="T9" fmla="*/ 5 h 91"/>
                <a:gd name="T10" fmla="*/ 5 w 28"/>
                <a:gd name="T11" fmla="*/ 0 h 91"/>
                <a:gd name="T12" fmla="*/ 7 w 28"/>
                <a:gd name="T13" fmla="*/ 1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1">
                  <a:moveTo>
                    <a:pt x="3" y="1"/>
                  </a:moveTo>
                  <a:cubicBezTo>
                    <a:pt x="5" y="23"/>
                    <a:pt x="17" y="73"/>
                    <a:pt x="27" y="89"/>
                  </a:cubicBezTo>
                  <a:cubicBezTo>
                    <a:pt x="28" y="89"/>
                    <a:pt x="27" y="90"/>
                    <a:pt x="27" y="91"/>
                  </a:cubicBezTo>
                  <a:cubicBezTo>
                    <a:pt x="26" y="91"/>
                    <a:pt x="25" y="91"/>
                    <a:pt x="25" y="90"/>
                  </a:cubicBezTo>
                  <a:cubicBezTo>
                    <a:pt x="14" y="74"/>
                    <a:pt x="2" y="2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6" name="Freeform 556">
              <a:extLst>
                <a:ext uri="{FF2B5EF4-FFF2-40B4-BE49-F238E27FC236}">
                  <a16:creationId xmlns:a16="http://schemas.microsoft.com/office/drawing/2014/main" id="{81381D47-030D-4BF0-AE73-ACDA309DDC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08" y="1790"/>
              <a:ext cx="311" cy="2252"/>
            </a:xfrm>
            <a:custGeom>
              <a:avLst/>
              <a:gdLst>
                <a:gd name="T0" fmla="*/ 15 w 233"/>
                <a:gd name="T1" fmla="*/ 659 h 1691"/>
                <a:gd name="T2" fmla="*/ 113 w 233"/>
                <a:gd name="T3" fmla="*/ 1209 h 1691"/>
                <a:gd name="T4" fmla="*/ 105 w 233"/>
                <a:gd name="T5" fmla="*/ 1734 h 1691"/>
                <a:gd name="T6" fmla="*/ 172 w 233"/>
                <a:gd name="T7" fmla="*/ 1368 h 1691"/>
                <a:gd name="T8" fmla="*/ 320 w 233"/>
                <a:gd name="T9" fmla="*/ 1129 h 1691"/>
                <a:gd name="T10" fmla="*/ 143 w 233"/>
                <a:gd name="T11" fmla="*/ 2315 h 1691"/>
                <a:gd name="T12" fmla="*/ 127 w 233"/>
                <a:gd name="T13" fmla="*/ 3139 h 1691"/>
                <a:gd name="T14" fmla="*/ 91 w 233"/>
                <a:gd name="T15" fmla="*/ 3822 h 1691"/>
                <a:gd name="T16" fmla="*/ 198 w 233"/>
                <a:gd name="T17" fmla="*/ 3930 h 1691"/>
                <a:gd name="T18" fmla="*/ 310 w 233"/>
                <a:gd name="T19" fmla="*/ 3967 h 1691"/>
                <a:gd name="T20" fmla="*/ 204 w 233"/>
                <a:gd name="T21" fmla="*/ 3762 h 1691"/>
                <a:gd name="T22" fmla="*/ 374 w 233"/>
                <a:gd name="T23" fmla="*/ 2625 h 1691"/>
                <a:gd name="T24" fmla="*/ 278 w 233"/>
                <a:gd name="T25" fmla="*/ 3797 h 1691"/>
                <a:gd name="T26" fmla="*/ 360 w 233"/>
                <a:gd name="T27" fmla="*/ 3971 h 1691"/>
                <a:gd name="T28" fmla="*/ 278 w 233"/>
                <a:gd name="T29" fmla="*/ 3760 h 1691"/>
                <a:gd name="T30" fmla="*/ 362 w 233"/>
                <a:gd name="T31" fmla="*/ 3907 h 1691"/>
                <a:gd name="T32" fmla="*/ 350 w 233"/>
                <a:gd name="T33" fmla="*/ 3845 h 1691"/>
                <a:gd name="T34" fmla="*/ 276 w 233"/>
                <a:gd name="T35" fmla="*/ 3742 h 1691"/>
                <a:gd name="T36" fmla="*/ 382 w 233"/>
                <a:gd name="T37" fmla="*/ 2625 h 1691"/>
                <a:gd name="T38" fmla="*/ 456 w 233"/>
                <a:gd name="T39" fmla="*/ 2095 h 1691"/>
                <a:gd name="T40" fmla="*/ 481 w 233"/>
                <a:gd name="T41" fmla="*/ 1653 h 1691"/>
                <a:gd name="T42" fmla="*/ 475 w 233"/>
                <a:gd name="T43" fmla="*/ 1603 h 1691"/>
                <a:gd name="T44" fmla="*/ 485 w 233"/>
                <a:gd name="T45" fmla="*/ 1602 h 1691"/>
                <a:gd name="T46" fmla="*/ 340 w 233"/>
                <a:gd name="T47" fmla="*/ 995 h 1691"/>
                <a:gd name="T48" fmla="*/ 438 w 233"/>
                <a:gd name="T49" fmla="*/ 763 h 1691"/>
                <a:gd name="T50" fmla="*/ 427 w 233"/>
                <a:gd name="T51" fmla="*/ 1155 h 1691"/>
                <a:gd name="T52" fmla="*/ 505 w 233"/>
                <a:gd name="T53" fmla="*/ 1397 h 1691"/>
                <a:gd name="T54" fmla="*/ 320 w 233"/>
                <a:gd name="T55" fmla="*/ 455 h 1691"/>
                <a:gd name="T56" fmla="*/ 207 w 233"/>
                <a:gd name="T57" fmla="*/ 208 h 1691"/>
                <a:gd name="T58" fmla="*/ 328 w 233"/>
                <a:gd name="T59" fmla="*/ 272 h 1691"/>
                <a:gd name="T60" fmla="*/ 180 w 233"/>
                <a:gd name="T61" fmla="*/ 137 h 1691"/>
                <a:gd name="T62" fmla="*/ 20 w 233"/>
                <a:gd name="T63" fmla="*/ 5 h 1691"/>
                <a:gd name="T64" fmla="*/ 202 w 233"/>
                <a:gd name="T65" fmla="*/ 176 h 1691"/>
                <a:gd name="T66" fmla="*/ 155 w 233"/>
                <a:gd name="T67" fmla="*/ 213 h 1691"/>
                <a:gd name="T68" fmla="*/ 16 w 233"/>
                <a:gd name="T69" fmla="*/ 156 h 1691"/>
                <a:gd name="T70" fmla="*/ 7 w 233"/>
                <a:gd name="T71" fmla="*/ 225 h 1691"/>
                <a:gd name="T72" fmla="*/ 79 w 233"/>
                <a:gd name="T73" fmla="*/ 405 h 1691"/>
                <a:gd name="T74" fmla="*/ 105 w 233"/>
                <a:gd name="T75" fmla="*/ 501 h 1691"/>
                <a:gd name="T76" fmla="*/ 15 w 233"/>
                <a:gd name="T77" fmla="*/ 507 h 1691"/>
                <a:gd name="T78" fmla="*/ 198 w 233"/>
                <a:gd name="T79" fmla="*/ 248 h 1691"/>
                <a:gd name="T80" fmla="*/ 276 w 233"/>
                <a:gd name="T81" fmla="*/ 2235 h 1691"/>
                <a:gd name="T82" fmla="*/ 419 w 233"/>
                <a:gd name="T83" fmla="*/ 1995 h 1691"/>
                <a:gd name="T84" fmla="*/ 266 w 233"/>
                <a:gd name="T85" fmla="*/ 3127 h 1691"/>
                <a:gd name="T86" fmla="*/ 113 w 233"/>
                <a:gd name="T87" fmla="*/ 3657 h 1691"/>
                <a:gd name="T88" fmla="*/ 291 w 233"/>
                <a:gd name="T89" fmla="*/ 1982 h 1691"/>
                <a:gd name="T90" fmla="*/ 107 w 233"/>
                <a:gd name="T91" fmla="*/ 2855 h 1691"/>
                <a:gd name="T92" fmla="*/ 156 w 233"/>
                <a:gd name="T93" fmla="*/ 2967 h 1691"/>
                <a:gd name="T94" fmla="*/ 140 w 233"/>
                <a:gd name="T95" fmla="*/ 2634 h 1691"/>
                <a:gd name="T96" fmla="*/ 191 w 233"/>
                <a:gd name="T97" fmla="*/ 2191 h 1691"/>
                <a:gd name="T98" fmla="*/ 170 w 233"/>
                <a:gd name="T99" fmla="*/ 2042 h 1691"/>
                <a:gd name="T100" fmla="*/ 326 w 233"/>
                <a:gd name="T101" fmla="*/ 1217 h 1691"/>
                <a:gd name="T102" fmla="*/ 159 w 233"/>
                <a:gd name="T103" fmla="*/ 621 h 1691"/>
                <a:gd name="T104" fmla="*/ 164 w 233"/>
                <a:gd name="T105" fmla="*/ 642 h 1691"/>
                <a:gd name="T106" fmla="*/ 113 w 233"/>
                <a:gd name="T107" fmla="*/ 543 h 1691"/>
                <a:gd name="T108" fmla="*/ 113 w 233"/>
                <a:gd name="T109" fmla="*/ 514 h 1691"/>
                <a:gd name="T110" fmla="*/ 91 w 233"/>
                <a:gd name="T111" fmla="*/ 320 h 1691"/>
                <a:gd name="T112" fmla="*/ 235 w 233"/>
                <a:gd name="T113" fmla="*/ 357 h 1691"/>
                <a:gd name="T114" fmla="*/ 288 w 233"/>
                <a:gd name="T115" fmla="*/ 413 h 1691"/>
                <a:gd name="T116" fmla="*/ 137 w 233"/>
                <a:gd name="T117" fmla="*/ 422 h 1691"/>
                <a:gd name="T118" fmla="*/ 314 w 233"/>
                <a:gd name="T119" fmla="*/ 882 h 1691"/>
                <a:gd name="T120" fmla="*/ 320 w 233"/>
                <a:gd name="T121" fmla="*/ 991 h 1691"/>
                <a:gd name="T122" fmla="*/ 135 w 233"/>
                <a:gd name="T123" fmla="*/ 685 h 1691"/>
                <a:gd name="T124" fmla="*/ 84 w 233"/>
                <a:gd name="T125" fmla="*/ 641 h 169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33" h="1691">
                  <a:moveTo>
                    <a:pt x="3" y="234"/>
                  </a:moveTo>
                  <a:cubicBezTo>
                    <a:pt x="8" y="244"/>
                    <a:pt x="17" y="255"/>
                    <a:pt x="27" y="264"/>
                  </a:cubicBezTo>
                  <a:cubicBezTo>
                    <a:pt x="27" y="264"/>
                    <a:pt x="27" y="264"/>
                    <a:pt x="27" y="264"/>
                  </a:cubicBezTo>
                  <a:cubicBezTo>
                    <a:pt x="30" y="273"/>
                    <a:pt x="34" y="278"/>
                    <a:pt x="38" y="285"/>
                  </a:cubicBezTo>
                  <a:cubicBezTo>
                    <a:pt x="41" y="289"/>
                    <a:pt x="44" y="294"/>
                    <a:pt x="47" y="300"/>
                  </a:cubicBezTo>
                  <a:cubicBezTo>
                    <a:pt x="50" y="307"/>
                    <a:pt x="50" y="307"/>
                    <a:pt x="50" y="307"/>
                  </a:cubicBezTo>
                  <a:cubicBezTo>
                    <a:pt x="50" y="308"/>
                    <a:pt x="51" y="309"/>
                    <a:pt x="51" y="310"/>
                  </a:cubicBezTo>
                  <a:cubicBezTo>
                    <a:pt x="41" y="300"/>
                    <a:pt x="26" y="291"/>
                    <a:pt x="16" y="285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5" y="279"/>
                    <a:pt x="4" y="279"/>
                    <a:pt x="4" y="279"/>
                  </a:cubicBezTo>
                  <a:cubicBezTo>
                    <a:pt x="3" y="280"/>
                    <a:pt x="3" y="281"/>
                    <a:pt x="4" y="28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19" y="293"/>
                    <a:pt x="36" y="306"/>
                    <a:pt x="48" y="315"/>
                  </a:cubicBezTo>
                  <a:cubicBezTo>
                    <a:pt x="52" y="319"/>
                    <a:pt x="58" y="326"/>
                    <a:pt x="59" y="326"/>
                  </a:cubicBezTo>
                  <a:cubicBezTo>
                    <a:pt x="65" y="334"/>
                    <a:pt x="71" y="343"/>
                    <a:pt x="79" y="351"/>
                  </a:cubicBezTo>
                  <a:cubicBezTo>
                    <a:pt x="80" y="358"/>
                    <a:pt x="81" y="360"/>
                    <a:pt x="82" y="366"/>
                  </a:cubicBezTo>
                  <a:cubicBezTo>
                    <a:pt x="83" y="392"/>
                    <a:pt x="83" y="416"/>
                    <a:pt x="82" y="438"/>
                  </a:cubicBezTo>
                  <a:cubicBezTo>
                    <a:pt x="77" y="466"/>
                    <a:pt x="65" y="500"/>
                    <a:pt x="48" y="512"/>
                  </a:cubicBezTo>
                  <a:cubicBezTo>
                    <a:pt x="47" y="512"/>
                    <a:pt x="47" y="513"/>
                    <a:pt x="47" y="514"/>
                  </a:cubicBezTo>
                  <a:cubicBezTo>
                    <a:pt x="48" y="515"/>
                    <a:pt x="49" y="515"/>
                    <a:pt x="49" y="514"/>
                  </a:cubicBezTo>
                  <a:cubicBezTo>
                    <a:pt x="64" y="505"/>
                    <a:pt x="74" y="480"/>
                    <a:pt x="81" y="456"/>
                  </a:cubicBezTo>
                  <a:cubicBezTo>
                    <a:pt x="76" y="527"/>
                    <a:pt x="62" y="568"/>
                    <a:pt x="52" y="598"/>
                  </a:cubicBezTo>
                  <a:cubicBezTo>
                    <a:pt x="50" y="605"/>
                    <a:pt x="50" y="605"/>
                    <a:pt x="50" y="605"/>
                  </a:cubicBezTo>
                  <a:cubicBezTo>
                    <a:pt x="43" y="626"/>
                    <a:pt x="43" y="672"/>
                    <a:pt x="43" y="702"/>
                  </a:cubicBezTo>
                  <a:cubicBezTo>
                    <a:pt x="43" y="717"/>
                    <a:pt x="43" y="731"/>
                    <a:pt x="42" y="733"/>
                  </a:cubicBezTo>
                  <a:cubicBezTo>
                    <a:pt x="41" y="734"/>
                    <a:pt x="42" y="734"/>
                    <a:pt x="42" y="735"/>
                  </a:cubicBezTo>
                  <a:cubicBezTo>
                    <a:pt x="43" y="735"/>
                    <a:pt x="44" y="735"/>
                    <a:pt x="44" y="734"/>
                  </a:cubicBezTo>
                  <a:cubicBezTo>
                    <a:pt x="46" y="732"/>
                    <a:pt x="46" y="722"/>
                    <a:pt x="46" y="702"/>
                  </a:cubicBezTo>
                  <a:cubicBezTo>
                    <a:pt x="46" y="672"/>
                    <a:pt x="46" y="627"/>
                    <a:pt x="53" y="606"/>
                  </a:cubicBezTo>
                  <a:cubicBezTo>
                    <a:pt x="55" y="599"/>
                    <a:pt x="55" y="599"/>
                    <a:pt x="55" y="599"/>
                  </a:cubicBezTo>
                  <a:cubicBezTo>
                    <a:pt x="59" y="586"/>
                    <a:pt x="64" y="572"/>
                    <a:pt x="69" y="554"/>
                  </a:cubicBezTo>
                  <a:cubicBezTo>
                    <a:pt x="69" y="561"/>
                    <a:pt x="69" y="570"/>
                    <a:pt x="70" y="580"/>
                  </a:cubicBezTo>
                  <a:cubicBezTo>
                    <a:pt x="72" y="606"/>
                    <a:pt x="74" y="640"/>
                    <a:pt x="64" y="650"/>
                  </a:cubicBezTo>
                  <a:cubicBezTo>
                    <a:pt x="63" y="651"/>
                    <a:pt x="63" y="652"/>
                    <a:pt x="64" y="653"/>
                  </a:cubicBezTo>
                  <a:cubicBezTo>
                    <a:pt x="65" y="653"/>
                    <a:pt x="66" y="653"/>
                    <a:pt x="66" y="653"/>
                  </a:cubicBezTo>
                  <a:cubicBezTo>
                    <a:pt x="77" y="641"/>
                    <a:pt x="75" y="608"/>
                    <a:pt x="73" y="579"/>
                  </a:cubicBezTo>
                  <a:cubicBezTo>
                    <a:pt x="72" y="566"/>
                    <a:pt x="71" y="553"/>
                    <a:pt x="72" y="545"/>
                  </a:cubicBezTo>
                  <a:cubicBezTo>
                    <a:pt x="72" y="544"/>
                    <a:pt x="72" y="544"/>
                    <a:pt x="71" y="544"/>
                  </a:cubicBezTo>
                  <a:cubicBezTo>
                    <a:pt x="78" y="517"/>
                    <a:pt x="83" y="483"/>
                    <a:pt x="85" y="437"/>
                  </a:cubicBezTo>
                  <a:cubicBezTo>
                    <a:pt x="87" y="426"/>
                    <a:pt x="86" y="389"/>
                    <a:pt x="85" y="365"/>
                  </a:cubicBezTo>
                  <a:cubicBezTo>
                    <a:pt x="84" y="361"/>
                    <a:pt x="86" y="360"/>
                    <a:pt x="86" y="361"/>
                  </a:cubicBezTo>
                  <a:cubicBezTo>
                    <a:pt x="106" y="383"/>
                    <a:pt x="125" y="405"/>
                    <a:pt x="135" y="433"/>
                  </a:cubicBezTo>
                  <a:cubicBezTo>
                    <a:pt x="136" y="439"/>
                    <a:pt x="138" y="442"/>
                    <a:pt x="138" y="448"/>
                  </a:cubicBezTo>
                  <a:cubicBezTo>
                    <a:pt x="138" y="448"/>
                    <a:pt x="138" y="448"/>
                    <a:pt x="138" y="448"/>
                  </a:cubicBezTo>
                  <a:cubicBezTo>
                    <a:pt x="139" y="458"/>
                    <a:pt x="137" y="468"/>
                    <a:pt x="135" y="478"/>
                  </a:cubicBezTo>
                  <a:cubicBezTo>
                    <a:pt x="132" y="490"/>
                    <a:pt x="131" y="513"/>
                    <a:pt x="131" y="514"/>
                  </a:cubicBezTo>
                  <a:cubicBezTo>
                    <a:pt x="129" y="527"/>
                    <a:pt x="129" y="527"/>
                    <a:pt x="129" y="527"/>
                  </a:cubicBezTo>
                  <a:cubicBezTo>
                    <a:pt x="126" y="559"/>
                    <a:pt x="120" y="612"/>
                    <a:pt x="103" y="636"/>
                  </a:cubicBezTo>
                  <a:cubicBezTo>
                    <a:pt x="88" y="657"/>
                    <a:pt x="87" y="696"/>
                    <a:pt x="86" y="734"/>
                  </a:cubicBezTo>
                  <a:cubicBezTo>
                    <a:pt x="86" y="759"/>
                    <a:pt x="85" y="782"/>
                    <a:pt x="81" y="798"/>
                  </a:cubicBezTo>
                  <a:cubicBezTo>
                    <a:pt x="75" y="817"/>
                    <a:pt x="75" y="817"/>
                    <a:pt x="75" y="817"/>
                  </a:cubicBezTo>
                  <a:cubicBezTo>
                    <a:pt x="69" y="838"/>
                    <a:pt x="69" y="838"/>
                    <a:pt x="69" y="838"/>
                  </a:cubicBezTo>
                  <a:cubicBezTo>
                    <a:pt x="68" y="839"/>
                    <a:pt x="63" y="861"/>
                    <a:pt x="61" y="873"/>
                  </a:cubicBezTo>
                  <a:cubicBezTo>
                    <a:pt x="54" y="905"/>
                    <a:pt x="51" y="942"/>
                    <a:pt x="60" y="980"/>
                  </a:cubicBezTo>
                  <a:cubicBezTo>
                    <a:pt x="75" y="1039"/>
                    <a:pt x="65" y="1078"/>
                    <a:pt x="56" y="1115"/>
                  </a:cubicBezTo>
                  <a:cubicBezTo>
                    <a:pt x="49" y="1141"/>
                    <a:pt x="49" y="1141"/>
                    <a:pt x="49" y="1141"/>
                  </a:cubicBezTo>
                  <a:cubicBezTo>
                    <a:pt x="41" y="1182"/>
                    <a:pt x="41" y="1184"/>
                    <a:pt x="42" y="1209"/>
                  </a:cubicBezTo>
                  <a:cubicBezTo>
                    <a:pt x="43" y="1223"/>
                    <a:pt x="43" y="1223"/>
                    <a:pt x="43" y="1223"/>
                  </a:cubicBezTo>
                  <a:cubicBezTo>
                    <a:pt x="44" y="1239"/>
                    <a:pt x="44" y="1239"/>
                    <a:pt x="44" y="1239"/>
                  </a:cubicBezTo>
                  <a:cubicBezTo>
                    <a:pt x="43" y="1238"/>
                    <a:pt x="44" y="1237"/>
                    <a:pt x="45" y="1237"/>
                  </a:cubicBezTo>
                  <a:cubicBezTo>
                    <a:pt x="45" y="1237"/>
                    <a:pt x="45" y="1237"/>
                    <a:pt x="45" y="1237"/>
                  </a:cubicBezTo>
                  <a:cubicBezTo>
                    <a:pt x="44" y="1237"/>
                    <a:pt x="43" y="1238"/>
                    <a:pt x="44" y="1239"/>
                  </a:cubicBezTo>
                  <a:cubicBezTo>
                    <a:pt x="44" y="1263"/>
                    <a:pt x="49" y="1296"/>
                    <a:pt x="53" y="1329"/>
                  </a:cubicBezTo>
                  <a:cubicBezTo>
                    <a:pt x="56" y="1355"/>
                    <a:pt x="60" y="1380"/>
                    <a:pt x="60" y="1396"/>
                  </a:cubicBezTo>
                  <a:cubicBezTo>
                    <a:pt x="61" y="1414"/>
                    <a:pt x="58" y="1441"/>
                    <a:pt x="54" y="1468"/>
                  </a:cubicBezTo>
                  <a:cubicBezTo>
                    <a:pt x="49" y="1494"/>
                    <a:pt x="45" y="1542"/>
                    <a:pt x="45" y="1545"/>
                  </a:cubicBezTo>
                  <a:cubicBezTo>
                    <a:pt x="45" y="1545"/>
                    <a:pt x="45" y="1545"/>
                    <a:pt x="45" y="1545"/>
                  </a:cubicBezTo>
                  <a:cubicBezTo>
                    <a:pt x="45" y="1545"/>
                    <a:pt x="45" y="1545"/>
                    <a:pt x="45" y="1545"/>
                  </a:cubicBezTo>
                  <a:cubicBezTo>
                    <a:pt x="45" y="1548"/>
                    <a:pt x="45" y="1548"/>
                    <a:pt x="45" y="1548"/>
                  </a:cubicBezTo>
                  <a:cubicBezTo>
                    <a:pt x="45" y="1553"/>
                    <a:pt x="46" y="1561"/>
                    <a:pt x="47" y="1570"/>
                  </a:cubicBezTo>
                  <a:cubicBezTo>
                    <a:pt x="41" y="1583"/>
                    <a:pt x="33" y="1605"/>
                    <a:pt x="37" y="1617"/>
                  </a:cubicBezTo>
                  <a:cubicBezTo>
                    <a:pt x="37" y="1618"/>
                    <a:pt x="38" y="1618"/>
                    <a:pt x="38" y="1618"/>
                  </a:cubicBezTo>
                  <a:cubicBezTo>
                    <a:pt x="39" y="1618"/>
                    <a:pt x="40" y="1617"/>
                    <a:pt x="39" y="1616"/>
                  </a:cubicBezTo>
                  <a:cubicBezTo>
                    <a:pt x="37" y="1609"/>
                    <a:pt x="40" y="1594"/>
                    <a:pt x="48" y="1576"/>
                  </a:cubicBezTo>
                  <a:cubicBezTo>
                    <a:pt x="52" y="1607"/>
                    <a:pt x="62" y="1650"/>
                    <a:pt x="87" y="1673"/>
                  </a:cubicBezTo>
                  <a:cubicBezTo>
                    <a:pt x="95" y="1679"/>
                    <a:pt x="96" y="1690"/>
                    <a:pt x="96" y="1690"/>
                  </a:cubicBezTo>
                  <a:cubicBezTo>
                    <a:pt x="96" y="1690"/>
                    <a:pt x="97" y="1691"/>
                    <a:pt x="98" y="1691"/>
                  </a:cubicBezTo>
                  <a:cubicBezTo>
                    <a:pt x="98" y="1691"/>
                    <a:pt x="99" y="1690"/>
                    <a:pt x="99" y="1689"/>
                  </a:cubicBezTo>
                  <a:cubicBezTo>
                    <a:pt x="99" y="1689"/>
                    <a:pt x="98" y="1678"/>
                    <a:pt x="89" y="1670"/>
                  </a:cubicBezTo>
                  <a:cubicBezTo>
                    <a:pt x="87" y="1669"/>
                    <a:pt x="85" y="1666"/>
                    <a:pt x="83" y="1664"/>
                  </a:cubicBezTo>
                  <a:cubicBezTo>
                    <a:pt x="83" y="1664"/>
                    <a:pt x="83" y="1664"/>
                    <a:pt x="83" y="1664"/>
                  </a:cubicBezTo>
                  <a:cubicBezTo>
                    <a:pt x="77" y="1658"/>
                    <a:pt x="80" y="1628"/>
                    <a:pt x="84" y="1604"/>
                  </a:cubicBezTo>
                  <a:cubicBezTo>
                    <a:pt x="84" y="1607"/>
                    <a:pt x="85" y="1609"/>
                    <a:pt x="86" y="1612"/>
                  </a:cubicBezTo>
                  <a:cubicBezTo>
                    <a:pt x="87" y="1615"/>
                    <a:pt x="87" y="1615"/>
                    <a:pt x="87" y="1615"/>
                  </a:cubicBezTo>
                  <a:cubicBezTo>
                    <a:pt x="89" y="1623"/>
                    <a:pt x="94" y="1630"/>
                    <a:pt x="100" y="1636"/>
                  </a:cubicBezTo>
                  <a:cubicBezTo>
                    <a:pt x="104" y="1642"/>
                    <a:pt x="104" y="1642"/>
                    <a:pt x="104" y="1642"/>
                  </a:cubicBezTo>
                  <a:cubicBezTo>
                    <a:pt x="109" y="1647"/>
                    <a:pt x="110" y="1652"/>
                    <a:pt x="112" y="1658"/>
                  </a:cubicBezTo>
                  <a:cubicBezTo>
                    <a:pt x="114" y="1664"/>
                    <a:pt x="114" y="1664"/>
                    <a:pt x="114" y="1664"/>
                  </a:cubicBezTo>
                  <a:cubicBezTo>
                    <a:pt x="117" y="1674"/>
                    <a:pt x="122" y="1680"/>
                    <a:pt x="129" y="1681"/>
                  </a:cubicBezTo>
                  <a:cubicBezTo>
                    <a:pt x="130" y="1681"/>
                    <a:pt x="130" y="1681"/>
                    <a:pt x="130" y="1680"/>
                  </a:cubicBezTo>
                  <a:cubicBezTo>
                    <a:pt x="131" y="1679"/>
                    <a:pt x="130" y="1678"/>
                    <a:pt x="129" y="1678"/>
                  </a:cubicBezTo>
                  <a:cubicBezTo>
                    <a:pt x="123" y="1677"/>
                    <a:pt x="119" y="1669"/>
                    <a:pt x="117" y="1663"/>
                  </a:cubicBezTo>
                  <a:cubicBezTo>
                    <a:pt x="115" y="1658"/>
                    <a:pt x="115" y="1658"/>
                    <a:pt x="115" y="1658"/>
                  </a:cubicBezTo>
                  <a:cubicBezTo>
                    <a:pt x="113" y="1651"/>
                    <a:pt x="111" y="1646"/>
                    <a:pt x="107" y="1640"/>
                  </a:cubicBezTo>
                  <a:cubicBezTo>
                    <a:pt x="102" y="1634"/>
                    <a:pt x="102" y="1634"/>
                    <a:pt x="102" y="1634"/>
                  </a:cubicBezTo>
                  <a:cubicBezTo>
                    <a:pt x="97" y="1628"/>
                    <a:pt x="92" y="1622"/>
                    <a:pt x="90" y="1614"/>
                  </a:cubicBezTo>
                  <a:cubicBezTo>
                    <a:pt x="89" y="1611"/>
                    <a:pt x="89" y="1611"/>
                    <a:pt x="89" y="1611"/>
                  </a:cubicBezTo>
                  <a:cubicBezTo>
                    <a:pt x="87" y="1605"/>
                    <a:pt x="85" y="1599"/>
                    <a:pt x="86" y="1594"/>
                  </a:cubicBezTo>
                  <a:cubicBezTo>
                    <a:pt x="86" y="1593"/>
                    <a:pt x="86" y="1593"/>
                    <a:pt x="86" y="1593"/>
                  </a:cubicBezTo>
                  <a:cubicBezTo>
                    <a:pt x="87" y="1584"/>
                    <a:pt x="88" y="1576"/>
                    <a:pt x="88" y="1573"/>
                  </a:cubicBezTo>
                  <a:cubicBezTo>
                    <a:pt x="88" y="1559"/>
                    <a:pt x="87" y="1546"/>
                    <a:pt x="85" y="1533"/>
                  </a:cubicBezTo>
                  <a:cubicBezTo>
                    <a:pt x="83" y="1513"/>
                    <a:pt x="81" y="1493"/>
                    <a:pt x="84" y="1472"/>
                  </a:cubicBezTo>
                  <a:cubicBezTo>
                    <a:pt x="87" y="1449"/>
                    <a:pt x="93" y="1426"/>
                    <a:pt x="100" y="1404"/>
                  </a:cubicBezTo>
                  <a:cubicBezTo>
                    <a:pt x="108" y="1377"/>
                    <a:pt x="111" y="1351"/>
                    <a:pt x="115" y="1324"/>
                  </a:cubicBezTo>
                  <a:cubicBezTo>
                    <a:pt x="116" y="1310"/>
                    <a:pt x="116" y="1310"/>
                    <a:pt x="116" y="1310"/>
                  </a:cubicBezTo>
                  <a:cubicBezTo>
                    <a:pt x="121" y="1274"/>
                    <a:pt x="129" y="1238"/>
                    <a:pt x="137" y="1203"/>
                  </a:cubicBezTo>
                  <a:cubicBezTo>
                    <a:pt x="144" y="1168"/>
                    <a:pt x="152" y="1132"/>
                    <a:pt x="157" y="1095"/>
                  </a:cubicBezTo>
                  <a:cubicBezTo>
                    <a:pt x="157" y="1100"/>
                    <a:pt x="157" y="1106"/>
                    <a:pt x="157" y="1111"/>
                  </a:cubicBezTo>
                  <a:cubicBezTo>
                    <a:pt x="158" y="1133"/>
                    <a:pt x="158" y="1156"/>
                    <a:pt x="155" y="1179"/>
                  </a:cubicBezTo>
                  <a:cubicBezTo>
                    <a:pt x="151" y="1205"/>
                    <a:pt x="150" y="1231"/>
                    <a:pt x="150" y="1257"/>
                  </a:cubicBezTo>
                  <a:cubicBezTo>
                    <a:pt x="149" y="1285"/>
                    <a:pt x="148" y="1313"/>
                    <a:pt x="143" y="1341"/>
                  </a:cubicBezTo>
                  <a:cubicBezTo>
                    <a:pt x="139" y="1360"/>
                    <a:pt x="135" y="1379"/>
                    <a:pt x="130" y="1399"/>
                  </a:cubicBezTo>
                  <a:cubicBezTo>
                    <a:pt x="117" y="1450"/>
                    <a:pt x="104" y="1503"/>
                    <a:pt x="111" y="1552"/>
                  </a:cubicBezTo>
                  <a:cubicBezTo>
                    <a:pt x="111" y="1555"/>
                    <a:pt x="111" y="1559"/>
                    <a:pt x="111" y="1564"/>
                  </a:cubicBezTo>
                  <a:cubicBezTo>
                    <a:pt x="111" y="1572"/>
                    <a:pt x="111" y="1579"/>
                    <a:pt x="113" y="1585"/>
                  </a:cubicBezTo>
                  <a:cubicBezTo>
                    <a:pt x="113" y="1591"/>
                    <a:pt x="115" y="1597"/>
                    <a:pt x="116" y="1603"/>
                  </a:cubicBezTo>
                  <a:cubicBezTo>
                    <a:pt x="117" y="1608"/>
                    <a:pt x="117" y="1608"/>
                    <a:pt x="117" y="1608"/>
                  </a:cubicBezTo>
                  <a:cubicBezTo>
                    <a:pt x="118" y="1617"/>
                    <a:pt x="118" y="1617"/>
                    <a:pt x="118" y="1617"/>
                  </a:cubicBezTo>
                  <a:cubicBezTo>
                    <a:pt x="120" y="1626"/>
                    <a:pt x="120" y="1626"/>
                    <a:pt x="120" y="1626"/>
                  </a:cubicBezTo>
                  <a:cubicBezTo>
                    <a:pt x="121" y="1631"/>
                    <a:pt x="124" y="1635"/>
                    <a:pt x="126" y="1639"/>
                  </a:cubicBezTo>
                  <a:cubicBezTo>
                    <a:pt x="128" y="1642"/>
                    <a:pt x="128" y="1642"/>
                    <a:pt x="128" y="1642"/>
                  </a:cubicBezTo>
                  <a:cubicBezTo>
                    <a:pt x="131" y="1647"/>
                    <a:pt x="131" y="1651"/>
                    <a:pt x="132" y="1655"/>
                  </a:cubicBezTo>
                  <a:cubicBezTo>
                    <a:pt x="133" y="1659"/>
                    <a:pt x="134" y="1662"/>
                    <a:pt x="135" y="1665"/>
                  </a:cubicBezTo>
                  <a:cubicBezTo>
                    <a:pt x="137" y="1671"/>
                    <a:pt x="143" y="1684"/>
                    <a:pt x="151" y="1684"/>
                  </a:cubicBezTo>
                  <a:cubicBezTo>
                    <a:pt x="152" y="1684"/>
                    <a:pt x="153" y="1683"/>
                    <a:pt x="153" y="1682"/>
                  </a:cubicBezTo>
                  <a:cubicBezTo>
                    <a:pt x="153" y="1682"/>
                    <a:pt x="152" y="1681"/>
                    <a:pt x="151" y="1681"/>
                  </a:cubicBezTo>
                  <a:cubicBezTo>
                    <a:pt x="145" y="1681"/>
                    <a:pt x="139" y="1668"/>
                    <a:pt x="138" y="1664"/>
                  </a:cubicBezTo>
                  <a:cubicBezTo>
                    <a:pt x="136" y="1661"/>
                    <a:pt x="136" y="1658"/>
                    <a:pt x="135" y="1655"/>
                  </a:cubicBezTo>
                  <a:cubicBezTo>
                    <a:pt x="134" y="1650"/>
                    <a:pt x="133" y="1645"/>
                    <a:pt x="131" y="1641"/>
                  </a:cubicBezTo>
                  <a:cubicBezTo>
                    <a:pt x="129" y="1638"/>
                    <a:pt x="129" y="1638"/>
                    <a:pt x="129" y="1638"/>
                  </a:cubicBezTo>
                  <a:cubicBezTo>
                    <a:pt x="126" y="1634"/>
                    <a:pt x="124" y="1630"/>
                    <a:pt x="123" y="1625"/>
                  </a:cubicBezTo>
                  <a:cubicBezTo>
                    <a:pt x="121" y="1616"/>
                    <a:pt x="121" y="1616"/>
                    <a:pt x="121" y="1616"/>
                  </a:cubicBezTo>
                  <a:cubicBezTo>
                    <a:pt x="120" y="1607"/>
                    <a:pt x="120" y="1607"/>
                    <a:pt x="120" y="1607"/>
                  </a:cubicBezTo>
                  <a:cubicBezTo>
                    <a:pt x="119" y="1603"/>
                    <a:pt x="119" y="1603"/>
                    <a:pt x="119" y="1603"/>
                  </a:cubicBezTo>
                  <a:cubicBezTo>
                    <a:pt x="118" y="1599"/>
                    <a:pt x="117" y="1595"/>
                    <a:pt x="117" y="1592"/>
                  </a:cubicBezTo>
                  <a:cubicBezTo>
                    <a:pt x="120" y="1596"/>
                    <a:pt x="125" y="1601"/>
                    <a:pt x="129" y="1605"/>
                  </a:cubicBezTo>
                  <a:cubicBezTo>
                    <a:pt x="133" y="1609"/>
                    <a:pt x="137" y="1613"/>
                    <a:pt x="139" y="1616"/>
                  </a:cubicBezTo>
                  <a:cubicBezTo>
                    <a:pt x="140" y="1617"/>
                    <a:pt x="140" y="1617"/>
                    <a:pt x="140" y="1617"/>
                  </a:cubicBezTo>
                  <a:cubicBezTo>
                    <a:pt x="140" y="1618"/>
                    <a:pt x="140" y="1619"/>
                    <a:pt x="141" y="1619"/>
                  </a:cubicBezTo>
                  <a:cubicBezTo>
                    <a:pt x="142" y="1620"/>
                    <a:pt x="143" y="1622"/>
                    <a:pt x="143" y="1625"/>
                  </a:cubicBezTo>
                  <a:cubicBezTo>
                    <a:pt x="144" y="1628"/>
                    <a:pt x="144" y="1628"/>
                    <a:pt x="144" y="1628"/>
                  </a:cubicBezTo>
                  <a:cubicBezTo>
                    <a:pt x="144" y="1631"/>
                    <a:pt x="144" y="1634"/>
                    <a:pt x="145" y="1637"/>
                  </a:cubicBezTo>
                  <a:cubicBezTo>
                    <a:pt x="147" y="1643"/>
                    <a:pt x="147" y="1643"/>
                    <a:pt x="147" y="1643"/>
                  </a:cubicBezTo>
                  <a:cubicBezTo>
                    <a:pt x="149" y="1647"/>
                    <a:pt x="150" y="1651"/>
                    <a:pt x="152" y="1654"/>
                  </a:cubicBezTo>
                  <a:cubicBezTo>
                    <a:pt x="154" y="1657"/>
                    <a:pt x="158" y="1660"/>
                    <a:pt x="161" y="1662"/>
                  </a:cubicBezTo>
                  <a:cubicBezTo>
                    <a:pt x="163" y="1665"/>
                    <a:pt x="166" y="1667"/>
                    <a:pt x="168" y="1669"/>
                  </a:cubicBezTo>
                  <a:cubicBezTo>
                    <a:pt x="169" y="1670"/>
                    <a:pt x="170" y="1670"/>
                    <a:pt x="170" y="1670"/>
                  </a:cubicBezTo>
                  <a:cubicBezTo>
                    <a:pt x="171" y="1669"/>
                    <a:pt x="171" y="1668"/>
                    <a:pt x="171" y="1667"/>
                  </a:cubicBezTo>
                  <a:cubicBezTo>
                    <a:pt x="168" y="1665"/>
                    <a:pt x="165" y="1662"/>
                    <a:pt x="163" y="1660"/>
                  </a:cubicBezTo>
                  <a:cubicBezTo>
                    <a:pt x="159" y="1658"/>
                    <a:pt x="156" y="1655"/>
                    <a:pt x="154" y="1652"/>
                  </a:cubicBezTo>
                  <a:cubicBezTo>
                    <a:pt x="152" y="1649"/>
                    <a:pt x="151" y="1646"/>
                    <a:pt x="150" y="1642"/>
                  </a:cubicBezTo>
                  <a:cubicBezTo>
                    <a:pt x="148" y="1636"/>
                    <a:pt x="148" y="1636"/>
                    <a:pt x="148" y="1636"/>
                  </a:cubicBezTo>
                  <a:cubicBezTo>
                    <a:pt x="147" y="1633"/>
                    <a:pt x="147" y="1631"/>
                    <a:pt x="147" y="1628"/>
                  </a:cubicBezTo>
                  <a:cubicBezTo>
                    <a:pt x="146" y="1624"/>
                    <a:pt x="146" y="1624"/>
                    <a:pt x="146" y="1624"/>
                  </a:cubicBezTo>
                  <a:cubicBezTo>
                    <a:pt x="146" y="1624"/>
                    <a:pt x="146" y="1624"/>
                    <a:pt x="146" y="1624"/>
                  </a:cubicBezTo>
                  <a:cubicBezTo>
                    <a:pt x="158" y="1637"/>
                    <a:pt x="174" y="1651"/>
                    <a:pt x="186" y="1653"/>
                  </a:cubicBezTo>
                  <a:cubicBezTo>
                    <a:pt x="187" y="1653"/>
                    <a:pt x="188" y="1653"/>
                    <a:pt x="188" y="1652"/>
                  </a:cubicBezTo>
                  <a:cubicBezTo>
                    <a:pt x="188" y="1651"/>
                    <a:pt x="188" y="1650"/>
                    <a:pt x="187" y="1650"/>
                  </a:cubicBezTo>
                  <a:cubicBezTo>
                    <a:pt x="173" y="1647"/>
                    <a:pt x="152" y="1627"/>
                    <a:pt x="142" y="1614"/>
                  </a:cubicBezTo>
                  <a:cubicBezTo>
                    <a:pt x="139" y="1611"/>
                    <a:pt x="135" y="1607"/>
                    <a:pt x="131" y="1603"/>
                  </a:cubicBezTo>
                  <a:cubicBezTo>
                    <a:pt x="125" y="1597"/>
                    <a:pt x="119" y="1591"/>
                    <a:pt x="116" y="1585"/>
                  </a:cubicBezTo>
                  <a:cubicBezTo>
                    <a:pt x="116" y="1585"/>
                    <a:pt x="116" y="1585"/>
                    <a:pt x="116" y="1584"/>
                  </a:cubicBezTo>
                  <a:cubicBezTo>
                    <a:pt x="116" y="1584"/>
                    <a:pt x="116" y="1584"/>
                    <a:pt x="116" y="1583"/>
                  </a:cubicBezTo>
                  <a:cubicBezTo>
                    <a:pt x="116" y="1583"/>
                    <a:pt x="116" y="1582"/>
                    <a:pt x="115" y="1582"/>
                  </a:cubicBezTo>
                  <a:cubicBezTo>
                    <a:pt x="114" y="1577"/>
                    <a:pt x="114" y="1570"/>
                    <a:pt x="114" y="1564"/>
                  </a:cubicBezTo>
                  <a:cubicBezTo>
                    <a:pt x="114" y="1559"/>
                    <a:pt x="114" y="1555"/>
                    <a:pt x="114" y="1551"/>
                  </a:cubicBezTo>
                  <a:cubicBezTo>
                    <a:pt x="107" y="1503"/>
                    <a:pt x="120" y="1450"/>
                    <a:pt x="133" y="1399"/>
                  </a:cubicBezTo>
                  <a:cubicBezTo>
                    <a:pt x="138" y="1379"/>
                    <a:pt x="142" y="1360"/>
                    <a:pt x="146" y="1342"/>
                  </a:cubicBezTo>
                  <a:cubicBezTo>
                    <a:pt x="151" y="1314"/>
                    <a:pt x="152" y="1285"/>
                    <a:pt x="153" y="1257"/>
                  </a:cubicBezTo>
                  <a:cubicBezTo>
                    <a:pt x="153" y="1232"/>
                    <a:pt x="154" y="1205"/>
                    <a:pt x="158" y="1180"/>
                  </a:cubicBezTo>
                  <a:cubicBezTo>
                    <a:pt x="161" y="1157"/>
                    <a:pt x="161" y="1133"/>
                    <a:pt x="160" y="1111"/>
                  </a:cubicBezTo>
                  <a:cubicBezTo>
                    <a:pt x="160" y="1095"/>
                    <a:pt x="159" y="1079"/>
                    <a:pt x="160" y="1062"/>
                  </a:cubicBezTo>
                  <a:cubicBezTo>
                    <a:pt x="161" y="1058"/>
                    <a:pt x="161" y="1053"/>
                    <a:pt x="161" y="1049"/>
                  </a:cubicBezTo>
                  <a:cubicBezTo>
                    <a:pt x="161" y="1049"/>
                    <a:pt x="161" y="1048"/>
                    <a:pt x="161" y="1048"/>
                  </a:cubicBezTo>
                  <a:cubicBezTo>
                    <a:pt x="162" y="1026"/>
                    <a:pt x="162" y="1026"/>
                    <a:pt x="162" y="1026"/>
                  </a:cubicBezTo>
                  <a:cubicBezTo>
                    <a:pt x="163" y="996"/>
                    <a:pt x="165" y="962"/>
                    <a:pt x="172" y="923"/>
                  </a:cubicBezTo>
                  <a:cubicBezTo>
                    <a:pt x="173" y="914"/>
                    <a:pt x="174" y="906"/>
                    <a:pt x="175" y="898"/>
                  </a:cubicBezTo>
                  <a:cubicBezTo>
                    <a:pt x="177" y="885"/>
                    <a:pt x="179" y="872"/>
                    <a:pt x="179" y="851"/>
                  </a:cubicBezTo>
                  <a:cubicBezTo>
                    <a:pt x="181" y="855"/>
                    <a:pt x="181" y="855"/>
                    <a:pt x="181" y="855"/>
                  </a:cubicBezTo>
                  <a:cubicBezTo>
                    <a:pt x="187" y="868"/>
                    <a:pt x="191" y="874"/>
                    <a:pt x="192" y="887"/>
                  </a:cubicBezTo>
                  <a:cubicBezTo>
                    <a:pt x="192" y="888"/>
                    <a:pt x="193" y="889"/>
                    <a:pt x="194" y="889"/>
                  </a:cubicBezTo>
                  <a:cubicBezTo>
                    <a:pt x="195" y="889"/>
                    <a:pt x="195" y="888"/>
                    <a:pt x="195" y="887"/>
                  </a:cubicBezTo>
                  <a:cubicBezTo>
                    <a:pt x="194" y="873"/>
                    <a:pt x="190" y="866"/>
                    <a:pt x="184" y="854"/>
                  </a:cubicBezTo>
                  <a:cubicBezTo>
                    <a:pt x="179" y="845"/>
                    <a:pt x="179" y="845"/>
                    <a:pt x="179" y="845"/>
                  </a:cubicBezTo>
                  <a:cubicBezTo>
                    <a:pt x="179" y="834"/>
                    <a:pt x="180" y="824"/>
                    <a:pt x="181" y="813"/>
                  </a:cubicBezTo>
                  <a:cubicBezTo>
                    <a:pt x="184" y="795"/>
                    <a:pt x="186" y="772"/>
                    <a:pt x="185" y="731"/>
                  </a:cubicBezTo>
                  <a:cubicBezTo>
                    <a:pt x="185" y="699"/>
                    <a:pt x="181" y="665"/>
                    <a:pt x="175" y="633"/>
                  </a:cubicBezTo>
                  <a:cubicBezTo>
                    <a:pt x="180" y="648"/>
                    <a:pt x="186" y="664"/>
                    <a:pt x="195" y="677"/>
                  </a:cubicBezTo>
                  <a:cubicBezTo>
                    <a:pt x="200" y="685"/>
                    <a:pt x="201" y="692"/>
                    <a:pt x="202" y="700"/>
                  </a:cubicBezTo>
                  <a:cubicBezTo>
                    <a:pt x="203" y="706"/>
                    <a:pt x="204" y="713"/>
                    <a:pt x="207" y="720"/>
                  </a:cubicBezTo>
                  <a:cubicBezTo>
                    <a:pt x="211" y="728"/>
                    <a:pt x="211" y="728"/>
                    <a:pt x="211" y="728"/>
                  </a:cubicBezTo>
                  <a:cubicBezTo>
                    <a:pt x="217" y="739"/>
                    <a:pt x="222" y="749"/>
                    <a:pt x="222" y="763"/>
                  </a:cubicBezTo>
                  <a:cubicBezTo>
                    <a:pt x="222" y="764"/>
                    <a:pt x="222" y="764"/>
                    <a:pt x="223" y="764"/>
                  </a:cubicBezTo>
                  <a:cubicBezTo>
                    <a:pt x="224" y="764"/>
                    <a:pt x="225" y="764"/>
                    <a:pt x="225" y="763"/>
                  </a:cubicBezTo>
                  <a:cubicBezTo>
                    <a:pt x="225" y="748"/>
                    <a:pt x="220" y="738"/>
                    <a:pt x="214" y="726"/>
                  </a:cubicBezTo>
                  <a:cubicBezTo>
                    <a:pt x="210" y="719"/>
                    <a:pt x="210" y="719"/>
                    <a:pt x="210" y="719"/>
                  </a:cubicBezTo>
                  <a:cubicBezTo>
                    <a:pt x="207" y="712"/>
                    <a:pt x="206" y="706"/>
                    <a:pt x="205" y="699"/>
                  </a:cubicBezTo>
                  <a:cubicBezTo>
                    <a:pt x="204" y="693"/>
                    <a:pt x="203" y="686"/>
                    <a:pt x="200" y="679"/>
                  </a:cubicBezTo>
                  <a:cubicBezTo>
                    <a:pt x="203" y="681"/>
                    <a:pt x="203" y="681"/>
                    <a:pt x="203" y="681"/>
                  </a:cubicBezTo>
                  <a:cubicBezTo>
                    <a:pt x="206" y="683"/>
                    <a:pt x="209" y="685"/>
                    <a:pt x="211" y="688"/>
                  </a:cubicBezTo>
                  <a:cubicBezTo>
                    <a:pt x="214" y="690"/>
                    <a:pt x="216" y="693"/>
                    <a:pt x="217" y="696"/>
                  </a:cubicBezTo>
                  <a:cubicBezTo>
                    <a:pt x="221" y="701"/>
                    <a:pt x="224" y="707"/>
                    <a:pt x="231" y="710"/>
                  </a:cubicBezTo>
                  <a:cubicBezTo>
                    <a:pt x="231" y="710"/>
                    <a:pt x="232" y="709"/>
                    <a:pt x="233" y="709"/>
                  </a:cubicBezTo>
                  <a:cubicBezTo>
                    <a:pt x="233" y="708"/>
                    <a:pt x="232" y="707"/>
                    <a:pt x="232" y="707"/>
                  </a:cubicBezTo>
                  <a:cubicBezTo>
                    <a:pt x="226" y="705"/>
                    <a:pt x="223" y="700"/>
                    <a:pt x="220" y="694"/>
                  </a:cubicBezTo>
                  <a:cubicBezTo>
                    <a:pt x="218" y="691"/>
                    <a:pt x="216" y="688"/>
                    <a:pt x="214" y="685"/>
                  </a:cubicBezTo>
                  <a:cubicBezTo>
                    <a:pt x="211" y="683"/>
                    <a:pt x="208" y="681"/>
                    <a:pt x="204" y="678"/>
                  </a:cubicBezTo>
                  <a:cubicBezTo>
                    <a:pt x="197" y="674"/>
                    <a:pt x="197" y="674"/>
                    <a:pt x="197" y="674"/>
                  </a:cubicBezTo>
                  <a:cubicBezTo>
                    <a:pt x="197" y="673"/>
                    <a:pt x="197" y="673"/>
                    <a:pt x="196" y="673"/>
                  </a:cubicBezTo>
                  <a:cubicBezTo>
                    <a:pt x="187" y="659"/>
                    <a:pt x="181" y="641"/>
                    <a:pt x="175" y="624"/>
                  </a:cubicBezTo>
                  <a:cubicBezTo>
                    <a:pt x="172" y="614"/>
                    <a:pt x="172" y="614"/>
                    <a:pt x="172" y="614"/>
                  </a:cubicBezTo>
                  <a:cubicBezTo>
                    <a:pt x="172" y="614"/>
                    <a:pt x="172" y="614"/>
                    <a:pt x="172" y="614"/>
                  </a:cubicBezTo>
                  <a:cubicBezTo>
                    <a:pt x="168" y="594"/>
                    <a:pt x="165" y="576"/>
                    <a:pt x="161" y="560"/>
                  </a:cubicBezTo>
                  <a:cubicBezTo>
                    <a:pt x="157" y="540"/>
                    <a:pt x="154" y="523"/>
                    <a:pt x="152" y="511"/>
                  </a:cubicBezTo>
                  <a:cubicBezTo>
                    <a:pt x="151" y="488"/>
                    <a:pt x="149" y="471"/>
                    <a:pt x="147" y="453"/>
                  </a:cubicBezTo>
                  <a:cubicBezTo>
                    <a:pt x="146" y="443"/>
                    <a:pt x="144" y="432"/>
                    <a:pt x="143" y="421"/>
                  </a:cubicBezTo>
                  <a:cubicBezTo>
                    <a:pt x="144" y="420"/>
                    <a:pt x="144" y="420"/>
                    <a:pt x="144" y="419"/>
                  </a:cubicBezTo>
                  <a:cubicBezTo>
                    <a:pt x="143" y="418"/>
                    <a:pt x="143" y="416"/>
                    <a:pt x="143" y="414"/>
                  </a:cubicBezTo>
                  <a:cubicBezTo>
                    <a:pt x="142" y="410"/>
                    <a:pt x="142" y="406"/>
                    <a:pt x="142" y="402"/>
                  </a:cubicBezTo>
                  <a:cubicBezTo>
                    <a:pt x="139" y="355"/>
                    <a:pt x="131" y="287"/>
                    <a:pt x="106" y="230"/>
                  </a:cubicBezTo>
                  <a:cubicBezTo>
                    <a:pt x="105" y="229"/>
                    <a:pt x="88" y="172"/>
                    <a:pt x="82" y="153"/>
                  </a:cubicBezTo>
                  <a:cubicBezTo>
                    <a:pt x="84" y="154"/>
                    <a:pt x="84" y="154"/>
                    <a:pt x="84" y="154"/>
                  </a:cubicBezTo>
                  <a:cubicBezTo>
                    <a:pt x="93" y="159"/>
                    <a:pt x="109" y="167"/>
                    <a:pt x="118" y="177"/>
                  </a:cubicBezTo>
                  <a:cubicBezTo>
                    <a:pt x="131" y="192"/>
                    <a:pt x="142" y="209"/>
                    <a:pt x="150" y="227"/>
                  </a:cubicBezTo>
                  <a:cubicBezTo>
                    <a:pt x="170" y="261"/>
                    <a:pt x="181" y="291"/>
                    <a:pt x="184" y="323"/>
                  </a:cubicBezTo>
                  <a:cubicBezTo>
                    <a:pt x="186" y="331"/>
                    <a:pt x="186" y="331"/>
                    <a:pt x="186" y="331"/>
                  </a:cubicBezTo>
                  <a:cubicBezTo>
                    <a:pt x="188" y="344"/>
                    <a:pt x="191" y="355"/>
                    <a:pt x="193" y="366"/>
                  </a:cubicBezTo>
                  <a:cubicBezTo>
                    <a:pt x="193" y="367"/>
                    <a:pt x="193" y="367"/>
                    <a:pt x="193" y="367"/>
                  </a:cubicBezTo>
                  <a:cubicBezTo>
                    <a:pt x="196" y="384"/>
                    <a:pt x="196" y="400"/>
                    <a:pt x="193" y="416"/>
                  </a:cubicBezTo>
                  <a:cubicBezTo>
                    <a:pt x="191" y="424"/>
                    <a:pt x="189" y="431"/>
                    <a:pt x="186" y="438"/>
                  </a:cubicBezTo>
                  <a:cubicBezTo>
                    <a:pt x="182" y="453"/>
                    <a:pt x="182" y="453"/>
                    <a:pt x="182" y="453"/>
                  </a:cubicBezTo>
                  <a:cubicBezTo>
                    <a:pt x="180" y="459"/>
                    <a:pt x="180" y="465"/>
                    <a:pt x="180" y="471"/>
                  </a:cubicBezTo>
                  <a:cubicBezTo>
                    <a:pt x="180" y="476"/>
                    <a:pt x="180" y="482"/>
                    <a:pt x="179" y="487"/>
                  </a:cubicBezTo>
                  <a:cubicBezTo>
                    <a:pt x="179" y="488"/>
                    <a:pt x="179" y="489"/>
                    <a:pt x="180" y="489"/>
                  </a:cubicBezTo>
                  <a:cubicBezTo>
                    <a:pt x="181" y="489"/>
                    <a:pt x="182" y="488"/>
                    <a:pt x="182" y="488"/>
                  </a:cubicBezTo>
                  <a:cubicBezTo>
                    <a:pt x="183" y="482"/>
                    <a:pt x="183" y="477"/>
                    <a:pt x="183" y="471"/>
                  </a:cubicBezTo>
                  <a:cubicBezTo>
                    <a:pt x="183" y="465"/>
                    <a:pt x="183" y="459"/>
                    <a:pt x="185" y="454"/>
                  </a:cubicBezTo>
                  <a:cubicBezTo>
                    <a:pt x="189" y="439"/>
                    <a:pt x="189" y="439"/>
                    <a:pt x="189" y="439"/>
                  </a:cubicBezTo>
                  <a:cubicBezTo>
                    <a:pt x="191" y="432"/>
                    <a:pt x="194" y="424"/>
                    <a:pt x="196" y="417"/>
                  </a:cubicBezTo>
                  <a:cubicBezTo>
                    <a:pt x="197" y="411"/>
                    <a:pt x="198" y="406"/>
                    <a:pt x="198" y="400"/>
                  </a:cubicBezTo>
                  <a:cubicBezTo>
                    <a:pt x="201" y="425"/>
                    <a:pt x="203" y="450"/>
                    <a:pt x="202" y="480"/>
                  </a:cubicBezTo>
                  <a:cubicBezTo>
                    <a:pt x="199" y="530"/>
                    <a:pt x="201" y="538"/>
                    <a:pt x="208" y="571"/>
                  </a:cubicBezTo>
                  <a:cubicBezTo>
                    <a:pt x="212" y="592"/>
                    <a:pt x="212" y="592"/>
                    <a:pt x="212" y="592"/>
                  </a:cubicBezTo>
                  <a:cubicBezTo>
                    <a:pt x="212" y="593"/>
                    <a:pt x="213" y="594"/>
                    <a:pt x="214" y="594"/>
                  </a:cubicBezTo>
                  <a:cubicBezTo>
                    <a:pt x="215" y="593"/>
                    <a:pt x="215" y="593"/>
                    <a:pt x="215" y="592"/>
                  </a:cubicBezTo>
                  <a:cubicBezTo>
                    <a:pt x="211" y="571"/>
                    <a:pt x="211" y="571"/>
                    <a:pt x="211" y="571"/>
                  </a:cubicBezTo>
                  <a:cubicBezTo>
                    <a:pt x="204" y="537"/>
                    <a:pt x="202" y="530"/>
                    <a:pt x="205" y="480"/>
                  </a:cubicBezTo>
                  <a:cubicBezTo>
                    <a:pt x="207" y="424"/>
                    <a:pt x="200" y="387"/>
                    <a:pt x="189" y="331"/>
                  </a:cubicBezTo>
                  <a:cubicBezTo>
                    <a:pt x="189" y="331"/>
                    <a:pt x="187" y="323"/>
                    <a:pt x="187" y="323"/>
                  </a:cubicBezTo>
                  <a:cubicBezTo>
                    <a:pt x="184" y="290"/>
                    <a:pt x="173" y="260"/>
                    <a:pt x="153" y="225"/>
                  </a:cubicBezTo>
                  <a:cubicBezTo>
                    <a:pt x="148" y="214"/>
                    <a:pt x="142" y="204"/>
                    <a:pt x="135" y="194"/>
                  </a:cubicBezTo>
                  <a:cubicBezTo>
                    <a:pt x="135" y="194"/>
                    <a:pt x="135" y="193"/>
                    <a:pt x="135" y="193"/>
                  </a:cubicBezTo>
                  <a:cubicBezTo>
                    <a:pt x="132" y="187"/>
                    <a:pt x="129" y="178"/>
                    <a:pt x="127" y="170"/>
                  </a:cubicBezTo>
                  <a:cubicBezTo>
                    <a:pt x="125" y="162"/>
                    <a:pt x="122" y="154"/>
                    <a:pt x="119" y="147"/>
                  </a:cubicBezTo>
                  <a:cubicBezTo>
                    <a:pt x="113" y="136"/>
                    <a:pt x="105" y="129"/>
                    <a:pt x="97" y="121"/>
                  </a:cubicBezTo>
                  <a:cubicBezTo>
                    <a:pt x="91" y="115"/>
                    <a:pt x="91" y="115"/>
                    <a:pt x="91" y="115"/>
                  </a:cubicBezTo>
                  <a:cubicBezTo>
                    <a:pt x="90" y="114"/>
                    <a:pt x="89" y="113"/>
                    <a:pt x="88" y="112"/>
                  </a:cubicBezTo>
                  <a:cubicBezTo>
                    <a:pt x="87" y="109"/>
                    <a:pt x="86" y="107"/>
                    <a:pt x="86" y="104"/>
                  </a:cubicBezTo>
                  <a:cubicBezTo>
                    <a:pt x="85" y="100"/>
                    <a:pt x="86" y="95"/>
                    <a:pt x="86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4"/>
                    <a:pt x="88" y="81"/>
                    <a:pt x="88" y="77"/>
                  </a:cubicBezTo>
                  <a:cubicBezTo>
                    <a:pt x="97" y="89"/>
                    <a:pt x="109" y="103"/>
                    <a:pt x="127" y="110"/>
                  </a:cubicBezTo>
                  <a:cubicBezTo>
                    <a:pt x="128" y="110"/>
                    <a:pt x="129" y="111"/>
                    <a:pt x="131" y="111"/>
                  </a:cubicBezTo>
                  <a:cubicBezTo>
                    <a:pt x="141" y="122"/>
                    <a:pt x="145" y="130"/>
                    <a:pt x="150" y="142"/>
                  </a:cubicBezTo>
                  <a:cubicBezTo>
                    <a:pt x="154" y="150"/>
                    <a:pt x="154" y="150"/>
                    <a:pt x="154" y="150"/>
                  </a:cubicBezTo>
                  <a:cubicBezTo>
                    <a:pt x="154" y="151"/>
                    <a:pt x="155" y="151"/>
                    <a:pt x="156" y="151"/>
                  </a:cubicBezTo>
                  <a:cubicBezTo>
                    <a:pt x="156" y="151"/>
                    <a:pt x="157" y="150"/>
                    <a:pt x="156" y="149"/>
                  </a:cubicBezTo>
                  <a:cubicBezTo>
                    <a:pt x="153" y="141"/>
                    <a:pt x="153" y="141"/>
                    <a:pt x="153" y="141"/>
                  </a:cubicBezTo>
                  <a:cubicBezTo>
                    <a:pt x="148" y="131"/>
                    <a:pt x="145" y="123"/>
                    <a:pt x="138" y="115"/>
                  </a:cubicBezTo>
                  <a:cubicBezTo>
                    <a:pt x="156" y="124"/>
                    <a:pt x="163" y="136"/>
                    <a:pt x="168" y="146"/>
                  </a:cubicBezTo>
                  <a:cubicBezTo>
                    <a:pt x="169" y="147"/>
                    <a:pt x="170" y="147"/>
                    <a:pt x="170" y="147"/>
                  </a:cubicBezTo>
                  <a:cubicBezTo>
                    <a:pt x="171" y="146"/>
                    <a:pt x="171" y="145"/>
                    <a:pt x="171" y="145"/>
                  </a:cubicBezTo>
                  <a:cubicBezTo>
                    <a:pt x="165" y="133"/>
                    <a:pt x="157" y="119"/>
                    <a:pt x="132" y="109"/>
                  </a:cubicBezTo>
                  <a:cubicBezTo>
                    <a:pt x="132" y="109"/>
                    <a:pt x="132" y="109"/>
                    <a:pt x="132" y="108"/>
                  </a:cubicBezTo>
                  <a:cubicBezTo>
                    <a:pt x="132" y="108"/>
                    <a:pt x="131" y="108"/>
                    <a:pt x="131" y="108"/>
                  </a:cubicBezTo>
                  <a:cubicBezTo>
                    <a:pt x="130" y="108"/>
                    <a:pt x="129" y="107"/>
                    <a:pt x="128" y="107"/>
                  </a:cubicBezTo>
                  <a:cubicBezTo>
                    <a:pt x="107" y="99"/>
                    <a:pt x="94" y="81"/>
                    <a:pt x="85" y="68"/>
                  </a:cubicBezTo>
                  <a:cubicBezTo>
                    <a:pt x="81" y="64"/>
                    <a:pt x="79" y="60"/>
                    <a:pt x="76" y="58"/>
                  </a:cubicBezTo>
                  <a:cubicBezTo>
                    <a:pt x="70" y="48"/>
                    <a:pt x="70" y="38"/>
                    <a:pt x="69" y="28"/>
                  </a:cubicBezTo>
                  <a:cubicBezTo>
                    <a:pt x="69" y="18"/>
                    <a:pt x="69" y="8"/>
                    <a:pt x="62" y="0"/>
                  </a:cubicBezTo>
                  <a:cubicBezTo>
                    <a:pt x="61" y="0"/>
                    <a:pt x="60" y="0"/>
                    <a:pt x="59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9" y="2"/>
                    <a:pt x="59" y="2"/>
                    <a:pt x="59" y="3"/>
                  </a:cubicBezTo>
                  <a:cubicBezTo>
                    <a:pt x="66" y="9"/>
                    <a:pt x="66" y="18"/>
                    <a:pt x="66" y="28"/>
                  </a:cubicBezTo>
                  <a:cubicBezTo>
                    <a:pt x="67" y="35"/>
                    <a:pt x="67" y="44"/>
                    <a:pt x="70" y="52"/>
                  </a:cubicBezTo>
                  <a:cubicBezTo>
                    <a:pt x="62" y="44"/>
                    <a:pt x="51" y="36"/>
                    <a:pt x="40" y="29"/>
                  </a:cubicBezTo>
                  <a:cubicBezTo>
                    <a:pt x="26" y="19"/>
                    <a:pt x="13" y="9"/>
                    <a:pt x="8" y="2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6" y="2"/>
                    <a:pt x="5" y="3"/>
                    <a:pt x="6" y="4"/>
                  </a:cubicBezTo>
                  <a:cubicBezTo>
                    <a:pt x="11" y="12"/>
                    <a:pt x="24" y="21"/>
                    <a:pt x="39" y="31"/>
                  </a:cubicBezTo>
                  <a:cubicBezTo>
                    <a:pt x="52" y="41"/>
                    <a:pt x="65" y="50"/>
                    <a:pt x="74" y="60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6" y="62"/>
                    <a:pt x="79" y="66"/>
                    <a:pt x="82" y="70"/>
                  </a:cubicBezTo>
                  <a:cubicBezTo>
                    <a:pt x="83" y="71"/>
                    <a:pt x="84" y="72"/>
                    <a:pt x="85" y="74"/>
                  </a:cubicBezTo>
                  <a:cubicBezTo>
                    <a:pt x="85" y="74"/>
                    <a:pt x="85" y="74"/>
                    <a:pt x="85" y="74"/>
                  </a:cubicBezTo>
                  <a:cubicBezTo>
                    <a:pt x="85" y="78"/>
                    <a:pt x="84" y="82"/>
                    <a:pt x="84" y="87"/>
                  </a:cubicBezTo>
                  <a:cubicBezTo>
                    <a:pt x="81" y="85"/>
                    <a:pt x="78" y="84"/>
                    <a:pt x="73" y="82"/>
                  </a:cubicBezTo>
                  <a:cubicBezTo>
                    <a:pt x="66" y="78"/>
                    <a:pt x="58" y="75"/>
                    <a:pt x="50" y="70"/>
                  </a:cubicBezTo>
                  <a:cubicBezTo>
                    <a:pt x="42" y="66"/>
                    <a:pt x="11" y="44"/>
                    <a:pt x="10" y="37"/>
                  </a:cubicBezTo>
                  <a:cubicBezTo>
                    <a:pt x="10" y="36"/>
                    <a:pt x="9" y="36"/>
                    <a:pt x="8" y="36"/>
                  </a:cubicBezTo>
                  <a:cubicBezTo>
                    <a:pt x="7" y="36"/>
                    <a:pt x="7" y="37"/>
                    <a:pt x="7" y="38"/>
                  </a:cubicBezTo>
                  <a:cubicBezTo>
                    <a:pt x="9" y="47"/>
                    <a:pt x="43" y="70"/>
                    <a:pt x="49" y="73"/>
                  </a:cubicBezTo>
                  <a:cubicBezTo>
                    <a:pt x="50" y="74"/>
                    <a:pt x="52" y="75"/>
                    <a:pt x="54" y="76"/>
                  </a:cubicBezTo>
                  <a:cubicBezTo>
                    <a:pt x="65" y="90"/>
                    <a:pt x="65" y="90"/>
                    <a:pt x="65" y="90"/>
                  </a:cubicBezTo>
                  <a:cubicBezTo>
                    <a:pt x="72" y="98"/>
                    <a:pt x="78" y="106"/>
                    <a:pt x="85" y="114"/>
                  </a:cubicBezTo>
                  <a:cubicBezTo>
                    <a:pt x="87" y="117"/>
                    <a:pt x="89" y="120"/>
                    <a:pt x="90" y="123"/>
                  </a:cubicBezTo>
                  <a:cubicBezTo>
                    <a:pt x="95" y="132"/>
                    <a:pt x="99" y="140"/>
                    <a:pt x="97" y="148"/>
                  </a:cubicBezTo>
                  <a:cubicBezTo>
                    <a:pt x="87" y="138"/>
                    <a:pt x="77" y="129"/>
                    <a:pt x="68" y="121"/>
                  </a:cubicBezTo>
                  <a:cubicBezTo>
                    <a:pt x="68" y="121"/>
                    <a:pt x="68" y="121"/>
                    <a:pt x="68" y="121"/>
                  </a:cubicBezTo>
                  <a:cubicBezTo>
                    <a:pt x="68" y="121"/>
                    <a:pt x="67" y="121"/>
                    <a:pt x="67" y="121"/>
                  </a:cubicBezTo>
                  <a:cubicBezTo>
                    <a:pt x="54" y="110"/>
                    <a:pt x="42" y="101"/>
                    <a:pt x="34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23" y="87"/>
                    <a:pt x="7" y="66"/>
                    <a:pt x="7" y="66"/>
                  </a:cubicBezTo>
                  <a:cubicBezTo>
                    <a:pt x="6" y="65"/>
                    <a:pt x="6" y="65"/>
                    <a:pt x="5" y="66"/>
                  </a:cubicBezTo>
                  <a:cubicBezTo>
                    <a:pt x="4" y="66"/>
                    <a:pt x="4" y="67"/>
                    <a:pt x="5" y="68"/>
                  </a:cubicBezTo>
                  <a:cubicBezTo>
                    <a:pt x="5" y="69"/>
                    <a:pt x="21" y="89"/>
                    <a:pt x="31" y="97"/>
                  </a:cubicBezTo>
                  <a:cubicBezTo>
                    <a:pt x="37" y="104"/>
                    <a:pt x="43" y="119"/>
                    <a:pt x="47" y="135"/>
                  </a:cubicBezTo>
                  <a:cubicBezTo>
                    <a:pt x="46" y="135"/>
                    <a:pt x="46" y="135"/>
                    <a:pt x="46" y="135"/>
                  </a:cubicBezTo>
                  <a:cubicBezTo>
                    <a:pt x="39" y="132"/>
                    <a:pt x="39" y="132"/>
                    <a:pt x="39" y="132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15" y="116"/>
                    <a:pt x="4" y="108"/>
                    <a:pt x="3" y="95"/>
                  </a:cubicBezTo>
                  <a:cubicBezTo>
                    <a:pt x="3" y="94"/>
                    <a:pt x="2" y="93"/>
                    <a:pt x="2" y="93"/>
                  </a:cubicBezTo>
                  <a:cubicBezTo>
                    <a:pt x="1" y="93"/>
                    <a:pt x="0" y="94"/>
                    <a:pt x="0" y="95"/>
                  </a:cubicBezTo>
                  <a:cubicBezTo>
                    <a:pt x="2" y="110"/>
                    <a:pt x="12" y="118"/>
                    <a:pt x="23" y="126"/>
                  </a:cubicBezTo>
                  <a:cubicBezTo>
                    <a:pt x="31" y="132"/>
                    <a:pt x="31" y="132"/>
                    <a:pt x="31" y="132"/>
                  </a:cubicBezTo>
                  <a:cubicBezTo>
                    <a:pt x="42" y="142"/>
                    <a:pt x="50" y="156"/>
                    <a:pt x="54" y="168"/>
                  </a:cubicBezTo>
                  <a:cubicBezTo>
                    <a:pt x="54" y="171"/>
                    <a:pt x="55" y="174"/>
                    <a:pt x="55" y="177"/>
                  </a:cubicBezTo>
                  <a:cubicBezTo>
                    <a:pt x="54" y="177"/>
                    <a:pt x="54" y="176"/>
                    <a:pt x="53" y="176"/>
                  </a:cubicBezTo>
                  <a:cubicBezTo>
                    <a:pt x="46" y="173"/>
                    <a:pt x="39" y="171"/>
                    <a:pt x="34" y="171"/>
                  </a:cubicBezTo>
                  <a:cubicBezTo>
                    <a:pt x="34" y="171"/>
                    <a:pt x="33" y="171"/>
                    <a:pt x="33" y="171"/>
                  </a:cubicBezTo>
                  <a:cubicBezTo>
                    <a:pt x="23" y="162"/>
                    <a:pt x="23" y="162"/>
                    <a:pt x="23" y="162"/>
                  </a:cubicBezTo>
                  <a:cubicBezTo>
                    <a:pt x="14" y="154"/>
                    <a:pt x="7" y="149"/>
                    <a:pt x="6" y="136"/>
                  </a:cubicBezTo>
                  <a:cubicBezTo>
                    <a:pt x="6" y="135"/>
                    <a:pt x="5" y="135"/>
                    <a:pt x="4" y="135"/>
                  </a:cubicBezTo>
                  <a:cubicBezTo>
                    <a:pt x="3" y="135"/>
                    <a:pt x="3" y="135"/>
                    <a:pt x="3" y="136"/>
                  </a:cubicBezTo>
                  <a:cubicBezTo>
                    <a:pt x="4" y="150"/>
                    <a:pt x="12" y="156"/>
                    <a:pt x="21" y="164"/>
                  </a:cubicBezTo>
                  <a:cubicBezTo>
                    <a:pt x="21" y="164"/>
                    <a:pt x="31" y="173"/>
                    <a:pt x="32" y="173"/>
                  </a:cubicBezTo>
                  <a:cubicBezTo>
                    <a:pt x="32" y="174"/>
                    <a:pt x="32" y="174"/>
                    <a:pt x="32" y="174"/>
                  </a:cubicBezTo>
                  <a:cubicBezTo>
                    <a:pt x="32" y="174"/>
                    <a:pt x="32" y="174"/>
                    <a:pt x="32" y="174"/>
                  </a:cubicBezTo>
                  <a:cubicBezTo>
                    <a:pt x="35" y="180"/>
                    <a:pt x="39" y="194"/>
                    <a:pt x="44" y="212"/>
                  </a:cubicBezTo>
                  <a:cubicBezTo>
                    <a:pt x="32" y="198"/>
                    <a:pt x="6" y="178"/>
                    <a:pt x="5" y="178"/>
                  </a:cubicBezTo>
                  <a:cubicBezTo>
                    <a:pt x="5" y="177"/>
                    <a:pt x="4" y="177"/>
                    <a:pt x="3" y="178"/>
                  </a:cubicBezTo>
                  <a:cubicBezTo>
                    <a:pt x="3" y="179"/>
                    <a:pt x="3" y="180"/>
                    <a:pt x="4" y="180"/>
                  </a:cubicBezTo>
                  <a:cubicBezTo>
                    <a:pt x="9" y="184"/>
                    <a:pt x="18" y="191"/>
                    <a:pt x="27" y="199"/>
                  </a:cubicBezTo>
                  <a:cubicBezTo>
                    <a:pt x="27" y="199"/>
                    <a:pt x="27" y="199"/>
                    <a:pt x="27" y="200"/>
                  </a:cubicBezTo>
                  <a:cubicBezTo>
                    <a:pt x="36" y="210"/>
                    <a:pt x="45" y="231"/>
                    <a:pt x="51" y="247"/>
                  </a:cubicBezTo>
                  <a:cubicBezTo>
                    <a:pt x="36" y="233"/>
                    <a:pt x="18" y="218"/>
                    <a:pt x="8" y="212"/>
                  </a:cubicBezTo>
                  <a:cubicBezTo>
                    <a:pt x="7" y="212"/>
                    <a:pt x="6" y="212"/>
                    <a:pt x="6" y="213"/>
                  </a:cubicBezTo>
                  <a:cubicBezTo>
                    <a:pt x="5" y="213"/>
                    <a:pt x="6" y="214"/>
                    <a:pt x="6" y="215"/>
                  </a:cubicBezTo>
                  <a:cubicBezTo>
                    <a:pt x="12" y="218"/>
                    <a:pt x="18" y="223"/>
                    <a:pt x="26" y="229"/>
                  </a:cubicBezTo>
                  <a:cubicBezTo>
                    <a:pt x="26" y="229"/>
                    <a:pt x="26" y="230"/>
                    <a:pt x="26" y="230"/>
                  </a:cubicBezTo>
                  <a:cubicBezTo>
                    <a:pt x="28" y="237"/>
                    <a:pt x="33" y="245"/>
                    <a:pt x="39" y="253"/>
                  </a:cubicBezTo>
                  <a:cubicBezTo>
                    <a:pt x="45" y="263"/>
                    <a:pt x="53" y="274"/>
                    <a:pt x="54" y="284"/>
                  </a:cubicBezTo>
                  <a:cubicBezTo>
                    <a:pt x="40" y="272"/>
                    <a:pt x="15" y="252"/>
                    <a:pt x="6" y="233"/>
                  </a:cubicBezTo>
                  <a:cubicBezTo>
                    <a:pt x="5" y="232"/>
                    <a:pt x="5" y="232"/>
                    <a:pt x="4" y="232"/>
                  </a:cubicBezTo>
                  <a:cubicBezTo>
                    <a:pt x="3" y="233"/>
                    <a:pt x="3" y="233"/>
                    <a:pt x="3" y="234"/>
                  </a:cubicBezTo>
                  <a:close/>
                  <a:moveTo>
                    <a:pt x="83" y="90"/>
                  </a:moveTo>
                  <a:cubicBezTo>
                    <a:pt x="83" y="95"/>
                    <a:pt x="82" y="100"/>
                    <a:pt x="83" y="105"/>
                  </a:cubicBezTo>
                  <a:cubicBezTo>
                    <a:pt x="83" y="105"/>
                    <a:pt x="83" y="106"/>
                    <a:pt x="83" y="107"/>
                  </a:cubicBezTo>
                  <a:cubicBezTo>
                    <a:pt x="78" y="101"/>
                    <a:pt x="73" y="95"/>
                    <a:pt x="68" y="88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4" y="81"/>
                    <a:pt x="68" y="83"/>
                    <a:pt x="72" y="84"/>
                  </a:cubicBezTo>
                  <a:cubicBezTo>
                    <a:pt x="77" y="86"/>
                    <a:pt x="81" y="88"/>
                    <a:pt x="83" y="90"/>
                  </a:cubicBezTo>
                  <a:close/>
                  <a:moveTo>
                    <a:pt x="62" y="1449"/>
                  </a:moveTo>
                  <a:cubicBezTo>
                    <a:pt x="70" y="1416"/>
                    <a:pt x="78" y="1378"/>
                    <a:pt x="83" y="1342"/>
                  </a:cubicBezTo>
                  <a:cubicBezTo>
                    <a:pt x="94" y="1265"/>
                    <a:pt x="100" y="1144"/>
                    <a:pt x="101" y="1078"/>
                  </a:cubicBezTo>
                  <a:cubicBezTo>
                    <a:pt x="101" y="1038"/>
                    <a:pt x="109" y="992"/>
                    <a:pt x="116" y="946"/>
                  </a:cubicBezTo>
                  <a:cubicBezTo>
                    <a:pt x="122" y="907"/>
                    <a:pt x="131" y="836"/>
                    <a:pt x="131" y="822"/>
                  </a:cubicBezTo>
                  <a:cubicBezTo>
                    <a:pt x="132" y="799"/>
                    <a:pt x="135" y="774"/>
                    <a:pt x="139" y="745"/>
                  </a:cubicBezTo>
                  <a:cubicBezTo>
                    <a:pt x="144" y="703"/>
                    <a:pt x="150" y="654"/>
                    <a:pt x="152" y="596"/>
                  </a:cubicBezTo>
                  <a:cubicBezTo>
                    <a:pt x="153" y="572"/>
                    <a:pt x="152" y="551"/>
                    <a:pt x="152" y="534"/>
                  </a:cubicBezTo>
                  <a:cubicBezTo>
                    <a:pt x="153" y="542"/>
                    <a:pt x="155" y="551"/>
                    <a:pt x="157" y="561"/>
                  </a:cubicBezTo>
                  <a:cubicBezTo>
                    <a:pt x="167" y="608"/>
                    <a:pt x="179" y="672"/>
                    <a:pt x="180" y="730"/>
                  </a:cubicBezTo>
                  <a:cubicBezTo>
                    <a:pt x="181" y="770"/>
                    <a:pt x="181" y="794"/>
                    <a:pt x="178" y="813"/>
                  </a:cubicBezTo>
                  <a:cubicBezTo>
                    <a:pt x="177" y="824"/>
                    <a:pt x="176" y="833"/>
                    <a:pt x="176" y="845"/>
                  </a:cubicBezTo>
                  <a:cubicBezTo>
                    <a:pt x="176" y="845"/>
                    <a:pt x="176" y="845"/>
                    <a:pt x="176" y="845"/>
                  </a:cubicBezTo>
                  <a:cubicBezTo>
                    <a:pt x="176" y="847"/>
                    <a:pt x="176" y="848"/>
                    <a:pt x="176" y="850"/>
                  </a:cubicBezTo>
                  <a:cubicBezTo>
                    <a:pt x="176" y="871"/>
                    <a:pt x="174" y="884"/>
                    <a:pt x="172" y="897"/>
                  </a:cubicBezTo>
                  <a:cubicBezTo>
                    <a:pt x="171" y="906"/>
                    <a:pt x="170" y="914"/>
                    <a:pt x="169" y="923"/>
                  </a:cubicBezTo>
                  <a:cubicBezTo>
                    <a:pt x="162" y="962"/>
                    <a:pt x="160" y="996"/>
                    <a:pt x="159" y="1026"/>
                  </a:cubicBezTo>
                  <a:cubicBezTo>
                    <a:pt x="157" y="1059"/>
                    <a:pt x="157" y="1059"/>
                    <a:pt x="157" y="1059"/>
                  </a:cubicBezTo>
                  <a:cubicBezTo>
                    <a:pt x="157" y="1060"/>
                    <a:pt x="157" y="1061"/>
                    <a:pt x="157" y="1062"/>
                  </a:cubicBezTo>
                  <a:cubicBezTo>
                    <a:pt x="153" y="1110"/>
                    <a:pt x="143" y="1157"/>
                    <a:pt x="134" y="1202"/>
                  </a:cubicBezTo>
                  <a:cubicBezTo>
                    <a:pt x="126" y="1237"/>
                    <a:pt x="118" y="1273"/>
                    <a:pt x="113" y="1310"/>
                  </a:cubicBezTo>
                  <a:cubicBezTo>
                    <a:pt x="112" y="1324"/>
                    <a:pt x="112" y="1324"/>
                    <a:pt x="112" y="1324"/>
                  </a:cubicBezTo>
                  <a:cubicBezTo>
                    <a:pt x="108" y="1351"/>
                    <a:pt x="105" y="1376"/>
                    <a:pt x="97" y="1403"/>
                  </a:cubicBezTo>
                  <a:cubicBezTo>
                    <a:pt x="91" y="1425"/>
                    <a:pt x="84" y="1449"/>
                    <a:pt x="81" y="1472"/>
                  </a:cubicBezTo>
                  <a:cubicBezTo>
                    <a:pt x="78" y="1493"/>
                    <a:pt x="80" y="1514"/>
                    <a:pt x="82" y="1533"/>
                  </a:cubicBezTo>
                  <a:cubicBezTo>
                    <a:pt x="84" y="1546"/>
                    <a:pt x="85" y="1560"/>
                    <a:pt x="85" y="1573"/>
                  </a:cubicBezTo>
                  <a:cubicBezTo>
                    <a:pt x="85" y="1576"/>
                    <a:pt x="84" y="1584"/>
                    <a:pt x="82" y="1593"/>
                  </a:cubicBezTo>
                  <a:cubicBezTo>
                    <a:pt x="79" y="1619"/>
                    <a:pt x="75" y="1643"/>
                    <a:pt x="77" y="1657"/>
                  </a:cubicBezTo>
                  <a:cubicBezTo>
                    <a:pt x="61" y="1632"/>
                    <a:pt x="53" y="1596"/>
                    <a:pt x="50" y="1570"/>
                  </a:cubicBezTo>
                  <a:cubicBezTo>
                    <a:pt x="50" y="1570"/>
                    <a:pt x="50" y="1570"/>
                    <a:pt x="50" y="1569"/>
                  </a:cubicBezTo>
                  <a:cubicBezTo>
                    <a:pt x="49" y="1560"/>
                    <a:pt x="48" y="1553"/>
                    <a:pt x="48" y="1548"/>
                  </a:cubicBezTo>
                  <a:cubicBezTo>
                    <a:pt x="48" y="1545"/>
                    <a:pt x="48" y="1545"/>
                    <a:pt x="48" y="1545"/>
                  </a:cubicBezTo>
                  <a:cubicBezTo>
                    <a:pt x="48" y="1542"/>
                    <a:pt x="48" y="1537"/>
                    <a:pt x="49" y="1531"/>
                  </a:cubicBezTo>
                  <a:cubicBezTo>
                    <a:pt x="49" y="1530"/>
                    <a:pt x="51" y="1513"/>
                    <a:pt x="53" y="1503"/>
                  </a:cubicBezTo>
                  <a:cubicBezTo>
                    <a:pt x="55" y="1488"/>
                    <a:pt x="58" y="1469"/>
                    <a:pt x="62" y="1449"/>
                  </a:cubicBezTo>
                  <a:close/>
                  <a:moveTo>
                    <a:pt x="139" y="479"/>
                  </a:moveTo>
                  <a:cubicBezTo>
                    <a:pt x="140" y="477"/>
                    <a:pt x="140" y="474"/>
                    <a:pt x="141" y="471"/>
                  </a:cubicBezTo>
                  <a:cubicBezTo>
                    <a:pt x="144" y="501"/>
                    <a:pt x="147" y="536"/>
                    <a:pt x="144" y="596"/>
                  </a:cubicBezTo>
                  <a:cubicBezTo>
                    <a:pt x="142" y="653"/>
                    <a:pt x="136" y="702"/>
                    <a:pt x="131" y="744"/>
                  </a:cubicBezTo>
                  <a:cubicBezTo>
                    <a:pt x="126" y="780"/>
                    <a:pt x="122" y="811"/>
                    <a:pt x="122" y="839"/>
                  </a:cubicBezTo>
                  <a:cubicBezTo>
                    <a:pt x="122" y="840"/>
                    <a:pt x="116" y="907"/>
                    <a:pt x="110" y="946"/>
                  </a:cubicBezTo>
                  <a:cubicBezTo>
                    <a:pt x="103" y="991"/>
                    <a:pt x="95" y="1038"/>
                    <a:pt x="95" y="1077"/>
                  </a:cubicBezTo>
                  <a:cubicBezTo>
                    <a:pt x="94" y="1144"/>
                    <a:pt x="90" y="1266"/>
                    <a:pt x="79" y="1342"/>
                  </a:cubicBezTo>
                  <a:cubicBezTo>
                    <a:pt x="74" y="1374"/>
                    <a:pt x="68" y="1406"/>
                    <a:pt x="61" y="1436"/>
                  </a:cubicBezTo>
                  <a:cubicBezTo>
                    <a:pt x="63" y="1421"/>
                    <a:pt x="64" y="1407"/>
                    <a:pt x="63" y="1396"/>
                  </a:cubicBezTo>
                  <a:cubicBezTo>
                    <a:pt x="63" y="1380"/>
                    <a:pt x="59" y="1355"/>
                    <a:pt x="56" y="1328"/>
                  </a:cubicBezTo>
                  <a:cubicBezTo>
                    <a:pt x="52" y="1296"/>
                    <a:pt x="47" y="1263"/>
                    <a:pt x="47" y="1239"/>
                  </a:cubicBezTo>
                  <a:cubicBezTo>
                    <a:pt x="46" y="1223"/>
                    <a:pt x="46" y="1223"/>
                    <a:pt x="46" y="1223"/>
                  </a:cubicBezTo>
                  <a:cubicBezTo>
                    <a:pt x="45" y="1209"/>
                    <a:pt x="45" y="1209"/>
                    <a:pt x="45" y="1209"/>
                  </a:cubicBezTo>
                  <a:cubicBezTo>
                    <a:pt x="44" y="1184"/>
                    <a:pt x="44" y="1182"/>
                    <a:pt x="52" y="1142"/>
                  </a:cubicBezTo>
                  <a:cubicBezTo>
                    <a:pt x="56" y="1128"/>
                    <a:pt x="56" y="1128"/>
                    <a:pt x="56" y="1128"/>
                  </a:cubicBezTo>
                  <a:cubicBezTo>
                    <a:pt x="56" y="1131"/>
                    <a:pt x="55" y="1134"/>
                    <a:pt x="55" y="1138"/>
                  </a:cubicBezTo>
                  <a:cubicBezTo>
                    <a:pt x="53" y="1152"/>
                    <a:pt x="52" y="1167"/>
                    <a:pt x="54" y="1176"/>
                  </a:cubicBezTo>
                  <a:cubicBezTo>
                    <a:pt x="58" y="1188"/>
                    <a:pt x="58" y="1188"/>
                    <a:pt x="58" y="1188"/>
                  </a:cubicBezTo>
                  <a:cubicBezTo>
                    <a:pt x="60" y="1196"/>
                    <a:pt x="63" y="1205"/>
                    <a:pt x="63" y="1208"/>
                  </a:cubicBezTo>
                  <a:cubicBezTo>
                    <a:pt x="64" y="1216"/>
                    <a:pt x="64" y="1222"/>
                    <a:pt x="64" y="1228"/>
                  </a:cubicBezTo>
                  <a:cubicBezTo>
                    <a:pt x="65" y="1234"/>
                    <a:pt x="66" y="1239"/>
                    <a:pt x="65" y="1245"/>
                  </a:cubicBezTo>
                  <a:cubicBezTo>
                    <a:pt x="64" y="1249"/>
                    <a:pt x="66" y="1253"/>
                    <a:pt x="66" y="1256"/>
                  </a:cubicBezTo>
                  <a:cubicBezTo>
                    <a:pt x="66" y="1263"/>
                    <a:pt x="69" y="1263"/>
                    <a:pt x="69" y="1256"/>
                  </a:cubicBezTo>
                  <a:cubicBezTo>
                    <a:pt x="69" y="1252"/>
                    <a:pt x="67" y="1250"/>
                    <a:pt x="68" y="1246"/>
                  </a:cubicBezTo>
                  <a:cubicBezTo>
                    <a:pt x="69" y="1240"/>
                    <a:pt x="68" y="1234"/>
                    <a:pt x="67" y="1228"/>
                  </a:cubicBezTo>
                  <a:cubicBezTo>
                    <a:pt x="67" y="1221"/>
                    <a:pt x="66" y="1215"/>
                    <a:pt x="66" y="1208"/>
                  </a:cubicBezTo>
                  <a:cubicBezTo>
                    <a:pt x="66" y="1205"/>
                    <a:pt x="63" y="1196"/>
                    <a:pt x="61" y="1187"/>
                  </a:cubicBezTo>
                  <a:cubicBezTo>
                    <a:pt x="57" y="1175"/>
                    <a:pt x="57" y="1175"/>
                    <a:pt x="57" y="1175"/>
                  </a:cubicBezTo>
                  <a:cubicBezTo>
                    <a:pt x="55" y="1167"/>
                    <a:pt x="56" y="1152"/>
                    <a:pt x="58" y="1138"/>
                  </a:cubicBezTo>
                  <a:cubicBezTo>
                    <a:pt x="59" y="1130"/>
                    <a:pt x="59" y="1122"/>
                    <a:pt x="59" y="1116"/>
                  </a:cubicBezTo>
                  <a:cubicBezTo>
                    <a:pt x="59" y="1116"/>
                    <a:pt x="59" y="1115"/>
                    <a:pt x="59" y="1115"/>
                  </a:cubicBezTo>
                  <a:cubicBezTo>
                    <a:pt x="59" y="1115"/>
                    <a:pt x="59" y="1114"/>
                    <a:pt x="59" y="1114"/>
                  </a:cubicBezTo>
                  <a:cubicBezTo>
                    <a:pt x="68" y="1077"/>
                    <a:pt x="78" y="1039"/>
                    <a:pt x="63" y="980"/>
                  </a:cubicBezTo>
                  <a:cubicBezTo>
                    <a:pt x="51" y="928"/>
                    <a:pt x="61" y="878"/>
                    <a:pt x="72" y="841"/>
                  </a:cubicBezTo>
                  <a:cubicBezTo>
                    <a:pt x="72" y="840"/>
                    <a:pt x="72" y="840"/>
                    <a:pt x="72" y="840"/>
                  </a:cubicBezTo>
                  <a:cubicBezTo>
                    <a:pt x="72" y="845"/>
                    <a:pt x="71" y="849"/>
                    <a:pt x="70" y="853"/>
                  </a:cubicBezTo>
                  <a:cubicBezTo>
                    <a:pt x="68" y="864"/>
                    <a:pt x="68" y="864"/>
                    <a:pt x="68" y="864"/>
                  </a:cubicBezTo>
                  <a:cubicBezTo>
                    <a:pt x="67" y="879"/>
                    <a:pt x="69" y="894"/>
                    <a:pt x="74" y="908"/>
                  </a:cubicBezTo>
                  <a:cubicBezTo>
                    <a:pt x="76" y="914"/>
                    <a:pt x="76" y="914"/>
                    <a:pt x="76" y="914"/>
                  </a:cubicBezTo>
                  <a:cubicBezTo>
                    <a:pt x="78" y="919"/>
                    <a:pt x="80" y="922"/>
                    <a:pt x="80" y="927"/>
                  </a:cubicBezTo>
                  <a:cubicBezTo>
                    <a:pt x="81" y="930"/>
                    <a:pt x="80" y="933"/>
                    <a:pt x="80" y="936"/>
                  </a:cubicBezTo>
                  <a:cubicBezTo>
                    <a:pt x="80" y="940"/>
                    <a:pt x="79" y="945"/>
                    <a:pt x="82" y="950"/>
                  </a:cubicBezTo>
                  <a:cubicBezTo>
                    <a:pt x="82" y="951"/>
                    <a:pt x="83" y="951"/>
                    <a:pt x="84" y="951"/>
                  </a:cubicBezTo>
                  <a:cubicBezTo>
                    <a:pt x="84" y="951"/>
                    <a:pt x="85" y="950"/>
                    <a:pt x="85" y="949"/>
                  </a:cubicBezTo>
                  <a:cubicBezTo>
                    <a:pt x="82" y="944"/>
                    <a:pt x="83" y="940"/>
                    <a:pt x="83" y="936"/>
                  </a:cubicBezTo>
                  <a:cubicBezTo>
                    <a:pt x="83" y="933"/>
                    <a:pt x="84" y="930"/>
                    <a:pt x="83" y="927"/>
                  </a:cubicBezTo>
                  <a:cubicBezTo>
                    <a:pt x="83" y="922"/>
                    <a:pt x="81" y="917"/>
                    <a:pt x="79" y="913"/>
                  </a:cubicBezTo>
                  <a:cubicBezTo>
                    <a:pt x="79" y="913"/>
                    <a:pt x="77" y="907"/>
                    <a:pt x="77" y="907"/>
                  </a:cubicBezTo>
                  <a:cubicBezTo>
                    <a:pt x="72" y="893"/>
                    <a:pt x="70" y="879"/>
                    <a:pt x="71" y="864"/>
                  </a:cubicBezTo>
                  <a:cubicBezTo>
                    <a:pt x="73" y="854"/>
                    <a:pt x="73" y="854"/>
                    <a:pt x="73" y="854"/>
                  </a:cubicBezTo>
                  <a:cubicBezTo>
                    <a:pt x="74" y="849"/>
                    <a:pt x="76" y="843"/>
                    <a:pt x="75" y="837"/>
                  </a:cubicBezTo>
                  <a:cubicBezTo>
                    <a:pt x="75" y="836"/>
                    <a:pt x="76" y="830"/>
                    <a:pt x="76" y="830"/>
                  </a:cubicBezTo>
                  <a:cubicBezTo>
                    <a:pt x="79" y="818"/>
                    <a:pt x="79" y="818"/>
                    <a:pt x="79" y="818"/>
                  </a:cubicBezTo>
                  <a:cubicBezTo>
                    <a:pt x="85" y="799"/>
                    <a:pt x="85" y="799"/>
                    <a:pt x="85" y="799"/>
                  </a:cubicBezTo>
                  <a:cubicBezTo>
                    <a:pt x="90" y="783"/>
                    <a:pt x="90" y="759"/>
                    <a:pt x="91" y="734"/>
                  </a:cubicBezTo>
                  <a:cubicBezTo>
                    <a:pt x="91" y="697"/>
                    <a:pt x="95" y="660"/>
                    <a:pt x="109" y="640"/>
                  </a:cubicBezTo>
                  <a:cubicBezTo>
                    <a:pt x="127" y="615"/>
                    <a:pt x="131" y="563"/>
                    <a:pt x="135" y="528"/>
                  </a:cubicBezTo>
                  <a:cubicBezTo>
                    <a:pt x="137" y="515"/>
                    <a:pt x="137" y="515"/>
                    <a:pt x="137" y="515"/>
                  </a:cubicBezTo>
                  <a:cubicBezTo>
                    <a:pt x="137" y="515"/>
                    <a:pt x="137" y="515"/>
                    <a:pt x="137" y="515"/>
                  </a:cubicBezTo>
                  <a:cubicBezTo>
                    <a:pt x="137" y="514"/>
                    <a:pt x="137" y="490"/>
                    <a:pt x="139" y="479"/>
                  </a:cubicBezTo>
                  <a:close/>
                  <a:moveTo>
                    <a:pt x="52" y="251"/>
                  </a:moveTo>
                  <a:cubicBezTo>
                    <a:pt x="53" y="259"/>
                    <a:pt x="54" y="267"/>
                    <a:pt x="55" y="275"/>
                  </a:cubicBezTo>
                  <a:cubicBezTo>
                    <a:pt x="52" y="267"/>
                    <a:pt x="46" y="259"/>
                    <a:pt x="41" y="251"/>
                  </a:cubicBezTo>
                  <a:cubicBezTo>
                    <a:pt x="37" y="244"/>
                    <a:pt x="33" y="238"/>
                    <a:pt x="30" y="232"/>
                  </a:cubicBezTo>
                  <a:cubicBezTo>
                    <a:pt x="37" y="238"/>
                    <a:pt x="45" y="245"/>
                    <a:pt x="52" y="251"/>
                  </a:cubicBezTo>
                  <a:close/>
                  <a:moveTo>
                    <a:pt x="49" y="224"/>
                  </a:moveTo>
                  <a:cubicBezTo>
                    <a:pt x="59" y="236"/>
                    <a:pt x="63" y="248"/>
                    <a:pt x="67" y="263"/>
                  </a:cubicBezTo>
                  <a:cubicBezTo>
                    <a:pt x="64" y="259"/>
                    <a:pt x="60" y="255"/>
                    <a:pt x="55" y="251"/>
                  </a:cubicBezTo>
                  <a:cubicBezTo>
                    <a:pt x="55" y="251"/>
                    <a:pt x="55" y="251"/>
                    <a:pt x="55" y="250"/>
                  </a:cubicBezTo>
                  <a:cubicBezTo>
                    <a:pt x="55" y="249"/>
                    <a:pt x="54" y="247"/>
                    <a:pt x="54" y="246"/>
                  </a:cubicBezTo>
                  <a:cubicBezTo>
                    <a:pt x="52" y="238"/>
                    <a:pt x="51" y="231"/>
                    <a:pt x="49" y="224"/>
                  </a:cubicBezTo>
                  <a:close/>
                  <a:moveTo>
                    <a:pt x="73" y="301"/>
                  </a:moveTo>
                  <a:cubicBezTo>
                    <a:pt x="69" y="297"/>
                    <a:pt x="59" y="287"/>
                    <a:pt x="59" y="286"/>
                  </a:cubicBezTo>
                  <a:cubicBezTo>
                    <a:pt x="58" y="277"/>
                    <a:pt x="57" y="267"/>
                    <a:pt x="56" y="258"/>
                  </a:cubicBezTo>
                  <a:cubicBezTo>
                    <a:pt x="56" y="257"/>
                    <a:pt x="66" y="269"/>
                    <a:pt x="67" y="270"/>
                  </a:cubicBezTo>
                  <a:cubicBezTo>
                    <a:pt x="68" y="271"/>
                    <a:pt x="68" y="272"/>
                    <a:pt x="69" y="272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70" y="282"/>
                    <a:pt x="73" y="301"/>
                    <a:pt x="73" y="301"/>
                  </a:cubicBezTo>
                  <a:close/>
                  <a:moveTo>
                    <a:pt x="75" y="279"/>
                  </a:moveTo>
                  <a:cubicBezTo>
                    <a:pt x="88" y="298"/>
                    <a:pt x="98" y="318"/>
                    <a:pt x="109" y="341"/>
                  </a:cubicBezTo>
                  <a:cubicBezTo>
                    <a:pt x="110" y="341"/>
                    <a:pt x="101" y="329"/>
                    <a:pt x="92" y="319"/>
                  </a:cubicBezTo>
                  <a:cubicBezTo>
                    <a:pt x="84" y="310"/>
                    <a:pt x="79" y="304"/>
                    <a:pt x="79" y="304"/>
                  </a:cubicBezTo>
                  <a:cubicBezTo>
                    <a:pt x="78" y="296"/>
                    <a:pt x="76" y="288"/>
                    <a:pt x="75" y="279"/>
                  </a:cubicBezTo>
                  <a:close/>
                  <a:moveTo>
                    <a:pt x="46" y="220"/>
                  </a:moveTo>
                  <a:cubicBezTo>
                    <a:pt x="46" y="223"/>
                    <a:pt x="47" y="227"/>
                    <a:pt x="48" y="230"/>
                  </a:cubicBezTo>
                  <a:cubicBezTo>
                    <a:pt x="45" y="223"/>
                    <a:pt x="41" y="216"/>
                    <a:pt x="37" y="209"/>
                  </a:cubicBezTo>
                  <a:cubicBezTo>
                    <a:pt x="41" y="214"/>
                    <a:pt x="44" y="217"/>
                    <a:pt x="46" y="220"/>
                  </a:cubicBezTo>
                  <a:close/>
                  <a:moveTo>
                    <a:pt x="37" y="177"/>
                  </a:moveTo>
                  <a:cubicBezTo>
                    <a:pt x="48" y="186"/>
                    <a:pt x="54" y="199"/>
                    <a:pt x="58" y="209"/>
                  </a:cubicBezTo>
                  <a:cubicBezTo>
                    <a:pt x="59" y="211"/>
                    <a:pt x="59" y="211"/>
                    <a:pt x="59" y="211"/>
                  </a:cubicBezTo>
                  <a:cubicBezTo>
                    <a:pt x="59" y="211"/>
                    <a:pt x="59" y="211"/>
                    <a:pt x="59" y="211"/>
                  </a:cubicBezTo>
                  <a:cubicBezTo>
                    <a:pt x="60" y="217"/>
                    <a:pt x="61" y="223"/>
                    <a:pt x="61" y="226"/>
                  </a:cubicBezTo>
                  <a:cubicBezTo>
                    <a:pt x="63" y="242"/>
                    <a:pt x="63" y="242"/>
                    <a:pt x="63" y="242"/>
                  </a:cubicBezTo>
                  <a:cubicBezTo>
                    <a:pt x="60" y="234"/>
                    <a:pt x="55" y="225"/>
                    <a:pt x="48" y="218"/>
                  </a:cubicBezTo>
                  <a:cubicBezTo>
                    <a:pt x="44" y="200"/>
                    <a:pt x="39" y="185"/>
                    <a:pt x="37" y="177"/>
                  </a:cubicBezTo>
                  <a:close/>
                  <a:moveTo>
                    <a:pt x="56" y="181"/>
                  </a:moveTo>
                  <a:cubicBezTo>
                    <a:pt x="57" y="188"/>
                    <a:pt x="58" y="195"/>
                    <a:pt x="58" y="202"/>
                  </a:cubicBezTo>
                  <a:cubicBezTo>
                    <a:pt x="54" y="193"/>
                    <a:pt x="48" y="182"/>
                    <a:pt x="38" y="174"/>
                  </a:cubicBezTo>
                  <a:cubicBezTo>
                    <a:pt x="42" y="175"/>
                    <a:pt x="47" y="176"/>
                    <a:pt x="52" y="179"/>
                  </a:cubicBezTo>
                  <a:cubicBezTo>
                    <a:pt x="53" y="179"/>
                    <a:pt x="54" y="180"/>
                    <a:pt x="56" y="181"/>
                  </a:cubicBezTo>
                  <a:close/>
                  <a:moveTo>
                    <a:pt x="48" y="139"/>
                  </a:moveTo>
                  <a:cubicBezTo>
                    <a:pt x="49" y="143"/>
                    <a:pt x="50" y="148"/>
                    <a:pt x="51" y="153"/>
                  </a:cubicBezTo>
                  <a:cubicBezTo>
                    <a:pt x="48" y="147"/>
                    <a:pt x="43" y="140"/>
                    <a:pt x="38" y="135"/>
                  </a:cubicBezTo>
                  <a:cubicBezTo>
                    <a:pt x="40" y="136"/>
                    <a:pt x="45" y="138"/>
                    <a:pt x="45" y="138"/>
                  </a:cubicBezTo>
                  <a:lnTo>
                    <a:pt x="48" y="139"/>
                  </a:lnTo>
                  <a:close/>
                  <a:moveTo>
                    <a:pt x="77" y="148"/>
                  </a:moveTo>
                  <a:cubicBezTo>
                    <a:pt x="76" y="147"/>
                    <a:pt x="76" y="147"/>
                    <a:pt x="76" y="147"/>
                  </a:cubicBezTo>
                  <a:cubicBezTo>
                    <a:pt x="76" y="147"/>
                    <a:pt x="58" y="140"/>
                    <a:pt x="50" y="137"/>
                  </a:cubicBezTo>
                  <a:cubicBezTo>
                    <a:pt x="47" y="123"/>
                    <a:pt x="43" y="110"/>
                    <a:pt x="38" y="102"/>
                  </a:cubicBezTo>
                  <a:cubicBezTo>
                    <a:pt x="46" y="107"/>
                    <a:pt x="55" y="115"/>
                    <a:pt x="66" y="124"/>
                  </a:cubicBezTo>
                  <a:cubicBezTo>
                    <a:pt x="69" y="128"/>
                    <a:pt x="73" y="137"/>
                    <a:pt x="77" y="148"/>
                  </a:cubicBezTo>
                  <a:close/>
                  <a:moveTo>
                    <a:pt x="99" y="151"/>
                  </a:moveTo>
                  <a:cubicBezTo>
                    <a:pt x="103" y="141"/>
                    <a:pt x="98" y="131"/>
                    <a:pt x="93" y="122"/>
                  </a:cubicBezTo>
                  <a:cubicBezTo>
                    <a:pt x="93" y="121"/>
                    <a:pt x="92" y="121"/>
                    <a:pt x="92" y="120"/>
                  </a:cubicBezTo>
                  <a:cubicBezTo>
                    <a:pt x="95" y="123"/>
                    <a:pt x="95" y="123"/>
                    <a:pt x="95" y="123"/>
                  </a:cubicBezTo>
                  <a:cubicBezTo>
                    <a:pt x="103" y="131"/>
                    <a:pt x="110" y="138"/>
                    <a:pt x="116" y="148"/>
                  </a:cubicBezTo>
                  <a:cubicBezTo>
                    <a:pt x="120" y="155"/>
                    <a:pt x="122" y="163"/>
                    <a:pt x="124" y="171"/>
                  </a:cubicBezTo>
                  <a:cubicBezTo>
                    <a:pt x="126" y="176"/>
                    <a:pt x="127" y="180"/>
                    <a:pt x="128" y="185"/>
                  </a:cubicBezTo>
                  <a:cubicBezTo>
                    <a:pt x="128" y="184"/>
                    <a:pt x="128" y="184"/>
                    <a:pt x="128" y="184"/>
                  </a:cubicBezTo>
                  <a:cubicBezTo>
                    <a:pt x="128" y="184"/>
                    <a:pt x="128" y="183"/>
                    <a:pt x="128" y="183"/>
                  </a:cubicBezTo>
                  <a:cubicBezTo>
                    <a:pt x="126" y="180"/>
                    <a:pt x="124" y="177"/>
                    <a:pt x="121" y="175"/>
                  </a:cubicBezTo>
                  <a:cubicBezTo>
                    <a:pt x="114" y="166"/>
                    <a:pt x="107" y="158"/>
                    <a:pt x="99" y="151"/>
                  </a:cubicBezTo>
                  <a:close/>
                  <a:moveTo>
                    <a:pt x="80" y="149"/>
                  </a:moveTo>
                  <a:cubicBezTo>
                    <a:pt x="78" y="142"/>
                    <a:pt x="75" y="135"/>
                    <a:pt x="73" y="129"/>
                  </a:cubicBezTo>
                  <a:cubicBezTo>
                    <a:pt x="84" y="140"/>
                    <a:pt x="97" y="152"/>
                    <a:pt x="109" y="165"/>
                  </a:cubicBezTo>
                  <a:cubicBezTo>
                    <a:pt x="100" y="160"/>
                    <a:pt x="91" y="155"/>
                    <a:pt x="85" y="151"/>
                  </a:cubicBezTo>
                  <a:lnTo>
                    <a:pt x="80" y="149"/>
                  </a:lnTo>
                  <a:close/>
                  <a:moveTo>
                    <a:pt x="98" y="221"/>
                  </a:moveTo>
                  <a:cubicBezTo>
                    <a:pt x="89" y="208"/>
                    <a:pt x="73" y="189"/>
                    <a:pt x="61" y="182"/>
                  </a:cubicBezTo>
                  <a:cubicBezTo>
                    <a:pt x="61" y="181"/>
                    <a:pt x="60" y="180"/>
                    <a:pt x="58" y="179"/>
                  </a:cubicBezTo>
                  <a:cubicBezTo>
                    <a:pt x="58" y="177"/>
                    <a:pt x="58" y="176"/>
                    <a:pt x="58" y="174"/>
                  </a:cubicBezTo>
                  <a:cubicBezTo>
                    <a:pt x="58" y="173"/>
                    <a:pt x="58" y="173"/>
                    <a:pt x="58" y="173"/>
                  </a:cubicBezTo>
                  <a:cubicBezTo>
                    <a:pt x="58" y="171"/>
                    <a:pt x="57" y="169"/>
                    <a:pt x="56" y="167"/>
                  </a:cubicBezTo>
                  <a:cubicBezTo>
                    <a:pt x="55" y="158"/>
                    <a:pt x="53" y="149"/>
                    <a:pt x="51" y="140"/>
                  </a:cubicBezTo>
                  <a:cubicBezTo>
                    <a:pt x="73" y="149"/>
                    <a:pt x="73" y="149"/>
                    <a:pt x="73" y="149"/>
                  </a:cubicBezTo>
                  <a:cubicBezTo>
                    <a:pt x="77" y="150"/>
                    <a:pt x="77" y="150"/>
                    <a:pt x="77" y="150"/>
                  </a:cubicBezTo>
                  <a:cubicBezTo>
                    <a:pt x="83" y="169"/>
                    <a:pt x="91" y="194"/>
                    <a:pt x="96" y="214"/>
                  </a:cubicBezTo>
                  <a:lnTo>
                    <a:pt x="98" y="221"/>
                  </a:lnTo>
                  <a:close/>
                  <a:moveTo>
                    <a:pt x="132" y="373"/>
                  </a:moveTo>
                  <a:cubicBezTo>
                    <a:pt x="118" y="335"/>
                    <a:pt x="95" y="295"/>
                    <a:pt x="73" y="266"/>
                  </a:cubicBezTo>
                  <a:cubicBezTo>
                    <a:pt x="73" y="264"/>
                    <a:pt x="62" y="207"/>
                    <a:pt x="59" y="184"/>
                  </a:cubicBezTo>
                  <a:cubicBezTo>
                    <a:pt x="59" y="184"/>
                    <a:pt x="59" y="184"/>
                    <a:pt x="60" y="184"/>
                  </a:cubicBezTo>
                  <a:cubicBezTo>
                    <a:pt x="73" y="193"/>
                    <a:pt x="98" y="232"/>
                    <a:pt x="99" y="234"/>
                  </a:cubicBezTo>
                  <a:cubicBezTo>
                    <a:pt x="118" y="278"/>
                    <a:pt x="128" y="330"/>
                    <a:pt x="132" y="373"/>
                  </a:cubicBezTo>
                  <a:close/>
                  <a:moveTo>
                    <a:pt x="79" y="311"/>
                  </a:moveTo>
                  <a:cubicBezTo>
                    <a:pt x="95" y="327"/>
                    <a:pt x="107" y="342"/>
                    <a:pt x="119" y="362"/>
                  </a:cubicBezTo>
                  <a:cubicBezTo>
                    <a:pt x="127" y="381"/>
                    <a:pt x="132" y="399"/>
                    <a:pt x="135" y="415"/>
                  </a:cubicBezTo>
                  <a:cubicBezTo>
                    <a:pt x="135" y="417"/>
                    <a:pt x="135" y="418"/>
                    <a:pt x="135" y="420"/>
                  </a:cubicBezTo>
                  <a:cubicBezTo>
                    <a:pt x="123" y="393"/>
                    <a:pt x="104" y="372"/>
                    <a:pt x="84" y="349"/>
                  </a:cubicBezTo>
                  <a:cubicBezTo>
                    <a:pt x="83" y="338"/>
                    <a:pt x="81" y="325"/>
                    <a:pt x="79" y="311"/>
                  </a:cubicBezTo>
                  <a:close/>
                  <a:moveTo>
                    <a:pt x="35" y="271"/>
                  </a:moveTo>
                  <a:cubicBezTo>
                    <a:pt x="43" y="279"/>
                    <a:pt x="47" y="282"/>
                    <a:pt x="53" y="287"/>
                  </a:cubicBezTo>
                  <a:cubicBezTo>
                    <a:pt x="55" y="288"/>
                    <a:pt x="55" y="288"/>
                    <a:pt x="55" y="288"/>
                  </a:cubicBezTo>
                  <a:cubicBezTo>
                    <a:pt x="55" y="288"/>
                    <a:pt x="55" y="288"/>
                    <a:pt x="55" y="288"/>
                  </a:cubicBezTo>
                  <a:cubicBezTo>
                    <a:pt x="55" y="289"/>
                    <a:pt x="56" y="290"/>
                    <a:pt x="56" y="290"/>
                  </a:cubicBezTo>
                  <a:cubicBezTo>
                    <a:pt x="56" y="290"/>
                    <a:pt x="56" y="290"/>
                    <a:pt x="56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63" y="295"/>
                    <a:pt x="67" y="300"/>
                    <a:pt x="73" y="305"/>
                  </a:cubicBezTo>
                  <a:cubicBezTo>
                    <a:pt x="75" y="319"/>
                    <a:pt x="76" y="330"/>
                    <a:pt x="77" y="341"/>
                  </a:cubicBezTo>
                  <a:cubicBezTo>
                    <a:pt x="71" y="334"/>
                    <a:pt x="67" y="328"/>
                    <a:pt x="61" y="321"/>
                  </a:cubicBezTo>
                  <a:cubicBezTo>
                    <a:pt x="61" y="321"/>
                    <a:pt x="61" y="320"/>
                    <a:pt x="60" y="320"/>
                  </a:cubicBezTo>
                  <a:cubicBezTo>
                    <a:pt x="56" y="315"/>
                    <a:pt x="56" y="312"/>
                    <a:pt x="54" y="307"/>
                  </a:cubicBezTo>
                  <a:cubicBezTo>
                    <a:pt x="51" y="300"/>
                    <a:pt x="51" y="300"/>
                    <a:pt x="51" y="300"/>
                  </a:cubicBezTo>
                  <a:cubicBezTo>
                    <a:pt x="48" y="293"/>
                    <a:pt x="45" y="289"/>
                    <a:pt x="42" y="284"/>
                  </a:cubicBezTo>
                  <a:cubicBezTo>
                    <a:pt x="39" y="280"/>
                    <a:pt x="37" y="277"/>
                    <a:pt x="35" y="271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7" name="Freeform 557">
              <a:extLst>
                <a:ext uri="{FF2B5EF4-FFF2-40B4-BE49-F238E27FC236}">
                  <a16:creationId xmlns:a16="http://schemas.microsoft.com/office/drawing/2014/main" id="{4770E7E0-8C0E-4B30-9B36-861FB7AC9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022"/>
              <a:ext cx="45" cy="19"/>
            </a:xfrm>
            <a:custGeom>
              <a:avLst/>
              <a:gdLst>
                <a:gd name="T0" fmla="*/ 1 w 34"/>
                <a:gd name="T1" fmla="*/ 0 h 14"/>
                <a:gd name="T2" fmla="*/ 34 w 34"/>
                <a:gd name="T3" fmla="*/ 14 h 14"/>
                <a:gd name="T4" fmla="*/ 74 w 34"/>
                <a:gd name="T5" fmla="*/ 22 h 14"/>
                <a:gd name="T6" fmla="*/ 77 w 34"/>
                <a:gd name="T7" fmla="*/ 26 h 14"/>
                <a:gd name="T8" fmla="*/ 74 w 34"/>
                <a:gd name="T9" fmla="*/ 27 h 14"/>
                <a:gd name="T10" fmla="*/ 30 w 34"/>
                <a:gd name="T11" fmla="*/ 20 h 14"/>
                <a:gd name="T12" fmla="*/ 1 w 34"/>
                <a:gd name="T13" fmla="*/ 7 h 14"/>
                <a:gd name="T14" fmla="*/ 0 w 34"/>
                <a:gd name="T15" fmla="*/ 5 h 14"/>
                <a:gd name="T16" fmla="*/ 1 w 34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4">
                  <a:moveTo>
                    <a:pt x="1" y="0"/>
                  </a:moveTo>
                  <a:cubicBezTo>
                    <a:pt x="7" y="1"/>
                    <a:pt x="11" y="3"/>
                    <a:pt x="15" y="5"/>
                  </a:cubicBezTo>
                  <a:cubicBezTo>
                    <a:pt x="20" y="8"/>
                    <a:pt x="25" y="11"/>
                    <a:pt x="32" y="9"/>
                  </a:cubicBezTo>
                  <a:cubicBezTo>
                    <a:pt x="32" y="8"/>
                    <a:pt x="33" y="9"/>
                    <a:pt x="33" y="10"/>
                  </a:cubicBezTo>
                  <a:cubicBezTo>
                    <a:pt x="34" y="10"/>
                    <a:pt x="33" y="11"/>
                    <a:pt x="32" y="11"/>
                  </a:cubicBezTo>
                  <a:cubicBezTo>
                    <a:pt x="24" y="14"/>
                    <a:pt x="19" y="11"/>
                    <a:pt x="13" y="8"/>
                  </a:cubicBezTo>
                  <a:cubicBezTo>
                    <a:pt x="9" y="6"/>
                    <a:pt x="6" y="4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CC3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>
            <a:extLst>
              <a:ext uri="{FF2B5EF4-FFF2-40B4-BE49-F238E27FC236}">
                <a16:creationId xmlns:a16="http://schemas.microsoft.com/office/drawing/2014/main" id="{4B962EEE-F595-4D22-81BC-A4660F4DC94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Sciatic nerve</a:t>
            </a:r>
          </a:p>
        </p:txBody>
      </p:sp>
      <p:grpSp>
        <p:nvGrpSpPr>
          <p:cNvPr id="75778" name="sciatic-nerve-posterior-anatomy-illustration">
            <a:extLst>
              <a:ext uri="{FF2B5EF4-FFF2-40B4-BE49-F238E27FC236}">
                <a16:creationId xmlns:a16="http://schemas.microsoft.com/office/drawing/2014/main" id="{F4A76276-BE07-4D8F-858A-58C61C8D636E}"/>
              </a:ext>
            </a:extLst>
          </p:cNvPr>
          <p:cNvGrpSpPr>
            <a:grpSpLocks/>
          </p:cNvGrpSpPr>
          <p:nvPr/>
        </p:nvGrpSpPr>
        <p:grpSpPr bwMode="auto">
          <a:xfrm>
            <a:off x="4330700" y="1438275"/>
            <a:ext cx="3525838" cy="4799013"/>
            <a:chOff x="1768" y="725"/>
            <a:chExt cx="2221" cy="3023"/>
          </a:xfrm>
        </p:grpSpPr>
        <p:sp>
          <p:nvSpPr>
            <p:cNvPr id="75781" name="Freeform 4">
              <a:extLst>
                <a:ext uri="{FF2B5EF4-FFF2-40B4-BE49-F238E27FC236}">
                  <a16:creationId xmlns:a16="http://schemas.microsoft.com/office/drawing/2014/main" id="{691CDB99-61F2-4541-BD65-F279FD8C2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727"/>
              <a:ext cx="2221" cy="3016"/>
            </a:xfrm>
            <a:custGeom>
              <a:avLst/>
              <a:gdLst>
                <a:gd name="T0" fmla="*/ 606 w 1044"/>
                <a:gd name="T1" fmla="*/ 15509 h 1330"/>
                <a:gd name="T2" fmla="*/ 4748 w 1044"/>
                <a:gd name="T3" fmla="*/ 15509 h 1330"/>
                <a:gd name="T4" fmla="*/ 4757 w 1044"/>
                <a:gd name="T5" fmla="*/ 14785 h 1330"/>
                <a:gd name="T6" fmla="*/ 4893 w 1044"/>
                <a:gd name="T7" fmla="*/ 11765 h 1330"/>
                <a:gd name="T8" fmla="*/ 4893 w 1044"/>
                <a:gd name="T9" fmla="*/ 11792 h 1330"/>
                <a:gd name="T10" fmla="*/ 5029 w 1044"/>
                <a:gd name="T11" fmla="*/ 10690 h 1330"/>
                <a:gd name="T12" fmla="*/ 5029 w 1044"/>
                <a:gd name="T13" fmla="*/ 10660 h 1330"/>
                <a:gd name="T14" fmla="*/ 5167 w 1044"/>
                <a:gd name="T15" fmla="*/ 11719 h 1330"/>
                <a:gd name="T16" fmla="*/ 5304 w 1044"/>
                <a:gd name="T17" fmla="*/ 14785 h 1330"/>
                <a:gd name="T18" fmla="*/ 5304 w 1044"/>
                <a:gd name="T19" fmla="*/ 15509 h 1330"/>
                <a:gd name="T20" fmla="*/ 9454 w 1044"/>
                <a:gd name="T21" fmla="*/ 15509 h 1330"/>
                <a:gd name="T22" fmla="*/ 9848 w 1044"/>
                <a:gd name="T23" fmla="*/ 11266 h 1330"/>
                <a:gd name="T24" fmla="*/ 9505 w 1044"/>
                <a:gd name="T25" fmla="*/ 6247 h 1330"/>
                <a:gd name="T26" fmla="*/ 8684 w 1044"/>
                <a:gd name="T27" fmla="*/ 3009 h 1330"/>
                <a:gd name="T28" fmla="*/ 8607 w 1044"/>
                <a:gd name="T29" fmla="*/ 467 h 1330"/>
                <a:gd name="T30" fmla="*/ 8658 w 1044"/>
                <a:gd name="T31" fmla="*/ 0 h 1330"/>
                <a:gd name="T32" fmla="*/ 1376 w 1044"/>
                <a:gd name="T33" fmla="*/ 0 h 1330"/>
                <a:gd name="T34" fmla="*/ 1289 w 1044"/>
                <a:gd name="T35" fmla="*/ 3136 h 1330"/>
                <a:gd name="T36" fmla="*/ 547 w 1044"/>
                <a:gd name="T37" fmla="*/ 6247 h 1330"/>
                <a:gd name="T38" fmla="*/ 204 w 1044"/>
                <a:gd name="T39" fmla="*/ 11266 h 1330"/>
                <a:gd name="T40" fmla="*/ 606 w 1044"/>
                <a:gd name="T41" fmla="*/ 15509 h 13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4" h="1330">
                  <a:moveTo>
                    <a:pt x="63" y="1330"/>
                  </a:moveTo>
                  <a:cubicBezTo>
                    <a:pt x="493" y="1330"/>
                    <a:pt x="493" y="1330"/>
                    <a:pt x="493" y="1330"/>
                  </a:cubicBezTo>
                  <a:cubicBezTo>
                    <a:pt x="493" y="1310"/>
                    <a:pt x="494" y="1289"/>
                    <a:pt x="494" y="1268"/>
                  </a:cubicBezTo>
                  <a:cubicBezTo>
                    <a:pt x="494" y="1178"/>
                    <a:pt x="514" y="1068"/>
                    <a:pt x="508" y="1009"/>
                  </a:cubicBezTo>
                  <a:cubicBezTo>
                    <a:pt x="508" y="1011"/>
                    <a:pt x="508" y="1011"/>
                    <a:pt x="508" y="1011"/>
                  </a:cubicBezTo>
                  <a:cubicBezTo>
                    <a:pt x="522" y="985"/>
                    <a:pt x="522" y="952"/>
                    <a:pt x="522" y="917"/>
                  </a:cubicBezTo>
                  <a:cubicBezTo>
                    <a:pt x="522" y="914"/>
                    <a:pt x="522" y="914"/>
                    <a:pt x="522" y="914"/>
                  </a:cubicBezTo>
                  <a:cubicBezTo>
                    <a:pt x="522" y="952"/>
                    <a:pt x="526" y="982"/>
                    <a:pt x="537" y="1005"/>
                  </a:cubicBezTo>
                  <a:cubicBezTo>
                    <a:pt x="530" y="1063"/>
                    <a:pt x="550" y="1177"/>
                    <a:pt x="551" y="1268"/>
                  </a:cubicBezTo>
                  <a:cubicBezTo>
                    <a:pt x="551" y="1289"/>
                    <a:pt x="551" y="1310"/>
                    <a:pt x="551" y="1330"/>
                  </a:cubicBezTo>
                  <a:cubicBezTo>
                    <a:pt x="982" y="1330"/>
                    <a:pt x="982" y="1330"/>
                    <a:pt x="982" y="1330"/>
                  </a:cubicBezTo>
                  <a:cubicBezTo>
                    <a:pt x="1011" y="1189"/>
                    <a:pt x="1010" y="1099"/>
                    <a:pt x="1023" y="966"/>
                  </a:cubicBezTo>
                  <a:cubicBezTo>
                    <a:pt x="1044" y="764"/>
                    <a:pt x="1009" y="648"/>
                    <a:pt x="987" y="536"/>
                  </a:cubicBezTo>
                  <a:cubicBezTo>
                    <a:pt x="963" y="395"/>
                    <a:pt x="929" y="309"/>
                    <a:pt x="902" y="258"/>
                  </a:cubicBezTo>
                  <a:cubicBezTo>
                    <a:pt x="875" y="206"/>
                    <a:pt x="891" y="103"/>
                    <a:pt x="894" y="40"/>
                  </a:cubicBezTo>
                  <a:cubicBezTo>
                    <a:pt x="894" y="28"/>
                    <a:pt x="896" y="14"/>
                    <a:pt x="899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54" y="103"/>
                    <a:pt x="158" y="209"/>
                    <a:pt x="134" y="269"/>
                  </a:cubicBezTo>
                  <a:cubicBezTo>
                    <a:pt x="107" y="320"/>
                    <a:pt x="82" y="395"/>
                    <a:pt x="57" y="536"/>
                  </a:cubicBezTo>
                  <a:cubicBezTo>
                    <a:pt x="36" y="645"/>
                    <a:pt x="0" y="762"/>
                    <a:pt x="21" y="966"/>
                  </a:cubicBezTo>
                  <a:cubicBezTo>
                    <a:pt x="35" y="1099"/>
                    <a:pt x="33" y="1189"/>
                    <a:pt x="63" y="1330"/>
                  </a:cubicBezTo>
                  <a:close/>
                </a:path>
              </a:pathLst>
            </a:custGeom>
            <a:solidFill>
              <a:srgbClr val="FCE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2" name="Freeform 5">
              <a:extLst>
                <a:ext uri="{FF2B5EF4-FFF2-40B4-BE49-F238E27FC236}">
                  <a16:creationId xmlns:a16="http://schemas.microsoft.com/office/drawing/2014/main" id="{89D0A8FA-E4D1-4BCE-9B70-578654FF7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734"/>
              <a:ext cx="360" cy="3009"/>
            </a:xfrm>
            <a:custGeom>
              <a:avLst/>
              <a:gdLst>
                <a:gd name="T0" fmla="*/ 1035 w 169"/>
                <a:gd name="T1" fmla="*/ 15471 h 1327"/>
                <a:gd name="T2" fmla="*/ 1429 w 169"/>
                <a:gd name="T3" fmla="*/ 11229 h 1327"/>
                <a:gd name="T4" fmla="*/ 1084 w 169"/>
                <a:gd name="T5" fmla="*/ 6215 h 1327"/>
                <a:gd name="T6" fmla="*/ 264 w 169"/>
                <a:gd name="T7" fmla="*/ 2973 h 1327"/>
                <a:gd name="T8" fmla="*/ 181 w 169"/>
                <a:gd name="T9" fmla="*/ 431 h 1327"/>
                <a:gd name="T10" fmla="*/ 222 w 169"/>
                <a:gd name="T11" fmla="*/ 0 h 13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1327">
                  <a:moveTo>
                    <a:pt x="107" y="1327"/>
                  </a:moveTo>
                  <a:cubicBezTo>
                    <a:pt x="136" y="1186"/>
                    <a:pt x="135" y="1096"/>
                    <a:pt x="148" y="963"/>
                  </a:cubicBezTo>
                  <a:cubicBezTo>
                    <a:pt x="169" y="761"/>
                    <a:pt x="134" y="645"/>
                    <a:pt x="112" y="533"/>
                  </a:cubicBezTo>
                  <a:cubicBezTo>
                    <a:pt x="88" y="392"/>
                    <a:pt x="54" y="306"/>
                    <a:pt x="27" y="255"/>
                  </a:cubicBezTo>
                  <a:cubicBezTo>
                    <a:pt x="0" y="203"/>
                    <a:pt x="16" y="100"/>
                    <a:pt x="19" y="37"/>
                  </a:cubicBezTo>
                  <a:cubicBezTo>
                    <a:pt x="19" y="26"/>
                    <a:pt x="21" y="13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3" name="Freeform 6">
              <a:extLst>
                <a:ext uri="{FF2B5EF4-FFF2-40B4-BE49-F238E27FC236}">
                  <a16:creationId xmlns:a16="http://schemas.microsoft.com/office/drawing/2014/main" id="{5263C069-E7C1-496B-BA01-04A529319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800"/>
              <a:ext cx="123" cy="943"/>
            </a:xfrm>
            <a:custGeom>
              <a:avLst/>
              <a:gdLst>
                <a:gd name="T0" fmla="*/ 0 w 58"/>
                <a:gd name="T1" fmla="*/ 4846 h 416"/>
                <a:gd name="T2" fmla="*/ 8 w 58"/>
                <a:gd name="T3" fmla="*/ 4121 h 416"/>
                <a:gd name="T4" fmla="*/ 144 w 58"/>
                <a:gd name="T5" fmla="*/ 1131 h 416"/>
                <a:gd name="T6" fmla="*/ 144 w 58"/>
                <a:gd name="T7" fmla="*/ 1131 h 416"/>
                <a:gd name="T8" fmla="*/ 278 w 58"/>
                <a:gd name="T9" fmla="*/ 36 h 416"/>
                <a:gd name="T10" fmla="*/ 278 w 58"/>
                <a:gd name="T11" fmla="*/ 0 h 416"/>
                <a:gd name="T12" fmla="*/ 418 w 58"/>
                <a:gd name="T13" fmla="*/ 1059 h 416"/>
                <a:gd name="T14" fmla="*/ 554 w 58"/>
                <a:gd name="T15" fmla="*/ 4121 h 416"/>
                <a:gd name="T16" fmla="*/ 554 w 58"/>
                <a:gd name="T17" fmla="*/ 4846 h 4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416">
                  <a:moveTo>
                    <a:pt x="0" y="416"/>
                  </a:moveTo>
                  <a:cubicBezTo>
                    <a:pt x="0" y="395"/>
                    <a:pt x="1" y="375"/>
                    <a:pt x="1" y="354"/>
                  </a:cubicBezTo>
                  <a:cubicBezTo>
                    <a:pt x="1" y="264"/>
                    <a:pt x="21" y="156"/>
                    <a:pt x="15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29" y="71"/>
                    <a:pt x="29" y="38"/>
                    <a:pt x="29" y="3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38"/>
                    <a:pt x="33" y="68"/>
                    <a:pt x="44" y="91"/>
                  </a:cubicBezTo>
                  <a:cubicBezTo>
                    <a:pt x="37" y="149"/>
                    <a:pt x="57" y="263"/>
                    <a:pt x="58" y="354"/>
                  </a:cubicBezTo>
                  <a:cubicBezTo>
                    <a:pt x="58" y="375"/>
                    <a:pt x="58" y="395"/>
                    <a:pt x="58" y="41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4" name="Freeform 7">
              <a:extLst>
                <a:ext uri="{FF2B5EF4-FFF2-40B4-BE49-F238E27FC236}">
                  <a16:creationId xmlns:a16="http://schemas.microsoft.com/office/drawing/2014/main" id="{A7565CD1-F1D0-41D5-961C-5E9DA094C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729"/>
              <a:ext cx="336" cy="3012"/>
            </a:xfrm>
            <a:custGeom>
              <a:avLst/>
              <a:gdLst>
                <a:gd name="T0" fmla="*/ 1384 w 158"/>
                <a:gd name="T1" fmla="*/ 0 h 1328"/>
                <a:gd name="T2" fmla="*/ 1289 w 158"/>
                <a:gd name="T3" fmla="*/ 3128 h 1328"/>
                <a:gd name="T4" fmla="*/ 547 w 158"/>
                <a:gd name="T5" fmla="*/ 6239 h 1328"/>
                <a:gd name="T6" fmla="*/ 204 w 158"/>
                <a:gd name="T7" fmla="*/ 11261 h 1328"/>
                <a:gd name="T8" fmla="*/ 598 w 158"/>
                <a:gd name="T9" fmla="*/ 15493 h 1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328">
                  <a:moveTo>
                    <a:pt x="144" y="0"/>
                  </a:moveTo>
                  <a:cubicBezTo>
                    <a:pt x="154" y="103"/>
                    <a:pt x="158" y="209"/>
                    <a:pt x="134" y="268"/>
                  </a:cubicBezTo>
                  <a:cubicBezTo>
                    <a:pt x="107" y="319"/>
                    <a:pt x="82" y="394"/>
                    <a:pt x="57" y="535"/>
                  </a:cubicBezTo>
                  <a:cubicBezTo>
                    <a:pt x="36" y="644"/>
                    <a:pt x="0" y="761"/>
                    <a:pt x="21" y="965"/>
                  </a:cubicBezTo>
                  <a:cubicBezTo>
                    <a:pt x="35" y="1098"/>
                    <a:pt x="33" y="1188"/>
                    <a:pt x="62" y="132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5" name="Freeform 8">
              <a:extLst>
                <a:ext uri="{FF2B5EF4-FFF2-40B4-BE49-F238E27FC236}">
                  <a16:creationId xmlns:a16="http://schemas.microsoft.com/office/drawing/2014/main" id="{9DD117C4-3850-4C29-864D-EAD435603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020"/>
              <a:ext cx="409" cy="152"/>
            </a:xfrm>
            <a:custGeom>
              <a:avLst/>
              <a:gdLst>
                <a:gd name="T0" fmla="*/ 0 w 192"/>
                <a:gd name="T1" fmla="*/ 783 h 67"/>
                <a:gd name="T2" fmla="*/ 1855 w 192"/>
                <a:gd name="T3" fmla="*/ 0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67">
                  <a:moveTo>
                    <a:pt x="0" y="67"/>
                  </a:moveTo>
                  <a:cubicBezTo>
                    <a:pt x="119" y="67"/>
                    <a:pt x="171" y="41"/>
                    <a:pt x="192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6" name="Freeform 9">
              <a:extLst>
                <a:ext uri="{FF2B5EF4-FFF2-40B4-BE49-F238E27FC236}">
                  <a16:creationId xmlns:a16="http://schemas.microsoft.com/office/drawing/2014/main" id="{E9D12D54-C1D6-4EFF-83D5-6CFE6D781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079"/>
              <a:ext cx="144" cy="168"/>
            </a:xfrm>
            <a:custGeom>
              <a:avLst/>
              <a:gdLst>
                <a:gd name="T0" fmla="*/ 0 w 68"/>
                <a:gd name="T1" fmla="*/ 313 h 74"/>
                <a:gd name="T2" fmla="*/ 144 w 68"/>
                <a:gd name="T3" fmla="*/ 726 h 74"/>
                <a:gd name="T4" fmla="*/ 265 w 68"/>
                <a:gd name="T5" fmla="*/ 222 h 74"/>
                <a:gd name="T6" fmla="*/ 646 w 68"/>
                <a:gd name="T7" fmla="*/ 865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74">
                  <a:moveTo>
                    <a:pt x="0" y="27"/>
                  </a:moveTo>
                  <a:cubicBezTo>
                    <a:pt x="2" y="40"/>
                    <a:pt x="4" y="54"/>
                    <a:pt x="15" y="62"/>
                  </a:cubicBezTo>
                  <a:cubicBezTo>
                    <a:pt x="35" y="54"/>
                    <a:pt x="15" y="29"/>
                    <a:pt x="28" y="19"/>
                  </a:cubicBezTo>
                  <a:cubicBezTo>
                    <a:pt x="52" y="0"/>
                    <a:pt x="64" y="62"/>
                    <a:pt x="68" y="74"/>
                  </a:cubicBezTo>
                </a:path>
              </a:pathLst>
            </a:custGeom>
            <a:noFill/>
            <a:ln w="26988" cap="flat">
              <a:solidFill>
                <a:srgbClr val="FCE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7" name="Freeform 10">
              <a:extLst>
                <a:ext uri="{FF2B5EF4-FFF2-40B4-BE49-F238E27FC236}">
                  <a16:creationId xmlns:a16="http://schemas.microsoft.com/office/drawing/2014/main" id="{4A6A075F-3097-4BCF-8682-103209455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126"/>
              <a:ext cx="332" cy="1692"/>
            </a:xfrm>
            <a:custGeom>
              <a:avLst/>
              <a:gdLst>
                <a:gd name="T0" fmla="*/ 1385 w 156"/>
                <a:gd name="T1" fmla="*/ 0 h 746"/>
                <a:gd name="T2" fmla="*/ 1000 w 156"/>
                <a:gd name="T3" fmla="*/ 1656 h 746"/>
                <a:gd name="T4" fmla="*/ 615 w 156"/>
                <a:gd name="T5" fmla="*/ 3432 h 746"/>
                <a:gd name="T6" fmla="*/ 326 w 156"/>
                <a:gd name="T7" fmla="*/ 5253 h 746"/>
                <a:gd name="T8" fmla="*/ 96 w 156"/>
                <a:gd name="T9" fmla="*/ 8705 h 746"/>
                <a:gd name="T10" fmla="*/ 462 w 156"/>
                <a:gd name="T11" fmla="*/ 5298 h 746"/>
                <a:gd name="T12" fmla="*/ 579 w 156"/>
                <a:gd name="T13" fmla="*/ 4085 h 746"/>
                <a:gd name="T14" fmla="*/ 792 w 156"/>
                <a:gd name="T15" fmla="*/ 3148 h 746"/>
                <a:gd name="T16" fmla="*/ 1309 w 156"/>
                <a:gd name="T17" fmla="*/ 1445 h 746"/>
                <a:gd name="T18" fmla="*/ 1385 w 156"/>
                <a:gd name="T19" fmla="*/ 0 h 7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746">
                  <a:moveTo>
                    <a:pt x="144" y="0"/>
                  </a:moveTo>
                  <a:cubicBezTo>
                    <a:pt x="142" y="76"/>
                    <a:pt x="120" y="108"/>
                    <a:pt x="104" y="142"/>
                  </a:cubicBezTo>
                  <a:cubicBezTo>
                    <a:pt x="88" y="176"/>
                    <a:pt x="74" y="242"/>
                    <a:pt x="64" y="294"/>
                  </a:cubicBezTo>
                  <a:cubicBezTo>
                    <a:pt x="54" y="346"/>
                    <a:pt x="48" y="390"/>
                    <a:pt x="34" y="450"/>
                  </a:cubicBezTo>
                  <a:cubicBezTo>
                    <a:pt x="20" y="510"/>
                    <a:pt x="0" y="610"/>
                    <a:pt x="10" y="746"/>
                  </a:cubicBezTo>
                  <a:cubicBezTo>
                    <a:pt x="12" y="646"/>
                    <a:pt x="36" y="502"/>
                    <a:pt x="48" y="454"/>
                  </a:cubicBezTo>
                  <a:cubicBezTo>
                    <a:pt x="55" y="426"/>
                    <a:pt x="54" y="387"/>
                    <a:pt x="60" y="350"/>
                  </a:cubicBezTo>
                  <a:cubicBezTo>
                    <a:pt x="65" y="322"/>
                    <a:pt x="77" y="296"/>
                    <a:pt x="82" y="270"/>
                  </a:cubicBezTo>
                  <a:cubicBezTo>
                    <a:pt x="94" y="208"/>
                    <a:pt x="116" y="180"/>
                    <a:pt x="136" y="124"/>
                  </a:cubicBezTo>
                  <a:cubicBezTo>
                    <a:pt x="156" y="68"/>
                    <a:pt x="144" y="0"/>
                    <a:pt x="144" y="0"/>
                  </a:cubicBezTo>
                  <a:close/>
                </a:path>
              </a:pathLst>
            </a:custGeom>
            <a:solidFill>
              <a:srgbClr val="FEF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8" name="Freeform 11">
              <a:extLst>
                <a:ext uri="{FF2B5EF4-FFF2-40B4-BE49-F238E27FC236}">
                  <a16:creationId xmlns:a16="http://schemas.microsoft.com/office/drawing/2014/main" id="{A011596C-B1DE-4F86-B91C-88F2AC2D4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3086"/>
              <a:ext cx="149" cy="612"/>
            </a:xfrm>
            <a:custGeom>
              <a:avLst/>
              <a:gdLst>
                <a:gd name="T0" fmla="*/ 0 w 70"/>
                <a:gd name="T1" fmla="*/ 442 h 270"/>
                <a:gd name="T2" fmla="*/ 675 w 70"/>
                <a:gd name="T3" fmla="*/ 0 h 270"/>
                <a:gd name="T4" fmla="*/ 598 w 70"/>
                <a:gd name="T5" fmla="*/ 1537 h 270"/>
                <a:gd name="T6" fmla="*/ 558 w 70"/>
                <a:gd name="T7" fmla="*/ 3144 h 270"/>
                <a:gd name="T8" fmla="*/ 366 w 70"/>
                <a:gd name="T9" fmla="*/ 791 h 270"/>
                <a:gd name="T10" fmla="*/ 0 w 70"/>
                <a:gd name="T11" fmla="*/ 442 h 2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270">
                  <a:moveTo>
                    <a:pt x="0" y="38"/>
                  </a:moveTo>
                  <a:cubicBezTo>
                    <a:pt x="34" y="30"/>
                    <a:pt x="64" y="12"/>
                    <a:pt x="70" y="0"/>
                  </a:cubicBezTo>
                  <a:cubicBezTo>
                    <a:pt x="68" y="40"/>
                    <a:pt x="68" y="76"/>
                    <a:pt x="62" y="132"/>
                  </a:cubicBezTo>
                  <a:cubicBezTo>
                    <a:pt x="56" y="188"/>
                    <a:pt x="58" y="270"/>
                    <a:pt x="58" y="270"/>
                  </a:cubicBezTo>
                  <a:cubicBezTo>
                    <a:pt x="58" y="178"/>
                    <a:pt x="52" y="88"/>
                    <a:pt x="38" y="68"/>
                  </a:cubicBezTo>
                  <a:cubicBezTo>
                    <a:pt x="24" y="48"/>
                    <a:pt x="0" y="38"/>
                    <a:pt x="0" y="38"/>
                  </a:cubicBezTo>
                  <a:close/>
                </a:path>
              </a:pathLst>
            </a:custGeom>
            <a:solidFill>
              <a:srgbClr val="F2D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9" name="Freeform 12">
              <a:extLst>
                <a:ext uri="{FF2B5EF4-FFF2-40B4-BE49-F238E27FC236}">
                  <a16:creationId xmlns:a16="http://schemas.microsoft.com/office/drawing/2014/main" id="{FA532D74-CB55-4872-A9A9-8FBADD04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859"/>
              <a:ext cx="310" cy="281"/>
            </a:xfrm>
            <a:custGeom>
              <a:avLst/>
              <a:gdLst>
                <a:gd name="T0" fmla="*/ 0 w 146"/>
                <a:gd name="T1" fmla="*/ 1396 h 124"/>
                <a:gd name="T2" fmla="*/ 1397 w 146"/>
                <a:gd name="T3" fmla="*/ 0 h 124"/>
                <a:gd name="T4" fmla="*/ 0 w 146"/>
                <a:gd name="T5" fmla="*/ 1396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24">
                  <a:moveTo>
                    <a:pt x="0" y="120"/>
                  </a:moveTo>
                  <a:cubicBezTo>
                    <a:pt x="42" y="124"/>
                    <a:pt x="144" y="100"/>
                    <a:pt x="146" y="0"/>
                  </a:cubicBezTo>
                  <a:cubicBezTo>
                    <a:pt x="132" y="40"/>
                    <a:pt x="84" y="114"/>
                    <a:pt x="0" y="120"/>
                  </a:cubicBezTo>
                  <a:close/>
                </a:path>
              </a:pathLst>
            </a:custGeom>
            <a:solidFill>
              <a:srgbClr val="F2D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0" name="Freeform 13">
              <a:extLst>
                <a:ext uri="{FF2B5EF4-FFF2-40B4-BE49-F238E27FC236}">
                  <a16:creationId xmlns:a16="http://schemas.microsoft.com/office/drawing/2014/main" id="{8501343C-7945-482F-BE06-7F497013D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3072"/>
              <a:ext cx="214" cy="134"/>
            </a:xfrm>
            <a:custGeom>
              <a:avLst/>
              <a:gdLst>
                <a:gd name="T0" fmla="*/ 867 w 101"/>
                <a:gd name="T1" fmla="*/ 506 h 59"/>
                <a:gd name="T2" fmla="*/ 646 w 101"/>
                <a:gd name="T3" fmla="*/ 552 h 59"/>
                <a:gd name="T4" fmla="*/ 314 w 101"/>
                <a:gd name="T5" fmla="*/ 470 h 59"/>
                <a:gd name="T6" fmla="*/ 297 w 101"/>
                <a:gd name="T7" fmla="*/ 175 h 59"/>
                <a:gd name="T8" fmla="*/ 0 w 101"/>
                <a:gd name="T9" fmla="*/ 69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59">
                  <a:moveTo>
                    <a:pt x="91" y="43"/>
                  </a:moveTo>
                  <a:cubicBezTo>
                    <a:pt x="101" y="23"/>
                    <a:pt x="66" y="16"/>
                    <a:pt x="68" y="47"/>
                  </a:cubicBezTo>
                  <a:cubicBezTo>
                    <a:pt x="69" y="19"/>
                    <a:pt x="40" y="11"/>
                    <a:pt x="33" y="40"/>
                  </a:cubicBezTo>
                  <a:cubicBezTo>
                    <a:pt x="35" y="34"/>
                    <a:pt x="37" y="20"/>
                    <a:pt x="31" y="15"/>
                  </a:cubicBezTo>
                  <a:cubicBezTo>
                    <a:pt x="15" y="0"/>
                    <a:pt x="1" y="50"/>
                    <a:pt x="0" y="59"/>
                  </a:cubicBezTo>
                </a:path>
              </a:pathLst>
            </a:custGeom>
            <a:noFill/>
            <a:ln w="26988" cap="flat">
              <a:solidFill>
                <a:srgbClr val="FCE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1" name="Freeform 14">
              <a:extLst>
                <a:ext uri="{FF2B5EF4-FFF2-40B4-BE49-F238E27FC236}">
                  <a16:creationId xmlns:a16="http://schemas.microsoft.com/office/drawing/2014/main" id="{E4BF68A7-38A6-4274-9171-D82D1C77D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652"/>
              <a:ext cx="959" cy="2082"/>
            </a:xfrm>
            <a:custGeom>
              <a:avLst/>
              <a:gdLst>
                <a:gd name="T0" fmla="*/ 4210 w 451"/>
                <a:gd name="T1" fmla="*/ 4867 h 918"/>
                <a:gd name="T2" fmla="*/ 4134 w 451"/>
                <a:gd name="T3" fmla="*/ 1914 h 918"/>
                <a:gd name="T4" fmla="*/ 1903 w 451"/>
                <a:gd name="T5" fmla="*/ 247 h 918"/>
                <a:gd name="T6" fmla="*/ 1778 w 451"/>
                <a:gd name="T7" fmla="*/ 340 h 918"/>
                <a:gd name="T8" fmla="*/ 855 w 451"/>
                <a:gd name="T9" fmla="*/ 1250 h 918"/>
                <a:gd name="T10" fmla="*/ 0 w 451"/>
                <a:gd name="T11" fmla="*/ 5668 h 918"/>
                <a:gd name="T12" fmla="*/ 904 w 451"/>
                <a:gd name="T13" fmla="*/ 7351 h 918"/>
                <a:gd name="T14" fmla="*/ 3383 w 451"/>
                <a:gd name="T15" fmla="*/ 9217 h 918"/>
                <a:gd name="T16" fmla="*/ 3304 w 451"/>
                <a:gd name="T17" fmla="*/ 10709 h 9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1" h="918">
                  <a:moveTo>
                    <a:pt x="438" y="417"/>
                  </a:moveTo>
                  <a:cubicBezTo>
                    <a:pt x="451" y="324"/>
                    <a:pt x="435" y="222"/>
                    <a:pt x="430" y="164"/>
                  </a:cubicBezTo>
                  <a:cubicBezTo>
                    <a:pt x="422" y="12"/>
                    <a:pt x="272" y="0"/>
                    <a:pt x="198" y="21"/>
                  </a:cubicBezTo>
                  <a:cubicBezTo>
                    <a:pt x="185" y="29"/>
                    <a:pt x="185" y="29"/>
                    <a:pt x="185" y="29"/>
                  </a:cubicBezTo>
                  <a:cubicBezTo>
                    <a:pt x="143" y="37"/>
                    <a:pt x="115" y="70"/>
                    <a:pt x="89" y="107"/>
                  </a:cubicBezTo>
                  <a:cubicBezTo>
                    <a:pt x="10" y="220"/>
                    <a:pt x="0" y="430"/>
                    <a:pt x="0" y="486"/>
                  </a:cubicBezTo>
                  <a:cubicBezTo>
                    <a:pt x="3" y="561"/>
                    <a:pt x="38" y="606"/>
                    <a:pt x="94" y="630"/>
                  </a:cubicBezTo>
                  <a:cubicBezTo>
                    <a:pt x="150" y="654"/>
                    <a:pt x="358" y="700"/>
                    <a:pt x="352" y="790"/>
                  </a:cubicBezTo>
                  <a:cubicBezTo>
                    <a:pt x="352" y="833"/>
                    <a:pt x="344" y="918"/>
                    <a:pt x="344" y="918"/>
                  </a:cubicBezTo>
                </a:path>
              </a:pathLst>
            </a:custGeom>
            <a:solidFill>
              <a:srgbClr val="EDA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2" name="Freeform 15">
              <a:extLst>
                <a:ext uri="{FF2B5EF4-FFF2-40B4-BE49-F238E27FC236}">
                  <a16:creationId xmlns:a16="http://schemas.microsoft.com/office/drawing/2014/main" id="{EB4C2E99-F441-46CF-A220-849E282EF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689"/>
              <a:ext cx="453" cy="596"/>
            </a:xfrm>
            <a:custGeom>
              <a:avLst/>
              <a:gdLst>
                <a:gd name="T0" fmla="*/ 68 w 213"/>
                <a:gd name="T1" fmla="*/ 186 h 263"/>
                <a:gd name="T2" fmla="*/ 172 w 213"/>
                <a:gd name="T3" fmla="*/ 560 h 263"/>
                <a:gd name="T4" fmla="*/ 325 w 213"/>
                <a:gd name="T5" fmla="*/ 929 h 263"/>
                <a:gd name="T6" fmla="*/ 770 w 213"/>
                <a:gd name="T7" fmla="*/ 1607 h 263"/>
                <a:gd name="T8" fmla="*/ 1316 w 213"/>
                <a:gd name="T9" fmla="*/ 2280 h 263"/>
                <a:gd name="T10" fmla="*/ 1674 w 213"/>
                <a:gd name="T11" fmla="*/ 2944 h 263"/>
                <a:gd name="T12" fmla="*/ 1638 w 213"/>
                <a:gd name="T13" fmla="*/ 2656 h 263"/>
                <a:gd name="T14" fmla="*/ 1769 w 213"/>
                <a:gd name="T15" fmla="*/ 2912 h 263"/>
                <a:gd name="T16" fmla="*/ 1914 w 213"/>
                <a:gd name="T17" fmla="*/ 2912 h 263"/>
                <a:gd name="T18" fmla="*/ 1895 w 213"/>
                <a:gd name="T19" fmla="*/ 2830 h 263"/>
                <a:gd name="T20" fmla="*/ 2048 w 213"/>
                <a:gd name="T21" fmla="*/ 3062 h 263"/>
                <a:gd name="T22" fmla="*/ 2031 w 213"/>
                <a:gd name="T23" fmla="*/ 2767 h 263"/>
                <a:gd name="T24" fmla="*/ 1982 w 213"/>
                <a:gd name="T25" fmla="*/ 2307 h 263"/>
                <a:gd name="T26" fmla="*/ 2031 w 213"/>
                <a:gd name="T27" fmla="*/ 1453 h 263"/>
                <a:gd name="T28" fmla="*/ 2023 w 213"/>
                <a:gd name="T29" fmla="*/ 990 h 263"/>
                <a:gd name="T30" fmla="*/ 1991 w 213"/>
                <a:gd name="T31" fmla="*/ 791 h 263"/>
                <a:gd name="T32" fmla="*/ 1895 w 213"/>
                <a:gd name="T33" fmla="*/ 653 h 263"/>
                <a:gd name="T34" fmla="*/ 1701 w 213"/>
                <a:gd name="T35" fmla="*/ 385 h 263"/>
                <a:gd name="T36" fmla="*/ 1510 w 213"/>
                <a:gd name="T37" fmla="*/ 220 h 263"/>
                <a:gd name="T38" fmla="*/ 1385 w 213"/>
                <a:gd name="T39" fmla="*/ 199 h 263"/>
                <a:gd name="T40" fmla="*/ 1325 w 213"/>
                <a:gd name="T41" fmla="*/ 129 h 263"/>
                <a:gd name="T42" fmla="*/ 1289 w 213"/>
                <a:gd name="T43" fmla="*/ 186 h 263"/>
                <a:gd name="T44" fmla="*/ 1221 w 213"/>
                <a:gd name="T45" fmla="*/ 138 h 263"/>
                <a:gd name="T46" fmla="*/ 1153 w 213"/>
                <a:gd name="T47" fmla="*/ 138 h 263"/>
                <a:gd name="T48" fmla="*/ 1068 w 213"/>
                <a:gd name="T49" fmla="*/ 129 h 263"/>
                <a:gd name="T50" fmla="*/ 983 w 213"/>
                <a:gd name="T51" fmla="*/ 45 h 263"/>
                <a:gd name="T52" fmla="*/ 751 w 213"/>
                <a:gd name="T53" fmla="*/ 11 h 263"/>
                <a:gd name="T54" fmla="*/ 566 w 213"/>
                <a:gd name="T55" fmla="*/ 73 h 263"/>
                <a:gd name="T56" fmla="*/ 402 w 213"/>
                <a:gd name="T57" fmla="*/ 11 h 263"/>
                <a:gd name="T58" fmla="*/ 249 w 213"/>
                <a:gd name="T59" fmla="*/ 82 h 263"/>
                <a:gd name="T60" fmla="*/ 128 w 213"/>
                <a:gd name="T61" fmla="*/ 82 h 263"/>
                <a:gd name="T62" fmla="*/ 0 w 213"/>
                <a:gd name="T63" fmla="*/ 102 h 26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13" h="263">
                  <a:moveTo>
                    <a:pt x="7" y="16"/>
                  </a:moveTo>
                  <a:cubicBezTo>
                    <a:pt x="7" y="25"/>
                    <a:pt x="14" y="40"/>
                    <a:pt x="18" y="48"/>
                  </a:cubicBezTo>
                  <a:cubicBezTo>
                    <a:pt x="23" y="59"/>
                    <a:pt x="28" y="70"/>
                    <a:pt x="34" y="80"/>
                  </a:cubicBezTo>
                  <a:cubicBezTo>
                    <a:pt x="46" y="102"/>
                    <a:pt x="63" y="119"/>
                    <a:pt x="80" y="138"/>
                  </a:cubicBezTo>
                  <a:cubicBezTo>
                    <a:pt x="99" y="157"/>
                    <a:pt x="120" y="175"/>
                    <a:pt x="137" y="196"/>
                  </a:cubicBezTo>
                  <a:cubicBezTo>
                    <a:pt x="152" y="214"/>
                    <a:pt x="160" y="236"/>
                    <a:pt x="174" y="253"/>
                  </a:cubicBezTo>
                  <a:cubicBezTo>
                    <a:pt x="171" y="246"/>
                    <a:pt x="167" y="235"/>
                    <a:pt x="170" y="228"/>
                  </a:cubicBezTo>
                  <a:cubicBezTo>
                    <a:pt x="175" y="235"/>
                    <a:pt x="178" y="243"/>
                    <a:pt x="184" y="250"/>
                  </a:cubicBezTo>
                  <a:cubicBezTo>
                    <a:pt x="177" y="233"/>
                    <a:pt x="196" y="248"/>
                    <a:pt x="199" y="250"/>
                  </a:cubicBezTo>
                  <a:cubicBezTo>
                    <a:pt x="198" y="248"/>
                    <a:pt x="198" y="245"/>
                    <a:pt x="197" y="243"/>
                  </a:cubicBezTo>
                  <a:cubicBezTo>
                    <a:pt x="205" y="247"/>
                    <a:pt x="209" y="256"/>
                    <a:pt x="213" y="263"/>
                  </a:cubicBezTo>
                  <a:cubicBezTo>
                    <a:pt x="211" y="255"/>
                    <a:pt x="212" y="246"/>
                    <a:pt x="211" y="238"/>
                  </a:cubicBezTo>
                  <a:cubicBezTo>
                    <a:pt x="208" y="224"/>
                    <a:pt x="206" y="211"/>
                    <a:pt x="206" y="198"/>
                  </a:cubicBezTo>
                  <a:cubicBezTo>
                    <a:pt x="207" y="174"/>
                    <a:pt x="209" y="149"/>
                    <a:pt x="211" y="125"/>
                  </a:cubicBezTo>
                  <a:cubicBezTo>
                    <a:pt x="213" y="112"/>
                    <a:pt x="212" y="99"/>
                    <a:pt x="210" y="85"/>
                  </a:cubicBezTo>
                  <a:cubicBezTo>
                    <a:pt x="210" y="81"/>
                    <a:pt x="209" y="71"/>
                    <a:pt x="207" y="68"/>
                  </a:cubicBezTo>
                  <a:cubicBezTo>
                    <a:pt x="205" y="63"/>
                    <a:pt x="199" y="63"/>
                    <a:pt x="197" y="56"/>
                  </a:cubicBezTo>
                  <a:cubicBezTo>
                    <a:pt x="185" y="57"/>
                    <a:pt x="182" y="41"/>
                    <a:pt x="177" y="33"/>
                  </a:cubicBezTo>
                  <a:cubicBezTo>
                    <a:pt x="166" y="39"/>
                    <a:pt x="163" y="25"/>
                    <a:pt x="157" y="19"/>
                  </a:cubicBezTo>
                  <a:cubicBezTo>
                    <a:pt x="153" y="26"/>
                    <a:pt x="149" y="21"/>
                    <a:pt x="144" y="17"/>
                  </a:cubicBezTo>
                  <a:cubicBezTo>
                    <a:pt x="142" y="16"/>
                    <a:pt x="141" y="13"/>
                    <a:pt x="138" y="11"/>
                  </a:cubicBezTo>
                  <a:cubicBezTo>
                    <a:pt x="136" y="11"/>
                    <a:pt x="135" y="16"/>
                    <a:pt x="134" y="16"/>
                  </a:cubicBezTo>
                  <a:cubicBezTo>
                    <a:pt x="132" y="15"/>
                    <a:pt x="128" y="12"/>
                    <a:pt x="127" y="12"/>
                  </a:cubicBezTo>
                  <a:cubicBezTo>
                    <a:pt x="126" y="12"/>
                    <a:pt x="120" y="12"/>
                    <a:pt x="120" y="12"/>
                  </a:cubicBezTo>
                  <a:cubicBezTo>
                    <a:pt x="116" y="11"/>
                    <a:pt x="116" y="13"/>
                    <a:pt x="111" y="11"/>
                  </a:cubicBezTo>
                  <a:cubicBezTo>
                    <a:pt x="108" y="10"/>
                    <a:pt x="105" y="6"/>
                    <a:pt x="102" y="4"/>
                  </a:cubicBezTo>
                  <a:cubicBezTo>
                    <a:pt x="96" y="15"/>
                    <a:pt x="85" y="1"/>
                    <a:pt x="78" y="1"/>
                  </a:cubicBezTo>
                  <a:cubicBezTo>
                    <a:pt x="73" y="0"/>
                    <a:pt x="65" y="6"/>
                    <a:pt x="59" y="6"/>
                  </a:cubicBezTo>
                  <a:cubicBezTo>
                    <a:pt x="53" y="6"/>
                    <a:pt x="48" y="0"/>
                    <a:pt x="42" y="1"/>
                  </a:cubicBezTo>
                  <a:cubicBezTo>
                    <a:pt x="37" y="1"/>
                    <a:pt x="33" y="7"/>
                    <a:pt x="26" y="7"/>
                  </a:cubicBezTo>
                  <a:cubicBezTo>
                    <a:pt x="21" y="8"/>
                    <a:pt x="19" y="5"/>
                    <a:pt x="13" y="7"/>
                  </a:cubicBezTo>
                  <a:cubicBezTo>
                    <a:pt x="8" y="8"/>
                    <a:pt x="6" y="13"/>
                    <a:pt x="0" y="9"/>
                  </a:cubicBezTo>
                </a:path>
              </a:pathLst>
            </a:custGeom>
            <a:solidFill>
              <a:srgbClr val="FAE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3" name="Freeform 16">
              <a:extLst>
                <a:ext uri="{FF2B5EF4-FFF2-40B4-BE49-F238E27FC236}">
                  <a16:creationId xmlns:a16="http://schemas.microsoft.com/office/drawing/2014/main" id="{D1461939-F933-4FAC-A251-879EE2073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827"/>
              <a:ext cx="108" cy="433"/>
            </a:xfrm>
            <a:custGeom>
              <a:avLst/>
              <a:gdLst>
                <a:gd name="T0" fmla="*/ 273 w 51"/>
                <a:gd name="T1" fmla="*/ 0 h 191"/>
                <a:gd name="T2" fmla="*/ 381 w 51"/>
                <a:gd name="T3" fmla="*/ 1582 h 191"/>
                <a:gd name="T4" fmla="*/ 381 w 51"/>
                <a:gd name="T5" fmla="*/ 2226 h 191"/>
                <a:gd name="T6" fmla="*/ 332 w 51"/>
                <a:gd name="T7" fmla="*/ 2097 h 191"/>
                <a:gd name="T8" fmla="*/ 136 w 51"/>
                <a:gd name="T9" fmla="*/ 1444 h 191"/>
                <a:gd name="T10" fmla="*/ 0 w 51"/>
                <a:gd name="T11" fmla="*/ 25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191">
                  <a:moveTo>
                    <a:pt x="29" y="0"/>
                  </a:moveTo>
                  <a:cubicBezTo>
                    <a:pt x="51" y="39"/>
                    <a:pt x="44" y="93"/>
                    <a:pt x="40" y="136"/>
                  </a:cubicBezTo>
                  <a:cubicBezTo>
                    <a:pt x="39" y="154"/>
                    <a:pt x="40" y="173"/>
                    <a:pt x="40" y="191"/>
                  </a:cubicBezTo>
                  <a:cubicBezTo>
                    <a:pt x="38" y="188"/>
                    <a:pt x="36" y="184"/>
                    <a:pt x="35" y="180"/>
                  </a:cubicBezTo>
                  <a:cubicBezTo>
                    <a:pt x="27" y="163"/>
                    <a:pt x="20" y="143"/>
                    <a:pt x="14" y="124"/>
                  </a:cubicBezTo>
                  <a:cubicBezTo>
                    <a:pt x="4" y="85"/>
                    <a:pt x="12" y="41"/>
                    <a:pt x="0" y="2"/>
                  </a:cubicBezTo>
                </a:path>
              </a:pathLst>
            </a:custGeom>
            <a:solidFill>
              <a:srgbClr val="FAE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4" name="Freeform 17">
              <a:extLst>
                <a:ext uri="{FF2B5EF4-FFF2-40B4-BE49-F238E27FC236}">
                  <a16:creationId xmlns:a16="http://schemas.microsoft.com/office/drawing/2014/main" id="{650F5838-2E04-4E94-B58E-712BC0D32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718"/>
              <a:ext cx="205" cy="177"/>
            </a:xfrm>
            <a:custGeom>
              <a:avLst/>
              <a:gdLst>
                <a:gd name="T0" fmla="*/ 935 w 96"/>
                <a:gd name="T1" fmla="*/ 0 h 78"/>
                <a:gd name="T2" fmla="*/ 0 w 96"/>
                <a:gd name="T3" fmla="*/ 912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78">
                  <a:moveTo>
                    <a:pt x="96" y="0"/>
                  </a:moveTo>
                  <a:cubicBezTo>
                    <a:pt x="54" y="8"/>
                    <a:pt x="26" y="41"/>
                    <a:pt x="0" y="7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5" name="Freeform 18">
              <a:extLst>
                <a:ext uri="{FF2B5EF4-FFF2-40B4-BE49-F238E27FC236}">
                  <a16:creationId xmlns:a16="http://schemas.microsoft.com/office/drawing/2014/main" id="{3D0985F3-2471-4EB6-99D0-CED929BCD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523"/>
              <a:ext cx="901" cy="1223"/>
            </a:xfrm>
            <a:custGeom>
              <a:avLst/>
              <a:gdLst>
                <a:gd name="T0" fmla="*/ 28 w 424"/>
                <a:gd name="T1" fmla="*/ 2405 h 539"/>
                <a:gd name="T2" fmla="*/ 104 w 424"/>
                <a:gd name="T3" fmla="*/ 4273 h 539"/>
                <a:gd name="T4" fmla="*/ 181 w 424"/>
                <a:gd name="T5" fmla="*/ 6272 h 539"/>
                <a:gd name="T6" fmla="*/ 3657 w 424"/>
                <a:gd name="T7" fmla="*/ 6297 h 539"/>
                <a:gd name="T8" fmla="*/ 3897 w 424"/>
                <a:gd name="T9" fmla="*/ 0 h 5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4" h="539">
                  <a:moveTo>
                    <a:pt x="3" y="206"/>
                  </a:moveTo>
                  <a:cubicBezTo>
                    <a:pt x="0" y="254"/>
                    <a:pt x="8" y="321"/>
                    <a:pt x="11" y="366"/>
                  </a:cubicBezTo>
                  <a:cubicBezTo>
                    <a:pt x="14" y="423"/>
                    <a:pt x="19" y="417"/>
                    <a:pt x="19" y="537"/>
                  </a:cubicBezTo>
                  <a:cubicBezTo>
                    <a:pt x="381" y="539"/>
                    <a:pt x="381" y="539"/>
                    <a:pt x="381" y="539"/>
                  </a:cubicBezTo>
                  <a:cubicBezTo>
                    <a:pt x="424" y="384"/>
                    <a:pt x="412" y="48"/>
                    <a:pt x="406" y="0"/>
                  </a:cubicBezTo>
                </a:path>
              </a:pathLst>
            </a:custGeom>
            <a:solidFill>
              <a:srgbClr val="EDA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6" name="Freeform 19">
              <a:extLst>
                <a:ext uri="{FF2B5EF4-FFF2-40B4-BE49-F238E27FC236}">
                  <a16:creationId xmlns:a16="http://schemas.microsoft.com/office/drawing/2014/main" id="{9854D6F8-DC45-4C80-B391-B86311C90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539"/>
              <a:ext cx="228" cy="966"/>
            </a:xfrm>
            <a:custGeom>
              <a:avLst/>
              <a:gdLst>
                <a:gd name="T0" fmla="*/ 984 w 107"/>
                <a:gd name="T1" fmla="*/ 293 h 426"/>
                <a:gd name="T2" fmla="*/ 916 w 107"/>
                <a:gd name="T3" fmla="*/ 268 h 426"/>
                <a:gd name="T4" fmla="*/ 863 w 107"/>
                <a:gd name="T5" fmla="*/ 118 h 426"/>
                <a:gd name="T6" fmla="*/ 823 w 107"/>
                <a:gd name="T7" fmla="*/ 0 h 426"/>
                <a:gd name="T8" fmla="*/ 786 w 107"/>
                <a:gd name="T9" fmla="*/ 36 h 426"/>
                <a:gd name="T10" fmla="*/ 744 w 107"/>
                <a:gd name="T11" fmla="*/ 231 h 426"/>
                <a:gd name="T12" fmla="*/ 754 w 107"/>
                <a:gd name="T13" fmla="*/ 442 h 426"/>
                <a:gd name="T14" fmla="*/ 609 w 107"/>
                <a:gd name="T15" fmla="*/ 746 h 426"/>
                <a:gd name="T16" fmla="*/ 531 w 107"/>
                <a:gd name="T17" fmla="*/ 1084 h 426"/>
                <a:gd name="T18" fmla="*/ 582 w 107"/>
                <a:gd name="T19" fmla="*/ 1363 h 426"/>
                <a:gd name="T20" fmla="*/ 462 w 107"/>
                <a:gd name="T21" fmla="*/ 1619 h 426"/>
                <a:gd name="T22" fmla="*/ 494 w 107"/>
                <a:gd name="T23" fmla="*/ 2005 h 426"/>
                <a:gd name="T24" fmla="*/ 462 w 107"/>
                <a:gd name="T25" fmla="*/ 2088 h 426"/>
                <a:gd name="T26" fmla="*/ 473 w 107"/>
                <a:gd name="T27" fmla="*/ 2263 h 426"/>
                <a:gd name="T28" fmla="*/ 426 w 107"/>
                <a:gd name="T29" fmla="*/ 2390 h 426"/>
                <a:gd name="T30" fmla="*/ 454 w 107"/>
                <a:gd name="T31" fmla="*/ 2556 h 426"/>
                <a:gd name="T32" fmla="*/ 273 w 107"/>
                <a:gd name="T33" fmla="*/ 2844 h 426"/>
                <a:gd name="T34" fmla="*/ 326 w 107"/>
                <a:gd name="T35" fmla="*/ 3127 h 426"/>
                <a:gd name="T36" fmla="*/ 173 w 107"/>
                <a:gd name="T37" fmla="*/ 3240 h 426"/>
                <a:gd name="T38" fmla="*/ 222 w 107"/>
                <a:gd name="T39" fmla="*/ 3846 h 426"/>
                <a:gd name="T40" fmla="*/ 77 w 107"/>
                <a:gd name="T41" fmla="*/ 4011 h 426"/>
                <a:gd name="T42" fmla="*/ 49 w 107"/>
                <a:gd name="T43" fmla="*/ 4113 h 426"/>
                <a:gd name="T44" fmla="*/ 0 w 107"/>
                <a:gd name="T45" fmla="*/ 4138 h 426"/>
                <a:gd name="T46" fmla="*/ 164 w 107"/>
                <a:gd name="T47" fmla="*/ 4968 h 426"/>
                <a:gd name="T48" fmla="*/ 908 w 107"/>
                <a:gd name="T49" fmla="*/ 3893 h 426"/>
                <a:gd name="T50" fmla="*/ 995 w 107"/>
                <a:gd name="T51" fmla="*/ 3286 h 426"/>
                <a:gd name="T52" fmla="*/ 984 w 107"/>
                <a:gd name="T53" fmla="*/ 293 h 42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7" h="426">
                  <a:moveTo>
                    <a:pt x="102" y="25"/>
                  </a:moveTo>
                  <a:cubicBezTo>
                    <a:pt x="99" y="25"/>
                    <a:pt x="97" y="25"/>
                    <a:pt x="95" y="23"/>
                  </a:cubicBezTo>
                  <a:cubicBezTo>
                    <a:pt x="92" y="21"/>
                    <a:pt x="91" y="13"/>
                    <a:pt x="89" y="10"/>
                  </a:cubicBezTo>
                  <a:cubicBezTo>
                    <a:pt x="88" y="7"/>
                    <a:pt x="87" y="3"/>
                    <a:pt x="85" y="0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1" y="9"/>
                    <a:pt x="79" y="14"/>
                    <a:pt x="77" y="20"/>
                  </a:cubicBezTo>
                  <a:cubicBezTo>
                    <a:pt x="76" y="26"/>
                    <a:pt x="78" y="31"/>
                    <a:pt x="78" y="38"/>
                  </a:cubicBezTo>
                  <a:cubicBezTo>
                    <a:pt x="78" y="45"/>
                    <a:pt x="73" y="66"/>
                    <a:pt x="63" y="64"/>
                  </a:cubicBezTo>
                  <a:cubicBezTo>
                    <a:pt x="69" y="71"/>
                    <a:pt x="69" y="94"/>
                    <a:pt x="55" y="93"/>
                  </a:cubicBezTo>
                  <a:cubicBezTo>
                    <a:pt x="61" y="99"/>
                    <a:pt x="60" y="109"/>
                    <a:pt x="60" y="117"/>
                  </a:cubicBezTo>
                  <a:cubicBezTo>
                    <a:pt x="61" y="129"/>
                    <a:pt x="59" y="136"/>
                    <a:pt x="48" y="139"/>
                  </a:cubicBezTo>
                  <a:cubicBezTo>
                    <a:pt x="57" y="145"/>
                    <a:pt x="55" y="164"/>
                    <a:pt x="51" y="172"/>
                  </a:cubicBezTo>
                  <a:cubicBezTo>
                    <a:pt x="50" y="175"/>
                    <a:pt x="48" y="176"/>
                    <a:pt x="48" y="179"/>
                  </a:cubicBezTo>
                  <a:cubicBezTo>
                    <a:pt x="47" y="184"/>
                    <a:pt x="50" y="189"/>
                    <a:pt x="49" y="194"/>
                  </a:cubicBezTo>
                  <a:cubicBezTo>
                    <a:pt x="48" y="198"/>
                    <a:pt x="45" y="201"/>
                    <a:pt x="44" y="205"/>
                  </a:cubicBezTo>
                  <a:cubicBezTo>
                    <a:pt x="43" y="210"/>
                    <a:pt x="46" y="215"/>
                    <a:pt x="47" y="219"/>
                  </a:cubicBezTo>
                  <a:cubicBezTo>
                    <a:pt x="49" y="230"/>
                    <a:pt x="42" y="249"/>
                    <a:pt x="28" y="244"/>
                  </a:cubicBezTo>
                  <a:cubicBezTo>
                    <a:pt x="34" y="248"/>
                    <a:pt x="37" y="261"/>
                    <a:pt x="34" y="268"/>
                  </a:cubicBezTo>
                  <a:cubicBezTo>
                    <a:pt x="32" y="273"/>
                    <a:pt x="24" y="281"/>
                    <a:pt x="18" y="278"/>
                  </a:cubicBezTo>
                  <a:cubicBezTo>
                    <a:pt x="34" y="289"/>
                    <a:pt x="32" y="314"/>
                    <a:pt x="23" y="330"/>
                  </a:cubicBezTo>
                  <a:cubicBezTo>
                    <a:pt x="20" y="336"/>
                    <a:pt x="12" y="339"/>
                    <a:pt x="8" y="344"/>
                  </a:cubicBezTo>
                  <a:cubicBezTo>
                    <a:pt x="5" y="348"/>
                    <a:pt x="7" y="350"/>
                    <a:pt x="5" y="353"/>
                  </a:cubicBezTo>
                  <a:cubicBezTo>
                    <a:pt x="0" y="355"/>
                    <a:pt x="0" y="355"/>
                    <a:pt x="0" y="355"/>
                  </a:cubicBezTo>
                  <a:cubicBezTo>
                    <a:pt x="18" y="370"/>
                    <a:pt x="18" y="406"/>
                    <a:pt x="17" y="426"/>
                  </a:cubicBezTo>
                  <a:cubicBezTo>
                    <a:pt x="43" y="395"/>
                    <a:pt x="85" y="377"/>
                    <a:pt x="94" y="334"/>
                  </a:cubicBezTo>
                  <a:cubicBezTo>
                    <a:pt x="97" y="317"/>
                    <a:pt x="99" y="299"/>
                    <a:pt x="103" y="282"/>
                  </a:cubicBezTo>
                  <a:cubicBezTo>
                    <a:pt x="107" y="179"/>
                    <a:pt x="104" y="78"/>
                    <a:pt x="102" y="25"/>
                  </a:cubicBezTo>
                  <a:close/>
                </a:path>
              </a:pathLst>
            </a:custGeom>
            <a:solidFill>
              <a:srgbClr val="FAE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7" name="Freeform 20">
              <a:extLst>
                <a:ext uri="{FF2B5EF4-FFF2-40B4-BE49-F238E27FC236}">
                  <a16:creationId xmlns:a16="http://schemas.microsoft.com/office/drawing/2014/main" id="{E2A9AF9E-BD3A-47C0-85C0-F942AC900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3147"/>
              <a:ext cx="219" cy="599"/>
            </a:xfrm>
            <a:custGeom>
              <a:avLst/>
              <a:gdLst>
                <a:gd name="T0" fmla="*/ 702 w 103"/>
                <a:gd name="T1" fmla="*/ 3083 h 264"/>
                <a:gd name="T2" fmla="*/ 991 w 103"/>
                <a:gd name="T3" fmla="*/ 0 h 264"/>
                <a:gd name="T4" fmla="*/ 257 w 103"/>
                <a:gd name="T5" fmla="*/ 1611 h 264"/>
                <a:gd name="T6" fmla="*/ 0 w 103"/>
                <a:gd name="T7" fmla="*/ 3074 h 264"/>
                <a:gd name="T8" fmla="*/ 702 w 103"/>
                <a:gd name="T9" fmla="*/ 3083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264">
                  <a:moveTo>
                    <a:pt x="73" y="264"/>
                  </a:moveTo>
                  <a:cubicBezTo>
                    <a:pt x="91" y="197"/>
                    <a:pt x="100" y="96"/>
                    <a:pt x="103" y="0"/>
                  </a:cubicBezTo>
                  <a:cubicBezTo>
                    <a:pt x="27" y="138"/>
                    <a:pt x="27" y="138"/>
                    <a:pt x="27" y="138"/>
                  </a:cubicBezTo>
                  <a:cubicBezTo>
                    <a:pt x="12" y="147"/>
                    <a:pt x="7" y="229"/>
                    <a:pt x="0" y="263"/>
                  </a:cubicBezTo>
                  <a:lnTo>
                    <a:pt x="73" y="264"/>
                  </a:lnTo>
                  <a:close/>
                </a:path>
              </a:pathLst>
            </a:custGeom>
            <a:solidFill>
              <a:srgbClr val="FAE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8" name="Freeform 21">
              <a:extLst>
                <a:ext uri="{FF2B5EF4-FFF2-40B4-BE49-F238E27FC236}">
                  <a16:creationId xmlns:a16="http://schemas.microsoft.com/office/drawing/2014/main" id="{80495882-2494-41CC-AEB4-465A3DB2A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544"/>
              <a:ext cx="96" cy="199"/>
            </a:xfrm>
            <a:custGeom>
              <a:avLst/>
              <a:gdLst>
                <a:gd name="T0" fmla="*/ 28 w 45"/>
                <a:gd name="T1" fmla="*/ 0 h 88"/>
                <a:gd name="T2" fmla="*/ 0 w 45"/>
                <a:gd name="T3" fmla="*/ 81 h 88"/>
                <a:gd name="T4" fmla="*/ 117 w 45"/>
                <a:gd name="T5" fmla="*/ 256 h 88"/>
                <a:gd name="T6" fmla="*/ 224 w 45"/>
                <a:gd name="T7" fmla="*/ 475 h 88"/>
                <a:gd name="T8" fmla="*/ 213 w 45"/>
                <a:gd name="T9" fmla="*/ 475 h 88"/>
                <a:gd name="T10" fmla="*/ 224 w 45"/>
                <a:gd name="T11" fmla="*/ 475 h 88"/>
                <a:gd name="T12" fmla="*/ 265 w 45"/>
                <a:gd name="T13" fmla="*/ 531 h 88"/>
                <a:gd name="T14" fmla="*/ 273 w 45"/>
                <a:gd name="T15" fmla="*/ 751 h 88"/>
                <a:gd name="T16" fmla="*/ 437 w 45"/>
                <a:gd name="T17" fmla="*/ 1018 h 88"/>
                <a:gd name="T18" fmla="*/ 437 w 45"/>
                <a:gd name="T19" fmla="*/ 163 h 88"/>
                <a:gd name="T20" fmla="*/ 145 w 45"/>
                <a:gd name="T21" fmla="*/ 72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8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2" y="15"/>
                    <a:pt x="11" y="12"/>
                    <a:pt x="12" y="22"/>
                  </a:cubicBezTo>
                  <a:cubicBezTo>
                    <a:pt x="14" y="31"/>
                    <a:pt x="18" y="37"/>
                    <a:pt x="23" y="41"/>
                  </a:cubicBezTo>
                  <a:cubicBezTo>
                    <a:pt x="23" y="41"/>
                    <a:pt x="22" y="41"/>
                    <a:pt x="22" y="41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4" y="42"/>
                    <a:pt x="26" y="45"/>
                    <a:pt x="27" y="46"/>
                  </a:cubicBezTo>
                  <a:cubicBezTo>
                    <a:pt x="21" y="51"/>
                    <a:pt x="24" y="60"/>
                    <a:pt x="28" y="65"/>
                  </a:cubicBezTo>
                  <a:cubicBezTo>
                    <a:pt x="26" y="72"/>
                    <a:pt x="27" y="87"/>
                    <a:pt x="45" y="88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5" y="14"/>
                    <a:pt x="23" y="9"/>
                    <a:pt x="15" y="6"/>
                  </a:cubicBezTo>
                </a:path>
              </a:pathLst>
            </a:custGeom>
            <a:solidFill>
              <a:srgbClr val="FA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9" name="Freeform 22">
              <a:extLst>
                <a:ext uri="{FF2B5EF4-FFF2-40B4-BE49-F238E27FC236}">
                  <a16:creationId xmlns:a16="http://schemas.microsoft.com/office/drawing/2014/main" id="{0EFFF854-185B-4DC8-9CF1-7F8437C29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101"/>
              <a:ext cx="55" cy="71"/>
            </a:xfrm>
            <a:custGeom>
              <a:avLst/>
              <a:gdLst>
                <a:gd name="T0" fmla="*/ 228 w 26"/>
                <a:gd name="T1" fmla="*/ 204 h 31"/>
                <a:gd name="T2" fmla="*/ 17 w 26"/>
                <a:gd name="T3" fmla="*/ 167 h 31"/>
                <a:gd name="T4" fmla="*/ 112 w 26"/>
                <a:gd name="T5" fmla="*/ 373 h 31"/>
                <a:gd name="T6" fmla="*/ 228 w 26"/>
                <a:gd name="T7" fmla="*/ 20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1">
                  <a:moveTo>
                    <a:pt x="24" y="17"/>
                  </a:moveTo>
                  <a:cubicBezTo>
                    <a:pt x="22" y="8"/>
                    <a:pt x="7" y="0"/>
                    <a:pt x="2" y="14"/>
                  </a:cubicBezTo>
                  <a:cubicBezTo>
                    <a:pt x="0" y="20"/>
                    <a:pt x="3" y="31"/>
                    <a:pt x="12" y="31"/>
                  </a:cubicBezTo>
                  <a:cubicBezTo>
                    <a:pt x="22" y="31"/>
                    <a:pt x="26" y="23"/>
                    <a:pt x="24" y="1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0" name="Freeform 23">
              <a:extLst>
                <a:ext uri="{FF2B5EF4-FFF2-40B4-BE49-F238E27FC236}">
                  <a16:creationId xmlns:a16="http://schemas.microsoft.com/office/drawing/2014/main" id="{B4AE3073-BF30-4406-B87B-ABB6EF1B1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61"/>
              <a:ext cx="75" cy="63"/>
            </a:xfrm>
            <a:custGeom>
              <a:avLst/>
              <a:gdLst>
                <a:gd name="T0" fmla="*/ 234 w 35"/>
                <a:gd name="T1" fmla="*/ 36 h 28"/>
                <a:gd name="T2" fmla="*/ 156 w 35"/>
                <a:gd name="T3" fmla="*/ 275 h 28"/>
                <a:gd name="T4" fmla="*/ 234 w 35"/>
                <a:gd name="T5" fmla="*/ 3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24" y="3"/>
                  </a:moveTo>
                  <a:cubicBezTo>
                    <a:pt x="35" y="5"/>
                    <a:pt x="28" y="28"/>
                    <a:pt x="16" y="24"/>
                  </a:cubicBezTo>
                  <a:cubicBezTo>
                    <a:pt x="0" y="18"/>
                    <a:pt x="12" y="0"/>
                    <a:pt x="24" y="3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1" name="Freeform 24">
              <a:extLst>
                <a:ext uri="{FF2B5EF4-FFF2-40B4-BE49-F238E27FC236}">
                  <a16:creationId xmlns:a16="http://schemas.microsoft.com/office/drawing/2014/main" id="{A558DF44-0831-48C9-AA92-BDAF247C4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101"/>
              <a:ext cx="55" cy="53"/>
            </a:xfrm>
            <a:custGeom>
              <a:avLst/>
              <a:gdLst>
                <a:gd name="T0" fmla="*/ 17 w 26"/>
                <a:gd name="T1" fmla="*/ 171 h 23"/>
                <a:gd name="T2" fmla="*/ 112 w 26"/>
                <a:gd name="T3" fmla="*/ 187 h 23"/>
                <a:gd name="T4" fmla="*/ 228 w 26"/>
                <a:gd name="T5" fmla="*/ 207 h 23"/>
                <a:gd name="T6" fmla="*/ 17 w 26"/>
                <a:gd name="T7" fmla="*/ 17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2" y="14"/>
                  </a:moveTo>
                  <a:cubicBezTo>
                    <a:pt x="0" y="20"/>
                    <a:pt x="3" y="15"/>
                    <a:pt x="12" y="15"/>
                  </a:cubicBezTo>
                  <a:cubicBezTo>
                    <a:pt x="22" y="15"/>
                    <a:pt x="26" y="23"/>
                    <a:pt x="24" y="17"/>
                  </a:cubicBezTo>
                  <a:cubicBezTo>
                    <a:pt x="22" y="8"/>
                    <a:pt x="7" y="0"/>
                    <a:pt x="2" y="14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2" name="Freeform 25">
              <a:extLst>
                <a:ext uri="{FF2B5EF4-FFF2-40B4-BE49-F238E27FC236}">
                  <a16:creationId xmlns:a16="http://schemas.microsoft.com/office/drawing/2014/main" id="{7409C041-072E-4E13-8897-1478CA072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092"/>
              <a:ext cx="34" cy="30"/>
            </a:xfrm>
            <a:custGeom>
              <a:avLst/>
              <a:gdLst>
                <a:gd name="T0" fmla="*/ 117 w 16"/>
                <a:gd name="T1" fmla="*/ 159 h 13"/>
                <a:gd name="T2" fmla="*/ 0 w 16"/>
                <a:gd name="T3" fmla="*/ 97 h 13"/>
                <a:gd name="T4" fmla="*/ 77 w 16"/>
                <a:gd name="T5" fmla="*/ 12 h 13"/>
                <a:gd name="T6" fmla="*/ 136 w 16"/>
                <a:gd name="T7" fmla="*/ 1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2" y="13"/>
                  </a:moveTo>
                  <a:cubicBezTo>
                    <a:pt x="12" y="7"/>
                    <a:pt x="4" y="8"/>
                    <a:pt x="0" y="8"/>
                  </a:cubicBezTo>
                  <a:cubicBezTo>
                    <a:pt x="2" y="5"/>
                    <a:pt x="4" y="0"/>
                    <a:pt x="8" y="1"/>
                  </a:cubicBezTo>
                  <a:cubicBezTo>
                    <a:pt x="12" y="1"/>
                    <a:pt x="16" y="10"/>
                    <a:pt x="14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3" name="Freeform 26">
              <a:extLst>
                <a:ext uri="{FF2B5EF4-FFF2-40B4-BE49-F238E27FC236}">
                  <a16:creationId xmlns:a16="http://schemas.microsoft.com/office/drawing/2014/main" id="{CED7283D-A152-495E-9908-C3FBDFC9F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265"/>
              <a:ext cx="30" cy="27"/>
            </a:xfrm>
            <a:custGeom>
              <a:avLst/>
              <a:gdLst>
                <a:gd name="T0" fmla="*/ 129 w 14"/>
                <a:gd name="T1" fmla="*/ 137 h 12"/>
                <a:gd name="T2" fmla="*/ 0 w 14"/>
                <a:gd name="T3" fmla="*/ 81 h 12"/>
                <a:gd name="T4" fmla="*/ 69 w 14"/>
                <a:gd name="T5" fmla="*/ 0 h 12"/>
                <a:gd name="T6" fmla="*/ 137 w 14"/>
                <a:gd name="T7" fmla="*/ 11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13" y="12"/>
                  </a:moveTo>
                  <a:cubicBezTo>
                    <a:pt x="9" y="10"/>
                    <a:pt x="5" y="6"/>
                    <a:pt x="0" y="7"/>
                  </a:cubicBezTo>
                  <a:cubicBezTo>
                    <a:pt x="2" y="5"/>
                    <a:pt x="4" y="0"/>
                    <a:pt x="7" y="0"/>
                  </a:cubicBezTo>
                  <a:cubicBezTo>
                    <a:pt x="12" y="0"/>
                    <a:pt x="13" y="7"/>
                    <a:pt x="14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4" name="Freeform 27">
              <a:extLst>
                <a:ext uri="{FF2B5EF4-FFF2-40B4-BE49-F238E27FC236}">
                  <a16:creationId xmlns:a16="http://schemas.microsoft.com/office/drawing/2014/main" id="{1936848F-36C6-43DC-9985-4A6ECA4BB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394"/>
              <a:ext cx="32" cy="25"/>
            </a:xfrm>
            <a:custGeom>
              <a:avLst/>
              <a:gdLst>
                <a:gd name="T0" fmla="*/ 105 w 15"/>
                <a:gd name="T1" fmla="*/ 130 h 11"/>
                <a:gd name="T2" fmla="*/ 0 w 15"/>
                <a:gd name="T3" fmla="*/ 57 h 11"/>
                <a:gd name="T4" fmla="*/ 137 w 15"/>
                <a:gd name="T5" fmla="*/ 13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1" y="11"/>
                  </a:moveTo>
                  <a:cubicBezTo>
                    <a:pt x="8" y="6"/>
                    <a:pt x="5" y="6"/>
                    <a:pt x="0" y="5"/>
                  </a:cubicBezTo>
                  <a:cubicBezTo>
                    <a:pt x="6" y="0"/>
                    <a:pt x="15" y="1"/>
                    <a:pt x="14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5" name="Freeform 28">
              <a:extLst>
                <a:ext uri="{FF2B5EF4-FFF2-40B4-BE49-F238E27FC236}">
                  <a16:creationId xmlns:a16="http://schemas.microsoft.com/office/drawing/2014/main" id="{D7B952E5-0A1B-4460-A90F-9AAC3C6B2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931"/>
              <a:ext cx="28" cy="39"/>
            </a:xfrm>
            <a:custGeom>
              <a:avLst/>
              <a:gdLst>
                <a:gd name="T0" fmla="*/ 121 w 13"/>
                <a:gd name="T1" fmla="*/ 158 h 17"/>
                <a:gd name="T2" fmla="*/ 0 w 13"/>
                <a:gd name="T3" fmla="*/ 204 h 17"/>
                <a:gd name="T4" fmla="*/ 129 w 13"/>
                <a:gd name="T5" fmla="*/ 13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2" y="13"/>
                  </a:moveTo>
                  <a:cubicBezTo>
                    <a:pt x="8" y="14"/>
                    <a:pt x="4" y="13"/>
                    <a:pt x="0" y="17"/>
                  </a:cubicBezTo>
                  <a:cubicBezTo>
                    <a:pt x="3" y="13"/>
                    <a:pt x="11" y="0"/>
                    <a:pt x="13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6" name="Freeform 29">
              <a:extLst>
                <a:ext uri="{FF2B5EF4-FFF2-40B4-BE49-F238E27FC236}">
                  <a16:creationId xmlns:a16="http://schemas.microsoft.com/office/drawing/2014/main" id="{DEE8D4B8-41F9-4532-B704-262C70711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131"/>
              <a:ext cx="42" cy="61"/>
            </a:xfrm>
            <a:custGeom>
              <a:avLst/>
              <a:gdLst>
                <a:gd name="T0" fmla="*/ 57 w 20"/>
                <a:gd name="T1" fmla="*/ 0 h 27"/>
                <a:gd name="T2" fmla="*/ 185 w 20"/>
                <a:gd name="T3" fmla="*/ 239 h 27"/>
                <a:gd name="T4" fmla="*/ 27 w 20"/>
                <a:gd name="T5" fmla="*/ 183 h 27"/>
                <a:gd name="T6" fmla="*/ 48 w 20"/>
                <a:gd name="T7" fmla="*/ 2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7">
                  <a:moveTo>
                    <a:pt x="6" y="0"/>
                  </a:moveTo>
                  <a:cubicBezTo>
                    <a:pt x="1" y="7"/>
                    <a:pt x="12" y="27"/>
                    <a:pt x="20" y="21"/>
                  </a:cubicBezTo>
                  <a:cubicBezTo>
                    <a:pt x="14" y="24"/>
                    <a:pt x="7" y="22"/>
                    <a:pt x="3" y="16"/>
                  </a:cubicBezTo>
                  <a:cubicBezTo>
                    <a:pt x="0" y="12"/>
                    <a:pt x="0" y="4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7" name="Freeform 30">
              <a:extLst>
                <a:ext uri="{FF2B5EF4-FFF2-40B4-BE49-F238E27FC236}">
                  <a16:creationId xmlns:a16="http://schemas.microsoft.com/office/drawing/2014/main" id="{E6218BFA-BE9E-4699-BC77-D85E11E7C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981"/>
              <a:ext cx="43" cy="48"/>
            </a:xfrm>
            <a:custGeom>
              <a:avLst/>
              <a:gdLst>
                <a:gd name="T0" fmla="*/ 198 w 20"/>
                <a:gd name="T1" fmla="*/ 215 h 21"/>
                <a:gd name="T2" fmla="*/ 69 w 20"/>
                <a:gd name="T3" fmla="*/ 167 h 21"/>
                <a:gd name="T4" fmla="*/ 60 w 20"/>
                <a:gd name="T5" fmla="*/ 0 h 21"/>
                <a:gd name="T6" fmla="*/ 52 w 20"/>
                <a:gd name="T7" fmla="*/ 203 h 21"/>
                <a:gd name="T8" fmla="*/ 181 w 20"/>
                <a:gd name="T9" fmla="*/ 22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20" y="18"/>
                  </a:moveTo>
                  <a:cubicBezTo>
                    <a:pt x="16" y="21"/>
                    <a:pt x="10" y="17"/>
                    <a:pt x="7" y="14"/>
                  </a:cubicBezTo>
                  <a:cubicBezTo>
                    <a:pt x="4" y="10"/>
                    <a:pt x="6" y="5"/>
                    <a:pt x="6" y="0"/>
                  </a:cubicBezTo>
                  <a:cubicBezTo>
                    <a:pt x="4" y="6"/>
                    <a:pt x="0" y="11"/>
                    <a:pt x="5" y="17"/>
                  </a:cubicBezTo>
                  <a:cubicBezTo>
                    <a:pt x="8" y="21"/>
                    <a:pt x="13" y="21"/>
                    <a:pt x="18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8" name="Freeform 31">
              <a:extLst>
                <a:ext uri="{FF2B5EF4-FFF2-40B4-BE49-F238E27FC236}">
                  <a16:creationId xmlns:a16="http://schemas.microsoft.com/office/drawing/2014/main" id="{F6D9C656-134F-490E-9604-BFF9198EC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648"/>
              <a:ext cx="39" cy="4"/>
            </a:xfrm>
            <a:custGeom>
              <a:avLst/>
              <a:gdLst>
                <a:gd name="T0" fmla="*/ 0 w 18"/>
                <a:gd name="T1" fmla="*/ 0 h 2"/>
                <a:gd name="T2" fmla="*/ 184 w 18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0"/>
                  </a:moveTo>
                  <a:cubicBezTo>
                    <a:pt x="9" y="2"/>
                    <a:pt x="11" y="2"/>
                    <a:pt x="18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9" name="Freeform 32">
              <a:extLst>
                <a:ext uri="{FF2B5EF4-FFF2-40B4-BE49-F238E27FC236}">
                  <a16:creationId xmlns:a16="http://schemas.microsoft.com/office/drawing/2014/main" id="{EB60B84D-52B4-47B8-A8ED-876CEC17E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691"/>
              <a:ext cx="37" cy="16"/>
            </a:xfrm>
            <a:custGeom>
              <a:avLst/>
              <a:gdLst>
                <a:gd name="T0" fmla="*/ 0 w 17"/>
                <a:gd name="T1" fmla="*/ 0 h 7"/>
                <a:gd name="T2" fmla="*/ 176 w 17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5" y="7"/>
                    <a:pt x="12" y="6"/>
                    <a:pt x="17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0" name="Freeform 33">
              <a:extLst>
                <a:ext uri="{FF2B5EF4-FFF2-40B4-BE49-F238E27FC236}">
                  <a16:creationId xmlns:a16="http://schemas.microsoft.com/office/drawing/2014/main" id="{0E77776D-EA54-462D-9CBB-04DB1C976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61"/>
              <a:ext cx="75" cy="63"/>
            </a:xfrm>
            <a:custGeom>
              <a:avLst/>
              <a:gdLst>
                <a:gd name="T0" fmla="*/ 234 w 35"/>
                <a:gd name="T1" fmla="*/ 36 h 28"/>
                <a:gd name="T2" fmla="*/ 156 w 35"/>
                <a:gd name="T3" fmla="*/ 275 h 28"/>
                <a:gd name="T4" fmla="*/ 234 w 35"/>
                <a:gd name="T5" fmla="*/ 3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24" y="3"/>
                  </a:moveTo>
                  <a:cubicBezTo>
                    <a:pt x="35" y="5"/>
                    <a:pt x="28" y="28"/>
                    <a:pt x="16" y="24"/>
                  </a:cubicBezTo>
                  <a:cubicBezTo>
                    <a:pt x="0" y="18"/>
                    <a:pt x="12" y="0"/>
                    <a:pt x="24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1" name="Freeform 34">
              <a:extLst>
                <a:ext uri="{FF2B5EF4-FFF2-40B4-BE49-F238E27FC236}">
                  <a16:creationId xmlns:a16="http://schemas.microsoft.com/office/drawing/2014/main" id="{F50DA771-849F-452E-B389-A6261103A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952"/>
              <a:ext cx="6" cy="36"/>
            </a:xfrm>
            <a:custGeom>
              <a:avLst/>
              <a:gdLst>
                <a:gd name="T0" fmla="*/ 0 w 3"/>
                <a:gd name="T1" fmla="*/ 0 h 16"/>
                <a:gd name="T2" fmla="*/ 16 w 3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3" y="1"/>
                    <a:pt x="3" y="11"/>
                    <a:pt x="2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2" name="Freeform 35">
              <a:extLst>
                <a:ext uri="{FF2B5EF4-FFF2-40B4-BE49-F238E27FC236}">
                  <a16:creationId xmlns:a16="http://schemas.microsoft.com/office/drawing/2014/main" id="{2641DD04-5436-48C9-A21F-A34B18B51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958"/>
              <a:ext cx="17" cy="28"/>
            </a:xfrm>
            <a:custGeom>
              <a:avLst/>
              <a:gdLst>
                <a:gd name="T0" fmla="*/ 77 w 8"/>
                <a:gd name="T1" fmla="*/ 0 h 12"/>
                <a:gd name="T2" fmla="*/ 0 w 8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4" y="2"/>
                    <a:pt x="1" y="6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3" name="Freeform 36">
              <a:extLst>
                <a:ext uri="{FF2B5EF4-FFF2-40B4-BE49-F238E27FC236}">
                  <a16:creationId xmlns:a16="http://schemas.microsoft.com/office/drawing/2014/main" id="{753893FD-C3E3-45BB-89B7-979A19691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101"/>
              <a:ext cx="55" cy="71"/>
            </a:xfrm>
            <a:custGeom>
              <a:avLst/>
              <a:gdLst>
                <a:gd name="T0" fmla="*/ 17 w 26"/>
                <a:gd name="T1" fmla="*/ 167 h 31"/>
                <a:gd name="T2" fmla="*/ 112 w 26"/>
                <a:gd name="T3" fmla="*/ 373 h 31"/>
                <a:gd name="T4" fmla="*/ 228 w 26"/>
                <a:gd name="T5" fmla="*/ 204 h 31"/>
                <a:gd name="T6" fmla="*/ 17 w 26"/>
                <a:gd name="T7" fmla="*/ 16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1">
                  <a:moveTo>
                    <a:pt x="2" y="14"/>
                  </a:moveTo>
                  <a:cubicBezTo>
                    <a:pt x="0" y="20"/>
                    <a:pt x="3" y="31"/>
                    <a:pt x="12" y="31"/>
                  </a:cubicBezTo>
                  <a:cubicBezTo>
                    <a:pt x="22" y="31"/>
                    <a:pt x="26" y="23"/>
                    <a:pt x="24" y="17"/>
                  </a:cubicBezTo>
                  <a:cubicBezTo>
                    <a:pt x="22" y="8"/>
                    <a:pt x="7" y="0"/>
                    <a:pt x="2" y="1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4" name="Freeform 37">
              <a:extLst>
                <a:ext uri="{FF2B5EF4-FFF2-40B4-BE49-F238E27FC236}">
                  <a16:creationId xmlns:a16="http://schemas.microsoft.com/office/drawing/2014/main" id="{C008B2C4-B85E-4FF0-8FF6-0C394F64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095"/>
              <a:ext cx="26" cy="38"/>
            </a:xfrm>
            <a:custGeom>
              <a:avLst/>
              <a:gdLst>
                <a:gd name="T0" fmla="*/ 121 w 12"/>
                <a:gd name="T1" fmla="*/ 0 h 17"/>
                <a:gd name="T2" fmla="*/ 0 w 12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5" y="1"/>
                    <a:pt x="1" y="9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5" name="Freeform 38">
              <a:extLst>
                <a:ext uri="{FF2B5EF4-FFF2-40B4-BE49-F238E27FC236}">
                  <a16:creationId xmlns:a16="http://schemas.microsoft.com/office/drawing/2014/main" id="{55CCBCE6-655F-46B4-B670-2BF529548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122"/>
              <a:ext cx="9" cy="34"/>
            </a:xfrm>
            <a:custGeom>
              <a:avLst/>
              <a:gdLst>
                <a:gd name="T0" fmla="*/ 11 w 4"/>
                <a:gd name="T1" fmla="*/ 0 h 15"/>
                <a:gd name="T2" fmla="*/ 0 w 4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1" y="0"/>
                  </a:moveTo>
                  <a:cubicBezTo>
                    <a:pt x="4" y="4"/>
                    <a:pt x="2" y="11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6" name="Freeform 39">
              <a:extLst>
                <a:ext uri="{FF2B5EF4-FFF2-40B4-BE49-F238E27FC236}">
                  <a16:creationId xmlns:a16="http://schemas.microsoft.com/office/drawing/2014/main" id="{6FE2E591-BD62-4901-B249-02D51372A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283"/>
              <a:ext cx="62" cy="61"/>
            </a:xfrm>
            <a:custGeom>
              <a:avLst/>
              <a:gdLst>
                <a:gd name="T0" fmla="*/ 165 w 29"/>
                <a:gd name="T1" fmla="*/ 36 h 27"/>
                <a:gd name="T2" fmla="*/ 77 w 29"/>
                <a:gd name="T3" fmla="*/ 230 h 27"/>
                <a:gd name="T4" fmla="*/ 257 w 29"/>
                <a:gd name="T5" fmla="*/ 210 h 27"/>
                <a:gd name="T6" fmla="*/ 165 w 29"/>
                <a:gd name="T7" fmla="*/ 3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7">
                  <a:moveTo>
                    <a:pt x="17" y="3"/>
                  </a:moveTo>
                  <a:cubicBezTo>
                    <a:pt x="7" y="0"/>
                    <a:pt x="0" y="12"/>
                    <a:pt x="8" y="20"/>
                  </a:cubicBezTo>
                  <a:cubicBezTo>
                    <a:pt x="16" y="27"/>
                    <a:pt x="22" y="23"/>
                    <a:pt x="26" y="18"/>
                  </a:cubicBezTo>
                  <a:cubicBezTo>
                    <a:pt x="29" y="12"/>
                    <a:pt x="26" y="5"/>
                    <a:pt x="17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7" name="Freeform 40">
              <a:extLst>
                <a:ext uri="{FF2B5EF4-FFF2-40B4-BE49-F238E27FC236}">
                  <a16:creationId xmlns:a16="http://schemas.microsoft.com/office/drawing/2014/main" id="{5414F344-6D95-413B-9AD0-AAB3B922F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274"/>
              <a:ext cx="29" cy="31"/>
            </a:xfrm>
            <a:custGeom>
              <a:avLst/>
              <a:gdLst>
                <a:gd name="T0" fmla="*/ 124 w 14"/>
                <a:gd name="T1" fmla="*/ 0 h 14"/>
                <a:gd name="T2" fmla="*/ 0 w 14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14" y="0"/>
                  </a:moveTo>
                  <a:cubicBezTo>
                    <a:pt x="7" y="1"/>
                    <a:pt x="1" y="7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8" name="Freeform 41">
              <a:extLst>
                <a:ext uri="{FF2B5EF4-FFF2-40B4-BE49-F238E27FC236}">
                  <a16:creationId xmlns:a16="http://schemas.microsoft.com/office/drawing/2014/main" id="{DBB9D58A-5F1B-4B1E-8C7A-853D24E0C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292"/>
              <a:ext cx="5" cy="29"/>
            </a:xfrm>
            <a:custGeom>
              <a:avLst/>
              <a:gdLst>
                <a:gd name="T0" fmla="*/ 20 w 2"/>
                <a:gd name="T1" fmla="*/ 0 h 13"/>
                <a:gd name="T2" fmla="*/ 0 w 2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1" y="0"/>
                  </a:moveTo>
                  <a:cubicBezTo>
                    <a:pt x="2" y="2"/>
                    <a:pt x="2" y="10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9" name="Freeform 42">
              <a:extLst>
                <a:ext uri="{FF2B5EF4-FFF2-40B4-BE49-F238E27FC236}">
                  <a16:creationId xmlns:a16="http://schemas.microsoft.com/office/drawing/2014/main" id="{203A453F-C69C-408C-8D5B-A4962F2E1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412"/>
              <a:ext cx="64" cy="61"/>
            </a:xfrm>
            <a:custGeom>
              <a:avLst/>
              <a:gdLst>
                <a:gd name="T0" fmla="*/ 164 w 30"/>
                <a:gd name="T1" fmla="*/ 0 h 27"/>
                <a:gd name="T2" fmla="*/ 87 w 30"/>
                <a:gd name="T3" fmla="*/ 219 h 27"/>
                <a:gd name="T4" fmla="*/ 273 w 30"/>
                <a:gd name="T5" fmla="*/ 174 h 27"/>
                <a:gd name="T6" fmla="*/ 164 w 3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7">
                  <a:moveTo>
                    <a:pt x="17" y="0"/>
                  </a:moveTo>
                  <a:cubicBezTo>
                    <a:pt x="10" y="0"/>
                    <a:pt x="0" y="10"/>
                    <a:pt x="9" y="19"/>
                  </a:cubicBezTo>
                  <a:cubicBezTo>
                    <a:pt x="18" y="27"/>
                    <a:pt x="25" y="20"/>
                    <a:pt x="28" y="15"/>
                  </a:cubicBezTo>
                  <a:cubicBezTo>
                    <a:pt x="30" y="10"/>
                    <a:pt x="26" y="0"/>
                    <a:pt x="17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0" name="Freeform 43">
              <a:extLst>
                <a:ext uri="{FF2B5EF4-FFF2-40B4-BE49-F238E27FC236}">
                  <a16:creationId xmlns:a16="http://schemas.microsoft.com/office/drawing/2014/main" id="{D1DEB730-AFC3-4900-BB65-07DFEC553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401"/>
              <a:ext cx="27" cy="25"/>
            </a:xfrm>
            <a:custGeom>
              <a:avLst/>
              <a:gdLst>
                <a:gd name="T0" fmla="*/ 0 w 13"/>
                <a:gd name="T1" fmla="*/ 130 h 11"/>
                <a:gd name="T2" fmla="*/ 116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5" y="2"/>
                    <a:pt x="8" y="0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1" name="Freeform 44">
              <a:extLst>
                <a:ext uri="{FF2B5EF4-FFF2-40B4-BE49-F238E27FC236}">
                  <a16:creationId xmlns:a16="http://schemas.microsoft.com/office/drawing/2014/main" id="{30613E3C-CEB8-4F98-9BBC-6804DC098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412"/>
              <a:ext cx="15" cy="41"/>
            </a:xfrm>
            <a:custGeom>
              <a:avLst/>
              <a:gdLst>
                <a:gd name="T0" fmla="*/ 69 w 7"/>
                <a:gd name="T1" fmla="*/ 0 h 18"/>
                <a:gd name="T2" fmla="*/ 0 w 7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7" y="0"/>
                  </a:moveTo>
                  <a:cubicBezTo>
                    <a:pt x="7" y="8"/>
                    <a:pt x="4" y="13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2" name="Freeform 45">
              <a:extLst>
                <a:ext uri="{FF2B5EF4-FFF2-40B4-BE49-F238E27FC236}">
                  <a16:creationId xmlns:a16="http://schemas.microsoft.com/office/drawing/2014/main" id="{3A0AA98C-0A70-49E9-BC6F-BE38A7C1A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133"/>
              <a:ext cx="55" cy="21"/>
            </a:xfrm>
            <a:custGeom>
              <a:avLst/>
              <a:gdLst>
                <a:gd name="T0" fmla="*/ 17 w 26"/>
                <a:gd name="T1" fmla="*/ 0 h 9"/>
                <a:gd name="T2" fmla="*/ 112 w 26"/>
                <a:gd name="T3" fmla="*/ 12 h 9"/>
                <a:gd name="T4" fmla="*/ 228 w 26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2" y="0"/>
                  </a:moveTo>
                  <a:cubicBezTo>
                    <a:pt x="0" y="6"/>
                    <a:pt x="3" y="1"/>
                    <a:pt x="12" y="1"/>
                  </a:cubicBezTo>
                  <a:cubicBezTo>
                    <a:pt x="22" y="1"/>
                    <a:pt x="26" y="9"/>
                    <a:pt x="24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3" name="Freeform 46">
              <a:extLst>
                <a:ext uri="{FF2B5EF4-FFF2-40B4-BE49-F238E27FC236}">
                  <a16:creationId xmlns:a16="http://schemas.microsoft.com/office/drawing/2014/main" id="{91B4E896-3F75-4CDC-BC4B-4824A96AE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924"/>
              <a:ext cx="21" cy="19"/>
            </a:xfrm>
            <a:custGeom>
              <a:avLst/>
              <a:gdLst>
                <a:gd name="T0" fmla="*/ 27 w 10"/>
                <a:gd name="T1" fmla="*/ 107 h 8"/>
                <a:gd name="T2" fmla="*/ 84 w 10"/>
                <a:gd name="T3" fmla="*/ 29 h 8"/>
                <a:gd name="T4" fmla="*/ 0 w 10"/>
                <a:gd name="T5" fmla="*/ 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8"/>
                  </a:moveTo>
                  <a:cubicBezTo>
                    <a:pt x="5" y="8"/>
                    <a:pt x="10" y="5"/>
                    <a:pt x="9" y="2"/>
                  </a:cubicBezTo>
                  <a:cubicBezTo>
                    <a:pt x="7" y="0"/>
                    <a:pt x="2" y="2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4" name="Freeform 47">
              <a:extLst>
                <a:ext uri="{FF2B5EF4-FFF2-40B4-BE49-F238E27FC236}">
                  <a16:creationId xmlns:a16="http://schemas.microsoft.com/office/drawing/2014/main" id="{23F7C36A-C323-4FC2-B373-44753F5B2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394"/>
              <a:ext cx="6" cy="11"/>
            </a:xfrm>
            <a:custGeom>
              <a:avLst/>
              <a:gdLst>
                <a:gd name="T0" fmla="*/ 24 w 3"/>
                <a:gd name="T1" fmla="*/ 53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5" name="Freeform 48">
              <a:extLst>
                <a:ext uri="{FF2B5EF4-FFF2-40B4-BE49-F238E27FC236}">
                  <a16:creationId xmlns:a16="http://schemas.microsoft.com/office/drawing/2014/main" id="{0742CDD3-844B-43A8-803B-CB1E6BC6A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294"/>
              <a:ext cx="9" cy="5"/>
            </a:xfrm>
            <a:custGeom>
              <a:avLst/>
              <a:gdLst>
                <a:gd name="T0" fmla="*/ 45 w 4"/>
                <a:gd name="T1" fmla="*/ 33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6" name="Freeform 49">
              <a:extLst>
                <a:ext uri="{FF2B5EF4-FFF2-40B4-BE49-F238E27FC236}">
                  <a16:creationId xmlns:a16="http://schemas.microsoft.com/office/drawing/2014/main" id="{478622CE-F8CA-4203-9AB4-8A5E73FB0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085"/>
              <a:ext cx="15" cy="25"/>
            </a:xfrm>
            <a:custGeom>
              <a:avLst/>
              <a:gdLst>
                <a:gd name="T0" fmla="*/ 69 w 7"/>
                <a:gd name="T1" fmla="*/ 73 h 11"/>
                <a:gd name="T2" fmla="*/ 19 w 7"/>
                <a:gd name="T3" fmla="*/ 11 h 11"/>
                <a:gd name="T4" fmla="*/ 41 w 7"/>
                <a:gd name="T5" fmla="*/ 13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7" y="6"/>
                  </a:moveTo>
                  <a:cubicBezTo>
                    <a:pt x="6" y="4"/>
                    <a:pt x="5" y="0"/>
                    <a:pt x="2" y="1"/>
                  </a:cubicBezTo>
                  <a:cubicBezTo>
                    <a:pt x="0" y="2"/>
                    <a:pt x="2" y="10"/>
                    <a:pt x="4" y="11"/>
                  </a:cubicBezTo>
                </a:path>
              </a:pathLst>
            </a:custGeom>
            <a:noFill/>
            <a:ln w="6350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7" name="Freeform 50">
              <a:extLst>
                <a:ext uri="{FF2B5EF4-FFF2-40B4-BE49-F238E27FC236}">
                  <a16:creationId xmlns:a16="http://schemas.microsoft.com/office/drawing/2014/main" id="{E38B1F91-95C8-4B69-95A2-B8CFFA148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956"/>
              <a:ext cx="6" cy="7"/>
            </a:xfrm>
            <a:custGeom>
              <a:avLst/>
              <a:gdLst>
                <a:gd name="T0" fmla="*/ 24 w 3"/>
                <a:gd name="T1" fmla="*/ 37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8" name="Freeform 51">
              <a:extLst>
                <a:ext uri="{FF2B5EF4-FFF2-40B4-BE49-F238E27FC236}">
                  <a16:creationId xmlns:a16="http://schemas.microsoft.com/office/drawing/2014/main" id="{E7C408C5-0C31-4360-B531-AFA95050A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310"/>
              <a:ext cx="489" cy="1325"/>
            </a:xfrm>
            <a:custGeom>
              <a:avLst/>
              <a:gdLst>
                <a:gd name="T0" fmla="*/ 940 w 230"/>
                <a:gd name="T1" fmla="*/ 6795 h 584"/>
                <a:gd name="T2" fmla="*/ 240 w 230"/>
                <a:gd name="T3" fmla="*/ 2126 h 584"/>
                <a:gd name="T4" fmla="*/ 9 w 230"/>
                <a:gd name="T5" fmla="*/ 1611 h 584"/>
                <a:gd name="T6" fmla="*/ 49 w 230"/>
                <a:gd name="T7" fmla="*/ 1271 h 584"/>
                <a:gd name="T8" fmla="*/ 128 w 230"/>
                <a:gd name="T9" fmla="*/ 855 h 584"/>
                <a:gd name="T10" fmla="*/ 325 w 230"/>
                <a:gd name="T11" fmla="*/ 581 h 584"/>
                <a:gd name="T12" fmla="*/ 529 w 230"/>
                <a:gd name="T13" fmla="*/ 617 h 584"/>
                <a:gd name="T14" fmla="*/ 665 w 230"/>
                <a:gd name="T15" fmla="*/ 864 h 584"/>
                <a:gd name="T16" fmla="*/ 887 w 230"/>
                <a:gd name="T17" fmla="*/ 783 h 584"/>
                <a:gd name="T18" fmla="*/ 1048 w 230"/>
                <a:gd name="T19" fmla="*/ 633 h 584"/>
                <a:gd name="T20" fmla="*/ 1171 w 230"/>
                <a:gd name="T21" fmla="*/ 293 h 584"/>
                <a:gd name="T22" fmla="*/ 1903 w 230"/>
                <a:gd name="T23" fmla="*/ 406 h 584"/>
                <a:gd name="T24" fmla="*/ 1922 w 230"/>
                <a:gd name="T25" fmla="*/ 1271 h 584"/>
                <a:gd name="T26" fmla="*/ 1605 w 230"/>
                <a:gd name="T27" fmla="*/ 1448 h 584"/>
                <a:gd name="T28" fmla="*/ 1269 w 230"/>
                <a:gd name="T29" fmla="*/ 1529 h 584"/>
                <a:gd name="T30" fmla="*/ 1161 w 230"/>
                <a:gd name="T31" fmla="*/ 1915 h 584"/>
                <a:gd name="T32" fmla="*/ 1269 w 230"/>
                <a:gd name="T33" fmla="*/ 2081 h 584"/>
                <a:gd name="T34" fmla="*/ 1248 w 230"/>
                <a:gd name="T35" fmla="*/ 2373 h 584"/>
                <a:gd name="T36" fmla="*/ 1125 w 230"/>
                <a:gd name="T37" fmla="*/ 2559 h 584"/>
                <a:gd name="T38" fmla="*/ 1261 w 230"/>
                <a:gd name="T39" fmla="*/ 4438 h 584"/>
                <a:gd name="T40" fmla="*/ 1605 w 230"/>
                <a:gd name="T41" fmla="*/ 6820 h 5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0" h="584">
                  <a:moveTo>
                    <a:pt x="98" y="582"/>
                  </a:moveTo>
                  <a:cubicBezTo>
                    <a:pt x="85" y="488"/>
                    <a:pt x="31" y="199"/>
                    <a:pt x="25" y="182"/>
                  </a:cubicBezTo>
                  <a:cubicBezTo>
                    <a:pt x="19" y="167"/>
                    <a:pt x="3" y="148"/>
                    <a:pt x="1" y="138"/>
                  </a:cubicBezTo>
                  <a:cubicBezTo>
                    <a:pt x="0" y="128"/>
                    <a:pt x="3" y="116"/>
                    <a:pt x="5" y="109"/>
                  </a:cubicBezTo>
                  <a:cubicBezTo>
                    <a:pt x="8" y="102"/>
                    <a:pt x="10" y="85"/>
                    <a:pt x="13" y="73"/>
                  </a:cubicBezTo>
                  <a:cubicBezTo>
                    <a:pt x="16" y="61"/>
                    <a:pt x="28" y="53"/>
                    <a:pt x="34" y="50"/>
                  </a:cubicBezTo>
                  <a:cubicBezTo>
                    <a:pt x="39" y="46"/>
                    <a:pt x="48" y="51"/>
                    <a:pt x="55" y="53"/>
                  </a:cubicBezTo>
                  <a:cubicBezTo>
                    <a:pt x="62" y="55"/>
                    <a:pt x="69" y="68"/>
                    <a:pt x="69" y="74"/>
                  </a:cubicBezTo>
                  <a:cubicBezTo>
                    <a:pt x="80" y="74"/>
                    <a:pt x="87" y="71"/>
                    <a:pt x="92" y="67"/>
                  </a:cubicBezTo>
                  <a:cubicBezTo>
                    <a:pt x="97" y="64"/>
                    <a:pt x="107" y="58"/>
                    <a:pt x="109" y="54"/>
                  </a:cubicBezTo>
                  <a:cubicBezTo>
                    <a:pt x="112" y="41"/>
                    <a:pt x="112" y="32"/>
                    <a:pt x="122" y="25"/>
                  </a:cubicBezTo>
                  <a:cubicBezTo>
                    <a:pt x="130" y="20"/>
                    <a:pt x="167" y="0"/>
                    <a:pt x="198" y="35"/>
                  </a:cubicBezTo>
                  <a:cubicBezTo>
                    <a:pt x="230" y="69"/>
                    <a:pt x="207" y="102"/>
                    <a:pt x="200" y="109"/>
                  </a:cubicBezTo>
                  <a:cubicBezTo>
                    <a:pt x="194" y="117"/>
                    <a:pt x="183" y="127"/>
                    <a:pt x="167" y="124"/>
                  </a:cubicBezTo>
                  <a:cubicBezTo>
                    <a:pt x="152" y="120"/>
                    <a:pt x="141" y="119"/>
                    <a:pt x="132" y="131"/>
                  </a:cubicBezTo>
                  <a:cubicBezTo>
                    <a:pt x="121" y="147"/>
                    <a:pt x="120" y="161"/>
                    <a:pt x="121" y="164"/>
                  </a:cubicBezTo>
                  <a:cubicBezTo>
                    <a:pt x="124" y="167"/>
                    <a:pt x="132" y="173"/>
                    <a:pt x="132" y="178"/>
                  </a:cubicBezTo>
                  <a:cubicBezTo>
                    <a:pt x="132" y="181"/>
                    <a:pt x="135" y="196"/>
                    <a:pt x="130" y="203"/>
                  </a:cubicBezTo>
                  <a:cubicBezTo>
                    <a:pt x="126" y="211"/>
                    <a:pt x="119" y="211"/>
                    <a:pt x="117" y="219"/>
                  </a:cubicBezTo>
                  <a:cubicBezTo>
                    <a:pt x="116" y="221"/>
                    <a:pt x="119" y="300"/>
                    <a:pt x="131" y="380"/>
                  </a:cubicBezTo>
                  <a:cubicBezTo>
                    <a:pt x="142" y="462"/>
                    <a:pt x="163" y="544"/>
                    <a:pt x="167" y="584"/>
                  </a:cubicBezTo>
                </a:path>
              </a:pathLst>
            </a:custGeom>
            <a:solidFill>
              <a:srgbClr val="FA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9" name="Freeform 52">
              <a:extLst>
                <a:ext uri="{FF2B5EF4-FFF2-40B4-BE49-F238E27FC236}">
                  <a16:creationId xmlns:a16="http://schemas.microsoft.com/office/drawing/2014/main" id="{6B2DA765-E715-4132-9323-356D85986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310"/>
              <a:ext cx="257" cy="288"/>
            </a:xfrm>
            <a:custGeom>
              <a:avLst/>
              <a:gdLst>
                <a:gd name="T0" fmla="*/ 17 w 121"/>
                <a:gd name="T1" fmla="*/ 678 h 127"/>
                <a:gd name="T2" fmla="*/ 0 w 121"/>
                <a:gd name="T3" fmla="*/ 617 h 127"/>
                <a:gd name="T4" fmla="*/ 125 w 121"/>
                <a:gd name="T5" fmla="*/ 293 h 127"/>
                <a:gd name="T6" fmla="*/ 852 w 121"/>
                <a:gd name="T7" fmla="*/ 406 h 127"/>
                <a:gd name="T8" fmla="*/ 871 w 121"/>
                <a:gd name="T9" fmla="*/ 1270 h 127"/>
                <a:gd name="T10" fmla="*/ 554 w 121"/>
                <a:gd name="T11" fmla="*/ 1445 h 127"/>
                <a:gd name="T12" fmla="*/ 554 w 121"/>
                <a:gd name="T13" fmla="*/ 1445 h 127"/>
                <a:gd name="T14" fmla="*/ 529 w 121"/>
                <a:gd name="T15" fmla="*/ 1388 h 127"/>
                <a:gd name="T16" fmla="*/ 384 w 121"/>
                <a:gd name="T17" fmla="*/ 1157 h 127"/>
                <a:gd name="T18" fmla="*/ 96 w 121"/>
                <a:gd name="T19" fmla="*/ 977 h 127"/>
                <a:gd name="T20" fmla="*/ 17 w 121"/>
                <a:gd name="T21" fmla="*/ 678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27">
                  <a:moveTo>
                    <a:pt x="2" y="58"/>
                  </a:moveTo>
                  <a:cubicBezTo>
                    <a:pt x="2" y="58"/>
                    <a:pt x="1" y="57"/>
                    <a:pt x="0" y="53"/>
                  </a:cubicBezTo>
                  <a:cubicBezTo>
                    <a:pt x="3" y="40"/>
                    <a:pt x="4" y="32"/>
                    <a:pt x="13" y="25"/>
                  </a:cubicBezTo>
                  <a:cubicBezTo>
                    <a:pt x="21" y="20"/>
                    <a:pt x="58" y="0"/>
                    <a:pt x="89" y="35"/>
                  </a:cubicBezTo>
                  <a:cubicBezTo>
                    <a:pt x="121" y="69"/>
                    <a:pt x="98" y="102"/>
                    <a:pt x="91" y="109"/>
                  </a:cubicBezTo>
                  <a:cubicBezTo>
                    <a:pt x="85" y="117"/>
                    <a:pt x="74" y="127"/>
                    <a:pt x="58" y="124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7" y="123"/>
                    <a:pt x="55" y="122"/>
                    <a:pt x="55" y="119"/>
                  </a:cubicBezTo>
                  <a:cubicBezTo>
                    <a:pt x="55" y="110"/>
                    <a:pt x="46" y="104"/>
                    <a:pt x="40" y="99"/>
                  </a:cubicBezTo>
                  <a:cubicBezTo>
                    <a:pt x="33" y="94"/>
                    <a:pt x="21" y="92"/>
                    <a:pt x="10" y="84"/>
                  </a:cubicBezTo>
                  <a:cubicBezTo>
                    <a:pt x="0" y="76"/>
                    <a:pt x="2" y="66"/>
                    <a:pt x="2" y="58"/>
                  </a:cubicBezTo>
                  <a:close/>
                </a:path>
              </a:pathLst>
            </a:custGeom>
            <a:solidFill>
              <a:srgbClr val="BAD5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0" name="Freeform 53">
              <a:extLst>
                <a:ext uri="{FF2B5EF4-FFF2-40B4-BE49-F238E27FC236}">
                  <a16:creationId xmlns:a16="http://schemas.microsoft.com/office/drawing/2014/main" id="{DC1BCB33-901B-4A10-9C8D-2A4F956B9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362"/>
              <a:ext cx="161" cy="132"/>
            </a:xfrm>
            <a:custGeom>
              <a:avLst/>
              <a:gdLst>
                <a:gd name="T0" fmla="*/ 0 w 76"/>
                <a:gd name="T1" fmla="*/ 296 h 58"/>
                <a:gd name="T2" fmla="*/ 364 w 76"/>
                <a:gd name="T3" fmla="*/ 259 h 58"/>
                <a:gd name="T4" fmla="*/ 686 w 76"/>
                <a:gd name="T5" fmla="*/ 683 h 58"/>
                <a:gd name="T6" fmla="*/ 477 w 76"/>
                <a:gd name="T7" fmla="*/ 203 h 58"/>
                <a:gd name="T8" fmla="*/ 288 w 76"/>
                <a:gd name="T9" fmla="*/ 57 h 58"/>
                <a:gd name="T10" fmla="*/ 104 w 76"/>
                <a:gd name="T11" fmla="*/ 2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58">
                  <a:moveTo>
                    <a:pt x="0" y="25"/>
                  </a:moveTo>
                  <a:cubicBezTo>
                    <a:pt x="5" y="9"/>
                    <a:pt x="28" y="18"/>
                    <a:pt x="38" y="22"/>
                  </a:cubicBezTo>
                  <a:cubicBezTo>
                    <a:pt x="55" y="28"/>
                    <a:pt x="65" y="42"/>
                    <a:pt x="72" y="58"/>
                  </a:cubicBezTo>
                  <a:cubicBezTo>
                    <a:pt x="76" y="42"/>
                    <a:pt x="61" y="25"/>
                    <a:pt x="50" y="17"/>
                  </a:cubicBezTo>
                  <a:cubicBezTo>
                    <a:pt x="44" y="12"/>
                    <a:pt x="37" y="7"/>
                    <a:pt x="30" y="5"/>
                  </a:cubicBezTo>
                  <a:cubicBezTo>
                    <a:pt x="25" y="3"/>
                    <a:pt x="16" y="0"/>
                    <a:pt x="11" y="2"/>
                  </a:cubicBezTo>
                </a:path>
              </a:pathLst>
            </a:custGeom>
            <a:solidFill>
              <a:srgbClr val="82B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1" name="Freeform 54">
              <a:extLst>
                <a:ext uri="{FF2B5EF4-FFF2-40B4-BE49-F238E27FC236}">
                  <a16:creationId xmlns:a16="http://schemas.microsoft.com/office/drawing/2014/main" id="{AF9782DC-5C4E-4D26-90D0-BB216884C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460"/>
              <a:ext cx="142" cy="163"/>
            </a:xfrm>
            <a:custGeom>
              <a:avLst/>
              <a:gdLst>
                <a:gd name="T0" fmla="*/ 638 w 67"/>
                <a:gd name="T1" fmla="*/ 394 h 72"/>
                <a:gd name="T2" fmla="*/ 409 w 67"/>
                <a:gd name="T3" fmla="*/ 324 h 72"/>
                <a:gd name="T4" fmla="*/ 324 w 67"/>
                <a:gd name="T5" fmla="*/ 604 h 72"/>
                <a:gd name="T6" fmla="*/ 365 w 67"/>
                <a:gd name="T7" fmla="*/ 835 h 72"/>
                <a:gd name="T8" fmla="*/ 212 w 67"/>
                <a:gd name="T9" fmla="*/ 466 h 72"/>
                <a:gd name="T10" fmla="*/ 0 w 67"/>
                <a:gd name="T11" fmla="*/ 149 h 72"/>
                <a:gd name="T12" fmla="*/ 365 w 67"/>
                <a:gd name="T13" fmla="*/ 0 h 72"/>
                <a:gd name="T14" fmla="*/ 437 w 67"/>
                <a:gd name="T15" fmla="*/ 247 h 72"/>
                <a:gd name="T16" fmla="*/ 589 w 67"/>
                <a:gd name="T17" fmla="*/ 35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72">
                  <a:moveTo>
                    <a:pt x="67" y="34"/>
                  </a:moveTo>
                  <a:cubicBezTo>
                    <a:pt x="51" y="31"/>
                    <a:pt x="53" y="10"/>
                    <a:pt x="43" y="28"/>
                  </a:cubicBezTo>
                  <a:cubicBezTo>
                    <a:pt x="39" y="34"/>
                    <a:pt x="34" y="44"/>
                    <a:pt x="34" y="52"/>
                  </a:cubicBezTo>
                  <a:cubicBezTo>
                    <a:pt x="34" y="59"/>
                    <a:pt x="35" y="65"/>
                    <a:pt x="38" y="72"/>
                  </a:cubicBezTo>
                  <a:cubicBezTo>
                    <a:pt x="30" y="65"/>
                    <a:pt x="28" y="49"/>
                    <a:pt x="22" y="40"/>
                  </a:cubicBezTo>
                  <a:cubicBezTo>
                    <a:pt x="14" y="29"/>
                    <a:pt x="5" y="27"/>
                    <a:pt x="0" y="13"/>
                  </a:cubicBezTo>
                  <a:cubicBezTo>
                    <a:pt x="12" y="22"/>
                    <a:pt x="32" y="10"/>
                    <a:pt x="38" y="0"/>
                  </a:cubicBezTo>
                  <a:cubicBezTo>
                    <a:pt x="41" y="6"/>
                    <a:pt x="42" y="16"/>
                    <a:pt x="46" y="21"/>
                  </a:cubicBezTo>
                  <a:cubicBezTo>
                    <a:pt x="50" y="27"/>
                    <a:pt x="57" y="26"/>
                    <a:pt x="62" y="31"/>
                  </a:cubicBezTo>
                </a:path>
              </a:pathLst>
            </a:custGeom>
            <a:solidFill>
              <a:srgbClr val="F9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2" name="Freeform 55">
              <a:extLst>
                <a:ext uri="{FF2B5EF4-FFF2-40B4-BE49-F238E27FC236}">
                  <a16:creationId xmlns:a16="http://schemas.microsoft.com/office/drawing/2014/main" id="{6D23E2C7-108D-457D-8ACC-6BBF1B7F4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430"/>
              <a:ext cx="89" cy="381"/>
            </a:xfrm>
            <a:custGeom>
              <a:avLst/>
              <a:gdLst>
                <a:gd name="T0" fmla="*/ 390 w 42"/>
                <a:gd name="T1" fmla="*/ 11 h 168"/>
                <a:gd name="T2" fmla="*/ 144 w 42"/>
                <a:gd name="T3" fmla="*/ 349 h 168"/>
                <a:gd name="T4" fmla="*/ 28 w 42"/>
                <a:gd name="T5" fmla="*/ 875 h 168"/>
                <a:gd name="T6" fmla="*/ 212 w 42"/>
                <a:gd name="T7" fmla="*/ 1363 h 168"/>
                <a:gd name="T8" fmla="*/ 350 w 42"/>
                <a:gd name="T9" fmla="*/ 1959 h 168"/>
                <a:gd name="T10" fmla="*/ 324 w 42"/>
                <a:gd name="T11" fmla="*/ 1619 h 168"/>
                <a:gd name="T12" fmla="*/ 324 w 42"/>
                <a:gd name="T13" fmla="*/ 1388 h 168"/>
                <a:gd name="T14" fmla="*/ 201 w 42"/>
                <a:gd name="T15" fmla="*/ 946 h 168"/>
                <a:gd name="T16" fmla="*/ 401 w 42"/>
                <a:gd name="T17" fmla="*/ 73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68">
                  <a:moveTo>
                    <a:pt x="41" y="1"/>
                  </a:moveTo>
                  <a:cubicBezTo>
                    <a:pt x="23" y="0"/>
                    <a:pt x="18" y="15"/>
                    <a:pt x="15" y="30"/>
                  </a:cubicBezTo>
                  <a:cubicBezTo>
                    <a:pt x="11" y="45"/>
                    <a:pt x="5" y="59"/>
                    <a:pt x="3" y="75"/>
                  </a:cubicBezTo>
                  <a:cubicBezTo>
                    <a:pt x="0" y="95"/>
                    <a:pt x="14" y="101"/>
                    <a:pt x="22" y="117"/>
                  </a:cubicBezTo>
                  <a:cubicBezTo>
                    <a:pt x="30" y="133"/>
                    <a:pt x="29" y="153"/>
                    <a:pt x="37" y="168"/>
                  </a:cubicBezTo>
                  <a:cubicBezTo>
                    <a:pt x="37" y="159"/>
                    <a:pt x="34" y="149"/>
                    <a:pt x="34" y="139"/>
                  </a:cubicBezTo>
                  <a:cubicBezTo>
                    <a:pt x="34" y="132"/>
                    <a:pt x="36" y="125"/>
                    <a:pt x="34" y="119"/>
                  </a:cubicBezTo>
                  <a:cubicBezTo>
                    <a:pt x="29" y="103"/>
                    <a:pt x="18" y="100"/>
                    <a:pt x="21" y="81"/>
                  </a:cubicBezTo>
                  <a:cubicBezTo>
                    <a:pt x="27" y="54"/>
                    <a:pt x="19" y="26"/>
                    <a:pt x="42" y="6"/>
                  </a:cubicBezTo>
                </a:path>
              </a:pathLst>
            </a:custGeom>
            <a:solidFill>
              <a:srgbClr val="F9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3" name="Freeform 56">
              <a:extLst>
                <a:ext uri="{FF2B5EF4-FFF2-40B4-BE49-F238E27FC236}">
                  <a16:creationId xmlns:a16="http://schemas.microsoft.com/office/drawing/2014/main" id="{D2F985A2-288D-4CAA-9911-CF8F95066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725"/>
              <a:ext cx="49" cy="104"/>
            </a:xfrm>
            <a:custGeom>
              <a:avLst/>
              <a:gdLst>
                <a:gd name="T0" fmla="*/ 213 w 23"/>
                <a:gd name="T1" fmla="*/ 0 h 46"/>
                <a:gd name="T2" fmla="*/ 145 w 23"/>
                <a:gd name="T3" fmla="*/ 255 h 46"/>
                <a:gd name="T4" fmla="*/ 0 w 23"/>
                <a:gd name="T5" fmla="*/ 531 h 46"/>
                <a:gd name="T6" fmla="*/ 77 w 23"/>
                <a:gd name="T7" fmla="*/ 255 h 46"/>
                <a:gd name="T8" fmla="*/ 213 w 23"/>
                <a:gd name="T9" fmla="*/ 3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6">
                  <a:moveTo>
                    <a:pt x="22" y="0"/>
                  </a:moveTo>
                  <a:cubicBezTo>
                    <a:pt x="23" y="12"/>
                    <a:pt x="22" y="14"/>
                    <a:pt x="15" y="22"/>
                  </a:cubicBezTo>
                  <a:cubicBezTo>
                    <a:pt x="9" y="29"/>
                    <a:pt x="4" y="37"/>
                    <a:pt x="0" y="46"/>
                  </a:cubicBezTo>
                  <a:cubicBezTo>
                    <a:pt x="4" y="38"/>
                    <a:pt x="3" y="29"/>
                    <a:pt x="8" y="22"/>
                  </a:cubicBezTo>
                  <a:cubicBezTo>
                    <a:pt x="13" y="15"/>
                    <a:pt x="20" y="12"/>
                    <a:pt x="22" y="3"/>
                  </a:cubicBezTo>
                </a:path>
              </a:pathLst>
            </a:custGeom>
            <a:solidFill>
              <a:srgbClr val="F9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4" name="Freeform 57">
              <a:extLst>
                <a:ext uri="{FF2B5EF4-FFF2-40B4-BE49-F238E27FC236}">
                  <a16:creationId xmlns:a16="http://schemas.microsoft.com/office/drawing/2014/main" id="{BC61AE43-08BD-48CD-BAB2-522200E16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353"/>
              <a:ext cx="124" cy="209"/>
            </a:xfrm>
            <a:custGeom>
              <a:avLst/>
              <a:gdLst>
                <a:gd name="T0" fmla="*/ 539 w 58"/>
                <a:gd name="T1" fmla="*/ 1079 h 92"/>
                <a:gd name="T2" fmla="*/ 224 w 58"/>
                <a:gd name="T3" fmla="*/ 795 h 92"/>
                <a:gd name="T4" fmla="*/ 9 w 58"/>
                <a:gd name="T5" fmla="*/ 434 h 92"/>
                <a:gd name="T6" fmla="*/ 393 w 58"/>
                <a:gd name="T7" fmla="*/ 0 h 92"/>
                <a:gd name="T8" fmla="*/ 120 w 58"/>
                <a:gd name="T9" fmla="*/ 470 h 92"/>
                <a:gd name="T10" fmla="*/ 539 w 58"/>
                <a:gd name="T11" fmla="*/ 1079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92">
                  <a:moveTo>
                    <a:pt x="55" y="92"/>
                  </a:moveTo>
                  <a:cubicBezTo>
                    <a:pt x="47" y="76"/>
                    <a:pt x="38" y="73"/>
                    <a:pt x="23" y="68"/>
                  </a:cubicBezTo>
                  <a:cubicBezTo>
                    <a:pt x="8" y="62"/>
                    <a:pt x="3" y="59"/>
                    <a:pt x="1" y="37"/>
                  </a:cubicBezTo>
                  <a:cubicBezTo>
                    <a:pt x="0" y="16"/>
                    <a:pt x="20" y="0"/>
                    <a:pt x="40" y="0"/>
                  </a:cubicBezTo>
                  <a:cubicBezTo>
                    <a:pt x="24" y="7"/>
                    <a:pt x="10" y="28"/>
                    <a:pt x="12" y="40"/>
                  </a:cubicBezTo>
                  <a:cubicBezTo>
                    <a:pt x="15" y="52"/>
                    <a:pt x="58" y="68"/>
                    <a:pt x="55" y="92"/>
                  </a:cubicBezTo>
                  <a:close/>
                </a:path>
              </a:pathLst>
            </a:custGeom>
            <a:solidFill>
              <a:srgbClr val="82B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5" name="Freeform 58">
              <a:extLst>
                <a:ext uri="{FF2B5EF4-FFF2-40B4-BE49-F238E27FC236}">
                  <a16:creationId xmlns:a16="http://schemas.microsoft.com/office/drawing/2014/main" id="{9750D186-2CB6-4DFE-8F1E-12DDEA681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453"/>
              <a:ext cx="55" cy="268"/>
            </a:xfrm>
            <a:custGeom>
              <a:avLst/>
              <a:gdLst>
                <a:gd name="T0" fmla="*/ 245 w 26"/>
                <a:gd name="T1" fmla="*/ 1383 h 118"/>
                <a:gd name="T2" fmla="*/ 93 w 26"/>
                <a:gd name="T3" fmla="*/ 1042 h 118"/>
                <a:gd name="T4" fmla="*/ 28 w 26"/>
                <a:gd name="T5" fmla="*/ 690 h 118"/>
                <a:gd name="T6" fmla="*/ 104 w 26"/>
                <a:gd name="T7" fmla="*/ 329 h 118"/>
                <a:gd name="T8" fmla="*/ 220 w 26"/>
                <a:gd name="T9" fmla="*/ 0 h 118"/>
                <a:gd name="T10" fmla="*/ 152 w 26"/>
                <a:gd name="T11" fmla="*/ 316 h 118"/>
                <a:gd name="T12" fmla="*/ 112 w 26"/>
                <a:gd name="T13" fmla="*/ 620 h 118"/>
                <a:gd name="T14" fmla="*/ 104 w 26"/>
                <a:gd name="T15" fmla="*/ 949 h 118"/>
                <a:gd name="T16" fmla="*/ 245 w 26"/>
                <a:gd name="T17" fmla="*/ 1383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118">
                  <a:moveTo>
                    <a:pt x="26" y="118"/>
                  </a:moveTo>
                  <a:cubicBezTo>
                    <a:pt x="26" y="108"/>
                    <a:pt x="16" y="97"/>
                    <a:pt x="10" y="89"/>
                  </a:cubicBezTo>
                  <a:cubicBezTo>
                    <a:pt x="2" y="79"/>
                    <a:pt x="0" y="71"/>
                    <a:pt x="3" y="59"/>
                  </a:cubicBezTo>
                  <a:cubicBezTo>
                    <a:pt x="6" y="48"/>
                    <a:pt x="9" y="39"/>
                    <a:pt x="11" y="28"/>
                  </a:cubicBezTo>
                  <a:cubicBezTo>
                    <a:pt x="13" y="15"/>
                    <a:pt x="14" y="9"/>
                    <a:pt x="23" y="0"/>
                  </a:cubicBezTo>
                  <a:cubicBezTo>
                    <a:pt x="16" y="5"/>
                    <a:pt x="16" y="19"/>
                    <a:pt x="16" y="27"/>
                  </a:cubicBezTo>
                  <a:cubicBezTo>
                    <a:pt x="16" y="36"/>
                    <a:pt x="14" y="45"/>
                    <a:pt x="12" y="53"/>
                  </a:cubicBezTo>
                  <a:cubicBezTo>
                    <a:pt x="8" y="63"/>
                    <a:pt x="7" y="71"/>
                    <a:pt x="11" y="81"/>
                  </a:cubicBezTo>
                  <a:cubicBezTo>
                    <a:pt x="16" y="95"/>
                    <a:pt x="26" y="103"/>
                    <a:pt x="26" y="118"/>
                  </a:cubicBezTo>
                </a:path>
              </a:pathLst>
            </a:custGeom>
            <a:solidFill>
              <a:srgbClr val="EAD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6" name="Freeform 59">
              <a:extLst>
                <a:ext uri="{FF2B5EF4-FFF2-40B4-BE49-F238E27FC236}">
                  <a16:creationId xmlns:a16="http://schemas.microsoft.com/office/drawing/2014/main" id="{2ABF9302-8C80-489E-8FE0-7E763FC95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457"/>
              <a:ext cx="89" cy="155"/>
            </a:xfrm>
            <a:custGeom>
              <a:avLst/>
              <a:gdLst>
                <a:gd name="T0" fmla="*/ 401 w 42"/>
                <a:gd name="T1" fmla="*/ 0 h 68"/>
                <a:gd name="T2" fmla="*/ 68 w 42"/>
                <a:gd name="T3" fmla="*/ 155 h 68"/>
                <a:gd name="T4" fmla="*/ 8 w 42"/>
                <a:gd name="T5" fmla="*/ 187 h 68"/>
                <a:gd name="T6" fmla="*/ 112 w 42"/>
                <a:gd name="T7" fmla="*/ 342 h 68"/>
                <a:gd name="T8" fmla="*/ 265 w 42"/>
                <a:gd name="T9" fmla="*/ 556 h 68"/>
                <a:gd name="T10" fmla="*/ 373 w 42"/>
                <a:gd name="T11" fmla="*/ 805 h 68"/>
                <a:gd name="T12" fmla="*/ 314 w 42"/>
                <a:gd name="T13" fmla="*/ 565 h 68"/>
                <a:gd name="T14" fmla="*/ 201 w 42"/>
                <a:gd name="T15" fmla="*/ 333 h 68"/>
                <a:gd name="T16" fmla="*/ 265 w 42"/>
                <a:gd name="T17" fmla="*/ 141 h 68"/>
                <a:gd name="T18" fmla="*/ 401 w 42"/>
                <a:gd name="T19" fmla="*/ 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68">
                  <a:moveTo>
                    <a:pt x="42" y="0"/>
                  </a:moveTo>
                  <a:cubicBezTo>
                    <a:pt x="37" y="7"/>
                    <a:pt x="29" y="16"/>
                    <a:pt x="7" y="13"/>
                  </a:cubicBezTo>
                  <a:cubicBezTo>
                    <a:pt x="3" y="13"/>
                    <a:pt x="0" y="12"/>
                    <a:pt x="1" y="16"/>
                  </a:cubicBezTo>
                  <a:cubicBezTo>
                    <a:pt x="2" y="19"/>
                    <a:pt x="6" y="24"/>
                    <a:pt x="12" y="29"/>
                  </a:cubicBezTo>
                  <a:cubicBezTo>
                    <a:pt x="18" y="34"/>
                    <a:pt x="24" y="37"/>
                    <a:pt x="28" y="47"/>
                  </a:cubicBezTo>
                  <a:cubicBezTo>
                    <a:pt x="32" y="56"/>
                    <a:pt x="35" y="63"/>
                    <a:pt x="39" y="68"/>
                  </a:cubicBezTo>
                  <a:cubicBezTo>
                    <a:pt x="35" y="60"/>
                    <a:pt x="34" y="56"/>
                    <a:pt x="33" y="48"/>
                  </a:cubicBezTo>
                  <a:cubicBezTo>
                    <a:pt x="31" y="41"/>
                    <a:pt x="27" y="33"/>
                    <a:pt x="21" y="28"/>
                  </a:cubicBezTo>
                  <a:cubicBezTo>
                    <a:pt x="14" y="23"/>
                    <a:pt x="19" y="19"/>
                    <a:pt x="28" y="12"/>
                  </a:cubicBezTo>
                  <a:cubicBezTo>
                    <a:pt x="38" y="6"/>
                    <a:pt x="41" y="8"/>
                    <a:pt x="42" y="0"/>
                  </a:cubicBezTo>
                  <a:close/>
                </a:path>
              </a:pathLst>
            </a:custGeom>
            <a:solidFill>
              <a:srgbClr val="EAD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7" name="Freeform 60">
              <a:extLst>
                <a:ext uri="{FF2B5EF4-FFF2-40B4-BE49-F238E27FC236}">
                  <a16:creationId xmlns:a16="http://schemas.microsoft.com/office/drawing/2014/main" id="{76AE7AC8-5AE5-41C5-BB1B-A50887859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514"/>
              <a:ext cx="102" cy="75"/>
            </a:xfrm>
            <a:custGeom>
              <a:avLst/>
              <a:gdLst>
                <a:gd name="T0" fmla="*/ 68 w 48"/>
                <a:gd name="T1" fmla="*/ 0 h 33"/>
                <a:gd name="T2" fmla="*/ 357 w 48"/>
                <a:gd name="T3" fmla="*/ 166 h 33"/>
                <a:gd name="T4" fmla="*/ 442 w 48"/>
                <a:gd name="T5" fmla="*/ 305 h 33"/>
                <a:gd name="T6" fmla="*/ 366 w 48"/>
                <a:gd name="T7" fmla="*/ 330 h 33"/>
                <a:gd name="T8" fmla="*/ 272 w 48"/>
                <a:gd name="T9" fmla="*/ 386 h 33"/>
                <a:gd name="T10" fmla="*/ 334 w 48"/>
                <a:gd name="T11" fmla="*/ 316 h 33"/>
                <a:gd name="T12" fmla="*/ 272 w 48"/>
                <a:gd name="T13" fmla="*/ 202 h 33"/>
                <a:gd name="T14" fmla="*/ 128 w 48"/>
                <a:gd name="T15" fmla="*/ 118 h 33"/>
                <a:gd name="T16" fmla="*/ 0 w 48"/>
                <a:gd name="T17" fmla="*/ 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33">
                  <a:moveTo>
                    <a:pt x="7" y="0"/>
                  </a:moveTo>
                  <a:cubicBezTo>
                    <a:pt x="17" y="2"/>
                    <a:pt x="28" y="8"/>
                    <a:pt x="37" y="14"/>
                  </a:cubicBezTo>
                  <a:cubicBezTo>
                    <a:pt x="40" y="16"/>
                    <a:pt x="48" y="21"/>
                    <a:pt x="46" y="26"/>
                  </a:cubicBezTo>
                  <a:cubicBezTo>
                    <a:pt x="45" y="28"/>
                    <a:pt x="41" y="28"/>
                    <a:pt x="38" y="28"/>
                  </a:cubicBezTo>
                  <a:cubicBezTo>
                    <a:pt x="34" y="29"/>
                    <a:pt x="32" y="32"/>
                    <a:pt x="28" y="33"/>
                  </a:cubicBezTo>
                  <a:cubicBezTo>
                    <a:pt x="31" y="32"/>
                    <a:pt x="35" y="30"/>
                    <a:pt x="35" y="27"/>
                  </a:cubicBezTo>
                  <a:cubicBezTo>
                    <a:pt x="36" y="22"/>
                    <a:pt x="31" y="19"/>
                    <a:pt x="28" y="17"/>
                  </a:cubicBezTo>
                  <a:cubicBezTo>
                    <a:pt x="23" y="14"/>
                    <a:pt x="18" y="12"/>
                    <a:pt x="13" y="10"/>
                  </a:cubicBezTo>
                  <a:cubicBezTo>
                    <a:pt x="9" y="7"/>
                    <a:pt x="2" y="4"/>
                    <a:pt x="0" y="0"/>
                  </a:cubicBezTo>
                </a:path>
              </a:pathLst>
            </a:custGeom>
            <a:solidFill>
              <a:srgbClr val="F9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8" name="Freeform 61">
              <a:extLst>
                <a:ext uri="{FF2B5EF4-FFF2-40B4-BE49-F238E27FC236}">
                  <a16:creationId xmlns:a16="http://schemas.microsoft.com/office/drawing/2014/main" id="{C592D2E8-24F4-41D8-A869-8FE400558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494"/>
              <a:ext cx="94" cy="131"/>
            </a:xfrm>
            <a:custGeom>
              <a:avLst/>
              <a:gdLst>
                <a:gd name="T0" fmla="*/ 429 w 44"/>
                <a:gd name="T1" fmla="*/ 669 h 58"/>
                <a:gd name="T2" fmla="*/ 233 w 44"/>
                <a:gd name="T3" fmla="*/ 312 h 58"/>
                <a:gd name="T4" fmla="*/ 0 w 44"/>
                <a:gd name="T5" fmla="*/ 0 h 58"/>
                <a:gd name="T6" fmla="*/ 68 w 44"/>
                <a:gd name="T7" fmla="*/ 174 h 58"/>
                <a:gd name="T8" fmla="*/ 188 w 44"/>
                <a:gd name="T9" fmla="*/ 312 h 58"/>
                <a:gd name="T10" fmla="*/ 378 w 44"/>
                <a:gd name="T11" fmla="*/ 63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8">
                  <a:moveTo>
                    <a:pt x="44" y="58"/>
                  </a:moveTo>
                  <a:cubicBezTo>
                    <a:pt x="33" y="50"/>
                    <a:pt x="31" y="37"/>
                    <a:pt x="24" y="27"/>
                  </a:cubicBezTo>
                  <a:cubicBezTo>
                    <a:pt x="17" y="18"/>
                    <a:pt x="2" y="11"/>
                    <a:pt x="0" y="0"/>
                  </a:cubicBezTo>
                  <a:cubicBezTo>
                    <a:pt x="1" y="4"/>
                    <a:pt x="4" y="10"/>
                    <a:pt x="7" y="15"/>
                  </a:cubicBezTo>
                  <a:cubicBezTo>
                    <a:pt x="11" y="19"/>
                    <a:pt x="15" y="23"/>
                    <a:pt x="19" y="27"/>
                  </a:cubicBezTo>
                  <a:cubicBezTo>
                    <a:pt x="28" y="35"/>
                    <a:pt x="30" y="47"/>
                    <a:pt x="39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9" name="Freeform 62">
              <a:extLst>
                <a:ext uri="{FF2B5EF4-FFF2-40B4-BE49-F238E27FC236}">
                  <a16:creationId xmlns:a16="http://schemas.microsoft.com/office/drawing/2014/main" id="{16E16F01-C415-4F0B-B223-777689066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668"/>
              <a:ext cx="32" cy="48"/>
            </a:xfrm>
            <a:custGeom>
              <a:avLst/>
              <a:gdLst>
                <a:gd name="T0" fmla="*/ 137 w 15"/>
                <a:gd name="T1" fmla="*/ 251 h 21"/>
                <a:gd name="T2" fmla="*/ 0 w 15"/>
                <a:gd name="T3" fmla="*/ 0 h 21"/>
                <a:gd name="T4" fmla="*/ 49 w 15"/>
                <a:gd name="T5" fmla="*/ 130 h 21"/>
                <a:gd name="T6" fmla="*/ 128 w 15"/>
                <a:gd name="T7" fmla="*/ 25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4" y="21"/>
                  </a:moveTo>
                  <a:cubicBezTo>
                    <a:pt x="15" y="10"/>
                    <a:pt x="1" y="10"/>
                    <a:pt x="0" y="0"/>
                  </a:cubicBezTo>
                  <a:cubicBezTo>
                    <a:pt x="1" y="4"/>
                    <a:pt x="2" y="8"/>
                    <a:pt x="5" y="11"/>
                  </a:cubicBezTo>
                  <a:cubicBezTo>
                    <a:pt x="8" y="14"/>
                    <a:pt x="13" y="16"/>
                    <a:pt x="1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0" name="Freeform 63">
              <a:extLst>
                <a:ext uri="{FF2B5EF4-FFF2-40B4-BE49-F238E27FC236}">
                  <a16:creationId xmlns:a16="http://schemas.microsoft.com/office/drawing/2014/main" id="{67396698-1DD0-43D1-A8E5-EFB4FFF4D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594"/>
              <a:ext cx="38" cy="54"/>
            </a:xfrm>
            <a:custGeom>
              <a:avLst/>
              <a:gdLst>
                <a:gd name="T0" fmla="*/ 169 w 18"/>
                <a:gd name="T1" fmla="*/ 0 h 24"/>
                <a:gd name="T2" fmla="*/ 0 w 18"/>
                <a:gd name="T3" fmla="*/ 275 h 24"/>
                <a:gd name="T4" fmla="*/ 169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8" y="0"/>
                  </a:moveTo>
                  <a:cubicBezTo>
                    <a:pt x="11" y="5"/>
                    <a:pt x="5" y="1"/>
                    <a:pt x="0" y="24"/>
                  </a:cubicBezTo>
                  <a:cubicBezTo>
                    <a:pt x="3" y="2"/>
                    <a:pt x="4" y="5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1" name="Freeform 64">
              <a:extLst>
                <a:ext uri="{FF2B5EF4-FFF2-40B4-BE49-F238E27FC236}">
                  <a16:creationId xmlns:a16="http://schemas.microsoft.com/office/drawing/2014/main" id="{D7604C0A-3A12-4181-8660-F42A67116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430"/>
              <a:ext cx="34" cy="43"/>
            </a:xfrm>
            <a:custGeom>
              <a:avLst/>
              <a:gdLst>
                <a:gd name="T0" fmla="*/ 85 w 16"/>
                <a:gd name="T1" fmla="*/ 72 h 19"/>
                <a:gd name="T2" fmla="*/ 136 w 16"/>
                <a:gd name="T3" fmla="*/ 220 h 19"/>
                <a:gd name="T4" fmla="*/ 68 w 16"/>
                <a:gd name="T5" fmla="*/ 138 h 19"/>
                <a:gd name="T6" fmla="*/ 60 w 16"/>
                <a:gd name="T7" fmla="*/ 93 h 19"/>
                <a:gd name="T8" fmla="*/ 28 w 16"/>
                <a:gd name="T9" fmla="*/ 81 h 19"/>
                <a:gd name="T10" fmla="*/ 0 w 16"/>
                <a:gd name="T11" fmla="*/ 25 h 19"/>
                <a:gd name="T12" fmla="*/ 77 w 16"/>
                <a:gd name="T13" fmla="*/ 5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9" y="6"/>
                  </a:moveTo>
                  <a:cubicBezTo>
                    <a:pt x="12" y="9"/>
                    <a:pt x="16" y="15"/>
                    <a:pt x="14" y="19"/>
                  </a:cubicBezTo>
                  <a:cubicBezTo>
                    <a:pt x="12" y="18"/>
                    <a:pt x="8" y="14"/>
                    <a:pt x="7" y="12"/>
                  </a:cubicBezTo>
                  <a:cubicBezTo>
                    <a:pt x="7" y="11"/>
                    <a:pt x="7" y="10"/>
                    <a:pt x="6" y="8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2" y="5"/>
                    <a:pt x="1" y="4"/>
                    <a:pt x="0" y="2"/>
                  </a:cubicBezTo>
                  <a:cubicBezTo>
                    <a:pt x="2" y="0"/>
                    <a:pt x="6" y="4"/>
                    <a:pt x="8" y="5"/>
                  </a:cubicBezTo>
                </a:path>
              </a:pathLst>
            </a:custGeom>
            <a:solidFill>
              <a:srgbClr val="F9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2" name="Freeform 65">
              <a:extLst>
                <a:ext uri="{FF2B5EF4-FFF2-40B4-BE49-F238E27FC236}">
                  <a16:creationId xmlns:a16="http://schemas.microsoft.com/office/drawing/2014/main" id="{19A92C3A-37A1-44ED-838B-4F59600CE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507"/>
              <a:ext cx="87" cy="327"/>
            </a:xfrm>
            <a:custGeom>
              <a:avLst/>
              <a:gdLst>
                <a:gd name="T0" fmla="*/ 280 w 41"/>
                <a:gd name="T1" fmla="*/ 1687 h 144"/>
                <a:gd name="T2" fmla="*/ 297 w 41"/>
                <a:gd name="T3" fmla="*/ 1242 h 144"/>
                <a:gd name="T4" fmla="*/ 382 w 41"/>
                <a:gd name="T5" fmla="*/ 1031 h 144"/>
                <a:gd name="T6" fmla="*/ 325 w 41"/>
                <a:gd name="T7" fmla="*/ 795 h 144"/>
                <a:gd name="T8" fmla="*/ 136 w 41"/>
                <a:gd name="T9" fmla="*/ 397 h 144"/>
                <a:gd name="T10" fmla="*/ 76 w 41"/>
                <a:gd name="T11" fmla="*/ 0 h 144"/>
                <a:gd name="T12" fmla="*/ 36 w 41"/>
                <a:gd name="T13" fmla="*/ 386 h 144"/>
                <a:gd name="T14" fmla="*/ 28 w 41"/>
                <a:gd name="T15" fmla="*/ 690 h 144"/>
                <a:gd name="T16" fmla="*/ 144 w 41"/>
                <a:gd name="T17" fmla="*/ 1051 h 144"/>
                <a:gd name="T18" fmla="*/ 221 w 41"/>
                <a:gd name="T19" fmla="*/ 151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144">
                  <a:moveTo>
                    <a:pt x="29" y="144"/>
                  </a:moveTo>
                  <a:cubicBezTo>
                    <a:pt x="28" y="133"/>
                    <a:pt x="28" y="117"/>
                    <a:pt x="31" y="106"/>
                  </a:cubicBezTo>
                  <a:cubicBezTo>
                    <a:pt x="33" y="100"/>
                    <a:pt x="39" y="94"/>
                    <a:pt x="40" y="88"/>
                  </a:cubicBezTo>
                  <a:cubicBezTo>
                    <a:pt x="41" y="81"/>
                    <a:pt x="36" y="74"/>
                    <a:pt x="34" y="68"/>
                  </a:cubicBezTo>
                  <a:cubicBezTo>
                    <a:pt x="28" y="55"/>
                    <a:pt x="18" y="48"/>
                    <a:pt x="14" y="34"/>
                  </a:cubicBezTo>
                  <a:cubicBezTo>
                    <a:pt x="11" y="23"/>
                    <a:pt x="6" y="11"/>
                    <a:pt x="8" y="0"/>
                  </a:cubicBezTo>
                  <a:cubicBezTo>
                    <a:pt x="2" y="8"/>
                    <a:pt x="5" y="23"/>
                    <a:pt x="4" y="33"/>
                  </a:cubicBezTo>
                  <a:cubicBezTo>
                    <a:pt x="3" y="41"/>
                    <a:pt x="0" y="51"/>
                    <a:pt x="3" y="59"/>
                  </a:cubicBezTo>
                  <a:cubicBezTo>
                    <a:pt x="8" y="70"/>
                    <a:pt x="13" y="78"/>
                    <a:pt x="15" y="90"/>
                  </a:cubicBezTo>
                  <a:cubicBezTo>
                    <a:pt x="17" y="103"/>
                    <a:pt x="22" y="115"/>
                    <a:pt x="23" y="129"/>
                  </a:cubicBezTo>
                </a:path>
              </a:pathLst>
            </a:custGeom>
            <a:solidFill>
              <a:srgbClr val="F9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3" name="Freeform 66">
              <a:extLst>
                <a:ext uri="{FF2B5EF4-FFF2-40B4-BE49-F238E27FC236}">
                  <a16:creationId xmlns:a16="http://schemas.microsoft.com/office/drawing/2014/main" id="{1AF4FAD0-1D48-442A-A0E6-F6D26E75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310"/>
              <a:ext cx="489" cy="1325"/>
            </a:xfrm>
            <a:custGeom>
              <a:avLst/>
              <a:gdLst>
                <a:gd name="T0" fmla="*/ 940 w 230"/>
                <a:gd name="T1" fmla="*/ 6795 h 584"/>
                <a:gd name="T2" fmla="*/ 240 w 230"/>
                <a:gd name="T3" fmla="*/ 2126 h 584"/>
                <a:gd name="T4" fmla="*/ 9 w 230"/>
                <a:gd name="T5" fmla="*/ 1611 h 584"/>
                <a:gd name="T6" fmla="*/ 49 w 230"/>
                <a:gd name="T7" fmla="*/ 1271 h 584"/>
                <a:gd name="T8" fmla="*/ 128 w 230"/>
                <a:gd name="T9" fmla="*/ 855 h 584"/>
                <a:gd name="T10" fmla="*/ 325 w 230"/>
                <a:gd name="T11" fmla="*/ 581 h 584"/>
                <a:gd name="T12" fmla="*/ 529 w 230"/>
                <a:gd name="T13" fmla="*/ 617 h 584"/>
                <a:gd name="T14" fmla="*/ 665 w 230"/>
                <a:gd name="T15" fmla="*/ 864 h 584"/>
                <a:gd name="T16" fmla="*/ 887 w 230"/>
                <a:gd name="T17" fmla="*/ 783 h 584"/>
                <a:gd name="T18" fmla="*/ 1048 w 230"/>
                <a:gd name="T19" fmla="*/ 633 h 584"/>
                <a:gd name="T20" fmla="*/ 1171 w 230"/>
                <a:gd name="T21" fmla="*/ 293 h 584"/>
                <a:gd name="T22" fmla="*/ 1903 w 230"/>
                <a:gd name="T23" fmla="*/ 406 h 584"/>
                <a:gd name="T24" fmla="*/ 1922 w 230"/>
                <a:gd name="T25" fmla="*/ 1271 h 584"/>
                <a:gd name="T26" fmla="*/ 1605 w 230"/>
                <a:gd name="T27" fmla="*/ 1448 h 584"/>
                <a:gd name="T28" fmla="*/ 1269 w 230"/>
                <a:gd name="T29" fmla="*/ 1529 h 584"/>
                <a:gd name="T30" fmla="*/ 1161 w 230"/>
                <a:gd name="T31" fmla="*/ 1915 h 584"/>
                <a:gd name="T32" fmla="*/ 1269 w 230"/>
                <a:gd name="T33" fmla="*/ 2081 h 584"/>
                <a:gd name="T34" fmla="*/ 1248 w 230"/>
                <a:gd name="T35" fmla="*/ 2373 h 584"/>
                <a:gd name="T36" fmla="*/ 1125 w 230"/>
                <a:gd name="T37" fmla="*/ 2559 h 584"/>
                <a:gd name="T38" fmla="*/ 1261 w 230"/>
                <a:gd name="T39" fmla="*/ 4438 h 584"/>
                <a:gd name="T40" fmla="*/ 1605 w 230"/>
                <a:gd name="T41" fmla="*/ 6820 h 5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0" h="584">
                  <a:moveTo>
                    <a:pt x="98" y="582"/>
                  </a:moveTo>
                  <a:cubicBezTo>
                    <a:pt x="85" y="488"/>
                    <a:pt x="31" y="199"/>
                    <a:pt x="25" y="182"/>
                  </a:cubicBezTo>
                  <a:cubicBezTo>
                    <a:pt x="19" y="167"/>
                    <a:pt x="3" y="148"/>
                    <a:pt x="1" y="138"/>
                  </a:cubicBezTo>
                  <a:cubicBezTo>
                    <a:pt x="0" y="128"/>
                    <a:pt x="3" y="116"/>
                    <a:pt x="5" y="109"/>
                  </a:cubicBezTo>
                  <a:cubicBezTo>
                    <a:pt x="8" y="102"/>
                    <a:pt x="10" y="85"/>
                    <a:pt x="13" y="73"/>
                  </a:cubicBezTo>
                  <a:cubicBezTo>
                    <a:pt x="16" y="61"/>
                    <a:pt x="28" y="53"/>
                    <a:pt x="34" y="50"/>
                  </a:cubicBezTo>
                  <a:cubicBezTo>
                    <a:pt x="39" y="46"/>
                    <a:pt x="48" y="51"/>
                    <a:pt x="55" y="53"/>
                  </a:cubicBezTo>
                  <a:cubicBezTo>
                    <a:pt x="62" y="55"/>
                    <a:pt x="69" y="68"/>
                    <a:pt x="69" y="74"/>
                  </a:cubicBezTo>
                  <a:cubicBezTo>
                    <a:pt x="80" y="74"/>
                    <a:pt x="87" y="71"/>
                    <a:pt x="92" y="67"/>
                  </a:cubicBezTo>
                  <a:cubicBezTo>
                    <a:pt x="97" y="64"/>
                    <a:pt x="107" y="58"/>
                    <a:pt x="109" y="54"/>
                  </a:cubicBezTo>
                  <a:cubicBezTo>
                    <a:pt x="112" y="41"/>
                    <a:pt x="112" y="32"/>
                    <a:pt x="122" y="25"/>
                  </a:cubicBezTo>
                  <a:cubicBezTo>
                    <a:pt x="130" y="20"/>
                    <a:pt x="167" y="0"/>
                    <a:pt x="198" y="35"/>
                  </a:cubicBezTo>
                  <a:cubicBezTo>
                    <a:pt x="230" y="69"/>
                    <a:pt x="207" y="102"/>
                    <a:pt x="200" y="109"/>
                  </a:cubicBezTo>
                  <a:cubicBezTo>
                    <a:pt x="194" y="117"/>
                    <a:pt x="183" y="127"/>
                    <a:pt x="167" y="124"/>
                  </a:cubicBezTo>
                  <a:cubicBezTo>
                    <a:pt x="152" y="120"/>
                    <a:pt x="141" y="119"/>
                    <a:pt x="132" y="131"/>
                  </a:cubicBezTo>
                  <a:cubicBezTo>
                    <a:pt x="121" y="147"/>
                    <a:pt x="120" y="161"/>
                    <a:pt x="121" y="164"/>
                  </a:cubicBezTo>
                  <a:cubicBezTo>
                    <a:pt x="124" y="167"/>
                    <a:pt x="132" y="173"/>
                    <a:pt x="132" y="178"/>
                  </a:cubicBezTo>
                  <a:cubicBezTo>
                    <a:pt x="132" y="181"/>
                    <a:pt x="135" y="196"/>
                    <a:pt x="130" y="203"/>
                  </a:cubicBezTo>
                  <a:cubicBezTo>
                    <a:pt x="126" y="211"/>
                    <a:pt x="119" y="211"/>
                    <a:pt x="117" y="219"/>
                  </a:cubicBezTo>
                  <a:cubicBezTo>
                    <a:pt x="116" y="221"/>
                    <a:pt x="119" y="300"/>
                    <a:pt x="131" y="380"/>
                  </a:cubicBezTo>
                  <a:cubicBezTo>
                    <a:pt x="142" y="462"/>
                    <a:pt x="163" y="544"/>
                    <a:pt x="167" y="58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4" name="Freeform 67">
              <a:extLst>
                <a:ext uri="{FF2B5EF4-FFF2-40B4-BE49-F238E27FC236}">
                  <a16:creationId xmlns:a16="http://schemas.microsoft.com/office/drawing/2014/main" id="{6D99500A-5494-4320-8B4E-13D5C702A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487"/>
              <a:ext cx="89" cy="131"/>
            </a:xfrm>
            <a:custGeom>
              <a:avLst/>
              <a:gdLst>
                <a:gd name="T0" fmla="*/ 401 w 42"/>
                <a:gd name="T1" fmla="*/ 669 h 58"/>
                <a:gd name="T2" fmla="*/ 288 w 42"/>
                <a:gd name="T3" fmla="*/ 438 h 58"/>
                <a:gd name="T4" fmla="*/ 68 w 42"/>
                <a:gd name="T5" fmla="*/ 138 h 58"/>
                <a:gd name="T6" fmla="*/ 0 w 42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8">
                  <a:moveTo>
                    <a:pt x="42" y="58"/>
                  </a:moveTo>
                  <a:cubicBezTo>
                    <a:pt x="36" y="51"/>
                    <a:pt x="31" y="43"/>
                    <a:pt x="30" y="38"/>
                  </a:cubicBezTo>
                  <a:cubicBezTo>
                    <a:pt x="28" y="30"/>
                    <a:pt x="14" y="17"/>
                    <a:pt x="7" y="12"/>
                  </a:cubicBezTo>
                  <a:cubicBezTo>
                    <a:pt x="2" y="8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5" name="Freeform 68">
              <a:extLst>
                <a:ext uri="{FF2B5EF4-FFF2-40B4-BE49-F238E27FC236}">
                  <a16:creationId xmlns:a16="http://schemas.microsoft.com/office/drawing/2014/main" id="{09471746-B669-4716-A619-DA1A4B198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448"/>
              <a:ext cx="36" cy="30"/>
            </a:xfrm>
            <a:custGeom>
              <a:avLst/>
              <a:gdLst>
                <a:gd name="T0" fmla="*/ 0 w 17"/>
                <a:gd name="T1" fmla="*/ 0 h 13"/>
                <a:gd name="T2" fmla="*/ 161 w 17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0" y="3"/>
                    <a:pt x="8" y="13"/>
                    <a:pt x="17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6" name="Freeform 69">
              <a:extLst>
                <a:ext uri="{FF2B5EF4-FFF2-40B4-BE49-F238E27FC236}">
                  <a16:creationId xmlns:a16="http://schemas.microsoft.com/office/drawing/2014/main" id="{B81184FA-218B-416C-8384-DFE972914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807"/>
              <a:ext cx="21" cy="54"/>
            </a:xfrm>
            <a:custGeom>
              <a:avLst/>
              <a:gdLst>
                <a:gd name="T0" fmla="*/ 92 w 10"/>
                <a:gd name="T1" fmla="*/ 0 h 24"/>
                <a:gd name="T2" fmla="*/ 0 w 10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10" y="0"/>
                  </a:moveTo>
                  <a:cubicBezTo>
                    <a:pt x="9" y="1"/>
                    <a:pt x="3" y="10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7" name="Freeform 70">
              <a:extLst>
                <a:ext uri="{FF2B5EF4-FFF2-40B4-BE49-F238E27FC236}">
                  <a16:creationId xmlns:a16="http://schemas.microsoft.com/office/drawing/2014/main" id="{75703AAA-A013-4580-8A43-6CCF4671F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310"/>
              <a:ext cx="257" cy="288"/>
            </a:xfrm>
            <a:custGeom>
              <a:avLst/>
              <a:gdLst>
                <a:gd name="T0" fmla="*/ 17 w 121"/>
                <a:gd name="T1" fmla="*/ 678 h 127"/>
                <a:gd name="T2" fmla="*/ 0 w 121"/>
                <a:gd name="T3" fmla="*/ 617 h 127"/>
                <a:gd name="T4" fmla="*/ 125 w 121"/>
                <a:gd name="T5" fmla="*/ 293 h 127"/>
                <a:gd name="T6" fmla="*/ 852 w 121"/>
                <a:gd name="T7" fmla="*/ 406 h 127"/>
                <a:gd name="T8" fmla="*/ 871 w 121"/>
                <a:gd name="T9" fmla="*/ 1270 h 127"/>
                <a:gd name="T10" fmla="*/ 554 w 121"/>
                <a:gd name="T11" fmla="*/ 1445 h 127"/>
                <a:gd name="T12" fmla="*/ 554 w 121"/>
                <a:gd name="T13" fmla="*/ 1445 h 127"/>
                <a:gd name="T14" fmla="*/ 529 w 121"/>
                <a:gd name="T15" fmla="*/ 1388 h 127"/>
                <a:gd name="T16" fmla="*/ 384 w 121"/>
                <a:gd name="T17" fmla="*/ 1157 h 127"/>
                <a:gd name="T18" fmla="*/ 96 w 121"/>
                <a:gd name="T19" fmla="*/ 977 h 127"/>
                <a:gd name="T20" fmla="*/ 17 w 121"/>
                <a:gd name="T21" fmla="*/ 678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27">
                  <a:moveTo>
                    <a:pt x="2" y="58"/>
                  </a:moveTo>
                  <a:cubicBezTo>
                    <a:pt x="2" y="58"/>
                    <a:pt x="1" y="57"/>
                    <a:pt x="0" y="53"/>
                  </a:cubicBezTo>
                  <a:cubicBezTo>
                    <a:pt x="3" y="40"/>
                    <a:pt x="4" y="32"/>
                    <a:pt x="13" y="25"/>
                  </a:cubicBezTo>
                  <a:cubicBezTo>
                    <a:pt x="21" y="20"/>
                    <a:pt x="58" y="0"/>
                    <a:pt x="89" y="35"/>
                  </a:cubicBezTo>
                  <a:cubicBezTo>
                    <a:pt x="121" y="69"/>
                    <a:pt x="98" y="102"/>
                    <a:pt x="91" y="109"/>
                  </a:cubicBezTo>
                  <a:cubicBezTo>
                    <a:pt x="85" y="117"/>
                    <a:pt x="74" y="127"/>
                    <a:pt x="58" y="124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7" y="123"/>
                    <a:pt x="55" y="122"/>
                    <a:pt x="55" y="119"/>
                  </a:cubicBezTo>
                  <a:cubicBezTo>
                    <a:pt x="55" y="110"/>
                    <a:pt x="46" y="104"/>
                    <a:pt x="40" y="99"/>
                  </a:cubicBezTo>
                  <a:cubicBezTo>
                    <a:pt x="33" y="94"/>
                    <a:pt x="21" y="92"/>
                    <a:pt x="10" y="84"/>
                  </a:cubicBezTo>
                  <a:cubicBezTo>
                    <a:pt x="0" y="76"/>
                    <a:pt x="2" y="66"/>
                    <a:pt x="2" y="58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8" name="Freeform 71">
              <a:extLst>
                <a:ext uri="{FF2B5EF4-FFF2-40B4-BE49-F238E27FC236}">
                  <a16:creationId xmlns:a16="http://schemas.microsoft.com/office/drawing/2014/main" id="{1BBD8151-0AC4-4F95-B018-FD848ABA4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657"/>
              <a:ext cx="17" cy="27"/>
            </a:xfrm>
            <a:custGeom>
              <a:avLst/>
              <a:gdLst>
                <a:gd name="T0" fmla="*/ 0 w 8"/>
                <a:gd name="T1" fmla="*/ 0 h 12"/>
                <a:gd name="T2" fmla="*/ 77 w 8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1" y="3"/>
                    <a:pt x="4" y="9"/>
                    <a:pt x="8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9" name="Freeform 72">
              <a:extLst>
                <a:ext uri="{FF2B5EF4-FFF2-40B4-BE49-F238E27FC236}">
                  <a16:creationId xmlns:a16="http://schemas.microsoft.com/office/drawing/2014/main" id="{DFB03608-1CCF-4D59-994F-5553141DA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614"/>
              <a:ext cx="87" cy="220"/>
            </a:xfrm>
            <a:custGeom>
              <a:avLst/>
              <a:gdLst>
                <a:gd name="T0" fmla="*/ 85 w 41"/>
                <a:gd name="T1" fmla="*/ 93 h 97"/>
                <a:gd name="T2" fmla="*/ 316 w 41"/>
                <a:gd name="T3" fmla="*/ 596 h 97"/>
                <a:gd name="T4" fmla="*/ 76 w 41"/>
                <a:gd name="T5" fmla="*/ 1132 h 97"/>
                <a:gd name="T6" fmla="*/ 59 w 41"/>
                <a:gd name="T7" fmla="*/ 771 h 97"/>
                <a:gd name="T8" fmla="*/ 95 w 41"/>
                <a:gd name="T9" fmla="*/ 560 h 97"/>
                <a:gd name="T10" fmla="*/ 0 w 41"/>
                <a:gd name="T11" fmla="*/ 256 h 97"/>
                <a:gd name="T12" fmla="*/ 49 w 41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97">
                  <a:moveTo>
                    <a:pt x="9" y="8"/>
                  </a:moveTo>
                  <a:cubicBezTo>
                    <a:pt x="9" y="28"/>
                    <a:pt x="27" y="35"/>
                    <a:pt x="33" y="51"/>
                  </a:cubicBezTo>
                  <a:cubicBezTo>
                    <a:pt x="41" y="76"/>
                    <a:pt x="4" y="77"/>
                    <a:pt x="8" y="97"/>
                  </a:cubicBezTo>
                  <a:cubicBezTo>
                    <a:pt x="10" y="87"/>
                    <a:pt x="4" y="77"/>
                    <a:pt x="6" y="66"/>
                  </a:cubicBezTo>
                  <a:cubicBezTo>
                    <a:pt x="6" y="60"/>
                    <a:pt x="10" y="54"/>
                    <a:pt x="10" y="48"/>
                  </a:cubicBezTo>
                  <a:cubicBezTo>
                    <a:pt x="10" y="39"/>
                    <a:pt x="0" y="31"/>
                    <a:pt x="0" y="22"/>
                  </a:cubicBezTo>
                  <a:cubicBezTo>
                    <a:pt x="0" y="14"/>
                    <a:pt x="5" y="8"/>
                    <a:pt x="5" y="0"/>
                  </a:cubicBezTo>
                </a:path>
              </a:pathLst>
            </a:custGeom>
            <a:solidFill>
              <a:srgbClr val="F9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0" name="Freeform 73">
              <a:extLst>
                <a:ext uri="{FF2B5EF4-FFF2-40B4-BE49-F238E27FC236}">
                  <a16:creationId xmlns:a16="http://schemas.microsoft.com/office/drawing/2014/main" id="{2E5570B0-8038-4FA7-BDBA-67328C0D3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346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1" name="Freeform 74">
              <a:extLst>
                <a:ext uri="{FF2B5EF4-FFF2-40B4-BE49-F238E27FC236}">
                  <a16:creationId xmlns:a16="http://schemas.microsoft.com/office/drawing/2014/main" id="{A7F78059-0F3F-4623-A8D3-6E5589392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215"/>
              <a:ext cx="706" cy="599"/>
            </a:xfrm>
            <a:custGeom>
              <a:avLst/>
              <a:gdLst>
                <a:gd name="T0" fmla="*/ 1401 w 332"/>
                <a:gd name="T1" fmla="*/ 0 h 264"/>
                <a:gd name="T2" fmla="*/ 1416 w 332"/>
                <a:gd name="T3" fmla="*/ 304 h 264"/>
                <a:gd name="T4" fmla="*/ 1520 w 332"/>
                <a:gd name="T5" fmla="*/ 560 h 264"/>
                <a:gd name="T6" fmla="*/ 1799 w 332"/>
                <a:gd name="T7" fmla="*/ 783 h 264"/>
                <a:gd name="T8" fmla="*/ 1876 w 332"/>
                <a:gd name="T9" fmla="*/ 1051 h 264"/>
                <a:gd name="T10" fmla="*/ 2022 w 332"/>
                <a:gd name="T11" fmla="*/ 1214 h 264"/>
                <a:gd name="T12" fmla="*/ 2569 w 332"/>
                <a:gd name="T13" fmla="*/ 1380 h 264"/>
                <a:gd name="T14" fmla="*/ 2577 w 332"/>
                <a:gd name="T15" fmla="*/ 1380 h 264"/>
                <a:gd name="T16" fmla="*/ 2979 w 332"/>
                <a:gd name="T17" fmla="*/ 1668 h 264"/>
                <a:gd name="T18" fmla="*/ 2971 w 332"/>
                <a:gd name="T19" fmla="*/ 1777 h 264"/>
                <a:gd name="T20" fmla="*/ 3088 w 332"/>
                <a:gd name="T21" fmla="*/ 1951 h 264"/>
                <a:gd name="T22" fmla="*/ 3192 w 332"/>
                <a:gd name="T23" fmla="*/ 2171 h 264"/>
                <a:gd name="T24" fmla="*/ 2682 w 332"/>
                <a:gd name="T25" fmla="*/ 2559 h 264"/>
                <a:gd name="T26" fmla="*/ 2107 w 332"/>
                <a:gd name="T27" fmla="*/ 3083 h 264"/>
                <a:gd name="T28" fmla="*/ 1193 w 332"/>
                <a:gd name="T29" fmla="*/ 2616 h 264"/>
                <a:gd name="T30" fmla="*/ 1031 w 332"/>
                <a:gd name="T31" fmla="*/ 1997 h 264"/>
                <a:gd name="T32" fmla="*/ 914 w 332"/>
                <a:gd name="T33" fmla="*/ 1895 h 264"/>
                <a:gd name="T34" fmla="*/ 587 w 332"/>
                <a:gd name="T35" fmla="*/ 1286 h 264"/>
                <a:gd name="T36" fmla="*/ 453 w 332"/>
                <a:gd name="T37" fmla="*/ 681 h 264"/>
                <a:gd name="T38" fmla="*/ 257 w 332"/>
                <a:gd name="T39" fmla="*/ 551 h 264"/>
                <a:gd name="T40" fmla="*/ 164 w 332"/>
                <a:gd name="T41" fmla="*/ 386 h 264"/>
                <a:gd name="T42" fmla="*/ 0 w 332"/>
                <a:gd name="T43" fmla="*/ 0 h 26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32" h="264">
                  <a:moveTo>
                    <a:pt x="146" y="0"/>
                  </a:moveTo>
                  <a:cubicBezTo>
                    <a:pt x="146" y="11"/>
                    <a:pt x="146" y="19"/>
                    <a:pt x="147" y="26"/>
                  </a:cubicBezTo>
                  <a:cubicBezTo>
                    <a:pt x="149" y="37"/>
                    <a:pt x="153" y="41"/>
                    <a:pt x="158" y="48"/>
                  </a:cubicBezTo>
                  <a:cubicBezTo>
                    <a:pt x="161" y="52"/>
                    <a:pt x="184" y="64"/>
                    <a:pt x="187" y="67"/>
                  </a:cubicBezTo>
                  <a:cubicBezTo>
                    <a:pt x="196" y="72"/>
                    <a:pt x="192" y="84"/>
                    <a:pt x="195" y="90"/>
                  </a:cubicBezTo>
                  <a:cubicBezTo>
                    <a:pt x="198" y="99"/>
                    <a:pt x="207" y="102"/>
                    <a:pt x="210" y="104"/>
                  </a:cubicBezTo>
                  <a:cubicBezTo>
                    <a:pt x="238" y="115"/>
                    <a:pt x="253" y="115"/>
                    <a:pt x="267" y="118"/>
                  </a:cubicBezTo>
                  <a:cubicBezTo>
                    <a:pt x="267" y="118"/>
                    <a:pt x="267" y="118"/>
                    <a:pt x="268" y="118"/>
                  </a:cubicBezTo>
                  <a:cubicBezTo>
                    <a:pt x="276" y="134"/>
                    <a:pt x="301" y="141"/>
                    <a:pt x="310" y="143"/>
                  </a:cubicBezTo>
                  <a:cubicBezTo>
                    <a:pt x="318" y="146"/>
                    <a:pt x="308" y="143"/>
                    <a:pt x="309" y="152"/>
                  </a:cubicBezTo>
                  <a:cubicBezTo>
                    <a:pt x="311" y="160"/>
                    <a:pt x="320" y="157"/>
                    <a:pt x="321" y="167"/>
                  </a:cubicBezTo>
                  <a:cubicBezTo>
                    <a:pt x="323" y="176"/>
                    <a:pt x="327" y="182"/>
                    <a:pt x="332" y="186"/>
                  </a:cubicBezTo>
                  <a:cubicBezTo>
                    <a:pt x="320" y="193"/>
                    <a:pt x="296" y="191"/>
                    <a:pt x="279" y="219"/>
                  </a:cubicBezTo>
                  <a:cubicBezTo>
                    <a:pt x="262" y="247"/>
                    <a:pt x="237" y="262"/>
                    <a:pt x="219" y="264"/>
                  </a:cubicBezTo>
                  <a:cubicBezTo>
                    <a:pt x="192" y="263"/>
                    <a:pt x="137" y="254"/>
                    <a:pt x="124" y="224"/>
                  </a:cubicBezTo>
                  <a:cubicBezTo>
                    <a:pt x="111" y="194"/>
                    <a:pt x="108" y="175"/>
                    <a:pt x="107" y="171"/>
                  </a:cubicBezTo>
                  <a:cubicBezTo>
                    <a:pt x="104" y="171"/>
                    <a:pt x="95" y="173"/>
                    <a:pt x="95" y="162"/>
                  </a:cubicBezTo>
                  <a:cubicBezTo>
                    <a:pt x="94" y="150"/>
                    <a:pt x="71" y="132"/>
                    <a:pt x="61" y="110"/>
                  </a:cubicBezTo>
                  <a:cubicBezTo>
                    <a:pt x="45" y="73"/>
                    <a:pt x="50" y="58"/>
                    <a:pt x="47" y="58"/>
                  </a:cubicBezTo>
                  <a:cubicBezTo>
                    <a:pt x="44" y="54"/>
                    <a:pt x="32" y="51"/>
                    <a:pt x="27" y="47"/>
                  </a:cubicBezTo>
                  <a:cubicBezTo>
                    <a:pt x="23" y="42"/>
                    <a:pt x="21" y="36"/>
                    <a:pt x="17" y="33"/>
                  </a:cubicBezTo>
                  <a:cubicBezTo>
                    <a:pt x="4" y="21"/>
                    <a:pt x="6" y="12"/>
                    <a:pt x="0" y="0"/>
                  </a:cubicBezTo>
                </a:path>
              </a:pathLst>
            </a:custGeom>
            <a:solidFill>
              <a:srgbClr val="FA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2" name="Line 75">
              <a:extLst>
                <a:ext uri="{FF2B5EF4-FFF2-40B4-BE49-F238E27FC236}">
                  <a16:creationId xmlns:a16="http://schemas.microsoft.com/office/drawing/2014/main" id="{0E4FB8F8-5B85-45F5-AAA2-18CCFD7040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94" y="2210"/>
              <a:ext cx="348" cy="1"/>
            </a:xfrm>
            <a:prstGeom prst="line">
              <a:avLst/>
            </a:prstGeom>
            <a:noFill/>
            <a:ln w="12700">
              <a:solidFill>
                <a:srgbClr val="FCE4D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3" name="Line 76">
              <a:extLst>
                <a:ext uri="{FF2B5EF4-FFF2-40B4-BE49-F238E27FC236}">
                  <a16:creationId xmlns:a16="http://schemas.microsoft.com/office/drawing/2014/main" id="{B93FBFD1-112C-4891-8137-7CE6FC81B8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94" y="2222"/>
              <a:ext cx="348" cy="1"/>
            </a:xfrm>
            <a:prstGeom prst="line">
              <a:avLst/>
            </a:prstGeom>
            <a:noFill/>
            <a:ln w="12700">
              <a:solidFill>
                <a:srgbClr val="FCE4D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4" name="Line 77">
              <a:extLst>
                <a:ext uri="{FF2B5EF4-FFF2-40B4-BE49-F238E27FC236}">
                  <a16:creationId xmlns:a16="http://schemas.microsoft.com/office/drawing/2014/main" id="{CD59610C-69FD-48B9-82AC-CA3AE1035B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94" y="2237"/>
              <a:ext cx="348" cy="1"/>
            </a:xfrm>
            <a:prstGeom prst="line">
              <a:avLst/>
            </a:prstGeom>
            <a:noFill/>
            <a:ln w="12700">
              <a:solidFill>
                <a:srgbClr val="FCE4D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5" name="Line 78">
              <a:extLst>
                <a:ext uri="{FF2B5EF4-FFF2-40B4-BE49-F238E27FC236}">
                  <a16:creationId xmlns:a16="http://schemas.microsoft.com/office/drawing/2014/main" id="{B05A0BDD-E85D-4A89-8A24-5A4A0D152B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15" y="2256"/>
              <a:ext cx="349" cy="1"/>
            </a:xfrm>
            <a:prstGeom prst="line">
              <a:avLst/>
            </a:prstGeom>
            <a:noFill/>
            <a:ln w="12700">
              <a:solidFill>
                <a:srgbClr val="FCE4D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6" name="Freeform 79">
              <a:extLst>
                <a:ext uri="{FF2B5EF4-FFF2-40B4-BE49-F238E27FC236}">
                  <a16:creationId xmlns:a16="http://schemas.microsoft.com/office/drawing/2014/main" id="{1A955637-1F20-4B19-9F3F-7466F4A2C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419"/>
              <a:ext cx="76" cy="125"/>
            </a:xfrm>
            <a:custGeom>
              <a:avLst/>
              <a:gdLst>
                <a:gd name="T0" fmla="*/ 338 w 36"/>
                <a:gd name="T1" fmla="*/ 0 h 55"/>
                <a:gd name="T2" fmla="*/ 0 w 36"/>
                <a:gd name="T3" fmla="*/ 645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5">
                  <a:moveTo>
                    <a:pt x="36" y="0"/>
                  </a:moveTo>
                  <a:cubicBezTo>
                    <a:pt x="34" y="16"/>
                    <a:pt x="9" y="29"/>
                    <a:pt x="0" y="5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7" name="Freeform 80">
              <a:extLst>
                <a:ext uri="{FF2B5EF4-FFF2-40B4-BE49-F238E27FC236}">
                  <a16:creationId xmlns:a16="http://schemas.microsoft.com/office/drawing/2014/main" id="{1FF30FEA-3E08-4372-AE7C-B6970FB71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594"/>
              <a:ext cx="45" cy="9"/>
            </a:xfrm>
            <a:custGeom>
              <a:avLst/>
              <a:gdLst>
                <a:gd name="T0" fmla="*/ 206 w 21"/>
                <a:gd name="T1" fmla="*/ 0 h 4"/>
                <a:gd name="T2" fmla="*/ 0 w 2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">
                  <a:moveTo>
                    <a:pt x="21" y="0"/>
                  </a:moveTo>
                  <a:cubicBezTo>
                    <a:pt x="11" y="4"/>
                    <a:pt x="0" y="4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8" name="Freeform 81">
              <a:extLst>
                <a:ext uri="{FF2B5EF4-FFF2-40B4-BE49-F238E27FC236}">
                  <a16:creationId xmlns:a16="http://schemas.microsoft.com/office/drawing/2014/main" id="{00AF134B-0803-49EC-85DD-B97138FB5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512"/>
              <a:ext cx="194" cy="168"/>
            </a:xfrm>
            <a:custGeom>
              <a:avLst/>
              <a:gdLst>
                <a:gd name="T0" fmla="*/ 678 w 91"/>
                <a:gd name="T1" fmla="*/ 118 h 74"/>
                <a:gd name="T2" fmla="*/ 128 w 91"/>
                <a:gd name="T3" fmla="*/ 45 h 74"/>
                <a:gd name="T4" fmla="*/ 104 w 91"/>
                <a:gd name="T5" fmla="*/ 45 h 74"/>
                <a:gd name="T6" fmla="*/ 145 w 91"/>
                <a:gd name="T7" fmla="*/ 552 h 74"/>
                <a:gd name="T8" fmla="*/ 531 w 91"/>
                <a:gd name="T9" fmla="*/ 831 h 74"/>
                <a:gd name="T10" fmla="*/ 795 w 91"/>
                <a:gd name="T11" fmla="*/ 434 h 74"/>
                <a:gd name="T12" fmla="*/ 678 w 91"/>
                <a:gd name="T13" fmla="*/ 118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74">
                  <a:moveTo>
                    <a:pt x="70" y="10"/>
                  </a:moveTo>
                  <a:cubicBezTo>
                    <a:pt x="52" y="0"/>
                    <a:pt x="31" y="1"/>
                    <a:pt x="13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0" y="21"/>
                    <a:pt x="8" y="32"/>
                    <a:pt x="15" y="47"/>
                  </a:cubicBezTo>
                  <a:cubicBezTo>
                    <a:pt x="24" y="67"/>
                    <a:pt x="49" y="74"/>
                    <a:pt x="55" y="71"/>
                  </a:cubicBezTo>
                  <a:cubicBezTo>
                    <a:pt x="63" y="68"/>
                    <a:pt x="75" y="51"/>
                    <a:pt x="82" y="37"/>
                  </a:cubicBezTo>
                  <a:cubicBezTo>
                    <a:pt x="91" y="22"/>
                    <a:pt x="75" y="13"/>
                    <a:pt x="70" y="10"/>
                  </a:cubicBezTo>
                  <a:close/>
                </a:path>
              </a:pathLst>
            </a:custGeom>
            <a:solidFill>
              <a:srgbClr val="FCE4D9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859" name="Freeform 82">
              <a:extLst>
                <a:ext uri="{FF2B5EF4-FFF2-40B4-BE49-F238E27FC236}">
                  <a16:creationId xmlns:a16="http://schemas.microsoft.com/office/drawing/2014/main" id="{3EB55198-6598-49E2-9468-53FC90286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596"/>
              <a:ext cx="296" cy="193"/>
            </a:xfrm>
            <a:custGeom>
              <a:avLst/>
              <a:gdLst>
                <a:gd name="T0" fmla="*/ 1342 w 139"/>
                <a:gd name="T1" fmla="*/ 654 h 85"/>
                <a:gd name="T2" fmla="*/ 571 w 139"/>
                <a:gd name="T3" fmla="*/ 865 h 85"/>
                <a:gd name="T4" fmla="*/ 153 w 139"/>
                <a:gd name="T5" fmla="*/ 654 h 85"/>
                <a:gd name="T6" fmla="*/ 0 w 139"/>
                <a:gd name="T7" fmla="*/ 118 h 85"/>
                <a:gd name="T8" fmla="*/ 249 w 139"/>
                <a:gd name="T9" fmla="*/ 0 h 85"/>
                <a:gd name="T10" fmla="*/ 522 w 139"/>
                <a:gd name="T11" fmla="*/ 633 h 85"/>
                <a:gd name="T12" fmla="*/ 1120 w 139"/>
                <a:gd name="T13" fmla="*/ 747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85">
                  <a:moveTo>
                    <a:pt x="139" y="56"/>
                  </a:moveTo>
                  <a:cubicBezTo>
                    <a:pt x="116" y="84"/>
                    <a:pt x="92" y="85"/>
                    <a:pt x="59" y="74"/>
                  </a:cubicBezTo>
                  <a:cubicBezTo>
                    <a:pt x="45" y="70"/>
                    <a:pt x="27" y="67"/>
                    <a:pt x="16" y="56"/>
                  </a:cubicBezTo>
                  <a:cubicBezTo>
                    <a:pt x="4" y="44"/>
                    <a:pt x="3" y="25"/>
                    <a:pt x="0" y="10"/>
                  </a:cubicBezTo>
                  <a:cubicBezTo>
                    <a:pt x="7" y="3"/>
                    <a:pt x="17" y="2"/>
                    <a:pt x="26" y="0"/>
                  </a:cubicBezTo>
                  <a:cubicBezTo>
                    <a:pt x="26" y="21"/>
                    <a:pt x="35" y="40"/>
                    <a:pt x="54" y="54"/>
                  </a:cubicBezTo>
                  <a:cubicBezTo>
                    <a:pt x="66" y="63"/>
                    <a:pt x="101" y="69"/>
                    <a:pt x="116" y="64"/>
                  </a:cubicBezTo>
                </a:path>
              </a:pathLst>
            </a:custGeom>
            <a:solidFill>
              <a:srgbClr val="F9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0" name="Freeform 83">
              <a:extLst>
                <a:ext uri="{FF2B5EF4-FFF2-40B4-BE49-F238E27FC236}">
                  <a16:creationId xmlns:a16="http://schemas.microsoft.com/office/drawing/2014/main" id="{BA38E2D8-F095-475A-A562-F7405D5B5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446"/>
              <a:ext cx="247" cy="129"/>
            </a:xfrm>
            <a:custGeom>
              <a:avLst/>
              <a:gdLst>
                <a:gd name="T0" fmla="*/ 762 w 116"/>
                <a:gd name="T1" fmla="*/ 267 h 57"/>
                <a:gd name="T2" fmla="*/ 1120 w 116"/>
                <a:gd name="T3" fmla="*/ 543 h 57"/>
                <a:gd name="T4" fmla="*/ 647 w 116"/>
                <a:gd name="T5" fmla="*/ 604 h 57"/>
                <a:gd name="T6" fmla="*/ 0 w 116"/>
                <a:gd name="T7" fmla="*/ 210 h 57"/>
                <a:gd name="T8" fmla="*/ 349 w 116"/>
                <a:gd name="T9" fmla="*/ 138 h 57"/>
                <a:gd name="T10" fmla="*/ 715 w 116"/>
                <a:gd name="T11" fmla="*/ 256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57">
                  <a:moveTo>
                    <a:pt x="79" y="23"/>
                  </a:moveTo>
                  <a:cubicBezTo>
                    <a:pt x="85" y="30"/>
                    <a:pt x="116" y="41"/>
                    <a:pt x="116" y="47"/>
                  </a:cubicBezTo>
                  <a:cubicBezTo>
                    <a:pt x="116" y="57"/>
                    <a:pt x="77" y="37"/>
                    <a:pt x="67" y="52"/>
                  </a:cubicBezTo>
                  <a:cubicBezTo>
                    <a:pt x="56" y="24"/>
                    <a:pt x="24" y="24"/>
                    <a:pt x="0" y="18"/>
                  </a:cubicBezTo>
                  <a:cubicBezTo>
                    <a:pt x="13" y="0"/>
                    <a:pt x="16" y="6"/>
                    <a:pt x="36" y="12"/>
                  </a:cubicBezTo>
                  <a:cubicBezTo>
                    <a:pt x="48" y="16"/>
                    <a:pt x="63" y="20"/>
                    <a:pt x="74" y="22"/>
                  </a:cubicBezTo>
                </a:path>
              </a:pathLst>
            </a:custGeom>
            <a:solidFill>
              <a:srgbClr val="F9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1" name="Freeform 84">
              <a:extLst>
                <a:ext uri="{FF2B5EF4-FFF2-40B4-BE49-F238E27FC236}">
                  <a16:creationId xmlns:a16="http://schemas.microsoft.com/office/drawing/2014/main" id="{8E32EBC7-27C8-4E72-99F2-FD5D539DE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521"/>
              <a:ext cx="185" cy="152"/>
            </a:xfrm>
            <a:custGeom>
              <a:avLst/>
              <a:gdLst>
                <a:gd name="T0" fmla="*/ 623 w 87"/>
                <a:gd name="T1" fmla="*/ 118 h 67"/>
                <a:gd name="T2" fmla="*/ 778 w 87"/>
                <a:gd name="T3" fmla="*/ 560 h 67"/>
                <a:gd name="T4" fmla="*/ 615 w 87"/>
                <a:gd name="T5" fmla="*/ 597 h 67"/>
                <a:gd name="T6" fmla="*/ 393 w 87"/>
                <a:gd name="T7" fmla="*/ 783 h 67"/>
                <a:gd name="T8" fmla="*/ 298 w 87"/>
                <a:gd name="T9" fmla="*/ 329 h 67"/>
                <a:gd name="T10" fmla="*/ 0 w 87"/>
                <a:gd name="T11" fmla="*/ 0 h 67"/>
                <a:gd name="T12" fmla="*/ 213 w 87"/>
                <a:gd name="T13" fmla="*/ 36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67">
                  <a:moveTo>
                    <a:pt x="65" y="10"/>
                  </a:moveTo>
                  <a:cubicBezTo>
                    <a:pt x="58" y="25"/>
                    <a:pt x="87" y="36"/>
                    <a:pt x="81" y="48"/>
                  </a:cubicBezTo>
                  <a:cubicBezTo>
                    <a:pt x="79" y="53"/>
                    <a:pt x="68" y="49"/>
                    <a:pt x="64" y="51"/>
                  </a:cubicBezTo>
                  <a:cubicBezTo>
                    <a:pt x="55" y="55"/>
                    <a:pt x="49" y="62"/>
                    <a:pt x="41" y="67"/>
                  </a:cubicBezTo>
                  <a:cubicBezTo>
                    <a:pt x="45" y="49"/>
                    <a:pt x="48" y="40"/>
                    <a:pt x="31" y="28"/>
                  </a:cubicBezTo>
                  <a:cubicBezTo>
                    <a:pt x="18" y="18"/>
                    <a:pt x="7" y="16"/>
                    <a:pt x="0" y="0"/>
                  </a:cubicBezTo>
                  <a:cubicBezTo>
                    <a:pt x="6" y="4"/>
                    <a:pt x="14" y="4"/>
                    <a:pt x="22" y="3"/>
                  </a:cubicBezTo>
                </a:path>
              </a:pathLst>
            </a:custGeom>
            <a:solidFill>
              <a:srgbClr val="F9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2" name="Freeform 85">
              <a:extLst>
                <a:ext uri="{FF2B5EF4-FFF2-40B4-BE49-F238E27FC236}">
                  <a16:creationId xmlns:a16="http://schemas.microsoft.com/office/drawing/2014/main" id="{BDE026BB-E2B0-4D8B-B6AA-0F7035F59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609"/>
              <a:ext cx="136" cy="159"/>
            </a:xfrm>
            <a:custGeom>
              <a:avLst/>
              <a:gdLst>
                <a:gd name="T0" fmla="*/ 614 w 64"/>
                <a:gd name="T1" fmla="*/ 795 h 70"/>
                <a:gd name="T2" fmla="*/ 136 w 64"/>
                <a:gd name="T3" fmla="*/ 507 h 70"/>
                <a:gd name="T4" fmla="*/ 0 w 64"/>
                <a:gd name="T5" fmla="*/ 11 h 70"/>
                <a:gd name="T6" fmla="*/ 164 w 64"/>
                <a:gd name="T7" fmla="*/ 0 h 70"/>
                <a:gd name="T8" fmla="*/ 204 w 64"/>
                <a:gd name="T9" fmla="*/ 479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70">
                  <a:moveTo>
                    <a:pt x="64" y="68"/>
                  </a:moveTo>
                  <a:cubicBezTo>
                    <a:pt x="49" y="70"/>
                    <a:pt x="23" y="55"/>
                    <a:pt x="14" y="43"/>
                  </a:cubicBezTo>
                  <a:cubicBezTo>
                    <a:pt x="5" y="31"/>
                    <a:pt x="5" y="15"/>
                    <a:pt x="0" y="1"/>
                  </a:cubicBezTo>
                  <a:cubicBezTo>
                    <a:pt x="6" y="0"/>
                    <a:pt x="12" y="0"/>
                    <a:pt x="17" y="0"/>
                  </a:cubicBezTo>
                  <a:cubicBezTo>
                    <a:pt x="14" y="13"/>
                    <a:pt x="12" y="30"/>
                    <a:pt x="21" y="41"/>
                  </a:cubicBezTo>
                </a:path>
              </a:pathLst>
            </a:custGeom>
            <a:solidFill>
              <a:srgbClr val="EAD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3" name="Freeform 86">
              <a:extLst>
                <a:ext uri="{FF2B5EF4-FFF2-40B4-BE49-F238E27FC236}">
                  <a16:creationId xmlns:a16="http://schemas.microsoft.com/office/drawing/2014/main" id="{43CF4AAA-A897-41CC-BB6B-495D0B19D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453"/>
              <a:ext cx="122" cy="63"/>
            </a:xfrm>
            <a:custGeom>
              <a:avLst/>
              <a:gdLst>
                <a:gd name="T0" fmla="*/ 422 w 57"/>
                <a:gd name="T1" fmla="*/ 126 h 28"/>
                <a:gd name="T2" fmla="*/ 165 w 57"/>
                <a:gd name="T3" fmla="*/ 0 h 28"/>
                <a:gd name="T4" fmla="*/ 0 w 57"/>
                <a:gd name="T5" fmla="*/ 275 h 28"/>
                <a:gd name="T6" fmla="*/ 559 w 57"/>
                <a:gd name="T7" fmla="*/ 320 h 28"/>
                <a:gd name="T8" fmla="*/ 285 w 57"/>
                <a:gd name="T9" fmla="*/ 9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8">
                  <a:moveTo>
                    <a:pt x="43" y="11"/>
                  </a:moveTo>
                  <a:cubicBezTo>
                    <a:pt x="34" y="9"/>
                    <a:pt x="25" y="5"/>
                    <a:pt x="17" y="0"/>
                  </a:cubicBezTo>
                  <a:cubicBezTo>
                    <a:pt x="10" y="7"/>
                    <a:pt x="6" y="17"/>
                    <a:pt x="0" y="24"/>
                  </a:cubicBezTo>
                  <a:cubicBezTo>
                    <a:pt x="18" y="8"/>
                    <a:pt x="38" y="22"/>
                    <a:pt x="57" y="28"/>
                  </a:cubicBezTo>
                  <a:cubicBezTo>
                    <a:pt x="48" y="22"/>
                    <a:pt x="33" y="18"/>
                    <a:pt x="29" y="8"/>
                  </a:cubicBezTo>
                </a:path>
              </a:pathLst>
            </a:custGeom>
            <a:solidFill>
              <a:srgbClr val="EAD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4" name="Freeform 87">
              <a:extLst>
                <a:ext uri="{FF2B5EF4-FFF2-40B4-BE49-F238E27FC236}">
                  <a16:creationId xmlns:a16="http://schemas.microsoft.com/office/drawing/2014/main" id="{00DDE836-C242-49DB-B366-48E22C47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537"/>
              <a:ext cx="74" cy="122"/>
            </a:xfrm>
            <a:custGeom>
              <a:avLst/>
              <a:gdLst>
                <a:gd name="T0" fmla="*/ 169 w 35"/>
                <a:gd name="T1" fmla="*/ 45 h 54"/>
                <a:gd name="T2" fmla="*/ 321 w 35"/>
                <a:gd name="T3" fmla="*/ 402 h 54"/>
                <a:gd name="T4" fmla="*/ 27 w 35"/>
                <a:gd name="T5" fmla="*/ 624 h 54"/>
                <a:gd name="T6" fmla="*/ 0 w 35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4">
                  <a:moveTo>
                    <a:pt x="18" y="4"/>
                  </a:moveTo>
                  <a:cubicBezTo>
                    <a:pt x="20" y="18"/>
                    <a:pt x="33" y="25"/>
                    <a:pt x="34" y="35"/>
                  </a:cubicBezTo>
                  <a:cubicBezTo>
                    <a:pt x="35" y="47"/>
                    <a:pt x="11" y="53"/>
                    <a:pt x="3" y="54"/>
                  </a:cubicBezTo>
                  <a:cubicBezTo>
                    <a:pt x="31" y="35"/>
                    <a:pt x="3" y="20"/>
                    <a:pt x="0" y="0"/>
                  </a:cubicBezTo>
                </a:path>
              </a:pathLst>
            </a:custGeom>
            <a:solidFill>
              <a:srgbClr val="EAD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5" name="Freeform 88">
              <a:extLst>
                <a:ext uri="{FF2B5EF4-FFF2-40B4-BE49-F238E27FC236}">
                  <a16:creationId xmlns:a16="http://schemas.microsoft.com/office/drawing/2014/main" id="{444FAF63-D78D-4AD3-9EFE-7EB92A29F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646"/>
              <a:ext cx="86" cy="31"/>
            </a:xfrm>
            <a:custGeom>
              <a:avLst/>
              <a:gdLst>
                <a:gd name="T0" fmla="*/ 398 w 40"/>
                <a:gd name="T1" fmla="*/ 0 h 14"/>
                <a:gd name="T2" fmla="*/ 0 w 40"/>
                <a:gd name="T3" fmla="*/ 14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4">
                  <a:moveTo>
                    <a:pt x="40" y="0"/>
                  </a:moveTo>
                  <a:cubicBezTo>
                    <a:pt x="30" y="10"/>
                    <a:pt x="14" y="14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6" name="Freeform 89">
              <a:extLst>
                <a:ext uri="{FF2B5EF4-FFF2-40B4-BE49-F238E27FC236}">
                  <a16:creationId xmlns:a16="http://schemas.microsoft.com/office/drawing/2014/main" id="{88AC78E1-6D08-46C1-910B-B5E690BFC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197"/>
              <a:ext cx="706" cy="617"/>
            </a:xfrm>
            <a:custGeom>
              <a:avLst/>
              <a:gdLst>
                <a:gd name="T0" fmla="*/ 1425 w 332"/>
                <a:gd name="T1" fmla="*/ 0 h 272"/>
                <a:gd name="T2" fmla="*/ 1401 w 332"/>
                <a:gd name="T3" fmla="*/ 93 h 272"/>
                <a:gd name="T4" fmla="*/ 1416 w 332"/>
                <a:gd name="T5" fmla="*/ 397 h 272"/>
                <a:gd name="T6" fmla="*/ 1520 w 332"/>
                <a:gd name="T7" fmla="*/ 653 h 272"/>
                <a:gd name="T8" fmla="*/ 1799 w 332"/>
                <a:gd name="T9" fmla="*/ 876 h 272"/>
                <a:gd name="T10" fmla="*/ 1876 w 332"/>
                <a:gd name="T11" fmla="*/ 1143 h 272"/>
                <a:gd name="T12" fmla="*/ 2022 w 332"/>
                <a:gd name="T13" fmla="*/ 1307 h 272"/>
                <a:gd name="T14" fmla="*/ 2569 w 332"/>
                <a:gd name="T15" fmla="*/ 1472 h 272"/>
                <a:gd name="T16" fmla="*/ 2577 w 332"/>
                <a:gd name="T17" fmla="*/ 1472 h 272"/>
                <a:gd name="T18" fmla="*/ 2979 w 332"/>
                <a:gd name="T19" fmla="*/ 1765 h 272"/>
                <a:gd name="T20" fmla="*/ 2971 w 332"/>
                <a:gd name="T21" fmla="*/ 1867 h 272"/>
                <a:gd name="T22" fmla="*/ 3088 w 332"/>
                <a:gd name="T23" fmla="*/ 2044 h 272"/>
                <a:gd name="T24" fmla="*/ 3192 w 332"/>
                <a:gd name="T25" fmla="*/ 2264 h 272"/>
                <a:gd name="T26" fmla="*/ 2682 w 332"/>
                <a:gd name="T27" fmla="*/ 2649 h 272"/>
                <a:gd name="T28" fmla="*/ 2107 w 332"/>
                <a:gd name="T29" fmla="*/ 3176 h 272"/>
                <a:gd name="T30" fmla="*/ 1193 w 332"/>
                <a:gd name="T31" fmla="*/ 2706 h 272"/>
                <a:gd name="T32" fmla="*/ 1031 w 332"/>
                <a:gd name="T33" fmla="*/ 2089 h 272"/>
                <a:gd name="T34" fmla="*/ 914 w 332"/>
                <a:gd name="T35" fmla="*/ 1987 h 272"/>
                <a:gd name="T36" fmla="*/ 587 w 332"/>
                <a:gd name="T37" fmla="*/ 1379 h 272"/>
                <a:gd name="T38" fmla="*/ 453 w 332"/>
                <a:gd name="T39" fmla="*/ 771 h 272"/>
                <a:gd name="T40" fmla="*/ 257 w 332"/>
                <a:gd name="T41" fmla="*/ 644 h 272"/>
                <a:gd name="T42" fmla="*/ 164 w 332"/>
                <a:gd name="T43" fmla="*/ 479 h 272"/>
                <a:gd name="T44" fmla="*/ 0 w 332"/>
                <a:gd name="T45" fmla="*/ 93 h 27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32" h="272">
                  <a:moveTo>
                    <a:pt x="148" y="0"/>
                  </a:moveTo>
                  <a:cubicBezTo>
                    <a:pt x="147" y="3"/>
                    <a:pt x="146" y="5"/>
                    <a:pt x="146" y="8"/>
                  </a:cubicBezTo>
                  <a:cubicBezTo>
                    <a:pt x="146" y="19"/>
                    <a:pt x="146" y="27"/>
                    <a:pt x="147" y="34"/>
                  </a:cubicBezTo>
                  <a:cubicBezTo>
                    <a:pt x="149" y="45"/>
                    <a:pt x="153" y="49"/>
                    <a:pt x="158" y="56"/>
                  </a:cubicBezTo>
                  <a:cubicBezTo>
                    <a:pt x="161" y="60"/>
                    <a:pt x="184" y="72"/>
                    <a:pt x="187" y="75"/>
                  </a:cubicBezTo>
                  <a:cubicBezTo>
                    <a:pt x="196" y="80"/>
                    <a:pt x="192" y="92"/>
                    <a:pt x="195" y="98"/>
                  </a:cubicBezTo>
                  <a:cubicBezTo>
                    <a:pt x="198" y="107"/>
                    <a:pt x="207" y="110"/>
                    <a:pt x="210" y="112"/>
                  </a:cubicBezTo>
                  <a:cubicBezTo>
                    <a:pt x="238" y="123"/>
                    <a:pt x="253" y="123"/>
                    <a:pt x="267" y="126"/>
                  </a:cubicBezTo>
                  <a:cubicBezTo>
                    <a:pt x="267" y="126"/>
                    <a:pt x="267" y="126"/>
                    <a:pt x="268" y="126"/>
                  </a:cubicBezTo>
                  <a:cubicBezTo>
                    <a:pt x="276" y="142"/>
                    <a:pt x="301" y="149"/>
                    <a:pt x="310" y="151"/>
                  </a:cubicBezTo>
                  <a:cubicBezTo>
                    <a:pt x="318" y="154"/>
                    <a:pt x="308" y="151"/>
                    <a:pt x="309" y="160"/>
                  </a:cubicBezTo>
                  <a:cubicBezTo>
                    <a:pt x="311" y="168"/>
                    <a:pt x="320" y="165"/>
                    <a:pt x="321" y="175"/>
                  </a:cubicBezTo>
                  <a:cubicBezTo>
                    <a:pt x="323" y="184"/>
                    <a:pt x="327" y="190"/>
                    <a:pt x="332" y="194"/>
                  </a:cubicBezTo>
                  <a:cubicBezTo>
                    <a:pt x="320" y="201"/>
                    <a:pt x="296" y="199"/>
                    <a:pt x="279" y="227"/>
                  </a:cubicBezTo>
                  <a:cubicBezTo>
                    <a:pt x="262" y="255"/>
                    <a:pt x="237" y="270"/>
                    <a:pt x="219" y="272"/>
                  </a:cubicBezTo>
                  <a:cubicBezTo>
                    <a:pt x="192" y="271"/>
                    <a:pt x="137" y="262"/>
                    <a:pt x="124" y="232"/>
                  </a:cubicBezTo>
                  <a:cubicBezTo>
                    <a:pt x="111" y="202"/>
                    <a:pt x="108" y="183"/>
                    <a:pt x="107" y="179"/>
                  </a:cubicBezTo>
                  <a:cubicBezTo>
                    <a:pt x="104" y="179"/>
                    <a:pt x="95" y="181"/>
                    <a:pt x="95" y="170"/>
                  </a:cubicBezTo>
                  <a:cubicBezTo>
                    <a:pt x="94" y="158"/>
                    <a:pt x="71" y="140"/>
                    <a:pt x="61" y="118"/>
                  </a:cubicBezTo>
                  <a:cubicBezTo>
                    <a:pt x="45" y="81"/>
                    <a:pt x="50" y="66"/>
                    <a:pt x="47" y="66"/>
                  </a:cubicBezTo>
                  <a:cubicBezTo>
                    <a:pt x="44" y="62"/>
                    <a:pt x="32" y="59"/>
                    <a:pt x="27" y="55"/>
                  </a:cubicBezTo>
                  <a:cubicBezTo>
                    <a:pt x="23" y="50"/>
                    <a:pt x="21" y="44"/>
                    <a:pt x="17" y="41"/>
                  </a:cubicBezTo>
                  <a:cubicBezTo>
                    <a:pt x="4" y="29"/>
                    <a:pt x="6" y="20"/>
                    <a:pt x="0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7" name="Freeform 90">
              <a:extLst>
                <a:ext uri="{FF2B5EF4-FFF2-40B4-BE49-F238E27FC236}">
                  <a16:creationId xmlns:a16="http://schemas.microsoft.com/office/drawing/2014/main" id="{D5A5E721-D5FA-4DBA-ADF5-88325A620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271"/>
              <a:ext cx="108" cy="168"/>
            </a:xfrm>
            <a:custGeom>
              <a:avLst/>
              <a:gdLst>
                <a:gd name="T0" fmla="*/ 0 w 51"/>
                <a:gd name="T1" fmla="*/ 11 h 74"/>
                <a:gd name="T2" fmla="*/ 125 w 51"/>
                <a:gd name="T3" fmla="*/ 186 h 74"/>
                <a:gd name="T4" fmla="*/ 288 w 51"/>
                <a:gd name="T5" fmla="*/ 313 h 74"/>
                <a:gd name="T6" fmla="*/ 381 w 51"/>
                <a:gd name="T7" fmla="*/ 515 h 74"/>
                <a:gd name="T8" fmla="*/ 485 w 51"/>
                <a:gd name="T9" fmla="*/ 865 h 74"/>
                <a:gd name="T10" fmla="*/ 417 w 51"/>
                <a:gd name="T11" fmla="*/ 377 h 74"/>
                <a:gd name="T12" fmla="*/ 229 w 51"/>
                <a:gd name="T13" fmla="*/ 186 h 74"/>
                <a:gd name="T14" fmla="*/ 0 w 51"/>
                <a:gd name="T15" fmla="*/ 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74">
                  <a:moveTo>
                    <a:pt x="0" y="1"/>
                  </a:moveTo>
                  <a:cubicBezTo>
                    <a:pt x="4" y="7"/>
                    <a:pt x="9" y="9"/>
                    <a:pt x="13" y="16"/>
                  </a:cubicBezTo>
                  <a:cubicBezTo>
                    <a:pt x="18" y="23"/>
                    <a:pt x="23" y="22"/>
                    <a:pt x="30" y="27"/>
                  </a:cubicBezTo>
                  <a:cubicBezTo>
                    <a:pt x="36" y="31"/>
                    <a:pt x="38" y="37"/>
                    <a:pt x="40" y="44"/>
                  </a:cubicBezTo>
                  <a:cubicBezTo>
                    <a:pt x="43" y="54"/>
                    <a:pt x="48" y="64"/>
                    <a:pt x="51" y="74"/>
                  </a:cubicBezTo>
                  <a:cubicBezTo>
                    <a:pt x="45" y="63"/>
                    <a:pt x="50" y="44"/>
                    <a:pt x="44" y="32"/>
                  </a:cubicBezTo>
                  <a:cubicBezTo>
                    <a:pt x="40" y="24"/>
                    <a:pt x="30" y="23"/>
                    <a:pt x="24" y="16"/>
                  </a:cubicBezTo>
                  <a:cubicBezTo>
                    <a:pt x="17" y="8"/>
                    <a:pt x="10" y="1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8" name="Freeform 91">
              <a:extLst>
                <a:ext uri="{FF2B5EF4-FFF2-40B4-BE49-F238E27FC236}">
                  <a16:creationId xmlns:a16="http://schemas.microsoft.com/office/drawing/2014/main" id="{88979055-7400-475A-9809-5C94B6C75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308"/>
              <a:ext cx="225" cy="251"/>
            </a:xfrm>
            <a:custGeom>
              <a:avLst/>
              <a:gdLst>
                <a:gd name="T0" fmla="*/ 554 w 106"/>
                <a:gd name="T1" fmla="*/ 0 h 111"/>
                <a:gd name="T2" fmla="*/ 879 w 106"/>
                <a:gd name="T3" fmla="*/ 357 h 111"/>
                <a:gd name="T4" fmla="*/ 747 w 106"/>
                <a:gd name="T5" fmla="*/ 880 h 111"/>
                <a:gd name="T6" fmla="*/ 433 w 106"/>
                <a:gd name="T7" fmla="*/ 726 h 111"/>
                <a:gd name="T8" fmla="*/ 76 w 106"/>
                <a:gd name="T9" fmla="*/ 1284 h 111"/>
                <a:gd name="T10" fmla="*/ 0 w 106"/>
                <a:gd name="T11" fmla="*/ 1074 h 111"/>
                <a:gd name="T12" fmla="*/ 161 w 106"/>
                <a:gd name="T13" fmla="*/ 798 h 111"/>
                <a:gd name="T14" fmla="*/ 289 w 106"/>
                <a:gd name="T15" fmla="*/ 439 h 111"/>
                <a:gd name="T16" fmla="*/ 486 w 106"/>
                <a:gd name="T17" fmla="*/ 25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11">
                  <a:moveTo>
                    <a:pt x="58" y="0"/>
                  </a:moveTo>
                  <a:cubicBezTo>
                    <a:pt x="68" y="13"/>
                    <a:pt x="82" y="20"/>
                    <a:pt x="92" y="31"/>
                  </a:cubicBezTo>
                  <a:cubicBezTo>
                    <a:pt x="106" y="46"/>
                    <a:pt x="88" y="65"/>
                    <a:pt x="78" y="76"/>
                  </a:cubicBezTo>
                  <a:cubicBezTo>
                    <a:pt x="88" y="51"/>
                    <a:pt x="59" y="52"/>
                    <a:pt x="45" y="63"/>
                  </a:cubicBezTo>
                  <a:cubicBezTo>
                    <a:pt x="31" y="74"/>
                    <a:pt x="13" y="93"/>
                    <a:pt x="8" y="111"/>
                  </a:cubicBezTo>
                  <a:cubicBezTo>
                    <a:pt x="5" y="104"/>
                    <a:pt x="0" y="99"/>
                    <a:pt x="0" y="93"/>
                  </a:cubicBezTo>
                  <a:cubicBezTo>
                    <a:pt x="1" y="85"/>
                    <a:pt x="13" y="75"/>
                    <a:pt x="17" y="69"/>
                  </a:cubicBezTo>
                  <a:cubicBezTo>
                    <a:pt x="23" y="59"/>
                    <a:pt x="26" y="48"/>
                    <a:pt x="30" y="38"/>
                  </a:cubicBezTo>
                  <a:cubicBezTo>
                    <a:pt x="36" y="25"/>
                    <a:pt x="41" y="12"/>
                    <a:pt x="51" y="2"/>
                  </a:cubicBezTo>
                </a:path>
              </a:pathLst>
            </a:custGeom>
            <a:solidFill>
              <a:srgbClr val="F9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9" name="Freeform 92">
              <a:extLst>
                <a:ext uri="{FF2B5EF4-FFF2-40B4-BE49-F238E27FC236}">
                  <a16:creationId xmlns:a16="http://schemas.microsoft.com/office/drawing/2014/main" id="{0CCB51FE-4C16-4AC9-8E52-8E24DE0F4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308"/>
              <a:ext cx="166" cy="206"/>
            </a:xfrm>
            <a:custGeom>
              <a:avLst/>
              <a:gdLst>
                <a:gd name="T0" fmla="*/ 0 w 78"/>
                <a:gd name="T1" fmla="*/ 1055 h 91"/>
                <a:gd name="T2" fmla="*/ 366 w 78"/>
                <a:gd name="T3" fmla="*/ 604 h 91"/>
                <a:gd name="T4" fmla="*/ 743 w 78"/>
                <a:gd name="T5" fmla="*/ 369 h 91"/>
                <a:gd name="T6" fmla="*/ 558 w 78"/>
                <a:gd name="T7" fmla="*/ 174 h 91"/>
                <a:gd name="T8" fmla="*/ 462 w 78"/>
                <a:gd name="T9" fmla="*/ 36 h 91"/>
                <a:gd name="T10" fmla="*/ 281 w 78"/>
                <a:gd name="T11" fmla="*/ 441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91">
                  <a:moveTo>
                    <a:pt x="0" y="91"/>
                  </a:moveTo>
                  <a:cubicBezTo>
                    <a:pt x="7" y="74"/>
                    <a:pt x="23" y="60"/>
                    <a:pt x="38" y="52"/>
                  </a:cubicBezTo>
                  <a:cubicBezTo>
                    <a:pt x="43" y="48"/>
                    <a:pt x="75" y="38"/>
                    <a:pt x="77" y="32"/>
                  </a:cubicBezTo>
                  <a:cubicBezTo>
                    <a:pt x="78" y="26"/>
                    <a:pt x="63" y="19"/>
                    <a:pt x="58" y="15"/>
                  </a:cubicBezTo>
                  <a:cubicBezTo>
                    <a:pt x="56" y="12"/>
                    <a:pt x="52" y="4"/>
                    <a:pt x="48" y="3"/>
                  </a:cubicBezTo>
                  <a:cubicBezTo>
                    <a:pt x="38" y="0"/>
                    <a:pt x="34" y="30"/>
                    <a:pt x="29" y="38"/>
                  </a:cubicBezTo>
                </a:path>
              </a:pathLst>
            </a:custGeom>
            <a:solidFill>
              <a:srgbClr val="EAD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0" name="Freeform 93">
              <a:extLst>
                <a:ext uri="{FF2B5EF4-FFF2-40B4-BE49-F238E27FC236}">
                  <a16:creationId xmlns:a16="http://schemas.microsoft.com/office/drawing/2014/main" id="{7067348C-1F9F-4D14-AD45-174D999DC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637"/>
              <a:ext cx="20" cy="31"/>
            </a:xfrm>
            <a:custGeom>
              <a:avLst/>
              <a:gdLst>
                <a:gd name="T0" fmla="*/ 89 w 9"/>
                <a:gd name="T1" fmla="*/ 89 h 14"/>
                <a:gd name="T2" fmla="*/ 20 w 9"/>
                <a:gd name="T3" fmla="*/ 44 h 14"/>
                <a:gd name="T4" fmla="*/ 53 w 9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8" y="8"/>
                  </a:moveTo>
                  <a:cubicBezTo>
                    <a:pt x="9" y="5"/>
                    <a:pt x="5" y="0"/>
                    <a:pt x="2" y="4"/>
                  </a:cubicBezTo>
                  <a:cubicBezTo>
                    <a:pt x="0" y="6"/>
                    <a:pt x="5" y="12"/>
                    <a:pt x="5" y="14"/>
                  </a:cubicBezTo>
                </a:path>
              </a:pathLst>
            </a:custGeom>
            <a:noFill/>
            <a:ln w="12700" cap="flat">
              <a:solidFill>
                <a:srgbClr val="FAEED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1" name="Freeform 94">
              <a:extLst>
                <a:ext uri="{FF2B5EF4-FFF2-40B4-BE49-F238E27FC236}">
                  <a16:creationId xmlns:a16="http://schemas.microsoft.com/office/drawing/2014/main" id="{5C891B99-A6FA-483A-896B-869B644D3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589"/>
              <a:ext cx="3" cy="14"/>
            </a:xfrm>
            <a:custGeom>
              <a:avLst/>
              <a:gdLst>
                <a:gd name="T0" fmla="*/ 27 w 1"/>
                <a:gd name="T1" fmla="*/ 77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AEED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2" name="Freeform 95">
              <a:extLst>
                <a:ext uri="{FF2B5EF4-FFF2-40B4-BE49-F238E27FC236}">
                  <a16:creationId xmlns:a16="http://schemas.microsoft.com/office/drawing/2014/main" id="{7E5BD372-CD1A-47AD-8022-D6D9222AE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845"/>
              <a:ext cx="11" cy="12"/>
            </a:xfrm>
            <a:custGeom>
              <a:avLst/>
              <a:gdLst>
                <a:gd name="T0" fmla="*/ 53 w 5"/>
                <a:gd name="T1" fmla="*/ 70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4"/>
                    <a:pt x="1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AEED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3" name="Freeform 96">
              <a:extLst>
                <a:ext uri="{FF2B5EF4-FFF2-40B4-BE49-F238E27FC236}">
                  <a16:creationId xmlns:a16="http://schemas.microsoft.com/office/drawing/2014/main" id="{A7034951-3B07-4112-8467-4D14BF5DE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655"/>
              <a:ext cx="13" cy="13"/>
            </a:xfrm>
            <a:custGeom>
              <a:avLst/>
              <a:gdLst>
                <a:gd name="T0" fmla="*/ 0 w 6"/>
                <a:gd name="T1" fmla="*/ 61 h 6"/>
                <a:gd name="T2" fmla="*/ 52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3" y="5"/>
                    <a:pt x="6" y="3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AEED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4" name="Freeform 97">
              <a:extLst>
                <a:ext uri="{FF2B5EF4-FFF2-40B4-BE49-F238E27FC236}">
                  <a16:creationId xmlns:a16="http://schemas.microsoft.com/office/drawing/2014/main" id="{24EC32E7-12E5-4C94-8376-B1899FF8F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609"/>
              <a:ext cx="6" cy="12"/>
            </a:xfrm>
            <a:custGeom>
              <a:avLst/>
              <a:gdLst>
                <a:gd name="T0" fmla="*/ 24 w 3"/>
                <a:gd name="T1" fmla="*/ 0 h 5"/>
                <a:gd name="T2" fmla="*/ 0 w 3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AEED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5" name="Freeform 98">
              <a:extLst>
                <a:ext uri="{FF2B5EF4-FFF2-40B4-BE49-F238E27FC236}">
                  <a16:creationId xmlns:a16="http://schemas.microsoft.com/office/drawing/2014/main" id="{FF2EA97B-013E-4A98-BCF6-5ABF3805D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455"/>
              <a:ext cx="8" cy="9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4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AEED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6" name="Freeform 99">
              <a:extLst>
                <a:ext uri="{FF2B5EF4-FFF2-40B4-BE49-F238E27FC236}">
                  <a16:creationId xmlns:a16="http://schemas.microsoft.com/office/drawing/2014/main" id="{E4099056-D00B-4AD0-8873-F4A8A90EB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544"/>
              <a:ext cx="96" cy="199"/>
            </a:xfrm>
            <a:custGeom>
              <a:avLst/>
              <a:gdLst>
                <a:gd name="T0" fmla="*/ 292 w 45"/>
                <a:gd name="T1" fmla="*/ 72 h 88"/>
                <a:gd name="T2" fmla="*/ 0 w 45"/>
                <a:gd name="T3" fmla="*/ 163 h 88"/>
                <a:gd name="T4" fmla="*/ 0 w 45"/>
                <a:gd name="T5" fmla="*/ 1018 h 88"/>
                <a:gd name="T6" fmla="*/ 164 w 45"/>
                <a:gd name="T7" fmla="*/ 751 h 88"/>
                <a:gd name="T8" fmla="*/ 173 w 45"/>
                <a:gd name="T9" fmla="*/ 531 h 88"/>
                <a:gd name="T10" fmla="*/ 213 w 45"/>
                <a:gd name="T11" fmla="*/ 475 h 88"/>
                <a:gd name="T12" fmla="*/ 213 w 45"/>
                <a:gd name="T13" fmla="*/ 475 h 88"/>
                <a:gd name="T14" fmla="*/ 213 w 45"/>
                <a:gd name="T15" fmla="*/ 475 h 88"/>
                <a:gd name="T16" fmla="*/ 318 w 45"/>
                <a:gd name="T17" fmla="*/ 256 h 88"/>
                <a:gd name="T18" fmla="*/ 437 w 45"/>
                <a:gd name="T19" fmla="*/ 81 h 88"/>
                <a:gd name="T20" fmla="*/ 410 w 45"/>
                <a:gd name="T21" fmla="*/ 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88">
                  <a:moveTo>
                    <a:pt x="30" y="6"/>
                  </a:moveTo>
                  <a:cubicBezTo>
                    <a:pt x="22" y="9"/>
                    <a:pt x="0" y="14"/>
                    <a:pt x="0" y="14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8" y="87"/>
                    <a:pt x="19" y="72"/>
                    <a:pt x="17" y="65"/>
                  </a:cubicBezTo>
                  <a:cubicBezTo>
                    <a:pt x="21" y="60"/>
                    <a:pt x="24" y="51"/>
                    <a:pt x="18" y="46"/>
                  </a:cubicBezTo>
                  <a:cubicBezTo>
                    <a:pt x="19" y="45"/>
                    <a:pt x="21" y="42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7" y="37"/>
                    <a:pt x="31" y="31"/>
                    <a:pt x="33" y="22"/>
                  </a:cubicBezTo>
                  <a:cubicBezTo>
                    <a:pt x="34" y="12"/>
                    <a:pt x="43" y="15"/>
                    <a:pt x="45" y="7"/>
                  </a:cubicBezTo>
                  <a:cubicBezTo>
                    <a:pt x="45" y="3"/>
                    <a:pt x="44" y="1"/>
                    <a:pt x="42" y="0"/>
                  </a:cubicBezTo>
                </a:path>
              </a:pathLst>
            </a:custGeom>
            <a:solidFill>
              <a:srgbClr val="FA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7" name="Freeform 100">
              <a:extLst>
                <a:ext uri="{FF2B5EF4-FFF2-40B4-BE49-F238E27FC236}">
                  <a16:creationId xmlns:a16="http://schemas.microsoft.com/office/drawing/2014/main" id="{1272D399-756B-4913-B253-A82EAC758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101"/>
              <a:ext cx="55" cy="71"/>
            </a:xfrm>
            <a:custGeom>
              <a:avLst/>
              <a:gdLst>
                <a:gd name="T0" fmla="*/ 228 w 26"/>
                <a:gd name="T1" fmla="*/ 167 h 31"/>
                <a:gd name="T2" fmla="*/ 17 w 26"/>
                <a:gd name="T3" fmla="*/ 204 h 31"/>
                <a:gd name="T4" fmla="*/ 133 w 26"/>
                <a:gd name="T5" fmla="*/ 373 h 31"/>
                <a:gd name="T6" fmla="*/ 228 w 26"/>
                <a:gd name="T7" fmla="*/ 16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1">
                  <a:moveTo>
                    <a:pt x="24" y="14"/>
                  </a:moveTo>
                  <a:cubicBezTo>
                    <a:pt x="19" y="0"/>
                    <a:pt x="4" y="8"/>
                    <a:pt x="2" y="17"/>
                  </a:cubicBezTo>
                  <a:cubicBezTo>
                    <a:pt x="0" y="23"/>
                    <a:pt x="4" y="31"/>
                    <a:pt x="14" y="31"/>
                  </a:cubicBezTo>
                  <a:cubicBezTo>
                    <a:pt x="23" y="31"/>
                    <a:pt x="26" y="20"/>
                    <a:pt x="24" y="1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8" name="Freeform 101">
              <a:extLst>
                <a:ext uri="{FF2B5EF4-FFF2-40B4-BE49-F238E27FC236}">
                  <a16:creationId xmlns:a16="http://schemas.microsoft.com/office/drawing/2014/main" id="{49BD778D-F531-4D1B-AC88-FC57EBE66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961"/>
              <a:ext cx="75" cy="63"/>
            </a:xfrm>
            <a:custGeom>
              <a:avLst/>
              <a:gdLst>
                <a:gd name="T0" fmla="*/ 109 w 35"/>
                <a:gd name="T1" fmla="*/ 36 h 28"/>
                <a:gd name="T2" fmla="*/ 189 w 35"/>
                <a:gd name="T3" fmla="*/ 275 h 28"/>
                <a:gd name="T4" fmla="*/ 109 w 35"/>
                <a:gd name="T5" fmla="*/ 3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11" y="3"/>
                  </a:moveTo>
                  <a:cubicBezTo>
                    <a:pt x="0" y="5"/>
                    <a:pt x="7" y="28"/>
                    <a:pt x="19" y="24"/>
                  </a:cubicBezTo>
                  <a:cubicBezTo>
                    <a:pt x="35" y="18"/>
                    <a:pt x="23" y="0"/>
                    <a:pt x="11" y="3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9" name="Freeform 102">
              <a:extLst>
                <a:ext uri="{FF2B5EF4-FFF2-40B4-BE49-F238E27FC236}">
                  <a16:creationId xmlns:a16="http://schemas.microsoft.com/office/drawing/2014/main" id="{B82C093B-BC2D-430D-8782-11C20C3D2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101"/>
              <a:ext cx="55" cy="53"/>
            </a:xfrm>
            <a:custGeom>
              <a:avLst/>
              <a:gdLst>
                <a:gd name="T0" fmla="*/ 228 w 26"/>
                <a:gd name="T1" fmla="*/ 171 h 23"/>
                <a:gd name="T2" fmla="*/ 133 w 26"/>
                <a:gd name="T3" fmla="*/ 187 h 23"/>
                <a:gd name="T4" fmla="*/ 17 w 26"/>
                <a:gd name="T5" fmla="*/ 207 h 23"/>
                <a:gd name="T6" fmla="*/ 228 w 26"/>
                <a:gd name="T7" fmla="*/ 17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24" y="14"/>
                  </a:moveTo>
                  <a:cubicBezTo>
                    <a:pt x="26" y="20"/>
                    <a:pt x="23" y="15"/>
                    <a:pt x="14" y="15"/>
                  </a:cubicBezTo>
                  <a:cubicBezTo>
                    <a:pt x="4" y="15"/>
                    <a:pt x="0" y="23"/>
                    <a:pt x="2" y="17"/>
                  </a:cubicBezTo>
                  <a:cubicBezTo>
                    <a:pt x="4" y="8"/>
                    <a:pt x="19" y="0"/>
                    <a:pt x="24" y="14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0" name="Freeform 103">
              <a:extLst>
                <a:ext uri="{FF2B5EF4-FFF2-40B4-BE49-F238E27FC236}">
                  <a16:creationId xmlns:a16="http://schemas.microsoft.com/office/drawing/2014/main" id="{CAE44A30-F281-408F-8D5E-6815A01BD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092"/>
              <a:ext cx="34" cy="30"/>
            </a:xfrm>
            <a:custGeom>
              <a:avLst/>
              <a:gdLst>
                <a:gd name="T0" fmla="*/ 40 w 16"/>
                <a:gd name="T1" fmla="*/ 159 h 13"/>
                <a:gd name="T2" fmla="*/ 153 w 16"/>
                <a:gd name="T3" fmla="*/ 97 h 13"/>
                <a:gd name="T4" fmla="*/ 77 w 16"/>
                <a:gd name="T5" fmla="*/ 12 h 13"/>
                <a:gd name="T6" fmla="*/ 9 w 16"/>
                <a:gd name="T7" fmla="*/ 1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4" y="13"/>
                  </a:moveTo>
                  <a:cubicBezTo>
                    <a:pt x="4" y="7"/>
                    <a:pt x="12" y="8"/>
                    <a:pt x="16" y="8"/>
                  </a:cubicBezTo>
                  <a:cubicBezTo>
                    <a:pt x="14" y="5"/>
                    <a:pt x="11" y="0"/>
                    <a:pt x="8" y="1"/>
                  </a:cubicBezTo>
                  <a:cubicBezTo>
                    <a:pt x="4" y="1"/>
                    <a:pt x="0" y="10"/>
                    <a:pt x="1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1" name="Freeform 104">
              <a:extLst>
                <a:ext uri="{FF2B5EF4-FFF2-40B4-BE49-F238E27FC236}">
                  <a16:creationId xmlns:a16="http://schemas.microsoft.com/office/drawing/2014/main" id="{4278864B-4F98-442E-9981-B3D2E9A49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265"/>
              <a:ext cx="30" cy="27"/>
            </a:xfrm>
            <a:custGeom>
              <a:avLst/>
              <a:gdLst>
                <a:gd name="T0" fmla="*/ 9 w 14"/>
                <a:gd name="T1" fmla="*/ 137 h 12"/>
                <a:gd name="T2" fmla="*/ 137 w 14"/>
                <a:gd name="T3" fmla="*/ 81 h 12"/>
                <a:gd name="T4" fmla="*/ 69 w 14"/>
                <a:gd name="T5" fmla="*/ 0 h 12"/>
                <a:gd name="T6" fmla="*/ 0 w 14"/>
                <a:gd name="T7" fmla="*/ 11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1" y="12"/>
                  </a:moveTo>
                  <a:cubicBezTo>
                    <a:pt x="5" y="10"/>
                    <a:pt x="9" y="6"/>
                    <a:pt x="14" y="7"/>
                  </a:cubicBezTo>
                  <a:cubicBezTo>
                    <a:pt x="12" y="5"/>
                    <a:pt x="10" y="0"/>
                    <a:pt x="7" y="0"/>
                  </a:cubicBezTo>
                  <a:cubicBezTo>
                    <a:pt x="2" y="0"/>
                    <a:pt x="1" y="7"/>
                    <a:pt x="0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2" name="Freeform 105">
              <a:extLst>
                <a:ext uri="{FF2B5EF4-FFF2-40B4-BE49-F238E27FC236}">
                  <a16:creationId xmlns:a16="http://schemas.microsoft.com/office/drawing/2014/main" id="{E89242E4-724C-4D90-AD2A-57836BA5D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394"/>
              <a:ext cx="32" cy="25"/>
            </a:xfrm>
            <a:custGeom>
              <a:avLst/>
              <a:gdLst>
                <a:gd name="T0" fmla="*/ 41 w 15"/>
                <a:gd name="T1" fmla="*/ 130 h 11"/>
                <a:gd name="T2" fmla="*/ 145 w 15"/>
                <a:gd name="T3" fmla="*/ 57 h 11"/>
                <a:gd name="T4" fmla="*/ 9 w 15"/>
                <a:gd name="T5" fmla="*/ 13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4" y="11"/>
                  </a:moveTo>
                  <a:cubicBezTo>
                    <a:pt x="7" y="6"/>
                    <a:pt x="10" y="6"/>
                    <a:pt x="15" y="5"/>
                  </a:cubicBezTo>
                  <a:cubicBezTo>
                    <a:pt x="9" y="0"/>
                    <a:pt x="0" y="1"/>
                    <a:pt x="1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3" name="Freeform 106">
              <a:extLst>
                <a:ext uri="{FF2B5EF4-FFF2-40B4-BE49-F238E27FC236}">
                  <a16:creationId xmlns:a16="http://schemas.microsoft.com/office/drawing/2014/main" id="{6E312ABB-6B76-4534-8ED5-CBA573A07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931"/>
              <a:ext cx="28" cy="39"/>
            </a:xfrm>
            <a:custGeom>
              <a:avLst/>
              <a:gdLst>
                <a:gd name="T0" fmla="*/ 9 w 13"/>
                <a:gd name="T1" fmla="*/ 158 h 17"/>
                <a:gd name="T2" fmla="*/ 129 w 13"/>
                <a:gd name="T3" fmla="*/ 204 h 17"/>
                <a:gd name="T4" fmla="*/ 0 w 13"/>
                <a:gd name="T5" fmla="*/ 13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" y="13"/>
                  </a:moveTo>
                  <a:cubicBezTo>
                    <a:pt x="5" y="14"/>
                    <a:pt x="9" y="13"/>
                    <a:pt x="13" y="17"/>
                  </a:cubicBezTo>
                  <a:cubicBezTo>
                    <a:pt x="10" y="13"/>
                    <a:pt x="2" y="0"/>
                    <a:pt x="0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4" name="Freeform 107">
              <a:extLst>
                <a:ext uri="{FF2B5EF4-FFF2-40B4-BE49-F238E27FC236}">
                  <a16:creationId xmlns:a16="http://schemas.microsoft.com/office/drawing/2014/main" id="{3B04D287-6BAB-4558-8807-FD9C4040E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553"/>
              <a:ext cx="83" cy="90"/>
            </a:xfrm>
            <a:custGeom>
              <a:avLst/>
              <a:gdLst>
                <a:gd name="T0" fmla="*/ 40 w 39"/>
                <a:gd name="T1" fmla="*/ 173 h 40"/>
                <a:gd name="T2" fmla="*/ 181 w 39"/>
                <a:gd name="T3" fmla="*/ 146 h 40"/>
                <a:gd name="T4" fmla="*/ 366 w 39"/>
                <a:gd name="T5" fmla="*/ 92 h 40"/>
                <a:gd name="T6" fmla="*/ 258 w 39"/>
                <a:gd name="T7" fmla="*/ 173 h 40"/>
                <a:gd name="T8" fmla="*/ 221 w 39"/>
                <a:gd name="T9" fmla="*/ 299 h 40"/>
                <a:gd name="T10" fmla="*/ 60 w 39"/>
                <a:gd name="T11" fmla="*/ 457 h 40"/>
                <a:gd name="T12" fmla="*/ 77 w 39"/>
                <a:gd name="T13" fmla="*/ 457 h 40"/>
                <a:gd name="T14" fmla="*/ 0 w 39"/>
                <a:gd name="T15" fmla="*/ 457 h 40"/>
                <a:gd name="T16" fmla="*/ 117 w 39"/>
                <a:gd name="T17" fmla="*/ 365 h 40"/>
                <a:gd name="T18" fmla="*/ 19 w 39"/>
                <a:gd name="T19" fmla="*/ 218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0">
                  <a:moveTo>
                    <a:pt x="4" y="15"/>
                  </a:moveTo>
                  <a:cubicBezTo>
                    <a:pt x="11" y="15"/>
                    <a:pt x="12" y="15"/>
                    <a:pt x="19" y="13"/>
                  </a:cubicBezTo>
                  <a:cubicBezTo>
                    <a:pt x="21" y="12"/>
                    <a:pt x="39" y="0"/>
                    <a:pt x="38" y="8"/>
                  </a:cubicBezTo>
                  <a:cubicBezTo>
                    <a:pt x="37" y="11"/>
                    <a:pt x="29" y="13"/>
                    <a:pt x="27" y="15"/>
                  </a:cubicBezTo>
                  <a:cubicBezTo>
                    <a:pt x="24" y="19"/>
                    <a:pt x="24" y="22"/>
                    <a:pt x="23" y="26"/>
                  </a:cubicBezTo>
                  <a:cubicBezTo>
                    <a:pt x="21" y="37"/>
                    <a:pt x="16" y="38"/>
                    <a:pt x="6" y="40"/>
                  </a:cubicBezTo>
                  <a:cubicBezTo>
                    <a:pt x="7" y="40"/>
                    <a:pt x="7" y="40"/>
                    <a:pt x="8" y="40"/>
                  </a:cubicBezTo>
                  <a:cubicBezTo>
                    <a:pt x="5" y="40"/>
                    <a:pt x="3" y="40"/>
                    <a:pt x="0" y="40"/>
                  </a:cubicBezTo>
                  <a:cubicBezTo>
                    <a:pt x="4" y="39"/>
                    <a:pt x="11" y="37"/>
                    <a:pt x="12" y="32"/>
                  </a:cubicBezTo>
                  <a:cubicBezTo>
                    <a:pt x="12" y="25"/>
                    <a:pt x="2" y="26"/>
                    <a:pt x="2" y="19"/>
                  </a:cubicBezTo>
                </a:path>
              </a:pathLst>
            </a:custGeom>
            <a:solidFill>
              <a:srgbClr val="F9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5" name="Freeform 108">
              <a:extLst>
                <a:ext uri="{FF2B5EF4-FFF2-40B4-BE49-F238E27FC236}">
                  <a16:creationId xmlns:a16="http://schemas.microsoft.com/office/drawing/2014/main" id="{990D6406-0509-4B25-B8DB-3D8F64788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659"/>
              <a:ext cx="45" cy="39"/>
            </a:xfrm>
            <a:custGeom>
              <a:avLst/>
              <a:gdLst>
                <a:gd name="T0" fmla="*/ 28 w 21"/>
                <a:gd name="T1" fmla="*/ 11 h 17"/>
                <a:gd name="T2" fmla="*/ 129 w 21"/>
                <a:gd name="T3" fmla="*/ 11 h 17"/>
                <a:gd name="T4" fmla="*/ 197 w 21"/>
                <a:gd name="T5" fmla="*/ 0 h 17"/>
                <a:gd name="T6" fmla="*/ 156 w 21"/>
                <a:gd name="T7" fmla="*/ 158 h 17"/>
                <a:gd name="T8" fmla="*/ 0 w 21"/>
                <a:gd name="T9" fmla="*/ 195 h 17"/>
                <a:gd name="T10" fmla="*/ 88 w 21"/>
                <a:gd name="T11" fmla="*/ 147 h 17"/>
                <a:gd name="T12" fmla="*/ 60 w 21"/>
                <a:gd name="T13" fmla="*/ 2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7">
                  <a:moveTo>
                    <a:pt x="3" y="1"/>
                  </a:moveTo>
                  <a:cubicBezTo>
                    <a:pt x="6" y="1"/>
                    <a:pt x="9" y="2"/>
                    <a:pt x="13" y="1"/>
                  </a:cubicBezTo>
                  <a:cubicBezTo>
                    <a:pt x="15" y="1"/>
                    <a:pt x="18" y="0"/>
                    <a:pt x="20" y="0"/>
                  </a:cubicBezTo>
                  <a:cubicBezTo>
                    <a:pt x="21" y="5"/>
                    <a:pt x="20" y="10"/>
                    <a:pt x="16" y="13"/>
                  </a:cubicBezTo>
                  <a:cubicBezTo>
                    <a:pt x="12" y="17"/>
                    <a:pt x="6" y="15"/>
                    <a:pt x="0" y="16"/>
                  </a:cubicBezTo>
                  <a:cubicBezTo>
                    <a:pt x="3" y="14"/>
                    <a:pt x="7" y="14"/>
                    <a:pt x="9" y="12"/>
                  </a:cubicBezTo>
                  <a:cubicBezTo>
                    <a:pt x="11" y="9"/>
                    <a:pt x="11" y="3"/>
                    <a:pt x="6" y="2"/>
                  </a:cubicBezTo>
                </a:path>
              </a:pathLst>
            </a:custGeom>
            <a:solidFill>
              <a:srgbClr val="F9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6" name="Freeform 109">
              <a:extLst>
                <a:ext uri="{FF2B5EF4-FFF2-40B4-BE49-F238E27FC236}">
                  <a16:creationId xmlns:a16="http://schemas.microsoft.com/office/drawing/2014/main" id="{D3588BFE-B7CD-4A21-9103-104C44E3F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707"/>
              <a:ext cx="38" cy="34"/>
            </a:xfrm>
            <a:custGeom>
              <a:avLst/>
              <a:gdLst>
                <a:gd name="T0" fmla="*/ 0 w 18"/>
                <a:gd name="T1" fmla="*/ 138 h 15"/>
                <a:gd name="T2" fmla="*/ 112 w 18"/>
                <a:gd name="T3" fmla="*/ 129 h 15"/>
                <a:gd name="T4" fmla="*/ 133 w 18"/>
                <a:gd name="T5" fmla="*/ 0 h 15"/>
                <a:gd name="T6" fmla="*/ 17 w 18"/>
                <a:gd name="T7" fmla="*/ 45 h 15"/>
                <a:gd name="T8" fmla="*/ 57 w 18"/>
                <a:gd name="T9" fmla="*/ 10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0" y="12"/>
                  </a:moveTo>
                  <a:cubicBezTo>
                    <a:pt x="5" y="12"/>
                    <a:pt x="8" y="15"/>
                    <a:pt x="12" y="11"/>
                  </a:cubicBezTo>
                  <a:cubicBezTo>
                    <a:pt x="15" y="9"/>
                    <a:pt x="18" y="2"/>
                    <a:pt x="14" y="0"/>
                  </a:cubicBezTo>
                  <a:cubicBezTo>
                    <a:pt x="11" y="3"/>
                    <a:pt x="6" y="4"/>
                    <a:pt x="2" y="4"/>
                  </a:cubicBezTo>
                  <a:cubicBezTo>
                    <a:pt x="5" y="4"/>
                    <a:pt x="8" y="6"/>
                    <a:pt x="6" y="9"/>
                  </a:cubicBezTo>
                </a:path>
              </a:pathLst>
            </a:custGeom>
            <a:solidFill>
              <a:srgbClr val="F9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7" name="Freeform 110">
              <a:extLst>
                <a:ext uri="{FF2B5EF4-FFF2-40B4-BE49-F238E27FC236}">
                  <a16:creationId xmlns:a16="http://schemas.microsoft.com/office/drawing/2014/main" id="{0D416B4B-EC93-400E-A94A-CB7DF6E21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131"/>
              <a:ext cx="42" cy="61"/>
            </a:xfrm>
            <a:custGeom>
              <a:avLst/>
              <a:gdLst>
                <a:gd name="T0" fmla="*/ 128 w 20"/>
                <a:gd name="T1" fmla="*/ 0 h 27"/>
                <a:gd name="T2" fmla="*/ 0 w 20"/>
                <a:gd name="T3" fmla="*/ 239 h 27"/>
                <a:gd name="T4" fmla="*/ 160 w 20"/>
                <a:gd name="T5" fmla="*/ 183 h 27"/>
                <a:gd name="T6" fmla="*/ 141 w 20"/>
                <a:gd name="T7" fmla="*/ 2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7">
                  <a:moveTo>
                    <a:pt x="14" y="0"/>
                  </a:moveTo>
                  <a:cubicBezTo>
                    <a:pt x="19" y="7"/>
                    <a:pt x="8" y="27"/>
                    <a:pt x="0" y="21"/>
                  </a:cubicBezTo>
                  <a:cubicBezTo>
                    <a:pt x="6" y="24"/>
                    <a:pt x="13" y="22"/>
                    <a:pt x="17" y="16"/>
                  </a:cubicBezTo>
                  <a:cubicBezTo>
                    <a:pt x="20" y="12"/>
                    <a:pt x="20" y="4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8" name="Freeform 111">
              <a:extLst>
                <a:ext uri="{FF2B5EF4-FFF2-40B4-BE49-F238E27FC236}">
                  <a16:creationId xmlns:a16="http://schemas.microsoft.com/office/drawing/2014/main" id="{EB865E48-1531-4DD1-B85D-253CF74EC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981"/>
              <a:ext cx="41" cy="48"/>
            </a:xfrm>
            <a:custGeom>
              <a:avLst/>
              <a:gdLst>
                <a:gd name="T0" fmla="*/ 0 w 19"/>
                <a:gd name="T1" fmla="*/ 215 h 21"/>
                <a:gd name="T2" fmla="*/ 129 w 19"/>
                <a:gd name="T3" fmla="*/ 167 h 21"/>
                <a:gd name="T4" fmla="*/ 140 w 19"/>
                <a:gd name="T5" fmla="*/ 0 h 21"/>
                <a:gd name="T6" fmla="*/ 149 w 19"/>
                <a:gd name="T7" fmla="*/ 203 h 21"/>
                <a:gd name="T8" fmla="*/ 19 w 19"/>
                <a:gd name="T9" fmla="*/ 22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0" y="18"/>
                  </a:moveTo>
                  <a:cubicBezTo>
                    <a:pt x="4" y="21"/>
                    <a:pt x="10" y="17"/>
                    <a:pt x="13" y="14"/>
                  </a:cubicBezTo>
                  <a:cubicBezTo>
                    <a:pt x="16" y="10"/>
                    <a:pt x="14" y="5"/>
                    <a:pt x="14" y="0"/>
                  </a:cubicBezTo>
                  <a:cubicBezTo>
                    <a:pt x="16" y="6"/>
                    <a:pt x="19" y="11"/>
                    <a:pt x="15" y="17"/>
                  </a:cubicBezTo>
                  <a:cubicBezTo>
                    <a:pt x="12" y="21"/>
                    <a:pt x="7" y="21"/>
                    <a:pt x="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9" name="Freeform 112">
              <a:extLst>
                <a:ext uri="{FF2B5EF4-FFF2-40B4-BE49-F238E27FC236}">
                  <a16:creationId xmlns:a16="http://schemas.microsoft.com/office/drawing/2014/main" id="{4A7FA457-A965-43BF-9AA4-B13922C2A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648"/>
              <a:ext cx="39" cy="4"/>
            </a:xfrm>
            <a:custGeom>
              <a:avLst/>
              <a:gdLst>
                <a:gd name="T0" fmla="*/ 184 w 18"/>
                <a:gd name="T1" fmla="*/ 0 h 2"/>
                <a:gd name="T2" fmla="*/ 0 w 18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18" y="0"/>
                  </a:moveTo>
                  <a:cubicBezTo>
                    <a:pt x="9" y="2"/>
                    <a:pt x="7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0" name="Freeform 113">
              <a:extLst>
                <a:ext uri="{FF2B5EF4-FFF2-40B4-BE49-F238E27FC236}">
                  <a16:creationId xmlns:a16="http://schemas.microsoft.com/office/drawing/2014/main" id="{68A4A468-29FF-4383-BDB2-2FEA25289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691"/>
              <a:ext cx="37" cy="16"/>
            </a:xfrm>
            <a:custGeom>
              <a:avLst/>
              <a:gdLst>
                <a:gd name="T0" fmla="*/ 176 w 17"/>
                <a:gd name="T1" fmla="*/ 0 h 7"/>
                <a:gd name="T2" fmla="*/ 0 w 17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17" y="0"/>
                  </a:moveTo>
                  <a:cubicBezTo>
                    <a:pt x="12" y="7"/>
                    <a:pt x="5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1" name="Freeform 114">
              <a:extLst>
                <a:ext uri="{FF2B5EF4-FFF2-40B4-BE49-F238E27FC236}">
                  <a16:creationId xmlns:a16="http://schemas.microsoft.com/office/drawing/2014/main" id="{B62C4BCC-6F56-44C4-B1A0-2EF54A253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961"/>
              <a:ext cx="75" cy="63"/>
            </a:xfrm>
            <a:custGeom>
              <a:avLst/>
              <a:gdLst>
                <a:gd name="T0" fmla="*/ 109 w 35"/>
                <a:gd name="T1" fmla="*/ 36 h 28"/>
                <a:gd name="T2" fmla="*/ 189 w 35"/>
                <a:gd name="T3" fmla="*/ 275 h 28"/>
                <a:gd name="T4" fmla="*/ 109 w 35"/>
                <a:gd name="T5" fmla="*/ 3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11" y="3"/>
                  </a:moveTo>
                  <a:cubicBezTo>
                    <a:pt x="0" y="5"/>
                    <a:pt x="7" y="28"/>
                    <a:pt x="19" y="24"/>
                  </a:cubicBezTo>
                  <a:cubicBezTo>
                    <a:pt x="35" y="18"/>
                    <a:pt x="23" y="0"/>
                    <a:pt x="11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2" name="Freeform 115">
              <a:extLst>
                <a:ext uri="{FF2B5EF4-FFF2-40B4-BE49-F238E27FC236}">
                  <a16:creationId xmlns:a16="http://schemas.microsoft.com/office/drawing/2014/main" id="{E309FAE8-0899-40BA-BFE3-521DCCA61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952"/>
              <a:ext cx="6" cy="36"/>
            </a:xfrm>
            <a:custGeom>
              <a:avLst/>
              <a:gdLst>
                <a:gd name="T0" fmla="*/ 24 w 3"/>
                <a:gd name="T1" fmla="*/ 0 h 16"/>
                <a:gd name="T2" fmla="*/ 8 w 3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0"/>
                  </a:moveTo>
                  <a:cubicBezTo>
                    <a:pt x="0" y="1"/>
                    <a:pt x="0" y="11"/>
                    <a:pt x="1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3" name="Freeform 116">
              <a:extLst>
                <a:ext uri="{FF2B5EF4-FFF2-40B4-BE49-F238E27FC236}">
                  <a16:creationId xmlns:a16="http://schemas.microsoft.com/office/drawing/2014/main" id="{CC2625D6-A4DC-4245-ADDF-F2D3E592F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958"/>
              <a:ext cx="17" cy="28"/>
            </a:xfrm>
            <a:custGeom>
              <a:avLst/>
              <a:gdLst>
                <a:gd name="T0" fmla="*/ 0 w 8"/>
                <a:gd name="T1" fmla="*/ 0 h 12"/>
                <a:gd name="T2" fmla="*/ 77 w 8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3" y="2"/>
                    <a:pt x="7" y="6"/>
                    <a:pt x="8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4" name="Freeform 117">
              <a:extLst>
                <a:ext uri="{FF2B5EF4-FFF2-40B4-BE49-F238E27FC236}">
                  <a16:creationId xmlns:a16="http://schemas.microsoft.com/office/drawing/2014/main" id="{3D31D01E-4B26-460D-A24B-0334D1C8E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101"/>
              <a:ext cx="55" cy="71"/>
            </a:xfrm>
            <a:custGeom>
              <a:avLst/>
              <a:gdLst>
                <a:gd name="T0" fmla="*/ 228 w 26"/>
                <a:gd name="T1" fmla="*/ 167 h 31"/>
                <a:gd name="T2" fmla="*/ 133 w 26"/>
                <a:gd name="T3" fmla="*/ 373 h 31"/>
                <a:gd name="T4" fmla="*/ 17 w 26"/>
                <a:gd name="T5" fmla="*/ 204 h 31"/>
                <a:gd name="T6" fmla="*/ 228 w 26"/>
                <a:gd name="T7" fmla="*/ 16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1">
                  <a:moveTo>
                    <a:pt x="24" y="14"/>
                  </a:moveTo>
                  <a:cubicBezTo>
                    <a:pt x="26" y="20"/>
                    <a:pt x="23" y="31"/>
                    <a:pt x="14" y="31"/>
                  </a:cubicBezTo>
                  <a:cubicBezTo>
                    <a:pt x="4" y="31"/>
                    <a:pt x="0" y="23"/>
                    <a:pt x="2" y="17"/>
                  </a:cubicBezTo>
                  <a:cubicBezTo>
                    <a:pt x="4" y="8"/>
                    <a:pt x="19" y="0"/>
                    <a:pt x="24" y="1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5" name="Freeform 118">
              <a:extLst>
                <a:ext uri="{FF2B5EF4-FFF2-40B4-BE49-F238E27FC236}">
                  <a16:creationId xmlns:a16="http://schemas.microsoft.com/office/drawing/2014/main" id="{BD3ED66A-A2EE-4A0D-B7F2-6BD5DDE0C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095"/>
              <a:ext cx="26" cy="38"/>
            </a:xfrm>
            <a:custGeom>
              <a:avLst/>
              <a:gdLst>
                <a:gd name="T0" fmla="*/ 0 w 12"/>
                <a:gd name="T1" fmla="*/ 0 h 17"/>
                <a:gd name="T2" fmla="*/ 121 w 12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7" y="1"/>
                    <a:pt x="11" y="9"/>
                    <a:pt x="12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6" name="Freeform 119">
              <a:extLst>
                <a:ext uri="{FF2B5EF4-FFF2-40B4-BE49-F238E27FC236}">
                  <a16:creationId xmlns:a16="http://schemas.microsoft.com/office/drawing/2014/main" id="{8A6ECB87-8B02-471E-A232-548B2B8E8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122"/>
              <a:ext cx="6" cy="34"/>
            </a:xfrm>
            <a:custGeom>
              <a:avLst/>
              <a:gdLst>
                <a:gd name="T0" fmla="*/ 24 w 3"/>
                <a:gd name="T1" fmla="*/ 0 h 15"/>
                <a:gd name="T2" fmla="*/ 24 w 3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0" y="4"/>
                    <a:pt x="2" y="11"/>
                    <a:pt x="3" y="1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7" name="Freeform 120">
              <a:extLst>
                <a:ext uri="{FF2B5EF4-FFF2-40B4-BE49-F238E27FC236}">
                  <a16:creationId xmlns:a16="http://schemas.microsoft.com/office/drawing/2014/main" id="{068E1335-4411-4CB6-BD0E-56F1BCCE6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283"/>
              <a:ext cx="62" cy="61"/>
            </a:xfrm>
            <a:custGeom>
              <a:avLst/>
              <a:gdLst>
                <a:gd name="T0" fmla="*/ 120 w 29"/>
                <a:gd name="T1" fmla="*/ 36 h 27"/>
                <a:gd name="T2" fmla="*/ 205 w 29"/>
                <a:gd name="T3" fmla="*/ 230 h 27"/>
                <a:gd name="T4" fmla="*/ 28 w 29"/>
                <a:gd name="T5" fmla="*/ 210 h 27"/>
                <a:gd name="T6" fmla="*/ 120 w 29"/>
                <a:gd name="T7" fmla="*/ 3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7">
                  <a:moveTo>
                    <a:pt x="12" y="3"/>
                  </a:moveTo>
                  <a:cubicBezTo>
                    <a:pt x="22" y="0"/>
                    <a:pt x="29" y="12"/>
                    <a:pt x="21" y="20"/>
                  </a:cubicBezTo>
                  <a:cubicBezTo>
                    <a:pt x="13" y="27"/>
                    <a:pt x="6" y="23"/>
                    <a:pt x="3" y="18"/>
                  </a:cubicBezTo>
                  <a:cubicBezTo>
                    <a:pt x="0" y="12"/>
                    <a:pt x="3" y="5"/>
                    <a:pt x="12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8" name="Freeform 121">
              <a:extLst>
                <a:ext uri="{FF2B5EF4-FFF2-40B4-BE49-F238E27FC236}">
                  <a16:creationId xmlns:a16="http://schemas.microsoft.com/office/drawing/2014/main" id="{E9FB1421-A9E3-405C-AB0C-A29B829C4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274"/>
              <a:ext cx="29" cy="31"/>
            </a:xfrm>
            <a:custGeom>
              <a:avLst/>
              <a:gdLst>
                <a:gd name="T0" fmla="*/ 0 w 14"/>
                <a:gd name="T1" fmla="*/ 0 h 14"/>
                <a:gd name="T2" fmla="*/ 124 w 14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7" y="1"/>
                    <a:pt x="13" y="7"/>
                    <a:pt x="14" y="1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9" name="Freeform 122">
              <a:extLst>
                <a:ext uri="{FF2B5EF4-FFF2-40B4-BE49-F238E27FC236}">
                  <a16:creationId xmlns:a16="http://schemas.microsoft.com/office/drawing/2014/main" id="{309CCC68-6797-479A-8FB2-86DAE7F5F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292"/>
              <a:ext cx="5" cy="29"/>
            </a:xfrm>
            <a:custGeom>
              <a:avLst/>
              <a:gdLst>
                <a:gd name="T0" fmla="*/ 20 w 2"/>
                <a:gd name="T1" fmla="*/ 0 h 13"/>
                <a:gd name="T2" fmla="*/ 33 w 2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1" y="0"/>
                  </a:moveTo>
                  <a:cubicBezTo>
                    <a:pt x="0" y="2"/>
                    <a:pt x="0" y="10"/>
                    <a:pt x="2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0" name="Freeform 123">
              <a:extLst>
                <a:ext uri="{FF2B5EF4-FFF2-40B4-BE49-F238E27FC236}">
                  <a16:creationId xmlns:a16="http://schemas.microsoft.com/office/drawing/2014/main" id="{3A06CCF6-13F5-468D-BAFD-3BC312D66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412"/>
              <a:ext cx="64" cy="61"/>
            </a:xfrm>
            <a:custGeom>
              <a:avLst/>
              <a:gdLst>
                <a:gd name="T0" fmla="*/ 128 w 30"/>
                <a:gd name="T1" fmla="*/ 0 h 27"/>
                <a:gd name="T2" fmla="*/ 205 w 30"/>
                <a:gd name="T3" fmla="*/ 219 h 27"/>
                <a:gd name="T4" fmla="*/ 19 w 30"/>
                <a:gd name="T5" fmla="*/ 174 h 27"/>
                <a:gd name="T6" fmla="*/ 128 w 3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7">
                  <a:moveTo>
                    <a:pt x="13" y="0"/>
                  </a:moveTo>
                  <a:cubicBezTo>
                    <a:pt x="20" y="0"/>
                    <a:pt x="30" y="10"/>
                    <a:pt x="21" y="19"/>
                  </a:cubicBezTo>
                  <a:cubicBezTo>
                    <a:pt x="11" y="27"/>
                    <a:pt x="5" y="20"/>
                    <a:pt x="2" y="15"/>
                  </a:cubicBezTo>
                  <a:cubicBezTo>
                    <a:pt x="0" y="10"/>
                    <a:pt x="4" y="0"/>
                    <a:pt x="13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1" name="Freeform 124">
              <a:extLst>
                <a:ext uri="{FF2B5EF4-FFF2-40B4-BE49-F238E27FC236}">
                  <a16:creationId xmlns:a16="http://schemas.microsoft.com/office/drawing/2014/main" id="{E8BEDF40-EB30-4A78-9091-13788DA1B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401"/>
              <a:ext cx="27" cy="25"/>
            </a:xfrm>
            <a:custGeom>
              <a:avLst/>
              <a:gdLst>
                <a:gd name="T0" fmla="*/ 116 w 13"/>
                <a:gd name="T1" fmla="*/ 130 h 11"/>
                <a:gd name="T2" fmla="*/ 0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11"/>
                  </a:moveTo>
                  <a:cubicBezTo>
                    <a:pt x="8" y="2"/>
                    <a:pt x="5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2" name="Freeform 125">
              <a:extLst>
                <a:ext uri="{FF2B5EF4-FFF2-40B4-BE49-F238E27FC236}">
                  <a16:creationId xmlns:a16="http://schemas.microsoft.com/office/drawing/2014/main" id="{BC0BCC9C-5769-4FFB-9C78-93C53718A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412"/>
              <a:ext cx="13" cy="41"/>
            </a:xfrm>
            <a:custGeom>
              <a:avLst/>
              <a:gdLst>
                <a:gd name="T0" fmla="*/ 0 w 6"/>
                <a:gd name="T1" fmla="*/ 0 h 18"/>
                <a:gd name="T2" fmla="*/ 61 w 6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0" y="8"/>
                    <a:pt x="3" y="13"/>
                    <a:pt x="6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3" name="Freeform 126">
              <a:extLst>
                <a:ext uri="{FF2B5EF4-FFF2-40B4-BE49-F238E27FC236}">
                  <a16:creationId xmlns:a16="http://schemas.microsoft.com/office/drawing/2014/main" id="{E8ADA159-971C-4248-8ADC-CDB62085A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133"/>
              <a:ext cx="55" cy="21"/>
            </a:xfrm>
            <a:custGeom>
              <a:avLst/>
              <a:gdLst>
                <a:gd name="T0" fmla="*/ 228 w 26"/>
                <a:gd name="T1" fmla="*/ 0 h 9"/>
                <a:gd name="T2" fmla="*/ 133 w 26"/>
                <a:gd name="T3" fmla="*/ 12 h 9"/>
                <a:gd name="T4" fmla="*/ 17 w 26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24" y="0"/>
                  </a:moveTo>
                  <a:cubicBezTo>
                    <a:pt x="26" y="6"/>
                    <a:pt x="23" y="1"/>
                    <a:pt x="14" y="1"/>
                  </a:cubicBezTo>
                  <a:cubicBezTo>
                    <a:pt x="4" y="1"/>
                    <a:pt x="0" y="9"/>
                    <a:pt x="2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4" name="Freeform 127">
              <a:extLst>
                <a:ext uri="{FF2B5EF4-FFF2-40B4-BE49-F238E27FC236}">
                  <a16:creationId xmlns:a16="http://schemas.microsoft.com/office/drawing/2014/main" id="{8B6B6158-D0D1-46F0-9696-87D34725E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924"/>
              <a:ext cx="21" cy="19"/>
            </a:xfrm>
            <a:custGeom>
              <a:avLst/>
              <a:gdLst>
                <a:gd name="T0" fmla="*/ 67 w 10"/>
                <a:gd name="T1" fmla="*/ 107 h 8"/>
                <a:gd name="T2" fmla="*/ 8 w 10"/>
                <a:gd name="T3" fmla="*/ 29 h 8"/>
                <a:gd name="T4" fmla="*/ 92 w 10"/>
                <a:gd name="T5" fmla="*/ 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8"/>
                  </a:moveTo>
                  <a:cubicBezTo>
                    <a:pt x="5" y="8"/>
                    <a:pt x="0" y="5"/>
                    <a:pt x="1" y="2"/>
                  </a:cubicBezTo>
                  <a:cubicBezTo>
                    <a:pt x="3" y="0"/>
                    <a:pt x="8" y="2"/>
                    <a:pt x="10" y="2"/>
                  </a:cubicBezTo>
                </a:path>
              </a:pathLst>
            </a:custGeom>
            <a:noFill/>
            <a:ln w="12700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5" name="Freeform 128">
              <a:extLst>
                <a:ext uri="{FF2B5EF4-FFF2-40B4-BE49-F238E27FC236}">
                  <a16:creationId xmlns:a16="http://schemas.microsoft.com/office/drawing/2014/main" id="{B01CFF78-4B25-4AFC-848A-65DD30E4A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394"/>
              <a:ext cx="8" cy="11"/>
            </a:xfrm>
            <a:custGeom>
              <a:avLst/>
              <a:gdLst>
                <a:gd name="T0" fmla="*/ 0 w 4"/>
                <a:gd name="T1" fmla="*/ 53 h 5"/>
                <a:gd name="T2" fmla="*/ 3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6350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6" name="Freeform 129">
              <a:extLst>
                <a:ext uri="{FF2B5EF4-FFF2-40B4-BE49-F238E27FC236}">
                  <a16:creationId xmlns:a16="http://schemas.microsoft.com/office/drawing/2014/main" id="{05671C82-CBBE-4181-AB21-EF83BE31D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294"/>
              <a:ext cx="9" cy="5"/>
            </a:xfrm>
            <a:custGeom>
              <a:avLst/>
              <a:gdLst>
                <a:gd name="T0" fmla="*/ 0 w 4"/>
                <a:gd name="T1" fmla="*/ 33 h 2"/>
                <a:gd name="T2" fmla="*/ 45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6350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7" name="Freeform 130">
              <a:extLst>
                <a:ext uri="{FF2B5EF4-FFF2-40B4-BE49-F238E27FC236}">
                  <a16:creationId xmlns:a16="http://schemas.microsoft.com/office/drawing/2014/main" id="{C0A7E6B7-721D-454F-9C40-359D00755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085"/>
              <a:ext cx="15" cy="25"/>
            </a:xfrm>
            <a:custGeom>
              <a:avLst/>
              <a:gdLst>
                <a:gd name="T0" fmla="*/ 0 w 7"/>
                <a:gd name="T1" fmla="*/ 73 h 11"/>
                <a:gd name="T2" fmla="*/ 51 w 7"/>
                <a:gd name="T3" fmla="*/ 11 h 11"/>
                <a:gd name="T4" fmla="*/ 28 w 7"/>
                <a:gd name="T5" fmla="*/ 13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6"/>
                  </a:moveTo>
                  <a:cubicBezTo>
                    <a:pt x="1" y="4"/>
                    <a:pt x="2" y="0"/>
                    <a:pt x="5" y="1"/>
                  </a:cubicBezTo>
                  <a:cubicBezTo>
                    <a:pt x="7" y="2"/>
                    <a:pt x="5" y="10"/>
                    <a:pt x="3" y="11"/>
                  </a:cubicBezTo>
                </a:path>
              </a:pathLst>
            </a:custGeom>
            <a:noFill/>
            <a:ln w="6350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8" name="Freeform 131">
              <a:extLst>
                <a:ext uri="{FF2B5EF4-FFF2-40B4-BE49-F238E27FC236}">
                  <a16:creationId xmlns:a16="http://schemas.microsoft.com/office/drawing/2014/main" id="{44E66CB7-FBCE-41D4-B15E-8F358F79D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956"/>
              <a:ext cx="4" cy="7"/>
            </a:xfrm>
            <a:custGeom>
              <a:avLst/>
              <a:gdLst>
                <a:gd name="T0" fmla="*/ 0 w 2"/>
                <a:gd name="T1" fmla="*/ 37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6350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9" name="Freeform 132">
              <a:extLst>
                <a:ext uri="{FF2B5EF4-FFF2-40B4-BE49-F238E27FC236}">
                  <a16:creationId xmlns:a16="http://schemas.microsoft.com/office/drawing/2014/main" id="{257FB639-7379-441A-9D63-398189CE0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310"/>
              <a:ext cx="489" cy="1325"/>
            </a:xfrm>
            <a:custGeom>
              <a:avLst/>
              <a:gdLst>
                <a:gd name="T0" fmla="*/ 1269 w 230"/>
                <a:gd name="T1" fmla="*/ 6795 h 584"/>
                <a:gd name="T2" fmla="*/ 1971 w 230"/>
                <a:gd name="T3" fmla="*/ 2126 h 584"/>
                <a:gd name="T4" fmla="*/ 2201 w 230"/>
                <a:gd name="T5" fmla="*/ 1611 h 584"/>
                <a:gd name="T6" fmla="*/ 2160 w 230"/>
                <a:gd name="T7" fmla="*/ 1271 h 584"/>
                <a:gd name="T8" fmla="*/ 2084 w 230"/>
                <a:gd name="T9" fmla="*/ 855 h 584"/>
                <a:gd name="T10" fmla="*/ 1886 w 230"/>
                <a:gd name="T11" fmla="*/ 581 h 584"/>
                <a:gd name="T12" fmla="*/ 1682 w 230"/>
                <a:gd name="T13" fmla="*/ 617 h 584"/>
                <a:gd name="T14" fmla="*/ 1546 w 230"/>
                <a:gd name="T15" fmla="*/ 864 h 584"/>
                <a:gd name="T16" fmla="*/ 1325 w 230"/>
                <a:gd name="T17" fmla="*/ 783 h 584"/>
                <a:gd name="T18" fmla="*/ 1161 w 230"/>
                <a:gd name="T19" fmla="*/ 633 h 584"/>
                <a:gd name="T20" fmla="*/ 1040 w 230"/>
                <a:gd name="T21" fmla="*/ 293 h 584"/>
                <a:gd name="T22" fmla="*/ 308 w 230"/>
                <a:gd name="T23" fmla="*/ 406 h 584"/>
                <a:gd name="T24" fmla="*/ 289 w 230"/>
                <a:gd name="T25" fmla="*/ 1271 h 584"/>
                <a:gd name="T26" fmla="*/ 606 w 230"/>
                <a:gd name="T27" fmla="*/ 1448 h 584"/>
                <a:gd name="T28" fmla="*/ 940 w 230"/>
                <a:gd name="T29" fmla="*/ 1529 h 584"/>
                <a:gd name="T30" fmla="*/ 1048 w 230"/>
                <a:gd name="T31" fmla="*/ 1915 h 584"/>
                <a:gd name="T32" fmla="*/ 940 w 230"/>
                <a:gd name="T33" fmla="*/ 2081 h 584"/>
                <a:gd name="T34" fmla="*/ 963 w 230"/>
                <a:gd name="T35" fmla="*/ 2373 h 584"/>
                <a:gd name="T36" fmla="*/ 1084 w 230"/>
                <a:gd name="T37" fmla="*/ 2559 h 584"/>
                <a:gd name="T38" fmla="*/ 948 w 230"/>
                <a:gd name="T39" fmla="*/ 4438 h 584"/>
                <a:gd name="T40" fmla="*/ 606 w 230"/>
                <a:gd name="T41" fmla="*/ 6820 h 5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0" h="584">
                  <a:moveTo>
                    <a:pt x="132" y="582"/>
                  </a:moveTo>
                  <a:cubicBezTo>
                    <a:pt x="145" y="488"/>
                    <a:pt x="199" y="199"/>
                    <a:pt x="205" y="182"/>
                  </a:cubicBezTo>
                  <a:cubicBezTo>
                    <a:pt x="211" y="167"/>
                    <a:pt x="227" y="148"/>
                    <a:pt x="229" y="138"/>
                  </a:cubicBezTo>
                  <a:cubicBezTo>
                    <a:pt x="230" y="128"/>
                    <a:pt x="227" y="116"/>
                    <a:pt x="225" y="109"/>
                  </a:cubicBezTo>
                  <a:cubicBezTo>
                    <a:pt x="222" y="102"/>
                    <a:pt x="220" y="85"/>
                    <a:pt x="217" y="73"/>
                  </a:cubicBezTo>
                  <a:cubicBezTo>
                    <a:pt x="214" y="61"/>
                    <a:pt x="202" y="53"/>
                    <a:pt x="196" y="50"/>
                  </a:cubicBezTo>
                  <a:cubicBezTo>
                    <a:pt x="191" y="46"/>
                    <a:pt x="182" y="51"/>
                    <a:pt x="175" y="53"/>
                  </a:cubicBezTo>
                  <a:cubicBezTo>
                    <a:pt x="168" y="55"/>
                    <a:pt x="161" y="68"/>
                    <a:pt x="161" y="74"/>
                  </a:cubicBezTo>
                  <a:cubicBezTo>
                    <a:pt x="150" y="74"/>
                    <a:pt x="143" y="71"/>
                    <a:pt x="138" y="67"/>
                  </a:cubicBezTo>
                  <a:cubicBezTo>
                    <a:pt x="133" y="64"/>
                    <a:pt x="123" y="58"/>
                    <a:pt x="121" y="54"/>
                  </a:cubicBezTo>
                  <a:cubicBezTo>
                    <a:pt x="118" y="41"/>
                    <a:pt x="118" y="32"/>
                    <a:pt x="108" y="25"/>
                  </a:cubicBezTo>
                  <a:cubicBezTo>
                    <a:pt x="100" y="20"/>
                    <a:pt x="63" y="0"/>
                    <a:pt x="32" y="35"/>
                  </a:cubicBezTo>
                  <a:cubicBezTo>
                    <a:pt x="0" y="69"/>
                    <a:pt x="23" y="102"/>
                    <a:pt x="30" y="109"/>
                  </a:cubicBezTo>
                  <a:cubicBezTo>
                    <a:pt x="36" y="117"/>
                    <a:pt x="47" y="127"/>
                    <a:pt x="63" y="124"/>
                  </a:cubicBezTo>
                  <a:cubicBezTo>
                    <a:pt x="78" y="120"/>
                    <a:pt x="89" y="119"/>
                    <a:pt x="98" y="131"/>
                  </a:cubicBezTo>
                  <a:cubicBezTo>
                    <a:pt x="109" y="147"/>
                    <a:pt x="110" y="161"/>
                    <a:pt x="109" y="164"/>
                  </a:cubicBezTo>
                  <a:cubicBezTo>
                    <a:pt x="106" y="167"/>
                    <a:pt x="98" y="173"/>
                    <a:pt x="98" y="178"/>
                  </a:cubicBezTo>
                  <a:cubicBezTo>
                    <a:pt x="98" y="181"/>
                    <a:pt x="95" y="196"/>
                    <a:pt x="100" y="203"/>
                  </a:cubicBezTo>
                  <a:cubicBezTo>
                    <a:pt x="104" y="211"/>
                    <a:pt x="110" y="211"/>
                    <a:pt x="113" y="219"/>
                  </a:cubicBezTo>
                  <a:cubicBezTo>
                    <a:pt x="114" y="221"/>
                    <a:pt x="111" y="300"/>
                    <a:pt x="99" y="380"/>
                  </a:cubicBezTo>
                  <a:cubicBezTo>
                    <a:pt x="88" y="462"/>
                    <a:pt x="67" y="544"/>
                    <a:pt x="63" y="584"/>
                  </a:cubicBezTo>
                </a:path>
              </a:pathLst>
            </a:custGeom>
            <a:solidFill>
              <a:srgbClr val="F3C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0" name="Freeform 133">
              <a:extLst>
                <a:ext uri="{FF2B5EF4-FFF2-40B4-BE49-F238E27FC236}">
                  <a16:creationId xmlns:a16="http://schemas.microsoft.com/office/drawing/2014/main" id="{461CF20C-87C9-4203-8AD8-990D1AD41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310"/>
              <a:ext cx="257" cy="288"/>
            </a:xfrm>
            <a:custGeom>
              <a:avLst/>
              <a:gdLst>
                <a:gd name="T0" fmla="*/ 1141 w 121"/>
                <a:gd name="T1" fmla="*/ 678 h 127"/>
                <a:gd name="T2" fmla="*/ 1160 w 121"/>
                <a:gd name="T3" fmla="*/ 617 h 127"/>
                <a:gd name="T4" fmla="*/ 1032 w 121"/>
                <a:gd name="T5" fmla="*/ 293 h 127"/>
                <a:gd name="T6" fmla="*/ 306 w 121"/>
                <a:gd name="T7" fmla="*/ 406 h 127"/>
                <a:gd name="T8" fmla="*/ 289 w 121"/>
                <a:gd name="T9" fmla="*/ 1270 h 127"/>
                <a:gd name="T10" fmla="*/ 605 w 121"/>
                <a:gd name="T11" fmla="*/ 1445 h 127"/>
                <a:gd name="T12" fmla="*/ 605 w 121"/>
                <a:gd name="T13" fmla="*/ 1445 h 127"/>
                <a:gd name="T14" fmla="*/ 631 w 121"/>
                <a:gd name="T15" fmla="*/ 1388 h 127"/>
                <a:gd name="T16" fmla="*/ 775 w 121"/>
                <a:gd name="T17" fmla="*/ 1157 h 127"/>
                <a:gd name="T18" fmla="*/ 1064 w 121"/>
                <a:gd name="T19" fmla="*/ 977 h 127"/>
                <a:gd name="T20" fmla="*/ 1141 w 121"/>
                <a:gd name="T21" fmla="*/ 678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27">
                  <a:moveTo>
                    <a:pt x="119" y="58"/>
                  </a:moveTo>
                  <a:cubicBezTo>
                    <a:pt x="119" y="58"/>
                    <a:pt x="120" y="57"/>
                    <a:pt x="121" y="53"/>
                  </a:cubicBezTo>
                  <a:cubicBezTo>
                    <a:pt x="118" y="40"/>
                    <a:pt x="117" y="32"/>
                    <a:pt x="108" y="25"/>
                  </a:cubicBezTo>
                  <a:cubicBezTo>
                    <a:pt x="100" y="20"/>
                    <a:pt x="63" y="0"/>
                    <a:pt x="32" y="35"/>
                  </a:cubicBezTo>
                  <a:cubicBezTo>
                    <a:pt x="0" y="69"/>
                    <a:pt x="23" y="102"/>
                    <a:pt x="30" y="109"/>
                  </a:cubicBezTo>
                  <a:cubicBezTo>
                    <a:pt x="36" y="117"/>
                    <a:pt x="47" y="127"/>
                    <a:pt x="63" y="124"/>
                  </a:cubicBezTo>
                  <a:cubicBezTo>
                    <a:pt x="63" y="124"/>
                    <a:pt x="63" y="124"/>
                    <a:pt x="63" y="124"/>
                  </a:cubicBezTo>
                  <a:cubicBezTo>
                    <a:pt x="64" y="123"/>
                    <a:pt x="66" y="122"/>
                    <a:pt x="66" y="119"/>
                  </a:cubicBezTo>
                  <a:cubicBezTo>
                    <a:pt x="66" y="110"/>
                    <a:pt x="75" y="104"/>
                    <a:pt x="81" y="99"/>
                  </a:cubicBezTo>
                  <a:cubicBezTo>
                    <a:pt x="88" y="94"/>
                    <a:pt x="100" y="92"/>
                    <a:pt x="111" y="84"/>
                  </a:cubicBezTo>
                  <a:cubicBezTo>
                    <a:pt x="121" y="76"/>
                    <a:pt x="119" y="66"/>
                    <a:pt x="119" y="58"/>
                  </a:cubicBezTo>
                  <a:close/>
                </a:path>
              </a:pathLst>
            </a:custGeom>
            <a:solidFill>
              <a:srgbClr val="BFB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1" name="Freeform 134">
              <a:extLst>
                <a:ext uri="{FF2B5EF4-FFF2-40B4-BE49-F238E27FC236}">
                  <a16:creationId xmlns:a16="http://schemas.microsoft.com/office/drawing/2014/main" id="{57FF5F98-524A-4E1E-BD85-42ED05558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362"/>
              <a:ext cx="163" cy="132"/>
            </a:xfrm>
            <a:custGeom>
              <a:avLst/>
              <a:gdLst>
                <a:gd name="T0" fmla="*/ 730 w 77"/>
                <a:gd name="T1" fmla="*/ 296 h 58"/>
                <a:gd name="T2" fmla="*/ 373 w 77"/>
                <a:gd name="T3" fmla="*/ 259 h 58"/>
                <a:gd name="T4" fmla="*/ 49 w 77"/>
                <a:gd name="T5" fmla="*/ 683 h 58"/>
                <a:gd name="T6" fmla="*/ 256 w 77"/>
                <a:gd name="T7" fmla="*/ 203 h 58"/>
                <a:gd name="T8" fmla="*/ 445 w 77"/>
                <a:gd name="T9" fmla="*/ 57 h 58"/>
                <a:gd name="T10" fmla="*/ 627 w 77"/>
                <a:gd name="T11" fmla="*/ 2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58">
                  <a:moveTo>
                    <a:pt x="77" y="25"/>
                  </a:moveTo>
                  <a:cubicBezTo>
                    <a:pt x="72" y="9"/>
                    <a:pt x="49" y="18"/>
                    <a:pt x="39" y="22"/>
                  </a:cubicBezTo>
                  <a:cubicBezTo>
                    <a:pt x="22" y="28"/>
                    <a:pt x="11" y="42"/>
                    <a:pt x="5" y="58"/>
                  </a:cubicBezTo>
                  <a:cubicBezTo>
                    <a:pt x="0" y="42"/>
                    <a:pt x="16" y="25"/>
                    <a:pt x="27" y="17"/>
                  </a:cubicBezTo>
                  <a:cubicBezTo>
                    <a:pt x="33" y="12"/>
                    <a:pt x="40" y="7"/>
                    <a:pt x="47" y="5"/>
                  </a:cubicBezTo>
                  <a:cubicBezTo>
                    <a:pt x="52" y="3"/>
                    <a:pt x="61" y="0"/>
                    <a:pt x="66" y="2"/>
                  </a:cubicBezTo>
                </a:path>
              </a:pathLst>
            </a:custGeom>
            <a:solidFill>
              <a:srgbClr val="B4A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2" name="Freeform 135">
              <a:extLst>
                <a:ext uri="{FF2B5EF4-FFF2-40B4-BE49-F238E27FC236}">
                  <a16:creationId xmlns:a16="http://schemas.microsoft.com/office/drawing/2014/main" id="{E4DE72F3-A221-45C9-9775-896CA0BDC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460"/>
              <a:ext cx="142" cy="163"/>
            </a:xfrm>
            <a:custGeom>
              <a:avLst/>
              <a:gdLst>
                <a:gd name="T0" fmla="*/ 0 w 67"/>
                <a:gd name="T1" fmla="*/ 394 h 72"/>
                <a:gd name="T2" fmla="*/ 229 w 67"/>
                <a:gd name="T3" fmla="*/ 324 h 72"/>
                <a:gd name="T4" fmla="*/ 314 w 67"/>
                <a:gd name="T5" fmla="*/ 604 h 72"/>
                <a:gd name="T6" fmla="*/ 273 w 67"/>
                <a:gd name="T7" fmla="*/ 835 h 72"/>
                <a:gd name="T8" fmla="*/ 426 w 67"/>
                <a:gd name="T9" fmla="*/ 466 h 72"/>
                <a:gd name="T10" fmla="*/ 638 w 67"/>
                <a:gd name="T11" fmla="*/ 149 h 72"/>
                <a:gd name="T12" fmla="*/ 273 w 67"/>
                <a:gd name="T13" fmla="*/ 0 h 72"/>
                <a:gd name="T14" fmla="*/ 201 w 67"/>
                <a:gd name="T15" fmla="*/ 247 h 72"/>
                <a:gd name="T16" fmla="*/ 49 w 67"/>
                <a:gd name="T17" fmla="*/ 35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72">
                  <a:moveTo>
                    <a:pt x="0" y="34"/>
                  </a:moveTo>
                  <a:cubicBezTo>
                    <a:pt x="16" y="31"/>
                    <a:pt x="14" y="10"/>
                    <a:pt x="24" y="28"/>
                  </a:cubicBezTo>
                  <a:cubicBezTo>
                    <a:pt x="28" y="34"/>
                    <a:pt x="33" y="44"/>
                    <a:pt x="33" y="52"/>
                  </a:cubicBezTo>
                  <a:cubicBezTo>
                    <a:pt x="33" y="59"/>
                    <a:pt x="32" y="65"/>
                    <a:pt x="29" y="72"/>
                  </a:cubicBezTo>
                  <a:cubicBezTo>
                    <a:pt x="37" y="65"/>
                    <a:pt x="39" y="49"/>
                    <a:pt x="45" y="40"/>
                  </a:cubicBezTo>
                  <a:cubicBezTo>
                    <a:pt x="53" y="29"/>
                    <a:pt x="61" y="27"/>
                    <a:pt x="67" y="13"/>
                  </a:cubicBezTo>
                  <a:cubicBezTo>
                    <a:pt x="54" y="22"/>
                    <a:pt x="35" y="10"/>
                    <a:pt x="29" y="0"/>
                  </a:cubicBezTo>
                  <a:cubicBezTo>
                    <a:pt x="26" y="6"/>
                    <a:pt x="25" y="16"/>
                    <a:pt x="21" y="21"/>
                  </a:cubicBezTo>
                  <a:cubicBezTo>
                    <a:pt x="17" y="27"/>
                    <a:pt x="10" y="26"/>
                    <a:pt x="5" y="31"/>
                  </a:cubicBezTo>
                </a:path>
              </a:pathLst>
            </a:custGeom>
            <a:solidFill>
              <a:srgbClr val="F0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3" name="Freeform 136">
              <a:extLst>
                <a:ext uri="{FF2B5EF4-FFF2-40B4-BE49-F238E27FC236}">
                  <a16:creationId xmlns:a16="http://schemas.microsoft.com/office/drawing/2014/main" id="{A181FA2C-2B41-4645-8C01-AB864766D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430"/>
              <a:ext cx="90" cy="381"/>
            </a:xfrm>
            <a:custGeom>
              <a:avLst/>
              <a:gdLst>
                <a:gd name="T0" fmla="*/ 0 w 42"/>
                <a:gd name="T1" fmla="*/ 11 h 168"/>
                <a:gd name="T2" fmla="*/ 266 w 42"/>
                <a:gd name="T3" fmla="*/ 349 h 168"/>
                <a:gd name="T4" fmla="*/ 386 w 42"/>
                <a:gd name="T5" fmla="*/ 875 h 168"/>
                <a:gd name="T6" fmla="*/ 197 w 42"/>
                <a:gd name="T7" fmla="*/ 1363 h 168"/>
                <a:gd name="T8" fmla="*/ 51 w 42"/>
                <a:gd name="T9" fmla="*/ 1959 h 168"/>
                <a:gd name="T10" fmla="*/ 77 w 42"/>
                <a:gd name="T11" fmla="*/ 1619 h 168"/>
                <a:gd name="T12" fmla="*/ 77 w 42"/>
                <a:gd name="T13" fmla="*/ 1388 h 168"/>
                <a:gd name="T14" fmla="*/ 206 w 42"/>
                <a:gd name="T15" fmla="*/ 946 h 168"/>
                <a:gd name="T16" fmla="*/ 0 w 42"/>
                <a:gd name="T17" fmla="*/ 73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68">
                  <a:moveTo>
                    <a:pt x="0" y="1"/>
                  </a:moveTo>
                  <a:cubicBezTo>
                    <a:pt x="19" y="0"/>
                    <a:pt x="23" y="15"/>
                    <a:pt x="27" y="30"/>
                  </a:cubicBezTo>
                  <a:cubicBezTo>
                    <a:pt x="31" y="45"/>
                    <a:pt x="37" y="59"/>
                    <a:pt x="39" y="75"/>
                  </a:cubicBezTo>
                  <a:cubicBezTo>
                    <a:pt x="42" y="95"/>
                    <a:pt x="28" y="101"/>
                    <a:pt x="20" y="117"/>
                  </a:cubicBezTo>
                  <a:cubicBezTo>
                    <a:pt x="12" y="133"/>
                    <a:pt x="13" y="153"/>
                    <a:pt x="5" y="168"/>
                  </a:cubicBezTo>
                  <a:cubicBezTo>
                    <a:pt x="5" y="159"/>
                    <a:pt x="7" y="149"/>
                    <a:pt x="8" y="139"/>
                  </a:cubicBezTo>
                  <a:cubicBezTo>
                    <a:pt x="8" y="132"/>
                    <a:pt x="6" y="125"/>
                    <a:pt x="8" y="119"/>
                  </a:cubicBezTo>
                  <a:cubicBezTo>
                    <a:pt x="13" y="103"/>
                    <a:pt x="24" y="100"/>
                    <a:pt x="21" y="81"/>
                  </a:cubicBezTo>
                  <a:cubicBezTo>
                    <a:pt x="15" y="54"/>
                    <a:pt x="23" y="26"/>
                    <a:pt x="0" y="6"/>
                  </a:cubicBezTo>
                </a:path>
              </a:pathLst>
            </a:custGeom>
            <a:solidFill>
              <a:srgbClr val="F0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4" name="Freeform 137">
              <a:extLst>
                <a:ext uri="{FF2B5EF4-FFF2-40B4-BE49-F238E27FC236}">
                  <a16:creationId xmlns:a16="http://schemas.microsoft.com/office/drawing/2014/main" id="{292C1B66-5C17-42F6-8BCB-D2B5A0D70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725"/>
              <a:ext cx="51" cy="104"/>
            </a:xfrm>
            <a:custGeom>
              <a:avLst/>
              <a:gdLst>
                <a:gd name="T0" fmla="*/ 19 w 24"/>
                <a:gd name="T1" fmla="*/ 0 h 46"/>
                <a:gd name="T2" fmla="*/ 85 w 24"/>
                <a:gd name="T3" fmla="*/ 255 h 46"/>
                <a:gd name="T4" fmla="*/ 230 w 24"/>
                <a:gd name="T5" fmla="*/ 531 h 46"/>
                <a:gd name="T6" fmla="*/ 153 w 24"/>
                <a:gd name="T7" fmla="*/ 255 h 46"/>
                <a:gd name="T8" fmla="*/ 19 w 24"/>
                <a:gd name="T9" fmla="*/ 3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6">
                  <a:moveTo>
                    <a:pt x="2" y="0"/>
                  </a:moveTo>
                  <a:cubicBezTo>
                    <a:pt x="0" y="12"/>
                    <a:pt x="2" y="14"/>
                    <a:pt x="9" y="22"/>
                  </a:cubicBezTo>
                  <a:cubicBezTo>
                    <a:pt x="15" y="29"/>
                    <a:pt x="20" y="37"/>
                    <a:pt x="24" y="46"/>
                  </a:cubicBezTo>
                  <a:cubicBezTo>
                    <a:pt x="20" y="38"/>
                    <a:pt x="21" y="29"/>
                    <a:pt x="16" y="22"/>
                  </a:cubicBezTo>
                  <a:cubicBezTo>
                    <a:pt x="11" y="15"/>
                    <a:pt x="4" y="12"/>
                    <a:pt x="2" y="3"/>
                  </a:cubicBezTo>
                </a:path>
              </a:pathLst>
            </a:custGeom>
            <a:solidFill>
              <a:srgbClr val="F0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5" name="Freeform 138">
              <a:extLst>
                <a:ext uri="{FF2B5EF4-FFF2-40B4-BE49-F238E27FC236}">
                  <a16:creationId xmlns:a16="http://schemas.microsoft.com/office/drawing/2014/main" id="{6D80193A-622C-4EA9-94E1-D3FD82EFB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353"/>
              <a:ext cx="124" cy="209"/>
            </a:xfrm>
            <a:custGeom>
              <a:avLst/>
              <a:gdLst>
                <a:gd name="T0" fmla="*/ 28 w 58"/>
                <a:gd name="T1" fmla="*/ 1079 h 92"/>
                <a:gd name="T2" fmla="*/ 342 w 58"/>
                <a:gd name="T3" fmla="*/ 795 h 92"/>
                <a:gd name="T4" fmla="*/ 558 w 58"/>
                <a:gd name="T5" fmla="*/ 434 h 92"/>
                <a:gd name="T6" fmla="*/ 173 w 58"/>
                <a:gd name="T7" fmla="*/ 0 h 92"/>
                <a:gd name="T8" fmla="*/ 449 w 58"/>
                <a:gd name="T9" fmla="*/ 470 h 92"/>
                <a:gd name="T10" fmla="*/ 28 w 58"/>
                <a:gd name="T11" fmla="*/ 1079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92">
                  <a:moveTo>
                    <a:pt x="3" y="92"/>
                  </a:moveTo>
                  <a:cubicBezTo>
                    <a:pt x="11" y="76"/>
                    <a:pt x="20" y="73"/>
                    <a:pt x="35" y="68"/>
                  </a:cubicBezTo>
                  <a:cubicBezTo>
                    <a:pt x="50" y="62"/>
                    <a:pt x="55" y="59"/>
                    <a:pt x="57" y="37"/>
                  </a:cubicBezTo>
                  <a:cubicBezTo>
                    <a:pt x="58" y="16"/>
                    <a:pt x="38" y="0"/>
                    <a:pt x="18" y="0"/>
                  </a:cubicBezTo>
                  <a:cubicBezTo>
                    <a:pt x="34" y="7"/>
                    <a:pt x="48" y="28"/>
                    <a:pt x="46" y="40"/>
                  </a:cubicBezTo>
                  <a:cubicBezTo>
                    <a:pt x="43" y="52"/>
                    <a:pt x="0" y="68"/>
                    <a:pt x="3" y="92"/>
                  </a:cubicBezTo>
                  <a:close/>
                </a:path>
              </a:pathLst>
            </a:custGeom>
            <a:solidFill>
              <a:srgbClr val="B4A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6" name="Freeform 139">
              <a:extLst>
                <a:ext uri="{FF2B5EF4-FFF2-40B4-BE49-F238E27FC236}">
                  <a16:creationId xmlns:a16="http://schemas.microsoft.com/office/drawing/2014/main" id="{5E8D9549-BB82-4EA5-9DBF-2B5F6B5DC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453"/>
              <a:ext cx="57" cy="268"/>
            </a:xfrm>
            <a:custGeom>
              <a:avLst/>
              <a:gdLst>
                <a:gd name="T0" fmla="*/ 8 w 27"/>
                <a:gd name="T1" fmla="*/ 1383 h 118"/>
                <a:gd name="T2" fmla="*/ 160 w 27"/>
                <a:gd name="T3" fmla="*/ 1042 h 118"/>
                <a:gd name="T4" fmla="*/ 228 w 27"/>
                <a:gd name="T5" fmla="*/ 690 h 118"/>
                <a:gd name="T6" fmla="*/ 152 w 27"/>
                <a:gd name="T7" fmla="*/ 329 h 118"/>
                <a:gd name="T8" fmla="*/ 36 w 27"/>
                <a:gd name="T9" fmla="*/ 0 h 118"/>
                <a:gd name="T10" fmla="*/ 103 w 27"/>
                <a:gd name="T11" fmla="*/ 316 h 118"/>
                <a:gd name="T12" fmla="*/ 144 w 27"/>
                <a:gd name="T13" fmla="*/ 620 h 118"/>
                <a:gd name="T14" fmla="*/ 152 w 27"/>
                <a:gd name="T15" fmla="*/ 949 h 118"/>
                <a:gd name="T16" fmla="*/ 8 w 27"/>
                <a:gd name="T17" fmla="*/ 1383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18">
                  <a:moveTo>
                    <a:pt x="1" y="118"/>
                  </a:moveTo>
                  <a:cubicBezTo>
                    <a:pt x="0" y="108"/>
                    <a:pt x="11" y="97"/>
                    <a:pt x="17" y="89"/>
                  </a:cubicBezTo>
                  <a:cubicBezTo>
                    <a:pt x="25" y="79"/>
                    <a:pt x="27" y="71"/>
                    <a:pt x="24" y="59"/>
                  </a:cubicBezTo>
                  <a:cubicBezTo>
                    <a:pt x="21" y="48"/>
                    <a:pt x="18" y="39"/>
                    <a:pt x="16" y="28"/>
                  </a:cubicBezTo>
                  <a:cubicBezTo>
                    <a:pt x="14" y="15"/>
                    <a:pt x="13" y="9"/>
                    <a:pt x="4" y="0"/>
                  </a:cubicBezTo>
                  <a:cubicBezTo>
                    <a:pt x="11" y="5"/>
                    <a:pt x="10" y="19"/>
                    <a:pt x="11" y="27"/>
                  </a:cubicBezTo>
                  <a:cubicBezTo>
                    <a:pt x="11" y="36"/>
                    <a:pt x="13" y="45"/>
                    <a:pt x="15" y="53"/>
                  </a:cubicBezTo>
                  <a:cubicBezTo>
                    <a:pt x="18" y="63"/>
                    <a:pt x="20" y="71"/>
                    <a:pt x="16" y="81"/>
                  </a:cubicBezTo>
                  <a:cubicBezTo>
                    <a:pt x="11" y="95"/>
                    <a:pt x="1" y="103"/>
                    <a:pt x="1" y="118"/>
                  </a:cubicBezTo>
                </a:path>
              </a:pathLst>
            </a:custGeom>
            <a:solidFill>
              <a:srgbClr val="EB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7" name="Freeform 140">
              <a:extLst>
                <a:ext uri="{FF2B5EF4-FFF2-40B4-BE49-F238E27FC236}">
                  <a16:creationId xmlns:a16="http://schemas.microsoft.com/office/drawing/2014/main" id="{E234AC24-C559-4B9D-8D55-9DE41A63F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457"/>
              <a:ext cx="89" cy="155"/>
            </a:xfrm>
            <a:custGeom>
              <a:avLst/>
              <a:gdLst>
                <a:gd name="T0" fmla="*/ 0 w 42"/>
                <a:gd name="T1" fmla="*/ 0 h 68"/>
                <a:gd name="T2" fmla="*/ 333 w 42"/>
                <a:gd name="T3" fmla="*/ 155 h 68"/>
                <a:gd name="T4" fmla="*/ 390 w 42"/>
                <a:gd name="T5" fmla="*/ 187 h 68"/>
                <a:gd name="T6" fmla="*/ 288 w 42"/>
                <a:gd name="T7" fmla="*/ 342 h 68"/>
                <a:gd name="T8" fmla="*/ 136 w 42"/>
                <a:gd name="T9" fmla="*/ 556 h 68"/>
                <a:gd name="T10" fmla="*/ 28 w 42"/>
                <a:gd name="T11" fmla="*/ 805 h 68"/>
                <a:gd name="T12" fmla="*/ 85 w 42"/>
                <a:gd name="T13" fmla="*/ 565 h 68"/>
                <a:gd name="T14" fmla="*/ 201 w 42"/>
                <a:gd name="T15" fmla="*/ 333 h 68"/>
                <a:gd name="T16" fmla="*/ 136 w 42"/>
                <a:gd name="T17" fmla="*/ 141 h 68"/>
                <a:gd name="T18" fmla="*/ 0 w 42"/>
                <a:gd name="T19" fmla="*/ 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68">
                  <a:moveTo>
                    <a:pt x="0" y="0"/>
                  </a:moveTo>
                  <a:cubicBezTo>
                    <a:pt x="5" y="7"/>
                    <a:pt x="13" y="16"/>
                    <a:pt x="35" y="13"/>
                  </a:cubicBezTo>
                  <a:cubicBezTo>
                    <a:pt x="39" y="13"/>
                    <a:pt x="42" y="12"/>
                    <a:pt x="41" y="16"/>
                  </a:cubicBezTo>
                  <a:cubicBezTo>
                    <a:pt x="40" y="19"/>
                    <a:pt x="36" y="24"/>
                    <a:pt x="30" y="29"/>
                  </a:cubicBezTo>
                  <a:cubicBezTo>
                    <a:pt x="24" y="34"/>
                    <a:pt x="18" y="37"/>
                    <a:pt x="14" y="47"/>
                  </a:cubicBezTo>
                  <a:cubicBezTo>
                    <a:pt x="10" y="56"/>
                    <a:pt x="7" y="63"/>
                    <a:pt x="3" y="68"/>
                  </a:cubicBezTo>
                  <a:cubicBezTo>
                    <a:pt x="7" y="60"/>
                    <a:pt x="8" y="56"/>
                    <a:pt x="9" y="48"/>
                  </a:cubicBezTo>
                  <a:cubicBezTo>
                    <a:pt x="11" y="41"/>
                    <a:pt x="15" y="33"/>
                    <a:pt x="21" y="28"/>
                  </a:cubicBezTo>
                  <a:cubicBezTo>
                    <a:pt x="28" y="23"/>
                    <a:pt x="23" y="19"/>
                    <a:pt x="14" y="12"/>
                  </a:cubicBezTo>
                  <a:cubicBezTo>
                    <a:pt x="4" y="6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EB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8" name="Freeform 141">
              <a:extLst>
                <a:ext uri="{FF2B5EF4-FFF2-40B4-BE49-F238E27FC236}">
                  <a16:creationId xmlns:a16="http://schemas.microsoft.com/office/drawing/2014/main" id="{F70889DC-A69B-4132-9981-38D04247D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514"/>
              <a:ext cx="102" cy="75"/>
            </a:xfrm>
            <a:custGeom>
              <a:avLst/>
              <a:gdLst>
                <a:gd name="T0" fmla="*/ 393 w 48"/>
                <a:gd name="T1" fmla="*/ 0 h 33"/>
                <a:gd name="T2" fmla="*/ 104 w 48"/>
                <a:gd name="T3" fmla="*/ 166 h 33"/>
                <a:gd name="T4" fmla="*/ 19 w 48"/>
                <a:gd name="T5" fmla="*/ 305 h 33"/>
                <a:gd name="T6" fmla="*/ 96 w 48"/>
                <a:gd name="T7" fmla="*/ 330 h 33"/>
                <a:gd name="T8" fmla="*/ 193 w 48"/>
                <a:gd name="T9" fmla="*/ 386 h 33"/>
                <a:gd name="T10" fmla="*/ 117 w 48"/>
                <a:gd name="T11" fmla="*/ 316 h 33"/>
                <a:gd name="T12" fmla="*/ 193 w 48"/>
                <a:gd name="T13" fmla="*/ 202 h 33"/>
                <a:gd name="T14" fmla="*/ 334 w 48"/>
                <a:gd name="T15" fmla="*/ 118 h 33"/>
                <a:gd name="T16" fmla="*/ 461 w 48"/>
                <a:gd name="T17" fmla="*/ 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33">
                  <a:moveTo>
                    <a:pt x="41" y="0"/>
                  </a:moveTo>
                  <a:cubicBezTo>
                    <a:pt x="31" y="2"/>
                    <a:pt x="20" y="8"/>
                    <a:pt x="11" y="14"/>
                  </a:cubicBezTo>
                  <a:cubicBezTo>
                    <a:pt x="8" y="16"/>
                    <a:pt x="0" y="21"/>
                    <a:pt x="2" y="26"/>
                  </a:cubicBezTo>
                  <a:cubicBezTo>
                    <a:pt x="3" y="28"/>
                    <a:pt x="7" y="28"/>
                    <a:pt x="10" y="28"/>
                  </a:cubicBezTo>
                  <a:cubicBezTo>
                    <a:pt x="14" y="29"/>
                    <a:pt x="16" y="32"/>
                    <a:pt x="20" y="33"/>
                  </a:cubicBezTo>
                  <a:cubicBezTo>
                    <a:pt x="17" y="32"/>
                    <a:pt x="13" y="30"/>
                    <a:pt x="12" y="27"/>
                  </a:cubicBezTo>
                  <a:cubicBezTo>
                    <a:pt x="12" y="22"/>
                    <a:pt x="17" y="19"/>
                    <a:pt x="20" y="17"/>
                  </a:cubicBezTo>
                  <a:cubicBezTo>
                    <a:pt x="25" y="14"/>
                    <a:pt x="30" y="12"/>
                    <a:pt x="35" y="10"/>
                  </a:cubicBezTo>
                  <a:cubicBezTo>
                    <a:pt x="39" y="7"/>
                    <a:pt x="46" y="4"/>
                    <a:pt x="48" y="0"/>
                  </a:cubicBezTo>
                </a:path>
              </a:pathLst>
            </a:custGeom>
            <a:solidFill>
              <a:srgbClr val="F0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9" name="Freeform 142">
              <a:extLst>
                <a:ext uri="{FF2B5EF4-FFF2-40B4-BE49-F238E27FC236}">
                  <a16:creationId xmlns:a16="http://schemas.microsoft.com/office/drawing/2014/main" id="{671A17F6-A704-4865-B489-C31FBEA62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494"/>
              <a:ext cx="94" cy="131"/>
            </a:xfrm>
            <a:custGeom>
              <a:avLst/>
              <a:gdLst>
                <a:gd name="T0" fmla="*/ 0 w 44"/>
                <a:gd name="T1" fmla="*/ 669 h 58"/>
                <a:gd name="T2" fmla="*/ 197 w 44"/>
                <a:gd name="T3" fmla="*/ 312 h 58"/>
                <a:gd name="T4" fmla="*/ 429 w 44"/>
                <a:gd name="T5" fmla="*/ 0 h 58"/>
                <a:gd name="T6" fmla="*/ 361 w 44"/>
                <a:gd name="T7" fmla="*/ 174 h 58"/>
                <a:gd name="T8" fmla="*/ 241 w 44"/>
                <a:gd name="T9" fmla="*/ 312 h 58"/>
                <a:gd name="T10" fmla="*/ 51 w 44"/>
                <a:gd name="T11" fmla="*/ 63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8">
                  <a:moveTo>
                    <a:pt x="0" y="58"/>
                  </a:moveTo>
                  <a:cubicBezTo>
                    <a:pt x="11" y="50"/>
                    <a:pt x="13" y="37"/>
                    <a:pt x="20" y="27"/>
                  </a:cubicBezTo>
                  <a:cubicBezTo>
                    <a:pt x="27" y="18"/>
                    <a:pt x="42" y="11"/>
                    <a:pt x="44" y="0"/>
                  </a:cubicBezTo>
                  <a:cubicBezTo>
                    <a:pt x="43" y="4"/>
                    <a:pt x="40" y="10"/>
                    <a:pt x="37" y="15"/>
                  </a:cubicBezTo>
                  <a:cubicBezTo>
                    <a:pt x="33" y="19"/>
                    <a:pt x="29" y="23"/>
                    <a:pt x="25" y="27"/>
                  </a:cubicBezTo>
                  <a:cubicBezTo>
                    <a:pt x="16" y="35"/>
                    <a:pt x="14" y="47"/>
                    <a:pt x="5" y="55"/>
                  </a:cubicBezTo>
                </a:path>
              </a:pathLst>
            </a:custGeom>
            <a:solidFill>
              <a:srgbClr val="F9E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0" name="Freeform 143">
              <a:extLst>
                <a:ext uri="{FF2B5EF4-FFF2-40B4-BE49-F238E27FC236}">
                  <a16:creationId xmlns:a16="http://schemas.microsoft.com/office/drawing/2014/main" id="{BA3BD8F5-6762-473F-B976-551B37717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668"/>
              <a:ext cx="32" cy="48"/>
            </a:xfrm>
            <a:custGeom>
              <a:avLst/>
              <a:gdLst>
                <a:gd name="T0" fmla="*/ 9 w 15"/>
                <a:gd name="T1" fmla="*/ 251 h 21"/>
                <a:gd name="T2" fmla="*/ 145 w 15"/>
                <a:gd name="T3" fmla="*/ 0 h 21"/>
                <a:gd name="T4" fmla="*/ 96 w 15"/>
                <a:gd name="T5" fmla="*/ 130 h 21"/>
                <a:gd name="T6" fmla="*/ 19 w 15"/>
                <a:gd name="T7" fmla="*/ 25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" y="21"/>
                  </a:moveTo>
                  <a:cubicBezTo>
                    <a:pt x="0" y="10"/>
                    <a:pt x="14" y="10"/>
                    <a:pt x="15" y="0"/>
                  </a:cubicBezTo>
                  <a:cubicBezTo>
                    <a:pt x="14" y="4"/>
                    <a:pt x="13" y="8"/>
                    <a:pt x="10" y="11"/>
                  </a:cubicBezTo>
                  <a:cubicBezTo>
                    <a:pt x="7" y="14"/>
                    <a:pt x="2" y="16"/>
                    <a:pt x="2" y="21"/>
                  </a:cubicBezTo>
                </a:path>
              </a:pathLst>
            </a:custGeom>
            <a:solidFill>
              <a:srgbClr val="F9E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1" name="Freeform 144">
              <a:extLst>
                <a:ext uri="{FF2B5EF4-FFF2-40B4-BE49-F238E27FC236}">
                  <a16:creationId xmlns:a16="http://schemas.microsoft.com/office/drawing/2014/main" id="{A77F603E-30DA-4CE8-A5D3-50E407E96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594"/>
              <a:ext cx="40" cy="54"/>
            </a:xfrm>
            <a:custGeom>
              <a:avLst/>
              <a:gdLst>
                <a:gd name="T0" fmla="*/ 0 w 19"/>
                <a:gd name="T1" fmla="*/ 0 h 24"/>
                <a:gd name="T2" fmla="*/ 177 w 19"/>
                <a:gd name="T3" fmla="*/ 275 h 24"/>
                <a:gd name="T4" fmla="*/ 0 w 19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4">
                  <a:moveTo>
                    <a:pt x="0" y="0"/>
                  </a:moveTo>
                  <a:cubicBezTo>
                    <a:pt x="8" y="5"/>
                    <a:pt x="14" y="1"/>
                    <a:pt x="19" y="24"/>
                  </a:cubicBezTo>
                  <a:cubicBezTo>
                    <a:pt x="16" y="2"/>
                    <a:pt x="15" y="5"/>
                    <a:pt x="0" y="0"/>
                  </a:cubicBezTo>
                  <a:close/>
                </a:path>
              </a:pathLst>
            </a:custGeom>
            <a:solidFill>
              <a:srgbClr val="F9E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2" name="Freeform 145">
              <a:extLst>
                <a:ext uri="{FF2B5EF4-FFF2-40B4-BE49-F238E27FC236}">
                  <a16:creationId xmlns:a16="http://schemas.microsoft.com/office/drawing/2014/main" id="{7545B6EB-0019-4397-96FF-F4A6BC0CE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430"/>
              <a:ext cx="34" cy="43"/>
            </a:xfrm>
            <a:custGeom>
              <a:avLst/>
              <a:gdLst>
                <a:gd name="T0" fmla="*/ 68 w 16"/>
                <a:gd name="T1" fmla="*/ 72 h 19"/>
                <a:gd name="T2" fmla="*/ 19 w 16"/>
                <a:gd name="T3" fmla="*/ 220 h 19"/>
                <a:gd name="T4" fmla="*/ 85 w 16"/>
                <a:gd name="T5" fmla="*/ 138 h 19"/>
                <a:gd name="T6" fmla="*/ 96 w 16"/>
                <a:gd name="T7" fmla="*/ 93 h 19"/>
                <a:gd name="T8" fmla="*/ 128 w 16"/>
                <a:gd name="T9" fmla="*/ 81 h 19"/>
                <a:gd name="T10" fmla="*/ 153 w 16"/>
                <a:gd name="T11" fmla="*/ 25 h 19"/>
                <a:gd name="T12" fmla="*/ 77 w 16"/>
                <a:gd name="T13" fmla="*/ 5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7" y="6"/>
                  </a:moveTo>
                  <a:cubicBezTo>
                    <a:pt x="4" y="9"/>
                    <a:pt x="0" y="15"/>
                    <a:pt x="2" y="19"/>
                  </a:cubicBezTo>
                  <a:cubicBezTo>
                    <a:pt x="4" y="18"/>
                    <a:pt x="8" y="14"/>
                    <a:pt x="9" y="12"/>
                  </a:cubicBezTo>
                  <a:cubicBezTo>
                    <a:pt x="9" y="11"/>
                    <a:pt x="9" y="10"/>
                    <a:pt x="10" y="8"/>
                  </a:cubicBezTo>
                  <a:cubicBezTo>
                    <a:pt x="10" y="7"/>
                    <a:pt x="12" y="7"/>
                    <a:pt x="13" y="7"/>
                  </a:cubicBezTo>
                  <a:cubicBezTo>
                    <a:pt x="14" y="5"/>
                    <a:pt x="15" y="4"/>
                    <a:pt x="16" y="2"/>
                  </a:cubicBezTo>
                  <a:cubicBezTo>
                    <a:pt x="14" y="0"/>
                    <a:pt x="9" y="4"/>
                    <a:pt x="8" y="5"/>
                  </a:cubicBezTo>
                </a:path>
              </a:pathLst>
            </a:custGeom>
            <a:solidFill>
              <a:srgbClr val="F0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3" name="Freeform 146">
              <a:extLst>
                <a:ext uri="{FF2B5EF4-FFF2-40B4-BE49-F238E27FC236}">
                  <a16:creationId xmlns:a16="http://schemas.microsoft.com/office/drawing/2014/main" id="{EE2FABA0-6C49-4044-98BE-2F4B88B0D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507"/>
              <a:ext cx="87" cy="327"/>
            </a:xfrm>
            <a:custGeom>
              <a:avLst/>
              <a:gdLst>
                <a:gd name="T0" fmla="*/ 112 w 41"/>
                <a:gd name="T1" fmla="*/ 1687 h 144"/>
                <a:gd name="T2" fmla="*/ 95 w 41"/>
                <a:gd name="T3" fmla="*/ 1242 h 144"/>
                <a:gd name="T4" fmla="*/ 8 w 41"/>
                <a:gd name="T5" fmla="*/ 1031 h 144"/>
                <a:gd name="T6" fmla="*/ 68 w 41"/>
                <a:gd name="T7" fmla="*/ 795 h 144"/>
                <a:gd name="T8" fmla="*/ 257 w 41"/>
                <a:gd name="T9" fmla="*/ 397 h 144"/>
                <a:gd name="T10" fmla="*/ 316 w 41"/>
                <a:gd name="T11" fmla="*/ 0 h 144"/>
                <a:gd name="T12" fmla="*/ 356 w 41"/>
                <a:gd name="T13" fmla="*/ 386 h 144"/>
                <a:gd name="T14" fmla="*/ 365 w 41"/>
                <a:gd name="T15" fmla="*/ 690 h 144"/>
                <a:gd name="T16" fmla="*/ 248 w 41"/>
                <a:gd name="T17" fmla="*/ 1051 h 144"/>
                <a:gd name="T18" fmla="*/ 172 w 41"/>
                <a:gd name="T19" fmla="*/ 151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144">
                  <a:moveTo>
                    <a:pt x="12" y="144"/>
                  </a:moveTo>
                  <a:cubicBezTo>
                    <a:pt x="13" y="133"/>
                    <a:pt x="13" y="117"/>
                    <a:pt x="10" y="106"/>
                  </a:cubicBezTo>
                  <a:cubicBezTo>
                    <a:pt x="8" y="100"/>
                    <a:pt x="2" y="94"/>
                    <a:pt x="1" y="88"/>
                  </a:cubicBezTo>
                  <a:cubicBezTo>
                    <a:pt x="0" y="81"/>
                    <a:pt x="5" y="74"/>
                    <a:pt x="7" y="68"/>
                  </a:cubicBezTo>
                  <a:cubicBezTo>
                    <a:pt x="13" y="55"/>
                    <a:pt x="23" y="48"/>
                    <a:pt x="27" y="34"/>
                  </a:cubicBezTo>
                  <a:cubicBezTo>
                    <a:pt x="30" y="23"/>
                    <a:pt x="34" y="11"/>
                    <a:pt x="33" y="0"/>
                  </a:cubicBezTo>
                  <a:cubicBezTo>
                    <a:pt x="39" y="8"/>
                    <a:pt x="36" y="23"/>
                    <a:pt x="37" y="33"/>
                  </a:cubicBezTo>
                  <a:cubicBezTo>
                    <a:pt x="38" y="41"/>
                    <a:pt x="41" y="51"/>
                    <a:pt x="38" y="59"/>
                  </a:cubicBezTo>
                  <a:cubicBezTo>
                    <a:pt x="33" y="70"/>
                    <a:pt x="28" y="78"/>
                    <a:pt x="26" y="90"/>
                  </a:cubicBezTo>
                  <a:cubicBezTo>
                    <a:pt x="23" y="103"/>
                    <a:pt x="19" y="115"/>
                    <a:pt x="18" y="129"/>
                  </a:cubicBezTo>
                </a:path>
              </a:pathLst>
            </a:custGeom>
            <a:solidFill>
              <a:srgbClr val="F0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4" name="Freeform 147">
              <a:extLst>
                <a:ext uri="{FF2B5EF4-FFF2-40B4-BE49-F238E27FC236}">
                  <a16:creationId xmlns:a16="http://schemas.microsoft.com/office/drawing/2014/main" id="{91118817-A026-4132-83E6-67E1B7240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310"/>
              <a:ext cx="489" cy="1325"/>
            </a:xfrm>
            <a:custGeom>
              <a:avLst/>
              <a:gdLst>
                <a:gd name="T0" fmla="*/ 1269 w 230"/>
                <a:gd name="T1" fmla="*/ 6795 h 584"/>
                <a:gd name="T2" fmla="*/ 1971 w 230"/>
                <a:gd name="T3" fmla="*/ 2126 h 584"/>
                <a:gd name="T4" fmla="*/ 2201 w 230"/>
                <a:gd name="T5" fmla="*/ 1611 h 584"/>
                <a:gd name="T6" fmla="*/ 2160 w 230"/>
                <a:gd name="T7" fmla="*/ 1271 h 584"/>
                <a:gd name="T8" fmla="*/ 2084 w 230"/>
                <a:gd name="T9" fmla="*/ 855 h 584"/>
                <a:gd name="T10" fmla="*/ 1886 w 230"/>
                <a:gd name="T11" fmla="*/ 581 h 584"/>
                <a:gd name="T12" fmla="*/ 1682 w 230"/>
                <a:gd name="T13" fmla="*/ 617 h 584"/>
                <a:gd name="T14" fmla="*/ 1546 w 230"/>
                <a:gd name="T15" fmla="*/ 864 h 584"/>
                <a:gd name="T16" fmla="*/ 1325 w 230"/>
                <a:gd name="T17" fmla="*/ 783 h 584"/>
                <a:gd name="T18" fmla="*/ 1161 w 230"/>
                <a:gd name="T19" fmla="*/ 633 h 584"/>
                <a:gd name="T20" fmla="*/ 1040 w 230"/>
                <a:gd name="T21" fmla="*/ 293 h 584"/>
                <a:gd name="T22" fmla="*/ 308 w 230"/>
                <a:gd name="T23" fmla="*/ 406 h 584"/>
                <a:gd name="T24" fmla="*/ 289 w 230"/>
                <a:gd name="T25" fmla="*/ 1271 h 584"/>
                <a:gd name="T26" fmla="*/ 606 w 230"/>
                <a:gd name="T27" fmla="*/ 1448 h 584"/>
                <a:gd name="T28" fmla="*/ 940 w 230"/>
                <a:gd name="T29" fmla="*/ 1529 h 584"/>
                <a:gd name="T30" fmla="*/ 1048 w 230"/>
                <a:gd name="T31" fmla="*/ 1915 h 584"/>
                <a:gd name="T32" fmla="*/ 940 w 230"/>
                <a:gd name="T33" fmla="*/ 2081 h 584"/>
                <a:gd name="T34" fmla="*/ 963 w 230"/>
                <a:gd name="T35" fmla="*/ 2373 h 584"/>
                <a:gd name="T36" fmla="*/ 1084 w 230"/>
                <a:gd name="T37" fmla="*/ 2559 h 584"/>
                <a:gd name="T38" fmla="*/ 948 w 230"/>
                <a:gd name="T39" fmla="*/ 4438 h 584"/>
                <a:gd name="T40" fmla="*/ 606 w 230"/>
                <a:gd name="T41" fmla="*/ 6820 h 5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0" h="584">
                  <a:moveTo>
                    <a:pt x="132" y="582"/>
                  </a:moveTo>
                  <a:cubicBezTo>
                    <a:pt x="145" y="488"/>
                    <a:pt x="199" y="199"/>
                    <a:pt x="205" y="182"/>
                  </a:cubicBezTo>
                  <a:cubicBezTo>
                    <a:pt x="211" y="167"/>
                    <a:pt x="227" y="148"/>
                    <a:pt x="229" y="138"/>
                  </a:cubicBezTo>
                  <a:cubicBezTo>
                    <a:pt x="230" y="128"/>
                    <a:pt x="227" y="116"/>
                    <a:pt x="225" y="109"/>
                  </a:cubicBezTo>
                  <a:cubicBezTo>
                    <a:pt x="222" y="102"/>
                    <a:pt x="220" y="85"/>
                    <a:pt x="217" y="73"/>
                  </a:cubicBezTo>
                  <a:cubicBezTo>
                    <a:pt x="214" y="61"/>
                    <a:pt x="202" y="53"/>
                    <a:pt x="196" y="50"/>
                  </a:cubicBezTo>
                  <a:cubicBezTo>
                    <a:pt x="191" y="46"/>
                    <a:pt x="182" y="51"/>
                    <a:pt x="175" y="53"/>
                  </a:cubicBezTo>
                  <a:cubicBezTo>
                    <a:pt x="168" y="55"/>
                    <a:pt x="161" y="68"/>
                    <a:pt x="161" y="74"/>
                  </a:cubicBezTo>
                  <a:cubicBezTo>
                    <a:pt x="150" y="74"/>
                    <a:pt x="143" y="71"/>
                    <a:pt x="138" y="67"/>
                  </a:cubicBezTo>
                  <a:cubicBezTo>
                    <a:pt x="133" y="64"/>
                    <a:pt x="123" y="58"/>
                    <a:pt x="121" y="54"/>
                  </a:cubicBezTo>
                  <a:cubicBezTo>
                    <a:pt x="118" y="41"/>
                    <a:pt x="118" y="32"/>
                    <a:pt x="108" y="25"/>
                  </a:cubicBezTo>
                  <a:cubicBezTo>
                    <a:pt x="100" y="20"/>
                    <a:pt x="63" y="0"/>
                    <a:pt x="32" y="35"/>
                  </a:cubicBezTo>
                  <a:cubicBezTo>
                    <a:pt x="0" y="69"/>
                    <a:pt x="23" y="102"/>
                    <a:pt x="30" y="109"/>
                  </a:cubicBezTo>
                  <a:cubicBezTo>
                    <a:pt x="36" y="117"/>
                    <a:pt x="47" y="127"/>
                    <a:pt x="63" y="124"/>
                  </a:cubicBezTo>
                  <a:cubicBezTo>
                    <a:pt x="78" y="120"/>
                    <a:pt x="89" y="119"/>
                    <a:pt x="98" y="131"/>
                  </a:cubicBezTo>
                  <a:cubicBezTo>
                    <a:pt x="109" y="147"/>
                    <a:pt x="110" y="161"/>
                    <a:pt x="109" y="164"/>
                  </a:cubicBezTo>
                  <a:cubicBezTo>
                    <a:pt x="106" y="167"/>
                    <a:pt x="98" y="173"/>
                    <a:pt x="98" y="178"/>
                  </a:cubicBezTo>
                  <a:cubicBezTo>
                    <a:pt x="98" y="181"/>
                    <a:pt x="95" y="196"/>
                    <a:pt x="100" y="203"/>
                  </a:cubicBezTo>
                  <a:cubicBezTo>
                    <a:pt x="104" y="211"/>
                    <a:pt x="110" y="211"/>
                    <a:pt x="113" y="219"/>
                  </a:cubicBezTo>
                  <a:cubicBezTo>
                    <a:pt x="114" y="221"/>
                    <a:pt x="111" y="300"/>
                    <a:pt x="99" y="380"/>
                  </a:cubicBezTo>
                  <a:cubicBezTo>
                    <a:pt x="88" y="462"/>
                    <a:pt x="67" y="544"/>
                    <a:pt x="63" y="58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5" name="Freeform 148">
              <a:extLst>
                <a:ext uri="{FF2B5EF4-FFF2-40B4-BE49-F238E27FC236}">
                  <a16:creationId xmlns:a16="http://schemas.microsoft.com/office/drawing/2014/main" id="{1DF13A44-2F3F-41DF-A778-EFB66DDDE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487"/>
              <a:ext cx="89" cy="131"/>
            </a:xfrm>
            <a:custGeom>
              <a:avLst/>
              <a:gdLst>
                <a:gd name="T0" fmla="*/ 0 w 42"/>
                <a:gd name="T1" fmla="*/ 669 h 58"/>
                <a:gd name="T2" fmla="*/ 112 w 42"/>
                <a:gd name="T3" fmla="*/ 438 h 58"/>
                <a:gd name="T4" fmla="*/ 333 w 42"/>
                <a:gd name="T5" fmla="*/ 138 h 58"/>
                <a:gd name="T6" fmla="*/ 401 w 42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8">
                  <a:moveTo>
                    <a:pt x="0" y="58"/>
                  </a:moveTo>
                  <a:cubicBezTo>
                    <a:pt x="6" y="51"/>
                    <a:pt x="11" y="43"/>
                    <a:pt x="12" y="38"/>
                  </a:cubicBezTo>
                  <a:cubicBezTo>
                    <a:pt x="14" y="30"/>
                    <a:pt x="28" y="17"/>
                    <a:pt x="35" y="12"/>
                  </a:cubicBezTo>
                  <a:cubicBezTo>
                    <a:pt x="40" y="8"/>
                    <a:pt x="41" y="6"/>
                    <a:pt x="42" y="0"/>
                  </a:cubicBezTo>
                </a:path>
              </a:pathLst>
            </a:custGeom>
            <a:noFill/>
            <a:ln w="6350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6" name="Freeform 149">
              <a:extLst>
                <a:ext uri="{FF2B5EF4-FFF2-40B4-BE49-F238E27FC236}">
                  <a16:creationId xmlns:a16="http://schemas.microsoft.com/office/drawing/2014/main" id="{934C48BB-20A3-40B8-959A-DFCE8A2F5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448"/>
              <a:ext cx="36" cy="30"/>
            </a:xfrm>
            <a:custGeom>
              <a:avLst/>
              <a:gdLst>
                <a:gd name="T0" fmla="*/ 161 w 17"/>
                <a:gd name="T1" fmla="*/ 0 h 13"/>
                <a:gd name="T2" fmla="*/ 0 w 17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17" y="0"/>
                  </a:moveTo>
                  <a:cubicBezTo>
                    <a:pt x="17" y="3"/>
                    <a:pt x="9" y="13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7" name="Freeform 150">
              <a:extLst>
                <a:ext uri="{FF2B5EF4-FFF2-40B4-BE49-F238E27FC236}">
                  <a16:creationId xmlns:a16="http://schemas.microsoft.com/office/drawing/2014/main" id="{8AD925DD-2F30-4351-B3DD-98E16F0D1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807"/>
              <a:ext cx="21" cy="54"/>
            </a:xfrm>
            <a:custGeom>
              <a:avLst/>
              <a:gdLst>
                <a:gd name="T0" fmla="*/ 0 w 10"/>
                <a:gd name="T1" fmla="*/ 0 h 24"/>
                <a:gd name="T2" fmla="*/ 92 w 10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1" y="1"/>
                    <a:pt x="7" y="10"/>
                    <a:pt x="10" y="2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8" name="Freeform 151">
              <a:extLst>
                <a:ext uri="{FF2B5EF4-FFF2-40B4-BE49-F238E27FC236}">
                  <a16:creationId xmlns:a16="http://schemas.microsoft.com/office/drawing/2014/main" id="{6BAF0221-4647-4AFE-A777-9FDD33242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310"/>
              <a:ext cx="257" cy="288"/>
            </a:xfrm>
            <a:custGeom>
              <a:avLst/>
              <a:gdLst>
                <a:gd name="T0" fmla="*/ 1141 w 121"/>
                <a:gd name="T1" fmla="*/ 678 h 127"/>
                <a:gd name="T2" fmla="*/ 1160 w 121"/>
                <a:gd name="T3" fmla="*/ 617 h 127"/>
                <a:gd name="T4" fmla="*/ 1032 w 121"/>
                <a:gd name="T5" fmla="*/ 293 h 127"/>
                <a:gd name="T6" fmla="*/ 306 w 121"/>
                <a:gd name="T7" fmla="*/ 406 h 127"/>
                <a:gd name="T8" fmla="*/ 289 w 121"/>
                <a:gd name="T9" fmla="*/ 1270 h 127"/>
                <a:gd name="T10" fmla="*/ 605 w 121"/>
                <a:gd name="T11" fmla="*/ 1445 h 127"/>
                <a:gd name="T12" fmla="*/ 605 w 121"/>
                <a:gd name="T13" fmla="*/ 1445 h 127"/>
                <a:gd name="T14" fmla="*/ 631 w 121"/>
                <a:gd name="T15" fmla="*/ 1388 h 127"/>
                <a:gd name="T16" fmla="*/ 775 w 121"/>
                <a:gd name="T17" fmla="*/ 1157 h 127"/>
                <a:gd name="T18" fmla="*/ 1064 w 121"/>
                <a:gd name="T19" fmla="*/ 977 h 127"/>
                <a:gd name="T20" fmla="*/ 1141 w 121"/>
                <a:gd name="T21" fmla="*/ 678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27">
                  <a:moveTo>
                    <a:pt x="119" y="58"/>
                  </a:moveTo>
                  <a:cubicBezTo>
                    <a:pt x="119" y="58"/>
                    <a:pt x="120" y="57"/>
                    <a:pt x="121" y="53"/>
                  </a:cubicBezTo>
                  <a:cubicBezTo>
                    <a:pt x="118" y="40"/>
                    <a:pt x="117" y="32"/>
                    <a:pt x="108" y="25"/>
                  </a:cubicBezTo>
                  <a:cubicBezTo>
                    <a:pt x="100" y="20"/>
                    <a:pt x="63" y="0"/>
                    <a:pt x="32" y="35"/>
                  </a:cubicBezTo>
                  <a:cubicBezTo>
                    <a:pt x="0" y="69"/>
                    <a:pt x="23" y="102"/>
                    <a:pt x="30" y="109"/>
                  </a:cubicBezTo>
                  <a:cubicBezTo>
                    <a:pt x="36" y="117"/>
                    <a:pt x="47" y="127"/>
                    <a:pt x="63" y="124"/>
                  </a:cubicBezTo>
                  <a:cubicBezTo>
                    <a:pt x="63" y="124"/>
                    <a:pt x="63" y="124"/>
                    <a:pt x="63" y="124"/>
                  </a:cubicBezTo>
                  <a:cubicBezTo>
                    <a:pt x="64" y="123"/>
                    <a:pt x="66" y="122"/>
                    <a:pt x="66" y="119"/>
                  </a:cubicBezTo>
                  <a:cubicBezTo>
                    <a:pt x="66" y="110"/>
                    <a:pt x="75" y="104"/>
                    <a:pt x="81" y="99"/>
                  </a:cubicBezTo>
                  <a:cubicBezTo>
                    <a:pt x="88" y="94"/>
                    <a:pt x="100" y="92"/>
                    <a:pt x="111" y="84"/>
                  </a:cubicBezTo>
                  <a:cubicBezTo>
                    <a:pt x="121" y="76"/>
                    <a:pt x="119" y="66"/>
                    <a:pt x="119" y="58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9" name="Freeform 152">
              <a:extLst>
                <a:ext uri="{FF2B5EF4-FFF2-40B4-BE49-F238E27FC236}">
                  <a16:creationId xmlns:a16="http://schemas.microsoft.com/office/drawing/2014/main" id="{13423D94-80F1-4564-ADAD-B09007EA5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657"/>
              <a:ext cx="17" cy="27"/>
            </a:xfrm>
            <a:custGeom>
              <a:avLst/>
              <a:gdLst>
                <a:gd name="T0" fmla="*/ 77 w 8"/>
                <a:gd name="T1" fmla="*/ 0 h 12"/>
                <a:gd name="T2" fmla="*/ 0 w 8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7" y="3"/>
                    <a:pt x="3" y="9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0" name="Freeform 153">
              <a:extLst>
                <a:ext uri="{FF2B5EF4-FFF2-40B4-BE49-F238E27FC236}">
                  <a16:creationId xmlns:a16="http://schemas.microsoft.com/office/drawing/2014/main" id="{2AEDAEB2-92A6-4459-A836-4E58E5CC5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614"/>
              <a:ext cx="87" cy="220"/>
            </a:xfrm>
            <a:custGeom>
              <a:avLst/>
              <a:gdLst>
                <a:gd name="T0" fmla="*/ 306 w 41"/>
                <a:gd name="T1" fmla="*/ 93 h 97"/>
                <a:gd name="T2" fmla="*/ 76 w 41"/>
                <a:gd name="T3" fmla="*/ 596 h 97"/>
                <a:gd name="T4" fmla="*/ 316 w 41"/>
                <a:gd name="T5" fmla="*/ 1132 h 97"/>
                <a:gd name="T6" fmla="*/ 333 w 41"/>
                <a:gd name="T7" fmla="*/ 771 h 97"/>
                <a:gd name="T8" fmla="*/ 297 w 41"/>
                <a:gd name="T9" fmla="*/ 560 h 97"/>
                <a:gd name="T10" fmla="*/ 393 w 41"/>
                <a:gd name="T11" fmla="*/ 256 h 97"/>
                <a:gd name="T12" fmla="*/ 342 w 41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97">
                  <a:moveTo>
                    <a:pt x="32" y="8"/>
                  </a:moveTo>
                  <a:cubicBezTo>
                    <a:pt x="32" y="28"/>
                    <a:pt x="14" y="35"/>
                    <a:pt x="8" y="51"/>
                  </a:cubicBezTo>
                  <a:cubicBezTo>
                    <a:pt x="0" y="76"/>
                    <a:pt x="37" y="77"/>
                    <a:pt x="33" y="97"/>
                  </a:cubicBezTo>
                  <a:cubicBezTo>
                    <a:pt x="31" y="87"/>
                    <a:pt x="37" y="77"/>
                    <a:pt x="35" y="66"/>
                  </a:cubicBezTo>
                  <a:cubicBezTo>
                    <a:pt x="35" y="60"/>
                    <a:pt x="31" y="54"/>
                    <a:pt x="31" y="48"/>
                  </a:cubicBezTo>
                  <a:cubicBezTo>
                    <a:pt x="31" y="39"/>
                    <a:pt x="41" y="31"/>
                    <a:pt x="41" y="22"/>
                  </a:cubicBezTo>
                  <a:cubicBezTo>
                    <a:pt x="41" y="14"/>
                    <a:pt x="36" y="8"/>
                    <a:pt x="36" y="0"/>
                  </a:cubicBezTo>
                </a:path>
              </a:pathLst>
            </a:custGeom>
            <a:solidFill>
              <a:srgbClr val="F0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1" name="Freeform 154">
              <a:extLst>
                <a:ext uri="{FF2B5EF4-FFF2-40B4-BE49-F238E27FC236}">
                  <a16:creationId xmlns:a16="http://schemas.microsoft.com/office/drawing/2014/main" id="{136516CA-EDB6-4AA9-806F-F49C3F763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346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27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2" name="Freeform 155">
              <a:extLst>
                <a:ext uri="{FF2B5EF4-FFF2-40B4-BE49-F238E27FC236}">
                  <a16:creationId xmlns:a16="http://schemas.microsoft.com/office/drawing/2014/main" id="{4B89E1DC-BE08-46DA-9991-ED21446D8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215"/>
              <a:ext cx="706" cy="599"/>
            </a:xfrm>
            <a:custGeom>
              <a:avLst/>
              <a:gdLst>
                <a:gd name="T0" fmla="*/ 1791 w 332"/>
                <a:gd name="T1" fmla="*/ 0 h 264"/>
                <a:gd name="T2" fmla="*/ 1778 w 332"/>
                <a:gd name="T3" fmla="*/ 304 h 264"/>
                <a:gd name="T4" fmla="*/ 1674 w 332"/>
                <a:gd name="T5" fmla="*/ 560 h 264"/>
                <a:gd name="T6" fmla="*/ 1393 w 332"/>
                <a:gd name="T7" fmla="*/ 783 h 264"/>
                <a:gd name="T8" fmla="*/ 1316 w 332"/>
                <a:gd name="T9" fmla="*/ 1051 h 264"/>
                <a:gd name="T10" fmla="*/ 1172 w 332"/>
                <a:gd name="T11" fmla="*/ 1214 h 264"/>
                <a:gd name="T12" fmla="*/ 623 w 332"/>
                <a:gd name="T13" fmla="*/ 1380 h 264"/>
                <a:gd name="T14" fmla="*/ 615 w 332"/>
                <a:gd name="T15" fmla="*/ 1380 h 264"/>
                <a:gd name="T16" fmla="*/ 213 w 332"/>
                <a:gd name="T17" fmla="*/ 1668 h 264"/>
                <a:gd name="T18" fmla="*/ 221 w 332"/>
                <a:gd name="T19" fmla="*/ 1777 h 264"/>
                <a:gd name="T20" fmla="*/ 104 w 332"/>
                <a:gd name="T21" fmla="*/ 1951 h 264"/>
                <a:gd name="T22" fmla="*/ 0 w 332"/>
                <a:gd name="T23" fmla="*/ 2171 h 264"/>
                <a:gd name="T24" fmla="*/ 510 w 332"/>
                <a:gd name="T25" fmla="*/ 2559 h 264"/>
                <a:gd name="T26" fmla="*/ 1085 w 332"/>
                <a:gd name="T27" fmla="*/ 3083 h 264"/>
                <a:gd name="T28" fmla="*/ 1999 w 332"/>
                <a:gd name="T29" fmla="*/ 2616 h 264"/>
                <a:gd name="T30" fmla="*/ 2161 w 332"/>
                <a:gd name="T31" fmla="*/ 1997 h 264"/>
                <a:gd name="T32" fmla="*/ 2280 w 332"/>
                <a:gd name="T33" fmla="*/ 1895 h 264"/>
                <a:gd name="T34" fmla="*/ 2605 w 332"/>
                <a:gd name="T35" fmla="*/ 1286 h 264"/>
                <a:gd name="T36" fmla="*/ 2741 w 332"/>
                <a:gd name="T37" fmla="*/ 681 h 264"/>
                <a:gd name="T38" fmla="*/ 2935 w 332"/>
                <a:gd name="T39" fmla="*/ 551 h 264"/>
                <a:gd name="T40" fmla="*/ 3030 w 332"/>
                <a:gd name="T41" fmla="*/ 386 h 264"/>
                <a:gd name="T42" fmla="*/ 3192 w 332"/>
                <a:gd name="T43" fmla="*/ 0 h 26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32" h="264">
                  <a:moveTo>
                    <a:pt x="186" y="0"/>
                  </a:moveTo>
                  <a:cubicBezTo>
                    <a:pt x="186" y="11"/>
                    <a:pt x="186" y="19"/>
                    <a:pt x="185" y="26"/>
                  </a:cubicBezTo>
                  <a:cubicBezTo>
                    <a:pt x="183" y="37"/>
                    <a:pt x="178" y="41"/>
                    <a:pt x="174" y="48"/>
                  </a:cubicBezTo>
                  <a:cubicBezTo>
                    <a:pt x="171" y="52"/>
                    <a:pt x="148" y="64"/>
                    <a:pt x="145" y="67"/>
                  </a:cubicBezTo>
                  <a:cubicBezTo>
                    <a:pt x="136" y="72"/>
                    <a:pt x="140" y="84"/>
                    <a:pt x="137" y="90"/>
                  </a:cubicBezTo>
                  <a:cubicBezTo>
                    <a:pt x="134" y="99"/>
                    <a:pt x="125" y="102"/>
                    <a:pt x="122" y="104"/>
                  </a:cubicBezTo>
                  <a:cubicBezTo>
                    <a:pt x="94" y="115"/>
                    <a:pt x="79" y="115"/>
                    <a:pt x="65" y="118"/>
                  </a:cubicBezTo>
                  <a:cubicBezTo>
                    <a:pt x="65" y="118"/>
                    <a:pt x="65" y="118"/>
                    <a:pt x="64" y="118"/>
                  </a:cubicBezTo>
                  <a:cubicBezTo>
                    <a:pt x="56" y="134"/>
                    <a:pt x="31" y="141"/>
                    <a:pt x="22" y="143"/>
                  </a:cubicBezTo>
                  <a:cubicBezTo>
                    <a:pt x="14" y="146"/>
                    <a:pt x="24" y="143"/>
                    <a:pt x="23" y="152"/>
                  </a:cubicBezTo>
                  <a:cubicBezTo>
                    <a:pt x="21" y="160"/>
                    <a:pt x="12" y="157"/>
                    <a:pt x="11" y="167"/>
                  </a:cubicBezTo>
                  <a:cubicBezTo>
                    <a:pt x="9" y="176"/>
                    <a:pt x="5" y="182"/>
                    <a:pt x="0" y="186"/>
                  </a:cubicBezTo>
                  <a:cubicBezTo>
                    <a:pt x="12" y="193"/>
                    <a:pt x="36" y="191"/>
                    <a:pt x="53" y="219"/>
                  </a:cubicBezTo>
                  <a:cubicBezTo>
                    <a:pt x="70" y="247"/>
                    <a:pt x="95" y="262"/>
                    <a:pt x="113" y="264"/>
                  </a:cubicBezTo>
                  <a:cubicBezTo>
                    <a:pt x="140" y="263"/>
                    <a:pt x="195" y="254"/>
                    <a:pt x="208" y="224"/>
                  </a:cubicBezTo>
                  <a:cubicBezTo>
                    <a:pt x="220" y="194"/>
                    <a:pt x="224" y="175"/>
                    <a:pt x="225" y="171"/>
                  </a:cubicBezTo>
                  <a:cubicBezTo>
                    <a:pt x="228" y="171"/>
                    <a:pt x="237" y="173"/>
                    <a:pt x="237" y="162"/>
                  </a:cubicBezTo>
                  <a:cubicBezTo>
                    <a:pt x="238" y="150"/>
                    <a:pt x="261" y="132"/>
                    <a:pt x="271" y="110"/>
                  </a:cubicBezTo>
                  <a:cubicBezTo>
                    <a:pt x="287" y="73"/>
                    <a:pt x="282" y="58"/>
                    <a:pt x="285" y="58"/>
                  </a:cubicBezTo>
                  <a:cubicBezTo>
                    <a:pt x="288" y="54"/>
                    <a:pt x="300" y="51"/>
                    <a:pt x="305" y="47"/>
                  </a:cubicBezTo>
                  <a:cubicBezTo>
                    <a:pt x="309" y="42"/>
                    <a:pt x="311" y="36"/>
                    <a:pt x="315" y="33"/>
                  </a:cubicBezTo>
                  <a:cubicBezTo>
                    <a:pt x="328" y="21"/>
                    <a:pt x="326" y="12"/>
                    <a:pt x="332" y="0"/>
                  </a:cubicBezTo>
                </a:path>
              </a:pathLst>
            </a:custGeom>
            <a:solidFill>
              <a:srgbClr val="F3C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3" name="Line 156">
              <a:extLst>
                <a:ext uri="{FF2B5EF4-FFF2-40B4-BE49-F238E27FC236}">
                  <a16:creationId xmlns:a16="http://schemas.microsoft.com/office/drawing/2014/main" id="{C93522AC-1D4E-4F73-B55C-4CC22E59B4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7" y="2210"/>
              <a:ext cx="348" cy="1"/>
            </a:xfrm>
            <a:prstGeom prst="line">
              <a:avLst/>
            </a:prstGeom>
            <a:noFill/>
            <a:ln w="12700">
              <a:solidFill>
                <a:srgbClr val="EDA09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4" name="Line 157">
              <a:extLst>
                <a:ext uri="{FF2B5EF4-FFF2-40B4-BE49-F238E27FC236}">
                  <a16:creationId xmlns:a16="http://schemas.microsoft.com/office/drawing/2014/main" id="{428F845B-329C-40CB-83E4-6431D5F154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7" y="2222"/>
              <a:ext cx="348" cy="1"/>
            </a:xfrm>
            <a:prstGeom prst="line">
              <a:avLst/>
            </a:prstGeom>
            <a:noFill/>
            <a:ln w="12700">
              <a:solidFill>
                <a:srgbClr val="EDA09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5" name="Line 158">
              <a:extLst>
                <a:ext uri="{FF2B5EF4-FFF2-40B4-BE49-F238E27FC236}">
                  <a16:creationId xmlns:a16="http://schemas.microsoft.com/office/drawing/2014/main" id="{A58C15B4-7359-43D8-B481-7BA92DAE4D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7" y="2237"/>
              <a:ext cx="348" cy="1"/>
            </a:xfrm>
            <a:prstGeom prst="line">
              <a:avLst/>
            </a:prstGeom>
            <a:noFill/>
            <a:ln w="12700">
              <a:solidFill>
                <a:srgbClr val="EDA09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6" name="Line 159">
              <a:extLst>
                <a:ext uri="{FF2B5EF4-FFF2-40B4-BE49-F238E27FC236}">
                  <a16:creationId xmlns:a16="http://schemas.microsoft.com/office/drawing/2014/main" id="{55FA73F2-EB6A-46AB-B52B-6B66D2BF0F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5" y="2256"/>
              <a:ext cx="349" cy="1"/>
            </a:xfrm>
            <a:prstGeom prst="line">
              <a:avLst/>
            </a:prstGeom>
            <a:noFill/>
            <a:ln w="12700">
              <a:solidFill>
                <a:srgbClr val="EDA09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7" name="Freeform 160">
              <a:extLst>
                <a:ext uri="{FF2B5EF4-FFF2-40B4-BE49-F238E27FC236}">
                  <a16:creationId xmlns:a16="http://schemas.microsoft.com/office/drawing/2014/main" id="{B1053805-3905-417C-96C8-606BBFFC4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419"/>
              <a:ext cx="76" cy="125"/>
            </a:xfrm>
            <a:custGeom>
              <a:avLst/>
              <a:gdLst>
                <a:gd name="T0" fmla="*/ 0 w 36"/>
                <a:gd name="T1" fmla="*/ 0 h 55"/>
                <a:gd name="T2" fmla="*/ 338 w 36"/>
                <a:gd name="T3" fmla="*/ 645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5">
                  <a:moveTo>
                    <a:pt x="0" y="0"/>
                  </a:moveTo>
                  <a:cubicBezTo>
                    <a:pt x="2" y="16"/>
                    <a:pt x="27" y="29"/>
                    <a:pt x="36" y="5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8" name="Freeform 161">
              <a:extLst>
                <a:ext uri="{FF2B5EF4-FFF2-40B4-BE49-F238E27FC236}">
                  <a16:creationId xmlns:a16="http://schemas.microsoft.com/office/drawing/2014/main" id="{C301867F-5B7D-4C31-BC8F-409382630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594"/>
              <a:ext cx="45" cy="9"/>
            </a:xfrm>
            <a:custGeom>
              <a:avLst/>
              <a:gdLst>
                <a:gd name="T0" fmla="*/ 0 w 21"/>
                <a:gd name="T1" fmla="*/ 0 h 4"/>
                <a:gd name="T2" fmla="*/ 206 w 2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">
                  <a:moveTo>
                    <a:pt x="0" y="0"/>
                  </a:moveTo>
                  <a:cubicBezTo>
                    <a:pt x="10" y="4"/>
                    <a:pt x="21" y="4"/>
                    <a:pt x="21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9" name="Freeform 162">
              <a:extLst>
                <a:ext uri="{FF2B5EF4-FFF2-40B4-BE49-F238E27FC236}">
                  <a16:creationId xmlns:a16="http://schemas.microsoft.com/office/drawing/2014/main" id="{1421086C-07EC-49C3-83CA-E3400B077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512"/>
              <a:ext cx="196" cy="168"/>
            </a:xfrm>
            <a:custGeom>
              <a:avLst/>
              <a:gdLst>
                <a:gd name="T0" fmla="*/ 213 w 92"/>
                <a:gd name="T1" fmla="*/ 118 h 74"/>
                <a:gd name="T2" fmla="*/ 763 w 92"/>
                <a:gd name="T3" fmla="*/ 45 h 74"/>
                <a:gd name="T4" fmla="*/ 786 w 92"/>
                <a:gd name="T5" fmla="*/ 45 h 74"/>
                <a:gd name="T6" fmla="*/ 744 w 92"/>
                <a:gd name="T7" fmla="*/ 552 h 74"/>
                <a:gd name="T8" fmla="*/ 358 w 92"/>
                <a:gd name="T9" fmla="*/ 831 h 74"/>
                <a:gd name="T10" fmla="*/ 96 w 92"/>
                <a:gd name="T11" fmla="*/ 434 h 74"/>
                <a:gd name="T12" fmla="*/ 213 w 92"/>
                <a:gd name="T13" fmla="*/ 118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74">
                  <a:moveTo>
                    <a:pt x="22" y="10"/>
                  </a:moveTo>
                  <a:cubicBezTo>
                    <a:pt x="40" y="0"/>
                    <a:pt x="61" y="1"/>
                    <a:pt x="79" y="4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92" y="21"/>
                    <a:pt x="84" y="32"/>
                    <a:pt x="77" y="47"/>
                  </a:cubicBezTo>
                  <a:cubicBezTo>
                    <a:pt x="68" y="67"/>
                    <a:pt x="43" y="74"/>
                    <a:pt x="37" y="71"/>
                  </a:cubicBezTo>
                  <a:cubicBezTo>
                    <a:pt x="29" y="68"/>
                    <a:pt x="16" y="51"/>
                    <a:pt x="10" y="37"/>
                  </a:cubicBezTo>
                  <a:cubicBezTo>
                    <a:pt x="0" y="22"/>
                    <a:pt x="17" y="13"/>
                    <a:pt x="22" y="10"/>
                  </a:cubicBezTo>
                  <a:close/>
                </a:path>
              </a:pathLst>
            </a:custGeom>
            <a:solidFill>
              <a:srgbClr val="EDA091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40" name="Freeform 163">
              <a:extLst>
                <a:ext uri="{FF2B5EF4-FFF2-40B4-BE49-F238E27FC236}">
                  <a16:creationId xmlns:a16="http://schemas.microsoft.com/office/drawing/2014/main" id="{17D4BBEF-0120-4574-9CA0-D07626E0C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605"/>
              <a:ext cx="295" cy="193"/>
            </a:xfrm>
            <a:custGeom>
              <a:avLst/>
              <a:gdLst>
                <a:gd name="T0" fmla="*/ 0 w 139"/>
                <a:gd name="T1" fmla="*/ 654 h 85"/>
                <a:gd name="T2" fmla="*/ 766 w 139"/>
                <a:gd name="T3" fmla="*/ 865 h 85"/>
                <a:gd name="T4" fmla="*/ 1184 w 139"/>
                <a:gd name="T5" fmla="*/ 654 h 85"/>
                <a:gd name="T6" fmla="*/ 1329 w 139"/>
                <a:gd name="T7" fmla="*/ 118 h 85"/>
                <a:gd name="T8" fmla="*/ 1080 w 139"/>
                <a:gd name="T9" fmla="*/ 0 h 85"/>
                <a:gd name="T10" fmla="*/ 823 w 139"/>
                <a:gd name="T11" fmla="*/ 633 h 85"/>
                <a:gd name="T12" fmla="*/ 229 w 139"/>
                <a:gd name="T13" fmla="*/ 747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85">
                  <a:moveTo>
                    <a:pt x="0" y="56"/>
                  </a:moveTo>
                  <a:cubicBezTo>
                    <a:pt x="23" y="84"/>
                    <a:pt x="47" y="85"/>
                    <a:pt x="80" y="74"/>
                  </a:cubicBezTo>
                  <a:cubicBezTo>
                    <a:pt x="95" y="70"/>
                    <a:pt x="113" y="67"/>
                    <a:pt x="124" y="56"/>
                  </a:cubicBezTo>
                  <a:cubicBezTo>
                    <a:pt x="135" y="44"/>
                    <a:pt x="136" y="25"/>
                    <a:pt x="139" y="10"/>
                  </a:cubicBezTo>
                  <a:cubicBezTo>
                    <a:pt x="132" y="3"/>
                    <a:pt x="122" y="2"/>
                    <a:pt x="113" y="0"/>
                  </a:cubicBezTo>
                  <a:cubicBezTo>
                    <a:pt x="113" y="21"/>
                    <a:pt x="105" y="40"/>
                    <a:pt x="86" y="54"/>
                  </a:cubicBezTo>
                  <a:cubicBezTo>
                    <a:pt x="73" y="63"/>
                    <a:pt x="38" y="69"/>
                    <a:pt x="24" y="64"/>
                  </a:cubicBezTo>
                </a:path>
              </a:pathLst>
            </a:custGeom>
            <a:solidFill>
              <a:srgbClr val="F0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1" name="Freeform 164">
              <a:extLst>
                <a:ext uri="{FF2B5EF4-FFF2-40B4-BE49-F238E27FC236}">
                  <a16:creationId xmlns:a16="http://schemas.microsoft.com/office/drawing/2014/main" id="{F4C2529D-706E-401E-A4ED-A1E97183E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446"/>
              <a:ext cx="247" cy="129"/>
            </a:xfrm>
            <a:custGeom>
              <a:avLst/>
              <a:gdLst>
                <a:gd name="T0" fmla="*/ 358 w 116"/>
                <a:gd name="T1" fmla="*/ 267 h 57"/>
                <a:gd name="T2" fmla="*/ 0 w 116"/>
                <a:gd name="T3" fmla="*/ 543 h 57"/>
                <a:gd name="T4" fmla="*/ 471 w 116"/>
                <a:gd name="T5" fmla="*/ 604 h 57"/>
                <a:gd name="T6" fmla="*/ 1120 w 116"/>
                <a:gd name="T7" fmla="*/ 210 h 57"/>
                <a:gd name="T8" fmla="*/ 771 w 116"/>
                <a:gd name="T9" fmla="*/ 138 h 57"/>
                <a:gd name="T10" fmla="*/ 405 w 116"/>
                <a:gd name="T11" fmla="*/ 256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57">
                  <a:moveTo>
                    <a:pt x="37" y="23"/>
                  </a:moveTo>
                  <a:cubicBezTo>
                    <a:pt x="31" y="30"/>
                    <a:pt x="0" y="41"/>
                    <a:pt x="0" y="47"/>
                  </a:cubicBezTo>
                  <a:cubicBezTo>
                    <a:pt x="0" y="57"/>
                    <a:pt x="39" y="37"/>
                    <a:pt x="49" y="52"/>
                  </a:cubicBezTo>
                  <a:cubicBezTo>
                    <a:pt x="60" y="24"/>
                    <a:pt x="92" y="24"/>
                    <a:pt x="116" y="18"/>
                  </a:cubicBezTo>
                  <a:cubicBezTo>
                    <a:pt x="103" y="0"/>
                    <a:pt x="100" y="6"/>
                    <a:pt x="80" y="12"/>
                  </a:cubicBezTo>
                  <a:cubicBezTo>
                    <a:pt x="68" y="16"/>
                    <a:pt x="53" y="20"/>
                    <a:pt x="42" y="22"/>
                  </a:cubicBezTo>
                </a:path>
              </a:pathLst>
            </a:custGeom>
            <a:solidFill>
              <a:srgbClr val="F0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2" name="Freeform 165">
              <a:extLst>
                <a:ext uri="{FF2B5EF4-FFF2-40B4-BE49-F238E27FC236}">
                  <a16:creationId xmlns:a16="http://schemas.microsoft.com/office/drawing/2014/main" id="{187B61DD-A481-4A20-83E6-5FDD72178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521"/>
              <a:ext cx="185" cy="152"/>
            </a:xfrm>
            <a:custGeom>
              <a:avLst/>
              <a:gdLst>
                <a:gd name="T0" fmla="*/ 213 w 87"/>
                <a:gd name="T1" fmla="*/ 118 h 67"/>
                <a:gd name="T2" fmla="*/ 60 w 87"/>
                <a:gd name="T3" fmla="*/ 560 h 67"/>
                <a:gd name="T4" fmla="*/ 221 w 87"/>
                <a:gd name="T5" fmla="*/ 597 h 67"/>
                <a:gd name="T6" fmla="*/ 442 w 87"/>
                <a:gd name="T7" fmla="*/ 783 h 67"/>
                <a:gd name="T8" fmla="*/ 538 w 87"/>
                <a:gd name="T9" fmla="*/ 329 h 67"/>
                <a:gd name="T10" fmla="*/ 836 w 87"/>
                <a:gd name="T11" fmla="*/ 0 h 67"/>
                <a:gd name="T12" fmla="*/ 623 w 87"/>
                <a:gd name="T13" fmla="*/ 36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67">
                  <a:moveTo>
                    <a:pt x="22" y="10"/>
                  </a:moveTo>
                  <a:cubicBezTo>
                    <a:pt x="29" y="25"/>
                    <a:pt x="0" y="36"/>
                    <a:pt x="6" y="48"/>
                  </a:cubicBezTo>
                  <a:cubicBezTo>
                    <a:pt x="8" y="53"/>
                    <a:pt x="19" y="49"/>
                    <a:pt x="23" y="51"/>
                  </a:cubicBezTo>
                  <a:cubicBezTo>
                    <a:pt x="32" y="55"/>
                    <a:pt x="38" y="62"/>
                    <a:pt x="46" y="67"/>
                  </a:cubicBezTo>
                  <a:cubicBezTo>
                    <a:pt x="42" y="49"/>
                    <a:pt x="39" y="40"/>
                    <a:pt x="56" y="28"/>
                  </a:cubicBezTo>
                  <a:cubicBezTo>
                    <a:pt x="69" y="18"/>
                    <a:pt x="80" y="16"/>
                    <a:pt x="87" y="0"/>
                  </a:cubicBezTo>
                  <a:cubicBezTo>
                    <a:pt x="81" y="4"/>
                    <a:pt x="73" y="4"/>
                    <a:pt x="65" y="3"/>
                  </a:cubicBezTo>
                </a:path>
              </a:pathLst>
            </a:custGeom>
            <a:solidFill>
              <a:srgbClr val="F0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3" name="Freeform 166">
              <a:extLst>
                <a:ext uri="{FF2B5EF4-FFF2-40B4-BE49-F238E27FC236}">
                  <a16:creationId xmlns:a16="http://schemas.microsoft.com/office/drawing/2014/main" id="{AE12C372-51F6-407A-B224-3F27EF53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618"/>
              <a:ext cx="137" cy="159"/>
            </a:xfrm>
            <a:custGeom>
              <a:avLst/>
              <a:gdLst>
                <a:gd name="T0" fmla="*/ 0 w 64"/>
                <a:gd name="T1" fmla="*/ 795 h 70"/>
                <a:gd name="T2" fmla="*/ 490 w 64"/>
                <a:gd name="T3" fmla="*/ 507 h 70"/>
                <a:gd name="T4" fmla="*/ 627 w 64"/>
                <a:gd name="T5" fmla="*/ 11 h 70"/>
                <a:gd name="T6" fmla="*/ 462 w 64"/>
                <a:gd name="T7" fmla="*/ 0 h 70"/>
                <a:gd name="T8" fmla="*/ 430 w 64"/>
                <a:gd name="T9" fmla="*/ 479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70">
                  <a:moveTo>
                    <a:pt x="0" y="68"/>
                  </a:moveTo>
                  <a:cubicBezTo>
                    <a:pt x="16" y="70"/>
                    <a:pt x="41" y="55"/>
                    <a:pt x="50" y="43"/>
                  </a:cubicBezTo>
                  <a:cubicBezTo>
                    <a:pt x="59" y="31"/>
                    <a:pt x="60" y="15"/>
                    <a:pt x="64" y="1"/>
                  </a:cubicBezTo>
                  <a:cubicBezTo>
                    <a:pt x="58" y="0"/>
                    <a:pt x="53" y="0"/>
                    <a:pt x="47" y="0"/>
                  </a:cubicBezTo>
                  <a:cubicBezTo>
                    <a:pt x="50" y="13"/>
                    <a:pt x="52" y="30"/>
                    <a:pt x="44" y="41"/>
                  </a:cubicBezTo>
                </a:path>
              </a:pathLst>
            </a:custGeom>
            <a:solidFill>
              <a:srgbClr val="EB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4" name="Freeform 167">
              <a:extLst>
                <a:ext uri="{FF2B5EF4-FFF2-40B4-BE49-F238E27FC236}">
                  <a16:creationId xmlns:a16="http://schemas.microsoft.com/office/drawing/2014/main" id="{7777E988-338A-4649-9EE2-00B2D4A6E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453"/>
              <a:ext cx="122" cy="63"/>
            </a:xfrm>
            <a:custGeom>
              <a:avLst/>
              <a:gdLst>
                <a:gd name="T0" fmla="*/ 137 w 57"/>
                <a:gd name="T1" fmla="*/ 126 h 28"/>
                <a:gd name="T2" fmla="*/ 394 w 57"/>
                <a:gd name="T3" fmla="*/ 0 h 28"/>
                <a:gd name="T4" fmla="*/ 559 w 57"/>
                <a:gd name="T5" fmla="*/ 275 h 28"/>
                <a:gd name="T6" fmla="*/ 0 w 57"/>
                <a:gd name="T7" fmla="*/ 320 h 28"/>
                <a:gd name="T8" fmla="*/ 274 w 57"/>
                <a:gd name="T9" fmla="*/ 9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8">
                  <a:moveTo>
                    <a:pt x="14" y="11"/>
                  </a:moveTo>
                  <a:cubicBezTo>
                    <a:pt x="23" y="9"/>
                    <a:pt x="31" y="5"/>
                    <a:pt x="40" y="0"/>
                  </a:cubicBezTo>
                  <a:cubicBezTo>
                    <a:pt x="47" y="7"/>
                    <a:pt x="51" y="17"/>
                    <a:pt x="57" y="24"/>
                  </a:cubicBezTo>
                  <a:cubicBezTo>
                    <a:pt x="39" y="8"/>
                    <a:pt x="18" y="22"/>
                    <a:pt x="0" y="28"/>
                  </a:cubicBezTo>
                  <a:cubicBezTo>
                    <a:pt x="9" y="22"/>
                    <a:pt x="24" y="18"/>
                    <a:pt x="28" y="8"/>
                  </a:cubicBezTo>
                </a:path>
              </a:pathLst>
            </a:custGeom>
            <a:solidFill>
              <a:srgbClr val="EB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5" name="Freeform 168">
              <a:extLst>
                <a:ext uri="{FF2B5EF4-FFF2-40B4-BE49-F238E27FC236}">
                  <a16:creationId xmlns:a16="http://schemas.microsoft.com/office/drawing/2014/main" id="{1F1E9F48-4472-4590-AECD-59544B83A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537"/>
              <a:ext cx="74" cy="122"/>
            </a:xfrm>
            <a:custGeom>
              <a:avLst/>
              <a:gdLst>
                <a:gd name="T0" fmla="*/ 161 w 35"/>
                <a:gd name="T1" fmla="*/ 45 h 54"/>
                <a:gd name="T2" fmla="*/ 8 w 35"/>
                <a:gd name="T3" fmla="*/ 402 h 54"/>
                <a:gd name="T4" fmla="*/ 304 w 35"/>
                <a:gd name="T5" fmla="*/ 624 h 54"/>
                <a:gd name="T6" fmla="*/ 330 w 35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4">
                  <a:moveTo>
                    <a:pt x="17" y="4"/>
                  </a:moveTo>
                  <a:cubicBezTo>
                    <a:pt x="15" y="18"/>
                    <a:pt x="2" y="25"/>
                    <a:pt x="1" y="35"/>
                  </a:cubicBezTo>
                  <a:cubicBezTo>
                    <a:pt x="0" y="47"/>
                    <a:pt x="24" y="53"/>
                    <a:pt x="32" y="54"/>
                  </a:cubicBezTo>
                  <a:cubicBezTo>
                    <a:pt x="4" y="35"/>
                    <a:pt x="32" y="20"/>
                    <a:pt x="35" y="0"/>
                  </a:cubicBezTo>
                </a:path>
              </a:pathLst>
            </a:custGeom>
            <a:solidFill>
              <a:srgbClr val="EB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6" name="Freeform 169">
              <a:extLst>
                <a:ext uri="{FF2B5EF4-FFF2-40B4-BE49-F238E27FC236}">
                  <a16:creationId xmlns:a16="http://schemas.microsoft.com/office/drawing/2014/main" id="{2310A542-7613-4007-A65E-15E219C3F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646"/>
              <a:ext cx="85" cy="31"/>
            </a:xfrm>
            <a:custGeom>
              <a:avLst/>
              <a:gdLst>
                <a:gd name="T0" fmla="*/ 0 w 40"/>
                <a:gd name="T1" fmla="*/ 0 h 14"/>
                <a:gd name="T2" fmla="*/ 385 w 40"/>
                <a:gd name="T3" fmla="*/ 14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4">
                  <a:moveTo>
                    <a:pt x="0" y="0"/>
                  </a:moveTo>
                  <a:cubicBezTo>
                    <a:pt x="9" y="10"/>
                    <a:pt x="26" y="14"/>
                    <a:pt x="40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7" name="Freeform 170">
              <a:extLst>
                <a:ext uri="{FF2B5EF4-FFF2-40B4-BE49-F238E27FC236}">
                  <a16:creationId xmlns:a16="http://schemas.microsoft.com/office/drawing/2014/main" id="{1A111E83-8EC6-400D-909A-1418FC633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197"/>
              <a:ext cx="706" cy="617"/>
            </a:xfrm>
            <a:custGeom>
              <a:avLst/>
              <a:gdLst>
                <a:gd name="T0" fmla="*/ 1767 w 332"/>
                <a:gd name="T1" fmla="*/ 0 h 272"/>
                <a:gd name="T2" fmla="*/ 1791 w 332"/>
                <a:gd name="T3" fmla="*/ 93 h 272"/>
                <a:gd name="T4" fmla="*/ 1778 w 332"/>
                <a:gd name="T5" fmla="*/ 397 h 272"/>
                <a:gd name="T6" fmla="*/ 1674 w 332"/>
                <a:gd name="T7" fmla="*/ 653 h 272"/>
                <a:gd name="T8" fmla="*/ 1393 w 332"/>
                <a:gd name="T9" fmla="*/ 876 h 272"/>
                <a:gd name="T10" fmla="*/ 1316 w 332"/>
                <a:gd name="T11" fmla="*/ 1143 h 272"/>
                <a:gd name="T12" fmla="*/ 1172 w 332"/>
                <a:gd name="T13" fmla="*/ 1307 h 272"/>
                <a:gd name="T14" fmla="*/ 623 w 332"/>
                <a:gd name="T15" fmla="*/ 1472 h 272"/>
                <a:gd name="T16" fmla="*/ 615 w 332"/>
                <a:gd name="T17" fmla="*/ 1472 h 272"/>
                <a:gd name="T18" fmla="*/ 213 w 332"/>
                <a:gd name="T19" fmla="*/ 1765 h 272"/>
                <a:gd name="T20" fmla="*/ 221 w 332"/>
                <a:gd name="T21" fmla="*/ 1867 h 272"/>
                <a:gd name="T22" fmla="*/ 104 w 332"/>
                <a:gd name="T23" fmla="*/ 2044 h 272"/>
                <a:gd name="T24" fmla="*/ 0 w 332"/>
                <a:gd name="T25" fmla="*/ 2264 h 272"/>
                <a:gd name="T26" fmla="*/ 510 w 332"/>
                <a:gd name="T27" fmla="*/ 2649 h 272"/>
                <a:gd name="T28" fmla="*/ 1085 w 332"/>
                <a:gd name="T29" fmla="*/ 3176 h 272"/>
                <a:gd name="T30" fmla="*/ 1999 w 332"/>
                <a:gd name="T31" fmla="*/ 2706 h 272"/>
                <a:gd name="T32" fmla="*/ 2161 w 332"/>
                <a:gd name="T33" fmla="*/ 2089 h 272"/>
                <a:gd name="T34" fmla="*/ 2280 w 332"/>
                <a:gd name="T35" fmla="*/ 1987 h 272"/>
                <a:gd name="T36" fmla="*/ 2605 w 332"/>
                <a:gd name="T37" fmla="*/ 1379 h 272"/>
                <a:gd name="T38" fmla="*/ 2741 w 332"/>
                <a:gd name="T39" fmla="*/ 771 h 272"/>
                <a:gd name="T40" fmla="*/ 2935 w 332"/>
                <a:gd name="T41" fmla="*/ 644 h 272"/>
                <a:gd name="T42" fmla="*/ 3030 w 332"/>
                <a:gd name="T43" fmla="*/ 479 h 272"/>
                <a:gd name="T44" fmla="*/ 3192 w 332"/>
                <a:gd name="T45" fmla="*/ 93 h 27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32" h="272">
                  <a:moveTo>
                    <a:pt x="184" y="0"/>
                  </a:moveTo>
                  <a:cubicBezTo>
                    <a:pt x="185" y="3"/>
                    <a:pt x="186" y="5"/>
                    <a:pt x="186" y="8"/>
                  </a:cubicBezTo>
                  <a:cubicBezTo>
                    <a:pt x="186" y="19"/>
                    <a:pt x="186" y="27"/>
                    <a:pt x="185" y="34"/>
                  </a:cubicBezTo>
                  <a:cubicBezTo>
                    <a:pt x="183" y="45"/>
                    <a:pt x="178" y="49"/>
                    <a:pt x="174" y="56"/>
                  </a:cubicBezTo>
                  <a:cubicBezTo>
                    <a:pt x="171" y="60"/>
                    <a:pt x="148" y="72"/>
                    <a:pt x="145" y="75"/>
                  </a:cubicBezTo>
                  <a:cubicBezTo>
                    <a:pt x="136" y="80"/>
                    <a:pt x="140" y="92"/>
                    <a:pt x="137" y="98"/>
                  </a:cubicBezTo>
                  <a:cubicBezTo>
                    <a:pt x="134" y="107"/>
                    <a:pt x="125" y="110"/>
                    <a:pt x="122" y="112"/>
                  </a:cubicBezTo>
                  <a:cubicBezTo>
                    <a:pt x="94" y="123"/>
                    <a:pt x="79" y="123"/>
                    <a:pt x="65" y="126"/>
                  </a:cubicBezTo>
                  <a:cubicBezTo>
                    <a:pt x="65" y="126"/>
                    <a:pt x="65" y="126"/>
                    <a:pt x="64" y="126"/>
                  </a:cubicBezTo>
                  <a:cubicBezTo>
                    <a:pt x="56" y="142"/>
                    <a:pt x="31" y="149"/>
                    <a:pt x="22" y="151"/>
                  </a:cubicBezTo>
                  <a:cubicBezTo>
                    <a:pt x="14" y="154"/>
                    <a:pt x="24" y="151"/>
                    <a:pt x="23" y="160"/>
                  </a:cubicBezTo>
                  <a:cubicBezTo>
                    <a:pt x="21" y="168"/>
                    <a:pt x="12" y="165"/>
                    <a:pt x="11" y="175"/>
                  </a:cubicBezTo>
                  <a:cubicBezTo>
                    <a:pt x="9" y="184"/>
                    <a:pt x="5" y="190"/>
                    <a:pt x="0" y="194"/>
                  </a:cubicBezTo>
                  <a:cubicBezTo>
                    <a:pt x="12" y="201"/>
                    <a:pt x="36" y="199"/>
                    <a:pt x="53" y="227"/>
                  </a:cubicBezTo>
                  <a:cubicBezTo>
                    <a:pt x="70" y="255"/>
                    <a:pt x="95" y="270"/>
                    <a:pt x="113" y="272"/>
                  </a:cubicBezTo>
                  <a:cubicBezTo>
                    <a:pt x="140" y="271"/>
                    <a:pt x="195" y="262"/>
                    <a:pt x="208" y="232"/>
                  </a:cubicBezTo>
                  <a:cubicBezTo>
                    <a:pt x="220" y="202"/>
                    <a:pt x="224" y="183"/>
                    <a:pt x="225" y="179"/>
                  </a:cubicBezTo>
                  <a:cubicBezTo>
                    <a:pt x="228" y="179"/>
                    <a:pt x="237" y="181"/>
                    <a:pt x="237" y="170"/>
                  </a:cubicBezTo>
                  <a:cubicBezTo>
                    <a:pt x="238" y="158"/>
                    <a:pt x="261" y="140"/>
                    <a:pt x="271" y="118"/>
                  </a:cubicBezTo>
                  <a:cubicBezTo>
                    <a:pt x="287" y="81"/>
                    <a:pt x="282" y="66"/>
                    <a:pt x="285" y="66"/>
                  </a:cubicBezTo>
                  <a:cubicBezTo>
                    <a:pt x="288" y="62"/>
                    <a:pt x="300" y="59"/>
                    <a:pt x="305" y="55"/>
                  </a:cubicBezTo>
                  <a:cubicBezTo>
                    <a:pt x="309" y="50"/>
                    <a:pt x="311" y="44"/>
                    <a:pt x="315" y="41"/>
                  </a:cubicBezTo>
                  <a:cubicBezTo>
                    <a:pt x="328" y="29"/>
                    <a:pt x="326" y="20"/>
                    <a:pt x="332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8" name="Freeform 171">
              <a:extLst>
                <a:ext uri="{FF2B5EF4-FFF2-40B4-BE49-F238E27FC236}">
                  <a16:creationId xmlns:a16="http://schemas.microsoft.com/office/drawing/2014/main" id="{FB0B95E6-DE0D-4676-876D-F32C625A5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271"/>
              <a:ext cx="108" cy="168"/>
            </a:xfrm>
            <a:custGeom>
              <a:avLst/>
              <a:gdLst>
                <a:gd name="T0" fmla="*/ 485 w 51"/>
                <a:gd name="T1" fmla="*/ 11 h 74"/>
                <a:gd name="T2" fmla="*/ 358 w 51"/>
                <a:gd name="T3" fmla="*/ 186 h 74"/>
                <a:gd name="T4" fmla="*/ 197 w 51"/>
                <a:gd name="T5" fmla="*/ 313 h 74"/>
                <a:gd name="T6" fmla="*/ 104 w 51"/>
                <a:gd name="T7" fmla="*/ 515 h 74"/>
                <a:gd name="T8" fmla="*/ 0 w 51"/>
                <a:gd name="T9" fmla="*/ 865 h 74"/>
                <a:gd name="T10" fmla="*/ 68 w 51"/>
                <a:gd name="T11" fmla="*/ 377 h 74"/>
                <a:gd name="T12" fmla="*/ 256 w 51"/>
                <a:gd name="T13" fmla="*/ 186 h 74"/>
                <a:gd name="T14" fmla="*/ 485 w 51"/>
                <a:gd name="T15" fmla="*/ 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74">
                  <a:moveTo>
                    <a:pt x="51" y="1"/>
                  </a:moveTo>
                  <a:cubicBezTo>
                    <a:pt x="47" y="7"/>
                    <a:pt x="42" y="9"/>
                    <a:pt x="38" y="16"/>
                  </a:cubicBezTo>
                  <a:cubicBezTo>
                    <a:pt x="33" y="23"/>
                    <a:pt x="28" y="22"/>
                    <a:pt x="21" y="27"/>
                  </a:cubicBezTo>
                  <a:cubicBezTo>
                    <a:pt x="15" y="31"/>
                    <a:pt x="13" y="37"/>
                    <a:pt x="11" y="44"/>
                  </a:cubicBezTo>
                  <a:cubicBezTo>
                    <a:pt x="8" y="54"/>
                    <a:pt x="3" y="64"/>
                    <a:pt x="0" y="74"/>
                  </a:cubicBezTo>
                  <a:cubicBezTo>
                    <a:pt x="6" y="63"/>
                    <a:pt x="1" y="44"/>
                    <a:pt x="7" y="32"/>
                  </a:cubicBezTo>
                  <a:cubicBezTo>
                    <a:pt x="11" y="24"/>
                    <a:pt x="21" y="23"/>
                    <a:pt x="27" y="16"/>
                  </a:cubicBezTo>
                  <a:cubicBezTo>
                    <a:pt x="34" y="8"/>
                    <a:pt x="41" y="12"/>
                    <a:pt x="51" y="0"/>
                  </a:cubicBezTo>
                </a:path>
              </a:pathLst>
            </a:custGeom>
            <a:solidFill>
              <a:srgbClr val="F0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9" name="Freeform 172">
              <a:extLst>
                <a:ext uri="{FF2B5EF4-FFF2-40B4-BE49-F238E27FC236}">
                  <a16:creationId xmlns:a16="http://schemas.microsoft.com/office/drawing/2014/main" id="{3B906153-2BF5-44D6-BF6C-D44AF79E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308"/>
              <a:ext cx="225" cy="251"/>
            </a:xfrm>
            <a:custGeom>
              <a:avLst/>
              <a:gdLst>
                <a:gd name="T0" fmla="*/ 461 w 106"/>
                <a:gd name="T1" fmla="*/ 0 h 111"/>
                <a:gd name="T2" fmla="*/ 136 w 106"/>
                <a:gd name="T3" fmla="*/ 357 h 111"/>
                <a:gd name="T4" fmla="*/ 265 w 106"/>
                <a:gd name="T5" fmla="*/ 880 h 111"/>
                <a:gd name="T6" fmla="*/ 582 w 106"/>
                <a:gd name="T7" fmla="*/ 726 h 111"/>
                <a:gd name="T8" fmla="*/ 938 w 106"/>
                <a:gd name="T9" fmla="*/ 1284 h 111"/>
                <a:gd name="T10" fmla="*/ 1015 w 106"/>
                <a:gd name="T11" fmla="*/ 1074 h 111"/>
                <a:gd name="T12" fmla="*/ 851 w 106"/>
                <a:gd name="T13" fmla="*/ 798 h 111"/>
                <a:gd name="T14" fmla="*/ 717 w 106"/>
                <a:gd name="T15" fmla="*/ 439 h 111"/>
                <a:gd name="T16" fmla="*/ 526 w 106"/>
                <a:gd name="T17" fmla="*/ 25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11">
                  <a:moveTo>
                    <a:pt x="48" y="0"/>
                  </a:moveTo>
                  <a:cubicBezTo>
                    <a:pt x="38" y="13"/>
                    <a:pt x="24" y="20"/>
                    <a:pt x="14" y="31"/>
                  </a:cubicBezTo>
                  <a:cubicBezTo>
                    <a:pt x="0" y="46"/>
                    <a:pt x="18" y="65"/>
                    <a:pt x="28" y="76"/>
                  </a:cubicBezTo>
                  <a:cubicBezTo>
                    <a:pt x="18" y="51"/>
                    <a:pt x="47" y="52"/>
                    <a:pt x="61" y="63"/>
                  </a:cubicBezTo>
                  <a:cubicBezTo>
                    <a:pt x="75" y="74"/>
                    <a:pt x="93" y="93"/>
                    <a:pt x="98" y="111"/>
                  </a:cubicBezTo>
                  <a:cubicBezTo>
                    <a:pt x="101" y="104"/>
                    <a:pt x="106" y="99"/>
                    <a:pt x="106" y="93"/>
                  </a:cubicBezTo>
                  <a:cubicBezTo>
                    <a:pt x="105" y="85"/>
                    <a:pt x="92" y="75"/>
                    <a:pt x="89" y="69"/>
                  </a:cubicBezTo>
                  <a:cubicBezTo>
                    <a:pt x="83" y="59"/>
                    <a:pt x="80" y="48"/>
                    <a:pt x="75" y="38"/>
                  </a:cubicBezTo>
                  <a:cubicBezTo>
                    <a:pt x="70" y="25"/>
                    <a:pt x="65" y="12"/>
                    <a:pt x="55" y="2"/>
                  </a:cubicBezTo>
                </a:path>
              </a:pathLst>
            </a:custGeom>
            <a:solidFill>
              <a:srgbClr val="F0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0" name="Freeform 173">
              <a:extLst>
                <a:ext uri="{FF2B5EF4-FFF2-40B4-BE49-F238E27FC236}">
                  <a16:creationId xmlns:a16="http://schemas.microsoft.com/office/drawing/2014/main" id="{8FD1C85D-022C-4725-B917-8BD52C5C5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308"/>
              <a:ext cx="166" cy="206"/>
            </a:xfrm>
            <a:custGeom>
              <a:avLst/>
              <a:gdLst>
                <a:gd name="T0" fmla="*/ 751 w 78"/>
                <a:gd name="T1" fmla="*/ 1055 h 91"/>
                <a:gd name="T2" fmla="*/ 385 w 78"/>
                <a:gd name="T3" fmla="*/ 604 h 91"/>
                <a:gd name="T4" fmla="*/ 9 w 78"/>
                <a:gd name="T5" fmla="*/ 369 h 91"/>
                <a:gd name="T6" fmla="*/ 181 w 78"/>
                <a:gd name="T7" fmla="*/ 174 h 91"/>
                <a:gd name="T8" fmla="*/ 289 w 78"/>
                <a:gd name="T9" fmla="*/ 36 h 91"/>
                <a:gd name="T10" fmla="*/ 470 w 78"/>
                <a:gd name="T11" fmla="*/ 441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91">
                  <a:moveTo>
                    <a:pt x="78" y="91"/>
                  </a:moveTo>
                  <a:cubicBezTo>
                    <a:pt x="71" y="74"/>
                    <a:pt x="55" y="60"/>
                    <a:pt x="40" y="52"/>
                  </a:cubicBezTo>
                  <a:cubicBezTo>
                    <a:pt x="35" y="48"/>
                    <a:pt x="3" y="38"/>
                    <a:pt x="1" y="32"/>
                  </a:cubicBezTo>
                  <a:cubicBezTo>
                    <a:pt x="0" y="26"/>
                    <a:pt x="15" y="19"/>
                    <a:pt x="19" y="15"/>
                  </a:cubicBezTo>
                  <a:cubicBezTo>
                    <a:pt x="22" y="12"/>
                    <a:pt x="26" y="4"/>
                    <a:pt x="30" y="3"/>
                  </a:cubicBezTo>
                  <a:cubicBezTo>
                    <a:pt x="40" y="0"/>
                    <a:pt x="44" y="30"/>
                    <a:pt x="49" y="38"/>
                  </a:cubicBezTo>
                </a:path>
              </a:pathLst>
            </a:custGeom>
            <a:solidFill>
              <a:srgbClr val="EAD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1" name="Freeform 174">
              <a:extLst>
                <a:ext uri="{FF2B5EF4-FFF2-40B4-BE49-F238E27FC236}">
                  <a16:creationId xmlns:a16="http://schemas.microsoft.com/office/drawing/2014/main" id="{645F8268-C5B3-4615-AC30-2EC941705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637"/>
              <a:ext cx="20" cy="31"/>
            </a:xfrm>
            <a:custGeom>
              <a:avLst/>
              <a:gdLst>
                <a:gd name="T0" fmla="*/ 9 w 9"/>
                <a:gd name="T1" fmla="*/ 89 h 14"/>
                <a:gd name="T2" fmla="*/ 80 w 9"/>
                <a:gd name="T3" fmla="*/ 44 h 14"/>
                <a:gd name="T4" fmla="*/ 44 w 9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1" y="8"/>
                  </a:moveTo>
                  <a:cubicBezTo>
                    <a:pt x="0" y="5"/>
                    <a:pt x="4" y="0"/>
                    <a:pt x="7" y="4"/>
                  </a:cubicBezTo>
                  <a:cubicBezTo>
                    <a:pt x="9" y="6"/>
                    <a:pt x="4" y="12"/>
                    <a:pt x="4" y="14"/>
                  </a:cubicBezTo>
                </a:path>
              </a:pathLst>
            </a:custGeom>
            <a:noFill/>
            <a:ln w="12700" cap="flat">
              <a:solidFill>
                <a:srgbClr val="F3C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2" name="Freeform 175">
              <a:extLst>
                <a:ext uri="{FF2B5EF4-FFF2-40B4-BE49-F238E27FC236}">
                  <a16:creationId xmlns:a16="http://schemas.microsoft.com/office/drawing/2014/main" id="{2C2E2F37-C98D-4E91-A23F-CA49FF5E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589"/>
              <a:ext cx="3" cy="14"/>
            </a:xfrm>
            <a:custGeom>
              <a:avLst/>
              <a:gdLst>
                <a:gd name="T0" fmla="*/ 0 w 1"/>
                <a:gd name="T1" fmla="*/ 77 h 6"/>
                <a:gd name="T2" fmla="*/ 27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0" y="4"/>
                    <a:pt x="1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3C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3" name="Freeform 176">
              <a:extLst>
                <a:ext uri="{FF2B5EF4-FFF2-40B4-BE49-F238E27FC236}">
                  <a16:creationId xmlns:a16="http://schemas.microsoft.com/office/drawing/2014/main" id="{6B8439D8-9588-4265-9095-375D0AF80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845"/>
              <a:ext cx="11" cy="12"/>
            </a:xfrm>
            <a:custGeom>
              <a:avLst/>
              <a:gdLst>
                <a:gd name="T0" fmla="*/ 0 w 5"/>
                <a:gd name="T1" fmla="*/ 70 h 5"/>
                <a:gd name="T2" fmla="*/ 53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3C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4" name="Freeform 177">
              <a:extLst>
                <a:ext uri="{FF2B5EF4-FFF2-40B4-BE49-F238E27FC236}">
                  <a16:creationId xmlns:a16="http://schemas.microsoft.com/office/drawing/2014/main" id="{D0FCCA62-F100-4B16-AE51-5C397AA7D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655"/>
              <a:ext cx="13" cy="13"/>
            </a:xfrm>
            <a:custGeom>
              <a:avLst/>
              <a:gdLst>
                <a:gd name="T0" fmla="*/ 61 w 6"/>
                <a:gd name="T1" fmla="*/ 61 h 6"/>
                <a:gd name="T2" fmla="*/ 9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3" y="5"/>
                    <a:pt x="0" y="3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3C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5" name="Freeform 178">
              <a:extLst>
                <a:ext uri="{FF2B5EF4-FFF2-40B4-BE49-F238E27FC236}">
                  <a16:creationId xmlns:a16="http://schemas.microsoft.com/office/drawing/2014/main" id="{6FF4EF16-256D-42B2-8693-E140BD04F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609"/>
              <a:ext cx="6" cy="12"/>
            </a:xfrm>
            <a:custGeom>
              <a:avLst/>
              <a:gdLst>
                <a:gd name="T0" fmla="*/ 0 w 3"/>
                <a:gd name="T1" fmla="*/ 0 h 5"/>
                <a:gd name="T2" fmla="*/ 24 w 3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3"/>
                    <a:pt x="3" y="5"/>
                  </a:cubicBezTo>
                </a:path>
              </a:pathLst>
            </a:custGeom>
            <a:noFill/>
            <a:ln w="12700" cap="flat">
              <a:solidFill>
                <a:srgbClr val="F3C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6" name="Freeform 179">
              <a:extLst>
                <a:ext uri="{FF2B5EF4-FFF2-40B4-BE49-F238E27FC236}">
                  <a16:creationId xmlns:a16="http://schemas.microsoft.com/office/drawing/2014/main" id="{4F65891C-7CA4-49CF-AE9F-50EB9573F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455"/>
              <a:ext cx="8" cy="9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3" y="4"/>
                    <a:pt x="4" y="4"/>
                  </a:cubicBezTo>
                </a:path>
              </a:pathLst>
            </a:custGeom>
            <a:noFill/>
            <a:ln w="12700" cap="flat">
              <a:solidFill>
                <a:srgbClr val="F3C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7" name="Freeform 180">
              <a:extLst>
                <a:ext uri="{FF2B5EF4-FFF2-40B4-BE49-F238E27FC236}">
                  <a16:creationId xmlns:a16="http://schemas.microsoft.com/office/drawing/2014/main" id="{DDFC14A0-4A71-410B-A5CE-8A146C01D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584"/>
              <a:ext cx="136" cy="123"/>
            </a:xfrm>
            <a:custGeom>
              <a:avLst/>
              <a:gdLst>
                <a:gd name="T0" fmla="*/ 0 w 64"/>
                <a:gd name="T1" fmla="*/ 544 h 54"/>
                <a:gd name="T2" fmla="*/ 614 w 64"/>
                <a:gd name="T3" fmla="*/ 0 h 54"/>
                <a:gd name="T4" fmla="*/ 425 w 64"/>
                <a:gd name="T5" fmla="*/ 508 h 54"/>
                <a:gd name="T6" fmla="*/ 145 w 64"/>
                <a:gd name="T7" fmla="*/ 592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4">
                  <a:moveTo>
                    <a:pt x="0" y="46"/>
                  </a:moveTo>
                  <a:cubicBezTo>
                    <a:pt x="33" y="54"/>
                    <a:pt x="49" y="22"/>
                    <a:pt x="64" y="0"/>
                  </a:cubicBezTo>
                  <a:cubicBezTo>
                    <a:pt x="58" y="13"/>
                    <a:pt x="57" y="34"/>
                    <a:pt x="44" y="43"/>
                  </a:cubicBezTo>
                  <a:cubicBezTo>
                    <a:pt x="36" y="49"/>
                    <a:pt x="24" y="46"/>
                    <a:pt x="15" y="50"/>
                  </a:cubicBezTo>
                </a:path>
              </a:pathLst>
            </a:custGeom>
            <a:solidFill>
              <a:srgbClr val="F9E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8" name="Freeform 181">
              <a:extLst>
                <a:ext uri="{FF2B5EF4-FFF2-40B4-BE49-F238E27FC236}">
                  <a16:creationId xmlns:a16="http://schemas.microsoft.com/office/drawing/2014/main" id="{DA0273D8-2B5D-44E8-B7C2-0F8073ED2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550"/>
              <a:ext cx="49" cy="75"/>
            </a:xfrm>
            <a:custGeom>
              <a:avLst/>
              <a:gdLst>
                <a:gd name="T0" fmla="*/ 68 w 23"/>
                <a:gd name="T1" fmla="*/ 0 h 33"/>
                <a:gd name="T2" fmla="*/ 0 w 23"/>
                <a:gd name="T3" fmla="*/ 386 h 33"/>
                <a:gd name="T4" fmla="*/ 117 w 23"/>
                <a:gd name="T5" fmla="*/ 1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3">
                  <a:moveTo>
                    <a:pt x="7" y="0"/>
                  </a:moveTo>
                  <a:cubicBezTo>
                    <a:pt x="17" y="9"/>
                    <a:pt x="5" y="23"/>
                    <a:pt x="0" y="33"/>
                  </a:cubicBezTo>
                  <a:cubicBezTo>
                    <a:pt x="13" y="30"/>
                    <a:pt x="23" y="11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9" name="Freeform 182">
              <a:extLst>
                <a:ext uri="{FF2B5EF4-FFF2-40B4-BE49-F238E27FC236}">
                  <a16:creationId xmlns:a16="http://schemas.microsoft.com/office/drawing/2014/main" id="{76F4ADCA-1EF1-4B40-A353-40DCAEB9E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961"/>
              <a:ext cx="98" cy="560"/>
            </a:xfrm>
            <a:custGeom>
              <a:avLst/>
              <a:gdLst>
                <a:gd name="T0" fmla="*/ 377 w 46"/>
                <a:gd name="T1" fmla="*/ 0 h 247"/>
                <a:gd name="T2" fmla="*/ 0 w 46"/>
                <a:gd name="T3" fmla="*/ 2879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47">
                  <a:moveTo>
                    <a:pt x="39" y="0"/>
                  </a:moveTo>
                  <a:cubicBezTo>
                    <a:pt x="46" y="43"/>
                    <a:pt x="20" y="203"/>
                    <a:pt x="0" y="247"/>
                  </a:cubicBezTo>
                </a:path>
              </a:pathLst>
            </a:custGeom>
            <a:solidFill>
              <a:srgbClr val="F9E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0" name="Freeform 183">
              <a:extLst>
                <a:ext uri="{FF2B5EF4-FFF2-40B4-BE49-F238E27FC236}">
                  <a16:creationId xmlns:a16="http://schemas.microsoft.com/office/drawing/2014/main" id="{632F4A0B-CCF8-4348-95A5-72697FE08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54"/>
              <a:ext cx="106" cy="554"/>
            </a:xfrm>
            <a:custGeom>
              <a:avLst/>
              <a:gdLst>
                <a:gd name="T0" fmla="*/ 0 w 50"/>
                <a:gd name="T1" fmla="*/ 0 h 244"/>
                <a:gd name="T2" fmla="*/ 449 w 50"/>
                <a:gd name="T3" fmla="*/ 2856 h 2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44">
                  <a:moveTo>
                    <a:pt x="0" y="0"/>
                  </a:moveTo>
                  <a:cubicBezTo>
                    <a:pt x="14" y="32"/>
                    <a:pt x="50" y="204"/>
                    <a:pt x="47" y="2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1" name="Freeform 184">
              <a:extLst>
                <a:ext uri="{FF2B5EF4-FFF2-40B4-BE49-F238E27FC236}">
                  <a16:creationId xmlns:a16="http://schemas.microsoft.com/office/drawing/2014/main" id="{CB89B269-5984-4C2C-9968-EF168DD9B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736"/>
              <a:ext cx="134" cy="840"/>
            </a:xfrm>
            <a:custGeom>
              <a:avLst/>
              <a:gdLst>
                <a:gd name="T0" fmla="*/ 606 w 63"/>
                <a:gd name="T1" fmla="*/ 279 h 370"/>
                <a:gd name="T2" fmla="*/ 0 w 63"/>
                <a:gd name="T3" fmla="*/ 4329 h 370"/>
                <a:gd name="T4" fmla="*/ 489 w 63"/>
                <a:gd name="T5" fmla="*/ 0 h 3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70">
                  <a:moveTo>
                    <a:pt x="63" y="24"/>
                  </a:moveTo>
                  <a:cubicBezTo>
                    <a:pt x="57" y="50"/>
                    <a:pt x="0" y="370"/>
                    <a:pt x="0" y="370"/>
                  </a:cubicBezTo>
                  <a:cubicBezTo>
                    <a:pt x="17" y="280"/>
                    <a:pt x="48" y="55"/>
                    <a:pt x="51" y="0"/>
                  </a:cubicBezTo>
                </a:path>
              </a:pathLst>
            </a:custGeom>
            <a:solidFill>
              <a:srgbClr val="F0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2" name="Freeform 185">
              <a:extLst>
                <a:ext uri="{FF2B5EF4-FFF2-40B4-BE49-F238E27FC236}">
                  <a16:creationId xmlns:a16="http://schemas.microsoft.com/office/drawing/2014/main" id="{59997A91-731C-43E9-BFC1-606A97139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861"/>
              <a:ext cx="126" cy="715"/>
            </a:xfrm>
            <a:custGeom>
              <a:avLst/>
              <a:gdLst>
                <a:gd name="T0" fmla="*/ 145 w 59"/>
                <a:gd name="T1" fmla="*/ 57 h 315"/>
                <a:gd name="T2" fmla="*/ 429 w 59"/>
                <a:gd name="T3" fmla="*/ 2771 h 315"/>
                <a:gd name="T4" fmla="*/ 574 w 59"/>
                <a:gd name="T5" fmla="*/ 3684 h 315"/>
                <a:gd name="T6" fmla="*/ 41 w 59"/>
                <a:gd name="T7" fmla="*/ 561 h 315"/>
                <a:gd name="T8" fmla="*/ 145 w 59"/>
                <a:gd name="T9" fmla="*/ 57 h 3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15">
                  <a:moveTo>
                    <a:pt x="15" y="5"/>
                  </a:moveTo>
                  <a:cubicBezTo>
                    <a:pt x="16" y="21"/>
                    <a:pt x="25" y="157"/>
                    <a:pt x="44" y="237"/>
                  </a:cubicBezTo>
                  <a:cubicBezTo>
                    <a:pt x="49" y="267"/>
                    <a:pt x="59" y="315"/>
                    <a:pt x="59" y="315"/>
                  </a:cubicBezTo>
                  <a:cubicBezTo>
                    <a:pt x="59" y="315"/>
                    <a:pt x="0" y="96"/>
                    <a:pt x="4" y="48"/>
                  </a:cubicBezTo>
                  <a:cubicBezTo>
                    <a:pt x="8" y="0"/>
                    <a:pt x="15" y="5"/>
                    <a:pt x="15" y="5"/>
                  </a:cubicBezTo>
                  <a:close/>
                </a:path>
              </a:pathLst>
            </a:custGeom>
            <a:solidFill>
              <a:srgbClr val="F9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3" name="Freeform 186">
              <a:extLst>
                <a:ext uri="{FF2B5EF4-FFF2-40B4-BE49-F238E27FC236}">
                  <a16:creationId xmlns:a16="http://schemas.microsoft.com/office/drawing/2014/main" id="{DC1FDFFE-4246-4DDB-A3C3-DD2048C32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886"/>
              <a:ext cx="32" cy="275"/>
            </a:xfrm>
            <a:custGeom>
              <a:avLst/>
              <a:gdLst>
                <a:gd name="T0" fmla="*/ 41 w 15"/>
                <a:gd name="T1" fmla="*/ 0 h 121"/>
                <a:gd name="T2" fmla="*/ 145 w 15"/>
                <a:gd name="T3" fmla="*/ 1420 h 121"/>
                <a:gd name="T4" fmla="*/ 41 w 15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1">
                  <a:moveTo>
                    <a:pt x="4" y="0"/>
                  </a:moveTo>
                  <a:cubicBezTo>
                    <a:pt x="5" y="25"/>
                    <a:pt x="11" y="97"/>
                    <a:pt x="15" y="121"/>
                  </a:cubicBezTo>
                  <a:cubicBezTo>
                    <a:pt x="0" y="86"/>
                    <a:pt x="0" y="21"/>
                    <a:pt x="4" y="0"/>
                  </a:cubicBezTo>
                  <a:close/>
                </a:path>
              </a:pathLst>
            </a:custGeom>
            <a:solidFill>
              <a:srgbClr val="EAD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4" name="Freeform 187">
              <a:extLst>
                <a:ext uri="{FF2B5EF4-FFF2-40B4-BE49-F238E27FC236}">
                  <a16:creationId xmlns:a16="http://schemas.microsoft.com/office/drawing/2014/main" id="{F179893E-F1F3-4C36-9EB9-AFE8D34C6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573"/>
              <a:ext cx="47" cy="66"/>
            </a:xfrm>
            <a:custGeom>
              <a:avLst/>
              <a:gdLst>
                <a:gd name="T0" fmla="*/ 214 w 22"/>
                <a:gd name="T1" fmla="*/ 25 h 29"/>
                <a:gd name="T2" fmla="*/ 137 w 22"/>
                <a:gd name="T3" fmla="*/ 118 h 29"/>
                <a:gd name="T4" fmla="*/ 0 w 22"/>
                <a:gd name="T5" fmla="*/ 341 h 29"/>
                <a:gd name="T6" fmla="*/ 60 w 22"/>
                <a:gd name="T7" fmla="*/ 223 h 29"/>
                <a:gd name="T8" fmla="*/ 77 w 22"/>
                <a:gd name="T9" fmla="*/ 105 h 29"/>
                <a:gd name="T10" fmla="*/ 214 w 22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9">
                  <a:moveTo>
                    <a:pt x="22" y="2"/>
                  </a:moveTo>
                  <a:cubicBezTo>
                    <a:pt x="18" y="3"/>
                    <a:pt x="16" y="6"/>
                    <a:pt x="14" y="10"/>
                  </a:cubicBezTo>
                  <a:cubicBezTo>
                    <a:pt x="11" y="18"/>
                    <a:pt x="7" y="24"/>
                    <a:pt x="0" y="29"/>
                  </a:cubicBezTo>
                  <a:cubicBezTo>
                    <a:pt x="2" y="26"/>
                    <a:pt x="4" y="22"/>
                    <a:pt x="6" y="19"/>
                  </a:cubicBezTo>
                  <a:cubicBezTo>
                    <a:pt x="7" y="16"/>
                    <a:pt x="6" y="12"/>
                    <a:pt x="8" y="9"/>
                  </a:cubicBezTo>
                  <a:cubicBezTo>
                    <a:pt x="10" y="4"/>
                    <a:pt x="20" y="5"/>
                    <a:pt x="22" y="0"/>
                  </a:cubicBezTo>
                </a:path>
              </a:pathLst>
            </a:custGeom>
            <a:solidFill>
              <a:srgbClr val="EAD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5" name="Freeform 188">
              <a:extLst>
                <a:ext uri="{FF2B5EF4-FFF2-40B4-BE49-F238E27FC236}">
                  <a16:creationId xmlns:a16="http://schemas.microsoft.com/office/drawing/2014/main" id="{03CC33B3-53E0-4631-A35F-DD62D8A97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659"/>
              <a:ext cx="22" cy="30"/>
            </a:xfrm>
            <a:custGeom>
              <a:avLst/>
              <a:gdLst>
                <a:gd name="T0" fmla="*/ 106 w 10"/>
                <a:gd name="T1" fmla="*/ 0 h 13"/>
                <a:gd name="T2" fmla="*/ 0 w 10"/>
                <a:gd name="T3" fmla="*/ 159 h 13"/>
                <a:gd name="T4" fmla="*/ 64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0"/>
                  </a:moveTo>
                  <a:cubicBezTo>
                    <a:pt x="9" y="8"/>
                    <a:pt x="7" y="11"/>
                    <a:pt x="0" y="13"/>
                  </a:cubicBezTo>
                  <a:cubicBezTo>
                    <a:pt x="3" y="10"/>
                    <a:pt x="6" y="5"/>
                    <a:pt x="6" y="0"/>
                  </a:cubicBezTo>
                </a:path>
              </a:pathLst>
            </a:custGeom>
            <a:solidFill>
              <a:srgbClr val="EAD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6" name="Freeform 189">
              <a:extLst>
                <a:ext uri="{FF2B5EF4-FFF2-40B4-BE49-F238E27FC236}">
                  <a16:creationId xmlns:a16="http://schemas.microsoft.com/office/drawing/2014/main" id="{7ECD98DE-3326-448E-BBD4-3518575E4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714"/>
              <a:ext cx="17" cy="20"/>
            </a:xfrm>
            <a:custGeom>
              <a:avLst/>
              <a:gdLst>
                <a:gd name="T0" fmla="*/ 49 w 8"/>
                <a:gd name="T1" fmla="*/ 0 h 9"/>
                <a:gd name="T2" fmla="*/ 0 w 8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8" y="5"/>
                    <a:pt x="2" y="9"/>
                    <a:pt x="0" y="9"/>
                  </a:cubicBezTo>
                </a:path>
              </a:pathLst>
            </a:custGeom>
            <a:solidFill>
              <a:srgbClr val="EAD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7" name="Freeform 190">
              <a:extLst>
                <a:ext uri="{FF2B5EF4-FFF2-40B4-BE49-F238E27FC236}">
                  <a16:creationId xmlns:a16="http://schemas.microsoft.com/office/drawing/2014/main" id="{6529A641-BB1E-47F5-A6DC-F48DA749B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562"/>
              <a:ext cx="49" cy="63"/>
            </a:xfrm>
            <a:custGeom>
              <a:avLst/>
              <a:gdLst>
                <a:gd name="T0" fmla="*/ 222 w 23"/>
                <a:gd name="T1" fmla="*/ 81 h 28"/>
                <a:gd name="T2" fmla="*/ 85 w 23"/>
                <a:gd name="T3" fmla="*/ 25 h 28"/>
                <a:gd name="T4" fmla="*/ 28 w 23"/>
                <a:gd name="T5" fmla="*/ 45 h 28"/>
                <a:gd name="T6" fmla="*/ 85 w 23"/>
                <a:gd name="T7" fmla="*/ 92 h 28"/>
                <a:gd name="T8" fmla="*/ 117 w 23"/>
                <a:gd name="T9" fmla="*/ 162 h 28"/>
                <a:gd name="T10" fmla="*/ 222 w 23"/>
                <a:gd name="T11" fmla="*/ 320 h 28"/>
                <a:gd name="T12" fmla="*/ 205 w 23"/>
                <a:gd name="T13" fmla="*/ 10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23" y="7"/>
                  </a:moveTo>
                  <a:cubicBezTo>
                    <a:pt x="18" y="7"/>
                    <a:pt x="14" y="3"/>
                    <a:pt x="9" y="2"/>
                  </a:cubicBezTo>
                  <a:cubicBezTo>
                    <a:pt x="6" y="1"/>
                    <a:pt x="0" y="0"/>
                    <a:pt x="3" y="4"/>
                  </a:cubicBezTo>
                  <a:cubicBezTo>
                    <a:pt x="4" y="5"/>
                    <a:pt x="7" y="6"/>
                    <a:pt x="9" y="8"/>
                  </a:cubicBezTo>
                  <a:cubicBezTo>
                    <a:pt x="10" y="10"/>
                    <a:pt x="11" y="12"/>
                    <a:pt x="12" y="14"/>
                  </a:cubicBezTo>
                  <a:cubicBezTo>
                    <a:pt x="15" y="20"/>
                    <a:pt x="16" y="25"/>
                    <a:pt x="23" y="28"/>
                  </a:cubicBezTo>
                  <a:cubicBezTo>
                    <a:pt x="20" y="25"/>
                    <a:pt x="9" y="7"/>
                    <a:pt x="2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8" name="Freeform 191">
              <a:extLst>
                <a:ext uri="{FF2B5EF4-FFF2-40B4-BE49-F238E27FC236}">
                  <a16:creationId xmlns:a16="http://schemas.microsoft.com/office/drawing/2014/main" id="{55D89D34-8B68-450E-9533-E16571305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652"/>
              <a:ext cx="24" cy="32"/>
            </a:xfrm>
            <a:custGeom>
              <a:avLst/>
              <a:gdLst>
                <a:gd name="T0" fmla="*/ 113 w 11"/>
                <a:gd name="T1" fmla="*/ 48 h 14"/>
                <a:gd name="T2" fmla="*/ 72 w 11"/>
                <a:gd name="T3" fmla="*/ 167 h 14"/>
                <a:gd name="T4" fmla="*/ 113 w 11"/>
                <a:gd name="T5" fmla="*/ 5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1" y="4"/>
                  </a:moveTo>
                  <a:cubicBezTo>
                    <a:pt x="3" y="0"/>
                    <a:pt x="0" y="11"/>
                    <a:pt x="7" y="14"/>
                  </a:cubicBezTo>
                  <a:cubicBezTo>
                    <a:pt x="5" y="11"/>
                    <a:pt x="8" y="6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9" name="Freeform 192">
              <a:extLst>
                <a:ext uri="{FF2B5EF4-FFF2-40B4-BE49-F238E27FC236}">
                  <a16:creationId xmlns:a16="http://schemas.microsoft.com/office/drawing/2014/main" id="{3DC5AC33-FECF-42A7-BD05-634E511CF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702"/>
              <a:ext cx="13" cy="23"/>
            </a:xfrm>
            <a:custGeom>
              <a:avLst/>
              <a:gdLst>
                <a:gd name="T0" fmla="*/ 52 w 6"/>
                <a:gd name="T1" fmla="*/ 37 h 10"/>
                <a:gd name="T2" fmla="*/ 43 w 6"/>
                <a:gd name="T3" fmla="*/ 122 h 10"/>
                <a:gd name="T4" fmla="*/ 61 w 6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5" y="3"/>
                  </a:moveTo>
                  <a:cubicBezTo>
                    <a:pt x="0" y="0"/>
                    <a:pt x="1" y="7"/>
                    <a:pt x="4" y="10"/>
                  </a:cubicBezTo>
                  <a:cubicBezTo>
                    <a:pt x="3" y="8"/>
                    <a:pt x="3" y="5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0" name="Freeform 193">
              <a:extLst>
                <a:ext uri="{FF2B5EF4-FFF2-40B4-BE49-F238E27FC236}">
                  <a16:creationId xmlns:a16="http://schemas.microsoft.com/office/drawing/2014/main" id="{F9287391-0AFE-44A3-8BC7-9D74C7E0D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727"/>
              <a:ext cx="176" cy="138"/>
            </a:xfrm>
            <a:custGeom>
              <a:avLst/>
              <a:gdLst>
                <a:gd name="T0" fmla="*/ 0 w 83"/>
                <a:gd name="T1" fmla="*/ 0 h 61"/>
                <a:gd name="T2" fmla="*/ 517 w 83"/>
                <a:gd name="T3" fmla="*/ 706 h 61"/>
                <a:gd name="T4" fmla="*/ 791 w 83"/>
                <a:gd name="T5" fmla="*/ 394 h 61"/>
                <a:gd name="T6" fmla="*/ 212 w 83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1">
                  <a:moveTo>
                    <a:pt x="0" y="0"/>
                  </a:moveTo>
                  <a:cubicBezTo>
                    <a:pt x="13" y="36"/>
                    <a:pt x="40" y="54"/>
                    <a:pt x="54" y="61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64" y="36"/>
                    <a:pt x="39" y="21"/>
                    <a:pt x="22" y="0"/>
                  </a:cubicBezTo>
                </a:path>
              </a:pathLst>
            </a:custGeom>
            <a:solidFill>
              <a:srgbClr val="EAD2A4"/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71" name="Freeform 194">
              <a:extLst>
                <a:ext uri="{FF2B5EF4-FFF2-40B4-BE49-F238E27FC236}">
                  <a16:creationId xmlns:a16="http://schemas.microsoft.com/office/drawing/2014/main" id="{3F309C16-0377-4B80-BB73-7FE6AF27B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727"/>
              <a:ext cx="176" cy="138"/>
            </a:xfrm>
            <a:custGeom>
              <a:avLst/>
              <a:gdLst>
                <a:gd name="T0" fmla="*/ 0 w 83"/>
                <a:gd name="T1" fmla="*/ 0 h 61"/>
                <a:gd name="T2" fmla="*/ 517 w 83"/>
                <a:gd name="T3" fmla="*/ 706 h 61"/>
                <a:gd name="T4" fmla="*/ 791 w 83"/>
                <a:gd name="T5" fmla="*/ 394 h 61"/>
                <a:gd name="T6" fmla="*/ 212 w 83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1">
                  <a:moveTo>
                    <a:pt x="0" y="0"/>
                  </a:moveTo>
                  <a:cubicBezTo>
                    <a:pt x="13" y="36"/>
                    <a:pt x="40" y="54"/>
                    <a:pt x="54" y="61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64" y="36"/>
                    <a:pt x="39" y="21"/>
                    <a:pt x="22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2" name="Freeform 195">
              <a:extLst>
                <a:ext uri="{FF2B5EF4-FFF2-40B4-BE49-F238E27FC236}">
                  <a16:creationId xmlns:a16="http://schemas.microsoft.com/office/drawing/2014/main" id="{DF861345-3C45-4743-969B-CDCCC9F88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727"/>
              <a:ext cx="117" cy="227"/>
            </a:xfrm>
            <a:custGeom>
              <a:avLst/>
              <a:gdLst>
                <a:gd name="T0" fmla="*/ 0 w 55"/>
                <a:gd name="T1" fmla="*/ 0 h 100"/>
                <a:gd name="T2" fmla="*/ 530 w 55"/>
                <a:gd name="T3" fmla="*/ 1169 h 100"/>
                <a:gd name="T4" fmla="*/ 128 w 55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00">
                  <a:moveTo>
                    <a:pt x="0" y="0"/>
                  </a:moveTo>
                  <a:cubicBezTo>
                    <a:pt x="3" y="44"/>
                    <a:pt x="26" y="94"/>
                    <a:pt x="55" y="100"/>
                  </a:cubicBezTo>
                  <a:cubicBezTo>
                    <a:pt x="31" y="86"/>
                    <a:pt x="13" y="46"/>
                    <a:pt x="13" y="0"/>
                  </a:cubicBezTo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73" name="Freeform 196">
              <a:extLst>
                <a:ext uri="{FF2B5EF4-FFF2-40B4-BE49-F238E27FC236}">
                  <a16:creationId xmlns:a16="http://schemas.microsoft.com/office/drawing/2014/main" id="{4179CCBF-0396-462D-B83F-AC204A423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727"/>
              <a:ext cx="117" cy="227"/>
            </a:xfrm>
            <a:custGeom>
              <a:avLst/>
              <a:gdLst>
                <a:gd name="T0" fmla="*/ 0 w 55"/>
                <a:gd name="T1" fmla="*/ 0 h 100"/>
                <a:gd name="T2" fmla="*/ 530 w 55"/>
                <a:gd name="T3" fmla="*/ 1169 h 100"/>
                <a:gd name="T4" fmla="*/ 128 w 55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00">
                  <a:moveTo>
                    <a:pt x="0" y="0"/>
                  </a:moveTo>
                  <a:cubicBezTo>
                    <a:pt x="3" y="44"/>
                    <a:pt x="26" y="94"/>
                    <a:pt x="55" y="100"/>
                  </a:cubicBezTo>
                  <a:cubicBezTo>
                    <a:pt x="31" y="86"/>
                    <a:pt x="13" y="46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4" name="Freeform 197">
              <a:extLst>
                <a:ext uri="{FF2B5EF4-FFF2-40B4-BE49-F238E27FC236}">
                  <a16:creationId xmlns:a16="http://schemas.microsoft.com/office/drawing/2014/main" id="{AB50C3D7-EB53-4FA0-9C0C-C89998C9E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725"/>
              <a:ext cx="578" cy="267"/>
            </a:xfrm>
            <a:custGeom>
              <a:avLst/>
              <a:gdLst>
                <a:gd name="T0" fmla="*/ 0 w 272"/>
                <a:gd name="T1" fmla="*/ 11 h 118"/>
                <a:gd name="T2" fmla="*/ 317 w 272"/>
                <a:gd name="T3" fmla="*/ 1091 h 118"/>
                <a:gd name="T4" fmla="*/ 402 w 272"/>
                <a:gd name="T5" fmla="*/ 1172 h 118"/>
                <a:gd name="T6" fmla="*/ 1237 w 272"/>
                <a:gd name="T7" fmla="*/ 1136 h 118"/>
                <a:gd name="T8" fmla="*/ 1638 w 272"/>
                <a:gd name="T9" fmla="*/ 871 h 118"/>
                <a:gd name="T10" fmla="*/ 1653 w 272"/>
                <a:gd name="T11" fmla="*/ 1192 h 118"/>
                <a:gd name="T12" fmla="*/ 2123 w 272"/>
                <a:gd name="T13" fmla="*/ 835 h 118"/>
                <a:gd name="T14" fmla="*/ 2573 w 272"/>
                <a:gd name="T15" fmla="*/ 303 h 118"/>
                <a:gd name="T16" fmla="*/ 2610 w 272"/>
                <a:gd name="T17" fmla="*/ 0 h 118"/>
                <a:gd name="T18" fmla="*/ 2091 w 272"/>
                <a:gd name="T19" fmla="*/ 0 h 118"/>
                <a:gd name="T20" fmla="*/ 1526 w 272"/>
                <a:gd name="T21" fmla="*/ 324 h 118"/>
                <a:gd name="T22" fmla="*/ 903 w 272"/>
                <a:gd name="T23" fmla="*/ 670 h 118"/>
                <a:gd name="T24" fmla="*/ 1169 w 272"/>
                <a:gd name="T25" fmla="*/ 810 h 118"/>
                <a:gd name="T26" fmla="*/ 674 w 272"/>
                <a:gd name="T27" fmla="*/ 1030 h 118"/>
                <a:gd name="T28" fmla="*/ 153 w 272"/>
                <a:gd name="T29" fmla="*/ 11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2" h="118">
                  <a:moveTo>
                    <a:pt x="0" y="1"/>
                  </a:moveTo>
                  <a:cubicBezTo>
                    <a:pt x="0" y="41"/>
                    <a:pt x="14" y="77"/>
                    <a:pt x="33" y="94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58" y="113"/>
                    <a:pt x="89" y="118"/>
                    <a:pt x="129" y="98"/>
                  </a:cubicBezTo>
                  <a:cubicBezTo>
                    <a:pt x="138" y="93"/>
                    <a:pt x="154" y="85"/>
                    <a:pt x="171" y="75"/>
                  </a:cubicBezTo>
                  <a:cubicBezTo>
                    <a:pt x="177" y="71"/>
                    <a:pt x="177" y="93"/>
                    <a:pt x="172" y="103"/>
                  </a:cubicBezTo>
                  <a:cubicBezTo>
                    <a:pt x="166" y="114"/>
                    <a:pt x="221" y="72"/>
                    <a:pt x="221" y="72"/>
                  </a:cubicBezTo>
                  <a:cubicBezTo>
                    <a:pt x="268" y="26"/>
                    <a:pt x="268" y="26"/>
                    <a:pt x="268" y="26"/>
                  </a:cubicBezTo>
                  <a:cubicBezTo>
                    <a:pt x="272" y="0"/>
                    <a:pt x="272" y="0"/>
                    <a:pt x="272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190" y="12"/>
                    <a:pt x="159" y="28"/>
                    <a:pt x="159" y="28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89" y="63"/>
                    <a:pt x="129" y="64"/>
                    <a:pt x="122" y="70"/>
                  </a:cubicBezTo>
                  <a:cubicBezTo>
                    <a:pt x="105" y="82"/>
                    <a:pt x="87" y="91"/>
                    <a:pt x="70" y="89"/>
                  </a:cubicBezTo>
                  <a:cubicBezTo>
                    <a:pt x="37" y="90"/>
                    <a:pt x="20" y="36"/>
                    <a:pt x="16" y="1"/>
                  </a:cubicBezTo>
                </a:path>
              </a:pathLst>
            </a:custGeom>
            <a:solidFill>
              <a:srgbClr val="EAD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5" name="Freeform 198">
              <a:extLst>
                <a:ext uri="{FF2B5EF4-FFF2-40B4-BE49-F238E27FC236}">
                  <a16:creationId xmlns:a16="http://schemas.microsoft.com/office/drawing/2014/main" id="{07A156D2-A19D-4A36-B780-125FEA6A0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727"/>
              <a:ext cx="304" cy="204"/>
            </a:xfrm>
            <a:custGeom>
              <a:avLst/>
              <a:gdLst>
                <a:gd name="T0" fmla="*/ 1373 w 143"/>
                <a:gd name="T1" fmla="*/ 313 h 90"/>
                <a:gd name="T2" fmla="*/ 750 w 143"/>
                <a:gd name="T3" fmla="*/ 662 h 90"/>
                <a:gd name="T4" fmla="*/ 1016 w 143"/>
                <a:gd name="T5" fmla="*/ 802 h 90"/>
                <a:gd name="T6" fmla="*/ 519 w 143"/>
                <a:gd name="T7" fmla="*/ 1022 h 90"/>
                <a:gd name="T8" fmla="*/ 0 w 143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90">
                  <a:moveTo>
                    <a:pt x="143" y="27"/>
                  </a:moveTo>
                  <a:cubicBezTo>
                    <a:pt x="78" y="57"/>
                    <a:pt x="78" y="57"/>
                    <a:pt x="78" y="57"/>
                  </a:cubicBezTo>
                  <a:cubicBezTo>
                    <a:pt x="73" y="62"/>
                    <a:pt x="113" y="63"/>
                    <a:pt x="106" y="69"/>
                  </a:cubicBezTo>
                  <a:cubicBezTo>
                    <a:pt x="89" y="81"/>
                    <a:pt x="71" y="90"/>
                    <a:pt x="54" y="88"/>
                  </a:cubicBezTo>
                  <a:cubicBezTo>
                    <a:pt x="21" y="89"/>
                    <a:pt x="4" y="3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6" name="Freeform 199">
              <a:extLst>
                <a:ext uri="{FF2B5EF4-FFF2-40B4-BE49-F238E27FC236}">
                  <a16:creationId xmlns:a16="http://schemas.microsoft.com/office/drawing/2014/main" id="{9AE91095-C7C3-44FA-9CC2-39E836711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725"/>
              <a:ext cx="578" cy="267"/>
            </a:xfrm>
            <a:custGeom>
              <a:avLst/>
              <a:gdLst>
                <a:gd name="T0" fmla="*/ 0 w 272"/>
                <a:gd name="T1" fmla="*/ 11 h 118"/>
                <a:gd name="T2" fmla="*/ 317 w 272"/>
                <a:gd name="T3" fmla="*/ 1091 h 118"/>
                <a:gd name="T4" fmla="*/ 402 w 272"/>
                <a:gd name="T5" fmla="*/ 1172 h 118"/>
                <a:gd name="T6" fmla="*/ 1237 w 272"/>
                <a:gd name="T7" fmla="*/ 1136 h 118"/>
                <a:gd name="T8" fmla="*/ 1638 w 272"/>
                <a:gd name="T9" fmla="*/ 871 h 118"/>
                <a:gd name="T10" fmla="*/ 1653 w 272"/>
                <a:gd name="T11" fmla="*/ 1192 h 118"/>
                <a:gd name="T12" fmla="*/ 2123 w 272"/>
                <a:gd name="T13" fmla="*/ 835 h 118"/>
                <a:gd name="T14" fmla="*/ 2573 w 272"/>
                <a:gd name="T15" fmla="*/ 303 h 118"/>
                <a:gd name="T16" fmla="*/ 2610 w 272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2" h="118">
                  <a:moveTo>
                    <a:pt x="0" y="1"/>
                  </a:moveTo>
                  <a:cubicBezTo>
                    <a:pt x="0" y="41"/>
                    <a:pt x="14" y="77"/>
                    <a:pt x="33" y="94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58" y="113"/>
                    <a:pt x="89" y="118"/>
                    <a:pt x="129" y="98"/>
                  </a:cubicBezTo>
                  <a:cubicBezTo>
                    <a:pt x="138" y="93"/>
                    <a:pt x="154" y="85"/>
                    <a:pt x="171" y="75"/>
                  </a:cubicBezTo>
                  <a:cubicBezTo>
                    <a:pt x="177" y="71"/>
                    <a:pt x="177" y="93"/>
                    <a:pt x="172" y="103"/>
                  </a:cubicBezTo>
                  <a:cubicBezTo>
                    <a:pt x="166" y="114"/>
                    <a:pt x="221" y="72"/>
                    <a:pt x="221" y="72"/>
                  </a:cubicBezTo>
                  <a:cubicBezTo>
                    <a:pt x="268" y="26"/>
                    <a:pt x="268" y="26"/>
                    <a:pt x="268" y="26"/>
                  </a:cubicBezTo>
                  <a:cubicBezTo>
                    <a:pt x="272" y="0"/>
                    <a:pt x="272" y="0"/>
                    <a:pt x="27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7" name="Freeform 200">
              <a:extLst>
                <a:ext uri="{FF2B5EF4-FFF2-40B4-BE49-F238E27FC236}">
                  <a16:creationId xmlns:a16="http://schemas.microsoft.com/office/drawing/2014/main" id="{84E78AB0-00C7-48B4-8EB8-E77CDFDCE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831"/>
              <a:ext cx="449" cy="311"/>
            </a:xfrm>
            <a:custGeom>
              <a:avLst/>
              <a:gdLst>
                <a:gd name="T0" fmla="*/ 2032 w 211"/>
                <a:gd name="T1" fmla="*/ 422 h 137"/>
                <a:gd name="T2" fmla="*/ 1409 w 211"/>
                <a:gd name="T3" fmla="*/ 1310 h 137"/>
                <a:gd name="T4" fmla="*/ 377 w 211"/>
                <a:gd name="T5" fmla="*/ 1371 h 137"/>
                <a:gd name="T6" fmla="*/ 181 w 211"/>
                <a:gd name="T7" fmla="*/ 1226 h 137"/>
                <a:gd name="T8" fmla="*/ 68 w 211"/>
                <a:gd name="T9" fmla="*/ 994 h 137"/>
                <a:gd name="T10" fmla="*/ 0 w 211"/>
                <a:gd name="T11" fmla="*/ 597 h 137"/>
                <a:gd name="T12" fmla="*/ 68 w 211"/>
                <a:gd name="T13" fmla="*/ 154 h 137"/>
                <a:gd name="T14" fmla="*/ 213 w 211"/>
                <a:gd name="T15" fmla="*/ 0 h 137"/>
                <a:gd name="T16" fmla="*/ 683 w 211"/>
                <a:gd name="T17" fmla="*/ 1242 h 137"/>
                <a:gd name="T18" fmla="*/ 1581 w 211"/>
                <a:gd name="T19" fmla="*/ 701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1" h="137">
                  <a:moveTo>
                    <a:pt x="211" y="36"/>
                  </a:moveTo>
                  <a:cubicBezTo>
                    <a:pt x="211" y="36"/>
                    <a:pt x="180" y="87"/>
                    <a:pt x="146" y="112"/>
                  </a:cubicBezTo>
                  <a:cubicBezTo>
                    <a:pt x="112" y="137"/>
                    <a:pt x="60" y="129"/>
                    <a:pt x="39" y="117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8" y="38"/>
                    <a:pt x="18" y="102"/>
                    <a:pt x="71" y="106"/>
                  </a:cubicBezTo>
                  <a:cubicBezTo>
                    <a:pt x="93" y="104"/>
                    <a:pt x="131" y="104"/>
                    <a:pt x="164" y="60"/>
                  </a:cubicBezTo>
                </a:path>
              </a:pathLst>
            </a:custGeom>
            <a:solidFill>
              <a:srgbClr val="EAD2A4"/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78" name="Freeform 201">
              <a:extLst>
                <a:ext uri="{FF2B5EF4-FFF2-40B4-BE49-F238E27FC236}">
                  <a16:creationId xmlns:a16="http://schemas.microsoft.com/office/drawing/2014/main" id="{7DC62369-3548-43EA-995E-36AC18F20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831"/>
              <a:ext cx="449" cy="311"/>
            </a:xfrm>
            <a:custGeom>
              <a:avLst/>
              <a:gdLst>
                <a:gd name="T0" fmla="*/ 2032 w 211"/>
                <a:gd name="T1" fmla="*/ 422 h 137"/>
                <a:gd name="T2" fmla="*/ 1409 w 211"/>
                <a:gd name="T3" fmla="*/ 1310 h 137"/>
                <a:gd name="T4" fmla="*/ 377 w 211"/>
                <a:gd name="T5" fmla="*/ 1371 h 137"/>
                <a:gd name="T6" fmla="*/ 181 w 211"/>
                <a:gd name="T7" fmla="*/ 1226 h 137"/>
                <a:gd name="T8" fmla="*/ 68 w 211"/>
                <a:gd name="T9" fmla="*/ 994 h 137"/>
                <a:gd name="T10" fmla="*/ 0 w 211"/>
                <a:gd name="T11" fmla="*/ 597 h 137"/>
                <a:gd name="T12" fmla="*/ 68 w 211"/>
                <a:gd name="T13" fmla="*/ 154 h 137"/>
                <a:gd name="T14" fmla="*/ 213 w 211"/>
                <a:gd name="T15" fmla="*/ 0 h 137"/>
                <a:gd name="T16" fmla="*/ 683 w 211"/>
                <a:gd name="T17" fmla="*/ 1242 h 137"/>
                <a:gd name="T18" fmla="*/ 1581 w 211"/>
                <a:gd name="T19" fmla="*/ 701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1" h="137">
                  <a:moveTo>
                    <a:pt x="211" y="36"/>
                  </a:moveTo>
                  <a:cubicBezTo>
                    <a:pt x="211" y="36"/>
                    <a:pt x="180" y="87"/>
                    <a:pt x="146" y="112"/>
                  </a:cubicBezTo>
                  <a:cubicBezTo>
                    <a:pt x="112" y="137"/>
                    <a:pt x="60" y="129"/>
                    <a:pt x="39" y="117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8" y="38"/>
                    <a:pt x="18" y="102"/>
                    <a:pt x="71" y="106"/>
                  </a:cubicBezTo>
                  <a:cubicBezTo>
                    <a:pt x="93" y="104"/>
                    <a:pt x="131" y="104"/>
                    <a:pt x="164" y="6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9" name="Freeform 202">
              <a:extLst>
                <a:ext uri="{FF2B5EF4-FFF2-40B4-BE49-F238E27FC236}">
                  <a16:creationId xmlns:a16="http://schemas.microsoft.com/office/drawing/2014/main" id="{AA461FDC-0E19-4208-A651-5EBD7C663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781"/>
              <a:ext cx="416" cy="347"/>
            </a:xfrm>
            <a:custGeom>
              <a:avLst/>
              <a:gdLst>
                <a:gd name="T0" fmla="*/ 1874 w 196"/>
                <a:gd name="T1" fmla="*/ 0 h 153"/>
                <a:gd name="T2" fmla="*/ 1348 w 196"/>
                <a:gd name="T3" fmla="*/ 397 h 153"/>
                <a:gd name="T4" fmla="*/ 671 w 196"/>
                <a:gd name="T5" fmla="*/ 900 h 153"/>
                <a:gd name="T6" fmla="*/ 96 w 196"/>
                <a:gd name="T7" fmla="*/ 1563 h 153"/>
                <a:gd name="T8" fmla="*/ 658 w 196"/>
                <a:gd name="T9" fmla="*/ 1177 h 153"/>
                <a:gd name="T10" fmla="*/ 1337 w 196"/>
                <a:gd name="T11" fmla="*/ 710 h 153"/>
                <a:gd name="T12" fmla="*/ 1874 w 196"/>
                <a:gd name="T13" fmla="*/ 433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53">
                  <a:moveTo>
                    <a:pt x="196" y="0"/>
                  </a:moveTo>
                  <a:cubicBezTo>
                    <a:pt x="166" y="15"/>
                    <a:pt x="167" y="15"/>
                    <a:pt x="141" y="34"/>
                  </a:cubicBezTo>
                  <a:cubicBezTo>
                    <a:pt x="116" y="54"/>
                    <a:pt x="104" y="58"/>
                    <a:pt x="70" y="77"/>
                  </a:cubicBezTo>
                  <a:cubicBezTo>
                    <a:pt x="37" y="96"/>
                    <a:pt x="20" y="117"/>
                    <a:pt x="10" y="134"/>
                  </a:cubicBezTo>
                  <a:cubicBezTo>
                    <a:pt x="0" y="153"/>
                    <a:pt x="39" y="125"/>
                    <a:pt x="69" y="101"/>
                  </a:cubicBezTo>
                  <a:cubicBezTo>
                    <a:pt x="101" y="76"/>
                    <a:pt x="112" y="77"/>
                    <a:pt x="140" y="61"/>
                  </a:cubicBezTo>
                  <a:cubicBezTo>
                    <a:pt x="169" y="44"/>
                    <a:pt x="186" y="32"/>
                    <a:pt x="196" y="37"/>
                  </a:cubicBezTo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80" name="Freeform 203">
              <a:extLst>
                <a:ext uri="{FF2B5EF4-FFF2-40B4-BE49-F238E27FC236}">
                  <a16:creationId xmlns:a16="http://schemas.microsoft.com/office/drawing/2014/main" id="{A63BD62B-B193-46BE-9D72-059417A51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781"/>
              <a:ext cx="416" cy="347"/>
            </a:xfrm>
            <a:custGeom>
              <a:avLst/>
              <a:gdLst>
                <a:gd name="T0" fmla="*/ 1874 w 196"/>
                <a:gd name="T1" fmla="*/ 0 h 153"/>
                <a:gd name="T2" fmla="*/ 1348 w 196"/>
                <a:gd name="T3" fmla="*/ 397 h 153"/>
                <a:gd name="T4" fmla="*/ 671 w 196"/>
                <a:gd name="T5" fmla="*/ 900 h 153"/>
                <a:gd name="T6" fmla="*/ 96 w 196"/>
                <a:gd name="T7" fmla="*/ 1563 h 153"/>
                <a:gd name="T8" fmla="*/ 658 w 196"/>
                <a:gd name="T9" fmla="*/ 1177 h 153"/>
                <a:gd name="T10" fmla="*/ 1337 w 196"/>
                <a:gd name="T11" fmla="*/ 710 h 153"/>
                <a:gd name="T12" fmla="*/ 1874 w 196"/>
                <a:gd name="T13" fmla="*/ 433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53">
                  <a:moveTo>
                    <a:pt x="196" y="0"/>
                  </a:moveTo>
                  <a:cubicBezTo>
                    <a:pt x="166" y="15"/>
                    <a:pt x="167" y="15"/>
                    <a:pt x="141" y="34"/>
                  </a:cubicBezTo>
                  <a:cubicBezTo>
                    <a:pt x="116" y="54"/>
                    <a:pt x="104" y="58"/>
                    <a:pt x="70" y="77"/>
                  </a:cubicBezTo>
                  <a:cubicBezTo>
                    <a:pt x="37" y="96"/>
                    <a:pt x="20" y="117"/>
                    <a:pt x="10" y="134"/>
                  </a:cubicBezTo>
                  <a:cubicBezTo>
                    <a:pt x="0" y="153"/>
                    <a:pt x="39" y="125"/>
                    <a:pt x="69" y="101"/>
                  </a:cubicBezTo>
                  <a:cubicBezTo>
                    <a:pt x="101" y="76"/>
                    <a:pt x="112" y="77"/>
                    <a:pt x="140" y="61"/>
                  </a:cubicBezTo>
                  <a:cubicBezTo>
                    <a:pt x="169" y="44"/>
                    <a:pt x="186" y="32"/>
                    <a:pt x="196" y="3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1" name="Freeform 204">
              <a:extLst>
                <a:ext uri="{FF2B5EF4-FFF2-40B4-BE49-F238E27FC236}">
                  <a16:creationId xmlns:a16="http://schemas.microsoft.com/office/drawing/2014/main" id="{123216B1-437A-44F8-9090-E4653BEF8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727"/>
              <a:ext cx="172" cy="370"/>
            </a:xfrm>
            <a:custGeom>
              <a:avLst/>
              <a:gdLst>
                <a:gd name="T0" fmla="*/ 410 w 81"/>
                <a:gd name="T1" fmla="*/ 0 h 163"/>
                <a:gd name="T2" fmla="*/ 85 w 81"/>
                <a:gd name="T3" fmla="*/ 1217 h 163"/>
                <a:gd name="T4" fmla="*/ 478 w 81"/>
                <a:gd name="T5" fmla="*/ 1907 h 163"/>
                <a:gd name="T6" fmla="*/ 212 w 81"/>
                <a:gd name="T7" fmla="*/ 840 h 163"/>
                <a:gd name="T8" fmla="*/ 775 w 81"/>
                <a:gd name="T9" fmla="*/ 0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63">
                  <a:moveTo>
                    <a:pt x="43" y="0"/>
                  </a:moveTo>
                  <a:cubicBezTo>
                    <a:pt x="18" y="28"/>
                    <a:pt x="0" y="60"/>
                    <a:pt x="9" y="104"/>
                  </a:cubicBezTo>
                  <a:cubicBezTo>
                    <a:pt x="21" y="162"/>
                    <a:pt x="50" y="163"/>
                    <a:pt x="50" y="163"/>
                  </a:cubicBezTo>
                  <a:cubicBezTo>
                    <a:pt x="19" y="147"/>
                    <a:pt x="13" y="122"/>
                    <a:pt x="22" y="72"/>
                  </a:cubicBezTo>
                  <a:cubicBezTo>
                    <a:pt x="27" y="45"/>
                    <a:pt x="59" y="11"/>
                    <a:pt x="81" y="0"/>
                  </a:cubicBezTo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82" name="Freeform 205">
              <a:extLst>
                <a:ext uri="{FF2B5EF4-FFF2-40B4-BE49-F238E27FC236}">
                  <a16:creationId xmlns:a16="http://schemas.microsoft.com/office/drawing/2014/main" id="{72B192FD-85F9-46C7-BB2C-4E923CE69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727"/>
              <a:ext cx="172" cy="370"/>
            </a:xfrm>
            <a:custGeom>
              <a:avLst/>
              <a:gdLst>
                <a:gd name="T0" fmla="*/ 410 w 81"/>
                <a:gd name="T1" fmla="*/ 0 h 163"/>
                <a:gd name="T2" fmla="*/ 85 w 81"/>
                <a:gd name="T3" fmla="*/ 1217 h 163"/>
                <a:gd name="T4" fmla="*/ 478 w 81"/>
                <a:gd name="T5" fmla="*/ 1907 h 163"/>
                <a:gd name="T6" fmla="*/ 212 w 81"/>
                <a:gd name="T7" fmla="*/ 840 h 163"/>
                <a:gd name="T8" fmla="*/ 775 w 81"/>
                <a:gd name="T9" fmla="*/ 0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63">
                  <a:moveTo>
                    <a:pt x="43" y="0"/>
                  </a:moveTo>
                  <a:cubicBezTo>
                    <a:pt x="18" y="28"/>
                    <a:pt x="0" y="60"/>
                    <a:pt x="9" y="104"/>
                  </a:cubicBezTo>
                  <a:cubicBezTo>
                    <a:pt x="21" y="162"/>
                    <a:pt x="50" y="163"/>
                    <a:pt x="50" y="163"/>
                  </a:cubicBezTo>
                  <a:cubicBezTo>
                    <a:pt x="19" y="147"/>
                    <a:pt x="13" y="122"/>
                    <a:pt x="22" y="72"/>
                  </a:cubicBezTo>
                  <a:cubicBezTo>
                    <a:pt x="27" y="45"/>
                    <a:pt x="59" y="11"/>
                    <a:pt x="8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3" name="Freeform 206">
              <a:extLst>
                <a:ext uri="{FF2B5EF4-FFF2-40B4-BE49-F238E27FC236}">
                  <a16:creationId xmlns:a16="http://schemas.microsoft.com/office/drawing/2014/main" id="{AB6D6C99-5CA5-431D-A4BF-888721327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727"/>
              <a:ext cx="510" cy="383"/>
            </a:xfrm>
            <a:custGeom>
              <a:avLst/>
              <a:gdLst>
                <a:gd name="T0" fmla="*/ 1621 w 240"/>
                <a:gd name="T1" fmla="*/ 0 h 169"/>
                <a:gd name="T2" fmla="*/ 374 w 240"/>
                <a:gd name="T3" fmla="*/ 1104 h 169"/>
                <a:gd name="T4" fmla="*/ 19 w 240"/>
                <a:gd name="T5" fmla="*/ 1736 h 169"/>
                <a:gd name="T6" fmla="*/ 289 w 240"/>
                <a:gd name="T7" fmla="*/ 1582 h 169"/>
                <a:gd name="T8" fmla="*/ 1269 w 240"/>
                <a:gd name="T9" fmla="*/ 653 h 169"/>
                <a:gd name="T10" fmla="*/ 2304 w 240"/>
                <a:gd name="T11" fmla="*/ 0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0" h="169">
                  <a:moveTo>
                    <a:pt x="169" y="0"/>
                  </a:moveTo>
                  <a:cubicBezTo>
                    <a:pt x="117" y="24"/>
                    <a:pt x="60" y="74"/>
                    <a:pt x="39" y="95"/>
                  </a:cubicBezTo>
                  <a:cubicBezTo>
                    <a:pt x="14" y="119"/>
                    <a:pt x="5" y="128"/>
                    <a:pt x="2" y="149"/>
                  </a:cubicBezTo>
                  <a:cubicBezTo>
                    <a:pt x="0" y="169"/>
                    <a:pt x="9" y="157"/>
                    <a:pt x="30" y="136"/>
                  </a:cubicBezTo>
                  <a:cubicBezTo>
                    <a:pt x="50" y="114"/>
                    <a:pt x="68" y="93"/>
                    <a:pt x="132" y="56"/>
                  </a:cubicBezTo>
                  <a:cubicBezTo>
                    <a:pt x="190" y="22"/>
                    <a:pt x="214" y="7"/>
                    <a:pt x="240" y="0"/>
                  </a:cubicBezTo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84" name="Freeform 207">
              <a:extLst>
                <a:ext uri="{FF2B5EF4-FFF2-40B4-BE49-F238E27FC236}">
                  <a16:creationId xmlns:a16="http://schemas.microsoft.com/office/drawing/2014/main" id="{7CB2F20A-91DF-434E-8AB4-DA12CF939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727"/>
              <a:ext cx="510" cy="383"/>
            </a:xfrm>
            <a:custGeom>
              <a:avLst/>
              <a:gdLst>
                <a:gd name="T0" fmla="*/ 1621 w 240"/>
                <a:gd name="T1" fmla="*/ 0 h 169"/>
                <a:gd name="T2" fmla="*/ 374 w 240"/>
                <a:gd name="T3" fmla="*/ 1104 h 169"/>
                <a:gd name="T4" fmla="*/ 19 w 240"/>
                <a:gd name="T5" fmla="*/ 1736 h 169"/>
                <a:gd name="T6" fmla="*/ 289 w 240"/>
                <a:gd name="T7" fmla="*/ 1582 h 169"/>
                <a:gd name="T8" fmla="*/ 1269 w 240"/>
                <a:gd name="T9" fmla="*/ 653 h 169"/>
                <a:gd name="T10" fmla="*/ 2304 w 240"/>
                <a:gd name="T11" fmla="*/ 0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0" h="169">
                  <a:moveTo>
                    <a:pt x="169" y="0"/>
                  </a:moveTo>
                  <a:cubicBezTo>
                    <a:pt x="117" y="24"/>
                    <a:pt x="60" y="74"/>
                    <a:pt x="39" y="95"/>
                  </a:cubicBezTo>
                  <a:cubicBezTo>
                    <a:pt x="14" y="119"/>
                    <a:pt x="5" y="128"/>
                    <a:pt x="2" y="149"/>
                  </a:cubicBezTo>
                  <a:cubicBezTo>
                    <a:pt x="0" y="169"/>
                    <a:pt x="9" y="157"/>
                    <a:pt x="30" y="136"/>
                  </a:cubicBezTo>
                  <a:cubicBezTo>
                    <a:pt x="50" y="114"/>
                    <a:pt x="68" y="93"/>
                    <a:pt x="132" y="56"/>
                  </a:cubicBezTo>
                  <a:cubicBezTo>
                    <a:pt x="190" y="22"/>
                    <a:pt x="214" y="7"/>
                    <a:pt x="24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5" name="Freeform 208">
              <a:extLst>
                <a:ext uri="{FF2B5EF4-FFF2-40B4-BE49-F238E27FC236}">
                  <a16:creationId xmlns:a16="http://schemas.microsoft.com/office/drawing/2014/main" id="{25FF646D-166F-40A8-9731-E0BD02AED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775"/>
              <a:ext cx="270" cy="244"/>
            </a:xfrm>
            <a:custGeom>
              <a:avLst/>
              <a:gdLst>
                <a:gd name="T0" fmla="*/ 0 w 127"/>
                <a:gd name="T1" fmla="*/ 1245 h 108"/>
                <a:gd name="T2" fmla="*/ 461 w 127"/>
                <a:gd name="T3" fmla="*/ 725 h 108"/>
                <a:gd name="T4" fmla="*/ 1220 w 127"/>
                <a:gd name="T5" fmla="*/ 0 h 108"/>
                <a:gd name="T6" fmla="*/ 778 w 127"/>
                <a:gd name="T7" fmla="*/ 495 h 108"/>
                <a:gd name="T8" fmla="*/ 566 w 127"/>
                <a:gd name="T9" fmla="*/ 669 h 108"/>
                <a:gd name="T10" fmla="*/ 502 w 127"/>
                <a:gd name="T11" fmla="*/ 761 h 108"/>
                <a:gd name="T12" fmla="*/ 385 w 127"/>
                <a:gd name="T13" fmla="*/ 83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08">
                  <a:moveTo>
                    <a:pt x="0" y="108"/>
                  </a:moveTo>
                  <a:cubicBezTo>
                    <a:pt x="12" y="90"/>
                    <a:pt x="32" y="76"/>
                    <a:pt x="48" y="63"/>
                  </a:cubicBezTo>
                  <a:cubicBezTo>
                    <a:pt x="72" y="42"/>
                    <a:pt x="97" y="13"/>
                    <a:pt x="127" y="0"/>
                  </a:cubicBezTo>
                  <a:cubicBezTo>
                    <a:pt x="110" y="13"/>
                    <a:pt x="99" y="31"/>
                    <a:pt x="81" y="43"/>
                  </a:cubicBezTo>
                  <a:cubicBezTo>
                    <a:pt x="74" y="48"/>
                    <a:pt x="66" y="52"/>
                    <a:pt x="59" y="58"/>
                  </a:cubicBezTo>
                  <a:cubicBezTo>
                    <a:pt x="56" y="60"/>
                    <a:pt x="56" y="64"/>
                    <a:pt x="52" y="66"/>
                  </a:cubicBezTo>
                  <a:cubicBezTo>
                    <a:pt x="49" y="69"/>
                    <a:pt x="44" y="68"/>
                    <a:pt x="40" y="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6" name="Freeform 209">
              <a:extLst>
                <a:ext uri="{FF2B5EF4-FFF2-40B4-BE49-F238E27FC236}">
                  <a16:creationId xmlns:a16="http://schemas.microsoft.com/office/drawing/2014/main" id="{79A8697B-D757-40A6-ACB5-D36DA898E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729"/>
              <a:ext cx="172" cy="1844"/>
            </a:xfrm>
            <a:custGeom>
              <a:avLst/>
              <a:gdLst>
                <a:gd name="T0" fmla="*/ 775 w 81"/>
                <a:gd name="T1" fmla="*/ 9485 h 813"/>
                <a:gd name="T2" fmla="*/ 605 w 81"/>
                <a:gd name="T3" fmla="*/ 9440 h 813"/>
                <a:gd name="T4" fmla="*/ 461 w 81"/>
                <a:gd name="T5" fmla="*/ 9383 h 813"/>
                <a:gd name="T6" fmla="*/ 316 w 81"/>
                <a:gd name="T7" fmla="*/ 9229 h 813"/>
                <a:gd name="T8" fmla="*/ 306 w 81"/>
                <a:gd name="T9" fmla="*/ 9091 h 813"/>
                <a:gd name="T10" fmla="*/ 333 w 81"/>
                <a:gd name="T11" fmla="*/ 8998 h 813"/>
                <a:gd name="T12" fmla="*/ 306 w 81"/>
                <a:gd name="T13" fmla="*/ 8750 h 813"/>
                <a:gd name="T14" fmla="*/ 221 w 81"/>
                <a:gd name="T15" fmla="*/ 8555 h 813"/>
                <a:gd name="T16" fmla="*/ 204 w 81"/>
                <a:gd name="T17" fmla="*/ 8227 h 813"/>
                <a:gd name="T18" fmla="*/ 104 w 81"/>
                <a:gd name="T19" fmla="*/ 8088 h 813"/>
                <a:gd name="T20" fmla="*/ 85 w 81"/>
                <a:gd name="T21" fmla="*/ 7712 h 813"/>
                <a:gd name="T22" fmla="*/ 85 w 81"/>
                <a:gd name="T23" fmla="*/ 7655 h 813"/>
                <a:gd name="T24" fmla="*/ 0 w 81"/>
                <a:gd name="T25" fmla="*/ 7480 h 813"/>
                <a:gd name="T26" fmla="*/ 68 w 81"/>
                <a:gd name="T27" fmla="*/ 7269 h 813"/>
                <a:gd name="T28" fmla="*/ 59 w 81"/>
                <a:gd name="T29" fmla="*/ 7104 h 813"/>
                <a:gd name="T30" fmla="*/ 8 w 81"/>
                <a:gd name="T31" fmla="*/ 6848 h 813"/>
                <a:gd name="T32" fmla="*/ 59 w 81"/>
                <a:gd name="T33" fmla="*/ 6652 h 813"/>
                <a:gd name="T34" fmla="*/ 49 w 81"/>
                <a:gd name="T35" fmla="*/ 6442 h 813"/>
                <a:gd name="T36" fmla="*/ 49 w 81"/>
                <a:gd name="T37" fmla="*/ 6324 h 813"/>
                <a:gd name="T38" fmla="*/ 8 w 81"/>
                <a:gd name="T39" fmla="*/ 6101 h 813"/>
                <a:gd name="T40" fmla="*/ 36 w 81"/>
                <a:gd name="T41" fmla="*/ 5999 h 813"/>
                <a:gd name="T42" fmla="*/ 85 w 81"/>
                <a:gd name="T43" fmla="*/ 5952 h 813"/>
                <a:gd name="T44" fmla="*/ 85 w 81"/>
                <a:gd name="T45" fmla="*/ 5741 h 813"/>
                <a:gd name="T46" fmla="*/ 68 w 81"/>
                <a:gd name="T47" fmla="*/ 5015 h 813"/>
                <a:gd name="T48" fmla="*/ 49 w 81"/>
                <a:gd name="T49" fmla="*/ 4693 h 813"/>
                <a:gd name="T50" fmla="*/ 125 w 81"/>
                <a:gd name="T51" fmla="*/ 3967 h 813"/>
                <a:gd name="T52" fmla="*/ 136 w 81"/>
                <a:gd name="T53" fmla="*/ 3699 h 813"/>
                <a:gd name="T54" fmla="*/ 189 w 81"/>
                <a:gd name="T55" fmla="*/ 2942 h 813"/>
                <a:gd name="T56" fmla="*/ 189 w 81"/>
                <a:gd name="T57" fmla="*/ 2685 h 813"/>
                <a:gd name="T58" fmla="*/ 221 w 81"/>
                <a:gd name="T59" fmla="*/ 1914 h 813"/>
                <a:gd name="T60" fmla="*/ 240 w 81"/>
                <a:gd name="T61" fmla="*/ 1574 h 813"/>
                <a:gd name="T62" fmla="*/ 257 w 81"/>
                <a:gd name="T63" fmla="*/ 608 h 813"/>
                <a:gd name="T64" fmla="*/ 280 w 81"/>
                <a:gd name="T65" fmla="*/ 0 h 813"/>
                <a:gd name="T66" fmla="*/ 641 w 81"/>
                <a:gd name="T67" fmla="*/ 0 h 81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1" h="813">
                  <a:moveTo>
                    <a:pt x="81" y="813"/>
                  </a:moveTo>
                  <a:cubicBezTo>
                    <a:pt x="63" y="809"/>
                    <a:pt x="63" y="809"/>
                    <a:pt x="63" y="809"/>
                  </a:cubicBezTo>
                  <a:cubicBezTo>
                    <a:pt x="48" y="804"/>
                    <a:pt x="48" y="804"/>
                    <a:pt x="48" y="804"/>
                  </a:cubicBezTo>
                  <a:cubicBezTo>
                    <a:pt x="33" y="791"/>
                    <a:pt x="33" y="791"/>
                    <a:pt x="33" y="791"/>
                  </a:cubicBezTo>
                  <a:cubicBezTo>
                    <a:pt x="33" y="791"/>
                    <a:pt x="31" y="787"/>
                    <a:pt x="32" y="779"/>
                  </a:cubicBezTo>
                  <a:cubicBezTo>
                    <a:pt x="32" y="777"/>
                    <a:pt x="34" y="771"/>
                    <a:pt x="35" y="771"/>
                  </a:cubicBezTo>
                  <a:cubicBezTo>
                    <a:pt x="35" y="764"/>
                    <a:pt x="34" y="757"/>
                    <a:pt x="32" y="750"/>
                  </a:cubicBezTo>
                  <a:cubicBezTo>
                    <a:pt x="30" y="741"/>
                    <a:pt x="25" y="741"/>
                    <a:pt x="23" y="733"/>
                  </a:cubicBezTo>
                  <a:cubicBezTo>
                    <a:pt x="22" y="726"/>
                    <a:pt x="25" y="712"/>
                    <a:pt x="21" y="705"/>
                  </a:cubicBezTo>
                  <a:cubicBezTo>
                    <a:pt x="19" y="701"/>
                    <a:pt x="12" y="697"/>
                    <a:pt x="11" y="693"/>
                  </a:cubicBezTo>
                  <a:cubicBezTo>
                    <a:pt x="8" y="681"/>
                    <a:pt x="13" y="669"/>
                    <a:pt x="9" y="661"/>
                  </a:cubicBezTo>
                  <a:cubicBezTo>
                    <a:pt x="9" y="660"/>
                    <a:pt x="10" y="658"/>
                    <a:pt x="9" y="656"/>
                  </a:cubicBezTo>
                  <a:cubicBezTo>
                    <a:pt x="5" y="654"/>
                    <a:pt x="0" y="648"/>
                    <a:pt x="0" y="641"/>
                  </a:cubicBezTo>
                  <a:cubicBezTo>
                    <a:pt x="0" y="636"/>
                    <a:pt x="7" y="629"/>
                    <a:pt x="7" y="623"/>
                  </a:cubicBezTo>
                  <a:cubicBezTo>
                    <a:pt x="7" y="618"/>
                    <a:pt x="7" y="613"/>
                    <a:pt x="6" y="609"/>
                  </a:cubicBezTo>
                  <a:cubicBezTo>
                    <a:pt x="5" y="602"/>
                    <a:pt x="0" y="596"/>
                    <a:pt x="1" y="587"/>
                  </a:cubicBezTo>
                  <a:cubicBezTo>
                    <a:pt x="1" y="572"/>
                    <a:pt x="6" y="573"/>
                    <a:pt x="6" y="570"/>
                  </a:cubicBezTo>
                  <a:cubicBezTo>
                    <a:pt x="6" y="563"/>
                    <a:pt x="6" y="560"/>
                    <a:pt x="5" y="552"/>
                  </a:cubicBezTo>
                  <a:cubicBezTo>
                    <a:pt x="5" y="548"/>
                    <a:pt x="6" y="545"/>
                    <a:pt x="5" y="542"/>
                  </a:cubicBezTo>
                  <a:cubicBezTo>
                    <a:pt x="3" y="538"/>
                    <a:pt x="1" y="531"/>
                    <a:pt x="1" y="523"/>
                  </a:cubicBezTo>
                  <a:cubicBezTo>
                    <a:pt x="2" y="522"/>
                    <a:pt x="2" y="517"/>
                    <a:pt x="4" y="514"/>
                  </a:cubicBezTo>
                  <a:cubicBezTo>
                    <a:pt x="5" y="512"/>
                    <a:pt x="9" y="510"/>
                    <a:pt x="9" y="510"/>
                  </a:cubicBezTo>
                  <a:cubicBezTo>
                    <a:pt x="9" y="503"/>
                    <a:pt x="9" y="499"/>
                    <a:pt x="9" y="492"/>
                  </a:cubicBezTo>
                  <a:cubicBezTo>
                    <a:pt x="7" y="472"/>
                    <a:pt x="7" y="430"/>
                    <a:pt x="7" y="430"/>
                  </a:cubicBezTo>
                  <a:cubicBezTo>
                    <a:pt x="7" y="430"/>
                    <a:pt x="5" y="424"/>
                    <a:pt x="5" y="402"/>
                  </a:cubicBezTo>
                  <a:cubicBezTo>
                    <a:pt x="5" y="380"/>
                    <a:pt x="13" y="340"/>
                    <a:pt x="13" y="340"/>
                  </a:cubicBezTo>
                  <a:cubicBezTo>
                    <a:pt x="13" y="340"/>
                    <a:pt x="14" y="337"/>
                    <a:pt x="14" y="317"/>
                  </a:cubicBezTo>
                  <a:cubicBezTo>
                    <a:pt x="13" y="298"/>
                    <a:pt x="20" y="252"/>
                    <a:pt x="20" y="252"/>
                  </a:cubicBezTo>
                  <a:cubicBezTo>
                    <a:pt x="20" y="252"/>
                    <a:pt x="23" y="253"/>
                    <a:pt x="20" y="230"/>
                  </a:cubicBezTo>
                  <a:cubicBezTo>
                    <a:pt x="16" y="207"/>
                    <a:pt x="23" y="164"/>
                    <a:pt x="23" y="164"/>
                  </a:cubicBezTo>
                  <a:cubicBezTo>
                    <a:pt x="23" y="164"/>
                    <a:pt x="27" y="160"/>
                    <a:pt x="25" y="135"/>
                  </a:cubicBezTo>
                  <a:cubicBezTo>
                    <a:pt x="23" y="110"/>
                    <a:pt x="27" y="60"/>
                    <a:pt x="27" y="52"/>
                  </a:cubicBezTo>
                  <a:cubicBezTo>
                    <a:pt x="27" y="45"/>
                    <a:pt x="24" y="20"/>
                    <a:pt x="29" y="0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solidFill>
              <a:srgbClr val="EAD2A4"/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87" name="Freeform 210">
              <a:extLst>
                <a:ext uri="{FF2B5EF4-FFF2-40B4-BE49-F238E27FC236}">
                  <a16:creationId xmlns:a16="http://schemas.microsoft.com/office/drawing/2014/main" id="{EACDEA3E-7F93-4630-9785-A69693F36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729"/>
              <a:ext cx="172" cy="1844"/>
            </a:xfrm>
            <a:custGeom>
              <a:avLst/>
              <a:gdLst>
                <a:gd name="T0" fmla="*/ 775 w 81"/>
                <a:gd name="T1" fmla="*/ 9485 h 813"/>
                <a:gd name="T2" fmla="*/ 605 w 81"/>
                <a:gd name="T3" fmla="*/ 9440 h 813"/>
                <a:gd name="T4" fmla="*/ 461 w 81"/>
                <a:gd name="T5" fmla="*/ 9383 h 813"/>
                <a:gd name="T6" fmla="*/ 316 w 81"/>
                <a:gd name="T7" fmla="*/ 9229 h 813"/>
                <a:gd name="T8" fmla="*/ 306 w 81"/>
                <a:gd name="T9" fmla="*/ 9091 h 813"/>
                <a:gd name="T10" fmla="*/ 333 w 81"/>
                <a:gd name="T11" fmla="*/ 8998 h 813"/>
                <a:gd name="T12" fmla="*/ 306 w 81"/>
                <a:gd name="T13" fmla="*/ 8750 h 813"/>
                <a:gd name="T14" fmla="*/ 221 w 81"/>
                <a:gd name="T15" fmla="*/ 8555 h 813"/>
                <a:gd name="T16" fmla="*/ 204 w 81"/>
                <a:gd name="T17" fmla="*/ 8227 h 813"/>
                <a:gd name="T18" fmla="*/ 104 w 81"/>
                <a:gd name="T19" fmla="*/ 8088 h 813"/>
                <a:gd name="T20" fmla="*/ 85 w 81"/>
                <a:gd name="T21" fmla="*/ 7712 h 813"/>
                <a:gd name="T22" fmla="*/ 85 w 81"/>
                <a:gd name="T23" fmla="*/ 7655 h 813"/>
                <a:gd name="T24" fmla="*/ 0 w 81"/>
                <a:gd name="T25" fmla="*/ 7480 h 813"/>
                <a:gd name="T26" fmla="*/ 68 w 81"/>
                <a:gd name="T27" fmla="*/ 7269 h 813"/>
                <a:gd name="T28" fmla="*/ 59 w 81"/>
                <a:gd name="T29" fmla="*/ 7104 h 813"/>
                <a:gd name="T30" fmla="*/ 8 w 81"/>
                <a:gd name="T31" fmla="*/ 6848 h 813"/>
                <a:gd name="T32" fmla="*/ 59 w 81"/>
                <a:gd name="T33" fmla="*/ 6652 h 813"/>
                <a:gd name="T34" fmla="*/ 49 w 81"/>
                <a:gd name="T35" fmla="*/ 6442 h 813"/>
                <a:gd name="T36" fmla="*/ 49 w 81"/>
                <a:gd name="T37" fmla="*/ 6324 h 813"/>
                <a:gd name="T38" fmla="*/ 8 w 81"/>
                <a:gd name="T39" fmla="*/ 6101 h 813"/>
                <a:gd name="T40" fmla="*/ 36 w 81"/>
                <a:gd name="T41" fmla="*/ 5999 h 813"/>
                <a:gd name="T42" fmla="*/ 85 w 81"/>
                <a:gd name="T43" fmla="*/ 5952 h 813"/>
                <a:gd name="T44" fmla="*/ 85 w 81"/>
                <a:gd name="T45" fmla="*/ 5741 h 813"/>
                <a:gd name="T46" fmla="*/ 68 w 81"/>
                <a:gd name="T47" fmla="*/ 5015 h 813"/>
                <a:gd name="T48" fmla="*/ 49 w 81"/>
                <a:gd name="T49" fmla="*/ 4693 h 813"/>
                <a:gd name="T50" fmla="*/ 125 w 81"/>
                <a:gd name="T51" fmla="*/ 3967 h 813"/>
                <a:gd name="T52" fmla="*/ 136 w 81"/>
                <a:gd name="T53" fmla="*/ 3699 h 813"/>
                <a:gd name="T54" fmla="*/ 189 w 81"/>
                <a:gd name="T55" fmla="*/ 2942 h 813"/>
                <a:gd name="T56" fmla="*/ 189 w 81"/>
                <a:gd name="T57" fmla="*/ 2685 h 813"/>
                <a:gd name="T58" fmla="*/ 221 w 81"/>
                <a:gd name="T59" fmla="*/ 1914 h 813"/>
                <a:gd name="T60" fmla="*/ 240 w 81"/>
                <a:gd name="T61" fmla="*/ 1574 h 813"/>
                <a:gd name="T62" fmla="*/ 257 w 81"/>
                <a:gd name="T63" fmla="*/ 608 h 813"/>
                <a:gd name="T64" fmla="*/ 280 w 81"/>
                <a:gd name="T65" fmla="*/ 0 h 813"/>
                <a:gd name="T66" fmla="*/ 641 w 81"/>
                <a:gd name="T67" fmla="*/ 0 h 81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1" h="813">
                  <a:moveTo>
                    <a:pt x="81" y="813"/>
                  </a:moveTo>
                  <a:cubicBezTo>
                    <a:pt x="63" y="809"/>
                    <a:pt x="63" y="809"/>
                    <a:pt x="63" y="809"/>
                  </a:cubicBezTo>
                  <a:cubicBezTo>
                    <a:pt x="48" y="804"/>
                    <a:pt x="48" y="804"/>
                    <a:pt x="48" y="804"/>
                  </a:cubicBezTo>
                  <a:cubicBezTo>
                    <a:pt x="33" y="791"/>
                    <a:pt x="33" y="791"/>
                    <a:pt x="33" y="791"/>
                  </a:cubicBezTo>
                  <a:cubicBezTo>
                    <a:pt x="33" y="791"/>
                    <a:pt x="31" y="787"/>
                    <a:pt x="32" y="779"/>
                  </a:cubicBezTo>
                  <a:cubicBezTo>
                    <a:pt x="32" y="777"/>
                    <a:pt x="34" y="771"/>
                    <a:pt x="35" y="771"/>
                  </a:cubicBezTo>
                  <a:cubicBezTo>
                    <a:pt x="35" y="764"/>
                    <a:pt x="34" y="757"/>
                    <a:pt x="32" y="750"/>
                  </a:cubicBezTo>
                  <a:cubicBezTo>
                    <a:pt x="30" y="741"/>
                    <a:pt x="25" y="741"/>
                    <a:pt x="23" y="733"/>
                  </a:cubicBezTo>
                  <a:cubicBezTo>
                    <a:pt x="22" y="726"/>
                    <a:pt x="25" y="712"/>
                    <a:pt x="21" y="705"/>
                  </a:cubicBezTo>
                  <a:cubicBezTo>
                    <a:pt x="19" y="701"/>
                    <a:pt x="12" y="697"/>
                    <a:pt x="11" y="693"/>
                  </a:cubicBezTo>
                  <a:cubicBezTo>
                    <a:pt x="8" y="681"/>
                    <a:pt x="13" y="669"/>
                    <a:pt x="9" y="661"/>
                  </a:cubicBezTo>
                  <a:cubicBezTo>
                    <a:pt x="9" y="660"/>
                    <a:pt x="10" y="658"/>
                    <a:pt x="9" y="656"/>
                  </a:cubicBezTo>
                  <a:cubicBezTo>
                    <a:pt x="5" y="654"/>
                    <a:pt x="0" y="648"/>
                    <a:pt x="0" y="641"/>
                  </a:cubicBezTo>
                  <a:cubicBezTo>
                    <a:pt x="0" y="636"/>
                    <a:pt x="7" y="629"/>
                    <a:pt x="7" y="623"/>
                  </a:cubicBezTo>
                  <a:cubicBezTo>
                    <a:pt x="7" y="618"/>
                    <a:pt x="7" y="613"/>
                    <a:pt x="6" y="609"/>
                  </a:cubicBezTo>
                  <a:cubicBezTo>
                    <a:pt x="5" y="602"/>
                    <a:pt x="0" y="596"/>
                    <a:pt x="1" y="587"/>
                  </a:cubicBezTo>
                  <a:cubicBezTo>
                    <a:pt x="1" y="572"/>
                    <a:pt x="6" y="573"/>
                    <a:pt x="6" y="570"/>
                  </a:cubicBezTo>
                  <a:cubicBezTo>
                    <a:pt x="6" y="563"/>
                    <a:pt x="6" y="560"/>
                    <a:pt x="5" y="552"/>
                  </a:cubicBezTo>
                  <a:cubicBezTo>
                    <a:pt x="5" y="548"/>
                    <a:pt x="6" y="545"/>
                    <a:pt x="5" y="542"/>
                  </a:cubicBezTo>
                  <a:cubicBezTo>
                    <a:pt x="3" y="538"/>
                    <a:pt x="1" y="531"/>
                    <a:pt x="1" y="523"/>
                  </a:cubicBezTo>
                  <a:cubicBezTo>
                    <a:pt x="2" y="522"/>
                    <a:pt x="2" y="517"/>
                    <a:pt x="4" y="514"/>
                  </a:cubicBezTo>
                  <a:cubicBezTo>
                    <a:pt x="5" y="512"/>
                    <a:pt x="9" y="510"/>
                    <a:pt x="9" y="510"/>
                  </a:cubicBezTo>
                  <a:cubicBezTo>
                    <a:pt x="9" y="503"/>
                    <a:pt x="9" y="499"/>
                    <a:pt x="9" y="492"/>
                  </a:cubicBezTo>
                  <a:cubicBezTo>
                    <a:pt x="7" y="472"/>
                    <a:pt x="7" y="430"/>
                    <a:pt x="7" y="430"/>
                  </a:cubicBezTo>
                  <a:cubicBezTo>
                    <a:pt x="7" y="430"/>
                    <a:pt x="5" y="424"/>
                    <a:pt x="5" y="402"/>
                  </a:cubicBezTo>
                  <a:cubicBezTo>
                    <a:pt x="5" y="380"/>
                    <a:pt x="13" y="340"/>
                    <a:pt x="13" y="340"/>
                  </a:cubicBezTo>
                  <a:cubicBezTo>
                    <a:pt x="13" y="340"/>
                    <a:pt x="14" y="337"/>
                    <a:pt x="14" y="317"/>
                  </a:cubicBezTo>
                  <a:cubicBezTo>
                    <a:pt x="13" y="298"/>
                    <a:pt x="20" y="252"/>
                    <a:pt x="20" y="252"/>
                  </a:cubicBezTo>
                  <a:cubicBezTo>
                    <a:pt x="20" y="252"/>
                    <a:pt x="23" y="253"/>
                    <a:pt x="20" y="230"/>
                  </a:cubicBezTo>
                  <a:cubicBezTo>
                    <a:pt x="16" y="207"/>
                    <a:pt x="23" y="164"/>
                    <a:pt x="23" y="164"/>
                  </a:cubicBezTo>
                  <a:cubicBezTo>
                    <a:pt x="23" y="164"/>
                    <a:pt x="27" y="160"/>
                    <a:pt x="25" y="135"/>
                  </a:cubicBezTo>
                  <a:cubicBezTo>
                    <a:pt x="23" y="110"/>
                    <a:pt x="27" y="60"/>
                    <a:pt x="27" y="52"/>
                  </a:cubicBezTo>
                  <a:cubicBezTo>
                    <a:pt x="27" y="45"/>
                    <a:pt x="24" y="20"/>
                    <a:pt x="29" y="0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8" name="Freeform 211">
              <a:extLst>
                <a:ext uri="{FF2B5EF4-FFF2-40B4-BE49-F238E27FC236}">
                  <a16:creationId xmlns:a16="http://schemas.microsoft.com/office/drawing/2014/main" id="{104EAC60-201A-48C1-8971-2834791FF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095"/>
              <a:ext cx="246" cy="274"/>
            </a:xfrm>
            <a:custGeom>
              <a:avLst/>
              <a:gdLst>
                <a:gd name="T0" fmla="*/ 1056 w 116"/>
                <a:gd name="T1" fmla="*/ 11 h 121"/>
                <a:gd name="T2" fmla="*/ 8 w 116"/>
                <a:gd name="T3" fmla="*/ 1334 h 121"/>
                <a:gd name="T4" fmla="*/ 17 w 116"/>
                <a:gd name="T5" fmla="*/ 1395 h 121"/>
                <a:gd name="T6" fmla="*/ 59 w 116"/>
                <a:gd name="T7" fmla="*/ 1379 h 121"/>
                <a:gd name="T8" fmla="*/ 1088 w 116"/>
                <a:gd name="T9" fmla="*/ 82 h 121"/>
                <a:gd name="T10" fmla="*/ 1096 w 116"/>
                <a:gd name="T11" fmla="*/ 36 h 121"/>
                <a:gd name="T12" fmla="*/ 1056 w 116"/>
                <a:gd name="T13" fmla="*/ 11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21">
                  <a:moveTo>
                    <a:pt x="111" y="1"/>
                  </a:moveTo>
                  <a:cubicBezTo>
                    <a:pt x="80" y="16"/>
                    <a:pt x="49" y="48"/>
                    <a:pt x="1" y="115"/>
                  </a:cubicBezTo>
                  <a:cubicBezTo>
                    <a:pt x="0" y="117"/>
                    <a:pt x="0" y="119"/>
                    <a:pt x="2" y="120"/>
                  </a:cubicBezTo>
                  <a:cubicBezTo>
                    <a:pt x="3" y="121"/>
                    <a:pt x="5" y="120"/>
                    <a:pt x="6" y="119"/>
                  </a:cubicBezTo>
                  <a:cubicBezTo>
                    <a:pt x="53" y="52"/>
                    <a:pt x="84" y="21"/>
                    <a:pt x="114" y="7"/>
                  </a:cubicBezTo>
                  <a:cubicBezTo>
                    <a:pt x="115" y="6"/>
                    <a:pt x="116" y="4"/>
                    <a:pt x="115" y="3"/>
                  </a:cubicBezTo>
                  <a:cubicBezTo>
                    <a:pt x="115" y="1"/>
                    <a:pt x="113" y="0"/>
                    <a:pt x="111" y="1"/>
                  </a:cubicBez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89" name="Freeform 212">
              <a:extLst>
                <a:ext uri="{FF2B5EF4-FFF2-40B4-BE49-F238E27FC236}">
                  <a16:creationId xmlns:a16="http://schemas.microsoft.com/office/drawing/2014/main" id="{82DD2F9D-F07D-4112-9BDE-FF200F99F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208"/>
              <a:ext cx="326" cy="259"/>
            </a:xfrm>
            <a:custGeom>
              <a:avLst/>
              <a:gdLst>
                <a:gd name="T0" fmla="*/ 1438 w 153"/>
                <a:gd name="T1" fmla="*/ 0 h 114"/>
                <a:gd name="T2" fmla="*/ 9 w 153"/>
                <a:gd name="T3" fmla="*/ 1265 h 114"/>
                <a:gd name="T4" fmla="*/ 19 w 153"/>
                <a:gd name="T5" fmla="*/ 1311 h 114"/>
                <a:gd name="T6" fmla="*/ 68 w 153"/>
                <a:gd name="T7" fmla="*/ 1327 h 114"/>
                <a:gd name="T8" fmla="*/ 1462 w 153"/>
                <a:gd name="T9" fmla="*/ 73 h 114"/>
                <a:gd name="T10" fmla="*/ 1481 w 153"/>
                <a:gd name="T11" fmla="*/ 25 h 114"/>
                <a:gd name="T12" fmla="*/ 1438 w 153"/>
                <a:gd name="T13" fmla="*/ 0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114">
                  <a:moveTo>
                    <a:pt x="149" y="0"/>
                  </a:moveTo>
                  <a:cubicBezTo>
                    <a:pt x="120" y="11"/>
                    <a:pt x="32" y="55"/>
                    <a:pt x="1" y="108"/>
                  </a:cubicBezTo>
                  <a:cubicBezTo>
                    <a:pt x="0" y="110"/>
                    <a:pt x="1" y="111"/>
                    <a:pt x="2" y="112"/>
                  </a:cubicBezTo>
                  <a:cubicBezTo>
                    <a:pt x="4" y="113"/>
                    <a:pt x="7" y="114"/>
                    <a:pt x="7" y="113"/>
                  </a:cubicBezTo>
                  <a:cubicBezTo>
                    <a:pt x="38" y="61"/>
                    <a:pt x="123" y="17"/>
                    <a:pt x="151" y="6"/>
                  </a:cubicBezTo>
                  <a:cubicBezTo>
                    <a:pt x="152" y="5"/>
                    <a:pt x="153" y="3"/>
                    <a:pt x="153" y="2"/>
                  </a:cubicBezTo>
                  <a:cubicBezTo>
                    <a:pt x="152" y="0"/>
                    <a:pt x="150" y="0"/>
                    <a:pt x="149" y="0"/>
                  </a:cubicBez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90" name="Freeform 213">
              <a:extLst>
                <a:ext uri="{FF2B5EF4-FFF2-40B4-BE49-F238E27FC236}">
                  <a16:creationId xmlns:a16="http://schemas.microsoft.com/office/drawing/2014/main" id="{4C9C96D9-0A6E-4612-8690-C0BF14B10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294"/>
              <a:ext cx="353" cy="207"/>
            </a:xfrm>
            <a:custGeom>
              <a:avLst/>
              <a:gdLst>
                <a:gd name="T0" fmla="*/ 1557 w 166"/>
                <a:gd name="T1" fmla="*/ 0 h 91"/>
                <a:gd name="T2" fmla="*/ 1316 w 166"/>
                <a:gd name="T3" fmla="*/ 82 h 91"/>
                <a:gd name="T4" fmla="*/ 923 w 166"/>
                <a:gd name="T5" fmla="*/ 223 h 91"/>
                <a:gd name="T6" fmla="*/ 9 w 166"/>
                <a:gd name="T7" fmla="*/ 1015 h 91"/>
                <a:gd name="T8" fmla="*/ 19 w 166"/>
                <a:gd name="T9" fmla="*/ 1060 h 91"/>
                <a:gd name="T10" fmla="*/ 136 w 166"/>
                <a:gd name="T11" fmla="*/ 1024 h 91"/>
                <a:gd name="T12" fmla="*/ 940 w 166"/>
                <a:gd name="T13" fmla="*/ 305 h 91"/>
                <a:gd name="T14" fmla="*/ 1325 w 166"/>
                <a:gd name="T15" fmla="*/ 155 h 91"/>
                <a:gd name="T16" fmla="*/ 1578 w 166"/>
                <a:gd name="T17" fmla="*/ 73 h 91"/>
                <a:gd name="T18" fmla="*/ 1597 w 166"/>
                <a:gd name="T19" fmla="*/ 25 h 91"/>
                <a:gd name="T20" fmla="*/ 1557 w 166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91">
                  <a:moveTo>
                    <a:pt x="162" y="0"/>
                  </a:moveTo>
                  <a:cubicBezTo>
                    <a:pt x="137" y="7"/>
                    <a:pt x="137" y="7"/>
                    <a:pt x="137" y="7"/>
                  </a:cubicBezTo>
                  <a:cubicBezTo>
                    <a:pt x="124" y="10"/>
                    <a:pt x="114" y="12"/>
                    <a:pt x="96" y="19"/>
                  </a:cubicBezTo>
                  <a:cubicBezTo>
                    <a:pt x="53" y="36"/>
                    <a:pt x="21" y="58"/>
                    <a:pt x="1" y="86"/>
                  </a:cubicBezTo>
                  <a:cubicBezTo>
                    <a:pt x="0" y="87"/>
                    <a:pt x="0" y="89"/>
                    <a:pt x="2" y="90"/>
                  </a:cubicBezTo>
                  <a:cubicBezTo>
                    <a:pt x="3" y="91"/>
                    <a:pt x="13" y="88"/>
                    <a:pt x="14" y="87"/>
                  </a:cubicBezTo>
                  <a:cubicBezTo>
                    <a:pt x="30" y="60"/>
                    <a:pt x="57" y="42"/>
                    <a:pt x="98" y="26"/>
                  </a:cubicBezTo>
                  <a:cubicBezTo>
                    <a:pt x="116" y="19"/>
                    <a:pt x="126" y="15"/>
                    <a:pt x="138" y="13"/>
                  </a:cubicBezTo>
                  <a:cubicBezTo>
                    <a:pt x="164" y="6"/>
                    <a:pt x="164" y="6"/>
                    <a:pt x="164" y="6"/>
                  </a:cubicBezTo>
                  <a:cubicBezTo>
                    <a:pt x="165" y="6"/>
                    <a:pt x="166" y="4"/>
                    <a:pt x="166" y="2"/>
                  </a:cubicBezTo>
                  <a:cubicBezTo>
                    <a:pt x="165" y="1"/>
                    <a:pt x="164" y="0"/>
                    <a:pt x="162" y="0"/>
                  </a:cubicBez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91" name="Freeform 214">
              <a:extLst>
                <a:ext uri="{FF2B5EF4-FFF2-40B4-BE49-F238E27FC236}">
                  <a16:creationId xmlns:a16="http://schemas.microsoft.com/office/drawing/2014/main" id="{1AF776E8-F6BB-4131-8FFB-49A1B2B99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806"/>
              <a:ext cx="57" cy="100"/>
            </a:xfrm>
            <a:custGeom>
              <a:avLst/>
              <a:gdLst>
                <a:gd name="T0" fmla="*/ 152 w 27"/>
                <a:gd name="T1" fmla="*/ 0 h 44"/>
                <a:gd name="T2" fmla="*/ 245 w 27"/>
                <a:gd name="T3" fmla="*/ 223 h 44"/>
                <a:gd name="T4" fmla="*/ 160 w 27"/>
                <a:gd name="T5" fmla="*/ 516 h 44"/>
                <a:gd name="T6" fmla="*/ 17 w 27"/>
                <a:gd name="T7" fmla="*/ 202 h 44"/>
                <a:gd name="T8" fmla="*/ 152 w 27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4">
                  <a:moveTo>
                    <a:pt x="16" y="0"/>
                  </a:moveTo>
                  <a:cubicBezTo>
                    <a:pt x="27" y="0"/>
                    <a:pt x="24" y="4"/>
                    <a:pt x="26" y="19"/>
                  </a:cubicBezTo>
                  <a:cubicBezTo>
                    <a:pt x="27" y="33"/>
                    <a:pt x="26" y="43"/>
                    <a:pt x="17" y="44"/>
                  </a:cubicBezTo>
                  <a:cubicBezTo>
                    <a:pt x="7" y="44"/>
                    <a:pt x="0" y="32"/>
                    <a:pt x="2" y="17"/>
                  </a:cubicBezTo>
                  <a:cubicBezTo>
                    <a:pt x="4" y="3"/>
                    <a:pt x="5" y="3"/>
                    <a:pt x="16" y="0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92" name="Freeform 215">
              <a:extLst>
                <a:ext uri="{FF2B5EF4-FFF2-40B4-BE49-F238E27FC236}">
                  <a16:creationId xmlns:a16="http://schemas.microsoft.com/office/drawing/2014/main" id="{E04253A8-5055-4FEC-A09F-0633A1CB3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019"/>
              <a:ext cx="60" cy="100"/>
            </a:xfrm>
            <a:custGeom>
              <a:avLst/>
              <a:gdLst>
                <a:gd name="T0" fmla="*/ 165 w 28"/>
                <a:gd name="T1" fmla="*/ 0 h 44"/>
                <a:gd name="T2" fmla="*/ 266 w 28"/>
                <a:gd name="T3" fmla="*/ 223 h 44"/>
                <a:gd name="T4" fmla="*/ 165 w 28"/>
                <a:gd name="T5" fmla="*/ 516 h 44"/>
                <a:gd name="T6" fmla="*/ 28 w 28"/>
                <a:gd name="T7" fmla="*/ 202 h 44"/>
                <a:gd name="T8" fmla="*/ 165 w 28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4">
                  <a:moveTo>
                    <a:pt x="17" y="0"/>
                  </a:moveTo>
                  <a:cubicBezTo>
                    <a:pt x="28" y="0"/>
                    <a:pt x="25" y="5"/>
                    <a:pt x="27" y="19"/>
                  </a:cubicBezTo>
                  <a:cubicBezTo>
                    <a:pt x="28" y="33"/>
                    <a:pt x="27" y="43"/>
                    <a:pt x="17" y="44"/>
                  </a:cubicBezTo>
                  <a:cubicBezTo>
                    <a:pt x="8" y="44"/>
                    <a:pt x="0" y="32"/>
                    <a:pt x="3" y="17"/>
                  </a:cubicBezTo>
                  <a:cubicBezTo>
                    <a:pt x="5" y="3"/>
                    <a:pt x="6" y="3"/>
                    <a:pt x="17" y="0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93" name="Freeform 216">
              <a:extLst>
                <a:ext uri="{FF2B5EF4-FFF2-40B4-BE49-F238E27FC236}">
                  <a16:creationId xmlns:a16="http://schemas.microsoft.com/office/drawing/2014/main" id="{9A5221E4-0EA0-43B8-8FEB-AEAD61E73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226"/>
              <a:ext cx="60" cy="102"/>
            </a:xfrm>
            <a:custGeom>
              <a:avLst/>
              <a:gdLst>
                <a:gd name="T0" fmla="*/ 156 w 28"/>
                <a:gd name="T1" fmla="*/ 11 h 45"/>
                <a:gd name="T2" fmla="*/ 266 w 28"/>
                <a:gd name="T3" fmla="*/ 220 h 45"/>
                <a:gd name="T4" fmla="*/ 165 w 28"/>
                <a:gd name="T5" fmla="*/ 515 h 45"/>
                <a:gd name="T6" fmla="*/ 28 w 28"/>
                <a:gd name="T7" fmla="*/ 211 h 45"/>
                <a:gd name="T8" fmla="*/ 156 w 28"/>
                <a:gd name="T9" fmla="*/ 1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5">
                  <a:moveTo>
                    <a:pt x="16" y="1"/>
                  </a:moveTo>
                  <a:cubicBezTo>
                    <a:pt x="28" y="0"/>
                    <a:pt x="25" y="5"/>
                    <a:pt x="27" y="19"/>
                  </a:cubicBezTo>
                  <a:cubicBezTo>
                    <a:pt x="28" y="34"/>
                    <a:pt x="27" y="43"/>
                    <a:pt x="17" y="44"/>
                  </a:cubicBezTo>
                  <a:cubicBezTo>
                    <a:pt x="8" y="45"/>
                    <a:pt x="0" y="32"/>
                    <a:pt x="3" y="18"/>
                  </a:cubicBezTo>
                  <a:cubicBezTo>
                    <a:pt x="5" y="3"/>
                    <a:pt x="6" y="3"/>
                    <a:pt x="16" y="1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94" name="Freeform 217">
              <a:extLst>
                <a:ext uri="{FF2B5EF4-FFF2-40B4-BE49-F238E27FC236}">
                  <a16:creationId xmlns:a16="http://schemas.microsoft.com/office/drawing/2014/main" id="{BDAB928D-9384-4E64-B025-6BD2FF616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423"/>
              <a:ext cx="68" cy="102"/>
            </a:xfrm>
            <a:custGeom>
              <a:avLst/>
              <a:gdLst>
                <a:gd name="T0" fmla="*/ 172 w 32"/>
                <a:gd name="T1" fmla="*/ 11 h 45"/>
                <a:gd name="T2" fmla="*/ 298 w 32"/>
                <a:gd name="T3" fmla="*/ 220 h 45"/>
                <a:gd name="T4" fmla="*/ 164 w 32"/>
                <a:gd name="T5" fmla="*/ 515 h 45"/>
                <a:gd name="T6" fmla="*/ 28 w 32"/>
                <a:gd name="T7" fmla="*/ 211 h 45"/>
                <a:gd name="T8" fmla="*/ 172 w 32"/>
                <a:gd name="T9" fmla="*/ 1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5">
                  <a:moveTo>
                    <a:pt x="18" y="1"/>
                  </a:moveTo>
                  <a:cubicBezTo>
                    <a:pt x="30" y="0"/>
                    <a:pt x="29" y="4"/>
                    <a:pt x="31" y="19"/>
                  </a:cubicBezTo>
                  <a:cubicBezTo>
                    <a:pt x="32" y="33"/>
                    <a:pt x="27" y="44"/>
                    <a:pt x="17" y="44"/>
                  </a:cubicBezTo>
                  <a:cubicBezTo>
                    <a:pt x="8" y="45"/>
                    <a:pt x="0" y="32"/>
                    <a:pt x="3" y="18"/>
                  </a:cubicBezTo>
                  <a:cubicBezTo>
                    <a:pt x="5" y="4"/>
                    <a:pt x="8" y="4"/>
                    <a:pt x="18" y="1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95" name="Freeform 218">
              <a:extLst>
                <a:ext uri="{FF2B5EF4-FFF2-40B4-BE49-F238E27FC236}">
                  <a16:creationId xmlns:a16="http://schemas.microsoft.com/office/drawing/2014/main" id="{85B6ECAA-A9F4-4B30-AC41-CCD9EF004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614"/>
              <a:ext cx="70" cy="100"/>
            </a:xfrm>
            <a:custGeom>
              <a:avLst/>
              <a:gdLst>
                <a:gd name="T0" fmla="*/ 172 w 33"/>
                <a:gd name="T1" fmla="*/ 0 h 44"/>
                <a:gd name="T2" fmla="*/ 305 w 33"/>
                <a:gd name="T3" fmla="*/ 259 h 44"/>
                <a:gd name="T4" fmla="*/ 161 w 33"/>
                <a:gd name="T5" fmla="*/ 516 h 44"/>
                <a:gd name="T6" fmla="*/ 17 w 33"/>
                <a:gd name="T7" fmla="*/ 202 h 44"/>
                <a:gd name="T8" fmla="*/ 172 w 33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4">
                  <a:moveTo>
                    <a:pt x="18" y="0"/>
                  </a:moveTo>
                  <a:cubicBezTo>
                    <a:pt x="29" y="0"/>
                    <a:pt x="30" y="8"/>
                    <a:pt x="32" y="22"/>
                  </a:cubicBezTo>
                  <a:cubicBezTo>
                    <a:pt x="33" y="36"/>
                    <a:pt x="26" y="43"/>
                    <a:pt x="17" y="44"/>
                  </a:cubicBezTo>
                  <a:cubicBezTo>
                    <a:pt x="7" y="44"/>
                    <a:pt x="0" y="32"/>
                    <a:pt x="2" y="17"/>
                  </a:cubicBezTo>
                  <a:cubicBezTo>
                    <a:pt x="4" y="3"/>
                    <a:pt x="7" y="3"/>
                    <a:pt x="18" y="0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96" name="Freeform 219">
              <a:extLst>
                <a:ext uri="{FF2B5EF4-FFF2-40B4-BE49-F238E27FC236}">
                  <a16:creationId xmlns:a16="http://schemas.microsoft.com/office/drawing/2014/main" id="{F4535D5C-70D2-4CD4-A3BD-2187D04D7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782"/>
              <a:ext cx="87" cy="120"/>
            </a:xfrm>
            <a:custGeom>
              <a:avLst/>
              <a:gdLst>
                <a:gd name="T0" fmla="*/ 161 w 41"/>
                <a:gd name="T1" fmla="*/ 93 h 53"/>
                <a:gd name="T2" fmla="*/ 172 w 41"/>
                <a:gd name="T3" fmla="*/ 580 h 53"/>
                <a:gd name="T4" fmla="*/ 161 w 41"/>
                <a:gd name="T5" fmla="*/ 93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3">
                  <a:moveTo>
                    <a:pt x="17" y="8"/>
                  </a:moveTo>
                  <a:cubicBezTo>
                    <a:pt x="0" y="16"/>
                    <a:pt x="3" y="53"/>
                    <a:pt x="18" y="50"/>
                  </a:cubicBezTo>
                  <a:cubicBezTo>
                    <a:pt x="32" y="46"/>
                    <a:pt x="41" y="0"/>
                    <a:pt x="17" y="8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97" name="Freeform 220">
              <a:extLst>
                <a:ext uri="{FF2B5EF4-FFF2-40B4-BE49-F238E27FC236}">
                  <a16:creationId xmlns:a16="http://schemas.microsoft.com/office/drawing/2014/main" id="{EDCAEB00-D359-4417-B30F-D24D8308E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008"/>
              <a:ext cx="217" cy="1102"/>
            </a:xfrm>
            <a:custGeom>
              <a:avLst/>
              <a:gdLst>
                <a:gd name="T0" fmla="*/ 9 w 102"/>
                <a:gd name="T1" fmla="*/ 5666 h 486"/>
                <a:gd name="T2" fmla="*/ 204 w 102"/>
                <a:gd name="T3" fmla="*/ 5630 h 486"/>
                <a:gd name="T4" fmla="*/ 349 w 102"/>
                <a:gd name="T5" fmla="*/ 5517 h 486"/>
                <a:gd name="T6" fmla="*/ 779 w 102"/>
                <a:gd name="T7" fmla="*/ 4812 h 486"/>
                <a:gd name="T8" fmla="*/ 983 w 102"/>
                <a:gd name="T9" fmla="*/ 36 h 486"/>
                <a:gd name="T10" fmla="*/ 955 w 102"/>
                <a:gd name="T11" fmla="*/ 0 h 486"/>
                <a:gd name="T12" fmla="*/ 923 w 102"/>
                <a:gd name="T13" fmla="*/ 36 h 486"/>
                <a:gd name="T14" fmla="*/ 723 w 102"/>
                <a:gd name="T15" fmla="*/ 4812 h 486"/>
                <a:gd name="T16" fmla="*/ 317 w 102"/>
                <a:gd name="T17" fmla="*/ 5444 h 486"/>
                <a:gd name="T18" fmla="*/ 153 w 102"/>
                <a:gd name="T19" fmla="*/ 5444 h 486"/>
                <a:gd name="T20" fmla="*/ 0 w 102"/>
                <a:gd name="T21" fmla="*/ 5594 h 4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486">
                  <a:moveTo>
                    <a:pt x="1" y="486"/>
                  </a:moveTo>
                  <a:cubicBezTo>
                    <a:pt x="8" y="481"/>
                    <a:pt x="15" y="484"/>
                    <a:pt x="21" y="483"/>
                  </a:cubicBezTo>
                  <a:cubicBezTo>
                    <a:pt x="26" y="481"/>
                    <a:pt x="31" y="475"/>
                    <a:pt x="36" y="473"/>
                  </a:cubicBezTo>
                  <a:cubicBezTo>
                    <a:pt x="58" y="462"/>
                    <a:pt x="79" y="449"/>
                    <a:pt x="81" y="413"/>
                  </a:cubicBezTo>
                  <a:cubicBezTo>
                    <a:pt x="102" y="3"/>
                    <a:pt x="102" y="3"/>
                    <a:pt x="102" y="3"/>
                  </a:cubicBezTo>
                  <a:cubicBezTo>
                    <a:pt x="102" y="1"/>
                    <a:pt x="101" y="0"/>
                    <a:pt x="99" y="0"/>
                  </a:cubicBezTo>
                  <a:cubicBezTo>
                    <a:pt x="97" y="0"/>
                    <a:pt x="96" y="1"/>
                    <a:pt x="96" y="3"/>
                  </a:cubicBezTo>
                  <a:cubicBezTo>
                    <a:pt x="75" y="413"/>
                    <a:pt x="75" y="413"/>
                    <a:pt x="75" y="413"/>
                  </a:cubicBezTo>
                  <a:cubicBezTo>
                    <a:pt x="74" y="446"/>
                    <a:pt x="55" y="457"/>
                    <a:pt x="33" y="467"/>
                  </a:cubicBezTo>
                  <a:cubicBezTo>
                    <a:pt x="29" y="469"/>
                    <a:pt x="21" y="466"/>
                    <a:pt x="16" y="467"/>
                  </a:cubicBezTo>
                  <a:cubicBezTo>
                    <a:pt x="10" y="469"/>
                    <a:pt x="7" y="476"/>
                    <a:pt x="0" y="480"/>
                  </a:cubicBezTo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98" name="Freeform 221">
              <a:extLst>
                <a:ext uri="{FF2B5EF4-FFF2-40B4-BE49-F238E27FC236}">
                  <a16:creationId xmlns:a16="http://schemas.microsoft.com/office/drawing/2014/main" id="{3DDBD12C-584E-4DAE-848C-7EB794D28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008"/>
              <a:ext cx="217" cy="1102"/>
            </a:xfrm>
            <a:custGeom>
              <a:avLst/>
              <a:gdLst>
                <a:gd name="T0" fmla="*/ 9 w 102"/>
                <a:gd name="T1" fmla="*/ 5666 h 486"/>
                <a:gd name="T2" fmla="*/ 204 w 102"/>
                <a:gd name="T3" fmla="*/ 5630 h 486"/>
                <a:gd name="T4" fmla="*/ 349 w 102"/>
                <a:gd name="T5" fmla="*/ 5517 h 486"/>
                <a:gd name="T6" fmla="*/ 779 w 102"/>
                <a:gd name="T7" fmla="*/ 4812 h 486"/>
                <a:gd name="T8" fmla="*/ 983 w 102"/>
                <a:gd name="T9" fmla="*/ 36 h 486"/>
                <a:gd name="T10" fmla="*/ 955 w 102"/>
                <a:gd name="T11" fmla="*/ 0 h 486"/>
                <a:gd name="T12" fmla="*/ 923 w 102"/>
                <a:gd name="T13" fmla="*/ 36 h 486"/>
                <a:gd name="T14" fmla="*/ 723 w 102"/>
                <a:gd name="T15" fmla="*/ 4812 h 486"/>
                <a:gd name="T16" fmla="*/ 317 w 102"/>
                <a:gd name="T17" fmla="*/ 5444 h 486"/>
                <a:gd name="T18" fmla="*/ 153 w 102"/>
                <a:gd name="T19" fmla="*/ 5444 h 486"/>
                <a:gd name="T20" fmla="*/ 0 w 102"/>
                <a:gd name="T21" fmla="*/ 5594 h 4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486">
                  <a:moveTo>
                    <a:pt x="1" y="486"/>
                  </a:moveTo>
                  <a:cubicBezTo>
                    <a:pt x="8" y="481"/>
                    <a:pt x="15" y="484"/>
                    <a:pt x="21" y="483"/>
                  </a:cubicBezTo>
                  <a:cubicBezTo>
                    <a:pt x="26" y="481"/>
                    <a:pt x="31" y="475"/>
                    <a:pt x="36" y="473"/>
                  </a:cubicBezTo>
                  <a:cubicBezTo>
                    <a:pt x="58" y="462"/>
                    <a:pt x="79" y="449"/>
                    <a:pt x="81" y="413"/>
                  </a:cubicBezTo>
                  <a:cubicBezTo>
                    <a:pt x="102" y="3"/>
                    <a:pt x="102" y="3"/>
                    <a:pt x="102" y="3"/>
                  </a:cubicBezTo>
                  <a:cubicBezTo>
                    <a:pt x="102" y="1"/>
                    <a:pt x="101" y="0"/>
                    <a:pt x="99" y="0"/>
                  </a:cubicBezTo>
                  <a:cubicBezTo>
                    <a:pt x="97" y="0"/>
                    <a:pt x="96" y="1"/>
                    <a:pt x="96" y="3"/>
                  </a:cubicBezTo>
                  <a:cubicBezTo>
                    <a:pt x="75" y="413"/>
                    <a:pt x="75" y="413"/>
                    <a:pt x="75" y="413"/>
                  </a:cubicBezTo>
                  <a:cubicBezTo>
                    <a:pt x="74" y="446"/>
                    <a:pt x="55" y="457"/>
                    <a:pt x="33" y="467"/>
                  </a:cubicBezTo>
                  <a:cubicBezTo>
                    <a:pt x="29" y="469"/>
                    <a:pt x="21" y="466"/>
                    <a:pt x="16" y="467"/>
                  </a:cubicBezTo>
                  <a:cubicBezTo>
                    <a:pt x="10" y="469"/>
                    <a:pt x="7" y="476"/>
                    <a:pt x="0" y="48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9" name="Freeform 222">
              <a:extLst>
                <a:ext uri="{FF2B5EF4-FFF2-40B4-BE49-F238E27FC236}">
                  <a16:creationId xmlns:a16="http://schemas.microsoft.com/office/drawing/2014/main" id="{0520EF8E-E256-41D4-B8FB-22085096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026"/>
              <a:ext cx="202" cy="1202"/>
            </a:xfrm>
            <a:custGeom>
              <a:avLst/>
              <a:gdLst>
                <a:gd name="T0" fmla="*/ 19 w 95"/>
                <a:gd name="T1" fmla="*/ 6157 h 530"/>
                <a:gd name="T2" fmla="*/ 204 w 95"/>
                <a:gd name="T3" fmla="*/ 6173 h 530"/>
                <a:gd name="T4" fmla="*/ 366 w 95"/>
                <a:gd name="T5" fmla="*/ 6017 h 530"/>
                <a:gd name="T6" fmla="*/ 702 w 95"/>
                <a:gd name="T7" fmla="*/ 5307 h 530"/>
                <a:gd name="T8" fmla="*/ 710 w 95"/>
                <a:gd name="T9" fmla="*/ 5282 h 530"/>
                <a:gd name="T10" fmla="*/ 914 w 95"/>
                <a:gd name="T11" fmla="*/ 102 h 530"/>
                <a:gd name="T12" fmla="*/ 887 w 95"/>
                <a:gd name="T13" fmla="*/ 73 h 530"/>
                <a:gd name="T14" fmla="*/ 855 w 95"/>
                <a:gd name="T15" fmla="*/ 25 h 530"/>
                <a:gd name="T16" fmla="*/ 655 w 95"/>
                <a:gd name="T17" fmla="*/ 5273 h 530"/>
                <a:gd name="T18" fmla="*/ 655 w 95"/>
                <a:gd name="T19" fmla="*/ 5298 h 530"/>
                <a:gd name="T20" fmla="*/ 334 w 95"/>
                <a:gd name="T21" fmla="*/ 5962 h 530"/>
                <a:gd name="T22" fmla="*/ 164 w 95"/>
                <a:gd name="T23" fmla="*/ 5983 h 530"/>
                <a:gd name="T24" fmla="*/ 0 w 95"/>
                <a:gd name="T25" fmla="*/ 6089 h 5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530">
                  <a:moveTo>
                    <a:pt x="2" y="528"/>
                  </a:moveTo>
                  <a:cubicBezTo>
                    <a:pt x="7" y="525"/>
                    <a:pt x="16" y="530"/>
                    <a:pt x="21" y="529"/>
                  </a:cubicBezTo>
                  <a:cubicBezTo>
                    <a:pt x="27" y="527"/>
                    <a:pt x="31" y="519"/>
                    <a:pt x="38" y="516"/>
                  </a:cubicBezTo>
                  <a:cubicBezTo>
                    <a:pt x="69" y="500"/>
                    <a:pt x="70" y="491"/>
                    <a:pt x="73" y="455"/>
                  </a:cubicBezTo>
                  <a:cubicBezTo>
                    <a:pt x="74" y="453"/>
                    <a:pt x="74" y="453"/>
                    <a:pt x="74" y="453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5" y="8"/>
                    <a:pt x="93" y="6"/>
                    <a:pt x="92" y="6"/>
                  </a:cubicBezTo>
                  <a:cubicBezTo>
                    <a:pt x="90" y="6"/>
                    <a:pt x="90" y="0"/>
                    <a:pt x="89" y="2"/>
                  </a:cubicBezTo>
                  <a:cubicBezTo>
                    <a:pt x="89" y="2"/>
                    <a:pt x="68" y="452"/>
                    <a:pt x="68" y="452"/>
                  </a:cubicBezTo>
                  <a:cubicBezTo>
                    <a:pt x="68" y="452"/>
                    <a:pt x="68" y="454"/>
                    <a:pt x="68" y="454"/>
                  </a:cubicBezTo>
                  <a:cubicBezTo>
                    <a:pt x="64" y="490"/>
                    <a:pt x="64" y="496"/>
                    <a:pt x="35" y="511"/>
                  </a:cubicBezTo>
                  <a:cubicBezTo>
                    <a:pt x="29" y="514"/>
                    <a:pt x="24" y="511"/>
                    <a:pt x="17" y="513"/>
                  </a:cubicBezTo>
                  <a:cubicBezTo>
                    <a:pt x="12" y="514"/>
                    <a:pt x="6" y="520"/>
                    <a:pt x="0" y="522"/>
                  </a:cubicBezTo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00" name="Freeform 223">
              <a:extLst>
                <a:ext uri="{FF2B5EF4-FFF2-40B4-BE49-F238E27FC236}">
                  <a16:creationId xmlns:a16="http://schemas.microsoft.com/office/drawing/2014/main" id="{747AADF5-CDDE-46E9-B2C4-FCB5FD3FD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026"/>
              <a:ext cx="202" cy="1202"/>
            </a:xfrm>
            <a:custGeom>
              <a:avLst/>
              <a:gdLst>
                <a:gd name="T0" fmla="*/ 19 w 95"/>
                <a:gd name="T1" fmla="*/ 6157 h 530"/>
                <a:gd name="T2" fmla="*/ 204 w 95"/>
                <a:gd name="T3" fmla="*/ 6173 h 530"/>
                <a:gd name="T4" fmla="*/ 366 w 95"/>
                <a:gd name="T5" fmla="*/ 6017 h 530"/>
                <a:gd name="T6" fmla="*/ 702 w 95"/>
                <a:gd name="T7" fmla="*/ 5307 h 530"/>
                <a:gd name="T8" fmla="*/ 710 w 95"/>
                <a:gd name="T9" fmla="*/ 5282 h 530"/>
                <a:gd name="T10" fmla="*/ 914 w 95"/>
                <a:gd name="T11" fmla="*/ 102 h 530"/>
                <a:gd name="T12" fmla="*/ 887 w 95"/>
                <a:gd name="T13" fmla="*/ 73 h 530"/>
                <a:gd name="T14" fmla="*/ 855 w 95"/>
                <a:gd name="T15" fmla="*/ 25 h 530"/>
                <a:gd name="T16" fmla="*/ 655 w 95"/>
                <a:gd name="T17" fmla="*/ 5273 h 530"/>
                <a:gd name="T18" fmla="*/ 655 w 95"/>
                <a:gd name="T19" fmla="*/ 5298 h 530"/>
                <a:gd name="T20" fmla="*/ 334 w 95"/>
                <a:gd name="T21" fmla="*/ 5962 h 530"/>
                <a:gd name="T22" fmla="*/ 164 w 95"/>
                <a:gd name="T23" fmla="*/ 5983 h 530"/>
                <a:gd name="T24" fmla="*/ 0 w 95"/>
                <a:gd name="T25" fmla="*/ 6089 h 5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530">
                  <a:moveTo>
                    <a:pt x="2" y="528"/>
                  </a:moveTo>
                  <a:cubicBezTo>
                    <a:pt x="7" y="525"/>
                    <a:pt x="16" y="530"/>
                    <a:pt x="21" y="529"/>
                  </a:cubicBezTo>
                  <a:cubicBezTo>
                    <a:pt x="27" y="527"/>
                    <a:pt x="31" y="519"/>
                    <a:pt x="38" y="516"/>
                  </a:cubicBezTo>
                  <a:cubicBezTo>
                    <a:pt x="69" y="500"/>
                    <a:pt x="70" y="491"/>
                    <a:pt x="73" y="455"/>
                  </a:cubicBezTo>
                  <a:cubicBezTo>
                    <a:pt x="74" y="453"/>
                    <a:pt x="74" y="453"/>
                    <a:pt x="74" y="453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5" y="8"/>
                    <a:pt x="93" y="6"/>
                    <a:pt x="92" y="6"/>
                  </a:cubicBezTo>
                  <a:cubicBezTo>
                    <a:pt x="90" y="6"/>
                    <a:pt x="90" y="0"/>
                    <a:pt x="89" y="2"/>
                  </a:cubicBezTo>
                  <a:cubicBezTo>
                    <a:pt x="89" y="2"/>
                    <a:pt x="68" y="452"/>
                    <a:pt x="68" y="452"/>
                  </a:cubicBezTo>
                  <a:cubicBezTo>
                    <a:pt x="68" y="452"/>
                    <a:pt x="68" y="454"/>
                    <a:pt x="68" y="454"/>
                  </a:cubicBezTo>
                  <a:cubicBezTo>
                    <a:pt x="64" y="490"/>
                    <a:pt x="64" y="496"/>
                    <a:pt x="35" y="511"/>
                  </a:cubicBezTo>
                  <a:cubicBezTo>
                    <a:pt x="29" y="514"/>
                    <a:pt x="24" y="511"/>
                    <a:pt x="17" y="513"/>
                  </a:cubicBezTo>
                  <a:cubicBezTo>
                    <a:pt x="12" y="514"/>
                    <a:pt x="6" y="520"/>
                    <a:pt x="0" y="5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1" name="Freeform 224">
              <a:extLst>
                <a:ext uri="{FF2B5EF4-FFF2-40B4-BE49-F238E27FC236}">
                  <a16:creationId xmlns:a16="http://schemas.microsoft.com/office/drawing/2014/main" id="{686963E9-94D1-4941-83D8-08D7ABBB6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076"/>
              <a:ext cx="214" cy="1239"/>
            </a:xfrm>
            <a:custGeom>
              <a:avLst/>
              <a:gdLst>
                <a:gd name="T0" fmla="*/ 49 w 101"/>
                <a:gd name="T1" fmla="*/ 6354 h 546"/>
                <a:gd name="T2" fmla="*/ 305 w 101"/>
                <a:gd name="T3" fmla="*/ 6333 h 546"/>
                <a:gd name="T4" fmla="*/ 436 w 101"/>
                <a:gd name="T5" fmla="*/ 6215 h 546"/>
                <a:gd name="T6" fmla="*/ 646 w 101"/>
                <a:gd name="T7" fmla="*/ 6113 h 546"/>
                <a:gd name="T8" fmla="*/ 799 w 101"/>
                <a:gd name="T9" fmla="*/ 5351 h 546"/>
                <a:gd name="T10" fmla="*/ 807 w 101"/>
                <a:gd name="T11" fmla="*/ 5015 h 546"/>
                <a:gd name="T12" fmla="*/ 951 w 101"/>
                <a:gd name="T13" fmla="*/ 36 h 546"/>
                <a:gd name="T14" fmla="*/ 934 w 101"/>
                <a:gd name="T15" fmla="*/ 0 h 546"/>
                <a:gd name="T16" fmla="*/ 903 w 101"/>
                <a:gd name="T17" fmla="*/ 25 h 546"/>
                <a:gd name="T18" fmla="*/ 750 w 101"/>
                <a:gd name="T19" fmla="*/ 5015 h 546"/>
                <a:gd name="T20" fmla="*/ 742 w 101"/>
                <a:gd name="T21" fmla="*/ 5351 h 546"/>
                <a:gd name="T22" fmla="*/ 610 w 101"/>
                <a:gd name="T23" fmla="*/ 6050 h 546"/>
                <a:gd name="T24" fmla="*/ 381 w 101"/>
                <a:gd name="T25" fmla="*/ 6159 h 546"/>
                <a:gd name="T26" fmla="*/ 180 w 101"/>
                <a:gd name="T27" fmla="*/ 6170 h 546"/>
                <a:gd name="T28" fmla="*/ 0 w 101"/>
                <a:gd name="T29" fmla="*/ 6297 h 5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1" h="546">
                  <a:moveTo>
                    <a:pt x="5" y="544"/>
                  </a:moveTo>
                  <a:cubicBezTo>
                    <a:pt x="16" y="541"/>
                    <a:pt x="23" y="546"/>
                    <a:pt x="32" y="542"/>
                  </a:cubicBezTo>
                  <a:cubicBezTo>
                    <a:pt x="42" y="538"/>
                    <a:pt x="43" y="533"/>
                    <a:pt x="46" y="532"/>
                  </a:cubicBezTo>
                  <a:cubicBezTo>
                    <a:pt x="55" y="529"/>
                    <a:pt x="62" y="527"/>
                    <a:pt x="68" y="523"/>
                  </a:cubicBezTo>
                  <a:cubicBezTo>
                    <a:pt x="82" y="513"/>
                    <a:pt x="83" y="489"/>
                    <a:pt x="84" y="458"/>
                  </a:cubicBezTo>
                  <a:cubicBezTo>
                    <a:pt x="85" y="429"/>
                    <a:pt x="85" y="429"/>
                    <a:pt x="85" y="429"/>
                  </a:cubicBezTo>
                  <a:cubicBezTo>
                    <a:pt x="100" y="3"/>
                    <a:pt x="100" y="3"/>
                    <a:pt x="100" y="3"/>
                  </a:cubicBezTo>
                  <a:cubicBezTo>
                    <a:pt x="101" y="1"/>
                    <a:pt x="99" y="0"/>
                    <a:pt x="98" y="0"/>
                  </a:cubicBezTo>
                  <a:cubicBezTo>
                    <a:pt x="96" y="0"/>
                    <a:pt x="95" y="1"/>
                    <a:pt x="95" y="2"/>
                  </a:cubicBezTo>
                  <a:cubicBezTo>
                    <a:pt x="79" y="429"/>
                    <a:pt x="79" y="429"/>
                    <a:pt x="79" y="429"/>
                  </a:cubicBezTo>
                  <a:cubicBezTo>
                    <a:pt x="79" y="429"/>
                    <a:pt x="78" y="458"/>
                    <a:pt x="78" y="458"/>
                  </a:cubicBezTo>
                  <a:cubicBezTo>
                    <a:pt x="77" y="487"/>
                    <a:pt x="77" y="510"/>
                    <a:pt x="64" y="518"/>
                  </a:cubicBezTo>
                  <a:cubicBezTo>
                    <a:pt x="58" y="522"/>
                    <a:pt x="52" y="523"/>
                    <a:pt x="40" y="527"/>
                  </a:cubicBezTo>
                  <a:cubicBezTo>
                    <a:pt x="36" y="528"/>
                    <a:pt x="23" y="527"/>
                    <a:pt x="19" y="528"/>
                  </a:cubicBezTo>
                  <a:cubicBezTo>
                    <a:pt x="12" y="530"/>
                    <a:pt x="9" y="537"/>
                    <a:pt x="0" y="539"/>
                  </a:cubicBezTo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02" name="Freeform 225">
              <a:extLst>
                <a:ext uri="{FF2B5EF4-FFF2-40B4-BE49-F238E27FC236}">
                  <a16:creationId xmlns:a16="http://schemas.microsoft.com/office/drawing/2014/main" id="{811B021D-9ABB-4829-B555-E47F05B8C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076"/>
              <a:ext cx="214" cy="1239"/>
            </a:xfrm>
            <a:custGeom>
              <a:avLst/>
              <a:gdLst>
                <a:gd name="T0" fmla="*/ 49 w 101"/>
                <a:gd name="T1" fmla="*/ 6354 h 546"/>
                <a:gd name="T2" fmla="*/ 305 w 101"/>
                <a:gd name="T3" fmla="*/ 6333 h 546"/>
                <a:gd name="T4" fmla="*/ 436 w 101"/>
                <a:gd name="T5" fmla="*/ 6215 h 546"/>
                <a:gd name="T6" fmla="*/ 646 w 101"/>
                <a:gd name="T7" fmla="*/ 6113 h 546"/>
                <a:gd name="T8" fmla="*/ 799 w 101"/>
                <a:gd name="T9" fmla="*/ 5351 h 546"/>
                <a:gd name="T10" fmla="*/ 807 w 101"/>
                <a:gd name="T11" fmla="*/ 5015 h 546"/>
                <a:gd name="T12" fmla="*/ 951 w 101"/>
                <a:gd name="T13" fmla="*/ 36 h 546"/>
                <a:gd name="T14" fmla="*/ 934 w 101"/>
                <a:gd name="T15" fmla="*/ 0 h 546"/>
                <a:gd name="T16" fmla="*/ 903 w 101"/>
                <a:gd name="T17" fmla="*/ 25 h 546"/>
                <a:gd name="T18" fmla="*/ 750 w 101"/>
                <a:gd name="T19" fmla="*/ 5015 h 546"/>
                <a:gd name="T20" fmla="*/ 742 w 101"/>
                <a:gd name="T21" fmla="*/ 5351 h 546"/>
                <a:gd name="T22" fmla="*/ 610 w 101"/>
                <a:gd name="T23" fmla="*/ 6050 h 546"/>
                <a:gd name="T24" fmla="*/ 381 w 101"/>
                <a:gd name="T25" fmla="*/ 6159 h 546"/>
                <a:gd name="T26" fmla="*/ 180 w 101"/>
                <a:gd name="T27" fmla="*/ 6170 h 546"/>
                <a:gd name="T28" fmla="*/ 0 w 101"/>
                <a:gd name="T29" fmla="*/ 6297 h 5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1" h="546">
                  <a:moveTo>
                    <a:pt x="5" y="544"/>
                  </a:moveTo>
                  <a:cubicBezTo>
                    <a:pt x="16" y="541"/>
                    <a:pt x="23" y="546"/>
                    <a:pt x="32" y="542"/>
                  </a:cubicBezTo>
                  <a:cubicBezTo>
                    <a:pt x="42" y="538"/>
                    <a:pt x="43" y="533"/>
                    <a:pt x="46" y="532"/>
                  </a:cubicBezTo>
                  <a:cubicBezTo>
                    <a:pt x="55" y="529"/>
                    <a:pt x="62" y="527"/>
                    <a:pt x="68" y="523"/>
                  </a:cubicBezTo>
                  <a:cubicBezTo>
                    <a:pt x="82" y="513"/>
                    <a:pt x="83" y="489"/>
                    <a:pt x="84" y="458"/>
                  </a:cubicBezTo>
                  <a:cubicBezTo>
                    <a:pt x="85" y="429"/>
                    <a:pt x="85" y="429"/>
                    <a:pt x="85" y="429"/>
                  </a:cubicBezTo>
                  <a:cubicBezTo>
                    <a:pt x="100" y="3"/>
                    <a:pt x="100" y="3"/>
                    <a:pt x="100" y="3"/>
                  </a:cubicBezTo>
                  <a:cubicBezTo>
                    <a:pt x="101" y="1"/>
                    <a:pt x="99" y="0"/>
                    <a:pt x="98" y="0"/>
                  </a:cubicBezTo>
                  <a:cubicBezTo>
                    <a:pt x="96" y="0"/>
                    <a:pt x="95" y="1"/>
                    <a:pt x="95" y="2"/>
                  </a:cubicBezTo>
                  <a:cubicBezTo>
                    <a:pt x="79" y="429"/>
                    <a:pt x="79" y="429"/>
                    <a:pt x="79" y="429"/>
                  </a:cubicBezTo>
                  <a:cubicBezTo>
                    <a:pt x="79" y="429"/>
                    <a:pt x="78" y="458"/>
                    <a:pt x="78" y="458"/>
                  </a:cubicBezTo>
                  <a:cubicBezTo>
                    <a:pt x="77" y="487"/>
                    <a:pt x="77" y="510"/>
                    <a:pt x="64" y="518"/>
                  </a:cubicBezTo>
                  <a:cubicBezTo>
                    <a:pt x="58" y="522"/>
                    <a:pt x="52" y="523"/>
                    <a:pt x="40" y="527"/>
                  </a:cubicBezTo>
                  <a:cubicBezTo>
                    <a:pt x="36" y="528"/>
                    <a:pt x="23" y="527"/>
                    <a:pt x="19" y="528"/>
                  </a:cubicBezTo>
                  <a:cubicBezTo>
                    <a:pt x="12" y="530"/>
                    <a:pt x="9" y="537"/>
                    <a:pt x="0" y="53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3" name="Freeform 226">
              <a:extLst>
                <a:ext uri="{FF2B5EF4-FFF2-40B4-BE49-F238E27FC236}">
                  <a16:creationId xmlns:a16="http://schemas.microsoft.com/office/drawing/2014/main" id="{DE5CAFAE-B642-4CDF-9FAB-84CDEED3A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727"/>
              <a:ext cx="121" cy="150"/>
            </a:xfrm>
            <a:custGeom>
              <a:avLst/>
              <a:gdLst>
                <a:gd name="T0" fmla="*/ 478 w 57"/>
                <a:gd name="T1" fmla="*/ 0 h 66"/>
                <a:gd name="T2" fmla="*/ 136 w 57"/>
                <a:gd name="T3" fmla="*/ 516 h 66"/>
                <a:gd name="T4" fmla="*/ 17 w 57"/>
                <a:gd name="T5" fmla="*/ 764 h 66"/>
                <a:gd name="T6" fmla="*/ 180 w 57"/>
                <a:gd name="T7" fmla="*/ 516 h 66"/>
                <a:gd name="T8" fmla="*/ 546 w 57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6">
                  <a:moveTo>
                    <a:pt x="50" y="0"/>
                  </a:moveTo>
                  <a:cubicBezTo>
                    <a:pt x="37" y="13"/>
                    <a:pt x="25" y="29"/>
                    <a:pt x="14" y="44"/>
                  </a:cubicBezTo>
                  <a:cubicBezTo>
                    <a:pt x="14" y="44"/>
                    <a:pt x="0" y="64"/>
                    <a:pt x="2" y="65"/>
                  </a:cubicBezTo>
                  <a:cubicBezTo>
                    <a:pt x="3" y="66"/>
                    <a:pt x="19" y="44"/>
                    <a:pt x="19" y="44"/>
                  </a:cubicBezTo>
                  <a:cubicBezTo>
                    <a:pt x="31" y="28"/>
                    <a:pt x="43" y="12"/>
                    <a:pt x="57" y="0"/>
                  </a:cubicBezTo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04" name="Freeform 227">
              <a:extLst>
                <a:ext uri="{FF2B5EF4-FFF2-40B4-BE49-F238E27FC236}">
                  <a16:creationId xmlns:a16="http://schemas.microsoft.com/office/drawing/2014/main" id="{173810CF-3C3D-4C92-B4F4-9DC654380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727"/>
              <a:ext cx="121" cy="150"/>
            </a:xfrm>
            <a:custGeom>
              <a:avLst/>
              <a:gdLst>
                <a:gd name="T0" fmla="*/ 478 w 57"/>
                <a:gd name="T1" fmla="*/ 0 h 66"/>
                <a:gd name="T2" fmla="*/ 136 w 57"/>
                <a:gd name="T3" fmla="*/ 516 h 66"/>
                <a:gd name="T4" fmla="*/ 17 w 57"/>
                <a:gd name="T5" fmla="*/ 764 h 66"/>
                <a:gd name="T6" fmla="*/ 180 w 57"/>
                <a:gd name="T7" fmla="*/ 516 h 66"/>
                <a:gd name="T8" fmla="*/ 546 w 57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6">
                  <a:moveTo>
                    <a:pt x="50" y="0"/>
                  </a:moveTo>
                  <a:cubicBezTo>
                    <a:pt x="37" y="13"/>
                    <a:pt x="25" y="29"/>
                    <a:pt x="14" y="44"/>
                  </a:cubicBezTo>
                  <a:cubicBezTo>
                    <a:pt x="14" y="44"/>
                    <a:pt x="0" y="64"/>
                    <a:pt x="2" y="65"/>
                  </a:cubicBezTo>
                  <a:cubicBezTo>
                    <a:pt x="3" y="66"/>
                    <a:pt x="19" y="44"/>
                    <a:pt x="19" y="44"/>
                  </a:cubicBezTo>
                  <a:cubicBezTo>
                    <a:pt x="31" y="28"/>
                    <a:pt x="43" y="12"/>
                    <a:pt x="5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5" name="Freeform 228">
              <a:extLst>
                <a:ext uri="{FF2B5EF4-FFF2-40B4-BE49-F238E27FC236}">
                  <a16:creationId xmlns:a16="http://schemas.microsoft.com/office/drawing/2014/main" id="{7FB1E799-0570-47C1-88C2-A96A8B11B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727"/>
              <a:ext cx="549" cy="322"/>
            </a:xfrm>
            <a:custGeom>
              <a:avLst/>
              <a:gdLst>
                <a:gd name="T0" fmla="*/ 2305 w 258"/>
                <a:gd name="T1" fmla="*/ 0 h 142"/>
                <a:gd name="T2" fmla="*/ 1698 w 258"/>
                <a:gd name="T3" fmla="*/ 277 h 142"/>
                <a:gd name="T4" fmla="*/ 1417 w 258"/>
                <a:gd name="T5" fmla="*/ 467 h 142"/>
                <a:gd name="T6" fmla="*/ 1109 w 258"/>
                <a:gd name="T7" fmla="*/ 664 h 142"/>
                <a:gd name="T8" fmla="*/ 453 w 258"/>
                <a:gd name="T9" fmla="*/ 1152 h 142"/>
                <a:gd name="T10" fmla="*/ 309 w 258"/>
                <a:gd name="T11" fmla="*/ 1331 h 142"/>
                <a:gd name="T12" fmla="*/ 19 w 258"/>
                <a:gd name="T13" fmla="*/ 1646 h 142"/>
                <a:gd name="T14" fmla="*/ 9 w 258"/>
                <a:gd name="T15" fmla="*/ 1655 h 142"/>
                <a:gd name="T16" fmla="*/ 334 w 258"/>
                <a:gd name="T17" fmla="*/ 1351 h 142"/>
                <a:gd name="T18" fmla="*/ 470 w 258"/>
                <a:gd name="T19" fmla="*/ 1177 h 142"/>
                <a:gd name="T20" fmla="*/ 1136 w 258"/>
                <a:gd name="T21" fmla="*/ 735 h 142"/>
                <a:gd name="T22" fmla="*/ 1445 w 258"/>
                <a:gd name="T23" fmla="*/ 524 h 142"/>
                <a:gd name="T24" fmla="*/ 1715 w 258"/>
                <a:gd name="T25" fmla="*/ 340 h 142"/>
                <a:gd name="T26" fmla="*/ 2477 w 258"/>
                <a:gd name="T27" fmla="*/ 0 h 142"/>
                <a:gd name="T28" fmla="*/ 2485 w 258"/>
                <a:gd name="T29" fmla="*/ 0 h 142"/>
                <a:gd name="T30" fmla="*/ 2485 w 258"/>
                <a:gd name="T31" fmla="*/ 0 h 1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142">
                  <a:moveTo>
                    <a:pt x="239" y="0"/>
                  </a:moveTo>
                  <a:cubicBezTo>
                    <a:pt x="218" y="7"/>
                    <a:pt x="190" y="17"/>
                    <a:pt x="176" y="24"/>
                  </a:cubicBezTo>
                  <a:cubicBezTo>
                    <a:pt x="166" y="29"/>
                    <a:pt x="156" y="35"/>
                    <a:pt x="147" y="40"/>
                  </a:cubicBezTo>
                  <a:cubicBezTo>
                    <a:pt x="137" y="46"/>
                    <a:pt x="126" y="52"/>
                    <a:pt x="115" y="57"/>
                  </a:cubicBezTo>
                  <a:cubicBezTo>
                    <a:pt x="94" y="67"/>
                    <a:pt x="68" y="82"/>
                    <a:pt x="47" y="99"/>
                  </a:cubicBezTo>
                  <a:cubicBezTo>
                    <a:pt x="43" y="102"/>
                    <a:pt x="38" y="108"/>
                    <a:pt x="32" y="114"/>
                  </a:cubicBezTo>
                  <a:cubicBezTo>
                    <a:pt x="23" y="125"/>
                    <a:pt x="12" y="140"/>
                    <a:pt x="2" y="141"/>
                  </a:cubicBezTo>
                  <a:cubicBezTo>
                    <a:pt x="0" y="141"/>
                    <a:pt x="0" y="142"/>
                    <a:pt x="1" y="142"/>
                  </a:cubicBezTo>
                  <a:cubicBezTo>
                    <a:pt x="13" y="141"/>
                    <a:pt x="25" y="127"/>
                    <a:pt x="35" y="116"/>
                  </a:cubicBezTo>
                  <a:cubicBezTo>
                    <a:pt x="40" y="110"/>
                    <a:pt x="45" y="104"/>
                    <a:pt x="49" y="101"/>
                  </a:cubicBezTo>
                  <a:cubicBezTo>
                    <a:pt x="69" y="85"/>
                    <a:pt x="96" y="72"/>
                    <a:pt x="118" y="63"/>
                  </a:cubicBezTo>
                  <a:cubicBezTo>
                    <a:pt x="129" y="57"/>
                    <a:pt x="140" y="51"/>
                    <a:pt x="150" y="45"/>
                  </a:cubicBezTo>
                  <a:cubicBezTo>
                    <a:pt x="159" y="40"/>
                    <a:pt x="168" y="34"/>
                    <a:pt x="178" y="29"/>
                  </a:cubicBezTo>
                  <a:cubicBezTo>
                    <a:pt x="197" y="21"/>
                    <a:pt x="236" y="6"/>
                    <a:pt x="257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58" y="0"/>
                    <a:pt x="258" y="0"/>
                    <a:pt x="258" y="0"/>
                  </a:cubicBezTo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06" name="Freeform 229">
              <a:extLst>
                <a:ext uri="{FF2B5EF4-FFF2-40B4-BE49-F238E27FC236}">
                  <a16:creationId xmlns:a16="http://schemas.microsoft.com/office/drawing/2014/main" id="{549DA271-EAA9-46C5-8738-CD947A80D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727"/>
              <a:ext cx="549" cy="322"/>
            </a:xfrm>
            <a:custGeom>
              <a:avLst/>
              <a:gdLst>
                <a:gd name="T0" fmla="*/ 2305 w 258"/>
                <a:gd name="T1" fmla="*/ 0 h 142"/>
                <a:gd name="T2" fmla="*/ 1698 w 258"/>
                <a:gd name="T3" fmla="*/ 277 h 142"/>
                <a:gd name="T4" fmla="*/ 1417 w 258"/>
                <a:gd name="T5" fmla="*/ 467 h 142"/>
                <a:gd name="T6" fmla="*/ 1109 w 258"/>
                <a:gd name="T7" fmla="*/ 664 h 142"/>
                <a:gd name="T8" fmla="*/ 453 w 258"/>
                <a:gd name="T9" fmla="*/ 1152 h 142"/>
                <a:gd name="T10" fmla="*/ 309 w 258"/>
                <a:gd name="T11" fmla="*/ 1331 h 142"/>
                <a:gd name="T12" fmla="*/ 19 w 258"/>
                <a:gd name="T13" fmla="*/ 1646 h 142"/>
                <a:gd name="T14" fmla="*/ 9 w 258"/>
                <a:gd name="T15" fmla="*/ 1655 h 142"/>
                <a:gd name="T16" fmla="*/ 334 w 258"/>
                <a:gd name="T17" fmla="*/ 1351 h 142"/>
                <a:gd name="T18" fmla="*/ 470 w 258"/>
                <a:gd name="T19" fmla="*/ 1177 h 142"/>
                <a:gd name="T20" fmla="*/ 1136 w 258"/>
                <a:gd name="T21" fmla="*/ 735 h 142"/>
                <a:gd name="T22" fmla="*/ 1445 w 258"/>
                <a:gd name="T23" fmla="*/ 524 h 142"/>
                <a:gd name="T24" fmla="*/ 1715 w 258"/>
                <a:gd name="T25" fmla="*/ 340 h 142"/>
                <a:gd name="T26" fmla="*/ 2477 w 258"/>
                <a:gd name="T27" fmla="*/ 0 h 142"/>
                <a:gd name="T28" fmla="*/ 2485 w 258"/>
                <a:gd name="T29" fmla="*/ 0 h 142"/>
                <a:gd name="T30" fmla="*/ 2485 w 258"/>
                <a:gd name="T31" fmla="*/ 0 h 1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142">
                  <a:moveTo>
                    <a:pt x="239" y="0"/>
                  </a:moveTo>
                  <a:cubicBezTo>
                    <a:pt x="218" y="7"/>
                    <a:pt x="190" y="17"/>
                    <a:pt x="176" y="24"/>
                  </a:cubicBezTo>
                  <a:cubicBezTo>
                    <a:pt x="166" y="29"/>
                    <a:pt x="156" y="35"/>
                    <a:pt x="147" y="40"/>
                  </a:cubicBezTo>
                  <a:cubicBezTo>
                    <a:pt x="137" y="46"/>
                    <a:pt x="126" y="52"/>
                    <a:pt x="115" y="57"/>
                  </a:cubicBezTo>
                  <a:cubicBezTo>
                    <a:pt x="94" y="67"/>
                    <a:pt x="68" y="82"/>
                    <a:pt x="47" y="99"/>
                  </a:cubicBezTo>
                  <a:cubicBezTo>
                    <a:pt x="43" y="102"/>
                    <a:pt x="38" y="108"/>
                    <a:pt x="32" y="114"/>
                  </a:cubicBezTo>
                  <a:cubicBezTo>
                    <a:pt x="23" y="125"/>
                    <a:pt x="12" y="140"/>
                    <a:pt x="2" y="141"/>
                  </a:cubicBezTo>
                  <a:cubicBezTo>
                    <a:pt x="0" y="141"/>
                    <a:pt x="0" y="142"/>
                    <a:pt x="1" y="142"/>
                  </a:cubicBezTo>
                  <a:cubicBezTo>
                    <a:pt x="13" y="141"/>
                    <a:pt x="25" y="127"/>
                    <a:pt x="35" y="116"/>
                  </a:cubicBezTo>
                  <a:cubicBezTo>
                    <a:pt x="40" y="110"/>
                    <a:pt x="45" y="104"/>
                    <a:pt x="49" y="101"/>
                  </a:cubicBezTo>
                  <a:cubicBezTo>
                    <a:pt x="69" y="85"/>
                    <a:pt x="96" y="72"/>
                    <a:pt x="118" y="63"/>
                  </a:cubicBezTo>
                  <a:cubicBezTo>
                    <a:pt x="129" y="57"/>
                    <a:pt x="140" y="51"/>
                    <a:pt x="150" y="45"/>
                  </a:cubicBezTo>
                  <a:cubicBezTo>
                    <a:pt x="159" y="40"/>
                    <a:pt x="168" y="34"/>
                    <a:pt x="178" y="29"/>
                  </a:cubicBezTo>
                  <a:cubicBezTo>
                    <a:pt x="197" y="21"/>
                    <a:pt x="236" y="6"/>
                    <a:pt x="257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58" y="0"/>
                    <a:pt x="258" y="0"/>
                    <a:pt x="25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7" name="Freeform 230">
              <a:extLst>
                <a:ext uri="{FF2B5EF4-FFF2-40B4-BE49-F238E27FC236}">
                  <a16:creationId xmlns:a16="http://schemas.microsoft.com/office/drawing/2014/main" id="{E5316DCD-5749-47F2-A608-BF928F311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153"/>
              <a:ext cx="13" cy="1425"/>
            </a:xfrm>
            <a:custGeom>
              <a:avLst/>
              <a:gdLst>
                <a:gd name="T0" fmla="*/ 0 w 6"/>
                <a:gd name="T1" fmla="*/ 36 h 628"/>
                <a:gd name="T2" fmla="*/ 0 w 6"/>
                <a:gd name="T3" fmla="*/ 7327 h 628"/>
                <a:gd name="T4" fmla="*/ 33 w 6"/>
                <a:gd name="T5" fmla="*/ 7327 h 628"/>
                <a:gd name="T6" fmla="*/ 61 w 6"/>
                <a:gd name="T7" fmla="*/ 7327 h 628"/>
                <a:gd name="T8" fmla="*/ 61 w 6"/>
                <a:gd name="T9" fmla="*/ 36 h 628"/>
                <a:gd name="T10" fmla="*/ 33 w 6"/>
                <a:gd name="T11" fmla="*/ 0 h 628"/>
                <a:gd name="T12" fmla="*/ 0 w 6"/>
                <a:gd name="T13" fmla="*/ 36 h 6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628">
                  <a:moveTo>
                    <a:pt x="0" y="3"/>
                  </a:moveTo>
                  <a:cubicBezTo>
                    <a:pt x="0" y="627"/>
                    <a:pt x="0" y="627"/>
                    <a:pt x="0" y="627"/>
                  </a:cubicBezTo>
                  <a:cubicBezTo>
                    <a:pt x="0" y="628"/>
                    <a:pt x="2" y="627"/>
                    <a:pt x="3" y="627"/>
                  </a:cubicBezTo>
                  <a:cubicBezTo>
                    <a:pt x="5" y="627"/>
                    <a:pt x="6" y="628"/>
                    <a:pt x="6" y="627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0"/>
                    <a:pt x="3" y="0"/>
                  </a:cubicBezTo>
                  <a:cubicBezTo>
                    <a:pt x="2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08" name="Freeform 231">
              <a:extLst>
                <a:ext uri="{FF2B5EF4-FFF2-40B4-BE49-F238E27FC236}">
                  <a16:creationId xmlns:a16="http://schemas.microsoft.com/office/drawing/2014/main" id="{D36B2BAB-64F6-479A-88A3-CDB295BE4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455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0 w 5"/>
                <a:gd name="T3" fmla="*/ 16 h 2"/>
                <a:gd name="T4" fmla="*/ 40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1"/>
                    <a:pt x="2" y="2"/>
                    <a:pt x="0" y="2"/>
                  </a:cubicBezTo>
                  <a:cubicBezTo>
                    <a:pt x="1" y="2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09" name="Freeform 232">
              <a:extLst>
                <a:ext uri="{FF2B5EF4-FFF2-40B4-BE49-F238E27FC236}">
                  <a16:creationId xmlns:a16="http://schemas.microsoft.com/office/drawing/2014/main" id="{92743F3A-ED67-4F85-A28E-A28ED362A9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94" y="727"/>
              <a:ext cx="648" cy="2928"/>
            </a:xfrm>
            <a:custGeom>
              <a:avLst/>
              <a:gdLst>
                <a:gd name="T0" fmla="*/ 2581 w 305"/>
                <a:gd name="T1" fmla="*/ 1318 h 1291"/>
                <a:gd name="T2" fmla="*/ 1296 w 305"/>
                <a:gd name="T3" fmla="*/ 2041 h 1291"/>
                <a:gd name="T4" fmla="*/ 2275 w 305"/>
                <a:gd name="T5" fmla="*/ 1481 h 1291"/>
                <a:gd name="T6" fmla="*/ 2159 w 305"/>
                <a:gd name="T7" fmla="*/ 2449 h 1291"/>
                <a:gd name="T8" fmla="*/ 1372 w 305"/>
                <a:gd name="T9" fmla="*/ 2860 h 1291"/>
                <a:gd name="T10" fmla="*/ 586 w 305"/>
                <a:gd name="T11" fmla="*/ 3370 h 1291"/>
                <a:gd name="T12" fmla="*/ 2244 w 305"/>
                <a:gd name="T13" fmla="*/ 2567 h 1291"/>
                <a:gd name="T14" fmla="*/ 2131 w 305"/>
                <a:gd name="T15" fmla="*/ 3230 h 1291"/>
                <a:gd name="T16" fmla="*/ 979 w 305"/>
                <a:gd name="T17" fmla="*/ 4141 h 1291"/>
                <a:gd name="T18" fmla="*/ 595 w 305"/>
                <a:gd name="T19" fmla="*/ 5180 h 1291"/>
                <a:gd name="T20" fmla="*/ 614 w 305"/>
                <a:gd name="T21" fmla="*/ 5411 h 1291"/>
                <a:gd name="T22" fmla="*/ 750 w 305"/>
                <a:gd name="T23" fmla="*/ 4876 h 1291"/>
                <a:gd name="T24" fmla="*/ 1007 w 305"/>
                <a:gd name="T25" fmla="*/ 5740 h 1291"/>
                <a:gd name="T26" fmla="*/ 956 w 305"/>
                <a:gd name="T27" fmla="*/ 6790 h 1291"/>
                <a:gd name="T28" fmla="*/ 1417 w 305"/>
                <a:gd name="T29" fmla="*/ 6053 h 1291"/>
                <a:gd name="T30" fmla="*/ 1389 w 305"/>
                <a:gd name="T31" fmla="*/ 6276 h 1291"/>
                <a:gd name="T32" fmla="*/ 1400 w 305"/>
                <a:gd name="T33" fmla="*/ 6568 h 1291"/>
                <a:gd name="T34" fmla="*/ 1755 w 305"/>
                <a:gd name="T35" fmla="*/ 5586 h 1291"/>
                <a:gd name="T36" fmla="*/ 2003 w 305"/>
                <a:gd name="T37" fmla="*/ 5554 h 1291"/>
                <a:gd name="T38" fmla="*/ 1024 w 305"/>
                <a:gd name="T39" fmla="*/ 7968 h 1291"/>
                <a:gd name="T40" fmla="*/ 497 w 305"/>
                <a:gd name="T41" fmla="*/ 14958 h 1291"/>
                <a:gd name="T42" fmla="*/ 317 w 305"/>
                <a:gd name="T43" fmla="*/ 12218 h 1291"/>
                <a:gd name="T44" fmla="*/ 1678 w 305"/>
                <a:gd name="T45" fmla="*/ 6790 h 1291"/>
                <a:gd name="T46" fmla="*/ 2339 w 305"/>
                <a:gd name="T47" fmla="*/ 6230 h 1291"/>
                <a:gd name="T48" fmla="*/ 2790 w 305"/>
                <a:gd name="T49" fmla="*/ 4656 h 1291"/>
                <a:gd name="T50" fmla="*/ 2821 w 305"/>
                <a:gd name="T51" fmla="*/ 3883 h 1291"/>
                <a:gd name="T52" fmla="*/ 2906 w 305"/>
                <a:gd name="T53" fmla="*/ 1261 h 1291"/>
                <a:gd name="T54" fmla="*/ 2722 w 305"/>
                <a:gd name="T55" fmla="*/ 2263 h 1291"/>
                <a:gd name="T56" fmla="*/ 2235 w 305"/>
                <a:gd name="T57" fmla="*/ 2381 h 1291"/>
                <a:gd name="T58" fmla="*/ 2533 w 305"/>
                <a:gd name="T59" fmla="*/ 1408 h 1291"/>
                <a:gd name="T60" fmla="*/ 2770 w 305"/>
                <a:gd name="T61" fmla="*/ 1331 h 1291"/>
                <a:gd name="T62" fmla="*/ 2139 w 305"/>
                <a:gd name="T63" fmla="*/ 3642 h 1291"/>
                <a:gd name="T64" fmla="*/ 1878 w 305"/>
                <a:gd name="T65" fmla="*/ 3781 h 1291"/>
                <a:gd name="T66" fmla="*/ 1621 w 305"/>
                <a:gd name="T67" fmla="*/ 4629 h 1291"/>
                <a:gd name="T68" fmla="*/ 1228 w 305"/>
                <a:gd name="T69" fmla="*/ 4677 h 1291"/>
                <a:gd name="T70" fmla="*/ 1670 w 305"/>
                <a:gd name="T71" fmla="*/ 4690 h 1291"/>
                <a:gd name="T72" fmla="*/ 1670 w 305"/>
                <a:gd name="T73" fmla="*/ 4690 h 1291"/>
                <a:gd name="T74" fmla="*/ 1209 w 305"/>
                <a:gd name="T75" fmla="*/ 4738 h 1291"/>
                <a:gd name="T76" fmla="*/ 758 w 305"/>
                <a:gd name="T77" fmla="*/ 4758 h 1291"/>
                <a:gd name="T78" fmla="*/ 1621 w 305"/>
                <a:gd name="T79" fmla="*/ 3862 h 1291"/>
                <a:gd name="T80" fmla="*/ 1661 w 305"/>
                <a:gd name="T81" fmla="*/ 5586 h 1291"/>
                <a:gd name="T82" fmla="*/ 1553 w 305"/>
                <a:gd name="T83" fmla="*/ 5602 h 1291"/>
                <a:gd name="T84" fmla="*/ 2694 w 305"/>
                <a:gd name="T85" fmla="*/ 5554 h 1291"/>
                <a:gd name="T86" fmla="*/ 1946 w 305"/>
                <a:gd name="T87" fmla="*/ 6321 h 1291"/>
                <a:gd name="T88" fmla="*/ 2099 w 305"/>
                <a:gd name="T89" fmla="*/ 5577 h 1291"/>
                <a:gd name="T90" fmla="*/ 2694 w 305"/>
                <a:gd name="T91" fmla="*/ 5098 h 1291"/>
                <a:gd name="T92" fmla="*/ 2736 w 305"/>
                <a:gd name="T93" fmla="*/ 4690 h 1291"/>
                <a:gd name="T94" fmla="*/ 1878 w 305"/>
                <a:gd name="T95" fmla="*/ 5448 h 1291"/>
                <a:gd name="T96" fmla="*/ 1092 w 305"/>
                <a:gd name="T97" fmla="*/ 5695 h 1291"/>
                <a:gd name="T98" fmla="*/ 1610 w 305"/>
                <a:gd name="T99" fmla="*/ 4702 h 1291"/>
                <a:gd name="T100" fmla="*/ 1638 w 305"/>
                <a:gd name="T101" fmla="*/ 5391 h 1291"/>
                <a:gd name="T102" fmla="*/ 1927 w 305"/>
                <a:gd name="T103" fmla="*/ 4609 h 1291"/>
                <a:gd name="T104" fmla="*/ 2762 w 305"/>
                <a:gd name="T105" fmla="*/ 4057 h 1291"/>
                <a:gd name="T106" fmla="*/ 2473 w 305"/>
                <a:gd name="T107" fmla="*/ 4268 h 1291"/>
                <a:gd name="T108" fmla="*/ 1670 w 305"/>
                <a:gd name="T109" fmla="*/ 4620 h 1291"/>
                <a:gd name="T110" fmla="*/ 2541 w 305"/>
                <a:gd name="T111" fmla="*/ 3545 h 1291"/>
                <a:gd name="T112" fmla="*/ 2813 w 305"/>
                <a:gd name="T113" fmla="*/ 2767 h 1291"/>
                <a:gd name="T114" fmla="*/ 2581 w 305"/>
                <a:gd name="T115" fmla="*/ 3395 h 1291"/>
                <a:gd name="T116" fmla="*/ 2184 w 305"/>
                <a:gd name="T117" fmla="*/ 3246 h 1291"/>
                <a:gd name="T118" fmla="*/ 2448 w 305"/>
                <a:gd name="T119" fmla="*/ 2511 h 1291"/>
                <a:gd name="T120" fmla="*/ 2813 w 305"/>
                <a:gd name="T121" fmla="*/ 2767 h 12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05" h="1291">
                  <a:moveTo>
                    <a:pt x="293" y="0"/>
                  </a:moveTo>
                  <a:cubicBezTo>
                    <a:pt x="294" y="15"/>
                    <a:pt x="295" y="55"/>
                    <a:pt x="293" y="83"/>
                  </a:cubicBezTo>
                  <a:cubicBezTo>
                    <a:pt x="290" y="111"/>
                    <a:pt x="283" y="112"/>
                    <a:pt x="269" y="113"/>
                  </a:cubicBezTo>
                  <a:cubicBezTo>
                    <a:pt x="264" y="111"/>
                    <a:pt x="253" y="109"/>
                    <a:pt x="247" y="110"/>
                  </a:cubicBezTo>
                  <a:cubicBezTo>
                    <a:pt x="240" y="112"/>
                    <a:pt x="231" y="123"/>
                    <a:pt x="222" y="126"/>
                  </a:cubicBezTo>
                  <a:cubicBezTo>
                    <a:pt x="198" y="137"/>
                    <a:pt x="170" y="167"/>
                    <a:pt x="135" y="175"/>
                  </a:cubicBezTo>
                  <a:cubicBezTo>
                    <a:pt x="99" y="182"/>
                    <a:pt x="87" y="191"/>
                    <a:pt x="84" y="191"/>
                  </a:cubicBezTo>
                  <a:cubicBezTo>
                    <a:pt x="109" y="184"/>
                    <a:pt x="139" y="178"/>
                    <a:pt x="156" y="172"/>
                  </a:cubicBezTo>
                  <a:cubicBezTo>
                    <a:pt x="174" y="166"/>
                    <a:pt x="216" y="129"/>
                    <a:pt x="237" y="127"/>
                  </a:cubicBezTo>
                  <a:cubicBezTo>
                    <a:pt x="241" y="126"/>
                    <a:pt x="245" y="128"/>
                    <a:pt x="243" y="131"/>
                  </a:cubicBezTo>
                  <a:cubicBezTo>
                    <a:pt x="236" y="143"/>
                    <a:pt x="233" y="160"/>
                    <a:pt x="231" y="178"/>
                  </a:cubicBezTo>
                  <a:cubicBezTo>
                    <a:pt x="229" y="190"/>
                    <a:pt x="228" y="201"/>
                    <a:pt x="225" y="210"/>
                  </a:cubicBezTo>
                  <a:cubicBezTo>
                    <a:pt x="222" y="217"/>
                    <a:pt x="219" y="217"/>
                    <a:pt x="217" y="218"/>
                  </a:cubicBezTo>
                  <a:cubicBezTo>
                    <a:pt x="194" y="225"/>
                    <a:pt x="172" y="234"/>
                    <a:pt x="153" y="241"/>
                  </a:cubicBezTo>
                  <a:cubicBezTo>
                    <a:pt x="143" y="245"/>
                    <a:pt x="143" y="245"/>
                    <a:pt x="143" y="245"/>
                  </a:cubicBezTo>
                  <a:cubicBezTo>
                    <a:pt x="112" y="254"/>
                    <a:pt x="77" y="270"/>
                    <a:pt x="53" y="289"/>
                  </a:cubicBezTo>
                  <a:cubicBezTo>
                    <a:pt x="33" y="305"/>
                    <a:pt x="16" y="316"/>
                    <a:pt x="6" y="321"/>
                  </a:cubicBezTo>
                  <a:cubicBezTo>
                    <a:pt x="30" y="311"/>
                    <a:pt x="47" y="298"/>
                    <a:pt x="61" y="289"/>
                  </a:cubicBezTo>
                  <a:cubicBezTo>
                    <a:pt x="75" y="279"/>
                    <a:pt x="120" y="256"/>
                    <a:pt x="145" y="251"/>
                  </a:cubicBezTo>
                  <a:cubicBezTo>
                    <a:pt x="155" y="247"/>
                    <a:pt x="155" y="247"/>
                    <a:pt x="155" y="247"/>
                  </a:cubicBezTo>
                  <a:cubicBezTo>
                    <a:pt x="171" y="240"/>
                    <a:pt x="216" y="225"/>
                    <a:pt x="234" y="220"/>
                  </a:cubicBezTo>
                  <a:cubicBezTo>
                    <a:pt x="237" y="218"/>
                    <a:pt x="238" y="221"/>
                    <a:pt x="237" y="222"/>
                  </a:cubicBezTo>
                  <a:cubicBezTo>
                    <a:pt x="228" y="235"/>
                    <a:pt x="224" y="250"/>
                    <a:pt x="223" y="262"/>
                  </a:cubicBezTo>
                  <a:cubicBezTo>
                    <a:pt x="222" y="266"/>
                    <a:pt x="222" y="272"/>
                    <a:pt x="222" y="277"/>
                  </a:cubicBezTo>
                  <a:cubicBezTo>
                    <a:pt x="222" y="290"/>
                    <a:pt x="221" y="303"/>
                    <a:pt x="216" y="312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168" y="325"/>
                    <a:pt x="125" y="333"/>
                    <a:pt x="102" y="355"/>
                  </a:cubicBezTo>
                  <a:cubicBezTo>
                    <a:pt x="91" y="366"/>
                    <a:pt x="84" y="381"/>
                    <a:pt x="78" y="395"/>
                  </a:cubicBezTo>
                  <a:cubicBezTo>
                    <a:pt x="73" y="405"/>
                    <a:pt x="73" y="405"/>
                    <a:pt x="73" y="405"/>
                  </a:cubicBezTo>
                  <a:cubicBezTo>
                    <a:pt x="67" y="418"/>
                    <a:pt x="65" y="432"/>
                    <a:pt x="62" y="444"/>
                  </a:cubicBezTo>
                  <a:cubicBezTo>
                    <a:pt x="61" y="450"/>
                    <a:pt x="60" y="457"/>
                    <a:pt x="59" y="463"/>
                  </a:cubicBezTo>
                  <a:cubicBezTo>
                    <a:pt x="58" y="465"/>
                    <a:pt x="59" y="466"/>
                    <a:pt x="61" y="467"/>
                  </a:cubicBezTo>
                  <a:cubicBezTo>
                    <a:pt x="62" y="467"/>
                    <a:pt x="64" y="466"/>
                    <a:pt x="64" y="464"/>
                  </a:cubicBezTo>
                  <a:cubicBezTo>
                    <a:pt x="66" y="458"/>
                    <a:pt x="67" y="452"/>
                    <a:pt x="68" y="445"/>
                  </a:cubicBezTo>
                  <a:cubicBezTo>
                    <a:pt x="69" y="440"/>
                    <a:pt x="70" y="434"/>
                    <a:pt x="72" y="428"/>
                  </a:cubicBezTo>
                  <a:cubicBezTo>
                    <a:pt x="72" y="427"/>
                    <a:pt x="76" y="420"/>
                    <a:pt x="78" y="418"/>
                  </a:cubicBezTo>
                  <a:cubicBezTo>
                    <a:pt x="86" y="413"/>
                    <a:pt x="106" y="409"/>
                    <a:pt x="117" y="407"/>
                  </a:cubicBezTo>
                  <a:cubicBezTo>
                    <a:pt x="118" y="407"/>
                    <a:pt x="118" y="410"/>
                    <a:pt x="117" y="412"/>
                  </a:cubicBezTo>
                  <a:cubicBezTo>
                    <a:pt x="113" y="429"/>
                    <a:pt x="110" y="460"/>
                    <a:pt x="105" y="492"/>
                  </a:cubicBezTo>
                  <a:cubicBezTo>
                    <a:pt x="98" y="524"/>
                    <a:pt x="92" y="552"/>
                    <a:pt x="87" y="579"/>
                  </a:cubicBezTo>
                  <a:cubicBezTo>
                    <a:pt x="87" y="581"/>
                    <a:pt x="88" y="582"/>
                    <a:pt x="89" y="583"/>
                  </a:cubicBezTo>
                  <a:cubicBezTo>
                    <a:pt x="91" y="583"/>
                    <a:pt x="100" y="583"/>
                    <a:pt x="100" y="582"/>
                  </a:cubicBezTo>
                  <a:cubicBezTo>
                    <a:pt x="103" y="565"/>
                    <a:pt x="111" y="529"/>
                    <a:pt x="112" y="528"/>
                  </a:cubicBezTo>
                  <a:cubicBezTo>
                    <a:pt x="129" y="503"/>
                    <a:pt x="141" y="489"/>
                    <a:pt x="156" y="483"/>
                  </a:cubicBezTo>
                  <a:cubicBezTo>
                    <a:pt x="153" y="492"/>
                    <a:pt x="150" y="504"/>
                    <a:pt x="148" y="519"/>
                  </a:cubicBezTo>
                  <a:cubicBezTo>
                    <a:pt x="147" y="519"/>
                    <a:pt x="147" y="520"/>
                    <a:pt x="147" y="520"/>
                  </a:cubicBezTo>
                  <a:cubicBezTo>
                    <a:pt x="147" y="521"/>
                    <a:pt x="147" y="521"/>
                    <a:pt x="147" y="521"/>
                  </a:cubicBezTo>
                  <a:cubicBezTo>
                    <a:pt x="146" y="527"/>
                    <a:pt x="145" y="533"/>
                    <a:pt x="145" y="538"/>
                  </a:cubicBezTo>
                  <a:cubicBezTo>
                    <a:pt x="143" y="548"/>
                    <a:pt x="142" y="556"/>
                    <a:pt x="141" y="562"/>
                  </a:cubicBezTo>
                  <a:cubicBezTo>
                    <a:pt x="140" y="564"/>
                    <a:pt x="141" y="565"/>
                    <a:pt x="143" y="566"/>
                  </a:cubicBezTo>
                  <a:cubicBezTo>
                    <a:pt x="145" y="566"/>
                    <a:pt x="146" y="565"/>
                    <a:pt x="146" y="563"/>
                  </a:cubicBezTo>
                  <a:cubicBezTo>
                    <a:pt x="148" y="557"/>
                    <a:pt x="149" y="549"/>
                    <a:pt x="150" y="539"/>
                  </a:cubicBezTo>
                  <a:cubicBezTo>
                    <a:pt x="151" y="533"/>
                    <a:pt x="153" y="526"/>
                    <a:pt x="154" y="520"/>
                  </a:cubicBezTo>
                  <a:cubicBezTo>
                    <a:pt x="158" y="502"/>
                    <a:pt x="169" y="487"/>
                    <a:pt x="183" y="479"/>
                  </a:cubicBezTo>
                  <a:cubicBezTo>
                    <a:pt x="185" y="478"/>
                    <a:pt x="193" y="475"/>
                    <a:pt x="195" y="475"/>
                  </a:cubicBezTo>
                  <a:cubicBezTo>
                    <a:pt x="206" y="474"/>
                    <a:pt x="206" y="474"/>
                    <a:pt x="206" y="474"/>
                  </a:cubicBezTo>
                  <a:cubicBezTo>
                    <a:pt x="206" y="474"/>
                    <a:pt x="210" y="475"/>
                    <a:pt x="209" y="476"/>
                  </a:cubicBezTo>
                  <a:cubicBezTo>
                    <a:pt x="193" y="491"/>
                    <a:pt x="182" y="513"/>
                    <a:pt x="175" y="542"/>
                  </a:cubicBezTo>
                  <a:cubicBezTo>
                    <a:pt x="174" y="547"/>
                    <a:pt x="161" y="582"/>
                    <a:pt x="142" y="619"/>
                  </a:cubicBezTo>
                  <a:cubicBezTo>
                    <a:pt x="131" y="641"/>
                    <a:pt x="119" y="663"/>
                    <a:pt x="107" y="683"/>
                  </a:cubicBezTo>
                  <a:cubicBezTo>
                    <a:pt x="102" y="692"/>
                    <a:pt x="60" y="758"/>
                    <a:pt x="51" y="783"/>
                  </a:cubicBezTo>
                  <a:cubicBezTo>
                    <a:pt x="16" y="856"/>
                    <a:pt x="0" y="920"/>
                    <a:pt x="13" y="1049"/>
                  </a:cubicBezTo>
                  <a:cubicBezTo>
                    <a:pt x="27" y="1180"/>
                    <a:pt x="51" y="1281"/>
                    <a:pt x="52" y="1282"/>
                  </a:cubicBezTo>
                  <a:cubicBezTo>
                    <a:pt x="53" y="1287"/>
                    <a:pt x="58" y="1291"/>
                    <a:pt x="64" y="1289"/>
                  </a:cubicBezTo>
                  <a:cubicBezTo>
                    <a:pt x="69" y="1288"/>
                    <a:pt x="72" y="1283"/>
                    <a:pt x="71" y="1277"/>
                  </a:cubicBezTo>
                  <a:cubicBezTo>
                    <a:pt x="71" y="1276"/>
                    <a:pt x="47" y="1176"/>
                    <a:pt x="33" y="1047"/>
                  </a:cubicBezTo>
                  <a:cubicBezTo>
                    <a:pt x="20" y="922"/>
                    <a:pt x="39" y="852"/>
                    <a:pt x="72" y="780"/>
                  </a:cubicBezTo>
                  <a:cubicBezTo>
                    <a:pt x="76" y="773"/>
                    <a:pt x="118" y="688"/>
                    <a:pt x="128" y="671"/>
                  </a:cubicBezTo>
                  <a:cubicBezTo>
                    <a:pt x="150" y="630"/>
                    <a:pt x="174" y="587"/>
                    <a:pt x="175" y="582"/>
                  </a:cubicBezTo>
                  <a:cubicBezTo>
                    <a:pt x="184" y="565"/>
                    <a:pt x="199" y="554"/>
                    <a:pt x="207" y="549"/>
                  </a:cubicBezTo>
                  <a:cubicBezTo>
                    <a:pt x="211" y="547"/>
                    <a:pt x="220" y="551"/>
                    <a:pt x="227" y="546"/>
                  </a:cubicBezTo>
                  <a:cubicBezTo>
                    <a:pt x="235" y="541"/>
                    <a:pt x="242" y="535"/>
                    <a:pt x="244" y="534"/>
                  </a:cubicBezTo>
                  <a:cubicBezTo>
                    <a:pt x="263" y="525"/>
                    <a:pt x="282" y="510"/>
                    <a:pt x="287" y="477"/>
                  </a:cubicBezTo>
                  <a:cubicBezTo>
                    <a:pt x="290" y="403"/>
                    <a:pt x="290" y="403"/>
                    <a:pt x="290" y="403"/>
                  </a:cubicBezTo>
                  <a:cubicBezTo>
                    <a:pt x="291" y="402"/>
                    <a:pt x="291" y="400"/>
                    <a:pt x="291" y="399"/>
                  </a:cubicBezTo>
                  <a:cubicBezTo>
                    <a:pt x="291" y="399"/>
                    <a:pt x="291" y="398"/>
                    <a:pt x="291" y="398"/>
                  </a:cubicBezTo>
                  <a:cubicBezTo>
                    <a:pt x="294" y="334"/>
                    <a:pt x="294" y="334"/>
                    <a:pt x="294" y="334"/>
                  </a:cubicBezTo>
                  <a:cubicBezTo>
                    <a:pt x="294" y="333"/>
                    <a:pt x="294" y="333"/>
                    <a:pt x="294" y="333"/>
                  </a:cubicBezTo>
                  <a:cubicBezTo>
                    <a:pt x="295" y="332"/>
                    <a:pt x="294" y="331"/>
                    <a:pt x="294" y="331"/>
                  </a:cubicBezTo>
                  <a:cubicBezTo>
                    <a:pt x="304" y="112"/>
                    <a:pt x="304" y="112"/>
                    <a:pt x="304" y="112"/>
                  </a:cubicBezTo>
                  <a:cubicBezTo>
                    <a:pt x="304" y="110"/>
                    <a:pt x="305" y="109"/>
                    <a:pt x="303" y="108"/>
                  </a:cubicBezTo>
                  <a:cubicBezTo>
                    <a:pt x="301" y="108"/>
                    <a:pt x="300" y="110"/>
                    <a:pt x="300" y="111"/>
                  </a:cubicBezTo>
                  <a:cubicBezTo>
                    <a:pt x="297" y="157"/>
                    <a:pt x="297" y="157"/>
                    <a:pt x="297" y="157"/>
                  </a:cubicBezTo>
                  <a:cubicBezTo>
                    <a:pt x="295" y="171"/>
                    <a:pt x="293" y="185"/>
                    <a:pt x="284" y="194"/>
                  </a:cubicBezTo>
                  <a:cubicBezTo>
                    <a:pt x="273" y="205"/>
                    <a:pt x="262" y="201"/>
                    <a:pt x="251" y="201"/>
                  </a:cubicBezTo>
                  <a:cubicBezTo>
                    <a:pt x="246" y="202"/>
                    <a:pt x="240" y="206"/>
                    <a:pt x="236" y="208"/>
                  </a:cubicBezTo>
                  <a:cubicBezTo>
                    <a:pt x="232" y="210"/>
                    <a:pt x="232" y="206"/>
                    <a:pt x="233" y="204"/>
                  </a:cubicBezTo>
                  <a:cubicBezTo>
                    <a:pt x="234" y="196"/>
                    <a:pt x="236" y="187"/>
                    <a:pt x="237" y="178"/>
                  </a:cubicBezTo>
                  <a:cubicBezTo>
                    <a:pt x="240" y="153"/>
                    <a:pt x="244" y="128"/>
                    <a:pt x="263" y="122"/>
                  </a:cubicBezTo>
                  <a:cubicBezTo>
                    <a:pt x="264" y="122"/>
                    <a:pt x="264" y="122"/>
                    <a:pt x="264" y="121"/>
                  </a:cubicBezTo>
                  <a:cubicBezTo>
                    <a:pt x="265" y="121"/>
                    <a:pt x="266" y="121"/>
                    <a:pt x="267" y="121"/>
                  </a:cubicBezTo>
                  <a:cubicBezTo>
                    <a:pt x="273" y="120"/>
                    <a:pt x="273" y="120"/>
                    <a:pt x="273" y="120"/>
                  </a:cubicBezTo>
                  <a:cubicBezTo>
                    <a:pt x="280" y="119"/>
                    <a:pt x="285" y="118"/>
                    <a:pt x="289" y="114"/>
                  </a:cubicBezTo>
                  <a:cubicBezTo>
                    <a:pt x="297" y="105"/>
                    <a:pt x="298" y="87"/>
                    <a:pt x="298" y="67"/>
                  </a:cubicBezTo>
                  <a:cubicBezTo>
                    <a:pt x="298" y="66"/>
                    <a:pt x="299" y="10"/>
                    <a:pt x="298" y="0"/>
                  </a:cubicBezTo>
                  <a:moveTo>
                    <a:pt x="223" y="312"/>
                  </a:moveTo>
                  <a:cubicBezTo>
                    <a:pt x="223" y="312"/>
                    <a:pt x="223" y="312"/>
                    <a:pt x="222" y="312"/>
                  </a:cubicBezTo>
                  <a:cubicBezTo>
                    <a:pt x="223" y="312"/>
                    <a:pt x="223" y="312"/>
                    <a:pt x="223" y="312"/>
                  </a:cubicBezTo>
                  <a:close/>
                  <a:moveTo>
                    <a:pt x="196" y="324"/>
                  </a:moveTo>
                  <a:cubicBezTo>
                    <a:pt x="207" y="321"/>
                    <a:pt x="207" y="321"/>
                    <a:pt x="207" y="321"/>
                  </a:cubicBezTo>
                  <a:cubicBezTo>
                    <a:pt x="204" y="322"/>
                    <a:pt x="203" y="323"/>
                    <a:pt x="200" y="326"/>
                  </a:cubicBezTo>
                  <a:cubicBezTo>
                    <a:pt x="183" y="340"/>
                    <a:pt x="173" y="364"/>
                    <a:pt x="169" y="397"/>
                  </a:cubicBezTo>
                  <a:cubicBezTo>
                    <a:pt x="168" y="397"/>
                    <a:pt x="167" y="397"/>
                    <a:pt x="165" y="398"/>
                  </a:cubicBezTo>
                  <a:cubicBezTo>
                    <a:pt x="158" y="399"/>
                    <a:pt x="145" y="400"/>
                    <a:pt x="145" y="400"/>
                  </a:cubicBezTo>
                  <a:cubicBezTo>
                    <a:pt x="140" y="400"/>
                    <a:pt x="134" y="400"/>
                    <a:pt x="128" y="401"/>
                  </a:cubicBezTo>
                  <a:cubicBezTo>
                    <a:pt x="142" y="353"/>
                    <a:pt x="164" y="338"/>
                    <a:pt x="190" y="326"/>
                  </a:cubicBezTo>
                  <a:cubicBezTo>
                    <a:pt x="191" y="326"/>
                    <a:pt x="194" y="324"/>
                    <a:pt x="196" y="324"/>
                  </a:cubicBezTo>
                  <a:close/>
                  <a:moveTo>
                    <a:pt x="174" y="402"/>
                  </a:moveTo>
                  <a:cubicBezTo>
                    <a:pt x="179" y="401"/>
                    <a:pt x="185" y="399"/>
                    <a:pt x="190" y="397"/>
                  </a:cubicBezTo>
                  <a:cubicBezTo>
                    <a:pt x="182" y="405"/>
                    <a:pt x="176" y="415"/>
                    <a:pt x="172" y="426"/>
                  </a:cubicBezTo>
                  <a:cubicBezTo>
                    <a:pt x="173" y="417"/>
                    <a:pt x="173" y="409"/>
                    <a:pt x="174" y="402"/>
                  </a:cubicBezTo>
                  <a:close/>
                  <a:moveTo>
                    <a:pt x="144" y="406"/>
                  </a:moveTo>
                  <a:cubicBezTo>
                    <a:pt x="133" y="415"/>
                    <a:pt x="125" y="427"/>
                    <a:pt x="119" y="440"/>
                  </a:cubicBezTo>
                  <a:cubicBezTo>
                    <a:pt x="121" y="427"/>
                    <a:pt x="123" y="416"/>
                    <a:pt x="126" y="406"/>
                  </a:cubicBezTo>
                  <a:cubicBezTo>
                    <a:pt x="133" y="406"/>
                    <a:pt x="139" y="406"/>
                    <a:pt x="144" y="406"/>
                  </a:cubicBezTo>
                  <a:close/>
                  <a:moveTo>
                    <a:pt x="77" y="410"/>
                  </a:moveTo>
                  <a:cubicBezTo>
                    <a:pt x="78" y="409"/>
                    <a:pt x="78" y="408"/>
                    <a:pt x="79" y="408"/>
                  </a:cubicBezTo>
                  <a:cubicBezTo>
                    <a:pt x="83" y="397"/>
                    <a:pt x="83" y="397"/>
                    <a:pt x="83" y="397"/>
                  </a:cubicBezTo>
                  <a:cubicBezTo>
                    <a:pt x="89" y="383"/>
                    <a:pt x="97" y="370"/>
                    <a:pt x="108" y="360"/>
                  </a:cubicBezTo>
                  <a:cubicBezTo>
                    <a:pt x="122" y="346"/>
                    <a:pt x="152" y="337"/>
                    <a:pt x="169" y="331"/>
                  </a:cubicBezTo>
                  <a:cubicBezTo>
                    <a:pt x="150" y="343"/>
                    <a:pt x="130" y="362"/>
                    <a:pt x="119" y="401"/>
                  </a:cubicBezTo>
                  <a:cubicBezTo>
                    <a:pt x="109" y="402"/>
                    <a:pt x="85" y="406"/>
                    <a:pt x="77" y="410"/>
                  </a:cubicBezTo>
                  <a:close/>
                  <a:moveTo>
                    <a:pt x="173" y="479"/>
                  </a:moveTo>
                  <a:cubicBezTo>
                    <a:pt x="168" y="484"/>
                    <a:pt x="163" y="487"/>
                    <a:pt x="159" y="494"/>
                  </a:cubicBezTo>
                  <a:cubicBezTo>
                    <a:pt x="160" y="488"/>
                    <a:pt x="161" y="485"/>
                    <a:pt x="162" y="481"/>
                  </a:cubicBezTo>
                  <a:cubicBezTo>
                    <a:pt x="162" y="481"/>
                    <a:pt x="162" y="481"/>
                    <a:pt x="162" y="480"/>
                  </a:cubicBezTo>
                  <a:cubicBezTo>
                    <a:pt x="165" y="479"/>
                    <a:pt x="168" y="479"/>
                    <a:pt x="171" y="478"/>
                  </a:cubicBezTo>
                  <a:cubicBezTo>
                    <a:pt x="173" y="478"/>
                    <a:pt x="174" y="478"/>
                    <a:pt x="173" y="479"/>
                  </a:cubicBezTo>
                  <a:close/>
                  <a:moveTo>
                    <a:pt x="281" y="476"/>
                  </a:moveTo>
                  <a:cubicBezTo>
                    <a:pt x="277" y="502"/>
                    <a:pt x="265" y="514"/>
                    <a:pt x="247" y="524"/>
                  </a:cubicBezTo>
                  <a:cubicBezTo>
                    <a:pt x="246" y="525"/>
                    <a:pt x="235" y="519"/>
                    <a:pt x="221" y="525"/>
                  </a:cubicBezTo>
                  <a:cubicBezTo>
                    <a:pt x="206" y="531"/>
                    <a:pt x="207" y="540"/>
                    <a:pt x="203" y="542"/>
                  </a:cubicBezTo>
                  <a:cubicBezTo>
                    <a:pt x="197" y="545"/>
                    <a:pt x="188" y="551"/>
                    <a:pt x="183" y="558"/>
                  </a:cubicBezTo>
                  <a:cubicBezTo>
                    <a:pt x="181" y="560"/>
                    <a:pt x="182" y="555"/>
                    <a:pt x="183" y="550"/>
                  </a:cubicBezTo>
                  <a:cubicBezTo>
                    <a:pt x="187" y="522"/>
                    <a:pt x="200" y="493"/>
                    <a:pt x="219" y="478"/>
                  </a:cubicBezTo>
                  <a:cubicBezTo>
                    <a:pt x="221" y="477"/>
                    <a:pt x="229" y="478"/>
                    <a:pt x="238" y="475"/>
                  </a:cubicBezTo>
                  <a:cubicBezTo>
                    <a:pt x="248" y="471"/>
                    <a:pt x="259" y="463"/>
                    <a:pt x="263" y="459"/>
                  </a:cubicBezTo>
                  <a:cubicBezTo>
                    <a:pt x="270" y="454"/>
                    <a:pt x="276" y="447"/>
                    <a:pt x="281" y="437"/>
                  </a:cubicBezTo>
                  <a:cubicBezTo>
                    <a:pt x="282" y="436"/>
                    <a:pt x="283" y="438"/>
                    <a:pt x="283" y="438"/>
                  </a:cubicBezTo>
                  <a:lnTo>
                    <a:pt x="281" y="476"/>
                  </a:lnTo>
                  <a:close/>
                  <a:moveTo>
                    <a:pt x="285" y="402"/>
                  </a:moveTo>
                  <a:cubicBezTo>
                    <a:pt x="281" y="429"/>
                    <a:pt x="272" y="444"/>
                    <a:pt x="259" y="452"/>
                  </a:cubicBezTo>
                  <a:cubicBezTo>
                    <a:pt x="249" y="455"/>
                    <a:pt x="248" y="447"/>
                    <a:pt x="233" y="449"/>
                  </a:cubicBezTo>
                  <a:cubicBezTo>
                    <a:pt x="217" y="452"/>
                    <a:pt x="211" y="462"/>
                    <a:pt x="196" y="467"/>
                  </a:cubicBezTo>
                  <a:cubicBezTo>
                    <a:pt x="192" y="467"/>
                    <a:pt x="192" y="467"/>
                    <a:pt x="192" y="467"/>
                  </a:cubicBezTo>
                  <a:cubicBezTo>
                    <a:pt x="162" y="470"/>
                    <a:pt x="138" y="475"/>
                    <a:pt x="108" y="515"/>
                  </a:cubicBezTo>
                  <a:cubicBezTo>
                    <a:pt x="107" y="516"/>
                    <a:pt x="114" y="489"/>
                    <a:pt x="114" y="488"/>
                  </a:cubicBezTo>
                  <a:cubicBezTo>
                    <a:pt x="115" y="483"/>
                    <a:pt x="116" y="462"/>
                    <a:pt x="118" y="457"/>
                  </a:cubicBezTo>
                  <a:cubicBezTo>
                    <a:pt x="128" y="431"/>
                    <a:pt x="147" y="406"/>
                    <a:pt x="156" y="405"/>
                  </a:cubicBezTo>
                  <a:cubicBezTo>
                    <a:pt x="158" y="404"/>
                    <a:pt x="166" y="404"/>
                    <a:pt x="168" y="403"/>
                  </a:cubicBezTo>
                  <a:cubicBezTo>
                    <a:pt x="167" y="417"/>
                    <a:pt x="166" y="433"/>
                    <a:pt x="167" y="450"/>
                  </a:cubicBezTo>
                  <a:cubicBezTo>
                    <a:pt x="167" y="451"/>
                    <a:pt x="168" y="458"/>
                    <a:pt x="168" y="460"/>
                  </a:cubicBezTo>
                  <a:cubicBezTo>
                    <a:pt x="168" y="461"/>
                    <a:pt x="169" y="463"/>
                    <a:pt x="171" y="462"/>
                  </a:cubicBezTo>
                  <a:cubicBezTo>
                    <a:pt x="172" y="462"/>
                    <a:pt x="174" y="461"/>
                    <a:pt x="173" y="459"/>
                  </a:cubicBezTo>
                  <a:cubicBezTo>
                    <a:pt x="173" y="456"/>
                    <a:pt x="173" y="453"/>
                    <a:pt x="173" y="450"/>
                  </a:cubicBezTo>
                  <a:cubicBezTo>
                    <a:pt x="175" y="427"/>
                    <a:pt x="191" y="402"/>
                    <a:pt x="201" y="395"/>
                  </a:cubicBezTo>
                  <a:cubicBezTo>
                    <a:pt x="210" y="389"/>
                    <a:pt x="222" y="395"/>
                    <a:pt x="233" y="390"/>
                  </a:cubicBezTo>
                  <a:cubicBezTo>
                    <a:pt x="243" y="385"/>
                    <a:pt x="249" y="377"/>
                    <a:pt x="258" y="372"/>
                  </a:cubicBezTo>
                  <a:cubicBezTo>
                    <a:pt x="270" y="366"/>
                    <a:pt x="281" y="358"/>
                    <a:pt x="288" y="348"/>
                  </a:cubicBezTo>
                  <a:lnTo>
                    <a:pt x="285" y="402"/>
                  </a:lnTo>
                  <a:close/>
                  <a:moveTo>
                    <a:pt x="288" y="333"/>
                  </a:moveTo>
                  <a:cubicBezTo>
                    <a:pt x="284" y="347"/>
                    <a:pt x="272" y="358"/>
                    <a:pt x="258" y="366"/>
                  </a:cubicBezTo>
                  <a:cubicBezTo>
                    <a:pt x="249" y="371"/>
                    <a:pt x="243" y="366"/>
                    <a:pt x="227" y="371"/>
                  </a:cubicBezTo>
                  <a:cubicBezTo>
                    <a:pt x="210" y="376"/>
                    <a:pt x="196" y="389"/>
                    <a:pt x="196" y="389"/>
                  </a:cubicBezTo>
                  <a:cubicBezTo>
                    <a:pt x="189" y="392"/>
                    <a:pt x="182" y="394"/>
                    <a:pt x="174" y="396"/>
                  </a:cubicBezTo>
                  <a:cubicBezTo>
                    <a:pt x="178" y="365"/>
                    <a:pt x="188" y="343"/>
                    <a:pt x="204" y="330"/>
                  </a:cubicBezTo>
                  <a:cubicBezTo>
                    <a:pt x="212" y="323"/>
                    <a:pt x="223" y="320"/>
                    <a:pt x="235" y="316"/>
                  </a:cubicBezTo>
                  <a:cubicBezTo>
                    <a:pt x="245" y="313"/>
                    <a:pt x="256" y="310"/>
                    <a:pt x="265" y="304"/>
                  </a:cubicBezTo>
                  <a:cubicBezTo>
                    <a:pt x="277" y="295"/>
                    <a:pt x="286" y="284"/>
                    <a:pt x="292" y="270"/>
                  </a:cubicBezTo>
                  <a:lnTo>
                    <a:pt x="288" y="333"/>
                  </a:lnTo>
                  <a:close/>
                  <a:moveTo>
                    <a:pt x="293" y="237"/>
                  </a:moveTo>
                  <a:cubicBezTo>
                    <a:pt x="293" y="237"/>
                    <a:pt x="293" y="238"/>
                    <a:pt x="293" y="238"/>
                  </a:cubicBezTo>
                  <a:cubicBezTo>
                    <a:pt x="292" y="257"/>
                    <a:pt x="286" y="272"/>
                    <a:pt x="276" y="284"/>
                  </a:cubicBezTo>
                  <a:cubicBezTo>
                    <a:pt x="274" y="287"/>
                    <a:pt x="272" y="289"/>
                    <a:pt x="269" y="291"/>
                  </a:cubicBezTo>
                  <a:cubicBezTo>
                    <a:pt x="267" y="293"/>
                    <a:pt x="253" y="292"/>
                    <a:pt x="242" y="296"/>
                  </a:cubicBezTo>
                  <a:cubicBezTo>
                    <a:pt x="231" y="300"/>
                    <a:pt x="226" y="310"/>
                    <a:pt x="223" y="312"/>
                  </a:cubicBezTo>
                  <a:cubicBezTo>
                    <a:pt x="227" y="302"/>
                    <a:pt x="227" y="289"/>
                    <a:pt x="228" y="278"/>
                  </a:cubicBezTo>
                  <a:cubicBezTo>
                    <a:pt x="228" y="272"/>
                    <a:pt x="228" y="267"/>
                    <a:pt x="228" y="262"/>
                  </a:cubicBezTo>
                  <a:cubicBezTo>
                    <a:pt x="230" y="250"/>
                    <a:pt x="234" y="233"/>
                    <a:pt x="246" y="220"/>
                  </a:cubicBezTo>
                  <a:cubicBezTo>
                    <a:pt x="248" y="218"/>
                    <a:pt x="254" y="215"/>
                    <a:pt x="255" y="215"/>
                  </a:cubicBezTo>
                  <a:cubicBezTo>
                    <a:pt x="267" y="212"/>
                    <a:pt x="278" y="208"/>
                    <a:pt x="288" y="198"/>
                  </a:cubicBezTo>
                  <a:cubicBezTo>
                    <a:pt x="292" y="195"/>
                    <a:pt x="294" y="191"/>
                    <a:pt x="296" y="186"/>
                  </a:cubicBezTo>
                  <a:lnTo>
                    <a:pt x="293" y="237"/>
                  </a:ln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10" name="Freeform 233">
              <a:extLst>
                <a:ext uri="{FF2B5EF4-FFF2-40B4-BE49-F238E27FC236}">
                  <a16:creationId xmlns:a16="http://schemas.microsoft.com/office/drawing/2014/main" id="{25B396AF-A3A0-4CAF-984E-BA8D4FCDA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029"/>
              <a:ext cx="31" cy="29"/>
            </a:xfrm>
            <a:custGeom>
              <a:avLst/>
              <a:gdLst>
                <a:gd name="T0" fmla="*/ 8 w 15"/>
                <a:gd name="T1" fmla="*/ 56 h 13"/>
                <a:gd name="T2" fmla="*/ 124 w 15"/>
                <a:gd name="T3" fmla="*/ 89 h 13"/>
                <a:gd name="T4" fmla="*/ 8 w 15"/>
                <a:gd name="T5" fmla="*/ 5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5"/>
                  </a:moveTo>
                  <a:cubicBezTo>
                    <a:pt x="0" y="10"/>
                    <a:pt x="12" y="13"/>
                    <a:pt x="14" y="8"/>
                  </a:cubicBezTo>
                  <a:cubicBezTo>
                    <a:pt x="15" y="3"/>
                    <a:pt x="3" y="0"/>
                    <a:pt x="1" y="5"/>
                  </a:cubicBez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11" name="Freeform 234">
              <a:extLst>
                <a:ext uri="{FF2B5EF4-FFF2-40B4-BE49-F238E27FC236}">
                  <a16:creationId xmlns:a16="http://schemas.microsoft.com/office/drawing/2014/main" id="{AC1431F1-7144-44E5-BF54-8E7CAF7D4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997"/>
              <a:ext cx="17" cy="16"/>
            </a:xfrm>
            <a:custGeom>
              <a:avLst/>
              <a:gdLst>
                <a:gd name="T0" fmla="*/ 0 w 8"/>
                <a:gd name="T1" fmla="*/ 37 h 7"/>
                <a:gd name="T2" fmla="*/ 68 w 8"/>
                <a:gd name="T3" fmla="*/ 48 h 7"/>
                <a:gd name="T4" fmla="*/ 0 w 8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0" y="5"/>
                    <a:pt x="6" y="7"/>
                    <a:pt x="7" y="4"/>
                  </a:cubicBezTo>
                  <a:cubicBezTo>
                    <a:pt x="8" y="1"/>
                    <a:pt x="1" y="0"/>
                    <a:pt x="0" y="3"/>
                  </a:cubicBez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12" name="Freeform 235">
              <a:extLst>
                <a:ext uri="{FF2B5EF4-FFF2-40B4-BE49-F238E27FC236}">
                  <a16:creationId xmlns:a16="http://schemas.microsoft.com/office/drawing/2014/main" id="{29A0793D-D7B6-4539-99EA-C8FB72516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772"/>
              <a:ext cx="17" cy="16"/>
            </a:xfrm>
            <a:custGeom>
              <a:avLst/>
              <a:gdLst>
                <a:gd name="T0" fmla="*/ 9 w 8"/>
                <a:gd name="T1" fmla="*/ 37 h 7"/>
                <a:gd name="T2" fmla="*/ 68 w 8"/>
                <a:gd name="T3" fmla="*/ 48 h 7"/>
                <a:gd name="T4" fmla="*/ 9 w 8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1" y="3"/>
                  </a:moveTo>
                  <a:cubicBezTo>
                    <a:pt x="0" y="5"/>
                    <a:pt x="7" y="7"/>
                    <a:pt x="7" y="4"/>
                  </a:cubicBezTo>
                  <a:cubicBezTo>
                    <a:pt x="8" y="1"/>
                    <a:pt x="2" y="0"/>
                    <a:pt x="1" y="3"/>
                  </a:cubicBez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13" name="Freeform 236">
              <a:extLst>
                <a:ext uri="{FF2B5EF4-FFF2-40B4-BE49-F238E27FC236}">
                  <a16:creationId xmlns:a16="http://schemas.microsoft.com/office/drawing/2014/main" id="{6C367F72-C0E3-4CB9-9E40-923E2854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766"/>
              <a:ext cx="15" cy="13"/>
            </a:xfrm>
            <a:custGeom>
              <a:avLst/>
              <a:gdLst>
                <a:gd name="T0" fmla="*/ 0 w 7"/>
                <a:gd name="T1" fmla="*/ 33 h 6"/>
                <a:gd name="T2" fmla="*/ 69 w 7"/>
                <a:gd name="T3" fmla="*/ 33 h 6"/>
                <a:gd name="T4" fmla="*/ 0 w 7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6"/>
                    <a:pt x="7" y="5"/>
                    <a:pt x="7" y="3"/>
                  </a:cubicBezTo>
                  <a:cubicBezTo>
                    <a:pt x="7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14" name="Freeform 237">
              <a:extLst>
                <a:ext uri="{FF2B5EF4-FFF2-40B4-BE49-F238E27FC236}">
                  <a16:creationId xmlns:a16="http://schemas.microsoft.com/office/drawing/2014/main" id="{C0C58BC1-A7B8-4261-BC17-5474CF9AD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097"/>
              <a:ext cx="287" cy="1599"/>
            </a:xfrm>
            <a:custGeom>
              <a:avLst/>
              <a:gdLst>
                <a:gd name="T0" fmla="*/ 153 w 135"/>
                <a:gd name="T1" fmla="*/ 5834 h 705"/>
                <a:gd name="T2" fmla="*/ 164 w 135"/>
                <a:gd name="T3" fmla="*/ 6929 h 705"/>
                <a:gd name="T4" fmla="*/ 249 w 135"/>
                <a:gd name="T5" fmla="*/ 7104 h 705"/>
                <a:gd name="T6" fmla="*/ 453 w 135"/>
                <a:gd name="T7" fmla="*/ 8179 h 705"/>
                <a:gd name="T8" fmla="*/ 478 w 135"/>
                <a:gd name="T9" fmla="*/ 8226 h 705"/>
                <a:gd name="T10" fmla="*/ 510 w 135"/>
                <a:gd name="T11" fmla="*/ 8190 h 705"/>
                <a:gd name="T12" fmla="*/ 478 w 135"/>
                <a:gd name="T13" fmla="*/ 7537 h 705"/>
                <a:gd name="T14" fmla="*/ 410 w 135"/>
                <a:gd name="T15" fmla="*/ 7306 h 705"/>
                <a:gd name="T16" fmla="*/ 538 w 135"/>
                <a:gd name="T17" fmla="*/ 6863 h 705"/>
                <a:gd name="T18" fmla="*/ 742 w 135"/>
                <a:gd name="T19" fmla="*/ 6800 h 705"/>
                <a:gd name="T20" fmla="*/ 872 w 135"/>
                <a:gd name="T21" fmla="*/ 6661 h 705"/>
                <a:gd name="T22" fmla="*/ 1161 w 135"/>
                <a:gd name="T23" fmla="*/ 6210 h 705"/>
                <a:gd name="T24" fmla="*/ 1180 w 135"/>
                <a:gd name="T25" fmla="*/ 5879 h 705"/>
                <a:gd name="T26" fmla="*/ 1201 w 135"/>
                <a:gd name="T27" fmla="*/ 5135 h 705"/>
                <a:gd name="T28" fmla="*/ 1297 w 135"/>
                <a:gd name="T29" fmla="*/ 129 h 705"/>
                <a:gd name="T30" fmla="*/ 1280 w 135"/>
                <a:gd name="T31" fmla="*/ 93 h 705"/>
                <a:gd name="T32" fmla="*/ 1256 w 135"/>
                <a:gd name="T33" fmla="*/ 25 h 705"/>
                <a:gd name="T34" fmla="*/ 1144 w 135"/>
                <a:gd name="T35" fmla="*/ 5135 h 705"/>
                <a:gd name="T36" fmla="*/ 1125 w 135"/>
                <a:gd name="T37" fmla="*/ 5879 h 705"/>
                <a:gd name="T38" fmla="*/ 1116 w 135"/>
                <a:gd name="T39" fmla="*/ 6210 h 705"/>
                <a:gd name="T40" fmla="*/ 872 w 135"/>
                <a:gd name="T41" fmla="*/ 6580 h 705"/>
                <a:gd name="T42" fmla="*/ 655 w 135"/>
                <a:gd name="T43" fmla="*/ 6652 h 705"/>
                <a:gd name="T44" fmla="*/ 519 w 135"/>
                <a:gd name="T45" fmla="*/ 6791 h 705"/>
                <a:gd name="T46" fmla="*/ 349 w 135"/>
                <a:gd name="T47" fmla="*/ 7176 h 705"/>
                <a:gd name="T48" fmla="*/ 213 w 135"/>
                <a:gd name="T49" fmla="*/ 6836 h 705"/>
                <a:gd name="T50" fmla="*/ 425 w 135"/>
                <a:gd name="T51" fmla="*/ 6230 h 705"/>
                <a:gd name="T52" fmla="*/ 434 w 135"/>
                <a:gd name="T53" fmla="*/ 6183 h 705"/>
                <a:gd name="T54" fmla="*/ 393 w 135"/>
                <a:gd name="T55" fmla="*/ 6174 h 705"/>
                <a:gd name="T56" fmla="*/ 145 w 135"/>
                <a:gd name="T57" fmla="*/ 6718 h 705"/>
                <a:gd name="T58" fmla="*/ 204 w 135"/>
                <a:gd name="T59" fmla="*/ 5870 h 70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35" h="705">
                  <a:moveTo>
                    <a:pt x="16" y="500"/>
                  </a:moveTo>
                  <a:cubicBezTo>
                    <a:pt x="0" y="524"/>
                    <a:pt x="0" y="563"/>
                    <a:pt x="17" y="594"/>
                  </a:cubicBezTo>
                  <a:cubicBezTo>
                    <a:pt x="26" y="609"/>
                    <a:pt x="26" y="609"/>
                    <a:pt x="26" y="609"/>
                  </a:cubicBezTo>
                  <a:cubicBezTo>
                    <a:pt x="39" y="632"/>
                    <a:pt x="53" y="655"/>
                    <a:pt x="47" y="701"/>
                  </a:cubicBezTo>
                  <a:cubicBezTo>
                    <a:pt x="47" y="703"/>
                    <a:pt x="48" y="704"/>
                    <a:pt x="50" y="705"/>
                  </a:cubicBezTo>
                  <a:cubicBezTo>
                    <a:pt x="51" y="705"/>
                    <a:pt x="53" y="704"/>
                    <a:pt x="53" y="702"/>
                  </a:cubicBezTo>
                  <a:cubicBezTo>
                    <a:pt x="56" y="678"/>
                    <a:pt x="54" y="661"/>
                    <a:pt x="50" y="646"/>
                  </a:cubicBezTo>
                  <a:cubicBezTo>
                    <a:pt x="48" y="641"/>
                    <a:pt x="44" y="628"/>
                    <a:pt x="43" y="626"/>
                  </a:cubicBezTo>
                  <a:cubicBezTo>
                    <a:pt x="38" y="605"/>
                    <a:pt x="45" y="595"/>
                    <a:pt x="56" y="588"/>
                  </a:cubicBezTo>
                  <a:cubicBezTo>
                    <a:pt x="60" y="585"/>
                    <a:pt x="70" y="586"/>
                    <a:pt x="77" y="583"/>
                  </a:cubicBezTo>
                  <a:cubicBezTo>
                    <a:pt x="84" y="579"/>
                    <a:pt x="87" y="573"/>
                    <a:pt x="91" y="571"/>
                  </a:cubicBezTo>
                  <a:cubicBezTo>
                    <a:pt x="108" y="561"/>
                    <a:pt x="121" y="550"/>
                    <a:pt x="121" y="532"/>
                  </a:cubicBezTo>
                  <a:cubicBezTo>
                    <a:pt x="123" y="504"/>
                    <a:pt x="123" y="504"/>
                    <a:pt x="123" y="504"/>
                  </a:cubicBezTo>
                  <a:cubicBezTo>
                    <a:pt x="123" y="487"/>
                    <a:pt x="124" y="467"/>
                    <a:pt x="125" y="440"/>
                  </a:cubicBezTo>
                  <a:cubicBezTo>
                    <a:pt x="135" y="11"/>
                    <a:pt x="135" y="11"/>
                    <a:pt x="135" y="11"/>
                  </a:cubicBezTo>
                  <a:cubicBezTo>
                    <a:pt x="135" y="9"/>
                    <a:pt x="134" y="8"/>
                    <a:pt x="133" y="8"/>
                  </a:cubicBezTo>
                  <a:cubicBezTo>
                    <a:pt x="131" y="8"/>
                    <a:pt x="131" y="0"/>
                    <a:pt x="131" y="2"/>
                  </a:cubicBezTo>
                  <a:cubicBezTo>
                    <a:pt x="119" y="440"/>
                    <a:pt x="119" y="440"/>
                    <a:pt x="119" y="440"/>
                  </a:cubicBezTo>
                  <a:cubicBezTo>
                    <a:pt x="118" y="467"/>
                    <a:pt x="118" y="487"/>
                    <a:pt x="117" y="504"/>
                  </a:cubicBezTo>
                  <a:cubicBezTo>
                    <a:pt x="116" y="532"/>
                    <a:pt x="116" y="532"/>
                    <a:pt x="116" y="532"/>
                  </a:cubicBezTo>
                  <a:cubicBezTo>
                    <a:pt x="115" y="546"/>
                    <a:pt x="105" y="556"/>
                    <a:pt x="91" y="564"/>
                  </a:cubicBezTo>
                  <a:cubicBezTo>
                    <a:pt x="86" y="567"/>
                    <a:pt x="77" y="566"/>
                    <a:pt x="68" y="570"/>
                  </a:cubicBezTo>
                  <a:cubicBezTo>
                    <a:pt x="59" y="575"/>
                    <a:pt x="59" y="580"/>
                    <a:pt x="54" y="582"/>
                  </a:cubicBezTo>
                  <a:cubicBezTo>
                    <a:pt x="43" y="589"/>
                    <a:pt x="35" y="598"/>
                    <a:pt x="36" y="615"/>
                  </a:cubicBezTo>
                  <a:cubicBezTo>
                    <a:pt x="34" y="612"/>
                    <a:pt x="25" y="598"/>
                    <a:pt x="22" y="586"/>
                  </a:cubicBezTo>
                  <a:cubicBezTo>
                    <a:pt x="16" y="559"/>
                    <a:pt x="28" y="547"/>
                    <a:pt x="44" y="534"/>
                  </a:cubicBezTo>
                  <a:cubicBezTo>
                    <a:pt x="46" y="533"/>
                    <a:pt x="46" y="531"/>
                    <a:pt x="45" y="530"/>
                  </a:cubicBezTo>
                  <a:cubicBezTo>
                    <a:pt x="44" y="528"/>
                    <a:pt x="42" y="528"/>
                    <a:pt x="41" y="529"/>
                  </a:cubicBezTo>
                  <a:cubicBezTo>
                    <a:pt x="29" y="538"/>
                    <a:pt x="14" y="551"/>
                    <a:pt x="15" y="576"/>
                  </a:cubicBezTo>
                  <a:cubicBezTo>
                    <a:pt x="7" y="550"/>
                    <a:pt x="9" y="521"/>
                    <a:pt x="21" y="503"/>
                  </a:cubicBezTo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15" name="Freeform 238">
              <a:extLst>
                <a:ext uri="{FF2B5EF4-FFF2-40B4-BE49-F238E27FC236}">
                  <a16:creationId xmlns:a16="http://schemas.microsoft.com/office/drawing/2014/main" id="{6E173A7C-C995-44BB-B9A9-06AFA6AAE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097"/>
              <a:ext cx="287" cy="1599"/>
            </a:xfrm>
            <a:custGeom>
              <a:avLst/>
              <a:gdLst>
                <a:gd name="T0" fmla="*/ 153 w 135"/>
                <a:gd name="T1" fmla="*/ 5834 h 705"/>
                <a:gd name="T2" fmla="*/ 164 w 135"/>
                <a:gd name="T3" fmla="*/ 6929 h 705"/>
                <a:gd name="T4" fmla="*/ 249 w 135"/>
                <a:gd name="T5" fmla="*/ 7104 h 705"/>
                <a:gd name="T6" fmla="*/ 453 w 135"/>
                <a:gd name="T7" fmla="*/ 8179 h 705"/>
                <a:gd name="T8" fmla="*/ 478 w 135"/>
                <a:gd name="T9" fmla="*/ 8226 h 705"/>
                <a:gd name="T10" fmla="*/ 510 w 135"/>
                <a:gd name="T11" fmla="*/ 8190 h 705"/>
                <a:gd name="T12" fmla="*/ 478 w 135"/>
                <a:gd name="T13" fmla="*/ 7537 h 705"/>
                <a:gd name="T14" fmla="*/ 410 w 135"/>
                <a:gd name="T15" fmla="*/ 7306 h 705"/>
                <a:gd name="T16" fmla="*/ 538 w 135"/>
                <a:gd name="T17" fmla="*/ 6863 h 705"/>
                <a:gd name="T18" fmla="*/ 742 w 135"/>
                <a:gd name="T19" fmla="*/ 6800 h 705"/>
                <a:gd name="T20" fmla="*/ 872 w 135"/>
                <a:gd name="T21" fmla="*/ 6661 h 705"/>
                <a:gd name="T22" fmla="*/ 1161 w 135"/>
                <a:gd name="T23" fmla="*/ 6210 h 705"/>
                <a:gd name="T24" fmla="*/ 1180 w 135"/>
                <a:gd name="T25" fmla="*/ 5879 h 705"/>
                <a:gd name="T26" fmla="*/ 1201 w 135"/>
                <a:gd name="T27" fmla="*/ 5135 h 705"/>
                <a:gd name="T28" fmla="*/ 1297 w 135"/>
                <a:gd name="T29" fmla="*/ 129 h 705"/>
                <a:gd name="T30" fmla="*/ 1280 w 135"/>
                <a:gd name="T31" fmla="*/ 93 h 705"/>
                <a:gd name="T32" fmla="*/ 1256 w 135"/>
                <a:gd name="T33" fmla="*/ 25 h 705"/>
                <a:gd name="T34" fmla="*/ 1144 w 135"/>
                <a:gd name="T35" fmla="*/ 5135 h 705"/>
                <a:gd name="T36" fmla="*/ 1125 w 135"/>
                <a:gd name="T37" fmla="*/ 5879 h 705"/>
                <a:gd name="T38" fmla="*/ 1116 w 135"/>
                <a:gd name="T39" fmla="*/ 6210 h 705"/>
                <a:gd name="T40" fmla="*/ 872 w 135"/>
                <a:gd name="T41" fmla="*/ 6580 h 705"/>
                <a:gd name="T42" fmla="*/ 655 w 135"/>
                <a:gd name="T43" fmla="*/ 6652 h 705"/>
                <a:gd name="T44" fmla="*/ 519 w 135"/>
                <a:gd name="T45" fmla="*/ 6791 h 705"/>
                <a:gd name="T46" fmla="*/ 349 w 135"/>
                <a:gd name="T47" fmla="*/ 7176 h 705"/>
                <a:gd name="T48" fmla="*/ 213 w 135"/>
                <a:gd name="T49" fmla="*/ 6836 h 705"/>
                <a:gd name="T50" fmla="*/ 425 w 135"/>
                <a:gd name="T51" fmla="*/ 6230 h 705"/>
                <a:gd name="T52" fmla="*/ 434 w 135"/>
                <a:gd name="T53" fmla="*/ 6183 h 705"/>
                <a:gd name="T54" fmla="*/ 393 w 135"/>
                <a:gd name="T55" fmla="*/ 6174 h 705"/>
                <a:gd name="T56" fmla="*/ 145 w 135"/>
                <a:gd name="T57" fmla="*/ 6718 h 705"/>
                <a:gd name="T58" fmla="*/ 204 w 135"/>
                <a:gd name="T59" fmla="*/ 5870 h 70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35" h="705">
                  <a:moveTo>
                    <a:pt x="16" y="500"/>
                  </a:moveTo>
                  <a:cubicBezTo>
                    <a:pt x="0" y="524"/>
                    <a:pt x="0" y="563"/>
                    <a:pt x="17" y="594"/>
                  </a:cubicBezTo>
                  <a:cubicBezTo>
                    <a:pt x="26" y="609"/>
                    <a:pt x="26" y="609"/>
                    <a:pt x="26" y="609"/>
                  </a:cubicBezTo>
                  <a:cubicBezTo>
                    <a:pt x="39" y="632"/>
                    <a:pt x="53" y="655"/>
                    <a:pt x="47" y="701"/>
                  </a:cubicBezTo>
                  <a:cubicBezTo>
                    <a:pt x="47" y="703"/>
                    <a:pt x="48" y="704"/>
                    <a:pt x="50" y="705"/>
                  </a:cubicBezTo>
                  <a:cubicBezTo>
                    <a:pt x="51" y="705"/>
                    <a:pt x="53" y="704"/>
                    <a:pt x="53" y="702"/>
                  </a:cubicBezTo>
                  <a:cubicBezTo>
                    <a:pt x="56" y="678"/>
                    <a:pt x="54" y="661"/>
                    <a:pt x="50" y="646"/>
                  </a:cubicBezTo>
                  <a:cubicBezTo>
                    <a:pt x="48" y="641"/>
                    <a:pt x="44" y="628"/>
                    <a:pt x="43" y="626"/>
                  </a:cubicBezTo>
                  <a:cubicBezTo>
                    <a:pt x="38" y="605"/>
                    <a:pt x="45" y="595"/>
                    <a:pt x="56" y="588"/>
                  </a:cubicBezTo>
                  <a:cubicBezTo>
                    <a:pt x="60" y="585"/>
                    <a:pt x="70" y="586"/>
                    <a:pt x="77" y="583"/>
                  </a:cubicBezTo>
                  <a:cubicBezTo>
                    <a:pt x="84" y="579"/>
                    <a:pt x="87" y="573"/>
                    <a:pt x="91" y="571"/>
                  </a:cubicBezTo>
                  <a:cubicBezTo>
                    <a:pt x="108" y="561"/>
                    <a:pt x="121" y="550"/>
                    <a:pt x="121" y="532"/>
                  </a:cubicBezTo>
                  <a:cubicBezTo>
                    <a:pt x="123" y="504"/>
                    <a:pt x="123" y="504"/>
                    <a:pt x="123" y="504"/>
                  </a:cubicBezTo>
                  <a:cubicBezTo>
                    <a:pt x="123" y="487"/>
                    <a:pt x="124" y="467"/>
                    <a:pt x="125" y="440"/>
                  </a:cubicBezTo>
                  <a:cubicBezTo>
                    <a:pt x="135" y="11"/>
                    <a:pt x="135" y="11"/>
                    <a:pt x="135" y="11"/>
                  </a:cubicBezTo>
                  <a:cubicBezTo>
                    <a:pt x="135" y="9"/>
                    <a:pt x="134" y="8"/>
                    <a:pt x="133" y="8"/>
                  </a:cubicBezTo>
                  <a:cubicBezTo>
                    <a:pt x="131" y="8"/>
                    <a:pt x="131" y="0"/>
                    <a:pt x="131" y="2"/>
                  </a:cubicBezTo>
                  <a:cubicBezTo>
                    <a:pt x="119" y="440"/>
                    <a:pt x="119" y="440"/>
                    <a:pt x="119" y="440"/>
                  </a:cubicBezTo>
                  <a:cubicBezTo>
                    <a:pt x="118" y="467"/>
                    <a:pt x="118" y="487"/>
                    <a:pt x="117" y="504"/>
                  </a:cubicBezTo>
                  <a:cubicBezTo>
                    <a:pt x="116" y="532"/>
                    <a:pt x="116" y="532"/>
                    <a:pt x="116" y="532"/>
                  </a:cubicBezTo>
                  <a:cubicBezTo>
                    <a:pt x="115" y="546"/>
                    <a:pt x="105" y="556"/>
                    <a:pt x="91" y="564"/>
                  </a:cubicBezTo>
                  <a:cubicBezTo>
                    <a:pt x="86" y="567"/>
                    <a:pt x="77" y="566"/>
                    <a:pt x="68" y="570"/>
                  </a:cubicBezTo>
                  <a:cubicBezTo>
                    <a:pt x="59" y="575"/>
                    <a:pt x="59" y="580"/>
                    <a:pt x="54" y="582"/>
                  </a:cubicBezTo>
                  <a:cubicBezTo>
                    <a:pt x="43" y="589"/>
                    <a:pt x="35" y="598"/>
                    <a:pt x="36" y="615"/>
                  </a:cubicBezTo>
                  <a:cubicBezTo>
                    <a:pt x="34" y="612"/>
                    <a:pt x="25" y="598"/>
                    <a:pt x="22" y="586"/>
                  </a:cubicBezTo>
                  <a:cubicBezTo>
                    <a:pt x="16" y="559"/>
                    <a:pt x="28" y="547"/>
                    <a:pt x="44" y="534"/>
                  </a:cubicBezTo>
                  <a:cubicBezTo>
                    <a:pt x="46" y="533"/>
                    <a:pt x="46" y="531"/>
                    <a:pt x="45" y="530"/>
                  </a:cubicBezTo>
                  <a:cubicBezTo>
                    <a:pt x="44" y="528"/>
                    <a:pt x="42" y="528"/>
                    <a:pt x="41" y="529"/>
                  </a:cubicBezTo>
                  <a:cubicBezTo>
                    <a:pt x="29" y="538"/>
                    <a:pt x="14" y="551"/>
                    <a:pt x="15" y="576"/>
                  </a:cubicBezTo>
                  <a:cubicBezTo>
                    <a:pt x="7" y="550"/>
                    <a:pt x="9" y="521"/>
                    <a:pt x="21" y="50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6" name="Freeform 239">
              <a:extLst>
                <a:ext uri="{FF2B5EF4-FFF2-40B4-BE49-F238E27FC236}">
                  <a16:creationId xmlns:a16="http://schemas.microsoft.com/office/drawing/2014/main" id="{993F08FC-6AEC-46D2-AC14-771E9958F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292"/>
              <a:ext cx="25" cy="16"/>
            </a:xfrm>
            <a:custGeom>
              <a:avLst/>
              <a:gdLst>
                <a:gd name="T0" fmla="*/ 8 w 12"/>
                <a:gd name="T1" fmla="*/ 0 h 7"/>
                <a:gd name="T2" fmla="*/ 8 w 12"/>
                <a:gd name="T3" fmla="*/ 25 h 7"/>
                <a:gd name="T4" fmla="*/ 27 w 12"/>
                <a:gd name="T5" fmla="*/ 57 h 7"/>
                <a:gd name="T6" fmla="*/ 73 w 1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1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0" y="4"/>
                    <a:pt x="2" y="4"/>
                    <a:pt x="3" y="5"/>
                  </a:cubicBezTo>
                  <a:cubicBezTo>
                    <a:pt x="6" y="7"/>
                    <a:pt x="12" y="4"/>
                    <a:pt x="8" y="0"/>
                  </a:cubicBezTo>
                </a:path>
              </a:pathLst>
            </a:custGeom>
            <a:solidFill>
              <a:srgbClr val="FFE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7" name="Freeform 240">
              <a:extLst>
                <a:ext uri="{FF2B5EF4-FFF2-40B4-BE49-F238E27FC236}">
                  <a16:creationId xmlns:a16="http://schemas.microsoft.com/office/drawing/2014/main" id="{D25F74AC-3142-4F55-A911-619332D26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76"/>
              <a:ext cx="40" cy="56"/>
            </a:xfrm>
            <a:custGeom>
              <a:avLst/>
              <a:gdLst>
                <a:gd name="T0" fmla="*/ 93 w 19"/>
                <a:gd name="T1" fmla="*/ 56 h 25"/>
                <a:gd name="T2" fmla="*/ 168 w 19"/>
                <a:gd name="T3" fmla="*/ 0 h 25"/>
                <a:gd name="T4" fmla="*/ 0 w 19"/>
                <a:gd name="T5" fmla="*/ 28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5">
                  <a:moveTo>
                    <a:pt x="10" y="5"/>
                  </a:moveTo>
                  <a:cubicBezTo>
                    <a:pt x="12" y="4"/>
                    <a:pt x="16" y="1"/>
                    <a:pt x="18" y="0"/>
                  </a:cubicBezTo>
                  <a:cubicBezTo>
                    <a:pt x="19" y="8"/>
                    <a:pt x="5" y="20"/>
                    <a:pt x="0" y="25"/>
                  </a:cubicBezTo>
                </a:path>
              </a:pathLst>
            </a:custGeom>
            <a:solidFill>
              <a:srgbClr val="FFE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8" name="Freeform 241">
              <a:extLst>
                <a:ext uri="{FF2B5EF4-FFF2-40B4-BE49-F238E27FC236}">
                  <a16:creationId xmlns:a16="http://schemas.microsoft.com/office/drawing/2014/main" id="{D960D0D6-F70A-4FCC-A541-339C061D1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419"/>
              <a:ext cx="34" cy="59"/>
            </a:xfrm>
            <a:custGeom>
              <a:avLst/>
              <a:gdLst>
                <a:gd name="T0" fmla="*/ 104 w 16"/>
                <a:gd name="T1" fmla="*/ 36 h 26"/>
                <a:gd name="T2" fmla="*/ 153 w 16"/>
                <a:gd name="T3" fmla="*/ 0 h 26"/>
                <a:gd name="T4" fmla="*/ 68 w 16"/>
                <a:gd name="T5" fmla="*/ 186 h 26"/>
                <a:gd name="T6" fmla="*/ 40 w 16"/>
                <a:gd name="T7" fmla="*/ 247 h 26"/>
                <a:gd name="T8" fmla="*/ 0 w 16"/>
                <a:gd name="T9" fmla="*/ 30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6">
                  <a:moveTo>
                    <a:pt x="11" y="3"/>
                  </a:moveTo>
                  <a:cubicBezTo>
                    <a:pt x="14" y="1"/>
                    <a:pt x="16" y="0"/>
                    <a:pt x="16" y="0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5" y="19"/>
                    <a:pt x="4" y="21"/>
                  </a:cubicBezTo>
                  <a:cubicBezTo>
                    <a:pt x="3" y="22"/>
                    <a:pt x="0" y="26"/>
                    <a:pt x="0" y="26"/>
                  </a:cubicBezTo>
                </a:path>
              </a:pathLst>
            </a:custGeom>
            <a:solidFill>
              <a:srgbClr val="FFE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9" name="Freeform 242">
              <a:extLst>
                <a:ext uri="{FF2B5EF4-FFF2-40B4-BE49-F238E27FC236}">
                  <a16:creationId xmlns:a16="http://schemas.microsoft.com/office/drawing/2014/main" id="{CFF5EE1E-8802-4BFA-A4B6-A960ADFB3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405"/>
              <a:ext cx="34" cy="25"/>
            </a:xfrm>
            <a:custGeom>
              <a:avLst/>
              <a:gdLst>
                <a:gd name="T0" fmla="*/ 96 w 16"/>
                <a:gd name="T1" fmla="*/ 0 h 11"/>
                <a:gd name="T2" fmla="*/ 96 w 16"/>
                <a:gd name="T3" fmla="*/ 73 h 11"/>
                <a:gd name="T4" fmla="*/ 85 w 16"/>
                <a:gd name="T5" fmla="*/ 93 h 11"/>
                <a:gd name="T6" fmla="*/ 0 w 16"/>
                <a:gd name="T7" fmla="*/ 130 h 11"/>
                <a:gd name="T8" fmla="*/ 49 w 16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10" y="0"/>
                  </a:moveTo>
                  <a:cubicBezTo>
                    <a:pt x="9" y="1"/>
                    <a:pt x="5" y="7"/>
                    <a:pt x="10" y="6"/>
                  </a:cubicBezTo>
                  <a:cubicBezTo>
                    <a:pt x="16" y="4"/>
                    <a:pt x="9" y="8"/>
                    <a:pt x="9" y="8"/>
                  </a:cubicBezTo>
                  <a:cubicBezTo>
                    <a:pt x="9" y="8"/>
                    <a:pt x="1" y="11"/>
                    <a:pt x="0" y="11"/>
                  </a:cubicBezTo>
                  <a:cubicBezTo>
                    <a:pt x="0" y="11"/>
                    <a:pt x="5" y="0"/>
                    <a:pt x="5" y="0"/>
                  </a:cubicBezTo>
                </a:path>
              </a:pathLst>
            </a:custGeom>
            <a:solidFill>
              <a:srgbClr val="FFE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0" name="Freeform 243">
              <a:extLst>
                <a:ext uri="{FF2B5EF4-FFF2-40B4-BE49-F238E27FC236}">
                  <a16:creationId xmlns:a16="http://schemas.microsoft.com/office/drawing/2014/main" id="{7BBCB7DB-7B89-4785-A032-DDE41809A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367"/>
              <a:ext cx="21" cy="20"/>
            </a:xfrm>
            <a:custGeom>
              <a:avLst/>
              <a:gdLst>
                <a:gd name="T0" fmla="*/ 8 w 10"/>
                <a:gd name="T1" fmla="*/ 20 h 9"/>
                <a:gd name="T2" fmla="*/ 0 w 10"/>
                <a:gd name="T3" fmla="*/ 98 h 9"/>
                <a:gd name="T4" fmla="*/ 67 w 10"/>
                <a:gd name="T5" fmla="*/ 53 h 9"/>
                <a:gd name="T6" fmla="*/ 76 w 10"/>
                <a:gd name="T7" fmla="*/ 20 h 9"/>
                <a:gd name="T8" fmla="*/ 57 w 1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" y="2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10" y="1"/>
                    <a:pt x="8" y="2"/>
                  </a:cubicBezTo>
                  <a:cubicBezTo>
                    <a:pt x="7" y="3"/>
                    <a:pt x="4" y="2"/>
                    <a:pt x="6" y="0"/>
                  </a:cubicBezTo>
                </a:path>
              </a:pathLst>
            </a:custGeom>
            <a:solidFill>
              <a:srgbClr val="FFE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1" name="Freeform 244">
              <a:extLst>
                <a:ext uri="{FF2B5EF4-FFF2-40B4-BE49-F238E27FC236}">
                  <a16:creationId xmlns:a16="http://schemas.microsoft.com/office/drawing/2014/main" id="{2076B468-D183-4DE4-A9EE-AD2D4EAB9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267"/>
              <a:ext cx="48" cy="86"/>
            </a:xfrm>
            <a:custGeom>
              <a:avLst/>
              <a:gdLst>
                <a:gd name="T0" fmla="*/ 173 w 23"/>
                <a:gd name="T1" fmla="*/ 11 h 38"/>
                <a:gd name="T2" fmla="*/ 200 w 23"/>
                <a:gd name="T3" fmla="*/ 25 h 38"/>
                <a:gd name="T4" fmla="*/ 184 w 23"/>
                <a:gd name="T5" fmla="*/ 81 h 38"/>
                <a:gd name="T6" fmla="*/ 100 w 23"/>
                <a:gd name="T7" fmla="*/ 256 h 38"/>
                <a:gd name="T8" fmla="*/ 27 w 23"/>
                <a:gd name="T9" fmla="*/ 394 h 38"/>
                <a:gd name="T10" fmla="*/ 8 w 23"/>
                <a:gd name="T11" fmla="*/ 394 h 38"/>
                <a:gd name="T12" fmla="*/ 152 w 23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8">
                  <a:moveTo>
                    <a:pt x="19" y="1"/>
                  </a:moveTo>
                  <a:cubicBezTo>
                    <a:pt x="19" y="3"/>
                    <a:pt x="20" y="3"/>
                    <a:pt x="22" y="2"/>
                  </a:cubicBezTo>
                  <a:cubicBezTo>
                    <a:pt x="23" y="1"/>
                    <a:pt x="20" y="7"/>
                    <a:pt x="20" y="7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6" y="29"/>
                    <a:pt x="3" y="34"/>
                  </a:cubicBezTo>
                  <a:cubicBezTo>
                    <a:pt x="0" y="38"/>
                    <a:pt x="1" y="34"/>
                    <a:pt x="1" y="34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solidFill>
              <a:srgbClr val="FFE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2" name="Freeform 245">
              <a:extLst>
                <a:ext uri="{FF2B5EF4-FFF2-40B4-BE49-F238E27FC236}">
                  <a16:creationId xmlns:a16="http://schemas.microsoft.com/office/drawing/2014/main" id="{09949677-4751-476D-80C9-C4A53EBE8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398"/>
              <a:ext cx="41" cy="21"/>
            </a:xfrm>
            <a:custGeom>
              <a:avLst/>
              <a:gdLst>
                <a:gd name="T0" fmla="*/ 149 w 19"/>
                <a:gd name="T1" fmla="*/ 0 h 9"/>
                <a:gd name="T2" fmla="*/ 164 w 19"/>
                <a:gd name="T3" fmla="*/ 49 h 9"/>
                <a:gd name="T4" fmla="*/ 121 w 19"/>
                <a:gd name="T5" fmla="*/ 114 h 9"/>
                <a:gd name="T6" fmla="*/ 0 w 19"/>
                <a:gd name="T7" fmla="*/ 11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15" y="0"/>
                  </a:moveTo>
                  <a:cubicBezTo>
                    <a:pt x="13" y="2"/>
                    <a:pt x="12" y="5"/>
                    <a:pt x="16" y="4"/>
                  </a:cubicBezTo>
                  <a:cubicBezTo>
                    <a:pt x="19" y="2"/>
                    <a:pt x="12" y="9"/>
                    <a:pt x="12" y="9"/>
                  </a:cubicBez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solidFill>
              <a:srgbClr val="FFE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3" name="Freeform 246">
              <a:extLst>
                <a:ext uri="{FF2B5EF4-FFF2-40B4-BE49-F238E27FC236}">
                  <a16:creationId xmlns:a16="http://schemas.microsoft.com/office/drawing/2014/main" id="{B3C172F3-4D2C-4CDA-8987-A917BB1CD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1822"/>
              <a:ext cx="121" cy="82"/>
            </a:xfrm>
            <a:custGeom>
              <a:avLst/>
              <a:gdLst>
                <a:gd name="T0" fmla="*/ 17 w 57"/>
                <a:gd name="T1" fmla="*/ 73 h 36"/>
                <a:gd name="T2" fmla="*/ 0 w 57"/>
                <a:gd name="T3" fmla="*/ 48 h 36"/>
                <a:gd name="T4" fmla="*/ 8 w 57"/>
                <a:gd name="T5" fmla="*/ 109 h 36"/>
                <a:gd name="T6" fmla="*/ 76 w 57"/>
                <a:gd name="T7" fmla="*/ 260 h 36"/>
                <a:gd name="T8" fmla="*/ 401 w 57"/>
                <a:gd name="T9" fmla="*/ 353 h 36"/>
                <a:gd name="T10" fmla="*/ 518 w 57"/>
                <a:gd name="T11" fmla="*/ 426 h 36"/>
                <a:gd name="T12" fmla="*/ 546 w 57"/>
                <a:gd name="T13" fmla="*/ 353 h 36"/>
                <a:gd name="T14" fmla="*/ 17 w 57"/>
                <a:gd name="T15" fmla="*/ 7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6">
                  <a:moveTo>
                    <a:pt x="2" y="6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7" y="14"/>
                    <a:pt x="32" y="23"/>
                    <a:pt x="42" y="30"/>
                  </a:cubicBezTo>
                  <a:cubicBezTo>
                    <a:pt x="49" y="34"/>
                    <a:pt x="51" y="35"/>
                    <a:pt x="54" y="36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0" y="27"/>
                    <a:pt x="22" y="0"/>
                    <a:pt x="2" y="6"/>
                  </a:cubicBezTo>
                  <a:close/>
                </a:path>
              </a:pathLst>
            </a:custGeom>
            <a:solidFill>
              <a:srgbClr val="FF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4" name="Freeform 247">
              <a:extLst>
                <a:ext uri="{FF2B5EF4-FFF2-40B4-BE49-F238E27FC236}">
                  <a16:creationId xmlns:a16="http://schemas.microsoft.com/office/drawing/2014/main" id="{3E20AC65-9585-458A-A66E-03DDDA023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188"/>
              <a:ext cx="183" cy="347"/>
            </a:xfrm>
            <a:custGeom>
              <a:avLst/>
              <a:gdLst>
                <a:gd name="T0" fmla="*/ 811 w 86"/>
                <a:gd name="T1" fmla="*/ 1774 h 153"/>
                <a:gd name="T2" fmla="*/ 589 w 86"/>
                <a:gd name="T3" fmla="*/ 1472 h 153"/>
                <a:gd name="T4" fmla="*/ 579 w 86"/>
                <a:gd name="T5" fmla="*/ 1445 h 153"/>
                <a:gd name="T6" fmla="*/ 570 w 86"/>
                <a:gd name="T7" fmla="*/ 1408 h 153"/>
                <a:gd name="T8" fmla="*/ 426 w 86"/>
                <a:gd name="T9" fmla="*/ 1157 h 153"/>
                <a:gd name="T10" fmla="*/ 349 w 86"/>
                <a:gd name="T11" fmla="*/ 946 h 153"/>
                <a:gd name="T12" fmla="*/ 334 w 86"/>
                <a:gd name="T13" fmla="*/ 885 h 153"/>
                <a:gd name="T14" fmla="*/ 213 w 86"/>
                <a:gd name="T15" fmla="*/ 293 h 153"/>
                <a:gd name="T16" fmla="*/ 68 w 86"/>
                <a:gd name="T17" fmla="*/ 0 h 153"/>
                <a:gd name="T18" fmla="*/ 0 w 86"/>
                <a:gd name="T19" fmla="*/ 25 h 153"/>
                <a:gd name="T20" fmla="*/ 128 w 86"/>
                <a:gd name="T21" fmla="*/ 376 h 153"/>
                <a:gd name="T22" fmla="*/ 272 w 86"/>
                <a:gd name="T23" fmla="*/ 946 h 153"/>
                <a:gd name="T24" fmla="*/ 470 w 86"/>
                <a:gd name="T25" fmla="*/ 1456 h 153"/>
                <a:gd name="T26" fmla="*/ 502 w 86"/>
                <a:gd name="T27" fmla="*/ 1517 h 153"/>
                <a:gd name="T28" fmla="*/ 502 w 86"/>
                <a:gd name="T29" fmla="*/ 1517 h 153"/>
                <a:gd name="T30" fmla="*/ 819 w 86"/>
                <a:gd name="T31" fmla="*/ 1785 h 153"/>
                <a:gd name="T32" fmla="*/ 811 w 86"/>
                <a:gd name="T33" fmla="*/ 1774 h 1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6" h="153">
                  <a:moveTo>
                    <a:pt x="84" y="152"/>
                  </a:moveTo>
                  <a:cubicBezTo>
                    <a:pt x="77" y="150"/>
                    <a:pt x="67" y="138"/>
                    <a:pt x="61" y="126"/>
                  </a:cubicBezTo>
                  <a:cubicBezTo>
                    <a:pt x="61" y="126"/>
                    <a:pt x="60" y="124"/>
                    <a:pt x="60" y="124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6" y="111"/>
                    <a:pt x="49" y="105"/>
                    <a:pt x="44" y="99"/>
                  </a:cubicBezTo>
                  <a:cubicBezTo>
                    <a:pt x="40" y="93"/>
                    <a:pt x="36" y="89"/>
                    <a:pt x="36" y="81"/>
                  </a:cubicBezTo>
                  <a:cubicBezTo>
                    <a:pt x="36" y="80"/>
                    <a:pt x="35" y="76"/>
                    <a:pt x="35" y="76"/>
                  </a:cubicBezTo>
                  <a:cubicBezTo>
                    <a:pt x="33" y="52"/>
                    <a:pt x="35" y="41"/>
                    <a:pt x="22" y="25"/>
                  </a:cubicBezTo>
                  <a:cubicBezTo>
                    <a:pt x="17" y="19"/>
                    <a:pt x="9" y="9"/>
                    <a:pt x="7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12"/>
                    <a:pt x="6" y="24"/>
                    <a:pt x="13" y="32"/>
                  </a:cubicBezTo>
                  <a:cubicBezTo>
                    <a:pt x="25" y="47"/>
                    <a:pt x="25" y="54"/>
                    <a:pt x="28" y="81"/>
                  </a:cubicBezTo>
                  <a:cubicBezTo>
                    <a:pt x="29" y="101"/>
                    <a:pt x="43" y="105"/>
                    <a:pt x="49" y="125"/>
                  </a:cubicBezTo>
                  <a:cubicBezTo>
                    <a:pt x="50" y="126"/>
                    <a:pt x="51" y="129"/>
                    <a:pt x="52" y="130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8" y="143"/>
                    <a:pt x="74" y="149"/>
                    <a:pt x="85" y="153"/>
                  </a:cubicBezTo>
                  <a:cubicBezTo>
                    <a:pt x="86" y="152"/>
                    <a:pt x="84" y="153"/>
                    <a:pt x="84" y="152"/>
                  </a:cubicBezTo>
                  <a:close/>
                </a:path>
              </a:pathLst>
            </a:custGeom>
            <a:solidFill>
              <a:srgbClr val="FF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5" name="Freeform 248">
              <a:extLst>
                <a:ext uri="{FF2B5EF4-FFF2-40B4-BE49-F238E27FC236}">
                  <a16:creationId xmlns:a16="http://schemas.microsoft.com/office/drawing/2014/main" id="{F260F6DC-1412-4601-8C24-5FAC53FC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652"/>
              <a:ext cx="702" cy="563"/>
            </a:xfrm>
            <a:custGeom>
              <a:avLst/>
              <a:gdLst>
                <a:gd name="T0" fmla="*/ 2963 w 330"/>
                <a:gd name="T1" fmla="*/ 2763 h 248"/>
                <a:gd name="T2" fmla="*/ 2919 w 330"/>
                <a:gd name="T3" fmla="*/ 2236 h 248"/>
                <a:gd name="T4" fmla="*/ 3091 w 330"/>
                <a:gd name="T5" fmla="*/ 1628 h 248"/>
                <a:gd name="T6" fmla="*/ 2982 w 330"/>
                <a:gd name="T7" fmla="*/ 901 h 248"/>
                <a:gd name="T8" fmla="*/ 2589 w 330"/>
                <a:gd name="T9" fmla="*/ 279 h 248"/>
                <a:gd name="T10" fmla="*/ 1281 w 330"/>
                <a:gd name="T11" fmla="*/ 118 h 248"/>
                <a:gd name="T12" fmla="*/ 145 w 330"/>
                <a:gd name="T13" fmla="*/ 1346 h 248"/>
                <a:gd name="T14" fmla="*/ 521 w 330"/>
                <a:gd name="T15" fmla="*/ 2459 h 248"/>
                <a:gd name="T16" fmla="*/ 819 w 330"/>
                <a:gd name="T17" fmla="*/ 2747 h 248"/>
                <a:gd name="T18" fmla="*/ 904 w 330"/>
                <a:gd name="T19" fmla="*/ 2901 h 248"/>
                <a:gd name="T20" fmla="*/ 904 w 330"/>
                <a:gd name="T21" fmla="*/ 2892 h 248"/>
                <a:gd name="T22" fmla="*/ 819 w 330"/>
                <a:gd name="T23" fmla="*/ 2715 h 248"/>
                <a:gd name="T24" fmla="*/ 557 w 330"/>
                <a:gd name="T25" fmla="*/ 2386 h 248"/>
                <a:gd name="T26" fmla="*/ 547 w 330"/>
                <a:gd name="T27" fmla="*/ 2377 h 248"/>
                <a:gd name="T28" fmla="*/ 530 w 330"/>
                <a:gd name="T29" fmla="*/ 2377 h 248"/>
                <a:gd name="T30" fmla="*/ 298 w 330"/>
                <a:gd name="T31" fmla="*/ 2138 h 248"/>
                <a:gd name="T32" fmla="*/ 221 w 330"/>
                <a:gd name="T33" fmla="*/ 1371 h 248"/>
                <a:gd name="T34" fmla="*/ 1281 w 330"/>
                <a:gd name="T35" fmla="*/ 279 h 248"/>
                <a:gd name="T36" fmla="*/ 2553 w 330"/>
                <a:gd name="T37" fmla="*/ 422 h 248"/>
                <a:gd name="T38" fmla="*/ 2553 w 330"/>
                <a:gd name="T39" fmla="*/ 434 h 248"/>
                <a:gd name="T40" fmla="*/ 2561 w 330"/>
                <a:gd name="T41" fmla="*/ 434 h 248"/>
                <a:gd name="T42" fmla="*/ 2906 w 330"/>
                <a:gd name="T43" fmla="*/ 913 h 248"/>
                <a:gd name="T44" fmla="*/ 2906 w 330"/>
                <a:gd name="T45" fmla="*/ 913 h 248"/>
                <a:gd name="T46" fmla="*/ 2919 w 330"/>
                <a:gd name="T47" fmla="*/ 922 h 248"/>
                <a:gd name="T48" fmla="*/ 2963 w 330"/>
                <a:gd name="T49" fmla="*/ 1124 h 248"/>
                <a:gd name="T50" fmla="*/ 3031 w 330"/>
                <a:gd name="T51" fmla="*/ 1437 h 248"/>
                <a:gd name="T52" fmla="*/ 3014 w 330"/>
                <a:gd name="T53" fmla="*/ 1591 h 248"/>
                <a:gd name="T54" fmla="*/ 2870 w 330"/>
                <a:gd name="T55" fmla="*/ 1862 h 248"/>
                <a:gd name="T56" fmla="*/ 2793 w 330"/>
                <a:gd name="T57" fmla="*/ 2154 h 248"/>
                <a:gd name="T58" fmla="*/ 2829 w 330"/>
                <a:gd name="T59" fmla="*/ 2304 h 248"/>
                <a:gd name="T60" fmla="*/ 2946 w 330"/>
                <a:gd name="T61" fmla="*/ 2633 h 248"/>
                <a:gd name="T62" fmla="*/ 2466 w 330"/>
                <a:gd name="T63" fmla="*/ 2552 h 248"/>
                <a:gd name="T64" fmla="*/ 2312 w 330"/>
                <a:gd name="T65" fmla="*/ 2808 h 248"/>
                <a:gd name="T66" fmla="*/ 2331 w 330"/>
                <a:gd name="T67" fmla="*/ 2808 h 248"/>
                <a:gd name="T68" fmla="*/ 2963 w 330"/>
                <a:gd name="T69" fmla="*/ 2763 h 2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30" h="248">
                  <a:moveTo>
                    <a:pt x="308" y="236"/>
                  </a:moveTo>
                  <a:cubicBezTo>
                    <a:pt x="325" y="243"/>
                    <a:pt x="313" y="208"/>
                    <a:pt x="303" y="191"/>
                  </a:cubicBezTo>
                  <a:cubicBezTo>
                    <a:pt x="294" y="174"/>
                    <a:pt x="311" y="164"/>
                    <a:pt x="321" y="139"/>
                  </a:cubicBezTo>
                  <a:cubicBezTo>
                    <a:pt x="330" y="114"/>
                    <a:pt x="314" y="94"/>
                    <a:pt x="310" y="77"/>
                  </a:cubicBezTo>
                  <a:cubicBezTo>
                    <a:pt x="308" y="50"/>
                    <a:pt x="299" y="35"/>
                    <a:pt x="269" y="24"/>
                  </a:cubicBezTo>
                  <a:cubicBezTo>
                    <a:pt x="247" y="11"/>
                    <a:pt x="184" y="0"/>
                    <a:pt x="133" y="10"/>
                  </a:cubicBezTo>
                  <a:cubicBezTo>
                    <a:pt x="98" y="17"/>
                    <a:pt x="31" y="46"/>
                    <a:pt x="15" y="115"/>
                  </a:cubicBezTo>
                  <a:cubicBezTo>
                    <a:pt x="0" y="185"/>
                    <a:pt x="44" y="209"/>
                    <a:pt x="54" y="210"/>
                  </a:cubicBezTo>
                  <a:cubicBezTo>
                    <a:pt x="66" y="218"/>
                    <a:pt x="78" y="228"/>
                    <a:pt x="85" y="235"/>
                  </a:cubicBezTo>
                  <a:cubicBezTo>
                    <a:pt x="90" y="240"/>
                    <a:pt x="92" y="244"/>
                    <a:pt x="94" y="248"/>
                  </a:cubicBezTo>
                  <a:cubicBezTo>
                    <a:pt x="94" y="247"/>
                    <a:pt x="94" y="247"/>
                    <a:pt x="94" y="247"/>
                  </a:cubicBezTo>
                  <a:cubicBezTo>
                    <a:pt x="92" y="242"/>
                    <a:pt x="90" y="236"/>
                    <a:pt x="85" y="232"/>
                  </a:cubicBezTo>
                  <a:cubicBezTo>
                    <a:pt x="73" y="220"/>
                    <a:pt x="68" y="209"/>
                    <a:pt x="58" y="204"/>
                  </a:cubicBezTo>
                  <a:cubicBezTo>
                    <a:pt x="57" y="203"/>
                    <a:pt x="57" y="203"/>
                    <a:pt x="57" y="203"/>
                  </a:cubicBezTo>
                  <a:cubicBezTo>
                    <a:pt x="55" y="203"/>
                    <a:pt x="55" y="203"/>
                    <a:pt x="55" y="203"/>
                  </a:cubicBezTo>
                  <a:cubicBezTo>
                    <a:pt x="52" y="202"/>
                    <a:pt x="40" y="196"/>
                    <a:pt x="31" y="183"/>
                  </a:cubicBezTo>
                  <a:cubicBezTo>
                    <a:pt x="20" y="166"/>
                    <a:pt x="17" y="143"/>
                    <a:pt x="23" y="117"/>
                  </a:cubicBezTo>
                  <a:cubicBezTo>
                    <a:pt x="40" y="39"/>
                    <a:pt x="123" y="26"/>
                    <a:pt x="133" y="24"/>
                  </a:cubicBezTo>
                  <a:cubicBezTo>
                    <a:pt x="183" y="14"/>
                    <a:pt x="245" y="24"/>
                    <a:pt x="265" y="36"/>
                  </a:cubicBezTo>
                  <a:cubicBezTo>
                    <a:pt x="265" y="37"/>
                    <a:pt x="265" y="37"/>
                    <a:pt x="265" y="37"/>
                  </a:cubicBezTo>
                  <a:cubicBezTo>
                    <a:pt x="266" y="37"/>
                    <a:pt x="266" y="37"/>
                    <a:pt x="266" y="37"/>
                  </a:cubicBezTo>
                  <a:cubicBezTo>
                    <a:pt x="291" y="47"/>
                    <a:pt x="301" y="53"/>
                    <a:pt x="302" y="78"/>
                  </a:cubicBezTo>
                  <a:cubicBezTo>
                    <a:pt x="302" y="78"/>
                    <a:pt x="302" y="78"/>
                    <a:pt x="302" y="78"/>
                  </a:cubicBezTo>
                  <a:cubicBezTo>
                    <a:pt x="303" y="79"/>
                    <a:pt x="303" y="79"/>
                    <a:pt x="303" y="79"/>
                  </a:cubicBezTo>
                  <a:cubicBezTo>
                    <a:pt x="304" y="85"/>
                    <a:pt x="306" y="90"/>
                    <a:pt x="308" y="96"/>
                  </a:cubicBezTo>
                  <a:cubicBezTo>
                    <a:pt x="312" y="105"/>
                    <a:pt x="315" y="114"/>
                    <a:pt x="315" y="123"/>
                  </a:cubicBezTo>
                  <a:cubicBezTo>
                    <a:pt x="315" y="127"/>
                    <a:pt x="315" y="132"/>
                    <a:pt x="313" y="136"/>
                  </a:cubicBezTo>
                  <a:cubicBezTo>
                    <a:pt x="310" y="144"/>
                    <a:pt x="302" y="153"/>
                    <a:pt x="298" y="159"/>
                  </a:cubicBezTo>
                  <a:cubicBezTo>
                    <a:pt x="294" y="167"/>
                    <a:pt x="290" y="175"/>
                    <a:pt x="290" y="184"/>
                  </a:cubicBezTo>
                  <a:cubicBezTo>
                    <a:pt x="290" y="188"/>
                    <a:pt x="291" y="192"/>
                    <a:pt x="294" y="197"/>
                  </a:cubicBezTo>
                  <a:cubicBezTo>
                    <a:pt x="300" y="209"/>
                    <a:pt x="306" y="218"/>
                    <a:pt x="306" y="225"/>
                  </a:cubicBezTo>
                  <a:cubicBezTo>
                    <a:pt x="289" y="216"/>
                    <a:pt x="272" y="213"/>
                    <a:pt x="256" y="218"/>
                  </a:cubicBezTo>
                  <a:cubicBezTo>
                    <a:pt x="247" y="221"/>
                    <a:pt x="244" y="232"/>
                    <a:pt x="240" y="240"/>
                  </a:cubicBezTo>
                  <a:cubicBezTo>
                    <a:pt x="242" y="240"/>
                    <a:pt x="242" y="240"/>
                    <a:pt x="242" y="240"/>
                  </a:cubicBezTo>
                  <a:cubicBezTo>
                    <a:pt x="250" y="224"/>
                    <a:pt x="283" y="222"/>
                    <a:pt x="308" y="236"/>
                  </a:cubicBezTo>
                  <a:close/>
                </a:path>
              </a:pathLst>
            </a:custGeom>
            <a:solidFill>
              <a:srgbClr val="FF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6" name="Freeform 249">
              <a:extLst>
                <a:ext uri="{FF2B5EF4-FFF2-40B4-BE49-F238E27FC236}">
                  <a16:creationId xmlns:a16="http://schemas.microsoft.com/office/drawing/2014/main" id="{21FAB637-E460-42A1-A223-43DB6E50D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652"/>
              <a:ext cx="702" cy="563"/>
            </a:xfrm>
            <a:custGeom>
              <a:avLst/>
              <a:gdLst>
                <a:gd name="T0" fmla="*/ 904 w 330"/>
                <a:gd name="T1" fmla="*/ 2901 h 248"/>
                <a:gd name="T2" fmla="*/ 819 w 330"/>
                <a:gd name="T3" fmla="*/ 2747 h 248"/>
                <a:gd name="T4" fmla="*/ 521 w 330"/>
                <a:gd name="T5" fmla="*/ 2459 h 248"/>
                <a:gd name="T6" fmla="*/ 145 w 330"/>
                <a:gd name="T7" fmla="*/ 1346 h 248"/>
                <a:gd name="T8" fmla="*/ 1281 w 330"/>
                <a:gd name="T9" fmla="*/ 118 h 248"/>
                <a:gd name="T10" fmla="*/ 2589 w 330"/>
                <a:gd name="T11" fmla="*/ 279 h 248"/>
                <a:gd name="T12" fmla="*/ 2982 w 330"/>
                <a:gd name="T13" fmla="*/ 901 h 248"/>
                <a:gd name="T14" fmla="*/ 3091 w 330"/>
                <a:gd name="T15" fmla="*/ 1628 h 248"/>
                <a:gd name="T16" fmla="*/ 2919 w 330"/>
                <a:gd name="T17" fmla="*/ 2236 h 248"/>
                <a:gd name="T18" fmla="*/ 2963 w 330"/>
                <a:gd name="T19" fmla="*/ 2763 h 248"/>
                <a:gd name="T20" fmla="*/ 2331 w 330"/>
                <a:gd name="T21" fmla="*/ 2808 h 2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0" h="248">
                  <a:moveTo>
                    <a:pt x="94" y="248"/>
                  </a:moveTo>
                  <a:cubicBezTo>
                    <a:pt x="92" y="244"/>
                    <a:pt x="90" y="240"/>
                    <a:pt x="85" y="235"/>
                  </a:cubicBezTo>
                  <a:cubicBezTo>
                    <a:pt x="78" y="228"/>
                    <a:pt x="66" y="218"/>
                    <a:pt x="54" y="210"/>
                  </a:cubicBezTo>
                  <a:cubicBezTo>
                    <a:pt x="44" y="209"/>
                    <a:pt x="0" y="185"/>
                    <a:pt x="15" y="115"/>
                  </a:cubicBezTo>
                  <a:cubicBezTo>
                    <a:pt x="31" y="46"/>
                    <a:pt x="98" y="17"/>
                    <a:pt x="133" y="10"/>
                  </a:cubicBezTo>
                  <a:cubicBezTo>
                    <a:pt x="184" y="0"/>
                    <a:pt x="247" y="11"/>
                    <a:pt x="269" y="24"/>
                  </a:cubicBezTo>
                  <a:cubicBezTo>
                    <a:pt x="299" y="35"/>
                    <a:pt x="308" y="50"/>
                    <a:pt x="310" y="77"/>
                  </a:cubicBezTo>
                  <a:cubicBezTo>
                    <a:pt x="314" y="94"/>
                    <a:pt x="330" y="114"/>
                    <a:pt x="321" y="139"/>
                  </a:cubicBezTo>
                  <a:cubicBezTo>
                    <a:pt x="311" y="164"/>
                    <a:pt x="294" y="174"/>
                    <a:pt x="303" y="191"/>
                  </a:cubicBezTo>
                  <a:cubicBezTo>
                    <a:pt x="313" y="208"/>
                    <a:pt x="325" y="243"/>
                    <a:pt x="308" y="236"/>
                  </a:cubicBezTo>
                  <a:cubicBezTo>
                    <a:pt x="283" y="222"/>
                    <a:pt x="250" y="224"/>
                    <a:pt x="242" y="24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7" name="Freeform 250">
              <a:extLst>
                <a:ext uri="{FF2B5EF4-FFF2-40B4-BE49-F238E27FC236}">
                  <a16:creationId xmlns:a16="http://schemas.microsoft.com/office/drawing/2014/main" id="{45098183-B753-49C3-ACC5-A1CD3E378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822"/>
              <a:ext cx="117" cy="68"/>
            </a:xfrm>
            <a:custGeom>
              <a:avLst/>
              <a:gdLst>
                <a:gd name="T0" fmla="*/ 0 w 55"/>
                <a:gd name="T1" fmla="*/ 73 h 30"/>
                <a:gd name="T2" fmla="*/ 530 w 55"/>
                <a:gd name="T3" fmla="*/ 34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30">
                  <a:moveTo>
                    <a:pt x="0" y="6"/>
                  </a:moveTo>
                  <a:cubicBezTo>
                    <a:pt x="20" y="0"/>
                    <a:pt x="48" y="27"/>
                    <a:pt x="55" y="3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8" name="Freeform 251">
              <a:extLst>
                <a:ext uri="{FF2B5EF4-FFF2-40B4-BE49-F238E27FC236}">
                  <a16:creationId xmlns:a16="http://schemas.microsoft.com/office/drawing/2014/main" id="{43707080-11DD-4AED-B187-D964E75E1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192"/>
              <a:ext cx="294" cy="551"/>
            </a:xfrm>
            <a:custGeom>
              <a:avLst/>
              <a:gdLst>
                <a:gd name="T0" fmla="*/ 0 w 138"/>
                <a:gd name="T1" fmla="*/ 0 h 243"/>
                <a:gd name="T2" fmla="*/ 128 w 138"/>
                <a:gd name="T3" fmla="*/ 349 h 243"/>
                <a:gd name="T4" fmla="*/ 273 w 138"/>
                <a:gd name="T5" fmla="*/ 921 h 243"/>
                <a:gd name="T6" fmla="*/ 473 w 138"/>
                <a:gd name="T7" fmla="*/ 1435 h 243"/>
                <a:gd name="T8" fmla="*/ 503 w 138"/>
                <a:gd name="T9" fmla="*/ 1492 h 243"/>
                <a:gd name="T10" fmla="*/ 503 w 138"/>
                <a:gd name="T11" fmla="*/ 1492 h 243"/>
                <a:gd name="T12" fmla="*/ 908 w 138"/>
                <a:gd name="T13" fmla="*/ 1785 h 243"/>
                <a:gd name="T14" fmla="*/ 899 w 138"/>
                <a:gd name="T15" fmla="*/ 1887 h 243"/>
                <a:gd name="T16" fmla="*/ 1016 w 138"/>
                <a:gd name="T17" fmla="*/ 2061 h 243"/>
                <a:gd name="T18" fmla="*/ 1121 w 138"/>
                <a:gd name="T19" fmla="*/ 2283 h 243"/>
                <a:gd name="T20" fmla="*/ 1112 w 138"/>
                <a:gd name="T21" fmla="*/ 2283 h 243"/>
                <a:gd name="T22" fmla="*/ 1121 w 138"/>
                <a:gd name="T23" fmla="*/ 2283 h 243"/>
                <a:gd name="T24" fmla="*/ 1161 w 138"/>
                <a:gd name="T25" fmla="*/ 2345 h 243"/>
                <a:gd name="T26" fmla="*/ 1172 w 138"/>
                <a:gd name="T27" fmla="*/ 2565 h 243"/>
                <a:gd name="T28" fmla="*/ 1334 w 138"/>
                <a:gd name="T29" fmla="*/ 2832 h 2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8" h="243">
                  <a:moveTo>
                    <a:pt x="0" y="0"/>
                  </a:moveTo>
                  <a:cubicBezTo>
                    <a:pt x="2" y="10"/>
                    <a:pt x="6" y="22"/>
                    <a:pt x="13" y="30"/>
                  </a:cubicBezTo>
                  <a:cubicBezTo>
                    <a:pt x="25" y="45"/>
                    <a:pt x="25" y="52"/>
                    <a:pt x="28" y="79"/>
                  </a:cubicBezTo>
                  <a:cubicBezTo>
                    <a:pt x="29" y="99"/>
                    <a:pt x="43" y="103"/>
                    <a:pt x="49" y="123"/>
                  </a:cubicBezTo>
                  <a:cubicBezTo>
                    <a:pt x="50" y="124"/>
                    <a:pt x="51" y="127"/>
                    <a:pt x="52" y="128"/>
                  </a:cubicBezTo>
                  <a:cubicBezTo>
                    <a:pt x="52" y="128"/>
                    <a:pt x="52" y="128"/>
                    <a:pt x="52" y="128"/>
                  </a:cubicBezTo>
                  <a:cubicBezTo>
                    <a:pt x="60" y="144"/>
                    <a:pt x="85" y="151"/>
                    <a:pt x="94" y="153"/>
                  </a:cubicBezTo>
                  <a:cubicBezTo>
                    <a:pt x="102" y="156"/>
                    <a:pt x="92" y="153"/>
                    <a:pt x="93" y="162"/>
                  </a:cubicBezTo>
                  <a:cubicBezTo>
                    <a:pt x="95" y="170"/>
                    <a:pt x="104" y="167"/>
                    <a:pt x="105" y="177"/>
                  </a:cubicBezTo>
                  <a:cubicBezTo>
                    <a:pt x="107" y="186"/>
                    <a:pt x="111" y="192"/>
                    <a:pt x="116" y="196"/>
                  </a:cubicBezTo>
                  <a:cubicBezTo>
                    <a:pt x="116" y="196"/>
                    <a:pt x="115" y="196"/>
                    <a:pt x="115" y="196"/>
                  </a:cubicBezTo>
                  <a:cubicBezTo>
                    <a:pt x="116" y="196"/>
                    <a:pt x="116" y="196"/>
                    <a:pt x="116" y="196"/>
                  </a:cubicBezTo>
                  <a:cubicBezTo>
                    <a:pt x="117" y="197"/>
                    <a:pt x="119" y="200"/>
                    <a:pt x="120" y="201"/>
                  </a:cubicBezTo>
                  <a:cubicBezTo>
                    <a:pt x="114" y="206"/>
                    <a:pt x="117" y="215"/>
                    <a:pt x="121" y="220"/>
                  </a:cubicBezTo>
                  <a:cubicBezTo>
                    <a:pt x="119" y="227"/>
                    <a:pt x="120" y="242"/>
                    <a:pt x="138" y="24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9" name="Line 252">
              <a:extLst>
                <a:ext uri="{FF2B5EF4-FFF2-40B4-BE49-F238E27FC236}">
                  <a16:creationId xmlns:a16="http://schemas.microsoft.com/office/drawing/2014/main" id="{4FFE64C9-974E-422C-AF3C-45B853A805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8" y="2621"/>
              <a:ext cx="1" cy="215"/>
            </a:xfrm>
            <a:prstGeom prst="line">
              <a:avLst/>
            </a:prstGeom>
            <a:noFill/>
            <a:ln w="952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0" name="Freeform 253">
              <a:extLst>
                <a:ext uri="{FF2B5EF4-FFF2-40B4-BE49-F238E27FC236}">
                  <a16:creationId xmlns:a16="http://schemas.microsoft.com/office/drawing/2014/main" id="{E851B59E-72FD-4D0A-855D-6847F4BAA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126"/>
              <a:ext cx="138" cy="1418"/>
            </a:xfrm>
            <a:custGeom>
              <a:avLst/>
              <a:gdLst>
                <a:gd name="T0" fmla="*/ 586 w 65"/>
                <a:gd name="T1" fmla="*/ 25 h 625"/>
                <a:gd name="T2" fmla="*/ 527 w 65"/>
                <a:gd name="T3" fmla="*/ 4751 h 625"/>
                <a:gd name="T4" fmla="*/ 486 w 65"/>
                <a:gd name="T5" fmla="*/ 6609 h 625"/>
                <a:gd name="T6" fmla="*/ 17 w 65"/>
                <a:gd name="T7" fmla="*/ 7226 h 625"/>
                <a:gd name="T8" fmla="*/ 0 w 65"/>
                <a:gd name="T9" fmla="*/ 7262 h 625"/>
                <a:gd name="T10" fmla="*/ 28 w 65"/>
                <a:gd name="T11" fmla="*/ 7290 h 625"/>
                <a:gd name="T12" fmla="*/ 546 w 65"/>
                <a:gd name="T13" fmla="*/ 6609 h 625"/>
                <a:gd name="T14" fmla="*/ 586 w 65"/>
                <a:gd name="T15" fmla="*/ 4751 h 625"/>
                <a:gd name="T16" fmla="*/ 622 w 65"/>
                <a:gd name="T17" fmla="*/ 102 h 625"/>
                <a:gd name="T18" fmla="*/ 594 w 65"/>
                <a:gd name="T19" fmla="*/ 73 h 625"/>
                <a:gd name="T20" fmla="*/ 586 w 65"/>
                <a:gd name="T21" fmla="*/ 25 h 6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625">
                  <a:moveTo>
                    <a:pt x="61" y="2"/>
                  </a:moveTo>
                  <a:cubicBezTo>
                    <a:pt x="55" y="407"/>
                    <a:pt x="55" y="407"/>
                    <a:pt x="55" y="407"/>
                  </a:cubicBezTo>
                  <a:cubicBezTo>
                    <a:pt x="51" y="566"/>
                    <a:pt x="51" y="566"/>
                    <a:pt x="51" y="566"/>
                  </a:cubicBezTo>
                  <a:cubicBezTo>
                    <a:pt x="50" y="599"/>
                    <a:pt x="4" y="618"/>
                    <a:pt x="2" y="619"/>
                  </a:cubicBezTo>
                  <a:cubicBezTo>
                    <a:pt x="0" y="619"/>
                    <a:pt x="0" y="621"/>
                    <a:pt x="0" y="622"/>
                  </a:cubicBezTo>
                  <a:cubicBezTo>
                    <a:pt x="0" y="624"/>
                    <a:pt x="2" y="625"/>
                    <a:pt x="3" y="624"/>
                  </a:cubicBezTo>
                  <a:cubicBezTo>
                    <a:pt x="20" y="620"/>
                    <a:pt x="56" y="596"/>
                    <a:pt x="57" y="566"/>
                  </a:cubicBezTo>
                  <a:cubicBezTo>
                    <a:pt x="61" y="407"/>
                    <a:pt x="61" y="407"/>
                    <a:pt x="61" y="407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8"/>
                    <a:pt x="64" y="6"/>
                    <a:pt x="62" y="6"/>
                  </a:cubicBezTo>
                  <a:cubicBezTo>
                    <a:pt x="61" y="6"/>
                    <a:pt x="61" y="0"/>
                    <a:pt x="61" y="2"/>
                  </a:cubicBez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31" name="Freeform 254">
              <a:extLst>
                <a:ext uri="{FF2B5EF4-FFF2-40B4-BE49-F238E27FC236}">
                  <a16:creationId xmlns:a16="http://schemas.microsoft.com/office/drawing/2014/main" id="{8959CD79-3291-4F85-9777-41F588B522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5" y="1884"/>
              <a:ext cx="123" cy="669"/>
            </a:xfrm>
            <a:custGeom>
              <a:avLst/>
              <a:gdLst>
                <a:gd name="T0" fmla="*/ 477 w 58"/>
                <a:gd name="T1" fmla="*/ 3404 h 295"/>
                <a:gd name="T2" fmla="*/ 418 w 58"/>
                <a:gd name="T3" fmla="*/ 3018 h 295"/>
                <a:gd name="T4" fmla="*/ 333 w 58"/>
                <a:gd name="T5" fmla="*/ 2812 h 295"/>
                <a:gd name="T6" fmla="*/ 314 w 58"/>
                <a:gd name="T7" fmla="*/ 2798 h 295"/>
                <a:gd name="T8" fmla="*/ 333 w 58"/>
                <a:gd name="T9" fmla="*/ 2812 h 295"/>
                <a:gd name="T10" fmla="*/ 365 w 58"/>
                <a:gd name="T11" fmla="*/ 2730 h 295"/>
                <a:gd name="T12" fmla="*/ 324 w 58"/>
                <a:gd name="T13" fmla="*/ 2427 h 295"/>
                <a:gd name="T14" fmla="*/ 314 w 58"/>
                <a:gd name="T15" fmla="*/ 2413 h 295"/>
                <a:gd name="T16" fmla="*/ 265 w 58"/>
                <a:gd name="T17" fmla="*/ 2216 h 295"/>
                <a:gd name="T18" fmla="*/ 189 w 58"/>
                <a:gd name="T19" fmla="*/ 1903 h 295"/>
                <a:gd name="T20" fmla="*/ 189 w 58"/>
                <a:gd name="T21" fmla="*/ 1878 h 295"/>
                <a:gd name="T22" fmla="*/ 172 w 58"/>
                <a:gd name="T23" fmla="*/ 1712 h 295"/>
                <a:gd name="T24" fmla="*/ 172 w 58"/>
                <a:gd name="T25" fmla="*/ 1703 h 295"/>
                <a:gd name="T26" fmla="*/ 153 w 58"/>
                <a:gd name="T27" fmla="*/ 1388 h 295"/>
                <a:gd name="T28" fmla="*/ 153 w 58"/>
                <a:gd name="T29" fmla="*/ 1388 h 295"/>
                <a:gd name="T30" fmla="*/ 136 w 58"/>
                <a:gd name="T31" fmla="*/ 1086 h 295"/>
                <a:gd name="T32" fmla="*/ 144 w 58"/>
                <a:gd name="T33" fmla="*/ 710 h 295"/>
                <a:gd name="T34" fmla="*/ 144 w 58"/>
                <a:gd name="T35" fmla="*/ 689 h 295"/>
                <a:gd name="T36" fmla="*/ 144 w 58"/>
                <a:gd name="T37" fmla="*/ 386 h 295"/>
                <a:gd name="T38" fmla="*/ 144 w 58"/>
                <a:gd name="T39" fmla="*/ 386 h 295"/>
                <a:gd name="T40" fmla="*/ 172 w 58"/>
                <a:gd name="T41" fmla="*/ 0 h 295"/>
                <a:gd name="T42" fmla="*/ 8 w 58"/>
                <a:gd name="T43" fmla="*/ 166 h 295"/>
                <a:gd name="T44" fmla="*/ 8 w 58"/>
                <a:gd name="T45" fmla="*/ 211 h 295"/>
                <a:gd name="T46" fmla="*/ 59 w 58"/>
                <a:gd name="T47" fmla="*/ 406 h 295"/>
                <a:gd name="T48" fmla="*/ 36 w 58"/>
                <a:gd name="T49" fmla="*/ 535 h 295"/>
                <a:gd name="T50" fmla="*/ 68 w 58"/>
                <a:gd name="T51" fmla="*/ 689 h 295"/>
                <a:gd name="T52" fmla="*/ 0 w 58"/>
                <a:gd name="T53" fmla="*/ 930 h 295"/>
                <a:gd name="T54" fmla="*/ 8 w 58"/>
                <a:gd name="T55" fmla="*/ 993 h 295"/>
                <a:gd name="T56" fmla="*/ 49 w 58"/>
                <a:gd name="T57" fmla="*/ 1107 h 295"/>
                <a:gd name="T58" fmla="*/ 28 w 58"/>
                <a:gd name="T59" fmla="*/ 1213 h 295"/>
                <a:gd name="T60" fmla="*/ 59 w 58"/>
                <a:gd name="T61" fmla="*/ 1379 h 295"/>
                <a:gd name="T62" fmla="*/ 8 w 58"/>
                <a:gd name="T63" fmla="*/ 1553 h 295"/>
                <a:gd name="T64" fmla="*/ 17 w 58"/>
                <a:gd name="T65" fmla="*/ 1619 h 295"/>
                <a:gd name="T66" fmla="*/ 95 w 58"/>
                <a:gd name="T67" fmla="*/ 1760 h 295"/>
                <a:gd name="T68" fmla="*/ 95 w 58"/>
                <a:gd name="T69" fmla="*/ 1760 h 295"/>
                <a:gd name="T70" fmla="*/ 112 w 58"/>
                <a:gd name="T71" fmla="*/ 1887 h 295"/>
                <a:gd name="T72" fmla="*/ 95 w 58"/>
                <a:gd name="T73" fmla="*/ 2032 h 295"/>
                <a:gd name="T74" fmla="*/ 112 w 58"/>
                <a:gd name="T75" fmla="*/ 2159 h 295"/>
                <a:gd name="T76" fmla="*/ 180 w 58"/>
                <a:gd name="T77" fmla="*/ 2272 h 295"/>
                <a:gd name="T78" fmla="*/ 238 w 58"/>
                <a:gd name="T79" fmla="*/ 2447 h 295"/>
                <a:gd name="T80" fmla="*/ 221 w 58"/>
                <a:gd name="T81" fmla="*/ 2556 h 295"/>
                <a:gd name="T82" fmla="*/ 238 w 58"/>
                <a:gd name="T83" fmla="*/ 2705 h 295"/>
                <a:gd name="T84" fmla="*/ 265 w 58"/>
                <a:gd name="T85" fmla="*/ 2751 h 295"/>
                <a:gd name="T86" fmla="*/ 257 w 58"/>
                <a:gd name="T87" fmla="*/ 2835 h 295"/>
                <a:gd name="T88" fmla="*/ 265 w 58"/>
                <a:gd name="T89" fmla="*/ 2925 h 295"/>
                <a:gd name="T90" fmla="*/ 324 w 58"/>
                <a:gd name="T91" fmla="*/ 3055 h 295"/>
                <a:gd name="T92" fmla="*/ 305 w 58"/>
                <a:gd name="T93" fmla="*/ 3173 h 295"/>
                <a:gd name="T94" fmla="*/ 554 w 58"/>
                <a:gd name="T95" fmla="*/ 3431 h 295"/>
                <a:gd name="T96" fmla="*/ 477 w 58"/>
                <a:gd name="T97" fmla="*/ 3404 h 295"/>
                <a:gd name="T98" fmla="*/ 95 w 58"/>
                <a:gd name="T99" fmla="*/ 1712 h 295"/>
                <a:gd name="T100" fmla="*/ 95 w 58"/>
                <a:gd name="T101" fmla="*/ 1712 h 295"/>
                <a:gd name="T102" fmla="*/ 95 w 58"/>
                <a:gd name="T103" fmla="*/ 1712 h 295"/>
                <a:gd name="T104" fmla="*/ 95 w 58"/>
                <a:gd name="T105" fmla="*/ 1712 h 295"/>
                <a:gd name="T106" fmla="*/ 189 w 58"/>
                <a:gd name="T107" fmla="*/ 2216 h 295"/>
                <a:gd name="T108" fmla="*/ 189 w 58"/>
                <a:gd name="T109" fmla="*/ 2216 h 295"/>
                <a:gd name="T110" fmla="*/ 189 w 58"/>
                <a:gd name="T111" fmla="*/ 2216 h 295"/>
                <a:gd name="T112" fmla="*/ 189 w 58"/>
                <a:gd name="T113" fmla="*/ 2216 h 29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8" h="295">
                  <a:moveTo>
                    <a:pt x="50" y="292"/>
                  </a:moveTo>
                  <a:cubicBezTo>
                    <a:pt x="36" y="279"/>
                    <a:pt x="40" y="266"/>
                    <a:pt x="44" y="259"/>
                  </a:cubicBezTo>
                  <a:cubicBezTo>
                    <a:pt x="39" y="257"/>
                    <a:pt x="34" y="249"/>
                    <a:pt x="35" y="241"/>
                  </a:cubicBezTo>
                  <a:cubicBezTo>
                    <a:pt x="34" y="241"/>
                    <a:pt x="33" y="240"/>
                    <a:pt x="33" y="240"/>
                  </a:cubicBezTo>
                  <a:cubicBezTo>
                    <a:pt x="34" y="240"/>
                    <a:pt x="34" y="241"/>
                    <a:pt x="35" y="241"/>
                  </a:cubicBezTo>
                  <a:cubicBezTo>
                    <a:pt x="36" y="239"/>
                    <a:pt x="36" y="236"/>
                    <a:pt x="38" y="234"/>
                  </a:cubicBezTo>
                  <a:cubicBezTo>
                    <a:pt x="30" y="232"/>
                    <a:pt x="29" y="215"/>
                    <a:pt x="34" y="208"/>
                  </a:cubicBezTo>
                  <a:cubicBezTo>
                    <a:pt x="33" y="207"/>
                    <a:pt x="33" y="207"/>
                    <a:pt x="33" y="207"/>
                  </a:cubicBezTo>
                  <a:cubicBezTo>
                    <a:pt x="29" y="203"/>
                    <a:pt x="26" y="196"/>
                    <a:pt x="28" y="190"/>
                  </a:cubicBezTo>
                  <a:cubicBezTo>
                    <a:pt x="18" y="188"/>
                    <a:pt x="15" y="171"/>
                    <a:pt x="20" y="163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18" y="157"/>
                    <a:pt x="17" y="152"/>
                    <a:pt x="18" y="147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7" y="145"/>
                    <a:pt x="6" y="126"/>
                    <a:pt x="16" y="119"/>
                  </a:cubicBezTo>
                  <a:cubicBezTo>
                    <a:pt x="16" y="119"/>
                    <a:pt x="16" y="119"/>
                    <a:pt x="16" y="119"/>
                  </a:cubicBezTo>
                  <a:cubicBezTo>
                    <a:pt x="11" y="113"/>
                    <a:pt x="9" y="101"/>
                    <a:pt x="14" y="93"/>
                  </a:cubicBezTo>
                  <a:cubicBezTo>
                    <a:pt x="4" y="87"/>
                    <a:pt x="9" y="67"/>
                    <a:pt x="15" y="61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1" y="53"/>
                    <a:pt x="11" y="41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5" y="22"/>
                    <a:pt x="8" y="6"/>
                    <a:pt x="18" y="0"/>
                  </a:cubicBezTo>
                  <a:cubicBezTo>
                    <a:pt x="18" y="0"/>
                    <a:pt x="2" y="6"/>
                    <a:pt x="1" y="14"/>
                  </a:cubicBezTo>
                  <a:cubicBezTo>
                    <a:pt x="1" y="16"/>
                    <a:pt x="1" y="17"/>
                    <a:pt x="1" y="18"/>
                  </a:cubicBezTo>
                  <a:cubicBezTo>
                    <a:pt x="1" y="24"/>
                    <a:pt x="3" y="30"/>
                    <a:pt x="6" y="35"/>
                  </a:cubicBezTo>
                  <a:cubicBezTo>
                    <a:pt x="5" y="38"/>
                    <a:pt x="4" y="42"/>
                    <a:pt x="4" y="46"/>
                  </a:cubicBezTo>
                  <a:cubicBezTo>
                    <a:pt x="4" y="51"/>
                    <a:pt x="5" y="55"/>
                    <a:pt x="7" y="59"/>
                  </a:cubicBezTo>
                  <a:cubicBezTo>
                    <a:pt x="3" y="65"/>
                    <a:pt x="0" y="73"/>
                    <a:pt x="0" y="80"/>
                  </a:cubicBezTo>
                  <a:cubicBezTo>
                    <a:pt x="0" y="82"/>
                    <a:pt x="1" y="83"/>
                    <a:pt x="1" y="85"/>
                  </a:cubicBezTo>
                  <a:cubicBezTo>
                    <a:pt x="1" y="89"/>
                    <a:pt x="3" y="92"/>
                    <a:pt x="5" y="95"/>
                  </a:cubicBezTo>
                  <a:cubicBezTo>
                    <a:pt x="4" y="98"/>
                    <a:pt x="3" y="101"/>
                    <a:pt x="3" y="104"/>
                  </a:cubicBezTo>
                  <a:cubicBezTo>
                    <a:pt x="3" y="109"/>
                    <a:pt x="4" y="114"/>
                    <a:pt x="6" y="118"/>
                  </a:cubicBezTo>
                  <a:cubicBezTo>
                    <a:pt x="3" y="122"/>
                    <a:pt x="1" y="128"/>
                    <a:pt x="1" y="133"/>
                  </a:cubicBezTo>
                  <a:cubicBezTo>
                    <a:pt x="1" y="135"/>
                    <a:pt x="1" y="137"/>
                    <a:pt x="2" y="139"/>
                  </a:cubicBezTo>
                  <a:cubicBezTo>
                    <a:pt x="3" y="144"/>
                    <a:pt x="6" y="148"/>
                    <a:pt x="10" y="151"/>
                  </a:cubicBezTo>
                  <a:cubicBezTo>
                    <a:pt x="10" y="151"/>
                    <a:pt x="10" y="151"/>
                    <a:pt x="10" y="151"/>
                  </a:cubicBezTo>
                  <a:cubicBezTo>
                    <a:pt x="10" y="155"/>
                    <a:pt x="11" y="159"/>
                    <a:pt x="12" y="162"/>
                  </a:cubicBezTo>
                  <a:cubicBezTo>
                    <a:pt x="11" y="166"/>
                    <a:pt x="10" y="170"/>
                    <a:pt x="10" y="174"/>
                  </a:cubicBezTo>
                  <a:cubicBezTo>
                    <a:pt x="10" y="178"/>
                    <a:pt x="10" y="182"/>
                    <a:pt x="12" y="185"/>
                  </a:cubicBezTo>
                  <a:cubicBezTo>
                    <a:pt x="14" y="190"/>
                    <a:pt x="16" y="193"/>
                    <a:pt x="19" y="195"/>
                  </a:cubicBezTo>
                  <a:cubicBezTo>
                    <a:pt x="19" y="200"/>
                    <a:pt x="21" y="205"/>
                    <a:pt x="25" y="210"/>
                  </a:cubicBezTo>
                  <a:cubicBezTo>
                    <a:pt x="24" y="213"/>
                    <a:pt x="23" y="216"/>
                    <a:pt x="23" y="219"/>
                  </a:cubicBezTo>
                  <a:cubicBezTo>
                    <a:pt x="23" y="224"/>
                    <a:pt x="24" y="228"/>
                    <a:pt x="25" y="232"/>
                  </a:cubicBezTo>
                  <a:cubicBezTo>
                    <a:pt x="26" y="233"/>
                    <a:pt x="27" y="235"/>
                    <a:pt x="28" y="236"/>
                  </a:cubicBezTo>
                  <a:cubicBezTo>
                    <a:pt x="28" y="238"/>
                    <a:pt x="27" y="241"/>
                    <a:pt x="27" y="243"/>
                  </a:cubicBezTo>
                  <a:cubicBezTo>
                    <a:pt x="27" y="246"/>
                    <a:pt x="28" y="249"/>
                    <a:pt x="28" y="251"/>
                  </a:cubicBezTo>
                  <a:cubicBezTo>
                    <a:pt x="30" y="255"/>
                    <a:pt x="32" y="259"/>
                    <a:pt x="34" y="262"/>
                  </a:cubicBezTo>
                  <a:cubicBezTo>
                    <a:pt x="33" y="265"/>
                    <a:pt x="32" y="268"/>
                    <a:pt x="32" y="272"/>
                  </a:cubicBezTo>
                  <a:cubicBezTo>
                    <a:pt x="32" y="281"/>
                    <a:pt x="58" y="295"/>
                    <a:pt x="58" y="294"/>
                  </a:cubicBezTo>
                  <a:lnTo>
                    <a:pt x="50" y="292"/>
                  </a:lnTo>
                  <a:close/>
                  <a:moveTo>
                    <a:pt x="10" y="147"/>
                  </a:moveTo>
                  <a:cubicBezTo>
                    <a:pt x="10" y="147"/>
                    <a:pt x="10" y="147"/>
                    <a:pt x="10" y="147"/>
                  </a:cubicBezTo>
                  <a:cubicBezTo>
                    <a:pt x="10" y="147"/>
                    <a:pt x="10" y="147"/>
                    <a:pt x="10" y="147"/>
                  </a:cubicBezTo>
                  <a:cubicBezTo>
                    <a:pt x="10" y="147"/>
                    <a:pt x="10" y="147"/>
                    <a:pt x="10" y="147"/>
                  </a:cubicBezTo>
                  <a:close/>
                  <a:moveTo>
                    <a:pt x="20" y="190"/>
                  </a:moveTo>
                  <a:cubicBezTo>
                    <a:pt x="20" y="190"/>
                    <a:pt x="20" y="190"/>
                    <a:pt x="20" y="190"/>
                  </a:cubicBezTo>
                  <a:cubicBezTo>
                    <a:pt x="20" y="190"/>
                    <a:pt x="20" y="190"/>
                    <a:pt x="20" y="190"/>
                  </a:cubicBezTo>
                  <a:cubicBezTo>
                    <a:pt x="20" y="190"/>
                    <a:pt x="20" y="190"/>
                    <a:pt x="20" y="190"/>
                  </a:cubicBezTo>
                  <a:close/>
                </a:path>
              </a:pathLst>
            </a:custGeom>
            <a:solidFill>
              <a:srgbClr val="FF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2" name="Line 255">
              <a:extLst>
                <a:ext uri="{FF2B5EF4-FFF2-40B4-BE49-F238E27FC236}">
                  <a16:creationId xmlns:a16="http://schemas.microsoft.com/office/drawing/2014/main" id="{BD5270BB-3254-45AF-A625-7FAEEB86D1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02" y="3648"/>
              <a:ext cx="283" cy="1"/>
            </a:xfrm>
            <a:prstGeom prst="line">
              <a:avLst/>
            </a:prstGeom>
            <a:noFill/>
            <a:ln w="39688">
              <a:solidFill>
                <a:srgbClr val="FCE4D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3" name="Line 256">
              <a:extLst>
                <a:ext uri="{FF2B5EF4-FFF2-40B4-BE49-F238E27FC236}">
                  <a16:creationId xmlns:a16="http://schemas.microsoft.com/office/drawing/2014/main" id="{5B8876A1-77EE-4C5E-8235-7924B2F3FA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02" y="3623"/>
              <a:ext cx="283" cy="1"/>
            </a:xfrm>
            <a:prstGeom prst="line">
              <a:avLst/>
            </a:prstGeom>
            <a:noFill/>
            <a:ln w="12700">
              <a:solidFill>
                <a:srgbClr val="FCE4D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4" name="Line 257">
              <a:extLst>
                <a:ext uri="{FF2B5EF4-FFF2-40B4-BE49-F238E27FC236}">
                  <a16:creationId xmlns:a16="http://schemas.microsoft.com/office/drawing/2014/main" id="{FF6592DF-5942-441F-B066-29B53F8A9B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02" y="3603"/>
              <a:ext cx="283" cy="1"/>
            </a:xfrm>
            <a:prstGeom prst="line">
              <a:avLst/>
            </a:prstGeom>
            <a:noFill/>
            <a:ln w="12700">
              <a:solidFill>
                <a:srgbClr val="FCE4D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5" name="Freeform 258">
              <a:extLst>
                <a:ext uri="{FF2B5EF4-FFF2-40B4-BE49-F238E27FC236}">
                  <a16:creationId xmlns:a16="http://schemas.microsoft.com/office/drawing/2014/main" id="{19CBDA22-8591-4CD7-B759-2727B152B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262"/>
              <a:ext cx="59" cy="98"/>
            </a:xfrm>
            <a:custGeom>
              <a:avLst/>
              <a:gdLst>
                <a:gd name="T0" fmla="*/ 261 w 28"/>
                <a:gd name="T1" fmla="*/ 0 h 43"/>
                <a:gd name="T2" fmla="*/ 0 w 28"/>
                <a:gd name="T3" fmla="*/ 50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3">
                  <a:moveTo>
                    <a:pt x="28" y="0"/>
                  </a:moveTo>
                  <a:cubicBezTo>
                    <a:pt x="22" y="8"/>
                    <a:pt x="5" y="30"/>
                    <a:pt x="0" y="4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6" name="Freeform 259">
              <a:extLst>
                <a:ext uri="{FF2B5EF4-FFF2-40B4-BE49-F238E27FC236}">
                  <a16:creationId xmlns:a16="http://schemas.microsoft.com/office/drawing/2014/main" id="{9B70BB53-5B95-4EE9-9384-2F011D595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403"/>
              <a:ext cx="32" cy="32"/>
            </a:xfrm>
            <a:custGeom>
              <a:avLst/>
              <a:gdLst>
                <a:gd name="T0" fmla="*/ 145 w 15"/>
                <a:gd name="T1" fmla="*/ 0 h 14"/>
                <a:gd name="T2" fmla="*/ 0 w 15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4"/>
                    <a:pt x="5" y="8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7" name="Freeform 260">
              <a:extLst>
                <a:ext uri="{FF2B5EF4-FFF2-40B4-BE49-F238E27FC236}">
                  <a16:creationId xmlns:a16="http://schemas.microsoft.com/office/drawing/2014/main" id="{191F4268-FF34-4B56-9867-C190DE0D7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367"/>
              <a:ext cx="39" cy="41"/>
            </a:xfrm>
            <a:custGeom>
              <a:avLst/>
              <a:gdLst>
                <a:gd name="T0" fmla="*/ 184 w 18"/>
                <a:gd name="T1" fmla="*/ 0 h 18"/>
                <a:gd name="T2" fmla="*/ 0 w 18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8">
                  <a:moveTo>
                    <a:pt x="18" y="0"/>
                  </a:moveTo>
                  <a:cubicBezTo>
                    <a:pt x="12" y="4"/>
                    <a:pt x="5" y="12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8" name="Freeform 261">
              <a:extLst>
                <a:ext uri="{FF2B5EF4-FFF2-40B4-BE49-F238E27FC236}">
                  <a16:creationId xmlns:a16="http://schemas.microsoft.com/office/drawing/2014/main" id="{E14E635F-EDB5-467E-B445-43548E454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385"/>
              <a:ext cx="64" cy="43"/>
            </a:xfrm>
            <a:custGeom>
              <a:avLst/>
              <a:gdLst>
                <a:gd name="T0" fmla="*/ 0 w 30"/>
                <a:gd name="T1" fmla="*/ 220 h 19"/>
                <a:gd name="T2" fmla="*/ 292 w 30"/>
                <a:gd name="T3" fmla="*/ 93 h 19"/>
                <a:gd name="T4" fmla="*/ 41 w 30"/>
                <a:gd name="T5" fmla="*/ 19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9">
                  <a:moveTo>
                    <a:pt x="0" y="19"/>
                  </a:moveTo>
                  <a:cubicBezTo>
                    <a:pt x="5" y="10"/>
                    <a:pt x="22" y="0"/>
                    <a:pt x="30" y="8"/>
                  </a:cubicBezTo>
                  <a:cubicBezTo>
                    <a:pt x="22" y="9"/>
                    <a:pt x="12" y="13"/>
                    <a:pt x="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9" name="Freeform 262">
              <a:extLst>
                <a:ext uri="{FF2B5EF4-FFF2-40B4-BE49-F238E27FC236}">
                  <a16:creationId xmlns:a16="http://schemas.microsoft.com/office/drawing/2014/main" id="{E2FD1EB9-0219-4915-8AB8-13B623F2E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566"/>
              <a:ext cx="62" cy="32"/>
            </a:xfrm>
            <a:custGeom>
              <a:avLst/>
              <a:gdLst>
                <a:gd name="T0" fmla="*/ 0 w 29"/>
                <a:gd name="T1" fmla="*/ 167 h 14"/>
                <a:gd name="T2" fmla="*/ 284 w 29"/>
                <a:gd name="T3" fmla="*/ 48 h 14"/>
                <a:gd name="T4" fmla="*/ 60 w 29"/>
                <a:gd name="T5" fmla="*/ 14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4">
                  <a:moveTo>
                    <a:pt x="0" y="14"/>
                  </a:moveTo>
                  <a:cubicBezTo>
                    <a:pt x="6" y="8"/>
                    <a:pt x="22" y="0"/>
                    <a:pt x="29" y="4"/>
                  </a:cubicBezTo>
                  <a:cubicBezTo>
                    <a:pt x="21" y="5"/>
                    <a:pt x="15" y="10"/>
                    <a:pt x="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0" name="Freeform 263">
              <a:extLst>
                <a:ext uri="{FF2B5EF4-FFF2-40B4-BE49-F238E27FC236}">
                  <a16:creationId xmlns:a16="http://schemas.microsoft.com/office/drawing/2014/main" id="{22F00815-429F-4C61-8367-7244A5535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736"/>
              <a:ext cx="74" cy="43"/>
            </a:xfrm>
            <a:custGeom>
              <a:avLst/>
              <a:gdLst>
                <a:gd name="T0" fmla="*/ 0 w 35"/>
                <a:gd name="T1" fmla="*/ 220 h 19"/>
                <a:gd name="T2" fmla="*/ 330 w 35"/>
                <a:gd name="T3" fmla="*/ 129 h 19"/>
                <a:gd name="T4" fmla="*/ 104 w 35"/>
                <a:gd name="T5" fmla="*/ 18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9">
                  <a:moveTo>
                    <a:pt x="0" y="19"/>
                  </a:moveTo>
                  <a:cubicBezTo>
                    <a:pt x="7" y="14"/>
                    <a:pt x="29" y="0"/>
                    <a:pt x="35" y="11"/>
                  </a:cubicBezTo>
                  <a:cubicBezTo>
                    <a:pt x="26" y="8"/>
                    <a:pt x="19" y="19"/>
                    <a:pt x="1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1" name="Freeform 264">
              <a:extLst>
                <a:ext uri="{FF2B5EF4-FFF2-40B4-BE49-F238E27FC236}">
                  <a16:creationId xmlns:a16="http://schemas.microsoft.com/office/drawing/2014/main" id="{6D937449-6F46-4AEF-8F55-731963C1E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922"/>
              <a:ext cx="38" cy="27"/>
            </a:xfrm>
            <a:custGeom>
              <a:avLst/>
              <a:gdLst>
                <a:gd name="T0" fmla="*/ 152 w 18"/>
                <a:gd name="T1" fmla="*/ 11 h 12"/>
                <a:gd name="T2" fmla="*/ 0 w 18"/>
                <a:gd name="T3" fmla="*/ 137 h 12"/>
                <a:gd name="T4" fmla="*/ 160 w 18"/>
                <a:gd name="T5" fmla="*/ 92 h 12"/>
                <a:gd name="T6" fmla="*/ 160 w 18"/>
                <a:gd name="T7" fmla="*/ 1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16" y="1"/>
                  </a:moveTo>
                  <a:cubicBezTo>
                    <a:pt x="9" y="0"/>
                    <a:pt x="2" y="5"/>
                    <a:pt x="0" y="12"/>
                  </a:cubicBezTo>
                  <a:cubicBezTo>
                    <a:pt x="6" y="12"/>
                    <a:pt x="11" y="7"/>
                    <a:pt x="17" y="8"/>
                  </a:cubicBezTo>
                  <a:cubicBezTo>
                    <a:pt x="16" y="5"/>
                    <a:pt x="18" y="3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2" name="Freeform 265">
              <a:extLst>
                <a:ext uri="{FF2B5EF4-FFF2-40B4-BE49-F238E27FC236}">
                  <a16:creationId xmlns:a16="http://schemas.microsoft.com/office/drawing/2014/main" id="{EF2C87DA-7D77-4353-8820-3BF88ADD5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983"/>
              <a:ext cx="26" cy="23"/>
            </a:xfrm>
            <a:custGeom>
              <a:avLst/>
              <a:gdLst>
                <a:gd name="T0" fmla="*/ 80 w 12"/>
                <a:gd name="T1" fmla="*/ 12 h 10"/>
                <a:gd name="T2" fmla="*/ 0 w 12"/>
                <a:gd name="T3" fmla="*/ 85 h 10"/>
                <a:gd name="T4" fmla="*/ 93 w 12"/>
                <a:gd name="T5" fmla="*/ 94 h 10"/>
                <a:gd name="T6" fmla="*/ 121 w 12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8" y="1"/>
                  </a:moveTo>
                  <a:cubicBezTo>
                    <a:pt x="4" y="0"/>
                    <a:pt x="1" y="3"/>
                    <a:pt x="0" y="7"/>
                  </a:cubicBezTo>
                  <a:cubicBezTo>
                    <a:pt x="2" y="7"/>
                    <a:pt x="7" y="10"/>
                    <a:pt x="9" y="8"/>
                  </a:cubicBezTo>
                  <a:cubicBezTo>
                    <a:pt x="12" y="6"/>
                    <a:pt x="8" y="3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3" name="Freeform 266">
              <a:extLst>
                <a:ext uri="{FF2B5EF4-FFF2-40B4-BE49-F238E27FC236}">
                  <a16:creationId xmlns:a16="http://schemas.microsoft.com/office/drawing/2014/main" id="{1E5C26BC-5A95-4367-BDE2-A25471981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194"/>
              <a:ext cx="43" cy="16"/>
            </a:xfrm>
            <a:custGeom>
              <a:avLst/>
              <a:gdLst>
                <a:gd name="T0" fmla="*/ 69 w 20"/>
                <a:gd name="T1" fmla="*/ 0 h 7"/>
                <a:gd name="T2" fmla="*/ 0 w 20"/>
                <a:gd name="T3" fmla="*/ 85 h 7"/>
                <a:gd name="T4" fmla="*/ 140 w 2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">
                  <a:moveTo>
                    <a:pt x="7" y="0"/>
                  </a:moveTo>
                  <a:cubicBezTo>
                    <a:pt x="3" y="1"/>
                    <a:pt x="0" y="3"/>
                    <a:pt x="0" y="7"/>
                  </a:cubicBezTo>
                  <a:cubicBezTo>
                    <a:pt x="3" y="6"/>
                    <a:pt x="20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4" name="Freeform 267">
              <a:extLst>
                <a:ext uri="{FF2B5EF4-FFF2-40B4-BE49-F238E27FC236}">
                  <a16:creationId xmlns:a16="http://schemas.microsoft.com/office/drawing/2014/main" id="{5BCA99A6-B671-4FA6-99D4-F70EBE360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076"/>
              <a:ext cx="24" cy="16"/>
            </a:xfrm>
            <a:custGeom>
              <a:avLst/>
              <a:gdLst>
                <a:gd name="T0" fmla="*/ 44 w 11"/>
                <a:gd name="T1" fmla="*/ 0 h 7"/>
                <a:gd name="T2" fmla="*/ 0 w 11"/>
                <a:gd name="T3" fmla="*/ 57 h 7"/>
                <a:gd name="T4" fmla="*/ 105 w 11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  <a:cubicBezTo>
                    <a:pt x="4" y="7"/>
                    <a:pt x="11" y="5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5" name="Freeform 268">
              <a:extLst>
                <a:ext uri="{FF2B5EF4-FFF2-40B4-BE49-F238E27FC236}">
                  <a16:creationId xmlns:a16="http://schemas.microsoft.com/office/drawing/2014/main" id="{CB01CB1C-E8AC-4245-A294-A7D282B03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197"/>
              <a:ext cx="23" cy="25"/>
            </a:xfrm>
            <a:custGeom>
              <a:avLst/>
              <a:gdLst>
                <a:gd name="T0" fmla="*/ 65 w 11"/>
                <a:gd name="T1" fmla="*/ 0 h 11"/>
                <a:gd name="T2" fmla="*/ 0 w 11"/>
                <a:gd name="T3" fmla="*/ 57 h 11"/>
                <a:gd name="T4" fmla="*/ 100 w 11"/>
                <a:gd name="T5" fmla="*/ 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7" y="0"/>
                  </a:moveTo>
                  <a:cubicBezTo>
                    <a:pt x="4" y="0"/>
                    <a:pt x="2" y="2"/>
                    <a:pt x="0" y="5"/>
                  </a:cubicBezTo>
                  <a:cubicBezTo>
                    <a:pt x="8" y="11"/>
                    <a:pt x="7" y="2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6" name="Freeform 269">
              <a:extLst>
                <a:ext uri="{FF2B5EF4-FFF2-40B4-BE49-F238E27FC236}">
                  <a16:creationId xmlns:a16="http://schemas.microsoft.com/office/drawing/2014/main" id="{1962211F-894F-4A8E-99BC-13C5ED13A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283"/>
              <a:ext cx="25" cy="16"/>
            </a:xfrm>
            <a:custGeom>
              <a:avLst/>
              <a:gdLst>
                <a:gd name="T0" fmla="*/ 56 w 12"/>
                <a:gd name="T1" fmla="*/ 0 h 7"/>
                <a:gd name="T2" fmla="*/ 0 w 12"/>
                <a:gd name="T3" fmla="*/ 48 h 7"/>
                <a:gd name="T4" fmla="*/ 108 w 12"/>
                <a:gd name="T5" fmla="*/ 37 h 7"/>
                <a:gd name="T6" fmla="*/ 92 w 12"/>
                <a:gd name="T7" fmla="*/ 2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6" y="0"/>
                  </a:moveTo>
                  <a:cubicBezTo>
                    <a:pt x="3" y="0"/>
                    <a:pt x="1" y="1"/>
                    <a:pt x="0" y="4"/>
                  </a:cubicBezTo>
                  <a:cubicBezTo>
                    <a:pt x="3" y="6"/>
                    <a:pt x="10" y="7"/>
                    <a:pt x="12" y="3"/>
                  </a:cubicBezTo>
                  <a:cubicBezTo>
                    <a:pt x="12" y="2"/>
                    <a:pt x="11" y="2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7" name="Freeform 270">
              <a:extLst>
                <a:ext uri="{FF2B5EF4-FFF2-40B4-BE49-F238E27FC236}">
                  <a16:creationId xmlns:a16="http://schemas.microsoft.com/office/drawing/2014/main" id="{BACD362E-C2E4-463E-8E24-8FA00E5B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392"/>
              <a:ext cx="21" cy="16"/>
            </a:xfrm>
            <a:custGeom>
              <a:avLst/>
              <a:gdLst>
                <a:gd name="T0" fmla="*/ 57 w 10"/>
                <a:gd name="T1" fmla="*/ 0 h 7"/>
                <a:gd name="T2" fmla="*/ 0 w 10"/>
                <a:gd name="T3" fmla="*/ 85 h 7"/>
                <a:gd name="T4" fmla="*/ 92 w 10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3" y="2"/>
                    <a:pt x="0" y="4"/>
                    <a:pt x="0" y="7"/>
                  </a:cubicBezTo>
                  <a:cubicBezTo>
                    <a:pt x="3" y="7"/>
                    <a:pt x="8" y="5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8" name="Freeform 271">
              <a:extLst>
                <a:ext uri="{FF2B5EF4-FFF2-40B4-BE49-F238E27FC236}">
                  <a16:creationId xmlns:a16="http://schemas.microsoft.com/office/drawing/2014/main" id="{1B8938DE-4823-4691-9474-E8A612BE8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489"/>
              <a:ext cx="125" cy="569"/>
            </a:xfrm>
            <a:custGeom>
              <a:avLst/>
              <a:gdLst>
                <a:gd name="T0" fmla="*/ 561 w 59"/>
                <a:gd name="T1" fmla="*/ 0 h 251"/>
                <a:gd name="T2" fmla="*/ 144 w 59"/>
                <a:gd name="T3" fmla="*/ 2924 h 251"/>
                <a:gd name="T4" fmla="*/ 561 w 59"/>
                <a:gd name="T5" fmla="*/ 0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51">
                  <a:moveTo>
                    <a:pt x="59" y="0"/>
                  </a:moveTo>
                  <a:cubicBezTo>
                    <a:pt x="42" y="21"/>
                    <a:pt x="0" y="109"/>
                    <a:pt x="15" y="251"/>
                  </a:cubicBezTo>
                  <a:cubicBezTo>
                    <a:pt x="19" y="131"/>
                    <a:pt x="17" y="98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9" name="Freeform 272">
              <a:extLst>
                <a:ext uri="{FF2B5EF4-FFF2-40B4-BE49-F238E27FC236}">
                  <a16:creationId xmlns:a16="http://schemas.microsoft.com/office/drawing/2014/main" id="{D9FE020B-6D15-45EA-BC3E-31732F1F4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884"/>
              <a:ext cx="27" cy="74"/>
            </a:xfrm>
            <a:custGeom>
              <a:avLst/>
              <a:gdLst>
                <a:gd name="T0" fmla="*/ 91 w 13"/>
                <a:gd name="T1" fmla="*/ 372 h 33"/>
                <a:gd name="T2" fmla="*/ 116 w 13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3">
                  <a:moveTo>
                    <a:pt x="10" y="33"/>
                  </a:moveTo>
                  <a:cubicBezTo>
                    <a:pt x="0" y="22"/>
                    <a:pt x="3" y="6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0" name="Freeform 273">
              <a:extLst>
                <a:ext uri="{FF2B5EF4-FFF2-40B4-BE49-F238E27FC236}">
                  <a16:creationId xmlns:a16="http://schemas.microsoft.com/office/drawing/2014/main" id="{AA9745D3-DF05-43CA-AF2F-DFB4D4BE6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022"/>
              <a:ext cx="24" cy="73"/>
            </a:xfrm>
            <a:custGeom>
              <a:avLst/>
              <a:gdLst>
                <a:gd name="T0" fmla="*/ 113 w 11"/>
                <a:gd name="T1" fmla="*/ 0 h 32"/>
                <a:gd name="T2" fmla="*/ 105 w 11"/>
                <a:gd name="T3" fmla="*/ 38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11" y="0"/>
                  </a:moveTo>
                  <a:cubicBezTo>
                    <a:pt x="5" y="6"/>
                    <a:pt x="0" y="27"/>
                    <a:pt x="10" y="3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1" name="Freeform 274">
              <a:extLst>
                <a:ext uri="{FF2B5EF4-FFF2-40B4-BE49-F238E27FC236}">
                  <a16:creationId xmlns:a16="http://schemas.microsoft.com/office/drawing/2014/main" id="{94682888-4214-41BC-BEF8-80EAAC6A6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154"/>
              <a:ext cx="25" cy="61"/>
            </a:xfrm>
            <a:custGeom>
              <a:avLst/>
              <a:gdLst>
                <a:gd name="T0" fmla="*/ 92 w 12"/>
                <a:gd name="T1" fmla="*/ 0 h 27"/>
                <a:gd name="T2" fmla="*/ 108 w 12"/>
                <a:gd name="T3" fmla="*/ 3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10" y="0"/>
                  </a:moveTo>
                  <a:cubicBezTo>
                    <a:pt x="0" y="7"/>
                    <a:pt x="1" y="26"/>
                    <a:pt x="12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2" name="Freeform 275">
              <a:extLst>
                <a:ext uri="{FF2B5EF4-FFF2-40B4-BE49-F238E27FC236}">
                  <a16:creationId xmlns:a16="http://schemas.microsoft.com/office/drawing/2014/main" id="{2406A38F-6750-4B28-BC07-025512062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253"/>
              <a:ext cx="27" cy="62"/>
            </a:xfrm>
            <a:custGeom>
              <a:avLst/>
              <a:gdLst>
                <a:gd name="T0" fmla="*/ 44 w 13"/>
                <a:gd name="T1" fmla="*/ 0 h 27"/>
                <a:gd name="T2" fmla="*/ 116 w 13"/>
                <a:gd name="T3" fmla="*/ 32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5" y="0"/>
                  </a:moveTo>
                  <a:cubicBezTo>
                    <a:pt x="0" y="8"/>
                    <a:pt x="3" y="25"/>
                    <a:pt x="13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3" name="Freeform 276">
              <a:extLst>
                <a:ext uri="{FF2B5EF4-FFF2-40B4-BE49-F238E27FC236}">
                  <a16:creationId xmlns:a16="http://schemas.microsoft.com/office/drawing/2014/main" id="{0B0C68C4-4BC8-4F4A-9A8E-98E5D6C00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355"/>
              <a:ext cx="21" cy="59"/>
            </a:xfrm>
            <a:custGeom>
              <a:avLst/>
              <a:gdLst>
                <a:gd name="T0" fmla="*/ 48 w 10"/>
                <a:gd name="T1" fmla="*/ 0 h 26"/>
                <a:gd name="T2" fmla="*/ 92 w 10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5" y="0"/>
                  </a:moveTo>
                  <a:cubicBezTo>
                    <a:pt x="0" y="7"/>
                    <a:pt x="1" y="25"/>
                    <a:pt x="10" y="2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4" name="Freeform 277">
              <a:extLst>
                <a:ext uri="{FF2B5EF4-FFF2-40B4-BE49-F238E27FC236}">
                  <a16:creationId xmlns:a16="http://schemas.microsoft.com/office/drawing/2014/main" id="{CCF78C1E-F47A-4749-B483-A70E0D23D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464"/>
              <a:ext cx="34" cy="82"/>
            </a:xfrm>
            <a:custGeom>
              <a:avLst/>
              <a:gdLst>
                <a:gd name="T0" fmla="*/ 104 w 16"/>
                <a:gd name="T1" fmla="*/ 0 h 36"/>
                <a:gd name="T2" fmla="*/ 153 w 16"/>
                <a:gd name="T3" fmla="*/ 42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6">
                  <a:moveTo>
                    <a:pt x="11" y="0"/>
                  </a:moveTo>
                  <a:cubicBezTo>
                    <a:pt x="8" y="6"/>
                    <a:pt x="0" y="22"/>
                    <a:pt x="16" y="3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5" name="Freeform 278">
              <a:extLst>
                <a:ext uri="{FF2B5EF4-FFF2-40B4-BE49-F238E27FC236}">
                  <a16:creationId xmlns:a16="http://schemas.microsoft.com/office/drawing/2014/main" id="{582233D2-C9D3-4781-B21B-BFEB819E9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934"/>
              <a:ext cx="76" cy="102"/>
            </a:xfrm>
            <a:custGeom>
              <a:avLst/>
              <a:gdLst>
                <a:gd name="T0" fmla="*/ 188 w 36"/>
                <a:gd name="T1" fmla="*/ 36 h 45"/>
                <a:gd name="T2" fmla="*/ 160 w 36"/>
                <a:gd name="T3" fmla="*/ 487 h 45"/>
                <a:gd name="T4" fmla="*/ 188 w 36"/>
                <a:gd name="T5" fmla="*/ 3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5">
                  <a:moveTo>
                    <a:pt x="20" y="3"/>
                  </a:moveTo>
                  <a:cubicBezTo>
                    <a:pt x="0" y="3"/>
                    <a:pt x="1" y="45"/>
                    <a:pt x="17" y="42"/>
                  </a:cubicBezTo>
                  <a:cubicBezTo>
                    <a:pt x="34" y="40"/>
                    <a:pt x="36" y="0"/>
                    <a:pt x="20" y="3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56" name="Freeform 279">
              <a:extLst>
                <a:ext uri="{FF2B5EF4-FFF2-40B4-BE49-F238E27FC236}">
                  <a16:creationId xmlns:a16="http://schemas.microsoft.com/office/drawing/2014/main" id="{489F5AC5-9A5A-4C10-8500-C62A3E241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067"/>
              <a:ext cx="79" cy="102"/>
            </a:xfrm>
            <a:custGeom>
              <a:avLst/>
              <a:gdLst>
                <a:gd name="T0" fmla="*/ 173 w 37"/>
                <a:gd name="T1" fmla="*/ 73 h 45"/>
                <a:gd name="T2" fmla="*/ 224 w 37"/>
                <a:gd name="T3" fmla="*/ 487 h 45"/>
                <a:gd name="T4" fmla="*/ 173 w 37"/>
                <a:gd name="T5" fmla="*/ 7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5">
                  <a:moveTo>
                    <a:pt x="18" y="6"/>
                  </a:moveTo>
                  <a:cubicBezTo>
                    <a:pt x="0" y="13"/>
                    <a:pt x="8" y="45"/>
                    <a:pt x="23" y="42"/>
                  </a:cubicBezTo>
                  <a:cubicBezTo>
                    <a:pt x="37" y="38"/>
                    <a:pt x="35" y="0"/>
                    <a:pt x="18" y="6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57" name="Freeform 280">
              <a:extLst>
                <a:ext uri="{FF2B5EF4-FFF2-40B4-BE49-F238E27FC236}">
                  <a16:creationId xmlns:a16="http://schemas.microsoft.com/office/drawing/2014/main" id="{95F609F5-AD0F-46AC-BE23-8E29E79CE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181"/>
              <a:ext cx="77" cy="90"/>
            </a:xfrm>
            <a:custGeom>
              <a:avLst/>
              <a:gdLst>
                <a:gd name="T0" fmla="*/ 156 w 36"/>
                <a:gd name="T1" fmla="*/ 72 h 40"/>
                <a:gd name="T2" fmla="*/ 216 w 36"/>
                <a:gd name="T3" fmla="*/ 410 h 40"/>
                <a:gd name="T4" fmla="*/ 156 w 36"/>
                <a:gd name="T5" fmla="*/ 7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0">
                  <a:moveTo>
                    <a:pt x="16" y="6"/>
                  </a:moveTo>
                  <a:cubicBezTo>
                    <a:pt x="0" y="13"/>
                    <a:pt x="9" y="40"/>
                    <a:pt x="22" y="36"/>
                  </a:cubicBezTo>
                  <a:cubicBezTo>
                    <a:pt x="36" y="33"/>
                    <a:pt x="33" y="0"/>
                    <a:pt x="16" y="6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58" name="Freeform 281">
              <a:extLst>
                <a:ext uri="{FF2B5EF4-FFF2-40B4-BE49-F238E27FC236}">
                  <a16:creationId xmlns:a16="http://schemas.microsoft.com/office/drawing/2014/main" id="{F8513FFC-F5F3-4660-A2D3-8C620C68F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283"/>
              <a:ext cx="79" cy="86"/>
            </a:xfrm>
            <a:custGeom>
              <a:avLst/>
              <a:gdLst>
                <a:gd name="T0" fmla="*/ 173 w 37"/>
                <a:gd name="T1" fmla="*/ 72 h 38"/>
                <a:gd name="T2" fmla="*/ 241 w 37"/>
                <a:gd name="T3" fmla="*/ 394 h 38"/>
                <a:gd name="T4" fmla="*/ 173 w 37"/>
                <a:gd name="T5" fmla="*/ 7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8">
                  <a:moveTo>
                    <a:pt x="18" y="6"/>
                  </a:moveTo>
                  <a:cubicBezTo>
                    <a:pt x="0" y="13"/>
                    <a:pt x="13" y="38"/>
                    <a:pt x="25" y="34"/>
                  </a:cubicBezTo>
                  <a:cubicBezTo>
                    <a:pt x="37" y="29"/>
                    <a:pt x="34" y="0"/>
                    <a:pt x="18" y="6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59" name="Freeform 282">
              <a:extLst>
                <a:ext uri="{FF2B5EF4-FFF2-40B4-BE49-F238E27FC236}">
                  <a16:creationId xmlns:a16="http://schemas.microsoft.com/office/drawing/2014/main" id="{25289C26-0445-4268-BA16-02C1FCA71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396"/>
              <a:ext cx="71" cy="93"/>
            </a:xfrm>
            <a:custGeom>
              <a:avLst/>
              <a:gdLst>
                <a:gd name="T0" fmla="*/ 120 w 33"/>
                <a:gd name="T1" fmla="*/ 73 h 41"/>
                <a:gd name="T2" fmla="*/ 226 w 33"/>
                <a:gd name="T3" fmla="*/ 361 h 41"/>
                <a:gd name="T4" fmla="*/ 120 w 33"/>
                <a:gd name="T5" fmla="*/ 7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1">
                  <a:moveTo>
                    <a:pt x="12" y="6"/>
                  </a:moveTo>
                  <a:cubicBezTo>
                    <a:pt x="0" y="18"/>
                    <a:pt x="14" y="41"/>
                    <a:pt x="23" y="31"/>
                  </a:cubicBezTo>
                  <a:cubicBezTo>
                    <a:pt x="33" y="21"/>
                    <a:pt x="24" y="0"/>
                    <a:pt x="12" y="6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60" name="Freeform 283">
              <a:extLst>
                <a:ext uri="{FF2B5EF4-FFF2-40B4-BE49-F238E27FC236}">
                  <a16:creationId xmlns:a16="http://schemas.microsoft.com/office/drawing/2014/main" id="{4D45B922-FA6C-46BE-A71A-85060D430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727"/>
              <a:ext cx="21" cy="59"/>
            </a:xfrm>
            <a:custGeom>
              <a:avLst/>
              <a:gdLst>
                <a:gd name="T0" fmla="*/ 92 w 10"/>
                <a:gd name="T1" fmla="*/ 0 h 26"/>
                <a:gd name="T2" fmla="*/ 17 w 10"/>
                <a:gd name="T3" fmla="*/ 304 h 26"/>
                <a:gd name="T4" fmla="*/ 48 w 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10" y="0"/>
                  </a:moveTo>
                  <a:cubicBezTo>
                    <a:pt x="10" y="0"/>
                    <a:pt x="2" y="18"/>
                    <a:pt x="2" y="26"/>
                  </a:cubicBezTo>
                  <a:cubicBezTo>
                    <a:pt x="0" y="16"/>
                    <a:pt x="5" y="0"/>
                    <a:pt x="5" y="0"/>
                  </a:cubicBezTo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61" name="Freeform 284">
              <a:extLst>
                <a:ext uri="{FF2B5EF4-FFF2-40B4-BE49-F238E27FC236}">
                  <a16:creationId xmlns:a16="http://schemas.microsoft.com/office/drawing/2014/main" id="{13BF1483-AE4F-4621-810D-587DFFE39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727"/>
              <a:ext cx="21" cy="59"/>
            </a:xfrm>
            <a:custGeom>
              <a:avLst/>
              <a:gdLst>
                <a:gd name="T0" fmla="*/ 92 w 10"/>
                <a:gd name="T1" fmla="*/ 0 h 26"/>
                <a:gd name="T2" fmla="*/ 17 w 10"/>
                <a:gd name="T3" fmla="*/ 304 h 26"/>
                <a:gd name="T4" fmla="*/ 48 w 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10" y="0"/>
                  </a:moveTo>
                  <a:cubicBezTo>
                    <a:pt x="10" y="0"/>
                    <a:pt x="2" y="18"/>
                    <a:pt x="2" y="26"/>
                  </a:cubicBezTo>
                  <a:cubicBezTo>
                    <a:pt x="0" y="16"/>
                    <a:pt x="5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2" name="Freeform 285">
              <a:extLst>
                <a:ext uri="{FF2B5EF4-FFF2-40B4-BE49-F238E27FC236}">
                  <a16:creationId xmlns:a16="http://schemas.microsoft.com/office/drawing/2014/main" id="{FE2A479E-352B-4D95-9BA1-58302D9F7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45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3" name="Freeform 286">
              <a:extLst>
                <a:ext uri="{FF2B5EF4-FFF2-40B4-BE49-F238E27FC236}">
                  <a16:creationId xmlns:a16="http://schemas.microsoft.com/office/drawing/2014/main" id="{C7A189CF-6F5E-483C-BEDB-CA5F6575B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482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4" name="Freeform 287">
              <a:extLst>
                <a:ext uri="{FF2B5EF4-FFF2-40B4-BE49-F238E27FC236}">
                  <a16:creationId xmlns:a16="http://schemas.microsoft.com/office/drawing/2014/main" id="{6C6FDD8E-D101-4207-B76E-44A0064CD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464"/>
              <a:ext cx="4" cy="7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7 h 3"/>
                <a:gd name="T4" fmla="*/ 0 w 2"/>
                <a:gd name="T5" fmla="*/ 0 h 3"/>
                <a:gd name="T6" fmla="*/ 0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5" name="Freeform 288">
              <a:extLst>
                <a:ext uri="{FF2B5EF4-FFF2-40B4-BE49-F238E27FC236}">
                  <a16:creationId xmlns:a16="http://schemas.microsoft.com/office/drawing/2014/main" id="{FF7DB559-CF40-498D-ADFF-B9D85A4EC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496"/>
              <a:ext cx="2" cy="2"/>
            </a:xfrm>
            <a:custGeom>
              <a:avLst/>
              <a:gdLst>
                <a:gd name="T0" fmla="*/ 8 w 1"/>
                <a:gd name="T1" fmla="*/ 8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6" name="Freeform 289">
              <a:extLst>
                <a:ext uri="{FF2B5EF4-FFF2-40B4-BE49-F238E27FC236}">
                  <a16:creationId xmlns:a16="http://schemas.microsoft.com/office/drawing/2014/main" id="{F7C9B61D-9973-428C-AFA0-CFF12D18D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446"/>
              <a:ext cx="5" cy="2"/>
            </a:xfrm>
            <a:custGeom>
              <a:avLst/>
              <a:gdLst>
                <a:gd name="T0" fmla="*/ 0 w 2"/>
                <a:gd name="T1" fmla="*/ 8 h 1"/>
                <a:gd name="T2" fmla="*/ 20 w 2"/>
                <a:gd name="T3" fmla="*/ 8 h 1"/>
                <a:gd name="T4" fmla="*/ 0 w 2"/>
                <a:gd name="T5" fmla="*/ 0 h 1"/>
                <a:gd name="T6" fmla="*/ 20 w 2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2" y="1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7" name="Freeform 290">
              <a:extLst>
                <a:ext uri="{FF2B5EF4-FFF2-40B4-BE49-F238E27FC236}">
                  <a16:creationId xmlns:a16="http://schemas.microsoft.com/office/drawing/2014/main" id="{3C90F2DD-A679-4E23-9FCE-4492804CD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500"/>
              <a:ext cx="4" cy="3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0 w 2"/>
                <a:gd name="T5" fmla="*/ 27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0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8" name="Freeform 291">
              <a:extLst>
                <a:ext uri="{FF2B5EF4-FFF2-40B4-BE49-F238E27FC236}">
                  <a16:creationId xmlns:a16="http://schemas.microsoft.com/office/drawing/2014/main" id="{020FCC0C-33E5-49FE-B89D-E4300E9EE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478"/>
              <a:ext cx="2" cy="4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16 h 2"/>
                <a:gd name="T4" fmla="*/ 0 w 1"/>
                <a:gd name="T5" fmla="*/ 16 h 2"/>
                <a:gd name="T6" fmla="*/ 8 w 1"/>
                <a:gd name="T7" fmla="*/ 0 h 2"/>
                <a:gd name="T8" fmla="*/ 0 w 1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0"/>
                    <a:pt x="1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9" name="Freeform 292">
              <a:extLst>
                <a:ext uri="{FF2B5EF4-FFF2-40B4-BE49-F238E27FC236}">
                  <a16:creationId xmlns:a16="http://schemas.microsoft.com/office/drawing/2014/main" id="{51AC6008-A591-4D33-AFC0-6405A8E26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455"/>
              <a:ext cx="7" cy="9"/>
            </a:xfrm>
            <a:custGeom>
              <a:avLst/>
              <a:gdLst>
                <a:gd name="T0" fmla="*/ 12 w 3"/>
                <a:gd name="T1" fmla="*/ 25 h 4"/>
                <a:gd name="T2" fmla="*/ 12 w 3"/>
                <a:gd name="T3" fmla="*/ 45 h 4"/>
                <a:gd name="T4" fmla="*/ 28 w 3"/>
                <a:gd name="T5" fmla="*/ 0 h 4"/>
                <a:gd name="T6" fmla="*/ 12 w 3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0" name="Freeform 293">
              <a:extLst>
                <a:ext uri="{FF2B5EF4-FFF2-40B4-BE49-F238E27FC236}">
                  <a16:creationId xmlns:a16="http://schemas.microsoft.com/office/drawing/2014/main" id="{1C1D8B36-0A8B-4B6D-8608-943B884B3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478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8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0" y="2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1" name="Freeform 294">
              <a:extLst>
                <a:ext uri="{FF2B5EF4-FFF2-40B4-BE49-F238E27FC236}">
                  <a16:creationId xmlns:a16="http://schemas.microsoft.com/office/drawing/2014/main" id="{144723F2-8517-49C7-81BC-034E28F85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464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2" name="Freeform 295">
              <a:extLst>
                <a:ext uri="{FF2B5EF4-FFF2-40B4-BE49-F238E27FC236}">
                  <a16:creationId xmlns:a16="http://schemas.microsoft.com/office/drawing/2014/main" id="{1DB7DFC3-352A-4781-BB88-11FC38A80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478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3" name="Freeform 296">
              <a:extLst>
                <a:ext uri="{FF2B5EF4-FFF2-40B4-BE49-F238E27FC236}">
                  <a16:creationId xmlns:a16="http://schemas.microsoft.com/office/drawing/2014/main" id="{8EC247DC-13AA-4F74-864B-DB14BCF89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444"/>
              <a:ext cx="2" cy="4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16 h 2"/>
                <a:gd name="T4" fmla="*/ 8 w 1"/>
                <a:gd name="T5" fmla="*/ 8 h 2"/>
                <a:gd name="T6" fmla="*/ 0 w 1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4" name="Freeform 297">
              <a:extLst>
                <a:ext uri="{FF2B5EF4-FFF2-40B4-BE49-F238E27FC236}">
                  <a16:creationId xmlns:a16="http://schemas.microsoft.com/office/drawing/2014/main" id="{7A8A024C-81B3-4112-91B9-0B455503E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498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0 h 2"/>
                <a:gd name="T4" fmla="*/ 0 w 1"/>
                <a:gd name="T5" fmla="*/ 33 h 2"/>
                <a:gd name="T6" fmla="*/ 8 w 1"/>
                <a:gd name="T7" fmla="*/ 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5" name="Freeform 298">
              <a:extLst>
                <a:ext uri="{FF2B5EF4-FFF2-40B4-BE49-F238E27FC236}">
                  <a16:creationId xmlns:a16="http://schemas.microsoft.com/office/drawing/2014/main" id="{84FC2696-D315-4544-8B83-05590155E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496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6" name="Freeform 299">
              <a:extLst>
                <a:ext uri="{FF2B5EF4-FFF2-40B4-BE49-F238E27FC236}">
                  <a16:creationId xmlns:a16="http://schemas.microsoft.com/office/drawing/2014/main" id="{9BC88ED4-1BFC-4C11-B9A3-2BD492DFE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260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7" name="Freeform 300">
              <a:extLst>
                <a:ext uri="{FF2B5EF4-FFF2-40B4-BE49-F238E27FC236}">
                  <a16:creationId xmlns:a16="http://schemas.microsoft.com/office/drawing/2014/main" id="{16BB4D81-9E37-4D10-AB8C-2934A58D6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285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8" name="Freeform 301">
              <a:extLst>
                <a:ext uri="{FF2B5EF4-FFF2-40B4-BE49-F238E27FC236}">
                  <a16:creationId xmlns:a16="http://schemas.microsoft.com/office/drawing/2014/main" id="{40C26B00-66EB-4491-B2CB-20F4C92D1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267"/>
              <a:ext cx="4" cy="7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7 h 3"/>
                <a:gd name="T4" fmla="*/ 0 w 2"/>
                <a:gd name="T5" fmla="*/ 0 h 3"/>
                <a:gd name="T6" fmla="*/ 0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9" name="Freeform 302">
              <a:extLst>
                <a:ext uri="{FF2B5EF4-FFF2-40B4-BE49-F238E27FC236}">
                  <a16:creationId xmlns:a16="http://schemas.microsoft.com/office/drawing/2014/main" id="{04C5360B-7A10-4CFA-AA98-25A6B0001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298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0" name="Freeform 303">
              <a:extLst>
                <a:ext uri="{FF2B5EF4-FFF2-40B4-BE49-F238E27FC236}">
                  <a16:creationId xmlns:a16="http://schemas.microsoft.com/office/drawing/2014/main" id="{E2FCF186-E1CA-4384-8503-709995F8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303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0 h 1"/>
                <a:gd name="T4" fmla="*/ 0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1" name="Freeform 304">
              <a:extLst>
                <a:ext uri="{FF2B5EF4-FFF2-40B4-BE49-F238E27FC236}">
                  <a16:creationId xmlns:a16="http://schemas.microsoft.com/office/drawing/2014/main" id="{B6E535B0-118D-4D45-BE0A-0671E7F5D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280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33 h 2"/>
                <a:gd name="T4" fmla="*/ 8 w 1"/>
                <a:gd name="T5" fmla="*/ 33 h 2"/>
                <a:gd name="T6" fmla="*/ 8 w 1"/>
                <a:gd name="T7" fmla="*/ 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0"/>
                    <a:pt x="1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2" name="Freeform 305">
              <a:extLst>
                <a:ext uri="{FF2B5EF4-FFF2-40B4-BE49-F238E27FC236}">
                  <a16:creationId xmlns:a16="http://schemas.microsoft.com/office/drawing/2014/main" id="{EFC6C458-F469-49E0-A59B-C705914E5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258"/>
              <a:ext cx="5" cy="9"/>
            </a:xfrm>
            <a:custGeom>
              <a:avLst/>
              <a:gdLst>
                <a:gd name="T0" fmla="*/ 0 w 2"/>
                <a:gd name="T1" fmla="*/ 25 h 4"/>
                <a:gd name="T2" fmla="*/ 0 w 2"/>
                <a:gd name="T3" fmla="*/ 45 h 4"/>
                <a:gd name="T4" fmla="*/ 20 w 2"/>
                <a:gd name="T5" fmla="*/ 0 h 4"/>
                <a:gd name="T6" fmla="*/ 0 w 2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3"/>
                    <a:pt x="2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3" name="Freeform 306">
              <a:extLst>
                <a:ext uri="{FF2B5EF4-FFF2-40B4-BE49-F238E27FC236}">
                  <a16:creationId xmlns:a16="http://schemas.microsoft.com/office/drawing/2014/main" id="{C16541FD-0F00-4D05-9E75-ECCDF1956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280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33 h 2"/>
                <a:gd name="T4" fmla="*/ 8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4" name="Freeform 307">
              <a:extLst>
                <a:ext uri="{FF2B5EF4-FFF2-40B4-BE49-F238E27FC236}">
                  <a16:creationId xmlns:a16="http://schemas.microsoft.com/office/drawing/2014/main" id="{5BA07B75-1381-4D6A-9C81-221BDFFEE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267"/>
              <a:ext cx="4" cy="1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5" name="Freeform 308">
              <a:extLst>
                <a:ext uri="{FF2B5EF4-FFF2-40B4-BE49-F238E27FC236}">
                  <a16:creationId xmlns:a16="http://schemas.microsoft.com/office/drawing/2014/main" id="{6078379E-9E87-4DFF-AB52-958DB16F9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280"/>
              <a:ext cx="4" cy="3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27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2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6" name="Freeform 309">
              <a:extLst>
                <a:ext uri="{FF2B5EF4-FFF2-40B4-BE49-F238E27FC236}">
                  <a16:creationId xmlns:a16="http://schemas.microsoft.com/office/drawing/2014/main" id="{098EE5B8-5508-40C8-80B9-CA8E34A17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301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8 h 2"/>
                <a:gd name="T4" fmla="*/ 0 w 1"/>
                <a:gd name="T5" fmla="*/ 16 h 2"/>
                <a:gd name="T6" fmla="*/ 8 w 1"/>
                <a:gd name="T7" fmla="*/ 0 h 2"/>
                <a:gd name="T8" fmla="*/ 8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7" name="Freeform 310">
              <a:extLst>
                <a:ext uri="{FF2B5EF4-FFF2-40B4-BE49-F238E27FC236}">
                  <a16:creationId xmlns:a16="http://schemas.microsoft.com/office/drawing/2014/main" id="{EF991408-2A2A-4FF0-BB57-4C4C91D85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29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8" name="Freeform 311">
              <a:extLst>
                <a:ext uri="{FF2B5EF4-FFF2-40B4-BE49-F238E27FC236}">
                  <a16:creationId xmlns:a16="http://schemas.microsoft.com/office/drawing/2014/main" id="{3E7BC045-0CBC-4022-99BE-92CE4294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054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9" name="Freeform 312">
              <a:extLst>
                <a:ext uri="{FF2B5EF4-FFF2-40B4-BE49-F238E27FC236}">
                  <a16:creationId xmlns:a16="http://schemas.microsoft.com/office/drawing/2014/main" id="{6080470A-95BD-4D4F-A3E8-5310BFD2B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078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0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2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0" name="Freeform 313">
              <a:extLst>
                <a:ext uri="{FF2B5EF4-FFF2-40B4-BE49-F238E27FC236}">
                  <a16:creationId xmlns:a16="http://schemas.microsoft.com/office/drawing/2014/main" id="{501245B9-AB71-4C60-A4B0-F1252DB06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060"/>
              <a:ext cx="4" cy="7"/>
            </a:xfrm>
            <a:custGeom>
              <a:avLst/>
              <a:gdLst>
                <a:gd name="T0" fmla="*/ 8 w 2"/>
                <a:gd name="T1" fmla="*/ 12 h 3"/>
                <a:gd name="T2" fmla="*/ 8 w 2"/>
                <a:gd name="T3" fmla="*/ 37 h 3"/>
                <a:gd name="T4" fmla="*/ 0 w 2"/>
                <a:gd name="T5" fmla="*/ 0 h 3"/>
                <a:gd name="T6" fmla="*/ 8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1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1" name="Freeform 314">
              <a:extLst>
                <a:ext uri="{FF2B5EF4-FFF2-40B4-BE49-F238E27FC236}">
                  <a16:creationId xmlns:a16="http://schemas.microsoft.com/office/drawing/2014/main" id="{7B32C59E-10F2-4E4D-A9DE-3C8CDB062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092"/>
              <a:ext cx="2" cy="2"/>
            </a:xfrm>
            <a:custGeom>
              <a:avLst/>
              <a:gdLst>
                <a:gd name="T0" fmla="*/ 8 w 1"/>
                <a:gd name="T1" fmla="*/ 8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2" name="Freeform 315">
              <a:extLst>
                <a:ext uri="{FF2B5EF4-FFF2-40B4-BE49-F238E27FC236}">
                  <a16:creationId xmlns:a16="http://schemas.microsoft.com/office/drawing/2014/main" id="{61B29372-348C-439A-8573-BD14EB166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097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0 h 1"/>
                <a:gd name="T4" fmla="*/ 0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3" name="Freeform 316">
              <a:extLst>
                <a:ext uri="{FF2B5EF4-FFF2-40B4-BE49-F238E27FC236}">
                  <a16:creationId xmlns:a16="http://schemas.microsoft.com/office/drawing/2014/main" id="{9BA34550-8B0D-4096-9D2E-6A4AD5321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074"/>
              <a:ext cx="2" cy="4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16 h 2"/>
                <a:gd name="T4" fmla="*/ 8 w 1"/>
                <a:gd name="T5" fmla="*/ 16 h 2"/>
                <a:gd name="T6" fmla="*/ 8 w 1"/>
                <a:gd name="T7" fmla="*/ 0 h 2"/>
                <a:gd name="T8" fmla="*/ 8 w 1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4" name="Freeform 317">
              <a:extLst>
                <a:ext uri="{FF2B5EF4-FFF2-40B4-BE49-F238E27FC236}">
                  <a16:creationId xmlns:a16="http://schemas.microsoft.com/office/drawing/2014/main" id="{9F0EDE1F-3875-4A1C-AD2F-108724046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051"/>
              <a:ext cx="4" cy="9"/>
            </a:xfrm>
            <a:custGeom>
              <a:avLst/>
              <a:gdLst>
                <a:gd name="T0" fmla="*/ 0 w 2"/>
                <a:gd name="T1" fmla="*/ 25 h 4"/>
                <a:gd name="T2" fmla="*/ 0 w 2"/>
                <a:gd name="T3" fmla="*/ 45 h 4"/>
                <a:gd name="T4" fmla="*/ 8 w 2"/>
                <a:gd name="T5" fmla="*/ 0 h 4"/>
                <a:gd name="T6" fmla="*/ 0 w 2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3"/>
                    <a:pt x="2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5" name="Freeform 318">
              <a:extLst>
                <a:ext uri="{FF2B5EF4-FFF2-40B4-BE49-F238E27FC236}">
                  <a16:creationId xmlns:a16="http://schemas.microsoft.com/office/drawing/2014/main" id="{C424A479-5E7D-4BEA-AC02-A09442F7F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074"/>
              <a:ext cx="2" cy="4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16 h 2"/>
                <a:gd name="T4" fmla="*/ 8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6" name="Freeform 319">
              <a:extLst>
                <a:ext uri="{FF2B5EF4-FFF2-40B4-BE49-F238E27FC236}">
                  <a16:creationId xmlns:a16="http://schemas.microsoft.com/office/drawing/2014/main" id="{7D2FD72B-5D53-4B17-ACFF-F2ADA76B7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060"/>
              <a:ext cx="4" cy="3"/>
            </a:xfrm>
            <a:custGeom>
              <a:avLst/>
              <a:gdLst>
                <a:gd name="T0" fmla="*/ 16 w 2"/>
                <a:gd name="T1" fmla="*/ 27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0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7" name="Freeform 320">
              <a:extLst>
                <a:ext uri="{FF2B5EF4-FFF2-40B4-BE49-F238E27FC236}">
                  <a16:creationId xmlns:a16="http://schemas.microsoft.com/office/drawing/2014/main" id="{A6C97384-65F0-40B4-8CAC-61B3EB879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074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16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8" name="Freeform 321">
              <a:extLst>
                <a:ext uri="{FF2B5EF4-FFF2-40B4-BE49-F238E27FC236}">
                  <a16:creationId xmlns:a16="http://schemas.microsoft.com/office/drawing/2014/main" id="{BECC65E1-FE90-48CB-82A4-44FA7A9EC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094"/>
              <a:ext cx="4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0 h 2"/>
                <a:gd name="T4" fmla="*/ 0 w 2"/>
                <a:gd name="T5" fmla="*/ 33 h 2"/>
                <a:gd name="T6" fmla="*/ 16 w 2"/>
                <a:gd name="T7" fmla="*/ 0 h 2"/>
                <a:gd name="T8" fmla="*/ 8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1" y="0"/>
                    <a:pt x="0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9" name="Freeform 322">
              <a:extLst>
                <a:ext uri="{FF2B5EF4-FFF2-40B4-BE49-F238E27FC236}">
                  <a16:creationId xmlns:a16="http://schemas.microsoft.com/office/drawing/2014/main" id="{93B3F90E-A26A-4B18-A7A0-E6097C8BD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092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0" name="Freeform 323">
              <a:extLst>
                <a:ext uri="{FF2B5EF4-FFF2-40B4-BE49-F238E27FC236}">
                  <a16:creationId xmlns:a16="http://schemas.microsoft.com/office/drawing/2014/main" id="{734D8F80-A482-4FE7-ABF7-EF7124CE5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840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1" name="Freeform 324">
              <a:extLst>
                <a:ext uri="{FF2B5EF4-FFF2-40B4-BE49-F238E27FC236}">
                  <a16:creationId xmlns:a16="http://schemas.microsoft.com/office/drawing/2014/main" id="{946C2CA5-F571-4DF6-9AAA-F8B9C4ECF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865"/>
              <a:ext cx="4" cy="5"/>
            </a:xfrm>
            <a:custGeom>
              <a:avLst/>
              <a:gdLst>
                <a:gd name="T0" fmla="*/ 0 w 2"/>
                <a:gd name="T1" fmla="*/ 20 h 2"/>
                <a:gd name="T2" fmla="*/ 16 w 2"/>
                <a:gd name="T3" fmla="*/ 0 h 2"/>
                <a:gd name="T4" fmla="*/ 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2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2" name="Freeform 325">
              <a:extLst>
                <a:ext uri="{FF2B5EF4-FFF2-40B4-BE49-F238E27FC236}">
                  <a16:creationId xmlns:a16="http://schemas.microsoft.com/office/drawing/2014/main" id="{2101FD67-6CF9-4EC6-9543-82C95FAA2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849"/>
              <a:ext cx="7" cy="5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33 h 2"/>
                <a:gd name="T4" fmla="*/ 12 w 3"/>
                <a:gd name="T5" fmla="*/ 0 h 2"/>
                <a:gd name="T6" fmla="*/ 12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3" y="1"/>
                    <a:pt x="3" y="0"/>
                    <a:pt x="1" y="0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3" name="Freeform 326">
              <a:extLst>
                <a:ext uri="{FF2B5EF4-FFF2-40B4-BE49-F238E27FC236}">
                  <a16:creationId xmlns:a16="http://schemas.microsoft.com/office/drawing/2014/main" id="{4DD7CD8E-9039-4F97-86BC-9C86FE74A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879"/>
              <a:ext cx="4" cy="2"/>
            </a:xfrm>
            <a:custGeom>
              <a:avLst/>
              <a:gdLst>
                <a:gd name="T0" fmla="*/ 8 w 2"/>
                <a:gd name="T1" fmla="*/ 8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4" name="Freeform 327">
              <a:extLst>
                <a:ext uri="{FF2B5EF4-FFF2-40B4-BE49-F238E27FC236}">
                  <a16:creationId xmlns:a16="http://schemas.microsoft.com/office/drawing/2014/main" id="{98779253-753A-4DB5-A125-FDD58BCA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883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0 w 2"/>
                <a:gd name="T5" fmla="*/ 2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2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5" name="Freeform 328">
              <a:extLst>
                <a:ext uri="{FF2B5EF4-FFF2-40B4-BE49-F238E27FC236}">
                  <a16:creationId xmlns:a16="http://schemas.microsoft.com/office/drawing/2014/main" id="{A4F4464D-C2F7-4AF7-8BE1-CDAEBF77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861"/>
              <a:ext cx="2" cy="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28 h 3"/>
                <a:gd name="T4" fmla="*/ 0 w 1"/>
                <a:gd name="T5" fmla="*/ 37 h 3"/>
                <a:gd name="T6" fmla="*/ 8 w 1"/>
                <a:gd name="T7" fmla="*/ 12 h 3"/>
                <a:gd name="T8" fmla="*/ 0 w 1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6" name="Freeform 329">
              <a:extLst>
                <a:ext uri="{FF2B5EF4-FFF2-40B4-BE49-F238E27FC236}">
                  <a16:creationId xmlns:a16="http://schemas.microsoft.com/office/drawing/2014/main" id="{BADE8266-2241-47E7-A76C-4EFA3FE8D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840"/>
              <a:ext cx="6" cy="7"/>
            </a:xfrm>
            <a:custGeom>
              <a:avLst/>
              <a:gdLst>
                <a:gd name="T0" fmla="*/ 0 w 3"/>
                <a:gd name="T1" fmla="*/ 28 h 3"/>
                <a:gd name="T2" fmla="*/ 0 w 3"/>
                <a:gd name="T3" fmla="*/ 37 h 3"/>
                <a:gd name="T4" fmla="*/ 8 w 3"/>
                <a:gd name="T5" fmla="*/ 0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3" y="1"/>
                    <a:pt x="1" y="0"/>
                  </a:cubicBezTo>
                  <a:cubicBezTo>
                    <a:pt x="0" y="0"/>
                    <a:pt x="1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7" name="Freeform 330">
              <a:extLst>
                <a:ext uri="{FF2B5EF4-FFF2-40B4-BE49-F238E27FC236}">
                  <a16:creationId xmlns:a16="http://schemas.microsoft.com/office/drawing/2014/main" id="{5B4F3D44-22DB-43E4-B2B5-ABB8DE6DD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863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2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8" name="Freeform 331">
              <a:extLst>
                <a:ext uri="{FF2B5EF4-FFF2-40B4-BE49-F238E27FC236}">
                  <a16:creationId xmlns:a16="http://schemas.microsoft.com/office/drawing/2014/main" id="{A31D6F6F-C6EF-4131-803F-A3F1C3A29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847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9" name="Freeform 332">
              <a:extLst>
                <a:ext uri="{FF2B5EF4-FFF2-40B4-BE49-F238E27FC236}">
                  <a16:creationId xmlns:a16="http://schemas.microsoft.com/office/drawing/2014/main" id="{D3A51507-B9C1-4D6D-9246-356E1F51C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861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0" name="Freeform 333">
              <a:extLst>
                <a:ext uri="{FF2B5EF4-FFF2-40B4-BE49-F238E27FC236}">
                  <a16:creationId xmlns:a16="http://schemas.microsoft.com/office/drawing/2014/main" id="{222D91BD-C073-4B42-B285-A7014955C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881"/>
              <a:ext cx="4" cy="5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33 h 2"/>
                <a:gd name="T4" fmla="*/ 8 w 2"/>
                <a:gd name="T5" fmla="*/ 33 h 2"/>
                <a:gd name="T6" fmla="*/ 16 w 2"/>
                <a:gd name="T7" fmla="*/ 20 h 2"/>
                <a:gd name="T8" fmla="*/ 8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1" name="Freeform 334">
              <a:extLst>
                <a:ext uri="{FF2B5EF4-FFF2-40B4-BE49-F238E27FC236}">
                  <a16:creationId xmlns:a16="http://schemas.microsoft.com/office/drawing/2014/main" id="{D09020F2-F9AE-41E6-8C9E-5379350DB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879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2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2" name="Freeform 335">
              <a:extLst>
                <a:ext uri="{FF2B5EF4-FFF2-40B4-BE49-F238E27FC236}">
                  <a16:creationId xmlns:a16="http://schemas.microsoft.com/office/drawing/2014/main" id="{D37F050D-C5BF-4AA4-A58A-AB8501457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650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3" name="Freeform 336">
              <a:extLst>
                <a:ext uri="{FF2B5EF4-FFF2-40B4-BE49-F238E27FC236}">
                  <a16:creationId xmlns:a16="http://schemas.microsoft.com/office/drawing/2014/main" id="{62D2648B-368E-42C2-979A-90CBF5D07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675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0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4" name="Freeform 337">
              <a:extLst>
                <a:ext uri="{FF2B5EF4-FFF2-40B4-BE49-F238E27FC236}">
                  <a16:creationId xmlns:a16="http://schemas.microsoft.com/office/drawing/2014/main" id="{88333394-EE0B-40CA-9D3D-6C9F6FEE4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657"/>
              <a:ext cx="6" cy="7"/>
            </a:xfrm>
            <a:custGeom>
              <a:avLst/>
              <a:gdLst>
                <a:gd name="T0" fmla="*/ 8 w 3"/>
                <a:gd name="T1" fmla="*/ 12 h 3"/>
                <a:gd name="T2" fmla="*/ 8 w 3"/>
                <a:gd name="T3" fmla="*/ 37 h 3"/>
                <a:gd name="T4" fmla="*/ 8 w 3"/>
                <a:gd name="T5" fmla="*/ 0 h 3"/>
                <a:gd name="T6" fmla="*/ 8 w 3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2"/>
                    <a:pt x="3" y="1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5" name="Freeform 338">
              <a:extLst>
                <a:ext uri="{FF2B5EF4-FFF2-40B4-BE49-F238E27FC236}">
                  <a16:creationId xmlns:a16="http://schemas.microsoft.com/office/drawing/2014/main" id="{AC4128DF-F8E3-48C1-8C9E-618393807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689"/>
              <a:ext cx="5" cy="2"/>
            </a:xfrm>
            <a:custGeom>
              <a:avLst/>
              <a:gdLst>
                <a:gd name="T0" fmla="*/ 20 w 2"/>
                <a:gd name="T1" fmla="*/ 8 h 1"/>
                <a:gd name="T2" fmla="*/ 33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6" name="Freeform 339">
              <a:extLst>
                <a:ext uri="{FF2B5EF4-FFF2-40B4-BE49-F238E27FC236}">
                  <a16:creationId xmlns:a16="http://schemas.microsoft.com/office/drawing/2014/main" id="{E9F6062F-A8A7-4D72-A505-EDCB3296D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639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8 h 1"/>
                <a:gd name="T4" fmla="*/ 8 w 2"/>
                <a:gd name="T5" fmla="*/ 0 h 1"/>
                <a:gd name="T6" fmla="*/ 16 w 2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2" y="1"/>
                    <a:pt x="1" y="0"/>
                  </a:cubicBez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7" name="Freeform 340">
              <a:extLst>
                <a:ext uri="{FF2B5EF4-FFF2-40B4-BE49-F238E27FC236}">
                  <a16:creationId xmlns:a16="http://schemas.microsoft.com/office/drawing/2014/main" id="{686F981E-40D1-447D-B768-FEEC7C03C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693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0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2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8" name="Freeform 341">
              <a:extLst>
                <a:ext uri="{FF2B5EF4-FFF2-40B4-BE49-F238E27FC236}">
                  <a16:creationId xmlns:a16="http://schemas.microsoft.com/office/drawing/2014/main" id="{A929CFEA-8D64-46EF-A308-24A46E50A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670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0 w 1"/>
                <a:gd name="T5" fmla="*/ 33 h 2"/>
                <a:gd name="T6" fmla="*/ 8 w 1"/>
                <a:gd name="T7" fmla="*/ 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9" name="Freeform 342">
              <a:extLst>
                <a:ext uri="{FF2B5EF4-FFF2-40B4-BE49-F238E27FC236}">
                  <a16:creationId xmlns:a16="http://schemas.microsoft.com/office/drawing/2014/main" id="{B734004D-C214-4257-B161-4AE787CD2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648"/>
              <a:ext cx="7" cy="9"/>
            </a:xfrm>
            <a:custGeom>
              <a:avLst/>
              <a:gdLst>
                <a:gd name="T0" fmla="*/ 12 w 3"/>
                <a:gd name="T1" fmla="*/ 25 h 4"/>
                <a:gd name="T2" fmla="*/ 0 w 3"/>
                <a:gd name="T3" fmla="*/ 45 h 4"/>
                <a:gd name="T4" fmla="*/ 12 w 3"/>
                <a:gd name="T5" fmla="*/ 0 h 4"/>
                <a:gd name="T6" fmla="*/ 12 w 3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3"/>
                    <a:pt x="3" y="2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0" name="Freeform 343">
              <a:extLst>
                <a:ext uri="{FF2B5EF4-FFF2-40B4-BE49-F238E27FC236}">
                  <a16:creationId xmlns:a16="http://schemas.microsoft.com/office/drawing/2014/main" id="{2107E58E-1782-42C2-9D4D-765404A8C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670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8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0" y="2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1" name="Freeform 344">
              <a:extLst>
                <a:ext uri="{FF2B5EF4-FFF2-40B4-BE49-F238E27FC236}">
                  <a16:creationId xmlns:a16="http://schemas.microsoft.com/office/drawing/2014/main" id="{B0BF4B12-EB0B-446C-A6F6-D7CD7D232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657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2" name="Freeform 345">
              <a:extLst>
                <a:ext uri="{FF2B5EF4-FFF2-40B4-BE49-F238E27FC236}">
                  <a16:creationId xmlns:a16="http://schemas.microsoft.com/office/drawing/2014/main" id="{620177E7-F16B-4DDF-8634-8F331C6B7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670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3" name="Freeform 346">
              <a:extLst>
                <a:ext uri="{FF2B5EF4-FFF2-40B4-BE49-F238E27FC236}">
                  <a16:creationId xmlns:a16="http://schemas.microsoft.com/office/drawing/2014/main" id="{8ACE13F7-505F-413F-8ECE-01A072901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691"/>
              <a:ext cx="4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8 h 2"/>
                <a:gd name="T4" fmla="*/ 8 w 2"/>
                <a:gd name="T5" fmla="*/ 16 h 2"/>
                <a:gd name="T6" fmla="*/ 16 w 2"/>
                <a:gd name="T7" fmla="*/ 0 h 2"/>
                <a:gd name="T8" fmla="*/ 8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4" name="Freeform 347">
              <a:extLst>
                <a:ext uri="{FF2B5EF4-FFF2-40B4-BE49-F238E27FC236}">
                  <a16:creationId xmlns:a16="http://schemas.microsoft.com/office/drawing/2014/main" id="{26466413-9A82-429C-BA16-AD508D9E0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689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5" name="Freeform 348">
              <a:extLst>
                <a:ext uri="{FF2B5EF4-FFF2-40B4-BE49-F238E27FC236}">
                  <a16:creationId xmlns:a16="http://schemas.microsoft.com/office/drawing/2014/main" id="{24EF9C8A-081B-424F-B173-AD4E9C3EA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825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6" name="Freeform 349">
              <a:extLst>
                <a:ext uri="{FF2B5EF4-FFF2-40B4-BE49-F238E27FC236}">
                  <a16:creationId xmlns:a16="http://schemas.microsoft.com/office/drawing/2014/main" id="{2E2C491C-5B9A-4021-9F5A-56A953074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852"/>
              <a:ext cx="5" cy="4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0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2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7" name="Freeform 350">
              <a:extLst>
                <a:ext uri="{FF2B5EF4-FFF2-40B4-BE49-F238E27FC236}">
                  <a16:creationId xmlns:a16="http://schemas.microsoft.com/office/drawing/2014/main" id="{1EE880D8-2A43-425C-80B1-9E7C0829A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836"/>
              <a:ext cx="5" cy="7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7 h 3"/>
                <a:gd name="T4" fmla="*/ 0 w 2"/>
                <a:gd name="T5" fmla="*/ 0 h 3"/>
                <a:gd name="T6" fmla="*/ 0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8" name="Freeform 351">
              <a:extLst>
                <a:ext uri="{FF2B5EF4-FFF2-40B4-BE49-F238E27FC236}">
                  <a16:creationId xmlns:a16="http://schemas.microsoft.com/office/drawing/2014/main" id="{3DDC8E49-F431-484C-8124-B4A3B57A5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865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9" name="Freeform 352">
              <a:extLst>
                <a:ext uri="{FF2B5EF4-FFF2-40B4-BE49-F238E27FC236}">
                  <a16:creationId xmlns:a16="http://schemas.microsoft.com/office/drawing/2014/main" id="{8B958E5B-C92B-4AA6-AC80-DA705C5B3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816"/>
              <a:ext cx="4" cy="4"/>
            </a:xfrm>
            <a:custGeom>
              <a:avLst/>
              <a:gdLst>
                <a:gd name="T0" fmla="*/ 0 w 2"/>
                <a:gd name="T1" fmla="*/ 8 h 2"/>
                <a:gd name="T2" fmla="*/ 16 w 2"/>
                <a:gd name="T3" fmla="*/ 16 h 2"/>
                <a:gd name="T4" fmla="*/ 8 w 2"/>
                <a:gd name="T5" fmla="*/ 0 h 2"/>
                <a:gd name="T6" fmla="*/ 8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1" y="0"/>
                    <a:pt x="2" y="1"/>
                    <a:pt x="1" y="0"/>
                  </a:cubicBezTo>
                  <a:cubicBezTo>
                    <a:pt x="1" y="1"/>
                    <a:pt x="1" y="2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0" name="Freeform 353">
              <a:extLst>
                <a:ext uri="{FF2B5EF4-FFF2-40B4-BE49-F238E27FC236}">
                  <a16:creationId xmlns:a16="http://schemas.microsoft.com/office/drawing/2014/main" id="{C0CE7546-F1ED-4409-BB8A-76B53F5E2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868"/>
              <a:ext cx="4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0 h 2"/>
                <a:gd name="T4" fmla="*/ 0 w 2"/>
                <a:gd name="T5" fmla="*/ 8 h 2"/>
                <a:gd name="T6" fmla="*/ 8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2" y="1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1" name="Freeform 354">
              <a:extLst>
                <a:ext uri="{FF2B5EF4-FFF2-40B4-BE49-F238E27FC236}">
                  <a16:creationId xmlns:a16="http://schemas.microsoft.com/office/drawing/2014/main" id="{90B33034-2CE3-4319-8460-F4E09D5C2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843"/>
              <a:ext cx="5" cy="7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28 h 3"/>
                <a:gd name="T4" fmla="*/ 20 w 2"/>
                <a:gd name="T5" fmla="*/ 37 h 3"/>
                <a:gd name="T6" fmla="*/ 33 w 2"/>
                <a:gd name="T7" fmla="*/ 12 h 3"/>
                <a:gd name="T8" fmla="*/ 20 w 2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2" name="Freeform 355">
              <a:extLst>
                <a:ext uri="{FF2B5EF4-FFF2-40B4-BE49-F238E27FC236}">
                  <a16:creationId xmlns:a16="http://schemas.microsoft.com/office/drawing/2014/main" id="{F9BCF6D8-E481-4994-ABCF-6B5046B9F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825"/>
              <a:ext cx="6" cy="6"/>
            </a:xfrm>
            <a:custGeom>
              <a:avLst/>
              <a:gdLst>
                <a:gd name="T0" fmla="*/ 8 w 3"/>
                <a:gd name="T1" fmla="*/ 8 h 3"/>
                <a:gd name="T2" fmla="*/ 0 w 3"/>
                <a:gd name="T3" fmla="*/ 24 h 3"/>
                <a:gd name="T4" fmla="*/ 16 w 3"/>
                <a:gd name="T5" fmla="*/ 0 h 3"/>
                <a:gd name="T6" fmla="*/ 8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2"/>
                    <a:pt x="3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3" name="Freeform 356">
              <a:extLst>
                <a:ext uri="{FF2B5EF4-FFF2-40B4-BE49-F238E27FC236}">
                  <a16:creationId xmlns:a16="http://schemas.microsoft.com/office/drawing/2014/main" id="{D16CDCD5-587B-477E-BC0F-D1FCE27C2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847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33 h 2"/>
                <a:gd name="T4" fmla="*/ 8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4" name="Freeform 357">
              <a:extLst>
                <a:ext uri="{FF2B5EF4-FFF2-40B4-BE49-F238E27FC236}">
                  <a16:creationId xmlns:a16="http://schemas.microsoft.com/office/drawing/2014/main" id="{ACF491AA-DB4C-4A0E-A483-537B99C3A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834"/>
              <a:ext cx="4" cy="2"/>
            </a:xfrm>
            <a:custGeom>
              <a:avLst/>
              <a:gdLst>
                <a:gd name="T0" fmla="*/ 16 w 2"/>
                <a:gd name="T1" fmla="*/ 8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5" name="Freeform 358">
              <a:extLst>
                <a:ext uri="{FF2B5EF4-FFF2-40B4-BE49-F238E27FC236}">
                  <a16:creationId xmlns:a16="http://schemas.microsoft.com/office/drawing/2014/main" id="{1483CF15-7D65-4118-9139-C5DD0C928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843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6" name="Freeform 359">
              <a:extLst>
                <a:ext uri="{FF2B5EF4-FFF2-40B4-BE49-F238E27FC236}">
                  <a16:creationId xmlns:a16="http://schemas.microsoft.com/office/drawing/2014/main" id="{E739FD15-63C5-466D-8274-486361797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865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0 w 1"/>
                <a:gd name="T5" fmla="*/ 33 h 2"/>
                <a:gd name="T6" fmla="*/ 8 w 1"/>
                <a:gd name="T7" fmla="*/ 2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7" name="Freeform 360">
              <a:extLst>
                <a:ext uri="{FF2B5EF4-FFF2-40B4-BE49-F238E27FC236}">
                  <a16:creationId xmlns:a16="http://schemas.microsoft.com/office/drawing/2014/main" id="{99787543-7CBE-45ED-975D-2431361A5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865"/>
              <a:ext cx="1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8" name="Freeform 361">
              <a:extLst>
                <a:ext uri="{FF2B5EF4-FFF2-40B4-BE49-F238E27FC236}">
                  <a16:creationId xmlns:a16="http://schemas.microsoft.com/office/drawing/2014/main" id="{FFE76ECC-BAFB-4CE7-94FA-15FE0FFD8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963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9" name="Freeform 362">
              <a:extLst>
                <a:ext uri="{FF2B5EF4-FFF2-40B4-BE49-F238E27FC236}">
                  <a16:creationId xmlns:a16="http://schemas.microsoft.com/office/drawing/2014/main" id="{A881287C-CE67-41A4-9798-6CB534EE7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86"/>
              <a:ext cx="2" cy="4"/>
            </a:xfrm>
            <a:custGeom>
              <a:avLst/>
              <a:gdLst>
                <a:gd name="T0" fmla="*/ 0 w 1"/>
                <a:gd name="T1" fmla="*/ 8 h 2"/>
                <a:gd name="T2" fmla="*/ 8 w 1"/>
                <a:gd name="T3" fmla="*/ 8 h 2"/>
                <a:gd name="T4" fmla="*/ 0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2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0" name="Freeform 363">
              <a:extLst>
                <a:ext uri="{FF2B5EF4-FFF2-40B4-BE49-F238E27FC236}">
                  <a16:creationId xmlns:a16="http://schemas.microsoft.com/office/drawing/2014/main" id="{26C3E328-A6A7-4FD6-991D-932F4B731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972"/>
              <a:ext cx="6" cy="5"/>
            </a:xfrm>
            <a:custGeom>
              <a:avLst/>
              <a:gdLst>
                <a:gd name="T0" fmla="*/ 8 w 3"/>
                <a:gd name="T1" fmla="*/ 0 h 2"/>
                <a:gd name="T2" fmla="*/ 8 w 3"/>
                <a:gd name="T3" fmla="*/ 33 h 2"/>
                <a:gd name="T4" fmla="*/ 8 w 3"/>
                <a:gd name="T5" fmla="*/ 0 h 2"/>
                <a:gd name="T6" fmla="*/ 8 w 3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1" name="Freeform 364">
              <a:extLst>
                <a:ext uri="{FF2B5EF4-FFF2-40B4-BE49-F238E27FC236}">
                  <a16:creationId xmlns:a16="http://schemas.microsoft.com/office/drawing/2014/main" id="{698A8A16-7DFD-4145-8F89-D02040EE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999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2" name="Freeform 365">
              <a:extLst>
                <a:ext uri="{FF2B5EF4-FFF2-40B4-BE49-F238E27FC236}">
                  <a16:creationId xmlns:a16="http://schemas.microsoft.com/office/drawing/2014/main" id="{59CBA83E-0C53-4CA9-ACDB-DA7486A55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954"/>
              <a:ext cx="5" cy="4"/>
            </a:xfrm>
            <a:custGeom>
              <a:avLst/>
              <a:gdLst>
                <a:gd name="T0" fmla="*/ 0 w 2"/>
                <a:gd name="T1" fmla="*/ 8 h 2"/>
                <a:gd name="T2" fmla="*/ 20 w 2"/>
                <a:gd name="T3" fmla="*/ 8 h 2"/>
                <a:gd name="T4" fmla="*/ 20 w 2"/>
                <a:gd name="T5" fmla="*/ 8 h 2"/>
                <a:gd name="T6" fmla="*/ 20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2"/>
                    <a:pt x="1" y="1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0" y="2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3" name="Freeform 366">
              <a:extLst>
                <a:ext uri="{FF2B5EF4-FFF2-40B4-BE49-F238E27FC236}">
                  <a16:creationId xmlns:a16="http://schemas.microsoft.com/office/drawing/2014/main" id="{199C517C-DB29-4AA9-A660-EEC4C4FE6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002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0 w 2"/>
                <a:gd name="T5" fmla="*/ 8 h 1"/>
                <a:gd name="T6" fmla="*/ 0 w 2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2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4" name="Freeform 367">
              <a:extLst>
                <a:ext uri="{FF2B5EF4-FFF2-40B4-BE49-F238E27FC236}">
                  <a16:creationId xmlns:a16="http://schemas.microsoft.com/office/drawing/2014/main" id="{6678EED9-8B93-464F-80B8-EF81E639D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979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8 h 3"/>
                <a:gd name="T4" fmla="*/ 8 w 2"/>
                <a:gd name="T5" fmla="*/ 37 h 3"/>
                <a:gd name="T6" fmla="*/ 16 w 2"/>
                <a:gd name="T7" fmla="*/ 12 h 3"/>
                <a:gd name="T8" fmla="*/ 8 w 2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5" name="Freeform 368">
              <a:extLst>
                <a:ext uri="{FF2B5EF4-FFF2-40B4-BE49-F238E27FC236}">
                  <a16:creationId xmlns:a16="http://schemas.microsoft.com/office/drawing/2014/main" id="{4D263AD7-5BE8-4988-A189-DAB77B281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961"/>
              <a:ext cx="4" cy="7"/>
            </a:xfrm>
            <a:custGeom>
              <a:avLst/>
              <a:gdLst>
                <a:gd name="T0" fmla="*/ 0 w 2"/>
                <a:gd name="T1" fmla="*/ 28 h 3"/>
                <a:gd name="T2" fmla="*/ 0 w 2"/>
                <a:gd name="T3" fmla="*/ 37 h 3"/>
                <a:gd name="T4" fmla="*/ 8 w 2"/>
                <a:gd name="T5" fmla="*/ 0 h 3"/>
                <a:gd name="T6" fmla="*/ 0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2"/>
                    <a:pt x="1" y="0"/>
                  </a:cubicBezTo>
                  <a:cubicBezTo>
                    <a:pt x="0" y="1"/>
                    <a:pt x="1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6" name="Freeform 369">
              <a:extLst>
                <a:ext uri="{FF2B5EF4-FFF2-40B4-BE49-F238E27FC236}">
                  <a16:creationId xmlns:a16="http://schemas.microsoft.com/office/drawing/2014/main" id="{A6073B9B-F9DD-4F69-B44E-E345F7506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983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7" name="Freeform 370">
              <a:extLst>
                <a:ext uri="{FF2B5EF4-FFF2-40B4-BE49-F238E27FC236}">
                  <a16:creationId xmlns:a16="http://schemas.microsoft.com/office/drawing/2014/main" id="{82D00ECC-D46F-4052-9E71-C259544D5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970"/>
              <a:ext cx="2" cy="2"/>
            </a:xfrm>
            <a:custGeom>
              <a:avLst/>
              <a:gdLst>
                <a:gd name="T0" fmla="*/ 8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8" name="Freeform 371">
              <a:extLst>
                <a:ext uri="{FF2B5EF4-FFF2-40B4-BE49-F238E27FC236}">
                  <a16:creationId xmlns:a16="http://schemas.microsoft.com/office/drawing/2014/main" id="{041FE58B-A1AC-42DA-963E-AD0937AD6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979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9" name="Freeform 372">
              <a:extLst>
                <a:ext uri="{FF2B5EF4-FFF2-40B4-BE49-F238E27FC236}">
                  <a16:creationId xmlns:a16="http://schemas.microsoft.com/office/drawing/2014/main" id="{8E0CED77-FEEA-4B44-9649-8F1A5459D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999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0 h 2"/>
                <a:gd name="T4" fmla="*/ 0 w 1"/>
                <a:gd name="T5" fmla="*/ 33 h 2"/>
                <a:gd name="T6" fmla="*/ 8 w 1"/>
                <a:gd name="T7" fmla="*/ 20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0" name="Freeform 373">
              <a:extLst>
                <a:ext uri="{FF2B5EF4-FFF2-40B4-BE49-F238E27FC236}">
                  <a16:creationId xmlns:a16="http://schemas.microsoft.com/office/drawing/2014/main" id="{69EF5142-1708-4BA5-9740-B40542959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999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1" name="Freeform 374">
              <a:extLst>
                <a:ext uri="{FF2B5EF4-FFF2-40B4-BE49-F238E27FC236}">
                  <a16:creationId xmlns:a16="http://schemas.microsoft.com/office/drawing/2014/main" id="{F7B78C8B-A05E-4152-B235-A23431340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104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2" name="Freeform 375">
              <a:extLst>
                <a:ext uri="{FF2B5EF4-FFF2-40B4-BE49-F238E27FC236}">
                  <a16:creationId xmlns:a16="http://schemas.microsoft.com/office/drawing/2014/main" id="{263FCE4D-0007-403E-AF19-0FAB1D34E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126"/>
              <a:ext cx="4" cy="5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0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0"/>
                  </a:cubicBezTo>
                  <a:cubicBezTo>
                    <a:pt x="1" y="0"/>
                    <a:pt x="1" y="1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3" name="Freeform 376">
              <a:extLst>
                <a:ext uri="{FF2B5EF4-FFF2-40B4-BE49-F238E27FC236}">
                  <a16:creationId xmlns:a16="http://schemas.microsoft.com/office/drawing/2014/main" id="{2FED8656-ECF7-4586-A79E-53516744C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13"/>
              <a:ext cx="6" cy="4"/>
            </a:xfrm>
            <a:custGeom>
              <a:avLst/>
              <a:gdLst>
                <a:gd name="T0" fmla="*/ 8 w 3"/>
                <a:gd name="T1" fmla="*/ 0 h 2"/>
                <a:gd name="T2" fmla="*/ 8 w 3"/>
                <a:gd name="T3" fmla="*/ 16 h 2"/>
                <a:gd name="T4" fmla="*/ 8 w 3"/>
                <a:gd name="T5" fmla="*/ 0 h 2"/>
                <a:gd name="T6" fmla="*/ 8 w 3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3" y="1"/>
                    <a:pt x="3" y="1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4" name="Freeform 377">
              <a:extLst>
                <a:ext uri="{FF2B5EF4-FFF2-40B4-BE49-F238E27FC236}">
                  <a16:creationId xmlns:a16="http://schemas.microsoft.com/office/drawing/2014/main" id="{932A9FD5-A7E0-461A-AE36-FABBF96B3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138"/>
              <a:ext cx="2" cy="4"/>
            </a:xfrm>
            <a:custGeom>
              <a:avLst/>
              <a:gdLst>
                <a:gd name="T0" fmla="*/ 8 w 1"/>
                <a:gd name="T1" fmla="*/ 8 h 2"/>
                <a:gd name="T2" fmla="*/ 8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0"/>
                    <a:pt x="1" y="1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5" name="Freeform 378">
              <a:extLst>
                <a:ext uri="{FF2B5EF4-FFF2-40B4-BE49-F238E27FC236}">
                  <a16:creationId xmlns:a16="http://schemas.microsoft.com/office/drawing/2014/main" id="{E5B881D7-470E-4B37-99E1-5B130EC6E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095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8 w 2"/>
                <a:gd name="T5" fmla="*/ 0 h 1"/>
                <a:gd name="T6" fmla="*/ 8 w 2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1" y="0"/>
                    <a:pt x="2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6" name="Freeform 379">
              <a:extLst>
                <a:ext uri="{FF2B5EF4-FFF2-40B4-BE49-F238E27FC236}">
                  <a16:creationId xmlns:a16="http://schemas.microsoft.com/office/drawing/2014/main" id="{20133463-728F-4C66-99D9-737516C31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142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0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2" y="1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7" name="Freeform 380">
              <a:extLst>
                <a:ext uri="{FF2B5EF4-FFF2-40B4-BE49-F238E27FC236}">
                  <a16:creationId xmlns:a16="http://schemas.microsoft.com/office/drawing/2014/main" id="{3B5D3660-43C9-4560-87BC-E522F40E5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119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33 h 2"/>
                <a:gd name="T4" fmla="*/ 0 w 1"/>
                <a:gd name="T5" fmla="*/ 33 h 2"/>
                <a:gd name="T6" fmla="*/ 8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8" name="Freeform 381">
              <a:extLst>
                <a:ext uri="{FF2B5EF4-FFF2-40B4-BE49-F238E27FC236}">
                  <a16:creationId xmlns:a16="http://schemas.microsoft.com/office/drawing/2014/main" id="{70F07307-6A65-4EF6-9984-0CCCFF35B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101"/>
              <a:ext cx="5" cy="7"/>
            </a:xfrm>
            <a:custGeom>
              <a:avLst/>
              <a:gdLst>
                <a:gd name="T0" fmla="*/ 0 w 2"/>
                <a:gd name="T1" fmla="*/ 28 h 3"/>
                <a:gd name="T2" fmla="*/ 0 w 2"/>
                <a:gd name="T3" fmla="*/ 37 h 3"/>
                <a:gd name="T4" fmla="*/ 20 w 2"/>
                <a:gd name="T5" fmla="*/ 0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3"/>
                    <a:pt x="2" y="2"/>
                    <a:pt x="1" y="0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9" name="Freeform 382">
              <a:extLst>
                <a:ext uri="{FF2B5EF4-FFF2-40B4-BE49-F238E27FC236}">
                  <a16:creationId xmlns:a16="http://schemas.microsoft.com/office/drawing/2014/main" id="{A5D92C42-B381-4D72-8CF1-862B0D282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122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8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0" y="2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0" name="Freeform 383">
              <a:extLst>
                <a:ext uri="{FF2B5EF4-FFF2-40B4-BE49-F238E27FC236}">
                  <a16:creationId xmlns:a16="http://schemas.microsoft.com/office/drawing/2014/main" id="{760CEBF1-59D5-4452-9190-3F2437375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110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1" name="Freeform 384">
              <a:extLst>
                <a:ext uri="{FF2B5EF4-FFF2-40B4-BE49-F238E27FC236}">
                  <a16:creationId xmlns:a16="http://schemas.microsoft.com/office/drawing/2014/main" id="{04ED4BDA-4739-4C02-94DC-9E2BF667D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119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2" name="Freeform 385">
              <a:extLst>
                <a:ext uri="{FF2B5EF4-FFF2-40B4-BE49-F238E27FC236}">
                  <a16:creationId xmlns:a16="http://schemas.microsoft.com/office/drawing/2014/main" id="{805E66D3-90F1-4774-84A6-11181947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140"/>
              <a:ext cx="3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8 h 2"/>
                <a:gd name="T4" fmla="*/ 0 w 1"/>
                <a:gd name="T5" fmla="*/ 16 h 2"/>
                <a:gd name="T6" fmla="*/ 27 w 1"/>
                <a:gd name="T7" fmla="*/ 0 h 2"/>
                <a:gd name="T8" fmla="*/ 27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3" name="Freeform 386">
              <a:extLst>
                <a:ext uri="{FF2B5EF4-FFF2-40B4-BE49-F238E27FC236}">
                  <a16:creationId xmlns:a16="http://schemas.microsoft.com/office/drawing/2014/main" id="{BAE968E3-3BFD-492A-AAEA-912BD9F61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140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4" name="Freeform 387">
              <a:extLst>
                <a:ext uri="{FF2B5EF4-FFF2-40B4-BE49-F238E27FC236}">
                  <a16:creationId xmlns:a16="http://schemas.microsoft.com/office/drawing/2014/main" id="{74813677-F8B5-496D-AAE6-3727D5D56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21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5" name="Freeform 388">
              <a:extLst>
                <a:ext uri="{FF2B5EF4-FFF2-40B4-BE49-F238E27FC236}">
                  <a16:creationId xmlns:a16="http://schemas.microsoft.com/office/drawing/2014/main" id="{CA4BC9CD-1C0E-41B4-934C-3E6BAD65E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233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8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6" name="Freeform 389">
              <a:extLst>
                <a:ext uri="{FF2B5EF4-FFF2-40B4-BE49-F238E27FC236}">
                  <a16:creationId xmlns:a16="http://schemas.microsoft.com/office/drawing/2014/main" id="{F5D443AF-1A78-4FCF-A888-E22E95ACF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222"/>
              <a:ext cx="5" cy="4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16 h 2"/>
                <a:gd name="T4" fmla="*/ 0 w 2"/>
                <a:gd name="T5" fmla="*/ 0 h 2"/>
                <a:gd name="T6" fmla="*/ 0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1"/>
                    <a:pt x="2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7" name="Freeform 390">
              <a:extLst>
                <a:ext uri="{FF2B5EF4-FFF2-40B4-BE49-F238E27FC236}">
                  <a16:creationId xmlns:a16="http://schemas.microsoft.com/office/drawing/2014/main" id="{58DDD234-104B-433F-B4C7-5AD179699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244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8" name="Freeform 391">
              <a:extLst>
                <a:ext uri="{FF2B5EF4-FFF2-40B4-BE49-F238E27FC236}">
                  <a16:creationId xmlns:a16="http://schemas.microsoft.com/office/drawing/2014/main" id="{060DDD2D-0496-4D07-90EF-67A42109E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206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8 h 1"/>
                <a:gd name="T4" fmla="*/ 8 w 2"/>
                <a:gd name="T5" fmla="*/ 8 h 1"/>
                <a:gd name="T6" fmla="*/ 8 w 2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9" name="Freeform 392">
              <a:extLst>
                <a:ext uri="{FF2B5EF4-FFF2-40B4-BE49-F238E27FC236}">
                  <a16:creationId xmlns:a16="http://schemas.microsoft.com/office/drawing/2014/main" id="{C1792715-A3BD-4641-838E-2EE1AA7D4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247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0" name="Freeform 393">
              <a:extLst>
                <a:ext uri="{FF2B5EF4-FFF2-40B4-BE49-F238E27FC236}">
                  <a16:creationId xmlns:a16="http://schemas.microsoft.com/office/drawing/2014/main" id="{0DD5B6FC-9C2E-4554-AC4B-25E299506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228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20 h 2"/>
                <a:gd name="T4" fmla="*/ 8 w 1"/>
                <a:gd name="T5" fmla="*/ 33 h 2"/>
                <a:gd name="T6" fmla="*/ 8 w 1"/>
                <a:gd name="T7" fmla="*/ 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1" name="Freeform 394">
              <a:extLst>
                <a:ext uri="{FF2B5EF4-FFF2-40B4-BE49-F238E27FC236}">
                  <a16:creationId xmlns:a16="http://schemas.microsoft.com/office/drawing/2014/main" id="{C19B9F1A-EEE7-4CDF-BEB2-FF1ADF3EE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212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20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2" name="Freeform 395">
              <a:extLst>
                <a:ext uri="{FF2B5EF4-FFF2-40B4-BE49-F238E27FC236}">
                  <a16:creationId xmlns:a16="http://schemas.microsoft.com/office/drawing/2014/main" id="{5F5DDF7E-E2CE-4DDD-9B01-740F205BE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231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8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3" name="Freeform 396">
              <a:extLst>
                <a:ext uri="{FF2B5EF4-FFF2-40B4-BE49-F238E27FC236}">
                  <a16:creationId xmlns:a16="http://schemas.microsoft.com/office/drawing/2014/main" id="{878821FB-493C-4C48-B262-C09940DD3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219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4" name="Freeform 397">
              <a:extLst>
                <a:ext uri="{FF2B5EF4-FFF2-40B4-BE49-F238E27FC236}">
                  <a16:creationId xmlns:a16="http://schemas.microsoft.com/office/drawing/2014/main" id="{AEBE7F73-1163-45D8-A21C-89F518A1E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228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5" name="Freeform 398">
              <a:extLst>
                <a:ext uri="{FF2B5EF4-FFF2-40B4-BE49-F238E27FC236}">
                  <a16:creationId xmlns:a16="http://schemas.microsoft.com/office/drawing/2014/main" id="{DB4F349A-58BD-40D0-A618-759C40073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244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6" name="Freeform 399">
              <a:extLst>
                <a:ext uri="{FF2B5EF4-FFF2-40B4-BE49-F238E27FC236}">
                  <a16:creationId xmlns:a16="http://schemas.microsoft.com/office/drawing/2014/main" id="{3EBCBB8A-3B1B-4860-964C-6A1CB43DF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244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7" name="Freeform 400">
              <a:extLst>
                <a:ext uri="{FF2B5EF4-FFF2-40B4-BE49-F238E27FC236}">
                  <a16:creationId xmlns:a16="http://schemas.microsoft.com/office/drawing/2014/main" id="{A8D8039A-AC63-46EF-AF0E-BB09AF65C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317"/>
              <a:ext cx="5" cy="4"/>
            </a:xfrm>
            <a:custGeom>
              <a:avLst/>
              <a:gdLst>
                <a:gd name="T0" fmla="*/ 20 w 2"/>
                <a:gd name="T1" fmla="*/ 8 h 2"/>
                <a:gd name="T2" fmla="*/ 33 w 2"/>
                <a:gd name="T3" fmla="*/ 16 h 2"/>
                <a:gd name="T4" fmla="*/ 20 w 2"/>
                <a:gd name="T5" fmla="*/ 0 h 2"/>
                <a:gd name="T6" fmla="*/ 0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8" name="Freeform 401">
              <a:extLst>
                <a:ext uri="{FF2B5EF4-FFF2-40B4-BE49-F238E27FC236}">
                  <a16:creationId xmlns:a16="http://schemas.microsoft.com/office/drawing/2014/main" id="{6B2E6793-3311-448A-A0A8-D2DC25E4E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333"/>
              <a:ext cx="7" cy="6"/>
            </a:xfrm>
            <a:custGeom>
              <a:avLst/>
              <a:gdLst>
                <a:gd name="T0" fmla="*/ 12 w 3"/>
                <a:gd name="T1" fmla="*/ 0 h 3"/>
                <a:gd name="T2" fmla="*/ 28 w 3"/>
                <a:gd name="T3" fmla="*/ 24 h 3"/>
                <a:gd name="T4" fmla="*/ 28 w 3"/>
                <a:gd name="T5" fmla="*/ 8 h 3"/>
                <a:gd name="T6" fmla="*/ 12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2"/>
                    <a:pt x="2" y="1"/>
                  </a:cubicBezTo>
                  <a:cubicBezTo>
                    <a:pt x="1" y="1"/>
                    <a:pt x="2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9" name="Freeform 402">
              <a:extLst>
                <a:ext uri="{FF2B5EF4-FFF2-40B4-BE49-F238E27FC236}">
                  <a16:creationId xmlns:a16="http://schemas.microsoft.com/office/drawing/2014/main" id="{DE1817CD-177B-4D02-954D-177B44993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328"/>
              <a:ext cx="2" cy="7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37 h 3"/>
                <a:gd name="T4" fmla="*/ 8 w 1"/>
                <a:gd name="T5" fmla="*/ 12 h 3"/>
                <a:gd name="T6" fmla="*/ 0 w 1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1" y="2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0" name="Freeform 403">
              <a:extLst>
                <a:ext uri="{FF2B5EF4-FFF2-40B4-BE49-F238E27FC236}">
                  <a16:creationId xmlns:a16="http://schemas.microsoft.com/office/drawing/2014/main" id="{E661C014-4DF5-410C-B627-2C5FDA0AA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315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8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1" name="Freeform 404">
              <a:extLst>
                <a:ext uri="{FF2B5EF4-FFF2-40B4-BE49-F238E27FC236}">
                  <a16:creationId xmlns:a16="http://schemas.microsoft.com/office/drawing/2014/main" id="{153D8217-53A2-4384-9F02-35B3E6682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346"/>
              <a:ext cx="4" cy="3"/>
            </a:xfrm>
            <a:custGeom>
              <a:avLst/>
              <a:gdLst>
                <a:gd name="T0" fmla="*/ 0 w 2"/>
                <a:gd name="T1" fmla="*/ 27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2" name="Freeform 405">
              <a:extLst>
                <a:ext uri="{FF2B5EF4-FFF2-40B4-BE49-F238E27FC236}">
                  <a16:creationId xmlns:a16="http://schemas.microsoft.com/office/drawing/2014/main" id="{6387ACC1-D4EA-46FF-939A-D110C7FAE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428"/>
              <a:ext cx="2" cy="7"/>
            </a:xfrm>
            <a:custGeom>
              <a:avLst/>
              <a:gdLst>
                <a:gd name="T0" fmla="*/ 0 w 1"/>
                <a:gd name="T1" fmla="*/ 28 h 3"/>
                <a:gd name="T2" fmla="*/ 8 w 1"/>
                <a:gd name="T3" fmla="*/ 37 h 3"/>
                <a:gd name="T4" fmla="*/ 8 w 1"/>
                <a:gd name="T5" fmla="*/ 0 h 3"/>
                <a:gd name="T6" fmla="*/ 0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1" y="2"/>
                    <a:pt x="0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3" name="Freeform 406">
              <a:extLst>
                <a:ext uri="{FF2B5EF4-FFF2-40B4-BE49-F238E27FC236}">
                  <a16:creationId xmlns:a16="http://schemas.microsoft.com/office/drawing/2014/main" id="{38700A98-C121-49EA-9D7F-650D261E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444"/>
              <a:ext cx="10" cy="13"/>
            </a:xfrm>
            <a:custGeom>
              <a:avLst/>
              <a:gdLst>
                <a:gd name="T0" fmla="*/ 24 w 5"/>
                <a:gd name="T1" fmla="*/ 0 h 6"/>
                <a:gd name="T2" fmla="*/ 40 w 5"/>
                <a:gd name="T3" fmla="*/ 20 h 6"/>
                <a:gd name="T4" fmla="*/ 24 w 5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3"/>
                    <a:pt x="4" y="6"/>
                    <a:pt x="5" y="2"/>
                  </a:cubicBezTo>
                  <a:cubicBezTo>
                    <a:pt x="4" y="1"/>
                    <a:pt x="4" y="2"/>
                    <a:pt x="3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4" name="Freeform 407">
              <a:extLst>
                <a:ext uri="{FF2B5EF4-FFF2-40B4-BE49-F238E27FC236}">
                  <a16:creationId xmlns:a16="http://schemas.microsoft.com/office/drawing/2014/main" id="{F58123AB-833C-4ECD-AC89-C9915C5F9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439"/>
              <a:ext cx="4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1"/>
                    <a:pt x="0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5" name="Freeform 408">
              <a:extLst>
                <a:ext uri="{FF2B5EF4-FFF2-40B4-BE49-F238E27FC236}">
                  <a16:creationId xmlns:a16="http://schemas.microsoft.com/office/drawing/2014/main" id="{A64CA996-2113-40DF-9041-CCA4B304D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455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1" y="0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6" name="Freeform 409">
              <a:extLst>
                <a:ext uri="{FF2B5EF4-FFF2-40B4-BE49-F238E27FC236}">
                  <a16:creationId xmlns:a16="http://schemas.microsoft.com/office/drawing/2014/main" id="{F4C8A718-45F9-4A92-B1FE-52845855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421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2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7" name="Freeform 410">
              <a:extLst>
                <a:ext uri="{FF2B5EF4-FFF2-40B4-BE49-F238E27FC236}">
                  <a16:creationId xmlns:a16="http://schemas.microsoft.com/office/drawing/2014/main" id="{171008E5-BC6B-496A-977A-BF5B017F8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315"/>
              <a:ext cx="2" cy="4"/>
            </a:xfrm>
            <a:custGeom>
              <a:avLst/>
              <a:gdLst>
                <a:gd name="T0" fmla="*/ 8 w 1"/>
                <a:gd name="T1" fmla="*/ 16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8" name="Freeform 411">
              <a:extLst>
                <a:ext uri="{FF2B5EF4-FFF2-40B4-BE49-F238E27FC236}">
                  <a16:creationId xmlns:a16="http://schemas.microsoft.com/office/drawing/2014/main" id="{82EF2432-F79F-46A7-BF3A-73EB17066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330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9" name="Freeform 412">
              <a:extLst>
                <a:ext uri="{FF2B5EF4-FFF2-40B4-BE49-F238E27FC236}">
                  <a16:creationId xmlns:a16="http://schemas.microsoft.com/office/drawing/2014/main" id="{8F448B73-091A-4BFE-A224-3514639F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328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0" name="Freeform 413">
              <a:extLst>
                <a:ext uri="{FF2B5EF4-FFF2-40B4-BE49-F238E27FC236}">
                  <a16:creationId xmlns:a16="http://schemas.microsoft.com/office/drawing/2014/main" id="{C5DAD252-D3E6-4F39-ADCA-E63F91410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310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1" name="Freeform 414">
              <a:extLst>
                <a:ext uri="{FF2B5EF4-FFF2-40B4-BE49-F238E27FC236}">
                  <a16:creationId xmlns:a16="http://schemas.microsoft.com/office/drawing/2014/main" id="{E5A8DFD9-6CBF-4B66-B009-DD000BC18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430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2" name="Freeform 415">
              <a:extLst>
                <a:ext uri="{FF2B5EF4-FFF2-40B4-BE49-F238E27FC236}">
                  <a16:creationId xmlns:a16="http://schemas.microsoft.com/office/drawing/2014/main" id="{52115CAD-19FD-4B1D-8379-A2461376D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446"/>
              <a:ext cx="4" cy="7"/>
            </a:xfrm>
            <a:custGeom>
              <a:avLst/>
              <a:gdLst>
                <a:gd name="T0" fmla="*/ 8 w 2"/>
                <a:gd name="T1" fmla="*/ 0 h 3"/>
                <a:gd name="T2" fmla="*/ 16 w 2"/>
                <a:gd name="T3" fmla="*/ 37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2"/>
                    <a:pt x="0" y="2"/>
                    <a:pt x="2" y="3"/>
                  </a:cubicBezTo>
                  <a:cubicBezTo>
                    <a:pt x="2" y="2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3" name="Freeform 416">
              <a:extLst>
                <a:ext uri="{FF2B5EF4-FFF2-40B4-BE49-F238E27FC236}">
                  <a16:creationId xmlns:a16="http://schemas.microsoft.com/office/drawing/2014/main" id="{E3F93FE7-0FAA-45E1-85FC-E489DADD2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437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4" name="Freeform 417">
              <a:extLst>
                <a:ext uri="{FF2B5EF4-FFF2-40B4-BE49-F238E27FC236}">
                  <a16:creationId xmlns:a16="http://schemas.microsoft.com/office/drawing/2014/main" id="{BE8162A7-B954-4C03-8BE4-DAF40808F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344"/>
              <a:ext cx="4" cy="2"/>
            </a:xfrm>
            <a:custGeom>
              <a:avLst/>
              <a:gdLst>
                <a:gd name="T0" fmla="*/ 16 w 2"/>
                <a:gd name="T1" fmla="*/ 8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5" name="Freeform 418">
              <a:extLst>
                <a:ext uri="{FF2B5EF4-FFF2-40B4-BE49-F238E27FC236}">
                  <a16:creationId xmlns:a16="http://schemas.microsoft.com/office/drawing/2014/main" id="{F831AF65-6BB6-4C16-BCDD-D0E0C947F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455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6" name="Freeform 419">
              <a:extLst>
                <a:ext uri="{FF2B5EF4-FFF2-40B4-BE49-F238E27FC236}">
                  <a16:creationId xmlns:a16="http://schemas.microsoft.com/office/drawing/2014/main" id="{0D738992-25A0-4AC9-986D-43D4BF26C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824"/>
              <a:ext cx="6" cy="7"/>
            </a:xfrm>
            <a:custGeom>
              <a:avLst/>
              <a:gdLst>
                <a:gd name="T0" fmla="*/ 0 w 3"/>
                <a:gd name="T1" fmla="*/ 12 h 3"/>
                <a:gd name="T2" fmla="*/ 8 w 3"/>
                <a:gd name="T3" fmla="*/ 37 h 3"/>
                <a:gd name="T4" fmla="*/ 8 w 3"/>
                <a:gd name="T5" fmla="*/ 0 h 3"/>
                <a:gd name="T6" fmla="*/ 0 w 3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2"/>
                    <a:pt x="3" y="2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7" name="Freeform 420">
              <a:extLst>
                <a:ext uri="{FF2B5EF4-FFF2-40B4-BE49-F238E27FC236}">
                  <a16:creationId xmlns:a16="http://schemas.microsoft.com/office/drawing/2014/main" id="{D64886B3-0F14-4B51-8FE0-BD1A3F28B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038"/>
              <a:ext cx="5" cy="9"/>
            </a:xfrm>
            <a:custGeom>
              <a:avLst/>
              <a:gdLst>
                <a:gd name="T0" fmla="*/ 20 w 2"/>
                <a:gd name="T1" fmla="*/ 25 h 4"/>
                <a:gd name="T2" fmla="*/ 33 w 2"/>
                <a:gd name="T3" fmla="*/ 45 h 4"/>
                <a:gd name="T4" fmla="*/ 20 w 2"/>
                <a:gd name="T5" fmla="*/ 0 h 4"/>
                <a:gd name="T6" fmla="*/ 20 w 2"/>
                <a:gd name="T7" fmla="*/ 4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2" y="2"/>
                    <a:pt x="2" y="2"/>
                    <a:pt x="1" y="0"/>
                  </a:cubicBezTo>
                  <a:cubicBezTo>
                    <a:pt x="0" y="2"/>
                    <a:pt x="1" y="2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8" name="Freeform 421">
              <a:extLst>
                <a:ext uri="{FF2B5EF4-FFF2-40B4-BE49-F238E27FC236}">
                  <a16:creationId xmlns:a16="http://schemas.microsoft.com/office/drawing/2014/main" id="{BB1AE16D-35BF-40D7-92B2-0B5929146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246"/>
              <a:ext cx="5" cy="9"/>
            </a:xfrm>
            <a:custGeom>
              <a:avLst/>
              <a:gdLst>
                <a:gd name="T0" fmla="*/ 0 w 2"/>
                <a:gd name="T1" fmla="*/ 11 h 4"/>
                <a:gd name="T2" fmla="*/ 0 w 2"/>
                <a:gd name="T3" fmla="*/ 45 h 4"/>
                <a:gd name="T4" fmla="*/ 0 w 2"/>
                <a:gd name="T5" fmla="*/ 0 h 4"/>
                <a:gd name="T6" fmla="*/ 0 w 2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9" name="Freeform 422">
              <a:extLst>
                <a:ext uri="{FF2B5EF4-FFF2-40B4-BE49-F238E27FC236}">
                  <a16:creationId xmlns:a16="http://schemas.microsoft.com/office/drawing/2014/main" id="{8F03CD2D-7256-4101-AB2D-B058728C7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242"/>
              <a:ext cx="6" cy="7"/>
            </a:xfrm>
            <a:custGeom>
              <a:avLst/>
              <a:gdLst>
                <a:gd name="T0" fmla="*/ 16 w 3"/>
                <a:gd name="T1" fmla="*/ 12 h 3"/>
                <a:gd name="T2" fmla="*/ 16 w 3"/>
                <a:gd name="T3" fmla="*/ 28 h 3"/>
                <a:gd name="T4" fmla="*/ 16 w 3"/>
                <a:gd name="T5" fmla="*/ 0 h 3"/>
                <a:gd name="T6" fmla="*/ 16 w 3"/>
                <a:gd name="T7" fmla="*/ 3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3" y="1"/>
                    <a:pt x="3" y="2"/>
                    <a:pt x="2" y="0"/>
                  </a:cubicBezTo>
                  <a:cubicBezTo>
                    <a:pt x="0" y="2"/>
                    <a:pt x="2" y="2"/>
                    <a:pt x="2" y="3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0" name="Freeform 423">
              <a:extLst>
                <a:ext uri="{FF2B5EF4-FFF2-40B4-BE49-F238E27FC236}">
                  <a16:creationId xmlns:a16="http://schemas.microsoft.com/office/drawing/2014/main" id="{7A900E44-8AAD-45E3-ABD8-0F2D90CAA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040"/>
              <a:ext cx="7" cy="7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37 h 3"/>
                <a:gd name="T4" fmla="*/ 37 w 3"/>
                <a:gd name="T5" fmla="*/ 0 h 3"/>
                <a:gd name="T6" fmla="*/ 28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2" y="2"/>
                    <a:pt x="2" y="2"/>
                    <a:pt x="3" y="0"/>
                  </a:cubicBez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1" name="Freeform 424">
              <a:extLst>
                <a:ext uri="{FF2B5EF4-FFF2-40B4-BE49-F238E27FC236}">
                  <a16:creationId xmlns:a16="http://schemas.microsoft.com/office/drawing/2014/main" id="{A94A11FE-D057-4E46-B55E-F2D6A939B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818"/>
              <a:ext cx="4" cy="9"/>
            </a:xfrm>
            <a:custGeom>
              <a:avLst/>
              <a:gdLst>
                <a:gd name="T0" fmla="*/ 16 w 2"/>
                <a:gd name="T1" fmla="*/ 0 h 4"/>
                <a:gd name="T2" fmla="*/ 8 w 2"/>
                <a:gd name="T3" fmla="*/ 45 h 4"/>
                <a:gd name="T4" fmla="*/ 16 w 2"/>
                <a:gd name="T5" fmla="*/ 25 h 4"/>
                <a:gd name="T6" fmla="*/ 8 w 2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2" y="3"/>
                    <a:pt x="2" y="4"/>
                    <a:pt x="2" y="2"/>
                  </a:cubicBezTo>
                  <a:cubicBezTo>
                    <a:pt x="1" y="1"/>
                    <a:pt x="1" y="3"/>
                    <a:pt x="1" y="2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2" name="Freeform 425">
              <a:extLst>
                <a:ext uri="{FF2B5EF4-FFF2-40B4-BE49-F238E27FC236}">
                  <a16:creationId xmlns:a16="http://schemas.microsoft.com/office/drawing/2014/main" id="{DF3CD958-0C9F-455B-92FF-15BF9E9A8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544"/>
              <a:ext cx="88" cy="31"/>
            </a:xfrm>
            <a:custGeom>
              <a:avLst/>
              <a:gdLst>
                <a:gd name="T0" fmla="*/ 0 w 41"/>
                <a:gd name="T1" fmla="*/ 0 h 14"/>
                <a:gd name="T2" fmla="*/ 406 w 41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4">
                  <a:moveTo>
                    <a:pt x="0" y="0"/>
                  </a:moveTo>
                  <a:cubicBezTo>
                    <a:pt x="6" y="4"/>
                    <a:pt x="21" y="11"/>
                    <a:pt x="41" y="1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3" name="Freeform 426">
              <a:extLst>
                <a:ext uri="{FF2B5EF4-FFF2-40B4-BE49-F238E27FC236}">
                  <a16:creationId xmlns:a16="http://schemas.microsoft.com/office/drawing/2014/main" id="{A5352EE1-2512-45DC-8689-678DD8518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684"/>
              <a:ext cx="17" cy="14"/>
            </a:xfrm>
            <a:custGeom>
              <a:avLst/>
              <a:gdLst>
                <a:gd name="T0" fmla="*/ 0 w 8"/>
                <a:gd name="T1" fmla="*/ 37 h 6"/>
                <a:gd name="T2" fmla="*/ 68 w 8"/>
                <a:gd name="T3" fmla="*/ 49 h 6"/>
                <a:gd name="T4" fmla="*/ 0 w 8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3"/>
                  </a:moveTo>
                  <a:cubicBezTo>
                    <a:pt x="0" y="5"/>
                    <a:pt x="6" y="6"/>
                    <a:pt x="7" y="4"/>
                  </a:cubicBezTo>
                  <a:cubicBezTo>
                    <a:pt x="8" y="1"/>
                    <a:pt x="1" y="0"/>
                    <a:pt x="0" y="3"/>
                  </a:cubicBez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04" name="Freeform 427">
              <a:extLst>
                <a:ext uri="{FF2B5EF4-FFF2-40B4-BE49-F238E27FC236}">
                  <a16:creationId xmlns:a16="http://schemas.microsoft.com/office/drawing/2014/main" id="{D15D3205-2F39-4872-8F12-6FC7CDD7C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528"/>
              <a:ext cx="17" cy="18"/>
            </a:xfrm>
            <a:custGeom>
              <a:avLst/>
              <a:gdLst>
                <a:gd name="T0" fmla="*/ 19 w 8"/>
                <a:gd name="T1" fmla="*/ 11 h 8"/>
                <a:gd name="T2" fmla="*/ 49 w 8"/>
                <a:gd name="T3" fmla="*/ 81 h 8"/>
                <a:gd name="T4" fmla="*/ 19 w 8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1"/>
                  </a:moveTo>
                  <a:cubicBezTo>
                    <a:pt x="0" y="3"/>
                    <a:pt x="3" y="8"/>
                    <a:pt x="5" y="7"/>
                  </a:cubicBezTo>
                  <a:cubicBezTo>
                    <a:pt x="8" y="6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05" name="Freeform 428">
              <a:extLst>
                <a:ext uri="{FF2B5EF4-FFF2-40B4-BE49-F238E27FC236}">
                  <a16:creationId xmlns:a16="http://schemas.microsoft.com/office/drawing/2014/main" id="{C8188EDD-9FDD-4F64-834A-8797A950C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834"/>
              <a:ext cx="155" cy="93"/>
            </a:xfrm>
            <a:custGeom>
              <a:avLst/>
              <a:gdLst>
                <a:gd name="T0" fmla="*/ 0 w 73"/>
                <a:gd name="T1" fmla="*/ 479 h 41"/>
                <a:gd name="T2" fmla="*/ 699 w 73"/>
                <a:gd name="T3" fmla="*/ 0 h 41"/>
                <a:gd name="T4" fmla="*/ 671 w 73"/>
                <a:gd name="T5" fmla="*/ 11 h 41"/>
                <a:gd name="T6" fmla="*/ 671 w 73"/>
                <a:gd name="T7" fmla="*/ 0 h 41"/>
                <a:gd name="T8" fmla="*/ 153 w 73"/>
                <a:gd name="T9" fmla="*/ 34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1">
                  <a:moveTo>
                    <a:pt x="0" y="41"/>
                  </a:moveTo>
                  <a:cubicBezTo>
                    <a:pt x="29" y="39"/>
                    <a:pt x="46" y="9"/>
                    <a:pt x="73" y="0"/>
                  </a:cubicBezTo>
                  <a:cubicBezTo>
                    <a:pt x="72" y="0"/>
                    <a:pt x="70" y="1"/>
                    <a:pt x="70" y="1"/>
                  </a:cubicBezTo>
                  <a:cubicBezTo>
                    <a:pt x="70" y="1"/>
                    <a:pt x="70" y="0"/>
                    <a:pt x="70" y="0"/>
                  </a:cubicBezTo>
                  <a:cubicBezTo>
                    <a:pt x="49" y="1"/>
                    <a:pt x="35" y="23"/>
                    <a:pt x="16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6" name="Freeform 429">
              <a:extLst>
                <a:ext uri="{FF2B5EF4-FFF2-40B4-BE49-F238E27FC236}">
                  <a16:creationId xmlns:a16="http://schemas.microsoft.com/office/drawing/2014/main" id="{3A846381-D6DA-4B57-976B-683FC7741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741"/>
              <a:ext cx="66" cy="102"/>
            </a:xfrm>
            <a:custGeom>
              <a:avLst/>
              <a:gdLst>
                <a:gd name="T0" fmla="*/ 232 w 31"/>
                <a:gd name="T1" fmla="*/ 0 h 45"/>
                <a:gd name="T2" fmla="*/ 0 w 31"/>
                <a:gd name="T3" fmla="*/ 524 h 45"/>
                <a:gd name="T4" fmla="*/ 300 w 31"/>
                <a:gd name="T5" fmla="*/ 2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5">
                  <a:moveTo>
                    <a:pt x="24" y="0"/>
                  </a:moveTo>
                  <a:cubicBezTo>
                    <a:pt x="11" y="14"/>
                    <a:pt x="3" y="26"/>
                    <a:pt x="0" y="45"/>
                  </a:cubicBezTo>
                  <a:cubicBezTo>
                    <a:pt x="7" y="30"/>
                    <a:pt x="21" y="16"/>
                    <a:pt x="3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7" name="Freeform 430">
              <a:extLst>
                <a:ext uri="{FF2B5EF4-FFF2-40B4-BE49-F238E27FC236}">
                  <a16:creationId xmlns:a16="http://schemas.microsoft.com/office/drawing/2014/main" id="{EEF1846C-12E3-4372-AF14-D9F8EA915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727"/>
              <a:ext cx="176" cy="138"/>
            </a:xfrm>
            <a:custGeom>
              <a:avLst/>
              <a:gdLst>
                <a:gd name="T0" fmla="*/ 791 w 83"/>
                <a:gd name="T1" fmla="*/ 0 h 61"/>
                <a:gd name="T2" fmla="*/ 274 w 83"/>
                <a:gd name="T3" fmla="*/ 706 h 61"/>
                <a:gd name="T4" fmla="*/ 0 w 83"/>
                <a:gd name="T5" fmla="*/ 394 h 61"/>
                <a:gd name="T6" fmla="*/ 581 w 83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1">
                  <a:moveTo>
                    <a:pt x="83" y="0"/>
                  </a:moveTo>
                  <a:cubicBezTo>
                    <a:pt x="70" y="36"/>
                    <a:pt x="43" y="54"/>
                    <a:pt x="29" y="6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9" y="36"/>
                    <a:pt x="44" y="21"/>
                    <a:pt x="61" y="0"/>
                  </a:cubicBezTo>
                </a:path>
              </a:pathLst>
            </a:custGeom>
            <a:solidFill>
              <a:srgbClr val="EAD2A4"/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08" name="Freeform 431">
              <a:extLst>
                <a:ext uri="{FF2B5EF4-FFF2-40B4-BE49-F238E27FC236}">
                  <a16:creationId xmlns:a16="http://schemas.microsoft.com/office/drawing/2014/main" id="{78EC18E5-3306-47FC-AA0B-716DE1010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727"/>
              <a:ext cx="176" cy="138"/>
            </a:xfrm>
            <a:custGeom>
              <a:avLst/>
              <a:gdLst>
                <a:gd name="T0" fmla="*/ 791 w 83"/>
                <a:gd name="T1" fmla="*/ 0 h 61"/>
                <a:gd name="T2" fmla="*/ 274 w 83"/>
                <a:gd name="T3" fmla="*/ 706 h 61"/>
                <a:gd name="T4" fmla="*/ 0 w 83"/>
                <a:gd name="T5" fmla="*/ 394 h 61"/>
                <a:gd name="T6" fmla="*/ 581 w 83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1">
                  <a:moveTo>
                    <a:pt x="83" y="0"/>
                  </a:moveTo>
                  <a:cubicBezTo>
                    <a:pt x="70" y="36"/>
                    <a:pt x="43" y="54"/>
                    <a:pt x="29" y="6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9" y="36"/>
                    <a:pt x="44" y="21"/>
                    <a:pt x="61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9" name="Freeform 432">
              <a:extLst>
                <a:ext uri="{FF2B5EF4-FFF2-40B4-BE49-F238E27FC236}">
                  <a16:creationId xmlns:a16="http://schemas.microsoft.com/office/drawing/2014/main" id="{2EEE1A18-91BA-4594-886B-F5995AA09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727"/>
              <a:ext cx="117" cy="227"/>
            </a:xfrm>
            <a:custGeom>
              <a:avLst/>
              <a:gdLst>
                <a:gd name="T0" fmla="*/ 530 w 55"/>
                <a:gd name="T1" fmla="*/ 0 h 100"/>
                <a:gd name="T2" fmla="*/ 0 w 55"/>
                <a:gd name="T3" fmla="*/ 1169 h 100"/>
                <a:gd name="T4" fmla="*/ 402 w 55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00">
                  <a:moveTo>
                    <a:pt x="55" y="0"/>
                  </a:moveTo>
                  <a:cubicBezTo>
                    <a:pt x="52" y="44"/>
                    <a:pt x="29" y="94"/>
                    <a:pt x="0" y="100"/>
                  </a:cubicBezTo>
                  <a:cubicBezTo>
                    <a:pt x="24" y="86"/>
                    <a:pt x="42" y="46"/>
                    <a:pt x="42" y="0"/>
                  </a:cubicBezTo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10" name="Freeform 433">
              <a:extLst>
                <a:ext uri="{FF2B5EF4-FFF2-40B4-BE49-F238E27FC236}">
                  <a16:creationId xmlns:a16="http://schemas.microsoft.com/office/drawing/2014/main" id="{F591B0F6-B606-44B0-8CCB-901FB2593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727"/>
              <a:ext cx="117" cy="227"/>
            </a:xfrm>
            <a:custGeom>
              <a:avLst/>
              <a:gdLst>
                <a:gd name="T0" fmla="*/ 530 w 55"/>
                <a:gd name="T1" fmla="*/ 0 h 100"/>
                <a:gd name="T2" fmla="*/ 0 w 55"/>
                <a:gd name="T3" fmla="*/ 1169 h 100"/>
                <a:gd name="T4" fmla="*/ 402 w 55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00">
                  <a:moveTo>
                    <a:pt x="55" y="0"/>
                  </a:moveTo>
                  <a:cubicBezTo>
                    <a:pt x="52" y="44"/>
                    <a:pt x="29" y="94"/>
                    <a:pt x="0" y="100"/>
                  </a:cubicBezTo>
                  <a:cubicBezTo>
                    <a:pt x="24" y="86"/>
                    <a:pt x="42" y="46"/>
                    <a:pt x="4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1" name="Freeform 434">
              <a:extLst>
                <a:ext uri="{FF2B5EF4-FFF2-40B4-BE49-F238E27FC236}">
                  <a16:creationId xmlns:a16="http://schemas.microsoft.com/office/drawing/2014/main" id="{F6ACFC9A-70CA-4207-9C6D-15F31605A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725"/>
              <a:ext cx="578" cy="267"/>
            </a:xfrm>
            <a:custGeom>
              <a:avLst/>
              <a:gdLst>
                <a:gd name="T0" fmla="*/ 2610 w 272"/>
                <a:gd name="T1" fmla="*/ 11 h 118"/>
                <a:gd name="T2" fmla="*/ 2295 w 272"/>
                <a:gd name="T3" fmla="*/ 1091 h 118"/>
                <a:gd name="T4" fmla="*/ 2208 w 272"/>
                <a:gd name="T5" fmla="*/ 1172 h 118"/>
                <a:gd name="T6" fmla="*/ 1373 w 272"/>
                <a:gd name="T7" fmla="*/ 1136 h 118"/>
                <a:gd name="T8" fmla="*/ 971 w 272"/>
                <a:gd name="T9" fmla="*/ 871 h 118"/>
                <a:gd name="T10" fmla="*/ 963 w 272"/>
                <a:gd name="T11" fmla="*/ 1192 h 118"/>
                <a:gd name="T12" fmla="*/ 489 w 272"/>
                <a:gd name="T13" fmla="*/ 835 h 118"/>
                <a:gd name="T14" fmla="*/ 40 w 272"/>
                <a:gd name="T15" fmla="*/ 303 h 118"/>
                <a:gd name="T16" fmla="*/ 0 w 272"/>
                <a:gd name="T17" fmla="*/ 0 h 118"/>
                <a:gd name="T18" fmla="*/ 519 w 272"/>
                <a:gd name="T19" fmla="*/ 0 h 118"/>
                <a:gd name="T20" fmla="*/ 1084 w 272"/>
                <a:gd name="T21" fmla="*/ 324 h 118"/>
                <a:gd name="T22" fmla="*/ 1706 w 272"/>
                <a:gd name="T23" fmla="*/ 670 h 118"/>
                <a:gd name="T24" fmla="*/ 1441 w 272"/>
                <a:gd name="T25" fmla="*/ 810 h 118"/>
                <a:gd name="T26" fmla="*/ 1938 w 272"/>
                <a:gd name="T27" fmla="*/ 1030 h 118"/>
                <a:gd name="T28" fmla="*/ 2457 w 272"/>
                <a:gd name="T29" fmla="*/ 11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2" h="118">
                  <a:moveTo>
                    <a:pt x="272" y="1"/>
                  </a:moveTo>
                  <a:cubicBezTo>
                    <a:pt x="272" y="41"/>
                    <a:pt x="258" y="77"/>
                    <a:pt x="239" y="94"/>
                  </a:cubicBezTo>
                  <a:cubicBezTo>
                    <a:pt x="230" y="101"/>
                    <a:pt x="230" y="101"/>
                    <a:pt x="230" y="101"/>
                  </a:cubicBezTo>
                  <a:cubicBezTo>
                    <a:pt x="214" y="113"/>
                    <a:pt x="183" y="118"/>
                    <a:pt x="143" y="98"/>
                  </a:cubicBezTo>
                  <a:cubicBezTo>
                    <a:pt x="134" y="93"/>
                    <a:pt x="118" y="85"/>
                    <a:pt x="101" y="75"/>
                  </a:cubicBezTo>
                  <a:cubicBezTo>
                    <a:pt x="95" y="71"/>
                    <a:pt x="94" y="93"/>
                    <a:pt x="100" y="103"/>
                  </a:cubicBezTo>
                  <a:cubicBezTo>
                    <a:pt x="106" y="114"/>
                    <a:pt x="51" y="72"/>
                    <a:pt x="51" y="72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82" y="12"/>
                    <a:pt x="113" y="28"/>
                    <a:pt x="113" y="28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83" y="63"/>
                    <a:pt x="142" y="64"/>
                    <a:pt x="150" y="70"/>
                  </a:cubicBezTo>
                  <a:cubicBezTo>
                    <a:pt x="167" y="82"/>
                    <a:pt x="185" y="91"/>
                    <a:pt x="202" y="89"/>
                  </a:cubicBezTo>
                  <a:cubicBezTo>
                    <a:pt x="235" y="90"/>
                    <a:pt x="252" y="36"/>
                    <a:pt x="256" y="1"/>
                  </a:cubicBezTo>
                </a:path>
              </a:pathLst>
            </a:custGeom>
            <a:solidFill>
              <a:srgbClr val="EAD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2" name="Freeform 435">
              <a:extLst>
                <a:ext uri="{FF2B5EF4-FFF2-40B4-BE49-F238E27FC236}">
                  <a16:creationId xmlns:a16="http://schemas.microsoft.com/office/drawing/2014/main" id="{3FDA1B49-F8C7-4F9C-A611-C342BD662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727"/>
              <a:ext cx="304" cy="204"/>
            </a:xfrm>
            <a:custGeom>
              <a:avLst/>
              <a:gdLst>
                <a:gd name="T0" fmla="*/ 0 w 143"/>
                <a:gd name="T1" fmla="*/ 313 h 90"/>
                <a:gd name="T2" fmla="*/ 623 w 143"/>
                <a:gd name="T3" fmla="*/ 662 h 90"/>
                <a:gd name="T4" fmla="*/ 357 w 143"/>
                <a:gd name="T5" fmla="*/ 802 h 90"/>
                <a:gd name="T6" fmla="*/ 855 w 143"/>
                <a:gd name="T7" fmla="*/ 1022 h 90"/>
                <a:gd name="T8" fmla="*/ 1373 w 143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90">
                  <a:moveTo>
                    <a:pt x="0" y="27"/>
                  </a:moveTo>
                  <a:cubicBezTo>
                    <a:pt x="65" y="57"/>
                    <a:pt x="65" y="57"/>
                    <a:pt x="65" y="57"/>
                  </a:cubicBezTo>
                  <a:cubicBezTo>
                    <a:pt x="70" y="62"/>
                    <a:pt x="29" y="63"/>
                    <a:pt x="37" y="69"/>
                  </a:cubicBezTo>
                  <a:cubicBezTo>
                    <a:pt x="54" y="81"/>
                    <a:pt x="72" y="90"/>
                    <a:pt x="89" y="88"/>
                  </a:cubicBezTo>
                  <a:cubicBezTo>
                    <a:pt x="122" y="89"/>
                    <a:pt x="139" y="35"/>
                    <a:pt x="14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3" name="Freeform 436">
              <a:extLst>
                <a:ext uri="{FF2B5EF4-FFF2-40B4-BE49-F238E27FC236}">
                  <a16:creationId xmlns:a16="http://schemas.microsoft.com/office/drawing/2014/main" id="{9B2F9078-9F18-4971-847E-B349338A5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725"/>
              <a:ext cx="578" cy="267"/>
            </a:xfrm>
            <a:custGeom>
              <a:avLst/>
              <a:gdLst>
                <a:gd name="T0" fmla="*/ 2610 w 272"/>
                <a:gd name="T1" fmla="*/ 11 h 118"/>
                <a:gd name="T2" fmla="*/ 2295 w 272"/>
                <a:gd name="T3" fmla="*/ 1091 h 118"/>
                <a:gd name="T4" fmla="*/ 2208 w 272"/>
                <a:gd name="T5" fmla="*/ 1172 h 118"/>
                <a:gd name="T6" fmla="*/ 1373 w 272"/>
                <a:gd name="T7" fmla="*/ 1136 h 118"/>
                <a:gd name="T8" fmla="*/ 971 w 272"/>
                <a:gd name="T9" fmla="*/ 871 h 118"/>
                <a:gd name="T10" fmla="*/ 963 w 272"/>
                <a:gd name="T11" fmla="*/ 1192 h 118"/>
                <a:gd name="T12" fmla="*/ 489 w 272"/>
                <a:gd name="T13" fmla="*/ 835 h 118"/>
                <a:gd name="T14" fmla="*/ 40 w 272"/>
                <a:gd name="T15" fmla="*/ 303 h 118"/>
                <a:gd name="T16" fmla="*/ 0 w 272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2" h="118">
                  <a:moveTo>
                    <a:pt x="272" y="1"/>
                  </a:moveTo>
                  <a:cubicBezTo>
                    <a:pt x="272" y="41"/>
                    <a:pt x="258" y="77"/>
                    <a:pt x="239" y="94"/>
                  </a:cubicBezTo>
                  <a:cubicBezTo>
                    <a:pt x="230" y="101"/>
                    <a:pt x="230" y="101"/>
                    <a:pt x="230" y="101"/>
                  </a:cubicBezTo>
                  <a:cubicBezTo>
                    <a:pt x="214" y="113"/>
                    <a:pt x="183" y="118"/>
                    <a:pt x="143" y="98"/>
                  </a:cubicBezTo>
                  <a:cubicBezTo>
                    <a:pt x="134" y="93"/>
                    <a:pt x="118" y="85"/>
                    <a:pt x="101" y="75"/>
                  </a:cubicBezTo>
                  <a:cubicBezTo>
                    <a:pt x="95" y="71"/>
                    <a:pt x="94" y="93"/>
                    <a:pt x="100" y="103"/>
                  </a:cubicBezTo>
                  <a:cubicBezTo>
                    <a:pt x="106" y="114"/>
                    <a:pt x="51" y="72"/>
                    <a:pt x="51" y="72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4" name="Freeform 437">
              <a:extLst>
                <a:ext uri="{FF2B5EF4-FFF2-40B4-BE49-F238E27FC236}">
                  <a16:creationId xmlns:a16="http://schemas.microsoft.com/office/drawing/2014/main" id="{E36FB882-8B8F-4FF3-BBC9-0CD6C610D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831"/>
              <a:ext cx="449" cy="311"/>
            </a:xfrm>
            <a:custGeom>
              <a:avLst/>
              <a:gdLst>
                <a:gd name="T0" fmla="*/ 0 w 211"/>
                <a:gd name="T1" fmla="*/ 422 h 137"/>
                <a:gd name="T2" fmla="*/ 626 w 211"/>
                <a:gd name="T3" fmla="*/ 1310 h 137"/>
                <a:gd name="T4" fmla="*/ 1658 w 211"/>
                <a:gd name="T5" fmla="*/ 1371 h 137"/>
                <a:gd name="T6" fmla="*/ 1851 w 211"/>
                <a:gd name="T7" fmla="*/ 1226 h 137"/>
                <a:gd name="T8" fmla="*/ 1966 w 211"/>
                <a:gd name="T9" fmla="*/ 994 h 137"/>
                <a:gd name="T10" fmla="*/ 2032 w 211"/>
                <a:gd name="T11" fmla="*/ 597 h 137"/>
                <a:gd name="T12" fmla="*/ 1966 w 211"/>
                <a:gd name="T13" fmla="*/ 154 h 137"/>
                <a:gd name="T14" fmla="*/ 1819 w 211"/>
                <a:gd name="T15" fmla="*/ 0 h 137"/>
                <a:gd name="T16" fmla="*/ 1349 w 211"/>
                <a:gd name="T17" fmla="*/ 1242 h 137"/>
                <a:gd name="T18" fmla="*/ 453 w 211"/>
                <a:gd name="T19" fmla="*/ 701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1" h="137">
                  <a:moveTo>
                    <a:pt x="0" y="36"/>
                  </a:moveTo>
                  <a:cubicBezTo>
                    <a:pt x="0" y="36"/>
                    <a:pt x="31" y="87"/>
                    <a:pt x="65" y="112"/>
                  </a:cubicBezTo>
                  <a:cubicBezTo>
                    <a:pt x="99" y="137"/>
                    <a:pt x="151" y="129"/>
                    <a:pt x="172" y="117"/>
                  </a:cubicBezTo>
                  <a:cubicBezTo>
                    <a:pt x="192" y="105"/>
                    <a:pt x="192" y="105"/>
                    <a:pt x="192" y="105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211" y="51"/>
                    <a:pt x="211" y="51"/>
                    <a:pt x="211" y="51"/>
                  </a:cubicBezTo>
                  <a:cubicBezTo>
                    <a:pt x="204" y="13"/>
                    <a:pt x="204" y="13"/>
                    <a:pt x="204" y="13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203" y="38"/>
                    <a:pt x="193" y="102"/>
                    <a:pt x="140" y="106"/>
                  </a:cubicBezTo>
                  <a:cubicBezTo>
                    <a:pt x="118" y="104"/>
                    <a:pt x="80" y="104"/>
                    <a:pt x="47" y="60"/>
                  </a:cubicBezTo>
                </a:path>
              </a:pathLst>
            </a:custGeom>
            <a:solidFill>
              <a:srgbClr val="EAD2A4"/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15" name="Freeform 438">
              <a:extLst>
                <a:ext uri="{FF2B5EF4-FFF2-40B4-BE49-F238E27FC236}">
                  <a16:creationId xmlns:a16="http://schemas.microsoft.com/office/drawing/2014/main" id="{CBE5292E-D1FF-445D-B9FF-F503B3431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831"/>
              <a:ext cx="449" cy="311"/>
            </a:xfrm>
            <a:custGeom>
              <a:avLst/>
              <a:gdLst>
                <a:gd name="T0" fmla="*/ 0 w 211"/>
                <a:gd name="T1" fmla="*/ 422 h 137"/>
                <a:gd name="T2" fmla="*/ 626 w 211"/>
                <a:gd name="T3" fmla="*/ 1310 h 137"/>
                <a:gd name="T4" fmla="*/ 1658 w 211"/>
                <a:gd name="T5" fmla="*/ 1371 h 137"/>
                <a:gd name="T6" fmla="*/ 1851 w 211"/>
                <a:gd name="T7" fmla="*/ 1226 h 137"/>
                <a:gd name="T8" fmla="*/ 1966 w 211"/>
                <a:gd name="T9" fmla="*/ 994 h 137"/>
                <a:gd name="T10" fmla="*/ 2032 w 211"/>
                <a:gd name="T11" fmla="*/ 597 h 137"/>
                <a:gd name="T12" fmla="*/ 1966 w 211"/>
                <a:gd name="T13" fmla="*/ 154 h 137"/>
                <a:gd name="T14" fmla="*/ 1819 w 211"/>
                <a:gd name="T15" fmla="*/ 0 h 137"/>
                <a:gd name="T16" fmla="*/ 1349 w 211"/>
                <a:gd name="T17" fmla="*/ 1242 h 137"/>
                <a:gd name="T18" fmla="*/ 453 w 211"/>
                <a:gd name="T19" fmla="*/ 701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1" h="137">
                  <a:moveTo>
                    <a:pt x="0" y="36"/>
                  </a:moveTo>
                  <a:cubicBezTo>
                    <a:pt x="0" y="36"/>
                    <a:pt x="31" y="87"/>
                    <a:pt x="65" y="112"/>
                  </a:cubicBezTo>
                  <a:cubicBezTo>
                    <a:pt x="99" y="137"/>
                    <a:pt x="151" y="129"/>
                    <a:pt x="172" y="117"/>
                  </a:cubicBezTo>
                  <a:cubicBezTo>
                    <a:pt x="192" y="105"/>
                    <a:pt x="192" y="105"/>
                    <a:pt x="192" y="105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211" y="51"/>
                    <a:pt x="211" y="51"/>
                    <a:pt x="211" y="51"/>
                  </a:cubicBezTo>
                  <a:cubicBezTo>
                    <a:pt x="204" y="13"/>
                    <a:pt x="204" y="13"/>
                    <a:pt x="204" y="13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203" y="38"/>
                    <a:pt x="193" y="102"/>
                    <a:pt x="140" y="106"/>
                  </a:cubicBezTo>
                  <a:cubicBezTo>
                    <a:pt x="118" y="104"/>
                    <a:pt x="80" y="104"/>
                    <a:pt x="47" y="6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6" name="Freeform 439">
              <a:extLst>
                <a:ext uri="{FF2B5EF4-FFF2-40B4-BE49-F238E27FC236}">
                  <a16:creationId xmlns:a16="http://schemas.microsoft.com/office/drawing/2014/main" id="{4D8166CA-7565-42C4-836D-08CF98E59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781"/>
              <a:ext cx="414" cy="347"/>
            </a:xfrm>
            <a:custGeom>
              <a:avLst/>
              <a:gdLst>
                <a:gd name="T0" fmla="*/ 0 w 195"/>
                <a:gd name="T1" fmla="*/ 0 h 153"/>
                <a:gd name="T2" fmla="*/ 527 w 195"/>
                <a:gd name="T3" fmla="*/ 397 h 153"/>
                <a:gd name="T4" fmla="*/ 1208 w 195"/>
                <a:gd name="T5" fmla="*/ 900 h 153"/>
                <a:gd name="T6" fmla="*/ 1781 w 195"/>
                <a:gd name="T7" fmla="*/ 1563 h 153"/>
                <a:gd name="T8" fmla="*/ 1217 w 195"/>
                <a:gd name="T9" fmla="*/ 1177 h 153"/>
                <a:gd name="T10" fmla="*/ 537 w 195"/>
                <a:gd name="T11" fmla="*/ 710 h 153"/>
                <a:gd name="T12" fmla="*/ 0 w 195"/>
                <a:gd name="T13" fmla="*/ 433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5" h="153">
                  <a:moveTo>
                    <a:pt x="0" y="0"/>
                  </a:moveTo>
                  <a:cubicBezTo>
                    <a:pt x="30" y="15"/>
                    <a:pt x="29" y="15"/>
                    <a:pt x="55" y="34"/>
                  </a:cubicBezTo>
                  <a:cubicBezTo>
                    <a:pt x="80" y="54"/>
                    <a:pt x="92" y="58"/>
                    <a:pt x="126" y="77"/>
                  </a:cubicBezTo>
                  <a:cubicBezTo>
                    <a:pt x="159" y="96"/>
                    <a:pt x="176" y="117"/>
                    <a:pt x="186" y="134"/>
                  </a:cubicBezTo>
                  <a:cubicBezTo>
                    <a:pt x="195" y="153"/>
                    <a:pt x="157" y="125"/>
                    <a:pt x="127" y="101"/>
                  </a:cubicBezTo>
                  <a:cubicBezTo>
                    <a:pt x="95" y="76"/>
                    <a:pt x="84" y="77"/>
                    <a:pt x="56" y="61"/>
                  </a:cubicBezTo>
                  <a:cubicBezTo>
                    <a:pt x="27" y="44"/>
                    <a:pt x="10" y="32"/>
                    <a:pt x="0" y="37"/>
                  </a:cubicBezTo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17" name="Freeform 440">
              <a:extLst>
                <a:ext uri="{FF2B5EF4-FFF2-40B4-BE49-F238E27FC236}">
                  <a16:creationId xmlns:a16="http://schemas.microsoft.com/office/drawing/2014/main" id="{6DE290C9-12A4-4B44-8802-E0EEF2F1C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781"/>
              <a:ext cx="414" cy="347"/>
            </a:xfrm>
            <a:custGeom>
              <a:avLst/>
              <a:gdLst>
                <a:gd name="T0" fmla="*/ 0 w 195"/>
                <a:gd name="T1" fmla="*/ 0 h 153"/>
                <a:gd name="T2" fmla="*/ 527 w 195"/>
                <a:gd name="T3" fmla="*/ 397 h 153"/>
                <a:gd name="T4" fmla="*/ 1208 w 195"/>
                <a:gd name="T5" fmla="*/ 900 h 153"/>
                <a:gd name="T6" fmla="*/ 1781 w 195"/>
                <a:gd name="T7" fmla="*/ 1563 h 153"/>
                <a:gd name="T8" fmla="*/ 1217 w 195"/>
                <a:gd name="T9" fmla="*/ 1177 h 153"/>
                <a:gd name="T10" fmla="*/ 537 w 195"/>
                <a:gd name="T11" fmla="*/ 710 h 153"/>
                <a:gd name="T12" fmla="*/ 0 w 195"/>
                <a:gd name="T13" fmla="*/ 433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5" h="153">
                  <a:moveTo>
                    <a:pt x="0" y="0"/>
                  </a:moveTo>
                  <a:cubicBezTo>
                    <a:pt x="30" y="15"/>
                    <a:pt x="29" y="15"/>
                    <a:pt x="55" y="34"/>
                  </a:cubicBezTo>
                  <a:cubicBezTo>
                    <a:pt x="80" y="54"/>
                    <a:pt x="92" y="58"/>
                    <a:pt x="126" y="77"/>
                  </a:cubicBezTo>
                  <a:cubicBezTo>
                    <a:pt x="159" y="96"/>
                    <a:pt x="176" y="117"/>
                    <a:pt x="186" y="134"/>
                  </a:cubicBezTo>
                  <a:cubicBezTo>
                    <a:pt x="195" y="153"/>
                    <a:pt x="157" y="125"/>
                    <a:pt x="127" y="101"/>
                  </a:cubicBezTo>
                  <a:cubicBezTo>
                    <a:pt x="95" y="76"/>
                    <a:pt x="84" y="77"/>
                    <a:pt x="56" y="61"/>
                  </a:cubicBezTo>
                  <a:cubicBezTo>
                    <a:pt x="27" y="44"/>
                    <a:pt x="10" y="32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8" name="Freeform 441">
              <a:extLst>
                <a:ext uri="{FF2B5EF4-FFF2-40B4-BE49-F238E27FC236}">
                  <a16:creationId xmlns:a16="http://schemas.microsoft.com/office/drawing/2014/main" id="{46C9FEC2-9BAE-4A38-876B-5CA74CC36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727"/>
              <a:ext cx="172" cy="370"/>
            </a:xfrm>
            <a:custGeom>
              <a:avLst/>
              <a:gdLst>
                <a:gd name="T0" fmla="*/ 365 w 81"/>
                <a:gd name="T1" fmla="*/ 0 h 163"/>
                <a:gd name="T2" fmla="*/ 690 w 81"/>
                <a:gd name="T3" fmla="*/ 1217 h 163"/>
                <a:gd name="T4" fmla="*/ 297 w 81"/>
                <a:gd name="T5" fmla="*/ 1907 h 163"/>
                <a:gd name="T6" fmla="*/ 563 w 81"/>
                <a:gd name="T7" fmla="*/ 840 h 163"/>
                <a:gd name="T8" fmla="*/ 0 w 81"/>
                <a:gd name="T9" fmla="*/ 0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63">
                  <a:moveTo>
                    <a:pt x="38" y="0"/>
                  </a:moveTo>
                  <a:cubicBezTo>
                    <a:pt x="63" y="28"/>
                    <a:pt x="81" y="60"/>
                    <a:pt x="72" y="104"/>
                  </a:cubicBezTo>
                  <a:cubicBezTo>
                    <a:pt x="60" y="162"/>
                    <a:pt x="31" y="163"/>
                    <a:pt x="31" y="163"/>
                  </a:cubicBezTo>
                  <a:cubicBezTo>
                    <a:pt x="62" y="147"/>
                    <a:pt x="67" y="122"/>
                    <a:pt x="59" y="72"/>
                  </a:cubicBezTo>
                  <a:cubicBezTo>
                    <a:pt x="54" y="45"/>
                    <a:pt x="22" y="11"/>
                    <a:pt x="0" y="0"/>
                  </a:cubicBezTo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19" name="Freeform 442">
              <a:extLst>
                <a:ext uri="{FF2B5EF4-FFF2-40B4-BE49-F238E27FC236}">
                  <a16:creationId xmlns:a16="http://schemas.microsoft.com/office/drawing/2014/main" id="{86215B72-F3B7-4F48-8732-5032601DB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727"/>
              <a:ext cx="172" cy="370"/>
            </a:xfrm>
            <a:custGeom>
              <a:avLst/>
              <a:gdLst>
                <a:gd name="T0" fmla="*/ 365 w 81"/>
                <a:gd name="T1" fmla="*/ 0 h 163"/>
                <a:gd name="T2" fmla="*/ 690 w 81"/>
                <a:gd name="T3" fmla="*/ 1217 h 163"/>
                <a:gd name="T4" fmla="*/ 297 w 81"/>
                <a:gd name="T5" fmla="*/ 1907 h 163"/>
                <a:gd name="T6" fmla="*/ 563 w 81"/>
                <a:gd name="T7" fmla="*/ 840 h 163"/>
                <a:gd name="T8" fmla="*/ 0 w 81"/>
                <a:gd name="T9" fmla="*/ 0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63">
                  <a:moveTo>
                    <a:pt x="38" y="0"/>
                  </a:moveTo>
                  <a:cubicBezTo>
                    <a:pt x="63" y="28"/>
                    <a:pt x="81" y="60"/>
                    <a:pt x="72" y="104"/>
                  </a:cubicBezTo>
                  <a:cubicBezTo>
                    <a:pt x="60" y="162"/>
                    <a:pt x="31" y="163"/>
                    <a:pt x="31" y="163"/>
                  </a:cubicBezTo>
                  <a:cubicBezTo>
                    <a:pt x="62" y="147"/>
                    <a:pt x="67" y="122"/>
                    <a:pt x="59" y="72"/>
                  </a:cubicBezTo>
                  <a:cubicBezTo>
                    <a:pt x="54" y="45"/>
                    <a:pt x="22" y="1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0" name="Freeform 443">
              <a:extLst>
                <a:ext uri="{FF2B5EF4-FFF2-40B4-BE49-F238E27FC236}">
                  <a16:creationId xmlns:a16="http://schemas.microsoft.com/office/drawing/2014/main" id="{DFD978F5-2B65-4B48-8B29-2F950BE97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727"/>
              <a:ext cx="510" cy="383"/>
            </a:xfrm>
            <a:custGeom>
              <a:avLst/>
              <a:gdLst>
                <a:gd name="T0" fmla="*/ 682 w 240"/>
                <a:gd name="T1" fmla="*/ 0 h 169"/>
                <a:gd name="T2" fmla="*/ 1927 w 240"/>
                <a:gd name="T3" fmla="*/ 1104 h 169"/>
                <a:gd name="T4" fmla="*/ 2284 w 240"/>
                <a:gd name="T5" fmla="*/ 1736 h 169"/>
                <a:gd name="T6" fmla="*/ 2015 w 240"/>
                <a:gd name="T7" fmla="*/ 1582 h 169"/>
                <a:gd name="T8" fmla="*/ 1039 w 240"/>
                <a:gd name="T9" fmla="*/ 653 h 169"/>
                <a:gd name="T10" fmla="*/ 0 w 240"/>
                <a:gd name="T11" fmla="*/ 0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0" h="169">
                  <a:moveTo>
                    <a:pt x="71" y="0"/>
                  </a:moveTo>
                  <a:cubicBezTo>
                    <a:pt x="123" y="24"/>
                    <a:pt x="180" y="74"/>
                    <a:pt x="201" y="95"/>
                  </a:cubicBezTo>
                  <a:cubicBezTo>
                    <a:pt x="226" y="119"/>
                    <a:pt x="235" y="128"/>
                    <a:pt x="238" y="149"/>
                  </a:cubicBezTo>
                  <a:cubicBezTo>
                    <a:pt x="240" y="169"/>
                    <a:pt x="231" y="157"/>
                    <a:pt x="210" y="136"/>
                  </a:cubicBezTo>
                  <a:cubicBezTo>
                    <a:pt x="189" y="114"/>
                    <a:pt x="172" y="93"/>
                    <a:pt x="108" y="56"/>
                  </a:cubicBezTo>
                  <a:cubicBezTo>
                    <a:pt x="49" y="22"/>
                    <a:pt x="26" y="7"/>
                    <a:pt x="0" y="0"/>
                  </a:cubicBezTo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21" name="Freeform 444">
              <a:extLst>
                <a:ext uri="{FF2B5EF4-FFF2-40B4-BE49-F238E27FC236}">
                  <a16:creationId xmlns:a16="http://schemas.microsoft.com/office/drawing/2014/main" id="{8D1CDEF9-2D63-4096-B402-CA909E138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727"/>
              <a:ext cx="510" cy="383"/>
            </a:xfrm>
            <a:custGeom>
              <a:avLst/>
              <a:gdLst>
                <a:gd name="T0" fmla="*/ 682 w 240"/>
                <a:gd name="T1" fmla="*/ 0 h 169"/>
                <a:gd name="T2" fmla="*/ 1927 w 240"/>
                <a:gd name="T3" fmla="*/ 1104 h 169"/>
                <a:gd name="T4" fmla="*/ 2284 w 240"/>
                <a:gd name="T5" fmla="*/ 1736 h 169"/>
                <a:gd name="T6" fmla="*/ 2015 w 240"/>
                <a:gd name="T7" fmla="*/ 1582 h 169"/>
                <a:gd name="T8" fmla="*/ 1039 w 240"/>
                <a:gd name="T9" fmla="*/ 653 h 169"/>
                <a:gd name="T10" fmla="*/ 0 w 240"/>
                <a:gd name="T11" fmla="*/ 0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0" h="169">
                  <a:moveTo>
                    <a:pt x="71" y="0"/>
                  </a:moveTo>
                  <a:cubicBezTo>
                    <a:pt x="123" y="24"/>
                    <a:pt x="180" y="74"/>
                    <a:pt x="201" y="95"/>
                  </a:cubicBezTo>
                  <a:cubicBezTo>
                    <a:pt x="226" y="119"/>
                    <a:pt x="235" y="128"/>
                    <a:pt x="238" y="149"/>
                  </a:cubicBezTo>
                  <a:cubicBezTo>
                    <a:pt x="240" y="169"/>
                    <a:pt x="231" y="157"/>
                    <a:pt x="210" y="136"/>
                  </a:cubicBezTo>
                  <a:cubicBezTo>
                    <a:pt x="189" y="114"/>
                    <a:pt x="172" y="93"/>
                    <a:pt x="108" y="56"/>
                  </a:cubicBezTo>
                  <a:cubicBezTo>
                    <a:pt x="49" y="22"/>
                    <a:pt x="26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2" name="Freeform 445">
              <a:extLst>
                <a:ext uri="{FF2B5EF4-FFF2-40B4-BE49-F238E27FC236}">
                  <a16:creationId xmlns:a16="http://schemas.microsoft.com/office/drawing/2014/main" id="{524FF7D4-0E36-4154-A3EC-9241033DD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775"/>
              <a:ext cx="270" cy="244"/>
            </a:xfrm>
            <a:custGeom>
              <a:avLst/>
              <a:gdLst>
                <a:gd name="T0" fmla="*/ 1220 w 127"/>
                <a:gd name="T1" fmla="*/ 1245 h 108"/>
                <a:gd name="T2" fmla="*/ 759 w 127"/>
                <a:gd name="T3" fmla="*/ 725 h 108"/>
                <a:gd name="T4" fmla="*/ 0 w 127"/>
                <a:gd name="T5" fmla="*/ 0 h 108"/>
                <a:gd name="T6" fmla="*/ 434 w 127"/>
                <a:gd name="T7" fmla="*/ 495 h 108"/>
                <a:gd name="T8" fmla="*/ 655 w 127"/>
                <a:gd name="T9" fmla="*/ 669 h 108"/>
                <a:gd name="T10" fmla="*/ 719 w 127"/>
                <a:gd name="T11" fmla="*/ 761 h 108"/>
                <a:gd name="T12" fmla="*/ 836 w 127"/>
                <a:gd name="T13" fmla="*/ 83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08">
                  <a:moveTo>
                    <a:pt x="127" y="108"/>
                  </a:moveTo>
                  <a:cubicBezTo>
                    <a:pt x="115" y="90"/>
                    <a:pt x="95" y="76"/>
                    <a:pt x="79" y="63"/>
                  </a:cubicBezTo>
                  <a:cubicBezTo>
                    <a:pt x="55" y="42"/>
                    <a:pt x="30" y="13"/>
                    <a:pt x="0" y="0"/>
                  </a:cubicBezTo>
                  <a:cubicBezTo>
                    <a:pt x="17" y="13"/>
                    <a:pt x="28" y="31"/>
                    <a:pt x="45" y="43"/>
                  </a:cubicBezTo>
                  <a:cubicBezTo>
                    <a:pt x="53" y="48"/>
                    <a:pt x="61" y="52"/>
                    <a:pt x="68" y="58"/>
                  </a:cubicBezTo>
                  <a:cubicBezTo>
                    <a:pt x="71" y="60"/>
                    <a:pt x="71" y="64"/>
                    <a:pt x="75" y="66"/>
                  </a:cubicBezTo>
                  <a:cubicBezTo>
                    <a:pt x="78" y="69"/>
                    <a:pt x="83" y="68"/>
                    <a:pt x="87" y="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3" name="Freeform 446">
              <a:extLst>
                <a:ext uri="{FF2B5EF4-FFF2-40B4-BE49-F238E27FC236}">
                  <a16:creationId xmlns:a16="http://schemas.microsoft.com/office/drawing/2014/main" id="{AA19442C-8CD0-453B-A90D-99829883C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729"/>
              <a:ext cx="172" cy="1844"/>
            </a:xfrm>
            <a:custGeom>
              <a:avLst/>
              <a:gdLst>
                <a:gd name="T0" fmla="*/ 0 w 81"/>
                <a:gd name="T1" fmla="*/ 9485 h 813"/>
                <a:gd name="T2" fmla="*/ 172 w 81"/>
                <a:gd name="T3" fmla="*/ 9440 h 813"/>
                <a:gd name="T4" fmla="*/ 316 w 81"/>
                <a:gd name="T5" fmla="*/ 9383 h 813"/>
                <a:gd name="T6" fmla="*/ 461 w 81"/>
                <a:gd name="T7" fmla="*/ 9229 h 813"/>
                <a:gd name="T8" fmla="*/ 469 w 81"/>
                <a:gd name="T9" fmla="*/ 9091 h 813"/>
                <a:gd name="T10" fmla="*/ 442 w 81"/>
                <a:gd name="T11" fmla="*/ 8998 h 813"/>
                <a:gd name="T12" fmla="*/ 469 w 81"/>
                <a:gd name="T13" fmla="*/ 8750 h 813"/>
                <a:gd name="T14" fmla="*/ 554 w 81"/>
                <a:gd name="T15" fmla="*/ 8555 h 813"/>
                <a:gd name="T16" fmla="*/ 573 w 81"/>
                <a:gd name="T17" fmla="*/ 8227 h 813"/>
                <a:gd name="T18" fmla="*/ 671 w 81"/>
                <a:gd name="T19" fmla="*/ 8088 h 813"/>
                <a:gd name="T20" fmla="*/ 690 w 81"/>
                <a:gd name="T21" fmla="*/ 7712 h 813"/>
                <a:gd name="T22" fmla="*/ 690 w 81"/>
                <a:gd name="T23" fmla="*/ 7655 h 813"/>
                <a:gd name="T24" fmla="*/ 775 w 81"/>
                <a:gd name="T25" fmla="*/ 7480 h 813"/>
                <a:gd name="T26" fmla="*/ 707 w 81"/>
                <a:gd name="T27" fmla="*/ 7269 h 813"/>
                <a:gd name="T28" fmla="*/ 718 w 81"/>
                <a:gd name="T29" fmla="*/ 7104 h 813"/>
                <a:gd name="T30" fmla="*/ 767 w 81"/>
                <a:gd name="T31" fmla="*/ 6848 h 813"/>
                <a:gd name="T32" fmla="*/ 718 w 81"/>
                <a:gd name="T33" fmla="*/ 6652 h 813"/>
                <a:gd name="T34" fmla="*/ 726 w 81"/>
                <a:gd name="T35" fmla="*/ 6442 h 813"/>
                <a:gd name="T36" fmla="*/ 726 w 81"/>
                <a:gd name="T37" fmla="*/ 6324 h 813"/>
                <a:gd name="T38" fmla="*/ 767 w 81"/>
                <a:gd name="T39" fmla="*/ 6101 h 813"/>
                <a:gd name="T40" fmla="*/ 739 w 81"/>
                <a:gd name="T41" fmla="*/ 5999 h 813"/>
                <a:gd name="T42" fmla="*/ 690 w 81"/>
                <a:gd name="T43" fmla="*/ 5952 h 813"/>
                <a:gd name="T44" fmla="*/ 690 w 81"/>
                <a:gd name="T45" fmla="*/ 5741 h 813"/>
                <a:gd name="T46" fmla="*/ 707 w 81"/>
                <a:gd name="T47" fmla="*/ 5015 h 813"/>
                <a:gd name="T48" fmla="*/ 726 w 81"/>
                <a:gd name="T49" fmla="*/ 4693 h 813"/>
                <a:gd name="T50" fmla="*/ 650 w 81"/>
                <a:gd name="T51" fmla="*/ 3967 h 813"/>
                <a:gd name="T52" fmla="*/ 641 w 81"/>
                <a:gd name="T53" fmla="*/ 3699 h 813"/>
                <a:gd name="T54" fmla="*/ 586 w 81"/>
                <a:gd name="T55" fmla="*/ 2942 h 813"/>
                <a:gd name="T56" fmla="*/ 586 w 81"/>
                <a:gd name="T57" fmla="*/ 2685 h 813"/>
                <a:gd name="T58" fmla="*/ 554 w 81"/>
                <a:gd name="T59" fmla="*/ 1914 h 813"/>
                <a:gd name="T60" fmla="*/ 537 w 81"/>
                <a:gd name="T61" fmla="*/ 1574 h 813"/>
                <a:gd name="T62" fmla="*/ 518 w 81"/>
                <a:gd name="T63" fmla="*/ 608 h 813"/>
                <a:gd name="T64" fmla="*/ 497 w 81"/>
                <a:gd name="T65" fmla="*/ 0 h 813"/>
                <a:gd name="T66" fmla="*/ 28 w 81"/>
                <a:gd name="T67" fmla="*/ 0 h 81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1" h="813">
                  <a:moveTo>
                    <a:pt x="0" y="813"/>
                  </a:moveTo>
                  <a:cubicBezTo>
                    <a:pt x="18" y="809"/>
                    <a:pt x="18" y="809"/>
                    <a:pt x="18" y="809"/>
                  </a:cubicBezTo>
                  <a:cubicBezTo>
                    <a:pt x="33" y="804"/>
                    <a:pt x="33" y="804"/>
                    <a:pt x="33" y="804"/>
                  </a:cubicBezTo>
                  <a:cubicBezTo>
                    <a:pt x="48" y="791"/>
                    <a:pt x="48" y="791"/>
                    <a:pt x="48" y="791"/>
                  </a:cubicBezTo>
                  <a:cubicBezTo>
                    <a:pt x="48" y="791"/>
                    <a:pt x="50" y="787"/>
                    <a:pt x="49" y="779"/>
                  </a:cubicBezTo>
                  <a:cubicBezTo>
                    <a:pt x="49" y="777"/>
                    <a:pt x="47" y="771"/>
                    <a:pt x="46" y="771"/>
                  </a:cubicBezTo>
                  <a:cubicBezTo>
                    <a:pt x="46" y="764"/>
                    <a:pt x="47" y="757"/>
                    <a:pt x="49" y="750"/>
                  </a:cubicBezTo>
                  <a:cubicBezTo>
                    <a:pt x="51" y="741"/>
                    <a:pt x="56" y="741"/>
                    <a:pt x="58" y="733"/>
                  </a:cubicBezTo>
                  <a:cubicBezTo>
                    <a:pt x="59" y="726"/>
                    <a:pt x="56" y="712"/>
                    <a:pt x="60" y="705"/>
                  </a:cubicBezTo>
                  <a:cubicBezTo>
                    <a:pt x="62" y="701"/>
                    <a:pt x="69" y="697"/>
                    <a:pt x="70" y="693"/>
                  </a:cubicBezTo>
                  <a:cubicBezTo>
                    <a:pt x="73" y="681"/>
                    <a:pt x="68" y="669"/>
                    <a:pt x="72" y="661"/>
                  </a:cubicBezTo>
                  <a:cubicBezTo>
                    <a:pt x="72" y="660"/>
                    <a:pt x="71" y="658"/>
                    <a:pt x="72" y="656"/>
                  </a:cubicBezTo>
                  <a:cubicBezTo>
                    <a:pt x="76" y="654"/>
                    <a:pt x="81" y="648"/>
                    <a:pt x="81" y="641"/>
                  </a:cubicBezTo>
                  <a:cubicBezTo>
                    <a:pt x="81" y="636"/>
                    <a:pt x="74" y="629"/>
                    <a:pt x="74" y="623"/>
                  </a:cubicBezTo>
                  <a:cubicBezTo>
                    <a:pt x="74" y="618"/>
                    <a:pt x="74" y="613"/>
                    <a:pt x="75" y="609"/>
                  </a:cubicBezTo>
                  <a:cubicBezTo>
                    <a:pt x="76" y="602"/>
                    <a:pt x="81" y="596"/>
                    <a:pt x="80" y="587"/>
                  </a:cubicBezTo>
                  <a:cubicBezTo>
                    <a:pt x="80" y="572"/>
                    <a:pt x="75" y="573"/>
                    <a:pt x="75" y="570"/>
                  </a:cubicBezTo>
                  <a:cubicBezTo>
                    <a:pt x="75" y="563"/>
                    <a:pt x="75" y="560"/>
                    <a:pt x="76" y="552"/>
                  </a:cubicBezTo>
                  <a:cubicBezTo>
                    <a:pt x="76" y="548"/>
                    <a:pt x="75" y="545"/>
                    <a:pt x="76" y="542"/>
                  </a:cubicBezTo>
                  <a:cubicBezTo>
                    <a:pt x="78" y="538"/>
                    <a:pt x="80" y="531"/>
                    <a:pt x="80" y="523"/>
                  </a:cubicBezTo>
                  <a:cubicBezTo>
                    <a:pt x="79" y="522"/>
                    <a:pt x="79" y="517"/>
                    <a:pt x="77" y="514"/>
                  </a:cubicBezTo>
                  <a:cubicBezTo>
                    <a:pt x="76" y="512"/>
                    <a:pt x="72" y="510"/>
                    <a:pt x="72" y="510"/>
                  </a:cubicBezTo>
                  <a:cubicBezTo>
                    <a:pt x="72" y="503"/>
                    <a:pt x="72" y="499"/>
                    <a:pt x="72" y="492"/>
                  </a:cubicBezTo>
                  <a:cubicBezTo>
                    <a:pt x="74" y="472"/>
                    <a:pt x="74" y="430"/>
                    <a:pt x="74" y="430"/>
                  </a:cubicBezTo>
                  <a:cubicBezTo>
                    <a:pt x="74" y="430"/>
                    <a:pt x="75" y="424"/>
                    <a:pt x="76" y="402"/>
                  </a:cubicBezTo>
                  <a:cubicBezTo>
                    <a:pt x="76" y="380"/>
                    <a:pt x="68" y="340"/>
                    <a:pt x="68" y="340"/>
                  </a:cubicBezTo>
                  <a:cubicBezTo>
                    <a:pt x="68" y="340"/>
                    <a:pt x="67" y="337"/>
                    <a:pt x="67" y="317"/>
                  </a:cubicBezTo>
                  <a:cubicBezTo>
                    <a:pt x="68" y="298"/>
                    <a:pt x="61" y="252"/>
                    <a:pt x="61" y="252"/>
                  </a:cubicBezTo>
                  <a:cubicBezTo>
                    <a:pt x="61" y="252"/>
                    <a:pt x="58" y="253"/>
                    <a:pt x="61" y="230"/>
                  </a:cubicBezTo>
                  <a:cubicBezTo>
                    <a:pt x="65" y="207"/>
                    <a:pt x="58" y="164"/>
                    <a:pt x="58" y="164"/>
                  </a:cubicBezTo>
                  <a:cubicBezTo>
                    <a:pt x="58" y="164"/>
                    <a:pt x="54" y="160"/>
                    <a:pt x="56" y="135"/>
                  </a:cubicBezTo>
                  <a:cubicBezTo>
                    <a:pt x="58" y="110"/>
                    <a:pt x="54" y="60"/>
                    <a:pt x="54" y="52"/>
                  </a:cubicBezTo>
                  <a:cubicBezTo>
                    <a:pt x="54" y="45"/>
                    <a:pt x="57" y="20"/>
                    <a:pt x="52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AD2A4"/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24" name="Freeform 447">
              <a:extLst>
                <a:ext uri="{FF2B5EF4-FFF2-40B4-BE49-F238E27FC236}">
                  <a16:creationId xmlns:a16="http://schemas.microsoft.com/office/drawing/2014/main" id="{2DC96587-5AAA-48FE-B94E-896259083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729"/>
              <a:ext cx="172" cy="1844"/>
            </a:xfrm>
            <a:custGeom>
              <a:avLst/>
              <a:gdLst>
                <a:gd name="T0" fmla="*/ 0 w 81"/>
                <a:gd name="T1" fmla="*/ 9485 h 813"/>
                <a:gd name="T2" fmla="*/ 172 w 81"/>
                <a:gd name="T3" fmla="*/ 9440 h 813"/>
                <a:gd name="T4" fmla="*/ 316 w 81"/>
                <a:gd name="T5" fmla="*/ 9383 h 813"/>
                <a:gd name="T6" fmla="*/ 461 w 81"/>
                <a:gd name="T7" fmla="*/ 9229 h 813"/>
                <a:gd name="T8" fmla="*/ 469 w 81"/>
                <a:gd name="T9" fmla="*/ 9091 h 813"/>
                <a:gd name="T10" fmla="*/ 442 w 81"/>
                <a:gd name="T11" fmla="*/ 8998 h 813"/>
                <a:gd name="T12" fmla="*/ 469 w 81"/>
                <a:gd name="T13" fmla="*/ 8750 h 813"/>
                <a:gd name="T14" fmla="*/ 554 w 81"/>
                <a:gd name="T15" fmla="*/ 8555 h 813"/>
                <a:gd name="T16" fmla="*/ 573 w 81"/>
                <a:gd name="T17" fmla="*/ 8227 h 813"/>
                <a:gd name="T18" fmla="*/ 671 w 81"/>
                <a:gd name="T19" fmla="*/ 8088 h 813"/>
                <a:gd name="T20" fmla="*/ 690 w 81"/>
                <a:gd name="T21" fmla="*/ 7712 h 813"/>
                <a:gd name="T22" fmla="*/ 690 w 81"/>
                <a:gd name="T23" fmla="*/ 7655 h 813"/>
                <a:gd name="T24" fmla="*/ 775 w 81"/>
                <a:gd name="T25" fmla="*/ 7480 h 813"/>
                <a:gd name="T26" fmla="*/ 707 w 81"/>
                <a:gd name="T27" fmla="*/ 7269 h 813"/>
                <a:gd name="T28" fmla="*/ 718 w 81"/>
                <a:gd name="T29" fmla="*/ 7104 h 813"/>
                <a:gd name="T30" fmla="*/ 767 w 81"/>
                <a:gd name="T31" fmla="*/ 6848 h 813"/>
                <a:gd name="T32" fmla="*/ 718 w 81"/>
                <a:gd name="T33" fmla="*/ 6652 h 813"/>
                <a:gd name="T34" fmla="*/ 726 w 81"/>
                <a:gd name="T35" fmla="*/ 6442 h 813"/>
                <a:gd name="T36" fmla="*/ 726 w 81"/>
                <a:gd name="T37" fmla="*/ 6324 h 813"/>
                <a:gd name="T38" fmla="*/ 767 w 81"/>
                <a:gd name="T39" fmla="*/ 6101 h 813"/>
                <a:gd name="T40" fmla="*/ 739 w 81"/>
                <a:gd name="T41" fmla="*/ 5999 h 813"/>
                <a:gd name="T42" fmla="*/ 690 w 81"/>
                <a:gd name="T43" fmla="*/ 5952 h 813"/>
                <a:gd name="T44" fmla="*/ 690 w 81"/>
                <a:gd name="T45" fmla="*/ 5741 h 813"/>
                <a:gd name="T46" fmla="*/ 707 w 81"/>
                <a:gd name="T47" fmla="*/ 5015 h 813"/>
                <a:gd name="T48" fmla="*/ 726 w 81"/>
                <a:gd name="T49" fmla="*/ 4693 h 813"/>
                <a:gd name="T50" fmla="*/ 650 w 81"/>
                <a:gd name="T51" fmla="*/ 3967 h 813"/>
                <a:gd name="T52" fmla="*/ 641 w 81"/>
                <a:gd name="T53" fmla="*/ 3699 h 813"/>
                <a:gd name="T54" fmla="*/ 586 w 81"/>
                <a:gd name="T55" fmla="*/ 2942 h 813"/>
                <a:gd name="T56" fmla="*/ 586 w 81"/>
                <a:gd name="T57" fmla="*/ 2685 h 813"/>
                <a:gd name="T58" fmla="*/ 554 w 81"/>
                <a:gd name="T59" fmla="*/ 1914 h 813"/>
                <a:gd name="T60" fmla="*/ 537 w 81"/>
                <a:gd name="T61" fmla="*/ 1574 h 813"/>
                <a:gd name="T62" fmla="*/ 518 w 81"/>
                <a:gd name="T63" fmla="*/ 608 h 813"/>
                <a:gd name="T64" fmla="*/ 497 w 81"/>
                <a:gd name="T65" fmla="*/ 0 h 813"/>
                <a:gd name="T66" fmla="*/ 28 w 81"/>
                <a:gd name="T67" fmla="*/ 0 h 81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1" h="813">
                  <a:moveTo>
                    <a:pt x="0" y="813"/>
                  </a:moveTo>
                  <a:cubicBezTo>
                    <a:pt x="18" y="809"/>
                    <a:pt x="18" y="809"/>
                    <a:pt x="18" y="809"/>
                  </a:cubicBezTo>
                  <a:cubicBezTo>
                    <a:pt x="33" y="804"/>
                    <a:pt x="33" y="804"/>
                    <a:pt x="33" y="804"/>
                  </a:cubicBezTo>
                  <a:cubicBezTo>
                    <a:pt x="48" y="791"/>
                    <a:pt x="48" y="791"/>
                    <a:pt x="48" y="791"/>
                  </a:cubicBezTo>
                  <a:cubicBezTo>
                    <a:pt x="48" y="791"/>
                    <a:pt x="50" y="787"/>
                    <a:pt x="49" y="779"/>
                  </a:cubicBezTo>
                  <a:cubicBezTo>
                    <a:pt x="49" y="777"/>
                    <a:pt x="47" y="771"/>
                    <a:pt x="46" y="771"/>
                  </a:cubicBezTo>
                  <a:cubicBezTo>
                    <a:pt x="46" y="764"/>
                    <a:pt x="47" y="757"/>
                    <a:pt x="49" y="750"/>
                  </a:cubicBezTo>
                  <a:cubicBezTo>
                    <a:pt x="51" y="741"/>
                    <a:pt x="56" y="741"/>
                    <a:pt x="58" y="733"/>
                  </a:cubicBezTo>
                  <a:cubicBezTo>
                    <a:pt x="59" y="726"/>
                    <a:pt x="56" y="712"/>
                    <a:pt x="60" y="705"/>
                  </a:cubicBezTo>
                  <a:cubicBezTo>
                    <a:pt x="62" y="701"/>
                    <a:pt x="69" y="697"/>
                    <a:pt x="70" y="693"/>
                  </a:cubicBezTo>
                  <a:cubicBezTo>
                    <a:pt x="73" y="681"/>
                    <a:pt x="68" y="669"/>
                    <a:pt x="72" y="661"/>
                  </a:cubicBezTo>
                  <a:cubicBezTo>
                    <a:pt x="72" y="660"/>
                    <a:pt x="71" y="658"/>
                    <a:pt x="72" y="656"/>
                  </a:cubicBezTo>
                  <a:cubicBezTo>
                    <a:pt x="76" y="654"/>
                    <a:pt x="81" y="648"/>
                    <a:pt x="81" y="641"/>
                  </a:cubicBezTo>
                  <a:cubicBezTo>
                    <a:pt x="81" y="636"/>
                    <a:pt x="74" y="629"/>
                    <a:pt x="74" y="623"/>
                  </a:cubicBezTo>
                  <a:cubicBezTo>
                    <a:pt x="74" y="618"/>
                    <a:pt x="74" y="613"/>
                    <a:pt x="75" y="609"/>
                  </a:cubicBezTo>
                  <a:cubicBezTo>
                    <a:pt x="76" y="602"/>
                    <a:pt x="81" y="596"/>
                    <a:pt x="80" y="587"/>
                  </a:cubicBezTo>
                  <a:cubicBezTo>
                    <a:pt x="80" y="572"/>
                    <a:pt x="75" y="573"/>
                    <a:pt x="75" y="570"/>
                  </a:cubicBezTo>
                  <a:cubicBezTo>
                    <a:pt x="75" y="563"/>
                    <a:pt x="75" y="560"/>
                    <a:pt x="76" y="552"/>
                  </a:cubicBezTo>
                  <a:cubicBezTo>
                    <a:pt x="76" y="548"/>
                    <a:pt x="75" y="545"/>
                    <a:pt x="76" y="542"/>
                  </a:cubicBezTo>
                  <a:cubicBezTo>
                    <a:pt x="78" y="538"/>
                    <a:pt x="80" y="531"/>
                    <a:pt x="80" y="523"/>
                  </a:cubicBezTo>
                  <a:cubicBezTo>
                    <a:pt x="79" y="522"/>
                    <a:pt x="79" y="517"/>
                    <a:pt x="77" y="514"/>
                  </a:cubicBezTo>
                  <a:cubicBezTo>
                    <a:pt x="76" y="512"/>
                    <a:pt x="72" y="510"/>
                    <a:pt x="72" y="510"/>
                  </a:cubicBezTo>
                  <a:cubicBezTo>
                    <a:pt x="72" y="503"/>
                    <a:pt x="72" y="499"/>
                    <a:pt x="72" y="492"/>
                  </a:cubicBezTo>
                  <a:cubicBezTo>
                    <a:pt x="74" y="472"/>
                    <a:pt x="74" y="430"/>
                    <a:pt x="74" y="430"/>
                  </a:cubicBezTo>
                  <a:cubicBezTo>
                    <a:pt x="74" y="430"/>
                    <a:pt x="75" y="424"/>
                    <a:pt x="76" y="402"/>
                  </a:cubicBezTo>
                  <a:cubicBezTo>
                    <a:pt x="76" y="380"/>
                    <a:pt x="68" y="340"/>
                    <a:pt x="68" y="340"/>
                  </a:cubicBezTo>
                  <a:cubicBezTo>
                    <a:pt x="68" y="340"/>
                    <a:pt x="67" y="337"/>
                    <a:pt x="67" y="317"/>
                  </a:cubicBezTo>
                  <a:cubicBezTo>
                    <a:pt x="68" y="298"/>
                    <a:pt x="61" y="252"/>
                    <a:pt x="61" y="252"/>
                  </a:cubicBezTo>
                  <a:cubicBezTo>
                    <a:pt x="61" y="252"/>
                    <a:pt x="58" y="253"/>
                    <a:pt x="61" y="230"/>
                  </a:cubicBezTo>
                  <a:cubicBezTo>
                    <a:pt x="65" y="207"/>
                    <a:pt x="58" y="164"/>
                    <a:pt x="58" y="164"/>
                  </a:cubicBezTo>
                  <a:cubicBezTo>
                    <a:pt x="58" y="164"/>
                    <a:pt x="54" y="160"/>
                    <a:pt x="56" y="135"/>
                  </a:cubicBezTo>
                  <a:cubicBezTo>
                    <a:pt x="58" y="110"/>
                    <a:pt x="54" y="60"/>
                    <a:pt x="54" y="52"/>
                  </a:cubicBezTo>
                  <a:cubicBezTo>
                    <a:pt x="54" y="45"/>
                    <a:pt x="57" y="20"/>
                    <a:pt x="52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5" name="Freeform 448">
              <a:extLst>
                <a:ext uri="{FF2B5EF4-FFF2-40B4-BE49-F238E27FC236}">
                  <a16:creationId xmlns:a16="http://schemas.microsoft.com/office/drawing/2014/main" id="{85EA710F-78F5-4963-8CB5-BFE202C11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095"/>
              <a:ext cx="246" cy="274"/>
            </a:xfrm>
            <a:custGeom>
              <a:avLst/>
              <a:gdLst>
                <a:gd name="T0" fmla="*/ 49 w 116"/>
                <a:gd name="T1" fmla="*/ 11 h 121"/>
                <a:gd name="T2" fmla="*/ 1096 w 116"/>
                <a:gd name="T3" fmla="*/ 1334 h 121"/>
                <a:gd name="T4" fmla="*/ 1088 w 116"/>
                <a:gd name="T5" fmla="*/ 1395 h 121"/>
                <a:gd name="T6" fmla="*/ 1048 w 116"/>
                <a:gd name="T7" fmla="*/ 1379 h 121"/>
                <a:gd name="T8" fmla="*/ 17 w 116"/>
                <a:gd name="T9" fmla="*/ 82 h 121"/>
                <a:gd name="T10" fmla="*/ 8 w 116"/>
                <a:gd name="T11" fmla="*/ 36 h 121"/>
                <a:gd name="T12" fmla="*/ 49 w 116"/>
                <a:gd name="T13" fmla="*/ 11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21">
                  <a:moveTo>
                    <a:pt x="5" y="1"/>
                  </a:moveTo>
                  <a:cubicBezTo>
                    <a:pt x="36" y="16"/>
                    <a:pt x="67" y="48"/>
                    <a:pt x="115" y="115"/>
                  </a:cubicBezTo>
                  <a:cubicBezTo>
                    <a:pt x="116" y="117"/>
                    <a:pt x="116" y="119"/>
                    <a:pt x="114" y="120"/>
                  </a:cubicBezTo>
                  <a:cubicBezTo>
                    <a:pt x="113" y="121"/>
                    <a:pt x="111" y="120"/>
                    <a:pt x="110" y="119"/>
                  </a:cubicBezTo>
                  <a:cubicBezTo>
                    <a:pt x="63" y="52"/>
                    <a:pt x="32" y="21"/>
                    <a:pt x="2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F8BF2D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26" name="Freeform 449">
              <a:extLst>
                <a:ext uri="{FF2B5EF4-FFF2-40B4-BE49-F238E27FC236}">
                  <a16:creationId xmlns:a16="http://schemas.microsoft.com/office/drawing/2014/main" id="{70327367-7FCA-4FA3-96B6-D358ECD0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208"/>
              <a:ext cx="326" cy="259"/>
            </a:xfrm>
            <a:custGeom>
              <a:avLst/>
              <a:gdLst>
                <a:gd name="T0" fmla="*/ 40 w 153"/>
                <a:gd name="T1" fmla="*/ 0 h 114"/>
                <a:gd name="T2" fmla="*/ 1470 w 153"/>
                <a:gd name="T3" fmla="*/ 1265 h 114"/>
                <a:gd name="T4" fmla="*/ 1462 w 153"/>
                <a:gd name="T5" fmla="*/ 1311 h 114"/>
                <a:gd name="T6" fmla="*/ 1413 w 153"/>
                <a:gd name="T7" fmla="*/ 1327 h 114"/>
                <a:gd name="T8" fmla="*/ 19 w 153"/>
                <a:gd name="T9" fmla="*/ 73 h 114"/>
                <a:gd name="T10" fmla="*/ 0 w 153"/>
                <a:gd name="T11" fmla="*/ 25 h 114"/>
                <a:gd name="T12" fmla="*/ 40 w 153"/>
                <a:gd name="T13" fmla="*/ 0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114">
                  <a:moveTo>
                    <a:pt x="4" y="0"/>
                  </a:moveTo>
                  <a:cubicBezTo>
                    <a:pt x="33" y="11"/>
                    <a:pt x="121" y="55"/>
                    <a:pt x="152" y="108"/>
                  </a:cubicBezTo>
                  <a:cubicBezTo>
                    <a:pt x="153" y="110"/>
                    <a:pt x="152" y="111"/>
                    <a:pt x="151" y="112"/>
                  </a:cubicBezTo>
                  <a:cubicBezTo>
                    <a:pt x="149" y="113"/>
                    <a:pt x="146" y="114"/>
                    <a:pt x="146" y="113"/>
                  </a:cubicBezTo>
                  <a:cubicBezTo>
                    <a:pt x="115" y="61"/>
                    <a:pt x="30" y="1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8BF2D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27" name="Freeform 450">
              <a:extLst>
                <a:ext uri="{FF2B5EF4-FFF2-40B4-BE49-F238E27FC236}">
                  <a16:creationId xmlns:a16="http://schemas.microsoft.com/office/drawing/2014/main" id="{4FD10528-12C9-48F5-9717-E31D94E9F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294"/>
              <a:ext cx="353" cy="207"/>
            </a:xfrm>
            <a:custGeom>
              <a:avLst/>
              <a:gdLst>
                <a:gd name="T0" fmla="*/ 40 w 166"/>
                <a:gd name="T1" fmla="*/ 0 h 91"/>
                <a:gd name="T2" fmla="*/ 281 w 166"/>
                <a:gd name="T3" fmla="*/ 82 h 91"/>
                <a:gd name="T4" fmla="*/ 674 w 166"/>
                <a:gd name="T5" fmla="*/ 223 h 91"/>
                <a:gd name="T6" fmla="*/ 1586 w 166"/>
                <a:gd name="T7" fmla="*/ 1015 h 91"/>
                <a:gd name="T8" fmla="*/ 1578 w 166"/>
                <a:gd name="T9" fmla="*/ 1060 h 91"/>
                <a:gd name="T10" fmla="*/ 1461 w 166"/>
                <a:gd name="T11" fmla="*/ 1024 h 91"/>
                <a:gd name="T12" fmla="*/ 655 w 166"/>
                <a:gd name="T13" fmla="*/ 305 h 91"/>
                <a:gd name="T14" fmla="*/ 272 w 166"/>
                <a:gd name="T15" fmla="*/ 155 h 91"/>
                <a:gd name="T16" fmla="*/ 19 w 166"/>
                <a:gd name="T17" fmla="*/ 73 h 91"/>
                <a:gd name="T18" fmla="*/ 0 w 166"/>
                <a:gd name="T19" fmla="*/ 25 h 91"/>
                <a:gd name="T20" fmla="*/ 40 w 166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91">
                  <a:moveTo>
                    <a:pt x="4" y="0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42" y="10"/>
                    <a:pt x="52" y="12"/>
                    <a:pt x="70" y="19"/>
                  </a:cubicBezTo>
                  <a:cubicBezTo>
                    <a:pt x="113" y="36"/>
                    <a:pt x="145" y="58"/>
                    <a:pt x="165" y="86"/>
                  </a:cubicBezTo>
                  <a:cubicBezTo>
                    <a:pt x="166" y="87"/>
                    <a:pt x="166" y="89"/>
                    <a:pt x="164" y="90"/>
                  </a:cubicBezTo>
                  <a:cubicBezTo>
                    <a:pt x="163" y="91"/>
                    <a:pt x="153" y="88"/>
                    <a:pt x="152" y="87"/>
                  </a:cubicBezTo>
                  <a:cubicBezTo>
                    <a:pt x="136" y="60"/>
                    <a:pt x="109" y="42"/>
                    <a:pt x="68" y="26"/>
                  </a:cubicBezTo>
                  <a:cubicBezTo>
                    <a:pt x="50" y="19"/>
                    <a:pt x="40" y="15"/>
                    <a:pt x="28" y="1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8BF2D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28" name="Freeform 451">
              <a:extLst>
                <a:ext uri="{FF2B5EF4-FFF2-40B4-BE49-F238E27FC236}">
                  <a16:creationId xmlns:a16="http://schemas.microsoft.com/office/drawing/2014/main" id="{D49E7406-E4C2-4914-BDDB-AF67B506A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806"/>
              <a:ext cx="59" cy="100"/>
            </a:xfrm>
            <a:custGeom>
              <a:avLst/>
              <a:gdLst>
                <a:gd name="T0" fmla="*/ 112 w 28"/>
                <a:gd name="T1" fmla="*/ 0 h 44"/>
                <a:gd name="T2" fmla="*/ 17 w 28"/>
                <a:gd name="T3" fmla="*/ 223 h 44"/>
                <a:gd name="T4" fmla="*/ 101 w 28"/>
                <a:gd name="T5" fmla="*/ 516 h 44"/>
                <a:gd name="T6" fmla="*/ 244 w 28"/>
                <a:gd name="T7" fmla="*/ 202 h 44"/>
                <a:gd name="T8" fmla="*/ 112 w 28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4">
                  <a:moveTo>
                    <a:pt x="12" y="0"/>
                  </a:moveTo>
                  <a:cubicBezTo>
                    <a:pt x="1" y="0"/>
                    <a:pt x="4" y="4"/>
                    <a:pt x="2" y="19"/>
                  </a:cubicBezTo>
                  <a:cubicBezTo>
                    <a:pt x="0" y="33"/>
                    <a:pt x="2" y="43"/>
                    <a:pt x="11" y="44"/>
                  </a:cubicBezTo>
                  <a:cubicBezTo>
                    <a:pt x="21" y="44"/>
                    <a:pt x="28" y="32"/>
                    <a:pt x="26" y="17"/>
                  </a:cubicBezTo>
                  <a:cubicBezTo>
                    <a:pt x="24" y="3"/>
                    <a:pt x="23" y="3"/>
                    <a:pt x="12" y="0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29" name="Freeform 452">
              <a:extLst>
                <a:ext uri="{FF2B5EF4-FFF2-40B4-BE49-F238E27FC236}">
                  <a16:creationId xmlns:a16="http://schemas.microsoft.com/office/drawing/2014/main" id="{8C0EE909-D203-4098-9F14-B9D9D8172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019"/>
              <a:ext cx="60" cy="100"/>
            </a:xfrm>
            <a:custGeom>
              <a:avLst/>
              <a:gdLst>
                <a:gd name="T0" fmla="*/ 109 w 28"/>
                <a:gd name="T1" fmla="*/ 0 h 44"/>
                <a:gd name="T2" fmla="*/ 9 w 28"/>
                <a:gd name="T3" fmla="*/ 223 h 44"/>
                <a:gd name="T4" fmla="*/ 96 w 28"/>
                <a:gd name="T5" fmla="*/ 516 h 44"/>
                <a:gd name="T6" fmla="*/ 249 w 28"/>
                <a:gd name="T7" fmla="*/ 202 h 44"/>
                <a:gd name="T8" fmla="*/ 109 w 28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4">
                  <a:moveTo>
                    <a:pt x="11" y="0"/>
                  </a:moveTo>
                  <a:cubicBezTo>
                    <a:pt x="0" y="0"/>
                    <a:pt x="3" y="5"/>
                    <a:pt x="1" y="19"/>
                  </a:cubicBezTo>
                  <a:cubicBezTo>
                    <a:pt x="0" y="33"/>
                    <a:pt x="1" y="43"/>
                    <a:pt x="10" y="44"/>
                  </a:cubicBezTo>
                  <a:cubicBezTo>
                    <a:pt x="20" y="44"/>
                    <a:pt x="28" y="32"/>
                    <a:pt x="25" y="17"/>
                  </a:cubicBezTo>
                  <a:cubicBezTo>
                    <a:pt x="23" y="3"/>
                    <a:pt x="22" y="3"/>
                    <a:pt x="11" y="0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30" name="Freeform 453">
              <a:extLst>
                <a:ext uri="{FF2B5EF4-FFF2-40B4-BE49-F238E27FC236}">
                  <a16:creationId xmlns:a16="http://schemas.microsoft.com/office/drawing/2014/main" id="{1B68B577-2842-423B-8A32-893807111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226"/>
              <a:ext cx="60" cy="102"/>
            </a:xfrm>
            <a:custGeom>
              <a:avLst/>
              <a:gdLst>
                <a:gd name="T0" fmla="*/ 120 w 28"/>
                <a:gd name="T1" fmla="*/ 11 h 45"/>
                <a:gd name="T2" fmla="*/ 9 w 28"/>
                <a:gd name="T3" fmla="*/ 220 h 45"/>
                <a:gd name="T4" fmla="*/ 109 w 28"/>
                <a:gd name="T5" fmla="*/ 515 h 45"/>
                <a:gd name="T6" fmla="*/ 249 w 28"/>
                <a:gd name="T7" fmla="*/ 211 h 45"/>
                <a:gd name="T8" fmla="*/ 120 w 28"/>
                <a:gd name="T9" fmla="*/ 1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5">
                  <a:moveTo>
                    <a:pt x="12" y="1"/>
                  </a:moveTo>
                  <a:cubicBezTo>
                    <a:pt x="0" y="0"/>
                    <a:pt x="3" y="5"/>
                    <a:pt x="1" y="19"/>
                  </a:cubicBezTo>
                  <a:cubicBezTo>
                    <a:pt x="0" y="34"/>
                    <a:pt x="1" y="43"/>
                    <a:pt x="11" y="44"/>
                  </a:cubicBezTo>
                  <a:cubicBezTo>
                    <a:pt x="20" y="45"/>
                    <a:pt x="28" y="32"/>
                    <a:pt x="25" y="18"/>
                  </a:cubicBezTo>
                  <a:cubicBezTo>
                    <a:pt x="23" y="3"/>
                    <a:pt x="22" y="3"/>
                    <a:pt x="12" y="1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31" name="Freeform 454">
              <a:extLst>
                <a:ext uri="{FF2B5EF4-FFF2-40B4-BE49-F238E27FC236}">
                  <a16:creationId xmlns:a16="http://schemas.microsoft.com/office/drawing/2014/main" id="{CFB01E73-459E-44E9-BC6F-31110256F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423"/>
              <a:ext cx="68" cy="102"/>
            </a:xfrm>
            <a:custGeom>
              <a:avLst/>
              <a:gdLst>
                <a:gd name="T0" fmla="*/ 128 w 32"/>
                <a:gd name="T1" fmla="*/ 11 h 45"/>
                <a:gd name="T2" fmla="*/ 9 w 32"/>
                <a:gd name="T3" fmla="*/ 220 h 45"/>
                <a:gd name="T4" fmla="*/ 136 w 32"/>
                <a:gd name="T5" fmla="*/ 515 h 45"/>
                <a:gd name="T6" fmla="*/ 281 w 32"/>
                <a:gd name="T7" fmla="*/ 211 h 45"/>
                <a:gd name="T8" fmla="*/ 128 w 32"/>
                <a:gd name="T9" fmla="*/ 1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5">
                  <a:moveTo>
                    <a:pt x="13" y="1"/>
                  </a:moveTo>
                  <a:cubicBezTo>
                    <a:pt x="2" y="0"/>
                    <a:pt x="3" y="4"/>
                    <a:pt x="1" y="19"/>
                  </a:cubicBezTo>
                  <a:cubicBezTo>
                    <a:pt x="0" y="33"/>
                    <a:pt x="5" y="44"/>
                    <a:pt x="14" y="44"/>
                  </a:cubicBezTo>
                  <a:cubicBezTo>
                    <a:pt x="24" y="45"/>
                    <a:pt x="32" y="32"/>
                    <a:pt x="29" y="18"/>
                  </a:cubicBezTo>
                  <a:cubicBezTo>
                    <a:pt x="27" y="4"/>
                    <a:pt x="24" y="4"/>
                    <a:pt x="13" y="1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32" name="Freeform 455">
              <a:extLst>
                <a:ext uri="{FF2B5EF4-FFF2-40B4-BE49-F238E27FC236}">
                  <a16:creationId xmlns:a16="http://schemas.microsoft.com/office/drawing/2014/main" id="{83A7C8AE-39EB-4F3B-A307-E4BD95400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614"/>
              <a:ext cx="70" cy="100"/>
            </a:xfrm>
            <a:custGeom>
              <a:avLst/>
              <a:gdLst>
                <a:gd name="T0" fmla="*/ 144 w 33"/>
                <a:gd name="T1" fmla="*/ 0 h 44"/>
                <a:gd name="T2" fmla="*/ 8 w 33"/>
                <a:gd name="T3" fmla="*/ 259 h 44"/>
                <a:gd name="T4" fmla="*/ 153 w 33"/>
                <a:gd name="T5" fmla="*/ 516 h 44"/>
                <a:gd name="T6" fmla="*/ 297 w 33"/>
                <a:gd name="T7" fmla="*/ 202 h 44"/>
                <a:gd name="T8" fmla="*/ 144 w 33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4">
                  <a:moveTo>
                    <a:pt x="15" y="0"/>
                  </a:moveTo>
                  <a:cubicBezTo>
                    <a:pt x="4" y="0"/>
                    <a:pt x="3" y="8"/>
                    <a:pt x="1" y="22"/>
                  </a:cubicBezTo>
                  <a:cubicBezTo>
                    <a:pt x="0" y="36"/>
                    <a:pt x="7" y="43"/>
                    <a:pt x="16" y="44"/>
                  </a:cubicBezTo>
                  <a:cubicBezTo>
                    <a:pt x="26" y="44"/>
                    <a:pt x="33" y="32"/>
                    <a:pt x="31" y="17"/>
                  </a:cubicBezTo>
                  <a:cubicBezTo>
                    <a:pt x="29" y="3"/>
                    <a:pt x="26" y="3"/>
                    <a:pt x="15" y="0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33" name="Freeform 456">
              <a:extLst>
                <a:ext uri="{FF2B5EF4-FFF2-40B4-BE49-F238E27FC236}">
                  <a16:creationId xmlns:a16="http://schemas.microsoft.com/office/drawing/2014/main" id="{F7CA4D8A-511C-44E9-88B8-1B4A4538A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782"/>
              <a:ext cx="87" cy="120"/>
            </a:xfrm>
            <a:custGeom>
              <a:avLst/>
              <a:gdLst>
                <a:gd name="T0" fmla="*/ 229 w 41"/>
                <a:gd name="T1" fmla="*/ 93 h 53"/>
                <a:gd name="T2" fmla="*/ 221 w 41"/>
                <a:gd name="T3" fmla="*/ 580 h 53"/>
                <a:gd name="T4" fmla="*/ 229 w 41"/>
                <a:gd name="T5" fmla="*/ 93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3">
                  <a:moveTo>
                    <a:pt x="24" y="8"/>
                  </a:moveTo>
                  <a:cubicBezTo>
                    <a:pt x="41" y="16"/>
                    <a:pt x="38" y="53"/>
                    <a:pt x="23" y="50"/>
                  </a:cubicBezTo>
                  <a:cubicBezTo>
                    <a:pt x="9" y="46"/>
                    <a:pt x="0" y="0"/>
                    <a:pt x="24" y="8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34" name="Freeform 457">
              <a:extLst>
                <a:ext uri="{FF2B5EF4-FFF2-40B4-BE49-F238E27FC236}">
                  <a16:creationId xmlns:a16="http://schemas.microsoft.com/office/drawing/2014/main" id="{65B71AC9-0B93-4922-A8CE-8121E3B0E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008"/>
              <a:ext cx="217" cy="1102"/>
            </a:xfrm>
            <a:custGeom>
              <a:avLst/>
              <a:gdLst>
                <a:gd name="T0" fmla="*/ 972 w 102"/>
                <a:gd name="T1" fmla="*/ 5666 h 486"/>
                <a:gd name="T2" fmla="*/ 770 w 102"/>
                <a:gd name="T3" fmla="*/ 5630 h 486"/>
                <a:gd name="T4" fmla="*/ 634 w 102"/>
                <a:gd name="T5" fmla="*/ 5517 h 486"/>
                <a:gd name="T6" fmla="*/ 204 w 102"/>
                <a:gd name="T7" fmla="*/ 4812 h 486"/>
                <a:gd name="T8" fmla="*/ 0 w 102"/>
                <a:gd name="T9" fmla="*/ 36 h 486"/>
                <a:gd name="T10" fmla="*/ 28 w 102"/>
                <a:gd name="T11" fmla="*/ 0 h 486"/>
                <a:gd name="T12" fmla="*/ 60 w 102"/>
                <a:gd name="T13" fmla="*/ 36 h 486"/>
                <a:gd name="T14" fmla="*/ 257 w 102"/>
                <a:gd name="T15" fmla="*/ 4812 h 486"/>
                <a:gd name="T16" fmla="*/ 666 w 102"/>
                <a:gd name="T17" fmla="*/ 5444 h 486"/>
                <a:gd name="T18" fmla="*/ 828 w 102"/>
                <a:gd name="T19" fmla="*/ 5444 h 486"/>
                <a:gd name="T20" fmla="*/ 983 w 102"/>
                <a:gd name="T21" fmla="*/ 5594 h 4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486">
                  <a:moveTo>
                    <a:pt x="101" y="486"/>
                  </a:moveTo>
                  <a:cubicBezTo>
                    <a:pt x="94" y="481"/>
                    <a:pt x="87" y="484"/>
                    <a:pt x="80" y="483"/>
                  </a:cubicBezTo>
                  <a:cubicBezTo>
                    <a:pt x="76" y="481"/>
                    <a:pt x="71" y="475"/>
                    <a:pt x="66" y="473"/>
                  </a:cubicBezTo>
                  <a:cubicBezTo>
                    <a:pt x="44" y="462"/>
                    <a:pt x="23" y="449"/>
                    <a:pt x="21" y="4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27" y="413"/>
                    <a:pt x="27" y="413"/>
                    <a:pt x="27" y="413"/>
                  </a:cubicBezTo>
                  <a:cubicBezTo>
                    <a:pt x="28" y="446"/>
                    <a:pt x="47" y="457"/>
                    <a:pt x="69" y="467"/>
                  </a:cubicBezTo>
                  <a:cubicBezTo>
                    <a:pt x="73" y="469"/>
                    <a:pt x="81" y="466"/>
                    <a:pt x="86" y="467"/>
                  </a:cubicBezTo>
                  <a:cubicBezTo>
                    <a:pt x="92" y="469"/>
                    <a:pt x="95" y="476"/>
                    <a:pt x="102" y="480"/>
                  </a:cubicBezTo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35" name="Freeform 458">
              <a:extLst>
                <a:ext uri="{FF2B5EF4-FFF2-40B4-BE49-F238E27FC236}">
                  <a16:creationId xmlns:a16="http://schemas.microsoft.com/office/drawing/2014/main" id="{56F92AB3-13C5-4637-93B0-21E8922F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008"/>
              <a:ext cx="217" cy="1102"/>
            </a:xfrm>
            <a:custGeom>
              <a:avLst/>
              <a:gdLst>
                <a:gd name="T0" fmla="*/ 972 w 102"/>
                <a:gd name="T1" fmla="*/ 5666 h 486"/>
                <a:gd name="T2" fmla="*/ 770 w 102"/>
                <a:gd name="T3" fmla="*/ 5630 h 486"/>
                <a:gd name="T4" fmla="*/ 634 w 102"/>
                <a:gd name="T5" fmla="*/ 5517 h 486"/>
                <a:gd name="T6" fmla="*/ 204 w 102"/>
                <a:gd name="T7" fmla="*/ 4812 h 486"/>
                <a:gd name="T8" fmla="*/ 0 w 102"/>
                <a:gd name="T9" fmla="*/ 36 h 486"/>
                <a:gd name="T10" fmla="*/ 28 w 102"/>
                <a:gd name="T11" fmla="*/ 0 h 486"/>
                <a:gd name="T12" fmla="*/ 60 w 102"/>
                <a:gd name="T13" fmla="*/ 36 h 486"/>
                <a:gd name="T14" fmla="*/ 257 w 102"/>
                <a:gd name="T15" fmla="*/ 4812 h 486"/>
                <a:gd name="T16" fmla="*/ 666 w 102"/>
                <a:gd name="T17" fmla="*/ 5444 h 486"/>
                <a:gd name="T18" fmla="*/ 828 w 102"/>
                <a:gd name="T19" fmla="*/ 5444 h 486"/>
                <a:gd name="T20" fmla="*/ 983 w 102"/>
                <a:gd name="T21" fmla="*/ 5594 h 4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486">
                  <a:moveTo>
                    <a:pt x="101" y="486"/>
                  </a:moveTo>
                  <a:cubicBezTo>
                    <a:pt x="94" y="481"/>
                    <a:pt x="87" y="484"/>
                    <a:pt x="80" y="483"/>
                  </a:cubicBezTo>
                  <a:cubicBezTo>
                    <a:pt x="76" y="481"/>
                    <a:pt x="71" y="475"/>
                    <a:pt x="66" y="473"/>
                  </a:cubicBezTo>
                  <a:cubicBezTo>
                    <a:pt x="44" y="462"/>
                    <a:pt x="23" y="449"/>
                    <a:pt x="21" y="4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27" y="413"/>
                    <a:pt x="27" y="413"/>
                    <a:pt x="27" y="413"/>
                  </a:cubicBezTo>
                  <a:cubicBezTo>
                    <a:pt x="28" y="446"/>
                    <a:pt x="47" y="457"/>
                    <a:pt x="69" y="467"/>
                  </a:cubicBezTo>
                  <a:cubicBezTo>
                    <a:pt x="73" y="469"/>
                    <a:pt x="81" y="466"/>
                    <a:pt x="86" y="467"/>
                  </a:cubicBezTo>
                  <a:cubicBezTo>
                    <a:pt x="92" y="469"/>
                    <a:pt x="95" y="476"/>
                    <a:pt x="102" y="48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6" name="Freeform 459">
              <a:extLst>
                <a:ext uri="{FF2B5EF4-FFF2-40B4-BE49-F238E27FC236}">
                  <a16:creationId xmlns:a16="http://schemas.microsoft.com/office/drawing/2014/main" id="{8F4C10BA-7EE9-4B8B-A9E8-CCDABE88A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065"/>
              <a:ext cx="68" cy="45"/>
            </a:xfrm>
            <a:custGeom>
              <a:avLst/>
              <a:gdLst>
                <a:gd name="T0" fmla="*/ 308 w 32"/>
                <a:gd name="T1" fmla="*/ 162 h 20"/>
                <a:gd name="T2" fmla="*/ 153 w 32"/>
                <a:gd name="T3" fmla="*/ 11 h 20"/>
                <a:gd name="T4" fmla="*/ 9 w 32"/>
                <a:gd name="T5" fmla="*/ 25 h 20"/>
                <a:gd name="T6" fmla="*/ 0 w 32"/>
                <a:gd name="T7" fmla="*/ 101 h 20"/>
                <a:gd name="T8" fmla="*/ 96 w 32"/>
                <a:gd name="T9" fmla="*/ 194 h 20"/>
                <a:gd name="T10" fmla="*/ 298 w 32"/>
                <a:gd name="T11" fmla="*/ 22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0">
                  <a:moveTo>
                    <a:pt x="32" y="14"/>
                  </a:moveTo>
                  <a:cubicBezTo>
                    <a:pt x="25" y="10"/>
                    <a:pt x="22" y="3"/>
                    <a:pt x="16" y="1"/>
                  </a:cubicBezTo>
                  <a:cubicBezTo>
                    <a:pt x="12" y="0"/>
                    <a:pt x="6" y="2"/>
                    <a:pt x="1" y="2"/>
                  </a:cubicBezTo>
                  <a:cubicBezTo>
                    <a:pt x="1" y="4"/>
                    <a:pt x="0" y="7"/>
                    <a:pt x="0" y="9"/>
                  </a:cubicBezTo>
                  <a:cubicBezTo>
                    <a:pt x="4" y="12"/>
                    <a:pt x="7" y="16"/>
                    <a:pt x="10" y="17"/>
                  </a:cubicBezTo>
                  <a:cubicBezTo>
                    <a:pt x="17" y="18"/>
                    <a:pt x="24" y="15"/>
                    <a:pt x="31" y="20"/>
                  </a:cubicBezTo>
                </a:path>
              </a:pathLst>
            </a:custGeom>
            <a:solidFill>
              <a:srgbClr val="F8BF2D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37" name="Freeform 460">
              <a:extLst>
                <a:ext uri="{FF2B5EF4-FFF2-40B4-BE49-F238E27FC236}">
                  <a16:creationId xmlns:a16="http://schemas.microsoft.com/office/drawing/2014/main" id="{146DF716-7BCB-4E18-A303-38D8BBEBB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065"/>
              <a:ext cx="68" cy="45"/>
            </a:xfrm>
            <a:custGeom>
              <a:avLst/>
              <a:gdLst>
                <a:gd name="T0" fmla="*/ 308 w 32"/>
                <a:gd name="T1" fmla="*/ 162 h 20"/>
                <a:gd name="T2" fmla="*/ 153 w 32"/>
                <a:gd name="T3" fmla="*/ 11 h 20"/>
                <a:gd name="T4" fmla="*/ 9 w 32"/>
                <a:gd name="T5" fmla="*/ 25 h 20"/>
                <a:gd name="T6" fmla="*/ 0 w 32"/>
                <a:gd name="T7" fmla="*/ 101 h 20"/>
                <a:gd name="T8" fmla="*/ 96 w 32"/>
                <a:gd name="T9" fmla="*/ 194 h 20"/>
                <a:gd name="T10" fmla="*/ 298 w 32"/>
                <a:gd name="T11" fmla="*/ 22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0">
                  <a:moveTo>
                    <a:pt x="32" y="14"/>
                  </a:moveTo>
                  <a:cubicBezTo>
                    <a:pt x="25" y="10"/>
                    <a:pt x="22" y="3"/>
                    <a:pt x="16" y="1"/>
                  </a:cubicBezTo>
                  <a:cubicBezTo>
                    <a:pt x="12" y="0"/>
                    <a:pt x="6" y="2"/>
                    <a:pt x="1" y="2"/>
                  </a:cubicBezTo>
                  <a:cubicBezTo>
                    <a:pt x="1" y="4"/>
                    <a:pt x="0" y="7"/>
                    <a:pt x="0" y="9"/>
                  </a:cubicBezTo>
                  <a:cubicBezTo>
                    <a:pt x="4" y="12"/>
                    <a:pt x="7" y="16"/>
                    <a:pt x="10" y="17"/>
                  </a:cubicBezTo>
                  <a:cubicBezTo>
                    <a:pt x="17" y="18"/>
                    <a:pt x="24" y="15"/>
                    <a:pt x="31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8" name="Freeform 461">
              <a:extLst>
                <a:ext uri="{FF2B5EF4-FFF2-40B4-BE49-F238E27FC236}">
                  <a16:creationId xmlns:a16="http://schemas.microsoft.com/office/drawing/2014/main" id="{FA2A92EF-A3DD-40D7-8E10-D4B743FB6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026"/>
              <a:ext cx="202" cy="1202"/>
            </a:xfrm>
            <a:custGeom>
              <a:avLst/>
              <a:gdLst>
                <a:gd name="T0" fmla="*/ 895 w 95"/>
                <a:gd name="T1" fmla="*/ 6157 h 530"/>
                <a:gd name="T2" fmla="*/ 710 w 95"/>
                <a:gd name="T3" fmla="*/ 6173 h 530"/>
                <a:gd name="T4" fmla="*/ 546 w 95"/>
                <a:gd name="T5" fmla="*/ 6017 h 530"/>
                <a:gd name="T6" fmla="*/ 204 w 95"/>
                <a:gd name="T7" fmla="*/ 5307 h 530"/>
                <a:gd name="T8" fmla="*/ 204 w 95"/>
                <a:gd name="T9" fmla="*/ 5282 h 530"/>
                <a:gd name="T10" fmla="*/ 0 w 95"/>
                <a:gd name="T11" fmla="*/ 102 h 530"/>
                <a:gd name="T12" fmla="*/ 28 w 95"/>
                <a:gd name="T13" fmla="*/ 73 h 530"/>
                <a:gd name="T14" fmla="*/ 49 w 95"/>
                <a:gd name="T15" fmla="*/ 25 h 530"/>
                <a:gd name="T16" fmla="*/ 257 w 95"/>
                <a:gd name="T17" fmla="*/ 5273 h 530"/>
                <a:gd name="T18" fmla="*/ 257 w 95"/>
                <a:gd name="T19" fmla="*/ 5298 h 530"/>
                <a:gd name="T20" fmla="*/ 578 w 95"/>
                <a:gd name="T21" fmla="*/ 5962 h 530"/>
                <a:gd name="T22" fmla="*/ 751 w 95"/>
                <a:gd name="T23" fmla="*/ 5983 h 530"/>
                <a:gd name="T24" fmla="*/ 914 w 95"/>
                <a:gd name="T25" fmla="*/ 6089 h 5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530">
                  <a:moveTo>
                    <a:pt x="93" y="528"/>
                  </a:moveTo>
                  <a:cubicBezTo>
                    <a:pt x="88" y="525"/>
                    <a:pt x="79" y="530"/>
                    <a:pt x="74" y="529"/>
                  </a:cubicBezTo>
                  <a:cubicBezTo>
                    <a:pt x="67" y="527"/>
                    <a:pt x="64" y="519"/>
                    <a:pt x="57" y="516"/>
                  </a:cubicBezTo>
                  <a:cubicBezTo>
                    <a:pt x="26" y="500"/>
                    <a:pt x="25" y="491"/>
                    <a:pt x="21" y="455"/>
                  </a:cubicBezTo>
                  <a:cubicBezTo>
                    <a:pt x="21" y="453"/>
                    <a:pt x="21" y="453"/>
                    <a:pt x="21" y="45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1" y="6"/>
                    <a:pt x="3" y="6"/>
                  </a:cubicBezTo>
                  <a:cubicBezTo>
                    <a:pt x="5" y="6"/>
                    <a:pt x="5" y="0"/>
                    <a:pt x="5" y="2"/>
                  </a:cubicBezTo>
                  <a:cubicBezTo>
                    <a:pt x="5" y="2"/>
                    <a:pt x="27" y="452"/>
                    <a:pt x="27" y="452"/>
                  </a:cubicBezTo>
                  <a:cubicBezTo>
                    <a:pt x="27" y="452"/>
                    <a:pt x="27" y="454"/>
                    <a:pt x="27" y="454"/>
                  </a:cubicBezTo>
                  <a:cubicBezTo>
                    <a:pt x="31" y="490"/>
                    <a:pt x="31" y="496"/>
                    <a:pt x="60" y="511"/>
                  </a:cubicBezTo>
                  <a:cubicBezTo>
                    <a:pt x="66" y="514"/>
                    <a:pt x="71" y="511"/>
                    <a:pt x="78" y="513"/>
                  </a:cubicBezTo>
                  <a:cubicBezTo>
                    <a:pt x="83" y="514"/>
                    <a:pt x="89" y="520"/>
                    <a:pt x="95" y="522"/>
                  </a:cubicBezTo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39" name="Freeform 462">
              <a:extLst>
                <a:ext uri="{FF2B5EF4-FFF2-40B4-BE49-F238E27FC236}">
                  <a16:creationId xmlns:a16="http://schemas.microsoft.com/office/drawing/2014/main" id="{E9D276F3-0594-49D7-B96C-86D0B03B9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026"/>
              <a:ext cx="202" cy="1202"/>
            </a:xfrm>
            <a:custGeom>
              <a:avLst/>
              <a:gdLst>
                <a:gd name="T0" fmla="*/ 895 w 95"/>
                <a:gd name="T1" fmla="*/ 6157 h 530"/>
                <a:gd name="T2" fmla="*/ 710 w 95"/>
                <a:gd name="T3" fmla="*/ 6173 h 530"/>
                <a:gd name="T4" fmla="*/ 546 w 95"/>
                <a:gd name="T5" fmla="*/ 6017 h 530"/>
                <a:gd name="T6" fmla="*/ 204 w 95"/>
                <a:gd name="T7" fmla="*/ 5307 h 530"/>
                <a:gd name="T8" fmla="*/ 204 w 95"/>
                <a:gd name="T9" fmla="*/ 5282 h 530"/>
                <a:gd name="T10" fmla="*/ 0 w 95"/>
                <a:gd name="T11" fmla="*/ 102 h 530"/>
                <a:gd name="T12" fmla="*/ 28 w 95"/>
                <a:gd name="T13" fmla="*/ 73 h 530"/>
                <a:gd name="T14" fmla="*/ 49 w 95"/>
                <a:gd name="T15" fmla="*/ 25 h 530"/>
                <a:gd name="T16" fmla="*/ 257 w 95"/>
                <a:gd name="T17" fmla="*/ 5273 h 530"/>
                <a:gd name="T18" fmla="*/ 257 w 95"/>
                <a:gd name="T19" fmla="*/ 5298 h 530"/>
                <a:gd name="T20" fmla="*/ 578 w 95"/>
                <a:gd name="T21" fmla="*/ 5962 h 530"/>
                <a:gd name="T22" fmla="*/ 751 w 95"/>
                <a:gd name="T23" fmla="*/ 5983 h 530"/>
                <a:gd name="T24" fmla="*/ 914 w 95"/>
                <a:gd name="T25" fmla="*/ 6089 h 5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530">
                  <a:moveTo>
                    <a:pt x="93" y="528"/>
                  </a:moveTo>
                  <a:cubicBezTo>
                    <a:pt x="88" y="525"/>
                    <a:pt x="79" y="530"/>
                    <a:pt x="74" y="529"/>
                  </a:cubicBezTo>
                  <a:cubicBezTo>
                    <a:pt x="67" y="527"/>
                    <a:pt x="64" y="519"/>
                    <a:pt x="57" y="516"/>
                  </a:cubicBezTo>
                  <a:cubicBezTo>
                    <a:pt x="26" y="500"/>
                    <a:pt x="25" y="491"/>
                    <a:pt x="21" y="455"/>
                  </a:cubicBezTo>
                  <a:cubicBezTo>
                    <a:pt x="21" y="453"/>
                    <a:pt x="21" y="453"/>
                    <a:pt x="21" y="45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1" y="6"/>
                    <a:pt x="3" y="6"/>
                  </a:cubicBezTo>
                  <a:cubicBezTo>
                    <a:pt x="5" y="6"/>
                    <a:pt x="5" y="0"/>
                    <a:pt x="5" y="2"/>
                  </a:cubicBezTo>
                  <a:cubicBezTo>
                    <a:pt x="5" y="2"/>
                    <a:pt x="27" y="452"/>
                    <a:pt x="27" y="452"/>
                  </a:cubicBezTo>
                  <a:cubicBezTo>
                    <a:pt x="27" y="452"/>
                    <a:pt x="27" y="454"/>
                    <a:pt x="27" y="454"/>
                  </a:cubicBezTo>
                  <a:cubicBezTo>
                    <a:pt x="31" y="490"/>
                    <a:pt x="31" y="496"/>
                    <a:pt x="60" y="511"/>
                  </a:cubicBezTo>
                  <a:cubicBezTo>
                    <a:pt x="66" y="514"/>
                    <a:pt x="71" y="511"/>
                    <a:pt x="78" y="513"/>
                  </a:cubicBezTo>
                  <a:cubicBezTo>
                    <a:pt x="83" y="514"/>
                    <a:pt x="89" y="520"/>
                    <a:pt x="95" y="5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0" name="Freeform 463">
              <a:extLst>
                <a:ext uri="{FF2B5EF4-FFF2-40B4-BE49-F238E27FC236}">
                  <a16:creationId xmlns:a16="http://schemas.microsoft.com/office/drawing/2014/main" id="{09133703-5343-4AF0-978C-D1324C57F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188"/>
              <a:ext cx="55" cy="40"/>
            </a:xfrm>
            <a:custGeom>
              <a:avLst/>
              <a:gdLst>
                <a:gd name="T0" fmla="*/ 245 w 26"/>
                <a:gd name="T1" fmla="*/ 109 h 18"/>
                <a:gd name="T2" fmla="*/ 85 w 26"/>
                <a:gd name="T3" fmla="*/ 9 h 18"/>
                <a:gd name="T4" fmla="*/ 49 w 26"/>
                <a:gd name="T5" fmla="*/ 0 h 18"/>
                <a:gd name="T6" fmla="*/ 0 w 26"/>
                <a:gd name="T7" fmla="*/ 153 h 18"/>
                <a:gd name="T8" fmla="*/ 49 w 26"/>
                <a:gd name="T9" fmla="*/ 187 h 18"/>
                <a:gd name="T10" fmla="*/ 228 w 26"/>
                <a:gd name="T11" fmla="*/ 17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8">
                  <a:moveTo>
                    <a:pt x="26" y="10"/>
                  </a:moveTo>
                  <a:cubicBezTo>
                    <a:pt x="20" y="8"/>
                    <a:pt x="14" y="2"/>
                    <a:pt x="9" y="1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5"/>
                    <a:pt x="3" y="16"/>
                    <a:pt x="5" y="17"/>
                  </a:cubicBezTo>
                  <a:cubicBezTo>
                    <a:pt x="10" y="18"/>
                    <a:pt x="19" y="13"/>
                    <a:pt x="24" y="16"/>
                  </a:cubicBezTo>
                </a:path>
              </a:pathLst>
            </a:custGeom>
            <a:solidFill>
              <a:srgbClr val="F8BF2D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41" name="Freeform 464">
              <a:extLst>
                <a:ext uri="{FF2B5EF4-FFF2-40B4-BE49-F238E27FC236}">
                  <a16:creationId xmlns:a16="http://schemas.microsoft.com/office/drawing/2014/main" id="{DA013E76-9618-4972-96A5-8849CDD4A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188"/>
              <a:ext cx="55" cy="40"/>
            </a:xfrm>
            <a:custGeom>
              <a:avLst/>
              <a:gdLst>
                <a:gd name="T0" fmla="*/ 245 w 26"/>
                <a:gd name="T1" fmla="*/ 109 h 18"/>
                <a:gd name="T2" fmla="*/ 85 w 26"/>
                <a:gd name="T3" fmla="*/ 9 h 18"/>
                <a:gd name="T4" fmla="*/ 49 w 26"/>
                <a:gd name="T5" fmla="*/ 0 h 18"/>
                <a:gd name="T6" fmla="*/ 0 w 26"/>
                <a:gd name="T7" fmla="*/ 153 h 18"/>
                <a:gd name="T8" fmla="*/ 49 w 26"/>
                <a:gd name="T9" fmla="*/ 187 h 18"/>
                <a:gd name="T10" fmla="*/ 228 w 26"/>
                <a:gd name="T11" fmla="*/ 17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8">
                  <a:moveTo>
                    <a:pt x="26" y="10"/>
                  </a:moveTo>
                  <a:cubicBezTo>
                    <a:pt x="20" y="8"/>
                    <a:pt x="14" y="2"/>
                    <a:pt x="9" y="1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5"/>
                    <a:pt x="3" y="16"/>
                    <a:pt x="5" y="17"/>
                  </a:cubicBezTo>
                  <a:cubicBezTo>
                    <a:pt x="10" y="18"/>
                    <a:pt x="19" y="13"/>
                    <a:pt x="24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2" name="Freeform 465">
              <a:extLst>
                <a:ext uri="{FF2B5EF4-FFF2-40B4-BE49-F238E27FC236}">
                  <a16:creationId xmlns:a16="http://schemas.microsoft.com/office/drawing/2014/main" id="{F4283945-43E9-4865-AC8D-AA030B90F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076"/>
              <a:ext cx="214" cy="1239"/>
            </a:xfrm>
            <a:custGeom>
              <a:avLst/>
              <a:gdLst>
                <a:gd name="T0" fmla="*/ 911 w 101"/>
                <a:gd name="T1" fmla="*/ 6354 h 546"/>
                <a:gd name="T2" fmla="*/ 646 w 101"/>
                <a:gd name="T3" fmla="*/ 6333 h 546"/>
                <a:gd name="T4" fmla="*/ 525 w 101"/>
                <a:gd name="T5" fmla="*/ 6215 h 546"/>
                <a:gd name="T6" fmla="*/ 314 w 101"/>
                <a:gd name="T7" fmla="*/ 6113 h 546"/>
                <a:gd name="T8" fmla="*/ 161 w 101"/>
                <a:gd name="T9" fmla="*/ 5351 h 546"/>
                <a:gd name="T10" fmla="*/ 153 w 101"/>
                <a:gd name="T11" fmla="*/ 5015 h 546"/>
                <a:gd name="T12" fmla="*/ 0 w 101"/>
                <a:gd name="T13" fmla="*/ 36 h 546"/>
                <a:gd name="T14" fmla="*/ 28 w 101"/>
                <a:gd name="T15" fmla="*/ 0 h 546"/>
                <a:gd name="T16" fmla="*/ 59 w 101"/>
                <a:gd name="T17" fmla="*/ 25 h 546"/>
                <a:gd name="T18" fmla="*/ 212 w 101"/>
                <a:gd name="T19" fmla="*/ 5015 h 546"/>
                <a:gd name="T20" fmla="*/ 220 w 101"/>
                <a:gd name="T21" fmla="*/ 5351 h 546"/>
                <a:gd name="T22" fmla="*/ 350 w 101"/>
                <a:gd name="T23" fmla="*/ 6050 h 546"/>
                <a:gd name="T24" fmla="*/ 578 w 101"/>
                <a:gd name="T25" fmla="*/ 6159 h 546"/>
                <a:gd name="T26" fmla="*/ 782 w 101"/>
                <a:gd name="T27" fmla="*/ 6170 h 546"/>
                <a:gd name="T28" fmla="*/ 960 w 101"/>
                <a:gd name="T29" fmla="*/ 6297 h 5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1" h="546">
                  <a:moveTo>
                    <a:pt x="96" y="544"/>
                  </a:moveTo>
                  <a:cubicBezTo>
                    <a:pt x="85" y="541"/>
                    <a:pt x="78" y="546"/>
                    <a:pt x="68" y="542"/>
                  </a:cubicBezTo>
                  <a:cubicBezTo>
                    <a:pt x="59" y="538"/>
                    <a:pt x="58" y="533"/>
                    <a:pt x="55" y="532"/>
                  </a:cubicBezTo>
                  <a:cubicBezTo>
                    <a:pt x="46" y="529"/>
                    <a:pt x="39" y="527"/>
                    <a:pt x="33" y="523"/>
                  </a:cubicBezTo>
                  <a:cubicBezTo>
                    <a:pt x="19" y="513"/>
                    <a:pt x="18" y="489"/>
                    <a:pt x="17" y="458"/>
                  </a:cubicBezTo>
                  <a:cubicBezTo>
                    <a:pt x="16" y="429"/>
                    <a:pt x="16" y="429"/>
                    <a:pt x="16" y="4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22" y="429"/>
                    <a:pt x="22" y="429"/>
                    <a:pt x="22" y="429"/>
                  </a:cubicBezTo>
                  <a:cubicBezTo>
                    <a:pt x="22" y="429"/>
                    <a:pt x="23" y="458"/>
                    <a:pt x="23" y="458"/>
                  </a:cubicBezTo>
                  <a:cubicBezTo>
                    <a:pt x="24" y="487"/>
                    <a:pt x="24" y="510"/>
                    <a:pt x="37" y="518"/>
                  </a:cubicBezTo>
                  <a:cubicBezTo>
                    <a:pt x="43" y="522"/>
                    <a:pt x="49" y="523"/>
                    <a:pt x="61" y="527"/>
                  </a:cubicBezTo>
                  <a:cubicBezTo>
                    <a:pt x="65" y="528"/>
                    <a:pt x="78" y="527"/>
                    <a:pt x="82" y="528"/>
                  </a:cubicBezTo>
                  <a:cubicBezTo>
                    <a:pt x="89" y="530"/>
                    <a:pt x="92" y="537"/>
                    <a:pt x="101" y="539"/>
                  </a:cubicBezTo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43" name="Freeform 466">
              <a:extLst>
                <a:ext uri="{FF2B5EF4-FFF2-40B4-BE49-F238E27FC236}">
                  <a16:creationId xmlns:a16="http://schemas.microsoft.com/office/drawing/2014/main" id="{029785A8-64E3-447B-8CA5-BC2B06DE5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076"/>
              <a:ext cx="214" cy="1239"/>
            </a:xfrm>
            <a:custGeom>
              <a:avLst/>
              <a:gdLst>
                <a:gd name="T0" fmla="*/ 911 w 101"/>
                <a:gd name="T1" fmla="*/ 6354 h 546"/>
                <a:gd name="T2" fmla="*/ 646 w 101"/>
                <a:gd name="T3" fmla="*/ 6333 h 546"/>
                <a:gd name="T4" fmla="*/ 525 w 101"/>
                <a:gd name="T5" fmla="*/ 6215 h 546"/>
                <a:gd name="T6" fmla="*/ 314 w 101"/>
                <a:gd name="T7" fmla="*/ 6113 h 546"/>
                <a:gd name="T8" fmla="*/ 161 w 101"/>
                <a:gd name="T9" fmla="*/ 5351 h 546"/>
                <a:gd name="T10" fmla="*/ 153 w 101"/>
                <a:gd name="T11" fmla="*/ 5015 h 546"/>
                <a:gd name="T12" fmla="*/ 0 w 101"/>
                <a:gd name="T13" fmla="*/ 36 h 546"/>
                <a:gd name="T14" fmla="*/ 28 w 101"/>
                <a:gd name="T15" fmla="*/ 0 h 546"/>
                <a:gd name="T16" fmla="*/ 59 w 101"/>
                <a:gd name="T17" fmla="*/ 25 h 546"/>
                <a:gd name="T18" fmla="*/ 212 w 101"/>
                <a:gd name="T19" fmla="*/ 5015 h 546"/>
                <a:gd name="T20" fmla="*/ 220 w 101"/>
                <a:gd name="T21" fmla="*/ 5351 h 546"/>
                <a:gd name="T22" fmla="*/ 350 w 101"/>
                <a:gd name="T23" fmla="*/ 6050 h 546"/>
                <a:gd name="T24" fmla="*/ 578 w 101"/>
                <a:gd name="T25" fmla="*/ 6159 h 546"/>
                <a:gd name="T26" fmla="*/ 782 w 101"/>
                <a:gd name="T27" fmla="*/ 6170 h 546"/>
                <a:gd name="T28" fmla="*/ 960 w 101"/>
                <a:gd name="T29" fmla="*/ 6297 h 5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1" h="546">
                  <a:moveTo>
                    <a:pt x="96" y="544"/>
                  </a:moveTo>
                  <a:cubicBezTo>
                    <a:pt x="85" y="541"/>
                    <a:pt x="78" y="546"/>
                    <a:pt x="68" y="542"/>
                  </a:cubicBezTo>
                  <a:cubicBezTo>
                    <a:pt x="59" y="538"/>
                    <a:pt x="58" y="533"/>
                    <a:pt x="55" y="532"/>
                  </a:cubicBezTo>
                  <a:cubicBezTo>
                    <a:pt x="46" y="529"/>
                    <a:pt x="39" y="527"/>
                    <a:pt x="33" y="523"/>
                  </a:cubicBezTo>
                  <a:cubicBezTo>
                    <a:pt x="19" y="513"/>
                    <a:pt x="18" y="489"/>
                    <a:pt x="17" y="458"/>
                  </a:cubicBezTo>
                  <a:cubicBezTo>
                    <a:pt x="16" y="429"/>
                    <a:pt x="16" y="429"/>
                    <a:pt x="16" y="4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22" y="429"/>
                    <a:pt x="22" y="429"/>
                    <a:pt x="22" y="429"/>
                  </a:cubicBezTo>
                  <a:cubicBezTo>
                    <a:pt x="22" y="429"/>
                    <a:pt x="23" y="458"/>
                    <a:pt x="23" y="458"/>
                  </a:cubicBezTo>
                  <a:cubicBezTo>
                    <a:pt x="24" y="487"/>
                    <a:pt x="24" y="510"/>
                    <a:pt x="37" y="518"/>
                  </a:cubicBezTo>
                  <a:cubicBezTo>
                    <a:pt x="43" y="522"/>
                    <a:pt x="49" y="523"/>
                    <a:pt x="61" y="527"/>
                  </a:cubicBezTo>
                  <a:cubicBezTo>
                    <a:pt x="65" y="528"/>
                    <a:pt x="78" y="527"/>
                    <a:pt x="82" y="528"/>
                  </a:cubicBezTo>
                  <a:cubicBezTo>
                    <a:pt x="89" y="530"/>
                    <a:pt x="92" y="537"/>
                    <a:pt x="101" y="53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4" name="Freeform 467">
              <a:extLst>
                <a:ext uri="{FF2B5EF4-FFF2-40B4-BE49-F238E27FC236}">
                  <a16:creationId xmlns:a16="http://schemas.microsoft.com/office/drawing/2014/main" id="{7B6BAAEB-06C7-463D-9C7F-6DE8DDE69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271"/>
              <a:ext cx="72" cy="44"/>
            </a:xfrm>
            <a:custGeom>
              <a:avLst/>
              <a:gdLst>
                <a:gd name="T0" fmla="*/ 144 w 34"/>
                <a:gd name="T1" fmla="*/ 12 h 19"/>
                <a:gd name="T2" fmla="*/ 28 w 34"/>
                <a:gd name="T3" fmla="*/ 0 h 19"/>
                <a:gd name="T4" fmla="*/ 0 w 34"/>
                <a:gd name="T5" fmla="*/ 171 h 19"/>
                <a:gd name="T6" fmla="*/ 8 w 34"/>
                <a:gd name="T7" fmla="*/ 188 h 19"/>
                <a:gd name="T8" fmla="*/ 273 w 34"/>
                <a:gd name="T9" fmla="*/ 208 h 19"/>
                <a:gd name="T10" fmla="*/ 313 w 34"/>
                <a:gd name="T11" fmla="*/ 160 h 19"/>
                <a:gd name="T12" fmla="*/ 322 w 34"/>
                <a:gd name="T13" fmla="*/ 151 h 19"/>
                <a:gd name="T14" fmla="*/ 144 w 34"/>
                <a:gd name="T15" fmla="*/ 12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9">
                  <a:moveTo>
                    <a:pt x="15" y="1"/>
                  </a:moveTo>
                  <a:cubicBezTo>
                    <a:pt x="13" y="0"/>
                    <a:pt x="8" y="0"/>
                    <a:pt x="3" y="0"/>
                  </a:cubicBezTo>
                  <a:cubicBezTo>
                    <a:pt x="2" y="5"/>
                    <a:pt x="1" y="10"/>
                    <a:pt x="0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1" y="19"/>
                    <a:pt x="18" y="14"/>
                    <a:pt x="29" y="17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25" y="10"/>
                    <a:pt x="22" y="3"/>
                    <a:pt x="15" y="1"/>
                  </a:cubicBezTo>
                  <a:close/>
                </a:path>
              </a:pathLst>
            </a:custGeom>
            <a:solidFill>
              <a:srgbClr val="F8BF2D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45" name="Freeform 468">
              <a:extLst>
                <a:ext uri="{FF2B5EF4-FFF2-40B4-BE49-F238E27FC236}">
                  <a16:creationId xmlns:a16="http://schemas.microsoft.com/office/drawing/2014/main" id="{7E1F2C4E-A7CC-4E1A-9CF1-BD5B21522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727"/>
              <a:ext cx="121" cy="150"/>
            </a:xfrm>
            <a:custGeom>
              <a:avLst/>
              <a:gdLst>
                <a:gd name="T0" fmla="*/ 68 w 57"/>
                <a:gd name="T1" fmla="*/ 0 h 66"/>
                <a:gd name="T2" fmla="*/ 410 w 57"/>
                <a:gd name="T3" fmla="*/ 516 h 66"/>
                <a:gd name="T4" fmla="*/ 526 w 57"/>
                <a:gd name="T5" fmla="*/ 764 h 66"/>
                <a:gd name="T6" fmla="*/ 365 w 57"/>
                <a:gd name="T7" fmla="*/ 516 h 66"/>
                <a:gd name="T8" fmla="*/ 0 w 57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6">
                  <a:moveTo>
                    <a:pt x="7" y="0"/>
                  </a:moveTo>
                  <a:cubicBezTo>
                    <a:pt x="20" y="13"/>
                    <a:pt x="32" y="29"/>
                    <a:pt x="43" y="44"/>
                  </a:cubicBezTo>
                  <a:cubicBezTo>
                    <a:pt x="43" y="44"/>
                    <a:pt x="57" y="64"/>
                    <a:pt x="55" y="65"/>
                  </a:cubicBezTo>
                  <a:cubicBezTo>
                    <a:pt x="54" y="66"/>
                    <a:pt x="38" y="44"/>
                    <a:pt x="38" y="44"/>
                  </a:cubicBezTo>
                  <a:cubicBezTo>
                    <a:pt x="26" y="28"/>
                    <a:pt x="14" y="12"/>
                    <a:pt x="0" y="0"/>
                  </a:cubicBezTo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46" name="Freeform 469">
              <a:extLst>
                <a:ext uri="{FF2B5EF4-FFF2-40B4-BE49-F238E27FC236}">
                  <a16:creationId xmlns:a16="http://schemas.microsoft.com/office/drawing/2014/main" id="{0C5FD3BC-7C53-493A-BB7F-60AA4D106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727"/>
              <a:ext cx="121" cy="150"/>
            </a:xfrm>
            <a:custGeom>
              <a:avLst/>
              <a:gdLst>
                <a:gd name="T0" fmla="*/ 68 w 57"/>
                <a:gd name="T1" fmla="*/ 0 h 66"/>
                <a:gd name="T2" fmla="*/ 410 w 57"/>
                <a:gd name="T3" fmla="*/ 516 h 66"/>
                <a:gd name="T4" fmla="*/ 526 w 57"/>
                <a:gd name="T5" fmla="*/ 764 h 66"/>
                <a:gd name="T6" fmla="*/ 365 w 57"/>
                <a:gd name="T7" fmla="*/ 516 h 66"/>
                <a:gd name="T8" fmla="*/ 0 w 57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6">
                  <a:moveTo>
                    <a:pt x="7" y="0"/>
                  </a:moveTo>
                  <a:cubicBezTo>
                    <a:pt x="20" y="13"/>
                    <a:pt x="32" y="29"/>
                    <a:pt x="43" y="44"/>
                  </a:cubicBezTo>
                  <a:cubicBezTo>
                    <a:pt x="43" y="44"/>
                    <a:pt x="57" y="64"/>
                    <a:pt x="55" y="65"/>
                  </a:cubicBezTo>
                  <a:cubicBezTo>
                    <a:pt x="54" y="66"/>
                    <a:pt x="38" y="44"/>
                    <a:pt x="38" y="44"/>
                  </a:cubicBezTo>
                  <a:cubicBezTo>
                    <a:pt x="26" y="28"/>
                    <a:pt x="14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7" name="Freeform 470">
              <a:extLst>
                <a:ext uri="{FF2B5EF4-FFF2-40B4-BE49-F238E27FC236}">
                  <a16:creationId xmlns:a16="http://schemas.microsoft.com/office/drawing/2014/main" id="{AD5E69CF-4099-4752-A724-24C93A449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727"/>
              <a:ext cx="548" cy="322"/>
            </a:xfrm>
            <a:custGeom>
              <a:avLst/>
              <a:gdLst>
                <a:gd name="T0" fmla="*/ 181 w 258"/>
                <a:gd name="T1" fmla="*/ 0 h 142"/>
                <a:gd name="T2" fmla="*/ 786 w 258"/>
                <a:gd name="T3" fmla="*/ 277 h 142"/>
                <a:gd name="T4" fmla="*/ 1064 w 258"/>
                <a:gd name="T5" fmla="*/ 467 h 142"/>
                <a:gd name="T6" fmla="*/ 1372 w 258"/>
                <a:gd name="T7" fmla="*/ 664 h 142"/>
                <a:gd name="T8" fmla="*/ 2011 w 258"/>
                <a:gd name="T9" fmla="*/ 1152 h 142"/>
                <a:gd name="T10" fmla="*/ 2156 w 258"/>
                <a:gd name="T11" fmla="*/ 1331 h 142"/>
                <a:gd name="T12" fmla="*/ 2453 w 258"/>
                <a:gd name="T13" fmla="*/ 1646 h 142"/>
                <a:gd name="T14" fmla="*/ 2464 w 258"/>
                <a:gd name="T15" fmla="*/ 1655 h 142"/>
                <a:gd name="T16" fmla="*/ 2139 w 258"/>
                <a:gd name="T17" fmla="*/ 1351 h 142"/>
                <a:gd name="T18" fmla="*/ 2003 w 258"/>
                <a:gd name="T19" fmla="*/ 1177 h 142"/>
                <a:gd name="T20" fmla="*/ 1340 w 258"/>
                <a:gd name="T21" fmla="*/ 735 h 142"/>
                <a:gd name="T22" fmla="*/ 1032 w 258"/>
                <a:gd name="T23" fmla="*/ 524 h 142"/>
                <a:gd name="T24" fmla="*/ 767 w 258"/>
                <a:gd name="T25" fmla="*/ 340 h 142"/>
                <a:gd name="T26" fmla="*/ 8 w 258"/>
                <a:gd name="T27" fmla="*/ 0 h 142"/>
                <a:gd name="T28" fmla="*/ 0 w 258"/>
                <a:gd name="T29" fmla="*/ 0 h 142"/>
                <a:gd name="T30" fmla="*/ 0 w 258"/>
                <a:gd name="T31" fmla="*/ 0 h 1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142">
                  <a:moveTo>
                    <a:pt x="19" y="0"/>
                  </a:moveTo>
                  <a:cubicBezTo>
                    <a:pt x="40" y="7"/>
                    <a:pt x="68" y="17"/>
                    <a:pt x="82" y="24"/>
                  </a:cubicBezTo>
                  <a:cubicBezTo>
                    <a:pt x="92" y="29"/>
                    <a:pt x="102" y="35"/>
                    <a:pt x="111" y="40"/>
                  </a:cubicBezTo>
                  <a:cubicBezTo>
                    <a:pt x="121" y="46"/>
                    <a:pt x="132" y="52"/>
                    <a:pt x="143" y="57"/>
                  </a:cubicBezTo>
                  <a:cubicBezTo>
                    <a:pt x="164" y="67"/>
                    <a:pt x="190" y="82"/>
                    <a:pt x="210" y="99"/>
                  </a:cubicBezTo>
                  <a:cubicBezTo>
                    <a:pt x="215" y="102"/>
                    <a:pt x="220" y="108"/>
                    <a:pt x="225" y="114"/>
                  </a:cubicBezTo>
                  <a:cubicBezTo>
                    <a:pt x="235" y="125"/>
                    <a:pt x="246" y="140"/>
                    <a:pt x="256" y="141"/>
                  </a:cubicBezTo>
                  <a:cubicBezTo>
                    <a:pt x="258" y="141"/>
                    <a:pt x="258" y="142"/>
                    <a:pt x="257" y="142"/>
                  </a:cubicBezTo>
                  <a:cubicBezTo>
                    <a:pt x="245" y="141"/>
                    <a:pt x="233" y="127"/>
                    <a:pt x="223" y="116"/>
                  </a:cubicBezTo>
                  <a:cubicBezTo>
                    <a:pt x="218" y="110"/>
                    <a:pt x="213" y="104"/>
                    <a:pt x="209" y="101"/>
                  </a:cubicBezTo>
                  <a:cubicBezTo>
                    <a:pt x="189" y="85"/>
                    <a:pt x="162" y="72"/>
                    <a:pt x="140" y="63"/>
                  </a:cubicBezTo>
                  <a:cubicBezTo>
                    <a:pt x="129" y="57"/>
                    <a:pt x="118" y="51"/>
                    <a:pt x="108" y="45"/>
                  </a:cubicBezTo>
                  <a:cubicBezTo>
                    <a:pt x="99" y="40"/>
                    <a:pt x="90" y="34"/>
                    <a:pt x="80" y="29"/>
                  </a:cubicBezTo>
                  <a:cubicBezTo>
                    <a:pt x="61" y="21"/>
                    <a:pt x="22" y="6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48" name="Freeform 471">
              <a:extLst>
                <a:ext uri="{FF2B5EF4-FFF2-40B4-BE49-F238E27FC236}">
                  <a16:creationId xmlns:a16="http://schemas.microsoft.com/office/drawing/2014/main" id="{B1D2FB86-1617-4122-8864-69AE8DCB5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727"/>
              <a:ext cx="548" cy="322"/>
            </a:xfrm>
            <a:custGeom>
              <a:avLst/>
              <a:gdLst>
                <a:gd name="T0" fmla="*/ 181 w 258"/>
                <a:gd name="T1" fmla="*/ 0 h 142"/>
                <a:gd name="T2" fmla="*/ 786 w 258"/>
                <a:gd name="T3" fmla="*/ 277 h 142"/>
                <a:gd name="T4" fmla="*/ 1064 w 258"/>
                <a:gd name="T5" fmla="*/ 467 h 142"/>
                <a:gd name="T6" fmla="*/ 1372 w 258"/>
                <a:gd name="T7" fmla="*/ 664 h 142"/>
                <a:gd name="T8" fmla="*/ 2011 w 258"/>
                <a:gd name="T9" fmla="*/ 1152 h 142"/>
                <a:gd name="T10" fmla="*/ 2156 w 258"/>
                <a:gd name="T11" fmla="*/ 1331 h 142"/>
                <a:gd name="T12" fmla="*/ 2453 w 258"/>
                <a:gd name="T13" fmla="*/ 1646 h 142"/>
                <a:gd name="T14" fmla="*/ 2464 w 258"/>
                <a:gd name="T15" fmla="*/ 1655 h 142"/>
                <a:gd name="T16" fmla="*/ 2139 w 258"/>
                <a:gd name="T17" fmla="*/ 1351 h 142"/>
                <a:gd name="T18" fmla="*/ 2003 w 258"/>
                <a:gd name="T19" fmla="*/ 1177 h 142"/>
                <a:gd name="T20" fmla="*/ 1340 w 258"/>
                <a:gd name="T21" fmla="*/ 735 h 142"/>
                <a:gd name="T22" fmla="*/ 1032 w 258"/>
                <a:gd name="T23" fmla="*/ 524 h 142"/>
                <a:gd name="T24" fmla="*/ 767 w 258"/>
                <a:gd name="T25" fmla="*/ 340 h 142"/>
                <a:gd name="T26" fmla="*/ 8 w 258"/>
                <a:gd name="T27" fmla="*/ 0 h 142"/>
                <a:gd name="T28" fmla="*/ 0 w 258"/>
                <a:gd name="T29" fmla="*/ 0 h 142"/>
                <a:gd name="T30" fmla="*/ 0 w 258"/>
                <a:gd name="T31" fmla="*/ 0 h 1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142">
                  <a:moveTo>
                    <a:pt x="19" y="0"/>
                  </a:moveTo>
                  <a:cubicBezTo>
                    <a:pt x="40" y="7"/>
                    <a:pt x="68" y="17"/>
                    <a:pt x="82" y="24"/>
                  </a:cubicBezTo>
                  <a:cubicBezTo>
                    <a:pt x="92" y="29"/>
                    <a:pt x="102" y="35"/>
                    <a:pt x="111" y="40"/>
                  </a:cubicBezTo>
                  <a:cubicBezTo>
                    <a:pt x="121" y="46"/>
                    <a:pt x="132" y="52"/>
                    <a:pt x="143" y="57"/>
                  </a:cubicBezTo>
                  <a:cubicBezTo>
                    <a:pt x="164" y="67"/>
                    <a:pt x="190" y="82"/>
                    <a:pt x="210" y="99"/>
                  </a:cubicBezTo>
                  <a:cubicBezTo>
                    <a:pt x="215" y="102"/>
                    <a:pt x="220" y="108"/>
                    <a:pt x="225" y="114"/>
                  </a:cubicBezTo>
                  <a:cubicBezTo>
                    <a:pt x="235" y="125"/>
                    <a:pt x="246" y="140"/>
                    <a:pt x="256" y="141"/>
                  </a:cubicBezTo>
                  <a:cubicBezTo>
                    <a:pt x="258" y="141"/>
                    <a:pt x="258" y="142"/>
                    <a:pt x="257" y="142"/>
                  </a:cubicBezTo>
                  <a:cubicBezTo>
                    <a:pt x="245" y="141"/>
                    <a:pt x="233" y="127"/>
                    <a:pt x="223" y="116"/>
                  </a:cubicBezTo>
                  <a:cubicBezTo>
                    <a:pt x="218" y="110"/>
                    <a:pt x="213" y="104"/>
                    <a:pt x="209" y="101"/>
                  </a:cubicBezTo>
                  <a:cubicBezTo>
                    <a:pt x="189" y="85"/>
                    <a:pt x="162" y="72"/>
                    <a:pt x="140" y="63"/>
                  </a:cubicBezTo>
                  <a:cubicBezTo>
                    <a:pt x="129" y="57"/>
                    <a:pt x="118" y="51"/>
                    <a:pt x="108" y="45"/>
                  </a:cubicBezTo>
                  <a:cubicBezTo>
                    <a:pt x="99" y="40"/>
                    <a:pt x="90" y="34"/>
                    <a:pt x="80" y="29"/>
                  </a:cubicBezTo>
                  <a:cubicBezTo>
                    <a:pt x="61" y="21"/>
                    <a:pt x="22" y="6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9" name="Freeform 472">
              <a:extLst>
                <a:ext uri="{FF2B5EF4-FFF2-40B4-BE49-F238E27FC236}">
                  <a16:creationId xmlns:a16="http://schemas.microsoft.com/office/drawing/2014/main" id="{9AFF85C6-453C-4A8E-B826-96366DEB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487"/>
              <a:ext cx="11" cy="4"/>
            </a:xfrm>
            <a:custGeom>
              <a:avLst/>
              <a:gdLst>
                <a:gd name="T0" fmla="*/ 0 w 5"/>
                <a:gd name="T1" fmla="*/ 0 h 2"/>
                <a:gd name="T2" fmla="*/ 53 w 5"/>
                <a:gd name="T3" fmla="*/ 16 h 2"/>
                <a:gd name="T4" fmla="*/ 0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2"/>
                  </a:cubicBezTo>
                  <a:cubicBezTo>
                    <a:pt x="4" y="2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50" name="Freeform 473">
              <a:extLst>
                <a:ext uri="{FF2B5EF4-FFF2-40B4-BE49-F238E27FC236}">
                  <a16:creationId xmlns:a16="http://schemas.microsoft.com/office/drawing/2014/main" id="{4E6954D5-20CC-4E56-8C11-55450F4F4F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7" y="727"/>
              <a:ext cx="648" cy="2928"/>
            </a:xfrm>
            <a:custGeom>
              <a:avLst/>
              <a:gdLst>
                <a:gd name="T0" fmla="*/ 153 w 305"/>
                <a:gd name="T1" fmla="*/ 1331 h 1291"/>
                <a:gd name="T2" fmla="*/ 393 w 305"/>
                <a:gd name="T3" fmla="*/ 1408 h 1291"/>
                <a:gd name="T4" fmla="*/ 690 w 305"/>
                <a:gd name="T5" fmla="*/ 2381 h 1291"/>
                <a:gd name="T6" fmla="*/ 204 w 305"/>
                <a:gd name="T7" fmla="*/ 2263 h 1291"/>
                <a:gd name="T8" fmla="*/ 17 w 305"/>
                <a:gd name="T9" fmla="*/ 1261 h 1291"/>
                <a:gd name="T10" fmla="*/ 104 w 305"/>
                <a:gd name="T11" fmla="*/ 3883 h 1291"/>
                <a:gd name="T12" fmla="*/ 136 w 305"/>
                <a:gd name="T13" fmla="*/ 4656 h 1291"/>
                <a:gd name="T14" fmla="*/ 586 w 305"/>
                <a:gd name="T15" fmla="*/ 6230 h 1291"/>
                <a:gd name="T16" fmla="*/ 1245 w 305"/>
                <a:gd name="T17" fmla="*/ 6790 h 1291"/>
                <a:gd name="T18" fmla="*/ 2609 w 305"/>
                <a:gd name="T19" fmla="*/ 12218 h 1291"/>
                <a:gd name="T20" fmla="*/ 2428 w 305"/>
                <a:gd name="T21" fmla="*/ 14958 h 1291"/>
                <a:gd name="T22" fmla="*/ 1899 w 305"/>
                <a:gd name="T23" fmla="*/ 7968 h 1291"/>
                <a:gd name="T24" fmla="*/ 920 w 305"/>
                <a:gd name="T25" fmla="*/ 5554 h 1291"/>
                <a:gd name="T26" fmla="*/ 1169 w 305"/>
                <a:gd name="T27" fmla="*/ 5586 h 1291"/>
                <a:gd name="T28" fmla="*/ 1525 w 305"/>
                <a:gd name="T29" fmla="*/ 6568 h 1291"/>
                <a:gd name="T30" fmla="*/ 1534 w 305"/>
                <a:gd name="T31" fmla="*/ 6276 h 1291"/>
                <a:gd name="T32" fmla="*/ 1508 w 305"/>
                <a:gd name="T33" fmla="*/ 6053 h 1291"/>
                <a:gd name="T34" fmla="*/ 1967 w 305"/>
                <a:gd name="T35" fmla="*/ 6790 h 1291"/>
                <a:gd name="T36" fmla="*/ 1919 w 305"/>
                <a:gd name="T37" fmla="*/ 5740 h 1291"/>
                <a:gd name="T38" fmla="*/ 2176 w 305"/>
                <a:gd name="T39" fmla="*/ 4876 h 1291"/>
                <a:gd name="T40" fmla="*/ 2312 w 305"/>
                <a:gd name="T41" fmla="*/ 5411 h 1291"/>
                <a:gd name="T42" fmla="*/ 2329 w 305"/>
                <a:gd name="T43" fmla="*/ 5180 h 1291"/>
                <a:gd name="T44" fmla="*/ 1946 w 305"/>
                <a:gd name="T45" fmla="*/ 4141 h 1291"/>
                <a:gd name="T46" fmla="*/ 795 w 305"/>
                <a:gd name="T47" fmla="*/ 3230 h 1291"/>
                <a:gd name="T48" fmla="*/ 682 w 305"/>
                <a:gd name="T49" fmla="*/ 2567 h 1291"/>
                <a:gd name="T50" fmla="*/ 2244 w 305"/>
                <a:gd name="T51" fmla="*/ 3534 h 1291"/>
                <a:gd name="T52" fmla="*/ 1553 w 305"/>
                <a:gd name="T53" fmla="*/ 2860 h 1291"/>
                <a:gd name="T54" fmla="*/ 767 w 305"/>
                <a:gd name="T55" fmla="*/ 2449 h 1291"/>
                <a:gd name="T56" fmla="*/ 650 w 305"/>
                <a:gd name="T57" fmla="*/ 1481 h 1291"/>
                <a:gd name="T58" fmla="*/ 1621 w 305"/>
                <a:gd name="T59" fmla="*/ 2161 h 1291"/>
                <a:gd name="T60" fmla="*/ 342 w 305"/>
                <a:gd name="T61" fmla="*/ 1318 h 1291"/>
                <a:gd name="T62" fmla="*/ 786 w 305"/>
                <a:gd name="T63" fmla="*/ 3642 h 1291"/>
                <a:gd name="T64" fmla="*/ 1101 w 305"/>
                <a:gd name="T65" fmla="*/ 3801 h 1291"/>
                <a:gd name="T66" fmla="*/ 1341 w 305"/>
                <a:gd name="T67" fmla="*/ 4645 h 1291"/>
                <a:gd name="T68" fmla="*/ 939 w 305"/>
                <a:gd name="T69" fmla="*/ 3744 h 1291"/>
                <a:gd name="T70" fmla="*/ 1264 w 305"/>
                <a:gd name="T71" fmla="*/ 4969 h 1291"/>
                <a:gd name="T72" fmla="*/ 1264 w 305"/>
                <a:gd name="T73" fmla="*/ 4969 h 1291"/>
                <a:gd name="T74" fmla="*/ 1545 w 305"/>
                <a:gd name="T75" fmla="*/ 4738 h 1291"/>
                <a:gd name="T76" fmla="*/ 1304 w 305"/>
                <a:gd name="T77" fmla="*/ 3862 h 1291"/>
                <a:gd name="T78" fmla="*/ 2167 w 305"/>
                <a:gd name="T79" fmla="*/ 4758 h 1291"/>
                <a:gd name="T80" fmla="*/ 1288 w 305"/>
                <a:gd name="T81" fmla="*/ 5577 h 1291"/>
                <a:gd name="T82" fmla="*/ 1400 w 305"/>
                <a:gd name="T83" fmla="*/ 5761 h 1291"/>
                <a:gd name="T84" fmla="*/ 212 w 305"/>
                <a:gd name="T85" fmla="*/ 5108 h 1291"/>
                <a:gd name="T86" fmla="*/ 642 w 305"/>
                <a:gd name="T87" fmla="*/ 5541 h 1291"/>
                <a:gd name="T88" fmla="*/ 1169 w 305"/>
                <a:gd name="T89" fmla="*/ 6511 h 1291"/>
                <a:gd name="T90" fmla="*/ 555 w 305"/>
                <a:gd name="T91" fmla="*/ 6110 h 1291"/>
                <a:gd name="T92" fmla="*/ 161 w 305"/>
                <a:gd name="T93" fmla="*/ 4057 h 1291"/>
                <a:gd name="T94" fmla="*/ 999 w 305"/>
                <a:gd name="T95" fmla="*/ 4609 h 1291"/>
                <a:gd name="T96" fmla="*/ 1288 w 305"/>
                <a:gd name="T97" fmla="*/ 5391 h 1291"/>
                <a:gd name="T98" fmla="*/ 1313 w 305"/>
                <a:gd name="T99" fmla="*/ 4702 h 1291"/>
                <a:gd name="T100" fmla="*/ 1834 w 305"/>
                <a:gd name="T101" fmla="*/ 5695 h 1291"/>
                <a:gd name="T102" fmla="*/ 1047 w 305"/>
                <a:gd name="T103" fmla="*/ 5448 h 1291"/>
                <a:gd name="T104" fmla="*/ 189 w 305"/>
                <a:gd name="T105" fmla="*/ 4690 h 1291"/>
                <a:gd name="T106" fmla="*/ 385 w 305"/>
                <a:gd name="T107" fmla="*/ 3545 h 1291"/>
                <a:gd name="T108" fmla="*/ 1245 w 305"/>
                <a:gd name="T109" fmla="*/ 4620 h 1291"/>
                <a:gd name="T110" fmla="*/ 450 w 305"/>
                <a:gd name="T111" fmla="*/ 4268 h 1291"/>
                <a:gd name="T112" fmla="*/ 85 w 305"/>
                <a:gd name="T113" fmla="*/ 2170 h 1291"/>
                <a:gd name="T114" fmla="*/ 565 w 305"/>
                <a:gd name="T115" fmla="*/ 2567 h 1291"/>
                <a:gd name="T116" fmla="*/ 786 w 305"/>
                <a:gd name="T117" fmla="*/ 3642 h 1291"/>
                <a:gd name="T118" fmla="*/ 280 w 305"/>
                <a:gd name="T119" fmla="*/ 3314 h 1291"/>
                <a:gd name="T120" fmla="*/ 85 w 305"/>
                <a:gd name="T121" fmla="*/ 2170 h 12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05" h="1291">
                  <a:moveTo>
                    <a:pt x="7" y="0"/>
                  </a:moveTo>
                  <a:cubicBezTo>
                    <a:pt x="6" y="10"/>
                    <a:pt x="7" y="66"/>
                    <a:pt x="7" y="67"/>
                  </a:cubicBezTo>
                  <a:cubicBezTo>
                    <a:pt x="7" y="87"/>
                    <a:pt x="7" y="105"/>
                    <a:pt x="16" y="114"/>
                  </a:cubicBezTo>
                  <a:cubicBezTo>
                    <a:pt x="20" y="118"/>
                    <a:pt x="25" y="119"/>
                    <a:pt x="31" y="120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9" y="121"/>
                    <a:pt x="40" y="121"/>
                    <a:pt x="41" y="121"/>
                  </a:cubicBezTo>
                  <a:cubicBezTo>
                    <a:pt x="41" y="122"/>
                    <a:pt x="41" y="122"/>
                    <a:pt x="42" y="122"/>
                  </a:cubicBezTo>
                  <a:cubicBezTo>
                    <a:pt x="61" y="128"/>
                    <a:pt x="65" y="153"/>
                    <a:pt x="68" y="178"/>
                  </a:cubicBezTo>
                  <a:cubicBezTo>
                    <a:pt x="69" y="187"/>
                    <a:pt x="71" y="196"/>
                    <a:pt x="72" y="204"/>
                  </a:cubicBezTo>
                  <a:cubicBezTo>
                    <a:pt x="73" y="206"/>
                    <a:pt x="72" y="210"/>
                    <a:pt x="69" y="208"/>
                  </a:cubicBezTo>
                  <a:cubicBezTo>
                    <a:pt x="65" y="206"/>
                    <a:pt x="59" y="202"/>
                    <a:pt x="54" y="201"/>
                  </a:cubicBezTo>
                  <a:cubicBezTo>
                    <a:pt x="43" y="201"/>
                    <a:pt x="32" y="205"/>
                    <a:pt x="21" y="194"/>
                  </a:cubicBezTo>
                  <a:cubicBezTo>
                    <a:pt x="12" y="185"/>
                    <a:pt x="10" y="171"/>
                    <a:pt x="8" y="157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5" y="110"/>
                    <a:pt x="3" y="108"/>
                    <a:pt x="2" y="108"/>
                  </a:cubicBezTo>
                  <a:cubicBezTo>
                    <a:pt x="0" y="109"/>
                    <a:pt x="1" y="110"/>
                    <a:pt x="1" y="112"/>
                  </a:cubicBezTo>
                  <a:cubicBezTo>
                    <a:pt x="11" y="331"/>
                    <a:pt x="11" y="331"/>
                    <a:pt x="11" y="331"/>
                  </a:cubicBezTo>
                  <a:cubicBezTo>
                    <a:pt x="10" y="331"/>
                    <a:pt x="10" y="332"/>
                    <a:pt x="11" y="333"/>
                  </a:cubicBezTo>
                  <a:cubicBezTo>
                    <a:pt x="11" y="333"/>
                    <a:pt x="11" y="333"/>
                    <a:pt x="11" y="334"/>
                  </a:cubicBezTo>
                  <a:cubicBezTo>
                    <a:pt x="14" y="398"/>
                    <a:pt x="14" y="398"/>
                    <a:pt x="14" y="398"/>
                  </a:cubicBezTo>
                  <a:cubicBezTo>
                    <a:pt x="14" y="398"/>
                    <a:pt x="14" y="399"/>
                    <a:pt x="14" y="399"/>
                  </a:cubicBezTo>
                  <a:cubicBezTo>
                    <a:pt x="14" y="400"/>
                    <a:pt x="14" y="402"/>
                    <a:pt x="14" y="403"/>
                  </a:cubicBezTo>
                  <a:cubicBezTo>
                    <a:pt x="18" y="477"/>
                    <a:pt x="18" y="477"/>
                    <a:pt x="18" y="477"/>
                  </a:cubicBezTo>
                  <a:cubicBezTo>
                    <a:pt x="23" y="510"/>
                    <a:pt x="41" y="525"/>
                    <a:pt x="61" y="534"/>
                  </a:cubicBezTo>
                  <a:cubicBezTo>
                    <a:pt x="63" y="535"/>
                    <a:pt x="70" y="541"/>
                    <a:pt x="77" y="546"/>
                  </a:cubicBezTo>
                  <a:cubicBezTo>
                    <a:pt x="85" y="551"/>
                    <a:pt x="94" y="547"/>
                    <a:pt x="98" y="549"/>
                  </a:cubicBezTo>
                  <a:cubicBezTo>
                    <a:pt x="106" y="554"/>
                    <a:pt x="121" y="565"/>
                    <a:pt x="130" y="582"/>
                  </a:cubicBezTo>
                  <a:cubicBezTo>
                    <a:pt x="131" y="587"/>
                    <a:pt x="155" y="630"/>
                    <a:pt x="177" y="671"/>
                  </a:cubicBezTo>
                  <a:cubicBezTo>
                    <a:pt x="187" y="688"/>
                    <a:pt x="229" y="773"/>
                    <a:pt x="232" y="780"/>
                  </a:cubicBezTo>
                  <a:cubicBezTo>
                    <a:pt x="266" y="852"/>
                    <a:pt x="285" y="922"/>
                    <a:pt x="272" y="1047"/>
                  </a:cubicBezTo>
                  <a:cubicBezTo>
                    <a:pt x="258" y="1176"/>
                    <a:pt x="234" y="1276"/>
                    <a:pt x="234" y="1277"/>
                  </a:cubicBezTo>
                  <a:cubicBezTo>
                    <a:pt x="233" y="1283"/>
                    <a:pt x="236" y="1288"/>
                    <a:pt x="241" y="1289"/>
                  </a:cubicBezTo>
                  <a:cubicBezTo>
                    <a:pt x="247" y="1291"/>
                    <a:pt x="252" y="1287"/>
                    <a:pt x="253" y="1282"/>
                  </a:cubicBezTo>
                  <a:cubicBezTo>
                    <a:pt x="253" y="1281"/>
                    <a:pt x="278" y="1180"/>
                    <a:pt x="291" y="1049"/>
                  </a:cubicBezTo>
                  <a:cubicBezTo>
                    <a:pt x="305" y="920"/>
                    <a:pt x="289" y="856"/>
                    <a:pt x="254" y="783"/>
                  </a:cubicBezTo>
                  <a:cubicBezTo>
                    <a:pt x="245" y="758"/>
                    <a:pt x="203" y="692"/>
                    <a:pt x="198" y="683"/>
                  </a:cubicBezTo>
                  <a:cubicBezTo>
                    <a:pt x="186" y="663"/>
                    <a:pt x="174" y="641"/>
                    <a:pt x="163" y="619"/>
                  </a:cubicBezTo>
                  <a:cubicBezTo>
                    <a:pt x="144" y="582"/>
                    <a:pt x="131" y="547"/>
                    <a:pt x="130" y="542"/>
                  </a:cubicBezTo>
                  <a:cubicBezTo>
                    <a:pt x="123" y="513"/>
                    <a:pt x="112" y="491"/>
                    <a:pt x="96" y="476"/>
                  </a:cubicBezTo>
                  <a:cubicBezTo>
                    <a:pt x="95" y="475"/>
                    <a:pt x="99" y="474"/>
                    <a:pt x="99" y="474"/>
                  </a:cubicBezTo>
                  <a:cubicBezTo>
                    <a:pt x="110" y="475"/>
                    <a:pt x="110" y="475"/>
                    <a:pt x="110" y="475"/>
                  </a:cubicBezTo>
                  <a:cubicBezTo>
                    <a:pt x="112" y="475"/>
                    <a:pt x="120" y="478"/>
                    <a:pt x="122" y="479"/>
                  </a:cubicBezTo>
                  <a:cubicBezTo>
                    <a:pt x="136" y="487"/>
                    <a:pt x="147" y="502"/>
                    <a:pt x="151" y="520"/>
                  </a:cubicBezTo>
                  <a:cubicBezTo>
                    <a:pt x="152" y="526"/>
                    <a:pt x="154" y="533"/>
                    <a:pt x="155" y="539"/>
                  </a:cubicBezTo>
                  <a:cubicBezTo>
                    <a:pt x="156" y="549"/>
                    <a:pt x="157" y="557"/>
                    <a:pt x="159" y="563"/>
                  </a:cubicBezTo>
                  <a:cubicBezTo>
                    <a:pt x="159" y="565"/>
                    <a:pt x="160" y="566"/>
                    <a:pt x="162" y="566"/>
                  </a:cubicBezTo>
                  <a:cubicBezTo>
                    <a:pt x="163" y="565"/>
                    <a:pt x="164" y="564"/>
                    <a:pt x="164" y="562"/>
                  </a:cubicBezTo>
                  <a:cubicBezTo>
                    <a:pt x="163" y="556"/>
                    <a:pt x="162" y="548"/>
                    <a:pt x="160" y="538"/>
                  </a:cubicBezTo>
                  <a:cubicBezTo>
                    <a:pt x="160" y="533"/>
                    <a:pt x="159" y="527"/>
                    <a:pt x="158" y="521"/>
                  </a:cubicBezTo>
                  <a:cubicBezTo>
                    <a:pt x="158" y="521"/>
                    <a:pt x="158" y="521"/>
                    <a:pt x="158" y="520"/>
                  </a:cubicBezTo>
                  <a:cubicBezTo>
                    <a:pt x="158" y="520"/>
                    <a:pt x="158" y="519"/>
                    <a:pt x="157" y="519"/>
                  </a:cubicBezTo>
                  <a:cubicBezTo>
                    <a:pt x="155" y="504"/>
                    <a:pt x="152" y="492"/>
                    <a:pt x="149" y="483"/>
                  </a:cubicBezTo>
                  <a:cubicBezTo>
                    <a:pt x="164" y="489"/>
                    <a:pt x="176" y="503"/>
                    <a:pt x="193" y="528"/>
                  </a:cubicBezTo>
                  <a:cubicBezTo>
                    <a:pt x="194" y="529"/>
                    <a:pt x="202" y="565"/>
                    <a:pt x="205" y="582"/>
                  </a:cubicBezTo>
                  <a:cubicBezTo>
                    <a:pt x="205" y="583"/>
                    <a:pt x="214" y="583"/>
                    <a:pt x="216" y="583"/>
                  </a:cubicBezTo>
                  <a:cubicBezTo>
                    <a:pt x="217" y="582"/>
                    <a:pt x="218" y="581"/>
                    <a:pt x="218" y="579"/>
                  </a:cubicBezTo>
                  <a:cubicBezTo>
                    <a:pt x="213" y="552"/>
                    <a:pt x="207" y="524"/>
                    <a:pt x="200" y="492"/>
                  </a:cubicBezTo>
                  <a:cubicBezTo>
                    <a:pt x="195" y="460"/>
                    <a:pt x="192" y="429"/>
                    <a:pt x="187" y="412"/>
                  </a:cubicBezTo>
                  <a:cubicBezTo>
                    <a:pt x="187" y="410"/>
                    <a:pt x="187" y="407"/>
                    <a:pt x="188" y="407"/>
                  </a:cubicBezTo>
                  <a:cubicBezTo>
                    <a:pt x="198" y="409"/>
                    <a:pt x="219" y="413"/>
                    <a:pt x="227" y="418"/>
                  </a:cubicBezTo>
                  <a:cubicBezTo>
                    <a:pt x="229" y="420"/>
                    <a:pt x="233" y="427"/>
                    <a:pt x="233" y="428"/>
                  </a:cubicBezTo>
                  <a:cubicBezTo>
                    <a:pt x="235" y="434"/>
                    <a:pt x="236" y="440"/>
                    <a:pt x="237" y="445"/>
                  </a:cubicBezTo>
                  <a:cubicBezTo>
                    <a:pt x="238" y="452"/>
                    <a:pt x="239" y="458"/>
                    <a:pt x="241" y="464"/>
                  </a:cubicBezTo>
                  <a:cubicBezTo>
                    <a:pt x="241" y="466"/>
                    <a:pt x="243" y="467"/>
                    <a:pt x="244" y="467"/>
                  </a:cubicBezTo>
                  <a:cubicBezTo>
                    <a:pt x="246" y="466"/>
                    <a:pt x="247" y="465"/>
                    <a:pt x="246" y="463"/>
                  </a:cubicBezTo>
                  <a:cubicBezTo>
                    <a:pt x="245" y="457"/>
                    <a:pt x="244" y="450"/>
                    <a:pt x="243" y="444"/>
                  </a:cubicBezTo>
                  <a:cubicBezTo>
                    <a:pt x="240" y="432"/>
                    <a:pt x="238" y="418"/>
                    <a:pt x="231" y="405"/>
                  </a:cubicBezTo>
                  <a:cubicBezTo>
                    <a:pt x="227" y="395"/>
                    <a:pt x="227" y="395"/>
                    <a:pt x="227" y="395"/>
                  </a:cubicBezTo>
                  <a:cubicBezTo>
                    <a:pt x="220" y="381"/>
                    <a:pt x="214" y="366"/>
                    <a:pt x="203" y="355"/>
                  </a:cubicBezTo>
                  <a:cubicBezTo>
                    <a:pt x="180" y="333"/>
                    <a:pt x="137" y="325"/>
                    <a:pt x="109" y="317"/>
                  </a:cubicBezTo>
                  <a:cubicBezTo>
                    <a:pt x="89" y="312"/>
                    <a:pt x="89" y="312"/>
                    <a:pt x="89" y="312"/>
                  </a:cubicBezTo>
                  <a:cubicBezTo>
                    <a:pt x="84" y="303"/>
                    <a:pt x="83" y="290"/>
                    <a:pt x="83" y="277"/>
                  </a:cubicBezTo>
                  <a:cubicBezTo>
                    <a:pt x="83" y="272"/>
                    <a:pt x="83" y="266"/>
                    <a:pt x="82" y="262"/>
                  </a:cubicBezTo>
                  <a:cubicBezTo>
                    <a:pt x="81" y="250"/>
                    <a:pt x="77" y="235"/>
                    <a:pt x="68" y="222"/>
                  </a:cubicBezTo>
                  <a:cubicBezTo>
                    <a:pt x="67" y="221"/>
                    <a:pt x="68" y="218"/>
                    <a:pt x="71" y="220"/>
                  </a:cubicBezTo>
                  <a:cubicBezTo>
                    <a:pt x="89" y="225"/>
                    <a:pt x="134" y="240"/>
                    <a:pt x="150" y="247"/>
                  </a:cubicBezTo>
                  <a:cubicBezTo>
                    <a:pt x="160" y="251"/>
                    <a:pt x="160" y="251"/>
                    <a:pt x="160" y="251"/>
                  </a:cubicBezTo>
                  <a:cubicBezTo>
                    <a:pt x="185" y="256"/>
                    <a:pt x="219" y="293"/>
                    <a:pt x="234" y="303"/>
                  </a:cubicBezTo>
                  <a:cubicBezTo>
                    <a:pt x="247" y="312"/>
                    <a:pt x="264" y="325"/>
                    <a:pt x="288" y="335"/>
                  </a:cubicBezTo>
                  <a:cubicBezTo>
                    <a:pt x="278" y="330"/>
                    <a:pt x="261" y="319"/>
                    <a:pt x="241" y="303"/>
                  </a:cubicBezTo>
                  <a:cubicBezTo>
                    <a:pt x="218" y="284"/>
                    <a:pt x="193" y="254"/>
                    <a:pt x="162" y="245"/>
                  </a:cubicBezTo>
                  <a:cubicBezTo>
                    <a:pt x="152" y="241"/>
                    <a:pt x="152" y="241"/>
                    <a:pt x="152" y="241"/>
                  </a:cubicBezTo>
                  <a:cubicBezTo>
                    <a:pt x="133" y="234"/>
                    <a:pt x="111" y="225"/>
                    <a:pt x="88" y="218"/>
                  </a:cubicBezTo>
                  <a:cubicBezTo>
                    <a:pt x="86" y="217"/>
                    <a:pt x="83" y="217"/>
                    <a:pt x="80" y="210"/>
                  </a:cubicBezTo>
                  <a:cubicBezTo>
                    <a:pt x="77" y="201"/>
                    <a:pt x="75" y="190"/>
                    <a:pt x="74" y="178"/>
                  </a:cubicBezTo>
                  <a:cubicBezTo>
                    <a:pt x="71" y="160"/>
                    <a:pt x="69" y="143"/>
                    <a:pt x="62" y="131"/>
                  </a:cubicBezTo>
                  <a:cubicBezTo>
                    <a:pt x="60" y="128"/>
                    <a:pt x="64" y="126"/>
                    <a:pt x="68" y="127"/>
                  </a:cubicBezTo>
                  <a:cubicBezTo>
                    <a:pt x="89" y="129"/>
                    <a:pt x="129" y="177"/>
                    <a:pt x="147" y="183"/>
                  </a:cubicBezTo>
                  <a:cubicBezTo>
                    <a:pt x="164" y="189"/>
                    <a:pt x="195" y="195"/>
                    <a:pt x="219" y="202"/>
                  </a:cubicBezTo>
                  <a:cubicBezTo>
                    <a:pt x="216" y="201"/>
                    <a:pt x="204" y="193"/>
                    <a:pt x="169" y="185"/>
                  </a:cubicBezTo>
                  <a:cubicBezTo>
                    <a:pt x="133" y="178"/>
                    <a:pt x="107" y="137"/>
                    <a:pt x="83" y="126"/>
                  </a:cubicBezTo>
                  <a:cubicBezTo>
                    <a:pt x="74" y="123"/>
                    <a:pt x="65" y="112"/>
                    <a:pt x="58" y="110"/>
                  </a:cubicBezTo>
                  <a:cubicBezTo>
                    <a:pt x="52" y="109"/>
                    <a:pt x="41" y="111"/>
                    <a:pt x="36" y="113"/>
                  </a:cubicBezTo>
                  <a:cubicBezTo>
                    <a:pt x="22" y="112"/>
                    <a:pt x="14" y="111"/>
                    <a:pt x="12" y="83"/>
                  </a:cubicBezTo>
                  <a:cubicBezTo>
                    <a:pt x="10" y="55"/>
                    <a:pt x="11" y="15"/>
                    <a:pt x="12" y="0"/>
                  </a:cubicBezTo>
                  <a:moveTo>
                    <a:pt x="82" y="312"/>
                  </a:moveTo>
                  <a:cubicBezTo>
                    <a:pt x="82" y="312"/>
                    <a:pt x="82" y="312"/>
                    <a:pt x="82" y="312"/>
                  </a:cubicBezTo>
                  <a:cubicBezTo>
                    <a:pt x="82" y="312"/>
                    <a:pt x="82" y="312"/>
                    <a:pt x="82" y="312"/>
                  </a:cubicBezTo>
                  <a:close/>
                  <a:moveTo>
                    <a:pt x="115" y="326"/>
                  </a:moveTo>
                  <a:cubicBezTo>
                    <a:pt x="141" y="338"/>
                    <a:pt x="163" y="353"/>
                    <a:pt x="177" y="401"/>
                  </a:cubicBezTo>
                  <a:cubicBezTo>
                    <a:pt x="171" y="400"/>
                    <a:pt x="165" y="400"/>
                    <a:pt x="160" y="400"/>
                  </a:cubicBezTo>
                  <a:cubicBezTo>
                    <a:pt x="160" y="400"/>
                    <a:pt x="146" y="399"/>
                    <a:pt x="140" y="398"/>
                  </a:cubicBezTo>
                  <a:cubicBezTo>
                    <a:pt x="138" y="397"/>
                    <a:pt x="137" y="397"/>
                    <a:pt x="136" y="397"/>
                  </a:cubicBezTo>
                  <a:cubicBezTo>
                    <a:pt x="132" y="364"/>
                    <a:pt x="122" y="340"/>
                    <a:pt x="105" y="326"/>
                  </a:cubicBezTo>
                  <a:cubicBezTo>
                    <a:pt x="102" y="323"/>
                    <a:pt x="101" y="322"/>
                    <a:pt x="98" y="321"/>
                  </a:cubicBezTo>
                  <a:cubicBezTo>
                    <a:pt x="109" y="324"/>
                    <a:pt x="109" y="324"/>
                    <a:pt x="109" y="324"/>
                  </a:cubicBezTo>
                  <a:cubicBezTo>
                    <a:pt x="111" y="324"/>
                    <a:pt x="114" y="326"/>
                    <a:pt x="115" y="326"/>
                  </a:cubicBezTo>
                  <a:close/>
                  <a:moveTo>
                    <a:pt x="132" y="426"/>
                  </a:moveTo>
                  <a:cubicBezTo>
                    <a:pt x="128" y="415"/>
                    <a:pt x="122" y="405"/>
                    <a:pt x="115" y="397"/>
                  </a:cubicBezTo>
                  <a:cubicBezTo>
                    <a:pt x="120" y="399"/>
                    <a:pt x="126" y="401"/>
                    <a:pt x="131" y="402"/>
                  </a:cubicBezTo>
                  <a:cubicBezTo>
                    <a:pt x="132" y="409"/>
                    <a:pt x="132" y="417"/>
                    <a:pt x="132" y="426"/>
                  </a:cubicBezTo>
                  <a:close/>
                  <a:moveTo>
                    <a:pt x="179" y="406"/>
                  </a:moveTo>
                  <a:cubicBezTo>
                    <a:pt x="181" y="416"/>
                    <a:pt x="184" y="427"/>
                    <a:pt x="186" y="440"/>
                  </a:cubicBezTo>
                  <a:cubicBezTo>
                    <a:pt x="180" y="427"/>
                    <a:pt x="172" y="415"/>
                    <a:pt x="161" y="406"/>
                  </a:cubicBezTo>
                  <a:cubicBezTo>
                    <a:pt x="166" y="406"/>
                    <a:pt x="172" y="406"/>
                    <a:pt x="179" y="406"/>
                  </a:cubicBezTo>
                  <a:close/>
                  <a:moveTo>
                    <a:pt x="186" y="401"/>
                  </a:moveTo>
                  <a:cubicBezTo>
                    <a:pt x="175" y="362"/>
                    <a:pt x="155" y="343"/>
                    <a:pt x="136" y="331"/>
                  </a:cubicBezTo>
                  <a:cubicBezTo>
                    <a:pt x="153" y="337"/>
                    <a:pt x="183" y="346"/>
                    <a:pt x="197" y="360"/>
                  </a:cubicBezTo>
                  <a:cubicBezTo>
                    <a:pt x="207" y="370"/>
                    <a:pt x="215" y="383"/>
                    <a:pt x="222" y="397"/>
                  </a:cubicBezTo>
                  <a:cubicBezTo>
                    <a:pt x="226" y="408"/>
                    <a:pt x="226" y="408"/>
                    <a:pt x="226" y="408"/>
                  </a:cubicBezTo>
                  <a:cubicBezTo>
                    <a:pt x="227" y="408"/>
                    <a:pt x="227" y="409"/>
                    <a:pt x="228" y="410"/>
                  </a:cubicBezTo>
                  <a:cubicBezTo>
                    <a:pt x="220" y="406"/>
                    <a:pt x="196" y="402"/>
                    <a:pt x="186" y="401"/>
                  </a:cubicBezTo>
                  <a:close/>
                  <a:moveTo>
                    <a:pt x="134" y="478"/>
                  </a:moveTo>
                  <a:cubicBezTo>
                    <a:pt x="137" y="479"/>
                    <a:pt x="140" y="479"/>
                    <a:pt x="143" y="480"/>
                  </a:cubicBezTo>
                  <a:cubicBezTo>
                    <a:pt x="143" y="481"/>
                    <a:pt x="143" y="481"/>
                    <a:pt x="143" y="481"/>
                  </a:cubicBezTo>
                  <a:cubicBezTo>
                    <a:pt x="144" y="485"/>
                    <a:pt x="145" y="488"/>
                    <a:pt x="146" y="494"/>
                  </a:cubicBezTo>
                  <a:cubicBezTo>
                    <a:pt x="142" y="487"/>
                    <a:pt x="137" y="484"/>
                    <a:pt x="132" y="479"/>
                  </a:cubicBezTo>
                  <a:cubicBezTo>
                    <a:pt x="131" y="478"/>
                    <a:pt x="132" y="478"/>
                    <a:pt x="134" y="478"/>
                  </a:cubicBezTo>
                  <a:close/>
                  <a:moveTo>
                    <a:pt x="22" y="438"/>
                  </a:moveTo>
                  <a:cubicBezTo>
                    <a:pt x="22" y="438"/>
                    <a:pt x="23" y="436"/>
                    <a:pt x="24" y="437"/>
                  </a:cubicBezTo>
                  <a:cubicBezTo>
                    <a:pt x="29" y="447"/>
                    <a:pt x="34" y="454"/>
                    <a:pt x="41" y="459"/>
                  </a:cubicBezTo>
                  <a:cubicBezTo>
                    <a:pt x="46" y="463"/>
                    <a:pt x="57" y="471"/>
                    <a:pt x="67" y="475"/>
                  </a:cubicBezTo>
                  <a:cubicBezTo>
                    <a:pt x="76" y="478"/>
                    <a:pt x="84" y="477"/>
                    <a:pt x="86" y="478"/>
                  </a:cubicBezTo>
                  <a:cubicBezTo>
                    <a:pt x="105" y="493"/>
                    <a:pt x="118" y="522"/>
                    <a:pt x="122" y="550"/>
                  </a:cubicBezTo>
                  <a:cubicBezTo>
                    <a:pt x="123" y="555"/>
                    <a:pt x="124" y="560"/>
                    <a:pt x="122" y="558"/>
                  </a:cubicBezTo>
                  <a:cubicBezTo>
                    <a:pt x="117" y="551"/>
                    <a:pt x="108" y="545"/>
                    <a:pt x="102" y="542"/>
                  </a:cubicBezTo>
                  <a:cubicBezTo>
                    <a:pt x="98" y="540"/>
                    <a:pt x="99" y="531"/>
                    <a:pt x="84" y="525"/>
                  </a:cubicBezTo>
                  <a:cubicBezTo>
                    <a:pt x="70" y="519"/>
                    <a:pt x="59" y="525"/>
                    <a:pt x="58" y="524"/>
                  </a:cubicBezTo>
                  <a:cubicBezTo>
                    <a:pt x="40" y="514"/>
                    <a:pt x="28" y="502"/>
                    <a:pt x="24" y="476"/>
                  </a:cubicBezTo>
                  <a:lnTo>
                    <a:pt x="22" y="438"/>
                  </a:lnTo>
                  <a:close/>
                  <a:moveTo>
                    <a:pt x="17" y="348"/>
                  </a:moveTo>
                  <a:cubicBezTo>
                    <a:pt x="24" y="358"/>
                    <a:pt x="35" y="366"/>
                    <a:pt x="47" y="372"/>
                  </a:cubicBezTo>
                  <a:cubicBezTo>
                    <a:pt x="56" y="377"/>
                    <a:pt x="62" y="385"/>
                    <a:pt x="72" y="390"/>
                  </a:cubicBezTo>
                  <a:cubicBezTo>
                    <a:pt x="83" y="395"/>
                    <a:pt x="95" y="389"/>
                    <a:pt x="104" y="395"/>
                  </a:cubicBezTo>
                  <a:cubicBezTo>
                    <a:pt x="113" y="402"/>
                    <a:pt x="130" y="427"/>
                    <a:pt x="132" y="450"/>
                  </a:cubicBezTo>
                  <a:cubicBezTo>
                    <a:pt x="132" y="453"/>
                    <a:pt x="132" y="456"/>
                    <a:pt x="131" y="459"/>
                  </a:cubicBezTo>
                  <a:cubicBezTo>
                    <a:pt x="131" y="461"/>
                    <a:pt x="133" y="462"/>
                    <a:pt x="134" y="462"/>
                  </a:cubicBezTo>
                  <a:cubicBezTo>
                    <a:pt x="136" y="463"/>
                    <a:pt x="137" y="461"/>
                    <a:pt x="137" y="460"/>
                  </a:cubicBezTo>
                  <a:cubicBezTo>
                    <a:pt x="137" y="458"/>
                    <a:pt x="138" y="451"/>
                    <a:pt x="138" y="450"/>
                  </a:cubicBezTo>
                  <a:cubicBezTo>
                    <a:pt x="139" y="433"/>
                    <a:pt x="138" y="417"/>
                    <a:pt x="137" y="403"/>
                  </a:cubicBezTo>
                  <a:cubicBezTo>
                    <a:pt x="139" y="404"/>
                    <a:pt x="147" y="404"/>
                    <a:pt x="149" y="405"/>
                  </a:cubicBezTo>
                  <a:cubicBezTo>
                    <a:pt x="158" y="406"/>
                    <a:pt x="177" y="431"/>
                    <a:pt x="187" y="457"/>
                  </a:cubicBezTo>
                  <a:cubicBezTo>
                    <a:pt x="189" y="462"/>
                    <a:pt x="190" y="483"/>
                    <a:pt x="191" y="488"/>
                  </a:cubicBezTo>
                  <a:cubicBezTo>
                    <a:pt x="191" y="489"/>
                    <a:pt x="198" y="516"/>
                    <a:pt x="196" y="515"/>
                  </a:cubicBezTo>
                  <a:cubicBezTo>
                    <a:pt x="167" y="475"/>
                    <a:pt x="143" y="470"/>
                    <a:pt x="113" y="467"/>
                  </a:cubicBezTo>
                  <a:cubicBezTo>
                    <a:pt x="109" y="467"/>
                    <a:pt x="109" y="467"/>
                    <a:pt x="109" y="467"/>
                  </a:cubicBezTo>
                  <a:cubicBezTo>
                    <a:pt x="94" y="462"/>
                    <a:pt x="88" y="452"/>
                    <a:pt x="72" y="449"/>
                  </a:cubicBezTo>
                  <a:cubicBezTo>
                    <a:pt x="57" y="447"/>
                    <a:pt x="56" y="455"/>
                    <a:pt x="46" y="452"/>
                  </a:cubicBezTo>
                  <a:cubicBezTo>
                    <a:pt x="33" y="444"/>
                    <a:pt x="24" y="429"/>
                    <a:pt x="20" y="402"/>
                  </a:cubicBezTo>
                  <a:lnTo>
                    <a:pt x="17" y="348"/>
                  </a:lnTo>
                  <a:close/>
                  <a:moveTo>
                    <a:pt x="13" y="270"/>
                  </a:moveTo>
                  <a:cubicBezTo>
                    <a:pt x="19" y="284"/>
                    <a:pt x="28" y="295"/>
                    <a:pt x="40" y="304"/>
                  </a:cubicBezTo>
                  <a:cubicBezTo>
                    <a:pt x="49" y="310"/>
                    <a:pt x="60" y="313"/>
                    <a:pt x="70" y="316"/>
                  </a:cubicBezTo>
                  <a:cubicBezTo>
                    <a:pt x="82" y="320"/>
                    <a:pt x="93" y="323"/>
                    <a:pt x="101" y="330"/>
                  </a:cubicBezTo>
                  <a:cubicBezTo>
                    <a:pt x="117" y="343"/>
                    <a:pt x="126" y="365"/>
                    <a:pt x="130" y="396"/>
                  </a:cubicBezTo>
                  <a:cubicBezTo>
                    <a:pt x="123" y="394"/>
                    <a:pt x="116" y="392"/>
                    <a:pt x="109" y="389"/>
                  </a:cubicBezTo>
                  <a:cubicBezTo>
                    <a:pt x="109" y="389"/>
                    <a:pt x="95" y="376"/>
                    <a:pt x="78" y="371"/>
                  </a:cubicBezTo>
                  <a:cubicBezTo>
                    <a:pt x="62" y="366"/>
                    <a:pt x="56" y="371"/>
                    <a:pt x="47" y="366"/>
                  </a:cubicBezTo>
                  <a:cubicBezTo>
                    <a:pt x="33" y="358"/>
                    <a:pt x="21" y="347"/>
                    <a:pt x="17" y="333"/>
                  </a:cubicBezTo>
                  <a:lnTo>
                    <a:pt x="13" y="270"/>
                  </a:lnTo>
                  <a:close/>
                  <a:moveTo>
                    <a:pt x="9" y="186"/>
                  </a:moveTo>
                  <a:cubicBezTo>
                    <a:pt x="11" y="191"/>
                    <a:pt x="13" y="195"/>
                    <a:pt x="17" y="198"/>
                  </a:cubicBezTo>
                  <a:cubicBezTo>
                    <a:pt x="27" y="208"/>
                    <a:pt x="38" y="212"/>
                    <a:pt x="50" y="215"/>
                  </a:cubicBezTo>
                  <a:cubicBezTo>
                    <a:pt x="51" y="215"/>
                    <a:pt x="57" y="218"/>
                    <a:pt x="59" y="220"/>
                  </a:cubicBezTo>
                  <a:cubicBezTo>
                    <a:pt x="71" y="233"/>
                    <a:pt x="75" y="250"/>
                    <a:pt x="77" y="262"/>
                  </a:cubicBezTo>
                  <a:cubicBezTo>
                    <a:pt x="77" y="267"/>
                    <a:pt x="77" y="272"/>
                    <a:pt x="77" y="278"/>
                  </a:cubicBezTo>
                  <a:cubicBezTo>
                    <a:pt x="78" y="289"/>
                    <a:pt x="78" y="302"/>
                    <a:pt x="82" y="312"/>
                  </a:cubicBezTo>
                  <a:cubicBezTo>
                    <a:pt x="79" y="310"/>
                    <a:pt x="74" y="300"/>
                    <a:pt x="63" y="296"/>
                  </a:cubicBezTo>
                  <a:cubicBezTo>
                    <a:pt x="52" y="292"/>
                    <a:pt x="38" y="293"/>
                    <a:pt x="36" y="291"/>
                  </a:cubicBezTo>
                  <a:cubicBezTo>
                    <a:pt x="33" y="289"/>
                    <a:pt x="31" y="287"/>
                    <a:pt x="29" y="284"/>
                  </a:cubicBezTo>
                  <a:cubicBezTo>
                    <a:pt x="19" y="272"/>
                    <a:pt x="13" y="257"/>
                    <a:pt x="12" y="238"/>
                  </a:cubicBezTo>
                  <a:cubicBezTo>
                    <a:pt x="12" y="238"/>
                    <a:pt x="12" y="237"/>
                    <a:pt x="12" y="237"/>
                  </a:cubicBezTo>
                  <a:lnTo>
                    <a:pt x="9" y="186"/>
                  </a:ln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51" name="Freeform 474">
              <a:extLst>
                <a:ext uri="{FF2B5EF4-FFF2-40B4-BE49-F238E27FC236}">
                  <a16:creationId xmlns:a16="http://schemas.microsoft.com/office/drawing/2014/main" id="{384FA191-283C-4AE3-A748-B4D4D2EF1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3210"/>
              <a:ext cx="111" cy="445"/>
            </a:xfrm>
            <a:custGeom>
              <a:avLst/>
              <a:gdLst>
                <a:gd name="T0" fmla="*/ 318 w 52"/>
                <a:gd name="T1" fmla="*/ 0 h 196"/>
                <a:gd name="T2" fmla="*/ 9 w 52"/>
                <a:gd name="T3" fmla="*/ 2130 h 196"/>
                <a:gd name="T4" fmla="*/ 77 w 52"/>
                <a:gd name="T5" fmla="*/ 2268 h 196"/>
                <a:gd name="T6" fmla="*/ 196 w 52"/>
                <a:gd name="T7" fmla="*/ 2191 h 196"/>
                <a:gd name="T8" fmla="*/ 506 w 52"/>
                <a:gd name="T9" fmla="*/ 82 h 196"/>
                <a:gd name="T10" fmla="*/ 318 w 52"/>
                <a:gd name="T11" fmla="*/ 0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96">
                  <a:moveTo>
                    <a:pt x="33" y="0"/>
                  </a:moveTo>
                  <a:cubicBezTo>
                    <a:pt x="19" y="105"/>
                    <a:pt x="1" y="181"/>
                    <a:pt x="1" y="182"/>
                  </a:cubicBezTo>
                  <a:cubicBezTo>
                    <a:pt x="0" y="188"/>
                    <a:pt x="3" y="193"/>
                    <a:pt x="8" y="194"/>
                  </a:cubicBezTo>
                  <a:cubicBezTo>
                    <a:pt x="14" y="196"/>
                    <a:pt x="19" y="192"/>
                    <a:pt x="20" y="187"/>
                  </a:cubicBezTo>
                  <a:cubicBezTo>
                    <a:pt x="20" y="186"/>
                    <a:pt x="38" y="111"/>
                    <a:pt x="52" y="7"/>
                  </a:cubicBezTo>
                  <a:cubicBezTo>
                    <a:pt x="46" y="5"/>
                    <a:pt x="39" y="2"/>
                    <a:pt x="33" y="0"/>
                  </a:cubicBezTo>
                  <a:close/>
                </a:path>
              </a:pathLst>
            </a:custGeom>
            <a:solidFill>
              <a:srgbClr val="F8BF2D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52" name="Freeform 475">
              <a:extLst>
                <a:ext uri="{FF2B5EF4-FFF2-40B4-BE49-F238E27FC236}">
                  <a16:creationId xmlns:a16="http://schemas.microsoft.com/office/drawing/2014/main" id="{5AE2DDCA-5AC6-4E2E-8B11-9F72D07142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1" y="1682"/>
              <a:ext cx="514" cy="1583"/>
            </a:xfrm>
            <a:custGeom>
              <a:avLst/>
              <a:gdLst>
                <a:gd name="T0" fmla="*/ 1296 w 242"/>
                <a:gd name="T1" fmla="*/ 3055 h 698"/>
                <a:gd name="T2" fmla="*/ 641 w 242"/>
                <a:gd name="T3" fmla="*/ 1408 h 698"/>
                <a:gd name="T4" fmla="*/ 316 w 242"/>
                <a:gd name="T5" fmla="*/ 782 h 698"/>
                <a:gd name="T6" fmla="*/ 563 w 242"/>
                <a:gd name="T7" fmla="*/ 1599 h 698"/>
                <a:gd name="T8" fmla="*/ 204 w 242"/>
                <a:gd name="T9" fmla="*/ 1213 h 698"/>
                <a:gd name="T10" fmla="*/ 0 w 242"/>
                <a:gd name="T11" fmla="*/ 1343 h 698"/>
                <a:gd name="T12" fmla="*/ 333 w 242"/>
                <a:gd name="T13" fmla="*/ 1492 h 698"/>
                <a:gd name="T14" fmla="*/ 1092 w 242"/>
                <a:gd name="T15" fmla="*/ 2917 h 698"/>
                <a:gd name="T16" fmla="*/ 2003 w 242"/>
                <a:gd name="T17" fmla="*/ 7303 h 698"/>
                <a:gd name="T18" fmla="*/ 2107 w 242"/>
                <a:gd name="T19" fmla="*/ 8142 h 698"/>
                <a:gd name="T20" fmla="*/ 1831 w 242"/>
                <a:gd name="T21" fmla="*/ 4223 h 698"/>
                <a:gd name="T22" fmla="*/ 1706 w 242"/>
                <a:gd name="T23" fmla="*/ 503 h 698"/>
                <a:gd name="T24" fmla="*/ 1754 w 242"/>
                <a:gd name="T25" fmla="*/ 488 h 698"/>
                <a:gd name="T26" fmla="*/ 1669 w 242"/>
                <a:gd name="T27" fmla="*/ 0 h 698"/>
                <a:gd name="T28" fmla="*/ 1629 w 242"/>
                <a:gd name="T29" fmla="*/ 82 h 698"/>
                <a:gd name="T30" fmla="*/ 563 w 242"/>
                <a:gd name="T31" fmla="*/ 678 h 698"/>
                <a:gd name="T32" fmla="*/ 879 w 242"/>
                <a:gd name="T33" fmla="*/ 1379 h 698"/>
                <a:gd name="T34" fmla="*/ 947 w 242"/>
                <a:gd name="T35" fmla="*/ 1692 h 698"/>
                <a:gd name="T36" fmla="*/ 930 w 242"/>
                <a:gd name="T37" fmla="*/ 1363 h 698"/>
                <a:gd name="T38" fmla="*/ 911 w 242"/>
                <a:gd name="T39" fmla="*/ 1157 h 698"/>
                <a:gd name="T40" fmla="*/ 826 w 242"/>
                <a:gd name="T41" fmla="*/ 726 h 698"/>
                <a:gd name="T42" fmla="*/ 1361 w 242"/>
                <a:gd name="T43" fmla="*/ 1878 h 698"/>
                <a:gd name="T44" fmla="*/ 1485 w 242"/>
                <a:gd name="T45" fmla="*/ 1842 h 698"/>
                <a:gd name="T46" fmla="*/ 1217 w 242"/>
                <a:gd name="T47" fmla="*/ 73 h 698"/>
                <a:gd name="T48" fmla="*/ 1160 w 242"/>
                <a:gd name="T49" fmla="*/ 93 h 698"/>
                <a:gd name="T50" fmla="*/ 1132 w 242"/>
                <a:gd name="T51" fmla="*/ 118 h 698"/>
                <a:gd name="T52" fmla="*/ 1187 w 242"/>
                <a:gd name="T53" fmla="*/ 422 h 698"/>
                <a:gd name="T54" fmla="*/ 1272 w 242"/>
                <a:gd name="T55" fmla="*/ 1095 h 698"/>
                <a:gd name="T56" fmla="*/ 433 w 242"/>
                <a:gd name="T57" fmla="*/ 628 h 698"/>
                <a:gd name="T58" fmla="*/ 563 w 242"/>
                <a:gd name="T59" fmla="*/ 678 h 698"/>
                <a:gd name="T60" fmla="*/ 767 w 242"/>
                <a:gd name="T61" fmla="*/ 689 h 698"/>
                <a:gd name="T62" fmla="*/ 794 w 242"/>
                <a:gd name="T63" fmla="*/ 853 h 698"/>
                <a:gd name="T64" fmla="*/ 682 w 242"/>
                <a:gd name="T65" fmla="*/ 664 h 698"/>
                <a:gd name="T66" fmla="*/ 707 w 242"/>
                <a:gd name="T67" fmla="*/ 454 h 698"/>
                <a:gd name="T68" fmla="*/ 718 w 242"/>
                <a:gd name="T69" fmla="*/ 340 h 698"/>
                <a:gd name="T70" fmla="*/ 650 w 242"/>
                <a:gd name="T71" fmla="*/ 442 h 69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42" h="698">
                  <a:moveTo>
                    <a:pt x="191" y="362"/>
                  </a:moveTo>
                  <a:cubicBezTo>
                    <a:pt x="182" y="337"/>
                    <a:pt x="140" y="271"/>
                    <a:pt x="135" y="262"/>
                  </a:cubicBezTo>
                  <a:cubicBezTo>
                    <a:pt x="123" y="242"/>
                    <a:pt x="111" y="220"/>
                    <a:pt x="100" y="198"/>
                  </a:cubicBezTo>
                  <a:cubicBezTo>
                    <a:pt x="81" y="161"/>
                    <a:pt x="68" y="126"/>
                    <a:pt x="67" y="121"/>
                  </a:cubicBezTo>
                  <a:cubicBezTo>
                    <a:pt x="61" y="95"/>
                    <a:pt x="52" y="75"/>
                    <a:pt x="39" y="61"/>
                  </a:cubicBezTo>
                  <a:cubicBezTo>
                    <a:pt x="37" y="63"/>
                    <a:pt x="35" y="65"/>
                    <a:pt x="33" y="67"/>
                  </a:cubicBezTo>
                  <a:cubicBezTo>
                    <a:pt x="47" y="83"/>
                    <a:pt x="56" y="106"/>
                    <a:pt x="59" y="129"/>
                  </a:cubicBezTo>
                  <a:cubicBezTo>
                    <a:pt x="60" y="134"/>
                    <a:pt x="61" y="139"/>
                    <a:pt x="59" y="137"/>
                  </a:cubicBezTo>
                  <a:cubicBezTo>
                    <a:pt x="54" y="130"/>
                    <a:pt x="45" y="124"/>
                    <a:pt x="39" y="121"/>
                  </a:cubicBezTo>
                  <a:cubicBezTo>
                    <a:pt x="35" y="119"/>
                    <a:pt x="36" y="110"/>
                    <a:pt x="21" y="104"/>
                  </a:cubicBezTo>
                  <a:cubicBezTo>
                    <a:pt x="16" y="102"/>
                    <a:pt x="12" y="102"/>
                    <a:pt x="8" y="101"/>
                  </a:cubicBezTo>
                  <a:cubicBezTo>
                    <a:pt x="5" y="106"/>
                    <a:pt x="3" y="110"/>
                    <a:pt x="0" y="115"/>
                  </a:cubicBezTo>
                  <a:cubicBezTo>
                    <a:pt x="3" y="117"/>
                    <a:pt x="9" y="121"/>
                    <a:pt x="14" y="125"/>
                  </a:cubicBezTo>
                  <a:cubicBezTo>
                    <a:pt x="22" y="130"/>
                    <a:pt x="31" y="126"/>
                    <a:pt x="35" y="128"/>
                  </a:cubicBezTo>
                  <a:cubicBezTo>
                    <a:pt x="43" y="133"/>
                    <a:pt x="58" y="144"/>
                    <a:pt x="67" y="161"/>
                  </a:cubicBezTo>
                  <a:cubicBezTo>
                    <a:pt x="68" y="166"/>
                    <a:pt x="92" y="209"/>
                    <a:pt x="114" y="250"/>
                  </a:cubicBezTo>
                  <a:cubicBezTo>
                    <a:pt x="124" y="267"/>
                    <a:pt x="166" y="352"/>
                    <a:pt x="169" y="359"/>
                  </a:cubicBezTo>
                  <a:cubicBezTo>
                    <a:pt x="203" y="431"/>
                    <a:pt x="222" y="501"/>
                    <a:pt x="209" y="626"/>
                  </a:cubicBezTo>
                  <a:cubicBezTo>
                    <a:pt x="206" y="647"/>
                    <a:pt x="204" y="668"/>
                    <a:pt x="201" y="687"/>
                  </a:cubicBezTo>
                  <a:cubicBezTo>
                    <a:pt x="208" y="691"/>
                    <a:pt x="214" y="694"/>
                    <a:pt x="220" y="698"/>
                  </a:cubicBezTo>
                  <a:cubicBezTo>
                    <a:pt x="223" y="676"/>
                    <a:pt x="226" y="652"/>
                    <a:pt x="228" y="628"/>
                  </a:cubicBezTo>
                  <a:cubicBezTo>
                    <a:pt x="242" y="499"/>
                    <a:pt x="226" y="435"/>
                    <a:pt x="191" y="362"/>
                  </a:cubicBezTo>
                  <a:close/>
                  <a:moveTo>
                    <a:pt x="174" y="24"/>
                  </a:moveTo>
                  <a:cubicBezTo>
                    <a:pt x="175" y="31"/>
                    <a:pt x="176" y="37"/>
                    <a:pt x="178" y="43"/>
                  </a:cubicBezTo>
                  <a:cubicBezTo>
                    <a:pt x="178" y="45"/>
                    <a:pt x="180" y="46"/>
                    <a:pt x="181" y="46"/>
                  </a:cubicBezTo>
                  <a:cubicBezTo>
                    <a:pt x="183" y="45"/>
                    <a:pt x="184" y="44"/>
                    <a:pt x="183" y="42"/>
                  </a:cubicBezTo>
                  <a:cubicBezTo>
                    <a:pt x="182" y="36"/>
                    <a:pt x="181" y="29"/>
                    <a:pt x="180" y="23"/>
                  </a:cubicBezTo>
                  <a:cubicBezTo>
                    <a:pt x="178" y="16"/>
                    <a:pt x="177" y="8"/>
                    <a:pt x="174" y="0"/>
                  </a:cubicBezTo>
                  <a:cubicBezTo>
                    <a:pt x="172" y="0"/>
                    <a:pt x="169" y="0"/>
                    <a:pt x="167" y="1"/>
                  </a:cubicBezTo>
                  <a:cubicBezTo>
                    <a:pt x="169" y="3"/>
                    <a:pt x="170" y="6"/>
                    <a:pt x="170" y="7"/>
                  </a:cubicBezTo>
                  <a:cubicBezTo>
                    <a:pt x="172" y="13"/>
                    <a:pt x="173" y="19"/>
                    <a:pt x="174" y="24"/>
                  </a:cubicBezTo>
                  <a:close/>
                  <a:moveTo>
                    <a:pt x="59" y="58"/>
                  </a:moveTo>
                  <a:cubicBezTo>
                    <a:pt x="73" y="66"/>
                    <a:pt x="84" y="81"/>
                    <a:pt x="88" y="99"/>
                  </a:cubicBezTo>
                  <a:cubicBezTo>
                    <a:pt x="89" y="105"/>
                    <a:pt x="91" y="112"/>
                    <a:pt x="92" y="118"/>
                  </a:cubicBezTo>
                  <a:cubicBezTo>
                    <a:pt x="93" y="128"/>
                    <a:pt x="94" y="136"/>
                    <a:pt x="96" y="142"/>
                  </a:cubicBezTo>
                  <a:cubicBezTo>
                    <a:pt x="96" y="144"/>
                    <a:pt x="97" y="145"/>
                    <a:pt x="99" y="145"/>
                  </a:cubicBezTo>
                  <a:cubicBezTo>
                    <a:pt x="100" y="144"/>
                    <a:pt x="101" y="143"/>
                    <a:pt x="101" y="141"/>
                  </a:cubicBezTo>
                  <a:cubicBezTo>
                    <a:pt x="100" y="135"/>
                    <a:pt x="99" y="127"/>
                    <a:pt x="97" y="117"/>
                  </a:cubicBezTo>
                  <a:cubicBezTo>
                    <a:pt x="97" y="112"/>
                    <a:pt x="96" y="106"/>
                    <a:pt x="95" y="100"/>
                  </a:cubicBezTo>
                  <a:cubicBezTo>
                    <a:pt x="95" y="100"/>
                    <a:pt x="95" y="100"/>
                    <a:pt x="95" y="99"/>
                  </a:cubicBezTo>
                  <a:cubicBezTo>
                    <a:pt x="95" y="99"/>
                    <a:pt x="95" y="98"/>
                    <a:pt x="94" y="98"/>
                  </a:cubicBezTo>
                  <a:cubicBezTo>
                    <a:pt x="92" y="83"/>
                    <a:pt x="89" y="71"/>
                    <a:pt x="86" y="62"/>
                  </a:cubicBezTo>
                  <a:cubicBezTo>
                    <a:pt x="101" y="68"/>
                    <a:pt x="113" y="82"/>
                    <a:pt x="130" y="107"/>
                  </a:cubicBezTo>
                  <a:cubicBezTo>
                    <a:pt x="131" y="108"/>
                    <a:pt x="139" y="144"/>
                    <a:pt x="142" y="161"/>
                  </a:cubicBezTo>
                  <a:cubicBezTo>
                    <a:pt x="142" y="162"/>
                    <a:pt x="151" y="162"/>
                    <a:pt x="153" y="162"/>
                  </a:cubicBezTo>
                  <a:cubicBezTo>
                    <a:pt x="154" y="161"/>
                    <a:pt x="155" y="160"/>
                    <a:pt x="155" y="158"/>
                  </a:cubicBezTo>
                  <a:cubicBezTo>
                    <a:pt x="150" y="131"/>
                    <a:pt x="144" y="103"/>
                    <a:pt x="137" y="71"/>
                  </a:cubicBezTo>
                  <a:cubicBezTo>
                    <a:pt x="133" y="47"/>
                    <a:pt x="130" y="24"/>
                    <a:pt x="127" y="6"/>
                  </a:cubicBezTo>
                  <a:cubicBezTo>
                    <a:pt x="126" y="7"/>
                    <a:pt x="124" y="7"/>
                    <a:pt x="122" y="8"/>
                  </a:cubicBezTo>
                  <a:cubicBezTo>
                    <a:pt x="121" y="8"/>
                    <a:pt x="121" y="8"/>
                    <a:pt x="121" y="8"/>
                  </a:cubicBezTo>
                  <a:cubicBezTo>
                    <a:pt x="122" y="12"/>
                    <a:pt x="122" y="15"/>
                    <a:pt x="123" y="19"/>
                  </a:cubicBezTo>
                  <a:cubicBezTo>
                    <a:pt x="121" y="16"/>
                    <a:pt x="120" y="13"/>
                    <a:pt x="118" y="10"/>
                  </a:cubicBezTo>
                  <a:cubicBezTo>
                    <a:pt x="113" y="13"/>
                    <a:pt x="113" y="13"/>
                    <a:pt x="113" y="13"/>
                  </a:cubicBezTo>
                  <a:cubicBezTo>
                    <a:pt x="117" y="20"/>
                    <a:pt x="120" y="28"/>
                    <a:pt x="124" y="36"/>
                  </a:cubicBezTo>
                  <a:cubicBezTo>
                    <a:pt x="126" y="41"/>
                    <a:pt x="127" y="62"/>
                    <a:pt x="128" y="67"/>
                  </a:cubicBezTo>
                  <a:cubicBezTo>
                    <a:pt x="128" y="68"/>
                    <a:pt x="135" y="95"/>
                    <a:pt x="133" y="94"/>
                  </a:cubicBezTo>
                  <a:cubicBezTo>
                    <a:pt x="105" y="55"/>
                    <a:pt x="82" y="49"/>
                    <a:pt x="53" y="46"/>
                  </a:cubicBezTo>
                  <a:cubicBezTo>
                    <a:pt x="50" y="49"/>
                    <a:pt x="47" y="51"/>
                    <a:pt x="45" y="54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9" y="54"/>
                    <a:pt x="57" y="57"/>
                    <a:pt x="59" y="58"/>
                  </a:cubicBezTo>
                  <a:close/>
                  <a:moveTo>
                    <a:pt x="71" y="57"/>
                  </a:moveTo>
                  <a:cubicBezTo>
                    <a:pt x="74" y="58"/>
                    <a:pt x="77" y="58"/>
                    <a:pt x="80" y="59"/>
                  </a:cubicBezTo>
                  <a:cubicBezTo>
                    <a:pt x="80" y="60"/>
                    <a:pt x="80" y="60"/>
                    <a:pt x="80" y="60"/>
                  </a:cubicBezTo>
                  <a:cubicBezTo>
                    <a:pt x="81" y="64"/>
                    <a:pt x="82" y="67"/>
                    <a:pt x="83" y="73"/>
                  </a:cubicBezTo>
                  <a:cubicBezTo>
                    <a:pt x="79" y="66"/>
                    <a:pt x="74" y="63"/>
                    <a:pt x="69" y="58"/>
                  </a:cubicBezTo>
                  <a:cubicBezTo>
                    <a:pt x="68" y="57"/>
                    <a:pt x="69" y="57"/>
                    <a:pt x="71" y="57"/>
                  </a:cubicBezTo>
                  <a:close/>
                  <a:moveTo>
                    <a:pt x="71" y="41"/>
                  </a:moveTo>
                  <a:cubicBezTo>
                    <a:pt x="73" y="42"/>
                    <a:pt x="74" y="40"/>
                    <a:pt x="74" y="39"/>
                  </a:cubicBezTo>
                  <a:cubicBezTo>
                    <a:pt x="74" y="37"/>
                    <a:pt x="75" y="30"/>
                    <a:pt x="75" y="29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3" y="30"/>
                    <a:pt x="71" y="32"/>
                    <a:pt x="69" y="33"/>
                  </a:cubicBezTo>
                  <a:cubicBezTo>
                    <a:pt x="69" y="35"/>
                    <a:pt x="69" y="37"/>
                    <a:pt x="68" y="38"/>
                  </a:cubicBezTo>
                  <a:cubicBezTo>
                    <a:pt x="68" y="40"/>
                    <a:pt x="70" y="41"/>
                    <a:pt x="71" y="41"/>
                  </a:cubicBezTo>
                  <a:close/>
                </a:path>
              </a:pathLst>
            </a:custGeom>
            <a:solidFill>
              <a:srgbClr val="F8BF2D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53" name="Freeform 476">
              <a:extLst>
                <a:ext uri="{FF2B5EF4-FFF2-40B4-BE49-F238E27FC236}">
                  <a16:creationId xmlns:a16="http://schemas.microsoft.com/office/drawing/2014/main" id="{A157AD65-93A6-43F3-81FE-E5C3C7801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029"/>
              <a:ext cx="32" cy="29"/>
            </a:xfrm>
            <a:custGeom>
              <a:avLst/>
              <a:gdLst>
                <a:gd name="T0" fmla="*/ 137 w 15"/>
                <a:gd name="T1" fmla="*/ 56 h 13"/>
                <a:gd name="T2" fmla="*/ 9 w 15"/>
                <a:gd name="T3" fmla="*/ 89 h 13"/>
                <a:gd name="T4" fmla="*/ 137 w 15"/>
                <a:gd name="T5" fmla="*/ 5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4" y="5"/>
                  </a:moveTo>
                  <a:cubicBezTo>
                    <a:pt x="15" y="10"/>
                    <a:pt x="3" y="13"/>
                    <a:pt x="1" y="8"/>
                  </a:cubicBezTo>
                  <a:cubicBezTo>
                    <a:pt x="0" y="3"/>
                    <a:pt x="12" y="0"/>
                    <a:pt x="14" y="5"/>
                  </a:cubicBezTo>
                  <a:close/>
                </a:path>
              </a:pathLst>
            </a:custGeom>
            <a:solidFill>
              <a:srgbClr val="FBD278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54" name="Freeform 477">
              <a:extLst>
                <a:ext uri="{FF2B5EF4-FFF2-40B4-BE49-F238E27FC236}">
                  <a16:creationId xmlns:a16="http://schemas.microsoft.com/office/drawing/2014/main" id="{83B887D3-4FF2-4086-AD31-C4FC2C91E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997"/>
              <a:ext cx="17" cy="16"/>
            </a:xfrm>
            <a:custGeom>
              <a:avLst/>
              <a:gdLst>
                <a:gd name="T0" fmla="*/ 77 w 8"/>
                <a:gd name="T1" fmla="*/ 37 h 7"/>
                <a:gd name="T2" fmla="*/ 9 w 8"/>
                <a:gd name="T3" fmla="*/ 48 h 7"/>
                <a:gd name="T4" fmla="*/ 77 w 8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5"/>
                    <a:pt x="2" y="7"/>
                    <a:pt x="1" y="4"/>
                  </a:cubicBezTo>
                  <a:cubicBezTo>
                    <a:pt x="0" y="1"/>
                    <a:pt x="7" y="0"/>
                    <a:pt x="8" y="3"/>
                  </a:cubicBezTo>
                  <a:close/>
                </a:path>
              </a:pathLst>
            </a:custGeom>
            <a:solidFill>
              <a:srgbClr val="FBD278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55" name="Freeform 478">
              <a:extLst>
                <a:ext uri="{FF2B5EF4-FFF2-40B4-BE49-F238E27FC236}">
                  <a16:creationId xmlns:a16="http://schemas.microsoft.com/office/drawing/2014/main" id="{0CAA6C8E-88E9-4E47-8458-472324DDB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772"/>
              <a:ext cx="17" cy="16"/>
            </a:xfrm>
            <a:custGeom>
              <a:avLst/>
              <a:gdLst>
                <a:gd name="T0" fmla="*/ 68 w 8"/>
                <a:gd name="T1" fmla="*/ 37 h 7"/>
                <a:gd name="T2" fmla="*/ 9 w 8"/>
                <a:gd name="T3" fmla="*/ 48 h 7"/>
                <a:gd name="T4" fmla="*/ 68 w 8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3"/>
                  </a:moveTo>
                  <a:cubicBezTo>
                    <a:pt x="8" y="5"/>
                    <a:pt x="1" y="7"/>
                    <a:pt x="1" y="4"/>
                  </a:cubicBezTo>
                  <a:cubicBezTo>
                    <a:pt x="0" y="1"/>
                    <a:pt x="6" y="0"/>
                    <a:pt x="7" y="3"/>
                  </a:cubicBezTo>
                  <a:close/>
                </a:path>
              </a:pathLst>
            </a:custGeom>
            <a:solidFill>
              <a:srgbClr val="FBD278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56" name="Freeform 479">
              <a:extLst>
                <a:ext uri="{FF2B5EF4-FFF2-40B4-BE49-F238E27FC236}">
                  <a16:creationId xmlns:a16="http://schemas.microsoft.com/office/drawing/2014/main" id="{A41CF0F1-1CF5-4F35-8636-5D753F078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66"/>
              <a:ext cx="15" cy="13"/>
            </a:xfrm>
            <a:custGeom>
              <a:avLst/>
              <a:gdLst>
                <a:gd name="T0" fmla="*/ 69 w 7"/>
                <a:gd name="T1" fmla="*/ 33 h 6"/>
                <a:gd name="T2" fmla="*/ 0 w 7"/>
                <a:gd name="T3" fmla="*/ 33 h 6"/>
                <a:gd name="T4" fmla="*/ 69 w 7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6" y="6"/>
                    <a:pt x="0" y="5"/>
                    <a:pt x="0" y="3"/>
                  </a:cubicBezTo>
                  <a:cubicBezTo>
                    <a:pt x="0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57" name="Freeform 480">
              <a:extLst>
                <a:ext uri="{FF2B5EF4-FFF2-40B4-BE49-F238E27FC236}">
                  <a16:creationId xmlns:a16="http://schemas.microsoft.com/office/drawing/2014/main" id="{9D88EF27-FBFC-4A05-A344-E2A43B778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97"/>
              <a:ext cx="287" cy="1599"/>
            </a:xfrm>
            <a:custGeom>
              <a:avLst/>
              <a:gdLst>
                <a:gd name="T0" fmla="*/ 1144 w 135"/>
                <a:gd name="T1" fmla="*/ 5834 h 705"/>
                <a:gd name="T2" fmla="*/ 1135 w 135"/>
                <a:gd name="T3" fmla="*/ 6929 h 705"/>
                <a:gd name="T4" fmla="*/ 1048 w 135"/>
                <a:gd name="T5" fmla="*/ 7104 h 705"/>
                <a:gd name="T6" fmla="*/ 846 w 135"/>
                <a:gd name="T7" fmla="*/ 8179 h 705"/>
                <a:gd name="T8" fmla="*/ 818 w 135"/>
                <a:gd name="T9" fmla="*/ 8226 h 705"/>
                <a:gd name="T10" fmla="*/ 787 w 135"/>
                <a:gd name="T11" fmla="*/ 8190 h 705"/>
                <a:gd name="T12" fmla="*/ 818 w 135"/>
                <a:gd name="T13" fmla="*/ 7537 h 705"/>
                <a:gd name="T14" fmla="*/ 887 w 135"/>
                <a:gd name="T15" fmla="*/ 7306 h 705"/>
                <a:gd name="T16" fmla="*/ 759 w 135"/>
                <a:gd name="T17" fmla="*/ 6863 h 705"/>
                <a:gd name="T18" fmla="*/ 555 w 135"/>
                <a:gd name="T19" fmla="*/ 6800 h 705"/>
                <a:gd name="T20" fmla="*/ 425 w 135"/>
                <a:gd name="T21" fmla="*/ 6661 h 705"/>
                <a:gd name="T22" fmla="*/ 128 w 135"/>
                <a:gd name="T23" fmla="*/ 6210 h 705"/>
                <a:gd name="T24" fmla="*/ 117 w 135"/>
                <a:gd name="T25" fmla="*/ 5879 h 705"/>
                <a:gd name="T26" fmla="*/ 96 w 135"/>
                <a:gd name="T27" fmla="*/ 5135 h 705"/>
                <a:gd name="T28" fmla="*/ 0 w 135"/>
                <a:gd name="T29" fmla="*/ 129 h 705"/>
                <a:gd name="T30" fmla="*/ 19 w 135"/>
                <a:gd name="T31" fmla="*/ 93 h 705"/>
                <a:gd name="T32" fmla="*/ 40 w 135"/>
                <a:gd name="T33" fmla="*/ 25 h 705"/>
                <a:gd name="T34" fmla="*/ 153 w 135"/>
                <a:gd name="T35" fmla="*/ 5135 h 705"/>
                <a:gd name="T36" fmla="*/ 172 w 135"/>
                <a:gd name="T37" fmla="*/ 5879 h 705"/>
                <a:gd name="T38" fmla="*/ 181 w 135"/>
                <a:gd name="T39" fmla="*/ 6210 h 705"/>
                <a:gd name="T40" fmla="*/ 425 w 135"/>
                <a:gd name="T41" fmla="*/ 6580 h 705"/>
                <a:gd name="T42" fmla="*/ 642 w 135"/>
                <a:gd name="T43" fmla="*/ 6652 h 705"/>
                <a:gd name="T44" fmla="*/ 778 w 135"/>
                <a:gd name="T45" fmla="*/ 6791 h 705"/>
                <a:gd name="T46" fmla="*/ 948 w 135"/>
                <a:gd name="T47" fmla="*/ 7176 h 705"/>
                <a:gd name="T48" fmla="*/ 1076 w 135"/>
                <a:gd name="T49" fmla="*/ 6836 h 705"/>
                <a:gd name="T50" fmla="*/ 863 w 135"/>
                <a:gd name="T51" fmla="*/ 6230 h 705"/>
                <a:gd name="T52" fmla="*/ 863 w 135"/>
                <a:gd name="T53" fmla="*/ 6183 h 705"/>
                <a:gd name="T54" fmla="*/ 904 w 135"/>
                <a:gd name="T55" fmla="*/ 6174 h 705"/>
                <a:gd name="T56" fmla="*/ 1152 w 135"/>
                <a:gd name="T57" fmla="*/ 6718 h 705"/>
                <a:gd name="T58" fmla="*/ 1093 w 135"/>
                <a:gd name="T59" fmla="*/ 5870 h 70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35" h="705">
                  <a:moveTo>
                    <a:pt x="119" y="500"/>
                  </a:moveTo>
                  <a:cubicBezTo>
                    <a:pt x="135" y="524"/>
                    <a:pt x="135" y="563"/>
                    <a:pt x="118" y="594"/>
                  </a:cubicBezTo>
                  <a:cubicBezTo>
                    <a:pt x="109" y="609"/>
                    <a:pt x="109" y="609"/>
                    <a:pt x="109" y="609"/>
                  </a:cubicBezTo>
                  <a:cubicBezTo>
                    <a:pt x="96" y="632"/>
                    <a:pt x="82" y="655"/>
                    <a:pt x="88" y="701"/>
                  </a:cubicBezTo>
                  <a:cubicBezTo>
                    <a:pt x="88" y="703"/>
                    <a:pt x="87" y="704"/>
                    <a:pt x="85" y="705"/>
                  </a:cubicBezTo>
                  <a:cubicBezTo>
                    <a:pt x="84" y="705"/>
                    <a:pt x="82" y="704"/>
                    <a:pt x="82" y="702"/>
                  </a:cubicBezTo>
                  <a:cubicBezTo>
                    <a:pt x="79" y="678"/>
                    <a:pt x="81" y="661"/>
                    <a:pt x="85" y="646"/>
                  </a:cubicBezTo>
                  <a:cubicBezTo>
                    <a:pt x="87" y="641"/>
                    <a:pt x="91" y="628"/>
                    <a:pt x="92" y="626"/>
                  </a:cubicBezTo>
                  <a:cubicBezTo>
                    <a:pt x="97" y="605"/>
                    <a:pt x="90" y="595"/>
                    <a:pt x="79" y="588"/>
                  </a:cubicBezTo>
                  <a:cubicBezTo>
                    <a:pt x="74" y="585"/>
                    <a:pt x="65" y="586"/>
                    <a:pt x="58" y="583"/>
                  </a:cubicBezTo>
                  <a:cubicBezTo>
                    <a:pt x="51" y="579"/>
                    <a:pt x="48" y="573"/>
                    <a:pt x="44" y="571"/>
                  </a:cubicBezTo>
                  <a:cubicBezTo>
                    <a:pt x="27" y="561"/>
                    <a:pt x="14" y="550"/>
                    <a:pt x="13" y="532"/>
                  </a:cubicBezTo>
                  <a:cubicBezTo>
                    <a:pt x="12" y="504"/>
                    <a:pt x="12" y="504"/>
                    <a:pt x="12" y="504"/>
                  </a:cubicBezTo>
                  <a:cubicBezTo>
                    <a:pt x="12" y="487"/>
                    <a:pt x="11" y="467"/>
                    <a:pt x="10" y="44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1" y="8"/>
                    <a:pt x="2" y="8"/>
                  </a:cubicBezTo>
                  <a:cubicBezTo>
                    <a:pt x="4" y="8"/>
                    <a:pt x="4" y="0"/>
                    <a:pt x="4" y="2"/>
                  </a:cubicBezTo>
                  <a:cubicBezTo>
                    <a:pt x="16" y="440"/>
                    <a:pt x="16" y="440"/>
                    <a:pt x="16" y="440"/>
                  </a:cubicBezTo>
                  <a:cubicBezTo>
                    <a:pt x="17" y="467"/>
                    <a:pt x="17" y="487"/>
                    <a:pt x="18" y="504"/>
                  </a:cubicBezTo>
                  <a:cubicBezTo>
                    <a:pt x="19" y="532"/>
                    <a:pt x="19" y="532"/>
                    <a:pt x="19" y="532"/>
                  </a:cubicBezTo>
                  <a:cubicBezTo>
                    <a:pt x="20" y="546"/>
                    <a:pt x="30" y="556"/>
                    <a:pt x="44" y="564"/>
                  </a:cubicBezTo>
                  <a:cubicBezTo>
                    <a:pt x="49" y="567"/>
                    <a:pt x="58" y="566"/>
                    <a:pt x="67" y="570"/>
                  </a:cubicBezTo>
                  <a:cubicBezTo>
                    <a:pt x="75" y="575"/>
                    <a:pt x="76" y="580"/>
                    <a:pt x="81" y="582"/>
                  </a:cubicBezTo>
                  <a:cubicBezTo>
                    <a:pt x="92" y="589"/>
                    <a:pt x="100" y="598"/>
                    <a:pt x="99" y="615"/>
                  </a:cubicBezTo>
                  <a:cubicBezTo>
                    <a:pt x="101" y="612"/>
                    <a:pt x="110" y="598"/>
                    <a:pt x="112" y="586"/>
                  </a:cubicBezTo>
                  <a:cubicBezTo>
                    <a:pt x="119" y="559"/>
                    <a:pt x="107" y="547"/>
                    <a:pt x="90" y="534"/>
                  </a:cubicBezTo>
                  <a:cubicBezTo>
                    <a:pt x="89" y="533"/>
                    <a:pt x="89" y="531"/>
                    <a:pt x="90" y="530"/>
                  </a:cubicBezTo>
                  <a:cubicBezTo>
                    <a:pt x="91" y="528"/>
                    <a:pt x="93" y="528"/>
                    <a:pt x="94" y="529"/>
                  </a:cubicBezTo>
                  <a:cubicBezTo>
                    <a:pt x="106" y="538"/>
                    <a:pt x="121" y="551"/>
                    <a:pt x="120" y="576"/>
                  </a:cubicBezTo>
                  <a:cubicBezTo>
                    <a:pt x="128" y="550"/>
                    <a:pt x="126" y="521"/>
                    <a:pt x="114" y="503"/>
                  </a:cubicBezTo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58" name="Freeform 481">
              <a:extLst>
                <a:ext uri="{FF2B5EF4-FFF2-40B4-BE49-F238E27FC236}">
                  <a16:creationId xmlns:a16="http://schemas.microsoft.com/office/drawing/2014/main" id="{B4ED10BF-C101-4611-825C-8813BD341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97"/>
              <a:ext cx="287" cy="1599"/>
            </a:xfrm>
            <a:custGeom>
              <a:avLst/>
              <a:gdLst>
                <a:gd name="T0" fmla="*/ 1144 w 135"/>
                <a:gd name="T1" fmla="*/ 5834 h 705"/>
                <a:gd name="T2" fmla="*/ 1135 w 135"/>
                <a:gd name="T3" fmla="*/ 6929 h 705"/>
                <a:gd name="T4" fmla="*/ 1048 w 135"/>
                <a:gd name="T5" fmla="*/ 7104 h 705"/>
                <a:gd name="T6" fmla="*/ 846 w 135"/>
                <a:gd name="T7" fmla="*/ 8179 h 705"/>
                <a:gd name="T8" fmla="*/ 818 w 135"/>
                <a:gd name="T9" fmla="*/ 8226 h 705"/>
                <a:gd name="T10" fmla="*/ 787 w 135"/>
                <a:gd name="T11" fmla="*/ 8190 h 705"/>
                <a:gd name="T12" fmla="*/ 818 w 135"/>
                <a:gd name="T13" fmla="*/ 7537 h 705"/>
                <a:gd name="T14" fmla="*/ 887 w 135"/>
                <a:gd name="T15" fmla="*/ 7306 h 705"/>
                <a:gd name="T16" fmla="*/ 759 w 135"/>
                <a:gd name="T17" fmla="*/ 6863 h 705"/>
                <a:gd name="T18" fmla="*/ 555 w 135"/>
                <a:gd name="T19" fmla="*/ 6800 h 705"/>
                <a:gd name="T20" fmla="*/ 425 w 135"/>
                <a:gd name="T21" fmla="*/ 6661 h 705"/>
                <a:gd name="T22" fmla="*/ 128 w 135"/>
                <a:gd name="T23" fmla="*/ 6210 h 705"/>
                <a:gd name="T24" fmla="*/ 117 w 135"/>
                <a:gd name="T25" fmla="*/ 5879 h 705"/>
                <a:gd name="T26" fmla="*/ 96 w 135"/>
                <a:gd name="T27" fmla="*/ 5135 h 705"/>
                <a:gd name="T28" fmla="*/ 0 w 135"/>
                <a:gd name="T29" fmla="*/ 129 h 705"/>
                <a:gd name="T30" fmla="*/ 19 w 135"/>
                <a:gd name="T31" fmla="*/ 93 h 705"/>
                <a:gd name="T32" fmla="*/ 40 w 135"/>
                <a:gd name="T33" fmla="*/ 25 h 705"/>
                <a:gd name="T34" fmla="*/ 153 w 135"/>
                <a:gd name="T35" fmla="*/ 5135 h 705"/>
                <a:gd name="T36" fmla="*/ 172 w 135"/>
                <a:gd name="T37" fmla="*/ 5879 h 705"/>
                <a:gd name="T38" fmla="*/ 181 w 135"/>
                <a:gd name="T39" fmla="*/ 6210 h 705"/>
                <a:gd name="T40" fmla="*/ 425 w 135"/>
                <a:gd name="T41" fmla="*/ 6580 h 705"/>
                <a:gd name="T42" fmla="*/ 642 w 135"/>
                <a:gd name="T43" fmla="*/ 6652 h 705"/>
                <a:gd name="T44" fmla="*/ 778 w 135"/>
                <a:gd name="T45" fmla="*/ 6791 h 705"/>
                <a:gd name="T46" fmla="*/ 948 w 135"/>
                <a:gd name="T47" fmla="*/ 7176 h 705"/>
                <a:gd name="T48" fmla="*/ 1076 w 135"/>
                <a:gd name="T49" fmla="*/ 6836 h 705"/>
                <a:gd name="T50" fmla="*/ 863 w 135"/>
                <a:gd name="T51" fmla="*/ 6230 h 705"/>
                <a:gd name="T52" fmla="*/ 863 w 135"/>
                <a:gd name="T53" fmla="*/ 6183 h 705"/>
                <a:gd name="T54" fmla="*/ 904 w 135"/>
                <a:gd name="T55" fmla="*/ 6174 h 705"/>
                <a:gd name="T56" fmla="*/ 1152 w 135"/>
                <a:gd name="T57" fmla="*/ 6718 h 705"/>
                <a:gd name="T58" fmla="*/ 1093 w 135"/>
                <a:gd name="T59" fmla="*/ 5870 h 70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35" h="705">
                  <a:moveTo>
                    <a:pt x="119" y="500"/>
                  </a:moveTo>
                  <a:cubicBezTo>
                    <a:pt x="135" y="524"/>
                    <a:pt x="135" y="563"/>
                    <a:pt x="118" y="594"/>
                  </a:cubicBezTo>
                  <a:cubicBezTo>
                    <a:pt x="109" y="609"/>
                    <a:pt x="109" y="609"/>
                    <a:pt x="109" y="609"/>
                  </a:cubicBezTo>
                  <a:cubicBezTo>
                    <a:pt x="96" y="632"/>
                    <a:pt x="82" y="655"/>
                    <a:pt x="88" y="701"/>
                  </a:cubicBezTo>
                  <a:cubicBezTo>
                    <a:pt x="88" y="703"/>
                    <a:pt x="87" y="704"/>
                    <a:pt x="85" y="705"/>
                  </a:cubicBezTo>
                  <a:cubicBezTo>
                    <a:pt x="84" y="705"/>
                    <a:pt x="82" y="704"/>
                    <a:pt x="82" y="702"/>
                  </a:cubicBezTo>
                  <a:cubicBezTo>
                    <a:pt x="79" y="678"/>
                    <a:pt x="81" y="661"/>
                    <a:pt x="85" y="646"/>
                  </a:cubicBezTo>
                  <a:cubicBezTo>
                    <a:pt x="87" y="641"/>
                    <a:pt x="91" y="628"/>
                    <a:pt x="92" y="626"/>
                  </a:cubicBezTo>
                  <a:cubicBezTo>
                    <a:pt x="97" y="605"/>
                    <a:pt x="90" y="595"/>
                    <a:pt x="79" y="588"/>
                  </a:cubicBezTo>
                  <a:cubicBezTo>
                    <a:pt x="74" y="585"/>
                    <a:pt x="65" y="586"/>
                    <a:pt x="58" y="583"/>
                  </a:cubicBezTo>
                  <a:cubicBezTo>
                    <a:pt x="51" y="579"/>
                    <a:pt x="48" y="573"/>
                    <a:pt x="44" y="571"/>
                  </a:cubicBezTo>
                  <a:cubicBezTo>
                    <a:pt x="27" y="561"/>
                    <a:pt x="14" y="550"/>
                    <a:pt x="13" y="532"/>
                  </a:cubicBezTo>
                  <a:cubicBezTo>
                    <a:pt x="12" y="504"/>
                    <a:pt x="12" y="504"/>
                    <a:pt x="12" y="504"/>
                  </a:cubicBezTo>
                  <a:cubicBezTo>
                    <a:pt x="12" y="487"/>
                    <a:pt x="11" y="467"/>
                    <a:pt x="10" y="44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1" y="8"/>
                    <a:pt x="2" y="8"/>
                  </a:cubicBezTo>
                  <a:cubicBezTo>
                    <a:pt x="4" y="8"/>
                    <a:pt x="4" y="0"/>
                    <a:pt x="4" y="2"/>
                  </a:cubicBezTo>
                  <a:cubicBezTo>
                    <a:pt x="16" y="440"/>
                    <a:pt x="16" y="440"/>
                    <a:pt x="16" y="440"/>
                  </a:cubicBezTo>
                  <a:cubicBezTo>
                    <a:pt x="17" y="467"/>
                    <a:pt x="17" y="487"/>
                    <a:pt x="18" y="504"/>
                  </a:cubicBezTo>
                  <a:cubicBezTo>
                    <a:pt x="19" y="532"/>
                    <a:pt x="19" y="532"/>
                    <a:pt x="19" y="532"/>
                  </a:cubicBezTo>
                  <a:cubicBezTo>
                    <a:pt x="20" y="546"/>
                    <a:pt x="30" y="556"/>
                    <a:pt x="44" y="564"/>
                  </a:cubicBezTo>
                  <a:cubicBezTo>
                    <a:pt x="49" y="567"/>
                    <a:pt x="58" y="566"/>
                    <a:pt x="67" y="570"/>
                  </a:cubicBezTo>
                  <a:cubicBezTo>
                    <a:pt x="75" y="575"/>
                    <a:pt x="76" y="580"/>
                    <a:pt x="81" y="582"/>
                  </a:cubicBezTo>
                  <a:cubicBezTo>
                    <a:pt x="92" y="589"/>
                    <a:pt x="100" y="598"/>
                    <a:pt x="99" y="615"/>
                  </a:cubicBezTo>
                  <a:cubicBezTo>
                    <a:pt x="101" y="612"/>
                    <a:pt x="110" y="598"/>
                    <a:pt x="112" y="586"/>
                  </a:cubicBezTo>
                  <a:cubicBezTo>
                    <a:pt x="119" y="559"/>
                    <a:pt x="107" y="547"/>
                    <a:pt x="90" y="534"/>
                  </a:cubicBezTo>
                  <a:cubicBezTo>
                    <a:pt x="89" y="533"/>
                    <a:pt x="89" y="531"/>
                    <a:pt x="90" y="530"/>
                  </a:cubicBezTo>
                  <a:cubicBezTo>
                    <a:pt x="91" y="528"/>
                    <a:pt x="93" y="528"/>
                    <a:pt x="94" y="529"/>
                  </a:cubicBezTo>
                  <a:cubicBezTo>
                    <a:pt x="106" y="538"/>
                    <a:pt x="121" y="551"/>
                    <a:pt x="120" y="576"/>
                  </a:cubicBezTo>
                  <a:cubicBezTo>
                    <a:pt x="128" y="550"/>
                    <a:pt x="126" y="521"/>
                    <a:pt x="114" y="50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9" name="Freeform 482">
              <a:extLst>
                <a:ext uri="{FF2B5EF4-FFF2-40B4-BE49-F238E27FC236}">
                  <a16:creationId xmlns:a16="http://schemas.microsoft.com/office/drawing/2014/main" id="{C8B90BDC-D58B-48BF-AA71-4C886FF63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231"/>
              <a:ext cx="174" cy="465"/>
            </a:xfrm>
            <a:custGeom>
              <a:avLst/>
              <a:gdLst>
                <a:gd name="T0" fmla="*/ 630 w 82"/>
                <a:gd name="T1" fmla="*/ 0 h 205"/>
                <a:gd name="T2" fmla="*/ 581 w 82"/>
                <a:gd name="T3" fmla="*/ 36 h 205"/>
                <a:gd name="T4" fmla="*/ 639 w 82"/>
                <a:gd name="T5" fmla="*/ 885 h 205"/>
                <a:gd name="T6" fmla="*/ 393 w 82"/>
                <a:gd name="T7" fmla="*/ 340 h 205"/>
                <a:gd name="T8" fmla="*/ 356 w 82"/>
                <a:gd name="T9" fmla="*/ 349 h 205"/>
                <a:gd name="T10" fmla="*/ 356 w 82"/>
                <a:gd name="T11" fmla="*/ 397 h 205"/>
                <a:gd name="T12" fmla="*/ 562 w 82"/>
                <a:gd name="T13" fmla="*/ 1003 h 205"/>
                <a:gd name="T14" fmla="*/ 441 w 82"/>
                <a:gd name="T15" fmla="*/ 1343 h 205"/>
                <a:gd name="T16" fmla="*/ 265 w 82"/>
                <a:gd name="T17" fmla="*/ 957 h 205"/>
                <a:gd name="T18" fmla="*/ 136 w 82"/>
                <a:gd name="T19" fmla="*/ 819 h 205"/>
                <a:gd name="T20" fmla="*/ 17 w 82"/>
                <a:gd name="T21" fmla="*/ 783 h 205"/>
                <a:gd name="T22" fmla="*/ 0 w 82"/>
                <a:gd name="T23" fmla="*/ 932 h 205"/>
                <a:gd name="T24" fmla="*/ 49 w 82"/>
                <a:gd name="T25" fmla="*/ 966 h 205"/>
                <a:gd name="T26" fmla="*/ 248 w 82"/>
                <a:gd name="T27" fmla="*/ 1030 h 205"/>
                <a:gd name="T28" fmla="*/ 373 w 82"/>
                <a:gd name="T29" fmla="*/ 1472 h 205"/>
                <a:gd name="T30" fmla="*/ 306 w 82"/>
                <a:gd name="T31" fmla="*/ 1703 h 205"/>
                <a:gd name="T32" fmla="*/ 280 w 82"/>
                <a:gd name="T33" fmla="*/ 2357 h 205"/>
                <a:gd name="T34" fmla="*/ 306 w 82"/>
                <a:gd name="T35" fmla="*/ 2393 h 205"/>
                <a:gd name="T36" fmla="*/ 333 w 82"/>
                <a:gd name="T37" fmla="*/ 2345 h 205"/>
                <a:gd name="T38" fmla="*/ 537 w 82"/>
                <a:gd name="T39" fmla="*/ 1270 h 205"/>
                <a:gd name="T40" fmla="*/ 622 w 82"/>
                <a:gd name="T41" fmla="*/ 1096 h 205"/>
                <a:gd name="T42" fmla="*/ 630 w 82"/>
                <a:gd name="T43" fmla="*/ 0 h 20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2" h="205">
                  <a:moveTo>
                    <a:pt x="66" y="0"/>
                  </a:moveTo>
                  <a:cubicBezTo>
                    <a:pt x="61" y="3"/>
                    <a:pt x="61" y="3"/>
                    <a:pt x="61" y="3"/>
                  </a:cubicBezTo>
                  <a:cubicBezTo>
                    <a:pt x="73" y="21"/>
                    <a:pt x="75" y="50"/>
                    <a:pt x="67" y="76"/>
                  </a:cubicBezTo>
                  <a:cubicBezTo>
                    <a:pt x="68" y="51"/>
                    <a:pt x="53" y="38"/>
                    <a:pt x="41" y="29"/>
                  </a:cubicBezTo>
                  <a:cubicBezTo>
                    <a:pt x="40" y="28"/>
                    <a:pt x="38" y="28"/>
                    <a:pt x="37" y="30"/>
                  </a:cubicBezTo>
                  <a:cubicBezTo>
                    <a:pt x="36" y="31"/>
                    <a:pt x="36" y="33"/>
                    <a:pt x="37" y="34"/>
                  </a:cubicBezTo>
                  <a:cubicBezTo>
                    <a:pt x="54" y="47"/>
                    <a:pt x="66" y="59"/>
                    <a:pt x="59" y="86"/>
                  </a:cubicBezTo>
                  <a:cubicBezTo>
                    <a:pt x="57" y="98"/>
                    <a:pt x="48" y="112"/>
                    <a:pt x="46" y="115"/>
                  </a:cubicBezTo>
                  <a:cubicBezTo>
                    <a:pt x="47" y="98"/>
                    <a:pt x="39" y="89"/>
                    <a:pt x="28" y="82"/>
                  </a:cubicBezTo>
                  <a:cubicBezTo>
                    <a:pt x="23" y="80"/>
                    <a:pt x="22" y="75"/>
                    <a:pt x="14" y="70"/>
                  </a:cubicBezTo>
                  <a:cubicBezTo>
                    <a:pt x="10" y="68"/>
                    <a:pt x="6" y="68"/>
                    <a:pt x="2" y="67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2" y="81"/>
                    <a:pt x="3" y="82"/>
                    <a:pt x="5" y="83"/>
                  </a:cubicBezTo>
                  <a:cubicBezTo>
                    <a:pt x="12" y="86"/>
                    <a:pt x="21" y="85"/>
                    <a:pt x="26" y="88"/>
                  </a:cubicBezTo>
                  <a:cubicBezTo>
                    <a:pt x="37" y="95"/>
                    <a:pt x="44" y="105"/>
                    <a:pt x="39" y="126"/>
                  </a:cubicBezTo>
                  <a:cubicBezTo>
                    <a:pt x="38" y="128"/>
                    <a:pt x="34" y="141"/>
                    <a:pt x="32" y="146"/>
                  </a:cubicBezTo>
                  <a:cubicBezTo>
                    <a:pt x="28" y="161"/>
                    <a:pt x="26" y="178"/>
                    <a:pt x="29" y="202"/>
                  </a:cubicBezTo>
                  <a:cubicBezTo>
                    <a:pt x="29" y="204"/>
                    <a:pt x="31" y="205"/>
                    <a:pt x="32" y="205"/>
                  </a:cubicBezTo>
                  <a:cubicBezTo>
                    <a:pt x="34" y="204"/>
                    <a:pt x="35" y="203"/>
                    <a:pt x="35" y="201"/>
                  </a:cubicBezTo>
                  <a:cubicBezTo>
                    <a:pt x="29" y="155"/>
                    <a:pt x="43" y="132"/>
                    <a:pt x="56" y="109"/>
                  </a:cubicBezTo>
                  <a:cubicBezTo>
                    <a:pt x="65" y="94"/>
                    <a:pt x="65" y="94"/>
                    <a:pt x="65" y="94"/>
                  </a:cubicBezTo>
                  <a:cubicBezTo>
                    <a:pt x="82" y="63"/>
                    <a:pt x="82" y="24"/>
                    <a:pt x="66" y="0"/>
                  </a:cubicBezTo>
                  <a:close/>
                </a:path>
              </a:pathLst>
            </a:custGeom>
            <a:solidFill>
              <a:srgbClr val="F8BF2D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60" name="Freeform 483">
              <a:extLst>
                <a:ext uri="{FF2B5EF4-FFF2-40B4-BE49-F238E27FC236}">
                  <a16:creationId xmlns:a16="http://schemas.microsoft.com/office/drawing/2014/main" id="{E35013A4-1A84-410C-892D-46F8B1C6E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292"/>
              <a:ext cx="25" cy="16"/>
            </a:xfrm>
            <a:custGeom>
              <a:avLst/>
              <a:gdLst>
                <a:gd name="T0" fmla="*/ 100 w 12"/>
                <a:gd name="T1" fmla="*/ 0 h 7"/>
                <a:gd name="T2" fmla="*/ 100 w 12"/>
                <a:gd name="T3" fmla="*/ 25 h 7"/>
                <a:gd name="T4" fmla="*/ 83 w 12"/>
                <a:gd name="T5" fmla="*/ 57 h 7"/>
                <a:gd name="T6" fmla="*/ 35 w 1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11" y="0"/>
                  </a:moveTo>
                  <a:cubicBezTo>
                    <a:pt x="12" y="0"/>
                    <a:pt x="11" y="1"/>
                    <a:pt x="11" y="2"/>
                  </a:cubicBezTo>
                  <a:cubicBezTo>
                    <a:pt x="12" y="4"/>
                    <a:pt x="10" y="4"/>
                    <a:pt x="9" y="5"/>
                  </a:cubicBezTo>
                  <a:cubicBezTo>
                    <a:pt x="6" y="7"/>
                    <a:pt x="0" y="4"/>
                    <a:pt x="4" y="0"/>
                  </a:cubicBezTo>
                </a:path>
              </a:pathLst>
            </a:custGeom>
            <a:solidFill>
              <a:srgbClr val="F8B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1" name="Freeform 484">
              <a:extLst>
                <a:ext uri="{FF2B5EF4-FFF2-40B4-BE49-F238E27FC236}">
                  <a16:creationId xmlns:a16="http://schemas.microsoft.com/office/drawing/2014/main" id="{EF56290D-6E8C-48F3-8CC6-C2F7478BC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376"/>
              <a:ext cx="40" cy="56"/>
            </a:xfrm>
            <a:custGeom>
              <a:avLst/>
              <a:gdLst>
                <a:gd name="T0" fmla="*/ 84 w 19"/>
                <a:gd name="T1" fmla="*/ 56 h 25"/>
                <a:gd name="T2" fmla="*/ 8 w 19"/>
                <a:gd name="T3" fmla="*/ 0 h 25"/>
                <a:gd name="T4" fmla="*/ 177 w 19"/>
                <a:gd name="T5" fmla="*/ 28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5">
                  <a:moveTo>
                    <a:pt x="9" y="5"/>
                  </a:moveTo>
                  <a:cubicBezTo>
                    <a:pt x="7" y="4"/>
                    <a:pt x="3" y="1"/>
                    <a:pt x="1" y="0"/>
                  </a:cubicBezTo>
                  <a:cubicBezTo>
                    <a:pt x="0" y="8"/>
                    <a:pt x="14" y="20"/>
                    <a:pt x="19" y="25"/>
                  </a:cubicBezTo>
                </a:path>
              </a:pathLst>
            </a:custGeom>
            <a:solidFill>
              <a:srgbClr val="F8B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2" name="Freeform 485">
              <a:extLst>
                <a:ext uri="{FF2B5EF4-FFF2-40B4-BE49-F238E27FC236}">
                  <a16:creationId xmlns:a16="http://schemas.microsoft.com/office/drawing/2014/main" id="{448C0CFF-9866-4626-BF2D-0BAC827E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419"/>
              <a:ext cx="34" cy="59"/>
            </a:xfrm>
            <a:custGeom>
              <a:avLst/>
              <a:gdLst>
                <a:gd name="T0" fmla="*/ 49 w 16"/>
                <a:gd name="T1" fmla="*/ 36 h 26"/>
                <a:gd name="T2" fmla="*/ 0 w 16"/>
                <a:gd name="T3" fmla="*/ 0 h 26"/>
                <a:gd name="T4" fmla="*/ 77 w 16"/>
                <a:gd name="T5" fmla="*/ 186 h 26"/>
                <a:gd name="T6" fmla="*/ 117 w 16"/>
                <a:gd name="T7" fmla="*/ 247 h 26"/>
                <a:gd name="T8" fmla="*/ 153 w 16"/>
                <a:gd name="T9" fmla="*/ 30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6">
                  <a:moveTo>
                    <a:pt x="5" y="3"/>
                  </a:moveTo>
                  <a:cubicBezTo>
                    <a:pt x="2" y="1"/>
                    <a:pt x="0" y="0"/>
                    <a:pt x="0" y="0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11" y="19"/>
                    <a:pt x="12" y="21"/>
                  </a:cubicBezTo>
                  <a:cubicBezTo>
                    <a:pt x="13" y="22"/>
                    <a:pt x="16" y="26"/>
                    <a:pt x="16" y="26"/>
                  </a:cubicBezTo>
                </a:path>
              </a:pathLst>
            </a:custGeom>
            <a:solidFill>
              <a:srgbClr val="F8B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3" name="Freeform 486">
              <a:extLst>
                <a:ext uri="{FF2B5EF4-FFF2-40B4-BE49-F238E27FC236}">
                  <a16:creationId xmlns:a16="http://schemas.microsoft.com/office/drawing/2014/main" id="{7D3FB9A5-76F7-49F1-9CA9-FF30EFCCD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405"/>
              <a:ext cx="34" cy="25"/>
            </a:xfrm>
            <a:custGeom>
              <a:avLst/>
              <a:gdLst>
                <a:gd name="T0" fmla="*/ 60 w 16"/>
                <a:gd name="T1" fmla="*/ 0 h 11"/>
                <a:gd name="T2" fmla="*/ 60 w 16"/>
                <a:gd name="T3" fmla="*/ 73 h 11"/>
                <a:gd name="T4" fmla="*/ 68 w 16"/>
                <a:gd name="T5" fmla="*/ 93 h 11"/>
                <a:gd name="T6" fmla="*/ 153 w 16"/>
                <a:gd name="T7" fmla="*/ 130 h 11"/>
                <a:gd name="T8" fmla="*/ 104 w 16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6" y="0"/>
                  </a:moveTo>
                  <a:cubicBezTo>
                    <a:pt x="7" y="1"/>
                    <a:pt x="11" y="7"/>
                    <a:pt x="6" y="6"/>
                  </a:cubicBezTo>
                  <a:cubicBezTo>
                    <a:pt x="0" y="4"/>
                    <a:pt x="7" y="8"/>
                    <a:pt x="7" y="8"/>
                  </a:cubicBezTo>
                  <a:cubicBezTo>
                    <a:pt x="7" y="8"/>
                    <a:pt x="15" y="11"/>
                    <a:pt x="16" y="11"/>
                  </a:cubicBezTo>
                  <a:cubicBezTo>
                    <a:pt x="16" y="11"/>
                    <a:pt x="11" y="0"/>
                    <a:pt x="11" y="0"/>
                  </a:cubicBezTo>
                </a:path>
              </a:pathLst>
            </a:custGeom>
            <a:solidFill>
              <a:srgbClr val="F8B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4" name="Freeform 487">
              <a:extLst>
                <a:ext uri="{FF2B5EF4-FFF2-40B4-BE49-F238E27FC236}">
                  <a16:creationId xmlns:a16="http://schemas.microsoft.com/office/drawing/2014/main" id="{6145E1A1-7D25-4602-BCA5-A94DB90ED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367"/>
              <a:ext cx="21" cy="20"/>
            </a:xfrm>
            <a:custGeom>
              <a:avLst/>
              <a:gdLst>
                <a:gd name="T0" fmla="*/ 84 w 10"/>
                <a:gd name="T1" fmla="*/ 20 h 9"/>
                <a:gd name="T2" fmla="*/ 92 w 10"/>
                <a:gd name="T3" fmla="*/ 98 h 9"/>
                <a:gd name="T4" fmla="*/ 27 w 10"/>
                <a:gd name="T5" fmla="*/ 53 h 9"/>
                <a:gd name="T6" fmla="*/ 17 w 10"/>
                <a:gd name="T7" fmla="*/ 20 h 9"/>
                <a:gd name="T8" fmla="*/ 36 w 1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2"/>
                  </a:moveTo>
                  <a:cubicBezTo>
                    <a:pt x="10" y="9"/>
                    <a:pt x="10" y="9"/>
                    <a:pt x="10" y="9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0" y="1"/>
                    <a:pt x="2" y="2"/>
                  </a:cubicBezTo>
                  <a:cubicBezTo>
                    <a:pt x="3" y="3"/>
                    <a:pt x="5" y="2"/>
                    <a:pt x="4" y="0"/>
                  </a:cubicBezTo>
                </a:path>
              </a:pathLst>
            </a:custGeom>
            <a:solidFill>
              <a:srgbClr val="F8B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5" name="Freeform 488">
              <a:extLst>
                <a:ext uri="{FF2B5EF4-FFF2-40B4-BE49-F238E27FC236}">
                  <a16:creationId xmlns:a16="http://schemas.microsoft.com/office/drawing/2014/main" id="{B6256956-6F57-4905-92D8-FE432BCEA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267"/>
              <a:ext cx="48" cy="86"/>
            </a:xfrm>
            <a:custGeom>
              <a:avLst/>
              <a:gdLst>
                <a:gd name="T0" fmla="*/ 35 w 23"/>
                <a:gd name="T1" fmla="*/ 11 h 38"/>
                <a:gd name="T2" fmla="*/ 8 w 23"/>
                <a:gd name="T3" fmla="*/ 25 h 38"/>
                <a:gd name="T4" fmla="*/ 27 w 23"/>
                <a:gd name="T5" fmla="*/ 81 h 38"/>
                <a:gd name="T6" fmla="*/ 109 w 23"/>
                <a:gd name="T7" fmla="*/ 256 h 38"/>
                <a:gd name="T8" fmla="*/ 184 w 23"/>
                <a:gd name="T9" fmla="*/ 394 h 38"/>
                <a:gd name="T10" fmla="*/ 200 w 23"/>
                <a:gd name="T11" fmla="*/ 394 h 38"/>
                <a:gd name="T12" fmla="*/ 56 w 23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8">
                  <a:moveTo>
                    <a:pt x="4" y="1"/>
                  </a:moveTo>
                  <a:cubicBezTo>
                    <a:pt x="4" y="3"/>
                    <a:pt x="3" y="3"/>
                    <a:pt x="1" y="2"/>
                  </a:cubicBezTo>
                  <a:cubicBezTo>
                    <a:pt x="0" y="1"/>
                    <a:pt x="3" y="7"/>
                    <a:pt x="3" y="7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2"/>
                    <a:pt x="17" y="29"/>
                    <a:pt x="20" y="34"/>
                  </a:cubicBezTo>
                  <a:cubicBezTo>
                    <a:pt x="23" y="38"/>
                    <a:pt x="22" y="34"/>
                    <a:pt x="22" y="34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8B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6" name="Freeform 489">
              <a:extLst>
                <a:ext uri="{FF2B5EF4-FFF2-40B4-BE49-F238E27FC236}">
                  <a16:creationId xmlns:a16="http://schemas.microsoft.com/office/drawing/2014/main" id="{7230A5C7-6A46-446E-A099-23F91F1E6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398"/>
              <a:ext cx="41" cy="21"/>
            </a:xfrm>
            <a:custGeom>
              <a:avLst/>
              <a:gdLst>
                <a:gd name="T0" fmla="*/ 41 w 19"/>
                <a:gd name="T1" fmla="*/ 0 h 9"/>
                <a:gd name="T2" fmla="*/ 28 w 19"/>
                <a:gd name="T3" fmla="*/ 49 h 9"/>
                <a:gd name="T4" fmla="*/ 69 w 19"/>
                <a:gd name="T5" fmla="*/ 114 h 9"/>
                <a:gd name="T6" fmla="*/ 190 w 19"/>
                <a:gd name="T7" fmla="*/ 11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4" y="0"/>
                  </a:moveTo>
                  <a:cubicBezTo>
                    <a:pt x="6" y="2"/>
                    <a:pt x="7" y="5"/>
                    <a:pt x="3" y="4"/>
                  </a:cubicBezTo>
                  <a:cubicBezTo>
                    <a:pt x="0" y="2"/>
                    <a:pt x="7" y="9"/>
                    <a:pt x="7" y="9"/>
                  </a:cubicBezTo>
                  <a:cubicBezTo>
                    <a:pt x="19" y="9"/>
                    <a:pt x="19" y="9"/>
                    <a:pt x="19" y="9"/>
                  </a:cubicBezTo>
                </a:path>
              </a:pathLst>
            </a:custGeom>
            <a:solidFill>
              <a:srgbClr val="F8B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7" name="Freeform 490">
              <a:extLst>
                <a:ext uri="{FF2B5EF4-FFF2-40B4-BE49-F238E27FC236}">
                  <a16:creationId xmlns:a16="http://schemas.microsoft.com/office/drawing/2014/main" id="{92035C60-CC44-41DE-832D-5F50BE9BD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822"/>
              <a:ext cx="119" cy="82"/>
            </a:xfrm>
            <a:custGeom>
              <a:avLst/>
              <a:gdLst>
                <a:gd name="T0" fmla="*/ 529 w 56"/>
                <a:gd name="T1" fmla="*/ 73 h 36"/>
                <a:gd name="T2" fmla="*/ 538 w 56"/>
                <a:gd name="T3" fmla="*/ 48 h 36"/>
                <a:gd name="T4" fmla="*/ 538 w 56"/>
                <a:gd name="T5" fmla="*/ 109 h 36"/>
                <a:gd name="T6" fmla="*/ 470 w 56"/>
                <a:gd name="T7" fmla="*/ 260 h 36"/>
                <a:gd name="T8" fmla="*/ 145 w 56"/>
                <a:gd name="T9" fmla="*/ 353 h 36"/>
                <a:gd name="T10" fmla="*/ 28 w 56"/>
                <a:gd name="T11" fmla="*/ 426 h 36"/>
                <a:gd name="T12" fmla="*/ 0 w 56"/>
                <a:gd name="T13" fmla="*/ 353 h 36"/>
                <a:gd name="T14" fmla="*/ 529 w 56"/>
                <a:gd name="T15" fmla="*/ 7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36">
                  <a:moveTo>
                    <a:pt x="55" y="6"/>
                  </a:moveTo>
                  <a:cubicBezTo>
                    <a:pt x="56" y="4"/>
                    <a:pt x="56" y="4"/>
                    <a:pt x="56" y="4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0" y="14"/>
                    <a:pt x="25" y="23"/>
                    <a:pt x="15" y="30"/>
                  </a:cubicBezTo>
                  <a:cubicBezTo>
                    <a:pt x="8" y="34"/>
                    <a:pt x="6" y="35"/>
                    <a:pt x="3" y="3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7" y="27"/>
                    <a:pt x="35" y="0"/>
                    <a:pt x="55" y="6"/>
                  </a:cubicBezTo>
                  <a:close/>
                </a:path>
              </a:pathLst>
            </a:custGeom>
            <a:solidFill>
              <a:srgbClr val="F3C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8" name="Freeform 491">
              <a:extLst>
                <a:ext uri="{FF2B5EF4-FFF2-40B4-BE49-F238E27FC236}">
                  <a16:creationId xmlns:a16="http://schemas.microsoft.com/office/drawing/2014/main" id="{CE4B273E-2C11-4CDC-BE4E-07C5D48FA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188"/>
              <a:ext cx="183" cy="347"/>
            </a:xfrm>
            <a:custGeom>
              <a:avLst/>
              <a:gdLst>
                <a:gd name="T0" fmla="*/ 19 w 86"/>
                <a:gd name="T1" fmla="*/ 1774 h 153"/>
                <a:gd name="T2" fmla="*/ 240 w 86"/>
                <a:gd name="T3" fmla="*/ 1472 h 153"/>
                <a:gd name="T4" fmla="*/ 249 w 86"/>
                <a:gd name="T5" fmla="*/ 1445 h 153"/>
                <a:gd name="T6" fmla="*/ 257 w 86"/>
                <a:gd name="T7" fmla="*/ 1408 h 153"/>
                <a:gd name="T8" fmla="*/ 402 w 86"/>
                <a:gd name="T9" fmla="*/ 1157 h 153"/>
                <a:gd name="T10" fmla="*/ 481 w 86"/>
                <a:gd name="T11" fmla="*/ 946 h 153"/>
                <a:gd name="T12" fmla="*/ 494 w 86"/>
                <a:gd name="T13" fmla="*/ 885 h 153"/>
                <a:gd name="T14" fmla="*/ 615 w 86"/>
                <a:gd name="T15" fmla="*/ 293 h 153"/>
                <a:gd name="T16" fmla="*/ 751 w 86"/>
                <a:gd name="T17" fmla="*/ 0 h 153"/>
                <a:gd name="T18" fmla="*/ 828 w 86"/>
                <a:gd name="T19" fmla="*/ 25 h 153"/>
                <a:gd name="T20" fmla="*/ 702 w 86"/>
                <a:gd name="T21" fmla="*/ 376 h 153"/>
                <a:gd name="T22" fmla="*/ 558 w 86"/>
                <a:gd name="T23" fmla="*/ 946 h 153"/>
                <a:gd name="T24" fmla="*/ 357 w 86"/>
                <a:gd name="T25" fmla="*/ 1456 h 153"/>
                <a:gd name="T26" fmla="*/ 326 w 86"/>
                <a:gd name="T27" fmla="*/ 1517 h 153"/>
                <a:gd name="T28" fmla="*/ 326 w 86"/>
                <a:gd name="T29" fmla="*/ 1517 h 153"/>
                <a:gd name="T30" fmla="*/ 0 w 86"/>
                <a:gd name="T31" fmla="*/ 1785 h 153"/>
                <a:gd name="T32" fmla="*/ 19 w 86"/>
                <a:gd name="T33" fmla="*/ 1774 h 1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6" h="153">
                  <a:moveTo>
                    <a:pt x="2" y="152"/>
                  </a:moveTo>
                  <a:cubicBezTo>
                    <a:pt x="9" y="150"/>
                    <a:pt x="18" y="138"/>
                    <a:pt x="25" y="126"/>
                  </a:cubicBezTo>
                  <a:cubicBezTo>
                    <a:pt x="25" y="126"/>
                    <a:pt x="26" y="124"/>
                    <a:pt x="26" y="124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30" y="111"/>
                    <a:pt x="37" y="105"/>
                    <a:pt x="42" y="99"/>
                  </a:cubicBezTo>
                  <a:cubicBezTo>
                    <a:pt x="46" y="93"/>
                    <a:pt x="50" y="89"/>
                    <a:pt x="50" y="81"/>
                  </a:cubicBezTo>
                  <a:cubicBezTo>
                    <a:pt x="50" y="80"/>
                    <a:pt x="51" y="76"/>
                    <a:pt x="51" y="76"/>
                  </a:cubicBezTo>
                  <a:cubicBezTo>
                    <a:pt x="53" y="52"/>
                    <a:pt x="51" y="41"/>
                    <a:pt x="64" y="25"/>
                  </a:cubicBezTo>
                  <a:cubicBezTo>
                    <a:pt x="69" y="19"/>
                    <a:pt x="77" y="9"/>
                    <a:pt x="78" y="0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4" y="12"/>
                    <a:pt x="79" y="24"/>
                    <a:pt x="73" y="32"/>
                  </a:cubicBezTo>
                  <a:cubicBezTo>
                    <a:pt x="61" y="47"/>
                    <a:pt x="61" y="54"/>
                    <a:pt x="58" y="81"/>
                  </a:cubicBezTo>
                  <a:cubicBezTo>
                    <a:pt x="57" y="101"/>
                    <a:pt x="43" y="105"/>
                    <a:pt x="37" y="125"/>
                  </a:cubicBezTo>
                  <a:cubicBezTo>
                    <a:pt x="36" y="126"/>
                    <a:pt x="35" y="129"/>
                    <a:pt x="34" y="130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28" y="143"/>
                    <a:pt x="12" y="149"/>
                    <a:pt x="0" y="153"/>
                  </a:cubicBezTo>
                  <a:cubicBezTo>
                    <a:pt x="0" y="152"/>
                    <a:pt x="2" y="153"/>
                    <a:pt x="2" y="152"/>
                  </a:cubicBezTo>
                  <a:close/>
                </a:path>
              </a:pathLst>
            </a:custGeom>
            <a:solidFill>
              <a:srgbClr val="F3C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9" name="Freeform 492">
              <a:extLst>
                <a:ext uri="{FF2B5EF4-FFF2-40B4-BE49-F238E27FC236}">
                  <a16:creationId xmlns:a16="http://schemas.microsoft.com/office/drawing/2014/main" id="{F3772915-5084-4FC4-A1FF-AC40C064C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652"/>
              <a:ext cx="702" cy="563"/>
            </a:xfrm>
            <a:custGeom>
              <a:avLst/>
              <a:gdLst>
                <a:gd name="T0" fmla="*/ 213 w 330"/>
                <a:gd name="T1" fmla="*/ 2763 h 248"/>
                <a:gd name="T2" fmla="*/ 249 w 330"/>
                <a:gd name="T3" fmla="*/ 2236 h 248"/>
                <a:gd name="T4" fmla="*/ 85 w 330"/>
                <a:gd name="T5" fmla="*/ 1628 h 248"/>
                <a:gd name="T6" fmla="*/ 194 w 330"/>
                <a:gd name="T7" fmla="*/ 901 h 248"/>
                <a:gd name="T8" fmla="*/ 589 w 330"/>
                <a:gd name="T9" fmla="*/ 279 h 248"/>
                <a:gd name="T10" fmla="*/ 1895 w 330"/>
                <a:gd name="T11" fmla="*/ 118 h 248"/>
                <a:gd name="T12" fmla="*/ 3031 w 330"/>
                <a:gd name="T13" fmla="*/ 1346 h 248"/>
                <a:gd name="T14" fmla="*/ 2657 w 330"/>
                <a:gd name="T15" fmla="*/ 2459 h 248"/>
                <a:gd name="T16" fmla="*/ 2357 w 330"/>
                <a:gd name="T17" fmla="*/ 2747 h 248"/>
                <a:gd name="T18" fmla="*/ 2272 w 330"/>
                <a:gd name="T19" fmla="*/ 2901 h 248"/>
                <a:gd name="T20" fmla="*/ 2272 w 330"/>
                <a:gd name="T21" fmla="*/ 2892 h 248"/>
                <a:gd name="T22" fmla="*/ 2357 w 330"/>
                <a:gd name="T23" fmla="*/ 2715 h 248"/>
                <a:gd name="T24" fmla="*/ 2621 w 330"/>
                <a:gd name="T25" fmla="*/ 2386 h 248"/>
                <a:gd name="T26" fmla="*/ 2629 w 330"/>
                <a:gd name="T27" fmla="*/ 2377 h 248"/>
                <a:gd name="T28" fmla="*/ 2646 w 330"/>
                <a:gd name="T29" fmla="*/ 2377 h 248"/>
                <a:gd name="T30" fmla="*/ 2878 w 330"/>
                <a:gd name="T31" fmla="*/ 2138 h 248"/>
                <a:gd name="T32" fmla="*/ 2955 w 330"/>
                <a:gd name="T33" fmla="*/ 1371 h 248"/>
                <a:gd name="T34" fmla="*/ 1895 w 330"/>
                <a:gd name="T35" fmla="*/ 279 h 248"/>
                <a:gd name="T36" fmla="*/ 625 w 330"/>
                <a:gd name="T37" fmla="*/ 422 h 248"/>
                <a:gd name="T38" fmla="*/ 615 w 330"/>
                <a:gd name="T39" fmla="*/ 434 h 248"/>
                <a:gd name="T40" fmla="*/ 615 w 330"/>
                <a:gd name="T41" fmla="*/ 434 h 248"/>
                <a:gd name="T42" fmla="*/ 272 w 330"/>
                <a:gd name="T43" fmla="*/ 913 h 248"/>
                <a:gd name="T44" fmla="*/ 257 w 330"/>
                <a:gd name="T45" fmla="*/ 913 h 248"/>
                <a:gd name="T46" fmla="*/ 257 w 330"/>
                <a:gd name="T47" fmla="*/ 922 h 248"/>
                <a:gd name="T48" fmla="*/ 213 w 330"/>
                <a:gd name="T49" fmla="*/ 1124 h 248"/>
                <a:gd name="T50" fmla="*/ 145 w 330"/>
                <a:gd name="T51" fmla="*/ 1437 h 248"/>
                <a:gd name="T52" fmla="*/ 164 w 330"/>
                <a:gd name="T53" fmla="*/ 1591 h 248"/>
                <a:gd name="T54" fmla="*/ 308 w 330"/>
                <a:gd name="T55" fmla="*/ 1862 h 248"/>
                <a:gd name="T56" fmla="*/ 385 w 330"/>
                <a:gd name="T57" fmla="*/ 2154 h 248"/>
                <a:gd name="T58" fmla="*/ 349 w 330"/>
                <a:gd name="T59" fmla="*/ 2304 h 248"/>
                <a:gd name="T60" fmla="*/ 230 w 330"/>
                <a:gd name="T61" fmla="*/ 2633 h 248"/>
                <a:gd name="T62" fmla="*/ 711 w 330"/>
                <a:gd name="T63" fmla="*/ 2552 h 248"/>
                <a:gd name="T64" fmla="*/ 864 w 330"/>
                <a:gd name="T65" fmla="*/ 2808 h 248"/>
                <a:gd name="T66" fmla="*/ 847 w 330"/>
                <a:gd name="T67" fmla="*/ 2808 h 248"/>
                <a:gd name="T68" fmla="*/ 213 w 330"/>
                <a:gd name="T69" fmla="*/ 2763 h 2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30" h="248">
                  <a:moveTo>
                    <a:pt x="22" y="236"/>
                  </a:moveTo>
                  <a:cubicBezTo>
                    <a:pt x="5" y="243"/>
                    <a:pt x="17" y="208"/>
                    <a:pt x="26" y="191"/>
                  </a:cubicBezTo>
                  <a:cubicBezTo>
                    <a:pt x="36" y="174"/>
                    <a:pt x="19" y="164"/>
                    <a:pt x="9" y="139"/>
                  </a:cubicBezTo>
                  <a:cubicBezTo>
                    <a:pt x="0" y="114"/>
                    <a:pt x="16" y="94"/>
                    <a:pt x="20" y="77"/>
                  </a:cubicBezTo>
                  <a:cubicBezTo>
                    <a:pt x="22" y="50"/>
                    <a:pt x="31" y="35"/>
                    <a:pt x="61" y="24"/>
                  </a:cubicBezTo>
                  <a:cubicBezTo>
                    <a:pt x="83" y="11"/>
                    <a:pt x="146" y="0"/>
                    <a:pt x="197" y="10"/>
                  </a:cubicBezTo>
                  <a:cubicBezTo>
                    <a:pt x="232" y="17"/>
                    <a:pt x="299" y="46"/>
                    <a:pt x="315" y="115"/>
                  </a:cubicBezTo>
                  <a:cubicBezTo>
                    <a:pt x="330" y="185"/>
                    <a:pt x="286" y="209"/>
                    <a:pt x="276" y="210"/>
                  </a:cubicBezTo>
                  <a:cubicBezTo>
                    <a:pt x="264" y="218"/>
                    <a:pt x="252" y="228"/>
                    <a:pt x="245" y="235"/>
                  </a:cubicBezTo>
                  <a:cubicBezTo>
                    <a:pt x="240" y="240"/>
                    <a:pt x="238" y="244"/>
                    <a:pt x="236" y="248"/>
                  </a:cubicBezTo>
                  <a:cubicBezTo>
                    <a:pt x="236" y="247"/>
                    <a:pt x="236" y="247"/>
                    <a:pt x="236" y="247"/>
                  </a:cubicBezTo>
                  <a:cubicBezTo>
                    <a:pt x="238" y="242"/>
                    <a:pt x="240" y="236"/>
                    <a:pt x="245" y="232"/>
                  </a:cubicBezTo>
                  <a:cubicBezTo>
                    <a:pt x="256" y="220"/>
                    <a:pt x="262" y="209"/>
                    <a:pt x="272" y="204"/>
                  </a:cubicBezTo>
                  <a:cubicBezTo>
                    <a:pt x="273" y="203"/>
                    <a:pt x="273" y="203"/>
                    <a:pt x="273" y="203"/>
                  </a:cubicBezTo>
                  <a:cubicBezTo>
                    <a:pt x="275" y="203"/>
                    <a:pt x="275" y="203"/>
                    <a:pt x="275" y="203"/>
                  </a:cubicBezTo>
                  <a:cubicBezTo>
                    <a:pt x="278" y="202"/>
                    <a:pt x="290" y="196"/>
                    <a:pt x="299" y="183"/>
                  </a:cubicBezTo>
                  <a:cubicBezTo>
                    <a:pt x="310" y="166"/>
                    <a:pt x="313" y="143"/>
                    <a:pt x="307" y="117"/>
                  </a:cubicBezTo>
                  <a:cubicBezTo>
                    <a:pt x="290" y="39"/>
                    <a:pt x="206" y="26"/>
                    <a:pt x="197" y="24"/>
                  </a:cubicBezTo>
                  <a:cubicBezTo>
                    <a:pt x="147" y="14"/>
                    <a:pt x="85" y="24"/>
                    <a:pt x="65" y="36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39" y="47"/>
                    <a:pt x="29" y="53"/>
                    <a:pt x="28" y="78"/>
                  </a:cubicBezTo>
                  <a:cubicBezTo>
                    <a:pt x="27" y="78"/>
                    <a:pt x="27" y="78"/>
                    <a:pt x="27" y="78"/>
                  </a:cubicBezTo>
                  <a:cubicBezTo>
                    <a:pt x="27" y="79"/>
                    <a:pt x="27" y="79"/>
                    <a:pt x="27" y="79"/>
                  </a:cubicBezTo>
                  <a:cubicBezTo>
                    <a:pt x="26" y="85"/>
                    <a:pt x="24" y="90"/>
                    <a:pt x="22" y="96"/>
                  </a:cubicBezTo>
                  <a:cubicBezTo>
                    <a:pt x="18" y="105"/>
                    <a:pt x="15" y="114"/>
                    <a:pt x="15" y="123"/>
                  </a:cubicBezTo>
                  <a:cubicBezTo>
                    <a:pt x="15" y="127"/>
                    <a:pt x="15" y="132"/>
                    <a:pt x="17" y="136"/>
                  </a:cubicBezTo>
                  <a:cubicBezTo>
                    <a:pt x="20" y="144"/>
                    <a:pt x="28" y="153"/>
                    <a:pt x="32" y="159"/>
                  </a:cubicBezTo>
                  <a:cubicBezTo>
                    <a:pt x="36" y="167"/>
                    <a:pt x="40" y="175"/>
                    <a:pt x="40" y="184"/>
                  </a:cubicBezTo>
                  <a:cubicBezTo>
                    <a:pt x="40" y="188"/>
                    <a:pt x="39" y="192"/>
                    <a:pt x="36" y="197"/>
                  </a:cubicBezTo>
                  <a:cubicBezTo>
                    <a:pt x="30" y="209"/>
                    <a:pt x="24" y="218"/>
                    <a:pt x="24" y="225"/>
                  </a:cubicBezTo>
                  <a:cubicBezTo>
                    <a:pt x="41" y="216"/>
                    <a:pt x="58" y="213"/>
                    <a:pt x="74" y="218"/>
                  </a:cubicBezTo>
                  <a:cubicBezTo>
                    <a:pt x="83" y="221"/>
                    <a:pt x="86" y="232"/>
                    <a:pt x="90" y="240"/>
                  </a:cubicBezTo>
                  <a:cubicBezTo>
                    <a:pt x="88" y="240"/>
                    <a:pt x="88" y="240"/>
                    <a:pt x="88" y="240"/>
                  </a:cubicBezTo>
                  <a:cubicBezTo>
                    <a:pt x="79" y="224"/>
                    <a:pt x="47" y="222"/>
                    <a:pt x="22" y="236"/>
                  </a:cubicBezTo>
                  <a:close/>
                </a:path>
              </a:pathLst>
            </a:custGeom>
            <a:solidFill>
              <a:srgbClr val="F3C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0" name="Freeform 493">
              <a:extLst>
                <a:ext uri="{FF2B5EF4-FFF2-40B4-BE49-F238E27FC236}">
                  <a16:creationId xmlns:a16="http://schemas.microsoft.com/office/drawing/2014/main" id="{E28BE9C5-50ED-40DD-AA31-11044863C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652"/>
              <a:ext cx="702" cy="563"/>
            </a:xfrm>
            <a:custGeom>
              <a:avLst/>
              <a:gdLst>
                <a:gd name="T0" fmla="*/ 2272 w 330"/>
                <a:gd name="T1" fmla="*/ 2901 h 248"/>
                <a:gd name="T2" fmla="*/ 2357 w 330"/>
                <a:gd name="T3" fmla="*/ 2747 h 248"/>
                <a:gd name="T4" fmla="*/ 2657 w 330"/>
                <a:gd name="T5" fmla="*/ 2459 h 248"/>
                <a:gd name="T6" fmla="*/ 3031 w 330"/>
                <a:gd name="T7" fmla="*/ 1346 h 248"/>
                <a:gd name="T8" fmla="*/ 1895 w 330"/>
                <a:gd name="T9" fmla="*/ 118 h 248"/>
                <a:gd name="T10" fmla="*/ 589 w 330"/>
                <a:gd name="T11" fmla="*/ 279 h 248"/>
                <a:gd name="T12" fmla="*/ 194 w 330"/>
                <a:gd name="T13" fmla="*/ 901 h 248"/>
                <a:gd name="T14" fmla="*/ 85 w 330"/>
                <a:gd name="T15" fmla="*/ 1628 h 248"/>
                <a:gd name="T16" fmla="*/ 249 w 330"/>
                <a:gd name="T17" fmla="*/ 2236 h 248"/>
                <a:gd name="T18" fmla="*/ 213 w 330"/>
                <a:gd name="T19" fmla="*/ 2763 h 248"/>
                <a:gd name="T20" fmla="*/ 847 w 330"/>
                <a:gd name="T21" fmla="*/ 2808 h 2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0" h="248">
                  <a:moveTo>
                    <a:pt x="236" y="248"/>
                  </a:moveTo>
                  <a:cubicBezTo>
                    <a:pt x="238" y="244"/>
                    <a:pt x="240" y="240"/>
                    <a:pt x="245" y="235"/>
                  </a:cubicBezTo>
                  <a:cubicBezTo>
                    <a:pt x="252" y="228"/>
                    <a:pt x="264" y="218"/>
                    <a:pt x="276" y="210"/>
                  </a:cubicBezTo>
                  <a:cubicBezTo>
                    <a:pt x="286" y="209"/>
                    <a:pt x="330" y="185"/>
                    <a:pt x="315" y="115"/>
                  </a:cubicBezTo>
                  <a:cubicBezTo>
                    <a:pt x="299" y="46"/>
                    <a:pt x="232" y="17"/>
                    <a:pt x="197" y="10"/>
                  </a:cubicBezTo>
                  <a:cubicBezTo>
                    <a:pt x="146" y="0"/>
                    <a:pt x="83" y="11"/>
                    <a:pt x="61" y="24"/>
                  </a:cubicBezTo>
                  <a:cubicBezTo>
                    <a:pt x="31" y="35"/>
                    <a:pt x="22" y="50"/>
                    <a:pt x="20" y="77"/>
                  </a:cubicBezTo>
                  <a:cubicBezTo>
                    <a:pt x="16" y="94"/>
                    <a:pt x="0" y="114"/>
                    <a:pt x="9" y="139"/>
                  </a:cubicBezTo>
                  <a:cubicBezTo>
                    <a:pt x="19" y="164"/>
                    <a:pt x="36" y="174"/>
                    <a:pt x="26" y="191"/>
                  </a:cubicBezTo>
                  <a:cubicBezTo>
                    <a:pt x="17" y="208"/>
                    <a:pt x="5" y="243"/>
                    <a:pt x="22" y="236"/>
                  </a:cubicBezTo>
                  <a:cubicBezTo>
                    <a:pt x="47" y="222"/>
                    <a:pt x="79" y="224"/>
                    <a:pt x="88" y="24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1" name="Freeform 494">
              <a:extLst>
                <a:ext uri="{FF2B5EF4-FFF2-40B4-BE49-F238E27FC236}">
                  <a16:creationId xmlns:a16="http://schemas.microsoft.com/office/drawing/2014/main" id="{2F728646-E9CC-41F2-B480-3E701FAB7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822"/>
              <a:ext cx="117" cy="68"/>
            </a:xfrm>
            <a:custGeom>
              <a:avLst/>
              <a:gdLst>
                <a:gd name="T0" fmla="*/ 530 w 55"/>
                <a:gd name="T1" fmla="*/ 73 h 30"/>
                <a:gd name="T2" fmla="*/ 0 w 55"/>
                <a:gd name="T3" fmla="*/ 34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30">
                  <a:moveTo>
                    <a:pt x="55" y="6"/>
                  </a:moveTo>
                  <a:cubicBezTo>
                    <a:pt x="35" y="0"/>
                    <a:pt x="7" y="27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2" name="Freeform 495">
              <a:extLst>
                <a:ext uri="{FF2B5EF4-FFF2-40B4-BE49-F238E27FC236}">
                  <a16:creationId xmlns:a16="http://schemas.microsoft.com/office/drawing/2014/main" id="{49C62C8E-1FE5-4BE0-B497-FAD79D10D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192"/>
              <a:ext cx="294" cy="551"/>
            </a:xfrm>
            <a:custGeom>
              <a:avLst/>
              <a:gdLst>
                <a:gd name="T0" fmla="*/ 0 w 138"/>
                <a:gd name="T1" fmla="*/ 2832 h 243"/>
                <a:gd name="T2" fmla="*/ 164 w 138"/>
                <a:gd name="T3" fmla="*/ 2565 h 243"/>
                <a:gd name="T4" fmla="*/ 173 w 138"/>
                <a:gd name="T5" fmla="*/ 2345 h 243"/>
                <a:gd name="T6" fmla="*/ 213 w 138"/>
                <a:gd name="T7" fmla="*/ 2283 h 243"/>
                <a:gd name="T8" fmla="*/ 213 w 138"/>
                <a:gd name="T9" fmla="*/ 2283 h 243"/>
                <a:gd name="T10" fmla="*/ 213 w 138"/>
                <a:gd name="T11" fmla="*/ 2283 h 243"/>
                <a:gd name="T12" fmla="*/ 317 w 138"/>
                <a:gd name="T13" fmla="*/ 2061 h 243"/>
                <a:gd name="T14" fmla="*/ 437 w 138"/>
                <a:gd name="T15" fmla="*/ 1887 h 243"/>
                <a:gd name="T16" fmla="*/ 426 w 138"/>
                <a:gd name="T17" fmla="*/ 1785 h 243"/>
                <a:gd name="T18" fmla="*/ 831 w 138"/>
                <a:gd name="T19" fmla="*/ 1492 h 243"/>
                <a:gd name="T20" fmla="*/ 831 w 138"/>
                <a:gd name="T21" fmla="*/ 1492 h 243"/>
                <a:gd name="T22" fmla="*/ 863 w 138"/>
                <a:gd name="T23" fmla="*/ 1435 h 243"/>
                <a:gd name="T24" fmla="*/ 1063 w 138"/>
                <a:gd name="T25" fmla="*/ 921 h 243"/>
                <a:gd name="T26" fmla="*/ 1208 w 138"/>
                <a:gd name="T27" fmla="*/ 349 h 243"/>
                <a:gd name="T28" fmla="*/ 1334 w 138"/>
                <a:gd name="T29" fmla="*/ 0 h 2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8" h="243">
                  <a:moveTo>
                    <a:pt x="0" y="243"/>
                  </a:moveTo>
                  <a:cubicBezTo>
                    <a:pt x="18" y="242"/>
                    <a:pt x="19" y="227"/>
                    <a:pt x="17" y="220"/>
                  </a:cubicBezTo>
                  <a:cubicBezTo>
                    <a:pt x="21" y="215"/>
                    <a:pt x="24" y="206"/>
                    <a:pt x="18" y="201"/>
                  </a:cubicBezTo>
                  <a:cubicBezTo>
                    <a:pt x="19" y="200"/>
                    <a:pt x="21" y="197"/>
                    <a:pt x="22" y="196"/>
                  </a:cubicBezTo>
                  <a:cubicBezTo>
                    <a:pt x="22" y="196"/>
                    <a:pt x="22" y="196"/>
                    <a:pt x="22" y="196"/>
                  </a:cubicBezTo>
                  <a:cubicBezTo>
                    <a:pt x="22" y="196"/>
                    <a:pt x="22" y="196"/>
                    <a:pt x="22" y="196"/>
                  </a:cubicBezTo>
                  <a:cubicBezTo>
                    <a:pt x="27" y="192"/>
                    <a:pt x="31" y="186"/>
                    <a:pt x="33" y="177"/>
                  </a:cubicBezTo>
                  <a:cubicBezTo>
                    <a:pt x="34" y="167"/>
                    <a:pt x="43" y="170"/>
                    <a:pt x="45" y="162"/>
                  </a:cubicBezTo>
                  <a:cubicBezTo>
                    <a:pt x="46" y="153"/>
                    <a:pt x="36" y="156"/>
                    <a:pt x="44" y="153"/>
                  </a:cubicBezTo>
                  <a:cubicBezTo>
                    <a:pt x="53" y="151"/>
                    <a:pt x="78" y="144"/>
                    <a:pt x="86" y="128"/>
                  </a:cubicBezTo>
                  <a:cubicBezTo>
                    <a:pt x="86" y="128"/>
                    <a:pt x="86" y="128"/>
                    <a:pt x="86" y="128"/>
                  </a:cubicBezTo>
                  <a:cubicBezTo>
                    <a:pt x="87" y="127"/>
                    <a:pt x="88" y="124"/>
                    <a:pt x="89" y="123"/>
                  </a:cubicBezTo>
                  <a:cubicBezTo>
                    <a:pt x="95" y="103"/>
                    <a:pt x="109" y="99"/>
                    <a:pt x="110" y="79"/>
                  </a:cubicBezTo>
                  <a:cubicBezTo>
                    <a:pt x="113" y="52"/>
                    <a:pt x="113" y="45"/>
                    <a:pt x="125" y="30"/>
                  </a:cubicBezTo>
                  <a:cubicBezTo>
                    <a:pt x="131" y="22"/>
                    <a:pt x="136" y="10"/>
                    <a:pt x="13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3" name="Line 496">
              <a:extLst>
                <a:ext uri="{FF2B5EF4-FFF2-40B4-BE49-F238E27FC236}">
                  <a16:creationId xmlns:a16="http://schemas.microsoft.com/office/drawing/2014/main" id="{DC53D1C2-4E7D-4A42-B0A4-87D8066F50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8" y="2621"/>
              <a:ext cx="1" cy="215"/>
            </a:xfrm>
            <a:prstGeom prst="line">
              <a:avLst/>
            </a:prstGeom>
            <a:noFill/>
            <a:ln w="952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4" name="Freeform 497">
              <a:extLst>
                <a:ext uri="{FF2B5EF4-FFF2-40B4-BE49-F238E27FC236}">
                  <a16:creationId xmlns:a16="http://schemas.microsoft.com/office/drawing/2014/main" id="{3D552E7A-1BC8-4A37-97D9-4CDD138C6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126"/>
              <a:ext cx="138" cy="1418"/>
            </a:xfrm>
            <a:custGeom>
              <a:avLst/>
              <a:gdLst>
                <a:gd name="T0" fmla="*/ 36 w 65"/>
                <a:gd name="T1" fmla="*/ 25 h 625"/>
                <a:gd name="T2" fmla="*/ 96 w 65"/>
                <a:gd name="T3" fmla="*/ 4751 h 625"/>
                <a:gd name="T4" fmla="*/ 136 w 65"/>
                <a:gd name="T5" fmla="*/ 6609 h 625"/>
                <a:gd name="T6" fmla="*/ 603 w 65"/>
                <a:gd name="T7" fmla="*/ 7226 h 625"/>
                <a:gd name="T8" fmla="*/ 622 w 65"/>
                <a:gd name="T9" fmla="*/ 7262 h 625"/>
                <a:gd name="T10" fmla="*/ 594 w 65"/>
                <a:gd name="T11" fmla="*/ 7290 h 625"/>
                <a:gd name="T12" fmla="*/ 76 w 65"/>
                <a:gd name="T13" fmla="*/ 6609 h 625"/>
                <a:gd name="T14" fmla="*/ 36 w 65"/>
                <a:gd name="T15" fmla="*/ 4751 h 625"/>
                <a:gd name="T16" fmla="*/ 0 w 65"/>
                <a:gd name="T17" fmla="*/ 102 h 625"/>
                <a:gd name="T18" fmla="*/ 28 w 65"/>
                <a:gd name="T19" fmla="*/ 73 h 625"/>
                <a:gd name="T20" fmla="*/ 36 w 65"/>
                <a:gd name="T21" fmla="*/ 25 h 6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625">
                  <a:moveTo>
                    <a:pt x="4" y="2"/>
                  </a:moveTo>
                  <a:cubicBezTo>
                    <a:pt x="10" y="407"/>
                    <a:pt x="10" y="407"/>
                    <a:pt x="10" y="407"/>
                  </a:cubicBezTo>
                  <a:cubicBezTo>
                    <a:pt x="14" y="566"/>
                    <a:pt x="14" y="566"/>
                    <a:pt x="14" y="566"/>
                  </a:cubicBezTo>
                  <a:cubicBezTo>
                    <a:pt x="15" y="599"/>
                    <a:pt x="61" y="618"/>
                    <a:pt x="63" y="619"/>
                  </a:cubicBezTo>
                  <a:cubicBezTo>
                    <a:pt x="64" y="619"/>
                    <a:pt x="65" y="621"/>
                    <a:pt x="65" y="622"/>
                  </a:cubicBezTo>
                  <a:cubicBezTo>
                    <a:pt x="65" y="624"/>
                    <a:pt x="63" y="625"/>
                    <a:pt x="62" y="624"/>
                  </a:cubicBezTo>
                  <a:cubicBezTo>
                    <a:pt x="45" y="620"/>
                    <a:pt x="9" y="596"/>
                    <a:pt x="8" y="566"/>
                  </a:cubicBezTo>
                  <a:cubicBezTo>
                    <a:pt x="4" y="407"/>
                    <a:pt x="4" y="407"/>
                    <a:pt x="4" y="40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1" y="6"/>
                    <a:pt x="3" y="6"/>
                  </a:cubicBezTo>
                  <a:cubicBezTo>
                    <a:pt x="4" y="6"/>
                    <a:pt x="4" y="0"/>
                    <a:pt x="4" y="2"/>
                  </a:cubicBezTo>
                  <a:close/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75" name="Freeform 498">
              <a:extLst>
                <a:ext uri="{FF2B5EF4-FFF2-40B4-BE49-F238E27FC236}">
                  <a16:creationId xmlns:a16="http://schemas.microsoft.com/office/drawing/2014/main" id="{6D457DB2-40B7-4B0A-BD94-A3ED6B8D9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512"/>
              <a:ext cx="42" cy="32"/>
            </a:xfrm>
            <a:custGeom>
              <a:avLst/>
              <a:gdLst>
                <a:gd name="T0" fmla="*/ 0 w 20"/>
                <a:gd name="T1" fmla="*/ 73 h 14"/>
                <a:gd name="T2" fmla="*/ 160 w 20"/>
                <a:gd name="T3" fmla="*/ 158 h 14"/>
                <a:gd name="T4" fmla="*/ 185 w 20"/>
                <a:gd name="T5" fmla="*/ 130 h 14"/>
                <a:gd name="T6" fmla="*/ 168 w 20"/>
                <a:gd name="T7" fmla="*/ 94 h 14"/>
                <a:gd name="T8" fmla="*/ 27 w 20"/>
                <a:gd name="T9" fmla="*/ 0 h 14"/>
                <a:gd name="T10" fmla="*/ 0 w 20"/>
                <a:gd name="T11" fmla="*/ 7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4">
                  <a:moveTo>
                    <a:pt x="0" y="6"/>
                  </a:moveTo>
                  <a:cubicBezTo>
                    <a:pt x="6" y="10"/>
                    <a:pt x="12" y="12"/>
                    <a:pt x="17" y="13"/>
                  </a:cubicBezTo>
                  <a:cubicBezTo>
                    <a:pt x="18" y="14"/>
                    <a:pt x="20" y="13"/>
                    <a:pt x="20" y="11"/>
                  </a:cubicBezTo>
                  <a:cubicBezTo>
                    <a:pt x="20" y="10"/>
                    <a:pt x="19" y="8"/>
                    <a:pt x="18" y="8"/>
                  </a:cubicBezTo>
                  <a:cubicBezTo>
                    <a:pt x="17" y="8"/>
                    <a:pt x="11" y="5"/>
                    <a:pt x="3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F8BF2D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76" name="Freeform 499">
              <a:extLst>
                <a:ext uri="{FF2B5EF4-FFF2-40B4-BE49-F238E27FC236}">
                  <a16:creationId xmlns:a16="http://schemas.microsoft.com/office/drawing/2014/main" id="{7E841E58-94B4-4F2E-A396-C5D7528CAB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1" y="1884"/>
              <a:ext cx="121" cy="669"/>
            </a:xfrm>
            <a:custGeom>
              <a:avLst/>
              <a:gdLst>
                <a:gd name="T0" fmla="*/ 0 w 57"/>
                <a:gd name="T1" fmla="*/ 3431 h 295"/>
                <a:gd name="T2" fmla="*/ 240 w 57"/>
                <a:gd name="T3" fmla="*/ 3173 h 295"/>
                <a:gd name="T4" fmla="*/ 229 w 57"/>
                <a:gd name="T5" fmla="*/ 3055 h 295"/>
                <a:gd name="T6" fmla="*/ 289 w 57"/>
                <a:gd name="T7" fmla="*/ 2925 h 295"/>
                <a:gd name="T8" fmla="*/ 297 w 57"/>
                <a:gd name="T9" fmla="*/ 2835 h 295"/>
                <a:gd name="T10" fmla="*/ 289 w 57"/>
                <a:gd name="T11" fmla="*/ 2751 h 295"/>
                <a:gd name="T12" fmla="*/ 316 w 57"/>
                <a:gd name="T13" fmla="*/ 2705 h 295"/>
                <a:gd name="T14" fmla="*/ 333 w 57"/>
                <a:gd name="T15" fmla="*/ 2556 h 295"/>
                <a:gd name="T16" fmla="*/ 316 w 57"/>
                <a:gd name="T17" fmla="*/ 2447 h 295"/>
                <a:gd name="T18" fmla="*/ 374 w 57"/>
                <a:gd name="T19" fmla="*/ 2272 h 295"/>
                <a:gd name="T20" fmla="*/ 442 w 57"/>
                <a:gd name="T21" fmla="*/ 2159 h 295"/>
                <a:gd name="T22" fmla="*/ 461 w 57"/>
                <a:gd name="T23" fmla="*/ 2032 h 295"/>
                <a:gd name="T24" fmla="*/ 442 w 57"/>
                <a:gd name="T25" fmla="*/ 1887 h 295"/>
                <a:gd name="T26" fmla="*/ 461 w 57"/>
                <a:gd name="T27" fmla="*/ 1760 h 295"/>
                <a:gd name="T28" fmla="*/ 461 w 57"/>
                <a:gd name="T29" fmla="*/ 1760 h 295"/>
                <a:gd name="T30" fmla="*/ 537 w 57"/>
                <a:gd name="T31" fmla="*/ 1619 h 295"/>
                <a:gd name="T32" fmla="*/ 546 w 57"/>
                <a:gd name="T33" fmla="*/ 1553 h 295"/>
                <a:gd name="T34" fmla="*/ 497 w 57"/>
                <a:gd name="T35" fmla="*/ 1379 h 295"/>
                <a:gd name="T36" fmla="*/ 526 w 57"/>
                <a:gd name="T37" fmla="*/ 1213 h 295"/>
                <a:gd name="T38" fmla="*/ 509 w 57"/>
                <a:gd name="T39" fmla="*/ 1107 h 295"/>
                <a:gd name="T40" fmla="*/ 546 w 57"/>
                <a:gd name="T41" fmla="*/ 993 h 295"/>
                <a:gd name="T42" fmla="*/ 546 w 57"/>
                <a:gd name="T43" fmla="*/ 930 h 295"/>
                <a:gd name="T44" fmla="*/ 486 w 57"/>
                <a:gd name="T45" fmla="*/ 689 h 295"/>
                <a:gd name="T46" fmla="*/ 518 w 57"/>
                <a:gd name="T47" fmla="*/ 535 h 295"/>
                <a:gd name="T48" fmla="*/ 497 w 57"/>
                <a:gd name="T49" fmla="*/ 406 h 295"/>
                <a:gd name="T50" fmla="*/ 546 w 57"/>
                <a:gd name="T51" fmla="*/ 211 h 295"/>
                <a:gd name="T52" fmla="*/ 546 w 57"/>
                <a:gd name="T53" fmla="*/ 166 h 295"/>
                <a:gd name="T54" fmla="*/ 382 w 57"/>
                <a:gd name="T55" fmla="*/ 0 h 295"/>
                <a:gd name="T56" fmla="*/ 410 w 57"/>
                <a:gd name="T57" fmla="*/ 386 h 295"/>
                <a:gd name="T58" fmla="*/ 410 w 57"/>
                <a:gd name="T59" fmla="*/ 386 h 295"/>
                <a:gd name="T60" fmla="*/ 410 w 57"/>
                <a:gd name="T61" fmla="*/ 689 h 295"/>
                <a:gd name="T62" fmla="*/ 410 w 57"/>
                <a:gd name="T63" fmla="*/ 710 h 295"/>
                <a:gd name="T64" fmla="*/ 418 w 57"/>
                <a:gd name="T65" fmla="*/ 1086 h 295"/>
                <a:gd name="T66" fmla="*/ 401 w 57"/>
                <a:gd name="T67" fmla="*/ 1388 h 295"/>
                <a:gd name="T68" fmla="*/ 401 w 57"/>
                <a:gd name="T69" fmla="*/ 1388 h 295"/>
                <a:gd name="T70" fmla="*/ 382 w 57"/>
                <a:gd name="T71" fmla="*/ 1703 h 295"/>
                <a:gd name="T72" fmla="*/ 382 w 57"/>
                <a:gd name="T73" fmla="*/ 1712 h 295"/>
                <a:gd name="T74" fmla="*/ 365 w 57"/>
                <a:gd name="T75" fmla="*/ 1878 h 295"/>
                <a:gd name="T76" fmla="*/ 357 w 57"/>
                <a:gd name="T77" fmla="*/ 1903 h 295"/>
                <a:gd name="T78" fmla="*/ 289 w 57"/>
                <a:gd name="T79" fmla="*/ 2216 h 295"/>
                <a:gd name="T80" fmla="*/ 240 w 57"/>
                <a:gd name="T81" fmla="*/ 2413 h 295"/>
                <a:gd name="T82" fmla="*/ 229 w 57"/>
                <a:gd name="T83" fmla="*/ 2427 h 295"/>
                <a:gd name="T84" fmla="*/ 189 w 57"/>
                <a:gd name="T85" fmla="*/ 2730 h 295"/>
                <a:gd name="T86" fmla="*/ 221 w 57"/>
                <a:gd name="T87" fmla="*/ 2812 h 295"/>
                <a:gd name="T88" fmla="*/ 240 w 57"/>
                <a:gd name="T89" fmla="*/ 2798 h 295"/>
                <a:gd name="T90" fmla="*/ 221 w 57"/>
                <a:gd name="T91" fmla="*/ 2812 h 295"/>
                <a:gd name="T92" fmla="*/ 136 w 57"/>
                <a:gd name="T93" fmla="*/ 3018 h 295"/>
                <a:gd name="T94" fmla="*/ 76 w 57"/>
                <a:gd name="T95" fmla="*/ 3404 h 295"/>
                <a:gd name="T96" fmla="*/ 0 w 57"/>
                <a:gd name="T97" fmla="*/ 3431 h 295"/>
                <a:gd name="T98" fmla="*/ 461 w 57"/>
                <a:gd name="T99" fmla="*/ 1712 h 295"/>
                <a:gd name="T100" fmla="*/ 461 w 57"/>
                <a:gd name="T101" fmla="*/ 1712 h 295"/>
                <a:gd name="T102" fmla="*/ 461 w 57"/>
                <a:gd name="T103" fmla="*/ 1712 h 295"/>
                <a:gd name="T104" fmla="*/ 461 w 57"/>
                <a:gd name="T105" fmla="*/ 1712 h 295"/>
                <a:gd name="T106" fmla="*/ 365 w 57"/>
                <a:gd name="T107" fmla="*/ 2216 h 295"/>
                <a:gd name="T108" fmla="*/ 365 w 57"/>
                <a:gd name="T109" fmla="*/ 2216 h 295"/>
                <a:gd name="T110" fmla="*/ 365 w 57"/>
                <a:gd name="T111" fmla="*/ 2216 h 295"/>
                <a:gd name="T112" fmla="*/ 365 w 57"/>
                <a:gd name="T113" fmla="*/ 2216 h 29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7" h="295">
                  <a:moveTo>
                    <a:pt x="0" y="294"/>
                  </a:moveTo>
                  <a:cubicBezTo>
                    <a:pt x="0" y="295"/>
                    <a:pt x="25" y="281"/>
                    <a:pt x="25" y="272"/>
                  </a:cubicBezTo>
                  <a:cubicBezTo>
                    <a:pt x="25" y="268"/>
                    <a:pt x="25" y="265"/>
                    <a:pt x="24" y="262"/>
                  </a:cubicBezTo>
                  <a:cubicBezTo>
                    <a:pt x="26" y="259"/>
                    <a:pt x="28" y="255"/>
                    <a:pt x="30" y="251"/>
                  </a:cubicBezTo>
                  <a:cubicBezTo>
                    <a:pt x="30" y="249"/>
                    <a:pt x="31" y="246"/>
                    <a:pt x="31" y="243"/>
                  </a:cubicBezTo>
                  <a:cubicBezTo>
                    <a:pt x="31" y="241"/>
                    <a:pt x="30" y="238"/>
                    <a:pt x="30" y="236"/>
                  </a:cubicBezTo>
                  <a:cubicBezTo>
                    <a:pt x="31" y="235"/>
                    <a:pt x="32" y="233"/>
                    <a:pt x="33" y="232"/>
                  </a:cubicBezTo>
                  <a:cubicBezTo>
                    <a:pt x="34" y="228"/>
                    <a:pt x="35" y="224"/>
                    <a:pt x="35" y="219"/>
                  </a:cubicBezTo>
                  <a:cubicBezTo>
                    <a:pt x="35" y="216"/>
                    <a:pt x="34" y="213"/>
                    <a:pt x="33" y="210"/>
                  </a:cubicBezTo>
                  <a:cubicBezTo>
                    <a:pt x="37" y="205"/>
                    <a:pt x="38" y="200"/>
                    <a:pt x="39" y="195"/>
                  </a:cubicBezTo>
                  <a:cubicBezTo>
                    <a:pt x="42" y="193"/>
                    <a:pt x="44" y="190"/>
                    <a:pt x="46" y="185"/>
                  </a:cubicBezTo>
                  <a:cubicBezTo>
                    <a:pt x="48" y="182"/>
                    <a:pt x="48" y="178"/>
                    <a:pt x="48" y="174"/>
                  </a:cubicBezTo>
                  <a:cubicBezTo>
                    <a:pt x="48" y="170"/>
                    <a:pt x="47" y="166"/>
                    <a:pt x="46" y="162"/>
                  </a:cubicBezTo>
                  <a:cubicBezTo>
                    <a:pt x="47" y="159"/>
                    <a:pt x="48" y="155"/>
                    <a:pt x="48" y="151"/>
                  </a:cubicBezTo>
                  <a:cubicBezTo>
                    <a:pt x="48" y="151"/>
                    <a:pt x="48" y="151"/>
                    <a:pt x="48" y="151"/>
                  </a:cubicBezTo>
                  <a:cubicBezTo>
                    <a:pt x="52" y="148"/>
                    <a:pt x="55" y="144"/>
                    <a:pt x="56" y="139"/>
                  </a:cubicBezTo>
                  <a:cubicBezTo>
                    <a:pt x="57" y="137"/>
                    <a:pt x="57" y="135"/>
                    <a:pt x="57" y="133"/>
                  </a:cubicBezTo>
                  <a:cubicBezTo>
                    <a:pt x="57" y="128"/>
                    <a:pt x="55" y="122"/>
                    <a:pt x="52" y="118"/>
                  </a:cubicBezTo>
                  <a:cubicBezTo>
                    <a:pt x="54" y="114"/>
                    <a:pt x="55" y="109"/>
                    <a:pt x="55" y="104"/>
                  </a:cubicBezTo>
                  <a:cubicBezTo>
                    <a:pt x="55" y="101"/>
                    <a:pt x="54" y="98"/>
                    <a:pt x="53" y="95"/>
                  </a:cubicBezTo>
                  <a:cubicBezTo>
                    <a:pt x="55" y="92"/>
                    <a:pt x="57" y="89"/>
                    <a:pt x="57" y="85"/>
                  </a:cubicBezTo>
                  <a:cubicBezTo>
                    <a:pt x="57" y="83"/>
                    <a:pt x="57" y="82"/>
                    <a:pt x="57" y="80"/>
                  </a:cubicBezTo>
                  <a:cubicBezTo>
                    <a:pt x="57" y="73"/>
                    <a:pt x="55" y="65"/>
                    <a:pt x="51" y="59"/>
                  </a:cubicBezTo>
                  <a:cubicBezTo>
                    <a:pt x="53" y="55"/>
                    <a:pt x="54" y="51"/>
                    <a:pt x="54" y="46"/>
                  </a:cubicBezTo>
                  <a:cubicBezTo>
                    <a:pt x="54" y="42"/>
                    <a:pt x="53" y="38"/>
                    <a:pt x="52" y="35"/>
                  </a:cubicBezTo>
                  <a:cubicBezTo>
                    <a:pt x="55" y="30"/>
                    <a:pt x="57" y="24"/>
                    <a:pt x="57" y="18"/>
                  </a:cubicBezTo>
                  <a:cubicBezTo>
                    <a:pt x="57" y="17"/>
                    <a:pt x="57" y="16"/>
                    <a:pt x="57" y="14"/>
                  </a:cubicBezTo>
                  <a:cubicBezTo>
                    <a:pt x="56" y="6"/>
                    <a:pt x="40" y="0"/>
                    <a:pt x="40" y="0"/>
                  </a:cubicBezTo>
                  <a:cubicBezTo>
                    <a:pt x="49" y="6"/>
                    <a:pt x="53" y="22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7" y="41"/>
                    <a:pt x="47" y="53"/>
                    <a:pt x="43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9" y="67"/>
                    <a:pt x="54" y="87"/>
                    <a:pt x="44" y="93"/>
                  </a:cubicBezTo>
                  <a:cubicBezTo>
                    <a:pt x="49" y="101"/>
                    <a:pt x="47" y="113"/>
                    <a:pt x="42" y="119"/>
                  </a:cubicBezTo>
                  <a:cubicBezTo>
                    <a:pt x="42" y="119"/>
                    <a:pt x="42" y="119"/>
                    <a:pt x="42" y="119"/>
                  </a:cubicBezTo>
                  <a:cubicBezTo>
                    <a:pt x="52" y="126"/>
                    <a:pt x="51" y="145"/>
                    <a:pt x="40" y="146"/>
                  </a:cubicBezTo>
                  <a:cubicBezTo>
                    <a:pt x="40" y="147"/>
                    <a:pt x="40" y="147"/>
                    <a:pt x="40" y="147"/>
                  </a:cubicBezTo>
                  <a:cubicBezTo>
                    <a:pt x="41" y="152"/>
                    <a:pt x="40" y="157"/>
                    <a:pt x="38" y="161"/>
                  </a:cubicBezTo>
                  <a:cubicBezTo>
                    <a:pt x="37" y="163"/>
                    <a:pt x="37" y="163"/>
                    <a:pt x="37" y="163"/>
                  </a:cubicBezTo>
                  <a:cubicBezTo>
                    <a:pt x="43" y="171"/>
                    <a:pt x="40" y="188"/>
                    <a:pt x="30" y="190"/>
                  </a:cubicBezTo>
                  <a:cubicBezTo>
                    <a:pt x="32" y="196"/>
                    <a:pt x="29" y="203"/>
                    <a:pt x="25" y="207"/>
                  </a:cubicBezTo>
                  <a:cubicBezTo>
                    <a:pt x="24" y="208"/>
                    <a:pt x="24" y="208"/>
                    <a:pt x="24" y="208"/>
                  </a:cubicBezTo>
                  <a:cubicBezTo>
                    <a:pt x="28" y="215"/>
                    <a:pt x="28" y="232"/>
                    <a:pt x="20" y="234"/>
                  </a:cubicBezTo>
                  <a:cubicBezTo>
                    <a:pt x="21" y="236"/>
                    <a:pt x="22" y="239"/>
                    <a:pt x="23" y="241"/>
                  </a:cubicBezTo>
                  <a:cubicBezTo>
                    <a:pt x="24" y="241"/>
                    <a:pt x="24" y="240"/>
                    <a:pt x="25" y="240"/>
                  </a:cubicBezTo>
                  <a:cubicBezTo>
                    <a:pt x="25" y="240"/>
                    <a:pt x="24" y="241"/>
                    <a:pt x="23" y="241"/>
                  </a:cubicBezTo>
                  <a:cubicBezTo>
                    <a:pt x="24" y="249"/>
                    <a:pt x="19" y="257"/>
                    <a:pt x="14" y="259"/>
                  </a:cubicBezTo>
                  <a:cubicBezTo>
                    <a:pt x="18" y="266"/>
                    <a:pt x="22" y="279"/>
                    <a:pt x="8" y="292"/>
                  </a:cubicBezTo>
                  <a:lnTo>
                    <a:pt x="0" y="294"/>
                  </a:lnTo>
                  <a:close/>
                  <a:moveTo>
                    <a:pt x="48" y="147"/>
                  </a:moveTo>
                  <a:cubicBezTo>
                    <a:pt x="48" y="147"/>
                    <a:pt x="48" y="147"/>
                    <a:pt x="48" y="147"/>
                  </a:cubicBezTo>
                  <a:cubicBezTo>
                    <a:pt x="48" y="147"/>
                    <a:pt x="48" y="147"/>
                    <a:pt x="48" y="147"/>
                  </a:cubicBezTo>
                  <a:cubicBezTo>
                    <a:pt x="48" y="147"/>
                    <a:pt x="48" y="147"/>
                    <a:pt x="48" y="147"/>
                  </a:cubicBezTo>
                  <a:close/>
                  <a:moveTo>
                    <a:pt x="38" y="190"/>
                  </a:moveTo>
                  <a:cubicBezTo>
                    <a:pt x="38" y="190"/>
                    <a:pt x="38" y="190"/>
                    <a:pt x="38" y="190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8" y="190"/>
                    <a:pt x="38" y="190"/>
                    <a:pt x="38" y="190"/>
                  </a:cubicBezTo>
                  <a:close/>
                </a:path>
              </a:pathLst>
            </a:custGeom>
            <a:solidFill>
              <a:srgbClr val="F3C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7" name="Line 500">
              <a:extLst>
                <a:ext uri="{FF2B5EF4-FFF2-40B4-BE49-F238E27FC236}">
                  <a16:creationId xmlns:a16="http://schemas.microsoft.com/office/drawing/2014/main" id="{5A3A89E6-0687-46EC-BA3B-281FF4439C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4" y="3648"/>
              <a:ext cx="247" cy="1"/>
            </a:xfrm>
            <a:prstGeom prst="line">
              <a:avLst/>
            </a:prstGeom>
            <a:noFill/>
            <a:ln w="39688">
              <a:solidFill>
                <a:srgbClr val="EDA09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8" name="Line 501">
              <a:extLst>
                <a:ext uri="{FF2B5EF4-FFF2-40B4-BE49-F238E27FC236}">
                  <a16:creationId xmlns:a16="http://schemas.microsoft.com/office/drawing/2014/main" id="{0BCB9B00-639F-4543-84B1-210376DF27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4" y="3623"/>
              <a:ext cx="251" cy="1"/>
            </a:xfrm>
            <a:prstGeom prst="line">
              <a:avLst/>
            </a:prstGeom>
            <a:noFill/>
            <a:ln w="12700">
              <a:solidFill>
                <a:srgbClr val="EDA09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9" name="Line 502">
              <a:extLst>
                <a:ext uri="{FF2B5EF4-FFF2-40B4-BE49-F238E27FC236}">
                  <a16:creationId xmlns:a16="http://schemas.microsoft.com/office/drawing/2014/main" id="{72563D8B-EC79-4AEC-9D9D-0556108E30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8" y="3603"/>
              <a:ext cx="289" cy="1"/>
            </a:xfrm>
            <a:prstGeom prst="line">
              <a:avLst/>
            </a:prstGeom>
            <a:noFill/>
            <a:ln w="12700">
              <a:solidFill>
                <a:srgbClr val="EDA09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0" name="Freeform 503">
              <a:extLst>
                <a:ext uri="{FF2B5EF4-FFF2-40B4-BE49-F238E27FC236}">
                  <a16:creationId xmlns:a16="http://schemas.microsoft.com/office/drawing/2014/main" id="{5F0FFE8C-4F64-4F7D-BA0E-520988A5D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727"/>
              <a:ext cx="125" cy="440"/>
            </a:xfrm>
            <a:custGeom>
              <a:avLst/>
              <a:gdLst>
                <a:gd name="T0" fmla="*/ 49 w 59"/>
                <a:gd name="T1" fmla="*/ 0 h 194"/>
                <a:gd name="T2" fmla="*/ 248 w 59"/>
                <a:gd name="T3" fmla="*/ 2207 h 194"/>
                <a:gd name="T4" fmla="*/ 288 w 59"/>
                <a:gd name="T5" fmla="*/ 2264 h 194"/>
                <a:gd name="T6" fmla="*/ 314 w 59"/>
                <a:gd name="T7" fmla="*/ 2191 h 194"/>
                <a:gd name="T8" fmla="*/ 502 w 59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94">
                  <a:moveTo>
                    <a:pt x="5" y="0"/>
                  </a:moveTo>
                  <a:cubicBezTo>
                    <a:pt x="4" y="54"/>
                    <a:pt x="0" y="124"/>
                    <a:pt x="26" y="189"/>
                  </a:cubicBezTo>
                  <a:cubicBezTo>
                    <a:pt x="26" y="190"/>
                    <a:pt x="27" y="194"/>
                    <a:pt x="30" y="194"/>
                  </a:cubicBezTo>
                  <a:cubicBezTo>
                    <a:pt x="32" y="194"/>
                    <a:pt x="33" y="189"/>
                    <a:pt x="33" y="188"/>
                  </a:cubicBezTo>
                  <a:cubicBezTo>
                    <a:pt x="59" y="124"/>
                    <a:pt x="55" y="54"/>
                    <a:pt x="53" y="0"/>
                  </a:cubicBezTo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81" name="Freeform 504">
              <a:extLst>
                <a:ext uri="{FF2B5EF4-FFF2-40B4-BE49-F238E27FC236}">
                  <a16:creationId xmlns:a16="http://schemas.microsoft.com/office/drawing/2014/main" id="{F2E97BC8-8F18-49B8-BBC9-E30CE18BC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727"/>
              <a:ext cx="125" cy="440"/>
            </a:xfrm>
            <a:custGeom>
              <a:avLst/>
              <a:gdLst>
                <a:gd name="T0" fmla="*/ 49 w 59"/>
                <a:gd name="T1" fmla="*/ 0 h 194"/>
                <a:gd name="T2" fmla="*/ 248 w 59"/>
                <a:gd name="T3" fmla="*/ 2207 h 194"/>
                <a:gd name="T4" fmla="*/ 288 w 59"/>
                <a:gd name="T5" fmla="*/ 2264 h 194"/>
                <a:gd name="T6" fmla="*/ 314 w 59"/>
                <a:gd name="T7" fmla="*/ 2191 h 194"/>
                <a:gd name="T8" fmla="*/ 502 w 59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94">
                  <a:moveTo>
                    <a:pt x="5" y="0"/>
                  </a:moveTo>
                  <a:cubicBezTo>
                    <a:pt x="4" y="54"/>
                    <a:pt x="0" y="124"/>
                    <a:pt x="26" y="189"/>
                  </a:cubicBezTo>
                  <a:cubicBezTo>
                    <a:pt x="26" y="190"/>
                    <a:pt x="27" y="194"/>
                    <a:pt x="30" y="194"/>
                  </a:cubicBezTo>
                  <a:cubicBezTo>
                    <a:pt x="32" y="194"/>
                    <a:pt x="33" y="189"/>
                    <a:pt x="33" y="188"/>
                  </a:cubicBezTo>
                  <a:cubicBezTo>
                    <a:pt x="59" y="124"/>
                    <a:pt x="55" y="54"/>
                    <a:pt x="5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2" name="Freeform 505">
              <a:extLst>
                <a:ext uri="{FF2B5EF4-FFF2-40B4-BE49-F238E27FC236}">
                  <a16:creationId xmlns:a16="http://schemas.microsoft.com/office/drawing/2014/main" id="{48B6E1CB-B728-4C45-9811-C3CE32008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262"/>
              <a:ext cx="59" cy="98"/>
            </a:xfrm>
            <a:custGeom>
              <a:avLst/>
              <a:gdLst>
                <a:gd name="T0" fmla="*/ 0 w 28"/>
                <a:gd name="T1" fmla="*/ 0 h 43"/>
                <a:gd name="T2" fmla="*/ 261 w 28"/>
                <a:gd name="T3" fmla="*/ 50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3">
                  <a:moveTo>
                    <a:pt x="0" y="0"/>
                  </a:moveTo>
                  <a:cubicBezTo>
                    <a:pt x="6" y="8"/>
                    <a:pt x="23" y="30"/>
                    <a:pt x="28" y="4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3" name="Freeform 506">
              <a:extLst>
                <a:ext uri="{FF2B5EF4-FFF2-40B4-BE49-F238E27FC236}">
                  <a16:creationId xmlns:a16="http://schemas.microsoft.com/office/drawing/2014/main" id="{A9CFD681-84AB-463E-BC39-9379E209F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403"/>
              <a:ext cx="32" cy="32"/>
            </a:xfrm>
            <a:custGeom>
              <a:avLst/>
              <a:gdLst>
                <a:gd name="T0" fmla="*/ 0 w 15"/>
                <a:gd name="T1" fmla="*/ 0 h 14"/>
                <a:gd name="T2" fmla="*/ 145 w 15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5" y="4"/>
                    <a:pt x="10" y="8"/>
                    <a:pt x="15" y="1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4" name="Freeform 507">
              <a:extLst>
                <a:ext uri="{FF2B5EF4-FFF2-40B4-BE49-F238E27FC236}">
                  <a16:creationId xmlns:a16="http://schemas.microsoft.com/office/drawing/2014/main" id="{9A1C651C-D1C2-4D86-A053-85E49141C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367"/>
              <a:ext cx="39" cy="41"/>
            </a:xfrm>
            <a:custGeom>
              <a:avLst/>
              <a:gdLst>
                <a:gd name="T0" fmla="*/ 0 w 18"/>
                <a:gd name="T1" fmla="*/ 0 h 18"/>
                <a:gd name="T2" fmla="*/ 184 w 18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6" y="4"/>
                    <a:pt x="13" y="12"/>
                    <a:pt x="18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5" name="Freeform 508">
              <a:extLst>
                <a:ext uri="{FF2B5EF4-FFF2-40B4-BE49-F238E27FC236}">
                  <a16:creationId xmlns:a16="http://schemas.microsoft.com/office/drawing/2014/main" id="{070C0D7D-BD32-4D2B-8326-3AE4D1286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385"/>
              <a:ext cx="64" cy="43"/>
            </a:xfrm>
            <a:custGeom>
              <a:avLst/>
              <a:gdLst>
                <a:gd name="T0" fmla="*/ 292 w 30"/>
                <a:gd name="T1" fmla="*/ 220 h 19"/>
                <a:gd name="T2" fmla="*/ 0 w 30"/>
                <a:gd name="T3" fmla="*/ 93 h 19"/>
                <a:gd name="T4" fmla="*/ 250 w 30"/>
                <a:gd name="T5" fmla="*/ 19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9">
                  <a:moveTo>
                    <a:pt x="30" y="19"/>
                  </a:moveTo>
                  <a:cubicBezTo>
                    <a:pt x="25" y="10"/>
                    <a:pt x="8" y="0"/>
                    <a:pt x="0" y="8"/>
                  </a:cubicBezTo>
                  <a:cubicBezTo>
                    <a:pt x="8" y="9"/>
                    <a:pt x="18" y="13"/>
                    <a:pt x="2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6" name="Freeform 509">
              <a:extLst>
                <a:ext uri="{FF2B5EF4-FFF2-40B4-BE49-F238E27FC236}">
                  <a16:creationId xmlns:a16="http://schemas.microsoft.com/office/drawing/2014/main" id="{52761657-DACC-42DC-8D40-2B46BE74C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566"/>
              <a:ext cx="62" cy="32"/>
            </a:xfrm>
            <a:custGeom>
              <a:avLst/>
              <a:gdLst>
                <a:gd name="T0" fmla="*/ 284 w 29"/>
                <a:gd name="T1" fmla="*/ 167 h 14"/>
                <a:gd name="T2" fmla="*/ 0 w 29"/>
                <a:gd name="T3" fmla="*/ 48 h 14"/>
                <a:gd name="T4" fmla="*/ 224 w 29"/>
                <a:gd name="T5" fmla="*/ 14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4">
                  <a:moveTo>
                    <a:pt x="29" y="14"/>
                  </a:moveTo>
                  <a:cubicBezTo>
                    <a:pt x="23" y="8"/>
                    <a:pt x="7" y="0"/>
                    <a:pt x="0" y="4"/>
                  </a:cubicBezTo>
                  <a:cubicBezTo>
                    <a:pt x="8" y="5"/>
                    <a:pt x="14" y="10"/>
                    <a:pt x="2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7" name="Freeform 510">
              <a:extLst>
                <a:ext uri="{FF2B5EF4-FFF2-40B4-BE49-F238E27FC236}">
                  <a16:creationId xmlns:a16="http://schemas.microsoft.com/office/drawing/2014/main" id="{511C40E3-9490-47BD-B8C7-5870DAEAC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736"/>
              <a:ext cx="74" cy="43"/>
            </a:xfrm>
            <a:custGeom>
              <a:avLst/>
              <a:gdLst>
                <a:gd name="T0" fmla="*/ 330 w 35"/>
                <a:gd name="T1" fmla="*/ 220 h 19"/>
                <a:gd name="T2" fmla="*/ 0 w 35"/>
                <a:gd name="T3" fmla="*/ 129 h 19"/>
                <a:gd name="T4" fmla="*/ 228 w 35"/>
                <a:gd name="T5" fmla="*/ 18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9">
                  <a:moveTo>
                    <a:pt x="35" y="19"/>
                  </a:moveTo>
                  <a:cubicBezTo>
                    <a:pt x="28" y="14"/>
                    <a:pt x="6" y="0"/>
                    <a:pt x="0" y="11"/>
                  </a:cubicBezTo>
                  <a:cubicBezTo>
                    <a:pt x="9" y="8"/>
                    <a:pt x="16" y="19"/>
                    <a:pt x="2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8" name="Freeform 511">
              <a:extLst>
                <a:ext uri="{FF2B5EF4-FFF2-40B4-BE49-F238E27FC236}">
                  <a16:creationId xmlns:a16="http://schemas.microsoft.com/office/drawing/2014/main" id="{F8C05677-2151-4BE7-A674-07A85232F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922"/>
              <a:ext cx="36" cy="27"/>
            </a:xfrm>
            <a:custGeom>
              <a:avLst/>
              <a:gdLst>
                <a:gd name="T0" fmla="*/ 17 w 17"/>
                <a:gd name="T1" fmla="*/ 11 h 12"/>
                <a:gd name="T2" fmla="*/ 161 w 17"/>
                <a:gd name="T3" fmla="*/ 137 h 12"/>
                <a:gd name="T4" fmla="*/ 8 w 17"/>
                <a:gd name="T5" fmla="*/ 92 h 12"/>
                <a:gd name="T6" fmla="*/ 8 w 17"/>
                <a:gd name="T7" fmla="*/ 1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2" y="1"/>
                  </a:moveTo>
                  <a:cubicBezTo>
                    <a:pt x="9" y="0"/>
                    <a:pt x="16" y="5"/>
                    <a:pt x="17" y="12"/>
                  </a:cubicBezTo>
                  <a:cubicBezTo>
                    <a:pt x="12" y="12"/>
                    <a:pt x="7" y="7"/>
                    <a:pt x="1" y="8"/>
                  </a:cubicBezTo>
                  <a:cubicBezTo>
                    <a:pt x="2" y="5"/>
                    <a:pt x="0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9" name="Freeform 512">
              <a:extLst>
                <a:ext uri="{FF2B5EF4-FFF2-40B4-BE49-F238E27FC236}">
                  <a16:creationId xmlns:a16="http://schemas.microsoft.com/office/drawing/2014/main" id="{C6A7967D-D9B5-44FD-9633-70C18107B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983"/>
              <a:ext cx="26" cy="23"/>
            </a:xfrm>
            <a:custGeom>
              <a:avLst/>
              <a:gdLst>
                <a:gd name="T0" fmla="*/ 43 w 12"/>
                <a:gd name="T1" fmla="*/ 12 h 10"/>
                <a:gd name="T2" fmla="*/ 121 w 12"/>
                <a:gd name="T3" fmla="*/ 85 h 10"/>
                <a:gd name="T4" fmla="*/ 33 w 12"/>
                <a:gd name="T5" fmla="*/ 94 h 10"/>
                <a:gd name="T6" fmla="*/ 0 w 12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4" y="1"/>
                  </a:moveTo>
                  <a:cubicBezTo>
                    <a:pt x="8" y="0"/>
                    <a:pt x="11" y="3"/>
                    <a:pt x="12" y="7"/>
                  </a:cubicBezTo>
                  <a:cubicBezTo>
                    <a:pt x="9" y="7"/>
                    <a:pt x="5" y="10"/>
                    <a:pt x="3" y="8"/>
                  </a:cubicBezTo>
                  <a:cubicBezTo>
                    <a:pt x="0" y="6"/>
                    <a:pt x="4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0" name="Freeform 513">
              <a:extLst>
                <a:ext uri="{FF2B5EF4-FFF2-40B4-BE49-F238E27FC236}">
                  <a16:creationId xmlns:a16="http://schemas.microsoft.com/office/drawing/2014/main" id="{915E6514-5C1D-49E8-9184-98C68E61B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194"/>
              <a:ext cx="45" cy="16"/>
            </a:xfrm>
            <a:custGeom>
              <a:avLst/>
              <a:gdLst>
                <a:gd name="T0" fmla="*/ 137 w 21"/>
                <a:gd name="T1" fmla="*/ 0 h 7"/>
                <a:gd name="T2" fmla="*/ 206 w 21"/>
                <a:gd name="T3" fmla="*/ 85 h 7"/>
                <a:gd name="T4" fmla="*/ 69 w 2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">
                  <a:moveTo>
                    <a:pt x="14" y="0"/>
                  </a:moveTo>
                  <a:cubicBezTo>
                    <a:pt x="18" y="1"/>
                    <a:pt x="21" y="3"/>
                    <a:pt x="21" y="7"/>
                  </a:cubicBezTo>
                  <a:cubicBezTo>
                    <a:pt x="18" y="6"/>
                    <a:pt x="0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1" name="Freeform 514">
              <a:extLst>
                <a:ext uri="{FF2B5EF4-FFF2-40B4-BE49-F238E27FC236}">
                  <a16:creationId xmlns:a16="http://schemas.microsoft.com/office/drawing/2014/main" id="{21DF3929-1F4C-4827-9C4D-851ECD9D7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076"/>
              <a:ext cx="23" cy="16"/>
            </a:xfrm>
            <a:custGeom>
              <a:avLst/>
              <a:gdLst>
                <a:gd name="T0" fmla="*/ 65 w 11"/>
                <a:gd name="T1" fmla="*/ 0 h 7"/>
                <a:gd name="T2" fmla="*/ 100 w 11"/>
                <a:gd name="T3" fmla="*/ 57 h 7"/>
                <a:gd name="T4" fmla="*/ 8 w 11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7" y="0"/>
                  </a:moveTo>
                  <a:cubicBezTo>
                    <a:pt x="8" y="1"/>
                    <a:pt x="10" y="3"/>
                    <a:pt x="11" y="5"/>
                  </a:cubicBezTo>
                  <a:cubicBezTo>
                    <a:pt x="7" y="7"/>
                    <a:pt x="0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2" name="Freeform 515">
              <a:extLst>
                <a:ext uri="{FF2B5EF4-FFF2-40B4-BE49-F238E27FC236}">
                  <a16:creationId xmlns:a16="http://schemas.microsoft.com/office/drawing/2014/main" id="{4B666C3A-A64E-44B0-8239-6A48F71F1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281"/>
              <a:ext cx="26" cy="13"/>
            </a:xfrm>
            <a:custGeom>
              <a:avLst/>
              <a:gdLst>
                <a:gd name="T0" fmla="*/ 61 w 12"/>
                <a:gd name="T1" fmla="*/ 0 h 6"/>
                <a:gd name="T2" fmla="*/ 121 w 12"/>
                <a:gd name="T3" fmla="*/ 33 h 6"/>
                <a:gd name="T4" fmla="*/ 0 w 12"/>
                <a:gd name="T5" fmla="*/ 20 h 6"/>
                <a:gd name="T6" fmla="*/ 20 w 12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6" y="0"/>
                  </a:moveTo>
                  <a:cubicBezTo>
                    <a:pt x="9" y="0"/>
                    <a:pt x="11" y="1"/>
                    <a:pt x="12" y="3"/>
                  </a:cubicBezTo>
                  <a:cubicBezTo>
                    <a:pt x="9" y="5"/>
                    <a:pt x="2" y="6"/>
                    <a:pt x="0" y="2"/>
                  </a:cubicBezTo>
                  <a:cubicBezTo>
                    <a:pt x="0" y="1"/>
                    <a:pt x="1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3" name="Freeform 516">
              <a:extLst>
                <a:ext uri="{FF2B5EF4-FFF2-40B4-BE49-F238E27FC236}">
                  <a16:creationId xmlns:a16="http://schemas.microsoft.com/office/drawing/2014/main" id="{F973F2E4-1047-46EB-8E23-53336E342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392"/>
              <a:ext cx="21" cy="16"/>
            </a:xfrm>
            <a:custGeom>
              <a:avLst/>
              <a:gdLst>
                <a:gd name="T0" fmla="*/ 36 w 10"/>
                <a:gd name="T1" fmla="*/ 0 h 7"/>
                <a:gd name="T2" fmla="*/ 92 w 10"/>
                <a:gd name="T3" fmla="*/ 85 h 7"/>
                <a:gd name="T4" fmla="*/ 0 w 10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0"/>
                  </a:moveTo>
                  <a:cubicBezTo>
                    <a:pt x="7" y="2"/>
                    <a:pt x="10" y="4"/>
                    <a:pt x="10" y="7"/>
                  </a:cubicBezTo>
                  <a:cubicBezTo>
                    <a:pt x="7" y="7"/>
                    <a:pt x="2" y="5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4" name="Freeform 517">
              <a:extLst>
                <a:ext uri="{FF2B5EF4-FFF2-40B4-BE49-F238E27FC236}">
                  <a16:creationId xmlns:a16="http://schemas.microsoft.com/office/drawing/2014/main" id="{D36CBC97-A8DC-4A0C-A40D-EE7484DA8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489"/>
              <a:ext cx="125" cy="569"/>
            </a:xfrm>
            <a:custGeom>
              <a:avLst/>
              <a:gdLst>
                <a:gd name="T0" fmla="*/ 0 w 59"/>
                <a:gd name="T1" fmla="*/ 0 h 251"/>
                <a:gd name="T2" fmla="*/ 417 w 59"/>
                <a:gd name="T3" fmla="*/ 2924 h 251"/>
                <a:gd name="T4" fmla="*/ 0 w 59"/>
                <a:gd name="T5" fmla="*/ 0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51">
                  <a:moveTo>
                    <a:pt x="0" y="0"/>
                  </a:moveTo>
                  <a:cubicBezTo>
                    <a:pt x="17" y="21"/>
                    <a:pt x="59" y="109"/>
                    <a:pt x="44" y="251"/>
                  </a:cubicBezTo>
                  <a:cubicBezTo>
                    <a:pt x="40" y="131"/>
                    <a:pt x="42" y="98"/>
                    <a:pt x="0" y="0"/>
                  </a:cubicBezTo>
                  <a:close/>
                </a:path>
              </a:pathLst>
            </a:custGeom>
            <a:solidFill>
              <a:srgbClr val="FB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5" name="Freeform 518">
              <a:extLst>
                <a:ext uri="{FF2B5EF4-FFF2-40B4-BE49-F238E27FC236}">
                  <a16:creationId xmlns:a16="http://schemas.microsoft.com/office/drawing/2014/main" id="{D00F66B5-E109-49CF-A6CD-32861DDC7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884"/>
              <a:ext cx="27" cy="74"/>
            </a:xfrm>
            <a:custGeom>
              <a:avLst/>
              <a:gdLst>
                <a:gd name="T0" fmla="*/ 25 w 13"/>
                <a:gd name="T1" fmla="*/ 372 h 33"/>
                <a:gd name="T2" fmla="*/ 0 w 13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3">
                  <a:moveTo>
                    <a:pt x="3" y="33"/>
                  </a:moveTo>
                  <a:cubicBezTo>
                    <a:pt x="13" y="22"/>
                    <a:pt x="9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6" name="Freeform 519">
              <a:extLst>
                <a:ext uri="{FF2B5EF4-FFF2-40B4-BE49-F238E27FC236}">
                  <a16:creationId xmlns:a16="http://schemas.microsoft.com/office/drawing/2014/main" id="{7A052ED8-EFB2-48DD-B7F8-E145BE535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022"/>
              <a:ext cx="24" cy="73"/>
            </a:xfrm>
            <a:custGeom>
              <a:avLst/>
              <a:gdLst>
                <a:gd name="T0" fmla="*/ 0 w 11"/>
                <a:gd name="T1" fmla="*/ 0 h 32"/>
                <a:gd name="T2" fmla="*/ 0 w 11"/>
                <a:gd name="T3" fmla="*/ 38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6" y="6"/>
                    <a:pt x="11" y="27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7" name="Freeform 520">
              <a:extLst>
                <a:ext uri="{FF2B5EF4-FFF2-40B4-BE49-F238E27FC236}">
                  <a16:creationId xmlns:a16="http://schemas.microsoft.com/office/drawing/2014/main" id="{BC5F5581-1F97-44EC-B979-E20A6C292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154"/>
              <a:ext cx="25" cy="61"/>
            </a:xfrm>
            <a:custGeom>
              <a:avLst/>
              <a:gdLst>
                <a:gd name="T0" fmla="*/ 17 w 12"/>
                <a:gd name="T1" fmla="*/ 0 h 27"/>
                <a:gd name="T2" fmla="*/ 0 w 12"/>
                <a:gd name="T3" fmla="*/ 3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2" y="0"/>
                  </a:moveTo>
                  <a:cubicBezTo>
                    <a:pt x="12" y="7"/>
                    <a:pt x="11" y="26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8" name="Freeform 521">
              <a:extLst>
                <a:ext uri="{FF2B5EF4-FFF2-40B4-BE49-F238E27FC236}">
                  <a16:creationId xmlns:a16="http://schemas.microsoft.com/office/drawing/2014/main" id="{04615952-0DA9-45B8-BDF2-D49402313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53"/>
              <a:ext cx="27" cy="62"/>
            </a:xfrm>
            <a:custGeom>
              <a:avLst/>
              <a:gdLst>
                <a:gd name="T0" fmla="*/ 64 w 13"/>
                <a:gd name="T1" fmla="*/ 0 h 27"/>
                <a:gd name="T2" fmla="*/ 0 w 13"/>
                <a:gd name="T3" fmla="*/ 32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7" y="0"/>
                  </a:moveTo>
                  <a:cubicBezTo>
                    <a:pt x="13" y="8"/>
                    <a:pt x="10" y="25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9" name="Freeform 522">
              <a:extLst>
                <a:ext uri="{FF2B5EF4-FFF2-40B4-BE49-F238E27FC236}">
                  <a16:creationId xmlns:a16="http://schemas.microsoft.com/office/drawing/2014/main" id="{0F4C4AE8-24D6-4661-8A69-3ACE496F5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355"/>
              <a:ext cx="21" cy="59"/>
            </a:xfrm>
            <a:custGeom>
              <a:avLst/>
              <a:gdLst>
                <a:gd name="T0" fmla="*/ 48 w 10"/>
                <a:gd name="T1" fmla="*/ 0 h 26"/>
                <a:gd name="T2" fmla="*/ 0 w 10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5" y="0"/>
                  </a:moveTo>
                  <a:cubicBezTo>
                    <a:pt x="10" y="7"/>
                    <a:pt x="9" y="25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0" name="Freeform 523">
              <a:extLst>
                <a:ext uri="{FF2B5EF4-FFF2-40B4-BE49-F238E27FC236}">
                  <a16:creationId xmlns:a16="http://schemas.microsoft.com/office/drawing/2014/main" id="{9F07B462-78DC-4FE2-B054-29D9A028D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464"/>
              <a:ext cx="34" cy="82"/>
            </a:xfrm>
            <a:custGeom>
              <a:avLst/>
              <a:gdLst>
                <a:gd name="T0" fmla="*/ 49 w 16"/>
                <a:gd name="T1" fmla="*/ 0 h 36"/>
                <a:gd name="T2" fmla="*/ 0 w 16"/>
                <a:gd name="T3" fmla="*/ 42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6">
                  <a:moveTo>
                    <a:pt x="5" y="0"/>
                  </a:moveTo>
                  <a:cubicBezTo>
                    <a:pt x="8" y="6"/>
                    <a:pt x="16" y="22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1" name="Freeform 524">
              <a:extLst>
                <a:ext uri="{FF2B5EF4-FFF2-40B4-BE49-F238E27FC236}">
                  <a16:creationId xmlns:a16="http://schemas.microsoft.com/office/drawing/2014/main" id="{2268046B-7A6C-4A50-87C2-ADE5B9726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934"/>
              <a:ext cx="76" cy="102"/>
            </a:xfrm>
            <a:custGeom>
              <a:avLst/>
              <a:gdLst>
                <a:gd name="T0" fmla="*/ 152 w 36"/>
                <a:gd name="T1" fmla="*/ 36 h 45"/>
                <a:gd name="T2" fmla="*/ 177 w 36"/>
                <a:gd name="T3" fmla="*/ 487 h 45"/>
                <a:gd name="T4" fmla="*/ 152 w 36"/>
                <a:gd name="T5" fmla="*/ 3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5">
                  <a:moveTo>
                    <a:pt x="16" y="3"/>
                  </a:moveTo>
                  <a:cubicBezTo>
                    <a:pt x="36" y="3"/>
                    <a:pt x="35" y="45"/>
                    <a:pt x="19" y="42"/>
                  </a:cubicBezTo>
                  <a:cubicBezTo>
                    <a:pt x="2" y="40"/>
                    <a:pt x="0" y="0"/>
                    <a:pt x="16" y="3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302" name="Freeform 525">
              <a:extLst>
                <a:ext uri="{FF2B5EF4-FFF2-40B4-BE49-F238E27FC236}">
                  <a16:creationId xmlns:a16="http://schemas.microsoft.com/office/drawing/2014/main" id="{9A711DEE-1036-4EF6-B394-6F1CF324D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067"/>
              <a:ext cx="77" cy="102"/>
            </a:xfrm>
            <a:custGeom>
              <a:avLst/>
              <a:gdLst>
                <a:gd name="T0" fmla="*/ 188 w 36"/>
                <a:gd name="T1" fmla="*/ 73 h 45"/>
                <a:gd name="T2" fmla="*/ 137 w 36"/>
                <a:gd name="T3" fmla="*/ 487 h 45"/>
                <a:gd name="T4" fmla="*/ 188 w 36"/>
                <a:gd name="T5" fmla="*/ 7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5">
                  <a:moveTo>
                    <a:pt x="19" y="6"/>
                  </a:moveTo>
                  <a:cubicBezTo>
                    <a:pt x="36" y="13"/>
                    <a:pt x="29" y="45"/>
                    <a:pt x="14" y="42"/>
                  </a:cubicBezTo>
                  <a:cubicBezTo>
                    <a:pt x="0" y="38"/>
                    <a:pt x="2" y="0"/>
                    <a:pt x="19" y="6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303" name="Freeform 526">
              <a:extLst>
                <a:ext uri="{FF2B5EF4-FFF2-40B4-BE49-F238E27FC236}">
                  <a16:creationId xmlns:a16="http://schemas.microsoft.com/office/drawing/2014/main" id="{E4D6D883-14B1-4BBD-A846-6328256BD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181"/>
              <a:ext cx="77" cy="90"/>
            </a:xfrm>
            <a:custGeom>
              <a:avLst/>
              <a:gdLst>
                <a:gd name="T0" fmla="*/ 188 w 36"/>
                <a:gd name="T1" fmla="*/ 72 h 40"/>
                <a:gd name="T2" fmla="*/ 128 w 36"/>
                <a:gd name="T3" fmla="*/ 410 h 40"/>
                <a:gd name="T4" fmla="*/ 188 w 36"/>
                <a:gd name="T5" fmla="*/ 7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0">
                  <a:moveTo>
                    <a:pt x="19" y="6"/>
                  </a:moveTo>
                  <a:cubicBezTo>
                    <a:pt x="36" y="13"/>
                    <a:pt x="27" y="40"/>
                    <a:pt x="13" y="36"/>
                  </a:cubicBezTo>
                  <a:cubicBezTo>
                    <a:pt x="0" y="33"/>
                    <a:pt x="3" y="0"/>
                    <a:pt x="19" y="6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304" name="Freeform 527">
              <a:extLst>
                <a:ext uri="{FF2B5EF4-FFF2-40B4-BE49-F238E27FC236}">
                  <a16:creationId xmlns:a16="http://schemas.microsoft.com/office/drawing/2014/main" id="{05C0F48B-B1A2-42CC-A9D2-E4E5B69FF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283"/>
              <a:ext cx="79" cy="86"/>
            </a:xfrm>
            <a:custGeom>
              <a:avLst/>
              <a:gdLst>
                <a:gd name="T0" fmla="*/ 188 w 37"/>
                <a:gd name="T1" fmla="*/ 72 h 38"/>
                <a:gd name="T2" fmla="*/ 120 w 37"/>
                <a:gd name="T3" fmla="*/ 394 h 38"/>
                <a:gd name="T4" fmla="*/ 188 w 37"/>
                <a:gd name="T5" fmla="*/ 7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8">
                  <a:moveTo>
                    <a:pt x="19" y="6"/>
                  </a:moveTo>
                  <a:cubicBezTo>
                    <a:pt x="37" y="13"/>
                    <a:pt x="24" y="38"/>
                    <a:pt x="12" y="34"/>
                  </a:cubicBezTo>
                  <a:cubicBezTo>
                    <a:pt x="0" y="29"/>
                    <a:pt x="3" y="0"/>
                    <a:pt x="19" y="6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305" name="Freeform 528">
              <a:extLst>
                <a:ext uri="{FF2B5EF4-FFF2-40B4-BE49-F238E27FC236}">
                  <a16:creationId xmlns:a16="http://schemas.microsoft.com/office/drawing/2014/main" id="{B460BC1C-41BF-4ECD-A0DF-F69FFB377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396"/>
              <a:ext cx="71" cy="93"/>
            </a:xfrm>
            <a:custGeom>
              <a:avLst/>
              <a:gdLst>
                <a:gd name="T0" fmla="*/ 209 w 33"/>
                <a:gd name="T1" fmla="*/ 73 h 41"/>
                <a:gd name="T2" fmla="*/ 101 w 33"/>
                <a:gd name="T3" fmla="*/ 361 h 41"/>
                <a:gd name="T4" fmla="*/ 209 w 33"/>
                <a:gd name="T5" fmla="*/ 7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1">
                  <a:moveTo>
                    <a:pt x="21" y="6"/>
                  </a:moveTo>
                  <a:cubicBezTo>
                    <a:pt x="33" y="18"/>
                    <a:pt x="19" y="41"/>
                    <a:pt x="10" y="31"/>
                  </a:cubicBezTo>
                  <a:cubicBezTo>
                    <a:pt x="0" y="21"/>
                    <a:pt x="9" y="0"/>
                    <a:pt x="21" y="6"/>
                  </a:cubicBezTo>
                  <a:close/>
                </a:path>
              </a:pathLst>
            </a:custGeom>
            <a:solidFill>
              <a:srgbClr val="FFECC7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306" name="Freeform 529">
              <a:extLst>
                <a:ext uri="{FF2B5EF4-FFF2-40B4-BE49-F238E27FC236}">
                  <a16:creationId xmlns:a16="http://schemas.microsoft.com/office/drawing/2014/main" id="{1AAC5638-0611-4B1F-9B23-5B3339C1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727"/>
              <a:ext cx="21" cy="59"/>
            </a:xfrm>
            <a:custGeom>
              <a:avLst/>
              <a:gdLst>
                <a:gd name="T0" fmla="*/ 0 w 10"/>
                <a:gd name="T1" fmla="*/ 0 h 26"/>
                <a:gd name="T2" fmla="*/ 76 w 10"/>
                <a:gd name="T3" fmla="*/ 304 h 26"/>
                <a:gd name="T4" fmla="*/ 48 w 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0" y="0"/>
                    <a:pt x="8" y="18"/>
                    <a:pt x="8" y="26"/>
                  </a:cubicBezTo>
                  <a:cubicBezTo>
                    <a:pt x="10" y="16"/>
                    <a:pt x="5" y="0"/>
                    <a:pt x="5" y="0"/>
                  </a:cubicBezTo>
                </a:path>
              </a:pathLst>
            </a:custGeom>
            <a:solidFill>
              <a:srgbClr val="FFE824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307" name="Freeform 530">
              <a:extLst>
                <a:ext uri="{FF2B5EF4-FFF2-40B4-BE49-F238E27FC236}">
                  <a16:creationId xmlns:a16="http://schemas.microsoft.com/office/drawing/2014/main" id="{17D7DB67-5C54-421A-96BB-13869D605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727"/>
              <a:ext cx="21" cy="59"/>
            </a:xfrm>
            <a:custGeom>
              <a:avLst/>
              <a:gdLst>
                <a:gd name="T0" fmla="*/ 0 w 10"/>
                <a:gd name="T1" fmla="*/ 0 h 26"/>
                <a:gd name="T2" fmla="*/ 76 w 10"/>
                <a:gd name="T3" fmla="*/ 304 h 26"/>
                <a:gd name="T4" fmla="*/ 48 w 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0" y="0"/>
                    <a:pt x="8" y="18"/>
                    <a:pt x="8" y="26"/>
                  </a:cubicBezTo>
                  <a:cubicBezTo>
                    <a:pt x="10" y="16"/>
                    <a:pt x="5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8" name="Freeform 531">
              <a:extLst>
                <a:ext uri="{FF2B5EF4-FFF2-40B4-BE49-F238E27FC236}">
                  <a16:creationId xmlns:a16="http://schemas.microsoft.com/office/drawing/2014/main" id="{7B7F4C60-3A05-43CF-9ECC-15FB71564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457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9" name="Freeform 532">
              <a:extLst>
                <a:ext uri="{FF2B5EF4-FFF2-40B4-BE49-F238E27FC236}">
                  <a16:creationId xmlns:a16="http://schemas.microsoft.com/office/drawing/2014/main" id="{3F689AB2-31C2-41DE-8403-99D067A5A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482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0" name="Freeform 533">
              <a:extLst>
                <a:ext uri="{FF2B5EF4-FFF2-40B4-BE49-F238E27FC236}">
                  <a16:creationId xmlns:a16="http://schemas.microsoft.com/office/drawing/2014/main" id="{C45F07C4-0D4A-4C38-9BCF-22AD51DD8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464"/>
              <a:ext cx="4" cy="7"/>
            </a:xfrm>
            <a:custGeom>
              <a:avLst/>
              <a:gdLst>
                <a:gd name="T0" fmla="*/ 16 w 2"/>
                <a:gd name="T1" fmla="*/ 0 h 3"/>
                <a:gd name="T2" fmla="*/ 16 w 2"/>
                <a:gd name="T3" fmla="*/ 37 h 3"/>
                <a:gd name="T4" fmla="*/ 16 w 2"/>
                <a:gd name="T5" fmla="*/ 0 h 3"/>
                <a:gd name="T6" fmla="*/ 16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1" name="Freeform 534">
              <a:extLst>
                <a:ext uri="{FF2B5EF4-FFF2-40B4-BE49-F238E27FC236}">
                  <a16:creationId xmlns:a16="http://schemas.microsoft.com/office/drawing/2014/main" id="{40545BF0-E8AF-4C86-BF85-640D74D4C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496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2" name="Freeform 535">
              <a:extLst>
                <a:ext uri="{FF2B5EF4-FFF2-40B4-BE49-F238E27FC236}">
                  <a16:creationId xmlns:a16="http://schemas.microsoft.com/office/drawing/2014/main" id="{748D224F-4392-4055-AB2F-4E6C4A6CE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446"/>
              <a:ext cx="5" cy="2"/>
            </a:xfrm>
            <a:custGeom>
              <a:avLst/>
              <a:gdLst>
                <a:gd name="T0" fmla="*/ 33 w 2"/>
                <a:gd name="T1" fmla="*/ 8 h 1"/>
                <a:gd name="T2" fmla="*/ 20 w 2"/>
                <a:gd name="T3" fmla="*/ 8 h 1"/>
                <a:gd name="T4" fmla="*/ 20 w 2"/>
                <a:gd name="T5" fmla="*/ 0 h 1"/>
                <a:gd name="T6" fmla="*/ 20 w 2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1" y="0"/>
                    <a:pt x="0" y="1"/>
                    <a:pt x="1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3" name="Freeform 536">
              <a:extLst>
                <a:ext uri="{FF2B5EF4-FFF2-40B4-BE49-F238E27FC236}">
                  <a16:creationId xmlns:a16="http://schemas.microsoft.com/office/drawing/2014/main" id="{BEBFEB3E-1525-4636-BCEC-2F0981040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500"/>
              <a:ext cx="4" cy="3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0 h 1"/>
                <a:gd name="T4" fmla="*/ 16 w 2"/>
                <a:gd name="T5" fmla="*/ 27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0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4" name="Freeform 537">
              <a:extLst>
                <a:ext uri="{FF2B5EF4-FFF2-40B4-BE49-F238E27FC236}">
                  <a16:creationId xmlns:a16="http://schemas.microsoft.com/office/drawing/2014/main" id="{934F05CE-94FB-43AD-B31E-C2FF37688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478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16 h 2"/>
                <a:gd name="T4" fmla="*/ 8 w 1"/>
                <a:gd name="T5" fmla="*/ 16 h 2"/>
                <a:gd name="T6" fmla="*/ 0 w 1"/>
                <a:gd name="T7" fmla="*/ 0 h 2"/>
                <a:gd name="T8" fmla="*/ 8 w 1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0" y="1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5" name="Freeform 538">
              <a:extLst>
                <a:ext uri="{FF2B5EF4-FFF2-40B4-BE49-F238E27FC236}">
                  <a16:creationId xmlns:a16="http://schemas.microsoft.com/office/drawing/2014/main" id="{9FAA3818-4407-494E-A948-94C9ABC4F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455"/>
              <a:ext cx="7" cy="9"/>
            </a:xfrm>
            <a:custGeom>
              <a:avLst/>
              <a:gdLst>
                <a:gd name="T0" fmla="*/ 28 w 3"/>
                <a:gd name="T1" fmla="*/ 25 h 4"/>
                <a:gd name="T2" fmla="*/ 28 w 3"/>
                <a:gd name="T3" fmla="*/ 45 h 4"/>
                <a:gd name="T4" fmla="*/ 12 w 3"/>
                <a:gd name="T5" fmla="*/ 0 h 4"/>
                <a:gd name="T6" fmla="*/ 28 w 3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3" y="3"/>
                    <a:pt x="3" y="3"/>
                    <a:pt x="2" y="4"/>
                  </a:cubicBezTo>
                  <a:cubicBezTo>
                    <a:pt x="0" y="3"/>
                    <a:pt x="0" y="2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6" name="Freeform 539">
              <a:extLst>
                <a:ext uri="{FF2B5EF4-FFF2-40B4-BE49-F238E27FC236}">
                  <a16:creationId xmlns:a16="http://schemas.microsoft.com/office/drawing/2014/main" id="{6A76CA31-4FD3-49FE-979B-A49C3A8B6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478"/>
              <a:ext cx="2" cy="4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16 h 2"/>
                <a:gd name="T4" fmla="*/ 0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7" name="Freeform 540">
              <a:extLst>
                <a:ext uri="{FF2B5EF4-FFF2-40B4-BE49-F238E27FC236}">
                  <a16:creationId xmlns:a16="http://schemas.microsoft.com/office/drawing/2014/main" id="{1DD72456-0B42-49E3-94A5-5D69A9D25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464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8" name="Freeform 541">
              <a:extLst>
                <a:ext uri="{FF2B5EF4-FFF2-40B4-BE49-F238E27FC236}">
                  <a16:creationId xmlns:a16="http://schemas.microsoft.com/office/drawing/2014/main" id="{240D0D85-BE0E-4070-BFD3-683919629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478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9" name="Freeform 542">
              <a:extLst>
                <a:ext uri="{FF2B5EF4-FFF2-40B4-BE49-F238E27FC236}">
                  <a16:creationId xmlns:a16="http://schemas.microsoft.com/office/drawing/2014/main" id="{15794076-43D5-495C-8371-66D48D2B4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444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16 h 2"/>
                <a:gd name="T4" fmla="*/ 0 w 1"/>
                <a:gd name="T5" fmla="*/ 8 h 2"/>
                <a:gd name="T6" fmla="*/ 8 w 1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0" name="Freeform 543">
              <a:extLst>
                <a:ext uri="{FF2B5EF4-FFF2-40B4-BE49-F238E27FC236}">
                  <a16:creationId xmlns:a16="http://schemas.microsoft.com/office/drawing/2014/main" id="{407742A8-6269-4D2E-B1D6-D1570F8DF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498"/>
              <a:ext cx="2" cy="5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20 h 2"/>
                <a:gd name="T4" fmla="*/ 8 w 1"/>
                <a:gd name="T5" fmla="*/ 33 h 2"/>
                <a:gd name="T6" fmla="*/ 0 w 1"/>
                <a:gd name="T7" fmla="*/ 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1" name="Freeform 544">
              <a:extLst>
                <a:ext uri="{FF2B5EF4-FFF2-40B4-BE49-F238E27FC236}">
                  <a16:creationId xmlns:a16="http://schemas.microsoft.com/office/drawing/2014/main" id="{31B8D240-2561-45A2-8558-25427B9E4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496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2" name="Freeform 545">
              <a:extLst>
                <a:ext uri="{FF2B5EF4-FFF2-40B4-BE49-F238E27FC236}">
                  <a16:creationId xmlns:a16="http://schemas.microsoft.com/office/drawing/2014/main" id="{5481BD6C-EC90-46C8-B166-2CD977628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260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3" name="Freeform 546">
              <a:extLst>
                <a:ext uri="{FF2B5EF4-FFF2-40B4-BE49-F238E27FC236}">
                  <a16:creationId xmlns:a16="http://schemas.microsoft.com/office/drawing/2014/main" id="{0B7EA484-3BBE-4F90-B0F8-95498DCE3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285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4" name="Freeform 547">
              <a:extLst>
                <a:ext uri="{FF2B5EF4-FFF2-40B4-BE49-F238E27FC236}">
                  <a16:creationId xmlns:a16="http://schemas.microsoft.com/office/drawing/2014/main" id="{EB84F2DE-8F35-457D-8569-740B8F4BF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267"/>
              <a:ext cx="4" cy="7"/>
            </a:xfrm>
            <a:custGeom>
              <a:avLst/>
              <a:gdLst>
                <a:gd name="T0" fmla="*/ 8 w 2"/>
                <a:gd name="T1" fmla="*/ 0 h 3"/>
                <a:gd name="T2" fmla="*/ 16 w 2"/>
                <a:gd name="T3" fmla="*/ 37 h 3"/>
                <a:gd name="T4" fmla="*/ 16 w 2"/>
                <a:gd name="T5" fmla="*/ 0 h 3"/>
                <a:gd name="T6" fmla="*/ 8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2" y="1"/>
                    <a:pt x="2" y="1"/>
                    <a:pt x="1" y="2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5" name="Freeform 548">
              <a:extLst>
                <a:ext uri="{FF2B5EF4-FFF2-40B4-BE49-F238E27FC236}">
                  <a16:creationId xmlns:a16="http://schemas.microsoft.com/office/drawing/2014/main" id="{A71DD7BF-1A71-483F-9EC9-3E213B291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29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6" name="Freeform 549">
              <a:extLst>
                <a:ext uri="{FF2B5EF4-FFF2-40B4-BE49-F238E27FC236}">
                  <a16:creationId xmlns:a16="http://schemas.microsoft.com/office/drawing/2014/main" id="{7ED15400-E02F-46CD-8CDE-690700CB2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303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0 h 1"/>
                <a:gd name="T4" fmla="*/ 16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7" name="Freeform 550">
              <a:extLst>
                <a:ext uri="{FF2B5EF4-FFF2-40B4-BE49-F238E27FC236}">
                  <a16:creationId xmlns:a16="http://schemas.microsoft.com/office/drawing/2014/main" id="{1FCC1281-2B19-4078-B8D5-0A0BAA441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280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w 1"/>
                <a:gd name="T5" fmla="*/ 33 h 2"/>
                <a:gd name="T6" fmla="*/ 0 w 1"/>
                <a:gd name="T7" fmla="*/ 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8" name="Freeform 551">
              <a:extLst>
                <a:ext uri="{FF2B5EF4-FFF2-40B4-BE49-F238E27FC236}">
                  <a16:creationId xmlns:a16="http://schemas.microsoft.com/office/drawing/2014/main" id="{08AF9390-91F9-4DB6-9A39-140072DDB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258"/>
              <a:ext cx="5" cy="9"/>
            </a:xfrm>
            <a:custGeom>
              <a:avLst/>
              <a:gdLst>
                <a:gd name="T0" fmla="*/ 33 w 2"/>
                <a:gd name="T1" fmla="*/ 25 h 4"/>
                <a:gd name="T2" fmla="*/ 33 w 2"/>
                <a:gd name="T3" fmla="*/ 45 h 4"/>
                <a:gd name="T4" fmla="*/ 20 w 2"/>
                <a:gd name="T5" fmla="*/ 0 h 4"/>
                <a:gd name="T6" fmla="*/ 33 w 2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2"/>
                  </a:moveTo>
                  <a:cubicBezTo>
                    <a:pt x="2" y="3"/>
                    <a:pt x="2" y="3"/>
                    <a:pt x="2" y="4"/>
                  </a:cubicBezTo>
                  <a:cubicBezTo>
                    <a:pt x="0" y="3"/>
                    <a:pt x="0" y="2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9" name="Freeform 552">
              <a:extLst>
                <a:ext uri="{FF2B5EF4-FFF2-40B4-BE49-F238E27FC236}">
                  <a16:creationId xmlns:a16="http://schemas.microsoft.com/office/drawing/2014/main" id="{375FC308-2232-40D9-97DE-F72FE052C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280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0" name="Freeform 553">
              <a:extLst>
                <a:ext uri="{FF2B5EF4-FFF2-40B4-BE49-F238E27FC236}">
                  <a16:creationId xmlns:a16="http://schemas.microsoft.com/office/drawing/2014/main" id="{668740EC-B9D2-463D-A71B-C0F70F3E0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267"/>
              <a:ext cx="4" cy="1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1" name="Freeform 554">
              <a:extLst>
                <a:ext uri="{FF2B5EF4-FFF2-40B4-BE49-F238E27FC236}">
                  <a16:creationId xmlns:a16="http://schemas.microsoft.com/office/drawing/2014/main" id="{8375158C-DEBA-4DC1-A17A-3CD0EDF02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280"/>
              <a:ext cx="4" cy="3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27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2" name="Freeform 555">
              <a:extLst>
                <a:ext uri="{FF2B5EF4-FFF2-40B4-BE49-F238E27FC236}">
                  <a16:creationId xmlns:a16="http://schemas.microsoft.com/office/drawing/2014/main" id="{507E5DBA-D6BD-4CEF-AADC-03C4D63A7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301"/>
              <a:ext cx="4" cy="4"/>
            </a:xfrm>
            <a:custGeom>
              <a:avLst/>
              <a:gdLst>
                <a:gd name="T0" fmla="*/ 16 w 2"/>
                <a:gd name="T1" fmla="*/ 0 h 2"/>
                <a:gd name="T2" fmla="*/ 16 w 2"/>
                <a:gd name="T3" fmla="*/ 8 h 2"/>
                <a:gd name="T4" fmla="*/ 16 w 2"/>
                <a:gd name="T5" fmla="*/ 16 h 2"/>
                <a:gd name="T6" fmla="*/ 0 w 2"/>
                <a:gd name="T7" fmla="*/ 0 h 2"/>
                <a:gd name="T8" fmla="*/ 8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0"/>
                    <a:pt x="2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3" name="Freeform 556">
              <a:extLst>
                <a:ext uri="{FF2B5EF4-FFF2-40B4-BE49-F238E27FC236}">
                  <a16:creationId xmlns:a16="http://schemas.microsoft.com/office/drawing/2014/main" id="{53A3AB7A-46B7-4164-BB30-90FBD2C4E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29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4" name="Freeform 557">
              <a:extLst>
                <a:ext uri="{FF2B5EF4-FFF2-40B4-BE49-F238E27FC236}">
                  <a16:creationId xmlns:a16="http://schemas.microsoft.com/office/drawing/2014/main" id="{B5757950-EA21-4F84-830E-87445F47C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054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5" name="Freeform 558">
              <a:extLst>
                <a:ext uri="{FF2B5EF4-FFF2-40B4-BE49-F238E27FC236}">
                  <a16:creationId xmlns:a16="http://schemas.microsoft.com/office/drawing/2014/main" id="{494786A5-1695-4F32-8A15-84D3AC050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078"/>
              <a:ext cx="2" cy="5"/>
            </a:xfrm>
            <a:custGeom>
              <a:avLst/>
              <a:gdLst>
                <a:gd name="T0" fmla="*/ 8 w 1"/>
                <a:gd name="T1" fmla="*/ 20 h 2"/>
                <a:gd name="T2" fmla="*/ 0 w 1"/>
                <a:gd name="T3" fmla="*/ 0 h 2"/>
                <a:gd name="T4" fmla="*/ 8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0"/>
                    <a:pt x="0" y="2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6" name="Freeform 559">
              <a:extLst>
                <a:ext uri="{FF2B5EF4-FFF2-40B4-BE49-F238E27FC236}">
                  <a16:creationId xmlns:a16="http://schemas.microsoft.com/office/drawing/2014/main" id="{F461CA03-1B5B-498B-92DF-A10B17CCC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060"/>
              <a:ext cx="4" cy="7"/>
            </a:xfrm>
            <a:custGeom>
              <a:avLst/>
              <a:gdLst>
                <a:gd name="T0" fmla="*/ 8 w 2"/>
                <a:gd name="T1" fmla="*/ 12 h 3"/>
                <a:gd name="T2" fmla="*/ 8 w 2"/>
                <a:gd name="T3" fmla="*/ 37 h 3"/>
                <a:gd name="T4" fmla="*/ 16 w 2"/>
                <a:gd name="T5" fmla="*/ 0 h 3"/>
                <a:gd name="T6" fmla="*/ 8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2"/>
                    <a:pt x="2" y="2"/>
                    <a:pt x="1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2" y="1"/>
                    <a:pt x="2" y="1"/>
                    <a:pt x="1" y="2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7" name="Freeform 560">
              <a:extLst>
                <a:ext uri="{FF2B5EF4-FFF2-40B4-BE49-F238E27FC236}">
                  <a16:creationId xmlns:a16="http://schemas.microsoft.com/office/drawing/2014/main" id="{E231F4AE-E493-4E82-94FB-7BE0D5624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092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8" name="Freeform 561">
              <a:extLst>
                <a:ext uri="{FF2B5EF4-FFF2-40B4-BE49-F238E27FC236}">
                  <a16:creationId xmlns:a16="http://schemas.microsoft.com/office/drawing/2014/main" id="{5E5B0AF2-B8C5-4306-91C9-EE9A29016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097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0 h 1"/>
                <a:gd name="T4" fmla="*/ 16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9" name="Freeform 562">
              <a:extLst>
                <a:ext uri="{FF2B5EF4-FFF2-40B4-BE49-F238E27FC236}">
                  <a16:creationId xmlns:a16="http://schemas.microsoft.com/office/drawing/2014/main" id="{3DC6D207-51A4-493E-8355-C39670701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074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16 h 2"/>
                <a:gd name="T4" fmla="*/ 0 w 1"/>
                <a:gd name="T5" fmla="*/ 16 h 2"/>
                <a:gd name="T6" fmla="*/ 0 w 1"/>
                <a:gd name="T7" fmla="*/ 0 h 2"/>
                <a:gd name="T8" fmla="*/ 0 w 1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0" name="Freeform 563">
              <a:extLst>
                <a:ext uri="{FF2B5EF4-FFF2-40B4-BE49-F238E27FC236}">
                  <a16:creationId xmlns:a16="http://schemas.microsoft.com/office/drawing/2014/main" id="{37E20DE3-1DCF-42A8-B1BF-C58CFC236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051"/>
              <a:ext cx="4" cy="9"/>
            </a:xfrm>
            <a:custGeom>
              <a:avLst/>
              <a:gdLst>
                <a:gd name="T0" fmla="*/ 16 w 2"/>
                <a:gd name="T1" fmla="*/ 25 h 4"/>
                <a:gd name="T2" fmla="*/ 16 w 2"/>
                <a:gd name="T3" fmla="*/ 45 h 4"/>
                <a:gd name="T4" fmla="*/ 8 w 2"/>
                <a:gd name="T5" fmla="*/ 0 h 4"/>
                <a:gd name="T6" fmla="*/ 16 w 2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2"/>
                  </a:moveTo>
                  <a:cubicBezTo>
                    <a:pt x="2" y="3"/>
                    <a:pt x="2" y="3"/>
                    <a:pt x="2" y="4"/>
                  </a:cubicBezTo>
                  <a:cubicBezTo>
                    <a:pt x="0" y="3"/>
                    <a:pt x="0" y="2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1" name="Freeform 564">
              <a:extLst>
                <a:ext uri="{FF2B5EF4-FFF2-40B4-BE49-F238E27FC236}">
                  <a16:creationId xmlns:a16="http://schemas.microsoft.com/office/drawing/2014/main" id="{1A2AB30D-0D19-4984-89A6-3CB466DA6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074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16 h 2"/>
                <a:gd name="T4" fmla="*/ 0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2" name="Freeform 565">
              <a:extLst>
                <a:ext uri="{FF2B5EF4-FFF2-40B4-BE49-F238E27FC236}">
                  <a16:creationId xmlns:a16="http://schemas.microsoft.com/office/drawing/2014/main" id="{3A342CD8-13DC-4F0E-81B4-73B762808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060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3" name="Freeform 566">
              <a:extLst>
                <a:ext uri="{FF2B5EF4-FFF2-40B4-BE49-F238E27FC236}">
                  <a16:creationId xmlns:a16="http://schemas.microsoft.com/office/drawing/2014/main" id="{F5A806A3-549A-492D-AC6B-F20D713FF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074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4" name="Freeform 567">
              <a:extLst>
                <a:ext uri="{FF2B5EF4-FFF2-40B4-BE49-F238E27FC236}">
                  <a16:creationId xmlns:a16="http://schemas.microsoft.com/office/drawing/2014/main" id="{A9AA6740-D6B0-4639-938D-FBAD8408E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094"/>
              <a:ext cx="4" cy="5"/>
            </a:xfrm>
            <a:custGeom>
              <a:avLst/>
              <a:gdLst>
                <a:gd name="T0" fmla="*/ 16 w 2"/>
                <a:gd name="T1" fmla="*/ 0 h 2"/>
                <a:gd name="T2" fmla="*/ 16 w 2"/>
                <a:gd name="T3" fmla="*/ 20 h 2"/>
                <a:gd name="T4" fmla="*/ 16 w 2"/>
                <a:gd name="T5" fmla="*/ 33 h 2"/>
                <a:gd name="T6" fmla="*/ 0 w 2"/>
                <a:gd name="T7" fmla="*/ 0 h 2"/>
                <a:gd name="T8" fmla="*/ 8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0"/>
                    <a:pt x="2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5" name="Freeform 568">
              <a:extLst>
                <a:ext uri="{FF2B5EF4-FFF2-40B4-BE49-F238E27FC236}">
                  <a16:creationId xmlns:a16="http://schemas.microsoft.com/office/drawing/2014/main" id="{BB268B4B-2E24-4696-BD8B-007694377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092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6" name="Freeform 569">
              <a:extLst>
                <a:ext uri="{FF2B5EF4-FFF2-40B4-BE49-F238E27FC236}">
                  <a16:creationId xmlns:a16="http://schemas.microsoft.com/office/drawing/2014/main" id="{B8070FF9-B775-4040-BCDF-9A9FF40E2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840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7" name="Freeform 570">
              <a:extLst>
                <a:ext uri="{FF2B5EF4-FFF2-40B4-BE49-F238E27FC236}">
                  <a16:creationId xmlns:a16="http://schemas.microsoft.com/office/drawing/2014/main" id="{C3BDE3C6-A26B-481A-B83B-F46F7F087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865"/>
              <a:ext cx="4" cy="5"/>
            </a:xfrm>
            <a:custGeom>
              <a:avLst/>
              <a:gdLst>
                <a:gd name="T0" fmla="*/ 16 w 2"/>
                <a:gd name="T1" fmla="*/ 20 h 2"/>
                <a:gd name="T2" fmla="*/ 0 w 2"/>
                <a:gd name="T3" fmla="*/ 0 h 2"/>
                <a:gd name="T4" fmla="*/ 16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2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8" name="Freeform 571">
              <a:extLst>
                <a:ext uri="{FF2B5EF4-FFF2-40B4-BE49-F238E27FC236}">
                  <a16:creationId xmlns:a16="http://schemas.microsoft.com/office/drawing/2014/main" id="{64413DB3-CD60-4D27-9182-23504887F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849"/>
              <a:ext cx="7" cy="5"/>
            </a:xfrm>
            <a:custGeom>
              <a:avLst/>
              <a:gdLst>
                <a:gd name="T0" fmla="*/ 28 w 3"/>
                <a:gd name="T1" fmla="*/ 0 h 2"/>
                <a:gd name="T2" fmla="*/ 28 w 3"/>
                <a:gd name="T3" fmla="*/ 33 h 2"/>
                <a:gd name="T4" fmla="*/ 28 w 3"/>
                <a:gd name="T5" fmla="*/ 0 h 2"/>
                <a:gd name="T6" fmla="*/ 28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1"/>
                    <a:pt x="3" y="1"/>
                    <a:pt x="2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9" name="Freeform 572">
              <a:extLst>
                <a:ext uri="{FF2B5EF4-FFF2-40B4-BE49-F238E27FC236}">
                  <a16:creationId xmlns:a16="http://schemas.microsoft.com/office/drawing/2014/main" id="{D3CE797D-06FE-4C26-A5E0-9D4232A1F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879"/>
              <a:ext cx="4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0" name="Freeform 573">
              <a:extLst>
                <a:ext uri="{FF2B5EF4-FFF2-40B4-BE49-F238E27FC236}">
                  <a16:creationId xmlns:a16="http://schemas.microsoft.com/office/drawing/2014/main" id="{03AD308E-5F05-4C91-B73D-23F66F0EA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883"/>
              <a:ext cx="5" cy="5"/>
            </a:xfrm>
            <a:custGeom>
              <a:avLst/>
              <a:gdLst>
                <a:gd name="T0" fmla="*/ 33 w 2"/>
                <a:gd name="T1" fmla="*/ 0 h 2"/>
                <a:gd name="T2" fmla="*/ 20 w 2"/>
                <a:gd name="T3" fmla="*/ 0 h 2"/>
                <a:gd name="T4" fmla="*/ 33 w 2"/>
                <a:gd name="T5" fmla="*/ 20 h 2"/>
                <a:gd name="T6" fmla="*/ 33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0" y="1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1" name="Freeform 574">
              <a:extLst>
                <a:ext uri="{FF2B5EF4-FFF2-40B4-BE49-F238E27FC236}">
                  <a16:creationId xmlns:a16="http://schemas.microsoft.com/office/drawing/2014/main" id="{7076D93B-AF25-490D-B046-5B896525E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861"/>
              <a:ext cx="2" cy="7"/>
            </a:xfrm>
            <a:custGeom>
              <a:avLst/>
              <a:gdLst>
                <a:gd name="T0" fmla="*/ 8 w 1"/>
                <a:gd name="T1" fmla="*/ 0 h 3"/>
                <a:gd name="T2" fmla="*/ 8 w 1"/>
                <a:gd name="T3" fmla="*/ 28 h 3"/>
                <a:gd name="T4" fmla="*/ 8 w 1"/>
                <a:gd name="T5" fmla="*/ 37 h 3"/>
                <a:gd name="T6" fmla="*/ 0 w 1"/>
                <a:gd name="T7" fmla="*/ 12 h 3"/>
                <a:gd name="T8" fmla="*/ 8 w 1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2" name="Freeform 575">
              <a:extLst>
                <a:ext uri="{FF2B5EF4-FFF2-40B4-BE49-F238E27FC236}">
                  <a16:creationId xmlns:a16="http://schemas.microsoft.com/office/drawing/2014/main" id="{8761E5A9-7C22-49BA-A8C5-38F13CC2B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840"/>
              <a:ext cx="6" cy="7"/>
            </a:xfrm>
            <a:custGeom>
              <a:avLst/>
              <a:gdLst>
                <a:gd name="T0" fmla="*/ 16 w 3"/>
                <a:gd name="T1" fmla="*/ 28 h 3"/>
                <a:gd name="T2" fmla="*/ 24 w 3"/>
                <a:gd name="T3" fmla="*/ 37 h 3"/>
                <a:gd name="T4" fmla="*/ 16 w 3"/>
                <a:gd name="T5" fmla="*/ 0 h 3"/>
                <a:gd name="T6" fmla="*/ 16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3" y="2"/>
                    <a:pt x="3" y="3"/>
                    <a:pt x="3" y="3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3" name="Freeform 576">
              <a:extLst>
                <a:ext uri="{FF2B5EF4-FFF2-40B4-BE49-F238E27FC236}">
                  <a16:creationId xmlns:a16="http://schemas.microsoft.com/office/drawing/2014/main" id="{3F55DA62-9E34-45F3-BC11-5436F4260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863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2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2" y="1"/>
                    <a:pt x="1" y="2"/>
                  </a:cubicBezTo>
                  <a:cubicBezTo>
                    <a:pt x="0" y="2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4" name="Freeform 577">
              <a:extLst>
                <a:ext uri="{FF2B5EF4-FFF2-40B4-BE49-F238E27FC236}">
                  <a16:creationId xmlns:a16="http://schemas.microsoft.com/office/drawing/2014/main" id="{009D3906-43CB-4E63-8F60-778759BD2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84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5" name="Freeform 578">
              <a:extLst>
                <a:ext uri="{FF2B5EF4-FFF2-40B4-BE49-F238E27FC236}">
                  <a16:creationId xmlns:a16="http://schemas.microsoft.com/office/drawing/2014/main" id="{83E66CFD-979B-41CD-AD5E-9CDA6F47C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861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6" name="Freeform 579">
              <a:extLst>
                <a:ext uri="{FF2B5EF4-FFF2-40B4-BE49-F238E27FC236}">
                  <a16:creationId xmlns:a16="http://schemas.microsoft.com/office/drawing/2014/main" id="{8350540B-F395-48B9-8E59-B0C314E5A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881"/>
              <a:ext cx="4" cy="5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33 h 2"/>
                <a:gd name="T4" fmla="*/ 8 w 2"/>
                <a:gd name="T5" fmla="*/ 33 h 2"/>
                <a:gd name="T6" fmla="*/ 0 w 2"/>
                <a:gd name="T7" fmla="*/ 20 h 2"/>
                <a:gd name="T8" fmla="*/ 8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7" name="Freeform 580">
              <a:extLst>
                <a:ext uri="{FF2B5EF4-FFF2-40B4-BE49-F238E27FC236}">
                  <a16:creationId xmlns:a16="http://schemas.microsoft.com/office/drawing/2014/main" id="{07518549-367A-4BF4-B661-25A67BCA5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879"/>
              <a:ext cx="2" cy="4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8" name="Freeform 581">
              <a:extLst>
                <a:ext uri="{FF2B5EF4-FFF2-40B4-BE49-F238E27FC236}">
                  <a16:creationId xmlns:a16="http://schemas.microsoft.com/office/drawing/2014/main" id="{42C9185A-AB11-4115-BB1F-7500FE1F4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650"/>
              <a:ext cx="3" cy="2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9" name="Freeform 582">
              <a:extLst>
                <a:ext uri="{FF2B5EF4-FFF2-40B4-BE49-F238E27FC236}">
                  <a16:creationId xmlns:a16="http://schemas.microsoft.com/office/drawing/2014/main" id="{BF6C0B28-5E51-4ACE-AE8F-90C0221E1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675"/>
              <a:ext cx="4" cy="4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0 h 2"/>
                <a:gd name="T4" fmla="*/ 16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2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0" name="Freeform 583">
              <a:extLst>
                <a:ext uri="{FF2B5EF4-FFF2-40B4-BE49-F238E27FC236}">
                  <a16:creationId xmlns:a16="http://schemas.microsoft.com/office/drawing/2014/main" id="{31EE7760-47E3-4148-8929-26A4A45D3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657"/>
              <a:ext cx="6" cy="7"/>
            </a:xfrm>
            <a:custGeom>
              <a:avLst/>
              <a:gdLst>
                <a:gd name="T0" fmla="*/ 16 w 3"/>
                <a:gd name="T1" fmla="*/ 12 h 3"/>
                <a:gd name="T2" fmla="*/ 16 w 3"/>
                <a:gd name="T3" fmla="*/ 37 h 3"/>
                <a:gd name="T4" fmla="*/ 16 w 3"/>
                <a:gd name="T5" fmla="*/ 0 h 3"/>
                <a:gd name="T6" fmla="*/ 16 w 3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2"/>
                    <a:pt x="3" y="2"/>
                    <a:pt x="2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1"/>
                    <a:pt x="2" y="1"/>
                    <a:pt x="2" y="2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1" name="Freeform 584">
              <a:extLst>
                <a:ext uri="{FF2B5EF4-FFF2-40B4-BE49-F238E27FC236}">
                  <a16:creationId xmlns:a16="http://schemas.microsoft.com/office/drawing/2014/main" id="{3EB0EF5F-FC13-43CF-A9AD-B03BFA80A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89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2" name="Freeform 585">
              <a:extLst>
                <a:ext uri="{FF2B5EF4-FFF2-40B4-BE49-F238E27FC236}">
                  <a16:creationId xmlns:a16="http://schemas.microsoft.com/office/drawing/2014/main" id="{1E3B4847-12B8-495A-AEDE-E7C396BE0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639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8 h 1"/>
                <a:gd name="T4" fmla="*/ 8 w 2"/>
                <a:gd name="T5" fmla="*/ 0 h 1"/>
                <a:gd name="T6" fmla="*/ 0 w 2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3" name="Freeform 586">
              <a:extLst>
                <a:ext uri="{FF2B5EF4-FFF2-40B4-BE49-F238E27FC236}">
                  <a16:creationId xmlns:a16="http://schemas.microsoft.com/office/drawing/2014/main" id="{25155674-D622-4B17-B8F9-EE8332642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693"/>
              <a:ext cx="4" cy="2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0 h 1"/>
                <a:gd name="T4" fmla="*/ 16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4" name="Freeform 587">
              <a:extLst>
                <a:ext uri="{FF2B5EF4-FFF2-40B4-BE49-F238E27FC236}">
                  <a16:creationId xmlns:a16="http://schemas.microsoft.com/office/drawing/2014/main" id="{E6B5356B-E4FB-482A-9E54-B4AF2342A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670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8 w 1"/>
                <a:gd name="T5" fmla="*/ 33 h 2"/>
                <a:gd name="T6" fmla="*/ 0 w 1"/>
                <a:gd name="T7" fmla="*/ 0 h 2"/>
                <a:gd name="T8" fmla="*/ 8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5" name="Freeform 588">
              <a:extLst>
                <a:ext uri="{FF2B5EF4-FFF2-40B4-BE49-F238E27FC236}">
                  <a16:creationId xmlns:a16="http://schemas.microsoft.com/office/drawing/2014/main" id="{BFD649C8-5BC4-434F-BEEE-2A5964360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48"/>
              <a:ext cx="7" cy="9"/>
            </a:xfrm>
            <a:custGeom>
              <a:avLst/>
              <a:gdLst>
                <a:gd name="T0" fmla="*/ 28 w 3"/>
                <a:gd name="T1" fmla="*/ 25 h 4"/>
                <a:gd name="T2" fmla="*/ 28 w 3"/>
                <a:gd name="T3" fmla="*/ 45 h 4"/>
                <a:gd name="T4" fmla="*/ 28 w 3"/>
                <a:gd name="T5" fmla="*/ 0 h 4"/>
                <a:gd name="T6" fmla="*/ 28 w 3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3" y="3"/>
                    <a:pt x="3" y="3"/>
                    <a:pt x="2" y="4"/>
                  </a:cubicBezTo>
                  <a:cubicBezTo>
                    <a:pt x="0" y="3"/>
                    <a:pt x="0" y="2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6" name="Freeform 589">
              <a:extLst>
                <a:ext uri="{FF2B5EF4-FFF2-40B4-BE49-F238E27FC236}">
                  <a16:creationId xmlns:a16="http://schemas.microsoft.com/office/drawing/2014/main" id="{AEEDEBEF-A0C1-46D0-A679-AF0ADAFD3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670"/>
              <a:ext cx="2" cy="5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7" name="Freeform 590">
              <a:extLst>
                <a:ext uri="{FF2B5EF4-FFF2-40B4-BE49-F238E27FC236}">
                  <a16:creationId xmlns:a16="http://schemas.microsoft.com/office/drawing/2014/main" id="{38738DA7-9352-4DBD-8654-392F12452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5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8" name="Freeform 591">
              <a:extLst>
                <a:ext uri="{FF2B5EF4-FFF2-40B4-BE49-F238E27FC236}">
                  <a16:creationId xmlns:a16="http://schemas.microsoft.com/office/drawing/2014/main" id="{AA3B1D55-8A78-4C86-9EF0-745FB7A13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670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9" name="Freeform 592">
              <a:extLst>
                <a:ext uri="{FF2B5EF4-FFF2-40B4-BE49-F238E27FC236}">
                  <a16:creationId xmlns:a16="http://schemas.microsoft.com/office/drawing/2014/main" id="{DCCB1EA7-4545-47E7-A093-55266C374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691"/>
              <a:ext cx="4" cy="4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8 h 2"/>
                <a:gd name="T4" fmla="*/ 8 w 2"/>
                <a:gd name="T5" fmla="*/ 16 h 2"/>
                <a:gd name="T6" fmla="*/ 0 w 2"/>
                <a:gd name="T7" fmla="*/ 0 h 2"/>
                <a:gd name="T8" fmla="*/ 8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0" name="Freeform 593">
              <a:extLst>
                <a:ext uri="{FF2B5EF4-FFF2-40B4-BE49-F238E27FC236}">
                  <a16:creationId xmlns:a16="http://schemas.microsoft.com/office/drawing/2014/main" id="{E159BE8C-A7BF-4D28-BDDE-8BF53E542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689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1" name="Freeform 594">
              <a:extLst>
                <a:ext uri="{FF2B5EF4-FFF2-40B4-BE49-F238E27FC236}">
                  <a16:creationId xmlns:a16="http://schemas.microsoft.com/office/drawing/2014/main" id="{49EE9254-326A-4F77-8020-0E2575E6F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825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2" name="Freeform 595">
              <a:extLst>
                <a:ext uri="{FF2B5EF4-FFF2-40B4-BE49-F238E27FC236}">
                  <a16:creationId xmlns:a16="http://schemas.microsoft.com/office/drawing/2014/main" id="{6FB7292A-DF09-45DF-ACC2-B7FBA7972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852"/>
              <a:ext cx="5" cy="4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0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2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3" name="Freeform 596">
              <a:extLst>
                <a:ext uri="{FF2B5EF4-FFF2-40B4-BE49-F238E27FC236}">
                  <a16:creationId xmlns:a16="http://schemas.microsoft.com/office/drawing/2014/main" id="{F18402A0-2C1F-450C-95D4-81199DE64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836"/>
              <a:ext cx="5" cy="7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37 h 3"/>
                <a:gd name="T4" fmla="*/ 33 w 2"/>
                <a:gd name="T5" fmla="*/ 0 h 3"/>
                <a:gd name="T6" fmla="*/ 33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4" name="Freeform 597">
              <a:extLst>
                <a:ext uri="{FF2B5EF4-FFF2-40B4-BE49-F238E27FC236}">
                  <a16:creationId xmlns:a16="http://schemas.microsoft.com/office/drawing/2014/main" id="{F33DE4D7-F231-4489-A520-23B423697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865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5" name="Freeform 598">
              <a:extLst>
                <a:ext uri="{FF2B5EF4-FFF2-40B4-BE49-F238E27FC236}">
                  <a16:creationId xmlns:a16="http://schemas.microsoft.com/office/drawing/2014/main" id="{A7289761-D019-4E33-B9AC-7895E1C8B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816"/>
              <a:ext cx="4" cy="4"/>
            </a:xfrm>
            <a:custGeom>
              <a:avLst/>
              <a:gdLst>
                <a:gd name="T0" fmla="*/ 16 w 2"/>
                <a:gd name="T1" fmla="*/ 8 h 2"/>
                <a:gd name="T2" fmla="*/ 0 w 2"/>
                <a:gd name="T3" fmla="*/ 16 h 2"/>
                <a:gd name="T4" fmla="*/ 8 w 2"/>
                <a:gd name="T5" fmla="*/ 0 h 2"/>
                <a:gd name="T6" fmla="*/ 8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0" y="0"/>
                    <a:pt x="0" y="1"/>
                    <a:pt x="1" y="0"/>
                  </a:cubicBezTo>
                  <a:cubicBezTo>
                    <a:pt x="1" y="1"/>
                    <a:pt x="1" y="2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6" name="Freeform 599">
              <a:extLst>
                <a:ext uri="{FF2B5EF4-FFF2-40B4-BE49-F238E27FC236}">
                  <a16:creationId xmlns:a16="http://schemas.microsoft.com/office/drawing/2014/main" id="{D8CC9595-D70E-4C86-B507-3186AFFE3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68"/>
              <a:ext cx="4" cy="4"/>
            </a:xfrm>
            <a:custGeom>
              <a:avLst/>
              <a:gdLst>
                <a:gd name="T0" fmla="*/ 16 w 2"/>
                <a:gd name="T1" fmla="*/ 0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0" y="1"/>
                    <a:pt x="1" y="0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2"/>
                    <a:pt x="2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7" name="Freeform 600">
              <a:extLst>
                <a:ext uri="{FF2B5EF4-FFF2-40B4-BE49-F238E27FC236}">
                  <a16:creationId xmlns:a16="http://schemas.microsoft.com/office/drawing/2014/main" id="{8B71E99E-37BE-4451-B5C4-623A9026F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43"/>
              <a:ext cx="5" cy="7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28 h 3"/>
                <a:gd name="T4" fmla="*/ 20 w 2"/>
                <a:gd name="T5" fmla="*/ 37 h 3"/>
                <a:gd name="T6" fmla="*/ 0 w 2"/>
                <a:gd name="T7" fmla="*/ 12 h 3"/>
                <a:gd name="T8" fmla="*/ 20 w 2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2" y="1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8" name="Freeform 601">
              <a:extLst>
                <a:ext uri="{FF2B5EF4-FFF2-40B4-BE49-F238E27FC236}">
                  <a16:creationId xmlns:a16="http://schemas.microsoft.com/office/drawing/2014/main" id="{DE69AE73-14EB-4D99-BBFC-E8ACCBD7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25"/>
              <a:ext cx="6" cy="6"/>
            </a:xfrm>
            <a:custGeom>
              <a:avLst/>
              <a:gdLst>
                <a:gd name="T0" fmla="*/ 16 w 3"/>
                <a:gd name="T1" fmla="*/ 8 h 3"/>
                <a:gd name="T2" fmla="*/ 24 w 3"/>
                <a:gd name="T3" fmla="*/ 24 h 3"/>
                <a:gd name="T4" fmla="*/ 8 w 3"/>
                <a:gd name="T5" fmla="*/ 0 h 3"/>
                <a:gd name="T6" fmla="*/ 16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3" y="2"/>
                    <a:pt x="3" y="2"/>
                    <a:pt x="3" y="3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9" name="Freeform 602">
              <a:extLst>
                <a:ext uri="{FF2B5EF4-FFF2-40B4-BE49-F238E27FC236}">
                  <a16:creationId xmlns:a16="http://schemas.microsoft.com/office/drawing/2014/main" id="{ADED168E-B194-4F68-966E-B94B16E15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47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0" name="Freeform 603">
              <a:extLst>
                <a:ext uri="{FF2B5EF4-FFF2-40B4-BE49-F238E27FC236}">
                  <a16:creationId xmlns:a16="http://schemas.microsoft.com/office/drawing/2014/main" id="{55975EAC-1626-4077-89FC-437FD1BAE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834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1" name="Freeform 604">
              <a:extLst>
                <a:ext uri="{FF2B5EF4-FFF2-40B4-BE49-F238E27FC236}">
                  <a16:creationId xmlns:a16="http://schemas.microsoft.com/office/drawing/2014/main" id="{4FB896F9-F72B-43C1-91A9-3F825227B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843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2" name="Freeform 605">
              <a:extLst>
                <a:ext uri="{FF2B5EF4-FFF2-40B4-BE49-F238E27FC236}">
                  <a16:creationId xmlns:a16="http://schemas.microsoft.com/office/drawing/2014/main" id="{A86371DE-FC20-45B9-BDCB-5F8E5B712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65"/>
              <a:ext cx="2" cy="5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33 h 2"/>
                <a:gd name="T4" fmla="*/ 8 w 1"/>
                <a:gd name="T5" fmla="*/ 33 h 2"/>
                <a:gd name="T6" fmla="*/ 0 w 1"/>
                <a:gd name="T7" fmla="*/ 20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3" name="Freeform 606">
              <a:extLst>
                <a:ext uri="{FF2B5EF4-FFF2-40B4-BE49-F238E27FC236}">
                  <a16:creationId xmlns:a16="http://schemas.microsoft.com/office/drawing/2014/main" id="{5A67D87A-C479-4217-800D-D9EE3F861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65"/>
              <a:ext cx="1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4" name="Freeform 607">
              <a:extLst>
                <a:ext uri="{FF2B5EF4-FFF2-40B4-BE49-F238E27FC236}">
                  <a16:creationId xmlns:a16="http://schemas.microsoft.com/office/drawing/2014/main" id="{742544E2-DC53-4C37-97EC-27E11B648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963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5" name="Freeform 608">
              <a:extLst>
                <a:ext uri="{FF2B5EF4-FFF2-40B4-BE49-F238E27FC236}">
                  <a16:creationId xmlns:a16="http://schemas.microsoft.com/office/drawing/2014/main" id="{D754A603-0F6F-4562-9802-A0E1EAC86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986"/>
              <a:ext cx="2" cy="4"/>
            </a:xfrm>
            <a:custGeom>
              <a:avLst/>
              <a:gdLst>
                <a:gd name="T0" fmla="*/ 8 w 1"/>
                <a:gd name="T1" fmla="*/ 8 h 2"/>
                <a:gd name="T2" fmla="*/ 0 w 1"/>
                <a:gd name="T3" fmla="*/ 8 h 2"/>
                <a:gd name="T4" fmla="*/ 8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1"/>
                    <a:pt x="0" y="2"/>
                    <a:pt x="0" y="1"/>
                  </a:cubicBez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6" name="Freeform 609">
              <a:extLst>
                <a:ext uri="{FF2B5EF4-FFF2-40B4-BE49-F238E27FC236}">
                  <a16:creationId xmlns:a16="http://schemas.microsoft.com/office/drawing/2014/main" id="{AE18C161-3D45-42DA-95CD-128743C44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972"/>
              <a:ext cx="6" cy="5"/>
            </a:xfrm>
            <a:custGeom>
              <a:avLst/>
              <a:gdLst>
                <a:gd name="T0" fmla="*/ 16 w 3"/>
                <a:gd name="T1" fmla="*/ 0 h 2"/>
                <a:gd name="T2" fmla="*/ 16 w 3"/>
                <a:gd name="T3" fmla="*/ 33 h 2"/>
                <a:gd name="T4" fmla="*/ 16 w 3"/>
                <a:gd name="T5" fmla="*/ 0 h 2"/>
                <a:gd name="T6" fmla="*/ 16 w 3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1"/>
                    <a:pt x="3" y="2"/>
                    <a:pt x="2" y="2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1"/>
                    <a:pt x="2" y="1"/>
                    <a:pt x="2" y="2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7" name="Freeform 610">
              <a:extLst>
                <a:ext uri="{FF2B5EF4-FFF2-40B4-BE49-F238E27FC236}">
                  <a16:creationId xmlns:a16="http://schemas.microsoft.com/office/drawing/2014/main" id="{93583F7D-11D7-40C3-B21F-548A1A3EB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999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8" name="Freeform 611">
              <a:extLst>
                <a:ext uri="{FF2B5EF4-FFF2-40B4-BE49-F238E27FC236}">
                  <a16:creationId xmlns:a16="http://schemas.microsoft.com/office/drawing/2014/main" id="{6B17B5AE-E3C2-4A51-B3A2-9FADA1478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954"/>
              <a:ext cx="5" cy="4"/>
            </a:xfrm>
            <a:custGeom>
              <a:avLst/>
              <a:gdLst>
                <a:gd name="T0" fmla="*/ 33 w 2"/>
                <a:gd name="T1" fmla="*/ 8 h 2"/>
                <a:gd name="T2" fmla="*/ 0 w 2"/>
                <a:gd name="T3" fmla="*/ 8 h 2"/>
                <a:gd name="T4" fmla="*/ 20 w 2"/>
                <a:gd name="T5" fmla="*/ 8 h 2"/>
                <a:gd name="T6" fmla="*/ 20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1" y="2"/>
                    <a:pt x="0" y="1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9" name="Freeform 612">
              <a:extLst>
                <a:ext uri="{FF2B5EF4-FFF2-40B4-BE49-F238E27FC236}">
                  <a16:creationId xmlns:a16="http://schemas.microsoft.com/office/drawing/2014/main" id="{8E12E1E5-166B-490B-A68D-06B3C46B3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002"/>
              <a:ext cx="4" cy="2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0 h 1"/>
                <a:gd name="T4" fmla="*/ 16 w 2"/>
                <a:gd name="T5" fmla="*/ 8 h 1"/>
                <a:gd name="T6" fmla="*/ 8 w 2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0" name="Freeform 613">
              <a:extLst>
                <a:ext uri="{FF2B5EF4-FFF2-40B4-BE49-F238E27FC236}">
                  <a16:creationId xmlns:a16="http://schemas.microsoft.com/office/drawing/2014/main" id="{D97BB31A-F428-4012-82FB-D2E470B06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979"/>
              <a:ext cx="2" cy="7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8 h 3"/>
                <a:gd name="T4" fmla="*/ 8 w 1"/>
                <a:gd name="T5" fmla="*/ 37 h 3"/>
                <a:gd name="T6" fmla="*/ 0 w 1"/>
                <a:gd name="T7" fmla="*/ 12 h 3"/>
                <a:gd name="T8" fmla="*/ 8 w 1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1" name="Freeform 614">
              <a:extLst>
                <a:ext uri="{FF2B5EF4-FFF2-40B4-BE49-F238E27FC236}">
                  <a16:creationId xmlns:a16="http://schemas.microsoft.com/office/drawing/2014/main" id="{771D1CD3-760E-4DE4-A002-FDE937DDC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961"/>
              <a:ext cx="4" cy="7"/>
            </a:xfrm>
            <a:custGeom>
              <a:avLst/>
              <a:gdLst>
                <a:gd name="T0" fmla="*/ 16 w 2"/>
                <a:gd name="T1" fmla="*/ 28 h 3"/>
                <a:gd name="T2" fmla="*/ 16 w 2"/>
                <a:gd name="T3" fmla="*/ 37 h 3"/>
                <a:gd name="T4" fmla="*/ 8 w 2"/>
                <a:gd name="T5" fmla="*/ 0 h 3"/>
                <a:gd name="T6" fmla="*/ 16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0" y="3"/>
                    <a:pt x="0" y="2"/>
                    <a:pt x="1" y="0"/>
                  </a:cubicBezTo>
                  <a:cubicBezTo>
                    <a:pt x="2" y="1"/>
                    <a:pt x="1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2" name="Freeform 615">
              <a:extLst>
                <a:ext uri="{FF2B5EF4-FFF2-40B4-BE49-F238E27FC236}">
                  <a16:creationId xmlns:a16="http://schemas.microsoft.com/office/drawing/2014/main" id="{32C21170-7120-447D-9FD9-D06BAD991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983"/>
              <a:ext cx="2" cy="5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3" name="Freeform 616">
              <a:extLst>
                <a:ext uri="{FF2B5EF4-FFF2-40B4-BE49-F238E27FC236}">
                  <a16:creationId xmlns:a16="http://schemas.microsoft.com/office/drawing/2014/main" id="{6B0AF91E-C533-4586-BB80-8083D7A66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970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4" name="Freeform 617">
              <a:extLst>
                <a:ext uri="{FF2B5EF4-FFF2-40B4-BE49-F238E27FC236}">
                  <a16:creationId xmlns:a16="http://schemas.microsoft.com/office/drawing/2014/main" id="{85FD4B80-F9BC-47FB-A1C2-820D35571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979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5" name="Freeform 618">
              <a:extLst>
                <a:ext uri="{FF2B5EF4-FFF2-40B4-BE49-F238E27FC236}">
                  <a16:creationId xmlns:a16="http://schemas.microsoft.com/office/drawing/2014/main" id="{21EFE446-5F35-4C65-9FB4-3A49D8427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999"/>
              <a:ext cx="2" cy="5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20 h 2"/>
                <a:gd name="T4" fmla="*/ 8 w 1"/>
                <a:gd name="T5" fmla="*/ 33 h 2"/>
                <a:gd name="T6" fmla="*/ 0 w 1"/>
                <a:gd name="T7" fmla="*/ 2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6" name="Freeform 619">
              <a:extLst>
                <a:ext uri="{FF2B5EF4-FFF2-40B4-BE49-F238E27FC236}">
                  <a16:creationId xmlns:a16="http://schemas.microsoft.com/office/drawing/2014/main" id="{9EFE4522-F258-4B40-BE1E-C03A81296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999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7" name="Freeform 620">
              <a:extLst>
                <a:ext uri="{FF2B5EF4-FFF2-40B4-BE49-F238E27FC236}">
                  <a16:creationId xmlns:a16="http://schemas.microsoft.com/office/drawing/2014/main" id="{6FFA4450-D457-4953-BF96-937B7E1DD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104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8" name="Freeform 621">
              <a:extLst>
                <a:ext uri="{FF2B5EF4-FFF2-40B4-BE49-F238E27FC236}">
                  <a16:creationId xmlns:a16="http://schemas.microsoft.com/office/drawing/2014/main" id="{3119D73D-895B-413D-863E-AF2DA9A05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126"/>
              <a:ext cx="4" cy="5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0 h 2"/>
                <a:gd name="T4" fmla="*/ 16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0"/>
                  </a:cubicBezTo>
                  <a:cubicBezTo>
                    <a:pt x="1" y="0"/>
                    <a:pt x="1" y="1"/>
                    <a:pt x="2" y="0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9" name="Freeform 622">
              <a:extLst>
                <a:ext uri="{FF2B5EF4-FFF2-40B4-BE49-F238E27FC236}">
                  <a16:creationId xmlns:a16="http://schemas.microsoft.com/office/drawing/2014/main" id="{3A8DEC2B-FF76-40FF-8542-41A6B1B0A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113"/>
              <a:ext cx="6" cy="4"/>
            </a:xfrm>
            <a:custGeom>
              <a:avLst/>
              <a:gdLst>
                <a:gd name="T0" fmla="*/ 16 w 3"/>
                <a:gd name="T1" fmla="*/ 0 h 2"/>
                <a:gd name="T2" fmla="*/ 16 w 3"/>
                <a:gd name="T3" fmla="*/ 16 h 2"/>
                <a:gd name="T4" fmla="*/ 16 w 3"/>
                <a:gd name="T5" fmla="*/ 0 h 2"/>
                <a:gd name="T6" fmla="*/ 16 w 3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1"/>
                    <a:pt x="3" y="1"/>
                    <a:pt x="2" y="2"/>
                  </a:cubicBezTo>
                  <a:cubicBezTo>
                    <a:pt x="0" y="1"/>
                    <a:pt x="0" y="1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0" name="Freeform 623">
              <a:extLst>
                <a:ext uri="{FF2B5EF4-FFF2-40B4-BE49-F238E27FC236}">
                  <a16:creationId xmlns:a16="http://schemas.microsoft.com/office/drawing/2014/main" id="{9003FAF4-63BC-497B-BFC8-180CC155D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138"/>
              <a:ext cx="4" cy="4"/>
            </a:xfrm>
            <a:custGeom>
              <a:avLst/>
              <a:gdLst>
                <a:gd name="T0" fmla="*/ 8 w 2"/>
                <a:gd name="T1" fmla="*/ 8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1" name="Freeform 624">
              <a:extLst>
                <a:ext uri="{FF2B5EF4-FFF2-40B4-BE49-F238E27FC236}">
                  <a16:creationId xmlns:a16="http://schemas.microsoft.com/office/drawing/2014/main" id="{CCF2D491-E7AC-4E48-AD3A-8B6CAAEEF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095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8 w 2"/>
                <a:gd name="T5" fmla="*/ 0 h 1"/>
                <a:gd name="T6" fmla="*/ 8 w 2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1" y="0"/>
                    <a:pt x="0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2" name="Freeform 625">
              <a:extLst>
                <a:ext uri="{FF2B5EF4-FFF2-40B4-BE49-F238E27FC236}">
                  <a16:creationId xmlns:a16="http://schemas.microsoft.com/office/drawing/2014/main" id="{E937B340-BE2E-459E-BE16-42465A40B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142"/>
              <a:ext cx="4" cy="2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0 h 1"/>
                <a:gd name="T4" fmla="*/ 16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3" name="Freeform 626">
              <a:extLst>
                <a:ext uri="{FF2B5EF4-FFF2-40B4-BE49-F238E27FC236}">
                  <a16:creationId xmlns:a16="http://schemas.microsoft.com/office/drawing/2014/main" id="{CEA71D01-08C3-4CEA-A484-7972F5F29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119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8 w 1"/>
                <a:gd name="T5" fmla="*/ 33 h 2"/>
                <a:gd name="T6" fmla="*/ 0 w 1"/>
                <a:gd name="T7" fmla="*/ 20 h 2"/>
                <a:gd name="T8" fmla="*/ 8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4" name="Freeform 627">
              <a:extLst>
                <a:ext uri="{FF2B5EF4-FFF2-40B4-BE49-F238E27FC236}">
                  <a16:creationId xmlns:a16="http://schemas.microsoft.com/office/drawing/2014/main" id="{8CB2F937-490F-46B2-93A9-F2A1ACBE9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101"/>
              <a:ext cx="5" cy="7"/>
            </a:xfrm>
            <a:custGeom>
              <a:avLst/>
              <a:gdLst>
                <a:gd name="T0" fmla="*/ 33 w 2"/>
                <a:gd name="T1" fmla="*/ 28 h 3"/>
                <a:gd name="T2" fmla="*/ 33 w 2"/>
                <a:gd name="T3" fmla="*/ 37 h 3"/>
                <a:gd name="T4" fmla="*/ 20 w 2"/>
                <a:gd name="T5" fmla="*/ 0 h 3"/>
                <a:gd name="T6" fmla="*/ 33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2" y="3"/>
                    <a:pt x="2" y="3"/>
                  </a:cubicBezTo>
                  <a:cubicBezTo>
                    <a:pt x="0" y="3"/>
                    <a:pt x="0" y="2"/>
                    <a:pt x="1" y="0"/>
                  </a:cubicBezTo>
                  <a:cubicBezTo>
                    <a:pt x="2" y="0"/>
                    <a:pt x="1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5" name="Freeform 628">
              <a:extLst>
                <a:ext uri="{FF2B5EF4-FFF2-40B4-BE49-F238E27FC236}">
                  <a16:creationId xmlns:a16="http://schemas.microsoft.com/office/drawing/2014/main" id="{D3B303A6-61F2-43D4-AEA6-B037E6F26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122"/>
              <a:ext cx="2" cy="4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16 h 2"/>
                <a:gd name="T4" fmla="*/ 0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1" y="2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6" name="Freeform 629">
              <a:extLst>
                <a:ext uri="{FF2B5EF4-FFF2-40B4-BE49-F238E27FC236}">
                  <a16:creationId xmlns:a16="http://schemas.microsoft.com/office/drawing/2014/main" id="{6E332FDB-9927-413B-BD02-FDE675898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110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7" name="Freeform 630">
              <a:extLst>
                <a:ext uri="{FF2B5EF4-FFF2-40B4-BE49-F238E27FC236}">
                  <a16:creationId xmlns:a16="http://schemas.microsoft.com/office/drawing/2014/main" id="{D90FB190-4EAC-402A-9F1F-3CE7B3459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119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8" name="Freeform 631">
              <a:extLst>
                <a:ext uri="{FF2B5EF4-FFF2-40B4-BE49-F238E27FC236}">
                  <a16:creationId xmlns:a16="http://schemas.microsoft.com/office/drawing/2014/main" id="{451E5BB1-F438-4A2C-B701-7A1090A21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140"/>
              <a:ext cx="3" cy="4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8 h 2"/>
                <a:gd name="T4" fmla="*/ 27 w 1"/>
                <a:gd name="T5" fmla="*/ 16 h 2"/>
                <a:gd name="T6" fmla="*/ 0 w 1"/>
                <a:gd name="T7" fmla="*/ 0 h 2"/>
                <a:gd name="T8" fmla="*/ 0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9" name="Freeform 632">
              <a:extLst>
                <a:ext uri="{FF2B5EF4-FFF2-40B4-BE49-F238E27FC236}">
                  <a16:creationId xmlns:a16="http://schemas.microsoft.com/office/drawing/2014/main" id="{9F2153C8-A8A9-4161-94FB-21FBBBFF7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140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0" name="Freeform 633">
              <a:extLst>
                <a:ext uri="{FF2B5EF4-FFF2-40B4-BE49-F238E27FC236}">
                  <a16:creationId xmlns:a16="http://schemas.microsoft.com/office/drawing/2014/main" id="{22085AEE-3C32-45C2-9C7C-D29670CA0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1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1" name="Freeform 634">
              <a:extLst>
                <a:ext uri="{FF2B5EF4-FFF2-40B4-BE49-F238E27FC236}">
                  <a16:creationId xmlns:a16="http://schemas.microsoft.com/office/drawing/2014/main" id="{AC5F627B-15A1-46A4-988D-2D4F0D088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233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8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26988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2" name="Freeform 635">
              <a:extLst>
                <a:ext uri="{FF2B5EF4-FFF2-40B4-BE49-F238E27FC236}">
                  <a16:creationId xmlns:a16="http://schemas.microsoft.com/office/drawing/2014/main" id="{D8CF4115-B348-41F1-BF8B-10BB5ED8C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222"/>
              <a:ext cx="5" cy="4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16 h 2"/>
                <a:gd name="T4" fmla="*/ 33 w 2"/>
                <a:gd name="T5" fmla="*/ 0 h 2"/>
                <a:gd name="T6" fmla="*/ 33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0" y="1"/>
                    <a:pt x="0" y="1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E2C48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3" name="Freeform 636">
              <a:extLst>
                <a:ext uri="{FF2B5EF4-FFF2-40B4-BE49-F238E27FC236}">
                  <a16:creationId xmlns:a16="http://schemas.microsoft.com/office/drawing/2014/main" id="{9D39719A-9BDF-4A2B-B385-303E8C10E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244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4" name="Freeform 637">
              <a:extLst>
                <a:ext uri="{FF2B5EF4-FFF2-40B4-BE49-F238E27FC236}">
                  <a16:creationId xmlns:a16="http://schemas.microsoft.com/office/drawing/2014/main" id="{5463BF9F-5B1E-47EF-B339-B0942D96E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206"/>
              <a:ext cx="4" cy="2"/>
            </a:xfrm>
            <a:custGeom>
              <a:avLst/>
              <a:gdLst>
                <a:gd name="T0" fmla="*/ 16 w 2"/>
                <a:gd name="T1" fmla="*/ 8 h 1"/>
                <a:gd name="T2" fmla="*/ 8 w 2"/>
                <a:gd name="T3" fmla="*/ 8 h 1"/>
                <a:gd name="T4" fmla="*/ 8 w 2"/>
                <a:gd name="T5" fmla="*/ 8 h 1"/>
                <a:gd name="T6" fmla="*/ 8 w 2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5" name="Freeform 638">
              <a:extLst>
                <a:ext uri="{FF2B5EF4-FFF2-40B4-BE49-F238E27FC236}">
                  <a16:creationId xmlns:a16="http://schemas.microsoft.com/office/drawing/2014/main" id="{0A8C71EA-CFBD-4A39-9F5F-3DDB6BFE2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247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6" name="Freeform 639">
              <a:extLst>
                <a:ext uri="{FF2B5EF4-FFF2-40B4-BE49-F238E27FC236}">
                  <a16:creationId xmlns:a16="http://schemas.microsoft.com/office/drawing/2014/main" id="{E4E28934-D64E-43C7-9E14-CEB0F22CD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228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0 w 1"/>
                <a:gd name="T5" fmla="*/ 33 h 2"/>
                <a:gd name="T6" fmla="*/ 0 w 1"/>
                <a:gd name="T7" fmla="*/ 0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7" name="Freeform 640">
              <a:extLst>
                <a:ext uri="{FF2B5EF4-FFF2-40B4-BE49-F238E27FC236}">
                  <a16:creationId xmlns:a16="http://schemas.microsoft.com/office/drawing/2014/main" id="{5AF98EE4-C2FC-41B9-86B0-B86F25918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212"/>
              <a:ext cx="5" cy="5"/>
            </a:xfrm>
            <a:custGeom>
              <a:avLst/>
              <a:gdLst>
                <a:gd name="T0" fmla="*/ 33 w 2"/>
                <a:gd name="T1" fmla="*/ 20 h 2"/>
                <a:gd name="T2" fmla="*/ 33 w 2"/>
                <a:gd name="T3" fmla="*/ 33 h 2"/>
                <a:gd name="T4" fmla="*/ 20 w 2"/>
                <a:gd name="T5" fmla="*/ 0 h 2"/>
                <a:gd name="T6" fmla="*/ 33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1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8" name="Freeform 641">
              <a:extLst>
                <a:ext uri="{FF2B5EF4-FFF2-40B4-BE49-F238E27FC236}">
                  <a16:creationId xmlns:a16="http://schemas.microsoft.com/office/drawing/2014/main" id="{50C0A737-5546-4741-967D-AD846FD5C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231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9" name="Freeform 642">
              <a:extLst>
                <a:ext uri="{FF2B5EF4-FFF2-40B4-BE49-F238E27FC236}">
                  <a16:creationId xmlns:a16="http://schemas.microsoft.com/office/drawing/2014/main" id="{5DE5261B-A535-4E56-8ED9-3AE0918AD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219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0" name="Freeform 643">
              <a:extLst>
                <a:ext uri="{FF2B5EF4-FFF2-40B4-BE49-F238E27FC236}">
                  <a16:creationId xmlns:a16="http://schemas.microsoft.com/office/drawing/2014/main" id="{DAB0C922-5231-4B51-A964-FF437BC36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228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1" name="Freeform 644">
              <a:extLst>
                <a:ext uri="{FF2B5EF4-FFF2-40B4-BE49-F238E27FC236}">
                  <a16:creationId xmlns:a16="http://schemas.microsoft.com/office/drawing/2014/main" id="{FF49A16C-1EBB-4F33-8E16-CF46E9EFC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44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2" name="Freeform 645">
              <a:extLst>
                <a:ext uri="{FF2B5EF4-FFF2-40B4-BE49-F238E27FC236}">
                  <a16:creationId xmlns:a16="http://schemas.microsoft.com/office/drawing/2014/main" id="{79C66B09-B4E4-45AB-8FC7-E1F283AAD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244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3" name="Freeform 646">
              <a:extLst>
                <a:ext uri="{FF2B5EF4-FFF2-40B4-BE49-F238E27FC236}">
                  <a16:creationId xmlns:a16="http://schemas.microsoft.com/office/drawing/2014/main" id="{FD4B2A5C-A893-4EB1-9FBF-C3188EB67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317"/>
              <a:ext cx="5" cy="4"/>
            </a:xfrm>
            <a:custGeom>
              <a:avLst/>
              <a:gdLst>
                <a:gd name="T0" fmla="*/ 20 w 2"/>
                <a:gd name="T1" fmla="*/ 8 h 2"/>
                <a:gd name="T2" fmla="*/ 0 w 2"/>
                <a:gd name="T3" fmla="*/ 16 h 2"/>
                <a:gd name="T4" fmla="*/ 20 w 2"/>
                <a:gd name="T5" fmla="*/ 0 h 2"/>
                <a:gd name="T6" fmla="*/ 33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4" name="Freeform 647">
              <a:extLst>
                <a:ext uri="{FF2B5EF4-FFF2-40B4-BE49-F238E27FC236}">
                  <a16:creationId xmlns:a16="http://schemas.microsoft.com/office/drawing/2014/main" id="{A6029BCE-BF23-4FD3-A544-2B93B3859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333"/>
              <a:ext cx="5" cy="6"/>
            </a:xfrm>
            <a:custGeom>
              <a:avLst/>
              <a:gdLst>
                <a:gd name="T0" fmla="*/ 33 w 2"/>
                <a:gd name="T1" fmla="*/ 0 h 3"/>
                <a:gd name="T2" fmla="*/ 20 w 2"/>
                <a:gd name="T3" fmla="*/ 24 h 3"/>
                <a:gd name="T4" fmla="*/ 20 w 2"/>
                <a:gd name="T5" fmla="*/ 8 h 3"/>
                <a:gd name="T6" fmla="*/ 33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2"/>
                    <a:pt x="2" y="3"/>
                    <a:pt x="1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2" y="1"/>
                    <a:pt x="1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5" name="Freeform 648">
              <a:extLst>
                <a:ext uri="{FF2B5EF4-FFF2-40B4-BE49-F238E27FC236}">
                  <a16:creationId xmlns:a16="http://schemas.microsoft.com/office/drawing/2014/main" id="{FB48C741-AEF0-448D-B4D9-6E13ACEFB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328"/>
              <a:ext cx="2" cy="7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37 h 3"/>
                <a:gd name="T4" fmla="*/ 0 w 1"/>
                <a:gd name="T5" fmla="*/ 12 h 3"/>
                <a:gd name="T6" fmla="*/ 8 w 1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0" y="2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6" name="Freeform 649">
              <a:extLst>
                <a:ext uri="{FF2B5EF4-FFF2-40B4-BE49-F238E27FC236}">
                  <a16:creationId xmlns:a16="http://schemas.microsoft.com/office/drawing/2014/main" id="{0BED1B89-3A35-4567-BFF5-EC0116FF8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315"/>
              <a:ext cx="4" cy="2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7" name="Freeform 650">
              <a:extLst>
                <a:ext uri="{FF2B5EF4-FFF2-40B4-BE49-F238E27FC236}">
                  <a16:creationId xmlns:a16="http://schemas.microsoft.com/office/drawing/2014/main" id="{53F8DBCA-CD96-4500-BA44-CD0F4B98A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346"/>
              <a:ext cx="4" cy="3"/>
            </a:xfrm>
            <a:custGeom>
              <a:avLst/>
              <a:gdLst>
                <a:gd name="T0" fmla="*/ 16 w 2"/>
                <a:gd name="T1" fmla="*/ 27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8" name="Freeform 651">
              <a:extLst>
                <a:ext uri="{FF2B5EF4-FFF2-40B4-BE49-F238E27FC236}">
                  <a16:creationId xmlns:a16="http://schemas.microsoft.com/office/drawing/2014/main" id="{0CA596F6-589D-4DCF-A04E-F345ABF19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428"/>
              <a:ext cx="2" cy="7"/>
            </a:xfrm>
            <a:custGeom>
              <a:avLst/>
              <a:gdLst>
                <a:gd name="T0" fmla="*/ 8 w 1"/>
                <a:gd name="T1" fmla="*/ 28 h 3"/>
                <a:gd name="T2" fmla="*/ 0 w 1"/>
                <a:gd name="T3" fmla="*/ 37 h 3"/>
                <a:gd name="T4" fmla="*/ 0 w 1"/>
                <a:gd name="T5" fmla="*/ 0 h 3"/>
                <a:gd name="T6" fmla="*/ 8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0" y="2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9" name="Freeform 652">
              <a:extLst>
                <a:ext uri="{FF2B5EF4-FFF2-40B4-BE49-F238E27FC236}">
                  <a16:creationId xmlns:a16="http://schemas.microsoft.com/office/drawing/2014/main" id="{24980AB8-EF59-4AA6-AA2D-0F545FE02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444"/>
              <a:ext cx="10" cy="13"/>
            </a:xfrm>
            <a:custGeom>
              <a:avLst/>
              <a:gdLst>
                <a:gd name="T0" fmla="*/ 16 w 5"/>
                <a:gd name="T1" fmla="*/ 0 h 6"/>
                <a:gd name="T2" fmla="*/ 0 w 5"/>
                <a:gd name="T3" fmla="*/ 20 h 6"/>
                <a:gd name="T4" fmla="*/ 8 w 5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5" y="3"/>
                    <a:pt x="1" y="6"/>
                    <a:pt x="0" y="2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0" name="Freeform 653">
              <a:extLst>
                <a:ext uri="{FF2B5EF4-FFF2-40B4-BE49-F238E27FC236}">
                  <a16:creationId xmlns:a16="http://schemas.microsoft.com/office/drawing/2014/main" id="{809CD08D-88A2-487A-B6BC-AC21AAB13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439"/>
              <a:ext cx="4" cy="5"/>
            </a:xfrm>
            <a:custGeom>
              <a:avLst/>
              <a:gdLst>
                <a:gd name="T0" fmla="*/ 16 w 2"/>
                <a:gd name="T1" fmla="*/ 0 h 2"/>
                <a:gd name="T2" fmla="*/ 16 w 2"/>
                <a:gd name="T3" fmla="*/ 33 h 2"/>
                <a:gd name="T4" fmla="*/ 16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0" y="1"/>
                    <a:pt x="2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1" name="Freeform 654">
              <a:extLst>
                <a:ext uri="{FF2B5EF4-FFF2-40B4-BE49-F238E27FC236}">
                  <a16:creationId xmlns:a16="http://schemas.microsoft.com/office/drawing/2014/main" id="{4C443771-0419-4A6C-A61B-DA5201EED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455"/>
              <a:ext cx="2" cy="5"/>
            </a:xfrm>
            <a:custGeom>
              <a:avLst/>
              <a:gdLst>
                <a:gd name="T0" fmla="*/ 8 w 1"/>
                <a:gd name="T1" fmla="*/ 33 h 2"/>
                <a:gd name="T2" fmla="*/ 0 w 1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0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2" name="Freeform 655">
              <a:extLst>
                <a:ext uri="{FF2B5EF4-FFF2-40B4-BE49-F238E27FC236}">
                  <a16:creationId xmlns:a16="http://schemas.microsoft.com/office/drawing/2014/main" id="{7A44724C-F8F6-4025-A4A6-AAA88BE8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421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2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3" name="Freeform 656">
              <a:extLst>
                <a:ext uri="{FF2B5EF4-FFF2-40B4-BE49-F238E27FC236}">
                  <a16:creationId xmlns:a16="http://schemas.microsoft.com/office/drawing/2014/main" id="{4C80DFBB-A83D-42DC-9416-FA3806E29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315"/>
              <a:ext cx="2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4" name="Freeform 657">
              <a:extLst>
                <a:ext uri="{FF2B5EF4-FFF2-40B4-BE49-F238E27FC236}">
                  <a16:creationId xmlns:a16="http://schemas.microsoft.com/office/drawing/2014/main" id="{EAD14ECD-85A9-4ED1-BC7C-1F1522E82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330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5" name="Freeform 658">
              <a:extLst>
                <a:ext uri="{FF2B5EF4-FFF2-40B4-BE49-F238E27FC236}">
                  <a16:creationId xmlns:a16="http://schemas.microsoft.com/office/drawing/2014/main" id="{F2007115-952A-46DF-BCD4-CDD59FEC5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328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6" name="Freeform 659">
              <a:extLst>
                <a:ext uri="{FF2B5EF4-FFF2-40B4-BE49-F238E27FC236}">
                  <a16:creationId xmlns:a16="http://schemas.microsoft.com/office/drawing/2014/main" id="{8CF78DFD-C968-4305-B068-564F28971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310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7" name="Freeform 660">
              <a:extLst>
                <a:ext uri="{FF2B5EF4-FFF2-40B4-BE49-F238E27FC236}">
                  <a16:creationId xmlns:a16="http://schemas.microsoft.com/office/drawing/2014/main" id="{740ABD2C-44AF-4660-8F28-0F265EC97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430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8" name="Freeform 661">
              <a:extLst>
                <a:ext uri="{FF2B5EF4-FFF2-40B4-BE49-F238E27FC236}">
                  <a16:creationId xmlns:a16="http://schemas.microsoft.com/office/drawing/2014/main" id="{C34DBE51-4C34-4A83-9C75-1C3188E71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446"/>
              <a:ext cx="2" cy="7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37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0" y="2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9" name="Freeform 662">
              <a:extLst>
                <a:ext uri="{FF2B5EF4-FFF2-40B4-BE49-F238E27FC236}">
                  <a16:creationId xmlns:a16="http://schemas.microsoft.com/office/drawing/2014/main" id="{0DFD49B0-DE24-4DC6-A76C-E3E62EE23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437"/>
              <a:ext cx="1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0" name="Freeform 663">
              <a:extLst>
                <a:ext uri="{FF2B5EF4-FFF2-40B4-BE49-F238E27FC236}">
                  <a16:creationId xmlns:a16="http://schemas.microsoft.com/office/drawing/2014/main" id="{B8F32660-8F3D-45A2-9D13-D4CB0E8C5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344"/>
              <a:ext cx="4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1" name="Freeform 664">
              <a:extLst>
                <a:ext uri="{FF2B5EF4-FFF2-40B4-BE49-F238E27FC236}">
                  <a16:creationId xmlns:a16="http://schemas.microsoft.com/office/drawing/2014/main" id="{CE59F982-D02B-4ABF-AE3E-297F1E986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455"/>
              <a:ext cx="2" cy="5"/>
            </a:xfrm>
            <a:custGeom>
              <a:avLst/>
              <a:gdLst>
                <a:gd name="T0" fmla="*/ 8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2" name="Freeform 665">
              <a:extLst>
                <a:ext uri="{FF2B5EF4-FFF2-40B4-BE49-F238E27FC236}">
                  <a16:creationId xmlns:a16="http://schemas.microsoft.com/office/drawing/2014/main" id="{8C780512-33EB-4EF5-B79D-FE27CA0F6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824"/>
              <a:ext cx="6" cy="7"/>
            </a:xfrm>
            <a:custGeom>
              <a:avLst/>
              <a:gdLst>
                <a:gd name="T0" fmla="*/ 24 w 3"/>
                <a:gd name="T1" fmla="*/ 12 h 3"/>
                <a:gd name="T2" fmla="*/ 16 w 3"/>
                <a:gd name="T3" fmla="*/ 37 h 3"/>
                <a:gd name="T4" fmla="*/ 16 w 3"/>
                <a:gd name="T5" fmla="*/ 0 h 3"/>
                <a:gd name="T6" fmla="*/ 24 w 3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0" y="2"/>
                    <a:pt x="0" y="2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3" name="Freeform 666">
              <a:extLst>
                <a:ext uri="{FF2B5EF4-FFF2-40B4-BE49-F238E27FC236}">
                  <a16:creationId xmlns:a16="http://schemas.microsoft.com/office/drawing/2014/main" id="{77854BA2-6460-46DC-B372-CA974E9B3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038"/>
              <a:ext cx="5" cy="9"/>
            </a:xfrm>
            <a:custGeom>
              <a:avLst/>
              <a:gdLst>
                <a:gd name="T0" fmla="*/ 20 w 2"/>
                <a:gd name="T1" fmla="*/ 25 h 4"/>
                <a:gd name="T2" fmla="*/ 0 w 2"/>
                <a:gd name="T3" fmla="*/ 45 h 4"/>
                <a:gd name="T4" fmla="*/ 20 w 2"/>
                <a:gd name="T5" fmla="*/ 0 h 4"/>
                <a:gd name="T6" fmla="*/ 20 w 2"/>
                <a:gd name="T7" fmla="*/ 4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3"/>
                    <a:pt x="1" y="4"/>
                    <a:pt x="0" y="4"/>
                  </a:cubicBezTo>
                  <a:cubicBezTo>
                    <a:pt x="0" y="2"/>
                    <a:pt x="0" y="2"/>
                    <a:pt x="1" y="0"/>
                  </a:cubicBezTo>
                  <a:cubicBezTo>
                    <a:pt x="2" y="2"/>
                    <a:pt x="1" y="2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4" name="Freeform 667">
              <a:extLst>
                <a:ext uri="{FF2B5EF4-FFF2-40B4-BE49-F238E27FC236}">
                  <a16:creationId xmlns:a16="http://schemas.microsoft.com/office/drawing/2014/main" id="{F50A2DD5-D401-4AB2-9235-5699E31D7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246"/>
              <a:ext cx="5" cy="9"/>
            </a:xfrm>
            <a:custGeom>
              <a:avLst/>
              <a:gdLst>
                <a:gd name="T0" fmla="*/ 33 w 2"/>
                <a:gd name="T1" fmla="*/ 11 h 4"/>
                <a:gd name="T2" fmla="*/ 33 w 2"/>
                <a:gd name="T3" fmla="*/ 45 h 4"/>
                <a:gd name="T4" fmla="*/ 33 w 2"/>
                <a:gd name="T5" fmla="*/ 0 h 4"/>
                <a:gd name="T6" fmla="*/ 33 w 2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1"/>
                  </a:moveTo>
                  <a:cubicBezTo>
                    <a:pt x="2" y="2"/>
                    <a:pt x="2" y="3"/>
                    <a:pt x="2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E2C4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5" name="Freeform 668">
              <a:extLst>
                <a:ext uri="{FF2B5EF4-FFF2-40B4-BE49-F238E27FC236}">
                  <a16:creationId xmlns:a16="http://schemas.microsoft.com/office/drawing/2014/main" id="{891BE670-4434-45B4-9974-EAB0C85C7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242"/>
              <a:ext cx="6" cy="7"/>
            </a:xfrm>
            <a:custGeom>
              <a:avLst/>
              <a:gdLst>
                <a:gd name="T0" fmla="*/ 8 w 3"/>
                <a:gd name="T1" fmla="*/ 12 h 3"/>
                <a:gd name="T2" fmla="*/ 8 w 3"/>
                <a:gd name="T3" fmla="*/ 28 h 3"/>
                <a:gd name="T4" fmla="*/ 0 w 3"/>
                <a:gd name="T5" fmla="*/ 0 h 3"/>
                <a:gd name="T6" fmla="*/ 8 w 3"/>
                <a:gd name="T7" fmla="*/ 3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1"/>
                    <a:pt x="0" y="2"/>
                    <a:pt x="0" y="0"/>
                  </a:cubicBezTo>
                  <a:cubicBezTo>
                    <a:pt x="3" y="2"/>
                    <a:pt x="1" y="2"/>
                    <a:pt x="1" y="3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6" name="Freeform 669">
              <a:extLst>
                <a:ext uri="{FF2B5EF4-FFF2-40B4-BE49-F238E27FC236}">
                  <a16:creationId xmlns:a16="http://schemas.microsoft.com/office/drawing/2014/main" id="{8C440CE6-CF05-474C-B62C-2F60C09EF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040"/>
              <a:ext cx="7" cy="7"/>
            </a:xfrm>
            <a:custGeom>
              <a:avLst/>
              <a:gdLst>
                <a:gd name="T0" fmla="*/ 37 w 3"/>
                <a:gd name="T1" fmla="*/ 0 h 3"/>
                <a:gd name="T2" fmla="*/ 12 w 3"/>
                <a:gd name="T3" fmla="*/ 37 h 3"/>
                <a:gd name="T4" fmla="*/ 0 w 3"/>
                <a:gd name="T5" fmla="*/ 0 h 3"/>
                <a:gd name="T6" fmla="*/ 12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1" y="2"/>
                    <a:pt x="0" y="2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7" name="Freeform 670">
              <a:extLst>
                <a:ext uri="{FF2B5EF4-FFF2-40B4-BE49-F238E27FC236}">
                  <a16:creationId xmlns:a16="http://schemas.microsoft.com/office/drawing/2014/main" id="{2C4F24E5-8E13-485F-9DD0-CFCCA2918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818"/>
              <a:ext cx="4" cy="9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45 h 4"/>
                <a:gd name="T4" fmla="*/ 0 w 2"/>
                <a:gd name="T5" fmla="*/ 25 h 4"/>
                <a:gd name="T6" fmla="*/ 8 w 2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2"/>
                    <a:pt x="2" y="2"/>
                    <a:pt x="1" y="4"/>
                  </a:cubicBezTo>
                  <a:cubicBezTo>
                    <a:pt x="0" y="3"/>
                    <a:pt x="0" y="4"/>
                    <a:pt x="0" y="2"/>
                  </a:cubicBezTo>
                  <a:cubicBezTo>
                    <a:pt x="1" y="1"/>
                    <a:pt x="1" y="3"/>
                    <a:pt x="1" y="2"/>
                  </a:cubicBezTo>
                </a:path>
              </a:pathLst>
            </a:custGeom>
            <a:noFill/>
            <a:ln w="6350" cap="rnd">
              <a:solidFill>
                <a:srgbClr val="8F763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8" name="Freeform 671">
              <a:extLst>
                <a:ext uri="{FF2B5EF4-FFF2-40B4-BE49-F238E27FC236}">
                  <a16:creationId xmlns:a16="http://schemas.microsoft.com/office/drawing/2014/main" id="{2BDE0633-C0B0-4A0E-9C44-D79ECE3F4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544"/>
              <a:ext cx="88" cy="31"/>
            </a:xfrm>
            <a:custGeom>
              <a:avLst/>
              <a:gdLst>
                <a:gd name="T0" fmla="*/ 406 w 41"/>
                <a:gd name="T1" fmla="*/ 0 h 14"/>
                <a:gd name="T2" fmla="*/ 0 w 41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4">
                  <a:moveTo>
                    <a:pt x="41" y="0"/>
                  </a:moveTo>
                  <a:cubicBezTo>
                    <a:pt x="35" y="4"/>
                    <a:pt x="20" y="11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9" name="Freeform 672">
              <a:extLst>
                <a:ext uri="{FF2B5EF4-FFF2-40B4-BE49-F238E27FC236}">
                  <a16:creationId xmlns:a16="http://schemas.microsoft.com/office/drawing/2014/main" id="{DE0AB989-4085-4833-8E25-6206414EE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2684"/>
              <a:ext cx="17" cy="14"/>
            </a:xfrm>
            <a:custGeom>
              <a:avLst/>
              <a:gdLst>
                <a:gd name="T0" fmla="*/ 68 w 8"/>
                <a:gd name="T1" fmla="*/ 37 h 6"/>
                <a:gd name="T2" fmla="*/ 9 w 8"/>
                <a:gd name="T3" fmla="*/ 49 h 6"/>
                <a:gd name="T4" fmla="*/ 68 w 8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7" y="3"/>
                  </a:moveTo>
                  <a:cubicBezTo>
                    <a:pt x="8" y="5"/>
                    <a:pt x="2" y="6"/>
                    <a:pt x="1" y="4"/>
                  </a:cubicBezTo>
                  <a:cubicBezTo>
                    <a:pt x="0" y="1"/>
                    <a:pt x="7" y="0"/>
                    <a:pt x="7" y="3"/>
                  </a:cubicBezTo>
                  <a:close/>
                </a:path>
              </a:pathLst>
            </a:custGeom>
            <a:solidFill>
              <a:srgbClr val="FBD278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450" name="Freeform 673">
              <a:extLst>
                <a:ext uri="{FF2B5EF4-FFF2-40B4-BE49-F238E27FC236}">
                  <a16:creationId xmlns:a16="http://schemas.microsoft.com/office/drawing/2014/main" id="{00326CD7-8375-4794-B030-532743E04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528"/>
              <a:ext cx="17" cy="18"/>
            </a:xfrm>
            <a:custGeom>
              <a:avLst/>
              <a:gdLst>
                <a:gd name="T0" fmla="*/ 60 w 8"/>
                <a:gd name="T1" fmla="*/ 11 h 8"/>
                <a:gd name="T2" fmla="*/ 28 w 8"/>
                <a:gd name="T3" fmla="*/ 81 h 8"/>
                <a:gd name="T4" fmla="*/ 60 w 8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1"/>
                  </a:moveTo>
                  <a:cubicBezTo>
                    <a:pt x="8" y="3"/>
                    <a:pt x="5" y="8"/>
                    <a:pt x="3" y="7"/>
                  </a:cubicBezTo>
                  <a:cubicBezTo>
                    <a:pt x="0" y="6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BD278"/>
            </a:solidFill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451" name="Freeform 674">
              <a:extLst>
                <a:ext uri="{FF2B5EF4-FFF2-40B4-BE49-F238E27FC236}">
                  <a16:creationId xmlns:a16="http://schemas.microsoft.com/office/drawing/2014/main" id="{CDDBB5F5-A6AB-4AA3-9702-0843D4970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834"/>
              <a:ext cx="155" cy="93"/>
            </a:xfrm>
            <a:custGeom>
              <a:avLst/>
              <a:gdLst>
                <a:gd name="T0" fmla="*/ 699 w 73"/>
                <a:gd name="T1" fmla="*/ 479 h 41"/>
                <a:gd name="T2" fmla="*/ 0 w 73"/>
                <a:gd name="T3" fmla="*/ 0 h 41"/>
                <a:gd name="T4" fmla="*/ 28 w 73"/>
                <a:gd name="T5" fmla="*/ 11 h 41"/>
                <a:gd name="T6" fmla="*/ 28 w 73"/>
                <a:gd name="T7" fmla="*/ 0 h 41"/>
                <a:gd name="T8" fmla="*/ 546 w 73"/>
                <a:gd name="T9" fmla="*/ 34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1">
                  <a:moveTo>
                    <a:pt x="73" y="41"/>
                  </a:moveTo>
                  <a:cubicBezTo>
                    <a:pt x="44" y="39"/>
                    <a:pt x="27" y="9"/>
                    <a:pt x="0" y="0"/>
                  </a:cubicBezTo>
                  <a:cubicBezTo>
                    <a:pt x="1" y="0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24" y="1"/>
                    <a:pt x="38" y="23"/>
                    <a:pt x="57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2" name="Freeform 675">
              <a:extLst>
                <a:ext uri="{FF2B5EF4-FFF2-40B4-BE49-F238E27FC236}">
                  <a16:creationId xmlns:a16="http://schemas.microsoft.com/office/drawing/2014/main" id="{E2DD57A7-BCAB-4CB6-87EB-541BAB97C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741"/>
              <a:ext cx="66" cy="102"/>
            </a:xfrm>
            <a:custGeom>
              <a:avLst/>
              <a:gdLst>
                <a:gd name="T0" fmla="*/ 68 w 31"/>
                <a:gd name="T1" fmla="*/ 0 h 45"/>
                <a:gd name="T2" fmla="*/ 300 w 31"/>
                <a:gd name="T3" fmla="*/ 524 h 45"/>
                <a:gd name="T4" fmla="*/ 0 w 31"/>
                <a:gd name="T5" fmla="*/ 2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5">
                  <a:moveTo>
                    <a:pt x="7" y="0"/>
                  </a:moveTo>
                  <a:cubicBezTo>
                    <a:pt x="20" y="14"/>
                    <a:pt x="28" y="26"/>
                    <a:pt x="31" y="45"/>
                  </a:cubicBezTo>
                  <a:cubicBezTo>
                    <a:pt x="24" y="30"/>
                    <a:pt x="9" y="16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3" name="Freeform 676">
              <a:extLst>
                <a:ext uri="{FF2B5EF4-FFF2-40B4-BE49-F238E27FC236}">
                  <a16:creationId xmlns:a16="http://schemas.microsoft.com/office/drawing/2014/main" id="{A882A7B9-CC65-44C0-AF0B-F71C68586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628"/>
              <a:ext cx="15" cy="1"/>
            </a:xfrm>
            <a:custGeom>
              <a:avLst/>
              <a:gdLst>
                <a:gd name="T0" fmla="*/ 69 w 7"/>
                <a:gd name="T1" fmla="*/ 0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AEED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4" name="Freeform 677">
              <a:extLst>
                <a:ext uri="{FF2B5EF4-FFF2-40B4-BE49-F238E27FC236}">
                  <a16:creationId xmlns:a16="http://schemas.microsoft.com/office/drawing/2014/main" id="{E599BB50-E940-49AC-9EC1-B52A1E317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1686"/>
              <a:ext cx="310" cy="141"/>
            </a:xfrm>
            <a:custGeom>
              <a:avLst/>
              <a:gdLst>
                <a:gd name="T0" fmla="*/ 0 w 146"/>
                <a:gd name="T1" fmla="*/ 93 h 62"/>
                <a:gd name="T2" fmla="*/ 96 w 146"/>
                <a:gd name="T3" fmla="*/ 0 h 62"/>
                <a:gd name="T4" fmla="*/ 229 w 146"/>
                <a:gd name="T5" fmla="*/ 0 h 62"/>
                <a:gd name="T6" fmla="*/ 393 w 146"/>
                <a:gd name="T7" fmla="*/ 11 h 62"/>
                <a:gd name="T8" fmla="*/ 586 w 146"/>
                <a:gd name="T9" fmla="*/ 82 h 62"/>
                <a:gd name="T10" fmla="*/ 902 w 146"/>
                <a:gd name="T11" fmla="*/ 223 h 62"/>
                <a:gd name="T12" fmla="*/ 1348 w 146"/>
                <a:gd name="T13" fmla="*/ 646 h 62"/>
                <a:gd name="T14" fmla="*/ 1397 w 146"/>
                <a:gd name="T15" fmla="*/ 73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62">
                  <a:moveTo>
                    <a:pt x="0" y="8"/>
                  </a:moveTo>
                  <a:cubicBezTo>
                    <a:pt x="5" y="7"/>
                    <a:pt x="8" y="3"/>
                    <a:pt x="10" y="0"/>
                  </a:cubicBezTo>
                  <a:cubicBezTo>
                    <a:pt x="15" y="3"/>
                    <a:pt x="20" y="3"/>
                    <a:pt x="24" y="0"/>
                  </a:cubicBezTo>
                  <a:cubicBezTo>
                    <a:pt x="30" y="7"/>
                    <a:pt x="35" y="0"/>
                    <a:pt x="41" y="1"/>
                  </a:cubicBezTo>
                  <a:cubicBezTo>
                    <a:pt x="47" y="2"/>
                    <a:pt x="55" y="5"/>
                    <a:pt x="61" y="7"/>
                  </a:cubicBezTo>
                  <a:cubicBezTo>
                    <a:pt x="73" y="9"/>
                    <a:pt x="82" y="15"/>
                    <a:pt x="94" y="19"/>
                  </a:cubicBezTo>
                  <a:cubicBezTo>
                    <a:pt x="112" y="25"/>
                    <a:pt x="129" y="39"/>
                    <a:pt x="141" y="55"/>
                  </a:cubicBezTo>
                  <a:cubicBezTo>
                    <a:pt x="143" y="58"/>
                    <a:pt x="144" y="60"/>
                    <a:pt x="146" y="62"/>
                  </a:cubicBezTo>
                </a:path>
              </a:pathLst>
            </a:custGeom>
            <a:solidFill>
              <a:srgbClr val="FAE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5" name="Freeform 678">
              <a:extLst>
                <a:ext uri="{FF2B5EF4-FFF2-40B4-BE49-F238E27FC236}">
                  <a16:creationId xmlns:a16="http://schemas.microsoft.com/office/drawing/2014/main" id="{405C855D-9E61-4B5F-84DD-57E20A344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065"/>
              <a:ext cx="23" cy="676"/>
            </a:xfrm>
            <a:custGeom>
              <a:avLst/>
              <a:gdLst>
                <a:gd name="T0" fmla="*/ 0 w 23"/>
                <a:gd name="T1" fmla="*/ 0 h 676"/>
                <a:gd name="T2" fmla="*/ 23 w 23"/>
                <a:gd name="T3" fmla="*/ 676 h 676"/>
                <a:gd name="T4" fmla="*/ 19 w 23"/>
                <a:gd name="T5" fmla="*/ 676 h 676"/>
                <a:gd name="T6" fmla="*/ 17 w 23"/>
                <a:gd name="T7" fmla="*/ 0 h 676"/>
                <a:gd name="T8" fmla="*/ 0 w 23"/>
                <a:gd name="T9" fmla="*/ 0 h 6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76">
                  <a:moveTo>
                    <a:pt x="0" y="0"/>
                  </a:moveTo>
                  <a:lnTo>
                    <a:pt x="23" y="676"/>
                  </a:lnTo>
                  <a:lnTo>
                    <a:pt x="19" y="676"/>
                  </a:ln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6" name="Freeform 679">
              <a:extLst>
                <a:ext uri="{FF2B5EF4-FFF2-40B4-BE49-F238E27FC236}">
                  <a16:creationId xmlns:a16="http://schemas.microsoft.com/office/drawing/2014/main" id="{10D0AF8A-AFE1-4286-AC6B-B1E261385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199"/>
              <a:ext cx="23" cy="544"/>
            </a:xfrm>
            <a:custGeom>
              <a:avLst/>
              <a:gdLst>
                <a:gd name="T0" fmla="*/ 44 w 11"/>
                <a:gd name="T1" fmla="*/ 2770 h 240"/>
                <a:gd name="T2" fmla="*/ 44 w 11"/>
                <a:gd name="T3" fmla="*/ 2795 h 240"/>
                <a:gd name="T4" fmla="*/ 100 w 11"/>
                <a:gd name="T5" fmla="*/ 0 h 240"/>
                <a:gd name="T6" fmla="*/ 27 w 11"/>
                <a:gd name="T7" fmla="*/ 0 h 240"/>
                <a:gd name="T8" fmla="*/ 44 w 11"/>
                <a:gd name="T9" fmla="*/ 277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40">
                  <a:moveTo>
                    <a:pt x="5" y="238"/>
                  </a:moveTo>
                  <a:cubicBezTo>
                    <a:pt x="5" y="240"/>
                    <a:pt x="5" y="240"/>
                    <a:pt x="5" y="240"/>
                  </a:cubicBezTo>
                  <a:cubicBezTo>
                    <a:pt x="5" y="238"/>
                    <a:pt x="8" y="4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39"/>
                    <a:pt x="5" y="230"/>
                    <a:pt x="5" y="238"/>
                  </a:cubicBezTo>
                  <a:close/>
                </a:path>
              </a:pathLst>
            </a:custGeom>
            <a:solidFill>
              <a:srgbClr val="FDF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7" name="Freeform 680">
              <a:extLst>
                <a:ext uri="{FF2B5EF4-FFF2-40B4-BE49-F238E27FC236}">
                  <a16:creationId xmlns:a16="http://schemas.microsoft.com/office/drawing/2014/main" id="{C7BACA5B-B227-431E-91B9-915B8815F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3117"/>
              <a:ext cx="62" cy="626"/>
            </a:xfrm>
            <a:custGeom>
              <a:avLst/>
              <a:gdLst>
                <a:gd name="T0" fmla="*/ 265 w 29"/>
                <a:gd name="T1" fmla="*/ 3221 h 276"/>
                <a:gd name="T2" fmla="*/ 284 w 29"/>
                <a:gd name="T3" fmla="*/ 3209 h 276"/>
                <a:gd name="T4" fmla="*/ 137 w 29"/>
                <a:gd name="T5" fmla="*/ 11 h 276"/>
                <a:gd name="T6" fmla="*/ 60 w 29"/>
                <a:gd name="T7" fmla="*/ 0 h 276"/>
                <a:gd name="T8" fmla="*/ 265 w 29"/>
                <a:gd name="T9" fmla="*/ 3221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76">
                  <a:moveTo>
                    <a:pt x="27" y="276"/>
                  </a:moveTo>
                  <a:cubicBezTo>
                    <a:pt x="29" y="275"/>
                    <a:pt x="29" y="275"/>
                    <a:pt x="29" y="275"/>
                  </a:cubicBezTo>
                  <a:cubicBezTo>
                    <a:pt x="24" y="233"/>
                    <a:pt x="9" y="38"/>
                    <a:pt x="14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40"/>
                    <a:pt x="23" y="245"/>
                    <a:pt x="27" y="276"/>
                  </a:cubicBezTo>
                  <a:close/>
                </a:path>
              </a:pathLst>
            </a:custGeom>
            <a:solidFill>
              <a:srgbClr val="FDF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8" name="Freeform 681">
              <a:extLst>
                <a:ext uri="{FF2B5EF4-FFF2-40B4-BE49-F238E27FC236}">
                  <a16:creationId xmlns:a16="http://schemas.microsoft.com/office/drawing/2014/main" id="{CA9CC5F7-1E25-4770-94E0-0BB42A5C2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090"/>
              <a:ext cx="5" cy="644"/>
            </a:xfrm>
            <a:custGeom>
              <a:avLst/>
              <a:gdLst>
                <a:gd name="T0" fmla="*/ 0 w 2"/>
                <a:gd name="T1" fmla="*/ 0 h 284"/>
                <a:gd name="T2" fmla="*/ 20 w 2"/>
                <a:gd name="T3" fmla="*/ 3311 h 2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84">
                  <a:moveTo>
                    <a:pt x="0" y="0"/>
                  </a:moveTo>
                  <a:cubicBezTo>
                    <a:pt x="2" y="28"/>
                    <a:pt x="1" y="271"/>
                    <a:pt x="1" y="284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9" name="Freeform 682">
              <a:extLst>
                <a:ext uri="{FF2B5EF4-FFF2-40B4-BE49-F238E27FC236}">
                  <a16:creationId xmlns:a16="http://schemas.microsoft.com/office/drawing/2014/main" id="{4F0D8684-A98C-413C-AFAF-B0E703F31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3108"/>
              <a:ext cx="5" cy="631"/>
            </a:xfrm>
            <a:custGeom>
              <a:avLst/>
              <a:gdLst>
                <a:gd name="T0" fmla="*/ 33 w 2"/>
                <a:gd name="T1" fmla="*/ 0 h 278"/>
                <a:gd name="T2" fmla="*/ 0 w 2"/>
                <a:gd name="T3" fmla="*/ 3250 h 2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78">
                  <a:moveTo>
                    <a:pt x="2" y="0"/>
                  </a:moveTo>
                  <a:cubicBezTo>
                    <a:pt x="2" y="19"/>
                    <a:pt x="1" y="267"/>
                    <a:pt x="0" y="278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0" name="Freeform 683">
              <a:extLst>
                <a:ext uri="{FF2B5EF4-FFF2-40B4-BE49-F238E27FC236}">
                  <a16:creationId xmlns:a16="http://schemas.microsoft.com/office/drawing/2014/main" id="{2627A03B-6914-4DD4-8EB4-1426A5AF1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3151"/>
              <a:ext cx="17" cy="588"/>
            </a:xfrm>
            <a:custGeom>
              <a:avLst/>
              <a:gdLst>
                <a:gd name="T0" fmla="*/ 77 w 8"/>
                <a:gd name="T1" fmla="*/ 0 h 259"/>
                <a:gd name="T2" fmla="*/ 0 w 8"/>
                <a:gd name="T3" fmla="*/ 3031 h 2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9">
                  <a:moveTo>
                    <a:pt x="8" y="0"/>
                  </a:moveTo>
                  <a:cubicBezTo>
                    <a:pt x="6" y="21"/>
                    <a:pt x="3" y="235"/>
                    <a:pt x="0" y="259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1" name="Freeform 684">
              <a:extLst>
                <a:ext uri="{FF2B5EF4-FFF2-40B4-BE49-F238E27FC236}">
                  <a16:creationId xmlns:a16="http://schemas.microsoft.com/office/drawing/2014/main" id="{F3F7BD81-BBA6-4B32-AEE8-7F8A44A81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138"/>
              <a:ext cx="47" cy="601"/>
            </a:xfrm>
            <a:custGeom>
              <a:avLst/>
              <a:gdLst>
                <a:gd name="T0" fmla="*/ 0 w 22"/>
                <a:gd name="T1" fmla="*/ 0 h 265"/>
                <a:gd name="T2" fmla="*/ 214 w 22"/>
                <a:gd name="T3" fmla="*/ 3091 h 2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5">
                  <a:moveTo>
                    <a:pt x="0" y="0"/>
                  </a:moveTo>
                  <a:cubicBezTo>
                    <a:pt x="0" y="30"/>
                    <a:pt x="16" y="253"/>
                    <a:pt x="22" y="265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2" name="Freeform 685">
              <a:extLst>
                <a:ext uri="{FF2B5EF4-FFF2-40B4-BE49-F238E27FC236}">
                  <a16:creationId xmlns:a16="http://schemas.microsoft.com/office/drawing/2014/main" id="{CCC7DE03-2101-4F81-8284-74335057E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3158"/>
              <a:ext cx="40" cy="585"/>
            </a:xfrm>
            <a:custGeom>
              <a:avLst/>
              <a:gdLst>
                <a:gd name="T0" fmla="*/ 0 w 19"/>
                <a:gd name="T1" fmla="*/ 0 h 258"/>
                <a:gd name="T2" fmla="*/ 177 w 19"/>
                <a:gd name="T3" fmla="*/ 3007 h 2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58">
                  <a:moveTo>
                    <a:pt x="0" y="0"/>
                  </a:moveTo>
                  <a:cubicBezTo>
                    <a:pt x="2" y="19"/>
                    <a:pt x="15" y="245"/>
                    <a:pt x="19" y="258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3" name="Freeform 686">
              <a:extLst>
                <a:ext uri="{FF2B5EF4-FFF2-40B4-BE49-F238E27FC236}">
                  <a16:creationId xmlns:a16="http://schemas.microsoft.com/office/drawing/2014/main" id="{965A16AF-9F7D-49AB-92AF-4660919C7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176"/>
              <a:ext cx="27" cy="565"/>
            </a:xfrm>
            <a:custGeom>
              <a:avLst/>
              <a:gdLst>
                <a:gd name="T0" fmla="*/ 0 w 13"/>
                <a:gd name="T1" fmla="*/ 0 h 249"/>
                <a:gd name="T2" fmla="*/ 116 w 13"/>
                <a:gd name="T3" fmla="*/ 2909 h 2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49">
                  <a:moveTo>
                    <a:pt x="0" y="0"/>
                  </a:moveTo>
                  <a:cubicBezTo>
                    <a:pt x="3" y="19"/>
                    <a:pt x="12" y="242"/>
                    <a:pt x="13" y="249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4" name="Freeform 687">
              <a:extLst>
                <a:ext uri="{FF2B5EF4-FFF2-40B4-BE49-F238E27FC236}">
                  <a16:creationId xmlns:a16="http://schemas.microsoft.com/office/drawing/2014/main" id="{71EE1209-0EC9-49BE-A1EF-161ECB261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226"/>
              <a:ext cx="9" cy="511"/>
            </a:xfrm>
            <a:custGeom>
              <a:avLst/>
              <a:gdLst>
                <a:gd name="T0" fmla="*/ 45 w 4"/>
                <a:gd name="T1" fmla="*/ 0 h 225"/>
                <a:gd name="T2" fmla="*/ 25 w 4"/>
                <a:gd name="T3" fmla="*/ 2637 h 2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5">
                  <a:moveTo>
                    <a:pt x="4" y="0"/>
                  </a:moveTo>
                  <a:cubicBezTo>
                    <a:pt x="3" y="15"/>
                    <a:pt x="0" y="218"/>
                    <a:pt x="2" y="225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5" name="Freeform 688">
              <a:extLst>
                <a:ext uri="{FF2B5EF4-FFF2-40B4-BE49-F238E27FC236}">
                  <a16:creationId xmlns:a16="http://schemas.microsoft.com/office/drawing/2014/main" id="{B8E14E04-D81E-4AAF-A4B8-FCE264730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249"/>
              <a:ext cx="13" cy="481"/>
            </a:xfrm>
            <a:custGeom>
              <a:avLst/>
              <a:gdLst>
                <a:gd name="T0" fmla="*/ 52 w 6"/>
                <a:gd name="T1" fmla="*/ 0 h 212"/>
                <a:gd name="T2" fmla="*/ 0 w 6"/>
                <a:gd name="T3" fmla="*/ 2475 h 2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2">
                  <a:moveTo>
                    <a:pt x="5" y="0"/>
                  </a:moveTo>
                  <a:cubicBezTo>
                    <a:pt x="6" y="16"/>
                    <a:pt x="0" y="206"/>
                    <a:pt x="0" y="212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6" name="Freeform 689">
              <a:extLst>
                <a:ext uri="{FF2B5EF4-FFF2-40B4-BE49-F238E27FC236}">
                  <a16:creationId xmlns:a16="http://schemas.microsoft.com/office/drawing/2014/main" id="{512C9FA1-880C-4518-9BAF-8B54A3424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3278"/>
              <a:ext cx="9" cy="454"/>
            </a:xfrm>
            <a:custGeom>
              <a:avLst/>
              <a:gdLst>
                <a:gd name="T0" fmla="*/ 25 w 4"/>
                <a:gd name="T1" fmla="*/ 0 h 200"/>
                <a:gd name="T2" fmla="*/ 0 w 4"/>
                <a:gd name="T3" fmla="*/ 2340 h 2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0">
                  <a:moveTo>
                    <a:pt x="2" y="0"/>
                  </a:moveTo>
                  <a:cubicBezTo>
                    <a:pt x="4" y="17"/>
                    <a:pt x="1" y="192"/>
                    <a:pt x="0" y="200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7" name="Freeform 690">
              <a:extLst>
                <a:ext uri="{FF2B5EF4-FFF2-40B4-BE49-F238E27FC236}">
                  <a16:creationId xmlns:a16="http://schemas.microsoft.com/office/drawing/2014/main" id="{3E4623B2-0530-4172-ABC7-7513AC996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3031"/>
              <a:ext cx="43" cy="708"/>
            </a:xfrm>
            <a:custGeom>
              <a:avLst/>
              <a:gdLst>
                <a:gd name="T0" fmla="*/ 19 w 20"/>
                <a:gd name="T1" fmla="*/ 0 h 312"/>
                <a:gd name="T2" fmla="*/ 172 w 20"/>
                <a:gd name="T3" fmla="*/ 2385 h 312"/>
                <a:gd name="T4" fmla="*/ 181 w 20"/>
                <a:gd name="T5" fmla="*/ 3647 h 3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12">
                  <a:moveTo>
                    <a:pt x="2" y="0"/>
                  </a:moveTo>
                  <a:cubicBezTo>
                    <a:pt x="0" y="14"/>
                    <a:pt x="13" y="163"/>
                    <a:pt x="17" y="204"/>
                  </a:cubicBezTo>
                  <a:cubicBezTo>
                    <a:pt x="20" y="245"/>
                    <a:pt x="18" y="312"/>
                    <a:pt x="18" y="312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8" name="Freeform 691">
              <a:extLst>
                <a:ext uri="{FF2B5EF4-FFF2-40B4-BE49-F238E27FC236}">
                  <a16:creationId xmlns:a16="http://schemas.microsoft.com/office/drawing/2014/main" id="{38221525-966B-48CE-BF93-6E38B75B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058"/>
              <a:ext cx="30" cy="683"/>
            </a:xfrm>
            <a:custGeom>
              <a:avLst/>
              <a:gdLst>
                <a:gd name="T0" fmla="*/ 9 w 14"/>
                <a:gd name="T1" fmla="*/ 0 h 301"/>
                <a:gd name="T2" fmla="*/ 129 w 14"/>
                <a:gd name="T3" fmla="*/ 2698 h 301"/>
                <a:gd name="T4" fmla="*/ 137 w 14"/>
                <a:gd name="T5" fmla="*/ 3517 h 3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1">
                  <a:moveTo>
                    <a:pt x="1" y="0"/>
                  </a:moveTo>
                  <a:cubicBezTo>
                    <a:pt x="0" y="18"/>
                    <a:pt x="12" y="206"/>
                    <a:pt x="13" y="231"/>
                  </a:cubicBezTo>
                  <a:cubicBezTo>
                    <a:pt x="14" y="256"/>
                    <a:pt x="14" y="301"/>
                    <a:pt x="14" y="301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9" name="Freeform 692">
              <a:extLst>
                <a:ext uri="{FF2B5EF4-FFF2-40B4-BE49-F238E27FC236}">
                  <a16:creationId xmlns:a16="http://schemas.microsoft.com/office/drawing/2014/main" id="{A83EF4AD-6E07-4F64-B6E8-8D3709A93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3544"/>
              <a:ext cx="41" cy="195"/>
            </a:xfrm>
            <a:custGeom>
              <a:avLst/>
              <a:gdLst>
                <a:gd name="T0" fmla="*/ 9 w 19"/>
                <a:gd name="T1" fmla="*/ 977 h 86"/>
                <a:gd name="T2" fmla="*/ 0 w 19"/>
                <a:gd name="T3" fmla="*/ 1002 h 86"/>
                <a:gd name="T4" fmla="*/ 190 w 19"/>
                <a:gd name="T5" fmla="*/ 186 h 86"/>
                <a:gd name="T6" fmla="*/ 173 w 19"/>
                <a:gd name="T7" fmla="*/ 0 h 86"/>
                <a:gd name="T8" fmla="*/ 9 w 19"/>
                <a:gd name="T9" fmla="*/ 977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6">
                  <a:moveTo>
                    <a:pt x="1" y="84"/>
                  </a:moveTo>
                  <a:cubicBezTo>
                    <a:pt x="0" y="86"/>
                    <a:pt x="0" y="86"/>
                    <a:pt x="0" y="86"/>
                  </a:cubicBezTo>
                  <a:cubicBezTo>
                    <a:pt x="6" y="77"/>
                    <a:pt x="17" y="47"/>
                    <a:pt x="19" y="1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34"/>
                    <a:pt x="6" y="78"/>
                    <a:pt x="1" y="84"/>
                  </a:cubicBezTo>
                  <a:close/>
                </a:path>
              </a:pathLst>
            </a:custGeom>
            <a:solidFill>
              <a:srgbClr val="FDF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0" name="Freeform 693">
              <a:extLst>
                <a:ext uri="{FF2B5EF4-FFF2-40B4-BE49-F238E27FC236}">
                  <a16:creationId xmlns:a16="http://schemas.microsoft.com/office/drawing/2014/main" id="{4D3404E8-EF69-4590-90C4-914A1D97C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745"/>
              <a:ext cx="763" cy="989"/>
            </a:xfrm>
            <a:custGeom>
              <a:avLst/>
              <a:gdLst>
                <a:gd name="T0" fmla="*/ 3311 w 359"/>
                <a:gd name="T1" fmla="*/ 5088 h 436"/>
                <a:gd name="T2" fmla="*/ 3388 w 359"/>
                <a:gd name="T3" fmla="*/ 3598 h 436"/>
                <a:gd name="T4" fmla="*/ 912 w 359"/>
                <a:gd name="T5" fmla="*/ 1728 h 436"/>
                <a:gd name="T6" fmla="*/ 9 w 359"/>
                <a:gd name="T7" fmla="*/ 45 h 436"/>
                <a:gd name="T8" fmla="*/ 0 w 359"/>
                <a:gd name="T9" fmla="*/ 0 h 4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9" h="436">
                  <a:moveTo>
                    <a:pt x="345" y="436"/>
                  </a:moveTo>
                  <a:cubicBezTo>
                    <a:pt x="345" y="436"/>
                    <a:pt x="353" y="351"/>
                    <a:pt x="353" y="308"/>
                  </a:cubicBezTo>
                  <a:cubicBezTo>
                    <a:pt x="359" y="218"/>
                    <a:pt x="151" y="172"/>
                    <a:pt x="95" y="148"/>
                  </a:cubicBezTo>
                  <a:cubicBezTo>
                    <a:pt x="39" y="124"/>
                    <a:pt x="4" y="79"/>
                    <a:pt x="1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1" name="Freeform 694">
              <a:extLst>
                <a:ext uri="{FF2B5EF4-FFF2-40B4-BE49-F238E27FC236}">
                  <a16:creationId xmlns:a16="http://schemas.microsoft.com/office/drawing/2014/main" id="{687902C4-DBA1-47BF-899C-CE84C74F4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736"/>
              <a:ext cx="519" cy="923"/>
            </a:xfrm>
            <a:custGeom>
              <a:avLst/>
              <a:gdLst>
                <a:gd name="T0" fmla="*/ 2272 w 244"/>
                <a:gd name="T1" fmla="*/ 4747 h 407"/>
                <a:gd name="T2" fmla="*/ 734 w 244"/>
                <a:gd name="T3" fmla="*/ 1445 h 407"/>
                <a:gd name="T4" fmla="*/ 0 w 244"/>
                <a:gd name="T5" fmla="*/ 0 h 4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4" h="407">
                  <a:moveTo>
                    <a:pt x="236" y="407"/>
                  </a:moveTo>
                  <a:cubicBezTo>
                    <a:pt x="244" y="303"/>
                    <a:pt x="127" y="167"/>
                    <a:pt x="76" y="124"/>
                  </a:cubicBezTo>
                  <a:cubicBezTo>
                    <a:pt x="26" y="81"/>
                    <a:pt x="8" y="3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2" name="Freeform 695">
              <a:extLst>
                <a:ext uri="{FF2B5EF4-FFF2-40B4-BE49-F238E27FC236}">
                  <a16:creationId xmlns:a16="http://schemas.microsoft.com/office/drawing/2014/main" id="{EA6346B8-C56E-4A6E-B4CB-7874E9A7E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024"/>
              <a:ext cx="44" cy="574"/>
            </a:xfrm>
            <a:custGeom>
              <a:avLst/>
              <a:gdLst>
                <a:gd name="T0" fmla="*/ 0 w 21"/>
                <a:gd name="T1" fmla="*/ 0 h 253"/>
                <a:gd name="T2" fmla="*/ 75 w 21"/>
                <a:gd name="T3" fmla="*/ 2954 h 2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53">
                  <a:moveTo>
                    <a:pt x="0" y="0"/>
                  </a:moveTo>
                  <a:cubicBezTo>
                    <a:pt x="5" y="58"/>
                    <a:pt x="21" y="160"/>
                    <a:pt x="8" y="25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3" name="Freeform 696">
              <a:extLst>
                <a:ext uri="{FF2B5EF4-FFF2-40B4-BE49-F238E27FC236}">
                  <a16:creationId xmlns:a16="http://schemas.microsoft.com/office/drawing/2014/main" id="{07D45A50-EB05-4EAC-BE7F-F304AB247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523"/>
              <a:ext cx="91" cy="1223"/>
            </a:xfrm>
            <a:custGeom>
              <a:avLst/>
              <a:gdLst>
                <a:gd name="T0" fmla="*/ 237 w 43"/>
                <a:gd name="T1" fmla="*/ 0 h 539"/>
                <a:gd name="T2" fmla="*/ 0 w 43"/>
                <a:gd name="T3" fmla="*/ 6297 h 5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39">
                  <a:moveTo>
                    <a:pt x="25" y="0"/>
                  </a:moveTo>
                  <a:cubicBezTo>
                    <a:pt x="31" y="48"/>
                    <a:pt x="43" y="384"/>
                    <a:pt x="0" y="53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4" name="Freeform 697">
              <a:extLst>
                <a:ext uri="{FF2B5EF4-FFF2-40B4-BE49-F238E27FC236}">
                  <a16:creationId xmlns:a16="http://schemas.microsoft.com/office/drawing/2014/main" id="{D19F7BDE-A0AC-4AF6-9D3B-239765333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990"/>
              <a:ext cx="40" cy="751"/>
            </a:xfrm>
            <a:custGeom>
              <a:avLst/>
              <a:gdLst>
                <a:gd name="T0" fmla="*/ 27 w 19"/>
                <a:gd name="T1" fmla="*/ 0 h 331"/>
                <a:gd name="T2" fmla="*/ 101 w 19"/>
                <a:gd name="T3" fmla="*/ 1870 h 331"/>
                <a:gd name="T4" fmla="*/ 177 w 19"/>
                <a:gd name="T5" fmla="*/ 3866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31">
                  <a:moveTo>
                    <a:pt x="3" y="0"/>
                  </a:moveTo>
                  <a:cubicBezTo>
                    <a:pt x="0" y="48"/>
                    <a:pt x="8" y="115"/>
                    <a:pt x="11" y="160"/>
                  </a:cubicBezTo>
                  <a:cubicBezTo>
                    <a:pt x="14" y="217"/>
                    <a:pt x="19" y="211"/>
                    <a:pt x="19" y="33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5" name="Line 698">
              <a:extLst>
                <a:ext uri="{FF2B5EF4-FFF2-40B4-BE49-F238E27FC236}">
                  <a16:creationId xmlns:a16="http://schemas.microsoft.com/office/drawing/2014/main" id="{50951312-A88B-4FFC-ADA8-076037DFE4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9" y="3063"/>
              <a:ext cx="23" cy="678"/>
            </a:xfrm>
            <a:prstGeom prst="line">
              <a:avLst/>
            </a:prstGeom>
            <a:noFill/>
            <a:ln w="952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6" name="Freeform 699">
              <a:extLst>
                <a:ext uri="{FF2B5EF4-FFF2-40B4-BE49-F238E27FC236}">
                  <a16:creationId xmlns:a16="http://schemas.microsoft.com/office/drawing/2014/main" id="{B0C98D71-0D77-4228-A398-F3C3F7E1F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3204"/>
              <a:ext cx="12" cy="537"/>
            </a:xfrm>
            <a:custGeom>
              <a:avLst/>
              <a:gdLst>
                <a:gd name="T0" fmla="*/ 24 w 6"/>
                <a:gd name="T1" fmla="*/ 0 h 237"/>
                <a:gd name="T2" fmla="*/ 48 w 6"/>
                <a:gd name="T3" fmla="*/ 2758 h 2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7">
                  <a:moveTo>
                    <a:pt x="3" y="0"/>
                  </a:moveTo>
                  <a:cubicBezTo>
                    <a:pt x="0" y="40"/>
                    <a:pt x="6" y="237"/>
                    <a:pt x="6" y="237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7" name="Freeform 700">
              <a:extLst>
                <a:ext uri="{FF2B5EF4-FFF2-40B4-BE49-F238E27FC236}">
                  <a16:creationId xmlns:a16="http://schemas.microsoft.com/office/drawing/2014/main" id="{19F65851-2C7E-47CE-95AC-DC9BD7103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117"/>
              <a:ext cx="55" cy="624"/>
            </a:xfrm>
            <a:custGeom>
              <a:avLst/>
              <a:gdLst>
                <a:gd name="T0" fmla="*/ 49 w 26"/>
                <a:gd name="T1" fmla="*/ 0 h 275"/>
                <a:gd name="T2" fmla="*/ 245 w 26"/>
                <a:gd name="T3" fmla="*/ 3213 h 2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75">
                  <a:moveTo>
                    <a:pt x="5" y="0"/>
                  </a:moveTo>
                  <a:cubicBezTo>
                    <a:pt x="0" y="38"/>
                    <a:pt x="21" y="235"/>
                    <a:pt x="26" y="27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8" name="Freeform 701">
              <a:extLst>
                <a:ext uri="{FF2B5EF4-FFF2-40B4-BE49-F238E27FC236}">
                  <a16:creationId xmlns:a16="http://schemas.microsoft.com/office/drawing/2014/main" id="{EFDA2792-7E42-46DA-B74E-24537F716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544"/>
              <a:ext cx="34" cy="195"/>
            </a:xfrm>
            <a:custGeom>
              <a:avLst/>
              <a:gdLst>
                <a:gd name="T0" fmla="*/ 153 w 16"/>
                <a:gd name="T1" fmla="*/ 0 h 86"/>
                <a:gd name="T2" fmla="*/ 0 w 16"/>
                <a:gd name="T3" fmla="*/ 1002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6">
                  <a:moveTo>
                    <a:pt x="16" y="0"/>
                  </a:moveTo>
                  <a:cubicBezTo>
                    <a:pt x="14" y="32"/>
                    <a:pt x="5" y="78"/>
                    <a:pt x="0" y="8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9" name="Freeform 702">
              <a:extLst>
                <a:ext uri="{FF2B5EF4-FFF2-40B4-BE49-F238E27FC236}">
                  <a16:creationId xmlns:a16="http://schemas.microsoft.com/office/drawing/2014/main" id="{87C5A0E8-CA9B-4761-B96A-99CC3D1BD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938"/>
              <a:ext cx="11" cy="515"/>
            </a:xfrm>
            <a:custGeom>
              <a:avLst/>
              <a:gdLst>
                <a:gd name="T0" fmla="*/ 33 w 5"/>
                <a:gd name="T1" fmla="*/ 0 h 227"/>
                <a:gd name="T2" fmla="*/ 53 w 5"/>
                <a:gd name="T3" fmla="*/ 2650 h 2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7">
                  <a:moveTo>
                    <a:pt x="3" y="0"/>
                  </a:moveTo>
                  <a:cubicBezTo>
                    <a:pt x="0" y="40"/>
                    <a:pt x="0" y="163"/>
                    <a:pt x="5" y="227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0" name="Freeform 703">
              <a:extLst>
                <a:ext uri="{FF2B5EF4-FFF2-40B4-BE49-F238E27FC236}">
                  <a16:creationId xmlns:a16="http://schemas.microsoft.com/office/drawing/2014/main" id="{DA54A45B-AF95-4A78-9092-7567553B2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027"/>
              <a:ext cx="412" cy="134"/>
            </a:xfrm>
            <a:custGeom>
              <a:avLst/>
              <a:gdLst>
                <a:gd name="T0" fmla="*/ 0 w 194"/>
                <a:gd name="T1" fmla="*/ 73 h 59"/>
                <a:gd name="T2" fmla="*/ 1850 w 194"/>
                <a:gd name="T3" fmla="*/ 690 h 59"/>
                <a:gd name="T4" fmla="*/ 1858 w 194"/>
                <a:gd name="T5" fmla="*/ 681 h 59"/>
                <a:gd name="T6" fmla="*/ 1043 w 194"/>
                <a:gd name="T7" fmla="*/ 506 h 59"/>
                <a:gd name="T8" fmla="*/ 59 w 194"/>
                <a:gd name="T9" fmla="*/ 0 h 59"/>
                <a:gd name="T10" fmla="*/ 0 w 194"/>
                <a:gd name="T11" fmla="*/ 73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4" h="59">
                  <a:moveTo>
                    <a:pt x="0" y="6"/>
                  </a:moveTo>
                  <a:cubicBezTo>
                    <a:pt x="29" y="39"/>
                    <a:pt x="85" y="54"/>
                    <a:pt x="193" y="59"/>
                  </a:cubicBezTo>
                  <a:cubicBezTo>
                    <a:pt x="194" y="58"/>
                    <a:pt x="194" y="58"/>
                    <a:pt x="194" y="58"/>
                  </a:cubicBezTo>
                  <a:cubicBezTo>
                    <a:pt x="161" y="57"/>
                    <a:pt x="133" y="47"/>
                    <a:pt x="109" y="43"/>
                  </a:cubicBezTo>
                  <a:cubicBezTo>
                    <a:pt x="57" y="35"/>
                    <a:pt x="25" y="21"/>
                    <a:pt x="6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FCE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1" name="Freeform 704">
              <a:extLst>
                <a:ext uri="{FF2B5EF4-FFF2-40B4-BE49-F238E27FC236}">
                  <a16:creationId xmlns:a16="http://schemas.microsoft.com/office/drawing/2014/main" id="{F7E56987-43AD-431E-B466-5A79D3028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3006"/>
              <a:ext cx="432" cy="157"/>
            </a:xfrm>
            <a:custGeom>
              <a:avLst/>
              <a:gdLst>
                <a:gd name="T0" fmla="*/ 0 w 203"/>
                <a:gd name="T1" fmla="*/ 0 h 69"/>
                <a:gd name="T2" fmla="*/ 1956 w 203"/>
                <a:gd name="T3" fmla="*/ 812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3" h="69">
                  <a:moveTo>
                    <a:pt x="0" y="0"/>
                  </a:moveTo>
                  <a:cubicBezTo>
                    <a:pt x="24" y="45"/>
                    <a:pt x="82" y="64"/>
                    <a:pt x="203" y="6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2" name="Freeform 705">
              <a:extLst>
                <a:ext uri="{FF2B5EF4-FFF2-40B4-BE49-F238E27FC236}">
                  <a16:creationId xmlns:a16="http://schemas.microsoft.com/office/drawing/2014/main" id="{9402D9ED-8470-4D92-B760-72619B260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732"/>
              <a:ext cx="776" cy="989"/>
            </a:xfrm>
            <a:custGeom>
              <a:avLst/>
              <a:gdLst>
                <a:gd name="T0" fmla="*/ 0 w 365"/>
                <a:gd name="T1" fmla="*/ 0 h 436"/>
                <a:gd name="T2" fmla="*/ 0 w 365"/>
                <a:gd name="T3" fmla="*/ 45 h 436"/>
                <a:gd name="T4" fmla="*/ 923 w 365"/>
                <a:gd name="T5" fmla="*/ 1765 h 436"/>
                <a:gd name="T6" fmla="*/ 1393 w 365"/>
                <a:gd name="T7" fmla="*/ 1960 h 436"/>
                <a:gd name="T8" fmla="*/ 3412 w 365"/>
                <a:gd name="T9" fmla="*/ 3570 h 436"/>
                <a:gd name="T10" fmla="*/ 3404 w 365"/>
                <a:gd name="T11" fmla="*/ 3607 h 436"/>
                <a:gd name="T12" fmla="*/ 3372 w 365"/>
                <a:gd name="T13" fmla="*/ 5079 h 436"/>
                <a:gd name="T14" fmla="*/ 3380 w 365"/>
                <a:gd name="T15" fmla="*/ 5088 h 436"/>
                <a:gd name="T16" fmla="*/ 3457 w 365"/>
                <a:gd name="T17" fmla="*/ 3598 h 436"/>
                <a:gd name="T18" fmla="*/ 1414 w 365"/>
                <a:gd name="T19" fmla="*/ 1878 h 436"/>
                <a:gd name="T20" fmla="*/ 948 w 365"/>
                <a:gd name="T21" fmla="*/ 1683 h 436"/>
                <a:gd name="T22" fmla="*/ 9 w 365"/>
                <a:gd name="T23" fmla="*/ 82 h 436"/>
                <a:gd name="T24" fmla="*/ 19 w 365"/>
                <a:gd name="T25" fmla="*/ 0 h 436"/>
                <a:gd name="T26" fmla="*/ 0 w 365"/>
                <a:gd name="T27" fmla="*/ 11 h 436"/>
                <a:gd name="T28" fmla="*/ 0 w 365"/>
                <a:gd name="T29" fmla="*/ 0 h 4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5" h="436">
                  <a:moveTo>
                    <a:pt x="0" y="0"/>
                  </a:moveTo>
                  <a:cubicBezTo>
                    <a:pt x="0" y="0"/>
                    <a:pt x="0" y="4"/>
                    <a:pt x="0" y="4"/>
                  </a:cubicBezTo>
                  <a:cubicBezTo>
                    <a:pt x="3" y="76"/>
                    <a:pt x="35" y="125"/>
                    <a:pt x="96" y="151"/>
                  </a:cubicBezTo>
                  <a:cubicBezTo>
                    <a:pt x="107" y="156"/>
                    <a:pt x="125" y="162"/>
                    <a:pt x="145" y="168"/>
                  </a:cubicBezTo>
                  <a:cubicBezTo>
                    <a:pt x="223" y="194"/>
                    <a:pt x="355" y="238"/>
                    <a:pt x="355" y="306"/>
                  </a:cubicBezTo>
                  <a:cubicBezTo>
                    <a:pt x="355" y="307"/>
                    <a:pt x="355" y="308"/>
                    <a:pt x="354" y="309"/>
                  </a:cubicBezTo>
                  <a:cubicBezTo>
                    <a:pt x="354" y="352"/>
                    <a:pt x="352" y="434"/>
                    <a:pt x="351" y="435"/>
                  </a:cubicBezTo>
                  <a:cubicBezTo>
                    <a:pt x="352" y="436"/>
                    <a:pt x="352" y="436"/>
                    <a:pt x="352" y="436"/>
                  </a:cubicBezTo>
                  <a:cubicBezTo>
                    <a:pt x="353" y="435"/>
                    <a:pt x="360" y="350"/>
                    <a:pt x="360" y="308"/>
                  </a:cubicBezTo>
                  <a:cubicBezTo>
                    <a:pt x="365" y="232"/>
                    <a:pt x="229" y="187"/>
                    <a:pt x="147" y="161"/>
                  </a:cubicBezTo>
                  <a:cubicBezTo>
                    <a:pt x="127" y="154"/>
                    <a:pt x="110" y="149"/>
                    <a:pt x="99" y="144"/>
                  </a:cubicBezTo>
                  <a:cubicBezTo>
                    <a:pt x="41" y="119"/>
                    <a:pt x="4" y="75"/>
                    <a:pt x="1" y="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F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3" name="Freeform 706">
              <a:extLst>
                <a:ext uri="{FF2B5EF4-FFF2-40B4-BE49-F238E27FC236}">
                  <a16:creationId xmlns:a16="http://schemas.microsoft.com/office/drawing/2014/main" id="{DC6200D2-3447-43C7-9E98-8DF3A4726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718"/>
              <a:ext cx="530" cy="930"/>
            </a:xfrm>
            <a:custGeom>
              <a:avLst/>
              <a:gdLst>
                <a:gd name="T0" fmla="*/ 9 w 249"/>
                <a:gd name="T1" fmla="*/ 25 h 410"/>
                <a:gd name="T2" fmla="*/ 751 w 249"/>
                <a:gd name="T3" fmla="*/ 1493 h 410"/>
                <a:gd name="T4" fmla="*/ 2305 w 249"/>
                <a:gd name="T5" fmla="*/ 4786 h 410"/>
                <a:gd name="T6" fmla="*/ 2316 w 249"/>
                <a:gd name="T7" fmla="*/ 4775 h 410"/>
                <a:gd name="T8" fmla="*/ 802 w 249"/>
                <a:gd name="T9" fmla="*/ 1424 h 410"/>
                <a:gd name="T10" fmla="*/ 0 w 249"/>
                <a:gd name="T11" fmla="*/ 0 h 410"/>
                <a:gd name="T12" fmla="*/ 9 w 249"/>
                <a:gd name="T13" fmla="*/ 25 h 4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410">
                  <a:moveTo>
                    <a:pt x="1" y="2"/>
                  </a:moveTo>
                  <a:cubicBezTo>
                    <a:pt x="14" y="54"/>
                    <a:pt x="39" y="96"/>
                    <a:pt x="78" y="128"/>
                  </a:cubicBezTo>
                  <a:cubicBezTo>
                    <a:pt x="123" y="166"/>
                    <a:pt x="247" y="305"/>
                    <a:pt x="239" y="410"/>
                  </a:cubicBezTo>
                  <a:cubicBezTo>
                    <a:pt x="240" y="409"/>
                    <a:pt x="240" y="409"/>
                    <a:pt x="240" y="409"/>
                  </a:cubicBezTo>
                  <a:cubicBezTo>
                    <a:pt x="249" y="303"/>
                    <a:pt x="137" y="168"/>
                    <a:pt x="83" y="122"/>
                  </a:cubicBezTo>
                  <a:cubicBezTo>
                    <a:pt x="45" y="91"/>
                    <a:pt x="13" y="50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DF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4" name="Freeform 707">
              <a:extLst>
                <a:ext uri="{FF2B5EF4-FFF2-40B4-BE49-F238E27FC236}">
                  <a16:creationId xmlns:a16="http://schemas.microsoft.com/office/drawing/2014/main" id="{12EB3CF8-6AE0-4FC8-AF3D-451AF860A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938"/>
              <a:ext cx="17" cy="517"/>
            </a:xfrm>
            <a:custGeom>
              <a:avLst/>
              <a:gdLst>
                <a:gd name="T0" fmla="*/ 49 w 8"/>
                <a:gd name="T1" fmla="*/ 2648 h 228"/>
                <a:gd name="T2" fmla="*/ 49 w 8"/>
                <a:gd name="T3" fmla="*/ 2658 h 228"/>
                <a:gd name="T4" fmla="*/ 77 w 8"/>
                <a:gd name="T5" fmla="*/ 1517 h 228"/>
                <a:gd name="T6" fmla="*/ 19 w 8"/>
                <a:gd name="T7" fmla="*/ 11 h 228"/>
                <a:gd name="T8" fmla="*/ 19 w 8"/>
                <a:gd name="T9" fmla="*/ 0 h 228"/>
                <a:gd name="T10" fmla="*/ 49 w 8"/>
                <a:gd name="T11" fmla="*/ 2648 h 2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28">
                  <a:moveTo>
                    <a:pt x="5" y="227"/>
                  </a:moveTo>
                  <a:cubicBezTo>
                    <a:pt x="5" y="228"/>
                    <a:pt x="5" y="228"/>
                    <a:pt x="5" y="228"/>
                  </a:cubicBezTo>
                  <a:cubicBezTo>
                    <a:pt x="3" y="203"/>
                    <a:pt x="8" y="165"/>
                    <a:pt x="8" y="130"/>
                  </a:cubicBezTo>
                  <a:cubicBezTo>
                    <a:pt x="7" y="77"/>
                    <a:pt x="1" y="26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1"/>
                    <a:pt x="0" y="164"/>
                    <a:pt x="5" y="227"/>
                  </a:cubicBezTo>
                  <a:close/>
                </a:path>
              </a:pathLst>
            </a:custGeom>
            <a:solidFill>
              <a:srgbClr val="FDF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5" name="Freeform 708">
              <a:extLst>
                <a:ext uri="{FF2B5EF4-FFF2-40B4-BE49-F238E27FC236}">
                  <a16:creationId xmlns:a16="http://schemas.microsoft.com/office/drawing/2014/main" id="{902975C4-98DD-4C63-96DE-A659633FC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512"/>
              <a:ext cx="755" cy="751"/>
            </a:xfrm>
            <a:custGeom>
              <a:avLst/>
              <a:gdLst>
                <a:gd name="T0" fmla="*/ 0 w 355"/>
                <a:gd name="T1" fmla="*/ 0 h 331"/>
                <a:gd name="T2" fmla="*/ 2271 w 355"/>
                <a:gd name="T3" fmla="*/ 2405 h 331"/>
                <a:gd name="T4" fmla="*/ 3416 w 355"/>
                <a:gd name="T5" fmla="*/ 3866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5" h="331">
                  <a:moveTo>
                    <a:pt x="0" y="0"/>
                  </a:moveTo>
                  <a:cubicBezTo>
                    <a:pt x="19" y="50"/>
                    <a:pt x="142" y="145"/>
                    <a:pt x="236" y="206"/>
                  </a:cubicBezTo>
                  <a:cubicBezTo>
                    <a:pt x="319" y="260"/>
                    <a:pt x="349" y="303"/>
                    <a:pt x="355" y="331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6" name="Freeform 709">
              <a:extLst>
                <a:ext uri="{FF2B5EF4-FFF2-40B4-BE49-F238E27FC236}">
                  <a16:creationId xmlns:a16="http://schemas.microsoft.com/office/drawing/2014/main" id="{EE8CAD8C-530F-49E4-930F-CC35D0DF3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453"/>
              <a:ext cx="740" cy="796"/>
            </a:xfrm>
            <a:custGeom>
              <a:avLst/>
              <a:gdLst>
                <a:gd name="T0" fmla="*/ 0 w 348"/>
                <a:gd name="T1" fmla="*/ 0 h 351"/>
                <a:gd name="T2" fmla="*/ 2297 w 348"/>
                <a:gd name="T3" fmla="*/ 2495 h 351"/>
                <a:gd name="T4" fmla="*/ 3347 w 348"/>
                <a:gd name="T5" fmla="*/ 4093 h 3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8" h="351">
                  <a:moveTo>
                    <a:pt x="0" y="0"/>
                  </a:moveTo>
                  <a:cubicBezTo>
                    <a:pt x="21" y="50"/>
                    <a:pt x="145" y="143"/>
                    <a:pt x="239" y="214"/>
                  </a:cubicBezTo>
                  <a:cubicBezTo>
                    <a:pt x="311" y="269"/>
                    <a:pt x="343" y="314"/>
                    <a:pt x="348" y="351"/>
                  </a:cubicBezTo>
                </a:path>
              </a:pathLst>
            </a:custGeom>
            <a:noFill/>
            <a:ln w="12700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7" name="Freeform 710">
              <a:extLst>
                <a:ext uri="{FF2B5EF4-FFF2-40B4-BE49-F238E27FC236}">
                  <a16:creationId xmlns:a16="http://schemas.microsoft.com/office/drawing/2014/main" id="{1E17F8A4-DA1A-47A2-B93B-64B7310BC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396"/>
              <a:ext cx="728" cy="839"/>
            </a:xfrm>
            <a:custGeom>
              <a:avLst/>
              <a:gdLst>
                <a:gd name="T0" fmla="*/ 0 w 342"/>
                <a:gd name="T1" fmla="*/ 0 h 370"/>
                <a:gd name="T2" fmla="*/ 2344 w 342"/>
                <a:gd name="T3" fmla="*/ 2576 h 370"/>
                <a:gd name="T4" fmla="*/ 3299 w 342"/>
                <a:gd name="T5" fmla="*/ 4313 h 3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2" h="370">
                  <a:moveTo>
                    <a:pt x="0" y="0"/>
                  </a:moveTo>
                  <a:cubicBezTo>
                    <a:pt x="23" y="48"/>
                    <a:pt x="149" y="139"/>
                    <a:pt x="243" y="221"/>
                  </a:cubicBezTo>
                  <a:cubicBezTo>
                    <a:pt x="305" y="275"/>
                    <a:pt x="337" y="325"/>
                    <a:pt x="342" y="370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8" name="Freeform 711">
              <a:extLst>
                <a:ext uri="{FF2B5EF4-FFF2-40B4-BE49-F238E27FC236}">
                  <a16:creationId xmlns:a16="http://schemas.microsoft.com/office/drawing/2014/main" id="{522BFB47-1CBA-4C16-A6AC-38A4D5383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337"/>
              <a:ext cx="713" cy="885"/>
            </a:xfrm>
            <a:custGeom>
              <a:avLst/>
              <a:gdLst>
                <a:gd name="T0" fmla="*/ 0 w 335"/>
                <a:gd name="T1" fmla="*/ 0 h 390"/>
                <a:gd name="T2" fmla="*/ 2384 w 335"/>
                <a:gd name="T3" fmla="*/ 2678 h 390"/>
                <a:gd name="T4" fmla="*/ 3231 w 335"/>
                <a:gd name="T5" fmla="*/ 4557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5" h="390">
                  <a:moveTo>
                    <a:pt x="0" y="0"/>
                  </a:moveTo>
                  <a:cubicBezTo>
                    <a:pt x="26" y="48"/>
                    <a:pt x="155" y="135"/>
                    <a:pt x="247" y="229"/>
                  </a:cubicBezTo>
                  <a:cubicBezTo>
                    <a:pt x="299" y="282"/>
                    <a:pt x="331" y="336"/>
                    <a:pt x="335" y="390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9" name="Freeform 712">
              <a:extLst>
                <a:ext uri="{FF2B5EF4-FFF2-40B4-BE49-F238E27FC236}">
                  <a16:creationId xmlns:a16="http://schemas.microsoft.com/office/drawing/2014/main" id="{B994442E-A38E-417B-8D3E-91A0FA209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278"/>
              <a:ext cx="700" cy="932"/>
            </a:xfrm>
            <a:custGeom>
              <a:avLst/>
              <a:gdLst>
                <a:gd name="T0" fmla="*/ 0 w 329"/>
                <a:gd name="T1" fmla="*/ 0 h 411"/>
                <a:gd name="T2" fmla="*/ 3168 w 329"/>
                <a:gd name="T3" fmla="*/ 4792 h 4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9" h="411">
                  <a:moveTo>
                    <a:pt x="0" y="0"/>
                  </a:moveTo>
                  <a:cubicBezTo>
                    <a:pt x="42" y="71"/>
                    <a:pt x="318" y="217"/>
                    <a:pt x="329" y="411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0" name="Freeform 713">
              <a:extLst>
                <a:ext uri="{FF2B5EF4-FFF2-40B4-BE49-F238E27FC236}">
                  <a16:creationId xmlns:a16="http://schemas.microsoft.com/office/drawing/2014/main" id="{F58EDB79-4C10-4BFC-9E6E-48312029E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172"/>
              <a:ext cx="670" cy="943"/>
            </a:xfrm>
            <a:custGeom>
              <a:avLst/>
              <a:gdLst>
                <a:gd name="T0" fmla="*/ 0 w 315"/>
                <a:gd name="T1" fmla="*/ 0 h 416"/>
                <a:gd name="T2" fmla="*/ 1172 w 315"/>
                <a:gd name="T3" fmla="*/ 1408 h 416"/>
                <a:gd name="T4" fmla="*/ 3031 w 315"/>
                <a:gd name="T5" fmla="*/ 4846 h 4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5" h="416">
                  <a:moveTo>
                    <a:pt x="0" y="0"/>
                  </a:moveTo>
                  <a:cubicBezTo>
                    <a:pt x="16" y="32"/>
                    <a:pt x="67" y="72"/>
                    <a:pt x="122" y="121"/>
                  </a:cubicBezTo>
                  <a:cubicBezTo>
                    <a:pt x="202" y="192"/>
                    <a:pt x="309" y="292"/>
                    <a:pt x="315" y="416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1" name="Freeform 714">
              <a:extLst>
                <a:ext uri="{FF2B5EF4-FFF2-40B4-BE49-F238E27FC236}">
                  <a16:creationId xmlns:a16="http://schemas.microsoft.com/office/drawing/2014/main" id="{7644CBC7-F840-40AD-8AB6-2ABB11C62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063"/>
              <a:ext cx="640" cy="959"/>
            </a:xfrm>
            <a:custGeom>
              <a:avLst/>
              <a:gdLst>
                <a:gd name="T0" fmla="*/ 0 w 301"/>
                <a:gd name="T1" fmla="*/ 0 h 423"/>
                <a:gd name="T2" fmla="*/ 1108 w 301"/>
                <a:gd name="T3" fmla="*/ 1469 h 423"/>
                <a:gd name="T4" fmla="*/ 2894 w 301"/>
                <a:gd name="T5" fmla="*/ 4929 h 4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1" h="423">
                  <a:moveTo>
                    <a:pt x="0" y="0"/>
                  </a:moveTo>
                  <a:cubicBezTo>
                    <a:pt x="15" y="36"/>
                    <a:pt x="63" y="78"/>
                    <a:pt x="115" y="126"/>
                  </a:cubicBezTo>
                  <a:cubicBezTo>
                    <a:pt x="186" y="191"/>
                    <a:pt x="294" y="291"/>
                    <a:pt x="301" y="423"/>
                  </a:cubicBezTo>
                </a:path>
              </a:pathLst>
            </a:custGeom>
            <a:noFill/>
            <a:ln w="12700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2" name="Freeform 715">
              <a:extLst>
                <a:ext uri="{FF2B5EF4-FFF2-40B4-BE49-F238E27FC236}">
                  <a16:creationId xmlns:a16="http://schemas.microsoft.com/office/drawing/2014/main" id="{A9F575AC-7D99-4E43-AB5A-CFCA675C9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956"/>
              <a:ext cx="611" cy="971"/>
            </a:xfrm>
            <a:custGeom>
              <a:avLst/>
              <a:gdLst>
                <a:gd name="T0" fmla="*/ 0 w 287"/>
                <a:gd name="T1" fmla="*/ 0 h 428"/>
                <a:gd name="T2" fmla="*/ 1043 w 287"/>
                <a:gd name="T3" fmla="*/ 1518 h 428"/>
                <a:gd name="T4" fmla="*/ 2770 w 287"/>
                <a:gd name="T5" fmla="*/ 4998 h 4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7" h="428">
                  <a:moveTo>
                    <a:pt x="0" y="0"/>
                  </a:moveTo>
                  <a:cubicBezTo>
                    <a:pt x="14" y="39"/>
                    <a:pt x="60" y="83"/>
                    <a:pt x="108" y="130"/>
                  </a:cubicBezTo>
                  <a:cubicBezTo>
                    <a:pt x="169" y="189"/>
                    <a:pt x="279" y="289"/>
                    <a:pt x="287" y="428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3" name="Freeform 716">
              <a:extLst>
                <a:ext uri="{FF2B5EF4-FFF2-40B4-BE49-F238E27FC236}">
                  <a16:creationId xmlns:a16="http://schemas.microsoft.com/office/drawing/2014/main" id="{223352E4-3412-4A14-A059-773530DDF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847"/>
              <a:ext cx="578" cy="985"/>
            </a:xfrm>
            <a:custGeom>
              <a:avLst/>
              <a:gdLst>
                <a:gd name="T0" fmla="*/ 0 w 272"/>
                <a:gd name="T1" fmla="*/ 0 h 434"/>
                <a:gd name="T2" fmla="*/ 980 w 272"/>
                <a:gd name="T3" fmla="*/ 1575 h 434"/>
                <a:gd name="T4" fmla="*/ 2610 w 272"/>
                <a:gd name="T5" fmla="*/ 5075 h 4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2" h="434">
                  <a:moveTo>
                    <a:pt x="0" y="0"/>
                  </a:moveTo>
                  <a:cubicBezTo>
                    <a:pt x="12" y="44"/>
                    <a:pt x="57" y="88"/>
                    <a:pt x="102" y="135"/>
                  </a:cubicBezTo>
                  <a:cubicBezTo>
                    <a:pt x="153" y="188"/>
                    <a:pt x="264" y="288"/>
                    <a:pt x="272" y="434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4" name="Freeform 717">
              <a:extLst>
                <a:ext uri="{FF2B5EF4-FFF2-40B4-BE49-F238E27FC236}">
                  <a16:creationId xmlns:a16="http://schemas.microsoft.com/office/drawing/2014/main" id="{E838583F-E0C9-44E1-9576-1C61A0933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738"/>
              <a:ext cx="549" cy="998"/>
            </a:xfrm>
            <a:custGeom>
              <a:avLst/>
              <a:gdLst>
                <a:gd name="T0" fmla="*/ 0 w 258"/>
                <a:gd name="T1" fmla="*/ 0 h 440"/>
                <a:gd name="T2" fmla="*/ 915 w 258"/>
                <a:gd name="T3" fmla="*/ 1635 h 440"/>
                <a:gd name="T4" fmla="*/ 2485 w 258"/>
                <a:gd name="T5" fmla="*/ 5135 h 4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8" h="440">
                  <a:moveTo>
                    <a:pt x="0" y="0"/>
                  </a:moveTo>
                  <a:cubicBezTo>
                    <a:pt x="11" y="48"/>
                    <a:pt x="54" y="94"/>
                    <a:pt x="95" y="140"/>
                  </a:cubicBezTo>
                  <a:cubicBezTo>
                    <a:pt x="136" y="187"/>
                    <a:pt x="250" y="287"/>
                    <a:pt x="258" y="440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5" name="Freeform 718">
              <a:extLst>
                <a:ext uri="{FF2B5EF4-FFF2-40B4-BE49-F238E27FC236}">
                  <a16:creationId xmlns:a16="http://schemas.microsoft.com/office/drawing/2014/main" id="{02806958-988F-4917-A17A-5ACBCB626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571"/>
              <a:ext cx="770" cy="705"/>
            </a:xfrm>
            <a:custGeom>
              <a:avLst/>
              <a:gdLst>
                <a:gd name="T0" fmla="*/ 0 w 362"/>
                <a:gd name="T1" fmla="*/ 0 h 311"/>
                <a:gd name="T2" fmla="*/ 2231 w 362"/>
                <a:gd name="T3" fmla="*/ 2317 h 311"/>
                <a:gd name="T4" fmla="*/ 3484 w 362"/>
                <a:gd name="T5" fmla="*/ 3622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311">
                  <a:moveTo>
                    <a:pt x="0" y="0"/>
                  </a:moveTo>
                  <a:cubicBezTo>
                    <a:pt x="16" y="51"/>
                    <a:pt x="138" y="147"/>
                    <a:pt x="232" y="199"/>
                  </a:cubicBezTo>
                  <a:cubicBezTo>
                    <a:pt x="327" y="251"/>
                    <a:pt x="355" y="292"/>
                    <a:pt x="362" y="311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6" name="Freeform 719">
              <a:extLst>
                <a:ext uri="{FF2B5EF4-FFF2-40B4-BE49-F238E27FC236}">
                  <a16:creationId xmlns:a16="http://schemas.microsoft.com/office/drawing/2014/main" id="{82007107-D767-4D46-AF6F-F5456EF42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625"/>
              <a:ext cx="768" cy="690"/>
            </a:xfrm>
            <a:custGeom>
              <a:avLst/>
              <a:gdLst>
                <a:gd name="T0" fmla="*/ 0 w 361"/>
                <a:gd name="T1" fmla="*/ 0 h 304"/>
                <a:gd name="T2" fmla="*/ 1128 w 361"/>
                <a:gd name="T3" fmla="*/ 1498 h 304"/>
                <a:gd name="T4" fmla="*/ 2236 w 361"/>
                <a:gd name="T5" fmla="*/ 2256 h 304"/>
                <a:gd name="T6" fmla="*/ 3476 w 361"/>
                <a:gd name="T7" fmla="*/ 3554 h 3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304">
                  <a:moveTo>
                    <a:pt x="0" y="0"/>
                  </a:moveTo>
                  <a:cubicBezTo>
                    <a:pt x="9" y="34"/>
                    <a:pt x="46" y="82"/>
                    <a:pt x="117" y="128"/>
                  </a:cubicBezTo>
                  <a:cubicBezTo>
                    <a:pt x="154" y="153"/>
                    <a:pt x="195" y="174"/>
                    <a:pt x="232" y="193"/>
                  </a:cubicBezTo>
                  <a:cubicBezTo>
                    <a:pt x="314" y="234"/>
                    <a:pt x="349" y="272"/>
                    <a:pt x="361" y="304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7" name="Freeform 720">
              <a:extLst>
                <a:ext uri="{FF2B5EF4-FFF2-40B4-BE49-F238E27FC236}">
                  <a16:creationId xmlns:a16="http://schemas.microsoft.com/office/drawing/2014/main" id="{F9277F1E-BA2F-4717-9E7F-65933038D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682"/>
              <a:ext cx="768" cy="669"/>
            </a:xfrm>
            <a:custGeom>
              <a:avLst/>
              <a:gdLst>
                <a:gd name="T0" fmla="*/ 0 w 361"/>
                <a:gd name="T1" fmla="*/ 0 h 295"/>
                <a:gd name="T2" fmla="*/ 1087 w 361"/>
                <a:gd name="T3" fmla="*/ 1506 h 295"/>
                <a:gd name="T4" fmla="*/ 2236 w 361"/>
                <a:gd name="T5" fmla="*/ 2170 h 295"/>
                <a:gd name="T6" fmla="*/ 3476 w 361"/>
                <a:gd name="T7" fmla="*/ 3440 h 2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295">
                  <a:moveTo>
                    <a:pt x="0" y="0"/>
                  </a:moveTo>
                  <a:cubicBezTo>
                    <a:pt x="8" y="34"/>
                    <a:pt x="31" y="82"/>
                    <a:pt x="113" y="129"/>
                  </a:cubicBezTo>
                  <a:cubicBezTo>
                    <a:pt x="151" y="151"/>
                    <a:pt x="193" y="168"/>
                    <a:pt x="232" y="186"/>
                  </a:cubicBezTo>
                  <a:cubicBezTo>
                    <a:pt x="302" y="217"/>
                    <a:pt x="344" y="250"/>
                    <a:pt x="361" y="295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8" name="Freeform 721">
              <a:extLst>
                <a:ext uri="{FF2B5EF4-FFF2-40B4-BE49-F238E27FC236}">
                  <a16:creationId xmlns:a16="http://schemas.microsoft.com/office/drawing/2014/main" id="{0772963B-2345-418E-B825-368399845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736"/>
              <a:ext cx="768" cy="654"/>
            </a:xfrm>
            <a:custGeom>
              <a:avLst/>
              <a:gdLst>
                <a:gd name="T0" fmla="*/ 0 w 361"/>
                <a:gd name="T1" fmla="*/ 0 h 288"/>
                <a:gd name="T2" fmla="*/ 1051 w 361"/>
                <a:gd name="T3" fmla="*/ 1531 h 288"/>
                <a:gd name="T4" fmla="*/ 3476 w 361"/>
                <a:gd name="T5" fmla="*/ 3372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1" h="288">
                  <a:moveTo>
                    <a:pt x="0" y="0"/>
                  </a:moveTo>
                  <a:cubicBezTo>
                    <a:pt x="7" y="36"/>
                    <a:pt x="16" y="84"/>
                    <a:pt x="109" y="131"/>
                  </a:cubicBezTo>
                  <a:cubicBezTo>
                    <a:pt x="203" y="178"/>
                    <a:pt x="323" y="188"/>
                    <a:pt x="361" y="288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9" name="Freeform 722">
              <a:extLst>
                <a:ext uri="{FF2B5EF4-FFF2-40B4-BE49-F238E27FC236}">
                  <a16:creationId xmlns:a16="http://schemas.microsoft.com/office/drawing/2014/main" id="{3F21C60A-E264-45F6-B6E8-3950103BB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3442"/>
              <a:ext cx="34" cy="297"/>
            </a:xfrm>
            <a:custGeom>
              <a:avLst/>
              <a:gdLst>
                <a:gd name="T0" fmla="*/ 153 w 16"/>
                <a:gd name="T1" fmla="*/ 0 h 131"/>
                <a:gd name="T2" fmla="*/ 0 w 16"/>
                <a:gd name="T3" fmla="*/ 1526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1">
                  <a:moveTo>
                    <a:pt x="16" y="0"/>
                  </a:moveTo>
                  <a:cubicBezTo>
                    <a:pt x="14" y="30"/>
                    <a:pt x="0" y="131"/>
                    <a:pt x="0" y="131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0" name="Freeform 723">
              <a:extLst>
                <a:ext uri="{FF2B5EF4-FFF2-40B4-BE49-F238E27FC236}">
                  <a16:creationId xmlns:a16="http://schemas.microsoft.com/office/drawing/2014/main" id="{46A49C69-1AA0-44A3-B6E3-D0E323AB0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317"/>
              <a:ext cx="40" cy="424"/>
            </a:xfrm>
            <a:custGeom>
              <a:avLst/>
              <a:gdLst>
                <a:gd name="T0" fmla="*/ 177 w 19"/>
                <a:gd name="T1" fmla="*/ 0 h 187"/>
                <a:gd name="T2" fmla="*/ 0 w 19"/>
                <a:gd name="T3" fmla="*/ 2179 h 1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7">
                  <a:moveTo>
                    <a:pt x="19" y="0"/>
                  </a:moveTo>
                  <a:cubicBezTo>
                    <a:pt x="19" y="28"/>
                    <a:pt x="5" y="169"/>
                    <a:pt x="0" y="187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1" name="Freeform 724">
              <a:extLst>
                <a:ext uri="{FF2B5EF4-FFF2-40B4-BE49-F238E27FC236}">
                  <a16:creationId xmlns:a16="http://schemas.microsoft.com/office/drawing/2014/main" id="{DD894BA4-1D3F-4259-AE7C-62BE6A312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195"/>
              <a:ext cx="49" cy="548"/>
            </a:xfrm>
            <a:custGeom>
              <a:avLst/>
              <a:gdLst>
                <a:gd name="T0" fmla="*/ 222 w 23"/>
                <a:gd name="T1" fmla="*/ 0 h 242"/>
                <a:gd name="T2" fmla="*/ 0 w 23"/>
                <a:gd name="T3" fmla="*/ 2810 h 2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42">
                  <a:moveTo>
                    <a:pt x="23" y="0"/>
                  </a:moveTo>
                  <a:cubicBezTo>
                    <a:pt x="23" y="26"/>
                    <a:pt x="10" y="206"/>
                    <a:pt x="0" y="242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2" name="Freeform 725">
              <a:extLst>
                <a:ext uri="{FF2B5EF4-FFF2-40B4-BE49-F238E27FC236}">
                  <a16:creationId xmlns:a16="http://schemas.microsoft.com/office/drawing/2014/main" id="{2E1F6B7A-93A7-41A9-8A44-04C19918A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070"/>
              <a:ext cx="59" cy="676"/>
            </a:xfrm>
            <a:custGeom>
              <a:avLst/>
              <a:gdLst>
                <a:gd name="T0" fmla="*/ 253 w 28"/>
                <a:gd name="T1" fmla="*/ 0 h 298"/>
                <a:gd name="T2" fmla="*/ 0 w 28"/>
                <a:gd name="T3" fmla="*/ 3478 h 2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98">
                  <a:moveTo>
                    <a:pt x="27" y="0"/>
                  </a:moveTo>
                  <a:cubicBezTo>
                    <a:pt x="28" y="24"/>
                    <a:pt x="14" y="244"/>
                    <a:pt x="0" y="298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3" name="Freeform 726">
              <a:extLst>
                <a:ext uri="{FF2B5EF4-FFF2-40B4-BE49-F238E27FC236}">
                  <a16:creationId xmlns:a16="http://schemas.microsoft.com/office/drawing/2014/main" id="{F2C028E8-0E44-4045-AC7F-12178E21C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945"/>
              <a:ext cx="68" cy="803"/>
            </a:xfrm>
            <a:custGeom>
              <a:avLst/>
              <a:gdLst>
                <a:gd name="T0" fmla="*/ 289 w 32"/>
                <a:gd name="T1" fmla="*/ 0 h 354"/>
                <a:gd name="T2" fmla="*/ 0 w 32"/>
                <a:gd name="T3" fmla="*/ 4131 h 3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54">
                  <a:moveTo>
                    <a:pt x="30" y="0"/>
                  </a:moveTo>
                  <a:cubicBezTo>
                    <a:pt x="32" y="22"/>
                    <a:pt x="19" y="282"/>
                    <a:pt x="0" y="354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4" name="Freeform 727">
              <a:extLst>
                <a:ext uri="{FF2B5EF4-FFF2-40B4-BE49-F238E27FC236}">
                  <a16:creationId xmlns:a16="http://schemas.microsoft.com/office/drawing/2014/main" id="{1C59E12D-94B3-416A-891E-7C9401809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718"/>
              <a:ext cx="234" cy="426"/>
            </a:xfrm>
            <a:custGeom>
              <a:avLst/>
              <a:gdLst>
                <a:gd name="T0" fmla="*/ 0 w 110"/>
                <a:gd name="T1" fmla="*/ 0 h 188"/>
                <a:gd name="T2" fmla="*/ 1059 w 110"/>
                <a:gd name="T3" fmla="*/ 2187 h 1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0" h="188">
                  <a:moveTo>
                    <a:pt x="0" y="0"/>
                  </a:moveTo>
                  <a:cubicBezTo>
                    <a:pt x="7" y="30"/>
                    <a:pt x="101" y="153"/>
                    <a:pt x="110" y="188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5" name="Freeform 728">
              <a:extLst>
                <a:ext uri="{FF2B5EF4-FFF2-40B4-BE49-F238E27FC236}">
                  <a16:creationId xmlns:a16="http://schemas.microsoft.com/office/drawing/2014/main" id="{3D0DB064-310C-4CD6-8B68-C3583A1A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711"/>
              <a:ext cx="151" cy="640"/>
            </a:xfrm>
            <a:custGeom>
              <a:avLst/>
              <a:gdLst>
                <a:gd name="T0" fmla="*/ 0 w 71"/>
                <a:gd name="T1" fmla="*/ 0 h 282"/>
                <a:gd name="T2" fmla="*/ 683 w 71"/>
                <a:gd name="T3" fmla="*/ 3295 h 2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82">
                  <a:moveTo>
                    <a:pt x="0" y="0"/>
                  </a:moveTo>
                  <a:cubicBezTo>
                    <a:pt x="0" y="34"/>
                    <a:pt x="56" y="216"/>
                    <a:pt x="71" y="282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6" name="Freeform 729">
              <a:extLst>
                <a:ext uri="{FF2B5EF4-FFF2-40B4-BE49-F238E27FC236}">
                  <a16:creationId xmlns:a16="http://schemas.microsoft.com/office/drawing/2014/main" id="{906F9E2E-25B0-46B3-A133-D863AD448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695"/>
              <a:ext cx="177" cy="563"/>
            </a:xfrm>
            <a:custGeom>
              <a:avLst/>
              <a:gdLst>
                <a:gd name="T0" fmla="*/ 0 w 83"/>
                <a:gd name="T1" fmla="*/ 0 h 248"/>
                <a:gd name="T2" fmla="*/ 804 w 83"/>
                <a:gd name="T3" fmla="*/ 2901 h 2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248">
                  <a:moveTo>
                    <a:pt x="0" y="0"/>
                  </a:moveTo>
                  <a:cubicBezTo>
                    <a:pt x="6" y="36"/>
                    <a:pt x="75" y="203"/>
                    <a:pt x="83" y="248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7" name="Freeform 730">
              <a:extLst>
                <a:ext uri="{FF2B5EF4-FFF2-40B4-BE49-F238E27FC236}">
                  <a16:creationId xmlns:a16="http://schemas.microsoft.com/office/drawing/2014/main" id="{DCFEFF9F-09CD-45BE-B8AA-7ED9989F4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698"/>
              <a:ext cx="202" cy="499"/>
            </a:xfrm>
            <a:custGeom>
              <a:avLst/>
              <a:gdLst>
                <a:gd name="T0" fmla="*/ 0 w 95"/>
                <a:gd name="T1" fmla="*/ 0 h 220"/>
                <a:gd name="T2" fmla="*/ 914 w 95"/>
                <a:gd name="T3" fmla="*/ 2568 h 2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220">
                  <a:moveTo>
                    <a:pt x="0" y="0"/>
                  </a:moveTo>
                  <a:cubicBezTo>
                    <a:pt x="4" y="27"/>
                    <a:pt x="82" y="171"/>
                    <a:pt x="95" y="220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8" name="Freeform 731">
              <a:extLst>
                <a:ext uri="{FF2B5EF4-FFF2-40B4-BE49-F238E27FC236}">
                  <a16:creationId xmlns:a16="http://schemas.microsoft.com/office/drawing/2014/main" id="{C0ACCBE5-3A38-48CB-BB64-09C64A314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745"/>
              <a:ext cx="111" cy="642"/>
            </a:xfrm>
            <a:custGeom>
              <a:avLst/>
              <a:gdLst>
                <a:gd name="T0" fmla="*/ 0 w 52"/>
                <a:gd name="T1" fmla="*/ 0 h 283"/>
                <a:gd name="T2" fmla="*/ 506 w 52"/>
                <a:gd name="T3" fmla="*/ 3303 h 2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83">
                  <a:moveTo>
                    <a:pt x="0" y="0"/>
                  </a:moveTo>
                  <a:cubicBezTo>
                    <a:pt x="1" y="37"/>
                    <a:pt x="51" y="246"/>
                    <a:pt x="52" y="283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9" name="Freeform 732">
              <a:extLst>
                <a:ext uri="{FF2B5EF4-FFF2-40B4-BE49-F238E27FC236}">
                  <a16:creationId xmlns:a16="http://schemas.microsoft.com/office/drawing/2014/main" id="{43035D7B-DB72-4FC7-954D-AC8952449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788"/>
              <a:ext cx="51" cy="629"/>
            </a:xfrm>
            <a:custGeom>
              <a:avLst/>
              <a:gdLst>
                <a:gd name="T0" fmla="*/ 28 w 24"/>
                <a:gd name="T1" fmla="*/ 0 h 277"/>
                <a:gd name="T2" fmla="*/ 230 w 24"/>
                <a:gd name="T3" fmla="*/ 3243 h 2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77">
                  <a:moveTo>
                    <a:pt x="3" y="0"/>
                  </a:moveTo>
                  <a:cubicBezTo>
                    <a:pt x="0" y="29"/>
                    <a:pt x="19" y="245"/>
                    <a:pt x="24" y="277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0" name="Freeform 733">
              <a:extLst>
                <a:ext uri="{FF2B5EF4-FFF2-40B4-BE49-F238E27FC236}">
                  <a16:creationId xmlns:a16="http://schemas.microsoft.com/office/drawing/2014/main" id="{A966491E-C568-46F6-B883-347552883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063"/>
              <a:ext cx="32" cy="41"/>
            </a:xfrm>
            <a:custGeom>
              <a:avLst/>
              <a:gdLst>
                <a:gd name="T0" fmla="*/ 0 w 15"/>
                <a:gd name="T1" fmla="*/ 82 h 18"/>
                <a:gd name="T2" fmla="*/ 49 w 15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7"/>
                  </a:moveTo>
                  <a:cubicBezTo>
                    <a:pt x="12" y="0"/>
                    <a:pt x="15" y="15"/>
                    <a:pt x="5" y="18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1" name="Freeform 734">
              <a:extLst>
                <a:ext uri="{FF2B5EF4-FFF2-40B4-BE49-F238E27FC236}">
                  <a16:creationId xmlns:a16="http://schemas.microsoft.com/office/drawing/2014/main" id="{A43DC660-5BEC-45E6-817C-22CF1B1C4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169"/>
              <a:ext cx="44" cy="46"/>
            </a:xfrm>
            <a:custGeom>
              <a:avLst/>
              <a:gdLst>
                <a:gd name="T0" fmla="*/ 0 w 21"/>
                <a:gd name="T1" fmla="*/ 74 h 20"/>
                <a:gd name="T2" fmla="*/ 65 w 21"/>
                <a:gd name="T3" fmla="*/ 12 h 20"/>
                <a:gd name="T4" fmla="*/ 27 w 21"/>
                <a:gd name="T5" fmla="*/ 147 h 20"/>
                <a:gd name="T6" fmla="*/ 119 w 21"/>
                <a:gd name="T7" fmla="*/ 24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0" y="6"/>
                  </a:moveTo>
                  <a:cubicBezTo>
                    <a:pt x="1" y="3"/>
                    <a:pt x="4" y="0"/>
                    <a:pt x="7" y="1"/>
                  </a:cubicBezTo>
                  <a:cubicBezTo>
                    <a:pt x="8" y="5"/>
                    <a:pt x="4" y="9"/>
                    <a:pt x="3" y="12"/>
                  </a:cubicBezTo>
                  <a:cubicBezTo>
                    <a:pt x="11" y="11"/>
                    <a:pt x="21" y="10"/>
                    <a:pt x="13" y="20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2" name="Freeform 735">
              <a:extLst>
                <a:ext uri="{FF2B5EF4-FFF2-40B4-BE49-F238E27FC236}">
                  <a16:creationId xmlns:a16="http://schemas.microsoft.com/office/drawing/2014/main" id="{07BFDA4F-E6A7-44AC-809E-4787D99C5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339"/>
              <a:ext cx="53" cy="53"/>
            </a:xfrm>
            <a:custGeom>
              <a:avLst/>
              <a:gdLst>
                <a:gd name="T0" fmla="*/ 0 w 25"/>
                <a:gd name="T1" fmla="*/ 65 h 23"/>
                <a:gd name="T2" fmla="*/ 95 w 25"/>
                <a:gd name="T3" fmla="*/ 12 h 23"/>
                <a:gd name="T4" fmla="*/ 59 w 25"/>
                <a:gd name="T5" fmla="*/ 171 h 23"/>
                <a:gd name="T6" fmla="*/ 153 w 25"/>
                <a:gd name="T7" fmla="*/ 28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3">
                  <a:moveTo>
                    <a:pt x="0" y="5"/>
                  </a:moveTo>
                  <a:cubicBezTo>
                    <a:pt x="3" y="2"/>
                    <a:pt x="6" y="0"/>
                    <a:pt x="10" y="1"/>
                  </a:cubicBezTo>
                  <a:cubicBezTo>
                    <a:pt x="9" y="6"/>
                    <a:pt x="7" y="10"/>
                    <a:pt x="6" y="14"/>
                  </a:cubicBezTo>
                  <a:cubicBezTo>
                    <a:pt x="15" y="10"/>
                    <a:pt x="25" y="12"/>
                    <a:pt x="16" y="23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3" name="Freeform 736">
              <a:extLst>
                <a:ext uri="{FF2B5EF4-FFF2-40B4-BE49-F238E27FC236}">
                  <a16:creationId xmlns:a16="http://schemas.microsoft.com/office/drawing/2014/main" id="{003B5E14-6E9C-4233-91F2-FFBDDA80C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455"/>
              <a:ext cx="32" cy="41"/>
            </a:xfrm>
            <a:custGeom>
              <a:avLst/>
              <a:gdLst>
                <a:gd name="T0" fmla="*/ 0 w 15"/>
                <a:gd name="T1" fmla="*/ 118 h 18"/>
                <a:gd name="T2" fmla="*/ 96 w 15"/>
                <a:gd name="T3" fmla="*/ 36 h 18"/>
                <a:gd name="T4" fmla="*/ 41 w 15"/>
                <a:gd name="T5" fmla="*/ 2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10"/>
                  </a:moveTo>
                  <a:cubicBezTo>
                    <a:pt x="2" y="7"/>
                    <a:pt x="6" y="0"/>
                    <a:pt x="10" y="3"/>
                  </a:cubicBezTo>
                  <a:cubicBezTo>
                    <a:pt x="15" y="6"/>
                    <a:pt x="6" y="16"/>
                    <a:pt x="4" y="18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4" name="Freeform 737">
              <a:extLst>
                <a:ext uri="{FF2B5EF4-FFF2-40B4-BE49-F238E27FC236}">
                  <a16:creationId xmlns:a16="http://schemas.microsoft.com/office/drawing/2014/main" id="{7B9E50F9-F850-459A-AE50-F11EFDDC1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671"/>
              <a:ext cx="41" cy="118"/>
            </a:xfrm>
            <a:custGeom>
              <a:avLst/>
              <a:gdLst>
                <a:gd name="T0" fmla="*/ 60 w 19"/>
                <a:gd name="T1" fmla="*/ 0 h 52"/>
                <a:gd name="T2" fmla="*/ 0 w 19"/>
                <a:gd name="T3" fmla="*/ 154 h 52"/>
                <a:gd name="T4" fmla="*/ 112 w 19"/>
                <a:gd name="T5" fmla="*/ 118 h 52"/>
                <a:gd name="T6" fmla="*/ 41 w 19"/>
                <a:gd name="T7" fmla="*/ 340 h 52"/>
                <a:gd name="T8" fmla="*/ 181 w 19"/>
                <a:gd name="T9" fmla="*/ 361 h 52"/>
                <a:gd name="T10" fmla="*/ 164 w 19"/>
                <a:gd name="T11" fmla="*/ 597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2">
                  <a:moveTo>
                    <a:pt x="6" y="0"/>
                  </a:moveTo>
                  <a:cubicBezTo>
                    <a:pt x="3" y="4"/>
                    <a:pt x="1" y="9"/>
                    <a:pt x="0" y="13"/>
                  </a:cubicBezTo>
                  <a:cubicBezTo>
                    <a:pt x="4" y="13"/>
                    <a:pt x="7" y="10"/>
                    <a:pt x="11" y="10"/>
                  </a:cubicBezTo>
                  <a:cubicBezTo>
                    <a:pt x="12" y="16"/>
                    <a:pt x="5" y="22"/>
                    <a:pt x="4" y="29"/>
                  </a:cubicBezTo>
                  <a:cubicBezTo>
                    <a:pt x="10" y="30"/>
                    <a:pt x="16" y="22"/>
                    <a:pt x="18" y="31"/>
                  </a:cubicBezTo>
                  <a:cubicBezTo>
                    <a:pt x="19" y="35"/>
                    <a:pt x="5" y="52"/>
                    <a:pt x="16" y="51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5" name="Freeform 738">
              <a:extLst>
                <a:ext uri="{FF2B5EF4-FFF2-40B4-BE49-F238E27FC236}">
                  <a16:creationId xmlns:a16="http://schemas.microsoft.com/office/drawing/2014/main" id="{BD0B2698-6C04-47DD-AC67-3149E6D14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736"/>
              <a:ext cx="45" cy="121"/>
            </a:xfrm>
            <a:custGeom>
              <a:avLst/>
              <a:gdLst>
                <a:gd name="T0" fmla="*/ 88 w 21"/>
                <a:gd name="T1" fmla="*/ 0 h 53"/>
                <a:gd name="T2" fmla="*/ 0 w 21"/>
                <a:gd name="T3" fmla="*/ 142 h 53"/>
                <a:gd name="T4" fmla="*/ 137 w 21"/>
                <a:gd name="T5" fmla="*/ 155 h 53"/>
                <a:gd name="T6" fmla="*/ 41 w 21"/>
                <a:gd name="T7" fmla="*/ 381 h 53"/>
                <a:gd name="T8" fmla="*/ 96 w 21"/>
                <a:gd name="T9" fmla="*/ 63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3">
                  <a:moveTo>
                    <a:pt x="9" y="0"/>
                  </a:moveTo>
                  <a:cubicBezTo>
                    <a:pt x="6" y="4"/>
                    <a:pt x="2" y="7"/>
                    <a:pt x="0" y="12"/>
                  </a:cubicBezTo>
                  <a:cubicBezTo>
                    <a:pt x="5" y="12"/>
                    <a:pt x="12" y="7"/>
                    <a:pt x="14" y="13"/>
                  </a:cubicBezTo>
                  <a:cubicBezTo>
                    <a:pt x="16" y="18"/>
                    <a:pt x="6" y="28"/>
                    <a:pt x="4" y="32"/>
                  </a:cubicBezTo>
                  <a:cubicBezTo>
                    <a:pt x="21" y="28"/>
                    <a:pt x="18" y="43"/>
                    <a:pt x="10" y="53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6" name="Freeform 739">
              <a:extLst>
                <a:ext uri="{FF2B5EF4-FFF2-40B4-BE49-F238E27FC236}">
                  <a16:creationId xmlns:a16="http://schemas.microsoft.com/office/drawing/2014/main" id="{B7D0E9A9-71E7-498C-98CE-1A7BDADEF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745"/>
              <a:ext cx="38" cy="48"/>
            </a:xfrm>
            <a:custGeom>
              <a:avLst/>
              <a:gdLst>
                <a:gd name="T0" fmla="*/ 93 w 18"/>
                <a:gd name="T1" fmla="*/ 11 h 21"/>
                <a:gd name="T2" fmla="*/ 0 w 18"/>
                <a:gd name="T3" fmla="*/ 110 h 21"/>
                <a:gd name="T4" fmla="*/ 152 w 18"/>
                <a:gd name="T5" fmla="*/ 142 h 21"/>
                <a:gd name="T6" fmla="*/ 76 w 18"/>
                <a:gd name="T7" fmla="*/ 25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10" y="1"/>
                  </a:moveTo>
                  <a:cubicBezTo>
                    <a:pt x="6" y="0"/>
                    <a:pt x="0" y="4"/>
                    <a:pt x="0" y="9"/>
                  </a:cubicBezTo>
                  <a:cubicBezTo>
                    <a:pt x="4" y="10"/>
                    <a:pt x="14" y="6"/>
                    <a:pt x="16" y="12"/>
                  </a:cubicBezTo>
                  <a:cubicBezTo>
                    <a:pt x="18" y="16"/>
                    <a:pt x="13" y="20"/>
                    <a:pt x="8" y="21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7" name="Freeform 740">
              <a:extLst>
                <a:ext uri="{FF2B5EF4-FFF2-40B4-BE49-F238E27FC236}">
                  <a16:creationId xmlns:a16="http://schemas.microsoft.com/office/drawing/2014/main" id="{9C06C4ED-C0E2-4B58-A444-C0DB81ACA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752"/>
              <a:ext cx="38" cy="55"/>
            </a:xfrm>
            <a:custGeom>
              <a:avLst/>
              <a:gdLst>
                <a:gd name="T0" fmla="*/ 112 w 18"/>
                <a:gd name="T1" fmla="*/ 0 h 24"/>
                <a:gd name="T2" fmla="*/ 0 w 18"/>
                <a:gd name="T3" fmla="*/ 73 h 24"/>
                <a:gd name="T4" fmla="*/ 152 w 18"/>
                <a:gd name="T5" fmla="*/ 167 h 24"/>
                <a:gd name="T6" fmla="*/ 68 w 18"/>
                <a:gd name="T7" fmla="*/ 289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8" y="1"/>
                    <a:pt x="3" y="3"/>
                    <a:pt x="0" y="6"/>
                  </a:cubicBezTo>
                  <a:cubicBezTo>
                    <a:pt x="4" y="10"/>
                    <a:pt x="13" y="9"/>
                    <a:pt x="16" y="14"/>
                  </a:cubicBezTo>
                  <a:cubicBezTo>
                    <a:pt x="18" y="19"/>
                    <a:pt x="13" y="23"/>
                    <a:pt x="7" y="24"/>
                  </a:cubicBezTo>
                </a:path>
              </a:pathLst>
            </a:custGeom>
            <a:noFill/>
            <a:ln w="12700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8" name="Freeform 741">
              <a:extLst>
                <a:ext uri="{FF2B5EF4-FFF2-40B4-BE49-F238E27FC236}">
                  <a16:creationId xmlns:a16="http://schemas.microsoft.com/office/drawing/2014/main" id="{6B986F2B-355B-43B5-B437-1D22F5E71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720"/>
              <a:ext cx="36" cy="25"/>
            </a:xfrm>
            <a:custGeom>
              <a:avLst/>
              <a:gdLst>
                <a:gd name="T0" fmla="*/ 93 w 17"/>
                <a:gd name="T1" fmla="*/ 36 h 11"/>
                <a:gd name="T2" fmla="*/ 93 w 17"/>
                <a:gd name="T3" fmla="*/ 0 h 11"/>
                <a:gd name="T4" fmla="*/ 8 w 17"/>
                <a:gd name="T5" fmla="*/ 45 h 11"/>
                <a:gd name="T6" fmla="*/ 161 w 17"/>
                <a:gd name="T7" fmla="*/ 1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10" y="3"/>
                  </a:moveTo>
                  <a:cubicBezTo>
                    <a:pt x="11" y="2"/>
                    <a:pt x="11" y="1"/>
                    <a:pt x="10" y="0"/>
                  </a:cubicBezTo>
                  <a:cubicBezTo>
                    <a:pt x="8" y="0"/>
                    <a:pt x="1" y="0"/>
                    <a:pt x="1" y="4"/>
                  </a:cubicBezTo>
                  <a:cubicBezTo>
                    <a:pt x="0" y="9"/>
                    <a:pt x="13" y="11"/>
                    <a:pt x="17" y="10"/>
                  </a:cubicBezTo>
                </a:path>
              </a:pathLst>
            </a:custGeom>
            <a:noFill/>
            <a:ln w="12700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9" name="Freeform 742">
              <a:extLst>
                <a:ext uri="{FF2B5EF4-FFF2-40B4-BE49-F238E27FC236}">
                  <a16:creationId xmlns:a16="http://schemas.microsoft.com/office/drawing/2014/main" id="{C434E447-B91A-46ED-82E7-EC94A2446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698"/>
              <a:ext cx="57" cy="97"/>
            </a:xfrm>
            <a:custGeom>
              <a:avLst/>
              <a:gdLst>
                <a:gd name="T0" fmla="*/ 76 w 27"/>
                <a:gd name="T1" fmla="*/ 0 h 43"/>
                <a:gd name="T2" fmla="*/ 0 w 27"/>
                <a:gd name="T3" fmla="*/ 81 h 43"/>
                <a:gd name="T4" fmla="*/ 160 w 27"/>
                <a:gd name="T5" fmla="*/ 138 h 43"/>
                <a:gd name="T6" fmla="*/ 27 w 27"/>
                <a:gd name="T7" fmla="*/ 311 h 43"/>
                <a:gd name="T8" fmla="*/ 169 w 27"/>
                <a:gd name="T9" fmla="*/ 300 h 43"/>
                <a:gd name="T10" fmla="*/ 112 w 27"/>
                <a:gd name="T11" fmla="*/ 49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43">
                  <a:moveTo>
                    <a:pt x="8" y="0"/>
                  </a:moveTo>
                  <a:cubicBezTo>
                    <a:pt x="4" y="1"/>
                    <a:pt x="1" y="3"/>
                    <a:pt x="0" y="7"/>
                  </a:cubicBezTo>
                  <a:cubicBezTo>
                    <a:pt x="4" y="9"/>
                    <a:pt x="15" y="8"/>
                    <a:pt x="17" y="12"/>
                  </a:cubicBezTo>
                  <a:cubicBezTo>
                    <a:pt x="20" y="18"/>
                    <a:pt x="5" y="23"/>
                    <a:pt x="3" y="27"/>
                  </a:cubicBezTo>
                  <a:cubicBezTo>
                    <a:pt x="7" y="27"/>
                    <a:pt x="14" y="24"/>
                    <a:pt x="18" y="26"/>
                  </a:cubicBezTo>
                  <a:cubicBezTo>
                    <a:pt x="27" y="31"/>
                    <a:pt x="16" y="38"/>
                    <a:pt x="12" y="43"/>
                  </a:cubicBezTo>
                </a:path>
              </a:pathLst>
            </a:custGeom>
            <a:noFill/>
            <a:ln w="12700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0" name="Freeform 743">
              <a:extLst>
                <a:ext uri="{FF2B5EF4-FFF2-40B4-BE49-F238E27FC236}">
                  <a16:creationId xmlns:a16="http://schemas.microsoft.com/office/drawing/2014/main" id="{D0135376-A7D7-49B8-8DB1-C5863A7F2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720"/>
              <a:ext cx="40" cy="77"/>
            </a:xfrm>
            <a:custGeom>
              <a:avLst/>
              <a:gdLst>
                <a:gd name="T0" fmla="*/ 67 w 19"/>
                <a:gd name="T1" fmla="*/ 0 h 34"/>
                <a:gd name="T2" fmla="*/ 0 w 19"/>
                <a:gd name="T3" fmla="*/ 118 h 34"/>
                <a:gd name="T4" fmla="*/ 67 w 19"/>
                <a:gd name="T5" fmla="*/ 163 h 34"/>
                <a:gd name="T6" fmla="*/ 76 w 19"/>
                <a:gd name="T7" fmla="*/ 39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4">
                  <a:moveTo>
                    <a:pt x="7" y="0"/>
                  </a:moveTo>
                  <a:cubicBezTo>
                    <a:pt x="5" y="2"/>
                    <a:pt x="0" y="7"/>
                    <a:pt x="0" y="10"/>
                  </a:cubicBezTo>
                  <a:cubicBezTo>
                    <a:pt x="1" y="15"/>
                    <a:pt x="3" y="13"/>
                    <a:pt x="7" y="14"/>
                  </a:cubicBezTo>
                  <a:cubicBezTo>
                    <a:pt x="19" y="16"/>
                    <a:pt x="15" y="27"/>
                    <a:pt x="8" y="34"/>
                  </a:cubicBezTo>
                </a:path>
              </a:pathLst>
            </a:custGeom>
            <a:noFill/>
            <a:ln w="12700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1" name="Freeform 744">
              <a:extLst>
                <a:ext uri="{FF2B5EF4-FFF2-40B4-BE49-F238E27FC236}">
                  <a16:creationId xmlns:a16="http://schemas.microsoft.com/office/drawing/2014/main" id="{A243A36C-69E7-4F26-A1A9-4D36CFE3F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709"/>
              <a:ext cx="30" cy="27"/>
            </a:xfrm>
            <a:custGeom>
              <a:avLst/>
              <a:gdLst>
                <a:gd name="T0" fmla="*/ 28 w 14"/>
                <a:gd name="T1" fmla="*/ 137 h 12"/>
                <a:gd name="T2" fmla="*/ 0 w 14"/>
                <a:gd name="T3" fmla="*/ 9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3" y="12"/>
                  </a:moveTo>
                  <a:cubicBezTo>
                    <a:pt x="14" y="4"/>
                    <a:pt x="1" y="0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2" name="Freeform 745">
              <a:extLst>
                <a:ext uri="{FF2B5EF4-FFF2-40B4-BE49-F238E27FC236}">
                  <a16:creationId xmlns:a16="http://schemas.microsoft.com/office/drawing/2014/main" id="{2E6A4A13-3374-47AD-9DEC-93DC96184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786"/>
              <a:ext cx="4" cy="55"/>
            </a:xfrm>
            <a:custGeom>
              <a:avLst/>
              <a:gdLst>
                <a:gd name="T0" fmla="*/ 0 w 2"/>
                <a:gd name="T1" fmla="*/ 0 h 24"/>
                <a:gd name="T2" fmla="*/ 16 w 2"/>
                <a:gd name="T3" fmla="*/ 289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4">
                  <a:moveTo>
                    <a:pt x="0" y="0"/>
                  </a:moveTo>
                  <a:cubicBezTo>
                    <a:pt x="2" y="8"/>
                    <a:pt x="1" y="16"/>
                    <a:pt x="2" y="24"/>
                  </a:cubicBezTo>
                </a:path>
              </a:pathLst>
            </a:custGeom>
            <a:noFill/>
            <a:ln w="12700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3" name="Freeform 746">
              <a:extLst>
                <a:ext uri="{FF2B5EF4-FFF2-40B4-BE49-F238E27FC236}">
                  <a16:creationId xmlns:a16="http://schemas.microsoft.com/office/drawing/2014/main" id="{CD989A96-1649-4DA8-BE23-69D7CC489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745"/>
              <a:ext cx="26" cy="44"/>
            </a:xfrm>
            <a:custGeom>
              <a:avLst/>
              <a:gdLst>
                <a:gd name="T0" fmla="*/ 33 w 12"/>
                <a:gd name="T1" fmla="*/ 188 h 19"/>
                <a:gd name="T2" fmla="*/ 0 w 12"/>
                <a:gd name="T3" fmla="*/ 12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3" y="15"/>
                  </a:moveTo>
                  <a:cubicBezTo>
                    <a:pt x="12" y="19"/>
                    <a:pt x="9" y="0"/>
                    <a:pt x="0" y="10"/>
                  </a:cubicBezTo>
                </a:path>
              </a:pathLst>
            </a:custGeom>
            <a:noFill/>
            <a:ln w="12700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4" name="Freeform 747">
              <a:extLst>
                <a:ext uri="{FF2B5EF4-FFF2-40B4-BE49-F238E27FC236}">
                  <a16:creationId xmlns:a16="http://schemas.microsoft.com/office/drawing/2014/main" id="{EE012A3A-1301-46B1-93EF-27D210EE5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895"/>
              <a:ext cx="2" cy="43"/>
            </a:xfrm>
            <a:custGeom>
              <a:avLst/>
              <a:gdLst>
                <a:gd name="T0" fmla="*/ 8 w 1"/>
                <a:gd name="T1" fmla="*/ 25 h 19"/>
                <a:gd name="T2" fmla="*/ 0 w 1"/>
                <a:gd name="T3" fmla="*/ 0 h 19"/>
                <a:gd name="T4" fmla="*/ 0 w 1"/>
                <a:gd name="T5" fmla="*/ 2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9">
                  <a:moveTo>
                    <a:pt x="1" y="2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0" y="7"/>
                    <a:pt x="0" y="13"/>
                    <a:pt x="0" y="19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5" name="Freeform 748">
              <a:extLst>
                <a:ext uri="{FF2B5EF4-FFF2-40B4-BE49-F238E27FC236}">
                  <a16:creationId xmlns:a16="http://schemas.microsoft.com/office/drawing/2014/main" id="{7BA23EA6-DB79-40BC-8772-3F039A370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841"/>
              <a:ext cx="27" cy="34"/>
            </a:xfrm>
            <a:custGeom>
              <a:avLst/>
              <a:gdLst>
                <a:gd name="T0" fmla="*/ 35 w 13"/>
                <a:gd name="T1" fmla="*/ 175 h 15"/>
                <a:gd name="T2" fmla="*/ 100 w 13"/>
                <a:gd name="T3" fmla="*/ 57 h 15"/>
                <a:gd name="T4" fmla="*/ 0 w 13"/>
                <a:gd name="T5" fmla="*/ 5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4" y="15"/>
                  </a:moveTo>
                  <a:cubicBezTo>
                    <a:pt x="7" y="13"/>
                    <a:pt x="13" y="9"/>
                    <a:pt x="11" y="5"/>
                  </a:cubicBezTo>
                  <a:cubicBezTo>
                    <a:pt x="10" y="0"/>
                    <a:pt x="3" y="2"/>
                    <a:pt x="0" y="5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6" name="Freeform 749">
              <a:extLst>
                <a:ext uri="{FF2B5EF4-FFF2-40B4-BE49-F238E27FC236}">
                  <a16:creationId xmlns:a16="http://schemas.microsoft.com/office/drawing/2014/main" id="{B01EFB72-CF39-4810-A919-47C9475F6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954"/>
              <a:ext cx="32" cy="45"/>
            </a:xfrm>
            <a:custGeom>
              <a:avLst/>
              <a:gdLst>
                <a:gd name="T0" fmla="*/ 137 w 15"/>
                <a:gd name="T1" fmla="*/ 0 h 20"/>
                <a:gd name="T2" fmla="*/ 145 w 15"/>
                <a:gd name="T3" fmla="*/ 18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14" y="0"/>
                  </a:moveTo>
                  <a:cubicBezTo>
                    <a:pt x="0" y="3"/>
                    <a:pt x="6" y="20"/>
                    <a:pt x="15" y="16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7" name="Freeform 750">
              <a:extLst>
                <a:ext uri="{FF2B5EF4-FFF2-40B4-BE49-F238E27FC236}">
                  <a16:creationId xmlns:a16="http://schemas.microsoft.com/office/drawing/2014/main" id="{5CB8EFF8-4EDF-4854-A5F0-D2B08D06F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2947"/>
              <a:ext cx="43" cy="59"/>
            </a:xfrm>
            <a:custGeom>
              <a:avLst/>
              <a:gdLst>
                <a:gd name="T0" fmla="*/ 60 w 20"/>
                <a:gd name="T1" fmla="*/ 279 h 26"/>
                <a:gd name="T2" fmla="*/ 69 w 20"/>
                <a:gd name="T3" fmla="*/ 304 h 26"/>
                <a:gd name="T4" fmla="*/ 0 w 20"/>
                <a:gd name="T5" fmla="*/ 10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6" y="24"/>
                  </a:moveTo>
                  <a:cubicBezTo>
                    <a:pt x="6" y="25"/>
                    <a:pt x="6" y="26"/>
                    <a:pt x="7" y="26"/>
                  </a:cubicBezTo>
                  <a:cubicBezTo>
                    <a:pt x="20" y="18"/>
                    <a:pt x="12" y="0"/>
                    <a:pt x="0" y="9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8" name="Freeform 751">
              <a:extLst>
                <a:ext uri="{FF2B5EF4-FFF2-40B4-BE49-F238E27FC236}">
                  <a16:creationId xmlns:a16="http://schemas.microsoft.com/office/drawing/2014/main" id="{9E8285D7-0809-4318-AF0A-62667175B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058"/>
              <a:ext cx="11" cy="98"/>
            </a:xfrm>
            <a:custGeom>
              <a:avLst/>
              <a:gdLst>
                <a:gd name="T0" fmla="*/ 20 w 5"/>
                <a:gd name="T1" fmla="*/ 0 h 43"/>
                <a:gd name="T2" fmla="*/ 0 w 5"/>
                <a:gd name="T3" fmla="*/ 50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3">
                  <a:moveTo>
                    <a:pt x="2" y="0"/>
                  </a:moveTo>
                  <a:cubicBezTo>
                    <a:pt x="5" y="14"/>
                    <a:pt x="0" y="29"/>
                    <a:pt x="0" y="43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9" name="Freeform 752">
              <a:extLst>
                <a:ext uri="{FF2B5EF4-FFF2-40B4-BE49-F238E27FC236}">
                  <a16:creationId xmlns:a16="http://schemas.microsoft.com/office/drawing/2014/main" id="{2591C0FD-BCAC-4FCC-BBB6-4039328B6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034"/>
              <a:ext cx="34" cy="63"/>
            </a:xfrm>
            <a:custGeom>
              <a:avLst/>
              <a:gdLst>
                <a:gd name="T0" fmla="*/ 60 w 16"/>
                <a:gd name="T1" fmla="*/ 320 h 28"/>
                <a:gd name="T2" fmla="*/ 145 w 16"/>
                <a:gd name="T3" fmla="*/ 227 h 28"/>
                <a:gd name="T4" fmla="*/ 49 w 16"/>
                <a:gd name="T5" fmla="*/ 194 h 28"/>
                <a:gd name="T6" fmla="*/ 128 w 16"/>
                <a:gd name="T7" fmla="*/ 56 h 28"/>
                <a:gd name="T8" fmla="*/ 0 w 16"/>
                <a:gd name="T9" fmla="*/ 1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6" y="28"/>
                  </a:moveTo>
                  <a:cubicBezTo>
                    <a:pt x="9" y="28"/>
                    <a:pt x="16" y="24"/>
                    <a:pt x="15" y="20"/>
                  </a:cubicBezTo>
                  <a:cubicBezTo>
                    <a:pt x="15" y="16"/>
                    <a:pt x="8" y="17"/>
                    <a:pt x="5" y="17"/>
                  </a:cubicBezTo>
                  <a:cubicBezTo>
                    <a:pt x="7" y="13"/>
                    <a:pt x="14" y="9"/>
                    <a:pt x="13" y="5"/>
                  </a:cubicBezTo>
                  <a:cubicBezTo>
                    <a:pt x="12" y="0"/>
                    <a:pt x="4" y="1"/>
                    <a:pt x="0" y="1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0" name="Freeform 753">
              <a:extLst>
                <a:ext uri="{FF2B5EF4-FFF2-40B4-BE49-F238E27FC236}">
                  <a16:creationId xmlns:a16="http://schemas.microsoft.com/office/drawing/2014/main" id="{9BC9BFCA-6F08-4300-8074-496A56C89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3140"/>
              <a:ext cx="51" cy="157"/>
            </a:xfrm>
            <a:custGeom>
              <a:avLst/>
              <a:gdLst>
                <a:gd name="T0" fmla="*/ 60 w 24"/>
                <a:gd name="T1" fmla="*/ 812 h 69"/>
                <a:gd name="T2" fmla="*/ 193 w 24"/>
                <a:gd name="T3" fmla="*/ 341 h 69"/>
                <a:gd name="T4" fmla="*/ 77 w 24"/>
                <a:gd name="T5" fmla="*/ 658 h 69"/>
                <a:gd name="T6" fmla="*/ 230 w 24"/>
                <a:gd name="T7" fmla="*/ 166 h 69"/>
                <a:gd name="T8" fmla="*/ 0 w 24"/>
                <a:gd name="T9" fmla="*/ 601 h 69"/>
                <a:gd name="T10" fmla="*/ 204 w 24"/>
                <a:gd name="T11" fmla="*/ 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69">
                  <a:moveTo>
                    <a:pt x="6" y="69"/>
                  </a:moveTo>
                  <a:cubicBezTo>
                    <a:pt x="14" y="58"/>
                    <a:pt x="17" y="42"/>
                    <a:pt x="20" y="29"/>
                  </a:cubicBezTo>
                  <a:cubicBezTo>
                    <a:pt x="16" y="38"/>
                    <a:pt x="12" y="47"/>
                    <a:pt x="8" y="56"/>
                  </a:cubicBezTo>
                  <a:cubicBezTo>
                    <a:pt x="14" y="43"/>
                    <a:pt x="19" y="28"/>
                    <a:pt x="24" y="14"/>
                  </a:cubicBezTo>
                  <a:cubicBezTo>
                    <a:pt x="16" y="27"/>
                    <a:pt x="7" y="39"/>
                    <a:pt x="0" y="51"/>
                  </a:cubicBezTo>
                  <a:cubicBezTo>
                    <a:pt x="9" y="36"/>
                    <a:pt x="16" y="17"/>
                    <a:pt x="21" y="0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1" name="Freeform 754">
              <a:extLst>
                <a:ext uri="{FF2B5EF4-FFF2-40B4-BE49-F238E27FC236}">
                  <a16:creationId xmlns:a16="http://schemas.microsoft.com/office/drawing/2014/main" id="{4964DD61-DB38-4C93-98C5-DDD69E83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142"/>
              <a:ext cx="6" cy="84"/>
            </a:xfrm>
            <a:custGeom>
              <a:avLst/>
              <a:gdLst>
                <a:gd name="T0" fmla="*/ 16 w 3"/>
                <a:gd name="T1" fmla="*/ 0 h 37"/>
                <a:gd name="T2" fmla="*/ 24 w 3"/>
                <a:gd name="T3" fmla="*/ 434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7">
                  <a:moveTo>
                    <a:pt x="2" y="0"/>
                  </a:moveTo>
                  <a:cubicBezTo>
                    <a:pt x="2" y="11"/>
                    <a:pt x="0" y="27"/>
                    <a:pt x="3" y="37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2" name="Freeform 755">
              <a:extLst>
                <a:ext uri="{FF2B5EF4-FFF2-40B4-BE49-F238E27FC236}">
                  <a16:creationId xmlns:a16="http://schemas.microsoft.com/office/drawing/2014/main" id="{B9419E58-314C-4502-B570-52509166E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249"/>
              <a:ext cx="39" cy="52"/>
            </a:xfrm>
            <a:custGeom>
              <a:avLst/>
              <a:gdLst>
                <a:gd name="T0" fmla="*/ 173 w 18"/>
                <a:gd name="T1" fmla="*/ 72 h 23"/>
                <a:gd name="T2" fmla="*/ 61 w 18"/>
                <a:gd name="T3" fmla="*/ 45 h 23"/>
                <a:gd name="T4" fmla="*/ 184 w 18"/>
                <a:gd name="T5" fmla="*/ 23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7" y="6"/>
                  </a:moveTo>
                  <a:cubicBezTo>
                    <a:pt x="16" y="0"/>
                    <a:pt x="10" y="0"/>
                    <a:pt x="6" y="4"/>
                  </a:cubicBezTo>
                  <a:cubicBezTo>
                    <a:pt x="0" y="12"/>
                    <a:pt x="10" y="23"/>
                    <a:pt x="18" y="20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3" name="Freeform 756">
              <a:extLst>
                <a:ext uri="{FF2B5EF4-FFF2-40B4-BE49-F238E27FC236}">
                  <a16:creationId xmlns:a16="http://schemas.microsoft.com/office/drawing/2014/main" id="{1B9A7FCE-259D-40DE-9F88-5E4563A7B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308"/>
              <a:ext cx="28" cy="68"/>
            </a:xfrm>
            <a:custGeom>
              <a:avLst/>
              <a:gdLst>
                <a:gd name="T0" fmla="*/ 88 w 13"/>
                <a:gd name="T1" fmla="*/ 0 h 30"/>
                <a:gd name="T2" fmla="*/ 9 w 13"/>
                <a:gd name="T3" fmla="*/ 73 h 30"/>
                <a:gd name="T4" fmla="*/ 52 w 13"/>
                <a:gd name="T5" fmla="*/ 118 h 30"/>
                <a:gd name="T6" fmla="*/ 121 w 13"/>
                <a:gd name="T7" fmla="*/ 231 h 30"/>
                <a:gd name="T8" fmla="*/ 0 w 13"/>
                <a:gd name="T9" fmla="*/ 34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0">
                  <a:moveTo>
                    <a:pt x="9" y="0"/>
                  </a:moveTo>
                  <a:cubicBezTo>
                    <a:pt x="7" y="0"/>
                    <a:pt x="1" y="3"/>
                    <a:pt x="1" y="6"/>
                  </a:cubicBezTo>
                  <a:cubicBezTo>
                    <a:pt x="0" y="10"/>
                    <a:pt x="2" y="8"/>
                    <a:pt x="5" y="10"/>
                  </a:cubicBezTo>
                  <a:cubicBezTo>
                    <a:pt x="8" y="14"/>
                    <a:pt x="13" y="13"/>
                    <a:pt x="12" y="20"/>
                  </a:cubicBezTo>
                  <a:cubicBezTo>
                    <a:pt x="11" y="24"/>
                    <a:pt x="5" y="30"/>
                    <a:pt x="0" y="30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4" name="Freeform 757">
              <a:extLst>
                <a:ext uri="{FF2B5EF4-FFF2-40B4-BE49-F238E27FC236}">
                  <a16:creationId xmlns:a16="http://schemas.microsoft.com/office/drawing/2014/main" id="{F626EC51-D10C-4A72-BFE5-7A2DB1B78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269"/>
              <a:ext cx="36" cy="41"/>
            </a:xfrm>
            <a:custGeom>
              <a:avLst/>
              <a:gdLst>
                <a:gd name="T0" fmla="*/ 93 w 17"/>
                <a:gd name="T1" fmla="*/ 212 h 18"/>
                <a:gd name="T2" fmla="*/ 112 w 17"/>
                <a:gd name="T3" fmla="*/ 36 h 18"/>
                <a:gd name="T4" fmla="*/ 0 w 17"/>
                <a:gd name="T5" fmla="*/ 10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0" y="18"/>
                  </a:moveTo>
                  <a:cubicBezTo>
                    <a:pt x="12" y="15"/>
                    <a:pt x="17" y="7"/>
                    <a:pt x="12" y="3"/>
                  </a:cubicBezTo>
                  <a:cubicBezTo>
                    <a:pt x="9" y="0"/>
                    <a:pt x="1" y="9"/>
                    <a:pt x="0" y="9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5" name="Freeform 758">
              <a:extLst>
                <a:ext uri="{FF2B5EF4-FFF2-40B4-BE49-F238E27FC236}">
                  <a16:creationId xmlns:a16="http://schemas.microsoft.com/office/drawing/2014/main" id="{8D98F42D-0A4E-4FB7-A219-46FE55D72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315"/>
              <a:ext cx="6" cy="50"/>
            </a:xfrm>
            <a:custGeom>
              <a:avLst/>
              <a:gdLst>
                <a:gd name="T0" fmla="*/ 24 w 3"/>
                <a:gd name="T1" fmla="*/ 0 h 22"/>
                <a:gd name="T2" fmla="*/ 16 w 3"/>
                <a:gd name="T3" fmla="*/ 25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2">
                  <a:moveTo>
                    <a:pt x="3" y="0"/>
                  </a:moveTo>
                  <a:cubicBezTo>
                    <a:pt x="2" y="7"/>
                    <a:pt x="0" y="15"/>
                    <a:pt x="2" y="22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6" name="Freeform 759">
              <a:extLst>
                <a:ext uri="{FF2B5EF4-FFF2-40B4-BE49-F238E27FC236}">
                  <a16:creationId xmlns:a16="http://schemas.microsoft.com/office/drawing/2014/main" id="{323BF44A-FC75-4C5B-A835-6B52075EC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365"/>
              <a:ext cx="26" cy="56"/>
            </a:xfrm>
            <a:custGeom>
              <a:avLst/>
              <a:gdLst>
                <a:gd name="T0" fmla="*/ 0 w 12"/>
                <a:gd name="T1" fmla="*/ 90 h 25"/>
                <a:gd name="T2" fmla="*/ 113 w 12"/>
                <a:gd name="T3" fmla="*/ 170 h 25"/>
                <a:gd name="T4" fmla="*/ 9 w 12"/>
                <a:gd name="T5" fmla="*/ 22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0" y="8"/>
                  </a:moveTo>
                  <a:cubicBezTo>
                    <a:pt x="5" y="0"/>
                    <a:pt x="12" y="9"/>
                    <a:pt x="11" y="15"/>
                  </a:cubicBezTo>
                  <a:cubicBezTo>
                    <a:pt x="10" y="19"/>
                    <a:pt x="5" y="25"/>
                    <a:pt x="1" y="20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7" name="Freeform 760">
              <a:extLst>
                <a:ext uri="{FF2B5EF4-FFF2-40B4-BE49-F238E27FC236}">
                  <a16:creationId xmlns:a16="http://schemas.microsoft.com/office/drawing/2014/main" id="{B948BD30-0234-4712-9444-89449A6E1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3301"/>
              <a:ext cx="26" cy="41"/>
            </a:xfrm>
            <a:custGeom>
              <a:avLst/>
              <a:gdLst>
                <a:gd name="T0" fmla="*/ 52 w 12"/>
                <a:gd name="T1" fmla="*/ 212 h 18"/>
                <a:gd name="T2" fmla="*/ 80 w 12"/>
                <a:gd name="T3" fmla="*/ 36 h 18"/>
                <a:gd name="T4" fmla="*/ 0 w 12"/>
                <a:gd name="T5" fmla="*/ 13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5" y="18"/>
                  </a:moveTo>
                  <a:cubicBezTo>
                    <a:pt x="7" y="15"/>
                    <a:pt x="12" y="6"/>
                    <a:pt x="8" y="3"/>
                  </a:cubicBezTo>
                  <a:cubicBezTo>
                    <a:pt x="5" y="0"/>
                    <a:pt x="1" y="9"/>
                    <a:pt x="0" y="11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8" name="Freeform 761">
              <a:extLst>
                <a:ext uri="{FF2B5EF4-FFF2-40B4-BE49-F238E27FC236}">
                  <a16:creationId xmlns:a16="http://schemas.microsoft.com/office/drawing/2014/main" id="{98F06A12-79F1-4A5F-826A-6775D929F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360"/>
              <a:ext cx="15" cy="23"/>
            </a:xfrm>
            <a:custGeom>
              <a:avLst/>
              <a:gdLst>
                <a:gd name="T0" fmla="*/ 0 w 7"/>
                <a:gd name="T1" fmla="*/ 122 h 10"/>
                <a:gd name="T2" fmla="*/ 69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3"/>
                    <a:pt x="7" y="0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9" name="Freeform 762">
              <a:extLst>
                <a:ext uri="{FF2B5EF4-FFF2-40B4-BE49-F238E27FC236}">
                  <a16:creationId xmlns:a16="http://schemas.microsoft.com/office/drawing/2014/main" id="{E1CDF5C9-2806-434A-8D99-A8F1913D3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453"/>
              <a:ext cx="22" cy="11"/>
            </a:xfrm>
            <a:custGeom>
              <a:avLst/>
              <a:gdLst>
                <a:gd name="T0" fmla="*/ 106 w 10"/>
                <a:gd name="T1" fmla="*/ 0 h 5"/>
                <a:gd name="T2" fmla="*/ 0 w 10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0" name="Freeform 763">
              <a:extLst>
                <a:ext uri="{FF2B5EF4-FFF2-40B4-BE49-F238E27FC236}">
                  <a16:creationId xmlns:a16="http://schemas.microsoft.com/office/drawing/2014/main" id="{1AC0E23B-9E1B-45DF-B0B4-64818C2C9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496"/>
              <a:ext cx="15" cy="5"/>
            </a:xfrm>
            <a:custGeom>
              <a:avLst/>
              <a:gdLst>
                <a:gd name="T0" fmla="*/ 0 w 7"/>
                <a:gd name="T1" fmla="*/ 0 h 2"/>
                <a:gd name="T2" fmla="*/ 69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5" y="2"/>
                    <a:pt x="7" y="2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1" name="Freeform 764">
              <a:extLst>
                <a:ext uri="{FF2B5EF4-FFF2-40B4-BE49-F238E27FC236}">
                  <a16:creationId xmlns:a16="http://schemas.microsoft.com/office/drawing/2014/main" id="{96DD3F3F-89C2-417B-81EC-0B166AF51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424"/>
              <a:ext cx="30" cy="106"/>
            </a:xfrm>
            <a:custGeom>
              <a:avLst/>
              <a:gdLst>
                <a:gd name="T0" fmla="*/ 129 w 14"/>
                <a:gd name="T1" fmla="*/ 0 h 47"/>
                <a:gd name="T2" fmla="*/ 19 w 14"/>
                <a:gd name="T3" fmla="*/ 162 h 47"/>
                <a:gd name="T4" fmla="*/ 137 w 14"/>
                <a:gd name="T5" fmla="*/ 264 h 47"/>
                <a:gd name="T6" fmla="*/ 0 w 14"/>
                <a:gd name="T7" fmla="*/ 53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7">
                  <a:moveTo>
                    <a:pt x="13" y="0"/>
                  </a:moveTo>
                  <a:cubicBezTo>
                    <a:pt x="9" y="4"/>
                    <a:pt x="2" y="9"/>
                    <a:pt x="2" y="14"/>
                  </a:cubicBezTo>
                  <a:cubicBezTo>
                    <a:pt x="2" y="21"/>
                    <a:pt x="9" y="23"/>
                    <a:pt x="14" y="23"/>
                  </a:cubicBezTo>
                  <a:cubicBezTo>
                    <a:pt x="14" y="31"/>
                    <a:pt x="5" y="40"/>
                    <a:pt x="0" y="47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2" name="Freeform 765">
              <a:extLst>
                <a:ext uri="{FF2B5EF4-FFF2-40B4-BE49-F238E27FC236}">
                  <a16:creationId xmlns:a16="http://schemas.microsoft.com/office/drawing/2014/main" id="{1B61B25F-0B50-4EFF-8ADB-9D634F51C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099"/>
              <a:ext cx="24" cy="77"/>
            </a:xfrm>
            <a:custGeom>
              <a:avLst/>
              <a:gdLst>
                <a:gd name="T0" fmla="*/ 0 w 11"/>
                <a:gd name="T1" fmla="*/ 0 h 34"/>
                <a:gd name="T2" fmla="*/ 113 w 11"/>
                <a:gd name="T3" fmla="*/ 39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0" y="0"/>
                  </a:moveTo>
                  <a:cubicBezTo>
                    <a:pt x="3" y="11"/>
                    <a:pt x="7" y="23"/>
                    <a:pt x="11" y="34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3" name="Freeform 766">
              <a:extLst>
                <a:ext uri="{FF2B5EF4-FFF2-40B4-BE49-F238E27FC236}">
                  <a16:creationId xmlns:a16="http://schemas.microsoft.com/office/drawing/2014/main" id="{CB59A67F-D441-4DBA-ADC4-65EA31102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145"/>
              <a:ext cx="32" cy="70"/>
            </a:xfrm>
            <a:custGeom>
              <a:avLst/>
              <a:gdLst>
                <a:gd name="T0" fmla="*/ 0 w 15"/>
                <a:gd name="T1" fmla="*/ 0 h 31"/>
                <a:gd name="T2" fmla="*/ 128 w 15"/>
                <a:gd name="T3" fmla="*/ 35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0" y="0"/>
                  </a:moveTo>
                  <a:cubicBezTo>
                    <a:pt x="4" y="5"/>
                    <a:pt x="15" y="24"/>
                    <a:pt x="13" y="31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4" name="Freeform 767">
              <a:extLst>
                <a:ext uri="{FF2B5EF4-FFF2-40B4-BE49-F238E27FC236}">
                  <a16:creationId xmlns:a16="http://schemas.microsoft.com/office/drawing/2014/main" id="{A431620A-3101-4325-9668-AFE879849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199"/>
              <a:ext cx="28" cy="45"/>
            </a:xfrm>
            <a:custGeom>
              <a:avLst/>
              <a:gdLst>
                <a:gd name="T0" fmla="*/ 0 w 13"/>
                <a:gd name="T1" fmla="*/ 0 h 20"/>
                <a:gd name="T2" fmla="*/ 129 w 13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0" y="0"/>
                  </a:moveTo>
                  <a:cubicBezTo>
                    <a:pt x="4" y="6"/>
                    <a:pt x="11" y="14"/>
                    <a:pt x="13" y="20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5" name="Freeform 768">
              <a:extLst>
                <a:ext uri="{FF2B5EF4-FFF2-40B4-BE49-F238E27FC236}">
                  <a16:creationId xmlns:a16="http://schemas.microsoft.com/office/drawing/2014/main" id="{53F97FED-4197-4669-8EAE-2D48FAB58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149"/>
              <a:ext cx="11" cy="14"/>
            </a:xfrm>
            <a:custGeom>
              <a:avLst/>
              <a:gdLst>
                <a:gd name="T0" fmla="*/ 0 w 5"/>
                <a:gd name="T1" fmla="*/ 77 h 6"/>
                <a:gd name="T2" fmla="*/ 53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6" name="Freeform 769">
              <a:extLst>
                <a:ext uri="{FF2B5EF4-FFF2-40B4-BE49-F238E27FC236}">
                  <a16:creationId xmlns:a16="http://schemas.microsoft.com/office/drawing/2014/main" id="{7841A840-6061-42F8-9712-63DC10721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3065"/>
              <a:ext cx="34" cy="52"/>
            </a:xfrm>
            <a:custGeom>
              <a:avLst/>
              <a:gdLst>
                <a:gd name="T0" fmla="*/ 40 w 16"/>
                <a:gd name="T1" fmla="*/ 267 h 23"/>
                <a:gd name="T2" fmla="*/ 0 w 16"/>
                <a:gd name="T3" fmla="*/ 10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3">
                  <a:moveTo>
                    <a:pt x="4" y="23"/>
                  </a:moveTo>
                  <a:cubicBezTo>
                    <a:pt x="16" y="17"/>
                    <a:pt x="5" y="0"/>
                    <a:pt x="0" y="9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7" name="Freeform 770">
              <a:extLst>
                <a:ext uri="{FF2B5EF4-FFF2-40B4-BE49-F238E27FC236}">
                  <a16:creationId xmlns:a16="http://schemas.microsoft.com/office/drawing/2014/main" id="{404B8D8C-3A87-4EE5-B511-B097922A0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3079"/>
              <a:ext cx="9" cy="11"/>
            </a:xfrm>
            <a:custGeom>
              <a:avLst/>
              <a:gdLst>
                <a:gd name="T0" fmla="*/ 0 w 4"/>
                <a:gd name="T1" fmla="*/ 53 h 5"/>
                <a:gd name="T2" fmla="*/ 45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8" name="Freeform 771">
              <a:extLst>
                <a:ext uri="{FF2B5EF4-FFF2-40B4-BE49-F238E27FC236}">
                  <a16:creationId xmlns:a16="http://schemas.microsoft.com/office/drawing/2014/main" id="{7F62393B-C414-462F-9538-EC65A4691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165"/>
              <a:ext cx="25" cy="43"/>
            </a:xfrm>
            <a:custGeom>
              <a:avLst/>
              <a:gdLst>
                <a:gd name="T0" fmla="*/ 35 w 12"/>
                <a:gd name="T1" fmla="*/ 220 h 19"/>
                <a:gd name="T2" fmla="*/ 92 w 12"/>
                <a:gd name="T3" fmla="*/ 72 h 19"/>
                <a:gd name="T4" fmla="*/ 0 w 12"/>
                <a:gd name="T5" fmla="*/ 10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4" y="19"/>
                  </a:moveTo>
                  <a:cubicBezTo>
                    <a:pt x="6" y="16"/>
                    <a:pt x="12" y="10"/>
                    <a:pt x="10" y="6"/>
                  </a:cubicBezTo>
                  <a:cubicBezTo>
                    <a:pt x="7" y="0"/>
                    <a:pt x="1" y="5"/>
                    <a:pt x="0" y="9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9" name="Freeform 772">
              <a:extLst>
                <a:ext uri="{FF2B5EF4-FFF2-40B4-BE49-F238E27FC236}">
                  <a16:creationId xmlns:a16="http://schemas.microsoft.com/office/drawing/2014/main" id="{30E559C7-9DDD-45A3-A7E7-DE6BF13FF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981"/>
              <a:ext cx="19" cy="28"/>
            </a:xfrm>
            <a:custGeom>
              <a:avLst/>
              <a:gdLst>
                <a:gd name="T0" fmla="*/ 0 w 9"/>
                <a:gd name="T1" fmla="*/ 152 h 12"/>
                <a:gd name="T2" fmla="*/ 84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1" y="7"/>
                    <a:pt x="6" y="4"/>
                    <a:pt x="9" y="0"/>
                  </a:cubicBezTo>
                </a:path>
              </a:pathLst>
            </a:custGeom>
            <a:noFill/>
            <a:ln w="26988" cap="flat">
              <a:solidFill>
                <a:srgbClr val="FAE0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0" name="Freeform 773">
              <a:extLst>
                <a:ext uri="{FF2B5EF4-FFF2-40B4-BE49-F238E27FC236}">
                  <a16:creationId xmlns:a16="http://schemas.microsoft.com/office/drawing/2014/main" id="{B8D8529E-FFEB-46C4-9BEF-F691D39DF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934"/>
              <a:ext cx="71" cy="45"/>
            </a:xfrm>
            <a:custGeom>
              <a:avLst/>
              <a:gdLst>
                <a:gd name="T0" fmla="*/ 0 w 33"/>
                <a:gd name="T1" fmla="*/ 0 h 20"/>
                <a:gd name="T2" fmla="*/ 329 w 33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0">
                  <a:moveTo>
                    <a:pt x="0" y="0"/>
                  </a:moveTo>
                  <a:cubicBezTo>
                    <a:pt x="11" y="6"/>
                    <a:pt x="23" y="14"/>
                    <a:pt x="33" y="20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1" name="Freeform 774">
              <a:extLst>
                <a:ext uri="{FF2B5EF4-FFF2-40B4-BE49-F238E27FC236}">
                  <a16:creationId xmlns:a16="http://schemas.microsoft.com/office/drawing/2014/main" id="{275F9F47-6B63-452E-9211-889EDAE90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972"/>
              <a:ext cx="49" cy="50"/>
            </a:xfrm>
            <a:custGeom>
              <a:avLst/>
              <a:gdLst>
                <a:gd name="T0" fmla="*/ 0 w 23"/>
                <a:gd name="T1" fmla="*/ 130 h 22"/>
                <a:gd name="T2" fmla="*/ 96 w 23"/>
                <a:gd name="T3" fmla="*/ 0 h 22"/>
                <a:gd name="T4" fmla="*/ 128 w 23"/>
                <a:gd name="T5" fmla="*/ 232 h 22"/>
                <a:gd name="T6" fmla="*/ 222 w 23"/>
                <a:gd name="T7" fmla="*/ 5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0" y="11"/>
                  </a:moveTo>
                  <a:cubicBezTo>
                    <a:pt x="3" y="7"/>
                    <a:pt x="5" y="1"/>
                    <a:pt x="10" y="0"/>
                  </a:cubicBezTo>
                  <a:cubicBezTo>
                    <a:pt x="12" y="4"/>
                    <a:pt x="7" y="18"/>
                    <a:pt x="13" y="20"/>
                  </a:cubicBezTo>
                  <a:cubicBezTo>
                    <a:pt x="20" y="22"/>
                    <a:pt x="22" y="9"/>
                    <a:pt x="23" y="5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2" name="Freeform 775">
              <a:extLst>
                <a:ext uri="{FF2B5EF4-FFF2-40B4-BE49-F238E27FC236}">
                  <a16:creationId xmlns:a16="http://schemas.microsoft.com/office/drawing/2014/main" id="{8975F0E0-5FF4-46F0-A6EC-C1EEE7207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947"/>
              <a:ext cx="51" cy="25"/>
            </a:xfrm>
            <a:custGeom>
              <a:avLst/>
              <a:gdLst>
                <a:gd name="T0" fmla="*/ 0 w 24"/>
                <a:gd name="T1" fmla="*/ 25 h 11"/>
                <a:gd name="T2" fmla="*/ 230 w 24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">
                  <a:moveTo>
                    <a:pt x="0" y="2"/>
                  </a:moveTo>
                  <a:cubicBezTo>
                    <a:pt x="4" y="0"/>
                    <a:pt x="20" y="8"/>
                    <a:pt x="24" y="11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3" name="Freeform 776">
              <a:extLst>
                <a:ext uri="{FF2B5EF4-FFF2-40B4-BE49-F238E27FC236}">
                  <a16:creationId xmlns:a16="http://schemas.microsoft.com/office/drawing/2014/main" id="{EDA381F5-4660-4FB4-B573-4C24E1EA7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886"/>
              <a:ext cx="36" cy="45"/>
            </a:xfrm>
            <a:custGeom>
              <a:avLst/>
              <a:gdLst>
                <a:gd name="T0" fmla="*/ 85 w 17"/>
                <a:gd name="T1" fmla="*/ 227 h 20"/>
                <a:gd name="T2" fmla="*/ 112 w 17"/>
                <a:gd name="T3" fmla="*/ 45 h 20"/>
                <a:gd name="T4" fmla="*/ 0 w 17"/>
                <a:gd name="T5" fmla="*/ 16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9" y="20"/>
                  </a:moveTo>
                  <a:cubicBezTo>
                    <a:pt x="11" y="17"/>
                    <a:pt x="17" y="7"/>
                    <a:pt x="12" y="4"/>
                  </a:cubicBezTo>
                  <a:cubicBezTo>
                    <a:pt x="7" y="0"/>
                    <a:pt x="2" y="11"/>
                    <a:pt x="0" y="14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4" name="Freeform 777">
              <a:extLst>
                <a:ext uri="{FF2B5EF4-FFF2-40B4-BE49-F238E27FC236}">
                  <a16:creationId xmlns:a16="http://schemas.microsoft.com/office/drawing/2014/main" id="{E37C42A8-8A3B-4399-BBA6-293151BF5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970"/>
              <a:ext cx="162" cy="102"/>
            </a:xfrm>
            <a:custGeom>
              <a:avLst/>
              <a:gdLst>
                <a:gd name="T0" fmla="*/ 0 w 76"/>
                <a:gd name="T1" fmla="*/ 129 h 45"/>
                <a:gd name="T2" fmla="*/ 145 w 76"/>
                <a:gd name="T3" fmla="*/ 11 h 45"/>
                <a:gd name="T4" fmla="*/ 153 w 76"/>
                <a:gd name="T5" fmla="*/ 267 h 45"/>
                <a:gd name="T6" fmla="*/ 358 w 76"/>
                <a:gd name="T7" fmla="*/ 175 h 45"/>
                <a:gd name="T8" fmla="*/ 377 w 76"/>
                <a:gd name="T9" fmla="*/ 385 h 45"/>
                <a:gd name="T10" fmla="*/ 573 w 76"/>
                <a:gd name="T11" fmla="*/ 360 h 45"/>
                <a:gd name="T12" fmla="*/ 735 w 76"/>
                <a:gd name="T13" fmla="*/ 46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45">
                  <a:moveTo>
                    <a:pt x="0" y="11"/>
                  </a:moveTo>
                  <a:cubicBezTo>
                    <a:pt x="4" y="8"/>
                    <a:pt x="10" y="0"/>
                    <a:pt x="15" y="1"/>
                  </a:cubicBezTo>
                  <a:cubicBezTo>
                    <a:pt x="16" y="8"/>
                    <a:pt x="12" y="18"/>
                    <a:pt x="16" y="23"/>
                  </a:cubicBezTo>
                  <a:cubicBezTo>
                    <a:pt x="21" y="21"/>
                    <a:pt x="31" y="10"/>
                    <a:pt x="37" y="15"/>
                  </a:cubicBezTo>
                  <a:cubicBezTo>
                    <a:pt x="42" y="18"/>
                    <a:pt x="37" y="29"/>
                    <a:pt x="39" y="33"/>
                  </a:cubicBezTo>
                  <a:cubicBezTo>
                    <a:pt x="49" y="29"/>
                    <a:pt x="51" y="23"/>
                    <a:pt x="59" y="31"/>
                  </a:cubicBezTo>
                  <a:cubicBezTo>
                    <a:pt x="64" y="36"/>
                    <a:pt x="66" y="45"/>
                    <a:pt x="76" y="40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5" name="Freeform 778">
              <a:extLst>
                <a:ext uri="{FF2B5EF4-FFF2-40B4-BE49-F238E27FC236}">
                  <a16:creationId xmlns:a16="http://schemas.microsoft.com/office/drawing/2014/main" id="{4ACA6508-92BD-4C65-BF22-8CECC4B80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3006"/>
              <a:ext cx="34" cy="21"/>
            </a:xfrm>
            <a:custGeom>
              <a:avLst/>
              <a:gdLst>
                <a:gd name="T0" fmla="*/ 19 w 16"/>
                <a:gd name="T1" fmla="*/ 0 h 9"/>
                <a:gd name="T2" fmla="*/ 153 w 16"/>
                <a:gd name="T3" fmla="*/ 114 h 9"/>
                <a:gd name="T4" fmla="*/ 0 w 16"/>
                <a:gd name="T5" fmla="*/ 77 h 9"/>
                <a:gd name="T6" fmla="*/ 60 w 16"/>
                <a:gd name="T7" fmla="*/ 8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2" y="0"/>
                  </a:moveTo>
                  <a:cubicBezTo>
                    <a:pt x="4" y="6"/>
                    <a:pt x="10" y="8"/>
                    <a:pt x="16" y="9"/>
                  </a:cubicBezTo>
                  <a:cubicBezTo>
                    <a:pt x="11" y="7"/>
                    <a:pt x="5" y="6"/>
                    <a:pt x="0" y="6"/>
                  </a:cubicBezTo>
                  <a:cubicBezTo>
                    <a:pt x="2" y="6"/>
                    <a:pt x="4" y="7"/>
                    <a:pt x="6" y="7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6" name="Freeform 779">
              <a:extLst>
                <a:ext uri="{FF2B5EF4-FFF2-40B4-BE49-F238E27FC236}">
                  <a16:creationId xmlns:a16="http://schemas.microsoft.com/office/drawing/2014/main" id="{DA94E8B6-93FD-4049-A8BC-FCDD2A9B5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902"/>
              <a:ext cx="49" cy="32"/>
            </a:xfrm>
            <a:custGeom>
              <a:avLst/>
              <a:gdLst>
                <a:gd name="T0" fmla="*/ 68 w 23"/>
                <a:gd name="T1" fmla="*/ 0 h 14"/>
                <a:gd name="T2" fmla="*/ 222 w 23"/>
                <a:gd name="T3" fmla="*/ 130 h 14"/>
                <a:gd name="T4" fmla="*/ 0 w 23"/>
                <a:gd name="T5" fmla="*/ 25 h 14"/>
                <a:gd name="T6" fmla="*/ 222 w 23"/>
                <a:gd name="T7" fmla="*/ 14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4">
                  <a:moveTo>
                    <a:pt x="7" y="0"/>
                  </a:moveTo>
                  <a:cubicBezTo>
                    <a:pt x="11" y="5"/>
                    <a:pt x="17" y="9"/>
                    <a:pt x="23" y="11"/>
                  </a:cubicBezTo>
                  <a:cubicBezTo>
                    <a:pt x="16" y="8"/>
                    <a:pt x="8" y="6"/>
                    <a:pt x="0" y="2"/>
                  </a:cubicBezTo>
                  <a:cubicBezTo>
                    <a:pt x="7" y="4"/>
                    <a:pt x="17" y="14"/>
                    <a:pt x="23" y="12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7" name="Freeform 780">
              <a:extLst>
                <a:ext uri="{FF2B5EF4-FFF2-40B4-BE49-F238E27FC236}">
                  <a16:creationId xmlns:a16="http://schemas.microsoft.com/office/drawing/2014/main" id="{6BB98837-80E9-49CA-8385-8C31E6CD9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922"/>
              <a:ext cx="34" cy="43"/>
            </a:xfrm>
            <a:custGeom>
              <a:avLst/>
              <a:gdLst>
                <a:gd name="T0" fmla="*/ 0 w 16"/>
                <a:gd name="T1" fmla="*/ 195 h 19"/>
                <a:gd name="T2" fmla="*/ 136 w 16"/>
                <a:gd name="T3" fmla="*/ 0 h 19"/>
                <a:gd name="T4" fmla="*/ 104 w 16"/>
                <a:gd name="T5" fmla="*/ 2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17"/>
                  </a:moveTo>
                  <a:cubicBezTo>
                    <a:pt x="0" y="10"/>
                    <a:pt x="7" y="1"/>
                    <a:pt x="14" y="0"/>
                  </a:cubicBezTo>
                  <a:cubicBezTo>
                    <a:pt x="16" y="6"/>
                    <a:pt x="14" y="14"/>
                    <a:pt x="11" y="19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8" name="Freeform 781">
              <a:extLst>
                <a:ext uri="{FF2B5EF4-FFF2-40B4-BE49-F238E27FC236}">
                  <a16:creationId xmlns:a16="http://schemas.microsoft.com/office/drawing/2014/main" id="{184A9AC1-CBEF-40E3-A6E7-DAA4A6F35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850"/>
              <a:ext cx="57" cy="59"/>
            </a:xfrm>
            <a:custGeom>
              <a:avLst/>
              <a:gdLst>
                <a:gd name="T0" fmla="*/ 103 w 27"/>
                <a:gd name="T1" fmla="*/ 304 h 26"/>
                <a:gd name="T2" fmla="*/ 0 w 27"/>
                <a:gd name="T3" fmla="*/ 22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11" y="26"/>
                  </a:moveTo>
                  <a:cubicBezTo>
                    <a:pt x="27" y="21"/>
                    <a:pt x="12" y="0"/>
                    <a:pt x="0" y="19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9" name="Freeform 782">
              <a:extLst>
                <a:ext uri="{FF2B5EF4-FFF2-40B4-BE49-F238E27FC236}">
                  <a16:creationId xmlns:a16="http://schemas.microsoft.com/office/drawing/2014/main" id="{612BDA31-6525-4DDA-8C68-205171AA7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866"/>
              <a:ext cx="108" cy="99"/>
            </a:xfrm>
            <a:custGeom>
              <a:avLst/>
              <a:gdLst>
                <a:gd name="T0" fmla="*/ 0 w 51"/>
                <a:gd name="T1" fmla="*/ 101 h 44"/>
                <a:gd name="T2" fmla="*/ 144 w 51"/>
                <a:gd name="T3" fmla="*/ 36 h 44"/>
                <a:gd name="T4" fmla="*/ 104 w 51"/>
                <a:gd name="T5" fmla="*/ 254 h 44"/>
                <a:gd name="T6" fmla="*/ 256 w 51"/>
                <a:gd name="T7" fmla="*/ 162 h 44"/>
                <a:gd name="T8" fmla="*/ 256 w 51"/>
                <a:gd name="T9" fmla="*/ 401 h 44"/>
                <a:gd name="T10" fmla="*/ 409 w 51"/>
                <a:gd name="T11" fmla="*/ 299 h 44"/>
                <a:gd name="T12" fmla="*/ 466 w 51"/>
                <a:gd name="T13" fmla="*/ 491 h 44"/>
                <a:gd name="T14" fmla="*/ 485 w 51"/>
                <a:gd name="T15" fmla="*/ 491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44">
                  <a:moveTo>
                    <a:pt x="0" y="9"/>
                  </a:moveTo>
                  <a:cubicBezTo>
                    <a:pt x="3" y="6"/>
                    <a:pt x="11" y="0"/>
                    <a:pt x="15" y="3"/>
                  </a:cubicBezTo>
                  <a:cubicBezTo>
                    <a:pt x="19" y="7"/>
                    <a:pt x="12" y="18"/>
                    <a:pt x="11" y="22"/>
                  </a:cubicBezTo>
                  <a:cubicBezTo>
                    <a:pt x="17" y="20"/>
                    <a:pt x="21" y="14"/>
                    <a:pt x="27" y="14"/>
                  </a:cubicBezTo>
                  <a:cubicBezTo>
                    <a:pt x="31" y="20"/>
                    <a:pt x="26" y="28"/>
                    <a:pt x="27" y="35"/>
                  </a:cubicBezTo>
                  <a:cubicBezTo>
                    <a:pt x="32" y="34"/>
                    <a:pt x="38" y="25"/>
                    <a:pt x="43" y="26"/>
                  </a:cubicBezTo>
                  <a:cubicBezTo>
                    <a:pt x="50" y="27"/>
                    <a:pt x="48" y="36"/>
                    <a:pt x="49" y="43"/>
                  </a:cubicBezTo>
                  <a:cubicBezTo>
                    <a:pt x="49" y="44"/>
                    <a:pt x="50" y="44"/>
                    <a:pt x="51" y="43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0" name="Freeform 783">
              <a:extLst>
                <a:ext uri="{FF2B5EF4-FFF2-40B4-BE49-F238E27FC236}">
                  <a16:creationId xmlns:a16="http://schemas.microsoft.com/office/drawing/2014/main" id="{8651BE11-3FE2-4733-9D0F-DABD086D8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852"/>
              <a:ext cx="107" cy="82"/>
            </a:xfrm>
            <a:custGeom>
              <a:avLst/>
              <a:gdLst>
                <a:gd name="T0" fmla="*/ 0 w 50"/>
                <a:gd name="T1" fmla="*/ 73 h 36"/>
                <a:gd name="T2" fmla="*/ 96 w 50"/>
                <a:gd name="T3" fmla="*/ 0 h 36"/>
                <a:gd name="T4" fmla="*/ 109 w 50"/>
                <a:gd name="T5" fmla="*/ 212 h 36"/>
                <a:gd name="T6" fmla="*/ 265 w 50"/>
                <a:gd name="T7" fmla="*/ 130 h 36"/>
                <a:gd name="T8" fmla="*/ 293 w 50"/>
                <a:gd name="T9" fmla="*/ 369 h 36"/>
                <a:gd name="T10" fmla="*/ 439 w 50"/>
                <a:gd name="T11" fmla="*/ 239 h 36"/>
                <a:gd name="T12" fmla="*/ 490 w 50"/>
                <a:gd name="T13" fmla="*/ 42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6">
                  <a:moveTo>
                    <a:pt x="0" y="6"/>
                  </a:moveTo>
                  <a:cubicBezTo>
                    <a:pt x="3" y="3"/>
                    <a:pt x="6" y="1"/>
                    <a:pt x="10" y="0"/>
                  </a:cubicBezTo>
                  <a:cubicBezTo>
                    <a:pt x="12" y="6"/>
                    <a:pt x="10" y="12"/>
                    <a:pt x="11" y="18"/>
                  </a:cubicBezTo>
                  <a:cubicBezTo>
                    <a:pt x="15" y="16"/>
                    <a:pt x="23" y="8"/>
                    <a:pt x="27" y="11"/>
                  </a:cubicBezTo>
                  <a:cubicBezTo>
                    <a:pt x="33" y="14"/>
                    <a:pt x="28" y="26"/>
                    <a:pt x="30" y="31"/>
                  </a:cubicBezTo>
                  <a:cubicBezTo>
                    <a:pt x="36" y="29"/>
                    <a:pt x="38" y="22"/>
                    <a:pt x="45" y="20"/>
                  </a:cubicBezTo>
                  <a:cubicBezTo>
                    <a:pt x="47" y="24"/>
                    <a:pt x="46" y="31"/>
                    <a:pt x="50" y="36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1" name="Freeform 784">
              <a:extLst>
                <a:ext uri="{FF2B5EF4-FFF2-40B4-BE49-F238E27FC236}">
                  <a16:creationId xmlns:a16="http://schemas.microsoft.com/office/drawing/2014/main" id="{82C4038F-1F57-4C3C-99C6-B47EC0790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800"/>
              <a:ext cx="90" cy="72"/>
            </a:xfrm>
            <a:custGeom>
              <a:avLst/>
              <a:gdLst>
                <a:gd name="T0" fmla="*/ 0 w 42"/>
                <a:gd name="T1" fmla="*/ 126 h 32"/>
                <a:gd name="T2" fmla="*/ 96 w 42"/>
                <a:gd name="T3" fmla="*/ 0 h 32"/>
                <a:gd name="T4" fmla="*/ 96 w 42"/>
                <a:gd name="T5" fmla="*/ 218 h 32"/>
                <a:gd name="T6" fmla="*/ 225 w 42"/>
                <a:gd name="T7" fmla="*/ 101 h 32"/>
                <a:gd name="T8" fmla="*/ 266 w 42"/>
                <a:gd name="T9" fmla="*/ 365 h 32"/>
                <a:gd name="T10" fmla="*/ 414 w 42"/>
                <a:gd name="T11" fmla="*/ 218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2">
                  <a:moveTo>
                    <a:pt x="0" y="11"/>
                  </a:moveTo>
                  <a:cubicBezTo>
                    <a:pt x="2" y="6"/>
                    <a:pt x="6" y="3"/>
                    <a:pt x="10" y="0"/>
                  </a:cubicBezTo>
                  <a:cubicBezTo>
                    <a:pt x="14" y="5"/>
                    <a:pt x="10" y="14"/>
                    <a:pt x="10" y="19"/>
                  </a:cubicBezTo>
                  <a:cubicBezTo>
                    <a:pt x="16" y="18"/>
                    <a:pt x="17" y="11"/>
                    <a:pt x="23" y="9"/>
                  </a:cubicBezTo>
                  <a:cubicBezTo>
                    <a:pt x="27" y="15"/>
                    <a:pt x="21" y="26"/>
                    <a:pt x="27" y="32"/>
                  </a:cubicBezTo>
                  <a:cubicBezTo>
                    <a:pt x="32" y="28"/>
                    <a:pt x="37" y="22"/>
                    <a:pt x="42" y="19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2" name="Freeform 785">
              <a:extLst>
                <a:ext uri="{FF2B5EF4-FFF2-40B4-BE49-F238E27FC236}">
                  <a16:creationId xmlns:a16="http://schemas.microsoft.com/office/drawing/2014/main" id="{7739FE3F-C467-4F6E-8D4E-E1247E193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755"/>
              <a:ext cx="55" cy="59"/>
            </a:xfrm>
            <a:custGeom>
              <a:avLst/>
              <a:gdLst>
                <a:gd name="T0" fmla="*/ 133 w 26"/>
                <a:gd name="T1" fmla="*/ 0 h 26"/>
                <a:gd name="T2" fmla="*/ 245 w 26"/>
                <a:gd name="T3" fmla="*/ 10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6">
                  <a:moveTo>
                    <a:pt x="14" y="0"/>
                  </a:moveTo>
                  <a:cubicBezTo>
                    <a:pt x="0" y="15"/>
                    <a:pt x="16" y="26"/>
                    <a:pt x="26" y="9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3" name="Freeform 786">
              <a:extLst>
                <a:ext uri="{FF2B5EF4-FFF2-40B4-BE49-F238E27FC236}">
                  <a16:creationId xmlns:a16="http://schemas.microsoft.com/office/drawing/2014/main" id="{63EC9077-B272-4394-A036-172DD8F36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079"/>
              <a:ext cx="92" cy="97"/>
            </a:xfrm>
            <a:custGeom>
              <a:avLst/>
              <a:gdLst>
                <a:gd name="T0" fmla="*/ 9 w 43"/>
                <a:gd name="T1" fmla="*/ 81 h 43"/>
                <a:gd name="T2" fmla="*/ 0 w 43"/>
                <a:gd name="T3" fmla="*/ 126 h 43"/>
                <a:gd name="T4" fmla="*/ 197 w 43"/>
                <a:gd name="T5" fmla="*/ 0 h 43"/>
                <a:gd name="T6" fmla="*/ 145 w 43"/>
                <a:gd name="T7" fmla="*/ 311 h 43"/>
                <a:gd name="T8" fmla="*/ 362 w 43"/>
                <a:gd name="T9" fmla="*/ 230 h 43"/>
                <a:gd name="T10" fmla="*/ 381 w 43"/>
                <a:gd name="T11" fmla="*/ 49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1" y="7"/>
                  </a:moveTo>
                  <a:cubicBezTo>
                    <a:pt x="1" y="8"/>
                    <a:pt x="1" y="10"/>
                    <a:pt x="0" y="11"/>
                  </a:cubicBezTo>
                  <a:cubicBezTo>
                    <a:pt x="7" y="8"/>
                    <a:pt x="12" y="1"/>
                    <a:pt x="20" y="0"/>
                  </a:cubicBezTo>
                  <a:cubicBezTo>
                    <a:pt x="21" y="10"/>
                    <a:pt x="13" y="19"/>
                    <a:pt x="15" y="27"/>
                  </a:cubicBezTo>
                  <a:cubicBezTo>
                    <a:pt x="20" y="27"/>
                    <a:pt x="32" y="17"/>
                    <a:pt x="37" y="20"/>
                  </a:cubicBezTo>
                  <a:cubicBezTo>
                    <a:pt x="43" y="24"/>
                    <a:pt x="40" y="38"/>
                    <a:pt x="39" y="43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4" name="Freeform 787">
              <a:extLst>
                <a:ext uri="{FF2B5EF4-FFF2-40B4-BE49-F238E27FC236}">
                  <a16:creationId xmlns:a16="http://schemas.microsoft.com/office/drawing/2014/main" id="{CCCB7C76-E5A1-49AF-94EA-B2F4FE1DF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051"/>
              <a:ext cx="87" cy="100"/>
            </a:xfrm>
            <a:custGeom>
              <a:avLst/>
              <a:gdLst>
                <a:gd name="T0" fmla="*/ 95 w 41"/>
                <a:gd name="T1" fmla="*/ 0 h 44"/>
                <a:gd name="T2" fmla="*/ 36 w 41"/>
                <a:gd name="T3" fmla="*/ 248 h 44"/>
                <a:gd name="T4" fmla="*/ 189 w 41"/>
                <a:gd name="T5" fmla="*/ 248 h 44"/>
                <a:gd name="T6" fmla="*/ 212 w 41"/>
                <a:gd name="T7" fmla="*/ 443 h 44"/>
                <a:gd name="T8" fmla="*/ 393 w 41"/>
                <a:gd name="T9" fmla="*/ 50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4">
                  <a:moveTo>
                    <a:pt x="10" y="0"/>
                  </a:moveTo>
                  <a:cubicBezTo>
                    <a:pt x="8" y="4"/>
                    <a:pt x="0" y="16"/>
                    <a:pt x="4" y="21"/>
                  </a:cubicBezTo>
                  <a:cubicBezTo>
                    <a:pt x="8" y="27"/>
                    <a:pt x="14" y="21"/>
                    <a:pt x="20" y="21"/>
                  </a:cubicBezTo>
                  <a:cubicBezTo>
                    <a:pt x="23" y="26"/>
                    <a:pt x="18" y="34"/>
                    <a:pt x="22" y="38"/>
                  </a:cubicBezTo>
                  <a:cubicBezTo>
                    <a:pt x="26" y="44"/>
                    <a:pt x="35" y="42"/>
                    <a:pt x="41" y="43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5" name="Freeform 788">
              <a:extLst>
                <a:ext uri="{FF2B5EF4-FFF2-40B4-BE49-F238E27FC236}">
                  <a16:creationId xmlns:a16="http://schemas.microsoft.com/office/drawing/2014/main" id="{4C426E32-6F4A-4D3C-81AF-A98495F2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326"/>
              <a:ext cx="60" cy="86"/>
            </a:xfrm>
            <a:custGeom>
              <a:avLst/>
              <a:gdLst>
                <a:gd name="T0" fmla="*/ 137 w 28"/>
                <a:gd name="T1" fmla="*/ 0 h 38"/>
                <a:gd name="T2" fmla="*/ 225 w 28"/>
                <a:gd name="T3" fmla="*/ 138 h 38"/>
                <a:gd name="T4" fmla="*/ 276 w 28"/>
                <a:gd name="T5" fmla="*/ 36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8">
                  <a:moveTo>
                    <a:pt x="14" y="0"/>
                  </a:moveTo>
                  <a:cubicBezTo>
                    <a:pt x="0" y="7"/>
                    <a:pt x="10" y="20"/>
                    <a:pt x="23" y="12"/>
                  </a:cubicBezTo>
                  <a:cubicBezTo>
                    <a:pt x="18" y="18"/>
                    <a:pt x="14" y="38"/>
                    <a:pt x="28" y="32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6" name="Freeform 789">
              <a:extLst>
                <a:ext uri="{FF2B5EF4-FFF2-40B4-BE49-F238E27FC236}">
                  <a16:creationId xmlns:a16="http://schemas.microsoft.com/office/drawing/2014/main" id="{4218805C-043D-441F-ABE1-0E19A9F25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337"/>
              <a:ext cx="13" cy="400"/>
            </a:xfrm>
            <a:custGeom>
              <a:avLst/>
              <a:gdLst>
                <a:gd name="T0" fmla="*/ 33 w 6"/>
                <a:gd name="T1" fmla="*/ 0 h 176"/>
                <a:gd name="T2" fmla="*/ 0 w 6"/>
                <a:gd name="T3" fmla="*/ 2066 h 1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6">
                  <a:moveTo>
                    <a:pt x="3" y="0"/>
                  </a:moveTo>
                  <a:cubicBezTo>
                    <a:pt x="6" y="16"/>
                    <a:pt x="0" y="172"/>
                    <a:pt x="0" y="176"/>
                  </a:cubicBezTo>
                </a:path>
              </a:pathLst>
            </a:custGeom>
            <a:noFill/>
            <a:ln w="9525" cap="rnd">
              <a:solidFill>
                <a:srgbClr val="FDF5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7" name="Freeform 790">
              <a:extLst>
                <a:ext uri="{FF2B5EF4-FFF2-40B4-BE49-F238E27FC236}">
                  <a16:creationId xmlns:a16="http://schemas.microsoft.com/office/drawing/2014/main" id="{CDDDEC92-6FE6-437B-A341-C3FF9ADF7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3240"/>
              <a:ext cx="77" cy="370"/>
            </a:xfrm>
            <a:custGeom>
              <a:avLst/>
              <a:gdLst>
                <a:gd name="T0" fmla="*/ 145 w 36"/>
                <a:gd name="T1" fmla="*/ 0 h 163"/>
                <a:gd name="T2" fmla="*/ 88 w 36"/>
                <a:gd name="T3" fmla="*/ 175 h 163"/>
                <a:gd name="T4" fmla="*/ 205 w 36"/>
                <a:gd name="T5" fmla="*/ 202 h 163"/>
                <a:gd name="T6" fmla="*/ 178 w 36"/>
                <a:gd name="T7" fmla="*/ 361 h 163"/>
                <a:gd name="T8" fmla="*/ 88 w 36"/>
                <a:gd name="T9" fmla="*/ 665 h 163"/>
                <a:gd name="T10" fmla="*/ 178 w 36"/>
                <a:gd name="T11" fmla="*/ 690 h 163"/>
                <a:gd name="T12" fmla="*/ 145 w 36"/>
                <a:gd name="T13" fmla="*/ 865 h 163"/>
                <a:gd name="T14" fmla="*/ 96 w 36"/>
                <a:gd name="T15" fmla="*/ 1015 h 163"/>
                <a:gd name="T16" fmla="*/ 188 w 36"/>
                <a:gd name="T17" fmla="*/ 1087 h 163"/>
                <a:gd name="T18" fmla="*/ 233 w 36"/>
                <a:gd name="T19" fmla="*/ 1133 h 163"/>
                <a:gd name="T20" fmla="*/ 178 w 36"/>
                <a:gd name="T21" fmla="*/ 1344 h 163"/>
                <a:gd name="T22" fmla="*/ 310 w 36"/>
                <a:gd name="T23" fmla="*/ 1485 h 163"/>
                <a:gd name="T24" fmla="*/ 188 w 36"/>
                <a:gd name="T25" fmla="*/ 1907 h 1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163">
                  <a:moveTo>
                    <a:pt x="15" y="0"/>
                  </a:moveTo>
                  <a:cubicBezTo>
                    <a:pt x="11" y="4"/>
                    <a:pt x="5" y="10"/>
                    <a:pt x="9" y="15"/>
                  </a:cubicBezTo>
                  <a:cubicBezTo>
                    <a:pt x="11" y="18"/>
                    <a:pt x="18" y="14"/>
                    <a:pt x="21" y="17"/>
                  </a:cubicBezTo>
                  <a:cubicBezTo>
                    <a:pt x="25" y="21"/>
                    <a:pt x="20" y="28"/>
                    <a:pt x="18" y="31"/>
                  </a:cubicBezTo>
                  <a:cubicBezTo>
                    <a:pt x="13" y="39"/>
                    <a:pt x="0" y="50"/>
                    <a:pt x="9" y="57"/>
                  </a:cubicBezTo>
                  <a:cubicBezTo>
                    <a:pt x="11" y="59"/>
                    <a:pt x="16" y="55"/>
                    <a:pt x="18" y="59"/>
                  </a:cubicBezTo>
                  <a:cubicBezTo>
                    <a:pt x="21" y="63"/>
                    <a:pt x="16" y="71"/>
                    <a:pt x="15" y="74"/>
                  </a:cubicBezTo>
                  <a:cubicBezTo>
                    <a:pt x="13" y="79"/>
                    <a:pt x="12" y="83"/>
                    <a:pt x="10" y="87"/>
                  </a:cubicBezTo>
                  <a:cubicBezTo>
                    <a:pt x="13" y="95"/>
                    <a:pt x="15" y="89"/>
                    <a:pt x="19" y="93"/>
                  </a:cubicBezTo>
                  <a:cubicBezTo>
                    <a:pt x="23" y="97"/>
                    <a:pt x="22" y="90"/>
                    <a:pt x="24" y="97"/>
                  </a:cubicBezTo>
                  <a:cubicBezTo>
                    <a:pt x="27" y="103"/>
                    <a:pt x="18" y="110"/>
                    <a:pt x="18" y="115"/>
                  </a:cubicBezTo>
                  <a:cubicBezTo>
                    <a:pt x="19" y="130"/>
                    <a:pt x="28" y="116"/>
                    <a:pt x="32" y="127"/>
                  </a:cubicBezTo>
                  <a:cubicBezTo>
                    <a:pt x="36" y="134"/>
                    <a:pt x="20" y="154"/>
                    <a:pt x="19" y="163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8" name="Freeform 791">
              <a:extLst>
                <a:ext uri="{FF2B5EF4-FFF2-40B4-BE49-F238E27FC236}">
                  <a16:creationId xmlns:a16="http://schemas.microsoft.com/office/drawing/2014/main" id="{1F9D9028-C84E-43EC-BF8B-336CF9E8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3374"/>
              <a:ext cx="19" cy="152"/>
            </a:xfrm>
            <a:custGeom>
              <a:avLst/>
              <a:gdLst>
                <a:gd name="T0" fmla="*/ 27 w 9"/>
                <a:gd name="T1" fmla="*/ 186 h 67"/>
                <a:gd name="T2" fmla="*/ 17 w 9"/>
                <a:gd name="T3" fmla="*/ 0 h 67"/>
                <a:gd name="T4" fmla="*/ 84 w 9"/>
                <a:gd name="T5" fmla="*/ 783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7">
                  <a:moveTo>
                    <a:pt x="3" y="16"/>
                  </a:moveTo>
                  <a:cubicBezTo>
                    <a:pt x="3" y="11"/>
                    <a:pt x="3" y="5"/>
                    <a:pt x="2" y="0"/>
                  </a:cubicBezTo>
                  <a:cubicBezTo>
                    <a:pt x="0" y="22"/>
                    <a:pt x="6" y="45"/>
                    <a:pt x="9" y="67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9" name="Freeform 792">
              <a:extLst>
                <a:ext uri="{FF2B5EF4-FFF2-40B4-BE49-F238E27FC236}">
                  <a16:creationId xmlns:a16="http://schemas.microsoft.com/office/drawing/2014/main" id="{58137C07-D8F8-4B35-9FCF-7FBEF9CF6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213"/>
              <a:ext cx="64" cy="267"/>
            </a:xfrm>
            <a:custGeom>
              <a:avLst/>
              <a:gdLst>
                <a:gd name="T0" fmla="*/ 60 w 30"/>
                <a:gd name="T1" fmla="*/ 11 h 118"/>
                <a:gd name="T2" fmla="*/ 164 w 30"/>
                <a:gd name="T3" fmla="*/ 0 h 118"/>
                <a:gd name="T4" fmla="*/ 60 w 30"/>
                <a:gd name="T5" fmla="*/ 267 h 118"/>
                <a:gd name="T6" fmla="*/ 186 w 30"/>
                <a:gd name="T7" fmla="*/ 324 h 118"/>
                <a:gd name="T8" fmla="*/ 156 w 30"/>
                <a:gd name="T9" fmla="*/ 543 h 118"/>
                <a:gd name="T10" fmla="*/ 96 w 30"/>
                <a:gd name="T11" fmla="*/ 742 h 118"/>
                <a:gd name="T12" fmla="*/ 224 w 30"/>
                <a:gd name="T13" fmla="*/ 844 h 118"/>
                <a:gd name="T14" fmla="*/ 164 w 30"/>
                <a:gd name="T15" fmla="*/ 1367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18">
                  <a:moveTo>
                    <a:pt x="6" y="1"/>
                  </a:moveTo>
                  <a:cubicBezTo>
                    <a:pt x="10" y="1"/>
                    <a:pt x="14" y="0"/>
                    <a:pt x="17" y="0"/>
                  </a:cubicBezTo>
                  <a:cubicBezTo>
                    <a:pt x="16" y="8"/>
                    <a:pt x="0" y="16"/>
                    <a:pt x="6" y="23"/>
                  </a:cubicBezTo>
                  <a:cubicBezTo>
                    <a:pt x="9" y="27"/>
                    <a:pt x="16" y="25"/>
                    <a:pt x="19" y="28"/>
                  </a:cubicBezTo>
                  <a:cubicBezTo>
                    <a:pt x="26" y="34"/>
                    <a:pt x="19" y="40"/>
                    <a:pt x="16" y="47"/>
                  </a:cubicBezTo>
                  <a:cubicBezTo>
                    <a:pt x="14" y="50"/>
                    <a:pt x="8" y="59"/>
                    <a:pt x="10" y="64"/>
                  </a:cubicBezTo>
                  <a:cubicBezTo>
                    <a:pt x="12" y="69"/>
                    <a:pt x="20" y="68"/>
                    <a:pt x="23" y="73"/>
                  </a:cubicBezTo>
                  <a:cubicBezTo>
                    <a:pt x="30" y="85"/>
                    <a:pt x="17" y="105"/>
                    <a:pt x="17" y="118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0" name="Freeform 793">
              <a:extLst>
                <a:ext uri="{FF2B5EF4-FFF2-40B4-BE49-F238E27FC236}">
                  <a16:creationId xmlns:a16="http://schemas.microsoft.com/office/drawing/2014/main" id="{634DCF8F-0A04-4AF6-8445-FA2FE882C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233"/>
              <a:ext cx="28" cy="179"/>
            </a:xfrm>
            <a:custGeom>
              <a:avLst/>
              <a:gdLst>
                <a:gd name="T0" fmla="*/ 28 w 13"/>
                <a:gd name="T1" fmla="*/ 0 h 79"/>
                <a:gd name="T2" fmla="*/ 101 w 13"/>
                <a:gd name="T3" fmla="*/ 920 h 79"/>
                <a:gd name="T4" fmla="*/ 112 w 13"/>
                <a:gd name="T5" fmla="*/ 673 h 79"/>
                <a:gd name="T6" fmla="*/ 41 w 13"/>
                <a:gd name="T7" fmla="*/ 11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9">
                  <a:moveTo>
                    <a:pt x="3" y="0"/>
                  </a:moveTo>
                  <a:cubicBezTo>
                    <a:pt x="9" y="26"/>
                    <a:pt x="3" y="54"/>
                    <a:pt x="10" y="79"/>
                  </a:cubicBezTo>
                  <a:cubicBezTo>
                    <a:pt x="13" y="75"/>
                    <a:pt x="12" y="63"/>
                    <a:pt x="11" y="58"/>
                  </a:cubicBezTo>
                  <a:cubicBezTo>
                    <a:pt x="10" y="40"/>
                    <a:pt x="0" y="18"/>
                    <a:pt x="4" y="1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1" name="Freeform 794">
              <a:extLst>
                <a:ext uri="{FF2B5EF4-FFF2-40B4-BE49-F238E27FC236}">
                  <a16:creationId xmlns:a16="http://schemas.microsoft.com/office/drawing/2014/main" id="{E24A5B74-48F0-4D3D-98D6-5248FB805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437"/>
              <a:ext cx="43" cy="80"/>
            </a:xfrm>
            <a:custGeom>
              <a:avLst/>
              <a:gdLst>
                <a:gd name="T0" fmla="*/ 112 w 20"/>
                <a:gd name="T1" fmla="*/ 25 h 35"/>
                <a:gd name="T2" fmla="*/ 0 w 20"/>
                <a:gd name="T3" fmla="*/ 121 h 35"/>
                <a:gd name="T4" fmla="*/ 157 w 20"/>
                <a:gd name="T5" fmla="*/ 178 h 35"/>
                <a:gd name="T6" fmla="*/ 41 w 20"/>
                <a:gd name="T7" fmla="*/ 41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1" y="2"/>
                  </a:moveTo>
                  <a:cubicBezTo>
                    <a:pt x="6" y="0"/>
                    <a:pt x="1" y="5"/>
                    <a:pt x="0" y="10"/>
                  </a:cubicBezTo>
                  <a:cubicBezTo>
                    <a:pt x="4" y="12"/>
                    <a:pt x="13" y="10"/>
                    <a:pt x="16" y="15"/>
                  </a:cubicBezTo>
                  <a:cubicBezTo>
                    <a:pt x="20" y="22"/>
                    <a:pt x="10" y="33"/>
                    <a:pt x="4" y="35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2" name="Freeform 795">
              <a:extLst>
                <a:ext uri="{FF2B5EF4-FFF2-40B4-BE49-F238E27FC236}">
                  <a16:creationId xmlns:a16="http://schemas.microsoft.com/office/drawing/2014/main" id="{24C2D2AF-1844-47B1-BFAA-B7C1F8B89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3244"/>
              <a:ext cx="51" cy="377"/>
            </a:xfrm>
            <a:custGeom>
              <a:avLst/>
              <a:gdLst>
                <a:gd name="T0" fmla="*/ 172 w 24"/>
                <a:gd name="T1" fmla="*/ 0 h 166"/>
                <a:gd name="T2" fmla="*/ 19 w 24"/>
                <a:gd name="T3" fmla="*/ 175 h 166"/>
                <a:gd name="T4" fmla="*/ 172 w 24"/>
                <a:gd name="T5" fmla="*/ 268 h 166"/>
                <a:gd name="T6" fmla="*/ 49 w 24"/>
                <a:gd name="T7" fmla="*/ 563 h 166"/>
                <a:gd name="T8" fmla="*/ 181 w 24"/>
                <a:gd name="T9" fmla="*/ 654 h 166"/>
                <a:gd name="T10" fmla="*/ 28 w 24"/>
                <a:gd name="T11" fmla="*/ 1031 h 166"/>
                <a:gd name="T12" fmla="*/ 181 w 24"/>
                <a:gd name="T13" fmla="*/ 1124 h 166"/>
                <a:gd name="T14" fmla="*/ 68 w 24"/>
                <a:gd name="T15" fmla="*/ 1392 h 166"/>
                <a:gd name="T16" fmla="*/ 68 w 24"/>
                <a:gd name="T17" fmla="*/ 1944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66">
                  <a:moveTo>
                    <a:pt x="18" y="0"/>
                  </a:moveTo>
                  <a:cubicBezTo>
                    <a:pt x="12" y="4"/>
                    <a:pt x="5" y="8"/>
                    <a:pt x="2" y="15"/>
                  </a:cubicBezTo>
                  <a:cubicBezTo>
                    <a:pt x="8" y="18"/>
                    <a:pt x="16" y="15"/>
                    <a:pt x="18" y="23"/>
                  </a:cubicBezTo>
                  <a:cubicBezTo>
                    <a:pt x="20" y="32"/>
                    <a:pt x="3" y="38"/>
                    <a:pt x="5" y="48"/>
                  </a:cubicBezTo>
                  <a:cubicBezTo>
                    <a:pt x="11" y="51"/>
                    <a:pt x="17" y="49"/>
                    <a:pt x="19" y="56"/>
                  </a:cubicBezTo>
                  <a:cubicBezTo>
                    <a:pt x="21" y="69"/>
                    <a:pt x="0" y="78"/>
                    <a:pt x="3" y="88"/>
                  </a:cubicBezTo>
                  <a:cubicBezTo>
                    <a:pt x="9" y="90"/>
                    <a:pt x="17" y="88"/>
                    <a:pt x="19" y="96"/>
                  </a:cubicBezTo>
                  <a:cubicBezTo>
                    <a:pt x="20" y="104"/>
                    <a:pt x="9" y="111"/>
                    <a:pt x="7" y="119"/>
                  </a:cubicBezTo>
                  <a:cubicBezTo>
                    <a:pt x="24" y="126"/>
                    <a:pt x="14" y="155"/>
                    <a:pt x="7" y="166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3" name="Freeform 796">
              <a:extLst>
                <a:ext uri="{FF2B5EF4-FFF2-40B4-BE49-F238E27FC236}">
                  <a16:creationId xmlns:a16="http://schemas.microsoft.com/office/drawing/2014/main" id="{6DFE2FED-6C6B-4F0A-8C39-7B9FB4240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356"/>
              <a:ext cx="25" cy="138"/>
            </a:xfrm>
            <a:custGeom>
              <a:avLst/>
              <a:gdLst>
                <a:gd name="T0" fmla="*/ 56 w 12"/>
                <a:gd name="T1" fmla="*/ 72 h 61"/>
                <a:gd name="T2" fmla="*/ 35 w 12"/>
                <a:gd name="T3" fmla="*/ 706 h 61"/>
                <a:gd name="T4" fmla="*/ 44 w 12"/>
                <a:gd name="T5" fmla="*/ 0 h 61"/>
                <a:gd name="T6" fmla="*/ 65 w 12"/>
                <a:gd name="T7" fmla="*/ 163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1">
                  <a:moveTo>
                    <a:pt x="6" y="6"/>
                  </a:moveTo>
                  <a:cubicBezTo>
                    <a:pt x="7" y="24"/>
                    <a:pt x="0" y="45"/>
                    <a:pt x="4" y="61"/>
                  </a:cubicBezTo>
                  <a:cubicBezTo>
                    <a:pt x="12" y="43"/>
                    <a:pt x="4" y="19"/>
                    <a:pt x="5" y="0"/>
                  </a:cubicBezTo>
                  <a:cubicBezTo>
                    <a:pt x="6" y="5"/>
                    <a:pt x="6" y="10"/>
                    <a:pt x="7" y="14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4" name="Freeform 797">
              <a:extLst>
                <a:ext uri="{FF2B5EF4-FFF2-40B4-BE49-F238E27FC236}">
                  <a16:creationId xmlns:a16="http://schemas.microsoft.com/office/drawing/2014/main" id="{8219FC98-1BE0-40F9-AD79-739CB5CBD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3424"/>
              <a:ext cx="11" cy="122"/>
            </a:xfrm>
            <a:custGeom>
              <a:avLst/>
              <a:gdLst>
                <a:gd name="T0" fmla="*/ 20 w 5"/>
                <a:gd name="T1" fmla="*/ 36 h 54"/>
                <a:gd name="T2" fmla="*/ 20 w 5"/>
                <a:gd name="T3" fmla="*/ 11 h 54"/>
                <a:gd name="T4" fmla="*/ 9 w 5"/>
                <a:gd name="T5" fmla="*/ 624 h 54"/>
                <a:gd name="T6" fmla="*/ 44 w 5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4">
                  <a:moveTo>
                    <a:pt x="2" y="3"/>
                  </a:moveTo>
                  <a:cubicBezTo>
                    <a:pt x="2" y="2"/>
                    <a:pt x="2" y="1"/>
                    <a:pt x="2" y="1"/>
                  </a:cubicBezTo>
                  <a:cubicBezTo>
                    <a:pt x="2" y="18"/>
                    <a:pt x="1" y="36"/>
                    <a:pt x="1" y="54"/>
                  </a:cubicBezTo>
                  <a:cubicBezTo>
                    <a:pt x="5" y="37"/>
                    <a:pt x="0" y="14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5" name="Freeform 798">
              <a:extLst>
                <a:ext uri="{FF2B5EF4-FFF2-40B4-BE49-F238E27FC236}">
                  <a16:creationId xmlns:a16="http://schemas.microsoft.com/office/drawing/2014/main" id="{F79A37D6-E130-47DB-94B0-5D7C09BF4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3569"/>
              <a:ext cx="32" cy="75"/>
            </a:xfrm>
            <a:custGeom>
              <a:avLst/>
              <a:gdLst>
                <a:gd name="T0" fmla="*/ 137 w 15"/>
                <a:gd name="T1" fmla="*/ 25 h 33"/>
                <a:gd name="T2" fmla="*/ 128 w 15"/>
                <a:gd name="T3" fmla="*/ 0 h 33"/>
                <a:gd name="T4" fmla="*/ 28 w 15"/>
                <a:gd name="T5" fmla="*/ 139 h 33"/>
                <a:gd name="T6" fmla="*/ 137 w 15"/>
                <a:gd name="T7" fmla="*/ 223 h 33"/>
                <a:gd name="T8" fmla="*/ 0 w 15"/>
                <a:gd name="T9" fmla="*/ 35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3">
                  <a:moveTo>
                    <a:pt x="14" y="2"/>
                  </a:moveTo>
                  <a:cubicBezTo>
                    <a:pt x="14" y="1"/>
                    <a:pt x="14" y="0"/>
                    <a:pt x="13" y="0"/>
                  </a:cubicBezTo>
                  <a:cubicBezTo>
                    <a:pt x="8" y="2"/>
                    <a:pt x="5" y="7"/>
                    <a:pt x="3" y="12"/>
                  </a:cubicBezTo>
                  <a:cubicBezTo>
                    <a:pt x="7" y="13"/>
                    <a:pt x="12" y="14"/>
                    <a:pt x="14" y="19"/>
                  </a:cubicBezTo>
                  <a:cubicBezTo>
                    <a:pt x="15" y="24"/>
                    <a:pt x="5" y="33"/>
                    <a:pt x="0" y="30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6" name="Freeform 799">
              <a:extLst>
                <a:ext uri="{FF2B5EF4-FFF2-40B4-BE49-F238E27FC236}">
                  <a16:creationId xmlns:a16="http://schemas.microsoft.com/office/drawing/2014/main" id="{4DDC3639-E849-4172-8A81-6F64A4A31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3437"/>
              <a:ext cx="5" cy="75"/>
            </a:xfrm>
            <a:custGeom>
              <a:avLst/>
              <a:gdLst>
                <a:gd name="T0" fmla="*/ 0 w 2"/>
                <a:gd name="T1" fmla="*/ 0 h 33"/>
                <a:gd name="T2" fmla="*/ 20 w 2"/>
                <a:gd name="T3" fmla="*/ 38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3">
                  <a:moveTo>
                    <a:pt x="0" y="0"/>
                  </a:moveTo>
                  <a:cubicBezTo>
                    <a:pt x="2" y="10"/>
                    <a:pt x="1" y="22"/>
                    <a:pt x="1" y="33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7" name="Freeform 800">
              <a:extLst>
                <a:ext uri="{FF2B5EF4-FFF2-40B4-BE49-F238E27FC236}">
                  <a16:creationId xmlns:a16="http://schemas.microsoft.com/office/drawing/2014/main" id="{D3D34A6F-4F0B-40B9-8DE0-8179C3828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333"/>
              <a:ext cx="4" cy="143"/>
            </a:xfrm>
            <a:custGeom>
              <a:avLst/>
              <a:gdLst>
                <a:gd name="T0" fmla="*/ 8 w 2"/>
                <a:gd name="T1" fmla="*/ 0 h 63"/>
                <a:gd name="T2" fmla="*/ 16 w 2"/>
                <a:gd name="T3" fmla="*/ 738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3">
                  <a:moveTo>
                    <a:pt x="1" y="0"/>
                  </a:moveTo>
                  <a:cubicBezTo>
                    <a:pt x="0" y="21"/>
                    <a:pt x="1" y="42"/>
                    <a:pt x="2" y="63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8" name="Freeform 801">
              <a:extLst>
                <a:ext uri="{FF2B5EF4-FFF2-40B4-BE49-F238E27FC236}">
                  <a16:creationId xmlns:a16="http://schemas.microsoft.com/office/drawing/2014/main" id="{4CCEC23D-40FF-44C0-9576-D82C3DD4D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294"/>
              <a:ext cx="25" cy="39"/>
            </a:xfrm>
            <a:custGeom>
              <a:avLst/>
              <a:gdLst>
                <a:gd name="T0" fmla="*/ 8 w 12"/>
                <a:gd name="T1" fmla="*/ 204 h 17"/>
                <a:gd name="T2" fmla="*/ 100 w 12"/>
                <a:gd name="T3" fmla="*/ 37 h 17"/>
                <a:gd name="T4" fmla="*/ 0 w 12"/>
                <a:gd name="T5" fmla="*/ 3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1" y="17"/>
                  </a:moveTo>
                  <a:cubicBezTo>
                    <a:pt x="3" y="11"/>
                    <a:pt x="12" y="11"/>
                    <a:pt x="11" y="3"/>
                  </a:cubicBezTo>
                  <a:cubicBezTo>
                    <a:pt x="8" y="0"/>
                    <a:pt x="4" y="1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9" name="Freeform 802">
              <a:extLst>
                <a:ext uri="{FF2B5EF4-FFF2-40B4-BE49-F238E27FC236}">
                  <a16:creationId xmlns:a16="http://schemas.microsoft.com/office/drawing/2014/main" id="{810E08F9-EDF3-48F5-A026-C02B189BC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3224"/>
              <a:ext cx="28" cy="129"/>
            </a:xfrm>
            <a:custGeom>
              <a:avLst/>
              <a:gdLst>
                <a:gd name="T0" fmla="*/ 69 w 13"/>
                <a:gd name="T1" fmla="*/ 11 h 57"/>
                <a:gd name="T2" fmla="*/ 129 w 13"/>
                <a:gd name="T3" fmla="*/ 661 h 57"/>
                <a:gd name="T4" fmla="*/ 52 w 13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7">
                  <a:moveTo>
                    <a:pt x="7" y="1"/>
                  </a:moveTo>
                  <a:cubicBezTo>
                    <a:pt x="0" y="17"/>
                    <a:pt x="13" y="40"/>
                    <a:pt x="13" y="57"/>
                  </a:cubicBezTo>
                  <a:cubicBezTo>
                    <a:pt x="8" y="39"/>
                    <a:pt x="5" y="19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0" name="Freeform 803">
              <a:extLst>
                <a:ext uri="{FF2B5EF4-FFF2-40B4-BE49-F238E27FC236}">
                  <a16:creationId xmlns:a16="http://schemas.microsoft.com/office/drawing/2014/main" id="{1DA4A672-0D02-43D8-8C0E-58142820C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3172"/>
              <a:ext cx="40" cy="41"/>
            </a:xfrm>
            <a:custGeom>
              <a:avLst/>
              <a:gdLst>
                <a:gd name="T0" fmla="*/ 27 w 19"/>
                <a:gd name="T1" fmla="*/ 175 h 18"/>
                <a:gd name="T2" fmla="*/ 57 w 19"/>
                <a:gd name="T3" fmla="*/ 212 h 18"/>
                <a:gd name="T4" fmla="*/ 0 w 19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3" y="15"/>
                  </a:moveTo>
                  <a:cubicBezTo>
                    <a:pt x="4" y="17"/>
                    <a:pt x="5" y="18"/>
                    <a:pt x="6" y="18"/>
                  </a:cubicBezTo>
                  <a:cubicBezTo>
                    <a:pt x="19" y="12"/>
                    <a:pt x="7" y="0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1" name="Freeform 804">
              <a:extLst>
                <a:ext uri="{FF2B5EF4-FFF2-40B4-BE49-F238E27FC236}">
                  <a16:creationId xmlns:a16="http://schemas.microsoft.com/office/drawing/2014/main" id="{69C0CFF4-6E0E-4AD8-B480-52AD726BC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247"/>
              <a:ext cx="4" cy="75"/>
            </a:xfrm>
            <a:custGeom>
              <a:avLst/>
              <a:gdLst>
                <a:gd name="T0" fmla="*/ 0 w 2"/>
                <a:gd name="T1" fmla="*/ 25 h 33"/>
                <a:gd name="T2" fmla="*/ 8 w 2"/>
                <a:gd name="T3" fmla="*/ 25 h 33"/>
                <a:gd name="T4" fmla="*/ 16 w 2"/>
                <a:gd name="T5" fmla="*/ 386 h 33"/>
                <a:gd name="T6" fmla="*/ 16 w 2"/>
                <a:gd name="T7" fmla="*/ 31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3">
                  <a:moveTo>
                    <a:pt x="0" y="2"/>
                  </a:moveTo>
                  <a:cubicBezTo>
                    <a:pt x="0" y="0"/>
                    <a:pt x="0" y="0"/>
                    <a:pt x="1" y="2"/>
                  </a:cubicBezTo>
                  <a:cubicBezTo>
                    <a:pt x="2" y="12"/>
                    <a:pt x="1" y="22"/>
                    <a:pt x="2" y="33"/>
                  </a:cubicBezTo>
                  <a:cubicBezTo>
                    <a:pt x="2" y="31"/>
                    <a:pt x="2" y="29"/>
                    <a:pt x="2" y="27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2" name="Freeform 805">
              <a:extLst>
                <a:ext uri="{FF2B5EF4-FFF2-40B4-BE49-F238E27FC236}">
                  <a16:creationId xmlns:a16="http://schemas.microsoft.com/office/drawing/2014/main" id="{B6A92386-81AF-45E4-BB5E-B35134305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315"/>
              <a:ext cx="19" cy="59"/>
            </a:xfrm>
            <a:custGeom>
              <a:avLst/>
              <a:gdLst>
                <a:gd name="T0" fmla="*/ 27 w 9"/>
                <a:gd name="T1" fmla="*/ 11 h 26"/>
                <a:gd name="T2" fmla="*/ 68 w 9"/>
                <a:gd name="T3" fmla="*/ 304 h 26"/>
                <a:gd name="T4" fmla="*/ 36 w 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6">
                  <a:moveTo>
                    <a:pt x="3" y="1"/>
                  </a:moveTo>
                  <a:cubicBezTo>
                    <a:pt x="2" y="10"/>
                    <a:pt x="5" y="19"/>
                    <a:pt x="7" y="26"/>
                  </a:cubicBezTo>
                  <a:cubicBezTo>
                    <a:pt x="9" y="20"/>
                    <a:pt x="0" y="3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3" name="Freeform 806">
              <a:extLst>
                <a:ext uri="{FF2B5EF4-FFF2-40B4-BE49-F238E27FC236}">
                  <a16:creationId xmlns:a16="http://schemas.microsoft.com/office/drawing/2014/main" id="{F32CAFF4-8C52-4307-AA32-B416C14E4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403"/>
              <a:ext cx="36" cy="57"/>
            </a:xfrm>
            <a:custGeom>
              <a:avLst/>
              <a:gdLst>
                <a:gd name="T0" fmla="*/ 136 w 17"/>
                <a:gd name="T1" fmla="*/ 0 h 25"/>
                <a:gd name="T2" fmla="*/ 161 w 17"/>
                <a:gd name="T3" fmla="*/ 15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5">
                  <a:moveTo>
                    <a:pt x="14" y="0"/>
                  </a:moveTo>
                  <a:cubicBezTo>
                    <a:pt x="0" y="1"/>
                    <a:pt x="5" y="25"/>
                    <a:pt x="17" y="13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4" name="Freeform 807">
              <a:extLst>
                <a:ext uri="{FF2B5EF4-FFF2-40B4-BE49-F238E27FC236}">
                  <a16:creationId xmlns:a16="http://schemas.microsoft.com/office/drawing/2014/main" id="{7C0C0901-0B98-4166-BA18-108CC184D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3569"/>
              <a:ext cx="43" cy="111"/>
            </a:xfrm>
            <a:custGeom>
              <a:avLst/>
              <a:gdLst>
                <a:gd name="T0" fmla="*/ 101 w 20"/>
                <a:gd name="T1" fmla="*/ 0 h 49"/>
                <a:gd name="T2" fmla="*/ 172 w 20"/>
                <a:gd name="T3" fmla="*/ 174 h 49"/>
                <a:gd name="T4" fmla="*/ 60 w 20"/>
                <a:gd name="T5" fmla="*/ 340 h 49"/>
                <a:gd name="T6" fmla="*/ 69 w 20"/>
                <a:gd name="T7" fmla="*/ 56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9">
                  <a:moveTo>
                    <a:pt x="10" y="0"/>
                  </a:moveTo>
                  <a:cubicBezTo>
                    <a:pt x="0" y="5"/>
                    <a:pt x="6" y="16"/>
                    <a:pt x="17" y="15"/>
                  </a:cubicBezTo>
                  <a:cubicBezTo>
                    <a:pt x="13" y="20"/>
                    <a:pt x="8" y="24"/>
                    <a:pt x="6" y="29"/>
                  </a:cubicBezTo>
                  <a:cubicBezTo>
                    <a:pt x="13" y="35"/>
                    <a:pt x="20" y="45"/>
                    <a:pt x="7" y="49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5" name="Freeform 808">
              <a:extLst>
                <a:ext uri="{FF2B5EF4-FFF2-40B4-BE49-F238E27FC236}">
                  <a16:creationId xmlns:a16="http://schemas.microsoft.com/office/drawing/2014/main" id="{C31E8686-C520-4A92-A3F7-6E80DB786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3655"/>
              <a:ext cx="39" cy="82"/>
            </a:xfrm>
            <a:custGeom>
              <a:avLst/>
              <a:gdLst>
                <a:gd name="T0" fmla="*/ 121 w 18"/>
                <a:gd name="T1" fmla="*/ 0 h 36"/>
                <a:gd name="T2" fmla="*/ 20 w 18"/>
                <a:gd name="T3" fmla="*/ 82 h 36"/>
                <a:gd name="T4" fmla="*/ 141 w 18"/>
                <a:gd name="T5" fmla="*/ 141 h 36"/>
                <a:gd name="T6" fmla="*/ 0 w 18"/>
                <a:gd name="T7" fmla="*/ 342 h 36"/>
                <a:gd name="T8" fmla="*/ 156 w 18"/>
                <a:gd name="T9" fmla="*/ 37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6">
                  <a:moveTo>
                    <a:pt x="12" y="0"/>
                  </a:moveTo>
                  <a:cubicBezTo>
                    <a:pt x="9" y="0"/>
                    <a:pt x="2" y="3"/>
                    <a:pt x="2" y="7"/>
                  </a:cubicBezTo>
                  <a:cubicBezTo>
                    <a:pt x="3" y="12"/>
                    <a:pt x="12" y="9"/>
                    <a:pt x="14" y="12"/>
                  </a:cubicBezTo>
                  <a:cubicBezTo>
                    <a:pt x="18" y="20"/>
                    <a:pt x="6" y="28"/>
                    <a:pt x="0" y="29"/>
                  </a:cubicBezTo>
                  <a:cubicBezTo>
                    <a:pt x="4" y="34"/>
                    <a:pt x="10" y="36"/>
                    <a:pt x="15" y="32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6" name="Freeform 809">
              <a:extLst>
                <a:ext uri="{FF2B5EF4-FFF2-40B4-BE49-F238E27FC236}">
                  <a16:creationId xmlns:a16="http://schemas.microsoft.com/office/drawing/2014/main" id="{11A52C81-6A63-4D5B-9683-7D9752009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662"/>
              <a:ext cx="34" cy="66"/>
            </a:xfrm>
            <a:custGeom>
              <a:avLst/>
              <a:gdLst>
                <a:gd name="T0" fmla="*/ 49 w 16"/>
                <a:gd name="T1" fmla="*/ 332 h 29"/>
                <a:gd name="T2" fmla="*/ 153 w 16"/>
                <a:gd name="T3" fmla="*/ 296 h 29"/>
                <a:gd name="T4" fmla="*/ 28 w 16"/>
                <a:gd name="T5" fmla="*/ 248 h 29"/>
                <a:gd name="T6" fmla="*/ 153 w 16"/>
                <a:gd name="T7" fmla="*/ 57 h 29"/>
                <a:gd name="T8" fmla="*/ 9 w 16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5" y="28"/>
                  </a:moveTo>
                  <a:cubicBezTo>
                    <a:pt x="9" y="29"/>
                    <a:pt x="13" y="28"/>
                    <a:pt x="16" y="25"/>
                  </a:cubicBezTo>
                  <a:cubicBezTo>
                    <a:pt x="13" y="22"/>
                    <a:pt x="7" y="22"/>
                    <a:pt x="3" y="21"/>
                  </a:cubicBezTo>
                  <a:cubicBezTo>
                    <a:pt x="0" y="12"/>
                    <a:pt x="13" y="11"/>
                    <a:pt x="16" y="5"/>
                  </a:cubicBezTo>
                  <a:cubicBezTo>
                    <a:pt x="12" y="0"/>
                    <a:pt x="6" y="0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7" name="Freeform 810">
              <a:extLst>
                <a:ext uri="{FF2B5EF4-FFF2-40B4-BE49-F238E27FC236}">
                  <a16:creationId xmlns:a16="http://schemas.microsoft.com/office/drawing/2014/main" id="{23D067CC-3B53-4036-B568-ABC2B1A25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696"/>
              <a:ext cx="4" cy="36"/>
            </a:xfrm>
            <a:custGeom>
              <a:avLst/>
              <a:gdLst>
                <a:gd name="T0" fmla="*/ 0 w 2"/>
                <a:gd name="T1" fmla="*/ 0 h 16"/>
                <a:gd name="T2" fmla="*/ 16 w 2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1" y="5"/>
                    <a:pt x="0" y="13"/>
                    <a:pt x="2" y="16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8" name="Freeform 811">
              <a:extLst>
                <a:ext uri="{FF2B5EF4-FFF2-40B4-BE49-F238E27FC236}">
                  <a16:creationId xmlns:a16="http://schemas.microsoft.com/office/drawing/2014/main" id="{D1611066-DC47-454F-93F1-40177C7C6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666"/>
              <a:ext cx="32" cy="14"/>
            </a:xfrm>
            <a:custGeom>
              <a:avLst/>
              <a:gdLst>
                <a:gd name="T0" fmla="*/ 0 w 15"/>
                <a:gd name="T1" fmla="*/ 77 h 6"/>
                <a:gd name="T2" fmla="*/ 145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5" y="4"/>
                    <a:pt x="12" y="5"/>
                    <a:pt x="15" y="0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9" name="Freeform 812">
              <a:extLst>
                <a:ext uri="{FF2B5EF4-FFF2-40B4-BE49-F238E27FC236}">
                  <a16:creationId xmlns:a16="http://schemas.microsoft.com/office/drawing/2014/main" id="{03341DA9-1284-4D8F-9A3B-894D18856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680"/>
              <a:ext cx="28" cy="48"/>
            </a:xfrm>
            <a:custGeom>
              <a:avLst/>
              <a:gdLst>
                <a:gd name="T0" fmla="*/ 9 w 13"/>
                <a:gd name="T1" fmla="*/ 251 h 21"/>
                <a:gd name="T2" fmla="*/ 0 w 13"/>
                <a:gd name="T3" fmla="*/ 7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" y="21"/>
                  </a:moveTo>
                  <a:cubicBezTo>
                    <a:pt x="10" y="16"/>
                    <a:pt x="13" y="0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0" name="Freeform 813">
              <a:extLst>
                <a:ext uri="{FF2B5EF4-FFF2-40B4-BE49-F238E27FC236}">
                  <a16:creationId xmlns:a16="http://schemas.microsoft.com/office/drawing/2014/main" id="{9B7A5177-3AB1-48B5-9F84-28A78A7DC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278"/>
              <a:ext cx="34" cy="148"/>
            </a:xfrm>
            <a:custGeom>
              <a:avLst/>
              <a:gdLst>
                <a:gd name="T0" fmla="*/ 128 w 16"/>
                <a:gd name="T1" fmla="*/ 0 h 65"/>
                <a:gd name="T2" fmla="*/ 0 w 16"/>
                <a:gd name="T3" fmla="*/ 175 h 65"/>
                <a:gd name="T4" fmla="*/ 136 w 16"/>
                <a:gd name="T5" fmla="*/ 269 h 65"/>
                <a:gd name="T6" fmla="*/ 19 w 16"/>
                <a:gd name="T7" fmla="*/ 508 h 65"/>
                <a:gd name="T8" fmla="*/ 0 w 16"/>
                <a:gd name="T9" fmla="*/ 76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5">
                  <a:moveTo>
                    <a:pt x="13" y="0"/>
                  </a:moveTo>
                  <a:cubicBezTo>
                    <a:pt x="6" y="1"/>
                    <a:pt x="2" y="9"/>
                    <a:pt x="0" y="15"/>
                  </a:cubicBezTo>
                  <a:cubicBezTo>
                    <a:pt x="4" y="19"/>
                    <a:pt x="12" y="16"/>
                    <a:pt x="14" y="23"/>
                  </a:cubicBezTo>
                  <a:cubicBezTo>
                    <a:pt x="15" y="28"/>
                    <a:pt x="4" y="38"/>
                    <a:pt x="2" y="43"/>
                  </a:cubicBezTo>
                  <a:cubicBezTo>
                    <a:pt x="16" y="46"/>
                    <a:pt x="7" y="59"/>
                    <a:pt x="0" y="65"/>
                  </a:cubicBezTo>
                </a:path>
              </a:pathLst>
            </a:custGeom>
            <a:noFill/>
            <a:ln w="12700" cap="flat">
              <a:solidFill>
                <a:srgbClr val="EDA0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3796" name="Text Box 814">
            <a:extLst>
              <a:ext uri="{FF2B5EF4-FFF2-40B4-BE49-F238E27FC236}">
                <a16:creationId xmlns:a16="http://schemas.microsoft.com/office/drawing/2014/main" id="{887346E2-1081-495A-AFFB-A222E8DD60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7200" y="4021138"/>
            <a:ext cx="1492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Sciatic nerve</a:t>
            </a:r>
          </a:p>
        </p:txBody>
      </p:sp>
      <p:sp>
        <p:nvSpPr>
          <p:cNvPr id="33797" name="Line 815">
            <a:extLst>
              <a:ext uri="{FF2B5EF4-FFF2-40B4-BE49-F238E27FC236}">
                <a16:creationId xmlns:a16="http://schemas.microsoft.com/office/drawing/2014/main" id="{88CD3443-B862-495E-9405-EF215D29D3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86600" y="4249738"/>
            <a:ext cx="990600" cy="3810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20" name="Rectangle 2">
            <a:extLst>
              <a:ext uri="{FF2B5EF4-FFF2-40B4-BE49-F238E27FC236}">
                <a16:creationId xmlns:a16="http://schemas.microsoft.com/office/drawing/2014/main" id="{14D219CE-318A-416C-A78A-0F75A94267D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fr-FR" altLang="x-none" sz="5067" dirty="0" err="1"/>
              <a:t>Sympathetic</a:t>
            </a:r>
            <a:r>
              <a:rPr lang="fr-FR" altLang="x-none" sz="5067" dirty="0"/>
              <a:t> </a:t>
            </a:r>
            <a:r>
              <a:rPr lang="fr-FR" altLang="x-none" sz="5067" dirty="0" err="1"/>
              <a:t>nervous</a:t>
            </a:r>
            <a:r>
              <a:rPr lang="fr-FR" altLang="x-none" sz="5067" dirty="0"/>
              <a:t> system</a:t>
            </a:r>
          </a:p>
        </p:txBody>
      </p:sp>
      <p:grpSp>
        <p:nvGrpSpPr>
          <p:cNvPr id="2" name="sympathetic-nervous-system-anatomical-diagram">
            <a:extLst>
              <a:ext uri="{FF2B5EF4-FFF2-40B4-BE49-F238E27FC236}">
                <a16:creationId xmlns:a16="http://schemas.microsoft.com/office/drawing/2014/main" id="{086BACCA-FB5C-4C9D-AFC5-36C19BE9FAF7}"/>
              </a:ext>
            </a:extLst>
          </p:cNvPr>
          <p:cNvGrpSpPr/>
          <p:nvPr/>
        </p:nvGrpSpPr>
        <p:grpSpPr>
          <a:xfrm>
            <a:off x="3290888" y="1109663"/>
            <a:ext cx="5992812" cy="5391150"/>
            <a:chOff x="3290888" y="1109663"/>
            <a:chExt cx="5992812" cy="5391150"/>
          </a:xfrm>
        </p:grpSpPr>
        <p:grpSp>
          <p:nvGrpSpPr>
            <p:cNvPr id="76801" name="Group 1325">
              <a:extLst>
                <a:ext uri="{FF2B5EF4-FFF2-40B4-BE49-F238E27FC236}">
                  <a16:creationId xmlns:a16="http://schemas.microsoft.com/office/drawing/2014/main" id="{F8BB2B1E-45DE-4217-9C9A-902DBE587F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05450" y="4191000"/>
              <a:ext cx="374650" cy="627063"/>
              <a:chOff x="1146" y="1529"/>
              <a:chExt cx="898" cy="1499"/>
            </a:xfrm>
          </p:grpSpPr>
          <p:sp>
            <p:nvSpPr>
              <p:cNvPr id="129100" name="Freeform 1326">
                <a:extLst>
                  <a:ext uri="{FF2B5EF4-FFF2-40B4-BE49-F238E27FC236}">
                    <a16:creationId xmlns:a16="http://schemas.microsoft.com/office/drawing/2014/main" id="{D14403A3-4297-43CF-AF7F-58CFE8A17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823"/>
                <a:ext cx="798" cy="1205"/>
              </a:xfrm>
              <a:custGeom>
                <a:avLst/>
                <a:gdLst>
                  <a:gd name="T0" fmla="*/ 146 w 447"/>
                  <a:gd name="T1" fmla="*/ 2549 h 675"/>
                  <a:gd name="T2" fmla="*/ 289 w 447"/>
                  <a:gd name="T3" fmla="*/ 2926 h 675"/>
                  <a:gd name="T4" fmla="*/ 1457 w 447"/>
                  <a:gd name="T5" fmla="*/ 3754 h 675"/>
                  <a:gd name="T6" fmla="*/ 1450 w 447"/>
                  <a:gd name="T7" fmla="*/ 3754 h 675"/>
                  <a:gd name="T8" fmla="*/ 1587 w 447"/>
                  <a:gd name="T9" fmla="*/ 3745 h 675"/>
                  <a:gd name="T10" fmla="*/ 2289 w 447"/>
                  <a:gd name="T11" fmla="*/ 3153 h 675"/>
                  <a:gd name="T12" fmla="*/ 2292 w 447"/>
                  <a:gd name="T13" fmla="*/ 2406 h 675"/>
                  <a:gd name="T14" fmla="*/ 2160 w 447"/>
                  <a:gd name="T15" fmla="*/ 1969 h 675"/>
                  <a:gd name="T16" fmla="*/ 2310 w 447"/>
                  <a:gd name="T17" fmla="*/ 1478 h 675"/>
                  <a:gd name="T18" fmla="*/ 2528 w 447"/>
                  <a:gd name="T19" fmla="*/ 812 h 675"/>
                  <a:gd name="T20" fmla="*/ 1600 w 447"/>
                  <a:gd name="T21" fmla="*/ 7 h 675"/>
                  <a:gd name="T22" fmla="*/ 602 w 447"/>
                  <a:gd name="T23" fmla="*/ 443 h 675"/>
                  <a:gd name="T24" fmla="*/ 478 w 447"/>
                  <a:gd name="T25" fmla="*/ 661 h 675"/>
                  <a:gd name="T26" fmla="*/ 255 w 447"/>
                  <a:gd name="T27" fmla="*/ 1116 h 675"/>
                  <a:gd name="T28" fmla="*/ 102 w 447"/>
                  <a:gd name="T29" fmla="*/ 1610 h 675"/>
                  <a:gd name="T30" fmla="*/ 146 w 447"/>
                  <a:gd name="T31" fmla="*/ 2549 h 6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7" h="675">
                    <a:moveTo>
                      <a:pt x="26" y="448"/>
                    </a:moveTo>
                    <a:cubicBezTo>
                      <a:pt x="35" y="471"/>
                      <a:pt x="48" y="503"/>
                      <a:pt x="51" y="514"/>
                    </a:cubicBezTo>
                    <a:cubicBezTo>
                      <a:pt x="67" y="562"/>
                      <a:pt x="135" y="675"/>
                      <a:pt x="256" y="660"/>
                    </a:cubicBezTo>
                    <a:cubicBezTo>
                      <a:pt x="256" y="660"/>
                      <a:pt x="255" y="660"/>
                      <a:pt x="255" y="660"/>
                    </a:cubicBezTo>
                    <a:cubicBezTo>
                      <a:pt x="263" y="660"/>
                      <a:pt x="271" y="659"/>
                      <a:pt x="279" y="658"/>
                    </a:cubicBezTo>
                    <a:cubicBezTo>
                      <a:pt x="356" y="646"/>
                      <a:pt x="391" y="599"/>
                      <a:pt x="402" y="554"/>
                    </a:cubicBezTo>
                    <a:cubicBezTo>
                      <a:pt x="410" y="520"/>
                      <a:pt x="414" y="456"/>
                      <a:pt x="403" y="423"/>
                    </a:cubicBezTo>
                    <a:cubicBezTo>
                      <a:pt x="391" y="390"/>
                      <a:pt x="381" y="378"/>
                      <a:pt x="380" y="346"/>
                    </a:cubicBezTo>
                    <a:cubicBezTo>
                      <a:pt x="378" y="314"/>
                      <a:pt x="391" y="280"/>
                      <a:pt x="406" y="260"/>
                    </a:cubicBezTo>
                    <a:cubicBezTo>
                      <a:pt x="420" y="240"/>
                      <a:pt x="447" y="205"/>
                      <a:pt x="444" y="143"/>
                    </a:cubicBezTo>
                    <a:cubicBezTo>
                      <a:pt x="438" y="77"/>
                      <a:pt x="398" y="5"/>
                      <a:pt x="281" y="1"/>
                    </a:cubicBezTo>
                    <a:cubicBezTo>
                      <a:pt x="211" y="0"/>
                      <a:pt x="147" y="21"/>
                      <a:pt x="106" y="78"/>
                    </a:cubicBezTo>
                    <a:cubicBezTo>
                      <a:pt x="94" y="94"/>
                      <a:pt x="88" y="106"/>
                      <a:pt x="84" y="116"/>
                    </a:cubicBezTo>
                    <a:cubicBezTo>
                      <a:pt x="73" y="140"/>
                      <a:pt x="56" y="176"/>
                      <a:pt x="45" y="196"/>
                    </a:cubicBezTo>
                    <a:cubicBezTo>
                      <a:pt x="36" y="214"/>
                      <a:pt x="26" y="242"/>
                      <a:pt x="18" y="283"/>
                    </a:cubicBezTo>
                    <a:cubicBezTo>
                      <a:pt x="0" y="369"/>
                      <a:pt x="18" y="425"/>
                      <a:pt x="26" y="448"/>
                    </a:cubicBezTo>
                    <a:close/>
                  </a:path>
                </a:pathLst>
              </a:custGeom>
              <a:solidFill>
                <a:srgbClr val="802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01" name="Freeform 1327">
                <a:extLst>
                  <a:ext uri="{FF2B5EF4-FFF2-40B4-BE49-F238E27FC236}">
                    <a16:creationId xmlns:a16="http://schemas.microsoft.com/office/drawing/2014/main" id="{A9813CF6-ECC8-4C12-AC19-988DEC3E8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287"/>
                <a:ext cx="222" cy="696"/>
              </a:xfrm>
              <a:custGeom>
                <a:avLst/>
                <a:gdLst>
                  <a:gd name="T0" fmla="*/ 138 w 124"/>
                  <a:gd name="T1" fmla="*/ 926 h 390"/>
                  <a:gd name="T2" fmla="*/ 7 w 124"/>
                  <a:gd name="T3" fmla="*/ 487 h 390"/>
                  <a:gd name="T4" fmla="*/ 150 w 124"/>
                  <a:gd name="T5" fmla="*/ 0 h 390"/>
                  <a:gd name="T6" fmla="*/ 154 w 124"/>
                  <a:gd name="T7" fmla="*/ 7 h 390"/>
                  <a:gd name="T8" fmla="*/ 689 w 124"/>
                  <a:gd name="T9" fmla="*/ 1092 h 390"/>
                  <a:gd name="T10" fmla="*/ 689 w 124"/>
                  <a:gd name="T11" fmla="*/ 2216 h 390"/>
                  <a:gd name="T12" fmla="*/ 487 w 124"/>
                  <a:gd name="T13" fmla="*/ 2216 h 390"/>
                  <a:gd name="T14" fmla="*/ 430 w 124"/>
                  <a:gd name="T15" fmla="*/ 1397 h 390"/>
                  <a:gd name="T16" fmla="*/ 174 w 124"/>
                  <a:gd name="T17" fmla="*/ 1101 h 390"/>
                  <a:gd name="T18" fmla="*/ 138 w 124"/>
                  <a:gd name="T19" fmla="*/ 926 h 3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4" h="390">
                    <a:moveTo>
                      <a:pt x="24" y="163"/>
                    </a:moveTo>
                    <a:cubicBezTo>
                      <a:pt x="12" y="130"/>
                      <a:pt x="2" y="118"/>
                      <a:pt x="1" y="86"/>
                    </a:cubicBezTo>
                    <a:cubicBezTo>
                      <a:pt x="0" y="54"/>
                      <a:pt x="12" y="21"/>
                      <a:pt x="26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73" y="36"/>
                      <a:pt x="116" y="68"/>
                      <a:pt x="120" y="192"/>
                    </a:cubicBezTo>
                    <a:cubicBezTo>
                      <a:pt x="124" y="326"/>
                      <a:pt x="120" y="390"/>
                      <a:pt x="120" y="390"/>
                    </a:cubicBezTo>
                    <a:cubicBezTo>
                      <a:pt x="85" y="390"/>
                      <a:pt x="85" y="390"/>
                      <a:pt x="85" y="390"/>
                    </a:cubicBezTo>
                    <a:cubicBezTo>
                      <a:pt x="85" y="341"/>
                      <a:pt x="85" y="300"/>
                      <a:pt x="75" y="246"/>
                    </a:cubicBezTo>
                    <a:cubicBezTo>
                      <a:pt x="70" y="222"/>
                      <a:pt x="55" y="196"/>
                      <a:pt x="30" y="194"/>
                    </a:cubicBezTo>
                    <a:cubicBezTo>
                      <a:pt x="29" y="182"/>
                      <a:pt x="27" y="171"/>
                      <a:pt x="24" y="163"/>
                    </a:cubicBezTo>
                    <a:close/>
                  </a:path>
                </a:pathLst>
              </a:custGeom>
              <a:solidFill>
                <a:srgbClr val="FDC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02" name="Freeform 1328">
                <a:extLst>
                  <a:ext uri="{FF2B5EF4-FFF2-40B4-BE49-F238E27FC236}">
                    <a16:creationId xmlns:a16="http://schemas.microsoft.com/office/drawing/2014/main" id="{E101CE74-9E38-4AC2-873A-479C8F33B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830"/>
                <a:ext cx="468" cy="650"/>
              </a:xfrm>
              <a:custGeom>
                <a:avLst/>
                <a:gdLst>
                  <a:gd name="T0" fmla="*/ 332 w 262"/>
                  <a:gd name="T1" fmla="*/ 1213 h 364"/>
                  <a:gd name="T2" fmla="*/ 706 w 262"/>
                  <a:gd name="T3" fmla="*/ 545 h 364"/>
                  <a:gd name="T4" fmla="*/ 1493 w 262"/>
                  <a:gd name="T5" fmla="*/ 57 h 364"/>
                  <a:gd name="T6" fmla="*/ 495 w 262"/>
                  <a:gd name="T7" fmla="*/ 559 h 364"/>
                  <a:gd name="T8" fmla="*/ 239 w 262"/>
                  <a:gd name="T9" fmla="*/ 1104 h 364"/>
                  <a:gd name="T10" fmla="*/ 29 w 262"/>
                  <a:gd name="T11" fmla="*/ 2073 h 364"/>
                  <a:gd name="T12" fmla="*/ 332 w 262"/>
                  <a:gd name="T13" fmla="*/ 1213 h 3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2" h="364">
                    <a:moveTo>
                      <a:pt x="58" y="213"/>
                    </a:moveTo>
                    <a:cubicBezTo>
                      <a:pt x="72" y="186"/>
                      <a:pt x="95" y="137"/>
                      <a:pt x="124" y="96"/>
                    </a:cubicBezTo>
                    <a:cubicBezTo>
                      <a:pt x="163" y="41"/>
                      <a:pt x="236" y="12"/>
                      <a:pt x="262" y="10"/>
                    </a:cubicBezTo>
                    <a:cubicBezTo>
                      <a:pt x="199" y="0"/>
                      <a:pt x="112" y="45"/>
                      <a:pt x="87" y="98"/>
                    </a:cubicBezTo>
                    <a:cubicBezTo>
                      <a:pt x="63" y="150"/>
                      <a:pt x="56" y="168"/>
                      <a:pt x="42" y="194"/>
                    </a:cubicBezTo>
                    <a:cubicBezTo>
                      <a:pt x="28" y="220"/>
                      <a:pt x="0" y="296"/>
                      <a:pt x="5" y="364"/>
                    </a:cubicBezTo>
                    <a:cubicBezTo>
                      <a:pt x="11" y="325"/>
                      <a:pt x="48" y="226"/>
                      <a:pt x="58" y="213"/>
                    </a:cubicBezTo>
                    <a:close/>
                  </a:path>
                </a:pathLst>
              </a:custGeom>
              <a:solidFill>
                <a:srgbClr val="A45B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03" name="Freeform 1329">
                <a:extLst>
                  <a:ext uri="{FF2B5EF4-FFF2-40B4-BE49-F238E27FC236}">
                    <a16:creationId xmlns:a16="http://schemas.microsoft.com/office/drawing/2014/main" id="{051CBCA5-21C2-4225-A9F0-18298AA30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1830"/>
                <a:ext cx="393" cy="347"/>
              </a:xfrm>
              <a:custGeom>
                <a:avLst/>
                <a:gdLst>
                  <a:gd name="T0" fmla="*/ 252 w 220"/>
                  <a:gd name="T1" fmla="*/ 556 h 194"/>
                  <a:gd name="T2" fmla="*/ 121 w 220"/>
                  <a:gd name="T3" fmla="*/ 841 h 194"/>
                  <a:gd name="T4" fmla="*/ 0 w 220"/>
                  <a:gd name="T5" fmla="*/ 1111 h 194"/>
                  <a:gd name="T6" fmla="*/ 0 w 220"/>
                  <a:gd name="T7" fmla="*/ 1111 h 194"/>
                  <a:gd name="T8" fmla="*/ 138 w 220"/>
                  <a:gd name="T9" fmla="*/ 855 h 194"/>
                  <a:gd name="T10" fmla="*/ 268 w 220"/>
                  <a:gd name="T11" fmla="*/ 560 h 194"/>
                  <a:gd name="T12" fmla="*/ 1254 w 220"/>
                  <a:gd name="T13" fmla="*/ 57 h 194"/>
                  <a:gd name="T14" fmla="*/ 1254 w 220"/>
                  <a:gd name="T15" fmla="*/ 57 h 194"/>
                  <a:gd name="T16" fmla="*/ 252 w 220"/>
                  <a:gd name="T17" fmla="*/ 556 h 1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0" h="194">
                    <a:moveTo>
                      <a:pt x="44" y="97"/>
                    </a:moveTo>
                    <a:cubicBezTo>
                      <a:pt x="21" y="147"/>
                      <a:pt x="21" y="147"/>
                      <a:pt x="21" y="147"/>
                    </a:cubicBezTo>
                    <a:cubicBezTo>
                      <a:pt x="12" y="166"/>
                      <a:pt x="8" y="179"/>
                      <a:pt x="0" y="194"/>
                    </a:cubicBezTo>
                    <a:cubicBezTo>
                      <a:pt x="0" y="194"/>
                      <a:pt x="0" y="194"/>
                      <a:pt x="0" y="194"/>
                    </a:cubicBezTo>
                    <a:cubicBezTo>
                      <a:pt x="8" y="179"/>
                      <a:pt x="15" y="167"/>
                      <a:pt x="24" y="149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71" y="46"/>
                      <a:pt x="159" y="0"/>
                      <a:pt x="220" y="10"/>
                    </a:cubicBezTo>
                    <a:cubicBezTo>
                      <a:pt x="220" y="10"/>
                      <a:pt x="220" y="10"/>
                      <a:pt x="220" y="10"/>
                    </a:cubicBezTo>
                    <a:cubicBezTo>
                      <a:pt x="156" y="0"/>
                      <a:pt x="69" y="42"/>
                      <a:pt x="44" y="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04" name="Freeform 1330">
                <a:extLst>
                  <a:ext uri="{FF2B5EF4-FFF2-40B4-BE49-F238E27FC236}">
                    <a16:creationId xmlns:a16="http://schemas.microsoft.com/office/drawing/2014/main" id="{F0238616-D63D-4526-A125-B80503913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541"/>
                <a:ext cx="565" cy="458"/>
              </a:xfrm>
              <a:custGeom>
                <a:avLst/>
                <a:gdLst>
                  <a:gd name="T0" fmla="*/ 1715 w 317"/>
                  <a:gd name="T1" fmla="*/ 168 h 257"/>
                  <a:gd name="T2" fmla="*/ 1636 w 317"/>
                  <a:gd name="T3" fmla="*/ 962 h 257"/>
                  <a:gd name="T4" fmla="*/ 690 w 317"/>
                  <a:gd name="T5" fmla="*/ 1376 h 257"/>
                  <a:gd name="T6" fmla="*/ 0 w 317"/>
                  <a:gd name="T7" fmla="*/ 918 h 257"/>
                  <a:gd name="T8" fmla="*/ 991 w 317"/>
                  <a:gd name="T9" fmla="*/ 978 h 257"/>
                  <a:gd name="T10" fmla="*/ 1665 w 317"/>
                  <a:gd name="T11" fmla="*/ 232 h 257"/>
                  <a:gd name="T12" fmla="*/ 1568 w 317"/>
                  <a:gd name="T13" fmla="*/ 0 h 257"/>
                  <a:gd name="T14" fmla="*/ 1715 w 317"/>
                  <a:gd name="T15" fmla="*/ 168 h 2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7" h="257">
                    <a:moveTo>
                      <a:pt x="303" y="30"/>
                    </a:moveTo>
                    <a:cubicBezTo>
                      <a:pt x="317" y="62"/>
                      <a:pt x="305" y="132"/>
                      <a:pt x="289" y="170"/>
                    </a:cubicBezTo>
                    <a:cubicBezTo>
                      <a:pt x="273" y="207"/>
                      <a:pt x="209" y="257"/>
                      <a:pt x="122" y="243"/>
                    </a:cubicBezTo>
                    <a:cubicBezTo>
                      <a:pt x="78" y="235"/>
                      <a:pt x="26" y="205"/>
                      <a:pt x="0" y="162"/>
                    </a:cubicBezTo>
                    <a:cubicBezTo>
                      <a:pt x="24" y="182"/>
                      <a:pt x="112" y="201"/>
                      <a:pt x="175" y="173"/>
                    </a:cubicBezTo>
                    <a:cubicBezTo>
                      <a:pt x="238" y="145"/>
                      <a:pt x="307" y="109"/>
                      <a:pt x="294" y="41"/>
                    </a:cubicBezTo>
                    <a:cubicBezTo>
                      <a:pt x="288" y="8"/>
                      <a:pt x="284" y="5"/>
                      <a:pt x="277" y="0"/>
                    </a:cubicBezTo>
                    <a:cubicBezTo>
                      <a:pt x="286" y="2"/>
                      <a:pt x="297" y="13"/>
                      <a:pt x="303" y="30"/>
                    </a:cubicBezTo>
                    <a:close/>
                  </a:path>
                </a:pathLst>
              </a:custGeom>
              <a:solidFill>
                <a:srgbClr val="701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05" name="Freeform 1331">
                <a:extLst>
                  <a:ext uri="{FF2B5EF4-FFF2-40B4-BE49-F238E27FC236}">
                    <a16:creationId xmlns:a16="http://schemas.microsoft.com/office/drawing/2014/main" id="{14EB46F8-7E5A-4D42-A6E5-D32F703A2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859"/>
                <a:ext cx="181" cy="473"/>
              </a:xfrm>
              <a:custGeom>
                <a:avLst/>
                <a:gdLst>
                  <a:gd name="T0" fmla="*/ 0 w 101"/>
                  <a:gd name="T1" fmla="*/ 0 h 265"/>
                  <a:gd name="T2" fmla="*/ 565 w 101"/>
                  <a:gd name="T3" fmla="*/ 694 h 265"/>
                  <a:gd name="T4" fmla="*/ 321 w 101"/>
                  <a:gd name="T5" fmla="*/ 1364 h 265"/>
                  <a:gd name="T6" fmla="*/ 36 w 101"/>
                  <a:gd name="T7" fmla="*/ 1490 h 265"/>
                  <a:gd name="T8" fmla="*/ 317 w 101"/>
                  <a:gd name="T9" fmla="*/ 1173 h 265"/>
                  <a:gd name="T10" fmla="*/ 373 w 101"/>
                  <a:gd name="T11" fmla="*/ 523 h 265"/>
                  <a:gd name="T12" fmla="*/ 0 w 101"/>
                  <a:gd name="T13" fmla="*/ 0 h 2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265">
                    <a:moveTo>
                      <a:pt x="0" y="0"/>
                    </a:moveTo>
                    <a:cubicBezTo>
                      <a:pt x="32" y="13"/>
                      <a:pt x="95" y="42"/>
                      <a:pt x="98" y="122"/>
                    </a:cubicBezTo>
                    <a:cubicBezTo>
                      <a:pt x="101" y="203"/>
                      <a:pt x="69" y="227"/>
                      <a:pt x="56" y="240"/>
                    </a:cubicBezTo>
                    <a:cubicBezTo>
                      <a:pt x="43" y="253"/>
                      <a:pt x="16" y="265"/>
                      <a:pt x="6" y="262"/>
                    </a:cubicBezTo>
                    <a:cubicBezTo>
                      <a:pt x="23" y="254"/>
                      <a:pt x="45" y="232"/>
                      <a:pt x="55" y="206"/>
                    </a:cubicBezTo>
                    <a:cubicBezTo>
                      <a:pt x="67" y="176"/>
                      <a:pt x="76" y="146"/>
                      <a:pt x="65" y="92"/>
                    </a:cubicBezTo>
                    <a:cubicBezTo>
                      <a:pt x="54" y="44"/>
                      <a:pt x="39" y="22"/>
                      <a:pt x="0" y="0"/>
                    </a:cubicBezTo>
                    <a:close/>
                  </a:path>
                </a:pathLst>
              </a:custGeom>
              <a:solidFill>
                <a:srgbClr val="701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06" name="Freeform 1332">
                <a:extLst>
                  <a:ext uri="{FF2B5EF4-FFF2-40B4-BE49-F238E27FC236}">
                    <a16:creationId xmlns:a16="http://schemas.microsoft.com/office/drawing/2014/main" id="{27BC274C-BA6D-486D-B4F0-582BC73EE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911"/>
                <a:ext cx="262" cy="405"/>
              </a:xfrm>
              <a:custGeom>
                <a:avLst/>
                <a:gdLst>
                  <a:gd name="T0" fmla="*/ 832 w 147"/>
                  <a:gd name="T1" fmla="*/ 0 h 227"/>
                  <a:gd name="T2" fmla="*/ 479 w 147"/>
                  <a:gd name="T3" fmla="*/ 435 h 227"/>
                  <a:gd name="T4" fmla="*/ 328 w 147"/>
                  <a:gd name="T5" fmla="*/ 856 h 227"/>
                  <a:gd name="T6" fmla="*/ 0 w 147"/>
                  <a:gd name="T7" fmla="*/ 1290 h 227"/>
                  <a:gd name="T8" fmla="*/ 146 w 147"/>
                  <a:gd name="T9" fmla="*/ 726 h 227"/>
                  <a:gd name="T10" fmla="*/ 442 w 147"/>
                  <a:gd name="T11" fmla="*/ 284 h 2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7" h="227">
                    <a:moveTo>
                      <a:pt x="147" y="0"/>
                    </a:moveTo>
                    <a:cubicBezTo>
                      <a:pt x="125" y="13"/>
                      <a:pt x="92" y="52"/>
                      <a:pt x="85" y="77"/>
                    </a:cubicBezTo>
                    <a:cubicBezTo>
                      <a:pt x="78" y="106"/>
                      <a:pt x="83" y="128"/>
                      <a:pt x="58" y="151"/>
                    </a:cubicBezTo>
                    <a:cubicBezTo>
                      <a:pt x="39" y="169"/>
                      <a:pt x="11" y="201"/>
                      <a:pt x="0" y="227"/>
                    </a:cubicBezTo>
                    <a:cubicBezTo>
                      <a:pt x="11" y="200"/>
                      <a:pt x="12" y="154"/>
                      <a:pt x="26" y="128"/>
                    </a:cubicBezTo>
                    <a:cubicBezTo>
                      <a:pt x="41" y="101"/>
                      <a:pt x="58" y="73"/>
                      <a:pt x="78" y="50"/>
                    </a:cubicBezTo>
                  </a:path>
                </a:pathLst>
              </a:custGeom>
              <a:solidFill>
                <a:srgbClr val="A45B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07" name="Freeform 1333">
                <a:extLst>
                  <a:ext uri="{FF2B5EF4-FFF2-40B4-BE49-F238E27FC236}">
                    <a16:creationId xmlns:a16="http://schemas.microsoft.com/office/drawing/2014/main" id="{474CE3DC-D8FA-4D7E-A4E6-D0D938AA4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305"/>
                <a:ext cx="184" cy="667"/>
              </a:xfrm>
              <a:custGeom>
                <a:avLst/>
                <a:gdLst>
                  <a:gd name="T0" fmla="*/ 125 w 103"/>
                  <a:gd name="T1" fmla="*/ 57 h 374"/>
                  <a:gd name="T2" fmla="*/ 565 w 103"/>
                  <a:gd name="T3" fmla="*/ 1165 h 374"/>
                  <a:gd name="T4" fmla="*/ 572 w 103"/>
                  <a:gd name="T5" fmla="*/ 2122 h 374"/>
                  <a:gd name="T6" fmla="*/ 441 w 103"/>
                  <a:gd name="T7" fmla="*/ 726 h 374"/>
                  <a:gd name="T8" fmla="*/ 73 w 103"/>
                  <a:gd name="T9" fmla="*/ 182 h 374"/>
                  <a:gd name="T10" fmla="*/ 125 w 103"/>
                  <a:gd name="T11" fmla="*/ 57 h 3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374">
                    <a:moveTo>
                      <a:pt x="22" y="10"/>
                    </a:moveTo>
                    <a:cubicBezTo>
                      <a:pt x="46" y="27"/>
                      <a:pt x="91" y="57"/>
                      <a:pt x="99" y="205"/>
                    </a:cubicBezTo>
                    <a:cubicBezTo>
                      <a:pt x="101" y="262"/>
                      <a:pt x="100" y="374"/>
                      <a:pt x="100" y="374"/>
                    </a:cubicBezTo>
                    <a:cubicBezTo>
                      <a:pt x="103" y="310"/>
                      <a:pt x="92" y="175"/>
                      <a:pt x="77" y="128"/>
                    </a:cubicBezTo>
                    <a:cubicBezTo>
                      <a:pt x="61" y="80"/>
                      <a:pt x="26" y="42"/>
                      <a:pt x="13" y="32"/>
                    </a:cubicBezTo>
                    <a:cubicBezTo>
                      <a:pt x="0" y="22"/>
                      <a:pt x="7" y="0"/>
                      <a:pt x="22" y="10"/>
                    </a:cubicBezTo>
                    <a:close/>
                  </a:path>
                </a:pathLst>
              </a:custGeom>
              <a:solidFill>
                <a:srgbClr val="FED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08" name="Freeform 1334">
                <a:extLst>
                  <a:ext uri="{FF2B5EF4-FFF2-40B4-BE49-F238E27FC236}">
                    <a16:creationId xmlns:a16="http://schemas.microsoft.com/office/drawing/2014/main" id="{EDF4F513-B6FC-4BAA-9B09-CC0F715E8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425"/>
                <a:ext cx="149" cy="373"/>
              </a:xfrm>
              <a:custGeom>
                <a:avLst/>
                <a:gdLst>
                  <a:gd name="T0" fmla="*/ 16 w 83"/>
                  <a:gd name="T1" fmla="*/ 12 h 209"/>
                  <a:gd name="T2" fmla="*/ 101 w 83"/>
                  <a:gd name="T3" fmla="*/ 353 h 209"/>
                  <a:gd name="T4" fmla="*/ 183 w 83"/>
                  <a:gd name="T5" fmla="*/ 593 h 209"/>
                  <a:gd name="T6" fmla="*/ 357 w 83"/>
                  <a:gd name="T7" fmla="*/ 762 h 209"/>
                  <a:gd name="T8" fmla="*/ 474 w 83"/>
                  <a:gd name="T9" fmla="*/ 1189 h 209"/>
                  <a:gd name="T10" fmla="*/ 451 w 83"/>
                  <a:gd name="T11" fmla="*/ 898 h 209"/>
                  <a:gd name="T12" fmla="*/ 416 w 83"/>
                  <a:gd name="T13" fmla="*/ 746 h 209"/>
                  <a:gd name="T14" fmla="*/ 239 w 83"/>
                  <a:gd name="T15" fmla="*/ 478 h 209"/>
                  <a:gd name="T16" fmla="*/ 110 w 83"/>
                  <a:gd name="T17" fmla="*/ 203 h 209"/>
                  <a:gd name="T18" fmla="*/ 29 w 83"/>
                  <a:gd name="T19" fmla="*/ 0 h 2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209">
                    <a:moveTo>
                      <a:pt x="3" y="2"/>
                    </a:moveTo>
                    <a:cubicBezTo>
                      <a:pt x="0" y="23"/>
                      <a:pt x="10" y="43"/>
                      <a:pt x="17" y="62"/>
                    </a:cubicBezTo>
                    <a:cubicBezTo>
                      <a:pt x="23" y="76"/>
                      <a:pt x="25" y="91"/>
                      <a:pt x="32" y="104"/>
                    </a:cubicBezTo>
                    <a:cubicBezTo>
                      <a:pt x="40" y="118"/>
                      <a:pt x="53" y="120"/>
                      <a:pt x="62" y="134"/>
                    </a:cubicBezTo>
                    <a:cubicBezTo>
                      <a:pt x="73" y="151"/>
                      <a:pt x="77" y="182"/>
                      <a:pt x="82" y="209"/>
                    </a:cubicBezTo>
                    <a:cubicBezTo>
                      <a:pt x="83" y="197"/>
                      <a:pt x="80" y="169"/>
                      <a:pt x="78" y="158"/>
                    </a:cubicBezTo>
                    <a:cubicBezTo>
                      <a:pt x="75" y="147"/>
                      <a:pt x="76" y="141"/>
                      <a:pt x="72" y="131"/>
                    </a:cubicBezTo>
                    <a:cubicBezTo>
                      <a:pt x="67" y="114"/>
                      <a:pt x="49" y="99"/>
                      <a:pt x="41" y="84"/>
                    </a:cubicBezTo>
                    <a:cubicBezTo>
                      <a:pt x="31" y="65"/>
                      <a:pt x="32" y="55"/>
                      <a:pt x="19" y="36"/>
                    </a:cubicBezTo>
                    <a:cubicBezTo>
                      <a:pt x="12" y="25"/>
                      <a:pt x="4" y="13"/>
                      <a:pt x="5" y="0"/>
                    </a:cubicBezTo>
                  </a:path>
                </a:pathLst>
              </a:custGeom>
              <a:solidFill>
                <a:srgbClr val="FEAF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09" name="Freeform 1335">
                <a:extLst>
                  <a:ext uri="{FF2B5EF4-FFF2-40B4-BE49-F238E27FC236}">
                    <a16:creationId xmlns:a16="http://schemas.microsoft.com/office/drawing/2014/main" id="{E4CBB1A0-8987-4A42-9BDF-28A791202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302"/>
                <a:ext cx="55" cy="103"/>
              </a:xfrm>
              <a:custGeom>
                <a:avLst/>
                <a:gdLst>
                  <a:gd name="T0" fmla="*/ 122 w 31"/>
                  <a:gd name="T1" fmla="*/ 64 h 58"/>
                  <a:gd name="T2" fmla="*/ 16 w 31"/>
                  <a:gd name="T3" fmla="*/ 325 h 58"/>
                  <a:gd name="T4" fmla="*/ 66 w 31"/>
                  <a:gd name="T5" fmla="*/ 202 h 58"/>
                  <a:gd name="T6" fmla="*/ 160 w 31"/>
                  <a:gd name="T7" fmla="*/ 259 h 58"/>
                  <a:gd name="T8" fmla="*/ 151 w 31"/>
                  <a:gd name="T9" fmla="*/ 114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8">
                    <a:moveTo>
                      <a:pt x="22" y="11"/>
                    </a:moveTo>
                    <a:cubicBezTo>
                      <a:pt x="0" y="0"/>
                      <a:pt x="1" y="49"/>
                      <a:pt x="3" y="58"/>
                    </a:cubicBezTo>
                    <a:cubicBezTo>
                      <a:pt x="5" y="52"/>
                      <a:pt x="4" y="39"/>
                      <a:pt x="12" y="36"/>
                    </a:cubicBezTo>
                    <a:cubicBezTo>
                      <a:pt x="18" y="35"/>
                      <a:pt x="26" y="42"/>
                      <a:pt x="29" y="46"/>
                    </a:cubicBezTo>
                    <a:cubicBezTo>
                      <a:pt x="31" y="37"/>
                      <a:pt x="31" y="29"/>
                      <a:pt x="27" y="20"/>
                    </a:cubicBezTo>
                  </a:path>
                </a:pathLst>
              </a:custGeom>
              <a:solidFill>
                <a:srgbClr val="FED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10" name="Freeform 1336">
                <a:extLst>
                  <a:ext uri="{FF2B5EF4-FFF2-40B4-BE49-F238E27FC236}">
                    <a16:creationId xmlns:a16="http://schemas.microsoft.com/office/drawing/2014/main" id="{3975D489-F676-4286-9710-41C5A3303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448"/>
                <a:ext cx="79" cy="87"/>
              </a:xfrm>
              <a:custGeom>
                <a:avLst/>
                <a:gdLst>
                  <a:gd name="T0" fmla="*/ 0 w 44"/>
                  <a:gd name="T1" fmla="*/ 107 h 49"/>
                  <a:gd name="T2" fmla="*/ 41 w 44"/>
                  <a:gd name="T3" fmla="*/ 162 h 49"/>
                  <a:gd name="T4" fmla="*/ 102 w 44"/>
                  <a:gd name="T5" fmla="*/ 190 h 49"/>
                  <a:gd name="T6" fmla="*/ 255 w 44"/>
                  <a:gd name="T7" fmla="*/ 273 h 49"/>
                  <a:gd name="T8" fmla="*/ 174 w 44"/>
                  <a:gd name="T9" fmla="*/ 0 h 49"/>
                  <a:gd name="T10" fmla="*/ 45 w 44"/>
                  <a:gd name="T11" fmla="*/ 13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9">
                    <a:moveTo>
                      <a:pt x="0" y="19"/>
                    </a:moveTo>
                    <a:cubicBezTo>
                      <a:pt x="2" y="22"/>
                      <a:pt x="4" y="27"/>
                      <a:pt x="7" y="29"/>
                    </a:cubicBezTo>
                    <a:cubicBezTo>
                      <a:pt x="10" y="32"/>
                      <a:pt x="15" y="32"/>
                      <a:pt x="18" y="34"/>
                    </a:cubicBezTo>
                    <a:cubicBezTo>
                      <a:pt x="27" y="38"/>
                      <a:pt x="35" y="43"/>
                      <a:pt x="44" y="49"/>
                    </a:cubicBezTo>
                    <a:cubicBezTo>
                      <a:pt x="29" y="36"/>
                      <a:pt x="30" y="18"/>
                      <a:pt x="30" y="0"/>
                    </a:cubicBezTo>
                    <a:cubicBezTo>
                      <a:pt x="29" y="11"/>
                      <a:pt x="23" y="31"/>
                      <a:pt x="8" y="23"/>
                    </a:cubicBezTo>
                  </a:path>
                </a:pathLst>
              </a:custGeom>
              <a:solidFill>
                <a:srgbClr val="701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11" name="Freeform 1337">
                <a:extLst>
                  <a:ext uri="{FF2B5EF4-FFF2-40B4-BE49-F238E27FC236}">
                    <a16:creationId xmlns:a16="http://schemas.microsoft.com/office/drawing/2014/main" id="{5B761F77-827F-4379-B2BB-94F6E12D4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376"/>
                <a:ext cx="150" cy="188"/>
              </a:xfrm>
              <a:custGeom>
                <a:avLst/>
                <a:gdLst>
                  <a:gd name="T0" fmla="*/ 232 w 84"/>
                  <a:gd name="T1" fmla="*/ 0 h 105"/>
                  <a:gd name="T2" fmla="*/ 182 w 84"/>
                  <a:gd name="T3" fmla="*/ 430 h 105"/>
                  <a:gd name="T4" fmla="*/ 479 w 84"/>
                  <a:gd name="T5" fmla="*/ 523 h 105"/>
                  <a:gd name="T6" fmla="*/ 159 w 84"/>
                  <a:gd name="T7" fmla="*/ 528 h 105"/>
                  <a:gd name="T8" fmla="*/ 232 w 84"/>
                  <a:gd name="T9" fmla="*/ 0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05">
                    <a:moveTo>
                      <a:pt x="41" y="0"/>
                    </a:moveTo>
                    <a:cubicBezTo>
                      <a:pt x="24" y="29"/>
                      <a:pt x="22" y="61"/>
                      <a:pt x="32" y="75"/>
                    </a:cubicBezTo>
                    <a:cubicBezTo>
                      <a:pt x="44" y="90"/>
                      <a:pt x="69" y="74"/>
                      <a:pt x="84" y="91"/>
                    </a:cubicBezTo>
                    <a:cubicBezTo>
                      <a:pt x="74" y="86"/>
                      <a:pt x="55" y="105"/>
                      <a:pt x="28" y="92"/>
                    </a:cubicBezTo>
                    <a:cubicBezTo>
                      <a:pt x="0" y="79"/>
                      <a:pt x="0" y="32"/>
                      <a:pt x="41" y="0"/>
                    </a:cubicBezTo>
                    <a:close/>
                  </a:path>
                </a:pathLst>
              </a:custGeom>
              <a:solidFill>
                <a:srgbClr val="984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12" name="Freeform 1338">
                <a:extLst>
                  <a:ext uri="{FF2B5EF4-FFF2-40B4-BE49-F238E27FC236}">
                    <a16:creationId xmlns:a16="http://schemas.microsoft.com/office/drawing/2014/main" id="{F16AC621-45B3-4EB5-89CB-D804CA323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335"/>
                <a:ext cx="123" cy="148"/>
              </a:xfrm>
              <a:custGeom>
                <a:avLst/>
                <a:gdLst>
                  <a:gd name="T0" fmla="*/ 94 w 69"/>
                  <a:gd name="T1" fmla="*/ 471 h 83"/>
                  <a:gd name="T2" fmla="*/ 153 w 69"/>
                  <a:gd name="T3" fmla="*/ 378 h 83"/>
                  <a:gd name="T4" fmla="*/ 353 w 69"/>
                  <a:gd name="T5" fmla="*/ 398 h 83"/>
                  <a:gd name="T6" fmla="*/ 374 w 69"/>
                  <a:gd name="T7" fmla="*/ 248 h 83"/>
                  <a:gd name="T8" fmla="*/ 346 w 69"/>
                  <a:gd name="T9" fmla="*/ 66 h 83"/>
                  <a:gd name="T10" fmla="*/ 102 w 69"/>
                  <a:gd name="T11" fmla="*/ 153 h 83"/>
                  <a:gd name="T12" fmla="*/ 0 w 69"/>
                  <a:gd name="T13" fmla="*/ 455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83">
                    <a:moveTo>
                      <a:pt x="17" y="83"/>
                    </a:moveTo>
                    <a:cubicBezTo>
                      <a:pt x="15" y="76"/>
                      <a:pt x="21" y="72"/>
                      <a:pt x="27" y="67"/>
                    </a:cubicBezTo>
                    <a:cubicBezTo>
                      <a:pt x="39" y="57"/>
                      <a:pt x="56" y="73"/>
                      <a:pt x="62" y="70"/>
                    </a:cubicBezTo>
                    <a:cubicBezTo>
                      <a:pt x="69" y="67"/>
                      <a:pt x="67" y="56"/>
                      <a:pt x="66" y="44"/>
                    </a:cubicBezTo>
                    <a:cubicBezTo>
                      <a:pt x="66" y="32"/>
                      <a:pt x="68" y="19"/>
                      <a:pt x="61" y="12"/>
                    </a:cubicBezTo>
                    <a:cubicBezTo>
                      <a:pt x="49" y="0"/>
                      <a:pt x="26" y="17"/>
                      <a:pt x="18" y="27"/>
                    </a:cubicBezTo>
                    <a:cubicBezTo>
                      <a:pt x="4" y="44"/>
                      <a:pt x="0" y="59"/>
                      <a:pt x="0" y="80"/>
                    </a:cubicBezTo>
                  </a:path>
                </a:pathLst>
              </a:custGeom>
              <a:solidFill>
                <a:srgbClr val="984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13" name="Freeform 1339">
                <a:extLst>
                  <a:ext uri="{FF2B5EF4-FFF2-40B4-BE49-F238E27FC236}">
                    <a16:creationId xmlns:a16="http://schemas.microsoft.com/office/drawing/2014/main" id="{2316D860-304C-49E6-901A-2A354C2B8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823"/>
                <a:ext cx="798" cy="1205"/>
              </a:xfrm>
              <a:custGeom>
                <a:avLst/>
                <a:gdLst>
                  <a:gd name="T0" fmla="*/ 146 w 447"/>
                  <a:gd name="T1" fmla="*/ 2549 h 675"/>
                  <a:gd name="T2" fmla="*/ 289 w 447"/>
                  <a:gd name="T3" fmla="*/ 2926 h 675"/>
                  <a:gd name="T4" fmla="*/ 1457 w 447"/>
                  <a:gd name="T5" fmla="*/ 3754 h 675"/>
                  <a:gd name="T6" fmla="*/ 1450 w 447"/>
                  <a:gd name="T7" fmla="*/ 3754 h 675"/>
                  <a:gd name="T8" fmla="*/ 1587 w 447"/>
                  <a:gd name="T9" fmla="*/ 3745 h 675"/>
                  <a:gd name="T10" fmla="*/ 2289 w 447"/>
                  <a:gd name="T11" fmla="*/ 3153 h 675"/>
                  <a:gd name="T12" fmla="*/ 2292 w 447"/>
                  <a:gd name="T13" fmla="*/ 2406 h 675"/>
                  <a:gd name="T14" fmla="*/ 2160 w 447"/>
                  <a:gd name="T15" fmla="*/ 1969 h 675"/>
                  <a:gd name="T16" fmla="*/ 2310 w 447"/>
                  <a:gd name="T17" fmla="*/ 1478 h 675"/>
                  <a:gd name="T18" fmla="*/ 2528 w 447"/>
                  <a:gd name="T19" fmla="*/ 812 h 675"/>
                  <a:gd name="T20" fmla="*/ 1600 w 447"/>
                  <a:gd name="T21" fmla="*/ 7 h 675"/>
                  <a:gd name="T22" fmla="*/ 602 w 447"/>
                  <a:gd name="T23" fmla="*/ 443 h 675"/>
                  <a:gd name="T24" fmla="*/ 478 w 447"/>
                  <a:gd name="T25" fmla="*/ 661 h 675"/>
                  <a:gd name="T26" fmla="*/ 255 w 447"/>
                  <a:gd name="T27" fmla="*/ 1116 h 675"/>
                  <a:gd name="T28" fmla="*/ 102 w 447"/>
                  <a:gd name="T29" fmla="*/ 1610 h 675"/>
                  <a:gd name="T30" fmla="*/ 146 w 447"/>
                  <a:gd name="T31" fmla="*/ 2549 h 6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7" h="675">
                    <a:moveTo>
                      <a:pt x="26" y="448"/>
                    </a:moveTo>
                    <a:cubicBezTo>
                      <a:pt x="35" y="471"/>
                      <a:pt x="48" y="503"/>
                      <a:pt x="51" y="514"/>
                    </a:cubicBezTo>
                    <a:cubicBezTo>
                      <a:pt x="67" y="562"/>
                      <a:pt x="135" y="675"/>
                      <a:pt x="256" y="660"/>
                    </a:cubicBezTo>
                    <a:cubicBezTo>
                      <a:pt x="256" y="660"/>
                      <a:pt x="255" y="660"/>
                      <a:pt x="255" y="660"/>
                    </a:cubicBezTo>
                    <a:cubicBezTo>
                      <a:pt x="263" y="660"/>
                      <a:pt x="271" y="659"/>
                      <a:pt x="279" y="658"/>
                    </a:cubicBezTo>
                    <a:cubicBezTo>
                      <a:pt x="356" y="646"/>
                      <a:pt x="391" y="599"/>
                      <a:pt x="402" y="554"/>
                    </a:cubicBezTo>
                    <a:cubicBezTo>
                      <a:pt x="410" y="520"/>
                      <a:pt x="414" y="456"/>
                      <a:pt x="403" y="423"/>
                    </a:cubicBezTo>
                    <a:cubicBezTo>
                      <a:pt x="391" y="390"/>
                      <a:pt x="381" y="378"/>
                      <a:pt x="380" y="346"/>
                    </a:cubicBezTo>
                    <a:cubicBezTo>
                      <a:pt x="378" y="314"/>
                      <a:pt x="391" y="280"/>
                      <a:pt x="406" y="260"/>
                    </a:cubicBezTo>
                    <a:cubicBezTo>
                      <a:pt x="420" y="240"/>
                      <a:pt x="447" y="205"/>
                      <a:pt x="444" y="143"/>
                    </a:cubicBezTo>
                    <a:cubicBezTo>
                      <a:pt x="438" y="77"/>
                      <a:pt x="398" y="5"/>
                      <a:pt x="281" y="1"/>
                    </a:cubicBezTo>
                    <a:cubicBezTo>
                      <a:pt x="211" y="0"/>
                      <a:pt x="147" y="21"/>
                      <a:pt x="106" y="78"/>
                    </a:cubicBezTo>
                    <a:cubicBezTo>
                      <a:pt x="94" y="94"/>
                      <a:pt x="88" y="106"/>
                      <a:pt x="84" y="116"/>
                    </a:cubicBezTo>
                    <a:cubicBezTo>
                      <a:pt x="73" y="140"/>
                      <a:pt x="56" y="176"/>
                      <a:pt x="45" y="196"/>
                    </a:cubicBezTo>
                    <a:cubicBezTo>
                      <a:pt x="36" y="214"/>
                      <a:pt x="26" y="242"/>
                      <a:pt x="18" y="283"/>
                    </a:cubicBezTo>
                    <a:cubicBezTo>
                      <a:pt x="0" y="369"/>
                      <a:pt x="18" y="425"/>
                      <a:pt x="26" y="44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14" name="Freeform 1340">
                <a:extLst>
                  <a:ext uri="{FF2B5EF4-FFF2-40B4-BE49-F238E27FC236}">
                    <a16:creationId xmlns:a16="http://schemas.microsoft.com/office/drawing/2014/main" id="{B992D8ED-9718-4A55-BFD7-D5D57483B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287"/>
                <a:ext cx="222" cy="696"/>
              </a:xfrm>
              <a:custGeom>
                <a:avLst/>
                <a:gdLst>
                  <a:gd name="T0" fmla="*/ 487 w 124"/>
                  <a:gd name="T1" fmla="*/ 2216 h 390"/>
                  <a:gd name="T2" fmla="*/ 430 w 124"/>
                  <a:gd name="T3" fmla="*/ 1397 h 390"/>
                  <a:gd name="T4" fmla="*/ 174 w 124"/>
                  <a:gd name="T5" fmla="*/ 1101 h 390"/>
                  <a:gd name="T6" fmla="*/ 138 w 124"/>
                  <a:gd name="T7" fmla="*/ 926 h 390"/>
                  <a:gd name="T8" fmla="*/ 7 w 124"/>
                  <a:gd name="T9" fmla="*/ 487 h 390"/>
                  <a:gd name="T10" fmla="*/ 150 w 124"/>
                  <a:gd name="T11" fmla="*/ 0 h 390"/>
                  <a:gd name="T12" fmla="*/ 154 w 124"/>
                  <a:gd name="T13" fmla="*/ 7 h 390"/>
                  <a:gd name="T14" fmla="*/ 689 w 124"/>
                  <a:gd name="T15" fmla="*/ 1092 h 390"/>
                  <a:gd name="T16" fmla="*/ 689 w 124"/>
                  <a:gd name="T17" fmla="*/ 2216 h 3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4" h="390">
                    <a:moveTo>
                      <a:pt x="85" y="390"/>
                    </a:moveTo>
                    <a:cubicBezTo>
                      <a:pt x="85" y="341"/>
                      <a:pt x="85" y="300"/>
                      <a:pt x="75" y="246"/>
                    </a:cubicBezTo>
                    <a:cubicBezTo>
                      <a:pt x="70" y="222"/>
                      <a:pt x="55" y="196"/>
                      <a:pt x="30" y="194"/>
                    </a:cubicBezTo>
                    <a:cubicBezTo>
                      <a:pt x="29" y="182"/>
                      <a:pt x="27" y="171"/>
                      <a:pt x="24" y="163"/>
                    </a:cubicBezTo>
                    <a:cubicBezTo>
                      <a:pt x="12" y="130"/>
                      <a:pt x="2" y="118"/>
                      <a:pt x="1" y="86"/>
                    </a:cubicBezTo>
                    <a:cubicBezTo>
                      <a:pt x="0" y="54"/>
                      <a:pt x="12" y="21"/>
                      <a:pt x="26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73" y="36"/>
                      <a:pt x="116" y="68"/>
                      <a:pt x="120" y="192"/>
                    </a:cubicBezTo>
                    <a:cubicBezTo>
                      <a:pt x="124" y="326"/>
                      <a:pt x="120" y="390"/>
                      <a:pt x="120" y="39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15" name="Freeform 1341">
                <a:extLst>
                  <a:ext uri="{FF2B5EF4-FFF2-40B4-BE49-F238E27FC236}">
                    <a16:creationId xmlns:a16="http://schemas.microsoft.com/office/drawing/2014/main" id="{6FD53E5D-5E64-4044-ACF5-9944C8F0E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287"/>
                <a:ext cx="89" cy="56"/>
              </a:xfrm>
              <a:custGeom>
                <a:avLst/>
                <a:gdLst>
                  <a:gd name="T0" fmla="*/ 281 w 50"/>
                  <a:gd name="T1" fmla="*/ 0 h 31"/>
                  <a:gd name="T2" fmla="*/ 0 w 50"/>
                  <a:gd name="T3" fmla="*/ 18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1">
                    <a:moveTo>
                      <a:pt x="50" y="0"/>
                    </a:moveTo>
                    <a:cubicBezTo>
                      <a:pt x="43" y="9"/>
                      <a:pt x="26" y="31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16" name="Freeform 1342">
                <a:extLst>
                  <a:ext uri="{FF2B5EF4-FFF2-40B4-BE49-F238E27FC236}">
                    <a16:creationId xmlns:a16="http://schemas.microsoft.com/office/drawing/2014/main" id="{454E9F48-2FE7-4AAF-B7E0-CF471FD15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501"/>
                <a:ext cx="130" cy="88"/>
              </a:xfrm>
              <a:custGeom>
                <a:avLst/>
                <a:gdLst>
                  <a:gd name="T0" fmla="*/ 413 w 73"/>
                  <a:gd name="T1" fmla="*/ 284 h 49"/>
                  <a:gd name="T2" fmla="*/ 0 w 73"/>
                  <a:gd name="T3" fmla="*/ 29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49">
                    <a:moveTo>
                      <a:pt x="73" y="49"/>
                    </a:moveTo>
                    <a:cubicBezTo>
                      <a:pt x="66" y="24"/>
                      <a:pt x="30" y="0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17" name="Freeform 1343">
                <a:extLst>
                  <a:ext uri="{FF2B5EF4-FFF2-40B4-BE49-F238E27FC236}">
                    <a16:creationId xmlns:a16="http://schemas.microsoft.com/office/drawing/2014/main" id="{C28F4ED4-368A-4FCA-867F-A49938A94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483"/>
                <a:ext cx="31" cy="29"/>
              </a:xfrm>
              <a:custGeom>
                <a:avLst/>
                <a:gdLst>
                  <a:gd name="T0" fmla="*/ 104 w 17"/>
                  <a:gd name="T1" fmla="*/ 96 h 16"/>
                  <a:gd name="T2" fmla="*/ 0 w 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17" y="16"/>
                    </a:moveTo>
                    <a:cubicBezTo>
                      <a:pt x="8" y="12"/>
                      <a:pt x="7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18" name="Freeform 1344">
                <a:extLst>
                  <a:ext uri="{FF2B5EF4-FFF2-40B4-BE49-F238E27FC236}">
                    <a16:creationId xmlns:a16="http://schemas.microsoft.com/office/drawing/2014/main" id="{8235FE6B-9791-4DB4-8433-6EB31CF0D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29"/>
                <a:ext cx="503" cy="628"/>
              </a:xfrm>
              <a:custGeom>
                <a:avLst/>
                <a:gdLst>
                  <a:gd name="T0" fmla="*/ 1181 w 282"/>
                  <a:gd name="T1" fmla="*/ 29 h 352"/>
                  <a:gd name="T2" fmla="*/ 710 w 282"/>
                  <a:gd name="T3" fmla="*/ 252 h 352"/>
                  <a:gd name="T4" fmla="*/ 353 w 282"/>
                  <a:gd name="T5" fmla="*/ 557 h 352"/>
                  <a:gd name="T6" fmla="*/ 102 w 282"/>
                  <a:gd name="T7" fmla="*/ 776 h 352"/>
                  <a:gd name="T8" fmla="*/ 7 w 282"/>
                  <a:gd name="T9" fmla="*/ 1022 h 352"/>
                  <a:gd name="T10" fmla="*/ 334 w 282"/>
                  <a:gd name="T11" fmla="*/ 1044 h 352"/>
                  <a:gd name="T12" fmla="*/ 783 w 282"/>
                  <a:gd name="T13" fmla="*/ 1290 h 352"/>
                  <a:gd name="T14" fmla="*/ 1129 w 282"/>
                  <a:gd name="T15" fmla="*/ 1636 h 352"/>
                  <a:gd name="T16" fmla="*/ 1332 w 282"/>
                  <a:gd name="T17" fmla="*/ 1834 h 352"/>
                  <a:gd name="T18" fmla="*/ 1429 w 282"/>
                  <a:gd name="T19" fmla="*/ 1998 h 352"/>
                  <a:gd name="T20" fmla="*/ 1527 w 282"/>
                  <a:gd name="T21" fmla="*/ 1486 h 352"/>
                  <a:gd name="T22" fmla="*/ 1454 w 282"/>
                  <a:gd name="T23" fmla="*/ 1038 h 352"/>
                  <a:gd name="T24" fmla="*/ 1377 w 282"/>
                  <a:gd name="T25" fmla="*/ 334 h 352"/>
                  <a:gd name="T26" fmla="*/ 1181 w 282"/>
                  <a:gd name="T27" fmla="*/ 29 h 3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2" h="352">
                    <a:moveTo>
                      <a:pt x="208" y="5"/>
                    </a:moveTo>
                    <a:cubicBezTo>
                      <a:pt x="184" y="0"/>
                      <a:pt x="135" y="25"/>
                      <a:pt x="125" y="44"/>
                    </a:cubicBezTo>
                    <a:cubicBezTo>
                      <a:pt x="116" y="64"/>
                      <a:pt x="77" y="74"/>
                      <a:pt x="62" y="98"/>
                    </a:cubicBezTo>
                    <a:cubicBezTo>
                      <a:pt x="47" y="123"/>
                      <a:pt x="33" y="123"/>
                      <a:pt x="18" y="137"/>
                    </a:cubicBezTo>
                    <a:cubicBezTo>
                      <a:pt x="3" y="152"/>
                      <a:pt x="1" y="180"/>
                      <a:pt x="1" y="180"/>
                    </a:cubicBezTo>
                    <a:cubicBezTo>
                      <a:pt x="0" y="188"/>
                      <a:pt x="25" y="173"/>
                      <a:pt x="59" y="184"/>
                    </a:cubicBezTo>
                    <a:cubicBezTo>
                      <a:pt x="66" y="198"/>
                      <a:pt x="108" y="227"/>
                      <a:pt x="138" y="227"/>
                    </a:cubicBezTo>
                    <a:cubicBezTo>
                      <a:pt x="167" y="227"/>
                      <a:pt x="179" y="254"/>
                      <a:pt x="199" y="288"/>
                    </a:cubicBezTo>
                    <a:cubicBezTo>
                      <a:pt x="208" y="306"/>
                      <a:pt x="227" y="311"/>
                      <a:pt x="235" y="323"/>
                    </a:cubicBezTo>
                    <a:cubicBezTo>
                      <a:pt x="244" y="334"/>
                      <a:pt x="243" y="352"/>
                      <a:pt x="252" y="352"/>
                    </a:cubicBezTo>
                    <a:cubicBezTo>
                      <a:pt x="272" y="352"/>
                      <a:pt x="282" y="286"/>
                      <a:pt x="269" y="262"/>
                    </a:cubicBezTo>
                    <a:cubicBezTo>
                      <a:pt x="265" y="227"/>
                      <a:pt x="270" y="202"/>
                      <a:pt x="256" y="183"/>
                    </a:cubicBezTo>
                    <a:cubicBezTo>
                      <a:pt x="265" y="153"/>
                      <a:pt x="259" y="80"/>
                      <a:pt x="243" y="59"/>
                    </a:cubicBezTo>
                    <a:cubicBezTo>
                      <a:pt x="230" y="43"/>
                      <a:pt x="243" y="15"/>
                      <a:pt x="208" y="5"/>
                    </a:cubicBezTo>
                    <a:close/>
                  </a:path>
                </a:pathLst>
              </a:custGeom>
              <a:solidFill>
                <a:srgbClr val="FAB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19" name="Freeform 1345">
                <a:extLst>
                  <a:ext uri="{FF2B5EF4-FFF2-40B4-BE49-F238E27FC236}">
                    <a16:creationId xmlns:a16="http://schemas.microsoft.com/office/drawing/2014/main" id="{F24C1394-1CEF-423E-A021-A04A4F531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604"/>
                <a:ext cx="230" cy="214"/>
              </a:xfrm>
              <a:custGeom>
                <a:avLst/>
                <a:gdLst>
                  <a:gd name="T0" fmla="*/ 0 w 129"/>
                  <a:gd name="T1" fmla="*/ 681 h 120"/>
                  <a:gd name="T2" fmla="*/ 57 w 129"/>
                  <a:gd name="T3" fmla="*/ 564 h 120"/>
                  <a:gd name="T4" fmla="*/ 168 w 129"/>
                  <a:gd name="T5" fmla="*/ 483 h 120"/>
                  <a:gd name="T6" fmla="*/ 260 w 129"/>
                  <a:gd name="T7" fmla="*/ 433 h 120"/>
                  <a:gd name="T8" fmla="*/ 317 w 129"/>
                  <a:gd name="T9" fmla="*/ 333 h 120"/>
                  <a:gd name="T10" fmla="*/ 521 w 129"/>
                  <a:gd name="T11" fmla="*/ 187 h 120"/>
                  <a:gd name="T12" fmla="*/ 638 w 129"/>
                  <a:gd name="T13" fmla="*/ 109 h 120"/>
                  <a:gd name="T14" fmla="*/ 731 w 129"/>
                  <a:gd name="T15" fmla="*/ 0 h 120"/>
                  <a:gd name="T16" fmla="*/ 653 w 129"/>
                  <a:gd name="T17" fmla="*/ 143 h 120"/>
                  <a:gd name="T18" fmla="*/ 537 w 129"/>
                  <a:gd name="T19" fmla="*/ 232 h 120"/>
                  <a:gd name="T20" fmla="*/ 464 w 129"/>
                  <a:gd name="T21" fmla="*/ 353 h 120"/>
                  <a:gd name="T22" fmla="*/ 385 w 129"/>
                  <a:gd name="T23" fmla="*/ 385 h 120"/>
                  <a:gd name="T24" fmla="*/ 300 w 129"/>
                  <a:gd name="T25" fmla="*/ 426 h 120"/>
                  <a:gd name="T26" fmla="*/ 267 w 129"/>
                  <a:gd name="T27" fmla="*/ 512 h 120"/>
                  <a:gd name="T28" fmla="*/ 64 w 129"/>
                  <a:gd name="T29" fmla="*/ 630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9" h="120">
                    <a:moveTo>
                      <a:pt x="0" y="120"/>
                    </a:moveTo>
                    <a:cubicBezTo>
                      <a:pt x="3" y="112"/>
                      <a:pt x="3" y="106"/>
                      <a:pt x="10" y="99"/>
                    </a:cubicBezTo>
                    <a:cubicBezTo>
                      <a:pt x="16" y="93"/>
                      <a:pt x="23" y="89"/>
                      <a:pt x="30" y="85"/>
                    </a:cubicBezTo>
                    <a:cubicBezTo>
                      <a:pt x="36" y="83"/>
                      <a:pt x="41" y="81"/>
                      <a:pt x="46" y="76"/>
                    </a:cubicBezTo>
                    <a:cubicBezTo>
                      <a:pt x="50" y="71"/>
                      <a:pt x="52" y="64"/>
                      <a:pt x="56" y="59"/>
                    </a:cubicBezTo>
                    <a:cubicBezTo>
                      <a:pt x="66" y="46"/>
                      <a:pt x="78" y="39"/>
                      <a:pt x="92" y="33"/>
                    </a:cubicBezTo>
                    <a:cubicBezTo>
                      <a:pt x="100" y="30"/>
                      <a:pt x="107" y="25"/>
                      <a:pt x="113" y="19"/>
                    </a:cubicBezTo>
                    <a:cubicBezTo>
                      <a:pt x="119" y="14"/>
                      <a:pt x="123" y="5"/>
                      <a:pt x="129" y="0"/>
                    </a:cubicBezTo>
                    <a:cubicBezTo>
                      <a:pt x="127" y="9"/>
                      <a:pt x="120" y="18"/>
                      <a:pt x="115" y="25"/>
                    </a:cubicBezTo>
                    <a:cubicBezTo>
                      <a:pt x="109" y="33"/>
                      <a:pt x="101" y="35"/>
                      <a:pt x="95" y="41"/>
                    </a:cubicBezTo>
                    <a:cubicBezTo>
                      <a:pt x="88" y="46"/>
                      <a:pt x="87" y="55"/>
                      <a:pt x="82" y="62"/>
                    </a:cubicBezTo>
                    <a:cubicBezTo>
                      <a:pt x="77" y="68"/>
                      <a:pt x="74" y="67"/>
                      <a:pt x="68" y="68"/>
                    </a:cubicBezTo>
                    <a:cubicBezTo>
                      <a:pt x="64" y="69"/>
                      <a:pt x="56" y="72"/>
                      <a:pt x="53" y="75"/>
                    </a:cubicBezTo>
                    <a:cubicBezTo>
                      <a:pt x="49" y="79"/>
                      <a:pt x="50" y="86"/>
                      <a:pt x="47" y="90"/>
                    </a:cubicBezTo>
                    <a:cubicBezTo>
                      <a:pt x="39" y="104"/>
                      <a:pt x="18" y="95"/>
                      <a:pt x="11" y="111"/>
                    </a:cubicBezTo>
                  </a:path>
                </a:pathLst>
              </a:custGeom>
              <a:solidFill>
                <a:srgbClr val="FDE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20" name="Freeform 1346">
                <a:extLst>
                  <a:ext uri="{FF2B5EF4-FFF2-40B4-BE49-F238E27FC236}">
                    <a16:creationId xmlns:a16="http://schemas.microsoft.com/office/drawing/2014/main" id="{290CB8CB-F978-474A-B67D-8C4154CD7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579"/>
                <a:ext cx="48" cy="205"/>
              </a:xfrm>
              <a:custGeom>
                <a:avLst/>
                <a:gdLst>
                  <a:gd name="T0" fmla="*/ 130 w 27"/>
                  <a:gd name="T1" fmla="*/ 0 h 115"/>
                  <a:gd name="T2" fmla="*/ 101 w 27"/>
                  <a:gd name="T3" fmla="*/ 232 h 115"/>
                  <a:gd name="T4" fmla="*/ 135 w 27"/>
                  <a:gd name="T5" fmla="*/ 463 h 115"/>
                  <a:gd name="T6" fmla="*/ 139 w 27"/>
                  <a:gd name="T7" fmla="*/ 651 h 115"/>
                  <a:gd name="T8" fmla="*/ 89 w 27"/>
                  <a:gd name="T9" fmla="*/ 357 h 115"/>
                  <a:gd name="T10" fmla="*/ 130 w 27"/>
                  <a:gd name="T11" fmla="*/ 0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15">
                    <a:moveTo>
                      <a:pt x="23" y="0"/>
                    </a:moveTo>
                    <a:cubicBezTo>
                      <a:pt x="13" y="16"/>
                      <a:pt x="15" y="19"/>
                      <a:pt x="18" y="41"/>
                    </a:cubicBezTo>
                    <a:cubicBezTo>
                      <a:pt x="20" y="63"/>
                      <a:pt x="23" y="72"/>
                      <a:pt x="24" y="82"/>
                    </a:cubicBezTo>
                    <a:cubicBezTo>
                      <a:pt x="26" y="93"/>
                      <a:pt x="27" y="110"/>
                      <a:pt x="25" y="115"/>
                    </a:cubicBezTo>
                    <a:cubicBezTo>
                      <a:pt x="26" y="94"/>
                      <a:pt x="19" y="76"/>
                      <a:pt x="16" y="63"/>
                    </a:cubicBezTo>
                    <a:cubicBezTo>
                      <a:pt x="13" y="46"/>
                      <a:pt x="0" y="8"/>
                      <a:pt x="23" y="0"/>
                    </a:cubicBezTo>
                    <a:close/>
                  </a:path>
                </a:pathLst>
              </a:custGeom>
              <a:solidFill>
                <a:srgbClr val="FDE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21" name="Freeform 1347">
                <a:extLst>
                  <a:ext uri="{FF2B5EF4-FFF2-40B4-BE49-F238E27FC236}">
                    <a16:creationId xmlns:a16="http://schemas.microsoft.com/office/drawing/2014/main" id="{C70A8147-7DDF-4DAF-A40E-8338CD4F6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802"/>
                <a:ext cx="73" cy="193"/>
              </a:xfrm>
              <a:custGeom>
                <a:avLst/>
                <a:gdLst>
                  <a:gd name="T0" fmla="*/ 0 w 41"/>
                  <a:gd name="T1" fmla="*/ 0 h 108"/>
                  <a:gd name="T2" fmla="*/ 109 w 41"/>
                  <a:gd name="T3" fmla="*/ 114 h 108"/>
                  <a:gd name="T4" fmla="*/ 166 w 41"/>
                  <a:gd name="T5" fmla="*/ 336 h 108"/>
                  <a:gd name="T6" fmla="*/ 219 w 41"/>
                  <a:gd name="T7" fmla="*/ 617 h 108"/>
                  <a:gd name="T8" fmla="*/ 118 w 41"/>
                  <a:gd name="T9" fmla="*/ 320 h 108"/>
                  <a:gd name="T10" fmla="*/ 45 w 41"/>
                  <a:gd name="T11" fmla="*/ 29 h 108"/>
                  <a:gd name="T12" fmla="*/ 0 w 41"/>
                  <a:gd name="T13" fmla="*/ 0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108">
                    <a:moveTo>
                      <a:pt x="0" y="0"/>
                    </a:moveTo>
                    <a:cubicBezTo>
                      <a:pt x="12" y="0"/>
                      <a:pt x="17" y="3"/>
                      <a:pt x="19" y="20"/>
                    </a:cubicBezTo>
                    <a:cubicBezTo>
                      <a:pt x="21" y="37"/>
                      <a:pt x="24" y="44"/>
                      <a:pt x="29" y="59"/>
                    </a:cubicBezTo>
                    <a:cubicBezTo>
                      <a:pt x="34" y="74"/>
                      <a:pt x="41" y="100"/>
                      <a:pt x="39" y="108"/>
                    </a:cubicBezTo>
                    <a:cubicBezTo>
                      <a:pt x="38" y="92"/>
                      <a:pt x="25" y="66"/>
                      <a:pt x="21" y="56"/>
                    </a:cubicBezTo>
                    <a:cubicBezTo>
                      <a:pt x="18" y="45"/>
                      <a:pt x="13" y="11"/>
                      <a:pt x="8" y="5"/>
                    </a:cubicBezTo>
                    <a:cubicBezTo>
                      <a:pt x="5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E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22" name="Freeform 1348">
                <a:extLst>
                  <a:ext uri="{FF2B5EF4-FFF2-40B4-BE49-F238E27FC236}">
                    <a16:creationId xmlns:a16="http://schemas.microsoft.com/office/drawing/2014/main" id="{F04CB2D4-9AD7-4548-ADD9-DCD2E83DB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579"/>
                <a:ext cx="94" cy="457"/>
              </a:xfrm>
              <a:custGeom>
                <a:avLst/>
                <a:gdLst>
                  <a:gd name="T0" fmla="*/ 94 w 53"/>
                  <a:gd name="T1" fmla="*/ 16 h 256"/>
                  <a:gd name="T2" fmla="*/ 12 w 53"/>
                  <a:gd name="T3" fmla="*/ 175 h 256"/>
                  <a:gd name="T4" fmla="*/ 66 w 53"/>
                  <a:gd name="T5" fmla="*/ 621 h 256"/>
                  <a:gd name="T6" fmla="*/ 50 w 53"/>
                  <a:gd name="T7" fmla="*/ 702 h 256"/>
                  <a:gd name="T8" fmla="*/ 117 w 53"/>
                  <a:gd name="T9" fmla="*/ 860 h 256"/>
                  <a:gd name="T10" fmla="*/ 186 w 53"/>
                  <a:gd name="T11" fmla="*/ 1109 h 256"/>
                  <a:gd name="T12" fmla="*/ 216 w 53"/>
                  <a:gd name="T13" fmla="*/ 1412 h 256"/>
                  <a:gd name="T14" fmla="*/ 273 w 53"/>
                  <a:gd name="T15" fmla="*/ 1282 h 256"/>
                  <a:gd name="T16" fmla="*/ 268 w 53"/>
                  <a:gd name="T17" fmla="*/ 1030 h 256"/>
                  <a:gd name="T18" fmla="*/ 229 w 53"/>
                  <a:gd name="T19" fmla="*/ 882 h 256"/>
                  <a:gd name="T20" fmla="*/ 229 w 53"/>
                  <a:gd name="T21" fmla="*/ 348 h 256"/>
                  <a:gd name="T22" fmla="*/ 129 w 53"/>
                  <a:gd name="T23" fmla="*/ 118 h 256"/>
                  <a:gd name="T24" fmla="*/ 94 w 53"/>
                  <a:gd name="T25" fmla="*/ 16 h 2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256">
                    <a:moveTo>
                      <a:pt x="17" y="3"/>
                    </a:moveTo>
                    <a:cubicBezTo>
                      <a:pt x="4" y="0"/>
                      <a:pt x="0" y="13"/>
                      <a:pt x="2" y="31"/>
                    </a:cubicBezTo>
                    <a:cubicBezTo>
                      <a:pt x="4" y="49"/>
                      <a:pt x="13" y="99"/>
                      <a:pt x="12" y="109"/>
                    </a:cubicBezTo>
                    <a:cubicBezTo>
                      <a:pt x="10" y="120"/>
                      <a:pt x="9" y="123"/>
                      <a:pt x="9" y="123"/>
                    </a:cubicBezTo>
                    <a:cubicBezTo>
                      <a:pt x="16" y="130"/>
                      <a:pt x="20" y="140"/>
                      <a:pt x="21" y="151"/>
                    </a:cubicBezTo>
                    <a:cubicBezTo>
                      <a:pt x="21" y="161"/>
                      <a:pt x="28" y="182"/>
                      <a:pt x="33" y="195"/>
                    </a:cubicBezTo>
                    <a:cubicBezTo>
                      <a:pt x="38" y="207"/>
                      <a:pt x="43" y="240"/>
                      <a:pt x="39" y="248"/>
                    </a:cubicBezTo>
                    <a:cubicBezTo>
                      <a:pt x="36" y="256"/>
                      <a:pt x="50" y="239"/>
                      <a:pt x="49" y="225"/>
                    </a:cubicBezTo>
                    <a:cubicBezTo>
                      <a:pt x="48" y="210"/>
                      <a:pt x="53" y="195"/>
                      <a:pt x="48" y="181"/>
                    </a:cubicBezTo>
                    <a:cubicBezTo>
                      <a:pt x="43" y="167"/>
                      <a:pt x="43" y="159"/>
                      <a:pt x="41" y="155"/>
                    </a:cubicBezTo>
                    <a:cubicBezTo>
                      <a:pt x="47" y="134"/>
                      <a:pt x="47" y="88"/>
                      <a:pt x="41" y="61"/>
                    </a:cubicBezTo>
                    <a:cubicBezTo>
                      <a:pt x="35" y="34"/>
                      <a:pt x="25" y="30"/>
                      <a:pt x="23" y="21"/>
                    </a:cubicBezTo>
                    <a:cubicBezTo>
                      <a:pt x="21" y="12"/>
                      <a:pt x="21" y="4"/>
                      <a:pt x="17" y="3"/>
                    </a:cubicBezTo>
                    <a:close/>
                  </a:path>
                </a:pathLst>
              </a:custGeom>
              <a:solidFill>
                <a:srgbClr val="F98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23" name="Freeform 1349">
                <a:extLst>
                  <a:ext uri="{FF2B5EF4-FFF2-40B4-BE49-F238E27FC236}">
                    <a16:creationId xmlns:a16="http://schemas.microsoft.com/office/drawing/2014/main" id="{330B3FFB-EA8B-4F3E-BA9A-69EB71544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1934"/>
                <a:ext cx="200" cy="223"/>
              </a:xfrm>
              <a:custGeom>
                <a:avLst/>
                <a:gdLst>
                  <a:gd name="T0" fmla="*/ 0 w 112"/>
                  <a:gd name="T1" fmla="*/ 16 h 125"/>
                  <a:gd name="T2" fmla="*/ 73 w 112"/>
                  <a:gd name="T3" fmla="*/ 0 h 125"/>
                  <a:gd name="T4" fmla="*/ 154 w 112"/>
                  <a:gd name="T5" fmla="*/ 64 h 125"/>
                  <a:gd name="T6" fmla="*/ 211 w 112"/>
                  <a:gd name="T7" fmla="*/ 171 h 125"/>
                  <a:gd name="T8" fmla="*/ 332 w 112"/>
                  <a:gd name="T9" fmla="*/ 376 h 125"/>
                  <a:gd name="T10" fmla="*/ 491 w 112"/>
                  <a:gd name="T11" fmla="*/ 494 h 125"/>
                  <a:gd name="T12" fmla="*/ 632 w 112"/>
                  <a:gd name="T13" fmla="*/ 362 h 125"/>
                  <a:gd name="T14" fmla="*/ 545 w 112"/>
                  <a:gd name="T15" fmla="*/ 681 h 125"/>
                  <a:gd name="T16" fmla="*/ 484 w 112"/>
                  <a:gd name="T17" fmla="*/ 573 h 125"/>
                  <a:gd name="T18" fmla="*/ 386 w 112"/>
                  <a:gd name="T19" fmla="*/ 471 h 125"/>
                  <a:gd name="T20" fmla="*/ 246 w 112"/>
                  <a:gd name="T21" fmla="*/ 328 h 125"/>
                  <a:gd name="T22" fmla="*/ 143 w 112"/>
                  <a:gd name="T23" fmla="*/ 159 h 125"/>
                  <a:gd name="T24" fmla="*/ 0 w 112"/>
                  <a:gd name="T25" fmla="*/ 16 h 1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125">
                    <a:moveTo>
                      <a:pt x="0" y="3"/>
                    </a:moveTo>
                    <a:cubicBezTo>
                      <a:pt x="9" y="3"/>
                      <a:pt x="13" y="0"/>
                      <a:pt x="13" y="0"/>
                    </a:cubicBezTo>
                    <a:cubicBezTo>
                      <a:pt x="13" y="0"/>
                      <a:pt x="21" y="12"/>
                      <a:pt x="27" y="11"/>
                    </a:cubicBezTo>
                    <a:cubicBezTo>
                      <a:pt x="32" y="10"/>
                      <a:pt x="32" y="17"/>
                      <a:pt x="37" y="30"/>
                    </a:cubicBezTo>
                    <a:cubicBezTo>
                      <a:pt x="42" y="43"/>
                      <a:pt x="44" y="55"/>
                      <a:pt x="58" y="66"/>
                    </a:cubicBezTo>
                    <a:cubicBezTo>
                      <a:pt x="71" y="77"/>
                      <a:pt x="82" y="80"/>
                      <a:pt x="86" y="87"/>
                    </a:cubicBezTo>
                    <a:cubicBezTo>
                      <a:pt x="97" y="104"/>
                      <a:pt x="109" y="79"/>
                      <a:pt x="111" y="64"/>
                    </a:cubicBezTo>
                    <a:cubicBezTo>
                      <a:pt x="112" y="78"/>
                      <a:pt x="104" y="114"/>
                      <a:pt x="96" y="120"/>
                    </a:cubicBezTo>
                    <a:cubicBezTo>
                      <a:pt x="87" y="125"/>
                      <a:pt x="88" y="110"/>
                      <a:pt x="85" y="101"/>
                    </a:cubicBezTo>
                    <a:cubicBezTo>
                      <a:pt x="83" y="92"/>
                      <a:pt x="76" y="89"/>
                      <a:pt x="68" y="83"/>
                    </a:cubicBezTo>
                    <a:cubicBezTo>
                      <a:pt x="59" y="78"/>
                      <a:pt x="48" y="69"/>
                      <a:pt x="43" y="58"/>
                    </a:cubicBezTo>
                    <a:cubicBezTo>
                      <a:pt x="37" y="48"/>
                      <a:pt x="30" y="34"/>
                      <a:pt x="25" y="28"/>
                    </a:cubicBezTo>
                    <a:cubicBezTo>
                      <a:pt x="20" y="23"/>
                      <a:pt x="13" y="9"/>
                      <a:pt x="0" y="3"/>
                    </a:cubicBezTo>
                    <a:close/>
                  </a:path>
                </a:pathLst>
              </a:custGeom>
              <a:solidFill>
                <a:srgbClr val="F98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24" name="Freeform 1350">
                <a:extLst>
                  <a:ext uri="{FF2B5EF4-FFF2-40B4-BE49-F238E27FC236}">
                    <a16:creationId xmlns:a16="http://schemas.microsoft.com/office/drawing/2014/main" id="{AA45B272-1C48-48DC-B887-C899FAD13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1827"/>
                <a:ext cx="68" cy="20"/>
              </a:xfrm>
              <a:custGeom>
                <a:avLst/>
                <a:gdLst>
                  <a:gd name="T0" fmla="*/ 0 w 38"/>
                  <a:gd name="T1" fmla="*/ 53 h 11"/>
                  <a:gd name="T2" fmla="*/ 211 w 38"/>
                  <a:gd name="T3" fmla="*/ 65 h 11"/>
                  <a:gd name="T4" fmla="*/ 202 w 38"/>
                  <a:gd name="T5" fmla="*/ 0 h 11"/>
                  <a:gd name="T6" fmla="*/ 41 w 38"/>
                  <a:gd name="T7" fmla="*/ 3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1">
                    <a:moveTo>
                      <a:pt x="0" y="9"/>
                    </a:moveTo>
                    <a:cubicBezTo>
                      <a:pt x="12" y="6"/>
                      <a:pt x="25" y="9"/>
                      <a:pt x="37" y="11"/>
                    </a:cubicBezTo>
                    <a:cubicBezTo>
                      <a:pt x="38" y="7"/>
                      <a:pt x="37" y="3"/>
                      <a:pt x="35" y="0"/>
                    </a:cubicBezTo>
                    <a:cubicBezTo>
                      <a:pt x="29" y="6"/>
                      <a:pt x="15" y="3"/>
                      <a:pt x="7" y="6"/>
                    </a:cubicBezTo>
                  </a:path>
                </a:pathLst>
              </a:custGeom>
              <a:solidFill>
                <a:srgbClr val="F98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25" name="Freeform 1351">
                <a:extLst>
                  <a:ext uri="{FF2B5EF4-FFF2-40B4-BE49-F238E27FC236}">
                    <a16:creationId xmlns:a16="http://schemas.microsoft.com/office/drawing/2014/main" id="{3BA930C7-B6EF-42B0-93B2-AA3FCE4D8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845"/>
                <a:ext cx="194" cy="85"/>
              </a:xfrm>
              <a:custGeom>
                <a:avLst/>
                <a:gdLst>
                  <a:gd name="T0" fmla="*/ 0 w 109"/>
                  <a:gd name="T1" fmla="*/ 0 h 48"/>
                  <a:gd name="T2" fmla="*/ 215 w 109"/>
                  <a:gd name="T3" fmla="*/ 188 h 48"/>
                  <a:gd name="T4" fmla="*/ 614 w 109"/>
                  <a:gd name="T5" fmla="*/ 239 h 48"/>
                  <a:gd name="T6" fmla="*/ 215 w 109"/>
                  <a:gd name="T7" fmla="*/ 151 h 48"/>
                  <a:gd name="T8" fmla="*/ 0 w 109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48">
                    <a:moveTo>
                      <a:pt x="0" y="0"/>
                    </a:moveTo>
                    <a:cubicBezTo>
                      <a:pt x="6" y="16"/>
                      <a:pt x="17" y="23"/>
                      <a:pt x="38" y="34"/>
                    </a:cubicBezTo>
                    <a:cubicBezTo>
                      <a:pt x="60" y="45"/>
                      <a:pt x="78" y="48"/>
                      <a:pt x="109" y="43"/>
                    </a:cubicBezTo>
                    <a:cubicBezTo>
                      <a:pt x="96" y="44"/>
                      <a:pt x="60" y="37"/>
                      <a:pt x="38" y="27"/>
                    </a:cubicBezTo>
                    <a:cubicBezTo>
                      <a:pt x="4" y="1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8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26" name="Freeform 1352">
                <a:extLst>
                  <a:ext uri="{FF2B5EF4-FFF2-40B4-BE49-F238E27FC236}">
                    <a16:creationId xmlns:a16="http://schemas.microsoft.com/office/drawing/2014/main" id="{1A716C10-DCF4-4935-A814-9FC912DC4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1829"/>
                <a:ext cx="12" cy="14"/>
              </a:xfrm>
              <a:custGeom>
                <a:avLst/>
                <a:gdLst>
                  <a:gd name="T0" fmla="*/ 15 w 7"/>
                  <a:gd name="T1" fmla="*/ 0 h 8"/>
                  <a:gd name="T2" fmla="*/ 5 w 7"/>
                  <a:gd name="T3" fmla="*/ 44 h 8"/>
                  <a:gd name="T4" fmla="*/ 36 w 7"/>
                  <a:gd name="T5" fmla="*/ 3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2" y="3"/>
                      <a:pt x="0" y="5"/>
                      <a:pt x="1" y="8"/>
                    </a:cubicBezTo>
                    <a:cubicBezTo>
                      <a:pt x="3" y="7"/>
                      <a:pt x="5" y="7"/>
                      <a:pt x="7" y="7"/>
                    </a:cubicBezTo>
                  </a:path>
                </a:pathLst>
              </a:custGeom>
              <a:solidFill>
                <a:srgbClr val="F98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27" name="Freeform 1353">
                <a:extLst>
                  <a:ext uri="{FF2B5EF4-FFF2-40B4-BE49-F238E27FC236}">
                    <a16:creationId xmlns:a16="http://schemas.microsoft.com/office/drawing/2014/main" id="{670B9447-46D1-4D90-882A-B3246709F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690"/>
                <a:ext cx="13" cy="8"/>
              </a:xfrm>
              <a:custGeom>
                <a:avLst/>
                <a:gdLst>
                  <a:gd name="T0" fmla="*/ 13 w 7"/>
                  <a:gd name="T1" fmla="*/ 0 h 5"/>
                  <a:gd name="T2" fmla="*/ 0 w 7"/>
                  <a:gd name="T3" fmla="*/ 21 h 5"/>
                  <a:gd name="T4" fmla="*/ 45 w 7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2" y="0"/>
                      <a:pt x="1" y="3"/>
                      <a:pt x="0" y="5"/>
                    </a:cubicBezTo>
                    <a:cubicBezTo>
                      <a:pt x="2" y="5"/>
                      <a:pt x="4" y="5"/>
                      <a:pt x="7" y="4"/>
                    </a:cubicBezTo>
                  </a:path>
                </a:pathLst>
              </a:custGeom>
              <a:solidFill>
                <a:srgbClr val="F98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28" name="Freeform 1354">
                <a:extLst>
                  <a:ext uri="{FF2B5EF4-FFF2-40B4-BE49-F238E27FC236}">
                    <a16:creationId xmlns:a16="http://schemas.microsoft.com/office/drawing/2014/main" id="{1E100B27-139B-405E-92C4-A7DCC7127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611"/>
                <a:ext cx="16" cy="13"/>
              </a:xfrm>
              <a:custGeom>
                <a:avLst/>
                <a:gdLst>
                  <a:gd name="T0" fmla="*/ 0 w 9"/>
                  <a:gd name="T1" fmla="*/ 37 h 7"/>
                  <a:gd name="T2" fmla="*/ 50 w 9"/>
                  <a:gd name="T3" fmla="*/ 45 h 7"/>
                  <a:gd name="T4" fmla="*/ 37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6"/>
                    </a:moveTo>
                    <a:cubicBezTo>
                      <a:pt x="3" y="4"/>
                      <a:pt x="5" y="5"/>
                      <a:pt x="9" y="7"/>
                    </a:cubicBezTo>
                    <a:cubicBezTo>
                      <a:pt x="7" y="5"/>
                      <a:pt x="7" y="3"/>
                      <a:pt x="7" y="0"/>
                    </a:cubicBezTo>
                  </a:path>
                </a:pathLst>
              </a:custGeom>
              <a:solidFill>
                <a:srgbClr val="F98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29" name="Freeform 1355">
                <a:extLst>
                  <a:ext uri="{FF2B5EF4-FFF2-40B4-BE49-F238E27FC236}">
                    <a16:creationId xmlns:a16="http://schemas.microsoft.com/office/drawing/2014/main" id="{BFEC3E4B-A46E-414E-8937-776F36B1C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1756"/>
                <a:ext cx="11" cy="14"/>
              </a:xfrm>
              <a:custGeom>
                <a:avLst/>
                <a:gdLst>
                  <a:gd name="T0" fmla="*/ 0 w 6"/>
                  <a:gd name="T1" fmla="*/ 0 h 8"/>
                  <a:gd name="T2" fmla="*/ 37 w 6"/>
                  <a:gd name="T3" fmla="*/ 33 h 8"/>
                  <a:gd name="T4" fmla="*/ 0 w 6"/>
                  <a:gd name="T5" fmla="*/ 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4" y="0"/>
                      <a:pt x="5" y="3"/>
                      <a:pt x="6" y="6"/>
                    </a:cubicBezTo>
                    <a:cubicBezTo>
                      <a:pt x="4" y="5"/>
                      <a:pt x="1" y="6"/>
                      <a:pt x="0" y="8"/>
                    </a:cubicBezTo>
                  </a:path>
                </a:pathLst>
              </a:custGeom>
              <a:solidFill>
                <a:srgbClr val="F98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30" name="Freeform 1356">
                <a:extLst>
                  <a:ext uri="{FF2B5EF4-FFF2-40B4-BE49-F238E27FC236}">
                    <a16:creationId xmlns:a16="http://schemas.microsoft.com/office/drawing/2014/main" id="{07B5E706-BCF4-4152-BF2E-D41496950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818"/>
                <a:ext cx="14" cy="27"/>
              </a:xfrm>
              <a:custGeom>
                <a:avLst/>
                <a:gdLst>
                  <a:gd name="T0" fmla="*/ 0 w 8"/>
                  <a:gd name="T1" fmla="*/ 0 h 15"/>
                  <a:gd name="T2" fmla="*/ 44 w 8"/>
                  <a:gd name="T3" fmla="*/ 8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0" y="6"/>
                      <a:pt x="4" y="11"/>
                      <a:pt x="8" y="15"/>
                    </a:cubicBezTo>
                  </a:path>
                </a:pathLst>
              </a:custGeom>
              <a:solidFill>
                <a:srgbClr val="FDE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31" name="Freeform 1357">
                <a:extLst>
                  <a:ext uri="{FF2B5EF4-FFF2-40B4-BE49-F238E27FC236}">
                    <a16:creationId xmlns:a16="http://schemas.microsoft.com/office/drawing/2014/main" id="{F0C96FFB-826C-4364-9737-2D1DAB1A0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690"/>
                <a:ext cx="25" cy="21"/>
              </a:xfrm>
              <a:custGeom>
                <a:avLst/>
                <a:gdLst>
                  <a:gd name="T0" fmla="*/ 0 w 14"/>
                  <a:gd name="T1" fmla="*/ 0 h 12"/>
                  <a:gd name="T2" fmla="*/ 80 w 14"/>
                  <a:gd name="T3" fmla="*/ 6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2" y="6"/>
                      <a:pt x="9" y="9"/>
                      <a:pt x="14" y="12"/>
                    </a:cubicBezTo>
                  </a:path>
                </a:pathLst>
              </a:custGeom>
              <a:solidFill>
                <a:srgbClr val="FDE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32" name="Freeform 1358">
                <a:extLst>
                  <a:ext uri="{FF2B5EF4-FFF2-40B4-BE49-F238E27FC236}">
                    <a16:creationId xmlns:a16="http://schemas.microsoft.com/office/drawing/2014/main" id="{11431743-8022-4BEB-A346-7C135B8CE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29"/>
                <a:ext cx="503" cy="628"/>
              </a:xfrm>
              <a:custGeom>
                <a:avLst/>
                <a:gdLst>
                  <a:gd name="T0" fmla="*/ 1181 w 282"/>
                  <a:gd name="T1" fmla="*/ 29 h 352"/>
                  <a:gd name="T2" fmla="*/ 710 w 282"/>
                  <a:gd name="T3" fmla="*/ 252 h 352"/>
                  <a:gd name="T4" fmla="*/ 353 w 282"/>
                  <a:gd name="T5" fmla="*/ 557 h 352"/>
                  <a:gd name="T6" fmla="*/ 102 w 282"/>
                  <a:gd name="T7" fmla="*/ 776 h 352"/>
                  <a:gd name="T8" fmla="*/ 7 w 282"/>
                  <a:gd name="T9" fmla="*/ 1022 h 352"/>
                  <a:gd name="T10" fmla="*/ 334 w 282"/>
                  <a:gd name="T11" fmla="*/ 1044 h 352"/>
                  <a:gd name="T12" fmla="*/ 783 w 282"/>
                  <a:gd name="T13" fmla="*/ 1290 h 352"/>
                  <a:gd name="T14" fmla="*/ 1129 w 282"/>
                  <a:gd name="T15" fmla="*/ 1636 h 352"/>
                  <a:gd name="T16" fmla="*/ 1332 w 282"/>
                  <a:gd name="T17" fmla="*/ 1834 h 352"/>
                  <a:gd name="T18" fmla="*/ 1429 w 282"/>
                  <a:gd name="T19" fmla="*/ 1998 h 352"/>
                  <a:gd name="T20" fmla="*/ 1527 w 282"/>
                  <a:gd name="T21" fmla="*/ 1486 h 352"/>
                  <a:gd name="T22" fmla="*/ 1454 w 282"/>
                  <a:gd name="T23" fmla="*/ 1038 h 352"/>
                  <a:gd name="T24" fmla="*/ 1377 w 282"/>
                  <a:gd name="T25" fmla="*/ 334 h 352"/>
                  <a:gd name="T26" fmla="*/ 1181 w 282"/>
                  <a:gd name="T27" fmla="*/ 29 h 3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2" h="352">
                    <a:moveTo>
                      <a:pt x="208" y="5"/>
                    </a:moveTo>
                    <a:cubicBezTo>
                      <a:pt x="184" y="0"/>
                      <a:pt x="135" y="25"/>
                      <a:pt x="125" y="44"/>
                    </a:cubicBezTo>
                    <a:cubicBezTo>
                      <a:pt x="116" y="64"/>
                      <a:pt x="77" y="74"/>
                      <a:pt x="62" y="98"/>
                    </a:cubicBezTo>
                    <a:cubicBezTo>
                      <a:pt x="47" y="123"/>
                      <a:pt x="33" y="123"/>
                      <a:pt x="18" y="137"/>
                    </a:cubicBezTo>
                    <a:cubicBezTo>
                      <a:pt x="3" y="152"/>
                      <a:pt x="1" y="180"/>
                      <a:pt x="1" y="180"/>
                    </a:cubicBezTo>
                    <a:cubicBezTo>
                      <a:pt x="0" y="188"/>
                      <a:pt x="25" y="173"/>
                      <a:pt x="59" y="184"/>
                    </a:cubicBezTo>
                    <a:cubicBezTo>
                      <a:pt x="66" y="198"/>
                      <a:pt x="108" y="227"/>
                      <a:pt x="138" y="227"/>
                    </a:cubicBezTo>
                    <a:cubicBezTo>
                      <a:pt x="167" y="227"/>
                      <a:pt x="179" y="254"/>
                      <a:pt x="199" y="288"/>
                    </a:cubicBezTo>
                    <a:cubicBezTo>
                      <a:pt x="208" y="306"/>
                      <a:pt x="227" y="311"/>
                      <a:pt x="235" y="323"/>
                    </a:cubicBezTo>
                    <a:cubicBezTo>
                      <a:pt x="244" y="334"/>
                      <a:pt x="243" y="352"/>
                      <a:pt x="252" y="352"/>
                    </a:cubicBezTo>
                    <a:cubicBezTo>
                      <a:pt x="272" y="352"/>
                      <a:pt x="282" y="286"/>
                      <a:pt x="269" y="262"/>
                    </a:cubicBezTo>
                    <a:cubicBezTo>
                      <a:pt x="265" y="227"/>
                      <a:pt x="270" y="202"/>
                      <a:pt x="256" y="183"/>
                    </a:cubicBezTo>
                    <a:cubicBezTo>
                      <a:pt x="265" y="153"/>
                      <a:pt x="259" y="80"/>
                      <a:pt x="243" y="59"/>
                    </a:cubicBezTo>
                    <a:cubicBezTo>
                      <a:pt x="230" y="43"/>
                      <a:pt x="243" y="15"/>
                      <a:pt x="208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33" name="Freeform 1359">
                <a:extLst>
                  <a:ext uri="{FF2B5EF4-FFF2-40B4-BE49-F238E27FC236}">
                    <a16:creationId xmlns:a16="http://schemas.microsoft.com/office/drawing/2014/main" id="{FB020FDE-FF9C-45FC-846F-7A796BACA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1582"/>
                <a:ext cx="91" cy="436"/>
              </a:xfrm>
              <a:custGeom>
                <a:avLst/>
                <a:gdLst>
                  <a:gd name="T0" fmla="*/ 114 w 51"/>
                  <a:gd name="T1" fmla="*/ 0 h 244"/>
                  <a:gd name="T2" fmla="*/ 96 w 51"/>
                  <a:gd name="T3" fmla="*/ 443 h 244"/>
                  <a:gd name="T4" fmla="*/ 96 w 51"/>
                  <a:gd name="T5" fmla="*/ 697 h 244"/>
                  <a:gd name="T6" fmla="*/ 182 w 51"/>
                  <a:gd name="T7" fmla="*/ 949 h 244"/>
                  <a:gd name="T8" fmla="*/ 268 w 51"/>
                  <a:gd name="T9" fmla="*/ 1392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44">
                    <a:moveTo>
                      <a:pt x="20" y="0"/>
                    </a:moveTo>
                    <a:cubicBezTo>
                      <a:pt x="0" y="2"/>
                      <a:pt x="12" y="53"/>
                      <a:pt x="17" y="78"/>
                    </a:cubicBezTo>
                    <a:cubicBezTo>
                      <a:pt x="22" y="102"/>
                      <a:pt x="17" y="122"/>
                      <a:pt x="17" y="122"/>
                    </a:cubicBezTo>
                    <a:cubicBezTo>
                      <a:pt x="29" y="132"/>
                      <a:pt x="27" y="149"/>
                      <a:pt x="32" y="166"/>
                    </a:cubicBezTo>
                    <a:cubicBezTo>
                      <a:pt x="37" y="183"/>
                      <a:pt x="51" y="224"/>
                      <a:pt x="47" y="24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34" name="Freeform 1360">
                <a:extLst>
                  <a:ext uri="{FF2B5EF4-FFF2-40B4-BE49-F238E27FC236}">
                    <a16:creationId xmlns:a16="http://schemas.microsoft.com/office/drawing/2014/main" id="{29E8F880-0A50-4801-8EFC-09B3BB583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823"/>
                <a:ext cx="7" cy="34"/>
              </a:xfrm>
              <a:custGeom>
                <a:avLst/>
                <a:gdLst>
                  <a:gd name="T0" fmla="*/ 0 w 4"/>
                  <a:gd name="T1" fmla="*/ 0 h 19"/>
                  <a:gd name="T2" fmla="*/ 21 w 4"/>
                  <a:gd name="T3" fmla="*/ 10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cubicBezTo>
                      <a:pt x="0" y="6"/>
                      <a:pt x="2" y="15"/>
                      <a:pt x="4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35" name="Freeform 1361">
                <a:extLst>
                  <a:ext uri="{FF2B5EF4-FFF2-40B4-BE49-F238E27FC236}">
                    <a16:creationId xmlns:a16="http://schemas.microsoft.com/office/drawing/2014/main" id="{4C7D8F8A-260F-4903-B7FD-49016558F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745"/>
                <a:ext cx="16" cy="46"/>
              </a:xfrm>
              <a:custGeom>
                <a:avLst/>
                <a:gdLst>
                  <a:gd name="T0" fmla="*/ 0 w 9"/>
                  <a:gd name="T1" fmla="*/ 0 h 26"/>
                  <a:gd name="T2" fmla="*/ 37 w 9"/>
                  <a:gd name="T3" fmla="*/ 14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0" y="0"/>
                    </a:moveTo>
                    <a:cubicBezTo>
                      <a:pt x="9" y="7"/>
                      <a:pt x="8" y="15"/>
                      <a:pt x="7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36" name="Freeform 1362">
                <a:extLst>
                  <a:ext uri="{FF2B5EF4-FFF2-40B4-BE49-F238E27FC236}">
                    <a16:creationId xmlns:a16="http://schemas.microsoft.com/office/drawing/2014/main" id="{5397EF3C-2A18-4B82-BE70-42D673507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764"/>
                <a:ext cx="25" cy="6"/>
              </a:xfrm>
              <a:custGeom>
                <a:avLst/>
                <a:gdLst>
                  <a:gd name="T0" fmla="*/ 0 w 14"/>
                  <a:gd name="T1" fmla="*/ 16 h 3"/>
                  <a:gd name="T2" fmla="*/ 80 w 1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2"/>
                    </a:moveTo>
                    <a:cubicBezTo>
                      <a:pt x="5" y="0"/>
                      <a:pt x="10" y="1"/>
                      <a:pt x="14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37" name="Freeform 1363">
                <a:extLst>
                  <a:ext uri="{FF2B5EF4-FFF2-40B4-BE49-F238E27FC236}">
                    <a16:creationId xmlns:a16="http://schemas.microsoft.com/office/drawing/2014/main" id="{9C800BC7-541A-4AE3-9A90-96614297D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672"/>
                <a:ext cx="25" cy="39"/>
              </a:xfrm>
              <a:custGeom>
                <a:avLst/>
                <a:gdLst>
                  <a:gd name="T0" fmla="*/ 7 w 14"/>
                  <a:gd name="T1" fmla="*/ 0 h 22"/>
                  <a:gd name="T2" fmla="*/ 80 w 14"/>
                  <a:gd name="T3" fmla="*/ 122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">
                    <a:moveTo>
                      <a:pt x="1" y="0"/>
                    </a:moveTo>
                    <a:cubicBezTo>
                      <a:pt x="0" y="8"/>
                      <a:pt x="6" y="18"/>
                      <a:pt x="14" y="2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38" name="Freeform 1364">
                <a:extLst>
                  <a:ext uri="{FF2B5EF4-FFF2-40B4-BE49-F238E27FC236}">
                    <a16:creationId xmlns:a16="http://schemas.microsoft.com/office/drawing/2014/main" id="{30DD2898-31EA-4926-8409-EBA6AC1EE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698"/>
                <a:ext cx="16" cy="6"/>
              </a:xfrm>
              <a:custGeom>
                <a:avLst/>
                <a:gdLst>
                  <a:gd name="T0" fmla="*/ 50 w 9"/>
                  <a:gd name="T1" fmla="*/ 0 h 3"/>
                  <a:gd name="T2" fmla="*/ 0 w 9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0"/>
                    </a:moveTo>
                    <a:cubicBezTo>
                      <a:pt x="5" y="0"/>
                      <a:pt x="3" y="1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39" name="Freeform 1365">
                <a:extLst>
                  <a:ext uri="{FF2B5EF4-FFF2-40B4-BE49-F238E27FC236}">
                    <a16:creationId xmlns:a16="http://schemas.microsoft.com/office/drawing/2014/main" id="{6A1A3520-2D7A-4950-929B-0DF62AB5E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582"/>
                <a:ext cx="23" cy="42"/>
              </a:xfrm>
              <a:custGeom>
                <a:avLst/>
                <a:gdLst>
                  <a:gd name="T0" fmla="*/ 57 w 13"/>
                  <a:gd name="T1" fmla="*/ 0 h 23"/>
                  <a:gd name="T2" fmla="*/ 0 w 13"/>
                  <a:gd name="T3" fmla="*/ 14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10" y="0"/>
                    </a:moveTo>
                    <a:cubicBezTo>
                      <a:pt x="13" y="9"/>
                      <a:pt x="10" y="19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40" name="Freeform 1366">
                <a:extLst>
                  <a:ext uri="{FF2B5EF4-FFF2-40B4-BE49-F238E27FC236}">
                    <a16:creationId xmlns:a16="http://schemas.microsoft.com/office/drawing/2014/main" id="{1DE204FD-B170-489F-B9E4-F33A8CA67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609"/>
                <a:ext cx="7" cy="20"/>
              </a:xfrm>
              <a:custGeom>
                <a:avLst/>
                <a:gdLst>
                  <a:gd name="T0" fmla="*/ 0 w 4"/>
                  <a:gd name="T1" fmla="*/ 0 h 11"/>
                  <a:gd name="T2" fmla="*/ 21 w 4"/>
                  <a:gd name="T3" fmla="*/ 6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3" y="3"/>
                      <a:pt x="4" y="7"/>
                      <a:pt x="4" y="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41" name="Freeform 1367">
                <a:extLst>
                  <a:ext uri="{FF2B5EF4-FFF2-40B4-BE49-F238E27FC236}">
                    <a16:creationId xmlns:a16="http://schemas.microsoft.com/office/drawing/2014/main" id="{FC04503A-FD41-42B6-836D-D2265BBEB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791"/>
                <a:ext cx="36" cy="9"/>
              </a:xfrm>
              <a:custGeom>
                <a:avLst/>
                <a:gdLst>
                  <a:gd name="T0" fmla="*/ 0 w 20"/>
                  <a:gd name="T1" fmla="*/ 0 h 5"/>
                  <a:gd name="T2" fmla="*/ 117 w 20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">
                    <a:moveTo>
                      <a:pt x="0" y="0"/>
                    </a:moveTo>
                    <a:cubicBezTo>
                      <a:pt x="7" y="0"/>
                      <a:pt x="15" y="1"/>
                      <a:pt x="20" y="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42" name="Freeform 1368">
                <a:extLst>
                  <a:ext uri="{FF2B5EF4-FFF2-40B4-BE49-F238E27FC236}">
                    <a16:creationId xmlns:a16="http://schemas.microsoft.com/office/drawing/2014/main" id="{65F31F5D-3E71-421F-8DF1-C92006BFF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929"/>
                <a:ext cx="61" cy="7"/>
              </a:xfrm>
              <a:custGeom>
                <a:avLst/>
                <a:gdLst>
                  <a:gd name="T0" fmla="*/ 0 w 34"/>
                  <a:gd name="T1" fmla="*/ 16 h 4"/>
                  <a:gd name="T2" fmla="*/ 196 w 3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">
                    <a:moveTo>
                      <a:pt x="0" y="3"/>
                    </a:moveTo>
                    <a:cubicBezTo>
                      <a:pt x="11" y="4"/>
                      <a:pt x="23" y="2"/>
                      <a:pt x="3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43" name="Freeform 1369">
                <a:extLst>
                  <a:ext uri="{FF2B5EF4-FFF2-40B4-BE49-F238E27FC236}">
                    <a16:creationId xmlns:a16="http://schemas.microsoft.com/office/drawing/2014/main" id="{719AC31D-4471-43B2-99EE-0B524ED18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811"/>
                <a:ext cx="23" cy="44"/>
              </a:xfrm>
              <a:custGeom>
                <a:avLst/>
                <a:gdLst>
                  <a:gd name="T0" fmla="*/ 12 w 13"/>
                  <a:gd name="T1" fmla="*/ 0 h 25"/>
                  <a:gd name="T2" fmla="*/ 73 w 13"/>
                  <a:gd name="T3" fmla="*/ 13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5">
                    <a:moveTo>
                      <a:pt x="2" y="0"/>
                    </a:moveTo>
                    <a:cubicBezTo>
                      <a:pt x="0" y="8"/>
                      <a:pt x="7" y="20"/>
                      <a:pt x="13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44" name="Freeform 1370">
                <a:extLst>
                  <a:ext uri="{FF2B5EF4-FFF2-40B4-BE49-F238E27FC236}">
                    <a16:creationId xmlns:a16="http://schemas.microsoft.com/office/drawing/2014/main" id="{6DDE7167-5EB9-4C97-B280-F6B39DBEF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1839"/>
                <a:ext cx="25" cy="18"/>
              </a:xfrm>
              <a:custGeom>
                <a:avLst/>
                <a:gdLst>
                  <a:gd name="T0" fmla="*/ 80 w 14"/>
                  <a:gd name="T1" fmla="*/ 0 h 10"/>
                  <a:gd name="T2" fmla="*/ 0 w 14"/>
                  <a:gd name="T3" fmla="*/ 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cubicBezTo>
                      <a:pt x="8" y="0"/>
                      <a:pt x="3" y="6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45" name="Freeform 1371">
                <a:extLst>
                  <a:ext uri="{FF2B5EF4-FFF2-40B4-BE49-F238E27FC236}">
                    <a16:creationId xmlns:a16="http://schemas.microsoft.com/office/drawing/2014/main" id="{BFD3701C-AA91-491F-A266-8756F2E9E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748"/>
                <a:ext cx="22" cy="11"/>
              </a:xfrm>
              <a:custGeom>
                <a:avLst/>
                <a:gdLst>
                  <a:gd name="T0" fmla="*/ 0 w 12"/>
                  <a:gd name="T1" fmla="*/ 31 h 6"/>
                  <a:gd name="T2" fmla="*/ 73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5"/>
                    </a:moveTo>
                    <a:cubicBezTo>
                      <a:pt x="3" y="6"/>
                      <a:pt x="9" y="2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46" name="Freeform 1372">
                <a:extLst>
                  <a:ext uri="{FF2B5EF4-FFF2-40B4-BE49-F238E27FC236}">
                    <a16:creationId xmlns:a16="http://schemas.microsoft.com/office/drawing/2014/main" id="{BDD30AAB-1509-4617-AE72-36B92E757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1756"/>
                <a:ext cx="5" cy="12"/>
              </a:xfrm>
              <a:custGeom>
                <a:avLst/>
                <a:gdLst>
                  <a:gd name="T0" fmla="*/ 0 w 3"/>
                  <a:gd name="T1" fmla="*/ 0 h 7"/>
                  <a:gd name="T2" fmla="*/ 13 w 3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2" y="1"/>
                      <a:pt x="3" y="4"/>
                      <a:pt x="3" y="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47" name="Freeform 1373">
                <a:extLst>
                  <a:ext uri="{FF2B5EF4-FFF2-40B4-BE49-F238E27FC236}">
                    <a16:creationId xmlns:a16="http://schemas.microsoft.com/office/drawing/2014/main" id="{2E47056B-E98C-49B4-8A64-2372ADD9D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1909"/>
                <a:ext cx="22" cy="34"/>
              </a:xfrm>
              <a:custGeom>
                <a:avLst/>
                <a:gdLst>
                  <a:gd name="T0" fmla="*/ 0 w 12"/>
                  <a:gd name="T1" fmla="*/ 0 h 19"/>
                  <a:gd name="T2" fmla="*/ 73 w 12"/>
                  <a:gd name="T3" fmla="*/ 10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0" y="0"/>
                    </a:moveTo>
                    <a:cubicBezTo>
                      <a:pt x="0" y="8"/>
                      <a:pt x="2" y="19"/>
                      <a:pt x="12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48" name="Freeform 1374">
                <a:extLst>
                  <a:ext uri="{FF2B5EF4-FFF2-40B4-BE49-F238E27FC236}">
                    <a16:creationId xmlns:a16="http://schemas.microsoft.com/office/drawing/2014/main" id="{52E26C4C-6211-4173-B77C-7AD5F1F55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1814"/>
                <a:ext cx="19" cy="8"/>
              </a:xfrm>
              <a:custGeom>
                <a:avLst/>
                <a:gdLst>
                  <a:gd name="T0" fmla="*/ 0 w 11"/>
                  <a:gd name="T1" fmla="*/ 16 h 4"/>
                  <a:gd name="T2" fmla="*/ 57 w 1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2"/>
                    </a:moveTo>
                    <a:cubicBezTo>
                      <a:pt x="3" y="4"/>
                      <a:pt x="7" y="1"/>
                      <a:pt x="11" y="0"/>
                    </a:cubicBezTo>
                  </a:path>
                </a:pathLst>
              </a:custGeom>
              <a:noFill/>
              <a:ln w="11113" cap="flat">
                <a:solidFill>
                  <a:srgbClr val="FAB5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49" name="Freeform 1375">
                <a:extLst>
                  <a:ext uri="{FF2B5EF4-FFF2-40B4-BE49-F238E27FC236}">
                    <a16:creationId xmlns:a16="http://schemas.microsoft.com/office/drawing/2014/main" id="{169BA89D-328A-401E-9BCB-DBC3A8310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781"/>
                <a:ext cx="20" cy="5"/>
              </a:xfrm>
              <a:custGeom>
                <a:avLst/>
                <a:gdLst>
                  <a:gd name="T0" fmla="*/ 0 w 11"/>
                  <a:gd name="T1" fmla="*/ 8 h 3"/>
                  <a:gd name="T2" fmla="*/ 65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2"/>
                    </a:moveTo>
                    <a:cubicBezTo>
                      <a:pt x="4" y="3"/>
                      <a:pt x="7" y="1"/>
                      <a:pt x="11" y="0"/>
                    </a:cubicBezTo>
                  </a:path>
                </a:pathLst>
              </a:custGeom>
              <a:noFill/>
              <a:ln w="11113" cap="flat">
                <a:solidFill>
                  <a:srgbClr val="FAB5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50" name="Freeform 1376">
                <a:extLst>
                  <a:ext uri="{FF2B5EF4-FFF2-40B4-BE49-F238E27FC236}">
                    <a16:creationId xmlns:a16="http://schemas.microsoft.com/office/drawing/2014/main" id="{D0456448-97C2-4F1B-B645-112F0200D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679"/>
                <a:ext cx="21" cy="5"/>
              </a:xfrm>
              <a:custGeom>
                <a:avLst/>
                <a:gdLst>
                  <a:gd name="T0" fmla="*/ 0 w 12"/>
                  <a:gd name="T1" fmla="*/ 13 h 3"/>
                  <a:gd name="T2" fmla="*/ 65 w 1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3"/>
                    </a:moveTo>
                    <a:cubicBezTo>
                      <a:pt x="4" y="2"/>
                      <a:pt x="8" y="1"/>
                      <a:pt x="12" y="0"/>
                    </a:cubicBezTo>
                  </a:path>
                </a:pathLst>
              </a:custGeom>
              <a:noFill/>
              <a:ln w="11113" cap="flat">
                <a:solidFill>
                  <a:srgbClr val="FAB5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51" name="Freeform 1377">
                <a:extLst>
                  <a:ext uri="{FF2B5EF4-FFF2-40B4-BE49-F238E27FC236}">
                    <a16:creationId xmlns:a16="http://schemas.microsoft.com/office/drawing/2014/main" id="{51B7B902-C6FB-4255-8FB4-E2BF79765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1588"/>
                <a:ext cx="18" cy="2"/>
              </a:xfrm>
              <a:custGeom>
                <a:avLst/>
                <a:gdLst>
                  <a:gd name="T0" fmla="*/ 0 w 10"/>
                  <a:gd name="T1" fmla="*/ 8 h 1"/>
                  <a:gd name="T2" fmla="*/ 58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1"/>
                    </a:moveTo>
                    <a:cubicBezTo>
                      <a:pt x="3" y="1"/>
                      <a:pt x="6" y="1"/>
                      <a:pt x="10" y="0"/>
                    </a:cubicBezTo>
                  </a:path>
                </a:pathLst>
              </a:custGeom>
              <a:noFill/>
              <a:ln w="11113" cap="flat">
                <a:solidFill>
                  <a:srgbClr val="FAB5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52" name="Freeform 1378">
                <a:extLst>
                  <a:ext uri="{FF2B5EF4-FFF2-40B4-BE49-F238E27FC236}">
                    <a16:creationId xmlns:a16="http://schemas.microsoft.com/office/drawing/2014/main" id="{6E64DE3C-1307-442A-8221-F4ABF6180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1781"/>
                <a:ext cx="6" cy="25"/>
              </a:xfrm>
              <a:custGeom>
                <a:avLst/>
                <a:gdLst>
                  <a:gd name="T0" fmla="*/ 24 w 3"/>
                  <a:gd name="T1" fmla="*/ 0 h 14"/>
                  <a:gd name="T2" fmla="*/ 0 w 3"/>
                  <a:gd name="T3" fmla="*/ 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5"/>
                      <a:pt x="2" y="10"/>
                      <a:pt x="0" y="14"/>
                    </a:cubicBezTo>
                  </a:path>
                </a:pathLst>
              </a:custGeom>
              <a:noFill/>
              <a:ln w="11113" cap="flat">
                <a:solidFill>
                  <a:srgbClr val="FAB5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53" name="Freeform 1379">
                <a:extLst>
                  <a:ext uri="{FF2B5EF4-FFF2-40B4-BE49-F238E27FC236}">
                    <a16:creationId xmlns:a16="http://schemas.microsoft.com/office/drawing/2014/main" id="{FB6E23FA-1D63-4BBF-960E-DFCB7DB08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914"/>
                <a:ext cx="10" cy="2"/>
              </a:xfrm>
              <a:custGeom>
                <a:avLst/>
                <a:gdLst>
                  <a:gd name="T0" fmla="*/ 0 w 6"/>
                  <a:gd name="T1" fmla="*/ 8 h 1"/>
                  <a:gd name="T2" fmla="*/ 28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11113" cap="flat">
                <a:solidFill>
                  <a:srgbClr val="FAB5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54" name="Freeform 1380">
                <a:extLst>
                  <a:ext uri="{FF2B5EF4-FFF2-40B4-BE49-F238E27FC236}">
                    <a16:creationId xmlns:a16="http://schemas.microsoft.com/office/drawing/2014/main" id="{31A76480-1350-4BE5-86CA-825F62841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829"/>
                <a:ext cx="18" cy="1"/>
              </a:xfrm>
              <a:custGeom>
                <a:avLst/>
                <a:gdLst>
                  <a:gd name="T0" fmla="*/ 0 w 10"/>
                  <a:gd name="T1" fmla="*/ 0 h 1"/>
                  <a:gd name="T2" fmla="*/ 58 w 10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3" y="0"/>
                      <a:pt x="6" y="1"/>
                      <a:pt x="10" y="1"/>
                    </a:cubicBezTo>
                  </a:path>
                </a:pathLst>
              </a:custGeom>
              <a:noFill/>
              <a:ln w="11113" cap="flat">
                <a:solidFill>
                  <a:srgbClr val="FAB5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55" name="Freeform 1381">
                <a:extLst>
                  <a:ext uri="{FF2B5EF4-FFF2-40B4-BE49-F238E27FC236}">
                    <a16:creationId xmlns:a16="http://schemas.microsoft.com/office/drawing/2014/main" id="{6DCC1D1B-57EC-4AA9-8208-BF20F4CC2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1743"/>
                <a:ext cx="12" cy="11"/>
              </a:xfrm>
              <a:custGeom>
                <a:avLst/>
                <a:gdLst>
                  <a:gd name="T0" fmla="*/ 0 w 7"/>
                  <a:gd name="T1" fmla="*/ 37 h 6"/>
                  <a:gd name="T2" fmla="*/ 36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2" y="3"/>
                      <a:pt x="5" y="2"/>
                      <a:pt x="7" y="0"/>
                    </a:cubicBezTo>
                  </a:path>
                </a:pathLst>
              </a:custGeom>
              <a:noFill/>
              <a:ln w="11113" cap="flat">
                <a:solidFill>
                  <a:srgbClr val="FAB5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56" name="Freeform 1382">
                <a:extLst>
                  <a:ext uri="{FF2B5EF4-FFF2-40B4-BE49-F238E27FC236}">
                    <a16:creationId xmlns:a16="http://schemas.microsoft.com/office/drawing/2014/main" id="{011859C8-305E-4584-97D8-B9AA48779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1759"/>
                <a:ext cx="10" cy="25"/>
              </a:xfrm>
              <a:custGeom>
                <a:avLst/>
                <a:gdLst>
                  <a:gd name="T0" fmla="*/ 28 w 6"/>
                  <a:gd name="T1" fmla="*/ 0 h 14"/>
                  <a:gd name="T2" fmla="*/ 0 w 6"/>
                  <a:gd name="T3" fmla="*/ 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cubicBezTo>
                      <a:pt x="3" y="4"/>
                      <a:pt x="2" y="9"/>
                      <a:pt x="0" y="14"/>
                    </a:cubicBezTo>
                  </a:path>
                </a:pathLst>
              </a:custGeom>
              <a:noFill/>
              <a:ln w="11113" cap="flat">
                <a:solidFill>
                  <a:srgbClr val="FAB5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57" name="Freeform 1383">
                <a:extLst>
                  <a:ext uri="{FF2B5EF4-FFF2-40B4-BE49-F238E27FC236}">
                    <a16:creationId xmlns:a16="http://schemas.microsoft.com/office/drawing/2014/main" id="{3ABA5341-29A1-485B-9DEA-FFDF9FF35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1704"/>
                <a:ext cx="5" cy="5"/>
              </a:xfrm>
              <a:custGeom>
                <a:avLst/>
                <a:gdLst>
                  <a:gd name="T0" fmla="*/ 13 w 3"/>
                  <a:gd name="T1" fmla="*/ 5 h 3"/>
                  <a:gd name="T2" fmla="*/ 0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11113" cap="flat">
                <a:solidFill>
                  <a:srgbClr val="FAB5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58" name="Freeform 1384">
                <a:extLst>
                  <a:ext uri="{FF2B5EF4-FFF2-40B4-BE49-F238E27FC236}">
                    <a16:creationId xmlns:a16="http://schemas.microsoft.com/office/drawing/2014/main" id="{C74FF813-C9F4-4492-8F3F-88AA14D34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848"/>
                <a:ext cx="16" cy="7"/>
              </a:xfrm>
              <a:custGeom>
                <a:avLst/>
                <a:gdLst>
                  <a:gd name="T0" fmla="*/ 0 w 9"/>
                  <a:gd name="T1" fmla="*/ 0 h 4"/>
                  <a:gd name="T2" fmla="*/ 50 w 9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3" y="2"/>
                      <a:pt x="5" y="4"/>
                      <a:pt x="9" y="4"/>
                    </a:cubicBezTo>
                  </a:path>
                </a:pathLst>
              </a:custGeom>
              <a:noFill/>
              <a:ln w="11113" cap="flat">
                <a:solidFill>
                  <a:srgbClr val="FAB5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59" name="Freeform 1385">
                <a:extLst>
                  <a:ext uri="{FF2B5EF4-FFF2-40B4-BE49-F238E27FC236}">
                    <a16:creationId xmlns:a16="http://schemas.microsoft.com/office/drawing/2014/main" id="{4B315621-7A24-4EB2-ACF8-9E2CCEDCC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09"/>
                <a:ext cx="13" cy="2"/>
              </a:xfrm>
              <a:custGeom>
                <a:avLst/>
                <a:gdLst>
                  <a:gd name="T0" fmla="*/ 45 w 7"/>
                  <a:gd name="T1" fmla="*/ 8 h 1"/>
                  <a:gd name="T2" fmla="*/ 0 w 7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1"/>
                    </a:moveTo>
                    <a:cubicBezTo>
                      <a:pt x="5" y="1"/>
                      <a:pt x="3" y="0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FAB5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60" name="Freeform 1386">
                <a:extLst>
                  <a:ext uri="{FF2B5EF4-FFF2-40B4-BE49-F238E27FC236}">
                    <a16:creationId xmlns:a16="http://schemas.microsoft.com/office/drawing/2014/main" id="{CF4FC111-6D17-4170-B3FD-F9D20516C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1673"/>
                <a:ext cx="57" cy="49"/>
              </a:xfrm>
              <a:custGeom>
                <a:avLst/>
                <a:gdLst>
                  <a:gd name="T0" fmla="*/ 0 w 32"/>
                  <a:gd name="T1" fmla="*/ 162 h 27"/>
                  <a:gd name="T2" fmla="*/ 86 w 32"/>
                  <a:gd name="T3" fmla="*/ 60 h 27"/>
                  <a:gd name="T4" fmla="*/ 182 w 32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7">
                    <a:moveTo>
                      <a:pt x="0" y="27"/>
                    </a:moveTo>
                    <a:cubicBezTo>
                      <a:pt x="3" y="20"/>
                      <a:pt x="9" y="14"/>
                      <a:pt x="15" y="10"/>
                    </a:cubicBezTo>
                    <a:cubicBezTo>
                      <a:pt x="20" y="7"/>
                      <a:pt x="26" y="1"/>
                      <a:pt x="3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61" name="Freeform 1387">
                <a:extLst>
                  <a:ext uri="{FF2B5EF4-FFF2-40B4-BE49-F238E27FC236}">
                    <a16:creationId xmlns:a16="http://schemas.microsoft.com/office/drawing/2014/main" id="{27926D65-8483-44F1-8587-D05CC4119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741"/>
                <a:ext cx="75" cy="61"/>
              </a:xfrm>
              <a:custGeom>
                <a:avLst/>
                <a:gdLst>
                  <a:gd name="T0" fmla="*/ 0 w 42"/>
                  <a:gd name="T1" fmla="*/ 196 h 34"/>
                  <a:gd name="T2" fmla="*/ 114 w 42"/>
                  <a:gd name="T3" fmla="*/ 74 h 34"/>
                  <a:gd name="T4" fmla="*/ 175 w 42"/>
                  <a:gd name="T5" fmla="*/ 52 h 34"/>
                  <a:gd name="T6" fmla="*/ 239 w 42"/>
                  <a:gd name="T7" fmla="*/ 0 h 34"/>
                  <a:gd name="T8" fmla="*/ 175 w 42"/>
                  <a:gd name="T9" fmla="*/ 74 h 34"/>
                  <a:gd name="T10" fmla="*/ 80 w 42"/>
                  <a:gd name="T11" fmla="*/ 10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34">
                    <a:moveTo>
                      <a:pt x="0" y="34"/>
                    </a:moveTo>
                    <a:cubicBezTo>
                      <a:pt x="3" y="24"/>
                      <a:pt x="11" y="17"/>
                      <a:pt x="20" y="13"/>
                    </a:cubicBezTo>
                    <a:cubicBezTo>
                      <a:pt x="24" y="11"/>
                      <a:pt x="28" y="10"/>
                      <a:pt x="31" y="9"/>
                    </a:cubicBezTo>
                    <a:cubicBezTo>
                      <a:pt x="36" y="6"/>
                      <a:pt x="38" y="3"/>
                      <a:pt x="42" y="0"/>
                    </a:cubicBezTo>
                    <a:cubicBezTo>
                      <a:pt x="40" y="5"/>
                      <a:pt x="37" y="11"/>
                      <a:pt x="31" y="13"/>
                    </a:cubicBezTo>
                    <a:cubicBezTo>
                      <a:pt x="26" y="15"/>
                      <a:pt x="19" y="14"/>
                      <a:pt x="14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02" name="Group 1801">
              <a:extLst>
                <a:ext uri="{FF2B5EF4-FFF2-40B4-BE49-F238E27FC236}">
                  <a16:creationId xmlns:a16="http://schemas.microsoft.com/office/drawing/2014/main" id="{AA6DC614-78BC-476B-811D-6ADA541CCD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46800" y="3781425"/>
              <a:ext cx="661988" cy="682625"/>
              <a:chOff x="1501" y="2037"/>
              <a:chExt cx="1361" cy="1398"/>
            </a:xfrm>
          </p:grpSpPr>
          <p:sp>
            <p:nvSpPr>
              <p:cNvPr id="128993" name="Freeform 1802">
                <a:extLst>
                  <a:ext uri="{FF2B5EF4-FFF2-40B4-BE49-F238E27FC236}">
                    <a16:creationId xmlns:a16="http://schemas.microsoft.com/office/drawing/2014/main" id="{7C6D486A-5B40-4B36-A6D3-C64295C54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037"/>
                <a:ext cx="1361" cy="1398"/>
              </a:xfrm>
              <a:custGeom>
                <a:avLst/>
                <a:gdLst>
                  <a:gd name="T0" fmla="*/ 2179 w 544"/>
                  <a:gd name="T1" fmla="*/ 7617 h 524"/>
                  <a:gd name="T2" fmla="*/ 3505 w 544"/>
                  <a:gd name="T3" fmla="*/ 8834 h 524"/>
                  <a:gd name="T4" fmla="*/ 4743 w 544"/>
                  <a:gd name="T5" fmla="*/ 8185 h 524"/>
                  <a:gd name="T6" fmla="*/ 7123 w 544"/>
                  <a:gd name="T7" fmla="*/ 8585 h 524"/>
                  <a:gd name="T8" fmla="*/ 8156 w 544"/>
                  <a:gd name="T9" fmla="*/ 7062 h 524"/>
                  <a:gd name="T10" fmla="*/ 7518 w 544"/>
                  <a:gd name="T11" fmla="*/ 3303 h 524"/>
                  <a:gd name="T12" fmla="*/ 7518 w 544"/>
                  <a:gd name="T13" fmla="*/ 3303 h 524"/>
                  <a:gd name="T14" fmla="*/ 7123 w 544"/>
                  <a:gd name="T15" fmla="*/ 320 h 524"/>
                  <a:gd name="T16" fmla="*/ 5184 w 544"/>
                  <a:gd name="T17" fmla="*/ 1275 h 524"/>
                  <a:gd name="T18" fmla="*/ 2554 w 544"/>
                  <a:gd name="T19" fmla="*/ 1537 h 524"/>
                  <a:gd name="T20" fmla="*/ 2347 w 544"/>
                  <a:gd name="T21" fmla="*/ 1275 h 524"/>
                  <a:gd name="T22" fmla="*/ 896 w 544"/>
                  <a:gd name="T23" fmla="*/ 534 h 524"/>
                  <a:gd name="T24" fmla="*/ 583 w 544"/>
                  <a:gd name="T25" fmla="*/ 2868 h 524"/>
                  <a:gd name="T26" fmla="*/ 801 w 544"/>
                  <a:gd name="T27" fmla="*/ 6763 h 524"/>
                  <a:gd name="T28" fmla="*/ 2179 w 544"/>
                  <a:gd name="T29" fmla="*/ 7617 h 5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4" h="524">
                    <a:moveTo>
                      <a:pt x="139" y="401"/>
                    </a:moveTo>
                    <a:cubicBezTo>
                      <a:pt x="137" y="426"/>
                      <a:pt x="164" y="471"/>
                      <a:pt x="224" y="465"/>
                    </a:cubicBezTo>
                    <a:cubicBezTo>
                      <a:pt x="284" y="459"/>
                      <a:pt x="303" y="431"/>
                      <a:pt x="303" y="431"/>
                    </a:cubicBezTo>
                    <a:cubicBezTo>
                      <a:pt x="307" y="455"/>
                      <a:pt x="411" y="524"/>
                      <a:pt x="455" y="452"/>
                    </a:cubicBezTo>
                    <a:cubicBezTo>
                      <a:pt x="474" y="454"/>
                      <a:pt x="504" y="437"/>
                      <a:pt x="521" y="372"/>
                    </a:cubicBezTo>
                    <a:cubicBezTo>
                      <a:pt x="544" y="284"/>
                      <a:pt x="492" y="195"/>
                      <a:pt x="480" y="174"/>
                    </a:cubicBezTo>
                    <a:cubicBezTo>
                      <a:pt x="480" y="174"/>
                      <a:pt x="480" y="174"/>
                      <a:pt x="480" y="174"/>
                    </a:cubicBezTo>
                    <a:cubicBezTo>
                      <a:pt x="507" y="122"/>
                      <a:pt x="487" y="33"/>
                      <a:pt x="455" y="17"/>
                    </a:cubicBezTo>
                    <a:cubicBezTo>
                      <a:pt x="421" y="0"/>
                      <a:pt x="392" y="26"/>
                      <a:pt x="331" y="67"/>
                    </a:cubicBezTo>
                    <a:cubicBezTo>
                      <a:pt x="270" y="108"/>
                      <a:pt x="187" y="106"/>
                      <a:pt x="163" y="81"/>
                    </a:cubicBezTo>
                    <a:cubicBezTo>
                      <a:pt x="159" y="76"/>
                      <a:pt x="153" y="71"/>
                      <a:pt x="150" y="67"/>
                    </a:cubicBezTo>
                    <a:cubicBezTo>
                      <a:pt x="130" y="41"/>
                      <a:pt x="97" y="3"/>
                      <a:pt x="57" y="28"/>
                    </a:cubicBezTo>
                    <a:cubicBezTo>
                      <a:pt x="29" y="45"/>
                      <a:pt x="30" y="110"/>
                      <a:pt x="37" y="151"/>
                    </a:cubicBezTo>
                    <a:cubicBezTo>
                      <a:pt x="0" y="183"/>
                      <a:pt x="18" y="306"/>
                      <a:pt x="51" y="356"/>
                    </a:cubicBezTo>
                    <a:cubicBezTo>
                      <a:pt x="71" y="386"/>
                      <a:pt x="96" y="413"/>
                      <a:pt x="139" y="401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94" name="Freeform 1803">
                <a:extLst>
                  <a:ext uri="{FF2B5EF4-FFF2-40B4-BE49-F238E27FC236}">
                    <a16:creationId xmlns:a16="http://schemas.microsoft.com/office/drawing/2014/main" id="{693E0991-8354-41E8-A3E4-ABA947D1A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037"/>
                <a:ext cx="1361" cy="1398"/>
              </a:xfrm>
              <a:custGeom>
                <a:avLst/>
                <a:gdLst>
                  <a:gd name="T0" fmla="*/ 2179 w 544"/>
                  <a:gd name="T1" fmla="*/ 7617 h 524"/>
                  <a:gd name="T2" fmla="*/ 3505 w 544"/>
                  <a:gd name="T3" fmla="*/ 8834 h 524"/>
                  <a:gd name="T4" fmla="*/ 4743 w 544"/>
                  <a:gd name="T5" fmla="*/ 8185 h 524"/>
                  <a:gd name="T6" fmla="*/ 7123 w 544"/>
                  <a:gd name="T7" fmla="*/ 8585 h 524"/>
                  <a:gd name="T8" fmla="*/ 8156 w 544"/>
                  <a:gd name="T9" fmla="*/ 7062 h 524"/>
                  <a:gd name="T10" fmla="*/ 7518 w 544"/>
                  <a:gd name="T11" fmla="*/ 3303 h 524"/>
                  <a:gd name="T12" fmla="*/ 7518 w 544"/>
                  <a:gd name="T13" fmla="*/ 3303 h 524"/>
                  <a:gd name="T14" fmla="*/ 7123 w 544"/>
                  <a:gd name="T15" fmla="*/ 320 h 524"/>
                  <a:gd name="T16" fmla="*/ 5184 w 544"/>
                  <a:gd name="T17" fmla="*/ 1275 h 524"/>
                  <a:gd name="T18" fmla="*/ 2554 w 544"/>
                  <a:gd name="T19" fmla="*/ 1537 h 524"/>
                  <a:gd name="T20" fmla="*/ 2347 w 544"/>
                  <a:gd name="T21" fmla="*/ 1275 h 524"/>
                  <a:gd name="T22" fmla="*/ 896 w 544"/>
                  <a:gd name="T23" fmla="*/ 534 h 524"/>
                  <a:gd name="T24" fmla="*/ 583 w 544"/>
                  <a:gd name="T25" fmla="*/ 2868 h 524"/>
                  <a:gd name="T26" fmla="*/ 801 w 544"/>
                  <a:gd name="T27" fmla="*/ 6763 h 524"/>
                  <a:gd name="T28" fmla="*/ 2179 w 544"/>
                  <a:gd name="T29" fmla="*/ 7617 h 5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4" h="524">
                    <a:moveTo>
                      <a:pt x="139" y="401"/>
                    </a:moveTo>
                    <a:cubicBezTo>
                      <a:pt x="137" y="426"/>
                      <a:pt x="164" y="471"/>
                      <a:pt x="224" y="465"/>
                    </a:cubicBezTo>
                    <a:cubicBezTo>
                      <a:pt x="284" y="459"/>
                      <a:pt x="303" y="431"/>
                      <a:pt x="303" y="431"/>
                    </a:cubicBezTo>
                    <a:cubicBezTo>
                      <a:pt x="307" y="455"/>
                      <a:pt x="411" y="524"/>
                      <a:pt x="455" y="452"/>
                    </a:cubicBezTo>
                    <a:cubicBezTo>
                      <a:pt x="474" y="454"/>
                      <a:pt x="504" y="437"/>
                      <a:pt x="521" y="372"/>
                    </a:cubicBezTo>
                    <a:cubicBezTo>
                      <a:pt x="544" y="284"/>
                      <a:pt x="492" y="195"/>
                      <a:pt x="480" y="174"/>
                    </a:cubicBezTo>
                    <a:cubicBezTo>
                      <a:pt x="480" y="174"/>
                      <a:pt x="480" y="174"/>
                      <a:pt x="480" y="174"/>
                    </a:cubicBezTo>
                    <a:cubicBezTo>
                      <a:pt x="507" y="122"/>
                      <a:pt x="487" y="33"/>
                      <a:pt x="455" y="17"/>
                    </a:cubicBezTo>
                    <a:cubicBezTo>
                      <a:pt x="421" y="0"/>
                      <a:pt x="392" y="26"/>
                      <a:pt x="331" y="67"/>
                    </a:cubicBezTo>
                    <a:cubicBezTo>
                      <a:pt x="270" y="108"/>
                      <a:pt x="187" y="106"/>
                      <a:pt x="163" y="81"/>
                    </a:cubicBezTo>
                    <a:cubicBezTo>
                      <a:pt x="159" y="76"/>
                      <a:pt x="153" y="71"/>
                      <a:pt x="150" y="67"/>
                    </a:cubicBezTo>
                    <a:cubicBezTo>
                      <a:pt x="130" y="41"/>
                      <a:pt x="97" y="3"/>
                      <a:pt x="57" y="28"/>
                    </a:cubicBezTo>
                    <a:cubicBezTo>
                      <a:pt x="29" y="45"/>
                      <a:pt x="30" y="110"/>
                      <a:pt x="37" y="151"/>
                    </a:cubicBezTo>
                    <a:cubicBezTo>
                      <a:pt x="0" y="183"/>
                      <a:pt x="18" y="306"/>
                      <a:pt x="51" y="356"/>
                    </a:cubicBezTo>
                    <a:cubicBezTo>
                      <a:pt x="71" y="386"/>
                      <a:pt x="96" y="413"/>
                      <a:pt x="139" y="40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95" name="Freeform 1804">
                <a:extLst>
                  <a:ext uri="{FF2B5EF4-FFF2-40B4-BE49-F238E27FC236}">
                    <a16:creationId xmlns:a16="http://schemas.microsoft.com/office/drawing/2014/main" id="{2749A601-E370-4317-B2E5-75051AFAA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179"/>
                <a:ext cx="1133" cy="1106"/>
              </a:xfrm>
              <a:custGeom>
                <a:avLst/>
                <a:gdLst>
                  <a:gd name="T0" fmla="*/ 6068 w 453"/>
                  <a:gd name="T1" fmla="*/ 4525 h 415"/>
                  <a:gd name="T2" fmla="*/ 6505 w 453"/>
                  <a:gd name="T3" fmla="*/ 3425 h 415"/>
                  <a:gd name="T4" fmla="*/ 6443 w 453"/>
                  <a:gd name="T5" fmla="*/ 874 h 415"/>
                  <a:gd name="T6" fmla="*/ 5347 w 453"/>
                  <a:gd name="T7" fmla="*/ 589 h 415"/>
                  <a:gd name="T8" fmla="*/ 5367 w 453"/>
                  <a:gd name="T9" fmla="*/ 546 h 415"/>
                  <a:gd name="T10" fmla="*/ 4897 w 453"/>
                  <a:gd name="T11" fmla="*/ 589 h 415"/>
                  <a:gd name="T12" fmla="*/ 4492 w 453"/>
                  <a:gd name="T13" fmla="*/ 306 h 415"/>
                  <a:gd name="T14" fmla="*/ 3847 w 453"/>
                  <a:gd name="T15" fmla="*/ 1386 h 415"/>
                  <a:gd name="T16" fmla="*/ 2021 w 453"/>
                  <a:gd name="T17" fmla="*/ 1271 h 415"/>
                  <a:gd name="T18" fmla="*/ 645 w 453"/>
                  <a:gd name="T19" fmla="*/ 704 h 415"/>
                  <a:gd name="T20" fmla="*/ 613 w 453"/>
                  <a:gd name="T21" fmla="*/ 2047 h 415"/>
                  <a:gd name="T22" fmla="*/ 625 w 453"/>
                  <a:gd name="T23" fmla="*/ 2047 h 415"/>
                  <a:gd name="T24" fmla="*/ 470 w 453"/>
                  <a:gd name="T25" fmla="*/ 2081 h 415"/>
                  <a:gd name="T26" fmla="*/ 175 w 453"/>
                  <a:gd name="T27" fmla="*/ 3217 h 415"/>
                  <a:gd name="T28" fmla="*/ 175 w 453"/>
                  <a:gd name="T29" fmla="*/ 4333 h 415"/>
                  <a:gd name="T30" fmla="*/ 800 w 453"/>
                  <a:gd name="T31" fmla="*/ 5285 h 415"/>
                  <a:gd name="T32" fmla="*/ 283 w 453"/>
                  <a:gd name="T33" fmla="*/ 5959 h 415"/>
                  <a:gd name="T34" fmla="*/ 50 w 453"/>
                  <a:gd name="T35" fmla="*/ 6436 h 415"/>
                  <a:gd name="T36" fmla="*/ 408 w 453"/>
                  <a:gd name="T37" fmla="*/ 6833 h 415"/>
                  <a:gd name="T38" fmla="*/ 938 w 453"/>
                  <a:gd name="T39" fmla="*/ 6641 h 415"/>
                  <a:gd name="T40" fmla="*/ 1426 w 453"/>
                  <a:gd name="T41" fmla="*/ 6058 h 415"/>
                  <a:gd name="T42" fmla="*/ 2158 w 453"/>
                  <a:gd name="T43" fmla="*/ 7116 h 415"/>
                  <a:gd name="T44" fmla="*/ 3379 w 453"/>
                  <a:gd name="T45" fmla="*/ 7060 h 415"/>
                  <a:gd name="T46" fmla="*/ 3847 w 453"/>
                  <a:gd name="T47" fmla="*/ 6889 h 415"/>
                  <a:gd name="T48" fmla="*/ 4367 w 453"/>
                  <a:gd name="T49" fmla="*/ 7004 h 415"/>
                  <a:gd name="T50" fmla="*/ 5272 w 453"/>
                  <a:gd name="T51" fmla="*/ 6740 h 415"/>
                  <a:gd name="T52" fmla="*/ 5725 w 453"/>
                  <a:gd name="T53" fmla="*/ 7593 h 415"/>
                  <a:gd name="T54" fmla="*/ 6868 w 453"/>
                  <a:gd name="T55" fmla="*/ 7081 h 415"/>
                  <a:gd name="T56" fmla="*/ 7038 w 453"/>
                  <a:gd name="T57" fmla="*/ 6300 h 415"/>
                  <a:gd name="T58" fmla="*/ 6068 w 453"/>
                  <a:gd name="T59" fmla="*/ 4525 h 41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53" h="415">
                    <a:moveTo>
                      <a:pt x="388" y="239"/>
                    </a:moveTo>
                    <a:cubicBezTo>
                      <a:pt x="393" y="232"/>
                      <a:pt x="405" y="219"/>
                      <a:pt x="416" y="181"/>
                    </a:cubicBezTo>
                    <a:cubicBezTo>
                      <a:pt x="428" y="127"/>
                      <a:pt x="432" y="81"/>
                      <a:pt x="412" y="46"/>
                    </a:cubicBezTo>
                    <a:cubicBezTo>
                      <a:pt x="392" y="8"/>
                      <a:pt x="359" y="0"/>
                      <a:pt x="342" y="31"/>
                    </a:cubicBezTo>
                    <a:cubicBezTo>
                      <a:pt x="342" y="30"/>
                      <a:pt x="343" y="30"/>
                      <a:pt x="343" y="29"/>
                    </a:cubicBezTo>
                    <a:cubicBezTo>
                      <a:pt x="339" y="34"/>
                      <a:pt x="328" y="34"/>
                      <a:pt x="313" y="31"/>
                    </a:cubicBezTo>
                    <a:cubicBezTo>
                      <a:pt x="300" y="29"/>
                      <a:pt x="288" y="23"/>
                      <a:pt x="287" y="16"/>
                    </a:cubicBezTo>
                    <a:cubicBezTo>
                      <a:pt x="280" y="43"/>
                      <a:pt x="267" y="61"/>
                      <a:pt x="246" y="73"/>
                    </a:cubicBezTo>
                    <a:cubicBezTo>
                      <a:pt x="194" y="101"/>
                      <a:pt x="161" y="89"/>
                      <a:pt x="129" y="67"/>
                    </a:cubicBezTo>
                    <a:cubicBezTo>
                      <a:pt x="100" y="46"/>
                      <a:pt x="70" y="25"/>
                      <a:pt x="41" y="37"/>
                    </a:cubicBezTo>
                    <a:cubicBezTo>
                      <a:pt x="12" y="49"/>
                      <a:pt x="18" y="81"/>
                      <a:pt x="39" y="108"/>
                    </a:cubicBezTo>
                    <a:cubicBezTo>
                      <a:pt x="40" y="108"/>
                      <a:pt x="40" y="108"/>
                      <a:pt x="40" y="108"/>
                    </a:cubicBezTo>
                    <a:cubicBezTo>
                      <a:pt x="37" y="108"/>
                      <a:pt x="33" y="109"/>
                      <a:pt x="30" y="110"/>
                    </a:cubicBezTo>
                    <a:cubicBezTo>
                      <a:pt x="1" y="122"/>
                      <a:pt x="2" y="146"/>
                      <a:pt x="11" y="170"/>
                    </a:cubicBezTo>
                    <a:cubicBezTo>
                      <a:pt x="20" y="195"/>
                      <a:pt x="20" y="207"/>
                      <a:pt x="11" y="229"/>
                    </a:cubicBezTo>
                    <a:cubicBezTo>
                      <a:pt x="0" y="255"/>
                      <a:pt x="5" y="286"/>
                      <a:pt x="51" y="279"/>
                    </a:cubicBezTo>
                    <a:cubicBezTo>
                      <a:pt x="45" y="287"/>
                      <a:pt x="25" y="310"/>
                      <a:pt x="18" y="315"/>
                    </a:cubicBezTo>
                    <a:cubicBezTo>
                      <a:pt x="11" y="319"/>
                      <a:pt x="2" y="330"/>
                      <a:pt x="3" y="340"/>
                    </a:cubicBezTo>
                    <a:cubicBezTo>
                      <a:pt x="3" y="340"/>
                      <a:pt x="1" y="356"/>
                      <a:pt x="26" y="361"/>
                    </a:cubicBezTo>
                    <a:cubicBezTo>
                      <a:pt x="51" y="367"/>
                      <a:pt x="60" y="351"/>
                      <a:pt x="60" y="351"/>
                    </a:cubicBezTo>
                    <a:cubicBezTo>
                      <a:pt x="68" y="343"/>
                      <a:pt x="89" y="322"/>
                      <a:pt x="91" y="320"/>
                    </a:cubicBezTo>
                    <a:cubicBezTo>
                      <a:pt x="97" y="339"/>
                      <a:pt x="99" y="365"/>
                      <a:pt x="138" y="376"/>
                    </a:cubicBezTo>
                    <a:cubicBezTo>
                      <a:pt x="176" y="386"/>
                      <a:pt x="202" y="379"/>
                      <a:pt x="216" y="373"/>
                    </a:cubicBezTo>
                    <a:cubicBezTo>
                      <a:pt x="222" y="370"/>
                      <a:pt x="237" y="364"/>
                      <a:pt x="246" y="364"/>
                    </a:cubicBezTo>
                    <a:cubicBezTo>
                      <a:pt x="258" y="363"/>
                      <a:pt x="267" y="366"/>
                      <a:pt x="279" y="370"/>
                    </a:cubicBezTo>
                    <a:cubicBezTo>
                      <a:pt x="299" y="376"/>
                      <a:pt x="314" y="373"/>
                      <a:pt x="337" y="356"/>
                    </a:cubicBezTo>
                    <a:cubicBezTo>
                      <a:pt x="334" y="365"/>
                      <a:pt x="342" y="389"/>
                      <a:pt x="366" y="401"/>
                    </a:cubicBezTo>
                    <a:cubicBezTo>
                      <a:pt x="397" y="415"/>
                      <a:pt x="427" y="401"/>
                      <a:pt x="439" y="374"/>
                    </a:cubicBezTo>
                    <a:cubicBezTo>
                      <a:pt x="445" y="361"/>
                      <a:pt x="448" y="346"/>
                      <a:pt x="450" y="333"/>
                    </a:cubicBezTo>
                    <a:cubicBezTo>
                      <a:pt x="453" y="305"/>
                      <a:pt x="441" y="231"/>
                      <a:pt x="388" y="239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96" name="Freeform 1805">
                <a:extLst>
                  <a:ext uri="{FF2B5EF4-FFF2-40B4-BE49-F238E27FC236}">
                    <a16:creationId xmlns:a16="http://schemas.microsoft.com/office/drawing/2014/main" id="{2CC01D8F-B27E-4F24-A288-DF33258A6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693"/>
                <a:ext cx="187" cy="184"/>
              </a:xfrm>
              <a:custGeom>
                <a:avLst/>
                <a:gdLst>
                  <a:gd name="T0" fmla="*/ 1149 w 75"/>
                  <a:gd name="T1" fmla="*/ 1272 h 69"/>
                  <a:gd name="T2" fmla="*/ 778 w 75"/>
                  <a:gd name="T3" fmla="*/ 1160 h 69"/>
                  <a:gd name="T4" fmla="*/ 12 w 75"/>
                  <a:gd name="T5" fmla="*/ 419 h 69"/>
                  <a:gd name="T6" fmla="*/ 0 w 75"/>
                  <a:gd name="T7" fmla="*/ 419 h 69"/>
                  <a:gd name="T8" fmla="*/ 541 w 75"/>
                  <a:gd name="T9" fmla="*/ 0 h 69"/>
                  <a:gd name="T10" fmla="*/ 541 w 75"/>
                  <a:gd name="T11" fmla="*/ 0 h 69"/>
                  <a:gd name="T12" fmla="*/ 758 w 75"/>
                  <a:gd name="T13" fmla="*/ 661 h 69"/>
                  <a:gd name="T14" fmla="*/ 1162 w 75"/>
                  <a:gd name="T15" fmla="*/ 1272 h 69"/>
                  <a:gd name="T16" fmla="*/ 1149 w 75"/>
                  <a:gd name="T17" fmla="*/ 1272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69">
                    <a:moveTo>
                      <a:pt x="74" y="67"/>
                    </a:moveTo>
                    <a:cubicBezTo>
                      <a:pt x="74" y="67"/>
                      <a:pt x="66" y="69"/>
                      <a:pt x="50" y="61"/>
                    </a:cubicBezTo>
                    <a:cubicBezTo>
                      <a:pt x="35" y="54"/>
                      <a:pt x="19" y="27"/>
                      <a:pt x="1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9" y="18"/>
                      <a:pt x="30" y="7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10"/>
                      <a:pt x="40" y="21"/>
                      <a:pt x="49" y="35"/>
                    </a:cubicBezTo>
                    <a:cubicBezTo>
                      <a:pt x="58" y="48"/>
                      <a:pt x="66" y="59"/>
                      <a:pt x="75" y="67"/>
                    </a:cubicBezTo>
                    <a:lnTo>
                      <a:pt x="74" y="67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97" name="Freeform 1806">
                <a:extLst>
                  <a:ext uri="{FF2B5EF4-FFF2-40B4-BE49-F238E27FC236}">
                    <a16:creationId xmlns:a16="http://schemas.microsoft.com/office/drawing/2014/main" id="{E5268804-E0AD-4F60-A23A-6CA3A2767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965"/>
                <a:ext cx="145" cy="104"/>
              </a:xfrm>
              <a:custGeom>
                <a:avLst/>
                <a:gdLst>
                  <a:gd name="T0" fmla="*/ 895 w 58"/>
                  <a:gd name="T1" fmla="*/ 512 h 39"/>
                  <a:gd name="T2" fmla="*/ 0 w 58"/>
                  <a:gd name="T3" fmla="*/ 0 h 39"/>
                  <a:gd name="T4" fmla="*/ 0 w 58"/>
                  <a:gd name="T5" fmla="*/ 0 h 39"/>
                  <a:gd name="T6" fmla="*/ 313 w 58"/>
                  <a:gd name="T7" fmla="*/ 704 h 39"/>
                  <a:gd name="T8" fmla="*/ 908 w 58"/>
                  <a:gd name="T9" fmla="*/ 512 h 39"/>
                  <a:gd name="T10" fmla="*/ 895 w 58"/>
                  <a:gd name="T11" fmla="*/ 512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9">
                    <a:moveTo>
                      <a:pt x="57" y="27"/>
                    </a:moveTo>
                    <a:cubicBezTo>
                      <a:pt x="21" y="31"/>
                      <a:pt x="9" y="1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18"/>
                      <a:pt x="5" y="35"/>
                      <a:pt x="20" y="37"/>
                    </a:cubicBezTo>
                    <a:cubicBezTo>
                      <a:pt x="34" y="39"/>
                      <a:pt x="46" y="33"/>
                      <a:pt x="58" y="27"/>
                    </a:cubicBezTo>
                    <a:lnTo>
                      <a:pt x="57" y="27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98" name="Freeform 1807">
                <a:extLst>
                  <a:ext uri="{FF2B5EF4-FFF2-40B4-BE49-F238E27FC236}">
                    <a16:creationId xmlns:a16="http://schemas.microsoft.com/office/drawing/2014/main" id="{EE774B24-7CBD-4B87-85AF-043A491F9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643"/>
                <a:ext cx="78" cy="109"/>
              </a:xfrm>
              <a:custGeom>
                <a:avLst/>
                <a:gdLst>
                  <a:gd name="T0" fmla="*/ 63 w 31"/>
                  <a:gd name="T1" fmla="*/ 0 h 41"/>
                  <a:gd name="T2" fmla="*/ 83 w 31"/>
                  <a:gd name="T3" fmla="*/ 452 h 41"/>
                  <a:gd name="T4" fmla="*/ 0 w 31"/>
                  <a:gd name="T5" fmla="*/ 771 h 41"/>
                  <a:gd name="T6" fmla="*/ 0 w 31"/>
                  <a:gd name="T7" fmla="*/ 771 h 41"/>
                  <a:gd name="T8" fmla="*/ 476 w 31"/>
                  <a:gd name="T9" fmla="*/ 635 h 41"/>
                  <a:gd name="T10" fmla="*/ 493 w 31"/>
                  <a:gd name="T11" fmla="*/ 635 h 41"/>
                  <a:gd name="T12" fmla="*/ 284 w 31"/>
                  <a:gd name="T13" fmla="*/ 452 h 41"/>
                  <a:gd name="T14" fmla="*/ 83 w 31"/>
                  <a:gd name="T15" fmla="*/ 0 h 41"/>
                  <a:gd name="T16" fmla="*/ 63 w 31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41">
                    <a:moveTo>
                      <a:pt x="4" y="0"/>
                    </a:moveTo>
                    <a:cubicBezTo>
                      <a:pt x="4" y="8"/>
                      <a:pt x="7" y="16"/>
                      <a:pt x="5" y="24"/>
                    </a:cubicBezTo>
                    <a:cubicBezTo>
                      <a:pt x="3" y="33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8" y="36"/>
                      <a:pt x="18" y="33"/>
                      <a:pt x="30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25" y="31"/>
                      <a:pt x="20" y="28"/>
                      <a:pt x="18" y="24"/>
                    </a:cubicBezTo>
                    <a:cubicBezTo>
                      <a:pt x="15" y="19"/>
                      <a:pt x="10" y="9"/>
                      <a:pt x="5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99" name="Freeform 1808">
                <a:extLst>
                  <a:ext uri="{FF2B5EF4-FFF2-40B4-BE49-F238E27FC236}">
                    <a16:creationId xmlns:a16="http://schemas.microsoft.com/office/drawing/2014/main" id="{3DD03CA0-8299-478E-9A58-417638DF5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523"/>
                <a:ext cx="80" cy="96"/>
              </a:xfrm>
              <a:custGeom>
                <a:avLst/>
                <a:gdLst>
                  <a:gd name="T0" fmla="*/ 145 w 32"/>
                  <a:gd name="T1" fmla="*/ 648 h 36"/>
                  <a:gd name="T2" fmla="*/ 500 w 32"/>
                  <a:gd name="T3" fmla="*/ 0 h 36"/>
                  <a:gd name="T4" fmla="*/ 20 w 32"/>
                  <a:gd name="T5" fmla="*/ 307 h 36"/>
                  <a:gd name="T6" fmla="*/ 0 w 32"/>
                  <a:gd name="T7" fmla="*/ 307 h 36"/>
                  <a:gd name="T8" fmla="*/ 145 w 32"/>
                  <a:gd name="T9" fmla="*/ 683 h 36"/>
                  <a:gd name="T10" fmla="*/ 145 w 32"/>
                  <a:gd name="T11" fmla="*/ 648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6">
                    <a:moveTo>
                      <a:pt x="9" y="34"/>
                    </a:moveTo>
                    <a:cubicBezTo>
                      <a:pt x="9" y="20"/>
                      <a:pt x="22" y="9"/>
                      <a:pt x="32" y="0"/>
                    </a:cubicBezTo>
                    <a:cubicBezTo>
                      <a:pt x="26" y="6"/>
                      <a:pt x="7" y="19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22"/>
                      <a:pt x="6" y="29"/>
                      <a:pt x="9" y="36"/>
                    </a:cubicBezTo>
                    <a:lnTo>
                      <a:pt x="9" y="34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00" name="Freeform 1809">
                <a:extLst>
                  <a:ext uri="{FF2B5EF4-FFF2-40B4-BE49-F238E27FC236}">
                    <a16:creationId xmlns:a16="http://schemas.microsoft.com/office/drawing/2014/main" id="{BB82F141-84D5-4778-9138-D6A7741E5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461"/>
                <a:ext cx="122" cy="123"/>
              </a:xfrm>
              <a:custGeom>
                <a:avLst/>
                <a:gdLst>
                  <a:gd name="T0" fmla="*/ 540 w 49"/>
                  <a:gd name="T1" fmla="*/ 880 h 46"/>
                  <a:gd name="T2" fmla="*/ 757 w 49"/>
                  <a:gd name="T3" fmla="*/ 594 h 46"/>
                  <a:gd name="T4" fmla="*/ 0 w 49"/>
                  <a:gd name="T5" fmla="*/ 0 h 46"/>
                  <a:gd name="T6" fmla="*/ 540 w 49"/>
                  <a:gd name="T7" fmla="*/ 88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6">
                    <a:moveTo>
                      <a:pt x="35" y="46"/>
                    </a:moveTo>
                    <a:cubicBezTo>
                      <a:pt x="39" y="42"/>
                      <a:pt x="44" y="37"/>
                      <a:pt x="49" y="31"/>
                    </a:cubicBezTo>
                    <a:cubicBezTo>
                      <a:pt x="26" y="28"/>
                      <a:pt x="13" y="15"/>
                      <a:pt x="0" y="0"/>
                    </a:cubicBezTo>
                    <a:cubicBezTo>
                      <a:pt x="14" y="17"/>
                      <a:pt x="19" y="41"/>
                      <a:pt x="35" y="46"/>
                    </a:cubicBez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01" name="Freeform 1810">
                <a:extLst>
                  <a:ext uri="{FF2B5EF4-FFF2-40B4-BE49-F238E27FC236}">
                    <a16:creationId xmlns:a16="http://schemas.microsoft.com/office/drawing/2014/main" id="{86100749-09AC-4A0A-8EE4-A474006BA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267"/>
                <a:ext cx="110" cy="120"/>
              </a:xfrm>
              <a:custGeom>
                <a:avLst/>
                <a:gdLst>
                  <a:gd name="T0" fmla="*/ 688 w 44"/>
                  <a:gd name="T1" fmla="*/ 0 h 45"/>
                  <a:gd name="T2" fmla="*/ 0 w 44"/>
                  <a:gd name="T3" fmla="*/ 853 h 45"/>
                  <a:gd name="T4" fmla="*/ 145 w 44"/>
                  <a:gd name="T5" fmla="*/ 760 h 45"/>
                  <a:gd name="T6" fmla="*/ 688 w 44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5">
                    <a:moveTo>
                      <a:pt x="44" y="0"/>
                    </a:moveTo>
                    <a:cubicBezTo>
                      <a:pt x="21" y="8"/>
                      <a:pt x="6" y="33"/>
                      <a:pt x="0" y="45"/>
                    </a:cubicBezTo>
                    <a:cubicBezTo>
                      <a:pt x="3" y="44"/>
                      <a:pt x="6" y="42"/>
                      <a:pt x="9" y="40"/>
                    </a:cubicBezTo>
                    <a:cubicBezTo>
                      <a:pt x="25" y="31"/>
                      <a:pt x="37" y="18"/>
                      <a:pt x="44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02" name="Freeform 1811">
                <a:extLst>
                  <a:ext uri="{FF2B5EF4-FFF2-40B4-BE49-F238E27FC236}">
                    <a16:creationId xmlns:a16="http://schemas.microsoft.com/office/drawing/2014/main" id="{92F208D9-C901-45EA-B9BE-6DE636EBA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3016"/>
                <a:ext cx="100" cy="24"/>
              </a:xfrm>
              <a:custGeom>
                <a:avLst/>
                <a:gdLst>
                  <a:gd name="T0" fmla="*/ 625 w 40"/>
                  <a:gd name="T1" fmla="*/ 21 h 9"/>
                  <a:gd name="T2" fmla="*/ 20 w 40"/>
                  <a:gd name="T3" fmla="*/ 93 h 9"/>
                  <a:gd name="T4" fmla="*/ 0 w 40"/>
                  <a:gd name="T5" fmla="*/ 77 h 9"/>
                  <a:gd name="T6" fmla="*/ 458 w 40"/>
                  <a:gd name="T7" fmla="*/ 93 h 9"/>
                  <a:gd name="T8" fmla="*/ 625 w 40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">
                    <a:moveTo>
                      <a:pt x="40" y="1"/>
                    </a:moveTo>
                    <a:cubicBezTo>
                      <a:pt x="32" y="0"/>
                      <a:pt x="12" y="3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8" y="7"/>
                      <a:pt x="16" y="9"/>
                      <a:pt x="29" y="5"/>
                    </a:cubicBezTo>
                    <a:cubicBezTo>
                      <a:pt x="32" y="4"/>
                      <a:pt x="36" y="3"/>
                      <a:pt x="40" y="1"/>
                    </a:cubicBez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03" name="Freeform 1812">
                <a:extLst>
                  <a:ext uri="{FF2B5EF4-FFF2-40B4-BE49-F238E27FC236}">
                    <a16:creationId xmlns:a16="http://schemas.microsoft.com/office/drawing/2014/main" id="{2660DB03-AE92-4EFF-BBF7-EDA2CB46B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515"/>
                <a:ext cx="235" cy="314"/>
              </a:xfrm>
              <a:custGeom>
                <a:avLst/>
                <a:gdLst>
                  <a:gd name="T0" fmla="*/ 0 w 94"/>
                  <a:gd name="T1" fmla="*/ 1530 h 118"/>
                  <a:gd name="T2" fmla="*/ 1470 w 94"/>
                  <a:gd name="T3" fmla="*/ 0 h 118"/>
                  <a:gd name="T4" fmla="*/ 0 w 94"/>
                  <a:gd name="T5" fmla="*/ 153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18">
                    <a:moveTo>
                      <a:pt x="0" y="81"/>
                    </a:moveTo>
                    <a:cubicBezTo>
                      <a:pt x="9" y="105"/>
                      <a:pt x="85" y="118"/>
                      <a:pt x="94" y="0"/>
                    </a:cubicBezTo>
                    <a:cubicBezTo>
                      <a:pt x="91" y="27"/>
                      <a:pt x="54" y="118"/>
                      <a:pt x="0" y="81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04" name="Freeform 1813">
                <a:extLst>
                  <a:ext uri="{FF2B5EF4-FFF2-40B4-BE49-F238E27FC236}">
                    <a16:creationId xmlns:a16="http://schemas.microsoft.com/office/drawing/2014/main" id="{0A2A1001-D03A-408E-BC9E-F17232AB0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600"/>
                <a:ext cx="235" cy="157"/>
              </a:xfrm>
              <a:custGeom>
                <a:avLst/>
                <a:gdLst>
                  <a:gd name="T0" fmla="*/ 0 w 94"/>
                  <a:gd name="T1" fmla="*/ 828 h 59"/>
                  <a:gd name="T2" fmla="*/ 1333 w 94"/>
                  <a:gd name="T3" fmla="*/ 657 h 59"/>
                  <a:gd name="T4" fmla="*/ 1470 w 94"/>
                  <a:gd name="T5" fmla="*/ 0 h 59"/>
                  <a:gd name="T6" fmla="*/ 1113 w 94"/>
                  <a:gd name="T7" fmla="*/ 567 h 59"/>
                  <a:gd name="T8" fmla="*/ 0 w 94"/>
                  <a:gd name="T9" fmla="*/ 828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59">
                    <a:moveTo>
                      <a:pt x="0" y="44"/>
                    </a:moveTo>
                    <a:cubicBezTo>
                      <a:pt x="10" y="56"/>
                      <a:pt x="69" y="59"/>
                      <a:pt x="85" y="35"/>
                    </a:cubicBezTo>
                    <a:cubicBezTo>
                      <a:pt x="85" y="22"/>
                      <a:pt x="88" y="5"/>
                      <a:pt x="94" y="0"/>
                    </a:cubicBezTo>
                    <a:cubicBezTo>
                      <a:pt x="80" y="13"/>
                      <a:pt x="87" y="15"/>
                      <a:pt x="71" y="30"/>
                    </a:cubicBezTo>
                    <a:cubicBezTo>
                      <a:pt x="55" y="45"/>
                      <a:pt x="19" y="53"/>
                      <a:pt x="0" y="44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05" name="Freeform 1814">
                <a:extLst>
                  <a:ext uri="{FF2B5EF4-FFF2-40B4-BE49-F238E27FC236}">
                    <a16:creationId xmlns:a16="http://schemas.microsoft.com/office/drawing/2014/main" id="{2703BE8D-BBB4-47A1-B397-1EFBF0E2C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941"/>
                <a:ext cx="268" cy="328"/>
              </a:xfrm>
              <a:custGeom>
                <a:avLst/>
                <a:gdLst>
                  <a:gd name="T0" fmla="*/ 0 w 107"/>
                  <a:gd name="T1" fmla="*/ 1707 h 123"/>
                  <a:gd name="T2" fmla="*/ 992 w 107"/>
                  <a:gd name="T3" fmla="*/ 2104 h 123"/>
                  <a:gd name="T4" fmla="*/ 1493 w 107"/>
                  <a:gd name="T5" fmla="*/ 0 h 123"/>
                  <a:gd name="T6" fmla="*/ 709 w 107"/>
                  <a:gd name="T7" fmla="*/ 2069 h 123"/>
                  <a:gd name="T8" fmla="*/ 0 w 107"/>
                  <a:gd name="T9" fmla="*/ 1707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23">
                    <a:moveTo>
                      <a:pt x="0" y="90"/>
                    </a:moveTo>
                    <a:cubicBezTo>
                      <a:pt x="7" y="107"/>
                      <a:pt x="39" y="123"/>
                      <a:pt x="63" y="111"/>
                    </a:cubicBezTo>
                    <a:cubicBezTo>
                      <a:pt x="86" y="100"/>
                      <a:pt x="107" y="63"/>
                      <a:pt x="95" y="0"/>
                    </a:cubicBezTo>
                    <a:cubicBezTo>
                      <a:pt x="96" y="25"/>
                      <a:pt x="97" y="103"/>
                      <a:pt x="45" y="109"/>
                    </a:cubicBezTo>
                    <a:cubicBezTo>
                      <a:pt x="15" y="111"/>
                      <a:pt x="0" y="90"/>
                      <a:pt x="0" y="9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06" name="Freeform 1815">
                <a:extLst>
                  <a:ext uri="{FF2B5EF4-FFF2-40B4-BE49-F238E27FC236}">
                    <a16:creationId xmlns:a16="http://schemas.microsoft.com/office/drawing/2014/main" id="{9EE7C7B6-5493-45B7-8737-675D1CA3A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3075"/>
                <a:ext cx="555" cy="128"/>
              </a:xfrm>
              <a:custGeom>
                <a:avLst/>
                <a:gdLst>
                  <a:gd name="T0" fmla="*/ 1595 w 222"/>
                  <a:gd name="T1" fmla="*/ 456 h 48"/>
                  <a:gd name="T2" fmla="*/ 2083 w 222"/>
                  <a:gd name="T3" fmla="*/ 435 h 48"/>
                  <a:gd name="T4" fmla="*/ 2783 w 222"/>
                  <a:gd name="T5" fmla="*/ 568 h 48"/>
                  <a:gd name="T6" fmla="*/ 3470 w 222"/>
                  <a:gd name="T7" fmla="*/ 0 h 48"/>
                  <a:gd name="T8" fmla="*/ 2720 w 222"/>
                  <a:gd name="T9" fmla="*/ 435 h 48"/>
                  <a:gd name="T10" fmla="*/ 1970 w 222"/>
                  <a:gd name="T11" fmla="*/ 264 h 48"/>
                  <a:gd name="T12" fmla="*/ 1395 w 222"/>
                  <a:gd name="T13" fmla="*/ 456 h 48"/>
                  <a:gd name="T14" fmla="*/ 0 w 222"/>
                  <a:gd name="T15" fmla="*/ 547 h 48"/>
                  <a:gd name="T16" fmla="*/ 1595 w 222"/>
                  <a:gd name="T17" fmla="*/ 456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2" h="48">
                    <a:moveTo>
                      <a:pt x="102" y="24"/>
                    </a:moveTo>
                    <a:cubicBezTo>
                      <a:pt x="115" y="19"/>
                      <a:pt x="120" y="17"/>
                      <a:pt x="133" y="23"/>
                    </a:cubicBezTo>
                    <a:cubicBezTo>
                      <a:pt x="146" y="29"/>
                      <a:pt x="165" y="34"/>
                      <a:pt x="178" y="30"/>
                    </a:cubicBezTo>
                    <a:cubicBezTo>
                      <a:pt x="191" y="26"/>
                      <a:pt x="212" y="6"/>
                      <a:pt x="222" y="0"/>
                    </a:cubicBezTo>
                    <a:cubicBezTo>
                      <a:pt x="208" y="3"/>
                      <a:pt x="188" y="21"/>
                      <a:pt x="174" y="23"/>
                    </a:cubicBezTo>
                    <a:cubicBezTo>
                      <a:pt x="160" y="26"/>
                      <a:pt x="138" y="13"/>
                      <a:pt x="126" y="14"/>
                    </a:cubicBezTo>
                    <a:cubicBezTo>
                      <a:pt x="115" y="14"/>
                      <a:pt x="120" y="10"/>
                      <a:pt x="89" y="24"/>
                    </a:cubicBezTo>
                    <a:cubicBezTo>
                      <a:pt x="59" y="37"/>
                      <a:pt x="14" y="36"/>
                      <a:pt x="0" y="29"/>
                    </a:cubicBezTo>
                    <a:cubicBezTo>
                      <a:pt x="15" y="36"/>
                      <a:pt x="45" y="48"/>
                      <a:pt x="102" y="24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07" name="Freeform 1816">
                <a:extLst>
                  <a:ext uri="{FF2B5EF4-FFF2-40B4-BE49-F238E27FC236}">
                    <a16:creationId xmlns:a16="http://schemas.microsoft.com/office/drawing/2014/main" id="{364E25CB-8B30-4FE3-AAA1-85093E74B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608"/>
                <a:ext cx="500" cy="336"/>
              </a:xfrm>
              <a:custGeom>
                <a:avLst/>
                <a:gdLst>
                  <a:gd name="T0" fmla="*/ 0 w 200"/>
                  <a:gd name="T1" fmla="*/ 1459 h 126"/>
                  <a:gd name="T2" fmla="*/ 1708 w 200"/>
                  <a:gd name="T3" fmla="*/ 2104 h 126"/>
                  <a:gd name="T4" fmla="*/ 3125 w 200"/>
                  <a:gd name="T5" fmla="*/ 0 h 126"/>
                  <a:gd name="T6" fmla="*/ 1625 w 200"/>
                  <a:gd name="T7" fmla="*/ 2013 h 126"/>
                  <a:gd name="T8" fmla="*/ 0 w 200"/>
                  <a:gd name="T9" fmla="*/ 1459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0" h="126">
                    <a:moveTo>
                      <a:pt x="0" y="77"/>
                    </a:moveTo>
                    <a:cubicBezTo>
                      <a:pt x="9" y="94"/>
                      <a:pt x="52" y="126"/>
                      <a:pt x="109" y="111"/>
                    </a:cubicBezTo>
                    <a:cubicBezTo>
                      <a:pt x="167" y="96"/>
                      <a:pt x="191" y="49"/>
                      <a:pt x="200" y="0"/>
                    </a:cubicBezTo>
                    <a:cubicBezTo>
                      <a:pt x="191" y="32"/>
                      <a:pt x="167" y="92"/>
                      <a:pt x="104" y="106"/>
                    </a:cubicBezTo>
                    <a:cubicBezTo>
                      <a:pt x="41" y="121"/>
                      <a:pt x="0" y="77"/>
                      <a:pt x="0" y="77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08" name="Freeform 1817">
                <a:extLst>
                  <a:ext uri="{FF2B5EF4-FFF2-40B4-BE49-F238E27FC236}">
                    <a16:creationId xmlns:a16="http://schemas.microsoft.com/office/drawing/2014/main" id="{8A630CE2-8D4F-4F4D-8BE9-FE53D5885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795"/>
                <a:ext cx="423" cy="226"/>
              </a:xfrm>
              <a:custGeom>
                <a:avLst/>
                <a:gdLst>
                  <a:gd name="T0" fmla="*/ 0 w 169"/>
                  <a:gd name="T1" fmla="*/ 771 h 85"/>
                  <a:gd name="T2" fmla="*/ 488 w 169"/>
                  <a:gd name="T3" fmla="*/ 771 h 85"/>
                  <a:gd name="T4" fmla="*/ 1304 w 169"/>
                  <a:gd name="T5" fmla="*/ 375 h 85"/>
                  <a:gd name="T6" fmla="*/ 1960 w 169"/>
                  <a:gd name="T7" fmla="*/ 997 h 85"/>
                  <a:gd name="T8" fmla="*/ 2651 w 169"/>
                  <a:gd name="T9" fmla="*/ 1598 h 85"/>
                  <a:gd name="T10" fmla="*/ 1930 w 169"/>
                  <a:gd name="T11" fmla="*/ 635 h 85"/>
                  <a:gd name="T12" fmla="*/ 771 w 169"/>
                  <a:gd name="T13" fmla="*/ 340 h 85"/>
                  <a:gd name="T14" fmla="*/ 0 w 169"/>
                  <a:gd name="T15" fmla="*/ 771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9" h="85">
                    <a:moveTo>
                      <a:pt x="0" y="41"/>
                    </a:moveTo>
                    <a:cubicBezTo>
                      <a:pt x="10" y="45"/>
                      <a:pt x="18" y="48"/>
                      <a:pt x="31" y="41"/>
                    </a:cubicBezTo>
                    <a:cubicBezTo>
                      <a:pt x="44" y="33"/>
                      <a:pt x="58" y="16"/>
                      <a:pt x="83" y="20"/>
                    </a:cubicBezTo>
                    <a:cubicBezTo>
                      <a:pt x="108" y="25"/>
                      <a:pt x="120" y="40"/>
                      <a:pt x="125" y="53"/>
                    </a:cubicBezTo>
                    <a:cubicBezTo>
                      <a:pt x="130" y="67"/>
                      <a:pt x="148" y="84"/>
                      <a:pt x="169" y="85"/>
                    </a:cubicBezTo>
                    <a:cubicBezTo>
                      <a:pt x="152" y="76"/>
                      <a:pt x="142" y="68"/>
                      <a:pt x="123" y="34"/>
                    </a:cubicBezTo>
                    <a:cubicBezTo>
                      <a:pt x="103" y="0"/>
                      <a:pt x="64" y="6"/>
                      <a:pt x="49" y="18"/>
                    </a:cubicBezTo>
                    <a:cubicBezTo>
                      <a:pt x="33" y="30"/>
                      <a:pt x="22" y="48"/>
                      <a:pt x="0" y="41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09" name="Freeform 1818">
                <a:extLst>
                  <a:ext uri="{FF2B5EF4-FFF2-40B4-BE49-F238E27FC236}">
                    <a16:creationId xmlns:a16="http://schemas.microsoft.com/office/drawing/2014/main" id="{F6BCA554-776D-49CF-A068-4AAEFC3FC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603"/>
                <a:ext cx="92" cy="242"/>
              </a:xfrm>
              <a:custGeom>
                <a:avLst/>
                <a:gdLst>
                  <a:gd name="T0" fmla="*/ 308 w 37"/>
                  <a:gd name="T1" fmla="*/ 1032 h 91"/>
                  <a:gd name="T2" fmla="*/ 0 w 37"/>
                  <a:gd name="T3" fmla="*/ 1713 h 91"/>
                  <a:gd name="T4" fmla="*/ 291 w 37"/>
                  <a:gd name="T5" fmla="*/ 1258 h 91"/>
                  <a:gd name="T6" fmla="*/ 495 w 37"/>
                  <a:gd name="T7" fmla="*/ 941 h 91"/>
                  <a:gd name="T8" fmla="*/ 557 w 37"/>
                  <a:gd name="T9" fmla="*/ 452 h 91"/>
                  <a:gd name="T10" fmla="*/ 370 w 37"/>
                  <a:gd name="T11" fmla="*/ 0 h 91"/>
                  <a:gd name="T12" fmla="*/ 308 w 37"/>
                  <a:gd name="T13" fmla="*/ 1032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91">
                    <a:moveTo>
                      <a:pt x="20" y="55"/>
                    </a:moveTo>
                    <a:cubicBezTo>
                      <a:pt x="8" y="70"/>
                      <a:pt x="8" y="80"/>
                      <a:pt x="0" y="91"/>
                    </a:cubicBezTo>
                    <a:cubicBezTo>
                      <a:pt x="8" y="89"/>
                      <a:pt x="13" y="76"/>
                      <a:pt x="19" y="67"/>
                    </a:cubicBezTo>
                    <a:cubicBezTo>
                      <a:pt x="25" y="59"/>
                      <a:pt x="27" y="58"/>
                      <a:pt x="32" y="50"/>
                    </a:cubicBezTo>
                    <a:cubicBezTo>
                      <a:pt x="37" y="41"/>
                      <a:pt x="37" y="36"/>
                      <a:pt x="36" y="24"/>
                    </a:cubicBezTo>
                    <a:cubicBezTo>
                      <a:pt x="35" y="13"/>
                      <a:pt x="31" y="8"/>
                      <a:pt x="24" y="0"/>
                    </a:cubicBezTo>
                    <a:cubicBezTo>
                      <a:pt x="29" y="12"/>
                      <a:pt x="37" y="35"/>
                      <a:pt x="20" y="55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10" name="Freeform 1819">
                <a:extLst>
                  <a:ext uri="{FF2B5EF4-FFF2-40B4-BE49-F238E27FC236}">
                    <a16:creationId xmlns:a16="http://schemas.microsoft.com/office/drawing/2014/main" id="{898A8C14-F925-4093-A7BC-1D3C5770C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432"/>
                <a:ext cx="268" cy="173"/>
              </a:xfrm>
              <a:custGeom>
                <a:avLst/>
                <a:gdLst>
                  <a:gd name="T0" fmla="*/ 63 w 107"/>
                  <a:gd name="T1" fmla="*/ 170 h 65"/>
                  <a:gd name="T2" fmla="*/ 784 w 107"/>
                  <a:gd name="T3" fmla="*/ 397 h 65"/>
                  <a:gd name="T4" fmla="*/ 1067 w 107"/>
                  <a:gd name="T5" fmla="*/ 793 h 65"/>
                  <a:gd name="T6" fmla="*/ 1285 w 107"/>
                  <a:gd name="T7" fmla="*/ 1190 h 65"/>
                  <a:gd name="T8" fmla="*/ 1681 w 107"/>
                  <a:gd name="T9" fmla="*/ 1057 h 65"/>
                  <a:gd name="T10" fmla="*/ 1505 w 107"/>
                  <a:gd name="T11" fmla="*/ 921 h 65"/>
                  <a:gd name="T12" fmla="*/ 1368 w 107"/>
                  <a:gd name="T13" fmla="*/ 567 h 65"/>
                  <a:gd name="T14" fmla="*/ 1285 w 107"/>
                  <a:gd name="T15" fmla="*/ 695 h 65"/>
                  <a:gd name="T16" fmla="*/ 1004 w 107"/>
                  <a:gd name="T17" fmla="*/ 341 h 65"/>
                  <a:gd name="T18" fmla="*/ 0 w 107"/>
                  <a:gd name="T19" fmla="*/ 149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7" h="65">
                    <a:moveTo>
                      <a:pt x="4" y="9"/>
                    </a:moveTo>
                    <a:cubicBezTo>
                      <a:pt x="22" y="6"/>
                      <a:pt x="39" y="13"/>
                      <a:pt x="50" y="21"/>
                    </a:cubicBezTo>
                    <a:cubicBezTo>
                      <a:pt x="58" y="26"/>
                      <a:pt x="63" y="34"/>
                      <a:pt x="68" y="42"/>
                    </a:cubicBezTo>
                    <a:cubicBezTo>
                      <a:pt x="72" y="49"/>
                      <a:pt x="73" y="60"/>
                      <a:pt x="82" y="63"/>
                    </a:cubicBezTo>
                    <a:cubicBezTo>
                      <a:pt x="88" y="65"/>
                      <a:pt x="105" y="62"/>
                      <a:pt x="107" y="56"/>
                    </a:cubicBezTo>
                    <a:cubicBezTo>
                      <a:pt x="102" y="54"/>
                      <a:pt x="99" y="52"/>
                      <a:pt x="96" y="49"/>
                    </a:cubicBezTo>
                    <a:cubicBezTo>
                      <a:pt x="91" y="43"/>
                      <a:pt x="91" y="36"/>
                      <a:pt x="87" y="30"/>
                    </a:cubicBezTo>
                    <a:cubicBezTo>
                      <a:pt x="88" y="37"/>
                      <a:pt x="90" y="42"/>
                      <a:pt x="82" y="37"/>
                    </a:cubicBezTo>
                    <a:cubicBezTo>
                      <a:pt x="74" y="33"/>
                      <a:pt x="70" y="24"/>
                      <a:pt x="64" y="18"/>
                    </a:cubicBezTo>
                    <a:cubicBezTo>
                      <a:pt x="49" y="2"/>
                      <a:pt x="19" y="0"/>
                      <a:pt x="0" y="8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11" name="Freeform 1820">
                <a:extLst>
                  <a:ext uri="{FF2B5EF4-FFF2-40B4-BE49-F238E27FC236}">
                    <a16:creationId xmlns:a16="http://schemas.microsoft.com/office/drawing/2014/main" id="{104BF1BF-3328-453A-A8C5-380EF2989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792"/>
                <a:ext cx="132" cy="85"/>
              </a:xfrm>
              <a:custGeom>
                <a:avLst/>
                <a:gdLst>
                  <a:gd name="T0" fmla="*/ 807 w 53"/>
                  <a:gd name="T1" fmla="*/ 566 h 32"/>
                  <a:gd name="T2" fmla="*/ 819 w 53"/>
                  <a:gd name="T3" fmla="*/ 566 h 32"/>
                  <a:gd name="T4" fmla="*/ 466 w 53"/>
                  <a:gd name="T5" fmla="*/ 35 h 32"/>
                  <a:gd name="T6" fmla="*/ 0 w 53"/>
                  <a:gd name="T7" fmla="*/ 0 h 32"/>
                  <a:gd name="T8" fmla="*/ 433 w 53"/>
                  <a:gd name="T9" fmla="*/ 452 h 32"/>
                  <a:gd name="T10" fmla="*/ 807 w 53"/>
                  <a:gd name="T11" fmla="*/ 566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2">
                    <a:moveTo>
                      <a:pt x="52" y="30"/>
                    </a:moveTo>
                    <a:cubicBezTo>
                      <a:pt x="53" y="30"/>
                      <a:pt x="53" y="30"/>
                      <a:pt x="53" y="30"/>
                    </a:cubicBezTo>
                    <a:cubicBezTo>
                      <a:pt x="45" y="22"/>
                      <a:pt x="37" y="13"/>
                      <a:pt x="30" y="2"/>
                    </a:cubicBezTo>
                    <a:cubicBezTo>
                      <a:pt x="22" y="2"/>
                      <a:pt x="13" y="2"/>
                      <a:pt x="0" y="0"/>
                    </a:cubicBezTo>
                    <a:cubicBezTo>
                      <a:pt x="10" y="9"/>
                      <a:pt x="19" y="20"/>
                      <a:pt x="28" y="24"/>
                    </a:cubicBezTo>
                    <a:cubicBezTo>
                      <a:pt x="44" y="32"/>
                      <a:pt x="52" y="30"/>
                      <a:pt x="52" y="3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12" name="Freeform 1821">
                <a:extLst>
                  <a:ext uri="{FF2B5EF4-FFF2-40B4-BE49-F238E27FC236}">
                    <a16:creationId xmlns:a16="http://schemas.microsoft.com/office/drawing/2014/main" id="{E4201DAE-152B-4C41-B770-B417E0BAA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227"/>
                <a:ext cx="173" cy="429"/>
              </a:xfrm>
              <a:custGeom>
                <a:avLst/>
                <a:gdLst>
                  <a:gd name="T0" fmla="*/ 1088 w 69"/>
                  <a:gd name="T1" fmla="*/ 0 h 161"/>
                  <a:gd name="T2" fmla="*/ 617 w 69"/>
                  <a:gd name="T3" fmla="*/ 773 h 161"/>
                  <a:gd name="T4" fmla="*/ 584 w 69"/>
                  <a:gd name="T5" fmla="*/ 1873 h 161"/>
                  <a:gd name="T6" fmla="*/ 188 w 69"/>
                  <a:gd name="T7" fmla="*/ 2742 h 161"/>
                  <a:gd name="T8" fmla="*/ 113 w 69"/>
                  <a:gd name="T9" fmla="*/ 3046 h 161"/>
                  <a:gd name="T10" fmla="*/ 364 w 69"/>
                  <a:gd name="T11" fmla="*/ 2705 h 161"/>
                  <a:gd name="T12" fmla="*/ 742 w 69"/>
                  <a:gd name="T13" fmla="*/ 1548 h 161"/>
                  <a:gd name="T14" fmla="*/ 1088 w 69"/>
                  <a:gd name="T15" fmla="*/ 0 h 1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161">
                    <a:moveTo>
                      <a:pt x="69" y="0"/>
                    </a:moveTo>
                    <a:cubicBezTo>
                      <a:pt x="55" y="2"/>
                      <a:pt x="43" y="9"/>
                      <a:pt x="39" y="41"/>
                    </a:cubicBezTo>
                    <a:cubicBezTo>
                      <a:pt x="36" y="72"/>
                      <a:pt x="39" y="79"/>
                      <a:pt x="37" y="99"/>
                    </a:cubicBezTo>
                    <a:cubicBezTo>
                      <a:pt x="35" y="119"/>
                      <a:pt x="24" y="135"/>
                      <a:pt x="12" y="145"/>
                    </a:cubicBezTo>
                    <a:cubicBezTo>
                      <a:pt x="0" y="155"/>
                      <a:pt x="5" y="159"/>
                      <a:pt x="7" y="161"/>
                    </a:cubicBezTo>
                    <a:cubicBezTo>
                      <a:pt x="7" y="156"/>
                      <a:pt x="15" y="150"/>
                      <a:pt x="23" y="143"/>
                    </a:cubicBezTo>
                    <a:cubicBezTo>
                      <a:pt x="33" y="134"/>
                      <a:pt x="44" y="118"/>
                      <a:pt x="47" y="82"/>
                    </a:cubicBezTo>
                    <a:cubicBezTo>
                      <a:pt x="49" y="46"/>
                      <a:pt x="41" y="3"/>
                      <a:pt x="69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13" name="Freeform 1822">
                <a:extLst>
                  <a:ext uri="{FF2B5EF4-FFF2-40B4-BE49-F238E27FC236}">
                    <a16:creationId xmlns:a16="http://schemas.microsoft.com/office/drawing/2014/main" id="{D07BB6D3-1E86-43A6-BB41-6875E070A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544"/>
                <a:ext cx="135" cy="243"/>
              </a:xfrm>
              <a:custGeom>
                <a:avLst/>
                <a:gdLst>
                  <a:gd name="T0" fmla="*/ 738 w 54"/>
                  <a:gd name="T1" fmla="*/ 0 h 91"/>
                  <a:gd name="T2" fmla="*/ 0 w 54"/>
                  <a:gd name="T3" fmla="*/ 1712 h 91"/>
                  <a:gd name="T4" fmla="*/ 738 w 54"/>
                  <a:gd name="T5" fmla="*/ 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91">
                    <a:moveTo>
                      <a:pt x="47" y="0"/>
                    </a:moveTo>
                    <a:cubicBezTo>
                      <a:pt x="47" y="26"/>
                      <a:pt x="33" y="78"/>
                      <a:pt x="0" y="90"/>
                    </a:cubicBezTo>
                    <a:cubicBezTo>
                      <a:pt x="19" y="91"/>
                      <a:pt x="54" y="58"/>
                      <a:pt x="47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14" name="Freeform 1823">
                <a:extLst>
                  <a:ext uri="{FF2B5EF4-FFF2-40B4-BE49-F238E27FC236}">
                    <a16:creationId xmlns:a16="http://schemas.microsoft.com/office/drawing/2014/main" id="{5951C175-A6F8-4EB8-A688-45526B4A4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288"/>
                <a:ext cx="102" cy="104"/>
              </a:xfrm>
              <a:custGeom>
                <a:avLst/>
                <a:gdLst>
                  <a:gd name="T0" fmla="*/ 632 w 41"/>
                  <a:gd name="T1" fmla="*/ 0 h 39"/>
                  <a:gd name="T2" fmla="*/ 187 w 41"/>
                  <a:gd name="T3" fmla="*/ 739 h 39"/>
                  <a:gd name="T4" fmla="*/ 632 w 41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9">
                    <a:moveTo>
                      <a:pt x="41" y="0"/>
                    </a:moveTo>
                    <a:cubicBezTo>
                      <a:pt x="24" y="0"/>
                      <a:pt x="0" y="11"/>
                      <a:pt x="12" y="39"/>
                    </a:cubicBezTo>
                    <a:cubicBezTo>
                      <a:pt x="10" y="26"/>
                      <a:pt x="16" y="5"/>
                      <a:pt x="41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15" name="Freeform 1824">
                <a:extLst>
                  <a:ext uri="{FF2B5EF4-FFF2-40B4-BE49-F238E27FC236}">
                    <a16:creationId xmlns:a16="http://schemas.microsoft.com/office/drawing/2014/main" id="{B7705B04-97BD-40AB-9DCD-9D53834FA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472"/>
                <a:ext cx="315" cy="171"/>
              </a:xfrm>
              <a:custGeom>
                <a:avLst/>
                <a:gdLst>
                  <a:gd name="T0" fmla="*/ 158 w 126"/>
                  <a:gd name="T1" fmla="*/ 1029 h 64"/>
                  <a:gd name="T2" fmla="*/ 345 w 126"/>
                  <a:gd name="T3" fmla="*/ 171 h 64"/>
                  <a:gd name="T4" fmla="*/ 1250 w 126"/>
                  <a:gd name="T5" fmla="*/ 363 h 64"/>
                  <a:gd name="T6" fmla="*/ 1520 w 126"/>
                  <a:gd name="T7" fmla="*/ 842 h 64"/>
                  <a:gd name="T8" fmla="*/ 1970 w 126"/>
                  <a:gd name="T9" fmla="*/ 1085 h 64"/>
                  <a:gd name="T10" fmla="*/ 1375 w 126"/>
                  <a:gd name="T11" fmla="*/ 799 h 64"/>
                  <a:gd name="T12" fmla="*/ 438 w 126"/>
                  <a:gd name="T13" fmla="*/ 307 h 64"/>
                  <a:gd name="T14" fmla="*/ 158 w 126"/>
                  <a:gd name="T15" fmla="*/ 1029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64">
                    <a:moveTo>
                      <a:pt x="10" y="54"/>
                    </a:moveTo>
                    <a:cubicBezTo>
                      <a:pt x="0" y="32"/>
                      <a:pt x="2" y="17"/>
                      <a:pt x="22" y="9"/>
                    </a:cubicBezTo>
                    <a:cubicBezTo>
                      <a:pt x="42" y="0"/>
                      <a:pt x="68" y="5"/>
                      <a:pt x="80" y="19"/>
                    </a:cubicBezTo>
                    <a:cubicBezTo>
                      <a:pt x="92" y="33"/>
                      <a:pt x="92" y="36"/>
                      <a:pt x="97" y="44"/>
                    </a:cubicBezTo>
                    <a:cubicBezTo>
                      <a:pt x="102" y="52"/>
                      <a:pt x="105" y="61"/>
                      <a:pt x="126" y="57"/>
                    </a:cubicBezTo>
                    <a:cubicBezTo>
                      <a:pt x="104" y="64"/>
                      <a:pt x="96" y="57"/>
                      <a:pt x="88" y="42"/>
                    </a:cubicBezTo>
                    <a:cubicBezTo>
                      <a:pt x="81" y="27"/>
                      <a:pt x="59" y="5"/>
                      <a:pt x="28" y="16"/>
                    </a:cubicBezTo>
                    <a:cubicBezTo>
                      <a:pt x="14" y="21"/>
                      <a:pt x="6" y="30"/>
                      <a:pt x="10" y="54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16" name="Freeform 1825">
                <a:extLst>
                  <a:ext uri="{FF2B5EF4-FFF2-40B4-BE49-F238E27FC236}">
                    <a16:creationId xmlns:a16="http://schemas.microsoft.com/office/drawing/2014/main" id="{7813443D-1444-41BE-B8C4-C8F04298E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499"/>
                <a:ext cx="137" cy="53"/>
              </a:xfrm>
              <a:custGeom>
                <a:avLst/>
                <a:gdLst>
                  <a:gd name="T0" fmla="*/ 0 w 55"/>
                  <a:gd name="T1" fmla="*/ 371 h 20"/>
                  <a:gd name="T2" fmla="*/ 849 w 55"/>
                  <a:gd name="T3" fmla="*/ 281 h 20"/>
                  <a:gd name="T4" fmla="*/ 0 w 55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0">
                    <a:moveTo>
                      <a:pt x="0" y="20"/>
                    </a:moveTo>
                    <a:cubicBezTo>
                      <a:pt x="11" y="6"/>
                      <a:pt x="32" y="0"/>
                      <a:pt x="55" y="15"/>
                    </a:cubicBezTo>
                    <a:cubicBezTo>
                      <a:pt x="45" y="11"/>
                      <a:pt x="21" y="5"/>
                      <a:pt x="0" y="2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17" name="Freeform 1826">
                <a:extLst>
                  <a:ext uri="{FF2B5EF4-FFF2-40B4-BE49-F238E27FC236}">
                    <a16:creationId xmlns:a16="http://schemas.microsoft.com/office/drawing/2014/main" id="{F5FA3243-A176-4797-BD9F-16A63EE70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747"/>
                <a:ext cx="277" cy="50"/>
              </a:xfrm>
              <a:custGeom>
                <a:avLst/>
                <a:gdLst>
                  <a:gd name="T0" fmla="*/ 0 w 111"/>
                  <a:gd name="T1" fmla="*/ 255 h 19"/>
                  <a:gd name="T2" fmla="*/ 561 w 111"/>
                  <a:gd name="T3" fmla="*/ 21 h 19"/>
                  <a:gd name="T4" fmla="*/ 1245 w 111"/>
                  <a:gd name="T5" fmla="*/ 145 h 19"/>
                  <a:gd name="T6" fmla="*/ 1724 w 111"/>
                  <a:gd name="T7" fmla="*/ 347 h 19"/>
                  <a:gd name="T8" fmla="*/ 1308 w 111"/>
                  <a:gd name="T9" fmla="*/ 221 h 19"/>
                  <a:gd name="T10" fmla="*/ 529 w 111"/>
                  <a:gd name="T11" fmla="*/ 111 h 19"/>
                  <a:gd name="T12" fmla="*/ 0 w 111"/>
                  <a:gd name="T13" fmla="*/ 25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1" h="19">
                    <a:moveTo>
                      <a:pt x="0" y="14"/>
                    </a:moveTo>
                    <a:cubicBezTo>
                      <a:pt x="14" y="2"/>
                      <a:pt x="26" y="0"/>
                      <a:pt x="36" y="1"/>
                    </a:cubicBezTo>
                    <a:cubicBezTo>
                      <a:pt x="47" y="2"/>
                      <a:pt x="56" y="8"/>
                      <a:pt x="80" y="8"/>
                    </a:cubicBezTo>
                    <a:cubicBezTo>
                      <a:pt x="104" y="8"/>
                      <a:pt x="104" y="11"/>
                      <a:pt x="111" y="19"/>
                    </a:cubicBezTo>
                    <a:cubicBezTo>
                      <a:pt x="106" y="14"/>
                      <a:pt x="106" y="11"/>
                      <a:pt x="84" y="12"/>
                    </a:cubicBezTo>
                    <a:cubicBezTo>
                      <a:pt x="62" y="14"/>
                      <a:pt x="42" y="8"/>
                      <a:pt x="34" y="6"/>
                    </a:cubicBezTo>
                    <a:cubicBezTo>
                      <a:pt x="26" y="4"/>
                      <a:pt x="7" y="6"/>
                      <a:pt x="0" y="14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18" name="Freeform 1827">
                <a:extLst>
                  <a:ext uri="{FF2B5EF4-FFF2-40B4-BE49-F238E27FC236}">
                    <a16:creationId xmlns:a16="http://schemas.microsoft.com/office/drawing/2014/main" id="{D6189C25-4E9B-4E53-B874-8527421A9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851"/>
                <a:ext cx="235" cy="146"/>
              </a:xfrm>
              <a:custGeom>
                <a:avLst/>
                <a:gdLst>
                  <a:gd name="T0" fmla="*/ 813 w 94"/>
                  <a:gd name="T1" fmla="*/ 247 h 55"/>
                  <a:gd name="T2" fmla="*/ 1470 w 94"/>
                  <a:gd name="T3" fmla="*/ 1030 h 55"/>
                  <a:gd name="T4" fmla="*/ 938 w 94"/>
                  <a:gd name="T5" fmla="*/ 149 h 55"/>
                  <a:gd name="T6" fmla="*/ 0 w 94"/>
                  <a:gd name="T7" fmla="*/ 579 h 55"/>
                  <a:gd name="T8" fmla="*/ 813 w 94"/>
                  <a:gd name="T9" fmla="*/ 24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55">
                    <a:moveTo>
                      <a:pt x="52" y="13"/>
                    </a:moveTo>
                    <a:cubicBezTo>
                      <a:pt x="70" y="16"/>
                      <a:pt x="86" y="32"/>
                      <a:pt x="94" y="55"/>
                    </a:cubicBezTo>
                    <a:cubicBezTo>
                      <a:pt x="89" y="31"/>
                      <a:pt x="80" y="16"/>
                      <a:pt x="60" y="8"/>
                    </a:cubicBezTo>
                    <a:cubicBezTo>
                      <a:pt x="40" y="0"/>
                      <a:pt x="17" y="13"/>
                      <a:pt x="0" y="31"/>
                    </a:cubicBezTo>
                    <a:cubicBezTo>
                      <a:pt x="13" y="23"/>
                      <a:pt x="28" y="11"/>
                      <a:pt x="52" y="13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19" name="Freeform 1828">
                <a:extLst>
                  <a:ext uri="{FF2B5EF4-FFF2-40B4-BE49-F238E27FC236}">
                    <a16:creationId xmlns:a16="http://schemas.microsoft.com/office/drawing/2014/main" id="{63CC927D-D883-4B95-A9BA-608B0EF48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920"/>
                <a:ext cx="173" cy="101"/>
              </a:xfrm>
              <a:custGeom>
                <a:avLst/>
                <a:gdLst>
                  <a:gd name="T0" fmla="*/ 1088 w 69"/>
                  <a:gd name="T1" fmla="*/ 340 h 38"/>
                  <a:gd name="T2" fmla="*/ 0 w 69"/>
                  <a:gd name="T3" fmla="*/ 712 h 38"/>
                  <a:gd name="T4" fmla="*/ 1088 w 69"/>
                  <a:gd name="T5" fmla="*/ 31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8">
                    <a:moveTo>
                      <a:pt x="69" y="18"/>
                    </a:moveTo>
                    <a:cubicBezTo>
                      <a:pt x="49" y="9"/>
                      <a:pt x="9" y="37"/>
                      <a:pt x="0" y="38"/>
                    </a:cubicBezTo>
                    <a:cubicBezTo>
                      <a:pt x="20" y="28"/>
                      <a:pt x="50" y="0"/>
                      <a:pt x="69" y="17"/>
                    </a:cubicBezTo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20" name="Freeform 1829">
                <a:extLst>
                  <a:ext uri="{FF2B5EF4-FFF2-40B4-BE49-F238E27FC236}">
                    <a16:creationId xmlns:a16="http://schemas.microsoft.com/office/drawing/2014/main" id="{49732AD1-D32C-4FF0-BC6F-29641221E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019"/>
                <a:ext cx="200" cy="53"/>
              </a:xfrm>
              <a:custGeom>
                <a:avLst/>
                <a:gdLst>
                  <a:gd name="T0" fmla="*/ 0 w 80"/>
                  <a:gd name="T1" fmla="*/ 371 h 20"/>
                  <a:gd name="T2" fmla="*/ 688 w 80"/>
                  <a:gd name="T3" fmla="*/ 0 h 20"/>
                  <a:gd name="T4" fmla="*/ 1250 w 80"/>
                  <a:gd name="T5" fmla="*/ 191 h 20"/>
                  <a:gd name="T6" fmla="*/ 688 w 80"/>
                  <a:gd name="T7" fmla="*/ 90 h 20"/>
                  <a:gd name="T8" fmla="*/ 0 w 80"/>
                  <a:gd name="T9" fmla="*/ 37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20">
                    <a:moveTo>
                      <a:pt x="0" y="20"/>
                    </a:moveTo>
                    <a:cubicBezTo>
                      <a:pt x="11" y="17"/>
                      <a:pt x="28" y="0"/>
                      <a:pt x="44" y="0"/>
                    </a:cubicBezTo>
                    <a:cubicBezTo>
                      <a:pt x="60" y="1"/>
                      <a:pt x="70" y="9"/>
                      <a:pt x="80" y="10"/>
                    </a:cubicBezTo>
                    <a:cubicBezTo>
                      <a:pt x="67" y="11"/>
                      <a:pt x="54" y="6"/>
                      <a:pt x="44" y="5"/>
                    </a:cubicBezTo>
                    <a:cubicBezTo>
                      <a:pt x="34" y="4"/>
                      <a:pt x="12" y="18"/>
                      <a:pt x="0" y="2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21" name="Freeform 1830">
                <a:extLst>
                  <a:ext uri="{FF2B5EF4-FFF2-40B4-BE49-F238E27FC236}">
                    <a16:creationId xmlns:a16="http://schemas.microsoft.com/office/drawing/2014/main" id="{A2191EEA-A3AF-49A8-B926-04C3849EB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944"/>
                <a:ext cx="57" cy="213"/>
              </a:xfrm>
              <a:custGeom>
                <a:avLst/>
                <a:gdLst>
                  <a:gd name="T0" fmla="*/ 0 w 23"/>
                  <a:gd name="T1" fmla="*/ 0 h 80"/>
                  <a:gd name="T2" fmla="*/ 216 w 23"/>
                  <a:gd name="T3" fmla="*/ 865 h 80"/>
                  <a:gd name="T4" fmla="*/ 183 w 23"/>
                  <a:gd name="T5" fmla="*/ 1510 h 80"/>
                  <a:gd name="T6" fmla="*/ 287 w 23"/>
                  <a:gd name="T7" fmla="*/ 865 h 80"/>
                  <a:gd name="T8" fmla="*/ 0 w 23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80">
                    <a:moveTo>
                      <a:pt x="0" y="0"/>
                    </a:moveTo>
                    <a:cubicBezTo>
                      <a:pt x="12" y="9"/>
                      <a:pt x="18" y="28"/>
                      <a:pt x="14" y="46"/>
                    </a:cubicBezTo>
                    <a:cubicBezTo>
                      <a:pt x="12" y="60"/>
                      <a:pt x="0" y="78"/>
                      <a:pt x="12" y="80"/>
                    </a:cubicBezTo>
                    <a:cubicBezTo>
                      <a:pt x="8" y="76"/>
                      <a:pt x="18" y="61"/>
                      <a:pt x="19" y="46"/>
                    </a:cubicBezTo>
                    <a:cubicBezTo>
                      <a:pt x="20" y="32"/>
                      <a:pt x="23" y="14"/>
                      <a:pt x="0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22" name="Freeform 1831">
                <a:extLst>
                  <a:ext uri="{FF2B5EF4-FFF2-40B4-BE49-F238E27FC236}">
                    <a16:creationId xmlns:a16="http://schemas.microsoft.com/office/drawing/2014/main" id="{62EC813D-4881-442C-AAE7-3366FFCFA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344"/>
                <a:ext cx="155" cy="211"/>
              </a:xfrm>
              <a:custGeom>
                <a:avLst/>
                <a:gdLst>
                  <a:gd name="T0" fmla="*/ 0 w 62"/>
                  <a:gd name="T1" fmla="*/ 1311 h 79"/>
                  <a:gd name="T2" fmla="*/ 583 w 62"/>
                  <a:gd name="T3" fmla="*/ 764 h 79"/>
                  <a:gd name="T4" fmla="*/ 800 w 62"/>
                  <a:gd name="T5" fmla="*/ 342 h 79"/>
                  <a:gd name="T6" fmla="*/ 970 w 62"/>
                  <a:gd name="T7" fmla="*/ 0 h 79"/>
                  <a:gd name="T8" fmla="*/ 958 w 62"/>
                  <a:gd name="T9" fmla="*/ 649 h 79"/>
                  <a:gd name="T10" fmla="*/ 783 w 62"/>
                  <a:gd name="T11" fmla="*/ 1506 h 79"/>
                  <a:gd name="T12" fmla="*/ 738 w 62"/>
                  <a:gd name="T13" fmla="*/ 935 h 79"/>
                  <a:gd name="T14" fmla="*/ 175 w 62"/>
                  <a:gd name="T15" fmla="*/ 1140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79">
                    <a:moveTo>
                      <a:pt x="0" y="69"/>
                    </a:moveTo>
                    <a:cubicBezTo>
                      <a:pt x="13" y="61"/>
                      <a:pt x="28" y="51"/>
                      <a:pt x="37" y="40"/>
                    </a:cubicBezTo>
                    <a:cubicBezTo>
                      <a:pt x="43" y="34"/>
                      <a:pt x="47" y="25"/>
                      <a:pt x="51" y="18"/>
                    </a:cubicBezTo>
                    <a:cubicBezTo>
                      <a:pt x="55" y="12"/>
                      <a:pt x="60" y="6"/>
                      <a:pt x="62" y="0"/>
                    </a:cubicBezTo>
                    <a:cubicBezTo>
                      <a:pt x="60" y="11"/>
                      <a:pt x="60" y="22"/>
                      <a:pt x="61" y="34"/>
                    </a:cubicBezTo>
                    <a:cubicBezTo>
                      <a:pt x="61" y="46"/>
                      <a:pt x="59" y="70"/>
                      <a:pt x="50" y="79"/>
                    </a:cubicBezTo>
                    <a:cubicBezTo>
                      <a:pt x="53" y="73"/>
                      <a:pt x="59" y="57"/>
                      <a:pt x="47" y="49"/>
                    </a:cubicBezTo>
                    <a:cubicBezTo>
                      <a:pt x="35" y="41"/>
                      <a:pt x="22" y="57"/>
                      <a:pt x="11" y="6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23" name="Freeform 1832">
                <a:extLst>
                  <a:ext uri="{FF2B5EF4-FFF2-40B4-BE49-F238E27FC236}">
                    <a16:creationId xmlns:a16="http://schemas.microsoft.com/office/drawing/2014/main" id="{94C8EA02-7C12-4C22-8C3A-2EBCEA18E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885"/>
                <a:ext cx="280" cy="86"/>
              </a:xfrm>
              <a:custGeom>
                <a:avLst/>
                <a:gdLst>
                  <a:gd name="T0" fmla="*/ 0 w 112"/>
                  <a:gd name="T1" fmla="*/ 312 h 32"/>
                  <a:gd name="T2" fmla="*/ 1750 w 112"/>
                  <a:gd name="T3" fmla="*/ 0 h 32"/>
                  <a:gd name="T4" fmla="*/ 0 w 112"/>
                  <a:gd name="T5" fmla="*/ 312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32">
                    <a:moveTo>
                      <a:pt x="0" y="16"/>
                    </a:moveTo>
                    <a:cubicBezTo>
                      <a:pt x="36" y="32"/>
                      <a:pt x="77" y="31"/>
                      <a:pt x="112" y="0"/>
                    </a:cubicBezTo>
                    <a:cubicBezTo>
                      <a:pt x="105" y="5"/>
                      <a:pt x="70" y="31"/>
                      <a:pt x="0" y="16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24" name="Freeform 1833">
                <a:extLst>
                  <a:ext uri="{FF2B5EF4-FFF2-40B4-BE49-F238E27FC236}">
                    <a16:creationId xmlns:a16="http://schemas.microsoft.com/office/drawing/2014/main" id="{21C77A3B-91AA-43A3-9321-791D5EDCE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968"/>
                <a:ext cx="75" cy="107"/>
              </a:xfrm>
              <a:custGeom>
                <a:avLst/>
                <a:gdLst>
                  <a:gd name="T0" fmla="*/ 0 w 30"/>
                  <a:gd name="T1" fmla="*/ 765 h 40"/>
                  <a:gd name="T2" fmla="*/ 238 w 30"/>
                  <a:gd name="T3" fmla="*/ 342 h 40"/>
                  <a:gd name="T4" fmla="*/ 333 w 30"/>
                  <a:gd name="T5" fmla="*/ 21 h 40"/>
                  <a:gd name="T6" fmla="*/ 408 w 30"/>
                  <a:gd name="T7" fmla="*/ 342 h 40"/>
                  <a:gd name="T8" fmla="*/ 20 w 30"/>
                  <a:gd name="T9" fmla="*/ 76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0">
                    <a:moveTo>
                      <a:pt x="0" y="40"/>
                    </a:moveTo>
                    <a:cubicBezTo>
                      <a:pt x="6" y="35"/>
                      <a:pt x="12" y="25"/>
                      <a:pt x="15" y="18"/>
                    </a:cubicBezTo>
                    <a:cubicBezTo>
                      <a:pt x="18" y="11"/>
                      <a:pt x="14" y="2"/>
                      <a:pt x="21" y="1"/>
                    </a:cubicBezTo>
                    <a:cubicBezTo>
                      <a:pt x="30" y="0"/>
                      <a:pt x="28" y="12"/>
                      <a:pt x="26" y="18"/>
                    </a:cubicBezTo>
                    <a:cubicBezTo>
                      <a:pt x="22" y="28"/>
                      <a:pt x="9" y="34"/>
                      <a:pt x="1" y="4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25" name="Freeform 1834">
                <a:extLst>
                  <a:ext uri="{FF2B5EF4-FFF2-40B4-BE49-F238E27FC236}">
                    <a16:creationId xmlns:a16="http://schemas.microsoft.com/office/drawing/2014/main" id="{E78A0D3A-86CD-4246-A744-97C3541E2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533"/>
                <a:ext cx="110" cy="78"/>
              </a:xfrm>
              <a:custGeom>
                <a:avLst/>
                <a:gdLst>
                  <a:gd name="T0" fmla="*/ 0 w 44"/>
                  <a:gd name="T1" fmla="*/ 0 h 29"/>
                  <a:gd name="T2" fmla="*/ 283 w 44"/>
                  <a:gd name="T3" fmla="*/ 527 h 29"/>
                  <a:gd name="T4" fmla="*/ 688 w 44"/>
                  <a:gd name="T5" fmla="*/ 390 h 29"/>
                  <a:gd name="T6" fmla="*/ 488 w 44"/>
                  <a:gd name="T7" fmla="*/ 137 h 29"/>
                  <a:gd name="T8" fmla="*/ 63 w 44"/>
                  <a:gd name="T9" fmla="*/ 8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9">
                    <a:moveTo>
                      <a:pt x="0" y="0"/>
                    </a:moveTo>
                    <a:cubicBezTo>
                      <a:pt x="7" y="8"/>
                      <a:pt x="6" y="23"/>
                      <a:pt x="18" y="27"/>
                    </a:cubicBezTo>
                    <a:cubicBezTo>
                      <a:pt x="26" y="29"/>
                      <a:pt x="39" y="28"/>
                      <a:pt x="44" y="20"/>
                    </a:cubicBezTo>
                    <a:cubicBezTo>
                      <a:pt x="38" y="17"/>
                      <a:pt x="34" y="14"/>
                      <a:pt x="31" y="7"/>
                    </a:cubicBezTo>
                    <a:cubicBezTo>
                      <a:pt x="35" y="24"/>
                      <a:pt x="5" y="13"/>
                      <a:pt x="4" y="4"/>
                    </a:cubicBezTo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26" name="Freeform 1835">
                <a:extLst>
                  <a:ext uri="{FF2B5EF4-FFF2-40B4-BE49-F238E27FC236}">
                    <a16:creationId xmlns:a16="http://schemas.microsoft.com/office/drawing/2014/main" id="{4E41C9E9-2F6A-4928-88AA-5EE6E8C2D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643"/>
                <a:ext cx="80" cy="90"/>
              </a:xfrm>
              <a:custGeom>
                <a:avLst/>
                <a:gdLst>
                  <a:gd name="T0" fmla="*/ 0 w 32"/>
                  <a:gd name="T1" fmla="*/ 609 h 34"/>
                  <a:gd name="T2" fmla="*/ 395 w 32"/>
                  <a:gd name="T3" fmla="*/ 408 h 34"/>
                  <a:gd name="T4" fmla="*/ 500 w 32"/>
                  <a:gd name="T5" fmla="*/ 0 h 34"/>
                  <a:gd name="T6" fmla="*/ 425 w 32"/>
                  <a:gd name="T7" fmla="*/ 183 h 34"/>
                  <a:gd name="T8" fmla="*/ 20 w 32"/>
                  <a:gd name="T9" fmla="*/ 63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4">
                    <a:moveTo>
                      <a:pt x="0" y="33"/>
                    </a:moveTo>
                    <a:cubicBezTo>
                      <a:pt x="8" y="33"/>
                      <a:pt x="19" y="27"/>
                      <a:pt x="25" y="22"/>
                    </a:cubicBezTo>
                    <a:cubicBezTo>
                      <a:pt x="31" y="16"/>
                      <a:pt x="31" y="7"/>
                      <a:pt x="32" y="0"/>
                    </a:cubicBezTo>
                    <a:cubicBezTo>
                      <a:pt x="30" y="3"/>
                      <a:pt x="29" y="7"/>
                      <a:pt x="27" y="10"/>
                    </a:cubicBezTo>
                    <a:cubicBezTo>
                      <a:pt x="23" y="21"/>
                      <a:pt x="11" y="29"/>
                      <a:pt x="1" y="34"/>
                    </a:cubicBezTo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27" name="Freeform 1836">
                <a:extLst>
                  <a:ext uri="{FF2B5EF4-FFF2-40B4-BE49-F238E27FC236}">
                    <a16:creationId xmlns:a16="http://schemas.microsoft.com/office/drawing/2014/main" id="{44CC3C8A-C402-4A05-94CF-5C475E53A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824"/>
                <a:ext cx="77" cy="51"/>
              </a:xfrm>
              <a:custGeom>
                <a:avLst/>
                <a:gdLst>
                  <a:gd name="T0" fmla="*/ 0 w 31"/>
                  <a:gd name="T1" fmla="*/ 115 h 19"/>
                  <a:gd name="T2" fmla="*/ 400 w 31"/>
                  <a:gd name="T3" fmla="*/ 330 h 19"/>
                  <a:gd name="T4" fmla="*/ 246 w 31"/>
                  <a:gd name="T5" fmla="*/ 0 h 19"/>
                  <a:gd name="T6" fmla="*/ 0 w 31"/>
                  <a:gd name="T7" fmla="*/ 11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9">
                    <a:moveTo>
                      <a:pt x="0" y="6"/>
                    </a:moveTo>
                    <a:cubicBezTo>
                      <a:pt x="11" y="15"/>
                      <a:pt x="22" y="19"/>
                      <a:pt x="26" y="17"/>
                    </a:cubicBezTo>
                    <a:cubicBezTo>
                      <a:pt x="31" y="16"/>
                      <a:pt x="16" y="0"/>
                      <a:pt x="16" y="0"/>
                    </a:cubicBezTo>
                    <a:cubicBezTo>
                      <a:pt x="17" y="6"/>
                      <a:pt x="12" y="12"/>
                      <a:pt x="0" y="6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28" name="Freeform 1837">
                <a:extLst>
                  <a:ext uri="{FF2B5EF4-FFF2-40B4-BE49-F238E27FC236}">
                    <a16:creationId xmlns:a16="http://schemas.microsoft.com/office/drawing/2014/main" id="{9A6E3037-756C-417E-8A25-90A96093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829"/>
                <a:ext cx="170" cy="123"/>
              </a:xfrm>
              <a:custGeom>
                <a:avLst/>
                <a:gdLst>
                  <a:gd name="T0" fmla="*/ 0 w 68"/>
                  <a:gd name="T1" fmla="*/ 193 h 46"/>
                  <a:gd name="T2" fmla="*/ 1063 w 68"/>
                  <a:gd name="T3" fmla="*/ 880 h 46"/>
                  <a:gd name="T4" fmla="*/ 533 w 68"/>
                  <a:gd name="T5" fmla="*/ 78 h 46"/>
                  <a:gd name="T6" fmla="*/ 0 w 68"/>
                  <a:gd name="T7" fmla="*/ 193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6">
                    <a:moveTo>
                      <a:pt x="0" y="10"/>
                    </a:moveTo>
                    <a:cubicBezTo>
                      <a:pt x="15" y="5"/>
                      <a:pt x="57" y="10"/>
                      <a:pt x="68" y="46"/>
                    </a:cubicBezTo>
                    <a:cubicBezTo>
                      <a:pt x="66" y="30"/>
                      <a:pt x="55" y="7"/>
                      <a:pt x="34" y="4"/>
                    </a:cubicBezTo>
                    <a:cubicBezTo>
                      <a:pt x="14" y="0"/>
                      <a:pt x="11" y="4"/>
                      <a:pt x="0" y="10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29" name="Freeform 1838">
                <a:extLst>
                  <a:ext uri="{FF2B5EF4-FFF2-40B4-BE49-F238E27FC236}">
                    <a16:creationId xmlns:a16="http://schemas.microsoft.com/office/drawing/2014/main" id="{4014F0FE-3E6B-4BC2-B5B7-C0367C7D5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624"/>
                <a:ext cx="133" cy="147"/>
              </a:xfrm>
              <a:custGeom>
                <a:avLst/>
                <a:gdLst>
                  <a:gd name="T0" fmla="*/ 0 w 53"/>
                  <a:gd name="T1" fmla="*/ 1050 h 55"/>
                  <a:gd name="T2" fmla="*/ 838 w 53"/>
                  <a:gd name="T3" fmla="*/ 0 h 55"/>
                  <a:gd name="T4" fmla="*/ 0 w 53"/>
                  <a:gd name="T5" fmla="*/ 105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5">
                    <a:moveTo>
                      <a:pt x="0" y="55"/>
                    </a:moveTo>
                    <a:cubicBezTo>
                      <a:pt x="16" y="54"/>
                      <a:pt x="44" y="43"/>
                      <a:pt x="53" y="0"/>
                    </a:cubicBezTo>
                    <a:cubicBezTo>
                      <a:pt x="47" y="17"/>
                      <a:pt x="36" y="43"/>
                      <a:pt x="0" y="55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30" name="Freeform 1839">
                <a:extLst>
                  <a:ext uri="{FF2B5EF4-FFF2-40B4-BE49-F238E27FC236}">
                    <a16:creationId xmlns:a16="http://schemas.microsoft.com/office/drawing/2014/main" id="{A07813C4-9EDB-49DE-BA93-901003C83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344"/>
                <a:ext cx="65" cy="133"/>
              </a:xfrm>
              <a:custGeom>
                <a:avLst/>
                <a:gdLst>
                  <a:gd name="T0" fmla="*/ 0 w 26"/>
                  <a:gd name="T1" fmla="*/ 636 h 50"/>
                  <a:gd name="T2" fmla="*/ 375 w 26"/>
                  <a:gd name="T3" fmla="*/ 694 h 50"/>
                  <a:gd name="T4" fmla="*/ 363 w 26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0">
                    <a:moveTo>
                      <a:pt x="0" y="34"/>
                    </a:moveTo>
                    <a:cubicBezTo>
                      <a:pt x="12" y="22"/>
                      <a:pt x="21" y="25"/>
                      <a:pt x="24" y="37"/>
                    </a:cubicBezTo>
                    <a:cubicBezTo>
                      <a:pt x="26" y="50"/>
                      <a:pt x="23" y="0"/>
                      <a:pt x="23" y="0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31" name="Freeform 1840">
                <a:extLst>
                  <a:ext uri="{FF2B5EF4-FFF2-40B4-BE49-F238E27FC236}">
                    <a16:creationId xmlns:a16="http://schemas.microsoft.com/office/drawing/2014/main" id="{1D6AFA70-A1B7-49C1-B4CC-1E92652B6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237"/>
                <a:ext cx="67" cy="43"/>
              </a:xfrm>
              <a:custGeom>
                <a:avLst/>
                <a:gdLst>
                  <a:gd name="T0" fmla="*/ 0 w 27"/>
                  <a:gd name="T1" fmla="*/ 312 h 16"/>
                  <a:gd name="T2" fmla="*/ 184 w 27"/>
                  <a:gd name="T3" fmla="*/ 22 h 16"/>
                  <a:gd name="T4" fmla="*/ 412 w 27"/>
                  <a:gd name="T5" fmla="*/ 253 h 16"/>
                  <a:gd name="T6" fmla="*/ 62 w 27"/>
                  <a:gd name="T7" fmla="*/ 27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6">
                    <a:moveTo>
                      <a:pt x="0" y="16"/>
                    </a:moveTo>
                    <a:cubicBezTo>
                      <a:pt x="0" y="7"/>
                      <a:pt x="3" y="0"/>
                      <a:pt x="12" y="1"/>
                    </a:cubicBezTo>
                    <a:cubicBezTo>
                      <a:pt x="19" y="1"/>
                      <a:pt x="23" y="7"/>
                      <a:pt x="27" y="13"/>
                    </a:cubicBezTo>
                    <a:cubicBezTo>
                      <a:pt x="19" y="10"/>
                      <a:pt x="12" y="15"/>
                      <a:pt x="4" y="14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32" name="Freeform 1841">
                <a:extLst>
                  <a:ext uri="{FF2B5EF4-FFF2-40B4-BE49-F238E27FC236}">
                    <a16:creationId xmlns:a16="http://schemas.microsoft.com/office/drawing/2014/main" id="{EA4D597B-6C2D-43FC-94EB-E16B97519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168"/>
                <a:ext cx="85" cy="101"/>
              </a:xfrm>
              <a:custGeom>
                <a:avLst/>
                <a:gdLst>
                  <a:gd name="T0" fmla="*/ 0 w 34"/>
                  <a:gd name="T1" fmla="*/ 319 h 38"/>
                  <a:gd name="T2" fmla="*/ 533 w 34"/>
                  <a:gd name="T3" fmla="*/ 712 h 38"/>
                  <a:gd name="T4" fmla="*/ 145 w 34"/>
                  <a:gd name="T5" fmla="*/ 31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8">
                    <a:moveTo>
                      <a:pt x="0" y="17"/>
                    </a:moveTo>
                    <a:cubicBezTo>
                      <a:pt x="20" y="0"/>
                      <a:pt x="34" y="18"/>
                      <a:pt x="34" y="38"/>
                    </a:cubicBezTo>
                    <a:cubicBezTo>
                      <a:pt x="28" y="29"/>
                      <a:pt x="17" y="22"/>
                      <a:pt x="9" y="17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33" name="Freeform 1842">
                <a:extLst>
                  <a:ext uri="{FF2B5EF4-FFF2-40B4-BE49-F238E27FC236}">
                    <a16:creationId xmlns:a16="http://schemas.microsoft.com/office/drawing/2014/main" id="{A125E4A0-2D12-46FE-A3FE-B16B50832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781"/>
                <a:ext cx="32" cy="35"/>
              </a:xfrm>
              <a:custGeom>
                <a:avLst/>
                <a:gdLst>
                  <a:gd name="T0" fmla="*/ 133 w 13"/>
                  <a:gd name="T1" fmla="*/ 0 h 13"/>
                  <a:gd name="T2" fmla="*/ 194 w 13"/>
                  <a:gd name="T3" fmla="*/ 253 h 13"/>
                  <a:gd name="T4" fmla="*/ 0 w 13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9" y="0"/>
                    </a:moveTo>
                    <a:cubicBezTo>
                      <a:pt x="10" y="4"/>
                      <a:pt x="11" y="9"/>
                      <a:pt x="13" y="13"/>
                    </a:cubicBezTo>
                    <a:cubicBezTo>
                      <a:pt x="9" y="10"/>
                      <a:pt x="4" y="10"/>
                      <a:pt x="0" y="13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34" name="Freeform 1843">
                <a:extLst>
                  <a:ext uri="{FF2B5EF4-FFF2-40B4-BE49-F238E27FC236}">
                    <a16:creationId xmlns:a16="http://schemas.microsoft.com/office/drawing/2014/main" id="{2F44194C-E6A3-4389-B645-9B9ADCBA3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128"/>
                <a:ext cx="80" cy="88"/>
              </a:xfrm>
              <a:custGeom>
                <a:avLst/>
                <a:gdLst>
                  <a:gd name="T0" fmla="*/ 0 w 32"/>
                  <a:gd name="T1" fmla="*/ 248 h 33"/>
                  <a:gd name="T2" fmla="*/ 500 w 32"/>
                  <a:gd name="T3" fmla="*/ 627 h 33"/>
                  <a:gd name="T4" fmla="*/ 300 w 32"/>
                  <a:gd name="T5" fmla="*/ 0 h 33"/>
                  <a:gd name="T6" fmla="*/ 125 w 32"/>
                  <a:gd name="T7" fmla="*/ 14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0" y="13"/>
                    </a:moveTo>
                    <a:cubicBezTo>
                      <a:pt x="4" y="22"/>
                      <a:pt x="23" y="33"/>
                      <a:pt x="32" y="33"/>
                    </a:cubicBezTo>
                    <a:cubicBezTo>
                      <a:pt x="26" y="28"/>
                      <a:pt x="16" y="10"/>
                      <a:pt x="19" y="0"/>
                    </a:cubicBezTo>
                    <a:cubicBezTo>
                      <a:pt x="16" y="3"/>
                      <a:pt x="12" y="6"/>
                      <a:pt x="8" y="8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35" name="Freeform 1844">
                <a:extLst>
                  <a:ext uri="{FF2B5EF4-FFF2-40B4-BE49-F238E27FC236}">
                    <a16:creationId xmlns:a16="http://schemas.microsoft.com/office/drawing/2014/main" id="{6002DD30-9C0D-4700-94B0-8F1C36DE3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517"/>
                <a:ext cx="163" cy="702"/>
              </a:xfrm>
              <a:custGeom>
                <a:avLst/>
                <a:gdLst>
                  <a:gd name="T0" fmla="*/ 313 w 65"/>
                  <a:gd name="T1" fmla="*/ 0 h 263"/>
                  <a:gd name="T2" fmla="*/ 963 w 65"/>
                  <a:gd name="T3" fmla="*/ 3064 h 263"/>
                  <a:gd name="T4" fmla="*/ 238 w 65"/>
                  <a:gd name="T5" fmla="*/ 5002 h 263"/>
                  <a:gd name="T6" fmla="*/ 504 w 65"/>
                  <a:gd name="T7" fmla="*/ 3192 h 263"/>
                  <a:gd name="T8" fmla="*/ 629 w 65"/>
                  <a:gd name="T9" fmla="*/ 1754 h 263"/>
                  <a:gd name="T10" fmla="*/ 63 w 65"/>
                  <a:gd name="T11" fmla="*/ 1025 h 263"/>
                  <a:gd name="T12" fmla="*/ 0 w 65"/>
                  <a:gd name="T13" fmla="*/ 1161 h 263"/>
                  <a:gd name="T14" fmla="*/ 113 w 65"/>
                  <a:gd name="T15" fmla="*/ 435 h 263"/>
                  <a:gd name="T16" fmla="*/ 313 w 65"/>
                  <a:gd name="T17" fmla="*/ 0 h 2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263">
                    <a:moveTo>
                      <a:pt x="20" y="0"/>
                    </a:moveTo>
                    <a:cubicBezTo>
                      <a:pt x="32" y="17"/>
                      <a:pt x="65" y="93"/>
                      <a:pt x="61" y="161"/>
                    </a:cubicBezTo>
                    <a:cubicBezTo>
                      <a:pt x="59" y="198"/>
                      <a:pt x="41" y="246"/>
                      <a:pt x="15" y="263"/>
                    </a:cubicBezTo>
                    <a:cubicBezTo>
                      <a:pt x="24" y="252"/>
                      <a:pt x="42" y="228"/>
                      <a:pt x="32" y="168"/>
                    </a:cubicBezTo>
                    <a:cubicBezTo>
                      <a:pt x="36" y="177"/>
                      <a:pt x="48" y="143"/>
                      <a:pt x="40" y="92"/>
                    </a:cubicBezTo>
                    <a:cubicBezTo>
                      <a:pt x="32" y="42"/>
                      <a:pt x="8" y="32"/>
                      <a:pt x="4" y="54"/>
                    </a:cubicBezTo>
                    <a:cubicBezTo>
                      <a:pt x="2" y="62"/>
                      <a:pt x="0" y="61"/>
                      <a:pt x="0" y="61"/>
                    </a:cubicBezTo>
                    <a:cubicBezTo>
                      <a:pt x="0" y="61"/>
                      <a:pt x="6" y="31"/>
                      <a:pt x="7" y="23"/>
                    </a:cubicBezTo>
                    <a:cubicBezTo>
                      <a:pt x="8" y="15"/>
                      <a:pt x="18" y="10"/>
                      <a:pt x="20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36" name="Freeform 1845">
                <a:extLst>
                  <a:ext uri="{FF2B5EF4-FFF2-40B4-BE49-F238E27FC236}">
                    <a16:creationId xmlns:a16="http://schemas.microsoft.com/office/drawing/2014/main" id="{7E25F8A6-FFC1-486A-8D27-4B8F5358B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696"/>
                <a:ext cx="61" cy="141"/>
              </a:xfrm>
              <a:custGeom>
                <a:avLst/>
                <a:gdLst>
                  <a:gd name="T0" fmla="*/ 214 w 24"/>
                  <a:gd name="T1" fmla="*/ 0 h 53"/>
                  <a:gd name="T2" fmla="*/ 64 w 24"/>
                  <a:gd name="T3" fmla="*/ 431 h 53"/>
                  <a:gd name="T4" fmla="*/ 20 w 24"/>
                  <a:gd name="T5" fmla="*/ 601 h 53"/>
                  <a:gd name="T6" fmla="*/ 97 w 24"/>
                  <a:gd name="T7" fmla="*/ 865 h 53"/>
                  <a:gd name="T8" fmla="*/ 374 w 24"/>
                  <a:gd name="T9" fmla="*/ 998 h 53"/>
                  <a:gd name="T10" fmla="*/ 180 w 24"/>
                  <a:gd name="T11" fmla="*/ 601 h 53"/>
                  <a:gd name="T12" fmla="*/ 394 w 24"/>
                  <a:gd name="T13" fmla="*/ 418 h 53"/>
                  <a:gd name="T14" fmla="*/ 214 w 24"/>
                  <a:gd name="T15" fmla="*/ 56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3">
                    <a:moveTo>
                      <a:pt x="13" y="0"/>
                    </a:moveTo>
                    <a:cubicBezTo>
                      <a:pt x="10" y="8"/>
                      <a:pt x="8" y="16"/>
                      <a:pt x="4" y="23"/>
                    </a:cubicBezTo>
                    <a:cubicBezTo>
                      <a:pt x="2" y="27"/>
                      <a:pt x="0" y="28"/>
                      <a:pt x="1" y="32"/>
                    </a:cubicBezTo>
                    <a:cubicBezTo>
                      <a:pt x="1" y="35"/>
                      <a:pt x="4" y="43"/>
                      <a:pt x="6" y="46"/>
                    </a:cubicBezTo>
                    <a:cubicBezTo>
                      <a:pt x="11" y="44"/>
                      <a:pt x="20" y="50"/>
                      <a:pt x="23" y="53"/>
                    </a:cubicBezTo>
                    <a:cubicBezTo>
                      <a:pt x="18" y="49"/>
                      <a:pt x="12" y="39"/>
                      <a:pt x="11" y="32"/>
                    </a:cubicBezTo>
                    <a:cubicBezTo>
                      <a:pt x="11" y="25"/>
                      <a:pt x="17" y="15"/>
                      <a:pt x="24" y="22"/>
                    </a:cubicBezTo>
                    <a:cubicBezTo>
                      <a:pt x="22" y="15"/>
                      <a:pt x="15" y="10"/>
                      <a:pt x="13" y="3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37" name="Freeform 1846">
                <a:extLst>
                  <a:ext uri="{FF2B5EF4-FFF2-40B4-BE49-F238E27FC236}">
                    <a16:creationId xmlns:a16="http://schemas.microsoft.com/office/drawing/2014/main" id="{928166D0-E8A1-4CDC-A1C8-649F86F22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3035"/>
                <a:ext cx="80" cy="77"/>
              </a:xfrm>
              <a:custGeom>
                <a:avLst/>
                <a:gdLst>
                  <a:gd name="T0" fmla="*/ 0 w 32"/>
                  <a:gd name="T1" fmla="*/ 486 h 29"/>
                  <a:gd name="T2" fmla="*/ 500 w 32"/>
                  <a:gd name="T3" fmla="*/ 486 h 29"/>
                  <a:gd name="T4" fmla="*/ 408 w 32"/>
                  <a:gd name="T5" fmla="*/ 0 h 29"/>
                  <a:gd name="T6" fmla="*/ 158 w 32"/>
                  <a:gd name="T7" fmla="*/ 22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9">
                    <a:moveTo>
                      <a:pt x="0" y="26"/>
                    </a:moveTo>
                    <a:cubicBezTo>
                      <a:pt x="10" y="29"/>
                      <a:pt x="22" y="29"/>
                      <a:pt x="32" y="26"/>
                    </a:cubicBezTo>
                    <a:cubicBezTo>
                      <a:pt x="27" y="20"/>
                      <a:pt x="26" y="7"/>
                      <a:pt x="26" y="0"/>
                    </a:cubicBezTo>
                    <a:cubicBezTo>
                      <a:pt x="20" y="2"/>
                      <a:pt x="15" y="9"/>
                      <a:pt x="10" y="12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38" name="Freeform 1847">
                <a:extLst>
                  <a:ext uri="{FF2B5EF4-FFF2-40B4-BE49-F238E27FC236}">
                    <a16:creationId xmlns:a16="http://schemas.microsoft.com/office/drawing/2014/main" id="{BC7223B8-012C-4136-B38D-0AAD863DD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037"/>
                <a:ext cx="67" cy="54"/>
              </a:xfrm>
              <a:custGeom>
                <a:avLst/>
                <a:gdLst>
                  <a:gd name="T0" fmla="*/ 0 w 27"/>
                  <a:gd name="T1" fmla="*/ 373 h 20"/>
                  <a:gd name="T2" fmla="*/ 320 w 27"/>
                  <a:gd name="T3" fmla="*/ 0 h 20"/>
                  <a:gd name="T4" fmla="*/ 412 w 27"/>
                  <a:gd name="T5" fmla="*/ 394 h 20"/>
                  <a:gd name="T6" fmla="*/ 154 w 27"/>
                  <a:gd name="T7" fmla="*/ 25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0">
                    <a:moveTo>
                      <a:pt x="0" y="19"/>
                    </a:moveTo>
                    <a:cubicBezTo>
                      <a:pt x="6" y="13"/>
                      <a:pt x="14" y="2"/>
                      <a:pt x="21" y="0"/>
                    </a:cubicBezTo>
                    <a:cubicBezTo>
                      <a:pt x="24" y="7"/>
                      <a:pt x="25" y="14"/>
                      <a:pt x="27" y="20"/>
                    </a:cubicBezTo>
                    <a:cubicBezTo>
                      <a:pt x="23" y="15"/>
                      <a:pt x="17" y="6"/>
                      <a:pt x="10" y="13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39" name="Freeform 1848">
                <a:extLst>
                  <a:ext uri="{FF2B5EF4-FFF2-40B4-BE49-F238E27FC236}">
                    <a16:creationId xmlns:a16="http://schemas.microsoft.com/office/drawing/2014/main" id="{F2315EB9-6AE5-4129-A7DC-BD3A33090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3128"/>
                <a:ext cx="350" cy="136"/>
              </a:xfrm>
              <a:custGeom>
                <a:avLst/>
                <a:gdLst>
                  <a:gd name="T0" fmla="*/ 0 w 140"/>
                  <a:gd name="T1" fmla="*/ 264 h 51"/>
                  <a:gd name="T2" fmla="*/ 313 w 140"/>
                  <a:gd name="T3" fmla="*/ 376 h 51"/>
                  <a:gd name="T4" fmla="*/ 720 w 140"/>
                  <a:gd name="T5" fmla="*/ 435 h 51"/>
                  <a:gd name="T6" fmla="*/ 1283 w 140"/>
                  <a:gd name="T7" fmla="*/ 376 h 51"/>
                  <a:gd name="T8" fmla="*/ 2188 w 140"/>
                  <a:gd name="T9" fmla="*/ 205 h 51"/>
                  <a:gd name="T10" fmla="*/ 2063 w 140"/>
                  <a:gd name="T11" fmla="*/ 397 h 51"/>
                  <a:gd name="T12" fmla="*/ 1800 w 140"/>
                  <a:gd name="T13" fmla="*/ 661 h 51"/>
                  <a:gd name="T14" fmla="*/ 1175 w 140"/>
                  <a:gd name="T15" fmla="*/ 968 h 51"/>
                  <a:gd name="T16" fmla="*/ 1375 w 140"/>
                  <a:gd name="T17" fmla="*/ 704 h 51"/>
                  <a:gd name="T18" fmla="*/ 958 w 140"/>
                  <a:gd name="T19" fmla="*/ 627 h 51"/>
                  <a:gd name="T20" fmla="*/ 0 w 140"/>
                  <a:gd name="T21" fmla="*/ 320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51">
                    <a:moveTo>
                      <a:pt x="0" y="14"/>
                    </a:moveTo>
                    <a:cubicBezTo>
                      <a:pt x="4" y="19"/>
                      <a:pt x="14" y="19"/>
                      <a:pt x="20" y="20"/>
                    </a:cubicBezTo>
                    <a:cubicBezTo>
                      <a:pt x="28" y="22"/>
                      <a:pt x="37" y="23"/>
                      <a:pt x="46" y="23"/>
                    </a:cubicBezTo>
                    <a:cubicBezTo>
                      <a:pt x="58" y="23"/>
                      <a:pt x="70" y="24"/>
                      <a:pt x="82" y="20"/>
                    </a:cubicBezTo>
                    <a:cubicBezTo>
                      <a:pt x="98" y="15"/>
                      <a:pt x="124" y="0"/>
                      <a:pt x="140" y="11"/>
                    </a:cubicBezTo>
                    <a:cubicBezTo>
                      <a:pt x="137" y="14"/>
                      <a:pt x="135" y="18"/>
                      <a:pt x="132" y="21"/>
                    </a:cubicBezTo>
                    <a:cubicBezTo>
                      <a:pt x="127" y="27"/>
                      <a:pt x="121" y="32"/>
                      <a:pt x="115" y="35"/>
                    </a:cubicBezTo>
                    <a:cubicBezTo>
                      <a:pt x="105" y="41"/>
                      <a:pt x="86" y="49"/>
                      <a:pt x="75" y="51"/>
                    </a:cubicBezTo>
                    <a:cubicBezTo>
                      <a:pt x="80" y="48"/>
                      <a:pt x="89" y="41"/>
                      <a:pt x="88" y="37"/>
                    </a:cubicBezTo>
                    <a:cubicBezTo>
                      <a:pt x="86" y="33"/>
                      <a:pt x="72" y="34"/>
                      <a:pt x="61" y="33"/>
                    </a:cubicBezTo>
                    <a:cubicBezTo>
                      <a:pt x="53" y="32"/>
                      <a:pt x="9" y="25"/>
                      <a:pt x="0" y="17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40" name="Freeform 1849">
                <a:extLst>
                  <a:ext uri="{FF2B5EF4-FFF2-40B4-BE49-F238E27FC236}">
                    <a16:creationId xmlns:a16="http://schemas.microsoft.com/office/drawing/2014/main" id="{9C7D51A7-D7A7-4029-BD00-A1E861868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240"/>
                <a:ext cx="280" cy="88"/>
              </a:xfrm>
              <a:custGeom>
                <a:avLst/>
                <a:gdLst>
                  <a:gd name="T0" fmla="*/ 0 w 112"/>
                  <a:gd name="T1" fmla="*/ 21 h 33"/>
                  <a:gd name="T2" fmla="*/ 1345 w 112"/>
                  <a:gd name="T3" fmla="*/ 477 h 33"/>
                  <a:gd name="T4" fmla="*/ 1750 w 112"/>
                  <a:gd name="T5" fmla="*/ 205 h 33"/>
                  <a:gd name="T6" fmla="*/ 1050 w 112"/>
                  <a:gd name="T7" fmla="*/ 0 h 33"/>
                  <a:gd name="T8" fmla="*/ 0 w 112"/>
                  <a:gd name="T9" fmla="*/ 2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33">
                    <a:moveTo>
                      <a:pt x="0" y="1"/>
                    </a:moveTo>
                    <a:cubicBezTo>
                      <a:pt x="15" y="21"/>
                      <a:pt x="62" y="33"/>
                      <a:pt x="86" y="25"/>
                    </a:cubicBezTo>
                    <a:cubicBezTo>
                      <a:pt x="110" y="18"/>
                      <a:pt x="112" y="11"/>
                      <a:pt x="112" y="11"/>
                    </a:cubicBezTo>
                    <a:cubicBezTo>
                      <a:pt x="104" y="12"/>
                      <a:pt x="75" y="11"/>
                      <a:pt x="67" y="0"/>
                    </a:cubicBezTo>
                    <a:cubicBezTo>
                      <a:pt x="71" y="9"/>
                      <a:pt x="58" y="31"/>
                      <a:pt x="0" y="1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41" name="Freeform 1850">
                <a:extLst>
                  <a:ext uri="{FF2B5EF4-FFF2-40B4-BE49-F238E27FC236}">
                    <a16:creationId xmlns:a16="http://schemas.microsoft.com/office/drawing/2014/main" id="{F3AA6866-015A-43CD-8807-DF12AF3A6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171"/>
                <a:ext cx="123" cy="64"/>
              </a:xfrm>
              <a:custGeom>
                <a:avLst/>
                <a:gdLst>
                  <a:gd name="T0" fmla="*/ 50 w 49"/>
                  <a:gd name="T1" fmla="*/ 136 h 24"/>
                  <a:gd name="T2" fmla="*/ 208 w 49"/>
                  <a:gd name="T3" fmla="*/ 0 h 24"/>
                  <a:gd name="T4" fmla="*/ 379 w 49"/>
                  <a:gd name="T5" fmla="*/ 35 h 24"/>
                  <a:gd name="T6" fmla="*/ 743 w 49"/>
                  <a:gd name="T7" fmla="*/ 21 h 24"/>
                  <a:gd name="T8" fmla="*/ 776 w 49"/>
                  <a:gd name="T9" fmla="*/ 171 h 24"/>
                  <a:gd name="T10" fmla="*/ 316 w 49"/>
                  <a:gd name="T11" fmla="*/ 456 h 24"/>
                  <a:gd name="T12" fmla="*/ 95 w 49"/>
                  <a:gd name="T13" fmla="*/ 13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24">
                    <a:moveTo>
                      <a:pt x="3" y="7"/>
                    </a:moveTo>
                    <a:cubicBezTo>
                      <a:pt x="8" y="3"/>
                      <a:pt x="6" y="0"/>
                      <a:pt x="13" y="0"/>
                    </a:cubicBezTo>
                    <a:cubicBezTo>
                      <a:pt x="16" y="0"/>
                      <a:pt x="21" y="2"/>
                      <a:pt x="24" y="2"/>
                    </a:cubicBezTo>
                    <a:cubicBezTo>
                      <a:pt x="32" y="3"/>
                      <a:pt x="40" y="4"/>
                      <a:pt x="47" y="1"/>
                    </a:cubicBezTo>
                    <a:cubicBezTo>
                      <a:pt x="47" y="3"/>
                      <a:pt x="48" y="6"/>
                      <a:pt x="49" y="9"/>
                    </a:cubicBezTo>
                    <a:cubicBezTo>
                      <a:pt x="38" y="3"/>
                      <a:pt x="16" y="8"/>
                      <a:pt x="20" y="24"/>
                    </a:cubicBezTo>
                    <a:cubicBezTo>
                      <a:pt x="16" y="23"/>
                      <a:pt x="0" y="12"/>
                      <a:pt x="6" y="7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42" name="Freeform 1851">
                <a:extLst>
                  <a:ext uri="{FF2B5EF4-FFF2-40B4-BE49-F238E27FC236}">
                    <a16:creationId xmlns:a16="http://schemas.microsoft.com/office/drawing/2014/main" id="{26D8651D-AE63-45E8-BB9C-3A0DA212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475"/>
                <a:ext cx="145" cy="536"/>
              </a:xfrm>
              <a:custGeom>
                <a:avLst/>
                <a:gdLst>
                  <a:gd name="T0" fmla="*/ 63 w 58"/>
                  <a:gd name="T1" fmla="*/ 0 h 201"/>
                  <a:gd name="T2" fmla="*/ 158 w 58"/>
                  <a:gd name="T3" fmla="*/ 491 h 201"/>
                  <a:gd name="T4" fmla="*/ 208 w 58"/>
                  <a:gd name="T5" fmla="*/ 968 h 201"/>
                  <a:gd name="T6" fmla="*/ 363 w 58"/>
                  <a:gd name="T7" fmla="*/ 1912 h 201"/>
                  <a:gd name="T8" fmla="*/ 270 w 58"/>
                  <a:gd name="T9" fmla="*/ 2824 h 201"/>
                  <a:gd name="T10" fmla="*/ 908 w 58"/>
                  <a:gd name="T11" fmla="*/ 3208 h 201"/>
                  <a:gd name="T12" fmla="*/ 408 w 58"/>
                  <a:gd name="T13" fmla="*/ 3811 h 201"/>
                  <a:gd name="T14" fmla="*/ 333 w 58"/>
                  <a:gd name="T15" fmla="*/ 3528 h 201"/>
                  <a:gd name="T16" fmla="*/ 145 w 58"/>
                  <a:gd name="T17" fmla="*/ 3149 h 201"/>
                  <a:gd name="T18" fmla="*/ 158 w 58"/>
                  <a:gd name="T19" fmla="*/ 2083 h 201"/>
                  <a:gd name="T20" fmla="*/ 63 w 58"/>
                  <a:gd name="T21" fmla="*/ 1003 h 201"/>
                  <a:gd name="T22" fmla="*/ 83 w 58"/>
                  <a:gd name="T23" fmla="*/ 93 h 2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201">
                    <a:moveTo>
                      <a:pt x="4" y="0"/>
                    </a:moveTo>
                    <a:cubicBezTo>
                      <a:pt x="6" y="9"/>
                      <a:pt x="10" y="17"/>
                      <a:pt x="10" y="26"/>
                    </a:cubicBezTo>
                    <a:cubicBezTo>
                      <a:pt x="10" y="34"/>
                      <a:pt x="10" y="43"/>
                      <a:pt x="13" y="51"/>
                    </a:cubicBezTo>
                    <a:cubicBezTo>
                      <a:pt x="18" y="68"/>
                      <a:pt x="26" y="83"/>
                      <a:pt x="23" y="101"/>
                    </a:cubicBezTo>
                    <a:cubicBezTo>
                      <a:pt x="20" y="117"/>
                      <a:pt x="9" y="133"/>
                      <a:pt x="17" y="149"/>
                    </a:cubicBezTo>
                    <a:cubicBezTo>
                      <a:pt x="24" y="163"/>
                      <a:pt x="43" y="172"/>
                      <a:pt x="58" y="169"/>
                    </a:cubicBezTo>
                    <a:cubicBezTo>
                      <a:pt x="48" y="179"/>
                      <a:pt x="38" y="193"/>
                      <a:pt x="26" y="201"/>
                    </a:cubicBezTo>
                    <a:cubicBezTo>
                      <a:pt x="29" y="194"/>
                      <a:pt x="24" y="191"/>
                      <a:pt x="21" y="186"/>
                    </a:cubicBezTo>
                    <a:cubicBezTo>
                      <a:pt x="16" y="180"/>
                      <a:pt x="12" y="174"/>
                      <a:pt x="9" y="166"/>
                    </a:cubicBezTo>
                    <a:cubicBezTo>
                      <a:pt x="1" y="145"/>
                      <a:pt x="4" y="130"/>
                      <a:pt x="10" y="110"/>
                    </a:cubicBezTo>
                    <a:cubicBezTo>
                      <a:pt x="16" y="89"/>
                      <a:pt x="9" y="72"/>
                      <a:pt x="4" y="53"/>
                    </a:cubicBezTo>
                    <a:cubicBezTo>
                      <a:pt x="0" y="37"/>
                      <a:pt x="10" y="20"/>
                      <a:pt x="5" y="5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43" name="Freeform 1852">
                <a:extLst>
                  <a:ext uri="{FF2B5EF4-FFF2-40B4-BE49-F238E27FC236}">
                    <a16:creationId xmlns:a16="http://schemas.microsoft.com/office/drawing/2014/main" id="{6F1A9EE0-5618-4F33-9FDA-0E9DEF2CB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925"/>
                <a:ext cx="60" cy="64"/>
              </a:xfrm>
              <a:custGeom>
                <a:avLst/>
                <a:gdLst>
                  <a:gd name="T0" fmla="*/ 0 w 24"/>
                  <a:gd name="T1" fmla="*/ 21 h 24"/>
                  <a:gd name="T2" fmla="*/ 113 w 24"/>
                  <a:gd name="T3" fmla="*/ 456 h 24"/>
                  <a:gd name="T4" fmla="*/ 375 w 24"/>
                  <a:gd name="T5" fmla="*/ 35 h 24"/>
                  <a:gd name="T6" fmla="*/ 145 w 24"/>
                  <a:gd name="T7" fmla="*/ 2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4">
                    <a:moveTo>
                      <a:pt x="0" y="1"/>
                    </a:moveTo>
                    <a:cubicBezTo>
                      <a:pt x="7" y="6"/>
                      <a:pt x="8" y="17"/>
                      <a:pt x="7" y="24"/>
                    </a:cubicBezTo>
                    <a:cubicBezTo>
                      <a:pt x="9" y="16"/>
                      <a:pt x="19" y="10"/>
                      <a:pt x="24" y="2"/>
                    </a:cubicBezTo>
                    <a:cubicBezTo>
                      <a:pt x="20" y="0"/>
                      <a:pt x="13" y="0"/>
                      <a:pt x="9" y="1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44" name="Freeform 1853">
                <a:extLst>
                  <a:ext uri="{FF2B5EF4-FFF2-40B4-BE49-F238E27FC236}">
                    <a16:creationId xmlns:a16="http://schemas.microsoft.com/office/drawing/2014/main" id="{4766861A-22D5-4DBC-8F34-6E03BA29F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325"/>
                <a:ext cx="68" cy="176"/>
              </a:xfrm>
              <a:custGeom>
                <a:avLst/>
                <a:gdLst>
                  <a:gd name="T0" fmla="*/ 179 w 27"/>
                  <a:gd name="T1" fmla="*/ 285 h 66"/>
                  <a:gd name="T2" fmla="*/ 254 w 27"/>
                  <a:gd name="T3" fmla="*/ 683 h 66"/>
                  <a:gd name="T4" fmla="*/ 431 w 27"/>
                  <a:gd name="T5" fmla="*/ 1003 h 66"/>
                  <a:gd name="T6" fmla="*/ 0 w 27"/>
                  <a:gd name="T7" fmla="*/ 1251 h 66"/>
                  <a:gd name="T8" fmla="*/ 126 w 27"/>
                  <a:gd name="T9" fmla="*/ 797 h 66"/>
                  <a:gd name="T10" fmla="*/ 159 w 27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6">
                    <a:moveTo>
                      <a:pt x="11" y="15"/>
                    </a:moveTo>
                    <a:cubicBezTo>
                      <a:pt x="13" y="22"/>
                      <a:pt x="13" y="29"/>
                      <a:pt x="16" y="36"/>
                    </a:cubicBezTo>
                    <a:cubicBezTo>
                      <a:pt x="19" y="42"/>
                      <a:pt x="21" y="49"/>
                      <a:pt x="27" y="53"/>
                    </a:cubicBezTo>
                    <a:cubicBezTo>
                      <a:pt x="18" y="55"/>
                      <a:pt x="8" y="60"/>
                      <a:pt x="0" y="66"/>
                    </a:cubicBezTo>
                    <a:cubicBezTo>
                      <a:pt x="5" y="59"/>
                      <a:pt x="8" y="51"/>
                      <a:pt x="8" y="42"/>
                    </a:cubicBezTo>
                    <a:cubicBezTo>
                      <a:pt x="7" y="31"/>
                      <a:pt x="1" y="9"/>
                      <a:pt x="10" y="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45" name="Freeform 1854">
                <a:extLst>
                  <a:ext uri="{FF2B5EF4-FFF2-40B4-BE49-F238E27FC236}">
                    <a16:creationId xmlns:a16="http://schemas.microsoft.com/office/drawing/2014/main" id="{BD4357EA-B4AA-4ADE-B301-9DF3227ED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189"/>
                <a:ext cx="175" cy="216"/>
              </a:xfrm>
              <a:custGeom>
                <a:avLst/>
                <a:gdLst>
                  <a:gd name="T0" fmla="*/ 125 w 70"/>
                  <a:gd name="T1" fmla="*/ 1195 h 81"/>
                  <a:gd name="T2" fmla="*/ 283 w 70"/>
                  <a:gd name="T3" fmla="*/ 760 h 81"/>
                  <a:gd name="T4" fmla="*/ 425 w 70"/>
                  <a:gd name="T5" fmla="*/ 627 h 81"/>
                  <a:gd name="T6" fmla="*/ 470 w 70"/>
                  <a:gd name="T7" fmla="*/ 397 h 81"/>
                  <a:gd name="T8" fmla="*/ 1095 w 70"/>
                  <a:gd name="T9" fmla="*/ 605 h 81"/>
                  <a:gd name="T10" fmla="*/ 813 w 70"/>
                  <a:gd name="T11" fmla="*/ 136 h 81"/>
                  <a:gd name="T12" fmla="*/ 345 w 70"/>
                  <a:gd name="T13" fmla="*/ 149 h 81"/>
                  <a:gd name="T14" fmla="*/ 175 w 70"/>
                  <a:gd name="T15" fmla="*/ 1536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81">
                    <a:moveTo>
                      <a:pt x="8" y="63"/>
                    </a:moveTo>
                    <a:cubicBezTo>
                      <a:pt x="6" y="54"/>
                      <a:pt x="12" y="45"/>
                      <a:pt x="18" y="40"/>
                    </a:cubicBezTo>
                    <a:cubicBezTo>
                      <a:pt x="20" y="37"/>
                      <a:pt x="25" y="36"/>
                      <a:pt x="27" y="33"/>
                    </a:cubicBezTo>
                    <a:cubicBezTo>
                      <a:pt x="29" y="30"/>
                      <a:pt x="29" y="25"/>
                      <a:pt x="30" y="21"/>
                    </a:cubicBezTo>
                    <a:cubicBezTo>
                      <a:pt x="41" y="0"/>
                      <a:pt x="61" y="22"/>
                      <a:pt x="70" y="32"/>
                    </a:cubicBezTo>
                    <a:cubicBezTo>
                      <a:pt x="64" y="23"/>
                      <a:pt x="62" y="13"/>
                      <a:pt x="52" y="7"/>
                    </a:cubicBezTo>
                    <a:cubicBezTo>
                      <a:pt x="42" y="0"/>
                      <a:pt x="31" y="1"/>
                      <a:pt x="22" y="8"/>
                    </a:cubicBezTo>
                    <a:cubicBezTo>
                      <a:pt x="2" y="25"/>
                      <a:pt x="0" y="75"/>
                      <a:pt x="11" y="81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46" name="Freeform 1855">
                <a:extLst>
                  <a:ext uri="{FF2B5EF4-FFF2-40B4-BE49-F238E27FC236}">
                    <a16:creationId xmlns:a16="http://schemas.microsoft.com/office/drawing/2014/main" id="{5AA957D0-06DF-44DC-AD84-B0E4C344A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309"/>
                <a:ext cx="325" cy="144"/>
              </a:xfrm>
              <a:custGeom>
                <a:avLst/>
                <a:gdLst>
                  <a:gd name="T0" fmla="*/ 0 w 130"/>
                  <a:gd name="T1" fmla="*/ 307 h 54"/>
                  <a:gd name="T2" fmla="*/ 1720 w 130"/>
                  <a:gd name="T3" fmla="*/ 533 h 54"/>
                  <a:gd name="T4" fmla="*/ 2033 w 130"/>
                  <a:gd name="T5" fmla="*/ 0 h 54"/>
                  <a:gd name="T6" fmla="*/ 1408 w 130"/>
                  <a:gd name="T7" fmla="*/ 491 h 54"/>
                  <a:gd name="T8" fmla="*/ 175 w 130"/>
                  <a:gd name="T9" fmla="*/ 376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54">
                    <a:moveTo>
                      <a:pt x="0" y="16"/>
                    </a:moveTo>
                    <a:cubicBezTo>
                      <a:pt x="17" y="30"/>
                      <a:pt x="65" y="54"/>
                      <a:pt x="110" y="28"/>
                    </a:cubicBezTo>
                    <a:cubicBezTo>
                      <a:pt x="112" y="25"/>
                      <a:pt x="124" y="4"/>
                      <a:pt x="130" y="0"/>
                    </a:cubicBezTo>
                    <a:cubicBezTo>
                      <a:pt x="112" y="10"/>
                      <a:pt x="112" y="20"/>
                      <a:pt x="90" y="26"/>
                    </a:cubicBezTo>
                    <a:cubicBezTo>
                      <a:pt x="41" y="38"/>
                      <a:pt x="26" y="24"/>
                      <a:pt x="11" y="2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47" name="Freeform 1856">
                <a:extLst>
                  <a:ext uri="{FF2B5EF4-FFF2-40B4-BE49-F238E27FC236}">
                    <a16:creationId xmlns:a16="http://schemas.microsoft.com/office/drawing/2014/main" id="{F5A0E2CD-55C8-4A0D-AB88-A54C41A4A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264"/>
                <a:ext cx="73" cy="264"/>
              </a:xfrm>
              <a:custGeom>
                <a:avLst/>
                <a:gdLst>
                  <a:gd name="T0" fmla="*/ 368 w 29"/>
                  <a:gd name="T1" fmla="*/ 0 h 99"/>
                  <a:gd name="T2" fmla="*/ 83 w 29"/>
                  <a:gd name="T3" fmla="*/ 1877 h 99"/>
                  <a:gd name="T4" fmla="*/ 0 w 29"/>
                  <a:gd name="T5" fmla="*/ 605 h 99"/>
                  <a:gd name="T6" fmla="*/ 272 w 29"/>
                  <a:gd name="T7" fmla="*/ 853 h 99"/>
                  <a:gd name="T8" fmla="*/ 368 w 29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9">
                    <a:moveTo>
                      <a:pt x="23" y="0"/>
                    </a:moveTo>
                    <a:cubicBezTo>
                      <a:pt x="26" y="25"/>
                      <a:pt x="29" y="68"/>
                      <a:pt x="5" y="99"/>
                    </a:cubicBezTo>
                    <a:cubicBezTo>
                      <a:pt x="6" y="93"/>
                      <a:pt x="12" y="58"/>
                      <a:pt x="0" y="32"/>
                    </a:cubicBezTo>
                    <a:cubicBezTo>
                      <a:pt x="6" y="47"/>
                      <a:pt x="13" y="50"/>
                      <a:pt x="17" y="45"/>
                    </a:cubicBezTo>
                    <a:cubicBezTo>
                      <a:pt x="21" y="39"/>
                      <a:pt x="26" y="13"/>
                      <a:pt x="23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48" name="Freeform 1857">
                <a:extLst>
                  <a:ext uri="{FF2B5EF4-FFF2-40B4-BE49-F238E27FC236}">
                    <a16:creationId xmlns:a16="http://schemas.microsoft.com/office/drawing/2014/main" id="{9B81C5BB-80A6-4B22-B23C-42BC9113F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291"/>
                <a:ext cx="55" cy="61"/>
              </a:xfrm>
              <a:custGeom>
                <a:avLst/>
                <a:gdLst>
                  <a:gd name="T0" fmla="*/ 0 w 22"/>
                  <a:gd name="T1" fmla="*/ 430 h 23"/>
                  <a:gd name="T2" fmla="*/ 345 w 2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3">
                    <a:moveTo>
                      <a:pt x="0" y="23"/>
                    </a:moveTo>
                    <a:cubicBezTo>
                      <a:pt x="8" y="9"/>
                      <a:pt x="17" y="1"/>
                      <a:pt x="22" y="0"/>
                    </a:cubicBezTo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49" name="Freeform 1858">
                <a:extLst>
                  <a:ext uri="{FF2B5EF4-FFF2-40B4-BE49-F238E27FC236}">
                    <a16:creationId xmlns:a16="http://schemas.microsoft.com/office/drawing/2014/main" id="{5C8473BF-2B97-4F0E-BC15-A2BA5C829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283"/>
                <a:ext cx="228" cy="48"/>
              </a:xfrm>
              <a:custGeom>
                <a:avLst/>
                <a:gdLst>
                  <a:gd name="T0" fmla="*/ 0 w 91"/>
                  <a:gd name="T1" fmla="*/ 227 h 18"/>
                  <a:gd name="T2" fmla="*/ 1431 w 91"/>
                  <a:gd name="T3" fmla="*/ 0 h 18"/>
                  <a:gd name="T4" fmla="*/ 0 w 91"/>
                  <a:gd name="T5" fmla="*/ 22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18">
                    <a:moveTo>
                      <a:pt x="0" y="12"/>
                    </a:moveTo>
                    <a:cubicBezTo>
                      <a:pt x="27" y="16"/>
                      <a:pt x="66" y="16"/>
                      <a:pt x="91" y="0"/>
                    </a:cubicBezTo>
                    <a:cubicBezTo>
                      <a:pt x="79" y="5"/>
                      <a:pt x="17" y="18"/>
                      <a:pt x="0" y="12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50" name="Freeform 1859">
                <a:extLst>
                  <a:ext uri="{FF2B5EF4-FFF2-40B4-BE49-F238E27FC236}">
                    <a16:creationId xmlns:a16="http://schemas.microsoft.com/office/drawing/2014/main" id="{68820ABC-4E6A-4441-A27F-4359FE69F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104"/>
                <a:ext cx="130" cy="189"/>
              </a:xfrm>
              <a:custGeom>
                <a:avLst/>
                <a:gdLst>
                  <a:gd name="T0" fmla="*/ 813 w 52"/>
                  <a:gd name="T1" fmla="*/ 21 h 71"/>
                  <a:gd name="T2" fmla="*/ 0 w 52"/>
                  <a:gd name="T3" fmla="*/ 1339 h 71"/>
                  <a:gd name="T4" fmla="*/ 813 w 52"/>
                  <a:gd name="T5" fmla="*/ 21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71">
                    <a:moveTo>
                      <a:pt x="52" y="1"/>
                    </a:moveTo>
                    <a:cubicBezTo>
                      <a:pt x="32" y="0"/>
                      <a:pt x="1" y="2"/>
                      <a:pt x="0" y="71"/>
                    </a:cubicBezTo>
                    <a:cubicBezTo>
                      <a:pt x="5" y="43"/>
                      <a:pt x="15" y="4"/>
                      <a:pt x="52" y="1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51" name="Freeform 1860">
                <a:extLst>
                  <a:ext uri="{FF2B5EF4-FFF2-40B4-BE49-F238E27FC236}">
                    <a16:creationId xmlns:a16="http://schemas.microsoft.com/office/drawing/2014/main" id="{8BE1F590-10F9-4148-8D52-4497618F9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517"/>
                <a:ext cx="33" cy="299"/>
              </a:xfrm>
              <a:custGeom>
                <a:avLst/>
                <a:gdLst>
                  <a:gd name="T0" fmla="*/ 213 w 13"/>
                  <a:gd name="T1" fmla="*/ 2130 h 112"/>
                  <a:gd name="T2" fmla="*/ 147 w 13"/>
                  <a:gd name="T3" fmla="*/ 0 h 112"/>
                  <a:gd name="T4" fmla="*/ 213 w 13"/>
                  <a:gd name="T5" fmla="*/ 213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2">
                    <a:moveTo>
                      <a:pt x="13" y="112"/>
                    </a:moveTo>
                    <a:cubicBezTo>
                      <a:pt x="0" y="64"/>
                      <a:pt x="5" y="19"/>
                      <a:pt x="9" y="0"/>
                    </a:cubicBezTo>
                    <a:cubicBezTo>
                      <a:pt x="7" y="15"/>
                      <a:pt x="7" y="78"/>
                      <a:pt x="13" y="112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52" name="Freeform 1861">
                <a:extLst>
                  <a:ext uri="{FF2B5EF4-FFF2-40B4-BE49-F238E27FC236}">
                    <a16:creationId xmlns:a16="http://schemas.microsoft.com/office/drawing/2014/main" id="{8440A453-BAF4-4E02-8898-FCA83E607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547"/>
                <a:ext cx="40" cy="157"/>
              </a:xfrm>
              <a:custGeom>
                <a:avLst/>
                <a:gdLst>
                  <a:gd name="T0" fmla="*/ 145 w 16"/>
                  <a:gd name="T1" fmla="*/ 1112 h 59"/>
                  <a:gd name="T2" fmla="*/ 0 w 16"/>
                  <a:gd name="T3" fmla="*/ 546 h 59"/>
                  <a:gd name="T4" fmla="*/ 250 w 16"/>
                  <a:gd name="T5" fmla="*/ 0 h 59"/>
                  <a:gd name="T6" fmla="*/ 63 w 16"/>
                  <a:gd name="T7" fmla="*/ 567 h 59"/>
                  <a:gd name="T8" fmla="*/ 145 w 16"/>
                  <a:gd name="T9" fmla="*/ 111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9">
                    <a:moveTo>
                      <a:pt x="9" y="59"/>
                    </a:moveTo>
                    <a:cubicBezTo>
                      <a:pt x="8" y="53"/>
                      <a:pt x="1" y="41"/>
                      <a:pt x="0" y="29"/>
                    </a:cubicBezTo>
                    <a:cubicBezTo>
                      <a:pt x="0" y="18"/>
                      <a:pt x="3" y="8"/>
                      <a:pt x="16" y="0"/>
                    </a:cubicBezTo>
                    <a:cubicBezTo>
                      <a:pt x="10" y="7"/>
                      <a:pt x="4" y="19"/>
                      <a:pt x="4" y="30"/>
                    </a:cubicBezTo>
                    <a:cubicBezTo>
                      <a:pt x="4" y="41"/>
                      <a:pt x="7" y="53"/>
                      <a:pt x="9" y="59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53" name="Freeform 1862">
                <a:extLst>
                  <a:ext uri="{FF2B5EF4-FFF2-40B4-BE49-F238E27FC236}">
                    <a16:creationId xmlns:a16="http://schemas.microsoft.com/office/drawing/2014/main" id="{15B09D97-1DBB-4D13-B58E-7415C9E32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835"/>
                <a:ext cx="60" cy="114"/>
              </a:xfrm>
              <a:custGeom>
                <a:avLst/>
                <a:gdLst>
                  <a:gd name="T0" fmla="*/ 345 w 24"/>
                  <a:gd name="T1" fmla="*/ 801 h 43"/>
                  <a:gd name="T2" fmla="*/ 0 w 24"/>
                  <a:gd name="T3" fmla="*/ 0 h 43"/>
                  <a:gd name="T4" fmla="*/ 345 w 24"/>
                  <a:gd name="T5" fmla="*/ 80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3">
                    <a:moveTo>
                      <a:pt x="22" y="43"/>
                    </a:moveTo>
                    <a:cubicBezTo>
                      <a:pt x="19" y="29"/>
                      <a:pt x="12" y="11"/>
                      <a:pt x="0" y="0"/>
                    </a:cubicBezTo>
                    <a:cubicBezTo>
                      <a:pt x="10" y="3"/>
                      <a:pt x="24" y="21"/>
                      <a:pt x="22" y="43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54" name="Freeform 1863">
                <a:extLst>
                  <a:ext uri="{FF2B5EF4-FFF2-40B4-BE49-F238E27FC236}">
                    <a16:creationId xmlns:a16="http://schemas.microsoft.com/office/drawing/2014/main" id="{40D6C62E-F210-4D56-B944-C21A3EDD7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2603"/>
                <a:ext cx="520" cy="333"/>
              </a:xfrm>
              <a:custGeom>
                <a:avLst/>
                <a:gdLst>
                  <a:gd name="T0" fmla="*/ 188 w 208"/>
                  <a:gd name="T1" fmla="*/ 0 h 125"/>
                  <a:gd name="T2" fmla="*/ 313 w 208"/>
                  <a:gd name="T3" fmla="*/ 1305 h 125"/>
                  <a:gd name="T4" fmla="*/ 1645 w 208"/>
                  <a:gd name="T5" fmla="*/ 2307 h 125"/>
                  <a:gd name="T6" fmla="*/ 3250 w 208"/>
                  <a:gd name="T7" fmla="*/ 1510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8" h="125">
                    <a:moveTo>
                      <a:pt x="12" y="0"/>
                    </a:moveTo>
                    <a:cubicBezTo>
                      <a:pt x="3" y="19"/>
                      <a:pt x="0" y="38"/>
                      <a:pt x="20" y="69"/>
                    </a:cubicBezTo>
                    <a:cubicBezTo>
                      <a:pt x="41" y="101"/>
                      <a:pt x="59" y="118"/>
                      <a:pt x="105" y="122"/>
                    </a:cubicBezTo>
                    <a:cubicBezTo>
                      <a:pt x="150" y="125"/>
                      <a:pt x="180" y="107"/>
                      <a:pt x="208" y="80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55" name="Freeform 1864">
                <a:extLst>
                  <a:ext uri="{FF2B5EF4-FFF2-40B4-BE49-F238E27FC236}">
                    <a16:creationId xmlns:a16="http://schemas.microsoft.com/office/drawing/2014/main" id="{4AFA28C9-C371-4B10-A5A7-1F101E0AC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837"/>
                <a:ext cx="905" cy="334"/>
              </a:xfrm>
              <a:custGeom>
                <a:avLst/>
                <a:gdLst>
                  <a:gd name="T0" fmla="*/ 0 w 362"/>
                  <a:gd name="T1" fmla="*/ 628 h 125"/>
                  <a:gd name="T2" fmla="*/ 958 w 362"/>
                  <a:gd name="T3" fmla="*/ 115 h 125"/>
                  <a:gd name="T4" fmla="*/ 1908 w 362"/>
                  <a:gd name="T5" fmla="*/ 1622 h 125"/>
                  <a:gd name="T6" fmla="*/ 3033 w 362"/>
                  <a:gd name="T7" fmla="*/ 1221 h 125"/>
                  <a:gd name="T8" fmla="*/ 3908 w 362"/>
                  <a:gd name="T9" fmla="*/ 1371 h 125"/>
                  <a:gd name="T10" fmla="*/ 5238 w 362"/>
                  <a:gd name="T11" fmla="*/ 729 h 125"/>
                  <a:gd name="T12" fmla="*/ 5500 w 362"/>
                  <a:gd name="T13" fmla="*/ 1870 h 125"/>
                  <a:gd name="T14" fmla="*/ 5563 w 362"/>
                  <a:gd name="T15" fmla="*/ 2362 h 1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2" h="125">
                    <a:moveTo>
                      <a:pt x="0" y="33"/>
                    </a:moveTo>
                    <a:cubicBezTo>
                      <a:pt x="18" y="13"/>
                      <a:pt x="37" y="0"/>
                      <a:pt x="61" y="6"/>
                    </a:cubicBezTo>
                    <a:cubicBezTo>
                      <a:pt x="118" y="20"/>
                      <a:pt x="93" y="81"/>
                      <a:pt x="122" y="85"/>
                    </a:cubicBezTo>
                    <a:cubicBezTo>
                      <a:pt x="151" y="89"/>
                      <a:pt x="171" y="60"/>
                      <a:pt x="194" y="64"/>
                    </a:cubicBezTo>
                    <a:cubicBezTo>
                      <a:pt x="218" y="67"/>
                      <a:pt x="225" y="79"/>
                      <a:pt x="250" y="72"/>
                    </a:cubicBezTo>
                    <a:cubicBezTo>
                      <a:pt x="275" y="66"/>
                      <a:pt x="308" y="29"/>
                      <a:pt x="335" y="38"/>
                    </a:cubicBezTo>
                    <a:cubicBezTo>
                      <a:pt x="362" y="48"/>
                      <a:pt x="358" y="79"/>
                      <a:pt x="352" y="98"/>
                    </a:cubicBezTo>
                    <a:cubicBezTo>
                      <a:pt x="346" y="117"/>
                      <a:pt x="347" y="125"/>
                      <a:pt x="356" y="124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56" name="Freeform 1865">
                <a:extLst>
                  <a:ext uri="{FF2B5EF4-FFF2-40B4-BE49-F238E27FC236}">
                    <a16:creationId xmlns:a16="http://schemas.microsoft.com/office/drawing/2014/main" id="{FD0ABEBC-B836-4347-80A1-0137A0AF1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043"/>
                <a:ext cx="95" cy="85"/>
              </a:xfrm>
              <a:custGeom>
                <a:avLst/>
                <a:gdLst>
                  <a:gd name="T0" fmla="*/ 363 w 38"/>
                  <a:gd name="T1" fmla="*/ 0 h 32"/>
                  <a:gd name="T2" fmla="*/ 0 w 38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2">
                    <a:moveTo>
                      <a:pt x="23" y="0"/>
                    </a:moveTo>
                    <a:cubicBezTo>
                      <a:pt x="38" y="8"/>
                      <a:pt x="7" y="21"/>
                      <a:pt x="0" y="32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57" name="Freeform 1866">
                <a:extLst>
                  <a:ext uri="{FF2B5EF4-FFF2-40B4-BE49-F238E27FC236}">
                    <a16:creationId xmlns:a16="http://schemas.microsoft.com/office/drawing/2014/main" id="{BE574F5A-7912-4BF3-AFB6-54A09F35B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955"/>
                <a:ext cx="38" cy="77"/>
              </a:xfrm>
              <a:custGeom>
                <a:avLst/>
                <a:gdLst>
                  <a:gd name="T0" fmla="*/ 0 w 15"/>
                  <a:gd name="T1" fmla="*/ 56 h 29"/>
                  <a:gd name="T2" fmla="*/ 147 w 15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9">
                    <a:moveTo>
                      <a:pt x="0" y="3"/>
                    </a:moveTo>
                    <a:cubicBezTo>
                      <a:pt x="15" y="0"/>
                      <a:pt x="9" y="18"/>
                      <a:pt x="9" y="29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58" name="Freeform 1867">
                <a:extLst>
                  <a:ext uri="{FF2B5EF4-FFF2-40B4-BE49-F238E27FC236}">
                    <a16:creationId xmlns:a16="http://schemas.microsoft.com/office/drawing/2014/main" id="{B01E2370-7F18-4A1E-B925-6A1E5F405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568"/>
                <a:ext cx="347" cy="189"/>
              </a:xfrm>
              <a:custGeom>
                <a:avLst/>
                <a:gdLst>
                  <a:gd name="T0" fmla="*/ 2162 w 139"/>
                  <a:gd name="T1" fmla="*/ 886 h 71"/>
                  <a:gd name="T2" fmla="*/ 1495 w 139"/>
                  <a:gd name="T3" fmla="*/ 1318 h 71"/>
                  <a:gd name="T4" fmla="*/ 512 w 139"/>
                  <a:gd name="T5" fmla="*/ 977 h 71"/>
                  <a:gd name="T6" fmla="*/ 0 w 139"/>
                  <a:gd name="T7" fmla="*/ 149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9" h="71">
                    <a:moveTo>
                      <a:pt x="139" y="47"/>
                    </a:moveTo>
                    <a:cubicBezTo>
                      <a:pt x="134" y="55"/>
                      <a:pt x="121" y="68"/>
                      <a:pt x="96" y="70"/>
                    </a:cubicBezTo>
                    <a:cubicBezTo>
                      <a:pt x="71" y="71"/>
                      <a:pt x="40" y="64"/>
                      <a:pt x="33" y="52"/>
                    </a:cubicBezTo>
                    <a:cubicBezTo>
                      <a:pt x="26" y="40"/>
                      <a:pt x="7" y="0"/>
                      <a:pt x="0" y="8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59" name="Freeform 1868">
                <a:extLst>
                  <a:ext uri="{FF2B5EF4-FFF2-40B4-BE49-F238E27FC236}">
                    <a16:creationId xmlns:a16="http://schemas.microsoft.com/office/drawing/2014/main" id="{DF897365-B17A-4AEA-A6C8-D5F4B41E6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728"/>
                <a:ext cx="180" cy="136"/>
              </a:xfrm>
              <a:custGeom>
                <a:avLst/>
                <a:gdLst>
                  <a:gd name="T0" fmla="*/ 1125 w 72"/>
                  <a:gd name="T1" fmla="*/ 35 h 51"/>
                  <a:gd name="T2" fmla="*/ 270 w 72"/>
                  <a:gd name="T3" fmla="*/ 683 h 51"/>
                  <a:gd name="T4" fmla="*/ 0 w 72"/>
                  <a:gd name="T5" fmla="*/ 832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51">
                    <a:moveTo>
                      <a:pt x="72" y="2"/>
                    </a:moveTo>
                    <a:cubicBezTo>
                      <a:pt x="42" y="0"/>
                      <a:pt x="27" y="20"/>
                      <a:pt x="17" y="36"/>
                    </a:cubicBezTo>
                    <a:cubicBezTo>
                      <a:pt x="7" y="51"/>
                      <a:pt x="0" y="48"/>
                      <a:pt x="0" y="44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60" name="Freeform 1869">
                <a:extLst>
                  <a:ext uri="{FF2B5EF4-FFF2-40B4-BE49-F238E27FC236}">
                    <a16:creationId xmlns:a16="http://schemas.microsoft.com/office/drawing/2014/main" id="{4282E2FC-E197-474C-BA88-211F6D3AB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752"/>
                <a:ext cx="183" cy="125"/>
              </a:xfrm>
              <a:custGeom>
                <a:avLst/>
                <a:gdLst>
                  <a:gd name="T0" fmla="*/ 0 w 73"/>
                  <a:gd name="T1" fmla="*/ 0 h 47"/>
                  <a:gd name="T2" fmla="*/ 772 w 73"/>
                  <a:gd name="T3" fmla="*/ 737 h 47"/>
                  <a:gd name="T4" fmla="*/ 1151 w 73"/>
                  <a:gd name="T5" fmla="*/ 848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47">
                    <a:moveTo>
                      <a:pt x="0" y="0"/>
                    </a:moveTo>
                    <a:cubicBezTo>
                      <a:pt x="18" y="5"/>
                      <a:pt x="34" y="32"/>
                      <a:pt x="49" y="39"/>
                    </a:cubicBezTo>
                    <a:cubicBezTo>
                      <a:pt x="65" y="47"/>
                      <a:pt x="73" y="45"/>
                      <a:pt x="73" y="45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61" name="Freeform 1870">
                <a:extLst>
                  <a:ext uri="{FF2B5EF4-FFF2-40B4-BE49-F238E27FC236}">
                    <a16:creationId xmlns:a16="http://schemas.microsoft.com/office/drawing/2014/main" id="{104C9E09-2C90-4FBD-85DF-AE5FD3A7E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288"/>
                <a:ext cx="117" cy="387"/>
              </a:xfrm>
              <a:custGeom>
                <a:avLst/>
                <a:gdLst>
                  <a:gd name="T0" fmla="*/ 229 w 47"/>
                  <a:gd name="T1" fmla="*/ 2757 h 145"/>
                  <a:gd name="T2" fmla="*/ 371 w 47"/>
                  <a:gd name="T3" fmla="*/ 2108 h 145"/>
                  <a:gd name="T4" fmla="*/ 632 w 47"/>
                  <a:gd name="T5" fmla="*/ 1025 h 145"/>
                  <a:gd name="T6" fmla="*/ 724 w 47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45">
                    <a:moveTo>
                      <a:pt x="15" y="145"/>
                    </a:moveTo>
                    <a:cubicBezTo>
                      <a:pt x="0" y="134"/>
                      <a:pt x="15" y="122"/>
                      <a:pt x="24" y="111"/>
                    </a:cubicBezTo>
                    <a:cubicBezTo>
                      <a:pt x="41" y="87"/>
                      <a:pt x="43" y="73"/>
                      <a:pt x="41" y="54"/>
                    </a:cubicBezTo>
                    <a:cubicBezTo>
                      <a:pt x="39" y="34"/>
                      <a:pt x="44" y="8"/>
                      <a:pt x="47" y="0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62" name="Freeform 1871">
                <a:extLst>
                  <a:ext uri="{FF2B5EF4-FFF2-40B4-BE49-F238E27FC236}">
                    <a16:creationId xmlns:a16="http://schemas.microsoft.com/office/drawing/2014/main" id="{1930E404-7ABB-4543-B3A6-D414642F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965"/>
                <a:ext cx="143" cy="83"/>
              </a:xfrm>
              <a:custGeom>
                <a:avLst/>
                <a:gdLst>
                  <a:gd name="T0" fmla="*/ 0 w 57"/>
                  <a:gd name="T1" fmla="*/ 0 h 31"/>
                  <a:gd name="T2" fmla="*/ 901 w 57"/>
                  <a:gd name="T3" fmla="*/ 51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1">
                    <a:moveTo>
                      <a:pt x="0" y="0"/>
                    </a:moveTo>
                    <a:cubicBezTo>
                      <a:pt x="9" y="17"/>
                      <a:pt x="21" y="31"/>
                      <a:pt x="57" y="27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63" name="Freeform 1872">
                <a:extLst>
                  <a:ext uri="{FF2B5EF4-FFF2-40B4-BE49-F238E27FC236}">
                    <a16:creationId xmlns:a16="http://schemas.microsoft.com/office/drawing/2014/main" id="{829C02DD-8DE9-4CE9-A213-83EA5C873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643"/>
                <a:ext cx="18" cy="109"/>
              </a:xfrm>
              <a:custGeom>
                <a:avLst/>
                <a:gdLst>
                  <a:gd name="T0" fmla="*/ 67 w 7"/>
                  <a:gd name="T1" fmla="*/ 0 h 41"/>
                  <a:gd name="T2" fmla="*/ 85 w 7"/>
                  <a:gd name="T3" fmla="*/ 452 h 41"/>
                  <a:gd name="T4" fmla="*/ 0 w 7"/>
                  <a:gd name="T5" fmla="*/ 77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1">
                    <a:moveTo>
                      <a:pt x="4" y="0"/>
                    </a:moveTo>
                    <a:cubicBezTo>
                      <a:pt x="4" y="8"/>
                      <a:pt x="7" y="16"/>
                      <a:pt x="5" y="24"/>
                    </a:cubicBezTo>
                    <a:cubicBezTo>
                      <a:pt x="3" y="33"/>
                      <a:pt x="0" y="41"/>
                      <a:pt x="0" y="41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64" name="Freeform 1873">
                <a:extLst>
                  <a:ext uri="{FF2B5EF4-FFF2-40B4-BE49-F238E27FC236}">
                    <a16:creationId xmlns:a16="http://schemas.microsoft.com/office/drawing/2014/main" id="{B7859923-309F-451B-9452-5A07825F6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523"/>
                <a:ext cx="77" cy="90"/>
              </a:xfrm>
              <a:custGeom>
                <a:avLst/>
                <a:gdLst>
                  <a:gd name="T0" fmla="*/ 0 w 31"/>
                  <a:gd name="T1" fmla="*/ 294 h 34"/>
                  <a:gd name="T2" fmla="*/ 474 w 31"/>
                  <a:gd name="T3" fmla="*/ 0 h 34"/>
                  <a:gd name="T4" fmla="*/ 124 w 31"/>
                  <a:gd name="T5" fmla="*/ 63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4">
                    <a:moveTo>
                      <a:pt x="0" y="16"/>
                    </a:moveTo>
                    <a:cubicBezTo>
                      <a:pt x="6" y="19"/>
                      <a:pt x="25" y="6"/>
                      <a:pt x="31" y="0"/>
                    </a:cubicBezTo>
                    <a:cubicBezTo>
                      <a:pt x="21" y="9"/>
                      <a:pt x="8" y="20"/>
                      <a:pt x="8" y="34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65" name="Freeform 1874">
                <a:extLst>
                  <a:ext uri="{FF2B5EF4-FFF2-40B4-BE49-F238E27FC236}">
                    <a16:creationId xmlns:a16="http://schemas.microsoft.com/office/drawing/2014/main" id="{970B68D0-6EDB-43D0-B2EB-F0C174943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693"/>
                <a:ext cx="187" cy="184"/>
              </a:xfrm>
              <a:custGeom>
                <a:avLst/>
                <a:gdLst>
                  <a:gd name="T0" fmla="*/ 1149 w 75"/>
                  <a:gd name="T1" fmla="*/ 1272 h 69"/>
                  <a:gd name="T2" fmla="*/ 778 w 75"/>
                  <a:gd name="T3" fmla="*/ 1160 h 69"/>
                  <a:gd name="T4" fmla="*/ 12 w 75"/>
                  <a:gd name="T5" fmla="*/ 419 h 69"/>
                  <a:gd name="T6" fmla="*/ 0 w 75"/>
                  <a:gd name="T7" fmla="*/ 419 h 69"/>
                  <a:gd name="T8" fmla="*/ 541 w 75"/>
                  <a:gd name="T9" fmla="*/ 0 h 69"/>
                  <a:gd name="T10" fmla="*/ 541 w 75"/>
                  <a:gd name="T11" fmla="*/ 0 h 69"/>
                  <a:gd name="T12" fmla="*/ 758 w 75"/>
                  <a:gd name="T13" fmla="*/ 661 h 69"/>
                  <a:gd name="T14" fmla="*/ 1162 w 75"/>
                  <a:gd name="T15" fmla="*/ 1272 h 69"/>
                  <a:gd name="T16" fmla="*/ 1149 w 75"/>
                  <a:gd name="T17" fmla="*/ 1272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69">
                    <a:moveTo>
                      <a:pt x="74" y="67"/>
                    </a:moveTo>
                    <a:cubicBezTo>
                      <a:pt x="74" y="67"/>
                      <a:pt x="66" y="69"/>
                      <a:pt x="50" y="61"/>
                    </a:cubicBezTo>
                    <a:cubicBezTo>
                      <a:pt x="35" y="54"/>
                      <a:pt x="19" y="27"/>
                      <a:pt x="1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9" y="18"/>
                      <a:pt x="30" y="7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10"/>
                      <a:pt x="40" y="21"/>
                      <a:pt x="49" y="35"/>
                    </a:cubicBezTo>
                    <a:cubicBezTo>
                      <a:pt x="58" y="48"/>
                      <a:pt x="66" y="59"/>
                      <a:pt x="75" y="67"/>
                    </a:cubicBezTo>
                    <a:lnTo>
                      <a:pt x="74" y="67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66" name="Freeform 1875">
                <a:extLst>
                  <a:ext uri="{FF2B5EF4-FFF2-40B4-BE49-F238E27FC236}">
                    <a16:creationId xmlns:a16="http://schemas.microsoft.com/office/drawing/2014/main" id="{2DF7E7BE-B639-4E83-9128-61F776476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965"/>
                <a:ext cx="145" cy="104"/>
              </a:xfrm>
              <a:custGeom>
                <a:avLst/>
                <a:gdLst>
                  <a:gd name="T0" fmla="*/ 895 w 58"/>
                  <a:gd name="T1" fmla="*/ 512 h 39"/>
                  <a:gd name="T2" fmla="*/ 0 w 58"/>
                  <a:gd name="T3" fmla="*/ 0 h 39"/>
                  <a:gd name="T4" fmla="*/ 0 w 58"/>
                  <a:gd name="T5" fmla="*/ 0 h 39"/>
                  <a:gd name="T6" fmla="*/ 313 w 58"/>
                  <a:gd name="T7" fmla="*/ 704 h 39"/>
                  <a:gd name="T8" fmla="*/ 908 w 58"/>
                  <a:gd name="T9" fmla="*/ 512 h 39"/>
                  <a:gd name="T10" fmla="*/ 895 w 58"/>
                  <a:gd name="T11" fmla="*/ 512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9">
                    <a:moveTo>
                      <a:pt x="57" y="27"/>
                    </a:moveTo>
                    <a:cubicBezTo>
                      <a:pt x="21" y="31"/>
                      <a:pt x="9" y="1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18"/>
                      <a:pt x="5" y="35"/>
                      <a:pt x="20" y="37"/>
                    </a:cubicBezTo>
                    <a:cubicBezTo>
                      <a:pt x="34" y="39"/>
                      <a:pt x="46" y="33"/>
                      <a:pt x="58" y="27"/>
                    </a:cubicBezTo>
                    <a:lnTo>
                      <a:pt x="57" y="27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67" name="Freeform 1876">
                <a:extLst>
                  <a:ext uri="{FF2B5EF4-FFF2-40B4-BE49-F238E27FC236}">
                    <a16:creationId xmlns:a16="http://schemas.microsoft.com/office/drawing/2014/main" id="{A6267646-C626-4667-9523-EB2F27CB4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643"/>
                <a:ext cx="78" cy="109"/>
              </a:xfrm>
              <a:custGeom>
                <a:avLst/>
                <a:gdLst>
                  <a:gd name="T0" fmla="*/ 63 w 31"/>
                  <a:gd name="T1" fmla="*/ 0 h 41"/>
                  <a:gd name="T2" fmla="*/ 83 w 31"/>
                  <a:gd name="T3" fmla="*/ 452 h 41"/>
                  <a:gd name="T4" fmla="*/ 0 w 31"/>
                  <a:gd name="T5" fmla="*/ 771 h 41"/>
                  <a:gd name="T6" fmla="*/ 0 w 31"/>
                  <a:gd name="T7" fmla="*/ 771 h 41"/>
                  <a:gd name="T8" fmla="*/ 476 w 31"/>
                  <a:gd name="T9" fmla="*/ 635 h 41"/>
                  <a:gd name="T10" fmla="*/ 493 w 31"/>
                  <a:gd name="T11" fmla="*/ 635 h 41"/>
                  <a:gd name="T12" fmla="*/ 284 w 31"/>
                  <a:gd name="T13" fmla="*/ 452 h 41"/>
                  <a:gd name="T14" fmla="*/ 83 w 31"/>
                  <a:gd name="T15" fmla="*/ 0 h 41"/>
                  <a:gd name="T16" fmla="*/ 63 w 31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41">
                    <a:moveTo>
                      <a:pt x="4" y="0"/>
                    </a:moveTo>
                    <a:cubicBezTo>
                      <a:pt x="4" y="8"/>
                      <a:pt x="7" y="16"/>
                      <a:pt x="5" y="24"/>
                    </a:cubicBezTo>
                    <a:cubicBezTo>
                      <a:pt x="3" y="33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8" y="36"/>
                      <a:pt x="18" y="33"/>
                      <a:pt x="30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25" y="31"/>
                      <a:pt x="20" y="28"/>
                      <a:pt x="18" y="24"/>
                    </a:cubicBezTo>
                    <a:cubicBezTo>
                      <a:pt x="15" y="19"/>
                      <a:pt x="10" y="9"/>
                      <a:pt x="5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68" name="Freeform 1877">
                <a:extLst>
                  <a:ext uri="{FF2B5EF4-FFF2-40B4-BE49-F238E27FC236}">
                    <a16:creationId xmlns:a16="http://schemas.microsoft.com/office/drawing/2014/main" id="{8277EE6E-F998-4F8E-9A0D-A10EDFAF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3016"/>
                <a:ext cx="100" cy="24"/>
              </a:xfrm>
              <a:custGeom>
                <a:avLst/>
                <a:gdLst>
                  <a:gd name="T0" fmla="*/ 625 w 40"/>
                  <a:gd name="T1" fmla="*/ 21 h 9"/>
                  <a:gd name="T2" fmla="*/ 20 w 40"/>
                  <a:gd name="T3" fmla="*/ 93 h 9"/>
                  <a:gd name="T4" fmla="*/ 0 w 40"/>
                  <a:gd name="T5" fmla="*/ 77 h 9"/>
                  <a:gd name="T6" fmla="*/ 458 w 40"/>
                  <a:gd name="T7" fmla="*/ 93 h 9"/>
                  <a:gd name="T8" fmla="*/ 625 w 40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">
                    <a:moveTo>
                      <a:pt x="40" y="1"/>
                    </a:moveTo>
                    <a:cubicBezTo>
                      <a:pt x="32" y="0"/>
                      <a:pt x="12" y="3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8" y="7"/>
                      <a:pt x="16" y="9"/>
                      <a:pt x="29" y="5"/>
                    </a:cubicBezTo>
                    <a:cubicBezTo>
                      <a:pt x="32" y="4"/>
                      <a:pt x="36" y="3"/>
                      <a:pt x="40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69" name="Freeform 1878">
                <a:extLst>
                  <a:ext uri="{FF2B5EF4-FFF2-40B4-BE49-F238E27FC236}">
                    <a16:creationId xmlns:a16="http://schemas.microsoft.com/office/drawing/2014/main" id="{49610DE4-CA8A-440B-8969-B3B55F556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523"/>
                <a:ext cx="80" cy="96"/>
              </a:xfrm>
              <a:custGeom>
                <a:avLst/>
                <a:gdLst>
                  <a:gd name="T0" fmla="*/ 145 w 32"/>
                  <a:gd name="T1" fmla="*/ 648 h 36"/>
                  <a:gd name="T2" fmla="*/ 500 w 32"/>
                  <a:gd name="T3" fmla="*/ 0 h 36"/>
                  <a:gd name="T4" fmla="*/ 20 w 32"/>
                  <a:gd name="T5" fmla="*/ 307 h 36"/>
                  <a:gd name="T6" fmla="*/ 0 w 32"/>
                  <a:gd name="T7" fmla="*/ 307 h 36"/>
                  <a:gd name="T8" fmla="*/ 145 w 32"/>
                  <a:gd name="T9" fmla="*/ 683 h 36"/>
                  <a:gd name="T10" fmla="*/ 145 w 32"/>
                  <a:gd name="T11" fmla="*/ 648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6">
                    <a:moveTo>
                      <a:pt x="9" y="34"/>
                    </a:moveTo>
                    <a:cubicBezTo>
                      <a:pt x="9" y="20"/>
                      <a:pt x="22" y="9"/>
                      <a:pt x="32" y="0"/>
                    </a:cubicBezTo>
                    <a:cubicBezTo>
                      <a:pt x="26" y="6"/>
                      <a:pt x="7" y="19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22"/>
                      <a:pt x="6" y="29"/>
                      <a:pt x="9" y="36"/>
                    </a:cubicBezTo>
                    <a:lnTo>
                      <a:pt x="9" y="34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70" name="Freeform 1879">
                <a:extLst>
                  <a:ext uri="{FF2B5EF4-FFF2-40B4-BE49-F238E27FC236}">
                    <a16:creationId xmlns:a16="http://schemas.microsoft.com/office/drawing/2014/main" id="{0D59CE3A-681D-4767-9199-E0F739313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443"/>
                <a:ext cx="850" cy="346"/>
              </a:xfrm>
              <a:custGeom>
                <a:avLst/>
                <a:gdLst>
                  <a:gd name="T0" fmla="*/ 5313 w 340"/>
                  <a:gd name="T1" fmla="*/ 35 h 130"/>
                  <a:gd name="T2" fmla="*/ 5158 w 340"/>
                  <a:gd name="T3" fmla="*/ 226 h 130"/>
                  <a:gd name="T4" fmla="*/ 4925 w 340"/>
                  <a:gd name="T5" fmla="*/ 1757 h 130"/>
                  <a:gd name="T6" fmla="*/ 4020 w 340"/>
                  <a:gd name="T7" fmla="*/ 2417 h 130"/>
                  <a:gd name="T8" fmla="*/ 3363 w 340"/>
                  <a:gd name="T9" fmla="*/ 1679 h 130"/>
                  <a:gd name="T10" fmla="*/ 2750 w 340"/>
                  <a:gd name="T11" fmla="*/ 452 h 130"/>
                  <a:gd name="T12" fmla="*/ 1563 w 340"/>
                  <a:gd name="T13" fmla="*/ 1091 h 130"/>
                  <a:gd name="T14" fmla="*/ 1020 w 340"/>
                  <a:gd name="T15" fmla="*/ 695 h 130"/>
                  <a:gd name="T16" fmla="*/ 0 w 340"/>
                  <a:gd name="T17" fmla="*/ 170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0" h="130">
                    <a:moveTo>
                      <a:pt x="340" y="2"/>
                    </a:moveTo>
                    <a:cubicBezTo>
                      <a:pt x="338" y="0"/>
                      <a:pt x="333" y="0"/>
                      <a:pt x="330" y="12"/>
                    </a:cubicBezTo>
                    <a:cubicBezTo>
                      <a:pt x="328" y="24"/>
                      <a:pt x="336" y="53"/>
                      <a:pt x="315" y="93"/>
                    </a:cubicBezTo>
                    <a:cubicBezTo>
                      <a:pt x="300" y="121"/>
                      <a:pt x="280" y="130"/>
                      <a:pt x="257" y="128"/>
                    </a:cubicBezTo>
                    <a:cubicBezTo>
                      <a:pt x="234" y="126"/>
                      <a:pt x="220" y="114"/>
                      <a:pt x="215" y="89"/>
                    </a:cubicBezTo>
                    <a:cubicBezTo>
                      <a:pt x="210" y="65"/>
                      <a:pt x="199" y="32"/>
                      <a:pt x="176" y="24"/>
                    </a:cubicBezTo>
                    <a:cubicBezTo>
                      <a:pt x="131" y="8"/>
                      <a:pt x="120" y="54"/>
                      <a:pt x="100" y="58"/>
                    </a:cubicBezTo>
                    <a:cubicBezTo>
                      <a:pt x="80" y="63"/>
                      <a:pt x="77" y="60"/>
                      <a:pt x="65" y="37"/>
                    </a:cubicBezTo>
                    <a:cubicBezTo>
                      <a:pt x="54" y="16"/>
                      <a:pt x="23" y="6"/>
                      <a:pt x="0" y="9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71" name="Freeform 1880">
                <a:extLst>
                  <a:ext uri="{FF2B5EF4-FFF2-40B4-BE49-F238E27FC236}">
                    <a16:creationId xmlns:a16="http://schemas.microsoft.com/office/drawing/2014/main" id="{DAAA3FA2-7201-4654-B72F-A102676A2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261"/>
                <a:ext cx="175" cy="262"/>
              </a:xfrm>
              <a:custGeom>
                <a:avLst/>
                <a:gdLst>
                  <a:gd name="T0" fmla="*/ 1095 w 70"/>
                  <a:gd name="T1" fmla="*/ 0 h 98"/>
                  <a:gd name="T2" fmla="*/ 0 w 70"/>
                  <a:gd name="T3" fmla="*/ 1871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98">
                    <a:moveTo>
                      <a:pt x="70" y="0"/>
                    </a:moveTo>
                    <a:cubicBezTo>
                      <a:pt x="52" y="43"/>
                      <a:pt x="50" y="62"/>
                      <a:pt x="0" y="98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72" name="Freeform 1881">
                <a:extLst>
                  <a:ext uri="{FF2B5EF4-FFF2-40B4-BE49-F238E27FC236}">
                    <a16:creationId xmlns:a16="http://schemas.microsoft.com/office/drawing/2014/main" id="{CAA1B097-001D-4457-89E1-81830921A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419"/>
                <a:ext cx="40" cy="42"/>
              </a:xfrm>
              <a:custGeom>
                <a:avLst/>
                <a:gdLst>
                  <a:gd name="T0" fmla="*/ 0 w 16"/>
                  <a:gd name="T1" fmla="*/ 0 h 16"/>
                  <a:gd name="T2" fmla="*/ 250 w 16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6" y="4"/>
                      <a:pt x="11" y="9"/>
                      <a:pt x="16" y="16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73" name="Freeform 1882">
                <a:extLst>
                  <a:ext uri="{FF2B5EF4-FFF2-40B4-BE49-F238E27FC236}">
                    <a16:creationId xmlns:a16="http://schemas.microsoft.com/office/drawing/2014/main" id="{1B756F3C-782B-494B-AAEC-360300DB6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461"/>
                <a:ext cx="122" cy="123"/>
              </a:xfrm>
              <a:custGeom>
                <a:avLst/>
                <a:gdLst>
                  <a:gd name="T0" fmla="*/ 540 w 49"/>
                  <a:gd name="T1" fmla="*/ 880 h 46"/>
                  <a:gd name="T2" fmla="*/ 757 w 49"/>
                  <a:gd name="T3" fmla="*/ 594 h 46"/>
                  <a:gd name="T4" fmla="*/ 0 w 49"/>
                  <a:gd name="T5" fmla="*/ 0 h 46"/>
                  <a:gd name="T6" fmla="*/ 540 w 49"/>
                  <a:gd name="T7" fmla="*/ 88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6">
                    <a:moveTo>
                      <a:pt x="35" y="46"/>
                    </a:moveTo>
                    <a:cubicBezTo>
                      <a:pt x="39" y="42"/>
                      <a:pt x="44" y="37"/>
                      <a:pt x="49" y="31"/>
                    </a:cubicBezTo>
                    <a:cubicBezTo>
                      <a:pt x="26" y="28"/>
                      <a:pt x="13" y="15"/>
                      <a:pt x="0" y="0"/>
                    </a:cubicBezTo>
                    <a:cubicBezTo>
                      <a:pt x="14" y="17"/>
                      <a:pt x="19" y="41"/>
                      <a:pt x="35" y="4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74" name="Freeform 1883">
                <a:extLst>
                  <a:ext uri="{FF2B5EF4-FFF2-40B4-BE49-F238E27FC236}">
                    <a16:creationId xmlns:a16="http://schemas.microsoft.com/office/drawing/2014/main" id="{A0CAB0DF-444A-486A-BAF8-64C539ED3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792"/>
                <a:ext cx="70" cy="8"/>
              </a:xfrm>
              <a:custGeom>
                <a:avLst/>
                <a:gdLst>
                  <a:gd name="T0" fmla="*/ 0 w 28"/>
                  <a:gd name="T1" fmla="*/ 0 h 3"/>
                  <a:gd name="T2" fmla="*/ 438 w 28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">
                    <a:moveTo>
                      <a:pt x="0" y="0"/>
                    </a:moveTo>
                    <a:cubicBezTo>
                      <a:pt x="12" y="3"/>
                      <a:pt x="28" y="1"/>
                      <a:pt x="28" y="1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75" name="Freeform 1884">
                <a:extLst>
                  <a:ext uri="{FF2B5EF4-FFF2-40B4-BE49-F238E27FC236}">
                    <a16:creationId xmlns:a16="http://schemas.microsoft.com/office/drawing/2014/main" id="{AA3C3EEA-0246-496D-B245-059C67FC9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267"/>
                <a:ext cx="110" cy="120"/>
              </a:xfrm>
              <a:custGeom>
                <a:avLst/>
                <a:gdLst>
                  <a:gd name="T0" fmla="*/ 688 w 44"/>
                  <a:gd name="T1" fmla="*/ 0 h 45"/>
                  <a:gd name="T2" fmla="*/ 0 w 44"/>
                  <a:gd name="T3" fmla="*/ 853 h 45"/>
                  <a:gd name="T4" fmla="*/ 145 w 44"/>
                  <a:gd name="T5" fmla="*/ 760 h 45"/>
                  <a:gd name="T6" fmla="*/ 688 w 44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5">
                    <a:moveTo>
                      <a:pt x="44" y="0"/>
                    </a:moveTo>
                    <a:cubicBezTo>
                      <a:pt x="21" y="8"/>
                      <a:pt x="6" y="33"/>
                      <a:pt x="0" y="45"/>
                    </a:cubicBezTo>
                    <a:cubicBezTo>
                      <a:pt x="3" y="44"/>
                      <a:pt x="6" y="42"/>
                      <a:pt x="9" y="40"/>
                    </a:cubicBezTo>
                    <a:cubicBezTo>
                      <a:pt x="25" y="31"/>
                      <a:pt x="37" y="18"/>
                      <a:pt x="44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76" name="Freeform 1885">
                <a:extLst>
                  <a:ext uri="{FF2B5EF4-FFF2-40B4-BE49-F238E27FC236}">
                    <a16:creationId xmlns:a16="http://schemas.microsoft.com/office/drawing/2014/main" id="{A1601A7E-B8C9-4BF6-9EAF-075F2CDA0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424"/>
                <a:ext cx="30" cy="61"/>
              </a:xfrm>
              <a:custGeom>
                <a:avLst/>
                <a:gdLst>
                  <a:gd name="T0" fmla="*/ 158 w 12"/>
                  <a:gd name="T1" fmla="*/ 239 h 23"/>
                  <a:gd name="T2" fmla="*/ 95 w 12"/>
                  <a:gd name="T3" fmla="*/ 0 h 23"/>
                  <a:gd name="T4" fmla="*/ 158 w 12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10" y="13"/>
                    </a:moveTo>
                    <a:cubicBezTo>
                      <a:pt x="12" y="9"/>
                      <a:pt x="10" y="2"/>
                      <a:pt x="6" y="0"/>
                    </a:cubicBezTo>
                    <a:cubicBezTo>
                      <a:pt x="0" y="4"/>
                      <a:pt x="2" y="21"/>
                      <a:pt x="10" y="23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77" name="Freeform 1886">
                <a:extLst>
                  <a:ext uri="{FF2B5EF4-FFF2-40B4-BE49-F238E27FC236}">
                    <a16:creationId xmlns:a16="http://schemas.microsoft.com/office/drawing/2014/main" id="{DF3FD119-9750-42B4-B591-085BE5AF5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3152"/>
                <a:ext cx="5" cy="32"/>
              </a:xfrm>
              <a:custGeom>
                <a:avLst/>
                <a:gdLst>
                  <a:gd name="T0" fmla="*/ 33 w 2"/>
                  <a:gd name="T1" fmla="*/ 0 h 12"/>
                  <a:gd name="T2" fmla="*/ 0 w 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0" y="4"/>
                      <a:pt x="0" y="8"/>
                      <a:pt x="0" y="12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78" name="Freeform 1887">
                <a:extLst>
                  <a:ext uri="{FF2B5EF4-FFF2-40B4-BE49-F238E27FC236}">
                    <a16:creationId xmlns:a16="http://schemas.microsoft.com/office/drawing/2014/main" id="{79BFEE08-A041-4B85-934F-0934C53F1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040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2"/>
                      <a:pt x="6" y="0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79" name="Freeform 1888">
                <a:extLst>
                  <a:ext uri="{FF2B5EF4-FFF2-40B4-BE49-F238E27FC236}">
                    <a16:creationId xmlns:a16="http://schemas.microsoft.com/office/drawing/2014/main" id="{E6C3D7CD-C6D4-4958-9685-A6932D007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955"/>
                <a:ext cx="5" cy="10"/>
              </a:xfrm>
              <a:custGeom>
                <a:avLst/>
                <a:gdLst>
                  <a:gd name="T0" fmla="*/ 0 w 2"/>
                  <a:gd name="T1" fmla="*/ 6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80" name="Freeform 1889">
                <a:extLst>
                  <a:ext uri="{FF2B5EF4-FFF2-40B4-BE49-F238E27FC236}">
                    <a16:creationId xmlns:a16="http://schemas.microsoft.com/office/drawing/2014/main" id="{71559E04-2553-4446-B6AF-CC40442F2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605"/>
                <a:ext cx="22" cy="22"/>
              </a:xfrm>
              <a:custGeom>
                <a:avLst/>
                <a:gdLst>
                  <a:gd name="T0" fmla="*/ 29 w 9"/>
                  <a:gd name="T1" fmla="*/ 0 h 8"/>
                  <a:gd name="T2" fmla="*/ 132 w 9"/>
                  <a:gd name="T3" fmla="*/ 61 h 8"/>
                  <a:gd name="T4" fmla="*/ 0 w 9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0"/>
                    </a:moveTo>
                    <a:cubicBezTo>
                      <a:pt x="5" y="0"/>
                      <a:pt x="7" y="1"/>
                      <a:pt x="9" y="3"/>
                    </a:cubicBezTo>
                    <a:cubicBezTo>
                      <a:pt x="7" y="7"/>
                      <a:pt x="2" y="8"/>
                      <a:pt x="0" y="5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81" name="Freeform 1890">
                <a:extLst>
                  <a:ext uri="{FF2B5EF4-FFF2-40B4-BE49-F238E27FC236}">
                    <a16:creationId xmlns:a16="http://schemas.microsoft.com/office/drawing/2014/main" id="{37FA6BE2-07B7-4AA8-A2B8-2AA52E633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413"/>
                <a:ext cx="38" cy="48"/>
              </a:xfrm>
              <a:custGeom>
                <a:avLst/>
                <a:gdLst>
                  <a:gd name="T0" fmla="*/ 0 w 15"/>
                  <a:gd name="T1" fmla="*/ 93 h 18"/>
                  <a:gd name="T2" fmla="*/ 96 w 15"/>
                  <a:gd name="T3" fmla="*/ 0 h 18"/>
                  <a:gd name="T4" fmla="*/ 63 w 15"/>
                  <a:gd name="T5" fmla="*/ 205 h 18"/>
                  <a:gd name="T6" fmla="*/ 225 w 15"/>
                  <a:gd name="T7" fmla="*/ 93 h 18"/>
                  <a:gd name="T8" fmla="*/ 180 w 15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0" y="5"/>
                    </a:moveTo>
                    <a:cubicBezTo>
                      <a:pt x="1" y="3"/>
                      <a:pt x="4" y="1"/>
                      <a:pt x="6" y="0"/>
                    </a:cubicBezTo>
                    <a:cubicBezTo>
                      <a:pt x="7" y="4"/>
                      <a:pt x="5" y="8"/>
                      <a:pt x="4" y="11"/>
                    </a:cubicBezTo>
                    <a:cubicBezTo>
                      <a:pt x="7" y="9"/>
                      <a:pt x="10" y="5"/>
                      <a:pt x="14" y="5"/>
                    </a:cubicBezTo>
                    <a:cubicBezTo>
                      <a:pt x="15" y="9"/>
                      <a:pt x="12" y="14"/>
                      <a:pt x="11" y="18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82" name="Freeform 1891">
                <a:extLst>
                  <a:ext uri="{FF2B5EF4-FFF2-40B4-BE49-F238E27FC236}">
                    <a16:creationId xmlns:a16="http://schemas.microsoft.com/office/drawing/2014/main" id="{43433AE8-837A-4217-8C0A-EC95F5E7B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571"/>
                <a:ext cx="5" cy="21"/>
              </a:xfrm>
              <a:custGeom>
                <a:avLst/>
                <a:gdLst>
                  <a:gd name="T0" fmla="*/ 0 w 2"/>
                  <a:gd name="T1" fmla="*/ 144 h 8"/>
                  <a:gd name="T2" fmla="*/ 33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cubicBezTo>
                      <a:pt x="0" y="5"/>
                      <a:pt x="0" y="2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83" name="Freeform 1892">
                <a:extLst>
                  <a:ext uri="{FF2B5EF4-FFF2-40B4-BE49-F238E27FC236}">
                    <a16:creationId xmlns:a16="http://schemas.microsoft.com/office/drawing/2014/main" id="{8D66D096-EAC4-477B-B7F6-3246F7C35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832"/>
                <a:ext cx="40" cy="43"/>
              </a:xfrm>
              <a:custGeom>
                <a:avLst/>
                <a:gdLst>
                  <a:gd name="T0" fmla="*/ 83 w 16"/>
                  <a:gd name="T1" fmla="*/ 59 h 16"/>
                  <a:gd name="T2" fmla="*/ 158 w 1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5" y="3"/>
                    </a:moveTo>
                    <a:cubicBezTo>
                      <a:pt x="0" y="16"/>
                      <a:pt x="16" y="11"/>
                      <a:pt x="10" y="0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84" name="Freeform 1893">
                <a:extLst>
                  <a:ext uri="{FF2B5EF4-FFF2-40B4-BE49-F238E27FC236}">
                    <a16:creationId xmlns:a16="http://schemas.microsoft.com/office/drawing/2014/main" id="{729DD812-F97C-4ACA-A41E-8B6CF244E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157"/>
                <a:ext cx="17" cy="30"/>
              </a:xfrm>
              <a:custGeom>
                <a:avLst/>
                <a:gdLst>
                  <a:gd name="T0" fmla="*/ 0 w 7"/>
                  <a:gd name="T1" fmla="*/ 224 h 11"/>
                  <a:gd name="T2" fmla="*/ 100 w 7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5" y="4"/>
                      <a:pt x="7" y="0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85" name="Freeform 1894">
                <a:extLst>
                  <a:ext uri="{FF2B5EF4-FFF2-40B4-BE49-F238E27FC236}">
                    <a16:creationId xmlns:a16="http://schemas.microsoft.com/office/drawing/2014/main" id="{0EDFC893-38BB-4CDD-B146-ECB177737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253"/>
                <a:ext cx="85" cy="83"/>
              </a:xfrm>
              <a:custGeom>
                <a:avLst/>
                <a:gdLst>
                  <a:gd name="T0" fmla="*/ 0 w 34"/>
                  <a:gd name="T1" fmla="*/ 0 h 31"/>
                  <a:gd name="T2" fmla="*/ 533 w 34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1">
                    <a:moveTo>
                      <a:pt x="0" y="0"/>
                    </a:moveTo>
                    <a:cubicBezTo>
                      <a:pt x="17" y="26"/>
                      <a:pt x="18" y="24"/>
                      <a:pt x="34" y="31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86" name="Freeform 1895">
                <a:extLst>
                  <a:ext uri="{FF2B5EF4-FFF2-40B4-BE49-F238E27FC236}">
                    <a16:creationId xmlns:a16="http://schemas.microsoft.com/office/drawing/2014/main" id="{814926C4-0AF7-4013-BB03-221D8129D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496"/>
                <a:ext cx="43" cy="64"/>
              </a:xfrm>
              <a:custGeom>
                <a:avLst/>
                <a:gdLst>
                  <a:gd name="T0" fmla="*/ 276 w 17"/>
                  <a:gd name="T1" fmla="*/ 0 h 24"/>
                  <a:gd name="T2" fmla="*/ 180 w 17"/>
                  <a:gd name="T3" fmla="*/ 192 h 24"/>
                  <a:gd name="T4" fmla="*/ 0 w 17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4">
                    <a:moveTo>
                      <a:pt x="17" y="0"/>
                    </a:moveTo>
                    <a:cubicBezTo>
                      <a:pt x="15" y="4"/>
                      <a:pt x="13" y="7"/>
                      <a:pt x="11" y="10"/>
                    </a:cubicBezTo>
                    <a:cubicBezTo>
                      <a:pt x="7" y="15"/>
                      <a:pt x="4" y="20"/>
                      <a:pt x="0" y="24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87" name="Freeform 1896">
                <a:extLst>
                  <a:ext uri="{FF2B5EF4-FFF2-40B4-BE49-F238E27FC236}">
                    <a16:creationId xmlns:a16="http://schemas.microsoft.com/office/drawing/2014/main" id="{7BB9DC3F-7567-40F8-B966-9A940B250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440"/>
                <a:ext cx="25" cy="88"/>
              </a:xfrm>
              <a:custGeom>
                <a:avLst/>
                <a:gdLst>
                  <a:gd name="T0" fmla="*/ 158 w 10"/>
                  <a:gd name="T1" fmla="*/ 627 h 33"/>
                  <a:gd name="T2" fmla="*/ 0 w 10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3">
                    <a:moveTo>
                      <a:pt x="10" y="33"/>
                    </a:moveTo>
                    <a:cubicBezTo>
                      <a:pt x="7" y="29"/>
                      <a:pt x="3" y="16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88" name="Freeform 1897">
                <a:extLst>
                  <a:ext uri="{FF2B5EF4-FFF2-40B4-BE49-F238E27FC236}">
                    <a16:creationId xmlns:a16="http://schemas.microsoft.com/office/drawing/2014/main" id="{B775D602-49B4-4133-A9C7-3A3CD1D36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192"/>
                <a:ext cx="55" cy="83"/>
              </a:xfrm>
              <a:custGeom>
                <a:avLst/>
                <a:gdLst>
                  <a:gd name="T0" fmla="*/ 0 w 22"/>
                  <a:gd name="T1" fmla="*/ 35 h 31"/>
                  <a:gd name="T2" fmla="*/ 283 w 22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1">
                    <a:moveTo>
                      <a:pt x="0" y="2"/>
                    </a:moveTo>
                    <a:cubicBezTo>
                      <a:pt x="10" y="0"/>
                      <a:pt x="22" y="22"/>
                      <a:pt x="18" y="31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89" name="Freeform 1898">
                <a:extLst>
                  <a:ext uri="{FF2B5EF4-FFF2-40B4-BE49-F238E27FC236}">
                    <a16:creationId xmlns:a16="http://schemas.microsoft.com/office/drawing/2014/main" id="{E1E943B0-636A-4B70-8BA2-72E66D001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675"/>
                <a:ext cx="53" cy="138"/>
              </a:xfrm>
              <a:custGeom>
                <a:avLst/>
                <a:gdLst>
                  <a:gd name="T0" fmla="*/ 0 w 21"/>
                  <a:gd name="T1" fmla="*/ 0 h 52"/>
                  <a:gd name="T2" fmla="*/ 305 w 21"/>
                  <a:gd name="T3" fmla="*/ 732 h 52"/>
                  <a:gd name="T4" fmla="*/ 209 w 21"/>
                  <a:gd name="T5" fmla="*/ 971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2">
                    <a:moveTo>
                      <a:pt x="0" y="0"/>
                    </a:moveTo>
                    <a:cubicBezTo>
                      <a:pt x="6" y="18"/>
                      <a:pt x="17" y="27"/>
                      <a:pt x="19" y="39"/>
                    </a:cubicBezTo>
                    <a:cubicBezTo>
                      <a:pt x="21" y="51"/>
                      <a:pt x="13" y="52"/>
                      <a:pt x="13" y="52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90" name="Freeform 1899">
                <a:extLst>
                  <a:ext uri="{FF2B5EF4-FFF2-40B4-BE49-F238E27FC236}">
                    <a16:creationId xmlns:a16="http://schemas.microsoft.com/office/drawing/2014/main" id="{6444B13E-EFBA-4F17-ABAC-F98C1A244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776"/>
                <a:ext cx="17" cy="37"/>
              </a:xfrm>
              <a:custGeom>
                <a:avLst/>
                <a:gdLst>
                  <a:gd name="T0" fmla="*/ 12 w 7"/>
                  <a:gd name="T1" fmla="*/ 0 h 14"/>
                  <a:gd name="T2" fmla="*/ 100 w 7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1" y="0"/>
                    </a:moveTo>
                    <a:cubicBezTo>
                      <a:pt x="0" y="5"/>
                      <a:pt x="7" y="14"/>
                      <a:pt x="7" y="14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91" name="Freeform 1900">
                <a:extLst>
                  <a:ext uri="{FF2B5EF4-FFF2-40B4-BE49-F238E27FC236}">
                    <a16:creationId xmlns:a16="http://schemas.microsoft.com/office/drawing/2014/main" id="{2BD658E8-E637-4C4D-9633-8FBBF087E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165"/>
                <a:ext cx="85" cy="54"/>
              </a:xfrm>
              <a:custGeom>
                <a:avLst/>
                <a:gdLst>
                  <a:gd name="T0" fmla="*/ 0 w 34"/>
                  <a:gd name="T1" fmla="*/ 0 h 20"/>
                  <a:gd name="T2" fmla="*/ 533 w 34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0" y="9"/>
                      <a:pt x="22" y="19"/>
                      <a:pt x="34" y="20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92" name="Freeform 1901">
                <a:extLst>
                  <a:ext uri="{FF2B5EF4-FFF2-40B4-BE49-F238E27FC236}">
                    <a16:creationId xmlns:a16="http://schemas.microsoft.com/office/drawing/2014/main" id="{5068A3D8-DA9E-4AC2-8F1F-D463E58A1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224"/>
                <a:ext cx="70" cy="53"/>
              </a:xfrm>
              <a:custGeom>
                <a:avLst/>
                <a:gdLst>
                  <a:gd name="T0" fmla="*/ 33 w 28"/>
                  <a:gd name="T1" fmla="*/ 371 h 20"/>
                  <a:gd name="T2" fmla="*/ 438 w 28"/>
                  <a:gd name="T3" fmla="*/ 2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2" y="20"/>
                    </a:moveTo>
                    <a:cubicBezTo>
                      <a:pt x="0" y="6"/>
                      <a:pt x="17" y="0"/>
                      <a:pt x="28" y="16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93" name="Freeform 1902">
                <a:extLst>
                  <a:ext uri="{FF2B5EF4-FFF2-40B4-BE49-F238E27FC236}">
                    <a16:creationId xmlns:a16="http://schemas.microsoft.com/office/drawing/2014/main" id="{8842248F-B68B-4EF3-A36E-83467A9E5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307"/>
                <a:ext cx="58" cy="40"/>
              </a:xfrm>
              <a:custGeom>
                <a:avLst/>
                <a:gdLst>
                  <a:gd name="T0" fmla="*/ 351 w 23"/>
                  <a:gd name="T1" fmla="*/ 285 h 15"/>
                  <a:gd name="T2" fmla="*/ 351 w 23"/>
                  <a:gd name="T3" fmla="*/ 115 h 15"/>
                  <a:gd name="T4" fmla="*/ 242 w 23"/>
                  <a:gd name="T5" fmla="*/ 171 h 15"/>
                  <a:gd name="T6" fmla="*/ 83 w 23"/>
                  <a:gd name="T7" fmla="*/ 77 h 15"/>
                  <a:gd name="T8" fmla="*/ 63 w 23"/>
                  <a:gd name="T9" fmla="*/ 21 h 15"/>
                  <a:gd name="T10" fmla="*/ 0 w 23"/>
                  <a:gd name="T11" fmla="*/ 5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22" y="15"/>
                    </a:moveTo>
                    <a:cubicBezTo>
                      <a:pt x="23" y="12"/>
                      <a:pt x="23" y="9"/>
                      <a:pt x="22" y="6"/>
                    </a:cubicBezTo>
                    <a:cubicBezTo>
                      <a:pt x="20" y="7"/>
                      <a:pt x="17" y="8"/>
                      <a:pt x="15" y="9"/>
                    </a:cubicBezTo>
                    <a:cubicBezTo>
                      <a:pt x="17" y="0"/>
                      <a:pt x="14" y="0"/>
                      <a:pt x="5" y="4"/>
                    </a:cubicBezTo>
                    <a:cubicBezTo>
                      <a:pt x="5" y="3"/>
                      <a:pt x="5" y="2"/>
                      <a:pt x="4" y="1"/>
                    </a:cubicBezTo>
                    <a:cubicBezTo>
                      <a:pt x="3" y="1"/>
                      <a:pt x="1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94" name="Freeform 1903">
                <a:extLst>
                  <a:ext uri="{FF2B5EF4-FFF2-40B4-BE49-F238E27FC236}">
                    <a16:creationId xmlns:a16="http://schemas.microsoft.com/office/drawing/2014/main" id="{D3DBA5D1-6F6E-4E2E-AC18-367029C04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779"/>
                <a:ext cx="43" cy="34"/>
              </a:xfrm>
              <a:custGeom>
                <a:avLst/>
                <a:gdLst>
                  <a:gd name="T0" fmla="*/ 0 w 17"/>
                  <a:gd name="T1" fmla="*/ 110 h 13"/>
                  <a:gd name="T2" fmla="*/ 192 w 17"/>
                  <a:gd name="T3" fmla="*/ 178 h 13"/>
                  <a:gd name="T4" fmla="*/ 63 w 1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0" y="6"/>
                    </a:moveTo>
                    <a:cubicBezTo>
                      <a:pt x="4" y="7"/>
                      <a:pt x="7" y="13"/>
                      <a:pt x="12" y="10"/>
                    </a:cubicBezTo>
                    <a:cubicBezTo>
                      <a:pt x="17" y="6"/>
                      <a:pt x="7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95" name="Freeform 1904">
                <a:extLst>
                  <a:ext uri="{FF2B5EF4-FFF2-40B4-BE49-F238E27FC236}">
                    <a16:creationId xmlns:a16="http://schemas.microsoft.com/office/drawing/2014/main" id="{BE154E74-F3F1-49B3-A9D1-D01BD24AE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179"/>
                <a:ext cx="1133" cy="1106"/>
              </a:xfrm>
              <a:custGeom>
                <a:avLst/>
                <a:gdLst>
                  <a:gd name="T0" fmla="*/ 938 w 453"/>
                  <a:gd name="T1" fmla="*/ 6641 h 415"/>
                  <a:gd name="T2" fmla="*/ 1426 w 453"/>
                  <a:gd name="T3" fmla="*/ 6058 h 415"/>
                  <a:gd name="T4" fmla="*/ 2158 w 453"/>
                  <a:gd name="T5" fmla="*/ 7116 h 415"/>
                  <a:gd name="T6" fmla="*/ 3379 w 453"/>
                  <a:gd name="T7" fmla="*/ 7060 h 415"/>
                  <a:gd name="T8" fmla="*/ 3847 w 453"/>
                  <a:gd name="T9" fmla="*/ 6889 h 415"/>
                  <a:gd name="T10" fmla="*/ 4367 w 453"/>
                  <a:gd name="T11" fmla="*/ 7004 h 415"/>
                  <a:gd name="T12" fmla="*/ 5272 w 453"/>
                  <a:gd name="T13" fmla="*/ 6740 h 415"/>
                  <a:gd name="T14" fmla="*/ 5725 w 453"/>
                  <a:gd name="T15" fmla="*/ 7593 h 415"/>
                  <a:gd name="T16" fmla="*/ 6868 w 453"/>
                  <a:gd name="T17" fmla="*/ 7081 h 415"/>
                  <a:gd name="T18" fmla="*/ 7038 w 453"/>
                  <a:gd name="T19" fmla="*/ 6300 h 415"/>
                  <a:gd name="T20" fmla="*/ 6068 w 453"/>
                  <a:gd name="T21" fmla="*/ 4525 h 415"/>
                  <a:gd name="T22" fmla="*/ 6505 w 453"/>
                  <a:gd name="T23" fmla="*/ 3425 h 415"/>
                  <a:gd name="T24" fmla="*/ 6443 w 453"/>
                  <a:gd name="T25" fmla="*/ 874 h 415"/>
                  <a:gd name="T26" fmla="*/ 5347 w 453"/>
                  <a:gd name="T27" fmla="*/ 589 h 415"/>
                  <a:gd name="T28" fmla="*/ 5367 w 453"/>
                  <a:gd name="T29" fmla="*/ 546 h 415"/>
                  <a:gd name="T30" fmla="*/ 4897 w 453"/>
                  <a:gd name="T31" fmla="*/ 589 h 415"/>
                  <a:gd name="T32" fmla="*/ 4492 w 453"/>
                  <a:gd name="T33" fmla="*/ 306 h 415"/>
                  <a:gd name="T34" fmla="*/ 3847 w 453"/>
                  <a:gd name="T35" fmla="*/ 1386 h 415"/>
                  <a:gd name="T36" fmla="*/ 2021 w 453"/>
                  <a:gd name="T37" fmla="*/ 1271 h 415"/>
                  <a:gd name="T38" fmla="*/ 645 w 453"/>
                  <a:gd name="T39" fmla="*/ 704 h 415"/>
                  <a:gd name="T40" fmla="*/ 613 w 453"/>
                  <a:gd name="T41" fmla="*/ 2047 h 415"/>
                  <a:gd name="T42" fmla="*/ 625 w 453"/>
                  <a:gd name="T43" fmla="*/ 2047 h 415"/>
                  <a:gd name="T44" fmla="*/ 470 w 453"/>
                  <a:gd name="T45" fmla="*/ 2081 h 415"/>
                  <a:gd name="T46" fmla="*/ 175 w 453"/>
                  <a:gd name="T47" fmla="*/ 3217 h 415"/>
                  <a:gd name="T48" fmla="*/ 175 w 453"/>
                  <a:gd name="T49" fmla="*/ 4333 h 415"/>
                  <a:gd name="T50" fmla="*/ 800 w 453"/>
                  <a:gd name="T51" fmla="*/ 5285 h 415"/>
                  <a:gd name="T52" fmla="*/ 283 w 453"/>
                  <a:gd name="T53" fmla="*/ 5959 h 415"/>
                  <a:gd name="T54" fmla="*/ 50 w 453"/>
                  <a:gd name="T55" fmla="*/ 6436 h 41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53" h="415">
                    <a:moveTo>
                      <a:pt x="60" y="351"/>
                    </a:moveTo>
                    <a:cubicBezTo>
                      <a:pt x="68" y="343"/>
                      <a:pt x="89" y="322"/>
                      <a:pt x="91" y="320"/>
                    </a:cubicBezTo>
                    <a:cubicBezTo>
                      <a:pt x="97" y="339"/>
                      <a:pt x="99" y="365"/>
                      <a:pt x="138" y="376"/>
                    </a:cubicBezTo>
                    <a:cubicBezTo>
                      <a:pt x="176" y="386"/>
                      <a:pt x="202" y="379"/>
                      <a:pt x="216" y="373"/>
                    </a:cubicBezTo>
                    <a:cubicBezTo>
                      <a:pt x="222" y="370"/>
                      <a:pt x="237" y="364"/>
                      <a:pt x="246" y="364"/>
                    </a:cubicBezTo>
                    <a:cubicBezTo>
                      <a:pt x="258" y="363"/>
                      <a:pt x="267" y="366"/>
                      <a:pt x="279" y="370"/>
                    </a:cubicBezTo>
                    <a:cubicBezTo>
                      <a:pt x="299" y="376"/>
                      <a:pt x="314" y="373"/>
                      <a:pt x="337" y="356"/>
                    </a:cubicBezTo>
                    <a:cubicBezTo>
                      <a:pt x="334" y="365"/>
                      <a:pt x="342" y="389"/>
                      <a:pt x="366" y="401"/>
                    </a:cubicBezTo>
                    <a:cubicBezTo>
                      <a:pt x="397" y="415"/>
                      <a:pt x="427" y="401"/>
                      <a:pt x="439" y="374"/>
                    </a:cubicBezTo>
                    <a:cubicBezTo>
                      <a:pt x="445" y="361"/>
                      <a:pt x="448" y="346"/>
                      <a:pt x="450" y="333"/>
                    </a:cubicBezTo>
                    <a:cubicBezTo>
                      <a:pt x="453" y="305"/>
                      <a:pt x="441" y="231"/>
                      <a:pt x="388" y="239"/>
                    </a:cubicBezTo>
                    <a:cubicBezTo>
                      <a:pt x="393" y="232"/>
                      <a:pt x="405" y="219"/>
                      <a:pt x="416" y="181"/>
                    </a:cubicBezTo>
                    <a:cubicBezTo>
                      <a:pt x="428" y="127"/>
                      <a:pt x="432" y="81"/>
                      <a:pt x="412" y="46"/>
                    </a:cubicBezTo>
                    <a:cubicBezTo>
                      <a:pt x="392" y="8"/>
                      <a:pt x="359" y="0"/>
                      <a:pt x="342" y="31"/>
                    </a:cubicBezTo>
                    <a:cubicBezTo>
                      <a:pt x="342" y="30"/>
                      <a:pt x="343" y="30"/>
                      <a:pt x="343" y="29"/>
                    </a:cubicBezTo>
                    <a:cubicBezTo>
                      <a:pt x="339" y="34"/>
                      <a:pt x="328" y="34"/>
                      <a:pt x="313" y="31"/>
                    </a:cubicBezTo>
                    <a:cubicBezTo>
                      <a:pt x="300" y="29"/>
                      <a:pt x="288" y="23"/>
                      <a:pt x="287" y="16"/>
                    </a:cubicBezTo>
                    <a:cubicBezTo>
                      <a:pt x="280" y="43"/>
                      <a:pt x="267" y="61"/>
                      <a:pt x="246" y="73"/>
                    </a:cubicBezTo>
                    <a:cubicBezTo>
                      <a:pt x="194" y="101"/>
                      <a:pt x="161" y="89"/>
                      <a:pt x="129" y="67"/>
                    </a:cubicBezTo>
                    <a:cubicBezTo>
                      <a:pt x="100" y="46"/>
                      <a:pt x="70" y="25"/>
                      <a:pt x="41" y="37"/>
                    </a:cubicBezTo>
                    <a:cubicBezTo>
                      <a:pt x="12" y="49"/>
                      <a:pt x="18" y="81"/>
                      <a:pt x="39" y="108"/>
                    </a:cubicBezTo>
                    <a:cubicBezTo>
                      <a:pt x="40" y="108"/>
                      <a:pt x="40" y="108"/>
                      <a:pt x="40" y="108"/>
                    </a:cubicBezTo>
                    <a:cubicBezTo>
                      <a:pt x="37" y="108"/>
                      <a:pt x="33" y="109"/>
                      <a:pt x="30" y="110"/>
                    </a:cubicBezTo>
                    <a:cubicBezTo>
                      <a:pt x="1" y="122"/>
                      <a:pt x="2" y="146"/>
                      <a:pt x="11" y="170"/>
                    </a:cubicBezTo>
                    <a:cubicBezTo>
                      <a:pt x="20" y="195"/>
                      <a:pt x="20" y="207"/>
                      <a:pt x="11" y="229"/>
                    </a:cubicBezTo>
                    <a:cubicBezTo>
                      <a:pt x="0" y="255"/>
                      <a:pt x="5" y="286"/>
                      <a:pt x="51" y="279"/>
                    </a:cubicBezTo>
                    <a:cubicBezTo>
                      <a:pt x="45" y="287"/>
                      <a:pt x="25" y="310"/>
                      <a:pt x="18" y="315"/>
                    </a:cubicBezTo>
                    <a:cubicBezTo>
                      <a:pt x="11" y="319"/>
                      <a:pt x="2" y="330"/>
                      <a:pt x="3" y="340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96" name="Freeform 1905">
                <a:extLst>
                  <a:ext uri="{FF2B5EF4-FFF2-40B4-BE49-F238E27FC236}">
                    <a16:creationId xmlns:a16="http://schemas.microsoft.com/office/drawing/2014/main" id="{7F16FEE6-7316-4AE0-85DE-523F65BC9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197"/>
                <a:ext cx="155" cy="72"/>
              </a:xfrm>
              <a:custGeom>
                <a:avLst/>
                <a:gdLst>
                  <a:gd name="T0" fmla="*/ 33 w 62"/>
                  <a:gd name="T1" fmla="*/ 136 h 27"/>
                  <a:gd name="T2" fmla="*/ 438 w 62"/>
                  <a:gd name="T3" fmla="*/ 456 h 27"/>
                  <a:gd name="T4" fmla="*/ 925 w 62"/>
                  <a:gd name="T5" fmla="*/ 397 h 27"/>
                  <a:gd name="T6" fmla="*/ 520 w 62"/>
                  <a:gd name="T7" fmla="*/ 77 h 27"/>
                  <a:gd name="T8" fmla="*/ 33 w 62"/>
                  <a:gd name="T9" fmla="*/ 13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7">
                    <a:moveTo>
                      <a:pt x="2" y="7"/>
                    </a:moveTo>
                    <a:cubicBezTo>
                      <a:pt x="0" y="14"/>
                      <a:pt x="13" y="21"/>
                      <a:pt x="28" y="24"/>
                    </a:cubicBezTo>
                    <a:cubicBezTo>
                      <a:pt x="43" y="27"/>
                      <a:pt x="56" y="27"/>
                      <a:pt x="59" y="21"/>
                    </a:cubicBezTo>
                    <a:cubicBezTo>
                      <a:pt x="62" y="14"/>
                      <a:pt x="50" y="6"/>
                      <a:pt x="33" y="4"/>
                    </a:cubicBezTo>
                    <a:cubicBezTo>
                      <a:pt x="16" y="2"/>
                      <a:pt x="4" y="0"/>
                      <a:pt x="2" y="7"/>
                    </a:cubicBezTo>
                    <a:close/>
                  </a:path>
                </a:pathLst>
              </a:custGeom>
              <a:solidFill>
                <a:srgbClr val="F7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97" name="Freeform 1906">
                <a:extLst>
                  <a:ext uri="{FF2B5EF4-FFF2-40B4-BE49-F238E27FC236}">
                    <a16:creationId xmlns:a16="http://schemas.microsoft.com/office/drawing/2014/main" id="{706EF1FF-045D-4832-94E5-61DD314E7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219"/>
                <a:ext cx="103" cy="32"/>
              </a:xfrm>
              <a:custGeom>
                <a:avLst/>
                <a:gdLst>
                  <a:gd name="T0" fmla="*/ 0 w 41"/>
                  <a:gd name="T1" fmla="*/ 35 h 12"/>
                  <a:gd name="T2" fmla="*/ 146 w 41"/>
                  <a:gd name="T3" fmla="*/ 115 h 12"/>
                  <a:gd name="T4" fmla="*/ 239 w 41"/>
                  <a:gd name="T5" fmla="*/ 171 h 12"/>
                  <a:gd name="T6" fmla="*/ 284 w 41"/>
                  <a:gd name="T7" fmla="*/ 149 h 12"/>
                  <a:gd name="T8" fmla="*/ 334 w 41"/>
                  <a:gd name="T9" fmla="*/ 192 h 12"/>
                  <a:gd name="T10" fmla="*/ 525 w 41"/>
                  <a:gd name="T11" fmla="*/ 205 h 12"/>
                  <a:gd name="T12" fmla="*/ 631 w 41"/>
                  <a:gd name="T13" fmla="*/ 149 h 12"/>
                  <a:gd name="T14" fmla="*/ 492 w 41"/>
                  <a:gd name="T15" fmla="*/ 93 h 12"/>
                  <a:gd name="T16" fmla="*/ 409 w 41"/>
                  <a:gd name="T17" fmla="*/ 77 h 12"/>
                  <a:gd name="T18" fmla="*/ 317 w 41"/>
                  <a:gd name="T19" fmla="*/ 77 h 12"/>
                  <a:gd name="T20" fmla="*/ 251 w 41"/>
                  <a:gd name="T21" fmla="*/ 21 h 12"/>
                  <a:gd name="T22" fmla="*/ 176 w 41"/>
                  <a:gd name="T23" fmla="*/ 35 h 12"/>
                  <a:gd name="T24" fmla="*/ 83 w 41"/>
                  <a:gd name="T25" fmla="*/ 21 h 12"/>
                  <a:gd name="T26" fmla="*/ 20 w 41"/>
                  <a:gd name="T27" fmla="*/ 35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12">
                    <a:moveTo>
                      <a:pt x="0" y="2"/>
                    </a:moveTo>
                    <a:cubicBezTo>
                      <a:pt x="1" y="6"/>
                      <a:pt x="6" y="3"/>
                      <a:pt x="9" y="6"/>
                    </a:cubicBezTo>
                    <a:cubicBezTo>
                      <a:pt x="11" y="7"/>
                      <a:pt x="11" y="9"/>
                      <a:pt x="15" y="9"/>
                    </a:cubicBezTo>
                    <a:cubicBezTo>
                      <a:pt x="16" y="9"/>
                      <a:pt x="17" y="8"/>
                      <a:pt x="18" y="8"/>
                    </a:cubicBezTo>
                    <a:cubicBezTo>
                      <a:pt x="19" y="9"/>
                      <a:pt x="20" y="10"/>
                      <a:pt x="21" y="10"/>
                    </a:cubicBezTo>
                    <a:cubicBezTo>
                      <a:pt x="25" y="11"/>
                      <a:pt x="29" y="11"/>
                      <a:pt x="33" y="11"/>
                    </a:cubicBezTo>
                    <a:cubicBezTo>
                      <a:pt x="35" y="12"/>
                      <a:pt x="41" y="12"/>
                      <a:pt x="40" y="8"/>
                    </a:cubicBezTo>
                    <a:cubicBezTo>
                      <a:pt x="39" y="3"/>
                      <a:pt x="34" y="6"/>
                      <a:pt x="31" y="5"/>
                    </a:cubicBezTo>
                    <a:cubicBezTo>
                      <a:pt x="30" y="5"/>
                      <a:pt x="28" y="4"/>
                      <a:pt x="26" y="4"/>
                    </a:cubicBezTo>
                    <a:cubicBezTo>
                      <a:pt x="24" y="3"/>
                      <a:pt x="23" y="4"/>
                      <a:pt x="20" y="4"/>
                    </a:cubicBezTo>
                    <a:cubicBezTo>
                      <a:pt x="19" y="3"/>
                      <a:pt x="18" y="2"/>
                      <a:pt x="16" y="1"/>
                    </a:cubicBezTo>
                    <a:cubicBezTo>
                      <a:pt x="14" y="0"/>
                      <a:pt x="13" y="1"/>
                      <a:pt x="11" y="2"/>
                    </a:cubicBezTo>
                    <a:cubicBezTo>
                      <a:pt x="9" y="2"/>
                      <a:pt x="7" y="1"/>
                      <a:pt x="5" y="1"/>
                    </a:cubicBezTo>
                    <a:cubicBezTo>
                      <a:pt x="3" y="1"/>
                      <a:pt x="2" y="2"/>
                      <a:pt x="1" y="2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98" name="Freeform 1907">
                <a:extLst>
                  <a:ext uri="{FF2B5EF4-FFF2-40B4-BE49-F238E27FC236}">
                    <a16:creationId xmlns:a16="http://schemas.microsoft.com/office/drawing/2014/main" id="{5941E803-CC5C-4119-9562-795D0D8ED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197"/>
                <a:ext cx="155" cy="72"/>
              </a:xfrm>
              <a:custGeom>
                <a:avLst/>
                <a:gdLst>
                  <a:gd name="T0" fmla="*/ 33 w 62"/>
                  <a:gd name="T1" fmla="*/ 136 h 27"/>
                  <a:gd name="T2" fmla="*/ 438 w 62"/>
                  <a:gd name="T3" fmla="*/ 456 h 27"/>
                  <a:gd name="T4" fmla="*/ 925 w 62"/>
                  <a:gd name="T5" fmla="*/ 397 h 27"/>
                  <a:gd name="T6" fmla="*/ 520 w 62"/>
                  <a:gd name="T7" fmla="*/ 77 h 27"/>
                  <a:gd name="T8" fmla="*/ 33 w 62"/>
                  <a:gd name="T9" fmla="*/ 13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7">
                    <a:moveTo>
                      <a:pt x="2" y="7"/>
                    </a:moveTo>
                    <a:cubicBezTo>
                      <a:pt x="0" y="14"/>
                      <a:pt x="13" y="21"/>
                      <a:pt x="28" y="24"/>
                    </a:cubicBezTo>
                    <a:cubicBezTo>
                      <a:pt x="43" y="27"/>
                      <a:pt x="56" y="27"/>
                      <a:pt x="59" y="21"/>
                    </a:cubicBezTo>
                    <a:cubicBezTo>
                      <a:pt x="62" y="14"/>
                      <a:pt x="50" y="6"/>
                      <a:pt x="33" y="4"/>
                    </a:cubicBezTo>
                    <a:cubicBezTo>
                      <a:pt x="16" y="2"/>
                      <a:pt x="4" y="0"/>
                      <a:pt x="2" y="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99" name="Freeform 1908">
                <a:extLst>
                  <a:ext uri="{FF2B5EF4-FFF2-40B4-BE49-F238E27FC236}">
                    <a16:creationId xmlns:a16="http://schemas.microsoft.com/office/drawing/2014/main" id="{CB924910-6AA5-4B08-8AA8-EBB1053D0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219"/>
                <a:ext cx="103" cy="32"/>
              </a:xfrm>
              <a:custGeom>
                <a:avLst/>
                <a:gdLst>
                  <a:gd name="T0" fmla="*/ 0 w 41"/>
                  <a:gd name="T1" fmla="*/ 35 h 12"/>
                  <a:gd name="T2" fmla="*/ 146 w 41"/>
                  <a:gd name="T3" fmla="*/ 115 h 12"/>
                  <a:gd name="T4" fmla="*/ 239 w 41"/>
                  <a:gd name="T5" fmla="*/ 171 h 12"/>
                  <a:gd name="T6" fmla="*/ 284 w 41"/>
                  <a:gd name="T7" fmla="*/ 149 h 12"/>
                  <a:gd name="T8" fmla="*/ 334 w 41"/>
                  <a:gd name="T9" fmla="*/ 192 h 12"/>
                  <a:gd name="T10" fmla="*/ 525 w 41"/>
                  <a:gd name="T11" fmla="*/ 205 h 12"/>
                  <a:gd name="T12" fmla="*/ 631 w 41"/>
                  <a:gd name="T13" fmla="*/ 149 h 12"/>
                  <a:gd name="T14" fmla="*/ 492 w 41"/>
                  <a:gd name="T15" fmla="*/ 93 h 12"/>
                  <a:gd name="T16" fmla="*/ 409 w 41"/>
                  <a:gd name="T17" fmla="*/ 77 h 12"/>
                  <a:gd name="T18" fmla="*/ 317 w 41"/>
                  <a:gd name="T19" fmla="*/ 77 h 12"/>
                  <a:gd name="T20" fmla="*/ 251 w 41"/>
                  <a:gd name="T21" fmla="*/ 21 h 12"/>
                  <a:gd name="T22" fmla="*/ 176 w 41"/>
                  <a:gd name="T23" fmla="*/ 35 h 12"/>
                  <a:gd name="T24" fmla="*/ 83 w 41"/>
                  <a:gd name="T25" fmla="*/ 21 h 12"/>
                  <a:gd name="T26" fmla="*/ 20 w 41"/>
                  <a:gd name="T27" fmla="*/ 35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12">
                    <a:moveTo>
                      <a:pt x="0" y="2"/>
                    </a:moveTo>
                    <a:cubicBezTo>
                      <a:pt x="1" y="6"/>
                      <a:pt x="6" y="3"/>
                      <a:pt x="9" y="6"/>
                    </a:cubicBezTo>
                    <a:cubicBezTo>
                      <a:pt x="11" y="7"/>
                      <a:pt x="11" y="9"/>
                      <a:pt x="15" y="9"/>
                    </a:cubicBezTo>
                    <a:cubicBezTo>
                      <a:pt x="16" y="9"/>
                      <a:pt x="17" y="8"/>
                      <a:pt x="18" y="8"/>
                    </a:cubicBezTo>
                    <a:cubicBezTo>
                      <a:pt x="19" y="9"/>
                      <a:pt x="20" y="10"/>
                      <a:pt x="21" y="10"/>
                    </a:cubicBezTo>
                    <a:cubicBezTo>
                      <a:pt x="25" y="11"/>
                      <a:pt x="29" y="11"/>
                      <a:pt x="33" y="11"/>
                    </a:cubicBezTo>
                    <a:cubicBezTo>
                      <a:pt x="35" y="12"/>
                      <a:pt x="41" y="12"/>
                      <a:pt x="40" y="8"/>
                    </a:cubicBezTo>
                    <a:cubicBezTo>
                      <a:pt x="39" y="3"/>
                      <a:pt x="34" y="6"/>
                      <a:pt x="31" y="5"/>
                    </a:cubicBezTo>
                    <a:cubicBezTo>
                      <a:pt x="30" y="5"/>
                      <a:pt x="28" y="4"/>
                      <a:pt x="26" y="4"/>
                    </a:cubicBezTo>
                    <a:cubicBezTo>
                      <a:pt x="24" y="3"/>
                      <a:pt x="23" y="4"/>
                      <a:pt x="20" y="4"/>
                    </a:cubicBezTo>
                    <a:cubicBezTo>
                      <a:pt x="19" y="3"/>
                      <a:pt x="18" y="2"/>
                      <a:pt x="16" y="1"/>
                    </a:cubicBezTo>
                    <a:cubicBezTo>
                      <a:pt x="14" y="0"/>
                      <a:pt x="13" y="1"/>
                      <a:pt x="11" y="2"/>
                    </a:cubicBezTo>
                    <a:cubicBezTo>
                      <a:pt x="9" y="2"/>
                      <a:pt x="7" y="1"/>
                      <a:pt x="5" y="1"/>
                    </a:cubicBezTo>
                    <a:cubicBezTo>
                      <a:pt x="3" y="1"/>
                      <a:pt x="2" y="2"/>
                      <a:pt x="1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04" name="Group 2699">
              <a:extLst>
                <a:ext uri="{FF2B5EF4-FFF2-40B4-BE49-F238E27FC236}">
                  <a16:creationId xmlns:a16="http://schemas.microsoft.com/office/drawing/2014/main" id="{790A9D5C-8B9D-4C98-B2AE-97E8410E45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90888" y="1122363"/>
              <a:ext cx="1627187" cy="5378450"/>
              <a:chOff x="295" y="707"/>
              <a:chExt cx="1025" cy="3388"/>
            </a:xfrm>
          </p:grpSpPr>
          <p:sp>
            <p:nvSpPr>
              <p:cNvPr id="128339" name="Freeform 454">
                <a:extLst>
                  <a:ext uri="{FF2B5EF4-FFF2-40B4-BE49-F238E27FC236}">
                    <a16:creationId xmlns:a16="http://schemas.microsoft.com/office/drawing/2014/main" id="{B8B9EC4F-F45A-4C5C-B2AD-E393E2F69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" y="939"/>
                <a:ext cx="558" cy="2976"/>
              </a:xfrm>
              <a:custGeom>
                <a:avLst/>
                <a:gdLst>
                  <a:gd name="T0" fmla="*/ 19 w 757"/>
                  <a:gd name="T1" fmla="*/ 1616 h 4039"/>
                  <a:gd name="T2" fmla="*/ 227 w 757"/>
                  <a:gd name="T3" fmla="*/ 1243 h 4039"/>
                  <a:gd name="T4" fmla="*/ 91 w 757"/>
                  <a:gd name="T5" fmla="*/ 780 h 4039"/>
                  <a:gd name="T6" fmla="*/ 206 w 757"/>
                  <a:gd name="T7" fmla="*/ 300 h 4039"/>
                  <a:gd name="T8" fmla="*/ 226 w 757"/>
                  <a:gd name="T9" fmla="*/ 250 h 4039"/>
                  <a:gd name="T10" fmla="*/ 251 w 757"/>
                  <a:gd name="T11" fmla="*/ 223 h 4039"/>
                  <a:gd name="T12" fmla="*/ 303 w 757"/>
                  <a:gd name="T13" fmla="*/ 183 h 4039"/>
                  <a:gd name="T14" fmla="*/ 147 w 757"/>
                  <a:gd name="T15" fmla="*/ 150 h 4039"/>
                  <a:gd name="T16" fmla="*/ 176 w 757"/>
                  <a:gd name="T17" fmla="*/ 296 h 4039"/>
                  <a:gd name="T18" fmla="*/ 51 w 757"/>
                  <a:gd name="T19" fmla="*/ 780 h 4039"/>
                  <a:gd name="T20" fmla="*/ 186 w 757"/>
                  <a:gd name="T21" fmla="*/ 1243 h 4039"/>
                  <a:gd name="T22" fmla="*/ 19 w 757"/>
                  <a:gd name="T23" fmla="*/ 1616 h 40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57" h="4039">
                    <a:moveTo>
                      <a:pt x="47" y="4039"/>
                    </a:moveTo>
                    <a:cubicBezTo>
                      <a:pt x="54" y="3585"/>
                      <a:pt x="567" y="3696"/>
                      <a:pt x="567" y="3107"/>
                    </a:cubicBezTo>
                    <a:cubicBezTo>
                      <a:pt x="568" y="2698"/>
                      <a:pt x="271" y="2698"/>
                      <a:pt x="228" y="1949"/>
                    </a:cubicBezTo>
                    <a:cubicBezTo>
                      <a:pt x="200" y="1466"/>
                      <a:pt x="583" y="1251"/>
                      <a:pt x="515" y="751"/>
                    </a:cubicBezTo>
                    <a:cubicBezTo>
                      <a:pt x="500" y="637"/>
                      <a:pt x="526" y="633"/>
                      <a:pt x="563" y="624"/>
                    </a:cubicBezTo>
                    <a:cubicBezTo>
                      <a:pt x="607" y="612"/>
                      <a:pt x="613" y="592"/>
                      <a:pt x="625" y="558"/>
                    </a:cubicBezTo>
                    <a:cubicBezTo>
                      <a:pt x="642" y="510"/>
                      <a:pt x="722" y="554"/>
                      <a:pt x="757" y="457"/>
                    </a:cubicBezTo>
                    <a:cubicBezTo>
                      <a:pt x="757" y="457"/>
                      <a:pt x="435" y="0"/>
                      <a:pt x="369" y="374"/>
                    </a:cubicBezTo>
                    <a:cubicBezTo>
                      <a:pt x="369" y="374"/>
                      <a:pt x="410" y="577"/>
                      <a:pt x="439" y="739"/>
                    </a:cubicBezTo>
                    <a:cubicBezTo>
                      <a:pt x="526" y="1236"/>
                      <a:pt x="98" y="1466"/>
                      <a:pt x="126" y="1949"/>
                    </a:cubicBezTo>
                    <a:cubicBezTo>
                      <a:pt x="169" y="2698"/>
                      <a:pt x="465" y="2698"/>
                      <a:pt x="465" y="3107"/>
                    </a:cubicBezTo>
                    <a:cubicBezTo>
                      <a:pt x="465" y="3696"/>
                      <a:pt x="0" y="3534"/>
                      <a:pt x="47" y="4039"/>
                    </a:cubicBezTo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0" name="Freeform 455">
                <a:extLst>
                  <a:ext uri="{FF2B5EF4-FFF2-40B4-BE49-F238E27FC236}">
                    <a16:creationId xmlns:a16="http://schemas.microsoft.com/office/drawing/2014/main" id="{7BB80D82-3826-4D4C-8CE8-4FF258CBD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" y="939"/>
                <a:ext cx="558" cy="2976"/>
              </a:xfrm>
              <a:custGeom>
                <a:avLst/>
                <a:gdLst>
                  <a:gd name="T0" fmla="*/ 19 w 757"/>
                  <a:gd name="T1" fmla="*/ 1616 h 4039"/>
                  <a:gd name="T2" fmla="*/ 227 w 757"/>
                  <a:gd name="T3" fmla="*/ 1243 h 4039"/>
                  <a:gd name="T4" fmla="*/ 91 w 757"/>
                  <a:gd name="T5" fmla="*/ 780 h 4039"/>
                  <a:gd name="T6" fmla="*/ 206 w 757"/>
                  <a:gd name="T7" fmla="*/ 300 h 4039"/>
                  <a:gd name="T8" fmla="*/ 226 w 757"/>
                  <a:gd name="T9" fmla="*/ 250 h 4039"/>
                  <a:gd name="T10" fmla="*/ 251 w 757"/>
                  <a:gd name="T11" fmla="*/ 223 h 4039"/>
                  <a:gd name="T12" fmla="*/ 303 w 757"/>
                  <a:gd name="T13" fmla="*/ 183 h 4039"/>
                  <a:gd name="T14" fmla="*/ 147 w 757"/>
                  <a:gd name="T15" fmla="*/ 150 h 4039"/>
                  <a:gd name="T16" fmla="*/ 176 w 757"/>
                  <a:gd name="T17" fmla="*/ 296 h 4039"/>
                  <a:gd name="T18" fmla="*/ 51 w 757"/>
                  <a:gd name="T19" fmla="*/ 780 h 4039"/>
                  <a:gd name="T20" fmla="*/ 186 w 757"/>
                  <a:gd name="T21" fmla="*/ 1243 h 4039"/>
                  <a:gd name="T22" fmla="*/ 19 w 757"/>
                  <a:gd name="T23" fmla="*/ 1616 h 40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57" h="4039">
                    <a:moveTo>
                      <a:pt x="47" y="4039"/>
                    </a:moveTo>
                    <a:cubicBezTo>
                      <a:pt x="54" y="3585"/>
                      <a:pt x="567" y="3696"/>
                      <a:pt x="567" y="3107"/>
                    </a:cubicBezTo>
                    <a:cubicBezTo>
                      <a:pt x="568" y="2698"/>
                      <a:pt x="271" y="2698"/>
                      <a:pt x="228" y="1949"/>
                    </a:cubicBezTo>
                    <a:cubicBezTo>
                      <a:pt x="200" y="1466"/>
                      <a:pt x="583" y="1251"/>
                      <a:pt x="515" y="751"/>
                    </a:cubicBezTo>
                    <a:cubicBezTo>
                      <a:pt x="500" y="637"/>
                      <a:pt x="526" y="633"/>
                      <a:pt x="563" y="624"/>
                    </a:cubicBezTo>
                    <a:cubicBezTo>
                      <a:pt x="607" y="612"/>
                      <a:pt x="613" y="592"/>
                      <a:pt x="625" y="558"/>
                    </a:cubicBezTo>
                    <a:cubicBezTo>
                      <a:pt x="642" y="510"/>
                      <a:pt x="722" y="554"/>
                      <a:pt x="757" y="457"/>
                    </a:cubicBezTo>
                    <a:cubicBezTo>
                      <a:pt x="757" y="457"/>
                      <a:pt x="435" y="0"/>
                      <a:pt x="369" y="374"/>
                    </a:cubicBezTo>
                    <a:cubicBezTo>
                      <a:pt x="369" y="374"/>
                      <a:pt x="410" y="577"/>
                      <a:pt x="439" y="739"/>
                    </a:cubicBezTo>
                    <a:cubicBezTo>
                      <a:pt x="526" y="1236"/>
                      <a:pt x="98" y="1466"/>
                      <a:pt x="126" y="1949"/>
                    </a:cubicBezTo>
                    <a:cubicBezTo>
                      <a:pt x="169" y="2698"/>
                      <a:pt x="465" y="2698"/>
                      <a:pt x="465" y="3107"/>
                    </a:cubicBezTo>
                    <a:cubicBezTo>
                      <a:pt x="465" y="3696"/>
                      <a:pt x="0" y="3534"/>
                      <a:pt x="47" y="4039"/>
                    </a:cubicBezTo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1" name="Freeform 456">
                <a:extLst>
                  <a:ext uri="{FF2B5EF4-FFF2-40B4-BE49-F238E27FC236}">
                    <a16:creationId xmlns:a16="http://schemas.microsoft.com/office/drawing/2014/main" id="{939FA277-FD2A-45D3-BC39-81BC45743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455"/>
                <a:ext cx="48" cy="62"/>
              </a:xfrm>
              <a:custGeom>
                <a:avLst/>
                <a:gdLst>
                  <a:gd name="T0" fmla="*/ 23 w 66"/>
                  <a:gd name="T1" fmla="*/ 0 h 84"/>
                  <a:gd name="T2" fmla="*/ 25 w 66"/>
                  <a:gd name="T3" fmla="*/ 12 h 84"/>
                  <a:gd name="T4" fmla="*/ 2 w 66"/>
                  <a:gd name="T5" fmla="*/ 25 h 84"/>
                  <a:gd name="T6" fmla="*/ 23 w 66"/>
                  <a:gd name="T7" fmla="*/ 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84">
                    <a:moveTo>
                      <a:pt x="59" y="0"/>
                    </a:move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11" y="84"/>
                      <a:pt x="6" y="62"/>
                    </a:cubicBezTo>
                    <a:cubicBezTo>
                      <a:pt x="0" y="40"/>
                      <a:pt x="22" y="7"/>
                      <a:pt x="59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2" name="Freeform 457">
                <a:extLst>
                  <a:ext uri="{FF2B5EF4-FFF2-40B4-BE49-F238E27FC236}">
                    <a16:creationId xmlns:a16="http://schemas.microsoft.com/office/drawing/2014/main" id="{2C5E81D0-0BF4-466A-BF13-A76CED37F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1532"/>
                <a:ext cx="65" cy="69"/>
              </a:xfrm>
              <a:custGeom>
                <a:avLst/>
                <a:gdLst>
                  <a:gd name="T0" fmla="*/ 33 w 88"/>
                  <a:gd name="T1" fmla="*/ 0 h 94"/>
                  <a:gd name="T2" fmla="*/ 33 w 88"/>
                  <a:gd name="T3" fmla="*/ 18 h 94"/>
                  <a:gd name="T4" fmla="*/ 15 w 88"/>
                  <a:gd name="T5" fmla="*/ 34 h 94"/>
                  <a:gd name="T6" fmla="*/ 7 w 88"/>
                  <a:gd name="T7" fmla="*/ 12 h 94"/>
                  <a:gd name="T8" fmla="*/ 33 w 88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94">
                    <a:moveTo>
                      <a:pt x="80" y="0"/>
                    </a:moveTo>
                    <a:cubicBezTo>
                      <a:pt x="80" y="0"/>
                      <a:pt x="88" y="26"/>
                      <a:pt x="83" y="46"/>
                    </a:cubicBezTo>
                    <a:cubicBezTo>
                      <a:pt x="83" y="46"/>
                      <a:pt x="43" y="76"/>
                      <a:pt x="36" y="85"/>
                    </a:cubicBezTo>
                    <a:cubicBezTo>
                      <a:pt x="29" y="94"/>
                      <a:pt x="0" y="56"/>
                      <a:pt x="18" y="31"/>
                    </a:cubicBezTo>
                    <a:cubicBezTo>
                      <a:pt x="36" y="6"/>
                      <a:pt x="80" y="0"/>
                      <a:pt x="80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3" name="Freeform 458">
                <a:extLst>
                  <a:ext uri="{FF2B5EF4-FFF2-40B4-BE49-F238E27FC236}">
                    <a16:creationId xmlns:a16="http://schemas.microsoft.com/office/drawing/2014/main" id="{50B2EA93-AAAC-4D41-A43B-1498BACDE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1611"/>
                <a:ext cx="63" cy="81"/>
              </a:xfrm>
              <a:custGeom>
                <a:avLst/>
                <a:gdLst>
                  <a:gd name="T0" fmla="*/ 33 w 86"/>
                  <a:gd name="T1" fmla="*/ 0 h 111"/>
                  <a:gd name="T2" fmla="*/ 34 w 86"/>
                  <a:gd name="T3" fmla="*/ 14 h 111"/>
                  <a:gd name="T4" fmla="*/ 5 w 86"/>
                  <a:gd name="T5" fmla="*/ 31 h 111"/>
                  <a:gd name="T6" fmla="*/ 17 w 86"/>
                  <a:gd name="T7" fmla="*/ 11 h 111"/>
                  <a:gd name="T8" fmla="*/ 33 w 86"/>
                  <a:gd name="T9" fmla="*/ 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11">
                    <a:moveTo>
                      <a:pt x="84" y="0"/>
                    </a:move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38" y="111"/>
                      <a:pt x="14" y="80"/>
                    </a:cubicBezTo>
                    <a:cubicBezTo>
                      <a:pt x="0" y="60"/>
                      <a:pt x="32" y="40"/>
                      <a:pt x="42" y="28"/>
                    </a:cubicBezTo>
                    <a:cubicBezTo>
                      <a:pt x="52" y="17"/>
                      <a:pt x="84" y="0"/>
                      <a:pt x="84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4" name="Freeform 459">
                <a:extLst>
                  <a:ext uri="{FF2B5EF4-FFF2-40B4-BE49-F238E27FC236}">
                    <a16:creationId xmlns:a16="http://schemas.microsoft.com/office/drawing/2014/main" id="{AB33505C-0EF2-4871-8DE1-64B9464EF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" y="1695"/>
                <a:ext cx="62" cy="51"/>
              </a:xfrm>
              <a:custGeom>
                <a:avLst/>
                <a:gdLst>
                  <a:gd name="T0" fmla="*/ 34 w 84"/>
                  <a:gd name="T1" fmla="*/ 0 h 70"/>
                  <a:gd name="T2" fmla="*/ 30 w 84"/>
                  <a:gd name="T3" fmla="*/ 12 h 70"/>
                  <a:gd name="T4" fmla="*/ 18 w 84"/>
                  <a:gd name="T5" fmla="*/ 19 h 70"/>
                  <a:gd name="T6" fmla="*/ 1 w 84"/>
                  <a:gd name="T7" fmla="*/ 19 h 70"/>
                  <a:gd name="T8" fmla="*/ 11 w 84"/>
                  <a:gd name="T9" fmla="*/ 9 h 70"/>
                  <a:gd name="T10" fmla="*/ 34 w 84"/>
                  <a:gd name="T11" fmla="*/ 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70">
                    <a:moveTo>
                      <a:pt x="84" y="0"/>
                    </a:moveTo>
                    <a:cubicBezTo>
                      <a:pt x="74" y="32"/>
                      <a:pt x="74" y="32"/>
                      <a:pt x="74" y="32"/>
                    </a:cubicBezTo>
                    <a:cubicBezTo>
                      <a:pt x="74" y="32"/>
                      <a:pt x="53" y="40"/>
                      <a:pt x="43" y="48"/>
                    </a:cubicBezTo>
                    <a:cubicBezTo>
                      <a:pt x="33" y="56"/>
                      <a:pt x="0" y="70"/>
                      <a:pt x="2" y="48"/>
                    </a:cubicBezTo>
                    <a:cubicBezTo>
                      <a:pt x="4" y="26"/>
                      <a:pt x="11" y="27"/>
                      <a:pt x="27" y="23"/>
                    </a:cubicBezTo>
                    <a:cubicBezTo>
                      <a:pt x="43" y="18"/>
                      <a:pt x="84" y="0"/>
                      <a:pt x="84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5" name="Freeform 460">
                <a:extLst>
                  <a:ext uri="{FF2B5EF4-FFF2-40B4-BE49-F238E27FC236}">
                    <a16:creationId xmlns:a16="http://schemas.microsoft.com/office/drawing/2014/main" id="{BA8BC668-1011-49DE-9BA4-19C6CEC19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1748"/>
                <a:ext cx="43" cy="33"/>
              </a:xfrm>
              <a:custGeom>
                <a:avLst/>
                <a:gdLst>
                  <a:gd name="T0" fmla="*/ 23 w 59"/>
                  <a:gd name="T1" fmla="*/ 0 h 44"/>
                  <a:gd name="T2" fmla="*/ 20 w 59"/>
                  <a:gd name="T3" fmla="*/ 12 h 44"/>
                  <a:gd name="T4" fmla="*/ 1 w 59"/>
                  <a:gd name="T5" fmla="*/ 12 h 44"/>
                  <a:gd name="T6" fmla="*/ 12 w 59"/>
                  <a:gd name="T7" fmla="*/ 2 h 44"/>
                  <a:gd name="T8" fmla="*/ 23 w 59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4">
                    <a:moveTo>
                      <a:pt x="59" y="0"/>
                    </a:moveTo>
                    <a:cubicBezTo>
                      <a:pt x="52" y="28"/>
                      <a:pt x="52" y="28"/>
                      <a:pt x="52" y="28"/>
                    </a:cubicBezTo>
                    <a:cubicBezTo>
                      <a:pt x="52" y="28"/>
                      <a:pt x="5" y="44"/>
                      <a:pt x="3" y="28"/>
                    </a:cubicBezTo>
                    <a:cubicBezTo>
                      <a:pt x="0" y="12"/>
                      <a:pt x="31" y="4"/>
                      <a:pt x="31" y="4"/>
                    </a:cubicBez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6" name="Freeform 461">
                <a:extLst>
                  <a:ext uri="{FF2B5EF4-FFF2-40B4-BE49-F238E27FC236}">
                    <a16:creationId xmlns:a16="http://schemas.microsoft.com/office/drawing/2014/main" id="{FD663E87-7594-4188-A156-B36CEF89D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" y="1794"/>
                <a:ext cx="63" cy="31"/>
              </a:xfrm>
              <a:custGeom>
                <a:avLst/>
                <a:gdLst>
                  <a:gd name="T0" fmla="*/ 34 w 86"/>
                  <a:gd name="T1" fmla="*/ 3 h 42"/>
                  <a:gd name="T2" fmla="*/ 25 w 86"/>
                  <a:gd name="T3" fmla="*/ 17 h 42"/>
                  <a:gd name="T4" fmla="*/ 1 w 86"/>
                  <a:gd name="T5" fmla="*/ 10 h 42"/>
                  <a:gd name="T6" fmla="*/ 17 w 86"/>
                  <a:gd name="T7" fmla="*/ 1 h 42"/>
                  <a:gd name="T8" fmla="*/ 34 w 86"/>
                  <a:gd name="T9" fmla="*/ 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42">
                    <a:moveTo>
                      <a:pt x="86" y="8"/>
                    </a:move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0" y="42"/>
                      <a:pt x="2" y="26"/>
                    </a:cubicBezTo>
                    <a:cubicBezTo>
                      <a:pt x="3" y="10"/>
                      <a:pt x="27" y="0"/>
                      <a:pt x="43" y="2"/>
                    </a:cubicBezTo>
                    <a:cubicBezTo>
                      <a:pt x="59" y="4"/>
                      <a:pt x="72" y="11"/>
                      <a:pt x="86" y="8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7" name="Freeform 462">
                <a:extLst>
                  <a:ext uri="{FF2B5EF4-FFF2-40B4-BE49-F238E27FC236}">
                    <a16:creationId xmlns:a16="http://schemas.microsoft.com/office/drawing/2014/main" id="{2C431553-E9A0-4623-9814-6D4C2BCDB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1836"/>
                <a:ext cx="117" cy="48"/>
              </a:xfrm>
              <a:custGeom>
                <a:avLst/>
                <a:gdLst>
                  <a:gd name="T0" fmla="*/ 63 w 159"/>
                  <a:gd name="T1" fmla="*/ 10 h 65"/>
                  <a:gd name="T2" fmla="*/ 56 w 159"/>
                  <a:gd name="T3" fmla="*/ 26 h 65"/>
                  <a:gd name="T4" fmla="*/ 25 w 159"/>
                  <a:gd name="T5" fmla="*/ 24 h 65"/>
                  <a:gd name="T6" fmla="*/ 7 w 159"/>
                  <a:gd name="T7" fmla="*/ 12 h 65"/>
                  <a:gd name="T8" fmla="*/ 29 w 159"/>
                  <a:gd name="T9" fmla="*/ 9 h 65"/>
                  <a:gd name="T10" fmla="*/ 63 w 159"/>
                  <a:gd name="T11" fmla="*/ 1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65">
                    <a:moveTo>
                      <a:pt x="159" y="23"/>
                    </a:moveTo>
                    <a:cubicBezTo>
                      <a:pt x="140" y="65"/>
                      <a:pt x="140" y="65"/>
                      <a:pt x="140" y="65"/>
                    </a:cubicBezTo>
                    <a:cubicBezTo>
                      <a:pt x="140" y="65"/>
                      <a:pt x="84" y="57"/>
                      <a:pt x="63" y="61"/>
                    </a:cubicBezTo>
                    <a:cubicBezTo>
                      <a:pt x="43" y="64"/>
                      <a:pt x="0" y="59"/>
                      <a:pt x="17" y="30"/>
                    </a:cubicBezTo>
                    <a:cubicBezTo>
                      <a:pt x="35" y="0"/>
                      <a:pt x="54" y="10"/>
                      <a:pt x="75" y="21"/>
                    </a:cubicBezTo>
                    <a:cubicBezTo>
                      <a:pt x="95" y="31"/>
                      <a:pt x="159" y="23"/>
                      <a:pt x="159" y="23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8" name="Freeform 463">
                <a:extLst>
                  <a:ext uri="{FF2B5EF4-FFF2-40B4-BE49-F238E27FC236}">
                    <a16:creationId xmlns:a16="http://schemas.microsoft.com/office/drawing/2014/main" id="{EEC410D8-D24A-450A-B15C-484B90E40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" y="1888"/>
                <a:ext cx="117" cy="88"/>
              </a:xfrm>
              <a:custGeom>
                <a:avLst/>
                <a:gdLst>
                  <a:gd name="T0" fmla="*/ 64 w 158"/>
                  <a:gd name="T1" fmla="*/ 12 h 119"/>
                  <a:gd name="T2" fmla="*/ 50 w 158"/>
                  <a:gd name="T3" fmla="*/ 35 h 119"/>
                  <a:gd name="T4" fmla="*/ 27 w 158"/>
                  <a:gd name="T5" fmla="*/ 33 h 119"/>
                  <a:gd name="T6" fmla="*/ 1 w 158"/>
                  <a:gd name="T7" fmla="*/ 24 h 119"/>
                  <a:gd name="T8" fmla="*/ 37 w 158"/>
                  <a:gd name="T9" fmla="*/ 10 h 119"/>
                  <a:gd name="T10" fmla="*/ 64 w 158"/>
                  <a:gd name="T11" fmla="*/ 12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19">
                    <a:moveTo>
                      <a:pt x="158" y="30"/>
                    </a:moveTo>
                    <a:cubicBezTo>
                      <a:pt x="123" y="86"/>
                      <a:pt x="123" y="86"/>
                      <a:pt x="123" y="86"/>
                    </a:cubicBezTo>
                    <a:cubicBezTo>
                      <a:pt x="123" y="86"/>
                      <a:pt x="79" y="95"/>
                      <a:pt x="65" y="80"/>
                    </a:cubicBezTo>
                    <a:cubicBezTo>
                      <a:pt x="51" y="65"/>
                      <a:pt x="9" y="119"/>
                      <a:pt x="4" y="59"/>
                    </a:cubicBezTo>
                    <a:cubicBezTo>
                      <a:pt x="0" y="0"/>
                      <a:pt x="67" y="29"/>
                      <a:pt x="91" y="26"/>
                    </a:cubicBezTo>
                    <a:cubicBezTo>
                      <a:pt x="115" y="24"/>
                      <a:pt x="158" y="30"/>
                      <a:pt x="158" y="3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9" name="Freeform 464">
                <a:extLst>
                  <a:ext uri="{FF2B5EF4-FFF2-40B4-BE49-F238E27FC236}">
                    <a16:creationId xmlns:a16="http://schemas.microsoft.com/office/drawing/2014/main" id="{B2DFF1D0-8B6E-428F-B9F0-F822A7CF1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" y="2000"/>
                <a:ext cx="116" cy="87"/>
              </a:xfrm>
              <a:custGeom>
                <a:avLst/>
                <a:gdLst>
                  <a:gd name="T0" fmla="*/ 62 w 158"/>
                  <a:gd name="T1" fmla="*/ 0 h 119"/>
                  <a:gd name="T2" fmla="*/ 53 w 158"/>
                  <a:gd name="T3" fmla="*/ 23 h 119"/>
                  <a:gd name="T4" fmla="*/ 32 w 158"/>
                  <a:gd name="T5" fmla="*/ 28 h 119"/>
                  <a:gd name="T6" fmla="*/ 8 w 158"/>
                  <a:gd name="T7" fmla="*/ 33 h 119"/>
                  <a:gd name="T8" fmla="*/ 29 w 158"/>
                  <a:gd name="T9" fmla="*/ 12 h 119"/>
                  <a:gd name="T10" fmla="*/ 62 w 158"/>
                  <a:gd name="T11" fmla="*/ 0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19">
                    <a:moveTo>
                      <a:pt x="158" y="0"/>
                    </a:moveTo>
                    <a:cubicBezTo>
                      <a:pt x="134" y="57"/>
                      <a:pt x="134" y="57"/>
                      <a:pt x="134" y="57"/>
                    </a:cubicBezTo>
                    <a:cubicBezTo>
                      <a:pt x="134" y="57"/>
                      <a:pt x="94" y="73"/>
                      <a:pt x="81" y="71"/>
                    </a:cubicBezTo>
                    <a:cubicBezTo>
                      <a:pt x="69" y="68"/>
                      <a:pt x="41" y="119"/>
                      <a:pt x="21" y="83"/>
                    </a:cubicBezTo>
                    <a:cubicBezTo>
                      <a:pt x="0" y="48"/>
                      <a:pt x="55" y="39"/>
                      <a:pt x="75" y="32"/>
                    </a:cubicBezTo>
                    <a:cubicBezTo>
                      <a:pt x="96" y="25"/>
                      <a:pt x="158" y="0"/>
                      <a:pt x="158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0" name="Freeform 465">
                <a:extLst>
                  <a:ext uri="{FF2B5EF4-FFF2-40B4-BE49-F238E27FC236}">
                    <a16:creationId xmlns:a16="http://schemas.microsoft.com/office/drawing/2014/main" id="{71628E19-5C75-41D9-B0F8-4FF60E7C0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" y="2087"/>
                <a:ext cx="95" cy="83"/>
              </a:xfrm>
              <a:custGeom>
                <a:avLst/>
                <a:gdLst>
                  <a:gd name="T0" fmla="*/ 52 w 129"/>
                  <a:gd name="T1" fmla="*/ 0 h 113"/>
                  <a:gd name="T2" fmla="*/ 41 w 129"/>
                  <a:gd name="T3" fmla="*/ 33 h 113"/>
                  <a:gd name="T4" fmla="*/ 23 w 129"/>
                  <a:gd name="T5" fmla="*/ 43 h 113"/>
                  <a:gd name="T6" fmla="*/ 9 w 129"/>
                  <a:gd name="T7" fmla="*/ 21 h 113"/>
                  <a:gd name="T8" fmla="*/ 34 w 129"/>
                  <a:gd name="T9" fmla="*/ 8 h 113"/>
                  <a:gd name="T10" fmla="*/ 52 w 129"/>
                  <a:gd name="T11" fmla="*/ 0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113">
                    <a:moveTo>
                      <a:pt x="129" y="0"/>
                    </a:move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71" y="101"/>
                      <a:pt x="57" y="107"/>
                    </a:cubicBezTo>
                    <a:cubicBezTo>
                      <a:pt x="43" y="113"/>
                      <a:pt x="0" y="102"/>
                      <a:pt x="22" y="54"/>
                    </a:cubicBezTo>
                    <a:cubicBezTo>
                      <a:pt x="34" y="27"/>
                      <a:pt x="79" y="26"/>
                      <a:pt x="86" y="20"/>
                    </a:cubicBezTo>
                    <a:cubicBezTo>
                      <a:pt x="92" y="14"/>
                      <a:pt x="129" y="0"/>
                      <a:pt x="129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1" name="Freeform 466">
                <a:extLst>
                  <a:ext uri="{FF2B5EF4-FFF2-40B4-BE49-F238E27FC236}">
                    <a16:creationId xmlns:a16="http://schemas.microsoft.com/office/drawing/2014/main" id="{2E2C9C6A-035A-4110-8AE6-A8C7DD4FB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" y="2214"/>
                <a:ext cx="61" cy="109"/>
              </a:xfrm>
              <a:custGeom>
                <a:avLst/>
                <a:gdLst>
                  <a:gd name="T0" fmla="*/ 33 w 83"/>
                  <a:gd name="T1" fmla="*/ 0 h 148"/>
                  <a:gd name="T2" fmla="*/ 30 w 83"/>
                  <a:gd name="T3" fmla="*/ 24 h 148"/>
                  <a:gd name="T4" fmla="*/ 8 w 83"/>
                  <a:gd name="T5" fmla="*/ 55 h 148"/>
                  <a:gd name="T6" fmla="*/ 10 w 83"/>
                  <a:gd name="T7" fmla="*/ 26 h 148"/>
                  <a:gd name="T8" fmla="*/ 33 w 83"/>
                  <a:gd name="T9" fmla="*/ 0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48">
                    <a:moveTo>
                      <a:pt x="83" y="0"/>
                    </a:moveTo>
                    <a:cubicBezTo>
                      <a:pt x="76" y="59"/>
                      <a:pt x="76" y="59"/>
                      <a:pt x="76" y="59"/>
                    </a:cubicBezTo>
                    <a:cubicBezTo>
                      <a:pt x="76" y="59"/>
                      <a:pt x="41" y="148"/>
                      <a:pt x="20" y="137"/>
                    </a:cubicBezTo>
                    <a:cubicBezTo>
                      <a:pt x="0" y="127"/>
                      <a:pt x="4" y="81"/>
                      <a:pt x="24" y="65"/>
                    </a:cubicBezTo>
                    <a:cubicBezTo>
                      <a:pt x="43" y="49"/>
                      <a:pt x="83" y="0"/>
                      <a:pt x="83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2" name="Freeform 467">
                <a:extLst>
                  <a:ext uri="{FF2B5EF4-FFF2-40B4-BE49-F238E27FC236}">
                    <a16:creationId xmlns:a16="http://schemas.microsoft.com/office/drawing/2014/main" id="{45BA014D-F4C5-4772-AD80-F526C200F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" y="2340"/>
                <a:ext cx="66" cy="125"/>
              </a:xfrm>
              <a:custGeom>
                <a:avLst/>
                <a:gdLst>
                  <a:gd name="T0" fmla="*/ 36 w 89"/>
                  <a:gd name="T1" fmla="*/ 0 h 170"/>
                  <a:gd name="T2" fmla="*/ 36 w 89"/>
                  <a:gd name="T3" fmla="*/ 24 h 170"/>
                  <a:gd name="T4" fmla="*/ 11 w 89"/>
                  <a:gd name="T5" fmla="*/ 58 h 170"/>
                  <a:gd name="T6" fmla="*/ 16 w 89"/>
                  <a:gd name="T7" fmla="*/ 30 h 170"/>
                  <a:gd name="T8" fmla="*/ 36 w 89"/>
                  <a:gd name="T9" fmla="*/ 0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70">
                    <a:moveTo>
                      <a:pt x="87" y="0"/>
                    </a:moveTo>
                    <a:cubicBezTo>
                      <a:pt x="89" y="60"/>
                      <a:pt x="89" y="60"/>
                      <a:pt x="89" y="60"/>
                    </a:cubicBezTo>
                    <a:cubicBezTo>
                      <a:pt x="89" y="60"/>
                      <a:pt x="53" y="170"/>
                      <a:pt x="27" y="146"/>
                    </a:cubicBezTo>
                    <a:cubicBezTo>
                      <a:pt x="0" y="122"/>
                      <a:pt x="40" y="76"/>
                      <a:pt x="40" y="76"/>
                    </a:cubicBezTo>
                    <a:cubicBezTo>
                      <a:pt x="40" y="76"/>
                      <a:pt x="70" y="17"/>
                      <a:pt x="87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3" name="Freeform 468">
                <a:extLst>
                  <a:ext uri="{FF2B5EF4-FFF2-40B4-BE49-F238E27FC236}">
                    <a16:creationId xmlns:a16="http://schemas.microsoft.com/office/drawing/2014/main" id="{9A719353-46DC-4EA6-8237-07FB731D1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" y="2437"/>
                <a:ext cx="51" cy="164"/>
              </a:xfrm>
              <a:custGeom>
                <a:avLst/>
                <a:gdLst>
                  <a:gd name="T0" fmla="*/ 20 w 69"/>
                  <a:gd name="T1" fmla="*/ 0 h 222"/>
                  <a:gd name="T2" fmla="*/ 28 w 69"/>
                  <a:gd name="T3" fmla="*/ 41 h 222"/>
                  <a:gd name="T4" fmla="*/ 16 w 69"/>
                  <a:gd name="T5" fmla="*/ 72 h 222"/>
                  <a:gd name="T6" fmla="*/ 7 w 69"/>
                  <a:gd name="T7" fmla="*/ 80 h 222"/>
                  <a:gd name="T8" fmla="*/ 4 w 69"/>
                  <a:gd name="T9" fmla="*/ 48 h 222"/>
                  <a:gd name="T10" fmla="*/ 20 w 69"/>
                  <a:gd name="T11" fmla="*/ 0 h 2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22">
                    <a:moveTo>
                      <a:pt x="50" y="0"/>
                    </a:moveTo>
                    <a:cubicBezTo>
                      <a:pt x="69" y="102"/>
                      <a:pt x="69" y="102"/>
                      <a:pt x="69" y="102"/>
                    </a:cubicBezTo>
                    <a:cubicBezTo>
                      <a:pt x="69" y="102"/>
                      <a:pt x="44" y="156"/>
                      <a:pt x="40" y="177"/>
                    </a:cubicBezTo>
                    <a:cubicBezTo>
                      <a:pt x="35" y="199"/>
                      <a:pt x="30" y="222"/>
                      <a:pt x="16" y="198"/>
                    </a:cubicBezTo>
                    <a:cubicBezTo>
                      <a:pt x="1" y="174"/>
                      <a:pt x="0" y="149"/>
                      <a:pt x="9" y="119"/>
                    </a:cubicBezTo>
                    <a:cubicBezTo>
                      <a:pt x="18" y="89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4" name="Freeform 469">
                <a:extLst>
                  <a:ext uri="{FF2B5EF4-FFF2-40B4-BE49-F238E27FC236}">
                    <a16:creationId xmlns:a16="http://schemas.microsoft.com/office/drawing/2014/main" id="{9E08C0A7-72A9-4A72-AB28-77A848758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2627"/>
                <a:ext cx="56" cy="127"/>
              </a:xfrm>
              <a:custGeom>
                <a:avLst/>
                <a:gdLst>
                  <a:gd name="T0" fmla="*/ 21 w 76"/>
                  <a:gd name="T1" fmla="*/ 0 h 173"/>
                  <a:gd name="T2" fmla="*/ 30 w 76"/>
                  <a:gd name="T3" fmla="*/ 29 h 173"/>
                  <a:gd name="T4" fmla="*/ 21 w 76"/>
                  <a:gd name="T5" fmla="*/ 47 h 173"/>
                  <a:gd name="T6" fmla="*/ 8 w 76"/>
                  <a:gd name="T7" fmla="*/ 61 h 173"/>
                  <a:gd name="T8" fmla="*/ 5 w 76"/>
                  <a:gd name="T9" fmla="*/ 26 h 173"/>
                  <a:gd name="T10" fmla="*/ 21 w 76"/>
                  <a:gd name="T11" fmla="*/ 0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73">
                    <a:moveTo>
                      <a:pt x="51" y="0"/>
                    </a:moveTo>
                    <a:cubicBezTo>
                      <a:pt x="76" y="74"/>
                      <a:pt x="76" y="74"/>
                      <a:pt x="76" y="74"/>
                    </a:cubicBezTo>
                    <a:cubicBezTo>
                      <a:pt x="76" y="74"/>
                      <a:pt x="53" y="96"/>
                      <a:pt x="52" y="119"/>
                    </a:cubicBezTo>
                    <a:cubicBezTo>
                      <a:pt x="51" y="142"/>
                      <a:pt x="39" y="173"/>
                      <a:pt x="20" y="154"/>
                    </a:cubicBezTo>
                    <a:cubicBezTo>
                      <a:pt x="0" y="134"/>
                      <a:pt x="2" y="88"/>
                      <a:pt x="14" y="64"/>
                    </a:cubicBezTo>
                    <a:cubicBezTo>
                      <a:pt x="27" y="40"/>
                      <a:pt x="51" y="0"/>
                      <a:pt x="51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5" name="Freeform 470">
                <a:extLst>
                  <a:ext uri="{FF2B5EF4-FFF2-40B4-BE49-F238E27FC236}">
                    <a16:creationId xmlns:a16="http://schemas.microsoft.com/office/drawing/2014/main" id="{A7C33975-BF7C-48AC-9B2E-4D5077BEE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737"/>
                <a:ext cx="56" cy="122"/>
              </a:xfrm>
              <a:custGeom>
                <a:avLst/>
                <a:gdLst>
                  <a:gd name="T0" fmla="*/ 15 w 76"/>
                  <a:gd name="T1" fmla="*/ 0 h 165"/>
                  <a:gd name="T2" fmla="*/ 30 w 76"/>
                  <a:gd name="T3" fmla="*/ 24 h 165"/>
                  <a:gd name="T4" fmla="*/ 18 w 76"/>
                  <a:gd name="T5" fmla="*/ 50 h 165"/>
                  <a:gd name="T6" fmla="*/ 2 w 76"/>
                  <a:gd name="T7" fmla="*/ 51 h 165"/>
                  <a:gd name="T8" fmla="*/ 6 w 76"/>
                  <a:gd name="T9" fmla="*/ 20 h 165"/>
                  <a:gd name="T10" fmla="*/ 15 w 76"/>
                  <a:gd name="T11" fmla="*/ 0 h 1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65">
                    <a:moveTo>
                      <a:pt x="40" y="0"/>
                    </a:move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48" y="102"/>
                      <a:pt x="44" y="124"/>
                    </a:cubicBezTo>
                    <a:cubicBezTo>
                      <a:pt x="39" y="145"/>
                      <a:pt x="12" y="165"/>
                      <a:pt x="6" y="126"/>
                    </a:cubicBezTo>
                    <a:cubicBezTo>
                      <a:pt x="0" y="87"/>
                      <a:pt x="6" y="66"/>
                      <a:pt x="15" y="50"/>
                    </a:cubicBezTo>
                    <a:cubicBezTo>
                      <a:pt x="24" y="34"/>
                      <a:pt x="40" y="0"/>
                      <a:pt x="40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6" name="Freeform 471">
                <a:extLst>
                  <a:ext uri="{FF2B5EF4-FFF2-40B4-BE49-F238E27FC236}">
                    <a16:creationId xmlns:a16="http://schemas.microsoft.com/office/drawing/2014/main" id="{A76084DC-6C8B-478A-BFFF-D666A3F53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2824"/>
                <a:ext cx="59" cy="117"/>
              </a:xfrm>
              <a:custGeom>
                <a:avLst/>
                <a:gdLst>
                  <a:gd name="T0" fmla="*/ 18 w 80"/>
                  <a:gd name="T1" fmla="*/ 0 h 159"/>
                  <a:gd name="T2" fmla="*/ 32 w 80"/>
                  <a:gd name="T3" fmla="*/ 18 h 159"/>
                  <a:gd name="T4" fmla="*/ 18 w 80"/>
                  <a:gd name="T5" fmla="*/ 46 h 159"/>
                  <a:gd name="T6" fmla="*/ 4 w 80"/>
                  <a:gd name="T7" fmla="*/ 49 h 159"/>
                  <a:gd name="T8" fmla="*/ 8 w 80"/>
                  <a:gd name="T9" fmla="*/ 13 h 159"/>
                  <a:gd name="T10" fmla="*/ 18 w 80"/>
                  <a:gd name="T11" fmla="*/ 0 h 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159">
                    <a:moveTo>
                      <a:pt x="44" y="0"/>
                    </a:moveTo>
                    <a:cubicBezTo>
                      <a:pt x="80" y="43"/>
                      <a:pt x="80" y="43"/>
                      <a:pt x="80" y="43"/>
                    </a:cubicBezTo>
                    <a:cubicBezTo>
                      <a:pt x="80" y="43"/>
                      <a:pt x="45" y="89"/>
                      <a:pt x="43" y="115"/>
                    </a:cubicBezTo>
                    <a:cubicBezTo>
                      <a:pt x="40" y="142"/>
                      <a:pt x="19" y="159"/>
                      <a:pt x="9" y="122"/>
                    </a:cubicBezTo>
                    <a:cubicBezTo>
                      <a:pt x="0" y="86"/>
                      <a:pt x="20" y="34"/>
                      <a:pt x="20" y="34"/>
                    </a:cubicBezTo>
                    <a:cubicBezTo>
                      <a:pt x="20" y="34"/>
                      <a:pt x="32" y="10"/>
                      <a:pt x="44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7" name="Freeform 472">
                <a:extLst>
                  <a:ext uri="{FF2B5EF4-FFF2-40B4-BE49-F238E27FC236}">
                    <a16:creationId xmlns:a16="http://schemas.microsoft.com/office/drawing/2014/main" id="{9EBBAE54-D932-45DB-8C72-8FD6B4AF8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2911"/>
                <a:ext cx="61" cy="113"/>
              </a:xfrm>
              <a:custGeom>
                <a:avLst/>
                <a:gdLst>
                  <a:gd name="T0" fmla="*/ 18 w 83"/>
                  <a:gd name="T1" fmla="*/ 0 h 153"/>
                  <a:gd name="T2" fmla="*/ 33 w 83"/>
                  <a:gd name="T3" fmla="*/ 19 h 153"/>
                  <a:gd name="T4" fmla="*/ 22 w 83"/>
                  <a:gd name="T5" fmla="*/ 38 h 153"/>
                  <a:gd name="T6" fmla="*/ 5 w 83"/>
                  <a:gd name="T7" fmla="*/ 49 h 153"/>
                  <a:gd name="T8" fmla="*/ 6 w 83"/>
                  <a:gd name="T9" fmla="*/ 16 h 153"/>
                  <a:gd name="T10" fmla="*/ 18 w 83"/>
                  <a:gd name="T11" fmla="*/ 0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153">
                    <a:moveTo>
                      <a:pt x="45" y="0"/>
                    </a:moveTo>
                    <a:cubicBezTo>
                      <a:pt x="83" y="47"/>
                      <a:pt x="83" y="47"/>
                      <a:pt x="83" y="47"/>
                    </a:cubicBezTo>
                    <a:cubicBezTo>
                      <a:pt x="83" y="47"/>
                      <a:pt x="60" y="68"/>
                      <a:pt x="56" y="93"/>
                    </a:cubicBezTo>
                    <a:cubicBezTo>
                      <a:pt x="53" y="119"/>
                      <a:pt x="28" y="153"/>
                      <a:pt x="14" y="121"/>
                    </a:cubicBezTo>
                    <a:cubicBezTo>
                      <a:pt x="0" y="89"/>
                      <a:pt x="5" y="53"/>
                      <a:pt x="15" y="39"/>
                    </a:cubicBezTo>
                    <a:cubicBezTo>
                      <a:pt x="25" y="24"/>
                      <a:pt x="45" y="0"/>
                      <a:pt x="45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8" name="Freeform 473">
                <a:extLst>
                  <a:ext uri="{FF2B5EF4-FFF2-40B4-BE49-F238E27FC236}">
                    <a16:creationId xmlns:a16="http://schemas.microsoft.com/office/drawing/2014/main" id="{051B3F5E-15E3-4EE3-9402-1A45440D5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2991"/>
                <a:ext cx="67" cy="124"/>
              </a:xfrm>
              <a:custGeom>
                <a:avLst/>
                <a:gdLst>
                  <a:gd name="T0" fmla="*/ 22 w 90"/>
                  <a:gd name="T1" fmla="*/ 0 h 168"/>
                  <a:gd name="T2" fmla="*/ 37 w 90"/>
                  <a:gd name="T3" fmla="*/ 24 h 168"/>
                  <a:gd name="T4" fmla="*/ 24 w 90"/>
                  <a:gd name="T5" fmla="*/ 44 h 168"/>
                  <a:gd name="T6" fmla="*/ 9 w 90"/>
                  <a:gd name="T7" fmla="*/ 58 h 168"/>
                  <a:gd name="T8" fmla="*/ 11 w 90"/>
                  <a:gd name="T9" fmla="*/ 22 h 168"/>
                  <a:gd name="T10" fmla="*/ 22 w 90"/>
                  <a:gd name="T11" fmla="*/ 0 h 1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168">
                    <a:moveTo>
                      <a:pt x="52" y="0"/>
                    </a:moveTo>
                    <a:cubicBezTo>
                      <a:pt x="90" y="61"/>
                      <a:pt x="90" y="61"/>
                      <a:pt x="90" y="61"/>
                    </a:cubicBezTo>
                    <a:cubicBezTo>
                      <a:pt x="90" y="61"/>
                      <a:pt x="64" y="88"/>
                      <a:pt x="58" y="110"/>
                    </a:cubicBezTo>
                    <a:cubicBezTo>
                      <a:pt x="51" y="132"/>
                      <a:pt x="42" y="168"/>
                      <a:pt x="21" y="142"/>
                    </a:cubicBezTo>
                    <a:cubicBezTo>
                      <a:pt x="0" y="116"/>
                      <a:pt x="21" y="64"/>
                      <a:pt x="27" y="54"/>
                    </a:cubicBezTo>
                    <a:cubicBezTo>
                      <a:pt x="32" y="44"/>
                      <a:pt x="52" y="0"/>
                      <a:pt x="52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9" name="Freeform 474">
                <a:extLst>
                  <a:ext uri="{FF2B5EF4-FFF2-40B4-BE49-F238E27FC236}">
                    <a16:creationId xmlns:a16="http://schemas.microsoft.com/office/drawing/2014/main" id="{7490BDAC-29EE-465E-A478-3D64C858D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" y="3077"/>
                <a:ext cx="65" cy="82"/>
              </a:xfrm>
              <a:custGeom>
                <a:avLst/>
                <a:gdLst>
                  <a:gd name="T0" fmla="*/ 30 w 88"/>
                  <a:gd name="T1" fmla="*/ 0 h 112"/>
                  <a:gd name="T2" fmla="*/ 35 w 88"/>
                  <a:gd name="T3" fmla="*/ 23 h 112"/>
                  <a:gd name="T4" fmla="*/ 13 w 88"/>
                  <a:gd name="T5" fmla="*/ 37 h 112"/>
                  <a:gd name="T6" fmla="*/ 7 w 88"/>
                  <a:gd name="T7" fmla="*/ 12 h 112"/>
                  <a:gd name="T8" fmla="*/ 30 w 88"/>
                  <a:gd name="T9" fmla="*/ 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12">
                    <a:moveTo>
                      <a:pt x="74" y="0"/>
                    </a:moveTo>
                    <a:cubicBezTo>
                      <a:pt x="74" y="0"/>
                      <a:pt x="88" y="39"/>
                      <a:pt x="88" y="58"/>
                    </a:cubicBezTo>
                    <a:cubicBezTo>
                      <a:pt x="88" y="58"/>
                      <a:pt x="44" y="75"/>
                      <a:pt x="33" y="94"/>
                    </a:cubicBezTo>
                    <a:cubicBezTo>
                      <a:pt x="21" y="112"/>
                      <a:pt x="0" y="49"/>
                      <a:pt x="16" y="30"/>
                    </a:cubicBezTo>
                    <a:cubicBezTo>
                      <a:pt x="32" y="10"/>
                      <a:pt x="74" y="0"/>
                      <a:pt x="74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0" name="Freeform 475">
                <a:extLst>
                  <a:ext uri="{FF2B5EF4-FFF2-40B4-BE49-F238E27FC236}">
                    <a16:creationId xmlns:a16="http://schemas.microsoft.com/office/drawing/2014/main" id="{31B41167-29ED-421A-9521-1D48955CE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3147"/>
                <a:ext cx="80" cy="60"/>
              </a:xfrm>
              <a:custGeom>
                <a:avLst/>
                <a:gdLst>
                  <a:gd name="T0" fmla="*/ 41 w 109"/>
                  <a:gd name="T1" fmla="*/ 1 h 81"/>
                  <a:gd name="T2" fmla="*/ 43 w 109"/>
                  <a:gd name="T3" fmla="*/ 22 h 81"/>
                  <a:gd name="T4" fmla="*/ 16 w 109"/>
                  <a:gd name="T5" fmla="*/ 29 h 81"/>
                  <a:gd name="T6" fmla="*/ 1 w 109"/>
                  <a:gd name="T7" fmla="*/ 21 h 81"/>
                  <a:gd name="T8" fmla="*/ 23 w 109"/>
                  <a:gd name="T9" fmla="*/ 4 h 81"/>
                  <a:gd name="T10" fmla="*/ 41 w 109"/>
                  <a:gd name="T11" fmla="*/ 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9" h="81">
                    <a:moveTo>
                      <a:pt x="103" y="3"/>
                    </a:moveTo>
                    <a:cubicBezTo>
                      <a:pt x="109" y="55"/>
                      <a:pt x="109" y="55"/>
                      <a:pt x="109" y="55"/>
                    </a:cubicBezTo>
                    <a:cubicBezTo>
                      <a:pt x="109" y="55"/>
                      <a:pt x="53" y="64"/>
                      <a:pt x="41" y="71"/>
                    </a:cubicBezTo>
                    <a:cubicBezTo>
                      <a:pt x="30" y="77"/>
                      <a:pt x="7" y="81"/>
                      <a:pt x="4" y="51"/>
                    </a:cubicBezTo>
                    <a:cubicBezTo>
                      <a:pt x="0" y="21"/>
                      <a:pt x="57" y="9"/>
                      <a:pt x="57" y="9"/>
                    </a:cubicBezTo>
                    <a:cubicBezTo>
                      <a:pt x="57" y="9"/>
                      <a:pt x="96" y="0"/>
                      <a:pt x="103" y="3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1" name="Freeform 476">
                <a:extLst>
                  <a:ext uri="{FF2B5EF4-FFF2-40B4-BE49-F238E27FC236}">
                    <a16:creationId xmlns:a16="http://schemas.microsoft.com/office/drawing/2014/main" id="{F016161F-361C-4423-B690-E403B2DA0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3218"/>
                <a:ext cx="82" cy="70"/>
              </a:xfrm>
              <a:custGeom>
                <a:avLst/>
                <a:gdLst>
                  <a:gd name="T0" fmla="*/ 44 w 111"/>
                  <a:gd name="T1" fmla="*/ 0 h 95"/>
                  <a:gd name="T2" fmla="*/ 45 w 111"/>
                  <a:gd name="T3" fmla="*/ 26 h 95"/>
                  <a:gd name="T4" fmla="*/ 24 w 111"/>
                  <a:gd name="T5" fmla="*/ 26 h 95"/>
                  <a:gd name="T6" fmla="*/ 2 w 111"/>
                  <a:gd name="T7" fmla="*/ 18 h 95"/>
                  <a:gd name="T8" fmla="*/ 22 w 111"/>
                  <a:gd name="T9" fmla="*/ 3 h 95"/>
                  <a:gd name="T10" fmla="*/ 44 w 111"/>
                  <a:gd name="T11" fmla="*/ 0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95">
                    <a:moveTo>
                      <a:pt x="108" y="0"/>
                    </a:moveTo>
                    <a:cubicBezTo>
                      <a:pt x="111" y="65"/>
                      <a:pt x="111" y="65"/>
                      <a:pt x="111" y="65"/>
                    </a:cubicBezTo>
                    <a:cubicBezTo>
                      <a:pt x="111" y="65"/>
                      <a:pt x="73" y="57"/>
                      <a:pt x="59" y="64"/>
                    </a:cubicBezTo>
                    <a:cubicBezTo>
                      <a:pt x="44" y="71"/>
                      <a:pt x="0" y="95"/>
                      <a:pt x="5" y="46"/>
                    </a:cubicBezTo>
                    <a:cubicBezTo>
                      <a:pt x="8" y="7"/>
                      <a:pt x="33" y="6"/>
                      <a:pt x="54" y="8"/>
                    </a:cubicBezTo>
                    <a:cubicBezTo>
                      <a:pt x="75" y="10"/>
                      <a:pt x="108" y="0"/>
                      <a:pt x="108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2" name="Freeform 477">
                <a:extLst>
                  <a:ext uri="{FF2B5EF4-FFF2-40B4-BE49-F238E27FC236}">
                    <a16:creationId xmlns:a16="http://schemas.microsoft.com/office/drawing/2014/main" id="{D5CBCE23-E305-44D5-9061-81218E3EE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" y="3276"/>
                <a:ext cx="87" cy="68"/>
              </a:xfrm>
              <a:custGeom>
                <a:avLst/>
                <a:gdLst>
                  <a:gd name="T0" fmla="*/ 47 w 118"/>
                  <a:gd name="T1" fmla="*/ 10 h 92"/>
                  <a:gd name="T2" fmla="*/ 40 w 118"/>
                  <a:gd name="T3" fmla="*/ 37 h 92"/>
                  <a:gd name="T4" fmla="*/ 15 w 118"/>
                  <a:gd name="T5" fmla="*/ 35 h 92"/>
                  <a:gd name="T6" fmla="*/ 1 w 118"/>
                  <a:gd name="T7" fmla="*/ 16 h 92"/>
                  <a:gd name="T8" fmla="*/ 27 w 118"/>
                  <a:gd name="T9" fmla="*/ 5 h 92"/>
                  <a:gd name="T10" fmla="*/ 47 w 118"/>
                  <a:gd name="T11" fmla="*/ 10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92">
                    <a:moveTo>
                      <a:pt x="118" y="24"/>
                    </a:moveTo>
                    <a:cubicBezTo>
                      <a:pt x="118" y="24"/>
                      <a:pt x="108" y="84"/>
                      <a:pt x="99" y="92"/>
                    </a:cubicBezTo>
                    <a:cubicBezTo>
                      <a:pt x="99" y="92"/>
                      <a:pt x="55" y="85"/>
                      <a:pt x="38" y="86"/>
                    </a:cubicBezTo>
                    <a:cubicBezTo>
                      <a:pt x="20" y="88"/>
                      <a:pt x="0" y="80"/>
                      <a:pt x="3" y="40"/>
                    </a:cubicBezTo>
                    <a:cubicBezTo>
                      <a:pt x="7" y="0"/>
                      <a:pt x="48" y="10"/>
                      <a:pt x="66" y="13"/>
                    </a:cubicBezTo>
                    <a:cubicBezTo>
                      <a:pt x="84" y="17"/>
                      <a:pt x="118" y="24"/>
                      <a:pt x="118" y="24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3" name="Freeform 478">
                <a:extLst>
                  <a:ext uri="{FF2B5EF4-FFF2-40B4-BE49-F238E27FC236}">
                    <a16:creationId xmlns:a16="http://schemas.microsoft.com/office/drawing/2014/main" id="{804AA9D8-531C-43CA-8061-8796B4F81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3368"/>
                <a:ext cx="82" cy="80"/>
              </a:xfrm>
              <a:custGeom>
                <a:avLst/>
                <a:gdLst>
                  <a:gd name="T0" fmla="*/ 45 w 111"/>
                  <a:gd name="T1" fmla="*/ 4 h 108"/>
                  <a:gd name="T2" fmla="*/ 35 w 111"/>
                  <a:gd name="T3" fmla="*/ 35 h 108"/>
                  <a:gd name="T4" fmla="*/ 16 w 111"/>
                  <a:gd name="T5" fmla="*/ 37 h 108"/>
                  <a:gd name="T6" fmla="*/ 1 w 111"/>
                  <a:gd name="T7" fmla="*/ 30 h 108"/>
                  <a:gd name="T8" fmla="*/ 12 w 111"/>
                  <a:gd name="T9" fmla="*/ 6 h 108"/>
                  <a:gd name="T10" fmla="*/ 30 w 111"/>
                  <a:gd name="T11" fmla="*/ 3 h 108"/>
                  <a:gd name="T12" fmla="*/ 45 w 111"/>
                  <a:gd name="T13" fmla="*/ 4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1" h="108">
                    <a:moveTo>
                      <a:pt x="111" y="9"/>
                    </a:moveTo>
                    <a:cubicBezTo>
                      <a:pt x="86" y="87"/>
                      <a:pt x="86" y="87"/>
                      <a:pt x="86" y="87"/>
                    </a:cubicBezTo>
                    <a:cubicBezTo>
                      <a:pt x="86" y="87"/>
                      <a:pt x="55" y="84"/>
                      <a:pt x="39" y="90"/>
                    </a:cubicBezTo>
                    <a:cubicBezTo>
                      <a:pt x="23" y="95"/>
                      <a:pt x="0" y="108"/>
                      <a:pt x="2" y="74"/>
                    </a:cubicBezTo>
                    <a:cubicBezTo>
                      <a:pt x="4" y="39"/>
                      <a:pt x="9" y="21"/>
                      <a:pt x="28" y="15"/>
                    </a:cubicBezTo>
                    <a:cubicBezTo>
                      <a:pt x="48" y="9"/>
                      <a:pt x="58" y="14"/>
                      <a:pt x="73" y="7"/>
                    </a:cubicBezTo>
                    <a:cubicBezTo>
                      <a:pt x="88" y="0"/>
                      <a:pt x="111" y="9"/>
                      <a:pt x="111" y="9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4" name="Freeform 479">
                <a:extLst>
                  <a:ext uri="{FF2B5EF4-FFF2-40B4-BE49-F238E27FC236}">
                    <a16:creationId xmlns:a16="http://schemas.microsoft.com/office/drawing/2014/main" id="{1AB4DC3C-16DF-4374-BDDA-56012EDD1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3464"/>
                <a:ext cx="104" cy="59"/>
              </a:xfrm>
              <a:custGeom>
                <a:avLst/>
                <a:gdLst>
                  <a:gd name="T0" fmla="*/ 57 w 141"/>
                  <a:gd name="T1" fmla="*/ 3 h 81"/>
                  <a:gd name="T2" fmla="*/ 36 w 141"/>
                  <a:gd name="T3" fmla="*/ 29 h 81"/>
                  <a:gd name="T4" fmla="*/ 11 w 141"/>
                  <a:gd name="T5" fmla="*/ 28 h 81"/>
                  <a:gd name="T6" fmla="*/ 3 w 141"/>
                  <a:gd name="T7" fmla="*/ 18 h 81"/>
                  <a:gd name="T8" fmla="*/ 34 w 141"/>
                  <a:gd name="T9" fmla="*/ 0 h 81"/>
                  <a:gd name="T10" fmla="*/ 57 w 141"/>
                  <a:gd name="T11" fmla="*/ 3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81">
                    <a:moveTo>
                      <a:pt x="141" y="8"/>
                    </a:moveTo>
                    <a:cubicBezTo>
                      <a:pt x="91" y="75"/>
                      <a:pt x="91" y="75"/>
                      <a:pt x="91" y="75"/>
                    </a:cubicBezTo>
                    <a:cubicBezTo>
                      <a:pt x="91" y="75"/>
                      <a:pt x="48" y="67"/>
                      <a:pt x="29" y="74"/>
                    </a:cubicBezTo>
                    <a:cubicBezTo>
                      <a:pt x="9" y="81"/>
                      <a:pt x="0" y="64"/>
                      <a:pt x="8" y="46"/>
                    </a:cubicBezTo>
                    <a:cubicBezTo>
                      <a:pt x="16" y="29"/>
                      <a:pt x="39" y="0"/>
                      <a:pt x="85" y="0"/>
                    </a:cubicBezTo>
                    <a:cubicBezTo>
                      <a:pt x="131" y="0"/>
                      <a:pt x="141" y="8"/>
                      <a:pt x="141" y="8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5" name="Freeform 480">
                <a:extLst>
                  <a:ext uri="{FF2B5EF4-FFF2-40B4-BE49-F238E27FC236}">
                    <a16:creationId xmlns:a16="http://schemas.microsoft.com/office/drawing/2014/main" id="{2B8B13CE-6FCC-47C9-9E63-ADFC0DE49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" y="3537"/>
                <a:ext cx="193" cy="389"/>
              </a:xfrm>
              <a:custGeom>
                <a:avLst/>
                <a:gdLst>
                  <a:gd name="T0" fmla="*/ 105 w 262"/>
                  <a:gd name="T1" fmla="*/ 13 h 528"/>
                  <a:gd name="T2" fmla="*/ 66 w 262"/>
                  <a:gd name="T3" fmla="*/ 55 h 528"/>
                  <a:gd name="T4" fmla="*/ 16 w 262"/>
                  <a:gd name="T5" fmla="*/ 208 h 528"/>
                  <a:gd name="T6" fmla="*/ 6 w 262"/>
                  <a:gd name="T7" fmla="*/ 177 h 528"/>
                  <a:gd name="T8" fmla="*/ 3 w 262"/>
                  <a:gd name="T9" fmla="*/ 166 h 528"/>
                  <a:gd name="T10" fmla="*/ 15 w 262"/>
                  <a:gd name="T11" fmla="*/ 108 h 528"/>
                  <a:gd name="T12" fmla="*/ 17 w 262"/>
                  <a:gd name="T13" fmla="*/ 89 h 528"/>
                  <a:gd name="T14" fmla="*/ 42 w 262"/>
                  <a:gd name="T15" fmla="*/ 50 h 528"/>
                  <a:gd name="T16" fmla="*/ 60 w 262"/>
                  <a:gd name="T17" fmla="*/ 31 h 528"/>
                  <a:gd name="T18" fmla="*/ 105 w 262"/>
                  <a:gd name="T19" fmla="*/ 13 h 5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2" h="528">
                    <a:moveTo>
                      <a:pt x="262" y="32"/>
                    </a:moveTo>
                    <a:cubicBezTo>
                      <a:pt x="262" y="32"/>
                      <a:pt x="216" y="95"/>
                      <a:pt x="165" y="136"/>
                    </a:cubicBezTo>
                    <a:cubicBezTo>
                      <a:pt x="113" y="177"/>
                      <a:pt x="16" y="351"/>
                      <a:pt x="41" y="520"/>
                    </a:cubicBezTo>
                    <a:cubicBezTo>
                      <a:pt x="41" y="520"/>
                      <a:pt x="7" y="528"/>
                      <a:pt x="15" y="443"/>
                    </a:cubicBezTo>
                    <a:cubicBezTo>
                      <a:pt x="17" y="419"/>
                      <a:pt x="16" y="434"/>
                      <a:pt x="8" y="414"/>
                    </a:cubicBezTo>
                    <a:cubicBezTo>
                      <a:pt x="0" y="393"/>
                      <a:pt x="13" y="290"/>
                      <a:pt x="37" y="272"/>
                    </a:cubicBezTo>
                    <a:cubicBezTo>
                      <a:pt x="61" y="254"/>
                      <a:pt x="54" y="242"/>
                      <a:pt x="42" y="223"/>
                    </a:cubicBezTo>
                    <a:cubicBezTo>
                      <a:pt x="31" y="203"/>
                      <a:pt x="57" y="121"/>
                      <a:pt x="106" y="125"/>
                    </a:cubicBezTo>
                    <a:cubicBezTo>
                      <a:pt x="155" y="128"/>
                      <a:pt x="153" y="97"/>
                      <a:pt x="149" y="78"/>
                    </a:cubicBezTo>
                    <a:cubicBezTo>
                      <a:pt x="144" y="58"/>
                      <a:pt x="211" y="0"/>
                      <a:pt x="262" y="32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6" name="Freeform 481">
                <a:extLst>
                  <a:ext uri="{FF2B5EF4-FFF2-40B4-BE49-F238E27FC236}">
                    <a16:creationId xmlns:a16="http://schemas.microsoft.com/office/drawing/2014/main" id="{6B8CDB0C-00B2-495A-A887-128492128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" y="3571"/>
                <a:ext cx="298" cy="524"/>
              </a:xfrm>
              <a:custGeom>
                <a:avLst/>
                <a:gdLst>
                  <a:gd name="T0" fmla="*/ 124 w 405"/>
                  <a:gd name="T1" fmla="*/ 10 h 711"/>
                  <a:gd name="T2" fmla="*/ 74 w 405"/>
                  <a:gd name="T3" fmla="*/ 63 h 711"/>
                  <a:gd name="T4" fmla="*/ 9 w 405"/>
                  <a:gd name="T5" fmla="*/ 149 h 711"/>
                  <a:gd name="T6" fmla="*/ 21 w 405"/>
                  <a:gd name="T7" fmla="*/ 234 h 711"/>
                  <a:gd name="T8" fmla="*/ 49 w 405"/>
                  <a:gd name="T9" fmla="*/ 258 h 711"/>
                  <a:gd name="T10" fmla="*/ 29 w 405"/>
                  <a:gd name="T11" fmla="*/ 214 h 711"/>
                  <a:gd name="T12" fmla="*/ 26 w 405"/>
                  <a:gd name="T13" fmla="*/ 178 h 711"/>
                  <a:gd name="T14" fmla="*/ 77 w 405"/>
                  <a:gd name="T15" fmla="*/ 109 h 711"/>
                  <a:gd name="T16" fmla="*/ 131 w 405"/>
                  <a:gd name="T17" fmla="*/ 79 h 711"/>
                  <a:gd name="T18" fmla="*/ 156 w 405"/>
                  <a:gd name="T19" fmla="*/ 46 h 711"/>
                  <a:gd name="T20" fmla="*/ 134 w 405"/>
                  <a:gd name="T21" fmla="*/ 27 h 711"/>
                  <a:gd name="T22" fmla="*/ 124 w 405"/>
                  <a:gd name="T23" fmla="*/ 10 h 7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5" h="711">
                    <a:moveTo>
                      <a:pt x="311" y="25"/>
                    </a:moveTo>
                    <a:cubicBezTo>
                      <a:pt x="311" y="25"/>
                      <a:pt x="246" y="122"/>
                      <a:pt x="186" y="157"/>
                    </a:cubicBezTo>
                    <a:cubicBezTo>
                      <a:pt x="127" y="193"/>
                      <a:pt x="40" y="260"/>
                      <a:pt x="22" y="372"/>
                    </a:cubicBezTo>
                    <a:cubicBezTo>
                      <a:pt x="3" y="484"/>
                      <a:pt x="0" y="512"/>
                      <a:pt x="55" y="584"/>
                    </a:cubicBezTo>
                    <a:cubicBezTo>
                      <a:pt x="110" y="656"/>
                      <a:pt x="148" y="711"/>
                      <a:pt x="123" y="644"/>
                    </a:cubicBezTo>
                    <a:cubicBezTo>
                      <a:pt x="98" y="578"/>
                      <a:pt x="88" y="547"/>
                      <a:pt x="73" y="536"/>
                    </a:cubicBezTo>
                    <a:cubicBezTo>
                      <a:pt x="58" y="524"/>
                      <a:pt x="81" y="488"/>
                      <a:pt x="66" y="445"/>
                    </a:cubicBezTo>
                    <a:cubicBezTo>
                      <a:pt x="51" y="403"/>
                      <a:pt x="63" y="299"/>
                      <a:pt x="191" y="273"/>
                    </a:cubicBezTo>
                    <a:cubicBezTo>
                      <a:pt x="319" y="247"/>
                      <a:pt x="319" y="234"/>
                      <a:pt x="329" y="197"/>
                    </a:cubicBezTo>
                    <a:cubicBezTo>
                      <a:pt x="339" y="161"/>
                      <a:pt x="405" y="170"/>
                      <a:pt x="391" y="117"/>
                    </a:cubicBezTo>
                    <a:cubicBezTo>
                      <a:pt x="377" y="65"/>
                      <a:pt x="339" y="116"/>
                      <a:pt x="337" y="66"/>
                    </a:cubicBezTo>
                    <a:cubicBezTo>
                      <a:pt x="335" y="0"/>
                      <a:pt x="311" y="25"/>
                      <a:pt x="311" y="25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7" name="Freeform 482">
                <a:extLst>
                  <a:ext uri="{FF2B5EF4-FFF2-40B4-BE49-F238E27FC236}">
                    <a16:creationId xmlns:a16="http://schemas.microsoft.com/office/drawing/2014/main" id="{554EA004-BABA-4825-8AB0-2D3FA6CF4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1422"/>
                <a:ext cx="69" cy="89"/>
              </a:xfrm>
              <a:custGeom>
                <a:avLst/>
                <a:gdLst>
                  <a:gd name="T0" fmla="*/ 0 w 94"/>
                  <a:gd name="T1" fmla="*/ 16 h 121"/>
                  <a:gd name="T2" fmla="*/ 13 w 94"/>
                  <a:gd name="T3" fmla="*/ 8 h 121"/>
                  <a:gd name="T4" fmla="*/ 25 w 94"/>
                  <a:gd name="T5" fmla="*/ 7 h 121"/>
                  <a:gd name="T6" fmla="*/ 34 w 94"/>
                  <a:gd name="T7" fmla="*/ 18 h 121"/>
                  <a:gd name="T8" fmla="*/ 25 w 94"/>
                  <a:gd name="T9" fmla="*/ 40 h 121"/>
                  <a:gd name="T10" fmla="*/ 1 w 94"/>
                  <a:gd name="T11" fmla="*/ 31 h 121"/>
                  <a:gd name="T12" fmla="*/ 0 w 94"/>
                  <a:gd name="T13" fmla="*/ 16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121">
                    <a:moveTo>
                      <a:pt x="0" y="41"/>
                    </a:moveTo>
                    <a:cubicBezTo>
                      <a:pt x="0" y="41"/>
                      <a:pt x="30" y="42"/>
                      <a:pt x="33" y="21"/>
                    </a:cubicBezTo>
                    <a:cubicBezTo>
                      <a:pt x="36" y="0"/>
                      <a:pt x="53" y="7"/>
                      <a:pt x="63" y="19"/>
                    </a:cubicBezTo>
                    <a:cubicBezTo>
                      <a:pt x="72" y="31"/>
                      <a:pt x="81" y="17"/>
                      <a:pt x="84" y="46"/>
                    </a:cubicBezTo>
                    <a:cubicBezTo>
                      <a:pt x="88" y="75"/>
                      <a:pt x="94" y="102"/>
                      <a:pt x="63" y="101"/>
                    </a:cubicBezTo>
                    <a:cubicBezTo>
                      <a:pt x="31" y="99"/>
                      <a:pt x="3" y="121"/>
                      <a:pt x="3" y="77"/>
                    </a:cubicBezTo>
                    <a:cubicBezTo>
                      <a:pt x="3" y="48"/>
                      <a:pt x="0" y="41"/>
                      <a:pt x="0" y="41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8" name="Freeform 483">
                <a:extLst>
                  <a:ext uri="{FF2B5EF4-FFF2-40B4-BE49-F238E27FC236}">
                    <a16:creationId xmlns:a16="http://schemas.microsoft.com/office/drawing/2014/main" id="{72701546-94E2-4F80-86A1-5EA77D9CF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495"/>
                <a:ext cx="103" cy="108"/>
              </a:xfrm>
              <a:custGeom>
                <a:avLst/>
                <a:gdLst>
                  <a:gd name="T0" fmla="*/ 0 w 140"/>
                  <a:gd name="T1" fmla="*/ 9 h 146"/>
                  <a:gd name="T2" fmla="*/ 13 w 140"/>
                  <a:gd name="T3" fmla="*/ 12 h 146"/>
                  <a:gd name="T4" fmla="*/ 27 w 140"/>
                  <a:gd name="T5" fmla="*/ 3 h 146"/>
                  <a:gd name="T6" fmla="*/ 40 w 140"/>
                  <a:gd name="T7" fmla="*/ 30 h 146"/>
                  <a:gd name="T8" fmla="*/ 37 w 140"/>
                  <a:gd name="T9" fmla="*/ 43 h 146"/>
                  <a:gd name="T10" fmla="*/ 15 w 140"/>
                  <a:gd name="T11" fmla="*/ 41 h 146"/>
                  <a:gd name="T12" fmla="*/ 1 w 140"/>
                  <a:gd name="T13" fmla="*/ 32 h 146"/>
                  <a:gd name="T14" fmla="*/ 0 w 140"/>
                  <a:gd name="T15" fmla="*/ 9 h 1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146">
                    <a:moveTo>
                      <a:pt x="0" y="22"/>
                    </a:moveTo>
                    <a:cubicBezTo>
                      <a:pt x="0" y="22"/>
                      <a:pt x="21" y="20"/>
                      <a:pt x="31" y="30"/>
                    </a:cubicBezTo>
                    <a:cubicBezTo>
                      <a:pt x="41" y="40"/>
                      <a:pt x="55" y="0"/>
                      <a:pt x="68" y="8"/>
                    </a:cubicBezTo>
                    <a:cubicBezTo>
                      <a:pt x="81" y="16"/>
                      <a:pt x="84" y="65"/>
                      <a:pt x="100" y="76"/>
                    </a:cubicBezTo>
                    <a:cubicBezTo>
                      <a:pt x="115" y="87"/>
                      <a:pt x="140" y="146"/>
                      <a:pt x="93" y="107"/>
                    </a:cubicBezTo>
                    <a:cubicBezTo>
                      <a:pt x="46" y="69"/>
                      <a:pt x="47" y="97"/>
                      <a:pt x="38" y="102"/>
                    </a:cubicBezTo>
                    <a:cubicBezTo>
                      <a:pt x="30" y="107"/>
                      <a:pt x="4" y="116"/>
                      <a:pt x="2" y="78"/>
                    </a:cubicBezTo>
                    <a:cubicBezTo>
                      <a:pt x="1" y="40"/>
                      <a:pt x="0" y="22"/>
                      <a:pt x="0" y="22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9" name="Freeform 484">
                <a:extLst>
                  <a:ext uri="{FF2B5EF4-FFF2-40B4-BE49-F238E27FC236}">
                    <a16:creationId xmlns:a16="http://schemas.microsoft.com/office/drawing/2014/main" id="{8D41D7F2-868F-4F94-8964-46612B14D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547"/>
                <a:ext cx="107" cy="115"/>
              </a:xfrm>
              <a:custGeom>
                <a:avLst/>
                <a:gdLst>
                  <a:gd name="T0" fmla="*/ 2 w 146"/>
                  <a:gd name="T1" fmla="*/ 24 h 156"/>
                  <a:gd name="T2" fmla="*/ 11 w 146"/>
                  <a:gd name="T3" fmla="*/ 14 h 156"/>
                  <a:gd name="T4" fmla="*/ 38 w 146"/>
                  <a:gd name="T5" fmla="*/ 18 h 156"/>
                  <a:gd name="T6" fmla="*/ 42 w 146"/>
                  <a:gd name="T7" fmla="*/ 55 h 156"/>
                  <a:gd name="T8" fmla="*/ 18 w 146"/>
                  <a:gd name="T9" fmla="*/ 55 h 156"/>
                  <a:gd name="T10" fmla="*/ 3 w 146"/>
                  <a:gd name="T11" fmla="*/ 53 h 156"/>
                  <a:gd name="T12" fmla="*/ 2 w 146"/>
                  <a:gd name="T13" fmla="*/ 24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56">
                    <a:moveTo>
                      <a:pt x="6" y="60"/>
                    </a:moveTo>
                    <a:cubicBezTo>
                      <a:pt x="6" y="60"/>
                      <a:pt x="0" y="35"/>
                      <a:pt x="29" y="35"/>
                    </a:cubicBezTo>
                    <a:cubicBezTo>
                      <a:pt x="57" y="35"/>
                      <a:pt x="80" y="0"/>
                      <a:pt x="97" y="43"/>
                    </a:cubicBezTo>
                    <a:cubicBezTo>
                      <a:pt x="115" y="85"/>
                      <a:pt x="146" y="155"/>
                      <a:pt x="107" y="138"/>
                    </a:cubicBezTo>
                    <a:cubicBezTo>
                      <a:pt x="68" y="120"/>
                      <a:pt x="58" y="119"/>
                      <a:pt x="47" y="138"/>
                    </a:cubicBezTo>
                    <a:cubicBezTo>
                      <a:pt x="36" y="156"/>
                      <a:pt x="24" y="122"/>
                      <a:pt x="8" y="131"/>
                    </a:cubicBezTo>
                    <a:cubicBezTo>
                      <a:pt x="2" y="135"/>
                      <a:pt x="6" y="60"/>
                      <a:pt x="6" y="6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0" name="Freeform 485">
                <a:extLst>
                  <a:ext uri="{FF2B5EF4-FFF2-40B4-BE49-F238E27FC236}">
                    <a16:creationId xmlns:a16="http://schemas.microsoft.com/office/drawing/2014/main" id="{6ED3F6C2-6432-4FEC-B171-BEEFE2C8A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644"/>
                <a:ext cx="97" cy="84"/>
              </a:xfrm>
              <a:custGeom>
                <a:avLst/>
                <a:gdLst>
                  <a:gd name="T0" fmla="*/ 4 w 132"/>
                  <a:gd name="T1" fmla="*/ 7 h 114"/>
                  <a:gd name="T2" fmla="*/ 1 w 132"/>
                  <a:gd name="T3" fmla="*/ 29 h 114"/>
                  <a:gd name="T4" fmla="*/ 16 w 132"/>
                  <a:gd name="T5" fmla="*/ 38 h 114"/>
                  <a:gd name="T6" fmla="*/ 34 w 132"/>
                  <a:gd name="T7" fmla="*/ 41 h 114"/>
                  <a:gd name="T8" fmla="*/ 47 w 132"/>
                  <a:gd name="T9" fmla="*/ 28 h 114"/>
                  <a:gd name="T10" fmla="*/ 28 w 132"/>
                  <a:gd name="T11" fmla="*/ 7 h 114"/>
                  <a:gd name="T12" fmla="*/ 4 w 132"/>
                  <a:gd name="T13" fmla="*/ 7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2" h="114">
                    <a:moveTo>
                      <a:pt x="11" y="17"/>
                    </a:moveTo>
                    <a:cubicBezTo>
                      <a:pt x="11" y="17"/>
                      <a:pt x="0" y="56"/>
                      <a:pt x="3" y="72"/>
                    </a:cubicBezTo>
                    <a:cubicBezTo>
                      <a:pt x="6" y="89"/>
                      <a:pt x="28" y="79"/>
                      <a:pt x="41" y="96"/>
                    </a:cubicBezTo>
                    <a:cubicBezTo>
                      <a:pt x="54" y="114"/>
                      <a:pt x="64" y="80"/>
                      <a:pt x="86" y="102"/>
                    </a:cubicBezTo>
                    <a:cubicBezTo>
                      <a:pt x="95" y="111"/>
                      <a:pt x="132" y="89"/>
                      <a:pt x="119" y="69"/>
                    </a:cubicBezTo>
                    <a:cubicBezTo>
                      <a:pt x="106" y="50"/>
                      <a:pt x="89" y="0"/>
                      <a:pt x="71" y="19"/>
                    </a:cubicBezTo>
                    <a:cubicBezTo>
                      <a:pt x="52" y="38"/>
                      <a:pt x="15" y="4"/>
                      <a:pt x="11" y="17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1" name="Freeform 486">
                <a:extLst>
                  <a:ext uri="{FF2B5EF4-FFF2-40B4-BE49-F238E27FC236}">
                    <a16:creationId xmlns:a16="http://schemas.microsoft.com/office/drawing/2014/main" id="{B0E29215-9E5E-42B7-B9C9-189906128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716"/>
                <a:ext cx="86" cy="91"/>
              </a:xfrm>
              <a:custGeom>
                <a:avLst/>
                <a:gdLst>
                  <a:gd name="T0" fmla="*/ 2 w 117"/>
                  <a:gd name="T1" fmla="*/ 0 h 123"/>
                  <a:gd name="T2" fmla="*/ 0 w 117"/>
                  <a:gd name="T3" fmla="*/ 29 h 123"/>
                  <a:gd name="T4" fmla="*/ 8 w 117"/>
                  <a:gd name="T5" fmla="*/ 38 h 123"/>
                  <a:gd name="T6" fmla="*/ 24 w 117"/>
                  <a:gd name="T7" fmla="*/ 41 h 123"/>
                  <a:gd name="T8" fmla="*/ 40 w 117"/>
                  <a:gd name="T9" fmla="*/ 33 h 123"/>
                  <a:gd name="T10" fmla="*/ 37 w 117"/>
                  <a:gd name="T11" fmla="*/ 12 h 123"/>
                  <a:gd name="T12" fmla="*/ 15 w 117"/>
                  <a:gd name="T13" fmla="*/ 10 h 123"/>
                  <a:gd name="T14" fmla="*/ 2 w 117"/>
                  <a:gd name="T15" fmla="*/ 0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7" h="123">
                    <a:moveTo>
                      <a:pt x="5" y="0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11" y="98"/>
                      <a:pt x="20" y="93"/>
                    </a:cubicBezTo>
                    <a:cubicBezTo>
                      <a:pt x="28" y="89"/>
                      <a:pt x="41" y="88"/>
                      <a:pt x="59" y="103"/>
                    </a:cubicBezTo>
                    <a:cubicBezTo>
                      <a:pt x="76" y="119"/>
                      <a:pt x="84" y="123"/>
                      <a:pt x="100" y="81"/>
                    </a:cubicBezTo>
                    <a:cubicBezTo>
                      <a:pt x="117" y="40"/>
                      <a:pt x="107" y="41"/>
                      <a:pt x="92" y="29"/>
                    </a:cubicBezTo>
                    <a:cubicBezTo>
                      <a:pt x="76" y="17"/>
                      <a:pt x="59" y="37"/>
                      <a:pt x="39" y="24"/>
                    </a:cubicBezTo>
                    <a:cubicBezTo>
                      <a:pt x="20" y="1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2" name="Freeform 487">
                <a:extLst>
                  <a:ext uri="{FF2B5EF4-FFF2-40B4-BE49-F238E27FC236}">
                    <a16:creationId xmlns:a16="http://schemas.microsoft.com/office/drawing/2014/main" id="{F17FE1E6-BE9C-4A38-9150-564F928FD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1783"/>
                <a:ext cx="91" cy="94"/>
              </a:xfrm>
              <a:custGeom>
                <a:avLst/>
                <a:gdLst>
                  <a:gd name="T0" fmla="*/ 13 w 124"/>
                  <a:gd name="T1" fmla="*/ 2 h 127"/>
                  <a:gd name="T2" fmla="*/ 4 w 124"/>
                  <a:gd name="T3" fmla="*/ 20 h 127"/>
                  <a:gd name="T4" fmla="*/ 12 w 124"/>
                  <a:gd name="T5" fmla="*/ 33 h 127"/>
                  <a:gd name="T6" fmla="*/ 32 w 124"/>
                  <a:gd name="T7" fmla="*/ 46 h 127"/>
                  <a:gd name="T8" fmla="*/ 39 w 124"/>
                  <a:gd name="T9" fmla="*/ 16 h 127"/>
                  <a:gd name="T10" fmla="*/ 19 w 124"/>
                  <a:gd name="T11" fmla="*/ 5 h 127"/>
                  <a:gd name="T12" fmla="*/ 13 w 124"/>
                  <a:gd name="T13" fmla="*/ 2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4" h="127">
                    <a:moveTo>
                      <a:pt x="33" y="5"/>
                    </a:move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0" y="79"/>
                      <a:pt x="31" y="83"/>
                    </a:cubicBezTo>
                    <a:cubicBezTo>
                      <a:pt x="62" y="88"/>
                      <a:pt x="56" y="127"/>
                      <a:pt x="81" y="113"/>
                    </a:cubicBezTo>
                    <a:cubicBezTo>
                      <a:pt x="106" y="98"/>
                      <a:pt x="124" y="55"/>
                      <a:pt x="98" y="40"/>
                    </a:cubicBezTo>
                    <a:cubicBezTo>
                      <a:pt x="71" y="24"/>
                      <a:pt x="53" y="26"/>
                      <a:pt x="48" y="13"/>
                    </a:cubicBezTo>
                    <a:cubicBezTo>
                      <a:pt x="44" y="0"/>
                      <a:pt x="33" y="5"/>
                      <a:pt x="33" y="5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3" name="Freeform 488">
                <a:extLst>
                  <a:ext uri="{FF2B5EF4-FFF2-40B4-BE49-F238E27FC236}">
                    <a16:creationId xmlns:a16="http://schemas.microsoft.com/office/drawing/2014/main" id="{7E73BAF8-D99F-417D-9E20-27BE7CABA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" y="1835"/>
                <a:ext cx="79" cy="105"/>
              </a:xfrm>
              <a:custGeom>
                <a:avLst/>
                <a:gdLst>
                  <a:gd name="T0" fmla="*/ 12 w 107"/>
                  <a:gd name="T1" fmla="*/ 9 h 143"/>
                  <a:gd name="T2" fmla="*/ 0 w 107"/>
                  <a:gd name="T3" fmla="*/ 28 h 143"/>
                  <a:gd name="T4" fmla="*/ 10 w 107"/>
                  <a:gd name="T5" fmla="*/ 42 h 143"/>
                  <a:gd name="T6" fmla="*/ 26 w 107"/>
                  <a:gd name="T7" fmla="*/ 51 h 143"/>
                  <a:gd name="T8" fmla="*/ 41 w 107"/>
                  <a:gd name="T9" fmla="*/ 43 h 143"/>
                  <a:gd name="T10" fmla="*/ 33 w 107"/>
                  <a:gd name="T11" fmla="*/ 20 h 143"/>
                  <a:gd name="T12" fmla="*/ 12 w 107"/>
                  <a:gd name="T13" fmla="*/ 9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143">
                    <a:moveTo>
                      <a:pt x="29" y="23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3" y="105"/>
                      <a:pt x="24" y="106"/>
                    </a:cubicBezTo>
                    <a:cubicBezTo>
                      <a:pt x="46" y="107"/>
                      <a:pt x="48" y="113"/>
                      <a:pt x="64" y="128"/>
                    </a:cubicBezTo>
                    <a:cubicBezTo>
                      <a:pt x="79" y="143"/>
                      <a:pt x="100" y="141"/>
                      <a:pt x="103" y="107"/>
                    </a:cubicBezTo>
                    <a:cubicBezTo>
                      <a:pt x="106" y="73"/>
                      <a:pt x="107" y="54"/>
                      <a:pt x="82" y="51"/>
                    </a:cubicBezTo>
                    <a:cubicBezTo>
                      <a:pt x="57" y="49"/>
                      <a:pt x="48" y="0"/>
                      <a:pt x="29" y="23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4" name="Freeform 489">
                <a:extLst>
                  <a:ext uri="{FF2B5EF4-FFF2-40B4-BE49-F238E27FC236}">
                    <a16:creationId xmlns:a16="http://schemas.microsoft.com/office/drawing/2014/main" id="{F7912564-7D2F-4D96-8CA5-9D9C85809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" y="1916"/>
                <a:ext cx="116" cy="114"/>
              </a:xfrm>
              <a:custGeom>
                <a:avLst/>
                <a:gdLst>
                  <a:gd name="T0" fmla="*/ 16 w 157"/>
                  <a:gd name="T1" fmla="*/ 0 h 154"/>
                  <a:gd name="T2" fmla="*/ 1 w 157"/>
                  <a:gd name="T3" fmla="*/ 27 h 154"/>
                  <a:gd name="T4" fmla="*/ 13 w 157"/>
                  <a:gd name="T5" fmla="*/ 39 h 154"/>
                  <a:gd name="T6" fmla="*/ 33 w 157"/>
                  <a:gd name="T7" fmla="*/ 51 h 154"/>
                  <a:gd name="T8" fmla="*/ 39 w 157"/>
                  <a:gd name="T9" fmla="*/ 11 h 154"/>
                  <a:gd name="T10" fmla="*/ 16 w 157"/>
                  <a:gd name="T11" fmla="*/ 0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7" h="154">
                    <a:moveTo>
                      <a:pt x="38" y="0"/>
                    </a:moveTo>
                    <a:cubicBezTo>
                      <a:pt x="4" y="65"/>
                      <a:pt x="4" y="65"/>
                      <a:pt x="4" y="65"/>
                    </a:cubicBezTo>
                    <a:cubicBezTo>
                      <a:pt x="4" y="65"/>
                      <a:pt x="0" y="92"/>
                      <a:pt x="31" y="97"/>
                    </a:cubicBezTo>
                    <a:cubicBezTo>
                      <a:pt x="61" y="101"/>
                      <a:pt x="65" y="154"/>
                      <a:pt x="83" y="126"/>
                    </a:cubicBezTo>
                    <a:cubicBezTo>
                      <a:pt x="102" y="98"/>
                      <a:pt x="157" y="39"/>
                      <a:pt x="97" y="27"/>
                    </a:cubicBezTo>
                    <a:cubicBezTo>
                      <a:pt x="37" y="15"/>
                      <a:pt x="70" y="3"/>
                      <a:pt x="38" y="0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5" name="Freeform 490">
                <a:extLst>
                  <a:ext uri="{FF2B5EF4-FFF2-40B4-BE49-F238E27FC236}">
                    <a16:creationId xmlns:a16="http://schemas.microsoft.com/office/drawing/2014/main" id="{B01129E8-BD7A-4F6C-A774-0EEA1992C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1980"/>
                <a:ext cx="104" cy="122"/>
              </a:xfrm>
              <a:custGeom>
                <a:avLst/>
                <a:gdLst>
                  <a:gd name="T0" fmla="*/ 14 w 142"/>
                  <a:gd name="T1" fmla="*/ 7 h 166"/>
                  <a:gd name="T2" fmla="*/ 3 w 142"/>
                  <a:gd name="T3" fmla="*/ 35 h 166"/>
                  <a:gd name="T4" fmla="*/ 15 w 142"/>
                  <a:gd name="T5" fmla="*/ 45 h 166"/>
                  <a:gd name="T6" fmla="*/ 43 w 142"/>
                  <a:gd name="T7" fmla="*/ 51 h 166"/>
                  <a:gd name="T8" fmla="*/ 39 w 142"/>
                  <a:gd name="T9" fmla="*/ 21 h 166"/>
                  <a:gd name="T10" fmla="*/ 14 w 142"/>
                  <a:gd name="T11" fmla="*/ 7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66">
                    <a:moveTo>
                      <a:pt x="36" y="18"/>
                    </a:moveTo>
                    <a:cubicBezTo>
                      <a:pt x="7" y="89"/>
                      <a:pt x="7" y="89"/>
                      <a:pt x="7" y="89"/>
                    </a:cubicBezTo>
                    <a:cubicBezTo>
                      <a:pt x="7" y="89"/>
                      <a:pt x="0" y="99"/>
                      <a:pt x="40" y="113"/>
                    </a:cubicBezTo>
                    <a:cubicBezTo>
                      <a:pt x="81" y="127"/>
                      <a:pt x="99" y="166"/>
                      <a:pt x="110" y="128"/>
                    </a:cubicBezTo>
                    <a:cubicBezTo>
                      <a:pt x="121" y="91"/>
                      <a:pt x="142" y="61"/>
                      <a:pt x="98" y="53"/>
                    </a:cubicBezTo>
                    <a:cubicBezTo>
                      <a:pt x="55" y="45"/>
                      <a:pt x="43" y="0"/>
                      <a:pt x="36" y="18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6" name="Freeform 491">
                <a:extLst>
                  <a:ext uri="{FF2B5EF4-FFF2-40B4-BE49-F238E27FC236}">
                    <a16:creationId xmlns:a16="http://schemas.microsoft.com/office/drawing/2014/main" id="{C214CF19-D7E4-48B2-A79A-5F6DE5C54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2059"/>
                <a:ext cx="110" cy="125"/>
              </a:xfrm>
              <a:custGeom>
                <a:avLst/>
                <a:gdLst>
                  <a:gd name="T0" fmla="*/ 15 w 150"/>
                  <a:gd name="T1" fmla="*/ 7 h 169"/>
                  <a:gd name="T2" fmla="*/ 3 w 150"/>
                  <a:gd name="T3" fmla="*/ 35 h 169"/>
                  <a:gd name="T4" fmla="*/ 15 w 150"/>
                  <a:gd name="T5" fmla="*/ 46 h 169"/>
                  <a:gd name="T6" fmla="*/ 51 w 150"/>
                  <a:gd name="T7" fmla="*/ 52 h 169"/>
                  <a:gd name="T8" fmla="*/ 45 w 150"/>
                  <a:gd name="T9" fmla="*/ 20 h 169"/>
                  <a:gd name="T10" fmla="*/ 15 w 150"/>
                  <a:gd name="T11" fmla="*/ 7 h 1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169">
                    <a:moveTo>
                      <a:pt x="40" y="18"/>
                    </a:moveTo>
                    <a:cubicBezTo>
                      <a:pt x="40" y="18"/>
                      <a:pt x="16" y="72"/>
                      <a:pt x="8" y="85"/>
                    </a:cubicBezTo>
                    <a:cubicBezTo>
                      <a:pt x="0" y="97"/>
                      <a:pt x="14" y="114"/>
                      <a:pt x="40" y="114"/>
                    </a:cubicBezTo>
                    <a:cubicBezTo>
                      <a:pt x="66" y="114"/>
                      <a:pt x="114" y="169"/>
                      <a:pt x="131" y="128"/>
                    </a:cubicBezTo>
                    <a:cubicBezTo>
                      <a:pt x="147" y="88"/>
                      <a:pt x="150" y="54"/>
                      <a:pt x="113" y="50"/>
                    </a:cubicBezTo>
                    <a:cubicBezTo>
                      <a:pt x="76" y="46"/>
                      <a:pt x="44" y="0"/>
                      <a:pt x="40" y="18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7" name="Freeform 492">
                <a:extLst>
                  <a:ext uri="{FF2B5EF4-FFF2-40B4-BE49-F238E27FC236}">
                    <a16:creationId xmlns:a16="http://schemas.microsoft.com/office/drawing/2014/main" id="{67D945AE-C902-4D15-BD55-D93D21805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" y="2157"/>
                <a:ext cx="125" cy="108"/>
              </a:xfrm>
              <a:custGeom>
                <a:avLst/>
                <a:gdLst>
                  <a:gd name="T0" fmla="*/ 18 w 170"/>
                  <a:gd name="T1" fmla="*/ 4 h 146"/>
                  <a:gd name="T2" fmla="*/ 7 w 170"/>
                  <a:gd name="T3" fmla="*/ 23 h 146"/>
                  <a:gd name="T4" fmla="*/ 13 w 170"/>
                  <a:gd name="T5" fmla="*/ 49 h 146"/>
                  <a:gd name="T6" fmla="*/ 49 w 170"/>
                  <a:gd name="T7" fmla="*/ 54 h 146"/>
                  <a:gd name="T8" fmla="*/ 67 w 170"/>
                  <a:gd name="T9" fmla="*/ 38 h 146"/>
                  <a:gd name="T10" fmla="*/ 52 w 170"/>
                  <a:gd name="T11" fmla="*/ 16 h 146"/>
                  <a:gd name="T12" fmla="*/ 18 w 170"/>
                  <a:gd name="T13" fmla="*/ 4 h 1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146">
                    <a:moveTo>
                      <a:pt x="43" y="11"/>
                    </a:moveTo>
                    <a:cubicBezTo>
                      <a:pt x="43" y="11"/>
                      <a:pt x="19" y="26"/>
                      <a:pt x="19" y="57"/>
                    </a:cubicBezTo>
                    <a:cubicBezTo>
                      <a:pt x="19" y="87"/>
                      <a:pt x="0" y="105"/>
                      <a:pt x="32" y="120"/>
                    </a:cubicBezTo>
                    <a:cubicBezTo>
                      <a:pt x="65" y="135"/>
                      <a:pt x="103" y="122"/>
                      <a:pt x="123" y="134"/>
                    </a:cubicBezTo>
                    <a:cubicBezTo>
                      <a:pt x="143" y="146"/>
                      <a:pt x="168" y="137"/>
                      <a:pt x="169" y="93"/>
                    </a:cubicBezTo>
                    <a:cubicBezTo>
                      <a:pt x="170" y="48"/>
                      <a:pt x="167" y="46"/>
                      <a:pt x="131" y="41"/>
                    </a:cubicBezTo>
                    <a:cubicBezTo>
                      <a:pt x="95" y="37"/>
                      <a:pt x="64" y="0"/>
                      <a:pt x="43" y="11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8" name="Freeform 493">
                <a:extLst>
                  <a:ext uri="{FF2B5EF4-FFF2-40B4-BE49-F238E27FC236}">
                    <a16:creationId xmlns:a16="http://schemas.microsoft.com/office/drawing/2014/main" id="{A698358A-A811-4284-8AF0-2B6B4C885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" y="2259"/>
                <a:ext cx="135" cy="86"/>
              </a:xfrm>
              <a:custGeom>
                <a:avLst/>
                <a:gdLst>
                  <a:gd name="T0" fmla="*/ 14 w 183"/>
                  <a:gd name="T1" fmla="*/ 2 h 116"/>
                  <a:gd name="T2" fmla="*/ 6 w 183"/>
                  <a:gd name="T3" fmla="*/ 12 h 116"/>
                  <a:gd name="T4" fmla="*/ 18 w 183"/>
                  <a:gd name="T5" fmla="*/ 43 h 116"/>
                  <a:gd name="T6" fmla="*/ 53 w 183"/>
                  <a:gd name="T7" fmla="*/ 45 h 116"/>
                  <a:gd name="T8" fmla="*/ 68 w 183"/>
                  <a:gd name="T9" fmla="*/ 31 h 116"/>
                  <a:gd name="T10" fmla="*/ 57 w 183"/>
                  <a:gd name="T11" fmla="*/ 7 h 116"/>
                  <a:gd name="T12" fmla="*/ 14 w 183"/>
                  <a:gd name="T13" fmla="*/ 2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3" h="116">
                    <a:moveTo>
                      <a:pt x="35" y="6"/>
                    </a:moveTo>
                    <a:cubicBezTo>
                      <a:pt x="35" y="6"/>
                      <a:pt x="14" y="0"/>
                      <a:pt x="15" y="29"/>
                    </a:cubicBezTo>
                    <a:cubicBezTo>
                      <a:pt x="16" y="57"/>
                      <a:pt x="0" y="100"/>
                      <a:pt x="45" y="105"/>
                    </a:cubicBezTo>
                    <a:cubicBezTo>
                      <a:pt x="89" y="111"/>
                      <a:pt x="112" y="103"/>
                      <a:pt x="133" y="110"/>
                    </a:cubicBezTo>
                    <a:cubicBezTo>
                      <a:pt x="154" y="116"/>
                      <a:pt x="176" y="101"/>
                      <a:pt x="170" y="75"/>
                    </a:cubicBezTo>
                    <a:cubicBezTo>
                      <a:pt x="165" y="48"/>
                      <a:pt x="183" y="20"/>
                      <a:pt x="142" y="19"/>
                    </a:cubicBezTo>
                    <a:cubicBezTo>
                      <a:pt x="100" y="18"/>
                      <a:pt x="35" y="6"/>
                      <a:pt x="35" y="6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9" name="Freeform 494">
                <a:extLst>
                  <a:ext uri="{FF2B5EF4-FFF2-40B4-BE49-F238E27FC236}">
                    <a16:creationId xmlns:a16="http://schemas.microsoft.com/office/drawing/2014/main" id="{C3BBD8A3-959F-428B-A939-F3FAC6952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349"/>
                <a:ext cx="132" cy="116"/>
              </a:xfrm>
              <a:custGeom>
                <a:avLst/>
                <a:gdLst>
                  <a:gd name="T0" fmla="*/ 15 w 180"/>
                  <a:gd name="T1" fmla="*/ 6 h 157"/>
                  <a:gd name="T2" fmla="*/ 4 w 180"/>
                  <a:gd name="T3" fmla="*/ 12 h 157"/>
                  <a:gd name="T4" fmla="*/ 9 w 180"/>
                  <a:gd name="T5" fmla="*/ 53 h 157"/>
                  <a:gd name="T6" fmla="*/ 33 w 180"/>
                  <a:gd name="T7" fmla="*/ 55 h 157"/>
                  <a:gd name="T8" fmla="*/ 65 w 180"/>
                  <a:gd name="T9" fmla="*/ 41 h 157"/>
                  <a:gd name="T10" fmla="*/ 45 w 180"/>
                  <a:gd name="T11" fmla="*/ 7 h 157"/>
                  <a:gd name="T12" fmla="*/ 15 w 180"/>
                  <a:gd name="T13" fmla="*/ 6 h 1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0" h="157">
                    <a:moveTo>
                      <a:pt x="37" y="15"/>
                    </a:moveTo>
                    <a:cubicBezTo>
                      <a:pt x="37" y="15"/>
                      <a:pt x="12" y="8"/>
                      <a:pt x="10" y="29"/>
                    </a:cubicBezTo>
                    <a:cubicBezTo>
                      <a:pt x="8" y="50"/>
                      <a:pt x="0" y="115"/>
                      <a:pt x="23" y="132"/>
                    </a:cubicBezTo>
                    <a:cubicBezTo>
                      <a:pt x="46" y="148"/>
                      <a:pt x="47" y="134"/>
                      <a:pt x="85" y="135"/>
                    </a:cubicBezTo>
                    <a:cubicBezTo>
                      <a:pt x="123" y="136"/>
                      <a:pt x="180" y="157"/>
                      <a:pt x="167" y="101"/>
                    </a:cubicBezTo>
                    <a:cubicBezTo>
                      <a:pt x="154" y="45"/>
                      <a:pt x="166" y="0"/>
                      <a:pt x="113" y="16"/>
                    </a:cubicBezTo>
                    <a:cubicBezTo>
                      <a:pt x="59" y="32"/>
                      <a:pt x="37" y="15"/>
                      <a:pt x="37" y="15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0" name="Freeform 495">
                <a:extLst>
                  <a:ext uri="{FF2B5EF4-FFF2-40B4-BE49-F238E27FC236}">
                    <a16:creationId xmlns:a16="http://schemas.microsoft.com/office/drawing/2014/main" id="{B3274587-A4DA-4695-8A3A-58A3341F6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2460"/>
                <a:ext cx="140" cy="106"/>
              </a:xfrm>
              <a:custGeom>
                <a:avLst/>
                <a:gdLst>
                  <a:gd name="T0" fmla="*/ 12 w 190"/>
                  <a:gd name="T1" fmla="*/ 1 h 143"/>
                  <a:gd name="T2" fmla="*/ 2 w 190"/>
                  <a:gd name="T3" fmla="*/ 16 h 143"/>
                  <a:gd name="T4" fmla="*/ 26 w 190"/>
                  <a:gd name="T5" fmla="*/ 47 h 143"/>
                  <a:gd name="T6" fmla="*/ 74 w 190"/>
                  <a:gd name="T7" fmla="*/ 33 h 143"/>
                  <a:gd name="T8" fmla="*/ 51 w 190"/>
                  <a:gd name="T9" fmla="*/ 5 h 143"/>
                  <a:gd name="T10" fmla="*/ 12 w 190"/>
                  <a:gd name="T11" fmla="*/ 1 h 1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0" h="143">
                    <a:moveTo>
                      <a:pt x="30" y="4"/>
                    </a:moveTo>
                    <a:cubicBezTo>
                      <a:pt x="30" y="4"/>
                      <a:pt x="0" y="5"/>
                      <a:pt x="5" y="40"/>
                    </a:cubicBezTo>
                    <a:cubicBezTo>
                      <a:pt x="11" y="75"/>
                      <a:pt x="7" y="129"/>
                      <a:pt x="65" y="116"/>
                    </a:cubicBezTo>
                    <a:cubicBezTo>
                      <a:pt x="123" y="103"/>
                      <a:pt x="187" y="143"/>
                      <a:pt x="184" y="79"/>
                    </a:cubicBezTo>
                    <a:cubicBezTo>
                      <a:pt x="181" y="15"/>
                      <a:pt x="190" y="0"/>
                      <a:pt x="128" y="12"/>
                    </a:cubicBezTo>
                    <a:cubicBezTo>
                      <a:pt x="67" y="24"/>
                      <a:pt x="53" y="1"/>
                      <a:pt x="30" y="4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1" name="Freeform 496">
                <a:extLst>
                  <a:ext uri="{FF2B5EF4-FFF2-40B4-BE49-F238E27FC236}">
                    <a16:creationId xmlns:a16="http://schemas.microsoft.com/office/drawing/2014/main" id="{CA1293FB-23F9-4DBB-94A9-A46FFE9E7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" y="2540"/>
                <a:ext cx="164" cy="119"/>
              </a:xfrm>
              <a:custGeom>
                <a:avLst/>
                <a:gdLst>
                  <a:gd name="T0" fmla="*/ 10 w 223"/>
                  <a:gd name="T1" fmla="*/ 22 h 162"/>
                  <a:gd name="T2" fmla="*/ 4 w 223"/>
                  <a:gd name="T3" fmla="*/ 32 h 162"/>
                  <a:gd name="T4" fmla="*/ 32 w 223"/>
                  <a:gd name="T5" fmla="*/ 56 h 162"/>
                  <a:gd name="T6" fmla="*/ 66 w 223"/>
                  <a:gd name="T7" fmla="*/ 50 h 162"/>
                  <a:gd name="T8" fmla="*/ 76 w 223"/>
                  <a:gd name="T9" fmla="*/ 24 h 162"/>
                  <a:gd name="T10" fmla="*/ 38 w 223"/>
                  <a:gd name="T11" fmla="*/ 13 h 162"/>
                  <a:gd name="T12" fmla="*/ 10 w 223"/>
                  <a:gd name="T13" fmla="*/ 22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162">
                    <a:moveTo>
                      <a:pt x="26" y="56"/>
                    </a:moveTo>
                    <a:cubicBezTo>
                      <a:pt x="26" y="56"/>
                      <a:pt x="0" y="59"/>
                      <a:pt x="10" y="82"/>
                    </a:cubicBezTo>
                    <a:cubicBezTo>
                      <a:pt x="20" y="105"/>
                      <a:pt x="23" y="162"/>
                      <a:pt x="82" y="141"/>
                    </a:cubicBezTo>
                    <a:cubicBezTo>
                      <a:pt x="141" y="120"/>
                      <a:pt x="133" y="123"/>
                      <a:pt x="166" y="127"/>
                    </a:cubicBezTo>
                    <a:cubicBezTo>
                      <a:pt x="199" y="131"/>
                      <a:pt x="223" y="118"/>
                      <a:pt x="190" y="59"/>
                    </a:cubicBezTo>
                    <a:cubicBezTo>
                      <a:pt x="157" y="0"/>
                      <a:pt x="121" y="23"/>
                      <a:pt x="97" y="33"/>
                    </a:cubicBezTo>
                    <a:cubicBezTo>
                      <a:pt x="71" y="44"/>
                      <a:pt x="26" y="56"/>
                      <a:pt x="26" y="56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2" name="Freeform 497">
                <a:extLst>
                  <a:ext uri="{FF2B5EF4-FFF2-40B4-BE49-F238E27FC236}">
                    <a16:creationId xmlns:a16="http://schemas.microsoft.com/office/drawing/2014/main" id="{E5593A03-E4CE-4DBF-95CC-A6AA0CFF9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2639"/>
                <a:ext cx="159" cy="152"/>
              </a:xfrm>
              <a:custGeom>
                <a:avLst/>
                <a:gdLst>
                  <a:gd name="T0" fmla="*/ 10 w 216"/>
                  <a:gd name="T1" fmla="*/ 15 h 207"/>
                  <a:gd name="T2" fmla="*/ 5 w 216"/>
                  <a:gd name="T3" fmla="*/ 27 h 207"/>
                  <a:gd name="T4" fmla="*/ 40 w 216"/>
                  <a:gd name="T5" fmla="*/ 59 h 207"/>
                  <a:gd name="T6" fmla="*/ 77 w 216"/>
                  <a:gd name="T7" fmla="*/ 32 h 207"/>
                  <a:gd name="T8" fmla="*/ 54 w 216"/>
                  <a:gd name="T9" fmla="*/ 5 h 207"/>
                  <a:gd name="T10" fmla="*/ 10 w 216"/>
                  <a:gd name="T11" fmla="*/ 15 h 2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" h="207">
                    <a:moveTo>
                      <a:pt x="23" y="39"/>
                    </a:moveTo>
                    <a:cubicBezTo>
                      <a:pt x="23" y="39"/>
                      <a:pt x="0" y="42"/>
                      <a:pt x="12" y="69"/>
                    </a:cubicBezTo>
                    <a:cubicBezTo>
                      <a:pt x="24" y="97"/>
                      <a:pt x="48" y="207"/>
                      <a:pt x="102" y="149"/>
                    </a:cubicBezTo>
                    <a:cubicBezTo>
                      <a:pt x="157" y="91"/>
                      <a:pt x="216" y="134"/>
                      <a:pt x="193" y="80"/>
                    </a:cubicBezTo>
                    <a:cubicBezTo>
                      <a:pt x="170" y="27"/>
                      <a:pt x="178" y="0"/>
                      <a:pt x="137" y="14"/>
                    </a:cubicBezTo>
                    <a:cubicBezTo>
                      <a:pt x="97" y="28"/>
                      <a:pt x="64" y="33"/>
                      <a:pt x="23" y="39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3" name="Freeform 498">
                <a:extLst>
                  <a:ext uri="{FF2B5EF4-FFF2-40B4-BE49-F238E27FC236}">
                    <a16:creationId xmlns:a16="http://schemas.microsoft.com/office/drawing/2014/main" id="{F2E5DA0D-3F12-4466-9CEA-CA4762AAC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" y="2718"/>
                <a:ext cx="145" cy="175"/>
              </a:xfrm>
              <a:custGeom>
                <a:avLst/>
                <a:gdLst>
                  <a:gd name="T0" fmla="*/ 11 w 197"/>
                  <a:gd name="T1" fmla="*/ 27 h 238"/>
                  <a:gd name="T2" fmla="*/ 5 w 197"/>
                  <a:gd name="T3" fmla="*/ 43 h 238"/>
                  <a:gd name="T4" fmla="*/ 31 w 197"/>
                  <a:gd name="T5" fmla="*/ 67 h 238"/>
                  <a:gd name="T6" fmla="*/ 61 w 197"/>
                  <a:gd name="T7" fmla="*/ 55 h 238"/>
                  <a:gd name="T8" fmla="*/ 63 w 197"/>
                  <a:gd name="T9" fmla="*/ 18 h 238"/>
                  <a:gd name="T10" fmla="*/ 43 w 197"/>
                  <a:gd name="T11" fmla="*/ 14 h 238"/>
                  <a:gd name="T12" fmla="*/ 11 w 197"/>
                  <a:gd name="T13" fmla="*/ 27 h 2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7" h="238">
                    <a:moveTo>
                      <a:pt x="28" y="68"/>
                    </a:moveTo>
                    <a:cubicBezTo>
                      <a:pt x="28" y="68"/>
                      <a:pt x="0" y="71"/>
                      <a:pt x="13" y="107"/>
                    </a:cubicBezTo>
                    <a:cubicBezTo>
                      <a:pt x="26" y="143"/>
                      <a:pt x="56" y="238"/>
                      <a:pt x="77" y="168"/>
                    </a:cubicBezTo>
                    <a:cubicBezTo>
                      <a:pt x="86" y="139"/>
                      <a:pt x="110" y="146"/>
                      <a:pt x="154" y="139"/>
                    </a:cubicBezTo>
                    <a:cubicBezTo>
                      <a:pt x="197" y="133"/>
                      <a:pt x="190" y="87"/>
                      <a:pt x="159" y="43"/>
                    </a:cubicBezTo>
                    <a:cubicBezTo>
                      <a:pt x="129" y="0"/>
                      <a:pt x="136" y="19"/>
                      <a:pt x="108" y="35"/>
                    </a:cubicBezTo>
                    <a:cubicBezTo>
                      <a:pt x="79" y="50"/>
                      <a:pt x="45" y="69"/>
                      <a:pt x="28" y="68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4" name="Freeform 499">
                <a:extLst>
                  <a:ext uri="{FF2B5EF4-FFF2-40B4-BE49-F238E27FC236}">
                    <a16:creationId xmlns:a16="http://schemas.microsoft.com/office/drawing/2014/main" id="{4C93FC02-9AC1-490D-A6C6-DF87EFBB9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2805"/>
                <a:ext cx="167" cy="151"/>
              </a:xfrm>
              <a:custGeom>
                <a:avLst/>
                <a:gdLst>
                  <a:gd name="T0" fmla="*/ 9 w 227"/>
                  <a:gd name="T1" fmla="*/ 35 h 205"/>
                  <a:gd name="T2" fmla="*/ 4 w 227"/>
                  <a:gd name="T3" fmla="*/ 44 h 205"/>
                  <a:gd name="T4" fmla="*/ 37 w 227"/>
                  <a:gd name="T5" fmla="*/ 72 h 205"/>
                  <a:gd name="T6" fmla="*/ 77 w 227"/>
                  <a:gd name="T7" fmla="*/ 36 h 205"/>
                  <a:gd name="T8" fmla="*/ 48 w 227"/>
                  <a:gd name="T9" fmla="*/ 13 h 205"/>
                  <a:gd name="T10" fmla="*/ 9 w 227"/>
                  <a:gd name="T11" fmla="*/ 35 h 2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7" h="205">
                    <a:moveTo>
                      <a:pt x="22" y="88"/>
                    </a:moveTo>
                    <a:cubicBezTo>
                      <a:pt x="22" y="88"/>
                      <a:pt x="0" y="88"/>
                      <a:pt x="10" y="111"/>
                    </a:cubicBezTo>
                    <a:cubicBezTo>
                      <a:pt x="20" y="134"/>
                      <a:pt x="21" y="205"/>
                      <a:pt x="93" y="180"/>
                    </a:cubicBezTo>
                    <a:cubicBezTo>
                      <a:pt x="165" y="155"/>
                      <a:pt x="227" y="138"/>
                      <a:pt x="192" y="91"/>
                    </a:cubicBezTo>
                    <a:cubicBezTo>
                      <a:pt x="157" y="44"/>
                      <a:pt x="140" y="0"/>
                      <a:pt x="119" y="33"/>
                    </a:cubicBezTo>
                    <a:cubicBezTo>
                      <a:pt x="98" y="67"/>
                      <a:pt x="44" y="87"/>
                      <a:pt x="22" y="88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5" name="Freeform 500">
                <a:extLst>
                  <a:ext uri="{FF2B5EF4-FFF2-40B4-BE49-F238E27FC236}">
                    <a16:creationId xmlns:a16="http://schemas.microsoft.com/office/drawing/2014/main" id="{2177DFA0-309F-48DE-BB7F-84D92F926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2904"/>
                <a:ext cx="147" cy="132"/>
              </a:xfrm>
              <a:custGeom>
                <a:avLst/>
                <a:gdLst>
                  <a:gd name="T0" fmla="*/ 8 w 199"/>
                  <a:gd name="T1" fmla="*/ 29 h 180"/>
                  <a:gd name="T2" fmla="*/ 2 w 199"/>
                  <a:gd name="T3" fmla="*/ 41 h 180"/>
                  <a:gd name="T4" fmla="*/ 23 w 199"/>
                  <a:gd name="T5" fmla="*/ 70 h 180"/>
                  <a:gd name="T6" fmla="*/ 72 w 199"/>
                  <a:gd name="T7" fmla="*/ 45 h 180"/>
                  <a:gd name="T8" fmla="*/ 47 w 199"/>
                  <a:gd name="T9" fmla="*/ 10 h 180"/>
                  <a:gd name="T10" fmla="*/ 8 w 199"/>
                  <a:gd name="T11" fmla="*/ 29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9" h="180">
                    <a:moveTo>
                      <a:pt x="20" y="73"/>
                    </a:moveTo>
                    <a:cubicBezTo>
                      <a:pt x="9" y="72"/>
                      <a:pt x="0" y="79"/>
                      <a:pt x="6" y="103"/>
                    </a:cubicBezTo>
                    <a:cubicBezTo>
                      <a:pt x="13" y="127"/>
                      <a:pt x="4" y="180"/>
                      <a:pt x="57" y="176"/>
                    </a:cubicBezTo>
                    <a:cubicBezTo>
                      <a:pt x="109" y="171"/>
                      <a:pt x="199" y="170"/>
                      <a:pt x="180" y="114"/>
                    </a:cubicBezTo>
                    <a:cubicBezTo>
                      <a:pt x="160" y="59"/>
                      <a:pt x="145" y="0"/>
                      <a:pt x="117" y="25"/>
                    </a:cubicBezTo>
                    <a:cubicBezTo>
                      <a:pt x="88" y="50"/>
                      <a:pt x="47" y="74"/>
                      <a:pt x="20" y="73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6" name="Freeform 501">
                <a:extLst>
                  <a:ext uri="{FF2B5EF4-FFF2-40B4-BE49-F238E27FC236}">
                    <a16:creationId xmlns:a16="http://schemas.microsoft.com/office/drawing/2014/main" id="{159403C1-5757-47B5-BA10-C73B30FEA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3028"/>
                <a:ext cx="126" cy="126"/>
              </a:xfrm>
              <a:custGeom>
                <a:avLst/>
                <a:gdLst>
                  <a:gd name="T0" fmla="*/ 5 w 172"/>
                  <a:gd name="T1" fmla="*/ 11 h 170"/>
                  <a:gd name="T2" fmla="*/ 4 w 172"/>
                  <a:gd name="T3" fmla="*/ 43 h 170"/>
                  <a:gd name="T4" fmla="*/ 23 w 172"/>
                  <a:gd name="T5" fmla="*/ 62 h 170"/>
                  <a:gd name="T6" fmla="*/ 64 w 172"/>
                  <a:gd name="T7" fmla="*/ 46 h 170"/>
                  <a:gd name="T8" fmla="*/ 51 w 172"/>
                  <a:gd name="T9" fmla="*/ 10 h 170"/>
                  <a:gd name="T10" fmla="*/ 5 w 172"/>
                  <a:gd name="T11" fmla="*/ 11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2" h="170">
                    <a:moveTo>
                      <a:pt x="13" y="27"/>
                    </a:moveTo>
                    <a:cubicBezTo>
                      <a:pt x="0" y="32"/>
                      <a:pt x="2" y="82"/>
                      <a:pt x="9" y="105"/>
                    </a:cubicBezTo>
                    <a:cubicBezTo>
                      <a:pt x="15" y="128"/>
                      <a:pt x="9" y="170"/>
                      <a:pt x="58" y="153"/>
                    </a:cubicBezTo>
                    <a:cubicBezTo>
                      <a:pt x="107" y="135"/>
                      <a:pt x="170" y="153"/>
                      <a:pt x="164" y="112"/>
                    </a:cubicBezTo>
                    <a:cubicBezTo>
                      <a:pt x="157" y="72"/>
                      <a:pt x="172" y="0"/>
                      <a:pt x="129" y="25"/>
                    </a:cubicBezTo>
                    <a:cubicBezTo>
                      <a:pt x="86" y="50"/>
                      <a:pt x="50" y="14"/>
                      <a:pt x="13" y="27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7" name="Freeform 502">
                <a:extLst>
                  <a:ext uri="{FF2B5EF4-FFF2-40B4-BE49-F238E27FC236}">
                    <a16:creationId xmlns:a16="http://schemas.microsoft.com/office/drawing/2014/main" id="{50700270-7A33-4BE3-BD82-BE198B069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3147"/>
                <a:ext cx="122" cy="120"/>
              </a:xfrm>
              <a:custGeom>
                <a:avLst/>
                <a:gdLst>
                  <a:gd name="T0" fmla="*/ 5 w 166"/>
                  <a:gd name="T1" fmla="*/ 7 h 163"/>
                  <a:gd name="T2" fmla="*/ 5 w 166"/>
                  <a:gd name="T3" fmla="*/ 38 h 163"/>
                  <a:gd name="T4" fmla="*/ 15 w 166"/>
                  <a:gd name="T5" fmla="*/ 65 h 163"/>
                  <a:gd name="T6" fmla="*/ 47 w 166"/>
                  <a:gd name="T7" fmla="*/ 61 h 163"/>
                  <a:gd name="T8" fmla="*/ 60 w 166"/>
                  <a:gd name="T9" fmla="*/ 39 h 163"/>
                  <a:gd name="T10" fmla="*/ 48 w 166"/>
                  <a:gd name="T11" fmla="*/ 2 h 163"/>
                  <a:gd name="T12" fmla="*/ 5 w 166"/>
                  <a:gd name="T13" fmla="*/ 7 h 1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163">
                    <a:moveTo>
                      <a:pt x="12" y="18"/>
                    </a:moveTo>
                    <a:cubicBezTo>
                      <a:pt x="0" y="27"/>
                      <a:pt x="22" y="75"/>
                      <a:pt x="13" y="95"/>
                    </a:cubicBezTo>
                    <a:cubicBezTo>
                      <a:pt x="4" y="114"/>
                      <a:pt x="3" y="161"/>
                      <a:pt x="39" y="162"/>
                    </a:cubicBezTo>
                    <a:cubicBezTo>
                      <a:pt x="75" y="163"/>
                      <a:pt x="98" y="151"/>
                      <a:pt x="118" y="153"/>
                    </a:cubicBezTo>
                    <a:cubicBezTo>
                      <a:pt x="137" y="156"/>
                      <a:pt x="164" y="132"/>
                      <a:pt x="153" y="98"/>
                    </a:cubicBezTo>
                    <a:cubicBezTo>
                      <a:pt x="142" y="64"/>
                      <a:pt x="166" y="1"/>
                      <a:pt x="120" y="6"/>
                    </a:cubicBezTo>
                    <a:cubicBezTo>
                      <a:pt x="74" y="12"/>
                      <a:pt x="35" y="0"/>
                      <a:pt x="12" y="18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8" name="Freeform 503">
                <a:extLst>
                  <a:ext uri="{FF2B5EF4-FFF2-40B4-BE49-F238E27FC236}">
                    <a16:creationId xmlns:a16="http://schemas.microsoft.com/office/drawing/2014/main" id="{B81D5FCC-DED3-49D6-A9B0-AEBC0A218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3271"/>
                <a:ext cx="162" cy="177"/>
              </a:xfrm>
              <a:custGeom>
                <a:avLst/>
                <a:gdLst>
                  <a:gd name="T0" fmla="*/ 28 w 220"/>
                  <a:gd name="T1" fmla="*/ 5 h 241"/>
                  <a:gd name="T2" fmla="*/ 18 w 220"/>
                  <a:gd name="T3" fmla="*/ 30 h 241"/>
                  <a:gd name="T4" fmla="*/ 21 w 220"/>
                  <a:gd name="T5" fmla="*/ 56 h 241"/>
                  <a:gd name="T6" fmla="*/ 59 w 220"/>
                  <a:gd name="T7" fmla="*/ 70 h 241"/>
                  <a:gd name="T8" fmla="*/ 66 w 220"/>
                  <a:gd name="T9" fmla="*/ 18 h 241"/>
                  <a:gd name="T10" fmla="*/ 28 w 220"/>
                  <a:gd name="T11" fmla="*/ 5 h 2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0" h="241">
                    <a:moveTo>
                      <a:pt x="71" y="13"/>
                    </a:moveTo>
                    <a:cubicBezTo>
                      <a:pt x="56" y="19"/>
                      <a:pt x="53" y="63"/>
                      <a:pt x="44" y="76"/>
                    </a:cubicBezTo>
                    <a:cubicBezTo>
                      <a:pt x="35" y="89"/>
                      <a:pt x="0" y="119"/>
                      <a:pt x="51" y="141"/>
                    </a:cubicBezTo>
                    <a:cubicBezTo>
                      <a:pt x="101" y="164"/>
                      <a:pt x="128" y="241"/>
                      <a:pt x="147" y="176"/>
                    </a:cubicBezTo>
                    <a:cubicBezTo>
                      <a:pt x="165" y="112"/>
                      <a:pt x="220" y="49"/>
                      <a:pt x="165" y="43"/>
                    </a:cubicBezTo>
                    <a:cubicBezTo>
                      <a:pt x="111" y="38"/>
                      <a:pt x="103" y="0"/>
                      <a:pt x="71" y="13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9" name="Freeform 504">
                <a:extLst>
                  <a:ext uri="{FF2B5EF4-FFF2-40B4-BE49-F238E27FC236}">
                    <a16:creationId xmlns:a16="http://schemas.microsoft.com/office/drawing/2014/main" id="{68C2DEC3-640B-4BB4-8FB4-8AF430378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" y="3386"/>
                <a:ext cx="177" cy="172"/>
              </a:xfrm>
              <a:custGeom>
                <a:avLst/>
                <a:gdLst>
                  <a:gd name="T0" fmla="*/ 27 w 240"/>
                  <a:gd name="T1" fmla="*/ 5 h 234"/>
                  <a:gd name="T2" fmla="*/ 15 w 240"/>
                  <a:gd name="T3" fmla="*/ 23 h 234"/>
                  <a:gd name="T4" fmla="*/ 18 w 240"/>
                  <a:gd name="T5" fmla="*/ 60 h 234"/>
                  <a:gd name="T6" fmla="*/ 59 w 240"/>
                  <a:gd name="T7" fmla="*/ 70 h 234"/>
                  <a:gd name="T8" fmla="*/ 72 w 240"/>
                  <a:gd name="T9" fmla="*/ 29 h 234"/>
                  <a:gd name="T10" fmla="*/ 27 w 240"/>
                  <a:gd name="T11" fmla="*/ 5 h 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" h="234">
                    <a:moveTo>
                      <a:pt x="68" y="13"/>
                    </a:moveTo>
                    <a:cubicBezTo>
                      <a:pt x="56" y="0"/>
                      <a:pt x="53" y="31"/>
                      <a:pt x="38" y="57"/>
                    </a:cubicBezTo>
                    <a:cubicBezTo>
                      <a:pt x="24" y="83"/>
                      <a:pt x="0" y="115"/>
                      <a:pt x="45" y="152"/>
                    </a:cubicBezTo>
                    <a:cubicBezTo>
                      <a:pt x="90" y="189"/>
                      <a:pt x="109" y="234"/>
                      <a:pt x="147" y="175"/>
                    </a:cubicBezTo>
                    <a:cubicBezTo>
                      <a:pt x="184" y="116"/>
                      <a:pt x="240" y="76"/>
                      <a:pt x="181" y="72"/>
                    </a:cubicBezTo>
                    <a:cubicBezTo>
                      <a:pt x="122" y="68"/>
                      <a:pt x="94" y="43"/>
                      <a:pt x="68" y="13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0" name="Freeform 505">
                <a:extLst>
                  <a:ext uri="{FF2B5EF4-FFF2-40B4-BE49-F238E27FC236}">
                    <a16:creationId xmlns:a16="http://schemas.microsoft.com/office/drawing/2014/main" id="{95BC557C-54F0-4B12-9E67-AB13F32A1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3493"/>
                <a:ext cx="145" cy="167"/>
              </a:xfrm>
              <a:custGeom>
                <a:avLst/>
                <a:gdLst>
                  <a:gd name="T0" fmla="*/ 29 w 196"/>
                  <a:gd name="T1" fmla="*/ 1 h 227"/>
                  <a:gd name="T2" fmla="*/ 9 w 196"/>
                  <a:gd name="T3" fmla="*/ 26 h 227"/>
                  <a:gd name="T4" fmla="*/ 15 w 196"/>
                  <a:gd name="T5" fmla="*/ 55 h 227"/>
                  <a:gd name="T6" fmla="*/ 52 w 196"/>
                  <a:gd name="T7" fmla="*/ 65 h 227"/>
                  <a:gd name="T8" fmla="*/ 61 w 196"/>
                  <a:gd name="T9" fmla="*/ 28 h 227"/>
                  <a:gd name="T10" fmla="*/ 38 w 196"/>
                  <a:gd name="T11" fmla="*/ 14 h 227"/>
                  <a:gd name="T12" fmla="*/ 29 w 196"/>
                  <a:gd name="T13" fmla="*/ 1 h 2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227">
                    <a:moveTo>
                      <a:pt x="71" y="1"/>
                    </a:moveTo>
                    <a:cubicBezTo>
                      <a:pt x="54" y="2"/>
                      <a:pt x="34" y="45"/>
                      <a:pt x="21" y="66"/>
                    </a:cubicBezTo>
                    <a:cubicBezTo>
                      <a:pt x="7" y="88"/>
                      <a:pt x="0" y="99"/>
                      <a:pt x="37" y="138"/>
                    </a:cubicBezTo>
                    <a:cubicBezTo>
                      <a:pt x="74" y="178"/>
                      <a:pt x="93" y="227"/>
                      <a:pt x="129" y="165"/>
                    </a:cubicBezTo>
                    <a:cubicBezTo>
                      <a:pt x="165" y="102"/>
                      <a:pt x="196" y="107"/>
                      <a:pt x="150" y="69"/>
                    </a:cubicBezTo>
                    <a:cubicBezTo>
                      <a:pt x="105" y="30"/>
                      <a:pt x="113" y="62"/>
                      <a:pt x="94" y="35"/>
                    </a:cubicBezTo>
                    <a:cubicBezTo>
                      <a:pt x="74" y="7"/>
                      <a:pt x="86" y="0"/>
                      <a:pt x="71" y="1"/>
                    </a:cubicBezTo>
                    <a:close/>
                  </a:path>
                </a:pathLst>
              </a:custGeom>
              <a:solidFill>
                <a:srgbClr val="F4E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1" name="Freeform 506">
                <a:extLst>
                  <a:ext uri="{FF2B5EF4-FFF2-40B4-BE49-F238E27FC236}">
                    <a16:creationId xmlns:a16="http://schemas.microsoft.com/office/drawing/2014/main" id="{450229FF-FDAD-4C85-A611-D0459C4DE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493"/>
                <a:ext cx="34" cy="115"/>
              </a:xfrm>
              <a:custGeom>
                <a:avLst/>
                <a:gdLst>
                  <a:gd name="T0" fmla="*/ 10 w 47"/>
                  <a:gd name="T1" fmla="*/ 0 h 156"/>
                  <a:gd name="T2" fmla="*/ 0 w 47"/>
                  <a:gd name="T3" fmla="*/ 63 h 156"/>
                  <a:gd name="T4" fmla="*/ 4 w 47"/>
                  <a:gd name="T5" fmla="*/ 63 h 156"/>
                  <a:gd name="T6" fmla="*/ 18 w 47"/>
                  <a:gd name="T7" fmla="*/ 1 h 156"/>
                  <a:gd name="T8" fmla="*/ 10 w 47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56">
                    <a:moveTo>
                      <a:pt x="27" y="0"/>
                    </a:moveTo>
                    <a:cubicBezTo>
                      <a:pt x="27" y="0"/>
                      <a:pt x="32" y="37"/>
                      <a:pt x="0" y="156"/>
                    </a:cubicBezTo>
                    <a:cubicBezTo>
                      <a:pt x="9" y="156"/>
                      <a:pt x="9" y="156"/>
                      <a:pt x="9" y="156"/>
                    </a:cubicBezTo>
                    <a:cubicBezTo>
                      <a:pt x="9" y="156"/>
                      <a:pt x="11" y="77"/>
                      <a:pt x="47" y="3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2" name="Freeform 507">
                <a:extLst>
                  <a:ext uri="{FF2B5EF4-FFF2-40B4-BE49-F238E27FC236}">
                    <a16:creationId xmlns:a16="http://schemas.microsoft.com/office/drawing/2014/main" id="{25D70D3E-FB81-410C-8D2B-6D383645D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706"/>
                <a:ext cx="20" cy="45"/>
              </a:xfrm>
              <a:custGeom>
                <a:avLst/>
                <a:gdLst>
                  <a:gd name="T0" fmla="*/ 7 w 26"/>
                  <a:gd name="T1" fmla="*/ 0 h 61"/>
                  <a:gd name="T2" fmla="*/ 0 w 26"/>
                  <a:gd name="T3" fmla="*/ 24 h 61"/>
                  <a:gd name="T4" fmla="*/ 3 w 26"/>
                  <a:gd name="T5" fmla="*/ 24 h 61"/>
                  <a:gd name="T6" fmla="*/ 12 w 26"/>
                  <a:gd name="T7" fmla="*/ 3 h 61"/>
                  <a:gd name="T8" fmla="*/ 7 w 26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5" y="0"/>
                    </a:moveTo>
                    <a:cubicBezTo>
                      <a:pt x="15" y="0"/>
                      <a:pt x="24" y="31"/>
                      <a:pt x="0" y="59"/>
                    </a:cubicBezTo>
                    <a:cubicBezTo>
                      <a:pt x="7" y="61"/>
                      <a:pt x="7" y="61"/>
                      <a:pt x="7" y="61"/>
                    </a:cubicBezTo>
                    <a:cubicBezTo>
                      <a:pt x="7" y="61"/>
                      <a:pt x="16" y="26"/>
                      <a:pt x="26" y="8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3" name="Freeform 508">
                <a:extLst>
                  <a:ext uri="{FF2B5EF4-FFF2-40B4-BE49-F238E27FC236}">
                    <a16:creationId xmlns:a16="http://schemas.microsoft.com/office/drawing/2014/main" id="{57AC4828-24E9-4587-BCF4-AED02B560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848"/>
                <a:ext cx="41" cy="77"/>
              </a:xfrm>
              <a:custGeom>
                <a:avLst/>
                <a:gdLst>
                  <a:gd name="T0" fmla="*/ 18 w 55"/>
                  <a:gd name="T1" fmla="*/ 0 h 105"/>
                  <a:gd name="T2" fmla="*/ 0 w 55"/>
                  <a:gd name="T3" fmla="*/ 40 h 105"/>
                  <a:gd name="T4" fmla="*/ 3 w 55"/>
                  <a:gd name="T5" fmla="*/ 41 h 105"/>
                  <a:gd name="T6" fmla="*/ 23 w 55"/>
                  <a:gd name="T7" fmla="*/ 5 h 105"/>
                  <a:gd name="T8" fmla="*/ 18 w 55"/>
                  <a:gd name="T9" fmla="*/ 0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105">
                    <a:moveTo>
                      <a:pt x="43" y="0"/>
                    </a:moveTo>
                    <a:cubicBezTo>
                      <a:pt x="43" y="0"/>
                      <a:pt x="44" y="49"/>
                      <a:pt x="0" y="101"/>
                    </a:cubicBezTo>
                    <a:cubicBezTo>
                      <a:pt x="8" y="105"/>
                      <a:pt x="8" y="105"/>
                      <a:pt x="8" y="105"/>
                    </a:cubicBezTo>
                    <a:cubicBezTo>
                      <a:pt x="8" y="105"/>
                      <a:pt x="41" y="26"/>
                      <a:pt x="55" y="13"/>
                    </a:cubicBez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4" name="Freeform 509">
                <a:extLst>
                  <a:ext uri="{FF2B5EF4-FFF2-40B4-BE49-F238E27FC236}">
                    <a16:creationId xmlns:a16="http://schemas.microsoft.com/office/drawing/2014/main" id="{81A6FCBE-CB35-461F-B933-02DB54ECA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1976"/>
                <a:ext cx="14" cy="37"/>
              </a:xfrm>
              <a:custGeom>
                <a:avLst/>
                <a:gdLst>
                  <a:gd name="T0" fmla="*/ 2 w 19"/>
                  <a:gd name="T1" fmla="*/ 0 h 50"/>
                  <a:gd name="T2" fmla="*/ 0 w 19"/>
                  <a:gd name="T3" fmla="*/ 20 h 50"/>
                  <a:gd name="T4" fmla="*/ 3 w 19"/>
                  <a:gd name="T5" fmla="*/ 20 h 50"/>
                  <a:gd name="T6" fmla="*/ 7 w 19"/>
                  <a:gd name="T7" fmla="*/ 2 h 50"/>
                  <a:gd name="T8" fmla="*/ 2 w 19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50">
                    <a:moveTo>
                      <a:pt x="5" y="0"/>
                    </a:moveTo>
                    <a:cubicBezTo>
                      <a:pt x="5" y="0"/>
                      <a:pt x="17" y="22"/>
                      <a:pt x="0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50"/>
                      <a:pt x="6" y="24"/>
                      <a:pt x="19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5" name="Freeform 510">
                <a:extLst>
                  <a:ext uri="{FF2B5EF4-FFF2-40B4-BE49-F238E27FC236}">
                    <a16:creationId xmlns:a16="http://schemas.microsoft.com/office/drawing/2014/main" id="{CDE3B3FE-D39D-4EA0-A875-19927CF99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2068"/>
                <a:ext cx="8" cy="33"/>
              </a:xfrm>
              <a:custGeom>
                <a:avLst/>
                <a:gdLst>
                  <a:gd name="T0" fmla="*/ 0 w 11"/>
                  <a:gd name="T1" fmla="*/ 0 h 45"/>
                  <a:gd name="T2" fmla="*/ 1 w 11"/>
                  <a:gd name="T3" fmla="*/ 18 h 45"/>
                  <a:gd name="T4" fmla="*/ 4 w 11"/>
                  <a:gd name="T5" fmla="*/ 18 h 45"/>
                  <a:gd name="T6" fmla="*/ 4 w 11"/>
                  <a:gd name="T7" fmla="*/ 0 h 45"/>
                  <a:gd name="T8" fmla="*/ 0 w 11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5">
                    <a:moveTo>
                      <a:pt x="0" y="0"/>
                    </a:moveTo>
                    <a:cubicBezTo>
                      <a:pt x="0" y="0"/>
                      <a:pt x="11" y="17"/>
                      <a:pt x="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2" y="13"/>
                      <a:pt x="1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6" name="Freeform 511">
                <a:extLst>
                  <a:ext uri="{FF2B5EF4-FFF2-40B4-BE49-F238E27FC236}">
                    <a16:creationId xmlns:a16="http://schemas.microsoft.com/office/drawing/2014/main" id="{3B1D8E12-BD1D-4A06-BB34-5F99A841B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155"/>
                <a:ext cx="10" cy="24"/>
              </a:xfrm>
              <a:custGeom>
                <a:avLst/>
                <a:gdLst>
                  <a:gd name="T0" fmla="*/ 1 w 14"/>
                  <a:gd name="T1" fmla="*/ 0 h 33"/>
                  <a:gd name="T2" fmla="*/ 0 w 14"/>
                  <a:gd name="T3" fmla="*/ 12 h 33"/>
                  <a:gd name="T4" fmla="*/ 3 w 14"/>
                  <a:gd name="T5" fmla="*/ 12 h 33"/>
                  <a:gd name="T6" fmla="*/ 5 w 14"/>
                  <a:gd name="T7" fmla="*/ 0 h 33"/>
                  <a:gd name="T8" fmla="*/ 1 w 14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3">
                    <a:moveTo>
                      <a:pt x="4" y="0"/>
                    </a:moveTo>
                    <a:cubicBezTo>
                      <a:pt x="4" y="0"/>
                      <a:pt x="12" y="14"/>
                      <a:pt x="0" y="33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9" y="13"/>
                      <a:pt x="14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7" name="Freeform 512">
                <a:extLst>
                  <a:ext uri="{FF2B5EF4-FFF2-40B4-BE49-F238E27FC236}">
                    <a16:creationId xmlns:a16="http://schemas.microsoft.com/office/drawing/2014/main" id="{C3C9B3AF-CF9F-47E2-B7ED-436E67B18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233"/>
                <a:ext cx="11" cy="28"/>
              </a:xfrm>
              <a:custGeom>
                <a:avLst/>
                <a:gdLst>
                  <a:gd name="T0" fmla="*/ 0 w 15"/>
                  <a:gd name="T1" fmla="*/ 1 h 38"/>
                  <a:gd name="T2" fmla="*/ 1 w 15"/>
                  <a:gd name="T3" fmla="*/ 15 h 38"/>
                  <a:gd name="T4" fmla="*/ 6 w 15"/>
                  <a:gd name="T5" fmla="*/ 13 h 38"/>
                  <a:gd name="T6" fmla="*/ 5 w 15"/>
                  <a:gd name="T7" fmla="*/ 0 h 38"/>
                  <a:gd name="T8" fmla="*/ 0 w 15"/>
                  <a:gd name="T9" fmla="*/ 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8">
                    <a:moveTo>
                      <a:pt x="0" y="2"/>
                    </a:moveTo>
                    <a:cubicBezTo>
                      <a:pt x="0" y="2"/>
                      <a:pt x="13" y="13"/>
                      <a:pt x="4" y="38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6" y="19"/>
                      <a:pt x="13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8" name="Freeform 513">
                <a:extLst>
                  <a:ext uri="{FF2B5EF4-FFF2-40B4-BE49-F238E27FC236}">
                    <a16:creationId xmlns:a16="http://schemas.microsoft.com/office/drawing/2014/main" id="{3D16032D-2850-40B7-8B6C-2A48D76F3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315"/>
                <a:ext cx="10" cy="25"/>
              </a:xfrm>
              <a:custGeom>
                <a:avLst/>
                <a:gdLst>
                  <a:gd name="T0" fmla="*/ 0 w 14"/>
                  <a:gd name="T1" fmla="*/ 1 h 34"/>
                  <a:gd name="T2" fmla="*/ 2 w 14"/>
                  <a:gd name="T3" fmla="*/ 13 h 34"/>
                  <a:gd name="T4" fmla="*/ 5 w 14"/>
                  <a:gd name="T5" fmla="*/ 10 h 34"/>
                  <a:gd name="T6" fmla="*/ 4 w 14"/>
                  <a:gd name="T7" fmla="*/ 0 h 34"/>
                  <a:gd name="T8" fmla="*/ 0 w 14"/>
                  <a:gd name="T9" fmla="*/ 1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4">
                    <a:moveTo>
                      <a:pt x="0" y="1"/>
                    </a:moveTo>
                    <a:cubicBezTo>
                      <a:pt x="0" y="1"/>
                      <a:pt x="12" y="12"/>
                      <a:pt x="5" y="34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3" y="16"/>
                      <a:pt x="13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9" name="Freeform 514">
                <a:extLst>
                  <a:ext uri="{FF2B5EF4-FFF2-40B4-BE49-F238E27FC236}">
                    <a16:creationId xmlns:a16="http://schemas.microsoft.com/office/drawing/2014/main" id="{02B4F917-BE2A-4A59-9062-EBD83B927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2387"/>
                <a:ext cx="13" cy="28"/>
              </a:xfrm>
              <a:custGeom>
                <a:avLst/>
                <a:gdLst>
                  <a:gd name="T0" fmla="*/ 0 w 18"/>
                  <a:gd name="T1" fmla="*/ 2 h 38"/>
                  <a:gd name="T2" fmla="*/ 4 w 18"/>
                  <a:gd name="T3" fmla="*/ 15 h 38"/>
                  <a:gd name="T4" fmla="*/ 7 w 18"/>
                  <a:gd name="T5" fmla="*/ 15 h 38"/>
                  <a:gd name="T6" fmla="*/ 5 w 18"/>
                  <a:gd name="T7" fmla="*/ 0 h 38"/>
                  <a:gd name="T8" fmla="*/ 0 w 18"/>
                  <a:gd name="T9" fmla="*/ 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8">
                    <a:moveTo>
                      <a:pt x="0" y="5"/>
                    </a:moveTo>
                    <a:cubicBezTo>
                      <a:pt x="0" y="5"/>
                      <a:pt x="14" y="12"/>
                      <a:pt x="11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8" y="18"/>
                      <a:pt x="14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0" name="Freeform 515">
                <a:extLst>
                  <a:ext uri="{FF2B5EF4-FFF2-40B4-BE49-F238E27FC236}">
                    <a16:creationId xmlns:a16="http://schemas.microsoft.com/office/drawing/2014/main" id="{6641B00A-5EBF-4285-A90D-FEE792A19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467"/>
                <a:ext cx="23" cy="57"/>
              </a:xfrm>
              <a:custGeom>
                <a:avLst/>
                <a:gdLst>
                  <a:gd name="T0" fmla="*/ 0 w 31"/>
                  <a:gd name="T1" fmla="*/ 2 h 78"/>
                  <a:gd name="T2" fmla="*/ 9 w 31"/>
                  <a:gd name="T3" fmla="*/ 31 h 78"/>
                  <a:gd name="T4" fmla="*/ 13 w 31"/>
                  <a:gd name="T5" fmla="*/ 29 h 78"/>
                  <a:gd name="T6" fmla="*/ 3 w 31"/>
                  <a:gd name="T7" fmla="*/ 0 h 78"/>
                  <a:gd name="T8" fmla="*/ 0 w 31"/>
                  <a:gd name="T9" fmla="*/ 2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8">
                    <a:moveTo>
                      <a:pt x="0" y="6"/>
                    </a:moveTo>
                    <a:cubicBezTo>
                      <a:pt x="0" y="6"/>
                      <a:pt x="27" y="49"/>
                      <a:pt x="22" y="78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2"/>
                      <a:pt x="5" y="16"/>
                      <a:pt x="8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1" name="Freeform 516">
                <a:extLst>
                  <a:ext uri="{FF2B5EF4-FFF2-40B4-BE49-F238E27FC236}">
                    <a16:creationId xmlns:a16="http://schemas.microsoft.com/office/drawing/2014/main" id="{DB45A47E-EB74-4C09-833D-EBD52E673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572"/>
                <a:ext cx="25" cy="50"/>
              </a:xfrm>
              <a:custGeom>
                <a:avLst/>
                <a:gdLst>
                  <a:gd name="T0" fmla="*/ 0 w 34"/>
                  <a:gd name="T1" fmla="*/ 3 h 67"/>
                  <a:gd name="T2" fmla="*/ 10 w 34"/>
                  <a:gd name="T3" fmla="*/ 28 h 67"/>
                  <a:gd name="T4" fmla="*/ 13 w 34"/>
                  <a:gd name="T5" fmla="*/ 27 h 67"/>
                  <a:gd name="T6" fmla="*/ 3 w 34"/>
                  <a:gd name="T7" fmla="*/ 0 h 67"/>
                  <a:gd name="T8" fmla="*/ 0 w 34"/>
                  <a:gd name="T9" fmla="*/ 3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67">
                    <a:moveTo>
                      <a:pt x="0" y="7"/>
                    </a:moveTo>
                    <a:cubicBezTo>
                      <a:pt x="0" y="7"/>
                      <a:pt x="22" y="37"/>
                      <a:pt x="24" y="67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4" y="64"/>
                      <a:pt x="10" y="33"/>
                      <a:pt x="8" y="0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2" name="Freeform 517">
                <a:extLst>
                  <a:ext uri="{FF2B5EF4-FFF2-40B4-BE49-F238E27FC236}">
                    <a16:creationId xmlns:a16="http://schemas.microsoft.com/office/drawing/2014/main" id="{AFBFCD26-4852-4A6C-B6EB-8D5F57B57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2672"/>
                <a:ext cx="18" cy="38"/>
              </a:xfrm>
              <a:custGeom>
                <a:avLst/>
                <a:gdLst>
                  <a:gd name="T0" fmla="*/ 0 w 24"/>
                  <a:gd name="T1" fmla="*/ 2 h 52"/>
                  <a:gd name="T2" fmla="*/ 8 w 24"/>
                  <a:gd name="T3" fmla="*/ 20 h 52"/>
                  <a:gd name="T4" fmla="*/ 11 w 24"/>
                  <a:gd name="T5" fmla="*/ 18 h 52"/>
                  <a:gd name="T6" fmla="*/ 2 w 24"/>
                  <a:gd name="T7" fmla="*/ 0 h 52"/>
                  <a:gd name="T8" fmla="*/ 0 w 24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2">
                    <a:moveTo>
                      <a:pt x="0" y="5"/>
                    </a:moveTo>
                    <a:cubicBezTo>
                      <a:pt x="0" y="5"/>
                      <a:pt x="17" y="31"/>
                      <a:pt x="18" y="52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7"/>
                      <a:pt x="2" y="12"/>
                      <a:pt x="5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3" name="Freeform 518">
                <a:extLst>
                  <a:ext uri="{FF2B5EF4-FFF2-40B4-BE49-F238E27FC236}">
                    <a16:creationId xmlns:a16="http://schemas.microsoft.com/office/drawing/2014/main" id="{ACDD9717-9F19-4C89-AEB8-CAF7E1448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758"/>
                <a:ext cx="25" cy="48"/>
              </a:xfrm>
              <a:custGeom>
                <a:avLst/>
                <a:gdLst>
                  <a:gd name="T0" fmla="*/ 0 w 33"/>
                  <a:gd name="T1" fmla="*/ 2 h 65"/>
                  <a:gd name="T2" fmla="*/ 11 w 33"/>
                  <a:gd name="T3" fmla="*/ 26 h 65"/>
                  <a:gd name="T4" fmla="*/ 14 w 33"/>
                  <a:gd name="T5" fmla="*/ 24 h 65"/>
                  <a:gd name="T6" fmla="*/ 2 w 33"/>
                  <a:gd name="T7" fmla="*/ 0 h 65"/>
                  <a:gd name="T8" fmla="*/ 0 w 33"/>
                  <a:gd name="T9" fmla="*/ 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65">
                    <a:moveTo>
                      <a:pt x="0" y="6"/>
                    </a:moveTo>
                    <a:cubicBezTo>
                      <a:pt x="0" y="6"/>
                      <a:pt x="25" y="48"/>
                      <a:pt x="24" y="65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3" y="59"/>
                      <a:pt x="2" y="18"/>
                      <a:pt x="5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4" name="Freeform 519">
                <a:extLst>
                  <a:ext uri="{FF2B5EF4-FFF2-40B4-BE49-F238E27FC236}">
                    <a16:creationId xmlns:a16="http://schemas.microsoft.com/office/drawing/2014/main" id="{2E93686A-68C1-4333-A9A3-CFCFC4290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853"/>
                <a:ext cx="26" cy="65"/>
              </a:xfrm>
              <a:custGeom>
                <a:avLst/>
                <a:gdLst>
                  <a:gd name="T0" fmla="*/ 0 w 35"/>
                  <a:gd name="T1" fmla="*/ 3 h 88"/>
                  <a:gd name="T2" fmla="*/ 12 w 35"/>
                  <a:gd name="T3" fmla="*/ 35 h 88"/>
                  <a:gd name="T4" fmla="*/ 14 w 35"/>
                  <a:gd name="T5" fmla="*/ 33 h 88"/>
                  <a:gd name="T6" fmla="*/ 4 w 35"/>
                  <a:gd name="T7" fmla="*/ 0 h 88"/>
                  <a:gd name="T8" fmla="*/ 0 w 35"/>
                  <a:gd name="T9" fmla="*/ 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8">
                    <a:moveTo>
                      <a:pt x="0" y="7"/>
                    </a:moveTo>
                    <a:cubicBezTo>
                      <a:pt x="0" y="7"/>
                      <a:pt x="29" y="41"/>
                      <a:pt x="28" y="8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2"/>
                      <a:pt x="11" y="19"/>
                      <a:pt x="11" y="0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5" name="Freeform 520">
                <a:extLst>
                  <a:ext uri="{FF2B5EF4-FFF2-40B4-BE49-F238E27FC236}">
                    <a16:creationId xmlns:a16="http://schemas.microsoft.com/office/drawing/2014/main" id="{099B5FED-2B92-48A7-8397-B455745EC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966"/>
                <a:ext cx="22" cy="48"/>
              </a:xfrm>
              <a:custGeom>
                <a:avLst/>
                <a:gdLst>
                  <a:gd name="T0" fmla="*/ 0 w 30"/>
                  <a:gd name="T1" fmla="*/ 3 h 65"/>
                  <a:gd name="T2" fmla="*/ 9 w 30"/>
                  <a:gd name="T3" fmla="*/ 26 h 65"/>
                  <a:gd name="T4" fmla="*/ 12 w 30"/>
                  <a:gd name="T5" fmla="*/ 24 h 65"/>
                  <a:gd name="T6" fmla="*/ 3 w 30"/>
                  <a:gd name="T7" fmla="*/ 0 h 65"/>
                  <a:gd name="T8" fmla="*/ 0 w 30"/>
                  <a:gd name="T9" fmla="*/ 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65">
                    <a:moveTo>
                      <a:pt x="0" y="7"/>
                    </a:moveTo>
                    <a:cubicBezTo>
                      <a:pt x="0" y="7"/>
                      <a:pt x="21" y="32"/>
                      <a:pt x="23" y="65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0" y="59"/>
                      <a:pt x="9" y="19"/>
                      <a:pt x="8" y="0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6" name="Freeform 521">
                <a:extLst>
                  <a:ext uri="{FF2B5EF4-FFF2-40B4-BE49-F238E27FC236}">
                    <a16:creationId xmlns:a16="http://schemas.microsoft.com/office/drawing/2014/main" id="{0CA1B25F-B908-410F-9315-46F281FDE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3064"/>
                <a:ext cx="20" cy="56"/>
              </a:xfrm>
              <a:custGeom>
                <a:avLst/>
                <a:gdLst>
                  <a:gd name="T0" fmla="*/ 0 w 27"/>
                  <a:gd name="T1" fmla="*/ 1 h 76"/>
                  <a:gd name="T2" fmla="*/ 7 w 27"/>
                  <a:gd name="T3" fmla="*/ 30 h 76"/>
                  <a:gd name="T4" fmla="*/ 11 w 27"/>
                  <a:gd name="T5" fmla="*/ 29 h 76"/>
                  <a:gd name="T6" fmla="*/ 4 w 27"/>
                  <a:gd name="T7" fmla="*/ 0 h 76"/>
                  <a:gd name="T8" fmla="*/ 0 w 27"/>
                  <a:gd name="T9" fmla="*/ 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76">
                    <a:moveTo>
                      <a:pt x="0" y="4"/>
                    </a:moveTo>
                    <a:cubicBezTo>
                      <a:pt x="0" y="4"/>
                      <a:pt x="26" y="54"/>
                      <a:pt x="17" y="76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7" y="72"/>
                      <a:pt x="6" y="22"/>
                      <a:pt x="1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7" name="Freeform 522">
                <a:extLst>
                  <a:ext uri="{FF2B5EF4-FFF2-40B4-BE49-F238E27FC236}">
                    <a16:creationId xmlns:a16="http://schemas.microsoft.com/office/drawing/2014/main" id="{582DB08C-DC50-4AA7-B8B6-4157A9549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3171"/>
                <a:ext cx="18" cy="70"/>
              </a:xfrm>
              <a:custGeom>
                <a:avLst/>
                <a:gdLst>
                  <a:gd name="T0" fmla="*/ 0 w 24"/>
                  <a:gd name="T1" fmla="*/ 1 h 96"/>
                  <a:gd name="T2" fmla="*/ 6 w 24"/>
                  <a:gd name="T3" fmla="*/ 37 h 96"/>
                  <a:gd name="T4" fmla="*/ 11 w 24"/>
                  <a:gd name="T5" fmla="*/ 37 h 96"/>
                  <a:gd name="T6" fmla="*/ 7 w 24"/>
                  <a:gd name="T7" fmla="*/ 0 h 96"/>
                  <a:gd name="T8" fmla="*/ 0 w 24"/>
                  <a:gd name="T9" fmla="*/ 1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96">
                    <a:moveTo>
                      <a:pt x="0" y="3"/>
                    </a:moveTo>
                    <a:cubicBezTo>
                      <a:pt x="0" y="3"/>
                      <a:pt x="24" y="57"/>
                      <a:pt x="14" y="96"/>
                    </a:cubicBezTo>
                    <a:cubicBezTo>
                      <a:pt x="24" y="96"/>
                      <a:pt x="24" y="96"/>
                      <a:pt x="24" y="96"/>
                    </a:cubicBezTo>
                    <a:cubicBezTo>
                      <a:pt x="24" y="96"/>
                      <a:pt x="9" y="35"/>
                      <a:pt x="16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8" name="Freeform 523">
                <a:extLst>
                  <a:ext uri="{FF2B5EF4-FFF2-40B4-BE49-F238E27FC236}">
                    <a16:creationId xmlns:a16="http://schemas.microsoft.com/office/drawing/2014/main" id="{1878538D-3229-4CC9-A93F-FFDF3475B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3297"/>
                <a:ext cx="14" cy="98"/>
              </a:xfrm>
              <a:custGeom>
                <a:avLst/>
                <a:gdLst>
                  <a:gd name="T0" fmla="*/ 0 w 19"/>
                  <a:gd name="T1" fmla="*/ 0 h 133"/>
                  <a:gd name="T2" fmla="*/ 0 w 19"/>
                  <a:gd name="T3" fmla="*/ 53 h 133"/>
                  <a:gd name="T4" fmla="*/ 3 w 19"/>
                  <a:gd name="T5" fmla="*/ 52 h 133"/>
                  <a:gd name="T6" fmla="*/ 5 w 19"/>
                  <a:gd name="T7" fmla="*/ 1 h 133"/>
                  <a:gd name="T8" fmla="*/ 0 w 19"/>
                  <a:gd name="T9" fmla="*/ 0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33">
                    <a:moveTo>
                      <a:pt x="0" y="0"/>
                    </a:moveTo>
                    <a:cubicBezTo>
                      <a:pt x="0" y="0"/>
                      <a:pt x="19" y="71"/>
                      <a:pt x="0" y="133"/>
                    </a:cubicBezTo>
                    <a:cubicBezTo>
                      <a:pt x="8" y="132"/>
                      <a:pt x="8" y="132"/>
                      <a:pt x="8" y="132"/>
                    </a:cubicBezTo>
                    <a:cubicBezTo>
                      <a:pt x="8" y="132"/>
                      <a:pt x="12" y="19"/>
                      <a:pt x="12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9" name="Freeform 524">
                <a:extLst>
                  <a:ext uri="{FF2B5EF4-FFF2-40B4-BE49-F238E27FC236}">
                    <a16:creationId xmlns:a16="http://schemas.microsoft.com/office/drawing/2014/main" id="{AF657B75-280C-4DC7-9B5B-8164C5CFF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3447"/>
                <a:ext cx="29" cy="93"/>
              </a:xfrm>
              <a:custGeom>
                <a:avLst/>
                <a:gdLst>
                  <a:gd name="T0" fmla="*/ 12 w 40"/>
                  <a:gd name="T1" fmla="*/ 0 h 126"/>
                  <a:gd name="T2" fmla="*/ 0 w 40"/>
                  <a:gd name="T3" fmla="*/ 49 h 126"/>
                  <a:gd name="T4" fmla="*/ 3 w 40"/>
                  <a:gd name="T5" fmla="*/ 51 h 126"/>
                  <a:gd name="T6" fmla="*/ 15 w 40"/>
                  <a:gd name="T7" fmla="*/ 1 h 126"/>
                  <a:gd name="T8" fmla="*/ 12 w 40"/>
                  <a:gd name="T9" fmla="*/ 0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26">
                    <a:moveTo>
                      <a:pt x="31" y="0"/>
                    </a:moveTo>
                    <a:cubicBezTo>
                      <a:pt x="31" y="0"/>
                      <a:pt x="18" y="96"/>
                      <a:pt x="0" y="120"/>
                    </a:cubicBezTo>
                    <a:cubicBezTo>
                      <a:pt x="8" y="126"/>
                      <a:pt x="8" y="126"/>
                      <a:pt x="8" y="126"/>
                    </a:cubicBezTo>
                    <a:cubicBezTo>
                      <a:pt x="8" y="126"/>
                      <a:pt x="35" y="7"/>
                      <a:pt x="40" y="2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0" name="Freeform 525">
                <a:extLst>
                  <a:ext uri="{FF2B5EF4-FFF2-40B4-BE49-F238E27FC236}">
                    <a16:creationId xmlns:a16="http://schemas.microsoft.com/office/drawing/2014/main" id="{A489C31F-14A4-4E47-849E-4E34E4022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3607"/>
                <a:ext cx="40" cy="62"/>
              </a:xfrm>
              <a:custGeom>
                <a:avLst/>
                <a:gdLst>
                  <a:gd name="T0" fmla="*/ 19 w 54"/>
                  <a:gd name="T1" fmla="*/ 0 h 84"/>
                  <a:gd name="T2" fmla="*/ 0 w 54"/>
                  <a:gd name="T3" fmla="*/ 30 h 84"/>
                  <a:gd name="T4" fmla="*/ 2 w 54"/>
                  <a:gd name="T5" fmla="*/ 34 h 84"/>
                  <a:gd name="T6" fmla="*/ 22 w 54"/>
                  <a:gd name="T7" fmla="*/ 3 h 84"/>
                  <a:gd name="T8" fmla="*/ 19 w 54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84">
                    <a:moveTo>
                      <a:pt x="46" y="0"/>
                    </a:moveTo>
                    <a:cubicBezTo>
                      <a:pt x="46" y="0"/>
                      <a:pt x="21" y="68"/>
                      <a:pt x="0" y="76"/>
                    </a:cubicBezTo>
                    <a:cubicBezTo>
                      <a:pt x="6" y="84"/>
                      <a:pt x="6" y="84"/>
                      <a:pt x="6" y="84"/>
                    </a:cubicBezTo>
                    <a:cubicBezTo>
                      <a:pt x="6" y="84"/>
                      <a:pt x="46" y="11"/>
                      <a:pt x="54" y="8"/>
                    </a:cubicBez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1" name="Freeform 526">
                <a:extLst>
                  <a:ext uri="{FF2B5EF4-FFF2-40B4-BE49-F238E27FC236}">
                    <a16:creationId xmlns:a16="http://schemas.microsoft.com/office/drawing/2014/main" id="{C249149E-2F19-43D7-BD49-CDBDF0369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3714"/>
                <a:ext cx="220" cy="330"/>
              </a:xfrm>
              <a:custGeom>
                <a:avLst/>
                <a:gdLst>
                  <a:gd name="T0" fmla="*/ 116 w 299"/>
                  <a:gd name="T1" fmla="*/ 0 h 448"/>
                  <a:gd name="T2" fmla="*/ 96 w 299"/>
                  <a:gd name="T3" fmla="*/ 25 h 448"/>
                  <a:gd name="T4" fmla="*/ 18 w 299"/>
                  <a:gd name="T5" fmla="*/ 179 h 448"/>
                  <a:gd name="T6" fmla="*/ 97 w 299"/>
                  <a:gd name="T7" fmla="*/ 26 h 448"/>
                  <a:gd name="T8" fmla="*/ 119 w 299"/>
                  <a:gd name="T9" fmla="*/ 4 h 448"/>
                  <a:gd name="T10" fmla="*/ 116 w 299"/>
                  <a:gd name="T11" fmla="*/ 0 h 4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9" h="448">
                    <a:moveTo>
                      <a:pt x="291" y="0"/>
                    </a:moveTo>
                    <a:cubicBezTo>
                      <a:pt x="291" y="0"/>
                      <a:pt x="254" y="51"/>
                      <a:pt x="241" y="62"/>
                    </a:cubicBezTo>
                    <a:cubicBezTo>
                      <a:pt x="227" y="73"/>
                      <a:pt x="10" y="312"/>
                      <a:pt x="43" y="448"/>
                    </a:cubicBezTo>
                    <a:cubicBezTo>
                      <a:pt x="43" y="448"/>
                      <a:pt x="0" y="332"/>
                      <a:pt x="244" y="65"/>
                    </a:cubicBezTo>
                    <a:cubicBezTo>
                      <a:pt x="264" y="44"/>
                      <a:pt x="295" y="12"/>
                      <a:pt x="299" y="11"/>
                    </a:cubicBezTo>
                    <a:lnTo>
                      <a:pt x="291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2" name="Freeform 527">
                <a:extLst>
                  <a:ext uri="{FF2B5EF4-FFF2-40B4-BE49-F238E27FC236}">
                    <a16:creationId xmlns:a16="http://schemas.microsoft.com/office/drawing/2014/main" id="{0E1EC5E9-AFFA-4CE8-9C92-498C15F8C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219"/>
                <a:ext cx="43" cy="128"/>
              </a:xfrm>
              <a:custGeom>
                <a:avLst/>
                <a:gdLst>
                  <a:gd name="T0" fmla="*/ 0 w 58"/>
                  <a:gd name="T1" fmla="*/ 63 h 173"/>
                  <a:gd name="T2" fmla="*/ 24 w 58"/>
                  <a:gd name="T3" fmla="*/ 0 h 173"/>
                  <a:gd name="T4" fmla="*/ 6 w 58"/>
                  <a:gd name="T5" fmla="*/ 61 h 173"/>
                  <a:gd name="T6" fmla="*/ 5 w 58"/>
                  <a:gd name="T7" fmla="*/ 68 h 173"/>
                  <a:gd name="T8" fmla="*/ 0 w 58"/>
                  <a:gd name="T9" fmla="*/ 63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73">
                    <a:moveTo>
                      <a:pt x="0" y="155"/>
                    </a:moveTo>
                    <a:cubicBezTo>
                      <a:pt x="0" y="155"/>
                      <a:pt x="38" y="93"/>
                      <a:pt x="58" y="0"/>
                    </a:cubicBezTo>
                    <a:cubicBezTo>
                      <a:pt x="58" y="0"/>
                      <a:pt x="48" y="68"/>
                      <a:pt x="15" y="150"/>
                    </a:cubicBezTo>
                    <a:cubicBezTo>
                      <a:pt x="5" y="173"/>
                      <a:pt x="12" y="168"/>
                      <a:pt x="12" y="168"/>
                    </a:cubicBez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3" name="Freeform 528">
                <a:extLst>
                  <a:ext uri="{FF2B5EF4-FFF2-40B4-BE49-F238E27FC236}">
                    <a16:creationId xmlns:a16="http://schemas.microsoft.com/office/drawing/2014/main" id="{D6170D31-C8BB-44E3-8DBC-89E49E4AB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880"/>
                <a:ext cx="342" cy="74"/>
              </a:xfrm>
              <a:custGeom>
                <a:avLst/>
                <a:gdLst>
                  <a:gd name="T0" fmla="*/ 2 w 465"/>
                  <a:gd name="T1" fmla="*/ 0 h 100"/>
                  <a:gd name="T2" fmla="*/ 62 w 465"/>
                  <a:gd name="T3" fmla="*/ 33 h 100"/>
                  <a:gd name="T4" fmla="*/ 185 w 465"/>
                  <a:gd name="T5" fmla="*/ 30 h 100"/>
                  <a:gd name="T6" fmla="*/ 182 w 465"/>
                  <a:gd name="T7" fmla="*/ 41 h 100"/>
                  <a:gd name="T8" fmla="*/ 60 w 465"/>
                  <a:gd name="T9" fmla="*/ 37 h 100"/>
                  <a:gd name="T10" fmla="*/ 0 w 465"/>
                  <a:gd name="T11" fmla="*/ 1 h 100"/>
                  <a:gd name="T12" fmla="*/ 2 w 465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5" h="100">
                    <a:moveTo>
                      <a:pt x="5" y="0"/>
                    </a:moveTo>
                    <a:cubicBezTo>
                      <a:pt x="5" y="0"/>
                      <a:pt x="61" y="73"/>
                      <a:pt x="155" y="83"/>
                    </a:cubicBezTo>
                    <a:cubicBezTo>
                      <a:pt x="250" y="93"/>
                      <a:pt x="443" y="96"/>
                      <a:pt x="465" y="73"/>
                    </a:cubicBezTo>
                    <a:cubicBezTo>
                      <a:pt x="458" y="100"/>
                      <a:pt x="458" y="100"/>
                      <a:pt x="458" y="100"/>
                    </a:cubicBezTo>
                    <a:cubicBezTo>
                      <a:pt x="458" y="100"/>
                      <a:pt x="183" y="95"/>
                      <a:pt x="150" y="90"/>
                    </a:cubicBezTo>
                    <a:cubicBezTo>
                      <a:pt x="118" y="85"/>
                      <a:pt x="37" y="56"/>
                      <a:pt x="0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4" name="Freeform 529">
                <a:extLst>
                  <a:ext uri="{FF2B5EF4-FFF2-40B4-BE49-F238E27FC236}">
                    <a16:creationId xmlns:a16="http://schemas.microsoft.com/office/drawing/2014/main" id="{A503A369-208A-43E1-9E53-1901D0476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1956"/>
                <a:ext cx="358" cy="91"/>
              </a:xfrm>
              <a:custGeom>
                <a:avLst/>
                <a:gdLst>
                  <a:gd name="T0" fmla="*/ 1 w 486"/>
                  <a:gd name="T1" fmla="*/ 0 h 123"/>
                  <a:gd name="T2" fmla="*/ 63 w 486"/>
                  <a:gd name="T3" fmla="*/ 35 h 123"/>
                  <a:gd name="T4" fmla="*/ 194 w 486"/>
                  <a:gd name="T5" fmla="*/ 36 h 123"/>
                  <a:gd name="T6" fmla="*/ 190 w 486"/>
                  <a:gd name="T7" fmla="*/ 47 h 123"/>
                  <a:gd name="T8" fmla="*/ 116 w 486"/>
                  <a:gd name="T9" fmla="*/ 37 h 123"/>
                  <a:gd name="T10" fmla="*/ 0 w 486"/>
                  <a:gd name="T11" fmla="*/ 4 h 123"/>
                  <a:gd name="T12" fmla="*/ 1 w 486"/>
                  <a:gd name="T13" fmla="*/ 0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6" h="123">
                    <a:moveTo>
                      <a:pt x="4" y="0"/>
                    </a:moveTo>
                    <a:cubicBezTo>
                      <a:pt x="4" y="0"/>
                      <a:pt x="57" y="95"/>
                      <a:pt x="158" y="87"/>
                    </a:cubicBezTo>
                    <a:cubicBezTo>
                      <a:pt x="259" y="78"/>
                      <a:pt x="486" y="88"/>
                      <a:pt x="486" y="88"/>
                    </a:cubicBezTo>
                    <a:cubicBezTo>
                      <a:pt x="475" y="115"/>
                      <a:pt x="475" y="115"/>
                      <a:pt x="475" y="115"/>
                    </a:cubicBezTo>
                    <a:cubicBezTo>
                      <a:pt x="475" y="115"/>
                      <a:pt x="474" y="96"/>
                      <a:pt x="290" y="90"/>
                    </a:cubicBezTo>
                    <a:cubicBezTo>
                      <a:pt x="182" y="86"/>
                      <a:pt x="78" y="123"/>
                      <a:pt x="0" y="1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5" name="Freeform 530">
                <a:extLst>
                  <a:ext uri="{FF2B5EF4-FFF2-40B4-BE49-F238E27FC236}">
                    <a16:creationId xmlns:a16="http://schemas.microsoft.com/office/drawing/2014/main" id="{38DADC6B-0333-4A37-96FF-F7ABB7909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032"/>
                <a:ext cx="369" cy="108"/>
              </a:xfrm>
              <a:custGeom>
                <a:avLst/>
                <a:gdLst>
                  <a:gd name="T0" fmla="*/ 2 w 502"/>
                  <a:gd name="T1" fmla="*/ 0 h 147"/>
                  <a:gd name="T2" fmla="*/ 63 w 502"/>
                  <a:gd name="T3" fmla="*/ 35 h 147"/>
                  <a:gd name="T4" fmla="*/ 198 w 502"/>
                  <a:gd name="T5" fmla="*/ 50 h 147"/>
                  <a:gd name="T6" fmla="*/ 199 w 502"/>
                  <a:gd name="T7" fmla="*/ 58 h 147"/>
                  <a:gd name="T8" fmla="*/ 164 w 502"/>
                  <a:gd name="T9" fmla="*/ 54 h 147"/>
                  <a:gd name="T10" fmla="*/ 44 w 502"/>
                  <a:gd name="T11" fmla="*/ 33 h 147"/>
                  <a:gd name="T12" fmla="*/ 0 w 502"/>
                  <a:gd name="T13" fmla="*/ 4 h 147"/>
                  <a:gd name="T14" fmla="*/ 2 w 502"/>
                  <a:gd name="T15" fmla="*/ 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2" h="147">
                    <a:moveTo>
                      <a:pt x="5" y="0"/>
                    </a:moveTo>
                    <a:cubicBezTo>
                      <a:pt x="5" y="0"/>
                      <a:pt x="53" y="77"/>
                      <a:pt x="159" y="90"/>
                    </a:cubicBezTo>
                    <a:cubicBezTo>
                      <a:pt x="266" y="102"/>
                      <a:pt x="461" y="147"/>
                      <a:pt x="498" y="127"/>
                    </a:cubicBezTo>
                    <a:cubicBezTo>
                      <a:pt x="502" y="146"/>
                      <a:pt x="502" y="146"/>
                      <a:pt x="502" y="146"/>
                    </a:cubicBezTo>
                    <a:cubicBezTo>
                      <a:pt x="502" y="146"/>
                      <a:pt x="444" y="140"/>
                      <a:pt x="414" y="135"/>
                    </a:cubicBezTo>
                    <a:cubicBezTo>
                      <a:pt x="384" y="131"/>
                      <a:pt x="149" y="96"/>
                      <a:pt x="110" y="83"/>
                    </a:cubicBezTo>
                    <a:cubicBezTo>
                      <a:pt x="61" y="68"/>
                      <a:pt x="13" y="30"/>
                      <a:pt x="0" y="9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6" name="Freeform 531">
                <a:extLst>
                  <a:ext uri="{FF2B5EF4-FFF2-40B4-BE49-F238E27FC236}">
                    <a16:creationId xmlns:a16="http://schemas.microsoft.com/office/drawing/2014/main" id="{2DAEF3B3-BF1B-432C-8096-FDB38A69D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" y="2120"/>
                <a:ext cx="399" cy="100"/>
              </a:xfrm>
              <a:custGeom>
                <a:avLst/>
                <a:gdLst>
                  <a:gd name="T0" fmla="*/ 2 w 542"/>
                  <a:gd name="T1" fmla="*/ 0 h 136"/>
                  <a:gd name="T2" fmla="*/ 67 w 542"/>
                  <a:gd name="T3" fmla="*/ 29 h 136"/>
                  <a:gd name="T4" fmla="*/ 216 w 542"/>
                  <a:gd name="T5" fmla="*/ 44 h 136"/>
                  <a:gd name="T6" fmla="*/ 216 w 542"/>
                  <a:gd name="T7" fmla="*/ 54 h 136"/>
                  <a:gd name="T8" fmla="*/ 176 w 542"/>
                  <a:gd name="T9" fmla="*/ 47 h 136"/>
                  <a:gd name="T10" fmla="*/ 65 w 542"/>
                  <a:gd name="T11" fmla="*/ 34 h 136"/>
                  <a:gd name="T12" fmla="*/ 0 w 542"/>
                  <a:gd name="T13" fmla="*/ 7 h 136"/>
                  <a:gd name="T14" fmla="*/ 2 w 542"/>
                  <a:gd name="T15" fmla="*/ 0 h 1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2" h="136">
                    <a:moveTo>
                      <a:pt x="5" y="0"/>
                    </a:moveTo>
                    <a:cubicBezTo>
                      <a:pt x="5" y="0"/>
                      <a:pt x="23" y="43"/>
                      <a:pt x="169" y="75"/>
                    </a:cubicBezTo>
                    <a:cubicBezTo>
                      <a:pt x="314" y="107"/>
                      <a:pt x="522" y="116"/>
                      <a:pt x="540" y="110"/>
                    </a:cubicBezTo>
                    <a:cubicBezTo>
                      <a:pt x="540" y="110"/>
                      <a:pt x="534" y="125"/>
                      <a:pt x="542" y="136"/>
                    </a:cubicBezTo>
                    <a:cubicBezTo>
                      <a:pt x="542" y="136"/>
                      <a:pt x="489" y="118"/>
                      <a:pt x="441" y="118"/>
                    </a:cubicBezTo>
                    <a:cubicBezTo>
                      <a:pt x="393" y="118"/>
                      <a:pt x="210" y="97"/>
                      <a:pt x="163" y="85"/>
                    </a:cubicBezTo>
                    <a:cubicBezTo>
                      <a:pt x="116" y="74"/>
                      <a:pt x="7" y="32"/>
                      <a:pt x="0" y="16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7" name="Freeform 532">
                <a:extLst>
                  <a:ext uri="{FF2B5EF4-FFF2-40B4-BE49-F238E27FC236}">
                    <a16:creationId xmlns:a16="http://schemas.microsoft.com/office/drawing/2014/main" id="{402921A3-100D-4806-83A4-46D9C6B83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2218"/>
                <a:ext cx="422" cy="76"/>
              </a:xfrm>
              <a:custGeom>
                <a:avLst/>
                <a:gdLst>
                  <a:gd name="T0" fmla="*/ 4 w 574"/>
                  <a:gd name="T1" fmla="*/ 0 h 103"/>
                  <a:gd name="T2" fmla="*/ 76 w 574"/>
                  <a:gd name="T3" fmla="*/ 26 h 103"/>
                  <a:gd name="T4" fmla="*/ 228 w 574"/>
                  <a:gd name="T5" fmla="*/ 32 h 103"/>
                  <a:gd name="T6" fmla="*/ 228 w 574"/>
                  <a:gd name="T7" fmla="*/ 41 h 103"/>
                  <a:gd name="T8" fmla="*/ 191 w 574"/>
                  <a:gd name="T9" fmla="*/ 38 h 103"/>
                  <a:gd name="T10" fmla="*/ 67 w 574"/>
                  <a:gd name="T11" fmla="*/ 28 h 103"/>
                  <a:gd name="T12" fmla="*/ 0 w 574"/>
                  <a:gd name="T13" fmla="*/ 5 h 103"/>
                  <a:gd name="T14" fmla="*/ 4 w 574"/>
                  <a:gd name="T15" fmla="*/ 0 h 1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4" h="103">
                    <a:moveTo>
                      <a:pt x="9" y="0"/>
                    </a:moveTo>
                    <a:cubicBezTo>
                      <a:pt x="9" y="0"/>
                      <a:pt x="5" y="55"/>
                      <a:pt x="190" y="64"/>
                    </a:cubicBezTo>
                    <a:cubicBezTo>
                      <a:pt x="376" y="72"/>
                      <a:pt x="554" y="99"/>
                      <a:pt x="574" y="79"/>
                    </a:cubicBezTo>
                    <a:cubicBezTo>
                      <a:pt x="573" y="103"/>
                      <a:pt x="573" y="103"/>
                      <a:pt x="573" y="103"/>
                    </a:cubicBezTo>
                    <a:cubicBezTo>
                      <a:pt x="573" y="103"/>
                      <a:pt x="510" y="95"/>
                      <a:pt x="482" y="94"/>
                    </a:cubicBezTo>
                    <a:cubicBezTo>
                      <a:pt x="453" y="93"/>
                      <a:pt x="230" y="71"/>
                      <a:pt x="168" y="70"/>
                    </a:cubicBezTo>
                    <a:cubicBezTo>
                      <a:pt x="107" y="68"/>
                      <a:pt x="17" y="52"/>
                      <a:pt x="0" y="14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8" name="Freeform 533">
                <a:extLst>
                  <a:ext uri="{FF2B5EF4-FFF2-40B4-BE49-F238E27FC236}">
                    <a16:creationId xmlns:a16="http://schemas.microsoft.com/office/drawing/2014/main" id="{B9F8F217-A997-4103-B983-1BD12A323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2315"/>
                <a:ext cx="441" cy="65"/>
              </a:xfrm>
              <a:custGeom>
                <a:avLst/>
                <a:gdLst>
                  <a:gd name="T0" fmla="*/ 0 w 599"/>
                  <a:gd name="T1" fmla="*/ 0 h 88"/>
                  <a:gd name="T2" fmla="*/ 43 w 599"/>
                  <a:gd name="T3" fmla="*/ 18 h 88"/>
                  <a:gd name="T4" fmla="*/ 239 w 599"/>
                  <a:gd name="T5" fmla="*/ 22 h 88"/>
                  <a:gd name="T6" fmla="*/ 239 w 599"/>
                  <a:gd name="T7" fmla="*/ 30 h 88"/>
                  <a:gd name="T8" fmla="*/ 203 w 599"/>
                  <a:gd name="T9" fmla="*/ 30 h 88"/>
                  <a:gd name="T10" fmla="*/ 55 w 599"/>
                  <a:gd name="T11" fmla="*/ 21 h 88"/>
                  <a:gd name="T12" fmla="*/ 1 w 599"/>
                  <a:gd name="T13" fmla="*/ 10 h 88"/>
                  <a:gd name="T14" fmla="*/ 0 w 599"/>
                  <a:gd name="T15" fmla="*/ 0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9" h="88">
                    <a:moveTo>
                      <a:pt x="0" y="0"/>
                    </a:moveTo>
                    <a:cubicBezTo>
                      <a:pt x="0" y="0"/>
                      <a:pt x="38" y="49"/>
                      <a:pt x="108" y="43"/>
                    </a:cubicBezTo>
                    <a:cubicBezTo>
                      <a:pt x="179" y="37"/>
                      <a:pt x="576" y="88"/>
                      <a:pt x="599" y="55"/>
                    </a:cubicBezTo>
                    <a:cubicBezTo>
                      <a:pt x="598" y="76"/>
                      <a:pt x="598" y="76"/>
                      <a:pt x="598" y="76"/>
                    </a:cubicBezTo>
                    <a:cubicBezTo>
                      <a:pt x="598" y="76"/>
                      <a:pt x="521" y="78"/>
                      <a:pt x="510" y="76"/>
                    </a:cubicBezTo>
                    <a:cubicBezTo>
                      <a:pt x="498" y="74"/>
                      <a:pt x="165" y="51"/>
                      <a:pt x="138" y="53"/>
                    </a:cubicBezTo>
                    <a:cubicBezTo>
                      <a:pt x="76" y="57"/>
                      <a:pt x="17" y="38"/>
                      <a:pt x="1" y="2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9" name="Freeform 534">
                <a:extLst>
                  <a:ext uri="{FF2B5EF4-FFF2-40B4-BE49-F238E27FC236}">
                    <a16:creationId xmlns:a16="http://schemas.microsoft.com/office/drawing/2014/main" id="{9E8B64C2-9801-45DA-A249-CC29E6414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2432"/>
                <a:ext cx="453" cy="35"/>
              </a:xfrm>
              <a:custGeom>
                <a:avLst/>
                <a:gdLst>
                  <a:gd name="T0" fmla="*/ 2 w 615"/>
                  <a:gd name="T1" fmla="*/ 2 h 47"/>
                  <a:gd name="T2" fmla="*/ 36 w 615"/>
                  <a:gd name="T3" fmla="*/ 14 h 47"/>
                  <a:gd name="T4" fmla="*/ 120 w 615"/>
                  <a:gd name="T5" fmla="*/ 10 h 47"/>
                  <a:gd name="T6" fmla="*/ 244 w 615"/>
                  <a:gd name="T7" fmla="*/ 0 h 47"/>
                  <a:gd name="T8" fmla="*/ 246 w 615"/>
                  <a:gd name="T9" fmla="*/ 10 h 47"/>
                  <a:gd name="T10" fmla="*/ 230 w 615"/>
                  <a:gd name="T11" fmla="*/ 10 h 47"/>
                  <a:gd name="T12" fmla="*/ 127 w 615"/>
                  <a:gd name="T13" fmla="*/ 13 h 47"/>
                  <a:gd name="T14" fmla="*/ 13 w 615"/>
                  <a:gd name="T15" fmla="*/ 14 h 47"/>
                  <a:gd name="T16" fmla="*/ 0 w 615"/>
                  <a:gd name="T17" fmla="*/ 10 h 47"/>
                  <a:gd name="T18" fmla="*/ 2 w 615"/>
                  <a:gd name="T19" fmla="*/ 2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5" h="47">
                    <a:moveTo>
                      <a:pt x="5" y="5"/>
                    </a:moveTo>
                    <a:cubicBezTo>
                      <a:pt x="5" y="5"/>
                      <a:pt x="28" y="38"/>
                      <a:pt x="91" y="33"/>
                    </a:cubicBezTo>
                    <a:cubicBezTo>
                      <a:pt x="154" y="28"/>
                      <a:pt x="256" y="35"/>
                      <a:pt x="300" y="25"/>
                    </a:cubicBezTo>
                    <a:cubicBezTo>
                      <a:pt x="343" y="16"/>
                      <a:pt x="586" y="35"/>
                      <a:pt x="610" y="0"/>
                    </a:cubicBezTo>
                    <a:cubicBezTo>
                      <a:pt x="615" y="24"/>
                      <a:pt x="615" y="24"/>
                      <a:pt x="615" y="24"/>
                    </a:cubicBezTo>
                    <a:cubicBezTo>
                      <a:pt x="615" y="24"/>
                      <a:pt x="599" y="17"/>
                      <a:pt x="575" y="24"/>
                    </a:cubicBezTo>
                    <a:cubicBezTo>
                      <a:pt x="552" y="30"/>
                      <a:pt x="353" y="23"/>
                      <a:pt x="319" y="32"/>
                    </a:cubicBezTo>
                    <a:cubicBezTo>
                      <a:pt x="285" y="42"/>
                      <a:pt x="67" y="47"/>
                      <a:pt x="34" y="33"/>
                    </a:cubicBezTo>
                    <a:cubicBezTo>
                      <a:pt x="0" y="20"/>
                      <a:pt x="0" y="24"/>
                      <a:pt x="0" y="24"/>
                    </a:cubicBez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0" name="Freeform 535">
                <a:extLst>
                  <a:ext uri="{FF2B5EF4-FFF2-40B4-BE49-F238E27FC236}">
                    <a16:creationId xmlns:a16="http://schemas.microsoft.com/office/drawing/2014/main" id="{D396DAFF-6780-4A02-A0C2-D66A8C4A9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" y="2538"/>
                <a:ext cx="468" cy="21"/>
              </a:xfrm>
              <a:custGeom>
                <a:avLst/>
                <a:gdLst>
                  <a:gd name="T0" fmla="*/ 0 w 636"/>
                  <a:gd name="T1" fmla="*/ 5 h 28"/>
                  <a:gd name="T2" fmla="*/ 81 w 636"/>
                  <a:gd name="T3" fmla="*/ 5 h 28"/>
                  <a:gd name="T4" fmla="*/ 253 w 636"/>
                  <a:gd name="T5" fmla="*/ 0 h 28"/>
                  <a:gd name="T6" fmla="*/ 253 w 636"/>
                  <a:gd name="T7" fmla="*/ 11 h 28"/>
                  <a:gd name="T8" fmla="*/ 212 w 636"/>
                  <a:gd name="T9" fmla="*/ 10 h 28"/>
                  <a:gd name="T10" fmla="*/ 60 w 636"/>
                  <a:gd name="T11" fmla="*/ 8 h 28"/>
                  <a:gd name="T12" fmla="*/ 2 w 636"/>
                  <a:gd name="T13" fmla="*/ 11 h 28"/>
                  <a:gd name="T14" fmla="*/ 0 w 636"/>
                  <a:gd name="T15" fmla="*/ 5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6" h="28">
                    <a:moveTo>
                      <a:pt x="0" y="10"/>
                    </a:moveTo>
                    <a:cubicBezTo>
                      <a:pt x="0" y="10"/>
                      <a:pt x="114" y="21"/>
                      <a:pt x="202" y="12"/>
                    </a:cubicBezTo>
                    <a:cubicBezTo>
                      <a:pt x="260" y="6"/>
                      <a:pt x="622" y="28"/>
                      <a:pt x="636" y="0"/>
                    </a:cubicBezTo>
                    <a:cubicBezTo>
                      <a:pt x="636" y="25"/>
                      <a:pt x="636" y="25"/>
                      <a:pt x="636" y="25"/>
                    </a:cubicBezTo>
                    <a:cubicBezTo>
                      <a:pt x="636" y="25"/>
                      <a:pt x="561" y="18"/>
                      <a:pt x="532" y="22"/>
                    </a:cubicBezTo>
                    <a:cubicBezTo>
                      <a:pt x="503" y="26"/>
                      <a:pt x="181" y="15"/>
                      <a:pt x="152" y="19"/>
                    </a:cubicBezTo>
                    <a:cubicBezTo>
                      <a:pt x="123" y="23"/>
                      <a:pt x="17" y="13"/>
                      <a:pt x="5" y="24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1" name="Freeform 536">
                <a:extLst>
                  <a:ext uri="{FF2B5EF4-FFF2-40B4-BE49-F238E27FC236}">
                    <a16:creationId xmlns:a16="http://schemas.microsoft.com/office/drawing/2014/main" id="{A2BA3F06-D849-4AC4-BA00-FC1D081B2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2622"/>
                <a:ext cx="493" cy="39"/>
              </a:xfrm>
              <a:custGeom>
                <a:avLst/>
                <a:gdLst>
                  <a:gd name="T0" fmla="*/ 1 w 670"/>
                  <a:gd name="T1" fmla="*/ 13 h 52"/>
                  <a:gd name="T2" fmla="*/ 71 w 670"/>
                  <a:gd name="T3" fmla="*/ 10 h 52"/>
                  <a:gd name="T4" fmla="*/ 227 w 670"/>
                  <a:gd name="T5" fmla="*/ 13 h 52"/>
                  <a:gd name="T6" fmla="*/ 266 w 670"/>
                  <a:gd name="T7" fmla="*/ 6 h 52"/>
                  <a:gd name="T8" fmla="*/ 267 w 670"/>
                  <a:gd name="T9" fmla="*/ 16 h 52"/>
                  <a:gd name="T10" fmla="*/ 219 w 670"/>
                  <a:gd name="T11" fmla="*/ 15 h 52"/>
                  <a:gd name="T12" fmla="*/ 77 w 670"/>
                  <a:gd name="T13" fmla="*/ 13 h 52"/>
                  <a:gd name="T14" fmla="*/ 0 w 670"/>
                  <a:gd name="T15" fmla="*/ 17 h 52"/>
                  <a:gd name="T16" fmla="*/ 1 w 670"/>
                  <a:gd name="T17" fmla="*/ 13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0" h="52">
                    <a:moveTo>
                      <a:pt x="3" y="30"/>
                    </a:moveTo>
                    <a:cubicBezTo>
                      <a:pt x="3" y="30"/>
                      <a:pt x="99" y="45"/>
                      <a:pt x="179" y="22"/>
                    </a:cubicBezTo>
                    <a:cubicBezTo>
                      <a:pt x="258" y="0"/>
                      <a:pt x="484" y="18"/>
                      <a:pt x="569" y="30"/>
                    </a:cubicBezTo>
                    <a:cubicBezTo>
                      <a:pt x="655" y="42"/>
                      <a:pt x="668" y="14"/>
                      <a:pt x="668" y="14"/>
                    </a:cubicBezTo>
                    <a:cubicBezTo>
                      <a:pt x="670" y="37"/>
                      <a:pt x="670" y="37"/>
                      <a:pt x="670" y="37"/>
                    </a:cubicBezTo>
                    <a:cubicBezTo>
                      <a:pt x="670" y="37"/>
                      <a:pt x="604" y="51"/>
                      <a:pt x="548" y="36"/>
                    </a:cubicBezTo>
                    <a:cubicBezTo>
                      <a:pt x="493" y="21"/>
                      <a:pt x="242" y="7"/>
                      <a:pt x="194" y="30"/>
                    </a:cubicBezTo>
                    <a:cubicBezTo>
                      <a:pt x="146" y="52"/>
                      <a:pt x="0" y="39"/>
                      <a:pt x="0" y="39"/>
                    </a:cubicBezTo>
                    <a:lnTo>
                      <a:pt x="3" y="3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2" name="Freeform 537">
                <a:extLst>
                  <a:ext uri="{FF2B5EF4-FFF2-40B4-BE49-F238E27FC236}">
                    <a16:creationId xmlns:a16="http://schemas.microsoft.com/office/drawing/2014/main" id="{9E7918EF-7932-4765-9B02-3F577E811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2705"/>
                <a:ext cx="483" cy="85"/>
              </a:xfrm>
              <a:custGeom>
                <a:avLst/>
                <a:gdLst>
                  <a:gd name="T0" fmla="*/ 0 w 656"/>
                  <a:gd name="T1" fmla="*/ 39 h 115"/>
                  <a:gd name="T2" fmla="*/ 69 w 656"/>
                  <a:gd name="T3" fmla="*/ 15 h 115"/>
                  <a:gd name="T4" fmla="*/ 197 w 656"/>
                  <a:gd name="T5" fmla="*/ 13 h 115"/>
                  <a:gd name="T6" fmla="*/ 261 w 656"/>
                  <a:gd name="T7" fmla="*/ 10 h 115"/>
                  <a:gd name="T8" fmla="*/ 262 w 656"/>
                  <a:gd name="T9" fmla="*/ 18 h 115"/>
                  <a:gd name="T10" fmla="*/ 222 w 656"/>
                  <a:gd name="T11" fmla="*/ 18 h 115"/>
                  <a:gd name="T12" fmla="*/ 72 w 656"/>
                  <a:gd name="T13" fmla="*/ 18 h 115"/>
                  <a:gd name="T14" fmla="*/ 1 w 656"/>
                  <a:gd name="T15" fmla="*/ 47 h 115"/>
                  <a:gd name="T16" fmla="*/ 0 w 656"/>
                  <a:gd name="T17" fmla="*/ 39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6" h="115">
                    <a:moveTo>
                      <a:pt x="0" y="98"/>
                    </a:moveTo>
                    <a:cubicBezTo>
                      <a:pt x="0" y="98"/>
                      <a:pt x="66" y="97"/>
                      <a:pt x="174" y="36"/>
                    </a:cubicBezTo>
                    <a:cubicBezTo>
                      <a:pt x="239" y="0"/>
                      <a:pt x="425" y="21"/>
                      <a:pt x="495" y="32"/>
                    </a:cubicBezTo>
                    <a:cubicBezTo>
                      <a:pt x="566" y="42"/>
                      <a:pt x="642" y="39"/>
                      <a:pt x="653" y="26"/>
                    </a:cubicBezTo>
                    <a:cubicBezTo>
                      <a:pt x="656" y="45"/>
                      <a:pt x="656" y="45"/>
                      <a:pt x="656" y="45"/>
                    </a:cubicBezTo>
                    <a:cubicBezTo>
                      <a:pt x="656" y="45"/>
                      <a:pt x="575" y="44"/>
                      <a:pt x="557" y="44"/>
                    </a:cubicBezTo>
                    <a:cubicBezTo>
                      <a:pt x="539" y="44"/>
                      <a:pt x="267" y="0"/>
                      <a:pt x="181" y="45"/>
                    </a:cubicBezTo>
                    <a:cubicBezTo>
                      <a:pt x="96" y="90"/>
                      <a:pt x="21" y="110"/>
                      <a:pt x="3" y="115"/>
                    </a:cubicBez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3" name="Freeform 538">
                <a:extLst>
                  <a:ext uri="{FF2B5EF4-FFF2-40B4-BE49-F238E27FC236}">
                    <a16:creationId xmlns:a16="http://schemas.microsoft.com/office/drawing/2014/main" id="{B9ED68E4-3AFF-48CC-9247-54D8CB156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2796"/>
                <a:ext cx="475" cy="93"/>
              </a:xfrm>
              <a:custGeom>
                <a:avLst/>
                <a:gdLst>
                  <a:gd name="T0" fmla="*/ 0 w 645"/>
                  <a:gd name="T1" fmla="*/ 46 h 126"/>
                  <a:gd name="T2" fmla="*/ 67 w 645"/>
                  <a:gd name="T3" fmla="*/ 22 h 126"/>
                  <a:gd name="T4" fmla="*/ 119 w 645"/>
                  <a:gd name="T5" fmla="*/ 6 h 126"/>
                  <a:gd name="T6" fmla="*/ 242 w 645"/>
                  <a:gd name="T7" fmla="*/ 16 h 126"/>
                  <a:gd name="T8" fmla="*/ 258 w 645"/>
                  <a:gd name="T9" fmla="*/ 13 h 126"/>
                  <a:gd name="T10" fmla="*/ 258 w 645"/>
                  <a:gd name="T11" fmla="*/ 20 h 126"/>
                  <a:gd name="T12" fmla="*/ 180 w 645"/>
                  <a:gd name="T13" fmla="*/ 16 h 126"/>
                  <a:gd name="T14" fmla="*/ 78 w 645"/>
                  <a:gd name="T15" fmla="*/ 16 h 126"/>
                  <a:gd name="T16" fmla="*/ 2 w 645"/>
                  <a:gd name="T17" fmla="*/ 51 h 126"/>
                  <a:gd name="T18" fmla="*/ 0 w 645"/>
                  <a:gd name="T19" fmla="*/ 46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5" h="126">
                    <a:moveTo>
                      <a:pt x="0" y="114"/>
                    </a:moveTo>
                    <a:cubicBezTo>
                      <a:pt x="0" y="114"/>
                      <a:pt x="120" y="93"/>
                      <a:pt x="167" y="54"/>
                    </a:cubicBezTo>
                    <a:cubicBezTo>
                      <a:pt x="214" y="16"/>
                      <a:pt x="245" y="12"/>
                      <a:pt x="296" y="15"/>
                    </a:cubicBezTo>
                    <a:cubicBezTo>
                      <a:pt x="337" y="17"/>
                      <a:pt x="519" y="42"/>
                      <a:pt x="605" y="40"/>
                    </a:cubicBezTo>
                    <a:cubicBezTo>
                      <a:pt x="625" y="39"/>
                      <a:pt x="639" y="37"/>
                      <a:pt x="645" y="32"/>
                    </a:cubicBezTo>
                    <a:cubicBezTo>
                      <a:pt x="645" y="49"/>
                      <a:pt x="645" y="49"/>
                      <a:pt x="645" y="49"/>
                    </a:cubicBezTo>
                    <a:cubicBezTo>
                      <a:pt x="645" y="49"/>
                      <a:pt x="473" y="45"/>
                      <a:pt x="451" y="40"/>
                    </a:cubicBezTo>
                    <a:cubicBezTo>
                      <a:pt x="428" y="36"/>
                      <a:pt x="236" y="0"/>
                      <a:pt x="196" y="40"/>
                    </a:cubicBezTo>
                    <a:cubicBezTo>
                      <a:pt x="147" y="88"/>
                      <a:pt x="23" y="123"/>
                      <a:pt x="5" y="126"/>
                    </a:cubicBez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4" name="Freeform 539">
                <a:extLst>
                  <a:ext uri="{FF2B5EF4-FFF2-40B4-BE49-F238E27FC236}">
                    <a16:creationId xmlns:a16="http://schemas.microsoft.com/office/drawing/2014/main" id="{85462D96-1C43-4D96-8919-24CC3608B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2894"/>
                <a:ext cx="465" cy="79"/>
              </a:xfrm>
              <a:custGeom>
                <a:avLst/>
                <a:gdLst>
                  <a:gd name="T0" fmla="*/ 0 w 632"/>
                  <a:gd name="T1" fmla="*/ 40 h 107"/>
                  <a:gd name="T2" fmla="*/ 60 w 632"/>
                  <a:gd name="T3" fmla="*/ 19 h 107"/>
                  <a:gd name="T4" fmla="*/ 165 w 632"/>
                  <a:gd name="T5" fmla="*/ 11 h 107"/>
                  <a:gd name="T6" fmla="*/ 252 w 632"/>
                  <a:gd name="T7" fmla="*/ 20 h 107"/>
                  <a:gd name="T8" fmla="*/ 250 w 632"/>
                  <a:gd name="T9" fmla="*/ 27 h 107"/>
                  <a:gd name="T10" fmla="*/ 180 w 632"/>
                  <a:gd name="T11" fmla="*/ 18 h 107"/>
                  <a:gd name="T12" fmla="*/ 77 w 632"/>
                  <a:gd name="T13" fmla="*/ 16 h 107"/>
                  <a:gd name="T14" fmla="*/ 0 w 632"/>
                  <a:gd name="T15" fmla="*/ 43 h 107"/>
                  <a:gd name="T16" fmla="*/ 0 w 632"/>
                  <a:gd name="T17" fmla="*/ 40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2" h="107">
                    <a:moveTo>
                      <a:pt x="0" y="99"/>
                    </a:moveTo>
                    <a:cubicBezTo>
                      <a:pt x="0" y="99"/>
                      <a:pt x="102" y="87"/>
                      <a:pt x="149" y="48"/>
                    </a:cubicBezTo>
                    <a:cubicBezTo>
                      <a:pt x="195" y="9"/>
                      <a:pt x="324" y="2"/>
                      <a:pt x="413" y="27"/>
                    </a:cubicBezTo>
                    <a:cubicBezTo>
                      <a:pt x="502" y="53"/>
                      <a:pt x="632" y="50"/>
                      <a:pt x="632" y="50"/>
                    </a:cubicBezTo>
                    <a:cubicBezTo>
                      <a:pt x="628" y="66"/>
                      <a:pt x="628" y="66"/>
                      <a:pt x="628" y="66"/>
                    </a:cubicBezTo>
                    <a:cubicBezTo>
                      <a:pt x="628" y="66"/>
                      <a:pt x="473" y="54"/>
                      <a:pt x="450" y="45"/>
                    </a:cubicBezTo>
                    <a:cubicBezTo>
                      <a:pt x="428" y="36"/>
                      <a:pt x="256" y="0"/>
                      <a:pt x="195" y="38"/>
                    </a:cubicBezTo>
                    <a:cubicBezTo>
                      <a:pt x="134" y="75"/>
                      <a:pt x="43" y="105"/>
                      <a:pt x="0" y="107"/>
                    </a:cubicBez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5" name="Freeform 540">
                <a:extLst>
                  <a:ext uri="{FF2B5EF4-FFF2-40B4-BE49-F238E27FC236}">
                    <a16:creationId xmlns:a16="http://schemas.microsoft.com/office/drawing/2014/main" id="{6AE207C5-06AA-436D-A0F5-9A3B02402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3018"/>
                <a:ext cx="456" cy="54"/>
              </a:xfrm>
              <a:custGeom>
                <a:avLst/>
                <a:gdLst>
                  <a:gd name="T0" fmla="*/ 0 w 619"/>
                  <a:gd name="T1" fmla="*/ 24 h 73"/>
                  <a:gd name="T2" fmla="*/ 83 w 619"/>
                  <a:gd name="T3" fmla="*/ 4 h 73"/>
                  <a:gd name="T4" fmla="*/ 247 w 619"/>
                  <a:gd name="T5" fmla="*/ 7 h 73"/>
                  <a:gd name="T6" fmla="*/ 248 w 619"/>
                  <a:gd name="T7" fmla="*/ 14 h 73"/>
                  <a:gd name="T8" fmla="*/ 220 w 619"/>
                  <a:gd name="T9" fmla="*/ 13 h 73"/>
                  <a:gd name="T10" fmla="*/ 83 w 619"/>
                  <a:gd name="T11" fmla="*/ 9 h 73"/>
                  <a:gd name="T12" fmla="*/ 5 w 619"/>
                  <a:gd name="T13" fmla="*/ 30 h 73"/>
                  <a:gd name="T14" fmla="*/ 0 w 619"/>
                  <a:gd name="T15" fmla="*/ 24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9" h="73">
                    <a:moveTo>
                      <a:pt x="0" y="58"/>
                    </a:moveTo>
                    <a:cubicBezTo>
                      <a:pt x="0" y="58"/>
                      <a:pt x="139" y="18"/>
                      <a:pt x="206" y="9"/>
                    </a:cubicBezTo>
                    <a:cubicBezTo>
                      <a:pt x="274" y="0"/>
                      <a:pt x="598" y="42"/>
                      <a:pt x="618" y="17"/>
                    </a:cubicBezTo>
                    <a:cubicBezTo>
                      <a:pt x="619" y="35"/>
                      <a:pt x="619" y="35"/>
                      <a:pt x="619" y="35"/>
                    </a:cubicBezTo>
                    <a:cubicBezTo>
                      <a:pt x="619" y="35"/>
                      <a:pt x="577" y="32"/>
                      <a:pt x="550" y="33"/>
                    </a:cubicBezTo>
                    <a:cubicBezTo>
                      <a:pt x="523" y="35"/>
                      <a:pt x="251" y="11"/>
                      <a:pt x="208" y="21"/>
                    </a:cubicBezTo>
                    <a:cubicBezTo>
                      <a:pt x="164" y="32"/>
                      <a:pt x="35" y="36"/>
                      <a:pt x="12" y="73"/>
                    </a:cubicBez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6" name="Freeform 541">
                <a:extLst>
                  <a:ext uri="{FF2B5EF4-FFF2-40B4-BE49-F238E27FC236}">
                    <a16:creationId xmlns:a16="http://schemas.microsoft.com/office/drawing/2014/main" id="{BE743242-E8F8-4FB8-9838-56AEDDEDA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3136"/>
                <a:ext cx="456" cy="33"/>
              </a:xfrm>
              <a:custGeom>
                <a:avLst/>
                <a:gdLst>
                  <a:gd name="T0" fmla="*/ 0 w 619"/>
                  <a:gd name="T1" fmla="*/ 13 h 45"/>
                  <a:gd name="T2" fmla="*/ 64 w 619"/>
                  <a:gd name="T3" fmla="*/ 1 h 45"/>
                  <a:gd name="T4" fmla="*/ 82 w 619"/>
                  <a:gd name="T5" fmla="*/ 1 h 45"/>
                  <a:gd name="T6" fmla="*/ 248 w 619"/>
                  <a:gd name="T7" fmla="*/ 4 h 45"/>
                  <a:gd name="T8" fmla="*/ 246 w 619"/>
                  <a:gd name="T9" fmla="*/ 11 h 45"/>
                  <a:gd name="T10" fmla="*/ 201 w 619"/>
                  <a:gd name="T11" fmla="*/ 11 h 45"/>
                  <a:gd name="T12" fmla="*/ 63 w 619"/>
                  <a:gd name="T13" fmla="*/ 5 h 45"/>
                  <a:gd name="T14" fmla="*/ 1 w 619"/>
                  <a:gd name="T15" fmla="*/ 18 h 45"/>
                  <a:gd name="T16" fmla="*/ 0 w 619"/>
                  <a:gd name="T17" fmla="*/ 1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9" h="45">
                    <a:moveTo>
                      <a:pt x="0" y="33"/>
                    </a:moveTo>
                    <a:cubicBezTo>
                      <a:pt x="0" y="33"/>
                      <a:pt x="93" y="10"/>
                      <a:pt x="160" y="3"/>
                    </a:cubicBezTo>
                    <a:cubicBezTo>
                      <a:pt x="177" y="1"/>
                      <a:pt x="192" y="0"/>
                      <a:pt x="204" y="1"/>
                    </a:cubicBezTo>
                    <a:cubicBezTo>
                      <a:pt x="263" y="6"/>
                      <a:pt x="589" y="34"/>
                      <a:pt x="619" y="9"/>
                    </a:cubicBezTo>
                    <a:cubicBezTo>
                      <a:pt x="616" y="27"/>
                      <a:pt x="616" y="27"/>
                      <a:pt x="616" y="27"/>
                    </a:cubicBezTo>
                    <a:cubicBezTo>
                      <a:pt x="616" y="27"/>
                      <a:pt x="524" y="27"/>
                      <a:pt x="503" y="27"/>
                    </a:cubicBezTo>
                    <a:cubicBezTo>
                      <a:pt x="482" y="27"/>
                      <a:pt x="197" y="3"/>
                      <a:pt x="158" y="12"/>
                    </a:cubicBezTo>
                    <a:cubicBezTo>
                      <a:pt x="119" y="21"/>
                      <a:pt x="36" y="24"/>
                      <a:pt x="3" y="45"/>
                    </a:cubicBez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7" name="Freeform 542">
                <a:extLst>
                  <a:ext uri="{FF2B5EF4-FFF2-40B4-BE49-F238E27FC236}">
                    <a16:creationId xmlns:a16="http://schemas.microsoft.com/office/drawing/2014/main" id="{B2922BF2-5F99-42A5-9CE0-40BDC5FF4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3246"/>
                <a:ext cx="465" cy="34"/>
              </a:xfrm>
              <a:custGeom>
                <a:avLst/>
                <a:gdLst>
                  <a:gd name="T0" fmla="*/ 2 w 631"/>
                  <a:gd name="T1" fmla="*/ 0 h 45"/>
                  <a:gd name="T2" fmla="*/ 55 w 631"/>
                  <a:gd name="T3" fmla="*/ 13 h 45"/>
                  <a:gd name="T4" fmla="*/ 253 w 631"/>
                  <a:gd name="T5" fmla="*/ 6 h 45"/>
                  <a:gd name="T6" fmla="*/ 249 w 631"/>
                  <a:gd name="T7" fmla="*/ 13 h 45"/>
                  <a:gd name="T8" fmla="*/ 196 w 631"/>
                  <a:gd name="T9" fmla="*/ 15 h 45"/>
                  <a:gd name="T10" fmla="*/ 28 w 631"/>
                  <a:gd name="T11" fmla="*/ 15 h 45"/>
                  <a:gd name="T12" fmla="*/ 0 w 631"/>
                  <a:gd name="T13" fmla="*/ 4 h 45"/>
                  <a:gd name="T14" fmla="*/ 2 w 631"/>
                  <a:gd name="T15" fmla="*/ 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1" h="45">
                    <a:moveTo>
                      <a:pt x="5" y="0"/>
                    </a:moveTo>
                    <a:cubicBezTo>
                      <a:pt x="5" y="0"/>
                      <a:pt x="66" y="37"/>
                      <a:pt x="138" y="31"/>
                    </a:cubicBezTo>
                    <a:cubicBezTo>
                      <a:pt x="210" y="25"/>
                      <a:pt x="596" y="41"/>
                      <a:pt x="631" y="15"/>
                    </a:cubicBezTo>
                    <a:cubicBezTo>
                      <a:pt x="623" y="31"/>
                      <a:pt x="623" y="31"/>
                      <a:pt x="623" y="31"/>
                    </a:cubicBezTo>
                    <a:cubicBezTo>
                      <a:pt x="623" y="31"/>
                      <a:pt x="528" y="34"/>
                      <a:pt x="490" y="36"/>
                    </a:cubicBezTo>
                    <a:cubicBezTo>
                      <a:pt x="460" y="37"/>
                      <a:pt x="138" y="45"/>
                      <a:pt x="71" y="36"/>
                    </a:cubicBezTo>
                    <a:cubicBezTo>
                      <a:pt x="3" y="27"/>
                      <a:pt x="0" y="9"/>
                      <a:pt x="0" y="9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8" name="Freeform 543">
                <a:extLst>
                  <a:ext uri="{FF2B5EF4-FFF2-40B4-BE49-F238E27FC236}">
                    <a16:creationId xmlns:a16="http://schemas.microsoft.com/office/drawing/2014/main" id="{EF51DFD7-2AE6-4F03-BB13-585F6D3C7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1919"/>
                <a:ext cx="51" cy="65"/>
              </a:xfrm>
              <a:custGeom>
                <a:avLst/>
                <a:gdLst>
                  <a:gd name="T0" fmla="*/ 26 w 70"/>
                  <a:gd name="T1" fmla="*/ 20 h 89"/>
                  <a:gd name="T2" fmla="*/ 11 w 70"/>
                  <a:gd name="T3" fmla="*/ 34 h 89"/>
                  <a:gd name="T4" fmla="*/ 1 w 70"/>
                  <a:gd name="T5" fmla="*/ 15 h 89"/>
                  <a:gd name="T6" fmla="*/ 17 w 70"/>
                  <a:gd name="T7" fmla="*/ 1 h 89"/>
                  <a:gd name="T8" fmla="*/ 26 w 70"/>
                  <a:gd name="T9" fmla="*/ 2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89">
                    <a:moveTo>
                      <a:pt x="66" y="50"/>
                    </a:moveTo>
                    <a:cubicBezTo>
                      <a:pt x="62" y="73"/>
                      <a:pt x="45" y="89"/>
                      <a:pt x="28" y="87"/>
                    </a:cubicBezTo>
                    <a:cubicBezTo>
                      <a:pt x="11" y="84"/>
                      <a:pt x="0" y="63"/>
                      <a:pt x="4" y="39"/>
                    </a:cubicBezTo>
                    <a:cubicBezTo>
                      <a:pt x="8" y="16"/>
                      <a:pt x="25" y="0"/>
                      <a:pt x="42" y="3"/>
                    </a:cubicBezTo>
                    <a:cubicBezTo>
                      <a:pt x="59" y="5"/>
                      <a:pt x="70" y="27"/>
                      <a:pt x="66" y="50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9" name="Freeform 544">
                <a:extLst>
                  <a:ext uri="{FF2B5EF4-FFF2-40B4-BE49-F238E27FC236}">
                    <a16:creationId xmlns:a16="http://schemas.microsoft.com/office/drawing/2014/main" id="{475E2CB7-62F3-4B0E-AD72-EF8D0DF9B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919"/>
                <a:ext cx="36" cy="44"/>
              </a:xfrm>
              <a:custGeom>
                <a:avLst/>
                <a:gdLst>
                  <a:gd name="T0" fmla="*/ 17 w 49"/>
                  <a:gd name="T1" fmla="*/ 16 h 59"/>
                  <a:gd name="T2" fmla="*/ 5 w 49"/>
                  <a:gd name="T3" fmla="*/ 22 h 59"/>
                  <a:gd name="T4" fmla="*/ 3 w 49"/>
                  <a:gd name="T5" fmla="*/ 9 h 59"/>
                  <a:gd name="T6" fmla="*/ 15 w 49"/>
                  <a:gd name="T7" fmla="*/ 2 h 59"/>
                  <a:gd name="T8" fmla="*/ 17 w 49"/>
                  <a:gd name="T9" fmla="*/ 1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59">
                    <a:moveTo>
                      <a:pt x="42" y="39"/>
                    </a:moveTo>
                    <a:cubicBezTo>
                      <a:pt x="35" y="52"/>
                      <a:pt x="21" y="59"/>
                      <a:pt x="12" y="54"/>
                    </a:cubicBezTo>
                    <a:cubicBezTo>
                      <a:pt x="2" y="50"/>
                      <a:pt x="0" y="34"/>
                      <a:pt x="7" y="21"/>
                    </a:cubicBezTo>
                    <a:cubicBezTo>
                      <a:pt x="14" y="7"/>
                      <a:pt x="27" y="0"/>
                      <a:pt x="37" y="5"/>
                    </a:cubicBezTo>
                    <a:cubicBezTo>
                      <a:pt x="47" y="10"/>
                      <a:pt x="49" y="25"/>
                      <a:pt x="42" y="39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0" name="Freeform 545">
                <a:extLst>
                  <a:ext uri="{FF2B5EF4-FFF2-40B4-BE49-F238E27FC236}">
                    <a16:creationId xmlns:a16="http://schemas.microsoft.com/office/drawing/2014/main" id="{8AA6D64B-8DB2-4E88-8326-44AB3B428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923"/>
                <a:ext cx="18" cy="20"/>
              </a:xfrm>
              <a:custGeom>
                <a:avLst/>
                <a:gdLst>
                  <a:gd name="T0" fmla="*/ 7 w 25"/>
                  <a:gd name="T1" fmla="*/ 7 h 27"/>
                  <a:gd name="T2" fmla="*/ 1 w 25"/>
                  <a:gd name="T3" fmla="*/ 10 h 27"/>
                  <a:gd name="T4" fmla="*/ 2 w 25"/>
                  <a:gd name="T5" fmla="*/ 3 h 27"/>
                  <a:gd name="T6" fmla="*/ 8 w 25"/>
                  <a:gd name="T7" fmla="*/ 1 h 27"/>
                  <a:gd name="T8" fmla="*/ 7 w 25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20" y="19"/>
                    </a:moveTo>
                    <a:cubicBezTo>
                      <a:pt x="15" y="25"/>
                      <a:pt x="8" y="27"/>
                      <a:pt x="4" y="23"/>
                    </a:cubicBezTo>
                    <a:cubicBezTo>
                      <a:pt x="0" y="20"/>
                      <a:pt x="1" y="13"/>
                      <a:pt x="5" y="7"/>
                    </a:cubicBezTo>
                    <a:cubicBezTo>
                      <a:pt x="10" y="2"/>
                      <a:pt x="17" y="0"/>
                      <a:pt x="21" y="3"/>
                    </a:cubicBezTo>
                    <a:cubicBezTo>
                      <a:pt x="25" y="7"/>
                      <a:pt x="24" y="14"/>
                      <a:pt x="20" y="19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1" name="Freeform 546">
                <a:extLst>
                  <a:ext uri="{FF2B5EF4-FFF2-40B4-BE49-F238E27FC236}">
                    <a16:creationId xmlns:a16="http://schemas.microsoft.com/office/drawing/2014/main" id="{42630F16-CE7C-4DC8-9F1C-13B5037D9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927"/>
                <a:ext cx="6" cy="5"/>
              </a:xfrm>
              <a:custGeom>
                <a:avLst/>
                <a:gdLst>
                  <a:gd name="T0" fmla="*/ 3 w 8"/>
                  <a:gd name="T1" fmla="*/ 1 h 7"/>
                  <a:gd name="T2" fmla="*/ 2 w 8"/>
                  <a:gd name="T3" fmla="*/ 2 h 7"/>
                  <a:gd name="T4" fmla="*/ 1 w 8"/>
                  <a:gd name="T5" fmla="*/ 2 h 7"/>
                  <a:gd name="T6" fmla="*/ 2 w 8"/>
                  <a:gd name="T7" fmla="*/ 1 h 7"/>
                  <a:gd name="T8" fmla="*/ 3 w 8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7" y="2"/>
                    </a:moveTo>
                    <a:cubicBezTo>
                      <a:pt x="8" y="4"/>
                      <a:pt x="7" y="6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2" name="Freeform 547">
                <a:extLst>
                  <a:ext uri="{FF2B5EF4-FFF2-40B4-BE49-F238E27FC236}">
                    <a16:creationId xmlns:a16="http://schemas.microsoft.com/office/drawing/2014/main" id="{40B4C4FB-AB94-4D6B-B28B-C1D489899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1933"/>
                <a:ext cx="8" cy="9"/>
              </a:xfrm>
              <a:custGeom>
                <a:avLst/>
                <a:gdLst>
                  <a:gd name="T0" fmla="*/ 4 w 10"/>
                  <a:gd name="T1" fmla="*/ 1 h 12"/>
                  <a:gd name="T2" fmla="*/ 5 w 10"/>
                  <a:gd name="T3" fmla="*/ 3 h 12"/>
                  <a:gd name="T4" fmla="*/ 2 w 10"/>
                  <a:gd name="T5" fmla="*/ 5 h 12"/>
                  <a:gd name="T6" fmla="*/ 1 w 10"/>
                  <a:gd name="T7" fmla="*/ 2 h 12"/>
                  <a:gd name="T8" fmla="*/ 4 w 10"/>
                  <a:gd name="T9" fmla="*/ 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7" y="1"/>
                    </a:moveTo>
                    <a:cubicBezTo>
                      <a:pt x="9" y="2"/>
                      <a:pt x="10" y="5"/>
                      <a:pt x="9" y="7"/>
                    </a:cubicBezTo>
                    <a:cubicBezTo>
                      <a:pt x="8" y="10"/>
                      <a:pt x="6" y="12"/>
                      <a:pt x="3" y="11"/>
                    </a:cubicBezTo>
                    <a:cubicBezTo>
                      <a:pt x="1" y="10"/>
                      <a:pt x="0" y="7"/>
                      <a:pt x="1" y="5"/>
                    </a:cubicBezTo>
                    <a:cubicBezTo>
                      <a:pt x="2" y="2"/>
                      <a:pt x="5" y="0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3" name="Freeform 548">
                <a:extLst>
                  <a:ext uri="{FF2B5EF4-FFF2-40B4-BE49-F238E27FC236}">
                    <a16:creationId xmlns:a16="http://schemas.microsoft.com/office/drawing/2014/main" id="{994223E1-8122-4AE6-90B4-CB4BB05CF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934"/>
                <a:ext cx="8" cy="26"/>
              </a:xfrm>
              <a:custGeom>
                <a:avLst/>
                <a:gdLst>
                  <a:gd name="T0" fmla="*/ 4 w 11"/>
                  <a:gd name="T1" fmla="*/ 0 h 35"/>
                  <a:gd name="T2" fmla="*/ 1 w 11"/>
                  <a:gd name="T3" fmla="*/ 14 h 35"/>
                  <a:gd name="T4" fmla="*/ 4 w 11"/>
                  <a:gd name="T5" fmla="*/ 1 h 35"/>
                  <a:gd name="T6" fmla="*/ 4 w 11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5">
                    <a:moveTo>
                      <a:pt x="10" y="0"/>
                    </a:moveTo>
                    <a:cubicBezTo>
                      <a:pt x="10" y="0"/>
                      <a:pt x="0" y="13"/>
                      <a:pt x="4" y="35"/>
                    </a:cubicBezTo>
                    <a:cubicBezTo>
                      <a:pt x="4" y="35"/>
                      <a:pt x="1" y="16"/>
                      <a:pt x="11" y="2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4" name="Freeform 549">
                <a:extLst>
                  <a:ext uri="{FF2B5EF4-FFF2-40B4-BE49-F238E27FC236}">
                    <a16:creationId xmlns:a16="http://schemas.microsoft.com/office/drawing/2014/main" id="{9D02891A-F326-4761-9B66-B0969B8D0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741"/>
                <a:ext cx="66" cy="124"/>
              </a:xfrm>
              <a:custGeom>
                <a:avLst/>
                <a:gdLst>
                  <a:gd name="T0" fmla="*/ 29 w 89"/>
                  <a:gd name="T1" fmla="*/ 41 h 168"/>
                  <a:gd name="T2" fmla="*/ 6 w 89"/>
                  <a:gd name="T3" fmla="*/ 63 h 168"/>
                  <a:gd name="T4" fmla="*/ 7 w 89"/>
                  <a:gd name="T5" fmla="*/ 27 h 168"/>
                  <a:gd name="T6" fmla="*/ 30 w 89"/>
                  <a:gd name="T7" fmla="*/ 4 h 168"/>
                  <a:gd name="T8" fmla="*/ 29 w 89"/>
                  <a:gd name="T9" fmla="*/ 41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68">
                    <a:moveTo>
                      <a:pt x="72" y="100"/>
                    </a:moveTo>
                    <a:cubicBezTo>
                      <a:pt x="56" y="141"/>
                      <a:pt x="30" y="168"/>
                      <a:pt x="15" y="159"/>
                    </a:cubicBezTo>
                    <a:cubicBezTo>
                      <a:pt x="0" y="150"/>
                      <a:pt x="0" y="109"/>
                      <a:pt x="17" y="68"/>
                    </a:cubicBezTo>
                    <a:cubicBezTo>
                      <a:pt x="33" y="26"/>
                      <a:pt x="59" y="0"/>
                      <a:pt x="74" y="9"/>
                    </a:cubicBezTo>
                    <a:cubicBezTo>
                      <a:pt x="89" y="17"/>
                      <a:pt x="88" y="58"/>
                      <a:pt x="72" y="100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5" name="Freeform 550">
                <a:extLst>
                  <a:ext uri="{FF2B5EF4-FFF2-40B4-BE49-F238E27FC236}">
                    <a16:creationId xmlns:a16="http://schemas.microsoft.com/office/drawing/2014/main" id="{278BC96C-2813-4344-BB8C-F7CCCEEBC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1744"/>
                <a:ext cx="47" cy="79"/>
              </a:xfrm>
              <a:custGeom>
                <a:avLst/>
                <a:gdLst>
                  <a:gd name="T0" fmla="*/ 17 w 65"/>
                  <a:gd name="T1" fmla="*/ 30 h 107"/>
                  <a:gd name="T2" fmla="*/ 3 w 65"/>
                  <a:gd name="T3" fmla="*/ 38 h 107"/>
                  <a:gd name="T4" fmla="*/ 7 w 65"/>
                  <a:gd name="T5" fmla="*/ 13 h 107"/>
                  <a:gd name="T6" fmla="*/ 22 w 65"/>
                  <a:gd name="T7" fmla="*/ 4 h 107"/>
                  <a:gd name="T8" fmla="*/ 17 w 65"/>
                  <a:gd name="T9" fmla="*/ 3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07">
                    <a:moveTo>
                      <a:pt x="45" y="73"/>
                    </a:moveTo>
                    <a:cubicBezTo>
                      <a:pt x="31" y="97"/>
                      <a:pt x="14" y="107"/>
                      <a:pt x="7" y="96"/>
                    </a:cubicBezTo>
                    <a:cubicBezTo>
                      <a:pt x="0" y="85"/>
                      <a:pt x="6" y="57"/>
                      <a:pt x="20" y="33"/>
                    </a:cubicBezTo>
                    <a:cubicBezTo>
                      <a:pt x="34" y="10"/>
                      <a:pt x="51" y="0"/>
                      <a:pt x="58" y="11"/>
                    </a:cubicBezTo>
                    <a:cubicBezTo>
                      <a:pt x="65" y="22"/>
                      <a:pt x="59" y="50"/>
                      <a:pt x="45" y="73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6" name="Freeform 551">
                <a:extLst>
                  <a:ext uri="{FF2B5EF4-FFF2-40B4-BE49-F238E27FC236}">
                    <a16:creationId xmlns:a16="http://schemas.microsoft.com/office/drawing/2014/main" id="{67B71F1A-37F3-4200-8962-EFD6EF98A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751"/>
                <a:ext cx="23" cy="34"/>
              </a:xfrm>
              <a:custGeom>
                <a:avLst/>
                <a:gdLst>
                  <a:gd name="T0" fmla="*/ 8 w 31"/>
                  <a:gd name="T1" fmla="*/ 15 h 46"/>
                  <a:gd name="T2" fmla="*/ 1 w 31"/>
                  <a:gd name="T3" fmla="*/ 16 h 46"/>
                  <a:gd name="T4" fmla="*/ 5 w 31"/>
                  <a:gd name="T5" fmla="*/ 4 h 46"/>
                  <a:gd name="T6" fmla="*/ 12 w 31"/>
                  <a:gd name="T7" fmla="*/ 3 h 46"/>
                  <a:gd name="T8" fmla="*/ 8 w 31"/>
                  <a:gd name="T9" fmla="*/ 15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6">
                    <a:moveTo>
                      <a:pt x="20" y="36"/>
                    </a:moveTo>
                    <a:cubicBezTo>
                      <a:pt x="12" y="45"/>
                      <a:pt x="5" y="46"/>
                      <a:pt x="2" y="39"/>
                    </a:cubicBezTo>
                    <a:cubicBezTo>
                      <a:pt x="0" y="32"/>
                      <a:pt x="4" y="19"/>
                      <a:pt x="12" y="10"/>
                    </a:cubicBezTo>
                    <a:cubicBezTo>
                      <a:pt x="19" y="1"/>
                      <a:pt x="27" y="0"/>
                      <a:pt x="29" y="7"/>
                    </a:cubicBezTo>
                    <a:cubicBezTo>
                      <a:pt x="31" y="13"/>
                      <a:pt x="27" y="26"/>
                      <a:pt x="20" y="36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7" name="Freeform 552">
                <a:extLst>
                  <a:ext uri="{FF2B5EF4-FFF2-40B4-BE49-F238E27FC236}">
                    <a16:creationId xmlns:a16="http://schemas.microsoft.com/office/drawing/2014/main" id="{AD20F0C6-5324-4E3D-82EF-EC57BF6DD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757"/>
                <a:ext cx="6" cy="9"/>
              </a:xfrm>
              <a:custGeom>
                <a:avLst/>
                <a:gdLst>
                  <a:gd name="T0" fmla="*/ 4 w 8"/>
                  <a:gd name="T1" fmla="*/ 1 h 13"/>
                  <a:gd name="T2" fmla="*/ 2 w 8"/>
                  <a:gd name="T3" fmla="*/ 4 h 13"/>
                  <a:gd name="T4" fmla="*/ 0 w 8"/>
                  <a:gd name="T5" fmla="*/ 3 h 13"/>
                  <a:gd name="T6" fmla="*/ 2 w 8"/>
                  <a:gd name="T7" fmla="*/ 1 h 13"/>
                  <a:gd name="T8" fmla="*/ 4 w 8"/>
                  <a:gd name="T9" fmla="*/ 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8" y="5"/>
                    </a:moveTo>
                    <a:cubicBezTo>
                      <a:pt x="8" y="7"/>
                      <a:pt x="6" y="10"/>
                      <a:pt x="4" y="12"/>
                    </a:cubicBezTo>
                    <a:cubicBezTo>
                      <a:pt x="2" y="13"/>
                      <a:pt x="0" y="11"/>
                      <a:pt x="0" y="9"/>
                    </a:cubicBezTo>
                    <a:cubicBezTo>
                      <a:pt x="0" y="6"/>
                      <a:pt x="2" y="3"/>
                      <a:pt x="4" y="2"/>
                    </a:cubicBezTo>
                    <a:cubicBezTo>
                      <a:pt x="6" y="0"/>
                      <a:pt x="8" y="2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8" name="Freeform 553">
                <a:extLst>
                  <a:ext uri="{FF2B5EF4-FFF2-40B4-BE49-F238E27FC236}">
                    <a16:creationId xmlns:a16="http://schemas.microsoft.com/office/drawing/2014/main" id="{CDAB76DF-7083-4C5D-B679-83690296E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766"/>
                <a:ext cx="9" cy="16"/>
              </a:xfrm>
              <a:custGeom>
                <a:avLst/>
                <a:gdLst>
                  <a:gd name="T0" fmla="*/ 4 w 13"/>
                  <a:gd name="T1" fmla="*/ 1 h 22"/>
                  <a:gd name="T2" fmla="*/ 3 w 13"/>
                  <a:gd name="T3" fmla="*/ 5 h 22"/>
                  <a:gd name="T4" fmla="*/ 1 w 13"/>
                  <a:gd name="T5" fmla="*/ 8 h 22"/>
                  <a:gd name="T6" fmla="*/ 1 w 13"/>
                  <a:gd name="T7" fmla="*/ 3 h 22"/>
                  <a:gd name="T8" fmla="*/ 4 w 13"/>
                  <a:gd name="T9" fmla="*/ 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11" y="2"/>
                    </a:moveTo>
                    <a:cubicBezTo>
                      <a:pt x="13" y="4"/>
                      <a:pt x="12" y="9"/>
                      <a:pt x="10" y="14"/>
                    </a:cubicBezTo>
                    <a:cubicBezTo>
                      <a:pt x="7" y="19"/>
                      <a:pt x="4" y="22"/>
                      <a:pt x="2" y="20"/>
                    </a:cubicBezTo>
                    <a:cubicBezTo>
                      <a:pt x="0" y="18"/>
                      <a:pt x="1" y="12"/>
                      <a:pt x="3" y="7"/>
                    </a:cubicBezTo>
                    <a:cubicBezTo>
                      <a:pt x="6" y="2"/>
                      <a:pt x="9" y="0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9" name="Freeform 554">
                <a:extLst>
                  <a:ext uri="{FF2B5EF4-FFF2-40B4-BE49-F238E27FC236}">
                    <a16:creationId xmlns:a16="http://schemas.microsoft.com/office/drawing/2014/main" id="{6DC0FC58-2314-49CC-8DF3-E8DC39A09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1769"/>
                <a:ext cx="18" cy="46"/>
              </a:xfrm>
              <a:custGeom>
                <a:avLst/>
                <a:gdLst>
                  <a:gd name="T0" fmla="*/ 11 w 24"/>
                  <a:gd name="T1" fmla="*/ 0 h 62"/>
                  <a:gd name="T2" fmla="*/ 0 w 24"/>
                  <a:gd name="T3" fmla="*/ 25 h 62"/>
                  <a:gd name="T4" fmla="*/ 11 w 24"/>
                  <a:gd name="T5" fmla="*/ 1 h 62"/>
                  <a:gd name="T6" fmla="*/ 11 w 24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62">
                    <a:moveTo>
                      <a:pt x="24" y="0"/>
                    </a:moveTo>
                    <a:cubicBezTo>
                      <a:pt x="24" y="0"/>
                      <a:pt x="8" y="21"/>
                      <a:pt x="0" y="62"/>
                    </a:cubicBezTo>
                    <a:cubicBezTo>
                      <a:pt x="0" y="62"/>
                      <a:pt x="7" y="27"/>
                      <a:pt x="24" y="3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0" name="Freeform 555">
                <a:extLst>
                  <a:ext uri="{FF2B5EF4-FFF2-40B4-BE49-F238E27FC236}">
                    <a16:creationId xmlns:a16="http://schemas.microsoft.com/office/drawing/2014/main" id="{62B4B488-C731-4E91-97A0-AA52D610F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600"/>
                <a:ext cx="47" cy="120"/>
              </a:xfrm>
              <a:custGeom>
                <a:avLst/>
                <a:gdLst>
                  <a:gd name="T0" fmla="*/ 23 w 64"/>
                  <a:gd name="T1" fmla="*/ 37 h 162"/>
                  <a:gd name="T2" fmla="*/ 7 w 64"/>
                  <a:gd name="T3" fmla="*/ 64 h 162"/>
                  <a:gd name="T4" fmla="*/ 3 w 64"/>
                  <a:gd name="T5" fmla="*/ 29 h 162"/>
                  <a:gd name="T6" fmla="*/ 18 w 64"/>
                  <a:gd name="T7" fmla="*/ 2 h 162"/>
                  <a:gd name="T8" fmla="*/ 23 w 64"/>
                  <a:gd name="T9" fmla="*/ 37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62">
                    <a:moveTo>
                      <a:pt x="57" y="91"/>
                    </a:moveTo>
                    <a:cubicBezTo>
                      <a:pt x="50" y="133"/>
                      <a:pt x="33" y="162"/>
                      <a:pt x="19" y="157"/>
                    </a:cubicBezTo>
                    <a:cubicBezTo>
                      <a:pt x="5" y="152"/>
                      <a:pt x="0" y="114"/>
                      <a:pt x="7" y="72"/>
                    </a:cubicBezTo>
                    <a:cubicBezTo>
                      <a:pt x="14" y="30"/>
                      <a:pt x="31" y="0"/>
                      <a:pt x="45" y="6"/>
                    </a:cubicBezTo>
                    <a:cubicBezTo>
                      <a:pt x="58" y="11"/>
                      <a:pt x="64" y="49"/>
                      <a:pt x="57" y="91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1" name="Freeform 556">
                <a:extLst>
                  <a:ext uri="{FF2B5EF4-FFF2-40B4-BE49-F238E27FC236}">
                    <a16:creationId xmlns:a16="http://schemas.microsoft.com/office/drawing/2014/main" id="{48FEB617-2BAC-448C-ACB7-77DCCAC60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1603"/>
                <a:ext cx="31" cy="78"/>
              </a:xfrm>
              <a:custGeom>
                <a:avLst/>
                <a:gdLst>
                  <a:gd name="T0" fmla="*/ 13 w 43"/>
                  <a:gd name="T1" fmla="*/ 26 h 107"/>
                  <a:gd name="T2" fmla="*/ 3 w 43"/>
                  <a:gd name="T3" fmla="*/ 38 h 107"/>
                  <a:gd name="T4" fmla="*/ 3 w 43"/>
                  <a:gd name="T5" fmla="*/ 15 h 107"/>
                  <a:gd name="T6" fmla="*/ 14 w 43"/>
                  <a:gd name="T7" fmla="*/ 4 h 107"/>
                  <a:gd name="T8" fmla="*/ 13 w 43"/>
                  <a:gd name="T9" fmla="*/ 26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07">
                    <a:moveTo>
                      <a:pt x="35" y="69"/>
                    </a:moveTo>
                    <a:cubicBezTo>
                      <a:pt x="27" y="94"/>
                      <a:pt x="14" y="107"/>
                      <a:pt x="7" y="98"/>
                    </a:cubicBezTo>
                    <a:cubicBezTo>
                      <a:pt x="0" y="89"/>
                      <a:pt x="0" y="62"/>
                      <a:pt x="8" y="37"/>
                    </a:cubicBezTo>
                    <a:cubicBezTo>
                      <a:pt x="16" y="13"/>
                      <a:pt x="29" y="0"/>
                      <a:pt x="36" y="9"/>
                    </a:cubicBezTo>
                    <a:cubicBezTo>
                      <a:pt x="43" y="17"/>
                      <a:pt x="43" y="45"/>
                      <a:pt x="35" y="69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2" name="Freeform 557">
                <a:extLst>
                  <a:ext uri="{FF2B5EF4-FFF2-40B4-BE49-F238E27FC236}">
                    <a16:creationId xmlns:a16="http://schemas.microsoft.com/office/drawing/2014/main" id="{FE2B6B50-3706-4E78-9C42-8B13D084A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609"/>
                <a:ext cx="17" cy="36"/>
              </a:xfrm>
              <a:custGeom>
                <a:avLst/>
                <a:gdLst>
                  <a:gd name="T0" fmla="*/ 7 w 23"/>
                  <a:gd name="T1" fmla="*/ 15 h 48"/>
                  <a:gd name="T2" fmla="*/ 1 w 23"/>
                  <a:gd name="T3" fmla="*/ 18 h 48"/>
                  <a:gd name="T4" fmla="*/ 2 w 23"/>
                  <a:gd name="T5" fmla="*/ 6 h 48"/>
                  <a:gd name="T6" fmla="*/ 8 w 23"/>
                  <a:gd name="T7" fmla="*/ 3 h 48"/>
                  <a:gd name="T8" fmla="*/ 7 w 23"/>
                  <a:gd name="T9" fmla="*/ 15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8">
                    <a:moveTo>
                      <a:pt x="17" y="35"/>
                    </a:moveTo>
                    <a:cubicBezTo>
                      <a:pt x="12" y="45"/>
                      <a:pt x="6" y="48"/>
                      <a:pt x="3" y="42"/>
                    </a:cubicBezTo>
                    <a:cubicBezTo>
                      <a:pt x="0" y="36"/>
                      <a:pt x="2" y="23"/>
                      <a:pt x="6" y="13"/>
                    </a:cubicBezTo>
                    <a:cubicBezTo>
                      <a:pt x="11" y="3"/>
                      <a:pt x="17" y="0"/>
                      <a:pt x="20" y="6"/>
                    </a:cubicBezTo>
                    <a:cubicBezTo>
                      <a:pt x="23" y="12"/>
                      <a:pt x="22" y="25"/>
                      <a:pt x="17" y="35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3" name="Freeform 558">
                <a:extLst>
                  <a:ext uri="{FF2B5EF4-FFF2-40B4-BE49-F238E27FC236}">
                    <a16:creationId xmlns:a16="http://schemas.microsoft.com/office/drawing/2014/main" id="{442F1CF7-1005-4D42-9A8D-B49A6622F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617"/>
                <a:ext cx="5" cy="8"/>
              </a:xfrm>
              <a:custGeom>
                <a:avLst/>
                <a:gdLst>
                  <a:gd name="T0" fmla="*/ 2 w 7"/>
                  <a:gd name="T1" fmla="*/ 1 h 12"/>
                  <a:gd name="T2" fmla="*/ 1 w 7"/>
                  <a:gd name="T3" fmla="*/ 3 h 12"/>
                  <a:gd name="T4" fmla="*/ 0 w 7"/>
                  <a:gd name="T5" fmla="*/ 2 h 12"/>
                  <a:gd name="T6" fmla="*/ 1 w 7"/>
                  <a:gd name="T7" fmla="*/ 1 h 12"/>
                  <a:gd name="T8" fmla="*/ 2 w 7"/>
                  <a:gd name="T9" fmla="*/ 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6" y="3"/>
                    </a:moveTo>
                    <a:cubicBezTo>
                      <a:pt x="7" y="6"/>
                      <a:pt x="6" y="9"/>
                      <a:pt x="4" y="10"/>
                    </a:cubicBezTo>
                    <a:cubicBezTo>
                      <a:pt x="2" y="12"/>
                      <a:pt x="1" y="11"/>
                      <a:pt x="0" y="8"/>
                    </a:cubicBezTo>
                    <a:cubicBezTo>
                      <a:pt x="0" y="6"/>
                      <a:pt x="1" y="2"/>
                      <a:pt x="3" y="1"/>
                    </a:cubicBezTo>
                    <a:cubicBezTo>
                      <a:pt x="4" y="0"/>
                      <a:pt x="6" y="0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4" name="Freeform 559">
                <a:extLst>
                  <a:ext uri="{FF2B5EF4-FFF2-40B4-BE49-F238E27FC236}">
                    <a16:creationId xmlns:a16="http://schemas.microsoft.com/office/drawing/2014/main" id="{7FF3F421-D4C0-404C-8659-7B937D9A7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626"/>
                <a:ext cx="7" cy="16"/>
              </a:xfrm>
              <a:custGeom>
                <a:avLst/>
                <a:gdLst>
                  <a:gd name="T0" fmla="*/ 3 w 9"/>
                  <a:gd name="T1" fmla="*/ 1 h 22"/>
                  <a:gd name="T2" fmla="*/ 4 w 9"/>
                  <a:gd name="T3" fmla="*/ 5 h 22"/>
                  <a:gd name="T4" fmla="*/ 2 w 9"/>
                  <a:gd name="T5" fmla="*/ 8 h 22"/>
                  <a:gd name="T6" fmla="*/ 2 w 9"/>
                  <a:gd name="T7" fmla="*/ 4 h 22"/>
                  <a:gd name="T8" fmla="*/ 3 w 9"/>
                  <a:gd name="T9" fmla="*/ 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2">
                    <a:moveTo>
                      <a:pt x="7" y="2"/>
                    </a:moveTo>
                    <a:cubicBezTo>
                      <a:pt x="9" y="3"/>
                      <a:pt x="9" y="8"/>
                      <a:pt x="8" y="14"/>
                    </a:cubicBezTo>
                    <a:cubicBezTo>
                      <a:pt x="7" y="19"/>
                      <a:pt x="4" y="22"/>
                      <a:pt x="3" y="20"/>
                    </a:cubicBezTo>
                    <a:cubicBezTo>
                      <a:pt x="1" y="19"/>
                      <a:pt x="0" y="14"/>
                      <a:pt x="2" y="9"/>
                    </a:cubicBezTo>
                    <a:cubicBezTo>
                      <a:pt x="3" y="3"/>
                      <a:pt x="5" y="0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5" name="Freeform 560">
                <a:extLst>
                  <a:ext uri="{FF2B5EF4-FFF2-40B4-BE49-F238E27FC236}">
                    <a16:creationId xmlns:a16="http://schemas.microsoft.com/office/drawing/2014/main" id="{D76CA94E-DB33-4A1D-89FD-B3FEFE98E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630"/>
                <a:ext cx="8" cy="46"/>
              </a:xfrm>
              <a:custGeom>
                <a:avLst/>
                <a:gdLst>
                  <a:gd name="T0" fmla="*/ 4 w 11"/>
                  <a:gd name="T1" fmla="*/ 0 h 63"/>
                  <a:gd name="T2" fmla="*/ 0 w 11"/>
                  <a:gd name="T3" fmla="*/ 25 h 63"/>
                  <a:gd name="T4" fmla="*/ 4 w 11"/>
                  <a:gd name="T5" fmla="*/ 1 h 63"/>
                  <a:gd name="T6" fmla="*/ 4 w 11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3">
                    <a:moveTo>
                      <a:pt x="10" y="0"/>
                    </a:moveTo>
                    <a:cubicBezTo>
                      <a:pt x="10" y="0"/>
                      <a:pt x="0" y="23"/>
                      <a:pt x="0" y="63"/>
                    </a:cubicBezTo>
                    <a:cubicBezTo>
                      <a:pt x="0" y="63"/>
                      <a:pt x="0" y="28"/>
                      <a:pt x="11" y="2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6" name="Freeform 561">
                <a:extLst>
                  <a:ext uri="{FF2B5EF4-FFF2-40B4-BE49-F238E27FC236}">
                    <a16:creationId xmlns:a16="http://schemas.microsoft.com/office/drawing/2014/main" id="{3A79B539-DD08-48A2-8597-71198937F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1324"/>
                <a:ext cx="80" cy="185"/>
              </a:xfrm>
              <a:custGeom>
                <a:avLst/>
                <a:gdLst>
                  <a:gd name="T0" fmla="*/ 35 w 110"/>
                  <a:gd name="T1" fmla="*/ 58 h 251"/>
                  <a:gd name="T2" fmla="*/ 8 w 110"/>
                  <a:gd name="T3" fmla="*/ 96 h 251"/>
                  <a:gd name="T4" fmla="*/ 7 w 110"/>
                  <a:gd name="T5" fmla="*/ 42 h 251"/>
                  <a:gd name="T6" fmla="*/ 34 w 110"/>
                  <a:gd name="T7" fmla="*/ 4 h 251"/>
                  <a:gd name="T8" fmla="*/ 35 w 110"/>
                  <a:gd name="T9" fmla="*/ 58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251">
                    <a:moveTo>
                      <a:pt x="91" y="145"/>
                    </a:moveTo>
                    <a:cubicBezTo>
                      <a:pt x="72" y="208"/>
                      <a:pt x="41" y="251"/>
                      <a:pt x="21" y="240"/>
                    </a:cubicBezTo>
                    <a:cubicBezTo>
                      <a:pt x="1" y="229"/>
                      <a:pt x="0" y="169"/>
                      <a:pt x="18" y="106"/>
                    </a:cubicBezTo>
                    <a:cubicBezTo>
                      <a:pt x="37" y="43"/>
                      <a:pt x="69" y="0"/>
                      <a:pt x="89" y="11"/>
                    </a:cubicBezTo>
                    <a:cubicBezTo>
                      <a:pt x="109" y="22"/>
                      <a:pt x="110" y="82"/>
                      <a:pt x="91" y="145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7" name="Freeform 562">
                <a:extLst>
                  <a:ext uri="{FF2B5EF4-FFF2-40B4-BE49-F238E27FC236}">
                    <a16:creationId xmlns:a16="http://schemas.microsoft.com/office/drawing/2014/main" id="{B414B406-ED3E-45D5-9787-CD921D525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328"/>
                <a:ext cx="59" cy="120"/>
              </a:xfrm>
              <a:custGeom>
                <a:avLst/>
                <a:gdLst>
                  <a:gd name="T0" fmla="*/ 23 w 80"/>
                  <a:gd name="T1" fmla="*/ 43 h 163"/>
                  <a:gd name="T2" fmla="*/ 4 w 80"/>
                  <a:gd name="T3" fmla="*/ 59 h 163"/>
                  <a:gd name="T4" fmla="*/ 10 w 80"/>
                  <a:gd name="T5" fmla="*/ 21 h 163"/>
                  <a:gd name="T6" fmla="*/ 28 w 80"/>
                  <a:gd name="T7" fmla="*/ 6 h 163"/>
                  <a:gd name="T8" fmla="*/ 23 w 80"/>
                  <a:gd name="T9" fmla="*/ 43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63">
                    <a:moveTo>
                      <a:pt x="57" y="109"/>
                    </a:moveTo>
                    <a:cubicBezTo>
                      <a:pt x="40" y="145"/>
                      <a:pt x="18" y="163"/>
                      <a:pt x="9" y="148"/>
                    </a:cubicBezTo>
                    <a:cubicBezTo>
                      <a:pt x="0" y="132"/>
                      <a:pt x="6" y="91"/>
                      <a:pt x="23" y="54"/>
                    </a:cubicBezTo>
                    <a:cubicBezTo>
                      <a:pt x="40" y="17"/>
                      <a:pt x="61" y="0"/>
                      <a:pt x="71" y="15"/>
                    </a:cubicBezTo>
                    <a:cubicBezTo>
                      <a:pt x="80" y="30"/>
                      <a:pt x="74" y="72"/>
                      <a:pt x="57" y="109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8" name="Freeform 563">
                <a:extLst>
                  <a:ext uri="{FF2B5EF4-FFF2-40B4-BE49-F238E27FC236}">
                    <a16:creationId xmlns:a16="http://schemas.microsoft.com/office/drawing/2014/main" id="{43E1C163-C5FE-47AA-9712-CA3D86047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338"/>
                <a:ext cx="28" cy="53"/>
              </a:xfrm>
              <a:custGeom>
                <a:avLst/>
                <a:gdLst>
                  <a:gd name="T0" fmla="*/ 9 w 39"/>
                  <a:gd name="T1" fmla="*/ 21 h 72"/>
                  <a:gd name="T2" fmla="*/ 1 w 39"/>
                  <a:gd name="T3" fmla="*/ 25 h 72"/>
                  <a:gd name="T4" fmla="*/ 4 w 39"/>
                  <a:gd name="T5" fmla="*/ 7 h 72"/>
                  <a:gd name="T6" fmla="*/ 13 w 39"/>
                  <a:gd name="T7" fmla="*/ 4 h 72"/>
                  <a:gd name="T8" fmla="*/ 9 w 39"/>
                  <a:gd name="T9" fmla="*/ 21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72">
                    <a:moveTo>
                      <a:pt x="25" y="54"/>
                    </a:moveTo>
                    <a:cubicBezTo>
                      <a:pt x="16" y="68"/>
                      <a:pt x="6" y="72"/>
                      <a:pt x="3" y="62"/>
                    </a:cubicBezTo>
                    <a:cubicBezTo>
                      <a:pt x="0" y="52"/>
                      <a:pt x="4" y="32"/>
                      <a:pt x="13" y="18"/>
                    </a:cubicBezTo>
                    <a:cubicBezTo>
                      <a:pt x="22" y="3"/>
                      <a:pt x="32" y="0"/>
                      <a:pt x="35" y="10"/>
                    </a:cubicBezTo>
                    <a:cubicBezTo>
                      <a:pt x="39" y="20"/>
                      <a:pt x="34" y="39"/>
                      <a:pt x="25" y="54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9" name="Freeform 564">
                <a:extLst>
                  <a:ext uri="{FF2B5EF4-FFF2-40B4-BE49-F238E27FC236}">
                    <a16:creationId xmlns:a16="http://schemas.microsoft.com/office/drawing/2014/main" id="{56A1CC3B-F4E9-4A89-A2B7-7D150E315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348"/>
                <a:ext cx="7" cy="14"/>
              </a:xfrm>
              <a:custGeom>
                <a:avLst/>
                <a:gdLst>
                  <a:gd name="T0" fmla="*/ 4 w 10"/>
                  <a:gd name="T1" fmla="*/ 3 h 18"/>
                  <a:gd name="T2" fmla="*/ 2 w 10"/>
                  <a:gd name="T3" fmla="*/ 7 h 18"/>
                  <a:gd name="T4" fmla="*/ 0 w 10"/>
                  <a:gd name="T5" fmla="*/ 6 h 18"/>
                  <a:gd name="T6" fmla="*/ 2 w 10"/>
                  <a:gd name="T7" fmla="*/ 2 h 18"/>
                  <a:gd name="T8" fmla="*/ 4 w 10"/>
                  <a:gd name="T9" fmla="*/ 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8">
                    <a:moveTo>
                      <a:pt x="10" y="6"/>
                    </a:moveTo>
                    <a:cubicBezTo>
                      <a:pt x="10" y="10"/>
                      <a:pt x="8" y="14"/>
                      <a:pt x="5" y="16"/>
                    </a:cubicBezTo>
                    <a:cubicBezTo>
                      <a:pt x="2" y="18"/>
                      <a:pt x="0" y="17"/>
                      <a:pt x="0" y="13"/>
                    </a:cubicBezTo>
                    <a:cubicBezTo>
                      <a:pt x="0" y="9"/>
                      <a:pt x="3" y="4"/>
                      <a:pt x="5" y="2"/>
                    </a:cubicBezTo>
                    <a:cubicBezTo>
                      <a:pt x="8" y="0"/>
                      <a:pt x="10" y="2"/>
                      <a:pt x="1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0" name="Freeform 565">
                <a:extLst>
                  <a:ext uri="{FF2B5EF4-FFF2-40B4-BE49-F238E27FC236}">
                    <a16:creationId xmlns:a16="http://schemas.microsoft.com/office/drawing/2014/main" id="{FD8E7BD8-5331-42A3-B3AA-6DA07144E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363"/>
                <a:ext cx="11" cy="24"/>
              </a:xfrm>
              <a:custGeom>
                <a:avLst/>
                <a:gdLst>
                  <a:gd name="T0" fmla="*/ 5 w 15"/>
                  <a:gd name="T1" fmla="*/ 1 h 33"/>
                  <a:gd name="T2" fmla="*/ 5 w 15"/>
                  <a:gd name="T3" fmla="*/ 8 h 33"/>
                  <a:gd name="T4" fmla="*/ 1 w 15"/>
                  <a:gd name="T5" fmla="*/ 12 h 33"/>
                  <a:gd name="T6" fmla="*/ 1 w 15"/>
                  <a:gd name="T7" fmla="*/ 5 h 33"/>
                  <a:gd name="T8" fmla="*/ 5 w 15"/>
                  <a:gd name="T9" fmla="*/ 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3">
                    <a:moveTo>
                      <a:pt x="13" y="2"/>
                    </a:moveTo>
                    <a:cubicBezTo>
                      <a:pt x="15" y="5"/>
                      <a:pt x="15" y="13"/>
                      <a:pt x="12" y="21"/>
                    </a:cubicBezTo>
                    <a:cubicBezTo>
                      <a:pt x="9" y="28"/>
                      <a:pt x="4" y="33"/>
                      <a:pt x="2" y="30"/>
                    </a:cubicBezTo>
                    <a:cubicBezTo>
                      <a:pt x="0" y="28"/>
                      <a:pt x="0" y="19"/>
                      <a:pt x="3" y="12"/>
                    </a:cubicBezTo>
                    <a:cubicBezTo>
                      <a:pt x="6" y="4"/>
                      <a:pt x="10" y="0"/>
                      <a:pt x="1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1" name="Freeform 566">
                <a:extLst>
                  <a:ext uri="{FF2B5EF4-FFF2-40B4-BE49-F238E27FC236}">
                    <a16:creationId xmlns:a16="http://schemas.microsoft.com/office/drawing/2014/main" id="{7F211CFD-6538-49E7-BE4D-2AD1DA47C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368"/>
                <a:ext cx="21" cy="70"/>
              </a:xfrm>
              <a:custGeom>
                <a:avLst/>
                <a:gdLst>
                  <a:gd name="T0" fmla="*/ 10 w 29"/>
                  <a:gd name="T1" fmla="*/ 0 h 95"/>
                  <a:gd name="T2" fmla="*/ 0 w 29"/>
                  <a:gd name="T3" fmla="*/ 38 h 95"/>
                  <a:gd name="T4" fmla="*/ 11 w 29"/>
                  <a:gd name="T5" fmla="*/ 1 h 95"/>
                  <a:gd name="T6" fmla="*/ 10 w 29"/>
                  <a:gd name="T7" fmla="*/ 0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95">
                    <a:moveTo>
                      <a:pt x="28" y="0"/>
                    </a:moveTo>
                    <a:cubicBezTo>
                      <a:pt x="28" y="0"/>
                      <a:pt x="8" y="33"/>
                      <a:pt x="0" y="95"/>
                    </a:cubicBezTo>
                    <a:cubicBezTo>
                      <a:pt x="0" y="95"/>
                      <a:pt x="7" y="42"/>
                      <a:pt x="29" y="4"/>
                    </a:cubicBez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2" name="Freeform 567">
                <a:extLst>
                  <a:ext uri="{FF2B5EF4-FFF2-40B4-BE49-F238E27FC236}">
                    <a16:creationId xmlns:a16="http://schemas.microsoft.com/office/drawing/2014/main" id="{20FBCB02-F038-4B3E-AA54-1C04AA28E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2006"/>
                <a:ext cx="56" cy="68"/>
              </a:xfrm>
              <a:custGeom>
                <a:avLst/>
                <a:gdLst>
                  <a:gd name="T0" fmla="*/ 27 w 76"/>
                  <a:gd name="T1" fmla="*/ 24 h 92"/>
                  <a:gd name="T2" fmla="*/ 10 w 76"/>
                  <a:gd name="T3" fmla="*/ 35 h 92"/>
                  <a:gd name="T4" fmla="*/ 3 w 76"/>
                  <a:gd name="T5" fmla="*/ 14 h 92"/>
                  <a:gd name="T6" fmla="*/ 21 w 76"/>
                  <a:gd name="T7" fmla="*/ 3 h 92"/>
                  <a:gd name="T8" fmla="*/ 27 w 76"/>
                  <a:gd name="T9" fmla="*/ 24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67" y="58"/>
                    </a:moveTo>
                    <a:cubicBezTo>
                      <a:pt x="59" y="80"/>
                      <a:pt x="39" y="92"/>
                      <a:pt x="23" y="86"/>
                    </a:cubicBezTo>
                    <a:cubicBezTo>
                      <a:pt x="6" y="80"/>
                      <a:pt x="0" y="57"/>
                      <a:pt x="8" y="35"/>
                    </a:cubicBezTo>
                    <a:cubicBezTo>
                      <a:pt x="17" y="13"/>
                      <a:pt x="37" y="0"/>
                      <a:pt x="53" y="7"/>
                    </a:cubicBezTo>
                    <a:cubicBezTo>
                      <a:pt x="69" y="13"/>
                      <a:pt x="76" y="36"/>
                      <a:pt x="67" y="58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3" name="Freeform 568">
                <a:extLst>
                  <a:ext uri="{FF2B5EF4-FFF2-40B4-BE49-F238E27FC236}">
                    <a16:creationId xmlns:a16="http://schemas.microsoft.com/office/drawing/2014/main" id="{7CE8529B-80C0-4CFF-950D-471A15944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009"/>
                <a:ext cx="38" cy="42"/>
              </a:xfrm>
              <a:custGeom>
                <a:avLst/>
                <a:gdLst>
                  <a:gd name="T0" fmla="*/ 16 w 52"/>
                  <a:gd name="T1" fmla="*/ 16 h 57"/>
                  <a:gd name="T2" fmla="*/ 4 w 52"/>
                  <a:gd name="T3" fmla="*/ 21 h 57"/>
                  <a:gd name="T4" fmla="*/ 4 w 52"/>
                  <a:gd name="T5" fmla="*/ 7 h 57"/>
                  <a:gd name="T6" fmla="*/ 17 w 52"/>
                  <a:gd name="T7" fmla="*/ 3 h 57"/>
                  <a:gd name="T8" fmla="*/ 16 w 52"/>
                  <a:gd name="T9" fmla="*/ 1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7">
                    <a:moveTo>
                      <a:pt x="41" y="41"/>
                    </a:moveTo>
                    <a:cubicBezTo>
                      <a:pt x="32" y="53"/>
                      <a:pt x="17" y="57"/>
                      <a:pt x="9" y="51"/>
                    </a:cubicBezTo>
                    <a:cubicBezTo>
                      <a:pt x="0" y="44"/>
                      <a:pt x="1" y="29"/>
                      <a:pt x="11" y="17"/>
                    </a:cubicBezTo>
                    <a:cubicBezTo>
                      <a:pt x="20" y="5"/>
                      <a:pt x="35" y="0"/>
                      <a:pt x="43" y="7"/>
                    </a:cubicBezTo>
                    <a:cubicBezTo>
                      <a:pt x="52" y="14"/>
                      <a:pt x="51" y="29"/>
                      <a:pt x="41" y="41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4" name="Freeform 569">
                <a:extLst>
                  <a:ext uri="{FF2B5EF4-FFF2-40B4-BE49-F238E27FC236}">
                    <a16:creationId xmlns:a16="http://schemas.microsoft.com/office/drawing/2014/main" id="{106D41B9-61B0-416A-B013-8844B2D58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012"/>
                <a:ext cx="20" cy="18"/>
              </a:xfrm>
              <a:custGeom>
                <a:avLst/>
                <a:gdLst>
                  <a:gd name="T0" fmla="*/ 7 w 27"/>
                  <a:gd name="T1" fmla="*/ 8 h 24"/>
                  <a:gd name="T2" fmla="*/ 1 w 27"/>
                  <a:gd name="T3" fmla="*/ 8 h 24"/>
                  <a:gd name="T4" fmla="*/ 3 w 27"/>
                  <a:gd name="T5" fmla="*/ 2 h 24"/>
                  <a:gd name="T6" fmla="*/ 10 w 27"/>
                  <a:gd name="T7" fmla="*/ 2 h 24"/>
                  <a:gd name="T8" fmla="*/ 7 w 27"/>
                  <a:gd name="T9" fmla="*/ 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4">
                    <a:moveTo>
                      <a:pt x="19" y="20"/>
                    </a:moveTo>
                    <a:cubicBezTo>
                      <a:pt x="14" y="24"/>
                      <a:pt x="7" y="24"/>
                      <a:pt x="3" y="20"/>
                    </a:cubicBezTo>
                    <a:cubicBezTo>
                      <a:pt x="0" y="16"/>
                      <a:pt x="2" y="9"/>
                      <a:pt x="7" y="5"/>
                    </a:cubicBezTo>
                    <a:cubicBezTo>
                      <a:pt x="13" y="0"/>
                      <a:pt x="20" y="0"/>
                      <a:pt x="23" y="4"/>
                    </a:cubicBezTo>
                    <a:cubicBezTo>
                      <a:pt x="27" y="8"/>
                      <a:pt x="25" y="15"/>
                      <a:pt x="19" y="20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5" name="Freeform 570">
                <a:extLst>
                  <a:ext uri="{FF2B5EF4-FFF2-40B4-BE49-F238E27FC236}">
                    <a16:creationId xmlns:a16="http://schemas.microsoft.com/office/drawing/2014/main" id="{E48BA18F-A992-4172-B006-5AA376D4E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015"/>
                <a:ext cx="6" cy="5"/>
              </a:xfrm>
              <a:custGeom>
                <a:avLst/>
                <a:gdLst>
                  <a:gd name="T0" fmla="*/ 4 w 8"/>
                  <a:gd name="T1" fmla="*/ 1 h 7"/>
                  <a:gd name="T2" fmla="*/ 2 w 8"/>
                  <a:gd name="T3" fmla="*/ 2 h 7"/>
                  <a:gd name="T4" fmla="*/ 1 w 8"/>
                  <a:gd name="T5" fmla="*/ 1 h 7"/>
                  <a:gd name="T6" fmla="*/ 2 w 8"/>
                  <a:gd name="T7" fmla="*/ 1 h 7"/>
                  <a:gd name="T8" fmla="*/ 4 w 8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8" y="3"/>
                    </a:moveTo>
                    <a:cubicBezTo>
                      <a:pt x="8" y="4"/>
                      <a:pt x="7" y="6"/>
                      <a:pt x="5" y="6"/>
                    </a:cubicBez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6" name="Freeform 571">
                <a:extLst>
                  <a:ext uri="{FF2B5EF4-FFF2-40B4-BE49-F238E27FC236}">
                    <a16:creationId xmlns:a16="http://schemas.microsoft.com/office/drawing/2014/main" id="{74211E80-4B7F-42F0-8619-CD4BD8F54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020"/>
                <a:ext cx="7" cy="8"/>
              </a:xfrm>
              <a:custGeom>
                <a:avLst/>
                <a:gdLst>
                  <a:gd name="T0" fmla="*/ 3 w 10"/>
                  <a:gd name="T1" fmla="*/ 1 h 12"/>
                  <a:gd name="T2" fmla="*/ 3 w 10"/>
                  <a:gd name="T3" fmla="*/ 2 h 12"/>
                  <a:gd name="T4" fmla="*/ 1 w 10"/>
                  <a:gd name="T5" fmla="*/ 3 h 12"/>
                  <a:gd name="T6" fmla="*/ 1 w 10"/>
                  <a:gd name="T7" fmla="*/ 1 h 12"/>
                  <a:gd name="T8" fmla="*/ 3 w 10"/>
                  <a:gd name="T9" fmla="*/ 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8" y="1"/>
                    </a:moveTo>
                    <a:cubicBezTo>
                      <a:pt x="10" y="3"/>
                      <a:pt x="10" y="6"/>
                      <a:pt x="9" y="8"/>
                    </a:cubicBezTo>
                    <a:cubicBezTo>
                      <a:pt x="7" y="11"/>
                      <a:pt x="5" y="12"/>
                      <a:pt x="2" y="11"/>
                    </a:cubicBezTo>
                    <a:cubicBezTo>
                      <a:pt x="0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7" name="Freeform 572">
                <a:extLst>
                  <a:ext uri="{FF2B5EF4-FFF2-40B4-BE49-F238E27FC236}">
                    <a16:creationId xmlns:a16="http://schemas.microsoft.com/office/drawing/2014/main" id="{750E7A38-5A0B-4229-94EB-777F207FB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2021"/>
                <a:ext cx="10" cy="24"/>
              </a:xfrm>
              <a:custGeom>
                <a:avLst/>
                <a:gdLst>
                  <a:gd name="T0" fmla="*/ 6 w 13"/>
                  <a:gd name="T1" fmla="*/ 0 h 33"/>
                  <a:gd name="T2" fmla="*/ 0 w 13"/>
                  <a:gd name="T3" fmla="*/ 12 h 33"/>
                  <a:gd name="T4" fmla="*/ 6 w 13"/>
                  <a:gd name="T5" fmla="*/ 1 h 33"/>
                  <a:gd name="T6" fmla="*/ 6 w 13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3">
                    <a:moveTo>
                      <a:pt x="13" y="0"/>
                    </a:moveTo>
                    <a:cubicBezTo>
                      <a:pt x="13" y="0"/>
                      <a:pt x="0" y="11"/>
                      <a:pt x="0" y="33"/>
                    </a:cubicBezTo>
                    <a:cubicBezTo>
                      <a:pt x="0" y="33"/>
                      <a:pt x="1" y="14"/>
                      <a:pt x="13" y="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8" name="Freeform 573">
                <a:extLst>
                  <a:ext uri="{FF2B5EF4-FFF2-40B4-BE49-F238E27FC236}">
                    <a16:creationId xmlns:a16="http://schemas.microsoft.com/office/drawing/2014/main" id="{911F3401-F507-485C-B4CF-3EB1EC55A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095"/>
                <a:ext cx="53" cy="67"/>
              </a:xfrm>
              <a:custGeom>
                <a:avLst/>
                <a:gdLst>
                  <a:gd name="T0" fmla="*/ 27 w 72"/>
                  <a:gd name="T1" fmla="*/ 21 h 91"/>
                  <a:gd name="T2" fmla="*/ 11 w 72"/>
                  <a:gd name="T3" fmla="*/ 35 h 91"/>
                  <a:gd name="T4" fmla="*/ 2 w 72"/>
                  <a:gd name="T5" fmla="*/ 15 h 91"/>
                  <a:gd name="T6" fmla="*/ 18 w 72"/>
                  <a:gd name="T7" fmla="*/ 1 h 91"/>
                  <a:gd name="T8" fmla="*/ 27 w 72"/>
                  <a:gd name="T9" fmla="*/ 21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91">
                    <a:moveTo>
                      <a:pt x="67" y="53"/>
                    </a:moveTo>
                    <a:cubicBezTo>
                      <a:pt x="62" y="75"/>
                      <a:pt x="43" y="91"/>
                      <a:pt x="27" y="87"/>
                    </a:cubicBezTo>
                    <a:cubicBezTo>
                      <a:pt x="10" y="83"/>
                      <a:pt x="0" y="61"/>
                      <a:pt x="6" y="38"/>
                    </a:cubicBezTo>
                    <a:cubicBezTo>
                      <a:pt x="11" y="15"/>
                      <a:pt x="29" y="0"/>
                      <a:pt x="46" y="4"/>
                    </a:cubicBezTo>
                    <a:cubicBezTo>
                      <a:pt x="63" y="8"/>
                      <a:pt x="72" y="30"/>
                      <a:pt x="67" y="53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9" name="Freeform 574">
                <a:extLst>
                  <a:ext uri="{FF2B5EF4-FFF2-40B4-BE49-F238E27FC236}">
                    <a16:creationId xmlns:a16="http://schemas.microsoft.com/office/drawing/2014/main" id="{F1DEA6BB-FC40-4B74-B513-2ADAF6E89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096"/>
                <a:ext cx="36" cy="44"/>
              </a:xfrm>
              <a:custGeom>
                <a:avLst/>
                <a:gdLst>
                  <a:gd name="T0" fmla="*/ 16 w 49"/>
                  <a:gd name="T1" fmla="*/ 16 h 59"/>
                  <a:gd name="T2" fmla="*/ 4 w 49"/>
                  <a:gd name="T3" fmla="*/ 22 h 59"/>
                  <a:gd name="T4" fmla="*/ 3 w 49"/>
                  <a:gd name="T5" fmla="*/ 7 h 59"/>
                  <a:gd name="T6" fmla="*/ 15 w 49"/>
                  <a:gd name="T7" fmla="*/ 2 h 59"/>
                  <a:gd name="T8" fmla="*/ 16 w 49"/>
                  <a:gd name="T9" fmla="*/ 1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59">
                    <a:moveTo>
                      <a:pt x="41" y="39"/>
                    </a:moveTo>
                    <a:cubicBezTo>
                      <a:pt x="34" y="52"/>
                      <a:pt x="20" y="59"/>
                      <a:pt x="10" y="53"/>
                    </a:cubicBezTo>
                    <a:cubicBezTo>
                      <a:pt x="1" y="48"/>
                      <a:pt x="0" y="32"/>
                      <a:pt x="8" y="19"/>
                    </a:cubicBezTo>
                    <a:cubicBezTo>
                      <a:pt x="16" y="6"/>
                      <a:pt x="29" y="0"/>
                      <a:pt x="39" y="5"/>
                    </a:cubicBezTo>
                    <a:cubicBezTo>
                      <a:pt x="48" y="11"/>
                      <a:pt x="49" y="26"/>
                      <a:pt x="41" y="39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0" name="Freeform 575">
                <a:extLst>
                  <a:ext uri="{FF2B5EF4-FFF2-40B4-BE49-F238E27FC236}">
                    <a16:creationId xmlns:a16="http://schemas.microsoft.com/office/drawing/2014/main" id="{CCD7D98C-C514-4A68-B7A9-59D8521D0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100"/>
                <a:ext cx="18" cy="19"/>
              </a:xfrm>
              <a:custGeom>
                <a:avLst/>
                <a:gdLst>
                  <a:gd name="T0" fmla="*/ 7 w 25"/>
                  <a:gd name="T1" fmla="*/ 7 h 26"/>
                  <a:gd name="T2" fmla="*/ 1 w 25"/>
                  <a:gd name="T3" fmla="*/ 9 h 26"/>
                  <a:gd name="T4" fmla="*/ 2 w 25"/>
                  <a:gd name="T5" fmla="*/ 2 h 26"/>
                  <a:gd name="T6" fmla="*/ 8 w 25"/>
                  <a:gd name="T7" fmla="*/ 1 h 26"/>
                  <a:gd name="T8" fmla="*/ 7 w 25"/>
                  <a:gd name="T9" fmla="*/ 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19" y="19"/>
                    </a:moveTo>
                    <a:cubicBezTo>
                      <a:pt x="15" y="24"/>
                      <a:pt x="7" y="26"/>
                      <a:pt x="4" y="22"/>
                    </a:cubicBezTo>
                    <a:cubicBezTo>
                      <a:pt x="0" y="18"/>
                      <a:pt x="1" y="11"/>
                      <a:pt x="5" y="6"/>
                    </a:cubicBezTo>
                    <a:cubicBezTo>
                      <a:pt x="10" y="1"/>
                      <a:pt x="17" y="0"/>
                      <a:pt x="21" y="3"/>
                    </a:cubicBezTo>
                    <a:cubicBezTo>
                      <a:pt x="25" y="7"/>
                      <a:pt x="24" y="14"/>
                      <a:pt x="19" y="19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1" name="Freeform 576">
                <a:extLst>
                  <a:ext uri="{FF2B5EF4-FFF2-40B4-BE49-F238E27FC236}">
                    <a16:creationId xmlns:a16="http://schemas.microsoft.com/office/drawing/2014/main" id="{75399BA1-2A06-4440-BDE9-595CD2DBE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104"/>
                <a:ext cx="5" cy="4"/>
              </a:xfrm>
              <a:custGeom>
                <a:avLst/>
                <a:gdLst>
                  <a:gd name="T0" fmla="*/ 3 w 7"/>
                  <a:gd name="T1" fmla="*/ 1 h 6"/>
                  <a:gd name="T2" fmla="*/ 1 w 7"/>
                  <a:gd name="T3" fmla="*/ 2 h 6"/>
                  <a:gd name="T4" fmla="*/ 0 w 7"/>
                  <a:gd name="T5" fmla="*/ 1 h 6"/>
                  <a:gd name="T6" fmla="*/ 1 w 7"/>
                  <a:gd name="T7" fmla="*/ 0 h 6"/>
                  <a:gd name="T8" fmla="*/ 3 w 7"/>
                  <a:gd name="T9" fmla="*/ 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2"/>
                    </a:moveTo>
                    <a:cubicBezTo>
                      <a:pt x="7" y="3"/>
                      <a:pt x="6" y="5"/>
                      <a:pt x="4" y="6"/>
                    </a:cubicBez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0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2" name="Freeform 577">
                <a:extLst>
                  <a:ext uri="{FF2B5EF4-FFF2-40B4-BE49-F238E27FC236}">
                    <a16:creationId xmlns:a16="http://schemas.microsoft.com/office/drawing/2014/main" id="{E764A9A0-6CAA-4C2B-A44C-68F7964AD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2109"/>
                <a:ext cx="7" cy="9"/>
              </a:xfrm>
              <a:custGeom>
                <a:avLst/>
                <a:gdLst>
                  <a:gd name="T0" fmla="*/ 3 w 10"/>
                  <a:gd name="T1" fmla="*/ 1 h 12"/>
                  <a:gd name="T2" fmla="*/ 3 w 10"/>
                  <a:gd name="T3" fmla="*/ 3 h 12"/>
                  <a:gd name="T4" fmla="*/ 1 w 10"/>
                  <a:gd name="T5" fmla="*/ 5 h 12"/>
                  <a:gd name="T6" fmla="*/ 1 w 10"/>
                  <a:gd name="T7" fmla="*/ 2 h 12"/>
                  <a:gd name="T8" fmla="*/ 3 w 10"/>
                  <a:gd name="T9" fmla="*/ 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7" y="1"/>
                    </a:moveTo>
                    <a:cubicBezTo>
                      <a:pt x="9" y="2"/>
                      <a:pt x="10" y="5"/>
                      <a:pt x="9" y="7"/>
                    </a:cubicBezTo>
                    <a:cubicBezTo>
                      <a:pt x="8" y="10"/>
                      <a:pt x="5" y="12"/>
                      <a:pt x="3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2" y="1"/>
                      <a:pt x="5" y="0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3" name="Freeform 578">
                <a:extLst>
                  <a:ext uri="{FF2B5EF4-FFF2-40B4-BE49-F238E27FC236}">
                    <a16:creationId xmlns:a16="http://schemas.microsoft.com/office/drawing/2014/main" id="{7569CBD1-26D7-49AE-A929-64B1DC839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2110"/>
                <a:ext cx="9" cy="26"/>
              </a:xfrm>
              <a:custGeom>
                <a:avLst/>
                <a:gdLst>
                  <a:gd name="T0" fmla="*/ 5 w 12"/>
                  <a:gd name="T1" fmla="*/ 0 h 35"/>
                  <a:gd name="T2" fmla="*/ 2 w 12"/>
                  <a:gd name="T3" fmla="*/ 14 h 35"/>
                  <a:gd name="T4" fmla="*/ 5 w 12"/>
                  <a:gd name="T5" fmla="*/ 1 h 35"/>
                  <a:gd name="T6" fmla="*/ 5 w 12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5">
                    <a:moveTo>
                      <a:pt x="11" y="0"/>
                    </a:moveTo>
                    <a:cubicBezTo>
                      <a:pt x="11" y="0"/>
                      <a:pt x="0" y="12"/>
                      <a:pt x="3" y="35"/>
                    </a:cubicBezTo>
                    <a:cubicBezTo>
                      <a:pt x="3" y="35"/>
                      <a:pt x="1" y="15"/>
                      <a:pt x="12" y="2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4" name="Freeform 579">
                <a:extLst>
                  <a:ext uri="{FF2B5EF4-FFF2-40B4-BE49-F238E27FC236}">
                    <a16:creationId xmlns:a16="http://schemas.microsoft.com/office/drawing/2014/main" id="{AA634C2F-88AF-4097-A42D-31170E23D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175"/>
                <a:ext cx="51" cy="66"/>
              </a:xfrm>
              <a:custGeom>
                <a:avLst/>
                <a:gdLst>
                  <a:gd name="T0" fmla="*/ 27 w 69"/>
                  <a:gd name="T1" fmla="*/ 20 h 89"/>
                  <a:gd name="T2" fmla="*/ 12 w 69"/>
                  <a:gd name="T3" fmla="*/ 36 h 89"/>
                  <a:gd name="T4" fmla="*/ 1 w 69"/>
                  <a:gd name="T5" fmla="*/ 16 h 89"/>
                  <a:gd name="T6" fmla="*/ 16 w 69"/>
                  <a:gd name="T7" fmla="*/ 1 h 89"/>
                  <a:gd name="T8" fmla="*/ 27 w 69"/>
                  <a:gd name="T9" fmla="*/ 2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89">
                    <a:moveTo>
                      <a:pt x="66" y="49"/>
                    </a:moveTo>
                    <a:cubicBezTo>
                      <a:pt x="62" y="73"/>
                      <a:pt x="45" y="89"/>
                      <a:pt x="28" y="87"/>
                    </a:cubicBezTo>
                    <a:cubicBezTo>
                      <a:pt x="11" y="84"/>
                      <a:pt x="0" y="63"/>
                      <a:pt x="3" y="40"/>
                    </a:cubicBezTo>
                    <a:cubicBezTo>
                      <a:pt x="7" y="16"/>
                      <a:pt x="24" y="0"/>
                      <a:pt x="41" y="2"/>
                    </a:cubicBezTo>
                    <a:cubicBezTo>
                      <a:pt x="58" y="5"/>
                      <a:pt x="69" y="26"/>
                      <a:pt x="66" y="49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5" name="Freeform 580">
                <a:extLst>
                  <a:ext uri="{FF2B5EF4-FFF2-40B4-BE49-F238E27FC236}">
                    <a16:creationId xmlns:a16="http://schemas.microsoft.com/office/drawing/2014/main" id="{46FE259E-F751-4147-A3BE-4D2F023DC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176"/>
                <a:ext cx="36" cy="43"/>
              </a:xfrm>
              <a:custGeom>
                <a:avLst/>
                <a:gdLst>
                  <a:gd name="T0" fmla="*/ 17 w 49"/>
                  <a:gd name="T1" fmla="*/ 15 h 59"/>
                  <a:gd name="T2" fmla="*/ 5 w 49"/>
                  <a:gd name="T3" fmla="*/ 21 h 59"/>
                  <a:gd name="T4" fmla="*/ 3 w 49"/>
                  <a:gd name="T5" fmla="*/ 8 h 59"/>
                  <a:gd name="T6" fmla="*/ 15 w 49"/>
                  <a:gd name="T7" fmla="*/ 2 h 59"/>
                  <a:gd name="T8" fmla="*/ 17 w 49"/>
                  <a:gd name="T9" fmla="*/ 15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59">
                    <a:moveTo>
                      <a:pt x="42" y="38"/>
                    </a:moveTo>
                    <a:cubicBezTo>
                      <a:pt x="36" y="52"/>
                      <a:pt x="22" y="59"/>
                      <a:pt x="13" y="55"/>
                    </a:cubicBezTo>
                    <a:cubicBezTo>
                      <a:pt x="3" y="50"/>
                      <a:pt x="0" y="35"/>
                      <a:pt x="7" y="21"/>
                    </a:cubicBezTo>
                    <a:cubicBezTo>
                      <a:pt x="14" y="7"/>
                      <a:pt x="27" y="0"/>
                      <a:pt x="37" y="5"/>
                    </a:cubicBezTo>
                    <a:cubicBezTo>
                      <a:pt x="47" y="10"/>
                      <a:pt x="49" y="25"/>
                      <a:pt x="42" y="38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6" name="Freeform 581">
                <a:extLst>
                  <a:ext uri="{FF2B5EF4-FFF2-40B4-BE49-F238E27FC236}">
                    <a16:creationId xmlns:a16="http://schemas.microsoft.com/office/drawing/2014/main" id="{D7AC16AB-5061-430E-B3BA-4554D66EB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2179"/>
                <a:ext cx="18" cy="20"/>
              </a:xfrm>
              <a:custGeom>
                <a:avLst/>
                <a:gdLst>
                  <a:gd name="T0" fmla="*/ 8 w 24"/>
                  <a:gd name="T1" fmla="*/ 7 h 27"/>
                  <a:gd name="T2" fmla="*/ 2 w 24"/>
                  <a:gd name="T3" fmla="*/ 10 h 27"/>
                  <a:gd name="T4" fmla="*/ 2 w 24"/>
                  <a:gd name="T5" fmla="*/ 3 h 27"/>
                  <a:gd name="T6" fmla="*/ 8 w 24"/>
                  <a:gd name="T7" fmla="*/ 1 h 27"/>
                  <a:gd name="T8" fmla="*/ 8 w 24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7">
                    <a:moveTo>
                      <a:pt x="19" y="19"/>
                    </a:moveTo>
                    <a:cubicBezTo>
                      <a:pt x="15" y="25"/>
                      <a:pt x="8" y="27"/>
                      <a:pt x="4" y="23"/>
                    </a:cubicBezTo>
                    <a:cubicBezTo>
                      <a:pt x="0" y="20"/>
                      <a:pt x="0" y="13"/>
                      <a:pt x="4" y="7"/>
                    </a:cubicBezTo>
                    <a:cubicBezTo>
                      <a:pt x="9" y="2"/>
                      <a:pt x="16" y="0"/>
                      <a:pt x="20" y="3"/>
                    </a:cubicBezTo>
                    <a:cubicBezTo>
                      <a:pt x="24" y="7"/>
                      <a:pt x="24" y="14"/>
                      <a:pt x="19" y="19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7" name="Freeform 582">
                <a:extLst>
                  <a:ext uri="{FF2B5EF4-FFF2-40B4-BE49-F238E27FC236}">
                    <a16:creationId xmlns:a16="http://schemas.microsoft.com/office/drawing/2014/main" id="{23D9852C-51D0-41DF-97D8-F2A9FC9C5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183"/>
                <a:ext cx="5" cy="5"/>
              </a:xfrm>
              <a:custGeom>
                <a:avLst/>
                <a:gdLst>
                  <a:gd name="T0" fmla="*/ 3 w 7"/>
                  <a:gd name="T1" fmla="*/ 1 h 7"/>
                  <a:gd name="T2" fmla="*/ 2 w 7"/>
                  <a:gd name="T3" fmla="*/ 2 h 7"/>
                  <a:gd name="T4" fmla="*/ 0 w 7"/>
                  <a:gd name="T5" fmla="*/ 2 h 7"/>
                  <a:gd name="T6" fmla="*/ 1 w 7"/>
                  <a:gd name="T7" fmla="*/ 1 h 7"/>
                  <a:gd name="T8" fmla="*/ 3 w 7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7" y="4"/>
                      <a:pt x="6" y="6"/>
                      <a:pt x="5" y="6"/>
                    </a:cubicBezTo>
                    <a:cubicBezTo>
                      <a:pt x="3" y="7"/>
                      <a:pt x="1" y="7"/>
                      <a:pt x="0" y="5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4" y="0"/>
                      <a:pt x="6" y="1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8" name="Freeform 583">
                <a:extLst>
                  <a:ext uri="{FF2B5EF4-FFF2-40B4-BE49-F238E27FC236}">
                    <a16:creationId xmlns:a16="http://schemas.microsoft.com/office/drawing/2014/main" id="{B79FB584-B7E6-4F3F-B200-4255A03D4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189"/>
                <a:ext cx="8" cy="9"/>
              </a:xfrm>
              <a:custGeom>
                <a:avLst/>
                <a:gdLst>
                  <a:gd name="T0" fmla="*/ 3 w 10"/>
                  <a:gd name="T1" fmla="*/ 1 h 12"/>
                  <a:gd name="T2" fmla="*/ 5 w 10"/>
                  <a:gd name="T3" fmla="*/ 4 h 12"/>
                  <a:gd name="T4" fmla="*/ 2 w 10"/>
                  <a:gd name="T5" fmla="*/ 5 h 12"/>
                  <a:gd name="T6" fmla="*/ 0 w 10"/>
                  <a:gd name="T7" fmla="*/ 2 h 12"/>
                  <a:gd name="T8" fmla="*/ 3 w 10"/>
                  <a:gd name="T9" fmla="*/ 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6" y="1"/>
                    </a:moveTo>
                    <a:cubicBezTo>
                      <a:pt x="9" y="2"/>
                      <a:pt x="10" y="5"/>
                      <a:pt x="9" y="8"/>
                    </a:cubicBezTo>
                    <a:cubicBezTo>
                      <a:pt x="8" y="10"/>
                      <a:pt x="5" y="12"/>
                      <a:pt x="3" y="11"/>
                    </a:cubicBezTo>
                    <a:cubicBezTo>
                      <a:pt x="1" y="11"/>
                      <a:pt x="0" y="8"/>
                      <a:pt x="0" y="5"/>
                    </a:cubicBezTo>
                    <a:cubicBezTo>
                      <a:pt x="1" y="2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9" name="Freeform 584">
                <a:extLst>
                  <a:ext uri="{FF2B5EF4-FFF2-40B4-BE49-F238E27FC236}">
                    <a16:creationId xmlns:a16="http://schemas.microsoft.com/office/drawing/2014/main" id="{EA98EEB2-1F2F-4CCF-B613-1BB77893F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191"/>
                <a:ext cx="8" cy="26"/>
              </a:xfrm>
              <a:custGeom>
                <a:avLst/>
                <a:gdLst>
                  <a:gd name="T0" fmla="*/ 4 w 11"/>
                  <a:gd name="T1" fmla="*/ 0 h 35"/>
                  <a:gd name="T2" fmla="*/ 2 w 11"/>
                  <a:gd name="T3" fmla="*/ 14 h 35"/>
                  <a:gd name="T4" fmla="*/ 4 w 11"/>
                  <a:gd name="T5" fmla="*/ 1 h 35"/>
                  <a:gd name="T6" fmla="*/ 4 w 11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5">
                    <a:moveTo>
                      <a:pt x="10" y="0"/>
                    </a:moveTo>
                    <a:cubicBezTo>
                      <a:pt x="10" y="0"/>
                      <a:pt x="0" y="13"/>
                      <a:pt x="5" y="35"/>
                    </a:cubicBezTo>
                    <a:cubicBezTo>
                      <a:pt x="5" y="35"/>
                      <a:pt x="1" y="15"/>
                      <a:pt x="11" y="1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0" name="Freeform 585">
                <a:extLst>
                  <a:ext uri="{FF2B5EF4-FFF2-40B4-BE49-F238E27FC236}">
                    <a16:creationId xmlns:a16="http://schemas.microsoft.com/office/drawing/2014/main" id="{9B5FCF73-8238-4BA7-B816-23CD27B70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255"/>
                <a:ext cx="46" cy="64"/>
              </a:xfrm>
              <a:custGeom>
                <a:avLst/>
                <a:gdLst>
                  <a:gd name="T0" fmla="*/ 25 w 63"/>
                  <a:gd name="T1" fmla="*/ 18 h 86"/>
                  <a:gd name="T2" fmla="*/ 12 w 63"/>
                  <a:gd name="T3" fmla="*/ 35 h 86"/>
                  <a:gd name="T4" fmla="*/ 0 w 63"/>
                  <a:gd name="T5" fmla="*/ 17 h 86"/>
                  <a:gd name="T6" fmla="*/ 12 w 63"/>
                  <a:gd name="T7" fmla="*/ 0 h 86"/>
                  <a:gd name="T8" fmla="*/ 25 w 63"/>
                  <a:gd name="T9" fmla="*/ 1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6">
                    <a:moveTo>
                      <a:pt x="63" y="43"/>
                    </a:moveTo>
                    <a:cubicBezTo>
                      <a:pt x="63" y="67"/>
                      <a:pt x="48" y="86"/>
                      <a:pt x="31" y="85"/>
                    </a:cubicBezTo>
                    <a:cubicBezTo>
                      <a:pt x="14" y="85"/>
                      <a:pt x="0" y="66"/>
                      <a:pt x="0" y="42"/>
                    </a:cubicBezTo>
                    <a:cubicBezTo>
                      <a:pt x="1" y="19"/>
                      <a:pt x="15" y="0"/>
                      <a:pt x="32" y="0"/>
                    </a:cubicBezTo>
                    <a:cubicBezTo>
                      <a:pt x="50" y="0"/>
                      <a:pt x="63" y="20"/>
                      <a:pt x="63" y="43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1" name="Freeform 586">
                <a:extLst>
                  <a:ext uri="{FF2B5EF4-FFF2-40B4-BE49-F238E27FC236}">
                    <a16:creationId xmlns:a16="http://schemas.microsoft.com/office/drawing/2014/main" id="{E57A2AEF-5877-4BF2-B845-F13EB3C7A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255"/>
                <a:ext cx="34" cy="45"/>
              </a:xfrm>
              <a:custGeom>
                <a:avLst/>
                <a:gdLst>
                  <a:gd name="T0" fmla="*/ 17 w 46"/>
                  <a:gd name="T1" fmla="*/ 15 h 60"/>
                  <a:gd name="T2" fmla="*/ 5 w 46"/>
                  <a:gd name="T3" fmla="*/ 24 h 60"/>
                  <a:gd name="T4" fmla="*/ 1 w 46"/>
                  <a:gd name="T5" fmla="*/ 11 h 60"/>
                  <a:gd name="T6" fmla="*/ 13 w 46"/>
                  <a:gd name="T7" fmla="*/ 2 h 60"/>
                  <a:gd name="T8" fmla="*/ 17 w 46"/>
                  <a:gd name="T9" fmla="*/ 1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60">
                    <a:moveTo>
                      <a:pt x="42" y="36"/>
                    </a:moveTo>
                    <a:cubicBezTo>
                      <a:pt x="37" y="51"/>
                      <a:pt x="25" y="60"/>
                      <a:pt x="14" y="56"/>
                    </a:cubicBezTo>
                    <a:cubicBezTo>
                      <a:pt x="4" y="53"/>
                      <a:pt x="0" y="38"/>
                      <a:pt x="4" y="24"/>
                    </a:cubicBezTo>
                    <a:cubicBezTo>
                      <a:pt x="9" y="9"/>
                      <a:pt x="21" y="0"/>
                      <a:pt x="32" y="3"/>
                    </a:cubicBezTo>
                    <a:cubicBezTo>
                      <a:pt x="42" y="7"/>
                      <a:pt x="46" y="21"/>
                      <a:pt x="42" y="36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2" name="Freeform 587">
                <a:extLst>
                  <a:ext uri="{FF2B5EF4-FFF2-40B4-BE49-F238E27FC236}">
                    <a16:creationId xmlns:a16="http://schemas.microsoft.com/office/drawing/2014/main" id="{E1BC1211-BCF2-41F6-B256-54CCC5AFB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259"/>
                <a:ext cx="17" cy="21"/>
              </a:xfrm>
              <a:custGeom>
                <a:avLst/>
                <a:gdLst>
                  <a:gd name="T0" fmla="*/ 8 w 24"/>
                  <a:gd name="T1" fmla="*/ 8 h 28"/>
                  <a:gd name="T2" fmla="*/ 2 w 24"/>
                  <a:gd name="T3" fmla="*/ 11 h 28"/>
                  <a:gd name="T4" fmla="*/ 1 w 24"/>
                  <a:gd name="T5" fmla="*/ 4 h 28"/>
                  <a:gd name="T6" fmla="*/ 6 w 24"/>
                  <a:gd name="T7" fmla="*/ 2 h 28"/>
                  <a:gd name="T8" fmla="*/ 8 w 24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8">
                    <a:moveTo>
                      <a:pt x="21" y="19"/>
                    </a:moveTo>
                    <a:cubicBezTo>
                      <a:pt x="17" y="25"/>
                      <a:pt x="10" y="28"/>
                      <a:pt x="6" y="25"/>
                    </a:cubicBezTo>
                    <a:cubicBezTo>
                      <a:pt x="1" y="22"/>
                      <a:pt x="0" y="15"/>
                      <a:pt x="4" y="9"/>
                    </a:cubicBezTo>
                    <a:cubicBezTo>
                      <a:pt x="8" y="3"/>
                      <a:pt x="14" y="0"/>
                      <a:pt x="19" y="3"/>
                    </a:cubicBezTo>
                    <a:cubicBezTo>
                      <a:pt x="24" y="6"/>
                      <a:pt x="24" y="13"/>
                      <a:pt x="21" y="19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3" name="Freeform 588">
                <a:extLst>
                  <a:ext uri="{FF2B5EF4-FFF2-40B4-BE49-F238E27FC236}">
                    <a16:creationId xmlns:a16="http://schemas.microsoft.com/office/drawing/2014/main" id="{ADAD94F4-D377-418F-9DFE-F071BFFBA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263"/>
                <a:ext cx="5" cy="6"/>
              </a:xfrm>
              <a:custGeom>
                <a:avLst/>
                <a:gdLst>
                  <a:gd name="T0" fmla="*/ 3 w 7"/>
                  <a:gd name="T1" fmla="*/ 2 h 7"/>
                  <a:gd name="T2" fmla="*/ 2 w 7"/>
                  <a:gd name="T3" fmla="*/ 3 h 7"/>
                  <a:gd name="T4" fmla="*/ 0 w 7"/>
                  <a:gd name="T5" fmla="*/ 3 h 7"/>
                  <a:gd name="T6" fmla="*/ 1 w 7"/>
                  <a:gd name="T7" fmla="*/ 1 h 7"/>
                  <a:gd name="T8" fmla="*/ 3 w 7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7" y="3"/>
                      <a:pt x="7" y="5"/>
                      <a:pt x="5" y="6"/>
                    </a:cubicBezTo>
                    <a:cubicBezTo>
                      <a:pt x="3" y="7"/>
                      <a:pt x="1" y="7"/>
                      <a:pt x="0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4" y="0"/>
                      <a:pt x="6" y="0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4" name="Freeform 589">
                <a:extLst>
                  <a:ext uri="{FF2B5EF4-FFF2-40B4-BE49-F238E27FC236}">
                    <a16:creationId xmlns:a16="http://schemas.microsoft.com/office/drawing/2014/main" id="{E31DAFEF-7939-4140-8D26-372330451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270"/>
                <a:ext cx="7" cy="9"/>
              </a:xfrm>
              <a:custGeom>
                <a:avLst/>
                <a:gdLst>
                  <a:gd name="T0" fmla="*/ 2 w 10"/>
                  <a:gd name="T1" fmla="*/ 0 h 12"/>
                  <a:gd name="T2" fmla="*/ 3 w 10"/>
                  <a:gd name="T3" fmla="*/ 3 h 12"/>
                  <a:gd name="T4" fmla="*/ 1 w 10"/>
                  <a:gd name="T5" fmla="*/ 5 h 12"/>
                  <a:gd name="T6" fmla="*/ 1 w 10"/>
                  <a:gd name="T7" fmla="*/ 2 h 12"/>
                  <a:gd name="T8" fmla="*/ 2 w 1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cubicBezTo>
                      <a:pt x="8" y="1"/>
                      <a:pt x="10" y="4"/>
                      <a:pt x="9" y="7"/>
                    </a:cubicBezTo>
                    <a:cubicBezTo>
                      <a:pt x="9" y="10"/>
                      <a:pt x="7" y="12"/>
                      <a:pt x="4" y="11"/>
                    </a:cubicBezTo>
                    <a:cubicBezTo>
                      <a:pt x="2" y="11"/>
                      <a:pt x="0" y="8"/>
                      <a:pt x="1" y="5"/>
                    </a:cubicBezTo>
                    <a:cubicBezTo>
                      <a:pt x="1" y="2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5" name="Freeform 590">
                <a:extLst>
                  <a:ext uri="{FF2B5EF4-FFF2-40B4-BE49-F238E27FC236}">
                    <a16:creationId xmlns:a16="http://schemas.microsoft.com/office/drawing/2014/main" id="{7D4BBEB0-53E8-4545-97B0-683B7639D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272"/>
                <a:ext cx="7" cy="26"/>
              </a:xfrm>
              <a:custGeom>
                <a:avLst/>
                <a:gdLst>
                  <a:gd name="T0" fmla="*/ 4 w 9"/>
                  <a:gd name="T1" fmla="*/ 0 h 35"/>
                  <a:gd name="T2" fmla="*/ 4 w 9"/>
                  <a:gd name="T3" fmla="*/ 14 h 35"/>
                  <a:gd name="T4" fmla="*/ 4 w 9"/>
                  <a:gd name="T5" fmla="*/ 1 h 35"/>
                  <a:gd name="T6" fmla="*/ 4 w 9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5">
                    <a:moveTo>
                      <a:pt x="8" y="0"/>
                    </a:moveTo>
                    <a:cubicBezTo>
                      <a:pt x="8" y="0"/>
                      <a:pt x="0" y="14"/>
                      <a:pt x="8" y="35"/>
                    </a:cubicBezTo>
                    <a:cubicBezTo>
                      <a:pt x="8" y="35"/>
                      <a:pt x="2" y="17"/>
                      <a:pt x="9" y="1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6" name="Freeform 591">
                <a:extLst>
                  <a:ext uri="{FF2B5EF4-FFF2-40B4-BE49-F238E27FC236}">
                    <a16:creationId xmlns:a16="http://schemas.microsoft.com/office/drawing/2014/main" id="{59CEF322-87C9-4C02-A1C9-8B720F839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329"/>
                <a:ext cx="51" cy="66"/>
              </a:xfrm>
              <a:custGeom>
                <a:avLst/>
                <a:gdLst>
                  <a:gd name="T0" fmla="*/ 26 w 70"/>
                  <a:gd name="T1" fmla="*/ 15 h 90"/>
                  <a:gd name="T2" fmla="*/ 17 w 70"/>
                  <a:gd name="T3" fmla="*/ 34 h 90"/>
                  <a:gd name="T4" fmla="*/ 1 w 70"/>
                  <a:gd name="T5" fmla="*/ 20 h 90"/>
                  <a:gd name="T6" fmla="*/ 11 w 70"/>
                  <a:gd name="T7" fmla="*/ 1 h 90"/>
                  <a:gd name="T8" fmla="*/ 26 w 70"/>
                  <a:gd name="T9" fmla="*/ 15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90">
                    <a:moveTo>
                      <a:pt x="66" y="40"/>
                    </a:moveTo>
                    <a:cubicBezTo>
                      <a:pt x="70" y="63"/>
                      <a:pt x="60" y="84"/>
                      <a:pt x="43" y="87"/>
                    </a:cubicBezTo>
                    <a:cubicBezTo>
                      <a:pt x="26" y="90"/>
                      <a:pt x="8" y="74"/>
                      <a:pt x="4" y="51"/>
                    </a:cubicBezTo>
                    <a:cubicBezTo>
                      <a:pt x="0" y="28"/>
                      <a:pt x="11" y="6"/>
                      <a:pt x="28" y="3"/>
                    </a:cubicBezTo>
                    <a:cubicBezTo>
                      <a:pt x="45" y="0"/>
                      <a:pt x="62" y="16"/>
                      <a:pt x="66" y="40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7" name="Freeform 592">
                <a:extLst>
                  <a:ext uri="{FF2B5EF4-FFF2-40B4-BE49-F238E27FC236}">
                    <a16:creationId xmlns:a16="http://schemas.microsoft.com/office/drawing/2014/main" id="{7BF681D5-E74B-4431-B307-FDF873795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333"/>
                <a:ext cx="31" cy="42"/>
              </a:xfrm>
              <a:custGeom>
                <a:avLst/>
                <a:gdLst>
                  <a:gd name="T0" fmla="*/ 16 w 43"/>
                  <a:gd name="T1" fmla="*/ 12 h 58"/>
                  <a:gd name="T2" fmla="*/ 6 w 43"/>
                  <a:gd name="T3" fmla="*/ 22 h 58"/>
                  <a:gd name="T4" fmla="*/ 1 w 43"/>
                  <a:gd name="T5" fmla="*/ 10 h 58"/>
                  <a:gd name="T6" fmla="*/ 9 w 43"/>
                  <a:gd name="T7" fmla="*/ 1 h 58"/>
                  <a:gd name="T8" fmla="*/ 16 w 43"/>
                  <a:gd name="T9" fmla="*/ 12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58">
                    <a:moveTo>
                      <a:pt x="41" y="31"/>
                    </a:moveTo>
                    <a:cubicBezTo>
                      <a:pt x="39" y="47"/>
                      <a:pt x="29" y="58"/>
                      <a:pt x="18" y="57"/>
                    </a:cubicBezTo>
                    <a:cubicBezTo>
                      <a:pt x="7" y="55"/>
                      <a:pt x="0" y="42"/>
                      <a:pt x="2" y="26"/>
                    </a:cubicBezTo>
                    <a:cubicBezTo>
                      <a:pt x="4" y="11"/>
                      <a:pt x="14" y="0"/>
                      <a:pt x="25" y="1"/>
                    </a:cubicBezTo>
                    <a:cubicBezTo>
                      <a:pt x="36" y="3"/>
                      <a:pt x="43" y="16"/>
                      <a:pt x="41" y="31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8" name="Freeform 593">
                <a:extLst>
                  <a:ext uri="{FF2B5EF4-FFF2-40B4-BE49-F238E27FC236}">
                    <a16:creationId xmlns:a16="http://schemas.microsoft.com/office/drawing/2014/main" id="{D31A18BC-BC08-4F21-BF20-AAED4E79E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336"/>
                <a:ext cx="17" cy="21"/>
              </a:xfrm>
              <a:custGeom>
                <a:avLst/>
                <a:gdLst>
                  <a:gd name="T0" fmla="*/ 9 w 23"/>
                  <a:gd name="T1" fmla="*/ 8 h 28"/>
                  <a:gd name="T2" fmla="*/ 3 w 23"/>
                  <a:gd name="T3" fmla="*/ 11 h 28"/>
                  <a:gd name="T4" fmla="*/ 1 w 23"/>
                  <a:gd name="T5" fmla="*/ 5 h 28"/>
                  <a:gd name="T6" fmla="*/ 7 w 23"/>
                  <a:gd name="T7" fmla="*/ 2 h 28"/>
                  <a:gd name="T8" fmla="*/ 9 w 23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21" y="17"/>
                    </a:moveTo>
                    <a:cubicBezTo>
                      <a:pt x="18" y="24"/>
                      <a:pt x="12" y="28"/>
                      <a:pt x="7" y="26"/>
                    </a:cubicBezTo>
                    <a:cubicBezTo>
                      <a:pt x="2" y="24"/>
                      <a:pt x="0" y="17"/>
                      <a:pt x="3" y="11"/>
                    </a:cubicBezTo>
                    <a:cubicBezTo>
                      <a:pt x="5" y="4"/>
                      <a:pt x="11" y="0"/>
                      <a:pt x="16" y="2"/>
                    </a:cubicBezTo>
                    <a:cubicBezTo>
                      <a:pt x="21" y="3"/>
                      <a:pt x="23" y="10"/>
                      <a:pt x="21" y="17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9" name="Freeform 594">
                <a:extLst>
                  <a:ext uri="{FF2B5EF4-FFF2-40B4-BE49-F238E27FC236}">
                    <a16:creationId xmlns:a16="http://schemas.microsoft.com/office/drawing/2014/main" id="{1052238E-040A-41FB-9C76-122FBD688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341"/>
                <a:ext cx="6" cy="6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3 h 8"/>
                  <a:gd name="T4" fmla="*/ 1 w 8"/>
                  <a:gd name="T5" fmla="*/ 3 h 8"/>
                  <a:gd name="T6" fmla="*/ 2 w 8"/>
                  <a:gd name="T7" fmla="*/ 2 h 8"/>
                  <a:gd name="T8" fmla="*/ 3 w 8"/>
                  <a:gd name="T9" fmla="*/ 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2"/>
                    </a:moveTo>
                    <a:cubicBezTo>
                      <a:pt x="8" y="3"/>
                      <a:pt x="7" y="5"/>
                      <a:pt x="6" y="6"/>
                    </a:cubicBezTo>
                    <a:cubicBezTo>
                      <a:pt x="5" y="7"/>
                      <a:pt x="2" y="8"/>
                      <a:pt x="1" y="7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3" y="1"/>
                      <a:pt x="5" y="0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0" name="Freeform 595">
                <a:extLst>
                  <a:ext uri="{FF2B5EF4-FFF2-40B4-BE49-F238E27FC236}">
                    <a16:creationId xmlns:a16="http://schemas.microsoft.com/office/drawing/2014/main" id="{C1B2BD47-11DC-4BD1-889D-7A3614AF6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348"/>
                <a:ext cx="7" cy="9"/>
              </a:xfrm>
              <a:custGeom>
                <a:avLst/>
                <a:gdLst>
                  <a:gd name="T0" fmla="*/ 2 w 9"/>
                  <a:gd name="T1" fmla="*/ 1 h 12"/>
                  <a:gd name="T2" fmla="*/ 4 w 9"/>
                  <a:gd name="T3" fmla="*/ 3 h 12"/>
                  <a:gd name="T4" fmla="*/ 2 w 9"/>
                  <a:gd name="T5" fmla="*/ 5 h 12"/>
                  <a:gd name="T6" fmla="*/ 1 w 9"/>
                  <a:gd name="T7" fmla="*/ 3 h 12"/>
                  <a:gd name="T8" fmla="*/ 2 w 9"/>
                  <a:gd name="T9" fmla="*/ 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5" y="1"/>
                    </a:moveTo>
                    <a:cubicBezTo>
                      <a:pt x="7" y="0"/>
                      <a:pt x="9" y="3"/>
                      <a:pt x="9" y="6"/>
                    </a:cubicBezTo>
                    <a:cubicBezTo>
                      <a:pt x="9" y="9"/>
                      <a:pt x="7" y="11"/>
                      <a:pt x="5" y="11"/>
                    </a:cubicBezTo>
                    <a:cubicBezTo>
                      <a:pt x="3" y="12"/>
                      <a:pt x="1" y="9"/>
                      <a:pt x="1" y="6"/>
                    </a:cubicBezTo>
                    <a:cubicBezTo>
                      <a:pt x="0" y="3"/>
                      <a:pt x="2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1" name="Freeform 596">
                <a:extLst>
                  <a:ext uri="{FF2B5EF4-FFF2-40B4-BE49-F238E27FC236}">
                    <a16:creationId xmlns:a16="http://schemas.microsoft.com/office/drawing/2014/main" id="{B54ABECA-3816-499B-9290-22A01ACE0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350"/>
                <a:ext cx="9" cy="26"/>
              </a:xfrm>
              <a:custGeom>
                <a:avLst/>
                <a:gdLst>
                  <a:gd name="T0" fmla="*/ 2 w 12"/>
                  <a:gd name="T1" fmla="*/ 0 h 35"/>
                  <a:gd name="T2" fmla="*/ 5 w 12"/>
                  <a:gd name="T3" fmla="*/ 14 h 35"/>
                  <a:gd name="T4" fmla="*/ 3 w 12"/>
                  <a:gd name="T5" fmla="*/ 1 h 35"/>
                  <a:gd name="T6" fmla="*/ 2 w 12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5">
                    <a:moveTo>
                      <a:pt x="5" y="0"/>
                    </a:moveTo>
                    <a:cubicBezTo>
                      <a:pt x="5" y="0"/>
                      <a:pt x="0" y="16"/>
                      <a:pt x="12" y="35"/>
                    </a:cubicBezTo>
                    <a:cubicBezTo>
                      <a:pt x="12" y="35"/>
                      <a:pt x="2" y="18"/>
                      <a:pt x="7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2" name="Freeform 597">
                <a:extLst>
                  <a:ext uri="{FF2B5EF4-FFF2-40B4-BE49-F238E27FC236}">
                    <a16:creationId xmlns:a16="http://schemas.microsoft.com/office/drawing/2014/main" id="{458892A5-2B01-4BA8-8761-96AAFD8A8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409"/>
                <a:ext cx="52" cy="66"/>
              </a:xfrm>
              <a:custGeom>
                <a:avLst/>
                <a:gdLst>
                  <a:gd name="T0" fmla="*/ 26 w 71"/>
                  <a:gd name="T1" fmla="*/ 15 h 90"/>
                  <a:gd name="T2" fmla="*/ 17 w 71"/>
                  <a:gd name="T3" fmla="*/ 34 h 90"/>
                  <a:gd name="T4" fmla="*/ 2 w 71"/>
                  <a:gd name="T5" fmla="*/ 20 h 90"/>
                  <a:gd name="T6" fmla="*/ 11 w 71"/>
                  <a:gd name="T7" fmla="*/ 1 h 90"/>
                  <a:gd name="T8" fmla="*/ 26 w 71"/>
                  <a:gd name="T9" fmla="*/ 15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90">
                    <a:moveTo>
                      <a:pt x="67" y="40"/>
                    </a:moveTo>
                    <a:cubicBezTo>
                      <a:pt x="71" y="63"/>
                      <a:pt x="60" y="84"/>
                      <a:pt x="43" y="87"/>
                    </a:cubicBezTo>
                    <a:cubicBezTo>
                      <a:pt x="26" y="90"/>
                      <a:pt x="9" y="74"/>
                      <a:pt x="5" y="51"/>
                    </a:cubicBezTo>
                    <a:cubicBezTo>
                      <a:pt x="0" y="28"/>
                      <a:pt x="11" y="6"/>
                      <a:pt x="28" y="3"/>
                    </a:cubicBezTo>
                    <a:cubicBezTo>
                      <a:pt x="45" y="0"/>
                      <a:pt x="62" y="17"/>
                      <a:pt x="67" y="40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3" name="Freeform 598">
                <a:extLst>
                  <a:ext uri="{FF2B5EF4-FFF2-40B4-BE49-F238E27FC236}">
                    <a16:creationId xmlns:a16="http://schemas.microsoft.com/office/drawing/2014/main" id="{AF3FFCCB-5D0F-45BF-AE27-70917B1EA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412"/>
                <a:ext cx="31" cy="43"/>
              </a:xfrm>
              <a:custGeom>
                <a:avLst/>
                <a:gdLst>
                  <a:gd name="T0" fmla="*/ 16 w 43"/>
                  <a:gd name="T1" fmla="*/ 13 h 58"/>
                  <a:gd name="T2" fmla="*/ 6 w 43"/>
                  <a:gd name="T3" fmla="*/ 23 h 58"/>
                  <a:gd name="T4" fmla="*/ 1 w 43"/>
                  <a:gd name="T5" fmla="*/ 11 h 58"/>
                  <a:gd name="T6" fmla="*/ 9 w 43"/>
                  <a:gd name="T7" fmla="*/ 1 h 58"/>
                  <a:gd name="T8" fmla="*/ 16 w 43"/>
                  <a:gd name="T9" fmla="*/ 1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58">
                    <a:moveTo>
                      <a:pt x="41" y="32"/>
                    </a:moveTo>
                    <a:cubicBezTo>
                      <a:pt x="39" y="47"/>
                      <a:pt x="29" y="58"/>
                      <a:pt x="18" y="57"/>
                    </a:cubicBezTo>
                    <a:cubicBezTo>
                      <a:pt x="7" y="55"/>
                      <a:pt x="0" y="42"/>
                      <a:pt x="2" y="27"/>
                    </a:cubicBezTo>
                    <a:cubicBezTo>
                      <a:pt x="4" y="11"/>
                      <a:pt x="14" y="0"/>
                      <a:pt x="25" y="2"/>
                    </a:cubicBezTo>
                    <a:cubicBezTo>
                      <a:pt x="36" y="3"/>
                      <a:pt x="43" y="16"/>
                      <a:pt x="41" y="32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4" name="Freeform 599">
                <a:extLst>
                  <a:ext uri="{FF2B5EF4-FFF2-40B4-BE49-F238E27FC236}">
                    <a16:creationId xmlns:a16="http://schemas.microsoft.com/office/drawing/2014/main" id="{5C8438AE-D9CE-4536-9939-9185CBD01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416"/>
                <a:ext cx="17" cy="21"/>
              </a:xfrm>
              <a:custGeom>
                <a:avLst/>
                <a:gdLst>
                  <a:gd name="T0" fmla="*/ 9 w 22"/>
                  <a:gd name="T1" fmla="*/ 8 h 28"/>
                  <a:gd name="T2" fmla="*/ 3 w 22"/>
                  <a:gd name="T3" fmla="*/ 11 h 28"/>
                  <a:gd name="T4" fmla="*/ 2 w 22"/>
                  <a:gd name="T5" fmla="*/ 5 h 28"/>
                  <a:gd name="T6" fmla="*/ 7 w 22"/>
                  <a:gd name="T7" fmla="*/ 2 h 28"/>
                  <a:gd name="T8" fmla="*/ 9 w 22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8">
                    <a:moveTo>
                      <a:pt x="20" y="17"/>
                    </a:moveTo>
                    <a:cubicBezTo>
                      <a:pt x="18" y="24"/>
                      <a:pt x="12" y="28"/>
                      <a:pt x="7" y="26"/>
                    </a:cubicBezTo>
                    <a:cubicBezTo>
                      <a:pt x="2" y="24"/>
                      <a:pt x="0" y="18"/>
                      <a:pt x="2" y="11"/>
                    </a:cubicBezTo>
                    <a:cubicBezTo>
                      <a:pt x="4" y="4"/>
                      <a:pt x="10" y="0"/>
                      <a:pt x="15" y="2"/>
                    </a:cubicBezTo>
                    <a:cubicBezTo>
                      <a:pt x="20" y="4"/>
                      <a:pt x="22" y="11"/>
                      <a:pt x="20" y="17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5" name="Freeform 600">
                <a:extLst>
                  <a:ext uri="{FF2B5EF4-FFF2-40B4-BE49-F238E27FC236}">
                    <a16:creationId xmlns:a16="http://schemas.microsoft.com/office/drawing/2014/main" id="{2CBE2863-58AC-4788-BDE3-A82954BE2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421"/>
                <a:ext cx="5" cy="5"/>
              </a:xfrm>
              <a:custGeom>
                <a:avLst/>
                <a:gdLst>
                  <a:gd name="T0" fmla="*/ 2 w 7"/>
                  <a:gd name="T1" fmla="*/ 1 h 7"/>
                  <a:gd name="T2" fmla="*/ 2 w 7"/>
                  <a:gd name="T3" fmla="*/ 2 h 7"/>
                  <a:gd name="T4" fmla="*/ 1 w 7"/>
                  <a:gd name="T5" fmla="*/ 2 h 7"/>
                  <a:gd name="T6" fmla="*/ 1 w 7"/>
                  <a:gd name="T7" fmla="*/ 1 h 7"/>
                  <a:gd name="T8" fmla="*/ 2 w 7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7" y="2"/>
                      <a:pt x="7" y="4"/>
                      <a:pt x="5" y="5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5" y="0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6" name="Oval 601">
                <a:extLst>
                  <a:ext uri="{FF2B5EF4-FFF2-40B4-BE49-F238E27FC236}">
                    <a16:creationId xmlns:a16="http://schemas.microsoft.com/office/drawing/2014/main" id="{57B64AF5-6C49-4800-ACFA-D6214126E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3" y="242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87" name="Freeform 602">
                <a:extLst>
                  <a:ext uri="{FF2B5EF4-FFF2-40B4-BE49-F238E27FC236}">
                    <a16:creationId xmlns:a16="http://schemas.microsoft.com/office/drawing/2014/main" id="{EFF90799-0BD4-4A70-8482-13893492E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431"/>
                <a:ext cx="8" cy="26"/>
              </a:xfrm>
              <a:custGeom>
                <a:avLst/>
                <a:gdLst>
                  <a:gd name="T0" fmla="*/ 2 w 11"/>
                  <a:gd name="T1" fmla="*/ 0 h 35"/>
                  <a:gd name="T2" fmla="*/ 4 w 11"/>
                  <a:gd name="T3" fmla="*/ 14 h 35"/>
                  <a:gd name="T4" fmla="*/ 2 w 11"/>
                  <a:gd name="T5" fmla="*/ 1 h 35"/>
                  <a:gd name="T6" fmla="*/ 2 w 11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5">
                    <a:moveTo>
                      <a:pt x="5" y="0"/>
                    </a:moveTo>
                    <a:cubicBezTo>
                      <a:pt x="5" y="0"/>
                      <a:pt x="0" y="15"/>
                      <a:pt x="11" y="35"/>
                    </a:cubicBezTo>
                    <a:cubicBezTo>
                      <a:pt x="11" y="35"/>
                      <a:pt x="1" y="18"/>
                      <a:pt x="6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8" name="Freeform 603">
                <a:extLst>
                  <a:ext uri="{FF2B5EF4-FFF2-40B4-BE49-F238E27FC236}">
                    <a16:creationId xmlns:a16="http://schemas.microsoft.com/office/drawing/2014/main" id="{2627C52E-A4C7-4BC6-B5EB-030A80C5D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515"/>
                <a:ext cx="54" cy="67"/>
              </a:xfrm>
              <a:custGeom>
                <a:avLst/>
                <a:gdLst>
                  <a:gd name="T0" fmla="*/ 27 w 73"/>
                  <a:gd name="T1" fmla="*/ 15 h 91"/>
                  <a:gd name="T2" fmla="*/ 20 w 73"/>
                  <a:gd name="T3" fmla="*/ 35 h 91"/>
                  <a:gd name="T4" fmla="*/ 2 w 73"/>
                  <a:gd name="T5" fmla="*/ 21 h 91"/>
                  <a:gd name="T6" fmla="*/ 10 w 73"/>
                  <a:gd name="T7" fmla="*/ 2 h 91"/>
                  <a:gd name="T8" fmla="*/ 27 w 73"/>
                  <a:gd name="T9" fmla="*/ 15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91">
                    <a:moveTo>
                      <a:pt x="67" y="37"/>
                    </a:moveTo>
                    <a:cubicBezTo>
                      <a:pt x="73" y="60"/>
                      <a:pt x="65" y="82"/>
                      <a:pt x="48" y="87"/>
                    </a:cubicBezTo>
                    <a:cubicBezTo>
                      <a:pt x="31" y="91"/>
                      <a:pt x="12" y="77"/>
                      <a:pt x="6" y="54"/>
                    </a:cubicBezTo>
                    <a:cubicBezTo>
                      <a:pt x="0" y="31"/>
                      <a:pt x="9" y="9"/>
                      <a:pt x="25" y="5"/>
                    </a:cubicBezTo>
                    <a:cubicBezTo>
                      <a:pt x="42" y="0"/>
                      <a:pt x="61" y="15"/>
                      <a:pt x="67" y="37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9" name="Freeform 604">
                <a:extLst>
                  <a:ext uri="{FF2B5EF4-FFF2-40B4-BE49-F238E27FC236}">
                    <a16:creationId xmlns:a16="http://schemas.microsoft.com/office/drawing/2014/main" id="{A557540E-38B4-4EB5-BA5B-D23FF2C1D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2520"/>
                <a:ext cx="29" cy="42"/>
              </a:xfrm>
              <a:custGeom>
                <a:avLst/>
                <a:gdLst>
                  <a:gd name="T0" fmla="*/ 15 w 40"/>
                  <a:gd name="T1" fmla="*/ 11 h 57"/>
                  <a:gd name="T2" fmla="*/ 7 w 40"/>
                  <a:gd name="T3" fmla="*/ 22 h 57"/>
                  <a:gd name="T4" fmla="*/ 0 w 40"/>
                  <a:gd name="T5" fmla="*/ 11 h 57"/>
                  <a:gd name="T6" fmla="*/ 8 w 40"/>
                  <a:gd name="T7" fmla="*/ 1 h 57"/>
                  <a:gd name="T8" fmla="*/ 15 w 40"/>
                  <a:gd name="T9" fmla="*/ 1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57">
                    <a:moveTo>
                      <a:pt x="39" y="29"/>
                    </a:moveTo>
                    <a:cubicBezTo>
                      <a:pt x="39" y="44"/>
                      <a:pt x="30" y="57"/>
                      <a:pt x="19" y="56"/>
                    </a:cubicBezTo>
                    <a:cubicBezTo>
                      <a:pt x="8" y="56"/>
                      <a:pt x="0" y="43"/>
                      <a:pt x="0" y="28"/>
                    </a:cubicBezTo>
                    <a:cubicBezTo>
                      <a:pt x="1" y="12"/>
                      <a:pt x="10" y="0"/>
                      <a:pt x="21" y="1"/>
                    </a:cubicBezTo>
                    <a:cubicBezTo>
                      <a:pt x="32" y="1"/>
                      <a:pt x="40" y="14"/>
                      <a:pt x="39" y="29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0" name="Freeform 605">
                <a:extLst>
                  <a:ext uri="{FF2B5EF4-FFF2-40B4-BE49-F238E27FC236}">
                    <a16:creationId xmlns:a16="http://schemas.microsoft.com/office/drawing/2014/main" id="{117D7C2F-E287-4415-AC30-B57BE70D4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524"/>
                <a:ext cx="17" cy="20"/>
              </a:xfrm>
              <a:custGeom>
                <a:avLst/>
                <a:gdLst>
                  <a:gd name="T0" fmla="*/ 9 w 22"/>
                  <a:gd name="T1" fmla="*/ 6 h 28"/>
                  <a:gd name="T2" fmla="*/ 4 w 22"/>
                  <a:gd name="T3" fmla="*/ 10 h 28"/>
                  <a:gd name="T4" fmla="*/ 2 w 22"/>
                  <a:gd name="T5" fmla="*/ 4 h 28"/>
                  <a:gd name="T6" fmla="*/ 7 w 22"/>
                  <a:gd name="T7" fmla="*/ 1 h 28"/>
                  <a:gd name="T8" fmla="*/ 9 w 22"/>
                  <a:gd name="T9" fmla="*/ 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8">
                    <a:moveTo>
                      <a:pt x="20" y="16"/>
                    </a:moveTo>
                    <a:cubicBezTo>
                      <a:pt x="19" y="23"/>
                      <a:pt x="13" y="28"/>
                      <a:pt x="8" y="26"/>
                    </a:cubicBezTo>
                    <a:cubicBezTo>
                      <a:pt x="3" y="25"/>
                      <a:pt x="0" y="18"/>
                      <a:pt x="2" y="11"/>
                    </a:cubicBezTo>
                    <a:cubicBezTo>
                      <a:pt x="4" y="4"/>
                      <a:pt x="9" y="0"/>
                      <a:pt x="14" y="1"/>
                    </a:cubicBezTo>
                    <a:cubicBezTo>
                      <a:pt x="20" y="3"/>
                      <a:pt x="22" y="9"/>
                      <a:pt x="20" y="16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1" name="Freeform 606">
                <a:extLst>
                  <a:ext uri="{FF2B5EF4-FFF2-40B4-BE49-F238E27FC236}">
                    <a16:creationId xmlns:a16="http://schemas.microsoft.com/office/drawing/2014/main" id="{BE408C41-7F36-43AD-ACE3-1B5F79166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529"/>
                <a:ext cx="5" cy="5"/>
              </a:xfrm>
              <a:custGeom>
                <a:avLst/>
                <a:gdLst>
                  <a:gd name="T0" fmla="*/ 2 w 7"/>
                  <a:gd name="T1" fmla="*/ 1 h 7"/>
                  <a:gd name="T2" fmla="*/ 2 w 7"/>
                  <a:gd name="T3" fmla="*/ 2 h 7"/>
                  <a:gd name="T4" fmla="*/ 1 w 7"/>
                  <a:gd name="T5" fmla="*/ 2 h 7"/>
                  <a:gd name="T6" fmla="*/ 1 w 7"/>
                  <a:gd name="T7" fmla="*/ 1 h 7"/>
                  <a:gd name="T8" fmla="*/ 2 w 7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7" y="2"/>
                      <a:pt x="7" y="4"/>
                      <a:pt x="5" y="5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2" name="Freeform 607">
                <a:extLst>
                  <a:ext uri="{FF2B5EF4-FFF2-40B4-BE49-F238E27FC236}">
                    <a16:creationId xmlns:a16="http://schemas.microsoft.com/office/drawing/2014/main" id="{8F887701-72C2-4485-9E88-34A18C372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536"/>
                <a:ext cx="7" cy="8"/>
              </a:xfrm>
              <a:custGeom>
                <a:avLst/>
                <a:gdLst>
                  <a:gd name="T0" fmla="*/ 2 w 10"/>
                  <a:gd name="T1" fmla="*/ 0 h 11"/>
                  <a:gd name="T2" fmla="*/ 3 w 10"/>
                  <a:gd name="T3" fmla="*/ 2 h 11"/>
                  <a:gd name="T4" fmla="*/ 2 w 10"/>
                  <a:gd name="T5" fmla="*/ 4 h 11"/>
                  <a:gd name="T6" fmla="*/ 1 w 10"/>
                  <a:gd name="T7" fmla="*/ 2 h 11"/>
                  <a:gd name="T8" fmla="*/ 2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cubicBezTo>
                      <a:pt x="7" y="0"/>
                      <a:pt x="9" y="2"/>
                      <a:pt x="9" y="5"/>
                    </a:cubicBezTo>
                    <a:cubicBezTo>
                      <a:pt x="10" y="8"/>
                      <a:pt x="8" y="11"/>
                      <a:pt x="6" y="11"/>
                    </a:cubicBezTo>
                    <a:cubicBezTo>
                      <a:pt x="3" y="11"/>
                      <a:pt x="1" y="9"/>
                      <a:pt x="1" y="6"/>
                    </a:cubicBezTo>
                    <a:cubicBezTo>
                      <a:pt x="0" y="3"/>
                      <a:pt x="2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3" name="Freeform 608">
                <a:extLst>
                  <a:ext uri="{FF2B5EF4-FFF2-40B4-BE49-F238E27FC236}">
                    <a16:creationId xmlns:a16="http://schemas.microsoft.com/office/drawing/2014/main" id="{9204A39C-5562-4BDD-856A-EE43A0A51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538"/>
                <a:ext cx="9" cy="25"/>
              </a:xfrm>
              <a:custGeom>
                <a:avLst/>
                <a:gdLst>
                  <a:gd name="T0" fmla="*/ 1 w 13"/>
                  <a:gd name="T1" fmla="*/ 0 h 34"/>
                  <a:gd name="T2" fmla="*/ 4 w 13"/>
                  <a:gd name="T3" fmla="*/ 13 h 34"/>
                  <a:gd name="T4" fmla="*/ 1 w 13"/>
                  <a:gd name="T5" fmla="*/ 1 h 34"/>
                  <a:gd name="T6" fmla="*/ 1 w 13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4">
                    <a:moveTo>
                      <a:pt x="3" y="0"/>
                    </a:moveTo>
                    <a:cubicBezTo>
                      <a:pt x="3" y="0"/>
                      <a:pt x="0" y="16"/>
                      <a:pt x="13" y="34"/>
                    </a:cubicBezTo>
                    <a:cubicBezTo>
                      <a:pt x="13" y="34"/>
                      <a:pt x="2" y="18"/>
                      <a:pt x="5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4" name="Freeform 609">
                <a:extLst>
                  <a:ext uri="{FF2B5EF4-FFF2-40B4-BE49-F238E27FC236}">
                    <a16:creationId xmlns:a16="http://schemas.microsoft.com/office/drawing/2014/main" id="{96BC9967-4E14-4250-B8AF-1D474F5A5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613"/>
                <a:ext cx="56" cy="68"/>
              </a:xfrm>
              <a:custGeom>
                <a:avLst/>
                <a:gdLst>
                  <a:gd name="T0" fmla="*/ 27 w 76"/>
                  <a:gd name="T1" fmla="*/ 14 h 92"/>
                  <a:gd name="T2" fmla="*/ 21 w 76"/>
                  <a:gd name="T3" fmla="*/ 35 h 92"/>
                  <a:gd name="T4" fmla="*/ 4 w 76"/>
                  <a:gd name="T5" fmla="*/ 23 h 92"/>
                  <a:gd name="T6" fmla="*/ 10 w 76"/>
                  <a:gd name="T7" fmla="*/ 2 h 92"/>
                  <a:gd name="T8" fmla="*/ 27 w 76"/>
                  <a:gd name="T9" fmla="*/ 14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68" y="35"/>
                    </a:moveTo>
                    <a:cubicBezTo>
                      <a:pt x="76" y="57"/>
                      <a:pt x="70" y="80"/>
                      <a:pt x="53" y="86"/>
                    </a:cubicBezTo>
                    <a:cubicBezTo>
                      <a:pt x="37" y="92"/>
                      <a:pt x="17" y="79"/>
                      <a:pt x="9" y="57"/>
                    </a:cubicBezTo>
                    <a:cubicBezTo>
                      <a:pt x="0" y="35"/>
                      <a:pt x="7" y="13"/>
                      <a:pt x="23" y="6"/>
                    </a:cubicBezTo>
                    <a:cubicBezTo>
                      <a:pt x="39" y="0"/>
                      <a:pt x="59" y="13"/>
                      <a:pt x="68" y="35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5" name="Freeform 610">
                <a:extLst>
                  <a:ext uri="{FF2B5EF4-FFF2-40B4-BE49-F238E27FC236}">
                    <a16:creationId xmlns:a16="http://schemas.microsoft.com/office/drawing/2014/main" id="{CC4C5B01-29BF-41E1-B769-EF8CCF0B8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2619"/>
                <a:ext cx="30" cy="42"/>
              </a:xfrm>
              <a:custGeom>
                <a:avLst/>
                <a:gdLst>
                  <a:gd name="T0" fmla="*/ 15 w 41"/>
                  <a:gd name="T1" fmla="*/ 11 h 56"/>
                  <a:gd name="T2" fmla="*/ 9 w 41"/>
                  <a:gd name="T3" fmla="*/ 24 h 56"/>
                  <a:gd name="T4" fmla="*/ 1 w 41"/>
                  <a:gd name="T5" fmla="*/ 13 h 56"/>
                  <a:gd name="T6" fmla="*/ 7 w 41"/>
                  <a:gd name="T7" fmla="*/ 0 h 56"/>
                  <a:gd name="T8" fmla="*/ 15 w 41"/>
                  <a:gd name="T9" fmla="*/ 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6">
                    <a:moveTo>
                      <a:pt x="40" y="27"/>
                    </a:moveTo>
                    <a:cubicBezTo>
                      <a:pt x="41" y="42"/>
                      <a:pt x="33" y="55"/>
                      <a:pt x="22" y="56"/>
                    </a:cubicBezTo>
                    <a:cubicBezTo>
                      <a:pt x="11" y="56"/>
                      <a:pt x="2" y="45"/>
                      <a:pt x="1" y="29"/>
                    </a:cubicBezTo>
                    <a:cubicBezTo>
                      <a:pt x="0" y="14"/>
                      <a:pt x="8" y="1"/>
                      <a:pt x="19" y="0"/>
                    </a:cubicBezTo>
                    <a:cubicBezTo>
                      <a:pt x="30" y="0"/>
                      <a:pt x="39" y="11"/>
                      <a:pt x="40" y="27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6" name="Freeform 611">
                <a:extLst>
                  <a:ext uri="{FF2B5EF4-FFF2-40B4-BE49-F238E27FC236}">
                    <a16:creationId xmlns:a16="http://schemas.microsoft.com/office/drawing/2014/main" id="{9771CE11-4DFD-458A-9394-B846BD165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624"/>
                <a:ext cx="15" cy="20"/>
              </a:xfrm>
              <a:custGeom>
                <a:avLst/>
                <a:gdLst>
                  <a:gd name="T0" fmla="*/ 7 w 21"/>
                  <a:gd name="T1" fmla="*/ 6 h 27"/>
                  <a:gd name="T2" fmla="*/ 3 w 21"/>
                  <a:gd name="T3" fmla="*/ 10 h 27"/>
                  <a:gd name="T4" fmla="*/ 1 w 21"/>
                  <a:gd name="T5" fmla="*/ 5 h 27"/>
                  <a:gd name="T6" fmla="*/ 4 w 21"/>
                  <a:gd name="T7" fmla="*/ 0 h 27"/>
                  <a:gd name="T8" fmla="*/ 7 w 21"/>
                  <a:gd name="T9" fmla="*/ 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20" y="15"/>
                    </a:moveTo>
                    <a:cubicBezTo>
                      <a:pt x="19" y="22"/>
                      <a:pt x="14" y="27"/>
                      <a:pt x="9" y="26"/>
                    </a:cubicBezTo>
                    <a:cubicBezTo>
                      <a:pt x="4" y="25"/>
                      <a:pt x="0" y="19"/>
                      <a:pt x="1" y="12"/>
                    </a:cubicBezTo>
                    <a:cubicBezTo>
                      <a:pt x="3" y="5"/>
                      <a:pt x="8" y="0"/>
                      <a:pt x="13" y="0"/>
                    </a:cubicBezTo>
                    <a:cubicBezTo>
                      <a:pt x="18" y="1"/>
                      <a:pt x="21" y="8"/>
                      <a:pt x="20" y="15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7" name="Freeform 612">
                <a:extLst>
                  <a:ext uri="{FF2B5EF4-FFF2-40B4-BE49-F238E27FC236}">
                    <a16:creationId xmlns:a16="http://schemas.microsoft.com/office/drawing/2014/main" id="{C0309D0B-7568-407F-879C-C4CDD37A2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2628"/>
                <a:ext cx="5" cy="6"/>
              </a:xfrm>
              <a:custGeom>
                <a:avLst/>
                <a:gdLst>
                  <a:gd name="T0" fmla="*/ 2 w 7"/>
                  <a:gd name="T1" fmla="*/ 1 h 8"/>
                  <a:gd name="T2" fmla="*/ 2 w 7"/>
                  <a:gd name="T3" fmla="*/ 3 h 8"/>
                  <a:gd name="T4" fmla="*/ 1 w 7"/>
                  <a:gd name="T5" fmla="*/ 3 h 8"/>
                  <a:gd name="T6" fmla="*/ 1 w 7"/>
                  <a:gd name="T7" fmla="*/ 2 h 8"/>
                  <a:gd name="T8" fmla="*/ 2 w 7"/>
                  <a:gd name="T9" fmla="*/ 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8" name="Freeform 613">
                <a:extLst>
                  <a:ext uri="{FF2B5EF4-FFF2-40B4-BE49-F238E27FC236}">
                    <a16:creationId xmlns:a16="http://schemas.microsoft.com/office/drawing/2014/main" id="{7F0C3103-D594-4DCC-81D2-4E636620F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636"/>
                <a:ext cx="7" cy="8"/>
              </a:xfrm>
              <a:custGeom>
                <a:avLst/>
                <a:gdLst>
                  <a:gd name="T0" fmla="*/ 1 w 10"/>
                  <a:gd name="T1" fmla="*/ 1 h 12"/>
                  <a:gd name="T2" fmla="*/ 3 w 10"/>
                  <a:gd name="T3" fmla="*/ 1 h 12"/>
                  <a:gd name="T4" fmla="*/ 2 w 10"/>
                  <a:gd name="T5" fmla="*/ 3 h 12"/>
                  <a:gd name="T6" fmla="*/ 1 w 10"/>
                  <a:gd name="T7" fmla="*/ 2 h 12"/>
                  <a:gd name="T8" fmla="*/ 1 w 10"/>
                  <a:gd name="T9" fmla="*/ 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1"/>
                    </a:moveTo>
                    <a:cubicBezTo>
                      <a:pt x="6" y="0"/>
                      <a:pt x="8" y="2"/>
                      <a:pt x="9" y="5"/>
                    </a:cubicBezTo>
                    <a:cubicBezTo>
                      <a:pt x="10" y="8"/>
                      <a:pt x="8" y="11"/>
                      <a:pt x="6" y="12"/>
                    </a:cubicBezTo>
                    <a:cubicBezTo>
                      <a:pt x="3" y="12"/>
                      <a:pt x="1" y="10"/>
                      <a:pt x="1" y="7"/>
                    </a:cubicBezTo>
                    <a:cubicBezTo>
                      <a:pt x="0" y="4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9" name="Freeform 614">
                <a:extLst>
                  <a:ext uri="{FF2B5EF4-FFF2-40B4-BE49-F238E27FC236}">
                    <a16:creationId xmlns:a16="http://schemas.microsoft.com/office/drawing/2014/main" id="{55500532-4B32-4236-939C-08C0C8D51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639"/>
                <a:ext cx="11" cy="25"/>
              </a:xfrm>
              <a:custGeom>
                <a:avLst/>
                <a:gdLst>
                  <a:gd name="T0" fmla="*/ 1 w 15"/>
                  <a:gd name="T1" fmla="*/ 0 h 34"/>
                  <a:gd name="T2" fmla="*/ 6 w 15"/>
                  <a:gd name="T3" fmla="*/ 13 h 34"/>
                  <a:gd name="T4" fmla="*/ 1 w 15"/>
                  <a:gd name="T5" fmla="*/ 1 h 34"/>
                  <a:gd name="T6" fmla="*/ 1 w 15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4">
                    <a:moveTo>
                      <a:pt x="2" y="0"/>
                    </a:moveTo>
                    <a:cubicBezTo>
                      <a:pt x="2" y="0"/>
                      <a:pt x="0" y="16"/>
                      <a:pt x="15" y="34"/>
                    </a:cubicBezTo>
                    <a:cubicBezTo>
                      <a:pt x="15" y="34"/>
                      <a:pt x="2" y="19"/>
                      <a:pt x="3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0" name="Freeform 615">
                <a:extLst>
                  <a:ext uri="{FF2B5EF4-FFF2-40B4-BE49-F238E27FC236}">
                    <a16:creationId xmlns:a16="http://schemas.microsoft.com/office/drawing/2014/main" id="{E3321632-B163-449F-AB11-6C2729EF8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700"/>
                <a:ext cx="56" cy="68"/>
              </a:xfrm>
              <a:custGeom>
                <a:avLst/>
                <a:gdLst>
                  <a:gd name="T0" fmla="*/ 27 w 76"/>
                  <a:gd name="T1" fmla="*/ 14 h 92"/>
                  <a:gd name="T2" fmla="*/ 21 w 76"/>
                  <a:gd name="T3" fmla="*/ 35 h 92"/>
                  <a:gd name="T4" fmla="*/ 4 w 76"/>
                  <a:gd name="T5" fmla="*/ 23 h 92"/>
                  <a:gd name="T6" fmla="*/ 10 w 76"/>
                  <a:gd name="T7" fmla="*/ 2 h 92"/>
                  <a:gd name="T8" fmla="*/ 27 w 76"/>
                  <a:gd name="T9" fmla="*/ 14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67" y="35"/>
                    </a:moveTo>
                    <a:cubicBezTo>
                      <a:pt x="76" y="57"/>
                      <a:pt x="69" y="80"/>
                      <a:pt x="53" y="86"/>
                    </a:cubicBezTo>
                    <a:cubicBezTo>
                      <a:pt x="37" y="92"/>
                      <a:pt x="17" y="79"/>
                      <a:pt x="9" y="57"/>
                    </a:cubicBezTo>
                    <a:cubicBezTo>
                      <a:pt x="0" y="35"/>
                      <a:pt x="7" y="12"/>
                      <a:pt x="23" y="6"/>
                    </a:cubicBezTo>
                    <a:cubicBezTo>
                      <a:pt x="39" y="0"/>
                      <a:pt x="59" y="13"/>
                      <a:pt x="67" y="35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1" name="Freeform 616">
                <a:extLst>
                  <a:ext uri="{FF2B5EF4-FFF2-40B4-BE49-F238E27FC236}">
                    <a16:creationId xmlns:a16="http://schemas.microsoft.com/office/drawing/2014/main" id="{E36BBA86-0CBE-41BA-AD2F-424542301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706"/>
                <a:ext cx="30" cy="42"/>
              </a:xfrm>
              <a:custGeom>
                <a:avLst/>
                <a:gdLst>
                  <a:gd name="T0" fmla="*/ 15 w 41"/>
                  <a:gd name="T1" fmla="*/ 11 h 57"/>
                  <a:gd name="T2" fmla="*/ 9 w 41"/>
                  <a:gd name="T3" fmla="*/ 23 h 57"/>
                  <a:gd name="T4" fmla="*/ 1 w 41"/>
                  <a:gd name="T5" fmla="*/ 12 h 57"/>
                  <a:gd name="T6" fmla="*/ 7 w 41"/>
                  <a:gd name="T7" fmla="*/ 1 h 57"/>
                  <a:gd name="T8" fmla="*/ 15 w 41"/>
                  <a:gd name="T9" fmla="*/ 1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7">
                    <a:moveTo>
                      <a:pt x="40" y="28"/>
                    </a:moveTo>
                    <a:cubicBezTo>
                      <a:pt x="41" y="43"/>
                      <a:pt x="33" y="56"/>
                      <a:pt x="22" y="57"/>
                    </a:cubicBezTo>
                    <a:cubicBezTo>
                      <a:pt x="11" y="57"/>
                      <a:pt x="2" y="45"/>
                      <a:pt x="1" y="30"/>
                    </a:cubicBezTo>
                    <a:cubicBezTo>
                      <a:pt x="0" y="15"/>
                      <a:pt x="8" y="2"/>
                      <a:pt x="19" y="1"/>
                    </a:cubicBezTo>
                    <a:cubicBezTo>
                      <a:pt x="29" y="0"/>
                      <a:pt x="39" y="12"/>
                      <a:pt x="40" y="28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2" name="Freeform 617">
                <a:extLst>
                  <a:ext uri="{FF2B5EF4-FFF2-40B4-BE49-F238E27FC236}">
                    <a16:creationId xmlns:a16="http://schemas.microsoft.com/office/drawing/2014/main" id="{B714E81E-7D49-4B8A-B1B0-213171734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711"/>
                <a:ext cx="16" cy="20"/>
              </a:xfrm>
              <a:custGeom>
                <a:avLst/>
                <a:gdLst>
                  <a:gd name="T0" fmla="*/ 8 w 21"/>
                  <a:gd name="T1" fmla="*/ 6 h 28"/>
                  <a:gd name="T2" fmla="*/ 4 w 21"/>
                  <a:gd name="T3" fmla="*/ 10 h 28"/>
                  <a:gd name="T4" fmla="*/ 1 w 21"/>
                  <a:gd name="T5" fmla="*/ 4 h 28"/>
                  <a:gd name="T6" fmla="*/ 6 w 21"/>
                  <a:gd name="T7" fmla="*/ 1 h 28"/>
                  <a:gd name="T8" fmla="*/ 8 w 21"/>
                  <a:gd name="T9" fmla="*/ 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20" y="16"/>
                    </a:moveTo>
                    <a:cubicBezTo>
                      <a:pt x="19" y="23"/>
                      <a:pt x="14" y="28"/>
                      <a:pt x="9" y="27"/>
                    </a:cubicBezTo>
                    <a:cubicBezTo>
                      <a:pt x="3" y="26"/>
                      <a:pt x="0" y="20"/>
                      <a:pt x="1" y="13"/>
                    </a:cubicBezTo>
                    <a:cubicBezTo>
                      <a:pt x="2" y="6"/>
                      <a:pt x="8" y="0"/>
                      <a:pt x="13" y="1"/>
                    </a:cubicBezTo>
                    <a:cubicBezTo>
                      <a:pt x="18" y="2"/>
                      <a:pt x="21" y="9"/>
                      <a:pt x="20" y="16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3" name="Freeform 618">
                <a:extLst>
                  <a:ext uri="{FF2B5EF4-FFF2-40B4-BE49-F238E27FC236}">
                    <a16:creationId xmlns:a16="http://schemas.microsoft.com/office/drawing/2014/main" id="{5C02FBDF-2B7F-4EC7-8909-B09A42102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2716"/>
                <a:ext cx="6" cy="6"/>
              </a:xfrm>
              <a:custGeom>
                <a:avLst/>
                <a:gdLst>
                  <a:gd name="T0" fmla="*/ 3 w 7"/>
                  <a:gd name="T1" fmla="*/ 1 h 8"/>
                  <a:gd name="T2" fmla="*/ 3 w 7"/>
                  <a:gd name="T3" fmla="*/ 2 h 8"/>
                  <a:gd name="T4" fmla="*/ 1 w 7"/>
                  <a:gd name="T5" fmla="*/ 3 h 8"/>
                  <a:gd name="T6" fmla="*/ 1 w 7"/>
                  <a:gd name="T7" fmla="*/ 2 h 8"/>
                  <a:gd name="T8" fmla="*/ 3 w 7"/>
                  <a:gd name="T9" fmla="*/ 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8"/>
                      <a:pt x="1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4" name="Freeform 619">
                <a:extLst>
                  <a:ext uri="{FF2B5EF4-FFF2-40B4-BE49-F238E27FC236}">
                    <a16:creationId xmlns:a16="http://schemas.microsoft.com/office/drawing/2014/main" id="{05998494-9D6C-4976-BD21-AC9094002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723"/>
                <a:ext cx="7" cy="9"/>
              </a:xfrm>
              <a:custGeom>
                <a:avLst/>
                <a:gdLst>
                  <a:gd name="T0" fmla="*/ 2 w 9"/>
                  <a:gd name="T1" fmla="*/ 1 h 12"/>
                  <a:gd name="T2" fmla="*/ 4 w 9"/>
                  <a:gd name="T3" fmla="*/ 2 h 12"/>
                  <a:gd name="T4" fmla="*/ 3 w 9"/>
                  <a:gd name="T5" fmla="*/ 5 h 12"/>
                  <a:gd name="T6" fmla="*/ 0 w 9"/>
                  <a:gd name="T7" fmla="*/ 3 h 12"/>
                  <a:gd name="T8" fmla="*/ 2 w 9"/>
                  <a:gd name="T9" fmla="*/ 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3" y="1"/>
                    </a:moveTo>
                    <a:cubicBezTo>
                      <a:pt x="6" y="0"/>
                      <a:pt x="8" y="2"/>
                      <a:pt x="9" y="5"/>
                    </a:cubicBezTo>
                    <a:cubicBezTo>
                      <a:pt x="9" y="8"/>
                      <a:pt x="8" y="11"/>
                      <a:pt x="6" y="12"/>
                    </a:cubicBezTo>
                    <a:cubicBezTo>
                      <a:pt x="3" y="12"/>
                      <a:pt x="1" y="10"/>
                      <a:pt x="0" y="7"/>
                    </a:cubicBezTo>
                    <a:cubicBezTo>
                      <a:pt x="0" y="4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5" name="Freeform 620">
                <a:extLst>
                  <a:ext uri="{FF2B5EF4-FFF2-40B4-BE49-F238E27FC236}">
                    <a16:creationId xmlns:a16="http://schemas.microsoft.com/office/drawing/2014/main" id="{C9DBD3FC-67E1-491B-ABEA-8DA056AC2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726"/>
                <a:ext cx="11" cy="25"/>
              </a:xfrm>
              <a:custGeom>
                <a:avLst/>
                <a:gdLst>
                  <a:gd name="T0" fmla="*/ 2 w 14"/>
                  <a:gd name="T1" fmla="*/ 0 h 33"/>
                  <a:gd name="T2" fmla="*/ 7 w 14"/>
                  <a:gd name="T3" fmla="*/ 14 h 33"/>
                  <a:gd name="T4" fmla="*/ 2 w 14"/>
                  <a:gd name="T5" fmla="*/ 1 h 33"/>
                  <a:gd name="T6" fmla="*/ 2 w 14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3">
                    <a:moveTo>
                      <a:pt x="2" y="0"/>
                    </a:moveTo>
                    <a:cubicBezTo>
                      <a:pt x="2" y="0"/>
                      <a:pt x="0" y="16"/>
                      <a:pt x="14" y="33"/>
                    </a:cubicBezTo>
                    <a:cubicBezTo>
                      <a:pt x="14" y="33"/>
                      <a:pt x="2" y="18"/>
                      <a:pt x="3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6" name="Freeform 621">
                <a:extLst>
                  <a:ext uri="{FF2B5EF4-FFF2-40B4-BE49-F238E27FC236}">
                    <a16:creationId xmlns:a16="http://schemas.microsoft.com/office/drawing/2014/main" id="{E54D2644-80CF-40D3-86B7-B36531DD8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797"/>
                <a:ext cx="56" cy="68"/>
              </a:xfrm>
              <a:custGeom>
                <a:avLst/>
                <a:gdLst>
                  <a:gd name="T0" fmla="*/ 27 w 76"/>
                  <a:gd name="T1" fmla="*/ 14 h 92"/>
                  <a:gd name="T2" fmla="*/ 21 w 76"/>
                  <a:gd name="T3" fmla="*/ 35 h 92"/>
                  <a:gd name="T4" fmla="*/ 3 w 76"/>
                  <a:gd name="T5" fmla="*/ 23 h 92"/>
                  <a:gd name="T6" fmla="*/ 10 w 76"/>
                  <a:gd name="T7" fmla="*/ 2 h 92"/>
                  <a:gd name="T8" fmla="*/ 27 w 76"/>
                  <a:gd name="T9" fmla="*/ 14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67" y="35"/>
                    </a:moveTo>
                    <a:cubicBezTo>
                      <a:pt x="76" y="57"/>
                      <a:pt x="69" y="79"/>
                      <a:pt x="53" y="86"/>
                    </a:cubicBezTo>
                    <a:cubicBezTo>
                      <a:pt x="37" y="92"/>
                      <a:pt x="17" y="79"/>
                      <a:pt x="8" y="57"/>
                    </a:cubicBezTo>
                    <a:cubicBezTo>
                      <a:pt x="0" y="35"/>
                      <a:pt x="6" y="12"/>
                      <a:pt x="23" y="6"/>
                    </a:cubicBezTo>
                    <a:cubicBezTo>
                      <a:pt x="39" y="0"/>
                      <a:pt x="59" y="13"/>
                      <a:pt x="67" y="35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7" name="Freeform 622">
                <a:extLst>
                  <a:ext uri="{FF2B5EF4-FFF2-40B4-BE49-F238E27FC236}">
                    <a16:creationId xmlns:a16="http://schemas.microsoft.com/office/drawing/2014/main" id="{3BDFFC22-C960-4809-B168-7A7D34C28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803"/>
                <a:ext cx="30" cy="42"/>
              </a:xfrm>
              <a:custGeom>
                <a:avLst/>
                <a:gdLst>
                  <a:gd name="T0" fmla="*/ 15 w 41"/>
                  <a:gd name="T1" fmla="*/ 11 h 57"/>
                  <a:gd name="T2" fmla="*/ 9 w 41"/>
                  <a:gd name="T3" fmla="*/ 22 h 57"/>
                  <a:gd name="T4" fmla="*/ 1 w 41"/>
                  <a:gd name="T5" fmla="*/ 12 h 57"/>
                  <a:gd name="T6" fmla="*/ 7 w 41"/>
                  <a:gd name="T7" fmla="*/ 1 h 57"/>
                  <a:gd name="T8" fmla="*/ 15 w 41"/>
                  <a:gd name="T9" fmla="*/ 1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7">
                    <a:moveTo>
                      <a:pt x="40" y="27"/>
                    </a:moveTo>
                    <a:cubicBezTo>
                      <a:pt x="41" y="43"/>
                      <a:pt x="33" y="56"/>
                      <a:pt x="23" y="56"/>
                    </a:cubicBezTo>
                    <a:cubicBezTo>
                      <a:pt x="12" y="57"/>
                      <a:pt x="2" y="45"/>
                      <a:pt x="1" y="30"/>
                    </a:cubicBezTo>
                    <a:cubicBezTo>
                      <a:pt x="0" y="14"/>
                      <a:pt x="8" y="1"/>
                      <a:pt x="19" y="1"/>
                    </a:cubicBezTo>
                    <a:cubicBezTo>
                      <a:pt x="30" y="0"/>
                      <a:pt x="40" y="12"/>
                      <a:pt x="40" y="27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8" name="Freeform 623">
                <a:extLst>
                  <a:ext uri="{FF2B5EF4-FFF2-40B4-BE49-F238E27FC236}">
                    <a16:creationId xmlns:a16="http://schemas.microsoft.com/office/drawing/2014/main" id="{5DC68DAD-09FE-4940-9F51-1EF0C9317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807"/>
                <a:ext cx="16" cy="20"/>
              </a:xfrm>
              <a:custGeom>
                <a:avLst/>
                <a:gdLst>
                  <a:gd name="T0" fmla="*/ 8 w 21"/>
                  <a:gd name="T1" fmla="*/ 6 h 27"/>
                  <a:gd name="T2" fmla="*/ 4 w 21"/>
                  <a:gd name="T3" fmla="*/ 10 h 27"/>
                  <a:gd name="T4" fmla="*/ 1 w 21"/>
                  <a:gd name="T5" fmla="*/ 5 h 27"/>
                  <a:gd name="T6" fmla="*/ 5 w 21"/>
                  <a:gd name="T7" fmla="*/ 1 h 27"/>
                  <a:gd name="T8" fmla="*/ 8 w 21"/>
                  <a:gd name="T9" fmla="*/ 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20" y="15"/>
                    </a:moveTo>
                    <a:cubicBezTo>
                      <a:pt x="19" y="22"/>
                      <a:pt x="14" y="27"/>
                      <a:pt x="8" y="26"/>
                    </a:cubicBezTo>
                    <a:cubicBezTo>
                      <a:pt x="3" y="26"/>
                      <a:pt x="0" y="19"/>
                      <a:pt x="1" y="12"/>
                    </a:cubicBezTo>
                    <a:cubicBezTo>
                      <a:pt x="2" y="5"/>
                      <a:pt x="7" y="0"/>
                      <a:pt x="12" y="1"/>
                    </a:cubicBezTo>
                    <a:cubicBezTo>
                      <a:pt x="18" y="2"/>
                      <a:pt x="21" y="8"/>
                      <a:pt x="20" y="15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9" name="Freeform 624">
                <a:extLst>
                  <a:ext uri="{FF2B5EF4-FFF2-40B4-BE49-F238E27FC236}">
                    <a16:creationId xmlns:a16="http://schemas.microsoft.com/office/drawing/2014/main" id="{8344675E-DFC8-4427-B550-CE701A8EB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2812"/>
                <a:ext cx="5" cy="6"/>
              </a:xfrm>
              <a:custGeom>
                <a:avLst/>
                <a:gdLst>
                  <a:gd name="T0" fmla="*/ 2 w 7"/>
                  <a:gd name="T1" fmla="*/ 0 h 7"/>
                  <a:gd name="T2" fmla="*/ 2 w 7"/>
                  <a:gd name="T3" fmla="*/ 3 h 7"/>
                  <a:gd name="T4" fmla="*/ 1 w 7"/>
                  <a:gd name="T5" fmla="*/ 3 h 7"/>
                  <a:gd name="T6" fmla="*/ 1 w 7"/>
                  <a:gd name="T7" fmla="*/ 2 h 7"/>
                  <a:gd name="T8" fmla="*/ 2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6" y="1"/>
                      <a:pt x="7" y="3"/>
                      <a:pt x="5" y="5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0" name="Freeform 625">
                <a:extLst>
                  <a:ext uri="{FF2B5EF4-FFF2-40B4-BE49-F238E27FC236}">
                    <a16:creationId xmlns:a16="http://schemas.microsoft.com/office/drawing/2014/main" id="{F53ABCBC-F9B9-417E-91DB-A18DE28DC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820"/>
                <a:ext cx="7" cy="9"/>
              </a:xfrm>
              <a:custGeom>
                <a:avLst/>
                <a:gdLst>
                  <a:gd name="T0" fmla="*/ 1 w 10"/>
                  <a:gd name="T1" fmla="*/ 0 h 12"/>
                  <a:gd name="T2" fmla="*/ 4 w 10"/>
                  <a:gd name="T3" fmla="*/ 2 h 12"/>
                  <a:gd name="T4" fmla="*/ 2 w 10"/>
                  <a:gd name="T5" fmla="*/ 5 h 12"/>
                  <a:gd name="T6" fmla="*/ 1 w 10"/>
                  <a:gd name="T7" fmla="*/ 3 h 12"/>
                  <a:gd name="T8" fmla="*/ 1 w 1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cubicBezTo>
                      <a:pt x="7" y="0"/>
                      <a:pt x="9" y="2"/>
                      <a:pt x="10" y="5"/>
                    </a:cubicBezTo>
                    <a:cubicBezTo>
                      <a:pt x="10" y="8"/>
                      <a:pt x="9" y="11"/>
                      <a:pt x="6" y="11"/>
                    </a:cubicBezTo>
                    <a:cubicBezTo>
                      <a:pt x="4" y="12"/>
                      <a:pt x="2" y="10"/>
                      <a:pt x="1" y="7"/>
                    </a:cubicBezTo>
                    <a:cubicBezTo>
                      <a:pt x="0" y="4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1" name="Freeform 626">
                <a:extLst>
                  <a:ext uri="{FF2B5EF4-FFF2-40B4-BE49-F238E27FC236}">
                    <a16:creationId xmlns:a16="http://schemas.microsoft.com/office/drawing/2014/main" id="{964AC119-8B1B-4D15-9020-E45300727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823"/>
                <a:ext cx="11" cy="24"/>
              </a:xfrm>
              <a:custGeom>
                <a:avLst/>
                <a:gdLst>
                  <a:gd name="T0" fmla="*/ 1 w 15"/>
                  <a:gd name="T1" fmla="*/ 0 h 33"/>
                  <a:gd name="T2" fmla="*/ 6 w 15"/>
                  <a:gd name="T3" fmla="*/ 12 h 33"/>
                  <a:gd name="T4" fmla="*/ 1 w 15"/>
                  <a:gd name="T5" fmla="*/ 1 h 33"/>
                  <a:gd name="T6" fmla="*/ 1 w 15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3">
                    <a:moveTo>
                      <a:pt x="2" y="0"/>
                    </a:moveTo>
                    <a:cubicBezTo>
                      <a:pt x="2" y="0"/>
                      <a:pt x="0" y="16"/>
                      <a:pt x="15" y="33"/>
                    </a:cubicBezTo>
                    <a:cubicBezTo>
                      <a:pt x="15" y="33"/>
                      <a:pt x="2" y="18"/>
                      <a:pt x="4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2" name="Freeform 627">
                <a:extLst>
                  <a:ext uri="{FF2B5EF4-FFF2-40B4-BE49-F238E27FC236}">
                    <a16:creationId xmlns:a16="http://schemas.microsoft.com/office/drawing/2014/main" id="{D05917A9-F642-4BAC-BB99-EC110ED5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910"/>
                <a:ext cx="55" cy="67"/>
              </a:xfrm>
              <a:custGeom>
                <a:avLst/>
                <a:gdLst>
                  <a:gd name="T0" fmla="*/ 26 w 75"/>
                  <a:gd name="T1" fmla="*/ 13 h 92"/>
                  <a:gd name="T2" fmla="*/ 21 w 75"/>
                  <a:gd name="T3" fmla="*/ 33 h 92"/>
                  <a:gd name="T4" fmla="*/ 3 w 75"/>
                  <a:gd name="T5" fmla="*/ 23 h 92"/>
                  <a:gd name="T6" fmla="*/ 9 w 75"/>
                  <a:gd name="T7" fmla="*/ 2 h 92"/>
                  <a:gd name="T8" fmla="*/ 26 w 75"/>
                  <a:gd name="T9" fmla="*/ 1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92">
                    <a:moveTo>
                      <a:pt x="67" y="34"/>
                    </a:moveTo>
                    <a:cubicBezTo>
                      <a:pt x="75" y="56"/>
                      <a:pt x="69" y="79"/>
                      <a:pt x="52" y="85"/>
                    </a:cubicBezTo>
                    <a:cubicBezTo>
                      <a:pt x="36" y="92"/>
                      <a:pt x="16" y="79"/>
                      <a:pt x="8" y="57"/>
                    </a:cubicBezTo>
                    <a:cubicBezTo>
                      <a:pt x="0" y="35"/>
                      <a:pt x="6" y="12"/>
                      <a:pt x="22" y="6"/>
                    </a:cubicBezTo>
                    <a:cubicBezTo>
                      <a:pt x="38" y="0"/>
                      <a:pt x="58" y="12"/>
                      <a:pt x="67" y="34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3" name="Freeform 628">
                <a:extLst>
                  <a:ext uri="{FF2B5EF4-FFF2-40B4-BE49-F238E27FC236}">
                    <a16:creationId xmlns:a16="http://schemas.microsoft.com/office/drawing/2014/main" id="{481A6417-0398-47BD-B978-18A874005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916"/>
                <a:ext cx="30" cy="42"/>
              </a:xfrm>
              <a:custGeom>
                <a:avLst/>
                <a:gdLst>
                  <a:gd name="T0" fmla="*/ 15 w 41"/>
                  <a:gd name="T1" fmla="*/ 11 h 57"/>
                  <a:gd name="T2" fmla="*/ 9 w 41"/>
                  <a:gd name="T3" fmla="*/ 22 h 57"/>
                  <a:gd name="T4" fmla="*/ 1 w 41"/>
                  <a:gd name="T5" fmla="*/ 12 h 57"/>
                  <a:gd name="T6" fmla="*/ 7 w 41"/>
                  <a:gd name="T7" fmla="*/ 1 h 57"/>
                  <a:gd name="T8" fmla="*/ 15 w 41"/>
                  <a:gd name="T9" fmla="*/ 1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7">
                    <a:moveTo>
                      <a:pt x="40" y="27"/>
                    </a:moveTo>
                    <a:cubicBezTo>
                      <a:pt x="41" y="43"/>
                      <a:pt x="33" y="55"/>
                      <a:pt x="22" y="56"/>
                    </a:cubicBezTo>
                    <a:cubicBezTo>
                      <a:pt x="11" y="57"/>
                      <a:pt x="2" y="45"/>
                      <a:pt x="1" y="30"/>
                    </a:cubicBezTo>
                    <a:cubicBezTo>
                      <a:pt x="0" y="14"/>
                      <a:pt x="8" y="1"/>
                      <a:pt x="19" y="1"/>
                    </a:cubicBezTo>
                    <a:cubicBezTo>
                      <a:pt x="30" y="0"/>
                      <a:pt x="39" y="12"/>
                      <a:pt x="40" y="27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4" name="Freeform 629">
                <a:extLst>
                  <a:ext uri="{FF2B5EF4-FFF2-40B4-BE49-F238E27FC236}">
                    <a16:creationId xmlns:a16="http://schemas.microsoft.com/office/drawing/2014/main" id="{8BA85BF2-8214-4172-A5AC-0058B73F1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2920"/>
                <a:ext cx="17" cy="20"/>
              </a:xfrm>
              <a:custGeom>
                <a:avLst/>
                <a:gdLst>
                  <a:gd name="T0" fmla="*/ 9 w 22"/>
                  <a:gd name="T1" fmla="*/ 6 h 27"/>
                  <a:gd name="T2" fmla="*/ 4 w 22"/>
                  <a:gd name="T3" fmla="*/ 10 h 27"/>
                  <a:gd name="T4" fmla="*/ 2 w 22"/>
                  <a:gd name="T5" fmla="*/ 5 h 27"/>
                  <a:gd name="T6" fmla="*/ 6 w 22"/>
                  <a:gd name="T7" fmla="*/ 1 h 27"/>
                  <a:gd name="T8" fmla="*/ 9 w 22"/>
                  <a:gd name="T9" fmla="*/ 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7">
                    <a:moveTo>
                      <a:pt x="20" y="15"/>
                    </a:moveTo>
                    <a:cubicBezTo>
                      <a:pt x="19" y="22"/>
                      <a:pt x="14" y="27"/>
                      <a:pt x="9" y="26"/>
                    </a:cubicBezTo>
                    <a:cubicBezTo>
                      <a:pt x="4" y="25"/>
                      <a:pt x="0" y="19"/>
                      <a:pt x="2" y="12"/>
                    </a:cubicBezTo>
                    <a:cubicBezTo>
                      <a:pt x="3" y="5"/>
                      <a:pt x="8" y="0"/>
                      <a:pt x="13" y="1"/>
                    </a:cubicBezTo>
                    <a:cubicBezTo>
                      <a:pt x="18" y="2"/>
                      <a:pt x="22" y="8"/>
                      <a:pt x="20" y="15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5" name="Freeform 630">
                <a:extLst>
                  <a:ext uri="{FF2B5EF4-FFF2-40B4-BE49-F238E27FC236}">
                    <a16:creationId xmlns:a16="http://schemas.microsoft.com/office/drawing/2014/main" id="{10B84E5E-49E8-4C36-9BCA-5BF2B2A15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924"/>
                <a:ext cx="5" cy="6"/>
              </a:xfrm>
              <a:custGeom>
                <a:avLst/>
                <a:gdLst>
                  <a:gd name="T0" fmla="*/ 2 w 7"/>
                  <a:gd name="T1" fmla="*/ 1 h 8"/>
                  <a:gd name="T2" fmla="*/ 2 w 7"/>
                  <a:gd name="T3" fmla="*/ 3 h 8"/>
                  <a:gd name="T4" fmla="*/ 1 w 7"/>
                  <a:gd name="T5" fmla="*/ 3 h 8"/>
                  <a:gd name="T6" fmla="*/ 1 w 7"/>
                  <a:gd name="T7" fmla="*/ 2 h 8"/>
                  <a:gd name="T8" fmla="*/ 2 w 7"/>
                  <a:gd name="T9" fmla="*/ 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6" y="1"/>
                    </a:move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6" name="Freeform 631">
                <a:extLst>
                  <a:ext uri="{FF2B5EF4-FFF2-40B4-BE49-F238E27FC236}">
                    <a16:creationId xmlns:a16="http://schemas.microsoft.com/office/drawing/2014/main" id="{C029FD21-0575-4F07-B02F-70C70DD42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933"/>
                <a:ext cx="7" cy="8"/>
              </a:xfrm>
              <a:custGeom>
                <a:avLst/>
                <a:gdLst>
                  <a:gd name="T0" fmla="*/ 1 w 10"/>
                  <a:gd name="T1" fmla="*/ 0 h 11"/>
                  <a:gd name="T2" fmla="*/ 3 w 10"/>
                  <a:gd name="T3" fmla="*/ 2 h 11"/>
                  <a:gd name="T4" fmla="*/ 2 w 10"/>
                  <a:gd name="T5" fmla="*/ 4 h 11"/>
                  <a:gd name="T6" fmla="*/ 1 w 10"/>
                  <a:gd name="T7" fmla="*/ 2 h 11"/>
                  <a:gd name="T8" fmla="*/ 1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4" y="0"/>
                    </a:moveTo>
                    <a:cubicBezTo>
                      <a:pt x="6" y="0"/>
                      <a:pt x="8" y="2"/>
                      <a:pt x="9" y="5"/>
                    </a:cubicBezTo>
                    <a:cubicBezTo>
                      <a:pt x="10" y="8"/>
                      <a:pt x="8" y="10"/>
                      <a:pt x="6" y="11"/>
                    </a:cubicBezTo>
                    <a:cubicBezTo>
                      <a:pt x="4" y="11"/>
                      <a:pt x="1" y="9"/>
                      <a:pt x="1" y="6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7" name="Freeform 632">
                <a:extLst>
                  <a:ext uri="{FF2B5EF4-FFF2-40B4-BE49-F238E27FC236}">
                    <a16:creationId xmlns:a16="http://schemas.microsoft.com/office/drawing/2014/main" id="{708D2B0A-48A4-4353-9344-2A03E030B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935"/>
                <a:ext cx="11" cy="25"/>
              </a:xfrm>
              <a:custGeom>
                <a:avLst/>
                <a:gdLst>
                  <a:gd name="T0" fmla="*/ 1 w 15"/>
                  <a:gd name="T1" fmla="*/ 0 h 33"/>
                  <a:gd name="T2" fmla="*/ 6 w 15"/>
                  <a:gd name="T3" fmla="*/ 14 h 33"/>
                  <a:gd name="T4" fmla="*/ 1 w 15"/>
                  <a:gd name="T5" fmla="*/ 0 h 33"/>
                  <a:gd name="T6" fmla="*/ 1 w 15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3">
                    <a:moveTo>
                      <a:pt x="2" y="0"/>
                    </a:moveTo>
                    <a:cubicBezTo>
                      <a:pt x="2" y="0"/>
                      <a:pt x="0" y="16"/>
                      <a:pt x="15" y="33"/>
                    </a:cubicBezTo>
                    <a:cubicBezTo>
                      <a:pt x="15" y="33"/>
                      <a:pt x="2" y="18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8" name="Freeform 633">
                <a:extLst>
                  <a:ext uri="{FF2B5EF4-FFF2-40B4-BE49-F238E27FC236}">
                    <a16:creationId xmlns:a16="http://schemas.microsoft.com/office/drawing/2014/main" id="{C18F5E37-D483-4238-A373-F0BD48D60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3004"/>
                <a:ext cx="56" cy="68"/>
              </a:xfrm>
              <a:custGeom>
                <a:avLst/>
                <a:gdLst>
                  <a:gd name="T0" fmla="*/ 27 w 76"/>
                  <a:gd name="T1" fmla="*/ 13 h 92"/>
                  <a:gd name="T2" fmla="*/ 21 w 76"/>
                  <a:gd name="T3" fmla="*/ 35 h 92"/>
                  <a:gd name="T4" fmla="*/ 3 w 76"/>
                  <a:gd name="T5" fmla="*/ 23 h 92"/>
                  <a:gd name="T6" fmla="*/ 10 w 76"/>
                  <a:gd name="T7" fmla="*/ 2 h 92"/>
                  <a:gd name="T8" fmla="*/ 27 w 76"/>
                  <a:gd name="T9" fmla="*/ 1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2">
                    <a:moveTo>
                      <a:pt x="67" y="34"/>
                    </a:moveTo>
                    <a:cubicBezTo>
                      <a:pt x="76" y="56"/>
                      <a:pt x="69" y="79"/>
                      <a:pt x="53" y="85"/>
                    </a:cubicBezTo>
                    <a:cubicBezTo>
                      <a:pt x="37" y="92"/>
                      <a:pt x="17" y="79"/>
                      <a:pt x="8" y="57"/>
                    </a:cubicBezTo>
                    <a:cubicBezTo>
                      <a:pt x="0" y="35"/>
                      <a:pt x="6" y="12"/>
                      <a:pt x="23" y="6"/>
                    </a:cubicBezTo>
                    <a:cubicBezTo>
                      <a:pt x="39" y="0"/>
                      <a:pt x="59" y="12"/>
                      <a:pt x="67" y="34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9" name="Freeform 634">
                <a:extLst>
                  <a:ext uri="{FF2B5EF4-FFF2-40B4-BE49-F238E27FC236}">
                    <a16:creationId xmlns:a16="http://schemas.microsoft.com/office/drawing/2014/main" id="{897783BA-EFCF-47DB-A95F-2CA0E0AC3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3010"/>
                <a:ext cx="30" cy="42"/>
              </a:xfrm>
              <a:custGeom>
                <a:avLst/>
                <a:gdLst>
                  <a:gd name="T0" fmla="*/ 15 w 41"/>
                  <a:gd name="T1" fmla="*/ 11 h 57"/>
                  <a:gd name="T2" fmla="*/ 9 w 41"/>
                  <a:gd name="T3" fmla="*/ 22 h 57"/>
                  <a:gd name="T4" fmla="*/ 0 w 41"/>
                  <a:gd name="T5" fmla="*/ 12 h 57"/>
                  <a:gd name="T6" fmla="*/ 7 w 41"/>
                  <a:gd name="T7" fmla="*/ 1 h 57"/>
                  <a:gd name="T8" fmla="*/ 15 w 41"/>
                  <a:gd name="T9" fmla="*/ 1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7">
                    <a:moveTo>
                      <a:pt x="40" y="27"/>
                    </a:moveTo>
                    <a:cubicBezTo>
                      <a:pt x="41" y="43"/>
                      <a:pt x="33" y="55"/>
                      <a:pt x="22" y="56"/>
                    </a:cubicBezTo>
                    <a:cubicBezTo>
                      <a:pt x="11" y="57"/>
                      <a:pt x="1" y="45"/>
                      <a:pt x="0" y="30"/>
                    </a:cubicBezTo>
                    <a:cubicBezTo>
                      <a:pt x="0" y="14"/>
                      <a:pt x="8" y="1"/>
                      <a:pt x="18" y="1"/>
                    </a:cubicBezTo>
                    <a:cubicBezTo>
                      <a:pt x="29" y="0"/>
                      <a:pt x="39" y="12"/>
                      <a:pt x="40" y="27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0" name="Freeform 635">
                <a:extLst>
                  <a:ext uri="{FF2B5EF4-FFF2-40B4-BE49-F238E27FC236}">
                    <a16:creationId xmlns:a16="http://schemas.microsoft.com/office/drawing/2014/main" id="{CA760F16-AA9D-479F-9ED5-C8858A295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3014"/>
                <a:ext cx="16" cy="20"/>
              </a:xfrm>
              <a:custGeom>
                <a:avLst/>
                <a:gdLst>
                  <a:gd name="T0" fmla="*/ 8 w 21"/>
                  <a:gd name="T1" fmla="*/ 6 h 27"/>
                  <a:gd name="T2" fmla="*/ 4 w 21"/>
                  <a:gd name="T3" fmla="*/ 10 h 27"/>
                  <a:gd name="T4" fmla="*/ 1 w 21"/>
                  <a:gd name="T5" fmla="*/ 5 h 27"/>
                  <a:gd name="T6" fmla="*/ 6 w 21"/>
                  <a:gd name="T7" fmla="*/ 1 h 27"/>
                  <a:gd name="T8" fmla="*/ 8 w 21"/>
                  <a:gd name="T9" fmla="*/ 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20" y="15"/>
                    </a:moveTo>
                    <a:cubicBezTo>
                      <a:pt x="19" y="22"/>
                      <a:pt x="14" y="27"/>
                      <a:pt x="9" y="26"/>
                    </a:cubicBezTo>
                    <a:cubicBezTo>
                      <a:pt x="3" y="25"/>
                      <a:pt x="0" y="19"/>
                      <a:pt x="1" y="12"/>
                    </a:cubicBezTo>
                    <a:cubicBezTo>
                      <a:pt x="2" y="5"/>
                      <a:pt x="7" y="0"/>
                      <a:pt x="13" y="1"/>
                    </a:cubicBezTo>
                    <a:cubicBezTo>
                      <a:pt x="18" y="2"/>
                      <a:pt x="21" y="8"/>
                      <a:pt x="20" y="15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1" name="Freeform 636">
                <a:extLst>
                  <a:ext uri="{FF2B5EF4-FFF2-40B4-BE49-F238E27FC236}">
                    <a16:creationId xmlns:a16="http://schemas.microsoft.com/office/drawing/2014/main" id="{0BE6CF35-3F7D-45BF-976D-1236FF4E9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3019"/>
                <a:ext cx="5" cy="6"/>
              </a:xfrm>
              <a:custGeom>
                <a:avLst/>
                <a:gdLst>
                  <a:gd name="T0" fmla="*/ 2 w 7"/>
                  <a:gd name="T1" fmla="*/ 1 h 8"/>
                  <a:gd name="T2" fmla="*/ 2 w 7"/>
                  <a:gd name="T3" fmla="*/ 3 h 8"/>
                  <a:gd name="T4" fmla="*/ 1 w 7"/>
                  <a:gd name="T5" fmla="*/ 3 h 8"/>
                  <a:gd name="T6" fmla="*/ 1 w 7"/>
                  <a:gd name="T7" fmla="*/ 2 h 8"/>
                  <a:gd name="T8" fmla="*/ 2 w 7"/>
                  <a:gd name="T9" fmla="*/ 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7" y="2"/>
                      <a:pt x="7" y="4"/>
                      <a:pt x="6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0" y="4"/>
                      <a:pt x="1" y="3"/>
                    </a:cubicBezTo>
                    <a:cubicBezTo>
                      <a:pt x="2" y="1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2" name="Freeform 637">
                <a:extLst>
                  <a:ext uri="{FF2B5EF4-FFF2-40B4-BE49-F238E27FC236}">
                    <a16:creationId xmlns:a16="http://schemas.microsoft.com/office/drawing/2014/main" id="{A8DC5892-5E9A-4DCE-84A2-2654BF6DD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3027"/>
                <a:ext cx="6" cy="8"/>
              </a:xfrm>
              <a:custGeom>
                <a:avLst/>
                <a:gdLst>
                  <a:gd name="T0" fmla="*/ 1 w 9"/>
                  <a:gd name="T1" fmla="*/ 0 h 11"/>
                  <a:gd name="T2" fmla="*/ 3 w 9"/>
                  <a:gd name="T3" fmla="*/ 2 h 11"/>
                  <a:gd name="T4" fmla="*/ 1 w 9"/>
                  <a:gd name="T5" fmla="*/ 4 h 11"/>
                  <a:gd name="T6" fmla="*/ 0 w 9"/>
                  <a:gd name="T7" fmla="*/ 2 h 11"/>
                  <a:gd name="T8" fmla="*/ 1 w 9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3" y="0"/>
                    </a:moveTo>
                    <a:cubicBezTo>
                      <a:pt x="6" y="0"/>
                      <a:pt x="8" y="2"/>
                      <a:pt x="9" y="5"/>
                    </a:cubicBezTo>
                    <a:cubicBezTo>
                      <a:pt x="9" y="8"/>
                      <a:pt x="8" y="10"/>
                      <a:pt x="5" y="11"/>
                    </a:cubicBezTo>
                    <a:cubicBezTo>
                      <a:pt x="3" y="11"/>
                      <a:pt x="1" y="9"/>
                      <a:pt x="0" y="6"/>
                    </a:cubicBezTo>
                    <a:cubicBezTo>
                      <a:pt x="0" y="4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3" name="Freeform 638">
                <a:extLst>
                  <a:ext uri="{FF2B5EF4-FFF2-40B4-BE49-F238E27FC236}">
                    <a16:creationId xmlns:a16="http://schemas.microsoft.com/office/drawing/2014/main" id="{609DD868-4D93-4211-9131-CCAF8439F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3030"/>
                <a:ext cx="11" cy="24"/>
              </a:xfrm>
              <a:custGeom>
                <a:avLst/>
                <a:gdLst>
                  <a:gd name="T0" fmla="*/ 1 w 15"/>
                  <a:gd name="T1" fmla="*/ 0 h 33"/>
                  <a:gd name="T2" fmla="*/ 6 w 15"/>
                  <a:gd name="T3" fmla="*/ 12 h 33"/>
                  <a:gd name="T4" fmla="*/ 1 w 15"/>
                  <a:gd name="T5" fmla="*/ 0 h 33"/>
                  <a:gd name="T6" fmla="*/ 1 w 15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3">
                    <a:moveTo>
                      <a:pt x="3" y="0"/>
                    </a:moveTo>
                    <a:cubicBezTo>
                      <a:pt x="3" y="0"/>
                      <a:pt x="0" y="16"/>
                      <a:pt x="15" y="33"/>
                    </a:cubicBezTo>
                    <a:cubicBezTo>
                      <a:pt x="15" y="33"/>
                      <a:pt x="3" y="18"/>
                      <a:pt x="4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4" name="Freeform 639">
                <a:extLst>
                  <a:ext uri="{FF2B5EF4-FFF2-40B4-BE49-F238E27FC236}">
                    <a16:creationId xmlns:a16="http://schemas.microsoft.com/office/drawing/2014/main" id="{C45FE2E5-5518-4ECE-9E8E-29284DDAB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3112"/>
                <a:ext cx="51" cy="67"/>
              </a:xfrm>
              <a:custGeom>
                <a:avLst/>
                <a:gdLst>
                  <a:gd name="T0" fmla="*/ 26 w 70"/>
                  <a:gd name="T1" fmla="*/ 16 h 90"/>
                  <a:gd name="T2" fmla="*/ 16 w 70"/>
                  <a:gd name="T3" fmla="*/ 36 h 90"/>
                  <a:gd name="T4" fmla="*/ 1 w 70"/>
                  <a:gd name="T5" fmla="*/ 21 h 90"/>
                  <a:gd name="T6" fmla="*/ 11 w 70"/>
                  <a:gd name="T7" fmla="*/ 1 h 90"/>
                  <a:gd name="T8" fmla="*/ 26 w 70"/>
                  <a:gd name="T9" fmla="*/ 16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90">
                    <a:moveTo>
                      <a:pt x="66" y="40"/>
                    </a:moveTo>
                    <a:cubicBezTo>
                      <a:pt x="70" y="64"/>
                      <a:pt x="59" y="85"/>
                      <a:pt x="41" y="87"/>
                    </a:cubicBezTo>
                    <a:cubicBezTo>
                      <a:pt x="24" y="90"/>
                      <a:pt x="7" y="73"/>
                      <a:pt x="4" y="50"/>
                    </a:cubicBezTo>
                    <a:cubicBezTo>
                      <a:pt x="0" y="27"/>
                      <a:pt x="11" y="6"/>
                      <a:pt x="29" y="3"/>
                    </a:cubicBezTo>
                    <a:cubicBezTo>
                      <a:pt x="46" y="0"/>
                      <a:pt x="63" y="17"/>
                      <a:pt x="66" y="40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5" name="Freeform 640">
                <a:extLst>
                  <a:ext uri="{FF2B5EF4-FFF2-40B4-BE49-F238E27FC236}">
                    <a16:creationId xmlns:a16="http://schemas.microsoft.com/office/drawing/2014/main" id="{849ED6E2-DA8E-4DB0-8ADB-0844EEE46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3116"/>
                <a:ext cx="31" cy="43"/>
              </a:xfrm>
              <a:custGeom>
                <a:avLst/>
                <a:gdLst>
                  <a:gd name="T0" fmla="*/ 16 w 43"/>
                  <a:gd name="T1" fmla="*/ 13 h 58"/>
                  <a:gd name="T2" fmla="*/ 6 w 43"/>
                  <a:gd name="T3" fmla="*/ 23 h 58"/>
                  <a:gd name="T4" fmla="*/ 1 w 43"/>
                  <a:gd name="T5" fmla="*/ 10 h 58"/>
                  <a:gd name="T6" fmla="*/ 10 w 43"/>
                  <a:gd name="T7" fmla="*/ 1 h 58"/>
                  <a:gd name="T8" fmla="*/ 16 w 43"/>
                  <a:gd name="T9" fmla="*/ 1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58">
                    <a:moveTo>
                      <a:pt x="41" y="32"/>
                    </a:moveTo>
                    <a:cubicBezTo>
                      <a:pt x="38" y="47"/>
                      <a:pt x="28" y="58"/>
                      <a:pt x="17" y="56"/>
                    </a:cubicBezTo>
                    <a:cubicBezTo>
                      <a:pt x="6" y="55"/>
                      <a:pt x="0" y="41"/>
                      <a:pt x="2" y="26"/>
                    </a:cubicBezTo>
                    <a:cubicBezTo>
                      <a:pt x="4" y="11"/>
                      <a:pt x="15" y="0"/>
                      <a:pt x="26" y="1"/>
                    </a:cubicBezTo>
                    <a:cubicBezTo>
                      <a:pt x="36" y="3"/>
                      <a:pt x="43" y="16"/>
                      <a:pt x="41" y="32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6" name="Freeform 641">
                <a:extLst>
                  <a:ext uri="{FF2B5EF4-FFF2-40B4-BE49-F238E27FC236}">
                    <a16:creationId xmlns:a16="http://schemas.microsoft.com/office/drawing/2014/main" id="{B0756DA7-8A1E-45AB-917E-10C87F11B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3119"/>
                <a:ext cx="17" cy="21"/>
              </a:xfrm>
              <a:custGeom>
                <a:avLst/>
                <a:gdLst>
                  <a:gd name="T0" fmla="*/ 9 w 23"/>
                  <a:gd name="T1" fmla="*/ 8 h 28"/>
                  <a:gd name="T2" fmla="*/ 3 w 23"/>
                  <a:gd name="T3" fmla="*/ 11 h 28"/>
                  <a:gd name="T4" fmla="*/ 1 w 23"/>
                  <a:gd name="T5" fmla="*/ 5 h 28"/>
                  <a:gd name="T6" fmla="*/ 7 w 23"/>
                  <a:gd name="T7" fmla="*/ 2 h 28"/>
                  <a:gd name="T8" fmla="*/ 9 w 23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21" y="18"/>
                    </a:moveTo>
                    <a:cubicBezTo>
                      <a:pt x="18" y="25"/>
                      <a:pt x="12" y="28"/>
                      <a:pt x="7" y="26"/>
                    </a:cubicBezTo>
                    <a:cubicBezTo>
                      <a:pt x="2" y="25"/>
                      <a:pt x="0" y="18"/>
                      <a:pt x="3" y="11"/>
                    </a:cubicBezTo>
                    <a:cubicBezTo>
                      <a:pt x="6" y="4"/>
                      <a:pt x="12" y="0"/>
                      <a:pt x="17" y="2"/>
                    </a:cubicBezTo>
                    <a:cubicBezTo>
                      <a:pt x="22" y="4"/>
                      <a:pt x="23" y="11"/>
                      <a:pt x="21" y="18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7" name="Freeform 642">
                <a:extLst>
                  <a:ext uri="{FF2B5EF4-FFF2-40B4-BE49-F238E27FC236}">
                    <a16:creationId xmlns:a16="http://schemas.microsoft.com/office/drawing/2014/main" id="{5CCF6FDD-DB97-4030-A260-87A62C787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124"/>
                <a:ext cx="5" cy="5"/>
              </a:xfrm>
              <a:custGeom>
                <a:avLst/>
                <a:gdLst>
                  <a:gd name="T0" fmla="*/ 2 w 7"/>
                  <a:gd name="T1" fmla="*/ 1 h 7"/>
                  <a:gd name="T2" fmla="*/ 2 w 7"/>
                  <a:gd name="T3" fmla="*/ 2 h 7"/>
                  <a:gd name="T4" fmla="*/ 1 w 7"/>
                  <a:gd name="T5" fmla="*/ 2 h 7"/>
                  <a:gd name="T6" fmla="*/ 1 w 7"/>
                  <a:gd name="T7" fmla="*/ 1 h 7"/>
                  <a:gd name="T8" fmla="*/ 2 w 7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7" y="2"/>
                      <a:pt x="7" y="4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5" y="0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8" name="Freeform 643">
                <a:extLst>
                  <a:ext uri="{FF2B5EF4-FFF2-40B4-BE49-F238E27FC236}">
                    <a16:creationId xmlns:a16="http://schemas.microsoft.com/office/drawing/2014/main" id="{9CA2DBD9-4207-4276-A4EF-67A1717A7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3131"/>
                <a:ext cx="6" cy="9"/>
              </a:xfrm>
              <a:custGeom>
                <a:avLst/>
                <a:gdLst>
                  <a:gd name="T0" fmla="*/ 2 w 8"/>
                  <a:gd name="T1" fmla="*/ 0 h 11"/>
                  <a:gd name="T2" fmla="*/ 4 w 8"/>
                  <a:gd name="T3" fmla="*/ 2 h 11"/>
                  <a:gd name="T4" fmla="*/ 2 w 8"/>
                  <a:gd name="T5" fmla="*/ 6 h 11"/>
                  <a:gd name="T6" fmla="*/ 0 w 8"/>
                  <a:gd name="T7" fmla="*/ 2 h 11"/>
                  <a:gd name="T8" fmla="*/ 2 w 8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4" y="0"/>
                    </a:moveTo>
                    <a:cubicBezTo>
                      <a:pt x="6" y="0"/>
                      <a:pt x="8" y="2"/>
                      <a:pt x="8" y="5"/>
                    </a:cubicBezTo>
                    <a:cubicBezTo>
                      <a:pt x="8" y="9"/>
                      <a:pt x="6" y="11"/>
                      <a:pt x="4" y="11"/>
                    </a:cubicBezTo>
                    <a:cubicBezTo>
                      <a:pt x="2" y="11"/>
                      <a:pt x="0" y="8"/>
                      <a:pt x="0" y="5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9" name="Freeform 644">
                <a:extLst>
                  <a:ext uri="{FF2B5EF4-FFF2-40B4-BE49-F238E27FC236}">
                    <a16:creationId xmlns:a16="http://schemas.microsoft.com/office/drawing/2014/main" id="{FCC4476D-AC10-4B00-9D7F-E2AD1D145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3134"/>
                <a:ext cx="9" cy="25"/>
              </a:xfrm>
              <a:custGeom>
                <a:avLst/>
                <a:gdLst>
                  <a:gd name="T0" fmla="*/ 3 w 11"/>
                  <a:gd name="T1" fmla="*/ 0 h 35"/>
                  <a:gd name="T2" fmla="*/ 6 w 11"/>
                  <a:gd name="T3" fmla="*/ 13 h 35"/>
                  <a:gd name="T4" fmla="*/ 4 w 11"/>
                  <a:gd name="T5" fmla="*/ 1 h 35"/>
                  <a:gd name="T6" fmla="*/ 3 w 11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5">
                    <a:moveTo>
                      <a:pt x="6" y="0"/>
                    </a:moveTo>
                    <a:cubicBezTo>
                      <a:pt x="6" y="0"/>
                      <a:pt x="0" y="15"/>
                      <a:pt x="11" y="35"/>
                    </a:cubicBezTo>
                    <a:cubicBezTo>
                      <a:pt x="11" y="35"/>
                      <a:pt x="2" y="18"/>
                      <a:pt x="7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0" name="Freeform 645">
                <a:extLst>
                  <a:ext uri="{FF2B5EF4-FFF2-40B4-BE49-F238E27FC236}">
                    <a16:creationId xmlns:a16="http://schemas.microsoft.com/office/drawing/2014/main" id="{B6E12C65-D617-4755-8999-1BB81425C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3238"/>
                <a:ext cx="46" cy="62"/>
              </a:xfrm>
              <a:custGeom>
                <a:avLst/>
                <a:gdLst>
                  <a:gd name="T0" fmla="*/ 25 w 63"/>
                  <a:gd name="T1" fmla="*/ 17 h 85"/>
                  <a:gd name="T2" fmla="*/ 12 w 63"/>
                  <a:gd name="T3" fmla="*/ 33 h 85"/>
                  <a:gd name="T4" fmla="*/ 0 w 63"/>
                  <a:gd name="T5" fmla="*/ 17 h 85"/>
                  <a:gd name="T6" fmla="*/ 12 w 63"/>
                  <a:gd name="T7" fmla="*/ 0 h 85"/>
                  <a:gd name="T8" fmla="*/ 25 w 63"/>
                  <a:gd name="T9" fmla="*/ 1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5">
                    <a:moveTo>
                      <a:pt x="63" y="42"/>
                    </a:moveTo>
                    <a:cubicBezTo>
                      <a:pt x="63" y="65"/>
                      <a:pt x="49" y="85"/>
                      <a:pt x="32" y="85"/>
                    </a:cubicBezTo>
                    <a:cubicBezTo>
                      <a:pt x="15" y="85"/>
                      <a:pt x="0" y="66"/>
                      <a:pt x="0" y="43"/>
                    </a:cubicBezTo>
                    <a:cubicBezTo>
                      <a:pt x="0" y="19"/>
                      <a:pt x="13" y="0"/>
                      <a:pt x="31" y="0"/>
                    </a:cubicBezTo>
                    <a:cubicBezTo>
                      <a:pt x="48" y="0"/>
                      <a:pt x="63" y="18"/>
                      <a:pt x="63" y="42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1" name="Freeform 646">
                <a:extLst>
                  <a:ext uri="{FF2B5EF4-FFF2-40B4-BE49-F238E27FC236}">
                    <a16:creationId xmlns:a16="http://schemas.microsoft.com/office/drawing/2014/main" id="{1B443295-E87D-4510-BE1A-302579C35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3238"/>
                <a:ext cx="34" cy="43"/>
              </a:xfrm>
              <a:custGeom>
                <a:avLst/>
                <a:gdLst>
                  <a:gd name="T0" fmla="*/ 16 w 47"/>
                  <a:gd name="T1" fmla="*/ 14 h 59"/>
                  <a:gd name="T2" fmla="*/ 6 w 47"/>
                  <a:gd name="T3" fmla="*/ 22 h 59"/>
                  <a:gd name="T4" fmla="*/ 2 w 47"/>
                  <a:gd name="T5" fmla="*/ 9 h 59"/>
                  <a:gd name="T6" fmla="*/ 12 w 47"/>
                  <a:gd name="T7" fmla="*/ 1 h 59"/>
                  <a:gd name="T8" fmla="*/ 16 w 47"/>
                  <a:gd name="T9" fmla="*/ 14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2" y="35"/>
                    </a:moveTo>
                    <a:cubicBezTo>
                      <a:pt x="38" y="50"/>
                      <a:pt x="26" y="59"/>
                      <a:pt x="15" y="56"/>
                    </a:cubicBezTo>
                    <a:cubicBezTo>
                      <a:pt x="5" y="53"/>
                      <a:pt x="0" y="39"/>
                      <a:pt x="5" y="24"/>
                    </a:cubicBezTo>
                    <a:cubicBezTo>
                      <a:pt x="9" y="9"/>
                      <a:pt x="21" y="0"/>
                      <a:pt x="31" y="3"/>
                    </a:cubicBezTo>
                    <a:cubicBezTo>
                      <a:pt x="42" y="6"/>
                      <a:pt x="47" y="21"/>
                      <a:pt x="42" y="35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2" name="Freeform 647">
                <a:extLst>
                  <a:ext uri="{FF2B5EF4-FFF2-40B4-BE49-F238E27FC236}">
                    <a16:creationId xmlns:a16="http://schemas.microsoft.com/office/drawing/2014/main" id="{AC76D8E1-E25D-4E13-9C80-24E75AB8A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3241"/>
                <a:ext cx="17" cy="21"/>
              </a:xfrm>
              <a:custGeom>
                <a:avLst/>
                <a:gdLst>
                  <a:gd name="T0" fmla="*/ 8 w 23"/>
                  <a:gd name="T1" fmla="*/ 8 h 28"/>
                  <a:gd name="T2" fmla="*/ 2 w 23"/>
                  <a:gd name="T3" fmla="*/ 11 h 28"/>
                  <a:gd name="T4" fmla="*/ 1 w 23"/>
                  <a:gd name="T5" fmla="*/ 4 h 28"/>
                  <a:gd name="T6" fmla="*/ 7 w 23"/>
                  <a:gd name="T7" fmla="*/ 2 h 28"/>
                  <a:gd name="T8" fmla="*/ 8 w 23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20" y="18"/>
                    </a:moveTo>
                    <a:cubicBezTo>
                      <a:pt x="16" y="25"/>
                      <a:pt x="10" y="28"/>
                      <a:pt x="5" y="25"/>
                    </a:cubicBezTo>
                    <a:cubicBezTo>
                      <a:pt x="1" y="23"/>
                      <a:pt x="0" y="15"/>
                      <a:pt x="3" y="9"/>
                    </a:cubicBezTo>
                    <a:cubicBezTo>
                      <a:pt x="7" y="3"/>
                      <a:pt x="13" y="0"/>
                      <a:pt x="18" y="3"/>
                    </a:cubicBezTo>
                    <a:cubicBezTo>
                      <a:pt x="22" y="5"/>
                      <a:pt x="23" y="12"/>
                      <a:pt x="20" y="18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3" name="Freeform 648">
                <a:extLst>
                  <a:ext uri="{FF2B5EF4-FFF2-40B4-BE49-F238E27FC236}">
                    <a16:creationId xmlns:a16="http://schemas.microsoft.com/office/drawing/2014/main" id="{47D02DBD-652C-4FBF-8785-30C7D77F8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3246"/>
                <a:ext cx="5" cy="5"/>
              </a:xfrm>
              <a:custGeom>
                <a:avLst/>
                <a:gdLst>
                  <a:gd name="T0" fmla="*/ 2 w 7"/>
                  <a:gd name="T1" fmla="*/ 1 h 7"/>
                  <a:gd name="T2" fmla="*/ 2 w 7"/>
                  <a:gd name="T3" fmla="*/ 2 h 7"/>
                  <a:gd name="T4" fmla="*/ 1 w 7"/>
                  <a:gd name="T5" fmla="*/ 2 h 7"/>
                  <a:gd name="T6" fmla="*/ 1 w 7"/>
                  <a:gd name="T7" fmla="*/ 1 h 7"/>
                  <a:gd name="T8" fmla="*/ 2 w 7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2"/>
                    </a:moveTo>
                    <a:cubicBezTo>
                      <a:pt x="7" y="3"/>
                      <a:pt x="7" y="5"/>
                      <a:pt x="5" y="6"/>
                    </a:cubicBezTo>
                    <a:cubicBezTo>
                      <a:pt x="3" y="7"/>
                      <a:pt x="1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6" y="0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4" name="Freeform 649">
                <a:extLst>
                  <a:ext uri="{FF2B5EF4-FFF2-40B4-BE49-F238E27FC236}">
                    <a16:creationId xmlns:a16="http://schemas.microsoft.com/office/drawing/2014/main" id="{19A8927E-E7B2-48CF-B83A-0605A705D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3252"/>
                <a:ext cx="7" cy="9"/>
              </a:xfrm>
              <a:custGeom>
                <a:avLst/>
                <a:gdLst>
                  <a:gd name="T0" fmla="*/ 2 w 9"/>
                  <a:gd name="T1" fmla="*/ 1 h 12"/>
                  <a:gd name="T2" fmla="*/ 4 w 9"/>
                  <a:gd name="T3" fmla="*/ 3 h 12"/>
                  <a:gd name="T4" fmla="*/ 2 w 9"/>
                  <a:gd name="T5" fmla="*/ 5 h 12"/>
                  <a:gd name="T6" fmla="*/ 0 w 9"/>
                  <a:gd name="T7" fmla="*/ 2 h 12"/>
                  <a:gd name="T8" fmla="*/ 2 w 9"/>
                  <a:gd name="T9" fmla="*/ 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5" y="1"/>
                    </a:moveTo>
                    <a:cubicBezTo>
                      <a:pt x="8" y="1"/>
                      <a:pt x="9" y="4"/>
                      <a:pt x="9" y="7"/>
                    </a:cubicBezTo>
                    <a:cubicBezTo>
                      <a:pt x="8" y="10"/>
                      <a:pt x="6" y="12"/>
                      <a:pt x="4" y="11"/>
                    </a:cubicBezTo>
                    <a:cubicBezTo>
                      <a:pt x="1" y="11"/>
                      <a:pt x="0" y="8"/>
                      <a:pt x="0" y="5"/>
                    </a:cubicBezTo>
                    <a:cubicBezTo>
                      <a:pt x="1" y="2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5" name="Freeform 650">
                <a:extLst>
                  <a:ext uri="{FF2B5EF4-FFF2-40B4-BE49-F238E27FC236}">
                    <a16:creationId xmlns:a16="http://schemas.microsoft.com/office/drawing/2014/main" id="{6E8C0754-28F1-427F-AE2E-38A7FDCE1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3255"/>
                <a:ext cx="7" cy="25"/>
              </a:xfrm>
              <a:custGeom>
                <a:avLst/>
                <a:gdLst>
                  <a:gd name="T0" fmla="*/ 3 w 9"/>
                  <a:gd name="T1" fmla="*/ 0 h 35"/>
                  <a:gd name="T2" fmla="*/ 4 w 9"/>
                  <a:gd name="T3" fmla="*/ 13 h 35"/>
                  <a:gd name="T4" fmla="*/ 4 w 9"/>
                  <a:gd name="T5" fmla="*/ 1 h 35"/>
                  <a:gd name="T6" fmla="*/ 3 w 9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5">
                    <a:moveTo>
                      <a:pt x="7" y="0"/>
                    </a:moveTo>
                    <a:cubicBezTo>
                      <a:pt x="7" y="0"/>
                      <a:pt x="0" y="14"/>
                      <a:pt x="8" y="35"/>
                    </a:cubicBezTo>
                    <a:cubicBezTo>
                      <a:pt x="8" y="35"/>
                      <a:pt x="1" y="17"/>
                      <a:pt x="9" y="1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6" name="Freeform 651">
                <a:extLst>
                  <a:ext uri="{FF2B5EF4-FFF2-40B4-BE49-F238E27FC236}">
                    <a16:creationId xmlns:a16="http://schemas.microsoft.com/office/drawing/2014/main" id="{9BE5A53B-F9D7-41D4-BCCD-51B200EFD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3388"/>
                <a:ext cx="53" cy="67"/>
              </a:xfrm>
              <a:custGeom>
                <a:avLst/>
                <a:gdLst>
                  <a:gd name="T0" fmla="*/ 27 w 72"/>
                  <a:gd name="T1" fmla="*/ 21 h 91"/>
                  <a:gd name="T2" fmla="*/ 11 w 72"/>
                  <a:gd name="T3" fmla="*/ 35 h 91"/>
                  <a:gd name="T4" fmla="*/ 2 w 72"/>
                  <a:gd name="T5" fmla="*/ 15 h 91"/>
                  <a:gd name="T6" fmla="*/ 18 w 72"/>
                  <a:gd name="T7" fmla="*/ 1 h 91"/>
                  <a:gd name="T8" fmla="*/ 27 w 72"/>
                  <a:gd name="T9" fmla="*/ 21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91">
                    <a:moveTo>
                      <a:pt x="67" y="52"/>
                    </a:moveTo>
                    <a:cubicBezTo>
                      <a:pt x="62" y="75"/>
                      <a:pt x="45" y="91"/>
                      <a:pt x="28" y="87"/>
                    </a:cubicBezTo>
                    <a:cubicBezTo>
                      <a:pt x="10" y="84"/>
                      <a:pt x="0" y="62"/>
                      <a:pt x="5" y="39"/>
                    </a:cubicBezTo>
                    <a:cubicBezTo>
                      <a:pt x="10" y="16"/>
                      <a:pt x="28" y="0"/>
                      <a:pt x="45" y="4"/>
                    </a:cubicBezTo>
                    <a:cubicBezTo>
                      <a:pt x="62" y="7"/>
                      <a:pt x="72" y="29"/>
                      <a:pt x="67" y="52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7" name="Freeform 652">
                <a:extLst>
                  <a:ext uri="{FF2B5EF4-FFF2-40B4-BE49-F238E27FC236}">
                    <a16:creationId xmlns:a16="http://schemas.microsoft.com/office/drawing/2014/main" id="{7B28FFFE-32EA-46EC-B8F5-71A5AF9BC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3389"/>
                <a:ext cx="36" cy="44"/>
              </a:xfrm>
              <a:custGeom>
                <a:avLst/>
                <a:gdLst>
                  <a:gd name="T0" fmla="*/ 16 w 50"/>
                  <a:gd name="T1" fmla="*/ 16 h 59"/>
                  <a:gd name="T2" fmla="*/ 4 w 50"/>
                  <a:gd name="T3" fmla="*/ 22 h 59"/>
                  <a:gd name="T4" fmla="*/ 3 w 50"/>
                  <a:gd name="T5" fmla="*/ 8 h 59"/>
                  <a:gd name="T6" fmla="*/ 14 w 50"/>
                  <a:gd name="T7" fmla="*/ 2 h 59"/>
                  <a:gd name="T8" fmla="*/ 16 w 50"/>
                  <a:gd name="T9" fmla="*/ 1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9">
                    <a:moveTo>
                      <a:pt x="42" y="39"/>
                    </a:moveTo>
                    <a:cubicBezTo>
                      <a:pt x="35" y="52"/>
                      <a:pt x="21" y="59"/>
                      <a:pt x="12" y="54"/>
                    </a:cubicBezTo>
                    <a:cubicBezTo>
                      <a:pt x="2" y="48"/>
                      <a:pt x="0" y="33"/>
                      <a:pt x="8" y="20"/>
                    </a:cubicBezTo>
                    <a:cubicBezTo>
                      <a:pt x="15" y="6"/>
                      <a:pt x="29" y="0"/>
                      <a:pt x="38" y="5"/>
                    </a:cubicBezTo>
                    <a:cubicBezTo>
                      <a:pt x="48" y="10"/>
                      <a:pt x="50" y="25"/>
                      <a:pt x="42" y="39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8" name="Freeform 653">
                <a:extLst>
                  <a:ext uri="{FF2B5EF4-FFF2-40B4-BE49-F238E27FC236}">
                    <a16:creationId xmlns:a16="http://schemas.microsoft.com/office/drawing/2014/main" id="{7BC20C32-1C40-496C-9AB1-940C6C2CD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3393"/>
                <a:ext cx="18" cy="19"/>
              </a:xfrm>
              <a:custGeom>
                <a:avLst/>
                <a:gdLst>
                  <a:gd name="T0" fmla="*/ 7 w 25"/>
                  <a:gd name="T1" fmla="*/ 7 h 26"/>
                  <a:gd name="T2" fmla="*/ 1 w 25"/>
                  <a:gd name="T3" fmla="*/ 9 h 26"/>
                  <a:gd name="T4" fmla="*/ 2 w 25"/>
                  <a:gd name="T5" fmla="*/ 3 h 26"/>
                  <a:gd name="T6" fmla="*/ 8 w 25"/>
                  <a:gd name="T7" fmla="*/ 1 h 26"/>
                  <a:gd name="T8" fmla="*/ 7 w 25"/>
                  <a:gd name="T9" fmla="*/ 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20" y="19"/>
                    </a:moveTo>
                    <a:cubicBezTo>
                      <a:pt x="15" y="25"/>
                      <a:pt x="8" y="26"/>
                      <a:pt x="4" y="23"/>
                    </a:cubicBezTo>
                    <a:cubicBezTo>
                      <a:pt x="0" y="19"/>
                      <a:pt x="1" y="12"/>
                      <a:pt x="5" y="7"/>
                    </a:cubicBezTo>
                    <a:cubicBezTo>
                      <a:pt x="10" y="1"/>
                      <a:pt x="17" y="0"/>
                      <a:pt x="21" y="3"/>
                    </a:cubicBezTo>
                    <a:cubicBezTo>
                      <a:pt x="25" y="7"/>
                      <a:pt x="24" y="14"/>
                      <a:pt x="20" y="19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9" name="Freeform 655">
                <a:extLst>
                  <a:ext uri="{FF2B5EF4-FFF2-40B4-BE49-F238E27FC236}">
                    <a16:creationId xmlns:a16="http://schemas.microsoft.com/office/drawing/2014/main" id="{066BFDC6-008A-4017-A8C1-D4CBA9F5D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3397"/>
                <a:ext cx="6" cy="5"/>
              </a:xfrm>
              <a:custGeom>
                <a:avLst/>
                <a:gdLst>
                  <a:gd name="T0" fmla="*/ 4 w 8"/>
                  <a:gd name="T1" fmla="*/ 1 h 7"/>
                  <a:gd name="T2" fmla="*/ 2 w 8"/>
                  <a:gd name="T3" fmla="*/ 2 h 7"/>
                  <a:gd name="T4" fmla="*/ 1 w 8"/>
                  <a:gd name="T5" fmla="*/ 2 h 7"/>
                  <a:gd name="T6" fmla="*/ 2 w 8"/>
                  <a:gd name="T7" fmla="*/ 1 h 7"/>
                  <a:gd name="T8" fmla="*/ 4 w 8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8" y="2"/>
                    </a:moveTo>
                    <a:cubicBezTo>
                      <a:pt x="8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0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0" name="Freeform 656">
                <a:extLst>
                  <a:ext uri="{FF2B5EF4-FFF2-40B4-BE49-F238E27FC236}">
                    <a16:creationId xmlns:a16="http://schemas.microsoft.com/office/drawing/2014/main" id="{B9BFFD20-5883-4C86-B835-6EE087B0E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3402"/>
                <a:ext cx="7" cy="9"/>
              </a:xfrm>
              <a:custGeom>
                <a:avLst/>
                <a:gdLst>
                  <a:gd name="T0" fmla="*/ 3 w 10"/>
                  <a:gd name="T1" fmla="*/ 1 h 12"/>
                  <a:gd name="T2" fmla="*/ 3 w 10"/>
                  <a:gd name="T3" fmla="*/ 4 h 12"/>
                  <a:gd name="T4" fmla="*/ 1 w 10"/>
                  <a:gd name="T5" fmla="*/ 5 h 12"/>
                  <a:gd name="T6" fmla="*/ 1 w 10"/>
                  <a:gd name="T7" fmla="*/ 2 h 12"/>
                  <a:gd name="T8" fmla="*/ 3 w 10"/>
                  <a:gd name="T9" fmla="*/ 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7" y="1"/>
                    </a:moveTo>
                    <a:cubicBezTo>
                      <a:pt x="9" y="2"/>
                      <a:pt x="10" y="5"/>
                      <a:pt x="9" y="8"/>
                    </a:cubicBezTo>
                    <a:cubicBezTo>
                      <a:pt x="8" y="11"/>
                      <a:pt x="5" y="12"/>
                      <a:pt x="3" y="11"/>
                    </a:cubicBezTo>
                    <a:cubicBezTo>
                      <a:pt x="1" y="11"/>
                      <a:pt x="0" y="8"/>
                      <a:pt x="1" y="5"/>
                    </a:cubicBezTo>
                    <a:cubicBezTo>
                      <a:pt x="2" y="2"/>
                      <a:pt x="5" y="0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1" name="Freeform 657">
                <a:extLst>
                  <a:ext uri="{FF2B5EF4-FFF2-40B4-BE49-F238E27FC236}">
                    <a16:creationId xmlns:a16="http://schemas.microsoft.com/office/drawing/2014/main" id="{2C1920DD-64A0-44BB-80AF-D31A12C0B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404"/>
                <a:ext cx="9" cy="25"/>
              </a:xfrm>
              <a:custGeom>
                <a:avLst/>
                <a:gdLst>
                  <a:gd name="T0" fmla="*/ 5 w 12"/>
                  <a:gd name="T1" fmla="*/ 0 h 34"/>
                  <a:gd name="T2" fmla="*/ 2 w 12"/>
                  <a:gd name="T3" fmla="*/ 13 h 34"/>
                  <a:gd name="T4" fmla="*/ 5 w 12"/>
                  <a:gd name="T5" fmla="*/ 1 h 34"/>
                  <a:gd name="T6" fmla="*/ 5 w 12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4">
                    <a:moveTo>
                      <a:pt x="11" y="0"/>
                    </a:moveTo>
                    <a:cubicBezTo>
                      <a:pt x="11" y="0"/>
                      <a:pt x="0" y="12"/>
                      <a:pt x="4" y="34"/>
                    </a:cubicBezTo>
                    <a:cubicBezTo>
                      <a:pt x="4" y="34"/>
                      <a:pt x="1" y="15"/>
                      <a:pt x="12" y="1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2" name="Freeform 658">
                <a:extLst>
                  <a:ext uri="{FF2B5EF4-FFF2-40B4-BE49-F238E27FC236}">
                    <a16:creationId xmlns:a16="http://schemas.microsoft.com/office/drawing/2014/main" id="{B7568819-EBB6-4769-8F20-E2C65DBD0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3528"/>
                <a:ext cx="56" cy="94"/>
              </a:xfrm>
              <a:custGeom>
                <a:avLst/>
                <a:gdLst>
                  <a:gd name="T0" fmla="*/ 21 w 76"/>
                  <a:gd name="T1" fmla="*/ 37 h 128"/>
                  <a:gd name="T2" fmla="*/ 4 w 76"/>
                  <a:gd name="T3" fmla="*/ 45 h 128"/>
                  <a:gd name="T4" fmla="*/ 9 w 76"/>
                  <a:gd name="T5" fmla="*/ 14 h 128"/>
                  <a:gd name="T6" fmla="*/ 27 w 76"/>
                  <a:gd name="T7" fmla="*/ 7 h 128"/>
                  <a:gd name="T8" fmla="*/ 21 w 76"/>
                  <a:gd name="T9" fmla="*/ 37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128">
                    <a:moveTo>
                      <a:pt x="54" y="92"/>
                    </a:moveTo>
                    <a:cubicBezTo>
                      <a:pt x="38" y="119"/>
                      <a:pt x="18" y="128"/>
                      <a:pt x="9" y="113"/>
                    </a:cubicBezTo>
                    <a:cubicBezTo>
                      <a:pt x="0" y="97"/>
                      <a:pt x="5" y="63"/>
                      <a:pt x="22" y="36"/>
                    </a:cubicBezTo>
                    <a:cubicBezTo>
                      <a:pt x="38" y="9"/>
                      <a:pt x="58" y="0"/>
                      <a:pt x="67" y="16"/>
                    </a:cubicBezTo>
                    <a:cubicBezTo>
                      <a:pt x="76" y="31"/>
                      <a:pt x="70" y="66"/>
                      <a:pt x="54" y="92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3" name="Freeform 659">
                <a:extLst>
                  <a:ext uri="{FF2B5EF4-FFF2-40B4-BE49-F238E27FC236}">
                    <a16:creationId xmlns:a16="http://schemas.microsoft.com/office/drawing/2014/main" id="{FAABFAC1-D7B7-466D-AF62-97FA9A1E1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3533"/>
                <a:ext cx="38" cy="53"/>
              </a:xfrm>
              <a:custGeom>
                <a:avLst/>
                <a:gdLst>
                  <a:gd name="T0" fmla="*/ 13 w 51"/>
                  <a:gd name="T1" fmla="*/ 24 h 72"/>
                  <a:gd name="T2" fmla="*/ 1 w 51"/>
                  <a:gd name="T3" fmla="*/ 24 h 72"/>
                  <a:gd name="T4" fmla="*/ 8 w 51"/>
                  <a:gd name="T5" fmla="*/ 5 h 72"/>
                  <a:gd name="T6" fmla="*/ 20 w 51"/>
                  <a:gd name="T7" fmla="*/ 5 h 72"/>
                  <a:gd name="T8" fmla="*/ 13 w 51"/>
                  <a:gd name="T9" fmla="*/ 2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72">
                    <a:moveTo>
                      <a:pt x="31" y="59"/>
                    </a:moveTo>
                    <a:cubicBezTo>
                      <a:pt x="19" y="72"/>
                      <a:pt x="6" y="72"/>
                      <a:pt x="3" y="59"/>
                    </a:cubicBezTo>
                    <a:cubicBezTo>
                      <a:pt x="0" y="46"/>
                      <a:pt x="7" y="25"/>
                      <a:pt x="20" y="12"/>
                    </a:cubicBezTo>
                    <a:cubicBezTo>
                      <a:pt x="32" y="0"/>
                      <a:pt x="45" y="0"/>
                      <a:pt x="48" y="13"/>
                    </a:cubicBezTo>
                    <a:cubicBezTo>
                      <a:pt x="51" y="26"/>
                      <a:pt x="44" y="47"/>
                      <a:pt x="31" y="59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4" name="Freeform 660">
                <a:extLst>
                  <a:ext uri="{FF2B5EF4-FFF2-40B4-BE49-F238E27FC236}">
                    <a16:creationId xmlns:a16="http://schemas.microsoft.com/office/drawing/2014/main" id="{E5F15761-05B3-4DDA-A341-B6288E7D7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3535"/>
                <a:ext cx="17" cy="25"/>
              </a:xfrm>
              <a:custGeom>
                <a:avLst/>
                <a:gdLst>
                  <a:gd name="T0" fmla="*/ 5 w 23"/>
                  <a:gd name="T1" fmla="*/ 12 h 34"/>
                  <a:gd name="T2" fmla="*/ 0 w 23"/>
                  <a:gd name="T3" fmla="*/ 10 h 34"/>
                  <a:gd name="T4" fmla="*/ 4 w 23"/>
                  <a:gd name="T5" fmla="*/ 1 h 34"/>
                  <a:gd name="T6" fmla="*/ 9 w 23"/>
                  <a:gd name="T7" fmla="*/ 4 h 34"/>
                  <a:gd name="T8" fmla="*/ 5 w 23"/>
                  <a:gd name="T9" fmla="*/ 1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4">
                    <a:moveTo>
                      <a:pt x="12" y="30"/>
                    </a:moveTo>
                    <a:cubicBezTo>
                      <a:pt x="6" y="34"/>
                      <a:pt x="1" y="31"/>
                      <a:pt x="0" y="24"/>
                    </a:cubicBezTo>
                    <a:cubicBezTo>
                      <a:pt x="0" y="17"/>
                      <a:pt x="4" y="8"/>
                      <a:pt x="10" y="4"/>
                    </a:cubicBezTo>
                    <a:cubicBezTo>
                      <a:pt x="16" y="0"/>
                      <a:pt x="22" y="3"/>
                      <a:pt x="22" y="10"/>
                    </a:cubicBezTo>
                    <a:cubicBezTo>
                      <a:pt x="23" y="17"/>
                      <a:pt x="18" y="26"/>
                      <a:pt x="12" y="30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5" name="Freeform 661">
                <a:extLst>
                  <a:ext uri="{FF2B5EF4-FFF2-40B4-BE49-F238E27FC236}">
                    <a16:creationId xmlns:a16="http://schemas.microsoft.com/office/drawing/2014/main" id="{759DCDEB-95E9-48F4-B5A9-340AD8C8F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540"/>
                <a:ext cx="5" cy="6"/>
              </a:xfrm>
              <a:custGeom>
                <a:avLst/>
                <a:gdLst>
                  <a:gd name="T0" fmla="*/ 3 w 6"/>
                  <a:gd name="T1" fmla="*/ 1 h 9"/>
                  <a:gd name="T2" fmla="*/ 2 w 6"/>
                  <a:gd name="T3" fmla="*/ 2 h 9"/>
                  <a:gd name="T4" fmla="*/ 0 w 6"/>
                  <a:gd name="T5" fmla="*/ 1 h 9"/>
                  <a:gd name="T6" fmla="*/ 3 w 6"/>
                  <a:gd name="T7" fmla="*/ 0 h 9"/>
                  <a:gd name="T8" fmla="*/ 3 w 6"/>
                  <a:gd name="T9" fmla="*/ 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6" y="5"/>
                    </a:moveTo>
                    <a:cubicBezTo>
                      <a:pt x="5" y="7"/>
                      <a:pt x="4" y="9"/>
                      <a:pt x="2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1" y="2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6" name="Freeform 662">
                <a:extLst>
                  <a:ext uri="{FF2B5EF4-FFF2-40B4-BE49-F238E27FC236}">
                    <a16:creationId xmlns:a16="http://schemas.microsoft.com/office/drawing/2014/main" id="{D21F2D2E-A0EF-4A85-A73F-9B219980A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3543"/>
                <a:ext cx="8" cy="11"/>
              </a:xfrm>
              <a:custGeom>
                <a:avLst/>
                <a:gdLst>
                  <a:gd name="T0" fmla="*/ 4 w 11"/>
                  <a:gd name="T1" fmla="*/ 1 h 15"/>
                  <a:gd name="T2" fmla="*/ 3 w 11"/>
                  <a:gd name="T3" fmla="*/ 5 h 15"/>
                  <a:gd name="T4" fmla="*/ 1 w 11"/>
                  <a:gd name="T5" fmla="*/ 5 h 15"/>
                  <a:gd name="T6" fmla="*/ 1 w 11"/>
                  <a:gd name="T7" fmla="*/ 1 h 15"/>
                  <a:gd name="T8" fmla="*/ 4 w 11"/>
                  <a:gd name="T9" fmla="*/ 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10" y="2"/>
                    </a:moveTo>
                    <a:cubicBezTo>
                      <a:pt x="11" y="5"/>
                      <a:pt x="10" y="9"/>
                      <a:pt x="7" y="12"/>
                    </a:cubicBezTo>
                    <a:cubicBezTo>
                      <a:pt x="5" y="15"/>
                      <a:pt x="2" y="15"/>
                      <a:pt x="1" y="13"/>
                    </a:cubicBezTo>
                    <a:cubicBezTo>
                      <a:pt x="0" y="10"/>
                      <a:pt x="2" y="6"/>
                      <a:pt x="4" y="3"/>
                    </a:cubicBezTo>
                    <a:cubicBezTo>
                      <a:pt x="6" y="0"/>
                      <a:pt x="9" y="0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7" name="Freeform 663">
                <a:extLst>
                  <a:ext uri="{FF2B5EF4-FFF2-40B4-BE49-F238E27FC236}">
                    <a16:creationId xmlns:a16="http://schemas.microsoft.com/office/drawing/2014/main" id="{21AC957D-D036-4CC0-B992-E8F91362A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3544"/>
                <a:ext cx="18" cy="30"/>
              </a:xfrm>
              <a:custGeom>
                <a:avLst/>
                <a:gdLst>
                  <a:gd name="T0" fmla="*/ 11 w 24"/>
                  <a:gd name="T1" fmla="*/ 0 h 41"/>
                  <a:gd name="T2" fmla="*/ 0 w 24"/>
                  <a:gd name="T3" fmla="*/ 16 h 41"/>
                  <a:gd name="T4" fmla="*/ 11 w 24"/>
                  <a:gd name="T5" fmla="*/ 1 h 41"/>
                  <a:gd name="T6" fmla="*/ 11 w 24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1">
                    <a:moveTo>
                      <a:pt x="24" y="0"/>
                    </a:moveTo>
                    <a:cubicBezTo>
                      <a:pt x="24" y="0"/>
                      <a:pt x="10" y="10"/>
                      <a:pt x="0" y="41"/>
                    </a:cubicBezTo>
                    <a:cubicBezTo>
                      <a:pt x="0" y="41"/>
                      <a:pt x="9" y="14"/>
                      <a:pt x="24" y="3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8" name="Freeform 664">
                <a:extLst>
                  <a:ext uri="{FF2B5EF4-FFF2-40B4-BE49-F238E27FC236}">
                    <a16:creationId xmlns:a16="http://schemas.microsoft.com/office/drawing/2014/main" id="{C5A7A4B3-0BFB-4327-9A17-E44044714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3658"/>
                <a:ext cx="50" cy="73"/>
              </a:xfrm>
              <a:custGeom>
                <a:avLst/>
                <a:gdLst>
                  <a:gd name="T0" fmla="*/ 14 w 69"/>
                  <a:gd name="T1" fmla="*/ 31 h 98"/>
                  <a:gd name="T2" fmla="*/ 1 w 69"/>
                  <a:gd name="T3" fmla="*/ 34 h 98"/>
                  <a:gd name="T4" fmla="*/ 12 w 69"/>
                  <a:gd name="T5" fmla="*/ 9 h 98"/>
                  <a:gd name="T6" fmla="*/ 25 w 69"/>
                  <a:gd name="T7" fmla="*/ 7 h 98"/>
                  <a:gd name="T8" fmla="*/ 14 w 69"/>
                  <a:gd name="T9" fmla="*/ 31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98">
                    <a:moveTo>
                      <a:pt x="39" y="77"/>
                    </a:moveTo>
                    <a:cubicBezTo>
                      <a:pt x="21" y="96"/>
                      <a:pt x="5" y="98"/>
                      <a:pt x="3" y="83"/>
                    </a:cubicBezTo>
                    <a:cubicBezTo>
                      <a:pt x="0" y="67"/>
                      <a:pt x="13" y="39"/>
                      <a:pt x="30" y="21"/>
                    </a:cubicBezTo>
                    <a:cubicBezTo>
                      <a:pt x="48" y="2"/>
                      <a:pt x="64" y="0"/>
                      <a:pt x="66" y="16"/>
                    </a:cubicBezTo>
                    <a:cubicBezTo>
                      <a:pt x="69" y="31"/>
                      <a:pt x="56" y="59"/>
                      <a:pt x="39" y="77"/>
                    </a:cubicBezTo>
                    <a:close/>
                  </a:path>
                </a:pathLst>
              </a:custGeom>
              <a:solidFill>
                <a:srgbClr val="DD6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9" name="Freeform 665">
                <a:extLst>
                  <a:ext uri="{FF2B5EF4-FFF2-40B4-BE49-F238E27FC236}">
                    <a16:creationId xmlns:a16="http://schemas.microsoft.com/office/drawing/2014/main" id="{27A7D017-E24B-4B24-8E5A-B54E39C43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3661"/>
                <a:ext cx="32" cy="42"/>
              </a:xfrm>
              <a:custGeom>
                <a:avLst/>
                <a:gdLst>
                  <a:gd name="T0" fmla="*/ 8 w 44"/>
                  <a:gd name="T1" fmla="*/ 19 h 58"/>
                  <a:gd name="T2" fmla="*/ 1 w 44"/>
                  <a:gd name="T3" fmla="*/ 16 h 58"/>
                  <a:gd name="T4" fmla="*/ 9 w 44"/>
                  <a:gd name="T5" fmla="*/ 3 h 58"/>
                  <a:gd name="T6" fmla="*/ 17 w 44"/>
                  <a:gd name="T7" fmla="*/ 7 h 58"/>
                  <a:gd name="T8" fmla="*/ 8 w 44"/>
                  <a:gd name="T9" fmla="*/ 19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8">
                    <a:moveTo>
                      <a:pt x="20" y="50"/>
                    </a:moveTo>
                    <a:cubicBezTo>
                      <a:pt x="9" y="58"/>
                      <a:pt x="0" y="54"/>
                      <a:pt x="1" y="42"/>
                    </a:cubicBezTo>
                    <a:cubicBezTo>
                      <a:pt x="2" y="31"/>
                      <a:pt x="13" y="15"/>
                      <a:pt x="24" y="8"/>
                    </a:cubicBezTo>
                    <a:cubicBezTo>
                      <a:pt x="36" y="0"/>
                      <a:pt x="44" y="4"/>
                      <a:pt x="43" y="16"/>
                    </a:cubicBezTo>
                    <a:cubicBezTo>
                      <a:pt x="42" y="27"/>
                      <a:pt x="32" y="43"/>
                      <a:pt x="20" y="50"/>
                    </a:cubicBezTo>
                    <a:close/>
                  </a:path>
                </a:pathLst>
              </a:custGeom>
              <a:solidFill>
                <a:srgbClr val="E27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0" name="Freeform 666">
                <a:extLst>
                  <a:ext uri="{FF2B5EF4-FFF2-40B4-BE49-F238E27FC236}">
                    <a16:creationId xmlns:a16="http://schemas.microsoft.com/office/drawing/2014/main" id="{F1EBA402-F68A-4455-9CC6-52FFDA3D3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3663"/>
                <a:ext cx="16" cy="20"/>
              </a:xfrm>
              <a:custGeom>
                <a:avLst/>
                <a:gdLst>
                  <a:gd name="T0" fmla="*/ 4 w 21"/>
                  <a:gd name="T1" fmla="*/ 11 h 26"/>
                  <a:gd name="T2" fmla="*/ 2 w 21"/>
                  <a:gd name="T3" fmla="*/ 7 h 26"/>
                  <a:gd name="T4" fmla="*/ 6 w 21"/>
                  <a:gd name="T5" fmla="*/ 2 h 26"/>
                  <a:gd name="T6" fmla="*/ 8 w 21"/>
                  <a:gd name="T7" fmla="*/ 5 h 26"/>
                  <a:gd name="T8" fmla="*/ 4 w 21"/>
                  <a:gd name="T9" fmla="*/ 1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6">
                    <a:moveTo>
                      <a:pt x="8" y="24"/>
                    </a:moveTo>
                    <a:cubicBezTo>
                      <a:pt x="3" y="26"/>
                      <a:pt x="0" y="22"/>
                      <a:pt x="2" y="16"/>
                    </a:cubicBezTo>
                    <a:cubicBezTo>
                      <a:pt x="3" y="10"/>
                      <a:pt x="8" y="4"/>
                      <a:pt x="13" y="2"/>
                    </a:cubicBezTo>
                    <a:cubicBezTo>
                      <a:pt x="18" y="0"/>
                      <a:pt x="21" y="4"/>
                      <a:pt x="20" y="10"/>
                    </a:cubicBezTo>
                    <a:cubicBezTo>
                      <a:pt x="19" y="16"/>
                      <a:pt x="13" y="23"/>
                      <a:pt x="8" y="24"/>
                    </a:cubicBezTo>
                    <a:close/>
                  </a:path>
                </a:pathLst>
              </a:custGeom>
              <a:solidFill>
                <a:srgbClr val="E58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1" name="Freeform 667">
                <a:extLst>
                  <a:ext uri="{FF2B5EF4-FFF2-40B4-BE49-F238E27FC236}">
                    <a16:creationId xmlns:a16="http://schemas.microsoft.com/office/drawing/2014/main" id="{BEA1563F-613D-4263-AC5E-BA9E3C2F5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3666"/>
                <a:ext cx="4" cy="6"/>
              </a:xfrm>
              <a:custGeom>
                <a:avLst/>
                <a:gdLst>
                  <a:gd name="T0" fmla="*/ 2 w 5"/>
                  <a:gd name="T1" fmla="*/ 2 h 8"/>
                  <a:gd name="T2" fmla="*/ 1 w 5"/>
                  <a:gd name="T3" fmla="*/ 3 h 8"/>
                  <a:gd name="T4" fmla="*/ 1 w 5"/>
                  <a:gd name="T5" fmla="*/ 2 h 8"/>
                  <a:gd name="T6" fmla="*/ 2 w 5"/>
                  <a:gd name="T7" fmla="*/ 1 h 8"/>
                  <a:gd name="T8" fmla="*/ 2 w 5"/>
                  <a:gd name="T9" fmla="*/ 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cubicBezTo>
                      <a:pt x="4" y="7"/>
                      <a:pt x="2" y="8"/>
                      <a:pt x="1" y="7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2" name="Freeform 668">
                <a:extLst>
                  <a:ext uri="{FF2B5EF4-FFF2-40B4-BE49-F238E27FC236}">
                    <a16:creationId xmlns:a16="http://schemas.microsoft.com/office/drawing/2014/main" id="{907D0418-DC32-4CFD-8D56-B49AD0585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3668"/>
                <a:ext cx="7" cy="9"/>
              </a:xfrm>
              <a:custGeom>
                <a:avLst/>
                <a:gdLst>
                  <a:gd name="T0" fmla="*/ 4 w 9"/>
                  <a:gd name="T1" fmla="*/ 2 h 12"/>
                  <a:gd name="T2" fmla="*/ 2 w 9"/>
                  <a:gd name="T3" fmla="*/ 5 h 12"/>
                  <a:gd name="T4" fmla="*/ 0 w 9"/>
                  <a:gd name="T5" fmla="*/ 5 h 12"/>
                  <a:gd name="T6" fmla="*/ 2 w 9"/>
                  <a:gd name="T7" fmla="*/ 2 h 12"/>
                  <a:gd name="T8" fmla="*/ 4 w 9"/>
                  <a:gd name="T9" fmla="*/ 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9" y="3"/>
                    </a:moveTo>
                    <a:cubicBezTo>
                      <a:pt x="9" y="5"/>
                      <a:pt x="7" y="9"/>
                      <a:pt x="5" y="11"/>
                    </a:cubicBezTo>
                    <a:cubicBezTo>
                      <a:pt x="2" y="12"/>
                      <a:pt x="0" y="12"/>
                      <a:pt x="0" y="10"/>
                    </a:cubicBezTo>
                    <a:cubicBezTo>
                      <a:pt x="0" y="7"/>
                      <a:pt x="2" y="4"/>
                      <a:pt x="5" y="2"/>
                    </a:cubicBezTo>
                    <a:cubicBezTo>
                      <a:pt x="7" y="0"/>
                      <a:pt x="9" y="0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3" name="Freeform 669">
                <a:extLst>
                  <a:ext uri="{FF2B5EF4-FFF2-40B4-BE49-F238E27FC236}">
                    <a16:creationId xmlns:a16="http://schemas.microsoft.com/office/drawing/2014/main" id="{60EC3A6F-EF50-43FF-ADEB-9AE38C590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3669"/>
                <a:ext cx="20" cy="20"/>
              </a:xfrm>
              <a:custGeom>
                <a:avLst/>
                <a:gdLst>
                  <a:gd name="T0" fmla="*/ 11 w 27"/>
                  <a:gd name="T1" fmla="*/ 0 h 28"/>
                  <a:gd name="T2" fmla="*/ 0 w 27"/>
                  <a:gd name="T3" fmla="*/ 10 h 28"/>
                  <a:gd name="T4" fmla="*/ 10 w 27"/>
                  <a:gd name="T5" fmla="*/ 1 h 28"/>
                  <a:gd name="T6" fmla="*/ 11 w 27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8">
                    <a:moveTo>
                      <a:pt x="27" y="0"/>
                    </a:moveTo>
                    <a:cubicBezTo>
                      <a:pt x="27" y="0"/>
                      <a:pt x="15" y="4"/>
                      <a:pt x="0" y="28"/>
                    </a:cubicBezTo>
                    <a:cubicBezTo>
                      <a:pt x="0" y="28"/>
                      <a:pt x="13" y="8"/>
                      <a:pt x="26" y="2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4" name="Freeform 670">
                <a:extLst>
                  <a:ext uri="{FF2B5EF4-FFF2-40B4-BE49-F238E27FC236}">
                    <a16:creationId xmlns:a16="http://schemas.microsoft.com/office/drawing/2014/main" id="{D46627F1-E693-4E3A-9564-70745BDD4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1126"/>
                <a:ext cx="328" cy="303"/>
              </a:xfrm>
              <a:custGeom>
                <a:avLst/>
                <a:gdLst>
                  <a:gd name="T0" fmla="*/ 59 w 445"/>
                  <a:gd name="T1" fmla="*/ 7 h 411"/>
                  <a:gd name="T2" fmla="*/ 51 w 445"/>
                  <a:gd name="T3" fmla="*/ 2 h 411"/>
                  <a:gd name="T4" fmla="*/ 38 w 445"/>
                  <a:gd name="T5" fmla="*/ 0 h 411"/>
                  <a:gd name="T6" fmla="*/ 19 w 445"/>
                  <a:gd name="T7" fmla="*/ 14 h 411"/>
                  <a:gd name="T8" fmla="*/ 11 w 445"/>
                  <a:gd name="T9" fmla="*/ 51 h 411"/>
                  <a:gd name="T10" fmla="*/ 17 w 445"/>
                  <a:gd name="T11" fmla="*/ 74 h 411"/>
                  <a:gd name="T12" fmla="*/ 1 w 445"/>
                  <a:gd name="T13" fmla="*/ 101 h 411"/>
                  <a:gd name="T14" fmla="*/ 14 w 445"/>
                  <a:gd name="T15" fmla="*/ 151 h 411"/>
                  <a:gd name="T16" fmla="*/ 62 w 445"/>
                  <a:gd name="T17" fmla="*/ 142 h 411"/>
                  <a:gd name="T18" fmla="*/ 81 w 445"/>
                  <a:gd name="T19" fmla="*/ 125 h 411"/>
                  <a:gd name="T20" fmla="*/ 92 w 445"/>
                  <a:gd name="T21" fmla="*/ 108 h 411"/>
                  <a:gd name="T22" fmla="*/ 114 w 445"/>
                  <a:gd name="T23" fmla="*/ 101 h 411"/>
                  <a:gd name="T24" fmla="*/ 91 w 445"/>
                  <a:gd name="T25" fmla="*/ 34 h 411"/>
                  <a:gd name="T26" fmla="*/ 59 w 445"/>
                  <a:gd name="T27" fmla="*/ 7 h 4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45" h="411">
                    <a:moveTo>
                      <a:pt x="147" y="16"/>
                    </a:moveTo>
                    <a:cubicBezTo>
                      <a:pt x="139" y="15"/>
                      <a:pt x="134" y="8"/>
                      <a:pt x="126" y="5"/>
                    </a:cubicBezTo>
                    <a:cubicBezTo>
                      <a:pt x="116" y="1"/>
                      <a:pt x="105" y="0"/>
                      <a:pt x="95" y="0"/>
                    </a:cubicBezTo>
                    <a:cubicBezTo>
                      <a:pt x="71" y="1"/>
                      <a:pt x="55" y="14"/>
                      <a:pt x="48" y="35"/>
                    </a:cubicBezTo>
                    <a:cubicBezTo>
                      <a:pt x="37" y="65"/>
                      <a:pt x="24" y="95"/>
                      <a:pt x="28" y="127"/>
                    </a:cubicBezTo>
                    <a:cubicBezTo>
                      <a:pt x="31" y="146"/>
                      <a:pt x="39" y="164"/>
                      <a:pt x="42" y="183"/>
                    </a:cubicBezTo>
                    <a:cubicBezTo>
                      <a:pt x="44" y="201"/>
                      <a:pt x="0" y="234"/>
                      <a:pt x="2" y="252"/>
                    </a:cubicBezTo>
                    <a:cubicBezTo>
                      <a:pt x="5" y="279"/>
                      <a:pt x="18" y="271"/>
                      <a:pt x="35" y="377"/>
                    </a:cubicBezTo>
                    <a:cubicBezTo>
                      <a:pt x="40" y="411"/>
                      <a:pt x="133" y="371"/>
                      <a:pt x="155" y="355"/>
                    </a:cubicBezTo>
                    <a:cubicBezTo>
                      <a:pt x="172" y="342"/>
                      <a:pt x="187" y="324"/>
                      <a:pt x="202" y="310"/>
                    </a:cubicBezTo>
                    <a:cubicBezTo>
                      <a:pt x="212" y="301"/>
                      <a:pt x="218" y="278"/>
                      <a:pt x="229" y="271"/>
                    </a:cubicBezTo>
                    <a:cubicBezTo>
                      <a:pt x="241" y="262"/>
                      <a:pt x="270" y="251"/>
                      <a:pt x="284" y="252"/>
                    </a:cubicBezTo>
                    <a:cubicBezTo>
                      <a:pt x="445" y="261"/>
                      <a:pt x="249" y="118"/>
                      <a:pt x="226" y="86"/>
                    </a:cubicBezTo>
                    <a:cubicBezTo>
                      <a:pt x="204" y="55"/>
                      <a:pt x="182" y="30"/>
                      <a:pt x="147" y="16"/>
                    </a:cubicBezTo>
                  </a:path>
                </a:pathLst>
              </a:custGeom>
              <a:solidFill>
                <a:srgbClr val="EBA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5" name="Freeform 671">
                <a:extLst>
                  <a:ext uri="{FF2B5EF4-FFF2-40B4-BE49-F238E27FC236}">
                    <a16:creationId xmlns:a16="http://schemas.microsoft.com/office/drawing/2014/main" id="{E1835223-48A9-4931-A5F4-9D7F39415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1101"/>
                <a:ext cx="300" cy="299"/>
              </a:xfrm>
              <a:custGeom>
                <a:avLst/>
                <a:gdLst>
                  <a:gd name="T0" fmla="*/ 49 w 407"/>
                  <a:gd name="T1" fmla="*/ 7 h 406"/>
                  <a:gd name="T2" fmla="*/ 41 w 407"/>
                  <a:gd name="T3" fmla="*/ 2 h 406"/>
                  <a:gd name="T4" fmla="*/ 28 w 407"/>
                  <a:gd name="T5" fmla="*/ 0 h 406"/>
                  <a:gd name="T6" fmla="*/ 10 w 407"/>
                  <a:gd name="T7" fmla="*/ 14 h 406"/>
                  <a:gd name="T8" fmla="*/ 1 w 407"/>
                  <a:gd name="T9" fmla="*/ 51 h 406"/>
                  <a:gd name="T10" fmla="*/ 7 w 407"/>
                  <a:gd name="T11" fmla="*/ 73 h 406"/>
                  <a:gd name="T12" fmla="*/ 8 w 407"/>
                  <a:gd name="T13" fmla="*/ 95 h 406"/>
                  <a:gd name="T14" fmla="*/ 5 w 407"/>
                  <a:gd name="T15" fmla="*/ 151 h 406"/>
                  <a:gd name="T16" fmla="*/ 52 w 407"/>
                  <a:gd name="T17" fmla="*/ 141 h 406"/>
                  <a:gd name="T18" fmla="*/ 71 w 407"/>
                  <a:gd name="T19" fmla="*/ 124 h 406"/>
                  <a:gd name="T20" fmla="*/ 82 w 407"/>
                  <a:gd name="T21" fmla="*/ 108 h 406"/>
                  <a:gd name="T22" fmla="*/ 127 w 407"/>
                  <a:gd name="T23" fmla="*/ 112 h 406"/>
                  <a:gd name="T24" fmla="*/ 80 w 407"/>
                  <a:gd name="T25" fmla="*/ 34 h 406"/>
                  <a:gd name="T26" fmla="*/ 49 w 407"/>
                  <a:gd name="T27" fmla="*/ 7 h 4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7" h="406">
                    <a:moveTo>
                      <a:pt x="123" y="16"/>
                    </a:moveTo>
                    <a:cubicBezTo>
                      <a:pt x="115" y="15"/>
                      <a:pt x="109" y="8"/>
                      <a:pt x="101" y="5"/>
                    </a:cubicBezTo>
                    <a:cubicBezTo>
                      <a:pt x="92" y="1"/>
                      <a:pt x="80" y="0"/>
                      <a:pt x="70" y="0"/>
                    </a:cubicBezTo>
                    <a:cubicBezTo>
                      <a:pt x="47" y="1"/>
                      <a:pt x="31" y="14"/>
                      <a:pt x="23" y="35"/>
                    </a:cubicBezTo>
                    <a:cubicBezTo>
                      <a:pt x="13" y="65"/>
                      <a:pt x="0" y="94"/>
                      <a:pt x="4" y="127"/>
                    </a:cubicBezTo>
                    <a:cubicBezTo>
                      <a:pt x="7" y="146"/>
                      <a:pt x="15" y="164"/>
                      <a:pt x="17" y="183"/>
                    </a:cubicBezTo>
                    <a:cubicBezTo>
                      <a:pt x="20" y="201"/>
                      <a:pt x="19" y="219"/>
                      <a:pt x="21" y="238"/>
                    </a:cubicBezTo>
                    <a:cubicBezTo>
                      <a:pt x="24" y="264"/>
                      <a:pt x="0" y="354"/>
                      <a:pt x="14" y="377"/>
                    </a:cubicBezTo>
                    <a:cubicBezTo>
                      <a:pt x="31" y="406"/>
                      <a:pt x="109" y="371"/>
                      <a:pt x="131" y="355"/>
                    </a:cubicBezTo>
                    <a:cubicBezTo>
                      <a:pt x="148" y="342"/>
                      <a:pt x="162" y="324"/>
                      <a:pt x="178" y="310"/>
                    </a:cubicBezTo>
                    <a:cubicBezTo>
                      <a:pt x="188" y="301"/>
                      <a:pt x="193" y="277"/>
                      <a:pt x="205" y="270"/>
                    </a:cubicBezTo>
                    <a:cubicBezTo>
                      <a:pt x="217" y="262"/>
                      <a:pt x="304" y="281"/>
                      <a:pt x="318" y="280"/>
                    </a:cubicBezTo>
                    <a:cubicBezTo>
                      <a:pt x="407" y="271"/>
                      <a:pt x="225" y="118"/>
                      <a:pt x="201" y="86"/>
                    </a:cubicBezTo>
                    <a:cubicBezTo>
                      <a:pt x="179" y="55"/>
                      <a:pt x="157" y="30"/>
                      <a:pt x="123" y="16"/>
                    </a:cubicBezTo>
                  </a:path>
                </a:pathLst>
              </a:custGeom>
              <a:solidFill>
                <a:srgbClr val="D78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6" name="Freeform 672">
                <a:extLst>
                  <a:ext uri="{FF2B5EF4-FFF2-40B4-BE49-F238E27FC236}">
                    <a16:creationId xmlns:a16="http://schemas.microsoft.com/office/drawing/2014/main" id="{E884980B-33A2-4A27-9311-6BE133DE3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1157"/>
                <a:ext cx="109" cy="143"/>
              </a:xfrm>
              <a:custGeom>
                <a:avLst/>
                <a:gdLst>
                  <a:gd name="T0" fmla="*/ 10 w 148"/>
                  <a:gd name="T1" fmla="*/ 4 h 194"/>
                  <a:gd name="T2" fmla="*/ 2 w 148"/>
                  <a:gd name="T3" fmla="*/ 32 h 194"/>
                  <a:gd name="T4" fmla="*/ 5 w 148"/>
                  <a:gd name="T5" fmla="*/ 65 h 194"/>
                  <a:gd name="T6" fmla="*/ 27 w 148"/>
                  <a:gd name="T7" fmla="*/ 67 h 194"/>
                  <a:gd name="T8" fmla="*/ 50 w 148"/>
                  <a:gd name="T9" fmla="*/ 55 h 194"/>
                  <a:gd name="T10" fmla="*/ 39 w 148"/>
                  <a:gd name="T11" fmla="*/ 18 h 194"/>
                  <a:gd name="T12" fmla="*/ 18 w 148"/>
                  <a:gd name="T13" fmla="*/ 1 h 194"/>
                  <a:gd name="T14" fmla="*/ 10 w 148"/>
                  <a:gd name="T15" fmla="*/ 4 h 1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8" h="194">
                    <a:moveTo>
                      <a:pt x="25" y="9"/>
                    </a:moveTo>
                    <a:cubicBezTo>
                      <a:pt x="0" y="16"/>
                      <a:pt x="4" y="59"/>
                      <a:pt x="5" y="79"/>
                    </a:cubicBezTo>
                    <a:cubicBezTo>
                      <a:pt x="7" y="105"/>
                      <a:pt x="7" y="138"/>
                      <a:pt x="14" y="163"/>
                    </a:cubicBezTo>
                    <a:cubicBezTo>
                      <a:pt x="24" y="194"/>
                      <a:pt x="50" y="187"/>
                      <a:pt x="67" y="168"/>
                    </a:cubicBezTo>
                    <a:cubicBezTo>
                      <a:pt x="83" y="151"/>
                      <a:pt x="111" y="157"/>
                      <a:pt x="125" y="138"/>
                    </a:cubicBezTo>
                    <a:cubicBezTo>
                      <a:pt x="148" y="108"/>
                      <a:pt x="118" y="67"/>
                      <a:pt x="98" y="44"/>
                    </a:cubicBezTo>
                    <a:cubicBezTo>
                      <a:pt x="85" y="27"/>
                      <a:pt x="66" y="9"/>
                      <a:pt x="45" y="3"/>
                    </a:cubicBezTo>
                    <a:cubicBezTo>
                      <a:pt x="36" y="0"/>
                      <a:pt x="30" y="3"/>
                      <a:pt x="24" y="9"/>
                    </a:cubicBezTo>
                  </a:path>
                </a:pathLst>
              </a:custGeom>
              <a:solidFill>
                <a:srgbClr val="DC8A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7" name="Line 673">
                <a:extLst>
                  <a:ext uri="{FF2B5EF4-FFF2-40B4-BE49-F238E27FC236}">
                    <a16:creationId xmlns:a16="http://schemas.microsoft.com/office/drawing/2014/main" id="{367734B9-691E-4769-B6E5-DC102619A0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53" y="3312"/>
                <a:ext cx="72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8" name="Line 674">
                <a:extLst>
                  <a:ext uri="{FF2B5EF4-FFF2-40B4-BE49-F238E27FC236}">
                    <a16:creationId xmlns:a16="http://schemas.microsoft.com/office/drawing/2014/main" id="{E927FA3E-4193-4E78-96C8-062C546380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58" y="3215"/>
                <a:ext cx="74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9" name="Line 675">
                <a:extLst>
                  <a:ext uri="{FF2B5EF4-FFF2-40B4-BE49-F238E27FC236}">
                    <a16:creationId xmlns:a16="http://schemas.microsoft.com/office/drawing/2014/main" id="{A5E6EBB0-AB71-42E5-BFE5-04AD37782B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46" y="3113"/>
                <a:ext cx="74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0" name="Line 676">
                <a:extLst>
                  <a:ext uri="{FF2B5EF4-FFF2-40B4-BE49-F238E27FC236}">
                    <a16:creationId xmlns:a16="http://schemas.microsoft.com/office/drawing/2014/main" id="{451352AF-D3FD-4AC0-8627-15DCC8057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09" y="3014"/>
                <a:ext cx="75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1" name="Line 677">
                <a:extLst>
                  <a:ext uri="{FF2B5EF4-FFF2-40B4-BE49-F238E27FC236}">
                    <a16:creationId xmlns:a16="http://schemas.microsoft.com/office/drawing/2014/main" id="{585891F7-66E3-4962-9004-F0BDCF3339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66" y="2933"/>
                <a:ext cx="75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2" name="Line 678">
                <a:extLst>
                  <a:ext uri="{FF2B5EF4-FFF2-40B4-BE49-F238E27FC236}">
                    <a16:creationId xmlns:a16="http://schemas.microsoft.com/office/drawing/2014/main" id="{0B276F08-B342-4262-97CA-635CECFABA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3" y="2835"/>
                <a:ext cx="76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3" name="Line 679">
                <a:extLst>
                  <a:ext uri="{FF2B5EF4-FFF2-40B4-BE49-F238E27FC236}">
                    <a16:creationId xmlns:a16="http://schemas.microsoft.com/office/drawing/2014/main" id="{800D85A2-1C4D-4CD7-AFE6-FABF13516F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66" y="2717"/>
                <a:ext cx="75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4" name="Line 680">
                <a:extLst>
                  <a:ext uri="{FF2B5EF4-FFF2-40B4-BE49-F238E27FC236}">
                    <a16:creationId xmlns:a16="http://schemas.microsoft.com/office/drawing/2014/main" id="{D8453BCD-18B9-4A33-A1BB-8AA323F3EE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35" y="2599"/>
                <a:ext cx="76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5" name="Line 681">
                <a:extLst>
                  <a:ext uri="{FF2B5EF4-FFF2-40B4-BE49-F238E27FC236}">
                    <a16:creationId xmlns:a16="http://schemas.microsoft.com/office/drawing/2014/main" id="{F66FB27D-C5A8-40FE-BB6B-2530D4091B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19" y="2496"/>
                <a:ext cx="75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6" name="Line 682">
                <a:extLst>
                  <a:ext uri="{FF2B5EF4-FFF2-40B4-BE49-F238E27FC236}">
                    <a16:creationId xmlns:a16="http://schemas.microsoft.com/office/drawing/2014/main" id="{F582E4CC-8938-4451-87B6-DD32591B90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8" y="2383"/>
                <a:ext cx="75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7" name="Line 683">
                <a:extLst>
                  <a:ext uri="{FF2B5EF4-FFF2-40B4-BE49-F238E27FC236}">
                    <a16:creationId xmlns:a16="http://schemas.microsoft.com/office/drawing/2014/main" id="{0C091869-222D-4365-9474-28C502EDF1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12" y="2269"/>
                <a:ext cx="75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8" name="Line 684">
                <a:extLst>
                  <a:ext uri="{FF2B5EF4-FFF2-40B4-BE49-F238E27FC236}">
                    <a16:creationId xmlns:a16="http://schemas.microsoft.com/office/drawing/2014/main" id="{DDCEFB65-EDC2-41D3-A112-21D643CA2E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30" y="2181"/>
                <a:ext cx="75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9" name="Line 685">
                <a:extLst>
                  <a:ext uri="{FF2B5EF4-FFF2-40B4-BE49-F238E27FC236}">
                    <a16:creationId xmlns:a16="http://schemas.microsoft.com/office/drawing/2014/main" id="{214493B8-1F62-4297-BA15-A61573F414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67" y="2078"/>
                <a:ext cx="70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0" name="Line 686">
                <a:extLst>
                  <a:ext uri="{FF2B5EF4-FFF2-40B4-BE49-F238E27FC236}">
                    <a16:creationId xmlns:a16="http://schemas.microsoft.com/office/drawing/2014/main" id="{185E00C1-8A19-49D3-9C44-B0CA77029C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05" y="2000"/>
                <a:ext cx="66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1" name="Line 687">
                <a:extLst>
                  <a:ext uri="{FF2B5EF4-FFF2-40B4-BE49-F238E27FC236}">
                    <a16:creationId xmlns:a16="http://schemas.microsoft.com/office/drawing/2014/main" id="{2ACF7EC0-67D2-4C4B-86EF-4CC06DE79B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44" y="1925"/>
                <a:ext cx="61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2" name="Line 688">
                <a:extLst>
                  <a:ext uri="{FF2B5EF4-FFF2-40B4-BE49-F238E27FC236}">
                    <a16:creationId xmlns:a16="http://schemas.microsoft.com/office/drawing/2014/main" id="{4B97292B-416D-46F6-A8E7-C0D34A2E68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77" y="1857"/>
                <a:ext cx="60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3" name="Freeform 689">
                <a:extLst>
                  <a:ext uri="{FF2B5EF4-FFF2-40B4-BE49-F238E27FC236}">
                    <a16:creationId xmlns:a16="http://schemas.microsoft.com/office/drawing/2014/main" id="{A37168BB-0A9E-4FEE-A288-C82D1D7FE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439"/>
                <a:ext cx="45" cy="49"/>
              </a:xfrm>
              <a:custGeom>
                <a:avLst/>
                <a:gdLst>
                  <a:gd name="T0" fmla="*/ 11 w 61"/>
                  <a:gd name="T1" fmla="*/ 4 h 66"/>
                  <a:gd name="T2" fmla="*/ 0 w 61"/>
                  <a:gd name="T3" fmla="*/ 17 h 66"/>
                  <a:gd name="T4" fmla="*/ 14 w 61"/>
                  <a:gd name="T5" fmla="*/ 25 h 66"/>
                  <a:gd name="T6" fmla="*/ 24 w 61"/>
                  <a:gd name="T7" fmla="*/ 23 h 66"/>
                  <a:gd name="T8" fmla="*/ 24 w 61"/>
                  <a:gd name="T9" fmla="*/ 12 h 66"/>
                  <a:gd name="T10" fmla="*/ 11 w 61"/>
                  <a:gd name="T11" fmla="*/ 4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66">
                    <a:moveTo>
                      <a:pt x="29" y="9"/>
                    </a:moveTo>
                    <a:cubicBezTo>
                      <a:pt x="22" y="28"/>
                      <a:pt x="1" y="18"/>
                      <a:pt x="0" y="42"/>
                    </a:cubicBezTo>
                    <a:cubicBezTo>
                      <a:pt x="0" y="66"/>
                      <a:pt x="15" y="63"/>
                      <a:pt x="35" y="62"/>
                    </a:cubicBezTo>
                    <a:cubicBezTo>
                      <a:pt x="44" y="62"/>
                      <a:pt x="55" y="65"/>
                      <a:pt x="59" y="57"/>
                    </a:cubicBezTo>
                    <a:cubicBezTo>
                      <a:pt x="61" y="52"/>
                      <a:pt x="60" y="35"/>
                      <a:pt x="59" y="30"/>
                    </a:cubicBezTo>
                    <a:cubicBezTo>
                      <a:pt x="57" y="19"/>
                      <a:pt x="39" y="0"/>
                      <a:pt x="28" y="11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4" name="Freeform 690">
                <a:extLst>
                  <a:ext uri="{FF2B5EF4-FFF2-40B4-BE49-F238E27FC236}">
                    <a16:creationId xmlns:a16="http://schemas.microsoft.com/office/drawing/2014/main" id="{B12383FA-DDD2-43BF-BE39-514DBAD86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519"/>
                <a:ext cx="53" cy="37"/>
              </a:xfrm>
              <a:custGeom>
                <a:avLst/>
                <a:gdLst>
                  <a:gd name="T0" fmla="*/ 1 w 72"/>
                  <a:gd name="T1" fmla="*/ 3 h 51"/>
                  <a:gd name="T2" fmla="*/ 1 w 72"/>
                  <a:gd name="T3" fmla="*/ 15 h 51"/>
                  <a:gd name="T4" fmla="*/ 7 w 72"/>
                  <a:gd name="T5" fmla="*/ 15 h 51"/>
                  <a:gd name="T6" fmla="*/ 18 w 72"/>
                  <a:gd name="T7" fmla="*/ 12 h 51"/>
                  <a:gd name="T8" fmla="*/ 27 w 72"/>
                  <a:gd name="T9" fmla="*/ 18 h 51"/>
                  <a:gd name="T10" fmla="*/ 18 w 72"/>
                  <a:gd name="T11" fmla="*/ 1 h 51"/>
                  <a:gd name="T12" fmla="*/ 8 w 72"/>
                  <a:gd name="T13" fmla="*/ 4 h 51"/>
                  <a:gd name="T14" fmla="*/ 1 w 72"/>
                  <a:gd name="T15" fmla="*/ 4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2" h="51">
                    <a:moveTo>
                      <a:pt x="2" y="7"/>
                    </a:moveTo>
                    <a:cubicBezTo>
                      <a:pt x="2" y="16"/>
                      <a:pt x="0" y="32"/>
                      <a:pt x="4" y="40"/>
                    </a:cubicBezTo>
                    <a:cubicBezTo>
                      <a:pt x="9" y="51"/>
                      <a:pt x="11" y="45"/>
                      <a:pt x="18" y="40"/>
                    </a:cubicBezTo>
                    <a:cubicBezTo>
                      <a:pt x="26" y="33"/>
                      <a:pt x="32" y="29"/>
                      <a:pt x="43" y="32"/>
                    </a:cubicBezTo>
                    <a:cubicBezTo>
                      <a:pt x="52" y="35"/>
                      <a:pt x="58" y="45"/>
                      <a:pt x="66" y="48"/>
                    </a:cubicBezTo>
                    <a:cubicBezTo>
                      <a:pt x="72" y="37"/>
                      <a:pt x="54" y="2"/>
                      <a:pt x="43" y="3"/>
                    </a:cubicBezTo>
                    <a:cubicBezTo>
                      <a:pt x="36" y="3"/>
                      <a:pt x="30" y="10"/>
                      <a:pt x="21" y="9"/>
                    </a:cubicBezTo>
                    <a:cubicBezTo>
                      <a:pt x="16" y="9"/>
                      <a:pt x="3" y="0"/>
                      <a:pt x="4" y="10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5" name="Freeform 691">
                <a:extLst>
                  <a:ext uri="{FF2B5EF4-FFF2-40B4-BE49-F238E27FC236}">
                    <a16:creationId xmlns:a16="http://schemas.microsoft.com/office/drawing/2014/main" id="{A99A07A6-DE81-498E-A021-C4E61F874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1583"/>
                <a:ext cx="60" cy="54"/>
              </a:xfrm>
              <a:custGeom>
                <a:avLst/>
                <a:gdLst>
                  <a:gd name="T0" fmla="*/ 1 w 82"/>
                  <a:gd name="T1" fmla="*/ 4 h 74"/>
                  <a:gd name="T2" fmla="*/ 2 w 82"/>
                  <a:gd name="T3" fmla="*/ 20 h 74"/>
                  <a:gd name="T4" fmla="*/ 8 w 82"/>
                  <a:gd name="T5" fmla="*/ 24 h 74"/>
                  <a:gd name="T6" fmla="*/ 21 w 82"/>
                  <a:gd name="T7" fmla="*/ 21 h 74"/>
                  <a:gd name="T8" fmla="*/ 31 w 82"/>
                  <a:gd name="T9" fmla="*/ 22 h 74"/>
                  <a:gd name="T10" fmla="*/ 26 w 82"/>
                  <a:gd name="T11" fmla="*/ 5 h 74"/>
                  <a:gd name="T12" fmla="*/ 18 w 82"/>
                  <a:gd name="T13" fmla="*/ 1 h 74"/>
                  <a:gd name="T14" fmla="*/ 9 w 82"/>
                  <a:gd name="T15" fmla="*/ 3 h 74"/>
                  <a:gd name="T16" fmla="*/ 1 w 82"/>
                  <a:gd name="T17" fmla="*/ 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74">
                    <a:moveTo>
                      <a:pt x="4" y="9"/>
                    </a:moveTo>
                    <a:cubicBezTo>
                      <a:pt x="0" y="19"/>
                      <a:pt x="4" y="40"/>
                      <a:pt x="5" y="51"/>
                    </a:cubicBezTo>
                    <a:cubicBezTo>
                      <a:pt x="7" y="64"/>
                      <a:pt x="10" y="68"/>
                      <a:pt x="21" y="62"/>
                    </a:cubicBezTo>
                    <a:cubicBezTo>
                      <a:pt x="33" y="55"/>
                      <a:pt x="41" y="49"/>
                      <a:pt x="55" y="55"/>
                    </a:cubicBezTo>
                    <a:cubicBezTo>
                      <a:pt x="64" y="59"/>
                      <a:pt x="80" y="74"/>
                      <a:pt x="81" y="56"/>
                    </a:cubicBezTo>
                    <a:cubicBezTo>
                      <a:pt x="82" y="46"/>
                      <a:pt x="72" y="22"/>
                      <a:pt x="67" y="13"/>
                    </a:cubicBezTo>
                    <a:cubicBezTo>
                      <a:pt x="62" y="3"/>
                      <a:pt x="56" y="0"/>
                      <a:pt x="45" y="3"/>
                    </a:cubicBezTo>
                    <a:cubicBezTo>
                      <a:pt x="36" y="5"/>
                      <a:pt x="33" y="9"/>
                      <a:pt x="23" y="8"/>
                    </a:cubicBezTo>
                    <a:cubicBezTo>
                      <a:pt x="17" y="8"/>
                      <a:pt x="7" y="4"/>
                      <a:pt x="4" y="9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6" name="Freeform 692">
                <a:extLst>
                  <a:ext uri="{FF2B5EF4-FFF2-40B4-BE49-F238E27FC236}">
                    <a16:creationId xmlns:a16="http://schemas.microsoft.com/office/drawing/2014/main" id="{C765E3CB-0B24-4F92-8AE0-35D24D04D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662"/>
                <a:ext cx="62" cy="46"/>
              </a:xfrm>
              <a:custGeom>
                <a:avLst/>
                <a:gdLst>
                  <a:gd name="T0" fmla="*/ 3 w 83"/>
                  <a:gd name="T1" fmla="*/ 2 h 62"/>
                  <a:gd name="T2" fmla="*/ 3 w 83"/>
                  <a:gd name="T3" fmla="*/ 14 h 62"/>
                  <a:gd name="T4" fmla="*/ 8 w 83"/>
                  <a:gd name="T5" fmla="*/ 13 h 62"/>
                  <a:gd name="T6" fmla="*/ 13 w 83"/>
                  <a:gd name="T7" fmla="*/ 20 h 62"/>
                  <a:gd name="T8" fmla="*/ 22 w 83"/>
                  <a:gd name="T9" fmla="*/ 18 h 62"/>
                  <a:gd name="T10" fmla="*/ 34 w 83"/>
                  <a:gd name="T11" fmla="*/ 22 h 62"/>
                  <a:gd name="T12" fmla="*/ 29 w 83"/>
                  <a:gd name="T13" fmla="*/ 8 h 62"/>
                  <a:gd name="T14" fmla="*/ 19 w 83"/>
                  <a:gd name="T15" fmla="*/ 6 h 62"/>
                  <a:gd name="T16" fmla="*/ 3 w 83"/>
                  <a:gd name="T17" fmla="*/ 2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62">
                    <a:moveTo>
                      <a:pt x="7" y="5"/>
                    </a:moveTo>
                    <a:cubicBezTo>
                      <a:pt x="7" y="13"/>
                      <a:pt x="0" y="28"/>
                      <a:pt x="8" y="34"/>
                    </a:cubicBezTo>
                    <a:cubicBezTo>
                      <a:pt x="11" y="36"/>
                      <a:pt x="16" y="32"/>
                      <a:pt x="20" y="33"/>
                    </a:cubicBezTo>
                    <a:cubicBezTo>
                      <a:pt x="26" y="36"/>
                      <a:pt x="27" y="45"/>
                      <a:pt x="31" y="50"/>
                    </a:cubicBezTo>
                    <a:cubicBezTo>
                      <a:pt x="44" y="62"/>
                      <a:pt x="43" y="48"/>
                      <a:pt x="54" y="44"/>
                    </a:cubicBezTo>
                    <a:cubicBezTo>
                      <a:pt x="66" y="40"/>
                      <a:pt x="72" y="52"/>
                      <a:pt x="82" y="54"/>
                    </a:cubicBezTo>
                    <a:cubicBezTo>
                      <a:pt x="83" y="46"/>
                      <a:pt x="77" y="26"/>
                      <a:pt x="70" y="20"/>
                    </a:cubicBezTo>
                    <a:cubicBezTo>
                      <a:pt x="64" y="15"/>
                      <a:pt x="54" y="16"/>
                      <a:pt x="47" y="15"/>
                    </a:cubicBezTo>
                    <a:cubicBezTo>
                      <a:pt x="38" y="13"/>
                      <a:pt x="14" y="0"/>
                      <a:pt x="8" y="6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7" name="Freeform 693">
                <a:extLst>
                  <a:ext uri="{FF2B5EF4-FFF2-40B4-BE49-F238E27FC236}">
                    <a16:creationId xmlns:a16="http://schemas.microsoft.com/office/drawing/2014/main" id="{8B72E4A0-FA8E-45C3-8DA7-FB33BBF2C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1729"/>
                <a:ext cx="57" cy="54"/>
              </a:xfrm>
              <a:custGeom>
                <a:avLst/>
                <a:gdLst>
                  <a:gd name="T0" fmla="*/ 1 w 77"/>
                  <a:gd name="T1" fmla="*/ 3 h 74"/>
                  <a:gd name="T2" fmla="*/ 1 w 77"/>
                  <a:gd name="T3" fmla="*/ 17 h 74"/>
                  <a:gd name="T4" fmla="*/ 10 w 77"/>
                  <a:gd name="T5" fmla="*/ 20 h 74"/>
                  <a:gd name="T6" fmla="*/ 22 w 77"/>
                  <a:gd name="T7" fmla="*/ 28 h 74"/>
                  <a:gd name="T8" fmla="*/ 29 w 77"/>
                  <a:gd name="T9" fmla="*/ 20 h 74"/>
                  <a:gd name="T10" fmla="*/ 27 w 77"/>
                  <a:gd name="T11" fmla="*/ 12 h 74"/>
                  <a:gd name="T12" fmla="*/ 16 w 77"/>
                  <a:gd name="T13" fmla="*/ 9 h 74"/>
                  <a:gd name="T14" fmla="*/ 1 w 77"/>
                  <a:gd name="T15" fmla="*/ 2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74">
                    <a:moveTo>
                      <a:pt x="1" y="8"/>
                    </a:moveTo>
                    <a:cubicBezTo>
                      <a:pt x="7" y="17"/>
                      <a:pt x="0" y="34"/>
                      <a:pt x="2" y="44"/>
                    </a:cubicBezTo>
                    <a:cubicBezTo>
                      <a:pt x="6" y="60"/>
                      <a:pt x="12" y="48"/>
                      <a:pt x="25" y="52"/>
                    </a:cubicBezTo>
                    <a:cubicBezTo>
                      <a:pt x="36" y="56"/>
                      <a:pt x="43" y="73"/>
                      <a:pt x="55" y="73"/>
                    </a:cubicBezTo>
                    <a:cubicBezTo>
                      <a:pt x="66" y="74"/>
                      <a:pt x="67" y="63"/>
                      <a:pt x="71" y="52"/>
                    </a:cubicBezTo>
                    <a:cubicBezTo>
                      <a:pt x="74" y="42"/>
                      <a:pt x="77" y="36"/>
                      <a:pt x="67" y="31"/>
                    </a:cubicBezTo>
                    <a:cubicBezTo>
                      <a:pt x="60" y="27"/>
                      <a:pt x="47" y="28"/>
                      <a:pt x="38" y="25"/>
                    </a:cubicBezTo>
                    <a:cubicBezTo>
                      <a:pt x="30" y="22"/>
                      <a:pt x="6" y="0"/>
                      <a:pt x="2" y="6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8" name="Freeform 694">
                <a:extLst>
                  <a:ext uri="{FF2B5EF4-FFF2-40B4-BE49-F238E27FC236}">
                    <a16:creationId xmlns:a16="http://schemas.microsoft.com/office/drawing/2014/main" id="{31E3F0B4-C18B-4B55-B99A-FD71F484B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1789"/>
                <a:ext cx="53" cy="66"/>
              </a:xfrm>
              <a:custGeom>
                <a:avLst/>
                <a:gdLst>
                  <a:gd name="T0" fmla="*/ 9 w 72"/>
                  <a:gd name="T1" fmla="*/ 7 h 89"/>
                  <a:gd name="T2" fmla="*/ 1 w 72"/>
                  <a:gd name="T3" fmla="*/ 21 h 89"/>
                  <a:gd name="T4" fmla="*/ 13 w 72"/>
                  <a:gd name="T5" fmla="*/ 27 h 89"/>
                  <a:gd name="T6" fmla="*/ 18 w 72"/>
                  <a:gd name="T7" fmla="*/ 36 h 89"/>
                  <a:gd name="T8" fmla="*/ 24 w 72"/>
                  <a:gd name="T9" fmla="*/ 29 h 89"/>
                  <a:gd name="T10" fmla="*/ 10 w 72"/>
                  <a:gd name="T11" fmla="*/ 7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89">
                    <a:moveTo>
                      <a:pt x="22" y="19"/>
                    </a:moveTo>
                    <a:cubicBezTo>
                      <a:pt x="11" y="0"/>
                      <a:pt x="0" y="40"/>
                      <a:pt x="1" y="51"/>
                    </a:cubicBezTo>
                    <a:cubicBezTo>
                      <a:pt x="11" y="58"/>
                      <a:pt x="26" y="57"/>
                      <a:pt x="34" y="68"/>
                    </a:cubicBezTo>
                    <a:cubicBezTo>
                      <a:pt x="37" y="71"/>
                      <a:pt x="41" y="86"/>
                      <a:pt x="46" y="87"/>
                    </a:cubicBezTo>
                    <a:cubicBezTo>
                      <a:pt x="53" y="89"/>
                      <a:pt x="55" y="76"/>
                      <a:pt x="58" y="70"/>
                    </a:cubicBezTo>
                    <a:cubicBezTo>
                      <a:pt x="72" y="36"/>
                      <a:pt x="38" y="38"/>
                      <a:pt x="23" y="19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9" name="Freeform 695">
                <a:extLst>
                  <a:ext uri="{FF2B5EF4-FFF2-40B4-BE49-F238E27FC236}">
                    <a16:creationId xmlns:a16="http://schemas.microsoft.com/office/drawing/2014/main" id="{BDD7382C-1C4C-457B-A59F-6B434786C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856"/>
                <a:ext cx="61" cy="66"/>
              </a:xfrm>
              <a:custGeom>
                <a:avLst/>
                <a:gdLst>
                  <a:gd name="T0" fmla="*/ 14 w 82"/>
                  <a:gd name="T1" fmla="*/ 2 h 90"/>
                  <a:gd name="T2" fmla="*/ 7 w 82"/>
                  <a:gd name="T3" fmla="*/ 23 h 90"/>
                  <a:gd name="T4" fmla="*/ 19 w 82"/>
                  <a:gd name="T5" fmla="*/ 23 h 90"/>
                  <a:gd name="T6" fmla="*/ 28 w 82"/>
                  <a:gd name="T7" fmla="*/ 33 h 90"/>
                  <a:gd name="T8" fmla="*/ 33 w 82"/>
                  <a:gd name="T9" fmla="*/ 23 h 90"/>
                  <a:gd name="T10" fmla="*/ 29 w 82"/>
                  <a:gd name="T11" fmla="*/ 12 h 90"/>
                  <a:gd name="T12" fmla="*/ 13 w 82"/>
                  <a:gd name="T13" fmla="*/ 1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90">
                    <a:moveTo>
                      <a:pt x="33" y="6"/>
                    </a:moveTo>
                    <a:cubicBezTo>
                      <a:pt x="20" y="0"/>
                      <a:pt x="0" y="45"/>
                      <a:pt x="18" y="57"/>
                    </a:cubicBezTo>
                    <a:cubicBezTo>
                      <a:pt x="27" y="64"/>
                      <a:pt x="33" y="55"/>
                      <a:pt x="45" y="59"/>
                    </a:cubicBezTo>
                    <a:cubicBezTo>
                      <a:pt x="59" y="62"/>
                      <a:pt x="58" y="81"/>
                      <a:pt x="68" y="85"/>
                    </a:cubicBezTo>
                    <a:cubicBezTo>
                      <a:pt x="80" y="90"/>
                      <a:pt x="80" y="66"/>
                      <a:pt x="80" y="58"/>
                    </a:cubicBezTo>
                    <a:cubicBezTo>
                      <a:pt x="82" y="45"/>
                      <a:pt x="80" y="40"/>
                      <a:pt x="71" y="30"/>
                    </a:cubicBezTo>
                    <a:cubicBezTo>
                      <a:pt x="60" y="20"/>
                      <a:pt x="45" y="8"/>
                      <a:pt x="31" y="4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0" name="Freeform 696">
                <a:extLst>
                  <a:ext uri="{FF2B5EF4-FFF2-40B4-BE49-F238E27FC236}">
                    <a16:creationId xmlns:a16="http://schemas.microsoft.com/office/drawing/2014/main" id="{585E9703-453F-4B10-82E0-290F1A687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1926"/>
                <a:ext cx="63" cy="72"/>
              </a:xfrm>
              <a:custGeom>
                <a:avLst/>
                <a:gdLst>
                  <a:gd name="T0" fmla="*/ 14 w 86"/>
                  <a:gd name="T1" fmla="*/ 4 h 98"/>
                  <a:gd name="T2" fmla="*/ 3 w 86"/>
                  <a:gd name="T3" fmla="*/ 18 h 98"/>
                  <a:gd name="T4" fmla="*/ 14 w 86"/>
                  <a:gd name="T5" fmla="*/ 27 h 98"/>
                  <a:gd name="T6" fmla="*/ 20 w 86"/>
                  <a:gd name="T7" fmla="*/ 37 h 98"/>
                  <a:gd name="T8" fmla="*/ 26 w 86"/>
                  <a:gd name="T9" fmla="*/ 29 h 98"/>
                  <a:gd name="T10" fmla="*/ 31 w 86"/>
                  <a:gd name="T11" fmla="*/ 12 h 98"/>
                  <a:gd name="T12" fmla="*/ 14 w 86"/>
                  <a:gd name="T13" fmla="*/ 4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98">
                    <a:moveTo>
                      <a:pt x="35" y="9"/>
                    </a:moveTo>
                    <a:cubicBezTo>
                      <a:pt x="24" y="0"/>
                      <a:pt x="9" y="37"/>
                      <a:pt x="7" y="45"/>
                    </a:cubicBezTo>
                    <a:cubicBezTo>
                      <a:pt x="0" y="69"/>
                      <a:pt x="21" y="57"/>
                      <a:pt x="35" y="68"/>
                    </a:cubicBezTo>
                    <a:cubicBezTo>
                      <a:pt x="42" y="73"/>
                      <a:pt x="43" y="88"/>
                      <a:pt x="51" y="92"/>
                    </a:cubicBezTo>
                    <a:cubicBezTo>
                      <a:pt x="62" y="98"/>
                      <a:pt x="62" y="81"/>
                      <a:pt x="67" y="74"/>
                    </a:cubicBezTo>
                    <a:cubicBezTo>
                      <a:pt x="75" y="59"/>
                      <a:pt x="86" y="49"/>
                      <a:pt x="78" y="31"/>
                    </a:cubicBezTo>
                    <a:cubicBezTo>
                      <a:pt x="65" y="22"/>
                      <a:pt x="48" y="18"/>
                      <a:pt x="35" y="10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1" name="Freeform 697">
                <a:extLst>
                  <a:ext uri="{FF2B5EF4-FFF2-40B4-BE49-F238E27FC236}">
                    <a16:creationId xmlns:a16="http://schemas.microsoft.com/office/drawing/2014/main" id="{3FB9CD26-13CC-441A-A833-AE76FC716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2009"/>
                <a:ext cx="61" cy="59"/>
              </a:xfrm>
              <a:custGeom>
                <a:avLst/>
                <a:gdLst>
                  <a:gd name="T0" fmla="*/ 5 w 83"/>
                  <a:gd name="T1" fmla="*/ 0 h 81"/>
                  <a:gd name="T2" fmla="*/ 0 w 83"/>
                  <a:gd name="T3" fmla="*/ 19 h 81"/>
                  <a:gd name="T4" fmla="*/ 21 w 83"/>
                  <a:gd name="T5" fmla="*/ 26 h 81"/>
                  <a:gd name="T6" fmla="*/ 27 w 83"/>
                  <a:gd name="T7" fmla="*/ 28 h 81"/>
                  <a:gd name="T8" fmla="*/ 31 w 83"/>
                  <a:gd name="T9" fmla="*/ 18 h 81"/>
                  <a:gd name="T10" fmla="*/ 7 w 83"/>
                  <a:gd name="T11" fmla="*/ 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81">
                    <a:moveTo>
                      <a:pt x="14" y="0"/>
                    </a:moveTo>
                    <a:cubicBezTo>
                      <a:pt x="13" y="13"/>
                      <a:pt x="0" y="33"/>
                      <a:pt x="0" y="50"/>
                    </a:cubicBezTo>
                    <a:cubicBezTo>
                      <a:pt x="22" y="51"/>
                      <a:pt x="36" y="55"/>
                      <a:pt x="53" y="69"/>
                    </a:cubicBezTo>
                    <a:cubicBezTo>
                      <a:pt x="59" y="75"/>
                      <a:pt x="62" y="81"/>
                      <a:pt x="69" y="74"/>
                    </a:cubicBezTo>
                    <a:cubicBezTo>
                      <a:pt x="75" y="70"/>
                      <a:pt x="77" y="54"/>
                      <a:pt x="78" y="47"/>
                    </a:cubicBezTo>
                    <a:cubicBezTo>
                      <a:pt x="83" y="12"/>
                      <a:pt x="28" y="24"/>
                      <a:pt x="17" y="1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2" name="Freeform 698">
                <a:extLst>
                  <a:ext uri="{FF2B5EF4-FFF2-40B4-BE49-F238E27FC236}">
                    <a16:creationId xmlns:a16="http://schemas.microsoft.com/office/drawing/2014/main" id="{0C79FCE2-160F-4B99-886E-DA7187FB5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2086"/>
                <a:ext cx="88" cy="63"/>
              </a:xfrm>
              <a:custGeom>
                <a:avLst/>
                <a:gdLst>
                  <a:gd name="T0" fmla="*/ 16 w 119"/>
                  <a:gd name="T1" fmla="*/ 0 h 85"/>
                  <a:gd name="T2" fmla="*/ 12 w 119"/>
                  <a:gd name="T3" fmla="*/ 26 h 85"/>
                  <a:gd name="T4" fmla="*/ 28 w 119"/>
                  <a:gd name="T5" fmla="*/ 27 h 85"/>
                  <a:gd name="T6" fmla="*/ 39 w 119"/>
                  <a:gd name="T7" fmla="*/ 33 h 85"/>
                  <a:gd name="T8" fmla="*/ 47 w 119"/>
                  <a:gd name="T9" fmla="*/ 18 h 85"/>
                  <a:gd name="T10" fmla="*/ 37 w 119"/>
                  <a:gd name="T11" fmla="*/ 8 h 85"/>
                  <a:gd name="T12" fmla="*/ 18 w 119"/>
                  <a:gd name="T13" fmla="*/ 1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85">
                    <a:moveTo>
                      <a:pt x="41" y="0"/>
                    </a:moveTo>
                    <a:cubicBezTo>
                      <a:pt x="35" y="14"/>
                      <a:pt x="0" y="61"/>
                      <a:pt x="30" y="64"/>
                    </a:cubicBezTo>
                    <a:cubicBezTo>
                      <a:pt x="43" y="66"/>
                      <a:pt x="56" y="60"/>
                      <a:pt x="69" y="67"/>
                    </a:cubicBezTo>
                    <a:cubicBezTo>
                      <a:pt x="79" y="72"/>
                      <a:pt x="84" y="85"/>
                      <a:pt x="97" y="79"/>
                    </a:cubicBezTo>
                    <a:cubicBezTo>
                      <a:pt x="103" y="75"/>
                      <a:pt x="119" y="52"/>
                      <a:pt x="118" y="44"/>
                    </a:cubicBezTo>
                    <a:cubicBezTo>
                      <a:pt x="118" y="35"/>
                      <a:pt x="98" y="25"/>
                      <a:pt x="91" y="20"/>
                    </a:cubicBezTo>
                    <a:cubicBezTo>
                      <a:pt x="77" y="11"/>
                      <a:pt x="59" y="4"/>
                      <a:pt x="43" y="1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3" name="Freeform 699">
                <a:extLst>
                  <a:ext uri="{FF2B5EF4-FFF2-40B4-BE49-F238E27FC236}">
                    <a16:creationId xmlns:a16="http://schemas.microsoft.com/office/drawing/2014/main" id="{42071F3A-21B1-4114-9E5E-ACC484016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2178"/>
                <a:ext cx="79" cy="60"/>
              </a:xfrm>
              <a:custGeom>
                <a:avLst/>
                <a:gdLst>
                  <a:gd name="T0" fmla="*/ 13 w 107"/>
                  <a:gd name="T1" fmla="*/ 3 h 82"/>
                  <a:gd name="T2" fmla="*/ 2 w 107"/>
                  <a:gd name="T3" fmla="*/ 7 h 82"/>
                  <a:gd name="T4" fmla="*/ 1 w 107"/>
                  <a:gd name="T5" fmla="*/ 23 h 82"/>
                  <a:gd name="T6" fmla="*/ 14 w 107"/>
                  <a:gd name="T7" fmla="*/ 29 h 82"/>
                  <a:gd name="T8" fmla="*/ 33 w 107"/>
                  <a:gd name="T9" fmla="*/ 29 h 82"/>
                  <a:gd name="T10" fmla="*/ 43 w 107"/>
                  <a:gd name="T11" fmla="*/ 25 h 82"/>
                  <a:gd name="T12" fmla="*/ 38 w 107"/>
                  <a:gd name="T13" fmla="*/ 10 h 82"/>
                  <a:gd name="T14" fmla="*/ 24 w 107"/>
                  <a:gd name="T15" fmla="*/ 5 h 82"/>
                  <a:gd name="T16" fmla="*/ 13 w 107"/>
                  <a:gd name="T17" fmla="*/ 2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7" h="82">
                    <a:moveTo>
                      <a:pt x="34" y="7"/>
                    </a:moveTo>
                    <a:cubicBezTo>
                      <a:pt x="21" y="0"/>
                      <a:pt x="11" y="2"/>
                      <a:pt x="6" y="16"/>
                    </a:cubicBezTo>
                    <a:cubicBezTo>
                      <a:pt x="3" y="28"/>
                      <a:pt x="0" y="48"/>
                      <a:pt x="4" y="60"/>
                    </a:cubicBezTo>
                    <a:cubicBezTo>
                      <a:pt x="9" y="76"/>
                      <a:pt x="23" y="78"/>
                      <a:pt x="35" y="72"/>
                    </a:cubicBezTo>
                    <a:cubicBezTo>
                      <a:pt x="52" y="64"/>
                      <a:pt x="66" y="65"/>
                      <a:pt x="83" y="74"/>
                    </a:cubicBezTo>
                    <a:cubicBezTo>
                      <a:pt x="96" y="81"/>
                      <a:pt x="103" y="82"/>
                      <a:pt x="105" y="64"/>
                    </a:cubicBezTo>
                    <a:cubicBezTo>
                      <a:pt x="107" y="51"/>
                      <a:pt x="106" y="34"/>
                      <a:pt x="95" y="26"/>
                    </a:cubicBezTo>
                    <a:cubicBezTo>
                      <a:pt x="86" y="19"/>
                      <a:pt x="69" y="17"/>
                      <a:pt x="58" y="14"/>
                    </a:cubicBezTo>
                    <a:cubicBezTo>
                      <a:pt x="50" y="12"/>
                      <a:pt x="42" y="6"/>
                      <a:pt x="34" y="5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4" name="Freeform 700">
                <a:extLst>
                  <a:ext uri="{FF2B5EF4-FFF2-40B4-BE49-F238E27FC236}">
                    <a16:creationId xmlns:a16="http://schemas.microsoft.com/office/drawing/2014/main" id="{B7E32D2D-07A2-4E31-AC1C-A180CA1EE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" y="2276"/>
                <a:ext cx="100" cy="56"/>
              </a:xfrm>
              <a:custGeom>
                <a:avLst/>
                <a:gdLst>
                  <a:gd name="T0" fmla="*/ 37 w 136"/>
                  <a:gd name="T1" fmla="*/ 4 h 76"/>
                  <a:gd name="T2" fmla="*/ 15 w 136"/>
                  <a:gd name="T3" fmla="*/ 4 h 76"/>
                  <a:gd name="T4" fmla="*/ 3 w 136"/>
                  <a:gd name="T5" fmla="*/ 1 h 76"/>
                  <a:gd name="T6" fmla="*/ 8 w 136"/>
                  <a:gd name="T7" fmla="*/ 24 h 76"/>
                  <a:gd name="T8" fmla="*/ 38 w 136"/>
                  <a:gd name="T9" fmla="*/ 27 h 76"/>
                  <a:gd name="T10" fmla="*/ 50 w 136"/>
                  <a:gd name="T11" fmla="*/ 25 h 76"/>
                  <a:gd name="T12" fmla="*/ 52 w 136"/>
                  <a:gd name="T13" fmla="*/ 9 h 76"/>
                  <a:gd name="T14" fmla="*/ 36 w 136"/>
                  <a:gd name="T15" fmla="*/ 3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6" h="76">
                    <a:moveTo>
                      <a:pt x="93" y="9"/>
                    </a:moveTo>
                    <a:cubicBezTo>
                      <a:pt x="81" y="0"/>
                      <a:pt x="54" y="8"/>
                      <a:pt x="40" y="9"/>
                    </a:cubicBezTo>
                    <a:cubicBezTo>
                      <a:pt x="29" y="9"/>
                      <a:pt x="19" y="3"/>
                      <a:pt x="8" y="2"/>
                    </a:cubicBezTo>
                    <a:cubicBezTo>
                      <a:pt x="5" y="19"/>
                      <a:pt x="0" y="52"/>
                      <a:pt x="21" y="60"/>
                    </a:cubicBezTo>
                    <a:cubicBezTo>
                      <a:pt x="44" y="68"/>
                      <a:pt x="72" y="58"/>
                      <a:pt x="96" y="66"/>
                    </a:cubicBezTo>
                    <a:cubicBezTo>
                      <a:pt x="109" y="70"/>
                      <a:pt x="117" y="76"/>
                      <a:pt x="126" y="63"/>
                    </a:cubicBezTo>
                    <a:cubicBezTo>
                      <a:pt x="134" y="53"/>
                      <a:pt x="136" y="34"/>
                      <a:pt x="132" y="22"/>
                    </a:cubicBezTo>
                    <a:cubicBezTo>
                      <a:pt x="127" y="8"/>
                      <a:pt x="104" y="2"/>
                      <a:pt x="90" y="7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5" name="Freeform 701">
                <a:extLst>
                  <a:ext uri="{FF2B5EF4-FFF2-40B4-BE49-F238E27FC236}">
                    <a16:creationId xmlns:a16="http://schemas.microsoft.com/office/drawing/2014/main" id="{A57BFB0D-ADE2-4DE4-9669-216A088C8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2370"/>
                <a:ext cx="98" cy="70"/>
              </a:xfrm>
              <a:custGeom>
                <a:avLst/>
                <a:gdLst>
                  <a:gd name="T0" fmla="*/ 15 w 133"/>
                  <a:gd name="T1" fmla="*/ 4 h 94"/>
                  <a:gd name="T2" fmla="*/ 2 w 133"/>
                  <a:gd name="T3" fmla="*/ 5 h 94"/>
                  <a:gd name="T4" fmla="*/ 4 w 133"/>
                  <a:gd name="T5" fmla="*/ 31 h 94"/>
                  <a:gd name="T6" fmla="*/ 21 w 133"/>
                  <a:gd name="T7" fmla="*/ 34 h 94"/>
                  <a:gd name="T8" fmla="*/ 38 w 133"/>
                  <a:gd name="T9" fmla="*/ 36 h 94"/>
                  <a:gd name="T10" fmla="*/ 51 w 133"/>
                  <a:gd name="T11" fmla="*/ 34 h 94"/>
                  <a:gd name="T12" fmla="*/ 47 w 133"/>
                  <a:gd name="T13" fmla="*/ 10 h 94"/>
                  <a:gd name="T14" fmla="*/ 23 w 133"/>
                  <a:gd name="T15" fmla="*/ 2 h 94"/>
                  <a:gd name="T16" fmla="*/ 13 w 133"/>
                  <a:gd name="T17" fmla="*/ 5 h 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3" h="94">
                    <a:moveTo>
                      <a:pt x="38" y="11"/>
                    </a:moveTo>
                    <a:cubicBezTo>
                      <a:pt x="28" y="14"/>
                      <a:pt x="13" y="3"/>
                      <a:pt x="6" y="13"/>
                    </a:cubicBezTo>
                    <a:cubicBezTo>
                      <a:pt x="0" y="22"/>
                      <a:pt x="5" y="65"/>
                      <a:pt x="10" y="75"/>
                    </a:cubicBezTo>
                    <a:cubicBezTo>
                      <a:pt x="16" y="89"/>
                      <a:pt x="38" y="83"/>
                      <a:pt x="51" y="82"/>
                    </a:cubicBezTo>
                    <a:cubicBezTo>
                      <a:pt x="67" y="81"/>
                      <a:pt x="82" y="82"/>
                      <a:pt x="97" y="87"/>
                    </a:cubicBezTo>
                    <a:cubicBezTo>
                      <a:pt x="108" y="90"/>
                      <a:pt x="122" y="94"/>
                      <a:pt x="128" y="81"/>
                    </a:cubicBezTo>
                    <a:cubicBezTo>
                      <a:pt x="133" y="69"/>
                      <a:pt x="123" y="37"/>
                      <a:pt x="118" y="24"/>
                    </a:cubicBezTo>
                    <a:cubicBezTo>
                      <a:pt x="108" y="0"/>
                      <a:pt x="78" y="3"/>
                      <a:pt x="57" y="6"/>
                    </a:cubicBezTo>
                    <a:cubicBezTo>
                      <a:pt x="49" y="8"/>
                      <a:pt x="41" y="7"/>
                      <a:pt x="34" y="12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6" name="Freeform 702">
                <a:extLst>
                  <a:ext uri="{FF2B5EF4-FFF2-40B4-BE49-F238E27FC236}">
                    <a16:creationId xmlns:a16="http://schemas.microsoft.com/office/drawing/2014/main" id="{DDE7682D-E7B3-44F8-93BB-8F3047FC5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2473"/>
                <a:ext cx="104" cy="59"/>
              </a:xfrm>
              <a:custGeom>
                <a:avLst/>
                <a:gdLst>
                  <a:gd name="T0" fmla="*/ 14 w 142"/>
                  <a:gd name="T1" fmla="*/ 5 h 80"/>
                  <a:gd name="T2" fmla="*/ 3 w 142"/>
                  <a:gd name="T3" fmla="*/ 5 h 80"/>
                  <a:gd name="T4" fmla="*/ 5 w 142"/>
                  <a:gd name="T5" fmla="*/ 24 h 80"/>
                  <a:gd name="T6" fmla="*/ 23 w 142"/>
                  <a:gd name="T7" fmla="*/ 28 h 80"/>
                  <a:gd name="T8" fmla="*/ 42 w 142"/>
                  <a:gd name="T9" fmla="*/ 30 h 80"/>
                  <a:gd name="T10" fmla="*/ 56 w 142"/>
                  <a:gd name="T11" fmla="*/ 24 h 80"/>
                  <a:gd name="T12" fmla="*/ 53 w 142"/>
                  <a:gd name="T13" fmla="*/ 11 h 80"/>
                  <a:gd name="T14" fmla="*/ 52 w 142"/>
                  <a:gd name="T15" fmla="*/ 4 h 80"/>
                  <a:gd name="T16" fmla="*/ 37 w 142"/>
                  <a:gd name="T17" fmla="*/ 4 h 80"/>
                  <a:gd name="T18" fmla="*/ 21 w 142"/>
                  <a:gd name="T19" fmla="*/ 4 h 80"/>
                  <a:gd name="T20" fmla="*/ 15 w 142"/>
                  <a:gd name="T21" fmla="*/ 5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2" h="80">
                    <a:moveTo>
                      <a:pt x="36" y="12"/>
                    </a:moveTo>
                    <a:cubicBezTo>
                      <a:pt x="25" y="13"/>
                      <a:pt x="15" y="2"/>
                      <a:pt x="7" y="13"/>
                    </a:cubicBezTo>
                    <a:cubicBezTo>
                      <a:pt x="0" y="23"/>
                      <a:pt x="9" y="48"/>
                      <a:pt x="14" y="58"/>
                    </a:cubicBezTo>
                    <a:cubicBezTo>
                      <a:pt x="22" y="80"/>
                      <a:pt x="40" y="74"/>
                      <a:pt x="59" y="71"/>
                    </a:cubicBezTo>
                    <a:cubicBezTo>
                      <a:pt x="78" y="68"/>
                      <a:pt x="90" y="73"/>
                      <a:pt x="108" y="76"/>
                    </a:cubicBezTo>
                    <a:cubicBezTo>
                      <a:pt x="123" y="78"/>
                      <a:pt x="142" y="79"/>
                      <a:pt x="142" y="61"/>
                    </a:cubicBezTo>
                    <a:cubicBezTo>
                      <a:pt x="141" y="50"/>
                      <a:pt x="137" y="38"/>
                      <a:pt x="136" y="27"/>
                    </a:cubicBezTo>
                    <a:cubicBezTo>
                      <a:pt x="135" y="21"/>
                      <a:pt x="137" y="15"/>
                      <a:pt x="133" y="10"/>
                    </a:cubicBezTo>
                    <a:cubicBezTo>
                      <a:pt x="124" y="0"/>
                      <a:pt x="104" y="9"/>
                      <a:pt x="93" y="10"/>
                    </a:cubicBezTo>
                    <a:cubicBezTo>
                      <a:pt x="79" y="11"/>
                      <a:pt x="66" y="9"/>
                      <a:pt x="52" y="10"/>
                    </a:cubicBezTo>
                    <a:cubicBezTo>
                      <a:pt x="47" y="10"/>
                      <a:pt x="42" y="11"/>
                      <a:pt x="37" y="12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7" name="Freeform 703">
                <a:extLst>
                  <a:ext uri="{FF2B5EF4-FFF2-40B4-BE49-F238E27FC236}">
                    <a16:creationId xmlns:a16="http://schemas.microsoft.com/office/drawing/2014/main" id="{88EEDBFC-088A-46CF-A7C2-EE97C141D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2570"/>
                <a:ext cx="122" cy="67"/>
              </a:xfrm>
              <a:custGeom>
                <a:avLst/>
                <a:gdLst>
                  <a:gd name="T0" fmla="*/ 35 w 165"/>
                  <a:gd name="T1" fmla="*/ 2 h 91"/>
                  <a:gd name="T2" fmla="*/ 24 w 165"/>
                  <a:gd name="T3" fmla="*/ 4 h 91"/>
                  <a:gd name="T4" fmla="*/ 14 w 165"/>
                  <a:gd name="T5" fmla="*/ 7 h 91"/>
                  <a:gd name="T6" fmla="*/ 5 w 165"/>
                  <a:gd name="T7" fmla="*/ 13 h 91"/>
                  <a:gd name="T8" fmla="*/ 20 w 165"/>
                  <a:gd name="T9" fmla="*/ 32 h 91"/>
                  <a:gd name="T10" fmla="*/ 43 w 165"/>
                  <a:gd name="T11" fmla="*/ 27 h 91"/>
                  <a:gd name="T12" fmla="*/ 61 w 165"/>
                  <a:gd name="T13" fmla="*/ 27 h 91"/>
                  <a:gd name="T14" fmla="*/ 55 w 165"/>
                  <a:gd name="T15" fmla="*/ 5 h 91"/>
                  <a:gd name="T16" fmla="*/ 44 w 165"/>
                  <a:gd name="T17" fmla="*/ 1 h 91"/>
                  <a:gd name="T18" fmla="*/ 35 w 165"/>
                  <a:gd name="T19" fmla="*/ 1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" h="91">
                    <a:moveTo>
                      <a:pt x="85" y="5"/>
                    </a:moveTo>
                    <a:cubicBezTo>
                      <a:pt x="77" y="2"/>
                      <a:pt x="68" y="8"/>
                      <a:pt x="61" y="11"/>
                    </a:cubicBezTo>
                    <a:cubicBezTo>
                      <a:pt x="52" y="14"/>
                      <a:pt x="44" y="15"/>
                      <a:pt x="35" y="17"/>
                    </a:cubicBezTo>
                    <a:cubicBezTo>
                      <a:pt x="25" y="20"/>
                      <a:pt x="18" y="23"/>
                      <a:pt x="12" y="33"/>
                    </a:cubicBezTo>
                    <a:cubicBezTo>
                      <a:pt x="0" y="54"/>
                      <a:pt x="25" y="91"/>
                      <a:pt x="49" y="82"/>
                    </a:cubicBezTo>
                    <a:cubicBezTo>
                      <a:pt x="68" y="76"/>
                      <a:pt x="84" y="68"/>
                      <a:pt x="105" y="66"/>
                    </a:cubicBezTo>
                    <a:cubicBezTo>
                      <a:pt x="116" y="65"/>
                      <a:pt x="143" y="73"/>
                      <a:pt x="151" y="66"/>
                    </a:cubicBezTo>
                    <a:cubicBezTo>
                      <a:pt x="165" y="53"/>
                      <a:pt x="144" y="23"/>
                      <a:pt x="136" y="13"/>
                    </a:cubicBezTo>
                    <a:cubicBezTo>
                      <a:pt x="129" y="3"/>
                      <a:pt x="122" y="1"/>
                      <a:pt x="110" y="1"/>
                    </a:cubicBezTo>
                    <a:cubicBezTo>
                      <a:pt x="103" y="1"/>
                      <a:pt x="94" y="0"/>
                      <a:pt x="87" y="3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8" name="Freeform 704">
                <a:extLst>
                  <a:ext uri="{FF2B5EF4-FFF2-40B4-BE49-F238E27FC236}">
                    <a16:creationId xmlns:a16="http://schemas.microsoft.com/office/drawing/2014/main" id="{77E54E81-C17F-4253-9418-F922A87F1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2659"/>
                <a:ext cx="103" cy="86"/>
              </a:xfrm>
              <a:custGeom>
                <a:avLst/>
                <a:gdLst>
                  <a:gd name="T0" fmla="*/ 47 w 139"/>
                  <a:gd name="T1" fmla="*/ 1 h 117"/>
                  <a:gd name="T2" fmla="*/ 41 w 139"/>
                  <a:gd name="T3" fmla="*/ 3 h 117"/>
                  <a:gd name="T4" fmla="*/ 30 w 139"/>
                  <a:gd name="T5" fmla="*/ 5 h 117"/>
                  <a:gd name="T6" fmla="*/ 14 w 139"/>
                  <a:gd name="T7" fmla="*/ 9 h 117"/>
                  <a:gd name="T8" fmla="*/ 1 w 139"/>
                  <a:gd name="T9" fmla="*/ 14 h 117"/>
                  <a:gd name="T10" fmla="*/ 10 w 139"/>
                  <a:gd name="T11" fmla="*/ 34 h 117"/>
                  <a:gd name="T12" fmla="*/ 24 w 139"/>
                  <a:gd name="T13" fmla="*/ 42 h 117"/>
                  <a:gd name="T14" fmla="*/ 43 w 139"/>
                  <a:gd name="T15" fmla="*/ 26 h 117"/>
                  <a:gd name="T16" fmla="*/ 56 w 139"/>
                  <a:gd name="T17" fmla="*/ 18 h 117"/>
                  <a:gd name="T18" fmla="*/ 53 w 139"/>
                  <a:gd name="T19" fmla="*/ 5 h 117"/>
                  <a:gd name="T20" fmla="*/ 47 w 139"/>
                  <a:gd name="T21" fmla="*/ 1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9" h="117">
                    <a:moveTo>
                      <a:pt x="117" y="1"/>
                    </a:moveTo>
                    <a:cubicBezTo>
                      <a:pt x="110" y="0"/>
                      <a:pt x="107" y="5"/>
                      <a:pt x="101" y="8"/>
                    </a:cubicBezTo>
                    <a:cubicBezTo>
                      <a:pt x="94" y="11"/>
                      <a:pt x="84" y="13"/>
                      <a:pt x="76" y="14"/>
                    </a:cubicBezTo>
                    <a:cubicBezTo>
                      <a:pt x="62" y="17"/>
                      <a:pt x="49" y="19"/>
                      <a:pt x="35" y="22"/>
                    </a:cubicBezTo>
                    <a:cubicBezTo>
                      <a:pt x="25" y="24"/>
                      <a:pt x="8" y="25"/>
                      <a:pt x="4" y="35"/>
                    </a:cubicBezTo>
                    <a:cubicBezTo>
                      <a:pt x="0" y="46"/>
                      <a:pt x="18" y="73"/>
                      <a:pt x="24" y="84"/>
                    </a:cubicBezTo>
                    <a:cubicBezTo>
                      <a:pt x="30" y="97"/>
                      <a:pt x="44" y="117"/>
                      <a:pt x="60" y="106"/>
                    </a:cubicBezTo>
                    <a:cubicBezTo>
                      <a:pt x="78" y="93"/>
                      <a:pt x="82" y="73"/>
                      <a:pt x="105" y="67"/>
                    </a:cubicBezTo>
                    <a:cubicBezTo>
                      <a:pt x="119" y="64"/>
                      <a:pt x="134" y="62"/>
                      <a:pt x="137" y="46"/>
                    </a:cubicBezTo>
                    <a:cubicBezTo>
                      <a:pt x="139" y="36"/>
                      <a:pt x="136" y="22"/>
                      <a:pt x="131" y="14"/>
                    </a:cubicBezTo>
                    <a:cubicBezTo>
                      <a:pt x="127" y="8"/>
                      <a:pt x="123" y="6"/>
                      <a:pt x="117" y="2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9" name="Freeform 705">
                <a:extLst>
                  <a:ext uri="{FF2B5EF4-FFF2-40B4-BE49-F238E27FC236}">
                    <a16:creationId xmlns:a16="http://schemas.microsoft.com/office/drawing/2014/main" id="{F8BC4901-2B1E-438E-BB8C-0ECE5C80A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2747"/>
                <a:ext cx="105" cy="93"/>
              </a:xfrm>
              <a:custGeom>
                <a:avLst/>
                <a:gdLst>
                  <a:gd name="T0" fmla="*/ 44 w 142"/>
                  <a:gd name="T1" fmla="*/ 0 h 127"/>
                  <a:gd name="T2" fmla="*/ 37 w 142"/>
                  <a:gd name="T3" fmla="*/ 5 h 127"/>
                  <a:gd name="T4" fmla="*/ 26 w 142"/>
                  <a:gd name="T5" fmla="*/ 11 h 127"/>
                  <a:gd name="T6" fmla="*/ 7 w 142"/>
                  <a:gd name="T7" fmla="*/ 19 h 127"/>
                  <a:gd name="T8" fmla="*/ 5 w 142"/>
                  <a:gd name="T9" fmla="*/ 37 h 127"/>
                  <a:gd name="T10" fmla="*/ 10 w 142"/>
                  <a:gd name="T11" fmla="*/ 48 h 127"/>
                  <a:gd name="T12" fmla="*/ 19 w 142"/>
                  <a:gd name="T13" fmla="*/ 40 h 127"/>
                  <a:gd name="T14" fmla="*/ 43 w 142"/>
                  <a:gd name="T15" fmla="*/ 30 h 127"/>
                  <a:gd name="T16" fmla="*/ 57 w 142"/>
                  <a:gd name="T17" fmla="*/ 21 h 127"/>
                  <a:gd name="T18" fmla="*/ 44 w 142"/>
                  <a:gd name="T19" fmla="*/ 1 h 1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27">
                    <a:moveTo>
                      <a:pt x="110" y="0"/>
                    </a:moveTo>
                    <a:cubicBezTo>
                      <a:pt x="104" y="2"/>
                      <a:pt x="98" y="8"/>
                      <a:pt x="92" y="12"/>
                    </a:cubicBezTo>
                    <a:cubicBezTo>
                      <a:pt x="84" y="18"/>
                      <a:pt x="73" y="23"/>
                      <a:pt x="64" y="27"/>
                    </a:cubicBezTo>
                    <a:cubicBezTo>
                      <a:pt x="49" y="35"/>
                      <a:pt x="31" y="40"/>
                      <a:pt x="17" y="49"/>
                    </a:cubicBezTo>
                    <a:cubicBezTo>
                      <a:pt x="0" y="59"/>
                      <a:pt x="7" y="78"/>
                      <a:pt x="12" y="94"/>
                    </a:cubicBezTo>
                    <a:cubicBezTo>
                      <a:pt x="14" y="101"/>
                      <a:pt x="16" y="117"/>
                      <a:pt x="23" y="121"/>
                    </a:cubicBezTo>
                    <a:cubicBezTo>
                      <a:pt x="34" y="127"/>
                      <a:pt x="42" y="111"/>
                      <a:pt x="47" y="103"/>
                    </a:cubicBezTo>
                    <a:cubicBezTo>
                      <a:pt x="63" y="80"/>
                      <a:pt x="78" y="76"/>
                      <a:pt x="106" y="77"/>
                    </a:cubicBezTo>
                    <a:cubicBezTo>
                      <a:pt x="125" y="78"/>
                      <a:pt x="142" y="77"/>
                      <a:pt x="140" y="54"/>
                    </a:cubicBezTo>
                    <a:cubicBezTo>
                      <a:pt x="138" y="35"/>
                      <a:pt x="128" y="9"/>
                      <a:pt x="110" y="1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0" name="Freeform 706">
                <a:extLst>
                  <a:ext uri="{FF2B5EF4-FFF2-40B4-BE49-F238E27FC236}">
                    <a16:creationId xmlns:a16="http://schemas.microsoft.com/office/drawing/2014/main" id="{9AF5AC25-FE24-457C-9769-730B44CF8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2832"/>
                <a:ext cx="114" cy="90"/>
              </a:xfrm>
              <a:custGeom>
                <a:avLst/>
                <a:gdLst>
                  <a:gd name="T0" fmla="*/ 41 w 154"/>
                  <a:gd name="T1" fmla="*/ 1 h 122"/>
                  <a:gd name="T2" fmla="*/ 35 w 154"/>
                  <a:gd name="T3" fmla="*/ 10 h 122"/>
                  <a:gd name="T4" fmla="*/ 24 w 154"/>
                  <a:gd name="T5" fmla="*/ 18 h 122"/>
                  <a:gd name="T6" fmla="*/ 4 w 154"/>
                  <a:gd name="T7" fmla="*/ 27 h 122"/>
                  <a:gd name="T8" fmla="*/ 10 w 154"/>
                  <a:gd name="T9" fmla="*/ 44 h 122"/>
                  <a:gd name="T10" fmla="*/ 33 w 154"/>
                  <a:gd name="T11" fmla="*/ 42 h 122"/>
                  <a:gd name="T12" fmla="*/ 58 w 154"/>
                  <a:gd name="T13" fmla="*/ 20 h 122"/>
                  <a:gd name="T14" fmla="*/ 41 w 154"/>
                  <a:gd name="T15" fmla="*/ 1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122">
                    <a:moveTo>
                      <a:pt x="103" y="4"/>
                    </a:moveTo>
                    <a:cubicBezTo>
                      <a:pt x="97" y="10"/>
                      <a:pt x="93" y="19"/>
                      <a:pt x="86" y="25"/>
                    </a:cubicBezTo>
                    <a:cubicBezTo>
                      <a:pt x="77" y="32"/>
                      <a:pt x="68" y="37"/>
                      <a:pt x="58" y="43"/>
                    </a:cubicBezTo>
                    <a:cubicBezTo>
                      <a:pt x="45" y="51"/>
                      <a:pt x="18" y="54"/>
                      <a:pt x="9" y="67"/>
                    </a:cubicBezTo>
                    <a:cubicBezTo>
                      <a:pt x="0" y="79"/>
                      <a:pt x="14" y="103"/>
                      <a:pt x="25" y="111"/>
                    </a:cubicBezTo>
                    <a:cubicBezTo>
                      <a:pt x="41" y="122"/>
                      <a:pt x="66" y="114"/>
                      <a:pt x="81" y="104"/>
                    </a:cubicBezTo>
                    <a:cubicBezTo>
                      <a:pt x="105" y="87"/>
                      <a:pt x="154" y="94"/>
                      <a:pt x="145" y="49"/>
                    </a:cubicBezTo>
                    <a:cubicBezTo>
                      <a:pt x="142" y="35"/>
                      <a:pt x="121" y="0"/>
                      <a:pt x="102" y="4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1" name="Freeform 707">
                <a:extLst>
                  <a:ext uri="{FF2B5EF4-FFF2-40B4-BE49-F238E27FC236}">
                    <a16:creationId xmlns:a16="http://schemas.microsoft.com/office/drawing/2014/main" id="{171B1EDE-D3EE-4138-BAE6-1D24EE88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2936"/>
                <a:ext cx="95" cy="82"/>
              </a:xfrm>
              <a:custGeom>
                <a:avLst/>
                <a:gdLst>
                  <a:gd name="T0" fmla="*/ 38 w 129"/>
                  <a:gd name="T1" fmla="*/ 1 h 111"/>
                  <a:gd name="T2" fmla="*/ 18 w 129"/>
                  <a:gd name="T3" fmla="*/ 12 h 111"/>
                  <a:gd name="T4" fmla="*/ 3 w 129"/>
                  <a:gd name="T5" fmla="*/ 18 h 111"/>
                  <a:gd name="T6" fmla="*/ 5 w 129"/>
                  <a:gd name="T7" fmla="*/ 39 h 111"/>
                  <a:gd name="T8" fmla="*/ 29 w 129"/>
                  <a:gd name="T9" fmla="*/ 36 h 111"/>
                  <a:gd name="T10" fmla="*/ 46 w 129"/>
                  <a:gd name="T11" fmla="*/ 35 h 111"/>
                  <a:gd name="T12" fmla="*/ 50 w 129"/>
                  <a:gd name="T13" fmla="*/ 18 h 111"/>
                  <a:gd name="T14" fmla="*/ 38 w 129"/>
                  <a:gd name="T15" fmla="*/ 0 h 1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9" h="111">
                    <a:moveTo>
                      <a:pt x="95" y="1"/>
                    </a:moveTo>
                    <a:cubicBezTo>
                      <a:pt x="77" y="6"/>
                      <a:pt x="63" y="23"/>
                      <a:pt x="44" y="29"/>
                    </a:cubicBezTo>
                    <a:cubicBezTo>
                      <a:pt x="32" y="33"/>
                      <a:pt x="15" y="34"/>
                      <a:pt x="7" y="45"/>
                    </a:cubicBezTo>
                    <a:cubicBezTo>
                      <a:pt x="0" y="55"/>
                      <a:pt x="2" y="88"/>
                      <a:pt x="12" y="97"/>
                    </a:cubicBezTo>
                    <a:cubicBezTo>
                      <a:pt x="27" y="111"/>
                      <a:pt x="58" y="97"/>
                      <a:pt x="72" y="90"/>
                    </a:cubicBezTo>
                    <a:cubicBezTo>
                      <a:pt x="88" y="82"/>
                      <a:pt x="103" y="92"/>
                      <a:pt x="117" y="85"/>
                    </a:cubicBezTo>
                    <a:cubicBezTo>
                      <a:pt x="129" y="78"/>
                      <a:pt x="127" y="59"/>
                      <a:pt x="125" y="46"/>
                    </a:cubicBezTo>
                    <a:cubicBezTo>
                      <a:pt x="123" y="30"/>
                      <a:pt x="115" y="1"/>
                      <a:pt x="96" y="0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2" name="Freeform 708">
                <a:extLst>
                  <a:ext uri="{FF2B5EF4-FFF2-40B4-BE49-F238E27FC236}">
                    <a16:creationId xmlns:a16="http://schemas.microsoft.com/office/drawing/2014/main" id="{EB622C7B-3342-40EB-A3EE-542BA4A09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3062"/>
                <a:ext cx="96" cy="69"/>
              </a:xfrm>
              <a:custGeom>
                <a:avLst/>
                <a:gdLst>
                  <a:gd name="T0" fmla="*/ 25 w 131"/>
                  <a:gd name="T1" fmla="*/ 1 h 94"/>
                  <a:gd name="T2" fmla="*/ 17 w 131"/>
                  <a:gd name="T3" fmla="*/ 1 h 94"/>
                  <a:gd name="T4" fmla="*/ 7 w 131"/>
                  <a:gd name="T5" fmla="*/ 0 h 94"/>
                  <a:gd name="T6" fmla="*/ 4 w 131"/>
                  <a:gd name="T7" fmla="*/ 15 h 94"/>
                  <a:gd name="T8" fmla="*/ 10 w 131"/>
                  <a:gd name="T9" fmla="*/ 37 h 94"/>
                  <a:gd name="T10" fmla="*/ 21 w 131"/>
                  <a:gd name="T11" fmla="*/ 32 h 94"/>
                  <a:gd name="T12" fmla="*/ 37 w 131"/>
                  <a:gd name="T13" fmla="*/ 29 h 94"/>
                  <a:gd name="T14" fmla="*/ 51 w 131"/>
                  <a:gd name="T15" fmla="*/ 23 h 94"/>
                  <a:gd name="T16" fmla="*/ 47 w 131"/>
                  <a:gd name="T17" fmla="*/ 4 h 94"/>
                  <a:gd name="T18" fmla="*/ 26 w 131"/>
                  <a:gd name="T19" fmla="*/ 1 h 94"/>
                  <a:gd name="T20" fmla="*/ 24 w 131"/>
                  <a:gd name="T21" fmla="*/ 0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1" h="94">
                    <a:moveTo>
                      <a:pt x="64" y="4"/>
                    </a:moveTo>
                    <a:cubicBezTo>
                      <a:pt x="60" y="0"/>
                      <a:pt x="51" y="3"/>
                      <a:pt x="44" y="4"/>
                    </a:cubicBezTo>
                    <a:cubicBezTo>
                      <a:pt x="35" y="4"/>
                      <a:pt x="27" y="1"/>
                      <a:pt x="19" y="0"/>
                    </a:cubicBezTo>
                    <a:cubicBezTo>
                      <a:pt x="0" y="0"/>
                      <a:pt x="7" y="24"/>
                      <a:pt x="9" y="38"/>
                    </a:cubicBezTo>
                    <a:cubicBezTo>
                      <a:pt x="11" y="50"/>
                      <a:pt x="10" y="88"/>
                      <a:pt x="26" y="92"/>
                    </a:cubicBezTo>
                    <a:cubicBezTo>
                      <a:pt x="34" y="94"/>
                      <a:pt x="46" y="83"/>
                      <a:pt x="54" y="81"/>
                    </a:cubicBezTo>
                    <a:cubicBezTo>
                      <a:pt x="66" y="78"/>
                      <a:pt x="82" y="75"/>
                      <a:pt x="94" y="75"/>
                    </a:cubicBezTo>
                    <a:cubicBezTo>
                      <a:pt x="113" y="76"/>
                      <a:pt x="124" y="82"/>
                      <a:pt x="128" y="58"/>
                    </a:cubicBezTo>
                    <a:cubicBezTo>
                      <a:pt x="131" y="46"/>
                      <a:pt x="128" y="21"/>
                      <a:pt x="119" y="11"/>
                    </a:cubicBezTo>
                    <a:cubicBezTo>
                      <a:pt x="109" y="0"/>
                      <a:pt x="79" y="5"/>
                      <a:pt x="65" y="2"/>
                    </a:cubicBezTo>
                    <a:cubicBezTo>
                      <a:pt x="63" y="1"/>
                      <a:pt x="62" y="1"/>
                      <a:pt x="61" y="0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3" name="Freeform 709">
                <a:extLst>
                  <a:ext uri="{FF2B5EF4-FFF2-40B4-BE49-F238E27FC236}">
                    <a16:creationId xmlns:a16="http://schemas.microsoft.com/office/drawing/2014/main" id="{D89C3BF6-2854-405A-8C66-A401D44BF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3158"/>
                <a:ext cx="88" cy="101"/>
              </a:xfrm>
              <a:custGeom>
                <a:avLst/>
                <a:gdLst>
                  <a:gd name="T0" fmla="*/ 24 w 120"/>
                  <a:gd name="T1" fmla="*/ 4 h 137"/>
                  <a:gd name="T2" fmla="*/ 5 w 120"/>
                  <a:gd name="T3" fmla="*/ 3 h 137"/>
                  <a:gd name="T4" fmla="*/ 5 w 120"/>
                  <a:gd name="T5" fmla="*/ 25 h 137"/>
                  <a:gd name="T6" fmla="*/ 4 w 120"/>
                  <a:gd name="T7" fmla="*/ 36 h 137"/>
                  <a:gd name="T8" fmla="*/ 1 w 120"/>
                  <a:gd name="T9" fmla="*/ 46 h 137"/>
                  <a:gd name="T10" fmla="*/ 20 w 120"/>
                  <a:gd name="T11" fmla="*/ 44 h 137"/>
                  <a:gd name="T12" fmla="*/ 42 w 120"/>
                  <a:gd name="T13" fmla="*/ 43 h 137"/>
                  <a:gd name="T14" fmla="*/ 45 w 120"/>
                  <a:gd name="T15" fmla="*/ 21 h 137"/>
                  <a:gd name="T16" fmla="*/ 26 w 120"/>
                  <a:gd name="T17" fmla="*/ 3 h 137"/>
                  <a:gd name="T18" fmla="*/ 24 w 120"/>
                  <a:gd name="T19" fmla="*/ 3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0" h="137">
                    <a:moveTo>
                      <a:pt x="62" y="9"/>
                    </a:moveTo>
                    <a:cubicBezTo>
                      <a:pt x="51" y="10"/>
                      <a:pt x="22" y="0"/>
                      <a:pt x="13" y="7"/>
                    </a:cubicBezTo>
                    <a:cubicBezTo>
                      <a:pt x="1" y="17"/>
                      <a:pt x="13" y="50"/>
                      <a:pt x="14" y="62"/>
                    </a:cubicBezTo>
                    <a:cubicBezTo>
                      <a:pt x="14" y="72"/>
                      <a:pt x="12" y="81"/>
                      <a:pt x="9" y="91"/>
                    </a:cubicBezTo>
                    <a:cubicBezTo>
                      <a:pt x="6" y="97"/>
                      <a:pt x="0" y="106"/>
                      <a:pt x="2" y="114"/>
                    </a:cubicBezTo>
                    <a:cubicBezTo>
                      <a:pt x="7" y="137"/>
                      <a:pt x="39" y="114"/>
                      <a:pt x="51" y="110"/>
                    </a:cubicBezTo>
                    <a:cubicBezTo>
                      <a:pt x="68" y="105"/>
                      <a:pt x="93" y="119"/>
                      <a:pt x="106" y="107"/>
                    </a:cubicBezTo>
                    <a:cubicBezTo>
                      <a:pt x="120" y="96"/>
                      <a:pt x="114" y="67"/>
                      <a:pt x="113" y="51"/>
                    </a:cubicBezTo>
                    <a:cubicBezTo>
                      <a:pt x="110" y="22"/>
                      <a:pt x="92" y="11"/>
                      <a:pt x="65" y="8"/>
                    </a:cubicBezTo>
                    <a:cubicBezTo>
                      <a:pt x="64" y="8"/>
                      <a:pt x="63" y="8"/>
                      <a:pt x="62" y="8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4" name="Freeform 710">
                <a:extLst>
                  <a:ext uri="{FF2B5EF4-FFF2-40B4-BE49-F238E27FC236}">
                    <a16:creationId xmlns:a16="http://schemas.microsoft.com/office/drawing/2014/main" id="{0056A7D2-C31E-4ABA-B281-6605B41C9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3291"/>
                <a:ext cx="91" cy="109"/>
              </a:xfrm>
              <a:custGeom>
                <a:avLst/>
                <a:gdLst>
                  <a:gd name="T0" fmla="*/ 31 w 123"/>
                  <a:gd name="T1" fmla="*/ 6 h 148"/>
                  <a:gd name="T2" fmla="*/ 22 w 123"/>
                  <a:gd name="T3" fmla="*/ 1 h 148"/>
                  <a:gd name="T4" fmla="*/ 17 w 123"/>
                  <a:gd name="T5" fmla="*/ 4 h 148"/>
                  <a:gd name="T6" fmla="*/ 7 w 123"/>
                  <a:gd name="T7" fmla="*/ 24 h 148"/>
                  <a:gd name="T8" fmla="*/ 29 w 123"/>
                  <a:gd name="T9" fmla="*/ 52 h 148"/>
                  <a:gd name="T10" fmla="*/ 40 w 123"/>
                  <a:gd name="T11" fmla="*/ 48 h 148"/>
                  <a:gd name="T12" fmla="*/ 50 w 123"/>
                  <a:gd name="T13" fmla="*/ 26 h 148"/>
                  <a:gd name="T14" fmla="*/ 36 w 123"/>
                  <a:gd name="T15" fmla="*/ 10 h 148"/>
                  <a:gd name="T16" fmla="*/ 32 w 123"/>
                  <a:gd name="T17" fmla="*/ 7 h 1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" h="148">
                    <a:moveTo>
                      <a:pt x="77" y="15"/>
                    </a:moveTo>
                    <a:cubicBezTo>
                      <a:pt x="73" y="11"/>
                      <a:pt x="62" y="5"/>
                      <a:pt x="56" y="3"/>
                    </a:cubicBezTo>
                    <a:cubicBezTo>
                      <a:pt x="45" y="0"/>
                      <a:pt x="47" y="2"/>
                      <a:pt x="42" y="10"/>
                    </a:cubicBezTo>
                    <a:cubicBezTo>
                      <a:pt x="31" y="24"/>
                      <a:pt x="23" y="41"/>
                      <a:pt x="16" y="58"/>
                    </a:cubicBezTo>
                    <a:cubicBezTo>
                      <a:pt x="0" y="96"/>
                      <a:pt x="49" y="111"/>
                      <a:pt x="71" y="132"/>
                    </a:cubicBezTo>
                    <a:cubicBezTo>
                      <a:pt x="89" y="148"/>
                      <a:pt x="92" y="138"/>
                      <a:pt x="99" y="119"/>
                    </a:cubicBezTo>
                    <a:cubicBezTo>
                      <a:pt x="105" y="101"/>
                      <a:pt x="119" y="84"/>
                      <a:pt x="121" y="65"/>
                    </a:cubicBezTo>
                    <a:cubicBezTo>
                      <a:pt x="123" y="46"/>
                      <a:pt x="102" y="32"/>
                      <a:pt x="88" y="23"/>
                    </a:cubicBezTo>
                    <a:cubicBezTo>
                      <a:pt x="84" y="21"/>
                      <a:pt x="81" y="18"/>
                      <a:pt x="78" y="16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5" name="Freeform 711">
                <a:extLst>
                  <a:ext uri="{FF2B5EF4-FFF2-40B4-BE49-F238E27FC236}">
                    <a16:creationId xmlns:a16="http://schemas.microsoft.com/office/drawing/2014/main" id="{50B8E42B-F110-439A-9A61-D2DE6645B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3417"/>
                <a:ext cx="98" cy="100"/>
              </a:xfrm>
              <a:custGeom>
                <a:avLst/>
                <a:gdLst>
                  <a:gd name="T0" fmla="*/ 21 w 133"/>
                  <a:gd name="T1" fmla="*/ 8 h 136"/>
                  <a:gd name="T2" fmla="*/ 8 w 133"/>
                  <a:gd name="T3" fmla="*/ 3 h 136"/>
                  <a:gd name="T4" fmla="*/ 4 w 133"/>
                  <a:gd name="T5" fmla="*/ 13 h 136"/>
                  <a:gd name="T6" fmla="*/ 1 w 133"/>
                  <a:gd name="T7" fmla="*/ 24 h 136"/>
                  <a:gd name="T8" fmla="*/ 14 w 133"/>
                  <a:gd name="T9" fmla="*/ 42 h 136"/>
                  <a:gd name="T10" fmla="*/ 30 w 133"/>
                  <a:gd name="T11" fmla="*/ 51 h 136"/>
                  <a:gd name="T12" fmla="*/ 41 w 133"/>
                  <a:gd name="T13" fmla="*/ 39 h 136"/>
                  <a:gd name="T14" fmla="*/ 49 w 133"/>
                  <a:gd name="T15" fmla="*/ 28 h 136"/>
                  <a:gd name="T16" fmla="*/ 47 w 133"/>
                  <a:gd name="T17" fmla="*/ 18 h 136"/>
                  <a:gd name="T18" fmla="*/ 24 w 133"/>
                  <a:gd name="T19" fmla="*/ 10 h 136"/>
                  <a:gd name="T20" fmla="*/ 20 w 133"/>
                  <a:gd name="T21" fmla="*/ 7 h 1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3" h="136">
                    <a:moveTo>
                      <a:pt x="53" y="21"/>
                    </a:moveTo>
                    <a:cubicBezTo>
                      <a:pt x="42" y="22"/>
                      <a:pt x="32" y="0"/>
                      <a:pt x="21" y="8"/>
                    </a:cubicBezTo>
                    <a:cubicBezTo>
                      <a:pt x="16" y="11"/>
                      <a:pt x="13" y="27"/>
                      <a:pt x="10" y="33"/>
                    </a:cubicBezTo>
                    <a:cubicBezTo>
                      <a:pt x="7" y="41"/>
                      <a:pt x="1" y="49"/>
                      <a:pt x="1" y="59"/>
                    </a:cubicBezTo>
                    <a:cubicBezTo>
                      <a:pt x="0" y="78"/>
                      <a:pt x="23" y="93"/>
                      <a:pt x="35" y="105"/>
                    </a:cubicBezTo>
                    <a:cubicBezTo>
                      <a:pt x="44" y="114"/>
                      <a:pt x="60" y="136"/>
                      <a:pt x="75" y="129"/>
                    </a:cubicBezTo>
                    <a:cubicBezTo>
                      <a:pt x="84" y="124"/>
                      <a:pt x="93" y="105"/>
                      <a:pt x="100" y="98"/>
                    </a:cubicBezTo>
                    <a:cubicBezTo>
                      <a:pt x="107" y="89"/>
                      <a:pt x="116" y="80"/>
                      <a:pt x="123" y="70"/>
                    </a:cubicBezTo>
                    <a:cubicBezTo>
                      <a:pt x="133" y="57"/>
                      <a:pt x="133" y="51"/>
                      <a:pt x="118" y="43"/>
                    </a:cubicBezTo>
                    <a:cubicBezTo>
                      <a:pt x="99" y="34"/>
                      <a:pt x="77" y="32"/>
                      <a:pt x="58" y="23"/>
                    </a:cubicBezTo>
                    <a:cubicBezTo>
                      <a:pt x="55" y="21"/>
                      <a:pt x="53" y="20"/>
                      <a:pt x="50" y="18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6" name="Freeform 712">
                <a:extLst>
                  <a:ext uri="{FF2B5EF4-FFF2-40B4-BE49-F238E27FC236}">
                    <a16:creationId xmlns:a16="http://schemas.microsoft.com/office/drawing/2014/main" id="{4432964B-EE95-477F-91E5-D14C4B5BB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3511"/>
                <a:ext cx="84" cy="106"/>
              </a:xfrm>
              <a:custGeom>
                <a:avLst/>
                <a:gdLst>
                  <a:gd name="T0" fmla="*/ 24 w 114"/>
                  <a:gd name="T1" fmla="*/ 10 h 144"/>
                  <a:gd name="T2" fmla="*/ 13 w 114"/>
                  <a:gd name="T3" fmla="*/ 3 h 144"/>
                  <a:gd name="T4" fmla="*/ 8 w 114"/>
                  <a:gd name="T5" fmla="*/ 13 h 144"/>
                  <a:gd name="T6" fmla="*/ 2 w 114"/>
                  <a:gd name="T7" fmla="*/ 26 h 144"/>
                  <a:gd name="T8" fmla="*/ 11 w 114"/>
                  <a:gd name="T9" fmla="*/ 43 h 144"/>
                  <a:gd name="T10" fmla="*/ 28 w 114"/>
                  <a:gd name="T11" fmla="*/ 54 h 144"/>
                  <a:gd name="T12" fmla="*/ 43 w 114"/>
                  <a:gd name="T13" fmla="*/ 36 h 144"/>
                  <a:gd name="T14" fmla="*/ 41 w 114"/>
                  <a:gd name="T15" fmla="*/ 24 h 144"/>
                  <a:gd name="T16" fmla="*/ 21 w 114"/>
                  <a:gd name="T17" fmla="*/ 11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144">
                    <a:moveTo>
                      <a:pt x="59" y="23"/>
                    </a:moveTo>
                    <a:cubicBezTo>
                      <a:pt x="50" y="19"/>
                      <a:pt x="44" y="0"/>
                      <a:pt x="33" y="7"/>
                    </a:cubicBezTo>
                    <a:cubicBezTo>
                      <a:pt x="27" y="12"/>
                      <a:pt x="24" y="28"/>
                      <a:pt x="21" y="34"/>
                    </a:cubicBezTo>
                    <a:cubicBezTo>
                      <a:pt x="17" y="44"/>
                      <a:pt x="9" y="54"/>
                      <a:pt x="6" y="64"/>
                    </a:cubicBezTo>
                    <a:cubicBezTo>
                      <a:pt x="0" y="81"/>
                      <a:pt x="15" y="96"/>
                      <a:pt x="27" y="108"/>
                    </a:cubicBezTo>
                    <a:cubicBezTo>
                      <a:pt x="37" y="120"/>
                      <a:pt x="52" y="144"/>
                      <a:pt x="71" y="137"/>
                    </a:cubicBezTo>
                    <a:cubicBezTo>
                      <a:pt x="88" y="131"/>
                      <a:pt x="99" y="105"/>
                      <a:pt x="107" y="90"/>
                    </a:cubicBezTo>
                    <a:cubicBezTo>
                      <a:pt x="114" y="77"/>
                      <a:pt x="114" y="69"/>
                      <a:pt x="103" y="58"/>
                    </a:cubicBezTo>
                    <a:cubicBezTo>
                      <a:pt x="88" y="43"/>
                      <a:pt x="67" y="44"/>
                      <a:pt x="54" y="27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7" name="Freeform 713">
                <a:extLst>
                  <a:ext uri="{FF2B5EF4-FFF2-40B4-BE49-F238E27FC236}">
                    <a16:creationId xmlns:a16="http://schemas.microsoft.com/office/drawing/2014/main" id="{1F418C2B-9F5B-497D-BDC3-32BBD301E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627"/>
                <a:ext cx="216" cy="170"/>
              </a:xfrm>
              <a:custGeom>
                <a:avLst/>
                <a:gdLst>
                  <a:gd name="T0" fmla="*/ 109 w 294"/>
                  <a:gd name="T1" fmla="*/ 18 h 231"/>
                  <a:gd name="T2" fmla="*/ 98 w 294"/>
                  <a:gd name="T3" fmla="*/ 9 h 231"/>
                  <a:gd name="T4" fmla="*/ 92 w 294"/>
                  <a:gd name="T5" fmla="*/ 2 h 231"/>
                  <a:gd name="T6" fmla="*/ 77 w 294"/>
                  <a:gd name="T7" fmla="*/ 18 h 231"/>
                  <a:gd name="T8" fmla="*/ 61 w 294"/>
                  <a:gd name="T9" fmla="*/ 32 h 231"/>
                  <a:gd name="T10" fmla="*/ 21 w 294"/>
                  <a:gd name="T11" fmla="*/ 63 h 231"/>
                  <a:gd name="T12" fmla="*/ 9 w 294"/>
                  <a:gd name="T13" fmla="*/ 79 h 231"/>
                  <a:gd name="T14" fmla="*/ 0 w 294"/>
                  <a:gd name="T15" fmla="*/ 92 h 231"/>
                  <a:gd name="T16" fmla="*/ 24 w 294"/>
                  <a:gd name="T17" fmla="*/ 75 h 231"/>
                  <a:gd name="T18" fmla="*/ 50 w 294"/>
                  <a:gd name="T19" fmla="*/ 64 h 231"/>
                  <a:gd name="T20" fmla="*/ 88 w 294"/>
                  <a:gd name="T21" fmla="*/ 46 h 231"/>
                  <a:gd name="T22" fmla="*/ 109 w 294"/>
                  <a:gd name="T23" fmla="*/ 29 h 231"/>
                  <a:gd name="T24" fmla="*/ 109 w 294"/>
                  <a:gd name="T25" fmla="*/ 18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94" h="231">
                    <a:moveTo>
                      <a:pt x="275" y="44"/>
                    </a:moveTo>
                    <a:cubicBezTo>
                      <a:pt x="263" y="37"/>
                      <a:pt x="252" y="35"/>
                      <a:pt x="246" y="22"/>
                    </a:cubicBezTo>
                    <a:cubicBezTo>
                      <a:pt x="241" y="13"/>
                      <a:pt x="243" y="0"/>
                      <a:pt x="231" y="5"/>
                    </a:cubicBezTo>
                    <a:cubicBezTo>
                      <a:pt x="217" y="12"/>
                      <a:pt x="207" y="35"/>
                      <a:pt x="195" y="45"/>
                    </a:cubicBezTo>
                    <a:cubicBezTo>
                      <a:pt x="181" y="57"/>
                      <a:pt x="168" y="69"/>
                      <a:pt x="154" y="80"/>
                    </a:cubicBezTo>
                    <a:cubicBezTo>
                      <a:pt x="121" y="106"/>
                      <a:pt x="81" y="126"/>
                      <a:pt x="52" y="156"/>
                    </a:cubicBezTo>
                    <a:cubicBezTo>
                      <a:pt x="40" y="169"/>
                      <a:pt x="31" y="183"/>
                      <a:pt x="22" y="197"/>
                    </a:cubicBezTo>
                    <a:cubicBezTo>
                      <a:pt x="15" y="208"/>
                      <a:pt x="4" y="218"/>
                      <a:pt x="0" y="231"/>
                    </a:cubicBezTo>
                    <a:cubicBezTo>
                      <a:pt x="20" y="217"/>
                      <a:pt x="37" y="201"/>
                      <a:pt x="58" y="188"/>
                    </a:cubicBezTo>
                    <a:cubicBezTo>
                      <a:pt x="80" y="176"/>
                      <a:pt x="102" y="165"/>
                      <a:pt x="127" y="161"/>
                    </a:cubicBezTo>
                    <a:cubicBezTo>
                      <a:pt x="164" y="154"/>
                      <a:pt x="199" y="149"/>
                      <a:pt x="223" y="116"/>
                    </a:cubicBezTo>
                    <a:cubicBezTo>
                      <a:pt x="237" y="96"/>
                      <a:pt x="256" y="90"/>
                      <a:pt x="274" y="74"/>
                    </a:cubicBezTo>
                    <a:cubicBezTo>
                      <a:pt x="282" y="66"/>
                      <a:pt x="294" y="44"/>
                      <a:pt x="273" y="44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8" name="Freeform 714">
                <a:extLst>
                  <a:ext uri="{FF2B5EF4-FFF2-40B4-BE49-F238E27FC236}">
                    <a16:creationId xmlns:a16="http://schemas.microsoft.com/office/drawing/2014/main" id="{4FACEC7A-5F8F-459B-AFAD-2F23E12C5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" y="3567"/>
                <a:ext cx="43" cy="40"/>
              </a:xfrm>
              <a:custGeom>
                <a:avLst/>
                <a:gdLst>
                  <a:gd name="T0" fmla="*/ 22 w 58"/>
                  <a:gd name="T1" fmla="*/ 1 h 54"/>
                  <a:gd name="T2" fmla="*/ 4 w 58"/>
                  <a:gd name="T3" fmla="*/ 7 h 54"/>
                  <a:gd name="T4" fmla="*/ 3 w 58"/>
                  <a:gd name="T5" fmla="*/ 20 h 54"/>
                  <a:gd name="T6" fmla="*/ 18 w 58"/>
                  <a:gd name="T7" fmla="*/ 10 h 54"/>
                  <a:gd name="T8" fmla="*/ 18 w 58"/>
                  <a:gd name="T9" fmla="*/ 2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4">
                    <a:moveTo>
                      <a:pt x="52" y="4"/>
                    </a:moveTo>
                    <a:cubicBezTo>
                      <a:pt x="42" y="0"/>
                      <a:pt x="18" y="11"/>
                      <a:pt x="11" y="18"/>
                    </a:cubicBezTo>
                    <a:cubicBezTo>
                      <a:pt x="7" y="23"/>
                      <a:pt x="0" y="43"/>
                      <a:pt x="7" y="48"/>
                    </a:cubicBezTo>
                    <a:cubicBezTo>
                      <a:pt x="17" y="54"/>
                      <a:pt x="38" y="30"/>
                      <a:pt x="44" y="24"/>
                    </a:cubicBezTo>
                    <a:cubicBezTo>
                      <a:pt x="48" y="19"/>
                      <a:pt x="58" y="6"/>
                      <a:pt x="45" y="6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9" name="Freeform 715">
                <a:extLst>
                  <a:ext uri="{FF2B5EF4-FFF2-40B4-BE49-F238E27FC236}">
                    <a16:creationId xmlns:a16="http://schemas.microsoft.com/office/drawing/2014/main" id="{E704073B-D1E0-4B63-9239-50C6161B6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" y="3639"/>
                <a:ext cx="35" cy="57"/>
              </a:xfrm>
              <a:custGeom>
                <a:avLst/>
                <a:gdLst>
                  <a:gd name="T0" fmla="*/ 16 w 48"/>
                  <a:gd name="T1" fmla="*/ 2 h 77"/>
                  <a:gd name="T2" fmla="*/ 9 w 48"/>
                  <a:gd name="T3" fmla="*/ 4 h 77"/>
                  <a:gd name="T4" fmla="*/ 4 w 48"/>
                  <a:gd name="T5" fmla="*/ 15 h 77"/>
                  <a:gd name="T6" fmla="*/ 4 w 48"/>
                  <a:gd name="T7" fmla="*/ 30 h 77"/>
                  <a:gd name="T8" fmla="*/ 18 w 48"/>
                  <a:gd name="T9" fmla="*/ 13 h 77"/>
                  <a:gd name="T10" fmla="*/ 15 w 48"/>
                  <a:gd name="T11" fmla="*/ 5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77">
                    <a:moveTo>
                      <a:pt x="41" y="6"/>
                    </a:moveTo>
                    <a:cubicBezTo>
                      <a:pt x="41" y="0"/>
                      <a:pt x="29" y="7"/>
                      <a:pt x="25" y="10"/>
                    </a:cubicBezTo>
                    <a:cubicBezTo>
                      <a:pt x="18" y="16"/>
                      <a:pt x="12" y="28"/>
                      <a:pt x="9" y="37"/>
                    </a:cubicBezTo>
                    <a:cubicBezTo>
                      <a:pt x="6" y="44"/>
                      <a:pt x="0" y="76"/>
                      <a:pt x="11" y="76"/>
                    </a:cubicBezTo>
                    <a:cubicBezTo>
                      <a:pt x="19" y="77"/>
                      <a:pt x="43" y="39"/>
                      <a:pt x="45" y="31"/>
                    </a:cubicBezTo>
                    <a:cubicBezTo>
                      <a:pt x="48" y="24"/>
                      <a:pt x="47" y="13"/>
                      <a:pt x="39" y="12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0" name="Freeform 716">
                <a:extLst>
                  <a:ext uri="{FF2B5EF4-FFF2-40B4-BE49-F238E27FC236}">
                    <a16:creationId xmlns:a16="http://schemas.microsoft.com/office/drawing/2014/main" id="{6D6F7DC8-2FA2-45BD-A3DD-644F4A8F2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" y="3755"/>
                <a:ext cx="25" cy="60"/>
              </a:xfrm>
              <a:custGeom>
                <a:avLst/>
                <a:gdLst>
                  <a:gd name="T0" fmla="*/ 10 w 34"/>
                  <a:gd name="T1" fmla="*/ 0 h 81"/>
                  <a:gd name="T2" fmla="*/ 3 w 34"/>
                  <a:gd name="T3" fmla="*/ 12 h 81"/>
                  <a:gd name="T4" fmla="*/ 5 w 34"/>
                  <a:gd name="T5" fmla="*/ 24 h 81"/>
                  <a:gd name="T6" fmla="*/ 8 w 34"/>
                  <a:gd name="T7" fmla="*/ 1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81">
                    <a:moveTo>
                      <a:pt x="23" y="0"/>
                    </a:moveTo>
                    <a:cubicBezTo>
                      <a:pt x="12" y="4"/>
                      <a:pt x="10" y="20"/>
                      <a:pt x="7" y="30"/>
                    </a:cubicBezTo>
                    <a:cubicBezTo>
                      <a:pt x="6" y="36"/>
                      <a:pt x="0" y="81"/>
                      <a:pt x="13" y="58"/>
                    </a:cubicBezTo>
                    <a:cubicBezTo>
                      <a:pt x="16" y="52"/>
                      <a:pt x="34" y="2"/>
                      <a:pt x="21" y="2"/>
                    </a:cubicBezTo>
                  </a:path>
                </a:pathLst>
              </a:custGeom>
              <a:solidFill>
                <a:srgbClr val="F4F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1" name="Freeform 717">
                <a:extLst>
                  <a:ext uri="{FF2B5EF4-FFF2-40B4-BE49-F238E27FC236}">
                    <a16:creationId xmlns:a16="http://schemas.microsoft.com/office/drawing/2014/main" id="{6EF0685A-9130-414D-BF31-AC5EF8598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1454"/>
                <a:ext cx="48" cy="62"/>
              </a:xfrm>
              <a:custGeom>
                <a:avLst/>
                <a:gdLst>
                  <a:gd name="T0" fmla="*/ 23 w 66"/>
                  <a:gd name="T1" fmla="*/ 0 h 83"/>
                  <a:gd name="T2" fmla="*/ 25 w 66"/>
                  <a:gd name="T3" fmla="*/ 12 h 83"/>
                  <a:gd name="T4" fmla="*/ 2 w 66"/>
                  <a:gd name="T5" fmla="*/ 25 h 83"/>
                  <a:gd name="T6" fmla="*/ 23 w 66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83">
                    <a:moveTo>
                      <a:pt x="59" y="0"/>
                    </a:move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11" y="83"/>
                      <a:pt x="6" y="62"/>
                    </a:cubicBezTo>
                    <a:cubicBezTo>
                      <a:pt x="0" y="40"/>
                      <a:pt x="22" y="7"/>
                      <a:pt x="59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2" name="Freeform 718">
                <a:extLst>
                  <a:ext uri="{FF2B5EF4-FFF2-40B4-BE49-F238E27FC236}">
                    <a16:creationId xmlns:a16="http://schemas.microsoft.com/office/drawing/2014/main" id="{89A711F9-9F5F-4446-ABD9-5114131F6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1531"/>
                <a:ext cx="65" cy="69"/>
              </a:xfrm>
              <a:custGeom>
                <a:avLst/>
                <a:gdLst>
                  <a:gd name="T0" fmla="*/ 33 w 88"/>
                  <a:gd name="T1" fmla="*/ 0 h 94"/>
                  <a:gd name="T2" fmla="*/ 33 w 88"/>
                  <a:gd name="T3" fmla="*/ 18 h 94"/>
                  <a:gd name="T4" fmla="*/ 15 w 88"/>
                  <a:gd name="T5" fmla="*/ 34 h 94"/>
                  <a:gd name="T6" fmla="*/ 7 w 88"/>
                  <a:gd name="T7" fmla="*/ 12 h 94"/>
                  <a:gd name="T8" fmla="*/ 33 w 88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94">
                    <a:moveTo>
                      <a:pt x="80" y="0"/>
                    </a:moveTo>
                    <a:cubicBezTo>
                      <a:pt x="80" y="0"/>
                      <a:pt x="88" y="25"/>
                      <a:pt x="83" y="46"/>
                    </a:cubicBezTo>
                    <a:cubicBezTo>
                      <a:pt x="83" y="46"/>
                      <a:pt x="43" y="75"/>
                      <a:pt x="36" y="84"/>
                    </a:cubicBezTo>
                    <a:cubicBezTo>
                      <a:pt x="30" y="94"/>
                      <a:pt x="0" y="56"/>
                      <a:pt x="18" y="31"/>
                    </a:cubicBezTo>
                    <a:cubicBezTo>
                      <a:pt x="36" y="6"/>
                      <a:pt x="80" y="0"/>
                      <a:pt x="80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3" name="Freeform 719">
                <a:extLst>
                  <a:ext uri="{FF2B5EF4-FFF2-40B4-BE49-F238E27FC236}">
                    <a16:creationId xmlns:a16="http://schemas.microsoft.com/office/drawing/2014/main" id="{52BFB903-BF20-4711-B6E2-EB5BB9898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609"/>
                <a:ext cx="64" cy="82"/>
              </a:xfrm>
              <a:custGeom>
                <a:avLst/>
                <a:gdLst>
                  <a:gd name="T0" fmla="*/ 34 w 87"/>
                  <a:gd name="T1" fmla="*/ 0 h 111"/>
                  <a:gd name="T2" fmla="*/ 35 w 87"/>
                  <a:gd name="T3" fmla="*/ 15 h 111"/>
                  <a:gd name="T4" fmla="*/ 6 w 87"/>
                  <a:gd name="T5" fmla="*/ 33 h 111"/>
                  <a:gd name="T6" fmla="*/ 17 w 87"/>
                  <a:gd name="T7" fmla="*/ 12 h 111"/>
                  <a:gd name="T8" fmla="*/ 34 w 87"/>
                  <a:gd name="T9" fmla="*/ 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11">
                    <a:moveTo>
                      <a:pt x="84" y="0"/>
                    </a:move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38" y="111"/>
                      <a:pt x="15" y="80"/>
                    </a:cubicBezTo>
                    <a:cubicBezTo>
                      <a:pt x="0" y="61"/>
                      <a:pt x="32" y="40"/>
                      <a:pt x="42" y="29"/>
                    </a:cubicBezTo>
                    <a:cubicBezTo>
                      <a:pt x="52" y="17"/>
                      <a:pt x="84" y="0"/>
                      <a:pt x="84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4" name="Freeform 720">
                <a:extLst>
                  <a:ext uri="{FF2B5EF4-FFF2-40B4-BE49-F238E27FC236}">
                    <a16:creationId xmlns:a16="http://schemas.microsoft.com/office/drawing/2014/main" id="{C55A876B-8FB0-4A52-82EE-F32BDC0AB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" y="1693"/>
                <a:ext cx="62" cy="52"/>
              </a:xfrm>
              <a:custGeom>
                <a:avLst/>
                <a:gdLst>
                  <a:gd name="T0" fmla="*/ 34 w 84"/>
                  <a:gd name="T1" fmla="*/ 0 h 70"/>
                  <a:gd name="T2" fmla="*/ 30 w 84"/>
                  <a:gd name="T3" fmla="*/ 13 h 70"/>
                  <a:gd name="T4" fmla="*/ 18 w 84"/>
                  <a:gd name="T5" fmla="*/ 20 h 70"/>
                  <a:gd name="T6" fmla="*/ 1 w 84"/>
                  <a:gd name="T7" fmla="*/ 20 h 70"/>
                  <a:gd name="T8" fmla="*/ 11 w 84"/>
                  <a:gd name="T9" fmla="*/ 10 h 70"/>
                  <a:gd name="T10" fmla="*/ 34 w 84"/>
                  <a:gd name="T11" fmla="*/ 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70">
                    <a:moveTo>
                      <a:pt x="84" y="0"/>
                    </a:moveTo>
                    <a:cubicBezTo>
                      <a:pt x="74" y="32"/>
                      <a:pt x="74" y="32"/>
                      <a:pt x="74" y="32"/>
                    </a:cubicBezTo>
                    <a:cubicBezTo>
                      <a:pt x="74" y="32"/>
                      <a:pt x="54" y="40"/>
                      <a:pt x="43" y="48"/>
                    </a:cubicBezTo>
                    <a:cubicBezTo>
                      <a:pt x="33" y="56"/>
                      <a:pt x="0" y="70"/>
                      <a:pt x="2" y="48"/>
                    </a:cubicBezTo>
                    <a:cubicBezTo>
                      <a:pt x="4" y="27"/>
                      <a:pt x="11" y="28"/>
                      <a:pt x="27" y="23"/>
                    </a:cubicBezTo>
                    <a:cubicBezTo>
                      <a:pt x="43" y="19"/>
                      <a:pt x="84" y="0"/>
                      <a:pt x="84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5" name="Freeform 721">
                <a:extLst>
                  <a:ext uri="{FF2B5EF4-FFF2-40B4-BE49-F238E27FC236}">
                    <a16:creationId xmlns:a16="http://schemas.microsoft.com/office/drawing/2014/main" id="{A51F6A08-1AB8-4819-B491-F99EA7B46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1748"/>
                <a:ext cx="44" cy="31"/>
              </a:xfrm>
              <a:custGeom>
                <a:avLst/>
                <a:gdLst>
                  <a:gd name="T0" fmla="*/ 25 w 59"/>
                  <a:gd name="T1" fmla="*/ 0 h 43"/>
                  <a:gd name="T2" fmla="*/ 22 w 59"/>
                  <a:gd name="T3" fmla="*/ 10 h 43"/>
                  <a:gd name="T4" fmla="*/ 1 w 59"/>
                  <a:gd name="T5" fmla="*/ 10 h 43"/>
                  <a:gd name="T6" fmla="*/ 13 w 59"/>
                  <a:gd name="T7" fmla="*/ 1 h 43"/>
                  <a:gd name="T8" fmla="*/ 25 w 59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3">
                    <a:moveTo>
                      <a:pt x="59" y="0"/>
                    </a:moveTo>
                    <a:cubicBezTo>
                      <a:pt x="52" y="27"/>
                      <a:pt x="52" y="27"/>
                      <a:pt x="52" y="27"/>
                    </a:cubicBezTo>
                    <a:cubicBezTo>
                      <a:pt x="52" y="27"/>
                      <a:pt x="5" y="43"/>
                      <a:pt x="3" y="27"/>
                    </a:cubicBezTo>
                    <a:cubicBezTo>
                      <a:pt x="0" y="11"/>
                      <a:pt x="31" y="3"/>
                      <a:pt x="31" y="3"/>
                    </a:cubicBezTo>
                    <a:lnTo>
                      <a:pt x="59" y="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6" name="Freeform 722">
                <a:extLst>
                  <a:ext uri="{FF2B5EF4-FFF2-40B4-BE49-F238E27FC236}">
                    <a16:creationId xmlns:a16="http://schemas.microsoft.com/office/drawing/2014/main" id="{69010E2D-8CDC-4BEA-AEBF-4E6F1F90D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" y="1793"/>
                <a:ext cx="62" cy="31"/>
              </a:xfrm>
              <a:custGeom>
                <a:avLst/>
                <a:gdLst>
                  <a:gd name="T0" fmla="*/ 33 w 85"/>
                  <a:gd name="T1" fmla="*/ 3 h 43"/>
                  <a:gd name="T2" fmla="*/ 25 w 85"/>
                  <a:gd name="T3" fmla="*/ 16 h 43"/>
                  <a:gd name="T4" fmla="*/ 1 w 85"/>
                  <a:gd name="T5" fmla="*/ 10 h 43"/>
                  <a:gd name="T6" fmla="*/ 17 w 85"/>
                  <a:gd name="T7" fmla="*/ 1 h 43"/>
                  <a:gd name="T8" fmla="*/ 33 w 85"/>
                  <a:gd name="T9" fmla="*/ 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43">
                    <a:moveTo>
                      <a:pt x="85" y="8"/>
                    </a:moveTo>
                    <a:cubicBezTo>
                      <a:pt x="64" y="43"/>
                      <a:pt x="64" y="43"/>
                      <a:pt x="64" y="43"/>
                    </a:cubicBezTo>
                    <a:cubicBezTo>
                      <a:pt x="64" y="43"/>
                      <a:pt x="0" y="43"/>
                      <a:pt x="1" y="27"/>
                    </a:cubicBezTo>
                    <a:cubicBezTo>
                      <a:pt x="2" y="11"/>
                      <a:pt x="26" y="0"/>
                      <a:pt x="42" y="3"/>
                    </a:cubicBezTo>
                    <a:cubicBezTo>
                      <a:pt x="58" y="5"/>
                      <a:pt x="72" y="12"/>
                      <a:pt x="85" y="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7" name="Freeform 723">
                <a:extLst>
                  <a:ext uri="{FF2B5EF4-FFF2-40B4-BE49-F238E27FC236}">
                    <a16:creationId xmlns:a16="http://schemas.microsoft.com/office/drawing/2014/main" id="{0E9CC510-9FFC-4D7B-8A71-446B632C7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" y="1835"/>
                <a:ext cx="116" cy="48"/>
              </a:xfrm>
              <a:custGeom>
                <a:avLst/>
                <a:gdLst>
                  <a:gd name="T0" fmla="*/ 62 w 158"/>
                  <a:gd name="T1" fmla="*/ 9 h 66"/>
                  <a:gd name="T2" fmla="*/ 55 w 158"/>
                  <a:gd name="T3" fmla="*/ 25 h 66"/>
                  <a:gd name="T4" fmla="*/ 25 w 158"/>
                  <a:gd name="T5" fmla="*/ 23 h 66"/>
                  <a:gd name="T6" fmla="*/ 7 w 158"/>
                  <a:gd name="T7" fmla="*/ 12 h 66"/>
                  <a:gd name="T8" fmla="*/ 29 w 158"/>
                  <a:gd name="T9" fmla="*/ 8 h 66"/>
                  <a:gd name="T10" fmla="*/ 62 w 158"/>
                  <a:gd name="T11" fmla="*/ 9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66">
                    <a:moveTo>
                      <a:pt x="158" y="23"/>
                    </a:moveTo>
                    <a:cubicBezTo>
                      <a:pt x="139" y="66"/>
                      <a:pt x="139" y="66"/>
                      <a:pt x="139" y="66"/>
                    </a:cubicBezTo>
                    <a:cubicBezTo>
                      <a:pt x="139" y="66"/>
                      <a:pt x="83" y="58"/>
                      <a:pt x="62" y="61"/>
                    </a:cubicBezTo>
                    <a:cubicBezTo>
                      <a:pt x="42" y="65"/>
                      <a:pt x="0" y="60"/>
                      <a:pt x="17" y="30"/>
                    </a:cubicBezTo>
                    <a:cubicBezTo>
                      <a:pt x="34" y="0"/>
                      <a:pt x="53" y="11"/>
                      <a:pt x="74" y="21"/>
                    </a:cubicBezTo>
                    <a:cubicBezTo>
                      <a:pt x="94" y="31"/>
                      <a:pt x="158" y="23"/>
                      <a:pt x="158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8" name="Freeform 724">
                <a:extLst>
                  <a:ext uri="{FF2B5EF4-FFF2-40B4-BE49-F238E27FC236}">
                    <a16:creationId xmlns:a16="http://schemas.microsoft.com/office/drawing/2014/main" id="{8C671864-88F1-41EA-9BA4-9CCDAEB2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" y="1887"/>
                <a:ext cx="116" cy="88"/>
              </a:xfrm>
              <a:custGeom>
                <a:avLst/>
                <a:gdLst>
                  <a:gd name="T0" fmla="*/ 62 w 158"/>
                  <a:gd name="T1" fmla="*/ 12 h 119"/>
                  <a:gd name="T2" fmla="*/ 49 w 158"/>
                  <a:gd name="T3" fmla="*/ 35 h 119"/>
                  <a:gd name="T4" fmla="*/ 26 w 158"/>
                  <a:gd name="T5" fmla="*/ 33 h 119"/>
                  <a:gd name="T6" fmla="*/ 2 w 158"/>
                  <a:gd name="T7" fmla="*/ 24 h 119"/>
                  <a:gd name="T8" fmla="*/ 37 w 158"/>
                  <a:gd name="T9" fmla="*/ 11 h 119"/>
                  <a:gd name="T10" fmla="*/ 62 w 158"/>
                  <a:gd name="T11" fmla="*/ 12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19">
                    <a:moveTo>
                      <a:pt x="158" y="30"/>
                    </a:moveTo>
                    <a:cubicBezTo>
                      <a:pt x="124" y="86"/>
                      <a:pt x="124" y="86"/>
                      <a:pt x="124" y="86"/>
                    </a:cubicBezTo>
                    <a:cubicBezTo>
                      <a:pt x="124" y="86"/>
                      <a:pt x="79" y="95"/>
                      <a:pt x="65" y="80"/>
                    </a:cubicBezTo>
                    <a:cubicBezTo>
                      <a:pt x="52" y="66"/>
                      <a:pt x="9" y="119"/>
                      <a:pt x="5" y="60"/>
                    </a:cubicBezTo>
                    <a:cubicBezTo>
                      <a:pt x="0" y="0"/>
                      <a:pt x="68" y="29"/>
                      <a:pt x="92" y="27"/>
                    </a:cubicBezTo>
                    <a:cubicBezTo>
                      <a:pt x="116" y="24"/>
                      <a:pt x="158" y="30"/>
                      <a:pt x="158" y="3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9" name="Freeform 725">
                <a:extLst>
                  <a:ext uri="{FF2B5EF4-FFF2-40B4-BE49-F238E27FC236}">
                    <a16:creationId xmlns:a16="http://schemas.microsoft.com/office/drawing/2014/main" id="{0113AB03-4250-493C-BCEC-0C46CC75A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1998"/>
                <a:ext cx="117" cy="88"/>
              </a:xfrm>
              <a:custGeom>
                <a:avLst/>
                <a:gdLst>
                  <a:gd name="T0" fmla="*/ 64 w 158"/>
                  <a:gd name="T1" fmla="*/ 0 h 119"/>
                  <a:gd name="T2" fmla="*/ 54 w 158"/>
                  <a:gd name="T3" fmla="*/ 23 h 119"/>
                  <a:gd name="T4" fmla="*/ 33 w 158"/>
                  <a:gd name="T5" fmla="*/ 29 h 119"/>
                  <a:gd name="T6" fmla="*/ 9 w 158"/>
                  <a:gd name="T7" fmla="*/ 34 h 119"/>
                  <a:gd name="T8" fmla="*/ 30 w 158"/>
                  <a:gd name="T9" fmla="*/ 13 h 119"/>
                  <a:gd name="T10" fmla="*/ 64 w 158"/>
                  <a:gd name="T11" fmla="*/ 0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19">
                    <a:moveTo>
                      <a:pt x="158" y="0"/>
                    </a:moveTo>
                    <a:cubicBezTo>
                      <a:pt x="134" y="57"/>
                      <a:pt x="134" y="57"/>
                      <a:pt x="134" y="57"/>
                    </a:cubicBezTo>
                    <a:cubicBezTo>
                      <a:pt x="134" y="57"/>
                      <a:pt x="94" y="73"/>
                      <a:pt x="81" y="71"/>
                    </a:cubicBezTo>
                    <a:cubicBezTo>
                      <a:pt x="69" y="69"/>
                      <a:pt x="41" y="119"/>
                      <a:pt x="21" y="84"/>
                    </a:cubicBezTo>
                    <a:cubicBezTo>
                      <a:pt x="0" y="48"/>
                      <a:pt x="55" y="39"/>
                      <a:pt x="76" y="32"/>
                    </a:cubicBezTo>
                    <a:cubicBezTo>
                      <a:pt x="96" y="25"/>
                      <a:pt x="158" y="0"/>
                      <a:pt x="158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0" name="Freeform 726">
                <a:extLst>
                  <a:ext uri="{FF2B5EF4-FFF2-40B4-BE49-F238E27FC236}">
                    <a16:creationId xmlns:a16="http://schemas.microsoft.com/office/drawing/2014/main" id="{1A520ECD-60DD-4C3D-A7CA-06D879CE6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2085"/>
                <a:ext cx="95" cy="83"/>
              </a:xfrm>
              <a:custGeom>
                <a:avLst/>
                <a:gdLst>
                  <a:gd name="T0" fmla="*/ 52 w 129"/>
                  <a:gd name="T1" fmla="*/ 0 h 113"/>
                  <a:gd name="T2" fmla="*/ 41 w 129"/>
                  <a:gd name="T3" fmla="*/ 33 h 113"/>
                  <a:gd name="T4" fmla="*/ 23 w 129"/>
                  <a:gd name="T5" fmla="*/ 43 h 113"/>
                  <a:gd name="T6" fmla="*/ 9 w 129"/>
                  <a:gd name="T7" fmla="*/ 21 h 113"/>
                  <a:gd name="T8" fmla="*/ 34 w 129"/>
                  <a:gd name="T9" fmla="*/ 8 h 113"/>
                  <a:gd name="T10" fmla="*/ 52 w 129"/>
                  <a:gd name="T11" fmla="*/ 0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113">
                    <a:moveTo>
                      <a:pt x="129" y="0"/>
                    </a:move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71" y="102"/>
                      <a:pt x="57" y="107"/>
                    </a:cubicBezTo>
                    <a:cubicBezTo>
                      <a:pt x="43" y="113"/>
                      <a:pt x="0" y="102"/>
                      <a:pt x="22" y="55"/>
                    </a:cubicBezTo>
                    <a:cubicBezTo>
                      <a:pt x="34" y="27"/>
                      <a:pt x="79" y="26"/>
                      <a:pt x="86" y="21"/>
                    </a:cubicBezTo>
                    <a:cubicBezTo>
                      <a:pt x="93" y="15"/>
                      <a:pt x="129" y="0"/>
                      <a:pt x="129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1" name="Freeform 727">
                <a:extLst>
                  <a:ext uri="{FF2B5EF4-FFF2-40B4-BE49-F238E27FC236}">
                    <a16:creationId xmlns:a16="http://schemas.microsoft.com/office/drawing/2014/main" id="{F0A05F07-3D15-4C6B-9615-AC03649AD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2213"/>
                <a:ext cx="62" cy="109"/>
              </a:xfrm>
              <a:custGeom>
                <a:avLst/>
                <a:gdLst>
                  <a:gd name="T0" fmla="*/ 34 w 84"/>
                  <a:gd name="T1" fmla="*/ 0 h 147"/>
                  <a:gd name="T2" fmla="*/ 31 w 84"/>
                  <a:gd name="T3" fmla="*/ 24 h 147"/>
                  <a:gd name="T4" fmla="*/ 9 w 84"/>
                  <a:gd name="T5" fmla="*/ 56 h 147"/>
                  <a:gd name="T6" fmla="*/ 10 w 84"/>
                  <a:gd name="T7" fmla="*/ 27 h 147"/>
                  <a:gd name="T8" fmla="*/ 34 w 84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47">
                    <a:moveTo>
                      <a:pt x="84" y="0"/>
                    </a:move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41" y="147"/>
                      <a:pt x="21" y="137"/>
                    </a:cubicBezTo>
                    <a:cubicBezTo>
                      <a:pt x="0" y="127"/>
                      <a:pt x="5" y="81"/>
                      <a:pt x="24" y="65"/>
                    </a:cubicBezTo>
                    <a:cubicBezTo>
                      <a:pt x="43" y="49"/>
                      <a:pt x="84" y="0"/>
                      <a:pt x="84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2" name="Freeform 728">
                <a:extLst>
                  <a:ext uri="{FF2B5EF4-FFF2-40B4-BE49-F238E27FC236}">
                    <a16:creationId xmlns:a16="http://schemas.microsoft.com/office/drawing/2014/main" id="{87A2AAFE-5D0F-4117-B909-41E52AA91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2339"/>
                <a:ext cx="67" cy="125"/>
              </a:xfrm>
              <a:custGeom>
                <a:avLst/>
                <a:gdLst>
                  <a:gd name="T0" fmla="*/ 36 w 90"/>
                  <a:gd name="T1" fmla="*/ 0 h 170"/>
                  <a:gd name="T2" fmla="*/ 37 w 90"/>
                  <a:gd name="T3" fmla="*/ 24 h 170"/>
                  <a:gd name="T4" fmla="*/ 11 w 90"/>
                  <a:gd name="T5" fmla="*/ 58 h 170"/>
                  <a:gd name="T6" fmla="*/ 16 w 90"/>
                  <a:gd name="T7" fmla="*/ 31 h 170"/>
                  <a:gd name="T8" fmla="*/ 36 w 90"/>
                  <a:gd name="T9" fmla="*/ 0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70">
                    <a:moveTo>
                      <a:pt x="87" y="0"/>
                    </a:moveTo>
                    <a:cubicBezTo>
                      <a:pt x="90" y="61"/>
                      <a:pt x="90" y="61"/>
                      <a:pt x="90" y="61"/>
                    </a:cubicBezTo>
                    <a:cubicBezTo>
                      <a:pt x="90" y="61"/>
                      <a:pt x="53" y="170"/>
                      <a:pt x="27" y="146"/>
                    </a:cubicBezTo>
                    <a:cubicBezTo>
                      <a:pt x="0" y="122"/>
                      <a:pt x="40" y="77"/>
                      <a:pt x="40" y="77"/>
                    </a:cubicBezTo>
                    <a:cubicBezTo>
                      <a:pt x="40" y="77"/>
                      <a:pt x="70" y="17"/>
                      <a:pt x="87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3" name="Freeform 729">
                <a:extLst>
                  <a:ext uri="{FF2B5EF4-FFF2-40B4-BE49-F238E27FC236}">
                    <a16:creationId xmlns:a16="http://schemas.microsoft.com/office/drawing/2014/main" id="{F4D9A656-3489-4310-85C3-3E0F32671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2437"/>
                <a:ext cx="51" cy="162"/>
              </a:xfrm>
              <a:custGeom>
                <a:avLst/>
                <a:gdLst>
                  <a:gd name="T0" fmla="*/ 20 w 69"/>
                  <a:gd name="T1" fmla="*/ 0 h 221"/>
                  <a:gd name="T2" fmla="*/ 28 w 69"/>
                  <a:gd name="T3" fmla="*/ 40 h 221"/>
                  <a:gd name="T4" fmla="*/ 16 w 69"/>
                  <a:gd name="T5" fmla="*/ 70 h 221"/>
                  <a:gd name="T6" fmla="*/ 7 w 69"/>
                  <a:gd name="T7" fmla="*/ 78 h 221"/>
                  <a:gd name="T8" fmla="*/ 4 w 69"/>
                  <a:gd name="T9" fmla="*/ 47 h 221"/>
                  <a:gd name="T10" fmla="*/ 20 w 69"/>
                  <a:gd name="T11" fmla="*/ 0 h 2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21">
                    <a:moveTo>
                      <a:pt x="50" y="0"/>
                    </a:moveTo>
                    <a:cubicBezTo>
                      <a:pt x="69" y="101"/>
                      <a:pt x="69" y="101"/>
                      <a:pt x="69" y="101"/>
                    </a:cubicBezTo>
                    <a:cubicBezTo>
                      <a:pt x="69" y="101"/>
                      <a:pt x="44" y="155"/>
                      <a:pt x="40" y="177"/>
                    </a:cubicBezTo>
                    <a:cubicBezTo>
                      <a:pt x="35" y="199"/>
                      <a:pt x="31" y="221"/>
                      <a:pt x="16" y="197"/>
                    </a:cubicBezTo>
                    <a:cubicBezTo>
                      <a:pt x="1" y="173"/>
                      <a:pt x="0" y="148"/>
                      <a:pt x="9" y="119"/>
                    </a:cubicBezTo>
                    <a:cubicBezTo>
                      <a:pt x="18" y="89"/>
                      <a:pt x="50" y="0"/>
                      <a:pt x="50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4" name="Freeform 730">
                <a:extLst>
                  <a:ext uri="{FF2B5EF4-FFF2-40B4-BE49-F238E27FC236}">
                    <a16:creationId xmlns:a16="http://schemas.microsoft.com/office/drawing/2014/main" id="{50EF2308-8917-425C-8863-CB5839A9D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2626"/>
                <a:ext cx="55" cy="127"/>
              </a:xfrm>
              <a:custGeom>
                <a:avLst/>
                <a:gdLst>
                  <a:gd name="T0" fmla="*/ 20 w 75"/>
                  <a:gd name="T1" fmla="*/ 0 h 172"/>
                  <a:gd name="T2" fmla="*/ 29 w 75"/>
                  <a:gd name="T3" fmla="*/ 30 h 172"/>
                  <a:gd name="T4" fmla="*/ 20 w 75"/>
                  <a:gd name="T5" fmla="*/ 48 h 172"/>
                  <a:gd name="T6" fmla="*/ 7 w 75"/>
                  <a:gd name="T7" fmla="*/ 61 h 172"/>
                  <a:gd name="T8" fmla="*/ 5 w 75"/>
                  <a:gd name="T9" fmla="*/ 26 h 172"/>
                  <a:gd name="T10" fmla="*/ 20 w 75"/>
                  <a:gd name="T11" fmla="*/ 0 h 1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172">
                    <a:moveTo>
                      <a:pt x="50" y="0"/>
                    </a:move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52" y="96"/>
                      <a:pt x="51" y="119"/>
                    </a:cubicBezTo>
                    <a:cubicBezTo>
                      <a:pt x="50" y="142"/>
                      <a:pt x="38" y="172"/>
                      <a:pt x="19" y="153"/>
                    </a:cubicBezTo>
                    <a:cubicBezTo>
                      <a:pt x="0" y="134"/>
                      <a:pt x="1" y="88"/>
                      <a:pt x="13" y="64"/>
                    </a:cubicBezTo>
                    <a:cubicBezTo>
                      <a:pt x="26" y="40"/>
                      <a:pt x="50" y="0"/>
                      <a:pt x="50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5" name="Freeform 731">
                <a:extLst>
                  <a:ext uri="{FF2B5EF4-FFF2-40B4-BE49-F238E27FC236}">
                    <a16:creationId xmlns:a16="http://schemas.microsoft.com/office/drawing/2014/main" id="{43C98287-99C2-45EC-A384-69F1110C6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" y="2737"/>
                <a:ext cx="56" cy="120"/>
              </a:xfrm>
              <a:custGeom>
                <a:avLst/>
                <a:gdLst>
                  <a:gd name="T0" fmla="*/ 15 w 76"/>
                  <a:gd name="T1" fmla="*/ 0 h 164"/>
                  <a:gd name="T2" fmla="*/ 30 w 76"/>
                  <a:gd name="T3" fmla="*/ 23 h 164"/>
                  <a:gd name="T4" fmla="*/ 18 w 76"/>
                  <a:gd name="T5" fmla="*/ 48 h 164"/>
                  <a:gd name="T6" fmla="*/ 2 w 76"/>
                  <a:gd name="T7" fmla="*/ 49 h 164"/>
                  <a:gd name="T8" fmla="*/ 6 w 76"/>
                  <a:gd name="T9" fmla="*/ 20 h 164"/>
                  <a:gd name="T10" fmla="*/ 15 w 76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64">
                    <a:moveTo>
                      <a:pt x="40" y="0"/>
                    </a:move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48" y="101"/>
                      <a:pt x="44" y="123"/>
                    </a:cubicBezTo>
                    <a:cubicBezTo>
                      <a:pt x="39" y="145"/>
                      <a:pt x="12" y="164"/>
                      <a:pt x="6" y="125"/>
                    </a:cubicBezTo>
                    <a:cubicBezTo>
                      <a:pt x="0" y="86"/>
                      <a:pt x="6" y="66"/>
                      <a:pt x="15" y="50"/>
                    </a:cubicBezTo>
                    <a:cubicBezTo>
                      <a:pt x="24" y="34"/>
                      <a:pt x="40" y="0"/>
                      <a:pt x="40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6" name="Freeform 732">
                <a:extLst>
                  <a:ext uri="{FF2B5EF4-FFF2-40B4-BE49-F238E27FC236}">
                    <a16:creationId xmlns:a16="http://schemas.microsoft.com/office/drawing/2014/main" id="{24E10BD0-E661-4E19-A628-7B61EFAC3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2823"/>
                <a:ext cx="59" cy="117"/>
              </a:xfrm>
              <a:custGeom>
                <a:avLst/>
                <a:gdLst>
                  <a:gd name="T0" fmla="*/ 18 w 80"/>
                  <a:gd name="T1" fmla="*/ 0 h 159"/>
                  <a:gd name="T2" fmla="*/ 32 w 80"/>
                  <a:gd name="T3" fmla="*/ 18 h 159"/>
                  <a:gd name="T4" fmla="*/ 17 w 80"/>
                  <a:gd name="T5" fmla="*/ 46 h 159"/>
                  <a:gd name="T6" fmla="*/ 4 w 80"/>
                  <a:gd name="T7" fmla="*/ 49 h 159"/>
                  <a:gd name="T8" fmla="*/ 7 w 80"/>
                  <a:gd name="T9" fmla="*/ 14 h 159"/>
                  <a:gd name="T10" fmla="*/ 18 w 80"/>
                  <a:gd name="T11" fmla="*/ 0 h 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159">
                    <a:moveTo>
                      <a:pt x="43" y="0"/>
                    </a:moveTo>
                    <a:cubicBezTo>
                      <a:pt x="80" y="44"/>
                      <a:pt x="80" y="44"/>
                      <a:pt x="80" y="44"/>
                    </a:cubicBezTo>
                    <a:cubicBezTo>
                      <a:pt x="80" y="44"/>
                      <a:pt x="44" y="90"/>
                      <a:pt x="42" y="116"/>
                    </a:cubicBezTo>
                    <a:cubicBezTo>
                      <a:pt x="40" y="142"/>
                      <a:pt x="18" y="159"/>
                      <a:pt x="9" y="123"/>
                    </a:cubicBezTo>
                    <a:cubicBezTo>
                      <a:pt x="0" y="86"/>
                      <a:pt x="19" y="35"/>
                      <a:pt x="19" y="35"/>
                    </a:cubicBezTo>
                    <a:cubicBezTo>
                      <a:pt x="19" y="35"/>
                      <a:pt x="32" y="11"/>
                      <a:pt x="43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7" name="Freeform 733">
                <a:extLst>
                  <a:ext uri="{FF2B5EF4-FFF2-40B4-BE49-F238E27FC236}">
                    <a16:creationId xmlns:a16="http://schemas.microsoft.com/office/drawing/2014/main" id="{6C8466F6-3FAD-48F8-AE5A-8883E89D1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2910"/>
                <a:ext cx="60" cy="112"/>
              </a:xfrm>
              <a:custGeom>
                <a:avLst/>
                <a:gdLst>
                  <a:gd name="T0" fmla="*/ 17 w 82"/>
                  <a:gd name="T1" fmla="*/ 0 h 153"/>
                  <a:gd name="T2" fmla="*/ 32 w 82"/>
                  <a:gd name="T3" fmla="*/ 18 h 153"/>
                  <a:gd name="T4" fmla="*/ 22 w 82"/>
                  <a:gd name="T5" fmla="*/ 37 h 153"/>
                  <a:gd name="T6" fmla="*/ 5 w 82"/>
                  <a:gd name="T7" fmla="*/ 48 h 153"/>
                  <a:gd name="T8" fmla="*/ 5 w 82"/>
                  <a:gd name="T9" fmla="*/ 15 h 153"/>
                  <a:gd name="T10" fmla="*/ 17 w 82"/>
                  <a:gd name="T11" fmla="*/ 0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153">
                    <a:moveTo>
                      <a:pt x="44" y="0"/>
                    </a:moveTo>
                    <a:cubicBezTo>
                      <a:pt x="82" y="47"/>
                      <a:pt x="82" y="47"/>
                      <a:pt x="82" y="47"/>
                    </a:cubicBezTo>
                    <a:cubicBezTo>
                      <a:pt x="82" y="47"/>
                      <a:pt x="59" y="69"/>
                      <a:pt x="56" y="94"/>
                    </a:cubicBezTo>
                    <a:cubicBezTo>
                      <a:pt x="52" y="119"/>
                      <a:pt x="27" y="153"/>
                      <a:pt x="13" y="121"/>
                    </a:cubicBezTo>
                    <a:cubicBezTo>
                      <a:pt x="0" y="89"/>
                      <a:pt x="4" y="54"/>
                      <a:pt x="14" y="39"/>
                    </a:cubicBezTo>
                    <a:cubicBezTo>
                      <a:pt x="25" y="24"/>
                      <a:pt x="44" y="0"/>
                      <a:pt x="44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8" name="Freeform 734">
                <a:extLst>
                  <a:ext uri="{FF2B5EF4-FFF2-40B4-BE49-F238E27FC236}">
                    <a16:creationId xmlns:a16="http://schemas.microsoft.com/office/drawing/2014/main" id="{3A1B359C-FBC5-471B-BCAF-94AD29793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2990"/>
                <a:ext cx="66" cy="124"/>
              </a:xfrm>
              <a:custGeom>
                <a:avLst/>
                <a:gdLst>
                  <a:gd name="T0" fmla="*/ 21 w 89"/>
                  <a:gd name="T1" fmla="*/ 0 h 168"/>
                  <a:gd name="T2" fmla="*/ 36 w 89"/>
                  <a:gd name="T3" fmla="*/ 24 h 168"/>
                  <a:gd name="T4" fmla="*/ 23 w 89"/>
                  <a:gd name="T5" fmla="*/ 44 h 168"/>
                  <a:gd name="T6" fmla="*/ 8 w 89"/>
                  <a:gd name="T7" fmla="*/ 57 h 168"/>
                  <a:gd name="T8" fmla="*/ 10 w 89"/>
                  <a:gd name="T9" fmla="*/ 21 h 168"/>
                  <a:gd name="T10" fmla="*/ 21 w 89"/>
                  <a:gd name="T11" fmla="*/ 0 h 1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168">
                    <a:moveTo>
                      <a:pt x="51" y="0"/>
                    </a:moveTo>
                    <a:cubicBezTo>
                      <a:pt x="89" y="60"/>
                      <a:pt x="89" y="60"/>
                      <a:pt x="89" y="60"/>
                    </a:cubicBezTo>
                    <a:cubicBezTo>
                      <a:pt x="89" y="60"/>
                      <a:pt x="64" y="88"/>
                      <a:pt x="57" y="109"/>
                    </a:cubicBezTo>
                    <a:cubicBezTo>
                      <a:pt x="50" y="131"/>
                      <a:pt x="41" y="168"/>
                      <a:pt x="20" y="141"/>
                    </a:cubicBezTo>
                    <a:cubicBezTo>
                      <a:pt x="0" y="115"/>
                      <a:pt x="20" y="64"/>
                      <a:pt x="26" y="53"/>
                    </a:cubicBezTo>
                    <a:cubicBezTo>
                      <a:pt x="32" y="43"/>
                      <a:pt x="51" y="0"/>
                      <a:pt x="51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9" name="Freeform 735">
                <a:extLst>
                  <a:ext uri="{FF2B5EF4-FFF2-40B4-BE49-F238E27FC236}">
                    <a16:creationId xmlns:a16="http://schemas.microsoft.com/office/drawing/2014/main" id="{E6DEA251-ECA5-4713-BB17-DE098AA63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" y="3075"/>
                <a:ext cx="64" cy="83"/>
              </a:xfrm>
              <a:custGeom>
                <a:avLst/>
                <a:gdLst>
                  <a:gd name="T0" fmla="*/ 28 w 88"/>
                  <a:gd name="T1" fmla="*/ 0 h 112"/>
                  <a:gd name="T2" fmla="*/ 34 w 88"/>
                  <a:gd name="T3" fmla="*/ 24 h 112"/>
                  <a:gd name="T4" fmla="*/ 12 w 88"/>
                  <a:gd name="T5" fmla="*/ 39 h 112"/>
                  <a:gd name="T6" fmla="*/ 7 w 88"/>
                  <a:gd name="T7" fmla="*/ 12 h 112"/>
                  <a:gd name="T8" fmla="*/ 28 w 88"/>
                  <a:gd name="T9" fmla="*/ 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12">
                    <a:moveTo>
                      <a:pt x="74" y="0"/>
                    </a:moveTo>
                    <a:cubicBezTo>
                      <a:pt x="74" y="0"/>
                      <a:pt x="88" y="39"/>
                      <a:pt x="88" y="59"/>
                    </a:cubicBezTo>
                    <a:cubicBezTo>
                      <a:pt x="88" y="59"/>
                      <a:pt x="44" y="76"/>
                      <a:pt x="33" y="94"/>
                    </a:cubicBezTo>
                    <a:cubicBezTo>
                      <a:pt x="21" y="112"/>
                      <a:pt x="0" y="49"/>
                      <a:pt x="16" y="30"/>
                    </a:cubicBezTo>
                    <a:cubicBezTo>
                      <a:pt x="32" y="11"/>
                      <a:pt x="74" y="0"/>
                      <a:pt x="74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0" name="Freeform 736">
                <a:extLst>
                  <a:ext uri="{FF2B5EF4-FFF2-40B4-BE49-F238E27FC236}">
                    <a16:creationId xmlns:a16="http://schemas.microsoft.com/office/drawing/2014/main" id="{BADC3122-FE1A-4D61-ADBB-6D08F10B6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3145"/>
                <a:ext cx="81" cy="60"/>
              </a:xfrm>
              <a:custGeom>
                <a:avLst/>
                <a:gdLst>
                  <a:gd name="T0" fmla="*/ 42 w 109"/>
                  <a:gd name="T1" fmla="*/ 1 h 81"/>
                  <a:gd name="T2" fmla="*/ 45 w 109"/>
                  <a:gd name="T3" fmla="*/ 22 h 81"/>
                  <a:gd name="T4" fmla="*/ 17 w 109"/>
                  <a:gd name="T5" fmla="*/ 29 h 81"/>
                  <a:gd name="T6" fmla="*/ 1 w 109"/>
                  <a:gd name="T7" fmla="*/ 21 h 81"/>
                  <a:gd name="T8" fmla="*/ 24 w 109"/>
                  <a:gd name="T9" fmla="*/ 4 h 81"/>
                  <a:gd name="T10" fmla="*/ 42 w 109"/>
                  <a:gd name="T11" fmla="*/ 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9" h="81">
                    <a:moveTo>
                      <a:pt x="103" y="4"/>
                    </a:moveTo>
                    <a:cubicBezTo>
                      <a:pt x="109" y="55"/>
                      <a:pt x="109" y="55"/>
                      <a:pt x="109" y="55"/>
                    </a:cubicBezTo>
                    <a:cubicBezTo>
                      <a:pt x="109" y="55"/>
                      <a:pt x="53" y="64"/>
                      <a:pt x="42" y="71"/>
                    </a:cubicBezTo>
                    <a:cubicBezTo>
                      <a:pt x="30" y="78"/>
                      <a:pt x="7" y="81"/>
                      <a:pt x="4" y="52"/>
                    </a:cubicBezTo>
                    <a:cubicBezTo>
                      <a:pt x="0" y="22"/>
                      <a:pt x="58" y="9"/>
                      <a:pt x="58" y="9"/>
                    </a:cubicBezTo>
                    <a:cubicBezTo>
                      <a:pt x="58" y="9"/>
                      <a:pt x="96" y="0"/>
                      <a:pt x="103" y="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1" name="Freeform 737">
                <a:extLst>
                  <a:ext uri="{FF2B5EF4-FFF2-40B4-BE49-F238E27FC236}">
                    <a16:creationId xmlns:a16="http://schemas.microsoft.com/office/drawing/2014/main" id="{92F9DEF2-5640-442F-BEFE-EFB002300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3217"/>
                <a:ext cx="81" cy="70"/>
              </a:xfrm>
              <a:custGeom>
                <a:avLst/>
                <a:gdLst>
                  <a:gd name="T0" fmla="*/ 43 w 110"/>
                  <a:gd name="T1" fmla="*/ 0 h 95"/>
                  <a:gd name="T2" fmla="*/ 44 w 110"/>
                  <a:gd name="T3" fmla="*/ 26 h 95"/>
                  <a:gd name="T4" fmla="*/ 24 w 110"/>
                  <a:gd name="T5" fmla="*/ 26 h 95"/>
                  <a:gd name="T6" fmla="*/ 1 w 110"/>
                  <a:gd name="T7" fmla="*/ 18 h 95"/>
                  <a:gd name="T8" fmla="*/ 21 w 110"/>
                  <a:gd name="T9" fmla="*/ 3 h 95"/>
                  <a:gd name="T10" fmla="*/ 43 w 110"/>
                  <a:gd name="T11" fmla="*/ 0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95">
                    <a:moveTo>
                      <a:pt x="107" y="0"/>
                    </a:moveTo>
                    <a:cubicBezTo>
                      <a:pt x="110" y="65"/>
                      <a:pt x="110" y="65"/>
                      <a:pt x="110" y="65"/>
                    </a:cubicBezTo>
                    <a:cubicBezTo>
                      <a:pt x="110" y="65"/>
                      <a:pt x="73" y="57"/>
                      <a:pt x="58" y="64"/>
                    </a:cubicBezTo>
                    <a:cubicBezTo>
                      <a:pt x="43" y="71"/>
                      <a:pt x="0" y="95"/>
                      <a:pt x="4" y="46"/>
                    </a:cubicBezTo>
                    <a:cubicBezTo>
                      <a:pt x="7" y="7"/>
                      <a:pt x="33" y="6"/>
                      <a:pt x="53" y="8"/>
                    </a:cubicBezTo>
                    <a:cubicBezTo>
                      <a:pt x="74" y="11"/>
                      <a:pt x="107" y="0"/>
                      <a:pt x="107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2" name="Freeform 738">
                <a:extLst>
                  <a:ext uri="{FF2B5EF4-FFF2-40B4-BE49-F238E27FC236}">
                    <a16:creationId xmlns:a16="http://schemas.microsoft.com/office/drawing/2014/main" id="{6C4CB5AE-EEF2-4F1D-8C43-3D4481B46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3274"/>
                <a:ext cx="87" cy="69"/>
              </a:xfrm>
              <a:custGeom>
                <a:avLst/>
                <a:gdLst>
                  <a:gd name="T0" fmla="*/ 47 w 118"/>
                  <a:gd name="T1" fmla="*/ 10 h 93"/>
                  <a:gd name="T2" fmla="*/ 40 w 118"/>
                  <a:gd name="T3" fmla="*/ 38 h 93"/>
                  <a:gd name="T4" fmla="*/ 15 w 118"/>
                  <a:gd name="T5" fmla="*/ 36 h 93"/>
                  <a:gd name="T6" fmla="*/ 1 w 118"/>
                  <a:gd name="T7" fmla="*/ 16 h 93"/>
                  <a:gd name="T8" fmla="*/ 27 w 118"/>
                  <a:gd name="T9" fmla="*/ 5 h 93"/>
                  <a:gd name="T10" fmla="*/ 47 w 118"/>
                  <a:gd name="T11" fmla="*/ 10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93">
                    <a:moveTo>
                      <a:pt x="118" y="24"/>
                    </a:moveTo>
                    <a:cubicBezTo>
                      <a:pt x="118" y="24"/>
                      <a:pt x="109" y="85"/>
                      <a:pt x="99" y="93"/>
                    </a:cubicBezTo>
                    <a:cubicBezTo>
                      <a:pt x="99" y="93"/>
                      <a:pt x="55" y="86"/>
                      <a:pt x="38" y="87"/>
                    </a:cubicBezTo>
                    <a:cubicBezTo>
                      <a:pt x="21" y="88"/>
                      <a:pt x="0" y="80"/>
                      <a:pt x="3" y="40"/>
                    </a:cubicBezTo>
                    <a:cubicBezTo>
                      <a:pt x="7" y="0"/>
                      <a:pt x="48" y="10"/>
                      <a:pt x="66" y="14"/>
                    </a:cubicBezTo>
                    <a:cubicBezTo>
                      <a:pt x="85" y="17"/>
                      <a:pt x="118" y="24"/>
                      <a:pt x="118" y="2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3" name="Freeform 739">
                <a:extLst>
                  <a:ext uri="{FF2B5EF4-FFF2-40B4-BE49-F238E27FC236}">
                    <a16:creationId xmlns:a16="http://schemas.microsoft.com/office/drawing/2014/main" id="{4850B547-A2F0-4E27-BAD2-E03112924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3367"/>
                <a:ext cx="82" cy="79"/>
              </a:xfrm>
              <a:custGeom>
                <a:avLst/>
                <a:gdLst>
                  <a:gd name="T0" fmla="*/ 45 w 111"/>
                  <a:gd name="T1" fmla="*/ 4 h 107"/>
                  <a:gd name="T2" fmla="*/ 35 w 111"/>
                  <a:gd name="T3" fmla="*/ 35 h 107"/>
                  <a:gd name="T4" fmla="*/ 16 w 111"/>
                  <a:gd name="T5" fmla="*/ 36 h 107"/>
                  <a:gd name="T6" fmla="*/ 1 w 111"/>
                  <a:gd name="T7" fmla="*/ 30 h 107"/>
                  <a:gd name="T8" fmla="*/ 12 w 111"/>
                  <a:gd name="T9" fmla="*/ 6 h 107"/>
                  <a:gd name="T10" fmla="*/ 30 w 111"/>
                  <a:gd name="T11" fmla="*/ 3 h 107"/>
                  <a:gd name="T12" fmla="*/ 45 w 111"/>
                  <a:gd name="T13" fmla="*/ 4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1" h="107">
                    <a:moveTo>
                      <a:pt x="111" y="9"/>
                    </a:moveTo>
                    <a:cubicBezTo>
                      <a:pt x="86" y="87"/>
                      <a:pt x="86" y="87"/>
                      <a:pt x="86" y="87"/>
                    </a:cubicBezTo>
                    <a:cubicBezTo>
                      <a:pt x="86" y="87"/>
                      <a:pt x="55" y="83"/>
                      <a:pt x="39" y="89"/>
                    </a:cubicBezTo>
                    <a:cubicBezTo>
                      <a:pt x="23" y="95"/>
                      <a:pt x="0" y="107"/>
                      <a:pt x="2" y="73"/>
                    </a:cubicBezTo>
                    <a:cubicBezTo>
                      <a:pt x="5" y="39"/>
                      <a:pt x="9" y="20"/>
                      <a:pt x="29" y="15"/>
                    </a:cubicBezTo>
                    <a:cubicBezTo>
                      <a:pt x="48" y="9"/>
                      <a:pt x="58" y="13"/>
                      <a:pt x="73" y="7"/>
                    </a:cubicBezTo>
                    <a:cubicBezTo>
                      <a:pt x="88" y="0"/>
                      <a:pt x="111" y="9"/>
                      <a:pt x="111" y="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4" name="Freeform 740">
                <a:extLst>
                  <a:ext uri="{FF2B5EF4-FFF2-40B4-BE49-F238E27FC236}">
                    <a16:creationId xmlns:a16="http://schemas.microsoft.com/office/drawing/2014/main" id="{E02F3E02-FC99-484E-A7D0-163E83F17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" y="3462"/>
                <a:ext cx="104" cy="60"/>
              </a:xfrm>
              <a:custGeom>
                <a:avLst/>
                <a:gdLst>
                  <a:gd name="T0" fmla="*/ 57 w 141"/>
                  <a:gd name="T1" fmla="*/ 3 h 81"/>
                  <a:gd name="T2" fmla="*/ 36 w 141"/>
                  <a:gd name="T3" fmla="*/ 30 h 81"/>
                  <a:gd name="T4" fmla="*/ 11 w 141"/>
                  <a:gd name="T5" fmla="*/ 30 h 81"/>
                  <a:gd name="T6" fmla="*/ 3 w 141"/>
                  <a:gd name="T7" fmla="*/ 19 h 81"/>
                  <a:gd name="T8" fmla="*/ 34 w 141"/>
                  <a:gd name="T9" fmla="*/ 0 h 81"/>
                  <a:gd name="T10" fmla="*/ 57 w 141"/>
                  <a:gd name="T11" fmla="*/ 3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81">
                    <a:moveTo>
                      <a:pt x="141" y="8"/>
                    </a:moveTo>
                    <a:cubicBezTo>
                      <a:pt x="91" y="75"/>
                      <a:pt x="91" y="75"/>
                      <a:pt x="91" y="75"/>
                    </a:cubicBezTo>
                    <a:cubicBezTo>
                      <a:pt x="91" y="75"/>
                      <a:pt x="48" y="67"/>
                      <a:pt x="29" y="74"/>
                    </a:cubicBezTo>
                    <a:cubicBezTo>
                      <a:pt x="10" y="81"/>
                      <a:pt x="0" y="64"/>
                      <a:pt x="8" y="47"/>
                    </a:cubicBezTo>
                    <a:cubicBezTo>
                      <a:pt x="16" y="30"/>
                      <a:pt x="39" y="0"/>
                      <a:pt x="85" y="0"/>
                    </a:cubicBezTo>
                    <a:cubicBezTo>
                      <a:pt x="131" y="0"/>
                      <a:pt x="141" y="8"/>
                      <a:pt x="141" y="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5" name="Freeform 741">
                <a:extLst>
                  <a:ext uri="{FF2B5EF4-FFF2-40B4-BE49-F238E27FC236}">
                    <a16:creationId xmlns:a16="http://schemas.microsoft.com/office/drawing/2014/main" id="{B96AD2F8-8730-41D2-9A5F-759FBD858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" y="3535"/>
                <a:ext cx="193" cy="390"/>
              </a:xfrm>
              <a:custGeom>
                <a:avLst/>
                <a:gdLst>
                  <a:gd name="T0" fmla="*/ 105 w 262"/>
                  <a:gd name="T1" fmla="*/ 13 h 529"/>
                  <a:gd name="T2" fmla="*/ 66 w 262"/>
                  <a:gd name="T3" fmla="*/ 55 h 529"/>
                  <a:gd name="T4" fmla="*/ 16 w 262"/>
                  <a:gd name="T5" fmla="*/ 209 h 529"/>
                  <a:gd name="T6" fmla="*/ 6 w 262"/>
                  <a:gd name="T7" fmla="*/ 178 h 529"/>
                  <a:gd name="T8" fmla="*/ 3 w 262"/>
                  <a:gd name="T9" fmla="*/ 166 h 529"/>
                  <a:gd name="T10" fmla="*/ 15 w 262"/>
                  <a:gd name="T11" fmla="*/ 109 h 529"/>
                  <a:gd name="T12" fmla="*/ 17 w 262"/>
                  <a:gd name="T13" fmla="*/ 89 h 529"/>
                  <a:gd name="T14" fmla="*/ 42 w 262"/>
                  <a:gd name="T15" fmla="*/ 50 h 529"/>
                  <a:gd name="T16" fmla="*/ 60 w 262"/>
                  <a:gd name="T17" fmla="*/ 32 h 529"/>
                  <a:gd name="T18" fmla="*/ 105 w 262"/>
                  <a:gd name="T19" fmla="*/ 13 h 5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2" h="529">
                    <a:moveTo>
                      <a:pt x="262" y="32"/>
                    </a:moveTo>
                    <a:cubicBezTo>
                      <a:pt x="262" y="32"/>
                      <a:pt x="216" y="95"/>
                      <a:pt x="165" y="136"/>
                    </a:cubicBezTo>
                    <a:cubicBezTo>
                      <a:pt x="113" y="178"/>
                      <a:pt x="16" y="351"/>
                      <a:pt x="41" y="521"/>
                    </a:cubicBezTo>
                    <a:cubicBezTo>
                      <a:pt x="41" y="521"/>
                      <a:pt x="7" y="529"/>
                      <a:pt x="15" y="444"/>
                    </a:cubicBezTo>
                    <a:cubicBezTo>
                      <a:pt x="17" y="420"/>
                      <a:pt x="16" y="435"/>
                      <a:pt x="8" y="414"/>
                    </a:cubicBezTo>
                    <a:cubicBezTo>
                      <a:pt x="0" y="394"/>
                      <a:pt x="13" y="291"/>
                      <a:pt x="37" y="272"/>
                    </a:cubicBezTo>
                    <a:cubicBezTo>
                      <a:pt x="61" y="254"/>
                      <a:pt x="54" y="243"/>
                      <a:pt x="42" y="223"/>
                    </a:cubicBezTo>
                    <a:cubicBezTo>
                      <a:pt x="31" y="204"/>
                      <a:pt x="57" y="122"/>
                      <a:pt x="106" y="125"/>
                    </a:cubicBezTo>
                    <a:cubicBezTo>
                      <a:pt x="156" y="128"/>
                      <a:pt x="153" y="98"/>
                      <a:pt x="149" y="78"/>
                    </a:cubicBezTo>
                    <a:cubicBezTo>
                      <a:pt x="144" y="59"/>
                      <a:pt x="212" y="0"/>
                      <a:pt x="262" y="3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6" name="Freeform 742">
                <a:extLst>
                  <a:ext uri="{FF2B5EF4-FFF2-40B4-BE49-F238E27FC236}">
                    <a16:creationId xmlns:a16="http://schemas.microsoft.com/office/drawing/2014/main" id="{7F3E7568-0745-496F-8806-55CBD4F82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" y="3569"/>
                <a:ext cx="299" cy="524"/>
              </a:xfrm>
              <a:custGeom>
                <a:avLst/>
                <a:gdLst>
                  <a:gd name="T0" fmla="*/ 126 w 405"/>
                  <a:gd name="T1" fmla="*/ 10 h 711"/>
                  <a:gd name="T2" fmla="*/ 75 w 405"/>
                  <a:gd name="T3" fmla="*/ 63 h 711"/>
                  <a:gd name="T4" fmla="*/ 9 w 405"/>
                  <a:gd name="T5" fmla="*/ 150 h 711"/>
                  <a:gd name="T6" fmla="*/ 22 w 405"/>
                  <a:gd name="T7" fmla="*/ 234 h 711"/>
                  <a:gd name="T8" fmla="*/ 50 w 405"/>
                  <a:gd name="T9" fmla="*/ 258 h 711"/>
                  <a:gd name="T10" fmla="*/ 30 w 405"/>
                  <a:gd name="T11" fmla="*/ 214 h 711"/>
                  <a:gd name="T12" fmla="*/ 27 w 405"/>
                  <a:gd name="T13" fmla="*/ 178 h 711"/>
                  <a:gd name="T14" fmla="*/ 77 w 405"/>
                  <a:gd name="T15" fmla="*/ 109 h 711"/>
                  <a:gd name="T16" fmla="*/ 132 w 405"/>
                  <a:gd name="T17" fmla="*/ 80 h 711"/>
                  <a:gd name="T18" fmla="*/ 157 w 405"/>
                  <a:gd name="T19" fmla="*/ 47 h 711"/>
                  <a:gd name="T20" fmla="*/ 136 w 405"/>
                  <a:gd name="T21" fmla="*/ 27 h 711"/>
                  <a:gd name="T22" fmla="*/ 126 w 405"/>
                  <a:gd name="T23" fmla="*/ 10 h 7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5" h="711">
                    <a:moveTo>
                      <a:pt x="311" y="25"/>
                    </a:moveTo>
                    <a:cubicBezTo>
                      <a:pt x="311" y="25"/>
                      <a:pt x="246" y="122"/>
                      <a:pt x="186" y="158"/>
                    </a:cubicBezTo>
                    <a:cubicBezTo>
                      <a:pt x="127" y="193"/>
                      <a:pt x="40" y="261"/>
                      <a:pt x="22" y="373"/>
                    </a:cubicBezTo>
                    <a:cubicBezTo>
                      <a:pt x="3" y="485"/>
                      <a:pt x="0" y="512"/>
                      <a:pt x="55" y="584"/>
                    </a:cubicBezTo>
                    <a:cubicBezTo>
                      <a:pt x="110" y="656"/>
                      <a:pt x="149" y="711"/>
                      <a:pt x="124" y="645"/>
                    </a:cubicBezTo>
                    <a:cubicBezTo>
                      <a:pt x="98" y="579"/>
                      <a:pt x="88" y="548"/>
                      <a:pt x="73" y="536"/>
                    </a:cubicBezTo>
                    <a:cubicBezTo>
                      <a:pt x="58" y="525"/>
                      <a:pt x="81" y="488"/>
                      <a:pt x="66" y="446"/>
                    </a:cubicBezTo>
                    <a:cubicBezTo>
                      <a:pt x="51" y="404"/>
                      <a:pt x="63" y="300"/>
                      <a:pt x="191" y="273"/>
                    </a:cubicBezTo>
                    <a:cubicBezTo>
                      <a:pt x="319" y="247"/>
                      <a:pt x="319" y="234"/>
                      <a:pt x="329" y="198"/>
                    </a:cubicBezTo>
                    <a:cubicBezTo>
                      <a:pt x="340" y="161"/>
                      <a:pt x="405" y="170"/>
                      <a:pt x="391" y="118"/>
                    </a:cubicBezTo>
                    <a:cubicBezTo>
                      <a:pt x="377" y="65"/>
                      <a:pt x="339" y="116"/>
                      <a:pt x="337" y="66"/>
                    </a:cubicBezTo>
                    <a:cubicBezTo>
                      <a:pt x="335" y="0"/>
                      <a:pt x="311" y="25"/>
                      <a:pt x="311" y="2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7" name="Freeform 743">
                <a:extLst>
                  <a:ext uri="{FF2B5EF4-FFF2-40B4-BE49-F238E27FC236}">
                    <a16:creationId xmlns:a16="http://schemas.microsoft.com/office/drawing/2014/main" id="{3CB8AC31-407C-46F5-BE80-CCCD745BD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1421"/>
                <a:ext cx="68" cy="89"/>
              </a:xfrm>
              <a:custGeom>
                <a:avLst/>
                <a:gdLst>
                  <a:gd name="T0" fmla="*/ 0 w 93"/>
                  <a:gd name="T1" fmla="*/ 15 h 121"/>
                  <a:gd name="T2" fmla="*/ 12 w 93"/>
                  <a:gd name="T3" fmla="*/ 8 h 121"/>
                  <a:gd name="T4" fmla="*/ 24 w 93"/>
                  <a:gd name="T5" fmla="*/ 7 h 121"/>
                  <a:gd name="T6" fmla="*/ 33 w 93"/>
                  <a:gd name="T7" fmla="*/ 18 h 121"/>
                  <a:gd name="T8" fmla="*/ 24 w 93"/>
                  <a:gd name="T9" fmla="*/ 40 h 121"/>
                  <a:gd name="T10" fmla="*/ 1 w 93"/>
                  <a:gd name="T11" fmla="*/ 30 h 121"/>
                  <a:gd name="T12" fmla="*/ 0 w 93"/>
                  <a:gd name="T13" fmla="*/ 15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121">
                    <a:moveTo>
                      <a:pt x="0" y="40"/>
                    </a:moveTo>
                    <a:cubicBezTo>
                      <a:pt x="0" y="40"/>
                      <a:pt x="29" y="41"/>
                      <a:pt x="32" y="20"/>
                    </a:cubicBezTo>
                    <a:cubicBezTo>
                      <a:pt x="36" y="0"/>
                      <a:pt x="52" y="6"/>
                      <a:pt x="62" y="18"/>
                    </a:cubicBezTo>
                    <a:cubicBezTo>
                      <a:pt x="72" y="30"/>
                      <a:pt x="80" y="16"/>
                      <a:pt x="84" y="45"/>
                    </a:cubicBezTo>
                    <a:cubicBezTo>
                      <a:pt x="87" y="75"/>
                      <a:pt x="93" y="101"/>
                      <a:pt x="62" y="100"/>
                    </a:cubicBezTo>
                    <a:cubicBezTo>
                      <a:pt x="30" y="99"/>
                      <a:pt x="2" y="121"/>
                      <a:pt x="2" y="76"/>
                    </a:cubicBezTo>
                    <a:cubicBezTo>
                      <a:pt x="2" y="48"/>
                      <a:pt x="0" y="40"/>
                      <a:pt x="0" y="4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8" name="Freeform 744">
                <a:extLst>
                  <a:ext uri="{FF2B5EF4-FFF2-40B4-BE49-F238E27FC236}">
                    <a16:creationId xmlns:a16="http://schemas.microsoft.com/office/drawing/2014/main" id="{A66BC10B-4D45-4F1F-8786-A491C4758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494"/>
                <a:ext cx="103" cy="107"/>
              </a:xfrm>
              <a:custGeom>
                <a:avLst/>
                <a:gdLst>
                  <a:gd name="T0" fmla="*/ 0 w 140"/>
                  <a:gd name="T1" fmla="*/ 9 h 145"/>
                  <a:gd name="T2" fmla="*/ 13 w 140"/>
                  <a:gd name="T3" fmla="*/ 11 h 145"/>
                  <a:gd name="T4" fmla="*/ 27 w 140"/>
                  <a:gd name="T5" fmla="*/ 3 h 145"/>
                  <a:gd name="T6" fmla="*/ 40 w 140"/>
                  <a:gd name="T7" fmla="*/ 30 h 145"/>
                  <a:gd name="T8" fmla="*/ 37 w 140"/>
                  <a:gd name="T9" fmla="*/ 43 h 145"/>
                  <a:gd name="T10" fmla="*/ 15 w 140"/>
                  <a:gd name="T11" fmla="*/ 41 h 145"/>
                  <a:gd name="T12" fmla="*/ 1 w 140"/>
                  <a:gd name="T13" fmla="*/ 31 h 145"/>
                  <a:gd name="T14" fmla="*/ 0 w 140"/>
                  <a:gd name="T15" fmla="*/ 9 h 1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145">
                    <a:moveTo>
                      <a:pt x="0" y="22"/>
                    </a:moveTo>
                    <a:cubicBezTo>
                      <a:pt x="0" y="22"/>
                      <a:pt x="21" y="20"/>
                      <a:pt x="31" y="29"/>
                    </a:cubicBezTo>
                    <a:cubicBezTo>
                      <a:pt x="41" y="39"/>
                      <a:pt x="55" y="0"/>
                      <a:pt x="68" y="8"/>
                    </a:cubicBezTo>
                    <a:cubicBezTo>
                      <a:pt x="81" y="15"/>
                      <a:pt x="85" y="64"/>
                      <a:pt x="100" y="75"/>
                    </a:cubicBezTo>
                    <a:cubicBezTo>
                      <a:pt x="115" y="86"/>
                      <a:pt x="140" y="145"/>
                      <a:pt x="93" y="107"/>
                    </a:cubicBezTo>
                    <a:cubicBezTo>
                      <a:pt x="46" y="69"/>
                      <a:pt x="47" y="96"/>
                      <a:pt x="39" y="101"/>
                    </a:cubicBezTo>
                    <a:cubicBezTo>
                      <a:pt x="30" y="107"/>
                      <a:pt x="4" y="116"/>
                      <a:pt x="3" y="77"/>
                    </a:cubicBezTo>
                    <a:cubicBezTo>
                      <a:pt x="2" y="39"/>
                      <a:pt x="0" y="22"/>
                      <a:pt x="0" y="2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9" name="Freeform 745">
                <a:extLst>
                  <a:ext uri="{FF2B5EF4-FFF2-40B4-BE49-F238E27FC236}">
                    <a16:creationId xmlns:a16="http://schemas.microsoft.com/office/drawing/2014/main" id="{9B4678E9-8879-4CE3-BE20-087AB26F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1546"/>
                <a:ext cx="108" cy="115"/>
              </a:xfrm>
              <a:custGeom>
                <a:avLst/>
                <a:gdLst>
                  <a:gd name="T0" fmla="*/ 2 w 147"/>
                  <a:gd name="T1" fmla="*/ 24 h 156"/>
                  <a:gd name="T2" fmla="*/ 11 w 147"/>
                  <a:gd name="T3" fmla="*/ 14 h 156"/>
                  <a:gd name="T4" fmla="*/ 39 w 147"/>
                  <a:gd name="T5" fmla="*/ 17 h 156"/>
                  <a:gd name="T6" fmla="*/ 43 w 147"/>
                  <a:gd name="T7" fmla="*/ 55 h 156"/>
                  <a:gd name="T8" fmla="*/ 19 w 147"/>
                  <a:gd name="T9" fmla="*/ 55 h 156"/>
                  <a:gd name="T10" fmla="*/ 3 w 147"/>
                  <a:gd name="T11" fmla="*/ 53 h 156"/>
                  <a:gd name="T12" fmla="*/ 2 w 147"/>
                  <a:gd name="T13" fmla="*/ 24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156">
                    <a:moveTo>
                      <a:pt x="6" y="60"/>
                    </a:moveTo>
                    <a:cubicBezTo>
                      <a:pt x="6" y="60"/>
                      <a:pt x="0" y="35"/>
                      <a:pt x="29" y="35"/>
                    </a:cubicBezTo>
                    <a:cubicBezTo>
                      <a:pt x="57" y="35"/>
                      <a:pt x="80" y="0"/>
                      <a:pt x="98" y="42"/>
                    </a:cubicBezTo>
                    <a:cubicBezTo>
                      <a:pt x="115" y="85"/>
                      <a:pt x="147" y="155"/>
                      <a:pt x="107" y="137"/>
                    </a:cubicBezTo>
                    <a:cubicBezTo>
                      <a:pt x="68" y="120"/>
                      <a:pt x="58" y="119"/>
                      <a:pt x="47" y="137"/>
                    </a:cubicBezTo>
                    <a:cubicBezTo>
                      <a:pt x="36" y="156"/>
                      <a:pt x="24" y="121"/>
                      <a:pt x="8" y="131"/>
                    </a:cubicBezTo>
                    <a:cubicBezTo>
                      <a:pt x="3" y="134"/>
                      <a:pt x="6" y="60"/>
                      <a:pt x="6" y="6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0" name="Freeform 746">
                <a:extLst>
                  <a:ext uri="{FF2B5EF4-FFF2-40B4-BE49-F238E27FC236}">
                    <a16:creationId xmlns:a16="http://schemas.microsoft.com/office/drawing/2014/main" id="{4EA3CE49-B802-4AE3-8492-12F3F4FB7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1643"/>
                <a:ext cx="97" cy="83"/>
              </a:xfrm>
              <a:custGeom>
                <a:avLst/>
                <a:gdLst>
                  <a:gd name="T0" fmla="*/ 4 w 132"/>
                  <a:gd name="T1" fmla="*/ 7 h 113"/>
                  <a:gd name="T2" fmla="*/ 1 w 132"/>
                  <a:gd name="T3" fmla="*/ 29 h 113"/>
                  <a:gd name="T4" fmla="*/ 17 w 132"/>
                  <a:gd name="T5" fmla="*/ 38 h 113"/>
                  <a:gd name="T6" fmla="*/ 34 w 132"/>
                  <a:gd name="T7" fmla="*/ 40 h 113"/>
                  <a:gd name="T8" fmla="*/ 47 w 132"/>
                  <a:gd name="T9" fmla="*/ 27 h 113"/>
                  <a:gd name="T10" fmla="*/ 28 w 132"/>
                  <a:gd name="T11" fmla="*/ 7 h 113"/>
                  <a:gd name="T12" fmla="*/ 4 w 132"/>
                  <a:gd name="T13" fmla="*/ 7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2" h="113">
                    <a:moveTo>
                      <a:pt x="11" y="16"/>
                    </a:moveTo>
                    <a:cubicBezTo>
                      <a:pt x="11" y="16"/>
                      <a:pt x="0" y="56"/>
                      <a:pt x="3" y="72"/>
                    </a:cubicBezTo>
                    <a:cubicBezTo>
                      <a:pt x="7" y="88"/>
                      <a:pt x="28" y="78"/>
                      <a:pt x="42" y="96"/>
                    </a:cubicBezTo>
                    <a:cubicBezTo>
                      <a:pt x="55" y="113"/>
                      <a:pt x="64" y="79"/>
                      <a:pt x="86" y="101"/>
                    </a:cubicBezTo>
                    <a:cubicBezTo>
                      <a:pt x="95" y="110"/>
                      <a:pt x="132" y="88"/>
                      <a:pt x="119" y="69"/>
                    </a:cubicBezTo>
                    <a:cubicBezTo>
                      <a:pt x="106" y="49"/>
                      <a:pt x="90" y="0"/>
                      <a:pt x="71" y="18"/>
                    </a:cubicBezTo>
                    <a:cubicBezTo>
                      <a:pt x="52" y="37"/>
                      <a:pt x="15" y="3"/>
                      <a:pt x="11" y="1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1" name="Freeform 747">
                <a:extLst>
                  <a:ext uri="{FF2B5EF4-FFF2-40B4-BE49-F238E27FC236}">
                    <a16:creationId xmlns:a16="http://schemas.microsoft.com/office/drawing/2014/main" id="{F6CA68E6-595E-435F-A46B-C69A54D4F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1715"/>
                <a:ext cx="86" cy="90"/>
              </a:xfrm>
              <a:custGeom>
                <a:avLst/>
                <a:gdLst>
                  <a:gd name="T0" fmla="*/ 2 w 117"/>
                  <a:gd name="T1" fmla="*/ 0 h 123"/>
                  <a:gd name="T2" fmla="*/ 0 w 117"/>
                  <a:gd name="T3" fmla="*/ 28 h 123"/>
                  <a:gd name="T4" fmla="*/ 8 w 117"/>
                  <a:gd name="T5" fmla="*/ 37 h 123"/>
                  <a:gd name="T6" fmla="*/ 24 w 117"/>
                  <a:gd name="T7" fmla="*/ 41 h 123"/>
                  <a:gd name="T8" fmla="*/ 40 w 117"/>
                  <a:gd name="T9" fmla="*/ 32 h 123"/>
                  <a:gd name="T10" fmla="*/ 37 w 117"/>
                  <a:gd name="T11" fmla="*/ 11 h 123"/>
                  <a:gd name="T12" fmla="*/ 15 w 117"/>
                  <a:gd name="T13" fmla="*/ 10 h 123"/>
                  <a:gd name="T14" fmla="*/ 2 w 117"/>
                  <a:gd name="T15" fmla="*/ 0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7" h="123">
                    <a:moveTo>
                      <a:pt x="6" y="0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11" y="98"/>
                      <a:pt x="20" y="94"/>
                    </a:cubicBezTo>
                    <a:cubicBezTo>
                      <a:pt x="29" y="90"/>
                      <a:pt x="42" y="88"/>
                      <a:pt x="59" y="104"/>
                    </a:cubicBezTo>
                    <a:cubicBezTo>
                      <a:pt x="77" y="119"/>
                      <a:pt x="84" y="123"/>
                      <a:pt x="101" y="82"/>
                    </a:cubicBezTo>
                    <a:cubicBezTo>
                      <a:pt x="117" y="40"/>
                      <a:pt x="107" y="41"/>
                      <a:pt x="92" y="29"/>
                    </a:cubicBezTo>
                    <a:cubicBezTo>
                      <a:pt x="77" y="17"/>
                      <a:pt x="59" y="37"/>
                      <a:pt x="39" y="24"/>
                    </a:cubicBezTo>
                    <a:cubicBezTo>
                      <a:pt x="20" y="11"/>
                      <a:pt x="6" y="0"/>
                      <a:pt x="6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2" name="Freeform 748">
                <a:extLst>
                  <a:ext uri="{FF2B5EF4-FFF2-40B4-BE49-F238E27FC236}">
                    <a16:creationId xmlns:a16="http://schemas.microsoft.com/office/drawing/2014/main" id="{C9305A94-D373-454A-9363-3F506C125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1782"/>
                <a:ext cx="91" cy="93"/>
              </a:xfrm>
              <a:custGeom>
                <a:avLst/>
                <a:gdLst>
                  <a:gd name="T0" fmla="*/ 13 w 123"/>
                  <a:gd name="T1" fmla="*/ 1 h 126"/>
                  <a:gd name="T2" fmla="*/ 4 w 123"/>
                  <a:gd name="T3" fmla="*/ 20 h 126"/>
                  <a:gd name="T4" fmla="*/ 12 w 123"/>
                  <a:gd name="T5" fmla="*/ 33 h 126"/>
                  <a:gd name="T6" fmla="*/ 33 w 123"/>
                  <a:gd name="T7" fmla="*/ 45 h 126"/>
                  <a:gd name="T8" fmla="*/ 39 w 123"/>
                  <a:gd name="T9" fmla="*/ 16 h 126"/>
                  <a:gd name="T10" fmla="*/ 20 w 123"/>
                  <a:gd name="T11" fmla="*/ 5 h 126"/>
                  <a:gd name="T12" fmla="*/ 13 w 123"/>
                  <a:gd name="T13" fmla="*/ 1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126">
                    <a:moveTo>
                      <a:pt x="32" y="4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0" y="78"/>
                      <a:pt x="30" y="83"/>
                    </a:cubicBezTo>
                    <a:cubicBezTo>
                      <a:pt x="61" y="87"/>
                      <a:pt x="55" y="126"/>
                      <a:pt x="80" y="112"/>
                    </a:cubicBezTo>
                    <a:cubicBezTo>
                      <a:pt x="105" y="98"/>
                      <a:pt x="123" y="54"/>
                      <a:pt x="97" y="39"/>
                    </a:cubicBezTo>
                    <a:cubicBezTo>
                      <a:pt x="71" y="24"/>
                      <a:pt x="52" y="26"/>
                      <a:pt x="48" y="13"/>
                    </a:cubicBezTo>
                    <a:cubicBezTo>
                      <a:pt x="43" y="0"/>
                      <a:pt x="32" y="4"/>
                      <a:pt x="32" y="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3" name="Freeform 749">
                <a:extLst>
                  <a:ext uri="{FF2B5EF4-FFF2-40B4-BE49-F238E27FC236}">
                    <a16:creationId xmlns:a16="http://schemas.microsoft.com/office/drawing/2014/main" id="{E4989C6A-134A-4099-948A-B7A08E304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" y="1834"/>
                <a:ext cx="79" cy="105"/>
              </a:xfrm>
              <a:custGeom>
                <a:avLst/>
                <a:gdLst>
                  <a:gd name="T0" fmla="*/ 12 w 107"/>
                  <a:gd name="T1" fmla="*/ 9 h 143"/>
                  <a:gd name="T2" fmla="*/ 0 w 107"/>
                  <a:gd name="T3" fmla="*/ 28 h 143"/>
                  <a:gd name="T4" fmla="*/ 10 w 107"/>
                  <a:gd name="T5" fmla="*/ 42 h 143"/>
                  <a:gd name="T6" fmla="*/ 26 w 107"/>
                  <a:gd name="T7" fmla="*/ 50 h 143"/>
                  <a:gd name="T8" fmla="*/ 41 w 107"/>
                  <a:gd name="T9" fmla="*/ 43 h 143"/>
                  <a:gd name="T10" fmla="*/ 32 w 107"/>
                  <a:gd name="T11" fmla="*/ 20 h 143"/>
                  <a:gd name="T12" fmla="*/ 12 w 107"/>
                  <a:gd name="T13" fmla="*/ 9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143">
                    <a:moveTo>
                      <a:pt x="28" y="22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2" y="104"/>
                      <a:pt x="24" y="105"/>
                    </a:cubicBezTo>
                    <a:cubicBezTo>
                      <a:pt x="45" y="107"/>
                      <a:pt x="48" y="112"/>
                      <a:pt x="63" y="127"/>
                    </a:cubicBezTo>
                    <a:cubicBezTo>
                      <a:pt x="78" y="143"/>
                      <a:pt x="99" y="140"/>
                      <a:pt x="102" y="107"/>
                    </a:cubicBezTo>
                    <a:cubicBezTo>
                      <a:pt x="105" y="73"/>
                      <a:pt x="107" y="53"/>
                      <a:pt x="81" y="51"/>
                    </a:cubicBezTo>
                    <a:cubicBezTo>
                      <a:pt x="56" y="49"/>
                      <a:pt x="48" y="0"/>
                      <a:pt x="28" y="2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4" name="Freeform 750">
                <a:extLst>
                  <a:ext uri="{FF2B5EF4-FFF2-40B4-BE49-F238E27FC236}">
                    <a16:creationId xmlns:a16="http://schemas.microsoft.com/office/drawing/2014/main" id="{A1E6E5B4-B551-44E9-8F5B-0492D810E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1916"/>
                <a:ext cx="116" cy="113"/>
              </a:xfrm>
              <a:custGeom>
                <a:avLst/>
                <a:gdLst>
                  <a:gd name="T0" fmla="*/ 16 w 157"/>
                  <a:gd name="T1" fmla="*/ 0 h 154"/>
                  <a:gd name="T2" fmla="*/ 2 w 157"/>
                  <a:gd name="T3" fmla="*/ 25 h 154"/>
                  <a:gd name="T4" fmla="*/ 13 w 157"/>
                  <a:gd name="T5" fmla="*/ 37 h 154"/>
                  <a:gd name="T6" fmla="*/ 33 w 157"/>
                  <a:gd name="T7" fmla="*/ 50 h 154"/>
                  <a:gd name="T8" fmla="*/ 39 w 157"/>
                  <a:gd name="T9" fmla="*/ 10 h 154"/>
                  <a:gd name="T10" fmla="*/ 16 w 157"/>
                  <a:gd name="T11" fmla="*/ 0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7" h="154">
                    <a:moveTo>
                      <a:pt x="38" y="0"/>
                    </a:moveTo>
                    <a:cubicBezTo>
                      <a:pt x="5" y="64"/>
                      <a:pt x="5" y="64"/>
                      <a:pt x="5" y="64"/>
                    </a:cubicBezTo>
                    <a:cubicBezTo>
                      <a:pt x="5" y="64"/>
                      <a:pt x="0" y="92"/>
                      <a:pt x="31" y="96"/>
                    </a:cubicBezTo>
                    <a:cubicBezTo>
                      <a:pt x="61" y="100"/>
                      <a:pt x="65" y="154"/>
                      <a:pt x="83" y="125"/>
                    </a:cubicBezTo>
                    <a:cubicBezTo>
                      <a:pt x="102" y="97"/>
                      <a:pt x="157" y="38"/>
                      <a:pt x="97" y="26"/>
                    </a:cubicBezTo>
                    <a:cubicBezTo>
                      <a:pt x="37" y="14"/>
                      <a:pt x="70" y="2"/>
                      <a:pt x="38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5" name="Freeform 751">
                <a:extLst>
                  <a:ext uri="{FF2B5EF4-FFF2-40B4-BE49-F238E27FC236}">
                    <a16:creationId xmlns:a16="http://schemas.microsoft.com/office/drawing/2014/main" id="{11BA538B-A8AE-44E6-A60D-70284FFCF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" y="1978"/>
                <a:ext cx="105" cy="123"/>
              </a:xfrm>
              <a:custGeom>
                <a:avLst/>
                <a:gdLst>
                  <a:gd name="T0" fmla="*/ 15 w 142"/>
                  <a:gd name="T1" fmla="*/ 7 h 166"/>
                  <a:gd name="T2" fmla="*/ 3 w 142"/>
                  <a:gd name="T3" fmla="*/ 37 h 166"/>
                  <a:gd name="T4" fmla="*/ 16 w 142"/>
                  <a:gd name="T5" fmla="*/ 46 h 166"/>
                  <a:gd name="T6" fmla="*/ 44 w 142"/>
                  <a:gd name="T7" fmla="*/ 53 h 166"/>
                  <a:gd name="T8" fmla="*/ 39 w 142"/>
                  <a:gd name="T9" fmla="*/ 22 h 166"/>
                  <a:gd name="T10" fmla="*/ 15 w 142"/>
                  <a:gd name="T11" fmla="*/ 7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66">
                    <a:moveTo>
                      <a:pt x="36" y="19"/>
                    </a:moveTo>
                    <a:cubicBezTo>
                      <a:pt x="7" y="90"/>
                      <a:pt x="7" y="90"/>
                      <a:pt x="7" y="90"/>
                    </a:cubicBezTo>
                    <a:cubicBezTo>
                      <a:pt x="7" y="90"/>
                      <a:pt x="0" y="99"/>
                      <a:pt x="41" y="114"/>
                    </a:cubicBezTo>
                    <a:cubicBezTo>
                      <a:pt x="81" y="128"/>
                      <a:pt x="100" y="166"/>
                      <a:pt x="110" y="129"/>
                    </a:cubicBezTo>
                    <a:cubicBezTo>
                      <a:pt x="121" y="92"/>
                      <a:pt x="142" y="61"/>
                      <a:pt x="98" y="54"/>
                    </a:cubicBezTo>
                    <a:cubicBezTo>
                      <a:pt x="55" y="46"/>
                      <a:pt x="43" y="0"/>
                      <a:pt x="36" y="1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6" name="Freeform 752">
                <a:extLst>
                  <a:ext uri="{FF2B5EF4-FFF2-40B4-BE49-F238E27FC236}">
                    <a16:creationId xmlns:a16="http://schemas.microsoft.com/office/drawing/2014/main" id="{387D0C5E-61E4-44F8-8DA6-BBDD3F16E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" y="2058"/>
                <a:ext cx="111" cy="124"/>
              </a:xfrm>
              <a:custGeom>
                <a:avLst/>
                <a:gdLst>
                  <a:gd name="T0" fmla="*/ 15 w 151"/>
                  <a:gd name="T1" fmla="*/ 7 h 169"/>
                  <a:gd name="T2" fmla="*/ 3 w 151"/>
                  <a:gd name="T3" fmla="*/ 33 h 169"/>
                  <a:gd name="T4" fmla="*/ 15 w 151"/>
                  <a:gd name="T5" fmla="*/ 45 h 169"/>
                  <a:gd name="T6" fmla="*/ 52 w 151"/>
                  <a:gd name="T7" fmla="*/ 51 h 169"/>
                  <a:gd name="T8" fmla="*/ 46 w 151"/>
                  <a:gd name="T9" fmla="*/ 20 h 169"/>
                  <a:gd name="T10" fmla="*/ 15 w 151"/>
                  <a:gd name="T11" fmla="*/ 7 h 1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69">
                    <a:moveTo>
                      <a:pt x="40" y="19"/>
                    </a:moveTo>
                    <a:cubicBezTo>
                      <a:pt x="40" y="19"/>
                      <a:pt x="16" y="72"/>
                      <a:pt x="8" y="85"/>
                    </a:cubicBezTo>
                    <a:cubicBezTo>
                      <a:pt x="0" y="97"/>
                      <a:pt x="14" y="115"/>
                      <a:pt x="40" y="115"/>
                    </a:cubicBezTo>
                    <a:cubicBezTo>
                      <a:pt x="67" y="115"/>
                      <a:pt x="115" y="169"/>
                      <a:pt x="131" y="129"/>
                    </a:cubicBezTo>
                    <a:cubicBezTo>
                      <a:pt x="147" y="89"/>
                      <a:pt x="151" y="55"/>
                      <a:pt x="114" y="50"/>
                    </a:cubicBezTo>
                    <a:cubicBezTo>
                      <a:pt x="76" y="46"/>
                      <a:pt x="44" y="0"/>
                      <a:pt x="40" y="1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7" name="Freeform 753">
                <a:extLst>
                  <a:ext uri="{FF2B5EF4-FFF2-40B4-BE49-F238E27FC236}">
                    <a16:creationId xmlns:a16="http://schemas.microsoft.com/office/drawing/2014/main" id="{57F813ED-6D61-40EF-B7B4-6921FA1A0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2156"/>
                <a:ext cx="125" cy="108"/>
              </a:xfrm>
              <a:custGeom>
                <a:avLst/>
                <a:gdLst>
                  <a:gd name="T0" fmla="*/ 18 w 170"/>
                  <a:gd name="T1" fmla="*/ 4 h 147"/>
                  <a:gd name="T2" fmla="*/ 8 w 170"/>
                  <a:gd name="T3" fmla="*/ 23 h 147"/>
                  <a:gd name="T4" fmla="*/ 13 w 170"/>
                  <a:gd name="T5" fmla="*/ 48 h 147"/>
                  <a:gd name="T6" fmla="*/ 49 w 170"/>
                  <a:gd name="T7" fmla="*/ 54 h 147"/>
                  <a:gd name="T8" fmla="*/ 67 w 170"/>
                  <a:gd name="T9" fmla="*/ 37 h 147"/>
                  <a:gd name="T10" fmla="*/ 52 w 170"/>
                  <a:gd name="T11" fmla="*/ 17 h 147"/>
                  <a:gd name="T12" fmla="*/ 18 w 170"/>
                  <a:gd name="T13" fmla="*/ 4 h 1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147">
                    <a:moveTo>
                      <a:pt x="44" y="11"/>
                    </a:moveTo>
                    <a:cubicBezTo>
                      <a:pt x="44" y="11"/>
                      <a:pt x="20" y="26"/>
                      <a:pt x="20" y="57"/>
                    </a:cubicBezTo>
                    <a:cubicBezTo>
                      <a:pt x="20" y="88"/>
                      <a:pt x="0" y="105"/>
                      <a:pt x="33" y="120"/>
                    </a:cubicBezTo>
                    <a:cubicBezTo>
                      <a:pt x="65" y="136"/>
                      <a:pt x="104" y="123"/>
                      <a:pt x="123" y="135"/>
                    </a:cubicBezTo>
                    <a:cubicBezTo>
                      <a:pt x="143" y="147"/>
                      <a:pt x="168" y="138"/>
                      <a:pt x="169" y="93"/>
                    </a:cubicBezTo>
                    <a:cubicBezTo>
                      <a:pt x="170" y="48"/>
                      <a:pt x="167" y="46"/>
                      <a:pt x="131" y="42"/>
                    </a:cubicBezTo>
                    <a:cubicBezTo>
                      <a:pt x="95" y="37"/>
                      <a:pt x="64" y="0"/>
                      <a:pt x="44" y="11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8" name="Freeform 754">
                <a:extLst>
                  <a:ext uri="{FF2B5EF4-FFF2-40B4-BE49-F238E27FC236}">
                    <a16:creationId xmlns:a16="http://schemas.microsoft.com/office/drawing/2014/main" id="{A4DB258C-C463-41D3-83DC-24FFB1D16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" y="2258"/>
                <a:ext cx="134" cy="86"/>
              </a:xfrm>
              <a:custGeom>
                <a:avLst/>
                <a:gdLst>
                  <a:gd name="T0" fmla="*/ 14 w 183"/>
                  <a:gd name="T1" fmla="*/ 2 h 116"/>
                  <a:gd name="T2" fmla="*/ 6 w 183"/>
                  <a:gd name="T3" fmla="*/ 12 h 116"/>
                  <a:gd name="T4" fmla="*/ 18 w 183"/>
                  <a:gd name="T5" fmla="*/ 43 h 116"/>
                  <a:gd name="T6" fmla="*/ 52 w 183"/>
                  <a:gd name="T7" fmla="*/ 44 h 116"/>
                  <a:gd name="T8" fmla="*/ 67 w 183"/>
                  <a:gd name="T9" fmla="*/ 30 h 116"/>
                  <a:gd name="T10" fmla="*/ 56 w 183"/>
                  <a:gd name="T11" fmla="*/ 7 h 116"/>
                  <a:gd name="T12" fmla="*/ 14 w 183"/>
                  <a:gd name="T13" fmla="*/ 2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3" h="116">
                    <a:moveTo>
                      <a:pt x="35" y="5"/>
                    </a:moveTo>
                    <a:cubicBezTo>
                      <a:pt x="35" y="5"/>
                      <a:pt x="14" y="0"/>
                      <a:pt x="15" y="28"/>
                    </a:cubicBezTo>
                    <a:cubicBezTo>
                      <a:pt x="16" y="57"/>
                      <a:pt x="0" y="99"/>
                      <a:pt x="45" y="105"/>
                    </a:cubicBezTo>
                    <a:cubicBezTo>
                      <a:pt x="90" y="110"/>
                      <a:pt x="113" y="103"/>
                      <a:pt x="133" y="109"/>
                    </a:cubicBezTo>
                    <a:cubicBezTo>
                      <a:pt x="154" y="116"/>
                      <a:pt x="176" y="100"/>
                      <a:pt x="170" y="74"/>
                    </a:cubicBezTo>
                    <a:cubicBezTo>
                      <a:pt x="165" y="48"/>
                      <a:pt x="183" y="20"/>
                      <a:pt x="142" y="18"/>
                    </a:cubicBezTo>
                    <a:cubicBezTo>
                      <a:pt x="101" y="17"/>
                      <a:pt x="35" y="5"/>
                      <a:pt x="35" y="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9" name="Freeform 755">
                <a:extLst>
                  <a:ext uri="{FF2B5EF4-FFF2-40B4-BE49-F238E27FC236}">
                    <a16:creationId xmlns:a16="http://schemas.microsoft.com/office/drawing/2014/main" id="{970376D1-BBA4-4AAC-AF8A-452E34D48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2347"/>
                <a:ext cx="133" cy="116"/>
              </a:xfrm>
              <a:custGeom>
                <a:avLst/>
                <a:gdLst>
                  <a:gd name="T0" fmla="*/ 15 w 180"/>
                  <a:gd name="T1" fmla="*/ 6 h 157"/>
                  <a:gd name="T2" fmla="*/ 4 w 180"/>
                  <a:gd name="T3" fmla="*/ 12 h 157"/>
                  <a:gd name="T4" fmla="*/ 10 w 180"/>
                  <a:gd name="T5" fmla="*/ 53 h 157"/>
                  <a:gd name="T6" fmla="*/ 35 w 180"/>
                  <a:gd name="T7" fmla="*/ 55 h 157"/>
                  <a:gd name="T8" fmla="*/ 67 w 180"/>
                  <a:gd name="T9" fmla="*/ 41 h 157"/>
                  <a:gd name="T10" fmla="*/ 45 w 180"/>
                  <a:gd name="T11" fmla="*/ 7 h 157"/>
                  <a:gd name="T12" fmla="*/ 15 w 180"/>
                  <a:gd name="T13" fmla="*/ 6 h 1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0" h="157">
                    <a:moveTo>
                      <a:pt x="37" y="15"/>
                    </a:moveTo>
                    <a:cubicBezTo>
                      <a:pt x="37" y="15"/>
                      <a:pt x="12" y="9"/>
                      <a:pt x="10" y="30"/>
                    </a:cubicBezTo>
                    <a:cubicBezTo>
                      <a:pt x="8" y="50"/>
                      <a:pt x="0" y="116"/>
                      <a:pt x="23" y="132"/>
                    </a:cubicBezTo>
                    <a:cubicBezTo>
                      <a:pt x="46" y="149"/>
                      <a:pt x="47" y="134"/>
                      <a:pt x="85" y="135"/>
                    </a:cubicBezTo>
                    <a:cubicBezTo>
                      <a:pt x="124" y="137"/>
                      <a:pt x="180" y="157"/>
                      <a:pt x="167" y="102"/>
                    </a:cubicBezTo>
                    <a:cubicBezTo>
                      <a:pt x="154" y="46"/>
                      <a:pt x="166" y="0"/>
                      <a:pt x="113" y="16"/>
                    </a:cubicBezTo>
                    <a:cubicBezTo>
                      <a:pt x="59" y="33"/>
                      <a:pt x="37" y="15"/>
                      <a:pt x="37" y="1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0" name="Freeform 756">
                <a:extLst>
                  <a:ext uri="{FF2B5EF4-FFF2-40B4-BE49-F238E27FC236}">
                    <a16:creationId xmlns:a16="http://schemas.microsoft.com/office/drawing/2014/main" id="{4D387E7E-C58B-421A-B23E-A60EA9FDE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2459"/>
                <a:ext cx="140" cy="106"/>
              </a:xfrm>
              <a:custGeom>
                <a:avLst/>
                <a:gdLst>
                  <a:gd name="T0" fmla="*/ 12 w 190"/>
                  <a:gd name="T1" fmla="*/ 1 h 143"/>
                  <a:gd name="T2" fmla="*/ 2 w 190"/>
                  <a:gd name="T3" fmla="*/ 16 h 143"/>
                  <a:gd name="T4" fmla="*/ 26 w 190"/>
                  <a:gd name="T5" fmla="*/ 47 h 143"/>
                  <a:gd name="T6" fmla="*/ 74 w 190"/>
                  <a:gd name="T7" fmla="*/ 32 h 143"/>
                  <a:gd name="T8" fmla="*/ 52 w 190"/>
                  <a:gd name="T9" fmla="*/ 5 h 143"/>
                  <a:gd name="T10" fmla="*/ 12 w 190"/>
                  <a:gd name="T11" fmla="*/ 1 h 1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0" h="143">
                    <a:moveTo>
                      <a:pt x="30" y="3"/>
                    </a:moveTo>
                    <a:cubicBezTo>
                      <a:pt x="30" y="3"/>
                      <a:pt x="0" y="4"/>
                      <a:pt x="5" y="39"/>
                    </a:cubicBezTo>
                    <a:cubicBezTo>
                      <a:pt x="11" y="74"/>
                      <a:pt x="7" y="129"/>
                      <a:pt x="65" y="115"/>
                    </a:cubicBezTo>
                    <a:cubicBezTo>
                      <a:pt x="123" y="102"/>
                      <a:pt x="188" y="143"/>
                      <a:pt x="184" y="78"/>
                    </a:cubicBezTo>
                    <a:cubicBezTo>
                      <a:pt x="181" y="14"/>
                      <a:pt x="190" y="0"/>
                      <a:pt x="129" y="12"/>
                    </a:cubicBezTo>
                    <a:cubicBezTo>
                      <a:pt x="68" y="24"/>
                      <a:pt x="53" y="1"/>
                      <a:pt x="30" y="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1" name="Freeform 757">
                <a:extLst>
                  <a:ext uri="{FF2B5EF4-FFF2-40B4-BE49-F238E27FC236}">
                    <a16:creationId xmlns:a16="http://schemas.microsoft.com/office/drawing/2014/main" id="{CCA3C7BD-CC32-420C-B633-A7DF5FD51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" y="2539"/>
                <a:ext cx="164" cy="119"/>
              </a:xfrm>
              <a:custGeom>
                <a:avLst/>
                <a:gdLst>
                  <a:gd name="T0" fmla="*/ 10 w 223"/>
                  <a:gd name="T1" fmla="*/ 22 h 161"/>
                  <a:gd name="T2" fmla="*/ 4 w 223"/>
                  <a:gd name="T3" fmla="*/ 33 h 161"/>
                  <a:gd name="T4" fmla="*/ 32 w 223"/>
                  <a:gd name="T5" fmla="*/ 57 h 161"/>
                  <a:gd name="T6" fmla="*/ 66 w 223"/>
                  <a:gd name="T7" fmla="*/ 51 h 161"/>
                  <a:gd name="T8" fmla="*/ 76 w 223"/>
                  <a:gd name="T9" fmla="*/ 24 h 161"/>
                  <a:gd name="T10" fmla="*/ 38 w 223"/>
                  <a:gd name="T11" fmla="*/ 13 h 161"/>
                  <a:gd name="T12" fmla="*/ 10 w 223"/>
                  <a:gd name="T13" fmla="*/ 22 h 1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161">
                    <a:moveTo>
                      <a:pt x="26" y="56"/>
                    </a:moveTo>
                    <a:cubicBezTo>
                      <a:pt x="26" y="56"/>
                      <a:pt x="0" y="59"/>
                      <a:pt x="10" y="82"/>
                    </a:cubicBezTo>
                    <a:cubicBezTo>
                      <a:pt x="20" y="105"/>
                      <a:pt x="23" y="161"/>
                      <a:pt x="82" y="141"/>
                    </a:cubicBezTo>
                    <a:cubicBezTo>
                      <a:pt x="141" y="120"/>
                      <a:pt x="133" y="122"/>
                      <a:pt x="166" y="126"/>
                    </a:cubicBezTo>
                    <a:cubicBezTo>
                      <a:pt x="199" y="131"/>
                      <a:pt x="223" y="118"/>
                      <a:pt x="190" y="59"/>
                    </a:cubicBezTo>
                    <a:cubicBezTo>
                      <a:pt x="157" y="0"/>
                      <a:pt x="122" y="22"/>
                      <a:pt x="97" y="33"/>
                    </a:cubicBezTo>
                    <a:cubicBezTo>
                      <a:pt x="71" y="44"/>
                      <a:pt x="26" y="56"/>
                      <a:pt x="26" y="5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2" name="Freeform 758">
                <a:extLst>
                  <a:ext uri="{FF2B5EF4-FFF2-40B4-BE49-F238E27FC236}">
                    <a16:creationId xmlns:a16="http://schemas.microsoft.com/office/drawing/2014/main" id="{DC2A9FF0-753E-4A06-B44E-BBA5839F1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2637"/>
                <a:ext cx="159" cy="153"/>
              </a:xfrm>
              <a:custGeom>
                <a:avLst/>
                <a:gdLst>
                  <a:gd name="T0" fmla="*/ 10 w 216"/>
                  <a:gd name="T1" fmla="*/ 16 h 207"/>
                  <a:gd name="T2" fmla="*/ 5 w 216"/>
                  <a:gd name="T3" fmla="*/ 28 h 207"/>
                  <a:gd name="T4" fmla="*/ 40 w 216"/>
                  <a:gd name="T5" fmla="*/ 61 h 207"/>
                  <a:gd name="T6" fmla="*/ 77 w 216"/>
                  <a:gd name="T7" fmla="*/ 33 h 207"/>
                  <a:gd name="T8" fmla="*/ 54 w 216"/>
                  <a:gd name="T9" fmla="*/ 5 h 207"/>
                  <a:gd name="T10" fmla="*/ 10 w 216"/>
                  <a:gd name="T11" fmla="*/ 16 h 2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" h="207">
                    <a:moveTo>
                      <a:pt x="23" y="39"/>
                    </a:moveTo>
                    <a:cubicBezTo>
                      <a:pt x="23" y="39"/>
                      <a:pt x="0" y="43"/>
                      <a:pt x="12" y="70"/>
                    </a:cubicBezTo>
                    <a:cubicBezTo>
                      <a:pt x="24" y="97"/>
                      <a:pt x="48" y="207"/>
                      <a:pt x="102" y="150"/>
                    </a:cubicBezTo>
                    <a:cubicBezTo>
                      <a:pt x="157" y="92"/>
                      <a:pt x="216" y="134"/>
                      <a:pt x="193" y="81"/>
                    </a:cubicBezTo>
                    <a:cubicBezTo>
                      <a:pt x="170" y="27"/>
                      <a:pt x="178" y="0"/>
                      <a:pt x="137" y="14"/>
                    </a:cubicBezTo>
                    <a:cubicBezTo>
                      <a:pt x="97" y="28"/>
                      <a:pt x="64" y="34"/>
                      <a:pt x="23" y="3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3" name="Freeform 759">
                <a:extLst>
                  <a:ext uri="{FF2B5EF4-FFF2-40B4-BE49-F238E27FC236}">
                    <a16:creationId xmlns:a16="http://schemas.microsoft.com/office/drawing/2014/main" id="{0DA9BF03-7869-489A-9D24-67DCAFE79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2717"/>
                <a:ext cx="146" cy="175"/>
              </a:xfrm>
              <a:custGeom>
                <a:avLst/>
                <a:gdLst>
                  <a:gd name="T0" fmla="*/ 11 w 198"/>
                  <a:gd name="T1" fmla="*/ 28 h 238"/>
                  <a:gd name="T2" fmla="*/ 5 w 198"/>
                  <a:gd name="T3" fmla="*/ 43 h 238"/>
                  <a:gd name="T4" fmla="*/ 31 w 198"/>
                  <a:gd name="T5" fmla="*/ 67 h 238"/>
                  <a:gd name="T6" fmla="*/ 62 w 198"/>
                  <a:gd name="T7" fmla="*/ 56 h 238"/>
                  <a:gd name="T8" fmla="*/ 63 w 198"/>
                  <a:gd name="T9" fmla="*/ 18 h 238"/>
                  <a:gd name="T10" fmla="*/ 44 w 198"/>
                  <a:gd name="T11" fmla="*/ 14 h 238"/>
                  <a:gd name="T12" fmla="*/ 11 w 198"/>
                  <a:gd name="T13" fmla="*/ 28 h 2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238">
                    <a:moveTo>
                      <a:pt x="28" y="69"/>
                    </a:moveTo>
                    <a:cubicBezTo>
                      <a:pt x="28" y="69"/>
                      <a:pt x="0" y="71"/>
                      <a:pt x="13" y="107"/>
                    </a:cubicBezTo>
                    <a:cubicBezTo>
                      <a:pt x="26" y="143"/>
                      <a:pt x="56" y="238"/>
                      <a:pt x="77" y="168"/>
                    </a:cubicBezTo>
                    <a:cubicBezTo>
                      <a:pt x="86" y="140"/>
                      <a:pt x="110" y="146"/>
                      <a:pt x="154" y="140"/>
                    </a:cubicBezTo>
                    <a:cubicBezTo>
                      <a:pt x="198" y="133"/>
                      <a:pt x="190" y="87"/>
                      <a:pt x="159" y="44"/>
                    </a:cubicBezTo>
                    <a:cubicBezTo>
                      <a:pt x="129" y="0"/>
                      <a:pt x="136" y="20"/>
                      <a:pt x="108" y="35"/>
                    </a:cubicBezTo>
                    <a:cubicBezTo>
                      <a:pt x="80" y="50"/>
                      <a:pt x="45" y="70"/>
                      <a:pt x="28" y="6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4" name="Freeform 760">
                <a:extLst>
                  <a:ext uri="{FF2B5EF4-FFF2-40B4-BE49-F238E27FC236}">
                    <a16:creationId xmlns:a16="http://schemas.microsoft.com/office/drawing/2014/main" id="{FE8562D5-3315-4BB5-A535-DD589520B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2804"/>
                <a:ext cx="167" cy="151"/>
              </a:xfrm>
              <a:custGeom>
                <a:avLst/>
                <a:gdLst>
                  <a:gd name="T0" fmla="*/ 9 w 227"/>
                  <a:gd name="T1" fmla="*/ 35 h 205"/>
                  <a:gd name="T2" fmla="*/ 4 w 227"/>
                  <a:gd name="T3" fmla="*/ 44 h 205"/>
                  <a:gd name="T4" fmla="*/ 37 w 227"/>
                  <a:gd name="T5" fmla="*/ 72 h 205"/>
                  <a:gd name="T6" fmla="*/ 77 w 227"/>
                  <a:gd name="T7" fmla="*/ 37 h 205"/>
                  <a:gd name="T8" fmla="*/ 48 w 227"/>
                  <a:gd name="T9" fmla="*/ 13 h 205"/>
                  <a:gd name="T10" fmla="*/ 9 w 227"/>
                  <a:gd name="T11" fmla="*/ 35 h 2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7" h="205">
                    <a:moveTo>
                      <a:pt x="22" y="88"/>
                    </a:moveTo>
                    <a:cubicBezTo>
                      <a:pt x="22" y="88"/>
                      <a:pt x="0" y="88"/>
                      <a:pt x="10" y="111"/>
                    </a:cubicBezTo>
                    <a:cubicBezTo>
                      <a:pt x="20" y="134"/>
                      <a:pt x="21" y="205"/>
                      <a:pt x="93" y="180"/>
                    </a:cubicBezTo>
                    <a:cubicBezTo>
                      <a:pt x="165" y="155"/>
                      <a:pt x="227" y="139"/>
                      <a:pt x="192" y="92"/>
                    </a:cubicBezTo>
                    <a:cubicBezTo>
                      <a:pt x="157" y="45"/>
                      <a:pt x="140" y="0"/>
                      <a:pt x="119" y="34"/>
                    </a:cubicBezTo>
                    <a:cubicBezTo>
                      <a:pt x="98" y="68"/>
                      <a:pt x="44" y="87"/>
                      <a:pt x="22" y="8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5" name="Freeform 761">
                <a:extLst>
                  <a:ext uri="{FF2B5EF4-FFF2-40B4-BE49-F238E27FC236}">
                    <a16:creationId xmlns:a16="http://schemas.microsoft.com/office/drawing/2014/main" id="{D2DB987A-84EE-48B9-A2E8-238D88B25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2902"/>
                <a:ext cx="147" cy="133"/>
              </a:xfrm>
              <a:custGeom>
                <a:avLst/>
                <a:gdLst>
                  <a:gd name="T0" fmla="*/ 8 w 200"/>
                  <a:gd name="T1" fmla="*/ 30 h 180"/>
                  <a:gd name="T2" fmla="*/ 2 w 200"/>
                  <a:gd name="T3" fmla="*/ 42 h 180"/>
                  <a:gd name="T4" fmla="*/ 23 w 200"/>
                  <a:gd name="T5" fmla="*/ 71 h 180"/>
                  <a:gd name="T6" fmla="*/ 71 w 200"/>
                  <a:gd name="T7" fmla="*/ 47 h 180"/>
                  <a:gd name="T8" fmla="*/ 46 w 200"/>
                  <a:gd name="T9" fmla="*/ 10 h 180"/>
                  <a:gd name="T10" fmla="*/ 8 w 200"/>
                  <a:gd name="T11" fmla="*/ 30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0" h="180">
                    <a:moveTo>
                      <a:pt x="21" y="73"/>
                    </a:moveTo>
                    <a:cubicBezTo>
                      <a:pt x="10" y="73"/>
                      <a:pt x="0" y="80"/>
                      <a:pt x="6" y="104"/>
                    </a:cubicBezTo>
                    <a:cubicBezTo>
                      <a:pt x="13" y="128"/>
                      <a:pt x="4" y="180"/>
                      <a:pt x="57" y="176"/>
                    </a:cubicBezTo>
                    <a:cubicBezTo>
                      <a:pt x="109" y="172"/>
                      <a:pt x="200" y="170"/>
                      <a:pt x="180" y="115"/>
                    </a:cubicBezTo>
                    <a:cubicBezTo>
                      <a:pt x="160" y="59"/>
                      <a:pt x="145" y="0"/>
                      <a:pt x="117" y="25"/>
                    </a:cubicBezTo>
                    <a:cubicBezTo>
                      <a:pt x="88" y="50"/>
                      <a:pt x="47" y="74"/>
                      <a:pt x="21" y="7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6" name="Freeform 762">
                <a:extLst>
                  <a:ext uri="{FF2B5EF4-FFF2-40B4-BE49-F238E27FC236}">
                    <a16:creationId xmlns:a16="http://schemas.microsoft.com/office/drawing/2014/main" id="{C99D5FAA-6273-4BE9-85C4-E0FCA5890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3027"/>
                <a:ext cx="125" cy="126"/>
              </a:xfrm>
              <a:custGeom>
                <a:avLst/>
                <a:gdLst>
                  <a:gd name="T0" fmla="*/ 5 w 171"/>
                  <a:gd name="T1" fmla="*/ 11 h 171"/>
                  <a:gd name="T2" fmla="*/ 3 w 171"/>
                  <a:gd name="T3" fmla="*/ 42 h 171"/>
                  <a:gd name="T4" fmla="*/ 23 w 171"/>
                  <a:gd name="T5" fmla="*/ 61 h 171"/>
                  <a:gd name="T6" fmla="*/ 64 w 171"/>
                  <a:gd name="T7" fmla="*/ 45 h 171"/>
                  <a:gd name="T8" fmla="*/ 50 w 171"/>
                  <a:gd name="T9" fmla="*/ 10 h 171"/>
                  <a:gd name="T10" fmla="*/ 5 w 171"/>
                  <a:gd name="T11" fmla="*/ 11 h 1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1" h="171">
                    <a:moveTo>
                      <a:pt x="12" y="28"/>
                    </a:moveTo>
                    <a:cubicBezTo>
                      <a:pt x="0" y="32"/>
                      <a:pt x="1" y="82"/>
                      <a:pt x="8" y="105"/>
                    </a:cubicBezTo>
                    <a:cubicBezTo>
                      <a:pt x="15" y="128"/>
                      <a:pt x="8" y="171"/>
                      <a:pt x="57" y="153"/>
                    </a:cubicBezTo>
                    <a:cubicBezTo>
                      <a:pt x="106" y="136"/>
                      <a:pt x="170" y="153"/>
                      <a:pt x="163" y="113"/>
                    </a:cubicBezTo>
                    <a:cubicBezTo>
                      <a:pt x="157" y="72"/>
                      <a:pt x="171" y="0"/>
                      <a:pt x="128" y="26"/>
                    </a:cubicBezTo>
                    <a:cubicBezTo>
                      <a:pt x="86" y="51"/>
                      <a:pt x="50" y="15"/>
                      <a:pt x="12" y="2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7" name="Freeform 763">
                <a:extLst>
                  <a:ext uri="{FF2B5EF4-FFF2-40B4-BE49-F238E27FC236}">
                    <a16:creationId xmlns:a16="http://schemas.microsoft.com/office/drawing/2014/main" id="{5C2470E0-571F-4B3F-8A24-A37FBD085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3145"/>
                <a:ext cx="122" cy="121"/>
              </a:xfrm>
              <a:custGeom>
                <a:avLst/>
                <a:gdLst>
                  <a:gd name="T0" fmla="*/ 4 w 165"/>
                  <a:gd name="T1" fmla="*/ 7 h 164"/>
                  <a:gd name="T2" fmla="*/ 5 w 165"/>
                  <a:gd name="T3" fmla="*/ 38 h 164"/>
                  <a:gd name="T4" fmla="*/ 16 w 165"/>
                  <a:gd name="T5" fmla="*/ 66 h 164"/>
                  <a:gd name="T6" fmla="*/ 47 w 165"/>
                  <a:gd name="T7" fmla="*/ 62 h 164"/>
                  <a:gd name="T8" fmla="*/ 61 w 165"/>
                  <a:gd name="T9" fmla="*/ 39 h 164"/>
                  <a:gd name="T10" fmla="*/ 48 w 165"/>
                  <a:gd name="T11" fmla="*/ 3 h 164"/>
                  <a:gd name="T12" fmla="*/ 4 w 165"/>
                  <a:gd name="T13" fmla="*/ 7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5" h="164">
                    <a:moveTo>
                      <a:pt x="11" y="19"/>
                    </a:moveTo>
                    <a:cubicBezTo>
                      <a:pt x="0" y="28"/>
                      <a:pt x="21" y="75"/>
                      <a:pt x="12" y="95"/>
                    </a:cubicBezTo>
                    <a:cubicBezTo>
                      <a:pt x="3" y="115"/>
                      <a:pt x="2" y="162"/>
                      <a:pt x="38" y="163"/>
                    </a:cubicBezTo>
                    <a:cubicBezTo>
                      <a:pt x="74" y="164"/>
                      <a:pt x="97" y="152"/>
                      <a:pt x="117" y="154"/>
                    </a:cubicBezTo>
                    <a:cubicBezTo>
                      <a:pt x="137" y="156"/>
                      <a:pt x="163" y="132"/>
                      <a:pt x="152" y="98"/>
                    </a:cubicBezTo>
                    <a:cubicBezTo>
                      <a:pt x="141" y="64"/>
                      <a:pt x="165" y="1"/>
                      <a:pt x="119" y="7"/>
                    </a:cubicBezTo>
                    <a:cubicBezTo>
                      <a:pt x="73" y="12"/>
                      <a:pt x="34" y="0"/>
                      <a:pt x="11" y="19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8" name="Freeform 764">
                <a:extLst>
                  <a:ext uri="{FF2B5EF4-FFF2-40B4-BE49-F238E27FC236}">
                    <a16:creationId xmlns:a16="http://schemas.microsoft.com/office/drawing/2014/main" id="{C00145E9-18B5-432A-A9EC-81A376D57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3269"/>
                <a:ext cx="162" cy="178"/>
              </a:xfrm>
              <a:custGeom>
                <a:avLst/>
                <a:gdLst>
                  <a:gd name="T0" fmla="*/ 28 w 220"/>
                  <a:gd name="T1" fmla="*/ 5 h 241"/>
                  <a:gd name="T2" fmla="*/ 18 w 220"/>
                  <a:gd name="T3" fmla="*/ 30 h 241"/>
                  <a:gd name="T4" fmla="*/ 21 w 220"/>
                  <a:gd name="T5" fmla="*/ 58 h 241"/>
                  <a:gd name="T6" fmla="*/ 59 w 220"/>
                  <a:gd name="T7" fmla="*/ 72 h 241"/>
                  <a:gd name="T8" fmla="*/ 66 w 220"/>
                  <a:gd name="T9" fmla="*/ 18 h 241"/>
                  <a:gd name="T10" fmla="*/ 28 w 220"/>
                  <a:gd name="T11" fmla="*/ 5 h 2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0" h="241">
                    <a:moveTo>
                      <a:pt x="71" y="13"/>
                    </a:moveTo>
                    <a:cubicBezTo>
                      <a:pt x="56" y="20"/>
                      <a:pt x="53" y="63"/>
                      <a:pt x="44" y="76"/>
                    </a:cubicBezTo>
                    <a:cubicBezTo>
                      <a:pt x="35" y="89"/>
                      <a:pt x="0" y="119"/>
                      <a:pt x="51" y="142"/>
                    </a:cubicBezTo>
                    <a:cubicBezTo>
                      <a:pt x="101" y="165"/>
                      <a:pt x="128" y="241"/>
                      <a:pt x="147" y="177"/>
                    </a:cubicBezTo>
                    <a:cubicBezTo>
                      <a:pt x="165" y="112"/>
                      <a:pt x="220" y="49"/>
                      <a:pt x="165" y="44"/>
                    </a:cubicBezTo>
                    <a:cubicBezTo>
                      <a:pt x="111" y="38"/>
                      <a:pt x="103" y="0"/>
                      <a:pt x="71" y="1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9" name="Freeform 765">
                <a:extLst>
                  <a:ext uri="{FF2B5EF4-FFF2-40B4-BE49-F238E27FC236}">
                    <a16:creationId xmlns:a16="http://schemas.microsoft.com/office/drawing/2014/main" id="{1E249AF7-692F-487C-BC2F-FE61EA58C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3384"/>
                <a:ext cx="178" cy="173"/>
              </a:xfrm>
              <a:custGeom>
                <a:avLst/>
                <a:gdLst>
                  <a:gd name="T0" fmla="*/ 27 w 241"/>
                  <a:gd name="T1" fmla="*/ 5 h 234"/>
                  <a:gd name="T2" fmla="*/ 16 w 241"/>
                  <a:gd name="T3" fmla="*/ 23 h 234"/>
                  <a:gd name="T4" fmla="*/ 18 w 241"/>
                  <a:gd name="T5" fmla="*/ 61 h 234"/>
                  <a:gd name="T6" fmla="*/ 60 w 241"/>
                  <a:gd name="T7" fmla="*/ 70 h 234"/>
                  <a:gd name="T8" fmla="*/ 73 w 241"/>
                  <a:gd name="T9" fmla="*/ 30 h 234"/>
                  <a:gd name="T10" fmla="*/ 27 w 241"/>
                  <a:gd name="T11" fmla="*/ 5 h 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1" h="234">
                    <a:moveTo>
                      <a:pt x="68" y="14"/>
                    </a:moveTo>
                    <a:cubicBezTo>
                      <a:pt x="56" y="0"/>
                      <a:pt x="53" y="31"/>
                      <a:pt x="39" y="57"/>
                    </a:cubicBezTo>
                    <a:cubicBezTo>
                      <a:pt x="24" y="83"/>
                      <a:pt x="0" y="115"/>
                      <a:pt x="45" y="152"/>
                    </a:cubicBezTo>
                    <a:cubicBezTo>
                      <a:pt x="90" y="189"/>
                      <a:pt x="110" y="234"/>
                      <a:pt x="147" y="175"/>
                    </a:cubicBezTo>
                    <a:cubicBezTo>
                      <a:pt x="184" y="116"/>
                      <a:pt x="241" y="77"/>
                      <a:pt x="182" y="73"/>
                    </a:cubicBezTo>
                    <a:cubicBezTo>
                      <a:pt x="123" y="68"/>
                      <a:pt x="94" y="43"/>
                      <a:pt x="68" y="1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0" name="Freeform 766">
                <a:extLst>
                  <a:ext uri="{FF2B5EF4-FFF2-40B4-BE49-F238E27FC236}">
                    <a16:creationId xmlns:a16="http://schemas.microsoft.com/office/drawing/2014/main" id="{05AA1FE0-A098-4E4B-BEE1-A794AB235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3491"/>
                <a:ext cx="144" cy="167"/>
              </a:xfrm>
              <a:custGeom>
                <a:avLst/>
                <a:gdLst>
                  <a:gd name="T0" fmla="*/ 28 w 196"/>
                  <a:gd name="T1" fmla="*/ 1 h 227"/>
                  <a:gd name="T2" fmla="*/ 8 w 196"/>
                  <a:gd name="T3" fmla="*/ 26 h 227"/>
                  <a:gd name="T4" fmla="*/ 15 w 196"/>
                  <a:gd name="T5" fmla="*/ 55 h 227"/>
                  <a:gd name="T6" fmla="*/ 51 w 196"/>
                  <a:gd name="T7" fmla="*/ 65 h 227"/>
                  <a:gd name="T8" fmla="*/ 60 w 196"/>
                  <a:gd name="T9" fmla="*/ 28 h 227"/>
                  <a:gd name="T10" fmla="*/ 37 w 196"/>
                  <a:gd name="T11" fmla="*/ 14 h 227"/>
                  <a:gd name="T12" fmla="*/ 28 w 196"/>
                  <a:gd name="T13" fmla="*/ 1 h 2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227">
                    <a:moveTo>
                      <a:pt x="71" y="1"/>
                    </a:moveTo>
                    <a:cubicBezTo>
                      <a:pt x="55" y="2"/>
                      <a:pt x="34" y="45"/>
                      <a:pt x="21" y="67"/>
                    </a:cubicBezTo>
                    <a:cubicBezTo>
                      <a:pt x="8" y="89"/>
                      <a:pt x="0" y="100"/>
                      <a:pt x="37" y="139"/>
                    </a:cubicBezTo>
                    <a:cubicBezTo>
                      <a:pt x="74" y="178"/>
                      <a:pt x="93" y="227"/>
                      <a:pt x="129" y="165"/>
                    </a:cubicBezTo>
                    <a:cubicBezTo>
                      <a:pt x="165" y="103"/>
                      <a:pt x="196" y="107"/>
                      <a:pt x="151" y="69"/>
                    </a:cubicBezTo>
                    <a:cubicBezTo>
                      <a:pt x="105" y="31"/>
                      <a:pt x="113" y="62"/>
                      <a:pt x="94" y="35"/>
                    </a:cubicBezTo>
                    <a:cubicBezTo>
                      <a:pt x="74" y="8"/>
                      <a:pt x="86" y="0"/>
                      <a:pt x="71" y="1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1" name="Freeform 767">
                <a:extLst>
                  <a:ext uri="{FF2B5EF4-FFF2-40B4-BE49-F238E27FC236}">
                    <a16:creationId xmlns:a16="http://schemas.microsoft.com/office/drawing/2014/main" id="{4EDA4541-AD07-4175-8352-907E45D6B9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" y="939"/>
                <a:ext cx="909" cy="3105"/>
              </a:xfrm>
              <a:custGeom>
                <a:avLst/>
                <a:gdLst>
                  <a:gd name="T0" fmla="*/ 481 w 1234"/>
                  <a:gd name="T1" fmla="*/ 1331 h 4214"/>
                  <a:gd name="T2" fmla="*/ 488 w 1234"/>
                  <a:gd name="T3" fmla="*/ 1195 h 4214"/>
                  <a:gd name="T4" fmla="*/ 450 w 1234"/>
                  <a:gd name="T5" fmla="*/ 1103 h 4214"/>
                  <a:gd name="T6" fmla="*/ 417 w 1234"/>
                  <a:gd name="T7" fmla="*/ 1010 h 4214"/>
                  <a:gd name="T8" fmla="*/ 389 w 1234"/>
                  <a:gd name="T9" fmla="*/ 943 h 4214"/>
                  <a:gd name="T10" fmla="*/ 374 w 1234"/>
                  <a:gd name="T11" fmla="*/ 870 h 4214"/>
                  <a:gd name="T12" fmla="*/ 343 w 1234"/>
                  <a:gd name="T13" fmla="*/ 799 h 4214"/>
                  <a:gd name="T14" fmla="*/ 333 w 1234"/>
                  <a:gd name="T15" fmla="*/ 749 h 4214"/>
                  <a:gd name="T16" fmla="*/ 334 w 1234"/>
                  <a:gd name="T17" fmla="*/ 671 h 4214"/>
                  <a:gd name="T18" fmla="*/ 339 w 1234"/>
                  <a:gd name="T19" fmla="*/ 615 h 4214"/>
                  <a:gd name="T20" fmla="*/ 363 w 1234"/>
                  <a:gd name="T21" fmla="*/ 534 h 4214"/>
                  <a:gd name="T22" fmla="*/ 408 w 1234"/>
                  <a:gd name="T23" fmla="*/ 422 h 4214"/>
                  <a:gd name="T24" fmla="*/ 455 w 1234"/>
                  <a:gd name="T25" fmla="*/ 214 h 4214"/>
                  <a:gd name="T26" fmla="*/ 426 w 1234"/>
                  <a:gd name="T27" fmla="*/ 304 h 4214"/>
                  <a:gd name="T28" fmla="*/ 380 w 1234"/>
                  <a:gd name="T29" fmla="*/ 463 h 4214"/>
                  <a:gd name="T30" fmla="*/ 225 w 1234"/>
                  <a:gd name="T31" fmla="*/ 544 h 4214"/>
                  <a:gd name="T32" fmla="*/ 303 w 1234"/>
                  <a:gd name="T33" fmla="*/ 183 h 4214"/>
                  <a:gd name="T34" fmla="*/ 19 w 1234"/>
                  <a:gd name="T35" fmla="*/ 1616 h 4214"/>
                  <a:gd name="T36" fmla="*/ 479 w 1234"/>
                  <a:gd name="T37" fmla="*/ 1281 h 4214"/>
                  <a:gd name="T38" fmla="*/ 446 w 1234"/>
                  <a:gd name="T39" fmla="*/ 1420 h 4214"/>
                  <a:gd name="T40" fmla="*/ 401 w 1234"/>
                  <a:gd name="T41" fmla="*/ 1509 h 4214"/>
                  <a:gd name="T42" fmla="*/ 415 w 1234"/>
                  <a:gd name="T43" fmla="*/ 1507 h 4214"/>
                  <a:gd name="T44" fmla="*/ 465 w 1234"/>
                  <a:gd name="T45" fmla="*/ 1412 h 4214"/>
                  <a:gd name="T46" fmla="*/ 482 w 1234"/>
                  <a:gd name="T47" fmla="*/ 1331 h 4214"/>
                  <a:gd name="T48" fmla="*/ 347 w 1234"/>
                  <a:gd name="T49" fmla="*/ 581 h 4214"/>
                  <a:gd name="T50" fmla="*/ 147 w 1234"/>
                  <a:gd name="T51" fmla="*/ 560 h 4214"/>
                  <a:gd name="T52" fmla="*/ 323 w 1234"/>
                  <a:gd name="T53" fmla="*/ 643 h 4214"/>
                  <a:gd name="T54" fmla="*/ 128 w 1234"/>
                  <a:gd name="T55" fmla="*/ 601 h 4214"/>
                  <a:gd name="T56" fmla="*/ 331 w 1234"/>
                  <a:gd name="T57" fmla="*/ 662 h 4214"/>
                  <a:gd name="T58" fmla="*/ 128 w 1234"/>
                  <a:gd name="T59" fmla="*/ 601 h 4214"/>
                  <a:gd name="T60" fmla="*/ 329 w 1234"/>
                  <a:gd name="T61" fmla="*/ 706 h 4214"/>
                  <a:gd name="T62" fmla="*/ 108 w 1234"/>
                  <a:gd name="T63" fmla="*/ 651 h 4214"/>
                  <a:gd name="T64" fmla="*/ 329 w 1234"/>
                  <a:gd name="T65" fmla="*/ 749 h 4214"/>
                  <a:gd name="T66" fmla="*/ 95 w 1234"/>
                  <a:gd name="T67" fmla="*/ 705 h 4214"/>
                  <a:gd name="T68" fmla="*/ 325 w 1234"/>
                  <a:gd name="T69" fmla="*/ 777 h 4214"/>
                  <a:gd name="T70" fmla="*/ 127 w 1234"/>
                  <a:gd name="T71" fmla="*/ 824 h 4214"/>
                  <a:gd name="T72" fmla="*/ 217 w 1234"/>
                  <a:gd name="T73" fmla="*/ 823 h 4214"/>
                  <a:gd name="T74" fmla="*/ 348 w 1234"/>
                  <a:gd name="T75" fmla="*/ 870 h 4214"/>
                  <a:gd name="T76" fmla="*/ 158 w 1234"/>
                  <a:gd name="T77" fmla="*/ 876 h 4214"/>
                  <a:gd name="T78" fmla="*/ 375 w 1234"/>
                  <a:gd name="T79" fmla="*/ 912 h 4214"/>
                  <a:gd name="T80" fmla="*/ 102 w 1234"/>
                  <a:gd name="T81" fmla="*/ 876 h 4214"/>
                  <a:gd name="T82" fmla="*/ 371 w 1234"/>
                  <a:gd name="T83" fmla="*/ 931 h 4214"/>
                  <a:gd name="T84" fmla="*/ 200 w 1234"/>
                  <a:gd name="T85" fmla="*/ 973 h 4214"/>
                  <a:gd name="T86" fmla="*/ 353 w 1234"/>
                  <a:gd name="T87" fmla="*/ 976 h 4214"/>
                  <a:gd name="T88" fmla="*/ 408 w 1234"/>
                  <a:gd name="T89" fmla="*/ 1022 h 4214"/>
                  <a:gd name="T90" fmla="*/ 137 w 1234"/>
                  <a:gd name="T91" fmla="*/ 1003 h 4214"/>
                  <a:gd name="T92" fmla="*/ 409 w 1234"/>
                  <a:gd name="T93" fmla="*/ 1032 h 4214"/>
                  <a:gd name="T94" fmla="*/ 349 w 1234"/>
                  <a:gd name="T95" fmla="*/ 1072 h 4214"/>
                  <a:gd name="T96" fmla="*/ 262 w 1234"/>
                  <a:gd name="T97" fmla="*/ 1077 h 4214"/>
                  <a:gd name="T98" fmla="*/ 455 w 1234"/>
                  <a:gd name="T99" fmla="*/ 1124 h 4214"/>
                  <a:gd name="T100" fmla="*/ 189 w 1234"/>
                  <a:gd name="T101" fmla="*/ 1104 h 4214"/>
                  <a:gd name="T102" fmla="*/ 449 w 1234"/>
                  <a:gd name="T103" fmla="*/ 1144 h 4214"/>
                  <a:gd name="T104" fmla="*/ 284 w 1234"/>
                  <a:gd name="T105" fmla="*/ 1194 h 4214"/>
                  <a:gd name="T106" fmla="*/ 278 w 1234"/>
                  <a:gd name="T107" fmla="*/ 1265 h 4214"/>
                  <a:gd name="T108" fmla="*/ 421 w 1234"/>
                  <a:gd name="T109" fmla="*/ 1203 h 421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234" h="4214">
                    <a:moveTo>
                      <a:pt x="757" y="4199"/>
                    </a:moveTo>
                    <a:cubicBezTo>
                      <a:pt x="758" y="4209"/>
                      <a:pt x="760" y="4214"/>
                      <a:pt x="760" y="4214"/>
                    </a:cubicBezTo>
                    <a:cubicBezTo>
                      <a:pt x="758" y="4209"/>
                      <a:pt x="758" y="4204"/>
                      <a:pt x="757" y="4199"/>
                    </a:cubicBezTo>
                    <a:close/>
                    <a:moveTo>
                      <a:pt x="1206" y="3327"/>
                    </a:moveTo>
                    <a:cubicBezTo>
                      <a:pt x="1205" y="3327"/>
                      <a:pt x="1205" y="3327"/>
                      <a:pt x="1204" y="3326"/>
                    </a:cubicBezTo>
                    <a:cubicBezTo>
                      <a:pt x="1205" y="3305"/>
                      <a:pt x="1207" y="3223"/>
                      <a:pt x="1208" y="3203"/>
                    </a:cubicBezTo>
                    <a:cubicBezTo>
                      <a:pt x="1223" y="3200"/>
                      <a:pt x="1234" y="3182"/>
                      <a:pt x="1234" y="3161"/>
                    </a:cubicBezTo>
                    <a:cubicBezTo>
                      <a:pt x="1234" y="3140"/>
                      <a:pt x="1222" y="3123"/>
                      <a:pt x="1207" y="3119"/>
                    </a:cubicBezTo>
                    <a:cubicBezTo>
                      <a:pt x="1204" y="3106"/>
                      <a:pt x="1195" y="3065"/>
                      <a:pt x="1199" y="3036"/>
                    </a:cubicBezTo>
                    <a:cubicBezTo>
                      <a:pt x="1215" y="3032"/>
                      <a:pt x="1225" y="3012"/>
                      <a:pt x="1221" y="2989"/>
                    </a:cubicBezTo>
                    <a:cubicBezTo>
                      <a:pt x="1218" y="2967"/>
                      <a:pt x="1202" y="2951"/>
                      <a:pt x="1186" y="2952"/>
                    </a:cubicBezTo>
                    <a:cubicBezTo>
                      <a:pt x="1182" y="2942"/>
                      <a:pt x="1168" y="2906"/>
                      <a:pt x="1170" y="2887"/>
                    </a:cubicBezTo>
                    <a:cubicBezTo>
                      <a:pt x="1185" y="2879"/>
                      <a:pt x="1190" y="2857"/>
                      <a:pt x="1182" y="2836"/>
                    </a:cubicBezTo>
                    <a:cubicBezTo>
                      <a:pt x="1175" y="2817"/>
                      <a:pt x="1159" y="2805"/>
                      <a:pt x="1145" y="2806"/>
                    </a:cubicBezTo>
                    <a:cubicBezTo>
                      <a:pt x="1140" y="2798"/>
                      <a:pt x="1128" y="2773"/>
                      <a:pt x="1125" y="2756"/>
                    </a:cubicBezTo>
                    <a:cubicBezTo>
                      <a:pt x="1136" y="2747"/>
                      <a:pt x="1140" y="2727"/>
                      <a:pt x="1133" y="2708"/>
                    </a:cubicBezTo>
                    <a:cubicBezTo>
                      <a:pt x="1126" y="2690"/>
                      <a:pt x="1111" y="2678"/>
                      <a:pt x="1097" y="2678"/>
                    </a:cubicBezTo>
                    <a:cubicBezTo>
                      <a:pt x="1094" y="2672"/>
                      <a:pt x="1077" y="2626"/>
                      <a:pt x="1074" y="2604"/>
                    </a:cubicBezTo>
                    <a:cubicBezTo>
                      <a:pt x="1086" y="2596"/>
                      <a:pt x="1091" y="2575"/>
                      <a:pt x="1083" y="2556"/>
                    </a:cubicBezTo>
                    <a:cubicBezTo>
                      <a:pt x="1076" y="2536"/>
                      <a:pt x="1059" y="2524"/>
                      <a:pt x="1044" y="2526"/>
                    </a:cubicBezTo>
                    <a:cubicBezTo>
                      <a:pt x="1040" y="2520"/>
                      <a:pt x="1022" y="2494"/>
                      <a:pt x="1017" y="2476"/>
                    </a:cubicBezTo>
                    <a:cubicBezTo>
                      <a:pt x="1018" y="2476"/>
                      <a:pt x="1019" y="2476"/>
                      <a:pt x="1019" y="2476"/>
                    </a:cubicBezTo>
                    <a:cubicBezTo>
                      <a:pt x="1035" y="2470"/>
                      <a:pt x="1042" y="2447"/>
                      <a:pt x="1033" y="2425"/>
                    </a:cubicBezTo>
                    <a:cubicBezTo>
                      <a:pt x="1025" y="2404"/>
                      <a:pt x="1007" y="2391"/>
                      <a:pt x="991" y="2396"/>
                    </a:cubicBezTo>
                    <a:cubicBezTo>
                      <a:pt x="987" y="2389"/>
                      <a:pt x="975" y="2369"/>
                      <a:pt x="973" y="2357"/>
                    </a:cubicBezTo>
                    <a:cubicBezTo>
                      <a:pt x="973" y="2357"/>
                      <a:pt x="973" y="2357"/>
                      <a:pt x="973" y="2357"/>
                    </a:cubicBezTo>
                    <a:cubicBezTo>
                      <a:pt x="990" y="2351"/>
                      <a:pt x="996" y="2328"/>
                      <a:pt x="988" y="2306"/>
                    </a:cubicBezTo>
                    <a:cubicBezTo>
                      <a:pt x="980" y="2285"/>
                      <a:pt x="961" y="2272"/>
                      <a:pt x="945" y="2277"/>
                    </a:cubicBezTo>
                    <a:cubicBezTo>
                      <a:pt x="940" y="2269"/>
                      <a:pt x="926" y="2247"/>
                      <a:pt x="923" y="2222"/>
                    </a:cubicBezTo>
                    <a:cubicBezTo>
                      <a:pt x="935" y="2213"/>
                      <a:pt x="940" y="2195"/>
                      <a:pt x="935" y="2175"/>
                    </a:cubicBezTo>
                    <a:cubicBezTo>
                      <a:pt x="929" y="2154"/>
                      <a:pt x="913" y="2140"/>
                      <a:pt x="897" y="2142"/>
                    </a:cubicBezTo>
                    <a:cubicBezTo>
                      <a:pt x="893" y="2131"/>
                      <a:pt x="878" y="2098"/>
                      <a:pt x="876" y="2080"/>
                    </a:cubicBezTo>
                    <a:cubicBezTo>
                      <a:pt x="891" y="2075"/>
                      <a:pt x="899" y="2055"/>
                      <a:pt x="896" y="2034"/>
                    </a:cubicBezTo>
                    <a:cubicBezTo>
                      <a:pt x="891" y="2011"/>
                      <a:pt x="874" y="1994"/>
                      <a:pt x="857" y="1997"/>
                    </a:cubicBezTo>
                    <a:cubicBezTo>
                      <a:pt x="857" y="1997"/>
                      <a:pt x="857" y="1998"/>
                      <a:pt x="857" y="1998"/>
                    </a:cubicBezTo>
                    <a:cubicBezTo>
                      <a:pt x="854" y="1993"/>
                      <a:pt x="851" y="1983"/>
                      <a:pt x="852" y="1972"/>
                    </a:cubicBezTo>
                    <a:cubicBezTo>
                      <a:pt x="867" y="1967"/>
                      <a:pt x="876" y="1947"/>
                      <a:pt x="872" y="1926"/>
                    </a:cubicBezTo>
                    <a:cubicBezTo>
                      <a:pt x="868" y="1902"/>
                      <a:pt x="851" y="1886"/>
                      <a:pt x="834" y="1889"/>
                    </a:cubicBezTo>
                    <a:cubicBezTo>
                      <a:pt x="833" y="1889"/>
                      <a:pt x="833" y="1889"/>
                      <a:pt x="833" y="1890"/>
                    </a:cubicBezTo>
                    <a:cubicBezTo>
                      <a:pt x="830" y="1886"/>
                      <a:pt x="828" y="1879"/>
                      <a:pt x="832" y="1871"/>
                    </a:cubicBezTo>
                    <a:cubicBezTo>
                      <a:pt x="847" y="1867"/>
                      <a:pt x="858" y="1850"/>
                      <a:pt x="858" y="1829"/>
                    </a:cubicBezTo>
                    <a:cubicBezTo>
                      <a:pt x="858" y="1808"/>
                      <a:pt x="847" y="1790"/>
                      <a:pt x="831" y="1787"/>
                    </a:cubicBezTo>
                    <a:cubicBezTo>
                      <a:pt x="830" y="1783"/>
                      <a:pt x="827" y="1774"/>
                      <a:pt x="829" y="1764"/>
                    </a:cubicBezTo>
                    <a:cubicBezTo>
                      <a:pt x="843" y="1762"/>
                      <a:pt x="856" y="1747"/>
                      <a:pt x="860" y="1726"/>
                    </a:cubicBezTo>
                    <a:cubicBezTo>
                      <a:pt x="863" y="1703"/>
                      <a:pt x="852" y="1682"/>
                      <a:pt x="835" y="1679"/>
                    </a:cubicBezTo>
                    <a:cubicBezTo>
                      <a:pt x="834" y="1679"/>
                      <a:pt x="833" y="1679"/>
                      <a:pt x="832" y="1679"/>
                    </a:cubicBezTo>
                    <a:cubicBezTo>
                      <a:pt x="832" y="1675"/>
                      <a:pt x="834" y="1665"/>
                      <a:pt x="837" y="1655"/>
                    </a:cubicBezTo>
                    <a:cubicBezTo>
                      <a:pt x="851" y="1654"/>
                      <a:pt x="865" y="1640"/>
                      <a:pt x="870" y="1621"/>
                    </a:cubicBezTo>
                    <a:cubicBezTo>
                      <a:pt x="875" y="1598"/>
                      <a:pt x="866" y="1577"/>
                      <a:pt x="850" y="1572"/>
                    </a:cubicBezTo>
                    <a:cubicBezTo>
                      <a:pt x="848" y="1565"/>
                      <a:pt x="845" y="1547"/>
                      <a:pt x="848" y="1536"/>
                    </a:cubicBezTo>
                    <a:cubicBezTo>
                      <a:pt x="863" y="1538"/>
                      <a:pt x="880" y="1525"/>
                      <a:pt x="887" y="1506"/>
                    </a:cubicBezTo>
                    <a:cubicBezTo>
                      <a:pt x="895" y="1485"/>
                      <a:pt x="890" y="1463"/>
                      <a:pt x="875" y="1456"/>
                    </a:cubicBezTo>
                    <a:cubicBezTo>
                      <a:pt x="875" y="1451"/>
                      <a:pt x="876" y="1432"/>
                      <a:pt x="885" y="1416"/>
                    </a:cubicBezTo>
                    <a:cubicBezTo>
                      <a:pt x="901" y="1417"/>
                      <a:pt x="917" y="1401"/>
                      <a:pt x="921" y="1379"/>
                    </a:cubicBezTo>
                    <a:cubicBezTo>
                      <a:pt x="924" y="1361"/>
                      <a:pt x="918" y="1345"/>
                      <a:pt x="908" y="1336"/>
                    </a:cubicBezTo>
                    <a:cubicBezTo>
                      <a:pt x="912" y="1327"/>
                      <a:pt x="938" y="1265"/>
                      <a:pt x="952" y="1248"/>
                    </a:cubicBezTo>
                    <a:cubicBezTo>
                      <a:pt x="967" y="1252"/>
                      <a:pt x="990" y="1226"/>
                      <a:pt x="1005" y="1188"/>
                    </a:cubicBezTo>
                    <a:cubicBezTo>
                      <a:pt x="1021" y="1146"/>
                      <a:pt x="1022" y="1105"/>
                      <a:pt x="1007" y="1097"/>
                    </a:cubicBezTo>
                    <a:cubicBezTo>
                      <a:pt x="1007" y="1096"/>
                      <a:pt x="1006" y="1096"/>
                      <a:pt x="1006" y="1096"/>
                    </a:cubicBezTo>
                    <a:cubicBezTo>
                      <a:pt x="1008" y="1087"/>
                      <a:pt x="1014" y="1068"/>
                      <a:pt x="1021" y="1054"/>
                    </a:cubicBezTo>
                    <a:cubicBezTo>
                      <a:pt x="1034" y="1057"/>
                      <a:pt x="1050" y="1028"/>
                      <a:pt x="1057" y="988"/>
                    </a:cubicBezTo>
                    <a:cubicBezTo>
                      <a:pt x="1064" y="947"/>
                      <a:pt x="1059" y="911"/>
                      <a:pt x="1046" y="903"/>
                    </a:cubicBezTo>
                    <a:cubicBezTo>
                      <a:pt x="1047" y="887"/>
                      <a:pt x="1053" y="824"/>
                      <a:pt x="1080" y="762"/>
                    </a:cubicBezTo>
                    <a:cubicBezTo>
                      <a:pt x="1099" y="754"/>
                      <a:pt x="1122" y="717"/>
                      <a:pt x="1137" y="667"/>
                    </a:cubicBezTo>
                    <a:cubicBezTo>
                      <a:pt x="1154" y="608"/>
                      <a:pt x="1155" y="552"/>
                      <a:pt x="1138" y="536"/>
                    </a:cubicBezTo>
                    <a:cubicBezTo>
                      <a:pt x="1139" y="534"/>
                      <a:pt x="1140" y="532"/>
                      <a:pt x="1141" y="530"/>
                    </a:cubicBezTo>
                    <a:cubicBezTo>
                      <a:pt x="1174" y="448"/>
                      <a:pt x="1184" y="380"/>
                      <a:pt x="1184" y="380"/>
                    </a:cubicBezTo>
                    <a:cubicBezTo>
                      <a:pt x="1167" y="460"/>
                      <a:pt x="1136" y="517"/>
                      <a:pt x="1128" y="532"/>
                    </a:cubicBezTo>
                    <a:cubicBezTo>
                      <a:pt x="1108" y="532"/>
                      <a:pt x="1081" y="572"/>
                      <a:pt x="1064" y="628"/>
                    </a:cubicBezTo>
                    <a:cubicBezTo>
                      <a:pt x="1046" y="689"/>
                      <a:pt x="1047" y="747"/>
                      <a:pt x="1065" y="761"/>
                    </a:cubicBezTo>
                    <a:cubicBezTo>
                      <a:pt x="1064" y="778"/>
                      <a:pt x="1060" y="820"/>
                      <a:pt x="1038" y="903"/>
                    </a:cubicBezTo>
                    <a:cubicBezTo>
                      <a:pt x="1025" y="908"/>
                      <a:pt x="1013" y="934"/>
                      <a:pt x="1007" y="969"/>
                    </a:cubicBezTo>
                    <a:cubicBezTo>
                      <a:pt x="1001" y="1004"/>
                      <a:pt x="1004" y="1037"/>
                      <a:pt x="1013" y="1049"/>
                    </a:cubicBezTo>
                    <a:cubicBezTo>
                      <a:pt x="1014" y="1059"/>
                      <a:pt x="1013" y="1078"/>
                      <a:pt x="1001" y="1095"/>
                    </a:cubicBezTo>
                    <a:cubicBezTo>
                      <a:pt x="986" y="1095"/>
                      <a:pt x="964" y="1119"/>
                      <a:pt x="950" y="1156"/>
                    </a:cubicBezTo>
                    <a:cubicBezTo>
                      <a:pt x="936" y="1191"/>
                      <a:pt x="933" y="1225"/>
                      <a:pt x="942" y="1240"/>
                    </a:cubicBezTo>
                    <a:cubicBezTo>
                      <a:pt x="940" y="1255"/>
                      <a:pt x="933" y="1293"/>
                      <a:pt x="900" y="1332"/>
                    </a:cubicBezTo>
                    <a:cubicBezTo>
                      <a:pt x="899" y="1332"/>
                      <a:pt x="898" y="1332"/>
                      <a:pt x="897" y="1332"/>
                    </a:cubicBezTo>
                    <a:cubicBezTo>
                      <a:pt x="883" y="1329"/>
                      <a:pt x="869" y="1339"/>
                      <a:pt x="863" y="1356"/>
                    </a:cubicBezTo>
                    <a:cubicBezTo>
                      <a:pt x="818" y="1372"/>
                      <a:pt x="649" y="1369"/>
                      <a:pt x="562" y="1360"/>
                    </a:cubicBezTo>
                    <a:cubicBezTo>
                      <a:pt x="488" y="1352"/>
                      <a:pt x="437" y="1305"/>
                      <a:pt x="419" y="1286"/>
                    </a:cubicBezTo>
                    <a:cubicBezTo>
                      <a:pt x="489" y="1131"/>
                      <a:pt x="545" y="968"/>
                      <a:pt x="515" y="751"/>
                    </a:cubicBezTo>
                    <a:cubicBezTo>
                      <a:pt x="500" y="637"/>
                      <a:pt x="526" y="633"/>
                      <a:pt x="563" y="624"/>
                    </a:cubicBezTo>
                    <a:cubicBezTo>
                      <a:pt x="607" y="612"/>
                      <a:pt x="613" y="592"/>
                      <a:pt x="625" y="558"/>
                    </a:cubicBezTo>
                    <a:cubicBezTo>
                      <a:pt x="642" y="510"/>
                      <a:pt x="722" y="554"/>
                      <a:pt x="757" y="457"/>
                    </a:cubicBezTo>
                    <a:cubicBezTo>
                      <a:pt x="757" y="457"/>
                      <a:pt x="435" y="0"/>
                      <a:pt x="369" y="374"/>
                    </a:cubicBezTo>
                    <a:cubicBezTo>
                      <a:pt x="369" y="374"/>
                      <a:pt x="410" y="577"/>
                      <a:pt x="439" y="739"/>
                    </a:cubicBezTo>
                    <a:cubicBezTo>
                      <a:pt x="526" y="1236"/>
                      <a:pt x="98" y="1466"/>
                      <a:pt x="126" y="1949"/>
                    </a:cubicBezTo>
                    <a:cubicBezTo>
                      <a:pt x="169" y="2698"/>
                      <a:pt x="465" y="2698"/>
                      <a:pt x="465" y="3107"/>
                    </a:cubicBezTo>
                    <a:cubicBezTo>
                      <a:pt x="465" y="3696"/>
                      <a:pt x="0" y="3534"/>
                      <a:pt x="47" y="4039"/>
                    </a:cubicBezTo>
                    <a:cubicBezTo>
                      <a:pt x="54" y="3596"/>
                      <a:pt x="542" y="3691"/>
                      <a:pt x="566" y="3150"/>
                    </a:cubicBezTo>
                    <a:cubicBezTo>
                      <a:pt x="575" y="3155"/>
                      <a:pt x="593" y="3162"/>
                      <a:pt x="628" y="3167"/>
                    </a:cubicBezTo>
                    <a:cubicBezTo>
                      <a:pt x="695" y="3176"/>
                      <a:pt x="1017" y="3168"/>
                      <a:pt x="1047" y="3167"/>
                    </a:cubicBezTo>
                    <a:cubicBezTo>
                      <a:pt x="1077" y="3166"/>
                      <a:pt x="1146" y="3163"/>
                      <a:pt x="1171" y="3163"/>
                    </a:cubicBezTo>
                    <a:cubicBezTo>
                      <a:pt x="1172" y="3183"/>
                      <a:pt x="1183" y="3200"/>
                      <a:pt x="1197" y="3203"/>
                    </a:cubicBezTo>
                    <a:cubicBezTo>
                      <a:pt x="1201" y="3219"/>
                      <a:pt x="1211" y="3275"/>
                      <a:pt x="1197" y="3327"/>
                    </a:cubicBezTo>
                    <a:cubicBezTo>
                      <a:pt x="1183" y="3329"/>
                      <a:pt x="1170" y="3343"/>
                      <a:pt x="1166" y="3362"/>
                    </a:cubicBezTo>
                    <a:cubicBezTo>
                      <a:pt x="1162" y="3382"/>
                      <a:pt x="1169" y="3400"/>
                      <a:pt x="1181" y="3407"/>
                    </a:cubicBezTo>
                    <a:cubicBezTo>
                      <a:pt x="1179" y="3427"/>
                      <a:pt x="1168" y="3499"/>
                      <a:pt x="1152" y="3521"/>
                    </a:cubicBezTo>
                    <a:cubicBezTo>
                      <a:pt x="1142" y="3520"/>
                      <a:pt x="1128" y="3530"/>
                      <a:pt x="1117" y="3549"/>
                    </a:cubicBezTo>
                    <a:cubicBezTo>
                      <a:pt x="1101" y="3575"/>
                      <a:pt x="1095" y="3608"/>
                      <a:pt x="1103" y="3624"/>
                    </a:cubicBezTo>
                    <a:cubicBezTo>
                      <a:pt x="1097" y="3639"/>
                      <a:pt x="1077" y="3688"/>
                      <a:pt x="1059" y="3696"/>
                    </a:cubicBezTo>
                    <a:cubicBezTo>
                      <a:pt x="1052" y="3694"/>
                      <a:pt x="1042" y="3699"/>
                      <a:pt x="1030" y="3711"/>
                    </a:cubicBezTo>
                    <a:cubicBezTo>
                      <a:pt x="1013" y="3729"/>
                      <a:pt x="1000" y="3757"/>
                      <a:pt x="1003" y="3773"/>
                    </a:cubicBezTo>
                    <a:cubicBezTo>
                      <a:pt x="1003" y="3773"/>
                      <a:pt x="1003" y="3773"/>
                      <a:pt x="1003" y="3773"/>
                    </a:cubicBezTo>
                    <a:cubicBezTo>
                      <a:pt x="992" y="3788"/>
                      <a:pt x="967" y="3820"/>
                      <a:pt x="958" y="3828"/>
                    </a:cubicBezTo>
                    <a:cubicBezTo>
                      <a:pt x="945" y="3838"/>
                      <a:pt x="743" y="4061"/>
                      <a:pt x="757" y="4199"/>
                    </a:cubicBezTo>
                    <a:cubicBezTo>
                      <a:pt x="754" y="4159"/>
                      <a:pt x="768" y="4042"/>
                      <a:pt x="961" y="3831"/>
                    </a:cubicBezTo>
                    <a:cubicBezTo>
                      <a:pt x="976" y="3815"/>
                      <a:pt x="998" y="3792"/>
                      <a:pt x="1009" y="3782"/>
                    </a:cubicBezTo>
                    <a:cubicBezTo>
                      <a:pt x="1016" y="3785"/>
                      <a:pt x="1027" y="3780"/>
                      <a:pt x="1039" y="3767"/>
                    </a:cubicBezTo>
                    <a:cubicBezTo>
                      <a:pt x="1056" y="3749"/>
                      <a:pt x="1069" y="3721"/>
                      <a:pt x="1066" y="3706"/>
                    </a:cubicBezTo>
                    <a:cubicBezTo>
                      <a:pt x="1066" y="3704"/>
                      <a:pt x="1066" y="3703"/>
                      <a:pt x="1065" y="3702"/>
                    </a:cubicBezTo>
                    <a:cubicBezTo>
                      <a:pt x="1072" y="3690"/>
                      <a:pt x="1098" y="3644"/>
                      <a:pt x="1108" y="3631"/>
                    </a:cubicBezTo>
                    <a:cubicBezTo>
                      <a:pt x="1119" y="3638"/>
                      <a:pt x="1135" y="3628"/>
                      <a:pt x="1149" y="3605"/>
                    </a:cubicBezTo>
                    <a:cubicBezTo>
                      <a:pt x="1165" y="3579"/>
                      <a:pt x="1171" y="3544"/>
                      <a:pt x="1162" y="3529"/>
                    </a:cubicBezTo>
                    <a:cubicBezTo>
                      <a:pt x="1161" y="3528"/>
                      <a:pt x="1161" y="3527"/>
                      <a:pt x="1160" y="3526"/>
                    </a:cubicBezTo>
                    <a:cubicBezTo>
                      <a:pt x="1164" y="3508"/>
                      <a:pt x="1181" y="3430"/>
                      <a:pt x="1188" y="3410"/>
                    </a:cubicBezTo>
                    <a:cubicBezTo>
                      <a:pt x="1188" y="3410"/>
                      <a:pt x="1188" y="3410"/>
                      <a:pt x="1189" y="3410"/>
                    </a:cubicBezTo>
                    <a:cubicBezTo>
                      <a:pt x="1206" y="3414"/>
                      <a:pt x="1223" y="3398"/>
                      <a:pt x="1228" y="3375"/>
                    </a:cubicBezTo>
                    <a:cubicBezTo>
                      <a:pt x="1233" y="3352"/>
                      <a:pt x="1223" y="3330"/>
                      <a:pt x="1206" y="3327"/>
                    </a:cubicBezTo>
                    <a:close/>
                    <a:moveTo>
                      <a:pt x="416" y="1292"/>
                    </a:moveTo>
                    <a:cubicBezTo>
                      <a:pt x="456" y="1337"/>
                      <a:pt x="528" y="1362"/>
                      <a:pt x="557" y="1367"/>
                    </a:cubicBezTo>
                    <a:cubicBezTo>
                      <a:pt x="587" y="1372"/>
                      <a:pt x="816" y="1376"/>
                      <a:pt x="858" y="1377"/>
                    </a:cubicBezTo>
                    <a:cubicBezTo>
                      <a:pt x="858" y="1393"/>
                      <a:pt x="865" y="1407"/>
                      <a:pt x="875" y="1413"/>
                    </a:cubicBezTo>
                    <a:cubicBezTo>
                      <a:pt x="878" y="1421"/>
                      <a:pt x="880" y="1436"/>
                      <a:pt x="869" y="1454"/>
                    </a:cubicBezTo>
                    <a:cubicBezTo>
                      <a:pt x="858" y="1451"/>
                      <a:pt x="846" y="1457"/>
                      <a:pt x="837" y="1468"/>
                    </a:cubicBezTo>
                    <a:cubicBezTo>
                      <a:pt x="797" y="1466"/>
                      <a:pt x="607" y="1459"/>
                      <a:pt x="517" y="1467"/>
                    </a:cubicBezTo>
                    <a:cubicBezTo>
                      <a:pt x="437" y="1473"/>
                      <a:pt x="387" y="1415"/>
                      <a:pt x="370" y="1391"/>
                    </a:cubicBezTo>
                    <a:cubicBezTo>
                      <a:pt x="386" y="1358"/>
                      <a:pt x="401" y="1325"/>
                      <a:pt x="416" y="1292"/>
                    </a:cubicBezTo>
                    <a:close/>
                    <a:moveTo>
                      <a:pt x="366" y="1400"/>
                    </a:moveTo>
                    <a:cubicBezTo>
                      <a:pt x="443" y="1501"/>
                      <a:pt x="544" y="1467"/>
                      <a:pt x="649" y="1470"/>
                    </a:cubicBezTo>
                    <a:cubicBezTo>
                      <a:pt x="769" y="1474"/>
                      <a:pt x="812" y="1483"/>
                      <a:pt x="826" y="1490"/>
                    </a:cubicBezTo>
                    <a:cubicBezTo>
                      <a:pt x="822" y="1509"/>
                      <a:pt x="828" y="1527"/>
                      <a:pt x="841" y="1534"/>
                    </a:cubicBezTo>
                    <a:cubicBezTo>
                      <a:pt x="844" y="1539"/>
                      <a:pt x="848" y="1552"/>
                      <a:pt x="842" y="1571"/>
                    </a:cubicBezTo>
                    <a:cubicBezTo>
                      <a:pt x="828" y="1572"/>
                      <a:pt x="813" y="1586"/>
                      <a:pt x="809" y="1606"/>
                    </a:cubicBezTo>
                    <a:cubicBezTo>
                      <a:pt x="808" y="1608"/>
                      <a:pt x="808" y="1610"/>
                      <a:pt x="808" y="1612"/>
                    </a:cubicBezTo>
                    <a:cubicBezTo>
                      <a:pt x="762" y="1627"/>
                      <a:pt x="575" y="1585"/>
                      <a:pt x="472" y="1573"/>
                    </a:cubicBezTo>
                    <a:cubicBezTo>
                      <a:pt x="388" y="1563"/>
                      <a:pt x="340" y="1512"/>
                      <a:pt x="324" y="1492"/>
                    </a:cubicBezTo>
                    <a:cubicBezTo>
                      <a:pt x="337" y="1461"/>
                      <a:pt x="352" y="1430"/>
                      <a:pt x="366" y="1400"/>
                    </a:cubicBezTo>
                    <a:close/>
                    <a:moveTo>
                      <a:pt x="320" y="1501"/>
                    </a:moveTo>
                    <a:cubicBezTo>
                      <a:pt x="338" y="1523"/>
                      <a:pt x="380" y="1553"/>
                      <a:pt x="423" y="1566"/>
                    </a:cubicBezTo>
                    <a:cubicBezTo>
                      <a:pt x="462" y="1579"/>
                      <a:pt x="697" y="1614"/>
                      <a:pt x="727" y="1618"/>
                    </a:cubicBezTo>
                    <a:cubicBezTo>
                      <a:pt x="751" y="1622"/>
                      <a:pt x="792" y="1627"/>
                      <a:pt x="808" y="1629"/>
                    </a:cubicBezTo>
                    <a:cubicBezTo>
                      <a:pt x="811" y="1642"/>
                      <a:pt x="818" y="1652"/>
                      <a:pt x="830" y="1655"/>
                    </a:cubicBezTo>
                    <a:cubicBezTo>
                      <a:pt x="830" y="1655"/>
                      <a:pt x="830" y="1655"/>
                      <a:pt x="830" y="1655"/>
                    </a:cubicBezTo>
                    <a:cubicBezTo>
                      <a:pt x="831" y="1660"/>
                      <a:pt x="832" y="1669"/>
                      <a:pt x="826" y="1680"/>
                    </a:cubicBezTo>
                    <a:cubicBezTo>
                      <a:pt x="813" y="1683"/>
                      <a:pt x="802" y="1696"/>
                      <a:pt x="798" y="1713"/>
                    </a:cubicBezTo>
                    <a:cubicBezTo>
                      <a:pt x="762" y="1717"/>
                      <a:pt x="569" y="1708"/>
                      <a:pt x="432" y="1677"/>
                    </a:cubicBezTo>
                    <a:cubicBezTo>
                      <a:pt x="330" y="1655"/>
                      <a:pt x="290" y="1627"/>
                      <a:pt x="276" y="1612"/>
                    </a:cubicBezTo>
                    <a:cubicBezTo>
                      <a:pt x="289" y="1574"/>
                      <a:pt x="304" y="1537"/>
                      <a:pt x="320" y="1501"/>
                    </a:cubicBezTo>
                    <a:close/>
                    <a:moveTo>
                      <a:pt x="271" y="1626"/>
                    </a:moveTo>
                    <a:cubicBezTo>
                      <a:pt x="299" y="1645"/>
                      <a:pt x="385" y="1677"/>
                      <a:pt x="426" y="1687"/>
                    </a:cubicBezTo>
                    <a:cubicBezTo>
                      <a:pt x="473" y="1699"/>
                      <a:pt x="656" y="1720"/>
                      <a:pt x="704" y="1720"/>
                    </a:cubicBezTo>
                    <a:cubicBezTo>
                      <a:pt x="741" y="1720"/>
                      <a:pt x="782" y="1731"/>
                      <a:pt x="798" y="1736"/>
                    </a:cubicBezTo>
                    <a:cubicBezTo>
                      <a:pt x="801" y="1750"/>
                      <a:pt x="810" y="1762"/>
                      <a:pt x="822" y="1764"/>
                    </a:cubicBezTo>
                    <a:cubicBezTo>
                      <a:pt x="824" y="1768"/>
                      <a:pt x="826" y="1776"/>
                      <a:pt x="824" y="1786"/>
                    </a:cubicBezTo>
                    <a:cubicBezTo>
                      <a:pt x="811" y="1788"/>
                      <a:pt x="800" y="1800"/>
                      <a:pt x="797" y="1817"/>
                    </a:cubicBezTo>
                    <a:cubicBezTo>
                      <a:pt x="761" y="1831"/>
                      <a:pt x="592" y="1807"/>
                      <a:pt x="417" y="1799"/>
                    </a:cubicBezTo>
                    <a:cubicBezTo>
                      <a:pt x="288" y="1793"/>
                      <a:pt x="251" y="1764"/>
                      <a:pt x="240" y="1747"/>
                    </a:cubicBezTo>
                    <a:cubicBezTo>
                      <a:pt x="248" y="1705"/>
                      <a:pt x="259" y="1665"/>
                      <a:pt x="271" y="1626"/>
                    </a:cubicBezTo>
                    <a:close/>
                    <a:moveTo>
                      <a:pt x="238" y="1763"/>
                    </a:moveTo>
                    <a:cubicBezTo>
                      <a:pt x="268" y="1791"/>
                      <a:pt x="342" y="1803"/>
                      <a:pt x="395" y="1805"/>
                    </a:cubicBezTo>
                    <a:cubicBezTo>
                      <a:pt x="457" y="1806"/>
                      <a:pt x="680" y="1828"/>
                      <a:pt x="709" y="1829"/>
                    </a:cubicBezTo>
                    <a:cubicBezTo>
                      <a:pt x="733" y="1830"/>
                      <a:pt x="782" y="1836"/>
                      <a:pt x="796" y="1838"/>
                    </a:cubicBezTo>
                    <a:cubicBezTo>
                      <a:pt x="798" y="1856"/>
                      <a:pt x="810" y="1870"/>
                      <a:pt x="824" y="1871"/>
                    </a:cubicBezTo>
                    <a:cubicBezTo>
                      <a:pt x="826" y="1875"/>
                      <a:pt x="829" y="1881"/>
                      <a:pt x="828" y="1891"/>
                    </a:cubicBezTo>
                    <a:cubicBezTo>
                      <a:pt x="817" y="1896"/>
                      <a:pt x="809" y="1910"/>
                      <a:pt x="809" y="1927"/>
                    </a:cubicBezTo>
                    <a:cubicBezTo>
                      <a:pt x="747" y="1949"/>
                      <a:pt x="393" y="1905"/>
                      <a:pt x="327" y="1910"/>
                    </a:cubicBezTo>
                    <a:cubicBezTo>
                      <a:pt x="275" y="1915"/>
                      <a:pt x="241" y="1889"/>
                      <a:pt x="227" y="1875"/>
                    </a:cubicBezTo>
                    <a:cubicBezTo>
                      <a:pt x="228" y="1836"/>
                      <a:pt x="232" y="1799"/>
                      <a:pt x="238" y="1763"/>
                    </a:cubicBezTo>
                    <a:close/>
                    <a:moveTo>
                      <a:pt x="228" y="1949"/>
                    </a:moveTo>
                    <a:cubicBezTo>
                      <a:pt x="227" y="1931"/>
                      <a:pt x="226" y="1914"/>
                      <a:pt x="227" y="1896"/>
                    </a:cubicBezTo>
                    <a:cubicBezTo>
                      <a:pt x="249" y="1909"/>
                      <a:pt x="302" y="1923"/>
                      <a:pt x="357" y="1920"/>
                    </a:cubicBezTo>
                    <a:cubicBezTo>
                      <a:pt x="384" y="1918"/>
                      <a:pt x="717" y="1941"/>
                      <a:pt x="729" y="1943"/>
                    </a:cubicBezTo>
                    <a:cubicBezTo>
                      <a:pt x="739" y="1945"/>
                      <a:pt x="795" y="1944"/>
                      <a:pt x="812" y="1943"/>
                    </a:cubicBezTo>
                    <a:cubicBezTo>
                      <a:pt x="817" y="1961"/>
                      <a:pt x="830" y="1973"/>
                      <a:pt x="844" y="1973"/>
                    </a:cubicBezTo>
                    <a:cubicBezTo>
                      <a:pt x="848" y="1978"/>
                      <a:pt x="852" y="1986"/>
                      <a:pt x="851" y="1999"/>
                    </a:cubicBezTo>
                    <a:cubicBezTo>
                      <a:pt x="842" y="2004"/>
                      <a:pt x="835" y="2015"/>
                      <a:pt x="833" y="2028"/>
                    </a:cubicBezTo>
                    <a:cubicBezTo>
                      <a:pt x="800" y="2060"/>
                      <a:pt x="567" y="2042"/>
                      <a:pt x="525" y="2051"/>
                    </a:cubicBezTo>
                    <a:cubicBezTo>
                      <a:pt x="481" y="2061"/>
                      <a:pt x="379" y="2054"/>
                      <a:pt x="316" y="2059"/>
                    </a:cubicBezTo>
                    <a:cubicBezTo>
                      <a:pt x="267" y="2063"/>
                      <a:pt x="243" y="2044"/>
                      <a:pt x="234" y="2036"/>
                    </a:cubicBezTo>
                    <a:cubicBezTo>
                      <a:pt x="232" y="2008"/>
                      <a:pt x="230" y="1979"/>
                      <a:pt x="228" y="1949"/>
                    </a:cubicBezTo>
                    <a:close/>
                    <a:moveTo>
                      <a:pt x="236" y="2051"/>
                    </a:moveTo>
                    <a:cubicBezTo>
                      <a:pt x="241" y="2052"/>
                      <a:pt x="248" y="2055"/>
                      <a:pt x="259" y="2059"/>
                    </a:cubicBezTo>
                    <a:cubicBezTo>
                      <a:pt x="292" y="2073"/>
                      <a:pt x="510" y="2068"/>
                      <a:pt x="544" y="2058"/>
                    </a:cubicBezTo>
                    <a:cubicBezTo>
                      <a:pt x="578" y="2049"/>
                      <a:pt x="777" y="2056"/>
                      <a:pt x="800" y="2050"/>
                    </a:cubicBezTo>
                    <a:cubicBezTo>
                      <a:pt x="815" y="2045"/>
                      <a:pt x="828" y="2046"/>
                      <a:pt x="834" y="2048"/>
                    </a:cubicBezTo>
                    <a:cubicBezTo>
                      <a:pt x="839" y="2068"/>
                      <a:pt x="854" y="2083"/>
                      <a:pt x="870" y="2082"/>
                    </a:cubicBezTo>
                    <a:cubicBezTo>
                      <a:pt x="875" y="2090"/>
                      <a:pt x="890" y="2119"/>
                      <a:pt x="891" y="2143"/>
                    </a:cubicBezTo>
                    <a:cubicBezTo>
                      <a:pt x="880" y="2148"/>
                      <a:pt x="873" y="2160"/>
                      <a:pt x="872" y="2175"/>
                    </a:cubicBezTo>
                    <a:cubicBezTo>
                      <a:pt x="822" y="2195"/>
                      <a:pt x="499" y="2177"/>
                      <a:pt x="444" y="2182"/>
                    </a:cubicBezTo>
                    <a:cubicBezTo>
                      <a:pt x="371" y="2189"/>
                      <a:pt x="282" y="2183"/>
                      <a:pt x="252" y="2181"/>
                    </a:cubicBezTo>
                    <a:cubicBezTo>
                      <a:pt x="246" y="2141"/>
                      <a:pt x="240" y="2097"/>
                      <a:pt x="236" y="2051"/>
                    </a:cubicBezTo>
                    <a:close/>
                    <a:moveTo>
                      <a:pt x="254" y="2191"/>
                    </a:moveTo>
                    <a:cubicBezTo>
                      <a:pt x="281" y="2185"/>
                      <a:pt x="368" y="2192"/>
                      <a:pt x="394" y="2189"/>
                    </a:cubicBezTo>
                    <a:cubicBezTo>
                      <a:pt x="423" y="2185"/>
                      <a:pt x="745" y="2196"/>
                      <a:pt x="774" y="2192"/>
                    </a:cubicBezTo>
                    <a:cubicBezTo>
                      <a:pt x="800" y="2188"/>
                      <a:pt x="862" y="2193"/>
                      <a:pt x="875" y="2194"/>
                    </a:cubicBezTo>
                    <a:cubicBezTo>
                      <a:pt x="882" y="2216"/>
                      <a:pt x="900" y="2229"/>
                      <a:pt x="916" y="2225"/>
                    </a:cubicBezTo>
                    <a:cubicBezTo>
                      <a:pt x="916" y="2225"/>
                      <a:pt x="916" y="2225"/>
                      <a:pt x="916" y="2225"/>
                    </a:cubicBezTo>
                    <a:cubicBezTo>
                      <a:pt x="921" y="2232"/>
                      <a:pt x="935" y="2255"/>
                      <a:pt x="938" y="2280"/>
                    </a:cubicBezTo>
                    <a:cubicBezTo>
                      <a:pt x="930" y="2286"/>
                      <a:pt x="925" y="2296"/>
                      <a:pt x="925" y="2308"/>
                    </a:cubicBezTo>
                    <a:cubicBezTo>
                      <a:pt x="912" y="2315"/>
                      <a:pt x="887" y="2320"/>
                      <a:pt x="839" y="2314"/>
                    </a:cubicBezTo>
                    <a:cubicBezTo>
                      <a:pt x="754" y="2302"/>
                      <a:pt x="528" y="2284"/>
                      <a:pt x="449" y="2306"/>
                    </a:cubicBezTo>
                    <a:cubicBezTo>
                      <a:pt x="381" y="2325"/>
                      <a:pt x="301" y="2317"/>
                      <a:pt x="279" y="2315"/>
                    </a:cubicBezTo>
                    <a:cubicBezTo>
                      <a:pt x="270" y="2277"/>
                      <a:pt x="261" y="2236"/>
                      <a:pt x="254" y="2191"/>
                    </a:cubicBezTo>
                    <a:close/>
                    <a:moveTo>
                      <a:pt x="281" y="2324"/>
                    </a:moveTo>
                    <a:cubicBezTo>
                      <a:pt x="316" y="2326"/>
                      <a:pt x="424" y="2333"/>
                      <a:pt x="464" y="2314"/>
                    </a:cubicBezTo>
                    <a:cubicBezTo>
                      <a:pt x="512" y="2291"/>
                      <a:pt x="763" y="2305"/>
                      <a:pt x="818" y="2320"/>
                    </a:cubicBezTo>
                    <a:cubicBezTo>
                      <a:pt x="859" y="2331"/>
                      <a:pt x="905" y="2326"/>
                      <a:pt x="927" y="2323"/>
                    </a:cubicBezTo>
                    <a:cubicBezTo>
                      <a:pt x="928" y="2325"/>
                      <a:pt x="928" y="2327"/>
                      <a:pt x="929" y="2328"/>
                    </a:cubicBezTo>
                    <a:cubicBezTo>
                      <a:pt x="936" y="2349"/>
                      <a:pt x="954" y="2361"/>
                      <a:pt x="969" y="2358"/>
                    </a:cubicBezTo>
                    <a:cubicBezTo>
                      <a:pt x="973" y="2364"/>
                      <a:pt x="983" y="2382"/>
                      <a:pt x="985" y="2398"/>
                    </a:cubicBezTo>
                    <a:cubicBezTo>
                      <a:pt x="976" y="2403"/>
                      <a:pt x="971" y="2414"/>
                      <a:pt x="971" y="2427"/>
                    </a:cubicBezTo>
                    <a:cubicBezTo>
                      <a:pt x="947" y="2436"/>
                      <a:pt x="882" y="2437"/>
                      <a:pt x="821" y="2428"/>
                    </a:cubicBezTo>
                    <a:cubicBezTo>
                      <a:pt x="751" y="2417"/>
                      <a:pt x="565" y="2396"/>
                      <a:pt x="500" y="2432"/>
                    </a:cubicBezTo>
                    <a:cubicBezTo>
                      <a:pt x="416" y="2479"/>
                      <a:pt x="358" y="2490"/>
                      <a:pt x="336" y="2493"/>
                    </a:cubicBezTo>
                    <a:cubicBezTo>
                      <a:pt x="316" y="2444"/>
                      <a:pt x="297" y="2388"/>
                      <a:pt x="281" y="2324"/>
                    </a:cubicBezTo>
                    <a:close/>
                    <a:moveTo>
                      <a:pt x="342" y="2507"/>
                    </a:moveTo>
                    <a:cubicBezTo>
                      <a:pt x="371" y="2499"/>
                      <a:pt x="436" y="2479"/>
                      <a:pt x="507" y="2441"/>
                    </a:cubicBezTo>
                    <a:cubicBezTo>
                      <a:pt x="593" y="2396"/>
                      <a:pt x="865" y="2440"/>
                      <a:pt x="883" y="2440"/>
                    </a:cubicBezTo>
                    <a:cubicBezTo>
                      <a:pt x="897" y="2440"/>
                      <a:pt x="951" y="2441"/>
                      <a:pt x="973" y="2441"/>
                    </a:cubicBezTo>
                    <a:cubicBezTo>
                      <a:pt x="973" y="2443"/>
                      <a:pt x="974" y="2445"/>
                      <a:pt x="975" y="2447"/>
                    </a:cubicBezTo>
                    <a:cubicBezTo>
                      <a:pt x="982" y="2467"/>
                      <a:pt x="999" y="2479"/>
                      <a:pt x="1014" y="2477"/>
                    </a:cubicBezTo>
                    <a:cubicBezTo>
                      <a:pt x="1019" y="2486"/>
                      <a:pt x="1034" y="2513"/>
                      <a:pt x="1035" y="2528"/>
                    </a:cubicBezTo>
                    <a:cubicBezTo>
                      <a:pt x="1027" y="2533"/>
                      <a:pt x="1021" y="2544"/>
                      <a:pt x="1021" y="2556"/>
                    </a:cubicBezTo>
                    <a:cubicBezTo>
                      <a:pt x="1013" y="2558"/>
                      <a:pt x="1003" y="2559"/>
                      <a:pt x="989" y="2560"/>
                    </a:cubicBezTo>
                    <a:cubicBezTo>
                      <a:pt x="903" y="2562"/>
                      <a:pt x="721" y="2537"/>
                      <a:pt x="680" y="2535"/>
                    </a:cubicBezTo>
                    <a:cubicBezTo>
                      <a:pt x="629" y="2532"/>
                      <a:pt x="598" y="2536"/>
                      <a:pt x="551" y="2574"/>
                    </a:cubicBezTo>
                    <a:cubicBezTo>
                      <a:pt x="514" y="2604"/>
                      <a:pt x="435" y="2623"/>
                      <a:pt x="400" y="2630"/>
                    </a:cubicBezTo>
                    <a:cubicBezTo>
                      <a:pt x="381" y="2593"/>
                      <a:pt x="361" y="2553"/>
                      <a:pt x="342" y="2507"/>
                    </a:cubicBezTo>
                    <a:close/>
                    <a:moveTo>
                      <a:pt x="406" y="2641"/>
                    </a:moveTo>
                    <a:cubicBezTo>
                      <a:pt x="447" y="2630"/>
                      <a:pt x="539" y="2600"/>
                      <a:pt x="580" y="2560"/>
                    </a:cubicBezTo>
                    <a:cubicBezTo>
                      <a:pt x="620" y="2520"/>
                      <a:pt x="812" y="2556"/>
                      <a:pt x="835" y="2560"/>
                    </a:cubicBezTo>
                    <a:cubicBezTo>
                      <a:pt x="855" y="2564"/>
                      <a:pt x="990" y="2568"/>
                      <a:pt x="1022" y="2569"/>
                    </a:cubicBezTo>
                    <a:cubicBezTo>
                      <a:pt x="1022" y="2572"/>
                      <a:pt x="1023" y="2575"/>
                      <a:pt x="1024" y="2578"/>
                    </a:cubicBezTo>
                    <a:cubicBezTo>
                      <a:pt x="1032" y="2598"/>
                      <a:pt x="1050" y="2611"/>
                      <a:pt x="1065" y="2608"/>
                    </a:cubicBezTo>
                    <a:cubicBezTo>
                      <a:pt x="1072" y="2617"/>
                      <a:pt x="1089" y="2644"/>
                      <a:pt x="1090" y="2679"/>
                    </a:cubicBezTo>
                    <a:cubicBezTo>
                      <a:pt x="1089" y="2679"/>
                      <a:pt x="1089" y="2679"/>
                      <a:pt x="1088" y="2680"/>
                    </a:cubicBezTo>
                    <a:cubicBezTo>
                      <a:pt x="1079" y="2683"/>
                      <a:pt x="1073" y="2692"/>
                      <a:pt x="1071" y="2703"/>
                    </a:cubicBezTo>
                    <a:cubicBezTo>
                      <a:pt x="1030" y="2703"/>
                      <a:pt x="940" y="2699"/>
                      <a:pt x="874" y="2680"/>
                    </a:cubicBezTo>
                    <a:cubicBezTo>
                      <a:pt x="785" y="2655"/>
                      <a:pt x="656" y="2662"/>
                      <a:pt x="610" y="2701"/>
                    </a:cubicBezTo>
                    <a:cubicBezTo>
                      <a:pt x="570" y="2734"/>
                      <a:pt x="491" y="2748"/>
                      <a:pt x="468" y="2751"/>
                    </a:cubicBezTo>
                    <a:cubicBezTo>
                      <a:pt x="448" y="2716"/>
                      <a:pt x="427" y="2681"/>
                      <a:pt x="406" y="2641"/>
                    </a:cubicBezTo>
                    <a:close/>
                    <a:moveTo>
                      <a:pt x="472" y="2759"/>
                    </a:moveTo>
                    <a:cubicBezTo>
                      <a:pt x="518" y="2754"/>
                      <a:pt x="599" y="2725"/>
                      <a:pt x="656" y="2691"/>
                    </a:cubicBezTo>
                    <a:cubicBezTo>
                      <a:pt x="717" y="2653"/>
                      <a:pt x="889" y="2689"/>
                      <a:pt x="911" y="2698"/>
                    </a:cubicBezTo>
                    <a:cubicBezTo>
                      <a:pt x="929" y="2705"/>
                      <a:pt x="1029" y="2714"/>
                      <a:pt x="1071" y="2718"/>
                    </a:cubicBezTo>
                    <a:cubicBezTo>
                      <a:pt x="1071" y="2722"/>
                      <a:pt x="1072" y="2726"/>
                      <a:pt x="1074" y="2731"/>
                    </a:cubicBezTo>
                    <a:cubicBezTo>
                      <a:pt x="1082" y="2752"/>
                      <a:pt x="1102" y="2765"/>
                      <a:pt x="1118" y="2760"/>
                    </a:cubicBezTo>
                    <a:cubicBezTo>
                      <a:pt x="1122" y="2766"/>
                      <a:pt x="1135" y="2784"/>
                      <a:pt x="1138" y="2808"/>
                    </a:cubicBezTo>
                    <a:cubicBezTo>
                      <a:pt x="1138" y="2808"/>
                      <a:pt x="1138" y="2808"/>
                      <a:pt x="1138" y="2808"/>
                    </a:cubicBezTo>
                    <a:cubicBezTo>
                      <a:pt x="1125" y="2812"/>
                      <a:pt x="1119" y="2827"/>
                      <a:pt x="1120" y="2843"/>
                    </a:cubicBezTo>
                    <a:cubicBezTo>
                      <a:pt x="1054" y="2855"/>
                      <a:pt x="783" y="2822"/>
                      <a:pt x="722" y="2830"/>
                    </a:cubicBezTo>
                    <a:cubicBezTo>
                      <a:pt x="666" y="2838"/>
                      <a:pt x="561" y="2866"/>
                      <a:pt x="527" y="2876"/>
                    </a:cubicBezTo>
                    <a:cubicBezTo>
                      <a:pt x="512" y="2835"/>
                      <a:pt x="493" y="2797"/>
                      <a:pt x="472" y="2759"/>
                    </a:cubicBezTo>
                    <a:close/>
                    <a:moveTo>
                      <a:pt x="532" y="2889"/>
                    </a:moveTo>
                    <a:cubicBezTo>
                      <a:pt x="562" y="2857"/>
                      <a:pt x="682" y="2853"/>
                      <a:pt x="724" y="2842"/>
                    </a:cubicBezTo>
                    <a:cubicBezTo>
                      <a:pt x="767" y="2832"/>
                      <a:pt x="1039" y="2856"/>
                      <a:pt x="1066" y="2854"/>
                    </a:cubicBezTo>
                    <a:cubicBezTo>
                      <a:pt x="1084" y="2853"/>
                      <a:pt x="1108" y="2854"/>
                      <a:pt x="1122" y="2855"/>
                    </a:cubicBezTo>
                    <a:cubicBezTo>
                      <a:pt x="1123" y="2856"/>
                      <a:pt x="1123" y="2858"/>
                      <a:pt x="1123" y="2859"/>
                    </a:cubicBezTo>
                    <a:cubicBezTo>
                      <a:pt x="1131" y="2878"/>
                      <a:pt x="1147" y="2890"/>
                      <a:pt x="1161" y="2889"/>
                    </a:cubicBezTo>
                    <a:cubicBezTo>
                      <a:pt x="1165" y="2897"/>
                      <a:pt x="1181" y="2932"/>
                      <a:pt x="1178" y="2954"/>
                    </a:cubicBezTo>
                    <a:cubicBezTo>
                      <a:pt x="1165" y="2959"/>
                      <a:pt x="1157" y="2976"/>
                      <a:pt x="1158" y="2994"/>
                    </a:cubicBezTo>
                    <a:cubicBezTo>
                      <a:pt x="1093" y="3011"/>
                      <a:pt x="809" y="2986"/>
                      <a:pt x="755" y="2982"/>
                    </a:cubicBezTo>
                    <a:cubicBezTo>
                      <a:pt x="743" y="2981"/>
                      <a:pt x="728" y="2982"/>
                      <a:pt x="711" y="2984"/>
                    </a:cubicBezTo>
                    <a:cubicBezTo>
                      <a:pt x="658" y="2989"/>
                      <a:pt x="587" y="3005"/>
                      <a:pt x="561" y="3011"/>
                    </a:cubicBezTo>
                    <a:cubicBezTo>
                      <a:pt x="555" y="2966"/>
                      <a:pt x="545" y="2926"/>
                      <a:pt x="532" y="2889"/>
                    </a:cubicBezTo>
                    <a:close/>
                    <a:moveTo>
                      <a:pt x="1199" y="3119"/>
                    </a:moveTo>
                    <a:cubicBezTo>
                      <a:pt x="1185" y="3121"/>
                      <a:pt x="1175" y="3134"/>
                      <a:pt x="1172" y="3151"/>
                    </a:cubicBezTo>
                    <a:cubicBezTo>
                      <a:pt x="1090" y="3170"/>
                      <a:pt x="761" y="3157"/>
                      <a:pt x="695" y="3162"/>
                    </a:cubicBezTo>
                    <a:cubicBezTo>
                      <a:pt x="636" y="3167"/>
                      <a:pt x="584" y="3143"/>
                      <a:pt x="567" y="3134"/>
                    </a:cubicBezTo>
                    <a:cubicBezTo>
                      <a:pt x="567" y="3125"/>
                      <a:pt x="567" y="3116"/>
                      <a:pt x="567" y="3107"/>
                    </a:cubicBezTo>
                    <a:cubicBezTo>
                      <a:pt x="567" y="3076"/>
                      <a:pt x="566" y="3048"/>
                      <a:pt x="563" y="3021"/>
                    </a:cubicBezTo>
                    <a:cubicBezTo>
                      <a:pt x="600" y="3004"/>
                      <a:pt x="673" y="3001"/>
                      <a:pt x="709" y="2993"/>
                    </a:cubicBezTo>
                    <a:cubicBezTo>
                      <a:pt x="748" y="2984"/>
                      <a:pt x="1033" y="3008"/>
                      <a:pt x="1054" y="3008"/>
                    </a:cubicBezTo>
                    <a:cubicBezTo>
                      <a:pt x="1161" y="3008"/>
                      <a:pt x="1161" y="3008"/>
                      <a:pt x="1161" y="3008"/>
                    </a:cubicBezTo>
                    <a:cubicBezTo>
                      <a:pt x="1166" y="3022"/>
                      <a:pt x="1175" y="3032"/>
                      <a:pt x="1186" y="3036"/>
                    </a:cubicBezTo>
                    <a:cubicBezTo>
                      <a:pt x="1191" y="3049"/>
                      <a:pt x="1204" y="3088"/>
                      <a:pt x="1199" y="3119"/>
                    </a:cubicBezTo>
                    <a:close/>
                  </a:path>
                </a:pathLst>
              </a:custGeom>
              <a:noFill/>
              <a:ln w="3175" cap="flat" cmpd="sng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2" name="Rectangle 768">
                <a:extLst>
                  <a:ext uri="{FF2B5EF4-FFF2-40B4-BE49-F238E27FC236}">
                    <a16:creationId xmlns:a16="http://schemas.microsoft.com/office/drawing/2014/main" id="{F9A1EDF7-7D97-40AE-AF7E-32806E8EB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2" y="1866"/>
                <a:ext cx="46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T1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53" name="Rectangle 769">
                <a:extLst>
                  <a:ext uri="{FF2B5EF4-FFF2-40B4-BE49-F238E27FC236}">
                    <a16:creationId xmlns:a16="http://schemas.microsoft.com/office/drawing/2014/main" id="{280FC472-E0E8-4BF7-93DF-9552CC7F2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" y="1939"/>
                <a:ext cx="46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T2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54" name="Rectangle 770">
                <a:extLst>
                  <a:ext uri="{FF2B5EF4-FFF2-40B4-BE49-F238E27FC236}">
                    <a16:creationId xmlns:a16="http://schemas.microsoft.com/office/drawing/2014/main" id="{C19CDD77-4B8E-4953-BC48-EAB07629F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" y="2015"/>
                <a:ext cx="46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T3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55" name="Rectangle 771">
                <a:extLst>
                  <a:ext uri="{FF2B5EF4-FFF2-40B4-BE49-F238E27FC236}">
                    <a16:creationId xmlns:a16="http://schemas.microsoft.com/office/drawing/2014/main" id="{E4AF75F7-BA4B-421A-A54D-D79D43EC6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" y="2107"/>
                <a:ext cx="46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T4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56" name="Rectangle 772">
                <a:extLst>
                  <a:ext uri="{FF2B5EF4-FFF2-40B4-BE49-F238E27FC236}">
                    <a16:creationId xmlns:a16="http://schemas.microsoft.com/office/drawing/2014/main" id="{D9E0DB75-4FAF-4F5D-9B89-B856CA6E6B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2201"/>
                <a:ext cx="46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T5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57" name="Rectangle 773">
                <a:extLst>
                  <a:ext uri="{FF2B5EF4-FFF2-40B4-BE49-F238E27FC236}">
                    <a16:creationId xmlns:a16="http://schemas.microsoft.com/office/drawing/2014/main" id="{DE2F506D-52EA-428D-B1BD-47907FB08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" y="2301"/>
                <a:ext cx="46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T6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58" name="Rectangle 774">
                <a:extLst>
                  <a:ext uri="{FF2B5EF4-FFF2-40B4-BE49-F238E27FC236}">
                    <a16:creationId xmlns:a16="http://schemas.microsoft.com/office/drawing/2014/main" id="{0C67FE5C-411D-4398-B056-4D660C426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" y="2418"/>
                <a:ext cx="46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T7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59" name="Rectangle 775">
                <a:extLst>
                  <a:ext uri="{FF2B5EF4-FFF2-40B4-BE49-F238E27FC236}">
                    <a16:creationId xmlns:a16="http://schemas.microsoft.com/office/drawing/2014/main" id="{8BD463FC-BBBB-41A6-95B2-B36660BE5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" y="2523"/>
                <a:ext cx="46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T8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60" name="Rectangle 776">
                <a:extLst>
                  <a:ext uri="{FF2B5EF4-FFF2-40B4-BE49-F238E27FC236}">
                    <a16:creationId xmlns:a16="http://schemas.microsoft.com/office/drawing/2014/main" id="{FE9BDA18-7B64-4E89-BB29-F8FF07173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" y="2635"/>
                <a:ext cx="46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T9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61" name="Rectangle 777">
                <a:extLst>
                  <a:ext uri="{FF2B5EF4-FFF2-40B4-BE49-F238E27FC236}">
                    <a16:creationId xmlns:a16="http://schemas.microsoft.com/office/drawing/2014/main" id="{F1C5411B-679E-4AFF-B8B1-16F167C8E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" y="2754"/>
                <a:ext cx="68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T10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62" name="Rectangle 778">
                <a:extLst>
                  <a:ext uri="{FF2B5EF4-FFF2-40B4-BE49-F238E27FC236}">
                    <a16:creationId xmlns:a16="http://schemas.microsoft.com/office/drawing/2014/main" id="{E037EF3D-231D-45F0-9E9A-C4D174926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" y="2862"/>
                <a:ext cx="2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T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63" name="Rectangle 779">
                <a:extLst>
                  <a:ext uri="{FF2B5EF4-FFF2-40B4-BE49-F238E27FC236}">
                    <a16:creationId xmlns:a16="http://schemas.microsoft.com/office/drawing/2014/main" id="{26A95EB6-C312-46E0-8455-C79858160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6" y="2862"/>
                <a:ext cx="2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1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64" name="Rectangle 780">
                <a:extLst>
                  <a:ext uri="{FF2B5EF4-FFF2-40B4-BE49-F238E27FC236}">
                    <a16:creationId xmlns:a16="http://schemas.microsoft.com/office/drawing/2014/main" id="{6EF38981-8E00-4939-ABF8-31AB65CD1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" y="2862"/>
                <a:ext cx="2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1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65" name="Rectangle 781">
                <a:extLst>
                  <a:ext uri="{FF2B5EF4-FFF2-40B4-BE49-F238E27FC236}">
                    <a16:creationId xmlns:a16="http://schemas.microsoft.com/office/drawing/2014/main" id="{1ECF6429-75FF-45E8-B619-46B5D5637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2951"/>
                <a:ext cx="68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T12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66" name="Rectangle 782">
                <a:extLst>
                  <a:ext uri="{FF2B5EF4-FFF2-40B4-BE49-F238E27FC236}">
                    <a16:creationId xmlns:a16="http://schemas.microsoft.com/office/drawing/2014/main" id="{9E18A12F-392B-447A-B1BE-C0D1F373E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8" y="3044"/>
                <a:ext cx="46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L1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67" name="Rectangle 783">
                <a:extLst>
                  <a:ext uri="{FF2B5EF4-FFF2-40B4-BE49-F238E27FC236}">
                    <a16:creationId xmlns:a16="http://schemas.microsoft.com/office/drawing/2014/main" id="{BEE3640D-CC7B-402B-9EF8-C01889228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141"/>
                <a:ext cx="46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L2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68" name="Rectangle 784">
                <a:extLst>
                  <a:ext uri="{FF2B5EF4-FFF2-40B4-BE49-F238E27FC236}">
                    <a16:creationId xmlns:a16="http://schemas.microsoft.com/office/drawing/2014/main" id="{64A36C5B-0F2D-406A-A5FD-8ED19BFAA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" y="3237"/>
                <a:ext cx="46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500" b="1">
                    <a:solidFill>
                      <a:srgbClr val="0070C0"/>
                    </a:solidFill>
                  </a:rPr>
                  <a:t>L3</a:t>
                </a:r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69" name="Freeform 785">
                <a:extLst>
                  <a:ext uri="{FF2B5EF4-FFF2-40B4-BE49-F238E27FC236}">
                    <a16:creationId xmlns:a16="http://schemas.microsoft.com/office/drawing/2014/main" id="{7397A637-2134-4CE8-8C54-ACAB9D56A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" y="1133"/>
                <a:ext cx="379" cy="250"/>
              </a:xfrm>
              <a:custGeom>
                <a:avLst/>
                <a:gdLst>
                  <a:gd name="T0" fmla="*/ 199 w 515"/>
                  <a:gd name="T1" fmla="*/ 55 h 339"/>
                  <a:gd name="T2" fmla="*/ 194 w 515"/>
                  <a:gd name="T3" fmla="*/ 76 h 339"/>
                  <a:gd name="T4" fmla="*/ 190 w 515"/>
                  <a:gd name="T5" fmla="*/ 91 h 339"/>
                  <a:gd name="T6" fmla="*/ 171 w 515"/>
                  <a:gd name="T7" fmla="*/ 103 h 339"/>
                  <a:gd name="T8" fmla="*/ 155 w 515"/>
                  <a:gd name="T9" fmla="*/ 118 h 339"/>
                  <a:gd name="T10" fmla="*/ 145 w 515"/>
                  <a:gd name="T11" fmla="*/ 121 h 339"/>
                  <a:gd name="T12" fmla="*/ 138 w 515"/>
                  <a:gd name="T13" fmla="*/ 129 h 339"/>
                  <a:gd name="T14" fmla="*/ 117 w 515"/>
                  <a:gd name="T15" fmla="*/ 128 h 339"/>
                  <a:gd name="T16" fmla="*/ 93 w 515"/>
                  <a:gd name="T17" fmla="*/ 133 h 339"/>
                  <a:gd name="T18" fmla="*/ 71 w 515"/>
                  <a:gd name="T19" fmla="*/ 121 h 339"/>
                  <a:gd name="T20" fmla="*/ 4 w 515"/>
                  <a:gd name="T21" fmla="*/ 54 h 339"/>
                  <a:gd name="T22" fmla="*/ 13 w 515"/>
                  <a:gd name="T23" fmla="*/ 15 h 339"/>
                  <a:gd name="T24" fmla="*/ 65 w 515"/>
                  <a:gd name="T25" fmla="*/ 15 h 339"/>
                  <a:gd name="T26" fmla="*/ 150 w 515"/>
                  <a:gd name="T27" fmla="*/ 27 h 339"/>
                  <a:gd name="T28" fmla="*/ 198 w 515"/>
                  <a:gd name="T29" fmla="*/ 54 h 339"/>
                  <a:gd name="T30" fmla="*/ 199 w 515"/>
                  <a:gd name="T31" fmla="*/ 55 h 33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15" h="339">
                    <a:moveTo>
                      <a:pt x="499" y="138"/>
                    </a:moveTo>
                    <a:cubicBezTo>
                      <a:pt x="515" y="154"/>
                      <a:pt x="492" y="176"/>
                      <a:pt x="486" y="189"/>
                    </a:cubicBezTo>
                    <a:cubicBezTo>
                      <a:pt x="480" y="202"/>
                      <a:pt x="485" y="214"/>
                      <a:pt x="475" y="228"/>
                    </a:cubicBezTo>
                    <a:cubicBezTo>
                      <a:pt x="464" y="245"/>
                      <a:pt x="441" y="245"/>
                      <a:pt x="428" y="256"/>
                    </a:cubicBezTo>
                    <a:cubicBezTo>
                      <a:pt x="410" y="271"/>
                      <a:pt x="412" y="285"/>
                      <a:pt x="387" y="294"/>
                    </a:cubicBezTo>
                    <a:cubicBezTo>
                      <a:pt x="378" y="298"/>
                      <a:pt x="372" y="296"/>
                      <a:pt x="364" y="302"/>
                    </a:cubicBezTo>
                    <a:cubicBezTo>
                      <a:pt x="357" y="307"/>
                      <a:pt x="354" y="317"/>
                      <a:pt x="347" y="321"/>
                    </a:cubicBezTo>
                    <a:cubicBezTo>
                      <a:pt x="328" y="332"/>
                      <a:pt x="311" y="317"/>
                      <a:pt x="293" y="318"/>
                    </a:cubicBezTo>
                    <a:cubicBezTo>
                      <a:pt x="274" y="320"/>
                      <a:pt x="257" y="339"/>
                      <a:pt x="234" y="334"/>
                    </a:cubicBezTo>
                    <a:cubicBezTo>
                      <a:pt x="213" y="330"/>
                      <a:pt x="198" y="310"/>
                      <a:pt x="180" y="302"/>
                    </a:cubicBezTo>
                    <a:cubicBezTo>
                      <a:pt x="101" y="269"/>
                      <a:pt x="28" y="222"/>
                      <a:pt x="10" y="134"/>
                    </a:cubicBezTo>
                    <a:cubicBezTo>
                      <a:pt x="2" y="93"/>
                      <a:pt x="0" y="64"/>
                      <a:pt x="32" y="36"/>
                    </a:cubicBezTo>
                    <a:cubicBezTo>
                      <a:pt x="72" y="0"/>
                      <a:pt x="115" y="29"/>
                      <a:pt x="162" y="40"/>
                    </a:cubicBezTo>
                    <a:cubicBezTo>
                      <a:pt x="232" y="55"/>
                      <a:pt x="309" y="46"/>
                      <a:pt x="377" y="66"/>
                    </a:cubicBezTo>
                    <a:cubicBezTo>
                      <a:pt x="409" y="75"/>
                      <a:pt x="490" y="102"/>
                      <a:pt x="497" y="134"/>
                    </a:cubicBezTo>
                    <a:lnTo>
                      <a:pt x="499" y="138"/>
                    </a:lnTo>
                    <a:close/>
                  </a:path>
                </a:pathLst>
              </a:custGeom>
              <a:solidFill>
                <a:srgbClr val="CE9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0" name="Freeform 786">
                <a:extLst>
                  <a:ext uri="{FF2B5EF4-FFF2-40B4-BE49-F238E27FC236}">
                    <a16:creationId xmlns:a16="http://schemas.microsoft.com/office/drawing/2014/main" id="{6890F57B-BE0F-4BB4-A499-B706237EB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" y="1146"/>
                <a:ext cx="377" cy="168"/>
              </a:xfrm>
              <a:custGeom>
                <a:avLst/>
                <a:gdLst>
                  <a:gd name="T0" fmla="*/ 1 w 512"/>
                  <a:gd name="T1" fmla="*/ 28 h 228"/>
                  <a:gd name="T2" fmla="*/ 65 w 512"/>
                  <a:gd name="T3" fmla="*/ 30 h 228"/>
                  <a:gd name="T4" fmla="*/ 100 w 512"/>
                  <a:gd name="T5" fmla="*/ 42 h 228"/>
                  <a:gd name="T6" fmla="*/ 121 w 512"/>
                  <a:gd name="T7" fmla="*/ 50 h 228"/>
                  <a:gd name="T8" fmla="*/ 147 w 512"/>
                  <a:gd name="T9" fmla="*/ 55 h 228"/>
                  <a:gd name="T10" fmla="*/ 183 w 512"/>
                  <a:gd name="T11" fmla="*/ 55 h 228"/>
                  <a:gd name="T12" fmla="*/ 180 w 512"/>
                  <a:gd name="T13" fmla="*/ 83 h 228"/>
                  <a:gd name="T14" fmla="*/ 192 w 512"/>
                  <a:gd name="T15" fmla="*/ 69 h 228"/>
                  <a:gd name="T16" fmla="*/ 200 w 512"/>
                  <a:gd name="T17" fmla="*/ 46 h 228"/>
                  <a:gd name="T18" fmla="*/ 194 w 512"/>
                  <a:gd name="T19" fmla="*/ 38 h 228"/>
                  <a:gd name="T20" fmla="*/ 143 w 512"/>
                  <a:gd name="T21" fmla="*/ 28 h 228"/>
                  <a:gd name="T22" fmla="*/ 30 w 512"/>
                  <a:gd name="T23" fmla="*/ 7 h 228"/>
                  <a:gd name="T24" fmla="*/ 11 w 512"/>
                  <a:gd name="T25" fmla="*/ 8 h 228"/>
                  <a:gd name="T26" fmla="*/ 1 w 512"/>
                  <a:gd name="T27" fmla="*/ 28 h 2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12" h="228">
                    <a:moveTo>
                      <a:pt x="2" y="70"/>
                    </a:moveTo>
                    <a:cubicBezTo>
                      <a:pt x="27" y="0"/>
                      <a:pt x="122" y="55"/>
                      <a:pt x="161" y="75"/>
                    </a:cubicBezTo>
                    <a:cubicBezTo>
                      <a:pt x="192" y="91"/>
                      <a:pt x="225" y="86"/>
                      <a:pt x="251" y="104"/>
                    </a:cubicBezTo>
                    <a:cubicBezTo>
                      <a:pt x="269" y="115"/>
                      <a:pt x="284" y="122"/>
                      <a:pt x="304" y="125"/>
                    </a:cubicBezTo>
                    <a:cubicBezTo>
                      <a:pt x="325" y="128"/>
                      <a:pt x="347" y="135"/>
                      <a:pt x="368" y="137"/>
                    </a:cubicBezTo>
                    <a:cubicBezTo>
                      <a:pt x="396" y="140"/>
                      <a:pt x="430" y="125"/>
                      <a:pt x="457" y="137"/>
                    </a:cubicBezTo>
                    <a:cubicBezTo>
                      <a:pt x="497" y="155"/>
                      <a:pt x="431" y="188"/>
                      <a:pt x="449" y="209"/>
                    </a:cubicBezTo>
                    <a:cubicBezTo>
                      <a:pt x="465" y="228"/>
                      <a:pt x="473" y="214"/>
                      <a:pt x="481" y="171"/>
                    </a:cubicBezTo>
                    <a:cubicBezTo>
                      <a:pt x="482" y="164"/>
                      <a:pt x="498" y="155"/>
                      <a:pt x="502" y="114"/>
                    </a:cubicBezTo>
                    <a:cubicBezTo>
                      <a:pt x="504" y="85"/>
                      <a:pt x="512" y="90"/>
                      <a:pt x="488" y="93"/>
                    </a:cubicBezTo>
                    <a:cubicBezTo>
                      <a:pt x="441" y="99"/>
                      <a:pt x="402" y="90"/>
                      <a:pt x="359" y="71"/>
                    </a:cubicBezTo>
                    <a:cubicBezTo>
                      <a:pt x="272" y="35"/>
                      <a:pt x="169" y="21"/>
                      <a:pt x="76" y="17"/>
                    </a:cubicBezTo>
                    <a:cubicBezTo>
                      <a:pt x="59" y="16"/>
                      <a:pt x="41" y="10"/>
                      <a:pt x="27" y="20"/>
                    </a:cubicBezTo>
                    <a:cubicBezTo>
                      <a:pt x="12" y="30"/>
                      <a:pt x="0" y="56"/>
                      <a:pt x="2" y="70"/>
                    </a:cubicBezTo>
                  </a:path>
                </a:pathLst>
              </a:custGeom>
              <a:solidFill>
                <a:srgbClr val="B279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1" name="Freeform 787">
                <a:extLst>
                  <a:ext uri="{FF2B5EF4-FFF2-40B4-BE49-F238E27FC236}">
                    <a16:creationId xmlns:a16="http://schemas.microsoft.com/office/drawing/2014/main" id="{73C9145E-269D-455B-9D5C-9280BACAF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1219"/>
                <a:ext cx="211" cy="107"/>
              </a:xfrm>
              <a:custGeom>
                <a:avLst/>
                <a:gdLst>
                  <a:gd name="T0" fmla="*/ 111 w 286"/>
                  <a:gd name="T1" fmla="*/ 30 h 144"/>
                  <a:gd name="T2" fmla="*/ 89 w 286"/>
                  <a:gd name="T3" fmla="*/ 38 h 144"/>
                  <a:gd name="T4" fmla="*/ 69 w 286"/>
                  <a:gd name="T5" fmla="*/ 31 h 144"/>
                  <a:gd name="T6" fmla="*/ 46 w 286"/>
                  <a:gd name="T7" fmla="*/ 20 h 144"/>
                  <a:gd name="T8" fmla="*/ 30 w 286"/>
                  <a:gd name="T9" fmla="*/ 15 h 144"/>
                  <a:gd name="T10" fmla="*/ 26 w 286"/>
                  <a:gd name="T11" fmla="*/ 11 h 144"/>
                  <a:gd name="T12" fmla="*/ 16 w 286"/>
                  <a:gd name="T13" fmla="*/ 7 h 144"/>
                  <a:gd name="T14" fmla="*/ 0 w 286"/>
                  <a:gd name="T15" fmla="*/ 0 h 144"/>
                  <a:gd name="T16" fmla="*/ 15 w 286"/>
                  <a:gd name="T17" fmla="*/ 10 h 144"/>
                  <a:gd name="T18" fmla="*/ 32 w 286"/>
                  <a:gd name="T19" fmla="*/ 19 h 144"/>
                  <a:gd name="T20" fmla="*/ 42 w 286"/>
                  <a:gd name="T21" fmla="*/ 28 h 144"/>
                  <a:gd name="T22" fmla="*/ 57 w 286"/>
                  <a:gd name="T23" fmla="*/ 33 h 144"/>
                  <a:gd name="T24" fmla="*/ 69 w 286"/>
                  <a:gd name="T25" fmla="*/ 38 h 144"/>
                  <a:gd name="T26" fmla="*/ 79 w 286"/>
                  <a:gd name="T27" fmla="*/ 42 h 144"/>
                  <a:gd name="T28" fmla="*/ 86 w 286"/>
                  <a:gd name="T29" fmla="*/ 48 h 144"/>
                  <a:gd name="T30" fmla="*/ 89 w 286"/>
                  <a:gd name="T31" fmla="*/ 59 h 144"/>
                  <a:gd name="T32" fmla="*/ 89 w 286"/>
                  <a:gd name="T33" fmla="*/ 59 h 144"/>
                  <a:gd name="T34" fmla="*/ 89 w 286"/>
                  <a:gd name="T35" fmla="*/ 52 h 144"/>
                  <a:gd name="T36" fmla="*/ 86 w 286"/>
                  <a:gd name="T37" fmla="*/ 46 h 144"/>
                  <a:gd name="T38" fmla="*/ 95 w 286"/>
                  <a:gd name="T39" fmla="*/ 42 h 144"/>
                  <a:gd name="T40" fmla="*/ 113 w 286"/>
                  <a:gd name="T41" fmla="*/ 31 h 14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6" h="144">
                    <a:moveTo>
                      <a:pt x="278" y="72"/>
                    </a:moveTo>
                    <a:cubicBezTo>
                      <a:pt x="261" y="83"/>
                      <a:pt x="243" y="93"/>
                      <a:pt x="222" y="92"/>
                    </a:cubicBezTo>
                    <a:cubicBezTo>
                      <a:pt x="206" y="91"/>
                      <a:pt x="190" y="81"/>
                      <a:pt x="174" y="75"/>
                    </a:cubicBezTo>
                    <a:cubicBezTo>
                      <a:pt x="154" y="68"/>
                      <a:pt x="136" y="56"/>
                      <a:pt x="115" y="50"/>
                    </a:cubicBezTo>
                    <a:cubicBezTo>
                      <a:pt x="102" y="46"/>
                      <a:pt x="87" y="42"/>
                      <a:pt x="75" y="36"/>
                    </a:cubicBezTo>
                    <a:cubicBezTo>
                      <a:pt x="71" y="33"/>
                      <a:pt x="69" y="30"/>
                      <a:pt x="65" y="27"/>
                    </a:cubicBezTo>
                    <a:cubicBezTo>
                      <a:pt x="58" y="21"/>
                      <a:pt x="48" y="20"/>
                      <a:pt x="40" y="16"/>
                    </a:cubicBezTo>
                    <a:cubicBezTo>
                      <a:pt x="27" y="10"/>
                      <a:pt x="13" y="6"/>
                      <a:pt x="0" y="0"/>
                    </a:cubicBezTo>
                    <a:cubicBezTo>
                      <a:pt x="6" y="10"/>
                      <a:pt x="28" y="20"/>
                      <a:pt x="39" y="26"/>
                    </a:cubicBezTo>
                    <a:cubicBezTo>
                      <a:pt x="52" y="33"/>
                      <a:pt x="66" y="38"/>
                      <a:pt x="79" y="46"/>
                    </a:cubicBezTo>
                    <a:cubicBezTo>
                      <a:pt x="88" y="53"/>
                      <a:pt x="95" y="63"/>
                      <a:pt x="105" y="69"/>
                    </a:cubicBezTo>
                    <a:cubicBezTo>
                      <a:pt x="116" y="76"/>
                      <a:pt x="130" y="78"/>
                      <a:pt x="141" y="82"/>
                    </a:cubicBezTo>
                    <a:cubicBezTo>
                      <a:pt x="152" y="85"/>
                      <a:pt x="162" y="89"/>
                      <a:pt x="172" y="92"/>
                    </a:cubicBezTo>
                    <a:cubicBezTo>
                      <a:pt x="181" y="95"/>
                      <a:pt x="188" y="96"/>
                      <a:pt x="196" y="101"/>
                    </a:cubicBezTo>
                    <a:cubicBezTo>
                      <a:pt x="202" y="106"/>
                      <a:pt x="209" y="110"/>
                      <a:pt x="213" y="117"/>
                    </a:cubicBezTo>
                    <a:cubicBezTo>
                      <a:pt x="216" y="123"/>
                      <a:pt x="215" y="137"/>
                      <a:pt x="219" y="142"/>
                    </a:cubicBezTo>
                    <a:cubicBezTo>
                      <a:pt x="220" y="142"/>
                      <a:pt x="219" y="143"/>
                      <a:pt x="220" y="144"/>
                    </a:cubicBezTo>
                    <a:cubicBezTo>
                      <a:pt x="222" y="139"/>
                      <a:pt x="222" y="132"/>
                      <a:pt x="221" y="127"/>
                    </a:cubicBezTo>
                    <a:cubicBezTo>
                      <a:pt x="220" y="123"/>
                      <a:pt x="215" y="117"/>
                      <a:pt x="216" y="113"/>
                    </a:cubicBezTo>
                    <a:cubicBezTo>
                      <a:pt x="217" y="104"/>
                      <a:pt x="231" y="104"/>
                      <a:pt x="237" y="102"/>
                    </a:cubicBezTo>
                    <a:cubicBezTo>
                      <a:pt x="249" y="98"/>
                      <a:pt x="286" y="93"/>
                      <a:pt x="281" y="76"/>
                    </a:cubicBezTo>
                  </a:path>
                </a:pathLst>
              </a:custGeom>
              <a:solidFill>
                <a:srgbClr val="B279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2" name="Freeform 788">
                <a:extLst>
                  <a:ext uri="{FF2B5EF4-FFF2-40B4-BE49-F238E27FC236}">
                    <a16:creationId xmlns:a16="http://schemas.microsoft.com/office/drawing/2014/main" id="{25D5FCE3-0E1D-4CB9-B2AD-0E19A8B9F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1314"/>
                <a:ext cx="104" cy="54"/>
              </a:xfrm>
              <a:custGeom>
                <a:avLst/>
                <a:gdLst>
                  <a:gd name="T0" fmla="*/ 57 w 141"/>
                  <a:gd name="T1" fmla="*/ 10 h 73"/>
                  <a:gd name="T2" fmla="*/ 42 w 141"/>
                  <a:gd name="T3" fmla="*/ 16 h 73"/>
                  <a:gd name="T4" fmla="*/ 29 w 141"/>
                  <a:gd name="T5" fmla="*/ 12 h 73"/>
                  <a:gd name="T6" fmla="*/ 0 w 141"/>
                  <a:gd name="T7" fmla="*/ 0 h 73"/>
                  <a:gd name="T8" fmla="*/ 23 w 141"/>
                  <a:gd name="T9" fmla="*/ 16 h 73"/>
                  <a:gd name="T10" fmla="*/ 32 w 141"/>
                  <a:gd name="T11" fmla="*/ 21 h 73"/>
                  <a:gd name="T12" fmla="*/ 28 w 141"/>
                  <a:gd name="T13" fmla="*/ 30 h 73"/>
                  <a:gd name="T14" fmla="*/ 34 w 141"/>
                  <a:gd name="T15" fmla="*/ 24 h 73"/>
                  <a:gd name="T16" fmla="*/ 42 w 141"/>
                  <a:gd name="T17" fmla="*/ 21 h 73"/>
                  <a:gd name="T18" fmla="*/ 49 w 141"/>
                  <a:gd name="T19" fmla="*/ 16 h 73"/>
                  <a:gd name="T20" fmla="*/ 56 w 141"/>
                  <a:gd name="T21" fmla="*/ 13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1" h="73">
                    <a:moveTo>
                      <a:pt x="141" y="24"/>
                    </a:moveTo>
                    <a:cubicBezTo>
                      <a:pt x="141" y="34"/>
                      <a:pt x="112" y="38"/>
                      <a:pt x="104" y="38"/>
                    </a:cubicBezTo>
                    <a:cubicBezTo>
                      <a:pt x="92" y="39"/>
                      <a:pt x="83" y="36"/>
                      <a:pt x="72" y="30"/>
                    </a:cubicBezTo>
                    <a:cubicBezTo>
                      <a:pt x="51" y="15"/>
                      <a:pt x="20" y="17"/>
                      <a:pt x="0" y="0"/>
                    </a:cubicBezTo>
                    <a:cubicBezTo>
                      <a:pt x="3" y="27"/>
                      <a:pt x="38" y="31"/>
                      <a:pt x="57" y="40"/>
                    </a:cubicBezTo>
                    <a:cubicBezTo>
                      <a:pt x="64" y="43"/>
                      <a:pt x="74" y="46"/>
                      <a:pt x="78" y="53"/>
                    </a:cubicBezTo>
                    <a:cubicBezTo>
                      <a:pt x="81" y="61"/>
                      <a:pt x="74" y="66"/>
                      <a:pt x="70" y="73"/>
                    </a:cubicBezTo>
                    <a:cubicBezTo>
                      <a:pt x="77" y="70"/>
                      <a:pt x="80" y="63"/>
                      <a:pt x="86" y="59"/>
                    </a:cubicBezTo>
                    <a:cubicBezTo>
                      <a:pt x="91" y="56"/>
                      <a:pt x="98" y="55"/>
                      <a:pt x="104" y="51"/>
                    </a:cubicBezTo>
                    <a:cubicBezTo>
                      <a:pt x="110" y="48"/>
                      <a:pt x="116" y="43"/>
                      <a:pt x="122" y="41"/>
                    </a:cubicBezTo>
                    <a:cubicBezTo>
                      <a:pt x="129" y="39"/>
                      <a:pt x="138" y="40"/>
                      <a:pt x="140" y="31"/>
                    </a:cubicBezTo>
                  </a:path>
                </a:pathLst>
              </a:custGeom>
              <a:solidFill>
                <a:srgbClr val="B279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3" name="Freeform 789">
                <a:extLst>
                  <a:ext uri="{FF2B5EF4-FFF2-40B4-BE49-F238E27FC236}">
                    <a16:creationId xmlns:a16="http://schemas.microsoft.com/office/drawing/2014/main" id="{6FA0F4B2-9D0C-4FAC-B7E7-55F835940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1197"/>
                <a:ext cx="151" cy="81"/>
              </a:xfrm>
              <a:custGeom>
                <a:avLst/>
                <a:gdLst>
                  <a:gd name="T0" fmla="*/ 81 w 205"/>
                  <a:gd name="T1" fmla="*/ 41 h 109"/>
                  <a:gd name="T2" fmla="*/ 74 w 205"/>
                  <a:gd name="T3" fmla="*/ 41 h 109"/>
                  <a:gd name="T4" fmla="*/ 65 w 205"/>
                  <a:gd name="T5" fmla="*/ 39 h 109"/>
                  <a:gd name="T6" fmla="*/ 49 w 205"/>
                  <a:gd name="T7" fmla="*/ 33 h 109"/>
                  <a:gd name="T8" fmla="*/ 27 w 205"/>
                  <a:gd name="T9" fmla="*/ 23 h 109"/>
                  <a:gd name="T10" fmla="*/ 10 w 205"/>
                  <a:gd name="T11" fmla="*/ 14 h 109"/>
                  <a:gd name="T12" fmla="*/ 0 w 205"/>
                  <a:gd name="T13" fmla="*/ 0 h 109"/>
                  <a:gd name="T14" fmla="*/ 14 w 205"/>
                  <a:gd name="T15" fmla="*/ 23 h 109"/>
                  <a:gd name="T16" fmla="*/ 38 w 205"/>
                  <a:gd name="T17" fmla="*/ 34 h 109"/>
                  <a:gd name="T18" fmla="*/ 59 w 205"/>
                  <a:gd name="T19" fmla="*/ 42 h 109"/>
                  <a:gd name="T20" fmla="*/ 70 w 205"/>
                  <a:gd name="T21" fmla="*/ 44 h 109"/>
                  <a:gd name="T22" fmla="*/ 82 w 205"/>
                  <a:gd name="T23" fmla="*/ 43 h 1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5" h="109">
                    <a:moveTo>
                      <a:pt x="204" y="100"/>
                    </a:moveTo>
                    <a:cubicBezTo>
                      <a:pt x="199" y="98"/>
                      <a:pt x="192" y="99"/>
                      <a:pt x="186" y="99"/>
                    </a:cubicBezTo>
                    <a:cubicBezTo>
                      <a:pt x="177" y="99"/>
                      <a:pt x="171" y="97"/>
                      <a:pt x="162" y="94"/>
                    </a:cubicBezTo>
                    <a:cubicBezTo>
                      <a:pt x="149" y="90"/>
                      <a:pt x="135" y="86"/>
                      <a:pt x="122" y="82"/>
                    </a:cubicBezTo>
                    <a:cubicBezTo>
                      <a:pt x="103" y="75"/>
                      <a:pt x="86" y="67"/>
                      <a:pt x="68" y="57"/>
                    </a:cubicBezTo>
                    <a:cubicBezTo>
                      <a:pt x="53" y="48"/>
                      <a:pt x="37" y="43"/>
                      <a:pt x="23" y="33"/>
                    </a:cubicBezTo>
                    <a:cubicBezTo>
                      <a:pt x="11" y="25"/>
                      <a:pt x="7" y="12"/>
                      <a:pt x="0" y="0"/>
                    </a:cubicBezTo>
                    <a:cubicBezTo>
                      <a:pt x="0" y="26"/>
                      <a:pt x="15" y="42"/>
                      <a:pt x="35" y="56"/>
                    </a:cubicBezTo>
                    <a:cubicBezTo>
                      <a:pt x="53" y="67"/>
                      <a:pt x="74" y="78"/>
                      <a:pt x="93" y="84"/>
                    </a:cubicBezTo>
                    <a:cubicBezTo>
                      <a:pt x="112" y="90"/>
                      <a:pt x="128" y="98"/>
                      <a:pt x="147" y="102"/>
                    </a:cubicBezTo>
                    <a:cubicBezTo>
                      <a:pt x="156" y="104"/>
                      <a:pt x="165" y="108"/>
                      <a:pt x="175" y="108"/>
                    </a:cubicBezTo>
                    <a:cubicBezTo>
                      <a:pt x="184" y="109"/>
                      <a:pt x="196" y="101"/>
                      <a:pt x="205" y="105"/>
                    </a:cubicBezTo>
                  </a:path>
                </a:pathLst>
              </a:custGeom>
              <a:solidFill>
                <a:srgbClr val="B279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4" name="Freeform 790">
                <a:extLst>
                  <a:ext uri="{FF2B5EF4-FFF2-40B4-BE49-F238E27FC236}">
                    <a16:creationId xmlns:a16="http://schemas.microsoft.com/office/drawing/2014/main" id="{1486D212-DDF5-4457-955C-06C51753F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" y="1342"/>
                <a:ext cx="57" cy="26"/>
              </a:xfrm>
              <a:custGeom>
                <a:avLst/>
                <a:gdLst>
                  <a:gd name="T0" fmla="*/ 31 w 78"/>
                  <a:gd name="T1" fmla="*/ 13 h 35"/>
                  <a:gd name="T2" fmla="*/ 15 w 78"/>
                  <a:gd name="T3" fmla="*/ 12 h 35"/>
                  <a:gd name="T4" fmla="*/ 7 w 78"/>
                  <a:gd name="T5" fmla="*/ 7 h 35"/>
                  <a:gd name="T6" fmla="*/ 1 w 78"/>
                  <a:gd name="T7" fmla="*/ 1 h 35"/>
                  <a:gd name="T8" fmla="*/ 1 w 78"/>
                  <a:gd name="T9" fmla="*/ 0 h 35"/>
                  <a:gd name="T10" fmla="*/ 16 w 78"/>
                  <a:gd name="T11" fmla="*/ 9 h 35"/>
                  <a:gd name="T12" fmla="*/ 29 w 78"/>
                  <a:gd name="T13" fmla="*/ 14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35">
                    <a:moveTo>
                      <a:pt x="78" y="32"/>
                    </a:moveTo>
                    <a:cubicBezTo>
                      <a:pt x="68" y="35"/>
                      <a:pt x="49" y="34"/>
                      <a:pt x="40" y="30"/>
                    </a:cubicBezTo>
                    <a:cubicBezTo>
                      <a:pt x="33" y="26"/>
                      <a:pt x="26" y="21"/>
                      <a:pt x="18" y="17"/>
                    </a:cubicBezTo>
                    <a:cubicBezTo>
                      <a:pt x="12" y="14"/>
                      <a:pt x="0" y="10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16" y="1"/>
                      <a:pt x="29" y="15"/>
                      <a:pt x="41" y="21"/>
                    </a:cubicBezTo>
                    <a:cubicBezTo>
                      <a:pt x="50" y="26"/>
                      <a:pt x="63" y="35"/>
                      <a:pt x="73" y="34"/>
                    </a:cubicBezTo>
                  </a:path>
                </a:pathLst>
              </a:custGeom>
              <a:solidFill>
                <a:srgbClr val="B279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5" name="Freeform 791">
                <a:extLst>
                  <a:ext uri="{FF2B5EF4-FFF2-40B4-BE49-F238E27FC236}">
                    <a16:creationId xmlns:a16="http://schemas.microsoft.com/office/drawing/2014/main" id="{537D81C2-9681-4E44-9246-8F5831F02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" y="1222"/>
                <a:ext cx="186" cy="154"/>
              </a:xfrm>
              <a:custGeom>
                <a:avLst/>
                <a:gdLst>
                  <a:gd name="T0" fmla="*/ 101 w 252"/>
                  <a:gd name="T1" fmla="*/ 82 h 209"/>
                  <a:gd name="T2" fmla="*/ 82 w 252"/>
                  <a:gd name="T3" fmla="*/ 73 h 209"/>
                  <a:gd name="T4" fmla="*/ 61 w 252"/>
                  <a:gd name="T5" fmla="*/ 63 h 209"/>
                  <a:gd name="T6" fmla="*/ 30 w 252"/>
                  <a:gd name="T7" fmla="*/ 41 h 209"/>
                  <a:gd name="T8" fmla="*/ 18 w 252"/>
                  <a:gd name="T9" fmla="*/ 29 h 209"/>
                  <a:gd name="T10" fmla="*/ 12 w 252"/>
                  <a:gd name="T11" fmla="*/ 18 h 209"/>
                  <a:gd name="T12" fmla="*/ 7 w 252"/>
                  <a:gd name="T13" fmla="*/ 8 h 209"/>
                  <a:gd name="T14" fmla="*/ 5 w 252"/>
                  <a:gd name="T15" fmla="*/ 0 h 209"/>
                  <a:gd name="T16" fmla="*/ 15 w 252"/>
                  <a:gd name="T17" fmla="*/ 28 h 209"/>
                  <a:gd name="T18" fmla="*/ 33 w 252"/>
                  <a:gd name="T19" fmla="*/ 49 h 209"/>
                  <a:gd name="T20" fmla="*/ 56 w 252"/>
                  <a:gd name="T21" fmla="*/ 66 h 209"/>
                  <a:gd name="T22" fmla="*/ 66 w 252"/>
                  <a:gd name="T23" fmla="*/ 71 h 209"/>
                  <a:gd name="T24" fmla="*/ 75 w 252"/>
                  <a:gd name="T25" fmla="*/ 75 h 209"/>
                  <a:gd name="T26" fmla="*/ 85 w 252"/>
                  <a:gd name="T27" fmla="*/ 81 h 209"/>
                  <a:gd name="T28" fmla="*/ 101 w 252"/>
                  <a:gd name="T29" fmla="*/ 83 h 2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2" h="209">
                    <a:moveTo>
                      <a:pt x="251" y="204"/>
                    </a:moveTo>
                    <a:cubicBezTo>
                      <a:pt x="239" y="209"/>
                      <a:pt x="209" y="199"/>
                      <a:pt x="205" y="183"/>
                    </a:cubicBezTo>
                    <a:cubicBezTo>
                      <a:pt x="187" y="185"/>
                      <a:pt x="167" y="165"/>
                      <a:pt x="152" y="157"/>
                    </a:cubicBezTo>
                    <a:cubicBezTo>
                      <a:pt x="125" y="140"/>
                      <a:pt x="101" y="121"/>
                      <a:pt x="76" y="101"/>
                    </a:cubicBezTo>
                    <a:cubicBezTo>
                      <a:pt x="65" y="92"/>
                      <a:pt x="53" y="84"/>
                      <a:pt x="45" y="73"/>
                    </a:cubicBezTo>
                    <a:cubicBezTo>
                      <a:pt x="39" y="64"/>
                      <a:pt x="33" y="54"/>
                      <a:pt x="29" y="44"/>
                    </a:cubicBezTo>
                    <a:cubicBezTo>
                      <a:pt x="25" y="37"/>
                      <a:pt x="21" y="29"/>
                      <a:pt x="18" y="21"/>
                    </a:cubicBezTo>
                    <a:cubicBezTo>
                      <a:pt x="16" y="14"/>
                      <a:pt x="16" y="6"/>
                      <a:pt x="14" y="0"/>
                    </a:cubicBezTo>
                    <a:cubicBezTo>
                      <a:pt x="0" y="24"/>
                      <a:pt x="23" y="51"/>
                      <a:pt x="36" y="70"/>
                    </a:cubicBezTo>
                    <a:cubicBezTo>
                      <a:pt x="49" y="89"/>
                      <a:pt x="65" y="106"/>
                      <a:pt x="82" y="121"/>
                    </a:cubicBezTo>
                    <a:cubicBezTo>
                      <a:pt x="100" y="137"/>
                      <a:pt x="121" y="151"/>
                      <a:pt x="140" y="165"/>
                    </a:cubicBezTo>
                    <a:cubicBezTo>
                      <a:pt x="148" y="171"/>
                      <a:pt x="155" y="175"/>
                      <a:pt x="164" y="179"/>
                    </a:cubicBezTo>
                    <a:cubicBezTo>
                      <a:pt x="171" y="183"/>
                      <a:pt x="179" y="184"/>
                      <a:pt x="186" y="188"/>
                    </a:cubicBezTo>
                    <a:cubicBezTo>
                      <a:pt x="194" y="192"/>
                      <a:pt x="202" y="199"/>
                      <a:pt x="211" y="202"/>
                    </a:cubicBezTo>
                    <a:cubicBezTo>
                      <a:pt x="225" y="208"/>
                      <a:pt x="237" y="209"/>
                      <a:pt x="252" y="209"/>
                    </a:cubicBezTo>
                  </a:path>
                </a:pathLst>
              </a:custGeom>
              <a:solidFill>
                <a:srgbClr val="B279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6" name="Freeform 792">
                <a:extLst>
                  <a:ext uri="{FF2B5EF4-FFF2-40B4-BE49-F238E27FC236}">
                    <a16:creationId xmlns:a16="http://schemas.microsoft.com/office/drawing/2014/main" id="{93AF8A1C-7287-4040-9F48-5F25491C3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" y="707"/>
                <a:ext cx="1025" cy="625"/>
              </a:xfrm>
              <a:custGeom>
                <a:avLst/>
                <a:gdLst>
                  <a:gd name="T0" fmla="*/ 420 w 1393"/>
                  <a:gd name="T1" fmla="*/ 270 h 849"/>
                  <a:gd name="T2" fmla="*/ 478 w 1393"/>
                  <a:gd name="T3" fmla="*/ 272 h 849"/>
                  <a:gd name="T4" fmla="*/ 531 w 1393"/>
                  <a:gd name="T5" fmla="*/ 239 h 849"/>
                  <a:gd name="T6" fmla="*/ 540 w 1393"/>
                  <a:gd name="T7" fmla="*/ 216 h 849"/>
                  <a:gd name="T8" fmla="*/ 547 w 1393"/>
                  <a:gd name="T9" fmla="*/ 172 h 849"/>
                  <a:gd name="T10" fmla="*/ 540 w 1393"/>
                  <a:gd name="T11" fmla="*/ 144 h 849"/>
                  <a:gd name="T12" fmla="*/ 529 w 1393"/>
                  <a:gd name="T13" fmla="*/ 110 h 849"/>
                  <a:gd name="T14" fmla="*/ 497 w 1393"/>
                  <a:gd name="T15" fmla="*/ 77 h 849"/>
                  <a:gd name="T16" fmla="*/ 467 w 1393"/>
                  <a:gd name="T17" fmla="*/ 46 h 849"/>
                  <a:gd name="T18" fmla="*/ 434 w 1393"/>
                  <a:gd name="T19" fmla="*/ 34 h 849"/>
                  <a:gd name="T20" fmla="*/ 391 w 1393"/>
                  <a:gd name="T21" fmla="*/ 15 h 849"/>
                  <a:gd name="T22" fmla="*/ 376 w 1393"/>
                  <a:gd name="T23" fmla="*/ 10 h 849"/>
                  <a:gd name="T24" fmla="*/ 338 w 1393"/>
                  <a:gd name="T25" fmla="*/ 5 h 849"/>
                  <a:gd name="T26" fmla="*/ 319 w 1393"/>
                  <a:gd name="T27" fmla="*/ 2 h 849"/>
                  <a:gd name="T28" fmla="*/ 305 w 1393"/>
                  <a:gd name="T29" fmla="*/ 7 h 849"/>
                  <a:gd name="T30" fmla="*/ 280 w 1393"/>
                  <a:gd name="T31" fmla="*/ 2 h 849"/>
                  <a:gd name="T32" fmla="*/ 263 w 1393"/>
                  <a:gd name="T33" fmla="*/ 7 h 849"/>
                  <a:gd name="T34" fmla="*/ 241 w 1393"/>
                  <a:gd name="T35" fmla="*/ 3 h 849"/>
                  <a:gd name="T36" fmla="*/ 196 w 1393"/>
                  <a:gd name="T37" fmla="*/ 11 h 849"/>
                  <a:gd name="T38" fmla="*/ 152 w 1393"/>
                  <a:gd name="T39" fmla="*/ 21 h 849"/>
                  <a:gd name="T40" fmla="*/ 134 w 1393"/>
                  <a:gd name="T41" fmla="*/ 32 h 849"/>
                  <a:gd name="T42" fmla="*/ 83 w 1393"/>
                  <a:gd name="T43" fmla="*/ 77 h 849"/>
                  <a:gd name="T44" fmla="*/ 65 w 1393"/>
                  <a:gd name="T45" fmla="*/ 91 h 849"/>
                  <a:gd name="T46" fmla="*/ 39 w 1393"/>
                  <a:gd name="T47" fmla="*/ 132 h 849"/>
                  <a:gd name="T48" fmla="*/ 13 w 1393"/>
                  <a:gd name="T49" fmla="*/ 166 h 849"/>
                  <a:gd name="T50" fmla="*/ 1 w 1393"/>
                  <a:gd name="T51" fmla="*/ 186 h 849"/>
                  <a:gd name="T52" fmla="*/ 5 w 1393"/>
                  <a:gd name="T53" fmla="*/ 217 h 849"/>
                  <a:gd name="T54" fmla="*/ 14 w 1393"/>
                  <a:gd name="T55" fmla="*/ 231 h 849"/>
                  <a:gd name="T56" fmla="*/ 57 w 1393"/>
                  <a:gd name="T57" fmla="*/ 254 h 849"/>
                  <a:gd name="T58" fmla="*/ 85 w 1393"/>
                  <a:gd name="T59" fmla="*/ 245 h 849"/>
                  <a:gd name="T60" fmla="*/ 105 w 1393"/>
                  <a:gd name="T61" fmla="*/ 252 h 849"/>
                  <a:gd name="T62" fmla="*/ 151 w 1393"/>
                  <a:gd name="T63" fmla="*/ 264 h 849"/>
                  <a:gd name="T64" fmla="*/ 179 w 1393"/>
                  <a:gd name="T65" fmla="*/ 279 h 849"/>
                  <a:gd name="T66" fmla="*/ 201 w 1393"/>
                  <a:gd name="T67" fmla="*/ 266 h 849"/>
                  <a:gd name="T68" fmla="*/ 212 w 1393"/>
                  <a:gd name="T69" fmla="*/ 275 h 849"/>
                  <a:gd name="T70" fmla="*/ 264 w 1393"/>
                  <a:gd name="T71" fmla="*/ 286 h 849"/>
                  <a:gd name="T72" fmla="*/ 274 w 1393"/>
                  <a:gd name="T73" fmla="*/ 311 h 849"/>
                  <a:gd name="T74" fmla="*/ 311 w 1393"/>
                  <a:gd name="T75" fmla="*/ 327 h 849"/>
                  <a:gd name="T76" fmla="*/ 375 w 1393"/>
                  <a:gd name="T77" fmla="*/ 320 h 849"/>
                  <a:gd name="T78" fmla="*/ 420 w 1393"/>
                  <a:gd name="T79" fmla="*/ 270 h 84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393" h="849">
                    <a:moveTo>
                      <a:pt x="1055" y="676"/>
                    </a:moveTo>
                    <a:cubicBezTo>
                      <a:pt x="1055" y="676"/>
                      <a:pt x="1171" y="699"/>
                      <a:pt x="1198" y="681"/>
                    </a:cubicBezTo>
                    <a:cubicBezTo>
                      <a:pt x="1224" y="663"/>
                      <a:pt x="1284" y="704"/>
                      <a:pt x="1333" y="598"/>
                    </a:cubicBezTo>
                    <a:cubicBezTo>
                      <a:pt x="1333" y="598"/>
                      <a:pt x="1362" y="575"/>
                      <a:pt x="1356" y="543"/>
                    </a:cubicBezTo>
                    <a:cubicBezTo>
                      <a:pt x="1356" y="543"/>
                      <a:pt x="1393" y="519"/>
                      <a:pt x="1372" y="429"/>
                    </a:cubicBezTo>
                    <a:cubicBezTo>
                      <a:pt x="1360" y="374"/>
                      <a:pt x="1355" y="362"/>
                      <a:pt x="1355" y="362"/>
                    </a:cubicBezTo>
                    <a:cubicBezTo>
                      <a:pt x="1355" y="362"/>
                      <a:pt x="1355" y="286"/>
                      <a:pt x="1328" y="277"/>
                    </a:cubicBezTo>
                    <a:cubicBezTo>
                      <a:pt x="1312" y="249"/>
                      <a:pt x="1284" y="206"/>
                      <a:pt x="1247" y="194"/>
                    </a:cubicBezTo>
                    <a:cubicBezTo>
                      <a:pt x="1247" y="194"/>
                      <a:pt x="1238" y="134"/>
                      <a:pt x="1171" y="116"/>
                    </a:cubicBezTo>
                    <a:cubicBezTo>
                      <a:pt x="1135" y="107"/>
                      <a:pt x="1099" y="99"/>
                      <a:pt x="1090" y="86"/>
                    </a:cubicBezTo>
                    <a:cubicBezTo>
                      <a:pt x="1090" y="86"/>
                      <a:pt x="1067" y="42"/>
                      <a:pt x="982" y="37"/>
                    </a:cubicBezTo>
                    <a:cubicBezTo>
                      <a:pt x="982" y="37"/>
                      <a:pt x="963" y="25"/>
                      <a:pt x="945" y="26"/>
                    </a:cubicBezTo>
                    <a:cubicBezTo>
                      <a:pt x="928" y="28"/>
                      <a:pt x="880" y="0"/>
                      <a:pt x="850" y="14"/>
                    </a:cubicBezTo>
                    <a:cubicBezTo>
                      <a:pt x="850" y="14"/>
                      <a:pt x="822" y="4"/>
                      <a:pt x="802" y="5"/>
                    </a:cubicBezTo>
                    <a:cubicBezTo>
                      <a:pt x="783" y="7"/>
                      <a:pt x="767" y="5"/>
                      <a:pt x="764" y="19"/>
                    </a:cubicBezTo>
                    <a:cubicBezTo>
                      <a:pt x="764" y="19"/>
                      <a:pt x="725" y="4"/>
                      <a:pt x="702" y="5"/>
                    </a:cubicBezTo>
                    <a:cubicBezTo>
                      <a:pt x="679" y="7"/>
                      <a:pt x="659" y="5"/>
                      <a:pt x="659" y="19"/>
                    </a:cubicBezTo>
                    <a:cubicBezTo>
                      <a:pt x="659" y="19"/>
                      <a:pt x="631" y="2"/>
                      <a:pt x="606" y="7"/>
                    </a:cubicBezTo>
                    <a:cubicBezTo>
                      <a:pt x="582" y="12"/>
                      <a:pt x="527" y="7"/>
                      <a:pt x="490" y="28"/>
                    </a:cubicBezTo>
                    <a:cubicBezTo>
                      <a:pt x="490" y="28"/>
                      <a:pt x="411" y="26"/>
                      <a:pt x="381" y="55"/>
                    </a:cubicBezTo>
                    <a:cubicBezTo>
                      <a:pt x="381" y="55"/>
                      <a:pt x="345" y="72"/>
                      <a:pt x="337" y="81"/>
                    </a:cubicBezTo>
                    <a:cubicBezTo>
                      <a:pt x="337" y="81"/>
                      <a:pt x="225" y="129"/>
                      <a:pt x="209" y="191"/>
                    </a:cubicBezTo>
                    <a:cubicBezTo>
                      <a:pt x="209" y="191"/>
                      <a:pt x="179" y="194"/>
                      <a:pt x="165" y="229"/>
                    </a:cubicBezTo>
                    <a:cubicBezTo>
                      <a:pt x="165" y="229"/>
                      <a:pt x="107" y="259"/>
                      <a:pt x="98" y="330"/>
                    </a:cubicBezTo>
                    <a:cubicBezTo>
                      <a:pt x="98" y="330"/>
                      <a:pt x="47" y="351"/>
                      <a:pt x="31" y="415"/>
                    </a:cubicBezTo>
                    <a:cubicBezTo>
                      <a:pt x="31" y="415"/>
                      <a:pt x="7" y="439"/>
                      <a:pt x="3" y="466"/>
                    </a:cubicBezTo>
                    <a:cubicBezTo>
                      <a:pt x="0" y="492"/>
                      <a:pt x="10" y="528"/>
                      <a:pt x="12" y="545"/>
                    </a:cubicBezTo>
                    <a:cubicBezTo>
                      <a:pt x="14" y="563"/>
                      <a:pt x="35" y="580"/>
                      <a:pt x="35" y="580"/>
                    </a:cubicBezTo>
                    <a:cubicBezTo>
                      <a:pt x="35" y="580"/>
                      <a:pt x="21" y="697"/>
                      <a:pt x="141" y="637"/>
                    </a:cubicBezTo>
                    <a:cubicBezTo>
                      <a:pt x="172" y="621"/>
                      <a:pt x="185" y="619"/>
                      <a:pt x="215" y="614"/>
                    </a:cubicBezTo>
                    <a:cubicBezTo>
                      <a:pt x="215" y="614"/>
                      <a:pt x="229" y="639"/>
                      <a:pt x="264" y="630"/>
                    </a:cubicBezTo>
                    <a:cubicBezTo>
                      <a:pt x="264" y="630"/>
                      <a:pt x="333" y="693"/>
                      <a:pt x="379" y="662"/>
                    </a:cubicBezTo>
                    <a:cubicBezTo>
                      <a:pt x="379" y="662"/>
                      <a:pt x="414" y="704"/>
                      <a:pt x="448" y="700"/>
                    </a:cubicBezTo>
                    <a:cubicBezTo>
                      <a:pt x="481" y="697"/>
                      <a:pt x="490" y="662"/>
                      <a:pt x="504" y="669"/>
                    </a:cubicBezTo>
                    <a:cubicBezTo>
                      <a:pt x="504" y="669"/>
                      <a:pt x="516" y="683"/>
                      <a:pt x="532" y="690"/>
                    </a:cubicBezTo>
                    <a:cubicBezTo>
                      <a:pt x="548" y="697"/>
                      <a:pt x="591" y="746"/>
                      <a:pt x="663" y="716"/>
                    </a:cubicBezTo>
                    <a:cubicBezTo>
                      <a:pt x="663" y="716"/>
                      <a:pt x="617" y="752"/>
                      <a:pt x="688" y="780"/>
                    </a:cubicBezTo>
                    <a:cubicBezTo>
                      <a:pt x="758" y="808"/>
                      <a:pt x="735" y="810"/>
                      <a:pt x="779" y="819"/>
                    </a:cubicBezTo>
                    <a:cubicBezTo>
                      <a:pt x="824" y="828"/>
                      <a:pt x="887" y="849"/>
                      <a:pt x="942" y="803"/>
                    </a:cubicBezTo>
                    <a:cubicBezTo>
                      <a:pt x="996" y="757"/>
                      <a:pt x="1058" y="708"/>
                      <a:pt x="1055" y="676"/>
                    </a:cubicBezTo>
                    <a:close/>
                  </a:path>
                </a:pathLst>
              </a:custGeom>
              <a:solidFill>
                <a:srgbClr val="EFD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7" name="Freeform 793">
                <a:extLst>
                  <a:ext uri="{FF2B5EF4-FFF2-40B4-BE49-F238E27FC236}">
                    <a16:creationId xmlns:a16="http://schemas.microsoft.com/office/drawing/2014/main" id="{A05C868A-A493-4F6E-8168-76B462684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867"/>
                <a:ext cx="97" cy="131"/>
              </a:xfrm>
              <a:custGeom>
                <a:avLst/>
                <a:gdLst>
                  <a:gd name="T0" fmla="*/ 52 w 132"/>
                  <a:gd name="T1" fmla="*/ 44 h 177"/>
                  <a:gd name="T2" fmla="*/ 34 w 132"/>
                  <a:gd name="T3" fmla="*/ 56 h 177"/>
                  <a:gd name="T4" fmla="*/ 25 w 132"/>
                  <a:gd name="T5" fmla="*/ 37 h 177"/>
                  <a:gd name="T6" fmla="*/ 15 w 132"/>
                  <a:gd name="T7" fmla="*/ 33 h 177"/>
                  <a:gd name="T8" fmla="*/ 12 w 132"/>
                  <a:gd name="T9" fmla="*/ 21 h 177"/>
                  <a:gd name="T10" fmla="*/ 19 w 132"/>
                  <a:gd name="T11" fmla="*/ 1 h 177"/>
                  <a:gd name="T12" fmla="*/ 2 w 132"/>
                  <a:gd name="T13" fmla="*/ 24 h 177"/>
                  <a:gd name="T14" fmla="*/ 18 w 132"/>
                  <a:gd name="T15" fmla="*/ 51 h 177"/>
                  <a:gd name="T16" fmla="*/ 39 w 132"/>
                  <a:gd name="T17" fmla="*/ 68 h 177"/>
                  <a:gd name="T18" fmla="*/ 52 w 132"/>
                  <a:gd name="T19" fmla="*/ 50 h 1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2" h="177">
                    <a:moveTo>
                      <a:pt x="132" y="110"/>
                    </a:moveTo>
                    <a:cubicBezTo>
                      <a:pt x="128" y="120"/>
                      <a:pt x="96" y="142"/>
                      <a:pt x="85" y="138"/>
                    </a:cubicBezTo>
                    <a:cubicBezTo>
                      <a:pt x="70" y="132"/>
                      <a:pt x="77" y="102"/>
                      <a:pt x="63" y="91"/>
                    </a:cubicBezTo>
                    <a:cubicBezTo>
                      <a:pt x="55" y="84"/>
                      <a:pt x="48" y="92"/>
                      <a:pt x="39" y="81"/>
                    </a:cubicBezTo>
                    <a:cubicBezTo>
                      <a:pt x="33" y="75"/>
                      <a:pt x="32" y="61"/>
                      <a:pt x="31" y="53"/>
                    </a:cubicBezTo>
                    <a:cubicBezTo>
                      <a:pt x="30" y="34"/>
                      <a:pt x="35" y="20"/>
                      <a:pt x="47" y="4"/>
                    </a:cubicBezTo>
                    <a:cubicBezTo>
                      <a:pt x="22" y="0"/>
                      <a:pt x="8" y="39"/>
                      <a:pt x="5" y="58"/>
                    </a:cubicBezTo>
                    <a:cubicBezTo>
                      <a:pt x="0" y="93"/>
                      <a:pt x="21" y="107"/>
                      <a:pt x="43" y="126"/>
                    </a:cubicBezTo>
                    <a:cubicBezTo>
                      <a:pt x="63" y="144"/>
                      <a:pt x="66" y="160"/>
                      <a:pt x="98" y="168"/>
                    </a:cubicBezTo>
                    <a:cubicBezTo>
                      <a:pt x="132" y="177"/>
                      <a:pt x="120" y="152"/>
                      <a:pt x="132" y="124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8" name="Freeform 794">
                <a:extLst>
                  <a:ext uri="{FF2B5EF4-FFF2-40B4-BE49-F238E27FC236}">
                    <a16:creationId xmlns:a16="http://schemas.microsoft.com/office/drawing/2014/main" id="{7F6DCC5B-D9A9-4E6D-9345-3CC57C0B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842"/>
                <a:ext cx="103" cy="139"/>
              </a:xfrm>
              <a:custGeom>
                <a:avLst/>
                <a:gdLst>
                  <a:gd name="T0" fmla="*/ 0 w 140"/>
                  <a:gd name="T1" fmla="*/ 10 h 188"/>
                  <a:gd name="T2" fmla="*/ 24 w 140"/>
                  <a:gd name="T3" fmla="*/ 0 h 188"/>
                  <a:gd name="T4" fmla="*/ 21 w 140"/>
                  <a:gd name="T5" fmla="*/ 27 h 188"/>
                  <a:gd name="T6" fmla="*/ 38 w 140"/>
                  <a:gd name="T7" fmla="*/ 16 h 188"/>
                  <a:gd name="T8" fmla="*/ 44 w 140"/>
                  <a:gd name="T9" fmla="*/ 52 h 188"/>
                  <a:gd name="T10" fmla="*/ 44 w 140"/>
                  <a:gd name="T11" fmla="*/ 76 h 188"/>
                  <a:gd name="T12" fmla="*/ 26 w 140"/>
                  <a:gd name="T13" fmla="*/ 38 h 188"/>
                  <a:gd name="T14" fmla="*/ 2 w 140"/>
                  <a:gd name="T15" fmla="*/ 17 h 1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188">
                    <a:moveTo>
                      <a:pt x="0" y="26"/>
                    </a:moveTo>
                    <a:cubicBezTo>
                      <a:pt x="29" y="40"/>
                      <a:pt x="38" y="3"/>
                      <a:pt x="61" y="0"/>
                    </a:cubicBezTo>
                    <a:cubicBezTo>
                      <a:pt x="62" y="15"/>
                      <a:pt x="38" y="55"/>
                      <a:pt x="53" y="66"/>
                    </a:cubicBezTo>
                    <a:cubicBezTo>
                      <a:pt x="66" y="75"/>
                      <a:pt x="82" y="41"/>
                      <a:pt x="94" y="38"/>
                    </a:cubicBezTo>
                    <a:cubicBezTo>
                      <a:pt x="105" y="67"/>
                      <a:pt x="100" y="100"/>
                      <a:pt x="110" y="130"/>
                    </a:cubicBezTo>
                    <a:cubicBezTo>
                      <a:pt x="115" y="142"/>
                      <a:pt x="140" y="188"/>
                      <a:pt x="111" y="188"/>
                    </a:cubicBezTo>
                    <a:cubicBezTo>
                      <a:pt x="96" y="152"/>
                      <a:pt x="97" y="124"/>
                      <a:pt x="65" y="96"/>
                    </a:cubicBezTo>
                    <a:cubicBezTo>
                      <a:pt x="47" y="80"/>
                      <a:pt x="5" y="71"/>
                      <a:pt x="5" y="4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9" name="Freeform 795">
                <a:extLst>
                  <a:ext uri="{FF2B5EF4-FFF2-40B4-BE49-F238E27FC236}">
                    <a16:creationId xmlns:a16="http://schemas.microsoft.com/office/drawing/2014/main" id="{ED31F10D-757B-4F14-BB29-5825EF4AF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926"/>
                <a:ext cx="89" cy="129"/>
              </a:xfrm>
              <a:custGeom>
                <a:avLst/>
                <a:gdLst>
                  <a:gd name="T0" fmla="*/ 27 w 120"/>
                  <a:gd name="T1" fmla="*/ 10 h 175"/>
                  <a:gd name="T2" fmla="*/ 46 w 120"/>
                  <a:gd name="T3" fmla="*/ 8 h 175"/>
                  <a:gd name="T4" fmla="*/ 22 w 120"/>
                  <a:gd name="T5" fmla="*/ 35 h 175"/>
                  <a:gd name="T6" fmla="*/ 16 w 120"/>
                  <a:gd name="T7" fmla="*/ 51 h 175"/>
                  <a:gd name="T8" fmla="*/ 9 w 120"/>
                  <a:gd name="T9" fmla="*/ 63 h 175"/>
                  <a:gd name="T10" fmla="*/ 17 w 120"/>
                  <a:gd name="T11" fmla="*/ 28 h 175"/>
                  <a:gd name="T12" fmla="*/ 18 w 120"/>
                  <a:gd name="T13" fmla="*/ 10 h 175"/>
                  <a:gd name="T14" fmla="*/ 27 w 120"/>
                  <a:gd name="T15" fmla="*/ 10 h 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0" h="175">
                    <a:moveTo>
                      <a:pt x="66" y="23"/>
                    </a:moveTo>
                    <a:cubicBezTo>
                      <a:pt x="81" y="30"/>
                      <a:pt x="97" y="18"/>
                      <a:pt x="113" y="21"/>
                    </a:cubicBezTo>
                    <a:cubicBezTo>
                      <a:pt x="120" y="46"/>
                      <a:pt x="66" y="66"/>
                      <a:pt x="54" y="88"/>
                    </a:cubicBezTo>
                    <a:cubicBezTo>
                      <a:pt x="46" y="102"/>
                      <a:pt x="43" y="113"/>
                      <a:pt x="40" y="128"/>
                    </a:cubicBezTo>
                    <a:cubicBezTo>
                      <a:pt x="38" y="141"/>
                      <a:pt x="38" y="175"/>
                      <a:pt x="22" y="157"/>
                    </a:cubicBezTo>
                    <a:cubicBezTo>
                      <a:pt x="0" y="133"/>
                      <a:pt x="38" y="91"/>
                      <a:pt x="42" y="70"/>
                    </a:cubicBezTo>
                    <a:cubicBezTo>
                      <a:pt x="45" y="55"/>
                      <a:pt x="41" y="37"/>
                      <a:pt x="45" y="23"/>
                    </a:cubicBezTo>
                    <a:cubicBezTo>
                      <a:pt x="50" y="4"/>
                      <a:pt x="60" y="0"/>
                      <a:pt x="66" y="23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80" name="Freeform 796">
                <a:extLst>
                  <a:ext uri="{FF2B5EF4-FFF2-40B4-BE49-F238E27FC236}">
                    <a16:creationId xmlns:a16="http://schemas.microsoft.com/office/drawing/2014/main" id="{F54A0689-2164-4910-A1D2-EB23AE98A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997"/>
                <a:ext cx="46" cy="64"/>
              </a:xfrm>
              <a:custGeom>
                <a:avLst/>
                <a:gdLst>
                  <a:gd name="T0" fmla="*/ 13 w 62"/>
                  <a:gd name="T1" fmla="*/ 7 h 87"/>
                  <a:gd name="T2" fmla="*/ 10 w 62"/>
                  <a:gd name="T3" fmla="*/ 32 h 87"/>
                  <a:gd name="T4" fmla="*/ 7 w 62"/>
                  <a:gd name="T5" fmla="*/ 0 h 87"/>
                  <a:gd name="T6" fmla="*/ 12 w 62"/>
                  <a:gd name="T7" fmla="*/ 7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87">
                    <a:moveTo>
                      <a:pt x="31" y="16"/>
                    </a:moveTo>
                    <a:cubicBezTo>
                      <a:pt x="24" y="31"/>
                      <a:pt x="62" y="87"/>
                      <a:pt x="26" y="82"/>
                    </a:cubicBezTo>
                    <a:cubicBezTo>
                      <a:pt x="0" y="78"/>
                      <a:pt x="11" y="16"/>
                      <a:pt x="17" y="0"/>
                    </a:cubicBezTo>
                    <a:cubicBezTo>
                      <a:pt x="23" y="4"/>
                      <a:pt x="26" y="11"/>
                      <a:pt x="29" y="18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81" name="Freeform 797">
                <a:extLst>
                  <a:ext uri="{FF2B5EF4-FFF2-40B4-BE49-F238E27FC236}">
                    <a16:creationId xmlns:a16="http://schemas.microsoft.com/office/drawing/2014/main" id="{16622FED-BA05-4E18-922A-BB1CDD37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990"/>
                <a:ext cx="102" cy="138"/>
              </a:xfrm>
              <a:custGeom>
                <a:avLst/>
                <a:gdLst>
                  <a:gd name="T0" fmla="*/ 43 w 138"/>
                  <a:gd name="T1" fmla="*/ 17 h 188"/>
                  <a:gd name="T2" fmla="*/ 14 w 138"/>
                  <a:gd name="T3" fmla="*/ 0 h 188"/>
                  <a:gd name="T4" fmla="*/ 13 w 138"/>
                  <a:gd name="T5" fmla="*/ 26 h 188"/>
                  <a:gd name="T6" fmla="*/ 5 w 138"/>
                  <a:gd name="T7" fmla="*/ 43 h 188"/>
                  <a:gd name="T8" fmla="*/ 7 w 138"/>
                  <a:gd name="T9" fmla="*/ 62 h 188"/>
                  <a:gd name="T10" fmla="*/ 47 w 138"/>
                  <a:gd name="T11" fmla="*/ 74 h 188"/>
                  <a:gd name="T12" fmla="*/ 19 w 138"/>
                  <a:gd name="T13" fmla="*/ 37 h 188"/>
                  <a:gd name="T14" fmla="*/ 55 w 138"/>
                  <a:gd name="T15" fmla="*/ 21 h 188"/>
                  <a:gd name="T16" fmla="*/ 41 w 138"/>
                  <a:gd name="T17" fmla="*/ 21 h 1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88">
                    <a:moveTo>
                      <a:pt x="106" y="42"/>
                    </a:moveTo>
                    <a:cubicBezTo>
                      <a:pt x="64" y="66"/>
                      <a:pt x="51" y="27"/>
                      <a:pt x="35" y="0"/>
                    </a:cubicBezTo>
                    <a:cubicBezTo>
                      <a:pt x="35" y="21"/>
                      <a:pt x="39" y="46"/>
                      <a:pt x="32" y="66"/>
                    </a:cubicBezTo>
                    <a:cubicBezTo>
                      <a:pt x="25" y="99"/>
                      <a:pt x="19" y="96"/>
                      <a:pt x="14" y="108"/>
                    </a:cubicBezTo>
                    <a:cubicBezTo>
                      <a:pt x="5" y="130"/>
                      <a:pt x="0" y="139"/>
                      <a:pt x="19" y="157"/>
                    </a:cubicBezTo>
                    <a:cubicBezTo>
                      <a:pt x="46" y="184"/>
                      <a:pt x="80" y="187"/>
                      <a:pt x="117" y="188"/>
                    </a:cubicBezTo>
                    <a:cubicBezTo>
                      <a:pt x="84" y="162"/>
                      <a:pt x="17" y="151"/>
                      <a:pt x="47" y="95"/>
                    </a:cubicBezTo>
                    <a:cubicBezTo>
                      <a:pt x="66" y="59"/>
                      <a:pt x="106" y="68"/>
                      <a:pt x="138" y="54"/>
                    </a:cubicBezTo>
                    <a:cubicBezTo>
                      <a:pt x="126" y="52"/>
                      <a:pt x="114" y="52"/>
                      <a:pt x="101" y="5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82" name="Freeform 798">
                <a:extLst>
                  <a:ext uri="{FF2B5EF4-FFF2-40B4-BE49-F238E27FC236}">
                    <a16:creationId xmlns:a16="http://schemas.microsoft.com/office/drawing/2014/main" id="{1EDC3017-CA37-4300-B1A6-5E8AE3959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1138"/>
                <a:ext cx="62" cy="42"/>
              </a:xfrm>
              <a:custGeom>
                <a:avLst/>
                <a:gdLst>
                  <a:gd name="T0" fmla="*/ 28 w 84"/>
                  <a:gd name="T1" fmla="*/ 13 h 57"/>
                  <a:gd name="T2" fmla="*/ 15 w 84"/>
                  <a:gd name="T3" fmla="*/ 0 h 57"/>
                  <a:gd name="T4" fmla="*/ 0 w 84"/>
                  <a:gd name="T5" fmla="*/ 18 h 57"/>
                  <a:gd name="T6" fmla="*/ 28 w 84"/>
                  <a:gd name="T7" fmla="*/ 13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57">
                    <a:moveTo>
                      <a:pt x="69" y="32"/>
                    </a:moveTo>
                    <a:cubicBezTo>
                      <a:pt x="50" y="35"/>
                      <a:pt x="35" y="24"/>
                      <a:pt x="36" y="0"/>
                    </a:cubicBezTo>
                    <a:cubicBezTo>
                      <a:pt x="28" y="14"/>
                      <a:pt x="14" y="34"/>
                      <a:pt x="0" y="43"/>
                    </a:cubicBezTo>
                    <a:cubicBezTo>
                      <a:pt x="13" y="46"/>
                      <a:pt x="84" y="57"/>
                      <a:pt x="71" y="3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83" name="Freeform 799">
                <a:extLst>
                  <a:ext uri="{FF2B5EF4-FFF2-40B4-BE49-F238E27FC236}">
                    <a16:creationId xmlns:a16="http://schemas.microsoft.com/office/drawing/2014/main" id="{BD5D9B28-C827-49BA-AB3A-435F905AD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167"/>
                <a:ext cx="177" cy="77"/>
              </a:xfrm>
              <a:custGeom>
                <a:avLst/>
                <a:gdLst>
                  <a:gd name="T0" fmla="*/ 95 w 241"/>
                  <a:gd name="T1" fmla="*/ 34 h 104"/>
                  <a:gd name="T2" fmla="*/ 74 w 241"/>
                  <a:gd name="T3" fmla="*/ 14 h 104"/>
                  <a:gd name="T4" fmla="*/ 48 w 241"/>
                  <a:gd name="T5" fmla="*/ 11 h 104"/>
                  <a:gd name="T6" fmla="*/ 21 w 241"/>
                  <a:gd name="T7" fmla="*/ 21 h 104"/>
                  <a:gd name="T8" fmla="*/ 1 w 241"/>
                  <a:gd name="T9" fmla="*/ 1 h 104"/>
                  <a:gd name="T10" fmla="*/ 19 w 241"/>
                  <a:gd name="T11" fmla="*/ 26 h 104"/>
                  <a:gd name="T12" fmla="*/ 43 w 241"/>
                  <a:gd name="T13" fmla="*/ 21 h 104"/>
                  <a:gd name="T14" fmla="*/ 50 w 241"/>
                  <a:gd name="T15" fmla="*/ 16 h 104"/>
                  <a:gd name="T16" fmla="*/ 73 w 241"/>
                  <a:gd name="T17" fmla="*/ 30 h 104"/>
                  <a:gd name="T18" fmla="*/ 95 w 241"/>
                  <a:gd name="T19" fmla="*/ 38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1" h="104">
                    <a:moveTo>
                      <a:pt x="241" y="84"/>
                    </a:moveTo>
                    <a:cubicBezTo>
                      <a:pt x="212" y="84"/>
                      <a:pt x="205" y="51"/>
                      <a:pt x="186" y="35"/>
                    </a:cubicBezTo>
                    <a:cubicBezTo>
                      <a:pt x="173" y="23"/>
                      <a:pt x="137" y="21"/>
                      <a:pt x="121" y="27"/>
                    </a:cubicBezTo>
                    <a:cubicBezTo>
                      <a:pt x="99" y="35"/>
                      <a:pt x="84" y="62"/>
                      <a:pt x="55" y="51"/>
                    </a:cubicBezTo>
                    <a:cubicBezTo>
                      <a:pt x="33" y="43"/>
                      <a:pt x="31" y="0"/>
                      <a:pt x="4" y="4"/>
                    </a:cubicBezTo>
                    <a:cubicBezTo>
                      <a:pt x="0" y="28"/>
                      <a:pt x="29" y="51"/>
                      <a:pt x="48" y="63"/>
                    </a:cubicBezTo>
                    <a:cubicBezTo>
                      <a:pt x="74" y="78"/>
                      <a:pt x="88" y="68"/>
                      <a:pt x="109" y="53"/>
                    </a:cubicBezTo>
                    <a:cubicBezTo>
                      <a:pt x="119" y="45"/>
                      <a:pt x="113" y="39"/>
                      <a:pt x="127" y="40"/>
                    </a:cubicBezTo>
                    <a:cubicBezTo>
                      <a:pt x="142" y="40"/>
                      <a:pt x="172" y="72"/>
                      <a:pt x="184" y="74"/>
                    </a:cubicBezTo>
                    <a:cubicBezTo>
                      <a:pt x="204" y="79"/>
                      <a:pt x="232" y="104"/>
                      <a:pt x="239" y="93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84" name="Freeform 800">
                <a:extLst>
                  <a:ext uri="{FF2B5EF4-FFF2-40B4-BE49-F238E27FC236}">
                    <a16:creationId xmlns:a16="http://schemas.microsoft.com/office/drawing/2014/main" id="{DBCE7283-0E02-4033-BED6-41DB490F0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1019"/>
                <a:ext cx="352" cy="199"/>
              </a:xfrm>
              <a:custGeom>
                <a:avLst/>
                <a:gdLst>
                  <a:gd name="T0" fmla="*/ 177 w 478"/>
                  <a:gd name="T1" fmla="*/ 48 h 270"/>
                  <a:gd name="T2" fmla="*/ 164 w 478"/>
                  <a:gd name="T3" fmla="*/ 63 h 270"/>
                  <a:gd name="T4" fmla="*/ 151 w 478"/>
                  <a:gd name="T5" fmla="*/ 55 h 270"/>
                  <a:gd name="T6" fmla="*/ 119 w 478"/>
                  <a:gd name="T7" fmla="*/ 43 h 270"/>
                  <a:gd name="T8" fmla="*/ 85 w 478"/>
                  <a:gd name="T9" fmla="*/ 34 h 270"/>
                  <a:gd name="T10" fmla="*/ 69 w 478"/>
                  <a:gd name="T11" fmla="*/ 35 h 270"/>
                  <a:gd name="T12" fmla="*/ 57 w 478"/>
                  <a:gd name="T13" fmla="*/ 19 h 270"/>
                  <a:gd name="T14" fmla="*/ 44 w 478"/>
                  <a:gd name="T15" fmla="*/ 20 h 270"/>
                  <a:gd name="T16" fmla="*/ 36 w 478"/>
                  <a:gd name="T17" fmla="*/ 10 h 270"/>
                  <a:gd name="T18" fmla="*/ 28 w 478"/>
                  <a:gd name="T19" fmla="*/ 7 h 270"/>
                  <a:gd name="T20" fmla="*/ 15 w 478"/>
                  <a:gd name="T21" fmla="*/ 7 h 270"/>
                  <a:gd name="T22" fmla="*/ 13 w 478"/>
                  <a:gd name="T23" fmla="*/ 0 h 270"/>
                  <a:gd name="T24" fmla="*/ 28 w 478"/>
                  <a:gd name="T25" fmla="*/ 20 h 270"/>
                  <a:gd name="T26" fmla="*/ 27 w 478"/>
                  <a:gd name="T27" fmla="*/ 41 h 270"/>
                  <a:gd name="T28" fmla="*/ 66 w 478"/>
                  <a:gd name="T29" fmla="*/ 46 h 270"/>
                  <a:gd name="T30" fmla="*/ 108 w 478"/>
                  <a:gd name="T31" fmla="*/ 52 h 270"/>
                  <a:gd name="T32" fmla="*/ 145 w 478"/>
                  <a:gd name="T33" fmla="*/ 66 h 270"/>
                  <a:gd name="T34" fmla="*/ 133 w 478"/>
                  <a:gd name="T35" fmla="*/ 102 h 270"/>
                  <a:gd name="T36" fmla="*/ 163 w 478"/>
                  <a:gd name="T37" fmla="*/ 74 h 270"/>
                  <a:gd name="T38" fmla="*/ 183 w 478"/>
                  <a:gd name="T39" fmla="*/ 38 h 270"/>
                  <a:gd name="T40" fmla="*/ 174 w 478"/>
                  <a:gd name="T41" fmla="*/ 57 h 2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78" h="270">
                    <a:moveTo>
                      <a:pt x="444" y="120"/>
                    </a:moveTo>
                    <a:cubicBezTo>
                      <a:pt x="439" y="135"/>
                      <a:pt x="428" y="156"/>
                      <a:pt x="411" y="157"/>
                    </a:cubicBezTo>
                    <a:cubicBezTo>
                      <a:pt x="393" y="159"/>
                      <a:pt x="393" y="148"/>
                      <a:pt x="379" y="139"/>
                    </a:cubicBezTo>
                    <a:cubicBezTo>
                      <a:pt x="356" y="124"/>
                      <a:pt x="324" y="121"/>
                      <a:pt x="298" y="108"/>
                    </a:cubicBezTo>
                    <a:cubicBezTo>
                      <a:pt x="273" y="96"/>
                      <a:pt x="243" y="80"/>
                      <a:pt x="213" y="85"/>
                    </a:cubicBezTo>
                    <a:cubicBezTo>
                      <a:pt x="196" y="87"/>
                      <a:pt x="190" y="95"/>
                      <a:pt x="173" y="87"/>
                    </a:cubicBezTo>
                    <a:cubicBezTo>
                      <a:pt x="157" y="80"/>
                      <a:pt x="147" y="63"/>
                      <a:pt x="142" y="48"/>
                    </a:cubicBezTo>
                    <a:cubicBezTo>
                      <a:pt x="128" y="49"/>
                      <a:pt x="123" y="56"/>
                      <a:pt x="111" y="49"/>
                    </a:cubicBezTo>
                    <a:cubicBezTo>
                      <a:pt x="102" y="45"/>
                      <a:pt x="99" y="31"/>
                      <a:pt x="91" y="24"/>
                    </a:cubicBezTo>
                    <a:cubicBezTo>
                      <a:pt x="78" y="12"/>
                      <a:pt x="86" y="15"/>
                      <a:pt x="70" y="17"/>
                    </a:cubicBezTo>
                    <a:cubicBezTo>
                      <a:pt x="58" y="19"/>
                      <a:pt x="52" y="28"/>
                      <a:pt x="39" y="18"/>
                    </a:cubicBezTo>
                    <a:cubicBezTo>
                      <a:pt x="40" y="10"/>
                      <a:pt x="36" y="6"/>
                      <a:pt x="32" y="0"/>
                    </a:cubicBezTo>
                    <a:cubicBezTo>
                      <a:pt x="0" y="29"/>
                      <a:pt x="51" y="39"/>
                      <a:pt x="69" y="50"/>
                    </a:cubicBezTo>
                    <a:cubicBezTo>
                      <a:pt x="94" y="67"/>
                      <a:pt x="97" y="91"/>
                      <a:pt x="66" y="101"/>
                    </a:cubicBezTo>
                    <a:cubicBezTo>
                      <a:pt x="102" y="101"/>
                      <a:pt x="133" y="100"/>
                      <a:pt x="165" y="114"/>
                    </a:cubicBezTo>
                    <a:cubicBezTo>
                      <a:pt x="204" y="130"/>
                      <a:pt x="232" y="123"/>
                      <a:pt x="272" y="129"/>
                    </a:cubicBezTo>
                    <a:cubicBezTo>
                      <a:pt x="298" y="133"/>
                      <a:pt x="348" y="142"/>
                      <a:pt x="364" y="166"/>
                    </a:cubicBezTo>
                    <a:cubicBezTo>
                      <a:pt x="380" y="191"/>
                      <a:pt x="351" y="237"/>
                      <a:pt x="334" y="255"/>
                    </a:cubicBezTo>
                    <a:cubicBezTo>
                      <a:pt x="371" y="270"/>
                      <a:pt x="383" y="199"/>
                      <a:pt x="408" y="183"/>
                    </a:cubicBezTo>
                    <a:cubicBezTo>
                      <a:pt x="445" y="161"/>
                      <a:pt x="478" y="150"/>
                      <a:pt x="457" y="97"/>
                    </a:cubicBezTo>
                    <a:cubicBezTo>
                      <a:pt x="448" y="109"/>
                      <a:pt x="447" y="128"/>
                      <a:pt x="436" y="141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85" name="Freeform 801">
                <a:extLst>
                  <a:ext uri="{FF2B5EF4-FFF2-40B4-BE49-F238E27FC236}">
                    <a16:creationId xmlns:a16="http://schemas.microsoft.com/office/drawing/2014/main" id="{7411C2D5-DC6D-4907-898B-B32A88069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117"/>
                <a:ext cx="199" cy="99"/>
              </a:xfrm>
              <a:custGeom>
                <a:avLst/>
                <a:gdLst>
                  <a:gd name="T0" fmla="*/ 18 w 270"/>
                  <a:gd name="T1" fmla="*/ 7 h 134"/>
                  <a:gd name="T2" fmla="*/ 18 w 270"/>
                  <a:gd name="T3" fmla="*/ 33 h 134"/>
                  <a:gd name="T4" fmla="*/ 30 w 270"/>
                  <a:gd name="T5" fmla="*/ 41 h 134"/>
                  <a:gd name="T6" fmla="*/ 44 w 270"/>
                  <a:gd name="T7" fmla="*/ 46 h 134"/>
                  <a:gd name="T8" fmla="*/ 78 w 270"/>
                  <a:gd name="T9" fmla="*/ 41 h 134"/>
                  <a:gd name="T10" fmla="*/ 106 w 270"/>
                  <a:gd name="T11" fmla="*/ 30 h 134"/>
                  <a:gd name="T12" fmla="*/ 71 w 270"/>
                  <a:gd name="T13" fmla="*/ 48 h 134"/>
                  <a:gd name="T14" fmla="*/ 20 w 270"/>
                  <a:gd name="T15" fmla="*/ 47 h 134"/>
                  <a:gd name="T16" fmla="*/ 7 w 270"/>
                  <a:gd name="T17" fmla="*/ 18 h 134"/>
                  <a:gd name="T18" fmla="*/ 1 w 270"/>
                  <a:gd name="T19" fmla="*/ 5 h 134"/>
                  <a:gd name="T20" fmla="*/ 15 w 270"/>
                  <a:gd name="T21" fmla="*/ 5 h 1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0" h="134">
                    <a:moveTo>
                      <a:pt x="45" y="18"/>
                    </a:moveTo>
                    <a:cubicBezTo>
                      <a:pt x="29" y="32"/>
                      <a:pt x="28" y="68"/>
                      <a:pt x="43" y="83"/>
                    </a:cubicBezTo>
                    <a:cubicBezTo>
                      <a:pt x="50" y="90"/>
                      <a:pt x="67" y="95"/>
                      <a:pt x="76" y="102"/>
                    </a:cubicBezTo>
                    <a:cubicBezTo>
                      <a:pt x="90" y="113"/>
                      <a:pt x="90" y="117"/>
                      <a:pt x="111" y="114"/>
                    </a:cubicBezTo>
                    <a:cubicBezTo>
                      <a:pt x="136" y="110"/>
                      <a:pt x="171" y="109"/>
                      <a:pt x="196" y="102"/>
                    </a:cubicBezTo>
                    <a:cubicBezTo>
                      <a:pt x="221" y="95"/>
                      <a:pt x="239" y="72"/>
                      <a:pt x="266" y="74"/>
                    </a:cubicBezTo>
                    <a:cubicBezTo>
                      <a:pt x="270" y="111"/>
                      <a:pt x="210" y="103"/>
                      <a:pt x="177" y="119"/>
                    </a:cubicBezTo>
                    <a:cubicBezTo>
                      <a:pt x="149" y="133"/>
                      <a:pt x="76" y="134"/>
                      <a:pt x="50" y="116"/>
                    </a:cubicBezTo>
                    <a:cubicBezTo>
                      <a:pt x="27" y="100"/>
                      <a:pt x="28" y="70"/>
                      <a:pt x="17" y="46"/>
                    </a:cubicBezTo>
                    <a:cubicBezTo>
                      <a:pt x="14" y="39"/>
                      <a:pt x="0" y="20"/>
                      <a:pt x="3" y="13"/>
                    </a:cubicBezTo>
                    <a:cubicBezTo>
                      <a:pt x="9" y="0"/>
                      <a:pt x="33" y="5"/>
                      <a:pt x="38" y="13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86" name="Freeform 802">
                <a:extLst>
                  <a:ext uri="{FF2B5EF4-FFF2-40B4-BE49-F238E27FC236}">
                    <a16:creationId xmlns:a16="http://schemas.microsoft.com/office/drawing/2014/main" id="{3B2269D9-1D68-498E-B817-4C9A1F9F9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127"/>
                <a:ext cx="118" cy="67"/>
              </a:xfrm>
              <a:custGeom>
                <a:avLst/>
                <a:gdLst>
                  <a:gd name="T0" fmla="*/ 16 w 160"/>
                  <a:gd name="T1" fmla="*/ 5 h 91"/>
                  <a:gd name="T2" fmla="*/ 18 w 160"/>
                  <a:gd name="T3" fmla="*/ 17 h 91"/>
                  <a:gd name="T4" fmla="*/ 28 w 160"/>
                  <a:gd name="T5" fmla="*/ 13 h 91"/>
                  <a:gd name="T6" fmla="*/ 52 w 160"/>
                  <a:gd name="T7" fmla="*/ 11 h 91"/>
                  <a:gd name="T8" fmla="*/ 25 w 160"/>
                  <a:gd name="T9" fmla="*/ 23 h 91"/>
                  <a:gd name="T10" fmla="*/ 30 w 160"/>
                  <a:gd name="T11" fmla="*/ 34 h 91"/>
                  <a:gd name="T12" fmla="*/ 15 w 160"/>
                  <a:gd name="T13" fmla="*/ 21 h 91"/>
                  <a:gd name="T14" fmla="*/ 3 w 160"/>
                  <a:gd name="T15" fmla="*/ 24 h 91"/>
                  <a:gd name="T16" fmla="*/ 7 w 160"/>
                  <a:gd name="T17" fmla="*/ 10 h 91"/>
                  <a:gd name="T18" fmla="*/ 2 w 160"/>
                  <a:gd name="T19" fmla="*/ 4 h 91"/>
                  <a:gd name="T20" fmla="*/ 13 w 160"/>
                  <a:gd name="T21" fmla="*/ 0 h 91"/>
                  <a:gd name="T22" fmla="*/ 15 w 160"/>
                  <a:gd name="T23" fmla="*/ 2 h 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91">
                    <a:moveTo>
                      <a:pt x="41" y="12"/>
                    </a:moveTo>
                    <a:cubicBezTo>
                      <a:pt x="32" y="20"/>
                      <a:pt x="39" y="32"/>
                      <a:pt x="44" y="42"/>
                    </a:cubicBezTo>
                    <a:cubicBezTo>
                      <a:pt x="52" y="41"/>
                      <a:pt x="62" y="37"/>
                      <a:pt x="69" y="31"/>
                    </a:cubicBezTo>
                    <a:cubicBezTo>
                      <a:pt x="58" y="78"/>
                      <a:pt x="121" y="29"/>
                      <a:pt x="130" y="27"/>
                    </a:cubicBezTo>
                    <a:cubicBezTo>
                      <a:pt x="160" y="62"/>
                      <a:pt x="75" y="57"/>
                      <a:pt x="62" y="57"/>
                    </a:cubicBezTo>
                    <a:cubicBezTo>
                      <a:pt x="65" y="67"/>
                      <a:pt x="72" y="74"/>
                      <a:pt x="74" y="85"/>
                    </a:cubicBezTo>
                    <a:cubicBezTo>
                      <a:pt x="58" y="91"/>
                      <a:pt x="43" y="65"/>
                      <a:pt x="38" y="52"/>
                    </a:cubicBezTo>
                    <a:cubicBezTo>
                      <a:pt x="28" y="55"/>
                      <a:pt x="19" y="58"/>
                      <a:pt x="8" y="58"/>
                    </a:cubicBezTo>
                    <a:cubicBezTo>
                      <a:pt x="0" y="43"/>
                      <a:pt x="17" y="38"/>
                      <a:pt x="17" y="24"/>
                    </a:cubicBezTo>
                    <a:cubicBezTo>
                      <a:pt x="8" y="20"/>
                      <a:pt x="8" y="18"/>
                      <a:pt x="6" y="10"/>
                    </a:cubicBezTo>
                    <a:cubicBezTo>
                      <a:pt x="16" y="9"/>
                      <a:pt x="26" y="6"/>
                      <a:pt x="34" y="0"/>
                    </a:cubicBezTo>
                    <a:cubicBezTo>
                      <a:pt x="38" y="1"/>
                      <a:pt x="35" y="2"/>
                      <a:pt x="36" y="5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87" name="Freeform 803">
                <a:extLst>
                  <a:ext uri="{FF2B5EF4-FFF2-40B4-BE49-F238E27FC236}">
                    <a16:creationId xmlns:a16="http://schemas.microsoft.com/office/drawing/2014/main" id="{88C778E4-EE9A-4903-8C5B-85F66F28C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975"/>
                <a:ext cx="79" cy="98"/>
              </a:xfrm>
              <a:custGeom>
                <a:avLst/>
                <a:gdLst>
                  <a:gd name="T0" fmla="*/ 29 w 108"/>
                  <a:gd name="T1" fmla="*/ 11 h 133"/>
                  <a:gd name="T2" fmla="*/ 42 w 108"/>
                  <a:gd name="T3" fmla="*/ 1 h 133"/>
                  <a:gd name="T4" fmla="*/ 21 w 108"/>
                  <a:gd name="T5" fmla="*/ 26 h 133"/>
                  <a:gd name="T6" fmla="*/ 3 w 108"/>
                  <a:gd name="T7" fmla="*/ 53 h 133"/>
                  <a:gd name="T8" fmla="*/ 11 w 108"/>
                  <a:gd name="T9" fmla="*/ 27 h 133"/>
                  <a:gd name="T10" fmla="*/ 4 w 108"/>
                  <a:gd name="T11" fmla="*/ 0 h 133"/>
                  <a:gd name="T12" fmla="*/ 29 w 108"/>
                  <a:gd name="T13" fmla="*/ 11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133">
                    <a:moveTo>
                      <a:pt x="72" y="27"/>
                    </a:moveTo>
                    <a:cubicBezTo>
                      <a:pt x="84" y="19"/>
                      <a:pt x="96" y="11"/>
                      <a:pt x="108" y="4"/>
                    </a:cubicBezTo>
                    <a:cubicBezTo>
                      <a:pt x="102" y="36"/>
                      <a:pt x="70" y="40"/>
                      <a:pt x="54" y="64"/>
                    </a:cubicBezTo>
                    <a:cubicBezTo>
                      <a:pt x="40" y="87"/>
                      <a:pt x="48" y="129"/>
                      <a:pt x="8" y="133"/>
                    </a:cubicBezTo>
                    <a:cubicBezTo>
                      <a:pt x="19" y="116"/>
                      <a:pt x="31" y="87"/>
                      <a:pt x="29" y="67"/>
                    </a:cubicBezTo>
                    <a:cubicBezTo>
                      <a:pt x="28" y="44"/>
                      <a:pt x="0" y="24"/>
                      <a:pt x="10" y="0"/>
                    </a:cubicBezTo>
                    <a:cubicBezTo>
                      <a:pt x="10" y="0"/>
                      <a:pt x="26" y="55"/>
                      <a:pt x="72" y="27"/>
                    </a:cubicBezTo>
                    <a:close/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88" name="Freeform 804">
                <a:extLst>
                  <a:ext uri="{FF2B5EF4-FFF2-40B4-BE49-F238E27FC236}">
                    <a16:creationId xmlns:a16="http://schemas.microsoft.com/office/drawing/2014/main" id="{408FFF8A-1C62-449D-A587-62D9591F7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888"/>
                <a:ext cx="72" cy="138"/>
              </a:xfrm>
              <a:custGeom>
                <a:avLst/>
                <a:gdLst>
                  <a:gd name="T0" fmla="*/ 31 w 97"/>
                  <a:gd name="T1" fmla="*/ 25 h 187"/>
                  <a:gd name="T2" fmla="*/ 18 w 97"/>
                  <a:gd name="T3" fmla="*/ 51 h 187"/>
                  <a:gd name="T4" fmla="*/ 32 w 97"/>
                  <a:gd name="T5" fmla="*/ 75 h 187"/>
                  <a:gd name="T6" fmla="*/ 5 w 97"/>
                  <a:gd name="T7" fmla="*/ 41 h 187"/>
                  <a:gd name="T8" fmla="*/ 2 w 97"/>
                  <a:gd name="T9" fmla="*/ 22 h 187"/>
                  <a:gd name="T10" fmla="*/ 4 w 97"/>
                  <a:gd name="T11" fmla="*/ 0 h 187"/>
                  <a:gd name="T12" fmla="*/ 15 w 97"/>
                  <a:gd name="T13" fmla="*/ 20 h 187"/>
                  <a:gd name="T14" fmla="*/ 39 w 97"/>
                  <a:gd name="T15" fmla="*/ 14 h 187"/>
                  <a:gd name="T16" fmla="*/ 27 w 97"/>
                  <a:gd name="T17" fmla="*/ 26 h 1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187">
                    <a:moveTo>
                      <a:pt x="76" y="63"/>
                    </a:moveTo>
                    <a:cubicBezTo>
                      <a:pt x="54" y="72"/>
                      <a:pt x="35" y="102"/>
                      <a:pt x="43" y="126"/>
                    </a:cubicBezTo>
                    <a:cubicBezTo>
                      <a:pt x="51" y="149"/>
                      <a:pt x="75" y="163"/>
                      <a:pt x="78" y="187"/>
                    </a:cubicBezTo>
                    <a:cubicBezTo>
                      <a:pt x="52" y="159"/>
                      <a:pt x="31" y="131"/>
                      <a:pt x="13" y="100"/>
                    </a:cubicBezTo>
                    <a:cubicBezTo>
                      <a:pt x="0" y="80"/>
                      <a:pt x="0" y="77"/>
                      <a:pt x="6" y="56"/>
                    </a:cubicBezTo>
                    <a:cubicBezTo>
                      <a:pt x="10" y="37"/>
                      <a:pt x="9" y="19"/>
                      <a:pt x="11" y="0"/>
                    </a:cubicBezTo>
                    <a:cubicBezTo>
                      <a:pt x="18" y="16"/>
                      <a:pt x="19" y="42"/>
                      <a:pt x="36" y="49"/>
                    </a:cubicBezTo>
                    <a:cubicBezTo>
                      <a:pt x="53" y="56"/>
                      <a:pt x="83" y="42"/>
                      <a:pt x="97" y="35"/>
                    </a:cubicBezTo>
                    <a:cubicBezTo>
                      <a:pt x="89" y="46"/>
                      <a:pt x="79" y="58"/>
                      <a:pt x="67" y="65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89" name="Freeform 805">
                <a:extLst>
                  <a:ext uri="{FF2B5EF4-FFF2-40B4-BE49-F238E27FC236}">
                    <a16:creationId xmlns:a16="http://schemas.microsoft.com/office/drawing/2014/main" id="{CE6598B8-06C7-4C75-AC9D-73ACD3D25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734"/>
                <a:ext cx="171" cy="160"/>
              </a:xfrm>
              <a:custGeom>
                <a:avLst/>
                <a:gdLst>
                  <a:gd name="T0" fmla="*/ 91 w 233"/>
                  <a:gd name="T1" fmla="*/ 82 h 218"/>
                  <a:gd name="T2" fmla="*/ 90 w 233"/>
                  <a:gd name="T3" fmla="*/ 72 h 218"/>
                  <a:gd name="T4" fmla="*/ 76 w 233"/>
                  <a:gd name="T5" fmla="*/ 76 h 218"/>
                  <a:gd name="T6" fmla="*/ 61 w 233"/>
                  <a:gd name="T7" fmla="*/ 72 h 218"/>
                  <a:gd name="T8" fmla="*/ 40 w 233"/>
                  <a:gd name="T9" fmla="*/ 53 h 218"/>
                  <a:gd name="T10" fmla="*/ 40 w 233"/>
                  <a:gd name="T11" fmla="*/ 37 h 218"/>
                  <a:gd name="T12" fmla="*/ 26 w 233"/>
                  <a:gd name="T13" fmla="*/ 25 h 218"/>
                  <a:gd name="T14" fmla="*/ 0 w 233"/>
                  <a:gd name="T15" fmla="*/ 2 h 218"/>
                  <a:gd name="T16" fmla="*/ 25 w 233"/>
                  <a:gd name="T17" fmla="*/ 39 h 218"/>
                  <a:gd name="T18" fmla="*/ 27 w 233"/>
                  <a:gd name="T19" fmla="*/ 66 h 218"/>
                  <a:gd name="T20" fmla="*/ 45 w 233"/>
                  <a:gd name="T21" fmla="*/ 81 h 218"/>
                  <a:gd name="T22" fmla="*/ 74 w 233"/>
                  <a:gd name="T23" fmla="*/ 86 h 2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3" h="218">
                    <a:moveTo>
                      <a:pt x="230" y="208"/>
                    </a:moveTo>
                    <a:cubicBezTo>
                      <a:pt x="233" y="200"/>
                      <a:pt x="232" y="191"/>
                      <a:pt x="229" y="183"/>
                    </a:cubicBezTo>
                    <a:cubicBezTo>
                      <a:pt x="218" y="178"/>
                      <a:pt x="208" y="190"/>
                      <a:pt x="194" y="192"/>
                    </a:cubicBezTo>
                    <a:cubicBezTo>
                      <a:pt x="180" y="195"/>
                      <a:pt x="168" y="188"/>
                      <a:pt x="154" y="183"/>
                    </a:cubicBezTo>
                    <a:cubicBezTo>
                      <a:pt x="128" y="173"/>
                      <a:pt x="105" y="164"/>
                      <a:pt x="100" y="133"/>
                    </a:cubicBezTo>
                    <a:cubicBezTo>
                      <a:pt x="98" y="121"/>
                      <a:pt x="105" y="104"/>
                      <a:pt x="100" y="93"/>
                    </a:cubicBezTo>
                    <a:cubicBezTo>
                      <a:pt x="94" y="79"/>
                      <a:pt x="77" y="73"/>
                      <a:pt x="67" y="62"/>
                    </a:cubicBezTo>
                    <a:cubicBezTo>
                      <a:pt x="50" y="42"/>
                      <a:pt x="34" y="0"/>
                      <a:pt x="0" y="6"/>
                    </a:cubicBezTo>
                    <a:cubicBezTo>
                      <a:pt x="2" y="39"/>
                      <a:pt x="51" y="65"/>
                      <a:pt x="63" y="98"/>
                    </a:cubicBezTo>
                    <a:cubicBezTo>
                      <a:pt x="70" y="120"/>
                      <a:pt x="59" y="148"/>
                      <a:pt x="68" y="168"/>
                    </a:cubicBezTo>
                    <a:cubicBezTo>
                      <a:pt x="74" y="180"/>
                      <a:pt x="99" y="197"/>
                      <a:pt x="113" y="205"/>
                    </a:cubicBezTo>
                    <a:cubicBezTo>
                      <a:pt x="133" y="217"/>
                      <a:pt x="163" y="213"/>
                      <a:pt x="187" y="218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90" name="Freeform 806">
                <a:extLst>
                  <a:ext uri="{FF2B5EF4-FFF2-40B4-BE49-F238E27FC236}">
                    <a16:creationId xmlns:a16="http://schemas.microsoft.com/office/drawing/2014/main" id="{77554BDD-A718-494E-A77A-A6283BE37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780"/>
                <a:ext cx="76" cy="95"/>
              </a:xfrm>
              <a:custGeom>
                <a:avLst/>
                <a:gdLst>
                  <a:gd name="T0" fmla="*/ 35 w 103"/>
                  <a:gd name="T1" fmla="*/ 18 h 129"/>
                  <a:gd name="T2" fmla="*/ 15 w 103"/>
                  <a:gd name="T3" fmla="*/ 13 h 129"/>
                  <a:gd name="T4" fmla="*/ 0 w 103"/>
                  <a:gd name="T5" fmla="*/ 0 h 129"/>
                  <a:gd name="T6" fmla="*/ 15 w 103"/>
                  <a:gd name="T7" fmla="*/ 18 h 129"/>
                  <a:gd name="T8" fmla="*/ 0 w 103"/>
                  <a:gd name="T9" fmla="*/ 29 h 129"/>
                  <a:gd name="T10" fmla="*/ 41 w 103"/>
                  <a:gd name="T11" fmla="*/ 52 h 129"/>
                  <a:gd name="T12" fmla="*/ 30 w 103"/>
                  <a:gd name="T13" fmla="*/ 35 h 129"/>
                  <a:gd name="T14" fmla="*/ 34 w 103"/>
                  <a:gd name="T15" fmla="*/ 18 h 129"/>
                  <a:gd name="T16" fmla="*/ 35 w 103"/>
                  <a:gd name="T17" fmla="*/ 18 h 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129">
                    <a:moveTo>
                      <a:pt x="87" y="45"/>
                    </a:moveTo>
                    <a:cubicBezTo>
                      <a:pt x="70" y="38"/>
                      <a:pt x="54" y="45"/>
                      <a:pt x="38" y="33"/>
                    </a:cubicBezTo>
                    <a:cubicBezTo>
                      <a:pt x="23" y="22"/>
                      <a:pt x="18" y="8"/>
                      <a:pt x="0" y="0"/>
                    </a:cubicBezTo>
                    <a:cubicBezTo>
                      <a:pt x="7" y="19"/>
                      <a:pt x="32" y="24"/>
                      <a:pt x="37" y="43"/>
                    </a:cubicBezTo>
                    <a:cubicBezTo>
                      <a:pt x="44" y="68"/>
                      <a:pt x="21" y="74"/>
                      <a:pt x="0" y="74"/>
                    </a:cubicBezTo>
                    <a:cubicBezTo>
                      <a:pt x="40" y="81"/>
                      <a:pt x="73" y="96"/>
                      <a:pt x="103" y="129"/>
                    </a:cubicBezTo>
                    <a:cubicBezTo>
                      <a:pt x="102" y="110"/>
                      <a:pt x="82" y="103"/>
                      <a:pt x="73" y="87"/>
                    </a:cubicBezTo>
                    <a:cubicBezTo>
                      <a:pt x="63" y="68"/>
                      <a:pt x="31" y="54"/>
                      <a:pt x="86" y="45"/>
                    </a:cubicBezTo>
                    <a:lnTo>
                      <a:pt x="87" y="45"/>
                    </a:lnTo>
                    <a:close/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91" name="Freeform 807">
                <a:extLst>
                  <a:ext uri="{FF2B5EF4-FFF2-40B4-BE49-F238E27FC236}">
                    <a16:creationId xmlns:a16="http://schemas.microsoft.com/office/drawing/2014/main" id="{883A13B0-D709-4210-B31E-B95893A10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882"/>
                <a:ext cx="45" cy="67"/>
              </a:xfrm>
              <a:custGeom>
                <a:avLst/>
                <a:gdLst>
                  <a:gd name="T0" fmla="*/ 0 w 61"/>
                  <a:gd name="T1" fmla="*/ 5 h 91"/>
                  <a:gd name="T2" fmla="*/ 2 w 61"/>
                  <a:gd name="T3" fmla="*/ 36 h 91"/>
                  <a:gd name="T4" fmla="*/ 24 w 61"/>
                  <a:gd name="T5" fmla="*/ 35 h 91"/>
                  <a:gd name="T6" fmla="*/ 7 w 61"/>
                  <a:gd name="T7" fmla="*/ 27 h 91"/>
                  <a:gd name="T8" fmla="*/ 0 w 61"/>
                  <a:gd name="T9" fmla="*/ 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91">
                    <a:moveTo>
                      <a:pt x="0" y="12"/>
                    </a:moveTo>
                    <a:cubicBezTo>
                      <a:pt x="4" y="37"/>
                      <a:pt x="19" y="67"/>
                      <a:pt x="5" y="91"/>
                    </a:cubicBezTo>
                    <a:cubicBezTo>
                      <a:pt x="17" y="72"/>
                      <a:pt x="43" y="90"/>
                      <a:pt x="61" y="87"/>
                    </a:cubicBezTo>
                    <a:cubicBezTo>
                      <a:pt x="48" y="73"/>
                      <a:pt x="37" y="71"/>
                      <a:pt x="19" y="66"/>
                    </a:cubicBezTo>
                    <a:cubicBezTo>
                      <a:pt x="26" y="42"/>
                      <a:pt x="20" y="18"/>
                      <a:pt x="0" y="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92" name="Freeform 808">
                <a:extLst>
                  <a:ext uri="{FF2B5EF4-FFF2-40B4-BE49-F238E27FC236}">
                    <a16:creationId xmlns:a16="http://schemas.microsoft.com/office/drawing/2014/main" id="{DB96B174-5301-4653-BEB5-E2B532660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892"/>
                <a:ext cx="87" cy="76"/>
              </a:xfrm>
              <a:custGeom>
                <a:avLst/>
                <a:gdLst>
                  <a:gd name="T0" fmla="*/ 29 w 119"/>
                  <a:gd name="T1" fmla="*/ 27 h 104"/>
                  <a:gd name="T2" fmla="*/ 27 w 119"/>
                  <a:gd name="T3" fmla="*/ 41 h 104"/>
                  <a:gd name="T4" fmla="*/ 0 w 119"/>
                  <a:gd name="T5" fmla="*/ 19 h 104"/>
                  <a:gd name="T6" fmla="*/ 36 w 119"/>
                  <a:gd name="T7" fmla="*/ 0 h 104"/>
                  <a:gd name="T8" fmla="*/ 47 w 119"/>
                  <a:gd name="T9" fmla="*/ 22 h 104"/>
                  <a:gd name="T10" fmla="*/ 31 w 119"/>
                  <a:gd name="T11" fmla="*/ 23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" h="104">
                    <a:moveTo>
                      <a:pt x="73" y="68"/>
                    </a:moveTo>
                    <a:cubicBezTo>
                      <a:pt x="68" y="78"/>
                      <a:pt x="74" y="92"/>
                      <a:pt x="68" y="104"/>
                    </a:cubicBezTo>
                    <a:cubicBezTo>
                      <a:pt x="71" y="55"/>
                      <a:pt x="32" y="64"/>
                      <a:pt x="0" y="48"/>
                    </a:cubicBezTo>
                    <a:cubicBezTo>
                      <a:pt x="37" y="49"/>
                      <a:pt x="99" y="56"/>
                      <a:pt x="91" y="0"/>
                    </a:cubicBezTo>
                    <a:cubicBezTo>
                      <a:pt x="96" y="25"/>
                      <a:pt x="96" y="39"/>
                      <a:pt x="119" y="56"/>
                    </a:cubicBezTo>
                    <a:cubicBezTo>
                      <a:pt x="104" y="49"/>
                      <a:pt x="86" y="32"/>
                      <a:pt x="79" y="6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93" name="Freeform 809">
                <a:extLst>
                  <a:ext uri="{FF2B5EF4-FFF2-40B4-BE49-F238E27FC236}">
                    <a16:creationId xmlns:a16="http://schemas.microsoft.com/office/drawing/2014/main" id="{7BF7A5C4-9D23-4473-89B7-06F4EBA8F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" y="799"/>
                <a:ext cx="127" cy="116"/>
              </a:xfrm>
              <a:custGeom>
                <a:avLst/>
                <a:gdLst>
                  <a:gd name="T0" fmla="*/ 64 w 172"/>
                  <a:gd name="T1" fmla="*/ 38 h 157"/>
                  <a:gd name="T2" fmla="*/ 58 w 172"/>
                  <a:gd name="T3" fmla="*/ 38 h 157"/>
                  <a:gd name="T4" fmla="*/ 44 w 172"/>
                  <a:gd name="T5" fmla="*/ 33 h 157"/>
                  <a:gd name="T6" fmla="*/ 32 w 172"/>
                  <a:gd name="T7" fmla="*/ 22 h 157"/>
                  <a:gd name="T8" fmla="*/ 16 w 172"/>
                  <a:gd name="T9" fmla="*/ 16 h 157"/>
                  <a:gd name="T10" fmla="*/ 2 w 172"/>
                  <a:gd name="T11" fmla="*/ 0 h 157"/>
                  <a:gd name="T12" fmla="*/ 7 w 172"/>
                  <a:gd name="T13" fmla="*/ 28 h 157"/>
                  <a:gd name="T14" fmla="*/ 30 w 172"/>
                  <a:gd name="T15" fmla="*/ 41 h 157"/>
                  <a:gd name="T16" fmla="*/ 66 w 172"/>
                  <a:gd name="T17" fmla="*/ 41 h 1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2" h="157">
                    <a:moveTo>
                      <a:pt x="157" y="93"/>
                    </a:moveTo>
                    <a:cubicBezTo>
                      <a:pt x="172" y="93"/>
                      <a:pt x="146" y="94"/>
                      <a:pt x="143" y="94"/>
                    </a:cubicBezTo>
                    <a:cubicBezTo>
                      <a:pt x="134" y="91"/>
                      <a:pt x="117" y="87"/>
                      <a:pt x="108" y="83"/>
                    </a:cubicBezTo>
                    <a:cubicBezTo>
                      <a:pt x="93" y="77"/>
                      <a:pt x="89" y="64"/>
                      <a:pt x="78" y="56"/>
                    </a:cubicBezTo>
                    <a:cubicBezTo>
                      <a:pt x="66" y="47"/>
                      <a:pt x="53" y="50"/>
                      <a:pt x="39" y="40"/>
                    </a:cubicBezTo>
                    <a:cubicBezTo>
                      <a:pt x="25" y="29"/>
                      <a:pt x="19" y="11"/>
                      <a:pt x="6" y="0"/>
                    </a:cubicBezTo>
                    <a:cubicBezTo>
                      <a:pt x="0" y="17"/>
                      <a:pt x="8" y="53"/>
                      <a:pt x="17" y="70"/>
                    </a:cubicBezTo>
                    <a:cubicBezTo>
                      <a:pt x="28" y="93"/>
                      <a:pt x="52" y="93"/>
                      <a:pt x="73" y="103"/>
                    </a:cubicBezTo>
                    <a:cubicBezTo>
                      <a:pt x="101" y="116"/>
                      <a:pt x="145" y="157"/>
                      <a:pt x="162" y="103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94" name="Freeform 810">
                <a:extLst>
                  <a:ext uri="{FF2B5EF4-FFF2-40B4-BE49-F238E27FC236}">
                    <a16:creationId xmlns:a16="http://schemas.microsoft.com/office/drawing/2014/main" id="{9735A59C-EA92-4CBB-9A48-F5C2D648C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" y="802"/>
                <a:ext cx="67" cy="71"/>
              </a:xfrm>
              <a:custGeom>
                <a:avLst/>
                <a:gdLst>
                  <a:gd name="T0" fmla="*/ 24 w 91"/>
                  <a:gd name="T1" fmla="*/ 39 h 96"/>
                  <a:gd name="T2" fmla="*/ 36 w 91"/>
                  <a:gd name="T3" fmla="*/ 7 h 96"/>
                  <a:gd name="T4" fmla="*/ 0 w 91"/>
                  <a:gd name="T5" fmla="*/ 20 h 96"/>
                  <a:gd name="T6" fmla="*/ 17 w 91"/>
                  <a:gd name="T7" fmla="*/ 19 h 96"/>
                  <a:gd name="T8" fmla="*/ 24 w 91"/>
                  <a:gd name="T9" fmla="*/ 35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96">
                    <a:moveTo>
                      <a:pt x="58" y="96"/>
                    </a:moveTo>
                    <a:cubicBezTo>
                      <a:pt x="63" y="65"/>
                      <a:pt x="91" y="54"/>
                      <a:pt x="91" y="19"/>
                    </a:cubicBezTo>
                    <a:cubicBezTo>
                      <a:pt x="62" y="46"/>
                      <a:pt x="25" y="0"/>
                      <a:pt x="0" y="49"/>
                    </a:cubicBezTo>
                    <a:cubicBezTo>
                      <a:pt x="15" y="47"/>
                      <a:pt x="29" y="38"/>
                      <a:pt x="42" y="47"/>
                    </a:cubicBezTo>
                    <a:cubicBezTo>
                      <a:pt x="56" y="56"/>
                      <a:pt x="53" y="74"/>
                      <a:pt x="58" y="87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95" name="Freeform 811">
                <a:extLst>
                  <a:ext uri="{FF2B5EF4-FFF2-40B4-BE49-F238E27FC236}">
                    <a16:creationId xmlns:a16="http://schemas.microsoft.com/office/drawing/2014/main" id="{F1CFD8B0-DE71-4E6A-AC31-7DEFB0937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" y="856"/>
                <a:ext cx="38" cy="125"/>
              </a:xfrm>
              <a:custGeom>
                <a:avLst/>
                <a:gdLst>
                  <a:gd name="T0" fmla="*/ 15 w 52"/>
                  <a:gd name="T1" fmla="*/ 68 h 169"/>
                  <a:gd name="T2" fmla="*/ 8 w 52"/>
                  <a:gd name="T3" fmla="*/ 30 h 169"/>
                  <a:gd name="T4" fmla="*/ 15 w 52"/>
                  <a:gd name="T5" fmla="*/ 0 h 169"/>
                  <a:gd name="T6" fmla="*/ 18 w 52"/>
                  <a:gd name="T7" fmla="*/ 36 h 169"/>
                  <a:gd name="T8" fmla="*/ 16 w 52"/>
                  <a:gd name="T9" fmla="*/ 68 h 1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69">
                    <a:moveTo>
                      <a:pt x="39" y="169"/>
                    </a:moveTo>
                    <a:cubicBezTo>
                      <a:pt x="16" y="134"/>
                      <a:pt x="19" y="111"/>
                      <a:pt x="20" y="73"/>
                    </a:cubicBezTo>
                    <a:cubicBezTo>
                      <a:pt x="20" y="48"/>
                      <a:pt x="0" y="6"/>
                      <a:pt x="38" y="0"/>
                    </a:cubicBezTo>
                    <a:cubicBezTo>
                      <a:pt x="51" y="26"/>
                      <a:pt x="40" y="62"/>
                      <a:pt x="45" y="89"/>
                    </a:cubicBezTo>
                    <a:cubicBezTo>
                      <a:pt x="52" y="122"/>
                      <a:pt x="49" y="137"/>
                      <a:pt x="41" y="169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96" name="Freeform 812">
                <a:extLst>
                  <a:ext uri="{FF2B5EF4-FFF2-40B4-BE49-F238E27FC236}">
                    <a16:creationId xmlns:a16="http://schemas.microsoft.com/office/drawing/2014/main" id="{36E456DB-99EC-45C9-9B36-3D9AEB170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" y="946"/>
                <a:ext cx="94" cy="74"/>
              </a:xfrm>
              <a:custGeom>
                <a:avLst/>
                <a:gdLst>
                  <a:gd name="T0" fmla="*/ 52 w 127"/>
                  <a:gd name="T1" fmla="*/ 30 h 100"/>
                  <a:gd name="T2" fmla="*/ 38 w 127"/>
                  <a:gd name="T3" fmla="*/ 0 h 100"/>
                  <a:gd name="T4" fmla="*/ 27 w 127"/>
                  <a:gd name="T5" fmla="*/ 13 h 100"/>
                  <a:gd name="T6" fmla="*/ 18 w 127"/>
                  <a:gd name="T7" fmla="*/ 1 h 100"/>
                  <a:gd name="T8" fmla="*/ 17 w 127"/>
                  <a:gd name="T9" fmla="*/ 22 h 100"/>
                  <a:gd name="T10" fmla="*/ 5 w 127"/>
                  <a:gd name="T11" fmla="*/ 12 h 100"/>
                  <a:gd name="T12" fmla="*/ 5 w 127"/>
                  <a:gd name="T13" fmla="*/ 38 h 100"/>
                  <a:gd name="T14" fmla="*/ 28 w 127"/>
                  <a:gd name="T15" fmla="*/ 37 h 100"/>
                  <a:gd name="T16" fmla="*/ 50 w 127"/>
                  <a:gd name="T17" fmla="*/ 30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100">
                    <a:moveTo>
                      <a:pt x="127" y="73"/>
                    </a:moveTo>
                    <a:cubicBezTo>
                      <a:pt x="103" y="68"/>
                      <a:pt x="81" y="22"/>
                      <a:pt x="93" y="0"/>
                    </a:cubicBezTo>
                    <a:cubicBezTo>
                      <a:pt x="90" y="7"/>
                      <a:pt x="76" y="32"/>
                      <a:pt x="68" y="33"/>
                    </a:cubicBezTo>
                    <a:cubicBezTo>
                      <a:pt x="54" y="33"/>
                      <a:pt x="51" y="11"/>
                      <a:pt x="45" y="3"/>
                    </a:cubicBezTo>
                    <a:cubicBezTo>
                      <a:pt x="42" y="23"/>
                      <a:pt x="37" y="34"/>
                      <a:pt x="42" y="54"/>
                    </a:cubicBezTo>
                    <a:cubicBezTo>
                      <a:pt x="32" y="47"/>
                      <a:pt x="24" y="36"/>
                      <a:pt x="14" y="29"/>
                    </a:cubicBezTo>
                    <a:cubicBezTo>
                      <a:pt x="4" y="52"/>
                      <a:pt x="0" y="71"/>
                      <a:pt x="14" y="94"/>
                    </a:cubicBezTo>
                    <a:cubicBezTo>
                      <a:pt x="32" y="100"/>
                      <a:pt x="52" y="96"/>
                      <a:pt x="70" y="91"/>
                    </a:cubicBezTo>
                    <a:cubicBezTo>
                      <a:pt x="85" y="88"/>
                      <a:pt x="114" y="87"/>
                      <a:pt x="122" y="76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97" name="Freeform 813">
                <a:extLst>
                  <a:ext uri="{FF2B5EF4-FFF2-40B4-BE49-F238E27FC236}">
                    <a16:creationId xmlns:a16="http://schemas.microsoft.com/office/drawing/2014/main" id="{BECBB010-A191-4D31-8FFD-7F0CE5B59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870"/>
                <a:ext cx="29" cy="78"/>
              </a:xfrm>
              <a:custGeom>
                <a:avLst/>
                <a:gdLst>
                  <a:gd name="T0" fmla="*/ 16 w 39"/>
                  <a:gd name="T1" fmla="*/ 0 h 106"/>
                  <a:gd name="T2" fmla="*/ 14 w 39"/>
                  <a:gd name="T3" fmla="*/ 22 h 106"/>
                  <a:gd name="T4" fmla="*/ 9 w 39"/>
                  <a:gd name="T5" fmla="*/ 42 h 106"/>
                  <a:gd name="T6" fmla="*/ 10 w 39"/>
                  <a:gd name="T7" fmla="*/ 27 h 106"/>
                  <a:gd name="T8" fmla="*/ 0 w 39"/>
                  <a:gd name="T9" fmla="*/ 39 h 106"/>
                  <a:gd name="T10" fmla="*/ 7 w 39"/>
                  <a:gd name="T11" fmla="*/ 17 h 106"/>
                  <a:gd name="T12" fmla="*/ 5 w 39"/>
                  <a:gd name="T13" fmla="*/ 10 h 106"/>
                  <a:gd name="T14" fmla="*/ 14 w 39"/>
                  <a:gd name="T15" fmla="*/ 1 h 106"/>
                  <a:gd name="T16" fmla="*/ 14 w 39"/>
                  <a:gd name="T17" fmla="*/ 3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06">
                    <a:moveTo>
                      <a:pt x="39" y="0"/>
                    </a:moveTo>
                    <a:cubicBezTo>
                      <a:pt x="32" y="5"/>
                      <a:pt x="34" y="41"/>
                      <a:pt x="35" y="56"/>
                    </a:cubicBezTo>
                    <a:cubicBezTo>
                      <a:pt x="35" y="78"/>
                      <a:pt x="33" y="87"/>
                      <a:pt x="21" y="106"/>
                    </a:cubicBezTo>
                    <a:cubicBezTo>
                      <a:pt x="15" y="95"/>
                      <a:pt x="22" y="80"/>
                      <a:pt x="23" y="68"/>
                    </a:cubicBezTo>
                    <a:cubicBezTo>
                      <a:pt x="10" y="72"/>
                      <a:pt x="11" y="90"/>
                      <a:pt x="0" y="98"/>
                    </a:cubicBezTo>
                    <a:cubicBezTo>
                      <a:pt x="0" y="80"/>
                      <a:pt x="14" y="61"/>
                      <a:pt x="16" y="42"/>
                    </a:cubicBezTo>
                    <a:cubicBezTo>
                      <a:pt x="17" y="36"/>
                      <a:pt x="9" y="35"/>
                      <a:pt x="12" y="26"/>
                    </a:cubicBezTo>
                    <a:cubicBezTo>
                      <a:pt x="14" y="17"/>
                      <a:pt x="26" y="6"/>
                      <a:pt x="33" y="2"/>
                    </a:cubicBezTo>
                    <a:cubicBezTo>
                      <a:pt x="37" y="3"/>
                      <a:pt x="33" y="4"/>
                      <a:pt x="35" y="7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98" name="Freeform 814">
                <a:extLst>
                  <a:ext uri="{FF2B5EF4-FFF2-40B4-BE49-F238E27FC236}">
                    <a16:creationId xmlns:a16="http://schemas.microsoft.com/office/drawing/2014/main" id="{4FB7000F-C712-4538-AA95-E65312E8C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" y="964"/>
                <a:ext cx="62" cy="100"/>
              </a:xfrm>
              <a:custGeom>
                <a:avLst/>
                <a:gdLst>
                  <a:gd name="T0" fmla="*/ 14 w 84"/>
                  <a:gd name="T1" fmla="*/ 5 h 136"/>
                  <a:gd name="T2" fmla="*/ 21 w 84"/>
                  <a:gd name="T3" fmla="*/ 35 h 136"/>
                  <a:gd name="T4" fmla="*/ 21 w 84"/>
                  <a:gd name="T5" fmla="*/ 54 h 136"/>
                  <a:gd name="T6" fmla="*/ 3 w 84"/>
                  <a:gd name="T7" fmla="*/ 36 h 136"/>
                  <a:gd name="T8" fmla="*/ 2 w 84"/>
                  <a:gd name="T9" fmla="*/ 21 h 136"/>
                  <a:gd name="T10" fmla="*/ 14 w 84"/>
                  <a:gd name="T11" fmla="*/ 0 h 1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136">
                    <a:moveTo>
                      <a:pt x="35" y="12"/>
                    </a:moveTo>
                    <a:cubicBezTo>
                      <a:pt x="31" y="46"/>
                      <a:pt x="25" y="63"/>
                      <a:pt x="53" y="89"/>
                    </a:cubicBezTo>
                    <a:cubicBezTo>
                      <a:pt x="74" y="107"/>
                      <a:pt x="84" y="118"/>
                      <a:pt x="53" y="136"/>
                    </a:cubicBezTo>
                    <a:cubicBezTo>
                      <a:pt x="39" y="124"/>
                      <a:pt x="16" y="106"/>
                      <a:pt x="7" y="91"/>
                    </a:cubicBezTo>
                    <a:cubicBezTo>
                      <a:pt x="0" y="79"/>
                      <a:pt x="1" y="66"/>
                      <a:pt x="6" y="54"/>
                    </a:cubicBezTo>
                    <a:cubicBezTo>
                      <a:pt x="13" y="38"/>
                      <a:pt x="24" y="13"/>
                      <a:pt x="35" y="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99" name="Freeform 815">
                <a:extLst>
                  <a:ext uri="{FF2B5EF4-FFF2-40B4-BE49-F238E27FC236}">
                    <a16:creationId xmlns:a16="http://schemas.microsoft.com/office/drawing/2014/main" id="{749CA778-C95C-4F15-BE87-076193E8F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774"/>
                <a:ext cx="163" cy="194"/>
              </a:xfrm>
              <a:custGeom>
                <a:avLst/>
                <a:gdLst>
                  <a:gd name="T0" fmla="*/ 42 w 221"/>
                  <a:gd name="T1" fmla="*/ 42 h 263"/>
                  <a:gd name="T2" fmla="*/ 19 w 221"/>
                  <a:gd name="T3" fmla="*/ 69 h 263"/>
                  <a:gd name="T4" fmla="*/ 41 w 221"/>
                  <a:gd name="T5" fmla="*/ 82 h 263"/>
                  <a:gd name="T6" fmla="*/ 42 w 221"/>
                  <a:gd name="T7" fmla="*/ 105 h 263"/>
                  <a:gd name="T8" fmla="*/ 64 w 221"/>
                  <a:gd name="T9" fmla="*/ 77 h 263"/>
                  <a:gd name="T10" fmla="*/ 89 w 221"/>
                  <a:gd name="T11" fmla="*/ 57 h 263"/>
                  <a:gd name="T12" fmla="*/ 69 w 221"/>
                  <a:gd name="T13" fmla="*/ 67 h 263"/>
                  <a:gd name="T14" fmla="*/ 57 w 221"/>
                  <a:gd name="T15" fmla="*/ 66 h 263"/>
                  <a:gd name="T16" fmla="*/ 53 w 221"/>
                  <a:gd name="T17" fmla="*/ 35 h 263"/>
                  <a:gd name="T18" fmla="*/ 32 w 221"/>
                  <a:gd name="T19" fmla="*/ 7 h 263"/>
                  <a:gd name="T20" fmla="*/ 0 w 221"/>
                  <a:gd name="T21" fmla="*/ 7 h 263"/>
                  <a:gd name="T22" fmla="*/ 20 w 221"/>
                  <a:gd name="T23" fmla="*/ 15 h 263"/>
                  <a:gd name="T24" fmla="*/ 38 w 221"/>
                  <a:gd name="T25" fmla="*/ 27 h 263"/>
                  <a:gd name="T26" fmla="*/ 41 w 221"/>
                  <a:gd name="T27" fmla="*/ 49 h 2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1" h="263">
                    <a:moveTo>
                      <a:pt x="105" y="104"/>
                    </a:moveTo>
                    <a:cubicBezTo>
                      <a:pt x="99" y="131"/>
                      <a:pt x="88" y="180"/>
                      <a:pt x="47" y="172"/>
                    </a:cubicBezTo>
                    <a:cubicBezTo>
                      <a:pt x="63" y="177"/>
                      <a:pt x="93" y="189"/>
                      <a:pt x="103" y="203"/>
                    </a:cubicBezTo>
                    <a:cubicBezTo>
                      <a:pt x="114" y="219"/>
                      <a:pt x="107" y="245"/>
                      <a:pt x="105" y="263"/>
                    </a:cubicBezTo>
                    <a:cubicBezTo>
                      <a:pt x="124" y="236"/>
                      <a:pt x="130" y="207"/>
                      <a:pt x="160" y="191"/>
                    </a:cubicBezTo>
                    <a:cubicBezTo>
                      <a:pt x="185" y="177"/>
                      <a:pt x="213" y="174"/>
                      <a:pt x="221" y="142"/>
                    </a:cubicBezTo>
                    <a:cubicBezTo>
                      <a:pt x="207" y="154"/>
                      <a:pt x="191" y="160"/>
                      <a:pt x="174" y="167"/>
                    </a:cubicBezTo>
                    <a:cubicBezTo>
                      <a:pt x="156" y="174"/>
                      <a:pt x="152" y="180"/>
                      <a:pt x="143" y="163"/>
                    </a:cubicBezTo>
                    <a:cubicBezTo>
                      <a:pt x="131" y="143"/>
                      <a:pt x="138" y="109"/>
                      <a:pt x="131" y="87"/>
                    </a:cubicBezTo>
                    <a:cubicBezTo>
                      <a:pt x="122" y="57"/>
                      <a:pt x="109" y="33"/>
                      <a:pt x="80" y="18"/>
                    </a:cubicBezTo>
                    <a:cubicBezTo>
                      <a:pt x="60" y="9"/>
                      <a:pt x="17" y="0"/>
                      <a:pt x="0" y="16"/>
                    </a:cubicBezTo>
                    <a:cubicBezTo>
                      <a:pt x="16" y="25"/>
                      <a:pt x="33" y="29"/>
                      <a:pt x="49" y="36"/>
                    </a:cubicBezTo>
                    <a:cubicBezTo>
                      <a:pt x="66" y="44"/>
                      <a:pt x="78" y="59"/>
                      <a:pt x="93" y="67"/>
                    </a:cubicBezTo>
                    <a:cubicBezTo>
                      <a:pt x="102" y="84"/>
                      <a:pt x="101" y="102"/>
                      <a:pt x="101" y="123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00" name="Freeform 816">
                <a:extLst>
                  <a:ext uri="{FF2B5EF4-FFF2-40B4-BE49-F238E27FC236}">
                    <a16:creationId xmlns:a16="http://schemas.microsoft.com/office/drawing/2014/main" id="{DCD9111B-599C-47D5-A54F-7D1967294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735"/>
                <a:ext cx="88" cy="45"/>
              </a:xfrm>
              <a:custGeom>
                <a:avLst/>
                <a:gdLst>
                  <a:gd name="T0" fmla="*/ 40 w 120"/>
                  <a:gd name="T1" fmla="*/ 5 h 62"/>
                  <a:gd name="T2" fmla="*/ 41 w 120"/>
                  <a:gd name="T3" fmla="*/ 5 h 62"/>
                  <a:gd name="T4" fmla="*/ 48 w 120"/>
                  <a:gd name="T5" fmla="*/ 22 h 62"/>
                  <a:gd name="T6" fmla="*/ 36 w 120"/>
                  <a:gd name="T7" fmla="*/ 23 h 62"/>
                  <a:gd name="T8" fmla="*/ 25 w 120"/>
                  <a:gd name="T9" fmla="*/ 17 h 62"/>
                  <a:gd name="T10" fmla="*/ 0 w 120"/>
                  <a:gd name="T11" fmla="*/ 7 h 62"/>
                  <a:gd name="T12" fmla="*/ 27 w 120"/>
                  <a:gd name="T13" fmla="*/ 15 h 62"/>
                  <a:gd name="T14" fmla="*/ 44 w 120"/>
                  <a:gd name="T15" fmla="*/ 3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0" h="62">
                    <a:moveTo>
                      <a:pt x="101" y="12"/>
                    </a:moveTo>
                    <a:cubicBezTo>
                      <a:pt x="103" y="11"/>
                      <a:pt x="105" y="12"/>
                      <a:pt x="105" y="14"/>
                    </a:cubicBezTo>
                    <a:cubicBezTo>
                      <a:pt x="92" y="34"/>
                      <a:pt x="102" y="48"/>
                      <a:pt x="120" y="58"/>
                    </a:cubicBezTo>
                    <a:cubicBezTo>
                      <a:pt x="109" y="58"/>
                      <a:pt x="102" y="62"/>
                      <a:pt x="91" y="60"/>
                    </a:cubicBezTo>
                    <a:cubicBezTo>
                      <a:pt x="82" y="58"/>
                      <a:pt x="73" y="46"/>
                      <a:pt x="63" y="43"/>
                    </a:cubicBezTo>
                    <a:cubicBezTo>
                      <a:pt x="38" y="36"/>
                      <a:pt x="19" y="40"/>
                      <a:pt x="0" y="19"/>
                    </a:cubicBezTo>
                    <a:cubicBezTo>
                      <a:pt x="19" y="23"/>
                      <a:pt x="47" y="47"/>
                      <a:pt x="68" y="40"/>
                    </a:cubicBezTo>
                    <a:cubicBezTo>
                      <a:pt x="86" y="35"/>
                      <a:pt x="89" y="0"/>
                      <a:pt x="112" y="7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01" name="Freeform 817">
                <a:extLst>
                  <a:ext uri="{FF2B5EF4-FFF2-40B4-BE49-F238E27FC236}">
                    <a16:creationId xmlns:a16="http://schemas.microsoft.com/office/drawing/2014/main" id="{E5C5C819-F9D2-44FE-B0C7-F32A1754C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723"/>
                <a:ext cx="90" cy="81"/>
              </a:xfrm>
              <a:custGeom>
                <a:avLst/>
                <a:gdLst>
                  <a:gd name="T0" fmla="*/ 8 w 122"/>
                  <a:gd name="T1" fmla="*/ 3 h 110"/>
                  <a:gd name="T2" fmla="*/ 24 w 122"/>
                  <a:gd name="T3" fmla="*/ 4 h 110"/>
                  <a:gd name="T4" fmla="*/ 30 w 122"/>
                  <a:gd name="T5" fmla="*/ 28 h 110"/>
                  <a:gd name="T6" fmla="*/ 49 w 122"/>
                  <a:gd name="T7" fmla="*/ 44 h 110"/>
                  <a:gd name="T8" fmla="*/ 28 w 122"/>
                  <a:gd name="T9" fmla="*/ 43 h 110"/>
                  <a:gd name="T10" fmla="*/ 20 w 122"/>
                  <a:gd name="T11" fmla="*/ 20 h 110"/>
                  <a:gd name="T12" fmla="*/ 7 w 122"/>
                  <a:gd name="T13" fmla="*/ 0 h 1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110">
                    <a:moveTo>
                      <a:pt x="21" y="7"/>
                    </a:moveTo>
                    <a:cubicBezTo>
                      <a:pt x="22" y="39"/>
                      <a:pt x="48" y="17"/>
                      <a:pt x="60" y="9"/>
                    </a:cubicBezTo>
                    <a:cubicBezTo>
                      <a:pt x="58" y="30"/>
                      <a:pt x="59" y="55"/>
                      <a:pt x="75" y="70"/>
                    </a:cubicBezTo>
                    <a:cubicBezTo>
                      <a:pt x="91" y="85"/>
                      <a:pt x="109" y="91"/>
                      <a:pt x="122" y="110"/>
                    </a:cubicBezTo>
                    <a:cubicBezTo>
                      <a:pt x="105" y="102"/>
                      <a:pt x="87" y="98"/>
                      <a:pt x="70" y="107"/>
                    </a:cubicBezTo>
                    <a:cubicBezTo>
                      <a:pt x="77" y="89"/>
                      <a:pt x="64" y="60"/>
                      <a:pt x="49" y="49"/>
                    </a:cubicBezTo>
                    <a:cubicBezTo>
                      <a:pt x="25" y="29"/>
                      <a:pt x="0" y="37"/>
                      <a:pt x="16" y="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02" name="Freeform 818">
                <a:extLst>
                  <a:ext uri="{FF2B5EF4-FFF2-40B4-BE49-F238E27FC236}">
                    <a16:creationId xmlns:a16="http://schemas.microsoft.com/office/drawing/2014/main" id="{C9F7A4A1-859A-45BE-93A6-92F89E48D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746"/>
                <a:ext cx="248" cy="344"/>
              </a:xfrm>
              <a:custGeom>
                <a:avLst/>
                <a:gdLst>
                  <a:gd name="T0" fmla="*/ 43 w 337"/>
                  <a:gd name="T1" fmla="*/ 34 h 467"/>
                  <a:gd name="T2" fmla="*/ 73 w 337"/>
                  <a:gd name="T3" fmla="*/ 63 h 467"/>
                  <a:gd name="T4" fmla="*/ 78 w 337"/>
                  <a:gd name="T5" fmla="*/ 72 h 467"/>
                  <a:gd name="T6" fmla="*/ 86 w 337"/>
                  <a:gd name="T7" fmla="*/ 77 h 467"/>
                  <a:gd name="T8" fmla="*/ 89 w 337"/>
                  <a:gd name="T9" fmla="*/ 96 h 467"/>
                  <a:gd name="T10" fmla="*/ 87 w 337"/>
                  <a:gd name="T11" fmla="*/ 121 h 467"/>
                  <a:gd name="T12" fmla="*/ 98 w 337"/>
                  <a:gd name="T13" fmla="*/ 141 h 467"/>
                  <a:gd name="T14" fmla="*/ 114 w 337"/>
                  <a:gd name="T15" fmla="*/ 174 h 467"/>
                  <a:gd name="T16" fmla="*/ 127 w 337"/>
                  <a:gd name="T17" fmla="*/ 174 h 467"/>
                  <a:gd name="T18" fmla="*/ 101 w 337"/>
                  <a:gd name="T19" fmla="*/ 183 h 467"/>
                  <a:gd name="T20" fmla="*/ 85 w 337"/>
                  <a:gd name="T21" fmla="*/ 164 h 467"/>
                  <a:gd name="T22" fmla="*/ 65 w 337"/>
                  <a:gd name="T23" fmla="*/ 166 h 467"/>
                  <a:gd name="T24" fmla="*/ 46 w 337"/>
                  <a:gd name="T25" fmla="*/ 150 h 467"/>
                  <a:gd name="T26" fmla="*/ 25 w 337"/>
                  <a:gd name="T27" fmla="*/ 139 h 467"/>
                  <a:gd name="T28" fmla="*/ 1 w 337"/>
                  <a:gd name="T29" fmla="*/ 145 h 467"/>
                  <a:gd name="T30" fmla="*/ 13 w 337"/>
                  <a:gd name="T31" fmla="*/ 106 h 467"/>
                  <a:gd name="T32" fmla="*/ 18 w 337"/>
                  <a:gd name="T33" fmla="*/ 129 h 467"/>
                  <a:gd name="T34" fmla="*/ 43 w 337"/>
                  <a:gd name="T35" fmla="*/ 122 h 467"/>
                  <a:gd name="T36" fmla="*/ 39 w 337"/>
                  <a:gd name="T37" fmla="*/ 137 h 467"/>
                  <a:gd name="T38" fmla="*/ 85 w 337"/>
                  <a:gd name="T39" fmla="*/ 152 h 467"/>
                  <a:gd name="T40" fmla="*/ 77 w 337"/>
                  <a:gd name="T41" fmla="*/ 120 h 467"/>
                  <a:gd name="T42" fmla="*/ 79 w 337"/>
                  <a:gd name="T43" fmla="*/ 83 h 467"/>
                  <a:gd name="T44" fmla="*/ 57 w 337"/>
                  <a:gd name="T45" fmla="*/ 57 h 467"/>
                  <a:gd name="T46" fmla="*/ 34 w 337"/>
                  <a:gd name="T47" fmla="*/ 63 h 467"/>
                  <a:gd name="T48" fmla="*/ 35 w 337"/>
                  <a:gd name="T49" fmla="*/ 26 h 467"/>
                  <a:gd name="T50" fmla="*/ 6 w 337"/>
                  <a:gd name="T51" fmla="*/ 0 h 467"/>
                  <a:gd name="T52" fmla="*/ 29 w 337"/>
                  <a:gd name="T53" fmla="*/ 13 h 467"/>
                  <a:gd name="T54" fmla="*/ 49 w 337"/>
                  <a:gd name="T55" fmla="*/ 13 h 467"/>
                  <a:gd name="T56" fmla="*/ 42 w 337"/>
                  <a:gd name="T57" fmla="*/ 38 h 4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37" h="467">
                    <a:moveTo>
                      <a:pt x="107" y="86"/>
                    </a:moveTo>
                    <a:cubicBezTo>
                      <a:pt x="101" y="118"/>
                      <a:pt x="166" y="135"/>
                      <a:pt x="183" y="159"/>
                    </a:cubicBezTo>
                    <a:cubicBezTo>
                      <a:pt x="188" y="165"/>
                      <a:pt x="191" y="176"/>
                      <a:pt x="196" y="181"/>
                    </a:cubicBezTo>
                    <a:cubicBezTo>
                      <a:pt x="202" y="187"/>
                      <a:pt x="210" y="186"/>
                      <a:pt x="216" y="192"/>
                    </a:cubicBezTo>
                    <a:cubicBezTo>
                      <a:pt x="229" y="205"/>
                      <a:pt x="225" y="222"/>
                      <a:pt x="223" y="242"/>
                    </a:cubicBezTo>
                    <a:cubicBezTo>
                      <a:pt x="220" y="261"/>
                      <a:pt x="215" y="282"/>
                      <a:pt x="218" y="303"/>
                    </a:cubicBezTo>
                    <a:cubicBezTo>
                      <a:pt x="221" y="326"/>
                      <a:pt x="241" y="335"/>
                      <a:pt x="246" y="355"/>
                    </a:cubicBezTo>
                    <a:cubicBezTo>
                      <a:pt x="257" y="393"/>
                      <a:pt x="227" y="431"/>
                      <a:pt x="286" y="435"/>
                    </a:cubicBezTo>
                    <a:cubicBezTo>
                      <a:pt x="297" y="435"/>
                      <a:pt x="308" y="434"/>
                      <a:pt x="319" y="435"/>
                    </a:cubicBezTo>
                    <a:cubicBezTo>
                      <a:pt x="337" y="467"/>
                      <a:pt x="267" y="457"/>
                      <a:pt x="253" y="456"/>
                    </a:cubicBezTo>
                    <a:cubicBezTo>
                      <a:pt x="219" y="454"/>
                      <a:pt x="236" y="441"/>
                      <a:pt x="213" y="409"/>
                    </a:cubicBezTo>
                    <a:cubicBezTo>
                      <a:pt x="200" y="410"/>
                      <a:pt x="174" y="420"/>
                      <a:pt x="162" y="415"/>
                    </a:cubicBezTo>
                    <a:cubicBezTo>
                      <a:pt x="146" y="410"/>
                      <a:pt x="131" y="385"/>
                      <a:pt x="117" y="375"/>
                    </a:cubicBezTo>
                    <a:cubicBezTo>
                      <a:pt x="103" y="365"/>
                      <a:pt x="80" y="348"/>
                      <a:pt x="63" y="348"/>
                    </a:cubicBezTo>
                    <a:cubicBezTo>
                      <a:pt x="44" y="348"/>
                      <a:pt x="24" y="365"/>
                      <a:pt x="4" y="364"/>
                    </a:cubicBezTo>
                    <a:cubicBezTo>
                      <a:pt x="0" y="339"/>
                      <a:pt x="10" y="276"/>
                      <a:pt x="34" y="265"/>
                    </a:cubicBezTo>
                    <a:cubicBezTo>
                      <a:pt x="45" y="284"/>
                      <a:pt x="14" y="307"/>
                      <a:pt x="46" y="322"/>
                    </a:cubicBezTo>
                    <a:cubicBezTo>
                      <a:pt x="67" y="332"/>
                      <a:pt x="89" y="316"/>
                      <a:pt x="107" y="305"/>
                    </a:cubicBezTo>
                    <a:cubicBezTo>
                      <a:pt x="100" y="316"/>
                      <a:pt x="96" y="329"/>
                      <a:pt x="98" y="342"/>
                    </a:cubicBezTo>
                    <a:cubicBezTo>
                      <a:pt x="129" y="366"/>
                      <a:pt x="171" y="395"/>
                      <a:pt x="213" y="380"/>
                    </a:cubicBezTo>
                    <a:cubicBezTo>
                      <a:pt x="223" y="355"/>
                      <a:pt x="197" y="326"/>
                      <a:pt x="194" y="300"/>
                    </a:cubicBezTo>
                    <a:cubicBezTo>
                      <a:pt x="191" y="269"/>
                      <a:pt x="200" y="240"/>
                      <a:pt x="197" y="209"/>
                    </a:cubicBezTo>
                    <a:cubicBezTo>
                      <a:pt x="193" y="173"/>
                      <a:pt x="170" y="159"/>
                      <a:pt x="142" y="143"/>
                    </a:cubicBezTo>
                    <a:cubicBezTo>
                      <a:pt x="112" y="127"/>
                      <a:pt x="102" y="128"/>
                      <a:pt x="86" y="157"/>
                    </a:cubicBezTo>
                    <a:cubicBezTo>
                      <a:pt x="100" y="131"/>
                      <a:pt x="97" y="92"/>
                      <a:pt x="88" y="65"/>
                    </a:cubicBezTo>
                    <a:cubicBezTo>
                      <a:pt x="79" y="37"/>
                      <a:pt x="38" y="21"/>
                      <a:pt x="15" y="0"/>
                    </a:cubicBezTo>
                    <a:cubicBezTo>
                      <a:pt x="32" y="18"/>
                      <a:pt x="54" y="21"/>
                      <a:pt x="74" y="31"/>
                    </a:cubicBezTo>
                    <a:cubicBezTo>
                      <a:pt x="102" y="43"/>
                      <a:pt x="99" y="57"/>
                      <a:pt x="124" y="33"/>
                    </a:cubicBezTo>
                    <a:cubicBezTo>
                      <a:pt x="124" y="56"/>
                      <a:pt x="101" y="72"/>
                      <a:pt x="105" y="96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03" name="Freeform 819">
                <a:extLst>
                  <a:ext uri="{FF2B5EF4-FFF2-40B4-BE49-F238E27FC236}">
                    <a16:creationId xmlns:a16="http://schemas.microsoft.com/office/drawing/2014/main" id="{F5DD65DA-3CC6-4F78-A8D4-95EEDE753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816"/>
                <a:ext cx="31" cy="33"/>
              </a:xfrm>
              <a:custGeom>
                <a:avLst/>
                <a:gdLst>
                  <a:gd name="T0" fmla="*/ 17 w 42"/>
                  <a:gd name="T1" fmla="*/ 2 h 44"/>
                  <a:gd name="T2" fmla="*/ 1 w 42"/>
                  <a:gd name="T3" fmla="*/ 0 h 44"/>
                  <a:gd name="T4" fmla="*/ 1 w 42"/>
                  <a:gd name="T5" fmla="*/ 19 h 44"/>
                  <a:gd name="T6" fmla="*/ 14 w 42"/>
                  <a:gd name="T7" fmla="*/ 16 h 44"/>
                  <a:gd name="T8" fmla="*/ 16 w 42"/>
                  <a:gd name="T9" fmla="*/ 2 h 44"/>
                  <a:gd name="T10" fmla="*/ 17 w 42"/>
                  <a:gd name="T11" fmla="*/ 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44">
                    <a:moveTo>
                      <a:pt x="42" y="4"/>
                    </a:moveTo>
                    <a:cubicBezTo>
                      <a:pt x="31" y="15"/>
                      <a:pt x="13" y="7"/>
                      <a:pt x="2" y="0"/>
                    </a:cubicBezTo>
                    <a:cubicBezTo>
                      <a:pt x="8" y="14"/>
                      <a:pt x="0" y="29"/>
                      <a:pt x="1" y="44"/>
                    </a:cubicBezTo>
                    <a:cubicBezTo>
                      <a:pt x="5" y="28"/>
                      <a:pt x="28" y="25"/>
                      <a:pt x="35" y="37"/>
                    </a:cubicBezTo>
                    <a:cubicBezTo>
                      <a:pt x="30" y="17"/>
                      <a:pt x="26" y="17"/>
                      <a:pt x="41" y="5"/>
                    </a:cubicBezTo>
                    <a:lnTo>
                      <a:pt x="42" y="4"/>
                    </a:lnTo>
                    <a:close/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04" name="Freeform 820">
                <a:extLst>
                  <a:ext uri="{FF2B5EF4-FFF2-40B4-BE49-F238E27FC236}">
                    <a16:creationId xmlns:a16="http://schemas.microsoft.com/office/drawing/2014/main" id="{E2318361-B273-4D17-A77C-6077D848E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761"/>
                <a:ext cx="94" cy="39"/>
              </a:xfrm>
              <a:custGeom>
                <a:avLst/>
                <a:gdLst>
                  <a:gd name="T0" fmla="*/ 52 w 127"/>
                  <a:gd name="T1" fmla="*/ 15 h 53"/>
                  <a:gd name="T2" fmla="*/ 30 w 127"/>
                  <a:gd name="T3" fmla="*/ 13 h 53"/>
                  <a:gd name="T4" fmla="*/ 7 w 127"/>
                  <a:gd name="T5" fmla="*/ 15 h 53"/>
                  <a:gd name="T6" fmla="*/ 7 w 127"/>
                  <a:gd name="T7" fmla="*/ 21 h 53"/>
                  <a:gd name="T8" fmla="*/ 0 w 127"/>
                  <a:gd name="T9" fmla="*/ 17 h 53"/>
                  <a:gd name="T10" fmla="*/ 30 w 127"/>
                  <a:gd name="T11" fmla="*/ 0 h 53"/>
                  <a:gd name="T12" fmla="*/ 52 w 127"/>
                  <a:gd name="T13" fmla="*/ 15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53">
                    <a:moveTo>
                      <a:pt x="127" y="37"/>
                    </a:moveTo>
                    <a:cubicBezTo>
                      <a:pt x="113" y="42"/>
                      <a:pt x="90" y="32"/>
                      <a:pt x="73" y="32"/>
                    </a:cubicBezTo>
                    <a:cubicBezTo>
                      <a:pt x="57" y="32"/>
                      <a:pt x="36" y="35"/>
                      <a:pt x="19" y="40"/>
                    </a:cubicBezTo>
                    <a:cubicBezTo>
                      <a:pt x="20" y="45"/>
                      <a:pt x="16" y="49"/>
                      <a:pt x="16" y="53"/>
                    </a:cubicBezTo>
                    <a:cubicBezTo>
                      <a:pt x="10" y="51"/>
                      <a:pt x="4" y="48"/>
                      <a:pt x="0" y="42"/>
                    </a:cubicBezTo>
                    <a:cubicBezTo>
                      <a:pt x="33" y="33"/>
                      <a:pt x="55" y="24"/>
                      <a:pt x="75" y="0"/>
                    </a:cubicBezTo>
                    <a:cubicBezTo>
                      <a:pt x="70" y="23"/>
                      <a:pt x="110" y="33"/>
                      <a:pt x="127" y="37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05" name="Freeform 821">
                <a:extLst>
                  <a:ext uri="{FF2B5EF4-FFF2-40B4-BE49-F238E27FC236}">
                    <a16:creationId xmlns:a16="http://schemas.microsoft.com/office/drawing/2014/main" id="{F12C2773-2EB1-4508-BFA1-41A2296A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880"/>
                <a:ext cx="29" cy="40"/>
              </a:xfrm>
              <a:custGeom>
                <a:avLst/>
                <a:gdLst>
                  <a:gd name="T0" fmla="*/ 11 w 40"/>
                  <a:gd name="T1" fmla="*/ 0 h 54"/>
                  <a:gd name="T2" fmla="*/ 8 w 40"/>
                  <a:gd name="T3" fmla="*/ 18 h 54"/>
                  <a:gd name="T4" fmla="*/ 13 w 40"/>
                  <a:gd name="T5" fmla="*/ 3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54">
                    <a:moveTo>
                      <a:pt x="27" y="0"/>
                    </a:moveTo>
                    <a:cubicBezTo>
                      <a:pt x="26" y="18"/>
                      <a:pt x="0" y="34"/>
                      <a:pt x="20" y="45"/>
                    </a:cubicBezTo>
                    <a:cubicBezTo>
                      <a:pt x="40" y="54"/>
                      <a:pt x="35" y="23"/>
                      <a:pt x="35" y="7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06" name="Freeform 822">
                <a:extLst>
                  <a:ext uri="{FF2B5EF4-FFF2-40B4-BE49-F238E27FC236}">
                    <a16:creationId xmlns:a16="http://schemas.microsoft.com/office/drawing/2014/main" id="{58EB5C3B-28EE-4215-B7FB-B47A12BF9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798"/>
                <a:ext cx="63" cy="30"/>
              </a:xfrm>
              <a:custGeom>
                <a:avLst/>
                <a:gdLst>
                  <a:gd name="T0" fmla="*/ 35 w 85"/>
                  <a:gd name="T1" fmla="*/ 16 h 41"/>
                  <a:gd name="T2" fmla="*/ 0 w 85"/>
                  <a:gd name="T3" fmla="*/ 11 h 41"/>
                  <a:gd name="T4" fmla="*/ 30 w 85"/>
                  <a:gd name="T5" fmla="*/ 13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41">
                    <a:moveTo>
                      <a:pt x="85" y="41"/>
                    </a:moveTo>
                    <a:cubicBezTo>
                      <a:pt x="62" y="23"/>
                      <a:pt x="26" y="37"/>
                      <a:pt x="0" y="29"/>
                    </a:cubicBezTo>
                    <a:cubicBezTo>
                      <a:pt x="16" y="0"/>
                      <a:pt x="52" y="33"/>
                      <a:pt x="73" y="34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07" name="Freeform 823">
                <a:extLst>
                  <a:ext uri="{FF2B5EF4-FFF2-40B4-BE49-F238E27FC236}">
                    <a16:creationId xmlns:a16="http://schemas.microsoft.com/office/drawing/2014/main" id="{A41B5DE6-12F5-44B3-B641-6355C3580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1124"/>
                <a:ext cx="73" cy="44"/>
              </a:xfrm>
              <a:custGeom>
                <a:avLst/>
                <a:gdLst>
                  <a:gd name="T0" fmla="*/ 24 w 99"/>
                  <a:gd name="T1" fmla="*/ 19 h 60"/>
                  <a:gd name="T2" fmla="*/ 0 w 99"/>
                  <a:gd name="T3" fmla="*/ 5 h 60"/>
                  <a:gd name="T4" fmla="*/ 36 w 99"/>
                  <a:gd name="T5" fmla="*/ 0 h 60"/>
                  <a:gd name="T6" fmla="*/ 26 w 99"/>
                  <a:gd name="T7" fmla="*/ 17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60">
                    <a:moveTo>
                      <a:pt x="59" y="49"/>
                    </a:moveTo>
                    <a:cubicBezTo>
                      <a:pt x="45" y="60"/>
                      <a:pt x="14" y="22"/>
                      <a:pt x="0" y="13"/>
                    </a:cubicBezTo>
                    <a:cubicBezTo>
                      <a:pt x="32" y="18"/>
                      <a:pt x="60" y="4"/>
                      <a:pt x="89" y="0"/>
                    </a:cubicBezTo>
                    <a:cubicBezTo>
                      <a:pt x="99" y="17"/>
                      <a:pt x="73" y="31"/>
                      <a:pt x="64" y="44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08" name="Freeform 824">
                <a:extLst>
                  <a:ext uri="{FF2B5EF4-FFF2-40B4-BE49-F238E27FC236}">
                    <a16:creationId xmlns:a16="http://schemas.microsoft.com/office/drawing/2014/main" id="{B24F3383-00E2-41D2-911A-F5F030CC5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069"/>
                <a:ext cx="57" cy="48"/>
              </a:xfrm>
              <a:custGeom>
                <a:avLst/>
                <a:gdLst>
                  <a:gd name="T0" fmla="*/ 31 w 78"/>
                  <a:gd name="T1" fmla="*/ 0 h 65"/>
                  <a:gd name="T2" fmla="*/ 7 w 78"/>
                  <a:gd name="T3" fmla="*/ 10 h 65"/>
                  <a:gd name="T4" fmla="*/ 1 w 78"/>
                  <a:gd name="T5" fmla="*/ 15 h 65"/>
                  <a:gd name="T6" fmla="*/ 1 w 78"/>
                  <a:gd name="T7" fmla="*/ 24 h 65"/>
                  <a:gd name="T8" fmla="*/ 19 w 78"/>
                  <a:gd name="T9" fmla="*/ 20 h 65"/>
                  <a:gd name="T10" fmla="*/ 29 w 78"/>
                  <a:gd name="T11" fmla="*/ 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65">
                    <a:moveTo>
                      <a:pt x="78" y="0"/>
                    </a:moveTo>
                    <a:cubicBezTo>
                      <a:pt x="62" y="21"/>
                      <a:pt x="41" y="18"/>
                      <a:pt x="19" y="26"/>
                    </a:cubicBezTo>
                    <a:cubicBezTo>
                      <a:pt x="7" y="31"/>
                      <a:pt x="9" y="23"/>
                      <a:pt x="3" y="36"/>
                    </a:cubicBezTo>
                    <a:cubicBezTo>
                      <a:pt x="1" y="40"/>
                      <a:pt x="0" y="56"/>
                      <a:pt x="3" y="59"/>
                    </a:cubicBezTo>
                    <a:cubicBezTo>
                      <a:pt x="11" y="65"/>
                      <a:pt x="42" y="52"/>
                      <a:pt x="49" y="49"/>
                    </a:cubicBezTo>
                    <a:cubicBezTo>
                      <a:pt x="64" y="42"/>
                      <a:pt x="76" y="35"/>
                      <a:pt x="73" y="14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09" name="Freeform 825">
                <a:extLst>
                  <a:ext uri="{FF2B5EF4-FFF2-40B4-BE49-F238E27FC236}">
                    <a16:creationId xmlns:a16="http://schemas.microsoft.com/office/drawing/2014/main" id="{91CD7748-5F1A-408D-AC4E-932223AC1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200"/>
                <a:ext cx="20" cy="42"/>
              </a:xfrm>
              <a:custGeom>
                <a:avLst/>
                <a:gdLst>
                  <a:gd name="T0" fmla="*/ 9 w 28"/>
                  <a:gd name="T1" fmla="*/ 0 h 57"/>
                  <a:gd name="T2" fmla="*/ 6 w 28"/>
                  <a:gd name="T3" fmla="*/ 23 h 57"/>
                  <a:gd name="T4" fmla="*/ 10 w 28"/>
                  <a:gd name="T5" fmla="*/ 13 h 57"/>
                  <a:gd name="T6" fmla="*/ 4 w 28"/>
                  <a:gd name="T7" fmla="*/ 18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7">
                    <a:moveTo>
                      <a:pt x="25" y="0"/>
                    </a:moveTo>
                    <a:cubicBezTo>
                      <a:pt x="4" y="8"/>
                      <a:pt x="0" y="41"/>
                      <a:pt x="16" y="57"/>
                    </a:cubicBezTo>
                    <a:cubicBezTo>
                      <a:pt x="18" y="48"/>
                      <a:pt x="21" y="38"/>
                      <a:pt x="28" y="31"/>
                    </a:cubicBezTo>
                    <a:cubicBezTo>
                      <a:pt x="24" y="37"/>
                      <a:pt x="18" y="42"/>
                      <a:pt x="11" y="44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10" name="Freeform 826">
                <a:extLst>
                  <a:ext uri="{FF2B5EF4-FFF2-40B4-BE49-F238E27FC236}">
                    <a16:creationId xmlns:a16="http://schemas.microsoft.com/office/drawing/2014/main" id="{AF0FDA4C-7EC1-416C-879A-FD1685C85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1216"/>
                <a:ext cx="212" cy="105"/>
              </a:xfrm>
              <a:custGeom>
                <a:avLst/>
                <a:gdLst>
                  <a:gd name="T0" fmla="*/ 115 w 288"/>
                  <a:gd name="T1" fmla="*/ 35 h 143"/>
                  <a:gd name="T2" fmla="*/ 77 w 288"/>
                  <a:gd name="T3" fmla="*/ 43 h 143"/>
                  <a:gd name="T4" fmla="*/ 43 w 288"/>
                  <a:gd name="T5" fmla="*/ 35 h 143"/>
                  <a:gd name="T6" fmla="*/ 21 w 288"/>
                  <a:gd name="T7" fmla="*/ 23 h 143"/>
                  <a:gd name="T8" fmla="*/ 32 w 288"/>
                  <a:gd name="T9" fmla="*/ 0 h 143"/>
                  <a:gd name="T10" fmla="*/ 7 w 288"/>
                  <a:gd name="T11" fmla="*/ 27 h 143"/>
                  <a:gd name="T12" fmla="*/ 21 w 288"/>
                  <a:gd name="T13" fmla="*/ 35 h 143"/>
                  <a:gd name="T14" fmla="*/ 38 w 288"/>
                  <a:gd name="T15" fmla="*/ 46 h 143"/>
                  <a:gd name="T16" fmla="*/ 78 w 288"/>
                  <a:gd name="T17" fmla="*/ 56 h 143"/>
                  <a:gd name="T18" fmla="*/ 114 w 288"/>
                  <a:gd name="T19" fmla="*/ 40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8" h="143">
                    <a:moveTo>
                      <a:pt x="288" y="88"/>
                    </a:moveTo>
                    <a:cubicBezTo>
                      <a:pt x="260" y="104"/>
                      <a:pt x="223" y="105"/>
                      <a:pt x="191" y="107"/>
                    </a:cubicBezTo>
                    <a:cubicBezTo>
                      <a:pt x="155" y="110"/>
                      <a:pt x="138" y="99"/>
                      <a:pt x="107" y="87"/>
                    </a:cubicBezTo>
                    <a:cubicBezTo>
                      <a:pt x="90" y="80"/>
                      <a:pt x="52" y="84"/>
                      <a:pt x="51" y="58"/>
                    </a:cubicBezTo>
                    <a:cubicBezTo>
                      <a:pt x="50" y="44"/>
                      <a:pt x="73" y="13"/>
                      <a:pt x="79" y="0"/>
                    </a:cubicBezTo>
                    <a:cubicBezTo>
                      <a:pt x="62" y="17"/>
                      <a:pt x="0" y="37"/>
                      <a:pt x="16" y="69"/>
                    </a:cubicBezTo>
                    <a:cubicBezTo>
                      <a:pt x="22" y="81"/>
                      <a:pt x="42" y="83"/>
                      <a:pt x="53" y="88"/>
                    </a:cubicBezTo>
                    <a:cubicBezTo>
                      <a:pt x="71" y="95"/>
                      <a:pt x="80" y="103"/>
                      <a:pt x="95" y="114"/>
                    </a:cubicBezTo>
                    <a:cubicBezTo>
                      <a:pt x="118" y="131"/>
                      <a:pt x="166" y="143"/>
                      <a:pt x="196" y="142"/>
                    </a:cubicBezTo>
                    <a:cubicBezTo>
                      <a:pt x="223" y="142"/>
                      <a:pt x="277" y="131"/>
                      <a:pt x="286" y="10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11" name="Freeform 827">
                <a:extLst>
                  <a:ext uri="{FF2B5EF4-FFF2-40B4-BE49-F238E27FC236}">
                    <a16:creationId xmlns:a16="http://schemas.microsoft.com/office/drawing/2014/main" id="{174D8800-B694-4A66-83FF-9B4F56DC3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256"/>
                <a:ext cx="34" cy="23"/>
              </a:xfrm>
              <a:custGeom>
                <a:avLst/>
                <a:gdLst>
                  <a:gd name="T0" fmla="*/ 18 w 46"/>
                  <a:gd name="T1" fmla="*/ 1 h 31"/>
                  <a:gd name="T2" fmla="*/ 3 w 46"/>
                  <a:gd name="T3" fmla="*/ 13 h 31"/>
                  <a:gd name="T4" fmla="*/ 16 w 46"/>
                  <a:gd name="T5" fmla="*/ 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1">
                    <a:moveTo>
                      <a:pt x="46" y="3"/>
                    </a:moveTo>
                    <a:cubicBezTo>
                      <a:pt x="39" y="0"/>
                      <a:pt x="0" y="8"/>
                      <a:pt x="7" y="31"/>
                    </a:cubicBezTo>
                    <a:cubicBezTo>
                      <a:pt x="19" y="31"/>
                      <a:pt x="33" y="19"/>
                      <a:pt x="39" y="7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12" name="Freeform 828">
                <a:extLst>
                  <a:ext uri="{FF2B5EF4-FFF2-40B4-BE49-F238E27FC236}">
                    <a16:creationId xmlns:a16="http://schemas.microsoft.com/office/drawing/2014/main" id="{D336219F-159E-4A37-AF7B-76C17FC1E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" y="1107"/>
                <a:ext cx="184" cy="77"/>
              </a:xfrm>
              <a:custGeom>
                <a:avLst/>
                <a:gdLst>
                  <a:gd name="T0" fmla="*/ 0 w 250"/>
                  <a:gd name="T1" fmla="*/ 21 h 104"/>
                  <a:gd name="T2" fmla="*/ 21 w 250"/>
                  <a:gd name="T3" fmla="*/ 40 h 104"/>
                  <a:gd name="T4" fmla="*/ 46 w 250"/>
                  <a:gd name="T5" fmla="*/ 32 h 104"/>
                  <a:gd name="T6" fmla="*/ 73 w 250"/>
                  <a:gd name="T7" fmla="*/ 27 h 104"/>
                  <a:gd name="T8" fmla="*/ 99 w 250"/>
                  <a:gd name="T9" fmla="*/ 33 h 104"/>
                  <a:gd name="T10" fmla="*/ 78 w 250"/>
                  <a:gd name="T11" fmla="*/ 20 h 104"/>
                  <a:gd name="T12" fmla="*/ 81 w 250"/>
                  <a:gd name="T13" fmla="*/ 0 h 104"/>
                  <a:gd name="T14" fmla="*/ 67 w 250"/>
                  <a:gd name="T15" fmla="*/ 16 h 104"/>
                  <a:gd name="T16" fmla="*/ 52 w 250"/>
                  <a:gd name="T17" fmla="*/ 22 h 104"/>
                  <a:gd name="T18" fmla="*/ 34 w 250"/>
                  <a:gd name="T19" fmla="*/ 29 h 104"/>
                  <a:gd name="T20" fmla="*/ 36 w 250"/>
                  <a:gd name="T21" fmla="*/ 15 h 104"/>
                  <a:gd name="T22" fmla="*/ 14 w 250"/>
                  <a:gd name="T23" fmla="*/ 20 h 104"/>
                  <a:gd name="T24" fmla="*/ 3 w 250"/>
                  <a:gd name="T25" fmla="*/ 21 h 1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0" h="104">
                    <a:moveTo>
                      <a:pt x="0" y="52"/>
                    </a:moveTo>
                    <a:cubicBezTo>
                      <a:pt x="9" y="83"/>
                      <a:pt x="18" y="92"/>
                      <a:pt x="51" y="98"/>
                    </a:cubicBezTo>
                    <a:cubicBezTo>
                      <a:pt x="84" y="104"/>
                      <a:pt x="89" y="97"/>
                      <a:pt x="116" y="78"/>
                    </a:cubicBezTo>
                    <a:cubicBezTo>
                      <a:pt x="134" y="65"/>
                      <a:pt x="160" y="63"/>
                      <a:pt x="183" y="68"/>
                    </a:cubicBezTo>
                    <a:cubicBezTo>
                      <a:pt x="204" y="73"/>
                      <a:pt x="228" y="85"/>
                      <a:pt x="250" y="83"/>
                    </a:cubicBezTo>
                    <a:cubicBezTo>
                      <a:pt x="234" y="72"/>
                      <a:pt x="206" y="66"/>
                      <a:pt x="195" y="50"/>
                    </a:cubicBezTo>
                    <a:cubicBezTo>
                      <a:pt x="181" y="29"/>
                      <a:pt x="197" y="19"/>
                      <a:pt x="204" y="0"/>
                    </a:cubicBezTo>
                    <a:cubicBezTo>
                      <a:pt x="188" y="11"/>
                      <a:pt x="177" y="28"/>
                      <a:pt x="167" y="40"/>
                    </a:cubicBezTo>
                    <a:cubicBezTo>
                      <a:pt x="153" y="54"/>
                      <a:pt x="150" y="50"/>
                      <a:pt x="129" y="54"/>
                    </a:cubicBezTo>
                    <a:cubicBezTo>
                      <a:pt x="118" y="56"/>
                      <a:pt x="94" y="74"/>
                      <a:pt x="85" y="71"/>
                    </a:cubicBezTo>
                    <a:cubicBezTo>
                      <a:pt x="69" y="65"/>
                      <a:pt x="82" y="43"/>
                      <a:pt x="89" y="36"/>
                    </a:cubicBezTo>
                    <a:cubicBezTo>
                      <a:pt x="81" y="50"/>
                      <a:pt x="45" y="73"/>
                      <a:pt x="35" y="48"/>
                    </a:cubicBezTo>
                    <a:cubicBezTo>
                      <a:pt x="26" y="58"/>
                      <a:pt x="13" y="53"/>
                      <a:pt x="7" y="5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13" name="Freeform 829">
                <a:extLst>
                  <a:ext uri="{FF2B5EF4-FFF2-40B4-BE49-F238E27FC236}">
                    <a16:creationId xmlns:a16="http://schemas.microsoft.com/office/drawing/2014/main" id="{FFDDE697-8C16-4883-ACBD-F4B7BA054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1037"/>
                <a:ext cx="121" cy="115"/>
              </a:xfrm>
              <a:custGeom>
                <a:avLst/>
                <a:gdLst>
                  <a:gd name="T0" fmla="*/ 64 w 165"/>
                  <a:gd name="T1" fmla="*/ 1 h 157"/>
                  <a:gd name="T2" fmla="*/ 30 w 165"/>
                  <a:gd name="T3" fmla="*/ 22 h 157"/>
                  <a:gd name="T4" fmla="*/ 21 w 165"/>
                  <a:gd name="T5" fmla="*/ 36 h 157"/>
                  <a:gd name="T6" fmla="*/ 10 w 165"/>
                  <a:gd name="T7" fmla="*/ 45 h 157"/>
                  <a:gd name="T8" fmla="*/ 0 w 165"/>
                  <a:gd name="T9" fmla="*/ 49 h 157"/>
                  <a:gd name="T10" fmla="*/ 29 w 165"/>
                  <a:gd name="T11" fmla="*/ 37 h 157"/>
                  <a:gd name="T12" fmla="*/ 43 w 165"/>
                  <a:gd name="T13" fmla="*/ 22 h 157"/>
                  <a:gd name="T14" fmla="*/ 56 w 165"/>
                  <a:gd name="T15" fmla="*/ 36 h 157"/>
                  <a:gd name="T16" fmla="*/ 54 w 165"/>
                  <a:gd name="T17" fmla="*/ 17 h 157"/>
                  <a:gd name="T18" fmla="*/ 65 w 165"/>
                  <a:gd name="T19" fmla="*/ 0 h 1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" h="157">
                    <a:moveTo>
                      <a:pt x="162" y="4"/>
                    </a:moveTo>
                    <a:cubicBezTo>
                      <a:pt x="130" y="6"/>
                      <a:pt x="98" y="34"/>
                      <a:pt x="77" y="56"/>
                    </a:cubicBezTo>
                    <a:cubicBezTo>
                      <a:pt x="68" y="66"/>
                      <a:pt x="64" y="84"/>
                      <a:pt x="53" y="92"/>
                    </a:cubicBezTo>
                    <a:cubicBezTo>
                      <a:pt x="41" y="100"/>
                      <a:pt x="22" y="90"/>
                      <a:pt x="25" y="114"/>
                    </a:cubicBezTo>
                    <a:cubicBezTo>
                      <a:pt x="18" y="120"/>
                      <a:pt x="9" y="125"/>
                      <a:pt x="0" y="125"/>
                    </a:cubicBezTo>
                    <a:cubicBezTo>
                      <a:pt x="21" y="157"/>
                      <a:pt x="59" y="106"/>
                      <a:pt x="72" y="93"/>
                    </a:cubicBezTo>
                    <a:cubicBezTo>
                      <a:pt x="79" y="85"/>
                      <a:pt x="101" y="59"/>
                      <a:pt x="110" y="56"/>
                    </a:cubicBezTo>
                    <a:cubicBezTo>
                      <a:pt x="135" y="49"/>
                      <a:pt x="121" y="78"/>
                      <a:pt x="140" y="91"/>
                    </a:cubicBezTo>
                    <a:cubicBezTo>
                      <a:pt x="140" y="76"/>
                      <a:pt x="131" y="55"/>
                      <a:pt x="136" y="42"/>
                    </a:cubicBezTo>
                    <a:cubicBezTo>
                      <a:pt x="142" y="25"/>
                      <a:pt x="165" y="22"/>
                      <a:pt x="164" y="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14" name="Freeform 830">
                <a:extLst>
                  <a:ext uri="{FF2B5EF4-FFF2-40B4-BE49-F238E27FC236}">
                    <a16:creationId xmlns:a16="http://schemas.microsoft.com/office/drawing/2014/main" id="{2B606AC4-0846-4849-903B-B1D346B84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" y="1024"/>
                <a:ext cx="35" cy="92"/>
              </a:xfrm>
              <a:custGeom>
                <a:avLst/>
                <a:gdLst>
                  <a:gd name="T0" fmla="*/ 2 w 47"/>
                  <a:gd name="T1" fmla="*/ 10 h 124"/>
                  <a:gd name="T2" fmla="*/ 19 w 47"/>
                  <a:gd name="T3" fmla="*/ 50 h 124"/>
                  <a:gd name="T4" fmla="*/ 9 w 47"/>
                  <a:gd name="T5" fmla="*/ 24 h 124"/>
                  <a:gd name="T6" fmla="*/ 14 w 47"/>
                  <a:gd name="T7" fmla="*/ 0 h 124"/>
                  <a:gd name="T8" fmla="*/ 5 w 47"/>
                  <a:gd name="T9" fmla="*/ 13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24">
                    <a:moveTo>
                      <a:pt x="5" y="24"/>
                    </a:moveTo>
                    <a:cubicBezTo>
                      <a:pt x="3" y="56"/>
                      <a:pt x="0" y="122"/>
                      <a:pt x="47" y="124"/>
                    </a:cubicBezTo>
                    <a:cubicBezTo>
                      <a:pt x="39" y="102"/>
                      <a:pt x="21" y="84"/>
                      <a:pt x="21" y="59"/>
                    </a:cubicBezTo>
                    <a:cubicBezTo>
                      <a:pt x="21" y="39"/>
                      <a:pt x="28" y="19"/>
                      <a:pt x="33" y="0"/>
                    </a:cubicBezTo>
                    <a:cubicBezTo>
                      <a:pt x="25" y="8"/>
                      <a:pt x="15" y="19"/>
                      <a:pt x="12" y="31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15" name="Freeform 831">
                <a:extLst>
                  <a:ext uri="{FF2B5EF4-FFF2-40B4-BE49-F238E27FC236}">
                    <a16:creationId xmlns:a16="http://schemas.microsoft.com/office/drawing/2014/main" id="{44FD3A24-2DF7-4541-B94A-DFF50E7F1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1043"/>
                <a:ext cx="78" cy="106"/>
              </a:xfrm>
              <a:custGeom>
                <a:avLst/>
                <a:gdLst>
                  <a:gd name="T0" fmla="*/ 39 w 105"/>
                  <a:gd name="T1" fmla="*/ 56 h 143"/>
                  <a:gd name="T2" fmla="*/ 25 w 105"/>
                  <a:gd name="T3" fmla="*/ 39 h 143"/>
                  <a:gd name="T4" fmla="*/ 43 w 105"/>
                  <a:gd name="T5" fmla="*/ 24 h 143"/>
                  <a:gd name="T6" fmla="*/ 17 w 105"/>
                  <a:gd name="T7" fmla="*/ 27 h 143"/>
                  <a:gd name="T8" fmla="*/ 8 w 105"/>
                  <a:gd name="T9" fmla="*/ 0 h 143"/>
                  <a:gd name="T10" fmla="*/ 14 w 105"/>
                  <a:gd name="T11" fmla="*/ 33 h 143"/>
                  <a:gd name="T12" fmla="*/ 22 w 105"/>
                  <a:gd name="T13" fmla="*/ 49 h 143"/>
                  <a:gd name="T14" fmla="*/ 40 w 105"/>
                  <a:gd name="T15" fmla="*/ 59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143">
                    <a:moveTo>
                      <a:pt x="94" y="136"/>
                    </a:moveTo>
                    <a:cubicBezTo>
                      <a:pt x="83" y="114"/>
                      <a:pt x="50" y="128"/>
                      <a:pt x="61" y="95"/>
                    </a:cubicBezTo>
                    <a:cubicBezTo>
                      <a:pt x="67" y="77"/>
                      <a:pt x="85" y="57"/>
                      <a:pt x="105" y="61"/>
                    </a:cubicBezTo>
                    <a:cubicBezTo>
                      <a:pt x="81" y="68"/>
                      <a:pt x="62" y="80"/>
                      <a:pt x="42" y="66"/>
                    </a:cubicBezTo>
                    <a:cubicBezTo>
                      <a:pt x="23" y="53"/>
                      <a:pt x="19" y="22"/>
                      <a:pt x="20" y="0"/>
                    </a:cubicBezTo>
                    <a:cubicBezTo>
                      <a:pt x="0" y="33"/>
                      <a:pt x="13" y="55"/>
                      <a:pt x="33" y="82"/>
                    </a:cubicBezTo>
                    <a:cubicBezTo>
                      <a:pt x="41" y="93"/>
                      <a:pt x="45" y="112"/>
                      <a:pt x="54" y="120"/>
                    </a:cubicBezTo>
                    <a:cubicBezTo>
                      <a:pt x="65" y="131"/>
                      <a:pt x="85" y="132"/>
                      <a:pt x="98" y="143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16" name="Freeform 832">
                <a:extLst>
                  <a:ext uri="{FF2B5EF4-FFF2-40B4-BE49-F238E27FC236}">
                    <a16:creationId xmlns:a16="http://schemas.microsoft.com/office/drawing/2014/main" id="{F8A28271-6525-487A-9C69-6E756064A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942"/>
                <a:ext cx="107" cy="85"/>
              </a:xfrm>
              <a:custGeom>
                <a:avLst/>
                <a:gdLst>
                  <a:gd name="T0" fmla="*/ 54 w 145"/>
                  <a:gd name="T1" fmla="*/ 12 h 116"/>
                  <a:gd name="T2" fmla="*/ 46 w 145"/>
                  <a:gd name="T3" fmla="*/ 5 h 116"/>
                  <a:gd name="T4" fmla="*/ 24 w 145"/>
                  <a:gd name="T5" fmla="*/ 12 h 116"/>
                  <a:gd name="T6" fmla="*/ 0 w 145"/>
                  <a:gd name="T7" fmla="*/ 3 h 116"/>
                  <a:gd name="T8" fmla="*/ 32 w 145"/>
                  <a:gd name="T9" fmla="*/ 45 h 116"/>
                  <a:gd name="T10" fmla="*/ 42 w 145"/>
                  <a:gd name="T11" fmla="*/ 25 h 116"/>
                  <a:gd name="T12" fmla="*/ 52 w 145"/>
                  <a:gd name="T13" fmla="*/ 22 h 116"/>
                  <a:gd name="T14" fmla="*/ 58 w 145"/>
                  <a:gd name="T15" fmla="*/ 15 h 116"/>
                  <a:gd name="T16" fmla="*/ 55 w 145"/>
                  <a:gd name="T17" fmla="*/ 13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5" h="116">
                    <a:moveTo>
                      <a:pt x="134" y="30"/>
                    </a:moveTo>
                    <a:cubicBezTo>
                      <a:pt x="130" y="23"/>
                      <a:pt x="123" y="17"/>
                      <a:pt x="116" y="14"/>
                    </a:cubicBezTo>
                    <a:cubicBezTo>
                      <a:pt x="99" y="33"/>
                      <a:pt x="83" y="41"/>
                      <a:pt x="59" y="32"/>
                    </a:cubicBezTo>
                    <a:cubicBezTo>
                      <a:pt x="41" y="25"/>
                      <a:pt x="19" y="0"/>
                      <a:pt x="0" y="8"/>
                    </a:cubicBezTo>
                    <a:cubicBezTo>
                      <a:pt x="61" y="30"/>
                      <a:pt x="69" y="60"/>
                      <a:pt x="80" y="116"/>
                    </a:cubicBezTo>
                    <a:cubicBezTo>
                      <a:pt x="85" y="102"/>
                      <a:pt x="92" y="73"/>
                      <a:pt x="104" y="63"/>
                    </a:cubicBezTo>
                    <a:cubicBezTo>
                      <a:pt x="111" y="56"/>
                      <a:pt x="123" y="60"/>
                      <a:pt x="130" y="56"/>
                    </a:cubicBezTo>
                    <a:cubicBezTo>
                      <a:pt x="135" y="53"/>
                      <a:pt x="141" y="44"/>
                      <a:pt x="145" y="39"/>
                    </a:cubicBezTo>
                    <a:cubicBezTo>
                      <a:pt x="143" y="36"/>
                      <a:pt x="140" y="35"/>
                      <a:pt x="137" y="34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17" name="Freeform 833">
                <a:extLst>
                  <a:ext uri="{FF2B5EF4-FFF2-40B4-BE49-F238E27FC236}">
                    <a16:creationId xmlns:a16="http://schemas.microsoft.com/office/drawing/2014/main" id="{56313994-3527-4F8A-89CE-66DEF1B66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757"/>
                <a:ext cx="48" cy="21"/>
              </a:xfrm>
              <a:custGeom>
                <a:avLst/>
                <a:gdLst>
                  <a:gd name="T0" fmla="*/ 25 w 66"/>
                  <a:gd name="T1" fmla="*/ 3 h 28"/>
                  <a:gd name="T2" fmla="*/ 1 w 66"/>
                  <a:gd name="T3" fmla="*/ 12 h 28"/>
                  <a:gd name="T4" fmla="*/ 1 w 66"/>
                  <a:gd name="T5" fmla="*/ 8 h 28"/>
                  <a:gd name="T6" fmla="*/ 20 w 66"/>
                  <a:gd name="T7" fmla="*/ 2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28">
                    <a:moveTo>
                      <a:pt x="66" y="7"/>
                    </a:moveTo>
                    <a:cubicBezTo>
                      <a:pt x="59" y="11"/>
                      <a:pt x="14" y="28"/>
                      <a:pt x="1" y="28"/>
                    </a:cubicBezTo>
                    <a:cubicBezTo>
                      <a:pt x="0" y="24"/>
                      <a:pt x="0" y="20"/>
                      <a:pt x="1" y="17"/>
                    </a:cubicBezTo>
                    <a:cubicBezTo>
                      <a:pt x="23" y="10"/>
                      <a:pt x="28" y="0"/>
                      <a:pt x="52" y="5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18" name="Freeform 834">
                <a:extLst>
                  <a:ext uri="{FF2B5EF4-FFF2-40B4-BE49-F238E27FC236}">
                    <a16:creationId xmlns:a16="http://schemas.microsoft.com/office/drawing/2014/main" id="{8988D346-8BA7-4C96-8176-88173BF5A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886"/>
                <a:ext cx="72" cy="73"/>
              </a:xfrm>
              <a:custGeom>
                <a:avLst/>
                <a:gdLst>
                  <a:gd name="T0" fmla="*/ 39 w 97"/>
                  <a:gd name="T1" fmla="*/ 40 h 99"/>
                  <a:gd name="T2" fmla="*/ 20 w 97"/>
                  <a:gd name="T3" fmla="*/ 15 h 99"/>
                  <a:gd name="T4" fmla="*/ 13 w 97"/>
                  <a:gd name="T5" fmla="*/ 0 h 99"/>
                  <a:gd name="T6" fmla="*/ 33 w 97"/>
                  <a:gd name="T7" fmla="*/ 15 h 99"/>
                  <a:gd name="T8" fmla="*/ 37 w 97"/>
                  <a:gd name="T9" fmla="*/ 3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99">
                    <a:moveTo>
                      <a:pt x="97" y="99"/>
                    </a:moveTo>
                    <a:cubicBezTo>
                      <a:pt x="73" y="84"/>
                      <a:pt x="71" y="55"/>
                      <a:pt x="50" y="40"/>
                    </a:cubicBezTo>
                    <a:cubicBezTo>
                      <a:pt x="35" y="29"/>
                      <a:pt x="0" y="19"/>
                      <a:pt x="33" y="0"/>
                    </a:cubicBezTo>
                    <a:cubicBezTo>
                      <a:pt x="47" y="9"/>
                      <a:pt x="71" y="22"/>
                      <a:pt x="79" y="37"/>
                    </a:cubicBezTo>
                    <a:cubicBezTo>
                      <a:pt x="86" y="53"/>
                      <a:pt x="79" y="74"/>
                      <a:pt x="90" y="89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19" name="Freeform 835">
                <a:extLst>
                  <a:ext uri="{FF2B5EF4-FFF2-40B4-BE49-F238E27FC236}">
                    <a16:creationId xmlns:a16="http://schemas.microsoft.com/office/drawing/2014/main" id="{22F5AD7E-6D08-4D25-B69B-03C14405B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119"/>
                <a:ext cx="161" cy="88"/>
              </a:xfrm>
              <a:custGeom>
                <a:avLst/>
                <a:gdLst>
                  <a:gd name="T0" fmla="*/ 66 w 218"/>
                  <a:gd name="T1" fmla="*/ 0 h 119"/>
                  <a:gd name="T2" fmla="*/ 32 w 218"/>
                  <a:gd name="T3" fmla="*/ 25 h 119"/>
                  <a:gd name="T4" fmla="*/ 18 w 218"/>
                  <a:gd name="T5" fmla="*/ 37 h 119"/>
                  <a:gd name="T6" fmla="*/ 0 w 218"/>
                  <a:gd name="T7" fmla="*/ 39 h 119"/>
                  <a:gd name="T8" fmla="*/ 41 w 218"/>
                  <a:gd name="T9" fmla="*/ 28 h 119"/>
                  <a:gd name="T10" fmla="*/ 70 w 218"/>
                  <a:gd name="T11" fmla="*/ 44 h 119"/>
                  <a:gd name="T12" fmla="*/ 88 w 218"/>
                  <a:gd name="T13" fmla="*/ 13 h 119"/>
                  <a:gd name="T14" fmla="*/ 65 w 218"/>
                  <a:gd name="T15" fmla="*/ 23 h 119"/>
                  <a:gd name="T16" fmla="*/ 67 w 218"/>
                  <a:gd name="T17" fmla="*/ 4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8" h="119">
                    <a:moveTo>
                      <a:pt x="164" y="0"/>
                    </a:moveTo>
                    <a:cubicBezTo>
                      <a:pt x="145" y="35"/>
                      <a:pt x="107" y="36"/>
                      <a:pt x="80" y="62"/>
                    </a:cubicBezTo>
                    <a:cubicBezTo>
                      <a:pt x="67" y="75"/>
                      <a:pt x="64" y="84"/>
                      <a:pt x="46" y="90"/>
                    </a:cubicBezTo>
                    <a:cubicBezTo>
                      <a:pt x="31" y="95"/>
                      <a:pt x="15" y="92"/>
                      <a:pt x="0" y="97"/>
                    </a:cubicBezTo>
                    <a:cubicBezTo>
                      <a:pt x="34" y="119"/>
                      <a:pt x="77" y="89"/>
                      <a:pt x="102" y="70"/>
                    </a:cubicBezTo>
                    <a:cubicBezTo>
                      <a:pt x="147" y="38"/>
                      <a:pt x="156" y="73"/>
                      <a:pt x="173" y="110"/>
                    </a:cubicBezTo>
                    <a:cubicBezTo>
                      <a:pt x="176" y="74"/>
                      <a:pt x="190" y="58"/>
                      <a:pt x="218" y="34"/>
                    </a:cubicBezTo>
                    <a:cubicBezTo>
                      <a:pt x="208" y="38"/>
                      <a:pt x="170" y="60"/>
                      <a:pt x="161" y="57"/>
                    </a:cubicBezTo>
                    <a:cubicBezTo>
                      <a:pt x="142" y="48"/>
                      <a:pt x="158" y="18"/>
                      <a:pt x="166" y="1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20" name="Freeform 836">
                <a:extLst>
                  <a:ext uri="{FF2B5EF4-FFF2-40B4-BE49-F238E27FC236}">
                    <a16:creationId xmlns:a16="http://schemas.microsoft.com/office/drawing/2014/main" id="{C3E2D3E5-B5E6-4C2E-9656-38D88E6DB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061"/>
                <a:ext cx="34" cy="75"/>
              </a:xfrm>
              <a:custGeom>
                <a:avLst/>
                <a:gdLst>
                  <a:gd name="T0" fmla="*/ 12 w 47"/>
                  <a:gd name="T1" fmla="*/ 0 h 102"/>
                  <a:gd name="T2" fmla="*/ 12 w 47"/>
                  <a:gd name="T3" fmla="*/ 19 h 102"/>
                  <a:gd name="T4" fmla="*/ 18 w 47"/>
                  <a:gd name="T5" fmla="*/ 40 h 102"/>
                  <a:gd name="T6" fmla="*/ 0 w 47"/>
                  <a:gd name="T7" fmla="*/ 17 h 102"/>
                  <a:gd name="T8" fmla="*/ 5 w 47"/>
                  <a:gd name="T9" fmla="*/ 16 h 102"/>
                  <a:gd name="T10" fmla="*/ 1 w 47"/>
                  <a:gd name="T11" fmla="*/ 1 h 102"/>
                  <a:gd name="T12" fmla="*/ 12 w 47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02">
                    <a:moveTo>
                      <a:pt x="30" y="0"/>
                    </a:moveTo>
                    <a:cubicBezTo>
                      <a:pt x="32" y="20"/>
                      <a:pt x="31" y="26"/>
                      <a:pt x="30" y="47"/>
                    </a:cubicBezTo>
                    <a:cubicBezTo>
                      <a:pt x="29" y="65"/>
                      <a:pt x="34" y="89"/>
                      <a:pt x="47" y="102"/>
                    </a:cubicBezTo>
                    <a:cubicBezTo>
                      <a:pt x="35" y="79"/>
                      <a:pt x="18" y="58"/>
                      <a:pt x="0" y="42"/>
                    </a:cubicBezTo>
                    <a:cubicBezTo>
                      <a:pt x="3" y="43"/>
                      <a:pt x="9" y="41"/>
                      <a:pt x="13" y="41"/>
                    </a:cubicBezTo>
                    <a:cubicBezTo>
                      <a:pt x="16" y="27"/>
                      <a:pt x="7" y="15"/>
                      <a:pt x="3" y="2"/>
                    </a:cubicBezTo>
                    <a:cubicBezTo>
                      <a:pt x="11" y="3"/>
                      <a:pt x="21" y="2"/>
                      <a:pt x="30" y="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21" name="Freeform 837">
                <a:extLst>
                  <a:ext uri="{FF2B5EF4-FFF2-40B4-BE49-F238E27FC236}">
                    <a16:creationId xmlns:a16="http://schemas.microsoft.com/office/drawing/2014/main" id="{877002F5-2321-4851-B21A-E2BA754A8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1032"/>
                <a:ext cx="80" cy="47"/>
              </a:xfrm>
              <a:custGeom>
                <a:avLst/>
                <a:gdLst>
                  <a:gd name="T0" fmla="*/ 18 w 108"/>
                  <a:gd name="T1" fmla="*/ 0 h 65"/>
                  <a:gd name="T2" fmla="*/ 0 w 108"/>
                  <a:gd name="T3" fmla="*/ 25 h 65"/>
                  <a:gd name="T4" fmla="*/ 22 w 108"/>
                  <a:gd name="T5" fmla="*/ 14 h 65"/>
                  <a:gd name="T6" fmla="*/ 44 w 108"/>
                  <a:gd name="T7" fmla="*/ 10 h 65"/>
                  <a:gd name="T8" fmla="*/ 22 w 108"/>
                  <a:gd name="T9" fmla="*/ 4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65">
                    <a:moveTo>
                      <a:pt x="45" y="0"/>
                    </a:moveTo>
                    <a:cubicBezTo>
                      <a:pt x="66" y="18"/>
                      <a:pt x="13" y="53"/>
                      <a:pt x="0" y="65"/>
                    </a:cubicBezTo>
                    <a:cubicBezTo>
                      <a:pt x="20" y="63"/>
                      <a:pt x="34" y="41"/>
                      <a:pt x="54" y="37"/>
                    </a:cubicBezTo>
                    <a:cubicBezTo>
                      <a:pt x="72" y="34"/>
                      <a:pt x="91" y="31"/>
                      <a:pt x="108" y="28"/>
                    </a:cubicBezTo>
                    <a:cubicBezTo>
                      <a:pt x="95" y="18"/>
                      <a:pt x="49" y="38"/>
                      <a:pt x="54" y="9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22" name="Freeform 838">
                <a:extLst>
                  <a:ext uri="{FF2B5EF4-FFF2-40B4-BE49-F238E27FC236}">
                    <a16:creationId xmlns:a16="http://schemas.microsoft.com/office/drawing/2014/main" id="{3356E7E1-EF82-4C3D-91BC-BF7F2D9BB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920"/>
                <a:ext cx="50" cy="48"/>
              </a:xfrm>
              <a:custGeom>
                <a:avLst/>
                <a:gdLst>
                  <a:gd name="T0" fmla="*/ 28 w 67"/>
                  <a:gd name="T1" fmla="*/ 13 h 65"/>
                  <a:gd name="T2" fmla="*/ 4 w 67"/>
                  <a:gd name="T3" fmla="*/ 0 h 65"/>
                  <a:gd name="T4" fmla="*/ 8 w 67"/>
                  <a:gd name="T5" fmla="*/ 22 h 65"/>
                  <a:gd name="T6" fmla="*/ 24 w 67"/>
                  <a:gd name="T7" fmla="*/ 18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65">
                    <a:moveTo>
                      <a:pt x="67" y="31"/>
                    </a:moveTo>
                    <a:cubicBezTo>
                      <a:pt x="43" y="32"/>
                      <a:pt x="0" y="38"/>
                      <a:pt x="11" y="0"/>
                    </a:cubicBezTo>
                    <a:cubicBezTo>
                      <a:pt x="5" y="14"/>
                      <a:pt x="7" y="44"/>
                      <a:pt x="20" y="54"/>
                    </a:cubicBezTo>
                    <a:cubicBezTo>
                      <a:pt x="32" y="65"/>
                      <a:pt x="58" y="57"/>
                      <a:pt x="58" y="45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23" name="Freeform 839">
                <a:extLst>
                  <a:ext uri="{FF2B5EF4-FFF2-40B4-BE49-F238E27FC236}">
                    <a16:creationId xmlns:a16="http://schemas.microsoft.com/office/drawing/2014/main" id="{D287E3CD-13F7-4E0C-8A17-01CEFC547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813"/>
                <a:ext cx="31" cy="34"/>
              </a:xfrm>
              <a:custGeom>
                <a:avLst/>
                <a:gdLst>
                  <a:gd name="T0" fmla="*/ 17 w 42"/>
                  <a:gd name="T1" fmla="*/ 0 h 47"/>
                  <a:gd name="T2" fmla="*/ 0 w 42"/>
                  <a:gd name="T3" fmla="*/ 3 h 47"/>
                  <a:gd name="T4" fmla="*/ 13 w 42"/>
                  <a:gd name="T5" fmla="*/ 18 h 47"/>
                  <a:gd name="T6" fmla="*/ 14 w 42"/>
                  <a:gd name="T7" fmla="*/ 5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7">
                    <a:moveTo>
                      <a:pt x="42" y="0"/>
                    </a:moveTo>
                    <a:cubicBezTo>
                      <a:pt x="36" y="9"/>
                      <a:pt x="10" y="24"/>
                      <a:pt x="0" y="7"/>
                    </a:cubicBezTo>
                    <a:cubicBezTo>
                      <a:pt x="12" y="17"/>
                      <a:pt x="25" y="33"/>
                      <a:pt x="31" y="47"/>
                    </a:cubicBezTo>
                    <a:cubicBezTo>
                      <a:pt x="28" y="36"/>
                      <a:pt x="30" y="22"/>
                      <a:pt x="35" y="1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24" name="Freeform 840">
                <a:extLst>
                  <a:ext uri="{FF2B5EF4-FFF2-40B4-BE49-F238E27FC236}">
                    <a16:creationId xmlns:a16="http://schemas.microsoft.com/office/drawing/2014/main" id="{5858336D-D799-497A-8788-799E89E62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107"/>
                <a:ext cx="64" cy="33"/>
              </a:xfrm>
              <a:custGeom>
                <a:avLst/>
                <a:gdLst>
                  <a:gd name="T0" fmla="*/ 11 w 88"/>
                  <a:gd name="T1" fmla="*/ 0 h 44"/>
                  <a:gd name="T2" fmla="*/ 2 w 88"/>
                  <a:gd name="T3" fmla="*/ 12 h 44"/>
                  <a:gd name="T4" fmla="*/ 12 w 88"/>
                  <a:gd name="T5" fmla="*/ 11 h 44"/>
                  <a:gd name="T6" fmla="*/ 17 w 88"/>
                  <a:gd name="T7" fmla="*/ 8 h 44"/>
                  <a:gd name="T8" fmla="*/ 23 w 88"/>
                  <a:gd name="T9" fmla="*/ 12 h 44"/>
                  <a:gd name="T10" fmla="*/ 34 w 88"/>
                  <a:gd name="T11" fmla="*/ 5 h 44"/>
                  <a:gd name="T12" fmla="*/ 13 w 88"/>
                  <a:gd name="T13" fmla="*/ 5 h 44"/>
                  <a:gd name="T14" fmla="*/ 11 w 88"/>
                  <a:gd name="T15" fmla="*/ 2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44">
                    <a:moveTo>
                      <a:pt x="29" y="0"/>
                    </a:moveTo>
                    <a:cubicBezTo>
                      <a:pt x="21" y="8"/>
                      <a:pt x="0" y="14"/>
                      <a:pt x="5" y="28"/>
                    </a:cubicBezTo>
                    <a:cubicBezTo>
                      <a:pt x="11" y="44"/>
                      <a:pt x="21" y="28"/>
                      <a:pt x="31" y="25"/>
                    </a:cubicBezTo>
                    <a:cubicBezTo>
                      <a:pt x="36" y="24"/>
                      <a:pt x="38" y="19"/>
                      <a:pt x="43" y="19"/>
                    </a:cubicBezTo>
                    <a:cubicBezTo>
                      <a:pt x="49" y="18"/>
                      <a:pt x="52" y="29"/>
                      <a:pt x="60" y="28"/>
                    </a:cubicBezTo>
                    <a:cubicBezTo>
                      <a:pt x="69" y="28"/>
                      <a:pt x="83" y="17"/>
                      <a:pt x="88" y="10"/>
                    </a:cubicBezTo>
                    <a:cubicBezTo>
                      <a:pt x="69" y="11"/>
                      <a:pt x="53" y="6"/>
                      <a:pt x="34" y="11"/>
                    </a:cubicBezTo>
                    <a:cubicBezTo>
                      <a:pt x="32" y="9"/>
                      <a:pt x="31" y="7"/>
                      <a:pt x="29" y="5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25" name="Freeform 841">
                <a:extLst>
                  <a:ext uri="{FF2B5EF4-FFF2-40B4-BE49-F238E27FC236}">
                    <a16:creationId xmlns:a16="http://schemas.microsoft.com/office/drawing/2014/main" id="{D2B1CA14-BFB2-431B-A671-8E2F402D9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976"/>
                <a:ext cx="40" cy="47"/>
              </a:xfrm>
              <a:custGeom>
                <a:avLst/>
                <a:gdLst>
                  <a:gd name="T0" fmla="*/ 20 w 54"/>
                  <a:gd name="T1" fmla="*/ 1 h 64"/>
                  <a:gd name="T2" fmla="*/ 0 w 54"/>
                  <a:gd name="T3" fmla="*/ 5 h 64"/>
                  <a:gd name="T4" fmla="*/ 1 w 54"/>
                  <a:gd name="T5" fmla="*/ 26 h 64"/>
                  <a:gd name="T6" fmla="*/ 22 w 54"/>
                  <a:gd name="T7" fmla="*/ 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64">
                    <a:moveTo>
                      <a:pt x="49" y="3"/>
                    </a:moveTo>
                    <a:cubicBezTo>
                      <a:pt x="33" y="4"/>
                      <a:pt x="15" y="20"/>
                      <a:pt x="0" y="13"/>
                    </a:cubicBezTo>
                    <a:cubicBezTo>
                      <a:pt x="2" y="30"/>
                      <a:pt x="6" y="47"/>
                      <a:pt x="4" y="64"/>
                    </a:cubicBezTo>
                    <a:cubicBezTo>
                      <a:pt x="13" y="39"/>
                      <a:pt x="47" y="28"/>
                      <a:pt x="54" y="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26" name="Freeform 842">
                <a:extLst>
                  <a:ext uri="{FF2B5EF4-FFF2-40B4-BE49-F238E27FC236}">
                    <a16:creationId xmlns:a16="http://schemas.microsoft.com/office/drawing/2014/main" id="{D105CFDB-1EA2-4278-910A-78E1A76B3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" y="893"/>
                <a:ext cx="65" cy="36"/>
              </a:xfrm>
              <a:custGeom>
                <a:avLst/>
                <a:gdLst>
                  <a:gd name="T0" fmla="*/ 0 w 88"/>
                  <a:gd name="T1" fmla="*/ 13 h 49"/>
                  <a:gd name="T2" fmla="*/ 35 w 88"/>
                  <a:gd name="T3" fmla="*/ 19 h 49"/>
                  <a:gd name="T4" fmla="*/ 3 w 88"/>
                  <a:gd name="T5" fmla="*/ 0 h 49"/>
                  <a:gd name="T6" fmla="*/ 3 w 88"/>
                  <a:gd name="T7" fmla="*/ 11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49">
                    <a:moveTo>
                      <a:pt x="0" y="32"/>
                    </a:moveTo>
                    <a:cubicBezTo>
                      <a:pt x="26" y="17"/>
                      <a:pt x="64" y="37"/>
                      <a:pt x="88" y="49"/>
                    </a:cubicBezTo>
                    <a:cubicBezTo>
                      <a:pt x="78" y="31"/>
                      <a:pt x="27" y="2"/>
                      <a:pt x="7" y="0"/>
                    </a:cubicBezTo>
                    <a:cubicBezTo>
                      <a:pt x="7" y="9"/>
                      <a:pt x="7" y="18"/>
                      <a:pt x="7" y="28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27" name="Freeform 843">
                <a:extLst>
                  <a:ext uri="{FF2B5EF4-FFF2-40B4-BE49-F238E27FC236}">
                    <a16:creationId xmlns:a16="http://schemas.microsoft.com/office/drawing/2014/main" id="{B945F499-888B-450C-8B3B-9FD179640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" y="891"/>
                <a:ext cx="35" cy="73"/>
              </a:xfrm>
              <a:custGeom>
                <a:avLst/>
                <a:gdLst>
                  <a:gd name="T0" fmla="*/ 16 w 48"/>
                  <a:gd name="T1" fmla="*/ 0 h 100"/>
                  <a:gd name="T2" fmla="*/ 1 w 48"/>
                  <a:gd name="T3" fmla="*/ 39 h 100"/>
                  <a:gd name="T4" fmla="*/ 16 w 48"/>
                  <a:gd name="T5" fmla="*/ 1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00">
                    <a:moveTo>
                      <a:pt x="41" y="0"/>
                    </a:moveTo>
                    <a:cubicBezTo>
                      <a:pt x="48" y="24"/>
                      <a:pt x="37" y="100"/>
                      <a:pt x="1" y="98"/>
                    </a:cubicBezTo>
                    <a:cubicBezTo>
                      <a:pt x="0" y="73"/>
                      <a:pt x="4" y="0"/>
                      <a:pt x="41" y="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28" name="Freeform 844">
                <a:extLst>
                  <a:ext uri="{FF2B5EF4-FFF2-40B4-BE49-F238E27FC236}">
                    <a16:creationId xmlns:a16="http://schemas.microsoft.com/office/drawing/2014/main" id="{48BE7245-8A84-4440-9A2A-C57089A4C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" y="1109"/>
                <a:ext cx="113" cy="54"/>
              </a:xfrm>
              <a:custGeom>
                <a:avLst/>
                <a:gdLst>
                  <a:gd name="T0" fmla="*/ 17 w 154"/>
                  <a:gd name="T1" fmla="*/ 0 h 74"/>
                  <a:gd name="T2" fmla="*/ 21 w 154"/>
                  <a:gd name="T3" fmla="*/ 15 h 74"/>
                  <a:gd name="T4" fmla="*/ 36 w 154"/>
                  <a:gd name="T5" fmla="*/ 18 h 74"/>
                  <a:gd name="T6" fmla="*/ 32 w 154"/>
                  <a:gd name="T7" fmla="*/ 12 h 74"/>
                  <a:gd name="T8" fmla="*/ 61 w 154"/>
                  <a:gd name="T9" fmla="*/ 9 h 74"/>
                  <a:gd name="T10" fmla="*/ 21 w 154"/>
                  <a:gd name="T11" fmla="*/ 26 h 74"/>
                  <a:gd name="T12" fmla="*/ 17 w 154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4" h="74">
                    <a:moveTo>
                      <a:pt x="44" y="0"/>
                    </a:moveTo>
                    <a:cubicBezTo>
                      <a:pt x="53" y="10"/>
                      <a:pt x="44" y="28"/>
                      <a:pt x="55" y="39"/>
                    </a:cubicBezTo>
                    <a:cubicBezTo>
                      <a:pt x="67" y="50"/>
                      <a:pt x="78" y="40"/>
                      <a:pt x="91" y="47"/>
                    </a:cubicBezTo>
                    <a:cubicBezTo>
                      <a:pt x="87" y="42"/>
                      <a:pt x="85" y="36"/>
                      <a:pt x="82" y="31"/>
                    </a:cubicBezTo>
                    <a:cubicBezTo>
                      <a:pt x="95" y="46"/>
                      <a:pt x="141" y="34"/>
                      <a:pt x="154" y="22"/>
                    </a:cubicBezTo>
                    <a:cubicBezTo>
                      <a:pt x="123" y="34"/>
                      <a:pt x="85" y="74"/>
                      <a:pt x="53" y="66"/>
                    </a:cubicBezTo>
                    <a:cubicBezTo>
                      <a:pt x="0" y="53"/>
                      <a:pt x="46" y="22"/>
                      <a:pt x="44" y="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29" name="Freeform 845">
                <a:extLst>
                  <a:ext uri="{FF2B5EF4-FFF2-40B4-BE49-F238E27FC236}">
                    <a16:creationId xmlns:a16="http://schemas.microsoft.com/office/drawing/2014/main" id="{50C15291-9CAA-4D33-8617-AA482F4FC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1040"/>
                <a:ext cx="40" cy="39"/>
              </a:xfrm>
              <a:custGeom>
                <a:avLst/>
                <a:gdLst>
                  <a:gd name="T0" fmla="*/ 16 w 54"/>
                  <a:gd name="T1" fmla="*/ 21 h 53"/>
                  <a:gd name="T2" fmla="*/ 0 w 54"/>
                  <a:gd name="T3" fmla="*/ 0 h 53"/>
                  <a:gd name="T4" fmla="*/ 16 w 54"/>
                  <a:gd name="T5" fmla="*/ 8 h 53"/>
                  <a:gd name="T6" fmla="*/ 20 w 54"/>
                  <a:gd name="T7" fmla="*/ 19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53">
                    <a:moveTo>
                      <a:pt x="41" y="53"/>
                    </a:moveTo>
                    <a:cubicBezTo>
                      <a:pt x="43" y="30"/>
                      <a:pt x="10" y="19"/>
                      <a:pt x="0" y="0"/>
                    </a:cubicBezTo>
                    <a:cubicBezTo>
                      <a:pt x="14" y="3"/>
                      <a:pt x="24" y="17"/>
                      <a:pt x="39" y="21"/>
                    </a:cubicBezTo>
                    <a:cubicBezTo>
                      <a:pt x="45" y="29"/>
                      <a:pt x="54" y="39"/>
                      <a:pt x="48" y="49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30" name="Freeform 846">
                <a:extLst>
                  <a:ext uri="{FF2B5EF4-FFF2-40B4-BE49-F238E27FC236}">
                    <a16:creationId xmlns:a16="http://schemas.microsoft.com/office/drawing/2014/main" id="{C0BCB732-688E-4573-8B55-4CF50C278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1073"/>
                <a:ext cx="124" cy="121"/>
              </a:xfrm>
              <a:custGeom>
                <a:avLst/>
                <a:gdLst>
                  <a:gd name="T0" fmla="*/ 62 w 168"/>
                  <a:gd name="T1" fmla="*/ 65 h 165"/>
                  <a:gd name="T2" fmla="*/ 53 w 168"/>
                  <a:gd name="T3" fmla="*/ 43 h 165"/>
                  <a:gd name="T4" fmla="*/ 41 w 168"/>
                  <a:gd name="T5" fmla="*/ 16 h 165"/>
                  <a:gd name="T6" fmla="*/ 0 w 168"/>
                  <a:gd name="T7" fmla="*/ 10 h 165"/>
                  <a:gd name="T8" fmla="*/ 20 w 168"/>
                  <a:gd name="T9" fmla="*/ 11 h 165"/>
                  <a:gd name="T10" fmla="*/ 35 w 168"/>
                  <a:gd name="T11" fmla="*/ 23 h 165"/>
                  <a:gd name="T12" fmla="*/ 49 w 168"/>
                  <a:gd name="T13" fmla="*/ 37 h 165"/>
                  <a:gd name="T14" fmla="*/ 54 w 168"/>
                  <a:gd name="T15" fmla="*/ 49 h 165"/>
                  <a:gd name="T16" fmla="*/ 66 w 168"/>
                  <a:gd name="T17" fmla="*/ 59 h 1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8" h="165">
                    <a:moveTo>
                      <a:pt x="155" y="165"/>
                    </a:moveTo>
                    <a:cubicBezTo>
                      <a:pt x="168" y="148"/>
                      <a:pt x="139" y="124"/>
                      <a:pt x="132" y="110"/>
                    </a:cubicBezTo>
                    <a:cubicBezTo>
                      <a:pt x="119" y="88"/>
                      <a:pt x="115" y="62"/>
                      <a:pt x="102" y="41"/>
                    </a:cubicBezTo>
                    <a:cubicBezTo>
                      <a:pt x="76" y="0"/>
                      <a:pt x="31" y="2"/>
                      <a:pt x="0" y="26"/>
                    </a:cubicBezTo>
                    <a:cubicBezTo>
                      <a:pt x="14" y="30"/>
                      <a:pt x="33" y="22"/>
                      <a:pt x="49" y="27"/>
                    </a:cubicBezTo>
                    <a:cubicBezTo>
                      <a:pt x="68" y="33"/>
                      <a:pt x="74" y="45"/>
                      <a:pt x="87" y="58"/>
                    </a:cubicBezTo>
                    <a:cubicBezTo>
                      <a:pt x="100" y="73"/>
                      <a:pt x="113" y="76"/>
                      <a:pt x="121" y="96"/>
                    </a:cubicBezTo>
                    <a:cubicBezTo>
                      <a:pt x="125" y="105"/>
                      <a:pt x="127" y="117"/>
                      <a:pt x="134" y="124"/>
                    </a:cubicBezTo>
                    <a:cubicBezTo>
                      <a:pt x="143" y="134"/>
                      <a:pt x="162" y="136"/>
                      <a:pt x="164" y="15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31" name="Freeform 847">
                <a:extLst>
                  <a:ext uri="{FF2B5EF4-FFF2-40B4-BE49-F238E27FC236}">
                    <a16:creationId xmlns:a16="http://schemas.microsoft.com/office/drawing/2014/main" id="{BA74B512-B3A6-430C-A22E-66E267935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1040"/>
                <a:ext cx="60" cy="77"/>
              </a:xfrm>
              <a:custGeom>
                <a:avLst/>
                <a:gdLst>
                  <a:gd name="T0" fmla="*/ 23 w 81"/>
                  <a:gd name="T1" fmla="*/ 0 h 104"/>
                  <a:gd name="T2" fmla="*/ 5 w 81"/>
                  <a:gd name="T3" fmla="*/ 24 h 104"/>
                  <a:gd name="T4" fmla="*/ 29 w 81"/>
                  <a:gd name="T5" fmla="*/ 39 h 104"/>
                  <a:gd name="T6" fmla="*/ 22 w 81"/>
                  <a:gd name="T7" fmla="*/ 18 h 104"/>
                  <a:gd name="T8" fmla="*/ 22 w 81"/>
                  <a:gd name="T9" fmla="*/ 1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104">
                    <a:moveTo>
                      <a:pt x="57" y="0"/>
                    </a:moveTo>
                    <a:cubicBezTo>
                      <a:pt x="30" y="0"/>
                      <a:pt x="0" y="31"/>
                      <a:pt x="12" y="59"/>
                    </a:cubicBezTo>
                    <a:cubicBezTo>
                      <a:pt x="19" y="74"/>
                      <a:pt x="55" y="104"/>
                      <a:pt x="71" y="95"/>
                    </a:cubicBezTo>
                    <a:cubicBezTo>
                      <a:pt x="65" y="72"/>
                      <a:pt x="41" y="69"/>
                      <a:pt x="56" y="43"/>
                    </a:cubicBezTo>
                    <a:cubicBezTo>
                      <a:pt x="63" y="31"/>
                      <a:pt x="81" y="9"/>
                      <a:pt x="55" y="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32" name="Freeform 848">
                <a:extLst>
                  <a:ext uri="{FF2B5EF4-FFF2-40B4-BE49-F238E27FC236}">
                    <a16:creationId xmlns:a16="http://schemas.microsoft.com/office/drawing/2014/main" id="{7D8474BB-3AA4-4D7B-B2EC-12FF7D344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978"/>
                <a:ext cx="27" cy="74"/>
              </a:xfrm>
              <a:custGeom>
                <a:avLst/>
                <a:gdLst>
                  <a:gd name="T0" fmla="*/ 15 w 36"/>
                  <a:gd name="T1" fmla="*/ 6 h 101"/>
                  <a:gd name="T2" fmla="*/ 9 w 36"/>
                  <a:gd name="T3" fmla="*/ 23 h 101"/>
                  <a:gd name="T4" fmla="*/ 13 w 36"/>
                  <a:gd name="T5" fmla="*/ 40 h 101"/>
                  <a:gd name="T6" fmla="*/ 14 w 36"/>
                  <a:gd name="T7" fmla="*/ 7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01">
                    <a:moveTo>
                      <a:pt x="35" y="15"/>
                    </a:moveTo>
                    <a:cubicBezTo>
                      <a:pt x="36" y="30"/>
                      <a:pt x="22" y="43"/>
                      <a:pt x="21" y="57"/>
                    </a:cubicBezTo>
                    <a:cubicBezTo>
                      <a:pt x="20" y="73"/>
                      <a:pt x="26" y="86"/>
                      <a:pt x="30" y="101"/>
                    </a:cubicBezTo>
                    <a:cubicBezTo>
                      <a:pt x="10" y="94"/>
                      <a:pt x="0" y="0"/>
                      <a:pt x="32" y="1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33" name="Freeform 849">
                <a:extLst>
                  <a:ext uri="{FF2B5EF4-FFF2-40B4-BE49-F238E27FC236}">
                    <a16:creationId xmlns:a16="http://schemas.microsoft.com/office/drawing/2014/main" id="{C7A097F9-1DB5-480E-AA8D-46FB5CADA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042"/>
                <a:ext cx="85" cy="75"/>
              </a:xfrm>
              <a:custGeom>
                <a:avLst/>
                <a:gdLst>
                  <a:gd name="T0" fmla="*/ 35 w 115"/>
                  <a:gd name="T1" fmla="*/ 0 h 102"/>
                  <a:gd name="T2" fmla="*/ 26 w 115"/>
                  <a:gd name="T3" fmla="*/ 15 h 102"/>
                  <a:gd name="T4" fmla="*/ 17 w 115"/>
                  <a:gd name="T5" fmla="*/ 24 h 102"/>
                  <a:gd name="T6" fmla="*/ 10 w 115"/>
                  <a:gd name="T7" fmla="*/ 31 h 102"/>
                  <a:gd name="T8" fmla="*/ 0 w 115"/>
                  <a:gd name="T9" fmla="*/ 37 h 102"/>
                  <a:gd name="T10" fmla="*/ 30 w 115"/>
                  <a:gd name="T11" fmla="*/ 26 h 102"/>
                  <a:gd name="T12" fmla="*/ 37 w 115"/>
                  <a:gd name="T13" fmla="*/ 4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102">
                    <a:moveTo>
                      <a:pt x="88" y="0"/>
                    </a:moveTo>
                    <a:cubicBezTo>
                      <a:pt x="79" y="12"/>
                      <a:pt x="75" y="26"/>
                      <a:pt x="63" y="39"/>
                    </a:cubicBezTo>
                    <a:cubicBezTo>
                      <a:pt x="57" y="46"/>
                      <a:pt x="48" y="51"/>
                      <a:pt x="42" y="58"/>
                    </a:cubicBezTo>
                    <a:cubicBezTo>
                      <a:pt x="35" y="64"/>
                      <a:pt x="31" y="73"/>
                      <a:pt x="24" y="78"/>
                    </a:cubicBezTo>
                    <a:cubicBezTo>
                      <a:pt x="16" y="84"/>
                      <a:pt x="1" y="83"/>
                      <a:pt x="0" y="93"/>
                    </a:cubicBezTo>
                    <a:cubicBezTo>
                      <a:pt x="25" y="102"/>
                      <a:pt x="55" y="78"/>
                      <a:pt x="74" y="64"/>
                    </a:cubicBezTo>
                    <a:cubicBezTo>
                      <a:pt x="83" y="57"/>
                      <a:pt x="115" y="2"/>
                      <a:pt x="92" y="1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34" name="Freeform 850">
                <a:extLst>
                  <a:ext uri="{FF2B5EF4-FFF2-40B4-BE49-F238E27FC236}">
                    <a16:creationId xmlns:a16="http://schemas.microsoft.com/office/drawing/2014/main" id="{53A57430-789D-48B9-AF8E-DB4FB07CD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939"/>
                <a:ext cx="71" cy="55"/>
              </a:xfrm>
              <a:custGeom>
                <a:avLst/>
                <a:gdLst>
                  <a:gd name="T0" fmla="*/ 32 w 96"/>
                  <a:gd name="T1" fmla="*/ 21 h 74"/>
                  <a:gd name="T2" fmla="*/ 4 w 96"/>
                  <a:gd name="T3" fmla="*/ 22 h 74"/>
                  <a:gd name="T4" fmla="*/ 9 w 96"/>
                  <a:gd name="T5" fmla="*/ 0 h 74"/>
                  <a:gd name="T6" fmla="*/ 18 w 96"/>
                  <a:gd name="T7" fmla="*/ 13 h 74"/>
                  <a:gd name="T8" fmla="*/ 37 w 96"/>
                  <a:gd name="T9" fmla="*/ 10 h 74"/>
                  <a:gd name="T10" fmla="*/ 33 w 96"/>
                  <a:gd name="T11" fmla="*/ 1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4">
                    <a:moveTo>
                      <a:pt x="78" y="51"/>
                    </a:moveTo>
                    <a:cubicBezTo>
                      <a:pt x="59" y="61"/>
                      <a:pt x="26" y="74"/>
                      <a:pt x="10" y="53"/>
                    </a:cubicBezTo>
                    <a:cubicBezTo>
                      <a:pt x="1" y="41"/>
                      <a:pt x="0" y="2"/>
                      <a:pt x="21" y="0"/>
                    </a:cubicBezTo>
                    <a:cubicBezTo>
                      <a:pt x="34" y="12"/>
                      <a:pt x="24" y="27"/>
                      <a:pt x="46" y="32"/>
                    </a:cubicBezTo>
                    <a:cubicBezTo>
                      <a:pt x="65" y="36"/>
                      <a:pt x="75" y="17"/>
                      <a:pt x="92" y="23"/>
                    </a:cubicBezTo>
                    <a:cubicBezTo>
                      <a:pt x="96" y="32"/>
                      <a:pt x="93" y="41"/>
                      <a:pt x="83" y="4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35" name="Freeform 851">
                <a:extLst>
                  <a:ext uri="{FF2B5EF4-FFF2-40B4-BE49-F238E27FC236}">
                    <a16:creationId xmlns:a16="http://schemas.microsoft.com/office/drawing/2014/main" id="{0DAB83F7-1D56-47DE-A921-794BF9EE2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215"/>
                <a:ext cx="129" cy="49"/>
              </a:xfrm>
              <a:custGeom>
                <a:avLst/>
                <a:gdLst>
                  <a:gd name="T0" fmla="*/ 49 w 176"/>
                  <a:gd name="T1" fmla="*/ 19 h 66"/>
                  <a:gd name="T2" fmla="*/ 24 w 176"/>
                  <a:gd name="T3" fmla="*/ 19 h 66"/>
                  <a:gd name="T4" fmla="*/ 0 w 176"/>
                  <a:gd name="T5" fmla="*/ 13 h 66"/>
                  <a:gd name="T6" fmla="*/ 22 w 176"/>
                  <a:gd name="T7" fmla="*/ 10 h 66"/>
                  <a:gd name="T8" fmla="*/ 43 w 176"/>
                  <a:gd name="T9" fmla="*/ 10 h 66"/>
                  <a:gd name="T10" fmla="*/ 60 w 176"/>
                  <a:gd name="T11" fmla="*/ 2 h 66"/>
                  <a:gd name="T12" fmla="*/ 51 w 176"/>
                  <a:gd name="T13" fmla="*/ 2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66">
                    <a:moveTo>
                      <a:pt x="125" y="46"/>
                    </a:moveTo>
                    <a:cubicBezTo>
                      <a:pt x="108" y="66"/>
                      <a:pt x="79" y="49"/>
                      <a:pt x="61" y="44"/>
                    </a:cubicBezTo>
                    <a:cubicBezTo>
                      <a:pt x="41" y="38"/>
                      <a:pt x="20" y="39"/>
                      <a:pt x="0" y="31"/>
                    </a:cubicBezTo>
                    <a:cubicBezTo>
                      <a:pt x="13" y="12"/>
                      <a:pt x="38" y="22"/>
                      <a:pt x="56" y="26"/>
                    </a:cubicBezTo>
                    <a:cubicBezTo>
                      <a:pt x="75" y="30"/>
                      <a:pt x="93" y="32"/>
                      <a:pt x="111" y="26"/>
                    </a:cubicBezTo>
                    <a:cubicBezTo>
                      <a:pt x="122" y="22"/>
                      <a:pt x="141" y="0"/>
                      <a:pt x="153" y="5"/>
                    </a:cubicBezTo>
                    <a:cubicBezTo>
                      <a:pt x="176" y="15"/>
                      <a:pt x="142" y="43"/>
                      <a:pt x="130" y="4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36" name="Freeform 852">
                <a:extLst>
                  <a:ext uri="{FF2B5EF4-FFF2-40B4-BE49-F238E27FC236}">
                    <a16:creationId xmlns:a16="http://schemas.microsoft.com/office/drawing/2014/main" id="{2F66CA5B-C721-4BC5-9063-8E581E731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119"/>
                <a:ext cx="145" cy="106"/>
              </a:xfrm>
              <a:custGeom>
                <a:avLst/>
                <a:gdLst>
                  <a:gd name="T0" fmla="*/ 38 w 197"/>
                  <a:gd name="T1" fmla="*/ 5 h 143"/>
                  <a:gd name="T2" fmla="*/ 49 w 197"/>
                  <a:gd name="T3" fmla="*/ 3 h 143"/>
                  <a:gd name="T4" fmla="*/ 74 w 197"/>
                  <a:gd name="T5" fmla="*/ 27 h 143"/>
                  <a:gd name="T6" fmla="*/ 61 w 197"/>
                  <a:gd name="T7" fmla="*/ 42 h 143"/>
                  <a:gd name="T8" fmla="*/ 52 w 197"/>
                  <a:gd name="T9" fmla="*/ 55 h 143"/>
                  <a:gd name="T10" fmla="*/ 47 w 197"/>
                  <a:gd name="T11" fmla="*/ 41 h 143"/>
                  <a:gd name="T12" fmla="*/ 60 w 197"/>
                  <a:gd name="T13" fmla="*/ 21 h 143"/>
                  <a:gd name="T14" fmla="*/ 44 w 197"/>
                  <a:gd name="T15" fmla="*/ 5 h 143"/>
                  <a:gd name="T16" fmla="*/ 0 w 197"/>
                  <a:gd name="T17" fmla="*/ 1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7" h="143">
                    <a:moveTo>
                      <a:pt x="97" y="13"/>
                    </a:moveTo>
                    <a:cubicBezTo>
                      <a:pt x="104" y="12"/>
                      <a:pt x="113" y="9"/>
                      <a:pt x="121" y="8"/>
                    </a:cubicBezTo>
                    <a:cubicBezTo>
                      <a:pt x="153" y="5"/>
                      <a:pt x="197" y="30"/>
                      <a:pt x="185" y="66"/>
                    </a:cubicBezTo>
                    <a:cubicBezTo>
                      <a:pt x="179" y="83"/>
                      <a:pt x="162" y="90"/>
                      <a:pt x="153" y="103"/>
                    </a:cubicBezTo>
                    <a:cubicBezTo>
                      <a:pt x="145" y="114"/>
                      <a:pt x="151" y="143"/>
                      <a:pt x="132" y="135"/>
                    </a:cubicBezTo>
                    <a:cubicBezTo>
                      <a:pt x="120" y="131"/>
                      <a:pt x="116" y="109"/>
                      <a:pt x="118" y="100"/>
                    </a:cubicBezTo>
                    <a:cubicBezTo>
                      <a:pt x="122" y="79"/>
                      <a:pt x="158" y="78"/>
                      <a:pt x="152" y="53"/>
                    </a:cubicBezTo>
                    <a:cubicBezTo>
                      <a:pt x="149" y="38"/>
                      <a:pt x="125" y="18"/>
                      <a:pt x="111" y="13"/>
                    </a:cubicBezTo>
                    <a:cubicBezTo>
                      <a:pt x="99" y="8"/>
                      <a:pt x="0" y="0"/>
                      <a:pt x="0" y="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37" name="Freeform 853">
                <a:extLst>
                  <a:ext uri="{FF2B5EF4-FFF2-40B4-BE49-F238E27FC236}">
                    <a16:creationId xmlns:a16="http://schemas.microsoft.com/office/drawing/2014/main" id="{A14BB584-B894-4D6D-ACB8-6EA59E3BD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1090"/>
                <a:ext cx="56" cy="61"/>
              </a:xfrm>
              <a:custGeom>
                <a:avLst/>
                <a:gdLst>
                  <a:gd name="T0" fmla="*/ 15 w 77"/>
                  <a:gd name="T1" fmla="*/ 7 h 82"/>
                  <a:gd name="T2" fmla="*/ 4 w 77"/>
                  <a:gd name="T3" fmla="*/ 16 h 82"/>
                  <a:gd name="T4" fmla="*/ 12 w 77"/>
                  <a:gd name="T5" fmla="*/ 24 h 82"/>
                  <a:gd name="T6" fmla="*/ 20 w 77"/>
                  <a:gd name="T7" fmla="*/ 33 h 82"/>
                  <a:gd name="T8" fmla="*/ 17 w 77"/>
                  <a:gd name="T9" fmla="*/ 12 h 82"/>
                  <a:gd name="T10" fmla="*/ 30 w 77"/>
                  <a:gd name="T11" fmla="*/ 7 h 82"/>
                  <a:gd name="T12" fmla="*/ 17 w 77"/>
                  <a:gd name="T13" fmla="*/ 6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82">
                    <a:moveTo>
                      <a:pt x="39" y="17"/>
                    </a:moveTo>
                    <a:cubicBezTo>
                      <a:pt x="25" y="0"/>
                      <a:pt x="0" y="19"/>
                      <a:pt x="9" y="38"/>
                    </a:cubicBezTo>
                    <a:cubicBezTo>
                      <a:pt x="14" y="48"/>
                      <a:pt x="24" y="50"/>
                      <a:pt x="32" y="58"/>
                    </a:cubicBezTo>
                    <a:cubicBezTo>
                      <a:pt x="39" y="66"/>
                      <a:pt x="40" y="81"/>
                      <a:pt x="53" y="82"/>
                    </a:cubicBezTo>
                    <a:cubicBezTo>
                      <a:pt x="65" y="67"/>
                      <a:pt x="31" y="43"/>
                      <a:pt x="42" y="30"/>
                    </a:cubicBezTo>
                    <a:cubicBezTo>
                      <a:pt x="50" y="20"/>
                      <a:pt x="73" y="37"/>
                      <a:pt x="77" y="19"/>
                    </a:cubicBezTo>
                    <a:cubicBezTo>
                      <a:pt x="68" y="15"/>
                      <a:pt x="57" y="15"/>
                      <a:pt x="46" y="15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38" name="Freeform 854">
                <a:extLst>
                  <a:ext uri="{FF2B5EF4-FFF2-40B4-BE49-F238E27FC236}">
                    <a16:creationId xmlns:a16="http://schemas.microsoft.com/office/drawing/2014/main" id="{EBC51C54-C965-45F4-A61A-B88D7EB2B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1057"/>
                <a:ext cx="48" cy="37"/>
              </a:xfrm>
              <a:custGeom>
                <a:avLst/>
                <a:gdLst>
                  <a:gd name="T0" fmla="*/ 19 w 65"/>
                  <a:gd name="T1" fmla="*/ 0 h 50"/>
                  <a:gd name="T2" fmla="*/ 18 w 65"/>
                  <a:gd name="T3" fmla="*/ 16 h 50"/>
                  <a:gd name="T4" fmla="*/ 1 w 65"/>
                  <a:gd name="T5" fmla="*/ 10 h 50"/>
                  <a:gd name="T6" fmla="*/ 0 w 65"/>
                  <a:gd name="T7" fmla="*/ 7 h 50"/>
                  <a:gd name="T8" fmla="*/ 18 w 65"/>
                  <a:gd name="T9" fmla="*/ 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50">
                    <a:moveTo>
                      <a:pt x="47" y="0"/>
                    </a:moveTo>
                    <a:cubicBezTo>
                      <a:pt x="65" y="11"/>
                      <a:pt x="63" y="29"/>
                      <a:pt x="46" y="38"/>
                    </a:cubicBezTo>
                    <a:cubicBezTo>
                      <a:pt x="23" y="50"/>
                      <a:pt x="17" y="37"/>
                      <a:pt x="2" y="25"/>
                    </a:cubicBezTo>
                    <a:cubicBezTo>
                      <a:pt x="1" y="23"/>
                      <a:pt x="1" y="21"/>
                      <a:pt x="0" y="18"/>
                    </a:cubicBezTo>
                    <a:cubicBezTo>
                      <a:pt x="21" y="13"/>
                      <a:pt x="33" y="27"/>
                      <a:pt x="46" y="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39" name="Freeform 856">
                <a:extLst>
                  <a:ext uri="{FF2B5EF4-FFF2-40B4-BE49-F238E27FC236}">
                    <a16:creationId xmlns:a16="http://schemas.microsoft.com/office/drawing/2014/main" id="{CD6DBFE6-47E0-431D-BEAE-216CF54CE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" y="1052"/>
                <a:ext cx="43" cy="87"/>
              </a:xfrm>
              <a:custGeom>
                <a:avLst/>
                <a:gdLst>
                  <a:gd name="T0" fmla="*/ 1 w 59"/>
                  <a:gd name="T1" fmla="*/ 3 h 118"/>
                  <a:gd name="T2" fmla="*/ 11 w 59"/>
                  <a:gd name="T3" fmla="*/ 24 h 118"/>
                  <a:gd name="T4" fmla="*/ 20 w 59"/>
                  <a:gd name="T5" fmla="*/ 34 h 118"/>
                  <a:gd name="T6" fmla="*/ 23 w 59"/>
                  <a:gd name="T7" fmla="*/ 47 h 118"/>
                  <a:gd name="T8" fmla="*/ 11 w 59"/>
                  <a:gd name="T9" fmla="*/ 44 h 118"/>
                  <a:gd name="T10" fmla="*/ 10 w 59"/>
                  <a:gd name="T11" fmla="*/ 35 h 118"/>
                  <a:gd name="T12" fmla="*/ 7 w 59"/>
                  <a:gd name="T13" fmla="*/ 27 h 118"/>
                  <a:gd name="T14" fmla="*/ 0 w 59"/>
                  <a:gd name="T15" fmla="*/ 5 h 1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118">
                    <a:moveTo>
                      <a:pt x="2" y="7"/>
                    </a:moveTo>
                    <a:cubicBezTo>
                      <a:pt x="35" y="0"/>
                      <a:pt x="16" y="39"/>
                      <a:pt x="28" y="59"/>
                    </a:cubicBezTo>
                    <a:cubicBezTo>
                      <a:pt x="35" y="69"/>
                      <a:pt x="46" y="74"/>
                      <a:pt x="52" y="86"/>
                    </a:cubicBezTo>
                    <a:cubicBezTo>
                      <a:pt x="56" y="96"/>
                      <a:pt x="58" y="110"/>
                      <a:pt x="59" y="118"/>
                    </a:cubicBezTo>
                    <a:cubicBezTo>
                      <a:pt x="53" y="102"/>
                      <a:pt x="40" y="107"/>
                      <a:pt x="27" y="108"/>
                    </a:cubicBezTo>
                    <a:cubicBezTo>
                      <a:pt x="25" y="100"/>
                      <a:pt x="27" y="94"/>
                      <a:pt x="26" y="87"/>
                    </a:cubicBezTo>
                    <a:cubicBezTo>
                      <a:pt x="24" y="75"/>
                      <a:pt x="25" y="77"/>
                      <a:pt x="18" y="66"/>
                    </a:cubicBezTo>
                    <a:cubicBezTo>
                      <a:pt x="6" y="48"/>
                      <a:pt x="9" y="32"/>
                      <a:pt x="0" y="1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40" name="Freeform 857">
                <a:extLst>
                  <a:ext uri="{FF2B5EF4-FFF2-40B4-BE49-F238E27FC236}">
                    <a16:creationId xmlns:a16="http://schemas.microsoft.com/office/drawing/2014/main" id="{0241093F-4A27-4C98-87D8-78EC1B4A4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925"/>
                <a:ext cx="43" cy="53"/>
              </a:xfrm>
              <a:custGeom>
                <a:avLst/>
                <a:gdLst>
                  <a:gd name="T0" fmla="*/ 22 w 58"/>
                  <a:gd name="T1" fmla="*/ 25 h 72"/>
                  <a:gd name="T2" fmla="*/ 6 w 58"/>
                  <a:gd name="T3" fmla="*/ 27 h 72"/>
                  <a:gd name="T4" fmla="*/ 5 w 58"/>
                  <a:gd name="T5" fmla="*/ 17 h 72"/>
                  <a:gd name="T6" fmla="*/ 19 w 58"/>
                  <a:gd name="T7" fmla="*/ 0 h 72"/>
                  <a:gd name="T8" fmla="*/ 23 w 58"/>
                  <a:gd name="T9" fmla="*/ 21 h 72"/>
                  <a:gd name="T10" fmla="*/ 22 w 58"/>
                  <a:gd name="T11" fmla="*/ 24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72">
                    <a:moveTo>
                      <a:pt x="55" y="63"/>
                    </a:moveTo>
                    <a:cubicBezTo>
                      <a:pt x="46" y="66"/>
                      <a:pt x="24" y="72"/>
                      <a:pt x="15" y="68"/>
                    </a:cubicBezTo>
                    <a:cubicBezTo>
                      <a:pt x="0" y="62"/>
                      <a:pt x="8" y="53"/>
                      <a:pt x="12" y="42"/>
                    </a:cubicBezTo>
                    <a:cubicBezTo>
                      <a:pt x="17" y="24"/>
                      <a:pt x="23" y="1"/>
                      <a:pt x="46" y="0"/>
                    </a:cubicBezTo>
                    <a:cubicBezTo>
                      <a:pt x="40" y="26"/>
                      <a:pt x="15" y="53"/>
                      <a:pt x="57" y="54"/>
                    </a:cubicBezTo>
                    <a:cubicBezTo>
                      <a:pt x="58" y="57"/>
                      <a:pt x="55" y="56"/>
                      <a:pt x="55" y="5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41" name="Freeform 858">
                <a:extLst>
                  <a:ext uri="{FF2B5EF4-FFF2-40B4-BE49-F238E27FC236}">
                    <a16:creationId xmlns:a16="http://schemas.microsoft.com/office/drawing/2014/main" id="{87601D2F-4759-4BD0-B3F3-078E0E382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974"/>
                <a:ext cx="59" cy="57"/>
              </a:xfrm>
              <a:custGeom>
                <a:avLst/>
                <a:gdLst>
                  <a:gd name="T0" fmla="*/ 27 w 79"/>
                  <a:gd name="T1" fmla="*/ 0 h 77"/>
                  <a:gd name="T2" fmla="*/ 33 w 79"/>
                  <a:gd name="T3" fmla="*/ 21 h 77"/>
                  <a:gd name="T4" fmla="*/ 16 w 79"/>
                  <a:gd name="T5" fmla="*/ 22 h 77"/>
                  <a:gd name="T6" fmla="*/ 10 w 79"/>
                  <a:gd name="T7" fmla="*/ 10 h 77"/>
                  <a:gd name="T8" fmla="*/ 25 w 79"/>
                  <a:gd name="T9" fmla="*/ 3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7">
                    <a:moveTo>
                      <a:pt x="64" y="0"/>
                    </a:moveTo>
                    <a:cubicBezTo>
                      <a:pt x="57" y="16"/>
                      <a:pt x="79" y="36"/>
                      <a:pt x="79" y="53"/>
                    </a:cubicBezTo>
                    <a:cubicBezTo>
                      <a:pt x="79" y="77"/>
                      <a:pt x="55" y="61"/>
                      <a:pt x="37" y="55"/>
                    </a:cubicBezTo>
                    <a:cubicBezTo>
                      <a:pt x="21" y="49"/>
                      <a:pt x="0" y="37"/>
                      <a:pt x="25" y="26"/>
                    </a:cubicBezTo>
                    <a:cubicBezTo>
                      <a:pt x="36" y="20"/>
                      <a:pt x="65" y="30"/>
                      <a:pt x="62" y="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42" name="Freeform 859">
                <a:extLst>
                  <a:ext uri="{FF2B5EF4-FFF2-40B4-BE49-F238E27FC236}">
                    <a16:creationId xmlns:a16="http://schemas.microsoft.com/office/drawing/2014/main" id="{82A541B7-5306-4E37-A529-7F060A16C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924"/>
                <a:ext cx="31" cy="24"/>
              </a:xfrm>
              <a:custGeom>
                <a:avLst/>
                <a:gdLst>
                  <a:gd name="T0" fmla="*/ 17 w 42"/>
                  <a:gd name="T1" fmla="*/ 7 h 33"/>
                  <a:gd name="T2" fmla="*/ 0 w 42"/>
                  <a:gd name="T3" fmla="*/ 1 h 33"/>
                  <a:gd name="T4" fmla="*/ 16 w 42"/>
                  <a:gd name="T5" fmla="*/ 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3">
                    <a:moveTo>
                      <a:pt x="42" y="17"/>
                    </a:moveTo>
                    <a:cubicBezTo>
                      <a:pt x="29" y="33"/>
                      <a:pt x="1" y="20"/>
                      <a:pt x="0" y="2"/>
                    </a:cubicBezTo>
                    <a:cubicBezTo>
                      <a:pt x="15" y="0"/>
                      <a:pt x="21" y="20"/>
                      <a:pt x="39" y="17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43" name="Freeform 860">
                <a:extLst>
                  <a:ext uri="{FF2B5EF4-FFF2-40B4-BE49-F238E27FC236}">
                    <a16:creationId xmlns:a16="http://schemas.microsoft.com/office/drawing/2014/main" id="{8C8F34A7-8F1E-422B-AD75-0AFD0B4A1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" y="749"/>
                <a:ext cx="76" cy="120"/>
              </a:xfrm>
              <a:custGeom>
                <a:avLst/>
                <a:gdLst>
                  <a:gd name="T0" fmla="*/ 13 w 103"/>
                  <a:gd name="T1" fmla="*/ 6 h 163"/>
                  <a:gd name="T2" fmla="*/ 38 w 103"/>
                  <a:gd name="T3" fmla="*/ 36 h 163"/>
                  <a:gd name="T4" fmla="*/ 32 w 103"/>
                  <a:gd name="T5" fmla="*/ 65 h 163"/>
                  <a:gd name="T6" fmla="*/ 33 w 103"/>
                  <a:gd name="T7" fmla="*/ 42 h 163"/>
                  <a:gd name="T8" fmla="*/ 21 w 103"/>
                  <a:gd name="T9" fmla="*/ 22 h 163"/>
                  <a:gd name="T10" fmla="*/ 0 w 103"/>
                  <a:gd name="T11" fmla="*/ 0 h 163"/>
                  <a:gd name="T12" fmla="*/ 17 w 103"/>
                  <a:gd name="T13" fmla="*/ 9 h 1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163">
                    <a:moveTo>
                      <a:pt x="32" y="15"/>
                    </a:moveTo>
                    <a:cubicBezTo>
                      <a:pt x="57" y="30"/>
                      <a:pt x="87" y="60"/>
                      <a:pt x="95" y="89"/>
                    </a:cubicBezTo>
                    <a:cubicBezTo>
                      <a:pt x="103" y="118"/>
                      <a:pt x="89" y="139"/>
                      <a:pt x="79" y="163"/>
                    </a:cubicBezTo>
                    <a:cubicBezTo>
                      <a:pt x="81" y="143"/>
                      <a:pt x="89" y="125"/>
                      <a:pt x="83" y="105"/>
                    </a:cubicBezTo>
                    <a:cubicBezTo>
                      <a:pt x="77" y="85"/>
                      <a:pt x="65" y="70"/>
                      <a:pt x="51" y="56"/>
                    </a:cubicBezTo>
                    <a:cubicBezTo>
                      <a:pt x="35" y="40"/>
                      <a:pt x="9" y="21"/>
                      <a:pt x="0" y="0"/>
                    </a:cubicBezTo>
                    <a:cubicBezTo>
                      <a:pt x="12" y="3"/>
                      <a:pt x="32" y="14"/>
                      <a:pt x="42" y="2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44" name="Freeform 861">
                <a:extLst>
                  <a:ext uri="{FF2B5EF4-FFF2-40B4-BE49-F238E27FC236}">
                    <a16:creationId xmlns:a16="http://schemas.microsoft.com/office/drawing/2014/main" id="{9108239F-4668-4AD4-80B1-F1E763CEF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" y="783"/>
                <a:ext cx="54" cy="41"/>
              </a:xfrm>
              <a:custGeom>
                <a:avLst/>
                <a:gdLst>
                  <a:gd name="T0" fmla="*/ 28 w 73"/>
                  <a:gd name="T1" fmla="*/ 7 h 56"/>
                  <a:gd name="T2" fmla="*/ 4 w 73"/>
                  <a:gd name="T3" fmla="*/ 11 h 56"/>
                  <a:gd name="T4" fmla="*/ 21 w 73"/>
                  <a:gd name="T5" fmla="*/ 22 h 56"/>
                  <a:gd name="T6" fmla="*/ 12 w 73"/>
                  <a:gd name="T7" fmla="*/ 10 h 56"/>
                  <a:gd name="T8" fmla="*/ 30 w 73"/>
                  <a:gd name="T9" fmla="*/ 8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56">
                    <a:moveTo>
                      <a:pt x="69" y="19"/>
                    </a:moveTo>
                    <a:cubicBezTo>
                      <a:pt x="61" y="7"/>
                      <a:pt x="0" y="0"/>
                      <a:pt x="10" y="28"/>
                    </a:cubicBezTo>
                    <a:cubicBezTo>
                      <a:pt x="13" y="40"/>
                      <a:pt x="40" y="55"/>
                      <a:pt x="51" y="56"/>
                    </a:cubicBezTo>
                    <a:cubicBezTo>
                      <a:pt x="46" y="50"/>
                      <a:pt x="25" y="33"/>
                      <a:pt x="29" y="25"/>
                    </a:cubicBezTo>
                    <a:cubicBezTo>
                      <a:pt x="32" y="17"/>
                      <a:pt x="67" y="19"/>
                      <a:pt x="73" y="2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45" name="Freeform 862">
                <a:extLst>
                  <a:ext uri="{FF2B5EF4-FFF2-40B4-BE49-F238E27FC236}">
                    <a16:creationId xmlns:a16="http://schemas.microsoft.com/office/drawing/2014/main" id="{6EC92B04-6AF6-455B-AE72-D1325B8BE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821"/>
                <a:ext cx="56" cy="48"/>
              </a:xfrm>
              <a:custGeom>
                <a:avLst/>
                <a:gdLst>
                  <a:gd name="T0" fmla="*/ 12 w 77"/>
                  <a:gd name="T1" fmla="*/ 0 h 65"/>
                  <a:gd name="T2" fmla="*/ 23 w 77"/>
                  <a:gd name="T3" fmla="*/ 20 h 65"/>
                  <a:gd name="T4" fmla="*/ 0 w 77"/>
                  <a:gd name="T5" fmla="*/ 16 h 65"/>
                  <a:gd name="T6" fmla="*/ 17 w 77"/>
                  <a:gd name="T7" fmla="*/ 3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65">
                    <a:moveTo>
                      <a:pt x="31" y="0"/>
                    </a:moveTo>
                    <a:cubicBezTo>
                      <a:pt x="34" y="17"/>
                      <a:pt x="77" y="25"/>
                      <a:pt x="59" y="49"/>
                    </a:cubicBezTo>
                    <a:cubicBezTo>
                      <a:pt x="47" y="65"/>
                      <a:pt x="10" y="48"/>
                      <a:pt x="0" y="38"/>
                    </a:cubicBezTo>
                    <a:cubicBezTo>
                      <a:pt x="21" y="36"/>
                      <a:pt x="47" y="38"/>
                      <a:pt x="42" y="7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46" name="Freeform 863">
                <a:extLst>
                  <a:ext uri="{FF2B5EF4-FFF2-40B4-BE49-F238E27FC236}">
                    <a16:creationId xmlns:a16="http://schemas.microsoft.com/office/drawing/2014/main" id="{4415AFC3-003F-4559-A5CE-DD670BFE8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807"/>
                <a:ext cx="58" cy="149"/>
              </a:xfrm>
              <a:custGeom>
                <a:avLst/>
                <a:gdLst>
                  <a:gd name="T0" fmla="*/ 13 w 78"/>
                  <a:gd name="T1" fmla="*/ 0 h 202"/>
                  <a:gd name="T2" fmla="*/ 30 w 78"/>
                  <a:gd name="T3" fmla="*/ 16 h 202"/>
                  <a:gd name="T4" fmla="*/ 30 w 78"/>
                  <a:gd name="T5" fmla="*/ 32 h 202"/>
                  <a:gd name="T6" fmla="*/ 14 w 78"/>
                  <a:gd name="T7" fmla="*/ 56 h 202"/>
                  <a:gd name="T8" fmla="*/ 23 w 78"/>
                  <a:gd name="T9" fmla="*/ 81 h 202"/>
                  <a:gd name="T10" fmla="*/ 21 w 78"/>
                  <a:gd name="T11" fmla="*/ 67 h 202"/>
                  <a:gd name="T12" fmla="*/ 8 w 78"/>
                  <a:gd name="T13" fmla="*/ 61 h 202"/>
                  <a:gd name="T14" fmla="*/ 8 w 78"/>
                  <a:gd name="T15" fmla="*/ 41 h 202"/>
                  <a:gd name="T16" fmla="*/ 16 w 78"/>
                  <a:gd name="T17" fmla="*/ 18 h 202"/>
                  <a:gd name="T18" fmla="*/ 16 w 78"/>
                  <a:gd name="T19" fmla="*/ 2 h 20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202">
                    <a:moveTo>
                      <a:pt x="32" y="0"/>
                    </a:moveTo>
                    <a:cubicBezTo>
                      <a:pt x="49" y="14"/>
                      <a:pt x="67" y="18"/>
                      <a:pt x="73" y="41"/>
                    </a:cubicBezTo>
                    <a:cubicBezTo>
                      <a:pt x="77" y="55"/>
                      <a:pt x="77" y="66"/>
                      <a:pt x="72" y="80"/>
                    </a:cubicBezTo>
                    <a:cubicBezTo>
                      <a:pt x="64" y="104"/>
                      <a:pt x="41" y="116"/>
                      <a:pt x="34" y="139"/>
                    </a:cubicBezTo>
                    <a:cubicBezTo>
                      <a:pt x="74" y="138"/>
                      <a:pt x="78" y="178"/>
                      <a:pt x="57" y="202"/>
                    </a:cubicBezTo>
                    <a:cubicBezTo>
                      <a:pt x="53" y="191"/>
                      <a:pt x="59" y="179"/>
                      <a:pt x="51" y="168"/>
                    </a:cubicBezTo>
                    <a:cubicBezTo>
                      <a:pt x="41" y="154"/>
                      <a:pt x="33" y="161"/>
                      <a:pt x="20" y="153"/>
                    </a:cubicBezTo>
                    <a:cubicBezTo>
                      <a:pt x="0" y="141"/>
                      <a:pt x="7" y="115"/>
                      <a:pt x="20" y="100"/>
                    </a:cubicBezTo>
                    <a:cubicBezTo>
                      <a:pt x="36" y="82"/>
                      <a:pt x="50" y="74"/>
                      <a:pt x="41" y="46"/>
                    </a:cubicBezTo>
                    <a:cubicBezTo>
                      <a:pt x="38" y="36"/>
                      <a:pt x="15" y="9"/>
                      <a:pt x="39" y="5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47" name="Freeform 864">
                <a:extLst>
                  <a:ext uri="{FF2B5EF4-FFF2-40B4-BE49-F238E27FC236}">
                    <a16:creationId xmlns:a16="http://schemas.microsoft.com/office/drawing/2014/main" id="{71F6B23C-4DB3-49FC-BAB0-38381215E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863"/>
                <a:ext cx="48" cy="132"/>
              </a:xfrm>
              <a:custGeom>
                <a:avLst/>
                <a:gdLst>
                  <a:gd name="T0" fmla="*/ 4 w 66"/>
                  <a:gd name="T1" fmla="*/ 1 h 180"/>
                  <a:gd name="T2" fmla="*/ 20 w 66"/>
                  <a:gd name="T3" fmla="*/ 30 h 180"/>
                  <a:gd name="T4" fmla="*/ 17 w 66"/>
                  <a:gd name="T5" fmla="*/ 47 h 180"/>
                  <a:gd name="T6" fmla="*/ 25 w 66"/>
                  <a:gd name="T7" fmla="*/ 62 h 180"/>
                  <a:gd name="T8" fmla="*/ 15 w 66"/>
                  <a:gd name="T9" fmla="*/ 71 h 180"/>
                  <a:gd name="T10" fmla="*/ 12 w 66"/>
                  <a:gd name="T11" fmla="*/ 37 h 180"/>
                  <a:gd name="T12" fmla="*/ 4 w 66"/>
                  <a:gd name="T13" fmla="*/ 6 h 180"/>
                  <a:gd name="T14" fmla="*/ 7 w 66"/>
                  <a:gd name="T15" fmla="*/ 3 h 1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180">
                    <a:moveTo>
                      <a:pt x="9" y="1"/>
                    </a:moveTo>
                    <a:cubicBezTo>
                      <a:pt x="47" y="0"/>
                      <a:pt x="56" y="49"/>
                      <a:pt x="53" y="76"/>
                    </a:cubicBezTo>
                    <a:cubicBezTo>
                      <a:pt x="52" y="90"/>
                      <a:pt x="40" y="104"/>
                      <a:pt x="42" y="118"/>
                    </a:cubicBezTo>
                    <a:cubicBezTo>
                      <a:pt x="44" y="136"/>
                      <a:pt x="66" y="141"/>
                      <a:pt x="66" y="158"/>
                    </a:cubicBezTo>
                    <a:cubicBezTo>
                      <a:pt x="54" y="160"/>
                      <a:pt x="45" y="171"/>
                      <a:pt x="39" y="180"/>
                    </a:cubicBezTo>
                    <a:cubicBezTo>
                      <a:pt x="0" y="178"/>
                      <a:pt x="26" y="112"/>
                      <a:pt x="32" y="94"/>
                    </a:cubicBezTo>
                    <a:cubicBezTo>
                      <a:pt x="43" y="64"/>
                      <a:pt x="38" y="32"/>
                      <a:pt x="9" y="15"/>
                    </a:cubicBezTo>
                    <a:cubicBezTo>
                      <a:pt x="10" y="9"/>
                      <a:pt x="14" y="9"/>
                      <a:pt x="18" y="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48" name="Freeform 865">
                <a:extLst>
                  <a:ext uri="{FF2B5EF4-FFF2-40B4-BE49-F238E27FC236}">
                    <a16:creationId xmlns:a16="http://schemas.microsoft.com/office/drawing/2014/main" id="{12718ED2-539D-4842-9E19-98C31C011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789"/>
                <a:ext cx="87" cy="73"/>
              </a:xfrm>
              <a:custGeom>
                <a:avLst/>
                <a:gdLst>
                  <a:gd name="T0" fmla="*/ 1 w 118"/>
                  <a:gd name="T1" fmla="*/ 0 h 99"/>
                  <a:gd name="T2" fmla="*/ 2 w 118"/>
                  <a:gd name="T3" fmla="*/ 15 h 99"/>
                  <a:gd name="T4" fmla="*/ 12 w 118"/>
                  <a:gd name="T5" fmla="*/ 25 h 99"/>
                  <a:gd name="T6" fmla="*/ 30 w 118"/>
                  <a:gd name="T7" fmla="*/ 40 h 99"/>
                  <a:gd name="T8" fmla="*/ 5 w 118"/>
                  <a:gd name="T9" fmla="*/ 1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99">
                    <a:moveTo>
                      <a:pt x="4" y="0"/>
                    </a:moveTo>
                    <a:cubicBezTo>
                      <a:pt x="8" y="12"/>
                      <a:pt x="0" y="22"/>
                      <a:pt x="5" y="36"/>
                    </a:cubicBezTo>
                    <a:cubicBezTo>
                      <a:pt x="10" y="48"/>
                      <a:pt x="19" y="55"/>
                      <a:pt x="30" y="62"/>
                    </a:cubicBezTo>
                    <a:cubicBezTo>
                      <a:pt x="47" y="74"/>
                      <a:pt x="59" y="86"/>
                      <a:pt x="74" y="99"/>
                    </a:cubicBezTo>
                    <a:cubicBezTo>
                      <a:pt x="118" y="64"/>
                      <a:pt x="3" y="38"/>
                      <a:pt x="12" y="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49" name="Freeform 866">
                <a:extLst>
                  <a:ext uri="{FF2B5EF4-FFF2-40B4-BE49-F238E27FC236}">
                    <a16:creationId xmlns:a16="http://schemas.microsoft.com/office/drawing/2014/main" id="{8676CA02-5067-4740-AE05-D66325D44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807"/>
                <a:ext cx="52" cy="47"/>
              </a:xfrm>
              <a:custGeom>
                <a:avLst/>
                <a:gdLst>
                  <a:gd name="T0" fmla="*/ 18 w 71"/>
                  <a:gd name="T1" fmla="*/ 3 h 64"/>
                  <a:gd name="T2" fmla="*/ 4 w 71"/>
                  <a:gd name="T3" fmla="*/ 4 h 64"/>
                  <a:gd name="T4" fmla="*/ 11 w 71"/>
                  <a:gd name="T5" fmla="*/ 18 h 64"/>
                  <a:gd name="T6" fmla="*/ 22 w 71"/>
                  <a:gd name="T7" fmla="*/ 23 h 64"/>
                  <a:gd name="T8" fmla="*/ 23 w 71"/>
                  <a:gd name="T9" fmla="*/ 5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64">
                    <a:moveTo>
                      <a:pt x="47" y="7"/>
                    </a:moveTo>
                    <a:cubicBezTo>
                      <a:pt x="36" y="1"/>
                      <a:pt x="19" y="0"/>
                      <a:pt x="11" y="11"/>
                    </a:cubicBezTo>
                    <a:cubicBezTo>
                      <a:pt x="0" y="27"/>
                      <a:pt x="16" y="35"/>
                      <a:pt x="27" y="45"/>
                    </a:cubicBezTo>
                    <a:cubicBezTo>
                      <a:pt x="36" y="53"/>
                      <a:pt x="41" y="64"/>
                      <a:pt x="56" y="57"/>
                    </a:cubicBezTo>
                    <a:cubicBezTo>
                      <a:pt x="71" y="49"/>
                      <a:pt x="68" y="25"/>
                      <a:pt x="60" y="13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50" name="Freeform 867">
                <a:extLst>
                  <a:ext uri="{FF2B5EF4-FFF2-40B4-BE49-F238E27FC236}">
                    <a16:creationId xmlns:a16="http://schemas.microsoft.com/office/drawing/2014/main" id="{FA8D32CF-8ED5-45E0-A657-9901183E2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769"/>
                <a:ext cx="79" cy="89"/>
              </a:xfrm>
              <a:custGeom>
                <a:avLst/>
                <a:gdLst>
                  <a:gd name="T0" fmla="*/ 20 w 107"/>
                  <a:gd name="T1" fmla="*/ 10 h 120"/>
                  <a:gd name="T2" fmla="*/ 35 w 107"/>
                  <a:gd name="T3" fmla="*/ 20 h 120"/>
                  <a:gd name="T4" fmla="*/ 31 w 107"/>
                  <a:gd name="T5" fmla="*/ 30 h 120"/>
                  <a:gd name="T6" fmla="*/ 42 w 107"/>
                  <a:gd name="T7" fmla="*/ 49 h 120"/>
                  <a:gd name="T8" fmla="*/ 18 w 107"/>
                  <a:gd name="T9" fmla="*/ 42 h 120"/>
                  <a:gd name="T10" fmla="*/ 14 w 107"/>
                  <a:gd name="T11" fmla="*/ 27 h 120"/>
                  <a:gd name="T12" fmla="*/ 0 w 107"/>
                  <a:gd name="T13" fmla="*/ 1 h 120"/>
                  <a:gd name="T14" fmla="*/ 22 w 107"/>
                  <a:gd name="T15" fmla="*/ 12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7" h="120">
                    <a:moveTo>
                      <a:pt x="49" y="23"/>
                    </a:moveTo>
                    <a:cubicBezTo>
                      <a:pt x="61" y="28"/>
                      <a:pt x="79" y="38"/>
                      <a:pt x="88" y="49"/>
                    </a:cubicBezTo>
                    <a:cubicBezTo>
                      <a:pt x="107" y="70"/>
                      <a:pt x="97" y="69"/>
                      <a:pt x="77" y="73"/>
                    </a:cubicBezTo>
                    <a:cubicBezTo>
                      <a:pt x="21" y="85"/>
                      <a:pt x="92" y="106"/>
                      <a:pt x="104" y="120"/>
                    </a:cubicBezTo>
                    <a:cubicBezTo>
                      <a:pt x="87" y="119"/>
                      <a:pt x="59" y="111"/>
                      <a:pt x="44" y="101"/>
                    </a:cubicBezTo>
                    <a:cubicBezTo>
                      <a:pt x="25" y="90"/>
                      <a:pt x="30" y="85"/>
                      <a:pt x="35" y="68"/>
                    </a:cubicBezTo>
                    <a:cubicBezTo>
                      <a:pt x="45" y="28"/>
                      <a:pt x="7" y="37"/>
                      <a:pt x="0" y="3"/>
                    </a:cubicBezTo>
                    <a:cubicBezTo>
                      <a:pt x="22" y="0"/>
                      <a:pt x="38" y="18"/>
                      <a:pt x="55" y="29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51" name="Freeform 868">
                <a:extLst>
                  <a:ext uri="{FF2B5EF4-FFF2-40B4-BE49-F238E27FC236}">
                    <a16:creationId xmlns:a16="http://schemas.microsoft.com/office/drawing/2014/main" id="{790DB464-2429-4A24-91F7-7408ED051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716"/>
                <a:ext cx="103" cy="49"/>
              </a:xfrm>
              <a:custGeom>
                <a:avLst/>
                <a:gdLst>
                  <a:gd name="T0" fmla="*/ 51 w 140"/>
                  <a:gd name="T1" fmla="*/ 15 h 66"/>
                  <a:gd name="T2" fmla="*/ 55 w 140"/>
                  <a:gd name="T3" fmla="*/ 26 h 66"/>
                  <a:gd name="T4" fmla="*/ 40 w 140"/>
                  <a:gd name="T5" fmla="*/ 20 h 66"/>
                  <a:gd name="T6" fmla="*/ 24 w 140"/>
                  <a:gd name="T7" fmla="*/ 19 h 66"/>
                  <a:gd name="T8" fmla="*/ 1 w 140"/>
                  <a:gd name="T9" fmla="*/ 8 h 66"/>
                  <a:gd name="T10" fmla="*/ 24 w 140"/>
                  <a:gd name="T11" fmla="*/ 10 h 66"/>
                  <a:gd name="T12" fmla="*/ 52 w 140"/>
                  <a:gd name="T13" fmla="*/ 19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66">
                    <a:moveTo>
                      <a:pt x="128" y="37"/>
                    </a:moveTo>
                    <a:cubicBezTo>
                      <a:pt x="135" y="44"/>
                      <a:pt x="140" y="53"/>
                      <a:pt x="138" y="63"/>
                    </a:cubicBezTo>
                    <a:cubicBezTo>
                      <a:pt x="126" y="66"/>
                      <a:pt x="113" y="54"/>
                      <a:pt x="101" y="50"/>
                    </a:cubicBezTo>
                    <a:cubicBezTo>
                      <a:pt x="88" y="46"/>
                      <a:pt x="75" y="48"/>
                      <a:pt x="61" y="46"/>
                    </a:cubicBezTo>
                    <a:cubicBezTo>
                      <a:pt x="50" y="43"/>
                      <a:pt x="5" y="31"/>
                      <a:pt x="4" y="20"/>
                    </a:cubicBezTo>
                    <a:cubicBezTo>
                      <a:pt x="0" y="0"/>
                      <a:pt x="47" y="22"/>
                      <a:pt x="59" y="24"/>
                    </a:cubicBezTo>
                    <a:cubicBezTo>
                      <a:pt x="82" y="30"/>
                      <a:pt x="111" y="29"/>
                      <a:pt x="130" y="46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52" name="Freeform 869">
                <a:extLst>
                  <a:ext uri="{FF2B5EF4-FFF2-40B4-BE49-F238E27FC236}">
                    <a16:creationId xmlns:a16="http://schemas.microsoft.com/office/drawing/2014/main" id="{CD00D3E9-B768-40E1-A160-D4899428D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716"/>
                <a:ext cx="25" cy="22"/>
              </a:xfrm>
              <a:custGeom>
                <a:avLst/>
                <a:gdLst>
                  <a:gd name="T0" fmla="*/ 13 w 34"/>
                  <a:gd name="T1" fmla="*/ 2 h 30"/>
                  <a:gd name="T2" fmla="*/ 13 w 34"/>
                  <a:gd name="T3" fmla="*/ 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34" y="6"/>
                    </a:moveTo>
                    <a:cubicBezTo>
                      <a:pt x="0" y="30"/>
                      <a:pt x="6" y="0"/>
                      <a:pt x="34" y="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53" name="Freeform 870">
                <a:extLst>
                  <a:ext uri="{FF2B5EF4-FFF2-40B4-BE49-F238E27FC236}">
                    <a16:creationId xmlns:a16="http://schemas.microsoft.com/office/drawing/2014/main" id="{19363B68-A394-4D50-A346-5E827F00F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" y="716"/>
                <a:ext cx="72" cy="23"/>
              </a:xfrm>
              <a:custGeom>
                <a:avLst/>
                <a:gdLst>
                  <a:gd name="T0" fmla="*/ 33 w 97"/>
                  <a:gd name="T1" fmla="*/ 4 h 31"/>
                  <a:gd name="T2" fmla="*/ 39 w 97"/>
                  <a:gd name="T3" fmla="*/ 7 h 31"/>
                  <a:gd name="T4" fmla="*/ 24 w 97"/>
                  <a:gd name="T5" fmla="*/ 6 h 31"/>
                  <a:gd name="T6" fmla="*/ 8 w 97"/>
                  <a:gd name="T7" fmla="*/ 8 h 31"/>
                  <a:gd name="T8" fmla="*/ 37 w 97"/>
                  <a:gd name="T9" fmla="*/ 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31">
                    <a:moveTo>
                      <a:pt x="82" y="9"/>
                    </a:moveTo>
                    <a:cubicBezTo>
                      <a:pt x="89" y="8"/>
                      <a:pt x="94" y="10"/>
                      <a:pt x="97" y="17"/>
                    </a:cubicBezTo>
                    <a:cubicBezTo>
                      <a:pt x="87" y="23"/>
                      <a:pt x="72" y="14"/>
                      <a:pt x="60" y="15"/>
                    </a:cubicBezTo>
                    <a:cubicBezTo>
                      <a:pt x="48" y="16"/>
                      <a:pt x="31" y="31"/>
                      <a:pt x="20" y="20"/>
                    </a:cubicBezTo>
                    <a:cubicBezTo>
                      <a:pt x="0" y="0"/>
                      <a:pt x="80" y="4"/>
                      <a:pt x="91" y="6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54" name="Freeform 871">
                <a:extLst>
                  <a:ext uri="{FF2B5EF4-FFF2-40B4-BE49-F238E27FC236}">
                    <a16:creationId xmlns:a16="http://schemas.microsoft.com/office/drawing/2014/main" id="{F0CE2ACC-5356-463C-861C-5656E43DB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819"/>
                <a:ext cx="94" cy="112"/>
              </a:xfrm>
              <a:custGeom>
                <a:avLst/>
                <a:gdLst>
                  <a:gd name="T0" fmla="*/ 3 w 127"/>
                  <a:gd name="T1" fmla="*/ 0 h 153"/>
                  <a:gd name="T2" fmla="*/ 39 w 127"/>
                  <a:gd name="T3" fmla="*/ 48 h 153"/>
                  <a:gd name="T4" fmla="*/ 50 w 127"/>
                  <a:gd name="T5" fmla="*/ 52 h 153"/>
                  <a:gd name="T6" fmla="*/ 35 w 127"/>
                  <a:gd name="T7" fmla="*/ 31 h 153"/>
                  <a:gd name="T8" fmla="*/ 33 w 127"/>
                  <a:gd name="T9" fmla="*/ 14 h 153"/>
                  <a:gd name="T10" fmla="*/ 6 w 127"/>
                  <a:gd name="T11" fmla="*/ 1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153">
                    <a:moveTo>
                      <a:pt x="7" y="0"/>
                    </a:moveTo>
                    <a:cubicBezTo>
                      <a:pt x="0" y="73"/>
                      <a:pt x="69" y="75"/>
                      <a:pt x="97" y="121"/>
                    </a:cubicBezTo>
                    <a:cubicBezTo>
                      <a:pt x="103" y="130"/>
                      <a:pt x="119" y="153"/>
                      <a:pt x="123" y="132"/>
                    </a:cubicBezTo>
                    <a:cubicBezTo>
                      <a:pt x="127" y="114"/>
                      <a:pt x="93" y="95"/>
                      <a:pt x="85" y="79"/>
                    </a:cubicBezTo>
                    <a:cubicBezTo>
                      <a:pt x="78" y="62"/>
                      <a:pt x="86" y="51"/>
                      <a:pt x="82" y="35"/>
                    </a:cubicBezTo>
                    <a:cubicBezTo>
                      <a:pt x="74" y="9"/>
                      <a:pt x="38" y="7"/>
                      <a:pt x="15" y="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55" name="Freeform 872">
                <a:extLst>
                  <a:ext uri="{FF2B5EF4-FFF2-40B4-BE49-F238E27FC236}">
                    <a16:creationId xmlns:a16="http://schemas.microsoft.com/office/drawing/2014/main" id="{DF7F822E-C18D-4408-AE86-EF777508C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762"/>
                <a:ext cx="88" cy="49"/>
              </a:xfrm>
              <a:custGeom>
                <a:avLst/>
                <a:gdLst>
                  <a:gd name="T0" fmla="*/ 1 w 120"/>
                  <a:gd name="T1" fmla="*/ 1 h 67"/>
                  <a:gd name="T2" fmla="*/ 18 w 120"/>
                  <a:gd name="T3" fmla="*/ 20 h 67"/>
                  <a:gd name="T4" fmla="*/ 48 w 120"/>
                  <a:gd name="T5" fmla="*/ 23 h 67"/>
                  <a:gd name="T6" fmla="*/ 20 w 120"/>
                  <a:gd name="T7" fmla="*/ 15 h 67"/>
                  <a:gd name="T8" fmla="*/ 11 w 120"/>
                  <a:gd name="T9" fmla="*/ 8 h 67"/>
                  <a:gd name="T10" fmla="*/ 3 w 120"/>
                  <a:gd name="T11" fmla="*/ 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67">
                    <a:moveTo>
                      <a:pt x="1" y="2"/>
                    </a:moveTo>
                    <a:cubicBezTo>
                      <a:pt x="0" y="36"/>
                      <a:pt x="17" y="44"/>
                      <a:pt x="47" y="50"/>
                    </a:cubicBezTo>
                    <a:cubicBezTo>
                      <a:pt x="62" y="53"/>
                      <a:pt x="111" y="67"/>
                      <a:pt x="120" y="58"/>
                    </a:cubicBezTo>
                    <a:cubicBezTo>
                      <a:pt x="106" y="40"/>
                      <a:pt x="72" y="47"/>
                      <a:pt x="51" y="40"/>
                    </a:cubicBezTo>
                    <a:cubicBezTo>
                      <a:pt x="38" y="35"/>
                      <a:pt x="36" y="30"/>
                      <a:pt x="29" y="21"/>
                    </a:cubicBezTo>
                    <a:cubicBezTo>
                      <a:pt x="22" y="13"/>
                      <a:pt x="23" y="0"/>
                      <a:pt x="8" y="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56" name="Freeform 873">
                <a:extLst>
                  <a:ext uri="{FF2B5EF4-FFF2-40B4-BE49-F238E27FC236}">
                    <a16:creationId xmlns:a16="http://schemas.microsoft.com/office/drawing/2014/main" id="{8BC92578-5F5F-4359-A4CE-4E5747AA5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1013"/>
                <a:ext cx="36" cy="81"/>
              </a:xfrm>
              <a:custGeom>
                <a:avLst/>
                <a:gdLst>
                  <a:gd name="T0" fmla="*/ 15 w 49"/>
                  <a:gd name="T1" fmla="*/ 8 h 110"/>
                  <a:gd name="T2" fmla="*/ 7 w 49"/>
                  <a:gd name="T3" fmla="*/ 4 h 110"/>
                  <a:gd name="T4" fmla="*/ 1 w 49"/>
                  <a:gd name="T5" fmla="*/ 22 h 110"/>
                  <a:gd name="T6" fmla="*/ 15 w 49"/>
                  <a:gd name="T7" fmla="*/ 1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10">
                    <a:moveTo>
                      <a:pt x="39" y="20"/>
                    </a:moveTo>
                    <a:cubicBezTo>
                      <a:pt x="49" y="0"/>
                      <a:pt x="28" y="1"/>
                      <a:pt x="17" y="10"/>
                    </a:cubicBezTo>
                    <a:cubicBezTo>
                      <a:pt x="5" y="19"/>
                      <a:pt x="0" y="40"/>
                      <a:pt x="2" y="55"/>
                    </a:cubicBezTo>
                    <a:cubicBezTo>
                      <a:pt x="7" y="110"/>
                      <a:pt x="40" y="53"/>
                      <a:pt x="39" y="2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57" name="Freeform 874">
                <a:extLst>
                  <a:ext uri="{FF2B5EF4-FFF2-40B4-BE49-F238E27FC236}">
                    <a16:creationId xmlns:a16="http://schemas.microsoft.com/office/drawing/2014/main" id="{988501EB-D6D3-4E9A-96E2-D49845026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934"/>
                <a:ext cx="68" cy="84"/>
              </a:xfrm>
              <a:custGeom>
                <a:avLst/>
                <a:gdLst>
                  <a:gd name="T0" fmla="*/ 12 w 92"/>
                  <a:gd name="T1" fmla="*/ 9 h 115"/>
                  <a:gd name="T2" fmla="*/ 37 w 92"/>
                  <a:gd name="T3" fmla="*/ 45 h 115"/>
                  <a:gd name="T4" fmla="*/ 18 w 92"/>
                  <a:gd name="T5" fmla="*/ 30 h 115"/>
                  <a:gd name="T6" fmla="*/ 1 w 92"/>
                  <a:gd name="T7" fmla="*/ 34 h 115"/>
                  <a:gd name="T8" fmla="*/ 13 w 92"/>
                  <a:gd name="T9" fmla="*/ 7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15">
                    <a:moveTo>
                      <a:pt x="28" y="24"/>
                    </a:moveTo>
                    <a:cubicBezTo>
                      <a:pt x="59" y="0"/>
                      <a:pt x="92" y="94"/>
                      <a:pt x="91" y="115"/>
                    </a:cubicBezTo>
                    <a:cubicBezTo>
                      <a:pt x="72" y="108"/>
                      <a:pt x="64" y="81"/>
                      <a:pt x="43" y="77"/>
                    </a:cubicBezTo>
                    <a:cubicBezTo>
                      <a:pt x="29" y="75"/>
                      <a:pt x="17" y="85"/>
                      <a:pt x="4" y="86"/>
                    </a:cubicBezTo>
                    <a:cubicBezTo>
                      <a:pt x="0" y="55"/>
                      <a:pt x="10" y="34"/>
                      <a:pt x="32" y="16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58" name="Freeform 875">
                <a:extLst>
                  <a:ext uri="{FF2B5EF4-FFF2-40B4-BE49-F238E27FC236}">
                    <a16:creationId xmlns:a16="http://schemas.microsoft.com/office/drawing/2014/main" id="{7E869D25-A0F8-4CBC-8C46-0775A34D0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138"/>
                <a:ext cx="117" cy="70"/>
              </a:xfrm>
              <a:custGeom>
                <a:avLst/>
                <a:gdLst>
                  <a:gd name="T0" fmla="*/ 54 w 158"/>
                  <a:gd name="T1" fmla="*/ 22 h 94"/>
                  <a:gd name="T2" fmla="*/ 46 w 158"/>
                  <a:gd name="T3" fmla="*/ 20 h 94"/>
                  <a:gd name="T4" fmla="*/ 44 w 158"/>
                  <a:gd name="T5" fmla="*/ 31 h 94"/>
                  <a:gd name="T6" fmla="*/ 31 w 158"/>
                  <a:gd name="T7" fmla="*/ 19 h 94"/>
                  <a:gd name="T8" fmla="*/ 13 w 158"/>
                  <a:gd name="T9" fmla="*/ 16 h 94"/>
                  <a:gd name="T10" fmla="*/ 17 w 158"/>
                  <a:gd name="T11" fmla="*/ 8 h 94"/>
                  <a:gd name="T12" fmla="*/ 10 w 158"/>
                  <a:gd name="T13" fmla="*/ 0 h 94"/>
                  <a:gd name="T14" fmla="*/ 10 w 158"/>
                  <a:gd name="T15" fmla="*/ 25 h 94"/>
                  <a:gd name="T16" fmla="*/ 35 w 158"/>
                  <a:gd name="T17" fmla="*/ 34 h 94"/>
                  <a:gd name="T18" fmla="*/ 58 w 158"/>
                  <a:gd name="T19" fmla="*/ 34 h 94"/>
                  <a:gd name="T20" fmla="*/ 64 w 158"/>
                  <a:gd name="T21" fmla="*/ 25 h 94"/>
                  <a:gd name="T22" fmla="*/ 53 w 158"/>
                  <a:gd name="T23" fmla="*/ 21 h 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8" h="94">
                    <a:moveTo>
                      <a:pt x="132" y="53"/>
                    </a:moveTo>
                    <a:cubicBezTo>
                      <a:pt x="127" y="49"/>
                      <a:pt x="120" y="48"/>
                      <a:pt x="113" y="49"/>
                    </a:cubicBezTo>
                    <a:cubicBezTo>
                      <a:pt x="116" y="60"/>
                      <a:pt x="126" y="74"/>
                      <a:pt x="110" y="77"/>
                    </a:cubicBezTo>
                    <a:cubicBezTo>
                      <a:pt x="92" y="81"/>
                      <a:pt x="85" y="55"/>
                      <a:pt x="77" y="44"/>
                    </a:cubicBezTo>
                    <a:cubicBezTo>
                      <a:pt x="66" y="48"/>
                      <a:pt x="38" y="59"/>
                      <a:pt x="33" y="40"/>
                    </a:cubicBezTo>
                    <a:cubicBezTo>
                      <a:pt x="30" y="28"/>
                      <a:pt x="44" y="30"/>
                      <a:pt x="42" y="20"/>
                    </a:cubicBezTo>
                    <a:cubicBezTo>
                      <a:pt x="41" y="14"/>
                      <a:pt x="29" y="4"/>
                      <a:pt x="24" y="0"/>
                    </a:cubicBezTo>
                    <a:cubicBezTo>
                      <a:pt x="0" y="11"/>
                      <a:pt x="12" y="46"/>
                      <a:pt x="24" y="60"/>
                    </a:cubicBezTo>
                    <a:cubicBezTo>
                      <a:pt x="41" y="79"/>
                      <a:pt x="63" y="78"/>
                      <a:pt x="86" y="82"/>
                    </a:cubicBezTo>
                    <a:cubicBezTo>
                      <a:pt x="107" y="85"/>
                      <a:pt x="122" y="94"/>
                      <a:pt x="142" y="80"/>
                    </a:cubicBezTo>
                    <a:cubicBezTo>
                      <a:pt x="145" y="77"/>
                      <a:pt x="158" y="64"/>
                      <a:pt x="157" y="60"/>
                    </a:cubicBezTo>
                    <a:cubicBezTo>
                      <a:pt x="154" y="49"/>
                      <a:pt x="139" y="53"/>
                      <a:pt x="130" y="5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59" name="Freeform 876">
                <a:extLst>
                  <a:ext uri="{FF2B5EF4-FFF2-40B4-BE49-F238E27FC236}">
                    <a16:creationId xmlns:a16="http://schemas.microsoft.com/office/drawing/2014/main" id="{70EB3D95-7DDF-4253-BC9D-08DE047D4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129"/>
                <a:ext cx="59" cy="30"/>
              </a:xfrm>
              <a:custGeom>
                <a:avLst/>
                <a:gdLst>
                  <a:gd name="T0" fmla="*/ 8 w 80"/>
                  <a:gd name="T1" fmla="*/ 0 h 41"/>
                  <a:gd name="T2" fmla="*/ 4 w 80"/>
                  <a:gd name="T3" fmla="*/ 11 h 41"/>
                  <a:gd name="T4" fmla="*/ 13 w 80"/>
                  <a:gd name="T5" fmla="*/ 8 h 41"/>
                  <a:gd name="T6" fmla="*/ 14 w 80"/>
                  <a:gd name="T7" fmla="*/ 15 h 41"/>
                  <a:gd name="T8" fmla="*/ 30 w 80"/>
                  <a:gd name="T9" fmla="*/ 4 h 41"/>
                  <a:gd name="T10" fmla="*/ 11 w 80"/>
                  <a:gd name="T11" fmla="*/ 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41">
                    <a:moveTo>
                      <a:pt x="21" y="0"/>
                    </a:moveTo>
                    <a:cubicBezTo>
                      <a:pt x="15" y="3"/>
                      <a:pt x="0" y="21"/>
                      <a:pt x="10" y="28"/>
                    </a:cubicBezTo>
                    <a:cubicBezTo>
                      <a:pt x="15" y="32"/>
                      <a:pt x="28" y="21"/>
                      <a:pt x="34" y="20"/>
                    </a:cubicBezTo>
                    <a:cubicBezTo>
                      <a:pt x="33" y="26"/>
                      <a:pt x="36" y="33"/>
                      <a:pt x="35" y="39"/>
                    </a:cubicBezTo>
                    <a:cubicBezTo>
                      <a:pt x="45" y="41"/>
                      <a:pt x="80" y="26"/>
                      <a:pt x="74" y="11"/>
                    </a:cubicBezTo>
                    <a:cubicBezTo>
                      <a:pt x="72" y="5"/>
                      <a:pt x="36" y="3"/>
                      <a:pt x="28" y="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60" name="Freeform 877">
                <a:extLst>
                  <a:ext uri="{FF2B5EF4-FFF2-40B4-BE49-F238E27FC236}">
                    <a16:creationId xmlns:a16="http://schemas.microsoft.com/office/drawing/2014/main" id="{5BD91CDA-0637-497D-B1FD-6CEC177F9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1062"/>
                <a:ext cx="56" cy="52"/>
              </a:xfrm>
              <a:custGeom>
                <a:avLst/>
                <a:gdLst>
                  <a:gd name="T0" fmla="*/ 16 w 76"/>
                  <a:gd name="T1" fmla="*/ 0 h 71"/>
                  <a:gd name="T2" fmla="*/ 19 w 76"/>
                  <a:gd name="T3" fmla="*/ 24 h 71"/>
                  <a:gd name="T4" fmla="*/ 23 w 76"/>
                  <a:gd name="T5" fmla="*/ 1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71">
                    <a:moveTo>
                      <a:pt x="41" y="0"/>
                    </a:moveTo>
                    <a:cubicBezTo>
                      <a:pt x="37" y="16"/>
                      <a:pt x="0" y="71"/>
                      <a:pt x="48" y="62"/>
                    </a:cubicBezTo>
                    <a:cubicBezTo>
                      <a:pt x="76" y="57"/>
                      <a:pt x="76" y="19"/>
                      <a:pt x="57" y="3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61" name="Freeform 878">
                <a:extLst>
                  <a:ext uri="{FF2B5EF4-FFF2-40B4-BE49-F238E27FC236}">
                    <a16:creationId xmlns:a16="http://schemas.microsoft.com/office/drawing/2014/main" id="{FABC3CCD-3F41-4163-A2F4-D4A98A3F7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166"/>
                <a:ext cx="73" cy="92"/>
              </a:xfrm>
              <a:custGeom>
                <a:avLst/>
                <a:gdLst>
                  <a:gd name="T0" fmla="*/ 11 w 100"/>
                  <a:gd name="T1" fmla="*/ 25 h 126"/>
                  <a:gd name="T2" fmla="*/ 6 w 100"/>
                  <a:gd name="T3" fmla="*/ 30 h 126"/>
                  <a:gd name="T4" fmla="*/ 12 w 100"/>
                  <a:gd name="T5" fmla="*/ 13 h 126"/>
                  <a:gd name="T6" fmla="*/ 19 w 100"/>
                  <a:gd name="T7" fmla="*/ 0 h 126"/>
                  <a:gd name="T8" fmla="*/ 0 w 100"/>
                  <a:gd name="T9" fmla="*/ 49 h 126"/>
                  <a:gd name="T10" fmla="*/ 15 w 100"/>
                  <a:gd name="T11" fmla="*/ 37 h 126"/>
                  <a:gd name="T12" fmla="*/ 23 w 100"/>
                  <a:gd name="T13" fmla="*/ 20 h 126"/>
                  <a:gd name="T14" fmla="*/ 11 w 100"/>
                  <a:gd name="T15" fmla="*/ 27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126">
                    <a:moveTo>
                      <a:pt x="28" y="64"/>
                    </a:moveTo>
                    <a:cubicBezTo>
                      <a:pt x="26" y="71"/>
                      <a:pt x="22" y="76"/>
                      <a:pt x="15" y="77"/>
                    </a:cubicBezTo>
                    <a:cubicBezTo>
                      <a:pt x="13" y="64"/>
                      <a:pt x="25" y="46"/>
                      <a:pt x="30" y="34"/>
                    </a:cubicBezTo>
                    <a:cubicBezTo>
                      <a:pt x="35" y="20"/>
                      <a:pt x="35" y="10"/>
                      <a:pt x="48" y="0"/>
                    </a:cubicBezTo>
                    <a:cubicBezTo>
                      <a:pt x="100" y="36"/>
                      <a:pt x="49" y="122"/>
                      <a:pt x="0" y="126"/>
                    </a:cubicBezTo>
                    <a:cubicBezTo>
                      <a:pt x="1" y="107"/>
                      <a:pt x="23" y="104"/>
                      <a:pt x="37" y="95"/>
                    </a:cubicBezTo>
                    <a:cubicBezTo>
                      <a:pt x="55" y="83"/>
                      <a:pt x="56" y="72"/>
                      <a:pt x="59" y="51"/>
                    </a:cubicBezTo>
                    <a:cubicBezTo>
                      <a:pt x="45" y="49"/>
                      <a:pt x="35" y="58"/>
                      <a:pt x="28" y="69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62" name="Freeform 879">
                <a:extLst>
                  <a:ext uri="{FF2B5EF4-FFF2-40B4-BE49-F238E27FC236}">
                    <a16:creationId xmlns:a16="http://schemas.microsoft.com/office/drawing/2014/main" id="{86098423-8C7D-4627-9020-65900D135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187"/>
                <a:ext cx="75" cy="94"/>
              </a:xfrm>
              <a:custGeom>
                <a:avLst/>
                <a:gdLst>
                  <a:gd name="T0" fmla="*/ 32 w 103"/>
                  <a:gd name="T1" fmla="*/ 19 h 128"/>
                  <a:gd name="T2" fmla="*/ 17 w 103"/>
                  <a:gd name="T3" fmla="*/ 32 h 128"/>
                  <a:gd name="T4" fmla="*/ 26 w 103"/>
                  <a:gd name="T5" fmla="*/ 47 h 128"/>
                  <a:gd name="T6" fmla="*/ 7 w 103"/>
                  <a:gd name="T7" fmla="*/ 42 h 128"/>
                  <a:gd name="T8" fmla="*/ 8 w 103"/>
                  <a:gd name="T9" fmla="*/ 24 h 128"/>
                  <a:gd name="T10" fmla="*/ 40 w 103"/>
                  <a:gd name="T11" fmla="*/ 19 h 128"/>
                  <a:gd name="T12" fmla="*/ 29 w 103"/>
                  <a:gd name="T13" fmla="*/ 21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128">
                    <a:moveTo>
                      <a:pt x="82" y="49"/>
                    </a:moveTo>
                    <a:cubicBezTo>
                      <a:pt x="64" y="49"/>
                      <a:pt x="48" y="65"/>
                      <a:pt x="44" y="82"/>
                    </a:cubicBezTo>
                    <a:cubicBezTo>
                      <a:pt x="38" y="108"/>
                      <a:pt x="57" y="102"/>
                      <a:pt x="69" y="119"/>
                    </a:cubicBezTo>
                    <a:cubicBezTo>
                      <a:pt x="60" y="128"/>
                      <a:pt x="24" y="113"/>
                      <a:pt x="16" y="106"/>
                    </a:cubicBezTo>
                    <a:cubicBezTo>
                      <a:pt x="0" y="92"/>
                      <a:pt x="7" y="74"/>
                      <a:pt x="20" y="60"/>
                    </a:cubicBezTo>
                    <a:cubicBezTo>
                      <a:pt x="33" y="44"/>
                      <a:pt x="102" y="0"/>
                      <a:pt x="103" y="48"/>
                    </a:cubicBezTo>
                    <a:cubicBezTo>
                      <a:pt x="94" y="52"/>
                      <a:pt x="84" y="56"/>
                      <a:pt x="75" y="53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63" name="Freeform 880">
                <a:extLst>
                  <a:ext uri="{FF2B5EF4-FFF2-40B4-BE49-F238E27FC236}">
                    <a16:creationId xmlns:a16="http://schemas.microsoft.com/office/drawing/2014/main" id="{02C7B658-5A42-4FFF-A7BB-00AF7ABE3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1073"/>
                <a:ext cx="184" cy="129"/>
              </a:xfrm>
              <a:custGeom>
                <a:avLst/>
                <a:gdLst>
                  <a:gd name="T0" fmla="*/ 79 w 250"/>
                  <a:gd name="T1" fmla="*/ 27 h 176"/>
                  <a:gd name="T2" fmla="*/ 74 w 250"/>
                  <a:gd name="T3" fmla="*/ 55 h 176"/>
                  <a:gd name="T4" fmla="*/ 49 w 250"/>
                  <a:gd name="T5" fmla="*/ 55 h 176"/>
                  <a:gd name="T6" fmla="*/ 17 w 250"/>
                  <a:gd name="T7" fmla="*/ 66 h 176"/>
                  <a:gd name="T8" fmla="*/ 24 w 250"/>
                  <a:gd name="T9" fmla="*/ 52 h 176"/>
                  <a:gd name="T10" fmla="*/ 45 w 250"/>
                  <a:gd name="T11" fmla="*/ 24 h 176"/>
                  <a:gd name="T12" fmla="*/ 78 w 250"/>
                  <a:gd name="T13" fmla="*/ 31 h 1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0" h="176">
                    <a:moveTo>
                      <a:pt x="199" y="69"/>
                    </a:moveTo>
                    <a:cubicBezTo>
                      <a:pt x="217" y="102"/>
                      <a:pt x="250" y="145"/>
                      <a:pt x="186" y="140"/>
                    </a:cubicBezTo>
                    <a:cubicBezTo>
                      <a:pt x="161" y="138"/>
                      <a:pt x="146" y="136"/>
                      <a:pt x="121" y="141"/>
                    </a:cubicBezTo>
                    <a:cubicBezTo>
                      <a:pt x="95" y="148"/>
                      <a:pt x="68" y="163"/>
                      <a:pt x="42" y="168"/>
                    </a:cubicBezTo>
                    <a:cubicBezTo>
                      <a:pt x="0" y="176"/>
                      <a:pt x="41" y="142"/>
                      <a:pt x="58" y="133"/>
                    </a:cubicBezTo>
                    <a:cubicBezTo>
                      <a:pt x="93" y="112"/>
                      <a:pt x="105" y="99"/>
                      <a:pt x="113" y="61"/>
                    </a:cubicBezTo>
                    <a:cubicBezTo>
                      <a:pt x="127" y="0"/>
                      <a:pt x="178" y="30"/>
                      <a:pt x="195" y="7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64" name="Freeform 881">
                <a:extLst>
                  <a:ext uri="{FF2B5EF4-FFF2-40B4-BE49-F238E27FC236}">
                    <a16:creationId xmlns:a16="http://schemas.microsoft.com/office/drawing/2014/main" id="{AAF8C5D5-6613-431F-A3C9-7270644FB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098"/>
                <a:ext cx="60" cy="43"/>
              </a:xfrm>
              <a:custGeom>
                <a:avLst/>
                <a:gdLst>
                  <a:gd name="T0" fmla="*/ 12 w 82"/>
                  <a:gd name="T1" fmla="*/ 0 h 58"/>
                  <a:gd name="T2" fmla="*/ 1 w 82"/>
                  <a:gd name="T3" fmla="*/ 14 h 58"/>
                  <a:gd name="T4" fmla="*/ 12 w 82"/>
                  <a:gd name="T5" fmla="*/ 22 h 58"/>
                  <a:gd name="T6" fmla="*/ 26 w 82"/>
                  <a:gd name="T7" fmla="*/ 16 h 58"/>
                  <a:gd name="T8" fmla="*/ 14 w 82"/>
                  <a:gd name="T9" fmla="*/ 1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58">
                    <a:moveTo>
                      <a:pt x="30" y="0"/>
                    </a:moveTo>
                    <a:cubicBezTo>
                      <a:pt x="13" y="8"/>
                      <a:pt x="0" y="11"/>
                      <a:pt x="1" y="35"/>
                    </a:cubicBezTo>
                    <a:cubicBezTo>
                      <a:pt x="2" y="58"/>
                      <a:pt x="12" y="57"/>
                      <a:pt x="31" y="54"/>
                    </a:cubicBezTo>
                    <a:cubicBezTo>
                      <a:pt x="43" y="53"/>
                      <a:pt x="60" y="50"/>
                      <a:pt x="67" y="39"/>
                    </a:cubicBezTo>
                    <a:cubicBezTo>
                      <a:pt x="82" y="14"/>
                      <a:pt x="55" y="8"/>
                      <a:pt x="36" y="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65" name="Freeform 882">
                <a:extLst>
                  <a:ext uri="{FF2B5EF4-FFF2-40B4-BE49-F238E27FC236}">
                    <a16:creationId xmlns:a16="http://schemas.microsoft.com/office/drawing/2014/main" id="{92B6D65D-9616-415C-A19F-C54DF6C93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" y="1085"/>
                <a:ext cx="67" cy="40"/>
              </a:xfrm>
              <a:custGeom>
                <a:avLst/>
                <a:gdLst>
                  <a:gd name="T0" fmla="*/ 36 w 91"/>
                  <a:gd name="T1" fmla="*/ 5 h 55"/>
                  <a:gd name="T2" fmla="*/ 19 w 91"/>
                  <a:gd name="T3" fmla="*/ 17 h 55"/>
                  <a:gd name="T4" fmla="*/ 10 w 91"/>
                  <a:gd name="T5" fmla="*/ 10 h 55"/>
                  <a:gd name="T6" fmla="*/ 0 w 91"/>
                  <a:gd name="T7" fmla="*/ 7 h 55"/>
                  <a:gd name="T8" fmla="*/ 20 w 91"/>
                  <a:gd name="T9" fmla="*/ 9 h 55"/>
                  <a:gd name="T10" fmla="*/ 35 w 91"/>
                  <a:gd name="T11" fmla="*/ 4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55">
                    <a:moveTo>
                      <a:pt x="89" y="13"/>
                    </a:moveTo>
                    <a:cubicBezTo>
                      <a:pt x="91" y="37"/>
                      <a:pt x="67" y="55"/>
                      <a:pt x="47" y="44"/>
                    </a:cubicBezTo>
                    <a:cubicBezTo>
                      <a:pt x="39" y="40"/>
                      <a:pt x="35" y="30"/>
                      <a:pt x="25" y="26"/>
                    </a:cubicBezTo>
                    <a:cubicBezTo>
                      <a:pt x="16" y="22"/>
                      <a:pt x="8" y="25"/>
                      <a:pt x="0" y="18"/>
                    </a:cubicBezTo>
                    <a:cubicBezTo>
                      <a:pt x="12" y="0"/>
                      <a:pt x="34" y="21"/>
                      <a:pt x="49" y="25"/>
                    </a:cubicBezTo>
                    <a:cubicBezTo>
                      <a:pt x="72" y="30"/>
                      <a:pt x="72" y="18"/>
                      <a:pt x="87" y="9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66" name="Freeform 883">
                <a:extLst>
                  <a:ext uri="{FF2B5EF4-FFF2-40B4-BE49-F238E27FC236}">
                    <a16:creationId xmlns:a16="http://schemas.microsoft.com/office/drawing/2014/main" id="{8678927A-7EBC-4B5D-A89F-E79C7001C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004"/>
                <a:ext cx="161" cy="83"/>
              </a:xfrm>
              <a:custGeom>
                <a:avLst/>
                <a:gdLst>
                  <a:gd name="T0" fmla="*/ 0 w 220"/>
                  <a:gd name="T1" fmla="*/ 12 h 112"/>
                  <a:gd name="T2" fmla="*/ 8 w 220"/>
                  <a:gd name="T3" fmla="*/ 0 h 112"/>
                  <a:gd name="T4" fmla="*/ 46 w 220"/>
                  <a:gd name="T5" fmla="*/ 25 h 112"/>
                  <a:gd name="T6" fmla="*/ 86 w 220"/>
                  <a:gd name="T7" fmla="*/ 42 h 112"/>
                  <a:gd name="T8" fmla="*/ 56 w 220"/>
                  <a:gd name="T9" fmla="*/ 37 h 112"/>
                  <a:gd name="T10" fmla="*/ 32 w 220"/>
                  <a:gd name="T11" fmla="*/ 39 h 112"/>
                  <a:gd name="T12" fmla="*/ 20 w 220"/>
                  <a:gd name="T13" fmla="*/ 24 h 112"/>
                  <a:gd name="T14" fmla="*/ 7 w 220"/>
                  <a:gd name="T15" fmla="*/ 18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0" h="112">
                    <a:moveTo>
                      <a:pt x="0" y="30"/>
                    </a:moveTo>
                    <a:cubicBezTo>
                      <a:pt x="12" y="25"/>
                      <a:pt x="13" y="9"/>
                      <a:pt x="20" y="0"/>
                    </a:cubicBezTo>
                    <a:cubicBezTo>
                      <a:pt x="30" y="40"/>
                      <a:pt x="81" y="56"/>
                      <a:pt x="117" y="62"/>
                    </a:cubicBezTo>
                    <a:cubicBezTo>
                      <a:pt x="146" y="68"/>
                      <a:pt x="217" y="59"/>
                      <a:pt x="220" y="102"/>
                    </a:cubicBezTo>
                    <a:cubicBezTo>
                      <a:pt x="201" y="112"/>
                      <a:pt x="165" y="92"/>
                      <a:pt x="143" y="91"/>
                    </a:cubicBezTo>
                    <a:cubicBezTo>
                      <a:pt x="124" y="90"/>
                      <a:pt x="99" y="100"/>
                      <a:pt x="82" y="96"/>
                    </a:cubicBezTo>
                    <a:cubicBezTo>
                      <a:pt x="60" y="91"/>
                      <a:pt x="66" y="70"/>
                      <a:pt x="51" y="58"/>
                    </a:cubicBezTo>
                    <a:cubicBezTo>
                      <a:pt x="41" y="51"/>
                      <a:pt x="19" y="58"/>
                      <a:pt x="18" y="43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67" name="Freeform 884">
                <a:extLst>
                  <a:ext uri="{FF2B5EF4-FFF2-40B4-BE49-F238E27FC236}">
                    <a16:creationId xmlns:a16="http://schemas.microsoft.com/office/drawing/2014/main" id="{8A7074EC-DFE9-4960-99BF-52F192FBF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1015"/>
                <a:ext cx="67" cy="52"/>
              </a:xfrm>
              <a:custGeom>
                <a:avLst/>
                <a:gdLst>
                  <a:gd name="T0" fmla="*/ 9 w 91"/>
                  <a:gd name="T1" fmla="*/ 0 h 71"/>
                  <a:gd name="T2" fmla="*/ 7 w 91"/>
                  <a:gd name="T3" fmla="*/ 17 h 71"/>
                  <a:gd name="T4" fmla="*/ 24 w 91"/>
                  <a:gd name="T5" fmla="*/ 28 h 71"/>
                  <a:gd name="T6" fmla="*/ 21 w 91"/>
                  <a:gd name="T7" fmla="*/ 20 h 71"/>
                  <a:gd name="T8" fmla="*/ 12 w 91"/>
                  <a:gd name="T9" fmla="*/ 4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71">
                    <a:moveTo>
                      <a:pt x="22" y="0"/>
                    </a:moveTo>
                    <a:cubicBezTo>
                      <a:pt x="23" y="22"/>
                      <a:pt x="0" y="20"/>
                      <a:pt x="16" y="42"/>
                    </a:cubicBezTo>
                    <a:cubicBezTo>
                      <a:pt x="21" y="50"/>
                      <a:pt x="49" y="71"/>
                      <a:pt x="59" y="71"/>
                    </a:cubicBezTo>
                    <a:cubicBezTo>
                      <a:pt x="91" y="69"/>
                      <a:pt x="62" y="55"/>
                      <a:pt x="52" y="51"/>
                    </a:cubicBezTo>
                    <a:cubicBezTo>
                      <a:pt x="39" y="44"/>
                      <a:pt x="14" y="28"/>
                      <a:pt x="30" y="1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68" name="Freeform 885">
                <a:extLst>
                  <a:ext uri="{FF2B5EF4-FFF2-40B4-BE49-F238E27FC236}">
                    <a16:creationId xmlns:a16="http://schemas.microsoft.com/office/drawing/2014/main" id="{994B0150-BDB6-4D45-9111-1AC43A438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981"/>
                <a:ext cx="103" cy="53"/>
              </a:xfrm>
              <a:custGeom>
                <a:avLst/>
                <a:gdLst>
                  <a:gd name="T0" fmla="*/ 38 w 140"/>
                  <a:gd name="T1" fmla="*/ 7 h 73"/>
                  <a:gd name="T2" fmla="*/ 24 w 140"/>
                  <a:gd name="T3" fmla="*/ 25 h 73"/>
                  <a:gd name="T4" fmla="*/ 40 w 140"/>
                  <a:gd name="T5" fmla="*/ 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0" h="73">
                    <a:moveTo>
                      <a:pt x="95" y="16"/>
                    </a:moveTo>
                    <a:cubicBezTo>
                      <a:pt x="55" y="0"/>
                      <a:pt x="0" y="51"/>
                      <a:pt x="60" y="66"/>
                    </a:cubicBezTo>
                    <a:cubicBezTo>
                      <a:pt x="88" y="73"/>
                      <a:pt x="140" y="51"/>
                      <a:pt x="101" y="2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69" name="Freeform 886">
                <a:extLst>
                  <a:ext uri="{FF2B5EF4-FFF2-40B4-BE49-F238E27FC236}">
                    <a16:creationId xmlns:a16="http://schemas.microsoft.com/office/drawing/2014/main" id="{69B88EA6-1C44-4626-B936-930C753E5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" y="967"/>
                <a:ext cx="47" cy="68"/>
              </a:xfrm>
              <a:custGeom>
                <a:avLst/>
                <a:gdLst>
                  <a:gd name="T0" fmla="*/ 3 w 64"/>
                  <a:gd name="T1" fmla="*/ 4 h 93"/>
                  <a:gd name="T2" fmla="*/ 19 w 64"/>
                  <a:gd name="T3" fmla="*/ 27 h 93"/>
                  <a:gd name="T4" fmla="*/ 3 w 64"/>
                  <a:gd name="T5" fmla="*/ 5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93">
                    <a:moveTo>
                      <a:pt x="7" y="10"/>
                    </a:moveTo>
                    <a:cubicBezTo>
                      <a:pt x="30" y="0"/>
                      <a:pt x="64" y="54"/>
                      <a:pt x="47" y="70"/>
                    </a:cubicBezTo>
                    <a:cubicBezTo>
                      <a:pt x="24" y="93"/>
                      <a:pt x="0" y="28"/>
                      <a:pt x="7" y="1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70" name="Freeform 887">
                <a:extLst>
                  <a:ext uri="{FF2B5EF4-FFF2-40B4-BE49-F238E27FC236}">
                    <a16:creationId xmlns:a16="http://schemas.microsoft.com/office/drawing/2014/main" id="{193D1392-CDB8-4EC3-B0FD-347CAB36C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888"/>
                <a:ext cx="62" cy="63"/>
              </a:xfrm>
              <a:custGeom>
                <a:avLst/>
                <a:gdLst>
                  <a:gd name="T0" fmla="*/ 0 w 84"/>
                  <a:gd name="T1" fmla="*/ 0 h 86"/>
                  <a:gd name="T2" fmla="*/ 15 w 84"/>
                  <a:gd name="T3" fmla="*/ 23 h 86"/>
                  <a:gd name="T4" fmla="*/ 34 w 84"/>
                  <a:gd name="T5" fmla="*/ 34 h 86"/>
                  <a:gd name="T6" fmla="*/ 22 w 84"/>
                  <a:gd name="T7" fmla="*/ 18 h 86"/>
                  <a:gd name="T8" fmla="*/ 3 w 84"/>
                  <a:gd name="T9" fmla="*/ 1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86">
                    <a:moveTo>
                      <a:pt x="0" y="0"/>
                    </a:moveTo>
                    <a:cubicBezTo>
                      <a:pt x="27" y="1"/>
                      <a:pt x="28" y="40"/>
                      <a:pt x="36" y="57"/>
                    </a:cubicBezTo>
                    <a:cubicBezTo>
                      <a:pt x="47" y="80"/>
                      <a:pt x="62" y="81"/>
                      <a:pt x="84" y="86"/>
                    </a:cubicBezTo>
                    <a:cubicBezTo>
                      <a:pt x="83" y="73"/>
                      <a:pt x="64" y="56"/>
                      <a:pt x="56" y="45"/>
                    </a:cubicBezTo>
                    <a:cubicBezTo>
                      <a:pt x="42" y="25"/>
                      <a:pt x="29" y="13"/>
                      <a:pt x="7" y="3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71" name="Freeform 888">
                <a:extLst>
                  <a:ext uri="{FF2B5EF4-FFF2-40B4-BE49-F238E27FC236}">
                    <a16:creationId xmlns:a16="http://schemas.microsoft.com/office/drawing/2014/main" id="{9C9F3F8B-E455-43A3-9A29-6A8AE741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" y="810"/>
                <a:ext cx="49" cy="102"/>
              </a:xfrm>
              <a:custGeom>
                <a:avLst/>
                <a:gdLst>
                  <a:gd name="T0" fmla="*/ 4 w 67"/>
                  <a:gd name="T1" fmla="*/ 11 h 139"/>
                  <a:gd name="T2" fmla="*/ 13 w 67"/>
                  <a:gd name="T3" fmla="*/ 0 h 139"/>
                  <a:gd name="T4" fmla="*/ 17 w 67"/>
                  <a:gd name="T5" fmla="*/ 55 h 139"/>
                  <a:gd name="T6" fmla="*/ 10 w 67"/>
                  <a:gd name="T7" fmla="*/ 23 h 139"/>
                  <a:gd name="T8" fmla="*/ 5 w 67"/>
                  <a:gd name="T9" fmla="*/ 7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39">
                    <a:moveTo>
                      <a:pt x="10" y="27"/>
                    </a:moveTo>
                    <a:cubicBezTo>
                      <a:pt x="20" y="20"/>
                      <a:pt x="23" y="6"/>
                      <a:pt x="34" y="0"/>
                    </a:cubicBezTo>
                    <a:cubicBezTo>
                      <a:pt x="52" y="17"/>
                      <a:pt x="67" y="128"/>
                      <a:pt x="43" y="139"/>
                    </a:cubicBezTo>
                    <a:cubicBezTo>
                      <a:pt x="34" y="112"/>
                      <a:pt x="45" y="83"/>
                      <a:pt x="26" y="58"/>
                    </a:cubicBezTo>
                    <a:cubicBezTo>
                      <a:pt x="14" y="44"/>
                      <a:pt x="0" y="42"/>
                      <a:pt x="14" y="1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72" name="Freeform 889">
                <a:extLst>
                  <a:ext uri="{FF2B5EF4-FFF2-40B4-BE49-F238E27FC236}">
                    <a16:creationId xmlns:a16="http://schemas.microsoft.com/office/drawing/2014/main" id="{16D3345D-A9EB-4A16-BEEA-2A845EC75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783"/>
                <a:ext cx="37" cy="50"/>
              </a:xfrm>
              <a:custGeom>
                <a:avLst/>
                <a:gdLst>
                  <a:gd name="T0" fmla="*/ 0 w 50"/>
                  <a:gd name="T1" fmla="*/ 12 h 67"/>
                  <a:gd name="T2" fmla="*/ 3 w 50"/>
                  <a:gd name="T3" fmla="*/ 28 h 67"/>
                  <a:gd name="T4" fmla="*/ 1 w 50"/>
                  <a:gd name="T5" fmla="*/ 12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7">
                    <a:moveTo>
                      <a:pt x="0" y="30"/>
                    </a:moveTo>
                    <a:cubicBezTo>
                      <a:pt x="25" y="0"/>
                      <a:pt x="50" y="52"/>
                      <a:pt x="7" y="67"/>
                    </a:cubicBezTo>
                    <a:cubicBezTo>
                      <a:pt x="6" y="53"/>
                      <a:pt x="14" y="38"/>
                      <a:pt x="2" y="2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73" name="Freeform 890">
                <a:extLst>
                  <a:ext uri="{FF2B5EF4-FFF2-40B4-BE49-F238E27FC236}">
                    <a16:creationId xmlns:a16="http://schemas.microsoft.com/office/drawing/2014/main" id="{EA69C64F-8D26-4368-8578-9D97582A0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766"/>
                <a:ext cx="51" cy="49"/>
              </a:xfrm>
              <a:custGeom>
                <a:avLst/>
                <a:gdLst>
                  <a:gd name="T0" fmla="*/ 5 w 70"/>
                  <a:gd name="T1" fmla="*/ 0 h 66"/>
                  <a:gd name="T2" fmla="*/ 19 w 70"/>
                  <a:gd name="T3" fmla="*/ 20 h 66"/>
                  <a:gd name="T4" fmla="*/ 15 w 70"/>
                  <a:gd name="T5" fmla="*/ 13 h 66"/>
                  <a:gd name="T6" fmla="*/ 8 w 70"/>
                  <a:gd name="T7" fmla="*/ 1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66">
                    <a:moveTo>
                      <a:pt x="13" y="0"/>
                    </a:moveTo>
                    <a:cubicBezTo>
                      <a:pt x="0" y="21"/>
                      <a:pt x="23" y="66"/>
                      <a:pt x="50" y="49"/>
                    </a:cubicBezTo>
                    <a:cubicBezTo>
                      <a:pt x="70" y="37"/>
                      <a:pt x="43" y="37"/>
                      <a:pt x="37" y="32"/>
                    </a:cubicBezTo>
                    <a:cubicBezTo>
                      <a:pt x="28" y="24"/>
                      <a:pt x="26" y="14"/>
                      <a:pt x="20" y="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74" name="Freeform 891">
                <a:extLst>
                  <a:ext uri="{FF2B5EF4-FFF2-40B4-BE49-F238E27FC236}">
                    <a16:creationId xmlns:a16="http://schemas.microsoft.com/office/drawing/2014/main" id="{17B2AD1E-C858-4453-BB86-FF368DFB3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726"/>
                <a:ext cx="53" cy="23"/>
              </a:xfrm>
              <a:custGeom>
                <a:avLst/>
                <a:gdLst>
                  <a:gd name="T0" fmla="*/ 0 w 72"/>
                  <a:gd name="T1" fmla="*/ 5 h 31"/>
                  <a:gd name="T2" fmla="*/ 29 w 72"/>
                  <a:gd name="T3" fmla="*/ 2 h 31"/>
                  <a:gd name="T4" fmla="*/ 15 w 72"/>
                  <a:gd name="T5" fmla="*/ 10 h 31"/>
                  <a:gd name="T6" fmla="*/ 4 w 72"/>
                  <a:gd name="T7" fmla="*/ 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31">
                    <a:moveTo>
                      <a:pt x="0" y="13"/>
                    </a:moveTo>
                    <a:cubicBezTo>
                      <a:pt x="18" y="8"/>
                      <a:pt x="54" y="0"/>
                      <a:pt x="72" y="6"/>
                    </a:cubicBezTo>
                    <a:cubicBezTo>
                      <a:pt x="71" y="9"/>
                      <a:pt x="44" y="25"/>
                      <a:pt x="40" y="26"/>
                    </a:cubicBezTo>
                    <a:cubicBezTo>
                      <a:pt x="23" y="31"/>
                      <a:pt x="19" y="25"/>
                      <a:pt x="9" y="1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75" name="Freeform 892">
                <a:extLst>
                  <a:ext uri="{FF2B5EF4-FFF2-40B4-BE49-F238E27FC236}">
                    <a16:creationId xmlns:a16="http://schemas.microsoft.com/office/drawing/2014/main" id="{68C9D3EA-3141-4175-975B-6AB4E6D01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721"/>
                <a:ext cx="53" cy="47"/>
              </a:xfrm>
              <a:custGeom>
                <a:avLst/>
                <a:gdLst>
                  <a:gd name="T0" fmla="*/ 21 w 72"/>
                  <a:gd name="T1" fmla="*/ 1 h 65"/>
                  <a:gd name="T2" fmla="*/ 27 w 72"/>
                  <a:gd name="T3" fmla="*/ 1 h 65"/>
                  <a:gd name="T4" fmla="*/ 16 w 72"/>
                  <a:gd name="T5" fmla="*/ 24 h 65"/>
                  <a:gd name="T6" fmla="*/ 22 w 72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65">
                    <a:moveTo>
                      <a:pt x="52" y="3"/>
                    </a:moveTo>
                    <a:cubicBezTo>
                      <a:pt x="56" y="0"/>
                      <a:pt x="62" y="0"/>
                      <a:pt x="67" y="1"/>
                    </a:cubicBezTo>
                    <a:cubicBezTo>
                      <a:pt x="72" y="17"/>
                      <a:pt x="65" y="64"/>
                      <a:pt x="41" y="64"/>
                    </a:cubicBezTo>
                    <a:cubicBezTo>
                      <a:pt x="0" y="65"/>
                      <a:pt x="47" y="9"/>
                      <a:pt x="56" y="0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76" name="Freeform 893">
                <a:extLst>
                  <a:ext uri="{FF2B5EF4-FFF2-40B4-BE49-F238E27FC236}">
                    <a16:creationId xmlns:a16="http://schemas.microsoft.com/office/drawing/2014/main" id="{D91801C1-30DE-4FBB-A097-F99947D7A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" y="726"/>
                <a:ext cx="52" cy="31"/>
              </a:xfrm>
              <a:custGeom>
                <a:avLst/>
                <a:gdLst>
                  <a:gd name="T0" fmla="*/ 29 w 70"/>
                  <a:gd name="T1" fmla="*/ 8 h 41"/>
                  <a:gd name="T2" fmla="*/ 2 w 70"/>
                  <a:gd name="T3" fmla="*/ 9 h 41"/>
                  <a:gd name="T4" fmla="*/ 27 w 70"/>
                  <a:gd name="T5" fmla="*/ 1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41">
                    <a:moveTo>
                      <a:pt x="70" y="17"/>
                    </a:moveTo>
                    <a:cubicBezTo>
                      <a:pt x="59" y="13"/>
                      <a:pt x="9" y="0"/>
                      <a:pt x="5" y="21"/>
                    </a:cubicBezTo>
                    <a:cubicBezTo>
                      <a:pt x="0" y="41"/>
                      <a:pt x="57" y="24"/>
                      <a:pt x="66" y="23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77" name="Freeform 894">
                <a:extLst>
                  <a:ext uri="{FF2B5EF4-FFF2-40B4-BE49-F238E27FC236}">
                    <a16:creationId xmlns:a16="http://schemas.microsoft.com/office/drawing/2014/main" id="{D3A88DBE-04D4-4A87-B12A-99EDC7B9F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" y="1046"/>
                <a:ext cx="58" cy="64"/>
              </a:xfrm>
              <a:custGeom>
                <a:avLst/>
                <a:gdLst>
                  <a:gd name="T0" fmla="*/ 6 w 78"/>
                  <a:gd name="T1" fmla="*/ 0 h 87"/>
                  <a:gd name="T2" fmla="*/ 16 w 78"/>
                  <a:gd name="T3" fmla="*/ 34 h 87"/>
                  <a:gd name="T4" fmla="*/ 9 w 78"/>
                  <a:gd name="T5" fmla="*/ 2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87">
                    <a:moveTo>
                      <a:pt x="15" y="0"/>
                    </a:moveTo>
                    <a:cubicBezTo>
                      <a:pt x="16" y="20"/>
                      <a:pt x="0" y="82"/>
                      <a:pt x="37" y="84"/>
                    </a:cubicBezTo>
                    <a:cubicBezTo>
                      <a:pt x="78" y="87"/>
                      <a:pt x="56" y="5"/>
                      <a:pt x="22" y="5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78" name="Freeform 895">
                <a:extLst>
                  <a:ext uri="{FF2B5EF4-FFF2-40B4-BE49-F238E27FC236}">
                    <a16:creationId xmlns:a16="http://schemas.microsoft.com/office/drawing/2014/main" id="{D459FB8D-BC79-4A08-8B3F-594A26854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" y="1059"/>
                <a:ext cx="111" cy="93"/>
              </a:xfrm>
              <a:custGeom>
                <a:avLst/>
                <a:gdLst>
                  <a:gd name="T0" fmla="*/ 48 w 151"/>
                  <a:gd name="T1" fmla="*/ 6 h 126"/>
                  <a:gd name="T2" fmla="*/ 37 w 151"/>
                  <a:gd name="T3" fmla="*/ 27 h 126"/>
                  <a:gd name="T4" fmla="*/ 26 w 151"/>
                  <a:gd name="T5" fmla="*/ 18 h 126"/>
                  <a:gd name="T6" fmla="*/ 7 w 151"/>
                  <a:gd name="T7" fmla="*/ 31 h 126"/>
                  <a:gd name="T8" fmla="*/ 5 w 151"/>
                  <a:gd name="T9" fmla="*/ 45 h 126"/>
                  <a:gd name="T10" fmla="*/ 18 w 151"/>
                  <a:gd name="T11" fmla="*/ 42 h 126"/>
                  <a:gd name="T12" fmla="*/ 17 w 151"/>
                  <a:gd name="T13" fmla="*/ 49 h 126"/>
                  <a:gd name="T14" fmla="*/ 46 w 151"/>
                  <a:gd name="T15" fmla="*/ 41 h 126"/>
                  <a:gd name="T16" fmla="*/ 49 w 151"/>
                  <a:gd name="T17" fmla="*/ 4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126">
                    <a:moveTo>
                      <a:pt x="121" y="15"/>
                    </a:moveTo>
                    <a:cubicBezTo>
                      <a:pt x="103" y="0"/>
                      <a:pt x="106" y="60"/>
                      <a:pt x="95" y="68"/>
                    </a:cubicBezTo>
                    <a:cubicBezTo>
                      <a:pt x="87" y="56"/>
                      <a:pt x="79" y="41"/>
                      <a:pt x="64" y="43"/>
                    </a:cubicBezTo>
                    <a:cubicBezTo>
                      <a:pt x="56" y="45"/>
                      <a:pt x="24" y="71"/>
                      <a:pt x="18" y="77"/>
                    </a:cubicBezTo>
                    <a:cubicBezTo>
                      <a:pt x="8" y="87"/>
                      <a:pt x="0" y="104"/>
                      <a:pt x="13" y="112"/>
                    </a:cubicBezTo>
                    <a:cubicBezTo>
                      <a:pt x="24" y="119"/>
                      <a:pt x="33" y="107"/>
                      <a:pt x="46" y="104"/>
                    </a:cubicBezTo>
                    <a:cubicBezTo>
                      <a:pt x="44" y="110"/>
                      <a:pt x="45" y="117"/>
                      <a:pt x="42" y="123"/>
                    </a:cubicBezTo>
                    <a:cubicBezTo>
                      <a:pt x="63" y="126"/>
                      <a:pt x="100" y="116"/>
                      <a:pt x="117" y="101"/>
                    </a:cubicBezTo>
                    <a:cubicBezTo>
                      <a:pt x="140" y="82"/>
                      <a:pt x="151" y="30"/>
                      <a:pt x="123" y="1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79" name="Freeform 896">
                <a:extLst>
                  <a:ext uri="{FF2B5EF4-FFF2-40B4-BE49-F238E27FC236}">
                    <a16:creationId xmlns:a16="http://schemas.microsoft.com/office/drawing/2014/main" id="{2F6A7FE8-6A28-4EE9-9CD1-74CD3674F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1015"/>
                <a:ext cx="118" cy="75"/>
              </a:xfrm>
              <a:custGeom>
                <a:avLst/>
                <a:gdLst>
                  <a:gd name="T0" fmla="*/ 49 w 160"/>
                  <a:gd name="T1" fmla="*/ 0 h 103"/>
                  <a:gd name="T2" fmla="*/ 15 w 160"/>
                  <a:gd name="T3" fmla="*/ 20 h 103"/>
                  <a:gd name="T4" fmla="*/ 7 w 160"/>
                  <a:gd name="T5" fmla="*/ 32 h 103"/>
                  <a:gd name="T6" fmla="*/ 0 w 160"/>
                  <a:gd name="T7" fmla="*/ 39 h 103"/>
                  <a:gd name="T8" fmla="*/ 34 w 160"/>
                  <a:gd name="T9" fmla="*/ 15 h 103"/>
                  <a:gd name="T10" fmla="*/ 54 w 160"/>
                  <a:gd name="T11" fmla="*/ 2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103">
                    <a:moveTo>
                      <a:pt x="123" y="0"/>
                    </a:moveTo>
                    <a:cubicBezTo>
                      <a:pt x="91" y="0"/>
                      <a:pt x="59" y="27"/>
                      <a:pt x="39" y="51"/>
                    </a:cubicBezTo>
                    <a:cubicBezTo>
                      <a:pt x="32" y="60"/>
                      <a:pt x="28" y="75"/>
                      <a:pt x="19" y="84"/>
                    </a:cubicBezTo>
                    <a:cubicBezTo>
                      <a:pt x="12" y="92"/>
                      <a:pt x="3" y="90"/>
                      <a:pt x="0" y="101"/>
                    </a:cubicBezTo>
                    <a:cubicBezTo>
                      <a:pt x="32" y="103"/>
                      <a:pt x="58" y="53"/>
                      <a:pt x="84" y="39"/>
                    </a:cubicBezTo>
                    <a:cubicBezTo>
                      <a:pt x="95" y="33"/>
                      <a:pt x="160" y="21"/>
                      <a:pt x="134" y="5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80" name="Freeform 897">
                <a:extLst>
                  <a:ext uri="{FF2B5EF4-FFF2-40B4-BE49-F238E27FC236}">
                    <a16:creationId xmlns:a16="http://schemas.microsoft.com/office/drawing/2014/main" id="{37F1E069-DBFE-4F82-BF69-E57D5BFF2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836"/>
                <a:ext cx="78" cy="137"/>
              </a:xfrm>
              <a:custGeom>
                <a:avLst/>
                <a:gdLst>
                  <a:gd name="T0" fmla="*/ 0 w 105"/>
                  <a:gd name="T1" fmla="*/ 8 h 185"/>
                  <a:gd name="T2" fmla="*/ 4 w 105"/>
                  <a:gd name="T3" fmla="*/ 21 h 185"/>
                  <a:gd name="T4" fmla="*/ 8 w 105"/>
                  <a:gd name="T5" fmla="*/ 40 h 185"/>
                  <a:gd name="T6" fmla="*/ 43 w 105"/>
                  <a:gd name="T7" fmla="*/ 60 h 185"/>
                  <a:gd name="T8" fmla="*/ 14 w 105"/>
                  <a:gd name="T9" fmla="*/ 53 h 185"/>
                  <a:gd name="T10" fmla="*/ 2 w 105"/>
                  <a:gd name="T11" fmla="*/ 75 h 185"/>
                  <a:gd name="T12" fmla="*/ 2 w 105"/>
                  <a:gd name="T13" fmla="*/ 39 h 185"/>
                  <a:gd name="T14" fmla="*/ 1 w 105"/>
                  <a:gd name="T15" fmla="*/ 12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185">
                    <a:moveTo>
                      <a:pt x="0" y="20"/>
                    </a:moveTo>
                    <a:cubicBezTo>
                      <a:pt x="18" y="0"/>
                      <a:pt x="10" y="46"/>
                      <a:pt x="11" y="53"/>
                    </a:cubicBezTo>
                    <a:cubicBezTo>
                      <a:pt x="11" y="65"/>
                      <a:pt x="13" y="89"/>
                      <a:pt x="20" y="99"/>
                    </a:cubicBezTo>
                    <a:cubicBezTo>
                      <a:pt x="39" y="128"/>
                      <a:pt x="95" y="102"/>
                      <a:pt x="105" y="147"/>
                    </a:cubicBezTo>
                    <a:cubicBezTo>
                      <a:pt x="81" y="151"/>
                      <a:pt x="59" y="123"/>
                      <a:pt x="33" y="130"/>
                    </a:cubicBezTo>
                    <a:cubicBezTo>
                      <a:pt x="3" y="138"/>
                      <a:pt x="27" y="177"/>
                      <a:pt x="5" y="185"/>
                    </a:cubicBezTo>
                    <a:cubicBezTo>
                      <a:pt x="1" y="156"/>
                      <a:pt x="7" y="124"/>
                      <a:pt x="6" y="95"/>
                    </a:cubicBezTo>
                    <a:cubicBezTo>
                      <a:pt x="5" y="72"/>
                      <a:pt x="2" y="51"/>
                      <a:pt x="2" y="29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81" name="Freeform 898">
                <a:extLst>
                  <a:ext uri="{FF2B5EF4-FFF2-40B4-BE49-F238E27FC236}">
                    <a16:creationId xmlns:a16="http://schemas.microsoft.com/office/drawing/2014/main" id="{B603F4ED-FFFA-4A28-AFC1-660C4E9F2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852"/>
                <a:ext cx="45" cy="137"/>
              </a:xfrm>
              <a:custGeom>
                <a:avLst/>
                <a:gdLst>
                  <a:gd name="T0" fmla="*/ 15 w 62"/>
                  <a:gd name="T1" fmla="*/ 0 h 185"/>
                  <a:gd name="T2" fmla="*/ 5 w 62"/>
                  <a:gd name="T3" fmla="*/ 13 h 185"/>
                  <a:gd name="T4" fmla="*/ 9 w 62"/>
                  <a:gd name="T5" fmla="*/ 30 h 185"/>
                  <a:gd name="T6" fmla="*/ 0 w 62"/>
                  <a:gd name="T7" fmla="*/ 59 h 185"/>
                  <a:gd name="T8" fmla="*/ 7 w 62"/>
                  <a:gd name="T9" fmla="*/ 57 h 185"/>
                  <a:gd name="T10" fmla="*/ 17 w 62"/>
                  <a:gd name="T11" fmla="*/ 75 h 185"/>
                  <a:gd name="T12" fmla="*/ 16 w 62"/>
                  <a:gd name="T13" fmla="*/ 60 h 185"/>
                  <a:gd name="T14" fmla="*/ 10 w 62"/>
                  <a:gd name="T15" fmla="*/ 35 h 185"/>
                  <a:gd name="T16" fmla="*/ 15 w 62"/>
                  <a:gd name="T17" fmla="*/ 1 h 1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185">
                    <a:moveTo>
                      <a:pt x="37" y="0"/>
                    </a:moveTo>
                    <a:cubicBezTo>
                      <a:pt x="33" y="12"/>
                      <a:pt x="14" y="15"/>
                      <a:pt x="13" y="33"/>
                    </a:cubicBezTo>
                    <a:cubicBezTo>
                      <a:pt x="12" y="46"/>
                      <a:pt x="24" y="60"/>
                      <a:pt x="24" y="75"/>
                    </a:cubicBezTo>
                    <a:cubicBezTo>
                      <a:pt x="24" y="100"/>
                      <a:pt x="12" y="125"/>
                      <a:pt x="0" y="145"/>
                    </a:cubicBezTo>
                    <a:cubicBezTo>
                      <a:pt x="7" y="144"/>
                      <a:pt x="11" y="145"/>
                      <a:pt x="17" y="141"/>
                    </a:cubicBezTo>
                    <a:cubicBezTo>
                      <a:pt x="29" y="153"/>
                      <a:pt x="28" y="177"/>
                      <a:pt x="46" y="185"/>
                    </a:cubicBezTo>
                    <a:cubicBezTo>
                      <a:pt x="62" y="173"/>
                      <a:pt x="48" y="161"/>
                      <a:pt x="41" y="148"/>
                    </a:cubicBezTo>
                    <a:cubicBezTo>
                      <a:pt x="33" y="130"/>
                      <a:pt x="28" y="105"/>
                      <a:pt x="26" y="86"/>
                    </a:cubicBezTo>
                    <a:cubicBezTo>
                      <a:pt x="25" y="60"/>
                      <a:pt x="48" y="27"/>
                      <a:pt x="37" y="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82" name="Freeform 899">
                <a:extLst>
                  <a:ext uri="{FF2B5EF4-FFF2-40B4-BE49-F238E27FC236}">
                    <a16:creationId xmlns:a16="http://schemas.microsoft.com/office/drawing/2014/main" id="{866BF8A0-178D-4F82-80E9-BA865BA35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" y="956"/>
                <a:ext cx="54" cy="68"/>
              </a:xfrm>
              <a:custGeom>
                <a:avLst/>
                <a:gdLst>
                  <a:gd name="T0" fmla="*/ 30 w 73"/>
                  <a:gd name="T1" fmla="*/ 0 h 92"/>
                  <a:gd name="T2" fmla="*/ 13 w 73"/>
                  <a:gd name="T3" fmla="*/ 17 h 92"/>
                  <a:gd name="T4" fmla="*/ 13 w 73"/>
                  <a:gd name="T5" fmla="*/ 37 h 92"/>
                  <a:gd name="T6" fmla="*/ 27 w 73"/>
                  <a:gd name="T7" fmla="*/ 3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92">
                    <a:moveTo>
                      <a:pt x="73" y="0"/>
                    </a:moveTo>
                    <a:cubicBezTo>
                      <a:pt x="57" y="11"/>
                      <a:pt x="36" y="21"/>
                      <a:pt x="31" y="42"/>
                    </a:cubicBezTo>
                    <a:cubicBezTo>
                      <a:pt x="28" y="57"/>
                      <a:pt x="44" y="85"/>
                      <a:pt x="32" y="92"/>
                    </a:cubicBezTo>
                    <a:cubicBezTo>
                      <a:pt x="0" y="55"/>
                      <a:pt x="22" y="16"/>
                      <a:pt x="65" y="7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83" name="Freeform 900">
                <a:extLst>
                  <a:ext uri="{FF2B5EF4-FFF2-40B4-BE49-F238E27FC236}">
                    <a16:creationId xmlns:a16="http://schemas.microsoft.com/office/drawing/2014/main" id="{16119880-5FE8-43BA-BC4D-6222EFE44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840"/>
                <a:ext cx="68" cy="96"/>
              </a:xfrm>
              <a:custGeom>
                <a:avLst/>
                <a:gdLst>
                  <a:gd name="T0" fmla="*/ 0 w 92"/>
                  <a:gd name="T1" fmla="*/ 11 h 131"/>
                  <a:gd name="T2" fmla="*/ 28 w 92"/>
                  <a:gd name="T3" fmla="*/ 21 h 131"/>
                  <a:gd name="T4" fmla="*/ 35 w 92"/>
                  <a:gd name="T5" fmla="*/ 50 h 131"/>
                  <a:gd name="T6" fmla="*/ 16 w 92"/>
                  <a:gd name="T7" fmla="*/ 32 h 131"/>
                  <a:gd name="T8" fmla="*/ 13 w 92"/>
                  <a:gd name="T9" fmla="*/ 17 h 131"/>
                  <a:gd name="T10" fmla="*/ 5 w 92"/>
                  <a:gd name="T11" fmla="*/ 10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131">
                    <a:moveTo>
                      <a:pt x="0" y="28"/>
                    </a:moveTo>
                    <a:cubicBezTo>
                      <a:pt x="14" y="0"/>
                      <a:pt x="59" y="40"/>
                      <a:pt x="70" y="53"/>
                    </a:cubicBezTo>
                    <a:cubicBezTo>
                      <a:pt x="92" y="76"/>
                      <a:pt x="88" y="96"/>
                      <a:pt x="86" y="127"/>
                    </a:cubicBezTo>
                    <a:cubicBezTo>
                      <a:pt x="68" y="131"/>
                      <a:pt x="41" y="95"/>
                      <a:pt x="38" y="80"/>
                    </a:cubicBezTo>
                    <a:cubicBezTo>
                      <a:pt x="35" y="67"/>
                      <a:pt x="42" y="54"/>
                      <a:pt x="33" y="44"/>
                    </a:cubicBezTo>
                    <a:cubicBezTo>
                      <a:pt x="27" y="37"/>
                      <a:pt x="3" y="40"/>
                      <a:pt x="14" y="2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84" name="Freeform 901">
                <a:extLst>
                  <a:ext uri="{FF2B5EF4-FFF2-40B4-BE49-F238E27FC236}">
                    <a16:creationId xmlns:a16="http://schemas.microsoft.com/office/drawing/2014/main" id="{88523129-EAA6-452F-8DE5-04C4535AC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822"/>
                <a:ext cx="67" cy="103"/>
              </a:xfrm>
              <a:custGeom>
                <a:avLst/>
                <a:gdLst>
                  <a:gd name="T0" fmla="*/ 13 w 91"/>
                  <a:gd name="T1" fmla="*/ 0 h 141"/>
                  <a:gd name="T2" fmla="*/ 15 w 91"/>
                  <a:gd name="T3" fmla="*/ 21 h 141"/>
                  <a:gd name="T4" fmla="*/ 24 w 91"/>
                  <a:gd name="T5" fmla="*/ 34 h 141"/>
                  <a:gd name="T6" fmla="*/ 15 w 91"/>
                  <a:gd name="T7" fmla="*/ 1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41">
                    <a:moveTo>
                      <a:pt x="32" y="0"/>
                    </a:moveTo>
                    <a:cubicBezTo>
                      <a:pt x="60" y="4"/>
                      <a:pt x="34" y="42"/>
                      <a:pt x="36" y="55"/>
                    </a:cubicBezTo>
                    <a:cubicBezTo>
                      <a:pt x="41" y="78"/>
                      <a:pt x="91" y="61"/>
                      <a:pt x="60" y="88"/>
                    </a:cubicBezTo>
                    <a:cubicBezTo>
                      <a:pt x="3" y="141"/>
                      <a:pt x="0" y="14"/>
                      <a:pt x="38" y="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85" name="Freeform 902">
                <a:extLst>
                  <a:ext uri="{FF2B5EF4-FFF2-40B4-BE49-F238E27FC236}">
                    <a16:creationId xmlns:a16="http://schemas.microsoft.com/office/drawing/2014/main" id="{88B9094B-3E0B-4943-9D2B-6F3E778ED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933"/>
                <a:ext cx="126" cy="107"/>
              </a:xfrm>
              <a:custGeom>
                <a:avLst/>
                <a:gdLst>
                  <a:gd name="T0" fmla="*/ 57 w 172"/>
                  <a:gd name="T1" fmla="*/ 49 h 145"/>
                  <a:gd name="T2" fmla="*/ 43 w 172"/>
                  <a:gd name="T3" fmla="*/ 44 h 145"/>
                  <a:gd name="T4" fmla="*/ 32 w 172"/>
                  <a:gd name="T5" fmla="*/ 44 h 145"/>
                  <a:gd name="T6" fmla="*/ 14 w 172"/>
                  <a:gd name="T7" fmla="*/ 22 h 145"/>
                  <a:gd name="T8" fmla="*/ 7 w 172"/>
                  <a:gd name="T9" fmla="*/ 30 h 145"/>
                  <a:gd name="T10" fmla="*/ 7 w 172"/>
                  <a:gd name="T11" fmla="*/ 11 h 145"/>
                  <a:gd name="T12" fmla="*/ 39 w 172"/>
                  <a:gd name="T13" fmla="*/ 5 h 145"/>
                  <a:gd name="T14" fmla="*/ 60 w 172"/>
                  <a:gd name="T15" fmla="*/ 34 h 145"/>
                  <a:gd name="T16" fmla="*/ 51 w 172"/>
                  <a:gd name="T17" fmla="*/ 46 h 1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2" h="145">
                    <a:moveTo>
                      <a:pt x="145" y="122"/>
                    </a:moveTo>
                    <a:cubicBezTo>
                      <a:pt x="133" y="121"/>
                      <a:pt x="123" y="112"/>
                      <a:pt x="111" y="110"/>
                    </a:cubicBezTo>
                    <a:cubicBezTo>
                      <a:pt x="104" y="108"/>
                      <a:pt x="88" y="113"/>
                      <a:pt x="81" y="109"/>
                    </a:cubicBezTo>
                    <a:cubicBezTo>
                      <a:pt x="59" y="95"/>
                      <a:pt x="68" y="63"/>
                      <a:pt x="36" y="54"/>
                    </a:cubicBezTo>
                    <a:cubicBezTo>
                      <a:pt x="28" y="65"/>
                      <a:pt x="31" y="85"/>
                      <a:pt x="17" y="76"/>
                    </a:cubicBezTo>
                    <a:cubicBezTo>
                      <a:pt x="0" y="66"/>
                      <a:pt x="11" y="39"/>
                      <a:pt x="19" y="28"/>
                    </a:cubicBezTo>
                    <a:cubicBezTo>
                      <a:pt x="38" y="0"/>
                      <a:pt x="69" y="0"/>
                      <a:pt x="98" y="12"/>
                    </a:cubicBezTo>
                    <a:cubicBezTo>
                      <a:pt x="138" y="27"/>
                      <a:pt x="140" y="49"/>
                      <a:pt x="153" y="85"/>
                    </a:cubicBezTo>
                    <a:cubicBezTo>
                      <a:pt x="166" y="118"/>
                      <a:pt x="172" y="145"/>
                      <a:pt x="129" y="11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86" name="Freeform 903">
                <a:extLst>
                  <a:ext uri="{FF2B5EF4-FFF2-40B4-BE49-F238E27FC236}">
                    <a16:creationId xmlns:a16="http://schemas.microsoft.com/office/drawing/2014/main" id="{5BD684ED-44D9-45EF-8FEE-984EB7AE3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876"/>
                <a:ext cx="149" cy="46"/>
              </a:xfrm>
              <a:custGeom>
                <a:avLst/>
                <a:gdLst>
                  <a:gd name="T0" fmla="*/ 70 w 202"/>
                  <a:gd name="T1" fmla="*/ 10 h 62"/>
                  <a:gd name="T2" fmla="*/ 62 w 202"/>
                  <a:gd name="T3" fmla="*/ 20 h 62"/>
                  <a:gd name="T4" fmla="*/ 39 w 202"/>
                  <a:gd name="T5" fmla="*/ 20 h 62"/>
                  <a:gd name="T6" fmla="*/ 30 w 202"/>
                  <a:gd name="T7" fmla="*/ 22 h 62"/>
                  <a:gd name="T8" fmla="*/ 22 w 202"/>
                  <a:gd name="T9" fmla="*/ 18 h 62"/>
                  <a:gd name="T10" fmla="*/ 7 w 202"/>
                  <a:gd name="T11" fmla="*/ 23 h 62"/>
                  <a:gd name="T12" fmla="*/ 5 w 202"/>
                  <a:gd name="T13" fmla="*/ 11 h 62"/>
                  <a:gd name="T14" fmla="*/ 25 w 202"/>
                  <a:gd name="T15" fmla="*/ 10 h 62"/>
                  <a:gd name="T16" fmla="*/ 45 w 202"/>
                  <a:gd name="T17" fmla="*/ 5 h 62"/>
                  <a:gd name="T18" fmla="*/ 51 w 202"/>
                  <a:gd name="T19" fmla="*/ 1 h 62"/>
                  <a:gd name="T20" fmla="*/ 69 w 202"/>
                  <a:gd name="T21" fmla="*/ 9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2" h="62">
                    <a:moveTo>
                      <a:pt x="175" y="25"/>
                    </a:moveTo>
                    <a:cubicBezTo>
                      <a:pt x="202" y="38"/>
                      <a:pt x="168" y="50"/>
                      <a:pt x="154" y="50"/>
                    </a:cubicBezTo>
                    <a:cubicBezTo>
                      <a:pt x="135" y="50"/>
                      <a:pt x="116" y="48"/>
                      <a:pt x="98" y="50"/>
                    </a:cubicBezTo>
                    <a:cubicBezTo>
                      <a:pt x="92" y="51"/>
                      <a:pt x="82" y="54"/>
                      <a:pt x="76" y="54"/>
                    </a:cubicBezTo>
                    <a:cubicBezTo>
                      <a:pt x="69" y="54"/>
                      <a:pt x="58" y="45"/>
                      <a:pt x="56" y="45"/>
                    </a:cubicBezTo>
                    <a:cubicBezTo>
                      <a:pt x="43" y="45"/>
                      <a:pt x="31" y="62"/>
                      <a:pt x="16" y="56"/>
                    </a:cubicBezTo>
                    <a:cubicBezTo>
                      <a:pt x="1" y="51"/>
                      <a:pt x="0" y="34"/>
                      <a:pt x="12" y="27"/>
                    </a:cubicBezTo>
                    <a:cubicBezTo>
                      <a:pt x="22" y="23"/>
                      <a:pt x="52" y="25"/>
                      <a:pt x="63" y="25"/>
                    </a:cubicBezTo>
                    <a:cubicBezTo>
                      <a:pt x="83" y="24"/>
                      <a:pt x="95" y="23"/>
                      <a:pt x="113" y="14"/>
                    </a:cubicBezTo>
                    <a:cubicBezTo>
                      <a:pt x="120" y="10"/>
                      <a:pt x="118" y="5"/>
                      <a:pt x="127" y="3"/>
                    </a:cubicBezTo>
                    <a:cubicBezTo>
                      <a:pt x="141" y="0"/>
                      <a:pt x="159" y="16"/>
                      <a:pt x="171" y="2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87" name="Freeform 904">
                <a:extLst>
                  <a:ext uri="{FF2B5EF4-FFF2-40B4-BE49-F238E27FC236}">
                    <a16:creationId xmlns:a16="http://schemas.microsoft.com/office/drawing/2014/main" id="{A4DCC2DF-B8E8-4C54-B0AD-8DF5F3FFB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812"/>
                <a:ext cx="60" cy="68"/>
              </a:xfrm>
              <a:custGeom>
                <a:avLst/>
                <a:gdLst>
                  <a:gd name="T0" fmla="*/ 0 w 81"/>
                  <a:gd name="T1" fmla="*/ 0 h 92"/>
                  <a:gd name="T2" fmla="*/ 13 w 81"/>
                  <a:gd name="T3" fmla="*/ 22 h 92"/>
                  <a:gd name="T4" fmla="*/ 33 w 81"/>
                  <a:gd name="T5" fmla="*/ 37 h 92"/>
                  <a:gd name="T6" fmla="*/ 11 w 81"/>
                  <a:gd name="T7" fmla="*/ 28 h 92"/>
                  <a:gd name="T8" fmla="*/ 1 w 81"/>
                  <a:gd name="T9" fmla="*/ 1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92">
                    <a:moveTo>
                      <a:pt x="0" y="0"/>
                    </a:moveTo>
                    <a:cubicBezTo>
                      <a:pt x="27" y="11"/>
                      <a:pt x="19" y="37"/>
                      <a:pt x="33" y="54"/>
                    </a:cubicBezTo>
                    <a:cubicBezTo>
                      <a:pt x="45" y="68"/>
                      <a:pt x="80" y="72"/>
                      <a:pt x="81" y="92"/>
                    </a:cubicBezTo>
                    <a:cubicBezTo>
                      <a:pt x="67" y="91"/>
                      <a:pt x="38" y="81"/>
                      <a:pt x="27" y="70"/>
                    </a:cubicBezTo>
                    <a:cubicBezTo>
                      <a:pt x="8" y="51"/>
                      <a:pt x="24" y="20"/>
                      <a:pt x="2" y="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88" name="Freeform 905">
                <a:extLst>
                  <a:ext uri="{FF2B5EF4-FFF2-40B4-BE49-F238E27FC236}">
                    <a16:creationId xmlns:a16="http://schemas.microsoft.com/office/drawing/2014/main" id="{CF200E40-60C0-4739-8322-8B1BD7E25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041"/>
                <a:ext cx="72" cy="122"/>
              </a:xfrm>
              <a:custGeom>
                <a:avLst/>
                <a:gdLst>
                  <a:gd name="T0" fmla="*/ 37 w 98"/>
                  <a:gd name="T1" fmla="*/ 0 h 165"/>
                  <a:gd name="T2" fmla="*/ 37 w 98"/>
                  <a:gd name="T3" fmla="*/ 20 h 165"/>
                  <a:gd name="T4" fmla="*/ 27 w 98"/>
                  <a:gd name="T5" fmla="*/ 35 h 165"/>
                  <a:gd name="T6" fmla="*/ 11 w 98"/>
                  <a:gd name="T7" fmla="*/ 64 h 165"/>
                  <a:gd name="T8" fmla="*/ 13 w 98"/>
                  <a:gd name="T9" fmla="*/ 53 h 165"/>
                  <a:gd name="T10" fmla="*/ 22 w 98"/>
                  <a:gd name="T11" fmla="*/ 35 h 165"/>
                  <a:gd name="T12" fmla="*/ 31 w 98"/>
                  <a:gd name="T13" fmla="*/ 18 h 165"/>
                  <a:gd name="T14" fmla="*/ 39 w 98"/>
                  <a:gd name="T15" fmla="*/ 1 h 1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65">
                    <a:moveTo>
                      <a:pt x="93" y="0"/>
                    </a:moveTo>
                    <a:cubicBezTo>
                      <a:pt x="98" y="15"/>
                      <a:pt x="97" y="36"/>
                      <a:pt x="92" y="50"/>
                    </a:cubicBezTo>
                    <a:cubicBezTo>
                      <a:pt x="87" y="64"/>
                      <a:pt x="73" y="74"/>
                      <a:pt x="68" y="86"/>
                    </a:cubicBezTo>
                    <a:cubicBezTo>
                      <a:pt x="58" y="112"/>
                      <a:pt x="70" y="151"/>
                      <a:pt x="29" y="159"/>
                    </a:cubicBezTo>
                    <a:cubicBezTo>
                      <a:pt x="0" y="165"/>
                      <a:pt x="24" y="144"/>
                      <a:pt x="34" y="132"/>
                    </a:cubicBezTo>
                    <a:cubicBezTo>
                      <a:pt x="46" y="117"/>
                      <a:pt x="51" y="104"/>
                      <a:pt x="56" y="86"/>
                    </a:cubicBezTo>
                    <a:cubicBezTo>
                      <a:pt x="61" y="68"/>
                      <a:pt x="69" y="59"/>
                      <a:pt x="77" y="44"/>
                    </a:cubicBezTo>
                    <a:cubicBezTo>
                      <a:pt x="85" y="30"/>
                      <a:pt x="83" y="12"/>
                      <a:pt x="98" y="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89" name="Freeform 906">
                <a:extLst>
                  <a:ext uri="{FF2B5EF4-FFF2-40B4-BE49-F238E27FC236}">
                    <a16:creationId xmlns:a16="http://schemas.microsoft.com/office/drawing/2014/main" id="{87BDE6EF-23D7-4D6E-ADED-145F63A3F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784"/>
                <a:ext cx="59" cy="46"/>
              </a:xfrm>
              <a:custGeom>
                <a:avLst/>
                <a:gdLst>
                  <a:gd name="T0" fmla="*/ 32 w 80"/>
                  <a:gd name="T1" fmla="*/ 0 h 62"/>
                  <a:gd name="T2" fmla="*/ 1 w 80"/>
                  <a:gd name="T3" fmla="*/ 25 h 62"/>
                  <a:gd name="T4" fmla="*/ 26 w 80"/>
                  <a:gd name="T5" fmla="*/ 3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62">
                    <a:moveTo>
                      <a:pt x="80" y="0"/>
                    </a:moveTo>
                    <a:cubicBezTo>
                      <a:pt x="56" y="1"/>
                      <a:pt x="0" y="33"/>
                      <a:pt x="1" y="62"/>
                    </a:cubicBezTo>
                    <a:cubicBezTo>
                      <a:pt x="20" y="55"/>
                      <a:pt x="58" y="25"/>
                      <a:pt x="65" y="7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90" name="Freeform 907">
                <a:extLst>
                  <a:ext uri="{FF2B5EF4-FFF2-40B4-BE49-F238E27FC236}">
                    <a16:creationId xmlns:a16="http://schemas.microsoft.com/office/drawing/2014/main" id="{F78B8137-A044-4923-A77C-2EEB7F196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018"/>
                <a:ext cx="96" cy="38"/>
              </a:xfrm>
              <a:custGeom>
                <a:avLst/>
                <a:gdLst>
                  <a:gd name="T0" fmla="*/ 52 w 130"/>
                  <a:gd name="T1" fmla="*/ 13 h 52"/>
                  <a:gd name="T2" fmla="*/ 28 w 130"/>
                  <a:gd name="T3" fmla="*/ 1 h 52"/>
                  <a:gd name="T4" fmla="*/ 0 w 130"/>
                  <a:gd name="T5" fmla="*/ 5 h 52"/>
                  <a:gd name="T6" fmla="*/ 12 w 130"/>
                  <a:gd name="T7" fmla="*/ 15 h 52"/>
                  <a:gd name="T8" fmla="*/ 27 w 130"/>
                  <a:gd name="T9" fmla="*/ 15 h 52"/>
                  <a:gd name="T10" fmla="*/ 38 w 130"/>
                  <a:gd name="T11" fmla="*/ 13 h 52"/>
                  <a:gd name="T12" fmla="*/ 52 w 130"/>
                  <a:gd name="T13" fmla="*/ 1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52">
                    <a:moveTo>
                      <a:pt x="130" y="34"/>
                    </a:moveTo>
                    <a:cubicBezTo>
                      <a:pt x="111" y="19"/>
                      <a:pt x="96" y="2"/>
                      <a:pt x="70" y="1"/>
                    </a:cubicBezTo>
                    <a:cubicBezTo>
                      <a:pt x="52" y="0"/>
                      <a:pt x="11" y="0"/>
                      <a:pt x="0" y="14"/>
                    </a:cubicBezTo>
                    <a:cubicBezTo>
                      <a:pt x="6" y="22"/>
                      <a:pt x="20" y="31"/>
                      <a:pt x="28" y="37"/>
                    </a:cubicBezTo>
                    <a:cubicBezTo>
                      <a:pt x="47" y="52"/>
                      <a:pt x="48" y="48"/>
                      <a:pt x="66" y="39"/>
                    </a:cubicBezTo>
                    <a:cubicBezTo>
                      <a:pt x="82" y="31"/>
                      <a:pt x="80" y="31"/>
                      <a:pt x="96" y="34"/>
                    </a:cubicBezTo>
                    <a:cubicBezTo>
                      <a:pt x="109" y="37"/>
                      <a:pt x="119" y="47"/>
                      <a:pt x="130" y="3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91" name="Freeform 908">
                <a:extLst>
                  <a:ext uri="{FF2B5EF4-FFF2-40B4-BE49-F238E27FC236}">
                    <a16:creationId xmlns:a16="http://schemas.microsoft.com/office/drawing/2014/main" id="{C3C3AA3E-C1A1-4BD1-B02E-1D66FF3B4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940"/>
                <a:ext cx="70" cy="60"/>
              </a:xfrm>
              <a:custGeom>
                <a:avLst/>
                <a:gdLst>
                  <a:gd name="T0" fmla="*/ 0 w 95"/>
                  <a:gd name="T1" fmla="*/ 1 h 81"/>
                  <a:gd name="T2" fmla="*/ 26 w 95"/>
                  <a:gd name="T3" fmla="*/ 7 h 81"/>
                  <a:gd name="T4" fmla="*/ 35 w 95"/>
                  <a:gd name="T5" fmla="*/ 33 h 81"/>
                  <a:gd name="T6" fmla="*/ 4 w 95"/>
                  <a:gd name="T7" fmla="*/ 3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81">
                    <a:moveTo>
                      <a:pt x="0" y="2"/>
                    </a:moveTo>
                    <a:cubicBezTo>
                      <a:pt x="25" y="2"/>
                      <a:pt x="45" y="0"/>
                      <a:pt x="64" y="17"/>
                    </a:cubicBezTo>
                    <a:cubicBezTo>
                      <a:pt x="80" y="31"/>
                      <a:pt x="95" y="61"/>
                      <a:pt x="87" y="81"/>
                    </a:cubicBezTo>
                    <a:cubicBezTo>
                      <a:pt x="89" y="36"/>
                      <a:pt x="44" y="14"/>
                      <a:pt x="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92" name="Freeform 909">
                <a:extLst>
                  <a:ext uri="{FF2B5EF4-FFF2-40B4-BE49-F238E27FC236}">
                    <a16:creationId xmlns:a16="http://schemas.microsoft.com/office/drawing/2014/main" id="{40947D30-B427-4023-AB3A-9B5189A0C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958"/>
                <a:ext cx="25" cy="41"/>
              </a:xfrm>
              <a:custGeom>
                <a:avLst/>
                <a:gdLst>
                  <a:gd name="T0" fmla="*/ 0 w 34"/>
                  <a:gd name="T1" fmla="*/ 0 h 56"/>
                  <a:gd name="T2" fmla="*/ 13 w 34"/>
                  <a:gd name="T3" fmla="*/ 22 h 56"/>
                  <a:gd name="T4" fmla="*/ 0 w 34"/>
                  <a:gd name="T5" fmla="*/ 3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6">
                    <a:moveTo>
                      <a:pt x="0" y="0"/>
                    </a:moveTo>
                    <a:cubicBezTo>
                      <a:pt x="14" y="12"/>
                      <a:pt x="34" y="36"/>
                      <a:pt x="32" y="56"/>
                    </a:cubicBezTo>
                    <a:cubicBezTo>
                      <a:pt x="34" y="42"/>
                      <a:pt x="14" y="13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93" name="Freeform 910">
                <a:extLst>
                  <a:ext uri="{FF2B5EF4-FFF2-40B4-BE49-F238E27FC236}">
                    <a16:creationId xmlns:a16="http://schemas.microsoft.com/office/drawing/2014/main" id="{D29DEAB8-6811-42FC-BF23-AD68B9AB7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1243"/>
                <a:ext cx="76" cy="15"/>
              </a:xfrm>
              <a:custGeom>
                <a:avLst/>
                <a:gdLst>
                  <a:gd name="T0" fmla="*/ 41 w 104"/>
                  <a:gd name="T1" fmla="*/ 4 h 21"/>
                  <a:gd name="T2" fmla="*/ 18 w 104"/>
                  <a:gd name="T3" fmla="*/ 6 h 21"/>
                  <a:gd name="T4" fmla="*/ 0 w 104"/>
                  <a:gd name="T5" fmla="*/ 1 h 21"/>
                  <a:gd name="T6" fmla="*/ 37 w 104"/>
                  <a:gd name="T7" fmla="*/ 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21">
                    <a:moveTo>
                      <a:pt x="104" y="11"/>
                    </a:moveTo>
                    <a:cubicBezTo>
                      <a:pt x="85" y="13"/>
                      <a:pt x="65" y="17"/>
                      <a:pt x="46" y="15"/>
                    </a:cubicBezTo>
                    <a:cubicBezTo>
                      <a:pt x="29" y="13"/>
                      <a:pt x="16" y="5"/>
                      <a:pt x="0" y="1"/>
                    </a:cubicBezTo>
                    <a:cubicBezTo>
                      <a:pt x="28" y="0"/>
                      <a:pt x="71" y="21"/>
                      <a:pt x="95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94" name="Freeform 911">
                <a:extLst>
                  <a:ext uri="{FF2B5EF4-FFF2-40B4-BE49-F238E27FC236}">
                    <a16:creationId xmlns:a16="http://schemas.microsoft.com/office/drawing/2014/main" id="{04CCAB93-5F92-40AA-B4B4-9596CF962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855"/>
                <a:ext cx="47" cy="64"/>
              </a:xfrm>
              <a:custGeom>
                <a:avLst/>
                <a:gdLst>
                  <a:gd name="T0" fmla="*/ 0 w 64"/>
                  <a:gd name="T1" fmla="*/ 1 h 86"/>
                  <a:gd name="T2" fmla="*/ 24 w 64"/>
                  <a:gd name="T3" fmla="*/ 36 h 86"/>
                  <a:gd name="T4" fmla="*/ 4 w 64"/>
                  <a:gd name="T5" fmla="*/ 6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86">
                    <a:moveTo>
                      <a:pt x="0" y="4"/>
                    </a:moveTo>
                    <a:cubicBezTo>
                      <a:pt x="37" y="0"/>
                      <a:pt x="61" y="60"/>
                      <a:pt x="61" y="86"/>
                    </a:cubicBezTo>
                    <a:cubicBezTo>
                      <a:pt x="64" y="60"/>
                      <a:pt x="39" y="14"/>
                      <a:pt x="1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95" name="Freeform 912">
                <a:extLst>
                  <a:ext uri="{FF2B5EF4-FFF2-40B4-BE49-F238E27FC236}">
                    <a16:creationId xmlns:a16="http://schemas.microsoft.com/office/drawing/2014/main" id="{F649F4C4-54DF-4222-A9BD-FC348781A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096"/>
                <a:ext cx="51" cy="75"/>
              </a:xfrm>
              <a:custGeom>
                <a:avLst/>
                <a:gdLst>
                  <a:gd name="T0" fmla="*/ 0 w 69"/>
                  <a:gd name="T1" fmla="*/ 0 h 102"/>
                  <a:gd name="T2" fmla="*/ 17 w 69"/>
                  <a:gd name="T3" fmla="*/ 18 h 102"/>
                  <a:gd name="T4" fmla="*/ 26 w 69"/>
                  <a:gd name="T5" fmla="*/ 40 h 102"/>
                  <a:gd name="T6" fmla="*/ 13 w 69"/>
                  <a:gd name="T7" fmla="*/ 18 h 102"/>
                  <a:gd name="T8" fmla="*/ 1 w 69"/>
                  <a:gd name="T9" fmla="*/ 1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102">
                    <a:moveTo>
                      <a:pt x="0" y="0"/>
                    </a:moveTo>
                    <a:cubicBezTo>
                      <a:pt x="22" y="5"/>
                      <a:pt x="31" y="26"/>
                      <a:pt x="42" y="44"/>
                    </a:cubicBezTo>
                    <a:cubicBezTo>
                      <a:pt x="53" y="62"/>
                      <a:pt x="69" y="79"/>
                      <a:pt x="65" y="102"/>
                    </a:cubicBezTo>
                    <a:cubicBezTo>
                      <a:pt x="53" y="89"/>
                      <a:pt x="44" y="60"/>
                      <a:pt x="34" y="44"/>
                    </a:cubicBezTo>
                    <a:cubicBezTo>
                      <a:pt x="26" y="32"/>
                      <a:pt x="18" y="5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96" name="Freeform 913">
                <a:extLst>
                  <a:ext uri="{FF2B5EF4-FFF2-40B4-BE49-F238E27FC236}">
                    <a16:creationId xmlns:a16="http://schemas.microsoft.com/office/drawing/2014/main" id="{B92D2C87-B440-43CA-8685-2DBDB9517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869"/>
                <a:ext cx="27" cy="107"/>
              </a:xfrm>
              <a:custGeom>
                <a:avLst/>
                <a:gdLst>
                  <a:gd name="T0" fmla="*/ 0 w 36"/>
                  <a:gd name="T1" fmla="*/ 3 h 144"/>
                  <a:gd name="T2" fmla="*/ 8 w 36"/>
                  <a:gd name="T3" fmla="*/ 31 h 144"/>
                  <a:gd name="T4" fmla="*/ 10 w 36"/>
                  <a:gd name="T5" fmla="*/ 47 h 144"/>
                  <a:gd name="T6" fmla="*/ 14 w 36"/>
                  <a:gd name="T7" fmla="*/ 59 h 144"/>
                  <a:gd name="T8" fmla="*/ 9 w 36"/>
                  <a:gd name="T9" fmla="*/ 33 h 144"/>
                  <a:gd name="T10" fmla="*/ 2 w 36"/>
                  <a:gd name="T11" fmla="*/ 3 h 1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44">
                    <a:moveTo>
                      <a:pt x="0" y="8"/>
                    </a:moveTo>
                    <a:cubicBezTo>
                      <a:pt x="24" y="0"/>
                      <a:pt x="18" y="64"/>
                      <a:pt x="17" y="77"/>
                    </a:cubicBezTo>
                    <a:cubicBezTo>
                      <a:pt x="15" y="93"/>
                      <a:pt x="16" y="100"/>
                      <a:pt x="23" y="114"/>
                    </a:cubicBezTo>
                    <a:cubicBezTo>
                      <a:pt x="28" y="124"/>
                      <a:pt x="36" y="131"/>
                      <a:pt x="33" y="144"/>
                    </a:cubicBezTo>
                    <a:cubicBezTo>
                      <a:pt x="18" y="121"/>
                      <a:pt x="15" y="104"/>
                      <a:pt x="21" y="79"/>
                    </a:cubicBezTo>
                    <a:cubicBezTo>
                      <a:pt x="27" y="53"/>
                      <a:pt x="29" y="26"/>
                      <a:pt x="5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97" name="Freeform 914">
                <a:extLst>
                  <a:ext uri="{FF2B5EF4-FFF2-40B4-BE49-F238E27FC236}">
                    <a16:creationId xmlns:a16="http://schemas.microsoft.com/office/drawing/2014/main" id="{7A123BC9-7018-438A-B7CA-1C5858A33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912"/>
                <a:ext cx="61" cy="64"/>
              </a:xfrm>
              <a:custGeom>
                <a:avLst/>
                <a:gdLst>
                  <a:gd name="T0" fmla="*/ 33 w 83"/>
                  <a:gd name="T1" fmla="*/ 0 h 87"/>
                  <a:gd name="T2" fmla="*/ 10 w 83"/>
                  <a:gd name="T3" fmla="*/ 35 h 87"/>
                  <a:gd name="T4" fmla="*/ 16 w 83"/>
                  <a:gd name="T5" fmla="*/ 13 h 87"/>
                  <a:gd name="T6" fmla="*/ 31 w 83"/>
                  <a:gd name="T7" fmla="*/ 2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87">
                    <a:moveTo>
                      <a:pt x="83" y="0"/>
                    </a:moveTo>
                    <a:cubicBezTo>
                      <a:pt x="63" y="17"/>
                      <a:pt x="0" y="53"/>
                      <a:pt x="24" y="87"/>
                    </a:cubicBezTo>
                    <a:cubicBezTo>
                      <a:pt x="28" y="69"/>
                      <a:pt x="30" y="48"/>
                      <a:pt x="41" y="31"/>
                    </a:cubicBezTo>
                    <a:cubicBezTo>
                      <a:pt x="51" y="16"/>
                      <a:pt x="64" y="13"/>
                      <a:pt x="7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98" name="Freeform 915">
                <a:extLst>
                  <a:ext uri="{FF2B5EF4-FFF2-40B4-BE49-F238E27FC236}">
                    <a16:creationId xmlns:a16="http://schemas.microsoft.com/office/drawing/2014/main" id="{6427AA2F-9E86-40BB-843B-6EB12AA3D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804"/>
                <a:ext cx="34" cy="121"/>
              </a:xfrm>
              <a:custGeom>
                <a:avLst/>
                <a:gdLst>
                  <a:gd name="T0" fmla="*/ 0 w 47"/>
                  <a:gd name="T1" fmla="*/ 8 h 164"/>
                  <a:gd name="T2" fmla="*/ 12 w 47"/>
                  <a:gd name="T3" fmla="*/ 30 h 164"/>
                  <a:gd name="T4" fmla="*/ 12 w 47"/>
                  <a:gd name="T5" fmla="*/ 66 h 164"/>
                  <a:gd name="T6" fmla="*/ 5 w 47"/>
                  <a:gd name="T7" fmla="*/ 13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64">
                    <a:moveTo>
                      <a:pt x="0" y="20"/>
                    </a:moveTo>
                    <a:cubicBezTo>
                      <a:pt x="18" y="0"/>
                      <a:pt x="30" y="62"/>
                      <a:pt x="33" y="73"/>
                    </a:cubicBezTo>
                    <a:cubicBezTo>
                      <a:pt x="42" y="99"/>
                      <a:pt x="47" y="140"/>
                      <a:pt x="32" y="164"/>
                    </a:cubicBezTo>
                    <a:cubicBezTo>
                      <a:pt x="30" y="133"/>
                      <a:pt x="42" y="55"/>
                      <a:pt x="14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99" name="Freeform 916">
                <a:extLst>
                  <a:ext uri="{FF2B5EF4-FFF2-40B4-BE49-F238E27FC236}">
                    <a16:creationId xmlns:a16="http://schemas.microsoft.com/office/drawing/2014/main" id="{4B0DDCD5-69D1-4A6B-A5CC-A97AC2F20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955"/>
                <a:ext cx="36" cy="12"/>
              </a:xfrm>
              <a:custGeom>
                <a:avLst/>
                <a:gdLst>
                  <a:gd name="T0" fmla="*/ 19 w 49"/>
                  <a:gd name="T1" fmla="*/ 0 h 17"/>
                  <a:gd name="T2" fmla="*/ 0 w 49"/>
                  <a:gd name="T3" fmla="*/ 4 h 17"/>
                  <a:gd name="T4" fmla="*/ 15 w 4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7">
                    <a:moveTo>
                      <a:pt x="49" y="0"/>
                    </a:moveTo>
                    <a:cubicBezTo>
                      <a:pt x="34" y="11"/>
                      <a:pt x="18" y="12"/>
                      <a:pt x="0" y="12"/>
                    </a:cubicBezTo>
                    <a:cubicBezTo>
                      <a:pt x="9" y="17"/>
                      <a:pt x="34" y="10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00" name="Freeform 917">
                <a:extLst>
                  <a:ext uri="{FF2B5EF4-FFF2-40B4-BE49-F238E27FC236}">
                    <a16:creationId xmlns:a16="http://schemas.microsoft.com/office/drawing/2014/main" id="{B7999E58-4011-4047-A090-C7CC6B9EC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981"/>
                <a:ext cx="32" cy="32"/>
              </a:xfrm>
              <a:custGeom>
                <a:avLst/>
                <a:gdLst>
                  <a:gd name="T0" fmla="*/ 17 w 44"/>
                  <a:gd name="T1" fmla="*/ 1 h 43"/>
                  <a:gd name="T2" fmla="*/ 0 w 44"/>
                  <a:gd name="T3" fmla="*/ 18 h 43"/>
                  <a:gd name="T4" fmla="*/ 13 w 44"/>
                  <a:gd name="T5" fmla="*/ 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3">
                    <a:moveTo>
                      <a:pt x="44" y="1"/>
                    </a:moveTo>
                    <a:cubicBezTo>
                      <a:pt x="21" y="0"/>
                      <a:pt x="0" y="20"/>
                      <a:pt x="0" y="43"/>
                    </a:cubicBezTo>
                    <a:cubicBezTo>
                      <a:pt x="9" y="28"/>
                      <a:pt x="21" y="12"/>
                      <a:pt x="3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01" name="Freeform 918">
                <a:extLst>
                  <a:ext uri="{FF2B5EF4-FFF2-40B4-BE49-F238E27FC236}">
                    <a16:creationId xmlns:a16="http://schemas.microsoft.com/office/drawing/2014/main" id="{AE755AE3-74BF-444A-90C2-CBEDBDBE2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976"/>
                <a:ext cx="23" cy="37"/>
              </a:xfrm>
              <a:custGeom>
                <a:avLst/>
                <a:gdLst>
                  <a:gd name="T0" fmla="*/ 0 w 31"/>
                  <a:gd name="T1" fmla="*/ 2 h 50"/>
                  <a:gd name="T2" fmla="*/ 12 w 31"/>
                  <a:gd name="T3" fmla="*/ 20 h 50"/>
                  <a:gd name="T4" fmla="*/ 1 w 31"/>
                  <a:gd name="T5" fmla="*/ 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50">
                    <a:moveTo>
                      <a:pt x="0" y="5"/>
                    </a:moveTo>
                    <a:cubicBezTo>
                      <a:pt x="17" y="0"/>
                      <a:pt x="31" y="35"/>
                      <a:pt x="30" y="50"/>
                    </a:cubicBezTo>
                    <a:cubicBezTo>
                      <a:pt x="23" y="35"/>
                      <a:pt x="15" y="15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02" name="Freeform 919">
                <a:extLst>
                  <a:ext uri="{FF2B5EF4-FFF2-40B4-BE49-F238E27FC236}">
                    <a16:creationId xmlns:a16="http://schemas.microsoft.com/office/drawing/2014/main" id="{447A7729-0CDE-4D71-AF10-F40DEB927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012"/>
                <a:ext cx="145" cy="62"/>
              </a:xfrm>
              <a:custGeom>
                <a:avLst/>
                <a:gdLst>
                  <a:gd name="T0" fmla="*/ 79 w 197"/>
                  <a:gd name="T1" fmla="*/ 34 h 83"/>
                  <a:gd name="T2" fmla="*/ 29 w 197"/>
                  <a:gd name="T3" fmla="*/ 22 h 83"/>
                  <a:gd name="T4" fmla="*/ 0 w 197"/>
                  <a:gd name="T5" fmla="*/ 0 h 83"/>
                  <a:gd name="T6" fmla="*/ 18 w 197"/>
                  <a:gd name="T7" fmla="*/ 16 h 83"/>
                  <a:gd name="T8" fmla="*/ 36 w 197"/>
                  <a:gd name="T9" fmla="*/ 22 h 83"/>
                  <a:gd name="T10" fmla="*/ 75 w 197"/>
                  <a:gd name="T11" fmla="*/ 33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7" h="83">
                    <a:moveTo>
                      <a:pt x="197" y="83"/>
                    </a:moveTo>
                    <a:cubicBezTo>
                      <a:pt x="174" y="54"/>
                      <a:pt x="109" y="59"/>
                      <a:pt x="75" y="54"/>
                    </a:cubicBezTo>
                    <a:cubicBezTo>
                      <a:pt x="38" y="50"/>
                      <a:pt x="20" y="29"/>
                      <a:pt x="0" y="0"/>
                    </a:cubicBezTo>
                    <a:cubicBezTo>
                      <a:pt x="13" y="3"/>
                      <a:pt x="29" y="29"/>
                      <a:pt x="44" y="37"/>
                    </a:cubicBezTo>
                    <a:cubicBezTo>
                      <a:pt x="58" y="45"/>
                      <a:pt x="74" y="51"/>
                      <a:pt x="90" y="54"/>
                    </a:cubicBezTo>
                    <a:cubicBezTo>
                      <a:pt x="121" y="60"/>
                      <a:pt x="165" y="54"/>
                      <a:pt x="189" y="7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03" name="Freeform 920">
                <a:extLst>
                  <a:ext uri="{FF2B5EF4-FFF2-40B4-BE49-F238E27FC236}">
                    <a16:creationId xmlns:a16="http://schemas.microsoft.com/office/drawing/2014/main" id="{A9D0DCEF-B940-4DD5-8F26-70867833C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1118"/>
                <a:ext cx="90" cy="81"/>
              </a:xfrm>
              <a:custGeom>
                <a:avLst/>
                <a:gdLst>
                  <a:gd name="T0" fmla="*/ 0 w 121"/>
                  <a:gd name="T1" fmla="*/ 0 h 110"/>
                  <a:gd name="T2" fmla="*/ 23 w 121"/>
                  <a:gd name="T3" fmla="*/ 3 h 110"/>
                  <a:gd name="T4" fmla="*/ 41 w 121"/>
                  <a:gd name="T5" fmla="*/ 14 h 110"/>
                  <a:gd name="T6" fmla="*/ 29 w 121"/>
                  <a:gd name="T7" fmla="*/ 44 h 110"/>
                  <a:gd name="T8" fmla="*/ 42 w 121"/>
                  <a:gd name="T9" fmla="*/ 24 h 110"/>
                  <a:gd name="T10" fmla="*/ 22 w 121"/>
                  <a:gd name="T11" fmla="*/ 6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110">
                    <a:moveTo>
                      <a:pt x="0" y="0"/>
                    </a:moveTo>
                    <a:cubicBezTo>
                      <a:pt x="18" y="6"/>
                      <a:pt x="39" y="1"/>
                      <a:pt x="57" y="7"/>
                    </a:cubicBezTo>
                    <a:cubicBezTo>
                      <a:pt x="75" y="13"/>
                      <a:pt x="89" y="19"/>
                      <a:pt x="99" y="35"/>
                    </a:cubicBezTo>
                    <a:cubicBezTo>
                      <a:pt x="121" y="68"/>
                      <a:pt x="85" y="83"/>
                      <a:pt x="71" y="110"/>
                    </a:cubicBezTo>
                    <a:cubicBezTo>
                      <a:pt x="79" y="93"/>
                      <a:pt x="97" y="78"/>
                      <a:pt x="101" y="60"/>
                    </a:cubicBezTo>
                    <a:cubicBezTo>
                      <a:pt x="108" y="32"/>
                      <a:pt x="78" y="19"/>
                      <a:pt x="55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04" name="Freeform 921">
                <a:extLst>
                  <a:ext uri="{FF2B5EF4-FFF2-40B4-BE49-F238E27FC236}">
                    <a16:creationId xmlns:a16="http://schemas.microsoft.com/office/drawing/2014/main" id="{0F3F6E61-3787-4C14-B973-3EDA0B91D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150"/>
                <a:ext cx="48" cy="69"/>
              </a:xfrm>
              <a:custGeom>
                <a:avLst/>
                <a:gdLst>
                  <a:gd name="T0" fmla="*/ 0 w 65"/>
                  <a:gd name="T1" fmla="*/ 12 h 93"/>
                  <a:gd name="T2" fmla="*/ 21 w 65"/>
                  <a:gd name="T3" fmla="*/ 13 h 93"/>
                  <a:gd name="T4" fmla="*/ 22 w 65"/>
                  <a:gd name="T5" fmla="*/ 38 h 93"/>
                  <a:gd name="T6" fmla="*/ 1 w 65"/>
                  <a:gd name="T7" fmla="*/ 12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93">
                    <a:moveTo>
                      <a:pt x="0" y="28"/>
                    </a:moveTo>
                    <a:cubicBezTo>
                      <a:pt x="20" y="13"/>
                      <a:pt x="36" y="8"/>
                      <a:pt x="51" y="33"/>
                    </a:cubicBezTo>
                    <a:cubicBezTo>
                      <a:pt x="64" y="55"/>
                      <a:pt x="65" y="70"/>
                      <a:pt x="54" y="93"/>
                    </a:cubicBezTo>
                    <a:cubicBezTo>
                      <a:pt x="60" y="59"/>
                      <a:pt x="46" y="0"/>
                      <a:pt x="1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05" name="Freeform 922">
                <a:extLst>
                  <a:ext uri="{FF2B5EF4-FFF2-40B4-BE49-F238E27FC236}">
                    <a16:creationId xmlns:a16="http://schemas.microsoft.com/office/drawing/2014/main" id="{8ED2FAA6-7936-4C58-B32B-94240F5C9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759"/>
                <a:ext cx="100" cy="117"/>
              </a:xfrm>
              <a:custGeom>
                <a:avLst/>
                <a:gdLst>
                  <a:gd name="T0" fmla="*/ 0 w 136"/>
                  <a:gd name="T1" fmla="*/ 0 h 159"/>
                  <a:gd name="T2" fmla="*/ 15 w 136"/>
                  <a:gd name="T3" fmla="*/ 15 h 159"/>
                  <a:gd name="T4" fmla="*/ 24 w 136"/>
                  <a:gd name="T5" fmla="*/ 35 h 159"/>
                  <a:gd name="T6" fmla="*/ 32 w 136"/>
                  <a:gd name="T7" fmla="*/ 52 h 159"/>
                  <a:gd name="T8" fmla="*/ 54 w 136"/>
                  <a:gd name="T9" fmla="*/ 63 h 159"/>
                  <a:gd name="T10" fmla="*/ 29 w 136"/>
                  <a:gd name="T11" fmla="*/ 47 h 159"/>
                  <a:gd name="T12" fmla="*/ 26 w 136"/>
                  <a:gd name="T13" fmla="*/ 32 h 159"/>
                  <a:gd name="T14" fmla="*/ 3 w 136"/>
                  <a:gd name="T15" fmla="*/ 6 h 1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6" h="159">
                    <a:moveTo>
                      <a:pt x="0" y="0"/>
                    </a:moveTo>
                    <a:cubicBezTo>
                      <a:pt x="4" y="17"/>
                      <a:pt x="27" y="28"/>
                      <a:pt x="39" y="40"/>
                    </a:cubicBezTo>
                    <a:cubicBezTo>
                      <a:pt x="54" y="55"/>
                      <a:pt x="60" y="67"/>
                      <a:pt x="60" y="89"/>
                    </a:cubicBezTo>
                    <a:cubicBezTo>
                      <a:pt x="61" y="113"/>
                      <a:pt x="61" y="115"/>
                      <a:pt x="82" y="130"/>
                    </a:cubicBezTo>
                    <a:cubicBezTo>
                      <a:pt x="98" y="142"/>
                      <a:pt x="121" y="147"/>
                      <a:pt x="136" y="159"/>
                    </a:cubicBezTo>
                    <a:cubicBezTo>
                      <a:pt x="119" y="146"/>
                      <a:pt x="87" y="135"/>
                      <a:pt x="75" y="118"/>
                    </a:cubicBezTo>
                    <a:cubicBezTo>
                      <a:pt x="68" y="108"/>
                      <a:pt x="67" y="92"/>
                      <a:pt x="64" y="81"/>
                    </a:cubicBezTo>
                    <a:cubicBezTo>
                      <a:pt x="58" y="57"/>
                      <a:pt x="31" y="25"/>
                      <a:pt x="7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06" name="Freeform 923">
                <a:extLst>
                  <a:ext uri="{FF2B5EF4-FFF2-40B4-BE49-F238E27FC236}">
                    <a16:creationId xmlns:a16="http://schemas.microsoft.com/office/drawing/2014/main" id="{D8A71AC7-51A6-445D-89D0-9803DE283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760"/>
                <a:ext cx="65" cy="106"/>
              </a:xfrm>
              <a:custGeom>
                <a:avLst/>
                <a:gdLst>
                  <a:gd name="T0" fmla="*/ 0 w 88"/>
                  <a:gd name="T1" fmla="*/ 0 h 145"/>
                  <a:gd name="T2" fmla="*/ 28 w 88"/>
                  <a:gd name="T3" fmla="*/ 25 h 145"/>
                  <a:gd name="T4" fmla="*/ 30 w 88"/>
                  <a:gd name="T5" fmla="*/ 56 h 145"/>
                  <a:gd name="T6" fmla="*/ 30 w 88"/>
                  <a:gd name="T7" fmla="*/ 30 h 145"/>
                  <a:gd name="T8" fmla="*/ 7 w 88"/>
                  <a:gd name="T9" fmla="*/ 1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45">
                    <a:moveTo>
                      <a:pt x="0" y="0"/>
                    </a:moveTo>
                    <a:cubicBezTo>
                      <a:pt x="22" y="9"/>
                      <a:pt x="55" y="44"/>
                      <a:pt x="69" y="64"/>
                    </a:cubicBezTo>
                    <a:cubicBezTo>
                      <a:pt x="81" y="80"/>
                      <a:pt x="88" y="130"/>
                      <a:pt x="73" y="145"/>
                    </a:cubicBezTo>
                    <a:cubicBezTo>
                      <a:pt x="66" y="125"/>
                      <a:pt x="82" y="100"/>
                      <a:pt x="75" y="77"/>
                    </a:cubicBezTo>
                    <a:cubicBezTo>
                      <a:pt x="66" y="47"/>
                      <a:pt x="35" y="29"/>
                      <a:pt x="1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07" name="Freeform 924">
                <a:extLst>
                  <a:ext uri="{FF2B5EF4-FFF2-40B4-BE49-F238E27FC236}">
                    <a16:creationId xmlns:a16="http://schemas.microsoft.com/office/drawing/2014/main" id="{0F365E4D-6070-4949-9E88-B0DA8D94F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827"/>
                <a:ext cx="53" cy="131"/>
              </a:xfrm>
              <a:custGeom>
                <a:avLst/>
                <a:gdLst>
                  <a:gd name="T0" fmla="*/ 9 w 73"/>
                  <a:gd name="T1" fmla="*/ 0 h 178"/>
                  <a:gd name="T2" fmla="*/ 2 w 73"/>
                  <a:gd name="T3" fmla="*/ 42 h 178"/>
                  <a:gd name="T4" fmla="*/ 13 w 73"/>
                  <a:gd name="T5" fmla="*/ 71 h 178"/>
                  <a:gd name="T6" fmla="*/ 4 w 73"/>
                  <a:gd name="T7" fmla="*/ 38 h 178"/>
                  <a:gd name="T8" fmla="*/ 11 w 73"/>
                  <a:gd name="T9" fmla="*/ 32 h 178"/>
                  <a:gd name="T10" fmla="*/ 15 w 73"/>
                  <a:gd name="T11" fmla="*/ 24 h 178"/>
                  <a:gd name="T12" fmla="*/ 10 w 73"/>
                  <a:gd name="T13" fmla="*/ 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178">
                    <a:moveTo>
                      <a:pt x="24" y="0"/>
                    </a:moveTo>
                    <a:cubicBezTo>
                      <a:pt x="56" y="29"/>
                      <a:pt x="49" y="86"/>
                      <a:pt x="5" y="105"/>
                    </a:cubicBezTo>
                    <a:cubicBezTo>
                      <a:pt x="30" y="121"/>
                      <a:pt x="69" y="146"/>
                      <a:pt x="34" y="178"/>
                    </a:cubicBezTo>
                    <a:cubicBezTo>
                      <a:pt x="73" y="145"/>
                      <a:pt x="0" y="117"/>
                      <a:pt x="9" y="97"/>
                    </a:cubicBezTo>
                    <a:cubicBezTo>
                      <a:pt x="10" y="93"/>
                      <a:pt x="24" y="86"/>
                      <a:pt x="28" y="80"/>
                    </a:cubicBezTo>
                    <a:cubicBezTo>
                      <a:pt x="32" y="75"/>
                      <a:pt x="37" y="67"/>
                      <a:pt x="39" y="61"/>
                    </a:cubicBezTo>
                    <a:cubicBezTo>
                      <a:pt x="46" y="39"/>
                      <a:pt x="39" y="28"/>
                      <a:pt x="2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08" name="Freeform 925">
                <a:extLst>
                  <a:ext uri="{FF2B5EF4-FFF2-40B4-BE49-F238E27FC236}">
                    <a16:creationId xmlns:a16="http://schemas.microsoft.com/office/drawing/2014/main" id="{58E3DDBC-028B-4B06-A00B-63BB5ECE7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090"/>
                <a:ext cx="93" cy="123"/>
              </a:xfrm>
              <a:custGeom>
                <a:avLst/>
                <a:gdLst>
                  <a:gd name="T0" fmla="*/ 1 w 126"/>
                  <a:gd name="T1" fmla="*/ 2 h 167"/>
                  <a:gd name="T2" fmla="*/ 18 w 126"/>
                  <a:gd name="T3" fmla="*/ 15 h 167"/>
                  <a:gd name="T4" fmla="*/ 26 w 126"/>
                  <a:gd name="T5" fmla="*/ 21 h 167"/>
                  <a:gd name="T6" fmla="*/ 30 w 126"/>
                  <a:gd name="T7" fmla="*/ 30 h 167"/>
                  <a:gd name="T8" fmla="*/ 41 w 126"/>
                  <a:gd name="T9" fmla="*/ 67 h 167"/>
                  <a:gd name="T10" fmla="*/ 27 w 126"/>
                  <a:gd name="T11" fmla="*/ 26 h 167"/>
                  <a:gd name="T12" fmla="*/ 15 w 126"/>
                  <a:gd name="T13" fmla="*/ 15 h 167"/>
                  <a:gd name="T14" fmla="*/ 0 w 126"/>
                  <a:gd name="T15" fmla="*/ 1 h 1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167">
                    <a:moveTo>
                      <a:pt x="4" y="6"/>
                    </a:moveTo>
                    <a:cubicBezTo>
                      <a:pt x="23" y="2"/>
                      <a:pt x="37" y="24"/>
                      <a:pt x="46" y="37"/>
                    </a:cubicBezTo>
                    <a:cubicBezTo>
                      <a:pt x="52" y="45"/>
                      <a:pt x="58" y="46"/>
                      <a:pt x="64" y="53"/>
                    </a:cubicBezTo>
                    <a:cubicBezTo>
                      <a:pt x="70" y="60"/>
                      <a:pt x="71" y="68"/>
                      <a:pt x="75" y="75"/>
                    </a:cubicBezTo>
                    <a:cubicBezTo>
                      <a:pt x="88" y="92"/>
                      <a:pt x="126" y="139"/>
                      <a:pt x="103" y="167"/>
                    </a:cubicBezTo>
                    <a:cubicBezTo>
                      <a:pt x="111" y="127"/>
                      <a:pt x="84" y="95"/>
                      <a:pt x="67" y="64"/>
                    </a:cubicBezTo>
                    <a:cubicBezTo>
                      <a:pt x="59" y="49"/>
                      <a:pt x="49" y="48"/>
                      <a:pt x="37" y="37"/>
                    </a:cubicBezTo>
                    <a:cubicBezTo>
                      <a:pt x="23" y="23"/>
                      <a:pt x="26" y="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09" name="Freeform 926">
                <a:extLst>
                  <a:ext uri="{FF2B5EF4-FFF2-40B4-BE49-F238E27FC236}">
                    <a16:creationId xmlns:a16="http://schemas.microsoft.com/office/drawing/2014/main" id="{132D4688-5A80-4FDF-8ECC-B602B4275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053"/>
                <a:ext cx="47" cy="62"/>
              </a:xfrm>
              <a:custGeom>
                <a:avLst/>
                <a:gdLst>
                  <a:gd name="T0" fmla="*/ 15 w 63"/>
                  <a:gd name="T1" fmla="*/ 0 h 84"/>
                  <a:gd name="T2" fmla="*/ 26 w 63"/>
                  <a:gd name="T3" fmla="*/ 34 h 84"/>
                  <a:gd name="T4" fmla="*/ 10 w 63"/>
                  <a:gd name="T5" fmla="*/ 18 h 84"/>
                  <a:gd name="T6" fmla="*/ 16 w 63"/>
                  <a:gd name="T7" fmla="*/ 3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84">
                    <a:moveTo>
                      <a:pt x="36" y="0"/>
                    </a:moveTo>
                    <a:cubicBezTo>
                      <a:pt x="0" y="36"/>
                      <a:pt x="24" y="72"/>
                      <a:pt x="63" y="84"/>
                    </a:cubicBezTo>
                    <a:cubicBezTo>
                      <a:pt x="51" y="67"/>
                      <a:pt x="32" y="66"/>
                      <a:pt x="24" y="44"/>
                    </a:cubicBezTo>
                    <a:cubicBezTo>
                      <a:pt x="17" y="23"/>
                      <a:pt x="26" y="21"/>
                      <a:pt x="4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10" name="Freeform 927">
                <a:extLst>
                  <a:ext uri="{FF2B5EF4-FFF2-40B4-BE49-F238E27FC236}">
                    <a16:creationId xmlns:a16="http://schemas.microsoft.com/office/drawing/2014/main" id="{C988DD4D-7174-49D5-A69B-92BBB00A6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032"/>
                <a:ext cx="30" cy="40"/>
              </a:xfrm>
              <a:custGeom>
                <a:avLst/>
                <a:gdLst>
                  <a:gd name="T0" fmla="*/ 10 w 41"/>
                  <a:gd name="T1" fmla="*/ 1 h 55"/>
                  <a:gd name="T2" fmla="*/ 0 w 41"/>
                  <a:gd name="T3" fmla="*/ 20 h 55"/>
                  <a:gd name="T4" fmla="*/ 10 w 41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5">
                    <a:moveTo>
                      <a:pt x="25" y="4"/>
                    </a:moveTo>
                    <a:cubicBezTo>
                      <a:pt x="41" y="11"/>
                      <a:pt x="19" y="55"/>
                      <a:pt x="0" y="52"/>
                    </a:cubicBezTo>
                    <a:cubicBezTo>
                      <a:pt x="20" y="51"/>
                      <a:pt x="36" y="17"/>
                      <a:pt x="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11" name="Freeform 928">
                <a:extLst>
                  <a:ext uri="{FF2B5EF4-FFF2-40B4-BE49-F238E27FC236}">
                    <a16:creationId xmlns:a16="http://schemas.microsoft.com/office/drawing/2014/main" id="{43A6F8AF-6E18-4720-A533-67B4704A1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121"/>
                <a:ext cx="24" cy="39"/>
              </a:xfrm>
              <a:custGeom>
                <a:avLst/>
                <a:gdLst>
                  <a:gd name="T0" fmla="*/ 10 w 33"/>
                  <a:gd name="T1" fmla="*/ 1 h 53"/>
                  <a:gd name="T2" fmla="*/ 12 w 33"/>
                  <a:gd name="T3" fmla="*/ 21 h 53"/>
                  <a:gd name="T4" fmla="*/ 9 w 33"/>
                  <a:gd name="T5" fmla="*/ 4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3">
                    <a:moveTo>
                      <a:pt x="26" y="3"/>
                    </a:moveTo>
                    <a:cubicBezTo>
                      <a:pt x="0" y="0"/>
                      <a:pt x="23" y="46"/>
                      <a:pt x="33" y="53"/>
                    </a:cubicBezTo>
                    <a:cubicBezTo>
                      <a:pt x="25" y="44"/>
                      <a:pt x="2" y="18"/>
                      <a:pt x="2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12" name="Freeform 929">
                <a:extLst>
                  <a:ext uri="{FF2B5EF4-FFF2-40B4-BE49-F238E27FC236}">
                    <a16:creationId xmlns:a16="http://schemas.microsoft.com/office/drawing/2014/main" id="{AB465D7B-D2D8-49EF-830E-50A2DEBAA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1230"/>
                <a:ext cx="39" cy="53"/>
              </a:xfrm>
              <a:custGeom>
                <a:avLst/>
                <a:gdLst>
                  <a:gd name="T0" fmla="*/ 20 w 54"/>
                  <a:gd name="T1" fmla="*/ 28 h 71"/>
                  <a:gd name="T2" fmla="*/ 14 w 54"/>
                  <a:gd name="T3" fmla="*/ 1 h 71"/>
                  <a:gd name="T4" fmla="*/ 20 w 54"/>
                  <a:gd name="T5" fmla="*/ 28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71">
                    <a:moveTo>
                      <a:pt x="54" y="66"/>
                    </a:moveTo>
                    <a:cubicBezTo>
                      <a:pt x="15" y="59"/>
                      <a:pt x="5" y="18"/>
                      <a:pt x="39" y="1"/>
                    </a:cubicBezTo>
                    <a:cubicBezTo>
                      <a:pt x="0" y="0"/>
                      <a:pt x="10" y="71"/>
                      <a:pt x="54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13" name="Freeform 930">
                <a:extLst>
                  <a:ext uri="{FF2B5EF4-FFF2-40B4-BE49-F238E27FC236}">
                    <a16:creationId xmlns:a16="http://schemas.microsoft.com/office/drawing/2014/main" id="{3746ACBC-99B8-46B1-8F09-99E77EC01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056"/>
                <a:ext cx="38" cy="85"/>
              </a:xfrm>
              <a:custGeom>
                <a:avLst/>
                <a:gdLst>
                  <a:gd name="T0" fmla="*/ 13 w 52"/>
                  <a:gd name="T1" fmla="*/ 0 h 115"/>
                  <a:gd name="T2" fmla="*/ 7 w 52"/>
                  <a:gd name="T3" fmla="*/ 21 h 115"/>
                  <a:gd name="T4" fmla="*/ 0 w 52"/>
                  <a:gd name="T5" fmla="*/ 47 h 115"/>
                  <a:gd name="T6" fmla="*/ 7 w 52"/>
                  <a:gd name="T7" fmla="*/ 23 h 115"/>
                  <a:gd name="T8" fmla="*/ 13 w 52"/>
                  <a:gd name="T9" fmla="*/ 1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15">
                    <a:moveTo>
                      <a:pt x="33" y="0"/>
                    </a:moveTo>
                    <a:cubicBezTo>
                      <a:pt x="52" y="12"/>
                      <a:pt x="23" y="41"/>
                      <a:pt x="16" y="53"/>
                    </a:cubicBezTo>
                    <a:cubicBezTo>
                      <a:pt x="5" y="71"/>
                      <a:pt x="15" y="98"/>
                      <a:pt x="0" y="115"/>
                    </a:cubicBezTo>
                    <a:cubicBezTo>
                      <a:pt x="5" y="94"/>
                      <a:pt x="4" y="75"/>
                      <a:pt x="16" y="57"/>
                    </a:cubicBezTo>
                    <a:cubicBezTo>
                      <a:pt x="25" y="42"/>
                      <a:pt x="46" y="21"/>
                      <a:pt x="3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14" name="Freeform 931">
                <a:extLst>
                  <a:ext uri="{FF2B5EF4-FFF2-40B4-BE49-F238E27FC236}">
                    <a16:creationId xmlns:a16="http://schemas.microsoft.com/office/drawing/2014/main" id="{9F1E6E8E-65FD-4003-9DD0-C2E4D1FD8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828"/>
                <a:ext cx="53" cy="51"/>
              </a:xfrm>
              <a:custGeom>
                <a:avLst/>
                <a:gdLst>
                  <a:gd name="T0" fmla="*/ 29 w 72"/>
                  <a:gd name="T1" fmla="*/ 28 h 69"/>
                  <a:gd name="T2" fmla="*/ 21 w 72"/>
                  <a:gd name="T3" fmla="*/ 19 h 69"/>
                  <a:gd name="T4" fmla="*/ 11 w 72"/>
                  <a:gd name="T5" fmla="*/ 16 h 69"/>
                  <a:gd name="T6" fmla="*/ 1 w 72"/>
                  <a:gd name="T7" fmla="*/ 0 h 69"/>
                  <a:gd name="T8" fmla="*/ 27 w 72"/>
                  <a:gd name="T9" fmla="*/ 2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69">
                    <a:moveTo>
                      <a:pt x="72" y="69"/>
                    </a:moveTo>
                    <a:cubicBezTo>
                      <a:pt x="66" y="62"/>
                      <a:pt x="61" y="53"/>
                      <a:pt x="54" y="48"/>
                    </a:cubicBezTo>
                    <a:cubicBezTo>
                      <a:pt x="47" y="44"/>
                      <a:pt x="35" y="45"/>
                      <a:pt x="28" y="40"/>
                    </a:cubicBezTo>
                    <a:cubicBezTo>
                      <a:pt x="15" y="31"/>
                      <a:pt x="0" y="17"/>
                      <a:pt x="1" y="0"/>
                    </a:cubicBezTo>
                    <a:cubicBezTo>
                      <a:pt x="18" y="33"/>
                      <a:pt x="35" y="51"/>
                      <a:pt x="68" y="6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15" name="Freeform 932">
                <a:extLst>
                  <a:ext uri="{FF2B5EF4-FFF2-40B4-BE49-F238E27FC236}">
                    <a16:creationId xmlns:a16="http://schemas.microsoft.com/office/drawing/2014/main" id="{AD5E2D0E-A923-4341-A71C-94022FC23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733"/>
                <a:ext cx="71" cy="24"/>
              </a:xfrm>
              <a:custGeom>
                <a:avLst/>
                <a:gdLst>
                  <a:gd name="T0" fmla="*/ 37 w 96"/>
                  <a:gd name="T1" fmla="*/ 11 h 33"/>
                  <a:gd name="T2" fmla="*/ 0 w 96"/>
                  <a:gd name="T3" fmla="*/ 0 h 33"/>
                  <a:gd name="T4" fmla="*/ 20 w 96"/>
                  <a:gd name="T5" fmla="*/ 7 h 33"/>
                  <a:gd name="T6" fmla="*/ 30 w 96"/>
                  <a:gd name="T7" fmla="*/ 11 h 33"/>
                  <a:gd name="T8" fmla="*/ 39 w 96"/>
                  <a:gd name="T9" fmla="*/ 1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33">
                    <a:moveTo>
                      <a:pt x="90" y="29"/>
                    </a:moveTo>
                    <a:cubicBezTo>
                      <a:pt x="72" y="1"/>
                      <a:pt x="31" y="0"/>
                      <a:pt x="0" y="0"/>
                    </a:cubicBezTo>
                    <a:cubicBezTo>
                      <a:pt x="19" y="3"/>
                      <a:pt x="33" y="5"/>
                      <a:pt x="50" y="16"/>
                    </a:cubicBezTo>
                    <a:cubicBezTo>
                      <a:pt x="58" y="21"/>
                      <a:pt x="65" y="26"/>
                      <a:pt x="75" y="29"/>
                    </a:cubicBezTo>
                    <a:cubicBezTo>
                      <a:pt x="83" y="31"/>
                      <a:pt x="88" y="24"/>
                      <a:pt x="96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16" name="Freeform 933">
                <a:extLst>
                  <a:ext uri="{FF2B5EF4-FFF2-40B4-BE49-F238E27FC236}">
                    <a16:creationId xmlns:a16="http://schemas.microsoft.com/office/drawing/2014/main" id="{10EC9B63-ADC6-4464-88C0-D97D62885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709"/>
                <a:ext cx="38" cy="14"/>
              </a:xfrm>
              <a:custGeom>
                <a:avLst/>
                <a:gdLst>
                  <a:gd name="T0" fmla="*/ 21 w 51"/>
                  <a:gd name="T1" fmla="*/ 7 h 19"/>
                  <a:gd name="T2" fmla="*/ 0 w 51"/>
                  <a:gd name="T3" fmla="*/ 7 h 19"/>
                  <a:gd name="T4" fmla="*/ 19 w 51"/>
                  <a:gd name="T5" fmla="*/ 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9">
                    <a:moveTo>
                      <a:pt x="51" y="16"/>
                    </a:moveTo>
                    <a:cubicBezTo>
                      <a:pt x="37" y="16"/>
                      <a:pt x="7" y="0"/>
                      <a:pt x="0" y="17"/>
                    </a:cubicBezTo>
                    <a:cubicBezTo>
                      <a:pt x="12" y="18"/>
                      <a:pt x="41" y="9"/>
                      <a:pt x="47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17" name="Freeform 934">
                <a:extLst>
                  <a:ext uri="{FF2B5EF4-FFF2-40B4-BE49-F238E27FC236}">
                    <a16:creationId xmlns:a16="http://schemas.microsoft.com/office/drawing/2014/main" id="{49EB69BF-CCF4-491F-9C8D-31C735CB8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735"/>
                <a:ext cx="47" cy="46"/>
              </a:xfrm>
              <a:custGeom>
                <a:avLst/>
                <a:gdLst>
                  <a:gd name="T0" fmla="*/ 16 w 63"/>
                  <a:gd name="T1" fmla="*/ 0 h 63"/>
                  <a:gd name="T2" fmla="*/ 26 w 63"/>
                  <a:gd name="T3" fmla="*/ 25 h 63"/>
                  <a:gd name="T4" fmla="*/ 16 w 63"/>
                  <a:gd name="T5" fmla="*/ 3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63">
                    <a:moveTo>
                      <a:pt x="39" y="0"/>
                    </a:moveTo>
                    <a:cubicBezTo>
                      <a:pt x="0" y="16"/>
                      <a:pt x="48" y="52"/>
                      <a:pt x="63" y="63"/>
                    </a:cubicBezTo>
                    <a:cubicBezTo>
                      <a:pt x="53" y="50"/>
                      <a:pt x="18" y="25"/>
                      <a:pt x="3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18" name="Freeform 935">
                <a:extLst>
                  <a:ext uri="{FF2B5EF4-FFF2-40B4-BE49-F238E27FC236}">
                    <a16:creationId xmlns:a16="http://schemas.microsoft.com/office/drawing/2014/main" id="{90630744-C68D-4281-88C5-C0B58EAD3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795"/>
                <a:ext cx="95" cy="72"/>
              </a:xfrm>
              <a:custGeom>
                <a:avLst/>
                <a:gdLst>
                  <a:gd name="T0" fmla="*/ 9 w 128"/>
                  <a:gd name="T1" fmla="*/ 0 h 98"/>
                  <a:gd name="T2" fmla="*/ 25 w 128"/>
                  <a:gd name="T3" fmla="*/ 21 h 98"/>
                  <a:gd name="T4" fmla="*/ 35 w 128"/>
                  <a:gd name="T5" fmla="*/ 31 h 98"/>
                  <a:gd name="T6" fmla="*/ 53 w 128"/>
                  <a:gd name="T7" fmla="*/ 39 h 98"/>
                  <a:gd name="T8" fmla="*/ 18 w 128"/>
                  <a:gd name="T9" fmla="*/ 21 h 98"/>
                  <a:gd name="T10" fmla="*/ 7 w 128"/>
                  <a:gd name="T11" fmla="*/ 1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98">
                    <a:moveTo>
                      <a:pt x="22" y="0"/>
                    </a:moveTo>
                    <a:cubicBezTo>
                      <a:pt x="0" y="34"/>
                      <a:pt x="47" y="36"/>
                      <a:pt x="62" y="52"/>
                    </a:cubicBezTo>
                    <a:cubicBezTo>
                      <a:pt x="71" y="62"/>
                      <a:pt x="70" y="70"/>
                      <a:pt x="85" y="78"/>
                    </a:cubicBezTo>
                    <a:cubicBezTo>
                      <a:pt x="99" y="85"/>
                      <a:pt x="113" y="92"/>
                      <a:pt x="128" y="98"/>
                    </a:cubicBezTo>
                    <a:cubicBezTo>
                      <a:pt x="101" y="85"/>
                      <a:pt x="67" y="73"/>
                      <a:pt x="45" y="54"/>
                    </a:cubicBezTo>
                    <a:cubicBezTo>
                      <a:pt x="32" y="43"/>
                      <a:pt x="7" y="22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19" name="Freeform 936">
                <a:extLst>
                  <a:ext uri="{FF2B5EF4-FFF2-40B4-BE49-F238E27FC236}">
                    <a16:creationId xmlns:a16="http://schemas.microsoft.com/office/drawing/2014/main" id="{28C80385-5841-4FD5-8BE2-1AF32D2CE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897"/>
                <a:ext cx="91" cy="95"/>
              </a:xfrm>
              <a:custGeom>
                <a:avLst/>
                <a:gdLst>
                  <a:gd name="T0" fmla="*/ 0 w 123"/>
                  <a:gd name="T1" fmla="*/ 1 h 129"/>
                  <a:gd name="T2" fmla="*/ 11 w 123"/>
                  <a:gd name="T3" fmla="*/ 16 h 129"/>
                  <a:gd name="T4" fmla="*/ 19 w 123"/>
                  <a:gd name="T5" fmla="*/ 21 h 129"/>
                  <a:gd name="T6" fmla="*/ 23 w 123"/>
                  <a:gd name="T7" fmla="*/ 29 h 129"/>
                  <a:gd name="T8" fmla="*/ 30 w 123"/>
                  <a:gd name="T9" fmla="*/ 33 h 129"/>
                  <a:gd name="T10" fmla="*/ 34 w 123"/>
                  <a:gd name="T11" fmla="*/ 42 h 129"/>
                  <a:gd name="T12" fmla="*/ 50 w 123"/>
                  <a:gd name="T13" fmla="*/ 49 h 129"/>
                  <a:gd name="T14" fmla="*/ 33 w 123"/>
                  <a:gd name="T15" fmla="*/ 45 h 129"/>
                  <a:gd name="T16" fmla="*/ 30 w 123"/>
                  <a:gd name="T17" fmla="*/ 38 h 129"/>
                  <a:gd name="T18" fmla="*/ 22 w 123"/>
                  <a:gd name="T19" fmla="*/ 32 h 129"/>
                  <a:gd name="T20" fmla="*/ 17 w 123"/>
                  <a:gd name="T21" fmla="*/ 27 h 129"/>
                  <a:gd name="T22" fmla="*/ 16 w 123"/>
                  <a:gd name="T23" fmla="*/ 23 h 129"/>
                  <a:gd name="T24" fmla="*/ 12 w 123"/>
                  <a:gd name="T25" fmla="*/ 21 h 129"/>
                  <a:gd name="T26" fmla="*/ 4 w 123"/>
                  <a:gd name="T27" fmla="*/ 3 h 12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129">
                    <a:moveTo>
                      <a:pt x="0" y="3"/>
                    </a:moveTo>
                    <a:cubicBezTo>
                      <a:pt x="22" y="0"/>
                      <a:pt x="17" y="29"/>
                      <a:pt x="27" y="41"/>
                    </a:cubicBezTo>
                    <a:cubicBezTo>
                      <a:pt x="32" y="48"/>
                      <a:pt x="43" y="47"/>
                      <a:pt x="47" y="52"/>
                    </a:cubicBezTo>
                    <a:cubicBezTo>
                      <a:pt x="53" y="59"/>
                      <a:pt x="51" y="67"/>
                      <a:pt x="57" y="74"/>
                    </a:cubicBezTo>
                    <a:cubicBezTo>
                      <a:pt x="62" y="78"/>
                      <a:pt x="68" y="78"/>
                      <a:pt x="73" y="83"/>
                    </a:cubicBezTo>
                    <a:cubicBezTo>
                      <a:pt x="78" y="89"/>
                      <a:pt x="78" y="98"/>
                      <a:pt x="84" y="105"/>
                    </a:cubicBezTo>
                    <a:cubicBezTo>
                      <a:pt x="95" y="116"/>
                      <a:pt x="108" y="121"/>
                      <a:pt x="123" y="124"/>
                    </a:cubicBezTo>
                    <a:cubicBezTo>
                      <a:pt x="108" y="129"/>
                      <a:pt x="92" y="124"/>
                      <a:pt x="82" y="113"/>
                    </a:cubicBezTo>
                    <a:cubicBezTo>
                      <a:pt x="77" y="107"/>
                      <a:pt x="78" y="100"/>
                      <a:pt x="74" y="95"/>
                    </a:cubicBezTo>
                    <a:cubicBezTo>
                      <a:pt x="69" y="88"/>
                      <a:pt x="61" y="86"/>
                      <a:pt x="55" y="82"/>
                    </a:cubicBezTo>
                    <a:cubicBezTo>
                      <a:pt x="50" y="77"/>
                      <a:pt x="46" y="71"/>
                      <a:pt x="42" y="66"/>
                    </a:cubicBezTo>
                    <a:cubicBezTo>
                      <a:pt x="42" y="66"/>
                      <a:pt x="42" y="60"/>
                      <a:pt x="40" y="57"/>
                    </a:cubicBezTo>
                    <a:cubicBezTo>
                      <a:pt x="38" y="55"/>
                      <a:pt x="31" y="55"/>
                      <a:pt x="28" y="52"/>
                    </a:cubicBezTo>
                    <a:cubicBezTo>
                      <a:pt x="18" y="41"/>
                      <a:pt x="12" y="21"/>
                      <a:pt x="1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20" name="Freeform 937">
                <a:extLst>
                  <a:ext uri="{FF2B5EF4-FFF2-40B4-BE49-F238E27FC236}">
                    <a16:creationId xmlns:a16="http://schemas.microsoft.com/office/drawing/2014/main" id="{60D0C0DF-3102-46E0-9899-658AA5107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831"/>
                <a:ext cx="81" cy="110"/>
              </a:xfrm>
              <a:custGeom>
                <a:avLst/>
                <a:gdLst>
                  <a:gd name="T0" fmla="*/ 0 w 109"/>
                  <a:gd name="T1" fmla="*/ 7 h 149"/>
                  <a:gd name="T2" fmla="*/ 7 w 109"/>
                  <a:gd name="T3" fmla="*/ 17 h 149"/>
                  <a:gd name="T4" fmla="*/ 17 w 109"/>
                  <a:gd name="T5" fmla="*/ 30 h 149"/>
                  <a:gd name="T6" fmla="*/ 45 w 109"/>
                  <a:gd name="T7" fmla="*/ 60 h 149"/>
                  <a:gd name="T8" fmla="*/ 31 w 109"/>
                  <a:gd name="T9" fmla="*/ 44 h 149"/>
                  <a:gd name="T10" fmla="*/ 16 w 109"/>
                  <a:gd name="T11" fmla="*/ 32 h 149"/>
                  <a:gd name="T12" fmla="*/ 7 w 109"/>
                  <a:gd name="T13" fmla="*/ 21 h 149"/>
                  <a:gd name="T14" fmla="*/ 4 w 109"/>
                  <a:gd name="T15" fmla="*/ 9 h 1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149">
                    <a:moveTo>
                      <a:pt x="0" y="19"/>
                    </a:moveTo>
                    <a:cubicBezTo>
                      <a:pt x="16" y="0"/>
                      <a:pt x="17" y="33"/>
                      <a:pt x="17" y="42"/>
                    </a:cubicBezTo>
                    <a:cubicBezTo>
                      <a:pt x="19" y="64"/>
                      <a:pt x="25" y="66"/>
                      <a:pt x="42" y="74"/>
                    </a:cubicBezTo>
                    <a:cubicBezTo>
                      <a:pt x="71" y="88"/>
                      <a:pt x="95" y="119"/>
                      <a:pt x="109" y="149"/>
                    </a:cubicBezTo>
                    <a:cubicBezTo>
                      <a:pt x="96" y="137"/>
                      <a:pt x="87" y="121"/>
                      <a:pt x="75" y="109"/>
                    </a:cubicBezTo>
                    <a:cubicBezTo>
                      <a:pt x="64" y="98"/>
                      <a:pt x="51" y="89"/>
                      <a:pt x="38" y="80"/>
                    </a:cubicBezTo>
                    <a:cubicBezTo>
                      <a:pt x="27" y="71"/>
                      <a:pt x="20" y="68"/>
                      <a:pt x="17" y="53"/>
                    </a:cubicBezTo>
                    <a:cubicBezTo>
                      <a:pt x="15" y="40"/>
                      <a:pt x="19" y="32"/>
                      <a:pt x="1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21" name="Freeform 938">
                <a:extLst>
                  <a:ext uri="{FF2B5EF4-FFF2-40B4-BE49-F238E27FC236}">
                    <a16:creationId xmlns:a16="http://schemas.microsoft.com/office/drawing/2014/main" id="{CC70C8C9-0738-4260-9978-7E036112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" y="1009"/>
                <a:ext cx="57" cy="84"/>
              </a:xfrm>
              <a:custGeom>
                <a:avLst/>
                <a:gdLst>
                  <a:gd name="T0" fmla="*/ 14 w 78"/>
                  <a:gd name="T1" fmla="*/ 0 h 114"/>
                  <a:gd name="T2" fmla="*/ 31 w 78"/>
                  <a:gd name="T3" fmla="*/ 46 h 114"/>
                  <a:gd name="T4" fmla="*/ 14 w 78"/>
                  <a:gd name="T5" fmla="*/ 7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14">
                    <a:moveTo>
                      <a:pt x="36" y="0"/>
                    </a:moveTo>
                    <a:cubicBezTo>
                      <a:pt x="29" y="42"/>
                      <a:pt x="18" y="108"/>
                      <a:pt x="78" y="114"/>
                    </a:cubicBezTo>
                    <a:cubicBezTo>
                      <a:pt x="55" y="101"/>
                      <a:pt x="0" y="46"/>
                      <a:pt x="36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22" name="Freeform 939">
                <a:extLst>
                  <a:ext uri="{FF2B5EF4-FFF2-40B4-BE49-F238E27FC236}">
                    <a16:creationId xmlns:a16="http://schemas.microsoft.com/office/drawing/2014/main" id="{93D8D6BF-3446-45F2-8CF4-DDC7E9BA6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" y="1047"/>
                <a:ext cx="58" cy="60"/>
              </a:xfrm>
              <a:custGeom>
                <a:avLst/>
                <a:gdLst>
                  <a:gd name="T0" fmla="*/ 32 w 79"/>
                  <a:gd name="T1" fmla="*/ 7 h 81"/>
                  <a:gd name="T2" fmla="*/ 21 w 79"/>
                  <a:gd name="T3" fmla="*/ 28 h 81"/>
                  <a:gd name="T4" fmla="*/ 0 w 79"/>
                  <a:gd name="T5" fmla="*/ 33 h 81"/>
                  <a:gd name="T6" fmla="*/ 21 w 79"/>
                  <a:gd name="T7" fmla="*/ 30 h 81"/>
                  <a:gd name="T8" fmla="*/ 22 w 79"/>
                  <a:gd name="T9" fmla="*/ 30 h 81"/>
                  <a:gd name="T10" fmla="*/ 29 w 79"/>
                  <a:gd name="T11" fmla="*/ 1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81">
                    <a:moveTo>
                      <a:pt x="79" y="18"/>
                    </a:moveTo>
                    <a:cubicBezTo>
                      <a:pt x="46" y="0"/>
                      <a:pt x="55" y="59"/>
                      <a:pt x="54" y="69"/>
                    </a:cubicBezTo>
                    <a:cubicBezTo>
                      <a:pt x="28" y="56"/>
                      <a:pt x="17" y="51"/>
                      <a:pt x="0" y="81"/>
                    </a:cubicBezTo>
                    <a:cubicBezTo>
                      <a:pt x="10" y="55"/>
                      <a:pt x="35" y="62"/>
                      <a:pt x="52" y="76"/>
                    </a:cubicBezTo>
                    <a:cubicBezTo>
                      <a:pt x="53" y="76"/>
                      <a:pt x="54" y="75"/>
                      <a:pt x="56" y="75"/>
                    </a:cubicBezTo>
                    <a:cubicBezTo>
                      <a:pt x="54" y="53"/>
                      <a:pt x="50" y="36"/>
                      <a:pt x="73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23" name="Freeform 940">
                <a:extLst>
                  <a:ext uri="{FF2B5EF4-FFF2-40B4-BE49-F238E27FC236}">
                    <a16:creationId xmlns:a16="http://schemas.microsoft.com/office/drawing/2014/main" id="{BCA1BA3E-1F09-4663-9158-9E0DA04AA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" y="1158"/>
                <a:ext cx="111" cy="52"/>
              </a:xfrm>
              <a:custGeom>
                <a:avLst/>
                <a:gdLst>
                  <a:gd name="T0" fmla="*/ 59 w 152"/>
                  <a:gd name="T1" fmla="*/ 19 h 70"/>
                  <a:gd name="T2" fmla="*/ 28 w 152"/>
                  <a:gd name="T3" fmla="*/ 10 h 70"/>
                  <a:gd name="T4" fmla="*/ 11 w 152"/>
                  <a:gd name="T5" fmla="*/ 5 h 70"/>
                  <a:gd name="T6" fmla="*/ 0 w 152"/>
                  <a:gd name="T7" fmla="*/ 0 h 70"/>
                  <a:gd name="T8" fmla="*/ 28 w 152"/>
                  <a:gd name="T9" fmla="*/ 6 h 70"/>
                  <a:gd name="T10" fmla="*/ 56 w 152"/>
                  <a:gd name="T11" fmla="*/ 2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70">
                    <a:moveTo>
                      <a:pt x="152" y="47"/>
                    </a:moveTo>
                    <a:cubicBezTo>
                      <a:pt x="130" y="70"/>
                      <a:pt x="95" y="32"/>
                      <a:pt x="74" y="23"/>
                    </a:cubicBezTo>
                    <a:cubicBezTo>
                      <a:pt x="72" y="16"/>
                      <a:pt x="50" y="11"/>
                      <a:pt x="28" y="13"/>
                    </a:cubicBezTo>
                    <a:cubicBezTo>
                      <a:pt x="18" y="13"/>
                      <a:pt x="7" y="8"/>
                      <a:pt x="0" y="0"/>
                    </a:cubicBezTo>
                    <a:cubicBezTo>
                      <a:pt x="4" y="14"/>
                      <a:pt x="60" y="9"/>
                      <a:pt x="73" y="15"/>
                    </a:cubicBezTo>
                    <a:cubicBezTo>
                      <a:pt x="90" y="24"/>
                      <a:pt x="120" y="62"/>
                      <a:pt x="143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24" name="Freeform 941">
                <a:extLst>
                  <a:ext uri="{FF2B5EF4-FFF2-40B4-BE49-F238E27FC236}">
                    <a16:creationId xmlns:a16="http://schemas.microsoft.com/office/drawing/2014/main" id="{88AF30BA-4961-47AF-9558-2A699792D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1184"/>
                <a:ext cx="86" cy="38"/>
              </a:xfrm>
              <a:custGeom>
                <a:avLst/>
                <a:gdLst>
                  <a:gd name="T0" fmla="*/ 46 w 117"/>
                  <a:gd name="T1" fmla="*/ 21 h 51"/>
                  <a:gd name="T2" fmla="*/ 21 w 117"/>
                  <a:gd name="T3" fmla="*/ 6 h 51"/>
                  <a:gd name="T4" fmla="*/ 0 w 117"/>
                  <a:gd name="T5" fmla="*/ 10 h 51"/>
                  <a:gd name="T6" fmla="*/ 21 w 117"/>
                  <a:gd name="T7" fmla="*/ 2 h 51"/>
                  <a:gd name="T8" fmla="*/ 43 w 117"/>
                  <a:gd name="T9" fmla="*/ 2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51">
                    <a:moveTo>
                      <a:pt x="117" y="49"/>
                    </a:moveTo>
                    <a:cubicBezTo>
                      <a:pt x="92" y="51"/>
                      <a:pt x="74" y="20"/>
                      <a:pt x="54" y="15"/>
                    </a:cubicBezTo>
                    <a:cubicBezTo>
                      <a:pt x="36" y="11"/>
                      <a:pt x="21" y="26"/>
                      <a:pt x="0" y="25"/>
                    </a:cubicBezTo>
                    <a:cubicBezTo>
                      <a:pt x="21" y="24"/>
                      <a:pt x="37" y="0"/>
                      <a:pt x="55" y="6"/>
                    </a:cubicBezTo>
                    <a:cubicBezTo>
                      <a:pt x="76" y="13"/>
                      <a:pt x="86" y="42"/>
                      <a:pt x="107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25" name="Freeform 942">
                <a:extLst>
                  <a:ext uri="{FF2B5EF4-FFF2-40B4-BE49-F238E27FC236}">
                    <a16:creationId xmlns:a16="http://schemas.microsoft.com/office/drawing/2014/main" id="{0488E168-A165-4B65-A17C-313F9F772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" y="1156"/>
                <a:ext cx="55" cy="32"/>
              </a:xfrm>
              <a:custGeom>
                <a:avLst/>
                <a:gdLst>
                  <a:gd name="T0" fmla="*/ 29 w 75"/>
                  <a:gd name="T1" fmla="*/ 12 h 44"/>
                  <a:gd name="T2" fmla="*/ 5 w 75"/>
                  <a:gd name="T3" fmla="*/ 0 h 44"/>
                  <a:gd name="T4" fmla="*/ 28 w 75"/>
                  <a:gd name="T5" fmla="*/ 15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44">
                    <a:moveTo>
                      <a:pt x="75" y="32"/>
                    </a:moveTo>
                    <a:cubicBezTo>
                      <a:pt x="54" y="35"/>
                      <a:pt x="14" y="27"/>
                      <a:pt x="13" y="0"/>
                    </a:cubicBezTo>
                    <a:cubicBezTo>
                      <a:pt x="0" y="28"/>
                      <a:pt x="53" y="44"/>
                      <a:pt x="71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26" name="Freeform 943">
                <a:extLst>
                  <a:ext uri="{FF2B5EF4-FFF2-40B4-BE49-F238E27FC236}">
                    <a16:creationId xmlns:a16="http://schemas.microsoft.com/office/drawing/2014/main" id="{CF65E6F8-4782-4E36-888B-9E8C537FF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" y="1013"/>
                <a:ext cx="25" cy="114"/>
              </a:xfrm>
              <a:custGeom>
                <a:avLst/>
                <a:gdLst>
                  <a:gd name="T0" fmla="*/ 13 w 34"/>
                  <a:gd name="T1" fmla="*/ 0 h 154"/>
                  <a:gd name="T2" fmla="*/ 1 w 34"/>
                  <a:gd name="T3" fmla="*/ 29 h 154"/>
                  <a:gd name="T4" fmla="*/ 13 w 34"/>
                  <a:gd name="T5" fmla="*/ 62 h 154"/>
                  <a:gd name="T6" fmla="*/ 4 w 34"/>
                  <a:gd name="T7" fmla="*/ 30 h 154"/>
                  <a:gd name="T8" fmla="*/ 7 w 34"/>
                  <a:gd name="T9" fmla="*/ 15 h 154"/>
                  <a:gd name="T10" fmla="*/ 10 w 34"/>
                  <a:gd name="T11" fmla="*/ 10 h 154"/>
                  <a:gd name="T12" fmla="*/ 12 w 34"/>
                  <a:gd name="T13" fmla="*/ 7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54">
                    <a:moveTo>
                      <a:pt x="34" y="0"/>
                    </a:moveTo>
                    <a:cubicBezTo>
                      <a:pt x="24" y="26"/>
                      <a:pt x="6" y="43"/>
                      <a:pt x="3" y="72"/>
                    </a:cubicBezTo>
                    <a:cubicBezTo>
                      <a:pt x="0" y="96"/>
                      <a:pt x="8" y="141"/>
                      <a:pt x="32" y="154"/>
                    </a:cubicBezTo>
                    <a:cubicBezTo>
                      <a:pt x="10" y="130"/>
                      <a:pt x="7" y="106"/>
                      <a:pt x="9" y="73"/>
                    </a:cubicBezTo>
                    <a:cubicBezTo>
                      <a:pt x="9" y="60"/>
                      <a:pt x="13" y="48"/>
                      <a:pt x="18" y="37"/>
                    </a:cubicBezTo>
                    <a:cubicBezTo>
                      <a:pt x="20" y="33"/>
                      <a:pt x="22" y="28"/>
                      <a:pt x="25" y="24"/>
                    </a:cubicBezTo>
                    <a:cubicBezTo>
                      <a:pt x="28" y="18"/>
                      <a:pt x="28" y="12"/>
                      <a:pt x="3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27" name="Freeform 944">
                <a:extLst>
                  <a:ext uri="{FF2B5EF4-FFF2-40B4-BE49-F238E27FC236}">
                    <a16:creationId xmlns:a16="http://schemas.microsoft.com/office/drawing/2014/main" id="{92BBBE2E-6C7D-4A50-9504-467D8086C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172"/>
                <a:ext cx="18" cy="22"/>
              </a:xfrm>
              <a:custGeom>
                <a:avLst/>
                <a:gdLst>
                  <a:gd name="T0" fmla="*/ 11 w 24"/>
                  <a:gd name="T1" fmla="*/ 1 h 31"/>
                  <a:gd name="T2" fmla="*/ 0 w 24"/>
                  <a:gd name="T3" fmla="*/ 1 h 31"/>
                  <a:gd name="T4" fmla="*/ 5 w 24"/>
                  <a:gd name="T5" fmla="*/ 11 h 31"/>
                  <a:gd name="T6" fmla="*/ 2 w 24"/>
                  <a:gd name="T7" fmla="*/ 2 h 31"/>
                  <a:gd name="T8" fmla="*/ 9 w 24"/>
                  <a:gd name="T9" fmla="*/ 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1">
                    <a:moveTo>
                      <a:pt x="24" y="4"/>
                    </a:moveTo>
                    <a:cubicBezTo>
                      <a:pt x="16" y="6"/>
                      <a:pt x="9" y="0"/>
                      <a:pt x="0" y="1"/>
                    </a:cubicBezTo>
                    <a:cubicBezTo>
                      <a:pt x="3" y="10"/>
                      <a:pt x="9" y="20"/>
                      <a:pt x="11" y="31"/>
                    </a:cubicBezTo>
                    <a:cubicBezTo>
                      <a:pt x="11" y="22"/>
                      <a:pt x="9" y="14"/>
                      <a:pt x="5" y="6"/>
                    </a:cubicBezTo>
                    <a:cubicBezTo>
                      <a:pt x="12" y="5"/>
                      <a:pt x="16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28" name="Freeform 945">
                <a:extLst>
                  <a:ext uri="{FF2B5EF4-FFF2-40B4-BE49-F238E27FC236}">
                    <a16:creationId xmlns:a16="http://schemas.microsoft.com/office/drawing/2014/main" id="{D3157CA9-6A4D-4BDF-A4C4-DE1A636FD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143"/>
                <a:ext cx="22" cy="36"/>
              </a:xfrm>
              <a:custGeom>
                <a:avLst/>
                <a:gdLst>
                  <a:gd name="T0" fmla="*/ 10 w 30"/>
                  <a:gd name="T1" fmla="*/ 3 h 49"/>
                  <a:gd name="T2" fmla="*/ 1 w 30"/>
                  <a:gd name="T3" fmla="*/ 19 h 49"/>
                  <a:gd name="T4" fmla="*/ 7 w 30"/>
                  <a:gd name="T5" fmla="*/ 0 h 49"/>
                  <a:gd name="T6" fmla="*/ 10 w 30"/>
                  <a:gd name="T7" fmla="*/ 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9">
                    <a:moveTo>
                      <a:pt x="24" y="7"/>
                    </a:moveTo>
                    <a:cubicBezTo>
                      <a:pt x="13" y="19"/>
                      <a:pt x="8" y="35"/>
                      <a:pt x="3" y="49"/>
                    </a:cubicBezTo>
                    <a:cubicBezTo>
                      <a:pt x="0" y="30"/>
                      <a:pt x="30" y="16"/>
                      <a:pt x="16" y="0"/>
                    </a:cubicBezTo>
                    <a:cubicBezTo>
                      <a:pt x="19" y="4"/>
                      <a:pt x="21" y="8"/>
                      <a:pt x="2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29" name="Freeform 946">
                <a:extLst>
                  <a:ext uri="{FF2B5EF4-FFF2-40B4-BE49-F238E27FC236}">
                    <a16:creationId xmlns:a16="http://schemas.microsoft.com/office/drawing/2014/main" id="{8DF8F268-16B0-4679-B126-426D82147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886"/>
                <a:ext cx="104" cy="35"/>
              </a:xfrm>
              <a:custGeom>
                <a:avLst/>
                <a:gdLst>
                  <a:gd name="T0" fmla="*/ 53 w 142"/>
                  <a:gd name="T1" fmla="*/ 9 h 48"/>
                  <a:gd name="T2" fmla="*/ 29 w 142"/>
                  <a:gd name="T3" fmla="*/ 15 h 48"/>
                  <a:gd name="T4" fmla="*/ 0 w 142"/>
                  <a:gd name="T5" fmla="*/ 18 h 48"/>
                  <a:gd name="T6" fmla="*/ 49 w 142"/>
                  <a:gd name="T7" fmla="*/ 2 h 48"/>
                  <a:gd name="T8" fmla="*/ 47 w 142"/>
                  <a:gd name="T9" fmla="*/ 0 h 48"/>
                  <a:gd name="T10" fmla="*/ 51 w 142"/>
                  <a:gd name="T11" fmla="*/ 9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48">
                    <a:moveTo>
                      <a:pt x="136" y="25"/>
                    </a:moveTo>
                    <a:cubicBezTo>
                      <a:pt x="113" y="30"/>
                      <a:pt x="97" y="37"/>
                      <a:pt x="72" y="37"/>
                    </a:cubicBezTo>
                    <a:cubicBezTo>
                      <a:pt x="47" y="37"/>
                      <a:pt x="24" y="44"/>
                      <a:pt x="0" y="45"/>
                    </a:cubicBezTo>
                    <a:cubicBezTo>
                      <a:pt x="21" y="30"/>
                      <a:pt x="142" y="48"/>
                      <a:pt x="124" y="5"/>
                    </a:cubicBezTo>
                    <a:cubicBezTo>
                      <a:pt x="122" y="3"/>
                      <a:pt x="121" y="2"/>
                      <a:pt x="119" y="0"/>
                    </a:cubicBezTo>
                    <a:cubicBezTo>
                      <a:pt x="124" y="8"/>
                      <a:pt x="130" y="15"/>
                      <a:pt x="13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30" name="Freeform 947">
                <a:extLst>
                  <a:ext uri="{FF2B5EF4-FFF2-40B4-BE49-F238E27FC236}">
                    <a16:creationId xmlns:a16="http://schemas.microsoft.com/office/drawing/2014/main" id="{9EFD2BEB-A80E-4373-814A-08281867B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869"/>
                <a:ext cx="446" cy="328"/>
              </a:xfrm>
              <a:custGeom>
                <a:avLst/>
                <a:gdLst>
                  <a:gd name="T0" fmla="*/ 241 w 606"/>
                  <a:gd name="T1" fmla="*/ 179 h 444"/>
                  <a:gd name="T2" fmla="*/ 233 w 606"/>
                  <a:gd name="T3" fmla="*/ 158 h 444"/>
                  <a:gd name="T4" fmla="*/ 203 w 606"/>
                  <a:gd name="T5" fmla="*/ 118 h 444"/>
                  <a:gd name="T6" fmla="*/ 180 w 606"/>
                  <a:gd name="T7" fmla="*/ 122 h 444"/>
                  <a:gd name="T8" fmla="*/ 153 w 606"/>
                  <a:gd name="T9" fmla="*/ 97 h 444"/>
                  <a:gd name="T10" fmla="*/ 141 w 606"/>
                  <a:gd name="T11" fmla="*/ 90 h 444"/>
                  <a:gd name="T12" fmla="*/ 107 w 606"/>
                  <a:gd name="T13" fmla="*/ 75 h 444"/>
                  <a:gd name="T14" fmla="*/ 85 w 606"/>
                  <a:gd name="T15" fmla="*/ 78 h 444"/>
                  <a:gd name="T16" fmla="*/ 61 w 606"/>
                  <a:gd name="T17" fmla="*/ 63 h 444"/>
                  <a:gd name="T18" fmla="*/ 42 w 606"/>
                  <a:gd name="T19" fmla="*/ 41 h 444"/>
                  <a:gd name="T20" fmla="*/ 36 w 606"/>
                  <a:gd name="T21" fmla="*/ 30 h 444"/>
                  <a:gd name="T22" fmla="*/ 0 w 606"/>
                  <a:gd name="T23" fmla="*/ 0 h 444"/>
                  <a:gd name="T24" fmla="*/ 30 w 606"/>
                  <a:gd name="T25" fmla="*/ 12 h 444"/>
                  <a:gd name="T26" fmla="*/ 42 w 606"/>
                  <a:gd name="T27" fmla="*/ 12 h 444"/>
                  <a:gd name="T28" fmla="*/ 43 w 606"/>
                  <a:gd name="T29" fmla="*/ 35 h 444"/>
                  <a:gd name="T30" fmla="*/ 60 w 606"/>
                  <a:gd name="T31" fmla="*/ 50 h 444"/>
                  <a:gd name="T32" fmla="*/ 63 w 606"/>
                  <a:gd name="T33" fmla="*/ 41 h 444"/>
                  <a:gd name="T34" fmla="*/ 63 w 606"/>
                  <a:gd name="T35" fmla="*/ 54 h 444"/>
                  <a:gd name="T36" fmla="*/ 84 w 606"/>
                  <a:gd name="T37" fmla="*/ 64 h 444"/>
                  <a:gd name="T38" fmla="*/ 90 w 606"/>
                  <a:gd name="T39" fmla="*/ 55 h 444"/>
                  <a:gd name="T40" fmla="*/ 96 w 606"/>
                  <a:gd name="T41" fmla="*/ 76 h 444"/>
                  <a:gd name="T42" fmla="*/ 114 w 606"/>
                  <a:gd name="T43" fmla="*/ 70 h 444"/>
                  <a:gd name="T44" fmla="*/ 121 w 606"/>
                  <a:gd name="T45" fmla="*/ 63 h 444"/>
                  <a:gd name="T46" fmla="*/ 124 w 606"/>
                  <a:gd name="T47" fmla="*/ 75 h 444"/>
                  <a:gd name="T48" fmla="*/ 174 w 606"/>
                  <a:gd name="T49" fmla="*/ 85 h 444"/>
                  <a:gd name="T50" fmla="*/ 193 w 606"/>
                  <a:gd name="T51" fmla="*/ 114 h 444"/>
                  <a:gd name="T52" fmla="*/ 230 w 606"/>
                  <a:gd name="T53" fmla="*/ 103 h 444"/>
                  <a:gd name="T54" fmla="*/ 240 w 606"/>
                  <a:gd name="T55" fmla="*/ 135 h 444"/>
                  <a:gd name="T56" fmla="*/ 235 w 606"/>
                  <a:gd name="T57" fmla="*/ 157 h 444"/>
                  <a:gd name="T58" fmla="*/ 241 w 606"/>
                  <a:gd name="T59" fmla="*/ 179 h 44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06" h="444">
                    <a:moveTo>
                      <a:pt x="604" y="444"/>
                    </a:moveTo>
                    <a:cubicBezTo>
                      <a:pt x="604" y="444"/>
                      <a:pt x="605" y="417"/>
                      <a:pt x="586" y="393"/>
                    </a:cubicBezTo>
                    <a:cubicBezTo>
                      <a:pt x="561" y="361"/>
                      <a:pt x="554" y="305"/>
                      <a:pt x="510" y="294"/>
                    </a:cubicBezTo>
                    <a:cubicBezTo>
                      <a:pt x="466" y="284"/>
                      <a:pt x="454" y="289"/>
                      <a:pt x="450" y="303"/>
                    </a:cubicBezTo>
                    <a:cubicBezTo>
                      <a:pt x="450" y="303"/>
                      <a:pt x="445" y="225"/>
                      <a:pt x="385" y="241"/>
                    </a:cubicBezTo>
                    <a:cubicBezTo>
                      <a:pt x="385" y="241"/>
                      <a:pt x="367" y="229"/>
                      <a:pt x="355" y="224"/>
                    </a:cubicBezTo>
                    <a:cubicBezTo>
                      <a:pt x="343" y="218"/>
                      <a:pt x="309" y="176"/>
                      <a:pt x="268" y="187"/>
                    </a:cubicBezTo>
                    <a:cubicBezTo>
                      <a:pt x="228" y="197"/>
                      <a:pt x="224" y="208"/>
                      <a:pt x="212" y="195"/>
                    </a:cubicBezTo>
                    <a:cubicBezTo>
                      <a:pt x="200" y="183"/>
                      <a:pt x="193" y="153"/>
                      <a:pt x="154" y="155"/>
                    </a:cubicBezTo>
                    <a:cubicBezTo>
                      <a:pt x="154" y="155"/>
                      <a:pt x="125" y="98"/>
                      <a:pt x="106" y="102"/>
                    </a:cubicBezTo>
                    <a:cubicBezTo>
                      <a:pt x="106" y="102"/>
                      <a:pt x="103" y="79"/>
                      <a:pt x="90" y="75"/>
                    </a:cubicBezTo>
                    <a:cubicBezTo>
                      <a:pt x="78" y="72"/>
                      <a:pt x="103" y="28"/>
                      <a:pt x="0" y="0"/>
                    </a:cubicBezTo>
                    <a:cubicBezTo>
                      <a:pt x="0" y="0"/>
                      <a:pt x="65" y="21"/>
                      <a:pt x="76" y="29"/>
                    </a:cubicBezTo>
                    <a:cubicBezTo>
                      <a:pt x="87" y="37"/>
                      <a:pt x="97" y="35"/>
                      <a:pt x="104" y="30"/>
                    </a:cubicBezTo>
                    <a:cubicBezTo>
                      <a:pt x="104" y="30"/>
                      <a:pt x="90" y="54"/>
                      <a:pt x="108" y="88"/>
                    </a:cubicBezTo>
                    <a:cubicBezTo>
                      <a:pt x="125" y="122"/>
                      <a:pt x="148" y="125"/>
                      <a:pt x="151" y="125"/>
                    </a:cubicBezTo>
                    <a:cubicBezTo>
                      <a:pt x="155" y="125"/>
                      <a:pt x="163" y="112"/>
                      <a:pt x="158" y="103"/>
                    </a:cubicBezTo>
                    <a:cubicBezTo>
                      <a:pt x="158" y="103"/>
                      <a:pt x="167" y="117"/>
                      <a:pt x="158" y="134"/>
                    </a:cubicBezTo>
                    <a:cubicBezTo>
                      <a:pt x="150" y="150"/>
                      <a:pt x="196" y="168"/>
                      <a:pt x="210" y="160"/>
                    </a:cubicBezTo>
                    <a:cubicBezTo>
                      <a:pt x="224" y="151"/>
                      <a:pt x="223" y="142"/>
                      <a:pt x="225" y="135"/>
                    </a:cubicBezTo>
                    <a:cubicBezTo>
                      <a:pt x="225" y="135"/>
                      <a:pt x="206" y="207"/>
                      <a:pt x="241" y="190"/>
                    </a:cubicBezTo>
                    <a:cubicBezTo>
                      <a:pt x="257" y="182"/>
                      <a:pt x="271" y="190"/>
                      <a:pt x="287" y="175"/>
                    </a:cubicBezTo>
                    <a:cubicBezTo>
                      <a:pt x="302" y="160"/>
                      <a:pt x="305" y="156"/>
                      <a:pt x="305" y="156"/>
                    </a:cubicBezTo>
                    <a:cubicBezTo>
                      <a:pt x="305" y="156"/>
                      <a:pt x="289" y="176"/>
                      <a:pt x="311" y="187"/>
                    </a:cubicBezTo>
                    <a:cubicBezTo>
                      <a:pt x="334" y="197"/>
                      <a:pt x="396" y="270"/>
                      <a:pt x="438" y="210"/>
                    </a:cubicBezTo>
                    <a:cubicBezTo>
                      <a:pt x="438" y="210"/>
                      <a:pt x="421" y="283"/>
                      <a:pt x="484" y="283"/>
                    </a:cubicBezTo>
                    <a:cubicBezTo>
                      <a:pt x="548" y="283"/>
                      <a:pt x="549" y="302"/>
                      <a:pt x="576" y="254"/>
                    </a:cubicBezTo>
                    <a:cubicBezTo>
                      <a:pt x="576" y="254"/>
                      <a:pt x="529" y="314"/>
                      <a:pt x="602" y="336"/>
                    </a:cubicBezTo>
                    <a:cubicBezTo>
                      <a:pt x="602" y="336"/>
                      <a:pt x="548" y="336"/>
                      <a:pt x="590" y="389"/>
                    </a:cubicBezTo>
                    <a:cubicBezTo>
                      <a:pt x="606" y="408"/>
                      <a:pt x="606" y="441"/>
                      <a:pt x="604" y="444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31" name="Freeform 948">
                <a:extLst>
                  <a:ext uri="{FF2B5EF4-FFF2-40B4-BE49-F238E27FC236}">
                    <a16:creationId xmlns:a16="http://schemas.microsoft.com/office/drawing/2014/main" id="{98EC1683-DCA4-40CE-8E57-0BE2289EF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1143"/>
                <a:ext cx="228" cy="95"/>
              </a:xfrm>
              <a:custGeom>
                <a:avLst/>
                <a:gdLst>
                  <a:gd name="T0" fmla="*/ 124 w 309"/>
                  <a:gd name="T1" fmla="*/ 13 h 129"/>
                  <a:gd name="T2" fmla="*/ 103 w 309"/>
                  <a:gd name="T3" fmla="*/ 10 h 129"/>
                  <a:gd name="T4" fmla="*/ 68 w 309"/>
                  <a:gd name="T5" fmla="*/ 27 h 129"/>
                  <a:gd name="T6" fmla="*/ 0 w 309"/>
                  <a:gd name="T7" fmla="*/ 52 h 129"/>
                  <a:gd name="T8" fmla="*/ 13 w 309"/>
                  <a:gd name="T9" fmla="*/ 42 h 129"/>
                  <a:gd name="T10" fmla="*/ 22 w 309"/>
                  <a:gd name="T11" fmla="*/ 33 h 129"/>
                  <a:gd name="T12" fmla="*/ 36 w 309"/>
                  <a:gd name="T13" fmla="*/ 29 h 129"/>
                  <a:gd name="T14" fmla="*/ 83 w 309"/>
                  <a:gd name="T15" fmla="*/ 24 h 129"/>
                  <a:gd name="T16" fmla="*/ 92 w 309"/>
                  <a:gd name="T17" fmla="*/ 10 h 129"/>
                  <a:gd name="T18" fmla="*/ 102 w 309"/>
                  <a:gd name="T19" fmla="*/ 7 h 129"/>
                  <a:gd name="T20" fmla="*/ 124 w 309"/>
                  <a:gd name="T21" fmla="*/ 13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9" h="129">
                    <a:moveTo>
                      <a:pt x="309" y="33"/>
                    </a:moveTo>
                    <a:cubicBezTo>
                      <a:pt x="309" y="33"/>
                      <a:pt x="298" y="0"/>
                      <a:pt x="258" y="23"/>
                    </a:cubicBezTo>
                    <a:cubicBezTo>
                      <a:pt x="218" y="45"/>
                      <a:pt x="234" y="72"/>
                      <a:pt x="169" y="66"/>
                    </a:cubicBezTo>
                    <a:cubicBezTo>
                      <a:pt x="104" y="60"/>
                      <a:pt x="29" y="107"/>
                      <a:pt x="0" y="129"/>
                    </a:cubicBezTo>
                    <a:cubicBezTo>
                      <a:pt x="0" y="129"/>
                      <a:pt x="8" y="121"/>
                      <a:pt x="31" y="106"/>
                    </a:cubicBezTo>
                    <a:cubicBezTo>
                      <a:pt x="55" y="91"/>
                      <a:pt x="55" y="88"/>
                      <a:pt x="56" y="83"/>
                    </a:cubicBezTo>
                    <a:cubicBezTo>
                      <a:pt x="56" y="83"/>
                      <a:pt x="69" y="86"/>
                      <a:pt x="90" y="74"/>
                    </a:cubicBezTo>
                    <a:cubicBezTo>
                      <a:pt x="111" y="63"/>
                      <a:pt x="195" y="63"/>
                      <a:pt x="208" y="60"/>
                    </a:cubicBezTo>
                    <a:cubicBezTo>
                      <a:pt x="221" y="58"/>
                      <a:pt x="231" y="37"/>
                      <a:pt x="230" y="25"/>
                    </a:cubicBezTo>
                    <a:cubicBezTo>
                      <a:pt x="230" y="25"/>
                      <a:pt x="234" y="26"/>
                      <a:pt x="253" y="18"/>
                    </a:cubicBezTo>
                    <a:cubicBezTo>
                      <a:pt x="271" y="10"/>
                      <a:pt x="304" y="3"/>
                      <a:pt x="309" y="33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32" name="Freeform 949">
                <a:extLst>
                  <a:ext uri="{FF2B5EF4-FFF2-40B4-BE49-F238E27FC236}">
                    <a16:creationId xmlns:a16="http://schemas.microsoft.com/office/drawing/2014/main" id="{A01BCF8B-A2E4-4019-9D15-FA0815206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998"/>
                <a:ext cx="75" cy="56"/>
              </a:xfrm>
              <a:custGeom>
                <a:avLst/>
                <a:gdLst>
                  <a:gd name="T0" fmla="*/ 40 w 102"/>
                  <a:gd name="T1" fmla="*/ 17 h 77"/>
                  <a:gd name="T2" fmla="*/ 1 w 102"/>
                  <a:gd name="T3" fmla="*/ 30 h 77"/>
                  <a:gd name="T4" fmla="*/ 0 w 102"/>
                  <a:gd name="T5" fmla="*/ 0 h 77"/>
                  <a:gd name="T6" fmla="*/ 8 w 102"/>
                  <a:gd name="T7" fmla="*/ 17 h 77"/>
                  <a:gd name="T8" fmla="*/ 40 w 102"/>
                  <a:gd name="T9" fmla="*/ 17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77">
                    <a:moveTo>
                      <a:pt x="102" y="42"/>
                    </a:moveTo>
                    <a:cubicBezTo>
                      <a:pt x="102" y="42"/>
                      <a:pt x="32" y="37"/>
                      <a:pt x="1" y="77"/>
                    </a:cubicBezTo>
                    <a:cubicBezTo>
                      <a:pt x="1" y="77"/>
                      <a:pt x="30" y="36"/>
                      <a:pt x="0" y="0"/>
                    </a:cubicBezTo>
                    <a:cubicBezTo>
                      <a:pt x="0" y="0"/>
                      <a:pt x="23" y="31"/>
                      <a:pt x="21" y="42"/>
                    </a:cubicBezTo>
                    <a:cubicBezTo>
                      <a:pt x="17" y="61"/>
                      <a:pt x="52" y="30"/>
                      <a:pt x="102" y="42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33" name="Freeform 950">
                <a:extLst>
                  <a:ext uri="{FF2B5EF4-FFF2-40B4-BE49-F238E27FC236}">
                    <a16:creationId xmlns:a16="http://schemas.microsoft.com/office/drawing/2014/main" id="{176FC094-AD4C-4C58-B9E0-A5F7C6523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741"/>
                <a:ext cx="164" cy="316"/>
              </a:xfrm>
              <a:custGeom>
                <a:avLst/>
                <a:gdLst>
                  <a:gd name="T0" fmla="*/ 2 w 222"/>
                  <a:gd name="T1" fmla="*/ 0 h 428"/>
                  <a:gd name="T2" fmla="*/ 7 w 222"/>
                  <a:gd name="T3" fmla="*/ 9 h 428"/>
                  <a:gd name="T4" fmla="*/ 28 w 222"/>
                  <a:gd name="T5" fmla="*/ 27 h 428"/>
                  <a:gd name="T6" fmla="*/ 30 w 222"/>
                  <a:gd name="T7" fmla="*/ 51 h 428"/>
                  <a:gd name="T8" fmla="*/ 19 w 222"/>
                  <a:gd name="T9" fmla="*/ 59 h 428"/>
                  <a:gd name="T10" fmla="*/ 43 w 222"/>
                  <a:gd name="T11" fmla="*/ 78 h 428"/>
                  <a:gd name="T12" fmla="*/ 43 w 222"/>
                  <a:gd name="T13" fmla="*/ 111 h 428"/>
                  <a:gd name="T14" fmla="*/ 49 w 222"/>
                  <a:gd name="T15" fmla="*/ 122 h 428"/>
                  <a:gd name="T16" fmla="*/ 60 w 222"/>
                  <a:gd name="T17" fmla="*/ 140 h 428"/>
                  <a:gd name="T18" fmla="*/ 74 w 222"/>
                  <a:gd name="T19" fmla="*/ 172 h 428"/>
                  <a:gd name="T20" fmla="*/ 64 w 222"/>
                  <a:gd name="T21" fmla="*/ 144 h 428"/>
                  <a:gd name="T22" fmla="*/ 50 w 222"/>
                  <a:gd name="T23" fmla="*/ 122 h 428"/>
                  <a:gd name="T24" fmla="*/ 72 w 222"/>
                  <a:gd name="T25" fmla="*/ 101 h 428"/>
                  <a:gd name="T26" fmla="*/ 50 w 222"/>
                  <a:gd name="T27" fmla="*/ 111 h 428"/>
                  <a:gd name="T28" fmla="*/ 47 w 222"/>
                  <a:gd name="T29" fmla="*/ 97 h 428"/>
                  <a:gd name="T30" fmla="*/ 46 w 222"/>
                  <a:gd name="T31" fmla="*/ 81 h 428"/>
                  <a:gd name="T32" fmla="*/ 57 w 222"/>
                  <a:gd name="T33" fmla="*/ 80 h 428"/>
                  <a:gd name="T34" fmla="*/ 89 w 222"/>
                  <a:gd name="T35" fmla="*/ 76 h 428"/>
                  <a:gd name="T36" fmla="*/ 50 w 222"/>
                  <a:gd name="T37" fmla="*/ 76 h 428"/>
                  <a:gd name="T38" fmla="*/ 30 w 222"/>
                  <a:gd name="T39" fmla="*/ 56 h 428"/>
                  <a:gd name="T40" fmla="*/ 29 w 222"/>
                  <a:gd name="T41" fmla="*/ 26 h 428"/>
                  <a:gd name="T42" fmla="*/ 10 w 222"/>
                  <a:gd name="T43" fmla="*/ 8 h 428"/>
                  <a:gd name="T44" fmla="*/ 2 w 222"/>
                  <a:gd name="T45" fmla="*/ 0 h 42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22" h="428">
                    <a:moveTo>
                      <a:pt x="6" y="0"/>
                    </a:moveTo>
                    <a:cubicBezTo>
                      <a:pt x="6" y="0"/>
                      <a:pt x="0" y="13"/>
                      <a:pt x="18" y="21"/>
                    </a:cubicBezTo>
                    <a:cubicBezTo>
                      <a:pt x="36" y="30"/>
                      <a:pt x="47" y="62"/>
                      <a:pt x="69" y="67"/>
                    </a:cubicBezTo>
                    <a:cubicBezTo>
                      <a:pt x="91" y="73"/>
                      <a:pt x="89" y="107"/>
                      <a:pt x="73" y="127"/>
                    </a:cubicBezTo>
                    <a:cubicBezTo>
                      <a:pt x="58" y="146"/>
                      <a:pt x="70" y="158"/>
                      <a:pt x="47" y="146"/>
                    </a:cubicBezTo>
                    <a:cubicBezTo>
                      <a:pt x="47" y="146"/>
                      <a:pt x="92" y="167"/>
                      <a:pt x="105" y="194"/>
                    </a:cubicBezTo>
                    <a:cubicBezTo>
                      <a:pt x="118" y="221"/>
                      <a:pt x="111" y="266"/>
                      <a:pt x="105" y="278"/>
                    </a:cubicBezTo>
                    <a:cubicBezTo>
                      <a:pt x="99" y="290"/>
                      <a:pt x="118" y="289"/>
                      <a:pt x="121" y="304"/>
                    </a:cubicBezTo>
                    <a:cubicBezTo>
                      <a:pt x="124" y="320"/>
                      <a:pt x="125" y="334"/>
                      <a:pt x="147" y="350"/>
                    </a:cubicBezTo>
                    <a:cubicBezTo>
                      <a:pt x="168" y="367"/>
                      <a:pt x="194" y="408"/>
                      <a:pt x="184" y="428"/>
                    </a:cubicBezTo>
                    <a:cubicBezTo>
                      <a:pt x="184" y="428"/>
                      <a:pt x="204" y="410"/>
                      <a:pt x="160" y="358"/>
                    </a:cubicBezTo>
                    <a:cubicBezTo>
                      <a:pt x="149" y="344"/>
                      <a:pt x="129" y="337"/>
                      <a:pt x="125" y="302"/>
                    </a:cubicBezTo>
                    <a:cubicBezTo>
                      <a:pt x="124" y="289"/>
                      <a:pt x="158" y="253"/>
                      <a:pt x="177" y="251"/>
                    </a:cubicBezTo>
                    <a:cubicBezTo>
                      <a:pt x="177" y="251"/>
                      <a:pt x="150" y="253"/>
                      <a:pt x="124" y="277"/>
                    </a:cubicBezTo>
                    <a:cubicBezTo>
                      <a:pt x="98" y="301"/>
                      <a:pt x="114" y="257"/>
                      <a:pt x="116" y="242"/>
                    </a:cubicBezTo>
                    <a:cubicBezTo>
                      <a:pt x="119" y="227"/>
                      <a:pt x="116" y="210"/>
                      <a:pt x="114" y="202"/>
                    </a:cubicBezTo>
                    <a:cubicBezTo>
                      <a:pt x="112" y="195"/>
                      <a:pt x="114" y="192"/>
                      <a:pt x="141" y="198"/>
                    </a:cubicBezTo>
                    <a:cubicBezTo>
                      <a:pt x="167" y="203"/>
                      <a:pt x="222" y="190"/>
                      <a:pt x="222" y="190"/>
                    </a:cubicBezTo>
                    <a:cubicBezTo>
                      <a:pt x="222" y="190"/>
                      <a:pt x="159" y="205"/>
                      <a:pt x="125" y="188"/>
                    </a:cubicBezTo>
                    <a:cubicBezTo>
                      <a:pt x="92" y="170"/>
                      <a:pt x="72" y="163"/>
                      <a:pt x="76" y="140"/>
                    </a:cubicBezTo>
                    <a:cubicBezTo>
                      <a:pt x="80" y="118"/>
                      <a:pt x="109" y="83"/>
                      <a:pt x="72" y="63"/>
                    </a:cubicBezTo>
                    <a:cubicBezTo>
                      <a:pt x="35" y="42"/>
                      <a:pt x="38" y="26"/>
                      <a:pt x="26" y="20"/>
                    </a:cubicBezTo>
                    <a:cubicBezTo>
                      <a:pt x="14" y="14"/>
                      <a:pt x="8" y="9"/>
                      <a:pt x="6" y="0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34" name="Freeform 951">
                <a:extLst>
                  <a:ext uri="{FF2B5EF4-FFF2-40B4-BE49-F238E27FC236}">
                    <a16:creationId xmlns:a16="http://schemas.microsoft.com/office/drawing/2014/main" id="{5808124B-B2AC-43C8-8710-9922D4582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1037"/>
                <a:ext cx="139" cy="147"/>
              </a:xfrm>
              <a:custGeom>
                <a:avLst/>
                <a:gdLst>
                  <a:gd name="T0" fmla="*/ 0 w 189"/>
                  <a:gd name="T1" fmla="*/ 44 h 199"/>
                  <a:gd name="T2" fmla="*/ 66 w 189"/>
                  <a:gd name="T3" fmla="*/ 12 h 199"/>
                  <a:gd name="T4" fmla="*/ 63 w 189"/>
                  <a:gd name="T5" fmla="*/ 0 h 199"/>
                  <a:gd name="T6" fmla="*/ 67 w 189"/>
                  <a:gd name="T7" fmla="*/ 5 h 199"/>
                  <a:gd name="T8" fmla="*/ 75 w 189"/>
                  <a:gd name="T9" fmla="*/ 0 h 199"/>
                  <a:gd name="T10" fmla="*/ 68 w 189"/>
                  <a:gd name="T11" fmla="*/ 7 h 199"/>
                  <a:gd name="T12" fmla="*/ 37 w 189"/>
                  <a:gd name="T13" fmla="*/ 47 h 199"/>
                  <a:gd name="T14" fmla="*/ 35 w 189"/>
                  <a:gd name="T15" fmla="*/ 64 h 199"/>
                  <a:gd name="T16" fmla="*/ 45 w 189"/>
                  <a:gd name="T17" fmla="*/ 62 h 199"/>
                  <a:gd name="T18" fmla="*/ 40 w 189"/>
                  <a:gd name="T19" fmla="*/ 66 h 199"/>
                  <a:gd name="T20" fmla="*/ 60 w 189"/>
                  <a:gd name="T21" fmla="*/ 69 h 199"/>
                  <a:gd name="T22" fmla="*/ 44 w 189"/>
                  <a:gd name="T23" fmla="*/ 70 h 199"/>
                  <a:gd name="T24" fmla="*/ 44 w 189"/>
                  <a:gd name="T25" fmla="*/ 81 h 199"/>
                  <a:gd name="T26" fmla="*/ 36 w 189"/>
                  <a:gd name="T27" fmla="*/ 70 h 199"/>
                  <a:gd name="T28" fmla="*/ 28 w 189"/>
                  <a:gd name="T29" fmla="*/ 67 h 199"/>
                  <a:gd name="T30" fmla="*/ 21 w 189"/>
                  <a:gd name="T31" fmla="*/ 73 h 199"/>
                  <a:gd name="T32" fmla="*/ 28 w 189"/>
                  <a:gd name="T33" fmla="*/ 65 h 199"/>
                  <a:gd name="T34" fmla="*/ 24 w 189"/>
                  <a:gd name="T35" fmla="*/ 61 h 199"/>
                  <a:gd name="T36" fmla="*/ 26 w 189"/>
                  <a:gd name="T37" fmla="*/ 56 h 199"/>
                  <a:gd name="T38" fmla="*/ 30 w 189"/>
                  <a:gd name="T39" fmla="*/ 49 h 199"/>
                  <a:gd name="T40" fmla="*/ 26 w 189"/>
                  <a:gd name="T41" fmla="*/ 49 h 199"/>
                  <a:gd name="T42" fmla="*/ 0 w 189"/>
                  <a:gd name="T43" fmla="*/ 44 h 1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9" h="199">
                    <a:moveTo>
                      <a:pt x="0" y="110"/>
                    </a:moveTo>
                    <a:cubicBezTo>
                      <a:pt x="0" y="110"/>
                      <a:pt x="139" y="151"/>
                      <a:pt x="166" y="30"/>
                    </a:cubicBezTo>
                    <a:cubicBezTo>
                      <a:pt x="168" y="20"/>
                      <a:pt x="169" y="7"/>
                      <a:pt x="156" y="0"/>
                    </a:cubicBezTo>
                    <a:cubicBezTo>
                      <a:pt x="156" y="0"/>
                      <a:pt x="166" y="4"/>
                      <a:pt x="168" y="12"/>
                    </a:cubicBezTo>
                    <a:cubicBezTo>
                      <a:pt x="171" y="19"/>
                      <a:pt x="185" y="8"/>
                      <a:pt x="189" y="0"/>
                    </a:cubicBezTo>
                    <a:cubicBezTo>
                      <a:pt x="189" y="0"/>
                      <a:pt x="179" y="15"/>
                      <a:pt x="171" y="19"/>
                    </a:cubicBezTo>
                    <a:cubicBezTo>
                      <a:pt x="163" y="24"/>
                      <a:pt x="175" y="87"/>
                      <a:pt x="93" y="118"/>
                    </a:cubicBezTo>
                    <a:cubicBezTo>
                      <a:pt x="55" y="132"/>
                      <a:pt x="73" y="162"/>
                      <a:pt x="89" y="160"/>
                    </a:cubicBezTo>
                    <a:cubicBezTo>
                      <a:pt x="104" y="158"/>
                      <a:pt x="107" y="160"/>
                      <a:pt x="113" y="154"/>
                    </a:cubicBezTo>
                    <a:cubicBezTo>
                      <a:pt x="113" y="154"/>
                      <a:pt x="108" y="162"/>
                      <a:pt x="99" y="164"/>
                    </a:cubicBezTo>
                    <a:cubicBezTo>
                      <a:pt x="99" y="164"/>
                      <a:pt x="134" y="181"/>
                      <a:pt x="150" y="170"/>
                    </a:cubicBezTo>
                    <a:cubicBezTo>
                      <a:pt x="150" y="170"/>
                      <a:pt x="139" y="181"/>
                      <a:pt x="110" y="173"/>
                    </a:cubicBezTo>
                    <a:cubicBezTo>
                      <a:pt x="81" y="166"/>
                      <a:pt x="104" y="192"/>
                      <a:pt x="112" y="199"/>
                    </a:cubicBezTo>
                    <a:cubicBezTo>
                      <a:pt x="112" y="199"/>
                      <a:pt x="93" y="185"/>
                      <a:pt x="91" y="174"/>
                    </a:cubicBezTo>
                    <a:cubicBezTo>
                      <a:pt x="89" y="162"/>
                      <a:pt x="81" y="164"/>
                      <a:pt x="69" y="167"/>
                    </a:cubicBezTo>
                    <a:cubicBezTo>
                      <a:pt x="56" y="170"/>
                      <a:pt x="53" y="180"/>
                      <a:pt x="52" y="182"/>
                    </a:cubicBezTo>
                    <a:cubicBezTo>
                      <a:pt x="52" y="182"/>
                      <a:pt x="58" y="170"/>
                      <a:pt x="70" y="161"/>
                    </a:cubicBezTo>
                    <a:cubicBezTo>
                      <a:pt x="77" y="156"/>
                      <a:pt x="65" y="145"/>
                      <a:pt x="58" y="150"/>
                    </a:cubicBezTo>
                    <a:cubicBezTo>
                      <a:pt x="58" y="150"/>
                      <a:pt x="64" y="145"/>
                      <a:pt x="65" y="140"/>
                    </a:cubicBezTo>
                    <a:cubicBezTo>
                      <a:pt x="67" y="135"/>
                      <a:pt x="73" y="122"/>
                      <a:pt x="76" y="121"/>
                    </a:cubicBezTo>
                    <a:cubicBezTo>
                      <a:pt x="79" y="120"/>
                      <a:pt x="70" y="118"/>
                      <a:pt x="64" y="122"/>
                    </a:cubicBezTo>
                    <a:cubicBezTo>
                      <a:pt x="58" y="126"/>
                      <a:pt x="2" y="112"/>
                      <a:pt x="0" y="110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35" name="Freeform 952">
                <a:extLst>
                  <a:ext uri="{FF2B5EF4-FFF2-40B4-BE49-F238E27FC236}">
                    <a16:creationId xmlns:a16="http://schemas.microsoft.com/office/drawing/2014/main" id="{AEFF33E2-287A-4C56-804E-FBA026EE2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974"/>
                <a:ext cx="74" cy="95"/>
              </a:xfrm>
              <a:custGeom>
                <a:avLst/>
                <a:gdLst>
                  <a:gd name="T0" fmla="*/ 40 w 101"/>
                  <a:gd name="T1" fmla="*/ 4 h 129"/>
                  <a:gd name="T2" fmla="*/ 27 w 101"/>
                  <a:gd name="T3" fmla="*/ 15 h 129"/>
                  <a:gd name="T4" fmla="*/ 15 w 101"/>
                  <a:gd name="T5" fmla="*/ 20 h 129"/>
                  <a:gd name="T6" fmla="*/ 2 w 101"/>
                  <a:gd name="T7" fmla="*/ 0 h 129"/>
                  <a:gd name="T8" fmla="*/ 12 w 101"/>
                  <a:gd name="T9" fmla="*/ 21 h 129"/>
                  <a:gd name="T10" fmla="*/ 4 w 101"/>
                  <a:gd name="T11" fmla="*/ 49 h 129"/>
                  <a:gd name="T12" fmla="*/ 11 w 101"/>
                  <a:gd name="T13" fmla="*/ 48 h 129"/>
                  <a:gd name="T14" fmla="*/ 14 w 101"/>
                  <a:gd name="T15" fmla="*/ 37 h 129"/>
                  <a:gd name="T16" fmla="*/ 18 w 101"/>
                  <a:gd name="T17" fmla="*/ 21 h 129"/>
                  <a:gd name="T18" fmla="*/ 26 w 101"/>
                  <a:gd name="T19" fmla="*/ 16 h 129"/>
                  <a:gd name="T20" fmla="*/ 40 w 101"/>
                  <a:gd name="T21" fmla="*/ 4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29">
                    <a:moveTo>
                      <a:pt x="101" y="11"/>
                    </a:moveTo>
                    <a:cubicBezTo>
                      <a:pt x="101" y="11"/>
                      <a:pt x="81" y="32"/>
                      <a:pt x="69" y="36"/>
                    </a:cubicBezTo>
                    <a:cubicBezTo>
                      <a:pt x="56" y="40"/>
                      <a:pt x="46" y="52"/>
                      <a:pt x="37" y="50"/>
                    </a:cubicBezTo>
                    <a:cubicBezTo>
                      <a:pt x="28" y="48"/>
                      <a:pt x="7" y="14"/>
                      <a:pt x="6" y="0"/>
                    </a:cubicBezTo>
                    <a:cubicBezTo>
                      <a:pt x="6" y="0"/>
                      <a:pt x="6" y="24"/>
                      <a:pt x="30" y="51"/>
                    </a:cubicBezTo>
                    <a:cubicBezTo>
                      <a:pt x="53" y="79"/>
                      <a:pt x="17" y="118"/>
                      <a:pt x="9" y="123"/>
                    </a:cubicBezTo>
                    <a:cubicBezTo>
                      <a:pt x="0" y="129"/>
                      <a:pt x="23" y="110"/>
                      <a:pt x="27" y="120"/>
                    </a:cubicBezTo>
                    <a:cubicBezTo>
                      <a:pt x="27" y="120"/>
                      <a:pt x="21" y="117"/>
                      <a:pt x="35" y="93"/>
                    </a:cubicBezTo>
                    <a:cubicBezTo>
                      <a:pt x="48" y="69"/>
                      <a:pt x="32" y="65"/>
                      <a:pt x="46" y="53"/>
                    </a:cubicBezTo>
                    <a:cubicBezTo>
                      <a:pt x="48" y="52"/>
                      <a:pt x="60" y="42"/>
                      <a:pt x="65" y="41"/>
                    </a:cubicBezTo>
                    <a:cubicBezTo>
                      <a:pt x="71" y="40"/>
                      <a:pt x="98" y="17"/>
                      <a:pt x="101" y="11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36" name="Freeform 953">
                <a:extLst>
                  <a:ext uri="{FF2B5EF4-FFF2-40B4-BE49-F238E27FC236}">
                    <a16:creationId xmlns:a16="http://schemas.microsoft.com/office/drawing/2014/main" id="{6AC97202-12FB-4496-A8D5-9EEB51207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" y="1032"/>
                <a:ext cx="316" cy="176"/>
              </a:xfrm>
              <a:custGeom>
                <a:avLst/>
                <a:gdLst>
                  <a:gd name="T0" fmla="*/ 168 w 430"/>
                  <a:gd name="T1" fmla="*/ 37 h 239"/>
                  <a:gd name="T2" fmla="*/ 158 w 430"/>
                  <a:gd name="T3" fmla="*/ 59 h 239"/>
                  <a:gd name="T4" fmla="*/ 129 w 430"/>
                  <a:gd name="T5" fmla="*/ 52 h 239"/>
                  <a:gd name="T6" fmla="*/ 82 w 430"/>
                  <a:gd name="T7" fmla="*/ 35 h 239"/>
                  <a:gd name="T8" fmla="*/ 37 w 430"/>
                  <a:gd name="T9" fmla="*/ 22 h 239"/>
                  <a:gd name="T10" fmla="*/ 34 w 430"/>
                  <a:gd name="T11" fmla="*/ 23 h 239"/>
                  <a:gd name="T12" fmla="*/ 17 w 430"/>
                  <a:gd name="T13" fmla="*/ 7 h 239"/>
                  <a:gd name="T14" fmla="*/ 15 w 430"/>
                  <a:gd name="T15" fmla="*/ 1 h 239"/>
                  <a:gd name="T16" fmla="*/ 13 w 430"/>
                  <a:gd name="T17" fmla="*/ 5 h 239"/>
                  <a:gd name="T18" fmla="*/ 0 w 430"/>
                  <a:gd name="T19" fmla="*/ 0 h 239"/>
                  <a:gd name="T20" fmla="*/ 15 w 430"/>
                  <a:gd name="T21" fmla="*/ 7 h 239"/>
                  <a:gd name="T22" fmla="*/ 26 w 430"/>
                  <a:gd name="T23" fmla="*/ 15 h 239"/>
                  <a:gd name="T24" fmla="*/ 29 w 430"/>
                  <a:gd name="T25" fmla="*/ 29 h 239"/>
                  <a:gd name="T26" fmla="*/ 37 w 430"/>
                  <a:gd name="T27" fmla="*/ 27 h 239"/>
                  <a:gd name="T28" fmla="*/ 80 w 430"/>
                  <a:gd name="T29" fmla="*/ 36 h 239"/>
                  <a:gd name="T30" fmla="*/ 136 w 430"/>
                  <a:gd name="T31" fmla="*/ 63 h 239"/>
                  <a:gd name="T32" fmla="*/ 129 w 430"/>
                  <a:gd name="T33" fmla="*/ 88 h 239"/>
                  <a:gd name="T34" fmla="*/ 123 w 430"/>
                  <a:gd name="T35" fmla="*/ 96 h 239"/>
                  <a:gd name="T36" fmla="*/ 129 w 430"/>
                  <a:gd name="T37" fmla="*/ 91 h 239"/>
                  <a:gd name="T38" fmla="*/ 133 w 430"/>
                  <a:gd name="T39" fmla="*/ 95 h 239"/>
                  <a:gd name="T40" fmla="*/ 132 w 430"/>
                  <a:gd name="T41" fmla="*/ 90 h 239"/>
                  <a:gd name="T42" fmla="*/ 137 w 430"/>
                  <a:gd name="T43" fmla="*/ 78 h 239"/>
                  <a:gd name="T44" fmla="*/ 145 w 430"/>
                  <a:gd name="T45" fmla="*/ 64 h 239"/>
                  <a:gd name="T46" fmla="*/ 168 w 430"/>
                  <a:gd name="T47" fmla="*/ 37 h 2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30" h="239">
                    <a:moveTo>
                      <a:pt x="423" y="92"/>
                    </a:moveTo>
                    <a:cubicBezTo>
                      <a:pt x="423" y="92"/>
                      <a:pt x="427" y="139"/>
                      <a:pt x="398" y="147"/>
                    </a:cubicBezTo>
                    <a:cubicBezTo>
                      <a:pt x="369" y="155"/>
                      <a:pt x="358" y="171"/>
                      <a:pt x="325" y="130"/>
                    </a:cubicBezTo>
                    <a:cubicBezTo>
                      <a:pt x="292" y="89"/>
                      <a:pt x="234" y="81"/>
                      <a:pt x="207" y="87"/>
                    </a:cubicBezTo>
                    <a:cubicBezTo>
                      <a:pt x="180" y="93"/>
                      <a:pt x="105" y="79"/>
                      <a:pt x="94" y="55"/>
                    </a:cubicBezTo>
                    <a:cubicBezTo>
                      <a:pt x="94" y="55"/>
                      <a:pt x="89" y="62"/>
                      <a:pt x="84" y="57"/>
                    </a:cubicBezTo>
                    <a:cubicBezTo>
                      <a:pt x="80" y="52"/>
                      <a:pt x="50" y="17"/>
                      <a:pt x="42" y="17"/>
                    </a:cubicBezTo>
                    <a:cubicBezTo>
                      <a:pt x="33" y="17"/>
                      <a:pt x="33" y="6"/>
                      <a:pt x="40" y="1"/>
                    </a:cubicBezTo>
                    <a:cubicBezTo>
                      <a:pt x="40" y="1"/>
                      <a:pt x="30" y="8"/>
                      <a:pt x="32" y="12"/>
                    </a:cubicBezTo>
                    <a:cubicBezTo>
                      <a:pt x="35" y="16"/>
                      <a:pt x="9" y="18"/>
                      <a:pt x="0" y="0"/>
                    </a:cubicBezTo>
                    <a:cubicBezTo>
                      <a:pt x="0" y="0"/>
                      <a:pt x="0" y="19"/>
                      <a:pt x="37" y="19"/>
                    </a:cubicBezTo>
                    <a:cubicBezTo>
                      <a:pt x="41" y="19"/>
                      <a:pt x="58" y="29"/>
                      <a:pt x="64" y="40"/>
                    </a:cubicBezTo>
                    <a:cubicBezTo>
                      <a:pt x="70" y="51"/>
                      <a:pt x="95" y="62"/>
                      <a:pt x="74" y="73"/>
                    </a:cubicBezTo>
                    <a:cubicBezTo>
                      <a:pt x="74" y="73"/>
                      <a:pt x="84" y="65"/>
                      <a:pt x="95" y="68"/>
                    </a:cubicBezTo>
                    <a:cubicBezTo>
                      <a:pt x="105" y="71"/>
                      <a:pt x="147" y="93"/>
                      <a:pt x="202" y="91"/>
                    </a:cubicBezTo>
                    <a:cubicBezTo>
                      <a:pt x="256" y="88"/>
                      <a:pt x="315" y="108"/>
                      <a:pt x="343" y="156"/>
                    </a:cubicBezTo>
                    <a:cubicBezTo>
                      <a:pt x="350" y="168"/>
                      <a:pt x="341" y="212"/>
                      <a:pt x="326" y="220"/>
                    </a:cubicBezTo>
                    <a:cubicBezTo>
                      <a:pt x="311" y="228"/>
                      <a:pt x="312" y="239"/>
                      <a:pt x="312" y="239"/>
                    </a:cubicBezTo>
                    <a:cubicBezTo>
                      <a:pt x="312" y="239"/>
                      <a:pt x="317" y="228"/>
                      <a:pt x="327" y="227"/>
                    </a:cubicBezTo>
                    <a:cubicBezTo>
                      <a:pt x="336" y="226"/>
                      <a:pt x="335" y="237"/>
                      <a:pt x="335" y="237"/>
                    </a:cubicBezTo>
                    <a:cubicBezTo>
                      <a:pt x="335" y="237"/>
                      <a:pt x="336" y="227"/>
                      <a:pt x="331" y="224"/>
                    </a:cubicBezTo>
                    <a:cubicBezTo>
                      <a:pt x="326" y="220"/>
                      <a:pt x="339" y="212"/>
                      <a:pt x="345" y="195"/>
                    </a:cubicBezTo>
                    <a:cubicBezTo>
                      <a:pt x="351" y="178"/>
                      <a:pt x="348" y="162"/>
                      <a:pt x="365" y="160"/>
                    </a:cubicBezTo>
                    <a:cubicBezTo>
                      <a:pt x="394" y="158"/>
                      <a:pt x="430" y="145"/>
                      <a:pt x="423" y="92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37" name="Freeform 954">
                <a:extLst>
                  <a:ext uri="{FF2B5EF4-FFF2-40B4-BE49-F238E27FC236}">
                    <a16:creationId xmlns:a16="http://schemas.microsoft.com/office/drawing/2014/main" id="{7671BE4B-5D7E-477C-B29D-A9B0D76C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754"/>
                <a:ext cx="203" cy="221"/>
              </a:xfrm>
              <a:custGeom>
                <a:avLst/>
                <a:gdLst>
                  <a:gd name="T0" fmla="*/ 109 w 277"/>
                  <a:gd name="T1" fmla="*/ 69 h 300"/>
                  <a:gd name="T2" fmla="*/ 105 w 277"/>
                  <a:gd name="T3" fmla="*/ 78 h 300"/>
                  <a:gd name="T4" fmla="*/ 80 w 277"/>
                  <a:gd name="T5" fmla="*/ 93 h 300"/>
                  <a:gd name="T6" fmla="*/ 65 w 277"/>
                  <a:gd name="T7" fmla="*/ 120 h 300"/>
                  <a:gd name="T8" fmla="*/ 69 w 277"/>
                  <a:gd name="T9" fmla="*/ 90 h 300"/>
                  <a:gd name="T10" fmla="*/ 53 w 277"/>
                  <a:gd name="T11" fmla="*/ 83 h 300"/>
                  <a:gd name="T12" fmla="*/ 65 w 277"/>
                  <a:gd name="T13" fmla="*/ 79 h 300"/>
                  <a:gd name="T14" fmla="*/ 53 w 277"/>
                  <a:gd name="T15" fmla="*/ 24 h 300"/>
                  <a:gd name="T16" fmla="*/ 33 w 277"/>
                  <a:gd name="T17" fmla="*/ 21 h 300"/>
                  <a:gd name="T18" fmla="*/ 18 w 277"/>
                  <a:gd name="T19" fmla="*/ 11 h 300"/>
                  <a:gd name="T20" fmla="*/ 0 w 277"/>
                  <a:gd name="T21" fmla="*/ 4 h 300"/>
                  <a:gd name="T22" fmla="*/ 12 w 277"/>
                  <a:gd name="T23" fmla="*/ 7 h 300"/>
                  <a:gd name="T24" fmla="*/ 26 w 277"/>
                  <a:gd name="T25" fmla="*/ 13 h 300"/>
                  <a:gd name="T26" fmla="*/ 43 w 277"/>
                  <a:gd name="T27" fmla="*/ 15 h 300"/>
                  <a:gd name="T28" fmla="*/ 70 w 277"/>
                  <a:gd name="T29" fmla="*/ 78 h 300"/>
                  <a:gd name="T30" fmla="*/ 81 w 277"/>
                  <a:gd name="T31" fmla="*/ 85 h 300"/>
                  <a:gd name="T32" fmla="*/ 102 w 277"/>
                  <a:gd name="T33" fmla="*/ 75 h 300"/>
                  <a:gd name="T34" fmla="*/ 109 w 277"/>
                  <a:gd name="T35" fmla="*/ 69 h 3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77" h="300">
                    <a:moveTo>
                      <a:pt x="277" y="171"/>
                    </a:moveTo>
                    <a:cubicBezTo>
                      <a:pt x="277" y="171"/>
                      <a:pt x="265" y="187"/>
                      <a:pt x="266" y="196"/>
                    </a:cubicBezTo>
                    <a:cubicBezTo>
                      <a:pt x="267" y="205"/>
                      <a:pt x="226" y="208"/>
                      <a:pt x="203" y="232"/>
                    </a:cubicBezTo>
                    <a:cubicBezTo>
                      <a:pt x="181" y="257"/>
                      <a:pt x="166" y="300"/>
                      <a:pt x="166" y="300"/>
                    </a:cubicBezTo>
                    <a:cubicBezTo>
                      <a:pt x="166" y="300"/>
                      <a:pt x="188" y="236"/>
                      <a:pt x="175" y="225"/>
                    </a:cubicBezTo>
                    <a:cubicBezTo>
                      <a:pt x="162" y="215"/>
                      <a:pt x="136" y="207"/>
                      <a:pt x="136" y="207"/>
                    </a:cubicBezTo>
                    <a:cubicBezTo>
                      <a:pt x="136" y="207"/>
                      <a:pt x="162" y="208"/>
                      <a:pt x="167" y="197"/>
                    </a:cubicBezTo>
                    <a:cubicBezTo>
                      <a:pt x="172" y="186"/>
                      <a:pt x="191" y="67"/>
                      <a:pt x="137" y="58"/>
                    </a:cubicBezTo>
                    <a:cubicBezTo>
                      <a:pt x="110" y="54"/>
                      <a:pt x="110" y="42"/>
                      <a:pt x="84" y="52"/>
                    </a:cubicBezTo>
                    <a:cubicBezTo>
                      <a:pt x="59" y="62"/>
                      <a:pt x="68" y="24"/>
                      <a:pt x="47" y="28"/>
                    </a:cubicBezTo>
                    <a:cubicBezTo>
                      <a:pt x="25" y="32"/>
                      <a:pt x="21" y="4"/>
                      <a:pt x="0" y="10"/>
                    </a:cubicBezTo>
                    <a:cubicBezTo>
                      <a:pt x="0" y="10"/>
                      <a:pt x="17" y="0"/>
                      <a:pt x="31" y="17"/>
                    </a:cubicBezTo>
                    <a:cubicBezTo>
                      <a:pt x="44" y="33"/>
                      <a:pt x="48" y="6"/>
                      <a:pt x="65" y="34"/>
                    </a:cubicBezTo>
                    <a:cubicBezTo>
                      <a:pt x="81" y="60"/>
                      <a:pt x="88" y="33"/>
                      <a:pt x="111" y="40"/>
                    </a:cubicBezTo>
                    <a:cubicBezTo>
                      <a:pt x="133" y="47"/>
                      <a:pt x="205" y="51"/>
                      <a:pt x="177" y="195"/>
                    </a:cubicBezTo>
                    <a:cubicBezTo>
                      <a:pt x="175" y="207"/>
                      <a:pt x="180" y="227"/>
                      <a:pt x="207" y="214"/>
                    </a:cubicBezTo>
                    <a:cubicBezTo>
                      <a:pt x="235" y="200"/>
                      <a:pt x="253" y="203"/>
                      <a:pt x="259" y="189"/>
                    </a:cubicBezTo>
                    <a:cubicBezTo>
                      <a:pt x="265" y="175"/>
                      <a:pt x="277" y="171"/>
                      <a:pt x="277" y="171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38" name="Freeform 955">
                <a:extLst>
                  <a:ext uri="{FF2B5EF4-FFF2-40B4-BE49-F238E27FC236}">
                    <a16:creationId xmlns:a16="http://schemas.microsoft.com/office/drawing/2014/main" id="{C3D18BC2-38EE-49E6-8706-205295C7A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720"/>
                <a:ext cx="180" cy="303"/>
              </a:xfrm>
              <a:custGeom>
                <a:avLst/>
                <a:gdLst>
                  <a:gd name="T0" fmla="*/ 4 w 245"/>
                  <a:gd name="T1" fmla="*/ 0 h 411"/>
                  <a:gd name="T2" fmla="*/ 0 w 245"/>
                  <a:gd name="T3" fmla="*/ 6 h 411"/>
                  <a:gd name="T4" fmla="*/ 5 w 245"/>
                  <a:gd name="T5" fmla="*/ 10 h 411"/>
                  <a:gd name="T6" fmla="*/ 25 w 245"/>
                  <a:gd name="T7" fmla="*/ 19 h 411"/>
                  <a:gd name="T8" fmla="*/ 46 w 245"/>
                  <a:gd name="T9" fmla="*/ 41 h 411"/>
                  <a:gd name="T10" fmla="*/ 46 w 245"/>
                  <a:gd name="T11" fmla="*/ 66 h 411"/>
                  <a:gd name="T12" fmla="*/ 42 w 245"/>
                  <a:gd name="T13" fmla="*/ 78 h 411"/>
                  <a:gd name="T14" fmla="*/ 50 w 245"/>
                  <a:gd name="T15" fmla="*/ 68 h 411"/>
                  <a:gd name="T16" fmla="*/ 74 w 245"/>
                  <a:gd name="T17" fmla="*/ 77 h 411"/>
                  <a:gd name="T18" fmla="*/ 87 w 245"/>
                  <a:gd name="T19" fmla="*/ 110 h 411"/>
                  <a:gd name="T20" fmla="*/ 89 w 245"/>
                  <a:gd name="T21" fmla="*/ 146 h 411"/>
                  <a:gd name="T22" fmla="*/ 96 w 245"/>
                  <a:gd name="T23" fmla="*/ 164 h 411"/>
                  <a:gd name="T24" fmla="*/ 90 w 245"/>
                  <a:gd name="T25" fmla="*/ 144 h 411"/>
                  <a:gd name="T26" fmla="*/ 85 w 245"/>
                  <a:gd name="T27" fmla="*/ 92 h 411"/>
                  <a:gd name="T28" fmla="*/ 67 w 245"/>
                  <a:gd name="T29" fmla="*/ 70 h 411"/>
                  <a:gd name="T30" fmla="*/ 51 w 245"/>
                  <a:gd name="T31" fmla="*/ 63 h 411"/>
                  <a:gd name="T32" fmla="*/ 52 w 245"/>
                  <a:gd name="T33" fmla="*/ 39 h 411"/>
                  <a:gd name="T34" fmla="*/ 59 w 245"/>
                  <a:gd name="T35" fmla="*/ 25 h 411"/>
                  <a:gd name="T36" fmla="*/ 50 w 245"/>
                  <a:gd name="T37" fmla="*/ 37 h 411"/>
                  <a:gd name="T38" fmla="*/ 46 w 245"/>
                  <a:gd name="T39" fmla="*/ 32 h 411"/>
                  <a:gd name="T40" fmla="*/ 25 w 245"/>
                  <a:gd name="T41" fmla="*/ 17 h 411"/>
                  <a:gd name="T42" fmla="*/ 7 w 245"/>
                  <a:gd name="T43" fmla="*/ 7 h 411"/>
                  <a:gd name="T44" fmla="*/ 4 w 245"/>
                  <a:gd name="T45" fmla="*/ 0 h 41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45" h="411">
                    <a:moveTo>
                      <a:pt x="10" y="0"/>
                    </a:moveTo>
                    <a:cubicBezTo>
                      <a:pt x="10" y="0"/>
                      <a:pt x="10" y="24"/>
                      <a:pt x="0" y="15"/>
                    </a:cubicBezTo>
                    <a:cubicBezTo>
                      <a:pt x="0" y="15"/>
                      <a:pt x="0" y="23"/>
                      <a:pt x="14" y="24"/>
                    </a:cubicBezTo>
                    <a:cubicBezTo>
                      <a:pt x="28" y="26"/>
                      <a:pt x="40" y="48"/>
                      <a:pt x="63" y="48"/>
                    </a:cubicBezTo>
                    <a:cubicBezTo>
                      <a:pt x="87" y="48"/>
                      <a:pt x="113" y="84"/>
                      <a:pt x="115" y="101"/>
                    </a:cubicBezTo>
                    <a:cubicBezTo>
                      <a:pt x="116" y="117"/>
                      <a:pt x="121" y="156"/>
                      <a:pt x="116" y="165"/>
                    </a:cubicBezTo>
                    <a:cubicBezTo>
                      <a:pt x="112" y="174"/>
                      <a:pt x="106" y="190"/>
                      <a:pt x="106" y="196"/>
                    </a:cubicBezTo>
                    <a:cubicBezTo>
                      <a:pt x="106" y="196"/>
                      <a:pt x="113" y="174"/>
                      <a:pt x="126" y="170"/>
                    </a:cubicBezTo>
                    <a:cubicBezTo>
                      <a:pt x="140" y="167"/>
                      <a:pt x="176" y="179"/>
                      <a:pt x="186" y="194"/>
                    </a:cubicBezTo>
                    <a:cubicBezTo>
                      <a:pt x="196" y="209"/>
                      <a:pt x="223" y="237"/>
                      <a:pt x="220" y="274"/>
                    </a:cubicBezTo>
                    <a:cubicBezTo>
                      <a:pt x="217" y="310"/>
                      <a:pt x="217" y="358"/>
                      <a:pt x="224" y="364"/>
                    </a:cubicBezTo>
                    <a:cubicBezTo>
                      <a:pt x="232" y="370"/>
                      <a:pt x="245" y="397"/>
                      <a:pt x="241" y="411"/>
                    </a:cubicBezTo>
                    <a:cubicBezTo>
                      <a:pt x="241" y="411"/>
                      <a:pt x="245" y="399"/>
                      <a:pt x="227" y="360"/>
                    </a:cubicBezTo>
                    <a:cubicBezTo>
                      <a:pt x="217" y="339"/>
                      <a:pt x="229" y="252"/>
                      <a:pt x="215" y="230"/>
                    </a:cubicBezTo>
                    <a:cubicBezTo>
                      <a:pt x="215" y="230"/>
                      <a:pt x="188" y="188"/>
                      <a:pt x="169" y="175"/>
                    </a:cubicBezTo>
                    <a:cubicBezTo>
                      <a:pt x="149" y="163"/>
                      <a:pt x="136" y="167"/>
                      <a:pt x="128" y="158"/>
                    </a:cubicBezTo>
                    <a:cubicBezTo>
                      <a:pt x="120" y="149"/>
                      <a:pt x="116" y="106"/>
                      <a:pt x="130" y="97"/>
                    </a:cubicBezTo>
                    <a:cubicBezTo>
                      <a:pt x="143" y="87"/>
                      <a:pt x="150" y="69"/>
                      <a:pt x="148" y="63"/>
                    </a:cubicBezTo>
                    <a:cubicBezTo>
                      <a:pt x="148" y="63"/>
                      <a:pt x="139" y="87"/>
                      <a:pt x="125" y="92"/>
                    </a:cubicBezTo>
                    <a:cubicBezTo>
                      <a:pt x="111" y="98"/>
                      <a:pt x="116" y="84"/>
                      <a:pt x="114" y="79"/>
                    </a:cubicBezTo>
                    <a:cubicBezTo>
                      <a:pt x="112" y="74"/>
                      <a:pt x="80" y="44"/>
                      <a:pt x="63" y="42"/>
                    </a:cubicBezTo>
                    <a:cubicBezTo>
                      <a:pt x="47" y="40"/>
                      <a:pt x="24" y="17"/>
                      <a:pt x="18" y="18"/>
                    </a:cubicBezTo>
                    <a:cubicBezTo>
                      <a:pt x="11" y="19"/>
                      <a:pt x="8" y="3"/>
                      <a:pt x="10" y="0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39" name="Freeform 956">
                <a:extLst>
                  <a:ext uri="{FF2B5EF4-FFF2-40B4-BE49-F238E27FC236}">
                    <a16:creationId xmlns:a16="http://schemas.microsoft.com/office/drawing/2014/main" id="{3C32DB8B-6FB6-4AED-B19A-E7D28D886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718"/>
                <a:ext cx="89" cy="81"/>
              </a:xfrm>
              <a:custGeom>
                <a:avLst/>
                <a:gdLst>
                  <a:gd name="T0" fmla="*/ 45 w 120"/>
                  <a:gd name="T1" fmla="*/ 44 h 110"/>
                  <a:gd name="T2" fmla="*/ 33 w 120"/>
                  <a:gd name="T3" fmla="*/ 25 h 110"/>
                  <a:gd name="T4" fmla="*/ 13 w 120"/>
                  <a:gd name="T5" fmla="*/ 13 h 110"/>
                  <a:gd name="T6" fmla="*/ 0 w 120"/>
                  <a:gd name="T7" fmla="*/ 8 h 110"/>
                  <a:gd name="T8" fmla="*/ 13 w 120"/>
                  <a:gd name="T9" fmla="*/ 10 h 110"/>
                  <a:gd name="T10" fmla="*/ 16 w 120"/>
                  <a:gd name="T11" fmla="*/ 1 h 110"/>
                  <a:gd name="T12" fmla="*/ 16 w 120"/>
                  <a:gd name="T13" fmla="*/ 10 h 110"/>
                  <a:gd name="T14" fmla="*/ 24 w 120"/>
                  <a:gd name="T15" fmla="*/ 18 h 110"/>
                  <a:gd name="T16" fmla="*/ 39 w 120"/>
                  <a:gd name="T17" fmla="*/ 4 h 110"/>
                  <a:gd name="T18" fmla="*/ 49 w 120"/>
                  <a:gd name="T19" fmla="*/ 0 h 110"/>
                  <a:gd name="T20" fmla="*/ 40 w 120"/>
                  <a:gd name="T21" fmla="*/ 5 h 110"/>
                  <a:gd name="T22" fmla="*/ 29 w 120"/>
                  <a:gd name="T23" fmla="*/ 19 h 110"/>
                  <a:gd name="T24" fmla="*/ 45 w 120"/>
                  <a:gd name="T25" fmla="*/ 44 h 1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0" h="110">
                    <a:moveTo>
                      <a:pt x="111" y="110"/>
                    </a:moveTo>
                    <a:cubicBezTo>
                      <a:pt x="111" y="110"/>
                      <a:pt x="103" y="72"/>
                      <a:pt x="82" y="63"/>
                    </a:cubicBezTo>
                    <a:cubicBezTo>
                      <a:pt x="62" y="54"/>
                      <a:pt x="36" y="40"/>
                      <a:pt x="33" y="33"/>
                    </a:cubicBezTo>
                    <a:cubicBezTo>
                      <a:pt x="29" y="26"/>
                      <a:pt x="13" y="36"/>
                      <a:pt x="0" y="20"/>
                    </a:cubicBezTo>
                    <a:cubicBezTo>
                      <a:pt x="0" y="20"/>
                      <a:pt x="24" y="36"/>
                      <a:pt x="33" y="25"/>
                    </a:cubicBezTo>
                    <a:cubicBezTo>
                      <a:pt x="41" y="14"/>
                      <a:pt x="38" y="3"/>
                      <a:pt x="38" y="3"/>
                    </a:cubicBezTo>
                    <a:cubicBezTo>
                      <a:pt x="38" y="3"/>
                      <a:pt x="43" y="17"/>
                      <a:pt x="38" y="25"/>
                    </a:cubicBezTo>
                    <a:cubicBezTo>
                      <a:pt x="33" y="33"/>
                      <a:pt x="51" y="48"/>
                      <a:pt x="59" y="44"/>
                    </a:cubicBezTo>
                    <a:cubicBezTo>
                      <a:pt x="67" y="40"/>
                      <a:pt x="87" y="13"/>
                      <a:pt x="97" y="11"/>
                    </a:cubicBezTo>
                    <a:cubicBezTo>
                      <a:pt x="107" y="8"/>
                      <a:pt x="119" y="3"/>
                      <a:pt x="120" y="0"/>
                    </a:cubicBezTo>
                    <a:cubicBezTo>
                      <a:pt x="120" y="0"/>
                      <a:pt x="110" y="10"/>
                      <a:pt x="98" y="13"/>
                    </a:cubicBezTo>
                    <a:cubicBezTo>
                      <a:pt x="86" y="17"/>
                      <a:pt x="67" y="42"/>
                      <a:pt x="72" y="47"/>
                    </a:cubicBezTo>
                    <a:cubicBezTo>
                      <a:pt x="77" y="52"/>
                      <a:pt x="114" y="71"/>
                      <a:pt x="111" y="110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40" name="Freeform 957">
                <a:extLst>
                  <a:ext uri="{FF2B5EF4-FFF2-40B4-BE49-F238E27FC236}">
                    <a16:creationId xmlns:a16="http://schemas.microsoft.com/office/drawing/2014/main" id="{260A8C63-FF84-40A3-A6BF-C2FB17189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801"/>
                <a:ext cx="29" cy="39"/>
              </a:xfrm>
              <a:custGeom>
                <a:avLst/>
                <a:gdLst>
                  <a:gd name="T0" fmla="*/ 15 w 40"/>
                  <a:gd name="T1" fmla="*/ 4 h 53"/>
                  <a:gd name="T2" fmla="*/ 12 w 40"/>
                  <a:gd name="T3" fmla="*/ 21 h 53"/>
                  <a:gd name="T4" fmla="*/ 0 w 40"/>
                  <a:gd name="T5" fmla="*/ 18 h 53"/>
                  <a:gd name="T6" fmla="*/ 7 w 40"/>
                  <a:gd name="T7" fmla="*/ 13 h 53"/>
                  <a:gd name="T8" fmla="*/ 3 w 40"/>
                  <a:gd name="T9" fmla="*/ 0 h 53"/>
                  <a:gd name="T10" fmla="*/ 9 w 40"/>
                  <a:gd name="T11" fmla="*/ 7 h 53"/>
                  <a:gd name="T12" fmla="*/ 15 w 40"/>
                  <a:gd name="T13" fmla="*/ 4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53">
                    <a:moveTo>
                      <a:pt x="40" y="11"/>
                    </a:moveTo>
                    <a:cubicBezTo>
                      <a:pt x="40" y="11"/>
                      <a:pt x="7" y="27"/>
                      <a:pt x="30" y="53"/>
                    </a:cubicBezTo>
                    <a:cubicBezTo>
                      <a:pt x="30" y="53"/>
                      <a:pt x="13" y="28"/>
                      <a:pt x="0" y="45"/>
                    </a:cubicBezTo>
                    <a:cubicBezTo>
                      <a:pt x="0" y="45"/>
                      <a:pt x="11" y="31"/>
                      <a:pt x="16" y="34"/>
                    </a:cubicBezTo>
                    <a:cubicBezTo>
                      <a:pt x="21" y="36"/>
                      <a:pt x="20" y="11"/>
                      <a:pt x="8" y="0"/>
                    </a:cubicBezTo>
                    <a:cubicBezTo>
                      <a:pt x="8" y="0"/>
                      <a:pt x="23" y="12"/>
                      <a:pt x="22" y="18"/>
                    </a:cubicBezTo>
                    <a:cubicBezTo>
                      <a:pt x="21" y="24"/>
                      <a:pt x="40" y="11"/>
                      <a:pt x="40" y="11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41" name="Freeform 958">
                <a:extLst>
                  <a:ext uri="{FF2B5EF4-FFF2-40B4-BE49-F238E27FC236}">
                    <a16:creationId xmlns:a16="http://schemas.microsoft.com/office/drawing/2014/main" id="{E07AAA99-7720-470E-9059-7EFC76A8D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772"/>
                <a:ext cx="104" cy="86"/>
              </a:xfrm>
              <a:custGeom>
                <a:avLst/>
                <a:gdLst>
                  <a:gd name="T0" fmla="*/ 56 w 142"/>
                  <a:gd name="T1" fmla="*/ 8 h 117"/>
                  <a:gd name="T2" fmla="*/ 33 w 142"/>
                  <a:gd name="T3" fmla="*/ 15 h 117"/>
                  <a:gd name="T4" fmla="*/ 40 w 142"/>
                  <a:gd name="T5" fmla="*/ 46 h 117"/>
                  <a:gd name="T6" fmla="*/ 34 w 142"/>
                  <a:gd name="T7" fmla="*/ 27 h 117"/>
                  <a:gd name="T8" fmla="*/ 27 w 142"/>
                  <a:gd name="T9" fmla="*/ 18 h 117"/>
                  <a:gd name="T10" fmla="*/ 5 w 142"/>
                  <a:gd name="T11" fmla="*/ 37 h 117"/>
                  <a:gd name="T12" fmla="*/ 15 w 142"/>
                  <a:gd name="T13" fmla="*/ 15 h 117"/>
                  <a:gd name="T14" fmla="*/ 0 w 142"/>
                  <a:gd name="T15" fmla="*/ 13 h 117"/>
                  <a:gd name="T16" fmla="*/ 4 w 142"/>
                  <a:gd name="T17" fmla="*/ 9 h 117"/>
                  <a:gd name="T18" fmla="*/ 6 w 142"/>
                  <a:gd name="T19" fmla="*/ 0 h 117"/>
                  <a:gd name="T20" fmla="*/ 5 w 142"/>
                  <a:gd name="T21" fmla="*/ 8 h 117"/>
                  <a:gd name="T22" fmla="*/ 18 w 142"/>
                  <a:gd name="T23" fmla="*/ 15 h 117"/>
                  <a:gd name="T24" fmla="*/ 30 w 142"/>
                  <a:gd name="T25" fmla="*/ 13 h 117"/>
                  <a:gd name="T26" fmla="*/ 56 w 142"/>
                  <a:gd name="T27" fmla="*/ 8 h 1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2" h="117">
                    <a:moveTo>
                      <a:pt x="142" y="20"/>
                    </a:moveTo>
                    <a:cubicBezTo>
                      <a:pt x="142" y="20"/>
                      <a:pt x="77" y="19"/>
                      <a:pt x="84" y="40"/>
                    </a:cubicBezTo>
                    <a:cubicBezTo>
                      <a:pt x="91" y="61"/>
                      <a:pt x="105" y="105"/>
                      <a:pt x="101" y="117"/>
                    </a:cubicBezTo>
                    <a:cubicBezTo>
                      <a:pt x="101" y="117"/>
                      <a:pt x="93" y="70"/>
                      <a:pt x="86" y="70"/>
                    </a:cubicBezTo>
                    <a:cubicBezTo>
                      <a:pt x="86" y="70"/>
                      <a:pt x="87" y="44"/>
                      <a:pt x="70" y="43"/>
                    </a:cubicBezTo>
                    <a:cubicBezTo>
                      <a:pt x="53" y="43"/>
                      <a:pt x="25" y="77"/>
                      <a:pt x="14" y="94"/>
                    </a:cubicBezTo>
                    <a:cubicBezTo>
                      <a:pt x="14" y="94"/>
                      <a:pt x="51" y="49"/>
                      <a:pt x="39" y="40"/>
                    </a:cubicBezTo>
                    <a:cubicBezTo>
                      <a:pt x="27" y="32"/>
                      <a:pt x="14" y="23"/>
                      <a:pt x="0" y="33"/>
                    </a:cubicBezTo>
                    <a:cubicBezTo>
                      <a:pt x="0" y="33"/>
                      <a:pt x="9" y="27"/>
                      <a:pt x="9" y="22"/>
                    </a:cubicBezTo>
                    <a:cubicBezTo>
                      <a:pt x="9" y="16"/>
                      <a:pt x="11" y="3"/>
                      <a:pt x="15" y="0"/>
                    </a:cubicBezTo>
                    <a:cubicBezTo>
                      <a:pt x="15" y="0"/>
                      <a:pt x="8" y="18"/>
                      <a:pt x="12" y="21"/>
                    </a:cubicBezTo>
                    <a:cubicBezTo>
                      <a:pt x="15" y="25"/>
                      <a:pt x="40" y="30"/>
                      <a:pt x="45" y="39"/>
                    </a:cubicBezTo>
                    <a:cubicBezTo>
                      <a:pt x="49" y="49"/>
                      <a:pt x="72" y="40"/>
                      <a:pt x="77" y="34"/>
                    </a:cubicBezTo>
                    <a:cubicBezTo>
                      <a:pt x="81" y="28"/>
                      <a:pt x="105" y="16"/>
                      <a:pt x="142" y="20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42" name="Freeform 959">
                <a:extLst>
                  <a:ext uri="{FF2B5EF4-FFF2-40B4-BE49-F238E27FC236}">
                    <a16:creationId xmlns:a16="http://schemas.microsoft.com/office/drawing/2014/main" id="{07DE5129-595E-41AE-91D5-0CFA76B8E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" y="816"/>
                <a:ext cx="398" cy="285"/>
              </a:xfrm>
              <a:custGeom>
                <a:avLst/>
                <a:gdLst>
                  <a:gd name="T0" fmla="*/ 216 w 540"/>
                  <a:gd name="T1" fmla="*/ 130 h 386"/>
                  <a:gd name="T2" fmla="*/ 198 w 540"/>
                  <a:gd name="T3" fmla="*/ 138 h 386"/>
                  <a:gd name="T4" fmla="*/ 184 w 540"/>
                  <a:gd name="T5" fmla="*/ 155 h 386"/>
                  <a:gd name="T6" fmla="*/ 178 w 540"/>
                  <a:gd name="T7" fmla="*/ 142 h 386"/>
                  <a:gd name="T8" fmla="*/ 151 w 540"/>
                  <a:gd name="T9" fmla="*/ 129 h 386"/>
                  <a:gd name="T10" fmla="*/ 123 w 540"/>
                  <a:gd name="T11" fmla="*/ 126 h 386"/>
                  <a:gd name="T12" fmla="*/ 75 w 540"/>
                  <a:gd name="T13" fmla="*/ 95 h 386"/>
                  <a:gd name="T14" fmla="*/ 68 w 540"/>
                  <a:gd name="T15" fmla="*/ 93 h 386"/>
                  <a:gd name="T16" fmla="*/ 63 w 540"/>
                  <a:gd name="T17" fmla="*/ 101 h 386"/>
                  <a:gd name="T18" fmla="*/ 64 w 540"/>
                  <a:gd name="T19" fmla="*/ 86 h 386"/>
                  <a:gd name="T20" fmla="*/ 60 w 540"/>
                  <a:gd name="T21" fmla="*/ 84 h 386"/>
                  <a:gd name="T22" fmla="*/ 62 w 540"/>
                  <a:gd name="T23" fmla="*/ 75 h 386"/>
                  <a:gd name="T24" fmla="*/ 36 w 540"/>
                  <a:gd name="T25" fmla="*/ 44 h 386"/>
                  <a:gd name="T26" fmla="*/ 20 w 540"/>
                  <a:gd name="T27" fmla="*/ 21 h 386"/>
                  <a:gd name="T28" fmla="*/ 0 w 540"/>
                  <a:gd name="T29" fmla="*/ 17 h 386"/>
                  <a:gd name="T30" fmla="*/ 21 w 540"/>
                  <a:gd name="T31" fmla="*/ 15 h 386"/>
                  <a:gd name="T32" fmla="*/ 25 w 540"/>
                  <a:gd name="T33" fmla="*/ 33 h 386"/>
                  <a:gd name="T34" fmla="*/ 57 w 540"/>
                  <a:gd name="T35" fmla="*/ 63 h 386"/>
                  <a:gd name="T36" fmla="*/ 65 w 540"/>
                  <a:gd name="T37" fmla="*/ 82 h 386"/>
                  <a:gd name="T38" fmla="*/ 68 w 540"/>
                  <a:gd name="T39" fmla="*/ 89 h 386"/>
                  <a:gd name="T40" fmla="*/ 75 w 540"/>
                  <a:gd name="T41" fmla="*/ 84 h 386"/>
                  <a:gd name="T42" fmla="*/ 80 w 540"/>
                  <a:gd name="T43" fmla="*/ 97 h 386"/>
                  <a:gd name="T44" fmla="*/ 127 w 540"/>
                  <a:gd name="T45" fmla="*/ 123 h 386"/>
                  <a:gd name="T46" fmla="*/ 160 w 540"/>
                  <a:gd name="T47" fmla="*/ 106 h 386"/>
                  <a:gd name="T48" fmla="*/ 147 w 540"/>
                  <a:gd name="T49" fmla="*/ 122 h 386"/>
                  <a:gd name="T50" fmla="*/ 164 w 540"/>
                  <a:gd name="T51" fmla="*/ 133 h 386"/>
                  <a:gd name="T52" fmla="*/ 191 w 540"/>
                  <a:gd name="T53" fmla="*/ 139 h 386"/>
                  <a:gd name="T54" fmla="*/ 216 w 540"/>
                  <a:gd name="T55" fmla="*/ 130 h 38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40" h="386">
                    <a:moveTo>
                      <a:pt x="540" y="323"/>
                    </a:moveTo>
                    <a:cubicBezTo>
                      <a:pt x="540" y="323"/>
                      <a:pt x="509" y="328"/>
                      <a:pt x="492" y="342"/>
                    </a:cubicBezTo>
                    <a:cubicBezTo>
                      <a:pt x="475" y="355"/>
                      <a:pt x="458" y="372"/>
                      <a:pt x="460" y="386"/>
                    </a:cubicBezTo>
                    <a:cubicBezTo>
                      <a:pt x="460" y="386"/>
                      <a:pt x="465" y="353"/>
                      <a:pt x="443" y="352"/>
                    </a:cubicBezTo>
                    <a:cubicBezTo>
                      <a:pt x="421" y="351"/>
                      <a:pt x="387" y="326"/>
                      <a:pt x="377" y="321"/>
                    </a:cubicBezTo>
                    <a:cubicBezTo>
                      <a:pt x="367" y="317"/>
                      <a:pt x="336" y="307"/>
                      <a:pt x="306" y="312"/>
                    </a:cubicBezTo>
                    <a:cubicBezTo>
                      <a:pt x="276" y="318"/>
                      <a:pt x="212" y="297"/>
                      <a:pt x="188" y="234"/>
                    </a:cubicBezTo>
                    <a:cubicBezTo>
                      <a:pt x="188" y="234"/>
                      <a:pt x="175" y="228"/>
                      <a:pt x="170" y="232"/>
                    </a:cubicBezTo>
                    <a:cubicBezTo>
                      <a:pt x="164" y="237"/>
                      <a:pt x="156" y="250"/>
                      <a:pt x="156" y="250"/>
                    </a:cubicBezTo>
                    <a:cubicBezTo>
                      <a:pt x="156" y="250"/>
                      <a:pt x="170" y="229"/>
                      <a:pt x="160" y="215"/>
                    </a:cubicBezTo>
                    <a:cubicBezTo>
                      <a:pt x="150" y="202"/>
                      <a:pt x="149" y="210"/>
                      <a:pt x="149" y="210"/>
                    </a:cubicBezTo>
                    <a:cubicBezTo>
                      <a:pt x="149" y="210"/>
                      <a:pt x="159" y="206"/>
                      <a:pt x="155" y="187"/>
                    </a:cubicBezTo>
                    <a:cubicBezTo>
                      <a:pt x="150" y="169"/>
                      <a:pt x="113" y="117"/>
                      <a:pt x="90" y="109"/>
                    </a:cubicBezTo>
                    <a:cubicBezTo>
                      <a:pt x="67" y="102"/>
                      <a:pt x="44" y="82"/>
                      <a:pt x="49" y="53"/>
                    </a:cubicBezTo>
                    <a:cubicBezTo>
                      <a:pt x="54" y="24"/>
                      <a:pt x="25" y="14"/>
                      <a:pt x="0" y="42"/>
                    </a:cubicBezTo>
                    <a:cubicBezTo>
                      <a:pt x="0" y="42"/>
                      <a:pt x="34" y="0"/>
                      <a:pt x="54" y="37"/>
                    </a:cubicBezTo>
                    <a:cubicBezTo>
                      <a:pt x="59" y="47"/>
                      <a:pt x="44" y="64"/>
                      <a:pt x="63" y="83"/>
                    </a:cubicBezTo>
                    <a:cubicBezTo>
                      <a:pt x="82" y="102"/>
                      <a:pt x="124" y="117"/>
                      <a:pt x="143" y="156"/>
                    </a:cubicBezTo>
                    <a:cubicBezTo>
                      <a:pt x="163" y="195"/>
                      <a:pt x="164" y="199"/>
                      <a:pt x="161" y="205"/>
                    </a:cubicBezTo>
                    <a:cubicBezTo>
                      <a:pt x="161" y="205"/>
                      <a:pt x="171" y="214"/>
                      <a:pt x="169" y="222"/>
                    </a:cubicBezTo>
                    <a:cubicBezTo>
                      <a:pt x="169" y="222"/>
                      <a:pt x="182" y="235"/>
                      <a:pt x="188" y="209"/>
                    </a:cubicBezTo>
                    <a:cubicBezTo>
                      <a:pt x="188" y="209"/>
                      <a:pt x="187" y="222"/>
                      <a:pt x="199" y="242"/>
                    </a:cubicBezTo>
                    <a:cubicBezTo>
                      <a:pt x="211" y="261"/>
                      <a:pt x="246" y="318"/>
                      <a:pt x="317" y="305"/>
                    </a:cubicBezTo>
                    <a:cubicBezTo>
                      <a:pt x="388" y="293"/>
                      <a:pt x="390" y="291"/>
                      <a:pt x="400" y="262"/>
                    </a:cubicBezTo>
                    <a:cubicBezTo>
                      <a:pt x="400" y="262"/>
                      <a:pt x="401" y="285"/>
                      <a:pt x="366" y="304"/>
                    </a:cubicBezTo>
                    <a:cubicBezTo>
                      <a:pt x="352" y="312"/>
                      <a:pt x="409" y="330"/>
                      <a:pt x="411" y="331"/>
                    </a:cubicBezTo>
                    <a:cubicBezTo>
                      <a:pt x="414" y="332"/>
                      <a:pt x="445" y="362"/>
                      <a:pt x="476" y="344"/>
                    </a:cubicBezTo>
                    <a:cubicBezTo>
                      <a:pt x="507" y="327"/>
                      <a:pt x="540" y="323"/>
                      <a:pt x="540" y="323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43" name="Freeform 960">
                <a:extLst>
                  <a:ext uri="{FF2B5EF4-FFF2-40B4-BE49-F238E27FC236}">
                    <a16:creationId xmlns:a16="http://schemas.microsoft.com/office/drawing/2014/main" id="{2078761B-16F3-45C6-A2A6-9B3E84452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945"/>
                <a:ext cx="105" cy="244"/>
              </a:xfrm>
              <a:custGeom>
                <a:avLst/>
                <a:gdLst>
                  <a:gd name="T0" fmla="*/ 57 w 143"/>
                  <a:gd name="T1" fmla="*/ 132 h 332"/>
                  <a:gd name="T2" fmla="*/ 32 w 143"/>
                  <a:gd name="T3" fmla="*/ 106 h 332"/>
                  <a:gd name="T4" fmla="*/ 24 w 143"/>
                  <a:gd name="T5" fmla="*/ 97 h 332"/>
                  <a:gd name="T6" fmla="*/ 11 w 143"/>
                  <a:gd name="T7" fmla="*/ 79 h 332"/>
                  <a:gd name="T8" fmla="*/ 5 w 143"/>
                  <a:gd name="T9" fmla="*/ 54 h 332"/>
                  <a:gd name="T10" fmla="*/ 5 w 143"/>
                  <a:gd name="T11" fmla="*/ 34 h 332"/>
                  <a:gd name="T12" fmla="*/ 27 w 143"/>
                  <a:gd name="T13" fmla="*/ 4 h 332"/>
                  <a:gd name="T14" fmla="*/ 19 w 143"/>
                  <a:gd name="T15" fmla="*/ 7 h 332"/>
                  <a:gd name="T16" fmla="*/ 14 w 143"/>
                  <a:gd name="T17" fmla="*/ 0 h 332"/>
                  <a:gd name="T18" fmla="*/ 15 w 143"/>
                  <a:gd name="T19" fmla="*/ 10 h 332"/>
                  <a:gd name="T20" fmla="*/ 1 w 143"/>
                  <a:gd name="T21" fmla="*/ 35 h 332"/>
                  <a:gd name="T22" fmla="*/ 1 w 143"/>
                  <a:gd name="T23" fmla="*/ 39 h 332"/>
                  <a:gd name="T24" fmla="*/ 4 w 143"/>
                  <a:gd name="T25" fmla="*/ 56 h 332"/>
                  <a:gd name="T26" fmla="*/ 11 w 143"/>
                  <a:gd name="T27" fmla="*/ 80 h 332"/>
                  <a:gd name="T28" fmla="*/ 22 w 143"/>
                  <a:gd name="T29" fmla="*/ 99 h 332"/>
                  <a:gd name="T30" fmla="*/ 34 w 143"/>
                  <a:gd name="T31" fmla="*/ 108 h 332"/>
                  <a:gd name="T32" fmla="*/ 57 w 143"/>
                  <a:gd name="T33" fmla="*/ 132 h 3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3" h="332">
                    <a:moveTo>
                      <a:pt x="143" y="332"/>
                    </a:moveTo>
                    <a:cubicBezTo>
                      <a:pt x="143" y="332"/>
                      <a:pt x="126" y="273"/>
                      <a:pt x="82" y="267"/>
                    </a:cubicBezTo>
                    <a:cubicBezTo>
                      <a:pt x="69" y="265"/>
                      <a:pt x="62" y="259"/>
                      <a:pt x="61" y="244"/>
                    </a:cubicBezTo>
                    <a:cubicBezTo>
                      <a:pt x="59" y="229"/>
                      <a:pt x="37" y="198"/>
                      <a:pt x="28" y="198"/>
                    </a:cubicBezTo>
                    <a:cubicBezTo>
                      <a:pt x="19" y="197"/>
                      <a:pt x="21" y="143"/>
                      <a:pt x="13" y="138"/>
                    </a:cubicBezTo>
                    <a:cubicBezTo>
                      <a:pt x="5" y="132"/>
                      <a:pt x="1" y="94"/>
                      <a:pt x="14" y="85"/>
                    </a:cubicBezTo>
                    <a:cubicBezTo>
                      <a:pt x="27" y="77"/>
                      <a:pt x="45" y="11"/>
                      <a:pt x="69" y="11"/>
                    </a:cubicBezTo>
                    <a:cubicBezTo>
                      <a:pt x="69" y="11"/>
                      <a:pt x="51" y="14"/>
                      <a:pt x="47" y="18"/>
                    </a:cubicBezTo>
                    <a:cubicBezTo>
                      <a:pt x="44" y="21"/>
                      <a:pt x="42" y="1"/>
                      <a:pt x="36" y="0"/>
                    </a:cubicBezTo>
                    <a:cubicBezTo>
                      <a:pt x="36" y="0"/>
                      <a:pt x="45" y="16"/>
                      <a:pt x="40" y="26"/>
                    </a:cubicBezTo>
                    <a:cubicBezTo>
                      <a:pt x="36" y="37"/>
                      <a:pt x="16" y="82"/>
                      <a:pt x="2" y="87"/>
                    </a:cubicBezTo>
                    <a:cubicBezTo>
                      <a:pt x="2" y="87"/>
                      <a:pt x="4" y="94"/>
                      <a:pt x="2" y="98"/>
                    </a:cubicBezTo>
                    <a:cubicBezTo>
                      <a:pt x="1" y="101"/>
                      <a:pt x="0" y="130"/>
                      <a:pt x="11" y="142"/>
                    </a:cubicBezTo>
                    <a:cubicBezTo>
                      <a:pt x="23" y="154"/>
                      <a:pt x="8" y="190"/>
                      <a:pt x="27" y="202"/>
                    </a:cubicBezTo>
                    <a:cubicBezTo>
                      <a:pt x="46" y="213"/>
                      <a:pt x="54" y="239"/>
                      <a:pt x="56" y="250"/>
                    </a:cubicBezTo>
                    <a:cubicBezTo>
                      <a:pt x="58" y="260"/>
                      <a:pt x="72" y="269"/>
                      <a:pt x="85" y="272"/>
                    </a:cubicBezTo>
                    <a:cubicBezTo>
                      <a:pt x="99" y="274"/>
                      <a:pt x="126" y="293"/>
                      <a:pt x="143" y="332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44" name="Freeform 961">
                <a:extLst>
                  <a:ext uri="{FF2B5EF4-FFF2-40B4-BE49-F238E27FC236}">
                    <a16:creationId xmlns:a16="http://schemas.microsoft.com/office/drawing/2014/main" id="{29F1114F-9D93-49A0-B18B-4FB3BB4BC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146"/>
                <a:ext cx="52" cy="37"/>
              </a:xfrm>
              <a:custGeom>
                <a:avLst/>
                <a:gdLst>
                  <a:gd name="T0" fmla="*/ 28 w 71"/>
                  <a:gd name="T1" fmla="*/ 13 h 50"/>
                  <a:gd name="T2" fmla="*/ 0 w 71"/>
                  <a:gd name="T3" fmla="*/ 20 h 50"/>
                  <a:gd name="T4" fmla="*/ 18 w 71"/>
                  <a:gd name="T5" fmla="*/ 0 h 50"/>
                  <a:gd name="T6" fmla="*/ 15 w 71"/>
                  <a:gd name="T7" fmla="*/ 10 h 50"/>
                  <a:gd name="T8" fmla="*/ 28 w 71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50">
                    <a:moveTo>
                      <a:pt x="71" y="32"/>
                    </a:moveTo>
                    <a:cubicBezTo>
                      <a:pt x="71" y="32"/>
                      <a:pt x="29" y="22"/>
                      <a:pt x="0" y="50"/>
                    </a:cubicBezTo>
                    <a:cubicBezTo>
                      <a:pt x="0" y="50"/>
                      <a:pt x="49" y="22"/>
                      <a:pt x="47" y="0"/>
                    </a:cubicBezTo>
                    <a:cubicBezTo>
                      <a:pt x="47" y="0"/>
                      <a:pt x="45" y="21"/>
                      <a:pt x="37" y="26"/>
                    </a:cubicBezTo>
                    <a:cubicBezTo>
                      <a:pt x="37" y="26"/>
                      <a:pt x="63" y="28"/>
                      <a:pt x="71" y="32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45" name="Freeform 962">
                <a:extLst>
                  <a:ext uri="{FF2B5EF4-FFF2-40B4-BE49-F238E27FC236}">
                    <a16:creationId xmlns:a16="http://schemas.microsoft.com/office/drawing/2014/main" id="{D388AE4A-5964-4A24-B4C1-8A9AA9704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985"/>
                <a:ext cx="79" cy="65"/>
              </a:xfrm>
              <a:custGeom>
                <a:avLst/>
                <a:gdLst>
                  <a:gd name="T0" fmla="*/ 43 w 107"/>
                  <a:gd name="T1" fmla="*/ 13 h 88"/>
                  <a:gd name="T2" fmla="*/ 30 w 107"/>
                  <a:gd name="T3" fmla="*/ 18 h 88"/>
                  <a:gd name="T4" fmla="*/ 25 w 107"/>
                  <a:gd name="T5" fmla="*/ 20 h 88"/>
                  <a:gd name="T6" fmla="*/ 21 w 107"/>
                  <a:gd name="T7" fmla="*/ 21 h 88"/>
                  <a:gd name="T8" fmla="*/ 16 w 107"/>
                  <a:gd name="T9" fmla="*/ 18 h 88"/>
                  <a:gd name="T10" fmla="*/ 10 w 107"/>
                  <a:gd name="T11" fmla="*/ 16 h 88"/>
                  <a:gd name="T12" fmla="*/ 4 w 107"/>
                  <a:gd name="T13" fmla="*/ 0 h 88"/>
                  <a:gd name="T14" fmla="*/ 7 w 107"/>
                  <a:gd name="T15" fmla="*/ 16 h 88"/>
                  <a:gd name="T16" fmla="*/ 19 w 107"/>
                  <a:gd name="T17" fmla="*/ 24 h 88"/>
                  <a:gd name="T18" fmla="*/ 12 w 107"/>
                  <a:gd name="T19" fmla="*/ 35 h 88"/>
                  <a:gd name="T20" fmla="*/ 27 w 107"/>
                  <a:gd name="T21" fmla="*/ 22 h 88"/>
                  <a:gd name="T22" fmla="*/ 41 w 107"/>
                  <a:gd name="T23" fmla="*/ 16 h 88"/>
                  <a:gd name="T24" fmla="*/ 43 w 107"/>
                  <a:gd name="T25" fmla="*/ 13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7" h="88">
                    <a:moveTo>
                      <a:pt x="107" y="33"/>
                    </a:moveTo>
                    <a:cubicBezTo>
                      <a:pt x="98" y="39"/>
                      <a:pt x="84" y="39"/>
                      <a:pt x="75" y="43"/>
                    </a:cubicBezTo>
                    <a:cubicBezTo>
                      <a:pt x="70" y="45"/>
                      <a:pt x="66" y="47"/>
                      <a:pt x="62" y="50"/>
                    </a:cubicBezTo>
                    <a:cubicBezTo>
                      <a:pt x="56" y="54"/>
                      <a:pt x="57" y="56"/>
                      <a:pt x="51" y="53"/>
                    </a:cubicBezTo>
                    <a:cubicBezTo>
                      <a:pt x="47" y="51"/>
                      <a:pt x="45" y="46"/>
                      <a:pt x="40" y="44"/>
                    </a:cubicBezTo>
                    <a:cubicBezTo>
                      <a:pt x="36" y="41"/>
                      <a:pt x="31" y="41"/>
                      <a:pt x="26" y="40"/>
                    </a:cubicBezTo>
                    <a:cubicBezTo>
                      <a:pt x="10" y="35"/>
                      <a:pt x="5" y="16"/>
                      <a:pt x="9" y="0"/>
                    </a:cubicBezTo>
                    <a:cubicBezTo>
                      <a:pt x="5" y="17"/>
                      <a:pt x="0" y="30"/>
                      <a:pt x="16" y="41"/>
                    </a:cubicBezTo>
                    <a:cubicBezTo>
                      <a:pt x="26" y="48"/>
                      <a:pt x="39" y="48"/>
                      <a:pt x="47" y="58"/>
                    </a:cubicBezTo>
                    <a:cubicBezTo>
                      <a:pt x="41" y="68"/>
                      <a:pt x="31" y="76"/>
                      <a:pt x="28" y="88"/>
                    </a:cubicBezTo>
                    <a:cubicBezTo>
                      <a:pt x="38" y="74"/>
                      <a:pt x="53" y="66"/>
                      <a:pt x="66" y="56"/>
                    </a:cubicBezTo>
                    <a:cubicBezTo>
                      <a:pt x="77" y="48"/>
                      <a:pt x="89" y="40"/>
                      <a:pt x="103" y="38"/>
                    </a:cubicBezTo>
                    <a:lnTo>
                      <a:pt x="107" y="33"/>
                    </a:ln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46" name="Freeform 963">
                <a:extLst>
                  <a:ext uri="{FF2B5EF4-FFF2-40B4-BE49-F238E27FC236}">
                    <a16:creationId xmlns:a16="http://schemas.microsoft.com/office/drawing/2014/main" id="{240A3605-3924-49C6-A139-88BFEE507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" y="997"/>
                <a:ext cx="43" cy="80"/>
              </a:xfrm>
              <a:custGeom>
                <a:avLst/>
                <a:gdLst>
                  <a:gd name="T0" fmla="*/ 24 w 58"/>
                  <a:gd name="T1" fmla="*/ 35 h 109"/>
                  <a:gd name="T2" fmla="*/ 10 w 58"/>
                  <a:gd name="T3" fmla="*/ 23 h 109"/>
                  <a:gd name="T4" fmla="*/ 2 w 58"/>
                  <a:gd name="T5" fmla="*/ 14 h 109"/>
                  <a:gd name="T6" fmla="*/ 5 w 58"/>
                  <a:gd name="T7" fmla="*/ 0 h 109"/>
                  <a:gd name="T8" fmla="*/ 1 w 58"/>
                  <a:gd name="T9" fmla="*/ 14 h 109"/>
                  <a:gd name="T10" fmla="*/ 8 w 58"/>
                  <a:gd name="T11" fmla="*/ 23 h 109"/>
                  <a:gd name="T12" fmla="*/ 22 w 58"/>
                  <a:gd name="T13" fmla="*/ 37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109">
                    <a:moveTo>
                      <a:pt x="58" y="90"/>
                    </a:moveTo>
                    <a:cubicBezTo>
                      <a:pt x="32" y="106"/>
                      <a:pt x="33" y="74"/>
                      <a:pt x="25" y="59"/>
                    </a:cubicBezTo>
                    <a:cubicBezTo>
                      <a:pt x="20" y="50"/>
                      <a:pt x="8" y="45"/>
                      <a:pt x="6" y="35"/>
                    </a:cubicBezTo>
                    <a:cubicBezTo>
                      <a:pt x="4" y="23"/>
                      <a:pt x="13" y="11"/>
                      <a:pt x="13" y="0"/>
                    </a:cubicBezTo>
                    <a:cubicBezTo>
                      <a:pt x="7" y="10"/>
                      <a:pt x="0" y="23"/>
                      <a:pt x="2" y="36"/>
                    </a:cubicBezTo>
                    <a:cubicBezTo>
                      <a:pt x="5" y="48"/>
                      <a:pt x="15" y="51"/>
                      <a:pt x="20" y="60"/>
                    </a:cubicBezTo>
                    <a:cubicBezTo>
                      <a:pt x="29" y="77"/>
                      <a:pt x="26" y="109"/>
                      <a:pt x="55" y="94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47" name="Freeform 964">
                <a:extLst>
                  <a:ext uri="{FF2B5EF4-FFF2-40B4-BE49-F238E27FC236}">
                    <a16:creationId xmlns:a16="http://schemas.microsoft.com/office/drawing/2014/main" id="{0B6811B6-77B6-4044-8924-A7B49C026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" y="878"/>
                <a:ext cx="27" cy="106"/>
              </a:xfrm>
              <a:custGeom>
                <a:avLst/>
                <a:gdLst>
                  <a:gd name="T0" fmla="*/ 4 w 37"/>
                  <a:gd name="T1" fmla="*/ 0 h 143"/>
                  <a:gd name="T2" fmla="*/ 10 w 37"/>
                  <a:gd name="T3" fmla="*/ 27 h 143"/>
                  <a:gd name="T4" fmla="*/ 15 w 37"/>
                  <a:gd name="T5" fmla="*/ 59 h 143"/>
                  <a:gd name="T6" fmla="*/ 8 w 37"/>
                  <a:gd name="T7" fmla="*/ 30 h 143"/>
                  <a:gd name="T8" fmla="*/ 4 w 37"/>
                  <a:gd name="T9" fmla="*/ 3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43">
                    <a:moveTo>
                      <a:pt x="10" y="0"/>
                    </a:moveTo>
                    <a:cubicBezTo>
                      <a:pt x="8" y="24"/>
                      <a:pt x="22" y="44"/>
                      <a:pt x="26" y="66"/>
                    </a:cubicBezTo>
                    <a:cubicBezTo>
                      <a:pt x="31" y="92"/>
                      <a:pt x="16" y="122"/>
                      <a:pt x="37" y="143"/>
                    </a:cubicBezTo>
                    <a:cubicBezTo>
                      <a:pt x="10" y="125"/>
                      <a:pt x="29" y="99"/>
                      <a:pt x="21" y="74"/>
                    </a:cubicBezTo>
                    <a:cubicBezTo>
                      <a:pt x="16" y="57"/>
                      <a:pt x="0" y="24"/>
                      <a:pt x="11" y="7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48" name="Freeform 965">
                <a:extLst>
                  <a:ext uri="{FF2B5EF4-FFF2-40B4-BE49-F238E27FC236}">
                    <a16:creationId xmlns:a16="http://schemas.microsoft.com/office/drawing/2014/main" id="{11606DF1-460C-47F4-8D9C-D68DA5021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902"/>
                <a:ext cx="44" cy="60"/>
              </a:xfrm>
              <a:custGeom>
                <a:avLst/>
                <a:gdLst>
                  <a:gd name="T0" fmla="*/ 23 w 59"/>
                  <a:gd name="T1" fmla="*/ 16 h 81"/>
                  <a:gd name="T2" fmla="*/ 19 w 59"/>
                  <a:gd name="T3" fmla="*/ 10 h 81"/>
                  <a:gd name="T4" fmla="*/ 14 w 59"/>
                  <a:gd name="T5" fmla="*/ 14 h 81"/>
                  <a:gd name="T6" fmla="*/ 9 w 59"/>
                  <a:gd name="T7" fmla="*/ 20 h 81"/>
                  <a:gd name="T8" fmla="*/ 12 w 59"/>
                  <a:gd name="T9" fmla="*/ 24 h 81"/>
                  <a:gd name="T10" fmla="*/ 7 w 59"/>
                  <a:gd name="T11" fmla="*/ 33 h 81"/>
                  <a:gd name="T12" fmla="*/ 8 w 59"/>
                  <a:gd name="T13" fmla="*/ 23 h 81"/>
                  <a:gd name="T14" fmla="*/ 0 w 59"/>
                  <a:gd name="T15" fmla="*/ 19 h 81"/>
                  <a:gd name="T16" fmla="*/ 10 w 59"/>
                  <a:gd name="T17" fmla="*/ 15 h 81"/>
                  <a:gd name="T18" fmla="*/ 17 w 59"/>
                  <a:gd name="T19" fmla="*/ 9 h 81"/>
                  <a:gd name="T20" fmla="*/ 19 w 59"/>
                  <a:gd name="T21" fmla="*/ 0 h 81"/>
                  <a:gd name="T22" fmla="*/ 19 w 59"/>
                  <a:gd name="T23" fmla="*/ 7 h 81"/>
                  <a:gd name="T24" fmla="*/ 22 w 59"/>
                  <a:gd name="T25" fmla="*/ 13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81">
                    <a:moveTo>
                      <a:pt x="56" y="38"/>
                    </a:moveTo>
                    <a:cubicBezTo>
                      <a:pt x="59" y="36"/>
                      <a:pt x="53" y="24"/>
                      <a:pt x="47" y="24"/>
                    </a:cubicBezTo>
                    <a:cubicBezTo>
                      <a:pt x="42" y="24"/>
                      <a:pt x="37" y="32"/>
                      <a:pt x="34" y="35"/>
                    </a:cubicBezTo>
                    <a:cubicBezTo>
                      <a:pt x="30" y="39"/>
                      <a:pt x="24" y="43"/>
                      <a:pt x="22" y="48"/>
                    </a:cubicBezTo>
                    <a:cubicBezTo>
                      <a:pt x="21" y="53"/>
                      <a:pt x="23" y="65"/>
                      <a:pt x="30" y="59"/>
                    </a:cubicBezTo>
                    <a:cubicBezTo>
                      <a:pt x="20" y="62"/>
                      <a:pt x="19" y="72"/>
                      <a:pt x="17" y="81"/>
                    </a:cubicBezTo>
                    <a:cubicBezTo>
                      <a:pt x="18" y="74"/>
                      <a:pt x="24" y="65"/>
                      <a:pt x="20" y="57"/>
                    </a:cubicBezTo>
                    <a:cubicBezTo>
                      <a:pt x="17" y="50"/>
                      <a:pt x="7" y="48"/>
                      <a:pt x="0" y="46"/>
                    </a:cubicBezTo>
                    <a:cubicBezTo>
                      <a:pt x="11" y="44"/>
                      <a:pt x="15" y="44"/>
                      <a:pt x="24" y="37"/>
                    </a:cubicBezTo>
                    <a:cubicBezTo>
                      <a:pt x="30" y="32"/>
                      <a:pt x="36" y="27"/>
                      <a:pt x="42" y="22"/>
                    </a:cubicBezTo>
                    <a:cubicBezTo>
                      <a:pt x="45" y="16"/>
                      <a:pt x="48" y="6"/>
                      <a:pt x="47" y="0"/>
                    </a:cubicBezTo>
                    <a:cubicBezTo>
                      <a:pt x="47" y="5"/>
                      <a:pt x="45" y="14"/>
                      <a:pt x="47" y="19"/>
                    </a:cubicBezTo>
                    <a:cubicBezTo>
                      <a:pt x="49" y="24"/>
                      <a:pt x="54" y="25"/>
                      <a:pt x="54" y="31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49" name="Freeform 966">
                <a:extLst>
                  <a:ext uri="{FF2B5EF4-FFF2-40B4-BE49-F238E27FC236}">
                    <a16:creationId xmlns:a16="http://schemas.microsoft.com/office/drawing/2014/main" id="{CF97F36A-698D-4930-8DB3-766BDD78A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124"/>
                <a:ext cx="59" cy="44"/>
              </a:xfrm>
              <a:custGeom>
                <a:avLst/>
                <a:gdLst>
                  <a:gd name="T0" fmla="*/ 1 w 81"/>
                  <a:gd name="T1" fmla="*/ 5 h 60"/>
                  <a:gd name="T2" fmla="*/ 11 w 81"/>
                  <a:gd name="T3" fmla="*/ 5 h 60"/>
                  <a:gd name="T4" fmla="*/ 18 w 81"/>
                  <a:gd name="T5" fmla="*/ 11 h 60"/>
                  <a:gd name="T6" fmla="*/ 31 w 81"/>
                  <a:gd name="T7" fmla="*/ 23 h 60"/>
                  <a:gd name="T8" fmla="*/ 18 w 81"/>
                  <a:gd name="T9" fmla="*/ 9 h 60"/>
                  <a:gd name="T10" fmla="*/ 0 w 81"/>
                  <a:gd name="T11" fmla="*/ 6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60">
                    <a:moveTo>
                      <a:pt x="1" y="14"/>
                    </a:moveTo>
                    <a:cubicBezTo>
                      <a:pt x="10" y="13"/>
                      <a:pt x="18" y="8"/>
                      <a:pt x="28" y="12"/>
                    </a:cubicBezTo>
                    <a:cubicBezTo>
                      <a:pt x="36" y="15"/>
                      <a:pt x="42" y="22"/>
                      <a:pt x="47" y="29"/>
                    </a:cubicBezTo>
                    <a:cubicBezTo>
                      <a:pt x="56" y="41"/>
                      <a:pt x="63" y="60"/>
                      <a:pt x="81" y="59"/>
                    </a:cubicBezTo>
                    <a:cubicBezTo>
                      <a:pt x="60" y="55"/>
                      <a:pt x="60" y="35"/>
                      <a:pt x="47" y="22"/>
                    </a:cubicBezTo>
                    <a:cubicBezTo>
                      <a:pt x="37" y="10"/>
                      <a:pt x="11" y="0"/>
                      <a:pt x="0" y="15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50" name="Freeform 967">
                <a:extLst>
                  <a:ext uri="{FF2B5EF4-FFF2-40B4-BE49-F238E27FC236}">
                    <a16:creationId xmlns:a16="http://schemas.microsoft.com/office/drawing/2014/main" id="{28E15105-E2F4-4F8D-9E84-5D5984DB6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1097"/>
                <a:ext cx="76" cy="26"/>
              </a:xfrm>
              <a:custGeom>
                <a:avLst/>
                <a:gdLst>
                  <a:gd name="T0" fmla="*/ 0 w 103"/>
                  <a:gd name="T1" fmla="*/ 12 h 35"/>
                  <a:gd name="T2" fmla="*/ 19 w 103"/>
                  <a:gd name="T3" fmla="*/ 7 h 35"/>
                  <a:gd name="T4" fmla="*/ 30 w 103"/>
                  <a:gd name="T5" fmla="*/ 5 h 35"/>
                  <a:gd name="T6" fmla="*/ 41 w 103"/>
                  <a:gd name="T7" fmla="*/ 0 h 35"/>
                  <a:gd name="T8" fmla="*/ 24 w 103"/>
                  <a:gd name="T9" fmla="*/ 7 h 35"/>
                  <a:gd name="T10" fmla="*/ 15 w 103"/>
                  <a:gd name="T11" fmla="*/ 10 h 35"/>
                  <a:gd name="T12" fmla="*/ 5 w 103"/>
                  <a:gd name="T13" fmla="*/ 12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35">
                    <a:moveTo>
                      <a:pt x="0" y="30"/>
                    </a:moveTo>
                    <a:cubicBezTo>
                      <a:pt x="16" y="35"/>
                      <a:pt x="34" y="22"/>
                      <a:pt x="47" y="17"/>
                    </a:cubicBezTo>
                    <a:cubicBezTo>
                      <a:pt x="55" y="13"/>
                      <a:pt x="65" y="16"/>
                      <a:pt x="74" y="14"/>
                    </a:cubicBezTo>
                    <a:cubicBezTo>
                      <a:pt x="84" y="12"/>
                      <a:pt x="97" y="9"/>
                      <a:pt x="103" y="0"/>
                    </a:cubicBezTo>
                    <a:cubicBezTo>
                      <a:pt x="90" y="14"/>
                      <a:pt x="76" y="18"/>
                      <a:pt x="58" y="19"/>
                    </a:cubicBezTo>
                    <a:cubicBezTo>
                      <a:pt x="49" y="19"/>
                      <a:pt x="45" y="23"/>
                      <a:pt x="37" y="26"/>
                    </a:cubicBezTo>
                    <a:cubicBezTo>
                      <a:pt x="30" y="29"/>
                      <a:pt x="21" y="28"/>
                      <a:pt x="13" y="29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51" name="Freeform 968">
                <a:extLst>
                  <a:ext uri="{FF2B5EF4-FFF2-40B4-BE49-F238E27FC236}">
                    <a16:creationId xmlns:a16="http://schemas.microsoft.com/office/drawing/2014/main" id="{51BEFBA1-9B81-4F3E-AFEA-E6E80E313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918"/>
                <a:ext cx="44" cy="32"/>
              </a:xfrm>
              <a:custGeom>
                <a:avLst/>
                <a:gdLst>
                  <a:gd name="T0" fmla="*/ 17 w 60"/>
                  <a:gd name="T1" fmla="*/ 0 h 44"/>
                  <a:gd name="T2" fmla="*/ 12 w 60"/>
                  <a:gd name="T3" fmla="*/ 9 h 44"/>
                  <a:gd name="T4" fmla="*/ 0 w 60"/>
                  <a:gd name="T5" fmla="*/ 12 h 44"/>
                  <a:gd name="T6" fmla="*/ 12 w 60"/>
                  <a:gd name="T7" fmla="*/ 11 h 44"/>
                  <a:gd name="T8" fmla="*/ 23 w 60"/>
                  <a:gd name="T9" fmla="*/ 17 h 44"/>
                  <a:gd name="T10" fmla="*/ 18 w 60"/>
                  <a:gd name="T11" fmla="*/ 11 h 44"/>
                  <a:gd name="T12" fmla="*/ 17 w 60"/>
                  <a:gd name="T13" fmla="*/ 4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4">
                    <a:moveTo>
                      <a:pt x="43" y="0"/>
                    </a:moveTo>
                    <a:cubicBezTo>
                      <a:pt x="47" y="8"/>
                      <a:pt x="39" y="22"/>
                      <a:pt x="31" y="25"/>
                    </a:cubicBezTo>
                    <a:cubicBezTo>
                      <a:pt x="21" y="29"/>
                      <a:pt x="8" y="24"/>
                      <a:pt x="0" y="32"/>
                    </a:cubicBezTo>
                    <a:cubicBezTo>
                      <a:pt x="10" y="33"/>
                      <a:pt x="21" y="29"/>
                      <a:pt x="31" y="28"/>
                    </a:cubicBezTo>
                    <a:cubicBezTo>
                      <a:pt x="46" y="27"/>
                      <a:pt x="47" y="40"/>
                      <a:pt x="60" y="44"/>
                    </a:cubicBezTo>
                    <a:cubicBezTo>
                      <a:pt x="57" y="37"/>
                      <a:pt x="49" y="35"/>
                      <a:pt x="45" y="29"/>
                    </a:cubicBezTo>
                    <a:cubicBezTo>
                      <a:pt x="40" y="21"/>
                      <a:pt x="46" y="17"/>
                      <a:pt x="44" y="9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52" name="Freeform 969">
                <a:extLst>
                  <a:ext uri="{FF2B5EF4-FFF2-40B4-BE49-F238E27FC236}">
                    <a16:creationId xmlns:a16="http://schemas.microsoft.com/office/drawing/2014/main" id="{71D09743-3F4A-4C74-AC6E-BB627F0D7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864"/>
                <a:ext cx="39" cy="86"/>
              </a:xfrm>
              <a:custGeom>
                <a:avLst/>
                <a:gdLst>
                  <a:gd name="T0" fmla="*/ 0 w 53"/>
                  <a:gd name="T1" fmla="*/ 0 h 118"/>
                  <a:gd name="T2" fmla="*/ 8 w 53"/>
                  <a:gd name="T3" fmla="*/ 9 h 118"/>
                  <a:gd name="T4" fmla="*/ 14 w 53"/>
                  <a:gd name="T5" fmla="*/ 22 h 118"/>
                  <a:gd name="T6" fmla="*/ 16 w 53"/>
                  <a:gd name="T7" fmla="*/ 35 h 118"/>
                  <a:gd name="T8" fmla="*/ 10 w 53"/>
                  <a:gd name="T9" fmla="*/ 46 h 118"/>
                  <a:gd name="T10" fmla="*/ 13 w 53"/>
                  <a:gd name="T11" fmla="*/ 20 h 118"/>
                  <a:gd name="T12" fmla="*/ 10 w 53"/>
                  <a:gd name="T13" fmla="*/ 9 h 118"/>
                  <a:gd name="T14" fmla="*/ 1 w 53"/>
                  <a:gd name="T15" fmla="*/ 2 h 1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118">
                    <a:moveTo>
                      <a:pt x="0" y="0"/>
                    </a:moveTo>
                    <a:cubicBezTo>
                      <a:pt x="3" y="11"/>
                      <a:pt x="12" y="16"/>
                      <a:pt x="20" y="24"/>
                    </a:cubicBezTo>
                    <a:cubicBezTo>
                      <a:pt x="28" y="33"/>
                      <a:pt x="32" y="44"/>
                      <a:pt x="35" y="56"/>
                    </a:cubicBezTo>
                    <a:cubicBezTo>
                      <a:pt x="38" y="66"/>
                      <a:pt x="41" y="79"/>
                      <a:pt x="41" y="90"/>
                    </a:cubicBezTo>
                    <a:cubicBezTo>
                      <a:pt x="41" y="102"/>
                      <a:pt x="32" y="108"/>
                      <a:pt x="26" y="118"/>
                    </a:cubicBezTo>
                    <a:cubicBezTo>
                      <a:pt x="53" y="105"/>
                      <a:pt x="39" y="73"/>
                      <a:pt x="34" y="52"/>
                    </a:cubicBezTo>
                    <a:cubicBezTo>
                      <a:pt x="32" y="42"/>
                      <a:pt x="30" y="33"/>
                      <a:pt x="23" y="25"/>
                    </a:cubicBezTo>
                    <a:cubicBezTo>
                      <a:pt x="17" y="18"/>
                      <a:pt x="3" y="14"/>
                      <a:pt x="1" y="5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53" name="Freeform 970">
                <a:extLst>
                  <a:ext uri="{FF2B5EF4-FFF2-40B4-BE49-F238E27FC236}">
                    <a16:creationId xmlns:a16="http://schemas.microsoft.com/office/drawing/2014/main" id="{13E660E1-37AD-4F1E-97A9-AAF95FCA0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053"/>
                <a:ext cx="42" cy="88"/>
              </a:xfrm>
              <a:custGeom>
                <a:avLst/>
                <a:gdLst>
                  <a:gd name="T0" fmla="*/ 5 w 57"/>
                  <a:gd name="T1" fmla="*/ 0 h 120"/>
                  <a:gd name="T2" fmla="*/ 8 w 57"/>
                  <a:gd name="T3" fmla="*/ 12 h 120"/>
                  <a:gd name="T4" fmla="*/ 1 w 57"/>
                  <a:gd name="T5" fmla="*/ 7 h 120"/>
                  <a:gd name="T6" fmla="*/ 7 w 57"/>
                  <a:gd name="T7" fmla="*/ 16 h 120"/>
                  <a:gd name="T8" fmla="*/ 10 w 57"/>
                  <a:gd name="T9" fmla="*/ 27 h 120"/>
                  <a:gd name="T10" fmla="*/ 0 w 57"/>
                  <a:gd name="T11" fmla="*/ 19 h 120"/>
                  <a:gd name="T12" fmla="*/ 11 w 57"/>
                  <a:gd name="T13" fmla="*/ 30 h 120"/>
                  <a:gd name="T14" fmla="*/ 23 w 57"/>
                  <a:gd name="T15" fmla="*/ 48 h 120"/>
                  <a:gd name="T16" fmla="*/ 12 w 57"/>
                  <a:gd name="T17" fmla="*/ 29 h 120"/>
                  <a:gd name="T18" fmla="*/ 10 w 57"/>
                  <a:gd name="T19" fmla="*/ 21 h 120"/>
                  <a:gd name="T20" fmla="*/ 7 w 57"/>
                  <a:gd name="T21" fmla="*/ 3 h 1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120">
                    <a:moveTo>
                      <a:pt x="13" y="0"/>
                    </a:moveTo>
                    <a:cubicBezTo>
                      <a:pt x="15" y="9"/>
                      <a:pt x="21" y="21"/>
                      <a:pt x="20" y="30"/>
                    </a:cubicBezTo>
                    <a:cubicBezTo>
                      <a:pt x="11" y="29"/>
                      <a:pt x="7" y="21"/>
                      <a:pt x="1" y="17"/>
                    </a:cubicBezTo>
                    <a:cubicBezTo>
                      <a:pt x="9" y="24"/>
                      <a:pt x="16" y="31"/>
                      <a:pt x="18" y="41"/>
                    </a:cubicBezTo>
                    <a:cubicBezTo>
                      <a:pt x="21" y="50"/>
                      <a:pt x="20" y="60"/>
                      <a:pt x="23" y="70"/>
                    </a:cubicBezTo>
                    <a:cubicBezTo>
                      <a:pt x="18" y="58"/>
                      <a:pt x="11" y="54"/>
                      <a:pt x="0" y="49"/>
                    </a:cubicBezTo>
                    <a:cubicBezTo>
                      <a:pt x="11" y="56"/>
                      <a:pt x="20" y="66"/>
                      <a:pt x="27" y="77"/>
                    </a:cubicBezTo>
                    <a:cubicBezTo>
                      <a:pt x="36" y="91"/>
                      <a:pt x="49" y="104"/>
                      <a:pt x="57" y="120"/>
                    </a:cubicBezTo>
                    <a:cubicBezTo>
                      <a:pt x="49" y="104"/>
                      <a:pt x="35" y="92"/>
                      <a:pt x="30" y="75"/>
                    </a:cubicBezTo>
                    <a:cubicBezTo>
                      <a:pt x="27" y="68"/>
                      <a:pt x="25" y="61"/>
                      <a:pt x="24" y="53"/>
                    </a:cubicBezTo>
                    <a:cubicBezTo>
                      <a:pt x="22" y="37"/>
                      <a:pt x="21" y="22"/>
                      <a:pt x="16" y="7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54" name="Freeform 971">
                <a:extLst>
                  <a:ext uri="{FF2B5EF4-FFF2-40B4-BE49-F238E27FC236}">
                    <a16:creationId xmlns:a16="http://schemas.microsoft.com/office/drawing/2014/main" id="{687B8853-141B-4C2E-B9D8-941998392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212"/>
                <a:ext cx="59" cy="86"/>
              </a:xfrm>
              <a:custGeom>
                <a:avLst/>
                <a:gdLst>
                  <a:gd name="T0" fmla="*/ 29 w 81"/>
                  <a:gd name="T1" fmla="*/ 0 h 116"/>
                  <a:gd name="T2" fmla="*/ 9 w 81"/>
                  <a:gd name="T3" fmla="*/ 12 h 116"/>
                  <a:gd name="T4" fmla="*/ 9 w 81"/>
                  <a:gd name="T5" fmla="*/ 25 h 116"/>
                  <a:gd name="T6" fmla="*/ 0 w 81"/>
                  <a:gd name="T7" fmla="*/ 36 h 116"/>
                  <a:gd name="T8" fmla="*/ 0 w 81"/>
                  <a:gd name="T9" fmla="*/ 47 h 116"/>
                  <a:gd name="T10" fmla="*/ 2 w 81"/>
                  <a:gd name="T11" fmla="*/ 35 h 116"/>
                  <a:gd name="T12" fmla="*/ 11 w 81"/>
                  <a:gd name="T13" fmla="*/ 14 h 116"/>
                  <a:gd name="T14" fmla="*/ 20 w 81"/>
                  <a:gd name="T15" fmla="*/ 11 h 116"/>
                  <a:gd name="T16" fmla="*/ 29 w 81"/>
                  <a:gd name="T17" fmla="*/ 1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116">
                    <a:moveTo>
                      <a:pt x="75" y="0"/>
                    </a:moveTo>
                    <a:cubicBezTo>
                      <a:pt x="81" y="6"/>
                      <a:pt x="35" y="31"/>
                      <a:pt x="24" y="30"/>
                    </a:cubicBezTo>
                    <a:cubicBezTo>
                      <a:pt x="29" y="43"/>
                      <a:pt x="33" y="49"/>
                      <a:pt x="24" y="62"/>
                    </a:cubicBezTo>
                    <a:cubicBezTo>
                      <a:pt x="17" y="72"/>
                      <a:pt x="9" y="79"/>
                      <a:pt x="0" y="87"/>
                    </a:cubicBezTo>
                    <a:cubicBezTo>
                      <a:pt x="7" y="96"/>
                      <a:pt x="5" y="107"/>
                      <a:pt x="0" y="116"/>
                    </a:cubicBezTo>
                    <a:cubicBezTo>
                      <a:pt x="9" y="104"/>
                      <a:pt x="7" y="99"/>
                      <a:pt x="6" y="86"/>
                    </a:cubicBezTo>
                    <a:cubicBezTo>
                      <a:pt x="20" y="83"/>
                      <a:pt x="36" y="49"/>
                      <a:pt x="29" y="35"/>
                    </a:cubicBezTo>
                    <a:cubicBezTo>
                      <a:pt x="37" y="31"/>
                      <a:pt x="46" y="32"/>
                      <a:pt x="54" y="27"/>
                    </a:cubicBezTo>
                    <a:cubicBezTo>
                      <a:pt x="63" y="22"/>
                      <a:pt x="68" y="11"/>
                      <a:pt x="75" y="4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55" name="Freeform 972">
                <a:extLst>
                  <a:ext uri="{FF2B5EF4-FFF2-40B4-BE49-F238E27FC236}">
                    <a16:creationId xmlns:a16="http://schemas.microsoft.com/office/drawing/2014/main" id="{8499DC36-870F-440D-BC5C-C48404C58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251"/>
                <a:ext cx="102" cy="21"/>
              </a:xfrm>
              <a:custGeom>
                <a:avLst/>
                <a:gdLst>
                  <a:gd name="T0" fmla="*/ 55 w 138"/>
                  <a:gd name="T1" fmla="*/ 6 h 29"/>
                  <a:gd name="T2" fmla="*/ 35 w 138"/>
                  <a:gd name="T3" fmla="*/ 7 h 29"/>
                  <a:gd name="T4" fmla="*/ 22 w 138"/>
                  <a:gd name="T5" fmla="*/ 3 h 29"/>
                  <a:gd name="T6" fmla="*/ 0 w 138"/>
                  <a:gd name="T7" fmla="*/ 3 h 29"/>
                  <a:gd name="T8" fmla="*/ 13 w 138"/>
                  <a:gd name="T9" fmla="*/ 2 h 29"/>
                  <a:gd name="T10" fmla="*/ 24 w 138"/>
                  <a:gd name="T11" fmla="*/ 4 h 29"/>
                  <a:gd name="T12" fmla="*/ 47 w 138"/>
                  <a:gd name="T13" fmla="*/ 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29">
                    <a:moveTo>
                      <a:pt x="138" y="15"/>
                    </a:moveTo>
                    <a:cubicBezTo>
                      <a:pt x="124" y="21"/>
                      <a:pt x="103" y="21"/>
                      <a:pt x="88" y="20"/>
                    </a:cubicBezTo>
                    <a:cubicBezTo>
                      <a:pt x="76" y="19"/>
                      <a:pt x="65" y="13"/>
                      <a:pt x="55" y="8"/>
                    </a:cubicBezTo>
                    <a:cubicBezTo>
                      <a:pt x="39" y="1"/>
                      <a:pt x="16" y="0"/>
                      <a:pt x="0" y="7"/>
                    </a:cubicBezTo>
                    <a:cubicBezTo>
                      <a:pt x="11" y="8"/>
                      <a:pt x="21" y="6"/>
                      <a:pt x="32" y="6"/>
                    </a:cubicBezTo>
                    <a:cubicBezTo>
                      <a:pt x="41" y="7"/>
                      <a:pt x="50" y="9"/>
                      <a:pt x="60" y="11"/>
                    </a:cubicBezTo>
                    <a:cubicBezTo>
                      <a:pt x="76" y="15"/>
                      <a:pt x="100" y="29"/>
                      <a:pt x="117" y="21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56" name="Freeform 973">
                <a:extLst>
                  <a:ext uri="{FF2B5EF4-FFF2-40B4-BE49-F238E27FC236}">
                    <a16:creationId xmlns:a16="http://schemas.microsoft.com/office/drawing/2014/main" id="{7976B85A-3D62-471D-970B-C37DDDAF4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" y="1114"/>
                <a:ext cx="48" cy="41"/>
              </a:xfrm>
              <a:custGeom>
                <a:avLst/>
                <a:gdLst>
                  <a:gd name="T0" fmla="*/ 2 w 66"/>
                  <a:gd name="T1" fmla="*/ 0 h 55"/>
                  <a:gd name="T2" fmla="*/ 2 w 66"/>
                  <a:gd name="T3" fmla="*/ 8 h 55"/>
                  <a:gd name="T4" fmla="*/ 1 w 66"/>
                  <a:gd name="T5" fmla="*/ 18 h 55"/>
                  <a:gd name="T6" fmla="*/ 9 w 66"/>
                  <a:gd name="T7" fmla="*/ 19 h 55"/>
                  <a:gd name="T8" fmla="*/ 15 w 66"/>
                  <a:gd name="T9" fmla="*/ 23 h 55"/>
                  <a:gd name="T10" fmla="*/ 25 w 66"/>
                  <a:gd name="T11" fmla="*/ 16 h 55"/>
                  <a:gd name="T12" fmla="*/ 15 w 66"/>
                  <a:gd name="T13" fmla="*/ 22 h 55"/>
                  <a:gd name="T14" fmla="*/ 9 w 66"/>
                  <a:gd name="T15" fmla="*/ 21 h 55"/>
                  <a:gd name="T16" fmla="*/ 3 w 66"/>
                  <a:gd name="T17" fmla="*/ 19 h 55"/>
                  <a:gd name="T18" fmla="*/ 2 w 66"/>
                  <a:gd name="T19" fmla="*/ 9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55">
                    <a:moveTo>
                      <a:pt x="5" y="0"/>
                    </a:moveTo>
                    <a:cubicBezTo>
                      <a:pt x="7" y="6"/>
                      <a:pt x="6" y="13"/>
                      <a:pt x="6" y="20"/>
                    </a:cubicBezTo>
                    <a:cubicBezTo>
                      <a:pt x="5" y="25"/>
                      <a:pt x="1" y="38"/>
                      <a:pt x="4" y="43"/>
                    </a:cubicBezTo>
                    <a:cubicBezTo>
                      <a:pt x="7" y="50"/>
                      <a:pt x="16" y="43"/>
                      <a:pt x="23" y="45"/>
                    </a:cubicBezTo>
                    <a:cubicBezTo>
                      <a:pt x="29" y="47"/>
                      <a:pt x="34" y="55"/>
                      <a:pt x="40" y="55"/>
                    </a:cubicBezTo>
                    <a:cubicBezTo>
                      <a:pt x="49" y="55"/>
                      <a:pt x="59" y="43"/>
                      <a:pt x="66" y="38"/>
                    </a:cubicBezTo>
                    <a:cubicBezTo>
                      <a:pt x="58" y="44"/>
                      <a:pt x="50" y="50"/>
                      <a:pt x="40" y="52"/>
                    </a:cubicBezTo>
                    <a:cubicBezTo>
                      <a:pt x="32" y="53"/>
                      <a:pt x="30" y="50"/>
                      <a:pt x="23" y="49"/>
                    </a:cubicBezTo>
                    <a:cubicBezTo>
                      <a:pt x="17" y="48"/>
                      <a:pt x="13" y="51"/>
                      <a:pt x="8" y="47"/>
                    </a:cubicBezTo>
                    <a:cubicBezTo>
                      <a:pt x="0" y="41"/>
                      <a:pt x="5" y="32"/>
                      <a:pt x="5" y="22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57" name="Freeform 974">
                <a:extLst>
                  <a:ext uri="{FF2B5EF4-FFF2-40B4-BE49-F238E27FC236}">
                    <a16:creationId xmlns:a16="http://schemas.microsoft.com/office/drawing/2014/main" id="{3260E723-A426-4FB7-A48E-A56E18C0B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" y="1041"/>
                <a:ext cx="126" cy="114"/>
              </a:xfrm>
              <a:custGeom>
                <a:avLst/>
                <a:gdLst>
                  <a:gd name="T0" fmla="*/ 0 w 172"/>
                  <a:gd name="T1" fmla="*/ 50 h 155"/>
                  <a:gd name="T2" fmla="*/ 18 w 172"/>
                  <a:gd name="T3" fmla="*/ 41 h 155"/>
                  <a:gd name="T4" fmla="*/ 23 w 172"/>
                  <a:gd name="T5" fmla="*/ 32 h 155"/>
                  <a:gd name="T6" fmla="*/ 31 w 172"/>
                  <a:gd name="T7" fmla="*/ 27 h 155"/>
                  <a:gd name="T8" fmla="*/ 39 w 172"/>
                  <a:gd name="T9" fmla="*/ 18 h 155"/>
                  <a:gd name="T10" fmla="*/ 48 w 172"/>
                  <a:gd name="T11" fmla="*/ 14 h 155"/>
                  <a:gd name="T12" fmla="*/ 67 w 172"/>
                  <a:gd name="T13" fmla="*/ 5 h 155"/>
                  <a:gd name="T14" fmla="*/ 50 w 172"/>
                  <a:gd name="T15" fmla="*/ 13 h 155"/>
                  <a:gd name="T16" fmla="*/ 53 w 172"/>
                  <a:gd name="T17" fmla="*/ 28 h 155"/>
                  <a:gd name="T18" fmla="*/ 49 w 172"/>
                  <a:gd name="T19" fmla="*/ 15 h 155"/>
                  <a:gd name="T20" fmla="*/ 32 w 172"/>
                  <a:gd name="T21" fmla="*/ 29 h 155"/>
                  <a:gd name="T22" fmla="*/ 23 w 172"/>
                  <a:gd name="T23" fmla="*/ 34 h 155"/>
                  <a:gd name="T24" fmla="*/ 21 w 172"/>
                  <a:gd name="T25" fmla="*/ 52 h 155"/>
                  <a:gd name="T26" fmla="*/ 18 w 172"/>
                  <a:gd name="T27" fmla="*/ 46 h 155"/>
                  <a:gd name="T28" fmla="*/ 12 w 172"/>
                  <a:gd name="T29" fmla="*/ 62 h 155"/>
                  <a:gd name="T30" fmla="*/ 5 w 172"/>
                  <a:gd name="T31" fmla="*/ 54 h 1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2" h="155">
                    <a:moveTo>
                      <a:pt x="0" y="127"/>
                    </a:moveTo>
                    <a:cubicBezTo>
                      <a:pt x="19" y="127"/>
                      <a:pt x="36" y="119"/>
                      <a:pt x="46" y="104"/>
                    </a:cubicBezTo>
                    <a:cubicBezTo>
                      <a:pt x="50" y="96"/>
                      <a:pt x="53" y="87"/>
                      <a:pt x="59" y="80"/>
                    </a:cubicBezTo>
                    <a:cubicBezTo>
                      <a:pt x="65" y="73"/>
                      <a:pt x="72" y="72"/>
                      <a:pt x="79" y="68"/>
                    </a:cubicBezTo>
                    <a:cubicBezTo>
                      <a:pt x="89" y="64"/>
                      <a:pt x="92" y="52"/>
                      <a:pt x="99" y="44"/>
                    </a:cubicBezTo>
                    <a:cubicBezTo>
                      <a:pt x="105" y="37"/>
                      <a:pt x="113" y="38"/>
                      <a:pt x="122" y="35"/>
                    </a:cubicBezTo>
                    <a:cubicBezTo>
                      <a:pt x="135" y="31"/>
                      <a:pt x="155" y="0"/>
                      <a:pt x="172" y="12"/>
                    </a:cubicBezTo>
                    <a:cubicBezTo>
                      <a:pt x="157" y="17"/>
                      <a:pt x="134" y="15"/>
                      <a:pt x="127" y="34"/>
                    </a:cubicBezTo>
                    <a:cubicBezTo>
                      <a:pt x="123" y="47"/>
                      <a:pt x="126" y="59"/>
                      <a:pt x="135" y="69"/>
                    </a:cubicBezTo>
                    <a:cubicBezTo>
                      <a:pt x="133" y="58"/>
                      <a:pt x="125" y="50"/>
                      <a:pt x="125" y="38"/>
                    </a:cubicBezTo>
                    <a:cubicBezTo>
                      <a:pt x="108" y="41"/>
                      <a:pt x="95" y="63"/>
                      <a:pt x="80" y="72"/>
                    </a:cubicBezTo>
                    <a:cubicBezTo>
                      <a:pt x="74" y="75"/>
                      <a:pt x="64" y="80"/>
                      <a:pt x="58" y="86"/>
                    </a:cubicBezTo>
                    <a:cubicBezTo>
                      <a:pt x="49" y="96"/>
                      <a:pt x="50" y="120"/>
                      <a:pt x="54" y="132"/>
                    </a:cubicBezTo>
                    <a:cubicBezTo>
                      <a:pt x="52" y="127"/>
                      <a:pt x="48" y="122"/>
                      <a:pt x="46" y="116"/>
                    </a:cubicBezTo>
                    <a:cubicBezTo>
                      <a:pt x="37" y="130"/>
                      <a:pt x="26" y="136"/>
                      <a:pt x="32" y="155"/>
                    </a:cubicBezTo>
                    <a:cubicBezTo>
                      <a:pt x="28" y="148"/>
                      <a:pt x="27" y="121"/>
                      <a:pt x="13" y="134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58" name="Freeform 975">
                <a:extLst>
                  <a:ext uri="{FF2B5EF4-FFF2-40B4-BE49-F238E27FC236}">
                    <a16:creationId xmlns:a16="http://schemas.microsoft.com/office/drawing/2014/main" id="{7461B82C-253E-48B2-8735-D5CEBF443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718"/>
                <a:ext cx="46" cy="54"/>
              </a:xfrm>
              <a:custGeom>
                <a:avLst/>
                <a:gdLst>
                  <a:gd name="T0" fmla="*/ 25 w 63"/>
                  <a:gd name="T1" fmla="*/ 0 h 73"/>
                  <a:gd name="T2" fmla="*/ 8 w 63"/>
                  <a:gd name="T3" fmla="*/ 16 h 73"/>
                  <a:gd name="T4" fmla="*/ 0 w 63"/>
                  <a:gd name="T5" fmla="*/ 27 h 73"/>
                  <a:gd name="T6" fmla="*/ 4 w 63"/>
                  <a:gd name="T7" fmla="*/ 30 h 73"/>
                  <a:gd name="T8" fmla="*/ 9 w 63"/>
                  <a:gd name="T9" fmla="*/ 16 h 73"/>
                  <a:gd name="T10" fmla="*/ 17 w 63"/>
                  <a:gd name="T11" fmla="*/ 11 h 73"/>
                  <a:gd name="T12" fmla="*/ 25 w 63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73">
                    <a:moveTo>
                      <a:pt x="63" y="0"/>
                    </a:moveTo>
                    <a:cubicBezTo>
                      <a:pt x="55" y="19"/>
                      <a:pt x="32" y="23"/>
                      <a:pt x="20" y="38"/>
                    </a:cubicBezTo>
                    <a:cubicBezTo>
                      <a:pt x="13" y="46"/>
                      <a:pt x="14" y="63"/>
                      <a:pt x="0" y="65"/>
                    </a:cubicBezTo>
                    <a:cubicBezTo>
                      <a:pt x="3" y="68"/>
                      <a:pt x="8" y="72"/>
                      <a:pt x="11" y="73"/>
                    </a:cubicBezTo>
                    <a:cubicBezTo>
                      <a:pt x="12" y="60"/>
                      <a:pt x="14" y="47"/>
                      <a:pt x="25" y="39"/>
                    </a:cubicBezTo>
                    <a:cubicBezTo>
                      <a:pt x="30" y="34"/>
                      <a:pt x="37" y="31"/>
                      <a:pt x="42" y="27"/>
                    </a:cubicBezTo>
                    <a:cubicBezTo>
                      <a:pt x="51" y="20"/>
                      <a:pt x="58" y="11"/>
                      <a:pt x="63" y="0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59" name="Freeform 976">
                <a:extLst>
                  <a:ext uri="{FF2B5EF4-FFF2-40B4-BE49-F238E27FC236}">
                    <a16:creationId xmlns:a16="http://schemas.microsoft.com/office/drawing/2014/main" id="{B378A91D-FCD1-4A9A-819F-65E783D62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962"/>
                <a:ext cx="68" cy="41"/>
              </a:xfrm>
              <a:custGeom>
                <a:avLst/>
                <a:gdLst>
                  <a:gd name="T0" fmla="*/ 37 w 93"/>
                  <a:gd name="T1" fmla="*/ 7 h 56"/>
                  <a:gd name="T2" fmla="*/ 21 w 93"/>
                  <a:gd name="T3" fmla="*/ 22 h 56"/>
                  <a:gd name="T4" fmla="*/ 14 w 93"/>
                  <a:gd name="T5" fmla="*/ 10 h 56"/>
                  <a:gd name="T6" fmla="*/ 9 w 93"/>
                  <a:gd name="T7" fmla="*/ 4 h 56"/>
                  <a:gd name="T8" fmla="*/ 0 w 93"/>
                  <a:gd name="T9" fmla="*/ 0 h 56"/>
                  <a:gd name="T10" fmla="*/ 9 w 93"/>
                  <a:gd name="T11" fmla="*/ 3 h 56"/>
                  <a:gd name="T12" fmla="*/ 15 w 93"/>
                  <a:gd name="T13" fmla="*/ 10 h 56"/>
                  <a:gd name="T14" fmla="*/ 34 w 93"/>
                  <a:gd name="T15" fmla="*/ 7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56">
                    <a:moveTo>
                      <a:pt x="93" y="16"/>
                    </a:moveTo>
                    <a:cubicBezTo>
                      <a:pt x="74" y="18"/>
                      <a:pt x="53" y="35"/>
                      <a:pt x="54" y="56"/>
                    </a:cubicBezTo>
                    <a:cubicBezTo>
                      <a:pt x="58" y="32"/>
                      <a:pt x="50" y="38"/>
                      <a:pt x="35" y="25"/>
                    </a:cubicBezTo>
                    <a:cubicBezTo>
                      <a:pt x="29" y="20"/>
                      <a:pt x="28" y="13"/>
                      <a:pt x="22" y="9"/>
                    </a:cubicBezTo>
                    <a:cubicBezTo>
                      <a:pt x="16" y="4"/>
                      <a:pt x="7" y="5"/>
                      <a:pt x="0" y="0"/>
                    </a:cubicBezTo>
                    <a:cubicBezTo>
                      <a:pt x="7" y="3"/>
                      <a:pt x="16" y="4"/>
                      <a:pt x="23" y="8"/>
                    </a:cubicBezTo>
                    <a:cubicBezTo>
                      <a:pt x="29" y="12"/>
                      <a:pt x="32" y="21"/>
                      <a:pt x="38" y="26"/>
                    </a:cubicBezTo>
                    <a:cubicBezTo>
                      <a:pt x="53" y="35"/>
                      <a:pt x="75" y="24"/>
                      <a:pt x="87" y="17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60" name="Freeform 977">
                <a:extLst>
                  <a:ext uri="{FF2B5EF4-FFF2-40B4-BE49-F238E27FC236}">
                    <a16:creationId xmlns:a16="http://schemas.microsoft.com/office/drawing/2014/main" id="{3CC865AA-9D90-44AE-A863-612AC397B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759"/>
                <a:ext cx="45" cy="37"/>
              </a:xfrm>
              <a:custGeom>
                <a:avLst/>
                <a:gdLst>
                  <a:gd name="T0" fmla="*/ 18 w 61"/>
                  <a:gd name="T1" fmla="*/ 0 h 51"/>
                  <a:gd name="T2" fmla="*/ 13 w 61"/>
                  <a:gd name="T3" fmla="*/ 11 h 51"/>
                  <a:gd name="T4" fmla="*/ 0 w 61"/>
                  <a:gd name="T5" fmla="*/ 4 h 51"/>
                  <a:gd name="T6" fmla="*/ 24 w 61"/>
                  <a:gd name="T7" fmla="*/ 20 h 51"/>
                  <a:gd name="T8" fmla="*/ 18 w 61"/>
                  <a:gd name="T9" fmla="*/ 3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1">
                    <a:moveTo>
                      <a:pt x="45" y="0"/>
                    </a:moveTo>
                    <a:cubicBezTo>
                      <a:pt x="43" y="10"/>
                      <a:pt x="37" y="20"/>
                      <a:pt x="34" y="29"/>
                    </a:cubicBezTo>
                    <a:cubicBezTo>
                      <a:pt x="22" y="23"/>
                      <a:pt x="13" y="14"/>
                      <a:pt x="0" y="11"/>
                    </a:cubicBezTo>
                    <a:cubicBezTo>
                      <a:pt x="18" y="27"/>
                      <a:pt x="38" y="43"/>
                      <a:pt x="61" y="51"/>
                    </a:cubicBezTo>
                    <a:cubicBezTo>
                      <a:pt x="42" y="38"/>
                      <a:pt x="36" y="28"/>
                      <a:pt x="45" y="8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61" name="Freeform 978">
                <a:extLst>
                  <a:ext uri="{FF2B5EF4-FFF2-40B4-BE49-F238E27FC236}">
                    <a16:creationId xmlns:a16="http://schemas.microsoft.com/office/drawing/2014/main" id="{329E19F6-2162-4EC5-AF42-C3C8E0BA5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990"/>
                <a:ext cx="18" cy="58"/>
              </a:xfrm>
              <a:custGeom>
                <a:avLst/>
                <a:gdLst>
                  <a:gd name="T0" fmla="*/ 2 w 24"/>
                  <a:gd name="T1" fmla="*/ 0 h 79"/>
                  <a:gd name="T2" fmla="*/ 5 w 24"/>
                  <a:gd name="T3" fmla="*/ 32 h 79"/>
                  <a:gd name="T4" fmla="*/ 3 w 24"/>
                  <a:gd name="T5" fmla="*/ 11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79">
                    <a:moveTo>
                      <a:pt x="5" y="0"/>
                    </a:moveTo>
                    <a:cubicBezTo>
                      <a:pt x="0" y="13"/>
                      <a:pt x="0" y="70"/>
                      <a:pt x="12" y="79"/>
                    </a:cubicBezTo>
                    <a:cubicBezTo>
                      <a:pt x="24" y="71"/>
                      <a:pt x="8" y="40"/>
                      <a:pt x="7" y="28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62" name="Freeform 979">
                <a:extLst>
                  <a:ext uri="{FF2B5EF4-FFF2-40B4-BE49-F238E27FC236}">
                    <a16:creationId xmlns:a16="http://schemas.microsoft.com/office/drawing/2014/main" id="{D26EF6F9-746E-48C8-8E59-032AF6F8D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070"/>
                <a:ext cx="24" cy="29"/>
              </a:xfrm>
              <a:custGeom>
                <a:avLst/>
                <a:gdLst>
                  <a:gd name="T0" fmla="*/ 12 w 33"/>
                  <a:gd name="T1" fmla="*/ 14 h 40"/>
                  <a:gd name="T2" fmla="*/ 0 w 33"/>
                  <a:gd name="T3" fmla="*/ 0 h 40"/>
                  <a:gd name="T4" fmla="*/ 12 w 33"/>
                  <a:gd name="T5" fmla="*/ 1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0">
                    <a:moveTo>
                      <a:pt x="33" y="36"/>
                    </a:moveTo>
                    <a:cubicBezTo>
                      <a:pt x="14" y="40"/>
                      <a:pt x="14" y="8"/>
                      <a:pt x="0" y="0"/>
                    </a:cubicBezTo>
                    <a:cubicBezTo>
                      <a:pt x="8" y="12"/>
                      <a:pt x="24" y="24"/>
                      <a:pt x="30" y="38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63" name="Freeform 980">
                <a:extLst>
                  <a:ext uri="{FF2B5EF4-FFF2-40B4-BE49-F238E27FC236}">
                    <a16:creationId xmlns:a16="http://schemas.microsoft.com/office/drawing/2014/main" id="{0ACDD878-EFF4-4BD8-970C-8EB1DD8AF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988"/>
                <a:ext cx="19" cy="22"/>
              </a:xfrm>
              <a:custGeom>
                <a:avLst/>
                <a:gdLst>
                  <a:gd name="T0" fmla="*/ 11 w 25"/>
                  <a:gd name="T1" fmla="*/ 1 h 30"/>
                  <a:gd name="T2" fmla="*/ 1 w 25"/>
                  <a:gd name="T3" fmla="*/ 12 h 30"/>
                  <a:gd name="T4" fmla="*/ 2 w 25"/>
                  <a:gd name="T5" fmla="*/ 2 h 30"/>
                  <a:gd name="T6" fmla="*/ 1 w 25"/>
                  <a:gd name="T7" fmla="*/ 2 h 30"/>
                  <a:gd name="T8" fmla="*/ 1 w 25"/>
                  <a:gd name="T9" fmla="*/ 2 h 30"/>
                  <a:gd name="T10" fmla="*/ 8 w 25"/>
                  <a:gd name="T11" fmla="*/ 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5" y="1"/>
                    </a:moveTo>
                    <a:cubicBezTo>
                      <a:pt x="7" y="0"/>
                      <a:pt x="7" y="19"/>
                      <a:pt x="1" y="30"/>
                    </a:cubicBezTo>
                    <a:cubicBezTo>
                      <a:pt x="5" y="23"/>
                      <a:pt x="6" y="1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6" y="12"/>
                      <a:pt x="14" y="9"/>
                      <a:pt x="19" y="3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64" name="Freeform 981">
                <a:extLst>
                  <a:ext uri="{FF2B5EF4-FFF2-40B4-BE49-F238E27FC236}">
                    <a16:creationId xmlns:a16="http://schemas.microsoft.com/office/drawing/2014/main" id="{E5CFD453-4287-4C7A-8108-E9270B799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958"/>
                <a:ext cx="26" cy="33"/>
              </a:xfrm>
              <a:custGeom>
                <a:avLst/>
                <a:gdLst>
                  <a:gd name="T0" fmla="*/ 4 w 36"/>
                  <a:gd name="T1" fmla="*/ 0 h 45"/>
                  <a:gd name="T2" fmla="*/ 14 w 36"/>
                  <a:gd name="T3" fmla="*/ 5 h 45"/>
                  <a:gd name="T4" fmla="*/ 13 w 36"/>
                  <a:gd name="T5" fmla="*/ 18 h 45"/>
                  <a:gd name="T6" fmla="*/ 9 w 36"/>
                  <a:gd name="T7" fmla="*/ 11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5">
                    <a:moveTo>
                      <a:pt x="11" y="0"/>
                    </a:moveTo>
                    <a:cubicBezTo>
                      <a:pt x="0" y="21"/>
                      <a:pt x="33" y="41"/>
                      <a:pt x="36" y="12"/>
                    </a:cubicBezTo>
                    <a:cubicBezTo>
                      <a:pt x="31" y="23"/>
                      <a:pt x="22" y="39"/>
                      <a:pt x="35" y="45"/>
                    </a:cubicBezTo>
                    <a:cubicBezTo>
                      <a:pt x="35" y="38"/>
                      <a:pt x="28" y="28"/>
                      <a:pt x="23" y="28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65" name="Freeform 982">
                <a:extLst>
                  <a:ext uri="{FF2B5EF4-FFF2-40B4-BE49-F238E27FC236}">
                    <a16:creationId xmlns:a16="http://schemas.microsoft.com/office/drawing/2014/main" id="{A0128F36-347D-47A9-8494-4D3A1083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882"/>
                <a:ext cx="31" cy="61"/>
              </a:xfrm>
              <a:custGeom>
                <a:avLst/>
                <a:gdLst>
                  <a:gd name="T0" fmla="*/ 17 w 42"/>
                  <a:gd name="T1" fmla="*/ 0 h 83"/>
                  <a:gd name="T2" fmla="*/ 10 w 42"/>
                  <a:gd name="T3" fmla="*/ 11 h 83"/>
                  <a:gd name="T4" fmla="*/ 9 w 42"/>
                  <a:gd name="T5" fmla="*/ 3 h 83"/>
                  <a:gd name="T6" fmla="*/ 9 w 42"/>
                  <a:gd name="T7" fmla="*/ 18 h 83"/>
                  <a:gd name="T8" fmla="*/ 0 w 42"/>
                  <a:gd name="T9" fmla="*/ 33 h 83"/>
                  <a:gd name="T10" fmla="*/ 17 w 42"/>
                  <a:gd name="T11" fmla="*/ 4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83">
                    <a:moveTo>
                      <a:pt x="42" y="0"/>
                    </a:moveTo>
                    <a:cubicBezTo>
                      <a:pt x="41" y="8"/>
                      <a:pt x="33" y="22"/>
                      <a:pt x="25" y="27"/>
                    </a:cubicBezTo>
                    <a:cubicBezTo>
                      <a:pt x="21" y="21"/>
                      <a:pt x="20" y="14"/>
                      <a:pt x="21" y="8"/>
                    </a:cubicBezTo>
                    <a:cubicBezTo>
                      <a:pt x="20" y="21"/>
                      <a:pt x="25" y="33"/>
                      <a:pt x="22" y="46"/>
                    </a:cubicBezTo>
                    <a:cubicBezTo>
                      <a:pt x="18" y="58"/>
                      <a:pt x="8" y="73"/>
                      <a:pt x="0" y="83"/>
                    </a:cubicBezTo>
                    <a:cubicBezTo>
                      <a:pt x="14" y="58"/>
                      <a:pt x="25" y="32"/>
                      <a:pt x="42" y="11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66" name="Freeform 983">
                <a:extLst>
                  <a:ext uri="{FF2B5EF4-FFF2-40B4-BE49-F238E27FC236}">
                    <a16:creationId xmlns:a16="http://schemas.microsoft.com/office/drawing/2014/main" id="{A8C5F2A4-79A4-4BFC-BB3B-51022261F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002"/>
                <a:ext cx="55" cy="66"/>
              </a:xfrm>
              <a:custGeom>
                <a:avLst/>
                <a:gdLst>
                  <a:gd name="T0" fmla="*/ 28 w 74"/>
                  <a:gd name="T1" fmla="*/ 19 h 89"/>
                  <a:gd name="T2" fmla="*/ 27 w 74"/>
                  <a:gd name="T3" fmla="*/ 0 h 89"/>
                  <a:gd name="T4" fmla="*/ 7 w 74"/>
                  <a:gd name="T5" fmla="*/ 7 h 89"/>
                  <a:gd name="T6" fmla="*/ 0 w 74"/>
                  <a:gd name="T7" fmla="*/ 36 h 89"/>
                  <a:gd name="T8" fmla="*/ 7 w 74"/>
                  <a:gd name="T9" fmla="*/ 20 h 89"/>
                  <a:gd name="T10" fmla="*/ 11 w 74"/>
                  <a:gd name="T11" fmla="*/ 9 h 89"/>
                  <a:gd name="T12" fmla="*/ 25 w 74"/>
                  <a:gd name="T13" fmla="*/ 1 h 89"/>
                  <a:gd name="T14" fmla="*/ 28 w 74"/>
                  <a:gd name="T15" fmla="*/ 22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9">
                    <a:moveTo>
                      <a:pt x="69" y="47"/>
                    </a:moveTo>
                    <a:cubicBezTo>
                      <a:pt x="74" y="33"/>
                      <a:pt x="69" y="14"/>
                      <a:pt x="65" y="0"/>
                    </a:cubicBezTo>
                    <a:cubicBezTo>
                      <a:pt x="54" y="1"/>
                      <a:pt x="25" y="10"/>
                      <a:pt x="18" y="19"/>
                    </a:cubicBezTo>
                    <a:cubicBezTo>
                      <a:pt x="7" y="34"/>
                      <a:pt x="5" y="71"/>
                      <a:pt x="0" y="89"/>
                    </a:cubicBezTo>
                    <a:cubicBezTo>
                      <a:pt x="5" y="76"/>
                      <a:pt x="13" y="63"/>
                      <a:pt x="18" y="49"/>
                    </a:cubicBezTo>
                    <a:cubicBezTo>
                      <a:pt x="20" y="41"/>
                      <a:pt x="22" y="28"/>
                      <a:pt x="27" y="21"/>
                    </a:cubicBezTo>
                    <a:cubicBezTo>
                      <a:pt x="33" y="13"/>
                      <a:pt x="53" y="6"/>
                      <a:pt x="62" y="1"/>
                    </a:cubicBezTo>
                    <a:cubicBezTo>
                      <a:pt x="74" y="11"/>
                      <a:pt x="72" y="38"/>
                      <a:pt x="67" y="52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67" name="Freeform 984">
                <a:extLst>
                  <a:ext uri="{FF2B5EF4-FFF2-40B4-BE49-F238E27FC236}">
                    <a16:creationId xmlns:a16="http://schemas.microsoft.com/office/drawing/2014/main" id="{282FF639-965F-4A1B-95D3-1244A364F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861"/>
                <a:ext cx="34" cy="31"/>
              </a:xfrm>
              <a:custGeom>
                <a:avLst/>
                <a:gdLst>
                  <a:gd name="T0" fmla="*/ 17 w 47"/>
                  <a:gd name="T1" fmla="*/ 1 h 42"/>
                  <a:gd name="T2" fmla="*/ 1 w 47"/>
                  <a:gd name="T3" fmla="*/ 17 h 42"/>
                  <a:gd name="T4" fmla="*/ 18 w 47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2">
                    <a:moveTo>
                      <a:pt x="45" y="2"/>
                    </a:moveTo>
                    <a:cubicBezTo>
                      <a:pt x="24" y="5"/>
                      <a:pt x="11" y="24"/>
                      <a:pt x="3" y="42"/>
                    </a:cubicBezTo>
                    <a:cubicBezTo>
                      <a:pt x="0" y="17"/>
                      <a:pt x="27" y="5"/>
                      <a:pt x="47" y="0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68" name="Freeform 985">
                <a:extLst>
                  <a:ext uri="{FF2B5EF4-FFF2-40B4-BE49-F238E27FC236}">
                    <a16:creationId xmlns:a16="http://schemas.microsoft.com/office/drawing/2014/main" id="{FD052853-EC2C-4266-92D4-F3C968962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821"/>
                <a:ext cx="30" cy="17"/>
              </a:xfrm>
              <a:custGeom>
                <a:avLst/>
                <a:gdLst>
                  <a:gd name="T0" fmla="*/ 16 w 41"/>
                  <a:gd name="T1" fmla="*/ 0 h 23"/>
                  <a:gd name="T2" fmla="*/ 10 w 41"/>
                  <a:gd name="T3" fmla="*/ 8 h 23"/>
                  <a:gd name="T4" fmla="*/ 0 w 41"/>
                  <a:gd name="T5" fmla="*/ 10 h 23"/>
                  <a:gd name="T6" fmla="*/ 15 w 41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3">
                    <a:moveTo>
                      <a:pt x="41" y="0"/>
                    </a:moveTo>
                    <a:cubicBezTo>
                      <a:pt x="30" y="0"/>
                      <a:pt x="27" y="10"/>
                      <a:pt x="25" y="20"/>
                    </a:cubicBezTo>
                    <a:cubicBezTo>
                      <a:pt x="21" y="18"/>
                      <a:pt x="7" y="13"/>
                      <a:pt x="0" y="23"/>
                    </a:cubicBezTo>
                    <a:cubicBezTo>
                      <a:pt x="13" y="16"/>
                      <a:pt x="30" y="10"/>
                      <a:pt x="40" y="0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69" name="Freeform 986">
                <a:extLst>
                  <a:ext uri="{FF2B5EF4-FFF2-40B4-BE49-F238E27FC236}">
                    <a16:creationId xmlns:a16="http://schemas.microsoft.com/office/drawing/2014/main" id="{56C08546-E18C-4E74-AD16-7C2111722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761"/>
                <a:ext cx="31" cy="19"/>
              </a:xfrm>
              <a:custGeom>
                <a:avLst/>
                <a:gdLst>
                  <a:gd name="T0" fmla="*/ 14 w 43"/>
                  <a:gd name="T1" fmla="*/ 1 h 26"/>
                  <a:gd name="T2" fmla="*/ 16 w 43"/>
                  <a:gd name="T3" fmla="*/ 0 h 26"/>
                  <a:gd name="T4" fmla="*/ 0 w 43"/>
                  <a:gd name="T5" fmla="*/ 8 h 26"/>
                  <a:gd name="T6" fmla="*/ 13 w 43"/>
                  <a:gd name="T7" fmla="*/ 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6">
                    <a:moveTo>
                      <a:pt x="36" y="2"/>
                    </a:moveTo>
                    <a:cubicBezTo>
                      <a:pt x="39" y="1"/>
                      <a:pt x="41" y="3"/>
                      <a:pt x="43" y="0"/>
                    </a:cubicBezTo>
                    <a:cubicBezTo>
                      <a:pt x="25" y="0"/>
                      <a:pt x="17" y="26"/>
                      <a:pt x="0" y="21"/>
                    </a:cubicBezTo>
                    <a:cubicBezTo>
                      <a:pt x="8" y="17"/>
                      <a:pt x="29" y="10"/>
                      <a:pt x="35" y="2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70" name="Freeform 987">
                <a:extLst>
                  <a:ext uri="{FF2B5EF4-FFF2-40B4-BE49-F238E27FC236}">
                    <a16:creationId xmlns:a16="http://schemas.microsoft.com/office/drawing/2014/main" id="{436E0776-EDFD-4DFA-B532-173252B25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858"/>
                <a:ext cx="13" cy="91"/>
              </a:xfrm>
              <a:custGeom>
                <a:avLst/>
                <a:gdLst>
                  <a:gd name="T0" fmla="*/ 4 w 18"/>
                  <a:gd name="T1" fmla="*/ 0 h 124"/>
                  <a:gd name="T2" fmla="*/ 1 w 18"/>
                  <a:gd name="T3" fmla="*/ 26 h 124"/>
                  <a:gd name="T4" fmla="*/ 0 w 18"/>
                  <a:gd name="T5" fmla="*/ 49 h 124"/>
                  <a:gd name="T6" fmla="*/ 4 w 18"/>
                  <a:gd name="T7" fmla="*/ 3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4">
                    <a:moveTo>
                      <a:pt x="9" y="0"/>
                    </a:moveTo>
                    <a:cubicBezTo>
                      <a:pt x="2" y="22"/>
                      <a:pt x="3" y="44"/>
                      <a:pt x="4" y="67"/>
                    </a:cubicBezTo>
                    <a:cubicBezTo>
                      <a:pt x="5" y="84"/>
                      <a:pt x="8" y="110"/>
                      <a:pt x="0" y="124"/>
                    </a:cubicBezTo>
                    <a:cubicBezTo>
                      <a:pt x="18" y="92"/>
                      <a:pt x="9" y="42"/>
                      <a:pt x="9" y="7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71" name="Freeform 988">
                <a:extLst>
                  <a:ext uri="{FF2B5EF4-FFF2-40B4-BE49-F238E27FC236}">
                    <a16:creationId xmlns:a16="http://schemas.microsoft.com/office/drawing/2014/main" id="{960D16F4-CA50-4E40-B31E-8104FED5E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869"/>
                <a:ext cx="446" cy="328"/>
              </a:xfrm>
              <a:custGeom>
                <a:avLst/>
                <a:gdLst>
                  <a:gd name="T0" fmla="*/ 241 w 606"/>
                  <a:gd name="T1" fmla="*/ 179 h 444"/>
                  <a:gd name="T2" fmla="*/ 233 w 606"/>
                  <a:gd name="T3" fmla="*/ 158 h 444"/>
                  <a:gd name="T4" fmla="*/ 203 w 606"/>
                  <a:gd name="T5" fmla="*/ 118 h 444"/>
                  <a:gd name="T6" fmla="*/ 180 w 606"/>
                  <a:gd name="T7" fmla="*/ 122 h 444"/>
                  <a:gd name="T8" fmla="*/ 153 w 606"/>
                  <a:gd name="T9" fmla="*/ 97 h 444"/>
                  <a:gd name="T10" fmla="*/ 141 w 606"/>
                  <a:gd name="T11" fmla="*/ 90 h 444"/>
                  <a:gd name="T12" fmla="*/ 107 w 606"/>
                  <a:gd name="T13" fmla="*/ 75 h 444"/>
                  <a:gd name="T14" fmla="*/ 85 w 606"/>
                  <a:gd name="T15" fmla="*/ 78 h 444"/>
                  <a:gd name="T16" fmla="*/ 61 w 606"/>
                  <a:gd name="T17" fmla="*/ 63 h 444"/>
                  <a:gd name="T18" fmla="*/ 42 w 606"/>
                  <a:gd name="T19" fmla="*/ 41 h 444"/>
                  <a:gd name="T20" fmla="*/ 36 w 606"/>
                  <a:gd name="T21" fmla="*/ 30 h 444"/>
                  <a:gd name="T22" fmla="*/ 0 w 606"/>
                  <a:gd name="T23" fmla="*/ 0 h 444"/>
                  <a:gd name="T24" fmla="*/ 30 w 606"/>
                  <a:gd name="T25" fmla="*/ 12 h 444"/>
                  <a:gd name="T26" fmla="*/ 42 w 606"/>
                  <a:gd name="T27" fmla="*/ 12 h 444"/>
                  <a:gd name="T28" fmla="*/ 43 w 606"/>
                  <a:gd name="T29" fmla="*/ 35 h 444"/>
                  <a:gd name="T30" fmla="*/ 60 w 606"/>
                  <a:gd name="T31" fmla="*/ 50 h 444"/>
                  <a:gd name="T32" fmla="*/ 63 w 606"/>
                  <a:gd name="T33" fmla="*/ 41 h 444"/>
                  <a:gd name="T34" fmla="*/ 63 w 606"/>
                  <a:gd name="T35" fmla="*/ 54 h 444"/>
                  <a:gd name="T36" fmla="*/ 84 w 606"/>
                  <a:gd name="T37" fmla="*/ 64 h 444"/>
                  <a:gd name="T38" fmla="*/ 90 w 606"/>
                  <a:gd name="T39" fmla="*/ 55 h 444"/>
                  <a:gd name="T40" fmla="*/ 96 w 606"/>
                  <a:gd name="T41" fmla="*/ 76 h 444"/>
                  <a:gd name="T42" fmla="*/ 114 w 606"/>
                  <a:gd name="T43" fmla="*/ 70 h 444"/>
                  <a:gd name="T44" fmla="*/ 121 w 606"/>
                  <a:gd name="T45" fmla="*/ 63 h 444"/>
                  <a:gd name="T46" fmla="*/ 124 w 606"/>
                  <a:gd name="T47" fmla="*/ 75 h 444"/>
                  <a:gd name="T48" fmla="*/ 174 w 606"/>
                  <a:gd name="T49" fmla="*/ 85 h 444"/>
                  <a:gd name="T50" fmla="*/ 193 w 606"/>
                  <a:gd name="T51" fmla="*/ 114 h 444"/>
                  <a:gd name="T52" fmla="*/ 230 w 606"/>
                  <a:gd name="T53" fmla="*/ 103 h 444"/>
                  <a:gd name="T54" fmla="*/ 240 w 606"/>
                  <a:gd name="T55" fmla="*/ 135 h 444"/>
                  <a:gd name="T56" fmla="*/ 235 w 606"/>
                  <a:gd name="T57" fmla="*/ 157 h 444"/>
                  <a:gd name="T58" fmla="*/ 241 w 606"/>
                  <a:gd name="T59" fmla="*/ 179 h 44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06" h="444">
                    <a:moveTo>
                      <a:pt x="604" y="444"/>
                    </a:moveTo>
                    <a:cubicBezTo>
                      <a:pt x="604" y="444"/>
                      <a:pt x="605" y="417"/>
                      <a:pt x="586" y="393"/>
                    </a:cubicBezTo>
                    <a:cubicBezTo>
                      <a:pt x="561" y="361"/>
                      <a:pt x="554" y="305"/>
                      <a:pt x="510" y="294"/>
                    </a:cubicBezTo>
                    <a:cubicBezTo>
                      <a:pt x="466" y="284"/>
                      <a:pt x="454" y="289"/>
                      <a:pt x="450" y="303"/>
                    </a:cubicBezTo>
                    <a:cubicBezTo>
                      <a:pt x="450" y="303"/>
                      <a:pt x="445" y="225"/>
                      <a:pt x="385" y="241"/>
                    </a:cubicBezTo>
                    <a:cubicBezTo>
                      <a:pt x="385" y="241"/>
                      <a:pt x="367" y="229"/>
                      <a:pt x="355" y="224"/>
                    </a:cubicBezTo>
                    <a:cubicBezTo>
                      <a:pt x="343" y="218"/>
                      <a:pt x="309" y="176"/>
                      <a:pt x="268" y="187"/>
                    </a:cubicBezTo>
                    <a:cubicBezTo>
                      <a:pt x="228" y="197"/>
                      <a:pt x="224" y="208"/>
                      <a:pt x="212" y="195"/>
                    </a:cubicBezTo>
                    <a:cubicBezTo>
                      <a:pt x="200" y="183"/>
                      <a:pt x="193" y="153"/>
                      <a:pt x="154" y="155"/>
                    </a:cubicBezTo>
                    <a:cubicBezTo>
                      <a:pt x="154" y="155"/>
                      <a:pt x="125" y="98"/>
                      <a:pt x="106" y="102"/>
                    </a:cubicBezTo>
                    <a:cubicBezTo>
                      <a:pt x="106" y="102"/>
                      <a:pt x="103" y="79"/>
                      <a:pt x="90" y="75"/>
                    </a:cubicBezTo>
                    <a:cubicBezTo>
                      <a:pt x="78" y="72"/>
                      <a:pt x="103" y="28"/>
                      <a:pt x="0" y="0"/>
                    </a:cubicBezTo>
                    <a:cubicBezTo>
                      <a:pt x="0" y="0"/>
                      <a:pt x="65" y="21"/>
                      <a:pt x="76" y="29"/>
                    </a:cubicBezTo>
                    <a:cubicBezTo>
                      <a:pt x="87" y="37"/>
                      <a:pt x="97" y="35"/>
                      <a:pt x="104" y="30"/>
                    </a:cubicBezTo>
                    <a:cubicBezTo>
                      <a:pt x="104" y="30"/>
                      <a:pt x="90" y="54"/>
                      <a:pt x="108" y="88"/>
                    </a:cubicBezTo>
                    <a:cubicBezTo>
                      <a:pt x="125" y="122"/>
                      <a:pt x="148" y="125"/>
                      <a:pt x="151" y="125"/>
                    </a:cubicBezTo>
                    <a:cubicBezTo>
                      <a:pt x="155" y="125"/>
                      <a:pt x="163" y="112"/>
                      <a:pt x="158" y="103"/>
                    </a:cubicBezTo>
                    <a:cubicBezTo>
                      <a:pt x="158" y="103"/>
                      <a:pt x="167" y="117"/>
                      <a:pt x="158" y="134"/>
                    </a:cubicBezTo>
                    <a:cubicBezTo>
                      <a:pt x="150" y="150"/>
                      <a:pt x="196" y="168"/>
                      <a:pt x="210" y="160"/>
                    </a:cubicBezTo>
                    <a:cubicBezTo>
                      <a:pt x="224" y="151"/>
                      <a:pt x="223" y="142"/>
                      <a:pt x="225" y="135"/>
                    </a:cubicBezTo>
                    <a:cubicBezTo>
                      <a:pt x="225" y="135"/>
                      <a:pt x="206" y="207"/>
                      <a:pt x="241" y="190"/>
                    </a:cubicBezTo>
                    <a:cubicBezTo>
                      <a:pt x="257" y="182"/>
                      <a:pt x="271" y="190"/>
                      <a:pt x="287" y="175"/>
                    </a:cubicBezTo>
                    <a:cubicBezTo>
                      <a:pt x="302" y="160"/>
                      <a:pt x="305" y="156"/>
                      <a:pt x="305" y="156"/>
                    </a:cubicBezTo>
                    <a:cubicBezTo>
                      <a:pt x="305" y="156"/>
                      <a:pt x="289" y="176"/>
                      <a:pt x="311" y="187"/>
                    </a:cubicBezTo>
                    <a:cubicBezTo>
                      <a:pt x="334" y="197"/>
                      <a:pt x="396" y="270"/>
                      <a:pt x="438" y="210"/>
                    </a:cubicBezTo>
                    <a:cubicBezTo>
                      <a:pt x="438" y="210"/>
                      <a:pt x="421" y="283"/>
                      <a:pt x="484" y="283"/>
                    </a:cubicBezTo>
                    <a:cubicBezTo>
                      <a:pt x="548" y="283"/>
                      <a:pt x="549" y="302"/>
                      <a:pt x="576" y="254"/>
                    </a:cubicBezTo>
                    <a:cubicBezTo>
                      <a:pt x="576" y="254"/>
                      <a:pt x="529" y="314"/>
                      <a:pt x="602" y="336"/>
                    </a:cubicBezTo>
                    <a:cubicBezTo>
                      <a:pt x="602" y="336"/>
                      <a:pt x="548" y="336"/>
                      <a:pt x="590" y="389"/>
                    </a:cubicBezTo>
                    <a:cubicBezTo>
                      <a:pt x="606" y="408"/>
                      <a:pt x="606" y="441"/>
                      <a:pt x="604" y="444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72" name="Freeform 989">
                <a:extLst>
                  <a:ext uri="{FF2B5EF4-FFF2-40B4-BE49-F238E27FC236}">
                    <a16:creationId xmlns:a16="http://schemas.microsoft.com/office/drawing/2014/main" id="{562C7403-12C1-47D6-B916-545EB83C7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1143"/>
                <a:ext cx="228" cy="95"/>
              </a:xfrm>
              <a:custGeom>
                <a:avLst/>
                <a:gdLst>
                  <a:gd name="T0" fmla="*/ 124 w 309"/>
                  <a:gd name="T1" fmla="*/ 13 h 129"/>
                  <a:gd name="T2" fmla="*/ 103 w 309"/>
                  <a:gd name="T3" fmla="*/ 10 h 129"/>
                  <a:gd name="T4" fmla="*/ 68 w 309"/>
                  <a:gd name="T5" fmla="*/ 27 h 129"/>
                  <a:gd name="T6" fmla="*/ 0 w 309"/>
                  <a:gd name="T7" fmla="*/ 52 h 129"/>
                  <a:gd name="T8" fmla="*/ 13 w 309"/>
                  <a:gd name="T9" fmla="*/ 42 h 129"/>
                  <a:gd name="T10" fmla="*/ 22 w 309"/>
                  <a:gd name="T11" fmla="*/ 33 h 129"/>
                  <a:gd name="T12" fmla="*/ 36 w 309"/>
                  <a:gd name="T13" fmla="*/ 29 h 129"/>
                  <a:gd name="T14" fmla="*/ 83 w 309"/>
                  <a:gd name="T15" fmla="*/ 24 h 129"/>
                  <a:gd name="T16" fmla="*/ 92 w 309"/>
                  <a:gd name="T17" fmla="*/ 10 h 129"/>
                  <a:gd name="T18" fmla="*/ 102 w 309"/>
                  <a:gd name="T19" fmla="*/ 7 h 129"/>
                  <a:gd name="T20" fmla="*/ 124 w 309"/>
                  <a:gd name="T21" fmla="*/ 13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9" h="129">
                    <a:moveTo>
                      <a:pt x="309" y="33"/>
                    </a:moveTo>
                    <a:cubicBezTo>
                      <a:pt x="309" y="33"/>
                      <a:pt x="298" y="0"/>
                      <a:pt x="258" y="23"/>
                    </a:cubicBezTo>
                    <a:cubicBezTo>
                      <a:pt x="218" y="45"/>
                      <a:pt x="234" y="72"/>
                      <a:pt x="169" y="66"/>
                    </a:cubicBezTo>
                    <a:cubicBezTo>
                      <a:pt x="104" y="60"/>
                      <a:pt x="29" y="107"/>
                      <a:pt x="0" y="129"/>
                    </a:cubicBezTo>
                    <a:cubicBezTo>
                      <a:pt x="0" y="129"/>
                      <a:pt x="8" y="121"/>
                      <a:pt x="31" y="106"/>
                    </a:cubicBezTo>
                    <a:cubicBezTo>
                      <a:pt x="55" y="91"/>
                      <a:pt x="55" y="88"/>
                      <a:pt x="56" y="83"/>
                    </a:cubicBezTo>
                    <a:cubicBezTo>
                      <a:pt x="56" y="83"/>
                      <a:pt x="69" y="86"/>
                      <a:pt x="90" y="74"/>
                    </a:cubicBezTo>
                    <a:cubicBezTo>
                      <a:pt x="111" y="63"/>
                      <a:pt x="195" y="63"/>
                      <a:pt x="208" y="60"/>
                    </a:cubicBezTo>
                    <a:cubicBezTo>
                      <a:pt x="221" y="58"/>
                      <a:pt x="231" y="37"/>
                      <a:pt x="230" y="25"/>
                    </a:cubicBezTo>
                    <a:cubicBezTo>
                      <a:pt x="230" y="25"/>
                      <a:pt x="234" y="26"/>
                      <a:pt x="253" y="18"/>
                    </a:cubicBezTo>
                    <a:cubicBezTo>
                      <a:pt x="271" y="10"/>
                      <a:pt x="304" y="3"/>
                      <a:pt x="309" y="33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73" name="Freeform 990">
                <a:extLst>
                  <a:ext uri="{FF2B5EF4-FFF2-40B4-BE49-F238E27FC236}">
                    <a16:creationId xmlns:a16="http://schemas.microsoft.com/office/drawing/2014/main" id="{CC31C47E-1A41-4BC3-8521-8EE699632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998"/>
                <a:ext cx="75" cy="56"/>
              </a:xfrm>
              <a:custGeom>
                <a:avLst/>
                <a:gdLst>
                  <a:gd name="T0" fmla="*/ 40 w 102"/>
                  <a:gd name="T1" fmla="*/ 17 h 77"/>
                  <a:gd name="T2" fmla="*/ 1 w 102"/>
                  <a:gd name="T3" fmla="*/ 30 h 77"/>
                  <a:gd name="T4" fmla="*/ 0 w 102"/>
                  <a:gd name="T5" fmla="*/ 0 h 77"/>
                  <a:gd name="T6" fmla="*/ 8 w 102"/>
                  <a:gd name="T7" fmla="*/ 17 h 77"/>
                  <a:gd name="T8" fmla="*/ 40 w 102"/>
                  <a:gd name="T9" fmla="*/ 17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77">
                    <a:moveTo>
                      <a:pt x="102" y="42"/>
                    </a:moveTo>
                    <a:cubicBezTo>
                      <a:pt x="102" y="42"/>
                      <a:pt x="32" y="37"/>
                      <a:pt x="1" y="77"/>
                    </a:cubicBezTo>
                    <a:cubicBezTo>
                      <a:pt x="1" y="77"/>
                      <a:pt x="30" y="36"/>
                      <a:pt x="0" y="0"/>
                    </a:cubicBezTo>
                    <a:cubicBezTo>
                      <a:pt x="0" y="0"/>
                      <a:pt x="23" y="31"/>
                      <a:pt x="21" y="42"/>
                    </a:cubicBezTo>
                    <a:cubicBezTo>
                      <a:pt x="17" y="61"/>
                      <a:pt x="52" y="30"/>
                      <a:pt x="102" y="42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74" name="Freeform 991">
                <a:extLst>
                  <a:ext uri="{FF2B5EF4-FFF2-40B4-BE49-F238E27FC236}">
                    <a16:creationId xmlns:a16="http://schemas.microsoft.com/office/drawing/2014/main" id="{EA50D06C-48C8-4E3F-874D-C144FDB85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741"/>
                <a:ext cx="164" cy="316"/>
              </a:xfrm>
              <a:custGeom>
                <a:avLst/>
                <a:gdLst>
                  <a:gd name="T0" fmla="*/ 2 w 222"/>
                  <a:gd name="T1" fmla="*/ 0 h 428"/>
                  <a:gd name="T2" fmla="*/ 7 w 222"/>
                  <a:gd name="T3" fmla="*/ 9 h 428"/>
                  <a:gd name="T4" fmla="*/ 28 w 222"/>
                  <a:gd name="T5" fmla="*/ 27 h 428"/>
                  <a:gd name="T6" fmla="*/ 30 w 222"/>
                  <a:gd name="T7" fmla="*/ 51 h 428"/>
                  <a:gd name="T8" fmla="*/ 19 w 222"/>
                  <a:gd name="T9" fmla="*/ 59 h 428"/>
                  <a:gd name="T10" fmla="*/ 43 w 222"/>
                  <a:gd name="T11" fmla="*/ 78 h 428"/>
                  <a:gd name="T12" fmla="*/ 43 w 222"/>
                  <a:gd name="T13" fmla="*/ 111 h 428"/>
                  <a:gd name="T14" fmla="*/ 49 w 222"/>
                  <a:gd name="T15" fmla="*/ 122 h 428"/>
                  <a:gd name="T16" fmla="*/ 60 w 222"/>
                  <a:gd name="T17" fmla="*/ 140 h 428"/>
                  <a:gd name="T18" fmla="*/ 74 w 222"/>
                  <a:gd name="T19" fmla="*/ 172 h 428"/>
                  <a:gd name="T20" fmla="*/ 64 w 222"/>
                  <a:gd name="T21" fmla="*/ 144 h 428"/>
                  <a:gd name="T22" fmla="*/ 50 w 222"/>
                  <a:gd name="T23" fmla="*/ 122 h 428"/>
                  <a:gd name="T24" fmla="*/ 72 w 222"/>
                  <a:gd name="T25" fmla="*/ 101 h 428"/>
                  <a:gd name="T26" fmla="*/ 50 w 222"/>
                  <a:gd name="T27" fmla="*/ 111 h 428"/>
                  <a:gd name="T28" fmla="*/ 47 w 222"/>
                  <a:gd name="T29" fmla="*/ 97 h 428"/>
                  <a:gd name="T30" fmla="*/ 46 w 222"/>
                  <a:gd name="T31" fmla="*/ 81 h 428"/>
                  <a:gd name="T32" fmla="*/ 57 w 222"/>
                  <a:gd name="T33" fmla="*/ 80 h 428"/>
                  <a:gd name="T34" fmla="*/ 89 w 222"/>
                  <a:gd name="T35" fmla="*/ 76 h 428"/>
                  <a:gd name="T36" fmla="*/ 50 w 222"/>
                  <a:gd name="T37" fmla="*/ 76 h 428"/>
                  <a:gd name="T38" fmla="*/ 30 w 222"/>
                  <a:gd name="T39" fmla="*/ 56 h 428"/>
                  <a:gd name="T40" fmla="*/ 29 w 222"/>
                  <a:gd name="T41" fmla="*/ 26 h 428"/>
                  <a:gd name="T42" fmla="*/ 10 w 222"/>
                  <a:gd name="T43" fmla="*/ 8 h 428"/>
                  <a:gd name="T44" fmla="*/ 2 w 222"/>
                  <a:gd name="T45" fmla="*/ 0 h 42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22" h="428">
                    <a:moveTo>
                      <a:pt x="6" y="0"/>
                    </a:moveTo>
                    <a:cubicBezTo>
                      <a:pt x="6" y="0"/>
                      <a:pt x="0" y="13"/>
                      <a:pt x="18" y="21"/>
                    </a:cubicBezTo>
                    <a:cubicBezTo>
                      <a:pt x="36" y="30"/>
                      <a:pt x="47" y="62"/>
                      <a:pt x="69" y="67"/>
                    </a:cubicBezTo>
                    <a:cubicBezTo>
                      <a:pt x="91" y="73"/>
                      <a:pt x="89" y="107"/>
                      <a:pt x="73" y="127"/>
                    </a:cubicBezTo>
                    <a:cubicBezTo>
                      <a:pt x="58" y="146"/>
                      <a:pt x="70" y="158"/>
                      <a:pt x="47" y="146"/>
                    </a:cubicBezTo>
                    <a:cubicBezTo>
                      <a:pt x="47" y="146"/>
                      <a:pt x="92" y="167"/>
                      <a:pt x="105" y="194"/>
                    </a:cubicBezTo>
                    <a:cubicBezTo>
                      <a:pt x="118" y="221"/>
                      <a:pt x="111" y="266"/>
                      <a:pt x="105" y="278"/>
                    </a:cubicBezTo>
                    <a:cubicBezTo>
                      <a:pt x="99" y="290"/>
                      <a:pt x="118" y="289"/>
                      <a:pt x="121" y="304"/>
                    </a:cubicBezTo>
                    <a:cubicBezTo>
                      <a:pt x="124" y="320"/>
                      <a:pt x="125" y="334"/>
                      <a:pt x="147" y="350"/>
                    </a:cubicBezTo>
                    <a:cubicBezTo>
                      <a:pt x="168" y="367"/>
                      <a:pt x="194" y="408"/>
                      <a:pt x="184" y="428"/>
                    </a:cubicBezTo>
                    <a:cubicBezTo>
                      <a:pt x="184" y="428"/>
                      <a:pt x="204" y="410"/>
                      <a:pt x="160" y="358"/>
                    </a:cubicBezTo>
                    <a:cubicBezTo>
                      <a:pt x="149" y="344"/>
                      <a:pt x="129" y="337"/>
                      <a:pt x="125" y="302"/>
                    </a:cubicBezTo>
                    <a:cubicBezTo>
                      <a:pt x="124" y="289"/>
                      <a:pt x="158" y="253"/>
                      <a:pt x="177" y="251"/>
                    </a:cubicBezTo>
                    <a:cubicBezTo>
                      <a:pt x="177" y="251"/>
                      <a:pt x="150" y="253"/>
                      <a:pt x="124" y="277"/>
                    </a:cubicBezTo>
                    <a:cubicBezTo>
                      <a:pt x="98" y="301"/>
                      <a:pt x="114" y="257"/>
                      <a:pt x="116" y="242"/>
                    </a:cubicBezTo>
                    <a:cubicBezTo>
                      <a:pt x="119" y="227"/>
                      <a:pt x="116" y="210"/>
                      <a:pt x="114" y="202"/>
                    </a:cubicBezTo>
                    <a:cubicBezTo>
                      <a:pt x="112" y="195"/>
                      <a:pt x="114" y="192"/>
                      <a:pt x="141" y="198"/>
                    </a:cubicBezTo>
                    <a:cubicBezTo>
                      <a:pt x="167" y="203"/>
                      <a:pt x="222" y="190"/>
                      <a:pt x="222" y="190"/>
                    </a:cubicBezTo>
                    <a:cubicBezTo>
                      <a:pt x="222" y="190"/>
                      <a:pt x="159" y="205"/>
                      <a:pt x="125" y="188"/>
                    </a:cubicBezTo>
                    <a:cubicBezTo>
                      <a:pt x="92" y="170"/>
                      <a:pt x="72" y="163"/>
                      <a:pt x="76" y="140"/>
                    </a:cubicBezTo>
                    <a:cubicBezTo>
                      <a:pt x="80" y="118"/>
                      <a:pt x="109" y="83"/>
                      <a:pt x="72" y="63"/>
                    </a:cubicBezTo>
                    <a:cubicBezTo>
                      <a:pt x="35" y="42"/>
                      <a:pt x="38" y="26"/>
                      <a:pt x="26" y="20"/>
                    </a:cubicBezTo>
                    <a:cubicBezTo>
                      <a:pt x="14" y="14"/>
                      <a:pt x="8" y="9"/>
                      <a:pt x="6" y="0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75" name="Freeform 992">
                <a:extLst>
                  <a:ext uri="{FF2B5EF4-FFF2-40B4-BE49-F238E27FC236}">
                    <a16:creationId xmlns:a16="http://schemas.microsoft.com/office/drawing/2014/main" id="{9FC12F06-B5FE-4727-8DE2-6C8664D74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1037"/>
                <a:ext cx="139" cy="147"/>
              </a:xfrm>
              <a:custGeom>
                <a:avLst/>
                <a:gdLst>
                  <a:gd name="T0" fmla="*/ 0 w 189"/>
                  <a:gd name="T1" fmla="*/ 44 h 199"/>
                  <a:gd name="T2" fmla="*/ 66 w 189"/>
                  <a:gd name="T3" fmla="*/ 12 h 199"/>
                  <a:gd name="T4" fmla="*/ 63 w 189"/>
                  <a:gd name="T5" fmla="*/ 0 h 199"/>
                  <a:gd name="T6" fmla="*/ 67 w 189"/>
                  <a:gd name="T7" fmla="*/ 5 h 199"/>
                  <a:gd name="T8" fmla="*/ 75 w 189"/>
                  <a:gd name="T9" fmla="*/ 0 h 199"/>
                  <a:gd name="T10" fmla="*/ 68 w 189"/>
                  <a:gd name="T11" fmla="*/ 7 h 199"/>
                  <a:gd name="T12" fmla="*/ 37 w 189"/>
                  <a:gd name="T13" fmla="*/ 47 h 199"/>
                  <a:gd name="T14" fmla="*/ 35 w 189"/>
                  <a:gd name="T15" fmla="*/ 64 h 199"/>
                  <a:gd name="T16" fmla="*/ 45 w 189"/>
                  <a:gd name="T17" fmla="*/ 62 h 199"/>
                  <a:gd name="T18" fmla="*/ 40 w 189"/>
                  <a:gd name="T19" fmla="*/ 66 h 199"/>
                  <a:gd name="T20" fmla="*/ 60 w 189"/>
                  <a:gd name="T21" fmla="*/ 69 h 199"/>
                  <a:gd name="T22" fmla="*/ 44 w 189"/>
                  <a:gd name="T23" fmla="*/ 70 h 199"/>
                  <a:gd name="T24" fmla="*/ 44 w 189"/>
                  <a:gd name="T25" fmla="*/ 81 h 199"/>
                  <a:gd name="T26" fmla="*/ 36 w 189"/>
                  <a:gd name="T27" fmla="*/ 70 h 199"/>
                  <a:gd name="T28" fmla="*/ 28 w 189"/>
                  <a:gd name="T29" fmla="*/ 67 h 199"/>
                  <a:gd name="T30" fmla="*/ 21 w 189"/>
                  <a:gd name="T31" fmla="*/ 73 h 199"/>
                  <a:gd name="T32" fmla="*/ 28 w 189"/>
                  <a:gd name="T33" fmla="*/ 65 h 199"/>
                  <a:gd name="T34" fmla="*/ 24 w 189"/>
                  <a:gd name="T35" fmla="*/ 61 h 199"/>
                  <a:gd name="T36" fmla="*/ 26 w 189"/>
                  <a:gd name="T37" fmla="*/ 56 h 199"/>
                  <a:gd name="T38" fmla="*/ 30 w 189"/>
                  <a:gd name="T39" fmla="*/ 49 h 199"/>
                  <a:gd name="T40" fmla="*/ 26 w 189"/>
                  <a:gd name="T41" fmla="*/ 49 h 199"/>
                  <a:gd name="T42" fmla="*/ 0 w 189"/>
                  <a:gd name="T43" fmla="*/ 44 h 1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9" h="199">
                    <a:moveTo>
                      <a:pt x="0" y="110"/>
                    </a:moveTo>
                    <a:cubicBezTo>
                      <a:pt x="0" y="110"/>
                      <a:pt x="139" y="151"/>
                      <a:pt x="166" y="30"/>
                    </a:cubicBezTo>
                    <a:cubicBezTo>
                      <a:pt x="168" y="20"/>
                      <a:pt x="169" y="7"/>
                      <a:pt x="156" y="0"/>
                    </a:cubicBezTo>
                    <a:cubicBezTo>
                      <a:pt x="156" y="0"/>
                      <a:pt x="166" y="4"/>
                      <a:pt x="168" y="12"/>
                    </a:cubicBezTo>
                    <a:cubicBezTo>
                      <a:pt x="171" y="19"/>
                      <a:pt x="185" y="8"/>
                      <a:pt x="189" y="0"/>
                    </a:cubicBezTo>
                    <a:cubicBezTo>
                      <a:pt x="189" y="0"/>
                      <a:pt x="179" y="15"/>
                      <a:pt x="171" y="19"/>
                    </a:cubicBezTo>
                    <a:cubicBezTo>
                      <a:pt x="163" y="24"/>
                      <a:pt x="175" y="87"/>
                      <a:pt x="93" y="118"/>
                    </a:cubicBezTo>
                    <a:cubicBezTo>
                      <a:pt x="55" y="132"/>
                      <a:pt x="73" y="162"/>
                      <a:pt x="89" y="160"/>
                    </a:cubicBezTo>
                    <a:cubicBezTo>
                      <a:pt x="104" y="158"/>
                      <a:pt x="107" y="160"/>
                      <a:pt x="113" y="154"/>
                    </a:cubicBezTo>
                    <a:cubicBezTo>
                      <a:pt x="113" y="154"/>
                      <a:pt x="108" y="162"/>
                      <a:pt x="99" y="164"/>
                    </a:cubicBezTo>
                    <a:cubicBezTo>
                      <a:pt x="99" y="164"/>
                      <a:pt x="134" y="181"/>
                      <a:pt x="150" y="170"/>
                    </a:cubicBezTo>
                    <a:cubicBezTo>
                      <a:pt x="150" y="170"/>
                      <a:pt x="139" y="181"/>
                      <a:pt x="110" y="173"/>
                    </a:cubicBezTo>
                    <a:cubicBezTo>
                      <a:pt x="81" y="166"/>
                      <a:pt x="104" y="192"/>
                      <a:pt x="112" y="199"/>
                    </a:cubicBezTo>
                    <a:cubicBezTo>
                      <a:pt x="112" y="199"/>
                      <a:pt x="93" y="185"/>
                      <a:pt x="91" y="174"/>
                    </a:cubicBezTo>
                    <a:cubicBezTo>
                      <a:pt x="89" y="162"/>
                      <a:pt x="81" y="164"/>
                      <a:pt x="69" y="167"/>
                    </a:cubicBezTo>
                    <a:cubicBezTo>
                      <a:pt x="56" y="170"/>
                      <a:pt x="53" y="180"/>
                      <a:pt x="52" y="182"/>
                    </a:cubicBezTo>
                    <a:cubicBezTo>
                      <a:pt x="52" y="182"/>
                      <a:pt x="58" y="170"/>
                      <a:pt x="70" y="161"/>
                    </a:cubicBezTo>
                    <a:cubicBezTo>
                      <a:pt x="77" y="156"/>
                      <a:pt x="65" y="145"/>
                      <a:pt x="58" y="150"/>
                    </a:cubicBezTo>
                    <a:cubicBezTo>
                      <a:pt x="58" y="150"/>
                      <a:pt x="64" y="145"/>
                      <a:pt x="65" y="140"/>
                    </a:cubicBezTo>
                    <a:cubicBezTo>
                      <a:pt x="67" y="135"/>
                      <a:pt x="73" y="122"/>
                      <a:pt x="76" y="121"/>
                    </a:cubicBezTo>
                    <a:cubicBezTo>
                      <a:pt x="79" y="120"/>
                      <a:pt x="70" y="118"/>
                      <a:pt x="64" y="122"/>
                    </a:cubicBezTo>
                    <a:cubicBezTo>
                      <a:pt x="58" y="126"/>
                      <a:pt x="2" y="112"/>
                      <a:pt x="0" y="110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76" name="Freeform 993">
                <a:extLst>
                  <a:ext uri="{FF2B5EF4-FFF2-40B4-BE49-F238E27FC236}">
                    <a16:creationId xmlns:a16="http://schemas.microsoft.com/office/drawing/2014/main" id="{ED2DC5E8-3FF9-466C-B432-B0937B219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974"/>
                <a:ext cx="74" cy="95"/>
              </a:xfrm>
              <a:custGeom>
                <a:avLst/>
                <a:gdLst>
                  <a:gd name="T0" fmla="*/ 40 w 101"/>
                  <a:gd name="T1" fmla="*/ 4 h 129"/>
                  <a:gd name="T2" fmla="*/ 27 w 101"/>
                  <a:gd name="T3" fmla="*/ 15 h 129"/>
                  <a:gd name="T4" fmla="*/ 15 w 101"/>
                  <a:gd name="T5" fmla="*/ 20 h 129"/>
                  <a:gd name="T6" fmla="*/ 2 w 101"/>
                  <a:gd name="T7" fmla="*/ 0 h 129"/>
                  <a:gd name="T8" fmla="*/ 12 w 101"/>
                  <a:gd name="T9" fmla="*/ 21 h 129"/>
                  <a:gd name="T10" fmla="*/ 4 w 101"/>
                  <a:gd name="T11" fmla="*/ 49 h 129"/>
                  <a:gd name="T12" fmla="*/ 11 w 101"/>
                  <a:gd name="T13" fmla="*/ 48 h 129"/>
                  <a:gd name="T14" fmla="*/ 14 w 101"/>
                  <a:gd name="T15" fmla="*/ 37 h 129"/>
                  <a:gd name="T16" fmla="*/ 18 w 101"/>
                  <a:gd name="T17" fmla="*/ 21 h 129"/>
                  <a:gd name="T18" fmla="*/ 26 w 101"/>
                  <a:gd name="T19" fmla="*/ 16 h 129"/>
                  <a:gd name="T20" fmla="*/ 40 w 101"/>
                  <a:gd name="T21" fmla="*/ 4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29">
                    <a:moveTo>
                      <a:pt x="101" y="11"/>
                    </a:moveTo>
                    <a:cubicBezTo>
                      <a:pt x="101" y="11"/>
                      <a:pt x="81" y="32"/>
                      <a:pt x="69" y="36"/>
                    </a:cubicBezTo>
                    <a:cubicBezTo>
                      <a:pt x="56" y="40"/>
                      <a:pt x="46" y="52"/>
                      <a:pt x="37" y="50"/>
                    </a:cubicBezTo>
                    <a:cubicBezTo>
                      <a:pt x="28" y="48"/>
                      <a:pt x="7" y="14"/>
                      <a:pt x="6" y="0"/>
                    </a:cubicBezTo>
                    <a:cubicBezTo>
                      <a:pt x="6" y="0"/>
                      <a:pt x="6" y="24"/>
                      <a:pt x="30" y="51"/>
                    </a:cubicBezTo>
                    <a:cubicBezTo>
                      <a:pt x="53" y="79"/>
                      <a:pt x="17" y="118"/>
                      <a:pt x="9" y="123"/>
                    </a:cubicBezTo>
                    <a:cubicBezTo>
                      <a:pt x="0" y="129"/>
                      <a:pt x="23" y="110"/>
                      <a:pt x="27" y="120"/>
                    </a:cubicBezTo>
                    <a:cubicBezTo>
                      <a:pt x="27" y="120"/>
                      <a:pt x="21" y="117"/>
                      <a:pt x="35" y="93"/>
                    </a:cubicBezTo>
                    <a:cubicBezTo>
                      <a:pt x="48" y="69"/>
                      <a:pt x="32" y="65"/>
                      <a:pt x="46" y="53"/>
                    </a:cubicBezTo>
                    <a:cubicBezTo>
                      <a:pt x="48" y="52"/>
                      <a:pt x="60" y="42"/>
                      <a:pt x="65" y="41"/>
                    </a:cubicBezTo>
                    <a:cubicBezTo>
                      <a:pt x="71" y="40"/>
                      <a:pt x="98" y="17"/>
                      <a:pt x="101" y="11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77" name="Freeform 994">
                <a:extLst>
                  <a:ext uri="{FF2B5EF4-FFF2-40B4-BE49-F238E27FC236}">
                    <a16:creationId xmlns:a16="http://schemas.microsoft.com/office/drawing/2014/main" id="{68F3539C-8BEA-47EA-BC6B-73877A3BB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" y="1032"/>
                <a:ext cx="316" cy="176"/>
              </a:xfrm>
              <a:custGeom>
                <a:avLst/>
                <a:gdLst>
                  <a:gd name="T0" fmla="*/ 168 w 430"/>
                  <a:gd name="T1" fmla="*/ 37 h 239"/>
                  <a:gd name="T2" fmla="*/ 158 w 430"/>
                  <a:gd name="T3" fmla="*/ 59 h 239"/>
                  <a:gd name="T4" fmla="*/ 129 w 430"/>
                  <a:gd name="T5" fmla="*/ 52 h 239"/>
                  <a:gd name="T6" fmla="*/ 82 w 430"/>
                  <a:gd name="T7" fmla="*/ 35 h 239"/>
                  <a:gd name="T8" fmla="*/ 37 w 430"/>
                  <a:gd name="T9" fmla="*/ 22 h 239"/>
                  <a:gd name="T10" fmla="*/ 34 w 430"/>
                  <a:gd name="T11" fmla="*/ 23 h 239"/>
                  <a:gd name="T12" fmla="*/ 17 w 430"/>
                  <a:gd name="T13" fmla="*/ 7 h 239"/>
                  <a:gd name="T14" fmla="*/ 15 w 430"/>
                  <a:gd name="T15" fmla="*/ 1 h 239"/>
                  <a:gd name="T16" fmla="*/ 13 w 430"/>
                  <a:gd name="T17" fmla="*/ 5 h 239"/>
                  <a:gd name="T18" fmla="*/ 0 w 430"/>
                  <a:gd name="T19" fmla="*/ 0 h 239"/>
                  <a:gd name="T20" fmla="*/ 15 w 430"/>
                  <a:gd name="T21" fmla="*/ 7 h 239"/>
                  <a:gd name="T22" fmla="*/ 26 w 430"/>
                  <a:gd name="T23" fmla="*/ 15 h 239"/>
                  <a:gd name="T24" fmla="*/ 29 w 430"/>
                  <a:gd name="T25" fmla="*/ 29 h 239"/>
                  <a:gd name="T26" fmla="*/ 37 w 430"/>
                  <a:gd name="T27" fmla="*/ 27 h 239"/>
                  <a:gd name="T28" fmla="*/ 80 w 430"/>
                  <a:gd name="T29" fmla="*/ 36 h 239"/>
                  <a:gd name="T30" fmla="*/ 136 w 430"/>
                  <a:gd name="T31" fmla="*/ 63 h 239"/>
                  <a:gd name="T32" fmla="*/ 129 w 430"/>
                  <a:gd name="T33" fmla="*/ 88 h 239"/>
                  <a:gd name="T34" fmla="*/ 123 w 430"/>
                  <a:gd name="T35" fmla="*/ 96 h 239"/>
                  <a:gd name="T36" fmla="*/ 129 w 430"/>
                  <a:gd name="T37" fmla="*/ 91 h 239"/>
                  <a:gd name="T38" fmla="*/ 133 w 430"/>
                  <a:gd name="T39" fmla="*/ 95 h 239"/>
                  <a:gd name="T40" fmla="*/ 132 w 430"/>
                  <a:gd name="T41" fmla="*/ 90 h 239"/>
                  <a:gd name="T42" fmla="*/ 137 w 430"/>
                  <a:gd name="T43" fmla="*/ 78 h 239"/>
                  <a:gd name="T44" fmla="*/ 145 w 430"/>
                  <a:gd name="T45" fmla="*/ 64 h 239"/>
                  <a:gd name="T46" fmla="*/ 168 w 430"/>
                  <a:gd name="T47" fmla="*/ 37 h 2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30" h="239">
                    <a:moveTo>
                      <a:pt x="423" y="92"/>
                    </a:moveTo>
                    <a:cubicBezTo>
                      <a:pt x="423" y="92"/>
                      <a:pt x="427" y="139"/>
                      <a:pt x="398" y="147"/>
                    </a:cubicBezTo>
                    <a:cubicBezTo>
                      <a:pt x="369" y="155"/>
                      <a:pt x="358" y="171"/>
                      <a:pt x="325" y="130"/>
                    </a:cubicBezTo>
                    <a:cubicBezTo>
                      <a:pt x="292" y="89"/>
                      <a:pt x="234" y="81"/>
                      <a:pt x="207" y="87"/>
                    </a:cubicBezTo>
                    <a:cubicBezTo>
                      <a:pt x="180" y="93"/>
                      <a:pt x="105" y="79"/>
                      <a:pt x="94" y="55"/>
                    </a:cubicBezTo>
                    <a:cubicBezTo>
                      <a:pt x="94" y="55"/>
                      <a:pt x="89" y="62"/>
                      <a:pt x="84" y="57"/>
                    </a:cubicBezTo>
                    <a:cubicBezTo>
                      <a:pt x="80" y="52"/>
                      <a:pt x="50" y="17"/>
                      <a:pt x="42" y="17"/>
                    </a:cubicBezTo>
                    <a:cubicBezTo>
                      <a:pt x="33" y="17"/>
                      <a:pt x="33" y="6"/>
                      <a:pt x="40" y="1"/>
                    </a:cubicBezTo>
                    <a:cubicBezTo>
                      <a:pt x="40" y="1"/>
                      <a:pt x="30" y="8"/>
                      <a:pt x="32" y="12"/>
                    </a:cubicBezTo>
                    <a:cubicBezTo>
                      <a:pt x="35" y="16"/>
                      <a:pt x="9" y="18"/>
                      <a:pt x="0" y="0"/>
                    </a:cubicBezTo>
                    <a:cubicBezTo>
                      <a:pt x="0" y="0"/>
                      <a:pt x="0" y="19"/>
                      <a:pt x="37" y="19"/>
                    </a:cubicBezTo>
                    <a:cubicBezTo>
                      <a:pt x="41" y="19"/>
                      <a:pt x="58" y="29"/>
                      <a:pt x="64" y="40"/>
                    </a:cubicBezTo>
                    <a:cubicBezTo>
                      <a:pt x="70" y="51"/>
                      <a:pt x="95" y="62"/>
                      <a:pt x="74" y="73"/>
                    </a:cubicBezTo>
                    <a:cubicBezTo>
                      <a:pt x="74" y="73"/>
                      <a:pt x="84" y="65"/>
                      <a:pt x="95" y="68"/>
                    </a:cubicBezTo>
                    <a:cubicBezTo>
                      <a:pt x="105" y="71"/>
                      <a:pt x="147" y="93"/>
                      <a:pt x="202" y="91"/>
                    </a:cubicBezTo>
                    <a:cubicBezTo>
                      <a:pt x="256" y="88"/>
                      <a:pt x="315" y="108"/>
                      <a:pt x="343" y="156"/>
                    </a:cubicBezTo>
                    <a:cubicBezTo>
                      <a:pt x="350" y="168"/>
                      <a:pt x="341" y="212"/>
                      <a:pt x="326" y="220"/>
                    </a:cubicBezTo>
                    <a:cubicBezTo>
                      <a:pt x="311" y="228"/>
                      <a:pt x="312" y="239"/>
                      <a:pt x="312" y="239"/>
                    </a:cubicBezTo>
                    <a:cubicBezTo>
                      <a:pt x="312" y="239"/>
                      <a:pt x="317" y="228"/>
                      <a:pt x="327" y="227"/>
                    </a:cubicBezTo>
                    <a:cubicBezTo>
                      <a:pt x="336" y="226"/>
                      <a:pt x="335" y="237"/>
                      <a:pt x="335" y="237"/>
                    </a:cubicBezTo>
                    <a:cubicBezTo>
                      <a:pt x="335" y="237"/>
                      <a:pt x="336" y="227"/>
                      <a:pt x="331" y="224"/>
                    </a:cubicBezTo>
                    <a:cubicBezTo>
                      <a:pt x="326" y="220"/>
                      <a:pt x="339" y="212"/>
                      <a:pt x="345" y="195"/>
                    </a:cubicBezTo>
                    <a:cubicBezTo>
                      <a:pt x="351" y="178"/>
                      <a:pt x="348" y="162"/>
                      <a:pt x="365" y="160"/>
                    </a:cubicBezTo>
                    <a:cubicBezTo>
                      <a:pt x="394" y="158"/>
                      <a:pt x="430" y="145"/>
                      <a:pt x="423" y="92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78" name="Freeform 995">
                <a:extLst>
                  <a:ext uri="{FF2B5EF4-FFF2-40B4-BE49-F238E27FC236}">
                    <a16:creationId xmlns:a16="http://schemas.microsoft.com/office/drawing/2014/main" id="{88A4C561-EA90-4FF1-B2B9-671AE9164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754"/>
                <a:ext cx="203" cy="221"/>
              </a:xfrm>
              <a:custGeom>
                <a:avLst/>
                <a:gdLst>
                  <a:gd name="T0" fmla="*/ 109 w 277"/>
                  <a:gd name="T1" fmla="*/ 69 h 300"/>
                  <a:gd name="T2" fmla="*/ 105 w 277"/>
                  <a:gd name="T3" fmla="*/ 78 h 300"/>
                  <a:gd name="T4" fmla="*/ 80 w 277"/>
                  <a:gd name="T5" fmla="*/ 93 h 300"/>
                  <a:gd name="T6" fmla="*/ 65 w 277"/>
                  <a:gd name="T7" fmla="*/ 120 h 300"/>
                  <a:gd name="T8" fmla="*/ 69 w 277"/>
                  <a:gd name="T9" fmla="*/ 90 h 300"/>
                  <a:gd name="T10" fmla="*/ 53 w 277"/>
                  <a:gd name="T11" fmla="*/ 83 h 300"/>
                  <a:gd name="T12" fmla="*/ 65 w 277"/>
                  <a:gd name="T13" fmla="*/ 79 h 300"/>
                  <a:gd name="T14" fmla="*/ 53 w 277"/>
                  <a:gd name="T15" fmla="*/ 24 h 300"/>
                  <a:gd name="T16" fmla="*/ 33 w 277"/>
                  <a:gd name="T17" fmla="*/ 21 h 300"/>
                  <a:gd name="T18" fmla="*/ 18 w 277"/>
                  <a:gd name="T19" fmla="*/ 11 h 300"/>
                  <a:gd name="T20" fmla="*/ 0 w 277"/>
                  <a:gd name="T21" fmla="*/ 4 h 300"/>
                  <a:gd name="T22" fmla="*/ 12 w 277"/>
                  <a:gd name="T23" fmla="*/ 7 h 300"/>
                  <a:gd name="T24" fmla="*/ 26 w 277"/>
                  <a:gd name="T25" fmla="*/ 13 h 300"/>
                  <a:gd name="T26" fmla="*/ 43 w 277"/>
                  <a:gd name="T27" fmla="*/ 15 h 300"/>
                  <a:gd name="T28" fmla="*/ 70 w 277"/>
                  <a:gd name="T29" fmla="*/ 78 h 300"/>
                  <a:gd name="T30" fmla="*/ 81 w 277"/>
                  <a:gd name="T31" fmla="*/ 85 h 300"/>
                  <a:gd name="T32" fmla="*/ 102 w 277"/>
                  <a:gd name="T33" fmla="*/ 75 h 300"/>
                  <a:gd name="T34" fmla="*/ 109 w 277"/>
                  <a:gd name="T35" fmla="*/ 69 h 3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77" h="300">
                    <a:moveTo>
                      <a:pt x="277" y="171"/>
                    </a:moveTo>
                    <a:cubicBezTo>
                      <a:pt x="277" y="171"/>
                      <a:pt x="265" y="187"/>
                      <a:pt x="266" y="196"/>
                    </a:cubicBezTo>
                    <a:cubicBezTo>
                      <a:pt x="267" y="205"/>
                      <a:pt x="226" y="208"/>
                      <a:pt x="203" y="232"/>
                    </a:cubicBezTo>
                    <a:cubicBezTo>
                      <a:pt x="181" y="257"/>
                      <a:pt x="166" y="300"/>
                      <a:pt x="166" y="300"/>
                    </a:cubicBezTo>
                    <a:cubicBezTo>
                      <a:pt x="166" y="300"/>
                      <a:pt x="188" y="236"/>
                      <a:pt x="175" y="225"/>
                    </a:cubicBezTo>
                    <a:cubicBezTo>
                      <a:pt x="162" y="215"/>
                      <a:pt x="136" y="207"/>
                      <a:pt x="136" y="207"/>
                    </a:cubicBezTo>
                    <a:cubicBezTo>
                      <a:pt x="136" y="207"/>
                      <a:pt x="162" y="208"/>
                      <a:pt x="167" y="197"/>
                    </a:cubicBezTo>
                    <a:cubicBezTo>
                      <a:pt x="172" y="186"/>
                      <a:pt x="191" y="67"/>
                      <a:pt x="137" y="58"/>
                    </a:cubicBezTo>
                    <a:cubicBezTo>
                      <a:pt x="110" y="54"/>
                      <a:pt x="110" y="42"/>
                      <a:pt x="84" y="52"/>
                    </a:cubicBezTo>
                    <a:cubicBezTo>
                      <a:pt x="59" y="62"/>
                      <a:pt x="68" y="24"/>
                      <a:pt x="47" y="28"/>
                    </a:cubicBezTo>
                    <a:cubicBezTo>
                      <a:pt x="25" y="32"/>
                      <a:pt x="21" y="4"/>
                      <a:pt x="0" y="10"/>
                    </a:cubicBezTo>
                    <a:cubicBezTo>
                      <a:pt x="0" y="10"/>
                      <a:pt x="17" y="0"/>
                      <a:pt x="31" y="17"/>
                    </a:cubicBezTo>
                    <a:cubicBezTo>
                      <a:pt x="44" y="33"/>
                      <a:pt x="48" y="6"/>
                      <a:pt x="65" y="34"/>
                    </a:cubicBezTo>
                    <a:cubicBezTo>
                      <a:pt x="81" y="60"/>
                      <a:pt x="88" y="33"/>
                      <a:pt x="111" y="40"/>
                    </a:cubicBezTo>
                    <a:cubicBezTo>
                      <a:pt x="133" y="47"/>
                      <a:pt x="205" y="51"/>
                      <a:pt x="177" y="195"/>
                    </a:cubicBezTo>
                    <a:cubicBezTo>
                      <a:pt x="175" y="207"/>
                      <a:pt x="180" y="227"/>
                      <a:pt x="207" y="214"/>
                    </a:cubicBezTo>
                    <a:cubicBezTo>
                      <a:pt x="235" y="200"/>
                      <a:pt x="253" y="203"/>
                      <a:pt x="259" y="189"/>
                    </a:cubicBezTo>
                    <a:cubicBezTo>
                      <a:pt x="265" y="175"/>
                      <a:pt x="277" y="171"/>
                      <a:pt x="277" y="171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79" name="Freeform 996">
                <a:extLst>
                  <a:ext uri="{FF2B5EF4-FFF2-40B4-BE49-F238E27FC236}">
                    <a16:creationId xmlns:a16="http://schemas.microsoft.com/office/drawing/2014/main" id="{28D0C445-0A20-44BD-AA66-A7CE84AD6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720"/>
                <a:ext cx="180" cy="303"/>
              </a:xfrm>
              <a:custGeom>
                <a:avLst/>
                <a:gdLst>
                  <a:gd name="T0" fmla="*/ 4 w 245"/>
                  <a:gd name="T1" fmla="*/ 0 h 411"/>
                  <a:gd name="T2" fmla="*/ 0 w 245"/>
                  <a:gd name="T3" fmla="*/ 6 h 411"/>
                  <a:gd name="T4" fmla="*/ 5 w 245"/>
                  <a:gd name="T5" fmla="*/ 10 h 411"/>
                  <a:gd name="T6" fmla="*/ 25 w 245"/>
                  <a:gd name="T7" fmla="*/ 19 h 411"/>
                  <a:gd name="T8" fmla="*/ 46 w 245"/>
                  <a:gd name="T9" fmla="*/ 41 h 411"/>
                  <a:gd name="T10" fmla="*/ 46 w 245"/>
                  <a:gd name="T11" fmla="*/ 66 h 411"/>
                  <a:gd name="T12" fmla="*/ 42 w 245"/>
                  <a:gd name="T13" fmla="*/ 78 h 411"/>
                  <a:gd name="T14" fmla="*/ 50 w 245"/>
                  <a:gd name="T15" fmla="*/ 68 h 411"/>
                  <a:gd name="T16" fmla="*/ 74 w 245"/>
                  <a:gd name="T17" fmla="*/ 77 h 411"/>
                  <a:gd name="T18" fmla="*/ 87 w 245"/>
                  <a:gd name="T19" fmla="*/ 110 h 411"/>
                  <a:gd name="T20" fmla="*/ 89 w 245"/>
                  <a:gd name="T21" fmla="*/ 146 h 411"/>
                  <a:gd name="T22" fmla="*/ 96 w 245"/>
                  <a:gd name="T23" fmla="*/ 164 h 411"/>
                  <a:gd name="T24" fmla="*/ 90 w 245"/>
                  <a:gd name="T25" fmla="*/ 144 h 411"/>
                  <a:gd name="T26" fmla="*/ 85 w 245"/>
                  <a:gd name="T27" fmla="*/ 92 h 411"/>
                  <a:gd name="T28" fmla="*/ 67 w 245"/>
                  <a:gd name="T29" fmla="*/ 70 h 411"/>
                  <a:gd name="T30" fmla="*/ 51 w 245"/>
                  <a:gd name="T31" fmla="*/ 63 h 411"/>
                  <a:gd name="T32" fmla="*/ 52 w 245"/>
                  <a:gd name="T33" fmla="*/ 39 h 411"/>
                  <a:gd name="T34" fmla="*/ 59 w 245"/>
                  <a:gd name="T35" fmla="*/ 25 h 411"/>
                  <a:gd name="T36" fmla="*/ 50 w 245"/>
                  <a:gd name="T37" fmla="*/ 37 h 411"/>
                  <a:gd name="T38" fmla="*/ 46 w 245"/>
                  <a:gd name="T39" fmla="*/ 32 h 411"/>
                  <a:gd name="T40" fmla="*/ 25 w 245"/>
                  <a:gd name="T41" fmla="*/ 17 h 411"/>
                  <a:gd name="T42" fmla="*/ 7 w 245"/>
                  <a:gd name="T43" fmla="*/ 7 h 411"/>
                  <a:gd name="T44" fmla="*/ 4 w 245"/>
                  <a:gd name="T45" fmla="*/ 0 h 41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45" h="411">
                    <a:moveTo>
                      <a:pt x="10" y="0"/>
                    </a:moveTo>
                    <a:cubicBezTo>
                      <a:pt x="10" y="0"/>
                      <a:pt x="10" y="24"/>
                      <a:pt x="0" y="15"/>
                    </a:cubicBezTo>
                    <a:cubicBezTo>
                      <a:pt x="0" y="15"/>
                      <a:pt x="0" y="23"/>
                      <a:pt x="14" y="24"/>
                    </a:cubicBezTo>
                    <a:cubicBezTo>
                      <a:pt x="28" y="26"/>
                      <a:pt x="40" y="48"/>
                      <a:pt x="63" y="48"/>
                    </a:cubicBezTo>
                    <a:cubicBezTo>
                      <a:pt x="87" y="48"/>
                      <a:pt x="113" y="84"/>
                      <a:pt x="115" y="101"/>
                    </a:cubicBezTo>
                    <a:cubicBezTo>
                      <a:pt x="116" y="117"/>
                      <a:pt x="121" y="156"/>
                      <a:pt x="116" y="165"/>
                    </a:cubicBezTo>
                    <a:cubicBezTo>
                      <a:pt x="112" y="174"/>
                      <a:pt x="106" y="190"/>
                      <a:pt x="106" y="196"/>
                    </a:cubicBezTo>
                    <a:cubicBezTo>
                      <a:pt x="106" y="196"/>
                      <a:pt x="113" y="174"/>
                      <a:pt x="126" y="170"/>
                    </a:cubicBezTo>
                    <a:cubicBezTo>
                      <a:pt x="140" y="167"/>
                      <a:pt x="176" y="179"/>
                      <a:pt x="186" y="194"/>
                    </a:cubicBezTo>
                    <a:cubicBezTo>
                      <a:pt x="196" y="209"/>
                      <a:pt x="223" y="237"/>
                      <a:pt x="220" y="274"/>
                    </a:cubicBezTo>
                    <a:cubicBezTo>
                      <a:pt x="217" y="310"/>
                      <a:pt x="217" y="358"/>
                      <a:pt x="224" y="364"/>
                    </a:cubicBezTo>
                    <a:cubicBezTo>
                      <a:pt x="232" y="370"/>
                      <a:pt x="245" y="397"/>
                      <a:pt x="241" y="411"/>
                    </a:cubicBezTo>
                    <a:cubicBezTo>
                      <a:pt x="241" y="411"/>
                      <a:pt x="245" y="399"/>
                      <a:pt x="227" y="360"/>
                    </a:cubicBezTo>
                    <a:cubicBezTo>
                      <a:pt x="217" y="339"/>
                      <a:pt x="229" y="252"/>
                      <a:pt x="215" y="230"/>
                    </a:cubicBezTo>
                    <a:cubicBezTo>
                      <a:pt x="215" y="230"/>
                      <a:pt x="188" y="188"/>
                      <a:pt x="169" y="175"/>
                    </a:cubicBezTo>
                    <a:cubicBezTo>
                      <a:pt x="149" y="163"/>
                      <a:pt x="136" y="167"/>
                      <a:pt x="128" y="158"/>
                    </a:cubicBezTo>
                    <a:cubicBezTo>
                      <a:pt x="120" y="149"/>
                      <a:pt x="116" y="106"/>
                      <a:pt x="130" y="97"/>
                    </a:cubicBezTo>
                    <a:cubicBezTo>
                      <a:pt x="143" y="87"/>
                      <a:pt x="150" y="69"/>
                      <a:pt x="148" y="63"/>
                    </a:cubicBezTo>
                    <a:cubicBezTo>
                      <a:pt x="148" y="63"/>
                      <a:pt x="139" y="87"/>
                      <a:pt x="125" y="92"/>
                    </a:cubicBezTo>
                    <a:cubicBezTo>
                      <a:pt x="111" y="98"/>
                      <a:pt x="116" y="84"/>
                      <a:pt x="114" y="79"/>
                    </a:cubicBezTo>
                    <a:cubicBezTo>
                      <a:pt x="112" y="74"/>
                      <a:pt x="80" y="44"/>
                      <a:pt x="63" y="42"/>
                    </a:cubicBezTo>
                    <a:cubicBezTo>
                      <a:pt x="47" y="40"/>
                      <a:pt x="24" y="17"/>
                      <a:pt x="18" y="18"/>
                    </a:cubicBezTo>
                    <a:cubicBezTo>
                      <a:pt x="11" y="19"/>
                      <a:pt x="8" y="3"/>
                      <a:pt x="10" y="0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80" name="Freeform 997">
                <a:extLst>
                  <a:ext uri="{FF2B5EF4-FFF2-40B4-BE49-F238E27FC236}">
                    <a16:creationId xmlns:a16="http://schemas.microsoft.com/office/drawing/2014/main" id="{423150A5-C006-472B-AC85-74C8CD650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718"/>
                <a:ext cx="89" cy="81"/>
              </a:xfrm>
              <a:custGeom>
                <a:avLst/>
                <a:gdLst>
                  <a:gd name="T0" fmla="*/ 45 w 120"/>
                  <a:gd name="T1" fmla="*/ 44 h 110"/>
                  <a:gd name="T2" fmla="*/ 33 w 120"/>
                  <a:gd name="T3" fmla="*/ 25 h 110"/>
                  <a:gd name="T4" fmla="*/ 13 w 120"/>
                  <a:gd name="T5" fmla="*/ 13 h 110"/>
                  <a:gd name="T6" fmla="*/ 0 w 120"/>
                  <a:gd name="T7" fmla="*/ 8 h 110"/>
                  <a:gd name="T8" fmla="*/ 13 w 120"/>
                  <a:gd name="T9" fmla="*/ 10 h 110"/>
                  <a:gd name="T10" fmla="*/ 16 w 120"/>
                  <a:gd name="T11" fmla="*/ 1 h 110"/>
                  <a:gd name="T12" fmla="*/ 16 w 120"/>
                  <a:gd name="T13" fmla="*/ 10 h 110"/>
                  <a:gd name="T14" fmla="*/ 24 w 120"/>
                  <a:gd name="T15" fmla="*/ 18 h 110"/>
                  <a:gd name="T16" fmla="*/ 39 w 120"/>
                  <a:gd name="T17" fmla="*/ 4 h 110"/>
                  <a:gd name="T18" fmla="*/ 49 w 120"/>
                  <a:gd name="T19" fmla="*/ 0 h 110"/>
                  <a:gd name="T20" fmla="*/ 40 w 120"/>
                  <a:gd name="T21" fmla="*/ 5 h 110"/>
                  <a:gd name="T22" fmla="*/ 29 w 120"/>
                  <a:gd name="T23" fmla="*/ 19 h 110"/>
                  <a:gd name="T24" fmla="*/ 45 w 120"/>
                  <a:gd name="T25" fmla="*/ 44 h 1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0" h="110">
                    <a:moveTo>
                      <a:pt x="111" y="110"/>
                    </a:moveTo>
                    <a:cubicBezTo>
                      <a:pt x="111" y="110"/>
                      <a:pt x="103" y="72"/>
                      <a:pt x="82" y="63"/>
                    </a:cubicBezTo>
                    <a:cubicBezTo>
                      <a:pt x="62" y="54"/>
                      <a:pt x="36" y="40"/>
                      <a:pt x="33" y="33"/>
                    </a:cubicBezTo>
                    <a:cubicBezTo>
                      <a:pt x="29" y="26"/>
                      <a:pt x="13" y="36"/>
                      <a:pt x="0" y="20"/>
                    </a:cubicBezTo>
                    <a:cubicBezTo>
                      <a:pt x="0" y="20"/>
                      <a:pt x="24" y="36"/>
                      <a:pt x="33" y="25"/>
                    </a:cubicBezTo>
                    <a:cubicBezTo>
                      <a:pt x="41" y="14"/>
                      <a:pt x="38" y="3"/>
                      <a:pt x="38" y="3"/>
                    </a:cubicBezTo>
                    <a:cubicBezTo>
                      <a:pt x="38" y="3"/>
                      <a:pt x="43" y="17"/>
                      <a:pt x="38" y="25"/>
                    </a:cubicBezTo>
                    <a:cubicBezTo>
                      <a:pt x="33" y="33"/>
                      <a:pt x="51" y="48"/>
                      <a:pt x="59" y="44"/>
                    </a:cubicBezTo>
                    <a:cubicBezTo>
                      <a:pt x="67" y="40"/>
                      <a:pt x="87" y="13"/>
                      <a:pt x="97" y="11"/>
                    </a:cubicBezTo>
                    <a:cubicBezTo>
                      <a:pt x="107" y="8"/>
                      <a:pt x="119" y="3"/>
                      <a:pt x="120" y="0"/>
                    </a:cubicBezTo>
                    <a:cubicBezTo>
                      <a:pt x="120" y="0"/>
                      <a:pt x="110" y="10"/>
                      <a:pt x="98" y="13"/>
                    </a:cubicBezTo>
                    <a:cubicBezTo>
                      <a:pt x="86" y="17"/>
                      <a:pt x="67" y="42"/>
                      <a:pt x="72" y="47"/>
                    </a:cubicBezTo>
                    <a:cubicBezTo>
                      <a:pt x="77" y="52"/>
                      <a:pt x="114" y="71"/>
                      <a:pt x="111" y="110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81" name="Freeform 998">
                <a:extLst>
                  <a:ext uri="{FF2B5EF4-FFF2-40B4-BE49-F238E27FC236}">
                    <a16:creationId xmlns:a16="http://schemas.microsoft.com/office/drawing/2014/main" id="{F3BFF17A-D0E7-4CDE-80AE-922B85D3C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801"/>
                <a:ext cx="29" cy="39"/>
              </a:xfrm>
              <a:custGeom>
                <a:avLst/>
                <a:gdLst>
                  <a:gd name="T0" fmla="*/ 15 w 40"/>
                  <a:gd name="T1" fmla="*/ 4 h 53"/>
                  <a:gd name="T2" fmla="*/ 12 w 40"/>
                  <a:gd name="T3" fmla="*/ 21 h 53"/>
                  <a:gd name="T4" fmla="*/ 0 w 40"/>
                  <a:gd name="T5" fmla="*/ 18 h 53"/>
                  <a:gd name="T6" fmla="*/ 7 w 40"/>
                  <a:gd name="T7" fmla="*/ 13 h 53"/>
                  <a:gd name="T8" fmla="*/ 3 w 40"/>
                  <a:gd name="T9" fmla="*/ 0 h 53"/>
                  <a:gd name="T10" fmla="*/ 9 w 40"/>
                  <a:gd name="T11" fmla="*/ 7 h 53"/>
                  <a:gd name="T12" fmla="*/ 15 w 40"/>
                  <a:gd name="T13" fmla="*/ 4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53">
                    <a:moveTo>
                      <a:pt x="40" y="11"/>
                    </a:moveTo>
                    <a:cubicBezTo>
                      <a:pt x="40" y="11"/>
                      <a:pt x="7" y="27"/>
                      <a:pt x="30" y="53"/>
                    </a:cubicBezTo>
                    <a:cubicBezTo>
                      <a:pt x="30" y="53"/>
                      <a:pt x="13" y="28"/>
                      <a:pt x="0" y="45"/>
                    </a:cubicBezTo>
                    <a:cubicBezTo>
                      <a:pt x="0" y="45"/>
                      <a:pt x="11" y="31"/>
                      <a:pt x="16" y="34"/>
                    </a:cubicBezTo>
                    <a:cubicBezTo>
                      <a:pt x="21" y="36"/>
                      <a:pt x="20" y="11"/>
                      <a:pt x="8" y="0"/>
                    </a:cubicBezTo>
                    <a:cubicBezTo>
                      <a:pt x="8" y="0"/>
                      <a:pt x="23" y="12"/>
                      <a:pt x="22" y="18"/>
                    </a:cubicBezTo>
                    <a:cubicBezTo>
                      <a:pt x="21" y="24"/>
                      <a:pt x="40" y="11"/>
                      <a:pt x="40" y="11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82" name="Freeform 999">
                <a:extLst>
                  <a:ext uri="{FF2B5EF4-FFF2-40B4-BE49-F238E27FC236}">
                    <a16:creationId xmlns:a16="http://schemas.microsoft.com/office/drawing/2014/main" id="{E9168D1A-3692-42AE-8B62-0756DC3A6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772"/>
                <a:ext cx="104" cy="86"/>
              </a:xfrm>
              <a:custGeom>
                <a:avLst/>
                <a:gdLst>
                  <a:gd name="T0" fmla="*/ 56 w 142"/>
                  <a:gd name="T1" fmla="*/ 8 h 117"/>
                  <a:gd name="T2" fmla="*/ 33 w 142"/>
                  <a:gd name="T3" fmla="*/ 15 h 117"/>
                  <a:gd name="T4" fmla="*/ 40 w 142"/>
                  <a:gd name="T5" fmla="*/ 46 h 117"/>
                  <a:gd name="T6" fmla="*/ 34 w 142"/>
                  <a:gd name="T7" fmla="*/ 27 h 117"/>
                  <a:gd name="T8" fmla="*/ 27 w 142"/>
                  <a:gd name="T9" fmla="*/ 18 h 117"/>
                  <a:gd name="T10" fmla="*/ 5 w 142"/>
                  <a:gd name="T11" fmla="*/ 37 h 117"/>
                  <a:gd name="T12" fmla="*/ 15 w 142"/>
                  <a:gd name="T13" fmla="*/ 15 h 117"/>
                  <a:gd name="T14" fmla="*/ 0 w 142"/>
                  <a:gd name="T15" fmla="*/ 13 h 117"/>
                  <a:gd name="T16" fmla="*/ 4 w 142"/>
                  <a:gd name="T17" fmla="*/ 9 h 117"/>
                  <a:gd name="T18" fmla="*/ 6 w 142"/>
                  <a:gd name="T19" fmla="*/ 0 h 117"/>
                  <a:gd name="T20" fmla="*/ 5 w 142"/>
                  <a:gd name="T21" fmla="*/ 8 h 117"/>
                  <a:gd name="T22" fmla="*/ 18 w 142"/>
                  <a:gd name="T23" fmla="*/ 15 h 117"/>
                  <a:gd name="T24" fmla="*/ 30 w 142"/>
                  <a:gd name="T25" fmla="*/ 13 h 117"/>
                  <a:gd name="T26" fmla="*/ 56 w 142"/>
                  <a:gd name="T27" fmla="*/ 8 h 1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2" h="117">
                    <a:moveTo>
                      <a:pt x="142" y="20"/>
                    </a:moveTo>
                    <a:cubicBezTo>
                      <a:pt x="142" y="20"/>
                      <a:pt x="77" y="19"/>
                      <a:pt x="84" y="40"/>
                    </a:cubicBezTo>
                    <a:cubicBezTo>
                      <a:pt x="91" y="61"/>
                      <a:pt x="105" y="105"/>
                      <a:pt x="101" y="117"/>
                    </a:cubicBezTo>
                    <a:cubicBezTo>
                      <a:pt x="101" y="117"/>
                      <a:pt x="93" y="70"/>
                      <a:pt x="86" y="70"/>
                    </a:cubicBezTo>
                    <a:cubicBezTo>
                      <a:pt x="86" y="70"/>
                      <a:pt x="87" y="44"/>
                      <a:pt x="70" y="43"/>
                    </a:cubicBezTo>
                    <a:cubicBezTo>
                      <a:pt x="53" y="43"/>
                      <a:pt x="25" y="77"/>
                      <a:pt x="14" y="94"/>
                    </a:cubicBezTo>
                    <a:cubicBezTo>
                      <a:pt x="14" y="94"/>
                      <a:pt x="51" y="49"/>
                      <a:pt x="39" y="40"/>
                    </a:cubicBezTo>
                    <a:cubicBezTo>
                      <a:pt x="27" y="32"/>
                      <a:pt x="14" y="23"/>
                      <a:pt x="0" y="33"/>
                    </a:cubicBezTo>
                    <a:cubicBezTo>
                      <a:pt x="0" y="33"/>
                      <a:pt x="9" y="27"/>
                      <a:pt x="9" y="22"/>
                    </a:cubicBezTo>
                    <a:cubicBezTo>
                      <a:pt x="9" y="16"/>
                      <a:pt x="11" y="3"/>
                      <a:pt x="15" y="0"/>
                    </a:cubicBezTo>
                    <a:cubicBezTo>
                      <a:pt x="15" y="0"/>
                      <a:pt x="8" y="18"/>
                      <a:pt x="12" y="21"/>
                    </a:cubicBezTo>
                    <a:cubicBezTo>
                      <a:pt x="15" y="25"/>
                      <a:pt x="40" y="30"/>
                      <a:pt x="45" y="39"/>
                    </a:cubicBezTo>
                    <a:cubicBezTo>
                      <a:pt x="49" y="49"/>
                      <a:pt x="72" y="40"/>
                      <a:pt x="77" y="34"/>
                    </a:cubicBezTo>
                    <a:cubicBezTo>
                      <a:pt x="81" y="28"/>
                      <a:pt x="105" y="16"/>
                      <a:pt x="142" y="20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83" name="Freeform 1000">
                <a:extLst>
                  <a:ext uri="{FF2B5EF4-FFF2-40B4-BE49-F238E27FC236}">
                    <a16:creationId xmlns:a16="http://schemas.microsoft.com/office/drawing/2014/main" id="{EFD942A2-EE2A-4A4C-8A1B-D406CBE10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" y="816"/>
                <a:ext cx="398" cy="285"/>
              </a:xfrm>
              <a:custGeom>
                <a:avLst/>
                <a:gdLst>
                  <a:gd name="T0" fmla="*/ 216 w 540"/>
                  <a:gd name="T1" fmla="*/ 130 h 386"/>
                  <a:gd name="T2" fmla="*/ 198 w 540"/>
                  <a:gd name="T3" fmla="*/ 138 h 386"/>
                  <a:gd name="T4" fmla="*/ 184 w 540"/>
                  <a:gd name="T5" fmla="*/ 155 h 386"/>
                  <a:gd name="T6" fmla="*/ 178 w 540"/>
                  <a:gd name="T7" fmla="*/ 142 h 386"/>
                  <a:gd name="T8" fmla="*/ 151 w 540"/>
                  <a:gd name="T9" fmla="*/ 129 h 386"/>
                  <a:gd name="T10" fmla="*/ 123 w 540"/>
                  <a:gd name="T11" fmla="*/ 126 h 386"/>
                  <a:gd name="T12" fmla="*/ 75 w 540"/>
                  <a:gd name="T13" fmla="*/ 95 h 386"/>
                  <a:gd name="T14" fmla="*/ 68 w 540"/>
                  <a:gd name="T15" fmla="*/ 93 h 386"/>
                  <a:gd name="T16" fmla="*/ 63 w 540"/>
                  <a:gd name="T17" fmla="*/ 101 h 386"/>
                  <a:gd name="T18" fmla="*/ 64 w 540"/>
                  <a:gd name="T19" fmla="*/ 86 h 386"/>
                  <a:gd name="T20" fmla="*/ 60 w 540"/>
                  <a:gd name="T21" fmla="*/ 84 h 386"/>
                  <a:gd name="T22" fmla="*/ 62 w 540"/>
                  <a:gd name="T23" fmla="*/ 75 h 386"/>
                  <a:gd name="T24" fmla="*/ 36 w 540"/>
                  <a:gd name="T25" fmla="*/ 44 h 386"/>
                  <a:gd name="T26" fmla="*/ 20 w 540"/>
                  <a:gd name="T27" fmla="*/ 21 h 386"/>
                  <a:gd name="T28" fmla="*/ 0 w 540"/>
                  <a:gd name="T29" fmla="*/ 17 h 386"/>
                  <a:gd name="T30" fmla="*/ 21 w 540"/>
                  <a:gd name="T31" fmla="*/ 15 h 386"/>
                  <a:gd name="T32" fmla="*/ 25 w 540"/>
                  <a:gd name="T33" fmla="*/ 33 h 386"/>
                  <a:gd name="T34" fmla="*/ 57 w 540"/>
                  <a:gd name="T35" fmla="*/ 63 h 386"/>
                  <a:gd name="T36" fmla="*/ 65 w 540"/>
                  <a:gd name="T37" fmla="*/ 82 h 386"/>
                  <a:gd name="T38" fmla="*/ 68 w 540"/>
                  <a:gd name="T39" fmla="*/ 89 h 386"/>
                  <a:gd name="T40" fmla="*/ 75 w 540"/>
                  <a:gd name="T41" fmla="*/ 84 h 386"/>
                  <a:gd name="T42" fmla="*/ 80 w 540"/>
                  <a:gd name="T43" fmla="*/ 97 h 386"/>
                  <a:gd name="T44" fmla="*/ 127 w 540"/>
                  <a:gd name="T45" fmla="*/ 123 h 386"/>
                  <a:gd name="T46" fmla="*/ 160 w 540"/>
                  <a:gd name="T47" fmla="*/ 106 h 386"/>
                  <a:gd name="T48" fmla="*/ 147 w 540"/>
                  <a:gd name="T49" fmla="*/ 122 h 386"/>
                  <a:gd name="T50" fmla="*/ 164 w 540"/>
                  <a:gd name="T51" fmla="*/ 133 h 386"/>
                  <a:gd name="T52" fmla="*/ 191 w 540"/>
                  <a:gd name="T53" fmla="*/ 139 h 386"/>
                  <a:gd name="T54" fmla="*/ 216 w 540"/>
                  <a:gd name="T55" fmla="*/ 130 h 38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40" h="386">
                    <a:moveTo>
                      <a:pt x="540" y="323"/>
                    </a:moveTo>
                    <a:cubicBezTo>
                      <a:pt x="540" y="323"/>
                      <a:pt x="509" y="328"/>
                      <a:pt x="492" y="342"/>
                    </a:cubicBezTo>
                    <a:cubicBezTo>
                      <a:pt x="475" y="355"/>
                      <a:pt x="458" y="372"/>
                      <a:pt x="460" y="386"/>
                    </a:cubicBezTo>
                    <a:cubicBezTo>
                      <a:pt x="460" y="386"/>
                      <a:pt x="465" y="353"/>
                      <a:pt x="443" y="352"/>
                    </a:cubicBezTo>
                    <a:cubicBezTo>
                      <a:pt x="421" y="351"/>
                      <a:pt x="387" y="326"/>
                      <a:pt x="377" y="321"/>
                    </a:cubicBezTo>
                    <a:cubicBezTo>
                      <a:pt x="367" y="317"/>
                      <a:pt x="336" y="307"/>
                      <a:pt x="306" y="312"/>
                    </a:cubicBezTo>
                    <a:cubicBezTo>
                      <a:pt x="276" y="318"/>
                      <a:pt x="212" y="297"/>
                      <a:pt x="188" y="234"/>
                    </a:cubicBezTo>
                    <a:cubicBezTo>
                      <a:pt x="188" y="234"/>
                      <a:pt x="175" y="228"/>
                      <a:pt x="170" y="232"/>
                    </a:cubicBezTo>
                    <a:cubicBezTo>
                      <a:pt x="164" y="237"/>
                      <a:pt x="156" y="250"/>
                      <a:pt x="156" y="250"/>
                    </a:cubicBezTo>
                    <a:cubicBezTo>
                      <a:pt x="156" y="250"/>
                      <a:pt x="170" y="229"/>
                      <a:pt x="160" y="215"/>
                    </a:cubicBezTo>
                    <a:cubicBezTo>
                      <a:pt x="150" y="202"/>
                      <a:pt x="149" y="210"/>
                      <a:pt x="149" y="210"/>
                    </a:cubicBezTo>
                    <a:cubicBezTo>
                      <a:pt x="149" y="210"/>
                      <a:pt x="159" y="206"/>
                      <a:pt x="155" y="187"/>
                    </a:cubicBezTo>
                    <a:cubicBezTo>
                      <a:pt x="150" y="169"/>
                      <a:pt x="113" y="117"/>
                      <a:pt x="90" y="109"/>
                    </a:cubicBezTo>
                    <a:cubicBezTo>
                      <a:pt x="67" y="102"/>
                      <a:pt x="44" y="82"/>
                      <a:pt x="49" y="53"/>
                    </a:cubicBezTo>
                    <a:cubicBezTo>
                      <a:pt x="54" y="24"/>
                      <a:pt x="25" y="14"/>
                      <a:pt x="0" y="42"/>
                    </a:cubicBezTo>
                    <a:cubicBezTo>
                      <a:pt x="0" y="42"/>
                      <a:pt x="34" y="0"/>
                      <a:pt x="54" y="37"/>
                    </a:cubicBezTo>
                    <a:cubicBezTo>
                      <a:pt x="59" y="47"/>
                      <a:pt x="44" y="64"/>
                      <a:pt x="63" y="83"/>
                    </a:cubicBezTo>
                    <a:cubicBezTo>
                      <a:pt x="82" y="102"/>
                      <a:pt x="124" y="117"/>
                      <a:pt x="143" y="156"/>
                    </a:cubicBezTo>
                    <a:cubicBezTo>
                      <a:pt x="163" y="195"/>
                      <a:pt x="164" y="199"/>
                      <a:pt x="161" y="205"/>
                    </a:cubicBezTo>
                    <a:cubicBezTo>
                      <a:pt x="161" y="205"/>
                      <a:pt x="171" y="214"/>
                      <a:pt x="169" y="222"/>
                    </a:cubicBezTo>
                    <a:cubicBezTo>
                      <a:pt x="169" y="222"/>
                      <a:pt x="182" y="235"/>
                      <a:pt x="188" y="209"/>
                    </a:cubicBezTo>
                    <a:cubicBezTo>
                      <a:pt x="188" y="209"/>
                      <a:pt x="187" y="222"/>
                      <a:pt x="199" y="242"/>
                    </a:cubicBezTo>
                    <a:cubicBezTo>
                      <a:pt x="211" y="261"/>
                      <a:pt x="246" y="318"/>
                      <a:pt x="317" y="305"/>
                    </a:cubicBezTo>
                    <a:cubicBezTo>
                      <a:pt x="388" y="293"/>
                      <a:pt x="390" y="291"/>
                      <a:pt x="400" y="262"/>
                    </a:cubicBezTo>
                    <a:cubicBezTo>
                      <a:pt x="400" y="262"/>
                      <a:pt x="401" y="285"/>
                      <a:pt x="366" y="304"/>
                    </a:cubicBezTo>
                    <a:cubicBezTo>
                      <a:pt x="352" y="312"/>
                      <a:pt x="409" y="330"/>
                      <a:pt x="411" y="331"/>
                    </a:cubicBezTo>
                    <a:cubicBezTo>
                      <a:pt x="414" y="332"/>
                      <a:pt x="445" y="362"/>
                      <a:pt x="476" y="344"/>
                    </a:cubicBezTo>
                    <a:cubicBezTo>
                      <a:pt x="507" y="327"/>
                      <a:pt x="540" y="323"/>
                      <a:pt x="540" y="323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84" name="Freeform 1001">
                <a:extLst>
                  <a:ext uri="{FF2B5EF4-FFF2-40B4-BE49-F238E27FC236}">
                    <a16:creationId xmlns:a16="http://schemas.microsoft.com/office/drawing/2014/main" id="{BE75DE5C-DD34-4D67-8C84-E45159E13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945"/>
                <a:ext cx="105" cy="244"/>
              </a:xfrm>
              <a:custGeom>
                <a:avLst/>
                <a:gdLst>
                  <a:gd name="T0" fmla="*/ 57 w 143"/>
                  <a:gd name="T1" fmla="*/ 132 h 332"/>
                  <a:gd name="T2" fmla="*/ 32 w 143"/>
                  <a:gd name="T3" fmla="*/ 106 h 332"/>
                  <a:gd name="T4" fmla="*/ 24 w 143"/>
                  <a:gd name="T5" fmla="*/ 97 h 332"/>
                  <a:gd name="T6" fmla="*/ 11 w 143"/>
                  <a:gd name="T7" fmla="*/ 79 h 332"/>
                  <a:gd name="T8" fmla="*/ 5 w 143"/>
                  <a:gd name="T9" fmla="*/ 54 h 332"/>
                  <a:gd name="T10" fmla="*/ 5 w 143"/>
                  <a:gd name="T11" fmla="*/ 34 h 332"/>
                  <a:gd name="T12" fmla="*/ 27 w 143"/>
                  <a:gd name="T13" fmla="*/ 4 h 332"/>
                  <a:gd name="T14" fmla="*/ 19 w 143"/>
                  <a:gd name="T15" fmla="*/ 7 h 332"/>
                  <a:gd name="T16" fmla="*/ 14 w 143"/>
                  <a:gd name="T17" fmla="*/ 0 h 332"/>
                  <a:gd name="T18" fmla="*/ 15 w 143"/>
                  <a:gd name="T19" fmla="*/ 10 h 332"/>
                  <a:gd name="T20" fmla="*/ 1 w 143"/>
                  <a:gd name="T21" fmla="*/ 35 h 332"/>
                  <a:gd name="T22" fmla="*/ 1 w 143"/>
                  <a:gd name="T23" fmla="*/ 39 h 332"/>
                  <a:gd name="T24" fmla="*/ 4 w 143"/>
                  <a:gd name="T25" fmla="*/ 56 h 332"/>
                  <a:gd name="T26" fmla="*/ 11 w 143"/>
                  <a:gd name="T27" fmla="*/ 80 h 332"/>
                  <a:gd name="T28" fmla="*/ 22 w 143"/>
                  <a:gd name="T29" fmla="*/ 99 h 332"/>
                  <a:gd name="T30" fmla="*/ 34 w 143"/>
                  <a:gd name="T31" fmla="*/ 108 h 332"/>
                  <a:gd name="T32" fmla="*/ 57 w 143"/>
                  <a:gd name="T33" fmla="*/ 132 h 3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3" h="332">
                    <a:moveTo>
                      <a:pt x="143" y="332"/>
                    </a:moveTo>
                    <a:cubicBezTo>
                      <a:pt x="143" y="332"/>
                      <a:pt x="126" y="273"/>
                      <a:pt x="82" y="267"/>
                    </a:cubicBezTo>
                    <a:cubicBezTo>
                      <a:pt x="69" y="265"/>
                      <a:pt x="62" y="259"/>
                      <a:pt x="61" y="244"/>
                    </a:cubicBezTo>
                    <a:cubicBezTo>
                      <a:pt x="59" y="229"/>
                      <a:pt x="37" y="198"/>
                      <a:pt x="28" y="198"/>
                    </a:cubicBezTo>
                    <a:cubicBezTo>
                      <a:pt x="19" y="197"/>
                      <a:pt x="21" y="143"/>
                      <a:pt x="13" y="138"/>
                    </a:cubicBezTo>
                    <a:cubicBezTo>
                      <a:pt x="5" y="132"/>
                      <a:pt x="1" y="94"/>
                      <a:pt x="14" y="85"/>
                    </a:cubicBezTo>
                    <a:cubicBezTo>
                      <a:pt x="27" y="77"/>
                      <a:pt x="45" y="11"/>
                      <a:pt x="69" y="11"/>
                    </a:cubicBezTo>
                    <a:cubicBezTo>
                      <a:pt x="69" y="11"/>
                      <a:pt x="51" y="14"/>
                      <a:pt x="47" y="18"/>
                    </a:cubicBezTo>
                    <a:cubicBezTo>
                      <a:pt x="44" y="21"/>
                      <a:pt x="42" y="1"/>
                      <a:pt x="36" y="0"/>
                    </a:cubicBezTo>
                    <a:cubicBezTo>
                      <a:pt x="36" y="0"/>
                      <a:pt x="45" y="16"/>
                      <a:pt x="40" y="26"/>
                    </a:cubicBezTo>
                    <a:cubicBezTo>
                      <a:pt x="36" y="37"/>
                      <a:pt x="16" y="82"/>
                      <a:pt x="2" y="87"/>
                    </a:cubicBezTo>
                    <a:cubicBezTo>
                      <a:pt x="2" y="87"/>
                      <a:pt x="4" y="94"/>
                      <a:pt x="2" y="98"/>
                    </a:cubicBezTo>
                    <a:cubicBezTo>
                      <a:pt x="1" y="101"/>
                      <a:pt x="0" y="130"/>
                      <a:pt x="11" y="142"/>
                    </a:cubicBezTo>
                    <a:cubicBezTo>
                      <a:pt x="23" y="154"/>
                      <a:pt x="8" y="190"/>
                      <a:pt x="27" y="202"/>
                    </a:cubicBezTo>
                    <a:cubicBezTo>
                      <a:pt x="46" y="213"/>
                      <a:pt x="54" y="239"/>
                      <a:pt x="56" y="250"/>
                    </a:cubicBezTo>
                    <a:cubicBezTo>
                      <a:pt x="58" y="260"/>
                      <a:pt x="72" y="269"/>
                      <a:pt x="85" y="272"/>
                    </a:cubicBezTo>
                    <a:cubicBezTo>
                      <a:pt x="99" y="274"/>
                      <a:pt x="126" y="293"/>
                      <a:pt x="143" y="332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85" name="Freeform 1002">
                <a:extLst>
                  <a:ext uri="{FF2B5EF4-FFF2-40B4-BE49-F238E27FC236}">
                    <a16:creationId xmlns:a16="http://schemas.microsoft.com/office/drawing/2014/main" id="{4C21DD64-0ED5-484F-8EF3-62101242C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146"/>
                <a:ext cx="52" cy="37"/>
              </a:xfrm>
              <a:custGeom>
                <a:avLst/>
                <a:gdLst>
                  <a:gd name="T0" fmla="*/ 28 w 71"/>
                  <a:gd name="T1" fmla="*/ 13 h 50"/>
                  <a:gd name="T2" fmla="*/ 0 w 71"/>
                  <a:gd name="T3" fmla="*/ 20 h 50"/>
                  <a:gd name="T4" fmla="*/ 18 w 71"/>
                  <a:gd name="T5" fmla="*/ 0 h 50"/>
                  <a:gd name="T6" fmla="*/ 15 w 71"/>
                  <a:gd name="T7" fmla="*/ 10 h 50"/>
                  <a:gd name="T8" fmla="*/ 28 w 71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50">
                    <a:moveTo>
                      <a:pt x="71" y="32"/>
                    </a:moveTo>
                    <a:cubicBezTo>
                      <a:pt x="71" y="32"/>
                      <a:pt x="29" y="22"/>
                      <a:pt x="0" y="50"/>
                    </a:cubicBezTo>
                    <a:cubicBezTo>
                      <a:pt x="0" y="50"/>
                      <a:pt x="49" y="22"/>
                      <a:pt x="47" y="0"/>
                    </a:cubicBezTo>
                    <a:cubicBezTo>
                      <a:pt x="47" y="0"/>
                      <a:pt x="45" y="21"/>
                      <a:pt x="37" y="26"/>
                    </a:cubicBezTo>
                    <a:cubicBezTo>
                      <a:pt x="37" y="26"/>
                      <a:pt x="63" y="28"/>
                      <a:pt x="71" y="32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86" name="Freeform 1003">
                <a:extLst>
                  <a:ext uri="{FF2B5EF4-FFF2-40B4-BE49-F238E27FC236}">
                    <a16:creationId xmlns:a16="http://schemas.microsoft.com/office/drawing/2014/main" id="{D2C8C24E-606C-463A-B00D-D896FC836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985"/>
                <a:ext cx="79" cy="65"/>
              </a:xfrm>
              <a:custGeom>
                <a:avLst/>
                <a:gdLst>
                  <a:gd name="T0" fmla="*/ 43 w 107"/>
                  <a:gd name="T1" fmla="*/ 13 h 88"/>
                  <a:gd name="T2" fmla="*/ 30 w 107"/>
                  <a:gd name="T3" fmla="*/ 18 h 88"/>
                  <a:gd name="T4" fmla="*/ 25 w 107"/>
                  <a:gd name="T5" fmla="*/ 20 h 88"/>
                  <a:gd name="T6" fmla="*/ 21 w 107"/>
                  <a:gd name="T7" fmla="*/ 21 h 88"/>
                  <a:gd name="T8" fmla="*/ 16 w 107"/>
                  <a:gd name="T9" fmla="*/ 18 h 88"/>
                  <a:gd name="T10" fmla="*/ 10 w 107"/>
                  <a:gd name="T11" fmla="*/ 16 h 88"/>
                  <a:gd name="T12" fmla="*/ 4 w 107"/>
                  <a:gd name="T13" fmla="*/ 0 h 88"/>
                  <a:gd name="T14" fmla="*/ 7 w 107"/>
                  <a:gd name="T15" fmla="*/ 16 h 88"/>
                  <a:gd name="T16" fmla="*/ 19 w 107"/>
                  <a:gd name="T17" fmla="*/ 24 h 88"/>
                  <a:gd name="T18" fmla="*/ 12 w 107"/>
                  <a:gd name="T19" fmla="*/ 35 h 88"/>
                  <a:gd name="T20" fmla="*/ 27 w 107"/>
                  <a:gd name="T21" fmla="*/ 22 h 88"/>
                  <a:gd name="T22" fmla="*/ 41 w 107"/>
                  <a:gd name="T23" fmla="*/ 16 h 88"/>
                  <a:gd name="T24" fmla="*/ 43 w 107"/>
                  <a:gd name="T25" fmla="*/ 13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7" h="88">
                    <a:moveTo>
                      <a:pt x="107" y="33"/>
                    </a:moveTo>
                    <a:cubicBezTo>
                      <a:pt x="98" y="39"/>
                      <a:pt x="84" y="39"/>
                      <a:pt x="75" y="43"/>
                    </a:cubicBezTo>
                    <a:cubicBezTo>
                      <a:pt x="70" y="45"/>
                      <a:pt x="66" y="47"/>
                      <a:pt x="62" y="50"/>
                    </a:cubicBezTo>
                    <a:cubicBezTo>
                      <a:pt x="56" y="54"/>
                      <a:pt x="57" y="56"/>
                      <a:pt x="51" y="53"/>
                    </a:cubicBezTo>
                    <a:cubicBezTo>
                      <a:pt x="47" y="51"/>
                      <a:pt x="45" y="46"/>
                      <a:pt x="40" y="44"/>
                    </a:cubicBezTo>
                    <a:cubicBezTo>
                      <a:pt x="36" y="41"/>
                      <a:pt x="31" y="41"/>
                      <a:pt x="26" y="40"/>
                    </a:cubicBezTo>
                    <a:cubicBezTo>
                      <a:pt x="10" y="35"/>
                      <a:pt x="5" y="16"/>
                      <a:pt x="9" y="0"/>
                    </a:cubicBezTo>
                    <a:cubicBezTo>
                      <a:pt x="5" y="17"/>
                      <a:pt x="0" y="30"/>
                      <a:pt x="16" y="41"/>
                    </a:cubicBezTo>
                    <a:cubicBezTo>
                      <a:pt x="26" y="48"/>
                      <a:pt x="39" y="48"/>
                      <a:pt x="47" y="58"/>
                    </a:cubicBezTo>
                    <a:cubicBezTo>
                      <a:pt x="41" y="68"/>
                      <a:pt x="31" y="76"/>
                      <a:pt x="28" y="88"/>
                    </a:cubicBezTo>
                    <a:cubicBezTo>
                      <a:pt x="38" y="74"/>
                      <a:pt x="53" y="66"/>
                      <a:pt x="66" y="56"/>
                    </a:cubicBezTo>
                    <a:cubicBezTo>
                      <a:pt x="77" y="48"/>
                      <a:pt x="89" y="40"/>
                      <a:pt x="103" y="38"/>
                    </a:cubicBezTo>
                    <a:lnTo>
                      <a:pt x="107" y="33"/>
                    </a:ln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87" name="Freeform 1004">
                <a:extLst>
                  <a:ext uri="{FF2B5EF4-FFF2-40B4-BE49-F238E27FC236}">
                    <a16:creationId xmlns:a16="http://schemas.microsoft.com/office/drawing/2014/main" id="{84AB5999-0D6C-413A-B5A3-F40CFBD02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" y="997"/>
                <a:ext cx="43" cy="80"/>
              </a:xfrm>
              <a:custGeom>
                <a:avLst/>
                <a:gdLst>
                  <a:gd name="T0" fmla="*/ 24 w 58"/>
                  <a:gd name="T1" fmla="*/ 35 h 109"/>
                  <a:gd name="T2" fmla="*/ 10 w 58"/>
                  <a:gd name="T3" fmla="*/ 23 h 109"/>
                  <a:gd name="T4" fmla="*/ 2 w 58"/>
                  <a:gd name="T5" fmla="*/ 14 h 109"/>
                  <a:gd name="T6" fmla="*/ 5 w 58"/>
                  <a:gd name="T7" fmla="*/ 0 h 109"/>
                  <a:gd name="T8" fmla="*/ 1 w 58"/>
                  <a:gd name="T9" fmla="*/ 14 h 109"/>
                  <a:gd name="T10" fmla="*/ 8 w 58"/>
                  <a:gd name="T11" fmla="*/ 23 h 109"/>
                  <a:gd name="T12" fmla="*/ 22 w 58"/>
                  <a:gd name="T13" fmla="*/ 37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109">
                    <a:moveTo>
                      <a:pt x="58" y="90"/>
                    </a:moveTo>
                    <a:cubicBezTo>
                      <a:pt x="32" y="106"/>
                      <a:pt x="33" y="74"/>
                      <a:pt x="25" y="59"/>
                    </a:cubicBezTo>
                    <a:cubicBezTo>
                      <a:pt x="20" y="50"/>
                      <a:pt x="8" y="45"/>
                      <a:pt x="6" y="35"/>
                    </a:cubicBezTo>
                    <a:cubicBezTo>
                      <a:pt x="4" y="23"/>
                      <a:pt x="13" y="11"/>
                      <a:pt x="13" y="0"/>
                    </a:cubicBezTo>
                    <a:cubicBezTo>
                      <a:pt x="7" y="10"/>
                      <a:pt x="0" y="23"/>
                      <a:pt x="2" y="36"/>
                    </a:cubicBezTo>
                    <a:cubicBezTo>
                      <a:pt x="5" y="48"/>
                      <a:pt x="15" y="51"/>
                      <a:pt x="20" y="60"/>
                    </a:cubicBezTo>
                    <a:cubicBezTo>
                      <a:pt x="29" y="77"/>
                      <a:pt x="26" y="109"/>
                      <a:pt x="55" y="94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88" name="Freeform 1005">
                <a:extLst>
                  <a:ext uri="{FF2B5EF4-FFF2-40B4-BE49-F238E27FC236}">
                    <a16:creationId xmlns:a16="http://schemas.microsoft.com/office/drawing/2014/main" id="{C25BCAA1-7FF4-466F-A960-2C151EE94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" y="878"/>
                <a:ext cx="27" cy="106"/>
              </a:xfrm>
              <a:custGeom>
                <a:avLst/>
                <a:gdLst>
                  <a:gd name="T0" fmla="*/ 4 w 37"/>
                  <a:gd name="T1" fmla="*/ 0 h 143"/>
                  <a:gd name="T2" fmla="*/ 10 w 37"/>
                  <a:gd name="T3" fmla="*/ 27 h 143"/>
                  <a:gd name="T4" fmla="*/ 15 w 37"/>
                  <a:gd name="T5" fmla="*/ 59 h 143"/>
                  <a:gd name="T6" fmla="*/ 8 w 37"/>
                  <a:gd name="T7" fmla="*/ 30 h 143"/>
                  <a:gd name="T8" fmla="*/ 4 w 37"/>
                  <a:gd name="T9" fmla="*/ 3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43">
                    <a:moveTo>
                      <a:pt x="10" y="0"/>
                    </a:moveTo>
                    <a:cubicBezTo>
                      <a:pt x="8" y="24"/>
                      <a:pt x="22" y="44"/>
                      <a:pt x="26" y="66"/>
                    </a:cubicBezTo>
                    <a:cubicBezTo>
                      <a:pt x="31" y="92"/>
                      <a:pt x="16" y="122"/>
                      <a:pt x="37" y="143"/>
                    </a:cubicBezTo>
                    <a:cubicBezTo>
                      <a:pt x="10" y="125"/>
                      <a:pt x="29" y="99"/>
                      <a:pt x="21" y="74"/>
                    </a:cubicBezTo>
                    <a:cubicBezTo>
                      <a:pt x="16" y="57"/>
                      <a:pt x="0" y="24"/>
                      <a:pt x="11" y="7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89" name="Freeform 1006">
                <a:extLst>
                  <a:ext uri="{FF2B5EF4-FFF2-40B4-BE49-F238E27FC236}">
                    <a16:creationId xmlns:a16="http://schemas.microsoft.com/office/drawing/2014/main" id="{79A5D76F-E6A7-4532-92F2-CFCF2895A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902"/>
                <a:ext cx="44" cy="60"/>
              </a:xfrm>
              <a:custGeom>
                <a:avLst/>
                <a:gdLst>
                  <a:gd name="T0" fmla="*/ 23 w 59"/>
                  <a:gd name="T1" fmla="*/ 16 h 81"/>
                  <a:gd name="T2" fmla="*/ 19 w 59"/>
                  <a:gd name="T3" fmla="*/ 10 h 81"/>
                  <a:gd name="T4" fmla="*/ 14 w 59"/>
                  <a:gd name="T5" fmla="*/ 14 h 81"/>
                  <a:gd name="T6" fmla="*/ 9 w 59"/>
                  <a:gd name="T7" fmla="*/ 20 h 81"/>
                  <a:gd name="T8" fmla="*/ 12 w 59"/>
                  <a:gd name="T9" fmla="*/ 24 h 81"/>
                  <a:gd name="T10" fmla="*/ 7 w 59"/>
                  <a:gd name="T11" fmla="*/ 33 h 81"/>
                  <a:gd name="T12" fmla="*/ 8 w 59"/>
                  <a:gd name="T13" fmla="*/ 23 h 81"/>
                  <a:gd name="T14" fmla="*/ 0 w 59"/>
                  <a:gd name="T15" fmla="*/ 19 h 81"/>
                  <a:gd name="T16" fmla="*/ 10 w 59"/>
                  <a:gd name="T17" fmla="*/ 15 h 81"/>
                  <a:gd name="T18" fmla="*/ 17 w 59"/>
                  <a:gd name="T19" fmla="*/ 9 h 81"/>
                  <a:gd name="T20" fmla="*/ 19 w 59"/>
                  <a:gd name="T21" fmla="*/ 0 h 81"/>
                  <a:gd name="T22" fmla="*/ 19 w 59"/>
                  <a:gd name="T23" fmla="*/ 7 h 81"/>
                  <a:gd name="T24" fmla="*/ 22 w 59"/>
                  <a:gd name="T25" fmla="*/ 13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81">
                    <a:moveTo>
                      <a:pt x="56" y="38"/>
                    </a:moveTo>
                    <a:cubicBezTo>
                      <a:pt x="59" y="36"/>
                      <a:pt x="53" y="24"/>
                      <a:pt x="47" y="24"/>
                    </a:cubicBezTo>
                    <a:cubicBezTo>
                      <a:pt x="42" y="24"/>
                      <a:pt x="37" y="32"/>
                      <a:pt x="34" y="35"/>
                    </a:cubicBezTo>
                    <a:cubicBezTo>
                      <a:pt x="30" y="39"/>
                      <a:pt x="24" y="43"/>
                      <a:pt x="22" y="48"/>
                    </a:cubicBezTo>
                    <a:cubicBezTo>
                      <a:pt x="21" y="53"/>
                      <a:pt x="23" y="65"/>
                      <a:pt x="30" y="59"/>
                    </a:cubicBezTo>
                    <a:cubicBezTo>
                      <a:pt x="20" y="62"/>
                      <a:pt x="19" y="72"/>
                      <a:pt x="17" y="81"/>
                    </a:cubicBezTo>
                    <a:cubicBezTo>
                      <a:pt x="18" y="74"/>
                      <a:pt x="24" y="65"/>
                      <a:pt x="20" y="57"/>
                    </a:cubicBezTo>
                    <a:cubicBezTo>
                      <a:pt x="17" y="50"/>
                      <a:pt x="7" y="48"/>
                      <a:pt x="0" y="46"/>
                    </a:cubicBezTo>
                    <a:cubicBezTo>
                      <a:pt x="11" y="44"/>
                      <a:pt x="15" y="44"/>
                      <a:pt x="24" y="37"/>
                    </a:cubicBezTo>
                    <a:cubicBezTo>
                      <a:pt x="30" y="32"/>
                      <a:pt x="36" y="27"/>
                      <a:pt x="42" y="22"/>
                    </a:cubicBezTo>
                    <a:cubicBezTo>
                      <a:pt x="45" y="16"/>
                      <a:pt x="48" y="6"/>
                      <a:pt x="47" y="0"/>
                    </a:cubicBezTo>
                    <a:cubicBezTo>
                      <a:pt x="47" y="5"/>
                      <a:pt x="45" y="14"/>
                      <a:pt x="47" y="19"/>
                    </a:cubicBezTo>
                    <a:cubicBezTo>
                      <a:pt x="49" y="24"/>
                      <a:pt x="54" y="25"/>
                      <a:pt x="54" y="31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90" name="Freeform 1007">
                <a:extLst>
                  <a:ext uri="{FF2B5EF4-FFF2-40B4-BE49-F238E27FC236}">
                    <a16:creationId xmlns:a16="http://schemas.microsoft.com/office/drawing/2014/main" id="{3BE07B41-1889-40A9-895C-E5D6D83CE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124"/>
                <a:ext cx="59" cy="44"/>
              </a:xfrm>
              <a:custGeom>
                <a:avLst/>
                <a:gdLst>
                  <a:gd name="T0" fmla="*/ 1 w 81"/>
                  <a:gd name="T1" fmla="*/ 5 h 60"/>
                  <a:gd name="T2" fmla="*/ 11 w 81"/>
                  <a:gd name="T3" fmla="*/ 5 h 60"/>
                  <a:gd name="T4" fmla="*/ 18 w 81"/>
                  <a:gd name="T5" fmla="*/ 11 h 60"/>
                  <a:gd name="T6" fmla="*/ 31 w 81"/>
                  <a:gd name="T7" fmla="*/ 23 h 60"/>
                  <a:gd name="T8" fmla="*/ 18 w 81"/>
                  <a:gd name="T9" fmla="*/ 9 h 60"/>
                  <a:gd name="T10" fmla="*/ 0 w 81"/>
                  <a:gd name="T11" fmla="*/ 6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60">
                    <a:moveTo>
                      <a:pt x="1" y="14"/>
                    </a:moveTo>
                    <a:cubicBezTo>
                      <a:pt x="10" y="13"/>
                      <a:pt x="18" y="8"/>
                      <a:pt x="28" y="12"/>
                    </a:cubicBezTo>
                    <a:cubicBezTo>
                      <a:pt x="36" y="15"/>
                      <a:pt x="42" y="22"/>
                      <a:pt x="47" y="29"/>
                    </a:cubicBezTo>
                    <a:cubicBezTo>
                      <a:pt x="56" y="41"/>
                      <a:pt x="63" y="60"/>
                      <a:pt x="81" y="59"/>
                    </a:cubicBezTo>
                    <a:cubicBezTo>
                      <a:pt x="60" y="55"/>
                      <a:pt x="60" y="35"/>
                      <a:pt x="47" y="22"/>
                    </a:cubicBezTo>
                    <a:cubicBezTo>
                      <a:pt x="37" y="10"/>
                      <a:pt x="11" y="0"/>
                      <a:pt x="0" y="15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91" name="Freeform 1008">
                <a:extLst>
                  <a:ext uri="{FF2B5EF4-FFF2-40B4-BE49-F238E27FC236}">
                    <a16:creationId xmlns:a16="http://schemas.microsoft.com/office/drawing/2014/main" id="{AA320F3F-D84C-4851-AEB3-7FAAD0433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1097"/>
                <a:ext cx="76" cy="26"/>
              </a:xfrm>
              <a:custGeom>
                <a:avLst/>
                <a:gdLst>
                  <a:gd name="T0" fmla="*/ 0 w 103"/>
                  <a:gd name="T1" fmla="*/ 12 h 35"/>
                  <a:gd name="T2" fmla="*/ 19 w 103"/>
                  <a:gd name="T3" fmla="*/ 7 h 35"/>
                  <a:gd name="T4" fmla="*/ 30 w 103"/>
                  <a:gd name="T5" fmla="*/ 5 h 35"/>
                  <a:gd name="T6" fmla="*/ 41 w 103"/>
                  <a:gd name="T7" fmla="*/ 0 h 35"/>
                  <a:gd name="T8" fmla="*/ 24 w 103"/>
                  <a:gd name="T9" fmla="*/ 7 h 35"/>
                  <a:gd name="T10" fmla="*/ 15 w 103"/>
                  <a:gd name="T11" fmla="*/ 10 h 35"/>
                  <a:gd name="T12" fmla="*/ 5 w 103"/>
                  <a:gd name="T13" fmla="*/ 12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35">
                    <a:moveTo>
                      <a:pt x="0" y="30"/>
                    </a:moveTo>
                    <a:cubicBezTo>
                      <a:pt x="16" y="35"/>
                      <a:pt x="34" y="22"/>
                      <a:pt x="47" y="17"/>
                    </a:cubicBezTo>
                    <a:cubicBezTo>
                      <a:pt x="55" y="13"/>
                      <a:pt x="65" y="16"/>
                      <a:pt x="74" y="14"/>
                    </a:cubicBezTo>
                    <a:cubicBezTo>
                      <a:pt x="84" y="12"/>
                      <a:pt x="97" y="9"/>
                      <a:pt x="103" y="0"/>
                    </a:cubicBezTo>
                    <a:cubicBezTo>
                      <a:pt x="90" y="14"/>
                      <a:pt x="76" y="18"/>
                      <a:pt x="58" y="19"/>
                    </a:cubicBezTo>
                    <a:cubicBezTo>
                      <a:pt x="49" y="19"/>
                      <a:pt x="45" y="23"/>
                      <a:pt x="37" y="26"/>
                    </a:cubicBezTo>
                    <a:cubicBezTo>
                      <a:pt x="30" y="29"/>
                      <a:pt x="21" y="28"/>
                      <a:pt x="13" y="29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92" name="Freeform 1009">
                <a:extLst>
                  <a:ext uri="{FF2B5EF4-FFF2-40B4-BE49-F238E27FC236}">
                    <a16:creationId xmlns:a16="http://schemas.microsoft.com/office/drawing/2014/main" id="{49FBE737-6DAF-48A2-B1C3-AFF2E9C7D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918"/>
                <a:ext cx="44" cy="32"/>
              </a:xfrm>
              <a:custGeom>
                <a:avLst/>
                <a:gdLst>
                  <a:gd name="T0" fmla="*/ 17 w 60"/>
                  <a:gd name="T1" fmla="*/ 0 h 44"/>
                  <a:gd name="T2" fmla="*/ 12 w 60"/>
                  <a:gd name="T3" fmla="*/ 9 h 44"/>
                  <a:gd name="T4" fmla="*/ 0 w 60"/>
                  <a:gd name="T5" fmla="*/ 12 h 44"/>
                  <a:gd name="T6" fmla="*/ 12 w 60"/>
                  <a:gd name="T7" fmla="*/ 11 h 44"/>
                  <a:gd name="T8" fmla="*/ 23 w 60"/>
                  <a:gd name="T9" fmla="*/ 17 h 44"/>
                  <a:gd name="T10" fmla="*/ 18 w 60"/>
                  <a:gd name="T11" fmla="*/ 11 h 44"/>
                  <a:gd name="T12" fmla="*/ 17 w 60"/>
                  <a:gd name="T13" fmla="*/ 4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4">
                    <a:moveTo>
                      <a:pt x="43" y="0"/>
                    </a:moveTo>
                    <a:cubicBezTo>
                      <a:pt x="47" y="8"/>
                      <a:pt x="39" y="22"/>
                      <a:pt x="31" y="25"/>
                    </a:cubicBezTo>
                    <a:cubicBezTo>
                      <a:pt x="21" y="29"/>
                      <a:pt x="8" y="24"/>
                      <a:pt x="0" y="32"/>
                    </a:cubicBezTo>
                    <a:cubicBezTo>
                      <a:pt x="10" y="33"/>
                      <a:pt x="21" y="29"/>
                      <a:pt x="31" y="28"/>
                    </a:cubicBezTo>
                    <a:cubicBezTo>
                      <a:pt x="46" y="27"/>
                      <a:pt x="47" y="40"/>
                      <a:pt x="60" y="44"/>
                    </a:cubicBezTo>
                    <a:cubicBezTo>
                      <a:pt x="57" y="37"/>
                      <a:pt x="49" y="35"/>
                      <a:pt x="45" y="29"/>
                    </a:cubicBezTo>
                    <a:cubicBezTo>
                      <a:pt x="40" y="21"/>
                      <a:pt x="46" y="17"/>
                      <a:pt x="44" y="9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93" name="Freeform 1010">
                <a:extLst>
                  <a:ext uri="{FF2B5EF4-FFF2-40B4-BE49-F238E27FC236}">
                    <a16:creationId xmlns:a16="http://schemas.microsoft.com/office/drawing/2014/main" id="{82C49A1A-C00A-450B-8BB1-44F7B975A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864"/>
                <a:ext cx="39" cy="86"/>
              </a:xfrm>
              <a:custGeom>
                <a:avLst/>
                <a:gdLst>
                  <a:gd name="T0" fmla="*/ 0 w 53"/>
                  <a:gd name="T1" fmla="*/ 0 h 118"/>
                  <a:gd name="T2" fmla="*/ 8 w 53"/>
                  <a:gd name="T3" fmla="*/ 9 h 118"/>
                  <a:gd name="T4" fmla="*/ 14 w 53"/>
                  <a:gd name="T5" fmla="*/ 22 h 118"/>
                  <a:gd name="T6" fmla="*/ 16 w 53"/>
                  <a:gd name="T7" fmla="*/ 35 h 118"/>
                  <a:gd name="T8" fmla="*/ 10 w 53"/>
                  <a:gd name="T9" fmla="*/ 46 h 118"/>
                  <a:gd name="T10" fmla="*/ 13 w 53"/>
                  <a:gd name="T11" fmla="*/ 20 h 118"/>
                  <a:gd name="T12" fmla="*/ 10 w 53"/>
                  <a:gd name="T13" fmla="*/ 9 h 118"/>
                  <a:gd name="T14" fmla="*/ 1 w 53"/>
                  <a:gd name="T15" fmla="*/ 2 h 1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118">
                    <a:moveTo>
                      <a:pt x="0" y="0"/>
                    </a:moveTo>
                    <a:cubicBezTo>
                      <a:pt x="3" y="11"/>
                      <a:pt x="12" y="16"/>
                      <a:pt x="20" y="24"/>
                    </a:cubicBezTo>
                    <a:cubicBezTo>
                      <a:pt x="28" y="33"/>
                      <a:pt x="32" y="44"/>
                      <a:pt x="35" y="56"/>
                    </a:cubicBezTo>
                    <a:cubicBezTo>
                      <a:pt x="38" y="66"/>
                      <a:pt x="41" y="79"/>
                      <a:pt x="41" y="90"/>
                    </a:cubicBezTo>
                    <a:cubicBezTo>
                      <a:pt x="41" y="102"/>
                      <a:pt x="32" y="108"/>
                      <a:pt x="26" y="118"/>
                    </a:cubicBezTo>
                    <a:cubicBezTo>
                      <a:pt x="53" y="105"/>
                      <a:pt x="39" y="73"/>
                      <a:pt x="34" y="52"/>
                    </a:cubicBezTo>
                    <a:cubicBezTo>
                      <a:pt x="32" y="42"/>
                      <a:pt x="30" y="33"/>
                      <a:pt x="23" y="25"/>
                    </a:cubicBezTo>
                    <a:cubicBezTo>
                      <a:pt x="17" y="18"/>
                      <a:pt x="3" y="14"/>
                      <a:pt x="1" y="5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94" name="Freeform 1011">
                <a:extLst>
                  <a:ext uri="{FF2B5EF4-FFF2-40B4-BE49-F238E27FC236}">
                    <a16:creationId xmlns:a16="http://schemas.microsoft.com/office/drawing/2014/main" id="{8D01FD59-E89C-4A00-A2D5-C8D23577C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053"/>
                <a:ext cx="42" cy="88"/>
              </a:xfrm>
              <a:custGeom>
                <a:avLst/>
                <a:gdLst>
                  <a:gd name="T0" fmla="*/ 5 w 57"/>
                  <a:gd name="T1" fmla="*/ 0 h 120"/>
                  <a:gd name="T2" fmla="*/ 8 w 57"/>
                  <a:gd name="T3" fmla="*/ 12 h 120"/>
                  <a:gd name="T4" fmla="*/ 1 w 57"/>
                  <a:gd name="T5" fmla="*/ 7 h 120"/>
                  <a:gd name="T6" fmla="*/ 7 w 57"/>
                  <a:gd name="T7" fmla="*/ 16 h 120"/>
                  <a:gd name="T8" fmla="*/ 10 w 57"/>
                  <a:gd name="T9" fmla="*/ 27 h 120"/>
                  <a:gd name="T10" fmla="*/ 0 w 57"/>
                  <a:gd name="T11" fmla="*/ 19 h 120"/>
                  <a:gd name="T12" fmla="*/ 11 w 57"/>
                  <a:gd name="T13" fmla="*/ 30 h 120"/>
                  <a:gd name="T14" fmla="*/ 23 w 57"/>
                  <a:gd name="T15" fmla="*/ 48 h 120"/>
                  <a:gd name="T16" fmla="*/ 12 w 57"/>
                  <a:gd name="T17" fmla="*/ 29 h 120"/>
                  <a:gd name="T18" fmla="*/ 10 w 57"/>
                  <a:gd name="T19" fmla="*/ 21 h 120"/>
                  <a:gd name="T20" fmla="*/ 7 w 57"/>
                  <a:gd name="T21" fmla="*/ 3 h 1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120">
                    <a:moveTo>
                      <a:pt x="13" y="0"/>
                    </a:moveTo>
                    <a:cubicBezTo>
                      <a:pt x="15" y="9"/>
                      <a:pt x="21" y="21"/>
                      <a:pt x="20" y="30"/>
                    </a:cubicBezTo>
                    <a:cubicBezTo>
                      <a:pt x="11" y="29"/>
                      <a:pt x="7" y="21"/>
                      <a:pt x="1" y="17"/>
                    </a:cubicBezTo>
                    <a:cubicBezTo>
                      <a:pt x="9" y="24"/>
                      <a:pt x="16" y="31"/>
                      <a:pt x="18" y="41"/>
                    </a:cubicBezTo>
                    <a:cubicBezTo>
                      <a:pt x="21" y="50"/>
                      <a:pt x="20" y="60"/>
                      <a:pt x="23" y="70"/>
                    </a:cubicBezTo>
                    <a:cubicBezTo>
                      <a:pt x="18" y="58"/>
                      <a:pt x="11" y="54"/>
                      <a:pt x="0" y="49"/>
                    </a:cubicBezTo>
                    <a:cubicBezTo>
                      <a:pt x="11" y="56"/>
                      <a:pt x="20" y="66"/>
                      <a:pt x="27" y="77"/>
                    </a:cubicBezTo>
                    <a:cubicBezTo>
                      <a:pt x="36" y="91"/>
                      <a:pt x="49" y="104"/>
                      <a:pt x="57" y="120"/>
                    </a:cubicBezTo>
                    <a:cubicBezTo>
                      <a:pt x="49" y="104"/>
                      <a:pt x="35" y="92"/>
                      <a:pt x="30" y="75"/>
                    </a:cubicBezTo>
                    <a:cubicBezTo>
                      <a:pt x="27" y="68"/>
                      <a:pt x="25" y="61"/>
                      <a:pt x="24" y="53"/>
                    </a:cubicBezTo>
                    <a:cubicBezTo>
                      <a:pt x="22" y="37"/>
                      <a:pt x="21" y="22"/>
                      <a:pt x="16" y="7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95" name="Freeform 1012">
                <a:extLst>
                  <a:ext uri="{FF2B5EF4-FFF2-40B4-BE49-F238E27FC236}">
                    <a16:creationId xmlns:a16="http://schemas.microsoft.com/office/drawing/2014/main" id="{B2D4C1D2-C855-4158-8FEC-8A15D0DDD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212"/>
                <a:ext cx="59" cy="86"/>
              </a:xfrm>
              <a:custGeom>
                <a:avLst/>
                <a:gdLst>
                  <a:gd name="T0" fmla="*/ 29 w 81"/>
                  <a:gd name="T1" fmla="*/ 0 h 116"/>
                  <a:gd name="T2" fmla="*/ 9 w 81"/>
                  <a:gd name="T3" fmla="*/ 12 h 116"/>
                  <a:gd name="T4" fmla="*/ 9 w 81"/>
                  <a:gd name="T5" fmla="*/ 25 h 116"/>
                  <a:gd name="T6" fmla="*/ 0 w 81"/>
                  <a:gd name="T7" fmla="*/ 36 h 116"/>
                  <a:gd name="T8" fmla="*/ 0 w 81"/>
                  <a:gd name="T9" fmla="*/ 47 h 116"/>
                  <a:gd name="T10" fmla="*/ 2 w 81"/>
                  <a:gd name="T11" fmla="*/ 35 h 116"/>
                  <a:gd name="T12" fmla="*/ 11 w 81"/>
                  <a:gd name="T13" fmla="*/ 14 h 116"/>
                  <a:gd name="T14" fmla="*/ 20 w 81"/>
                  <a:gd name="T15" fmla="*/ 11 h 116"/>
                  <a:gd name="T16" fmla="*/ 29 w 81"/>
                  <a:gd name="T17" fmla="*/ 1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116">
                    <a:moveTo>
                      <a:pt x="75" y="0"/>
                    </a:moveTo>
                    <a:cubicBezTo>
                      <a:pt x="81" y="6"/>
                      <a:pt x="35" y="31"/>
                      <a:pt x="24" y="30"/>
                    </a:cubicBezTo>
                    <a:cubicBezTo>
                      <a:pt x="29" y="43"/>
                      <a:pt x="33" y="49"/>
                      <a:pt x="24" y="62"/>
                    </a:cubicBezTo>
                    <a:cubicBezTo>
                      <a:pt x="17" y="72"/>
                      <a:pt x="9" y="79"/>
                      <a:pt x="0" y="87"/>
                    </a:cubicBezTo>
                    <a:cubicBezTo>
                      <a:pt x="7" y="96"/>
                      <a:pt x="5" y="107"/>
                      <a:pt x="0" y="116"/>
                    </a:cubicBezTo>
                    <a:cubicBezTo>
                      <a:pt x="9" y="104"/>
                      <a:pt x="7" y="99"/>
                      <a:pt x="6" y="86"/>
                    </a:cubicBezTo>
                    <a:cubicBezTo>
                      <a:pt x="20" y="83"/>
                      <a:pt x="36" y="49"/>
                      <a:pt x="29" y="35"/>
                    </a:cubicBezTo>
                    <a:cubicBezTo>
                      <a:pt x="37" y="31"/>
                      <a:pt x="46" y="32"/>
                      <a:pt x="54" y="27"/>
                    </a:cubicBezTo>
                    <a:cubicBezTo>
                      <a:pt x="63" y="22"/>
                      <a:pt x="68" y="11"/>
                      <a:pt x="75" y="4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96" name="Freeform 1013">
                <a:extLst>
                  <a:ext uri="{FF2B5EF4-FFF2-40B4-BE49-F238E27FC236}">
                    <a16:creationId xmlns:a16="http://schemas.microsoft.com/office/drawing/2014/main" id="{F8494403-D5BB-4324-A652-D252B0928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251"/>
                <a:ext cx="102" cy="21"/>
              </a:xfrm>
              <a:custGeom>
                <a:avLst/>
                <a:gdLst>
                  <a:gd name="T0" fmla="*/ 55 w 138"/>
                  <a:gd name="T1" fmla="*/ 6 h 29"/>
                  <a:gd name="T2" fmla="*/ 35 w 138"/>
                  <a:gd name="T3" fmla="*/ 7 h 29"/>
                  <a:gd name="T4" fmla="*/ 22 w 138"/>
                  <a:gd name="T5" fmla="*/ 3 h 29"/>
                  <a:gd name="T6" fmla="*/ 0 w 138"/>
                  <a:gd name="T7" fmla="*/ 3 h 29"/>
                  <a:gd name="T8" fmla="*/ 13 w 138"/>
                  <a:gd name="T9" fmla="*/ 2 h 29"/>
                  <a:gd name="T10" fmla="*/ 24 w 138"/>
                  <a:gd name="T11" fmla="*/ 4 h 29"/>
                  <a:gd name="T12" fmla="*/ 47 w 138"/>
                  <a:gd name="T13" fmla="*/ 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29">
                    <a:moveTo>
                      <a:pt x="138" y="15"/>
                    </a:moveTo>
                    <a:cubicBezTo>
                      <a:pt x="124" y="21"/>
                      <a:pt x="103" y="21"/>
                      <a:pt x="88" y="20"/>
                    </a:cubicBezTo>
                    <a:cubicBezTo>
                      <a:pt x="76" y="19"/>
                      <a:pt x="65" y="13"/>
                      <a:pt x="55" y="8"/>
                    </a:cubicBezTo>
                    <a:cubicBezTo>
                      <a:pt x="39" y="1"/>
                      <a:pt x="16" y="0"/>
                      <a:pt x="0" y="7"/>
                    </a:cubicBezTo>
                    <a:cubicBezTo>
                      <a:pt x="11" y="8"/>
                      <a:pt x="21" y="6"/>
                      <a:pt x="32" y="6"/>
                    </a:cubicBezTo>
                    <a:cubicBezTo>
                      <a:pt x="41" y="7"/>
                      <a:pt x="50" y="9"/>
                      <a:pt x="60" y="11"/>
                    </a:cubicBezTo>
                    <a:cubicBezTo>
                      <a:pt x="76" y="15"/>
                      <a:pt x="100" y="29"/>
                      <a:pt x="117" y="21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97" name="Freeform 1014">
                <a:extLst>
                  <a:ext uri="{FF2B5EF4-FFF2-40B4-BE49-F238E27FC236}">
                    <a16:creationId xmlns:a16="http://schemas.microsoft.com/office/drawing/2014/main" id="{CDAD9923-4A7F-4459-9F49-10C940DC7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" y="1114"/>
                <a:ext cx="48" cy="41"/>
              </a:xfrm>
              <a:custGeom>
                <a:avLst/>
                <a:gdLst>
                  <a:gd name="T0" fmla="*/ 2 w 66"/>
                  <a:gd name="T1" fmla="*/ 0 h 55"/>
                  <a:gd name="T2" fmla="*/ 2 w 66"/>
                  <a:gd name="T3" fmla="*/ 8 h 55"/>
                  <a:gd name="T4" fmla="*/ 1 w 66"/>
                  <a:gd name="T5" fmla="*/ 18 h 55"/>
                  <a:gd name="T6" fmla="*/ 9 w 66"/>
                  <a:gd name="T7" fmla="*/ 19 h 55"/>
                  <a:gd name="T8" fmla="*/ 15 w 66"/>
                  <a:gd name="T9" fmla="*/ 23 h 55"/>
                  <a:gd name="T10" fmla="*/ 25 w 66"/>
                  <a:gd name="T11" fmla="*/ 16 h 55"/>
                  <a:gd name="T12" fmla="*/ 15 w 66"/>
                  <a:gd name="T13" fmla="*/ 22 h 55"/>
                  <a:gd name="T14" fmla="*/ 9 w 66"/>
                  <a:gd name="T15" fmla="*/ 21 h 55"/>
                  <a:gd name="T16" fmla="*/ 3 w 66"/>
                  <a:gd name="T17" fmla="*/ 19 h 55"/>
                  <a:gd name="T18" fmla="*/ 2 w 66"/>
                  <a:gd name="T19" fmla="*/ 9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55">
                    <a:moveTo>
                      <a:pt x="5" y="0"/>
                    </a:moveTo>
                    <a:cubicBezTo>
                      <a:pt x="7" y="6"/>
                      <a:pt x="6" y="13"/>
                      <a:pt x="6" y="20"/>
                    </a:cubicBezTo>
                    <a:cubicBezTo>
                      <a:pt x="5" y="25"/>
                      <a:pt x="1" y="38"/>
                      <a:pt x="4" y="43"/>
                    </a:cubicBezTo>
                    <a:cubicBezTo>
                      <a:pt x="7" y="50"/>
                      <a:pt x="16" y="43"/>
                      <a:pt x="23" y="45"/>
                    </a:cubicBezTo>
                    <a:cubicBezTo>
                      <a:pt x="29" y="47"/>
                      <a:pt x="34" y="55"/>
                      <a:pt x="40" y="55"/>
                    </a:cubicBezTo>
                    <a:cubicBezTo>
                      <a:pt x="49" y="55"/>
                      <a:pt x="59" y="43"/>
                      <a:pt x="66" y="38"/>
                    </a:cubicBezTo>
                    <a:cubicBezTo>
                      <a:pt x="58" y="44"/>
                      <a:pt x="50" y="50"/>
                      <a:pt x="40" y="52"/>
                    </a:cubicBezTo>
                    <a:cubicBezTo>
                      <a:pt x="32" y="53"/>
                      <a:pt x="30" y="50"/>
                      <a:pt x="23" y="49"/>
                    </a:cubicBezTo>
                    <a:cubicBezTo>
                      <a:pt x="17" y="48"/>
                      <a:pt x="13" y="51"/>
                      <a:pt x="8" y="47"/>
                    </a:cubicBezTo>
                    <a:cubicBezTo>
                      <a:pt x="0" y="41"/>
                      <a:pt x="5" y="32"/>
                      <a:pt x="5" y="22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98" name="Freeform 1015">
                <a:extLst>
                  <a:ext uri="{FF2B5EF4-FFF2-40B4-BE49-F238E27FC236}">
                    <a16:creationId xmlns:a16="http://schemas.microsoft.com/office/drawing/2014/main" id="{8783C321-6C81-4762-A099-0B74FFB45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" y="1041"/>
                <a:ext cx="126" cy="114"/>
              </a:xfrm>
              <a:custGeom>
                <a:avLst/>
                <a:gdLst>
                  <a:gd name="T0" fmla="*/ 0 w 172"/>
                  <a:gd name="T1" fmla="*/ 50 h 155"/>
                  <a:gd name="T2" fmla="*/ 18 w 172"/>
                  <a:gd name="T3" fmla="*/ 41 h 155"/>
                  <a:gd name="T4" fmla="*/ 23 w 172"/>
                  <a:gd name="T5" fmla="*/ 32 h 155"/>
                  <a:gd name="T6" fmla="*/ 31 w 172"/>
                  <a:gd name="T7" fmla="*/ 27 h 155"/>
                  <a:gd name="T8" fmla="*/ 39 w 172"/>
                  <a:gd name="T9" fmla="*/ 18 h 155"/>
                  <a:gd name="T10" fmla="*/ 48 w 172"/>
                  <a:gd name="T11" fmla="*/ 14 h 155"/>
                  <a:gd name="T12" fmla="*/ 67 w 172"/>
                  <a:gd name="T13" fmla="*/ 5 h 155"/>
                  <a:gd name="T14" fmla="*/ 50 w 172"/>
                  <a:gd name="T15" fmla="*/ 13 h 155"/>
                  <a:gd name="T16" fmla="*/ 53 w 172"/>
                  <a:gd name="T17" fmla="*/ 28 h 155"/>
                  <a:gd name="T18" fmla="*/ 49 w 172"/>
                  <a:gd name="T19" fmla="*/ 15 h 155"/>
                  <a:gd name="T20" fmla="*/ 32 w 172"/>
                  <a:gd name="T21" fmla="*/ 29 h 155"/>
                  <a:gd name="T22" fmla="*/ 23 w 172"/>
                  <a:gd name="T23" fmla="*/ 34 h 155"/>
                  <a:gd name="T24" fmla="*/ 21 w 172"/>
                  <a:gd name="T25" fmla="*/ 52 h 155"/>
                  <a:gd name="T26" fmla="*/ 18 w 172"/>
                  <a:gd name="T27" fmla="*/ 46 h 155"/>
                  <a:gd name="T28" fmla="*/ 12 w 172"/>
                  <a:gd name="T29" fmla="*/ 62 h 155"/>
                  <a:gd name="T30" fmla="*/ 5 w 172"/>
                  <a:gd name="T31" fmla="*/ 54 h 1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2" h="155">
                    <a:moveTo>
                      <a:pt x="0" y="127"/>
                    </a:moveTo>
                    <a:cubicBezTo>
                      <a:pt x="19" y="127"/>
                      <a:pt x="36" y="119"/>
                      <a:pt x="46" y="104"/>
                    </a:cubicBezTo>
                    <a:cubicBezTo>
                      <a:pt x="50" y="96"/>
                      <a:pt x="53" y="87"/>
                      <a:pt x="59" y="80"/>
                    </a:cubicBezTo>
                    <a:cubicBezTo>
                      <a:pt x="65" y="73"/>
                      <a:pt x="72" y="72"/>
                      <a:pt x="79" y="68"/>
                    </a:cubicBezTo>
                    <a:cubicBezTo>
                      <a:pt x="89" y="64"/>
                      <a:pt x="92" y="52"/>
                      <a:pt x="99" y="44"/>
                    </a:cubicBezTo>
                    <a:cubicBezTo>
                      <a:pt x="105" y="37"/>
                      <a:pt x="113" y="38"/>
                      <a:pt x="122" y="35"/>
                    </a:cubicBezTo>
                    <a:cubicBezTo>
                      <a:pt x="135" y="31"/>
                      <a:pt x="155" y="0"/>
                      <a:pt x="172" y="12"/>
                    </a:cubicBezTo>
                    <a:cubicBezTo>
                      <a:pt x="157" y="17"/>
                      <a:pt x="134" y="15"/>
                      <a:pt x="127" y="34"/>
                    </a:cubicBezTo>
                    <a:cubicBezTo>
                      <a:pt x="123" y="47"/>
                      <a:pt x="126" y="59"/>
                      <a:pt x="135" y="69"/>
                    </a:cubicBezTo>
                    <a:cubicBezTo>
                      <a:pt x="133" y="58"/>
                      <a:pt x="125" y="50"/>
                      <a:pt x="125" y="38"/>
                    </a:cubicBezTo>
                    <a:cubicBezTo>
                      <a:pt x="108" y="41"/>
                      <a:pt x="95" y="63"/>
                      <a:pt x="80" y="72"/>
                    </a:cubicBezTo>
                    <a:cubicBezTo>
                      <a:pt x="74" y="75"/>
                      <a:pt x="64" y="80"/>
                      <a:pt x="58" y="86"/>
                    </a:cubicBezTo>
                    <a:cubicBezTo>
                      <a:pt x="49" y="96"/>
                      <a:pt x="50" y="120"/>
                      <a:pt x="54" y="132"/>
                    </a:cubicBezTo>
                    <a:cubicBezTo>
                      <a:pt x="52" y="127"/>
                      <a:pt x="48" y="122"/>
                      <a:pt x="46" y="116"/>
                    </a:cubicBezTo>
                    <a:cubicBezTo>
                      <a:pt x="37" y="130"/>
                      <a:pt x="26" y="136"/>
                      <a:pt x="32" y="155"/>
                    </a:cubicBezTo>
                    <a:cubicBezTo>
                      <a:pt x="28" y="148"/>
                      <a:pt x="27" y="121"/>
                      <a:pt x="13" y="134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99" name="Freeform 1016">
                <a:extLst>
                  <a:ext uri="{FF2B5EF4-FFF2-40B4-BE49-F238E27FC236}">
                    <a16:creationId xmlns:a16="http://schemas.microsoft.com/office/drawing/2014/main" id="{036D6E15-1B9A-4C15-B643-3A0E7C223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718"/>
                <a:ext cx="46" cy="54"/>
              </a:xfrm>
              <a:custGeom>
                <a:avLst/>
                <a:gdLst>
                  <a:gd name="T0" fmla="*/ 25 w 63"/>
                  <a:gd name="T1" fmla="*/ 0 h 73"/>
                  <a:gd name="T2" fmla="*/ 8 w 63"/>
                  <a:gd name="T3" fmla="*/ 16 h 73"/>
                  <a:gd name="T4" fmla="*/ 0 w 63"/>
                  <a:gd name="T5" fmla="*/ 27 h 73"/>
                  <a:gd name="T6" fmla="*/ 4 w 63"/>
                  <a:gd name="T7" fmla="*/ 30 h 73"/>
                  <a:gd name="T8" fmla="*/ 9 w 63"/>
                  <a:gd name="T9" fmla="*/ 16 h 73"/>
                  <a:gd name="T10" fmla="*/ 17 w 63"/>
                  <a:gd name="T11" fmla="*/ 11 h 73"/>
                  <a:gd name="T12" fmla="*/ 25 w 63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73">
                    <a:moveTo>
                      <a:pt x="63" y="0"/>
                    </a:moveTo>
                    <a:cubicBezTo>
                      <a:pt x="55" y="19"/>
                      <a:pt x="32" y="23"/>
                      <a:pt x="20" y="38"/>
                    </a:cubicBezTo>
                    <a:cubicBezTo>
                      <a:pt x="13" y="46"/>
                      <a:pt x="14" y="63"/>
                      <a:pt x="0" y="65"/>
                    </a:cubicBezTo>
                    <a:cubicBezTo>
                      <a:pt x="3" y="68"/>
                      <a:pt x="8" y="72"/>
                      <a:pt x="11" y="73"/>
                    </a:cubicBezTo>
                    <a:cubicBezTo>
                      <a:pt x="12" y="60"/>
                      <a:pt x="14" y="47"/>
                      <a:pt x="25" y="39"/>
                    </a:cubicBezTo>
                    <a:cubicBezTo>
                      <a:pt x="30" y="34"/>
                      <a:pt x="37" y="31"/>
                      <a:pt x="42" y="27"/>
                    </a:cubicBezTo>
                    <a:cubicBezTo>
                      <a:pt x="51" y="20"/>
                      <a:pt x="58" y="11"/>
                      <a:pt x="63" y="0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00" name="Freeform 1017">
                <a:extLst>
                  <a:ext uri="{FF2B5EF4-FFF2-40B4-BE49-F238E27FC236}">
                    <a16:creationId xmlns:a16="http://schemas.microsoft.com/office/drawing/2014/main" id="{DEBCD0E4-BFBD-438A-A7E9-2BCE0AD8D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962"/>
                <a:ext cx="68" cy="41"/>
              </a:xfrm>
              <a:custGeom>
                <a:avLst/>
                <a:gdLst>
                  <a:gd name="T0" fmla="*/ 37 w 93"/>
                  <a:gd name="T1" fmla="*/ 7 h 56"/>
                  <a:gd name="T2" fmla="*/ 21 w 93"/>
                  <a:gd name="T3" fmla="*/ 22 h 56"/>
                  <a:gd name="T4" fmla="*/ 14 w 93"/>
                  <a:gd name="T5" fmla="*/ 10 h 56"/>
                  <a:gd name="T6" fmla="*/ 9 w 93"/>
                  <a:gd name="T7" fmla="*/ 4 h 56"/>
                  <a:gd name="T8" fmla="*/ 0 w 93"/>
                  <a:gd name="T9" fmla="*/ 0 h 56"/>
                  <a:gd name="T10" fmla="*/ 9 w 93"/>
                  <a:gd name="T11" fmla="*/ 3 h 56"/>
                  <a:gd name="T12" fmla="*/ 15 w 93"/>
                  <a:gd name="T13" fmla="*/ 10 h 56"/>
                  <a:gd name="T14" fmla="*/ 34 w 93"/>
                  <a:gd name="T15" fmla="*/ 7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56">
                    <a:moveTo>
                      <a:pt x="93" y="16"/>
                    </a:moveTo>
                    <a:cubicBezTo>
                      <a:pt x="74" y="18"/>
                      <a:pt x="53" y="35"/>
                      <a:pt x="54" y="56"/>
                    </a:cubicBezTo>
                    <a:cubicBezTo>
                      <a:pt x="58" y="32"/>
                      <a:pt x="50" y="38"/>
                      <a:pt x="35" y="25"/>
                    </a:cubicBezTo>
                    <a:cubicBezTo>
                      <a:pt x="29" y="20"/>
                      <a:pt x="28" y="13"/>
                      <a:pt x="22" y="9"/>
                    </a:cubicBezTo>
                    <a:cubicBezTo>
                      <a:pt x="16" y="4"/>
                      <a:pt x="7" y="5"/>
                      <a:pt x="0" y="0"/>
                    </a:cubicBezTo>
                    <a:cubicBezTo>
                      <a:pt x="7" y="3"/>
                      <a:pt x="16" y="4"/>
                      <a:pt x="23" y="8"/>
                    </a:cubicBezTo>
                    <a:cubicBezTo>
                      <a:pt x="29" y="12"/>
                      <a:pt x="32" y="21"/>
                      <a:pt x="38" y="26"/>
                    </a:cubicBezTo>
                    <a:cubicBezTo>
                      <a:pt x="53" y="35"/>
                      <a:pt x="75" y="24"/>
                      <a:pt x="87" y="17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01" name="Freeform 1018">
                <a:extLst>
                  <a:ext uri="{FF2B5EF4-FFF2-40B4-BE49-F238E27FC236}">
                    <a16:creationId xmlns:a16="http://schemas.microsoft.com/office/drawing/2014/main" id="{83DF182A-5CEB-4F15-8E12-A81C6DE10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759"/>
                <a:ext cx="45" cy="37"/>
              </a:xfrm>
              <a:custGeom>
                <a:avLst/>
                <a:gdLst>
                  <a:gd name="T0" fmla="*/ 18 w 61"/>
                  <a:gd name="T1" fmla="*/ 0 h 51"/>
                  <a:gd name="T2" fmla="*/ 13 w 61"/>
                  <a:gd name="T3" fmla="*/ 11 h 51"/>
                  <a:gd name="T4" fmla="*/ 0 w 61"/>
                  <a:gd name="T5" fmla="*/ 4 h 51"/>
                  <a:gd name="T6" fmla="*/ 24 w 61"/>
                  <a:gd name="T7" fmla="*/ 20 h 51"/>
                  <a:gd name="T8" fmla="*/ 18 w 61"/>
                  <a:gd name="T9" fmla="*/ 3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1">
                    <a:moveTo>
                      <a:pt x="45" y="0"/>
                    </a:moveTo>
                    <a:cubicBezTo>
                      <a:pt x="43" y="10"/>
                      <a:pt x="37" y="20"/>
                      <a:pt x="34" y="29"/>
                    </a:cubicBezTo>
                    <a:cubicBezTo>
                      <a:pt x="22" y="23"/>
                      <a:pt x="13" y="14"/>
                      <a:pt x="0" y="11"/>
                    </a:cubicBezTo>
                    <a:cubicBezTo>
                      <a:pt x="18" y="27"/>
                      <a:pt x="38" y="43"/>
                      <a:pt x="61" y="51"/>
                    </a:cubicBezTo>
                    <a:cubicBezTo>
                      <a:pt x="42" y="38"/>
                      <a:pt x="36" y="28"/>
                      <a:pt x="45" y="8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02" name="Freeform 1019">
                <a:extLst>
                  <a:ext uri="{FF2B5EF4-FFF2-40B4-BE49-F238E27FC236}">
                    <a16:creationId xmlns:a16="http://schemas.microsoft.com/office/drawing/2014/main" id="{CC6219A3-090D-4BAE-85AE-25D3A8836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990"/>
                <a:ext cx="18" cy="58"/>
              </a:xfrm>
              <a:custGeom>
                <a:avLst/>
                <a:gdLst>
                  <a:gd name="T0" fmla="*/ 2 w 24"/>
                  <a:gd name="T1" fmla="*/ 0 h 79"/>
                  <a:gd name="T2" fmla="*/ 5 w 24"/>
                  <a:gd name="T3" fmla="*/ 32 h 79"/>
                  <a:gd name="T4" fmla="*/ 3 w 24"/>
                  <a:gd name="T5" fmla="*/ 11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79">
                    <a:moveTo>
                      <a:pt x="5" y="0"/>
                    </a:moveTo>
                    <a:cubicBezTo>
                      <a:pt x="0" y="13"/>
                      <a:pt x="0" y="70"/>
                      <a:pt x="12" y="79"/>
                    </a:cubicBezTo>
                    <a:cubicBezTo>
                      <a:pt x="24" y="71"/>
                      <a:pt x="8" y="40"/>
                      <a:pt x="7" y="28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03" name="Freeform 1020">
                <a:extLst>
                  <a:ext uri="{FF2B5EF4-FFF2-40B4-BE49-F238E27FC236}">
                    <a16:creationId xmlns:a16="http://schemas.microsoft.com/office/drawing/2014/main" id="{156AE55C-249F-4F56-B023-C0A518DC4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070"/>
                <a:ext cx="24" cy="29"/>
              </a:xfrm>
              <a:custGeom>
                <a:avLst/>
                <a:gdLst>
                  <a:gd name="T0" fmla="*/ 12 w 33"/>
                  <a:gd name="T1" fmla="*/ 14 h 40"/>
                  <a:gd name="T2" fmla="*/ 0 w 33"/>
                  <a:gd name="T3" fmla="*/ 0 h 40"/>
                  <a:gd name="T4" fmla="*/ 12 w 33"/>
                  <a:gd name="T5" fmla="*/ 1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0">
                    <a:moveTo>
                      <a:pt x="33" y="36"/>
                    </a:moveTo>
                    <a:cubicBezTo>
                      <a:pt x="14" y="40"/>
                      <a:pt x="14" y="8"/>
                      <a:pt x="0" y="0"/>
                    </a:cubicBezTo>
                    <a:cubicBezTo>
                      <a:pt x="8" y="12"/>
                      <a:pt x="24" y="24"/>
                      <a:pt x="30" y="38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04" name="Freeform 1021">
                <a:extLst>
                  <a:ext uri="{FF2B5EF4-FFF2-40B4-BE49-F238E27FC236}">
                    <a16:creationId xmlns:a16="http://schemas.microsoft.com/office/drawing/2014/main" id="{7D2FFC0D-8093-4E0F-8C42-AB58E0860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988"/>
                <a:ext cx="19" cy="22"/>
              </a:xfrm>
              <a:custGeom>
                <a:avLst/>
                <a:gdLst>
                  <a:gd name="T0" fmla="*/ 11 w 25"/>
                  <a:gd name="T1" fmla="*/ 1 h 30"/>
                  <a:gd name="T2" fmla="*/ 1 w 25"/>
                  <a:gd name="T3" fmla="*/ 12 h 30"/>
                  <a:gd name="T4" fmla="*/ 2 w 25"/>
                  <a:gd name="T5" fmla="*/ 2 h 30"/>
                  <a:gd name="T6" fmla="*/ 1 w 25"/>
                  <a:gd name="T7" fmla="*/ 2 h 30"/>
                  <a:gd name="T8" fmla="*/ 1 w 25"/>
                  <a:gd name="T9" fmla="*/ 2 h 30"/>
                  <a:gd name="T10" fmla="*/ 8 w 25"/>
                  <a:gd name="T11" fmla="*/ 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5" y="1"/>
                    </a:moveTo>
                    <a:cubicBezTo>
                      <a:pt x="7" y="0"/>
                      <a:pt x="7" y="19"/>
                      <a:pt x="1" y="30"/>
                    </a:cubicBezTo>
                    <a:cubicBezTo>
                      <a:pt x="5" y="23"/>
                      <a:pt x="6" y="1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6" y="12"/>
                      <a:pt x="14" y="9"/>
                      <a:pt x="19" y="3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05" name="Freeform 1022">
                <a:extLst>
                  <a:ext uri="{FF2B5EF4-FFF2-40B4-BE49-F238E27FC236}">
                    <a16:creationId xmlns:a16="http://schemas.microsoft.com/office/drawing/2014/main" id="{620994AB-E92D-4DB2-A890-2F12BD759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958"/>
                <a:ext cx="26" cy="33"/>
              </a:xfrm>
              <a:custGeom>
                <a:avLst/>
                <a:gdLst>
                  <a:gd name="T0" fmla="*/ 4 w 36"/>
                  <a:gd name="T1" fmla="*/ 0 h 45"/>
                  <a:gd name="T2" fmla="*/ 14 w 36"/>
                  <a:gd name="T3" fmla="*/ 5 h 45"/>
                  <a:gd name="T4" fmla="*/ 13 w 36"/>
                  <a:gd name="T5" fmla="*/ 18 h 45"/>
                  <a:gd name="T6" fmla="*/ 9 w 36"/>
                  <a:gd name="T7" fmla="*/ 11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5">
                    <a:moveTo>
                      <a:pt x="11" y="0"/>
                    </a:moveTo>
                    <a:cubicBezTo>
                      <a:pt x="0" y="21"/>
                      <a:pt x="33" y="41"/>
                      <a:pt x="36" y="12"/>
                    </a:cubicBezTo>
                    <a:cubicBezTo>
                      <a:pt x="31" y="23"/>
                      <a:pt x="22" y="39"/>
                      <a:pt x="35" y="45"/>
                    </a:cubicBezTo>
                    <a:cubicBezTo>
                      <a:pt x="35" y="38"/>
                      <a:pt x="28" y="28"/>
                      <a:pt x="23" y="28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06" name="Freeform 1023">
                <a:extLst>
                  <a:ext uri="{FF2B5EF4-FFF2-40B4-BE49-F238E27FC236}">
                    <a16:creationId xmlns:a16="http://schemas.microsoft.com/office/drawing/2014/main" id="{92A30F9D-1175-4EE5-BFC9-6D1CBDD98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882"/>
                <a:ext cx="31" cy="61"/>
              </a:xfrm>
              <a:custGeom>
                <a:avLst/>
                <a:gdLst>
                  <a:gd name="T0" fmla="*/ 17 w 42"/>
                  <a:gd name="T1" fmla="*/ 0 h 83"/>
                  <a:gd name="T2" fmla="*/ 10 w 42"/>
                  <a:gd name="T3" fmla="*/ 11 h 83"/>
                  <a:gd name="T4" fmla="*/ 9 w 42"/>
                  <a:gd name="T5" fmla="*/ 3 h 83"/>
                  <a:gd name="T6" fmla="*/ 9 w 42"/>
                  <a:gd name="T7" fmla="*/ 18 h 83"/>
                  <a:gd name="T8" fmla="*/ 0 w 42"/>
                  <a:gd name="T9" fmla="*/ 33 h 83"/>
                  <a:gd name="T10" fmla="*/ 17 w 42"/>
                  <a:gd name="T11" fmla="*/ 4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83">
                    <a:moveTo>
                      <a:pt x="42" y="0"/>
                    </a:moveTo>
                    <a:cubicBezTo>
                      <a:pt x="41" y="8"/>
                      <a:pt x="33" y="22"/>
                      <a:pt x="25" y="27"/>
                    </a:cubicBezTo>
                    <a:cubicBezTo>
                      <a:pt x="21" y="21"/>
                      <a:pt x="20" y="14"/>
                      <a:pt x="21" y="8"/>
                    </a:cubicBezTo>
                    <a:cubicBezTo>
                      <a:pt x="20" y="21"/>
                      <a:pt x="25" y="33"/>
                      <a:pt x="22" y="46"/>
                    </a:cubicBezTo>
                    <a:cubicBezTo>
                      <a:pt x="18" y="58"/>
                      <a:pt x="8" y="73"/>
                      <a:pt x="0" y="83"/>
                    </a:cubicBezTo>
                    <a:cubicBezTo>
                      <a:pt x="14" y="58"/>
                      <a:pt x="25" y="32"/>
                      <a:pt x="42" y="11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07" name="Freeform 1024">
                <a:extLst>
                  <a:ext uri="{FF2B5EF4-FFF2-40B4-BE49-F238E27FC236}">
                    <a16:creationId xmlns:a16="http://schemas.microsoft.com/office/drawing/2014/main" id="{C30BBF7C-CEBA-4B1F-BF60-F4BDA7F05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002"/>
                <a:ext cx="55" cy="66"/>
              </a:xfrm>
              <a:custGeom>
                <a:avLst/>
                <a:gdLst>
                  <a:gd name="T0" fmla="*/ 28 w 74"/>
                  <a:gd name="T1" fmla="*/ 19 h 89"/>
                  <a:gd name="T2" fmla="*/ 27 w 74"/>
                  <a:gd name="T3" fmla="*/ 0 h 89"/>
                  <a:gd name="T4" fmla="*/ 7 w 74"/>
                  <a:gd name="T5" fmla="*/ 7 h 89"/>
                  <a:gd name="T6" fmla="*/ 0 w 74"/>
                  <a:gd name="T7" fmla="*/ 36 h 89"/>
                  <a:gd name="T8" fmla="*/ 7 w 74"/>
                  <a:gd name="T9" fmla="*/ 20 h 89"/>
                  <a:gd name="T10" fmla="*/ 11 w 74"/>
                  <a:gd name="T11" fmla="*/ 9 h 89"/>
                  <a:gd name="T12" fmla="*/ 25 w 74"/>
                  <a:gd name="T13" fmla="*/ 1 h 89"/>
                  <a:gd name="T14" fmla="*/ 28 w 74"/>
                  <a:gd name="T15" fmla="*/ 22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9">
                    <a:moveTo>
                      <a:pt x="69" y="47"/>
                    </a:moveTo>
                    <a:cubicBezTo>
                      <a:pt x="74" y="33"/>
                      <a:pt x="69" y="14"/>
                      <a:pt x="65" y="0"/>
                    </a:cubicBezTo>
                    <a:cubicBezTo>
                      <a:pt x="54" y="1"/>
                      <a:pt x="25" y="10"/>
                      <a:pt x="18" y="19"/>
                    </a:cubicBezTo>
                    <a:cubicBezTo>
                      <a:pt x="7" y="34"/>
                      <a:pt x="5" y="71"/>
                      <a:pt x="0" y="89"/>
                    </a:cubicBezTo>
                    <a:cubicBezTo>
                      <a:pt x="5" y="76"/>
                      <a:pt x="13" y="63"/>
                      <a:pt x="18" y="49"/>
                    </a:cubicBezTo>
                    <a:cubicBezTo>
                      <a:pt x="20" y="41"/>
                      <a:pt x="22" y="28"/>
                      <a:pt x="27" y="21"/>
                    </a:cubicBezTo>
                    <a:cubicBezTo>
                      <a:pt x="33" y="13"/>
                      <a:pt x="53" y="6"/>
                      <a:pt x="62" y="1"/>
                    </a:cubicBezTo>
                    <a:cubicBezTo>
                      <a:pt x="74" y="11"/>
                      <a:pt x="72" y="38"/>
                      <a:pt x="67" y="52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08" name="Freeform 1025">
                <a:extLst>
                  <a:ext uri="{FF2B5EF4-FFF2-40B4-BE49-F238E27FC236}">
                    <a16:creationId xmlns:a16="http://schemas.microsoft.com/office/drawing/2014/main" id="{26052084-85D9-4D3A-98C7-5C4AB3DBA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861"/>
                <a:ext cx="34" cy="31"/>
              </a:xfrm>
              <a:custGeom>
                <a:avLst/>
                <a:gdLst>
                  <a:gd name="T0" fmla="*/ 17 w 47"/>
                  <a:gd name="T1" fmla="*/ 1 h 42"/>
                  <a:gd name="T2" fmla="*/ 1 w 47"/>
                  <a:gd name="T3" fmla="*/ 17 h 42"/>
                  <a:gd name="T4" fmla="*/ 18 w 47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2">
                    <a:moveTo>
                      <a:pt x="45" y="2"/>
                    </a:moveTo>
                    <a:cubicBezTo>
                      <a:pt x="24" y="5"/>
                      <a:pt x="11" y="24"/>
                      <a:pt x="3" y="42"/>
                    </a:cubicBezTo>
                    <a:cubicBezTo>
                      <a:pt x="0" y="17"/>
                      <a:pt x="27" y="5"/>
                      <a:pt x="47" y="0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09" name="Freeform 1026">
                <a:extLst>
                  <a:ext uri="{FF2B5EF4-FFF2-40B4-BE49-F238E27FC236}">
                    <a16:creationId xmlns:a16="http://schemas.microsoft.com/office/drawing/2014/main" id="{DEB20800-2609-4BE4-BCE5-B73288259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821"/>
                <a:ext cx="30" cy="17"/>
              </a:xfrm>
              <a:custGeom>
                <a:avLst/>
                <a:gdLst>
                  <a:gd name="T0" fmla="*/ 16 w 41"/>
                  <a:gd name="T1" fmla="*/ 0 h 23"/>
                  <a:gd name="T2" fmla="*/ 10 w 41"/>
                  <a:gd name="T3" fmla="*/ 8 h 23"/>
                  <a:gd name="T4" fmla="*/ 0 w 41"/>
                  <a:gd name="T5" fmla="*/ 10 h 23"/>
                  <a:gd name="T6" fmla="*/ 15 w 41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3">
                    <a:moveTo>
                      <a:pt x="41" y="0"/>
                    </a:moveTo>
                    <a:cubicBezTo>
                      <a:pt x="30" y="0"/>
                      <a:pt x="27" y="10"/>
                      <a:pt x="25" y="20"/>
                    </a:cubicBezTo>
                    <a:cubicBezTo>
                      <a:pt x="21" y="18"/>
                      <a:pt x="7" y="13"/>
                      <a:pt x="0" y="23"/>
                    </a:cubicBezTo>
                    <a:cubicBezTo>
                      <a:pt x="13" y="16"/>
                      <a:pt x="30" y="10"/>
                      <a:pt x="40" y="0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10" name="Freeform 1027">
                <a:extLst>
                  <a:ext uri="{FF2B5EF4-FFF2-40B4-BE49-F238E27FC236}">
                    <a16:creationId xmlns:a16="http://schemas.microsoft.com/office/drawing/2014/main" id="{FEF61695-4620-46A7-9ECF-68D966E40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761"/>
                <a:ext cx="31" cy="19"/>
              </a:xfrm>
              <a:custGeom>
                <a:avLst/>
                <a:gdLst>
                  <a:gd name="T0" fmla="*/ 14 w 43"/>
                  <a:gd name="T1" fmla="*/ 1 h 26"/>
                  <a:gd name="T2" fmla="*/ 16 w 43"/>
                  <a:gd name="T3" fmla="*/ 0 h 26"/>
                  <a:gd name="T4" fmla="*/ 0 w 43"/>
                  <a:gd name="T5" fmla="*/ 8 h 26"/>
                  <a:gd name="T6" fmla="*/ 13 w 43"/>
                  <a:gd name="T7" fmla="*/ 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6">
                    <a:moveTo>
                      <a:pt x="36" y="2"/>
                    </a:moveTo>
                    <a:cubicBezTo>
                      <a:pt x="39" y="1"/>
                      <a:pt x="41" y="3"/>
                      <a:pt x="43" y="0"/>
                    </a:cubicBezTo>
                    <a:cubicBezTo>
                      <a:pt x="25" y="0"/>
                      <a:pt x="17" y="26"/>
                      <a:pt x="0" y="21"/>
                    </a:cubicBezTo>
                    <a:cubicBezTo>
                      <a:pt x="8" y="17"/>
                      <a:pt x="29" y="10"/>
                      <a:pt x="35" y="2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11" name="Freeform 1028">
                <a:extLst>
                  <a:ext uri="{FF2B5EF4-FFF2-40B4-BE49-F238E27FC236}">
                    <a16:creationId xmlns:a16="http://schemas.microsoft.com/office/drawing/2014/main" id="{DBEDAFF5-EF3D-4F0E-9D72-D737781CA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858"/>
                <a:ext cx="13" cy="91"/>
              </a:xfrm>
              <a:custGeom>
                <a:avLst/>
                <a:gdLst>
                  <a:gd name="T0" fmla="*/ 4 w 18"/>
                  <a:gd name="T1" fmla="*/ 0 h 124"/>
                  <a:gd name="T2" fmla="*/ 1 w 18"/>
                  <a:gd name="T3" fmla="*/ 26 h 124"/>
                  <a:gd name="T4" fmla="*/ 0 w 18"/>
                  <a:gd name="T5" fmla="*/ 49 h 124"/>
                  <a:gd name="T6" fmla="*/ 4 w 18"/>
                  <a:gd name="T7" fmla="*/ 3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4">
                    <a:moveTo>
                      <a:pt x="9" y="0"/>
                    </a:moveTo>
                    <a:cubicBezTo>
                      <a:pt x="2" y="22"/>
                      <a:pt x="3" y="44"/>
                      <a:pt x="4" y="67"/>
                    </a:cubicBezTo>
                    <a:cubicBezTo>
                      <a:pt x="5" y="84"/>
                      <a:pt x="8" y="110"/>
                      <a:pt x="0" y="124"/>
                    </a:cubicBezTo>
                    <a:cubicBezTo>
                      <a:pt x="18" y="92"/>
                      <a:pt x="9" y="42"/>
                      <a:pt x="9" y="7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12" name="Freeform 1029">
                <a:extLst>
                  <a:ext uri="{FF2B5EF4-FFF2-40B4-BE49-F238E27FC236}">
                    <a16:creationId xmlns:a16="http://schemas.microsoft.com/office/drawing/2014/main" id="{86144ED2-0E41-4418-B157-C4F5F049F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1226"/>
                <a:ext cx="209" cy="68"/>
              </a:xfrm>
              <a:custGeom>
                <a:avLst/>
                <a:gdLst>
                  <a:gd name="T0" fmla="*/ 113 w 284"/>
                  <a:gd name="T1" fmla="*/ 27 h 92"/>
                  <a:gd name="T2" fmla="*/ 106 w 284"/>
                  <a:gd name="T3" fmla="*/ 32 h 92"/>
                  <a:gd name="T4" fmla="*/ 94 w 284"/>
                  <a:gd name="T5" fmla="*/ 35 h 92"/>
                  <a:gd name="T6" fmla="*/ 83 w 284"/>
                  <a:gd name="T7" fmla="*/ 37 h 92"/>
                  <a:gd name="T8" fmla="*/ 73 w 284"/>
                  <a:gd name="T9" fmla="*/ 32 h 92"/>
                  <a:gd name="T10" fmla="*/ 40 w 284"/>
                  <a:gd name="T11" fmla="*/ 18 h 92"/>
                  <a:gd name="T12" fmla="*/ 12 w 284"/>
                  <a:gd name="T13" fmla="*/ 3 h 92"/>
                  <a:gd name="T14" fmla="*/ 0 w 284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4" h="92">
                    <a:moveTo>
                      <a:pt x="284" y="66"/>
                    </a:moveTo>
                    <a:cubicBezTo>
                      <a:pt x="274" y="68"/>
                      <a:pt x="274" y="73"/>
                      <a:pt x="267" y="78"/>
                    </a:cubicBezTo>
                    <a:cubicBezTo>
                      <a:pt x="258" y="84"/>
                      <a:pt x="248" y="86"/>
                      <a:pt x="237" y="87"/>
                    </a:cubicBezTo>
                    <a:cubicBezTo>
                      <a:pt x="227" y="88"/>
                      <a:pt x="219" y="92"/>
                      <a:pt x="208" y="91"/>
                    </a:cubicBezTo>
                    <a:cubicBezTo>
                      <a:pt x="197" y="90"/>
                      <a:pt x="191" y="85"/>
                      <a:pt x="182" y="78"/>
                    </a:cubicBezTo>
                    <a:cubicBezTo>
                      <a:pt x="159" y="60"/>
                      <a:pt x="128" y="55"/>
                      <a:pt x="101" y="45"/>
                    </a:cubicBezTo>
                    <a:cubicBezTo>
                      <a:pt x="75" y="35"/>
                      <a:pt x="54" y="20"/>
                      <a:pt x="30" y="8"/>
                    </a:cubicBezTo>
                    <a:cubicBezTo>
                      <a:pt x="22" y="4"/>
                      <a:pt x="9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13" name="Freeform 1030">
                <a:extLst>
                  <a:ext uri="{FF2B5EF4-FFF2-40B4-BE49-F238E27FC236}">
                    <a16:creationId xmlns:a16="http://schemas.microsoft.com/office/drawing/2014/main" id="{E21E7E4A-57D1-4A3B-A02C-4703266DB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" y="1202"/>
                <a:ext cx="162" cy="73"/>
              </a:xfrm>
              <a:custGeom>
                <a:avLst/>
                <a:gdLst>
                  <a:gd name="T0" fmla="*/ 0 w 219"/>
                  <a:gd name="T1" fmla="*/ 0 h 99"/>
                  <a:gd name="T2" fmla="*/ 22 w 219"/>
                  <a:gd name="T3" fmla="*/ 21 h 99"/>
                  <a:gd name="T4" fmla="*/ 46 w 219"/>
                  <a:gd name="T5" fmla="*/ 31 h 99"/>
                  <a:gd name="T6" fmla="*/ 67 w 219"/>
                  <a:gd name="T7" fmla="*/ 38 h 99"/>
                  <a:gd name="T8" fmla="*/ 89 w 219"/>
                  <a:gd name="T9" fmla="*/ 3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9" h="99">
                    <a:moveTo>
                      <a:pt x="0" y="0"/>
                    </a:moveTo>
                    <a:cubicBezTo>
                      <a:pt x="13" y="26"/>
                      <a:pt x="24" y="43"/>
                      <a:pt x="54" y="52"/>
                    </a:cubicBezTo>
                    <a:cubicBezTo>
                      <a:pt x="75" y="58"/>
                      <a:pt x="93" y="68"/>
                      <a:pt x="113" y="77"/>
                    </a:cubicBezTo>
                    <a:cubicBezTo>
                      <a:pt x="130" y="84"/>
                      <a:pt x="148" y="88"/>
                      <a:pt x="166" y="93"/>
                    </a:cubicBezTo>
                    <a:cubicBezTo>
                      <a:pt x="185" y="99"/>
                      <a:pt x="198" y="95"/>
                      <a:pt x="219" y="94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14" name="Freeform 1031">
                <a:extLst>
                  <a:ext uri="{FF2B5EF4-FFF2-40B4-BE49-F238E27FC236}">
                    <a16:creationId xmlns:a16="http://schemas.microsoft.com/office/drawing/2014/main" id="{E858EB5E-6075-466D-8DD9-A388DA8BB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1323"/>
                <a:ext cx="67" cy="31"/>
              </a:xfrm>
              <a:custGeom>
                <a:avLst/>
                <a:gdLst>
                  <a:gd name="T0" fmla="*/ 37 w 90"/>
                  <a:gd name="T1" fmla="*/ 17 h 41"/>
                  <a:gd name="T2" fmla="*/ 21 w 90"/>
                  <a:gd name="T3" fmla="*/ 8 h 41"/>
                  <a:gd name="T4" fmla="*/ 0 w 90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41">
                    <a:moveTo>
                      <a:pt x="90" y="39"/>
                    </a:moveTo>
                    <a:cubicBezTo>
                      <a:pt x="76" y="41"/>
                      <a:pt x="62" y="25"/>
                      <a:pt x="51" y="19"/>
                    </a:cubicBezTo>
                    <a:cubicBezTo>
                      <a:pt x="35" y="9"/>
                      <a:pt x="16" y="1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15" name="Freeform 1032">
                <a:extLst>
                  <a:ext uri="{FF2B5EF4-FFF2-40B4-BE49-F238E27FC236}">
                    <a16:creationId xmlns:a16="http://schemas.microsoft.com/office/drawing/2014/main" id="{F6B6C3FC-D9DE-4344-A746-F858D693D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1168"/>
                <a:ext cx="148" cy="76"/>
              </a:xfrm>
              <a:custGeom>
                <a:avLst/>
                <a:gdLst>
                  <a:gd name="T0" fmla="*/ 0 w 200"/>
                  <a:gd name="T1" fmla="*/ 0 h 104"/>
                  <a:gd name="T2" fmla="*/ 7 w 200"/>
                  <a:gd name="T3" fmla="*/ 7 h 104"/>
                  <a:gd name="T4" fmla="*/ 15 w 200"/>
                  <a:gd name="T5" fmla="*/ 13 h 104"/>
                  <a:gd name="T6" fmla="*/ 34 w 200"/>
                  <a:gd name="T7" fmla="*/ 26 h 104"/>
                  <a:gd name="T8" fmla="*/ 42 w 200"/>
                  <a:gd name="T9" fmla="*/ 32 h 104"/>
                  <a:gd name="T10" fmla="*/ 54 w 200"/>
                  <a:gd name="T11" fmla="*/ 36 h 104"/>
                  <a:gd name="T12" fmla="*/ 81 w 200"/>
                  <a:gd name="T13" fmla="*/ 41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0" h="104">
                    <a:moveTo>
                      <a:pt x="0" y="0"/>
                    </a:moveTo>
                    <a:cubicBezTo>
                      <a:pt x="2" y="7"/>
                      <a:pt x="12" y="12"/>
                      <a:pt x="19" y="16"/>
                    </a:cubicBezTo>
                    <a:cubicBezTo>
                      <a:pt x="27" y="20"/>
                      <a:pt x="31" y="25"/>
                      <a:pt x="36" y="33"/>
                    </a:cubicBezTo>
                    <a:cubicBezTo>
                      <a:pt x="49" y="51"/>
                      <a:pt x="69" y="52"/>
                      <a:pt x="84" y="66"/>
                    </a:cubicBezTo>
                    <a:cubicBezTo>
                      <a:pt x="91" y="73"/>
                      <a:pt x="96" y="78"/>
                      <a:pt x="104" y="82"/>
                    </a:cubicBezTo>
                    <a:cubicBezTo>
                      <a:pt x="114" y="87"/>
                      <a:pt x="123" y="89"/>
                      <a:pt x="133" y="92"/>
                    </a:cubicBezTo>
                    <a:cubicBezTo>
                      <a:pt x="154" y="99"/>
                      <a:pt x="177" y="102"/>
                      <a:pt x="200" y="104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16" name="Freeform 1033">
                <a:extLst>
                  <a:ext uri="{FF2B5EF4-FFF2-40B4-BE49-F238E27FC236}">
                    <a16:creationId xmlns:a16="http://schemas.microsoft.com/office/drawing/2014/main" id="{36A6A422-B67E-4269-91F1-4D6CB37C9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" y="1275"/>
                <a:ext cx="80" cy="39"/>
              </a:xfrm>
              <a:custGeom>
                <a:avLst/>
                <a:gdLst>
                  <a:gd name="T0" fmla="*/ 0 w 109"/>
                  <a:gd name="T1" fmla="*/ 21 h 53"/>
                  <a:gd name="T2" fmla="*/ 22 w 109"/>
                  <a:gd name="T3" fmla="*/ 11 h 53"/>
                  <a:gd name="T4" fmla="*/ 43 w 109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53">
                    <a:moveTo>
                      <a:pt x="0" y="52"/>
                    </a:moveTo>
                    <a:cubicBezTo>
                      <a:pt x="24" y="53"/>
                      <a:pt x="35" y="39"/>
                      <a:pt x="56" y="29"/>
                    </a:cubicBezTo>
                    <a:cubicBezTo>
                      <a:pt x="74" y="20"/>
                      <a:pt x="97" y="21"/>
                      <a:pt x="109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17" name="Freeform 1034">
                <a:extLst>
                  <a:ext uri="{FF2B5EF4-FFF2-40B4-BE49-F238E27FC236}">
                    <a16:creationId xmlns:a16="http://schemas.microsoft.com/office/drawing/2014/main" id="{4DC8B4F5-7553-4F7B-95DA-8B6A5C9CB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" y="1265"/>
                <a:ext cx="76" cy="45"/>
              </a:xfrm>
              <a:custGeom>
                <a:avLst/>
                <a:gdLst>
                  <a:gd name="T0" fmla="*/ 0 w 103"/>
                  <a:gd name="T1" fmla="*/ 20 h 61"/>
                  <a:gd name="T2" fmla="*/ 23 w 103"/>
                  <a:gd name="T3" fmla="*/ 13 h 61"/>
                  <a:gd name="T4" fmla="*/ 41 w 103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1">
                    <a:moveTo>
                      <a:pt x="0" y="50"/>
                    </a:moveTo>
                    <a:cubicBezTo>
                      <a:pt x="21" y="61"/>
                      <a:pt x="42" y="45"/>
                      <a:pt x="57" y="32"/>
                    </a:cubicBezTo>
                    <a:cubicBezTo>
                      <a:pt x="71" y="20"/>
                      <a:pt x="93" y="15"/>
                      <a:pt x="103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18" name="Freeform 1035">
                <a:extLst>
                  <a:ext uri="{FF2B5EF4-FFF2-40B4-BE49-F238E27FC236}">
                    <a16:creationId xmlns:a16="http://schemas.microsoft.com/office/drawing/2014/main" id="{7C6288E9-1840-4943-9683-C410BFA15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1259"/>
                <a:ext cx="15" cy="11"/>
              </a:xfrm>
              <a:custGeom>
                <a:avLst/>
                <a:gdLst>
                  <a:gd name="T0" fmla="*/ 8 w 21"/>
                  <a:gd name="T1" fmla="*/ 0 h 15"/>
                  <a:gd name="T2" fmla="*/ 0 w 21"/>
                  <a:gd name="T3" fmla="*/ 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4" y="8"/>
                      <a:pt x="11" y="14"/>
                      <a:pt x="0" y="15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19" name="Freeform 1036">
                <a:extLst>
                  <a:ext uri="{FF2B5EF4-FFF2-40B4-BE49-F238E27FC236}">
                    <a16:creationId xmlns:a16="http://schemas.microsoft.com/office/drawing/2014/main" id="{3062F5BA-25BD-47C6-BEA4-76F188B6D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" y="1253"/>
                <a:ext cx="14" cy="6"/>
              </a:xfrm>
              <a:custGeom>
                <a:avLst/>
                <a:gdLst>
                  <a:gd name="T0" fmla="*/ 7 w 19"/>
                  <a:gd name="T1" fmla="*/ 0 h 8"/>
                  <a:gd name="T2" fmla="*/ 0 w 19"/>
                  <a:gd name="T3" fmla="*/ 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19" y="0"/>
                    </a:moveTo>
                    <a:cubicBezTo>
                      <a:pt x="14" y="5"/>
                      <a:pt x="8" y="6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20" name="Freeform 1037">
                <a:extLst>
                  <a:ext uri="{FF2B5EF4-FFF2-40B4-BE49-F238E27FC236}">
                    <a16:creationId xmlns:a16="http://schemas.microsoft.com/office/drawing/2014/main" id="{01A620AA-EEA9-4940-8659-C0B04EC99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" y="1283"/>
                <a:ext cx="47" cy="15"/>
              </a:xfrm>
              <a:custGeom>
                <a:avLst/>
                <a:gdLst>
                  <a:gd name="T0" fmla="*/ 26 w 63"/>
                  <a:gd name="T1" fmla="*/ 0 h 20"/>
                  <a:gd name="T2" fmla="*/ 0 w 63"/>
                  <a:gd name="T3" fmla="*/ 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0">
                    <a:moveTo>
                      <a:pt x="63" y="0"/>
                    </a:moveTo>
                    <a:cubicBezTo>
                      <a:pt x="42" y="4"/>
                      <a:pt x="20" y="20"/>
                      <a:pt x="0" y="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21" name="Freeform 1038">
                <a:extLst>
                  <a:ext uri="{FF2B5EF4-FFF2-40B4-BE49-F238E27FC236}">
                    <a16:creationId xmlns:a16="http://schemas.microsoft.com/office/drawing/2014/main" id="{C8C81A2F-982F-4DFE-B22F-893695E36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293"/>
                <a:ext cx="15" cy="37"/>
              </a:xfrm>
              <a:custGeom>
                <a:avLst/>
                <a:gdLst>
                  <a:gd name="T0" fmla="*/ 0 w 20"/>
                  <a:gd name="T1" fmla="*/ 0 h 50"/>
                  <a:gd name="T2" fmla="*/ 6 w 20"/>
                  <a:gd name="T3" fmla="*/ 10 h 50"/>
                  <a:gd name="T4" fmla="*/ 5 w 20"/>
                  <a:gd name="T5" fmla="*/ 2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50">
                    <a:moveTo>
                      <a:pt x="0" y="0"/>
                    </a:moveTo>
                    <a:cubicBezTo>
                      <a:pt x="8" y="8"/>
                      <a:pt x="11" y="12"/>
                      <a:pt x="13" y="23"/>
                    </a:cubicBezTo>
                    <a:cubicBezTo>
                      <a:pt x="14" y="31"/>
                      <a:pt x="20" y="44"/>
                      <a:pt x="12" y="5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22" name="Freeform 1039">
                <a:extLst>
                  <a:ext uri="{FF2B5EF4-FFF2-40B4-BE49-F238E27FC236}">
                    <a16:creationId xmlns:a16="http://schemas.microsoft.com/office/drawing/2014/main" id="{9DBB53CA-1629-4512-859F-3C808E15A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1223"/>
                <a:ext cx="30" cy="47"/>
              </a:xfrm>
              <a:custGeom>
                <a:avLst/>
                <a:gdLst>
                  <a:gd name="T0" fmla="*/ 12 w 40"/>
                  <a:gd name="T1" fmla="*/ 25 h 64"/>
                  <a:gd name="T2" fmla="*/ 11 w 40"/>
                  <a:gd name="T3" fmla="*/ 18 h 64"/>
                  <a:gd name="T4" fmla="*/ 7 w 40"/>
                  <a:gd name="T5" fmla="*/ 12 h 64"/>
                  <a:gd name="T6" fmla="*/ 6 w 40"/>
                  <a:gd name="T7" fmla="*/ 5 h 64"/>
                  <a:gd name="T8" fmla="*/ 2 w 40"/>
                  <a:gd name="T9" fmla="*/ 0 h 64"/>
                  <a:gd name="T10" fmla="*/ 0 w 40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4">
                    <a:moveTo>
                      <a:pt x="28" y="63"/>
                    </a:moveTo>
                    <a:cubicBezTo>
                      <a:pt x="40" y="64"/>
                      <a:pt x="29" y="49"/>
                      <a:pt x="26" y="46"/>
                    </a:cubicBezTo>
                    <a:cubicBezTo>
                      <a:pt x="23" y="42"/>
                      <a:pt x="17" y="37"/>
                      <a:pt x="16" y="31"/>
                    </a:cubicBezTo>
                    <a:cubicBezTo>
                      <a:pt x="14" y="25"/>
                      <a:pt x="16" y="18"/>
                      <a:pt x="14" y="13"/>
                    </a:cubicBezTo>
                    <a:cubicBezTo>
                      <a:pt x="11" y="6"/>
                      <a:pt x="6" y="5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23" name="Freeform 1040">
                <a:extLst>
                  <a:ext uri="{FF2B5EF4-FFF2-40B4-BE49-F238E27FC236}">
                    <a16:creationId xmlns:a16="http://schemas.microsoft.com/office/drawing/2014/main" id="{21C96CED-5E6E-4F32-9770-DC333B71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1222"/>
                <a:ext cx="48" cy="64"/>
              </a:xfrm>
              <a:custGeom>
                <a:avLst/>
                <a:gdLst>
                  <a:gd name="T0" fmla="*/ 0 w 66"/>
                  <a:gd name="T1" fmla="*/ 0 h 86"/>
                  <a:gd name="T2" fmla="*/ 8 w 66"/>
                  <a:gd name="T3" fmla="*/ 10 h 86"/>
                  <a:gd name="T4" fmla="*/ 12 w 66"/>
                  <a:gd name="T5" fmla="*/ 16 h 86"/>
                  <a:gd name="T6" fmla="*/ 15 w 66"/>
                  <a:gd name="T7" fmla="*/ 21 h 86"/>
                  <a:gd name="T8" fmla="*/ 21 w 66"/>
                  <a:gd name="T9" fmla="*/ 3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6">
                    <a:moveTo>
                      <a:pt x="0" y="0"/>
                    </a:moveTo>
                    <a:cubicBezTo>
                      <a:pt x="3" y="9"/>
                      <a:pt x="14" y="17"/>
                      <a:pt x="21" y="24"/>
                    </a:cubicBezTo>
                    <a:cubicBezTo>
                      <a:pt x="26" y="28"/>
                      <a:pt x="31" y="33"/>
                      <a:pt x="33" y="40"/>
                    </a:cubicBezTo>
                    <a:cubicBezTo>
                      <a:pt x="34" y="44"/>
                      <a:pt x="34" y="48"/>
                      <a:pt x="37" y="51"/>
                    </a:cubicBezTo>
                    <a:cubicBezTo>
                      <a:pt x="40" y="57"/>
                      <a:pt x="66" y="79"/>
                      <a:pt x="55" y="86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24" name="Freeform 1041">
                <a:extLst>
                  <a:ext uri="{FF2B5EF4-FFF2-40B4-BE49-F238E27FC236}">
                    <a16:creationId xmlns:a16="http://schemas.microsoft.com/office/drawing/2014/main" id="{CB3E8D7C-28A2-4237-BF21-F65FF5DA7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230"/>
                <a:ext cx="35" cy="62"/>
              </a:xfrm>
              <a:custGeom>
                <a:avLst/>
                <a:gdLst>
                  <a:gd name="T0" fmla="*/ 1 w 47"/>
                  <a:gd name="T1" fmla="*/ 0 h 85"/>
                  <a:gd name="T2" fmla="*/ 4 w 47"/>
                  <a:gd name="T3" fmla="*/ 13 h 85"/>
                  <a:gd name="T4" fmla="*/ 12 w 47"/>
                  <a:gd name="T5" fmla="*/ 23 h 85"/>
                  <a:gd name="T6" fmla="*/ 15 w 47"/>
                  <a:gd name="T7" fmla="*/ 33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85">
                    <a:moveTo>
                      <a:pt x="1" y="0"/>
                    </a:moveTo>
                    <a:cubicBezTo>
                      <a:pt x="0" y="10"/>
                      <a:pt x="7" y="23"/>
                      <a:pt x="11" y="33"/>
                    </a:cubicBezTo>
                    <a:cubicBezTo>
                      <a:pt x="16" y="42"/>
                      <a:pt x="20" y="52"/>
                      <a:pt x="28" y="58"/>
                    </a:cubicBezTo>
                    <a:cubicBezTo>
                      <a:pt x="37" y="66"/>
                      <a:pt x="47" y="75"/>
                      <a:pt x="36" y="85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25" name="Freeform 1042">
                <a:extLst>
                  <a:ext uri="{FF2B5EF4-FFF2-40B4-BE49-F238E27FC236}">
                    <a16:creationId xmlns:a16="http://schemas.microsoft.com/office/drawing/2014/main" id="{CD32CACF-740D-4109-A33F-42231EE59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1232"/>
                <a:ext cx="42" cy="60"/>
              </a:xfrm>
              <a:custGeom>
                <a:avLst/>
                <a:gdLst>
                  <a:gd name="T0" fmla="*/ 14 w 56"/>
                  <a:gd name="T1" fmla="*/ 32 h 82"/>
                  <a:gd name="T2" fmla="*/ 6 w 56"/>
                  <a:gd name="T3" fmla="*/ 15 h 82"/>
                  <a:gd name="T4" fmla="*/ 2 w 56"/>
                  <a:gd name="T5" fmla="*/ 5 h 82"/>
                  <a:gd name="T6" fmla="*/ 0 w 56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82">
                    <a:moveTo>
                      <a:pt x="33" y="82"/>
                    </a:moveTo>
                    <a:cubicBezTo>
                      <a:pt x="56" y="68"/>
                      <a:pt x="23" y="49"/>
                      <a:pt x="15" y="38"/>
                    </a:cubicBezTo>
                    <a:cubicBezTo>
                      <a:pt x="9" y="31"/>
                      <a:pt x="5" y="24"/>
                      <a:pt x="5" y="14"/>
                    </a:cubicBezTo>
                    <a:cubicBezTo>
                      <a:pt x="4" y="9"/>
                      <a:pt x="5" y="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26" name="Freeform 1043">
                <a:extLst>
                  <a:ext uri="{FF2B5EF4-FFF2-40B4-BE49-F238E27FC236}">
                    <a16:creationId xmlns:a16="http://schemas.microsoft.com/office/drawing/2014/main" id="{0553388D-F047-46BA-B9CB-FEC515251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1229"/>
                <a:ext cx="33" cy="61"/>
              </a:xfrm>
              <a:custGeom>
                <a:avLst/>
                <a:gdLst>
                  <a:gd name="T0" fmla="*/ 13 w 45"/>
                  <a:gd name="T1" fmla="*/ 33 h 83"/>
                  <a:gd name="T2" fmla="*/ 17 w 45"/>
                  <a:gd name="T3" fmla="*/ 26 h 83"/>
                  <a:gd name="T4" fmla="*/ 12 w 45"/>
                  <a:gd name="T5" fmla="*/ 19 h 83"/>
                  <a:gd name="T6" fmla="*/ 9 w 45"/>
                  <a:gd name="T7" fmla="*/ 14 h 83"/>
                  <a:gd name="T8" fmla="*/ 0 w 45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83">
                    <a:moveTo>
                      <a:pt x="34" y="83"/>
                    </a:moveTo>
                    <a:cubicBezTo>
                      <a:pt x="42" y="79"/>
                      <a:pt x="45" y="74"/>
                      <a:pt x="42" y="66"/>
                    </a:cubicBezTo>
                    <a:cubicBezTo>
                      <a:pt x="40" y="59"/>
                      <a:pt x="37" y="54"/>
                      <a:pt x="32" y="49"/>
                    </a:cubicBezTo>
                    <a:cubicBezTo>
                      <a:pt x="28" y="45"/>
                      <a:pt x="26" y="40"/>
                      <a:pt x="23" y="35"/>
                    </a:cubicBezTo>
                    <a:cubicBezTo>
                      <a:pt x="17" y="21"/>
                      <a:pt x="13" y="8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27" name="Freeform 1044">
                <a:extLst>
                  <a:ext uri="{FF2B5EF4-FFF2-40B4-BE49-F238E27FC236}">
                    <a16:creationId xmlns:a16="http://schemas.microsoft.com/office/drawing/2014/main" id="{780D1B2D-58CA-45A0-A3C0-0286BB56C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235"/>
                <a:ext cx="11" cy="18"/>
              </a:xfrm>
              <a:custGeom>
                <a:avLst/>
                <a:gdLst>
                  <a:gd name="T0" fmla="*/ 0 w 15"/>
                  <a:gd name="T1" fmla="*/ 0 h 24"/>
                  <a:gd name="T2" fmla="*/ 6 w 15"/>
                  <a:gd name="T3" fmla="*/ 11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0" y="0"/>
                    </a:moveTo>
                    <a:cubicBezTo>
                      <a:pt x="5" y="9"/>
                      <a:pt x="8" y="17"/>
                      <a:pt x="15" y="24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28" name="Freeform 1045">
                <a:extLst>
                  <a:ext uri="{FF2B5EF4-FFF2-40B4-BE49-F238E27FC236}">
                    <a16:creationId xmlns:a16="http://schemas.microsoft.com/office/drawing/2014/main" id="{D21FDB4C-B118-46C5-ACE6-A406DBFD5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1265"/>
                <a:ext cx="12" cy="21"/>
              </a:xfrm>
              <a:custGeom>
                <a:avLst/>
                <a:gdLst>
                  <a:gd name="T0" fmla="*/ 0 w 16"/>
                  <a:gd name="T1" fmla="*/ 0 h 29"/>
                  <a:gd name="T2" fmla="*/ 2 w 16"/>
                  <a:gd name="T3" fmla="*/ 11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9">
                    <a:moveTo>
                      <a:pt x="0" y="0"/>
                    </a:moveTo>
                    <a:cubicBezTo>
                      <a:pt x="4" y="5"/>
                      <a:pt x="16" y="26"/>
                      <a:pt x="4" y="2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29" name="Freeform 1046">
                <a:extLst>
                  <a:ext uri="{FF2B5EF4-FFF2-40B4-BE49-F238E27FC236}">
                    <a16:creationId xmlns:a16="http://schemas.microsoft.com/office/drawing/2014/main" id="{D87A806F-7F3C-45D8-A9F0-9F605D2AC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1262"/>
                <a:ext cx="6" cy="19"/>
              </a:xfrm>
              <a:custGeom>
                <a:avLst/>
                <a:gdLst>
                  <a:gd name="T0" fmla="*/ 0 w 8"/>
                  <a:gd name="T1" fmla="*/ 10 h 26"/>
                  <a:gd name="T2" fmla="*/ 0 w 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6">
                    <a:moveTo>
                      <a:pt x="0" y="26"/>
                    </a:moveTo>
                    <a:cubicBezTo>
                      <a:pt x="1" y="16"/>
                      <a:pt x="8" y="9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30" name="Freeform 1047">
                <a:extLst>
                  <a:ext uri="{FF2B5EF4-FFF2-40B4-BE49-F238E27FC236}">
                    <a16:creationId xmlns:a16="http://schemas.microsoft.com/office/drawing/2014/main" id="{4F03B55A-C8DA-4A6B-AA2A-8CC0A1389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1239"/>
                <a:ext cx="5" cy="13"/>
              </a:xfrm>
              <a:custGeom>
                <a:avLst/>
                <a:gdLst>
                  <a:gd name="T0" fmla="*/ 3 w 7"/>
                  <a:gd name="T1" fmla="*/ 8 h 17"/>
                  <a:gd name="T2" fmla="*/ 0 w 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17"/>
                    </a:moveTo>
                    <a:cubicBezTo>
                      <a:pt x="5" y="12"/>
                      <a:pt x="0" y="7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31" name="Freeform 1048">
                <a:extLst>
                  <a:ext uri="{FF2B5EF4-FFF2-40B4-BE49-F238E27FC236}">
                    <a16:creationId xmlns:a16="http://schemas.microsoft.com/office/drawing/2014/main" id="{5C35DC98-BEAB-4674-9775-0757E2354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1292"/>
                <a:ext cx="9" cy="17"/>
              </a:xfrm>
              <a:custGeom>
                <a:avLst/>
                <a:gdLst>
                  <a:gd name="T0" fmla="*/ 0 w 12"/>
                  <a:gd name="T1" fmla="*/ 0 h 23"/>
                  <a:gd name="T2" fmla="*/ 5 w 12"/>
                  <a:gd name="T3" fmla="*/ 1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0" y="0"/>
                    </a:moveTo>
                    <a:cubicBezTo>
                      <a:pt x="1" y="9"/>
                      <a:pt x="12" y="14"/>
                      <a:pt x="12" y="23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32" name="Freeform 1049">
                <a:extLst>
                  <a:ext uri="{FF2B5EF4-FFF2-40B4-BE49-F238E27FC236}">
                    <a16:creationId xmlns:a16="http://schemas.microsoft.com/office/drawing/2014/main" id="{223E125E-22E6-4D9A-B36A-FE30FB84C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1289"/>
                <a:ext cx="9" cy="20"/>
              </a:xfrm>
              <a:custGeom>
                <a:avLst/>
                <a:gdLst>
                  <a:gd name="T0" fmla="*/ 1 w 13"/>
                  <a:gd name="T1" fmla="*/ 10 h 28"/>
                  <a:gd name="T2" fmla="*/ 0 w 13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4" y="28"/>
                    </a:moveTo>
                    <a:cubicBezTo>
                      <a:pt x="11" y="19"/>
                      <a:pt x="13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33" name="Freeform 1050">
                <a:extLst>
                  <a:ext uri="{FF2B5EF4-FFF2-40B4-BE49-F238E27FC236}">
                    <a16:creationId xmlns:a16="http://schemas.microsoft.com/office/drawing/2014/main" id="{EDF562A4-6C92-47AA-AEFC-A1B2E669A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284"/>
                <a:ext cx="6" cy="12"/>
              </a:xfrm>
              <a:custGeom>
                <a:avLst/>
                <a:gdLst>
                  <a:gd name="T0" fmla="*/ 0 w 8"/>
                  <a:gd name="T1" fmla="*/ 0 h 17"/>
                  <a:gd name="T2" fmla="*/ 2 w 8"/>
                  <a:gd name="T3" fmla="*/ 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0" y="0"/>
                    </a:moveTo>
                    <a:cubicBezTo>
                      <a:pt x="1" y="5"/>
                      <a:pt x="8" y="10"/>
                      <a:pt x="4" y="17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34" name="Freeform 1051">
                <a:extLst>
                  <a:ext uri="{FF2B5EF4-FFF2-40B4-BE49-F238E27FC236}">
                    <a16:creationId xmlns:a16="http://schemas.microsoft.com/office/drawing/2014/main" id="{CCF8C392-3F09-4511-82E2-4DB2C960A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1242"/>
                <a:ext cx="12" cy="33"/>
              </a:xfrm>
              <a:custGeom>
                <a:avLst/>
                <a:gdLst>
                  <a:gd name="T0" fmla="*/ 0 w 17"/>
                  <a:gd name="T1" fmla="*/ 0 h 46"/>
                  <a:gd name="T2" fmla="*/ 6 w 17"/>
                  <a:gd name="T3" fmla="*/ 9 h 46"/>
                  <a:gd name="T4" fmla="*/ 3 w 17"/>
                  <a:gd name="T5" fmla="*/ 17 h 46"/>
                  <a:gd name="T6" fmla="*/ 3 w 17"/>
                  <a:gd name="T7" fmla="*/ 1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6">
                    <a:moveTo>
                      <a:pt x="0" y="0"/>
                    </a:moveTo>
                    <a:cubicBezTo>
                      <a:pt x="9" y="5"/>
                      <a:pt x="17" y="12"/>
                      <a:pt x="17" y="24"/>
                    </a:cubicBezTo>
                    <a:cubicBezTo>
                      <a:pt x="17" y="33"/>
                      <a:pt x="9" y="37"/>
                      <a:pt x="8" y="45"/>
                    </a:cubicBezTo>
                    <a:cubicBezTo>
                      <a:pt x="7" y="45"/>
                      <a:pt x="7" y="46"/>
                      <a:pt x="7" y="46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35" name="Freeform 1052">
                <a:extLst>
                  <a:ext uri="{FF2B5EF4-FFF2-40B4-BE49-F238E27FC236}">
                    <a16:creationId xmlns:a16="http://schemas.microsoft.com/office/drawing/2014/main" id="{4818035F-5633-4094-AF8C-44C39D49B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1245"/>
                <a:ext cx="13" cy="19"/>
              </a:xfrm>
              <a:custGeom>
                <a:avLst/>
                <a:gdLst>
                  <a:gd name="T0" fmla="*/ 7 w 17"/>
                  <a:gd name="T1" fmla="*/ 11 h 25"/>
                  <a:gd name="T2" fmla="*/ 0 w 17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5">
                    <a:moveTo>
                      <a:pt x="16" y="25"/>
                    </a:moveTo>
                    <a:cubicBezTo>
                      <a:pt x="17" y="12"/>
                      <a:pt x="5" y="1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36" name="Freeform 1053">
                <a:extLst>
                  <a:ext uri="{FF2B5EF4-FFF2-40B4-BE49-F238E27FC236}">
                    <a16:creationId xmlns:a16="http://schemas.microsoft.com/office/drawing/2014/main" id="{495C825D-2B7A-45D5-82AA-A92C22D5B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1225"/>
                <a:ext cx="2" cy="5"/>
              </a:xfrm>
              <a:custGeom>
                <a:avLst/>
                <a:gdLst>
                  <a:gd name="T0" fmla="*/ 0 w 2"/>
                  <a:gd name="T1" fmla="*/ 0 h 7"/>
                  <a:gd name="T2" fmla="*/ 2 w 2"/>
                  <a:gd name="T3" fmla="*/ 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2"/>
                      <a:pt x="1" y="5"/>
                      <a:pt x="2" y="7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37" name="Freeform 1054">
                <a:extLst>
                  <a:ext uri="{FF2B5EF4-FFF2-40B4-BE49-F238E27FC236}">
                    <a16:creationId xmlns:a16="http://schemas.microsoft.com/office/drawing/2014/main" id="{CE24A637-C96A-46C4-87EF-8E02FF02A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" y="1229"/>
                <a:ext cx="18" cy="31"/>
              </a:xfrm>
              <a:custGeom>
                <a:avLst/>
                <a:gdLst>
                  <a:gd name="T0" fmla="*/ 6 w 25"/>
                  <a:gd name="T1" fmla="*/ 17 h 42"/>
                  <a:gd name="T2" fmla="*/ 0 w 25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2">
                    <a:moveTo>
                      <a:pt x="18" y="42"/>
                    </a:moveTo>
                    <a:cubicBezTo>
                      <a:pt x="25" y="29"/>
                      <a:pt x="2" y="1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38" name="Freeform 1055">
                <a:extLst>
                  <a:ext uri="{FF2B5EF4-FFF2-40B4-BE49-F238E27FC236}">
                    <a16:creationId xmlns:a16="http://schemas.microsoft.com/office/drawing/2014/main" id="{2A0A3D78-8906-4354-BC0E-FDC03E9F0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212"/>
                <a:ext cx="32" cy="41"/>
              </a:xfrm>
              <a:custGeom>
                <a:avLst/>
                <a:gdLst>
                  <a:gd name="T0" fmla="*/ 16 w 43"/>
                  <a:gd name="T1" fmla="*/ 22 h 56"/>
                  <a:gd name="T2" fmla="*/ 10 w 43"/>
                  <a:gd name="T3" fmla="*/ 10 h 56"/>
                  <a:gd name="T4" fmla="*/ 0 w 43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56">
                    <a:moveTo>
                      <a:pt x="38" y="56"/>
                    </a:moveTo>
                    <a:cubicBezTo>
                      <a:pt x="43" y="47"/>
                      <a:pt x="27" y="32"/>
                      <a:pt x="23" y="24"/>
                    </a:cubicBezTo>
                    <a:cubicBezTo>
                      <a:pt x="16" y="14"/>
                      <a:pt x="10" y="7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39" name="Freeform 1057">
                <a:extLst>
                  <a:ext uri="{FF2B5EF4-FFF2-40B4-BE49-F238E27FC236}">
                    <a16:creationId xmlns:a16="http://schemas.microsoft.com/office/drawing/2014/main" id="{91F132FB-9BE5-476E-9E55-16046E152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1198"/>
                <a:ext cx="5" cy="7"/>
              </a:xfrm>
              <a:custGeom>
                <a:avLst/>
                <a:gdLst>
                  <a:gd name="T0" fmla="*/ 0 w 6"/>
                  <a:gd name="T1" fmla="*/ 0 h 9"/>
                  <a:gd name="T2" fmla="*/ 3 w 6"/>
                  <a:gd name="T3" fmla="*/ 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2" y="3"/>
                      <a:pt x="4" y="6"/>
                      <a:pt x="6" y="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40" name="Freeform 1058">
                <a:extLst>
                  <a:ext uri="{FF2B5EF4-FFF2-40B4-BE49-F238E27FC236}">
                    <a16:creationId xmlns:a16="http://schemas.microsoft.com/office/drawing/2014/main" id="{DFD05BE4-8B0E-480F-AFA9-48044E91A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" y="1202"/>
                <a:ext cx="26" cy="26"/>
              </a:xfrm>
              <a:custGeom>
                <a:avLst/>
                <a:gdLst>
                  <a:gd name="T0" fmla="*/ 0 w 36"/>
                  <a:gd name="T1" fmla="*/ 0 h 35"/>
                  <a:gd name="T2" fmla="*/ 7 w 36"/>
                  <a:gd name="T3" fmla="*/ 7 h 35"/>
                  <a:gd name="T4" fmla="*/ 14 w 36"/>
                  <a:gd name="T5" fmla="*/ 1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5">
                    <a:moveTo>
                      <a:pt x="0" y="0"/>
                    </a:moveTo>
                    <a:cubicBezTo>
                      <a:pt x="1" y="9"/>
                      <a:pt x="10" y="14"/>
                      <a:pt x="16" y="19"/>
                    </a:cubicBezTo>
                    <a:cubicBezTo>
                      <a:pt x="23" y="24"/>
                      <a:pt x="29" y="31"/>
                      <a:pt x="36" y="35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41" name="Freeform 1059">
                <a:extLst>
                  <a:ext uri="{FF2B5EF4-FFF2-40B4-BE49-F238E27FC236}">
                    <a16:creationId xmlns:a16="http://schemas.microsoft.com/office/drawing/2014/main" id="{946DBA1F-5D14-478D-9C37-28ADA392E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1241"/>
                <a:ext cx="4" cy="7"/>
              </a:xfrm>
              <a:custGeom>
                <a:avLst/>
                <a:gdLst>
                  <a:gd name="T0" fmla="*/ 0 w 6"/>
                  <a:gd name="T1" fmla="*/ 0 h 10"/>
                  <a:gd name="T2" fmla="*/ 2 w 6"/>
                  <a:gd name="T3" fmla="*/ 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3" y="2"/>
                      <a:pt x="5" y="7"/>
                      <a:pt x="6" y="1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42" name="Freeform 1060">
                <a:extLst>
                  <a:ext uri="{FF2B5EF4-FFF2-40B4-BE49-F238E27FC236}">
                    <a16:creationId xmlns:a16="http://schemas.microsoft.com/office/drawing/2014/main" id="{F80A7B29-8595-44B1-B56E-442D69310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" y="1179"/>
                <a:ext cx="74" cy="57"/>
              </a:xfrm>
              <a:custGeom>
                <a:avLst/>
                <a:gdLst>
                  <a:gd name="T0" fmla="*/ 40 w 101"/>
                  <a:gd name="T1" fmla="*/ 31 h 78"/>
                  <a:gd name="T2" fmla="*/ 27 w 101"/>
                  <a:gd name="T3" fmla="*/ 22 h 78"/>
                  <a:gd name="T4" fmla="*/ 14 w 101"/>
                  <a:gd name="T5" fmla="*/ 14 h 78"/>
                  <a:gd name="T6" fmla="*/ 0 w 101"/>
                  <a:gd name="T7" fmla="*/ 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78">
                    <a:moveTo>
                      <a:pt x="101" y="78"/>
                    </a:moveTo>
                    <a:cubicBezTo>
                      <a:pt x="92" y="69"/>
                      <a:pt x="79" y="61"/>
                      <a:pt x="68" y="56"/>
                    </a:cubicBezTo>
                    <a:cubicBezTo>
                      <a:pt x="55" y="50"/>
                      <a:pt x="46" y="44"/>
                      <a:pt x="35" y="36"/>
                    </a:cubicBezTo>
                    <a:cubicBezTo>
                      <a:pt x="21" y="27"/>
                      <a:pt x="2" y="18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43" name="Freeform 1061">
                <a:extLst>
                  <a:ext uri="{FF2B5EF4-FFF2-40B4-BE49-F238E27FC236}">
                    <a16:creationId xmlns:a16="http://schemas.microsoft.com/office/drawing/2014/main" id="{748B0B27-10C9-475E-84FC-03F8E57E3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1172"/>
                <a:ext cx="32" cy="30"/>
              </a:xfrm>
              <a:custGeom>
                <a:avLst/>
                <a:gdLst>
                  <a:gd name="T0" fmla="*/ 0 w 43"/>
                  <a:gd name="T1" fmla="*/ 0 h 40"/>
                  <a:gd name="T2" fmla="*/ 6 w 43"/>
                  <a:gd name="T3" fmla="*/ 10 h 40"/>
                  <a:gd name="T4" fmla="*/ 18 w 43"/>
                  <a:gd name="T5" fmla="*/ 17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0">
                    <a:moveTo>
                      <a:pt x="0" y="0"/>
                    </a:moveTo>
                    <a:cubicBezTo>
                      <a:pt x="4" y="10"/>
                      <a:pt x="7" y="17"/>
                      <a:pt x="15" y="23"/>
                    </a:cubicBezTo>
                    <a:cubicBezTo>
                      <a:pt x="24" y="30"/>
                      <a:pt x="34" y="34"/>
                      <a:pt x="43" y="4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44" name="Freeform 1062">
                <a:extLst>
                  <a:ext uri="{FF2B5EF4-FFF2-40B4-BE49-F238E27FC236}">
                    <a16:creationId xmlns:a16="http://schemas.microsoft.com/office/drawing/2014/main" id="{21DB3112-9939-4E92-9299-8902CAC2D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" y="1183"/>
                <a:ext cx="80" cy="38"/>
              </a:xfrm>
              <a:custGeom>
                <a:avLst/>
                <a:gdLst>
                  <a:gd name="T0" fmla="*/ 44 w 108"/>
                  <a:gd name="T1" fmla="*/ 20 h 52"/>
                  <a:gd name="T2" fmla="*/ 29 w 108"/>
                  <a:gd name="T3" fmla="*/ 17 h 52"/>
                  <a:gd name="T4" fmla="*/ 16 w 108"/>
                  <a:gd name="T5" fmla="*/ 11 h 52"/>
                  <a:gd name="T6" fmla="*/ 0 w 108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8" h="52">
                    <a:moveTo>
                      <a:pt x="108" y="52"/>
                    </a:moveTo>
                    <a:cubicBezTo>
                      <a:pt x="97" y="45"/>
                      <a:pt x="84" y="45"/>
                      <a:pt x="72" y="42"/>
                    </a:cubicBezTo>
                    <a:cubicBezTo>
                      <a:pt x="60" y="39"/>
                      <a:pt x="49" y="34"/>
                      <a:pt x="38" y="28"/>
                    </a:cubicBezTo>
                    <a:cubicBezTo>
                      <a:pt x="25" y="20"/>
                      <a:pt x="8" y="1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45" name="Freeform 1063">
                <a:extLst>
                  <a:ext uri="{FF2B5EF4-FFF2-40B4-BE49-F238E27FC236}">
                    <a16:creationId xmlns:a16="http://schemas.microsoft.com/office/drawing/2014/main" id="{E9605940-DCF0-4D9D-8315-0CD3D9FF8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1160"/>
                <a:ext cx="8" cy="15"/>
              </a:xfrm>
              <a:custGeom>
                <a:avLst/>
                <a:gdLst>
                  <a:gd name="T0" fmla="*/ 5 w 10"/>
                  <a:gd name="T1" fmla="*/ 8 h 20"/>
                  <a:gd name="T2" fmla="*/ 2 w 1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cubicBezTo>
                      <a:pt x="4" y="15"/>
                      <a:pt x="0" y="7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46" name="Freeform 1064">
                <a:extLst>
                  <a:ext uri="{FF2B5EF4-FFF2-40B4-BE49-F238E27FC236}">
                    <a16:creationId xmlns:a16="http://schemas.microsoft.com/office/drawing/2014/main" id="{572F46D3-8E54-4870-9D3E-E8E77B971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" y="1168"/>
                <a:ext cx="48" cy="40"/>
              </a:xfrm>
              <a:custGeom>
                <a:avLst/>
                <a:gdLst>
                  <a:gd name="T0" fmla="*/ 0 w 65"/>
                  <a:gd name="T1" fmla="*/ 0 h 54"/>
                  <a:gd name="T2" fmla="*/ 2 w 65"/>
                  <a:gd name="T3" fmla="*/ 7 h 54"/>
                  <a:gd name="T4" fmla="*/ 8 w 65"/>
                  <a:gd name="T5" fmla="*/ 13 h 54"/>
                  <a:gd name="T6" fmla="*/ 26 w 65"/>
                  <a:gd name="T7" fmla="*/ 22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4">
                    <a:moveTo>
                      <a:pt x="0" y="0"/>
                    </a:moveTo>
                    <a:cubicBezTo>
                      <a:pt x="3" y="8"/>
                      <a:pt x="2" y="9"/>
                      <a:pt x="6" y="17"/>
                    </a:cubicBezTo>
                    <a:cubicBezTo>
                      <a:pt x="10" y="22"/>
                      <a:pt x="14" y="28"/>
                      <a:pt x="20" y="32"/>
                    </a:cubicBezTo>
                    <a:cubicBezTo>
                      <a:pt x="33" y="42"/>
                      <a:pt x="50" y="47"/>
                      <a:pt x="65" y="54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47" name="Freeform 1065">
                <a:extLst>
                  <a:ext uri="{FF2B5EF4-FFF2-40B4-BE49-F238E27FC236}">
                    <a16:creationId xmlns:a16="http://schemas.microsoft.com/office/drawing/2014/main" id="{EC4B8A6C-4B56-4AA2-A9DC-8A2E8835D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" y="1226"/>
                <a:ext cx="51" cy="11"/>
              </a:xfrm>
              <a:custGeom>
                <a:avLst/>
                <a:gdLst>
                  <a:gd name="T0" fmla="*/ 28 w 69"/>
                  <a:gd name="T1" fmla="*/ 6 h 15"/>
                  <a:gd name="T2" fmla="*/ 13 w 69"/>
                  <a:gd name="T3" fmla="*/ 4 h 15"/>
                  <a:gd name="T4" fmla="*/ 0 w 6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5">
                    <a:moveTo>
                      <a:pt x="69" y="15"/>
                    </a:moveTo>
                    <a:cubicBezTo>
                      <a:pt x="58" y="8"/>
                      <a:pt x="45" y="12"/>
                      <a:pt x="32" y="11"/>
                    </a:cubicBezTo>
                    <a:cubicBezTo>
                      <a:pt x="20" y="9"/>
                      <a:pt x="12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48" name="Freeform 1066">
                <a:extLst>
                  <a:ext uri="{FF2B5EF4-FFF2-40B4-BE49-F238E27FC236}">
                    <a16:creationId xmlns:a16="http://schemas.microsoft.com/office/drawing/2014/main" id="{F8CEAB61-794A-4A3D-ACD7-9640039AA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" y="1199"/>
                <a:ext cx="49" cy="27"/>
              </a:xfrm>
              <a:custGeom>
                <a:avLst/>
                <a:gdLst>
                  <a:gd name="T0" fmla="*/ 27 w 66"/>
                  <a:gd name="T1" fmla="*/ 15 h 37"/>
                  <a:gd name="T2" fmla="*/ 12 w 66"/>
                  <a:gd name="T3" fmla="*/ 8 h 37"/>
                  <a:gd name="T4" fmla="*/ 6 w 66"/>
                  <a:gd name="T5" fmla="*/ 4 h 37"/>
                  <a:gd name="T6" fmla="*/ 0 w 66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37">
                    <a:moveTo>
                      <a:pt x="66" y="37"/>
                    </a:moveTo>
                    <a:cubicBezTo>
                      <a:pt x="53" y="32"/>
                      <a:pt x="40" y="30"/>
                      <a:pt x="29" y="21"/>
                    </a:cubicBezTo>
                    <a:cubicBezTo>
                      <a:pt x="24" y="17"/>
                      <a:pt x="20" y="12"/>
                      <a:pt x="15" y="9"/>
                    </a:cubicBezTo>
                    <a:cubicBezTo>
                      <a:pt x="10" y="6"/>
                      <a:pt x="3" y="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49" name="Freeform 1067">
                <a:extLst>
                  <a:ext uri="{FF2B5EF4-FFF2-40B4-BE49-F238E27FC236}">
                    <a16:creationId xmlns:a16="http://schemas.microsoft.com/office/drawing/2014/main" id="{9499044D-C785-4398-9E7D-50F772F68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" y="1165"/>
                <a:ext cx="26" cy="29"/>
              </a:xfrm>
              <a:custGeom>
                <a:avLst/>
                <a:gdLst>
                  <a:gd name="T0" fmla="*/ 0 w 35"/>
                  <a:gd name="T1" fmla="*/ 0 h 39"/>
                  <a:gd name="T2" fmla="*/ 7 w 35"/>
                  <a:gd name="T3" fmla="*/ 8 h 39"/>
                  <a:gd name="T4" fmla="*/ 14 w 35"/>
                  <a:gd name="T5" fmla="*/ 16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9">
                    <a:moveTo>
                      <a:pt x="0" y="0"/>
                    </a:moveTo>
                    <a:cubicBezTo>
                      <a:pt x="8" y="6"/>
                      <a:pt x="11" y="12"/>
                      <a:pt x="17" y="20"/>
                    </a:cubicBezTo>
                    <a:cubicBezTo>
                      <a:pt x="22" y="27"/>
                      <a:pt x="27" y="36"/>
                      <a:pt x="35" y="3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50" name="Freeform 1068">
                <a:extLst>
                  <a:ext uri="{FF2B5EF4-FFF2-40B4-BE49-F238E27FC236}">
                    <a16:creationId xmlns:a16="http://schemas.microsoft.com/office/drawing/2014/main" id="{AF2B381C-A0B9-4DD5-91BE-9EDC3D25A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1171"/>
                <a:ext cx="42" cy="30"/>
              </a:xfrm>
              <a:custGeom>
                <a:avLst/>
                <a:gdLst>
                  <a:gd name="T0" fmla="*/ 0 w 57"/>
                  <a:gd name="T1" fmla="*/ 0 h 41"/>
                  <a:gd name="T2" fmla="*/ 12 w 57"/>
                  <a:gd name="T3" fmla="*/ 12 h 41"/>
                  <a:gd name="T4" fmla="*/ 23 w 57"/>
                  <a:gd name="T5" fmla="*/ 1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41">
                    <a:moveTo>
                      <a:pt x="0" y="0"/>
                    </a:moveTo>
                    <a:cubicBezTo>
                      <a:pt x="6" y="16"/>
                      <a:pt x="15" y="23"/>
                      <a:pt x="30" y="31"/>
                    </a:cubicBezTo>
                    <a:cubicBezTo>
                      <a:pt x="39" y="36"/>
                      <a:pt x="46" y="41"/>
                      <a:pt x="57" y="4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51" name="Freeform 1069">
                <a:extLst>
                  <a:ext uri="{FF2B5EF4-FFF2-40B4-BE49-F238E27FC236}">
                    <a16:creationId xmlns:a16="http://schemas.microsoft.com/office/drawing/2014/main" id="{7DAF6B04-5588-4023-B6BB-BA3021B8E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" y="1215"/>
                <a:ext cx="57" cy="13"/>
              </a:xfrm>
              <a:custGeom>
                <a:avLst/>
                <a:gdLst>
                  <a:gd name="T0" fmla="*/ 0 w 77"/>
                  <a:gd name="T1" fmla="*/ 0 h 18"/>
                  <a:gd name="T2" fmla="*/ 18 w 77"/>
                  <a:gd name="T3" fmla="*/ 4 h 18"/>
                  <a:gd name="T4" fmla="*/ 31 w 77"/>
                  <a:gd name="T5" fmla="*/ 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8">
                    <a:moveTo>
                      <a:pt x="0" y="0"/>
                    </a:moveTo>
                    <a:cubicBezTo>
                      <a:pt x="10" y="14"/>
                      <a:pt x="30" y="9"/>
                      <a:pt x="44" y="10"/>
                    </a:cubicBezTo>
                    <a:cubicBezTo>
                      <a:pt x="51" y="11"/>
                      <a:pt x="72" y="18"/>
                      <a:pt x="77" y="13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52" name="Freeform 1070">
                <a:extLst>
                  <a:ext uri="{FF2B5EF4-FFF2-40B4-BE49-F238E27FC236}">
                    <a16:creationId xmlns:a16="http://schemas.microsoft.com/office/drawing/2014/main" id="{4870FDA1-0647-493E-A87D-052EED0C3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1231"/>
                <a:ext cx="68" cy="9"/>
              </a:xfrm>
              <a:custGeom>
                <a:avLst/>
                <a:gdLst>
                  <a:gd name="T0" fmla="*/ 0 w 93"/>
                  <a:gd name="T1" fmla="*/ 0 h 12"/>
                  <a:gd name="T2" fmla="*/ 11 w 93"/>
                  <a:gd name="T3" fmla="*/ 2 h 12"/>
                  <a:gd name="T4" fmla="*/ 21 w 93"/>
                  <a:gd name="T5" fmla="*/ 2 h 12"/>
                  <a:gd name="T6" fmla="*/ 37 w 93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12">
                    <a:moveTo>
                      <a:pt x="0" y="0"/>
                    </a:moveTo>
                    <a:cubicBezTo>
                      <a:pt x="10" y="5"/>
                      <a:pt x="17" y="2"/>
                      <a:pt x="27" y="2"/>
                    </a:cubicBezTo>
                    <a:cubicBezTo>
                      <a:pt x="36" y="3"/>
                      <a:pt x="45" y="4"/>
                      <a:pt x="54" y="5"/>
                    </a:cubicBezTo>
                    <a:cubicBezTo>
                      <a:pt x="67" y="6"/>
                      <a:pt x="82" y="12"/>
                      <a:pt x="93" y="4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53" name="Freeform 1071">
                <a:extLst>
                  <a:ext uri="{FF2B5EF4-FFF2-40B4-BE49-F238E27FC236}">
                    <a16:creationId xmlns:a16="http://schemas.microsoft.com/office/drawing/2014/main" id="{45C64F78-D2D3-4FDC-B359-372C710B9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1242"/>
                <a:ext cx="63" cy="4"/>
              </a:xfrm>
              <a:custGeom>
                <a:avLst/>
                <a:gdLst>
                  <a:gd name="T0" fmla="*/ 0 w 86"/>
                  <a:gd name="T1" fmla="*/ 2 h 6"/>
                  <a:gd name="T2" fmla="*/ 10 w 86"/>
                  <a:gd name="T3" fmla="*/ 1 h 6"/>
                  <a:gd name="T4" fmla="*/ 20 w 86"/>
                  <a:gd name="T5" fmla="*/ 1 h 6"/>
                  <a:gd name="T6" fmla="*/ 34 w 8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6">
                    <a:moveTo>
                      <a:pt x="0" y="6"/>
                    </a:moveTo>
                    <a:cubicBezTo>
                      <a:pt x="9" y="6"/>
                      <a:pt x="16" y="4"/>
                      <a:pt x="25" y="5"/>
                    </a:cubicBezTo>
                    <a:cubicBezTo>
                      <a:pt x="34" y="6"/>
                      <a:pt x="42" y="6"/>
                      <a:pt x="51" y="4"/>
                    </a:cubicBezTo>
                    <a:cubicBezTo>
                      <a:pt x="61" y="3"/>
                      <a:pt x="77" y="4"/>
                      <a:pt x="86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54" name="Freeform 1072">
                <a:extLst>
                  <a:ext uri="{FF2B5EF4-FFF2-40B4-BE49-F238E27FC236}">
                    <a16:creationId xmlns:a16="http://schemas.microsoft.com/office/drawing/2014/main" id="{08D7A58D-EFFD-4F83-9D69-37FC5FB2F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1245"/>
                <a:ext cx="63" cy="9"/>
              </a:xfrm>
              <a:custGeom>
                <a:avLst/>
                <a:gdLst>
                  <a:gd name="T0" fmla="*/ 34 w 86"/>
                  <a:gd name="T1" fmla="*/ 0 h 12"/>
                  <a:gd name="T2" fmla="*/ 24 w 86"/>
                  <a:gd name="T3" fmla="*/ 5 h 12"/>
                  <a:gd name="T4" fmla="*/ 15 w 86"/>
                  <a:gd name="T5" fmla="*/ 4 h 12"/>
                  <a:gd name="T6" fmla="*/ 5 w 86"/>
                  <a:gd name="T7" fmla="*/ 4 h 12"/>
                  <a:gd name="T8" fmla="*/ 0 w 86"/>
                  <a:gd name="T9" fmla="*/ 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2">
                    <a:moveTo>
                      <a:pt x="86" y="0"/>
                    </a:moveTo>
                    <a:cubicBezTo>
                      <a:pt x="79" y="3"/>
                      <a:pt x="70" y="9"/>
                      <a:pt x="62" y="10"/>
                    </a:cubicBezTo>
                    <a:cubicBezTo>
                      <a:pt x="54" y="12"/>
                      <a:pt x="46" y="9"/>
                      <a:pt x="38" y="8"/>
                    </a:cubicBezTo>
                    <a:cubicBezTo>
                      <a:pt x="30" y="7"/>
                      <a:pt x="21" y="6"/>
                      <a:pt x="13" y="8"/>
                    </a:cubicBezTo>
                    <a:cubicBezTo>
                      <a:pt x="9" y="9"/>
                      <a:pt x="5" y="12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55" name="Freeform 1073">
                <a:extLst>
                  <a:ext uri="{FF2B5EF4-FFF2-40B4-BE49-F238E27FC236}">
                    <a16:creationId xmlns:a16="http://schemas.microsoft.com/office/drawing/2014/main" id="{840A44B2-9194-4D51-AECE-24136DDE4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" y="1257"/>
                <a:ext cx="57" cy="5"/>
              </a:xfrm>
              <a:custGeom>
                <a:avLst/>
                <a:gdLst>
                  <a:gd name="T0" fmla="*/ 0 w 77"/>
                  <a:gd name="T1" fmla="*/ 1 h 7"/>
                  <a:gd name="T2" fmla="*/ 7 w 77"/>
                  <a:gd name="T3" fmla="*/ 1 h 7"/>
                  <a:gd name="T4" fmla="*/ 18 w 77"/>
                  <a:gd name="T5" fmla="*/ 2 h 7"/>
                  <a:gd name="T6" fmla="*/ 31 w 7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7">
                    <a:moveTo>
                      <a:pt x="0" y="4"/>
                    </a:moveTo>
                    <a:cubicBezTo>
                      <a:pt x="7" y="3"/>
                      <a:pt x="11" y="1"/>
                      <a:pt x="19" y="3"/>
                    </a:cubicBezTo>
                    <a:cubicBezTo>
                      <a:pt x="26" y="6"/>
                      <a:pt x="35" y="7"/>
                      <a:pt x="43" y="5"/>
                    </a:cubicBezTo>
                    <a:cubicBezTo>
                      <a:pt x="52" y="4"/>
                      <a:pt x="68" y="5"/>
                      <a:pt x="77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56" name="Freeform 1074">
                <a:extLst>
                  <a:ext uri="{FF2B5EF4-FFF2-40B4-BE49-F238E27FC236}">
                    <a16:creationId xmlns:a16="http://schemas.microsoft.com/office/drawing/2014/main" id="{0C39058D-6FE6-46BB-8DC3-059FE8CF5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1249"/>
                <a:ext cx="13" cy="5"/>
              </a:xfrm>
              <a:custGeom>
                <a:avLst/>
                <a:gdLst>
                  <a:gd name="T0" fmla="*/ 0 w 18"/>
                  <a:gd name="T1" fmla="*/ 3 h 7"/>
                  <a:gd name="T2" fmla="*/ 7 w 18"/>
                  <a:gd name="T3" fmla="*/ 1 h 7"/>
                  <a:gd name="T4" fmla="*/ 7 w 1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cubicBezTo>
                      <a:pt x="6" y="5"/>
                      <a:pt x="11" y="4"/>
                      <a:pt x="16" y="1"/>
                    </a:cubicBezTo>
                    <a:cubicBezTo>
                      <a:pt x="16" y="0"/>
                      <a:pt x="18" y="1"/>
                      <a:pt x="18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57" name="Freeform 1075">
                <a:extLst>
                  <a:ext uri="{FF2B5EF4-FFF2-40B4-BE49-F238E27FC236}">
                    <a16:creationId xmlns:a16="http://schemas.microsoft.com/office/drawing/2014/main" id="{69312995-A99D-4004-85F0-FA4FCBFC4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1242"/>
                <a:ext cx="24" cy="3"/>
              </a:xfrm>
              <a:custGeom>
                <a:avLst/>
                <a:gdLst>
                  <a:gd name="T0" fmla="*/ 0 w 33"/>
                  <a:gd name="T1" fmla="*/ 2 h 4"/>
                  <a:gd name="T2" fmla="*/ 7 w 33"/>
                  <a:gd name="T3" fmla="*/ 2 h 4"/>
                  <a:gd name="T4" fmla="*/ 12 w 33"/>
                  <a:gd name="T5" fmla="*/ 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">
                    <a:moveTo>
                      <a:pt x="0" y="3"/>
                    </a:moveTo>
                    <a:cubicBezTo>
                      <a:pt x="5" y="4"/>
                      <a:pt x="12" y="4"/>
                      <a:pt x="17" y="4"/>
                    </a:cubicBezTo>
                    <a:cubicBezTo>
                      <a:pt x="23" y="3"/>
                      <a:pt x="28" y="0"/>
                      <a:pt x="33" y="3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58" name="Freeform 1076">
                <a:extLst>
                  <a:ext uri="{FF2B5EF4-FFF2-40B4-BE49-F238E27FC236}">
                    <a16:creationId xmlns:a16="http://schemas.microsoft.com/office/drawing/2014/main" id="{3CA51DA7-FA21-4C38-8CB6-51ACFDB09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1254"/>
                <a:ext cx="71" cy="18"/>
              </a:xfrm>
              <a:custGeom>
                <a:avLst/>
                <a:gdLst>
                  <a:gd name="T0" fmla="*/ 0 w 96"/>
                  <a:gd name="T1" fmla="*/ 8 h 25"/>
                  <a:gd name="T2" fmla="*/ 10 w 96"/>
                  <a:gd name="T3" fmla="*/ 6 h 25"/>
                  <a:gd name="T4" fmla="*/ 20 w 96"/>
                  <a:gd name="T5" fmla="*/ 4 h 25"/>
                  <a:gd name="T6" fmla="*/ 37 w 96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25">
                    <a:moveTo>
                      <a:pt x="0" y="21"/>
                    </a:moveTo>
                    <a:cubicBezTo>
                      <a:pt x="10" y="25"/>
                      <a:pt x="17" y="19"/>
                      <a:pt x="25" y="15"/>
                    </a:cubicBezTo>
                    <a:cubicBezTo>
                      <a:pt x="32" y="12"/>
                      <a:pt x="41" y="12"/>
                      <a:pt x="50" y="11"/>
                    </a:cubicBezTo>
                    <a:cubicBezTo>
                      <a:pt x="56" y="10"/>
                      <a:pt x="96" y="13"/>
                      <a:pt x="92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59" name="Freeform 1077">
                <a:extLst>
                  <a:ext uri="{FF2B5EF4-FFF2-40B4-BE49-F238E27FC236}">
                    <a16:creationId xmlns:a16="http://schemas.microsoft.com/office/drawing/2014/main" id="{90A90C5E-64C8-4D89-A73E-234590025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1180"/>
                <a:ext cx="18" cy="22"/>
              </a:xfrm>
              <a:custGeom>
                <a:avLst/>
                <a:gdLst>
                  <a:gd name="T0" fmla="*/ 0 w 24"/>
                  <a:gd name="T1" fmla="*/ 0 h 30"/>
                  <a:gd name="T2" fmla="*/ 5 w 24"/>
                  <a:gd name="T3" fmla="*/ 6 h 30"/>
                  <a:gd name="T4" fmla="*/ 11 w 24"/>
                  <a:gd name="T5" fmla="*/ 1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0" y="0"/>
                    </a:moveTo>
                    <a:cubicBezTo>
                      <a:pt x="0" y="6"/>
                      <a:pt x="5" y="12"/>
                      <a:pt x="11" y="15"/>
                    </a:cubicBezTo>
                    <a:cubicBezTo>
                      <a:pt x="16" y="19"/>
                      <a:pt x="18" y="28"/>
                      <a:pt x="24" y="3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60" name="Freeform 1078">
                <a:extLst>
                  <a:ext uri="{FF2B5EF4-FFF2-40B4-BE49-F238E27FC236}">
                    <a16:creationId xmlns:a16="http://schemas.microsoft.com/office/drawing/2014/main" id="{E8BD1051-630F-44B8-A19E-B48084F5F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1194"/>
                <a:ext cx="20" cy="14"/>
              </a:xfrm>
              <a:custGeom>
                <a:avLst/>
                <a:gdLst>
                  <a:gd name="T0" fmla="*/ 0 w 28"/>
                  <a:gd name="T1" fmla="*/ 0 h 19"/>
                  <a:gd name="T2" fmla="*/ 4 w 28"/>
                  <a:gd name="T3" fmla="*/ 5 h 19"/>
                  <a:gd name="T4" fmla="*/ 10 w 28"/>
                  <a:gd name="T5" fmla="*/ 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0" y="0"/>
                    </a:moveTo>
                    <a:cubicBezTo>
                      <a:pt x="2" y="6"/>
                      <a:pt x="5" y="11"/>
                      <a:pt x="12" y="13"/>
                    </a:cubicBezTo>
                    <a:cubicBezTo>
                      <a:pt x="17" y="15"/>
                      <a:pt x="24" y="15"/>
                      <a:pt x="28" y="1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61" name="Freeform 1079">
                <a:extLst>
                  <a:ext uri="{FF2B5EF4-FFF2-40B4-BE49-F238E27FC236}">
                    <a16:creationId xmlns:a16="http://schemas.microsoft.com/office/drawing/2014/main" id="{673D6F35-FD40-42B7-BADC-D61A0574D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" y="1206"/>
                <a:ext cx="23" cy="14"/>
              </a:xfrm>
              <a:custGeom>
                <a:avLst/>
                <a:gdLst>
                  <a:gd name="T0" fmla="*/ 0 w 31"/>
                  <a:gd name="T1" fmla="*/ 0 h 19"/>
                  <a:gd name="T2" fmla="*/ 5 w 31"/>
                  <a:gd name="T3" fmla="*/ 6 h 19"/>
                  <a:gd name="T4" fmla="*/ 13 w 31"/>
                  <a:gd name="T5" fmla="*/ 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9">
                    <a:moveTo>
                      <a:pt x="0" y="0"/>
                    </a:moveTo>
                    <a:cubicBezTo>
                      <a:pt x="4" y="7"/>
                      <a:pt x="5" y="13"/>
                      <a:pt x="14" y="15"/>
                    </a:cubicBezTo>
                    <a:cubicBezTo>
                      <a:pt x="20" y="16"/>
                      <a:pt x="25" y="14"/>
                      <a:pt x="31" y="1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62" name="Freeform 1080">
                <a:extLst>
                  <a:ext uri="{FF2B5EF4-FFF2-40B4-BE49-F238E27FC236}">
                    <a16:creationId xmlns:a16="http://schemas.microsoft.com/office/drawing/2014/main" id="{B853FF11-9DCD-4591-8A6D-BD3C6DBDA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" y="1263"/>
                <a:ext cx="43" cy="21"/>
              </a:xfrm>
              <a:custGeom>
                <a:avLst/>
                <a:gdLst>
                  <a:gd name="T0" fmla="*/ 0 w 58"/>
                  <a:gd name="T1" fmla="*/ 10 h 28"/>
                  <a:gd name="T2" fmla="*/ 12 w 58"/>
                  <a:gd name="T3" fmla="*/ 4 h 28"/>
                  <a:gd name="T4" fmla="*/ 24 w 58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8">
                    <a:moveTo>
                      <a:pt x="0" y="23"/>
                    </a:moveTo>
                    <a:cubicBezTo>
                      <a:pt x="14" y="28"/>
                      <a:pt x="18" y="15"/>
                      <a:pt x="28" y="8"/>
                    </a:cubicBezTo>
                    <a:cubicBezTo>
                      <a:pt x="37" y="2"/>
                      <a:pt x="48" y="4"/>
                      <a:pt x="58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63" name="Freeform 1081">
                <a:extLst>
                  <a:ext uri="{FF2B5EF4-FFF2-40B4-BE49-F238E27FC236}">
                    <a16:creationId xmlns:a16="http://schemas.microsoft.com/office/drawing/2014/main" id="{CAF3CFD0-2595-4194-827C-632E13FF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1248"/>
                <a:ext cx="18" cy="11"/>
              </a:xfrm>
              <a:custGeom>
                <a:avLst/>
                <a:gdLst>
                  <a:gd name="T0" fmla="*/ 10 w 24"/>
                  <a:gd name="T1" fmla="*/ 0 h 15"/>
                  <a:gd name="T2" fmla="*/ 0 w 24"/>
                  <a:gd name="T3" fmla="*/ 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5">
                    <a:moveTo>
                      <a:pt x="22" y="0"/>
                    </a:moveTo>
                    <a:cubicBezTo>
                      <a:pt x="24" y="4"/>
                      <a:pt x="6" y="15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64" name="Freeform 1082">
                <a:extLst>
                  <a:ext uri="{FF2B5EF4-FFF2-40B4-BE49-F238E27FC236}">
                    <a16:creationId xmlns:a16="http://schemas.microsoft.com/office/drawing/2014/main" id="{22E401C8-DA74-454C-AB85-8C65BC983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1258"/>
                <a:ext cx="38" cy="13"/>
              </a:xfrm>
              <a:custGeom>
                <a:avLst/>
                <a:gdLst>
                  <a:gd name="T0" fmla="*/ 21 w 51"/>
                  <a:gd name="T1" fmla="*/ 0 h 17"/>
                  <a:gd name="T2" fmla="*/ 9 w 51"/>
                  <a:gd name="T3" fmla="*/ 5 h 17"/>
                  <a:gd name="T4" fmla="*/ 0 w 51"/>
                  <a:gd name="T5" fmla="*/ 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7">
                    <a:moveTo>
                      <a:pt x="51" y="0"/>
                    </a:moveTo>
                    <a:cubicBezTo>
                      <a:pt x="41" y="4"/>
                      <a:pt x="32" y="6"/>
                      <a:pt x="22" y="12"/>
                    </a:cubicBezTo>
                    <a:cubicBezTo>
                      <a:pt x="14" y="17"/>
                      <a:pt x="9" y="15"/>
                      <a:pt x="0" y="13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65" name="Freeform 1083">
                <a:extLst>
                  <a:ext uri="{FF2B5EF4-FFF2-40B4-BE49-F238E27FC236}">
                    <a16:creationId xmlns:a16="http://schemas.microsoft.com/office/drawing/2014/main" id="{63A768B3-C2CB-463A-8989-55D92108B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" y="1251"/>
                <a:ext cx="43" cy="5"/>
              </a:xfrm>
              <a:custGeom>
                <a:avLst/>
                <a:gdLst>
                  <a:gd name="T0" fmla="*/ 0 w 59"/>
                  <a:gd name="T1" fmla="*/ 0 h 7"/>
                  <a:gd name="T2" fmla="*/ 12 w 59"/>
                  <a:gd name="T3" fmla="*/ 2 h 7"/>
                  <a:gd name="T4" fmla="*/ 18 w 59"/>
                  <a:gd name="T5" fmla="*/ 2 h 7"/>
                  <a:gd name="T6" fmla="*/ 23 w 59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7">
                    <a:moveTo>
                      <a:pt x="0" y="0"/>
                    </a:moveTo>
                    <a:cubicBezTo>
                      <a:pt x="9" y="7"/>
                      <a:pt x="19" y="6"/>
                      <a:pt x="30" y="5"/>
                    </a:cubicBezTo>
                    <a:cubicBezTo>
                      <a:pt x="36" y="4"/>
                      <a:pt x="41" y="6"/>
                      <a:pt x="46" y="5"/>
                    </a:cubicBezTo>
                    <a:cubicBezTo>
                      <a:pt x="51" y="4"/>
                      <a:pt x="54" y="0"/>
                      <a:pt x="59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66" name="Freeform 1084">
                <a:extLst>
                  <a:ext uri="{FF2B5EF4-FFF2-40B4-BE49-F238E27FC236}">
                    <a16:creationId xmlns:a16="http://schemas.microsoft.com/office/drawing/2014/main" id="{398EF29D-B198-4707-82EC-832F5F461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" y="1243"/>
                <a:ext cx="9" cy="6"/>
              </a:xfrm>
              <a:custGeom>
                <a:avLst/>
                <a:gdLst>
                  <a:gd name="T0" fmla="*/ 6 w 11"/>
                  <a:gd name="T1" fmla="*/ 0 h 8"/>
                  <a:gd name="T2" fmla="*/ 0 w 11"/>
                  <a:gd name="T3" fmla="*/ 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9" y="4"/>
                      <a:pt x="4" y="7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67" name="Freeform 1085">
                <a:extLst>
                  <a:ext uri="{FF2B5EF4-FFF2-40B4-BE49-F238E27FC236}">
                    <a16:creationId xmlns:a16="http://schemas.microsoft.com/office/drawing/2014/main" id="{C10F2495-1D84-4502-BCED-FE9090E0B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1220"/>
                <a:ext cx="54" cy="25"/>
              </a:xfrm>
              <a:custGeom>
                <a:avLst/>
                <a:gdLst>
                  <a:gd name="T0" fmla="*/ 0 w 74"/>
                  <a:gd name="T1" fmla="*/ 0 h 34"/>
                  <a:gd name="T2" fmla="*/ 5 w 74"/>
                  <a:gd name="T3" fmla="*/ 7 h 34"/>
                  <a:gd name="T4" fmla="*/ 16 w 74"/>
                  <a:gd name="T5" fmla="*/ 10 h 34"/>
                  <a:gd name="T6" fmla="*/ 28 w 74"/>
                  <a:gd name="T7" fmla="*/ 1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4">
                    <a:moveTo>
                      <a:pt x="0" y="0"/>
                    </a:moveTo>
                    <a:cubicBezTo>
                      <a:pt x="4" y="6"/>
                      <a:pt x="7" y="13"/>
                      <a:pt x="14" y="16"/>
                    </a:cubicBezTo>
                    <a:cubicBezTo>
                      <a:pt x="23" y="19"/>
                      <a:pt x="32" y="19"/>
                      <a:pt x="41" y="25"/>
                    </a:cubicBezTo>
                    <a:cubicBezTo>
                      <a:pt x="54" y="34"/>
                      <a:pt x="61" y="27"/>
                      <a:pt x="74" y="24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68" name="Freeform 1086">
                <a:extLst>
                  <a:ext uri="{FF2B5EF4-FFF2-40B4-BE49-F238E27FC236}">
                    <a16:creationId xmlns:a16="http://schemas.microsoft.com/office/drawing/2014/main" id="{A4D67086-6622-4AFC-A8BA-4621C0536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1300"/>
                <a:ext cx="65" cy="25"/>
              </a:xfrm>
              <a:custGeom>
                <a:avLst/>
                <a:gdLst>
                  <a:gd name="T0" fmla="*/ 0 w 88"/>
                  <a:gd name="T1" fmla="*/ 11 h 33"/>
                  <a:gd name="T2" fmla="*/ 20 w 88"/>
                  <a:gd name="T3" fmla="*/ 5 h 33"/>
                  <a:gd name="T4" fmla="*/ 28 w 88"/>
                  <a:gd name="T5" fmla="*/ 5 h 33"/>
                  <a:gd name="T6" fmla="*/ 35 w 88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33">
                    <a:moveTo>
                      <a:pt x="0" y="25"/>
                    </a:moveTo>
                    <a:cubicBezTo>
                      <a:pt x="19" y="33"/>
                      <a:pt x="33" y="13"/>
                      <a:pt x="50" y="11"/>
                    </a:cubicBezTo>
                    <a:cubicBezTo>
                      <a:pt x="57" y="10"/>
                      <a:pt x="64" y="11"/>
                      <a:pt x="71" y="10"/>
                    </a:cubicBezTo>
                    <a:cubicBezTo>
                      <a:pt x="78" y="9"/>
                      <a:pt x="82" y="3"/>
                      <a:pt x="88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69" name="Freeform 1087">
                <a:extLst>
                  <a:ext uri="{FF2B5EF4-FFF2-40B4-BE49-F238E27FC236}">
                    <a16:creationId xmlns:a16="http://schemas.microsoft.com/office/drawing/2014/main" id="{C6869043-DAC8-41D9-9632-E82D0D674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1275"/>
                <a:ext cx="24" cy="19"/>
              </a:xfrm>
              <a:custGeom>
                <a:avLst/>
                <a:gdLst>
                  <a:gd name="T0" fmla="*/ 14 w 32"/>
                  <a:gd name="T1" fmla="*/ 0 h 25"/>
                  <a:gd name="T2" fmla="*/ 0 w 32"/>
                  <a:gd name="T3" fmla="*/ 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5">
                    <a:moveTo>
                      <a:pt x="32" y="0"/>
                    </a:moveTo>
                    <a:cubicBezTo>
                      <a:pt x="23" y="3"/>
                      <a:pt x="9" y="25"/>
                      <a:pt x="0" y="21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70" name="Freeform 1088">
                <a:extLst>
                  <a:ext uri="{FF2B5EF4-FFF2-40B4-BE49-F238E27FC236}">
                    <a16:creationId xmlns:a16="http://schemas.microsoft.com/office/drawing/2014/main" id="{4B751A53-6256-4EA9-B0C3-0088EDF68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1303"/>
                <a:ext cx="64" cy="28"/>
              </a:xfrm>
              <a:custGeom>
                <a:avLst/>
                <a:gdLst>
                  <a:gd name="T0" fmla="*/ 34 w 88"/>
                  <a:gd name="T1" fmla="*/ 0 h 39"/>
                  <a:gd name="T2" fmla="*/ 23 w 88"/>
                  <a:gd name="T3" fmla="*/ 6 h 39"/>
                  <a:gd name="T4" fmla="*/ 15 w 88"/>
                  <a:gd name="T5" fmla="*/ 7 h 39"/>
                  <a:gd name="T6" fmla="*/ 8 w 88"/>
                  <a:gd name="T7" fmla="*/ 13 h 39"/>
                  <a:gd name="T8" fmla="*/ 0 w 88"/>
                  <a:gd name="T9" fmla="*/ 1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39">
                    <a:moveTo>
                      <a:pt x="88" y="0"/>
                    </a:moveTo>
                    <a:cubicBezTo>
                      <a:pt x="80" y="6"/>
                      <a:pt x="71" y="12"/>
                      <a:pt x="61" y="15"/>
                    </a:cubicBezTo>
                    <a:cubicBezTo>
                      <a:pt x="53" y="17"/>
                      <a:pt x="45" y="16"/>
                      <a:pt x="38" y="20"/>
                    </a:cubicBezTo>
                    <a:cubicBezTo>
                      <a:pt x="31" y="25"/>
                      <a:pt x="27" y="31"/>
                      <a:pt x="20" y="35"/>
                    </a:cubicBezTo>
                    <a:cubicBezTo>
                      <a:pt x="14" y="38"/>
                      <a:pt x="7" y="39"/>
                      <a:pt x="0" y="3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71" name="Freeform 1089">
                <a:extLst>
                  <a:ext uri="{FF2B5EF4-FFF2-40B4-BE49-F238E27FC236}">
                    <a16:creationId xmlns:a16="http://schemas.microsoft.com/office/drawing/2014/main" id="{C1536A9C-DD4E-4A2E-98E1-C3BB68052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1286"/>
                <a:ext cx="4" cy="8"/>
              </a:xfrm>
              <a:custGeom>
                <a:avLst/>
                <a:gdLst>
                  <a:gd name="T0" fmla="*/ 2 w 5"/>
                  <a:gd name="T1" fmla="*/ 0 h 11"/>
                  <a:gd name="T2" fmla="*/ 0 w 5"/>
                  <a:gd name="T3" fmla="*/ 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5" y="0"/>
                    </a:moveTo>
                    <a:cubicBezTo>
                      <a:pt x="4" y="4"/>
                      <a:pt x="1" y="7"/>
                      <a:pt x="0" y="11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72" name="Freeform 1090">
                <a:extLst>
                  <a:ext uri="{FF2B5EF4-FFF2-40B4-BE49-F238E27FC236}">
                    <a16:creationId xmlns:a16="http://schemas.microsoft.com/office/drawing/2014/main" id="{9917CBB4-7656-4F1D-8B6E-EF2D62F46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1294"/>
                <a:ext cx="17" cy="6"/>
              </a:xfrm>
              <a:custGeom>
                <a:avLst/>
                <a:gdLst>
                  <a:gd name="T0" fmla="*/ 0 w 23"/>
                  <a:gd name="T1" fmla="*/ 4 h 8"/>
                  <a:gd name="T2" fmla="*/ 10 w 2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8">
                    <a:moveTo>
                      <a:pt x="0" y="8"/>
                    </a:moveTo>
                    <a:cubicBezTo>
                      <a:pt x="8" y="4"/>
                      <a:pt x="16" y="5"/>
                      <a:pt x="23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73" name="Freeform 1091">
                <a:extLst>
                  <a:ext uri="{FF2B5EF4-FFF2-40B4-BE49-F238E27FC236}">
                    <a16:creationId xmlns:a16="http://schemas.microsoft.com/office/drawing/2014/main" id="{E53B0F0B-1539-49F9-9704-267718DCA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" y="1268"/>
                <a:ext cx="25" cy="16"/>
              </a:xfrm>
              <a:custGeom>
                <a:avLst/>
                <a:gdLst>
                  <a:gd name="T0" fmla="*/ 0 w 34"/>
                  <a:gd name="T1" fmla="*/ 2 h 22"/>
                  <a:gd name="T2" fmla="*/ 13 w 34"/>
                  <a:gd name="T3" fmla="*/ 0 h 22"/>
                  <a:gd name="T4" fmla="*/ 10 w 34"/>
                  <a:gd name="T5" fmla="*/ 4 h 22"/>
                  <a:gd name="T6" fmla="*/ 7 w 34"/>
                  <a:gd name="T7" fmla="*/ 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2">
                    <a:moveTo>
                      <a:pt x="0" y="5"/>
                    </a:moveTo>
                    <a:cubicBezTo>
                      <a:pt x="11" y="3"/>
                      <a:pt x="22" y="0"/>
                      <a:pt x="34" y="0"/>
                    </a:cubicBezTo>
                    <a:cubicBezTo>
                      <a:pt x="33" y="4"/>
                      <a:pt x="29" y="6"/>
                      <a:pt x="26" y="9"/>
                    </a:cubicBezTo>
                    <a:cubicBezTo>
                      <a:pt x="23" y="13"/>
                      <a:pt x="21" y="17"/>
                      <a:pt x="18" y="22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74" name="Freeform 1092">
                <a:extLst>
                  <a:ext uri="{FF2B5EF4-FFF2-40B4-BE49-F238E27FC236}">
                    <a16:creationId xmlns:a16="http://schemas.microsoft.com/office/drawing/2014/main" id="{74ED083D-0ED1-4F9C-B113-DA3818C48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" y="1310"/>
                <a:ext cx="100" cy="32"/>
              </a:xfrm>
              <a:custGeom>
                <a:avLst/>
                <a:gdLst>
                  <a:gd name="T0" fmla="*/ 0 w 136"/>
                  <a:gd name="T1" fmla="*/ 16 h 43"/>
                  <a:gd name="T2" fmla="*/ 15 w 136"/>
                  <a:gd name="T3" fmla="*/ 16 h 43"/>
                  <a:gd name="T4" fmla="*/ 28 w 136"/>
                  <a:gd name="T5" fmla="*/ 8 h 43"/>
                  <a:gd name="T6" fmla="*/ 34 w 136"/>
                  <a:gd name="T7" fmla="*/ 7 h 43"/>
                  <a:gd name="T8" fmla="*/ 41 w 136"/>
                  <a:gd name="T9" fmla="*/ 3 h 43"/>
                  <a:gd name="T10" fmla="*/ 54 w 136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6" h="43">
                    <a:moveTo>
                      <a:pt x="0" y="37"/>
                    </a:moveTo>
                    <a:cubicBezTo>
                      <a:pt x="6" y="43"/>
                      <a:pt x="31" y="38"/>
                      <a:pt x="38" y="37"/>
                    </a:cubicBezTo>
                    <a:cubicBezTo>
                      <a:pt x="51" y="34"/>
                      <a:pt x="59" y="22"/>
                      <a:pt x="71" y="20"/>
                    </a:cubicBezTo>
                    <a:cubicBezTo>
                      <a:pt x="76" y="19"/>
                      <a:pt x="81" y="19"/>
                      <a:pt x="86" y="18"/>
                    </a:cubicBezTo>
                    <a:cubicBezTo>
                      <a:pt x="95" y="17"/>
                      <a:pt x="98" y="13"/>
                      <a:pt x="104" y="8"/>
                    </a:cubicBezTo>
                    <a:cubicBezTo>
                      <a:pt x="114" y="0"/>
                      <a:pt x="125" y="4"/>
                      <a:pt x="136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75" name="Freeform 1093">
                <a:extLst>
                  <a:ext uri="{FF2B5EF4-FFF2-40B4-BE49-F238E27FC236}">
                    <a16:creationId xmlns:a16="http://schemas.microsoft.com/office/drawing/2014/main" id="{26A23F91-9832-4B80-A2B3-D324F733F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" y="1270"/>
                <a:ext cx="56" cy="33"/>
              </a:xfrm>
              <a:custGeom>
                <a:avLst/>
                <a:gdLst>
                  <a:gd name="T0" fmla="*/ 25 w 77"/>
                  <a:gd name="T1" fmla="*/ 0 h 46"/>
                  <a:gd name="T2" fmla="*/ 26 w 77"/>
                  <a:gd name="T3" fmla="*/ 6 h 46"/>
                  <a:gd name="T4" fmla="*/ 17 w 77"/>
                  <a:gd name="T5" fmla="*/ 11 h 46"/>
                  <a:gd name="T6" fmla="*/ 9 w 77"/>
                  <a:gd name="T7" fmla="*/ 14 h 46"/>
                  <a:gd name="T8" fmla="*/ 0 w 77"/>
                  <a:gd name="T9" fmla="*/ 17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46">
                    <a:moveTo>
                      <a:pt x="66" y="0"/>
                    </a:moveTo>
                    <a:cubicBezTo>
                      <a:pt x="64" y="3"/>
                      <a:pt x="77" y="9"/>
                      <a:pt x="69" y="17"/>
                    </a:cubicBezTo>
                    <a:cubicBezTo>
                      <a:pt x="62" y="22"/>
                      <a:pt x="52" y="24"/>
                      <a:pt x="46" y="29"/>
                    </a:cubicBezTo>
                    <a:cubicBezTo>
                      <a:pt x="38" y="34"/>
                      <a:pt x="34" y="38"/>
                      <a:pt x="25" y="38"/>
                    </a:cubicBezTo>
                    <a:cubicBezTo>
                      <a:pt x="15" y="38"/>
                      <a:pt x="7" y="38"/>
                      <a:pt x="0" y="46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76" name="Freeform 1094">
                <a:extLst>
                  <a:ext uri="{FF2B5EF4-FFF2-40B4-BE49-F238E27FC236}">
                    <a16:creationId xmlns:a16="http://schemas.microsoft.com/office/drawing/2014/main" id="{3E27B340-2BE4-4DAD-AFD0-A3CF52970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1265"/>
                <a:ext cx="24" cy="24"/>
              </a:xfrm>
              <a:custGeom>
                <a:avLst/>
                <a:gdLst>
                  <a:gd name="T0" fmla="*/ 8 w 32"/>
                  <a:gd name="T1" fmla="*/ 1 h 33"/>
                  <a:gd name="T2" fmla="*/ 8 w 32"/>
                  <a:gd name="T3" fmla="*/ 5 h 33"/>
                  <a:gd name="T4" fmla="*/ 5 w 32"/>
                  <a:gd name="T5" fmla="*/ 9 h 33"/>
                  <a:gd name="T6" fmla="*/ 0 w 32"/>
                  <a:gd name="T7" fmla="*/ 12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20" y="1"/>
                    </a:moveTo>
                    <a:cubicBezTo>
                      <a:pt x="32" y="0"/>
                      <a:pt x="22" y="11"/>
                      <a:pt x="18" y="14"/>
                    </a:cubicBezTo>
                    <a:cubicBezTo>
                      <a:pt x="14" y="17"/>
                      <a:pt x="13" y="20"/>
                      <a:pt x="11" y="24"/>
                    </a:cubicBezTo>
                    <a:cubicBezTo>
                      <a:pt x="8" y="28"/>
                      <a:pt x="6" y="33"/>
                      <a:pt x="0" y="3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77" name="Freeform 1095">
                <a:extLst>
                  <a:ext uri="{FF2B5EF4-FFF2-40B4-BE49-F238E27FC236}">
                    <a16:creationId xmlns:a16="http://schemas.microsoft.com/office/drawing/2014/main" id="{616D2108-C147-42D1-9BB4-7926A81C9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1262"/>
                <a:ext cx="91" cy="51"/>
              </a:xfrm>
              <a:custGeom>
                <a:avLst/>
                <a:gdLst>
                  <a:gd name="T0" fmla="*/ 50 w 123"/>
                  <a:gd name="T1" fmla="*/ 0 h 69"/>
                  <a:gd name="T2" fmla="*/ 47 w 123"/>
                  <a:gd name="T3" fmla="*/ 7 h 69"/>
                  <a:gd name="T4" fmla="*/ 41 w 123"/>
                  <a:gd name="T5" fmla="*/ 13 h 69"/>
                  <a:gd name="T6" fmla="*/ 30 w 123"/>
                  <a:gd name="T7" fmla="*/ 18 h 69"/>
                  <a:gd name="T8" fmla="*/ 13 w 123"/>
                  <a:gd name="T9" fmla="*/ 22 h 69"/>
                  <a:gd name="T10" fmla="*/ 0 w 123"/>
                  <a:gd name="T11" fmla="*/ 27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3" h="69">
                    <a:moveTo>
                      <a:pt x="123" y="0"/>
                    </a:moveTo>
                    <a:cubicBezTo>
                      <a:pt x="122" y="6"/>
                      <a:pt x="122" y="10"/>
                      <a:pt x="116" y="16"/>
                    </a:cubicBezTo>
                    <a:cubicBezTo>
                      <a:pt x="111" y="21"/>
                      <a:pt x="107" y="27"/>
                      <a:pt x="102" y="31"/>
                    </a:cubicBezTo>
                    <a:cubicBezTo>
                      <a:pt x="93" y="38"/>
                      <a:pt x="82" y="40"/>
                      <a:pt x="73" y="45"/>
                    </a:cubicBezTo>
                    <a:cubicBezTo>
                      <a:pt x="61" y="51"/>
                      <a:pt x="46" y="50"/>
                      <a:pt x="34" y="56"/>
                    </a:cubicBezTo>
                    <a:cubicBezTo>
                      <a:pt x="21" y="61"/>
                      <a:pt x="14" y="69"/>
                      <a:pt x="0" y="66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78" name="Freeform 1096">
                <a:extLst>
                  <a:ext uri="{FF2B5EF4-FFF2-40B4-BE49-F238E27FC236}">
                    <a16:creationId xmlns:a16="http://schemas.microsoft.com/office/drawing/2014/main" id="{58692423-84D4-4BE6-AAEF-C2C3E703C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1275"/>
                <a:ext cx="148" cy="77"/>
              </a:xfrm>
              <a:custGeom>
                <a:avLst/>
                <a:gdLst>
                  <a:gd name="T0" fmla="*/ 80 w 201"/>
                  <a:gd name="T1" fmla="*/ 0 h 104"/>
                  <a:gd name="T2" fmla="*/ 77 w 201"/>
                  <a:gd name="T3" fmla="*/ 7 h 104"/>
                  <a:gd name="T4" fmla="*/ 72 w 201"/>
                  <a:gd name="T5" fmla="*/ 16 h 104"/>
                  <a:gd name="T6" fmla="*/ 59 w 201"/>
                  <a:gd name="T7" fmla="*/ 21 h 104"/>
                  <a:gd name="T8" fmla="*/ 49 w 201"/>
                  <a:gd name="T9" fmla="*/ 24 h 104"/>
                  <a:gd name="T10" fmla="*/ 40 w 201"/>
                  <a:gd name="T11" fmla="*/ 24 h 104"/>
                  <a:gd name="T12" fmla="*/ 32 w 201"/>
                  <a:gd name="T13" fmla="*/ 29 h 104"/>
                  <a:gd name="T14" fmla="*/ 24 w 201"/>
                  <a:gd name="T15" fmla="*/ 33 h 104"/>
                  <a:gd name="T16" fmla="*/ 4 w 201"/>
                  <a:gd name="T17" fmla="*/ 41 h 104"/>
                  <a:gd name="T18" fmla="*/ 0 w 201"/>
                  <a:gd name="T19" fmla="*/ 41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1" h="104">
                    <a:moveTo>
                      <a:pt x="201" y="0"/>
                    </a:moveTo>
                    <a:cubicBezTo>
                      <a:pt x="200" y="0"/>
                      <a:pt x="195" y="15"/>
                      <a:pt x="194" y="19"/>
                    </a:cubicBezTo>
                    <a:cubicBezTo>
                      <a:pt x="191" y="27"/>
                      <a:pt x="188" y="33"/>
                      <a:pt x="180" y="38"/>
                    </a:cubicBezTo>
                    <a:cubicBezTo>
                      <a:pt x="170" y="43"/>
                      <a:pt x="158" y="46"/>
                      <a:pt x="148" y="51"/>
                    </a:cubicBezTo>
                    <a:cubicBezTo>
                      <a:pt x="140" y="55"/>
                      <a:pt x="133" y="60"/>
                      <a:pt x="124" y="60"/>
                    </a:cubicBezTo>
                    <a:cubicBezTo>
                      <a:pt x="115" y="60"/>
                      <a:pt x="107" y="57"/>
                      <a:pt x="99" y="61"/>
                    </a:cubicBezTo>
                    <a:cubicBezTo>
                      <a:pt x="92" y="64"/>
                      <a:pt x="88" y="68"/>
                      <a:pt x="80" y="70"/>
                    </a:cubicBezTo>
                    <a:cubicBezTo>
                      <a:pt x="72" y="73"/>
                      <a:pt x="65" y="76"/>
                      <a:pt x="58" y="81"/>
                    </a:cubicBezTo>
                    <a:cubicBezTo>
                      <a:pt x="45" y="91"/>
                      <a:pt x="28" y="100"/>
                      <a:pt x="11" y="103"/>
                    </a:cubicBezTo>
                    <a:cubicBezTo>
                      <a:pt x="7" y="103"/>
                      <a:pt x="2" y="104"/>
                      <a:pt x="0" y="101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79" name="Freeform 1097">
                <a:extLst>
                  <a:ext uri="{FF2B5EF4-FFF2-40B4-BE49-F238E27FC236}">
                    <a16:creationId xmlns:a16="http://schemas.microsoft.com/office/drawing/2014/main" id="{1E307BBB-C700-4635-91E4-BC014E497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" y="1306"/>
                <a:ext cx="50" cy="22"/>
              </a:xfrm>
              <a:custGeom>
                <a:avLst/>
                <a:gdLst>
                  <a:gd name="T0" fmla="*/ 0 w 68"/>
                  <a:gd name="T1" fmla="*/ 12 h 30"/>
                  <a:gd name="T2" fmla="*/ 11 w 68"/>
                  <a:gd name="T3" fmla="*/ 9 h 30"/>
                  <a:gd name="T4" fmla="*/ 27 w 68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30">
                    <a:moveTo>
                      <a:pt x="0" y="30"/>
                    </a:moveTo>
                    <a:cubicBezTo>
                      <a:pt x="10" y="29"/>
                      <a:pt x="18" y="26"/>
                      <a:pt x="28" y="22"/>
                    </a:cubicBezTo>
                    <a:cubicBezTo>
                      <a:pt x="43" y="18"/>
                      <a:pt x="59" y="13"/>
                      <a:pt x="68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80" name="Freeform 1098">
                <a:extLst>
                  <a:ext uri="{FF2B5EF4-FFF2-40B4-BE49-F238E27FC236}">
                    <a16:creationId xmlns:a16="http://schemas.microsoft.com/office/drawing/2014/main" id="{F2570670-9525-4B7B-84A4-39919DB89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286"/>
                <a:ext cx="55" cy="52"/>
              </a:xfrm>
              <a:custGeom>
                <a:avLst/>
                <a:gdLst>
                  <a:gd name="T0" fmla="*/ 0 w 74"/>
                  <a:gd name="T1" fmla="*/ 26 h 71"/>
                  <a:gd name="T2" fmla="*/ 14 w 74"/>
                  <a:gd name="T3" fmla="*/ 23 h 71"/>
                  <a:gd name="T4" fmla="*/ 22 w 74"/>
                  <a:gd name="T5" fmla="*/ 14 h 71"/>
                  <a:gd name="T6" fmla="*/ 28 w 74"/>
                  <a:gd name="T7" fmla="*/ 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71">
                    <a:moveTo>
                      <a:pt x="0" y="66"/>
                    </a:moveTo>
                    <a:cubicBezTo>
                      <a:pt x="6" y="71"/>
                      <a:pt x="29" y="62"/>
                      <a:pt x="35" y="60"/>
                    </a:cubicBezTo>
                    <a:cubicBezTo>
                      <a:pt x="48" y="55"/>
                      <a:pt x="49" y="45"/>
                      <a:pt x="54" y="35"/>
                    </a:cubicBezTo>
                    <a:cubicBezTo>
                      <a:pt x="61" y="22"/>
                      <a:pt x="74" y="16"/>
                      <a:pt x="69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81" name="Freeform 1099">
                <a:extLst>
                  <a:ext uri="{FF2B5EF4-FFF2-40B4-BE49-F238E27FC236}">
                    <a16:creationId xmlns:a16="http://schemas.microsoft.com/office/drawing/2014/main" id="{947020D3-EF46-4DAA-9D9B-B099C9E41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1302"/>
                <a:ext cx="49" cy="40"/>
              </a:xfrm>
              <a:custGeom>
                <a:avLst/>
                <a:gdLst>
                  <a:gd name="T0" fmla="*/ 0 w 67"/>
                  <a:gd name="T1" fmla="*/ 22 h 54"/>
                  <a:gd name="T2" fmla="*/ 5 w 67"/>
                  <a:gd name="T3" fmla="*/ 21 h 54"/>
                  <a:gd name="T4" fmla="*/ 13 w 67"/>
                  <a:gd name="T5" fmla="*/ 20 h 54"/>
                  <a:gd name="T6" fmla="*/ 21 w 67"/>
                  <a:gd name="T7" fmla="*/ 11 h 54"/>
                  <a:gd name="T8" fmla="*/ 24 w 67"/>
                  <a:gd name="T9" fmla="*/ 6 h 54"/>
                  <a:gd name="T10" fmla="*/ 26 w 67"/>
                  <a:gd name="T11" fmla="*/ 0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54">
                    <a:moveTo>
                      <a:pt x="0" y="54"/>
                    </a:moveTo>
                    <a:cubicBezTo>
                      <a:pt x="4" y="52"/>
                      <a:pt x="8" y="53"/>
                      <a:pt x="12" y="53"/>
                    </a:cubicBezTo>
                    <a:cubicBezTo>
                      <a:pt x="20" y="54"/>
                      <a:pt x="26" y="52"/>
                      <a:pt x="33" y="49"/>
                    </a:cubicBezTo>
                    <a:cubicBezTo>
                      <a:pt x="43" y="44"/>
                      <a:pt x="50" y="38"/>
                      <a:pt x="53" y="27"/>
                    </a:cubicBezTo>
                    <a:cubicBezTo>
                      <a:pt x="55" y="18"/>
                      <a:pt x="57" y="20"/>
                      <a:pt x="62" y="15"/>
                    </a:cubicBezTo>
                    <a:cubicBezTo>
                      <a:pt x="65" y="11"/>
                      <a:pt x="67" y="4"/>
                      <a:pt x="66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82" name="Freeform 1100">
                <a:extLst>
                  <a:ext uri="{FF2B5EF4-FFF2-40B4-BE49-F238E27FC236}">
                    <a16:creationId xmlns:a16="http://schemas.microsoft.com/office/drawing/2014/main" id="{57BD4DE6-D2F7-4E87-B841-D89678474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1323"/>
                <a:ext cx="41" cy="28"/>
              </a:xfrm>
              <a:custGeom>
                <a:avLst/>
                <a:gdLst>
                  <a:gd name="T0" fmla="*/ 0 w 55"/>
                  <a:gd name="T1" fmla="*/ 14 h 39"/>
                  <a:gd name="T2" fmla="*/ 14 w 55"/>
                  <a:gd name="T3" fmla="*/ 9 h 39"/>
                  <a:gd name="T4" fmla="*/ 23 w 55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39">
                    <a:moveTo>
                      <a:pt x="0" y="36"/>
                    </a:moveTo>
                    <a:cubicBezTo>
                      <a:pt x="10" y="39"/>
                      <a:pt x="26" y="30"/>
                      <a:pt x="34" y="25"/>
                    </a:cubicBezTo>
                    <a:cubicBezTo>
                      <a:pt x="45" y="18"/>
                      <a:pt x="50" y="12"/>
                      <a:pt x="55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83" name="Freeform 1101">
                <a:extLst>
                  <a:ext uri="{FF2B5EF4-FFF2-40B4-BE49-F238E27FC236}">
                    <a16:creationId xmlns:a16="http://schemas.microsoft.com/office/drawing/2014/main" id="{A316D287-084B-43C6-8F55-D7B644E19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1333"/>
                <a:ext cx="59" cy="17"/>
              </a:xfrm>
              <a:custGeom>
                <a:avLst/>
                <a:gdLst>
                  <a:gd name="T0" fmla="*/ 32 w 80"/>
                  <a:gd name="T1" fmla="*/ 0 h 23"/>
                  <a:gd name="T2" fmla="*/ 26 w 80"/>
                  <a:gd name="T3" fmla="*/ 5 h 23"/>
                  <a:gd name="T4" fmla="*/ 16 w 80"/>
                  <a:gd name="T5" fmla="*/ 5 h 23"/>
                  <a:gd name="T6" fmla="*/ 2 w 80"/>
                  <a:gd name="T7" fmla="*/ 9 h 23"/>
                  <a:gd name="T8" fmla="*/ 0 w 80"/>
                  <a:gd name="T9" fmla="*/ 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23">
                    <a:moveTo>
                      <a:pt x="78" y="0"/>
                    </a:moveTo>
                    <a:cubicBezTo>
                      <a:pt x="80" y="2"/>
                      <a:pt x="69" y="12"/>
                      <a:pt x="65" y="13"/>
                    </a:cubicBezTo>
                    <a:cubicBezTo>
                      <a:pt x="57" y="15"/>
                      <a:pt x="49" y="13"/>
                      <a:pt x="41" y="13"/>
                    </a:cubicBezTo>
                    <a:cubicBezTo>
                      <a:pt x="29" y="14"/>
                      <a:pt x="17" y="23"/>
                      <a:pt x="6" y="21"/>
                    </a:cubicBezTo>
                    <a:cubicBezTo>
                      <a:pt x="4" y="19"/>
                      <a:pt x="2" y="18"/>
                      <a:pt x="0" y="17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84" name="Freeform 1102">
                <a:extLst>
                  <a:ext uri="{FF2B5EF4-FFF2-40B4-BE49-F238E27FC236}">
                    <a16:creationId xmlns:a16="http://schemas.microsoft.com/office/drawing/2014/main" id="{E960F76C-C21D-486F-B314-1AC8E47D5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1333"/>
                <a:ext cx="71" cy="26"/>
              </a:xfrm>
              <a:custGeom>
                <a:avLst/>
                <a:gdLst>
                  <a:gd name="T0" fmla="*/ 0 w 97"/>
                  <a:gd name="T1" fmla="*/ 14 h 35"/>
                  <a:gd name="T2" fmla="*/ 11 w 97"/>
                  <a:gd name="T3" fmla="*/ 12 h 35"/>
                  <a:gd name="T4" fmla="*/ 18 w 97"/>
                  <a:gd name="T5" fmla="*/ 6 h 35"/>
                  <a:gd name="T6" fmla="*/ 27 w 97"/>
                  <a:gd name="T7" fmla="*/ 1 h 35"/>
                  <a:gd name="T8" fmla="*/ 38 w 97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35">
                    <a:moveTo>
                      <a:pt x="0" y="34"/>
                    </a:moveTo>
                    <a:cubicBezTo>
                      <a:pt x="10" y="34"/>
                      <a:pt x="20" y="35"/>
                      <a:pt x="29" y="29"/>
                    </a:cubicBezTo>
                    <a:cubicBezTo>
                      <a:pt x="35" y="25"/>
                      <a:pt x="40" y="19"/>
                      <a:pt x="47" y="15"/>
                    </a:cubicBezTo>
                    <a:cubicBezTo>
                      <a:pt x="54" y="10"/>
                      <a:pt x="61" y="4"/>
                      <a:pt x="70" y="2"/>
                    </a:cubicBezTo>
                    <a:cubicBezTo>
                      <a:pt x="77" y="1"/>
                      <a:pt x="92" y="5"/>
                      <a:pt x="97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85" name="Freeform 1103">
                <a:extLst>
                  <a:ext uri="{FF2B5EF4-FFF2-40B4-BE49-F238E27FC236}">
                    <a16:creationId xmlns:a16="http://schemas.microsoft.com/office/drawing/2014/main" id="{7344A83A-3EA2-4DAA-A361-002E5C4F5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1347"/>
                <a:ext cx="38" cy="26"/>
              </a:xfrm>
              <a:custGeom>
                <a:avLst/>
                <a:gdLst>
                  <a:gd name="T0" fmla="*/ 21 w 51"/>
                  <a:gd name="T1" fmla="*/ 12 h 35"/>
                  <a:gd name="T2" fmla="*/ 6 w 51"/>
                  <a:gd name="T3" fmla="*/ 5 h 35"/>
                  <a:gd name="T4" fmla="*/ 1 w 51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5">
                    <a:moveTo>
                      <a:pt x="51" y="29"/>
                    </a:moveTo>
                    <a:cubicBezTo>
                      <a:pt x="41" y="35"/>
                      <a:pt x="22" y="20"/>
                      <a:pt x="15" y="13"/>
                    </a:cubicBezTo>
                    <a:cubicBezTo>
                      <a:pt x="11" y="9"/>
                      <a:pt x="0" y="8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86" name="Freeform 1104">
                <a:extLst>
                  <a:ext uri="{FF2B5EF4-FFF2-40B4-BE49-F238E27FC236}">
                    <a16:creationId xmlns:a16="http://schemas.microsoft.com/office/drawing/2014/main" id="{71DC0C3C-116B-4D9F-9283-538C1F98B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1337"/>
                <a:ext cx="56" cy="20"/>
              </a:xfrm>
              <a:custGeom>
                <a:avLst/>
                <a:gdLst>
                  <a:gd name="T0" fmla="*/ 31 w 75"/>
                  <a:gd name="T1" fmla="*/ 0 h 27"/>
                  <a:gd name="T2" fmla="*/ 12 w 75"/>
                  <a:gd name="T3" fmla="*/ 10 h 27"/>
                  <a:gd name="T4" fmla="*/ 0 w 75"/>
                  <a:gd name="T5" fmla="*/ 1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27">
                    <a:moveTo>
                      <a:pt x="75" y="0"/>
                    </a:moveTo>
                    <a:cubicBezTo>
                      <a:pt x="60" y="8"/>
                      <a:pt x="46" y="22"/>
                      <a:pt x="28" y="25"/>
                    </a:cubicBezTo>
                    <a:cubicBezTo>
                      <a:pt x="18" y="27"/>
                      <a:pt x="9" y="27"/>
                      <a:pt x="0" y="25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87" name="Freeform 1105">
                <a:extLst>
                  <a:ext uri="{FF2B5EF4-FFF2-40B4-BE49-F238E27FC236}">
                    <a16:creationId xmlns:a16="http://schemas.microsoft.com/office/drawing/2014/main" id="{E440C4F4-7021-4B4D-8086-F7BADA43E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1344"/>
                <a:ext cx="46" cy="24"/>
              </a:xfrm>
              <a:custGeom>
                <a:avLst/>
                <a:gdLst>
                  <a:gd name="T0" fmla="*/ 25 w 62"/>
                  <a:gd name="T1" fmla="*/ 0 h 32"/>
                  <a:gd name="T2" fmla="*/ 11 w 62"/>
                  <a:gd name="T3" fmla="*/ 11 h 32"/>
                  <a:gd name="T4" fmla="*/ 0 w 62"/>
                  <a:gd name="T5" fmla="*/ 1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32">
                    <a:moveTo>
                      <a:pt x="62" y="0"/>
                    </a:moveTo>
                    <a:cubicBezTo>
                      <a:pt x="48" y="6"/>
                      <a:pt x="41" y="18"/>
                      <a:pt x="27" y="24"/>
                    </a:cubicBezTo>
                    <a:cubicBezTo>
                      <a:pt x="19" y="27"/>
                      <a:pt x="8" y="27"/>
                      <a:pt x="0" y="32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88" name="Freeform 1106">
                <a:extLst>
                  <a:ext uri="{FF2B5EF4-FFF2-40B4-BE49-F238E27FC236}">
                    <a16:creationId xmlns:a16="http://schemas.microsoft.com/office/drawing/2014/main" id="{3671484E-B841-4028-AE37-75CF0EDA7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" y="1351"/>
                <a:ext cx="35" cy="17"/>
              </a:xfrm>
              <a:custGeom>
                <a:avLst/>
                <a:gdLst>
                  <a:gd name="T0" fmla="*/ 19 w 48"/>
                  <a:gd name="T1" fmla="*/ 0 h 22"/>
                  <a:gd name="T2" fmla="*/ 12 w 48"/>
                  <a:gd name="T3" fmla="*/ 6 h 22"/>
                  <a:gd name="T4" fmla="*/ 0 w 48"/>
                  <a:gd name="T5" fmla="*/ 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2">
                    <a:moveTo>
                      <a:pt x="48" y="0"/>
                    </a:moveTo>
                    <a:cubicBezTo>
                      <a:pt x="39" y="3"/>
                      <a:pt x="38" y="7"/>
                      <a:pt x="32" y="13"/>
                    </a:cubicBezTo>
                    <a:cubicBezTo>
                      <a:pt x="25" y="20"/>
                      <a:pt x="10" y="22"/>
                      <a:pt x="0" y="1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89" name="Freeform 1107">
                <a:extLst>
                  <a:ext uri="{FF2B5EF4-FFF2-40B4-BE49-F238E27FC236}">
                    <a16:creationId xmlns:a16="http://schemas.microsoft.com/office/drawing/2014/main" id="{F5121D66-5809-499A-B990-EC5995C26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1358"/>
                <a:ext cx="37" cy="19"/>
              </a:xfrm>
              <a:custGeom>
                <a:avLst/>
                <a:gdLst>
                  <a:gd name="T0" fmla="*/ 0 w 50"/>
                  <a:gd name="T1" fmla="*/ 0 h 26"/>
                  <a:gd name="T2" fmla="*/ 11 w 50"/>
                  <a:gd name="T3" fmla="*/ 7 h 26"/>
                  <a:gd name="T4" fmla="*/ 20 w 50"/>
                  <a:gd name="T5" fmla="*/ 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6">
                    <a:moveTo>
                      <a:pt x="0" y="0"/>
                    </a:moveTo>
                    <a:cubicBezTo>
                      <a:pt x="10" y="3"/>
                      <a:pt x="17" y="15"/>
                      <a:pt x="27" y="19"/>
                    </a:cubicBezTo>
                    <a:cubicBezTo>
                      <a:pt x="33" y="21"/>
                      <a:pt x="44" y="26"/>
                      <a:pt x="50" y="23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90" name="Freeform 1108">
                <a:extLst>
                  <a:ext uri="{FF2B5EF4-FFF2-40B4-BE49-F238E27FC236}">
                    <a16:creationId xmlns:a16="http://schemas.microsoft.com/office/drawing/2014/main" id="{7BBA5ADA-580F-4DCB-8CAE-181EBEA08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1351"/>
                <a:ext cx="29" cy="26"/>
              </a:xfrm>
              <a:custGeom>
                <a:avLst/>
                <a:gdLst>
                  <a:gd name="T0" fmla="*/ 0 w 40"/>
                  <a:gd name="T1" fmla="*/ 0 h 35"/>
                  <a:gd name="T2" fmla="*/ 7 w 40"/>
                  <a:gd name="T3" fmla="*/ 7 h 35"/>
                  <a:gd name="T4" fmla="*/ 15 w 40"/>
                  <a:gd name="T5" fmla="*/ 1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0" y="0"/>
                    </a:moveTo>
                    <a:cubicBezTo>
                      <a:pt x="1" y="8"/>
                      <a:pt x="10" y="11"/>
                      <a:pt x="16" y="16"/>
                    </a:cubicBezTo>
                    <a:cubicBezTo>
                      <a:pt x="22" y="21"/>
                      <a:pt x="31" y="35"/>
                      <a:pt x="40" y="31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91" name="Freeform 1109">
                <a:extLst>
                  <a:ext uri="{FF2B5EF4-FFF2-40B4-BE49-F238E27FC236}">
                    <a16:creationId xmlns:a16="http://schemas.microsoft.com/office/drawing/2014/main" id="{BCCE8766-88F8-49CB-8667-2B34114E4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" y="707"/>
                <a:ext cx="1025" cy="625"/>
              </a:xfrm>
              <a:custGeom>
                <a:avLst/>
                <a:gdLst>
                  <a:gd name="T0" fmla="*/ 420 w 1393"/>
                  <a:gd name="T1" fmla="*/ 270 h 849"/>
                  <a:gd name="T2" fmla="*/ 478 w 1393"/>
                  <a:gd name="T3" fmla="*/ 272 h 849"/>
                  <a:gd name="T4" fmla="*/ 531 w 1393"/>
                  <a:gd name="T5" fmla="*/ 239 h 849"/>
                  <a:gd name="T6" fmla="*/ 540 w 1393"/>
                  <a:gd name="T7" fmla="*/ 216 h 849"/>
                  <a:gd name="T8" fmla="*/ 547 w 1393"/>
                  <a:gd name="T9" fmla="*/ 172 h 849"/>
                  <a:gd name="T10" fmla="*/ 540 w 1393"/>
                  <a:gd name="T11" fmla="*/ 144 h 849"/>
                  <a:gd name="T12" fmla="*/ 529 w 1393"/>
                  <a:gd name="T13" fmla="*/ 110 h 849"/>
                  <a:gd name="T14" fmla="*/ 497 w 1393"/>
                  <a:gd name="T15" fmla="*/ 77 h 849"/>
                  <a:gd name="T16" fmla="*/ 467 w 1393"/>
                  <a:gd name="T17" fmla="*/ 46 h 849"/>
                  <a:gd name="T18" fmla="*/ 434 w 1393"/>
                  <a:gd name="T19" fmla="*/ 34 h 849"/>
                  <a:gd name="T20" fmla="*/ 391 w 1393"/>
                  <a:gd name="T21" fmla="*/ 15 h 849"/>
                  <a:gd name="T22" fmla="*/ 376 w 1393"/>
                  <a:gd name="T23" fmla="*/ 10 h 849"/>
                  <a:gd name="T24" fmla="*/ 338 w 1393"/>
                  <a:gd name="T25" fmla="*/ 5 h 849"/>
                  <a:gd name="T26" fmla="*/ 319 w 1393"/>
                  <a:gd name="T27" fmla="*/ 2 h 849"/>
                  <a:gd name="T28" fmla="*/ 305 w 1393"/>
                  <a:gd name="T29" fmla="*/ 7 h 849"/>
                  <a:gd name="T30" fmla="*/ 280 w 1393"/>
                  <a:gd name="T31" fmla="*/ 2 h 849"/>
                  <a:gd name="T32" fmla="*/ 263 w 1393"/>
                  <a:gd name="T33" fmla="*/ 7 h 849"/>
                  <a:gd name="T34" fmla="*/ 241 w 1393"/>
                  <a:gd name="T35" fmla="*/ 3 h 849"/>
                  <a:gd name="T36" fmla="*/ 196 w 1393"/>
                  <a:gd name="T37" fmla="*/ 11 h 849"/>
                  <a:gd name="T38" fmla="*/ 152 w 1393"/>
                  <a:gd name="T39" fmla="*/ 21 h 849"/>
                  <a:gd name="T40" fmla="*/ 134 w 1393"/>
                  <a:gd name="T41" fmla="*/ 32 h 849"/>
                  <a:gd name="T42" fmla="*/ 83 w 1393"/>
                  <a:gd name="T43" fmla="*/ 77 h 849"/>
                  <a:gd name="T44" fmla="*/ 65 w 1393"/>
                  <a:gd name="T45" fmla="*/ 91 h 849"/>
                  <a:gd name="T46" fmla="*/ 39 w 1393"/>
                  <a:gd name="T47" fmla="*/ 132 h 849"/>
                  <a:gd name="T48" fmla="*/ 13 w 1393"/>
                  <a:gd name="T49" fmla="*/ 166 h 849"/>
                  <a:gd name="T50" fmla="*/ 1 w 1393"/>
                  <a:gd name="T51" fmla="*/ 186 h 849"/>
                  <a:gd name="T52" fmla="*/ 5 w 1393"/>
                  <a:gd name="T53" fmla="*/ 217 h 849"/>
                  <a:gd name="T54" fmla="*/ 14 w 1393"/>
                  <a:gd name="T55" fmla="*/ 231 h 849"/>
                  <a:gd name="T56" fmla="*/ 57 w 1393"/>
                  <a:gd name="T57" fmla="*/ 254 h 849"/>
                  <a:gd name="T58" fmla="*/ 85 w 1393"/>
                  <a:gd name="T59" fmla="*/ 245 h 849"/>
                  <a:gd name="T60" fmla="*/ 105 w 1393"/>
                  <a:gd name="T61" fmla="*/ 252 h 849"/>
                  <a:gd name="T62" fmla="*/ 151 w 1393"/>
                  <a:gd name="T63" fmla="*/ 264 h 849"/>
                  <a:gd name="T64" fmla="*/ 179 w 1393"/>
                  <a:gd name="T65" fmla="*/ 279 h 849"/>
                  <a:gd name="T66" fmla="*/ 201 w 1393"/>
                  <a:gd name="T67" fmla="*/ 266 h 849"/>
                  <a:gd name="T68" fmla="*/ 212 w 1393"/>
                  <a:gd name="T69" fmla="*/ 275 h 849"/>
                  <a:gd name="T70" fmla="*/ 264 w 1393"/>
                  <a:gd name="T71" fmla="*/ 286 h 849"/>
                  <a:gd name="T72" fmla="*/ 274 w 1393"/>
                  <a:gd name="T73" fmla="*/ 311 h 849"/>
                  <a:gd name="T74" fmla="*/ 311 w 1393"/>
                  <a:gd name="T75" fmla="*/ 327 h 849"/>
                  <a:gd name="T76" fmla="*/ 375 w 1393"/>
                  <a:gd name="T77" fmla="*/ 320 h 849"/>
                  <a:gd name="T78" fmla="*/ 420 w 1393"/>
                  <a:gd name="T79" fmla="*/ 270 h 84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393" h="849">
                    <a:moveTo>
                      <a:pt x="1055" y="676"/>
                    </a:moveTo>
                    <a:cubicBezTo>
                      <a:pt x="1055" y="676"/>
                      <a:pt x="1171" y="699"/>
                      <a:pt x="1198" y="681"/>
                    </a:cubicBezTo>
                    <a:cubicBezTo>
                      <a:pt x="1224" y="663"/>
                      <a:pt x="1284" y="704"/>
                      <a:pt x="1333" y="598"/>
                    </a:cubicBezTo>
                    <a:cubicBezTo>
                      <a:pt x="1333" y="598"/>
                      <a:pt x="1362" y="575"/>
                      <a:pt x="1356" y="543"/>
                    </a:cubicBezTo>
                    <a:cubicBezTo>
                      <a:pt x="1356" y="543"/>
                      <a:pt x="1393" y="519"/>
                      <a:pt x="1372" y="429"/>
                    </a:cubicBezTo>
                    <a:cubicBezTo>
                      <a:pt x="1360" y="374"/>
                      <a:pt x="1355" y="362"/>
                      <a:pt x="1355" y="362"/>
                    </a:cubicBezTo>
                    <a:cubicBezTo>
                      <a:pt x="1355" y="362"/>
                      <a:pt x="1355" y="286"/>
                      <a:pt x="1328" y="277"/>
                    </a:cubicBezTo>
                    <a:cubicBezTo>
                      <a:pt x="1312" y="249"/>
                      <a:pt x="1284" y="206"/>
                      <a:pt x="1247" y="194"/>
                    </a:cubicBezTo>
                    <a:cubicBezTo>
                      <a:pt x="1247" y="194"/>
                      <a:pt x="1238" y="134"/>
                      <a:pt x="1171" y="116"/>
                    </a:cubicBezTo>
                    <a:cubicBezTo>
                      <a:pt x="1135" y="107"/>
                      <a:pt x="1099" y="99"/>
                      <a:pt x="1090" y="86"/>
                    </a:cubicBezTo>
                    <a:cubicBezTo>
                      <a:pt x="1090" y="86"/>
                      <a:pt x="1067" y="42"/>
                      <a:pt x="982" y="37"/>
                    </a:cubicBezTo>
                    <a:cubicBezTo>
                      <a:pt x="982" y="37"/>
                      <a:pt x="963" y="25"/>
                      <a:pt x="945" y="26"/>
                    </a:cubicBezTo>
                    <a:cubicBezTo>
                      <a:pt x="928" y="28"/>
                      <a:pt x="880" y="0"/>
                      <a:pt x="850" y="14"/>
                    </a:cubicBezTo>
                    <a:cubicBezTo>
                      <a:pt x="850" y="14"/>
                      <a:pt x="822" y="4"/>
                      <a:pt x="802" y="5"/>
                    </a:cubicBezTo>
                    <a:cubicBezTo>
                      <a:pt x="783" y="7"/>
                      <a:pt x="767" y="5"/>
                      <a:pt x="764" y="19"/>
                    </a:cubicBezTo>
                    <a:cubicBezTo>
                      <a:pt x="764" y="19"/>
                      <a:pt x="725" y="4"/>
                      <a:pt x="702" y="5"/>
                    </a:cubicBezTo>
                    <a:cubicBezTo>
                      <a:pt x="679" y="7"/>
                      <a:pt x="659" y="5"/>
                      <a:pt x="659" y="19"/>
                    </a:cubicBezTo>
                    <a:cubicBezTo>
                      <a:pt x="659" y="19"/>
                      <a:pt x="631" y="2"/>
                      <a:pt x="606" y="7"/>
                    </a:cubicBezTo>
                    <a:cubicBezTo>
                      <a:pt x="582" y="12"/>
                      <a:pt x="527" y="7"/>
                      <a:pt x="490" y="28"/>
                    </a:cubicBezTo>
                    <a:cubicBezTo>
                      <a:pt x="490" y="28"/>
                      <a:pt x="411" y="26"/>
                      <a:pt x="381" y="55"/>
                    </a:cubicBezTo>
                    <a:cubicBezTo>
                      <a:pt x="381" y="55"/>
                      <a:pt x="345" y="72"/>
                      <a:pt x="337" y="81"/>
                    </a:cubicBezTo>
                    <a:cubicBezTo>
                      <a:pt x="337" y="81"/>
                      <a:pt x="225" y="129"/>
                      <a:pt x="209" y="191"/>
                    </a:cubicBezTo>
                    <a:cubicBezTo>
                      <a:pt x="209" y="191"/>
                      <a:pt x="179" y="194"/>
                      <a:pt x="165" y="229"/>
                    </a:cubicBezTo>
                    <a:cubicBezTo>
                      <a:pt x="165" y="229"/>
                      <a:pt x="107" y="259"/>
                      <a:pt x="98" y="330"/>
                    </a:cubicBezTo>
                    <a:cubicBezTo>
                      <a:pt x="98" y="330"/>
                      <a:pt x="47" y="351"/>
                      <a:pt x="31" y="415"/>
                    </a:cubicBezTo>
                    <a:cubicBezTo>
                      <a:pt x="31" y="415"/>
                      <a:pt x="7" y="439"/>
                      <a:pt x="3" y="466"/>
                    </a:cubicBezTo>
                    <a:cubicBezTo>
                      <a:pt x="0" y="492"/>
                      <a:pt x="10" y="528"/>
                      <a:pt x="12" y="545"/>
                    </a:cubicBezTo>
                    <a:cubicBezTo>
                      <a:pt x="14" y="563"/>
                      <a:pt x="35" y="580"/>
                      <a:pt x="35" y="580"/>
                    </a:cubicBezTo>
                    <a:cubicBezTo>
                      <a:pt x="35" y="580"/>
                      <a:pt x="21" y="697"/>
                      <a:pt x="141" y="637"/>
                    </a:cubicBezTo>
                    <a:cubicBezTo>
                      <a:pt x="172" y="621"/>
                      <a:pt x="185" y="619"/>
                      <a:pt x="215" y="614"/>
                    </a:cubicBezTo>
                    <a:cubicBezTo>
                      <a:pt x="215" y="614"/>
                      <a:pt x="229" y="639"/>
                      <a:pt x="264" y="630"/>
                    </a:cubicBezTo>
                    <a:cubicBezTo>
                      <a:pt x="264" y="630"/>
                      <a:pt x="333" y="693"/>
                      <a:pt x="379" y="662"/>
                    </a:cubicBezTo>
                    <a:cubicBezTo>
                      <a:pt x="379" y="662"/>
                      <a:pt x="414" y="704"/>
                      <a:pt x="448" y="700"/>
                    </a:cubicBezTo>
                    <a:cubicBezTo>
                      <a:pt x="481" y="697"/>
                      <a:pt x="490" y="662"/>
                      <a:pt x="504" y="669"/>
                    </a:cubicBezTo>
                    <a:cubicBezTo>
                      <a:pt x="504" y="669"/>
                      <a:pt x="516" y="683"/>
                      <a:pt x="532" y="690"/>
                    </a:cubicBezTo>
                    <a:cubicBezTo>
                      <a:pt x="548" y="697"/>
                      <a:pt x="591" y="746"/>
                      <a:pt x="663" y="716"/>
                    </a:cubicBezTo>
                    <a:cubicBezTo>
                      <a:pt x="663" y="716"/>
                      <a:pt x="617" y="752"/>
                      <a:pt x="688" y="780"/>
                    </a:cubicBezTo>
                    <a:cubicBezTo>
                      <a:pt x="758" y="808"/>
                      <a:pt x="735" y="810"/>
                      <a:pt x="779" y="819"/>
                    </a:cubicBezTo>
                    <a:cubicBezTo>
                      <a:pt x="824" y="828"/>
                      <a:pt x="887" y="849"/>
                      <a:pt x="942" y="803"/>
                    </a:cubicBezTo>
                    <a:cubicBezTo>
                      <a:pt x="996" y="757"/>
                      <a:pt x="1058" y="708"/>
                      <a:pt x="1055" y="67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92" name="Freeform 1110">
                <a:extLst>
                  <a:ext uri="{FF2B5EF4-FFF2-40B4-BE49-F238E27FC236}">
                    <a16:creationId xmlns:a16="http://schemas.microsoft.com/office/drawing/2014/main" id="{C9DBE789-64CB-4073-898E-3CF404CC3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1170"/>
                <a:ext cx="374" cy="214"/>
              </a:xfrm>
              <a:custGeom>
                <a:avLst/>
                <a:gdLst>
                  <a:gd name="T0" fmla="*/ 200 w 508"/>
                  <a:gd name="T1" fmla="*/ 38 h 290"/>
                  <a:gd name="T2" fmla="*/ 194 w 508"/>
                  <a:gd name="T3" fmla="*/ 56 h 290"/>
                  <a:gd name="T4" fmla="*/ 189 w 508"/>
                  <a:gd name="T5" fmla="*/ 72 h 290"/>
                  <a:gd name="T6" fmla="*/ 170 w 508"/>
                  <a:gd name="T7" fmla="*/ 83 h 290"/>
                  <a:gd name="T8" fmla="*/ 153 w 508"/>
                  <a:gd name="T9" fmla="*/ 99 h 290"/>
                  <a:gd name="T10" fmla="*/ 145 w 508"/>
                  <a:gd name="T11" fmla="*/ 101 h 290"/>
                  <a:gd name="T12" fmla="*/ 138 w 508"/>
                  <a:gd name="T13" fmla="*/ 109 h 290"/>
                  <a:gd name="T14" fmla="*/ 116 w 508"/>
                  <a:gd name="T15" fmla="*/ 108 h 290"/>
                  <a:gd name="T16" fmla="*/ 93 w 508"/>
                  <a:gd name="T17" fmla="*/ 114 h 290"/>
                  <a:gd name="T18" fmla="*/ 71 w 508"/>
                  <a:gd name="T19" fmla="*/ 101 h 290"/>
                  <a:gd name="T20" fmla="*/ 4 w 508"/>
                  <a:gd name="T21" fmla="*/ 34 h 290"/>
                  <a:gd name="T22" fmla="*/ 7 w 508"/>
                  <a:gd name="T23" fmla="*/ 0 h 2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8" h="290">
                    <a:moveTo>
                      <a:pt x="502" y="95"/>
                    </a:moveTo>
                    <a:cubicBezTo>
                      <a:pt x="508" y="109"/>
                      <a:pt x="490" y="128"/>
                      <a:pt x="485" y="139"/>
                    </a:cubicBezTo>
                    <a:cubicBezTo>
                      <a:pt x="479" y="152"/>
                      <a:pt x="484" y="164"/>
                      <a:pt x="474" y="178"/>
                    </a:cubicBezTo>
                    <a:cubicBezTo>
                      <a:pt x="462" y="195"/>
                      <a:pt x="440" y="195"/>
                      <a:pt x="427" y="206"/>
                    </a:cubicBezTo>
                    <a:cubicBezTo>
                      <a:pt x="409" y="222"/>
                      <a:pt x="411" y="235"/>
                      <a:pt x="385" y="245"/>
                    </a:cubicBezTo>
                    <a:cubicBezTo>
                      <a:pt x="376" y="248"/>
                      <a:pt x="370" y="247"/>
                      <a:pt x="362" y="252"/>
                    </a:cubicBezTo>
                    <a:cubicBezTo>
                      <a:pt x="355" y="257"/>
                      <a:pt x="352" y="267"/>
                      <a:pt x="345" y="271"/>
                    </a:cubicBezTo>
                    <a:cubicBezTo>
                      <a:pt x="326" y="282"/>
                      <a:pt x="309" y="267"/>
                      <a:pt x="292" y="269"/>
                    </a:cubicBezTo>
                    <a:cubicBezTo>
                      <a:pt x="273" y="270"/>
                      <a:pt x="255" y="290"/>
                      <a:pt x="232" y="285"/>
                    </a:cubicBezTo>
                    <a:cubicBezTo>
                      <a:pt x="212" y="281"/>
                      <a:pt x="196" y="260"/>
                      <a:pt x="178" y="252"/>
                    </a:cubicBezTo>
                    <a:cubicBezTo>
                      <a:pt x="100" y="219"/>
                      <a:pt x="26" y="172"/>
                      <a:pt x="9" y="85"/>
                    </a:cubicBezTo>
                    <a:cubicBezTo>
                      <a:pt x="2" y="50"/>
                      <a:pt x="0" y="24"/>
                      <a:pt x="18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05" name="Group 1112">
              <a:extLst>
                <a:ext uri="{FF2B5EF4-FFF2-40B4-BE49-F238E27FC236}">
                  <a16:creationId xmlns:a16="http://schemas.microsoft.com/office/drawing/2014/main" id="{D56897D1-B6CE-47AA-BA9E-FEB8D5A85C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42025" y="1143000"/>
              <a:ext cx="762000" cy="512763"/>
              <a:chOff x="816" y="1392"/>
              <a:chExt cx="2590" cy="1742"/>
            </a:xfrm>
          </p:grpSpPr>
          <p:sp>
            <p:nvSpPr>
              <p:cNvPr id="128127" name="Rectangle 1113">
                <a:extLst>
                  <a:ext uri="{FF2B5EF4-FFF2-40B4-BE49-F238E27FC236}">
                    <a16:creationId xmlns:a16="http://schemas.microsoft.com/office/drawing/2014/main" id="{53A0B0E0-2C2A-4F82-A4AF-617E7718E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444"/>
                <a:ext cx="2156" cy="1686"/>
              </a:xfrm>
              <a:prstGeom prst="rect">
                <a:avLst/>
              </a:prstGeom>
              <a:solidFill>
                <a:srgbClr val="FEEE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28" name="Freeform 1114">
                <a:extLst>
                  <a:ext uri="{FF2B5EF4-FFF2-40B4-BE49-F238E27FC236}">
                    <a16:creationId xmlns:a16="http://schemas.microsoft.com/office/drawing/2014/main" id="{F2E815C3-05CB-451A-9656-F43611DCA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109"/>
                <a:ext cx="2454" cy="1025"/>
              </a:xfrm>
              <a:custGeom>
                <a:avLst/>
                <a:gdLst>
                  <a:gd name="T0" fmla="*/ 0 w 559"/>
                  <a:gd name="T1" fmla="*/ 4928 h 219"/>
                  <a:gd name="T2" fmla="*/ 30875 w 559"/>
                  <a:gd name="T3" fmla="*/ 11172 h 219"/>
                  <a:gd name="T4" fmla="*/ 4219 w 559"/>
                  <a:gd name="T5" fmla="*/ 2364 h 2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9" h="219">
                    <a:moveTo>
                      <a:pt x="0" y="48"/>
                    </a:moveTo>
                    <a:cubicBezTo>
                      <a:pt x="20" y="96"/>
                      <a:pt x="172" y="219"/>
                      <a:pt x="365" y="109"/>
                    </a:cubicBezTo>
                    <a:cubicBezTo>
                      <a:pt x="559" y="0"/>
                      <a:pt x="50" y="23"/>
                      <a:pt x="50" y="23"/>
                    </a:cubicBezTo>
                  </a:path>
                </a:pathLst>
              </a:custGeom>
              <a:solidFill>
                <a:srgbClr val="FED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29" name="Freeform 1115">
                <a:extLst>
                  <a:ext uri="{FF2B5EF4-FFF2-40B4-BE49-F238E27FC236}">
                    <a16:creationId xmlns:a16="http://schemas.microsoft.com/office/drawing/2014/main" id="{35264D89-3EDE-459F-AB02-35CB73CE8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668"/>
                <a:ext cx="1976" cy="942"/>
              </a:xfrm>
              <a:custGeom>
                <a:avLst/>
                <a:gdLst>
                  <a:gd name="T0" fmla="*/ 37329 w 450"/>
                  <a:gd name="T1" fmla="*/ 14824 h 201"/>
                  <a:gd name="T2" fmla="*/ 20919 w 450"/>
                  <a:gd name="T3" fmla="*/ 1645 h 201"/>
                  <a:gd name="T4" fmla="*/ 676 w 450"/>
                  <a:gd name="T5" fmla="*/ 14210 h 201"/>
                  <a:gd name="T6" fmla="*/ 2024 w 450"/>
                  <a:gd name="T7" fmla="*/ 14608 h 201"/>
                  <a:gd name="T8" fmla="*/ 5340 w 450"/>
                  <a:gd name="T9" fmla="*/ 13905 h 201"/>
                  <a:gd name="T10" fmla="*/ 20823 w 450"/>
                  <a:gd name="T11" fmla="*/ 8234 h 201"/>
                  <a:gd name="T12" fmla="*/ 37004 w 450"/>
                  <a:gd name="T13" fmla="*/ 19351 h 201"/>
                  <a:gd name="T14" fmla="*/ 37079 w 450"/>
                  <a:gd name="T15" fmla="*/ 18934 h 201"/>
                  <a:gd name="T16" fmla="*/ 37329 w 450"/>
                  <a:gd name="T17" fmla="*/ 14824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0" h="201">
                    <a:moveTo>
                      <a:pt x="441" y="144"/>
                    </a:moveTo>
                    <a:cubicBezTo>
                      <a:pt x="404" y="87"/>
                      <a:pt x="346" y="29"/>
                      <a:pt x="247" y="16"/>
                    </a:cubicBezTo>
                    <a:cubicBezTo>
                      <a:pt x="120" y="0"/>
                      <a:pt x="60" y="46"/>
                      <a:pt x="8" y="138"/>
                    </a:cubicBezTo>
                    <a:cubicBezTo>
                      <a:pt x="0" y="152"/>
                      <a:pt x="24" y="142"/>
                      <a:pt x="24" y="142"/>
                    </a:cubicBezTo>
                    <a:cubicBezTo>
                      <a:pt x="21" y="142"/>
                      <a:pt x="53" y="145"/>
                      <a:pt x="63" y="135"/>
                    </a:cubicBezTo>
                    <a:cubicBezTo>
                      <a:pt x="78" y="118"/>
                      <a:pt x="242" y="79"/>
                      <a:pt x="246" y="80"/>
                    </a:cubicBezTo>
                    <a:cubicBezTo>
                      <a:pt x="250" y="82"/>
                      <a:pt x="445" y="174"/>
                      <a:pt x="437" y="188"/>
                    </a:cubicBezTo>
                    <a:cubicBezTo>
                      <a:pt x="429" y="201"/>
                      <a:pt x="426" y="197"/>
                      <a:pt x="438" y="184"/>
                    </a:cubicBezTo>
                    <a:cubicBezTo>
                      <a:pt x="450" y="170"/>
                      <a:pt x="450" y="159"/>
                      <a:pt x="441" y="144"/>
                    </a:cubicBezTo>
                    <a:close/>
                  </a:path>
                </a:pathLst>
              </a:custGeom>
              <a:solidFill>
                <a:srgbClr val="FED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30" name="Freeform 1116">
                <a:extLst>
                  <a:ext uri="{FF2B5EF4-FFF2-40B4-BE49-F238E27FC236}">
                    <a16:creationId xmlns:a16="http://schemas.microsoft.com/office/drawing/2014/main" id="{9AC57CD1-594D-48A6-8C3D-086516CE8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392"/>
                <a:ext cx="1559" cy="937"/>
              </a:xfrm>
              <a:custGeom>
                <a:avLst/>
                <a:gdLst>
                  <a:gd name="T0" fmla="*/ 0 w 355"/>
                  <a:gd name="T1" fmla="*/ 19030 h 200"/>
                  <a:gd name="T2" fmla="*/ 30065 w 355"/>
                  <a:gd name="T3" fmla="*/ 20567 h 2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5" h="200">
                    <a:moveTo>
                      <a:pt x="0" y="185"/>
                    </a:moveTo>
                    <a:cubicBezTo>
                      <a:pt x="1" y="141"/>
                      <a:pt x="180" y="0"/>
                      <a:pt x="355" y="200"/>
                    </a:cubicBezTo>
                  </a:path>
                </a:pathLst>
              </a:custGeom>
              <a:solidFill>
                <a:srgbClr val="E9A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31" name="Freeform 1117">
                <a:extLst>
                  <a:ext uri="{FF2B5EF4-FFF2-40B4-BE49-F238E27FC236}">
                    <a16:creationId xmlns:a16="http://schemas.microsoft.com/office/drawing/2014/main" id="{E2315D0B-5E29-423A-91EF-F868EA7C4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1856"/>
                <a:ext cx="1664" cy="819"/>
              </a:xfrm>
              <a:custGeom>
                <a:avLst/>
                <a:gdLst>
                  <a:gd name="T0" fmla="*/ 0 w 379"/>
                  <a:gd name="T1" fmla="*/ 9748 h 175"/>
                  <a:gd name="T2" fmla="*/ 12605 w 379"/>
                  <a:gd name="T3" fmla="*/ 17742 h 175"/>
                  <a:gd name="T4" fmla="*/ 27506 w 379"/>
                  <a:gd name="T5" fmla="*/ 15570 h 175"/>
                  <a:gd name="T6" fmla="*/ 30053 w 379"/>
                  <a:gd name="T7" fmla="*/ 15790 h 175"/>
                  <a:gd name="T8" fmla="*/ 31998 w 379"/>
                  <a:gd name="T9" fmla="*/ 14040 h 175"/>
                  <a:gd name="T10" fmla="*/ 29531 w 379"/>
                  <a:gd name="T11" fmla="*/ 10446 h 175"/>
                  <a:gd name="T12" fmla="*/ 12280 w 379"/>
                  <a:gd name="T13" fmla="*/ 810 h 175"/>
                  <a:gd name="T14" fmla="*/ 0 w 379"/>
                  <a:gd name="T15" fmla="*/ 9748 h 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9" h="175">
                    <a:moveTo>
                      <a:pt x="0" y="95"/>
                    </a:moveTo>
                    <a:cubicBezTo>
                      <a:pt x="12" y="121"/>
                      <a:pt x="66" y="172"/>
                      <a:pt x="149" y="173"/>
                    </a:cubicBezTo>
                    <a:cubicBezTo>
                      <a:pt x="232" y="175"/>
                      <a:pt x="303" y="152"/>
                      <a:pt x="325" y="152"/>
                    </a:cubicBezTo>
                    <a:cubicBezTo>
                      <a:pt x="334" y="152"/>
                      <a:pt x="345" y="153"/>
                      <a:pt x="355" y="154"/>
                    </a:cubicBezTo>
                    <a:cubicBezTo>
                      <a:pt x="367" y="154"/>
                      <a:pt x="377" y="147"/>
                      <a:pt x="378" y="137"/>
                    </a:cubicBezTo>
                    <a:cubicBezTo>
                      <a:pt x="379" y="118"/>
                      <a:pt x="354" y="106"/>
                      <a:pt x="349" y="102"/>
                    </a:cubicBezTo>
                    <a:cubicBezTo>
                      <a:pt x="332" y="86"/>
                      <a:pt x="251" y="0"/>
                      <a:pt x="145" y="8"/>
                    </a:cubicBezTo>
                    <a:cubicBezTo>
                      <a:pt x="40" y="16"/>
                      <a:pt x="5" y="85"/>
                      <a:pt x="0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32" name="Freeform 1118">
                <a:extLst>
                  <a:ext uri="{FF2B5EF4-FFF2-40B4-BE49-F238E27FC236}">
                    <a16:creationId xmlns:a16="http://schemas.microsoft.com/office/drawing/2014/main" id="{DC42CDAF-550A-4AC6-AF13-78F81A274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879"/>
                <a:ext cx="808" cy="792"/>
              </a:xfrm>
              <a:custGeom>
                <a:avLst/>
                <a:gdLst>
                  <a:gd name="T0" fmla="*/ 4242 w 184"/>
                  <a:gd name="T1" fmla="*/ 309 h 169"/>
                  <a:gd name="T2" fmla="*/ 3974 w 184"/>
                  <a:gd name="T3" fmla="*/ 417 h 169"/>
                  <a:gd name="T4" fmla="*/ 0 w 184"/>
                  <a:gd name="T5" fmla="*/ 8651 h 169"/>
                  <a:gd name="T6" fmla="*/ 4743 w 184"/>
                  <a:gd name="T7" fmla="*/ 17283 h 169"/>
                  <a:gd name="T8" fmla="*/ 11861 w 184"/>
                  <a:gd name="T9" fmla="*/ 16669 h 169"/>
                  <a:gd name="T10" fmla="*/ 15580 w 184"/>
                  <a:gd name="T11" fmla="*/ 8651 h 169"/>
                  <a:gd name="T12" fmla="*/ 14057 w 184"/>
                  <a:gd name="T13" fmla="*/ 2985 h 169"/>
                  <a:gd name="T14" fmla="*/ 4242 w 184"/>
                  <a:gd name="T15" fmla="*/ 309 h 1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169">
                    <a:moveTo>
                      <a:pt x="50" y="3"/>
                    </a:moveTo>
                    <a:cubicBezTo>
                      <a:pt x="49" y="3"/>
                      <a:pt x="48" y="3"/>
                      <a:pt x="47" y="4"/>
                    </a:cubicBezTo>
                    <a:cubicBezTo>
                      <a:pt x="19" y="19"/>
                      <a:pt x="0" y="49"/>
                      <a:pt x="0" y="84"/>
                    </a:cubicBezTo>
                    <a:cubicBezTo>
                      <a:pt x="0" y="122"/>
                      <a:pt x="23" y="154"/>
                      <a:pt x="56" y="168"/>
                    </a:cubicBezTo>
                    <a:cubicBezTo>
                      <a:pt x="86" y="169"/>
                      <a:pt x="115" y="166"/>
                      <a:pt x="140" y="162"/>
                    </a:cubicBezTo>
                    <a:cubicBezTo>
                      <a:pt x="166" y="146"/>
                      <a:pt x="184" y="117"/>
                      <a:pt x="184" y="84"/>
                    </a:cubicBezTo>
                    <a:cubicBezTo>
                      <a:pt x="184" y="63"/>
                      <a:pt x="177" y="45"/>
                      <a:pt x="166" y="29"/>
                    </a:cubicBezTo>
                    <a:cubicBezTo>
                      <a:pt x="133" y="12"/>
                      <a:pt x="94" y="0"/>
                      <a:pt x="50" y="3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33" name="Freeform 1119">
                <a:extLst>
                  <a:ext uri="{FF2B5EF4-FFF2-40B4-BE49-F238E27FC236}">
                    <a16:creationId xmlns:a16="http://schemas.microsoft.com/office/drawing/2014/main" id="{4081A3E4-89CD-48B7-8B9F-EB8DDC905F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15" y="1879"/>
                <a:ext cx="808" cy="792"/>
              </a:xfrm>
              <a:custGeom>
                <a:avLst/>
                <a:gdLst>
                  <a:gd name="T0" fmla="*/ 15580 w 184"/>
                  <a:gd name="T1" fmla="*/ 8651 h 169"/>
                  <a:gd name="T2" fmla="*/ 14057 w 184"/>
                  <a:gd name="T3" fmla="*/ 2985 h 169"/>
                  <a:gd name="T4" fmla="*/ 4242 w 184"/>
                  <a:gd name="T5" fmla="*/ 309 h 169"/>
                  <a:gd name="T6" fmla="*/ 3974 w 184"/>
                  <a:gd name="T7" fmla="*/ 417 h 169"/>
                  <a:gd name="T8" fmla="*/ 0 w 184"/>
                  <a:gd name="T9" fmla="*/ 8651 h 169"/>
                  <a:gd name="T10" fmla="*/ 4743 w 184"/>
                  <a:gd name="T11" fmla="*/ 17283 h 169"/>
                  <a:gd name="T12" fmla="*/ 11861 w 184"/>
                  <a:gd name="T13" fmla="*/ 16669 h 169"/>
                  <a:gd name="T14" fmla="*/ 15580 w 184"/>
                  <a:gd name="T15" fmla="*/ 8651 h 169"/>
                  <a:gd name="T16" fmla="*/ 11611 w 184"/>
                  <a:gd name="T17" fmla="*/ 15943 h 169"/>
                  <a:gd name="T18" fmla="*/ 4822 w 184"/>
                  <a:gd name="T19" fmla="*/ 16580 h 169"/>
                  <a:gd name="T20" fmla="*/ 597 w 184"/>
                  <a:gd name="T21" fmla="*/ 8651 h 169"/>
                  <a:gd name="T22" fmla="*/ 4242 w 184"/>
                  <a:gd name="T23" fmla="*/ 1143 h 169"/>
                  <a:gd name="T24" fmla="*/ 4321 w 184"/>
                  <a:gd name="T25" fmla="*/ 1143 h 169"/>
                  <a:gd name="T26" fmla="*/ 4321 w 184"/>
                  <a:gd name="T27" fmla="*/ 1143 h 169"/>
                  <a:gd name="T28" fmla="*/ 13635 w 184"/>
                  <a:gd name="T29" fmla="*/ 3604 h 169"/>
                  <a:gd name="T30" fmla="*/ 14904 w 184"/>
                  <a:gd name="T31" fmla="*/ 8651 h 169"/>
                  <a:gd name="T32" fmla="*/ 11611 w 184"/>
                  <a:gd name="T33" fmla="*/ 15943 h 1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4" h="169">
                    <a:moveTo>
                      <a:pt x="184" y="84"/>
                    </a:moveTo>
                    <a:cubicBezTo>
                      <a:pt x="184" y="63"/>
                      <a:pt x="177" y="45"/>
                      <a:pt x="166" y="29"/>
                    </a:cubicBezTo>
                    <a:cubicBezTo>
                      <a:pt x="133" y="12"/>
                      <a:pt x="94" y="0"/>
                      <a:pt x="50" y="3"/>
                    </a:cubicBezTo>
                    <a:cubicBezTo>
                      <a:pt x="49" y="3"/>
                      <a:pt x="48" y="3"/>
                      <a:pt x="47" y="4"/>
                    </a:cubicBezTo>
                    <a:cubicBezTo>
                      <a:pt x="19" y="19"/>
                      <a:pt x="0" y="49"/>
                      <a:pt x="0" y="84"/>
                    </a:cubicBezTo>
                    <a:cubicBezTo>
                      <a:pt x="0" y="122"/>
                      <a:pt x="23" y="154"/>
                      <a:pt x="56" y="168"/>
                    </a:cubicBezTo>
                    <a:cubicBezTo>
                      <a:pt x="86" y="169"/>
                      <a:pt x="115" y="166"/>
                      <a:pt x="140" y="162"/>
                    </a:cubicBezTo>
                    <a:cubicBezTo>
                      <a:pt x="166" y="146"/>
                      <a:pt x="184" y="117"/>
                      <a:pt x="184" y="84"/>
                    </a:cubicBezTo>
                    <a:close/>
                    <a:moveTo>
                      <a:pt x="137" y="155"/>
                    </a:moveTo>
                    <a:cubicBezTo>
                      <a:pt x="108" y="159"/>
                      <a:pt x="82" y="161"/>
                      <a:pt x="57" y="161"/>
                    </a:cubicBezTo>
                    <a:cubicBezTo>
                      <a:pt x="27" y="148"/>
                      <a:pt x="7" y="117"/>
                      <a:pt x="7" y="84"/>
                    </a:cubicBezTo>
                    <a:cubicBezTo>
                      <a:pt x="7" y="54"/>
                      <a:pt x="24" y="26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87" y="8"/>
                      <a:pt x="124" y="16"/>
                      <a:pt x="161" y="35"/>
                    </a:cubicBezTo>
                    <a:cubicBezTo>
                      <a:pt x="171" y="50"/>
                      <a:pt x="176" y="66"/>
                      <a:pt x="176" y="84"/>
                    </a:cubicBezTo>
                    <a:cubicBezTo>
                      <a:pt x="176" y="113"/>
                      <a:pt x="162" y="140"/>
                      <a:pt x="137" y="155"/>
                    </a:cubicBezTo>
                    <a:close/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28134" name="Picture 1120">
                <a:extLst>
                  <a:ext uri="{FF2B5EF4-FFF2-40B4-BE49-F238E27FC236}">
                    <a16:creationId xmlns:a16="http://schemas.microsoft.com/office/drawing/2014/main" id="{0DC82B04-C01A-4E53-B627-ABFF15276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4" y="2096"/>
                <a:ext cx="329" cy="3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135" name="Freeform 1121">
                <a:extLst>
                  <a:ext uri="{FF2B5EF4-FFF2-40B4-BE49-F238E27FC236}">
                    <a16:creationId xmlns:a16="http://schemas.microsoft.com/office/drawing/2014/main" id="{8A432955-DD0A-4957-BF35-FEE6130BA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903"/>
                <a:ext cx="1581" cy="833"/>
              </a:xfrm>
              <a:custGeom>
                <a:avLst/>
                <a:gdLst>
                  <a:gd name="T0" fmla="*/ 28370 w 360"/>
                  <a:gd name="T1" fmla="*/ 14563 h 178"/>
                  <a:gd name="T2" fmla="*/ 13460 w 360"/>
                  <a:gd name="T3" fmla="*/ 16711 h 178"/>
                  <a:gd name="T4" fmla="*/ 848 w 360"/>
                  <a:gd name="T5" fmla="*/ 8718 h 178"/>
                  <a:gd name="T6" fmla="*/ 927 w 360"/>
                  <a:gd name="T7" fmla="*/ 8410 h 178"/>
                  <a:gd name="T8" fmla="*/ 1098 w 360"/>
                  <a:gd name="T9" fmla="*/ 8105 h 178"/>
                  <a:gd name="T10" fmla="*/ 1098 w 360"/>
                  <a:gd name="T11" fmla="*/ 8105 h 178"/>
                  <a:gd name="T12" fmla="*/ 1274 w 360"/>
                  <a:gd name="T13" fmla="*/ 7689 h 178"/>
                  <a:gd name="T14" fmla="*/ 1348 w 360"/>
                  <a:gd name="T15" fmla="*/ 7577 h 178"/>
                  <a:gd name="T16" fmla="*/ 1603 w 360"/>
                  <a:gd name="T17" fmla="*/ 7183 h 178"/>
                  <a:gd name="T18" fmla="*/ 1603 w 360"/>
                  <a:gd name="T19" fmla="*/ 7076 h 178"/>
                  <a:gd name="T20" fmla="*/ 1950 w 360"/>
                  <a:gd name="T21" fmla="*/ 6570 h 178"/>
                  <a:gd name="T22" fmla="*/ 1950 w 360"/>
                  <a:gd name="T23" fmla="*/ 6463 h 178"/>
                  <a:gd name="T24" fmla="*/ 2372 w 360"/>
                  <a:gd name="T25" fmla="*/ 5934 h 178"/>
                  <a:gd name="T26" fmla="*/ 2451 w 360"/>
                  <a:gd name="T27" fmla="*/ 5850 h 178"/>
                  <a:gd name="T28" fmla="*/ 2872 w 360"/>
                  <a:gd name="T29" fmla="*/ 5232 h 178"/>
                  <a:gd name="T30" fmla="*/ 2872 w 360"/>
                  <a:gd name="T31" fmla="*/ 5232 h 178"/>
                  <a:gd name="T32" fmla="*/ 4071 w 360"/>
                  <a:gd name="T33" fmla="*/ 3898 h 178"/>
                  <a:gd name="T34" fmla="*/ 4146 w 360"/>
                  <a:gd name="T35" fmla="*/ 3791 h 178"/>
                  <a:gd name="T36" fmla="*/ 4822 w 360"/>
                  <a:gd name="T37" fmla="*/ 3178 h 178"/>
                  <a:gd name="T38" fmla="*/ 4919 w 360"/>
                  <a:gd name="T39" fmla="*/ 3178 h 178"/>
                  <a:gd name="T40" fmla="*/ 5670 w 360"/>
                  <a:gd name="T41" fmla="*/ 2565 h 178"/>
                  <a:gd name="T42" fmla="*/ 5766 w 360"/>
                  <a:gd name="T43" fmla="*/ 2452 h 178"/>
                  <a:gd name="T44" fmla="*/ 6614 w 360"/>
                  <a:gd name="T45" fmla="*/ 1951 h 178"/>
                  <a:gd name="T46" fmla="*/ 6768 w 360"/>
                  <a:gd name="T47" fmla="*/ 1839 h 178"/>
                  <a:gd name="T48" fmla="*/ 7716 w 360"/>
                  <a:gd name="T49" fmla="*/ 1334 h 178"/>
                  <a:gd name="T50" fmla="*/ 7791 w 360"/>
                  <a:gd name="T51" fmla="*/ 1226 h 178"/>
                  <a:gd name="T52" fmla="*/ 8814 w 360"/>
                  <a:gd name="T53" fmla="*/ 810 h 178"/>
                  <a:gd name="T54" fmla="*/ 8990 w 360"/>
                  <a:gd name="T55" fmla="*/ 721 h 178"/>
                  <a:gd name="T56" fmla="*/ 10162 w 360"/>
                  <a:gd name="T57" fmla="*/ 417 h 178"/>
                  <a:gd name="T58" fmla="*/ 10241 w 360"/>
                  <a:gd name="T59" fmla="*/ 309 h 178"/>
                  <a:gd name="T60" fmla="*/ 11515 w 360"/>
                  <a:gd name="T61" fmla="*/ 0 h 178"/>
                  <a:gd name="T62" fmla="*/ 11515 w 360"/>
                  <a:gd name="T63" fmla="*/ 0 h 178"/>
                  <a:gd name="T64" fmla="*/ 0 w 360"/>
                  <a:gd name="T65" fmla="*/ 8915 h 178"/>
                  <a:gd name="T66" fmla="*/ 13460 w 360"/>
                  <a:gd name="T67" fmla="*/ 18134 h 178"/>
                  <a:gd name="T68" fmla="*/ 27444 w 360"/>
                  <a:gd name="T69" fmla="*/ 15373 h 178"/>
                  <a:gd name="T70" fmla="*/ 30491 w 360"/>
                  <a:gd name="T71" fmla="*/ 14652 h 178"/>
                  <a:gd name="T72" fmla="*/ 28370 w 360"/>
                  <a:gd name="T73" fmla="*/ 14563 h 17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60" h="178">
                    <a:moveTo>
                      <a:pt x="335" y="142"/>
                    </a:moveTo>
                    <a:cubicBezTo>
                      <a:pt x="313" y="142"/>
                      <a:pt x="242" y="165"/>
                      <a:pt x="159" y="163"/>
                    </a:cubicBezTo>
                    <a:cubicBezTo>
                      <a:pt x="76" y="162"/>
                      <a:pt x="22" y="111"/>
                      <a:pt x="10" y="85"/>
                    </a:cubicBezTo>
                    <a:cubicBezTo>
                      <a:pt x="10" y="84"/>
                      <a:pt x="10" y="83"/>
                      <a:pt x="11" y="82"/>
                    </a:cubicBezTo>
                    <a:cubicBezTo>
                      <a:pt x="12" y="82"/>
                      <a:pt x="12" y="81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78"/>
                      <a:pt x="14" y="76"/>
                      <a:pt x="15" y="75"/>
                    </a:cubicBezTo>
                    <a:cubicBezTo>
                      <a:pt x="15" y="75"/>
                      <a:pt x="16" y="75"/>
                      <a:pt x="16" y="74"/>
                    </a:cubicBezTo>
                    <a:cubicBezTo>
                      <a:pt x="17" y="73"/>
                      <a:pt x="18" y="72"/>
                      <a:pt x="19" y="70"/>
                    </a:cubicBezTo>
                    <a:cubicBezTo>
                      <a:pt x="19" y="70"/>
                      <a:pt x="19" y="70"/>
                      <a:pt x="19" y="69"/>
                    </a:cubicBezTo>
                    <a:cubicBezTo>
                      <a:pt x="20" y="68"/>
                      <a:pt x="22" y="66"/>
                      <a:pt x="23" y="64"/>
                    </a:cubicBezTo>
                    <a:cubicBezTo>
                      <a:pt x="23" y="64"/>
                      <a:pt x="23" y="64"/>
                      <a:pt x="23" y="63"/>
                    </a:cubicBezTo>
                    <a:cubicBezTo>
                      <a:pt x="25" y="62"/>
                      <a:pt x="26" y="60"/>
                      <a:pt x="28" y="58"/>
                    </a:cubicBezTo>
                    <a:cubicBezTo>
                      <a:pt x="28" y="58"/>
                      <a:pt x="28" y="57"/>
                      <a:pt x="29" y="57"/>
                    </a:cubicBezTo>
                    <a:cubicBezTo>
                      <a:pt x="30" y="55"/>
                      <a:pt x="32" y="53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8" y="47"/>
                      <a:pt x="43" y="42"/>
                      <a:pt x="48" y="38"/>
                    </a:cubicBezTo>
                    <a:cubicBezTo>
                      <a:pt x="49" y="38"/>
                      <a:pt x="49" y="38"/>
                      <a:pt x="49" y="37"/>
                    </a:cubicBezTo>
                    <a:cubicBezTo>
                      <a:pt x="52" y="35"/>
                      <a:pt x="54" y="33"/>
                      <a:pt x="57" y="31"/>
                    </a:cubicBezTo>
                    <a:cubicBezTo>
                      <a:pt x="57" y="31"/>
                      <a:pt x="58" y="31"/>
                      <a:pt x="58" y="31"/>
                    </a:cubicBezTo>
                    <a:cubicBezTo>
                      <a:pt x="61" y="29"/>
                      <a:pt x="64" y="27"/>
                      <a:pt x="67" y="25"/>
                    </a:cubicBezTo>
                    <a:cubicBezTo>
                      <a:pt x="67" y="25"/>
                      <a:pt x="68" y="24"/>
                      <a:pt x="68" y="24"/>
                    </a:cubicBezTo>
                    <a:cubicBezTo>
                      <a:pt x="71" y="22"/>
                      <a:pt x="75" y="20"/>
                      <a:pt x="78" y="19"/>
                    </a:cubicBezTo>
                    <a:cubicBezTo>
                      <a:pt x="79" y="18"/>
                      <a:pt x="79" y="18"/>
                      <a:pt x="80" y="18"/>
                    </a:cubicBezTo>
                    <a:cubicBezTo>
                      <a:pt x="83" y="16"/>
                      <a:pt x="87" y="15"/>
                      <a:pt x="91" y="13"/>
                    </a:cubicBezTo>
                    <a:cubicBezTo>
                      <a:pt x="91" y="13"/>
                      <a:pt x="92" y="13"/>
                      <a:pt x="92" y="12"/>
                    </a:cubicBezTo>
                    <a:cubicBezTo>
                      <a:pt x="96" y="11"/>
                      <a:pt x="100" y="9"/>
                      <a:pt x="104" y="8"/>
                    </a:cubicBezTo>
                    <a:cubicBezTo>
                      <a:pt x="105" y="8"/>
                      <a:pt x="106" y="8"/>
                      <a:pt x="106" y="7"/>
                    </a:cubicBezTo>
                    <a:cubicBezTo>
                      <a:pt x="110" y="6"/>
                      <a:pt x="115" y="5"/>
                      <a:pt x="120" y="4"/>
                    </a:cubicBezTo>
                    <a:cubicBezTo>
                      <a:pt x="120" y="4"/>
                      <a:pt x="120" y="4"/>
                      <a:pt x="121" y="3"/>
                    </a:cubicBezTo>
                    <a:cubicBezTo>
                      <a:pt x="126" y="2"/>
                      <a:pt x="131" y="1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39" y="12"/>
                      <a:pt x="5" y="77"/>
                      <a:pt x="0" y="87"/>
                    </a:cubicBezTo>
                    <a:cubicBezTo>
                      <a:pt x="12" y="113"/>
                      <a:pt x="76" y="176"/>
                      <a:pt x="159" y="177"/>
                    </a:cubicBezTo>
                    <a:cubicBezTo>
                      <a:pt x="242" y="178"/>
                      <a:pt x="297" y="155"/>
                      <a:pt x="324" y="150"/>
                    </a:cubicBezTo>
                    <a:cubicBezTo>
                      <a:pt x="336" y="147"/>
                      <a:pt x="350" y="145"/>
                      <a:pt x="360" y="143"/>
                    </a:cubicBezTo>
                    <a:cubicBezTo>
                      <a:pt x="352" y="143"/>
                      <a:pt x="343" y="142"/>
                      <a:pt x="335" y="142"/>
                    </a:cubicBezTo>
                    <a:close/>
                  </a:path>
                </a:pathLst>
              </a:custGeom>
              <a:solidFill>
                <a:srgbClr val="F4C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36" name="Freeform 1122">
                <a:extLst>
                  <a:ext uri="{FF2B5EF4-FFF2-40B4-BE49-F238E27FC236}">
                    <a16:creationId xmlns:a16="http://schemas.microsoft.com/office/drawing/2014/main" id="{DAF9423E-10F9-460C-98AD-AD812A893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329"/>
                <a:ext cx="163" cy="248"/>
              </a:xfrm>
              <a:custGeom>
                <a:avLst/>
                <a:gdLst>
                  <a:gd name="T0" fmla="*/ 604 w 37"/>
                  <a:gd name="T1" fmla="*/ 108 h 53"/>
                  <a:gd name="T2" fmla="*/ 604 w 37"/>
                  <a:gd name="T3" fmla="*/ 0 h 53"/>
                  <a:gd name="T4" fmla="*/ 0 w 37"/>
                  <a:gd name="T5" fmla="*/ 5320 h 53"/>
                  <a:gd name="T6" fmla="*/ 1106 w 37"/>
                  <a:gd name="T7" fmla="*/ 5428 h 53"/>
                  <a:gd name="T8" fmla="*/ 3084 w 37"/>
                  <a:gd name="T9" fmla="*/ 3678 h 53"/>
                  <a:gd name="T10" fmla="*/ 604 w 37"/>
                  <a:gd name="T11" fmla="*/ 10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3">
                    <a:moveTo>
                      <a:pt x="7" y="1"/>
                    </a:moveTo>
                    <a:cubicBezTo>
                      <a:pt x="7" y="1"/>
                      <a:pt x="7" y="0"/>
                      <a:pt x="7" y="0"/>
                    </a:cubicBezTo>
                    <a:cubicBezTo>
                      <a:pt x="10" y="17"/>
                      <a:pt x="7" y="34"/>
                      <a:pt x="0" y="52"/>
                    </a:cubicBezTo>
                    <a:cubicBezTo>
                      <a:pt x="4" y="52"/>
                      <a:pt x="9" y="52"/>
                      <a:pt x="13" y="53"/>
                    </a:cubicBezTo>
                    <a:cubicBezTo>
                      <a:pt x="25" y="53"/>
                      <a:pt x="35" y="46"/>
                      <a:pt x="36" y="36"/>
                    </a:cubicBezTo>
                    <a:cubicBezTo>
                      <a:pt x="37" y="17"/>
                      <a:pt x="12" y="5"/>
                      <a:pt x="7" y="1"/>
                    </a:cubicBezTo>
                    <a:close/>
                  </a:path>
                </a:pathLst>
              </a:custGeom>
              <a:solidFill>
                <a:srgbClr val="F5D7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37" name="Freeform 1123">
                <a:extLst>
                  <a:ext uri="{FF2B5EF4-FFF2-40B4-BE49-F238E27FC236}">
                    <a16:creationId xmlns:a16="http://schemas.microsoft.com/office/drawing/2014/main" id="{33E9F7AC-B4EA-4341-8487-FB08A48D1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198"/>
                <a:ext cx="175" cy="84"/>
              </a:xfrm>
              <a:custGeom>
                <a:avLst/>
                <a:gdLst>
                  <a:gd name="T0" fmla="*/ 0 w 40"/>
                  <a:gd name="T1" fmla="*/ 1330 h 18"/>
                  <a:gd name="T2" fmla="*/ 3351 w 40"/>
                  <a:gd name="T3" fmla="*/ 915 h 18"/>
                  <a:gd name="T4" fmla="*/ 1684 w 40"/>
                  <a:gd name="T5" fmla="*/ 611 h 18"/>
                  <a:gd name="T6" fmla="*/ 0 w 40"/>
                  <a:gd name="T7" fmla="*/ 10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8">
                    <a:moveTo>
                      <a:pt x="0" y="13"/>
                    </a:moveTo>
                    <a:cubicBezTo>
                      <a:pt x="6" y="18"/>
                      <a:pt x="35" y="17"/>
                      <a:pt x="40" y="9"/>
                    </a:cubicBezTo>
                    <a:cubicBezTo>
                      <a:pt x="35" y="5"/>
                      <a:pt x="28" y="9"/>
                      <a:pt x="20" y="6"/>
                    </a:cubicBezTo>
                    <a:cubicBezTo>
                      <a:pt x="13" y="4"/>
                      <a:pt x="9" y="0"/>
                      <a:pt x="0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38" name="Freeform 1124">
                <a:extLst>
                  <a:ext uri="{FF2B5EF4-FFF2-40B4-BE49-F238E27FC236}">
                    <a16:creationId xmlns:a16="http://schemas.microsoft.com/office/drawing/2014/main" id="{5C56EDA1-8650-4C1E-8740-DA1353E91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305"/>
                <a:ext cx="171" cy="117"/>
              </a:xfrm>
              <a:custGeom>
                <a:avLst/>
                <a:gdLst>
                  <a:gd name="T0" fmla="*/ 0 w 39"/>
                  <a:gd name="T1" fmla="*/ 1226 h 25"/>
                  <a:gd name="T2" fmla="*/ 3288 w 39"/>
                  <a:gd name="T3" fmla="*/ 417 h 25"/>
                  <a:gd name="T4" fmla="*/ 2442 w 39"/>
                  <a:gd name="T5" fmla="*/ 1535 h 25"/>
                  <a:gd name="T6" fmla="*/ 846 w 39"/>
                  <a:gd name="T7" fmla="*/ 2565 h 25"/>
                  <a:gd name="T8" fmla="*/ 0 w 39"/>
                  <a:gd name="T9" fmla="*/ 214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12"/>
                    </a:moveTo>
                    <a:cubicBezTo>
                      <a:pt x="5" y="8"/>
                      <a:pt x="33" y="0"/>
                      <a:pt x="39" y="4"/>
                    </a:cubicBezTo>
                    <a:cubicBezTo>
                      <a:pt x="33" y="6"/>
                      <a:pt x="30" y="10"/>
                      <a:pt x="29" y="15"/>
                    </a:cubicBezTo>
                    <a:cubicBezTo>
                      <a:pt x="20" y="12"/>
                      <a:pt x="12" y="16"/>
                      <a:pt x="10" y="25"/>
                    </a:cubicBezTo>
                    <a:cubicBezTo>
                      <a:pt x="3" y="22"/>
                      <a:pt x="2" y="19"/>
                      <a:pt x="0" y="2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39" name="Freeform 1125">
                <a:extLst>
                  <a:ext uri="{FF2B5EF4-FFF2-40B4-BE49-F238E27FC236}">
                    <a16:creationId xmlns:a16="http://schemas.microsoft.com/office/drawing/2014/main" id="{10BCBDEC-524A-4B3A-8082-4EADB6BBB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390"/>
                <a:ext cx="132" cy="117"/>
              </a:xfrm>
              <a:custGeom>
                <a:avLst/>
                <a:gdLst>
                  <a:gd name="T0" fmla="*/ 0 w 30"/>
                  <a:gd name="T1" fmla="*/ 2256 h 25"/>
                  <a:gd name="T2" fmla="*/ 2556 w 30"/>
                  <a:gd name="T3" fmla="*/ 309 h 25"/>
                  <a:gd name="T4" fmla="*/ 1531 w 30"/>
                  <a:gd name="T5" fmla="*/ 1334 h 25"/>
                  <a:gd name="T6" fmla="*/ 1452 w 30"/>
                  <a:gd name="T7" fmla="*/ 2256 h 25"/>
                  <a:gd name="T8" fmla="*/ 854 w 30"/>
                  <a:gd name="T9" fmla="*/ 256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0" y="22"/>
                    </a:moveTo>
                    <a:cubicBezTo>
                      <a:pt x="7" y="16"/>
                      <a:pt x="22" y="0"/>
                      <a:pt x="30" y="3"/>
                    </a:cubicBezTo>
                    <a:cubicBezTo>
                      <a:pt x="27" y="7"/>
                      <a:pt x="25" y="13"/>
                      <a:pt x="18" y="13"/>
                    </a:cubicBezTo>
                    <a:cubicBezTo>
                      <a:pt x="18" y="16"/>
                      <a:pt x="17" y="19"/>
                      <a:pt x="17" y="22"/>
                    </a:cubicBezTo>
                    <a:cubicBezTo>
                      <a:pt x="13" y="21"/>
                      <a:pt x="11" y="25"/>
                      <a:pt x="10" y="25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40" name="Freeform 1126">
                <a:extLst>
                  <a:ext uri="{FF2B5EF4-FFF2-40B4-BE49-F238E27FC236}">
                    <a16:creationId xmlns:a16="http://schemas.microsoft.com/office/drawing/2014/main" id="{9BC9E506-B4D1-4AB5-8707-96B3F08AA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441"/>
                <a:ext cx="127" cy="117"/>
              </a:xfrm>
              <a:custGeom>
                <a:avLst/>
                <a:gdLst>
                  <a:gd name="T0" fmla="*/ 0 w 29"/>
                  <a:gd name="T1" fmla="*/ 2565 h 25"/>
                  <a:gd name="T2" fmla="*/ 2435 w 29"/>
                  <a:gd name="T3" fmla="*/ 0 h 25"/>
                  <a:gd name="T4" fmla="*/ 1344 w 29"/>
                  <a:gd name="T5" fmla="*/ 236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0" y="25"/>
                    </a:moveTo>
                    <a:cubicBezTo>
                      <a:pt x="10" y="16"/>
                      <a:pt x="16" y="2"/>
                      <a:pt x="29" y="0"/>
                    </a:cubicBezTo>
                    <a:cubicBezTo>
                      <a:pt x="28" y="8"/>
                      <a:pt x="19" y="14"/>
                      <a:pt x="16" y="23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41" name="Freeform 1127">
                <a:extLst>
                  <a:ext uri="{FF2B5EF4-FFF2-40B4-BE49-F238E27FC236}">
                    <a16:creationId xmlns:a16="http://schemas.microsoft.com/office/drawing/2014/main" id="{F1D6E32D-E6EC-4309-B117-2E7648076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465"/>
                <a:ext cx="48" cy="93"/>
              </a:xfrm>
              <a:custGeom>
                <a:avLst/>
                <a:gdLst>
                  <a:gd name="T0" fmla="*/ 0 w 11"/>
                  <a:gd name="T1" fmla="*/ 2009 h 20"/>
                  <a:gd name="T2" fmla="*/ 838 w 11"/>
                  <a:gd name="T3" fmla="*/ 0 h 20"/>
                  <a:gd name="T4" fmla="*/ 668 w 11"/>
                  <a:gd name="T5" fmla="*/ 110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1" y="12"/>
                      <a:pt x="2" y="3"/>
                      <a:pt x="10" y="0"/>
                    </a:cubicBezTo>
                    <a:cubicBezTo>
                      <a:pt x="11" y="3"/>
                      <a:pt x="10" y="7"/>
                      <a:pt x="8" y="1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42" name="Freeform 1128">
                <a:extLst>
                  <a:ext uri="{FF2B5EF4-FFF2-40B4-BE49-F238E27FC236}">
                    <a16:creationId xmlns:a16="http://schemas.microsoft.com/office/drawing/2014/main" id="{C2771593-64EC-4E4B-B261-5B0C15E9B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465"/>
                <a:ext cx="44" cy="145"/>
              </a:xfrm>
              <a:custGeom>
                <a:avLst/>
                <a:gdLst>
                  <a:gd name="T0" fmla="*/ 598 w 10"/>
                  <a:gd name="T1" fmla="*/ 2671 h 31"/>
                  <a:gd name="T2" fmla="*/ 502 w 10"/>
                  <a:gd name="T3" fmla="*/ 0 h 31"/>
                  <a:gd name="T4" fmla="*/ 854 w 10"/>
                  <a:gd name="T5" fmla="*/ 317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1">
                    <a:moveTo>
                      <a:pt x="7" y="26"/>
                    </a:moveTo>
                    <a:cubicBezTo>
                      <a:pt x="0" y="20"/>
                      <a:pt x="1" y="7"/>
                      <a:pt x="6" y="0"/>
                    </a:cubicBezTo>
                    <a:cubicBezTo>
                      <a:pt x="10" y="8"/>
                      <a:pt x="10" y="20"/>
                      <a:pt x="10" y="3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43" name="Freeform 1129">
                <a:extLst>
                  <a:ext uri="{FF2B5EF4-FFF2-40B4-BE49-F238E27FC236}">
                    <a16:creationId xmlns:a16="http://schemas.microsoft.com/office/drawing/2014/main" id="{DBB4177C-1E9C-4829-9832-AFB0E9E84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450"/>
                <a:ext cx="62" cy="164"/>
              </a:xfrm>
              <a:custGeom>
                <a:avLst/>
                <a:gdLst>
                  <a:gd name="T0" fmla="*/ 531 w 14"/>
                  <a:gd name="T1" fmla="*/ 3491 h 35"/>
                  <a:gd name="T2" fmla="*/ 257 w 14"/>
                  <a:gd name="T3" fmla="*/ 0 h 35"/>
                  <a:gd name="T4" fmla="*/ 1218 w 14"/>
                  <a:gd name="T5" fmla="*/ 359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6" y="34"/>
                    </a:moveTo>
                    <a:cubicBezTo>
                      <a:pt x="7" y="22"/>
                      <a:pt x="0" y="10"/>
                      <a:pt x="3" y="0"/>
                    </a:cubicBezTo>
                    <a:cubicBezTo>
                      <a:pt x="10" y="8"/>
                      <a:pt x="10" y="25"/>
                      <a:pt x="14" y="35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44" name="Freeform 1130">
                <a:extLst>
                  <a:ext uri="{FF2B5EF4-FFF2-40B4-BE49-F238E27FC236}">
                    <a16:creationId xmlns:a16="http://schemas.microsoft.com/office/drawing/2014/main" id="{E5E3B78E-F610-4829-8429-E39093616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418"/>
                <a:ext cx="92" cy="159"/>
              </a:xfrm>
              <a:custGeom>
                <a:avLst/>
                <a:gdLst>
                  <a:gd name="T0" fmla="*/ 1766 w 21"/>
                  <a:gd name="T1" fmla="*/ 2867 h 34"/>
                  <a:gd name="T2" fmla="*/ 0 w 21"/>
                  <a:gd name="T3" fmla="*/ 416 h 34"/>
                  <a:gd name="T4" fmla="*/ 920 w 21"/>
                  <a:gd name="T5" fmla="*/ 102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4">
                    <a:moveTo>
                      <a:pt x="21" y="28"/>
                    </a:moveTo>
                    <a:cubicBezTo>
                      <a:pt x="7" y="34"/>
                      <a:pt x="4" y="14"/>
                      <a:pt x="0" y="4"/>
                    </a:cubicBezTo>
                    <a:cubicBezTo>
                      <a:pt x="6" y="0"/>
                      <a:pt x="10" y="3"/>
                      <a:pt x="11" y="1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45" name="Freeform 1131">
                <a:extLst>
                  <a:ext uri="{FF2B5EF4-FFF2-40B4-BE49-F238E27FC236}">
                    <a16:creationId xmlns:a16="http://schemas.microsoft.com/office/drawing/2014/main" id="{4108FA0B-D330-4F5B-A193-9FA8F5361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404"/>
                <a:ext cx="22" cy="37"/>
              </a:xfrm>
              <a:custGeom>
                <a:avLst/>
                <a:gdLst>
                  <a:gd name="T0" fmla="*/ 348 w 5"/>
                  <a:gd name="T1" fmla="*/ 791 h 8"/>
                  <a:gd name="T2" fmla="*/ 0 w 5"/>
                  <a:gd name="T3" fmla="*/ 301 h 8"/>
                  <a:gd name="T4" fmla="*/ 427 w 5"/>
                  <a:gd name="T5" fmla="*/ 10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4" y="8"/>
                    </a:moveTo>
                    <a:cubicBezTo>
                      <a:pt x="2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46" name="Freeform 1132">
                <a:extLst>
                  <a:ext uri="{FF2B5EF4-FFF2-40B4-BE49-F238E27FC236}">
                    <a16:creationId xmlns:a16="http://schemas.microsoft.com/office/drawing/2014/main" id="{9CF68262-F35D-479E-8148-3809AA563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324"/>
                <a:ext cx="171" cy="70"/>
              </a:xfrm>
              <a:custGeom>
                <a:avLst/>
                <a:gdLst>
                  <a:gd name="T0" fmla="*/ 3113 w 39"/>
                  <a:gd name="T1" fmla="*/ 915 h 15"/>
                  <a:gd name="T2" fmla="*/ 346 w 39"/>
                  <a:gd name="T3" fmla="*/ 107 h 15"/>
                  <a:gd name="T4" fmla="*/ 3288 w 39"/>
                  <a:gd name="T5" fmla="*/ 4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5">
                    <a:moveTo>
                      <a:pt x="37" y="9"/>
                    </a:moveTo>
                    <a:cubicBezTo>
                      <a:pt x="26" y="9"/>
                      <a:pt x="0" y="15"/>
                      <a:pt x="4" y="1"/>
                    </a:cubicBezTo>
                    <a:cubicBezTo>
                      <a:pt x="16" y="0"/>
                      <a:pt x="27" y="4"/>
                      <a:pt x="39" y="4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47" name="Freeform 1133">
                <a:extLst>
                  <a:ext uri="{FF2B5EF4-FFF2-40B4-BE49-F238E27FC236}">
                    <a16:creationId xmlns:a16="http://schemas.microsoft.com/office/drawing/2014/main" id="{B501405D-368D-49DD-B02D-66BDB2EB2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273"/>
                <a:ext cx="79" cy="23"/>
              </a:xfrm>
              <a:custGeom>
                <a:avLst/>
                <a:gdLst>
                  <a:gd name="T0" fmla="*/ 1523 w 18"/>
                  <a:gd name="T1" fmla="*/ 382 h 5"/>
                  <a:gd name="T2" fmla="*/ 0 w 18"/>
                  <a:gd name="T3" fmla="*/ 189 h 5"/>
                  <a:gd name="T4" fmla="*/ 500 w 18"/>
                  <a:gd name="T5" fmla="*/ 10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">
                    <a:moveTo>
                      <a:pt x="18" y="4"/>
                    </a:moveTo>
                    <a:cubicBezTo>
                      <a:pt x="11" y="5"/>
                      <a:pt x="5" y="5"/>
                      <a:pt x="0" y="2"/>
                    </a:cubicBezTo>
                    <a:cubicBezTo>
                      <a:pt x="2" y="0"/>
                      <a:pt x="3" y="2"/>
                      <a:pt x="6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48" name="Freeform 1134">
                <a:extLst>
                  <a:ext uri="{FF2B5EF4-FFF2-40B4-BE49-F238E27FC236}">
                    <a16:creationId xmlns:a16="http://schemas.microsoft.com/office/drawing/2014/main" id="{DAE6EE1E-D6A0-4FA0-89AA-CCD6FC2C7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940"/>
                <a:ext cx="65" cy="150"/>
              </a:xfrm>
              <a:custGeom>
                <a:avLst/>
                <a:gdLst>
                  <a:gd name="T0" fmla="*/ 74 w 15"/>
                  <a:gd name="T1" fmla="*/ 417 h 32"/>
                  <a:gd name="T2" fmla="*/ 806 w 15"/>
                  <a:gd name="T3" fmla="*/ 3295 h 32"/>
                  <a:gd name="T4" fmla="*/ 1053 w 15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2">
                    <a:moveTo>
                      <a:pt x="1" y="4"/>
                    </a:moveTo>
                    <a:cubicBezTo>
                      <a:pt x="1" y="14"/>
                      <a:pt x="0" y="29"/>
                      <a:pt x="10" y="32"/>
                    </a:cubicBezTo>
                    <a:cubicBezTo>
                      <a:pt x="15" y="23"/>
                      <a:pt x="7" y="11"/>
                      <a:pt x="13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49" name="Freeform 1135">
                <a:extLst>
                  <a:ext uri="{FF2B5EF4-FFF2-40B4-BE49-F238E27FC236}">
                    <a16:creationId xmlns:a16="http://schemas.microsoft.com/office/drawing/2014/main" id="{06A2730E-2922-464B-8493-76BD89914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034"/>
                <a:ext cx="35" cy="51"/>
              </a:xfrm>
              <a:custGeom>
                <a:avLst/>
                <a:gdLst>
                  <a:gd name="T0" fmla="*/ 171 w 8"/>
                  <a:gd name="T1" fmla="*/ 0 h 11"/>
                  <a:gd name="T2" fmla="*/ 79 w 8"/>
                  <a:gd name="T3" fmla="*/ 797 h 11"/>
                  <a:gd name="T4" fmla="*/ 669 w 8"/>
                  <a:gd name="T5" fmla="*/ 10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1" y="2"/>
                      <a:pt x="0" y="5"/>
                      <a:pt x="1" y="8"/>
                    </a:cubicBezTo>
                    <a:cubicBezTo>
                      <a:pt x="7" y="11"/>
                      <a:pt x="7" y="7"/>
                      <a:pt x="8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50" name="Freeform 1136">
                <a:extLst>
                  <a:ext uri="{FF2B5EF4-FFF2-40B4-BE49-F238E27FC236}">
                    <a16:creationId xmlns:a16="http://schemas.microsoft.com/office/drawing/2014/main" id="{36CD86A2-6E9F-45DD-81D4-D6C45240A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977"/>
                <a:ext cx="88" cy="132"/>
              </a:xfrm>
              <a:custGeom>
                <a:avLst/>
                <a:gdLst>
                  <a:gd name="T0" fmla="*/ 928 w 20"/>
                  <a:gd name="T1" fmla="*/ 0 h 28"/>
                  <a:gd name="T2" fmla="*/ 0 w 20"/>
                  <a:gd name="T3" fmla="*/ 2513 h 28"/>
                  <a:gd name="T4" fmla="*/ 1703 w 20"/>
                  <a:gd name="T5" fmla="*/ 42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11" y="0"/>
                    </a:moveTo>
                    <a:cubicBezTo>
                      <a:pt x="8" y="8"/>
                      <a:pt x="3" y="16"/>
                      <a:pt x="0" y="24"/>
                    </a:cubicBezTo>
                    <a:cubicBezTo>
                      <a:pt x="7" y="28"/>
                      <a:pt x="16" y="12"/>
                      <a:pt x="20" y="4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51" name="Freeform 1137">
                <a:extLst>
                  <a:ext uri="{FF2B5EF4-FFF2-40B4-BE49-F238E27FC236}">
                    <a16:creationId xmlns:a16="http://schemas.microsoft.com/office/drawing/2014/main" id="{D4EB8B60-CB18-4953-A496-91BD1E2B6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038"/>
                <a:ext cx="92" cy="108"/>
              </a:xfrm>
              <a:custGeom>
                <a:avLst/>
                <a:gdLst>
                  <a:gd name="T0" fmla="*/ 499 w 21"/>
                  <a:gd name="T1" fmla="*/ 1146 h 23"/>
                  <a:gd name="T2" fmla="*/ 0 w 21"/>
                  <a:gd name="T3" fmla="*/ 1766 h 23"/>
                  <a:gd name="T4" fmla="*/ 1766 w 21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6" y="11"/>
                    </a:moveTo>
                    <a:cubicBezTo>
                      <a:pt x="3" y="13"/>
                      <a:pt x="0" y="13"/>
                      <a:pt x="0" y="17"/>
                    </a:cubicBezTo>
                    <a:cubicBezTo>
                      <a:pt x="9" y="23"/>
                      <a:pt x="12" y="4"/>
                      <a:pt x="21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52" name="Freeform 1138">
                <a:extLst>
                  <a:ext uri="{FF2B5EF4-FFF2-40B4-BE49-F238E27FC236}">
                    <a16:creationId xmlns:a16="http://schemas.microsoft.com/office/drawing/2014/main" id="{6669AE4B-D321-40CD-A0B7-FA5769004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104"/>
                <a:ext cx="158" cy="122"/>
              </a:xfrm>
              <a:custGeom>
                <a:avLst/>
                <a:gdLst>
                  <a:gd name="T0" fmla="*/ 1773 w 36"/>
                  <a:gd name="T1" fmla="*/ 0 h 26"/>
                  <a:gd name="T2" fmla="*/ 0 w 36"/>
                  <a:gd name="T3" fmla="*/ 1455 h 26"/>
                  <a:gd name="T4" fmla="*/ 1444 w 36"/>
                  <a:gd name="T5" fmla="*/ 1037 h 26"/>
                  <a:gd name="T6" fmla="*/ 3042 w 36"/>
                  <a:gd name="T7" fmla="*/ 72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6">
                    <a:moveTo>
                      <a:pt x="21" y="0"/>
                    </a:moveTo>
                    <a:cubicBezTo>
                      <a:pt x="13" y="3"/>
                      <a:pt x="6" y="9"/>
                      <a:pt x="0" y="14"/>
                    </a:cubicBezTo>
                    <a:cubicBezTo>
                      <a:pt x="9" y="26"/>
                      <a:pt x="11" y="12"/>
                      <a:pt x="17" y="10"/>
                    </a:cubicBezTo>
                    <a:cubicBezTo>
                      <a:pt x="25" y="7"/>
                      <a:pt x="28" y="8"/>
                      <a:pt x="36" y="7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53" name="Freeform 1139">
                <a:extLst>
                  <a:ext uri="{FF2B5EF4-FFF2-40B4-BE49-F238E27FC236}">
                    <a16:creationId xmlns:a16="http://schemas.microsoft.com/office/drawing/2014/main" id="{C5B623B9-F962-43FB-9E86-116EE8442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202"/>
                <a:ext cx="128" cy="33"/>
              </a:xfrm>
              <a:custGeom>
                <a:avLst/>
                <a:gdLst>
                  <a:gd name="T0" fmla="*/ 1382 w 29"/>
                  <a:gd name="T1" fmla="*/ 113 h 7"/>
                  <a:gd name="T2" fmla="*/ 0 w 29"/>
                  <a:gd name="T3" fmla="*/ 311 h 7"/>
                  <a:gd name="T4" fmla="*/ 2494 w 29"/>
                  <a:gd name="T5" fmla="*/ 73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">
                    <a:moveTo>
                      <a:pt x="16" y="1"/>
                    </a:moveTo>
                    <a:cubicBezTo>
                      <a:pt x="11" y="0"/>
                      <a:pt x="5" y="1"/>
                      <a:pt x="0" y="3"/>
                    </a:cubicBezTo>
                    <a:cubicBezTo>
                      <a:pt x="9" y="4"/>
                      <a:pt x="19" y="6"/>
                      <a:pt x="29" y="7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54" name="Freeform 1140">
                <a:extLst>
                  <a:ext uri="{FF2B5EF4-FFF2-40B4-BE49-F238E27FC236}">
                    <a16:creationId xmlns:a16="http://schemas.microsoft.com/office/drawing/2014/main" id="{47A2C642-1DBA-454D-AFED-04998011D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113"/>
                <a:ext cx="128" cy="75"/>
              </a:xfrm>
              <a:custGeom>
                <a:avLst/>
                <a:gdLst>
                  <a:gd name="T0" fmla="*/ 0 w 29"/>
                  <a:gd name="T1" fmla="*/ 0 h 16"/>
                  <a:gd name="T2" fmla="*/ 2494 w 29"/>
                  <a:gd name="T3" fmla="*/ 1233 h 16"/>
                  <a:gd name="T4" fmla="*/ 1284 w 29"/>
                  <a:gd name="T5" fmla="*/ 30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3" y="8"/>
                      <a:pt x="21" y="16"/>
                      <a:pt x="29" y="12"/>
                    </a:cubicBezTo>
                    <a:cubicBezTo>
                      <a:pt x="24" y="10"/>
                      <a:pt x="17" y="8"/>
                      <a:pt x="15" y="3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55" name="Freeform 1141">
                <a:extLst>
                  <a:ext uri="{FF2B5EF4-FFF2-40B4-BE49-F238E27FC236}">
                    <a16:creationId xmlns:a16="http://schemas.microsoft.com/office/drawing/2014/main" id="{8AF32361-2B4E-4E9B-9948-97E0ED2B4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099"/>
                <a:ext cx="40" cy="33"/>
              </a:xfrm>
              <a:custGeom>
                <a:avLst/>
                <a:gdLst>
                  <a:gd name="T0" fmla="*/ 0 w 9"/>
                  <a:gd name="T1" fmla="*/ 113 h 7"/>
                  <a:gd name="T2" fmla="*/ 436 w 9"/>
                  <a:gd name="T3" fmla="*/ 735 h 7"/>
                  <a:gd name="T4" fmla="*/ 356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1"/>
                    </a:moveTo>
                    <a:cubicBezTo>
                      <a:pt x="1" y="4"/>
                      <a:pt x="2" y="6"/>
                      <a:pt x="5" y="7"/>
                    </a:cubicBezTo>
                    <a:cubicBezTo>
                      <a:pt x="9" y="4"/>
                      <a:pt x="6" y="3"/>
                      <a:pt x="4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56" name="Freeform 1142">
                <a:extLst>
                  <a:ext uri="{FF2B5EF4-FFF2-40B4-BE49-F238E27FC236}">
                    <a16:creationId xmlns:a16="http://schemas.microsoft.com/office/drawing/2014/main" id="{C8DBC1A3-3B16-4BD3-AFA0-B5DF44B0A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940"/>
                <a:ext cx="101" cy="178"/>
              </a:xfrm>
              <a:custGeom>
                <a:avLst/>
                <a:gdLst>
                  <a:gd name="T0" fmla="*/ 0 w 23"/>
                  <a:gd name="T1" fmla="*/ 1143 h 38"/>
                  <a:gd name="T2" fmla="*/ 1445 w 23"/>
                  <a:gd name="T3" fmla="*/ 3907 h 38"/>
                  <a:gd name="T4" fmla="*/ 501 w 23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8">
                    <a:moveTo>
                      <a:pt x="0" y="11"/>
                    </a:moveTo>
                    <a:cubicBezTo>
                      <a:pt x="2" y="23"/>
                      <a:pt x="14" y="27"/>
                      <a:pt x="17" y="38"/>
                    </a:cubicBezTo>
                    <a:cubicBezTo>
                      <a:pt x="23" y="34"/>
                      <a:pt x="7" y="12"/>
                      <a:pt x="6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57" name="Freeform 1143">
                <a:extLst>
                  <a:ext uri="{FF2B5EF4-FFF2-40B4-BE49-F238E27FC236}">
                    <a16:creationId xmlns:a16="http://schemas.microsoft.com/office/drawing/2014/main" id="{07691887-EF6D-4622-B83A-8E56FB8A8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935"/>
                <a:ext cx="75" cy="136"/>
              </a:xfrm>
              <a:custGeom>
                <a:avLst/>
                <a:gdLst>
                  <a:gd name="T0" fmla="*/ 0 w 17"/>
                  <a:gd name="T1" fmla="*/ 417 h 29"/>
                  <a:gd name="T2" fmla="*/ 776 w 17"/>
                  <a:gd name="T3" fmla="*/ 2992 h 29"/>
                  <a:gd name="T4" fmla="*/ 856 w 1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0" y="4"/>
                    </a:moveTo>
                    <a:cubicBezTo>
                      <a:pt x="2" y="13"/>
                      <a:pt x="7" y="21"/>
                      <a:pt x="9" y="29"/>
                    </a:cubicBezTo>
                    <a:cubicBezTo>
                      <a:pt x="17" y="20"/>
                      <a:pt x="5" y="10"/>
                      <a:pt x="10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58" name="Freeform 1144">
                <a:extLst>
                  <a:ext uri="{FF2B5EF4-FFF2-40B4-BE49-F238E27FC236}">
                    <a16:creationId xmlns:a16="http://schemas.microsoft.com/office/drawing/2014/main" id="{8A460D88-A183-4A1D-A6DA-4D0AC7F96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408"/>
                <a:ext cx="79" cy="80"/>
              </a:xfrm>
              <a:custGeom>
                <a:avLst/>
                <a:gdLst>
                  <a:gd name="T0" fmla="*/ 1273 w 18"/>
                  <a:gd name="T1" fmla="*/ 842 h 17"/>
                  <a:gd name="T2" fmla="*/ 0 w 18"/>
                  <a:gd name="T3" fmla="*/ 532 h 17"/>
                  <a:gd name="T4" fmla="*/ 847 w 18"/>
                  <a:gd name="T5" fmla="*/ 932 h 17"/>
                  <a:gd name="T6" fmla="*/ 1523 w 18"/>
                  <a:gd name="T7" fmla="*/ 176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15" y="8"/>
                    </a:moveTo>
                    <a:cubicBezTo>
                      <a:pt x="12" y="6"/>
                      <a:pt x="0" y="0"/>
                      <a:pt x="0" y="5"/>
                    </a:cubicBezTo>
                    <a:cubicBezTo>
                      <a:pt x="3" y="6"/>
                      <a:pt x="8" y="7"/>
                      <a:pt x="10" y="9"/>
                    </a:cubicBezTo>
                    <a:cubicBezTo>
                      <a:pt x="13" y="11"/>
                      <a:pt x="15" y="15"/>
                      <a:pt x="18" y="17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59" name="Freeform 1145">
                <a:extLst>
                  <a:ext uri="{FF2B5EF4-FFF2-40B4-BE49-F238E27FC236}">
                    <a16:creationId xmlns:a16="http://schemas.microsoft.com/office/drawing/2014/main" id="{7E579562-C6FE-47BA-9714-93489924F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530"/>
                <a:ext cx="35" cy="89"/>
              </a:xfrm>
              <a:custGeom>
                <a:avLst/>
                <a:gdLst>
                  <a:gd name="T0" fmla="*/ 0 w 8"/>
                  <a:gd name="T1" fmla="*/ 1953 h 19"/>
                  <a:gd name="T2" fmla="*/ 249 w 8"/>
                  <a:gd name="T3" fmla="*/ 1227 h 19"/>
                  <a:gd name="T4" fmla="*/ 346 w 8"/>
                  <a:gd name="T5" fmla="*/ 614 h 19"/>
                  <a:gd name="T6" fmla="*/ 499 w 8"/>
                  <a:gd name="T7" fmla="*/ 0 h 19"/>
                  <a:gd name="T8" fmla="*/ 499 w 8"/>
                  <a:gd name="T9" fmla="*/ 1340 h 19"/>
                  <a:gd name="T10" fmla="*/ 346 w 8"/>
                  <a:gd name="T11" fmla="*/ 195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9">
                    <a:moveTo>
                      <a:pt x="0" y="19"/>
                    </a:moveTo>
                    <a:cubicBezTo>
                      <a:pt x="1" y="15"/>
                      <a:pt x="1" y="17"/>
                      <a:pt x="3" y="12"/>
                    </a:cubicBezTo>
                    <a:cubicBezTo>
                      <a:pt x="4" y="9"/>
                      <a:pt x="4" y="9"/>
                      <a:pt x="4" y="6"/>
                    </a:cubicBezTo>
                    <a:cubicBezTo>
                      <a:pt x="5" y="3"/>
                      <a:pt x="4" y="2"/>
                      <a:pt x="6" y="0"/>
                    </a:cubicBezTo>
                    <a:cubicBezTo>
                      <a:pt x="8" y="2"/>
                      <a:pt x="7" y="9"/>
                      <a:pt x="6" y="13"/>
                    </a:cubicBezTo>
                    <a:cubicBezTo>
                      <a:pt x="5" y="18"/>
                      <a:pt x="3" y="13"/>
                      <a:pt x="4" y="19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60" name="Freeform 1146">
                <a:extLst>
                  <a:ext uri="{FF2B5EF4-FFF2-40B4-BE49-F238E27FC236}">
                    <a16:creationId xmlns:a16="http://schemas.microsoft.com/office/drawing/2014/main" id="{3E657359-437B-4C47-BE3D-276C5B2EA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296"/>
                <a:ext cx="83" cy="42"/>
              </a:xfrm>
              <a:custGeom>
                <a:avLst/>
                <a:gdLst>
                  <a:gd name="T0" fmla="*/ 743 w 19"/>
                  <a:gd name="T1" fmla="*/ 196 h 9"/>
                  <a:gd name="T2" fmla="*/ 1586 w 19"/>
                  <a:gd name="T3" fmla="*/ 107 h 9"/>
                  <a:gd name="T4" fmla="*/ 917 w 19"/>
                  <a:gd name="T5" fmla="*/ 415 h 9"/>
                  <a:gd name="T6" fmla="*/ 0 w 19"/>
                  <a:gd name="T7" fmla="*/ 9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9">
                    <a:moveTo>
                      <a:pt x="9" y="2"/>
                    </a:moveTo>
                    <a:cubicBezTo>
                      <a:pt x="12" y="2"/>
                      <a:pt x="16" y="0"/>
                      <a:pt x="19" y="1"/>
                    </a:cubicBezTo>
                    <a:cubicBezTo>
                      <a:pt x="18" y="6"/>
                      <a:pt x="14" y="3"/>
                      <a:pt x="11" y="4"/>
                    </a:cubicBezTo>
                    <a:cubicBezTo>
                      <a:pt x="7" y="5"/>
                      <a:pt x="2" y="7"/>
                      <a:pt x="0" y="9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61" name="Freeform 1147">
                <a:extLst>
                  <a:ext uri="{FF2B5EF4-FFF2-40B4-BE49-F238E27FC236}">
                    <a16:creationId xmlns:a16="http://schemas.microsoft.com/office/drawing/2014/main" id="{665150D1-67AA-48CF-91D7-8ACB4E240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408"/>
                <a:ext cx="79" cy="75"/>
              </a:xfrm>
              <a:custGeom>
                <a:avLst/>
                <a:gdLst>
                  <a:gd name="T0" fmla="*/ 0 w 18"/>
                  <a:gd name="T1" fmla="*/ 1031 h 16"/>
                  <a:gd name="T2" fmla="*/ 1444 w 18"/>
                  <a:gd name="T3" fmla="*/ 0 h 16"/>
                  <a:gd name="T4" fmla="*/ 250 w 18"/>
                  <a:gd name="T5" fmla="*/ 16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0" y="10"/>
                    </a:moveTo>
                    <a:cubicBezTo>
                      <a:pt x="6" y="7"/>
                      <a:pt x="11" y="1"/>
                      <a:pt x="17" y="0"/>
                    </a:cubicBezTo>
                    <a:cubicBezTo>
                      <a:pt x="18" y="4"/>
                      <a:pt x="6" y="12"/>
                      <a:pt x="3" y="16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62" name="Freeform 1148">
                <a:extLst>
                  <a:ext uri="{FF2B5EF4-FFF2-40B4-BE49-F238E27FC236}">
                    <a16:creationId xmlns:a16="http://schemas.microsoft.com/office/drawing/2014/main" id="{5B502A98-2746-41B8-A5A4-BF37C1F8A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931"/>
                <a:ext cx="26" cy="79"/>
              </a:xfrm>
              <a:custGeom>
                <a:avLst/>
                <a:gdLst>
                  <a:gd name="T0" fmla="*/ 74 w 6"/>
                  <a:gd name="T1" fmla="*/ 0 h 17"/>
                  <a:gd name="T2" fmla="*/ 243 w 6"/>
                  <a:gd name="T3" fmla="*/ 1705 h 17"/>
                  <a:gd name="T4" fmla="*/ 243 w 6"/>
                  <a:gd name="T5" fmla="*/ 604 h 17"/>
                  <a:gd name="T6" fmla="*/ 243 w 6"/>
                  <a:gd name="T7" fmla="*/ 10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7">
                    <a:moveTo>
                      <a:pt x="1" y="0"/>
                    </a:moveTo>
                    <a:cubicBezTo>
                      <a:pt x="2" y="5"/>
                      <a:pt x="0" y="13"/>
                      <a:pt x="3" y="17"/>
                    </a:cubicBezTo>
                    <a:cubicBezTo>
                      <a:pt x="5" y="14"/>
                      <a:pt x="3" y="10"/>
                      <a:pt x="3" y="6"/>
                    </a:cubicBezTo>
                    <a:cubicBezTo>
                      <a:pt x="4" y="2"/>
                      <a:pt x="6" y="5"/>
                      <a:pt x="3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63" name="Freeform 1149">
                <a:extLst>
                  <a:ext uri="{FF2B5EF4-FFF2-40B4-BE49-F238E27FC236}">
                    <a16:creationId xmlns:a16="http://schemas.microsoft.com/office/drawing/2014/main" id="{95EECF13-9FEB-4245-8E8F-34DE3E79D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034"/>
                <a:ext cx="70" cy="65"/>
              </a:xfrm>
              <a:custGeom>
                <a:avLst/>
                <a:gdLst>
                  <a:gd name="T0" fmla="*/ 1015 w 16"/>
                  <a:gd name="T1" fmla="*/ 0 h 14"/>
                  <a:gd name="T2" fmla="*/ 0 w 16"/>
                  <a:gd name="T3" fmla="*/ 1402 h 14"/>
                  <a:gd name="T4" fmla="*/ 748 w 16"/>
                  <a:gd name="T5" fmla="*/ 497 h 14"/>
                  <a:gd name="T6" fmla="*/ 1339 w 16"/>
                  <a:gd name="T7" fmla="*/ 19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2" y="0"/>
                    </a:moveTo>
                    <a:cubicBezTo>
                      <a:pt x="7" y="3"/>
                      <a:pt x="1" y="9"/>
                      <a:pt x="0" y="14"/>
                    </a:cubicBezTo>
                    <a:cubicBezTo>
                      <a:pt x="4" y="13"/>
                      <a:pt x="6" y="8"/>
                      <a:pt x="9" y="5"/>
                    </a:cubicBezTo>
                    <a:cubicBezTo>
                      <a:pt x="13" y="3"/>
                      <a:pt x="12" y="4"/>
                      <a:pt x="16" y="2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64" name="Freeform 1150">
                <a:extLst>
                  <a:ext uri="{FF2B5EF4-FFF2-40B4-BE49-F238E27FC236}">
                    <a16:creationId xmlns:a16="http://schemas.microsoft.com/office/drawing/2014/main" id="{0B70BEF2-BDEB-4C42-8389-6F01CFBA1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2427"/>
                <a:ext cx="101" cy="127"/>
              </a:xfrm>
              <a:custGeom>
                <a:avLst/>
                <a:gdLst>
                  <a:gd name="T0" fmla="*/ 79 w 23"/>
                  <a:gd name="T1" fmla="*/ 1971 h 27"/>
                  <a:gd name="T2" fmla="*/ 1950 w 23"/>
                  <a:gd name="T3" fmla="*/ 0 h 27"/>
                  <a:gd name="T4" fmla="*/ 1177 w 23"/>
                  <a:gd name="T5" fmla="*/ 931 h 27"/>
                  <a:gd name="T6" fmla="*/ 0 w 23"/>
                  <a:gd name="T7" fmla="*/ 280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7">
                    <a:moveTo>
                      <a:pt x="1" y="19"/>
                    </a:moveTo>
                    <a:cubicBezTo>
                      <a:pt x="7" y="13"/>
                      <a:pt x="14" y="0"/>
                      <a:pt x="23" y="0"/>
                    </a:cubicBezTo>
                    <a:cubicBezTo>
                      <a:pt x="23" y="3"/>
                      <a:pt x="17" y="6"/>
                      <a:pt x="14" y="9"/>
                    </a:cubicBezTo>
                    <a:cubicBezTo>
                      <a:pt x="10" y="15"/>
                      <a:pt x="2" y="20"/>
                      <a:pt x="0" y="27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65" name="Freeform 1151">
                <a:extLst>
                  <a:ext uri="{FF2B5EF4-FFF2-40B4-BE49-F238E27FC236}">
                    <a16:creationId xmlns:a16="http://schemas.microsoft.com/office/drawing/2014/main" id="{A5C81D05-E6C8-4B0C-B157-EBAA7A1FD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450"/>
                <a:ext cx="48" cy="75"/>
              </a:xfrm>
              <a:custGeom>
                <a:avLst/>
                <a:gdLst>
                  <a:gd name="T0" fmla="*/ 0 w 11"/>
                  <a:gd name="T1" fmla="*/ 1650 h 16"/>
                  <a:gd name="T2" fmla="*/ 668 w 11"/>
                  <a:gd name="T3" fmla="*/ 0 h 16"/>
                  <a:gd name="T4" fmla="*/ 249 w 11"/>
                  <a:gd name="T5" fmla="*/ 144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16"/>
                    </a:moveTo>
                    <a:cubicBezTo>
                      <a:pt x="0" y="12"/>
                      <a:pt x="4" y="2"/>
                      <a:pt x="8" y="0"/>
                    </a:cubicBezTo>
                    <a:cubicBezTo>
                      <a:pt x="11" y="2"/>
                      <a:pt x="4" y="10"/>
                      <a:pt x="3" y="14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66" name="Freeform 1152">
                <a:extLst>
                  <a:ext uri="{FF2B5EF4-FFF2-40B4-BE49-F238E27FC236}">
                    <a16:creationId xmlns:a16="http://schemas.microsoft.com/office/drawing/2014/main" id="{4F6C081B-9F0F-4D59-810C-9E421D4BF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469"/>
                <a:ext cx="61" cy="178"/>
              </a:xfrm>
              <a:custGeom>
                <a:avLst/>
                <a:gdLst>
                  <a:gd name="T0" fmla="*/ 0 w 14"/>
                  <a:gd name="T1" fmla="*/ 2984 h 38"/>
                  <a:gd name="T2" fmla="*/ 911 w 14"/>
                  <a:gd name="T3" fmla="*/ 0 h 38"/>
                  <a:gd name="T4" fmla="*/ 667 w 14"/>
                  <a:gd name="T5" fmla="*/ 1644 h 38"/>
                  <a:gd name="T6" fmla="*/ 248 w 14"/>
                  <a:gd name="T7" fmla="*/ 390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8">
                    <a:moveTo>
                      <a:pt x="0" y="29"/>
                    </a:moveTo>
                    <a:cubicBezTo>
                      <a:pt x="4" y="22"/>
                      <a:pt x="4" y="5"/>
                      <a:pt x="11" y="0"/>
                    </a:cubicBezTo>
                    <a:cubicBezTo>
                      <a:pt x="14" y="3"/>
                      <a:pt x="10" y="12"/>
                      <a:pt x="8" y="16"/>
                    </a:cubicBezTo>
                    <a:cubicBezTo>
                      <a:pt x="5" y="23"/>
                      <a:pt x="3" y="30"/>
                      <a:pt x="3" y="38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67" name="Freeform 1153">
                <a:extLst>
                  <a:ext uri="{FF2B5EF4-FFF2-40B4-BE49-F238E27FC236}">
                    <a16:creationId xmlns:a16="http://schemas.microsoft.com/office/drawing/2014/main" id="{A3926B5B-7579-475F-9398-F182D209C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474"/>
                <a:ext cx="35" cy="126"/>
              </a:xfrm>
              <a:custGeom>
                <a:avLst/>
                <a:gdLst>
                  <a:gd name="T0" fmla="*/ 249 w 8"/>
                  <a:gd name="T1" fmla="*/ 1937 h 27"/>
                  <a:gd name="T2" fmla="*/ 171 w 8"/>
                  <a:gd name="T3" fmla="*/ 0 h 27"/>
                  <a:gd name="T4" fmla="*/ 346 w 8"/>
                  <a:gd name="T5" fmla="*/ 1022 h 27"/>
                  <a:gd name="T6" fmla="*/ 669 w 8"/>
                  <a:gd name="T7" fmla="*/ 274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3" y="19"/>
                    </a:moveTo>
                    <a:cubicBezTo>
                      <a:pt x="1" y="15"/>
                      <a:pt x="0" y="4"/>
                      <a:pt x="2" y="0"/>
                    </a:cubicBezTo>
                    <a:cubicBezTo>
                      <a:pt x="4" y="2"/>
                      <a:pt x="4" y="6"/>
                      <a:pt x="4" y="10"/>
                    </a:cubicBezTo>
                    <a:cubicBezTo>
                      <a:pt x="5" y="16"/>
                      <a:pt x="7" y="21"/>
                      <a:pt x="8" y="27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68" name="Freeform 1154">
                <a:extLst>
                  <a:ext uri="{FF2B5EF4-FFF2-40B4-BE49-F238E27FC236}">
                    <a16:creationId xmlns:a16="http://schemas.microsoft.com/office/drawing/2014/main" id="{3D3DE47F-0EBF-4C99-9532-15D7BD0CD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436"/>
                <a:ext cx="66" cy="150"/>
              </a:xfrm>
              <a:custGeom>
                <a:avLst/>
                <a:gdLst>
                  <a:gd name="T0" fmla="*/ 348 w 15"/>
                  <a:gd name="T1" fmla="*/ 1341 h 32"/>
                  <a:gd name="T2" fmla="*/ 79 w 15"/>
                  <a:gd name="T3" fmla="*/ 0 h 32"/>
                  <a:gd name="T4" fmla="*/ 598 w 15"/>
                  <a:gd name="T5" fmla="*/ 1448 h 32"/>
                  <a:gd name="T6" fmla="*/ 1276 w 15"/>
                  <a:gd name="T7" fmla="*/ 329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2">
                    <a:moveTo>
                      <a:pt x="4" y="13"/>
                    </a:moveTo>
                    <a:cubicBezTo>
                      <a:pt x="2" y="9"/>
                      <a:pt x="0" y="4"/>
                      <a:pt x="1" y="0"/>
                    </a:cubicBezTo>
                    <a:cubicBezTo>
                      <a:pt x="5" y="4"/>
                      <a:pt x="6" y="9"/>
                      <a:pt x="7" y="14"/>
                    </a:cubicBezTo>
                    <a:cubicBezTo>
                      <a:pt x="9" y="21"/>
                      <a:pt x="12" y="26"/>
                      <a:pt x="15" y="32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69" name="Freeform 1155">
                <a:extLst>
                  <a:ext uri="{FF2B5EF4-FFF2-40B4-BE49-F238E27FC236}">
                    <a16:creationId xmlns:a16="http://schemas.microsoft.com/office/drawing/2014/main" id="{59DB3690-714E-448D-ACE3-DC7C40211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394"/>
                <a:ext cx="74" cy="99"/>
              </a:xfrm>
              <a:custGeom>
                <a:avLst/>
                <a:gdLst>
                  <a:gd name="T0" fmla="*/ 836 w 17"/>
                  <a:gd name="T1" fmla="*/ 2202 h 21"/>
                  <a:gd name="T2" fmla="*/ 0 w 17"/>
                  <a:gd name="T3" fmla="*/ 424 h 21"/>
                  <a:gd name="T4" fmla="*/ 418 w 17"/>
                  <a:gd name="T5" fmla="*/ 844 h 21"/>
                  <a:gd name="T6" fmla="*/ 1402 w 17"/>
                  <a:gd name="T7" fmla="*/ 220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10" y="21"/>
                    </a:moveTo>
                    <a:cubicBezTo>
                      <a:pt x="5" y="16"/>
                      <a:pt x="4" y="9"/>
                      <a:pt x="0" y="4"/>
                    </a:cubicBezTo>
                    <a:cubicBezTo>
                      <a:pt x="4" y="0"/>
                      <a:pt x="4" y="6"/>
                      <a:pt x="5" y="8"/>
                    </a:cubicBezTo>
                    <a:cubicBezTo>
                      <a:pt x="9" y="12"/>
                      <a:pt x="14" y="16"/>
                      <a:pt x="17" y="21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70" name="Freeform 1156">
                <a:extLst>
                  <a:ext uri="{FF2B5EF4-FFF2-40B4-BE49-F238E27FC236}">
                    <a16:creationId xmlns:a16="http://schemas.microsoft.com/office/drawing/2014/main" id="{D25FF926-FA69-4A77-B749-39ED88184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287"/>
                <a:ext cx="136" cy="42"/>
              </a:xfrm>
              <a:custGeom>
                <a:avLst/>
                <a:gdLst>
                  <a:gd name="T0" fmla="*/ 1176 w 31"/>
                  <a:gd name="T1" fmla="*/ 303 h 9"/>
                  <a:gd name="T2" fmla="*/ 0 w 31"/>
                  <a:gd name="T3" fmla="*/ 415 h 9"/>
                  <a:gd name="T4" fmla="*/ 2619 w 31"/>
                  <a:gd name="T5" fmla="*/ 71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9">
                    <a:moveTo>
                      <a:pt x="14" y="3"/>
                    </a:moveTo>
                    <a:cubicBezTo>
                      <a:pt x="10" y="3"/>
                      <a:pt x="1" y="0"/>
                      <a:pt x="0" y="4"/>
                    </a:cubicBezTo>
                    <a:cubicBezTo>
                      <a:pt x="10" y="5"/>
                      <a:pt x="20" y="9"/>
                      <a:pt x="31" y="7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71" name="Freeform 1157">
                <a:extLst>
                  <a:ext uri="{FF2B5EF4-FFF2-40B4-BE49-F238E27FC236}">
                    <a16:creationId xmlns:a16="http://schemas.microsoft.com/office/drawing/2014/main" id="{ECB3F91D-49C6-4527-8ADC-7DD707F42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184"/>
                <a:ext cx="123" cy="56"/>
              </a:xfrm>
              <a:custGeom>
                <a:avLst/>
                <a:gdLst>
                  <a:gd name="T0" fmla="*/ 1098 w 28"/>
                  <a:gd name="T1" fmla="*/ 107 h 12"/>
                  <a:gd name="T2" fmla="*/ 176 w 28"/>
                  <a:gd name="T3" fmla="*/ 807 h 12"/>
                  <a:gd name="T4" fmla="*/ 347 w 28"/>
                  <a:gd name="T5" fmla="*/ 1111 h 12"/>
                  <a:gd name="T6" fmla="*/ 1098 w 28"/>
                  <a:gd name="T7" fmla="*/ 415 h 12"/>
                  <a:gd name="T8" fmla="*/ 2372 w 28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2">
                    <a:moveTo>
                      <a:pt x="13" y="1"/>
                    </a:moveTo>
                    <a:cubicBezTo>
                      <a:pt x="10" y="3"/>
                      <a:pt x="3" y="5"/>
                      <a:pt x="2" y="8"/>
                    </a:cubicBezTo>
                    <a:cubicBezTo>
                      <a:pt x="0" y="11"/>
                      <a:pt x="0" y="12"/>
                      <a:pt x="4" y="11"/>
                    </a:cubicBezTo>
                    <a:cubicBezTo>
                      <a:pt x="8" y="10"/>
                      <a:pt x="9" y="6"/>
                      <a:pt x="13" y="4"/>
                    </a:cubicBezTo>
                    <a:cubicBezTo>
                      <a:pt x="17" y="2"/>
                      <a:pt x="23" y="1"/>
                      <a:pt x="28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72" name="Freeform 1158">
                <a:extLst>
                  <a:ext uri="{FF2B5EF4-FFF2-40B4-BE49-F238E27FC236}">
                    <a16:creationId xmlns:a16="http://schemas.microsoft.com/office/drawing/2014/main" id="{B09F9C98-BE99-4485-86FC-619B5AB62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240"/>
                <a:ext cx="53" cy="18"/>
              </a:xfrm>
              <a:custGeom>
                <a:avLst/>
                <a:gdLst>
                  <a:gd name="T0" fmla="*/ 857 w 12"/>
                  <a:gd name="T1" fmla="*/ 284 h 4"/>
                  <a:gd name="T2" fmla="*/ 0 w 12"/>
                  <a:gd name="T3" fmla="*/ 284 h 4"/>
                  <a:gd name="T4" fmla="*/ 1034 w 12"/>
                  <a:gd name="T5" fmla="*/ 28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10" y="3"/>
                    </a:moveTo>
                    <a:cubicBezTo>
                      <a:pt x="7" y="0"/>
                      <a:pt x="2" y="0"/>
                      <a:pt x="0" y="3"/>
                    </a:cubicBezTo>
                    <a:cubicBezTo>
                      <a:pt x="4" y="4"/>
                      <a:pt x="8" y="3"/>
                      <a:pt x="12" y="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73" name="Freeform 1159">
                <a:extLst>
                  <a:ext uri="{FF2B5EF4-FFF2-40B4-BE49-F238E27FC236}">
                    <a16:creationId xmlns:a16="http://schemas.microsoft.com/office/drawing/2014/main" id="{D183E9A1-8B69-4C89-BFD0-D8586456F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048"/>
                <a:ext cx="74" cy="79"/>
              </a:xfrm>
              <a:custGeom>
                <a:avLst/>
                <a:gdLst>
                  <a:gd name="T0" fmla="*/ 740 w 17"/>
                  <a:gd name="T1" fmla="*/ 497 h 17"/>
                  <a:gd name="T2" fmla="*/ 74 w 17"/>
                  <a:gd name="T3" fmla="*/ 1705 h 17"/>
                  <a:gd name="T4" fmla="*/ 1402 w 17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9" y="5"/>
                    </a:moveTo>
                    <a:cubicBezTo>
                      <a:pt x="5" y="8"/>
                      <a:pt x="0" y="12"/>
                      <a:pt x="1" y="17"/>
                    </a:cubicBezTo>
                    <a:cubicBezTo>
                      <a:pt x="6" y="11"/>
                      <a:pt x="11" y="5"/>
                      <a:pt x="17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74" name="Freeform 1160">
                <a:extLst>
                  <a:ext uri="{FF2B5EF4-FFF2-40B4-BE49-F238E27FC236}">
                    <a16:creationId xmlns:a16="http://schemas.microsoft.com/office/drawing/2014/main" id="{A61F272C-C4CD-45A5-BD60-4502BF58E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992"/>
                <a:ext cx="27" cy="107"/>
              </a:xfrm>
              <a:custGeom>
                <a:avLst/>
                <a:gdLst>
                  <a:gd name="T0" fmla="*/ 185 w 6"/>
                  <a:gd name="T1" fmla="*/ 605 h 23"/>
                  <a:gd name="T2" fmla="*/ 104 w 6"/>
                  <a:gd name="T3" fmla="*/ 2317 h 23"/>
                  <a:gd name="T4" fmla="*/ 549 w 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3">
                    <a:moveTo>
                      <a:pt x="2" y="6"/>
                    </a:moveTo>
                    <a:cubicBezTo>
                      <a:pt x="0" y="10"/>
                      <a:pt x="0" y="20"/>
                      <a:pt x="1" y="23"/>
                    </a:cubicBezTo>
                    <a:cubicBezTo>
                      <a:pt x="6" y="19"/>
                      <a:pt x="3" y="6"/>
                      <a:pt x="6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75" name="Freeform 1161">
                <a:extLst>
                  <a:ext uri="{FF2B5EF4-FFF2-40B4-BE49-F238E27FC236}">
                    <a16:creationId xmlns:a16="http://schemas.microsoft.com/office/drawing/2014/main" id="{B43B1C1D-7965-40D0-B96F-68C8EF36D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15"/>
                <a:ext cx="26" cy="70"/>
              </a:xfrm>
              <a:custGeom>
                <a:avLst/>
                <a:gdLst>
                  <a:gd name="T0" fmla="*/ 0 w 6"/>
                  <a:gd name="T1" fmla="*/ 0 h 15"/>
                  <a:gd name="T2" fmla="*/ 412 w 6"/>
                  <a:gd name="T3" fmla="*/ 1526 h 15"/>
                  <a:gd name="T4" fmla="*/ 243 w 6"/>
                  <a:gd name="T5" fmla="*/ 30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1" y="5"/>
                      <a:pt x="0" y="14"/>
                      <a:pt x="5" y="15"/>
                    </a:cubicBezTo>
                    <a:cubicBezTo>
                      <a:pt x="6" y="11"/>
                      <a:pt x="3" y="7"/>
                      <a:pt x="3" y="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76" name="Freeform 1162">
                <a:extLst>
                  <a:ext uri="{FF2B5EF4-FFF2-40B4-BE49-F238E27FC236}">
                    <a16:creationId xmlns:a16="http://schemas.microsoft.com/office/drawing/2014/main" id="{632B23BC-DDEA-4CCB-AB23-3350F6656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024"/>
                <a:ext cx="35" cy="99"/>
              </a:xfrm>
              <a:custGeom>
                <a:avLst/>
                <a:gdLst>
                  <a:gd name="T0" fmla="*/ 249 w 8"/>
                  <a:gd name="T1" fmla="*/ 0 h 21"/>
                  <a:gd name="T2" fmla="*/ 420 w 8"/>
                  <a:gd name="T3" fmla="*/ 1047 h 21"/>
                  <a:gd name="T4" fmla="*/ 669 w 8"/>
                  <a:gd name="T5" fmla="*/ 2202 h 21"/>
                  <a:gd name="T6" fmla="*/ 0 w 8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3" y="0"/>
                    </a:moveTo>
                    <a:cubicBezTo>
                      <a:pt x="4" y="3"/>
                      <a:pt x="4" y="6"/>
                      <a:pt x="5" y="10"/>
                    </a:cubicBezTo>
                    <a:cubicBezTo>
                      <a:pt x="5" y="13"/>
                      <a:pt x="8" y="17"/>
                      <a:pt x="8" y="21"/>
                    </a:cubicBezTo>
                    <a:cubicBezTo>
                      <a:pt x="2" y="18"/>
                      <a:pt x="4" y="5"/>
                      <a:pt x="0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77" name="Freeform 1163">
                <a:extLst>
                  <a:ext uri="{FF2B5EF4-FFF2-40B4-BE49-F238E27FC236}">
                    <a16:creationId xmlns:a16="http://schemas.microsoft.com/office/drawing/2014/main" id="{9EA90A60-19E8-4927-AA85-0D387E63E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071"/>
                <a:ext cx="61" cy="70"/>
              </a:xfrm>
              <a:custGeom>
                <a:avLst/>
                <a:gdLst>
                  <a:gd name="T0" fmla="*/ 571 w 14"/>
                  <a:gd name="T1" fmla="*/ 196 h 15"/>
                  <a:gd name="T2" fmla="*/ 1159 w 14"/>
                  <a:gd name="T3" fmla="*/ 1526 h 15"/>
                  <a:gd name="T4" fmla="*/ 0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7" y="2"/>
                    </a:moveTo>
                    <a:cubicBezTo>
                      <a:pt x="12" y="5"/>
                      <a:pt x="14" y="10"/>
                      <a:pt x="14" y="15"/>
                    </a:cubicBezTo>
                    <a:cubicBezTo>
                      <a:pt x="9" y="11"/>
                      <a:pt x="5" y="4"/>
                      <a:pt x="0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78" name="Freeform 1164">
                <a:extLst>
                  <a:ext uri="{FF2B5EF4-FFF2-40B4-BE49-F238E27FC236}">
                    <a16:creationId xmlns:a16="http://schemas.microsoft.com/office/drawing/2014/main" id="{103A2184-910B-4735-9423-766A8550B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179"/>
                <a:ext cx="114" cy="28"/>
              </a:xfrm>
              <a:custGeom>
                <a:avLst/>
                <a:gdLst>
                  <a:gd name="T0" fmla="*/ 596 w 26"/>
                  <a:gd name="T1" fmla="*/ 0 h 6"/>
                  <a:gd name="T2" fmla="*/ 2192 w 26"/>
                  <a:gd name="T3" fmla="*/ 415 h 6"/>
                  <a:gd name="T4" fmla="*/ 0 w 26"/>
                  <a:gd name="T5" fmla="*/ 30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">
                    <a:moveTo>
                      <a:pt x="7" y="0"/>
                    </a:moveTo>
                    <a:cubicBezTo>
                      <a:pt x="11" y="1"/>
                      <a:pt x="25" y="1"/>
                      <a:pt x="26" y="4"/>
                    </a:cubicBezTo>
                    <a:cubicBezTo>
                      <a:pt x="21" y="6"/>
                      <a:pt x="6" y="5"/>
                      <a:pt x="0" y="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79" name="Freeform 1165">
                <a:extLst>
                  <a:ext uri="{FF2B5EF4-FFF2-40B4-BE49-F238E27FC236}">
                    <a16:creationId xmlns:a16="http://schemas.microsoft.com/office/drawing/2014/main" id="{9A9EF04D-20F7-4586-854D-738250CE6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263"/>
                <a:ext cx="101" cy="28"/>
              </a:xfrm>
              <a:custGeom>
                <a:avLst/>
                <a:gdLst>
                  <a:gd name="T0" fmla="*/ 426 w 23"/>
                  <a:gd name="T1" fmla="*/ 415 h 6"/>
                  <a:gd name="T2" fmla="*/ 1950 w 23"/>
                  <a:gd name="T3" fmla="*/ 0 h 6"/>
                  <a:gd name="T4" fmla="*/ 0 w 23"/>
                  <a:gd name="T5" fmla="*/ 499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">
                    <a:moveTo>
                      <a:pt x="5" y="4"/>
                    </a:moveTo>
                    <a:cubicBezTo>
                      <a:pt x="10" y="1"/>
                      <a:pt x="18" y="0"/>
                      <a:pt x="23" y="0"/>
                    </a:cubicBezTo>
                    <a:cubicBezTo>
                      <a:pt x="22" y="6"/>
                      <a:pt x="5" y="4"/>
                      <a:pt x="0" y="5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80" name="Freeform 1166">
                <a:extLst>
                  <a:ext uri="{FF2B5EF4-FFF2-40B4-BE49-F238E27FC236}">
                    <a16:creationId xmlns:a16="http://schemas.microsoft.com/office/drawing/2014/main" id="{133AF425-CE22-4B7A-B4FB-D0ECAFE18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343"/>
                <a:ext cx="114" cy="61"/>
              </a:xfrm>
              <a:custGeom>
                <a:avLst/>
                <a:gdLst>
                  <a:gd name="T0" fmla="*/ 0 w 26"/>
                  <a:gd name="T1" fmla="*/ 1234 h 13"/>
                  <a:gd name="T2" fmla="*/ 1267 w 26"/>
                  <a:gd name="T3" fmla="*/ 727 h 13"/>
                  <a:gd name="T4" fmla="*/ 2192 w 26"/>
                  <a:gd name="T5" fmla="*/ 507 h 13"/>
                  <a:gd name="T6" fmla="*/ 79 w 26"/>
                  <a:gd name="T7" fmla="*/ 134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12"/>
                    </a:moveTo>
                    <a:cubicBezTo>
                      <a:pt x="5" y="10"/>
                      <a:pt x="10" y="9"/>
                      <a:pt x="15" y="7"/>
                    </a:cubicBezTo>
                    <a:cubicBezTo>
                      <a:pt x="19" y="6"/>
                      <a:pt x="23" y="0"/>
                      <a:pt x="26" y="5"/>
                    </a:cubicBezTo>
                    <a:cubicBezTo>
                      <a:pt x="18" y="10"/>
                      <a:pt x="9" y="10"/>
                      <a:pt x="1" y="1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81" name="Freeform 1167">
                <a:extLst>
                  <a:ext uri="{FF2B5EF4-FFF2-40B4-BE49-F238E27FC236}">
                    <a16:creationId xmlns:a16="http://schemas.microsoft.com/office/drawing/2014/main" id="{090FE251-5800-4B4A-8D00-36A31FC87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048"/>
                <a:ext cx="75" cy="56"/>
              </a:xfrm>
              <a:custGeom>
                <a:avLst/>
                <a:gdLst>
                  <a:gd name="T0" fmla="*/ 0 w 17"/>
                  <a:gd name="T1" fmla="*/ 415 h 12"/>
                  <a:gd name="T2" fmla="*/ 1460 w 17"/>
                  <a:gd name="T3" fmla="*/ 1218 h 12"/>
                  <a:gd name="T4" fmla="*/ 0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4"/>
                    </a:moveTo>
                    <a:cubicBezTo>
                      <a:pt x="5" y="8"/>
                      <a:pt x="12" y="10"/>
                      <a:pt x="17" y="12"/>
                    </a:cubicBezTo>
                    <a:cubicBezTo>
                      <a:pt x="14" y="5"/>
                      <a:pt x="5" y="5"/>
                      <a:pt x="0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82" name="Freeform 1168">
                <a:extLst>
                  <a:ext uri="{FF2B5EF4-FFF2-40B4-BE49-F238E27FC236}">
                    <a16:creationId xmlns:a16="http://schemas.microsoft.com/office/drawing/2014/main" id="{D7ECF225-2942-48C3-A4E2-8DA74C3AF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926"/>
                <a:ext cx="30" cy="70"/>
              </a:xfrm>
              <a:custGeom>
                <a:avLst/>
                <a:gdLst>
                  <a:gd name="T0" fmla="*/ 0 w 7"/>
                  <a:gd name="T1" fmla="*/ 0 h 15"/>
                  <a:gd name="T2" fmla="*/ 553 w 7"/>
                  <a:gd name="T3" fmla="*/ 1526 h 15"/>
                  <a:gd name="T4" fmla="*/ 476 w 7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2" y="5"/>
                      <a:pt x="4" y="10"/>
                      <a:pt x="7" y="15"/>
                    </a:cubicBezTo>
                    <a:cubicBezTo>
                      <a:pt x="6" y="10"/>
                      <a:pt x="4" y="5"/>
                      <a:pt x="6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83" name="Freeform 1169">
                <a:extLst>
                  <a:ext uri="{FF2B5EF4-FFF2-40B4-BE49-F238E27FC236}">
                    <a16:creationId xmlns:a16="http://schemas.microsoft.com/office/drawing/2014/main" id="{6829FBC6-5CCD-4DF3-88E7-CF03D802B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912"/>
                <a:ext cx="30" cy="56"/>
              </a:xfrm>
              <a:custGeom>
                <a:avLst/>
                <a:gdLst>
                  <a:gd name="T0" fmla="*/ 240 w 7"/>
                  <a:gd name="T1" fmla="*/ 107 h 12"/>
                  <a:gd name="T2" fmla="*/ 167 w 7"/>
                  <a:gd name="T3" fmla="*/ 1218 h 12"/>
                  <a:gd name="T4" fmla="*/ 553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3" y="1"/>
                    </a:moveTo>
                    <a:cubicBezTo>
                      <a:pt x="0" y="3"/>
                      <a:pt x="1" y="9"/>
                      <a:pt x="2" y="12"/>
                    </a:cubicBezTo>
                    <a:cubicBezTo>
                      <a:pt x="4" y="8"/>
                      <a:pt x="2" y="3"/>
                      <a:pt x="7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84" name="Freeform 1170">
                <a:extLst>
                  <a:ext uri="{FF2B5EF4-FFF2-40B4-BE49-F238E27FC236}">
                    <a16:creationId xmlns:a16="http://schemas.microsoft.com/office/drawing/2014/main" id="{2FC575C8-9385-4FB4-B91F-A624F3B53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949"/>
                <a:ext cx="48" cy="99"/>
              </a:xfrm>
              <a:custGeom>
                <a:avLst/>
                <a:gdLst>
                  <a:gd name="T0" fmla="*/ 493 w 11"/>
                  <a:gd name="T1" fmla="*/ 0 h 21"/>
                  <a:gd name="T2" fmla="*/ 74 w 11"/>
                  <a:gd name="T3" fmla="*/ 2202 h 21"/>
                  <a:gd name="T4" fmla="*/ 912 w 11"/>
                  <a:gd name="T5" fmla="*/ 11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6" y="0"/>
                    </a:moveTo>
                    <a:cubicBezTo>
                      <a:pt x="4" y="7"/>
                      <a:pt x="0" y="14"/>
                      <a:pt x="1" y="21"/>
                    </a:cubicBezTo>
                    <a:cubicBezTo>
                      <a:pt x="6" y="16"/>
                      <a:pt x="4" y="4"/>
                      <a:pt x="11" y="1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85" name="Freeform 1171">
                <a:extLst>
                  <a:ext uri="{FF2B5EF4-FFF2-40B4-BE49-F238E27FC236}">
                    <a16:creationId xmlns:a16="http://schemas.microsoft.com/office/drawing/2014/main" id="{1470B84D-15F1-49E4-A88A-25F6E92F5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982"/>
                <a:ext cx="66" cy="66"/>
              </a:xfrm>
              <a:custGeom>
                <a:avLst/>
                <a:gdLst>
                  <a:gd name="T0" fmla="*/ 678 w 15"/>
                  <a:gd name="T1" fmla="*/ 113 h 14"/>
                  <a:gd name="T2" fmla="*/ 0 w 15"/>
                  <a:gd name="T3" fmla="*/ 1466 h 14"/>
                  <a:gd name="T4" fmla="*/ 1276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8" y="1"/>
                    </a:moveTo>
                    <a:cubicBezTo>
                      <a:pt x="4" y="4"/>
                      <a:pt x="2" y="10"/>
                      <a:pt x="0" y="14"/>
                    </a:cubicBezTo>
                    <a:cubicBezTo>
                      <a:pt x="5" y="10"/>
                      <a:pt x="10" y="5"/>
                      <a:pt x="15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86" name="Freeform 1172">
                <a:extLst>
                  <a:ext uri="{FF2B5EF4-FFF2-40B4-BE49-F238E27FC236}">
                    <a16:creationId xmlns:a16="http://schemas.microsoft.com/office/drawing/2014/main" id="{061BECAE-4D14-4C21-8674-971F29030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043"/>
                <a:ext cx="83" cy="61"/>
              </a:xfrm>
              <a:custGeom>
                <a:avLst/>
                <a:gdLst>
                  <a:gd name="T0" fmla="*/ 1088 w 19"/>
                  <a:gd name="T1" fmla="*/ 0 h 13"/>
                  <a:gd name="T2" fmla="*/ 0 w 19"/>
                  <a:gd name="T3" fmla="*/ 1342 h 13"/>
                  <a:gd name="T4" fmla="*/ 1586 w 19"/>
                  <a:gd name="T5" fmla="*/ 61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3" y="0"/>
                    </a:moveTo>
                    <a:cubicBezTo>
                      <a:pt x="8" y="1"/>
                      <a:pt x="1" y="8"/>
                      <a:pt x="0" y="13"/>
                    </a:cubicBezTo>
                    <a:cubicBezTo>
                      <a:pt x="5" y="10"/>
                      <a:pt x="13" y="3"/>
                      <a:pt x="19" y="6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87" name="Freeform 1173">
                <a:extLst>
                  <a:ext uri="{FF2B5EF4-FFF2-40B4-BE49-F238E27FC236}">
                    <a16:creationId xmlns:a16="http://schemas.microsoft.com/office/drawing/2014/main" id="{CA956899-A2A2-43C9-818D-3127565B4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249"/>
                <a:ext cx="96" cy="19"/>
              </a:xfrm>
              <a:custGeom>
                <a:avLst/>
                <a:gdLst>
                  <a:gd name="T0" fmla="*/ 1658 w 22"/>
                  <a:gd name="T1" fmla="*/ 228 h 4"/>
                  <a:gd name="T2" fmla="*/ 0 w 22"/>
                  <a:gd name="T3" fmla="*/ 114 h 4"/>
                  <a:gd name="T4" fmla="*/ 1828 w 22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20" y="2"/>
                    </a:moveTo>
                    <a:cubicBezTo>
                      <a:pt x="14" y="2"/>
                      <a:pt x="7" y="0"/>
                      <a:pt x="0" y="1"/>
                    </a:cubicBezTo>
                    <a:cubicBezTo>
                      <a:pt x="5" y="4"/>
                      <a:pt x="15" y="4"/>
                      <a:pt x="22" y="4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88" name="Freeform 1174">
                <a:extLst>
                  <a:ext uri="{FF2B5EF4-FFF2-40B4-BE49-F238E27FC236}">
                    <a16:creationId xmlns:a16="http://schemas.microsoft.com/office/drawing/2014/main" id="{51407C8F-BEBA-4462-BD9D-239143928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371"/>
                <a:ext cx="149" cy="47"/>
              </a:xfrm>
              <a:custGeom>
                <a:avLst/>
                <a:gdLst>
                  <a:gd name="T0" fmla="*/ 2515 w 34"/>
                  <a:gd name="T1" fmla="*/ 310 h 10"/>
                  <a:gd name="T2" fmla="*/ 1017 w 34"/>
                  <a:gd name="T3" fmla="*/ 197 h 10"/>
                  <a:gd name="T4" fmla="*/ 0 w 34"/>
                  <a:gd name="T5" fmla="*/ 0 h 10"/>
                  <a:gd name="T6" fmla="*/ 1442 w 34"/>
                  <a:gd name="T7" fmla="*/ 531 h 10"/>
                  <a:gd name="T8" fmla="*/ 2862 w 34"/>
                  <a:gd name="T9" fmla="*/ 103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0">
                    <a:moveTo>
                      <a:pt x="30" y="3"/>
                    </a:moveTo>
                    <a:cubicBezTo>
                      <a:pt x="24" y="3"/>
                      <a:pt x="18" y="3"/>
                      <a:pt x="12" y="2"/>
                    </a:cubicBezTo>
                    <a:cubicBezTo>
                      <a:pt x="8" y="2"/>
                      <a:pt x="5" y="0"/>
                      <a:pt x="0" y="0"/>
                    </a:cubicBezTo>
                    <a:cubicBezTo>
                      <a:pt x="3" y="5"/>
                      <a:pt x="12" y="4"/>
                      <a:pt x="17" y="5"/>
                    </a:cubicBezTo>
                    <a:cubicBezTo>
                      <a:pt x="23" y="6"/>
                      <a:pt x="29" y="6"/>
                      <a:pt x="34" y="1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89" name="Freeform 1175">
                <a:extLst>
                  <a:ext uri="{FF2B5EF4-FFF2-40B4-BE49-F238E27FC236}">
                    <a16:creationId xmlns:a16="http://schemas.microsoft.com/office/drawing/2014/main" id="{DD22CC7A-86D0-4358-8F6C-A2E8CA3B2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422"/>
                <a:ext cx="88" cy="113"/>
              </a:xfrm>
              <a:custGeom>
                <a:avLst/>
                <a:gdLst>
                  <a:gd name="T0" fmla="*/ 1703 w 20"/>
                  <a:gd name="T1" fmla="*/ 1883 h 24"/>
                  <a:gd name="T2" fmla="*/ 0 w 20"/>
                  <a:gd name="T3" fmla="*/ 419 h 24"/>
                  <a:gd name="T4" fmla="*/ 1452 w 20"/>
                  <a:gd name="T5" fmla="*/ 250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20" y="18"/>
                    </a:moveTo>
                    <a:cubicBezTo>
                      <a:pt x="19" y="13"/>
                      <a:pt x="4" y="0"/>
                      <a:pt x="0" y="4"/>
                    </a:cubicBezTo>
                    <a:cubicBezTo>
                      <a:pt x="12" y="7"/>
                      <a:pt x="11" y="15"/>
                      <a:pt x="17" y="24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90" name="Freeform 1176">
                <a:extLst>
                  <a:ext uri="{FF2B5EF4-FFF2-40B4-BE49-F238E27FC236}">
                    <a16:creationId xmlns:a16="http://schemas.microsoft.com/office/drawing/2014/main" id="{289A30E6-CFC1-478A-BAC7-5D543227B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469"/>
                <a:ext cx="52" cy="117"/>
              </a:xfrm>
              <a:custGeom>
                <a:avLst/>
                <a:gdLst>
                  <a:gd name="T0" fmla="*/ 806 w 12"/>
                  <a:gd name="T1" fmla="*/ 2565 h 25"/>
                  <a:gd name="T2" fmla="*/ 0 w 12"/>
                  <a:gd name="T3" fmla="*/ 0 h 25"/>
                  <a:gd name="T4" fmla="*/ 975 w 12"/>
                  <a:gd name="T5" fmla="*/ 195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5">
                    <a:moveTo>
                      <a:pt x="10" y="25"/>
                    </a:moveTo>
                    <a:cubicBezTo>
                      <a:pt x="6" y="16"/>
                      <a:pt x="4" y="8"/>
                      <a:pt x="0" y="0"/>
                    </a:cubicBezTo>
                    <a:cubicBezTo>
                      <a:pt x="3" y="6"/>
                      <a:pt x="10" y="12"/>
                      <a:pt x="12" y="19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91" name="Freeform 1177">
                <a:extLst>
                  <a:ext uri="{FF2B5EF4-FFF2-40B4-BE49-F238E27FC236}">
                    <a16:creationId xmlns:a16="http://schemas.microsoft.com/office/drawing/2014/main" id="{5BA80A9D-A36E-4C7B-B927-E396E028F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539"/>
                <a:ext cx="39" cy="94"/>
              </a:xfrm>
              <a:custGeom>
                <a:avLst/>
                <a:gdLst>
                  <a:gd name="T0" fmla="*/ 563 w 9"/>
                  <a:gd name="T1" fmla="*/ 1965 h 20"/>
                  <a:gd name="T2" fmla="*/ 243 w 9"/>
                  <a:gd name="T3" fmla="*/ 0 h 20"/>
                  <a:gd name="T4" fmla="*/ 169 w 9"/>
                  <a:gd name="T5" fmla="*/ 207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7" y="19"/>
                    </a:moveTo>
                    <a:cubicBezTo>
                      <a:pt x="9" y="17"/>
                      <a:pt x="4" y="5"/>
                      <a:pt x="3" y="0"/>
                    </a:cubicBezTo>
                    <a:cubicBezTo>
                      <a:pt x="0" y="5"/>
                      <a:pt x="2" y="14"/>
                      <a:pt x="2" y="2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92" name="Freeform 1178">
                <a:extLst>
                  <a:ext uri="{FF2B5EF4-FFF2-40B4-BE49-F238E27FC236}">
                    <a16:creationId xmlns:a16="http://schemas.microsoft.com/office/drawing/2014/main" id="{C38FFD2D-47CC-41F0-87FA-50B60A9A6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530"/>
                <a:ext cx="48" cy="80"/>
              </a:xfrm>
              <a:custGeom>
                <a:avLst/>
                <a:gdLst>
                  <a:gd name="T0" fmla="*/ 0 w 11"/>
                  <a:gd name="T1" fmla="*/ 1769 h 17"/>
                  <a:gd name="T2" fmla="*/ 912 w 11"/>
                  <a:gd name="T3" fmla="*/ 0 h 17"/>
                  <a:gd name="T4" fmla="*/ 0 w 11"/>
                  <a:gd name="T5" fmla="*/ 135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0" y="17"/>
                    </a:moveTo>
                    <a:cubicBezTo>
                      <a:pt x="4" y="12"/>
                      <a:pt x="8" y="6"/>
                      <a:pt x="11" y="0"/>
                    </a:cubicBezTo>
                    <a:cubicBezTo>
                      <a:pt x="6" y="3"/>
                      <a:pt x="6" y="11"/>
                      <a:pt x="0" y="1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93" name="Freeform 1179">
                <a:extLst>
                  <a:ext uri="{FF2B5EF4-FFF2-40B4-BE49-F238E27FC236}">
                    <a16:creationId xmlns:a16="http://schemas.microsoft.com/office/drawing/2014/main" id="{29D24EB0-8E7E-4678-BB5A-0588D88FE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404"/>
                <a:ext cx="70" cy="46"/>
              </a:xfrm>
              <a:custGeom>
                <a:avLst/>
                <a:gdLst>
                  <a:gd name="T0" fmla="*/ 0 w 16"/>
                  <a:gd name="T1" fmla="*/ 294 h 10"/>
                  <a:gd name="T2" fmla="*/ 1339 w 16"/>
                  <a:gd name="T3" fmla="*/ 0 h 10"/>
                  <a:gd name="T4" fmla="*/ 249 w 16"/>
                  <a:gd name="T5" fmla="*/ 97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3"/>
                    </a:moveTo>
                    <a:cubicBezTo>
                      <a:pt x="6" y="6"/>
                      <a:pt x="12" y="1"/>
                      <a:pt x="16" y="0"/>
                    </a:cubicBezTo>
                    <a:cubicBezTo>
                      <a:pt x="12" y="3"/>
                      <a:pt x="7" y="5"/>
                      <a:pt x="3" y="1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94" name="Freeform 1180">
                <a:extLst>
                  <a:ext uri="{FF2B5EF4-FFF2-40B4-BE49-F238E27FC236}">
                    <a16:creationId xmlns:a16="http://schemas.microsoft.com/office/drawing/2014/main" id="{7ED81D87-2457-4170-8452-1280650DD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268"/>
                <a:ext cx="70" cy="28"/>
              </a:xfrm>
              <a:custGeom>
                <a:avLst/>
                <a:gdLst>
                  <a:gd name="T0" fmla="*/ 0 w 16"/>
                  <a:gd name="T1" fmla="*/ 0 h 6"/>
                  <a:gd name="T2" fmla="*/ 1339 w 16"/>
                  <a:gd name="T3" fmla="*/ 303 h 6"/>
                  <a:gd name="T4" fmla="*/ 79 w 16"/>
                  <a:gd name="T5" fmla="*/ 61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cubicBezTo>
                      <a:pt x="6" y="0"/>
                      <a:pt x="10" y="2"/>
                      <a:pt x="16" y="3"/>
                    </a:cubicBezTo>
                    <a:cubicBezTo>
                      <a:pt x="11" y="3"/>
                      <a:pt x="5" y="3"/>
                      <a:pt x="1" y="6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95" name="Freeform 1181">
                <a:extLst>
                  <a:ext uri="{FF2B5EF4-FFF2-40B4-BE49-F238E27FC236}">
                    <a16:creationId xmlns:a16="http://schemas.microsoft.com/office/drawing/2014/main" id="{384D315B-BB00-4CE5-B758-500917F29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977"/>
                <a:ext cx="66" cy="61"/>
              </a:xfrm>
              <a:custGeom>
                <a:avLst/>
                <a:gdLst>
                  <a:gd name="T0" fmla="*/ 427 w 15"/>
                  <a:gd name="T1" fmla="*/ 0 h 13"/>
                  <a:gd name="T2" fmla="*/ 1276 w 15"/>
                  <a:gd name="T3" fmla="*/ 1342 h 13"/>
                  <a:gd name="T4" fmla="*/ 0 w 15"/>
                  <a:gd name="T5" fmla="*/ 10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5" y="0"/>
                    </a:moveTo>
                    <a:cubicBezTo>
                      <a:pt x="8" y="5"/>
                      <a:pt x="12" y="9"/>
                      <a:pt x="15" y="13"/>
                    </a:cubicBezTo>
                    <a:cubicBezTo>
                      <a:pt x="9" y="11"/>
                      <a:pt x="5" y="6"/>
                      <a:pt x="0" y="1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96" name="Freeform 1182">
                <a:extLst>
                  <a:ext uri="{FF2B5EF4-FFF2-40B4-BE49-F238E27FC236}">
                    <a16:creationId xmlns:a16="http://schemas.microsoft.com/office/drawing/2014/main" id="{6EFF9487-197F-4F8B-9E85-0FA5BDAD4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184"/>
                <a:ext cx="44" cy="23"/>
              </a:xfrm>
              <a:custGeom>
                <a:avLst/>
                <a:gdLst>
                  <a:gd name="T0" fmla="*/ 0 w 10"/>
                  <a:gd name="T1" fmla="*/ 294 h 5"/>
                  <a:gd name="T2" fmla="*/ 854 w 10"/>
                  <a:gd name="T3" fmla="*/ 189 h 5"/>
                  <a:gd name="T4" fmla="*/ 0 w 10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0" y="5"/>
                      <a:pt x="8" y="4"/>
                      <a:pt x="10" y="2"/>
                    </a:cubicBezTo>
                    <a:cubicBezTo>
                      <a:pt x="8" y="0"/>
                      <a:pt x="3" y="0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97" name="Freeform 1183">
                <a:extLst>
                  <a:ext uri="{FF2B5EF4-FFF2-40B4-BE49-F238E27FC236}">
                    <a16:creationId xmlns:a16="http://schemas.microsoft.com/office/drawing/2014/main" id="{7D99B393-AA58-432C-A827-B762C5398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099"/>
                <a:ext cx="31" cy="38"/>
              </a:xfrm>
              <a:custGeom>
                <a:avLst/>
                <a:gdLst>
                  <a:gd name="T0" fmla="*/ 0 w 7"/>
                  <a:gd name="T1" fmla="*/ 114 h 8"/>
                  <a:gd name="T2" fmla="*/ 531 w 7"/>
                  <a:gd name="T3" fmla="*/ 746 h 8"/>
                  <a:gd name="T4" fmla="*/ 354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1"/>
                    </a:moveTo>
                    <a:cubicBezTo>
                      <a:pt x="1" y="3"/>
                      <a:pt x="3" y="8"/>
                      <a:pt x="6" y="7"/>
                    </a:cubicBezTo>
                    <a:cubicBezTo>
                      <a:pt x="7" y="5"/>
                      <a:pt x="4" y="3"/>
                      <a:pt x="4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98" name="Freeform 1184">
                <a:extLst>
                  <a:ext uri="{FF2B5EF4-FFF2-40B4-BE49-F238E27FC236}">
                    <a16:creationId xmlns:a16="http://schemas.microsoft.com/office/drawing/2014/main" id="{9F4EF8B9-C334-43FC-953C-FA5957DAC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095"/>
                <a:ext cx="22" cy="23"/>
              </a:xfrm>
              <a:custGeom>
                <a:avLst/>
                <a:gdLst>
                  <a:gd name="T0" fmla="*/ 0 w 5"/>
                  <a:gd name="T1" fmla="*/ 0 h 5"/>
                  <a:gd name="T2" fmla="*/ 348 w 5"/>
                  <a:gd name="T3" fmla="*/ 488 h 5"/>
                  <a:gd name="T4" fmla="*/ 348 w 5"/>
                  <a:gd name="T5" fmla="*/ 10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2" y="5"/>
                      <a:pt x="4" y="5"/>
                    </a:cubicBezTo>
                    <a:cubicBezTo>
                      <a:pt x="5" y="4"/>
                      <a:pt x="5" y="2"/>
                      <a:pt x="4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99" name="Freeform 1185">
                <a:extLst>
                  <a:ext uri="{FF2B5EF4-FFF2-40B4-BE49-F238E27FC236}">
                    <a16:creationId xmlns:a16="http://schemas.microsoft.com/office/drawing/2014/main" id="{ED19B21E-B977-4441-BB43-F3519488A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038"/>
                <a:ext cx="22" cy="57"/>
              </a:xfrm>
              <a:custGeom>
                <a:avLst/>
                <a:gdLst>
                  <a:gd name="T0" fmla="*/ 79 w 5"/>
                  <a:gd name="T1" fmla="*/ 0 h 12"/>
                  <a:gd name="T2" fmla="*/ 251 w 5"/>
                  <a:gd name="T3" fmla="*/ 1287 h 12"/>
                  <a:gd name="T4" fmla="*/ 251 w 5"/>
                  <a:gd name="T5" fmla="*/ 1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1" y="0"/>
                    </a:moveTo>
                    <a:cubicBezTo>
                      <a:pt x="0" y="4"/>
                      <a:pt x="0" y="9"/>
                      <a:pt x="3" y="12"/>
                    </a:cubicBezTo>
                    <a:cubicBezTo>
                      <a:pt x="5" y="11"/>
                      <a:pt x="3" y="4"/>
                      <a:pt x="3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00" name="Freeform 1186">
                <a:extLst>
                  <a:ext uri="{FF2B5EF4-FFF2-40B4-BE49-F238E27FC236}">
                    <a16:creationId xmlns:a16="http://schemas.microsoft.com/office/drawing/2014/main" id="{9B633607-9437-41E5-8364-68B96A3B8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062"/>
                <a:ext cx="26" cy="37"/>
              </a:xfrm>
              <a:custGeom>
                <a:avLst/>
                <a:gdLst>
                  <a:gd name="T0" fmla="*/ 490 w 6"/>
                  <a:gd name="T1" fmla="*/ 0 h 8"/>
                  <a:gd name="T2" fmla="*/ 74 w 6"/>
                  <a:gd name="T3" fmla="*/ 685 h 8"/>
                  <a:gd name="T4" fmla="*/ 490 w 6"/>
                  <a:gd name="T5" fmla="*/ 49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1"/>
                      <a:pt x="0" y="4"/>
                      <a:pt x="1" y="7"/>
                    </a:cubicBezTo>
                    <a:cubicBezTo>
                      <a:pt x="2" y="8"/>
                      <a:pt x="5" y="6"/>
                      <a:pt x="6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01" name="Freeform 1187">
                <a:extLst>
                  <a:ext uri="{FF2B5EF4-FFF2-40B4-BE49-F238E27FC236}">
                    <a16:creationId xmlns:a16="http://schemas.microsoft.com/office/drawing/2014/main" id="{9B703D86-8142-4744-AEFA-3E44A103C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202"/>
                <a:ext cx="39" cy="38"/>
              </a:xfrm>
              <a:custGeom>
                <a:avLst/>
                <a:gdLst>
                  <a:gd name="T0" fmla="*/ 563 w 9"/>
                  <a:gd name="T1" fmla="*/ 0 h 8"/>
                  <a:gd name="T2" fmla="*/ 74 w 9"/>
                  <a:gd name="T3" fmla="*/ 746 h 8"/>
                  <a:gd name="T4" fmla="*/ 732 w 9"/>
                  <a:gd name="T5" fmla="*/ 42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5" y="0"/>
                      <a:pt x="0" y="4"/>
                      <a:pt x="1" y="7"/>
                    </a:cubicBezTo>
                    <a:cubicBezTo>
                      <a:pt x="4" y="8"/>
                      <a:pt x="7" y="5"/>
                      <a:pt x="9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02" name="Freeform 1188">
                <a:extLst>
                  <a:ext uri="{FF2B5EF4-FFF2-40B4-BE49-F238E27FC236}">
                    <a16:creationId xmlns:a16="http://schemas.microsoft.com/office/drawing/2014/main" id="{CD26FD65-FFAA-4D25-AF2E-CC152DCA1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291"/>
                <a:ext cx="44" cy="19"/>
              </a:xfrm>
              <a:custGeom>
                <a:avLst/>
                <a:gdLst>
                  <a:gd name="T0" fmla="*/ 854 w 10"/>
                  <a:gd name="T1" fmla="*/ 318 h 4"/>
                  <a:gd name="T2" fmla="*/ 0 w 10"/>
                  <a:gd name="T3" fmla="*/ 228 h 4"/>
                  <a:gd name="T4" fmla="*/ 176 w 10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3"/>
                    </a:moveTo>
                    <a:cubicBezTo>
                      <a:pt x="7" y="1"/>
                      <a:pt x="2" y="0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03" name="Freeform 1189">
                <a:extLst>
                  <a:ext uri="{FF2B5EF4-FFF2-40B4-BE49-F238E27FC236}">
                    <a16:creationId xmlns:a16="http://schemas.microsoft.com/office/drawing/2014/main" id="{0316A92C-1130-43E0-A62D-B4CEE1B9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362"/>
                <a:ext cx="39" cy="23"/>
              </a:xfrm>
              <a:custGeom>
                <a:avLst/>
                <a:gdLst>
                  <a:gd name="T0" fmla="*/ 732 w 9"/>
                  <a:gd name="T1" fmla="*/ 488 h 5"/>
                  <a:gd name="T2" fmla="*/ 0 w 9"/>
                  <a:gd name="T3" fmla="*/ 189 h 5"/>
                  <a:gd name="T4" fmla="*/ 563 w 9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7" y="4"/>
                      <a:pt x="2" y="0"/>
                      <a:pt x="0" y="2"/>
                    </a:cubicBezTo>
                    <a:cubicBezTo>
                      <a:pt x="1" y="4"/>
                      <a:pt x="4" y="5"/>
                      <a:pt x="7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04" name="Freeform 1190">
                <a:extLst>
                  <a:ext uri="{FF2B5EF4-FFF2-40B4-BE49-F238E27FC236}">
                    <a16:creationId xmlns:a16="http://schemas.microsoft.com/office/drawing/2014/main" id="{2A4CEAF9-906D-423F-935C-3F569C462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376"/>
                <a:ext cx="61" cy="60"/>
              </a:xfrm>
              <a:custGeom>
                <a:avLst/>
                <a:gdLst>
                  <a:gd name="T0" fmla="*/ 1159 w 14"/>
                  <a:gd name="T1" fmla="*/ 1278 h 13"/>
                  <a:gd name="T2" fmla="*/ 571 w 14"/>
                  <a:gd name="T3" fmla="*/ 194 h 13"/>
                  <a:gd name="T4" fmla="*/ 837 w 14"/>
                  <a:gd name="T5" fmla="*/ 117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cubicBezTo>
                      <a:pt x="11" y="10"/>
                      <a:pt x="10" y="4"/>
                      <a:pt x="7" y="2"/>
                    </a:cubicBezTo>
                    <a:cubicBezTo>
                      <a:pt x="0" y="0"/>
                      <a:pt x="9" y="11"/>
                      <a:pt x="10" y="1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05" name="Freeform 1191">
                <a:extLst>
                  <a:ext uri="{FF2B5EF4-FFF2-40B4-BE49-F238E27FC236}">
                    <a16:creationId xmlns:a16="http://schemas.microsoft.com/office/drawing/2014/main" id="{A8953223-8773-4896-98BE-2C2423725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427"/>
                <a:ext cx="31" cy="61"/>
              </a:xfrm>
              <a:custGeom>
                <a:avLst/>
                <a:gdLst>
                  <a:gd name="T0" fmla="*/ 430 w 7"/>
                  <a:gd name="T1" fmla="*/ 1342 h 13"/>
                  <a:gd name="T2" fmla="*/ 354 w 7"/>
                  <a:gd name="T3" fmla="*/ 0 h 13"/>
                  <a:gd name="T4" fmla="*/ 607 w 7"/>
                  <a:gd name="T5" fmla="*/ 103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5" y="13"/>
                    </a:moveTo>
                    <a:cubicBezTo>
                      <a:pt x="4" y="10"/>
                      <a:pt x="0" y="1"/>
                      <a:pt x="4" y="0"/>
                    </a:cubicBezTo>
                    <a:cubicBezTo>
                      <a:pt x="5" y="3"/>
                      <a:pt x="5" y="7"/>
                      <a:pt x="7" y="1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06" name="Freeform 1192">
                <a:extLst>
                  <a:ext uri="{FF2B5EF4-FFF2-40B4-BE49-F238E27FC236}">
                    <a16:creationId xmlns:a16="http://schemas.microsoft.com/office/drawing/2014/main" id="{FE8B839B-E92F-4228-B6D1-59EFC15B2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446"/>
                <a:ext cx="26" cy="61"/>
              </a:xfrm>
              <a:custGeom>
                <a:avLst/>
                <a:gdLst>
                  <a:gd name="T0" fmla="*/ 169 w 6"/>
                  <a:gd name="T1" fmla="*/ 1234 h 13"/>
                  <a:gd name="T2" fmla="*/ 243 w 6"/>
                  <a:gd name="T3" fmla="*/ 0 h 13"/>
                  <a:gd name="T4" fmla="*/ 321 w 6"/>
                  <a:gd name="T5" fmla="*/ 134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2" y="12"/>
                    </a:moveTo>
                    <a:cubicBezTo>
                      <a:pt x="2" y="9"/>
                      <a:pt x="0" y="2"/>
                      <a:pt x="3" y="0"/>
                    </a:cubicBezTo>
                    <a:cubicBezTo>
                      <a:pt x="6" y="2"/>
                      <a:pt x="3" y="10"/>
                      <a:pt x="4" y="1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07" name="Freeform 1193">
                <a:extLst>
                  <a:ext uri="{FF2B5EF4-FFF2-40B4-BE49-F238E27FC236}">
                    <a16:creationId xmlns:a16="http://schemas.microsoft.com/office/drawing/2014/main" id="{223E467C-C9A6-471B-B1C5-7FCB95786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36"/>
                <a:ext cx="31" cy="80"/>
              </a:xfrm>
              <a:custGeom>
                <a:avLst/>
                <a:gdLst>
                  <a:gd name="T0" fmla="*/ 0 w 7"/>
                  <a:gd name="T1" fmla="*/ 1242 h 17"/>
                  <a:gd name="T2" fmla="*/ 531 w 7"/>
                  <a:gd name="T3" fmla="*/ 0 h 17"/>
                  <a:gd name="T4" fmla="*/ 177 w 7"/>
                  <a:gd name="T5" fmla="*/ 176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0" y="12"/>
                    </a:moveTo>
                    <a:cubicBezTo>
                      <a:pt x="0" y="8"/>
                      <a:pt x="2" y="2"/>
                      <a:pt x="6" y="0"/>
                    </a:cubicBezTo>
                    <a:cubicBezTo>
                      <a:pt x="7" y="6"/>
                      <a:pt x="4" y="12"/>
                      <a:pt x="2" y="17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08" name="Freeform 1194">
                <a:extLst>
                  <a:ext uri="{FF2B5EF4-FFF2-40B4-BE49-F238E27FC236}">
                    <a16:creationId xmlns:a16="http://schemas.microsoft.com/office/drawing/2014/main" id="{1902E540-F1C7-4D7A-8883-E906C0640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432"/>
                <a:ext cx="30" cy="51"/>
              </a:xfrm>
              <a:custGeom>
                <a:avLst/>
                <a:gdLst>
                  <a:gd name="T0" fmla="*/ 0 w 7"/>
                  <a:gd name="T1" fmla="*/ 686 h 11"/>
                  <a:gd name="T2" fmla="*/ 476 w 7"/>
                  <a:gd name="T3" fmla="*/ 0 h 11"/>
                  <a:gd name="T4" fmla="*/ 0 w 7"/>
                  <a:gd name="T5" fmla="*/ 109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0" y="7"/>
                    </a:moveTo>
                    <a:cubicBezTo>
                      <a:pt x="2" y="5"/>
                      <a:pt x="3" y="1"/>
                      <a:pt x="6" y="0"/>
                    </a:cubicBezTo>
                    <a:cubicBezTo>
                      <a:pt x="7" y="4"/>
                      <a:pt x="2" y="8"/>
                      <a:pt x="0" y="1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09" name="Freeform 1195">
                <a:extLst>
                  <a:ext uri="{FF2B5EF4-FFF2-40B4-BE49-F238E27FC236}">
                    <a16:creationId xmlns:a16="http://schemas.microsoft.com/office/drawing/2014/main" id="{DF1B91B6-FDFA-4EA4-9855-D9EC26295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394"/>
                <a:ext cx="48" cy="42"/>
              </a:xfrm>
              <a:custGeom>
                <a:avLst/>
                <a:gdLst>
                  <a:gd name="T0" fmla="*/ 0 w 11"/>
                  <a:gd name="T1" fmla="*/ 807 h 9"/>
                  <a:gd name="T2" fmla="*/ 912 w 11"/>
                  <a:gd name="T3" fmla="*/ 196 h 9"/>
                  <a:gd name="T4" fmla="*/ 170 w 11"/>
                  <a:gd name="T5" fmla="*/ 9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8"/>
                    </a:moveTo>
                    <a:cubicBezTo>
                      <a:pt x="2" y="6"/>
                      <a:pt x="8" y="0"/>
                      <a:pt x="11" y="2"/>
                    </a:cubicBezTo>
                    <a:cubicBezTo>
                      <a:pt x="10" y="5"/>
                      <a:pt x="5" y="7"/>
                      <a:pt x="2" y="9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10" name="Freeform 1196">
                <a:extLst>
                  <a:ext uri="{FF2B5EF4-FFF2-40B4-BE49-F238E27FC236}">
                    <a16:creationId xmlns:a16="http://schemas.microsoft.com/office/drawing/2014/main" id="{D3D8F624-5678-40E5-BC42-2CCC8C678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343"/>
                <a:ext cx="40" cy="28"/>
              </a:xfrm>
              <a:custGeom>
                <a:avLst/>
                <a:gdLst>
                  <a:gd name="T0" fmla="*/ 80 w 9"/>
                  <a:gd name="T1" fmla="*/ 415 h 6"/>
                  <a:gd name="T2" fmla="*/ 791 w 9"/>
                  <a:gd name="T3" fmla="*/ 196 h 6"/>
                  <a:gd name="T4" fmla="*/ 0 w 9"/>
                  <a:gd name="T5" fmla="*/ 61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1" y="4"/>
                    </a:moveTo>
                    <a:cubicBezTo>
                      <a:pt x="3" y="3"/>
                      <a:pt x="7" y="0"/>
                      <a:pt x="9" y="2"/>
                    </a:cubicBezTo>
                    <a:cubicBezTo>
                      <a:pt x="8" y="4"/>
                      <a:pt x="3" y="5"/>
                      <a:pt x="0" y="6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11" name="Freeform 1197">
                <a:extLst>
                  <a:ext uri="{FF2B5EF4-FFF2-40B4-BE49-F238E27FC236}">
                    <a16:creationId xmlns:a16="http://schemas.microsoft.com/office/drawing/2014/main" id="{B30B5A4C-E3A2-4175-A89F-1558B86F7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2244"/>
                <a:ext cx="43" cy="33"/>
              </a:xfrm>
              <a:custGeom>
                <a:avLst/>
                <a:gdLst>
                  <a:gd name="T0" fmla="*/ 0 w 10"/>
                  <a:gd name="T1" fmla="*/ 735 h 7"/>
                  <a:gd name="T2" fmla="*/ 722 w 10"/>
                  <a:gd name="T3" fmla="*/ 424 h 7"/>
                  <a:gd name="T4" fmla="*/ 73 w 10"/>
                  <a:gd name="T5" fmla="*/ 31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1" y="7"/>
                      <a:pt x="8" y="6"/>
                      <a:pt x="9" y="4"/>
                    </a:cubicBezTo>
                    <a:cubicBezTo>
                      <a:pt x="10" y="0"/>
                      <a:pt x="3" y="3"/>
                      <a:pt x="1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12" name="Freeform 1198">
                <a:extLst>
                  <a:ext uri="{FF2B5EF4-FFF2-40B4-BE49-F238E27FC236}">
                    <a16:creationId xmlns:a16="http://schemas.microsoft.com/office/drawing/2014/main" id="{F266F030-DE30-4B8A-BAEF-278552483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109"/>
                <a:ext cx="49" cy="51"/>
              </a:xfrm>
              <a:custGeom>
                <a:avLst/>
                <a:gdLst>
                  <a:gd name="T0" fmla="*/ 0 w 11"/>
                  <a:gd name="T1" fmla="*/ 0 h 11"/>
                  <a:gd name="T2" fmla="*/ 713 w 11"/>
                  <a:gd name="T3" fmla="*/ 988 h 11"/>
                  <a:gd name="T4" fmla="*/ 258 w 11"/>
                  <a:gd name="T5" fmla="*/ 19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0"/>
                    </a:moveTo>
                    <a:cubicBezTo>
                      <a:pt x="2" y="2"/>
                      <a:pt x="4" y="11"/>
                      <a:pt x="8" y="10"/>
                    </a:cubicBezTo>
                    <a:cubicBezTo>
                      <a:pt x="11" y="10"/>
                      <a:pt x="4" y="3"/>
                      <a:pt x="3" y="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13" name="Freeform 1199">
                <a:extLst>
                  <a:ext uri="{FF2B5EF4-FFF2-40B4-BE49-F238E27FC236}">
                    <a16:creationId xmlns:a16="http://schemas.microsoft.com/office/drawing/2014/main" id="{73830D88-2982-456B-A0DA-281637DDF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099"/>
                <a:ext cx="27" cy="33"/>
              </a:xfrm>
              <a:custGeom>
                <a:avLst/>
                <a:gdLst>
                  <a:gd name="T0" fmla="*/ 0 w 6"/>
                  <a:gd name="T1" fmla="*/ 0 h 7"/>
                  <a:gd name="T2" fmla="*/ 365 w 6"/>
                  <a:gd name="T3" fmla="*/ 735 h 7"/>
                  <a:gd name="T4" fmla="*/ 284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2"/>
                      <a:pt x="2" y="5"/>
                      <a:pt x="4" y="7"/>
                    </a:cubicBezTo>
                    <a:cubicBezTo>
                      <a:pt x="6" y="6"/>
                      <a:pt x="4" y="2"/>
                      <a:pt x="3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14" name="Freeform 1200">
                <a:extLst>
                  <a:ext uri="{FF2B5EF4-FFF2-40B4-BE49-F238E27FC236}">
                    <a16:creationId xmlns:a16="http://schemas.microsoft.com/office/drawing/2014/main" id="{DCEDA9A6-BBAD-4634-B762-8D652BB0E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066"/>
                <a:ext cx="26" cy="43"/>
              </a:xfrm>
              <a:custGeom>
                <a:avLst/>
                <a:gdLst>
                  <a:gd name="T0" fmla="*/ 0 w 6"/>
                  <a:gd name="T1" fmla="*/ 0 h 9"/>
                  <a:gd name="T2" fmla="*/ 321 w 6"/>
                  <a:gd name="T3" fmla="*/ 979 h 9"/>
                  <a:gd name="T4" fmla="*/ 169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1" y="2"/>
                      <a:pt x="0" y="8"/>
                      <a:pt x="4" y="9"/>
                    </a:cubicBezTo>
                    <a:cubicBezTo>
                      <a:pt x="6" y="6"/>
                      <a:pt x="2" y="3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15" name="Freeform 1201">
                <a:extLst>
                  <a:ext uri="{FF2B5EF4-FFF2-40B4-BE49-F238E27FC236}">
                    <a16:creationId xmlns:a16="http://schemas.microsoft.com/office/drawing/2014/main" id="{0CF6BE07-BF97-4B53-880F-612030AB1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071"/>
                <a:ext cx="18" cy="38"/>
              </a:xfrm>
              <a:custGeom>
                <a:avLst/>
                <a:gdLst>
                  <a:gd name="T0" fmla="*/ 0 w 4"/>
                  <a:gd name="T1" fmla="*/ 0 h 8"/>
                  <a:gd name="T2" fmla="*/ 104 w 4"/>
                  <a:gd name="T3" fmla="*/ 860 h 8"/>
                  <a:gd name="T4" fmla="*/ 284 w 4"/>
                  <a:gd name="T5" fmla="*/ 1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3"/>
                      <a:pt x="1" y="5"/>
                      <a:pt x="1" y="8"/>
                    </a:cubicBezTo>
                    <a:cubicBezTo>
                      <a:pt x="4" y="7"/>
                      <a:pt x="3" y="3"/>
                      <a:pt x="3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16" name="Freeform 1202">
                <a:extLst>
                  <a:ext uri="{FF2B5EF4-FFF2-40B4-BE49-F238E27FC236}">
                    <a16:creationId xmlns:a16="http://schemas.microsoft.com/office/drawing/2014/main" id="{6D8D3838-B1BA-4C2D-968F-A20B3E8B4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095"/>
                <a:ext cx="44" cy="42"/>
              </a:xfrm>
              <a:custGeom>
                <a:avLst/>
                <a:gdLst>
                  <a:gd name="T0" fmla="*/ 427 w 10"/>
                  <a:gd name="T1" fmla="*/ 196 h 9"/>
                  <a:gd name="T2" fmla="*/ 79 w 10"/>
                  <a:gd name="T3" fmla="*/ 915 h 9"/>
                  <a:gd name="T4" fmla="*/ 854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2"/>
                    </a:moveTo>
                    <a:cubicBezTo>
                      <a:pt x="3" y="3"/>
                      <a:pt x="0" y="7"/>
                      <a:pt x="1" y="9"/>
                    </a:cubicBezTo>
                    <a:cubicBezTo>
                      <a:pt x="5" y="8"/>
                      <a:pt x="6" y="2"/>
                      <a:pt x="1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17" name="Freeform 1203">
                <a:extLst>
                  <a:ext uri="{FF2B5EF4-FFF2-40B4-BE49-F238E27FC236}">
                    <a16:creationId xmlns:a16="http://schemas.microsoft.com/office/drawing/2014/main" id="{D5C012EB-556B-44B8-A71C-DA2F3FCB8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244"/>
                <a:ext cx="48" cy="19"/>
              </a:xfrm>
              <a:custGeom>
                <a:avLst/>
                <a:gdLst>
                  <a:gd name="T0" fmla="*/ 838 w 11"/>
                  <a:gd name="T1" fmla="*/ 0 h 4"/>
                  <a:gd name="T2" fmla="*/ 74 w 11"/>
                  <a:gd name="T3" fmla="*/ 228 h 4"/>
                  <a:gd name="T4" fmla="*/ 912 w 11"/>
                  <a:gd name="T5" fmla="*/ 2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0" y="0"/>
                    </a:moveTo>
                    <a:cubicBezTo>
                      <a:pt x="8" y="0"/>
                      <a:pt x="1" y="0"/>
                      <a:pt x="1" y="2"/>
                    </a:cubicBezTo>
                    <a:cubicBezTo>
                      <a:pt x="0" y="4"/>
                      <a:pt x="10" y="2"/>
                      <a:pt x="11" y="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18" name="Freeform 1204">
                <a:extLst>
                  <a:ext uri="{FF2B5EF4-FFF2-40B4-BE49-F238E27FC236}">
                    <a16:creationId xmlns:a16="http://schemas.microsoft.com/office/drawing/2014/main" id="{D960D8ED-C349-42A1-A27C-94A97C891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043"/>
                <a:ext cx="40" cy="47"/>
              </a:xfrm>
              <a:custGeom>
                <a:avLst/>
                <a:gdLst>
                  <a:gd name="T0" fmla="*/ 0 w 9"/>
                  <a:gd name="T1" fmla="*/ 0 h 10"/>
                  <a:gd name="T2" fmla="*/ 533 w 9"/>
                  <a:gd name="T3" fmla="*/ 926 h 10"/>
                  <a:gd name="T4" fmla="*/ 711 w 9"/>
                  <a:gd name="T5" fmla="*/ 0 h 10"/>
                  <a:gd name="T6" fmla="*/ 533 w 9"/>
                  <a:gd name="T7" fmla="*/ 729 h 10"/>
                  <a:gd name="T8" fmla="*/ 178 w 9"/>
                  <a:gd name="T9" fmla="*/ 41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1" y="3"/>
                      <a:pt x="3" y="10"/>
                      <a:pt x="6" y="9"/>
                    </a:cubicBezTo>
                    <a:cubicBezTo>
                      <a:pt x="9" y="9"/>
                      <a:pt x="9" y="1"/>
                      <a:pt x="8" y="0"/>
                    </a:cubicBezTo>
                    <a:cubicBezTo>
                      <a:pt x="8" y="1"/>
                      <a:pt x="8" y="6"/>
                      <a:pt x="6" y="7"/>
                    </a:cubicBezTo>
                    <a:cubicBezTo>
                      <a:pt x="4" y="8"/>
                      <a:pt x="2" y="5"/>
                      <a:pt x="2" y="4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19" name="Freeform 1205">
                <a:extLst>
                  <a:ext uri="{FF2B5EF4-FFF2-40B4-BE49-F238E27FC236}">
                    <a16:creationId xmlns:a16="http://schemas.microsoft.com/office/drawing/2014/main" id="{04B4CE60-57F1-4721-BE1C-73D569991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216"/>
                <a:ext cx="66" cy="42"/>
              </a:xfrm>
              <a:custGeom>
                <a:avLst/>
                <a:gdLst>
                  <a:gd name="T0" fmla="*/ 176 w 15"/>
                  <a:gd name="T1" fmla="*/ 915 h 9"/>
                  <a:gd name="T2" fmla="*/ 1201 w 15"/>
                  <a:gd name="T3" fmla="*/ 499 h 9"/>
                  <a:gd name="T4" fmla="*/ 0 w 15"/>
                  <a:gd name="T5" fmla="*/ 415 h 9"/>
                  <a:gd name="T6" fmla="*/ 678 w 15"/>
                  <a:gd name="T7" fmla="*/ 415 h 9"/>
                  <a:gd name="T8" fmla="*/ 502 w 15"/>
                  <a:gd name="T9" fmla="*/ 71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2" y="9"/>
                    </a:moveTo>
                    <a:cubicBezTo>
                      <a:pt x="4" y="9"/>
                      <a:pt x="13" y="7"/>
                      <a:pt x="14" y="5"/>
                    </a:cubicBezTo>
                    <a:cubicBezTo>
                      <a:pt x="15" y="0"/>
                      <a:pt x="2" y="3"/>
                      <a:pt x="0" y="4"/>
                    </a:cubicBezTo>
                    <a:cubicBezTo>
                      <a:pt x="2" y="3"/>
                      <a:pt x="6" y="3"/>
                      <a:pt x="8" y="4"/>
                    </a:cubicBezTo>
                    <a:cubicBezTo>
                      <a:pt x="9" y="5"/>
                      <a:pt x="8" y="7"/>
                      <a:pt x="6" y="7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20" name="Freeform 1206">
                <a:extLst>
                  <a:ext uri="{FF2B5EF4-FFF2-40B4-BE49-F238E27FC236}">
                    <a16:creationId xmlns:a16="http://schemas.microsoft.com/office/drawing/2014/main" id="{46B38566-2A56-442F-85B4-07F43AAE2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376"/>
                <a:ext cx="75" cy="56"/>
              </a:xfrm>
              <a:custGeom>
                <a:avLst/>
                <a:gdLst>
                  <a:gd name="T0" fmla="*/ 0 w 17"/>
                  <a:gd name="T1" fmla="*/ 719 h 12"/>
                  <a:gd name="T2" fmla="*/ 1032 w 17"/>
                  <a:gd name="T3" fmla="*/ 107 h 12"/>
                  <a:gd name="T4" fmla="*/ 428 w 17"/>
                  <a:gd name="T5" fmla="*/ 1218 h 12"/>
                  <a:gd name="T6" fmla="*/ 507 w 17"/>
                  <a:gd name="T7" fmla="*/ 61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3" y="6"/>
                      <a:pt x="9" y="0"/>
                      <a:pt x="12" y="1"/>
                    </a:cubicBezTo>
                    <a:cubicBezTo>
                      <a:pt x="17" y="3"/>
                      <a:pt x="6" y="11"/>
                      <a:pt x="5" y="12"/>
                    </a:cubicBezTo>
                    <a:cubicBezTo>
                      <a:pt x="5" y="11"/>
                      <a:pt x="11" y="4"/>
                      <a:pt x="6" y="6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21" name="Freeform 1207">
                <a:extLst>
                  <a:ext uri="{FF2B5EF4-FFF2-40B4-BE49-F238E27FC236}">
                    <a16:creationId xmlns:a16="http://schemas.microsoft.com/office/drawing/2014/main" id="{8E764EBF-80DD-44F9-8357-EF8367777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418"/>
                <a:ext cx="62" cy="51"/>
              </a:xfrm>
              <a:custGeom>
                <a:avLst/>
                <a:gdLst>
                  <a:gd name="T0" fmla="*/ 0 w 14"/>
                  <a:gd name="T1" fmla="*/ 797 h 11"/>
                  <a:gd name="T2" fmla="*/ 961 w 14"/>
                  <a:gd name="T3" fmla="*/ 107 h 11"/>
                  <a:gd name="T4" fmla="*/ 607 w 14"/>
                  <a:gd name="T5" fmla="*/ 1094 h 11"/>
                  <a:gd name="T6" fmla="*/ 686 w 14"/>
                  <a:gd name="T7" fmla="*/ 496 h 11"/>
                  <a:gd name="T8" fmla="*/ 531 w 14"/>
                  <a:gd name="T9" fmla="*/ 60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0" y="8"/>
                    </a:moveTo>
                    <a:cubicBezTo>
                      <a:pt x="2" y="7"/>
                      <a:pt x="8" y="0"/>
                      <a:pt x="11" y="1"/>
                    </a:cubicBezTo>
                    <a:cubicBezTo>
                      <a:pt x="14" y="2"/>
                      <a:pt x="8" y="10"/>
                      <a:pt x="7" y="11"/>
                    </a:cubicBezTo>
                    <a:cubicBezTo>
                      <a:pt x="8" y="9"/>
                      <a:pt x="9" y="7"/>
                      <a:pt x="8" y="5"/>
                    </a:cubicBezTo>
                    <a:cubicBezTo>
                      <a:pt x="7" y="5"/>
                      <a:pt x="6" y="6"/>
                      <a:pt x="6" y="6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22" name="Freeform 1208">
                <a:extLst>
                  <a:ext uri="{FF2B5EF4-FFF2-40B4-BE49-F238E27FC236}">
                    <a16:creationId xmlns:a16="http://schemas.microsoft.com/office/drawing/2014/main" id="{EC5442E6-8AFB-4BE6-876E-D9D595C00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446"/>
                <a:ext cx="30" cy="61"/>
              </a:xfrm>
              <a:custGeom>
                <a:avLst/>
                <a:gdLst>
                  <a:gd name="T0" fmla="*/ 0 w 7"/>
                  <a:gd name="T1" fmla="*/ 1145 h 13"/>
                  <a:gd name="T2" fmla="*/ 313 w 7"/>
                  <a:gd name="T3" fmla="*/ 108 h 13"/>
                  <a:gd name="T4" fmla="*/ 553 w 7"/>
                  <a:gd name="T5" fmla="*/ 1342 h 13"/>
                  <a:gd name="T6" fmla="*/ 240 w 7"/>
                  <a:gd name="T7" fmla="*/ 507 h 13"/>
                  <a:gd name="T8" fmla="*/ 167 w 7"/>
                  <a:gd name="T9" fmla="*/ 8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0" y="11"/>
                    </a:moveTo>
                    <a:cubicBezTo>
                      <a:pt x="1" y="9"/>
                      <a:pt x="1" y="0"/>
                      <a:pt x="4" y="1"/>
                    </a:cubicBezTo>
                    <a:cubicBezTo>
                      <a:pt x="7" y="1"/>
                      <a:pt x="7" y="10"/>
                      <a:pt x="7" y="13"/>
                    </a:cubicBezTo>
                    <a:cubicBezTo>
                      <a:pt x="6" y="10"/>
                      <a:pt x="6" y="7"/>
                      <a:pt x="3" y="5"/>
                    </a:cubicBezTo>
                    <a:cubicBezTo>
                      <a:pt x="2" y="5"/>
                      <a:pt x="2" y="6"/>
                      <a:pt x="2" y="8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23" name="Freeform 1209">
                <a:extLst>
                  <a:ext uri="{FF2B5EF4-FFF2-40B4-BE49-F238E27FC236}">
                    <a16:creationId xmlns:a16="http://schemas.microsoft.com/office/drawing/2014/main" id="{36951D1D-D4F9-4BEA-8B66-CD672BD71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413"/>
                <a:ext cx="57" cy="61"/>
              </a:xfrm>
              <a:custGeom>
                <a:avLst/>
                <a:gdLst>
                  <a:gd name="T0" fmla="*/ 1096 w 13"/>
                  <a:gd name="T1" fmla="*/ 727 h 13"/>
                  <a:gd name="T2" fmla="*/ 421 w 13"/>
                  <a:gd name="T3" fmla="*/ 0 h 13"/>
                  <a:gd name="T4" fmla="*/ 500 w 13"/>
                  <a:gd name="T5" fmla="*/ 1342 h 13"/>
                  <a:gd name="T6" fmla="*/ 500 w 13"/>
                  <a:gd name="T7" fmla="*/ 108 h 13"/>
                  <a:gd name="T8" fmla="*/ 750 w 13"/>
                  <a:gd name="T9" fmla="*/ 31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1" y="5"/>
                      <a:pt x="8" y="0"/>
                      <a:pt x="5" y="0"/>
                    </a:cubicBezTo>
                    <a:cubicBezTo>
                      <a:pt x="0" y="1"/>
                      <a:pt x="5" y="10"/>
                      <a:pt x="6" y="13"/>
                    </a:cubicBezTo>
                    <a:cubicBezTo>
                      <a:pt x="6" y="10"/>
                      <a:pt x="4" y="4"/>
                      <a:pt x="6" y="1"/>
                    </a:cubicBezTo>
                    <a:cubicBezTo>
                      <a:pt x="7" y="2"/>
                      <a:pt x="8" y="3"/>
                      <a:pt x="9" y="3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24" name="Freeform 1210">
                <a:extLst>
                  <a:ext uri="{FF2B5EF4-FFF2-40B4-BE49-F238E27FC236}">
                    <a16:creationId xmlns:a16="http://schemas.microsoft.com/office/drawing/2014/main" id="{D348488F-A060-4A36-8CFE-07DC80D15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315"/>
                <a:ext cx="66" cy="56"/>
              </a:xfrm>
              <a:custGeom>
                <a:avLst/>
                <a:gdLst>
                  <a:gd name="T0" fmla="*/ 1276 w 15"/>
                  <a:gd name="T1" fmla="*/ 303 h 12"/>
                  <a:gd name="T2" fmla="*/ 79 w 15"/>
                  <a:gd name="T3" fmla="*/ 415 h 12"/>
                  <a:gd name="T4" fmla="*/ 1276 w 15"/>
                  <a:gd name="T5" fmla="*/ 1218 h 12"/>
                  <a:gd name="T6" fmla="*/ 502 w 15"/>
                  <a:gd name="T7" fmla="*/ 719 h 12"/>
                  <a:gd name="T8" fmla="*/ 1104 w 15"/>
                  <a:gd name="T9" fmla="*/ 30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2" y="2"/>
                      <a:pt x="3" y="0"/>
                      <a:pt x="1" y="4"/>
                    </a:cubicBezTo>
                    <a:cubicBezTo>
                      <a:pt x="0" y="9"/>
                      <a:pt x="12" y="11"/>
                      <a:pt x="15" y="12"/>
                    </a:cubicBezTo>
                    <a:cubicBezTo>
                      <a:pt x="12" y="11"/>
                      <a:pt x="7" y="9"/>
                      <a:pt x="6" y="7"/>
                    </a:cubicBezTo>
                    <a:cubicBezTo>
                      <a:pt x="4" y="3"/>
                      <a:pt x="10" y="4"/>
                      <a:pt x="13" y="3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25" name="Freeform 1211">
                <a:extLst>
                  <a:ext uri="{FF2B5EF4-FFF2-40B4-BE49-F238E27FC236}">
                    <a16:creationId xmlns:a16="http://schemas.microsoft.com/office/drawing/2014/main" id="{9EA0DBB7-CF5A-4DE7-BDF0-B7CA56B68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146"/>
                <a:ext cx="97" cy="52"/>
              </a:xfrm>
              <a:custGeom>
                <a:avLst/>
                <a:gdLst>
                  <a:gd name="T0" fmla="*/ 1459 w 22"/>
                  <a:gd name="T1" fmla="*/ 0 h 11"/>
                  <a:gd name="T2" fmla="*/ 679 w 22"/>
                  <a:gd name="T3" fmla="*/ 1163 h 11"/>
                  <a:gd name="T4" fmla="*/ 1887 w 22"/>
                  <a:gd name="T5" fmla="*/ 534 h 11"/>
                  <a:gd name="T6" fmla="*/ 952 w 22"/>
                  <a:gd name="T7" fmla="*/ 851 h 11"/>
                  <a:gd name="T8" fmla="*/ 1283 w 22"/>
                  <a:gd name="T9" fmla="*/ 20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17" y="0"/>
                    </a:moveTo>
                    <a:cubicBezTo>
                      <a:pt x="14" y="1"/>
                      <a:pt x="0" y="11"/>
                      <a:pt x="8" y="11"/>
                    </a:cubicBezTo>
                    <a:cubicBezTo>
                      <a:pt x="13" y="11"/>
                      <a:pt x="19" y="9"/>
                      <a:pt x="22" y="5"/>
                    </a:cubicBezTo>
                    <a:cubicBezTo>
                      <a:pt x="20" y="7"/>
                      <a:pt x="14" y="11"/>
                      <a:pt x="11" y="8"/>
                    </a:cubicBezTo>
                    <a:cubicBezTo>
                      <a:pt x="11" y="6"/>
                      <a:pt x="13" y="3"/>
                      <a:pt x="15" y="2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26" name="Freeform 1212">
                <a:extLst>
                  <a:ext uri="{FF2B5EF4-FFF2-40B4-BE49-F238E27FC236}">
                    <a16:creationId xmlns:a16="http://schemas.microsoft.com/office/drawing/2014/main" id="{9E6D7B38-7F6F-4643-917D-47FE47938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109"/>
                <a:ext cx="66" cy="51"/>
              </a:xfrm>
              <a:custGeom>
                <a:avLst/>
                <a:gdLst>
                  <a:gd name="T0" fmla="*/ 598 w 15"/>
                  <a:gd name="T1" fmla="*/ 0 h 11"/>
                  <a:gd name="T2" fmla="*/ 251 w 15"/>
                  <a:gd name="T3" fmla="*/ 904 h 11"/>
                  <a:gd name="T4" fmla="*/ 1276 w 15"/>
                  <a:gd name="T5" fmla="*/ 0 h 11"/>
                  <a:gd name="T6" fmla="*/ 427 w 15"/>
                  <a:gd name="T7" fmla="*/ 603 h 11"/>
                  <a:gd name="T8" fmla="*/ 598 w 1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7" y="0"/>
                    </a:moveTo>
                    <a:cubicBezTo>
                      <a:pt x="4" y="0"/>
                      <a:pt x="0" y="8"/>
                      <a:pt x="3" y="9"/>
                    </a:cubicBezTo>
                    <a:cubicBezTo>
                      <a:pt x="8" y="11"/>
                      <a:pt x="14" y="2"/>
                      <a:pt x="15" y="0"/>
                    </a:cubicBezTo>
                    <a:cubicBezTo>
                      <a:pt x="12" y="2"/>
                      <a:pt x="9" y="5"/>
                      <a:pt x="5" y="6"/>
                    </a:cubicBezTo>
                    <a:cubicBezTo>
                      <a:pt x="4" y="4"/>
                      <a:pt x="5" y="1"/>
                      <a:pt x="7" y="0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27" name="Freeform 1213">
                <a:extLst>
                  <a:ext uri="{FF2B5EF4-FFF2-40B4-BE49-F238E27FC236}">
                    <a16:creationId xmlns:a16="http://schemas.microsoft.com/office/drawing/2014/main" id="{20129AA7-338E-4412-9B3E-0DD22098A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146"/>
                <a:ext cx="79" cy="33"/>
              </a:xfrm>
              <a:custGeom>
                <a:avLst/>
                <a:gdLst>
                  <a:gd name="T0" fmla="*/ 426 w 18"/>
                  <a:gd name="T1" fmla="*/ 622 h 7"/>
                  <a:gd name="T2" fmla="*/ 1176 w 18"/>
                  <a:gd name="T3" fmla="*/ 198 h 7"/>
                  <a:gd name="T4" fmla="*/ 176 w 18"/>
                  <a:gd name="T5" fmla="*/ 198 h 7"/>
                  <a:gd name="T6" fmla="*/ 676 w 18"/>
                  <a:gd name="T7" fmla="*/ 424 h 7"/>
                  <a:gd name="T8" fmla="*/ 0 w 18"/>
                  <a:gd name="T9" fmla="*/ 5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5" y="6"/>
                    </a:moveTo>
                    <a:cubicBezTo>
                      <a:pt x="7" y="6"/>
                      <a:pt x="18" y="7"/>
                      <a:pt x="14" y="2"/>
                    </a:cubicBezTo>
                    <a:cubicBezTo>
                      <a:pt x="12" y="0"/>
                      <a:pt x="5" y="1"/>
                      <a:pt x="2" y="2"/>
                    </a:cubicBezTo>
                    <a:cubicBezTo>
                      <a:pt x="3" y="2"/>
                      <a:pt x="9" y="2"/>
                      <a:pt x="8" y="4"/>
                    </a:cubicBezTo>
                    <a:cubicBezTo>
                      <a:pt x="7" y="6"/>
                      <a:pt x="1" y="5"/>
                      <a:pt x="0" y="5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28" name="Freeform 1214">
                <a:extLst>
                  <a:ext uri="{FF2B5EF4-FFF2-40B4-BE49-F238E27FC236}">
                    <a16:creationId xmlns:a16="http://schemas.microsoft.com/office/drawing/2014/main" id="{06585B34-0EAE-463B-B3F6-79C9A2B0F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113"/>
                <a:ext cx="35" cy="19"/>
              </a:xfrm>
              <a:custGeom>
                <a:avLst/>
                <a:gdLst>
                  <a:gd name="T0" fmla="*/ 0 w 8"/>
                  <a:gd name="T1" fmla="*/ 114 h 4"/>
                  <a:gd name="T2" fmla="*/ 346 w 8"/>
                  <a:gd name="T3" fmla="*/ 0 h 4"/>
                  <a:gd name="T4" fmla="*/ 346 w 8"/>
                  <a:gd name="T5" fmla="*/ 228 h 4"/>
                  <a:gd name="T6" fmla="*/ 0 w 8"/>
                  <a:gd name="T7" fmla="*/ 1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2" y="4"/>
                      <a:pt x="8" y="2"/>
                      <a:pt x="4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2"/>
                      <a:pt x="1" y="1"/>
                      <a:pt x="0" y="1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29" name="Freeform 1215">
                <a:extLst>
                  <a:ext uri="{FF2B5EF4-FFF2-40B4-BE49-F238E27FC236}">
                    <a16:creationId xmlns:a16="http://schemas.microsoft.com/office/drawing/2014/main" id="{C069103C-DFEE-420D-96C8-79002EEE9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038"/>
                <a:ext cx="39" cy="66"/>
              </a:xfrm>
              <a:custGeom>
                <a:avLst/>
                <a:gdLst>
                  <a:gd name="T0" fmla="*/ 169 w 9"/>
                  <a:gd name="T1" fmla="*/ 0 h 14"/>
                  <a:gd name="T2" fmla="*/ 243 w 9"/>
                  <a:gd name="T3" fmla="*/ 1047 h 14"/>
                  <a:gd name="T4" fmla="*/ 732 w 9"/>
                  <a:gd name="T5" fmla="*/ 311 h 14"/>
                  <a:gd name="T6" fmla="*/ 169 w 9"/>
                  <a:gd name="T7" fmla="*/ 53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2" y="0"/>
                    </a:moveTo>
                    <a:cubicBezTo>
                      <a:pt x="3" y="3"/>
                      <a:pt x="0" y="7"/>
                      <a:pt x="3" y="10"/>
                    </a:cubicBezTo>
                    <a:cubicBezTo>
                      <a:pt x="8" y="14"/>
                      <a:pt x="8" y="6"/>
                      <a:pt x="9" y="3"/>
                    </a:cubicBezTo>
                    <a:cubicBezTo>
                      <a:pt x="8" y="6"/>
                      <a:pt x="3" y="12"/>
                      <a:pt x="2" y="5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30" name="Freeform 1216">
                <a:extLst>
                  <a:ext uri="{FF2B5EF4-FFF2-40B4-BE49-F238E27FC236}">
                    <a16:creationId xmlns:a16="http://schemas.microsoft.com/office/drawing/2014/main" id="{B1E298EC-5E8D-4A0A-9B86-4133BA8D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043"/>
                <a:ext cx="66" cy="75"/>
              </a:xfrm>
              <a:custGeom>
                <a:avLst/>
                <a:gdLst>
                  <a:gd name="T0" fmla="*/ 678 w 15"/>
                  <a:gd name="T1" fmla="*/ 0 h 16"/>
                  <a:gd name="T2" fmla="*/ 251 w 15"/>
                  <a:gd name="T3" fmla="*/ 1448 h 16"/>
                  <a:gd name="T4" fmla="*/ 1276 w 15"/>
                  <a:gd name="T5" fmla="*/ 417 h 16"/>
                  <a:gd name="T6" fmla="*/ 427 w 15"/>
                  <a:gd name="T7" fmla="*/ 1233 h 16"/>
                  <a:gd name="T8" fmla="*/ 598 w 15"/>
                  <a:gd name="T9" fmla="*/ 41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8" y="0"/>
                    </a:moveTo>
                    <a:cubicBezTo>
                      <a:pt x="6" y="2"/>
                      <a:pt x="0" y="12"/>
                      <a:pt x="3" y="14"/>
                    </a:cubicBezTo>
                    <a:cubicBezTo>
                      <a:pt x="6" y="16"/>
                      <a:pt x="14" y="6"/>
                      <a:pt x="15" y="4"/>
                    </a:cubicBezTo>
                    <a:cubicBezTo>
                      <a:pt x="12" y="6"/>
                      <a:pt x="8" y="12"/>
                      <a:pt x="5" y="12"/>
                    </a:cubicBezTo>
                    <a:cubicBezTo>
                      <a:pt x="4" y="9"/>
                      <a:pt x="7" y="7"/>
                      <a:pt x="7" y="4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31" name="Freeform 1217">
                <a:extLst>
                  <a:ext uri="{FF2B5EF4-FFF2-40B4-BE49-F238E27FC236}">
                    <a16:creationId xmlns:a16="http://schemas.microsoft.com/office/drawing/2014/main" id="{CC78716F-B65F-47AA-B0B7-58C9432FD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020"/>
                <a:ext cx="36" cy="103"/>
              </a:xfrm>
              <a:custGeom>
                <a:avLst/>
                <a:gdLst>
                  <a:gd name="T0" fmla="*/ 0 w 8"/>
                  <a:gd name="T1" fmla="*/ 726 h 22"/>
                  <a:gd name="T2" fmla="*/ 648 w 8"/>
                  <a:gd name="T3" fmla="*/ 1447 h 22"/>
                  <a:gd name="T4" fmla="*/ 284 w 8"/>
                  <a:gd name="T5" fmla="*/ 0 h 22"/>
                  <a:gd name="T6" fmla="*/ 185 w 8"/>
                  <a:gd name="T7" fmla="*/ 1030 h 22"/>
                  <a:gd name="T8" fmla="*/ 0 w 8"/>
                  <a:gd name="T9" fmla="*/ 9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2">
                    <a:moveTo>
                      <a:pt x="0" y="7"/>
                    </a:moveTo>
                    <a:cubicBezTo>
                      <a:pt x="1" y="8"/>
                      <a:pt x="4" y="22"/>
                      <a:pt x="7" y="14"/>
                    </a:cubicBezTo>
                    <a:cubicBezTo>
                      <a:pt x="8" y="10"/>
                      <a:pt x="5" y="3"/>
                      <a:pt x="3" y="0"/>
                    </a:cubicBezTo>
                    <a:cubicBezTo>
                      <a:pt x="4" y="3"/>
                      <a:pt x="4" y="7"/>
                      <a:pt x="2" y="10"/>
                    </a:cubicBezTo>
                    <a:cubicBezTo>
                      <a:pt x="1" y="10"/>
                      <a:pt x="1" y="9"/>
                      <a:pt x="0" y="9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32" name="Freeform 1218">
                <a:extLst>
                  <a:ext uri="{FF2B5EF4-FFF2-40B4-BE49-F238E27FC236}">
                    <a16:creationId xmlns:a16="http://schemas.microsoft.com/office/drawing/2014/main" id="{0881ABE2-7264-40AB-91FA-C10826AC6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081"/>
                <a:ext cx="35" cy="60"/>
              </a:xfrm>
              <a:custGeom>
                <a:avLst/>
                <a:gdLst>
                  <a:gd name="T0" fmla="*/ 0 w 8"/>
                  <a:gd name="T1" fmla="*/ 300 h 13"/>
                  <a:gd name="T2" fmla="*/ 420 w 8"/>
                  <a:gd name="T3" fmla="*/ 1278 h 13"/>
                  <a:gd name="T4" fmla="*/ 249 w 8"/>
                  <a:gd name="T5" fmla="*/ 0 h 13"/>
                  <a:gd name="T6" fmla="*/ 249 w 8"/>
                  <a:gd name="T7" fmla="*/ 895 h 13"/>
                  <a:gd name="T8" fmla="*/ 171 w 8"/>
                  <a:gd name="T9" fmla="*/ 68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1" y="4"/>
                      <a:pt x="3" y="13"/>
                      <a:pt x="5" y="13"/>
                    </a:cubicBezTo>
                    <a:cubicBezTo>
                      <a:pt x="8" y="12"/>
                      <a:pt x="4" y="2"/>
                      <a:pt x="3" y="0"/>
                    </a:cubicBezTo>
                    <a:cubicBezTo>
                      <a:pt x="2" y="3"/>
                      <a:pt x="4" y="6"/>
                      <a:pt x="3" y="9"/>
                    </a:cubicBezTo>
                    <a:cubicBezTo>
                      <a:pt x="3" y="8"/>
                      <a:pt x="3" y="8"/>
                      <a:pt x="2" y="7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33" name="Freeform 1219">
                <a:extLst>
                  <a:ext uri="{FF2B5EF4-FFF2-40B4-BE49-F238E27FC236}">
                    <a16:creationId xmlns:a16="http://schemas.microsoft.com/office/drawing/2014/main" id="{B610FABC-38B7-41E4-A7F9-6DD2644D7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2305"/>
                <a:ext cx="66" cy="61"/>
              </a:xfrm>
              <a:custGeom>
                <a:avLst/>
                <a:gdLst>
                  <a:gd name="T0" fmla="*/ 0 w 15"/>
                  <a:gd name="T1" fmla="*/ 310 h 13"/>
                  <a:gd name="T2" fmla="*/ 1201 w 15"/>
                  <a:gd name="T3" fmla="*/ 507 h 13"/>
                  <a:gd name="T4" fmla="*/ 79 w 15"/>
                  <a:gd name="T5" fmla="*/ 1342 h 13"/>
                  <a:gd name="T6" fmla="*/ 348 w 15"/>
                  <a:gd name="T7" fmla="*/ 31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0" y="3"/>
                    </a:moveTo>
                    <a:cubicBezTo>
                      <a:pt x="3" y="3"/>
                      <a:pt x="15" y="0"/>
                      <a:pt x="14" y="5"/>
                    </a:cubicBezTo>
                    <a:cubicBezTo>
                      <a:pt x="13" y="8"/>
                      <a:pt x="5" y="13"/>
                      <a:pt x="1" y="13"/>
                    </a:cubicBezTo>
                    <a:cubicBezTo>
                      <a:pt x="5" y="10"/>
                      <a:pt x="14" y="3"/>
                      <a:pt x="4" y="3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34" name="Freeform 1220">
                <a:extLst>
                  <a:ext uri="{FF2B5EF4-FFF2-40B4-BE49-F238E27FC236}">
                    <a16:creationId xmlns:a16="http://schemas.microsoft.com/office/drawing/2014/main" id="{708866AA-6D1A-4664-A399-8E78BABA2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441"/>
                <a:ext cx="39" cy="47"/>
              </a:xfrm>
              <a:custGeom>
                <a:avLst/>
                <a:gdLst>
                  <a:gd name="T0" fmla="*/ 0 w 9"/>
                  <a:gd name="T1" fmla="*/ 1039 h 10"/>
                  <a:gd name="T2" fmla="*/ 659 w 9"/>
                  <a:gd name="T3" fmla="*/ 0 h 10"/>
                  <a:gd name="T4" fmla="*/ 490 w 9"/>
                  <a:gd name="T5" fmla="*/ 1039 h 10"/>
                  <a:gd name="T6" fmla="*/ 412 w 9"/>
                  <a:gd name="T7" fmla="*/ 41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1" y="7"/>
                      <a:pt x="5" y="0"/>
                      <a:pt x="8" y="0"/>
                    </a:cubicBezTo>
                    <a:cubicBezTo>
                      <a:pt x="9" y="2"/>
                      <a:pt x="8" y="8"/>
                      <a:pt x="6" y="10"/>
                    </a:cubicBezTo>
                    <a:cubicBezTo>
                      <a:pt x="7" y="8"/>
                      <a:pt x="8" y="3"/>
                      <a:pt x="5" y="4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35" name="Freeform 1221">
                <a:extLst>
                  <a:ext uri="{FF2B5EF4-FFF2-40B4-BE49-F238E27FC236}">
                    <a16:creationId xmlns:a16="http://schemas.microsoft.com/office/drawing/2014/main" id="{E9383C46-200B-4D40-92F0-8942F4E24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160"/>
                <a:ext cx="26" cy="24"/>
              </a:xfrm>
              <a:custGeom>
                <a:avLst/>
                <a:gdLst>
                  <a:gd name="T0" fmla="*/ 321 w 6"/>
                  <a:gd name="T1" fmla="*/ 0 h 5"/>
                  <a:gd name="T2" fmla="*/ 0 w 6"/>
                  <a:gd name="T3" fmla="*/ 552 h 5"/>
                  <a:gd name="T4" fmla="*/ 490 w 6"/>
                  <a:gd name="T5" fmla="*/ 11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2" y="1"/>
                      <a:pt x="0" y="2"/>
                      <a:pt x="0" y="5"/>
                    </a:cubicBezTo>
                    <a:cubicBezTo>
                      <a:pt x="2" y="5"/>
                      <a:pt x="5" y="2"/>
                      <a:pt x="6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36" name="Freeform 1222">
                <a:extLst>
                  <a:ext uri="{FF2B5EF4-FFF2-40B4-BE49-F238E27FC236}">
                    <a16:creationId xmlns:a16="http://schemas.microsoft.com/office/drawing/2014/main" id="{DA51976C-7CD9-4F17-99E8-040B39B95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202"/>
                <a:ext cx="26" cy="19"/>
              </a:xfrm>
              <a:custGeom>
                <a:avLst/>
                <a:gdLst>
                  <a:gd name="T0" fmla="*/ 243 w 6"/>
                  <a:gd name="T1" fmla="*/ 0 h 4"/>
                  <a:gd name="T2" fmla="*/ 0 w 6"/>
                  <a:gd name="T3" fmla="*/ 318 h 4"/>
                  <a:gd name="T4" fmla="*/ 490 w 6"/>
                  <a:gd name="T5" fmla="*/ 1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1"/>
                      <a:pt x="0" y="2"/>
                      <a:pt x="0" y="3"/>
                    </a:cubicBezTo>
                    <a:cubicBezTo>
                      <a:pt x="2" y="4"/>
                      <a:pt x="4" y="2"/>
                      <a:pt x="6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37" name="Freeform 1223">
                <a:extLst>
                  <a:ext uri="{FF2B5EF4-FFF2-40B4-BE49-F238E27FC236}">
                    <a16:creationId xmlns:a16="http://schemas.microsoft.com/office/drawing/2014/main" id="{A617DFDB-0588-4EE5-B378-A82FB6732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240"/>
                <a:ext cx="26" cy="14"/>
              </a:xfrm>
              <a:custGeom>
                <a:avLst/>
                <a:gdLst>
                  <a:gd name="T0" fmla="*/ 412 w 6"/>
                  <a:gd name="T1" fmla="*/ 0 h 3"/>
                  <a:gd name="T2" fmla="*/ 0 w 6"/>
                  <a:gd name="T3" fmla="*/ 196 h 3"/>
                  <a:gd name="T4" fmla="*/ 490 w 6"/>
                  <a:gd name="T5" fmla="*/ 19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2" y="3"/>
                      <a:pt x="4" y="2"/>
                      <a:pt x="6" y="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38" name="Freeform 1224">
                <a:extLst>
                  <a:ext uri="{FF2B5EF4-FFF2-40B4-BE49-F238E27FC236}">
                    <a16:creationId xmlns:a16="http://schemas.microsoft.com/office/drawing/2014/main" id="{5CA4B693-F5C4-4DAF-9B02-D4282030B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291"/>
                <a:ext cx="22" cy="24"/>
              </a:xfrm>
              <a:custGeom>
                <a:avLst/>
                <a:gdLst>
                  <a:gd name="T0" fmla="*/ 348 w 5"/>
                  <a:gd name="T1" fmla="*/ 115 h 5"/>
                  <a:gd name="T2" fmla="*/ 0 w 5"/>
                  <a:gd name="T3" fmla="*/ 115 h 5"/>
                  <a:gd name="T4" fmla="*/ 427 w 5"/>
                  <a:gd name="T5" fmla="*/ 55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3"/>
                      <a:pt x="3" y="5"/>
                      <a:pt x="5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39" name="Freeform 1225">
                <a:extLst>
                  <a:ext uri="{FF2B5EF4-FFF2-40B4-BE49-F238E27FC236}">
                    <a16:creationId xmlns:a16="http://schemas.microsoft.com/office/drawing/2014/main" id="{E1CD4E2C-EFA0-442C-8289-7598F44AE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347"/>
                <a:ext cx="13" cy="15"/>
              </a:xfrm>
              <a:custGeom>
                <a:avLst/>
                <a:gdLst>
                  <a:gd name="T0" fmla="*/ 243 w 3"/>
                  <a:gd name="T1" fmla="*/ 125 h 3"/>
                  <a:gd name="T2" fmla="*/ 74 w 3"/>
                  <a:gd name="T3" fmla="*/ 0 h 3"/>
                  <a:gd name="T4" fmla="*/ 169 w 3"/>
                  <a:gd name="T5" fmla="*/ 37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3"/>
                      <a:pt x="2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40" name="Freeform 1226">
                <a:extLst>
                  <a:ext uri="{FF2B5EF4-FFF2-40B4-BE49-F238E27FC236}">
                    <a16:creationId xmlns:a16="http://schemas.microsoft.com/office/drawing/2014/main" id="{F9EC6653-E5BE-41DA-8471-21F7091D8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371"/>
                <a:ext cx="18" cy="23"/>
              </a:xfrm>
              <a:custGeom>
                <a:avLst/>
                <a:gdLst>
                  <a:gd name="T0" fmla="*/ 365 w 4"/>
                  <a:gd name="T1" fmla="*/ 294 h 5"/>
                  <a:gd name="T2" fmla="*/ 185 w 4"/>
                  <a:gd name="T3" fmla="*/ 0 h 5"/>
                  <a:gd name="T4" fmla="*/ 284 w 4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2"/>
                      <a:pt x="3" y="1"/>
                      <a:pt x="2" y="0"/>
                    </a:cubicBezTo>
                    <a:cubicBezTo>
                      <a:pt x="0" y="2"/>
                      <a:pt x="2" y="4"/>
                      <a:pt x="3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41" name="Freeform 1227">
                <a:extLst>
                  <a:ext uri="{FF2B5EF4-FFF2-40B4-BE49-F238E27FC236}">
                    <a16:creationId xmlns:a16="http://schemas.microsoft.com/office/drawing/2014/main" id="{9FB9BDBD-5A02-4A1E-AD3D-6141F8E31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413"/>
                <a:ext cx="22" cy="19"/>
              </a:xfrm>
              <a:custGeom>
                <a:avLst/>
                <a:gdLst>
                  <a:gd name="T0" fmla="*/ 251 w 5"/>
                  <a:gd name="T1" fmla="*/ 428 h 4"/>
                  <a:gd name="T2" fmla="*/ 251 w 5"/>
                  <a:gd name="T3" fmla="*/ 0 h 4"/>
                  <a:gd name="T4" fmla="*/ 427 w 5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0" y="0"/>
                      <a:pt x="3" y="0"/>
                    </a:cubicBezTo>
                    <a:cubicBezTo>
                      <a:pt x="4" y="1"/>
                      <a:pt x="4" y="3"/>
                      <a:pt x="5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42" name="Freeform 1228">
                <a:extLst>
                  <a:ext uri="{FF2B5EF4-FFF2-40B4-BE49-F238E27FC236}">
                    <a16:creationId xmlns:a16="http://schemas.microsoft.com/office/drawing/2014/main" id="{97023BCC-0B68-4D32-B4A0-42E6CC2A0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413"/>
                <a:ext cx="18" cy="23"/>
              </a:xfrm>
              <a:custGeom>
                <a:avLst/>
                <a:gdLst>
                  <a:gd name="T0" fmla="*/ 0 w 4"/>
                  <a:gd name="T1" fmla="*/ 294 h 5"/>
                  <a:gd name="T2" fmla="*/ 284 w 4"/>
                  <a:gd name="T3" fmla="*/ 0 h 5"/>
                  <a:gd name="T4" fmla="*/ 284 w 4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2"/>
                      <a:pt x="2" y="0"/>
                      <a:pt x="3" y="0"/>
                    </a:cubicBezTo>
                    <a:cubicBezTo>
                      <a:pt x="4" y="2"/>
                      <a:pt x="3" y="4"/>
                      <a:pt x="3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43" name="Freeform 1229">
                <a:extLst>
                  <a:ext uri="{FF2B5EF4-FFF2-40B4-BE49-F238E27FC236}">
                    <a16:creationId xmlns:a16="http://schemas.microsoft.com/office/drawing/2014/main" id="{06D95C12-9040-4958-AA7A-2F4971C39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422"/>
                <a:ext cx="13" cy="14"/>
              </a:xfrm>
              <a:custGeom>
                <a:avLst/>
                <a:gdLst>
                  <a:gd name="T0" fmla="*/ 0 w 3"/>
                  <a:gd name="T1" fmla="*/ 303 h 3"/>
                  <a:gd name="T2" fmla="*/ 169 w 3"/>
                  <a:gd name="T3" fmla="*/ 0 h 3"/>
                  <a:gd name="T4" fmla="*/ 243 w 3"/>
                  <a:gd name="T5" fmla="*/ 30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44" name="Freeform 1230">
                <a:extLst>
                  <a:ext uri="{FF2B5EF4-FFF2-40B4-BE49-F238E27FC236}">
                    <a16:creationId xmlns:a16="http://schemas.microsoft.com/office/drawing/2014/main" id="{C80BDF57-74DA-4DF7-A085-642ADC1A3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427"/>
                <a:ext cx="13" cy="23"/>
              </a:xfrm>
              <a:custGeom>
                <a:avLst/>
                <a:gdLst>
                  <a:gd name="T0" fmla="*/ 0 w 3"/>
                  <a:gd name="T1" fmla="*/ 294 h 5"/>
                  <a:gd name="T2" fmla="*/ 0 w 3"/>
                  <a:gd name="T3" fmla="*/ 0 h 5"/>
                  <a:gd name="T4" fmla="*/ 169 w 3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3" y="0"/>
                      <a:pt x="2" y="3"/>
                      <a:pt x="2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45" name="Freeform 1231">
                <a:extLst>
                  <a:ext uri="{FF2B5EF4-FFF2-40B4-BE49-F238E27FC236}">
                    <a16:creationId xmlns:a16="http://schemas.microsoft.com/office/drawing/2014/main" id="{125CD2A0-8B2D-4073-94EF-FD23D3296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427"/>
                <a:ext cx="13" cy="19"/>
              </a:xfrm>
              <a:custGeom>
                <a:avLst/>
                <a:gdLst>
                  <a:gd name="T0" fmla="*/ 0 w 3"/>
                  <a:gd name="T1" fmla="*/ 428 h 4"/>
                  <a:gd name="T2" fmla="*/ 169 w 3"/>
                  <a:gd name="T3" fmla="*/ 0 h 4"/>
                  <a:gd name="T4" fmla="*/ 243 w 3"/>
                  <a:gd name="T5" fmla="*/ 31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46" name="Freeform 1232">
                <a:extLst>
                  <a:ext uri="{FF2B5EF4-FFF2-40B4-BE49-F238E27FC236}">
                    <a16:creationId xmlns:a16="http://schemas.microsoft.com/office/drawing/2014/main" id="{29F9C0DC-CBE3-4479-8EB7-90F1262CF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418"/>
                <a:ext cx="8" cy="18"/>
              </a:xfrm>
              <a:custGeom>
                <a:avLst/>
                <a:gdLst>
                  <a:gd name="T0" fmla="*/ 0 w 2"/>
                  <a:gd name="T1" fmla="*/ 365 h 4"/>
                  <a:gd name="T2" fmla="*/ 0 w 2"/>
                  <a:gd name="T3" fmla="*/ 0 h 4"/>
                  <a:gd name="T4" fmla="*/ 128 w 2"/>
                  <a:gd name="T5" fmla="*/ 28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47" name="Freeform 1233">
                <a:extLst>
                  <a:ext uri="{FF2B5EF4-FFF2-40B4-BE49-F238E27FC236}">
                    <a16:creationId xmlns:a16="http://schemas.microsoft.com/office/drawing/2014/main" id="{DF9997AA-5813-46CC-9B8F-8EBEA3E97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366"/>
                <a:ext cx="22" cy="19"/>
              </a:xfrm>
              <a:custGeom>
                <a:avLst/>
                <a:gdLst>
                  <a:gd name="T0" fmla="*/ 0 w 5"/>
                  <a:gd name="T1" fmla="*/ 228 h 4"/>
                  <a:gd name="T2" fmla="*/ 251 w 5"/>
                  <a:gd name="T3" fmla="*/ 0 h 4"/>
                  <a:gd name="T4" fmla="*/ 0 w 5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0" y="4"/>
                      <a:pt x="0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48" name="Freeform 1234">
                <a:extLst>
                  <a:ext uri="{FF2B5EF4-FFF2-40B4-BE49-F238E27FC236}">
                    <a16:creationId xmlns:a16="http://schemas.microsoft.com/office/drawing/2014/main" id="{F917569D-6AF4-4AE1-9F25-8070F1529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376"/>
                <a:ext cx="17" cy="18"/>
              </a:xfrm>
              <a:custGeom>
                <a:avLst/>
                <a:gdLst>
                  <a:gd name="T0" fmla="*/ 0 w 4"/>
                  <a:gd name="T1" fmla="*/ 284 h 4"/>
                  <a:gd name="T2" fmla="*/ 162 w 4"/>
                  <a:gd name="T3" fmla="*/ 36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0"/>
                      <a:pt x="4" y="3"/>
                      <a:pt x="2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49" name="Freeform 1235">
                <a:extLst>
                  <a:ext uri="{FF2B5EF4-FFF2-40B4-BE49-F238E27FC236}">
                    <a16:creationId xmlns:a16="http://schemas.microsoft.com/office/drawing/2014/main" id="{33D19E2A-4CC0-4608-826E-6CF3C2223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338"/>
                <a:ext cx="18" cy="19"/>
              </a:xfrm>
              <a:custGeom>
                <a:avLst/>
                <a:gdLst>
                  <a:gd name="T0" fmla="*/ 0 w 4"/>
                  <a:gd name="T1" fmla="*/ 428 h 4"/>
                  <a:gd name="T2" fmla="*/ 365 w 4"/>
                  <a:gd name="T3" fmla="*/ 114 h 4"/>
                  <a:gd name="T4" fmla="*/ 0 w 4"/>
                  <a:gd name="T5" fmla="*/ 1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3"/>
                      <a:pt x="4" y="1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50" name="Freeform 1236">
                <a:extLst>
                  <a:ext uri="{FF2B5EF4-FFF2-40B4-BE49-F238E27FC236}">
                    <a16:creationId xmlns:a16="http://schemas.microsoft.com/office/drawing/2014/main" id="{595BF097-4198-4442-A98D-CD9093275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319"/>
                <a:ext cx="13" cy="14"/>
              </a:xfrm>
              <a:custGeom>
                <a:avLst/>
                <a:gdLst>
                  <a:gd name="T0" fmla="*/ 0 w 3"/>
                  <a:gd name="T1" fmla="*/ 303 h 3"/>
                  <a:gd name="T2" fmla="*/ 243 w 3"/>
                  <a:gd name="T3" fmla="*/ 107 h 3"/>
                  <a:gd name="T4" fmla="*/ 0 w 3"/>
                  <a:gd name="T5" fmla="*/ 10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51" name="Freeform 1237">
                <a:extLst>
                  <a:ext uri="{FF2B5EF4-FFF2-40B4-BE49-F238E27FC236}">
                    <a16:creationId xmlns:a16="http://schemas.microsoft.com/office/drawing/2014/main" id="{922692F3-24FD-4F33-A81F-3000740EF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277"/>
                <a:ext cx="17" cy="33"/>
              </a:xfrm>
              <a:custGeom>
                <a:avLst/>
                <a:gdLst>
                  <a:gd name="T0" fmla="*/ 162 w 4"/>
                  <a:gd name="T1" fmla="*/ 735 h 7"/>
                  <a:gd name="T2" fmla="*/ 306 w 4"/>
                  <a:gd name="T3" fmla="*/ 533 h 7"/>
                  <a:gd name="T4" fmla="*/ 162 w 4"/>
                  <a:gd name="T5" fmla="*/ 424 h 7"/>
                  <a:gd name="T6" fmla="*/ 306 w 4"/>
                  <a:gd name="T7" fmla="*/ 311 h 7"/>
                  <a:gd name="T8" fmla="*/ 0 w 4"/>
                  <a:gd name="T9" fmla="*/ 11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2" y="7"/>
                    </a:moveTo>
                    <a:cubicBezTo>
                      <a:pt x="3" y="7"/>
                      <a:pt x="4" y="6"/>
                      <a:pt x="4" y="5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4" y="1"/>
                      <a:pt x="1" y="0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52" name="Freeform 1238">
                <a:extLst>
                  <a:ext uri="{FF2B5EF4-FFF2-40B4-BE49-F238E27FC236}">
                    <a16:creationId xmlns:a16="http://schemas.microsoft.com/office/drawing/2014/main" id="{10DE626F-1B64-4673-B64C-576CDC0B9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207"/>
                <a:ext cx="13" cy="19"/>
              </a:xfrm>
              <a:custGeom>
                <a:avLst/>
                <a:gdLst>
                  <a:gd name="T0" fmla="*/ 0 w 3"/>
                  <a:gd name="T1" fmla="*/ 428 h 4"/>
                  <a:gd name="T2" fmla="*/ 243 w 3"/>
                  <a:gd name="T3" fmla="*/ 318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4"/>
                      <a:pt x="3" y="4"/>
                      <a:pt x="3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53" name="Freeform 1239">
                <a:extLst>
                  <a:ext uri="{FF2B5EF4-FFF2-40B4-BE49-F238E27FC236}">
                    <a16:creationId xmlns:a16="http://schemas.microsoft.com/office/drawing/2014/main" id="{B1F2EEAE-53EC-4890-9C46-7404B68E2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141"/>
                <a:ext cx="35" cy="38"/>
              </a:xfrm>
              <a:custGeom>
                <a:avLst/>
                <a:gdLst>
                  <a:gd name="T0" fmla="*/ 0 w 8"/>
                  <a:gd name="T1" fmla="*/ 114 h 8"/>
                  <a:gd name="T2" fmla="*/ 420 w 8"/>
                  <a:gd name="T3" fmla="*/ 746 h 8"/>
                  <a:gd name="T4" fmla="*/ 79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1"/>
                    </a:moveTo>
                    <a:cubicBezTo>
                      <a:pt x="0" y="3"/>
                      <a:pt x="3" y="8"/>
                      <a:pt x="5" y="7"/>
                    </a:cubicBezTo>
                    <a:cubicBezTo>
                      <a:pt x="8" y="6"/>
                      <a:pt x="1" y="1"/>
                      <a:pt x="1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54" name="Freeform 1240">
                <a:extLst>
                  <a:ext uri="{FF2B5EF4-FFF2-40B4-BE49-F238E27FC236}">
                    <a16:creationId xmlns:a16="http://schemas.microsoft.com/office/drawing/2014/main" id="{839713C6-9B5F-484C-9906-9153762C1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109"/>
                <a:ext cx="22" cy="37"/>
              </a:xfrm>
              <a:custGeom>
                <a:avLst/>
                <a:gdLst>
                  <a:gd name="T0" fmla="*/ 0 w 5"/>
                  <a:gd name="T1" fmla="*/ 194 h 8"/>
                  <a:gd name="T2" fmla="*/ 251 w 5"/>
                  <a:gd name="T3" fmla="*/ 791 h 8"/>
                  <a:gd name="T4" fmla="*/ 176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2"/>
                    </a:moveTo>
                    <a:cubicBezTo>
                      <a:pt x="0" y="4"/>
                      <a:pt x="1" y="7"/>
                      <a:pt x="3" y="8"/>
                    </a:cubicBezTo>
                    <a:cubicBezTo>
                      <a:pt x="5" y="6"/>
                      <a:pt x="3" y="2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55" name="Freeform 1241">
                <a:extLst>
                  <a:ext uri="{FF2B5EF4-FFF2-40B4-BE49-F238E27FC236}">
                    <a16:creationId xmlns:a16="http://schemas.microsoft.com/office/drawing/2014/main" id="{B70EB22F-6F61-4231-BD48-2536F1DC5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090"/>
                <a:ext cx="22" cy="33"/>
              </a:xfrm>
              <a:custGeom>
                <a:avLst/>
                <a:gdLst>
                  <a:gd name="T0" fmla="*/ 0 w 5"/>
                  <a:gd name="T1" fmla="*/ 0 h 7"/>
                  <a:gd name="T2" fmla="*/ 251 w 5"/>
                  <a:gd name="T3" fmla="*/ 533 h 7"/>
                  <a:gd name="T4" fmla="*/ 251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1" y="7"/>
                      <a:pt x="3" y="5"/>
                    </a:cubicBezTo>
                    <a:cubicBezTo>
                      <a:pt x="5" y="4"/>
                      <a:pt x="3" y="1"/>
                      <a:pt x="3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56" name="Freeform 1242">
                <a:extLst>
                  <a:ext uri="{FF2B5EF4-FFF2-40B4-BE49-F238E27FC236}">
                    <a16:creationId xmlns:a16="http://schemas.microsoft.com/office/drawing/2014/main" id="{C35F10CF-E885-49B9-BA3F-0A32528D4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109"/>
                <a:ext cx="18" cy="23"/>
              </a:xfrm>
              <a:custGeom>
                <a:avLst/>
                <a:gdLst>
                  <a:gd name="T0" fmla="*/ 0 w 4"/>
                  <a:gd name="T1" fmla="*/ 106 h 5"/>
                  <a:gd name="T2" fmla="*/ 284 w 4"/>
                  <a:gd name="T3" fmla="*/ 488 h 5"/>
                  <a:gd name="T4" fmla="*/ 18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2"/>
                      <a:pt x="1" y="5"/>
                      <a:pt x="3" y="5"/>
                    </a:cubicBezTo>
                    <a:cubicBezTo>
                      <a:pt x="4" y="4"/>
                      <a:pt x="3" y="1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57" name="Freeform 1243">
                <a:extLst>
                  <a:ext uri="{FF2B5EF4-FFF2-40B4-BE49-F238E27FC236}">
                    <a16:creationId xmlns:a16="http://schemas.microsoft.com/office/drawing/2014/main" id="{7241C2A9-E99F-4D9B-81AD-E4045977B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127"/>
                <a:ext cx="9" cy="14"/>
              </a:xfrm>
              <a:custGeom>
                <a:avLst/>
                <a:gdLst>
                  <a:gd name="T0" fmla="*/ 185 w 2"/>
                  <a:gd name="T1" fmla="*/ 0 h 3"/>
                  <a:gd name="T2" fmla="*/ 185 w 2"/>
                  <a:gd name="T3" fmla="*/ 303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2"/>
                      <a:pt x="2" y="3"/>
                    </a:cubicBez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58" name="Freeform 1244">
                <a:extLst>
                  <a:ext uri="{FF2B5EF4-FFF2-40B4-BE49-F238E27FC236}">
                    <a16:creationId xmlns:a16="http://schemas.microsoft.com/office/drawing/2014/main" id="{6CDFF660-AB6C-4D40-947D-AF29893D6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151"/>
                <a:ext cx="9" cy="18"/>
              </a:xfrm>
              <a:custGeom>
                <a:avLst/>
                <a:gdLst>
                  <a:gd name="T0" fmla="*/ 185 w 2"/>
                  <a:gd name="T1" fmla="*/ 0 h 4"/>
                  <a:gd name="T2" fmla="*/ 185 w 2"/>
                  <a:gd name="T3" fmla="*/ 365 h 4"/>
                  <a:gd name="T4" fmla="*/ 0 w 2"/>
                  <a:gd name="T5" fmla="*/ 10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59" name="Freeform 1245">
                <a:extLst>
                  <a:ext uri="{FF2B5EF4-FFF2-40B4-BE49-F238E27FC236}">
                    <a16:creationId xmlns:a16="http://schemas.microsoft.com/office/drawing/2014/main" id="{1B4B58B1-C58B-42BC-B4AC-253AEED9A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249"/>
                <a:ext cx="35" cy="24"/>
              </a:xfrm>
              <a:custGeom>
                <a:avLst/>
                <a:gdLst>
                  <a:gd name="T0" fmla="*/ 171 w 8"/>
                  <a:gd name="T1" fmla="*/ 230 h 5"/>
                  <a:gd name="T2" fmla="*/ 669 w 8"/>
                  <a:gd name="T3" fmla="*/ 322 h 5"/>
                  <a:gd name="T4" fmla="*/ 0 w 8"/>
                  <a:gd name="T5" fmla="*/ 55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2" y="2"/>
                    </a:moveTo>
                    <a:cubicBezTo>
                      <a:pt x="3" y="1"/>
                      <a:pt x="8" y="0"/>
                      <a:pt x="8" y="3"/>
                    </a:cubicBezTo>
                    <a:cubicBezTo>
                      <a:pt x="8" y="5"/>
                      <a:pt x="2" y="5"/>
                      <a:pt x="0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60" name="Freeform 1246">
                <a:extLst>
                  <a:ext uri="{FF2B5EF4-FFF2-40B4-BE49-F238E27FC236}">
                    <a16:creationId xmlns:a16="http://schemas.microsoft.com/office/drawing/2014/main" id="{ECADDEC1-ABAC-4EE6-8343-42F15747E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113"/>
                <a:ext cx="35" cy="42"/>
              </a:xfrm>
              <a:custGeom>
                <a:avLst/>
                <a:gdLst>
                  <a:gd name="T0" fmla="*/ 249 w 8"/>
                  <a:gd name="T1" fmla="*/ 107 h 9"/>
                  <a:gd name="T2" fmla="*/ 79 w 8"/>
                  <a:gd name="T3" fmla="*/ 719 h 9"/>
                  <a:gd name="T4" fmla="*/ 669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2" y="3"/>
                      <a:pt x="0" y="6"/>
                      <a:pt x="1" y="7"/>
                    </a:cubicBezTo>
                    <a:cubicBezTo>
                      <a:pt x="4" y="9"/>
                      <a:pt x="7" y="1"/>
                      <a:pt x="8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61" name="Freeform 1247">
                <a:extLst>
                  <a:ext uri="{FF2B5EF4-FFF2-40B4-BE49-F238E27FC236}">
                    <a16:creationId xmlns:a16="http://schemas.microsoft.com/office/drawing/2014/main" id="{19B5EF54-E338-432A-AA6D-94BFAD000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081"/>
                <a:ext cx="22" cy="37"/>
              </a:xfrm>
              <a:custGeom>
                <a:avLst/>
                <a:gdLst>
                  <a:gd name="T0" fmla="*/ 79 w 5"/>
                  <a:gd name="T1" fmla="*/ 301 h 8"/>
                  <a:gd name="T2" fmla="*/ 176 w 5"/>
                  <a:gd name="T3" fmla="*/ 791 h 8"/>
                  <a:gd name="T4" fmla="*/ 348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3"/>
                    </a:moveTo>
                    <a:cubicBezTo>
                      <a:pt x="1" y="5"/>
                      <a:pt x="0" y="7"/>
                      <a:pt x="2" y="8"/>
                    </a:cubicBezTo>
                    <a:cubicBezTo>
                      <a:pt x="5" y="8"/>
                      <a:pt x="4" y="1"/>
                      <a:pt x="4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62" name="Freeform 1248">
                <a:extLst>
                  <a:ext uri="{FF2B5EF4-FFF2-40B4-BE49-F238E27FC236}">
                    <a16:creationId xmlns:a16="http://schemas.microsoft.com/office/drawing/2014/main" id="{E319F4B5-811F-4A1D-BFE6-E25625170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109"/>
                <a:ext cx="9" cy="9"/>
              </a:xfrm>
              <a:custGeom>
                <a:avLst/>
                <a:gdLst>
                  <a:gd name="T0" fmla="*/ 104 w 2"/>
                  <a:gd name="T1" fmla="*/ 0 h 2"/>
                  <a:gd name="T2" fmla="*/ 104 w 2"/>
                  <a:gd name="T3" fmla="*/ 185 h 2"/>
                  <a:gd name="T4" fmla="*/ 18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63" name="Freeform 1249">
                <a:extLst>
                  <a:ext uri="{FF2B5EF4-FFF2-40B4-BE49-F238E27FC236}">
                    <a16:creationId xmlns:a16="http://schemas.microsoft.com/office/drawing/2014/main" id="{38E21946-16DF-4FF3-9074-FD95A12E7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113"/>
                <a:ext cx="13" cy="19"/>
              </a:xfrm>
              <a:custGeom>
                <a:avLst/>
                <a:gdLst>
                  <a:gd name="T0" fmla="*/ 74 w 3"/>
                  <a:gd name="T1" fmla="*/ 0 h 4"/>
                  <a:gd name="T2" fmla="*/ 0 w 3"/>
                  <a:gd name="T3" fmla="*/ 428 h 4"/>
                  <a:gd name="T4" fmla="*/ 243 w 3"/>
                  <a:gd name="T5" fmla="*/ 1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1" y="3"/>
                      <a:pt x="2" y="2"/>
                      <a:pt x="3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64" name="Freeform 1250">
                <a:extLst>
                  <a:ext uri="{FF2B5EF4-FFF2-40B4-BE49-F238E27FC236}">
                    <a16:creationId xmlns:a16="http://schemas.microsoft.com/office/drawing/2014/main" id="{8D54BE8E-7644-46B9-B9CC-0F00C8734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099"/>
                <a:ext cx="9" cy="14"/>
              </a:xfrm>
              <a:custGeom>
                <a:avLst/>
                <a:gdLst>
                  <a:gd name="T0" fmla="*/ 104 w 2"/>
                  <a:gd name="T1" fmla="*/ 107 h 3"/>
                  <a:gd name="T2" fmla="*/ 0 w 2"/>
                  <a:gd name="T3" fmla="*/ 303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65" name="Freeform 1251">
                <a:extLst>
                  <a:ext uri="{FF2B5EF4-FFF2-40B4-BE49-F238E27FC236}">
                    <a16:creationId xmlns:a16="http://schemas.microsoft.com/office/drawing/2014/main" id="{D2BD8B06-8D89-4BBA-A9AB-5CEBB9AC2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099"/>
                <a:ext cx="5" cy="14"/>
              </a:xfrm>
              <a:custGeom>
                <a:avLst/>
                <a:gdLst>
                  <a:gd name="T0" fmla="*/ 125 w 1"/>
                  <a:gd name="T1" fmla="*/ 0 h 3"/>
                  <a:gd name="T2" fmla="*/ 125 w 1"/>
                  <a:gd name="T3" fmla="*/ 303 h 3"/>
                  <a:gd name="T4" fmla="*/ 0 w 1"/>
                  <a:gd name="T5" fmla="*/ 30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66" name="Freeform 1252">
                <a:extLst>
                  <a:ext uri="{FF2B5EF4-FFF2-40B4-BE49-F238E27FC236}">
                    <a16:creationId xmlns:a16="http://schemas.microsoft.com/office/drawing/2014/main" id="{5961CAD8-C68A-470A-8CF5-E33EACFF2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931"/>
                <a:ext cx="189" cy="342"/>
              </a:xfrm>
              <a:custGeom>
                <a:avLst/>
                <a:gdLst>
                  <a:gd name="T0" fmla="*/ 0 w 43"/>
                  <a:gd name="T1" fmla="*/ 7505 h 73"/>
                  <a:gd name="T2" fmla="*/ 3653 w 43"/>
                  <a:gd name="T3" fmla="*/ 0 h 73"/>
                  <a:gd name="T4" fmla="*/ 0 w 43"/>
                  <a:gd name="T5" fmla="*/ 7505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3">
                    <a:moveTo>
                      <a:pt x="0" y="73"/>
                    </a:moveTo>
                    <a:cubicBezTo>
                      <a:pt x="0" y="43"/>
                      <a:pt x="17" y="15"/>
                      <a:pt x="43" y="0"/>
                    </a:cubicBezTo>
                    <a:cubicBezTo>
                      <a:pt x="14" y="23"/>
                      <a:pt x="4" y="57"/>
                      <a:pt x="0" y="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67" name="Freeform 1253">
                <a:extLst>
                  <a:ext uri="{FF2B5EF4-FFF2-40B4-BE49-F238E27FC236}">
                    <a16:creationId xmlns:a16="http://schemas.microsoft.com/office/drawing/2014/main" id="{EE67076F-55E2-44DA-8242-4B9B04A36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945"/>
                <a:ext cx="531" cy="693"/>
              </a:xfrm>
              <a:custGeom>
                <a:avLst/>
                <a:gdLst>
                  <a:gd name="T0" fmla="*/ 9207 w 121"/>
                  <a:gd name="T1" fmla="*/ 0 h 148"/>
                  <a:gd name="T2" fmla="*/ 0 w 121"/>
                  <a:gd name="T3" fmla="*/ 7698 h 148"/>
                  <a:gd name="T4" fmla="*/ 10225 w 121"/>
                  <a:gd name="T5" fmla="*/ 15194 h 148"/>
                  <a:gd name="T6" fmla="*/ 7008 w 121"/>
                  <a:gd name="T7" fmla="*/ 9032 h 148"/>
                  <a:gd name="T8" fmla="*/ 2870 w 121"/>
                  <a:gd name="T9" fmla="*/ 9646 h 148"/>
                  <a:gd name="T10" fmla="*/ 9207 w 121"/>
                  <a:gd name="T11" fmla="*/ 0 h 1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148">
                    <a:moveTo>
                      <a:pt x="109" y="0"/>
                    </a:moveTo>
                    <a:cubicBezTo>
                      <a:pt x="86" y="5"/>
                      <a:pt x="20" y="35"/>
                      <a:pt x="0" y="75"/>
                    </a:cubicBezTo>
                    <a:cubicBezTo>
                      <a:pt x="5" y="92"/>
                      <a:pt x="49" y="142"/>
                      <a:pt x="121" y="148"/>
                    </a:cubicBezTo>
                    <a:cubicBezTo>
                      <a:pt x="103" y="137"/>
                      <a:pt x="84" y="110"/>
                      <a:pt x="83" y="88"/>
                    </a:cubicBezTo>
                    <a:cubicBezTo>
                      <a:pt x="80" y="99"/>
                      <a:pt x="52" y="104"/>
                      <a:pt x="34" y="94"/>
                    </a:cubicBezTo>
                    <a:cubicBezTo>
                      <a:pt x="16" y="84"/>
                      <a:pt x="47" y="24"/>
                      <a:pt x="109" y="0"/>
                    </a:cubicBezTo>
                    <a:close/>
                  </a:path>
                </a:pathLst>
              </a:custGeom>
              <a:solidFill>
                <a:srgbClr val="EFE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68" name="Freeform 1254">
                <a:extLst>
                  <a:ext uri="{FF2B5EF4-FFF2-40B4-BE49-F238E27FC236}">
                    <a16:creationId xmlns:a16="http://schemas.microsoft.com/office/drawing/2014/main" id="{F984C356-C3E3-4352-8563-2B3CDFBD7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2319"/>
                <a:ext cx="391" cy="272"/>
              </a:xfrm>
              <a:custGeom>
                <a:avLst/>
                <a:gdLst>
                  <a:gd name="T0" fmla="*/ 2201 w 89"/>
                  <a:gd name="T1" fmla="*/ 0 h 58"/>
                  <a:gd name="T2" fmla="*/ 0 w 89"/>
                  <a:gd name="T3" fmla="*/ 5984 h 58"/>
                  <a:gd name="T4" fmla="*/ 3822 w 89"/>
                  <a:gd name="T5" fmla="*/ 5257 h 58"/>
                  <a:gd name="T6" fmla="*/ 6621 w 89"/>
                  <a:gd name="T7" fmla="*/ 5060 h 58"/>
                  <a:gd name="T8" fmla="*/ 7548 w 89"/>
                  <a:gd name="T9" fmla="*/ 2486 h 58"/>
                  <a:gd name="T10" fmla="*/ 2878 w 89"/>
                  <a:gd name="T11" fmla="*/ 3916 h 58"/>
                  <a:gd name="T12" fmla="*/ 2201 w 89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58">
                    <a:moveTo>
                      <a:pt x="26" y="0"/>
                    </a:moveTo>
                    <a:cubicBezTo>
                      <a:pt x="24" y="14"/>
                      <a:pt x="20" y="42"/>
                      <a:pt x="0" y="58"/>
                    </a:cubicBezTo>
                    <a:cubicBezTo>
                      <a:pt x="22" y="56"/>
                      <a:pt x="29" y="52"/>
                      <a:pt x="45" y="51"/>
                    </a:cubicBezTo>
                    <a:cubicBezTo>
                      <a:pt x="62" y="49"/>
                      <a:pt x="72" y="48"/>
                      <a:pt x="78" y="49"/>
                    </a:cubicBezTo>
                    <a:cubicBezTo>
                      <a:pt x="83" y="50"/>
                      <a:pt x="89" y="31"/>
                      <a:pt x="89" y="24"/>
                    </a:cubicBezTo>
                    <a:cubicBezTo>
                      <a:pt x="82" y="36"/>
                      <a:pt x="53" y="46"/>
                      <a:pt x="34" y="38"/>
                    </a:cubicBezTo>
                    <a:cubicBezTo>
                      <a:pt x="24" y="34"/>
                      <a:pt x="34" y="13"/>
                      <a:pt x="26" y="0"/>
                    </a:cubicBezTo>
                    <a:close/>
                  </a:path>
                </a:pathLst>
              </a:custGeom>
              <a:solidFill>
                <a:srgbClr val="EFE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69" name="Freeform 1255">
                <a:extLst>
                  <a:ext uri="{FF2B5EF4-FFF2-40B4-BE49-F238E27FC236}">
                    <a16:creationId xmlns:a16="http://schemas.microsoft.com/office/drawing/2014/main" id="{1131C0C4-187E-4841-9B02-925EDD5A3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090"/>
                <a:ext cx="303" cy="253"/>
              </a:xfrm>
              <a:custGeom>
                <a:avLst/>
                <a:gdLst>
                  <a:gd name="T0" fmla="*/ 0 w 69"/>
                  <a:gd name="T1" fmla="*/ 0 h 54"/>
                  <a:gd name="T2" fmla="*/ 5845 w 69"/>
                  <a:gd name="T3" fmla="*/ 5552 h 54"/>
                  <a:gd name="T4" fmla="*/ 347 w 69"/>
                  <a:gd name="T5" fmla="*/ 1537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54">
                    <a:moveTo>
                      <a:pt x="0" y="0"/>
                    </a:moveTo>
                    <a:cubicBezTo>
                      <a:pt x="7" y="1"/>
                      <a:pt x="53" y="35"/>
                      <a:pt x="69" y="54"/>
                    </a:cubicBezTo>
                    <a:cubicBezTo>
                      <a:pt x="53" y="43"/>
                      <a:pt x="11" y="8"/>
                      <a:pt x="4" y="15"/>
                    </a:cubicBezTo>
                  </a:path>
                </a:pathLst>
              </a:custGeom>
              <a:solidFill>
                <a:srgbClr val="EFE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0" name="Freeform 1256">
                <a:extLst>
                  <a:ext uri="{FF2B5EF4-FFF2-40B4-BE49-F238E27FC236}">
                    <a16:creationId xmlns:a16="http://schemas.microsoft.com/office/drawing/2014/main" id="{FAA5DFC1-10EF-419F-B016-2C14E671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469"/>
                <a:ext cx="114" cy="85"/>
              </a:xfrm>
              <a:custGeom>
                <a:avLst/>
                <a:gdLst>
                  <a:gd name="T0" fmla="*/ 0 w 26"/>
                  <a:gd name="T1" fmla="*/ 1894 h 18"/>
                  <a:gd name="T2" fmla="*/ 1767 w 26"/>
                  <a:gd name="T3" fmla="*/ 0 h 18"/>
                  <a:gd name="T4" fmla="*/ 596 w 26"/>
                  <a:gd name="T5" fmla="*/ 425 h 18"/>
                  <a:gd name="T6" fmla="*/ 79 w 26"/>
                  <a:gd name="T7" fmla="*/ 158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0" y="18"/>
                    </a:moveTo>
                    <a:cubicBezTo>
                      <a:pt x="11" y="18"/>
                      <a:pt x="26" y="15"/>
                      <a:pt x="21" y="0"/>
                    </a:cubicBezTo>
                    <a:cubicBezTo>
                      <a:pt x="20" y="8"/>
                      <a:pt x="11" y="17"/>
                      <a:pt x="7" y="4"/>
                    </a:cubicBezTo>
                    <a:cubicBezTo>
                      <a:pt x="2" y="5"/>
                      <a:pt x="0" y="10"/>
                      <a:pt x="1" y="15"/>
                    </a:cubicBezTo>
                  </a:path>
                </a:pathLst>
              </a:custGeom>
              <a:solidFill>
                <a:srgbClr val="ECB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1" name="Freeform 1257">
                <a:extLst>
                  <a:ext uri="{FF2B5EF4-FFF2-40B4-BE49-F238E27FC236}">
                    <a16:creationId xmlns:a16="http://schemas.microsoft.com/office/drawing/2014/main" id="{415D451B-9F75-4187-97D7-55AB9E228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347"/>
                <a:ext cx="70" cy="80"/>
              </a:xfrm>
              <a:custGeom>
                <a:avLst/>
                <a:gdLst>
                  <a:gd name="T0" fmla="*/ 595 w 16"/>
                  <a:gd name="T1" fmla="*/ 1769 h 17"/>
                  <a:gd name="T2" fmla="*/ 1339 w 16"/>
                  <a:gd name="T3" fmla="*/ 1464 h 17"/>
                  <a:gd name="T4" fmla="*/ 346 w 16"/>
                  <a:gd name="T5" fmla="*/ 135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7" y="17"/>
                    </a:moveTo>
                    <a:cubicBezTo>
                      <a:pt x="9" y="15"/>
                      <a:pt x="12" y="14"/>
                      <a:pt x="16" y="14"/>
                    </a:cubicBezTo>
                    <a:cubicBezTo>
                      <a:pt x="13" y="12"/>
                      <a:pt x="0" y="0"/>
                      <a:pt x="4" y="13"/>
                    </a:cubicBezTo>
                  </a:path>
                </a:pathLst>
              </a:custGeom>
              <a:solidFill>
                <a:srgbClr val="ECB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2" name="Freeform 1258">
                <a:extLst>
                  <a:ext uri="{FF2B5EF4-FFF2-40B4-BE49-F238E27FC236}">
                    <a16:creationId xmlns:a16="http://schemas.microsoft.com/office/drawing/2014/main" id="{9F214D6C-A459-456E-94EB-4FFEFDEA6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413"/>
                <a:ext cx="62" cy="84"/>
              </a:xfrm>
              <a:custGeom>
                <a:avLst/>
                <a:gdLst>
                  <a:gd name="T0" fmla="*/ 354 w 14"/>
                  <a:gd name="T1" fmla="*/ 1111 h 18"/>
                  <a:gd name="T2" fmla="*/ 1218 w 14"/>
                  <a:gd name="T3" fmla="*/ 611 h 18"/>
                  <a:gd name="T4" fmla="*/ 784 w 14"/>
                  <a:gd name="T5" fmla="*/ 1633 h 18"/>
                  <a:gd name="T6" fmla="*/ 257 w 14"/>
                  <a:gd name="T7" fmla="*/ 133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4" y="11"/>
                    </a:moveTo>
                    <a:cubicBezTo>
                      <a:pt x="0" y="4"/>
                      <a:pt x="10" y="0"/>
                      <a:pt x="14" y="6"/>
                    </a:cubicBezTo>
                    <a:cubicBezTo>
                      <a:pt x="4" y="5"/>
                      <a:pt x="8" y="11"/>
                      <a:pt x="9" y="16"/>
                    </a:cubicBezTo>
                    <a:cubicBezTo>
                      <a:pt x="6" y="18"/>
                      <a:pt x="5" y="16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3" name="Freeform 1259">
                <a:extLst>
                  <a:ext uri="{FF2B5EF4-FFF2-40B4-BE49-F238E27FC236}">
                    <a16:creationId xmlns:a16="http://schemas.microsoft.com/office/drawing/2014/main" id="{1BEB6CD0-1DFB-4637-9157-32B6B6CCB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903"/>
                <a:ext cx="597" cy="407"/>
              </a:xfrm>
              <a:custGeom>
                <a:avLst/>
                <a:gdLst>
                  <a:gd name="T0" fmla="*/ 847 w 136"/>
                  <a:gd name="T1" fmla="*/ 8711 h 87"/>
                  <a:gd name="T2" fmla="*/ 926 w 136"/>
                  <a:gd name="T3" fmla="*/ 8402 h 87"/>
                  <a:gd name="T4" fmla="*/ 1097 w 136"/>
                  <a:gd name="T5" fmla="*/ 8098 h 87"/>
                  <a:gd name="T6" fmla="*/ 1097 w 136"/>
                  <a:gd name="T7" fmla="*/ 8098 h 87"/>
                  <a:gd name="T8" fmla="*/ 1273 w 136"/>
                  <a:gd name="T9" fmla="*/ 7682 h 87"/>
                  <a:gd name="T10" fmla="*/ 1348 w 136"/>
                  <a:gd name="T11" fmla="*/ 7574 h 87"/>
                  <a:gd name="T12" fmla="*/ 1598 w 136"/>
                  <a:gd name="T13" fmla="*/ 7158 h 87"/>
                  <a:gd name="T14" fmla="*/ 1598 w 136"/>
                  <a:gd name="T15" fmla="*/ 7069 h 87"/>
                  <a:gd name="T16" fmla="*/ 1945 w 136"/>
                  <a:gd name="T17" fmla="*/ 6545 h 87"/>
                  <a:gd name="T18" fmla="*/ 1945 w 136"/>
                  <a:gd name="T19" fmla="*/ 6456 h 87"/>
                  <a:gd name="T20" fmla="*/ 2370 w 136"/>
                  <a:gd name="T21" fmla="*/ 5932 h 87"/>
                  <a:gd name="T22" fmla="*/ 2445 w 136"/>
                  <a:gd name="T23" fmla="*/ 5843 h 87"/>
                  <a:gd name="T24" fmla="*/ 2871 w 136"/>
                  <a:gd name="T25" fmla="*/ 5230 h 87"/>
                  <a:gd name="T26" fmla="*/ 2871 w 136"/>
                  <a:gd name="T27" fmla="*/ 5230 h 87"/>
                  <a:gd name="T28" fmla="*/ 4065 w 136"/>
                  <a:gd name="T29" fmla="*/ 3897 h 87"/>
                  <a:gd name="T30" fmla="*/ 4144 w 136"/>
                  <a:gd name="T31" fmla="*/ 3785 h 87"/>
                  <a:gd name="T32" fmla="*/ 4816 w 136"/>
                  <a:gd name="T33" fmla="*/ 3172 h 87"/>
                  <a:gd name="T34" fmla="*/ 4912 w 136"/>
                  <a:gd name="T35" fmla="*/ 3172 h 87"/>
                  <a:gd name="T36" fmla="*/ 5667 w 136"/>
                  <a:gd name="T37" fmla="*/ 2559 h 87"/>
                  <a:gd name="T38" fmla="*/ 5764 w 136"/>
                  <a:gd name="T39" fmla="*/ 2451 h 87"/>
                  <a:gd name="T40" fmla="*/ 6589 w 136"/>
                  <a:gd name="T41" fmla="*/ 1946 h 87"/>
                  <a:gd name="T42" fmla="*/ 6765 w 136"/>
                  <a:gd name="T43" fmla="*/ 1839 h 87"/>
                  <a:gd name="T44" fmla="*/ 7686 w 136"/>
                  <a:gd name="T45" fmla="*/ 1333 h 87"/>
                  <a:gd name="T46" fmla="*/ 7783 w 136"/>
                  <a:gd name="T47" fmla="*/ 1226 h 87"/>
                  <a:gd name="T48" fmla="*/ 8806 w 136"/>
                  <a:gd name="T49" fmla="*/ 809 h 87"/>
                  <a:gd name="T50" fmla="*/ 8959 w 136"/>
                  <a:gd name="T51" fmla="*/ 720 h 87"/>
                  <a:gd name="T52" fmla="*/ 10153 w 136"/>
                  <a:gd name="T53" fmla="*/ 416 h 87"/>
                  <a:gd name="T54" fmla="*/ 10232 w 136"/>
                  <a:gd name="T55" fmla="*/ 304 h 87"/>
                  <a:gd name="T56" fmla="*/ 11505 w 136"/>
                  <a:gd name="T57" fmla="*/ 0 h 87"/>
                  <a:gd name="T58" fmla="*/ 11505 w 136"/>
                  <a:gd name="T59" fmla="*/ 0 h 87"/>
                  <a:gd name="T60" fmla="*/ 0 w 136"/>
                  <a:gd name="T61" fmla="*/ 8907 h 87"/>
                  <a:gd name="T62" fmla="*/ 0 w 136"/>
                  <a:gd name="T63" fmla="*/ 8907 h 87"/>
                  <a:gd name="T64" fmla="*/ 847 w 136"/>
                  <a:gd name="T65" fmla="*/ 8711 h 87"/>
                  <a:gd name="T66" fmla="*/ 847 w 136"/>
                  <a:gd name="T67" fmla="*/ 8711 h 8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6" h="87">
                    <a:moveTo>
                      <a:pt x="10" y="85"/>
                    </a:moveTo>
                    <a:cubicBezTo>
                      <a:pt x="10" y="84"/>
                      <a:pt x="10" y="83"/>
                      <a:pt x="11" y="82"/>
                    </a:cubicBezTo>
                    <a:cubicBezTo>
                      <a:pt x="12" y="82"/>
                      <a:pt x="12" y="81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78"/>
                      <a:pt x="14" y="76"/>
                      <a:pt x="15" y="75"/>
                    </a:cubicBezTo>
                    <a:cubicBezTo>
                      <a:pt x="15" y="75"/>
                      <a:pt x="16" y="75"/>
                      <a:pt x="16" y="74"/>
                    </a:cubicBezTo>
                    <a:cubicBezTo>
                      <a:pt x="17" y="73"/>
                      <a:pt x="18" y="72"/>
                      <a:pt x="19" y="70"/>
                    </a:cubicBezTo>
                    <a:cubicBezTo>
                      <a:pt x="19" y="70"/>
                      <a:pt x="19" y="70"/>
                      <a:pt x="19" y="69"/>
                    </a:cubicBezTo>
                    <a:cubicBezTo>
                      <a:pt x="20" y="68"/>
                      <a:pt x="22" y="66"/>
                      <a:pt x="23" y="64"/>
                    </a:cubicBezTo>
                    <a:cubicBezTo>
                      <a:pt x="23" y="64"/>
                      <a:pt x="23" y="64"/>
                      <a:pt x="23" y="63"/>
                    </a:cubicBezTo>
                    <a:cubicBezTo>
                      <a:pt x="25" y="62"/>
                      <a:pt x="26" y="60"/>
                      <a:pt x="28" y="58"/>
                    </a:cubicBezTo>
                    <a:cubicBezTo>
                      <a:pt x="28" y="58"/>
                      <a:pt x="28" y="57"/>
                      <a:pt x="29" y="57"/>
                    </a:cubicBezTo>
                    <a:cubicBezTo>
                      <a:pt x="30" y="55"/>
                      <a:pt x="32" y="53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8" y="47"/>
                      <a:pt x="43" y="42"/>
                      <a:pt x="48" y="38"/>
                    </a:cubicBezTo>
                    <a:cubicBezTo>
                      <a:pt x="49" y="38"/>
                      <a:pt x="49" y="38"/>
                      <a:pt x="49" y="37"/>
                    </a:cubicBezTo>
                    <a:cubicBezTo>
                      <a:pt x="52" y="35"/>
                      <a:pt x="54" y="33"/>
                      <a:pt x="57" y="31"/>
                    </a:cubicBezTo>
                    <a:cubicBezTo>
                      <a:pt x="57" y="31"/>
                      <a:pt x="58" y="31"/>
                      <a:pt x="58" y="31"/>
                    </a:cubicBezTo>
                    <a:cubicBezTo>
                      <a:pt x="61" y="29"/>
                      <a:pt x="64" y="27"/>
                      <a:pt x="67" y="25"/>
                    </a:cubicBezTo>
                    <a:cubicBezTo>
                      <a:pt x="67" y="25"/>
                      <a:pt x="68" y="24"/>
                      <a:pt x="68" y="24"/>
                    </a:cubicBezTo>
                    <a:cubicBezTo>
                      <a:pt x="71" y="22"/>
                      <a:pt x="75" y="20"/>
                      <a:pt x="78" y="19"/>
                    </a:cubicBezTo>
                    <a:cubicBezTo>
                      <a:pt x="79" y="18"/>
                      <a:pt x="79" y="18"/>
                      <a:pt x="80" y="18"/>
                    </a:cubicBezTo>
                    <a:cubicBezTo>
                      <a:pt x="83" y="16"/>
                      <a:pt x="87" y="15"/>
                      <a:pt x="91" y="13"/>
                    </a:cubicBezTo>
                    <a:cubicBezTo>
                      <a:pt x="91" y="13"/>
                      <a:pt x="92" y="13"/>
                      <a:pt x="92" y="12"/>
                    </a:cubicBezTo>
                    <a:cubicBezTo>
                      <a:pt x="96" y="11"/>
                      <a:pt x="100" y="9"/>
                      <a:pt x="104" y="8"/>
                    </a:cubicBezTo>
                    <a:cubicBezTo>
                      <a:pt x="105" y="8"/>
                      <a:pt x="106" y="8"/>
                      <a:pt x="106" y="7"/>
                    </a:cubicBezTo>
                    <a:cubicBezTo>
                      <a:pt x="110" y="6"/>
                      <a:pt x="115" y="5"/>
                      <a:pt x="120" y="4"/>
                    </a:cubicBezTo>
                    <a:cubicBezTo>
                      <a:pt x="120" y="4"/>
                      <a:pt x="120" y="4"/>
                      <a:pt x="121" y="3"/>
                    </a:cubicBezTo>
                    <a:cubicBezTo>
                      <a:pt x="126" y="2"/>
                      <a:pt x="131" y="1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39" y="12"/>
                      <a:pt x="5" y="77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3" y="87"/>
                      <a:pt x="7" y="86"/>
                      <a:pt x="10" y="85"/>
                    </a:cubicBezTo>
                    <a:cubicBezTo>
                      <a:pt x="10" y="85"/>
                      <a:pt x="10" y="85"/>
                      <a:pt x="10" y="85"/>
                    </a:cubicBezTo>
                    <a:close/>
                  </a:path>
                </a:pathLst>
              </a:custGeom>
              <a:solidFill>
                <a:srgbClr val="ED9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4" name="Freeform 1260">
                <a:extLst>
                  <a:ext uri="{FF2B5EF4-FFF2-40B4-BE49-F238E27FC236}">
                    <a16:creationId xmlns:a16="http://schemas.microsoft.com/office/drawing/2014/main" id="{F4B6BDF5-1D72-47DD-94D1-6AA88F701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2638"/>
                <a:ext cx="553" cy="70"/>
              </a:xfrm>
              <a:custGeom>
                <a:avLst/>
                <a:gdLst>
                  <a:gd name="T0" fmla="*/ 0 w 126"/>
                  <a:gd name="T1" fmla="*/ 1218 h 15"/>
                  <a:gd name="T2" fmla="*/ 10652 w 126"/>
                  <a:gd name="T3" fmla="*/ 0 h 15"/>
                  <a:gd name="T4" fmla="*/ 0 w 126"/>
                  <a:gd name="T5" fmla="*/ 121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5">
                    <a:moveTo>
                      <a:pt x="0" y="12"/>
                    </a:moveTo>
                    <a:cubicBezTo>
                      <a:pt x="18" y="15"/>
                      <a:pt x="85" y="12"/>
                      <a:pt x="126" y="0"/>
                    </a:cubicBezTo>
                    <a:cubicBezTo>
                      <a:pt x="114" y="2"/>
                      <a:pt x="26" y="15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5" name="Freeform 1261">
                <a:extLst>
                  <a:ext uri="{FF2B5EF4-FFF2-40B4-BE49-F238E27FC236}">
                    <a16:creationId xmlns:a16="http://schemas.microsoft.com/office/drawing/2014/main" id="{2A9943D1-5973-4E2A-8500-F85F347BC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542"/>
                <a:ext cx="1234" cy="454"/>
              </a:xfrm>
              <a:custGeom>
                <a:avLst/>
                <a:gdLst>
                  <a:gd name="T0" fmla="*/ 0 w 281"/>
                  <a:gd name="T1" fmla="*/ 9946 h 97"/>
                  <a:gd name="T2" fmla="*/ 23797 w 281"/>
                  <a:gd name="T3" fmla="*/ 5851 h 97"/>
                  <a:gd name="T4" fmla="*/ 0 w 281"/>
                  <a:gd name="T5" fmla="*/ 9946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1" h="97">
                    <a:moveTo>
                      <a:pt x="0" y="97"/>
                    </a:moveTo>
                    <a:cubicBezTo>
                      <a:pt x="46" y="47"/>
                      <a:pt x="149" y="0"/>
                      <a:pt x="281" y="57"/>
                    </a:cubicBezTo>
                    <a:cubicBezTo>
                      <a:pt x="191" y="10"/>
                      <a:pt x="66" y="6"/>
                      <a:pt x="0" y="97"/>
                    </a:cubicBezTo>
                    <a:close/>
                  </a:path>
                </a:pathLst>
              </a:custGeom>
              <a:solidFill>
                <a:srgbClr val="FFFC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6" name="Freeform 1262">
                <a:extLst>
                  <a:ext uri="{FF2B5EF4-FFF2-40B4-BE49-F238E27FC236}">
                    <a16:creationId xmlns:a16="http://schemas.microsoft.com/office/drawing/2014/main" id="{F4AEC05C-01BB-41AC-B3DF-D8A35F900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741"/>
                <a:ext cx="623" cy="197"/>
              </a:xfrm>
              <a:custGeom>
                <a:avLst/>
                <a:gdLst>
                  <a:gd name="T0" fmla="*/ 0 w 142"/>
                  <a:gd name="T1" fmla="*/ 3827 h 42"/>
                  <a:gd name="T2" fmla="*/ 11991 w 142"/>
                  <a:gd name="T3" fmla="*/ 0 h 42"/>
                  <a:gd name="T4" fmla="*/ 0 w 142"/>
                  <a:gd name="T5" fmla="*/ 3827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42">
                    <a:moveTo>
                      <a:pt x="0" y="37"/>
                    </a:moveTo>
                    <a:cubicBezTo>
                      <a:pt x="29" y="36"/>
                      <a:pt x="112" y="17"/>
                      <a:pt x="142" y="0"/>
                    </a:cubicBezTo>
                    <a:cubicBezTo>
                      <a:pt x="124" y="15"/>
                      <a:pt x="47" y="42"/>
                      <a:pt x="0" y="37"/>
                    </a:cubicBezTo>
                    <a:close/>
                  </a:path>
                </a:pathLst>
              </a:custGeom>
              <a:solidFill>
                <a:srgbClr val="FFFC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7" name="Freeform 1263">
                <a:extLst>
                  <a:ext uri="{FF2B5EF4-FFF2-40B4-BE49-F238E27FC236}">
                    <a16:creationId xmlns:a16="http://schemas.microsoft.com/office/drawing/2014/main" id="{ACD0EF04-D0F8-4AD6-B578-BA6F42ADA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188"/>
                <a:ext cx="158" cy="33"/>
              </a:xfrm>
              <a:custGeom>
                <a:avLst/>
                <a:gdLst>
                  <a:gd name="T0" fmla="*/ 0 w 36"/>
                  <a:gd name="T1" fmla="*/ 0 h 7"/>
                  <a:gd name="T2" fmla="*/ 676 w 36"/>
                  <a:gd name="T3" fmla="*/ 424 h 7"/>
                  <a:gd name="T4" fmla="*/ 1598 w 36"/>
                  <a:gd name="T5" fmla="*/ 424 h 7"/>
                  <a:gd name="T6" fmla="*/ 2023 w 36"/>
                  <a:gd name="T7" fmla="*/ 622 h 7"/>
                  <a:gd name="T8" fmla="*/ 2541 w 36"/>
                  <a:gd name="T9" fmla="*/ 735 h 7"/>
                  <a:gd name="T10" fmla="*/ 3042 w 36"/>
                  <a:gd name="T11" fmla="*/ 62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7">
                    <a:moveTo>
                      <a:pt x="0" y="0"/>
                    </a:moveTo>
                    <a:cubicBezTo>
                      <a:pt x="3" y="0"/>
                      <a:pt x="6" y="2"/>
                      <a:pt x="8" y="4"/>
                    </a:cubicBezTo>
                    <a:cubicBezTo>
                      <a:pt x="12" y="6"/>
                      <a:pt x="15" y="4"/>
                      <a:pt x="19" y="4"/>
                    </a:cubicBezTo>
                    <a:cubicBezTo>
                      <a:pt x="21" y="5"/>
                      <a:pt x="22" y="6"/>
                      <a:pt x="24" y="6"/>
                    </a:cubicBezTo>
                    <a:cubicBezTo>
                      <a:pt x="26" y="7"/>
                      <a:pt x="28" y="7"/>
                      <a:pt x="30" y="7"/>
                    </a:cubicBezTo>
                    <a:cubicBezTo>
                      <a:pt x="31" y="7"/>
                      <a:pt x="35" y="6"/>
                      <a:pt x="36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8" name="Freeform 1264">
                <a:extLst>
                  <a:ext uri="{FF2B5EF4-FFF2-40B4-BE49-F238E27FC236}">
                    <a16:creationId xmlns:a16="http://schemas.microsoft.com/office/drawing/2014/main" id="{61BD5645-AAFA-4272-A2FF-08B9DE9C2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301"/>
                <a:ext cx="105" cy="23"/>
              </a:xfrm>
              <a:custGeom>
                <a:avLst/>
                <a:gdLst>
                  <a:gd name="T0" fmla="*/ 0 w 24"/>
                  <a:gd name="T1" fmla="*/ 488 h 5"/>
                  <a:gd name="T2" fmla="*/ 669 w 24"/>
                  <a:gd name="T3" fmla="*/ 294 h 5"/>
                  <a:gd name="T4" fmla="*/ 1264 w 24"/>
                  <a:gd name="T5" fmla="*/ 294 h 5"/>
                  <a:gd name="T6" fmla="*/ 1588 w 24"/>
                  <a:gd name="T7" fmla="*/ 0 h 5"/>
                  <a:gd name="T8" fmla="*/ 2008 w 2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">
                    <a:moveTo>
                      <a:pt x="0" y="5"/>
                    </a:moveTo>
                    <a:cubicBezTo>
                      <a:pt x="3" y="5"/>
                      <a:pt x="5" y="4"/>
                      <a:pt x="8" y="3"/>
                    </a:cubicBezTo>
                    <a:cubicBezTo>
                      <a:pt x="10" y="2"/>
                      <a:pt x="12" y="3"/>
                      <a:pt x="15" y="3"/>
                    </a:cubicBezTo>
                    <a:cubicBezTo>
                      <a:pt x="17" y="3"/>
                      <a:pt x="17" y="1"/>
                      <a:pt x="19" y="0"/>
                    </a:cubicBezTo>
                    <a:cubicBezTo>
                      <a:pt x="21" y="0"/>
                      <a:pt x="23" y="0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9" name="Freeform 1265">
                <a:extLst>
                  <a:ext uri="{FF2B5EF4-FFF2-40B4-BE49-F238E27FC236}">
                    <a16:creationId xmlns:a16="http://schemas.microsoft.com/office/drawing/2014/main" id="{115F961D-98B9-4038-ADD3-9071367A8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371"/>
                <a:ext cx="92" cy="65"/>
              </a:xfrm>
              <a:custGeom>
                <a:avLst/>
                <a:gdLst>
                  <a:gd name="T0" fmla="*/ 0 w 21"/>
                  <a:gd name="T1" fmla="*/ 1402 h 14"/>
                  <a:gd name="T2" fmla="*/ 346 w 21"/>
                  <a:gd name="T3" fmla="*/ 994 h 14"/>
                  <a:gd name="T4" fmla="*/ 846 w 21"/>
                  <a:gd name="T5" fmla="*/ 497 h 14"/>
                  <a:gd name="T6" fmla="*/ 1766 w 21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0" y="14"/>
                    </a:moveTo>
                    <a:cubicBezTo>
                      <a:pt x="3" y="14"/>
                      <a:pt x="3" y="12"/>
                      <a:pt x="4" y="10"/>
                    </a:cubicBezTo>
                    <a:cubicBezTo>
                      <a:pt x="6" y="7"/>
                      <a:pt x="7" y="7"/>
                      <a:pt x="10" y="5"/>
                    </a:cubicBezTo>
                    <a:cubicBezTo>
                      <a:pt x="13" y="4"/>
                      <a:pt x="17" y="1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0" name="Freeform 1266">
                <a:extLst>
                  <a:ext uri="{FF2B5EF4-FFF2-40B4-BE49-F238E27FC236}">
                    <a16:creationId xmlns:a16="http://schemas.microsoft.com/office/drawing/2014/main" id="{336F6813-3AC7-46A8-8641-06B53A6D0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465"/>
                <a:ext cx="40" cy="74"/>
              </a:xfrm>
              <a:custGeom>
                <a:avLst/>
                <a:gdLst>
                  <a:gd name="T0" fmla="*/ 0 w 9"/>
                  <a:gd name="T1" fmla="*/ 1582 h 16"/>
                  <a:gd name="T2" fmla="*/ 791 w 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2" y="10"/>
                      <a:pt x="5" y="4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1" name="Freeform 1267">
                <a:extLst>
                  <a:ext uri="{FF2B5EF4-FFF2-40B4-BE49-F238E27FC236}">
                    <a16:creationId xmlns:a16="http://schemas.microsoft.com/office/drawing/2014/main" id="{1C5E506D-F1AD-4A1E-BEF3-BAB5A1A81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465"/>
                <a:ext cx="26" cy="154"/>
              </a:xfrm>
              <a:custGeom>
                <a:avLst/>
                <a:gdLst>
                  <a:gd name="T0" fmla="*/ 490 w 6"/>
                  <a:gd name="T1" fmla="*/ 0 h 33"/>
                  <a:gd name="T2" fmla="*/ 243 w 6"/>
                  <a:gd name="T3" fmla="*/ 807 h 33"/>
                  <a:gd name="T4" fmla="*/ 169 w 6"/>
                  <a:gd name="T5" fmla="*/ 1722 h 33"/>
                  <a:gd name="T6" fmla="*/ 243 w 6"/>
                  <a:gd name="T7" fmla="*/ 2329 h 33"/>
                  <a:gd name="T8" fmla="*/ 169 w 6"/>
                  <a:gd name="T9" fmla="*/ 335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6" y="0"/>
                    </a:moveTo>
                    <a:cubicBezTo>
                      <a:pt x="5" y="3"/>
                      <a:pt x="4" y="5"/>
                      <a:pt x="3" y="8"/>
                    </a:cubicBezTo>
                    <a:cubicBezTo>
                      <a:pt x="3" y="11"/>
                      <a:pt x="3" y="14"/>
                      <a:pt x="2" y="17"/>
                    </a:cubicBezTo>
                    <a:cubicBezTo>
                      <a:pt x="2" y="20"/>
                      <a:pt x="2" y="20"/>
                      <a:pt x="3" y="23"/>
                    </a:cubicBezTo>
                    <a:cubicBezTo>
                      <a:pt x="3" y="26"/>
                      <a:pt x="0" y="30"/>
                      <a:pt x="2" y="3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2" name="Freeform 1268">
                <a:extLst>
                  <a:ext uri="{FF2B5EF4-FFF2-40B4-BE49-F238E27FC236}">
                    <a16:creationId xmlns:a16="http://schemas.microsoft.com/office/drawing/2014/main" id="{D98B1580-AB37-4BAA-81F4-E1C8EC5BF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465"/>
                <a:ext cx="26" cy="149"/>
              </a:xfrm>
              <a:custGeom>
                <a:avLst/>
                <a:gdLst>
                  <a:gd name="T0" fmla="*/ 74 w 6"/>
                  <a:gd name="T1" fmla="*/ 0 h 32"/>
                  <a:gd name="T2" fmla="*/ 0 w 6"/>
                  <a:gd name="T3" fmla="*/ 717 h 32"/>
                  <a:gd name="T4" fmla="*/ 243 w 6"/>
                  <a:gd name="T5" fmla="*/ 1714 h 32"/>
                  <a:gd name="T6" fmla="*/ 243 w 6"/>
                  <a:gd name="T7" fmla="*/ 2733 h 32"/>
                  <a:gd name="T8" fmla="*/ 321 w 6"/>
                  <a:gd name="T9" fmla="*/ 323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1" y="0"/>
                    </a:moveTo>
                    <a:cubicBezTo>
                      <a:pt x="1" y="3"/>
                      <a:pt x="0" y="5"/>
                      <a:pt x="0" y="7"/>
                    </a:cubicBezTo>
                    <a:cubicBezTo>
                      <a:pt x="0" y="11"/>
                      <a:pt x="2" y="13"/>
                      <a:pt x="3" y="17"/>
                    </a:cubicBezTo>
                    <a:cubicBezTo>
                      <a:pt x="4" y="20"/>
                      <a:pt x="2" y="23"/>
                      <a:pt x="3" y="27"/>
                    </a:cubicBezTo>
                    <a:cubicBezTo>
                      <a:pt x="4" y="30"/>
                      <a:pt x="6" y="29"/>
                      <a:pt x="4" y="3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3" name="Freeform 1269">
                <a:extLst>
                  <a:ext uri="{FF2B5EF4-FFF2-40B4-BE49-F238E27FC236}">
                    <a16:creationId xmlns:a16="http://schemas.microsoft.com/office/drawing/2014/main" id="{3834CDFC-38D6-40EC-9581-79F51F925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385"/>
                <a:ext cx="88" cy="178"/>
              </a:xfrm>
              <a:custGeom>
                <a:avLst/>
                <a:gdLst>
                  <a:gd name="T0" fmla="*/ 0 w 20"/>
                  <a:gd name="T1" fmla="*/ 0 h 38"/>
                  <a:gd name="T2" fmla="*/ 854 w 20"/>
                  <a:gd name="T3" fmla="*/ 1447 h 38"/>
                  <a:gd name="T4" fmla="*/ 1628 w 20"/>
                  <a:gd name="T5" fmla="*/ 390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0"/>
                    </a:moveTo>
                    <a:cubicBezTo>
                      <a:pt x="0" y="6"/>
                      <a:pt x="6" y="10"/>
                      <a:pt x="10" y="14"/>
                    </a:cubicBezTo>
                    <a:cubicBezTo>
                      <a:pt x="16" y="20"/>
                      <a:pt x="20" y="29"/>
                      <a:pt x="19" y="3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4" name="Freeform 1270">
                <a:extLst>
                  <a:ext uri="{FF2B5EF4-FFF2-40B4-BE49-F238E27FC236}">
                    <a16:creationId xmlns:a16="http://schemas.microsoft.com/office/drawing/2014/main" id="{5237940E-FD14-4417-9C29-EF991CD2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385"/>
                <a:ext cx="123" cy="47"/>
              </a:xfrm>
              <a:custGeom>
                <a:avLst/>
                <a:gdLst>
                  <a:gd name="T0" fmla="*/ 0 w 28"/>
                  <a:gd name="T1" fmla="*/ 0 h 10"/>
                  <a:gd name="T2" fmla="*/ 1098 w 28"/>
                  <a:gd name="T3" fmla="*/ 418 h 10"/>
                  <a:gd name="T4" fmla="*/ 2372 w 28"/>
                  <a:gd name="T5" fmla="*/ 10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0">
                    <a:moveTo>
                      <a:pt x="0" y="0"/>
                    </a:moveTo>
                    <a:cubicBezTo>
                      <a:pt x="4" y="3"/>
                      <a:pt x="9" y="2"/>
                      <a:pt x="13" y="4"/>
                    </a:cubicBezTo>
                    <a:cubicBezTo>
                      <a:pt x="18" y="6"/>
                      <a:pt x="22" y="10"/>
                      <a:pt x="28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5" name="Freeform 1271">
                <a:extLst>
                  <a:ext uri="{FF2B5EF4-FFF2-40B4-BE49-F238E27FC236}">
                    <a16:creationId xmlns:a16="http://schemas.microsoft.com/office/drawing/2014/main" id="{A676517E-6455-46A8-8B1C-3D23157BE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263"/>
                <a:ext cx="101" cy="14"/>
              </a:xfrm>
              <a:custGeom>
                <a:avLst/>
                <a:gdLst>
                  <a:gd name="T0" fmla="*/ 0 w 23"/>
                  <a:gd name="T1" fmla="*/ 196 h 3"/>
                  <a:gd name="T2" fmla="*/ 848 w 23"/>
                  <a:gd name="T3" fmla="*/ 0 h 3"/>
                  <a:gd name="T4" fmla="*/ 1950 w 23"/>
                  <a:gd name="T5" fmla="*/ 19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">
                    <a:moveTo>
                      <a:pt x="0" y="2"/>
                    </a:moveTo>
                    <a:cubicBezTo>
                      <a:pt x="3" y="0"/>
                      <a:pt x="6" y="0"/>
                      <a:pt x="10" y="0"/>
                    </a:cubicBezTo>
                    <a:cubicBezTo>
                      <a:pt x="14" y="0"/>
                      <a:pt x="19" y="3"/>
                      <a:pt x="23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6" name="Freeform 1272">
                <a:extLst>
                  <a:ext uri="{FF2B5EF4-FFF2-40B4-BE49-F238E27FC236}">
                    <a16:creationId xmlns:a16="http://schemas.microsoft.com/office/drawing/2014/main" id="{DF77FABD-2EA0-46DC-887A-C410D2B2A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024"/>
                <a:ext cx="84" cy="145"/>
              </a:xfrm>
              <a:custGeom>
                <a:avLst/>
                <a:gdLst>
                  <a:gd name="T0" fmla="*/ 0 w 19"/>
                  <a:gd name="T1" fmla="*/ 3171 h 31"/>
                  <a:gd name="T2" fmla="*/ 177 w 19"/>
                  <a:gd name="T3" fmla="*/ 2671 h 31"/>
                  <a:gd name="T4" fmla="*/ 959 w 19"/>
                  <a:gd name="T5" fmla="*/ 2058 h 31"/>
                  <a:gd name="T6" fmla="*/ 1291 w 19"/>
                  <a:gd name="T7" fmla="*/ 1118 h 31"/>
                  <a:gd name="T8" fmla="*/ 1640 w 1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1">
                    <a:moveTo>
                      <a:pt x="0" y="31"/>
                    </a:moveTo>
                    <a:cubicBezTo>
                      <a:pt x="1" y="30"/>
                      <a:pt x="1" y="28"/>
                      <a:pt x="2" y="26"/>
                    </a:cubicBezTo>
                    <a:cubicBezTo>
                      <a:pt x="5" y="22"/>
                      <a:pt x="8" y="23"/>
                      <a:pt x="11" y="20"/>
                    </a:cubicBezTo>
                    <a:cubicBezTo>
                      <a:pt x="13" y="18"/>
                      <a:pt x="14" y="14"/>
                      <a:pt x="15" y="11"/>
                    </a:cubicBezTo>
                    <a:cubicBezTo>
                      <a:pt x="16" y="7"/>
                      <a:pt x="17" y="4"/>
                      <a:pt x="1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7" name="Freeform 1273">
                <a:extLst>
                  <a:ext uri="{FF2B5EF4-FFF2-40B4-BE49-F238E27FC236}">
                    <a16:creationId xmlns:a16="http://schemas.microsoft.com/office/drawing/2014/main" id="{490295AF-8FBD-472A-A0CA-871C82EB3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92"/>
                <a:ext cx="9" cy="117"/>
              </a:xfrm>
              <a:custGeom>
                <a:avLst/>
                <a:gdLst>
                  <a:gd name="T0" fmla="*/ 0 w 2"/>
                  <a:gd name="T1" fmla="*/ 2565 h 25"/>
                  <a:gd name="T2" fmla="*/ 185 w 2"/>
                  <a:gd name="T3" fmla="*/ 1446 h 25"/>
                  <a:gd name="T4" fmla="*/ 185 w 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5">
                    <a:moveTo>
                      <a:pt x="0" y="25"/>
                    </a:moveTo>
                    <a:cubicBezTo>
                      <a:pt x="1" y="21"/>
                      <a:pt x="2" y="17"/>
                      <a:pt x="2" y="14"/>
                    </a:cubicBezTo>
                    <a:cubicBezTo>
                      <a:pt x="2" y="8"/>
                      <a:pt x="0" y="5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8" name="Freeform 1274">
                <a:extLst>
                  <a:ext uri="{FF2B5EF4-FFF2-40B4-BE49-F238E27FC236}">
                    <a16:creationId xmlns:a16="http://schemas.microsoft.com/office/drawing/2014/main" id="{9ECC4C51-E3CD-405C-A02D-848A22A50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029"/>
                <a:ext cx="26" cy="80"/>
              </a:xfrm>
              <a:custGeom>
                <a:avLst/>
                <a:gdLst>
                  <a:gd name="T0" fmla="*/ 321 w 6"/>
                  <a:gd name="T1" fmla="*/ 0 h 17"/>
                  <a:gd name="T2" fmla="*/ 412 w 6"/>
                  <a:gd name="T3" fmla="*/ 1351 h 17"/>
                  <a:gd name="T4" fmla="*/ 0 w 6"/>
                  <a:gd name="T5" fmla="*/ 176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4" y="0"/>
                    </a:moveTo>
                    <a:cubicBezTo>
                      <a:pt x="6" y="4"/>
                      <a:pt x="5" y="9"/>
                      <a:pt x="5" y="13"/>
                    </a:cubicBezTo>
                    <a:cubicBezTo>
                      <a:pt x="5" y="16"/>
                      <a:pt x="4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9" name="Freeform 1275">
                <a:extLst>
                  <a:ext uri="{FF2B5EF4-FFF2-40B4-BE49-F238E27FC236}">
                    <a16:creationId xmlns:a16="http://schemas.microsoft.com/office/drawing/2014/main" id="{443B39AB-9E8E-4D6D-BDDA-28D7C7E0D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109"/>
                <a:ext cx="83" cy="60"/>
              </a:xfrm>
              <a:custGeom>
                <a:avLst/>
                <a:gdLst>
                  <a:gd name="T0" fmla="*/ 0 w 19"/>
                  <a:gd name="T1" fmla="*/ 0 h 13"/>
                  <a:gd name="T2" fmla="*/ 419 w 19"/>
                  <a:gd name="T3" fmla="*/ 383 h 13"/>
                  <a:gd name="T4" fmla="*/ 1088 w 19"/>
                  <a:gd name="T5" fmla="*/ 978 h 13"/>
                  <a:gd name="T6" fmla="*/ 1258 w 19"/>
                  <a:gd name="T7" fmla="*/ 59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1" y="3"/>
                      <a:pt x="3" y="3"/>
                      <a:pt x="5" y="4"/>
                    </a:cubicBezTo>
                    <a:cubicBezTo>
                      <a:pt x="9" y="5"/>
                      <a:pt x="10" y="8"/>
                      <a:pt x="13" y="10"/>
                    </a:cubicBezTo>
                    <a:cubicBezTo>
                      <a:pt x="18" y="13"/>
                      <a:pt x="19" y="9"/>
                      <a:pt x="15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0" name="Freeform 1276">
                <a:extLst>
                  <a:ext uri="{FF2B5EF4-FFF2-40B4-BE49-F238E27FC236}">
                    <a16:creationId xmlns:a16="http://schemas.microsoft.com/office/drawing/2014/main" id="{B7F17C19-789E-4A17-AA23-E5E721C3F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408"/>
                <a:ext cx="44" cy="103"/>
              </a:xfrm>
              <a:custGeom>
                <a:avLst/>
                <a:gdLst>
                  <a:gd name="T0" fmla="*/ 854 w 10"/>
                  <a:gd name="T1" fmla="*/ 726 h 22"/>
                  <a:gd name="T2" fmla="*/ 348 w 10"/>
                  <a:gd name="T3" fmla="*/ 108 h 22"/>
                  <a:gd name="T4" fmla="*/ 0 w 10"/>
                  <a:gd name="T5" fmla="*/ 506 h 22"/>
                  <a:gd name="T6" fmla="*/ 427 w 10"/>
                  <a:gd name="T7" fmla="*/ 225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10" y="7"/>
                    </a:moveTo>
                    <a:cubicBezTo>
                      <a:pt x="9" y="5"/>
                      <a:pt x="7" y="1"/>
                      <a:pt x="4" y="1"/>
                    </a:cubicBezTo>
                    <a:cubicBezTo>
                      <a:pt x="1" y="0"/>
                      <a:pt x="0" y="3"/>
                      <a:pt x="0" y="5"/>
                    </a:cubicBezTo>
                    <a:cubicBezTo>
                      <a:pt x="0" y="12"/>
                      <a:pt x="5" y="16"/>
                      <a:pt x="5" y="2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1" name="Freeform 1277">
                <a:extLst>
                  <a:ext uri="{FF2B5EF4-FFF2-40B4-BE49-F238E27FC236}">
                    <a16:creationId xmlns:a16="http://schemas.microsoft.com/office/drawing/2014/main" id="{B9369C7C-A58A-4673-926C-7D5288B01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678"/>
                <a:ext cx="1541" cy="445"/>
              </a:xfrm>
              <a:custGeom>
                <a:avLst/>
                <a:gdLst>
                  <a:gd name="T0" fmla="*/ 0 w 351"/>
                  <a:gd name="T1" fmla="*/ 9762 h 95"/>
                  <a:gd name="T2" fmla="*/ 0 w 351"/>
                  <a:gd name="T3" fmla="*/ 9762 h 95"/>
                  <a:gd name="T4" fmla="*/ 18022 w 351"/>
                  <a:gd name="T5" fmla="*/ 1644 h 95"/>
                  <a:gd name="T6" fmla="*/ 29700 w 351"/>
                  <a:gd name="T7" fmla="*/ 7813 h 95"/>
                  <a:gd name="T8" fmla="*/ 29700 w 351"/>
                  <a:gd name="T9" fmla="*/ 7813 h 95"/>
                  <a:gd name="T10" fmla="*/ 18119 w 351"/>
                  <a:gd name="T11" fmla="*/ 1227 h 95"/>
                  <a:gd name="T12" fmla="*/ 0 w 351"/>
                  <a:gd name="T13" fmla="*/ 9762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1" h="95">
                    <a:moveTo>
                      <a:pt x="0" y="95"/>
                    </a:moveTo>
                    <a:cubicBezTo>
                      <a:pt x="0" y="95"/>
                      <a:pt x="0" y="95"/>
                      <a:pt x="0" y="95"/>
                    </a:cubicBezTo>
                    <a:cubicBezTo>
                      <a:pt x="51" y="26"/>
                      <a:pt x="116" y="4"/>
                      <a:pt x="213" y="16"/>
                    </a:cubicBezTo>
                    <a:cubicBezTo>
                      <a:pt x="266" y="23"/>
                      <a:pt x="313" y="42"/>
                      <a:pt x="351" y="76"/>
                    </a:cubicBezTo>
                    <a:cubicBezTo>
                      <a:pt x="351" y="76"/>
                      <a:pt x="351" y="76"/>
                      <a:pt x="351" y="76"/>
                    </a:cubicBezTo>
                    <a:cubicBezTo>
                      <a:pt x="312" y="42"/>
                      <a:pt x="267" y="19"/>
                      <a:pt x="214" y="12"/>
                    </a:cubicBezTo>
                    <a:cubicBezTo>
                      <a:pt x="115" y="0"/>
                      <a:pt x="52" y="25"/>
                      <a:pt x="0" y="95"/>
                    </a:cubicBezTo>
                    <a:close/>
                  </a:path>
                </a:pathLst>
              </a:custGeom>
              <a:solidFill>
                <a:srgbClr val="BC7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2" name="Freeform 1278">
                <a:extLst>
                  <a:ext uri="{FF2B5EF4-FFF2-40B4-BE49-F238E27FC236}">
                    <a16:creationId xmlns:a16="http://schemas.microsoft.com/office/drawing/2014/main" id="{61F8A48B-ED30-4B66-8076-39E791001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666"/>
                <a:ext cx="1369" cy="262"/>
              </a:xfrm>
              <a:custGeom>
                <a:avLst/>
                <a:gdLst>
                  <a:gd name="T0" fmla="*/ 12668 w 312"/>
                  <a:gd name="T1" fmla="*/ 4707 h 56"/>
                  <a:gd name="T2" fmla="*/ 0 w 312"/>
                  <a:gd name="T3" fmla="*/ 4398 h 56"/>
                  <a:gd name="T4" fmla="*/ 0 w 312"/>
                  <a:gd name="T5" fmla="*/ 4398 h 56"/>
                  <a:gd name="T6" fmla="*/ 12668 w 312"/>
                  <a:gd name="T7" fmla="*/ 5011 h 56"/>
                  <a:gd name="T8" fmla="*/ 26358 w 312"/>
                  <a:gd name="T9" fmla="*/ 0 h 56"/>
                  <a:gd name="T10" fmla="*/ 26358 w 312"/>
                  <a:gd name="T11" fmla="*/ 0 h 56"/>
                  <a:gd name="T12" fmla="*/ 12668 w 312"/>
                  <a:gd name="T13" fmla="*/ 470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2" h="56">
                    <a:moveTo>
                      <a:pt x="150" y="46"/>
                    </a:moveTo>
                    <a:cubicBezTo>
                      <a:pt x="100" y="53"/>
                      <a:pt x="47" y="56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47" y="56"/>
                      <a:pt x="101" y="56"/>
                      <a:pt x="150" y="49"/>
                    </a:cubicBezTo>
                    <a:cubicBezTo>
                      <a:pt x="231" y="38"/>
                      <a:pt x="299" y="9"/>
                      <a:pt x="312" y="0"/>
                    </a:cubicBezTo>
                    <a:cubicBezTo>
                      <a:pt x="312" y="0"/>
                      <a:pt x="312" y="0"/>
                      <a:pt x="312" y="0"/>
                    </a:cubicBezTo>
                    <a:cubicBezTo>
                      <a:pt x="299" y="9"/>
                      <a:pt x="229" y="34"/>
                      <a:pt x="150" y="46"/>
                    </a:cubicBezTo>
                    <a:close/>
                  </a:path>
                </a:pathLst>
              </a:custGeom>
              <a:solidFill>
                <a:srgbClr val="FED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3" name="Freeform 1279">
                <a:extLst>
                  <a:ext uri="{FF2B5EF4-FFF2-40B4-BE49-F238E27FC236}">
                    <a16:creationId xmlns:a16="http://schemas.microsoft.com/office/drawing/2014/main" id="{820DF5C0-A873-497B-9B1B-7FBA5B273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879"/>
                <a:ext cx="808" cy="792"/>
              </a:xfrm>
              <a:custGeom>
                <a:avLst/>
                <a:gdLst>
                  <a:gd name="T0" fmla="*/ 4242 w 184"/>
                  <a:gd name="T1" fmla="*/ 309 h 169"/>
                  <a:gd name="T2" fmla="*/ 3974 w 184"/>
                  <a:gd name="T3" fmla="*/ 417 h 169"/>
                  <a:gd name="T4" fmla="*/ 0 w 184"/>
                  <a:gd name="T5" fmla="*/ 8651 h 169"/>
                  <a:gd name="T6" fmla="*/ 4743 w 184"/>
                  <a:gd name="T7" fmla="*/ 17283 h 169"/>
                  <a:gd name="T8" fmla="*/ 11861 w 184"/>
                  <a:gd name="T9" fmla="*/ 16669 h 169"/>
                  <a:gd name="T10" fmla="*/ 15580 w 184"/>
                  <a:gd name="T11" fmla="*/ 8651 h 169"/>
                  <a:gd name="T12" fmla="*/ 14057 w 184"/>
                  <a:gd name="T13" fmla="*/ 2985 h 169"/>
                  <a:gd name="T14" fmla="*/ 4242 w 184"/>
                  <a:gd name="T15" fmla="*/ 309 h 1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169">
                    <a:moveTo>
                      <a:pt x="50" y="3"/>
                    </a:moveTo>
                    <a:cubicBezTo>
                      <a:pt x="49" y="3"/>
                      <a:pt x="48" y="3"/>
                      <a:pt x="47" y="4"/>
                    </a:cubicBezTo>
                    <a:cubicBezTo>
                      <a:pt x="19" y="19"/>
                      <a:pt x="0" y="49"/>
                      <a:pt x="0" y="84"/>
                    </a:cubicBezTo>
                    <a:cubicBezTo>
                      <a:pt x="0" y="122"/>
                      <a:pt x="23" y="154"/>
                      <a:pt x="56" y="168"/>
                    </a:cubicBezTo>
                    <a:cubicBezTo>
                      <a:pt x="86" y="169"/>
                      <a:pt x="115" y="166"/>
                      <a:pt x="140" y="162"/>
                    </a:cubicBezTo>
                    <a:cubicBezTo>
                      <a:pt x="166" y="146"/>
                      <a:pt x="184" y="117"/>
                      <a:pt x="184" y="84"/>
                    </a:cubicBezTo>
                    <a:cubicBezTo>
                      <a:pt x="184" y="63"/>
                      <a:pt x="177" y="45"/>
                      <a:pt x="166" y="29"/>
                    </a:cubicBezTo>
                    <a:cubicBezTo>
                      <a:pt x="133" y="12"/>
                      <a:pt x="94" y="0"/>
                      <a:pt x="50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4" name="Freeform 1280">
                <a:extLst>
                  <a:ext uri="{FF2B5EF4-FFF2-40B4-BE49-F238E27FC236}">
                    <a16:creationId xmlns:a16="http://schemas.microsoft.com/office/drawing/2014/main" id="{8303BEF6-1E25-42C4-BA2F-CCA96C953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015"/>
                <a:ext cx="189" cy="618"/>
              </a:xfrm>
              <a:custGeom>
                <a:avLst/>
                <a:gdLst>
                  <a:gd name="T0" fmla="*/ 0 w 43"/>
                  <a:gd name="T1" fmla="*/ 13545 h 132"/>
                  <a:gd name="T2" fmla="*/ 3653 w 43"/>
                  <a:gd name="T3" fmla="*/ 5656 h 132"/>
                  <a:gd name="T4" fmla="*/ 2123 w 43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32">
                    <a:moveTo>
                      <a:pt x="0" y="132"/>
                    </a:moveTo>
                    <a:cubicBezTo>
                      <a:pt x="26" y="116"/>
                      <a:pt x="43" y="87"/>
                      <a:pt x="43" y="55"/>
                    </a:cubicBezTo>
                    <a:cubicBezTo>
                      <a:pt x="43" y="34"/>
                      <a:pt x="36" y="16"/>
                      <a:pt x="25" y="0"/>
                    </a:cubicBezTo>
                  </a:path>
                </a:pathLst>
              </a:custGeom>
              <a:noFill/>
              <a:ln w="142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5" name="Freeform 1281">
                <a:extLst>
                  <a:ext uri="{FF2B5EF4-FFF2-40B4-BE49-F238E27FC236}">
                    <a16:creationId xmlns:a16="http://schemas.microsoft.com/office/drawing/2014/main" id="{4A5A2EA0-6AD0-4F9A-B452-CD5C104ED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333"/>
                <a:ext cx="57" cy="230"/>
              </a:xfrm>
              <a:custGeom>
                <a:avLst/>
                <a:gdLst>
                  <a:gd name="T0" fmla="*/ 750 w 13"/>
                  <a:gd name="T1" fmla="*/ 0 h 49"/>
                  <a:gd name="T2" fmla="*/ 0 w 13"/>
                  <a:gd name="T3" fmla="*/ 5069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9">
                    <a:moveTo>
                      <a:pt x="9" y="0"/>
                    </a:moveTo>
                    <a:cubicBezTo>
                      <a:pt x="11" y="11"/>
                      <a:pt x="13" y="31"/>
                      <a:pt x="0" y="4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6" name="Oval 1282">
                <a:extLst>
                  <a:ext uri="{FF2B5EF4-FFF2-40B4-BE49-F238E27FC236}">
                    <a16:creationId xmlns:a16="http://schemas.microsoft.com/office/drawing/2014/main" id="{2AEA5299-5F98-4002-A6E7-6E90A0452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2123"/>
                <a:ext cx="88" cy="9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97" name="Oval 1283">
                <a:extLst>
                  <a:ext uri="{FF2B5EF4-FFF2-40B4-BE49-F238E27FC236}">
                    <a16:creationId xmlns:a16="http://schemas.microsoft.com/office/drawing/2014/main" id="{C056E870-7F12-43A7-9A86-0237E8606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6" y="2212"/>
                <a:ext cx="44" cy="4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98" name="Oval 1284">
                <a:extLst>
                  <a:ext uri="{FF2B5EF4-FFF2-40B4-BE49-F238E27FC236}">
                    <a16:creationId xmlns:a16="http://schemas.microsoft.com/office/drawing/2014/main" id="{DAC9B3A7-9EFC-4D44-8EA5-6320C79FF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2090"/>
                <a:ext cx="44" cy="4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99" name="Freeform 1285">
                <a:extLst>
                  <a:ext uri="{FF2B5EF4-FFF2-40B4-BE49-F238E27FC236}">
                    <a16:creationId xmlns:a16="http://schemas.microsoft.com/office/drawing/2014/main" id="{25C4D760-D756-4183-8F3A-2EA1C9EC7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1926"/>
                <a:ext cx="1493" cy="749"/>
              </a:xfrm>
              <a:custGeom>
                <a:avLst/>
                <a:gdLst>
                  <a:gd name="T0" fmla="*/ 8716 w 340"/>
                  <a:gd name="T1" fmla="*/ 0 h 160"/>
                  <a:gd name="T2" fmla="*/ 426 w 340"/>
                  <a:gd name="T3" fmla="*/ 7275 h 160"/>
                  <a:gd name="T4" fmla="*/ 347 w 340"/>
                  <a:gd name="T5" fmla="*/ 8918 h 160"/>
                  <a:gd name="T6" fmla="*/ 12611 w 340"/>
                  <a:gd name="T7" fmla="*/ 16216 h 160"/>
                  <a:gd name="T8" fmla="*/ 27515 w 340"/>
                  <a:gd name="T9" fmla="*/ 14048 h 160"/>
                  <a:gd name="T10" fmla="*/ 28789 w 340"/>
                  <a:gd name="T11" fmla="*/ 14156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0" h="160">
                    <a:moveTo>
                      <a:pt x="103" y="0"/>
                    </a:moveTo>
                    <a:cubicBezTo>
                      <a:pt x="44" y="16"/>
                      <a:pt x="16" y="53"/>
                      <a:pt x="5" y="71"/>
                    </a:cubicBezTo>
                    <a:cubicBezTo>
                      <a:pt x="0" y="79"/>
                      <a:pt x="1" y="81"/>
                      <a:pt x="4" y="87"/>
                    </a:cubicBezTo>
                    <a:cubicBezTo>
                      <a:pt x="21" y="114"/>
                      <a:pt x="73" y="157"/>
                      <a:pt x="149" y="158"/>
                    </a:cubicBezTo>
                    <a:cubicBezTo>
                      <a:pt x="232" y="160"/>
                      <a:pt x="303" y="137"/>
                      <a:pt x="325" y="137"/>
                    </a:cubicBezTo>
                    <a:cubicBezTo>
                      <a:pt x="330" y="137"/>
                      <a:pt x="335" y="137"/>
                      <a:pt x="340" y="138"/>
                    </a:cubicBezTo>
                  </a:path>
                </a:pathLst>
              </a:custGeom>
              <a:noFill/>
              <a:ln w="6350" cap="flat">
                <a:solidFill>
                  <a:srgbClr val="BB575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0" name="Freeform 1286">
                <a:extLst>
                  <a:ext uri="{FF2B5EF4-FFF2-40B4-BE49-F238E27FC236}">
                    <a16:creationId xmlns:a16="http://schemas.microsoft.com/office/drawing/2014/main" id="{732F00C0-AEAB-4396-BDA9-2123F8F85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856"/>
                <a:ext cx="1120" cy="721"/>
              </a:xfrm>
              <a:custGeom>
                <a:avLst/>
                <a:gdLst>
                  <a:gd name="T0" fmla="*/ 18307 w 255"/>
                  <a:gd name="T1" fmla="*/ 15693 h 154"/>
                  <a:gd name="T2" fmla="*/ 19580 w 255"/>
                  <a:gd name="T3" fmla="*/ 15806 h 154"/>
                  <a:gd name="T4" fmla="*/ 21530 w 255"/>
                  <a:gd name="T5" fmla="*/ 14050 h 154"/>
                  <a:gd name="T6" fmla="*/ 19058 w 255"/>
                  <a:gd name="T7" fmla="*/ 10478 h 154"/>
                  <a:gd name="T8" fmla="*/ 1774 w 255"/>
                  <a:gd name="T9" fmla="*/ 810 h 154"/>
                  <a:gd name="T10" fmla="*/ 0 w 255"/>
                  <a:gd name="T11" fmla="*/ 1138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154">
                    <a:moveTo>
                      <a:pt x="216" y="153"/>
                    </a:moveTo>
                    <a:cubicBezTo>
                      <a:pt x="221" y="153"/>
                      <a:pt x="226" y="153"/>
                      <a:pt x="231" y="154"/>
                    </a:cubicBezTo>
                    <a:cubicBezTo>
                      <a:pt x="243" y="154"/>
                      <a:pt x="253" y="147"/>
                      <a:pt x="254" y="137"/>
                    </a:cubicBezTo>
                    <a:cubicBezTo>
                      <a:pt x="255" y="118"/>
                      <a:pt x="230" y="106"/>
                      <a:pt x="225" y="102"/>
                    </a:cubicBezTo>
                    <a:cubicBezTo>
                      <a:pt x="208" y="86"/>
                      <a:pt x="127" y="0"/>
                      <a:pt x="21" y="8"/>
                    </a:cubicBezTo>
                    <a:cubicBezTo>
                      <a:pt x="14" y="9"/>
                      <a:pt x="7" y="10"/>
                      <a:pt x="0" y="11"/>
                    </a:cubicBezTo>
                  </a:path>
                </a:pathLst>
              </a:custGeom>
              <a:noFill/>
              <a:ln w="3175" cap="rnd" cmpd="sng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1" name="Freeform 1287">
                <a:extLst>
                  <a:ext uri="{FF2B5EF4-FFF2-40B4-BE49-F238E27FC236}">
                    <a16:creationId xmlns:a16="http://schemas.microsoft.com/office/drawing/2014/main" id="{07A01C2B-B010-4D93-8020-45032FAC7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903"/>
                <a:ext cx="1581" cy="833"/>
              </a:xfrm>
              <a:custGeom>
                <a:avLst/>
                <a:gdLst>
                  <a:gd name="T0" fmla="*/ 11515 w 360"/>
                  <a:gd name="T1" fmla="*/ 0 h 178"/>
                  <a:gd name="T2" fmla="*/ 11515 w 360"/>
                  <a:gd name="T3" fmla="*/ 0 h 178"/>
                  <a:gd name="T4" fmla="*/ 0 w 360"/>
                  <a:gd name="T5" fmla="*/ 8915 h 178"/>
                  <a:gd name="T6" fmla="*/ 13460 w 360"/>
                  <a:gd name="T7" fmla="*/ 18134 h 178"/>
                  <a:gd name="T8" fmla="*/ 27444 w 360"/>
                  <a:gd name="T9" fmla="*/ 15373 h 178"/>
                  <a:gd name="T10" fmla="*/ 30491 w 360"/>
                  <a:gd name="T11" fmla="*/ 14652 h 1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0" h="178">
                    <a:moveTo>
                      <a:pt x="136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39" y="12"/>
                      <a:pt x="5" y="77"/>
                      <a:pt x="0" y="87"/>
                    </a:cubicBezTo>
                    <a:cubicBezTo>
                      <a:pt x="12" y="113"/>
                      <a:pt x="76" y="176"/>
                      <a:pt x="159" y="177"/>
                    </a:cubicBezTo>
                    <a:cubicBezTo>
                      <a:pt x="242" y="178"/>
                      <a:pt x="297" y="155"/>
                      <a:pt x="324" y="150"/>
                    </a:cubicBezTo>
                    <a:cubicBezTo>
                      <a:pt x="336" y="147"/>
                      <a:pt x="350" y="145"/>
                      <a:pt x="360" y="143"/>
                    </a:cubicBezTo>
                  </a:path>
                </a:pathLst>
              </a:custGeom>
              <a:noFill/>
              <a:ln w="3175" cap="rnd" cmpd="sng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2" name="Freeform 1288">
                <a:extLst>
                  <a:ext uri="{FF2B5EF4-FFF2-40B4-BE49-F238E27FC236}">
                    <a16:creationId xmlns:a16="http://schemas.microsoft.com/office/drawing/2014/main" id="{E46DEA39-DB20-4FD1-A6A2-978CEFB14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727"/>
                <a:ext cx="57" cy="178"/>
              </a:xfrm>
              <a:custGeom>
                <a:avLst/>
                <a:gdLst>
                  <a:gd name="T0" fmla="*/ 0 w 13"/>
                  <a:gd name="T1" fmla="*/ 3907 h 38"/>
                  <a:gd name="T2" fmla="*/ 0 w 13"/>
                  <a:gd name="T3" fmla="*/ 3907 h 38"/>
                  <a:gd name="T4" fmla="*/ 1096 w 13"/>
                  <a:gd name="T5" fmla="*/ 108 h 38"/>
                  <a:gd name="T6" fmla="*/ 921 w 13"/>
                  <a:gd name="T7" fmla="*/ 0 h 38"/>
                  <a:gd name="T8" fmla="*/ 0 w 13"/>
                  <a:gd name="T9" fmla="*/ 390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8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3" y="25"/>
                      <a:pt x="8" y="9"/>
                      <a:pt x="13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8"/>
                      <a:pt x="3" y="25"/>
                      <a:pt x="0" y="3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3" name="Freeform 1289">
                <a:extLst>
                  <a:ext uri="{FF2B5EF4-FFF2-40B4-BE49-F238E27FC236}">
                    <a16:creationId xmlns:a16="http://schemas.microsoft.com/office/drawing/2014/main" id="{35851930-0A78-438A-B023-A725BE277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736"/>
                <a:ext cx="27" cy="169"/>
              </a:xfrm>
              <a:custGeom>
                <a:avLst/>
                <a:gdLst>
                  <a:gd name="T0" fmla="*/ 0 w 6"/>
                  <a:gd name="T1" fmla="*/ 3723 h 36"/>
                  <a:gd name="T2" fmla="*/ 0 w 6"/>
                  <a:gd name="T3" fmla="*/ 3723 h 36"/>
                  <a:gd name="T4" fmla="*/ 549 w 6"/>
                  <a:gd name="T5" fmla="*/ 0 h 36"/>
                  <a:gd name="T6" fmla="*/ 468 w 6"/>
                  <a:gd name="T7" fmla="*/ 0 h 36"/>
                  <a:gd name="T8" fmla="*/ 0 w 6"/>
                  <a:gd name="T9" fmla="*/ 372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6">
                    <a:moveTo>
                      <a:pt x="0" y="36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2" y="20"/>
                      <a:pt x="4" y="7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7"/>
                      <a:pt x="2" y="20"/>
                      <a:pt x="0" y="3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4" name="Freeform 1290">
                <a:extLst>
                  <a:ext uri="{FF2B5EF4-FFF2-40B4-BE49-F238E27FC236}">
                    <a16:creationId xmlns:a16="http://schemas.microsoft.com/office/drawing/2014/main" id="{EB46185D-9D3F-4375-AF74-F5188425D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722"/>
                <a:ext cx="9" cy="173"/>
              </a:xfrm>
              <a:custGeom>
                <a:avLst/>
                <a:gdLst>
                  <a:gd name="T0" fmla="*/ 0 w 2"/>
                  <a:gd name="T1" fmla="*/ 0 h 37"/>
                  <a:gd name="T2" fmla="*/ 0 w 2"/>
                  <a:gd name="T3" fmla="*/ 3783 h 37"/>
                  <a:gd name="T4" fmla="*/ 0 w 2"/>
                  <a:gd name="T5" fmla="*/ 3783 h 37"/>
                  <a:gd name="T6" fmla="*/ 185 w 2"/>
                  <a:gd name="T7" fmla="*/ 0 h 37"/>
                  <a:gd name="T8" fmla="*/ 0 w 2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7">
                    <a:moveTo>
                      <a:pt x="0" y="0"/>
                    </a:moveTo>
                    <a:cubicBezTo>
                      <a:pt x="0" y="8"/>
                      <a:pt x="1" y="22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22"/>
                      <a:pt x="2" y="8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5" name="Freeform 1291">
                <a:extLst>
                  <a:ext uri="{FF2B5EF4-FFF2-40B4-BE49-F238E27FC236}">
                    <a16:creationId xmlns:a16="http://schemas.microsoft.com/office/drawing/2014/main" id="{FC2274AC-89EB-4CC7-AD52-1D2D348F5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179"/>
                <a:ext cx="373" cy="150"/>
              </a:xfrm>
              <a:custGeom>
                <a:avLst/>
                <a:gdLst>
                  <a:gd name="T0" fmla="*/ 0 w 85"/>
                  <a:gd name="T1" fmla="*/ 2264 h 32"/>
                  <a:gd name="T2" fmla="*/ 0 w 85"/>
                  <a:gd name="T3" fmla="*/ 2264 h 32"/>
                  <a:gd name="T4" fmla="*/ 7184 w 85"/>
                  <a:gd name="T5" fmla="*/ 108 h 32"/>
                  <a:gd name="T6" fmla="*/ 7105 w 85"/>
                  <a:gd name="T7" fmla="*/ 0 h 32"/>
                  <a:gd name="T8" fmla="*/ 0 w 85"/>
                  <a:gd name="T9" fmla="*/ 226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32">
                    <a:moveTo>
                      <a:pt x="0" y="2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35" y="32"/>
                      <a:pt x="66" y="25"/>
                      <a:pt x="85" y="1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66" y="23"/>
                      <a:pt x="34" y="32"/>
                      <a:pt x="0" y="2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6" name="Freeform 1292">
                <a:extLst>
                  <a:ext uri="{FF2B5EF4-FFF2-40B4-BE49-F238E27FC236}">
                    <a16:creationId xmlns:a16="http://schemas.microsoft.com/office/drawing/2014/main" id="{3EE52894-4A39-4BF3-83EA-EA054E601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141"/>
                <a:ext cx="400" cy="103"/>
              </a:xfrm>
              <a:custGeom>
                <a:avLst/>
                <a:gdLst>
                  <a:gd name="T0" fmla="*/ 0 w 91"/>
                  <a:gd name="T1" fmla="*/ 726 h 22"/>
                  <a:gd name="T2" fmla="*/ 0 w 91"/>
                  <a:gd name="T3" fmla="*/ 726 h 22"/>
                  <a:gd name="T4" fmla="*/ 7727 w 91"/>
                  <a:gd name="T5" fmla="*/ 108 h 22"/>
                  <a:gd name="T6" fmla="*/ 7653 w 91"/>
                  <a:gd name="T7" fmla="*/ 0 h 22"/>
                  <a:gd name="T8" fmla="*/ 0 w 91"/>
                  <a:gd name="T9" fmla="*/ 72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22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5" y="22"/>
                      <a:pt x="72" y="20"/>
                      <a:pt x="91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72" y="18"/>
                      <a:pt x="35" y="22"/>
                      <a:pt x="0" y="7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7" name="Freeform 1293">
                <a:extLst>
                  <a:ext uri="{FF2B5EF4-FFF2-40B4-BE49-F238E27FC236}">
                    <a16:creationId xmlns:a16="http://schemas.microsoft.com/office/drawing/2014/main" id="{CA7E2CF1-2229-48B9-84DF-840E91AA1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062"/>
                <a:ext cx="395" cy="122"/>
              </a:xfrm>
              <a:custGeom>
                <a:avLst/>
                <a:gdLst>
                  <a:gd name="T0" fmla="*/ 0 w 90"/>
                  <a:gd name="T1" fmla="*/ 0 h 26"/>
                  <a:gd name="T2" fmla="*/ 7610 w 90"/>
                  <a:gd name="T3" fmla="*/ 727 h 26"/>
                  <a:gd name="T4" fmla="*/ 7531 w 90"/>
                  <a:gd name="T5" fmla="*/ 615 h 26"/>
                  <a:gd name="T6" fmla="*/ 0 w 90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26">
                    <a:moveTo>
                      <a:pt x="0" y="0"/>
                    </a:moveTo>
                    <a:cubicBezTo>
                      <a:pt x="27" y="16"/>
                      <a:pt x="66" y="26"/>
                      <a:pt x="90" y="7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66" y="24"/>
                      <a:pt x="26" y="16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8" name="Freeform 1294">
                <a:extLst>
                  <a:ext uri="{FF2B5EF4-FFF2-40B4-BE49-F238E27FC236}">
                    <a16:creationId xmlns:a16="http://schemas.microsoft.com/office/drawing/2014/main" id="{D720F742-5646-47FD-9824-3F80B9F52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987"/>
                <a:ext cx="399" cy="131"/>
              </a:xfrm>
              <a:custGeom>
                <a:avLst/>
                <a:gdLst>
                  <a:gd name="T0" fmla="*/ 0 w 91"/>
                  <a:gd name="T1" fmla="*/ 0 h 28"/>
                  <a:gd name="T2" fmla="*/ 7669 w 91"/>
                  <a:gd name="T3" fmla="*/ 1333 h 28"/>
                  <a:gd name="T4" fmla="*/ 7594 w 91"/>
                  <a:gd name="T5" fmla="*/ 1118 h 28"/>
                  <a:gd name="T6" fmla="*/ 0 w 91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28">
                    <a:moveTo>
                      <a:pt x="0" y="0"/>
                    </a:moveTo>
                    <a:cubicBezTo>
                      <a:pt x="25" y="22"/>
                      <a:pt x="67" y="28"/>
                      <a:pt x="91" y="13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67" y="26"/>
                      <a:pt x="25" y="21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9" name="Freeform 1295">
                <a:extLst>
                  <a:ext uri="{FF2B5EF4-FFF2-40B4-BE49-F238E27FC236}">
                    <a16:creationId xmlns:a16="http://schemas.microsoft.com/office/drawing/2014/main" id="{005E7AA5-9A70-4890-A525-8E69FC915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903"/>
                <a:ext cx="391" cy="168"/>
              </a:xfrm>
              <a:custGeom>
                <a:avLst/>
                <a:gdLst>
                  <a:gd name="T0" fmla="*/ 0 w 89"/>
                  <a:gd name="T1" fmla="*/ 0 h 36"/>
                  <a:gd name="T2" fmla="*/ 7548 w 89"/>
                  <a:gd name="T3" fmla="*/ 2329 h 36"/>
                  <a:gd name="T4" fmla="*/ 7469 w 89"/>
                  <a:gd name="T5" fmla="*/ 2133 h 36"/>
                  <a:gd name="T6" fmla="*/ 0 w 89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36">
                    <a:moveTo>
                      <a:pt x="0" y="0"/>
                    </a:moveTo>
                    <a:cubicBezTo>
                      <a:pt x="20" y="25"/>
                      <a:pt x="62" y="36"/>
                      <a:pt x="89" y="23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61" y="34"/>
                      <a:pt x="20" y="24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0" name="Freeform 1296">
                <a:extLst>
                  <a:ext uri="{FF2B5EF4-FFF2-40B4-BE49-F238E27FC236}">
                    <a16:creationId xmlns:a16="http://schemas.microsoft.com/office/drawing/2014/main" id="{FE12FF0B-CF1A-4944-BDD3-4C7C3DE92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823"/>
                <a:ext cx="364" cy="206"/>
              </a:xfrm>
              <a:custGeom>
                <a:avLst/>
                <a:gdLst>
                  <a:gd name="T0" fmla="*/ 0 w 83"/>
                  <a:gd name="T1" fmla="*/ 0 h 44"/>
                  <a:gd name="T2" fmla="*/ 6999 w 83"/>
                  <a:gd name="T3" fmla="*/ 3399 h 44"/>
                  <a:gd name="T4" fmla="*/ 6925 w 83"/>
                  <a:gd name="T5" fmla="*/ 3179 h 44"/>
                  <a:gd name="T6" fmla="*/ 0 w 83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44">
                    <a:moveTo>
                      <a:pt x="0" y="0"/>
                    </a:moveTo>
                    <a:cubicBezTo>
                      <a:pt x="16" y="28"/>
                      <a:pt x="54" y="44"/>
                      <a:pt x="83" y="33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54" y="42"/>
                      <a:pt x="16" y="28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1" name="Freeform 1297">
                <a:extLst>
                  <a:ext uri="{FF2B5EF4-FFF2-40B4-BE49-F238E27FC236}">
                    <a16:creationId xmlns:a16="http://schemas.microsoft.com/office/drawing/2014/main" id="{C92B28C3-3BAA-4B2A-A041-82ECD4724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1748"/>
                <a:ext cx="329" cy="239"/>
              </a:xfrm>
              <a:custGeom>
                <a:avLst/>
                <a:gdLst>
                  <a:gd name="T0" fmla="*/ 0 w 75"/>
                  <a:gd name="T1" fmla="*/ 0 h 51"/>
                  <a:gd name="T2" fmla="*/ 6330 w 75"/>
                  <a:gd name="T3" fmla="*/ 4438 h 51"/>
                  <a:gd name="T4" fmla="*/ 6330 w 75"/>
                  <a:gd name="T5" fmla="*/ 4325 h 51"/>
                  <a:gd name="T6" fmla="*/ 0 w 75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51">
                    <a:moveTo>
                      <a:pt x="0" y="0"/>
                    </a:moveTo>
                    <a:cubicBezTo>
                      <a:pt x="12" y="31"/>
                      <a:pt x="45" y="51"/>
                      <a:pt x="75" y="43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45" y="49"/>
                      <a:pt x="11" y="31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2" name="Freeform 1298">
                <a:extLst>
                  <a:ext uri="{FF2B5EF4-FFF2-40B4-BE49-F238E27FC236}">
                    <a16:creationId xmlns:a16="http://schemas.microsoft.com/office/drawing/2014/main" id="{1705093E-7820-46D9-89A5-83E4F934E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678"/>
                <a:ext cx="295" cy="276"/>
              </a:xfrm>
              <a:custGeom>
                <a:avLst/>
                <a:gdLst>
                  <a:gd name="T0" fmla="*/ 0 w 67"/>
                  <a:gd name="T1" fmla="*/ 0 h 59"/>
                  <a:gd name="T2" fmla="*/ 5719 w 67"/>
                  <a:gd name="T3" fmla="*/ 5539 h 59"/>
                  <a:gd name="T4" fmla="*/ 5640 w 67"/>
                  <a:gd name="T5" fmla="*/ 5319 h 59"/>
                  <a:gd name="T6" fmla="*/ 0 w 67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59">
                    <a:moveTo>
                      <a:pt x="0" y="0"/>
                    </a:moveTo>
                    <a:cubicBezTo>
                      <a:pt x="8" y="35"/>
                      <a:pt x="36" y="59"/>
                      <a:pt x="67" y="54"/>
                    </a:cubicBezTo>
                    <a:cubicBezTo>
                      <a:pt x="66" y="52"/>
                      <a:pt x="66" y="52"/>
                      <a:pt x="66" y="52"/>
                    </a:cubicBezTo>
                    <a:cubicBezTo>
                      <a:pt x="37" y="57"/>
                      <a:pt x="8" y="35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3" name="Freeform 1299">
                <a:extLst>
                  <a:ext uri="{FF2B5EF4-FFF2-40B4-BE49-F238E27FC236}">
                    <a16:creationId xmlns:a16="http://schemas.microsoft.com/office/drawing/2014/main" id="{496FA5E2-B18B-47F1-80F7-D552D8B4A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650"/>
                <a:ext cx="246" cy="271"/>
              </a:xfrm>
              <a:custGeom>
                <a:avLst/>
                <a:gdLst>
                  <a:gd name="T0" fmla="*/ 0 w 56"/>
                  <a:gd name="T1" fmla="*/ 0 h 58"/>
                  <a:gd name="T2" fmla="*/ 4749 w 56"/>
                  <a:gd name="T3" fmla="*/ 5719 h 58"/>
                  <a:gd name="T4" fmla="*/ 4670 w 56"/>
                  <a:gd name="T5" fmla="*/ 5499 h 58"/>
                  <a:gd name="T6" fmla="*/ 0 w 56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0" y="0"/>
                    </a:moveTo>
                    <a:cubicBezTo>
                      <a:pt x="6" y="36"/>
                      <a:pt x="27" y="58"/>
                      <a:pt x="56" y="56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22" y="56"/>
                      <a:pt x="4" y="26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4" name="Freeform 1300">
                <a:extLst>
                  <a:ext uri="{FF2B5EF4-FFF2-40B4-BE49-F238E27FC236}">
                    <a16:creationId xmlns:a16="http://schemas.microsoft.com/office/drawing/2014/main" id="{3225F083-20DC-4B50-BFEB-03A06AA69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617"/>
                <a:ext cx="206" cy="286"/>
              </a:xfrm>
              <a:custGeom>
                <a:avLst/>
                <a:gdLst>
                  <a:gd name="T0" fmla="*/ 0 w 47"/>
                  <a:gd name="T1" fmla="*/ 0 h 61"/>
                  <a:gd name="T2" fmla="*/ 3958 w 47"/>
                  <a:gd name="T3" fmla="*/ 6287 h 61"/>
                  <a:gd name="T4" fmla="*/ 3958 w 47"/>
                  <a:gd name="T5" fmla="*/ 6090 h 61"/>
                  <a:gd name="T6" fmla="*/ 0 w 47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61">
                    <a:moveTo>
                      <a:pt x="0" y="0"/>
                    </a:moveTo>
                    <a:cubicBezTo>
                      <a:pt x="1" y="29"/>
                      <a:pt x="17" y="60"/>
                      <a:pt x="47" y="61"/>
                    </a:cubicBezTo>
                    <a:cubicBezTo>
                      <a:pt x="47" y="59"/>
                      <a:pt x="47" y="59"/>
                      <a:pt x="47" y="59"/>
                    </a:cubicBezTo>
                    <a:cubicBezTo>
                      <a:pt x="19" y="58"/>
                      <a:pt x="1" y="28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5" name="Freeform 1301">
                <a:extLst>
                  <a:ext uri="{FF2B5EF4-FFF2-40B4-BE49-F238E27FC236}">
                    <a16:creationId xmlns:a16="http://schemas.microsoft.com/office/drawing/2014/main" id="{E270BA9A-0831-4ED1-9955-C6D247E91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1598"/>
                <a:ext cx="171" cy="300"/>
              </a:xfrm>
              <a:custGeom>
                <a:avLst/>
                <a:gdLst>
                  <a:gd name="T0" fmla="*/ 3288 w 39"/>
                  <a:gd name="T1" fmla="*/ 6591 h 64"/>
                  <a:gd name="T2" fmla="*/ 3288 w 39"/>
                  <a:gd name="T3" fmla="*/ 6394 h 64"/>
                  <a:gd name="T4" fmla="*/ 79 w 39"/>
                  <a:gd name="T5" fmla="*/ 0 h 64"/>
                  <a:gd name="T6" fmla="*/ 79 w 39"/>
                  <a:gd name="T7" fmla="*/ 0 h 64"/>
                  <a:gd name="T8" fmla="*/ 3288 w 39"/>
                  <a:gd name="T9" fmla="*/ 6591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4">
                    <a:moveTo>
                      <a:pt x="39" y="64"/>
                    </a:moveTo>
                    <a:cubicBezTo>
                      <a:pt x="39" y="62"/>
                      <a:pt x="39" y="62"/>
                      <a:pt x="39" y="62"/>
                    </a:cubicBezTo>
                    <a:cubicBezTo>
                      <a:pt x="14" y="57"/>
                      <a:pt x="0" y="27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7"/>
                      <a:pt x="13" y="59"/>
                      <a:pt x="39" y="6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6" name="Freeform 1302">
                <a:extLst>
                  <a:ext uri="{FF2B5EF4-FFF2-40B4-BE49-F238E27FC236}">
                    <a16:creationId xmlns:a16="http://schemas.microsoft.com/office/drawing/2014/main" id="{0CB6C768-2815-4C0F-AEB8-BB6D3E4B3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589"/>
                <a:ext cx="140" cy="309"/>
              </a:xfrm>
              <a:custGeom>
                <a:avLst/>
                <a:gdLst>
                  <a:gd name="T0" fmla="*/ 2682 w 32"/>
                  <a:gd name="T1" fmla="*/ 6775 h 66"/>
                  <a:gd name="T2" fmla="*/ 2682 w 32"/>
                  <a:gd name="T3" fmla="*/ 6662 h 66"/>
                  <a:gd name="T4" fmla="*/ 420 w 32"/>
                  <a:gd name="T5" fmla="*/ 0 h 66"/>
                  <a:gd name="T6" fmla="*/ 420 w 32"/>
                  <a:gd name="T7" fmla="*/ 0 h 66"/>
                  <a:gd name="T8" fmla="*/ 2682 w 32"/>
                  <a:gd name="T9" fmla="*/ 677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6">
                    <a:moveTo>
                      <a:pt x="32" y="66"/>
                    </a:moveTo>
                    <a:cubicBezTo>
                      <a:pt x="32" y="65"/>
                      <a:pt x="32" y="65"/>
                      <a:pt x="32" y="65"/>
                    </a:cubicBezTo>
                    <a:cubicBezTo>
                      <a:pt x="11" y="57"/>
                      <a:pt x="0" y="2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5"/>
                      <a:pt x="10" y="58"/>
                      <a:pt x="32" y="6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7" name="Freeform 1303">
                <a:extLst>
                  <a:ext uri="{FF2B5EF4-FFF2-40B4-BE49-F238E27FC236}">
                    <a16:creationId xmlns:a16="http://schemas.microsoft.com/office/drawing/2014/main" id="{9B15DBC3-6394-495D-97BA-66FB9C4C8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626"/>
                <a:ext cx="110" cy="286"/>
              </a:xfrm>
              <a:custGeom>
                <a:avLst/>
                <a:gdLst>
                  <a:gd name="T0" fmla="*/ 2050 w 25"/>
                  <a:gd name="T1" fmla="*/ 6287 h 61"/>
                  <a:gd name="T2" fmla="*/ 2130 w 25"/>
                  <a:gd name="T3" fmla="*/ 6090 h 61"/>
                  <a:gd name="T4" fmla="*/ 502 w 25"/>
                  <a:gd name="T5" fmla="*/ 0 h 61"/>
                  <a:gd name="T6" fmla="*/ 502 w 25"/>
                  <a:gd name="T7" fmla="*/ 0 h 61"/>
                  <a:gd name="T8" fmla="*/ 2050 w 25"/>
                  <a:gd name="T9" fmla="*/ 628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61">
                    <a:moveTo>
                      <a:pt x="24" y="61"/>
                    </a:moveTo>
                    <a:cubicBezTo>
                      <a:pt x="25" y="59"/>
                      <a:pt x="25" y="59"/>
                      <a:pt x="25" y="59"/>
                    </a:cubicBezTo>
                    <a:cubicBezTo>
                      <a:pt x="10" y="49"/>
                      <a:pt x="0" y="2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22"/>
                      <a:pt x="8" y="50"/>
                      <a:pt x="24" y="6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8" name="Freeform 1304">
                <a:extLst>
                  <a:ext uri="{FF2B5EF4-FFF2-40B4-BE49-F238E27FC236}">
                    <a16:creationId xmlns:a16="http://schemas.microsoft.com/office/drawing/2014/main" id="{BC150511-D8A1-4A65-8FCB-BC51D0209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1645"/>
                <a:ext cx="97" cy="281"/>
              </a:xfrm>
              <a:custGeom>
                <a:avLst/>
                <a:gdLst>
                  <a:gd name="T0" fmla="*/ 1808 w 22"/>
                  <a:gd name="T1" fmla="*/ 6163 h 60"/>
                  <a:gd name="T2" fmla="*/ 1887 w 22"/>
                  <a:gd name="T3" fmla="*/ 5967 h 60"/>
                  <a:gd name="T4" fmla="*/ 679 w 22"/>
                  <a:gd name="T5" fmla="*/ 0 h 60"/>
                  <a:gd name="T6" fmla="*/ 679 w 22"/>
                  <a:gd name="T7" fmla="*/ 0 h 60"/>
                  <a:gd name="T8" fmla="*/ 1808 w 22"/>
                  <a:gd name="T9" fmla="*/ 6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60">
                    <a:moveTo>
                      <a:pt x="21" y="60"/>
                    </a:moveTo>
                    <a:cubicBezTo>
                      <a:pt x="22" y="58"/>
                      <a:pt x="22" y="58"/>
                      <a:pt x="22" y="58"/>
                    </a:cubicBezTo>
                    <a:cubicBezTo>
                      <a:pt x="7" y="49"/>
                      <a:pt x="0" y="19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1"/>
                      <a:pt x="6" y="50"/>
                      <a:pt x="21" y="6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9" name="Freeform 1305">
                <a:extLst>
                  <a:ext uri="{FF2B5EF4-FFF2-40B4-BE49-F238E27FC236}">
                    <a16:creationId xmlns:a16="http://schemas.microsoft.com/office/drawing/2014/main" id="{BC611279-50BB-4904-8960-363C76726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01"/>
                <a:ext cx="79" cy="244"/>
              </a:xfrm>
              <a:custGeom>
                <a:avLst/>
                <a:gdLst>
                  <a:gd name="T0" fmla="*/ 1444 w 18"/>
                  <a:gd name="T1" fmla="*/ 5373 h 52"/>
                  <a:gd name="T2" fmla="*/ 1523 w 18"/>
                  <a:gd name="T3" fmla="*/ 5260 h 52"/>
                  <a:gd name="T4" fmla="*/ 676 w 18"/>
                  <a:gd name="T5" fmla="*/ 0 h 52"/>
                  <a:gd name="T6" fmla="*/ 676 w 18"/>
                  <a:gd name="T7" fmla="*/ 0 h 52"/>
                  <a:gd name="T8" fmla="*/ 1444 w 18"/>
                  <a:gd name="T9" fmla="*/ 5373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2">
                    <a:moveTo>
                      <a:pt x="17" y="52"/>
                    </a:moveTo>
                    <a:cubicBezTo>
                      <a:pt x="18" y="51"/>
                      <a:pt x="18" y="51"/>
                      <a:pt x="18" y="51"/>
                    </a:cubicBezTo>
                    <a:cubicBezTo>
                      <a:pt x="4" y="42"/>
                      <a:pt x="0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16"/>
                      <a:pt x="2" y="43"/>
                      <a:pt x="17" y="5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0" name="Freeform 1306">
                <a:extLst>
                  <a:ext uri="{FF2B5EF4-FFF2-40B4-BE49-F238E27FC236}">
                    <a16:creationId xmlns:a16="http://schemas.microsoft.com/office/drawing/2014/main" id="{F95CC3FF-7C44-45E9-B8D7-5502B7456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757"/>
                <a:ext cx="61" cy="216"/>
              </a:xfrm>
              <a:custGeom>
                <a:avLst/>
                <a:gdLst>
                  <a:gd name="T0" fmla="*/ 1081 w 14"/>
                  <a:gd name="T1" fmla="*/ 4761 h 46"/>
                  <a:gd name="T2" fmla="*/ 1159 w 14"/>
                  <a:gd name="T3" fmla="*/ 4564 h 46"/>
                  <a:gd name="T4" fmla="*/ 667 w 14"/>
                  <a:gd name="T5" fmla="*/ 0 h 46"/>
                  <a:gd name="T6" fmla="*/ 667 w 14"/>
                  <a:gd name="T7" fmla="*/ 0 h 46"/>
                  <a:gd name="T8" fmla="*/ 1081 w 14"/>
                  <a:gd name="T9" fmla="*/ 476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6">
                    <a:moveTo>
                      <a:pt x="13" y="46"/>
                    </a:moveTo>
                    <a:cubicBezTo>
                      <a:pt x="14" y="44"/>
                      <a:pt x="14" y="44"/>
                      <a:pt x="14" y="44"/>
                    </a:cubicBezTo>
                    <a:cubicBezTo>
                      <a:pt x="3" y="37"/>
                      <a:pt x="1" y="1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14"/>
                      <a:pt x="1" y="38"/>
                      <a:pt x="13" y="4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1" name="Freeform 1307">
                <a:extLst>
                  <a:ext uri="{FF2B5EF4-FFF2-40B4-BE49-F238E27FC236}">
                    <a16:creationId xmlns:a16="http://schemas.microsoft.com/office/drawing/2014/main" id="{087A8DA9-8E27-47FF-A7ED-BAC8F238F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818"/>
                <a:ext cx="44" cy="183"/>
              </a:xfrm>
              <a:custGeom>
                <a:avLst/>
                <a:gdLst>
                  <a:gd name="T0" fmla="*/ 176 w 10"/>
                  <a:gd name="T1" fmla="*/ 2886 h 39"/>
                  <a:gd name="T2" fmla="*/ 774 w 10"/>
                  <a:gd name="T3" fmla="*/ 4031 h 39"/>
                  <a:gd name="T4" fmla="*/ 854 w 10"/>
                  <a:gd name="T5" fmla="*/ 3918 h 39"/>
                  <a:gd name="T6" fmla="*/ 348 w 10"/>
                  <a:gd name="T7" fmla="*/ 2886 h 39"/>
                  <a:gd name="T8" fmla="*/ 678 w 10"/>
                  <a:gd name="T9" fmla="*/ 0 h 39"/>
                  <a:gd name="T10" fmla="*/ 678 w 10"/>
                  <a:gd name="T11" fmla="*/ 0 h 39"/>
                  <a:gd name="T12" fmla="*/ 176 w 10"/>
                  <a:gd name="T13" fmla="*/ 288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9">
                    <a:moveTo>
                      <a:pt x="2" y="28"/>
                    </a:moveTo>
                    <a:cubicBezTo>
                      <a:pt x="3" y="33"/>
                      <a:pt x="6" y="37"/>
                      <a:pt x="9" y="39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7" y="36"/>
                      <a:pt x="5" y="33"/>
                      <a:pt x="4" y="28"/>
                    </a:cubicBezTo>
                    <a:cubicBezTo>
                      <a:pt x="2" y="19"/>
                      <a:pt x="3" y="7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8"/>
                      <a:pt x="0" y="19"/>
                      <a:pt x="2" y="2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2" name="Freeform 1308">
                <a:extLst>
                  <a:ext uri="{FF2B5EF4-FFF2-40B4-BE49-F238E27FC236}">
                    <a16:creationId xmlns:a16="http://schemas.microsoft.com/office/drawing/2014/main" id="{D50E0673-8255-421A-A42C-D9F5E8261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907"/>
                <a:ext cx="44" cy="131"/>
              </a:xfrm>
              <a:custGeom>
                <a:avLst/>
                <a:gdLst>
                  <a:gd name="T0" fmla="*/ 427 w 10"/>
                  <a:gd name="T1" fmla="*/ 2868 h 28"/>
                  <a:gd name="T2" fmla="*/ 502 w 10"/>
                  <a:gd name="T3" fmla="*/ 2671 h 28"/>
                  <a:gd name="T4" fmla="*/ 854 w 10"/>
                  <a:gd name="T5" fmla="*/ 0 h 28"/>
                  <a:gd name="T6" fmla="*/ 854 w 10"/>
                  <a:gd name="T7" fmla="*/ 0 h 28"/>
                  <a:gd name="T8" fmla="*/ 427 w 10"/>
                  <a:gd name="T9" fmla="*/ 286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5" y="28"/>
                    </a:moveTo>
                    <a:cubicBezTo>
                      <a:pt x="6" y="26"/>
                      <a:pt x="6" y="26"/>
                      <a:pt x="6" y="26"/>
                    </a:cubicBezTo>
                    <a:cubicBezTo>
                      <a:pt x="3" y="23"/>
                      <a:pt x="5" y="8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4" y="8"/>
                      <a:pt x="0" y="24"/>
                      <a:pt x="5" y="2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3" name="Freeform 1309">
                <a:extLst>
                  <a:ext uri="{FF2B5EF4-FFF2-40B4-BE49-F238E27FC236}">
                    <a16:creationId xmlns:a16="http://schemas.microsoft.com/office/drawing/2014/main" id="{80F82A7A-4B85-45E5-900C-6F6858EEC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006"/>
                <a:ext cx="44" cy="65"/>
              </a:xfrm>
              <a:custGeom>
                <a:avLst/>
                <a:gdLst>
                  <a:gd name="T0" fmla="*/ 22 w 44"/>
                  <a:gd name="T1" fmla="*/ 28 h 65"/>
                  <a:gd name="T2" fmla="*/ 0 w 44"/>
                  <a:gd name="T3" fmla="*/ 60 h 65"/>
                  <a:gd name="T4" fmla="*/ 4 w 44"/>
                  <a:gd name="T5" fmla="*/ 65 h 65"/>
                  <a:gd name="T6" fmla="*/ 44 w 44"/>
                  <a:gd name="T7" fmla="*/ 0 h 65"/>
                  <a:gd name="T8" fmla="*/ 44 w 44"/>
                  <a:gd name="T9" fmla="*/ 0 h 65"/>
                  <a:gd name="T10" fmla="*/ 44 w 44"/>
                  <a:gd name="T11" fmla="*/ 0 h 65"/>
                  <a:gd name="T12" fmla="*/ 22 w 44"/>
                  <a:gd name="T13" fmla="*/ 28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5">
                    <a:moveTo>
                      <a:pt x="22" y="28"/>
                    </a:moveTo>
                    <a:lnTo>
                      <a:pt x="0" y="60"/>
                    </a:lnTo>
                    <a:lnTo>
                      <a:pt x="4" y="65"/>
                    </a:lnTo>
                    <a:lnTo>
                      <a:pt x="44" y="0"/>
                    </a:lnTo>
                    <a:lnTo>
                      <a:pt x="22" y="2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4" name="Freeform 1310">
                <a:extLst>
                  <a:ext uri="{FF2B5EF4-FFF2-40B4-BE49-F238E27FC236}">
                    <a16:creationId xmlns:a16="http://schemas.microsoft.com/office/drawing/2014/main" id="{159E35D6-B112-4FF2-A6CF-88D301E23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076"/>
                <a:ext cx="79" cy="42"/>
              </a:xfrm>
              <a:custGeom>
                <a:avLst/>
                <a:gdLst>
                  <a:gd name="T0" fmla="*/ 0 w 18"/>
                  <a:gd name="T1" fmla="*/ 499 h 9"/>
                  <a:gd name="T2" fmla="*/ 0 w 18"/>
                  <a:gd name="T3" fmla="*/ 719 h 9"/>
                  <a:gd name="T4" fmla="*/ 1523 w 18"/>
                  <a:gd name="T5" fmla="*/ 0 h 9"/>
                  <a:gd name="T6" fmla="*/ 1523 w 18"/>
                  <a:gd name="T7" fmla="*/ 0 h 9"/>
                  <a:gd name="T8" fmla="*/ 0 w 18"/>
                  <a:gd name="T9" fmla="*/ 49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0" y="5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7" y="9"/>
                      <a:pt x="15" y="4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5" y="3"/>
                      <a:pt x="7" y="7"/>
                      <a:pt x="0" y="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5" name="Freeform 1311">
                <a:extLst>
                  <a:ext uri="{FF2B5EF4-FFF2-40B4-BE49-F238E27FC236}">
                    <a16:creationId xmlns:a16="http://schemas.microsoft.com/office/drawing/2014/main" id="{B2C841BB-742A-4400-AD79-B87797F04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722"/>
                <a:ext cx="26" cy="150"/>
              </a:xfrm>
              <a:custGeom>
                <a:avLst/>
                <a:gdLst>
                  <a:gd name="T0" fmla="*/ 0 w 6"/>
                  <a:gd name="T1" fmla="*/ 108 h 32"/>
                  <a:gd name="T2" fmla="*/ 490 w 6"/>
                  <a:gd name="T3" fmla="*/ 3295 h 32"/>
                  <a:gd name="T4" fmla="*/ 490 w 6"/>
                  <a:gd name="T5" fmla="*/ 3295 h 32"/>
                  <a:gd name="T6" fmla="*/ 169 w 6"/>
                  <a:gd name="T7" fmla="*/ 0 h 32"/>
                  <a:gd name="T8" fmla="*/ 0 w 6"/>
                  <a:gd name="T9" fmla="*/ 10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0" y="1"/>
                    </a:moveTo>
                    <a:cubicBezTo>
                      <a:pt x="3" y="9"/>
                      <a:pt x="6" y="20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20"/>
                      <a:pt x="5" y="8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6" name="Freeform 1312">
                <a:extLst>
                  <a:ext uri="{FF2B5EF4-FFF2-40B4-BE49-F238E27FC236}">
                    <a16:creationId xmlns:a16="http://schemas.microsoft.com/office/drawing/2014/main" id="{5C38AF9A-E1BE-4F19-810D-56A3D3F59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703"/>
                <a:ext cx="31" cy="146"/>
              </a:xfrm>
              <a:custGeom>
                <a:avLst/>
                <a:gdLst>
                  <a:gd name="T0" fmla="*/ 0 w 7"/>
                  <a:gd name="T1" fmla="*/ 113 h 31"/>
                  <a:gd name="T2" fmla="*/ 607 w 7"/>
                  <a:gd name="T3" fmla="*/ 3240 h 31"/>
                  <a:gd name="T4" fmla="*/ 607 w 7"/>
                  <a:gd name="T5" fmla="*/ 3240 h 31"/>
                  <a:gd name="T6" fmla="*/ 80 w 7"/>
                  <a:gd name="T7" fmla="*/ 0 h 31"/>
                  <a:gd name="T8" fmla="*/ 0 w 7"/>
                  <a:gd name="T9" fmla="*/ 11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1">
                    <a:moveTo>
                      <a:pt x="0" y="1"/>
                    </a:moveTo>
                    <a:cubicBezTo>
                      <a:pt x="3" y="8"/>
                      <a:pt x="6" y="19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19"/>
                      <a:pt x="5" y="7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7" name="Freeform 1313">
                <a:extLst>
                  <a:ext uri="{FF2B5EF4-FFF2-40B4-BE49-F238E27FC236}">
                    <a16:creationId xmlns:a16="http://schemas.microsoft.com/office/drawing/2014/main" id="{B6CAD0BA-39FC-48D6-BEE3-4F5CB7DCA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689"/>
                <a:ext cx="39" cy="136"/>
              </a:xfrm>
              <a:custGeom>
                <a:avLst/>
                <a:gdLst>
                  <a:gd name="T0" fmla="*/ 0 w 9"/>
                  <a:gd name="T1" fmla="*/ 108 h 29"/>
                  <a:gd name="T2" fmla="*/ 732 w 9"/>
                  <a:gd name="T3" fmla="*/ 2992 h 29"/>
                  <a:gd name="T4" fmla="*/ 732 w 9"/>
                  <a:gd name="T5" fmla="*/ 2992 h 29"/>
                  <a:gd name="T6" fmla="*/ 169 w 9"/>
                  <a:gd name="T7" fmla="*/ 0 h 29"/>
                  <a:gd name="T8" fmla="*/ 0 w 9"/>
                  <a:gd name="T9" fmla="*/ 10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9">
                    <a:moveTo>
                      <a:pt x="0" y="1"/>
                    </a:moveTo>
                    <a:cubicBezTo>
                      <a:pt x="4" y="7"/>
                      <a:pt x="8" y="17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17"/>
                      <a:pt x="6" y="6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8" name="Freeform 1314">
                <a:extLst>
                  <a:ext uri="{FF2B5EF4-FFF2-40B4-BE49-F238E27FC236}">
                    <a16:creationId xmlns:a16="http://schemas.microsoft.com/office/drawing/2014/main" id="{FFA7344D-F7AA-4F75-9614-EDB96D10F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671"/>
                <a:ext cx="48" cy="117"/>
              </a:xfrm>
              <a:custGeom>
                <a:avLst/>
                <a:gdLst>
                  <a:gd name="T0" fmla="*/ 0 w 11"/>
                  <a:gd name="T1" fmla="*/ 197 h 25"/>
                  <a:gd name="T2" fmla="*/ 912 w 11"/>
                  <a:gd name="T3" fmla="*/ 2565 h 25"/>
                  <a:gd name="T4" fmla="*/ 912 w 11"/>
                  <a:gd name="T5" fmla="*/ 2565 h 25"/>
                  <a:gd name="T6" fmla="*/ 74 w 11"/>
                  <a:gd name="T7" fmla="*/ 0 h 25"/>
                  <a:gd name="T8" fmla="*/ 0 w 11"/>
                  <a:gd name="T9" fmla="*/ 19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0" y="2"/>
                    </a:moveTo>
                    <a:cubicBezTo>
                      <a:pt x="5" y="6"/>
                      <a:pt x="9" y="17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9" y="16"/>
                      <a:pt x="7" y="5"/>
                      <a:pt x="1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9" name="Freeform 1315">
                <a:extLst>
                  <a:ext uri="{FF2B5EF4-FFF2-40B4-BE49-F238E27FC236}">
                    <a16:creationId xmlns:a16="http://schemas.microsoft.com/office/drawing/2014/main" id="{C511B76C-6423-4C2F-AFFC-72B2F6080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647"/>
                <a:ext cx="57" cy="84"/>
              </a:xfrm>
              <a:custGeom>
                <a:avLst/>
                <a:gdLst>
                  <a:gd name="T0" fmla="*/ 0 w 13"/>
                  <a:gd name="T1" fmla="*/ 196 h 18"/>
                  <a:gd name="T2" fmla="*/ 1096 w 13"/>
                  <a:gd name="T3" fmla="*/ 1829 h 18"/>
                  <a:gd name="T4" fmla="*/ 1096 w 13"/>
                  <a:gd name="T5" fmla="*/ 1829 h 18"/>
                  <a:gd name="T6" fmla="*/ 79 w 13"/>
                  <a:gd name="T7" fmla="*/ 0 h 18"/>
                  <a:gd name="T8" fmla="*/ 0 w 13"/>
                  <a:gd name="T9" fmla="*/ 19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0" y="2"/>
                    </a:moveTo>
                    <a:cubicBezTo>
                      <a:pt x="6" y="5"/>
                      <a:pt x="11" y="14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1" y="14"/>
                      <a:pt x="8" y="3"/>
                      <a:pt x="1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0" name="Freeform 1316">
                <a:extLst>
                  <a:ext uri="{FF2B5EF4-FFF2-40B4-BE49-F238E27FC236}">
                    <a16:creationId xmlns:a16="http://schemas.microsoft.com/office/drawing/2014/main" id="{D2C015FA-7242-4AD4-9FE9-3ED336785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713"/>
                <a:ext cx="79" cy="178"/>
              </a:xfrm>
              <a:custGeom>
                <a:avLst/>
                <a:gdLst>
                  <a:gd name="T0" fmla="*/ 0 w 18"/>
                  <a:gd name="T1" fmla="*/ 3907 h 38"/>
                  <a:gd name="T2" fmla="*/ 0 w 18"/>
                  <a:gd name="T3" fmla="*/ 3907 h 38"/>
                  <a:gd name="T4" fmla="*/ 1523 w 18"/>
                  <a:gd name="T5" fmla="*/ 197 h 38"/>
                  <a:gd name="T6" fmla="*/ 1444 w 18"/>
                  <a:gd name="T7" fmla="*/ 0 h 38"/>
                  <a:gd name="T8" fmla="*/ 0 w 18"/>
                  <a:gd name="T9" fmla="*/ 390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8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5" y="20"/>
                      <a:pt x="12" y="7"/>
                      <a:pt x="18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8"/>
                      <a:pt x="3" y="27"/>
                      <a:pt x="0" y="3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1" name="Freeform 1317">
                <a:extLst>
                  <a:ext uri="{FF2B5EF4-FFF2-40B4-BE49-F238E27FC236}">
                    <a16:creationId xmlns:a16="http://schemas.microsoft.com/office/drawing/2014/main" id="{B8F56B09-6B77-4D9A-A850-FB390EA9A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694"/>
                <a:ext cx="101" cy="183"/>
              </a:xfrm>
              <a:custGeom>
                <a:avLst/>
                <a:gdLst>
                  <a:gd name="T0" fmla="*/ 0 w 23"/>
                  <a:gd name="T1" fmla="*/ 4031 h 39"/>
                  <a:gd name="T2" fmla="*/ 0 w 23"/>
                  <a:gd name="T3" fmla="*/ 4031 h 39"/>
                  <a:gd name="T4" fmla="*/ 1950 w 23"/>
                  <a:gd name="T5" fmla="*/ 197 h 39"/>
                  <a:gd name="T6" fmla="*/ 1871 w 23"/>
                  <a:gd name="T7" fmla="*/ 0 h 39"/>
                  <a:gd name="T8" fmla="*/ 0 w 23"/>
                  <a:gd name="T9" fmla="*/ 403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9">
                    <a:moveTo>
                      <a:pt x="0" y="39"/>
                    </a:moveTo>
                    <a:cubicBezTo>
                      <a:pt x="0" y="39"/>
                      <a:pt x="0" y="39"/>
                      <a:pt x="0" y="39"/>
                    </a:cubicBezTo>
                    <a:cubicBezTo>
                      <a:pt x="6" y="21"/>
                      <a:pt x="16" y="7"/>
                      <a:pt x="23" y="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5" y="5"/>
                      <a:pt x="6" y="21"/>
                      <a:pt x="0" y="3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2" name="Freeform 1318">
                <a:extLst>
                  <a:ext uri="{FF2B5EF4-FFF2-40B4-BE49-F238E27FC236}">
                    <a16:creationId xmlns:a16="http://schemas.microsoft.com/office/drawing/2014/main" id="{085CADD7-88CC-405B-8368-EF2C81BD7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666"/>
                <a:ext cx="119" cy="169"/>
              </a:xfrm>
              <a:custGeom>
                <a:avLst/>
                <a:gdLst>
                  <a:gd name="T0" fmla="*/ 0 w 27"/>
                  <a:gd name="T1" fmla="*/ 3723 h 36"/>
                  <a:gd name="T2" fmla="*/ 0 w 27"/>
                  <a:gd name="T3" fmla="*/ 3723 h 36"/>
                  <a:gd name="T4" fmla="*/ 2309 w 27"/>
                  <a:gd name="T5" fmla="*/ 108 h 36"/>
                  <a:gd name="T6" fmla="*/ 2235 w 27"/>
                  <a:gd name="T7" fmla="*/ 0 h 36"/>
                  <a:gd name="T8" fmla="*/ 0 w 27"/>
                  <a:gd name="T9" fmla="*/ 372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36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8" y="18"/>
                      <a:pt x="20" y="5"/>
                      <a:pt x="27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8" y="4"/>
                      <a:pt x="7" y="20"/>
                      <a:pt x="0" y="3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3" name="Freeform 1319">
                <a:extLst>
                  <a:ext uri="{FF2B5EF4-FFF2-40B4-BE49-F238E27FC236}">
                    <a16:creationId xmlns:a16="http://schemas.microsoft.com/office/drawing/2014/main" id="{2F0400A1-8346-44AA-88BE-59496EEE3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633"/>
                <a:ext cx="153" cy="178"/>
              </a:xfrm>
              <a:custGeom>
                <a:avLst/>
                <a:gdLst>
                  <a:gd name="T0" fmla="*/ 0 w 35"/>
                  <a:gd name="T1" fmla="*/ 3907 h 38"/>
                  <a:gd name="T2" fmla="*/ 0 w 35"/>
                  <a:gd name="T3" fmla="*/ 3907 h 38"/>
                  <a:gd name="T4" fmla="*/ 2924 w 35"/>
                  <a:gd name="T5" fmla="*/ 197 h 38"/>
                  <a:gd name="T6" fmla="*/ 2846 w 35"/>
                  <a:gd name="T7" fmla="*/ 0 h 38"/>
                  <a:gd name="T8" fmla="*/ 0 w 35"/>
                  <a:gd name="T9" fmla="*/ 390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8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10" y="18"/>
                      <a:pt x="27" y="4"/>
                      <a:pt x="35" y="2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3"/>
                      <a:pt x="11" y="17"/>
                      <a:pt x="0" y="3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4" name="Freeform 1320">
                <a:extLst>
                  <a:ext uri="{FF2B5EF4-FFF2-40B4-BE49-F238E27FC236}">
                    <a16:creationId xmlns:a16="http://schemas.microsoft.com/office/drawing/2014/main" id="{58AF04CF-1568-4004-98BC-BFE86D1C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441"/>
                <a:ext cx="224" cy="117"/>
              </a:xfrm>
              <a:custGeom>
                <a:avLst/>
                <a:gdLst>
                  <a:gd name="T0" fmla="*/ 0 w 51"/>
                  <a:gd name="T1" fmla="*/ 2565 h 25"/>
                  <a:gd name="T2" fmla="*/ 0 w 51"/>
                  <a:gd name="T3" fmla="*/ 2565 h 25"/>
                  <a:gd name="T4" fmla="*/ 4322 w 51"/>
                  <a:gd name="T5" fmla="*/ 197 h 25"/>
                  <a:gd name="T6" fmla="*/ 4322 w 51"/>
                  <a:gd name="T7" fmla="*/ 0 h 25"/>
                  <a:gd name="T8" fmla="*/ 0 w 51"/>
                  <a:gd name="T9" fmla="*/ 256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5">
                    <a:moveTo>
                      <a:pt x="0" y="25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3" y="11"/>
                      <a:pt x="34" y="3"/>
                      <a:pt x="51" y="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33" y="1"/>
                      <a:pt x="13" y="11"/>
                      <a:pt x="0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5" name="Freeform 1321">
                <a:extLst>
                  <a:ext uri="{FF2B5EF4-FFF2-40B4-BE49-F238E27FC236}">
                    <a16:creationId xmlns:a16="http://schemas.microsoft.com/office/drawing/2014/main" id="{C873C287-9A0E-47A3-842F-44BA3B6BF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376"/>
                <a:ext cx="224" cy="117"/>
              </a:xfrm>
              <a:custGeom>
                <a:avLst/>
                <a:gdLst>
                  <a:gd name="T0" fmla="*/ 0 w 51"/>
                  <a:gd name="T1" fmla="*/ 2565 h 25"/>
                  <a:gd name="T2" fmla="*/ 0 w 51"/>
                  <a:gd name="T3" fmla="*/ 2565 h 25"/>
                  <a:gd name="T4" fmla="*/ 4322 w 51"/>
                  <a:gd name="T5" fmla="*/ 197 h 25"/>
                  <a:gd name="T6" fmla="*/ 4322 w 51"/>
                  <a:gd name="T7" fmla="*/ 0 h 25"/>
                  <a:gd name="T8" fmla="*/ 0 w 51"/>
                  <a:gd name="T9" fmla="*/ 256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5">
                    <a:moveTo>
                      <a:pt x="0" y="25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3" y="12"/>
                      <a:pt x="34" y="3"/>
                      <a:pt x="51" y="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33" y="1"/>
                      <a:pt x="14" y="11"/>
                      <a:pt x="0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6" name="Freeform 1322">
                <a:extLst>
                  <a:ext uri="{FF2B5EF4-FFF2-40B4-BE49-F238E27FC236}">
                    <a16:creationId xmlns:a16="http://schemas.microsoft.com/office/drawing/2014/main" id="{F1E92ADA-8A22-424C-80DE-587F058EB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497"/>
                <a:ext cx="220" cy="141"/>
              </a:xfrm>
              <a:custGeom>
                <a:avLst/>
                <a:gdLst>
                  <a:gd name="T0" fmla="*/ 0 w 50"/>
                  <a:gd name="T1" fmla="*/ 3116 h 30"/>
                  <a:gd name="T2" fmla="*/ 0 w 50"/>
                  <a:gd name="T3" fmla="*/ 3116 h 30"/>
                  <a:gd name="T4" fmla="*/ 4259 w 50"/>
                  <a:gd name="T5" fmla="*/ 197 h 30"/>
                  <a:gd name="T6" fmla="*/ 4259 w 50"/>
                  <a:gd name="T7" fmla="*/ 0 h 30"/>
                  <a:gd name="T8" fmla="*/ 0 w 50"/>
                  <a:gd name="T9" fmla="*/ 311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13" y="12"/>
                      <a:pt x="36" y="3"/>
                      <a:pt x="50" y="2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33" y="1"/>
                      <a:pt x="12" y="14"/>
                      <a:pt x="0" y="3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7" name="Freeform 1323">
                <a:extLst>
                  <a:ext uri="{FF2B5EF4-FFF2-40B4-BE49-F238E27FC236}">
                    <a16:creationId xmlns:a16="http://schemas.microsoft.com/office/drawing/2014/main" id="{CF8D8D9F-3654-47DF-B581-E325C73FE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549"/>
                <a:ext cx="198" cy="154"/>
              </a:xfrm>
              <a:custGeom>
                <a:avLst/>
                <a:gdLst>
                  <a:gd name="T0" fmla="*/ 0 w 45"/>
                  <a:gd name="T1" fmla="*/ 3355 h 33"/>
                  <a:gd name="T2" fmla="*/ 0 w 45"/>
                  <a:gd name="T3" fmla="*/ 3355 h 33"/>
                  <a:gd name="T4" fmla="*/ 3832 w 45"/>
                  <a:gd name="T5" fmla="*/ 196 h 33"/>
                  <a:gd name="T6" fmla="*/ 3832 w 45"/>
                  <a:gd name="T7" fmla="*/ 0 h 33"/>
                  <a:gd name="T8" fmla="*/ 0 w 45"/>
                  <a:gd name="T9" fmla="*/ 335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3">
                    <a:moveTo>
                      <a:pt x="0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12" y="15"/>
                      <a:pt x="33" y="3"/>
                      <a:pt x="45" y="2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2" y="1"/>
                      <a:pt x="12" y="14"/>
                      <a:pt x="0" y="3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8" name="Freeform 1324">
                <a:extLst>
                  <a:ext uri="{FF2B5EF4-FFF2-40B4-BE49-F238E27FC236}">
                    <a16:creationId xmlns:a16="http://schemas.microsoft.com/office/drawing/2014/main" id="{CDEE633A-E2B0-4012-82AE-F45365B20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596"/>
                <a:ext cx="171" cy="164"/>
              </a:xfrm>
              <a:custGeom>
                <a:avLst/>
                <a:gdLst>
                  <a:gd name="T0" fmla="*/ 0 w 39"/>
                  <a:gd name="T1" fmla="*/ 3599 h 35"/>
                  <a:gd name="T2" fmla="*/ 0 w 39"/>
                  <a:gd name="T3" fmla="*/ 3599 h 35"/>
                  <a:gd name="T4" fmla="*/ 3288 w 39"/>
                  <a:gd name="T5" fmla="*/ 197 h 35"/>
                  <a:gd name="T6" fmla="*/ 3288 w 39"/>
                  <a:gd name="T7" fmla="*/ 0 h 35"/>
                  <a:gd name="T8" fmla="*/ 0 w 39"/>
                  <a:gd name="T9" fmla="*/ 359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0" y="35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12" y="14"/>
                      <a:pt x="32" y="3"/>
                      <a:pt x="39" y="2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2" y="1"/>
                      <a:pt x="13" y="12"/>
                      <a:pt x="0" y="3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06" name="Group 1388">
              <a:extLst>
                <a:ext uri="{FF2B5EF4-FFF2-40B4-BE49-F238E27FC236}">
                  <a16:creationId xmlns:a16="http://schemas.microsoft.com/office/drawing/2014/main" id="{96D0EBCE-589C-4EB9-8B8C-F765AC6173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963" y="1524000"/>
              <a:ext cx="360362" cy="566738"/>
              <a:chOff x="1202" y="1162"/>
              <a:chExt cx="768" cy="1221"/>
            </a:xfrm>
          </p:grpSpPr>
          <p:pic>
            <p:nvPicPr>
              <p:cNvPr id="128125" name="Picture 1389" descr="Image1">
                <a:extLst>
                  <a:ext uri="{FF2B5EF4-FFF2-40B4-BE49-F238E27FC236}">
                    <a16:creationId xmlns:a16="http://schemas.microsoft.com/office/drawing/2014/main" id="{29EC1DF0-AE15-431F-BFB6-380D361F87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60616"/>
              <a:stretch>
                <a:fillRect/>
              </a:stretch>
            </p:blipFill>
            <p:spPr bwMode="auto">
              <a:xfrm>
                <a:off x="1202" y="1162"/>
                <a:ext cx="541" cy="1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8126" name="Picture 1390" descr="Image1">
                <a:extLst>
                  <a:ext uri="{FF2B5EF4-FFF2-40B4-BE49-F238E27FC236}">
                    <a16:creationId xmlns:a16="http://schemas.microsoft.com/office/drawing/2014/main" id="{666AD229-7D89-4F64-BB90-69F22FED92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64404"/>
              <a:stretch>
                <a:fillRect/>
              </a:stretch>
            </p:blipFill>
            <p:spPr bwMode="auto">
              <a:xfrm>
                <a:off x="1519" y="1162"/>
                <a:ext cx="451" cy="1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6807" name="Group 1391">
              <a:extLst>
                <a:ext uri="{FF2B5EF4-FFF2-40B4-BE49-F238E27FC236}">
                  <a16:creationId xmlns:a16="http://schemas.microsoft.com/office/drawing/2014/main" id="{999FAC8E-FDAC-4DED-A56E-1D5CE64FA1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9175" y="1905000"/>
              <a:ext cx="792163" cy="944563"/>
              <a:chOff x="512" y="771"/>
              <a:chExt cx="2391" cy="2848"/>
            </a:xfrm>
          </p:grpSpPr>
          <p:sp>
            <p:nvSpPr>
              <p:cNvPr id="128012" name="Freeform 1392">
                <a:extLst>
                  <a:ext uri="{FF2B5EF4-FFF2-40B4-BE49-F238E27FC236}">
                    <a16:creationId xmlns:a16="http://schemas.microsoft.com/office/drawing/2014/main" id="{31A61988-F1E9-4184-9D52-A6FE5825D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1385"/>
                <a:ext cx="374" cy="633"/>
              </a:xfrm>
              <a:custGeom>
                <a:avLst/>
                <a:gdLst>
                  <a:gd name="T0" fmla="*/ 0 w 225"/>
                  <a:gd name="T1" fmla="*/ 0 h 380"/>
                  <a:gd name="T2" fmla="*/ 42 w 225"/>
                  <a:gd name="T3" fmla="*/ 1458 h 380"/>
                  <a:gd name="T4" fmla="*/ 997 w 225"/>
                  <a:gd name="T5" fmla="*/ 1124 h 380"/>
                  <a:gd name="T6" fmla="*/ 1034 w 225"/>
                  <a:gd name="T7" fmla="*/ 0 h 380"/>
                  <a:gd name="T8" fmla="*/ 0 w 225"/>
                  <a:gd name="T9" fmla="*/ 0 h 3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5" h="380">
                    <a:moveTo>
                      <a:pt x="0" y="0"/>
                    </a:moveTo>
                    <a:cubicBezTo>
                      <a:pt x="0" y="0"/>
                      <a:pt x="14" y="271"/>
                      <a:pt x="9" y="315"/>
                    </a:cubicBezTo>
                    <a:cubicBezTo>
                      <a:pt x="9" y="315"/>
                      <a:pt x="104" y="380"/>
                      <a:pt x="217" y="243"/>
                    </a:cubicBezTo>
                    <a:cubicBezTo>
                      <a:pt x="225" y="0"/>
                      <a:pt x="225" y="0"/>
                      <a:pt x="22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3" name="Freeform 1393">
                <a:extLst>
                  <a:ext uri="{FF2B5EF4-FFF2-40B4-BE49-F238E27FC236}">
                    <a16:creationId xmlns:a16="http://schemas.microsoft.com/office/drawing/2014/main" id="{4B90A241-E469-406E-A55B-96A1DE92B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771"/>
                <a:ext cx="1121" cy="1134"/>
              </a:xfrm>
              <a:custGeom>
                <a:avLst/>
                <a:gdLst>
                  <a:gd name="T0" fmla="*/ 313 w 673"/>
                  <a:gd name="T1" fmla="*/ 3042 h 680"/>
                  <a:gd name="T2" fmla="*/ 408 w 673"/>
                  <a:gd name="T3" fmla="*/ 1558 h 680"/>
                  <a:gd name="T4" fmla="*/ 721 w 673"/>
                  <a:gd name="T5" fmla="*/ 389 h 680"/>
                  <a:gd name="T6" fmla="*/ 1238 w 673"/>
                  <a:gd name="T7" fmla="*/ 222 h 680"/>
                  <a:gd name="T8" fmla="*/ 1589 w 673"/>
                  <a:gd name="T9" fmla="*/ 575 h 680"/>
                  <a:gd name="T10" fmla="*/ 1979 w 673"/>
                  <a:gd name="T11" fmla="*/ 0 h 680"/>
                  <a:gd name="T12" fmla="*/ 2237 w 673"/>
                  <a:gd name="T13" fmla="*/ 187 h 680"/>
                  <a:gd name="T14" fmla="*/ 2200 w 673"/>
                  <a:gd name="T15" fmla="*/ 592 h 680"/>
                  <a:gd name="T16" fmla="*/ 2494 w 673"/>
                  <a:gd name="T17" fmla="*/ 222 h 680"/>
                  <a:gd name="T18" fmla="*/ 2827 w 673"/>
                  <a:gd name="T19" fmla="*/ 425 h 680"/>
                  <a:gd name="T20" fmla="*/ 2727 w 673"/>
                  <a:gd name="T21" fmla="*/ 654 h 680"/>
                  <a:gd name="T22" fmla="*/ 2772 w 673"/>
                  <a:gd name="T23" fmla="*/ 951 h 680"/>
                  <a:gd name="T24" fmla="*/ 3042 w 673"/>
                  <a:gd name="T25" fmla="*/ 2008 h 680"/>
                  <a:gd name="T26" fmla="*/ 1637 w 673"/>
                  <a:gd name="T27" fmla="*/ 1854 h 680"/>
                  <a:gd name="T28" fmla="*/ 1368 w 673"/>
                  <a:gd name="T29" fmla="*/ 3154 h 680"/>
                  <a:gd name="T30" fmla="*/ 313 w 673"/>
                  <a:gd name="T31" fmla="*/ 3042 h 68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73" h="680">
                    <a:moveTo>
                      <a:pt x="68" y="656"/>
                    </a:moveTo>
                    <a:cubicBezTo>
                      <a:pt x="68" y="656"/>
                      <a:pt x="0" y="460"/>
                      <a:pt x="88" y="336"/>
                    </a:cubicBezTo>
                    <a:cubicBezTo>
                      <a:pt x="176" y="212"/>
                      <a:pt x="192" y="140"/>
                      <a:pt x="156" y="84"/>
                    </a:cubicBezTo>
                    <a:cubicBezTo>
                      <a:pt x="156" y="84"/>
                      <a:pt x="224" y="28"/>
                      <a:pt x="268" y="48"/>
                    </a:cubicBezTo>
                    <a:cubicBezTo>
                      <a:pt x="268" y="48"/>
                      <a:pt x="287" y="124"/>
                      <a:pt x="344" y="124"/>
                    </a:cubicBezTo>
                    <a:cubicBezTo>
                      <a:pt x="372" y="124"/>
                      <a:pt x="392" y="0"/>
                      <a:pt x="428" y="0"/>
                    </a:cubicBezTo>
                    <a:cubicBezTo>
                      <a:pt x="428" y="0"/>
                      <a:pt x="472" y="4"/>
                      <a:pt x="484" y="40"/>
                    </a:cubicBezTo>
                    <a:cubicBezTo>
                      <a:pt x="484" y="40"/>
                      <a:pt x="448" y="120"/>
                      <a:pt x="476" y="128"/>
                    </a:cubicBezTo>
                    <a:cubicBezTo>
                      <a:pt x="504" y="136"/>
                      <a:pt x="540" y="48"/>
                      <a:pt x="540" y="48"/>
                    </a:cubicBezTo>
                    <a:cubicBezTo>
                      <a:pt x="540" y="48"/>
                      <a:pt x="584" y="36"/>
                      <a:pt x="612" y="92"/>
                    </a:cubicBezTo>
                    <a:cubicBezTo>
                      <a:pt x="612" y="92"/>
                      <a:pt x="609" y="120"/>
                      <a:pt x="590" y="141"/>
                    </a:cubicBezTo>
                    <a:cubicBezTo>
                      <a:pt x="571" y="162"/>
                      <a:pt x="575" y="181"/>
                      <a:pt x="600" y="205"/>
                    </a:cubicBezTo>
                    <a:cubicBezTo>
                      <a:pt x="625" y="229"/>
                      <a:pt x="673" y="282"/>
                      <a:pt x="658" y="433"/>
                    </a:cubicBezTo>
                    <a:cubicBezTo>
                      <a:pt x="658" y="433"/>
                      <a:pt x="468" y="312"/>
                      <a:pt x="354" y="400"/>
                    </a:cubicBezTo>
                    <a:cubicBezTo>
                      <a:pt x="240" y="488"/>
                      <a:pt x="296" y="680"/>
                      <a:pt x="296" y="680"/>
                    </a:cubicBezTo>
                    <a:cubicBezTo>
                      <a:pt x="296" y="680"/>
                      <a:pt x="180" y="562"/>
                      <a:pt x="68" y="656"/>
                    </a:cubicBezTo>
                    <a:close/>
                  </a:path>
                </a:pathLst>
              </a:custGeom>
              <a:solidFill>
                <a:srgbClr val="F15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4" name="Freeform 1394">
                <a:extLst>
                  <a:ext uri="{FF2B5EF4-FFF2-40B4-BE49-F238E27FC236}">
                    <a16:creationId xmlns:a16="http://schemas.microsoft.com/office/drawing/2014/main" id="{86773044-3537-45EA-BB99-82F993413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187"/>
                <a:ext cx="896" cy="751"/>
              </a:xfrm>
              <a:custGeom>
                <a:avLst/>
                <a:gdLst>
                  <a:gd name="T0" fmla="*/ 2410 w 538"/>
                  <a:gd name="T1" fmla="*/ 466 h 451"/>
                  <a:gd name="T2" fmla="*/ 2022 w 538"/>
                  <a:gd name="T3" fmla="*/ 88 h 451"/>
                  <a:gd name="T4" fmla="*/ 1229 w 538"/>
                  <a:gd name="T5" fmla="*/ 213 h 451"/>
                  <a:gd name="T6" fmla="*/ 849 w 538"/>
                  <a:gd name="T7" fmla="*/ 749 h 451"/>
                  <a:gd name="T8" fmla="*/ 738 w 538"/>
                  <a:gd name="T9" fmla="*/ 1312 h 451"/>
                  <a:gd name="T10" fmla="*/ 172 w 538"/>
                  <a:gd name="T11" fmla="*/ 1783 h 451"/>
                  <a:gd name="T12" fmla="*/ 1146 w 538"/>
                  <a:gd name="T13" fmla="*/ 1938 h 451"/>
                  <a:gd name="T14" fmla="*/ 1501 w 538"/>
                  <a:gd name="T15" fmla="*/ 1354 h 451"/>
                  <a:gd name="T16" fmla="*/ 1854 w 538"/>
                  <a:gd name="T17" fmla="*/ 1001 h 451"/>
                  <a:gd name="T18" fmla="*/ 2172 w 538"/>
                  <a:gd name="T19" fmla="*/ 868 h 451"/>
                  <a:gd name="T20" fmla="*/ 2435 w 538"/>
                  <a:gd name="T21" fmla="*/ 659 h 451"/>
                  <a:gd name="T22" fmla="*/ 2425 w 538"/>
                  <a:gd name="T23" fmla="*/ 471 h 4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8" h="451">
                    <a:moveTo>
                      <a:pt x="522" y="101"/>
                    </a:moveTo>
                    <a:cubicBezTo>
                      <a:pt x="513" y="64"/>
                      <a:pt x="473" y="30"/>
                      <a:pt x="438" y="19"/>
                    </a:cubicBezTo>
                    <a:cubicBezTo>
                      <a:pt x="377" y="0"/>
                      <a:pt x="317" y="5"/>
                      <a:pt x="266" y="46"/>
                    </a:cubicBezTo>
                    <a:cubicBezTo>
                      <a:pt x="228" y="75"/>
                      <a:pt x="200" y="115"/>
                      <a:pt x="184" y="162"/>
                    </a:cubicBezTo>
                    <a:cubicBezTo>
                      <a:pt x="171" y="202"/>
                      <a:pt x="160" y="245"/>
                      <a:pt x="160" y="284"/>
                    </a:cubicBezTo>
                    <a:cubicBezTo>
                      <a:pt x="160" y="335"/>
                      <a:pt x="0" y="272"/>
                      <a:pt x="37" y="386"/>
                    </a:cubicBezTo>
                    <a:cubicBezTo>
                      <a:pt x="50" y="426"/>
                      <a:pt x="224" y="451"/>
                      <a:pt x="248" y="420"/>
                    </a:cubicBezTo>
                    <a:cubicBezTo>
                      <a:pt x="278" y="380"/>
                      <a:pt x="299" y="335"/>
                      <a:pt x="325" y="293"/>
                    </a:cubicBezTo>
                    <a:cubicBezTo>
                      <a:pt x="345" y="261"/>
                      <a:pt x="369" y="237"/>
                      <a:pt x="401" y="217"/>
                    </a:cubicBezTo>
                    <a:cubicBezTo>
                      <a:pt x="423" y="203"/>
                      <a:pt x="447" y="198"/>
                      <a:pt x="470" y="188"/>
                    </a:cubicBezTo>
                    <a:cubicBezTo>
                      <a:pt x="491" y="178"/>
                      <a:pt x="517" y="165"/>
                      <a:pt x="527" y="143"/>
                    </a:cubicBezTo>
                    <a:cubicBezTo>
                      <a:pt x="534" y="128"/>
                      <a:pt x="538" y="113"/>
                      <a:pt x="525" y="102"/>
                    </a:cubicBezTo>
                  </a:path>
                </a:pathLst>
              </a:custGeom>
              <a:solidFill>
                <a:srgbClr val="E12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5" name="Freeform 1395">
                <a:extLst>
                  <a:ext uri="{FF2B5EF4-FFF2-40B4-BE49-F238E27FC236}">
                    <a16:creationId xmlns:a16="http://schemas.microsoft.com/office/drawing/2014/main" id="{3692D1B3-29B6-4B89-B7AC-2350FE6D7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3009"/>
                <a:ext cx="368" cy="542"/>
              </a:xfrm>
              <a:custGeom>
                <a:avLst/>
                <a:gdLst>
                  <a:gd name="T0" fmla="*/ 0 w 221"/>
                  <a:gd name="T1" fmla="*/ 0 h 325"/>
                  <a:gd name="T2" fmla="*/ 145 w 221"/>
                  <a:gd name="T3" fmla="*/ 1196 h 325"/>
                  <a:gd name="T4" fmla="*/ 1021 w 221"/>
                  <a:gd name="T5" fmla="*/ 1126 h 325"/>
                  <a:gd name="T6" fmla="*/ 1014 w 221"/>
                  <a:gd name="T7" fmla="*/ 487 h 325"/>
                  <a:gd name="T8" fmla="*/ 0 w 221"/>
                  <a:gd name="T9" fmla="*/ 0 h 3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325">
                    <a:moveTo>
                      <a:pt x="0" y="0"/>
                    </a:moveTo>
                    <a:cubicBezTo>
                      <a:pt x="0" y="0"/>
                      <a:pt x="37" y="181"/>
                      <a:pt x="31" y="258"/>
                    </a:cubicBezTo>
                    <a:cubicBezTo>
                      <a:pt x="31" y="258"/>
                      <a:pt x="151" y="325"/>
                      <a:pt x="221" y="243"/>
                    </a:cubicBezTo>
                    <a:cubicBezTo>
                      <a:pt x="221" y="243"/>
                      <a:pt x="211" y="181"/>
                      <a:pt x="220" y="105"/>
                    </a:cubicBezTo>
                    <a:cubicBezTo>
                      <a:pt x="220" y="105"/>
                      <a:pt x="66" y="4"/>
                      <a:pt x="0" y="0"/>
                    </a:cubicBezTo>
                    <a:close/>
                  </a:path>
                </a:pathLst>
              </a:custGeom>
              <a:solidFill>
                <a:srgbClr val="A4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6" name="Freeform 1396">
                <a:extLst>
                  <a:ext uri="{FF2B5EF4-FFF2-40B4-BE49-F238E27FC236}">
                    <a16:creationId xmlns:a16="http://schemas.microsoft.com/office/drawing/2014/main" id="{E5A5943D-7DBD-4F5C-9A27-A9BB924AA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3007"/>
                <a:ext cx="370" cy="542"/>
              </a:xfrm>
              <a:custGeom>
                <a:avLst/>
                <a:gdLst>
                  <a:gd name="T0" fmla="*/ 0 w 222"/>
                  <a:gd name="T1" fmla="*/ 0 h 325"/>
                  <a:gd name="T2" fmla="*/ 145 w 222"/>
                  <a:gd name="T3" fmla="*/ 1196 h 325"/>
                  <a:gd name="T4" fmla="*/ 1028 w 222"/>
                  <a:gd name="T5" fmla="*/ 1132 h 325"/>
                  <a:gd name="T6" fmla="*/ 1022 w 222"/>
                  <a:gd name="T7" fmla="*/ 487 h 325"/>
                  <a:gd name="T8" fmla="*/ 0 w 222"/>
                  <a:gd name="T9" fmla="*/ 0 h 3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2" h="325">
                    <a:moveTo>
                      <a:pt x="0" y="0"/>
                    </a:moveTo>
                    <a:cubicBezTo>
                      <a:pt x="0" y="0"/>
                      <a:pt x="38" y="181"/>
                      <a:pt x="31" y="258"/>
                    </a:cubicBezTo>
                    <a:cubicBezTo>
                      <a:pt x="31" y="258"/>
                      <a:pt x="152" y="325"/>
                      <a:pt x="222" y="244"/>
                    </a:cubicBezTo>
                    <a:cubicBezTo>
                      <a:pt x="222" y="244"/>
                      <a:pt x="212" y="181"/>
                      <a:pt x="221" y="105"/>
                    </a:cubicBezTo>
                    <a:cubicBezTo>
                      <a:pt x="221" y="105"/>
                      <a:pt x="66" y="4"/>
                      <a:pt x="0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7" name="Freeform 1397">
                <a:extLst>
                  <a:ext uri="{FF2B5EF4-FFF2-40B4-BE49-F238E27FC236}">
                    <a16:creationId xmlns:a16="http://schemas.microsoft.com/office/drawing/2014/main" id="{B10936F0-2EC4-4CE9-8ABC-4A93EFF66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1870"/>
                <a:ext cx="2152" cy="1749"/>
              </a:xfrm>
              <a:custGeom>
                <a:avLst/>
                <a:gdLst>
                  <a:gd name="T0" fmla="*/ 3984 w 1292"/>
                  <a:gd name="T1" fmla="*/ 439 h 1049"/>
                  <a:gd name="T2" fmla="*/ 5032 w 1292"/>
                  <a:gd name="T3" fmla="*/ 1987 h 1049"/>
                  <a:gd name="T4" fmla="*/ 5032 w 1292"/>
                  <a:gd name="T5" fmla="*/ 4390 h 1049"/>
                  <a:gd name="T6" fmla="*/ 3756 w 1292"/>
                  <a:gd name="T7" fmla="*/ 4703 h 1049"/>
                  <a:gd name="T8" fmla="*/ 526 w 1292"/>
                  <a:gd name="T9" fmla="*/ 3208 h 1049"/>
                  <a:gd name="T10" fmla="*/ 1804 w 1292"/>
                  <a:gd name="T11" fmla="*/ 472 h 1049"/>
                  <a:gd name="T12" fmla="*/ 3984 w 1292"/>
                  <a:gd name="T13" fmla="*/ 439 h 10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2" h="1049">
                    <a:moveTo>
                      <a:pt x="862" y="95"/>
                    </a:moveTo>
                    <a:cubicBezTo>
                      <a:pt x="862" y="95"/>
                      <a:pt x="1044" y="177"/>
                      <a:pt x="1089" y="429"/>
                    </a:cubicBezTo>
                    <a:cubicBezTo>
                      <a:pt x="1135" y="682"/>
                      <a:pt x="1292" y="820"/>
                      <a:pt x="1089" y="947"/>
                    </a:cubicBezTo>
                    <a:cubicBezTo>
                      <a:pt x="952" y="1034"/>
                      <a:pt x="950" y="1049"/>
                      <a:pt x="813" y="1015"/>
                    </a:cubicBezTo>
                    <a:cubicBezTo>
                      <a:pt x="701" y="987"/>
                      <a:pt x="227" y="933"/>
                      <a:pt x="114" y="692"/>
                    </a:cubicBezTo>
                    <a:cubicBezTo>
                      <a:pt x="0" y="451"/>
                      <a:pt x="195" y="195"/>
                      <a:pt x="390" y="102"/>
                    </a:cubicBezTo>
                    <a:cubicBezTo>
                      <a:pt x="604" y="0"/>
                      <a:pt x="862" y="95"/>
                      <a:pt x="862" y="95"/>
                    </a:cubicBezTo>
                    <a:close/>
                  </a:path>
                </a:pathLst>
              </a:custGeom>
              <a:solidFill>
                <a:srgbClr val="EDD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8" name="Freeform 1398">
                <a:extLst>
                  <a:ext uri="{FF2B5EF4-FFF2-40B4-BE49-F238E27FC236}">
                    <a16:creationId xmlns:a16="http://schemas.microsoft.com/office/drawing/2014/main" id="{D917839B-916E-453F-8072-63F5A399E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070"/>
                <a:ext cx="333" cy="549"/>
              </a:xfrm>
              <a:custGeom>
                <a:avLst/>
                <a:gdLst>
                  <a:gd name="T0" fmla="*/ 0 w 200"/>
                  <a:gd name="T1" fmla="*/ 0 h 329"/>
                  <a:gd name="T2" fmla="*/ 922 w 200"/>
                  <a:gd name="T3" fmla="*/ 1529 h 329"/>
                  <a:gd name="T4" fmla="*/ 0 w 200"/>
                  <a:gd name="T5" fmla="*/ 0 h 3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0" h="329">
                    <a:moveTo>
                      <a:pt x="0" y="0"/>
                    </a:moveTo>
                    <a:cubicBezTo>
                      <a:pt x="0" y="0"/>
                      <a:pt x="159" y="86"/>
                      <a:pt x="200" y="329"/>
                    </a:cubicBezTo>
                    <a:cubicBezTo>
                      <a:pt x="200" y="329"/>
                      <a:pt x="110" y="101"/>
                      <a:pt x="0" y="0"/>
                    </a:cubicBezTo>
                    <a:close/>
                  </a:path>
                </a:pathLst>
              </a:custGeom>
              <a:solidFill>
                <a:srgbClr val="F0E9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9" name="Freeform 1399">
                <a:extLst>
                  <a:ext uri="{FF2B5EF4-FFF2-40B4-BE49-F238E27FC236}">
                    <a16:creationId xmlns:a16="http://schemas.microsoft.com/office/drawing/2014/main" id="{24A01277-27B0-4D91-A65A-3BBD318DB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127"/>
                <a:ext cx="226" cy="388"/>
              </a:xfrm>
              <a:custGeom>
                <a:avLst/>
                <a:gdLst>
                  <a:gd name="T0" fmla="*/ 0 w 136"/>
                  <a:gd name="T1" fmla="*/ 0 h 233"/>
                  <a:gd name="T2" fmla="*/ 625 w 136"/>
                  <a:gd name="T3" fmla="*/ 1076 h 233"/>
                  <a:gd name="T4" fmla="*/ 0 w 136"/>
                  <a:gd name="T5" fmla="*/ 0 h 2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233">
                    <a:moveTo>
                      <a:pt x="0" y="0"/>
                    </a:moveTo>
                    <a:cubicBezTo>
                      <a:pt x="0" y="0"/>
                      <a:pt x="99" y="87"/>
                      <a:pt x="136" y="233"/>
                    </a:cubicBezTo>
                    <a:cubicBezTo>
                      <a:pt x="136" y="233"/>
                      <a:pt x="86" y="9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0" name="Freeform 1400">
                <a:extLst>
                  <a:ext uri="{FF2B5EF4-FFF2-40B4-BE49-F238E27FC236}">
                    <a16:creationId xmlns:a16="http://schemas.microsoft.com/office/drawing/2014/main" id="{F07A443D-F257-4FAF-BC0C-C10C1569B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977"/>
                <a:ext cx="680" cy="1425"/>
              </a:xfrm>
              <a:custGeom>
                <a:avLst/>
                <a:gdLst>
                  <a:gd name="T0" fmla="*/ 833 w 408"/>
                  <a:gd name="T1" fmla="*/ 412 h 855"/>
                  <a:gd name="T2" fmla="*/ 1472 w 408"/>
                  <a:gd name="T3" fmla="*/ 630 h 855"/>
                  <a:gd name="T4" fmla="*/ 1550 w 408"/>
                  <a:gd name="T5" fmla="*/ 755 h 855"/>
                  <a:gd name="T6" fmla="*/ 1522 w 408"/>
                  <a:gd name="T7" fmla="*/ 745 h 855"/>
                  <a:gd name="T8" fmla="*/ 825 w 408"/>
                  <a:gd name="T9" fmla="*/ 472 h 855"/>
                  <a:gd name="T10" fmla="*/ 338 w 408"/>
                  <a:gd name="T11" fmla="*/ 342 h 855"/>
                  <a:gd name="T12" fmla="*/ 695 w 408"/>
                  <a:gd name="T13" fmla="*/ 575 h 855"/>
                  <a:gd name="T14" fmla="*/ 1055 w 408"/>
                  <a:gd name="T15" fmla="*/ 1167 h 855"/>
                  <a:gd name="T16" fmla="*/ 1445 w 408"/>
                  <a:gd name="T17" fmla="*/ 1492 h 855"/>
                  <a:gd name="T18" fmla="*/ 1633 w 408"/>
                  <a:gd name="T19" fmla="*/ 1717 h 855"/>
                  <a:gd name="T20" fmla="*/ 1408 w 408"/>
                  <a:gd name="T21" fmla="*/ 1478 h 855"/>
                  <a:gd name="T22" fmla="*/ 1005 w 408"/>
                  <a:gd name="T23" fmla="*/ 1167 h 855"/>
                  <a:gd name="T24" fmla="*/ 825 w 408"/>
                  <a:gd name="T25" fmla="*/ 792 h 855"/>
                  <a:gd name="T26" fmla="*/ 778 w 408"/>
                  <a:gd name="T27" fmla="*/ 980 h 855"/>
                  <a:gd name="T28" fmla="*/ 787 w 408"/>
                  <a:gd name="T29" fmla="*/ 1445 h 855"/>
                  <a:gd name="T30" fmla="*/ 1062 w 408"/>
                  <a:gd name="T31" fmla="*/ 1978 h 855"/>
                  <a:gd name="T32" fmla="*/ 1370 w 408"/>
                  <a:gd name="T33" fmla="*/ 2213 h 855"/>
                  <a:gd name="T34" fmla="*/ 1728 w 408"/>
                  <a:gd name="T35" fmla="*/ 2425 h 855"/>
                  <a:gd name="T36" fmla="*/ 1880 w 408"/>
                  <a:gd name="T37" fmla="*/ 2453 h 855"/>
                  <a:gd name="T38" fmla="*/ 1703 w 408"/>
                  <a:gd name="T39" fmla="*/ 2453 h 855"/>
                  <a:gd name="T40" fmla="*/ 1375 w 408"/>
                  <a:gd name="T41" fmla="*/ 2255 h 855"/>
                  <a:gd name="T42" fmla="*/ 1133 w 408"/>
                  <a:gd name="T43" fmla="*/ 2175 h 855"/>
                  <a:gd name="T44" fmla="*/ 1195 w 408"/>
                  <a:gd name="T45" fmla="*/ 2555 h 855"/>
                  <a:gd name="T46" fmla="*/ 1338 w 408"/>
                  <a:gd name="T47" fmla="*/ 2888 h 855"/>
                  <a:gd name="T48" fmla="*/ 1770 w 408"/>
                  <a:gd name="T49" fmla="*/ 3550 h 855"/>
                  <a:gd name="T50" fmla="*/ 1888 w 408"/>
                  <a:gd name="T51" fmla="*/ 3958 h 855"/>
                  <a:gd name="T52" fmla="*/ 1722 w 408"/>
                  <a:gd name="T53" fmla="*/ 3528 h 855"/>
                  <a:gd name="T54" fmla="*/ 1297 w 408"/>
                  <a:gd name="T55" fmla="*/ 2888 h 855"/>
                  <a:gd name="T56" fmla="*/ 1208 w 408"/>
                  <a:gd name="T57" fmla="*/ 2638 h 855"/>
                  <a:gd name="T58" fmla="*/ 1180 w 408"/>
                  <a:gd name="T59" fmla="*/ 2813 h 855"/>
                  <a:gd name="T60" fmla="*/ 980 w 408"/>
                  <a:gd name="T61" fmla="*/ 3075 h 855"/>
                  <a:gd name="T62" fmla="*/ 787 w 408"/>
                  <a:gd name="T63" fmla="*/ 3425 h 855"/>
                  <a:gd name="T64" fmla="*/ 333 w 408"/>
                  <a:gd name="T65" fmla="*/ 3592 h 855"/>
                  <a:gd name="T66" fmla="*/ 578 w 408"/>
                  <a:gd name="T67" fmla="*/ 3453 h 855"/>
                  <a:gd name="T68" fmla="*/ 912 w 408"/>
                  <a:gd name="T69" fmla="*/ 3130 h 855"/>
                  <a:gd name="T70" fmla="*/ 1120 w 408"/>
                  <a:gd name="T71" fmla="*/ 2813 h 855"/>
                  <a:gd name="T72" fmla="*/ 1103 w 408"/>
                  <a:gd name="T73" fmla="*/ 2537 h 855"/>
                  <a:gd name="T74" fmla="*/ 1047 w 408"/>
                  <a:gd name="T75" fmla="*/ 2195 h 855"/>
                  <a:gd name="T76" fmla="*/ 930 w 408"/>
                  <a:gd name="T77" fmla="*/ 1937 h 855"/>
                  <a:gd name="T78" fmla="*/ 742 w 408"/>
                  <a:gd name="T79" fmla="*/ 1425 h 855"/>
                  <a:gd name="T80" fmla="*/ 505 w 408"/>
                  <a:gd name="T81" fmla="*/ 1813 h 855"/>
                  <a:gd name="T82" fmla="*/ 370 w 408"/>
                  <a:gd name="T83" fmla="*/ 2270 h 855"/>
                  <a:gd name="T84" fmla="*/ 467 w 408"/>
                  <a:gd name="T85" fmla="*/ 1853 h 855"/>
                  <a:gd name="T86" fmla="*/ 728 w 408"/>
                  <a:gd name="T87" fmla="*/ 1312 h 855"/>
                  <a:gd name="T88" fmla="*/ 695 w 408"/>
                  <a:gd name="T89" fmla="*/ 1020 h 855"/>
                  <a:gd name="T90" fmla="*/ 722 w 408"/>
                  <a:gd name="T91" fmla="*/ 662 h 855"/>
                  <a:gd name="T92" fmla="*/ 0 w 408"/>
                  <a:gd name="T93" fmla="*/ 0 h 855"/>
                  <a:gd name="T94" fmla="*/ 158 w 408"/>
                  <a:gd name="T95" fmla="*/ 88 h 855"/>
                  <a:gd name="T96" fmla="*/ 255 w 408"/>
                  <a:gd name="T97" fmla="*/ 242 h 855"/>
                  <a:gd name="T98" fmla="*/ 833 w 408"/>
                  <a:gd name="T99" fmla="*/ 412 h 85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08" h="855">
                    <a:moveTo>
                      <a:pt x="180" y="89"/>
                    </a:moveTo>
                    <a:cubicBezTo>
                      <a:pt x="250" y="97"/>
                      <a:pt x="304" y="126"/>
                      <a:pt x="318" y="136"/>
                    </a:cubicBezTo>
                    <a:cubicBezTo>
                      <a:pt x="338" y="150"/>
                      <a:pt x="335" y="163"/>
                      <a:pt x="335" y="163"/>
                    </a:cubicBezTo>
                    <a:cubicBezTo>
                      <a:pt x="329" y="161"/>
                      <a:pt x="329" y="161"/>
                      <a:pt x="329" y="161"/>
                    </a:cubicBezTo>
                    <a:cubicBezTo>
                      <a:pt x="294" y="120"/>
                      <a:pt x="236" y="108"/>
                      <a:pt x="178" y="102"/>
                    </a:cubicBezTo>
                    <a:cubicBezTo>
                      <a:pt x="119" y="96"/>
                      <a:pt x="73" y="74"/>
                      <a:pt x="73" y="74"/>
                    </a:cubicBezTo>
                    <a:cubicBezTo>
                      <a:pt x="91" y="91"/>
                      <a:pt x="112" y="104"/>
                      <a:pt x="150" y="124"/>
                    </a:cubicBezTo>
                    <a:cubicBezTo>
                      <a:pt x="195" y="147"/>
                      <a:pt x="210" y="203"/>
                      <a:pt x="228" y="252"/>
                    </a:cubicBezTo>
                    <a:cubicBezTo>
                      <a:pt x="245" y="302"/>
                      <a:pt x="293" y="264"/>
                      <a:pt x="312" y="322"/>
                    </a:cubicBezTo>
                    <a:cubicBezTo>
                      <a:pt x="330" y="379"/>
                      <a:pt x="332" y="372"/>
                      <a:pt x="353" y="371"/>
                    </a:cubicBezTo>
                    <a:cubicBezTo>
                      <a:pt x="353" y="371"/>
                      <a:pt x="323" y="409"/>
                      <a:pt x="304" y="319"/>
                    </a:cubicBezTo>
                    <a:cubicBezTo>
                      <a:pt x="296" y="281"/>
                      <a:pt x="235" y="307"/>
                      <a:pt x="217" y="252"/>
                    </a:cubicBezTo>
                    <a:cubicBezTo>
                      <a:pt x="195" y="184"/>
                      <a:pt x="194" y="190"/>
                      <a:pt x="178" y="171"/>
                    </a:cubicBezTo>
                    <a:cubicBezTo>
                      <a:pt x="178" y="171"/>
                      <a:pt x="177" y="200"/>
                      <a:pt x="168" y="212"/>
                    </a:cubicBezTo>
                    <a:cubicBezTo>
                      <a:pt x="150" y="237"/>
                      <a:pt x="178" y="280"/>
                      <a:pt x="170" y="312"/>
                    </a:cubicBezTo>
                    <a:cubicBezTo>
                      <a:pt x="162" y="344"/>
                      <a:pt x="200" y="407"/>
                      <a:pt x="229" y="427"/>
                    </a:cubicBezTo>
                    <a:cubicBezTo>
                      <a:pt x="258" y="447"/>
                      <a:pt x="245" y="474"/>
                      <a:pt x="296" y="478"/>
                    </a:cubicBezTo>
                    <a:cubicBezTo>
                      <a:pt x="346" y="482"/>
                      <a:pt x="352" y="500"/>
                      <a:pt x="373" y="524"/>
                    </a:cubicBezTo>
                    <a:cubicBezTo>
                      <a:pt x="394" y="548"/>
                      <a:pt x="406" y="530"/>
                      <a:pt x="406" y="530"/>
                    </a:cubicBezTo>
                    <a:cubicBezTo>
                      <a:pt x="406" y="530"/>
                      <a:pt x="394" y="552"/>
                      <a:pt x="368" y="530"/>
                    </a:cubicBezTo>
                    <a:cubicBezTo>
                      <a:pt x="341" y="507"/>
                      <a:pt x="342" y="487"/>
                      <a:pt x="297" y="487"/>
                    </a:cubicBezTo>
                    <a:cubicBezTo>
                      <a:pt x="252" y="487"/>
                      <a:pt x="245" y="470"/>
                      <a:pt x="245" y="470"/>
                    </a:cubicBezTo>
                    <a:cubicBezTo>
                      <a:pt x="245" y="470"/>
                      <a:pt x="214" y="519"/>
                      <a:pt x="258" y="552"/>
                    </a:cubicBezTo>
                    <a:cubicBezTo>
                      <a:pt x="302" y="586"/>
                      <a:pt x="276" y="589"/>
                      <a:pt x="289" y="624"/>
                    </a:cubicBezTo>
                    <a:cubicBezTo>
                      <a:pt x="317" y="698"/>
                      <a:pt x="377" y="714"/>
                      <a:pt x="382" y="767"/>
                    </a:cubicBezTo>
                    <a:cubicBezTo>
                      <a:pt x="388" y="820"/>
                      <a:pt x="388" y="844"/>
                      <a:pt x="408" y="855"/>
                    </a:cubicBezTo>
                    <a:cubicBezTo>
                      <a:pt x="408" y="855"/>
                      <a:pt x="378" y="848"/>
                      <a:pt x="372" y="762"/>
                    </a:cubicBezTo>
                    <a:cubicBezTo>
                      <a:pt x="369" y="723"/>
                      <a:pt x="301" y="689"/>
                      <a:pt x="280" y="624"/>
                    </a:cubicBezTo>
                    <a:cubicBezTo>
                      <a:pt x="272" y="600"/>
                      <a:pt x="284" y="576"/>
                      <a:pt x="261" y="570"/>
                    </a:cubicBezTo>
                    <a:cubicBezTo>
                      <a:pt x="261" y="570"/>
                      <a:pt x="253" y="588"/>
                      <a:pt x="255" y="608"/>
                    </a:cubicBezTo>
                    <a:cubicBezTo>
                      <a:pt x="255" y="617"/>
                      <a:pt x="245" y="644"/>
                      <a:pt x="212" y="664"/>
                    </a:cubicBezTo>
                    <a:cubicBezTo>
                      <a:pt x="196" y="674"/>
                      <a:pt x="220" y="715"/>
                      <a:pt x="170" y="740"/>
                    </a:cubicBezTo>
                    <a:cubicBezTo>
                      <a:pt x="122" y="764"/>
                      <a:pt x="89" y="746"/>
                      <a:pt x="72" y="776"/>
                    </a:cubicBezTo>
                    <a:cubicBezTo>
                      <a:pt x="72" y="776"/>
                      <a:pt x="80" y="751"/>
                      <a:pt x="125" y="746"/>
                    </a:cubicBezTo>
                    <a:cubicBezTo>
                      <a:pt x="170" y="740"/>
                      <a:pt x="195" y="725"/>
                      <a:pt x="197" y="676"/>
                    </a:cubicBezTo>
                    <a:cubicBezTo>
                      <a:pt x="198" y="646"/>
                      <a:pt x="238" y="653"/>
                      <a:pt x="242" y="608"/>
                    </a:cubicBezTo>
                    <a:cubicBezTo>
                      <a:pt x="244" y="594"/>
                      <a:pt x="258" y="570"/>
                      <a:pt x="238" y="548"/>
                    </a:cubicBezTo>
                    <a:cubicBezTo>
                      <a:pt x="218" y="527"/>
                      <a:pt x="221" y="502"/>
                      <a:pt x="226" y="474"/>
                    </a:cubicBezTo>
                    <a:cubicBezTo>
                      <a:pt x="232" y="446"/>
                      <a:pt x="221" y="435"/>
                      <a:pt x="201" y="418"/>
                    </a:cubicBezTo>
                    <a:cubicBezTo>
                      <a:pt x="181" y="400"/>
                      <a:pt x="152" y="352"/>
                      <a:pt x="160" y="308"/>
                    </a:cubicBezTo>
                    <a:cubicBezTo>
                      <a:pt x="160" y="308"/>
                      <a:pt x="106" y="348"/>
                      <a:pt x="109" y="392"/>
                    </a:cubicBezTo>
                    <a:cubicBezTo>
                      <a:pt x="112" y="436"/>
                      <a:pt x="104" y="487"/>
                      <a:pt x="80" y="490"/>
                    </a:cubicBezTo>
                    <a:cubicBezTo>
                      <a:pt x="80" y="490"/>
                      <a:pt x="101" y="480"/>
                      <a:pt x="101" y="400"/>
                    </a:cubicBezTo>
                    <a:cubicBezTo>
                      <a:pt x="101" y="320"/>
                      <a:pt x="151" y="319"/>
                      <a:pt x="157" y="283"/>
                    </a:cubicBezTo>
                    <a:cubicBezTo>
                      <a:pt x="160" y="261"/>
                      <a:pt x="141" y="244"/>
                      <a:pt x="150" y="220"/>
                    </a:cubicBezTo>
                    <a:cubicBezTo>
                      <a:pt x="159" y="196"/>
                      <a:pt x="181" y="166"/>
                      <a:pt x="156" y="143"/>
                    </a:cubicBezTo>
                    <a:cubicBezTo>
                      <a:pt x="130" y="120"/>
                      <a:pt x="53" y="107"/>
                      <a:pt x="0" y="0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9"/>
                      <a:pt x="38" y="32"/>
                      <a:pt x="55" y="52"/>
                    </a:cubicBezTo>
                    <a:cubicBezTo>
                      <a:pt x="55" y="52"/>
                      <a:pt x="100" y="81"/>
                      <a:pt x="180" y="89"/>
                    </a:cubicBezTo>
                    <a:close/>
                  </a:path>
                </a:pathLst>
              </a:custGeom>
              <a:solidFill>
                <a:srgbClr val="D38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1" name="Freeform 1401">
                <a:extLst>
                  <a:ext uri="{FF2B5EF4-FFF2-40B4-BE49-F238E27FC236}">
                    <a16:creationId xmlns:a16="http://schemas.microsoft.com/office/drawing/2014/main" id="{349E0C24-1A05-4617-A632-D7FED968E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160"/>
                <a:ext cx="1026" cy="1154"/>
              </a:xfrm>
              <a:custGeom>
                <a:avLst/>
                <a:gdLst>
                  <a:gd name="T0" fmla="*/ 2660 w 616"/>
                  <a:gd name="T1" fmla="*/ 2565 h 692"/>
                  <a:gd name="T2" fmla="*/ 2318 w 616"/>
                  <a:gd name="T3" fmla="*/ 2940 h 692"/>
                  <a:gd name="T4" fmla="*/ 1534 w 616"/>
                  <a:gd name="T5" fmla="*/ 3015 h 692"/>
                  <a:gd name="T6" fmla="*/ 951 w 616"/>
                  <a:gd name="T7" fmla="*/ 2695 h 692"/>
                  <a:gd name="T8" fmla="*/ 500 w 616"/>
                  <a:gd name="T9" fmla="*/ 2590 h 692"/>
                  <a:gd name="T10" fmla="*/ 380 w 616"/>
                  <a:gd name="T11" fmla="*/ 2495 h 692"/>
                  <a:gd name="T12" fmla="*/ 291 w 616"/>
                  <a:gd name="T13" fmla="*/ 2111 h 692"/>
                  <a:gd name="T14" fmla="*/ 222 w 616"/>
                  <a:gd name="T15" fmla="*/ 1583 h 692"/>
                  <a:gd name="T16" fmla="*/ 286 w 616"/>
                  <a:gd name="T17" fmla="*/ 1521 h 692"/>
                  <a:gd name="T18" fmla="*/ 518 w 616"/>
                  <a:gd name="T19" fmla="*/ 1661 h 692"/>
                  <a:gd name="T20" fmla="*/ 883 w 616"/>
                  <a:gd name="T21" fmla="*/ 1929 h 692"/>
                  <a:gd name="T22" fmla="*/ 1372 w 616"/>
                  <a:gd name="T23" fmla="*/ 1903 h 692"/>
                  <a:gd name="T24" fmla="*/ 1501 w 616"/>
                  <a:gd name="T25" fmla="*/ 2263 h 692"/>
                  <a:gd name="T26" fmla="*/ 1679 w 616"/>
                  <a:gd name="T27" fmla="*/ 2425 h 692"/>
                  <a:gd name="T28" fmla="*/ 1539 w 616"/>
                  <a:gd name="T29" fmla="*/ 2253 h 692"/>
                  <a:gd name="T30" fmla="*/ 1484 w 616"/>
                  <a:gd name="T31" fmla="*/ 1966 h 692"/>
                  <a:gd name="T32" fmla="*/ 1904 w 616"/>
                  <a:gd name="T33" fmla="*/ 2138 h 692"/>
                  <a:gd name="T34" fmla="*/ 1459 w 616"/>
                  <a:gd name="T35" fmla="*/ 1896 h 692"/>
                  <a:gd name="T36" fmla="*/ 1113 w 616"/>
                  <a:gd name="T37" fmla="*/ 1861 h 692"/>
                  <a:gd name="T38" fmla="*/ 730 w 616"/>
                  <a:gd name="T39" fmla="*/ 1744 h 692"/>
                  <a:gd name="T40" fmla="*/ 430 w 616"/>
                  <a:gd name="T41" fmla="*/ 1578 h 692"/>
                  <a:gd name="T42" fmla="*/ 338 w 616"/>
                  <a:gd name="T43" fmla="*/ 1417 h 692"/>
                  <a:gd name="T44" fmla="*/ 383 w 616"/>
                  <a:gd name="T45" fmla="*/ 1242 h 692"/>
                  <a:gd name="T46" fmla="*/ 660 w 616"/>
                  <a:gd name="T47" fmla="*/ 887 h 692"/>
                  <a:gd name="T48" fmla="*/ 660 w 616"/>
                  <a:gd name="T49" fmla="*/ 882 h 692"/>
                  <a:gd name="T50" fmla="*/ 701 w 616"/>
                  <a:gd name="T51" fmla="*/ 901 h 692"/>
                  <a:gd name="T52" fmla="*/ 1174 w 616"/>
                  <a:gd name="T53" fmla="*/ 832 h 692"/>
                  <a:gd name="T54" fmla="*/ 1471 w 616"/>
                  <a:gd name="T55" fmla="*/ 909 h 692"/>
                  <a:gd name="T56" fmla="*/ 1617 w 616"/>
                  <a:gd name="T57" fmla="*/ 1071 h 692"/>
                  <a:gd name="T58" fmla="*/ 1562 w 616"/>
                  <a:gd name="T59" fmla="*/ 896 h 692"/>
                  <a:gd name="T60" fmla="*/ 1722 w 616"/>
                  <a:gd name="T61" fmla="*/ 825 h 692"/>
                  <a:gd name="T62" fmla="*/ 2047 w 616"/>
                  <a:gd name="T63" fmla="*/ 729 h 692"/>
                  <a:gd name="T64" fmla="*/ 1401 w 616"/>
                  <a:gd name="T65" fmla="*/ 849 h 692"/>
                  <a:gd name="T66" fmla="*/ 859 w 616"/>
                  <a:gd name="T67" fmla="*/ 891 h 692"/>
                  <a:gd name="T68" fmla="*/ 638 w 616"/>
                  <a:gd name="T69" fmla="*/ 750 h 692"/>
                  <a:gd name="T70" fmla="*/ 808 w 616"/>
                  <a:gd name="T71" fmla="*/ 542 h 692"/>
                  <a:gd name="T72" fmla="*/ 1063 w 616"/>
                  <a:gd name="T73" fmla="*/ 0 h 692"/>
                  <a:gd name="T74" fmla="*/ 971 w 616"/>
                  <a:gd name="T75" fmla="*/ 78 h 692"/>
                  <a:gd name="T76" fmla="*/ 651 w 616"/>
                  <a:gd name="T77" fmla="*/ 590 h 692"/>
                  <a:gd name="T78" fmla="*/ 463 w 616"/>
                  <a:gd name="T79" fmla="*/ 562 h 692"/>
                  <a:gd name="T80" fmla="*/ 443 w 616"/>
                  <a:gd name="T81" fmla="*/ 687 h 692"/>
                  <a:gd name="T82" fmla="*/ 560 w 616"/>
                  <a:gd name="T83" fmla="*/ 946 h 692"/>
                  <a:gd name="T84" fmla="*/ 291 w 616"/>
                  <a:gd name="T85" fmla="*/ 1304 h 692"/>
                  <a:gd name="T86" fmla="*/ 138 w 616"/>
                  <a:gd name="T87" fmla="*/ 1549 h 692"/>
                  <a:gd name="T88" fmla="*/ 222 w 616"/>
                  <a:gd name="T89" fmla="*/ 2071 h 692"/>
                  <a:gd name="T90" fmla="*/ 346 w 616"/>
                  <a:gd name="T91" fmla="*/ 2598 h 692"/>
                  <a:gd name="T92" fmla="*/ 625 w 616"/>
                  <a:gd name="T93" fmla="*/ 2958 h 692"/>
                  <a:gd name="T94" fmla="*/ 416 w 616"/>
                  <a:gd name="T95" fmla="*/ 2617 h 692"/>
                  <a:gd name="T96" fmla="*/ 416 w 616"/>
                  <a:gd name="T97" fmla="*/ 2617 h 692"/>
                  <a:gd name="T98" fmla="*/ 471 w 616"/>
                  <a:gd name="T99" fmla="*/ 2633 h 692"/>
                  <a:gd name="T100" fmla="*/ 916 w 616"/>
                  <a:gd name="T101" fmla="*/ 2737 h 692"/>
                  <a:gd name="T102" fmla="*/ 1506 w 616"/>
                  <a:gd name="T103" fmla="*/ 3057 h 692"/>
                  <a:gd name="T104" fmla="*/ 2313 w 616"/>
                  <a:gd name="T105" fmla="*/ 3000 h 692"/>
                  <a:gd name="T106" fmla="*/ 2685 w 616"/>
                  <a:gd name="T107" fmla="*/ 2591 h 692"/>
                  <a:gd name="T108" fmla="*/ 2846 w 616"/>
                  <a:gd name="T109" fmla="*/ 2383 h 692"/>
                  <a:gd name="T110" fmla="*/ 2660 w 616"/>
                  <a:gd name="T111" fmla="*/ 2565 h 69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16" h="692">
                    <a:moveTo>
                      <a:pt x="576" y="553"/>
                    </a:moveTo>
                    <a:cubicBezTo>
                      <a:pt x="546" y="563"/>
                      <a:pt x="539" y="592"/>
                      <a:pt x="502" y="634"/>
                    </a:cubicBezTo>
                    <a:cubicBezTo>
                      <a:pt x="465" y="676"/>
                      <a:pt x="382" y="682"/>
                      <a:pt x="332" y="650"/>
                    </a:cubicBezTo>
                    <a:cubicBezTo>
                      <a:pt x="282" y="618"/>
                      <a:pt x="303" y="560"/>
                      <a:pt x="206" y="581"/>
                    </a:cubicBezTo>
                    <a:cubicBezTo>
                      <a:pt x="164" y="589"/>
                      <a:pt x="132" y="576"/>
                      <a:pt x="108" y="558"/>
                    </a:cubicBezTo>
                    <a:cubicBezTo>
                      <a:pt x="82" y="538"/>
                      <a:pt x="82" y="538"/>
                      <a:pt x="82" y="538"/>
                    </a:cubicBezTo>
                    <a:cubicBezTo>
                      <a:pt x="71" y="518"/>
                      <a:pt x="54" y="496"/>
                      <a:pt x="63" y="455"/>
                    </a:cubicBezTo>
                    <a:cubicBezTo>
                      <a:pt x="76" y="395"/>
                      <a:pt x="25" y="360"/>
                      <a:pt x="48" y="341"/>
                    </a:cubicBezTo>
                    <a:cubicBezTo>
                      <a:pt x="55" y="336"/>
                      <a:pt x="60" y="331"/>
                      <a:pt x="62" y="328"/>
                    </a:cubicBezTo>
                    <a:cubicBezTo>
                      <a:pt x="72" y="329"/>
                      <a:pt x="71" y="353"/>
                      <a:pt x="112" y="358"/>
                    </a:cubicBezTo>
                    <a:cubicBezTo>
                      <a:pt x="156" y="364"/>
                      <a:pt x="149" y="405"/>
                      <a:pt x="191" y="416"/>
                    </a:cubicBezTo>
                    <a:cubicBezTo>
                      <a:pt x="233" y="427"/>
                      <a:pt x="255" y="379"/>
                      <a:pt x="297" y="410"/>
                    </a:cubicBezTo>
                    <a:cubicBezTo>
                      <a:pt x="321" y="428"/>
                      <a:pt x="313" y="444"/>
                      <a:pt x="325" y="488"/>
                    </a:cubicBezTo>
                    <a:cubicBezTo>
                      <a:pt x="337" y="532"/>
                      <a:pt x="363" y="523"/>
                      <a:pt x="363" y="523"/>
                    </a:cubicBezTo>
                    <a:cubicBezTo>
                      <a:pt x="345" y="521"/>
                      <a:pt x="334" y="503"/>
                      <a:pt x="333" y="486"/>
                    </a:cubicBezTo>
                    <a:cubicBezTo>
                      <a:pt x="332" y="469"/>
                      <a:pt x="321" y="424"/>
                      <a:pt x="321" y="424"/>
                    </a:cubicBezTo>
                    <a:cubicBezTo>
                      <a:pt x="359" y="477"/>
                      <a:pt x="412" y="461"/>
                      <a:pt x="412" y="461"/>
                    </a:cubicBezTo>
                    <a:cubicBezTo>
                      <a:pt x="349" y="465"/>
                      <a:pt x="336" y="425"/>
                      <a:pt x="316" y="409"/>
                    </a:cubicBezTo>
                    <a:cubicBezTo>
                      <a:pt x="296" y="393"/>
                      <a:pt x="291" y="380"/>
                      <a:pt x="241" y="401"/>
                    </a:cubicBezTo>
                    <a:cubicBezTo>
                      <a:pt x="191" y="422"/>
                      <a:pt x="183" y="404"/>
                      <a:pt x="158" y="376"/>
                    </a:cubicBezTo>
                    <a:cubicBezTo>
                      <a:pt x="133" y="348"/>
                      <a:pt x="116" y="355"/>
                      <a:pt x="93" y="340"/>
                    </a:cubicBezTo>
                    <a:cubicBezTo>
                      <a:pt x="77" y="329"/>
                      <a:pt x="73" y="314"/>
                      <a:pt x="73" y="306"/>
                    </a:cubicBezTo>
                    <a:cubicBezTo>
                      <a:pt x="73" y="298"/>
                      <a:pt x="74" y="287"/>
                      <a:pt x="83" y="268"/>
                    </a:cubicBezTo>
                    <a:cubicBezTo>
                      <a:pt x="104" y="225"/>
                      <a:pt x="135" y="234"/>
                      <a:pt x="143" y="191"/>
                    </a:cubicBezTo>
                    <a:cubicBezTo>
                      <a:pt x="143" y="191"/>
                      <a:pt x="143" y="191"/>
                      <a:pt x="143" y="190"/>
                    </a:cubicBezTo>
                    <a:cubicBezTo>
                      <a:pt x="145" y="188"/>
                      <a:pt x="146" y="188"/>
                      <a:pt x="152" y="194"/>
                    </a:cubicBezTo>
                    <a:cubicBezTo>
                      <a:pt x="172" y="217"/>
                      <a:pt x="230" y="185"/>
                      <a:pt x="254" y="179"/>
                    </a:cubicBezTo>
                    <a:cubicBezTo>
                      <a:pt x="278" y="172"/>
                      <a:pt x="285" y="187"/>
                      <a:pt x="318" y="196"/>
                    </a:cubicBezTo>
                    <a:cubicBezTo>
                      <a:pt x="342" y="203"/>
                      <a:pt x="350" y="231"/>
                      <a:pt x="350" y="231"/>
                    </a:cubicBezTo>
                    <a:cubicBezTo>
                      <a:pt x="359" y="208"/>
                      <a:pt x="338" y="193"/>
                      <a:pt x="338" y="193"/>
                    </a:cubicBezTo>
                    <a:cubicBezTo>
                      <a:pt x="338" y="193"/>
                      <a:pt x="361" y="186"/>
                      <a:pt x="373" y="178"/>
                    </a:cubicBezTo>
                    <a:cubicBezTo>
                      <a:pt x="419" y="147"/>
                      <a:pt x="443" y="157"/>
                      <a:pt x="443" y="157"/>
                    </a:cubicBezTo>
                    <a:cubicBezTo>
                      <a:pt x="399" y="133"/>
                      <a:pt x="348" y="208"/>
                      <a:pt x="303" y="183"/>
                    </a:cubicBezTo>
                    <a:cubicBezTo>
                      <a:pt x="258" y="157"/>
                      <a:pt x="230" y="187"/>
                      <a:pt x="186" y="192"/>
                    </a:cubicBezTo>
                    <a:cubicBezTo>
                      <a:pt x="158" y="195"/>
                      <a:pt x="142" y="175"/>
                      <a:pt x="138" y="162"/>
                    </a:cubicBezTo>
                    <a:cubicBezTo>
                      <a:pt x="138" y="149"/>
                      <a:pt x="148" y="136"/>
                      <a:pt x="175" y="117"/>
                    </a:cubicBezTo>
                    <a:cubicBezTo>
                      <a:pt x="221" y="86"/>
                      <a:pt x="230" y="0"/>
                      <a:pt x="230" y="0"/>
                    </a:cubicBezTo>
                    <a:cubicBezTo>
                      <a:pt x="210" y="17"/>
                      <a:pt x="210" y="17"/>
                      <a:pt x="210" y="17"/>
                    </a:cubicBezTo>
                    <a:cubicBezTo>
                      <a:pt x="219" y="75"/>
                      <a:pt x="162" y="108"/>
                      <a:pt x="141" y="127"/>
                    </a:cubicBezTo>
                    <a:cubicBezTo>
                      <a:pt x="120" y="147"/>
                      <a:pt x="100" y="121"/>
                      <a:pt x="100" y="121"/>
                    </a:cubicBezTo>
                    <a:cubicBezTo>
                      <a:pt x="96" y="148"/>
                      <a:pt x="96" y="148"/>
                      <a:pt x="96" y="148"/>
                    </a:cubicBezTo>
                    <a:cubicBezTo>
                      <a:pt x="119" y="161"/>
                      <a:pt x="138" y="179"/>
                      <a:pt x="121" y="204"/>
                    </a:cubicBezTo>
                    <a:cubicBezTo>
                      <a:pt x="102" y="231"/>
                      <a:pt x="66" y="252"/>
                      <a:pt x="63" y="281"/>
                    </a:cubicBezTo>
                    <a:cubicBezTo>
                      <a:pt x="59" y="324"/>
                      <a:pt x="43" y="317"/>
                      <a:pt x="30" y="334"/>
                    </a:cubicBezTo>
                    <a:cubicBezTo>
                      <a:pt x="0" y="371"/>
                      <a:pt x="60" y="374"/>
                      <a:pt x="48" y="447"/>
                    </a:cubicBezTo>
                    <a:cubicBezTo>
                      <a:pt x="36" y="521"/>
                      <a:pt x="63" y="513"/>
                      <a:pt x="75" y="560"/>
                    </a:cubicBezTo>
                    <a:cubicBezTo>
                      <a:pt x="94" y="635"/>
                      <a:pt x="135" y="638"/>
                      <a:pt x="135" y="638"/>
                    </a:cubicBezTo>
                    <a:cubicBezTo>
                      <a:pt x="118" y="635"/>
                      <a:pt x="87" y="593"/>
                      <a:pt x="90" y="564"/>
                    </a:cubicBezTo>
                    <a:cubicBezTo>
                      <a:pt x="90" y="564"/>
                      <a:pt x="90" y="564"/>
                      <a:pt x="90" y="564"/>
                    </a:cubicBezTo>
                    <a:cubicBezTo>
                      <a:pt x="90" y="557"/>
                      <a:pt x="102" y="568"/>
                      <a:pt x="102" y="568"/>
                    </a:cubicBezTo>
                    <a:cubicBezTo>
                      <a:pt x="123" y="584"/>
                      <a:pt x="158" y="598"/>
                      <a:pt x="198" y="590"/>
                    </a:cubicBezTo>
                    <a:cubicBezTo>
                      <a:pt x="292" y="570"/>
                      <a:pt x="275" y="626"/>
                      <a:pt x="326" y="659"/>
                    </a:cubicBezTo>
                    <a:cubicBezTo>
                      <a:pt x="377" y="692"/>
                      <a:pt x="464" y="689"/>
                      <a:pt x="501" y="647"/>
                    </a:cubicBezTo>
                    <a:cubicBezTo>
                      <a:pt x="539" y="604"/>
                      <a:pt x="550" y="570"/>
                      <a:pt x="581" y="559"/>
                    </a:cubicBezTo>
                    <a:cubicBezTo>
                      <a:pt x="610" y="549"/>
                      <a:pt x="597" y="518"/>
                      <a:pt x="616" y="514"/>
                    </a:cubicBezTo>
                    <a:cubicBezTo>
                      <a:pt x="597" y="518"/>
                      <a:pt x="605" y="542"/>
                      <a:pt x="576" y="553"/>
                    </a:cubicBezTo>
                    <a:close/>
                  </a:path>
                </a:pathLst>
              </a:custGeom>
              <a:solidFill>
                <a:srgbClr val="D38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2" name="Freeform 1402">
                <a:extLst>
                  <a:ext uri="{FF2B5EF4-FFF2-40B4-BE49-F238E27FC236}">
                    <a16:creationId xmlns:a16="http://schemas.microsoft.com/office/drawing/2014/main" id="{C2B64334-76E8-4841-B3E4-13458C067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3017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15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3" name="Freeform 1403">
                <a:extLst>
                  <a:ext uri="{FF2B5EF4-FFF2-40B4-BE49-F238E27FC236}">
                    <a16:creationId xmlns:a16="http://schemas.microsoft.com/office/drawing/2014/main" id="{6DFD814F-586C-45A4-9727-8B53BDBF0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177"/>
                <a:ext cx="1029" cy="1129"/>
              </a:xfrm>
              <a:custGeom>
                <a:avLst/>
                <a:gdLst>
                  <a:gd name="T0" fmla="*/ 2659 w 618"/>
                  <a:gd name="T1" fmla="*/ 2500 h 677"/>
                  <a:gd name="T2" fmla="*/ 2313 w 618"/>
                  <a:gd name="T3" fmla="*/ 2875 h 677"/>
                  <a:gd name="T4" fmla="*/ 1560 w 618"/>
                  <a:gd name="T5" fmla="*/ 2950 h 677"/>
                  <a:gd name="T6" fmla="*/ 946 w 618"/>
                  <a:gd name="T7" fmla="*/ 2632 h 677"/>
                  <a:gd name="T8" fmla="*/ 500 w 618"/>
                  <a:gd name="T9" fmla="*/ 2523 h 677"/>
                  <a:gd name="T10" fmla="*/ 375 w 618"/>
                  <a:gd name="T11" fmla="*/ 2431 h 677"/>
                  <a:gd name="T12" fmla="*/ 286 w 618"/>
                  <a:gd name="T13" fmla="*/ 2045 h 677"/>
                  <a:gd name="T14" fmla="*/ 221 w 618"/>
                  <a:gd name="T15" fmla="*/ 1521 h 677"/>
                  <a:gd name="T16" fmla="*/ 305 w 618"/>
                  <a:gd name="T17" fmla="*/ 1438 h 677"/>
                  <a:gd name="T18" fmla="*/ 541 w 618"/>
                  <a:gd name="T19" fmla="*/ 1596 h 677"/>
                  <a:gd name="T20" fmla="*/ 909 w 618"/>
                  <a:gd name="T21" fmla="*/ 1861 h 677"/>
                  <a:gd name="T22" fmla="*/ 1400 w 618"/>
                  <a:gd name="T23" fmla="*/ 1828 h 677"/>
                  <a:gd name="T24" fmla="*/ 1535 w 618"/>
                  <a:gd name="T25" fmla="*/ 2195 h 677"/>
                  <a:gd name="T26" fmla="*/ 1693 w 618"/>
                  <a:gd name="T27" fmla="*/ 2381 h 677"/>
                  <a:gd name="T28" fmla="*/ 1563 w 618"/>
                  <a:gd name="T29" fmla="*/ 2188 h 677"/>
                  <a:gd name="T30" fmla="*/ 1485 w 618"/>
                  <a:gd name="T31" fmla="*/ 1883 h 677"/>
                  <a:gd name="T32" fmla="*/ 1925 w 618"/>
                  <a:gd name="T33" fmla="*/ 2091 h 677"/>
                  <a:gd name="T34" fmla="*/ 1459 w 618"/>
                  <a:gd name="T35" fmla="*/ 1821 h 677"/>
                  <a:gd name="T36" fmla="*/ 1109 w 618"/>
                  <a:gd name="T37" fmla="*/ 1794 h 677"/>
                  <a:gd name="T38" fmla="*/ 734 w 618"/>
                  <a:gd name="T39" fmla="*/ 1666 h 677"/>
                  <a:gd name="T40" fmla="*/ 425 w 618"/>
                  <a:gd name="T41" fmla="*/ 1513 h 677"/>
                  <a:gd name="T42" fmla="*/ 333 w 618"/>
                  <a:gd name="T43" fmla="*/ 1359 h 677"/>
                  <a:gd name="T44" fmla="*/ 380 w 618"/>
                  <a:gd name="T45" fmla="*/ 1179 h 677"/>
                  <a:gd name="T46" fmla="*/ 666 w 618"/>
                  <a:gd name="T47" fmla="*/ 807 h 677"/>
                  <a:gd name="T48" fmla="*/ 666 w 618"/>
                  <a:gd name="T49" fmla="*/ 804 h 677"/>
                  <a:gd name="T50" fmla="*/ 709 w 618"/>
                  <a:gd name="T51" fmla="*/ 820 h 677"/>
                  <a:gd name="T52" fmla="*/ 1172 w 618"/>
                  <a:gd name="T53" fmla="*/ 765 h 677"/>
                  <a:gd name="T54" fmla="*/ 1467 w 618"/>
                  <a:gd name="T55" fmla="*/ 834 h 677"/>
                  <a:gd name="T56" fmla="*/ 1633 w 618"/>
                  <a:gd name="T57" fmla="*/ 1026 h 677"/>
                  <a:gd name="T58" fmla="*/ 1555 w 618"/>
                  <a:gd name="T59" fmla="*/ 834 h 677"/>
                  <a:gd name="T60" fmla="*/ 1727 w 618"/>
                  <a:gd name="T61" fmla="*/ 765 h 677"/>
                  <a:gd name="T62" fmla="*/ 2068 w 618"/>
                  <a:gd name="T63" fmla="*/ 687 h 677"/>
                  <a:gd name="T64" fmla="*/ 1395 w 618"/>
                  <a:gd name="T65" fmla="*/ 784 h 677"/>
                  <a:gd name="T66" fmla="*/ 854 w 618"/>
                  <a:gd name="T67" fmla="*/ 825 h 677"/>
                  <a:gd name="T68" fmla="*/ 654 w 618"/>
                  <a:gd name="T69" fmla="*/ 700 h 677"/>
                  <a:gd name="T70" fmla="*/ 804 w 618"/>
                  <a:gd name="T71" fmla="*/ 482 h 677"/>
                  <a:gd name="T72" fmla="*/ 1047 w 618"/>
                  <a:gd name="T73" fmla="*/ 0 h 677"/>
                  <a:gd name="T74" fmla="*/ 964 w 618"/>
                  <a:gd name="T75" fmla="*/ 13 h 677"/>
                  <a:gd name="T76" fmla="*/ 646 w 618"/>
                  <a:gd name="T77" fmla="*/ 529 h 677"/>
                  <a:gd name="T78" fmla="*/ 463 w 618"/>
                  <a:gd name="T79" fmla="*/ 500 h 677"/>
                  <a:gd name="T80" fmla="*/ 451 w 618"/>
                  <a:gd name="T81" fmla="*/ 599 h 677"/>
                  <a:gd name="T82" fmla="*/ 558 w 618"/>
                  <a:gd name="T83" fmla="*/ 882 h 677"/>
                  <a:gd name="T84" fmla="*/ 286 w 618"/>
                  <a:gd name="T85" fmla="*/ 1242 h 677"/>
                  <a:gd name="T86" fmla="*/ 133 w 618"/>
                  <a:gd name="T87" fmla="*/ 1486 h 677"/>
                  <a:gd name="T88" fmla="*/ 216 w 618"/>
                  <a:gd name="T89" fmla="*/ 2013 h 677"/>
                  <a:gd name="T90" fmla="*/ 341 w 618"/>
                  <a:gd name="T91" fmla="*/ 2533 h 677"/>
                  <a:gd name="T92" fmla="*/ 641 w 618"/>
                  <a:gd name="T93" fmla="*/ 2912 h 677"/>
                  <a:gd name="T94" fmla="*/ 410 w 618"/>
                  <a:gd name="T95" fmla="*/ 2550 h 677"/>
                  <a:gd name="T96" fmla="*/ 410 w 618"/>
                  <a:gd name="T97" fmla="*/ 2550 h 677"/>
                  <a:gd name="T98" fmla="*/ 488 w 618"/>
                  <a:gd name="T99" fmla="*/ 2565 h 677"/>
                  <a:gd name="T100" fmla="*/ 909 w 618"/>
                  <a:gd name="T101" fmla="*/ 2673 h 677"/>
                  <a:gd name="T102" fmla="*/ 1547 w 618"/>
                  <a:gd name="T103" fmla="*/ 2992 h 677"/>
                  <a:gd name="T104" fmla="*/ 2313 w 618"/>
                  <a:gd name="T105" fmla="*/ 2937 h 677"/>
                  <a:gd name="T106" fmla="*/ 2677 w 618"/>
                  <a:gd name="T107" fmla="*/ 2528 h 677"/>
                  <a:gd name="T108" fmla="*/ 2852 w 618"/>
                  <a:gd name="T109" fmla="*/ 2336 h 677"/>
                  <a:gd name="T110" fmla="*/ 2659 w 618"/>
                  <a:gd name="T111" fmla="*/ 2500 h 67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18" h="677">
                    <a:moveTo>
                      <a:pt x="576" y="539"/>
                    </a:moveTo>
                    <a:cubicBezTo>
                      <a:pt x="545" y="550"/>
                      <a:pt x="538" y="578"/>
                      <a:pt x="501" y="620"/>
                    </a:cubicBezTo>
                    <a:cubicBezTo>
                      <a:pt x="464" y="662"/>
                      <a:pt x="388" y="668"/>
                      <a:pt x="338" y="636"/>
                    </a:cubicBezTo>
                    <a:cubicBezTo>
                      <a:pt x="288" y="604"/>
                      <a:pt x="303" y="546"/>
                      <a:pt x="205" y="567"/>
                    </a:cubicBezTo>
                    <a:cubicBezTo>
                      <a:pt x="163" y="576"/>
                      <a:pt x="131" y="562"/>
                      <a:pt x="108" y="544"/>
                    </a:cubicBezTo>
                    <a:cubicBezTo>
                      <a:pt x="81" y="524"/>
                      <a:pt x="81" y="524"/>
                      <a:pt x="81" y="524"/>
                    </a:cubicBezTo>
                    <a:cubicBezTo>
                      <a:pt x="70" y="505"/>
                      <a:pt x="53" y="482"/>
                      <a:pt x="62" y="441"/>
                    </a:cubicBezTo>
                    <a:cubicBezTo>
                      <a:pt x="76" y="381"/>
                      <a:pt x="24" y="346"/>
                      <a:pt x="48" y="328"/>
                    </a:cubicBezTo>
                    <a:cubicBezTo>
                      <a:pt x="57" y="320"/>
                      <a:pt x="63" y="315"/>
                      <a:pt x="66" y="310"/>
                    </a:cubicBezTo>
                    <a:cubicBezTo>
                      <a:pt x="76" y="311"/>
                      <a:pt x="76" y="338"/>
                      <a:pt x="117" y="344"/>
                    </a:cubicBezTo>
                    <a:cubicBezTo>
                      <a:pt x="161" y="350"/>
                      <a:pt x="155" y="390"/>
                      <a:pt x="197" y="401"/>
                    </a:cubicBezTo>
                    <a:cubicBezTo>
                      <a:pt x="239" y="412"/>
                      <a:pt x="261" y="363"/>
                      <a:pt x="303" y="394"/>
                    </a:cubicBezTo>
                    <a:cubicBezTo>
                      <a:pt x="328" y="412"/>
                      <a:pt x="321" y="429"/>
                      <a:pt x="333" y="473"/>
                    </a:cubicBezTo>
                    <a:cubicBezTo>
                      <a:pt x="345" y="517"/>
                      <a:pt x="367" y="513"/>
                      <a:pt x="367" y="513"/>
                    </a:cubicBezTo>
                    <a:cubicBezTo>
                      <a:pt x="349" y="511"/>
                      <a:pt x="340" y="489"/>
                      <a:pt x="339" y="472"/>
                    </a:cubicBezTo>
                    <a:cubicBezTo>
                      <a:pt x="338" y="455"/>
                      <a:pt x="322" y="406"/>
                      <a:pt x="322" y="406"/>
                    </a:cubicBezTo>
                    <a:cubicBezTo>
                      <a:pt x="367" y="464"/>
                      <a:pt x="417" y="451"/>
                      <a:pt x="417" y="451"/>
                    </a:cubicBezTo>
                    <a:cubicBezTo>
                      <a:pt x="354" y="455"/>
                      <a:pt x="336" y="409"/>
                      <a:pt x="316" y="393"/>
                    </a:cubicBezTo>
                    <a:cubicBezTo>
                      <a:pt x="296" y="377"/>
                      <a:pt x="290" y="366"/>
                      <a:pt x="240" y="387"/>
                    </a:cubicBezTo>
                    <a:cubicBezTo>
                      <a:pt x="190" y="408"/>
                      <a:pt x="184" y="387"/>
                      <a:pt x="159" y="359"/>
                    </a:cubicBezTo>
                    <a:cubicBezTo>
                      <a:pt x="134" y="331"/>
                      <a:pt x="115" y="341"/>
                      <a:pt x="92" y="326"/>
                    </a:cubicBezTo>
                    <a:cubicBezTo>
                      <a:pt x="76" y="316"/>
                      <a:pt x="73" y="301"/>
                      <a:pt x="72" y="293"/>
                    </a:cubicBezTo>
                    <a:cubicBezTo>
                      <a:pt x="73" y="284"/>
                      <a:pt x="73" y="274"/>
                      <a:pt x="82" y="254"/>
                    </a:cubicBezTo>
                    <a:cubicBezTo>
                      <a:pt x="103" y="211"/>
                      <a:pt x="136" y="217"/>
                      <a:pt x="144" y="174"/>
                    </a:cubicBezTo>
                    <a:cubicBezTo>
                      <a:pt x="144" y="174"/>
                      <a:pt x="144" y="174"/>
                      <a:pt x="144" y="173"/>
                    </a:cubicBezTo>
                    <a:cubicBezTo>
                      <a:pt x="146" y="171"/>
                      <a:pt x="149" y="171"/>
                      <a:pt x="154" y="177"/>
                    </a:cubicBezTo>
                    <a:cubicBezTo>
                      <a:pt x="175" y="200"/>
                      <a:pt x="230" y="172"/>
                      <a:pt x="254" y="165"/>
                    </a:cubicBezTo>
                    <a:cubicBezTo>
                      <a:pt x="278" y="158"/>
                      <a:pt x="284" y="172"/>
                      <a:pt x="318" y="180"/>
                    </a:cubicBezTo>
                    <a:cubicBezTo>
                      <a:pt x="351" y="188"/>
                      <a:pt x="354" y="221"/>
                      <a:pt x="354" y="221"/>
                    </a:cubicBezTo>
                    <a:cubicBezTo>
                      <a:pt x="364" y="198"/>
                      <a:pt x="337" y="180"/>
                      <a:pt x="337" y="180"/>
                    </a:cubicBezTo>
                    <a:cubicBezTo>
                      <a:pt x="337" y="180"/>
                      <a:pt x="362" y="173"/>
                      <a:pt x="374" y="165"/>
                    </a:cubicBezTo>
                    <a:cubicBezTo>
                      <a:pt x="420" y="134"/>
                      <a:pt x="448" y="148"/>
                      <a:pt x="448" y="148"/>
                    </a:cubicBezTo>
                    <a:cubicBezTo>
                      <a:pt x="404" y="124"/>
                      <a:pt x="348" y="194"/>
                      <a:pt x="302" y="169"/>
                    </a:cubicBezTo>
                    <a:cubicBezTo>
                      <a:pt x="257" y="144"/>
                      <a:pt x="229" y="173"/>
                      <a:pt x="185" y="178"/>
                    </a:cubicBezTo>
                    <a:cubicBezTo>
                      <a:pt x="157" y="182"/>
                      <a:pt x="146" y="164"/>
                      <a:pt x="142" y="151"/>
                    </a:cubicBezTo>
                    <a:cubicBezTo>
                      <a:pt x="142" y="138"/>
                      <a:pt x="147" y="122"/>
                      <a:pt x="174" y="104"/>
                    </a:cubicBezTo>
                    <a:cubicBezTo>
                      <a:pt x="221" y="72"/>
                      <a:pt x="227" y="0"/>
                      <a:pt x="227" y="0"/>
                    </a:cubicBezTo>
                    <a:cubicBezTo>
                      <a:pt x="209" y="3"/>
                      <a:pt x="209" y="3"/>
                      <a:pt x="209" y="3"/>
                    </a:cubicBezTo>
                    <a:cubicBezTo>
                      <a:pt x="218" y="61"/>
                      <a:pt x="161" y="94"/>
                      <a:pt x="140" y="114"/>
                    </a:cubicBezTo>
                    <a:cubicBezTo>
                      <a:pt x="119" y="133"/>
                      <a:pt x="100" y="108"/>
                      <a:pt x="100" y="108"/>
                    </a:cubicBezTo>
                    <a:cubicBezTo>
                      <a:pt x="98" y="129"/>
                      <a:pt x="98" y="129"/>
                      <a:pt x="98" y="129"/>
                    </a:cubicBezTo>
                    <a:cubicBezTo>
                      <a:pt x="121" y="142"/>
                      <a:pt x="140" y="163"/>
                      <a:pt x="121" y="190"/>
                    </a:cubicBezTo>
                    <a:cubicBezTo>
                      <a:pt x="101" y="217"/>
                      <a:pt x="65" y="238"/>
                      <a:pt x="62" y="268"/>
                    </a:cubicBezTo>
                    <a:cubicBezTo>
                      <a:pt x="58" y="310"/>
                      <a:pt x="42" y="304"/>
                      <a:pt x="29" y="320"/>
                    </a:cubicBezTo>
                    <a:cubicBezTo>
                      <a:pt x="0" y="358"/>
                      <a:pt x="59" y="360"/>
                      <a:pt x="47" y="434"/>
                    </a:cubicBezTo>
                    <a:cubicBezTo>
                      <a:pt x="35" y="507"/>
                      <a:pt x="62" y="500"/>
                      <a:pt x="74" y="546"/>
                    </a:cubicBezTo>
                    <a:cubicBezTo>
                      <a:pt x="94" y="621"/>
                      <a:pt x="139" y="628"/>
                      <a:pt x="139" y="628"/>
                    </a:cubicBezTo>
                    <a:cubicBezTo>
                      <a:pt x="122" y="625"/>
                      <a:pt x="86" y="589"/>
                      <a:pt x="89" y="550"/>
                    </a:cubicBezTo>
                    <a:cubicBezTo>
                      <a:pt x="89" y="550"/>
                      <a:pt x="89" y="550"/>
                      <a:pt x="89" y="550"/>
                    </a:cubicBezTo>
                    <a:cubicBezTo>
                      <a:pt x="93" y="543"/>
                      <a:pt x="106" y="553"/>
                      <a:pt x="106" y="553"/>
                    </a:cubicBezTo>
                    <a:cubicBezTo>
                      <a:pt x="127" y="569"/>
                      <a:pt x="157" y="583"/>
                      <a:pt x="197" y="576"/>
                    </a:cubicBezTo>
                    <a:cubicBezTo>
                      <a:pt x="294" y="557"/>
                      <a:pt x="284" y="612"/>
                      <a:pt x="335" y="645"/>
                    </a:cubicBezTo>
                    <a:cubicBezTo>
                      <a:pt x="386" y="677"/>
                      <a:pt x="463" y="675"/>
                      <a:pt x="501" y="633"/>
                    </a:cubicBezTo>
                    <a:cubicBezTo>
                      <a:pt x="538" y="590"/>
                      <a:pt x="549" y="556"/>
                      <a:pt x="580" y="545"/>
                    </a:cubicBezTo>
                    <a:cubicBezTo>
                      <a:pt x="610" y="535"/>
                      <a:pt x="599" y="509"/>
                      <a:pt x="618" y="504"/>
                    </a:cubicBezTo>
                    <a:cubicBezTo>
                      <a:pt x="599" y="508"/>
                      <a:pt x="605" y="529"/>
                      <a:pt x="576" y="539"/>
                    </a:cubicBezTo>
                    <a:close/>
                  </a:path>
                </a:pathLst>
              </a:custGeom>
              <a:solidFill>
                <a:srgbClr val="F15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4" name="Freeform 1404">
                <a:extLst>
                  <a:ext uri="{FF2B5EF4-FFF2-40B4-BE49-F238E27FC236}">
                    <a16:creationId xmlns:a16="http://schemas.microsoft.com/office/drawing/2014/main" id="{B5C501FB-0EF1-4DF5-9552-9711CFEB9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3017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5" name="Freeform 1405">
                <a:extLst>
                  <a:ext uri="{FF2B5EF4-FFF2-40B4-BE49-F238E27FC236}">
                    <a16:creationId xmlns:a16="http://schemas.microsoft.com/office/drawing/2014/main" id="{9730D0EB-EAA7-432B-AFCA-DAFA335F4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177"/>
                <a:ext cx="1029" cy="1129"/>
              </a:xfrm>
              <a:custGeom>
                <a:avLst/>
                <a:gdLst>
                  <a:gd name="T0" fmla="*/ 2659 w 618"/>
                  <a:gd name="T1" fmla="*/ 2500 h 677"/>
                  <a:gd name="T2" fmla="*/ 2313 w 618"/>
                  <a:gd name="T3" fmla="*/ 2875 h 677"/>
                  <a:gd name="T4" fmla="*/ 1560 w 618"/>
                  <a:gd name="T5" fmla="*/ 2950 h 677"/>
                  <a:gd name="T6" fmla="*/ 946 w 618"/>
                  <a:gd name="T7" fmla="*/ 2632 h 677"/>
                  <a:gd name="T8" fmla="*/ 500 w 618"/>
                  <a:gd name="T9" fmla="*/ 2523 h 677"/>
                  <a:gd name="T10" fmla="*/ 375 w 618"/>
                  <a:gd name="T11" fmla="*/ 2431 h 677"/>
                  <a:gd name="T12" fmla="*/ 286 w 618"/>
                  <a:gd name="T13" fmla="*/ 2045 h 677"/>
                  <a:gd name="T14" fmla="*/ 221 w 618"/>
                  <a:gd name="T15" fmla="*/ 1521 h 677"/>
                  <a:gd name="T16" fmla="*/ 305 w 618"/>
                  <a:gd name="T17" fmla="*/ 1438 h 677"/>
                  <a:gd name="T18" fmla="*/ 541 w 618"/>
                  <a:gd name="T19" fmla="*/ 1596 h 677"/>
                  <a:gd name="T20" fmla="*/ 909 w 618"/>
                  <a:gd name="T21" fmla="*/ 1861 h 677"/>
                  <a:gd name="T22" fmla="*/ 1400 w 618"/>
                  <a:gd name="T23" fmla="*/ 1828 h 677"/>
                  <a:gd name="T24" fmla="*/ 1535 w 618"/>
                  <a:gd name="T25" fmla="*/ 2195 h 677"/>
                  <a:gd name="T26" fmla="*/ 1693 w 618"/>
                  <a:gd name="T27" fmla="*/ 2381 h 677"/>
                  <a:gd name="T28" fmla="*/ 1563 w 618"/>
                  <a:gd name="T29" fmla="*/ 2188 h 677"/>
                  <a:gd name="T30" fmla="*/ 1485 w 618"/>
                  <a:gd name="T31" fmla="*/ 1883 h 677"/>
                  <a:gd name="T32" fmla="*/ 1925 w 618"/>
                  <a:gd name="T33" fmla="*/ 2091 h 677"/>
                  <a:gd name="T34" fmla="*/ 1459 w 618"/>
                  <a:gd name="T35" fmla="*/ 1821 h 677"/>
                  <a:gd name="T36" fmla="*/ 1109 w 618"/>
                  <a:gd name="T37" fmla="*/ 1794 h 677"/>
                  <a:gd name="T38" fmla="*/ 734 w 618"/>
                  <a:gd name="T39" fmla="*/ 1666 h 677"/>
                  <a:gd name="T40" fmla="*/ 425 w 618"/>
                  <a:gd name="T41" fmla="*/ 1513 h 677"/>
                  <a:gd name="T42" fmla="*/ 333 w 618"/>
                  <a:gd name="T43" fmla="*/ 1359 h 677"/>
                  <a:gd name="T44" fmla="*/ 380 w 618"/>
                  <a:gd name="T45" fmla="*/ 1179 h 677"/>
                  <a:gd name="T46" fmla="*/ 666 w 618"/>
                  <a:gd name="T47" fmla="*/ 807 h 677"/>
                  <a:gd name="T48" fmla="*/ 666 w 618"/>
                  <a:gd name="T49" fmla="*/ 804 h 677"/>
                  <a:gd name="T50" fmla="*/ 709 w 618"/>
                  <a:gd name="T51" fmla="*/ 820 h 677"/>
                  <a:gd name="T52" fmla="*/ 1172 w 618"/>
                  <a:gd name="T53" fmla="*/ 765 h 677"/>
                  <a:gd name="T54" fmla="*/ 1467 w 618"/>
                  <a:gd name="T55" fmla="*/ 834 h 677"/>
                  <a:gd name="T56" fmla="*/ 1633 w 618"/>
                  <a:gd name="T57" fmla="*/ 1026 h 677"/>
                  <a:gd name="T58" fmla="*/ 1555 w 618"/>
                  <a:gd name="T59" fmla="*/ 834 h 677"/>
                  <a:gd name="T60" fmla="*/ 1727 w 618"/>
                  <a:gd name="T61" fmla="*/ 765 h 677"/>
                  <a:gd name="T62" fmla="*/ 2068 w 618"/>
                  <a:gd name="T63" fmla="*/ 687 h 677"/>
                  <a:gd name="T64" fmla="*/ 1395 w 618"/>
                  <a:gd name="T65" fmla="*/ 784 h 677"/>
                  <a:gd name="T66" fmla="*/ 854 w 618"/>
                  <a:gd name="T67" fmla="*/ 825 h 677"/>
                  <a:gd name="T68" fmla="*/ 654 w 618"/>
                  <a:gd name="T69" fmla="*/ 700 h 677"/>
                  <a:gd name="T70" fmla="*/ 804 w 618"/>
                  <a:gd name="T71" fmla="*/ 482 h 677"/>
                  <a:gd name="T72" fmla="*/ 1047 w 618"/>
                  <a:gd name="T73" fmla="*/ 0 h 677"/>
                  <a:gd name="T74" fmla="*/ 964 w 618"/>
                  <a:gd name="T75" fmla="*/ 13 h 677"/>
                  <a:gd name="T76" fmla="*/ 646 w 618"/>
                  <a:gd name="T77" fmla="*/ 529 h 677"/>
                  <a:gd name="T78" fmla="*/ 463 w 618"/>
                  <a:gd name="T79" fmla="*/ 500 h 677"/>
                  <a:gd name="T80" fmla="*/ 451 w 618"/>
                  <a:gd name="T81" fmla="*/ 599 h 677"/>
                  <a:gd name="T82" fmla="*/ 558 w 618"/>
                  <a:gd name="T83" fmla="*/ 882 h 677"/>
                  <a:gd name="T84" fmla="*/ 286 w 618"/>
                  <a:gd name="T85" fmla="*/ 1242 h 677"/>
                  <a:gd name="T86" fmla="*/ 133 w 618"/>
                  <a:gd name="T87" fmla="*/ 1486 h 677"/>
                  <a:gd name="T88" fmla="*/ 216 w 618"/>
                  <a:gd name="T89" fmla="*/ 2013 h 677"/>
                  <a:gd name="T90" fmla="*/ 341 w 618"/>
                  <a:gd name="T91" fmla="*/ 2533 h 677"/>
                  <a:gd name="T92" fmla="*/ 641 w 618"/>
                  <a:gd name="T93" fmla="*/ 2912 h 677"/>
                  <a:gd name="T94" fmla="*/ 410 w 618"/>
                  <a:gd name="T95" fmla="*/ 2550 h 677"/>
                  <a:gd name="T96" fmla="*/ 410 w 618"/>
                  <a:gd name="T97" fmla="*/ 2550 h 677"/>
                  <a:gd name="T98" fmla="*/ 488 w 618"/>
                  <a:gd name="T99" fmla="*/ 2565 h 677"/>
                  <a:gd name="T100" fmla="*/ 909 w 618"/>
                  <a:gd name="T101" fmla="*/ 2673 h 677"/>
                  <a:gd name="T102" fmla="*/ 1547 w 618"/>
                  <a:gd name="T103" fmla="*/ 2992 h 677"/>
                  <a:gd name="T104" fmla="*/ 2313 w 618"/>
                  <a:gd name="T105" fmla="*/ 2937 h 677"/>
                  <a:gd name="T106" fmla="*/ 2677 w 618"/>
                  <a:gd name="T107" fmla="*/ 2528 h 677"/>
                  <a:gd name="T108" fmla="*/ 2852 w 618"/>
                  <a:gd name="T109" fmla="*/ 2336 h 677"/>
                  <a:gd name="T110" fmla="*/ 2659 w 618"/>
                  <a:gd name="T111" fmla="*/ 2500 h 67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18" h="677">
                    <a:moveTo>
                      <a:pt x="576" y="539"/>
                    </a:moveTo>
                    <a:cubicBezTo>
                      <a:pt x="545" y="550"/>
                      <a:pt x="538" y="578"/>
                      <a:pt x="501" y="620"/>
                    </a:cubicBezTo>
                    <a:cubicBezTo>
                      <a:pt x="464" y="662"/>
                      <a:pt x="388" y="668"/>
                      <a:pt x="338" y="636"/>
                    </a:cubicBezTo>
                    <a:cubicBezTo>
                      <a:pt x="288" y="604"/>
                      <a:pt x="303" y="546"/>
                      <a:pt x="205" y="567"/>
                    </a:cubicBezTo>
                    <a:cubicBezTo>
                      <a:pt x="163" y="576"/>
                      <a:pt x="131" y="562"/>
                      <a:pt x="108" y="544"/>
                    </a:cubicBezTo>
                    <a:cubicBezTo>
                      <a:pt x="81" y="524"/>
                      <a:pt x="81" y="524"/>
                      <a:pt x="81" y="524"/>
                    </a:cubicBezTo>
                    <a:cubicBezTo>
                      <a:pt x="70" y="505"/>
                      <a:pt x="53" y="482"/>
                      <a:pt x="62" y="441"/>
                    </a:cubicBezTo>
                    <a:cubicBezTo>
                      <a:pt x="76" y="381"/>
                      <a:pt x="24" y="346"/>
                      <a:pt x="48" y="328"/>
                    </a:cubicBezTo>
                    <a:cubicBezTo>
                      <a:pt x="57" y="320"/>
                      <a:pt x="63" y="315"/>
                      <a:pt x="66" y="310"/>
                    </a:cubicBezTo>
                    <a:cubicBezTo>
                      <a:pt x="76" y="311"/>
                      <a:pt x="76" y="338"/>
                      <a:pt x="117" y="344"/>
                    </a:cubicBezTo>
                    <a:cubicBezTo>
                      <a:pt x="161" y="350"/>
                      <a:pt x="155" y="390"/>
                      <a:pt x="197" y="401"/>
                    </a:cubicBezTo>
                    <a:cubicBezTo>
                      <a:pt x="239" y="412"/>
                      <a:pt x="261" y="363"/>
                      <a:pt x="303" y="394"/>
                    </a:cubicBezTo>
                    <a:cubicBezTo>
                      <a:pt x="328" y="412"/>
                      <a:pt x="321" y="429"/>
                      <a:pt x="333" y="473"/>
                    </a:cubicBezTo>
                    <a:cubicBezTo>
                      <a:pt x="345" y="517"/>
                      <a:pt x="367" y="513"/>
                      <a:pt x="367" y="513"/>
                    </a:cubicBezTo>
                    <a:cubicBezTo>
                      <a:pt x="349" y="511"/>
                      <a:pt x="340" y="489"/>
                      <a:pt x="339" y="472"/>
                    </a:cubicBezTo>
                    <a:cubicBezTo>
                      <a:pt x="338" y="455"/>
                      <a:pt x="322" y="406"/>
                      <a:pt x="322" y="406"/>
                    </a:cubicBezTo>
                    <a:cubicBezTo>
                      <a:pt x="367" y="464"/>
                      <a:pt x="417" y="451"/>
                      <a:pt x="417" y="451"/>
                    </a:cubicBezTo>
                    <a:cubicBezTo>
                      <a:pt x="354" y="455"/>
                      <a:pt x="336" y="409"/>
                      <a:pt x="316" y="393"/>
                    </a:cubicBezTo>
                    <a:cubicBezTo>
                      <a:pt x="296" y="377"/>
                      <a:pt x="290" y="366"/>
                      <a:pt x="240" y="387"/>
                    </a:cubicBezTo>
                    <a:cubicBezTo>
                      <a:pt x="190" y="408"/>
                      <a:pt x="184" y="387"/>
                      <a:pt x="159" y="359"/>
                    </a:cubicBezTo>
                    <a:cubicBezTo>
                      <a:pt x="134" y="331"/>
                      <a:pt x="115" y="341"/>
                      <a:pt x="92" y="326"/>
                    </a:cubicBezTo>
                    <a:cubicBezTo>
                      <a:pt x="76" y="316"/>
                      <a:pt x="73" y="301"/>
                      <a:pt x="72" y="293"/>
                    </a:cubicBezTo>
                    <a:cubicBezTo>
                      <a:pt x="73" y="284"/>
                      <a:pt x="73" y="274"/>
                      <a:pt x="82" y="254"/>
                    </a:cubicBezTo>
                    <a:cubicBezTo>
                      <a:pt x="103" y="211"/>
                      <a:pt x="136" y="217"/>
                      <a:pt x="144" y="174"/>
                    </a:cubicBezTo>
                    <a:cubicBezTo>
                      <a:pt x="144" y="174"/>
                      <a:pt x="144" y="174"/>
                      <a:pt x="144" y="173"/>
                    </a:cubicBezTo>
                    <a:cubicBezTo>
                      <a:pt x="146" y="171"/>
                      <a:pt x="149" y="171"/>
                      <a:pt x="154" y="177"/>
                    </a:cubicBezTo>
                    <a:cubicBezTo>
                      <a:pt x="175" y="200"/>
                      <a:pt x="230" y="172"/>
                      <a:pt x="254" y="165"/>
                    </a:cubicBezTo>
                    <a:cubicBezTo>
                      <a:pt x="278" y="158"/>
                      <a:pt x="284" y="172"/>
                      <a:pt x="318" y="180"/>
                    </a:cubicBezTo>
                    <a:cubicBezTo>
                      <a:pt x="351" y="188"/>
                      <a:pt x="354" y="221"/>
                      <a:pt x="354" y="221"/>
                    </a:cubicBezTo>
                    <a:cubicBezTo>
                      <a:pt x="364" y="198"/>
                      <a:pt x="337" y="180"/>
                      <a:pt x="337" y="180"/>
                    </a:cubicBezTo>
                    <a:cubicBezTo>
                      <a:pt x="337" y="180"/>
                      <a:pt x="362" y="173"/>
                      <a:pt x="374" y="165"/>
                    </a:cubicBezTo>
                    <a:cubicBezTo>
                      <a:pt x="420" y="134"/>
                      <a:pt x="448" y="148"/>
                      <a:pt x="448" y="148"/>
                    </a:cubicBezTo>
                    <a:cubicBezTo>
                      <a:pt x="404" y="124"/>
                      <a:pt x="348" y="194"/>
                      <a:pt x="302" y="169"/>
                    </a:cubicBezTo>
                    <a:cubicBezTo>
                      <a:pt x="257" y="144"/>
                      <a:pt x="229" y="173"/>
                      <a:pt x="185" y="178"/>
                    </a:cubicBezTo>
                    <a:cubicBezTo>
                      <a:pt x="157" y="182"/>
                      <a:pt x="146" y="164"/>
                      <a:pt x="142" y="151"/>
                    </a:cubicBezTo>
                    <a:cubicBezTo>
                      <a:pt x="142" y="138"/>
                      <a:pt x="147" y="122"/>
                      <a:pt x="174" y="104"/>
                    </a:cubicBezTo>
                    <a:cubicBezTo>
                      <a:pt x="221" y="72"/>
                      <a:pt x="227" y="0"/>
                      <a:pt x="227" y="0"/>
                    </a:cubicBezTo>
                    <a:cubicBezTo>
                      <a:pt x="209" y="3"/>
                      <a:pt x="209" y="3"/>
                      <a:pt x="209" y="3"/>
                    </a:cubicBezTo>
                    <a:cubicBezTo>
                      <a:pt x="218" y="61"/>
                      <a:pt x="161" y="94"/>
                      <a:pt x="140" y="114"/>
                    </a:cubicBezTo>
                    <a:cubicBezTo>
                      <a:pt x="119" y="133"/>
                      <a:pt x="100" y="108"/>
                      <a:pt x="100" y="108"/>
                    </a:cubicBezTo>
                    <a:cubicBezTo>
                      <a:pt x="98" y="129"/>
                      <a:pt x="98" y="129"/>
                      <a:pt x="98" y="129"/>
                    </a:cubicBezTo>
                    <a:cubicBezTo>
                      <a:pt x="121" y="142"/>
                      <a:pt x="140" y="163"/>
                      <a:pt x="121" y="190"/>
                    </a:cubicBezTo>
                    <a:cubicBezTo>
                      <a:pt x="101" y="217"/>
                      <a:pt x="65" y="238"/>
                      <a:pt x="62" y="268"/>
                    </a:cubicBezTo>
                    <a:cubicBezTo>
                      <a:pt x="58" y="310"/>
                      <a:pt x="42" y="304"/>
                      <a:pt x="29" y="320"/>
                    </a:cubicBezTo>
                    <a:cubicBezTo>
                      <a:pt x="0" y="358"/>
                      <a:pt x="59" y="360"/>
                      <a:pt x="47" y="434"/>
                    </a:cubicBezTo>
                    <a:cubicBezTo>
                      <a:pt x="35" y="507"/>
                      <a:pt x="62" y="500"/>
                      <a:pt x="74" y="546"/>
                    </a:cubicBezTo>
                    <a:cubicBezTo>
                      <a:pt x="94" y="621"/>
                      <a:pt x="139" y="628"/>
                      <a:pt x="139" y="628"/>
                    </a:cubicBezTo>
                    <a:cubicBezTo>
                      <a:pt x="122" y="625"/>
                      <a:pt x="86" y="589"/>
                      <a:pt x="89" y="550"/>
                    </a:cubicBezTo>
                    <a:cubicBezTo>
                      <a:pt x="89" y="550"/>
                      <a:pt x="89" y="550"/>
                      <a:pt x="89" y="550"/>
                    </a:cubicBezTo>
                    <a:cubicBezTo>
                      <a:pt x="93" y="543"/>
                      <a:pt x="106" y="553"/>
                      <a:pt x="106" y="553"/>
                    </a:cubicBezTo>
                    <a:cubicBezTo>
                      <a:pt x="127" y="569"/>
                      <a:pt x="157" y="583"/>
                      <a:pt x="197" y="576"/>
                    </a:cubicBezTo>
                    <a:cubicBezTo>
                      <a:pt x="294" y="557"/>
                      <a:pt x="284" y="612"/>
                      <a:pt x="335" y="645"/>
                    </a:cubicBezTo>
                    <a:cubicBezTo>
                      <a:pt x="386" y="677"/>
                      <a:pt x="463" y="675"/>
                      <a:pt x="501" y="633"/>
                    </a:cubicBezTo>
                    <a:cubicBezTo>
                      <a:pt x="538" y="590"/>
                      <a:pt x="549" y="556"/>
                      <a:pt x="580" y="545"/>
                    </a:cubicBezTo>
                    <a:cubicBezTo>
                      <a:pt x="610" y="535"/>
                      <a:pt x="599" y="509"/>
                      <a:pt x="618" y="504"/>
                    </a:cubicBezTo>
                    <a:cubicBezTo>
                      <a:pt x="599" y="508"/>
                      <a:pt x="605" y="529"/>
                      <a:pt x="576" y="53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6" name="Freeform 1406">
                <a:extLst>
                  <a:ext uri="{FF2B5EF4-FFF2-40B4-BE49-F238E27FC236}">
                    <a16:creationId xmlns:a16="http://schemas.microsoft.com/office/drawing/2014/main" id="{942DBF49-3504-43E1-BECA-6D217CE3B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1973"/>
                <a:ext cx="679" cy="1426"/>
              </a:xfrm>
              <a:custGeom>
                <a:avLst/>
                <a:gdLst>
                  <a:gd name="T0" fmla="*/ 830 w 408"/>
                  <a:gd name="T1" fmla="*/ 412 h 855"/>
                  <a:gd name="T2" fmla="*/ 1465 w 408"/>
                  <a:gd name="T3" fmla="*/ 632 h 855"/>
                  <a:gd name="T4" fmla="*/ 1513 w 408"/>
                  <a:gd name="T5" fmla="*/ 762 h 855"/>
                  <a:gd name="T6" fmla="*/ 1513 w 408"/>
                  <a:gd name="T7" fmla="*/ 762 h 855"/>
                  <a:gd name="T8" fmla="*/ 820 w 408"/>
                  <a:gd name="T9" fmla="*/ 474 h 855"/>
                  <a:gd name="T10" fmla="*/ 335 w 408"/>
                  <a:gd name="T11" fmla="*/ 342 h 855"/>
                  <a:gd name="T12" fmla="*/ 692 w 408"/>
                  <a:gd name="T13" fmla="*/ 575 h 855"/>
                  <a:gd name="T14" fmla="*/ 1050 w 408"/>
                  <a:gd name="T15" fmla="*/ 1167 h 855"/>
                  <a:gd name="T16" fmla="*/ 1438 w 408"/>
                  <a:gd name="T17" fmla="*/ 1494 h 855"/>
                  <a:gd name="T18" fmla="*/ 1626 w 408"/>
                  <a:gd name="T19" fmla="*/ 1721 h 855"/>
                  <a:gd name="T20" fmla="*/ 1401 w 408"/>
                  <a:gd name="T21" fmla="*/ 1479 h 855"/>
                  <a:gd name="T22" fmla="*/ 1000 w 408"/>
                  <a:gd name="T23" fmla="*/ 1167 h 855"/>
                  <a:gd name="T24" fmla="*/ 820 w 408"/>
                  <a:gd name="T25" fmla="*/ 792 h 855"/>
                  <a:gd name="T26" fmla="*/ 776 w 408"/>
                  <a:gd name="T27" fmla="*/ 984 h 855"/>
                  <a:gd name="T28" fmla="*/ 784 w 408"/>
                  <a:gd name="T29" fmla="*/ 1446 h 855"/>
                  <a:gd name="T30" fmla="*/ 1055 w 408"/>
                  <a:gd name="T31" fmla="*/ 1980 h 855"/>
                  <a:gd name="T32" fmla="*/ 1365 w 408"/>
                  <a:gd name="T33" fmla="*/ 2217 h 855"/>
                  <a:gd name="T34" fmla="*/ 1719 w 408"/>
                  <a:gd name="T35" fmla="*/ 2432 h 855"/>
                  <a:gd name="T36" fmla="*/ 1872 w 408"/>
                  <a:gd name="T37" fmla="*/ 2458 h 855"/>
                  <a:gd name="T38" fmla="*/ 1696 w 408"/>
                  <a:gd name="T39" fmla="*/ 2458 h 855"/>
                  <a:gd name="T40" fmla="*/ 1368 w 408"/>
                  <a:gd name="T41" fmla="*/ 2258 h 855"/>
                  <a:gd name="T42" fmla="*/ 1130 w 408"/>
                  <a:gd name="T43" fmla="*/ 2182 h 855"/>
                  <a:gd name="T44" fmla="*/ 1188 w 408"/>
                  <a:gd name="T45" fmla="*/ 2562 h 855"/>
                  <a:gd name="T46" fmla="*/ 1331 w 408"/>
                  <a:gd name="T47" fmla="*/ 2895 h 855"/>
                  <a:gd name="T48" fmla="*/ 1761 w 408"/>
                  <a:gd name="T49" fmla="*/ 3557 h 855"/>
                  <a:gd name="T50" fmla="*/ 1881 w 408"/>
                  <a:gd name="T51" fmla="*/ 3966 h 855"/>
                  <a:gd name="T52" fmla="*/ 1714 w 408"/>
                  <a:gd name="T53" fmla="*/ 3536 h 855"/>
                  <a:gd name="T54" fmla="*/ 1291 w 408"/>
                  <a:gd name="T55" fmla="*/ 2895 h 855"/>
                  <a:gd name="T56" fmla="*/ 1202 w 408"/>
                  <a:gd name="T57" fmla="*/ 2645 h 855"/>
                  <a:gd name="T58" fmla="*/ 1175 w 408"/>
                  <a:gd name="T59" fmla="*/ 2820 h 855"/>
                  <a:gd name="T60" fmla="*/ 977 w 408"/>
                  <a:gd name="T61" fmla="*/ 3079 h 855"/>
                  <a:gd name="T62" fmla="*/ 784 w 408"/>
                  <a:gd name="T63" fmla="*/ 3432 h 855"/>
                  <a:gd name="T64" fmla="*/ 333 w 408"/>
                  <a:gd name="T65" fmla="*/ 3599 h 855"/>
                  <a:gd name="T66" fmla="*/ 576 w 408"/>
                  <a:gd name="T67" fmla="*/ 3461 h 855"/>
                  <a:gd name="T68" fmla="*/ 909 w 408"/>
                  <a:gd name="T69" fmla="*/ 3136 h 855"/>
                  <a:gd name="T70" fmla="*/ 1117 w 408"/>
                  <a:gd name="T71" fmla="*/ 2820 h 855"/>
                  <a:gd name="T72" fmla="*/ 1097 w 408"/>
                  <a:gd name="T73" fmla="*/ 2542 h 855"/>
                  <a:gd name="T74" fmla="*/ 1042 w 408"/>
                  <a:gd name="T75" fmla="*/ 2200 h 855"/>
                  <a:gd name="T76" fmla="*/ 929 w 408"/>
                  <a:gd name="T77" fmla="*/ 1938 h 855"/>
                  <a:gd name="T78" fmla="*/ 737 w 408"/>
                  <a:gd name="T79" fmla="*/ 1429 h 855"/>
                  <a:gd name="T80" fmla="*/ 501 w 408"/>
                  <a:gd name="T81" fmla="*/ 1820 h 855"/>
                  <a:gd name="T82" fmla="*/ 368 w 408"/>
                  <a:gd name="T83" fmla="*/ 2273 h 855"/>
                  <a:gd name="T84" fmla="*/ 466 w 408"/>
                  <a:gd name="T85" fmla="*/ 1855 h 855"/>
                  <a:gd name="T86" fmla="*/ 722 w 408"/>
                  <a:gd name="T87" fmla="*/ 1313 h 855"/>
                  <a:gd name="T88" fmla="*/ 692 w 408"/>
                  <a:gd name="T89" fmla="*/ 1021 h 855"/>
                  <a:gd name="T90" fmla="*/ 721 w 408"/>
                  <a:gd name="T91" fmla="*/ 665 h 855"/>
                  <a:gd name="T92" fmla="*/ 0 w 408"/>
                  <a:gd name="T93" fmla="*/ 0 h 855"/>
                  <a:gd name="T94" fmla="*/ 158 w 408"/>
                  <a:gd name="T95" fmla="*/ 88 h 855"/>
                  <a:gd name="T96" fmla="*/ 255 w 408"/>
                  <a:gd name="T97" fmla="*/ 242 h 855"/>
                  <a:gd name="T98" fmla="*/ 830 w 408"/>
                  <a:gd name="T99" fmla="*/ 412 h 85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08" h="855">
                    <a:moveTo>
                      <a:pt x="180" y="89"/>
                    </a:moveTo>
                    <a:cubicBezTo>
                      <a:pt x="250" y="97"/>
                      <a:pt x="304" y="126"/>
                      <a:pt x="318" y="136"/>
                    </a:cubicBezTo>
                    <a:cubicBezTo>
                      <a:pt x="338" y="150"/>
                      <a:pt x="328" y="164"/>
                      <a:pt x="328" y="164"/>
                    </a:cubicBezTo>
                    <a:cubicBezTo>
                      <a:pt x="328" y="164"/>
                      <a:pt x="328" y="164"/>
                      <a:pt x="328" y="164"/>
                    </a:cubicBezTo>
                    <a:cubicBezTo>
                      <a:pt x="293" y="123"/>
                      <a:pt x="236" y="108"/>
                      <a:pt x="178" y="102"/>
                    </a:cubicBezTo>
                    <a:cubicBezTo>
                      <a:pt x="119" y="96"/>
                      <a:pt x="73" y="74"/>
                      <a:pt x="73" y="74"/>
                    </a:cubicBezTo>
                    <a:cubicBezTo>
                      <a:pt x="91" y="91"/>
                      <a:pt x="112" y="104"/>
                      <a:pt x="150" y="124"/>
                    </a:cubicBezTo>
                    <a:cubicBezTo>
                      <a:pt x="195" y="147"/>
                      <a:pt x="210" y="203"/>
                      <a:pt x="228" y="252"/>
                    </a:cubicBezTo>
                    <a:cubicBezTo>
                      <a:pt x="245" y="302"/>
                      <a:pt x="293" y="264"/>
                      <a:pt x="312" y="322"/>
                    </a:cubicBezTo>
                    <a:cubicBezTo>
                      <a:pt x="330" y="379"/>
                      <a:pt x="332" y="372"/>
                      <a:pt x="353" y="371"/>
                    </a:cubicBezTo>
                    <a:cubicBezTo>
                      <a:pt x="353" y="371"/>
                      <a:pt x="323" y="409"/>
                      <a:pt x="304" y="319"/>
                    </a:cubicBezTo>
                    <a:cubicBezTo>
                      <a:pt x="296" y="281"/>
                      <a:pt x="235" y="307"/>
                      <a:pt x="217" y="252"/>
                    </a:cubicBezTo>
                    <a:cubicBezTo>
                      <a:pt x="195" y="184"/>
                      <a:pt x="194" y="190"/>
                      <a:pt x="178" y="171"/>
                    </a:cubicBezTo>
                    <a:cubicBezTo>
                      <a:pt x="178" y="171"/>
                      <a:pt x="177" y="200"/>
                      <a:pt x="168" y="212"/>
                    </a:cubicBezTo>
                    <a:cubicBezTo>
                      <a:pt x="150" y="237"/>
                      <a:pt x="178" y="280"/>
                      <a:pt x="170" y="312"/>
                    </a:cubicBezTo>
                    <a:cubicBezTo>
                      <a:pt x="162" y="344"/>
                      <a:pt x="200" y="407"/>
                      <a:pt x="229" y="427"/>
                    </a:cubicBezTo>
                    <a:cubicBezTo>
                      <a:pt x="258" y="447"/>
                      <a:pt x="245" y="474"/>
                      <a:pt x="296" y="478"/>
                    </a:cubicBezTo>
                    <a:cubicBezTo>
                      <a:pt x="346" y="482"/>
                      <a:pt x="352" y="500"/>
                      <a:pt x="373" y="524"/>
                    </a:cubicBezTo>
                    <a:cubicBezTo>
                      <a:pt x="394" y="548"/>
                      <a:pt x="406" y="530"/>
                      <a:pt x="406" y="530"/>
                    </a:cubicBezTo>
                    <a:cubicBezTo>
                      <a:pt x="406" y="530"/>
                      <a:pt x="394" y="552"/>
                      <a:pt x="368" y="530"/>
                    </a:cubicBezTo>
                    <a:cubicBezTo>
                      <a:pt x="341" y="507"/>
                      <a:pt x="342" y="487"/>
                      <a:pt x="297" y="487"/>
                    </a:cubicBezTo>
                    <a:cubicBezTo>
                      <a:pt x="252" y="487"/>
                      <a:pt x="245" y="470"/>
                      <a:pt x="245" y="470"/>
                    </a:cubicBezTo>
                    <a:cubicBezTo>
                      <a:pt x="245" y="470"/>
                      <a:pt x="214" y="519"/>
                      <a:pt x="258" y="552"/>
                    </a:cubicBezTo>
                    <a:cubicBezTo>
                      <a:pt x="302" y="586"/>
                      <a:pt x="276" y="589"/>
                      <a:pt x="289" y="624"/>
                    </a:cubicBezTo>
                    <a:cubicBezTo>
                      <a:pt x="317" y="698"/>
                      <a:pt x="377" y="714"/>
                      <a:pt x="382" y="767"/>
                    </a:cubicBezTo>
                    <a:cubicBezTo>
                      <a:pt x="388" y="820"/>
                      <a:pt x="388" y="844"/>
                      <a:pt x="408" y="855"/>
                    </a:cubicBezTo>
                    <a:cubicBezTo>
                      <a:pt x="408" y="855"/>
                      <a:pt x="378" y="848"/>
                      <a:pt x="372" y="762"/>
                    </a:cubicBezTo>
                    <a:cubicBezTo>
                      <a:pt x="369" y="723"/>
                      <a:pt x="301" y="689"/>
                      <a:pt x="280" y="624"/>
                    </a:cubicBezTo>
                    <a:cubicBezTo>
                      <a:pt x="272" y="600"/>
                      <a:pt x="284" y="576"/>
                      <a:pt x="261" y="570"/>
                    </a:cubicBezTo>
                    <a:cubicBezTo>
                      <a:pt x="261" y="570"/>
                      <a:pt x="253" y="588"/>
                      <a:pt x="255" y="608"/>
                    </a:cubicBezTo>
                    <a:cubicBezTo>
                      <a:pt x="255" y="617"/>
                      <a:pt x="245" y="644"/>
                      <a:pt x="212" y="664"/>
                    </a:cubicBezTo>
                    <a:cubicBezTo>
                      <a:pt x="196" y="674"/>
                      <a:pt x="220" y="715"/>
                      <a:pt x="170" y="740"/>
                    </a:cubicBezTo>
                    <a:cubicBezTo>
                      <a:pt x="122" y="764"/>
                      <a:pt x="89" y="746"/>
                      <a:pt x="72" y="776"/>
                    </a:cubicBezTo>
                    <a:cubicBezTo>
                      <a:pt x="72" y="776"/>
                      <a:pt x="80" y="751"/>
                      <a:pt x="125" y="746"/>
                    </a:cubicBezTo>
                    <a:cubicBezTo>
                      <a:pt x="170" y="740"/>
                      <a:pt x="195" y="725"/>
                      <a:pt x="197" y="676"/>
                    </a:cubicBezTo>
                    <a:cubicBezTo>
                      <a:pt x="198" y="646"/>
                      <a:pt x="238" y="653"/>
                      <a:pt x="242" y="608"/>
                    </a:cubicBezTo>
                    <a:cubicBezTo>
                      <a:pt x="244" y="594"/>
                      <a:pt x="258" y="570"/>
                      <a:pt x="238" y="548"/>
                    </a:cubicBezTo>
                    <a:cubicBezTo>
                      <a:pt x="218" y="527"/>
                      <a:pt x="221" y="502"/>
                      <a:pt x="226" y="474"/>
                    </a:cubicBezTo>
                    <a:cubicBezTo>
                      <a:pt x="232" y="446"/>
                      <a:pt x="221" y="435"/>
                      <a:pt x="201" y="418"/>
                    </a:cubicBezTo>
                    <a:cubicBezTo>
                      <a:pt x="181" y="400"/>
                      <a:pt x="152" y="352"/>
                      <a:pt x="160" y="308"/>
                    </a:cubicBezTo>
                    <a:cubicBezTo>
                      <a:pt x="160" y="308"/>
                      <a:pt x="106" y="348"/>
                      <a:pt x="109" y="392"/>
                    </a:cubicBezTo>
                    <a:cubicBezTo>
                      <a:pt x="112" y="436"/>
                      <a:pt x="104" y="487"/>
                      <a:pt x="80" y="490"/>
                    </a:cubicBezTo>
                    <a:cubicBezTo>
                      <a:pt x="80" y="490"/>
                      <a:pt x="101" y="480"/>
                      <a:pt x="101" y="400"/>
                    </a:cubicBezTo>
                    <a:cubicBezTo>
                      <a:pt x="101" y="320"/>
                      <a:pt x="151" y="319"/>
                      <a:pt x="157" y="283"/>
                    </a:cubicBezTo>
                    <a:cubicBezTo>
                      <a:pt x="160" y="261"/>
                      <a:pt x="141" y="244"/>
                      <a:pt x="150" y="220"/>
                    </a:cubicBezTo>
                    <a:cubicBezTo>
                      <a:pt x="159" y="196"/>
                      <a:pt x="181" y="166"/>
                      <a:pt x="156" y="143"/>
                    </a:cubicBezTo>
                    <a:cubicBezTo>
                      <a:pt x="130" y="120"/>
                      <a:pt x="53" y="107"/>
                      <a:pt x="0" y="0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9"/>
                      <a:pt x="38" y="32"/>
                      <a:pt x="55" y="52"/>
                    </a:cubicBezTo>
                    <a:cubicBezTo>
                      <a:pt x="55" y="52"/>
                      <a:pt x="100" y="81"/>
                      <a:pt x="180" y="89"/>
                    </a:cubicBezTo>
                    <a:close/>
                  </a:path>
                </a:pathLst>
              </a:custGeom>
              <a:solidFill>
                <a:srgbClr val="F15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7" name="Freeform 1407">
                <a:extLst>
                  <a:ext uri="{FF2B5EF4-FFF2-40B4-BE49-F238E27FC236}">
                    <a16:creationId xmlns:a16="http://schemas.microsoft.com/office/drawing/2014/main" id="{E3FA2084-271E-448A-9812-5152287A3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1657"/>
                <a:ext cx="923" cy="1453"/>
              </a:xfrm>
              <a:custGeom>
                <a:avLst/>
                <a:gdLst>
                  <a:gd name="T0" fmla="*/ 1654 w 554"/>
                  <a:gd name="T1" fmla="*/ 505 h 872"/>
                  <a:gd name="T2" fmla="*/ 2497 w 554"/>
                  <a:gd name="T3" fmla="*/ 453 h 872"/>
                  <a:gd name="T4" fmla="*/ 2401 w 554"/>
                  <a:gd name="T5" fmla="*/ 1276 h 872"/>
                  <a:gd name="T6" fmla="*/ 1938 w 554"/>
                  <a:gd name="T7" fmla="*/ 1730 h 872"/>
                  <a:gd name="T8" fmla="*/ 1484 w 554"/>
                  <a:gd name="T9" fmla="*/ 2326 h 872"/>
                  <a:gd name="T10" fmla="*/ 1283 w 554"/>
                  <a:gd name="T11" fmla="*/ 3937 h 872"/>
                  <a:gd name="T12" fmla="*/ 1133 w 554"/>
                  <a:gd name="T13" fmla="*/ 3956 h 872"/>
                  <a:gd name="T14" fmla="*/ 868 w 554"/>
                  <a:gd name="T15" fmla="*/ 3817 h 872"/>
                  <a:gd name="T16" fmla="*/ 770 w 554"/>
                  <a:gd name="T17" fmla="*/ 3554 h 872"/>
                  <a:gd name="T18" fmla="*/ 513 w 554"/>
                  <a:gd name="T19" fmla="*/ 1338 h 872"/>
                  <a:gd name="T20" fmla="*/ 653 w 554"/>
                  <a:gd name="T21" fmla="*/ 846 h 872"/>
                  <a:gd name="T22" fmla="*/ 785 w 554"/>
                  <a:gd name="T23" fmla="*/ 675 h 872"/>
                  <a:gd name="T24" fmla="*/ 1201 w 554"/>
                  <a:gd name="T25" fmla="*/ 612 h 872"/>
                  <a:gd name="T26" fmla="*/ 1591 w 554"/>
                  <a:gd name="T27" fmla="*/ 213 h 872"/>
                  <a:gd name="T28" fmla="*/ 1654 w 554"/>
                  <a:gd name="T29" fmla="*/ 505 h 8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4" h="872">
                    <a:moveTo>
                      <a:pt x="358" y="109"/>
                    </a:moveTo>
                    <a:cubicBezTo>
                      <a:pt x="358" y="109"/>
                      <a:pt x="458" y="0"/>
                      <a:pt x="540" y="98"/>
                    </a:cubicBezTo>
                    <a:cubicBezTo>
                      <a:pt x="550" y="110"/>
                      <a:pt x="554" y="229"/>
                      <a:pt x="519" y="276"/>
                    </a:cubicBezTo>
                    <a:cubicBezTo>
                      <a:pt x="485" y="323"/>
                      <a:pt x="461" y="350"/>
                      <a:pt x="419" y="374"/>
                    </a:cubicBezTo>
                    <a:cubicBezTo>
                      <a:pt x="378" y="399"/>
                      <a:pt x="380" y="471"/>
                      <a:pt x="321" y="503"/>
                    </a:cubicBezTo>
                    <a:cubicBezTo>
                      <a:pt x="262" y="535"/>
                      <a:pt x="163" y="622"/>
                      <a:pt x="277" y="851"/>
                    </a:cubicBezTo>
                    <a:cubicBezTo>
                      <a:pt x="285" y="866"/>
                      <a:pt x="281" y="872"/>
                      <a:pt x="245" y="855"/>
                    </a:cubicBezTo>
                    <a:cubicBezTo>
                      <a:pt x="209" y="838"/>
                      <a:pt x="188" y="825"/>
                      <a:pt x="188" y="825"/>
                    </a:cubicBezTo>
                    <a:cubicBezTo>
                      <a:pt x="188" y="825"/>
                      <a:pt x="185" y="797"/>
                      <a:pt x="166" y="768"/>
                    </a:cubicBezTo>
                    <a:cubicBezTo>
                      <a:pt x="145" y="738"/>
                      <a:pt x="0" y="536"/>
                      <a:pt x="111" y="289"/>
                    </a:cubicBezTo>
                    <a:cubicBezTo>
                      <a:pt x="135" y="234"/>
                      <a:pt x="151" y="197"/>
                      <a:pt x="141" y="183"/>
                    </a:cubicBezTo>
                    <a:cubicBezTo>
                      <a:pt x="132" y="170"/>
                      <a:pt x="128" y="134"/>
                      <a:pt x="170" y="146"/>
                    </a:cubicBezTo>
                    <a:cubicBezTo>
                      <a:pt x="211" y="157"/>
                      <a:pt x="217" y="172"/>
                      <a:pt x="260" y="132"/>
                    </a:cubicBezTo>
                    <a:cubicBezTo>
                      <a:pt x="304" y="93"/>
                      <a:pt x="322" y="113"/>
                      <a:pt x="344" y="46"/>
                    </a:cubicBezTo>
                    <a:cubicBezTo>
                      <a:pt x="344" y="46"/>
                      <a:pt x="353" y="98"/>
                      <a:pt x="358" y="109"/>
                    </a:cubicBezTo>
                    <a:close/>
                  </a:path>
                </a:pathLst>
              </a:custGeom>
              <a:solidFill>
                <a:srgbClr val="C199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8" name="Oval 1408">
                <a:extLst>
                  <a:ext uri="{FF2B5EF4-FFF2-40B4-BE49-F238E27FC236}">
                    <a16:creationId xmlns:a16="http://schemas.microsoft.com/office/drawing/2014/main" id="{AE4D0367-A8D8-4699-9DB2-CC7CAD6FF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6" y="1340"/>
                <a:ext cx="374" cy="90"/>
              </a:xfrm>
              <a:prstGeom prst="ellipse">
                <a:avLst/>
              </a:prstGeom>
              <a:solidFill>
                <a:srgbClr val="D5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29" name="Oval 1409">
                <a:extLst>
                  <a:ext uri="{FF2B5EF4-FFF2-40B4-BE49-F238E27FC236}">
                    <a16:creationId xmlns:a16="http://schemas.microsoft.com/office/drawing/2014/main" id="{FE3FD742-9514-4A7D-A8C7-D74C39DFE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1358"/>
                <a:ext cx="318" cy="54"/>
              </a:xfrm>
              <a:prstGeom prst="ellipse">
                <a:avLst/>
              </a:prstGeom>
              <a:solidFill>
                <a:srgbClr val="4183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30" name="Freeform 1410">
                <a:extLst>
                  <a:ext uri="{FF2B5EF4-FFF2-40B4-BE49-F238E27FC236}">
                    <a16:creationId xmlns:a16="http://schemas.microsoft.com/office/drawing/2014/main" id="{F4A30F75-FD49-4971-AE53-55D5B6F78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1350"/>
                <a:ext cx="318" cy="47"/>
              </a:xfrm>
              <a:custGeom>
                <a:avLst/>
                <a:gdLst>
                  <a:gd name="T0" fmla="*/ 839 w 191"/>
                  <a:gd name="T1" fmla="*/ 133 h 28"/>
                  <a:gd name="T2" fmla="*/ 881 w 191"/>
                  <a:gd name="T3" fmla="*/ 99 h 28"/>
                  <a:gd name="T4" fmla="*/ 443 w 191"/>
                  <a:gd name="T5" fmla="*/ 22 h 28"/>
                  <a:gd name="T6" fmla="*/ 0 w 191"/>
                  <a:gd name="T7" fmla="*/ 99 h 28"/>
                  <a:gd name="T8" fmla="*/ 47 w 191"/>
                  <a:gd name="T9" fmla="*/ 133 h 28"/>
                  <a:gd name="T10" fmla="*/ 839 w 191"/>
                  <a:gd name="T11" fmla="*/ 13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1" h="28">
                    <a:moveTo>
                      <a:pt x="182" y="28"/>
                    </a:moveTo>
                    <a:cubicBezTo>
                      <a:pt x="188" y="26"/>
                      <a:pt x="191" y="23"/>
                      <a:pt x="191" y="21"/>
                    </a:cubicBezTo>
                    <a:cubicBezTo>
                      <a:pt x="191" y="12"/>
                      <a:pt x="148" y="5"/>
                      <a:pt x="96" y="5"/>
                    </a:cubicBezTo>
                    <a:cubicBezTo>
                      <a:pt x="43" y="5"/>
                      <a:pt x="0" y="12"/>
                      <a:pt x="0" y="21"/>
                    </a:cubicBezTo>
                    <a:cubicBezTo>
                      <a:pt x="0" y="23"/>
                      <a:pt x="4" y="26"/>
                      <a:pt x="10" y="28"/>
                    </a:cubicBezTo>
                    <a:cubicBezTo>
                      <a:pt x="10" y="28"/>
                      <a:pt x="100" y="0"/>
                      <a:pt x="182" y="28"/>
                    </a:cubicBezTo>
                    <a:close/>
                  </a:path>
                </a:pathLst>
              </a:custGeom>
              <a:solidFill>
                <a:srgbClr val="A4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1" name="Line 1411">
                <a:extLst>
                  <a:ext uri="{FF2B5EF4-FFF2-40B4-BE49-F238E27FC236}">
                    <a16:creationId xmlns:a16="http://schemas.microsoft.com/office/drawing/2014/main" id="{817405BC-1022-4717-BF94-BCAA8C831C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10" y="1385"/>
                <a:ext cx="1" cy="23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2" name="Freeform 1412">
                <a:extLst>
                  <a:ext uri="{FF2B5EF4-FFF2-40B4-BE49-F238E27FC236}">
                    <a16:creationId xmlns:a16="http://schemas.microsoft.com/office/drawing/2014/main" id="{CFC24D41-79A1-4F55-989F-90B60054E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1385"/>
                <a:ext cx="21" cy="515"/>
              </a:xfrm>
              <a:custGeom>
                <a:avLst/>
                <a:gdLst>
                  <a:gd name="T0" fmla="*/ 0 w 13"/>
                  <a:gd name="T1" fmla="*/ 0 h 309"/>
                  <a:gd name="T2" fmla="*/ 42 w 13"/>
                  <a:gd name="T3" fmla="*/ 1430 h 30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09">
                    <a:moveTo>
                      <a:pt x="0" y="0"/>
                    </a:moveTo>
                    <a:cubicBezTo>
                      <a:pt x="0" y="0"/>
                      <a:pt x="13" y="250"/>
                      <a:pt x="10" y="309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3" name="Oval 1413">
                <a:extLst>
                  <a:ext uri="{FF2B5EF4-FFF2-40B4-BE49-F238E27FC236}">
                    <a16:creationId xmlns:a16="http://schemas.microsoft.com/office/drawing/2014/main" id="{6E765549-06F9-4B42-81C0-2D72A1F40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6" y="1340"/>
                <a:ext cx="374" cy="90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34" name="Oval 1414">
                <a:extLst>
                  <a:ext uri="{FF2B5EF4-FFF2-40B4-BE49-F238E27FC236}">
                    <a16:creationId xmlns:a16="http://schemas.microsoft.com/office/drawing/2014/main" id="{68D40199-BF47-4F78-BAE9-9FF5473BA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1358"/>
                <a:ext cx="318" cy="54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35" name="Freeform 1415">
                <a:extLst>
                  <a:ext uri="{FF2B5EF4-FFF2-40B4-BE49-F238E27FC236}">
                    <a16:creationId xmlns:a16="http://schemas.microsoft.com/office/drawing/2014/main" id="{17F19EAE-D408-429C-BFC6-51110AE3C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771"/>
                <a:ext cx="1076" cy="1067"/>
              </a:xfrm>
              <a:custGeom>
                <a:avLst/>
                <a:gdLst>
                  <a:gd name="T0" fmla="*/ 222 w 646"/>
                  <a:gd name="T1" fmla="*/ 2966 h 640"/>
                  <a:gd name="T2" fmla="*/ 338 w 646"/>
                  <a:gd name="T3" fmla="*/ 1557 h 640"/>
                  <a:gd name="T4" fmla="*/ 651 w 646"/>
                  <a:gd name="T5" fmla="*/ 388 h 640"/>
                  <a:gd name="T6" fmla="*/ 1168 w 646"/>
                  <a:gd name="T7" fmla="*/ 222 h 640"/>
                  <a:gd name="T8" fmla="*/ 1521 w 646"/>
                  <a:gd name="T9" fmla="*/ 575 h 640"/>
                  <a:gd name="T10" fmla="*/ 1909 w 646"/>
                  <a:gd name="T11" fmla="*/ 0 h 640"/>
                  <a:gd name="T12" fmla="*/ 2167 w 646"/>
                  <a:gd name="T13" fmla="*/ 187 h 640"/>
                  <a:gd name="T14" fmla="*/ 2130 w 646"/>
                  <a:gd name="T15" fmla="*/ 592 h 640"/>
                  <a:gd name="T16" fmla="*/ 2425 w 646"/>
                  <a:gd name="T17" fmla="*/ 222 h 640"/>
                  <a:gd name="T18" fmla="*/ 2758 w 646"/>
                  <a:gd name="T19" fmla="*/ 425 h 640"/>
                  <a:gd name="T20" fmla="*/ 2658 w 646"/>
                  <a:gd name="T21" fmla="*/ 654 h 640"/>
                  <a:gd name="T22" fmla="*/ 2702 w 646"/>
                  <a:gd name="T23" fmla="*/ 950 h 640"/>
                  <a:gd name="T24" fmla="*/ 2985 w 646"/>
                  <a:gd name="T25" fmla="*/ 1766 h 6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6" h="640">
                    <a:moveTo>
                      <a:pt x="48" y="640"/>
                    </a:moveTo>
                    <a:cubicBezTo>
                      <a:pt x="34" y="590"/>
                      <a:pt x="0" y="439"/>
                      <a:pt x="73" y="336"/>
                    </a:cubicBezTo>
                    <a:cubicBezTo>
                      <a:pt x="161" y="212"/>
                      <a:pt x="177" y="140"/>
                      <a:pt x="141" y="84"/>
                    </a:cubicBezTo>
                    <a:cubicBezTo>
                      <a:pt x="141" y="84"/>
                      <a:pt x="209" y="28"/>
                      <a:pt x="253" y="48"/>
                    </a:cubicBezTo>
                    <a:cubicBezTo>
                      <a:pt x="253" y="48"/>
                      <a:pt x="272" y="124"/>
                      <a:pt x="329" y="124"/>
                    </a:cubicBezTo>
                    <a:cubicBezTo>
                      <a:pt x="357" y="124"/>
                      <a:pt x="377" y="0"/>
                      <a:pt x="413" y="0"/>
                    </a:cubicBezTo>
                    <a:cubicBezTo>
                      <a:pt x="413" y="0"/>
                      <a:pt x="457" y="4"/>
                      <a:pt x="469" y="40"/>
                    </a:cubicBezTo>
                    <a:cubicBezTo>
                      <a:pt x="469" y="40"/>
                      <a:pt x="433" y="120"/>
                      <a:pt x="461" y="128"/>
                    </a:cubicBezTo>
                    <a:cubicBezTo>
                      <a:pt x="489" y="136"/>
                      <a:pt x="525" y="48"/>
                      <a:pt x="525" y="48"/>
                    </a:cubicBezTo>
                    <a:cubicBezTo>
                      <a:pt x="525" y="48"/>
                      <a:pt x="569" y="36"/>
                      <a:pt x="597" y="92"/>
                    </a:cubicBezTo>
                    <a:cubicBezTo>
                      <a:pt x="597" y="92"/>
                      <a:pt x="594" y="120"/>
                      <a:pt x="575" y="141"/>
                    </a:cubicBezTo>
                    <a:cubicBezTo>
                      <a:pt x="556" y="162"/>
                      <a:pt x="560" y="181"/>
                      <a:pt x="585" y="205"/>
                    </a:cubicBezTo>
                    <a:cubicBezTo>
                      <a:pt x="607" y="226"/>
                      <a:pt x="646" y="269"/>
                      <a:pt x="646" y="381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6" name="Freeform 1416">
                <a:extLst>
                  <a:ext uri="{FF2B5EF4-FFF2-40B4-BE49-F238E27FC236}">
                    <a16:creationId xmlns:a16="http://schemas.microsoft.com/office/drawing/2014/main" id="{074B0DE7-4CA6-4ACB-8022-328A7ABE8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1657"/>
                <a:ext cx="923" cy="1453"/>
              </a:xfrm>
              <a:custGeom>
                <a:avLst/>
                <a:gdLst>
                  <a:gd name="T0" fmla="*/ 1654 w 554"/>
                  <a:gd name="T1" fmla="*/ 505 h 872"/>
                  <a:gd name="T2" fmla="*/ 2497 w 554"/>
                  <a:gd name="T3" fmla="*/ 453 h 872"/>
                  <a:gd name="T4" fmla="*/ 2401 w 554"/>
                  <a:gd name="T5" fmla="*/ 1276 h 872"/>
                  <a:gd name="T6" fmla="*/ 1938 w 554"/>
                  <a:gd name="T7" fmla="*/ 1730 h 872"/>
                  <a:gd name="T8" fmla="*/ 1484 w 554"/>
                  <a:gd name="T9" fmla="*/ 2326 h 872"/>
                  <a:gd name="T10" fmla="*/ 1283 w 554"/>
                  <a:gd name="T11" fmla="*/ 3937 h 872"/>
                  <a:gd name="T12" fmla="*/ 1133 w 554"/>
                  <a:gd name="T13" fmla="*/ 3956 h 872"/>
                  <a:gd name="T14" fmla="*/ 868 w 554"/>
                  <a:gd name="T15" fmla="*/ 3817 h 872"/>
                  <a:gd name="T16" fmla="*/ 770 w 554"/>
                  <a:gd name="T17" fmla="*/ 3554 h 872"/>
                  <a:gd name="T18" fmla="*/ 513 w 554"/>
                  <a:gd name="T19" fmla="*/ 1338 h 872"/>
                  <a:gd name="T20" fmla="*/ 653 w 554"/>
                  <a:gd name="T21" fmla="*/ 846 h 872"/>
                  <a:gd name="T22" fmla="*/ 785 w 554"/>
                  <a:gd name="T23" fmla="*/ 675 h 872"/>
                  <a:gd name="T24" fmla="*/ 1201 w 554"/>
                  <a:gd name="T25" fmla="*/ 612 h 872"/>
                  <a:gd name="T26" fmla="*/ 1591 w 554"/>
                  <a:gd name="T27" fmla="*/ 213 h 872"/>
                  <a:gd name="T28" fmla="*/ 1654 w 554"/>
                  <a:gd name="T29" fmla="*/ 505 h 8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4" h="872">
                    <a:moveTo>
                      <a:pt x="358" y="109"/>
                    </a:moveTo>
                    <a:cubicBezTo>
                      <a:pt x="358" y="109"/>
                      <a:pt x="458" y="0"/>
                      <a:pt x="540" y="98"/>
                    </a:cubicBezTo>
                    <a:cubicBezTo>
                      <a:pt x="550" y="110"/>
                      <a:pt x="554" y="229"/>
                      <a:pt x="519" y="276"/>
                    </a:cubicBezTo>
                    <a:cubicBezTo>
                      <a:pt x="485" y="323"/>
                      <a:pt x="461" y="350"/>
                      <a:pt x="419" y="374"/>
                    </a:cubicBezTo>
                    <a:cubicBezTo>
                      <a:pt x="378" y="399"/>
                      <a:pt x="380" y="471"/>
                      <a:pt x="321" y="503"/>
                    </a:cubicBezTo>
                    <a:cubicBezTo>
                      <a:pt x="262" y="535"/>
                      <a:pt x="163" y="622"/>
                      <a:pt x="277" y="851"/>
                    </a:cubicBezTo>
                    <a:cubicBezTo>
                      <a:pt x="285" y="866"/>
                      <a:pt x="281" y="872"/>
                      <a:pt x="245" y="855"/>
                    </a:cubicBezTo>
                    <a:cubicBezTo>
                      <a:pt x="209" y="838"/>
                      <a:pt x="188" y="825"/>
                      <a:pt x="188" y="825"/>
                    </a:cubicBezTo>
                    <a:cubicBezTo>
                      <a:pt x="188" y="825"/>
                      <a:pt x="182" y="792"/>
                      <a:pt x="166" y="768"/>
                    </a:cubicBezTo>
                    <a:cubicBezTo>
                      <a:pt x="146" y="738"/>
                      <a:pt x="0" y="536"/>
                      <a:pt x="111" y="289"/>
                    </a:cubicBezTo>
                    <a:cubicBezTo>
                      <a:pt x="135" y="234"/>
                      <a:pt x="151" y="197"/>
                      <a:pt x="141" y="183"/>
                    </a:cubicBezTo>
                    <a:cubicBezTo>
                      <a:pt x="132" y="170"/>
                      <a:pt x="128" y="134"/>
                      <a:pt x="170" y="146"/>
                    </a:cubicBezTo>
                    <a:cubicBezTo>
                      <a:pt x="211" y="157"/>
                      <a:pt x="217" y="172"/>
                      <a:pt x="260" y="132"/>
                    </a:cubicBezTo>
                    <a:cubicBezTo>
                      <a:pt x="304" y="93"/>
                      <a:pt x="322" y="113"/>
                      <a:pt x="344" y="46"/>
                    </a:cubicBezTo>
                    <a:cubicBezTo>
                      <a:pt x="344" y="46"/>
                      <a:pt x="353" y="98"/>
                      <a:pt x="358" y="10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7" name="Freeform 1417">
                <a:extLst>
                  <a:ext uri="{FF2B5EF4-FFF2-40B4-BE49-F238E27FC236}">
                    <a16:creationId xmlns:a16="http://schemas.microsoft.com/office/drawing/2014/main" id="{F493CAA8-FF9F-474D-9260-485FC33EC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247"/>
                <a:ext cx="1922" cy="1372"/>
              </a:xfrm>
              <a:custGeom>
                <a:avLst/>
                <a:gdLst>
                  <a:gd name="T0" fmla="*/ 4014 w 1154"/>
                  <a:gd name="T1" fmla="*/ 0 h 823"/>
                  <a:gd name="T2" fmla="*/ 4400 w 1154"/>
                  <a:gd name="T3" fmla="*/ 945 h 823"/>
                  <a:gd name="T4" fmla="*/ 4400 w 1154"/>
                  <a:gd name="T5" fmla="*/ 3346 h 823"/>
                  <a:gd name="T6" fmla="*/ 3118 w 1154"/>
                  <a:gd name="T7" fmla="*/ 3661 h 823"/>
                  <a:gd name="T8" fmla="*/ 0 w 1154"/>
                  <a:gd name="T9" fmla="*/ 2354 h 8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4" h="823">
                    <a:moveTo>
                      <a:pt x="869" y="0"/>
                    </a:moveTo>
                    <a:cubicBezTo>
                      <a:pt x="904" y="50"/>
                      <a:pt x="936" y="117"/>
                      <a:pt x="952" y="204"/>
                    </a:cubicBezTo>
                    <a:cubicBezTo>
                      <a:pt x="997" y="457"/>
                      <a:pt x="1154" y="594"/>
                      <a:pt x="952" y="722"/>
                    </a:cubicBezTo>
                    <a:cubicBezTo>
                      <a:pt x="814" y="808"/>
                      <a:pt x="812" y="823"/>
                      <a:pt x="675" y="790"/>
                    </a:cubicBezTo>
                    <a:cubicBezTo>
                      <a:pt x="570" y="764"/>
                      <a:pt x="145" y="714"/>
                      <a:pt x="0" y="50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8" name="Freeform 1418">
                <a:extLst>
                  <a:ext uri="{FF2B5EF4-FFF2-40B4-BE49-F238E27FC236}">
                    <a16:creationId xmlns:a16="http://schemas.microsoft.com/office/drawing/2014/main" id="{54F434B2-1DCD-42DA-8636-D96A8259B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047"/>
                <a:ext cx="155" cy="132"/>
              </a:xfrm>
              <a:custGeom>
                <a:avLst/>
                <a:gdLst>
                  <a:gd name="T0" fmla="*/ 0 w 93"/>
                  <a:gd name="T1" fmla="*/ 0 h 79"/>
                  <a:gd name="T2" fmla="*/ 430 w 93"/>
                  <a:gd name="T3" fmla="*/ 369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79">
                    <a:moveTo>
                      <a:pt x="0" y="0"/>
                    </a:moveTo>
                    <a:cubicBezTo>
                      <a:pt x="21" y="12"/>
                      <a:pt x="57" y="37"/>
                      <a:pt x="93" y="7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9" name="Freeform 1419">
                <a:extLst>
                  <a:ext uri="{FF2B5EF4-FFF2-40B4-BE49-F238E27FC236}">
                    <a16:creationId xmlns:a16="http://schemas.microsoft.com/office/drawing/2014/main" id="{E03EE7C9-08CE-4063-9F0D-9D8F519E2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272"/>
                <a:ext cx="908" cy="997"/>
              </a:xfrm>
              <a:custGeom>
                <a:avLst/>
                <a:gdLst>
                  <a:gd name="T0" fmla="*/ 825 w 545"/>
                  <a:gd name="T1" fmla="*/ 97 h 598"/>
                  <a:gd name="T2" fmla="*/ 245 w 545"/>
                  <a:gd name="T3" fmla="*/ 570 h 598"/>
                  <a:gd name="T4" fmla="*/ 147 w 545"/>
                  <a:gd name="T5" fmla="*/ 1229 h 598"/>
                  <a:gd name="T6" fmla="*/ 28 w 545"/>
                  <a:gd name="T7" fmla="*/ 2359 h 598"/>
                  <a:gd name="T8" fmla="*/ 1018 w 545"/>
                  <a:gd name="T9" fmla="*/ 2279 h 598"/>
                  <a:gd name="T10" fmla="*/ 1401 w 545"/>
                  <a:gd name="T11" fmla="*/ 1987 h 598"/>
                  <a:gd name="T12" fmla="*/ 1363 w 545"/>
                  <a:gd name="T13" fmla="*/ 992 h 598"/>
                  <a:gd name="T14" fmla="*/ 2058 w 545"/>
                  <a:gd name="T15" fmla="*/ 1429 h 598"/>
                  <a:gd name="T16" fmla="*/ 2501 w 545"/>
                  <a:gd name="T17" fmla="*/ 884 h 598"/>
                  <a:gd name="T18" fmla="*/ 1068 w 545"/>
                  <a:gd name="T19" fmla="*/ 187 h 598"/>
                  <a:gd name="T20" fmla="*/ 825 w 545"/>
                  <a:gd name="T21" fmla="*/ 97 h 5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5" h="598">
                    <a:moveTo>
                      <a:pt x="178" y="21"/>
                    </a:moveTo>
                    <a:cubicBezTo>
                      <a:pt x="178" y="21"/>
                      <a:pt x="78" y="51"/>
                      <a:pt x="53" y="123"/>
                    </a:cubicBezTo>
                    <a:cubicBezTo>
                      <a:pt x="29" y="195"/>
                      <a:pt x="59" y="187"/>
                      <a:pt x="32" y="265"/>
                    </a:cubicBezTo>
                    <a:cubicBezTo>
                      <a:pt x="6" y="342"/>
                      <a:pt x="15" y="456"/>
                      <a:pt x="6" y="509"/>
                    </a:cubicBezTo>
                    <a:cubicBezTo>
                      <a:pt x="0" y="541"/>
                      <a:pt x="120" y="598"/>
                      <a:pt x="220" y="492"/>
                    </a:cubicBezTo>
                    <a:cubicBezTo>
                      <a:pt x="252" y="458"/>
                      <a:pt x="265" y="420"/>
                      <a:pt x="303" y="429"/>
                    </a:cubicBezTo>
                    <a:cubicBezTo>
                      <a:pt x="303" y="429"/>
                      <a:pt x="210" y="333"/>
                      <a:pt x="295" y="214"/>
                    </a:cubicBezTo>
                    <a:cubicBezTo>
                      <a:pt x="339" y="153"/>
                      <a:pt x="445" y="308"/>
                      <a:pt x="445" y="308"/>
                    </a:cubicBezTo>
                    <a:cubicBezTo>
                      <a:pt x="445" y="308"/>
                      <a:pt x="545" y="291"/>
                      <a:pt x="541" y="191"/>
                    </a:cubicBezTo>
                    <a:cubicBezTo>
                      <a:pt x="541" y="191"/>
                      <a:pt x="428" y="0"/>
                      <a:pt x="231" y="40"/>
                    </a:cubicBezTo>
                    <a:cubicBezTo>
                      <a:pt x="212" y="44"/>
                      <a:pt x="203" y="11"/>
                      <a:pt x="178" y="21"/>
                    </a:cubicBezTo>
                    <a:close/>
                  </a:path>
                </a:pathLst>
              </a:custGeom>
              <a:solidFill>
                <a:srgbClr val="A4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0" name="Freeform 1420">
                <a:extLst>
                  <a:ext uri="{FF2B5EF4-FFF2-40B4-BE49-F238E27FC236}">
                    <a16:creationId xmlns:a16="http://schemas.microsoft.com/office/drawing/2014/main" id="{A173EE6E-42B9-4D61-B039-549F1D4B1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272"/>
                <a:ext cx="906" cy="997"/>
              </a:xfrm>
              <a:custGeom>
                <a:avLst/>
                <a:gdLst>
                  <a:gd name="T0" fmla="*/ 2092 w 544"/>
                  <a:gd name="T1" fmla="*/ 1424 h 598"/>
                  <a:gd name="T2" fmla="*/ 2500 w 544"/>
                  <a:gd name="T3" fmla="*/ 884 h 598"/>
                  <a:gd name="T4" fmla="*/ 1068 w 544"/>
                  <a:gd name="T5" fmla="*/ 187 h 598"/>
                  <a:gd name="T6" fmla="*/ 821 w 544"/>
                  <a:gd name="T7" fmla="*/ 97 h 598"/>
                  <a:gd name="T8" fmla="*/ 245 w 544"/>
                  <a:gd name="T9" fmla="*/ 570 h 598"/>
                  <a:gd name="T10" fmla="*/ 147 w 544"/>
                  <a:gd name="T11" fmla="*/ 1229 h 598"/>
                  <a:gd name="T12" fmla="*/ 28 w 544"/>
                  <a:gd name="T13" fmla="*/ 2359 h 598"/>
                  <a:gd name="T14" fmla="*/ 1016 w 544"/>
                  <a:gd name="T15" fmla="*/ 2279 h 598"/>
                  <a:gd name="T16" fmla="*/ 1401 w 544"/>
                  <a:gd name="T17" fmla="*/ 1987 h 5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4" h="598">
                    <a:moveTo>
                      <a:pt x="453" y="307"/>
                    </a:moveTo>
                    <a:cubicBezTo>
                      <a:pt x="477" y="300"/>
                      <a:pt x="544" y="274"/>
                      <a:pt x="541" y="191"/>
                    </a:cubicBezTo>
                    <a:cubicBezTo>
                      <a:pt x="541" y="191"/>
                      <a:pt x="428" y="0"/>
                      <a:pt x="231" y="40"/>
                    </a:cubicBezTo>
                    <a:cubicBezTo>
                      <a:pt x="212" y="44"/>
                      <a:pt x="203" y="11"/>
                      <a:pt x="178" y="21"/>
                    </a:cubicBezTo>
                    <a:cubicBezTo>
                      <a:pt x="178" y="21"/>
                      <a:pt x="78" y="51"/>
                      <a:pt x="53" y="123"/>
                    </a:cubicBezTo>
                    <a:cubicBezTo>
                      <a:pt x="29" y="195"/>
                      <a:pt x="59" y="187"/>
                      <a:pt x="32" y="265"/>
                    </a:cubicBezTo>
                    <a:cubicBezTo>
                      <a:pt x="6" y="342"/>
                      <a:pt x="15" y="456"/>
                      <a:pt x="6" y="509"/>
                    </a:cubicBezTo>
                    <a:cubicBezTo>
                      <a:pt x="0" y="541"/>
                      <a:pt x="120" y="598"/>
                      <a:pt x="220" y="492"/>
                    </a:cubicBezTo>
                    <a:cubicBezTo>
                      <a:pt x="252" y="458"/>
                      <a:pt x="265" y="420"/>
                      <a:pt x="303" y="429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1" name="Freeform 1421">
                <a:extLst>
                  <a:ext uri="{FF2B5EF4-FFF2-40B4-BE49-F238E27FC236}">
                    <a16:creationId xmlns:a16="http://schemas.microsoft.com/office/drawing/2014/main" id="{15F9A691-5FFB-4F4C-B562-77ED58B1A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522"/>
                <a:ext cx="493" cy="563"/>
              </a:xfrm>
              <a:custGeom>
                <a:avLst/>
                <a:gdLst>
                  <a:gd name="T0" fmla="*/ 1289 w 296"/>
                  <a:gd name="T1" fmla="*/ 1404 h 338"/>
                  <a:gd name="T2" fmla="*/ 846 w 296"/>
                  <a:gd name="T3" fmla="*/ 1534 h 338"/>
                  <a:gd name="T4" fmla="*/ 250 w 296"/>
                  <a:gd name="T5" fmla="*/ 1133 h 338"/>
                  <a:gd name="T6" fmla="*/ 278 w 296"/>
                  <a:gd name="T7" fmla="*/ 278 h 338"/>
                  <a:gd name="T8" fmla="*/ 1034 w 296"/>
                  <a:gd name="T9" fmla="*/ 708 h 338"/>
                  <a:gd name="T10" fmla="*/ 1279 w 296"/>
                  <a:gd name="T11" fmla="*/ 1118 h 338"/>
                  <a:gd name="T12" fmla="*/ 1289 w 296"/>
                  <a:gd name="T13" fmla="*/ 1404 h 3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6" h="338">
                    <a:moveTo>
                      <a:pt x="279" y="304"/>
                    </a:moveTo>
                    <a:cubicBezTo>
                      <a:pt x="274" y="327"/>
                      <a:pt x="251" y="338"/>
                      <a:pt x="183" y="332"/>
                    </a:cubicBezTo>
                    <a:cubicBezTo>
                      <a:pt x="115" y="327"/>
                      <a:pt x="94" y="310"/>
                      <a:pt x="54" y="245"/>
                    </a:cubicBezTo>
                    <a:cubicBezTo>
                      <a:pt x="54" y="245"/>
                      <a:pt x="0" y="173"/>
                      <a:pt x="60" y="60"/>
                    </a:cubicBezTo>
                    <a:cubicBezTo>
                      <a:pt x="92" y="0"/>
                      <a:pt x="190" y="107"/>
                      <a:pt x="224" y="153"/>
                    </a:cubicBezTo>
                    <a:cubicBezTo>
                      <a:pt x="224" y="153"/>
                      <a:pt x="255" y="219"/>
                      <a:pt x="277" y="242"/>
                    </a:cubicBezTo>
                    <a:cubicBezTo>
                      <a:pt x="296" y="261"/>
                      <a:pt x="279" y="304"/>
                      <a:pt x="279" y="304"/>
                    </a:cubicBezTo>
                    <a:close/>
                  </a:path>
                </a:pathLst>
              </a:custGeom>
              <a:solidFill>
                <a:srgbClr val="C199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2" name="Freeform 1422">
                <a:extLst>
                  <a:ext uri="{FF2B5EF4-FFF2-40B4-BE49-F238E27FC236}">
                    <a16:creationId xmlns:a16="http://schemas.microsoft.com/office/drawing/2014/main" id="{BC55BA12-3D3E-4F90-BEEE-032830C02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522"/>
                <a:ext cx="493" cy="563"/>
              </a:xfrm>
              <a:custGeom>
                <a:avLst/>
                <a:gdLst>
                  <a:gd name="T0" fmla="*/ 1289 w 296"/>
                  <a:gd name="T1" fmla="*/ 1404 h 338"/>
                  <a:gd name="T2" fmla="*/ 846 w 296"/>
                  <a:gd name="T3" fmla="*/ 1534 h 338"/>
                  <a:gd name="T4" fmla="*/ 250 w 296"/>
                  <a:gd name="T5" fmla="*/ 1133 h 338"/>
                  <a:gd name="T6" fmla="*/ 278 w 296"/>
                  <a:gd name="T7" fmla="*/ 278 h 338"/>
                  <a:gd name="T8" fmla="*/ 1034 w 296"/>
                  <a:gd name="T9" fmla="*/ 708 h 338"/>
                  <a:gd name="T10" fmla="*/ 1279 w 296"/>
                  <a:gd name="T11" fmla="*/ 1118 h 338"/>
                  <a:gd name="T12" fmla="*/ 1289 w 296"/>
                  <a:gd name="T13" fmla="*/ 1404 h 3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6" h="338">
                    <a:moveTo>
                      <a:pt x="279" y="304"/>
                    </a:moveTo>
                    <a:cubicBezTo>
                      <a:pt x="274" y="327"/>
                      <a:pt x="251" y="338"/>
                      <a:pt x="183" y="332"/>
                    </a:cubicBezTo>
                    <a:cubicBezTo>
                      <a:pt x="115" y="327"/>
                      <a:pt x="94" y="310"/>
                      <a:pt x="54" y="245"/>
                    </a:cubicBezTo>
                    <a:cubicBezTo>
                      <a:pt x="54" y="245"/>
                      <a:pt x="0" y="173"/>
                      <a:pt x="60" y="60"/>
                    </a:cubicBezTo>
                    <a:cubicBezTo>
                      <a:pt x="92" y="0"/>
                      <a:pt x="190" y="107"/>
                      <a:pt x="224" y="153"/>
                    </a:cubicBezTo>
                    <a:cubicBezTo>
                      <a:pt x="224" y="153"/>
                      <a:pt x="255" y="219"/>
                      <a:pt x="277" y="242"/>
                    </a:cubicBezTo>
                    <a:cubicBezTo>
                      <a:pt x="296" y="261"/>
                      <a:pt x="279" y="304"/>
                      <a:pt x="279" y="30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3" name="Freeform 1423">
                <a:extLst>
                  <a:ext uri="{FF2B5EF4-FFF2-40B4-BE49-F238E27FC236}">
                    <a16:creationId xmlns:a16="http://schemas.microsoft.com/office/drawing/2014/main" id="{BF2FE16C-0032-4ECD-B63D-82F0E178C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835"/>
                <a:ext cx="193" cy="275"/>
              </a:xfrm>
              <a:custGeom>
                <a:avLst/>
                <a:gdLst>
                  <a:gd name="T0" fmla="*/ 534 w 116"/>
                  <a:gd name="T1" fmla="*/ 0 h 165"/>
                  <a:gd name="T2" fmla="*/ 484 w 116"/>
                  <a:gd name="T3" fmla="*/ 97 h 165"/>
                  <a:gd name="T4" fmla="*/ 409 w 116"/>
                  <a:gd name="T5" fmla="*/ 245 h 165"/>
                  <a:gd name="T6" fmla="*/ 216 w 116"/>
                  <a:gd name="T7" fmla="*/ 450 h 165"/>
                  <a:gd name="T8" fmla="*/ 166 w 116"/>
                  <a:gd name="T9" fmla="*/ 592 h 165"/>
                  <a:gd name="T10" fmla="*/ 70 w 116"/>
                  <a:gd name="T11" fmla="*/ 620 h 165"/>
                  <a:gd name="T12" fmla="*/ 13 w 116"/>
                  <a:gd name="T13" fmla="*/ 763 h 1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65">
                    <a:moveTo>
                      <a:pt x="116" y="0"/>
                    </a:moveTo>
                    <a:cubicBezTo>
                      <a:pt x="114" y="7"/>
                      <a:pt x="108" y="14"/>
                      <a:pt x="105" y="21"/>
                    </a:cubicBezTo>
                    <a:cubicBezTo>
                      <a:pt x="101" y="33"/>
                      <a:pt x="99" y="46"/>
                      <a:pt x="89" y="53"/>
                    </a:cubicBezTo>
                    <a:cubicBezTo>
                      <a:pt x="72" y="65"/>
                      <a:pt x="45" y="71"/>
                      <a:pt x="47" y="97"/>
                    </a:cubicBezTo>
                    <a:cubicBezTo>
                      <a:pt x="48" y="113"/>
                      <a:pt x="52" y="118"/>
                      <a:pt x="36" y="128"/>
                    </a:cubicBezTo>
                    <a:cubicBezTo>
                      <a:pt x="29" y="132"/>
                      <a:pt x="22" y="130"/>
                      <a:pt x="15" y="134"/>
                    </a:cubicBezTo>
                    <a:cubicBezTo>
                      <a:pt x="4" y="140"/>
                      <a:pt x="0" y="154"/>
                      <a:pt x="3" y="165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4" name="Freeform 1424">
                <a:extLst>
                  <a:ext uri="{FF2B5EF4-FFF2-40B4-BE49-F238E27FC236}">
                    <a16:creationId xmlns:a16="http://schemas.microsoft.com/office/drawing/2014/main" id="{15793C0E-0C42-4DE7-A34E-C9BEA8EF5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054"/>
                <a:ext cx="55" cy="46"/>
              </a:xfrm>
              <a:custGeom>
                <a:avLst/>
                <a:gdLst>
                  <a:gd name="T0" fmla="*/ 105 w 33"/>
                  <a:gd name="T1" fmla="*/ 118 h 28"/>
                  <a:gd name="T2" fmla="*/ 22 w 33"/>
                  <a:gd name="T3" fmla="*/ 54 h 28"/>
                  <a:gd name="T4" fmla="*/ 153 w 33"/>
                  <a:gd name="T5" fmla="*/ 6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8">
                    <a:moveTo>
                      <a:pt x="23" y="27"/>
                    </a:moveTo>
                    <a:cubicBezTo>
                      <a:pt x="15" y="28"/>
                      <a:pt x="0" y="24"/>
                      <a:pt x="5" y="12"/>
                    </a:cubicBezTo>
                    <a:cubicBezTo>
                      <a:pt x="11" y="0"/>
                      <a:pt x="27" y="10"/>
                      <a:pt x="33" y="15"/>
                    </a:cubicBezTo>
                  </a:path>
                </a:pathLst>
              </a:custGeom>
              <a:noFill/>
              <a:ln w="20638" cap="flat">
                <a:solidFill>
                  <a:srgbClr val="C199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5" name="Freeform 1425">
                <a:extLst>
                  <a:ext uri="{FF2B5EF4-FFF2-40B4-BE49-F238E27FC236}">
                    <a16:creationId xmlns:a16="http://schemas.microsoft.com/office/drawing/2014/main" id="{DABF7D24-11CB-40EC-9257-81D757533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028"/>
                <a:ext cx="43" cy="42"/>
              </a:xfrm>
              <a:custGeom>
                <a:avLst/>
                <a:gdLst>
                  <a:gd name="T0" fmla="*/ 46 w 26"/>
                  <a:gd name="T1" fmla="*/ 111 h 25"/>
                  <a:gd name="T2" fmla="*/ 28 w 26"/>
                  <a:gd name="T3" fmla="*/ 22 h 25"/>
                  <a:gd name="T4" fmla="*/ 117 w 26"/>
                  <a:gd name="T5" fmla="*/ 11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5">
                    <a:moveTo>
                      <a:pt x="10" y="23"/>
                    </a:moveTo>
                    <a:cubicBezTo>
                      <a:pt x="6" y="21"/>
                      <a:pt x="0" y="8"/>
                      <a:pt x="6" y="5"/>
                    </a:cubicBezTo>
                    <a:cubicBezTo>
                      <a:pt x="14" y="0"/>
                      <a:pt x="22" y="20"/>
                      <a:pt x="26" y="25"/>
                    </a:cubicBezTo>
                  </a:path>
                </a:pathLst>
              </a:custGeom>
              <a:noFill/>
              <a:ln w="11113" cap="flat">
                <a:solidFill>
                  <a:srgbClr val="C199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6" name="Freeform 1426">
                <a:extLst>
                  <a:ext uri="{FF2B5EF4-FFF2-40B4-BE49-F238E27FC236}">
                    <a16:creationId xmlns:a16="http://schemas.microsoft.com/office/drawing/2014/main" id="{90CC7F0B-AD8B-4F1F-A62B-0C07E82DB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702"/>
                <a:ext cx="55" cy="75"/>
              </a:xfrm>
              <a:custGeom>
                <a:avLst/>
                <a:gdLst>
                  <a:gd name="T0" fmla="*/ 153 w 33"/>
                  <a:gd name="T1" fmla="*/ 0 h 45"/>
                  <a:gd name="T2" fmla="*/ 105 w 33"/>
                  <a:gd name="T3" fmla="*/ 208 h 45"/>
                  <a:gd name="T4" fmla="*/ 153 w 33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5">
                    <a:moveTo>
                      <a:pt x="33" y="0"/>
                    </a:moveTo>
                    <a:cubicBezTo>
                      <a:pt x="33" y="0"/>
                      <a:pt x="0" y="11"/>
                      <a:pt x="23" y="45"/>
                    </a:cubicBezTo>
                    <a:cubicBezTo>
                      <a:pt x="23" y="45"/>
                      <a:pt x="9" y="20"/>
                      <a:pt x="33" y="0"/>
                    </a:cubicBez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7" name="Freeform 1427">
                <a:extLst>
                  <a:ext uri="{FF2B5EF4-FFF2-40B4-BE49-F238E27FC236}">
                    <a16:creationId xmlns:a16="http://schemas.microsoft.com/office/drawing/2014/main" id="{38CAFD9A-CB18-4CED-B427-51F08D377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405"/>
                <a:ext cx="72" cy="100"/>
              </a:xfrm>
              <a:custGeom>
                <a:avLst/>
                <a:gdLst>
                  <a:gd name="T0" fmla="*/ 13 w 43"/>
                  <a:gd name="T1" fmla="*/ 0 h 60"/>
                  <a:gd name="T2" fmla="*/ 0 w 43"/>
                  <a:gd name="T3" fmla="*/ 278 h 60"/>
                  <a:gd name="T4" fmla="*/ 13 w 43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60">
                    <a:moveTo>
                      <a:pt x="3" y="0"/>
                    </a:moveTo>
                    <a:cubicBezTo>
                      <a:pt x="3" y="0"/>
                      <a:pt x="29" y="31"/>
                      <a:pt x="0" y="60"/>
                    </a:cubicBezTo>
                    <a:cubicBezTo>
                      <a:pt x="0" y="60"/>
                      <a:pt x="43" y="33"/>
                      <a:pt x="3" y="0"/>
                    </a:cubicBez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8" name="Freeform 1428">
                <a:extLst>
                  <a:ext uri="{FF2B5EF4-FFF2-40B4-BE49-F238E27FC236}">
                    <a16:creationId xmlns:a16="http://schemas.microsoft.com/office/drawing/2014/main" id="{2FAD614C-6EA4-4730-9F3F-C643AAAFF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052"/>
                <a:ext cx="187" cy="143"/>
              </a:xfrm>
              <a:custGeom>
                <a:avLst/>
                <a:gdLst>
                  <a:gd name="T0" fmla="*/ 0 w 112"/>
                  <a:gd name="T1" fmla="*/ 0 h 86"/>
                  <a:gd name="T2" fmla="*/ 521 w 112"/>
                  <a:gd name="T3" fmla="*/ 396 h 86"/>
                  <a:gd name="T4" fmla="*/ 42 w 112"/>
                  <a:gd name="T5" fmla="*/ 13 h 86"/>
                  <a:gd name="T6" fmla="*/ 0 w 112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86">
                    <a:moveTo>
                      <a:pt x="0" y="0"/>
                    </a:moveTo>
                    <a:cubicBezTo>
                      <a:pt x="0" y="0"/>
                      <a:pt x="36" y="52"/>
                      <a:pt x="112" y="86"/>
                    </a:cubicBezTo>
                    <a:cubicBezTo>
                      <a:pt x="112" y="86"/>
                      <a:pt x="28" y="32"/>
                      <a:pt x="9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9" name="Freeform 1429">
                <a:extLst>
                  <a:ext uri="{FF2B5EF4-FFF2-40B4-BE49-F238E27FC236}">
                    <a16:creationId xmlns:a16="http://schemas.microsoft.com/office/drawing/2014/main" id="{B68BE1B8-FB01-445C-BCAD-E3A37338E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697"/>
                <a:ext cx="36" cy="165"/>
              </a:xfrm>
              <a:custGeom>
                <a:avLst/>
                <a:gdLst>
                  <a:gd name="T0" fmla="*/ 21 w 22"/>
                  <a:gd name="T1" fmla="*/ 0 h 99"/>
                  <a:gd name="T2" fmla="*/ 43 w 22"/>
                  <a:gd name="T3" fmla="*/ 195 h 99"/>
                  <a:gd name="T4" fmla="*/ 62 w 22"/>
                  <a:gd name="T5" fmla="*/ 458 h 99"/>
                  <a:gd name="T6" fmla="*/ 62 w 22"/>
                  <a:gd name="T7" fmla="*/ 195 h 99"/>
                  <a:gd name="T8" fmla="*/ 21 w 22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99">
                    <a:moveTo>
                      <a:pt x="5" y="0"/>
                    </a:moveTo>
                    <a:cubicBezTo>
                      <a:pt x="5" y="0"/>
                      <a:pt x="19" y="17"/>
                      <a:pt x="10" y="42"/>
                    </a:cubicBezTo>
                    <a:cubicBezTo>
                      <a:pt x="0" y="68"/>
                      <a:pt x="14" y="99"/>
                      <a:pt x="14" y="99"/>
                    </a:cubicBezTo>
                    <a:cubicBezTo>
                      <a:pt x="14" y="99"/>
                      <a:pt x="6" y="67"/>
                      <a:pt x="14" y="42"/>
                    </a:cubicBezTo>
                    <a:cubicBezTo>
                      <a:pt x="22" y="18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0" name="Freeform 1430">
                <a:extLst>
                  <a:ext uri="{FF2B5EF4-FFF2-40B4-BE49-F238E27FC236}">
                    <a16:creationId xmlns:a16="http://schemas.microsoft.com/office/drawing/2014/main" id="{82B6951E-FAD7-4622-BCB2-93A0FF5A5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412"/>
                <a:ext cx="37" cy="73"/>
              </a:xfrm>
              <a:custGeom>
                <a:avLst/>
                <a:gdLst>
                  <a:gd name="T0" fmla="*/ 0 w 22"/>
                  <a:gd name="T1" fmla="*/ 0 h 44"/>
                  <a:gd name="T2" fmla="*/ 20 w 22"/>
                  <a:gd name="T3" fmla="*/ 201 h 44"/>
                  <a:gd name="T4" fmla="*/ 0 w 22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4">
                    <a:moveTo>
                      <a:pt x="0" y="0"/>
                    </a:moveTo>
                    <a:cubicBezTo>
                      <a:pt x="0" y="0"/>
                      <a:pt x="19" y="25"/>
                      <a:pt x="4" y="44"/>
                    </a:cubicBezTo>
                    <a:cubicBezTo>
                      <a:pt x="4" y="44"/>
                      <a:pt x="22" y="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1" name="Freeform 1431">
                <a:extLst>
                  <a:ext uri="{FF2B5EF4-FFF2-40B4-BE49-F238E27FC236}">
                    <a16:creationId xmlns:a16="http://schemas.microsoft.com/office/drawing/2014/main" id="{21086509-3252-42A4-832E-DBCB178BE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707"/>
                <a:ext cx="25" cy="47"/>
              </a:xfrm>
              <a:custGeom>
                <a:avLst/>
                <a:gdLst>
                  <a:gd name="T0" fmla="*/ 70 w 15"/>
                  <a:gd name="T1" fmla="*/ 0 h 28"/>
                  <a:gd name="T2" fmla="*/ 28 w 15"/>
                  <a:gd name="T3" fmla="*/ 133 h 28"/>
                  <a:gd name="T4" fmla="*/ 70 w 1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15" y="0"/>
                      <a:pt x="0" y="12"/>
                      <a:pt x="6" y="28"/>
                    </a:cubicBezTo>
                    <a:cubicBezTo>
                      <a:pt x="6" y="28"/>
                      <a:pt x="3" y="13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2" name="Freeform 1432">
                <a:extLst>
                  <a:ext uri="{FF2B5EF4-FFF2-40B4-BE49-F238E27FC236}">
                    <a16:creationId xmlns:a16="http://schemas.microsoft.com/office/drawing/2014/main" id="{5DD4B62F-7942-4BC4-9F9C-606C5BAA7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677"/>
                <a:ext cx="15" cy="17"/>
              </a:xfrm>
              <a:custGeom>
                <a:avLst/>
                <a:gdLst>
                  <a:gd name="T0" fmla="*/ 0 w 9"/>
                  <a:gd name="T1" fmla="*/ 49 h 10"/>
                  <a:gd name="T2" fmla="*/ 42 w 9"/>
                  <a:gd name="T3" fmla="*/ 41 h 10"/>
                  <a:gd name="T4" fmla="*/ 0 w 9"/>
                  <a:gd name="T5" fmla="*/ 4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0" y="10"/>
                      <a:pt x="5" y="4"/>
                      <a:pt x="9" y="8"/>
                    </a:cubicBezTo>
                    <a:cubicBezTo>
                      <a:pt x="9" y="8"/>
                      <a:pt x="5" y="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3" name="Freeform 1433">
                <a:extLst>
                  <a:ext uri="{FF2B5EF4-FFF2-40B4-BE49-F238E27FC236}">
                    <a16:creationId xmlns:a16="http://schemas.microsoft.com/office/drawing/2014/main" id="{ECBC41B0-70DC-464D-B3A3-4A35327E8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939"/>
                <a:ext cx="29" cy="85"/>
              </a:xfrm>
              <a:custGeom>
                <a:avLst/>
                <a:gdLst>
                  <a:gd name="T0" fmla="*/ 20 w 17"/>
                  <a:gd name="T1" fmla="*/ 0 h 51"/>
                  <a:gd name="T2" fmla="*/ 84 w 17"/>
                  <a:gd name="T3" fmla="*/ 237 h 51"/>
                  <a:gd name="T4" fmla="*/ 20 w 17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1">
                    <a:moveTo>
                      <a:pt x="4" y="0"/>
                    </a:moveTo>
                    <a:cubicBezTo>
                      <a:pt x="4" y="0"/>
                      <a:pt x="0" y="31"/>
                      <a:pt x="17" y="51"/>
                    </a:cubicBezTo>
                    <a:cubicBezTo>
                      <a:pt x="17" y="51"/>
                      <a:pt x="3" y="25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4" name="Freeform 1434">
                <a:extLst>
                  <a:ext uri="{FF2B5EF4-FFF2-40B4-BE49-F238E27FC236}">
                    <a16:creationId xmlns:a16="http://schemas.microsoft.com/office/drawing/2014/main" id="{136BC8F3-3262-418A-82C8-7E92DC769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3072"/>
                <a:ext cx="30" cy="33"/>
              </a:xfrm>
              <a:custGeom>
                <a:avLst/>
                <a:gdLst>
                  <a:gd name="T0" fmla="*/ 83 w 18"/>
                  <a:gd name="T1" fmla="*/ 35 h 20"/>
                  <a:gd name="T2" fmla="*/ 28 w 18"/>
                  <a:gd name="T3" fmla="*/ 89 h 20"/>
                  <a:gd name="T4" fmla="*/ 83 w 18"/>
                  <a:gd name="T5" fmla="*/ 3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18" y="8"/>
                    </a:moveTo>
                    <a:cubicBezTo>
                      <a:pt x="18" y="8"/>
                      <a:pt x="5" y="3"/>
                      <a:pt x="6" y="20"/>
                    </a:cubicBezTo>
                    <a:cubicBezTo>
                      <a:pt x="6" y="20"/>
                      <a:pt x="0" y="0"/>
                      <a:pt x="18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5" name="Freeform 1435">
                <a:extLst>
                  <a:ext uri="{FF2B5EF4-FFF2-40B4-BE49-F238E27FC236}">
                    <a16:creationId xmlns:a16="http://schemas.microsoft.com/office/drawing/2014/main" id="{CFF6BDBF-820A-4866-A2D7-36D870E9A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3116"/>
                <a:ext cx="71" cy="35"/>
              </a:xfrm>
              <a:custGeom>
                <a:avLst/>
                <a:gdLst>
                  <a:gd name="T0" fmla="*/ 0 w 43"/>
                  <a:gd name="T1" fmla="*/ 5 h 21"/>
                  <a:gd name="T2" fmla="*/ 193 w 43"/>
                  <a:gd name="T3" fmla="*/ 97 h 21"/>
                  <a:gd name="T4" fmla="*/ 0 w 43"/>
                  <a:gd name="T5" fmla="*/ 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1">
                    <a:moveTo>
                      <a:pt x="0" y="1"/>
                    </a:moveTo>
                    <a:cubicBezTo>
                      <a:pt x="0" y="1"/>
                      <a:pt x="24" y="0"/>
                      <a:pt x="43" y="21"/>
                    </a:cubicBezTo>
                    <a:cubicBezTo>
                      <a:pt x="43" y="21"/>
                      <a:pt x="2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6" name="Freeform 1436">
                <a:extLst>
                  <a:ext uri="{FF2B5EF4-FFF2-40B4-BE49-F238E27FC236}">
                    <a16:creationId xmlns:a16="http://schemas.microsoft.com/office/drawing/2014/main" id="{36EC71BE-3413-4FE0-9A0C-8ECF9FB34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3241"/>
                <a:ext cx="97" cy="33"/>
              </a:xfrm>
              <a:custGeom>
                <a:avLst/>
                <a:gdLst>
                  <a:gd name="T0" fmla="*/ 271 w 58"/>
                  <a:gd name="T1" fmla="*/ 0 h 20"/>
                  <a:gd name="T2" fmla="*/ 0 w 58"/>
                  <a:gd name="T3" fmla="*/ 89 h 20"/>
                  <a:gd name="T4" fmla="*/ 271 w 5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0">
                    <a:moveTo>
                      <a:pt x="58" y="0"/>
                    </a:moveTo>
                    <a:cubicBezTo>
                      <a:pt x="58" y="0"/>
                      <a:pt x="43" y="15"/>
                      <a:pt x="0" y="20"/>
                    </a:cubicBezTo>
                    <a:cubicBezTo>
                      <a:pt x="0" y="20"/>
                      <a:pt x="39" y="20"/>
                      <a:pt x="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7" name="Freeform 1437">
                <a:extLst>
                  <a:ext uri="{FF2B5EF4-FFF2-40B4-BE49-F238E27FC236}">
                    <a16:creationId xmlns:a16="http://schemas.microsoft.com/office/drawing/2014/main" id="{6E84FE79-89CD-4243-A3F5-18459DAA5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797"/>
                <a:ext cx="55" cy="30"/>
              </a:xfrm>
              <a:custGeom>
                <a:avLst/>
                <a:gdLst>
                  <a:gd name="T0" fmla="*/ 0 w 33"/>
                  <a:gd name="T1" fmla="*/ 28 h 18"/>
                  <a:gd name="T2" fmla="*/ 153 w 33"/>
                  <a:gd name="T3" fmla="*/ 83 h 18"/>
                  <a:gd name="T4" fmla="*/ 0 w 33"/>
                  <a:gd name="T5" fmla="*/ 2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8">
                    <a:moveTo>
                      <a:pt x="0" y="6"/>
                    </a:moveTo>
                    <a:cubicBezTo>
                      <a:pt x="0" y="6"/>
                      <a:pt x="16" y="0"/>
                      <a:pt x="33" y="18"/>
                    </a:cubicBezTo>
                    <a:cubicBezTo>
                      <a:pt x="33" y="18"/>
                      <a:pt x="21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8" name="Freeform 1438">
                <a:extLst>
                  <a:ext uri="{FF2B5EF4-FFF2-40B4-BE49-F238E27FC236}">
                    <a16:creationId xmlns:a16="http://schemas.microsoft.com/office/drawing/2014/main" id="{9CB6AB34-B7F0-454C-80EA-BD358C821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769"/>
                <a:ext cx="45" cy="50"/>
              </a:xfrm>
              <a:custGeom>
                <a:avLst/>
                <a:gdLst>
                  <a:gd name="T0" fmla="*/ 0 w 27"/>
                  <a:gd name="T1" fmla="*/ 0 h 30"/>
                  <a:gd name="T2" fmla="*/ 125 w 27"/>
                  <a:gd name="T3" fmla="*/ 138 h 30"/>
                  <a:gd name="T4" fmla="*/ 0 w 27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0">
                    <a:moveTo>
                      <a:pt x="0" y="0"/>
                    </a:move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9" name="Freeform 1439">
                <a:extLst>
                  <a:ext uri="{FF2B5EF4-FFF2-40B4-BE49-F238E27FC236}">
                    <a16:creationId xmlns:a16="http://schemas.microsoft.com/office/drawing/2014/main" id="{586E89E2-0E90-405C-97AC-56B75789C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245"/>
                <a:ext cx="83" cy="102"/>
              </a:xfrm>
              <a:custGeom>
                <a:avLst/>
                <a:gdLst>
                  <a:gd name="T0" fmla="*/ 229 w 50"/>
                  <a:gd name="T1" fmla="*/ 0 h 61"/>
                  <a:gd name="T2" fmla="*/ 0 w 50"/>
                  <a:gd name="T3" fmla="*/ 286 h 61"/>
                  <a:gd name="T4" fmla="*/ 229 w 50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1">
                    <a:moveTo>
                      <a:pt x="50" y="0"/>
                    </a:moveTo>
                    <a:cubicBezTo>
                      <a:pt x="50" y="0"/>
                      <a:pt x="42" y="33"/>
                      <a:pt x="0" y="61"/>
                    </a:cubicBezTo>
                    <a:cubicBezTo>
                      <a:pt x="0" y="61"/>
                      <a:pt x="39" y="45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0" name="Freeform 1440">
                <a:extLst>
                  <a:ext uri="{FF2B5EF4-FFF2-40B4-BE49-F238E27FC236}">
                    <a16:creationId xmlns:a16="http://schemas.microsoft.com/office/drawing/2014/main" id="{AB477EA3-F1EA-40EF-A1B1-6F7E8789B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477"/>
                <a:ext cx="42" cy="45"/>
              </a:xfrm>
              <a:custGeom>
                <a:avLst/>
                <a:gdLst>
                  <a:gd name="T0" fmla="*/ 0 w 25"/>
                  <a:gd name="T1" fmla="*/ 0 h 27"/>
                  <a:gd name="T2" fmla="*/ 119 w 25"/>
                  <a:gd name="T3" fmla="*/ 125 h 27"/>
                  <a:gd name="T4" fmla="*/ 0 w 2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0" y="0"/>
                    </a:moveTo>
                    <a:cubicBezTo>
                      <a:pt x="0" y="0"/>
                      <a:pt x="19" y="8"/>
                      <a:pt x="25" y="27"/>
                    </a:cubicBezTo>
                    <a:cubicBezTo>
                      <a:pt x="25" y="27"/>
                      <a:pt x="24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1" name="Freeform 1441">
                <a:extLst>
                  <a:ext uri="{FF2B5EF4-FFF2-40B4-BE49-F238E27FC236}">
                    <a16:creationId xmlns:a16="http://schemas.microsoft.com/office/drawing/2014/main" id="{5AFA3A85-7FDE-4CF2-A893-41A8AE3E8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062"/>
                <a:ext cx="117" cy="100"/>
              </a:xfrm>
              <a:custGeom>
                <a:avLst/>
                <a:gdLst>
                  <a:gd name="T0" fmla="*/ 0 w 70"/>
                  <a:gd name="T1" fmla="*/ 0 h 60"/>
                  <a:gd name="T2" fmla="*/ 328 w 70"/>
                  <a:gd name="T3" fmla="*/ 278 h 60"/>
                  <a:gd name="T4" fmla="*/ 0 w 70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0">
                    <a:moveTo>
                      <a:pt x="0" y="0"/>
                    </a:moveTo>
                    <a:cubicBezTo>
                      <a:pt x="0" y="0"/>
                      <a:pt x="36" y="41"/>
                      <a:pt x="70" y="60"/>
                    </a:cubicBezTo>
                    <a:cubicBezTo>
                      <a:pt x="70" y="60"/>
                      <a:pt x="8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2" name="Freeform 1442">
                <a:extLst>
                  <a:ext uri="{FF2B5EF4-FFF2-40B4-BE49-F238E27FC236}">
                    <a16:creationId xmlns:a16="http://schemas.microsoft.com/office/drawing/2014/main" id="{C8561834-4DB5-4071-91DC-D1B730D3E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322"/>
                <a:ext cx="27" cy="75"/>
              </a:xfrm>
              <a:custGeom>
                <a:avLst/>
                <a:gdLst>
                  <a:gd name="T0" fmla="*/ 78 w 16"/>
                  <a:gd name="T1" fmla="*/ 0 h 45"/>
                  <a:gd name="T2" fmla="*/ 62 w 16"/>
                  <a:gd name="T3" fmla="*/ 208 h 45"/>
                  <a:gd name="T4" fmla="*/ 78 w 16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5">
                    <a:moveTo>
                      <a:pt x="16" y="0"/>
                    </a:moveTo>
                    <a:cubicBezTo>
                      <a:pt x="16" y="0"/>
                      <a:pt x="0" y="19"/>
                      <a:pt x="13" y="45"/>
                    </a:cubicBezTo>
                    <a:cubicBezTo>
                      <a:pt x="13" y="45"/>
                      <a:pt x="2" y="26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3" name="Freeform 1443">
                <a:extLst>
                  <a:ext uri="{FF2B5EF4-FFF2-40B4-BE49-F238E27FC236}">
                    <a16:creationId xmlns:a16="http://schemas.microsoft.com/office/drawing/2014/main" id="{9FA6612F-31CF-4DC7-9249-651B3A464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452"/>
                <a:ext cx="47" cy="30"/>
              </a:xfrm>
              <a:custGeom>
                <a:avLst/>
                <a:gdLst>
                  <a:gd name="T0" fmla="*/ 0 w 28"/>
                  <a:gd name="T1" fmla="*/ 0 h 18"/>
                  <a:gd name="T2" fmla="*/ 133 w 28"/>
                  <a:gd name="T3" fmla="*/ 83 h 18"/>
                  <a:gd name="T4" fmla="*/ 0 w 2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0" y="0"/>
                      <a:pt x="17" y="2"/>
                      <a:pt x="28" y="18"/>
                    </a:cubicBezTo>
                    <a:cubicBezTo>
                      <a:pt x="28" y="18"/>
                      <a:pt x="16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4" name="Freeform 1444">
                <a:extLst>
                  <a:ext uri="{FF2B5EF4-FFF2-40B4-BE49-F238E27FC236}">
                    <a16:creationId xmlns:a16="http://schemas.microsoft.com/office/drawing/2014/main" id="{4854714A-6915-481A-8C1F-2CCFCEDBA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540"/>
                <a:ext cx="21" cy="70"/>
              </a:xfrm>
              <a:custGeom>
                <a:avLst/>
                <a:gdLst>
                  <a:gd name="T0" fmla="*/ 55 w 13"/>
                  <a:gd name="T1" fmla="*/ 0 h 42"/>
                  <a:gd name="T2" fmla="*/ 0 w 13"/>
                  <a:gd name="T3" fmla="*/ 195 h 42"/>
                  <a:gd name="T4" fmla="*/ 55 w 1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2">
                    <a:moveTo>
                      <a:pt x="13" y="0"/>
                    </a:moveTo>
                    <a:cubicBezTo>
                      <a:pt x="13" y="0"/>
                      <a:pt x="1" y="21"/>
                      <a:pt x="0" y="42"/>
                    </a:cubicBezTo>
                    <a:cubicBezTo>
                      <a:pt x="0" y="42"/>
                      <a:pt x="5" y="11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5" name="Freeform 1445">
                <a:extLst>
                  <a:ext uri="{FF2B5EF4-FFF2-40B4-BE49-F238E27FC236}">
                    <a16:creationId xmlns:a16="http://schemas.microsoft.com/office/drawing/2014/main" id="{BCFE8FE3-F222-4B16-98D6-4F4298CE5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725"/>
                <a:ext cx="18" cy="125"/>
              </a:xfrm>
              <a:custGeom>
                <a:avLst/>
                <a:gdLst>
                  <a:gd name="T0" fmla="*/ 34 w 11"/>
                  <a:gd name="T1" fmla="*/ 0 h 75"/>
                  <a:gd name="T2" fmla="*/ 21 w 11"/>
                  <a:gd name="T3" fmla="*/ 125 h 75"/>
                  <a:gd name="T4" fmla="*/ 26 w 11"/>
                  <a:gd name="T5" fmla="*/ 347 h 75"/>
                  <a:gd name="T6" fmla="*/ 26 w 11"/>
                  <a:gd name="T7" fmla="*/ 158 h 75"/>
                  <a:gd name="T8" fmla="*/ 34 w 11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5">
                    <a:moveTo>
                      <a:pt x="8" y="0"/>
                    </a:moveTo>
                    <a:cubicBezTo>
                      <a:pt x="8" y="0"/>
                      <a:pt x="9" y="13"/>
                      <a:pt x="5" y="27"/>
                    </a:cubicBezTo>
                    <a:cubicBezTo>
                      <a:pt x="0" y="46"/>
                      <a:pt x="6" y="75"/>
                      <a:pt x="6" y="75"/>
                    </a:cubicBezTo>
                    <a:cubicBezTo>
                      <a:pt x="6" y="75"/>
                      <a:pt x="3" y="43"/>
                      <a:pt x="6" y="34"/>
                    </a:cubicBezTo>
                    <a:cubicBezTo>
                      <a:pt x="11" y="13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6" name="Freeform 1446">
                <a:extLst>
                  <a:ext uri="{FF2B5EF4-FFF2-40B4-BE49-F238E27FC236}">
                    <a16:creationId xmlns:a16="http://schemas.microsoft.com/office/drawing/2014/main" id="{9229A427-4626-41CD-BC89-9D25D7B20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065"/>
                <a:ext cx="22" cy="44"/>
              </a:xfrm>
              <a:custGeom>
                <a:avLst/>
                <a:gdLst>
                  <a:gd name="T0" fmla="*/ 63 w 13"/>
                  <a:gd name="T1" fmla="*/ 0 h 26"/>
                  <a:gd name="T2" fmla="*/ 0 w 13"/>
                  <a:gd name="T3" fmla="*/ 125 h 26"/>
                  <a:gd name="T4" fmla="*/ 63 w 1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6">
                    <a:moveTo>
                      <a:pt x="13" y="0"/>
                    </a:moveTo>
                    <a:cubicBezTo>
                      <a:pt x="13" y="0"/>
                      <a:pt x="0" y="8"/>
                      <a:pt x="0" y="26"/>
                    </a:cubicBezTo>
                    <a:cubicBezTo>
                      <a:pt x="0" y="26"/>
                      <a:pt x="5" y="5"/>
                      <a:pt x="13" y="0"/>
                    </a:cubicBezTo>
                    <a:close/>
                  </a:path>
                </a:pathLst>
              </a:custGeom>
              <a:solidFill>
                <a:srgbClr val="FBFB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7" name="Freeform 1447">
                <a:extLst>
                  <a:ext uri="{FF2B5EF4-FFF2-40B4-BE49-F238E27FC236}">
                    <a16:creationId xmlns:a16="http://schemas.microsoft.com/office/drawing/2014/main" id="{99880C37-F3E0-45AC-9D68-C3C1C20D0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3194"/>
                <a:ext cx="25" cy="65"/>
              </a:xfrm>
              <a:custGeom>
                <a:avLst/>
                <a:gdLst>
                  <a:gd name="T0" fmla="*/ 0 w 15"/>
                  <a:gd name="T1" fmla="*/ 0 h 39"/>
                  <a:gd name="T2" fmla="*/ 62 w 15"/>
                  <a:gd name="T3" fmla="*/ 180 h 39"/>
                  <a:gd name="T4" fmla="*/ 0 w 15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9">
                    <a:moveTo>
                      <a:pt x="0" y="0"/>
                    </a:moveTo>
                    <a:cubicBezTo>
                      <a:pt x="0" y="0"/>
                      <a:pt x="12" y="14"/>
                      <a:pt x="13" y="39"/>
                    </a:cubicBezTo>
                    <a:cubicBezTo>
                      <a:pt x="13" y="39"/>
                      <a:pt x="15" y="16"/>
                      <a:pt x="0" y="0"/>
                    </a:cubicBezTo>
                    <a:close/>
                  </a:path>
                </a:pathLst>
              </a:custGeom>
              <a:solidFill>
                <a:srgbClr val="FBFB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8" name="Freeform 1448">
                <a:extLst>
                  <a:ext uri="{FF2B5EF4-FFF2-40B4-BE49-F238E27FC236}">
                    <a16:creationId xmlns:a16="http://schemas.microsoft.com/office/drawing/2014/main" id="{50D194FA-E457-46D7-A0C4-460AD988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010"/>
                <a:ext cx="60" cy="102"/>
              </a:xfrm>
              <a:custGeom>
                <a:avLst/>
                <a:gdLst>
                  <a:gd name="T0" fmla="*/ 0 w 36"/>
                  <a:gd name="T1" fmla="*/ 0 h 61"/>
                  <a:gd name="T2" fmla="*/ 167 w 36"/>
                  <a:gd name="T3" fmla="*/ 286 h 61"/>
                  <a:gd name="T4" fmla="*/ 0 w 36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61">
                    <a:moveTo>
                      <a:pt x="0" y="0"/>
                    </a:moveTo>
                    <a:cubicBezTo>
                      <a:pt x="0" y="0"/>
                      <a:pt x="9" y="30"/>
                      <a:pt x="36" y="61"/>
                    </a:cubicBezTo>
                    <a:cubicBezTo>
                      <a:pt x="36" y="61"/>
                      <a:pt x="6" y="20"/>
                      <a:pt x="0" y="0"/>
                    </a:cubicBezTo>
                    <a:close/>
                  </a:path>
                </a:pathLst>
              </a:custGeom>
              <a:solidFill>
                <a:srgbClr val="FBFB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9" name="Freeform 1449">
                <a:extLst>
                  <a:ext uri="{FF2B5EF4-FFF2-40B4-BE49-F238E27FC236}">
                    <a16:creationId xmlns:a16="http://schemas.microsoft.com/office/drawing/2014/main" id="{D081DC5B-96B4-4987-B912-438ACEBBF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594"/>
                <a:ext cx="35" cy="18"/>
              </a:xfrm>
              <a:custGeom>
                <a:avLst/>
                <a:gdLst>
                  <a:gd name="T0" fmla="*/ 0 w 21"/>
                  <a:gd name="T1" fmla="*/ 0 h 11"/>
                  <a:gd name="T2" fmla="*/ 97 w 21"/>
                  <a:gd name="T3" fmla="*/ 5 h 11"/>
                  <a:gd name="T4" fmla="*/ 0 w 2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1">
                    <a:moveTo>
                      <a:pt x="0" y="0"/>
                    </a:moveTo>
                    <a:cubicBezTo>
                      <a:pt x="0" y="0"/>
                      <a:pt x="8" y="11"/>
                      <a:pt x="21" y="1"/>
                    </a:cubicBezTo>
                    <a:cubicBezTo>
                      <a:pt x="21" y="1"/>
                      <a:pt x="12" y="8"/>
                      <a:pt x="0" y="0"/>
                    </a:cubicBezTo>
                    <a:close/>
                  </a:path>
                </a:pathLst>
              </a:custGeom>
              <a:solidFill>
                <a:srgbClr val="FBFB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0" name="Freeform 1450">
                <a:extLst>
                  <a:ext uri="{FF2B5EF4-FFF2-40B4-BE49-F238E27FC236}">
                    <a16:creationId xmlns:a16="http://schemas.microsoft.com/office/drawing/2014/main" id="{72A9EC27-39C7-4B7C-895B-8BCF7CA92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925"/>
                <a:ext cx="20" cy="67"/>
              </a:xfrm>
              <a:custGeom>
                <a:avLst/>
                <a:gdLst>
                  <a:gd name="T0" fmla="*/ 0 w 12"/>
                  <a:gd name="T1" fmla="*/ 0 h 40"/>
                  <a:gd name="T2" fmla="*/ 55 w 12"/>
                  <a:gd name="T3" fmla="*/ 188 h 40"/>
                  <a:gd name="T4" fmla="*/ 0 w 12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0">
                    <a:moveTo>
                      <a:pt x="0" y="0"/>
                    </a:moveTo>
                    <a:cubicBezTo>
                      <a:pt x="0" y="0"/>
                      <a:pt x="6" y="33"/>
                      <a:pt x="12" y="40"/>
                    </a:cubicBezTo>
                    <a:cubicBezTo>
                      <a:pt x="12" y="40"/>
                      <a:pt x="1" y="6"/>
                      <a:pt x="0" y="0"/>
                    </a:cubicBezTo>
                    <a:close/>
                  </a:path>
                </a:pathLst>
              </a:custGeom>
              <a:solidFill>
                <a:srgbClr val="FBFB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1" name="Freeform 1451">
                <a:extLst>
                  <a:ext uri="{FF2B5EF4-FFF2-40B4-BE49-F238E27FC236}">
                    <a16:creationId xmlns:a16="http://schemas.microsoft.com/office/drawing/2014/main" id="{A9D3CD2F-52C6-47F2-989B-9470EBF7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680"/>
                <a:ext cx="292" cy="367"/>
              </a:xfrm>
              <a:custGeom>
                <a:avLst/>
                <a:gdLst>
                  <a:gd name="T0" fmla="*/ 167 w 175"/>
                  <a:gd name="T1" fmla="*/ 50 h 220"/>
                  <a:gd name="T2" fmla="*/ 42 w 175"/>
                  <a:gd name="T3" fmla="*/ 70 h 220"/>
                  <a:gd name="T4" fmla="*/ 33 w 175"/>
                  <a:gd name="T5" fmla="*/ 279 h 220"/>
                  <a:gd name="T6" fmla="*/ 138 w 175"/>
                  <a:gd name="T7" fmla="*/ 751 h 220"/>
                  <a:gd name="T8" fmla="*/ 729 w 175"/>
                  <a:gd name="T9" fmla="*/ 776 h 220"/>
                  <a:gd name="T10" fmla="*/ 399 w 175"/>
                  <a:gd name="T11" fmla="*/ 666 h 220"/>
                  <a:gd name="T12" fmla="*/ 105 w 175"/>
                  <a:gd name="T13" fmla="*/ 390 h 220"/>
                  <a:gd name="T14" fmla="*/ 138 w 175"/>
                  <a:gd name="T15" fmla="*/ 162 h 220"/>
                  <a:gd name="T16" fmla="*/ 159 w 175"/>
                  <a:gd name="T17" fmla="*/ 37 h 2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5" h="220">
                    <a:moveTo>
                      <a:pt x="36" y="11"/>
                    </a:moveTo>
                    <a:cubicBezTo>
                      <a:pt x="28" y="0"/>
                      <a:pt x="14" y="5"/>
                      <a:pt x="9" y="15"/>
                    </a:cubicBezTo>
                    <a:cubicBezTo>
                      <a:pt x="3" y="27"/>
                      <a:pt x="7" y="47"/>
                      <a:pt x="7" y="60"/>
                    </a:cubicBezTo>
                    <a:cubicBezTo>
                      <a:pt x="5" y="98"/>
                      <a:pt x="0" y="134"/>
                      <a:pt x="30" y="162"/>
                    </a:cubicBezTo>
                    <a:cubicBezTo>
                      <a:pt x="46" y="177"/>
                      <a:pt x="175" y="220"/>
                      <a:pt x="157" y="167"/>
                    </a:cubicBezTo>
                    <a:cubicBezTo>
                      <a:pt x="148" y="141"/>
                      <a:pt x="105" y="149"/>
                      <a:pt x="86" y="143"/>
                    </a:cubicBezTo>
                    <a:cubicBezTo>
                      <a:pt x="54" y="134"/>
                      <a:pt x="29" y="118"/>
                      <a:pt x="23" y="84"/>
                    </a:cubicBezTo>
                    <a:cubicBezTo>
                      <a:pt x="19" y="67"/>
                      <a:pt x="22" y="50"/>
                      <a:pt x="30" y="35"/>
                    </a:cubicBezTo>
                    <a:cubicBezTo>
                      <a:pt x="35" y="25"/>
                      <a:pt x="41" y="19"/>
                      <a:pt x="34" y="8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2" name="Freeform 1452">
                <a:extLst>
                  <a:ext uri="{FF2B5EF4-FFF2-40B4-BE49-F238E27FC236}">
                    <a16:creationId xmlns:a16="http://schemas.microsoft.com/office/drawing/2014/main" id="{1794AE7F-A58A-4615-ABFE-B8CA9BCD1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938"/>
                <a:ext cx="210" cy="119"/>
              </a:xfrm>
              <a:custGeom>
                <a:avLst/>
                <a:gdLst>
                  <a:gd name="T0" fmla="*/ 467 w 126"/>
                  <a:gd name="T1" fmla="*/ 42 h 71"/>
                  <a:gd name="T2" fmla="*/ 445 w 126"/>
                  <a:gd name="T3" fmla="*/ 183 h 71"/>
                  <a:gd name="T4" fmla="*/ 255 w 126"/>
                  <a:gd name="T5" fmla="*/ 216 h 71"/>
                  <a:gd name="T6" fmla="*/ 147 w 126"/>
                  <a:gd name="T7" fmla="*/ 194 h 71"/>
                  <a:gd name="T8" fmla="*/ 8 w 126"/>
                  <a:gd name="T9" fmla="*/ 225 h 71"/>
                  <a:gd name="T10" fmla="*/ 263 w 126"/>
                  <a:gd name="T11" fmla="*/ 307 h 71"/>
                  <a:gd name="T12" fmla="*/ 395 w 126"/>
                  <a:gd name="T13" fmla="*/ 320 h 71"/>
                  <a:gd name="T14" fmla="*/ 508 w 126"/>
                  <a:gd name="T15" fmla="*/ 325 h 71"/>
                  <a:gd name="T16" fmla="*/ 563 w 126"/>
                  <a:gd name="T17" fmla="*/ 137 h 71"/>
                  <a:gd name="T18" fmla="*/ 508 w 126"/>
                  <a:gd name="T19" fmla="*/ 13 h 71"/>
                  <a:gd name="T20" fmla="*/ 467 w 126"/>
                  <a:gd name="T21" fmla="*/ 42 h 71"/>
                  <a:gd name="T22" fmla="*/ 467 w 126"/>
                  <a:gd name="T23" fmla="*/ 47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6" h="71">
                    <a:moveTo>
                      <a:pt x="101" y="9"/>
                    </a:moveTo>
                    <a:cubicBezTo>
                      <a:pt x="105" y="19"/>
                      <a:pt x="105" y="33"/>
                      <a:pt x="96" y="39"/>
                    </a:cubicBezTo>
                    <a:cubicBezTo>
                      <a:pt x="84" y="49"/>
                      <a:pt x="69" y="47"/>
                      <a:pt x="55" y="46"/>
                    </a:cubicBezTo>
                    <a:cubicBezTo>
                      <a:pt x="47" y="45"/>
                      <a:pt x="40" y="42"/>
                      <a:pt x="32" y="41"/>
                    </a:cubicBezTo>
                    <a:cubicBezTo>
                      <a:pt x="25" y="40"/>
                      <a:pt x="4" y="38"/>
                      <a:pt x="2" y="48"/>
                    </a:cubicBezTo>
                    <a:cubicBezTo>
                      <a:pt x="0" y="62"/>
                      <a:pt x="48" y="63"/>
                      <a:pt x="57" y="65"/>
                    </a:cubicBezTo>
                    <a:cubicBezTo>
                      <a:pt x="66" y="66"/>
                      <a:pt x="75" y="67"/>
                      <a:pt x="85" y="68"/>
                    </a:cubicBezTo>
                    <a:cubicBezTo>
                      <a:pt x="92" y="69"/>
                      <a:pt x="102" y="71"/>
                      <a:pt x="110" y="69"/>
                    </a:cubicBezTo>
                    <a:cubicBezTo>
                      <a:pt x="126" y="65"/>
                      <a:pt x="124" y="41"/>
                      <a:pt x="122" y="29"/>
                    </a:cubicBezTo>
                    <a:cubicBezTo>
                      <a:pt x="121" y="21"/>
                      <a:pt x="118" y="7"/>
                      <a:pt x="110" y="3"/>
                    </a:cubicBezTo>
                    <a:cubicBezTo>
                      <a:pt x="105" y="0"/>
                      <a:pt x="100" y="3"/>
                      <a:pt x="101" y="9"/>
                    </a:cubicBezTo>
                    <a:cubicBezTo>
                      <a:pt x="101" y="9"/>
                      <a:pt x="101" y="10"/>
                      <a:pt x="101" y="10"/>
                    </a:cubicBezTo>
                  </a:path>
                </a:pathLst>
              </a:custGeom>
              <a:solidFill>
                <a:srgbClr val="CCA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3" name="Freeform 1453">
                <a:extLst>
                  <a:ext uri="{FF2B5EF4-FFF2-40B4-BE49-F238E27FC236}">
                    <a16:creationId xmlns:a16="http://schemas.microsoft.com/office/drawing/2014/main" id="{6BB23A5A-4A55-4009-9870-ABF827D74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1605"/>
                <a:ext cx="137" cy="217"/>
              </a:xfrm>
              <a:custGeom>
                <a:avLst/>
                <a:gdLst>
                  <a:gd name="T0" fmla="*/ 307 w 82"/>
                  <a:gd name="T1" fmla="*/ 47 h 130"/>
                  <a:gd name="T2" fmla="*/ 234 w 82"/>
                  <a:gd name="T3" fmla="*/ 5 h 130"/>
                  <a:gd name="T4" fmla="*/ 159 w 82"/>
                  <a:gd name="T5" fmla="*/ 37 h 130"/>
                  <a:gd name="T6" fmla="*/ 50 w 82"/>
                  <a:gd name="T7" fmla="*/ 229 h 130"/>
                  <a:gd name="T8" fmla="*/ 22 w 82"/>
                  <a:gd name="T9" fmla="*/ 499 h 130"/>
                  <a:gd name="T10" fmla="*/ 104 w 82"/>
                  <a:gd name="T11" fmla="*/ 396 h 130"/>
                  <a:gd name="T12" fmla="*/ 140 w 82"/>
                  <a:gd name="T13" fmla="*/ 257 h 130"/>
                  <a:gd name="T14" fmla="*/ 195 w 82"/>
                  <a:gd name="T15" fmla="*/ 154 h 130"/>
                  <a:gd name="T16" fmla="*/ 284 w 82"/>
                  <a:gd name="T17" fmla="*/ 134 h 130"/>
                  <a:gd name="T18" fmla="*/ 346 w 82"/>
                  <a:gd name="T19" fmla="*/ 154 h 130"/>
                  <a:gd name="T20" fmla="*/ 361 w 82"/>
                  <a:gd name="T21" fmla="*/ 78 h 130"/>
                  <a:gd name="T22" fmla="*/ 304 w 82"/>
                  <a:gd name="T23" fmla="*/ 42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130">
                    <a:moveTo>
                      <a:pt x="66" y="10"/>
                    </a:moveTo>
                    <a:cubicBezTo>
                      <a:pt x="62" y="7"/>
                      <a:pt x="56" y="3"/>
                      <a:pt x="50" y="1"/>
                    </a:cubicBezTo>
                    <a:cubicBezTo>
                      <a:pt x="42" y="0"/>
                      <a:pt x="40" y="3"/>
                      <a:pt x="34" y="8"/>
                    </a:cubicBezTo>
                    <a:cubicBezTo>
                      <a:pt x="22" y="20"/>
                      <a:pt x="16" y="33"/>
                      <a:pt x="11" y="49"/>
                    </a:cubicBezTo>
                    <a:cubicBezTo>
                      <a:pt x="7" y="66"/>
                      <a:pt x="0" y="91"/>
                      <a:pt x="5" y="107"/>
                    </a:cubicBezTo>
                    <a:cubicBezTo>
                      <a:pt x="13" y="130"/>
                      <a:pt x="21" y="91"/>
                      <a:pt x="22" y="85"/>
                    </a:cubicBezTo>
                    <a:cubicBezTo>
                      <a:pt x="24" y="75"/>
                      <a:pt x="27" y="64"/>
                      <a:pt x="30" y="55"/>
                    </a:cubicBezTo>
                    <a:cubicBezTo>
                      <a:pt x="33" y="47"/>
                      <a:pt x="35" y="38"/>
                      <a:pt x="42" y="33"/>
                    </a:cubicBezTo>
                    <a:cubicBezTo>
                      <a:pt x="47" y="30"/>
                      <a:pt x="55" y="29"/>
                      <a:pt x="61" y="29"/>
                    </a:cubicBezTo>
                    <a:cubicBezTo>
                      <a:pt x="65" y="29"/>
                      <a:pt x="70" y="33"/>
                      <a:pt x="74" y="33"/>
                    </a:cubicBezTo>
                    <a:cubicBezTo>
                      <a:pt x="82" y="32"/>
                      <a:pt x="80" y="22"/>
                      <a:pt x="77" y="17"/>
                    </a:cubicBezTo>
                    <a:cubicBezTo>
                      <a:pt x="74" y="12"/>
                      <a:pt x="70" y="10"/>
                      <a:pt x="65" y="9"/>
                    </a:cubicBezTo>
                  </a:path>
                </a:pathLst>
              </a:custGeom>
              <a:solidFill>
                <a:srgbClr val="CCA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4" name="Freeform 1454">
                <a:extLst>
                  <a:ext uri="{FF2B5EF4-FFF2-40B4-BE49-F238E27FC236}">
                    <a16:creationId xmlns:a16="http://schemas.microsoft.com/office/drawing/2014/main" id="{8E515D84-55F4-49B7-8C95-D8E3633AF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760"/>
                <a:ext cx="223" cy="305"/>
              </a:xfrm>
              <a:custGeom>
                <a:avLst/>
                <a:gdLst>
                  <a:gd name="T0" fmla="*/ 33 w 134"/>
                  <a:gd name="T1" fmla="*/ 0 h 183"/>
                  <a:gd name="T2" fmla="*/ 88 w 134"/>
                  <a:gd name="T3" fmla="*/ 388 h 183"/>
                  <a:gd name="T4" fmla="*/ 617 w 134"/>
                  <a:gd name="T5" fmla="*/ 847 h 183"/>
                  <a:gd name="T6" fmla="*/ 213 w 134"/>
                  <a:gd name="T7" fmla="*/ 575 h 183"/>
                  <a:gd name="T8" fmla="*/ 33 w 134"/>
                  <a:gd name="T9" fmla="*/ 0 h 1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83">
                    <a:moveTo>
                      <a:pt x="7" y="0"/>
                    </a:moveTo>
                    <a:cubicBezTo>
                      <a:pt x="7" y="0"/>
                      <a:pt x="0" y="45"/>
                      <a:pt x="19" y="84"/>
                    </a:cubicBezTo>
                    <a:cubicBezTo>
                      <a:pt x="38" y="124"/>
                      <a:pt x="75" y="181"/>
                      <a:pt x="134" y="183"/>
                    </a:cubicBezTo>
                    <a:cubicBezTo>
                      <a:pt x="134" y="183"/>
                      <a:pt x="79" y="176"/>
                      <a:pt x="46" y="124"/>
                    </a:cubicBezTo>
                    <a:cubicBezTo>
                      <a:pt x="14" y="73"/>
                      <a:pt x="10" y="51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5" name="Freeform 1455">
                <a:extLst>
                  <a:ext uri="{FF2B5EF4-FFF2-40B4-BE49-F238E27FC236}">
                    <a16:creationId xmlns:a16="http://schemas.microsoft.com/office/drawing/2014/main" id="{A4BF64FD-4416-4035-9AC9-71F20BFBF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1682"/>
                <a:ext cx="45" cy="160"/>
              </a:xfrm>
              <a:custGeom>
                <a:avLst/>
                <a:gdLst>
                  <a:gd name="T0" fmla="*/ 125 w 27"/>
                  <a:gd name="T1" fmla="*/ 0 h 96"/>
                  <a:gd name="T2" fmla="*/ 28 w 27"/>
                  <a:gd name="T3" fmla="*/ 147 h 96"/>
                  <a:gd name="T4" fmla="*/ 33 w 27"/>
                  <a:gd name="T5" fmla="*/ 445 h 96"/>
                  <a:gd name="T6" fmla="*/ 13 w 27"/>
                  <a:gd name="T7" fmla="*/ 195 h 96"/>
                  <a:gd name="T8" fmla="*/ 125 w 27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96">
                    <a:moveTo>
                      <a:pt x="27" y="0"/>
                    </a:moveTo>
                    <a:cubicBezTo>
                      <a:pt x="27" y="0"/>
                      <a:pt x="4" y="7"/>
                      <a:pt x="6" y="32"/>
                    </a:cubicBezTo>
                    <a:cubicBezTo>
                      <a:pt x="8" y="57"/>
                      <a:pt x="7" y="96"/>
                      <a:pt x="7" y="96"/>
                    </a:cubicBezTo>
                    <a:cubicBezTo>
                      <a:pt x="7" y="96"/>
                      <a:pt x="7" y="50"/>
                      <a:pt x="3" y="42"/>
                    </a:cubicBezTo>
                    <a:cubicBezTo>
                      <a:pt x="0" y="33"/>
                      <a:pt x="5" y="4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6" name="Freeform 1456">
                <a:extLst>
                  <a:ext uri="{FF2B5EF4-FFF2-40B4-BE49-F238E27FC236}">
                    <a16:creationId xmlns:a16="http://schemas.microsoft.com/office/drawing/2014/main" id="{594F525F-8E98-48CA-A9CE-48F57D8B9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100"/>
                <a:ext cx="303" cy="250"/>
              </a:xfrm>
              <a:custGeom>
                <a:avLst/>
                <a:gdLst>
                  <a:gd name="T0" fmla="*/ 839 w 182"/>
                  <a:gd name="T1" fmla="*/ 347 h 150"/>
                  <a:gd name="T2" fmla="*/ 351 w 182"/>
                  <a:gd name="T3" fmla="*/ 305 h 150"/>
                  <a:gd name="T4" fmla="*/ 50 w 182"/>
                  <a:gd name="T5" fmla="*/ 0 h 150"/>
                  <a:gd name="T6" fmla="*/ 120 w 182"/>
                  <a:gd name="T7" fmla="*/ 222 h 150"/>
                  <a:gd name="T8" fmla="*/ 255 w 182"/>
                  <a:gd name="T9" fmla="*/ 467 h 150"/>
                  <a:gd name="T10" fmla="*/ 499 w 182"/>
                  <a:gd name="T11" fmla="*/ 662 h 150"/>
                  <a:gd name="T12" fmla="*/ 563 w 182"/>
                  <a:gd name="T13" fmla="*/ 563 h 150"/>
                  <a:gd name="T14" fmla="*/ 646 w 182"/>
                  <a:gd name="T15" fmla="*/ 492 h 150"/>
                  <a:gd name="T16" fmla="*/ 831 w 182"/>
                  <a:gd name="T17" fmla="*/ 362 h 1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2" h="150">
                    <a:moveTo>
                      <a:pt x="182" y="75"/>
                    </a:moveTo>
                    <a:cubicBezTo>
                      <a:pt x="146" y="74"/>
                      <a:pt x="110" y="83"/>
                      <a:pt x="76" y="66"/>
                    </a:cubicBezTo>
                    <a:cubicBezTo>
                      <a:pt x="50" y="52"/>
                      <a:pt x="41" y="6"/>
                      <a:pt x="11" y="0"/>
                    </a:cubicBezTo>
                    <a:cubicBezTo>
                      <a:pt x="0" y="16"/>
                      <a:pt x="18" y="35"/>
                      <a:pt x="26" y="48"/>
                    </a:cubicBezTo>
                    <a:cubicBezTo>
                      <a:pt x="35" y="66"/>
                      <a:pt x="44" y="84"/>
                      <a:pt x="55" y="101"/>
                    </a:cubicBezTo>
                    <a:cubicBezTo>
                      <a:pt x="63" y="113"/>
                      <a:pt x="89" y="150"/>
                      <a:pt x="108" y="143"/>
                    </a:cubicBezTo>
                    <a:cubicBezTo>
                      <a:pt x="116" y="140"/>
                      <a:pt x="117" y="128"/>
                      <a:pt x="122" y="122"/>
                    </a:cubicBezTo>
                    <a:cubicBezTo>
                      <a:pt x="127" y="116"/>
                      <a:pt x="133" y="111"/>
                      <a:pt x="140" y="106"/>
                    </a:cubicBezTo>
                    <a:cubicBezTo>
                      <a:pt x="155" y="97"/>
                      <a:pt x="165" y="87"/>
                      <a:pt x="180" y="78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7" name="Freeform 1457">
                <a:extLst>
                  <a:ext uri="{FF2B5EF4-FFF2-40B4-BE49-F238E27FC236}">
                    <a16:creationId xmlns:a16="http://schemas.microsoft.com/office/drawing/2014/main" id="{6D359023-8468-4AD4-ABE0-BCF0DA787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2394"/>
                <a:ext cx="319" cy="201"/>
              </a:xfrm>
              <a:custGeom>
                <a:avLst/>
                <a:gdLst>
                  <a:gd name="T0" fmla="*/ 870 w 191"/>
                  <a:gd name="T1" fmla="*/ 201 h 121"/>
                  <a:gd name="T2" fmla="*/ 578 w 191"/>
                  <a:gd name="T3" fmla="*/ 262 h 121"/>
                  <a:gd name="T4" fmla="*/ 182 w 191"/>
                  <a:gd name="T5" fmla="*/ 101 h 121"/>
                  <a:gd name="T6" fmla="*/ 47 w 191"/>
                  <a:gd name="T7" fmla="*/ 22 h 121"/>
                  <a:gd name="T8" fmla="*/ 75 w 191"/>
                  <a:gd name="T9" fmla="*/ 168 h 121"/>
                  <a:gd name="T10" fmla="*/ 204 w 191"/>
                  <a:gd name="T11" fmla="*/ 297 h 121"/>
                  <a:gd name="T12" fmla="*/ 317 w 191"/>
                  <a:gd name="T13" fmla="*/ 430 h 121"/>
                  <a:gd name="T14" fmla="*/ 521 w 191"/>
                  <a:gd name="T15" fmla="*/ 522 h 121"/>
                  <a:gd name="T16" fmla="*/ 708 w 191"/>
                  <a:gd name="T17" fmla="*/ 347 h 121"/>
                  <a:gd name="T18" fmla="*/ 890 w 191"/>
                  <a:gd name="T19" fmla="*/ 209 h 121"/>
                  <a:gd name="T20" fmla="*/ 870 w 191"/>
                  <a:gd name="T21" fmla="*/ 201 h 1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1" h="121">
                    <a:moveTo>
                      <a:pt x="187" y="44"/>
                    </a:moveTo>
                    <a:cubicBezTo>
                      <a:pt x="166" y="47"/>
                      <a:pt x="145" y="55"/>
                      <a:pt x="124" y="57"/>
                    </a:cubicBezTo>
                    <a:cubicBezTo>
                      <a:pt x="88" y="60"/>
                      <a:pt x="64" y="45"/>
                      <a:pt x="39" y="22"/>
                    </a:cubicBezTo>
                    <a:cubicBezTo>
                      <a:pt x="34" y="18"/>
                      <a:pt x="18" y="0"/>
                      <a:pt x="10" y="5"/>
                    </a:cubicBezTo>
                    <a:cubicBezTo>
                      <a:pt x="0" y="11"/>
                      <a:pt x="12" y="32"/>
                      <a:pt x="16" y="37"/>
                    </a:cubicBezTo>
                    <a:cubicBezTo>
                      <a:pt x="24" y="48"/>
                      <a:pt x="35" y="56"/>
                      <a:pt x="44" y="65"/>
                    </a:cubicBezTo>
                    <a:cubicBezTo>
                      <a:pt x="52" y="74"/>
                      <a:pt x="59" y="86"/>
                      <a:pt x="68" y="94"/>
                    </a:cubicBezTo>
                    <a:cubicBezTo>
                      <a:pt x="79" y="104"/>
                      <a:pt x="99" y="121"/>
                      <a:pt x="112" y="114"/>
                    </a:cubicBezTo>
                    <a:cubicBezTo>
                      <a:pt x="124" y="109"/>
                      <a:pt x="141" y="83"/>
                      <a:pt x="152" y="76"/>
                    </a:cubicBezTo>
                    <a:cubicBezTo>
                      <a:pt x="164" y="67"/>
                      <a:pt x="188" y="61"/>
                      <a:pt x="191" y="46"/>
                    </a:cubicBezTo>
                    <a:cubicBezTo>
                      <a:pt x="188" y="47"/>
                      <a:pt x="188" y="45"/>
                      <a:pt x="187" y="44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8" name="Freeform 1458">
                <a:extLst>
                  <a:ext uri="{FF2B5EF4-FFF2-40B4-BE49-F238E27FC236}">
                    <a16:creationId xmlns:a16="http://schemas.microsoft.com/office/drawing/2014/main" id="{79C38D2C-F31C-4777-ACA9-3BBC0A48D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740"/>
                <a:ext cx="119" cy="142"/>
              </a:xfrm>
              <a:custGeom>
                <a:avLst/>
                <a:gdLst>
                  <a:gd name="T0" fmla="*/ 307 w 71"/>
                  <a:gd name="T1" fmla="*/ 276 h 85"/>
                  <a:gd name="T2" fmla="*/ 174 w 71"/>
                  <a:gd name="T3" fmla="*/ 120 h 85"/>
                  <a:gd name="T4" fmla="*/ 20 w 71"/>
                  <a:gd name="T5" fmla="*/ 13 h 85"/>
                  <a:gd name="T6" fmla="*/ 154 w 71"/>
                  <a:gd name="T7" fmla="*/ 242 h 85"/>
                  <a:gd name="T8" fmla="*/ 325 w 71"/>
                  <a:gd name="T9" fmla="*/ 391 h 85"/>
                  <a:gd name="T10" fmla="*/ 307 w 71"/>
                  <a:gd name="T11" fmla="*/ 276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85">
                    <a:moveTo>
                      <a:pt x="65" y="59"/>
                    </a:moveTo>
                    <a:cubicBezTo>
                      <a:pt x="61" y="42"/>
                      <a:pt x="49" y="37"/>
                      <a:pt x="37" y="26"/>
                    </a:cubicBezTo>
                    <a:cubicBezTo>
                      <a:pt x="28" y="17"/>
                      <a:pt x="20" y="0"/>
                      <a:pt x="4" y="3"/>
                    </a:cubicBezTo>
                    <a:cubicBezTo>
                      <a:pt x="0" y="23"/>
                      <a:pt x="22" y="39"/>
                      <a:pt x="33" y="52"/>
                    </a:cubicBezTo>
                    <a:cubicBezTo>
                      <a:pt x="40" y="60"/>
                      <a:pt x="55" y="85"/>
                      <a:pt x="69" y="84"/>
                    </a:cubicBezTo>
                    <a:cubicBezTo>
                      <a:pt x="71" y="76"/>
                      <a:pt x="66" y="67"/>
                      <a:pt x="65" y="59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9" name="Freeform 1459">
                <a:extLst>
                  <a:ext uri="{FF2B5EF4-FFF2-40B4-BE49-F238E27FC236}">
                    <a16:creationId xmlns:a16="http://schemas.microsoft.com/office/drawing/2014/main" id="{E10FCC09-9099-4146-8569-0B203D478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755"/>
                <a:ext cx="118" cy="218"/>
              </a:xfrm>
              <a:custGeom>
                <a:avLst/>
                <a:gdLst>
                  <a:gd name="T0" fmla="*/ 279 w 71"/>
                  <a:gd name="T1" fmla="*/ 0 h 131"/>
                  <a:gd name="T2" fmla="*/ 297 w 71"/>
                  <a:gd name="T3" fmla="*/ 125 h 131"/>
                  <a:gd name="T4" fmla="*/ 326 w 71"/>
                  <a:gd name="T5" fmla="*/ 226 h 131"/>
                  <a:gd name="T6" fmla="*/ 291 w 71"/>
                  <a:gd name="T7" fmla="*/ 313 h 131"/>
                  <a:gd name="T8" fmla="*/ 258 w 71"/>
                  <a:gd name="T9" fmla="*/ 404 h 131"/>
                  <a:gd name="T10" fmla="*/ 101 w 71"/>
                  <a:gd name="T11" fmla="*/ 513 h 131"/>
                  <a:gd name="T12" fmla="*/ 8 w 71"/>
                  <a:gd name="T13" fmla="*/ 547 h 131"/>
                  <a:gd name="T14" fmla="*/ 20 w 71"/>
                  <a:gd name="T15" fmla="*/ 484 h 131"/>
                  <a:gd name="T16" fmla="*/ 20 w 71"/>
                  <a:gd name="T17" fmla="*/ 409 h 131"/>
                  <a:gd name="T18" fmla="*/ 70 w 71"/>
                  <a:gd name="T19" fmla="*/ 263 h 131"/>
                  <a:gd name="T20" fmla="*/ 175 w 71"/>
                  <a:gd name="T21" fmla="*/ 175 h 131"/>
                  <a:gd name="T22" fmla="*/ 249 w 71"/>
                  <a:gd name="T23" fmla="*/ 92 h 131"/>
                  <a:gd name="T24" fmla="*/ 279 w 71"/>
                  <a:gd name="T25" fmla="*/ 0 h 1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1" h="131">
                    <a:moveTo>
                      <a:pt x="61" y="0"/>
                    </a:moveTo>
                    <a:cubicBezTo>
                      <a:pt x="61" y="9"/>
                      <a:pt x="64" y="18"/>
                      <a:pt x="65" y="27"/>
                    </a:cubicBezTo>
                    <a:cubicBezTo>
                      <a:pt x="66" y="34"/>
                      <a:pt x="71" y="42"/>
                      <a:pt x="71" y="49"/>
                    </a:cubicBezTo>
                    <a:cubicBezTo>
                      <a:pt x="70" y="55"/>
                      <a:pt x="65" y="62"/>
                      <a:pt x="63" y="68"/>
                    </a:cubicBezTo>
                    <a:cubicBezTo>
                      <a:pt x="61" y="75"/>
                      <a:pt x="59" y="82"/>
                      <a:pt x="56" y="88"/>
                    </a:cubicBezTo>
                    <a:cubicBezTo>
                      <a:pt x="49" y="102"/>
                      <a:pt x="33" y="102"/>
                      <a:pt x="22" y="111"/>
                    </a:cubicBezTo>
                    <a:cubicBezTo>
                      <a:pt x="16" y="116"/>
                      <a:pt x="7" y="131"/>
                      <a:pt x="2" y="119"/>
                    </a:cubicBezTo>
                    <a:cubicBezTo>
                      <a:pt x="0" y="114"/>
                      <a:pt x="3" y="110"/>
                      <a:pt x="4" y="105"/>
                    </a:cubicBezTo>
                    <a:cubicBezTo>
                      <a:pt x="5" y="100"/>
                      <a:pt x="4" y="94"/>
                      <a:pt x="4" y="89"/>
                    </a:cubicBezTo>
                    <a:cubicBezTo>
                      <a:pt x="4" y="75"/>
                      <a:pt x="4" y="66"/>
                      <a:pt x="15" y="57"/>
                    </a:cubicBezTo>
                    <a:cubicBezTo>
                      <a:pt x="22" y="50"/>
                      <a:pt x="30" y="44"/>
                      <a:pt x="38" y="38"/>
                    </a:cubicBezTo>
                    <a:cubicBezTo>
                      <a:pt x="44" y="32"/>
                      <a:pt x="50" y="27"/>
                      <a:pt x="54" y="20"/>
                    </a:cubicBezTo>
                    <a:cubicBezTo>
                      <a:pt x="57" y="14"/>
                      <a:pt x="57" y="6"/>
                      <a:pt x="61" y="0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80" name="Freeform 1460">
                <a:extLst>
                  <a:ext uri="{FF2B5EF4-FFF2-40B4-BE49-F238E27FC236}">
                    <a16:creationId xmlns:a16="http://schemas.microsoft.com/office/drawing/2014/main" id="{E5D6B4FD-49BB-47BA-8F7D-83005EF93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1895"/>
                <a:ext cx="130" cy="40"/>
              </a:xfrm>
              <a:custGeom>
                <a:avLst/>
                <a:gdLst>
                  <a:gd name="T0" fmla="*/ 8 w 78"/>
                  <a:gd name="T1" fmla="*/ 97 h 24"/>
                  <a:gd name="T2" fmla="*/ 117 w 78"/>
                  <a:gd name="T3" fmla="*/ 37 h 24"/>
                  <a:gd name="T4" fmla="*/ 362 w 78"/>
                  <a:gd name="T5" fmla="*/ 92 h 24"/>
                  <a:gd name="T6" fmla="*/ 153 w 78"/>
                  <a:gd name="T7" fmla="*/ 70 h 24"/>
                  <a:gd name="T8" fmla="*/ 8 w 78"/>
                  <a:gd name="T9" fmla="*/ 9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24">
                    <a:moveTo>
                      <a:pt x="2" y="21"/>
                    </a:moveTo>
                    <a:cubicBezTo>
                      <a:pt x="2" y="21"/>
                      <a:pt x="0" y="0"/>
                      <a:pt x="25" y="8"/>
                    </a:cubicBezTo>
                    <a:cubicBezTo>
                      <a:pt x="50" y="16"/>
                      <a:pt x="71" y="23"/>
                      <a:pt x="78" y="20"/>
                    </a:cubicBezTo>
                    <a:cubicBezTo>
                      <a:pt x="78" y="20"/>
                      <a:pt x="56" y="24"/>
                      <a:pt x="33" y="15"/>
                    </a:cubicBezTo>
                    <a:cubicBezTo>
                      <a:pt x="10" y="6"/>
                      <a:pt x="2" y="21"/>
                      <a:pt x="2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81" name="Freeform 1461">
                <a:extLst>
                  <a:ext uri="{FF2B5EF4-FFF2-40B4-BE49-F238E27FC236}">
                    <a16:creationId xmlns:a16="http://schemas.microsoft.com/office/drawing/2014/main" id="{8A43D4D2-6919-4C84-BBCA-788E7F34D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1710"/>
                <a:ext cx="341" cy="280"/>
              </a:xfrm>
              <a:custGeom>
                <a:avLst/>
                <a:gdLst>
                  <a:gd name="T0" fmla="*/ 943 w 205"/>
                  <a:gd name="T1" fmla="*/ 172 h 168"/>
                  <a:gd name="T2" fmla="*/ 318 w 205"/>
                  <a:gd name="T3" fmla="*/ 362 h 168"/>
                  <a:gd name="T4" fmla="*/ 226 w 205"/>
                  <a:gd name="T5" fmla="*/ 578 h 168"/>
                  <a:gd name="T6" fmla="*/ 0 w 205"/>
                  <a:gd name="T7" fmla="*/ 778 h 168"/>
                  <a:gd name="T8" fmla="*/ 125 w 205"/>
                  <a:gd name="T9" fmla="*/ 662 h 168"/>
                  <a:gd name="T10" fmla="*/ 299 w 205"/>
                  <a:gd name="T11" fmla="*/ 463 h 168"/>
                  <a:gd name="T12" fmla="*/ 943 w 205"/>
                  <a:gd name="T13" fmla="*/ 172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5" h="168">
                    <a:moveTo>
                      <a:pt x="205" y="37"/>
                    </a:moveTo>
                    <a:cubicBezTo>
                      <a:pt x="205" y="37"/>
                      <a:pt x="154" y="0"/>
                      <a:pt x="69" y="78"/>
                    </a:cubicBezTo>
                    <a:cubicBezTo>
                      <a:pt x="58" y="88"/>
                      <a:pt x="61" y="113"/>
                      <a:pt x="49" y="125"/>
                    </a:cubicBezTo>
                    <a:cubicBezTo>
                      <a:pt x="37" y="138"/>
                      <a:pt x="1" y="146"/>
                      <a:pt x="0" y="168"/>
                    </a:cubicBezTo>
                    <a:cubicBezTo>
                      <a:pt x="0" y="168"/>
                      <a:pt x="8" y="148"/>
                      <a:pt x="27" y="143"/>
                    </a:cubicBezTo>
                    <a:cubicBezTo>
                      <a:pt x="47" y="138"/>
                      <a:pt x="65" y="126"/>
                      <a:pt x="65" y="100"/>
                    </a:cubicBezTo>
                    <a:cubicBezTo>
                      <a:pt x="66" y="73"/>
                      <a:pt x="149" y="18"/>
                      <a:pt x="205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82" name="Freeform 1462">
                <a:extLst>
                  <a:ext uri="{FF2B5EF4-FFF2-40B4-BE49-F238E27FC236}">
                    <a16:creationId xmlns:a16="http://schemas.microsoft.com/office/drawing/2014/main" id="{85388A91-8440-42B2-A1E2-D30B4C94A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855"/>
                <a:ext cx="350" cy="359"/>
              </a:xfrm>
              <a:custGeom>
                <a:avLst/>
                <a:gdLst>
                  <a:gd name="T0" fmla="*/ 967 w 210"/>
                  <a:gd name="T1" fmla="*/ 159 h 215"/>
                  <a:gd name="T2" fmla="*/ 938 w 210"/>
                  <a:gd name="T3" fmla="*/ 453 h 215"/>
                  <a:gd name="T4" fmla="*/ 875 w 210"/>
                  <a:gd name="T5" fmla="*/ 703 h 215"/>
                  <a:gd name="T6" fmla="*/ 550 w 210"/>
                  <a:gd name="T7" fmla="*/ 982 h 215"/>
                  <a:gd name="T8" fmla="*/ 278 w 210"/>
                  <a:gd name="T9" fmla="*/ 992 h 215"/>
                  <a:gd name="T10" fmla="*/ 47 w 210"/>
                  <a:gd name="T11" fmla="*/ 798 h 215"/>
                  <a:gd name="T12" fmla="*/ 103 w 210"/>
                  <a:gd name="T13" fmla="*/ 653 h 215"/>
                  <a:gd name="T14" fmla="*/ 383 w 210"/>
                  <a:gd name="T15" fmla="*/ 653 h 215"/>
                  <a:gd name="T16" fmla="*/ 703 w 210"/>
                  <a:gd name="T17" fmla="*/ 200 h 215"/>
                  <a:gd name="T18" fmla="*/ 972 w 210"/>
                  <a:gd name="T19" fmla="*/ 190 h 2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0" h="215">
                    <a:moveTo>
                      <a:pt x="209" y="34"/>
                    </a:moveTo>
                    <a:cubicBezTo>
                      <a:pt x="210" y="54"/>
                      <a:pt x="206" y="77"/>
                      <a:pt x="203" y="97"/>
                    </a:cubicBezTo>
                    <a:cubicBezTo>
                      <a:pt x="200" y="114"/>
                      <a:pt x="197" y="136"/>
                      <a:pt x="189" y="151"/>
                    </a:cubicBezTo>
                    <a:cubicBezTo>
                      <a:pt x="176" y="177"/>
                      <a:pt x="149" y="205"/>
                      <a:pt x="119" y="211"/>
                    </a:cubicBezTo>
                    <a:cubicBezTo>
                      <a:pt x="99" y="215"/>
                      <a:pt x="79" y="215"/>
                      <a:pt x="60" y="213"/>
                    </a:cubicBezTo>
                    <a:cubicBezTo>
                      <a:pt x="30" y="210"/>
                      <a:pt x="21" y="199"/>
                      <a:pt x="10" y="171"/>
                    </a:cubicBezTo>
                    <a:cubicBezTo>
                      <a:pt x="4" y="154"/>
                      <a:pt x="0" y="141"/>
                      <a:pt x="22" y="140"/>
                    </a:cubicBezTo>
                    <a:cubicBezTo>
                      <a:pt x="43" y="139"/>
                      <a:pt x="61" y="147"/>
                      <a:pt x="83" y="140"/>
                    </a:cubicBezTo>
                    <a:cubicBezTo>
                      <a:pt x="120" y="128"/>
                      <a:pt x="137" y="76"/>
                      <a:pt x="152" y="43"/>
                    </a:cubicBezTo>
                    <a:cubicBezTo>
                      <a:pt x="169" y="9"/>
                      <a:pt x="202" y="0"/>
                      <a:pt x="210" y="41"/>
                    </a:cubicBezTo>
                  </a:path>
                </a:pathLst>
              </a:custGeom>
              <a:solidFill>
                <a:srgbClr val="CCA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83" name="Freeform 1463">
                <a:extLst>
                  <a:ext uri="{FF2B5EF4-FFF2-40B4-BE49-F238E27FC236}">
                    <a16:creationId xmlns:a16="http://schemas.microsoft.com/office/drawing/2014/main" id="{CD900865-F8C8-4B6C-BB1A-F6F5EE9F0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2179"/>
                <a:ext cx="336" cy="298"/>
              </a:xfrm>
              <a:custGeom>
                <a:avLst/>
                <a:gdLst>
                  <a:gd name="T0" fmla="*/ 91 w 202"/>
                  <a:gd name="T1" fmla="*/ 599 h 179"/>
                  <a:gd name="T2" fmla="*/ 547 w 202"/>
                  <a:gd name="T3" fmla="*/ 776 h 179"/>
                  <a:gd name="T4" fmla="*/ 800 w 202"/>
                  <a:gd name="T5" fmla="*/ 738 h 179"/>
                  <a:gd name="T6" fmla="*/ 910 w 202"/>
                  <a:gd name="T7" fmla="*/ 516 h 179"/>
                  <a:gd name="T8" fmla="*/ 838 w 202"/>
                  <a:gd name="T9" fmla="*/ 416 h 179"/>
                  <a:gd name="T10" fmla="*/ 755 w 202"/>
                  <a:gd name="T11" fmla="*/ 268 h 179"/>
                  <a:gd name="T12" fmla="*/ 484 w 202"/>
                  <a:gd name="T13" fmla="*/ 42 h 179"/>
                  <a:gd name="T14" fmla="*/ 487 w 202"/>
                  <a:gd name="T15" fmla="*/ 346 h 179"/>
                  <a:gd name="T16" fmla="*/ 258 w 202"/>
                  <a:gd name="T17" fmla="*/ 416 h 179"/>
                  <a:gd name="T18" fmla="*/ 111 w 202"/>
                  <a:gd name="T19" fmla="*/ 613 h 1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2" h="179">
                    <a:moveTo>
                      <a:pt x="20" y="130"/>
                    </a:moveTo>
                    <a:cubicBezTo>
                      <a:pt x="50" y="154"/>
                      <a:pt x="79" y="179"/>
                      <a:pt x="119" y="168"/>
                    </a:cubicBezTo>
                    <a:cubicBezTo>
                      <a:pt x="137" y="164"/>
                      <a:pt x="156" y="163"/>
                      <a:pt x="174" y="160"/>
                    </a:cubicBezTo>
                    <a:cubicBezTo>
                      <a:pt x="191" y="156"/>
                      <a:pt x="202" y="131"/>
                      <a:pt x="198" y="112"/>
                    </a:cubicBezTo>
                    <a:cubicBezTo>
                      <a:pt x="196" y="103"/>
                      <a:pt x="188" y="98"/>
                      <a:pt x="182" y="90"/>
                    </a:cubicBezTo>
                    <a:cubicBezTo>
                      <a:pt x="174" y="80"/>
                      <a:pt x="170" y="69"/>
                      <a:pt x="164" y="58"/>
                    </a:cubicBezTo>
                    <a:cubicBezTo>
                      <a:pt x="156" y="46"/>
                      <a:pt x="124" y="0"/>
                      <a:pt x="105" y="9"/>
                    </a:cubicBezTo>
                    <a:cubicBezTo>
                      <a:pt x="89" y="17"/>
                      <a:pt x="112" y="60"/>
                      <a:pt x="106" y="75"/>
                    </a:cubicBezTo>
                    <a:cubicBezTo>
                      <a:pt x="99" y="95"/>
                      <a:pt x="75" y="89"/>
                      <a:pt x="56" y="90"/>
                    </a:cubicBezTo>
                    <a:cubicBezTo>
                      <a:pt x="32" y="91"/>
                      <a:pt x="0" y="108"/>
                      <a:pt x="24" y="133"/>
                    </a:cubicBezTo>
                  </a:path>
                </a:pathLst>
              </a:custGeom>
              <a:solidFill>
                <a:srgbClr val="CCA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84" name="Freeform 1464">
                <a:extLst>
                  <a:ext uri="{FF2B5EF4-FFF2-40B4-BE49-F238E27FC236}">
                    <a16:creationId xmlns:a16="http://schemas.microsoft.com/office/drawing/2014/main" id="{1CEAF708-AD61-4EB3-843A-D737126EE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477"/>
                <a:ext cx="117" cy="290"/>
              </a:xfrm>
              <a:custGeom>
                <a:avLst/>
                <a:gdLst>
                  <a:gd name="T0" fmla="*/ 33 w 70"/>
                  <a:gd name="T1" fmla="*/ 588 h 174"/>
                  <a:gd name="T2" fmla="*/ 284 w 70"/>
                  <a:gd name="T3" fmla="*/ 783 h 174"/>
                  <a:gd name="T4" fmla="*/ 284 w 70"/>
                  <a:gd name="T5" fmla="*/ 570 h 174"/>
                  <a:gd name="T6" fmla="*/ 299 w 70"/>
                  <a:gd name="T7" fmla="*/ 388 h 174"/>
                  <a:gd name="T8" fmla="*/ 13 w 70"/>
                  <a:gd name="T9" fmla="*/ 153 h 174"/>
                  <a:gd name="T10" fmla="*/ 84 w 70"/>
                  <a:gd name="T11" fmla="*/ 438 h 174"/>
                  <a:gd name="T12" fmla="*/ 20 w 70"/>
                  <a:gd name="T13" fmla="*/ 520 h 174"/>
                  <a:gd name="T14" fmla="*/ 42 w 70"/>
                  <a:gd name="T15" fmla="*/ 603 h 1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174">
                    <a:moveTo>
                      <a:pt x="7" y="127"/>
                    </a:moveTo>
                    <a:cubicBezTo>
                      <a:pt x="16" y="139"/>
                      <a:pt x="46" y="174"/>
                      <a:pt x="61" y="169"/>
                    </a:cubicBezTo>
                    <a:cubicBezTo>
                      <a:pt x="63" y="154"/>
                      <a:pt x="58" y="138"/>
                      <a:pt x="61" y="123"/>
                    </a:cubicBezTo>
                    <a:cubicBezTo>
                      <a:pt x="63" y="107"/>
                      <a:pt x="70" y="101"/>
                      <a:pt x="64" y="84"/>
                    </a:cubicBezTo>
                    <a:cubicBezTo>
                      <a:pt x="60" y="71"/>
                      <a:pt x="8" y="0"/>
                      <a:pt x="3" y="33"/>
                    </a:cubicBezTo>
                    <a:cubicBezTo>
                      <a:pt x="0" y="53"/>
                      <a:pt x="31" y="71"/>
                      <a:pt x="18" y="95"/>
                    </a:cubicBezTo>
                    <a:cubicBezTo>
                      <a:pt x="14" y="102"/>
                      <a:pt x="7" y="102"/>
                      <a:pt x="4" y="112"/>
                    </a:cubicBezTo>
                    <a:cubicBezTo>
                      <a:pt x="3" y="119"/>
                      <a:pt x="3" y="126"/>
                      <a:pt x="9" y="130"/>
                    </a:cubicBezTo>
                  </a:path>
                </a:pathLst>
              </a:custGeom>
              <a:solidFill>
                <a:srgbClr val="CCA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85" name="Freeform 1465">
                <a:extLst>
                  <a:ext uri="{FF2B5EF4-FFF2-40B4-BE49-F238E27FC236}">
                    <a16:creationId xmlns:a16="http://schemas.microsoft.com/office/drawing/2014/main" id="{357FDA58-050F-487E-B3FB-C2980F16B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890"/>
                <a:ext cx="104" cy="204"/>
              </a:xfrm>
              <a:custGeom>
                <a:avLst/>
                <a:gdLst>
                  <a:gd name="T0" fmla="*/ 75 w 62"/>
                  <a:gd name="T1" fmla="*/ 125 h 122"/>
                  <a:gd name="T2" fmla="*/ 245 w 62"/>
                  <a:gd name="T3" fmla="*/ 64 h 122"/>
                  <a:gd name="T4" fmla="*/ 237 w 62"/>
                  <a:gd name="T5" fmla="*/ 349 h 122"/>
                  <a:gd name="T6" fmla="*/ 75 w 62"/>
                  <a:gd name="T7" fmla="*/ 120 h 1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122">
                    <a:moveTo>
                      <a:pt x="16" y="27"/>
                    </a:moveTo>
                    <a:cubicBezTo>
                      <a:pt x="21" y="13"/>
                      <a:pt x="41" y="0"/>
                      <a:pt x="52" y="14"/>
                    </a:cubicBezTo>
                    <a:cubicBezTo>
                      <a:pt x="62" y="26"/>
                      <a:pt x="57" y="63"/>
                      <a:pt x="50" y="75"/>
                    </a:cubicBezTo>
                    <a:cubicBezTo>
                      <a:pt x="23" y="122"/>
                      <a:pt x="0" y="53"/>
                      <a:pt x="16" y="26"/>
                    </a:cubicBezTo>
                  </a:path>
                </a:pathLst>
              </a:custGeom>
              <a:solidFill>
                <a:srgbClr val="DE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86" name="Freeform 1466">
                <a:extLst>
                  <a:ext uri="{FF2B5EF4-FFF2-40B4-BE49-F238E27FC236}">
                    <a16:creationId xmlns:a16="http://schemas.microsoft.com/office/drawing/2014/main" id="{6CC70554-F3D8-4D6F-A361-847D6FBB4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209"/>
                <a:ext cx="97" cy="141"/>
              </a:xfrm>
              <a:custGeom>
                <a:avLst/>
                <a:gdLst>
                  <a:gd name="T0" fmla="*/ 8 w 58"/>
                  <a:gd name="T1" fmla="*/ 109 h 85"/>
                  <a:gd name="T2" fmla="*/ 5 w 58"/>
                  <a:gd name="T3" fmla="*/ 22 h 85"/>
                  <a:gd name="T4" fmla="*/ 258 w 58"/>
                  <a:gd name="T5" fmla="*/ 284 h 85"/>
                  <a:gd name="T6" fmla="*/ 140 w 58"/>
                  <a:gd name="T7" fmla="*/ 338 h 85"/>
                  <a:gd name="T8" fmla="*/ 37 w 58"/>
                  <a:gd name="T9" fmla="*/ 166 h 85"/>
                  <a:gd name="T10" fmla="*/ 5 w 58"/>
                  <a:gd name="T11" fmla="*/ 105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85">
                    <a:moveTo>
                      <a:pt x="2" y="24"/>
                    </a:moveTo>
                    <a:cubicBezTo>
                      <a:pt x="0" y="18"/>
                      <a:pt x="0" y="11"/>
                      <a:pt x="1" y="5"/>
                    </a:cubicBezTo>
                    <a:cubicBezTo>
                      <a:pt x="23" y="0"/>
                      <a:pt x="53" y="43"/>
                      <a:pt x="55" y="62"/>
                    </a:cubicBezTo>
                    <a:cubicBezTo>
                      <a:pt x="58" y="79"/>
                      <a:pt x="43" y="85"/>
                      <a:pt x="30" y="74"/>
                    </a:cubicBezTo>
                    <a:cubicBezTo>
                      <a:pt x="22" y="68"/>
                      <a:pt x="10" y="45"/>
                      <a:pt x="8" y="36"/>
                    </a:cubicBezTo>
                    <a:cubicBezTo>
                      <a:pt x="2" y="33"/>
                      <a:pt x="2" y="29"/>
                      <a:pt x="1" y="23"/>
                    </a:cubicBezTo>
                  </a:path>
                </a:pathLst>
              </a:custGeom>
              <a:solidFill>
                <a:srgbClr val="DE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87" name="Freeform 1467">
                <a:extLst>
                  <a:ext uri="{FF2B5EF4-FFF2-40B4-BE49-F238E27FC236}">
                    <a16:creationId xmlns:a16="http://schemas.microsoft.com/office/drawing/2014/main" id="{2537CFD0-4817-449A-80BC-6A3FBCA3C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522"/>
                <a:ext cx="65" cy="83"/>
              </a:xfrm>
              <a:custGeom>
                <a:avLst/>
                <a:gdLst>
                  <a:gd name="T0" fmla="*/ 8 w 39"/>
                  <a:gd name="T1" fmla="*/ 70 h 50"/>
                  <a:gd name="T2" fmla="*/ 180 w 39"/>
                  <a:gd name="T3" fmla="*/ 229 h 50"/>
                  <a:gd name="T4" fmla="*/ 0 w 39"/>
                  <a:gd name="T5" fmla="*/ 7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0">
                    <a:moveTo>
                      <a:pt x="2" y="15"/>
                    </a:moveTo>
                    <a:cubicBezTo>
                      <a:pt x="19" y="0"/>
                      <a:pt x="38" y="36"/>
                      <a:pt x="39" y="50"/>
                    </a:cubicBezTo>
                    <a:cubicBezTo>
                      <a:pt x="26" y="50"/>
                      <a:pt x="5" y="26"/>
                      <a:pt x="0" y="15"/>
                    </a:cubicBezTo>
                  </a:path>
                </a:pathLst>
              </a:custGeom>
              <a:solidFill>
                <a:srgbClr val="DE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88" name="Freeform 1468">
                <a:extLst>
                  <a:ext uri="{FF2B5EF4-FFF2-40B4-BE49-F238E27FC236}">
                    <a16:creationId xmlns:a16="http://schemas.microsoft.com/office/drawing/2014/main" id="{4B990D2D-6EE1-42C6-9633-786034C2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3377"/>
                <a:ext cx="1065" cy="202"/>
              </a:xfrm>
              <a:custGeom>
                <a:avLst/>
                <a:gdLst>
                  <a:gd name="T0" fmla="*/ 2958 w 639"/>
                  <a:gd name="T1" fmla="*/ 317 h 121"/>
                  <a:gd name="T2" fmla="*/ 2408 w 639"/>
                  <a:gd name="T3" fmla="*/ 563 h 121"/>
                  <a:gd name="T4" fmla="*/ 0 w 639"/>
                  <a:gd name="T5" fmla="*/ 0 h 121"/>
                  <a:gd name="T6" fmla="*/ 2412 w 639"/>
                  <a:gd name="T7" fmla="*/ 471 h 121"/>
                  <a:gd name="T8" fmla="*/ 2958 w 639"/>
                  <a:gd name="T9" fmla="*/ 317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9" h="121">
                    <a:moveTo>
                      <a:pt x="639" y="68"/>
                    </a:moveTo>
                    <a:cubicBezTo>
                      <a:pt x="639" y="68"/>
                      <a:pt x="563" y="121"/>
                      <a:pt x="520" y="121"/>
                    </a:cubicBezTo>
                    <a:cubicBezTo>
                      <a:pt x="476" y="121"/>
                      <a:pt x="52" y="44"/>
                      <a:pt x="0" y="0"/>
                    </a:cubicBezTo>
                    <a:cubicBezTo>
                      <a:pt x="0" y="0"/>
                      <a:pt x="450" y="107"/>
                      <a:pt x="521" y="101"/>
                    </a:cubicBezTo>
                    <a:cubicBezTo>
                      <a:pt x="593" y="96"/>
                      <a:pt x="607" y="80"/>
                      <a:pt x="639" y="68"/>
                    </a:cubicBezTo>
                    <a:close/>
                  </a:path>
                </a:pathLst>
              </a:custGeom>
              <a:solidFill>
                <a:srgbClr val="EAB1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89" name="Freeform 1469">
                <a:extLst>
                  <a:ext uri="{FF2B5EF4-FFF2-40B4-BE49-F238E27FC236}">
                    <a16:creationId xmlns:a16="http://schemas.microsoft.com/office/drawing/2014/main" id="{E8676162-0EAF-4318-9C75-A72EACD9E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987"/>
                <a:ext cx="488" cy="277"/>
              </a:xfrm>
              <a:custGeom>
                <a:avLst/>
                <a:gdLst>
                  <a:gd name="T0" fmla="*/ 13 w 293"/>
                  <a:gd name="T1" fmla="*/ 400 h 166"/>
                  <a:gd name="T2" fmla="*/ 361 w 293"/>
                  <a:gd name="T3" fmla="*/ 604 h 166"/>
                  <a:gd name="T4" fmla="*/ 1076 w 293"/>
                  <a:gd name="T5" fmla="*/ 259 h 166"/>
                  <a:gd name="T6" fmla="*/ 1354 w 293"/>
                  <a:gd name="T7" fmla="*/ 22 h 166"/>
                  <a:gd name="T8" fmla="*/ 1083 w 293"/>
                  <a:gd name="T9" fmla="*/ 370 h 166"/>
                  <a:gd name="T10" fmla="*/ 313 w 293"/>
                  <a:gd name="T11" fmla="*/ 682 h 166"/>
                  <a:gd name="T12" fmla="*/ 13 w 293"/>
                  <a:gd name="T13" fmla="*/ 400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3" h="166">
                    <a:moveTo>
                      <a:pt x="3" y="86"/>
                    </a:moveTo>
                    <a:cubicBezTo>
                      <a:pt x="3" y="86"/>
                      <a:pt x="3" y="116"/>
                      <a:pt x="78" y="130"/>
                    </a:cubicBezTo>
                    <a:cubicBezTo>
                      <a:pt x="153" y="143"/>
                      <a:pt x="217" y="81"/>
                      <a:pt x="233" y="56"/>
                    </a:cubicBezTo>
                    <a:cubicBezTo>
                      <a:pt x="250" y="30"/>
                      <a:pt x="276" y="0"/>
                      <a:pt x="293" y="5"/>
                    </a:cubicBezTo>
                    <a:cubicBezTo>
                      <a:pt x="293" y="5"/>
                      <a:pt x="255" y="21"/>
                      <a:pt x="234" y="80"/>
                    </a:cubicBezTo>
                    <a:cubicBezTo>
                      <a:pt x="213" y="140"/>
                      <a:pt x="110" y="166"/>
                      <a:pt x="68" y="147"/>
                    </a:cubicBezTo>
                    <a:cubicBezTo>
                      <a:pt x="26" y="128"/>
                      <a:pt x="0" y="112"/>
                      <a:pt x="3" y="86"/>
                    </a:cubicBezTo>
                    <a:close/>
                  </a:path>
                </a:pathLst>
              </a:custGeom>
              <a:solidFill>
                <a:srgbClr val="F0E9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90" name="Freeform 1470">
                <a:extLst>
                  <a:ext uri="{FF2B5EF4-FFF2-40B4-BE49-F238E27FC236}">
                    <a16:creationId xmlns:a16="http://schemas.microsoft.com/office/drawing/2014/main" id="{058CA989-8B48-4FFF-B2CC-220DFD690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2149"/>
                <a:ext cx="255" cy="125"/>
              </a:xfrm>
              <a:custGeom>
                <a:avLst/>
                <a:gdLst>
                  <a:gd name="T0" fmla="*/ 0 w 153"/>
                  <a:gd name="T1" fmla="*/ 125 h 75"/>
                  <a:gd name="T2" fmla="*/ 708 w 153"/>
                  <a:gd name="T3" fmla="*/ 0 h 75"/>
                  <a:gd name="T4" fmla="*/ 0 w 153"/>
                  <a:gd name="T5" fmla="*/ 125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75">
                    <a:moveTo>
                      <a:pt x="0" y="27"/>
                    </a:moveTo>
                    <a:cubicBezTo>
                      <a:pt x="0" y="27"/>
                      <a:pt x="93" y="62"/>
                      <a:pt x="153" y="0"/>
                    </a:cubicBezTo>
                    <a:cubicBezTo>
                      <a:pt x="153" y="0"/>
                      <a:pt x="109" y="75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91" name="Freeform 1471">
                <a:extLst>
                  <a:ext uri="{FF2B5EF4-FFF2-40B4-BE49-F238E27FC236}">
                    <a16:creationId xmlns:a16="http://schemas.microsoft.com/office/drawing/2014/main" id="{4E4B5056-5229-4E69-B643-2DB009358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3157"/>
                <a:ext cx="140" cy="317"/>
              </a:xfrm>
              <a:custGeom>
                <a:avLst/>
                <a:gdLst>
                  <a:gd name="T0" fmla="*/ 0 w 84"/>
                  <a:gd name="T1" fmla="*/ 0 h 190"/>
                  <a:gd name="T2" fmla="*/ 237 w 84"/>
                  <a:gd name="T3" fmla="*/ 883 h 190"/>
                  <a:gd name="T4" fmla="*/ 0 w 84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190">
                    <a:moveTo>
                      <a:pt x="0" y="0"/>
                    </a:moveTo>
                    <a:cubicBezTo>
                      <a:pt x="0" y="0"/>
                      <a:pt x="84" y="81"/>
                      <a:pt x="51" y="190"/>
                    </a:cubicBezTo>
                    <a:cubicBezTo>
                      <a:pt x="51" y="190"/>
                      <a:pt x="53" y="87"/>
                      <a:pt x="0" y="0"/>
                    </a:cubicBezTo>
                    <a:close/>
                  </a:path>
                </a:pathLst>
              </a:custGeom>
              <a:solidFill>
                <a:srgbClr val="F0E9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92" name="Freeform 1472">
                <a:extLst>
                  <a:ext uri="{FF2B5EF4-FFF2-40B4-BE49-F238E27FC236}">
                    <a16:creationId xmlns:a16="http://schemas.microsoft.com/office/drawing/2014/main" id="{E033A1C9-27AA-4871-9ACD-C83826D21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3261"/>
                <a:ext cx="71" cy="238"/>
              </a:xfrm>
              <a:custGeom>
                <a:avLst/>
                <a:gdLst>
                  <a:gd name="T0" fmla="*/ 0 w 43"/>
                  <a:gd name="T1" fmla="*/ 0 h 143"/>
                  <a:gd name="T2" fmla="*/ 5 w 43"/>
                  <a:gd name="T3" fmla="*/ 659 h 143"/>
                  <a:gd name="T4" fmla="*/ 0 w 43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43">
                    <a:moveTo>
                      <a:pt x="0" y="0"/>
                    </a:moveTo>
                    <a:cubicBezTo>
                      <a:pt x="0" y="0"/>
                      <a:pt x="43" y="106"/>
                      <a:pt x="1" y="143"/>
                    </a:cubicBezTo>
                    <a:cubicBezTo>
                      <a:pt x="1" y="143"/>
                      <a:pt x="33" y="10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93" name="Freeform 1473">
                <a:extLst>
                  <a:ext uri="{FF2B5EF4-FFF2-40B4-BE49-F238E27FC236}">
                    <a16:creationId xmlns:a16="http://schemas.microsoft.com/office/drawing/2014/main" id="{BF1BDC1D-AEC9-4537-BCEB-A66E709E5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2505"/>
                <a:ext cx="283" cy="544"/>
              </a:xfrm>
              <a:custGeom>
                <a:avLst/>
                <a:gdLst>
                  <a:gd name="T0" fmla="*/ 784 w 170"/>
                  <a:gd name="T1" fmla="*/ 0 h 326"/>
                  <a:gd name="T2" fmla="*/ 576 w 170"/>
                  <a:gd name="T3" fmla="*/ 1515 h 326"/>
                  <a:gd name="T4" fmla="*/ 784 w 170"/>
                  <a:gd name="T5" fmla="*/ 0 h 3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326">
                    <a:moveTo>
                      <a:pt x="170" y="0"/>
                    </a:moveTo>
                    <a:cubicBezTo>
                      <a:pt x="170" y="0"/>
                      <a:pt x="0" y="68"/>
                      <a:pt x="125" y="326"/>
                    </a:cubicBezTo>
                    <a:cubicBezTo>
                      <a:pt x="125" y="326"/>
                      <a:pt x="40" y="108"/>
                      <a:pt x="170" y="0"/>
                    </a:cubicBezTo>
                    <a:close/>
                  </a:path>
                </a:pathLst>
              </a:custGeom>
              <a:solidFill>
                <a:srgbClr val="EAB1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94" name="Freeform 1474">
                <a:extLst>
                  <a:ext uri="{FF2B5EF4-FFF2-40B4-BE49-F238E27FC236}">
                    <a16:creationId xmlns:a16="http://schemas.microsoft.com/office/drawing/2014/main" id="{7C56C2F2-EF5E-4C87-AB09-9C80505DB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222"/>
                <a:ext cx="147" cy="150"/>
              </a:xfrm>
              <a:custGeom>
                <a:avLst/>
                <a:gdLst>
                  <a:gd name="T0" fmla="*/ 0 w 88"/>
                  <a:gd name="T1" fmla="*/ 417 h 90"/>
                  <a:gd name="T2" fmla="*/ 140 w 88"/>
                  <a:gd name="T3" fmla="*/ 203 h 90"/>
                  <a:gd name="T4" fmla="*/ 411 w 88"/>
                  <a:gd name="T5" fmla="*/ 0 h 90"/>
                  <a:gd name="T6" fmla="*/ 209 w 88"/>
                  <a:gd name="T7" fmla="*/ 203 h 90"/>
                  <a:gd name="T8" fmla="*/ 0 w 88"/>
                  <a:gd name="T9" fmla="*/ 417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90">
                    <a:moveTo>
                      <a:pt x="0" y="90"/>
                    </a:moveTo>
                    <a:cubicBezTo>
                      <a:pt x="0" y="90"/>
                      <a:pt x="19" y="51"/>
                      <a:pt x="30" y="44"/>
                    </a:cubicBezTo>
                    <a:cubicBezTo>
                      <a:pt x="41" y="36"/>
                      <a:pt x="81" y="12"/>
                      <a:pt x="88" y="0"/>
                    </a:cubicBezTo>
                    <a:cubicBezTo>
                      <a:pt x="88" y="0"/>
                      <a:pt x="80" y="24"/>
                      <a:pt x="45" y="44"/>
                    </a:cubicBezTo>
                    <a:cubicBezTo>
                      <a:pt x="10" y="63"/>
                      <a:pt x="0" y="90"/>
                      <a:pt x="0" y="90"/>
                    </a:cubicBezTo>
                    <a:close/>
                  </a:path>
                </a:pathLst>
              </a:custGeom>
              <a:solidFill>
                <a:srgbClr val="EAB1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95" name="Freeform 1475">
                <a:extLst>
                  <a:ext uri="{FF2B5EF4-FFF2-40B4-BE49-F238E27FC236}">
                    <a16:creationId xmlns:a16="http://schemas.microsoft.com/office/drawing/2014/main" id="{2EA47717-0A7D-4DC7-80CC-104AB3318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2557"/>
                <a:ext cx="40" cy="77"/>
              </a:xfrm>
              <a:custGeom>
                <a:avLst/>
                <a:gdLst>
                  <a:gd name="T0" fmla="*/ 112 w 24"/>
                  <a:gd name="T1" fmla="*/ 0 h 46"/>
                  <a:gd name="T2" fmla="*/ 20 w 24"/>
                  <a:gd name="T3" fmla="*/ 216 h 46"/>
                  <a:gd name="T4" fmla="*/ 112 w 24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4" y="0"/>
                    </a:moveTo>
                    <a:cubicBezTo>
                      <a:pt x="24" y="0"/>
                      <a:pt x="4" y="27"/>
                      <a:pt x="4" y="46"/>
                    </a:cubicBezTo>
                    <a:cubicBezTo>
                      <a:pt x="4" y="46"/>
                      <a:pt x="0" y="22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96" name="Freeform 1476">
                <a:extLst>
                  <a:ext uri="{FF2B5EF4-FFF2-40B4-BE49-F238E27FC236}">
                    <a16:creationId xmlns:a16="http://schemas.microsoft.com/office/drawing/2014/main" id="{1ECB02A4-A6C7-4489-A1F7-06F52E995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205"/>
                <a:ext cx="60" cy="185"/>
              </a:xfrm>
              <a:custGeom>
                <a:avLst/>
                <a:gdLst>
                  <a:gd name="T0" fmla="*/ 8 w 36"/>
                  <a:gd name="T1" fmla="*/ 0 h 111"/>
                  <a:gd name="T2" fmla="*/ 105 w 36"/>
                  <a:gd name="T3" fmla="*/ 228 h 111"/>
                  <a:gd name="T4" fmla="*/ 37 w 36"/>
                  <a:gd name="T5" fmla="*/ 513 h 111"/>
                  <a:gd name="T6" fmla="*/ 47 w 36"/>
                  <a:gd name="T7" fmla="*/ 333 h 111"/>
                  <a:gd name="T8" fmla="*/ 8 w 36"/>
                  <a:gd name="T9" fmla="*/ 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11">
                    <a:moveTo>
                      <a:pt x="2" y="0"/>
                    </a:moveTo>
                    <a:cubicBezTo>
                      <a:pt x="2" y="0"/>
                      <a:pt x="36" y="12"/>
                      <a:pt x="23" y="49"/>
                    </a:cubicBezTo>
                    <a:cubicBezTo>
                      <a:pt x="9" y="86"/>
                      <a:pt x="1" y="91"/>
                      <a:pt x="8" y="111"/>
                    </a:cubicBezTo>
                    <a:cubicBezTo>
                      <a:pt x="8" y="111"/>
                      <a:pt x="0" y="102"/>
                      <a:pt x="10" y="72"/>
                    </a:cubicBezTo>
                    <a:cubicBezTo>
                      <a:pt x="21" y="42"/>
                      <a:pt x="35" y="27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97" name="Freeform 1477">
                <a:extLst>
                  <a:ext uri="{FF2B5EF4-FFF2-40B4-BE49-F238E27FC236}">
                    <a16:creationId xmlns:a16="http://schemas.microsoft.com/office/drawing/2014/main" id="{F94A5524-4595-4869-8782-02318F2D6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37"/>
                <a:ext cx="47" cy="67"/>
              </a:xfrm>
              <a:custGeom>
                <a:avLst/>
                <a:gdLst>
                  <a:gd name="T0" fmla="*/ 0 w 28"/>
                  <a:gd name="T1" fmla="*/ 0 h 40"/>
                  <a:gd name="T2" fmla="*/ 133 w 28"/>
                  <a:gd name="T3" fmla="*/ 188 h 40"/>
                  <a:gd name="T4" fmla="*/ 0 w 28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0">
                    <a:moveTo>
                      <a:pt x="0" y="0"/>
                    </a:moveTo>
                    <a:cubicBezTo>
                      <a:pt x="0" y="0"/>
                      <a:pt x="25" y="11"/>
                      <a:pt x="28" y="40"/>
                    </a:cubicBezTo>
                    <a:cubicBezTo>
                      <a:pt x="28" y="40"/>
                      <a:pt x="23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98" name="Freeform 1478">
                <a:extLst>
                  <a:ext uri="{FF2B5EF4-FFF2-40B4-BE49-F238E27FC236}">
                    <a16:creationId xmlns:a16="http://schemas.microsoft.com/office/drawing/2014/main" id="{3169ACD6-E8A6-4C1F-8814-8C8AAC986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2919"/>
                <a:ext cx="98" cy="28"/>
              </a:xfrm>
              <a:custGeom>
                <a:avLst/>
                <a:gdLst>
                  <a:gd name="T0" fmla="*/ 0 w 59"/>
                  <a:gd name="T1" fmla="*/ 0 h 17"/>
                  <a:gd name="T2" fmla="*/ 271 w 59"/>
                  <a:gd name="T3" fmla="*/ 41 h 17"/>
                  <a:gd name="T4" fmla="*/ 0 w 5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7">
                    <a:moveTo>
                      <a:pt x="0" y="0"/>
                    </a:moveTo>
                    <a:cubicBezTo>
                      <a:pt x="0" y="0"/>
                      <a:pt x="30" y="15"/>
                      <a:pt x="59" y="9"/>
                    </a:cubicBezTo>
                    <a:cubicBezTo>
                      <a:pt x="59" y="9"/>
                      <a:pt x="32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99" name="Freeform 1479">
                <a:extLst>
                  <a:ext uri="{FF2B5EF4-FFF2-40B4-BE49-F238E27FC236}">
                    <a16:creationId xmlns:a16="http://schemas.microsoft.com/office/drawing/2014/main" id="{C97B27FB-20D1-4487-A387-3F8ECE941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2432"/>
                <a:ext cx="183" cy="245"/>
              </a:xfrm>
              <a:custGeom>
                <a:avLst/>
                <a:gdLst>
                  <a:gd name="T0" fmla="*/ 506 w 110"/>
                  <a:gd name="T1" fmla="*/ 0 h 147"/>
                  <a:gd name="T2" fmla="*/ 291 w 110"/>
                  <a:gd name="T3" fmla="*/ 237 h 147"/>
                  <a:gd name="T4" fmla="*/ 0 w 110"/>
                  <a:gd name="T5" fmla="*/ 680 h 147"/>
                  <a:gd name="T6" fmla="*/ 266 w 110"/>
                  <a:gd name="T7" fmla="*/ 287 h 147"/>
                  <a:gd name="T8" fmla="*/ 506 w 110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47">
                    <a:moveTo>
                      <a:pt x="110" y="0"/>
                    </a:moveTo>
                    <a:cubicBezTo>
                      <a:pt x="110" y="0"/>
                      <a:pt x="93" y="32"/>
                      <a:pt x="63" y="51"/>
                    </a:cubicBezTo>
                    <a:cubicBezTo>
                      <a:pt x="32" y="71"/>
                      <a:pt x="3" y="129"/>
                      <a:pt x="0" y="147"/>
                    </a:cubicBezTo>
                    <a:cubicBezTo>
                      <a:pt x="0" y="147"/>
                      <a:pt x="25" y="86"/>
                      <a:pt x="58" y="62"/>
                    </a:cubicBezTo>
                    <a:cubicBezTo>
                      <a:pt x="74" y="51"/>
                      <a:pt x="107" y="19"/>
                      <a:pt x="1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00" name="Freeform 1480">
                <a:extLst>
                  <a:ext uri="{FF2B5EF4-FFF2-40B4-BE49-F238E27FC236}">
                    <a16:creationId xmlns:a16="http://schemas.microsoft.com/office/drawing/2014/main" id="{1AF155F6-EDB3-43A6-A529-D7E01BCD5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972"/>
                <a:ext cx="195" cy="274"/>
              </a:xfrm>
              <a:custGeom>
                <a:avLst/>
                <a:gdLst>
                  <a:gd name="T0" fmla="*/ 0 w 117"/>
                  <a:gd name="T1" fmla="*/ 0 h 164"/>
                  <a:gd name="T2" fmla="*/ 542 w 117"/>
                  <a:gd name="T3" fmla="*/ 765 h 164"/>
                  <a:gd name="T4" fmla="*/ 0 w 117"/>
                  <a:gd name="T5" fmla="*/ 0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164">
                    <a:moveTo>
                      <a:pt x="0" y="0"/>
                    </a:moveTo>
                    <a:cubicBezTo>
                      <a:pt x="0" y="0"/>
                      <a:pt x="5" y="95"/>
                      <a:pt x="117" y="164"/>
                    </a:cubicBezTo>
                    <a:cubicBezTo>
                      <a:pt x="117" y="164"/>
                      <a:pt x="24" y="10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01" name="Freeform 1481">
                <a:extLst>
                  <a:ext uri="{FF2B5EF4-FFF2-40B4-BE49-F238E27FC236}">
                    <a16:creationId xmlns:a16="http://schemas.microsoft.com/office/drawing/2014/main" id="{2C8F07AF-2727-4D19-86D7-CE40FA67B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268"/>
                <a:ext cx="192" cy="519"/>
              </a:xfrm>
              <a:custGeom>
                <a:avLst/>
                <a:gdLst>
                  <a:gd name="T0" fmla="*/ 270 w 115"/>
                  <a:gd name="T1" fmla="*/ 1445 h 311"/>
                  <a:gd name="T2" fmla="*/ 536 w 115"/>
                  <a:gd name="T3" fmla="*/ 0 h 311"/>
                  <a:gd name="T4" fmla="*/ 270 w 115"/>
                  <a:gd name="T5" fmla="*/ 1445 h 3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311">
                    <a:moveTo>
                      <a:pt x="58" y="311"/>
                    </a:moveTo>
                    <a:cubicBezTo>
                      <a:pt x="58" y="311"/>
                      <a:pt x="0" y="130"/>
                      <a:pt x="115" y="0"/>
                    </a:cubicBezTo>
                    <a:cubicBezTo>
                      <a:pt x="115" y="0"/>
                      <a:pt x="35" y="126"/>
                      <a:pt x="58" y="311"/>
                    </a:cubicBez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02" name="Freeform 1482">
                <a:extLst>
                  <a:ext uri="{FF2B5EF4-FFF2-40B4-BE49-F238E27FC236}">
                    <a16:creationId xmlns:a16="http://schemas.microsoft.com/office/drawing/2014/main" id="{17455A88-2F14-402A-B0DD-B66475A1B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342"/>
                <a:ext cx="98" cy="378"/>
              </a:xfrm>
              <a:custGeom>
                <a:avLst/>
                <a:gdLst>
                  <a:gd name="T0" fmla="*/ 271 w 59"/>
                  <a:gd name="T1" fmla="*/ 0 h 227"/>
                  <a:gd name="T2" fmla="*/ 105 w 59"/>
                  <a:gd name="T3" fmla="*/ 1047 h 227"/>
                  <a:gd name="T4" fmla="*/ 271 w 59"/>
                  <a:gd name="T5" fmla="*/ 0 h 2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27">
                    <a:moveTo>
                      <a:pt x="59" y="0"/>
                    </a:moveTo>
                    <a:cubicBezTo>
                      <a:pt x="59" y="0"/>
                      <a:pt x="0" y="88"/>
                      <a:pt x="23" y="227"/>
                    </a:cubicBezTo>
                    <a:cubicBezTo>
                      <a:pt x="23" y="227"/>
                      <a:pt x="6" y="102"/>
                      <a:pt x="5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03" name="Freeform 1483">
                <a:extLst>
                  <a:ext uri="{FF2B5EF4-FFF2-40B4-BE49-F238E27FC236}">
                    <a16:creationId xmlns:a16="http://schemas.microsoft.com/office/drawing/2014/main" id="{B8428007-0AFC-418F-89B5-4B1BD6054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898"/>
                <a:ext cx="62" cy="185"/>
              </a:xfrm>
              <a:custGeom>
                <a:avLst/>
                <a:gdLst>
                  <a:gd name="T0" fmla="*/ 0 w 37"/>
                  <a:gd name="T1" fmla="*/ 42 h 111"/>
                  <a:gd name="T2" fmla="*/ 57 w 37"/>
                  <a:gd name="T3" fmla="*/ 513 h 111"/>
                  <a:gd name="T4" fmla="*/ 70 w 37"/>
                  <a:gd name="T5" fmla="*/ 0 h 111"/>
                  <a:gd name="T6" fmla="*/ 0 w 37"/>
                  <a:gd name="T7" fmla="*/ 42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11">
                    <a:moveTo>
                      <a:pt x="0" y="9"/>
                    </a:moveTo>
                    <a:cubicBezTo>
                      <a:pt x="0" y="9"/>
                      <a:pt x="32" y="49"/>
                      <a:pt x="12" y="111"/>
                    </a:cubicBezTo>
                    <a:cubicBezTo>
                      <a:pt x="12" y="111"/>
                      <a:pt x="37" y="95"/>
                      <a:pt x="15" y="0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04" name="Freeform 1484">
                <a:extLst>
                  <a:ext uri="{FF2B5EF4-FFF2-40B4-BE49-F238E27FC236}">
                    <a16:creationId xmlns:a16="http://schemas.microsoft.com/office/drawing/2014/main" id="{4C6D7FC3-355C-46E0-A08F-7F24D583D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778"/>
                <a:ext cx="106" cy="143"/>
              </a:xfrm>
              <a:custGeom>
                <a:avLst/>
                <a:gdLst>
                  <a:gd name="T0" fmla="*/ 222 w 64"/>
                  <a:gd name="T1" fmla="*/ 0 h 86"/>
                  <a:gd name="T2" fmla="*/ 0 w 64"/>
                  <a:gd name="T3" fmla="*/ 396 h 86"/>
                  <a:gd name="T4" fmla="*/ 292 w 64"/>
                  <a:gd name="T5" fmla="*/ 5 h 86"/>
                  <a:gd name="T6" fmla="*/ 222 w 64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86">
                    <a:moveTo>
                      <a:pt x="49" y="0"/>
                    </a:moveTo>
                    <a:cubicBezTo>
                      <a:pt x="49" y="0"/>
                      <a:pt x="27" y="14"/>
                      <a:pt x="0" y="86"/>
                    </a:cubicBezTo>
                    <a:cubicBezTo>
                      <a:pt x="0" y="86"/>
                      <a:pt x="47" y="8"/>
                      <a:pt x="64" y="1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05" name="Freeform 1485">
                <a:extLst>
                  <a:ext uri="{FF2B5EF4-FFF2-40B4-BE49-F238E27FC236}">
                    <a16:creationId xmlns:a16="http://schemas.microsoft.com/office/drawing/2014/main" id="{FF515255-BB3C-415A-AC71-540BB4182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856"/>
                <a:ext cx="95" cy="122"/>
              </a:xfrm>
              <a:custGeom>
                <a:avLst/>
                <a:gdLst>
                  <a:gd name="T0" fmla="*/ 203 w 57"/>
                  <a:gd name="T1" fmla="*/ 5 h 73"/>
                  <a:gd name="T2" fmla="*/ 0 w 57"/>
                  <a:gd name="T3" fmla="*/ 341 h 73"/>
                  <a:gd name="T4" fmla="*/ 263 w 57"/>
                  <a:gd name="T5" fmla="*/ 0 h 73"/>
                  <a:gd name="T6" fmla="*/ 203 w 57"/>
                  <a:gd name="T7" fmla="*/ 5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73">
                    <a:moveTo>
                      <a:pt x="44" y="1"/>
                    </a:moveTo>
                    <a:cubicBezTo>
                      <a:pt x="44" y="1"/>
                      <a:pt x="27" y="48"/>
                      <a:pt x="0" y="73"/>
                    </a:cubicBezTo>
                    <a:cubicBezTo>
                      <a:pt x="0" y="73"/>
                      <a:pt x="35" y="55"/>
                      <a:pt x="57" y="0"/>
                    </a:cubicBezTo>
                    <a:lnTo>
                      <a:pt x="44" y="1"/>
                    </a:ln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06" name="Freeform 1486">
                <a:extLst>
                  <a:ext uri="{FF2B5EF4-FFF2-40B4-BE49-F238E27FC236}">
                    <a16:creationId xmlns:a16="http://schemas.microsoft.com/office/drawing/2014/main" id="{A64BC208-62AA-4B78-9449-7DB1297DC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920"/>
                <a:ext cx="50" cy="143"/>
              </a:xfrm>
              <a:custGeom>
                <a:avLst/>
                <a:gdLst>
                  <a:gd name="T0" fmla="*/ 0 w 30"/>
                  <a:gd name="T1" fmla="*/ 0 h 86"/>
                  <a:gd name="T2" fmla="*/ 62 w 30"/>
                  <a:gd name="T3" fmla="*/ 396 h 86"/>
                  <a:gd name="T4" fmla="*/ 0 w 30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86">
                    <a:moveTo>
                      <a:pt x="0" y="0"/>
                    </a:moveTo>
                    <a:cubicBezTo>
                      <a:pt x="0" y="0"/>
                      <a:pt x="25" y="38"/>
                      <a:pt x="13" y="86"/>
                    </a:cubicBezTo>
                    <a:cubicBezTo>
                      <a:pt x="13" y="86"/>
                      <a:pt x="30" y="4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07" name="Freeform 1487">
                <a:extLst>
                  <a:ext uri="{FF2B5EF4-FFF2-40B4-BE49-F238E27FC236}">
                    <a16:creationId xmlns:a16="http://schemas.microsoft.com/office/drawing/2014/main" id="{99DCFD75-44BE-40D9-BE0D-B9480D679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783"/>
                <a:ext cx="60" cy="97"/>
              </a:xfrm>
              <a:custGeom>
                <a:avLst/>
                <a:gdLst>
                  <a:gd name="T0" fmla="*/ 167 w 36"/>
                  <a:gd name="T1" fmla="*/ 0 h 58"/>
                  <a:gd name="T2" fmla="*/ 0 w 36"/>
                  <a:gd name="T3" fmla="*/ 271 h 58"/>
                  <a:gd name="T4" fmla="*/ 167 w 36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58">
                    <a:moveTo>
                      <a:pt x="36" y="0"/>
                    </a:moveTo>
                    <a:cubicBezTo>
                      <a:pt x="36" y="0"/>
                      <a:pt x="13" y="26"/>
                      <a:pt x="0" y="58"/>
                    </a:cubicBezTo>
                    <a:cubicBezTo>
                      <a:pt x="0" y="58"/>
                      <a:pt x="27" y="8"/>
                      <a:pt x="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08" name="Freeform 1488">
                <a:extLst>
                  <a:ext uri="{FF2B5EF4-FFF2-40B4-BE49-F238E27FC236}">
                    <a16:creationId xmlns:a16="http://schemas.microsoft.com/office/drawing/2014/main" id="{22B7EF6B-CC7C-41F1-A0DD-A484992B4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863"/>
                <a:ext cx="55" cy="97"/>
              </a:xfrm>
              <a:custGeom>
                <a:avLst/>
                <a:gdLst>
                  <a:gd name="T0" fmla="*/ 153 w 33"/>
                  <a:gd name="T1" fmla="*/ 0 h 58"/>
                  <a:gd name="T2" fmla="*/ 0 w 33"/>
                  <a:gd name="T3" fmla="*/ 271 h 58"/>
                  <a:gd name="T4" fmla="*/ 153 w 33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8">
                    <a:moveTo>
                      <a:pt x="33" y="0"/>
                    </a:moveTo>
                    <a:cubicBezTo>
                      <a:pt x="33" y="0"/>
                      <a:pt x="13" y="45"/>
                      <a:pt x="0" y="58"/>
                    </a:cubicBezTo>
                    <a:cubicBezTo>
                      <a:pt x="0" y="58"/>
                      <a:pt x="22" y="32"/>
                      <a:pt x="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09" name="Freeform 1489">
                <a:extLst>
                  <a:ext uri="{FF2B5EF4-FFF2-40B4-BE49-F238E27FC236}">
                    <a16:creationId xmlns:a16="http://schemas.microsoft.com/office/drawing/2014/main" id="{95B9E6C2-57E9-489C-B6D5-C826B0172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755"/>
                <a:ext cx="483" cy="459"/>
              </a:xfrm>
              <a:custGeom>
                <a:avLst/>
                <a:gdLst>
                  <a:gd name="T0" fmla="*/ 1339 w 290"/>
                  <a:gd name="T1" fmla="*/ 619 h 275"/>
                  <a:gd name="T2" fmla="*/ 1166 w 290"/>
                  <a:gd name="T3" fmla="*/ 696 h 275"/>
                  <a:gd name="T4" fmla="*/ 610 w 290"/>
                  <a:gd name="T5" fmla="*/ 1162 h 275"/>
                  <a:gd name="T6" fmla="*/ 13 w 290"/>
                  <a:gd name="T7" fmla="*/ 1033 h 275"/>
                  <a:gd name="T8" fmla="*/ 37 w 290"/>
                  <a:gd name="T9" fmla="*/ 641 h 275"/>
                  <a:gd name="T10" fmla="*/ 1146 w 290"/>
                  <a:gd name="T11" fmla="*/ 0 h 275"/>
                  <a:gd name="T12" fmla="*/ 1339 w 290"/>
                  <a:gd name="T13" fmla="*/ 619 h 2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0" h="275">
                    <a:moveTo>
                      <a:pt x="290" y="133"/>
                    </a:moveTo>
                    <a:cubicBezTo>
                      <a:pt x="290" y="133"/>
                      <a:pt x="261" y="133"/>
                      <a:pt x="252" y="150"/>
                    </a:cubicBezTo>
                    <a:cubicBezTo>
                      <a:pt x="243" y="166"/>
                      <a:pt x="200" y="225"/>
                      <a:pt x="132" y="250"/>
                    </a:cubicBezTo>
                    <a:cubicBezTo>
                      <a:pt x="64" y="275"/>
                      <a:pt x="0" y="243"/>
                      <a:pt x="3" y="222"/>
                    </a:cubicBezTo>
                    <a:cubicBezTo>
                      <a:pt x="4" y="207"/>
                      <a:pt x="12" y="159"/>
                      <a:pt x="8" y="138"/>
                    </a:cubicBezTo>
                    <a:cubicBezTo>
                      <a:pt x="4" y="118"/>
                      <a:pt x="160" y="260"/>
                      <a:pt x="248" y="0"/>
                    </a:cubicBezTo>
                    <a:cubicBezTo>
                      <a:pt x="248" y="0"/>
                      <a:pt x="238" y="67"/>
                      <a:pt x="290" y="133"/>
                    </a:cubicBezTo>
                    <a:close/>
                  </a:path>
                </a:pathLst>
              </a:custGeom>
              <a:solidFill>
                <a:srgbClr val="81B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10" name="Freeform 1490">
                <a:extLst>
                  <a:ext uri="{FF2B5EF4-FFF2-40B4-BE49-F238E27FC236}">
                    <a16:creationId xmlns:a16="http://schemas.microsoft.com/office/drawing/2014/main" id="{2E161033-F45E-476B-95C9-BB145B149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318"/>
                <a:ext cx="120" cy="77"/>
              </a:xfrm>
              <a:custGeom>
                <a:avLst/>
                <a:gdLst>
                  <a:gd name="T0" fmla="*/ 0 w 72"/>
                  <a:gd name="T1" fmla="*/ 0 h 46"/>
                  <a:gd name="T2" fmla="*/ 333 w 72"/>
                  <a:gd name="T3" fmla="*/ 75 h 46"/>
                  <a:gd name="T4" fmla="*/ 0 w 72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46">
                    <a:moveTo>
                      <a:pt x="0" y="0"/>
                    </a:moveTo>
                    <a:cubicBezTo>
                      <a:pt x="0" y="0"/>
                      <a:pt x="26" y="30"/>
                      <a:pt x="72" y="16"/>
                    </a:cubicBezTo>
                    <a:cubicBezTo>
                      <a:pt x="72" y="16"/>
                      <a:pt x="34" y="4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11" name="Freeform 1491">
                <a:extLst>
                  <a:ext uri="{FF2B5EF4-FFF2-40B4-BE49-F238E27FC236}">
                    <a16:creationId xmlns:a16="http://schemas.microsoft.com/office/drawing/2014/main" id="{9A75B12A-46DF-4E83-B3A2-2BFCCF836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497"/>
                <a:ext cx="153" cy="135"/>
              </a:xfrm>
              <a:custGeom>
                <a:avLst/>
                <a:gdLst>
                  <a:gd name="T0" fmla="*/ 0 w 92"/>
                  <a:gd name="T1" fmla="*/ 375 h 81"/>
                  <a:gd name="T2" fmla="*/ 422 w 92"/>
                  <a:gd name="T3" fmla="*/ 338 h 81"/>
                  <a:gd name="T4" fmla="*/ 0 w 92"/>
                  <a:gd name="T5" fmla="*/ 375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81">
                    <a:moveTo>
                      <a:pt x="0" y="81"/>
                    </a:moveTo>
                    <a:cubicBezTo>
                      <a:pt x="0" y="81"/>
                      <a:pt x="25" y="16"/>
                      <a:pt x="92" y="73"/>
                    </a:cubicBezTo>
                    <a:cubicBezTo>
                      <a:pt x="92" y="73"/>
                      <a:pt x="31" y="0"/>
                      <a:pt x="0" y="81"/>
                    </a:cubicBezTo>
                    <a:close/>
                  </a:path>
                </a:pathLst>
              </a:custGeom>
              <a:solidFill>
                <a:srgbClr val="D5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12" name="Freeform 1492">
                <a:extLst>
                  <a:ext uri="{FF2B5EF4-FFF2-40B4-BE49-F238E27FC236}">
                    <a16:creationId xmlns:a16="http://schemas.microsoft.com/office/drawing/2014/main" id="{5B1EF1E9-DABE-4429-9FA6-AF253CCE5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650"/>
                <a:ext cx="95" cy="180"/>
              </a:xfrm>
              <a:custGeom>
                <a:avLst/>
                <a:gdLst>
                  <a:gd name="T0" fmla="*/ 230 w 57"/>
                  <a:gd name="T1" fmla="*/ 0 h 108"/>
                  <a:gd name="T2" fmla="*/ 255 w 57"/>
                  <a:gd name="T3" fmla="*/ 222 h 108"/>
                  <a:gd name="T4" fmla="*/ 213 w 57"/>
                  <a:gd name="T5" fmla="*/ 347 h 108"/>
                  <a:gd name="T6" fmla="*/ 55 w 57"/>
                  <a:gd name="T7" fmla="*/ 487 h 108"/>
                  <a:gd name="T8" fmla="*/ 230 w 57"/>
                  <a:gd name="T9" fmla="*/ 0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08">
                    <a:moveTo>
                      <a:pt x="50" y="0"/>
                    </a:moveTo>
                    <a:cubicBezTo>
                      <a:pt x="50" y="0"/>
                      <a:pt x="53" y="38"/>
                      <a:pt x="55" y="48"/>
                    </a:cubicBezTo>
                    <a:cubicBezTo>
                      <a:pt x="56" y="54"/>
                      <a:pt x="50" y="66"/>
                      <a:pt x="46" y="75"/>
                    </a:cubicBezTo>
                    <a:cubicBezTo>
                      <a:pt x="42" y="85"/>
                      <a:pt x="25" y="101"/>
                      <a:pt x="12" y="105"/>
                    </a:cubicBezTo>
                    <a:cubicBezTo>
                      <a:pt x="0" y="108"/>
                      <a:pt x="57" y="66"/>
                      <a:pt x="50" y="0"/>
                    </a:cubicBezTo>
                    <a:close/>
                  </a:path>
                </a:pathLst>
              </a:custGeom>
              <a:solidFill>
                <a:srgbClr val="81B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13" name="Freeform 1493">
                <a:extLst>
                  <a:ext uri="{FF2B5EF4-FFF2-40B4-BE49-F238E27FC236}">
                    <a16:creationId xmlns:a16="http://schemas.microsoft.com/office/drawing/2014/main" id="{5B14838A-09C9-4F55-A016-A1F8B82E7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1412"/>
                <a:ext cx="55" cy="468"/>
              </a:xfrm>
              <a:custGeom>
                <a:avLst/>
                <a:gdLst>
                  <a:gd name="T0" fmla="*/ 0 w 33"/>
                  <a:gd name="T1" fmla="*/ 0 h 281"/>
                  <a:gd name="T2" fmla="*/ 47 w 33"/>
                  <a:gd name="T3" fmla="*/ 1297 h 281"/>
                  <a:gd name="T4" fmla="*/ 153 w 33"/>
                  <a:gd name="T5" fmla="*/ 47 h 281"/>
                  <a:gd name="T6" fmla="*/ 0 w 33"/>
                  <a:gd name="T7" fmla="*/ 0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81">
                    <a:moveTo>
                      <a:pt x="0" y="0"/>
                    </a:moveTo>
                    <a:cubicBezTo>
                      <a:pt x="0" y="0"/>
                      <a:pt x="13" y="260"/>
                      <a:pt x="10" y="281"/>
                    </a:cubicBezTo>
                    <a:cubicBezTo>
                      <a:pt x="10" y="281"/>
                      <a:pt x="7" y="10"/>
                      <a:pt x="33" y="10"/>
                    </a:cubicBezTo>
                    <a:cubicBezTo>
                      <a:pt x="33" y="10"/>
                      <a:pt x="6" y="8"/>
                      <a:pt x="0" y="0"/>
                    </a:cubicBezTo>
                    <a:close/>
                  </a:path>
                </a:pathLst>
              </a:custGeom>
              <a:solidFill>
                <a:srgbClr val="D5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14" name="Freeform 1494">
                <a:extLst>
                  <a:ext uri="{FF2B5EF4-FFF2-40B4-BE49-F238E27FC236}">
                    <a16:creationId xmlns:a16="http://schemas.microsoft.com/office/drawing/2014/main" id="{4C8B4B9E-76F4-4C1B-9470-F76A61039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1437"/>
                <a:ext cx="13" cy="281"/>
              </a:xfrm>
              <a:custGeom>
                <a:avLst/>
                <a:gdLst>
                  <a:gd name="T0" fmla="*/ 0 w 8"/>
                  <a:gd name="T1" fmla="*/ 0 h 169"/>
                  <a:gd name="T2" fmla="*/ 26 w 8"/>
                  <a:gd name="T3" fmla="*/ 776 h 169"/>
                  <a:gd name="T4" fmla="*/ 0 w 8"/>
                  <a:gd name="T5" fmla="*/ 0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9">
                    <a:moveTo>
                      <a:pt x="0" y="0"/>
                    </a:moveTo>
                    <a:cubicBezTo>
                      <a:pt x="6" y="169"/>
                      <a:pt x="6" y="169"/>
                      <a:pt x="6" y="169"/>
                    </a:cubicBezTo>
                    <a:cubicBezTo>
                      <a:pt x="6" y="169"/>
                      <a:pt x="8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15" name="Freeform 1495">
                <a:extLst>
                  <a:ext uri="{FF2B5EF4-FFF2-40B4-BE49-F238E27FC236}">
                    <a16:creationId xmlns:a16="http://schemas.microsoft.com/office/drawing/2014/main" id="{482CB6E3-2805-48B3-B59E-B9D20A071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3070"/>
                <a:ext cx="88" cy="49"/>
              </a:xfrm>
              <a:custGeom>
                <a:avLst/>
                <a:gdLst>
                  <a:gd name="T0" fmla="*/ 141 w 53"/>
                  <a:gd name="T1" fmla="*/ 0 h 29"/>
                  <a:gd name="T2" fmla="*/ 0 w 53"/>
                  <a:gd name="T3" fmla="*/ 0 h 29"/>
                  <a:gd name="T4" fmla="*/ 141 w 53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9">
                    <a:moveTo>
                      <a:pt x="31" y="0"/>
                    </a:moveTo>
                    <a:cubicBezTo>
                      <a:pt x="31" y="0"/>
                      <a:pt x="53" y="29"/>
                      <a:pt x="0" y="0"/>
                    </a:cubicBezTo>
                    <a:cubicBezTo>
                      <a:pt x="0" y="0"/>
                      <a:pt x="46" y="21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16" name="Freeform 1496">
                <a:extLst>
                  <a:ext uri="{FF2B5EF4-FFF2-40B4-BE49-F238E27FC236}">
                    <a16:creationId xmlns:a16="http://schemas.microsoft.com/office/drawing/2014/main" id="{D325EFA5-DC92-49FE-B7F5-2CE9C04C9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3045"/>
                <a:ext cx="80" cy="399"/>
              </a:xfrm>
              <a:custGeom>
                <a:avLst/>
                <a:gdLst>
                  <a:gd name="T0" fmla="*/ 120 w 48"/>
                  <a:gd name="T1" fmla="*/ 1090 h 239"/>
                  <a:gd name="T2" fmla="*/ 0 w 48"/>
                  <a:gd name="T3" fmla="*/ 0 h 239"/>
                  <a:gd name="T4" fmla="*/ 172 w 48"/>
                  <a:gd name="T5" fmla="*/ 88 h 239"/>
                  <a:gd name="T6" fmla="*/ 172 w 48"/>
                  <a:gd name="T7" fmla="*/ 1112 h 239"/>
                  <a:gd name="T8" fmla="*/ 120 w 48"/>
                  <a:gd name="T9" fmla="*/ 1090 h 2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39">
                    <a:moveTo>
                      <a:pt x="26" y="234"/>
                    </a:moveTo>
                    <a:cubicBezTo>
                      <a:pt x="26" y="234"/>
                      <a:pt x="36" y="201"/>
                      <a:pt x="0" y="0"/>
                    </a:cubicBezTo>
                    <a:cubicBezTo>
                      <a:pt x="0" y="0"/>
                      <a:pt x="27" y="14"/>
                      <a:pt x="37" y="19"/>
                    </a:cubicBezTo>
                    <a:cubicBezTo>
                      <a:pt x="48" y="24"/>
                      <a:pt x="29" y="223"/>
                      <a:pt x="37" y="239"/>
                    </a:cubicBezTo>
                    <a:cubicBezTo>
                      <a:pt x="37" y="239"/>
                      <a:pt x="29" y="236"/>
                      <a:pt x="26" y="234"/>
                    </a:cubicBezTo>
                    <a:close/>
                  </a:path>
                </a:pathLst>
              </a:custGeom>
              <a:solidFill>
                <a:srgbClr val="D5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17" name="Freeform 1497">
                <a:extLst>
                  <a:ext uri="{FF2B5EF4-FFF2-40B4-BE49-F238E27FC236}">
                    <a16:creationId xmlns:a16="http://schemas.microsoft.com/office/drawing/2014/main" id="{FCBFD752-F572-4059-9942-26DBBC4A8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3062"/>
                <a:ext cx="42" cy="297"/>
              </a:xfrm>
              <a:custGeom>
                <a:avLst/>
                <a:gdLst>
                  <a:gd name="T0" fmla="*/ 0 w 25"/>
                  <a:gd name="T1" fmla="*/ 0 h 178"/>
                  <a:gd name="T2" fmla="*/ 119 w 25"/>
                  <a:gd name="T3" fmla="*/ 828 h 178"/>
                  <a:gd name="T4" fmla="*/ 0 w 25"/>
                  <a:gd name="T5" fmla="*/ 0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78">
                    <a:moveTo>
                      <a:pt x="0" y="0"/>
                    </a:moveTo>
                    <a:cubicBezTo>
                      <a:pt x="0" y="0"/>
                      <a:pt x="21" y="135"/>
                      <a:pt x="25" y="178"/>
                    </a:cubicBezTo>
                    <a:cubicBezTo>
                      <a:pt x="25" y="178"/>
                      <a:pt x="13" y="3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18" name="Freeform 1498">
                <a:extLst>
                  <a:ext uri="{FF2B5EF4-FFF2-40B4-BE49-F238E27FC236}">
                    <a16:creationId xmlns:a16="http://schemas.microsoft.com/office/drawing/2014/main" id="{2F5044FD-40EC-48FC-A270-2BED2BEDC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3107"/>
                <a:ext cx="199" cy="219"/>
              </a:xfrm>
              <a:custGeom>
                <a:avLst/>
                <a:gdLst>
                  <a:gd name="T0" fmla="*/ 0 w 120"/>
                  <a:gd name="T1" fmla="*/ 0 h 131"/>
                  <a:gd name="T2" fmla="*/ 547 w 120"/>
                  <a:gd name="T3" fmla="*/ 491 h 131"/>
                  <a:gd name="T4" fmla="*/ 547 w 120"/>
                  <a:gd name="T5" fmla="*/ 612 h 131"/>
                  <a:gd name="T6" fmla="*/ 0 w 120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131">
                    <a:moveTo>
                      <a:pt x="0" y="0"/>
                    </a:moveTo>
                    <a:cubicBezTo>
                      <a:pt x="0" y="0"/>
                      <a:pt x="60" y="78"/>
                      <a:pt x="120" y="105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3" y="48"/>
                      <a:pt x="0" y="0"/>
                    </a:cubicBezTo>
                    <a:close/>
                  </a:path>
                </a:pathLst>
              </a:custGeom>
              <a:solidFill>
                <a:srgbClr val="81B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19" name="Freeform 1499">
                <a:extLst>
                  <a:ext uri="{FF2B5EF4-FFF2-40B4-BE49-F238E27FC236}">
                    <a16:creationId xmlns:a16="http://schemas.microsoft.com/office/drawing/2014/main" id="{4DBCA579-85E6-4750-8FF5-27519135A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413"/>
                <a:ext cx="80" cy="200"/>
              </a:xfrm>
              <a:custGeom>
                <a:avLst/>
                <a:gdLst>
                  <a:gd name="T0" fmla="*/ 222 w 48"/>
                  <a:gd name="T1" fmla="*/ 0 h 120"/>
                  <a:gd name="T2" fmla="*/ 75 w 48"/>
                  <a:gd name="T3" fmla="*/ 555 h 120"/>
                  <a:gd name="T4" fmla="*/ 222 w 48"/>
                  <a:gd name="T5" fmla="*/ 0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20">
                    <a:moveTo>
                      <a:pt x="48" y="0"/>
                    </a:moveTo>
                    <a:cubicBezTo>
                      <a:pt x="48" y="0"/>
                      <a:pt x="0" y="45"/>
                      <a:pt x="16" y="120"/>
                    </a:cubicBezTo>
                    <a:cubicBezTo>
                      <a:pt x="16" y="120"/>
                      <a:pt x="13" y="38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20" name="Freeform 1500">
                <a:extLst>
                  <a:ext uri="{FF2B5EF4-FFF2-40B4-BE49-F238E27FC236}">
                    <a16:creationId xmlns:a16="http://schemas.microsoft.com/office/drawing/2014/main" id="{8656AD3F-A28F-45B9-B7DD-5552D7734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097"/>
                <a:ext cx="175" cy="42"/>
              </a:xfrm>
              <a:custGeom>
                <a:avLst/>
                <a:gdLst>
                  <a:gd name="T0" fmla="*/ 0 w 105"/>
                  <a:gd name="T1" fmla="*/ 5 h 25"/>
                  <a:gd name="T2" fmla="*/ 487 w 105"/>
                  <a:gd name="T3" fmla="*/ 119 h 25"/>
                  <a:gd name="T4" fmla="*/ 0 w 10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25">
                    <a:moveTo>
                      <a:pt x="0" y="1"/>
                    </a:moveTo>
                    <a:cubicBezTo>
                      <a:pt x="0" y="1"/>
                      <a:pt x="36" y="20"/>
                      <a:pt x="105" y="25"/>
                    </a:cubicBezTo>
                    <a:cubicBezTo>
                      <a:pt x="105" y="25"/>
                      <a:pt x="18" y="10"/>
                      <a:pt x="0" y="0"/>
                    </a:cubicBezTo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21" name="Freeform 1501">
                <a:extLst>
                  <a:ext uri="{FF2B5EF4-FFF2-40B4-BE49-F238E27FC236}">
                    <a16:creationId xmlns:a16="http://schemas.microsoft.com/office/drawing/2014/main" id="{0E69D6AD-C69C-4589-B348-4691D58D4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160"/>
                <a:ext cx="127" cy="72"/>
              </a:xfrm>
              <a:custGeom>
                <a:avLst/>
                <a:gdLst>
                  <a:gd name="T0" fmla="*/ 354 w 76"/>
                  <a:gd name="T1" fmla="*/ 203 h 43"/>
                  <a:gd name="T2" fmla="*/ 0 w 76"/>
                  <a:gd name="T3" fmla="*/ 0 h 43"/>
                  <a:gd name="T4" fmla="*/ 354 w 76"/>
                  <a:gd name="T5" fmla="*/ 20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43">
                    <a:moveTo>
                      <a:pt x="76" y="43"/>
                    </a:moveTo>
                    <a:cubicBezTo>
                      <a:pt x="76" y="43"/>
                      <a:pt x="53" y="17"/>
                      <a:pt x="0" y="0"/>
                    </a:cubicBezTo>
                    <a:cubicBezTo>
                      <a:pt x="0" y="0"/>
                      <a:pt x="65" y="14"/>
                      <a:pt x="76" y="43"/>
                    </a:cubicBez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22" name="Freeform 1502">
                <a:extLst>
                  <a:ext uri="{FF2B5EF4-FFF2-40B4-BE49-F238E27FC236}">
                    <a16:creationId xmlns:a16="http://schemas.microsoft.com/office/drawing/2014/main" id="{C4DAD539-CB8E-4B4D-AB82-D46015883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100"/>
                <a:ext cx="176" cy="39"/>
              </a:xfrm>
              <a:custGeom>
                <a:avLst/>
                <a:gdLst>
                  <a:gd name="T0" fmla="*/ 0 w 106"/>
                  <a:gd name="T1" fmla="*/ 0 h 23"/>
                  <a:gd name="T2" fmla="*/ 485 w 106"/>
                  <a:gd name="T3" fmla="*/ 112 h 23"/>
                  <a:gd name="T4" fmla="*/ 0 w 10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23">
                    <a:moveTo>
                      <a:pt x="0" y="0"/>
                    </a:moveTo>
                    <a:cubicBezTo>
                      <a:pt x="0" y="0"/>
                      <a:pt x="62" y="21"/>
                      <a:pt x="106" y="23"/>
                    </a:cubicBezTo>
                    <a:cubicBezTo>
                      <a:pt x="106" y="23"/>
                      <a:pt x="28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23" name="Freeform 1503">
                <a:extLst>
                  <a:ext uri="{FF2B5EF4-FFF2-40B4-BE49-F238E27FC236}">
                    <a16:creationId xmlns:a16="http://schemas.microsoft.com/office/drawing/2014/main" id="{F9905C09-A7C1-4129-8736-4CE51AB89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172"/>
                <a:ext cx="90" cy="58"/>
              </a:xfrm>
              <a:custGeom>
                <a:avLst/>
                <a:gdLst>
                  <a:gd name="T0" fmla="*/ 0 w 54"/>
                  <a:gd name="T1" fmla="*/ 0 h 35"/>
                  <a:gd name="T2" fmla="*/ 250 w 54"/>
                  <a:gd name="T3" fmla="*/ 159 h 35"/>
                  <a:gd name="T4" fmla="*/ 0 w 54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5">
                    <a:moveTo>
                      <a:pt x="0" y="0"/>
                    </a:moveTo>
                    <a:cubicBezTo>
                      <a:pt x="0" y="0"/>
                      <a:pt x="46" y="19"/>
                      <a:pt x="54" y="35"/>
                    </a:cubicBezTo>
                    <a:cubicBezTo>
                      <a:pt x="54" y="35"/>
                      <a:pt x="53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24" name="Freeform 1504">
                <a:extLst>
                  <a:ext uri="{FF2B5EF4-FFF2-40B4-BE49-F238E27FC236}">
                    <a16:creationId xmlns:a16="http://schemas.microsoft.com/office/drawing/2014/main" id="{5A71A5AA-99C6-4F8C-ACB2-A71C82F2A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987"/>
                <a:ext cx="673" cy="1412"/>
              </a:xfrm>
              <a:custGeom>
                <a:avLst/>
                <a:gdLst>
                  <a:gd name="T0" fmla="*/ 230 w 404"/>
                  <a:gd name="T1" fmla="*/ 200 h 847"/>
                  <a:gd name="T2" fmla="*/ 237 w 404"/>
                  <a:gd name="T3" fmla="*/ 203 h 847"/>
                  <a:gd name="T4" fmla="*/ 813 w 404"/>
                  <a:gd name="T5" fmla="*/ 380 h 847"/>
                  <a:gd name="T6" fmla="*/ 1458 w 404"/>
                  <a:gd name="T7" fmla="*/ 592 h 847"/>
                  <a:gd name="T8" fmla="*/ 1499 w 404"/>
                  <a:gd name="T9" fmla="*/ 722 h 847"/>
                  <a:gd name="T10" fmla="*/ 1499 w 404"/>
                  <a:gd name="T11" fmla="*/ 722 h 847"/>
                  <a:gd name="T12" fmla="*/ 805 w 404"/>
                  <a:gd name="T13" fmla="*/ 437 h 847"/>
                  <a:gd name="T14" fmla="*/ 320 w 404"/>
                  <a:gd name="T15" fmla="*/ 305 h 847"/>
                  <a:gd name="T16" fmla="*/ 675 w 404"/>
                  <a:gd name="T17" fmla="*/ 537 h 847"/>
                  <a:gd name="T18" fmla="*/ 1034 w 404"/>
                  <a:gd name="T19" fmla="*/ 1130 h 847"/>
                  <a:gd name="T20" fmla="*/ 1424 w 404"/>
                  <a:gd name="T21" fmla="*/ 1454 h 847"/>
                  <a:gd name="T22" fmla="*/ 1613 w 404"/>
                  <a:gd name="T23" fmla="*/ 1682 h 847"/>
                  <a:gd name="T24" fmla="*/ 1388 w 404"/>
                  <a:gd name="T25" fmla="*/ 1440 h 847"/>
                  <a:gd name="T26" fmla="*/ 985 w 404"/>
                  <a:gd name="T27" fmla="*/ 1130 h 847"/>
                  <a:gd name="T28" fmla="*/ 810 w 404"/>
                  <a:gd name="T29" fmla="*/ 755 h 847"/>
                  <a:gd name="T30" fmla="*/ 758 w 404"/>
                  <a:gd name="T31" fmla="*/ 945 h 847"/>
                  <a:gd name="T32" fmla="*/ 771 w 404"/>
                  <a:gd name="T33" fmla="*/ 1409 h 847"/>
                  <a:gd name="T34" fmla="*/ 1041 w 404"/>
                  <a:gd name="T35" fmla="*/ 1940 h 847"/>
                  <a:gd name="T36" fmla="*/ 1349 w 404"/>
                  <a:gd name="T37" fmla="*/ 2179 h 847"/>
                  <a:gd name="T38" fmla="*/ 1706 w 404"/>
                  <a:gd name="T39" fmla="*/ 2391 h 847"/>
                  <a:gd name="T40" fmla="*/ 1862 w 404"/>
                  <a:gd name="T41" fmla="*/ 2417 h 847"/>
                  <a:gd name="T42" fmla="*/ 1683 w 404"/>
                  <a:gd name="T43" fmla="*/ 2417 h 847"/>
                  <a:gd name="T44" fmla="*/ 1354 w 404"/>
                  <a:gd name="T45" fmla="*/ 2221 h 847"/>
                  <a:gd name="T46" fmla="*/ 1113 w 404"/>
                  <a:gd name="T47" fmla="*/ 2141 h 847"/>
                  <a:gd name="T48" fmla="*/ 1179 w 404"/>
                  <a:gd name="T49" fmla="*/ 2521 h 847"/>
                  <a:gd name="T50" fmla="*/ 1318 w 404"/>
                  <a:gd name="T51" fmla="*/ 2854 h 847"/>
                  <a:gd name="T52" fmla="*/ 1751 w 404"/>
                  <a:gd name="T53" fmla="*/ 3516 h 847"/>
                  <a:gd name="T54" fmla="*/ 1867 w 404"/>
                  <a:gd name="T55" fmla="*/ 3924 h 847"/>
                  <a:gd name="T56" fmla="*/ 1701 w 404"/>
                  <a:gd name="T57" fmla="*/ 3492 h 847"/>
                  <a:gd name="T58" fmla="*/ 1276 w 404"/>
                  <a:gd name="T59" fmla="*/ 2854 h 847"/>
                  <a:gd name="T60" fmla="*/ 1188 w 404"/>
                  <a:gd name="T61" fmla="*/ 2604 h 847"/>
                  <a:gd name="T62" fmla="*/ 1159 w 404"/>
                  <a:gd name="T63" fmla="*/ 2779 h 847"/>
                  <a:gd name="T64" fmla="*/ 960 w 404"/>
                  <a:gd name="T65" fmla="*/ 3041 h 847"/>
                  <a:gd name="T66" fmla="*/ 771 w 404"/>
                  <a:gd name="T67" fmla="*/ 3391 h 847"/>
                  <a:gd name="T68" fmla="*/ 313 w 404"/>
                  <a:gd name="T69" fmla="*/ 3558 h 847"/>
                  <a:gd name="T70" fmla="*/ 561 w 404"/>
                  <a:gd name="T71" fmla="*/ 3417 h 847"/>
                  <a:gd name="T72" fmla="*/ 893 w 404"/>
                  <a:gd name="T73" fmla="*/ 3096 h 847"/>
                  <a:gd name="T74" fmla="*/ 1104 w 404"/>
                  <a:gd name="T75" fmla="*/ 2779 h 847"/>
                  <a:gd name="T76" fmla="*/ 1084 w 404"/>
                  <a:gd name="T77" fmla="*/ 2501 h 847"/>
                  <a:gd name="T78" fmla="*/ 1029 w 404"/>
                  <a:gd name="T79" fmla="*/ 2159 h 847"/>
                  <a:gd name="T80" fmla="*/ 910 w 404"/>
                  <a:gd name="T81" fmla="*/ 1899 h 847"/>
                  <a:gd name="T82" fmla="*/ 721 w 404"/>
                  <a:gd name="T83" fmla="*/ 1390 h 847"/>
                  <a:gd name="T84" fmla="*/ 486 w 404"/>
                  <a:gd name="T85" fmla="*/ 1779 h 847"/>
                  <a:gd name="T86" fmla="*/ 353 w 404"/>
                  <a:gd name="T87" fmla="*/ 2234 h 847"/>
                  <a:gd name="T88" fmla="*/ 450 w 404"/>
                  <a:gd name="T89" fmla="*/ 1815 h 847"/>
                  <a:gd name="T90" fmla="*/ 708 w 404"/>
                  <a:gd name="T91" fmla="*/ 1274 h 847"/>
                  <a:gd name="T92" fmla="*/ 675 w 404"/>
                  <a:gd name="T93" fmla="*/ 980 h 847"/>
                  <a:gd name="T94" fmla="*/ 701 w 404"/>
                  <a:gd name="T95" fmla="*/ 625 h 847"/>
                  <a:gd name="T96" fmla="*/ 0 w 404"/>
                  <a:gd name="T97" fmla="*/ 0 h 84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04" h="847">
                    <a:moveTo>
                      <a:pt x="50" y="43"/>
                    </a:moveTo>
                    <a:cubicBezTo>
                      <a:pt x="50" y="43"/>
                      <a:pt x="51" y="44"/>
                      <a:pt x="51" y="44"/>
                    </a:cubicBezTo>
                    <a:cubicBezTo>
                      <a:pt x="51" y="44"/>
                      <a:pt x="96" y="73"/>
                      <a:pt x="176" y="82"/>
                    </a:cubicBezTo>
                    <a:cubicBezTo>
                      <a:pt x="246" y="89"/>
                      <a:pt x="301" y="118"/>
                      <a:pt x="315" y="128"/>
                    </a:cubicBezTo>
                    <a:cubicBezTo>
                      <a:pt x="335" y="142"/>
                      <a:pt x="324" y="156"/>
                      <a:pt x="324" y="156"/>
                    </a:cubicBezTo>
                    <a:cubicBezTo>
                      <a:pt x="324" y="156"/>
                      <a:pt x="324" y="156"/>
                      <a:pt x="324" y="156"/>
                    </a:cubicBezTo>
                    <a:cubicBezTo>
                      <a:pt x="289" y="115"/>
                      <a:pt x="232" y="100"/>
                      <a:pt x="174" y="94"/>
                    </a:cubicBezTo>
                    <a:cubicBezTo>
                      <a:pt x="116" y="88"/>
                      <a:pt x="69" y="66"/>
                      <a:pt x="69" y="66"/>
                    </a:cubicBezTo>
                    <a:cubicBezTo>
                      <a:pt x="87" y="83"/>
                      <a:pt x="109" y="96"/>
                      <a:pt x="146" y="116"/>
                    </a:cubicBezTo>
                    <a:cubicBezTo>
                      <a:pt x="191" y="140"/>
                      <a:pt x="207" y="195"/>
                      <a:pt x="224" y="244"/>
                    </a:cubicBezTo>
                    <a:cubicBezTo>
                      <a:pt x="241" y="294"/>
                      <a:pt x="289" y="256"/>
                      <a:pt x="308" y="314"/>
                    </a:cubicBezTo>
                    <a:cubicBezTo>
                      <a:pt x="327" y="371"/>
                      <a:pt x="328" y="364"/>
                      <a:pt x="349" y="363"/>
                    </a:cubicBezTo>
                    <a:cubicBezTo>
                      <a:pt x="349" y="363"/>
                      <a:pt x="320" y="402"/>
                      <a:pt x="300" y="311"/>
                    </a:cubicBezTo>
                    <a:cubicBezTo>
                      <a:pt x="292" y="273"/>
                      <a:pt x="231" y="299"/>
                      <a:pt x="213" y="244"/>
                    </a:cubicBezTo>
                    <a:cubicBezTo>
                      <a:pt x="191" y="176"/>
                      <a:pt x="191" y="182"/>
                      <a:pt x="175" y="163"/>
                    </a:cubicBezTo>
                    <a:cubicBezTo>
                      <a:pt x="175" y="163"/>
                      <a:pt x="173" y="192"/>
                      <a:pt x="164" y="204"/>
                    </a:cubicBezTo>
                    <a:cubicBezTo>
                      <a:pt x="146" y="229"/>
                      <a:pt x="175" y="272"/>
                      <a:pt x="167" y="304"/>
                    </a:cubicBezTo>
                    <a:cubicBezTo>
                      <a:pt x="159" y="336"/>
                      <a:pt x="196" y="399"/>
                      <a:pt x="225" y="419"/>
                    </a:cubicBezTo>
                    <a:cubicBezTo>
                      <a:pt x="255" y="439"/>
                      <a:pt x="241" y="466"/>
                      <a:pt x="292" y="470"/>
                    </a:cubicBezTo>
                    <a:cubicBezTo>
                      <a:pt x="343" y="474"/>
                      <a:pt x="348" y="492"/>
                      <a:pt x="369" y="516"/>
                    </a:cubicBezTo>
                    <a:cubicBezTo>
                      <a:pt x="391" y="540"/>
                      <a:pt x="403" y="522"/>
                      <a:pt x="403" y="522"/>
                    </a:cubicBezTo>
                    <a:cubicBezTo>
                      <a:pt x="403" y="522"/>
                      <a:pt x="391" y="544"/>
                      <a:pt x="364" y="522"/>
                    </a:cubicBezTo>
                    <a:cubicBezTo>
                      <a:pt x="337" y="499"/>
                      <a:pt x="339" y="479"/>
                      <a:pt x="293" y="479"/>
                    </a:cubicBezTo>
                    <a:cubicBezTo>
                      <a:pt x="248" y="479"/>
                      <a:pt x="241" y="462"/>
                      <a:pt x="241" y="462"/>
                    </a:cubicBezTo>
                    <a:cubicBezTo>
                      <a:pt x="241" y="462"/>
                      <a:pt x="211" y="511"/>
                      <a:pt x="255" y="544"/>
                    </a:cubicBezTo>
                    <a:cubicBezTo>
                      <a:pt x="299" y="578"/>
                      <a:pt x="272" y="581"/>
                      <a:pt x="285" y="616"/>
                    </a:cubicBezTo>
                    <a:cubicBezTo>
                      <a:pt x="313" y="690"/>
                      <a:pt x="373" y="706"/>
                      <a:pt x="379" y="759"/>
                    </a:cubicBezTo>
                    <a:cubicBezTo>
                      <a:pt x="384" y="812"/>
                      <a:pt x="384" y="836"/>
                      <a:pt x="404" y="847"/>
                    </a:cubicBezTo>
                    <a:cubicBezTo>
                      <a:pt x="404" y="847"/>
                      <a:pt x="374" y="840"/>
                      <a:pt x="368" y="754"/>
                    </a:cubicBezTo>
                    <a:cubicBezTo>
                      <a:pt x="365" y="715"/>
                      <a:pt x="297" y="681"/>
                      <a:pt x="276" y="616"/>
                    </a:cubicBezTo>
                    <a:cubicBezTo>
                      <a:pt x="268" y="592"/>
                      <a:pt x="280" y="568"/>
                      <a:pt x="257" y="562"/>
                    </a:cubicBezTo>
                    <a:cubicBezTo>
                      <a:pt x="257" y="562"/>
                      <a:pt x="249" y="580"/>
                      <a:pt x="251" y="600"/>
                    </a:cubicBezTo>
                    <a:cubicBezTo>
                      <a:pt x="251" y="609"/>
                      <a:pt x="241" y="636"/>
                      <a:pt x="208" y="656"/>
                    </a:cubicBezTo>
                    <a:cubicBezTo>
                      <a:pt x="192" y="666"/>
                      <a:pt x="217" y="707"/>
                      <a:pt x="167" y="732"/>
                    </a:cubicBezTo>
                    <a:cubicBezTo>
                      <a:pt x="119" y="756"/>
                      <a:pt x="85" y="738"/>
                      <a:pt x="68" y="768"/>
                    </a:cubicBezTo>
                    <a:cubicBezTo>
                      <a:pt x="68" y="768"/>
                      <a:pt x="76" y="743"/>
                      <a:pt x="121" y="738"/>
                    </a:cubicBezTo>
                    <a:cubicBezTo>
                      <a:pt x="167" y="732"/>
                      <a:pt x="191" y="717"/>
                      <a:pt x="193" y="668"/>
                    </a:cubicBezTo>
                    <a:cubicBezTo>
                      <a:pt x="195" y="638"/>
                      <a:pt x="234" y="645"/>
                      <a:pt x="239" y="600"/>
                    </a:cubicBezTo>
                    <a:cubicBezTo>
                      <a:pt x="240" y="586"/>
                      <a:pt x="255" y="562"/>
                      <a:pt x="235" y="540"/>
                    </a:cubicBezTo>
                    <a:cubicBezTo>
                      <a:pt x="215" y="519"/>
                      <a:pt x="217" y="494"/>
                      <a:pt x="223" y="466"/>
                    </a:cubicBezTo>
                    <a:cubicBezTo>
                      <a:pt x="228" y="438"/>
                      <a:pt x="217" y="427"/>
                      <a:pt x="197" y="410"/>
                    </a:cubicBezTo>
                    <a:cubicBezTo>
                      <a:pt x="177" y="392"/>
                      <a:pt x="148" y="344"/>
                      <a:pt x="156" y="300"/>
                    </a:cubicBezTo>
                    <a:cubicBezTo>
                      <a:pt x="156" y="300"/>
                      <a:pt x="103" y="340"/>
                      <a:pt x="105" y="384"/>
                    </a:cubicBezTo>
                    <a:cubicBezTo>
                      <a:pt x="108" y="428"/>
                      <a:pt x="100" y="479"/>
                      <a:pt x="76" y="482"/>
                    </a:cubicBezTo>
                    <a:cubicBezTo>
                      <a:pt x="76" y="482"/>
                      <a:pt x="97" y="472"/>
                      <a:pt x="97" y="392"/>
                    </a:cubicBezTo>
                    <a:cubicBezTo>
                      <a:pt x="97" y="312"/>
                      <a:pt x="148" y="311"/>
                      <a:pt x="153" y="275"/>
                    </a:cubicBezTo>
                    <a:cubicBezTo>
                      <a:pt x="157" y="253"/>
                      <a:pt x="137" y="236"/>
                      <a:pt x="146" y="212"/>
                    </a:cubicBezTo>
                    <a:cubicBezTo>
                      <a:pt x="156" y="188"/>
                      <a:pt x="177" y="158"/>
                      <a:pt x="152" y="135"/>
                    </a:cubicBezTo>
                    <a:cubicBezTo>
                      <a:pt x="127" y="113"/>
                      <a:pt x="53" y="10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08" name="Group 1505">
              <a:extLst>
                <a:ext uri="{FF2B5EF4-FFF2-40B4-BE49-F238E27FC236}">
                  <a16:creationId xmlns:a16="http://schemas.microsoft.com/office/drawing/2014/main" id="{8770A34A-8E30-4397-BDBA-2621168398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2613" y="2514600"/>
              <a:ext cx="1068387" cy="1212850"/>
              <a:chOff x="1701" y="1202"/>
              <a:chExt cx="2231" cy="2532"/>
            </a:xfrm>
          </p:grpSpPr>
          <p:grpSp>
            <p:nvGrpSpPr>
              <p:cNvPr id="77599" name="Group 1506">
                <a:extLst>
                  <a:ext uri="{FF2B5EF4-FFF2-40B4-BE49-F238E27FC236}">
                    <a16:creationId xmlns:a16="http://schemas.microsoft.com/office/drawing/2014/main" id="{92C4B082-69AA-41DD-ABAA-FF3F607E94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1" y="1202"/>
                <a:ext cx="2231" cy="2532"/>
                <a:chOff x="1701" y="1202"/>
                <a:chExt cx="2231" cy="2532"/>
              </a:xfrm>
            </p:grpSpPr>
            <p:sp>
              <p:nvSpPr>
                <p:cNvPr id="77636" name="Freeform 1507">
                  <a:extLst>
                    <a:ext uri="{FF2B5EF4-FFF2-40B4-BE49-F238E27FC236}">
                      <a16:creationId xmlns:a16="http://schemas.microsoft.com/office/drawing/2014/main" id="{788D8309-AE1C-4A15-8410-762F98FB8D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711"/>
                  <a:ext cx="197" cy="75"/>
                </a:xfrm>
                <a:custGeom>
                  <a:avLst/>
                  <a:gdLst>
                    <a:gd name="T0" fmla="*/ 400 w 98"/>
                    <a:gd name="T1" fmla="*/ 345 h 35"/>
                    <a:gd name="T2" fmla="*/ 724 w 98"/>
                    <a:gd name="T3" fmla="*/ 266 h 35"/>
                    <a:gd name="T4" fmla="*/ 732 w 98"/>
                    <a:gd name="T5" fmla="*/ 28 h 35"/>
                    <a:gd name="T6" fmla="*/ 400 w 98"/>
                    <a:gd name="T7" fmla="*/ 51 h 35"/>
                    <a:gd name="T8" fmla="*/ 400 w 98"/>
                    <a:gd name="T9" fmla="*/ 51 h 35"/>
                    <a:gd name="T10" fmla="*/ 64 w 98"/>
                    <a:gd name="T11" fmla="*/ 28 h 35"/>
                    <a:gd name="T12" fmla="*/ 72 w 98"/>
                    <a:gd name="T13" fmla="*/ 266 h 35"/>
                    <a:gd name="T14" fmla="*/ 400 w 98"/>
                    <a:gd name="T15" fmla="*/ 345 h 3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5">
                      <a:moveTo>
                        <a:pt x="49" y="35"/>
                      </a:moveTo>
                      <a:cubicBezTo>
                        <a:pt x="69" y="35"/>
                        <a:pt x="83" y="34"/>
                        <a:pt x="89" y="27"/>
                      </a:cubicBezTo>
                      <a:cubicBezTo>
                        <a:pt x="96" y="21"/>
                        <a:pt x="98" y="9"/>
                        <a:pt x="90" y="3"/>
                      </a:cubicBezTo>
                      <a:cubicBezTo>
                        <a:pt x="84" y="0"/>
                        <a:pt x="82" y="5"/>
                        <a:pt x="49" y="5"/>
                      </a:cubicBezTo>
                      <a:cubicBezTo>
                        <a:pt x="49" y="5"/>
                        <a:pt x="49" y="5"/>
                        <a:pt x="49" y="5"/>
                      </a:cubicBezTo>
                      <a:cubicBezTo>
                        <a:pt x="16" y="5"/>
                        <a:pt x="14" y="0"/>
                        <a:pt x="8" y="3"/>
                      </a:cubicBezTo>
                      <a:cubicBezTo>
                        <a:pt x="0" y="9"/>
                        <a:pt x="2" y="21"/>
                        <a:pt x="9" y="27"/>
                      </a:cubicBezTo>
                      <a:cubicBezTo>
                        <a:pt x="15" y="34"/>
                        <a:pt x="29" y="35"/>
                        <a:pt x="49" y="35"/>
                      </a:cubicBezTo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37" name="Freeform 1508">
                  <a:extLst>
                    <a:ext uri="{FF2B5EF4-FFF2-40B4-BE49-F238E27FC236}">
                      <a16:creationId xmlns:a16="http://schemas.microsoft.com/office/drawing/2014/main" id="{C23C9132-4BE6-4912-B99C-69F79F477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610"/>
                  <a:ext cx="197" cy="88"/>
                </a:xfrm>
                <a:custGeom>
                  <a:avLst/>
                  <a:gdLst>
                    <a:gd name="T0" fmla="*/ 400 w 98"/>
                    <a:gd name="T1" fmla="*/ 406 h 41"/>
                    <a:gd name="T2" fmla="*/ 724 w 98"/>
                    <a:gd name="T3" fmla="*/ 337 h 41"/>
                    <a:gd name="T4" fmla="*/ 732 w 98"/>
                    <a:gd name="T5" fmla="*/ 28 h 41"/>
                    <a:gd name="T6" fmla="*/ 400 w 98"/>
                    <a:gd name="T7" fmla="*/ 52 h 41"/>
                    <a:gd name="T8" fmla="*/ 400 w 98"/>
                    <a:gd name="T9" fmla="*/ 52 h 41"/>
                    <a:gd name="T10" fmla="*/ 64 w 98"/>
                    <a:gd name="T11" fmla="*/ 28 h 41"/>
                    <a:gd name="T12" fmla="*/ 72 w 98"/>
                    <a:gd name="T13" fmla="*/ 337 h 41"/>
                    <a:gd name="T14" fmla="*/ 400 w 98"/>
                    <a:gd name="T15" fmla="*/ 406 h 4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1">
                      <a:moveTo>
                        <a:pt x="49" y="41"/>
                      </a:moveTo>
                      <a:cubicBezTo>
                        <a:pt x="69" y="41"/>
                        <a:pt x="83" y="40"/>
                        <a:pt x="89" y="34"/>
                      </a:cubicBezTo>
                      <a:cubicBezTo>
                        <a:pt x="96" y="27"/>
                        <a:pt x="98" y="9"/>
                        <a:pt x="90" y="3"/>
                      </a:cubicBezTo>
                      <a:cubicBezTo>
                        <a:pt x="84" y="0"/>
                        <a:pt x="82" y="5"/>
                        <a:pt x="49" y="5"/>
                      </a:cubicBezTo>
                      <a:cubicBezTo>
                        <a:pt x="49" y="5"/>
                        <a:pt x="49" y="5"/>
                        <a:pt x="49" y="5"/>
                      </a:cubicBezTo>
                      <a:cubicBezTo>
                        <a:pt x="16" y="5"/>
                        <a:pt x="14" y="0"/>
                        <a:pt x="8" y="3"/>
                      </a:cubicBezTo>
                      <a:cubicBezTo>
                        <a:pt x="0" y="9"/>
                        <a:pt x="2" y="27"/>
                        <a:pt x="9" y="34"/>
                      </a:cubicBezTo>
                      <a:cubicBezTo>
                        <a:pt x="15" y="40"/>
                        <a:pt x="29" y="41"/>
                        <a:pt x="49" y="41"/>
                      </a:cubicBezTo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38" name="Freeform 1509">
                  <a:extLst>
                    <a:ext uri="{FF2B5EF4-FFF2-40B4-BE49-F238E27FC236}">
                      <a16:creationId xmlns:a16="http://schemas.microsoft.com/office/drawing/2014/main" id="{57B27701-8335-4687-9778-83F20B282D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518"/>
                  <a:ext cx="197" cy="79"/>
                </a:xfrm>
                <a:custGeom>
                  <a:avLst/>
                  <a:gdLst>
                    <a:gd name="T0" fmla="*/ 400 w 98"/>
                    <a:gd name="T1" fmla="*/ 361 h 37"/>
                    <a:gd name="T2" fmla="*/ 724 w 98"/>
                    <a:gd name="T3" fmla="*/ 293 h 37"/>
                    <a:gd name="T4" fmla="*/ 732 w 98"/>
                    <a:gd name="T5" fmla="*/ 41 h 37"/>
                    <a:gd name="T6" fmla="*/ 400 w 98"/>
                    <a:gd name="T7" fmla="*/ 60 h 37"/>
                    <a:gd name="T8" fmla="*/ 400 w 98"/>
                    <a:gd name="T9" fmla="*/ 60 h 37"/>
                    <a:gd name="T10" fmla="*/ 64 w 98"/>
                    <a:gd name="T11" fmla="*/ 41 h 37"/>
                    <a:gd name="T12" fmla="*/ 72 w 98"/>
                    <a:gd name="T13" fmla="*/ 293 h 37"/>
                    <a:gd name="T14" fmla="*/ 400 w 98"/>
                    <a:gd name="T15" fmla="*/ 361 h 3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7">
                      <a:moveTo>
                        <a:pt x="49" y="37"/>
                      </a:moveTo>
                      <a:cubicBezTo>
                        <a:pt x="69" y="37"/>
                        <a:pt x="83" y="36"/>
                        <a:pt x="89" y="30"/>
                      </a:cubicBezTo>
                      <a:cubicBezTo>
                        <a:pt x="96" y="23"/>
                        <a:pt x="98" y="9"/>
                        <a:pt x="90" y="4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4"/>
                      </a:cubicBezTo>
                      <a:cubicBezTo>
                        <a:pt x="0" y="9"/>
                        <a:pt x="2" y="23"/>
                        <a:pt x="9" y="30"/>
                      </a:cubicBezTo>
                      <a:cubicBezTo>
                        <a:pt x="15" y="36"/>
                        <a:pt x="29" y="37"/>
                        <a:pt x="49" y="37"/>
                      </a:cubicBezTo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39" name="Freeform 1510">
                  <a:extLst>
                    <a:ext uri="{FF2B5EF4-FFF2-40B4-BE49-F238E27FC236}">
                      <a16:creationId xmlns:a16="http://schemas.microsoft.com/office/drawing/2014/main" id="{F5909788-16F3-4963-8CB4-DD03DC7F7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415"/>
                  <a:ext cx="197" cy="90"/>
                </a:xfrm>
                <a:custGeom>
                  <a:avLst/>
                  <a:gdLst>
                    <a:gd name="T0" fmla="*/ 400 w 98"/>
                    <a:gd name="T1" fmla="*/ 414 h 42"/>
                    <a:gd name="T2" fmla="*/ 724 w 98"/>
                    <a:gd name="T3" fmla="*/ 334 h 42"/>
                    <a:gd name="T4" fmla="*/ 732 w 98"/>
                    <a:gd name="T5" fmla="*/ 28 h 42"/>
                    <a:gd name="T6" fmla="*/ 400 w 98"/>
                    <a:gd name="T7" fmla="*/ 60 h 42"/>
                    <a:gd name="T8" fmla="*/ 400 w 98"/>
                    <a:gd name="T9" fmla="*/ 60 h 42"/>
                    <a:gd name="T10" fmla="*/ 64 w 98"/>
                    <a:gd name="T11" fmla="*/ 28 h 42"/>
                    <a:gd name="T12" fmla="*/ 72 w 98"/>
                    <a:gd name="T13" fmla="*/ 334 h 42"/>
                    <a:gd name="T14" fmla="*/ 400 w 98"/>
                    <a:gd name="T15" fmla="*/ 414 h 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2">
                      <a:moveTo>
                        <a:pt x="49" y="42"/>
                      </a:moveTo>
                      <a:cubicBezTo>
                        <a:pt x="69" y="42"/>
                        <a:pt x="83" y="40"/>
                        <a:pt x="89" y="34"/>
                      </a:cubicBezTo>
                      <a:cubicBezTo>
                        <a:pt x="96" y="27"/>
                        <a:pt x="98" y="9"/>
                        <a:pt x="90" y="3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3"/>
                      </a:cubicBezTo>
                      <a:cubicBezTo>
                        <a:pt x="0" y="9"/>
                        <a:pt x="2" y="27"/>
                        <a:pt x="9" y="34"/>
                      </a:cubicBezTo>
                      <a:cubicBezTo>
                        <a:pt x="15" y="40"/>
                        <a:pt x="29" y="42"/>
                        <a:pt x="49" y="42"/>
                      </a:cubicBezTo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40" name="Freeform 1511">
                  <a:extLst>
                    <a:ext uri="{FF2B5EF4-FFF2-40B4-BE49-F238E27FC236}">
                      <a16:creationId xmlns:a16="http://schemas.microsoft.com/office/drawing/2014/main" id="{1BCD2914-D80D-4259-ABFA-27658D6B7E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322"/>
                  <a:ext cx="197" cy="82"/>
                </a:xfrm>
                <a:custGeom>
                  <a:avLst/>
                  <a:gdLst>
                    <a:gd name="T0" fmla="*/ 400 w 98"/>
                    <a:gd name="T1" fmla="*/ 382 h 38"/>
                    <a:gd name="T2" fmla="*/ 724 w 98"/>
                    <a:gd name="T3" fmla="*/ 302 h 38"/>
                    <a:gd name="T4" fmla="*/ 732 w 98"/>
                    <a:gd name="T5" fmla="*/ 41 h 38"/>
                    <a:gd name="T6" fmla="*/ 400 w 98"/>
                    <a:gd name="T7" fmla="*/ 60 h 38"/>
                    <a:gd name="T8" fmla="*/ 400 w 98"/>
                    <a:gd name="T9" fmla="*/ 60 h 38"/>
                    <a:gd name="T10" fmla="*/ 64 w 98"/>
                    <a:gd name="T11" fmla="*/ 41 h 38"/>
                    <a:gd name="T12" fmla="*/ 72 w 98"/>
                    <a:gd name="T13" fmla="*/ 302 h 38"/>
                    <a:gd name="T14" fmla="*/ 400 w 98"/>
                    <a:gd name="T15" fmla="*/ 382 h 3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8">
                      <a:moveTo>
                        <a:pt x="49" y="38"/>
                      </a:moveTo>
                      <a:cubicBezTo>
                        <a:pt x="69" y="38"/>
                        <a:pt x="83" y="37"/>
                        <a:pt x="89" y="30"/>
                      </a:cubicBezTo>
                      <a:cubicBezTo>
                        <a:pt x="96" y="23"/>
                        <a:pt x="98" y="9"/>
                        <a:pt x="90" y="4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4"/>
                      </a:cubicBezTo>
                      <a:cubicBezTo>
                        <a:pt x="0" y="9"/>
                        <a:pt x="2" y="23"/>
                        <a:pt x="9" y="30"/>
                      </a:cubicBezTo>
                      <a:cubicBezTo>
                        <a:pt x="15" y="37"/>
                        <a:pt x="29" y="38"/>
                        <a:pt x="49" y="38"/>
                      </a:cubicBezTo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41" name="Freeform 1512">
                  <a:extLst>
                    <a:ext uri="{FF2B5EF4-FFF2-40B4-BE49-F238E27FC236}">
                      <a16:creationId xmlns:a16="http://schemas.microsoft.com/office/drawing/2014/main" id="{E4B15E08-D430-4220-A172-DE358B1FCC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228"/>
                  <a:ext cx="197" cy="82"/>
                </a:xfrm>
                <a:custGeom>
                  <a:avLst/>
                  <a:gdLst>
                    <a:gd name="T0" fmla="*/ 400 w 98"/>
                    <a:gd name="T1" fmla="*/ 382 h 38"/>
                    <a:gd name="T2" fmla="*/ 724 w 98"/>
                    <a:gd name="T3" fmla="*/ 302 h 38"/>
                    <a:gd name="T4" fmla="*/ 732 w 98"/>
                    <a:gd name="T5" fmla="*/ 41 h 38"/>
                    <a:gd name="T6" fmla="*/ 400 w 98"/>
                    <a:gd name="T7" fmla="*/ 60 h 38"/>
                    <a:gd name="T8" fmla="*/ 400 w 98"/>
                    <a:gd name="T9" fmla="*/ 60 h 38"/>
                    <a:gd name="T10" fmla="*/ 64 w 98"/>
                    <a:gd name="T11" fmla="*/ 41 h 38"/>
                    <a:gd name="T12" fmla="*/ 72 w 98"/>
                    <a:gd name="T13" fmla="*/ 302 h 38"/>
                    <a:gd name="T14" fmla="*/ 400 w 98"/>
                    <a:gd name="T15" fmla="*/ 382 h 3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8">
                      <a:moveTo>
                        <a:pt x="49" y="38"/>
                      </a:moveTo>
                      <a:cubicBezTo>
                        <a:pt x="69" y="38"/>
                        <a:pt x="83" y="37"/>
                        <a:pt x="89" y="30"/>
                      </a:cubicBezTo>
                      <a:cubicBezTo>
                        <a:pt x="96" y="23"/>
                        <a:pt x="98" y="9"/>
                        <a:pt x="90" y="4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4"/>
                      </a:cubicBezTo>
                      <a:cubicBezTo>
                        <a:pt x="0" y="9"/>
                        <a:pt x="2" y="23"/>
                        <a:pt x="9" y="30"/>
                      </a:cubicBezTo>
                      <a:cubicBezTo>
                        <a:pt x="15" y="37"/>
                        <a:pt x="29" y="38"/>
                        <a:pt x="49" y="38"/>
                      </a:cubicBezTo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42" name="Freeform 1513">
                  <a:extLst>
                    <a:ext uri="{FF2B5EF4-FFF2-40B4-BE49-F238E27FC236}">
                      <a16:creationId xmlns:a16="http://schemas.microsoft.com/office/drawing/2014/main" id="{58C5B062-7373-4C00-86B4-C3AE7DAFAC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792"/>
                  <a:ext cx="197" cy="84"/>
                </a:xfrm>
                <a:custGeom>
                  <a:avLst/>
                  <a:gdLst>
                    <a:gd name="T0" fmla="*/ 400 w 98"/>
                    <a:gd name="T1" fmla="*/ 60 h 39"/>
                    <a:gd name="T2" fmla="*/ 732 w 98"/>
                    <a:gd name="T3" fmla="*/ 41 h 39"/>
                    <a:gd name="T4" fmla="*/ 724 w 98"/>
                    <a:gd name="T5" fmla="*/ 278 h 39"/>
                    <a:gd name="T6" fmla="*/ 400 w 98"/>
                    <a:gd name="T7" fmla="*/ 390 h 39"/>
                    <a:gd name="T8" fmla="*/ 400 w 98"/>
                    <a:gd name="T9" fmla="*/ 390 h 39"/>
                    <a:gd name="T10" fmla="*/ 72 w 98"/>
                    <a:gd name="T11" fmla="*/ 278 h 39"/>
                    <a:gd name="T12" fmla="*/ 64 w 98"/>
                    <a:gd name="T13" fmla="*/ 41 h 39"/>
                    <a:gd name="T14" fmla="*/ 400 w 98"/>
                    <a:gd name="T15" fmla="*/ 60 h 3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9">
                      <a:moveTo>
                        <a:pt x="49" y="6"/>
                      </a:moveTo>
                      <a:cubicBezTo>
                        <a:pt x="82" y="6"/>
                        <a:pt x="84" y="0"/>
                        <a:pt x="90" y="4"/>
                      </a:cubicBezTo>
                      <a:cubicBezTo>
                        <a:pt x="98" y="9"/>
                        <a:pt x="96" y="21"/>
                        <a:pt x="89" y="28"/>
                      </a:cubicBezTo>
                      <a:cubicBezTo>
                        <a:pt x="83" y="35"/>
                        <a:pt x="69" y="39"/>
                        <a:pt x="49" y="39"/>
                      </a:cubicBezTo>
                      <a:cubicBezTo>
                        <a:pt x="49" y="39"/>
                        <a:pt x="49" y="39"/>
                        <a:pt x="49" y="39"/>
                      </a:cubicBezTo>
                      <a:cubicBezTo>
                        <a:pt x="29" y="39"/>
                        <a:pt x="15" y="35"/>
                        <a:pt x="9" y="28"/>
                      </a:cubicBezTo>
                      <a:cubicBezTo>
                        <a:pt x="2" y="21"/>
                        <a:pt x="0" y="9"/>
                        <a:pt x="8" y="4"/>
                      </a:cubicBezTo>
                      <a:cubicBezTo>
                        <a:pt x="14" y="0"/>
                        <a:pt x="16" y="6"/>
                        <a:pt x="49" y="6"/>
                      </a:cubicBezTo>
                      <a:close/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43" name="Freeform 1514">
                  <a:extLst>
                    <a:ext uri="{FF2B5EF4-FFF2-40B4-BE49-F238E27FC236}">
                      <a16:creationId xmlns:a16="http://schemas.microsoft.com/office/drawing/2014/main" id="{A06002E3-8C28-4DD9-84E5-E6444BBF95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872"/>
                  <a:ext cx="197" cy="85"/>
                </a:xfrm>
                <a:custGeom>
                  <a:avLst/>
                  <a:gdLst>
                    <a:gd name="T0" fmla="*/ 400 w 98"/>
                    <a:gd name="T1" fmla="*/ 385 h 40"/>
                    <a:gd name="T2" fmla="*/ 724 w 98"/>
                    <a:gd name="T3" fmla="*/ 272 h 40"/>
                    <a:gd name="T4" fmla="*/ 732 w 98"/>
                    <a:gd name="T5" fmla="*/ 40 h 40"/>
                    <a:gd name="T6" fmla="*/ 400 w 98"/>
                    <a:gd name="T7" fmla="*/ 96 h 40"/>
                    <a:gd name="T8" fmla="*/ 400 w 98"/>
                    <a:gd name="T9" fmla="*/ 96 h 40"/>
                    <a:gd name="T10" fmla="*/ 64 w 98"/>
                    <a:gd name="T11" fmla="*/ 40 h 40"/>
                    <a:gd name="T12" fmla="*/ 72 w 98"/>
                    <a:gd name="T13" fmla="*/ 272 h 40"/>
                    <a:gd name="T14" fmla="*/ 400 w 98"/>
                    <a:gd name="T15" fmla="*/ 385 h 4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0">
                      <a:moveTo>
                        <a:pt x="49" y="40"/>
                      </a:moveTo>
                      <a:cubicBezTo>
                        <a:pt x="69" y="40"/>
                        <a:pt x="83" y="35"/>
                        <a:pt x="89" y="28"/>
                      </a:cubicBezTo>
                      <a:cubicBezTo>
                        <a:pt x="96" y="21"/>
                        <a:pt x="98" y="9"/>
                        <a:pt x="90" y="4"/>
                      </a:cubicBezTo>
                      <a:cubicBezTo>
                        <a:pt x="84" y="0"/>
                        <a:pt x="82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16" y="10"/>
                        <a:pt x="14" y="0"/>
                        <a:pt x="8" y="4"/>
                      </a:cubicBezTo>
                      <a:cubicBezTo>
                        <a:pt x="0" y="9"/>
                        <a:pt x="2" y="21"/>
                        <a:pt x="9" y="28"/>
                      </a:cubicBezTo>
                      <a:cubicBezTo>
                        <a:pt x="15" y="35"/>
                        <a:pt x="29" y="40"/>
                        <a:pt x="49" y="40"/>
                      </a:cubicBezTo>
                      <a:close/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44" name="Freeform 1515">
                  <a:extLst>
                    <a:ext uri="{FF2B5EF4-FFF2-40B4-BE49-F238E27FC236}">
                      <a16:creationId xmlns:a16="http://schemas.microsoft.com/office/drawing/2014/main" id="{516EDAE3-9A79-464F-A7D4-0EB0108144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953"/>
                  <a:ext cx="197" cy="90"/>
                </a:xfrm>
                <a:custGeom>
                  <a:avLst/>
                  <a:gdLst>
                    <a:gd name="T0" fmla="*/ 400 w 98"/>
                    <a:gd name="T1" fmla="*/ 414 h 42"/>
                    <a:gd name="T2" fmla="*/ 724 w 98"/>
                    <a:gd name="T3" fmla="*/ 276 h 42"/>
                    <a:gd name="T4" fmla="*/ 732 w 98"/>
                    <a:gd name="T5" fmla="*/ 41 h 42"/>
                    <a:gd name="T6" fmla="*/ 400 w 98"/>
                    <a:gd name="T7" fmla="*/ 96 h 42"/>
                    <a:gd name="T8" fmla="*/ 400 w 98"/>
                    <a:gd name="T9" fmla="*/ 96 h 42"/>
                    <a:gd name="T10" fmla="*/ 64 w 98"/>
                    <a:gd name="T11" fmla="*/ 41 h 42"/>
                    <a:gd name="T12" fmla="*/ 72 w 98"/>
                    <a:gd name="T13" fmla="*/ 276 h 42"/>
                    <a:gd name="T14" fmla="*/ 400 w 98"/>
                    <a:gd name="T15" fmla="*/ 414 h 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2">
                      <a:moveTo>
                        <a:pt x="49" y="42"/>
                      </a:moveTo>
                      <a:cubicBezTo>
                        <a:pt x="69" y="42"/>
                        <a:pt x="83" y="35"/>
                        <a:pt x="89" y="28"/>
                      </a:cubicBezTo>
                      <a:cubicBezTo>
                        <a:pt x="96" y="21"/>
                        <a:pt x="98" y="9"/>
                        <a:pt x="90" y="4"/>
                      </a:cubicBezTo>
                      <a:cubicBezTo>
                        <a:pt x="84" y="0"/>
                        <a:pt x="82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16" y="10"/>
                        <a:pt x="14" y="0"/>
                        <a:pt x="8" y="4"/>
                      </a:cubicBezTo>
                      <a:cubicBezTo>
                        <a:pt x="0" y="9"/>
                        <a:pt x="2" y="21"/>
                        <a:pt x="9" y="28"/>
                      </a:cubicBezTo>
                      <a:cubicBezTo>
                        <a:pt x="15" y="35"/>
                        <a:pt x="29" y="42"/>
                        <a:pt x="49" y="42"/>
                      </a:cubicBezTo>
                      <a:close/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45" name="Freeform 1516">
                  <a:extLst>
                    <a:ext uri="{FF2B5EF4-FFF2-40B4-BE49-F238E27FC236}">
                      <a16:creationId xmlns:a16="http://schemas.microsoft.com/office/drawing/2014/main" id="{488F8311-3B25-460F-A03D-9B0BEC3DE3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850"/>
                  <a:ext cx="161" cy="43"/>
                </a:xfrm>
                <a:custGeom>
                  <a:avLst/>
                  <a:gdLst>
                    <a:gd name="T0" fmla="*/ 316 w 80"/>
                    <a:gd name="T1" fmla="*/ 120 h 20"/>
                    <a:gd name="T2" fmla="*/ 316 w 80"/>
                    <a:gd name="T3" fmla="*/ 120 h 20"/>
                    <a:gd name="T4" fmla="*/ 0 w 80"/>
                    <a:gd name="T5" fmla="*/ 19 h 20"/>
                    <a:gd name="T6" fmla="*/ 0 w 80"/>
                    <a:gd name="T7" fmla="*/ 129 h 20"/>
                    <a:gd name="T8" fmla="*/ 316 w 80"/>
                    <a:gd name="T9" fmla="*/ 198 h 20"/>
                    <a:gd name="T10" fmla="*/ 316 w 80"/>
                    <a:gd name="T11" fmla="*/ 198 h 20"/>
                    <a:gd name="T12" fmla="*/ 652 w 80"/>
                    <a:gd name="T13" fmla="*/ 140 h 20"/>
                    <a:gd name="T14" fmla="*/ 652 w 80"/>
                    <a:gd name="T15" fmla="*/ 0 h 20"/>
                    <a:gd name="T16" fmla="*/ 652 w 80"/>
                    <a:gd name="T17" fmla="*/ 0 h 20"/>
                    <a:gd name="T18" fmla="*/ 644 w 80"/>
                    <a:gd name="T19" fmla="*/ 9 h 20"/>
                    <a:gd name="T20" fmla="*/ 316 w 80"/>
                    <a:gd name="T21" fmla="*/ 120 h 2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0" h="20">
                      <a:moveTo>
                        <a:pt x="39" y="12"/>
                      </a:moveTo>
                      <a:cubicBezTo>
                        <a:pt x="39" y="12"/>
                        <a:pt x="39" y="12"/>
                        <a:pt x="39" y="12"/>
                      </a:cubicBezTo>
                      <a:cubicBezTo>
                        <a:pt x="20" y="12"/>
                        <a:pt x="7" y="8"/>
                        <a:pt x="0" y="2"/>
                      </a:cubicBezTo>
                      <a:cubicBezTo>
                        <a:pt x="1" y="3"/>
                        <a:pt x="3" y="8"/>
                        <a:pt x="0" y="13"/>
                      </a:cubicBezTo>
                      <a:cubicBezTo>
                        <a:pt x="5" y="12"/>
                        <a:pt x="10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72" y="20"/>
                        <a:pt x="74" y="10"/>
                        <a:pt x="80" y="14"/>
                      </a:cubicBezTo>
                      <a:cubicBezTo>
                        <a:pt x="76" y="8"/>
                        <a:pt x="76" y="5"/>
                        <a:pt x="80" y="0"/>
                      </a:cubicBezTo>
                      <a:cubicBezTo>
                        <a:pt x="80" y="0"/>
                        <a:pt x="80" y="0"/>
                        <a:pt x="80" y="0"/>
                      </a:cubicBezTo>
                      <a:cubicBezTo>
                        <a:pt x="80" y="0"/>
                        <a:pt x="80" y="0"/>
                        <a:pt x="79" y="1"/>
                      </a:cubicBezTo>
                      <a:cubicBezTo>
                        <a:pt x="73" y="8"/>
                        <a:pt x="59" y="12"/>
                        <a:pt x="39" y="12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46" name="Freeform 1517">
                  <a:extLst>
                    <a:ext uri="{FF2B5EF4-FFF2-40B4-BE49-F238E27FC236}">
                      <a16:creationId xmlns:a16="http://schemas.microsoft.com/office/drawing/2014/main" id="{4D5E59FF-3D24-46F0-8F8A-F343A3D6DB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769"/>
                  <a:ext cx="169" cy="36"/>
                </a:xfrm>
                <a:custGeom>
                  <a:avLst/>
                  <a:gdLst>
                    <a:gd name="T0" fmla="*/ 660 w 84"/>
                    <a:gd name="T1" fmla="*/ 0 h 17"/>
                    <a:gd name="T2" fmla="*/ 332 w 84"/>
                    <a:gd name="T3" fmla="*/ 76 h 17"/>
                    <a:gd name="T4" fmla="*/ 332 w 84"/>
                    <a:gd name="T5" fmla="*/ 76 h 17"/>
                    <a:gd name="T6" fmla="*/ 8 w 84"/>
                    <a:gd name="T7" fmla="*/ 0 h 17"/>
                    <a:gd name="T8" fmla="*/ 0 w 84"/>
                    <a:gd name="T9" fmla="*/ 144 h 17"/>
                    <a:gd name="T10" fmla="*/ 332 w 84"/>
                    <a:gd name="T11" fmla="*/ 161 h 17"/>
                    <a:gd name="T12" fmla="*/ 332 w 84"/>
                    <a:gd name="T13" fmla="*/ 161 h 17"/>
                    <a:gd name="T14" fmla="*/ 668 w 84"/>
                    <a:gd name="T15" fmla="*/ 144 h 17"/>
                    <a:gd name="T16" fmla="*/ 684 w 84"/>
                    <a:gd name="T17" fmla="*/ 152 h 17"/>
                    <a:gd name="T18" fmla="*/ 684 w 84"/>
                    <a:gd name="T19" fmla="*/ 152 h 17"/>
                    <a:gd name="T20" fmla="*/ 668 w 84"/>
                    <a:gd name="T21" fmla="*/ 0 h 17"/>
                    <a:gd name="T22" fmla="*/ 660 w 84"/>
                    <a:gd name="T23" fmla="*/ 0 h 17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84" h="17">
                      <a:moveTo>
                        <a:pt x="81" y="0"/>
                      </a:moveTo>
                      <a:cubicBezTo>
                        <a:pt x="75" y="7"/>
                        <a:pt x="6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21" y="8"/>
                        <a:pt x="7" y="7"/>
                        <a:pt x="1" y="0"/>
                      </a:cubicBezTo>
                      <a:cubicBezTo>
                        <a:pt x="3" y="6"/>
                        <a:pt x="3" y="10"/>
                        <a:pt x="0" y="15"/>
                      </a:cubicBezTo>
                      <a:cubicBezTo>
                        <a:pt x="6" y="11"/>
                        <a:pt x="8" y="17"/>
                        <a:pt x="41" y="17"/>
                      </a:cubicBezTo>
                      <a:cubicBezTo>
                        <a:pt x="41" y="17"/>
                        <a:pt x="41" y="17"/>
                        <a:pt x="41" y="17"/>
                      </a:cubicBezTo>
                      <a:cubicBezTo>
                        <a:pt x="74" y="17"/>
                        <a:pt x="76" y="11"/>
                        <a:pt x="82" y="15"/>
                      </a:cubicBezTo>
                      <a:cubicBezTo>
                        <a:pt x="83" y="15"/>
                        <a:pt x="83" y="16"/>
                        <a:pt x="84" y="16"/>
                      </a:cubicBezTo>
                      <a:cubicBezTo>
                        <a:pt x="84" y="16"/>
                        <a:pt x="84" y="16"/>
                        <a:pt x="84" y="16"/>
                      </a:cubicBezTo>
                      <a:cubicBezTo>
                        <a:pt x="81" y="12"/>
                        <a:pt x="80" y="5"/>
                        <a:pt x="82" y="0"/>
                      </a:cubicBezTo>
                      <a:cubicBezTo>
                        <a:pt x="82" y="0"/>
                        <a:pt x="82" y="0"/>
                        <a:pt x="81" y="0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47" name="Freeform 1518">
                  <a:extLst>
                    <a:ext uri="{FF2B5EF4-FFF2-40B4-BE49-F238E27FC236}">
                      <a16:creationId xmlns:a16="http://schemas.microsoft.com/office/drawing/2014/main" id="{FC55C6C5-BA2B-4C58-A066-6CC371F0D9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850"/>
                  <a:ext cx="161" cy="43"/>
                </a:xfrm>
                <a:custGeom>
                  <a:avLst/>
                  <a:gdLst>
                    <a:gd name="T0" fmla="*/ 316 w 80"/>
                    <a:gd name="T1" fmla="*/ 120 h 20"/>
                    <a:gd name="T2" fmla="*/ 316 w 80"/>
                    <a:gd name="T3" fmla="*/ 120 h 20"/>
                    <a:gd name="T4" fmla="*/ 0 w 80"/>
                    <a:gd name="T5" fmla="*/ 19 h 20"/>
                    <a:gd name="T6" fmla="*/ 0 w 80"/>
                    <a:gd name="T7" fmla="*/ 129 h 20"/>
                    <a:gd name="T8" fmla="*/ 316 w 80"/>
                    <a:gd name="T9" fmla="*/ 198 h 20"/>
                    <a:gd name="T10" fmla="*/ 316 w 80"/>
                    <a:gd name="T11" fmla="*/ 198 h 20"/>
                    <a:gd name="T12" fmla="*/ 652 w 80"/>
                    <a:gd name="T13" fmla="*/ 140 h 20"/>
                    <a:gd name="T14" fmla="*/ 652 w 80"/>
                    <a:gd name="T15" fmla="*/ 0 h 20"/>
                    <a:gd name="T16" fmla="*/ 652 w 80"/>
                    <a:gd name="T17" fmla="*/ 0 h 20"/>
                    <a:gd name="T18" fmla="*/ 644 w 80"/>
                    <a:gd name="T19" fmla="*/ 9 h 20"/>
                    <a:gd name="T20" fmla="*/ 316 w 80"/>
                    <a:gd name="T21" fmla="*/ 120 h 2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0" h="20">
                      <a:moveTo>
                        <a:pt x="39" y="12"/>
                      </a:moveTo>
                      <a:cubicBezTo>
                        <a:pt x="39" y="12"/>
                        <a:pt x="39" y="12"/>
                        <a:pt x="39" y="12"/>
                      </a:cubicBezTo>
                      <a:cubicBezTo>
                        <a:pt x="20" y="12"/>
                        <a:pt x="7" y="8"/>
                        <a:pt x="0" y="2"/>
                      </a:cubicBezTo>
                      <a:cubicBezTo>
                        <a:pt x="1" y="3"/>
                        <a:pt x="3" y="8"/>
                        <a:pt x="0" y="13"/>
                      </a:cubicBezTo>
                      <a:cubicBezTo>
                        <a:pt x="5" y="12"/>
                        <a:pt x="10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72" y="20"/>
                        <a:pt x="74" y="10"/>
                        <a:pt x="80" y="14"/>
                      </a:cubicBezTo>
                      <a:cubicBezTo>
                        <a:pt x="76" y="8"/>
                        <a:pt x="76" y="5"/>
                        <a:pt x="80" y="0"/>
                      </a:cubicBezTo>
                      <a:cubicBezTo>
                        <a:pt x="80" y="0"/>
                        <a:pt x="80" y="0"/>
                        <a:pt x="80" y="0"/>
                      </a:cubicBezTo>
                      <a:cubicBezTo>
                        <a:pt x="80" y="0"/>
                        <a:pt x="80" y="0"/>
                        <a:pt x="79" y="1"/>
                      </a:cubicBezTo>
                      <a:cubicBezTo>
                        <a:pt x="73" y="8"/>
                        <a:pt x="59" y="12"/>
                        <a:pt x="39" y="12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48" name="Freeform 1519">
                  <a:extLst>
                    <a:ext uri="{FF2B5EF4-FFF2-40B4-BE49-F238E27FC236}">
                      <a16:creationId xmlns:a16="http://schemas.microsoft.com/office/drawing/2014/main" id="{CBBA7C6C-5E6E-4A44-A4B2-90E91234F6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769"/>
                  <a:ext cx="169" cy="36"/>
                </a:xfrm>
                <a:custGeom>
                  <a:avLst/>
                  <a:gdLst>
                    <a:gd name="T0" fmla="*/ 660 w 84"/>
                    <a:gd name="T1" fmla="*/ 0 h 17"/>
                    <a:gd name="T2" fmla="*/ 332 w 84"/>
                    <a:gd name="T3" fmla="*/ 76 h 17"/>
                    <a:gd name="T4" fmla="*/ 332 w 84"/>
                    <a:gd name="T5" fmla="*/ 76 h 17"/>
                    <a:gd name="T6" fmla="*/ 8 w 84"/>
                    <a:gd name="T7" fmla="*/ 0 h 17"/>
                    <a:gd name="T8" fmla="*/ 0 w 84"/>
                    <a:gd name="T9" fmla="*/ 144 h 17"/>
                    <a:gd name="T10" fmla="*/ 332 w 84"/>
                    <a:gd name="T11" fmla="*/ 161 h 17"/>
                    <a:gd name="T12" fmla="*/ 332 w 84"/>
                    <a:gd name="T13" fmla="*/ 161 h 17"/>
                    <a:gd name="T14" fmla="*/ 668 w 84"/>
                    <a:gd name="T15" fmla="*/ 144 h 17"/>
                    <a:gd name="T16" fmla="*/ 684 w 84"/>
                    <a:gd name="T17" fmla="*/ 152 h 17"/>
                    <a:gd name="T18" fmla="*/ 684 w 84"/>
                    <a:gd name="T19" fmla="*/ 152 h 17"/>
                    <a:gd name="T20" fmla="*/ 668 w 84"/>
                    <a:gd name="T21" fmla="*/ 0 h 17"/>
                    <a:gd name="T22" fmla="*/ 660 w 84"/>
                    <a:gd name="T23" fmla="*/ 0 h 17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84" h="17">
                      <a:moveTo>
                        <a:pt x="81" y="0"/>
                      </a:moveTo>
                      <a:cubicBezTo>
                        <a:pt x="75" y="7"/>
                        <a:pt x="6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21" y="8"/>
                        <a:pt x="7" y="7"/>
                        <a:pt x="1" y="0"/>
                      </a:cubicBezTo>
                      <a:cubicBezTo>
                        <a:pt x="3" y="6"/>
                        <a:pt x="3" y="10"/>
                        <a:pt x="0" y="15"/>
                      </a:cubicBezTo>
                      <a:cubicBezTo>
                        <a:pt x="6" y="11"/>
                        <a:pt x="8" y="17"/>
                        <a:pt x="41" y="17"/>
                      </a:cubicBezTo>
                      <a:cubicBezTo>
                        <a:pt x="41" y="17"/>
                        <a:pt x="41" y="17"/>
                        <a:pt x="41" y="17"/>
                      </a:cubicBezTo>
                      <a:cubicBezTo>
                        <a:pt x="74" y="17"/>
                        <a:pt x="76" y="11"/>
                        <a:pt x="82" y="15"/>
                      </a:cubicBezTo>
                      <a:cubicBezTo>
                        <a:pt x="83" y="15"/>
                        <a:pt x="83" y="16"/>
                        <a:pt x="84" y="16"/>
                      </a:cubicBezTo>
                      <a:cubicBezTo>
                        <a:pt x="84" y="16"/>
                        <a:pt x="84" y="16"/>
                        <a:pt x="84" y="16"/>
                      </a:cubicBezTo>
                      <a:cubicBezTo>
                        <a:pt x="81" y="12"/>
                        <a:pt x="80" y="5"/>
                        <a:pt x="82" y="0"/>
                      </a:cubicBezTo>
                      <a:cubicBezTo>
                        <a:pt x="82" y="0"/>
                        <a:pt x="82" y="0"/>
                        <a:pt x="81" y="0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49" name="Freeform 1520">
                  <a:extLst>
                    <a:ext uri="{FF2B5EF4-FFF2-40B4-BE49-F238E27FC236}">
                      <a16:creationId xmlns:a16="http://schemas.microsoft.com/office/drawing/2014/main" id="{E52D4C16-485D-4F09-91B0-C616198964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89"/>
                  <a:ext cx="163" cy="39"/>
                </a:xfrm>
                <a:custGeom>
                  <a:avLst/>
                  <a:gdLst>
                    <a:gd name="T0" fmla="*/ 636 w 81"/>
                    <a:gd name="T1" fmla="*/ 0 h 18"/>
                    <a:gd name="T2" fmla="*/ 316 w 81"/>
                    <a:gd name="T3" fmla="*/ 72 h 18"/>
                    <a:gd name="T4" fmla="*/ 316 w 81"/>
                    <a:gd name="T5" fmla="*/ 72 h 18"/>
                    <a:gd name="T6" fmla="*/ 16 w 81"/>
                    <a:gd name="T7" fmla="*/ 9 h 18"/>
                    <a:gd name="T8" fmla="*/ 0 w 81"/>
                    <a:gd name="T9" fmla="*/ 156 h 18"/>
                    <a:gd name="T10" fmla="*/ 316 w 81"/>
                    <a:gd name="T11" fmla="*/ 184 h 18"/>
                    <a:gd name="T12" fmla="*/ 316 w 81"/>
                    <a:gd name="T13" fmla="*/ 184 h 18"/>
                    <a:gd name="T14" fmla="*/ 652 w 81"/>
                    <a:gd name="T15" fmla="*/ 156 h 18"/>
                    <a:gd name="T16" fmla="*/ 660 w 81"/>
                    <a:gd name="T17" fmla="*/ 173 h 18"/>
                    <a:gd name="T18" fmla="*/ 660 w 81"/>
                    <a:gd name="T19" fmla="*/ 165 h 18"/>
                    <a:gd name="T20" fmla="*/ 636 w 81"/>
                    <a:gd name="T21" fmla="*/ 0 h 1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1" h="18">
                      <a:moveTo>
                        <a:pt x="78" y="0"/>
                      </a:moveTo>
                      <a:cubicBezTo>
                        <a:pt x="71" y="6"/>
                        <a:pt x="58" y="7"/>
                        <a:pt x="39" y="7"/>
                      </a:cubicBezTo>
                      <a:cubicBezTo>
                        <a:pt x="39" y="7"/>
                        <a:pt x="39" y="7"/>
                        <a:pt x="39" y="7"/>
                      </a:cubicBezTo>
                      <a:cubicBezTo>
                        <a:pt x="22" y="7"/>
                        <a:pt x="9" y="6"/>
                        <a:pt x="2" y="1"/>
                      </a:cubicBezTo>
                      <a:cubicBezTo>
                        <a:pt x="4" y="6"/>
                        <a:pt x="2" y="11"/>
                        <a:pt x="0" y="15"/>
                      </a:cubicBezTo>
                      <a:cubicBezTo>
                        <a:pt x="5" y="13"/>
                        <a:pt x="9" y="18"/>
                        <a:pt x="39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72" y="18"/>
                        <a:pt x="74" y="12"/>
                        <a:pt x="80" y="15"/>
                      </a:cubicBezTo>
                      <a:cubicBezTo>
                        <a:pt x="81" y="16"/>
                        <a:pt x="81" y="16"/>
                        <a:pt x="81" y="17"/>
                      </a:cubicBezTo>
                      <a:cubicBezTo>
                        <a:pt x="81" y="16"/>
                        <a:pt x="81" y="16"/>
                        <a:pt x="81" y="16"/>
                      </a:cubicBezTo>
                      <a:cubicBezTo>
                        <a:pt x="77" y="14"/>
                        <a:pt x="75" y="6"/>
                        <a:pt x="78" y="0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50" name="Freeform 1521">
                  <a:extLst>
                    <a:ext uri="{FF2B5EF4-FFF2-40B4-BE49-F238E27FC236}">
                      <a16:creationId xmlns:a16="http://schemas.microsoft.com/office/drawing/2014/main" id="{EB95923F-503E-47E9-AA51-44B464F2F5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292"/>
                  <a:ext cx="167" cy="43"/>
                </a:xfrm>
                <a:custGeom>
                  <a:avLst/>
                  <a:gdLst>
                    <a:gd name="T0" fmla="*/ 660 w 83"/>
                    <a:gd name="T1" fmla="*/ 0 h 20"/>
                    <a:gd name="T2" fmla="*/ 332 w 83"/>
                    <a:gd name="T3" fmla="*/ 80 h 20"/>
                    <a:gd name="T4" fmla="*/ 332 w 83"/>
                    <a:gd name="T5" fmla="*/ 80 h 20"/>
                    <a:gd name="T6" fmla="*/ 32 w 83"/>
                    <a:gd name="T7" fmla="*/ 19 h 20"/>
                    <a:gd name="T8" fmla="*/ 0 w 83"/>
                    <a:gd name="T9" fmla="*/ 181 h 20"/>
                    <a:gd name="T10" fmla="*/ 332 w 83"/>
                    <a:gd name="T11" fmla="*/ 198 h 20"/>
                    <a:gd name="T12" fmla="*/ 332 w 83"/>
                    <a:gd name="T13" fmla="*/ 198 h 20"/>
                    <a:gd name="T14" fmla="*/ 668 w 83"/>
                    <a:gd name="T15" fmla="*/ 181 h 20"/>
                    <a:gd name="T16" fmla="*/ 676 w 83"/>
                    <a:gd name="T17" fmla="*/ 189 h 20"/>
                    <a:gd name="T18" fmla="*/ 676 w 83"/>
                    <a:gd name="T19" fmla="*/ 181 h 20"/>
                    <a:gd name="T20" fmla="*/ 660 w 83"/>
                    <a:gd name="T21" fmla="*/ 0 h 2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3" h="20">
                      <a:moveTo>
                        <a:pt x="81" y="0"/>
                      </a:moveTo>
                      <a:cubicBezTo>
                        <a:pt x="74" y="7"/>
                        <a:pt x="6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23" y="8"/>
                        <a:pt x="11" y="7"/>
                        <a:pt x="4" y="2"/>
                      </a:cubicBezTo>
                      <a:cubicBezTo>
                        <a:pt x="6" y="8"/>
                        <a:pt x="4" y="15"/>
                        <a:pt x="0" y="18"/>
                      </a:cubicBezTo>
                      <a:cubicBezTo>
                        <a:pt x="6" y="14"/>
                        <a:pt x="8" y="20"/>
                        <a:pt x="41" y="20"/>
                      </a:cubicBezTo>
                      <a:cubicBezTo>
                        <a:pt x="41" y="20"/>
                        <a:pt x="41" y="20"/>
                        <a:pt x="41" y="20"/>
                      </a:cubicBezTo>
                      <a:cubicBezTo>
                        <a:pt x="74" y="20"/>
                        <a:pt x="76" y="14"/>
                        <a:pt x="82" y="18"/>
                      </a:cubicBezTo>
                      <a:cubicBezTo>
                        <a:pt x="83" y="18"/>
                        <a:pt x="83" y="19"/>
                        <a:pt x="83" y="19"/>
                      </a:cubicBezTo>
                      <a:cubicBezTo>
                        <a:pt x="83" y="18"/>
                        <a:pt x="83" y="18"/>
                        <a:pt x="83" y="18"/>
                      </a:cubicBezTo>
                      <a:cubicBezTo>
                        <a:pt x="79" y="15"/>
                        <a:pt x="77" y="6"/>
                        <a:pt x="81" y="0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51" name="Freeform 1522">
                  <a:extLst>
                    <a:ext uri="{FF2B5EF4-FFF2-40B4-BE49-F238E27FC236}">
                      <a16:creationId xmlns:a16="http://schemas.microsoft.com/office/drawing/2014/main" id="{F82013A8-74E8-4A84-955D-9DEED0014A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83"/>
                  <a:ext cx="161" cy="38"/>
                </a:xfrm>
                <a:custGeom>
                  <a:avLst/>
                  <a:gdLst>
                    <a:gd name="T0" fmla="*/ 316 w 80"/>
                    <a:gd name="T1" fmla="*/ 169 h 18"/>
                    <a:gd name="T2" fmla="*/ 316 w 80"/>
                    <a:gd name="T3" fmla="*/ 169 h 18"/>
                    <a:gd name="T4" fmla="*/ 652 w 80"/>
                    <a:gd name="T5" fmla="*/ 152 h 18"/>
                    <a:gd name="T6" fmla="*/ 644 w 80"/>
                    <a:gd name="T7" fmla="*/ 0 h 18"/>
                    <a:gd name="T8" fmla="*/ 316 w 80"/>
                    <a:gd name="T9" fmla="*/ 68 h 18"/>
                    <a:gd name="T10" fmla="*/ 316 w 80"/>
                    <a:gd name="T11" fmla="*/ 68 h 18"/>
                    <a:gd name="T12" fmla="*/ 16 w 80"/>
                    <a:gd name="T13" fmla="*/ 17 h 18"/>
                    <a:gd name="T14" fmla="*/ 0 w 80"/>
                    <a:gd name="T15" fmla="*/ 144 h 18"/>
                    <a:gd name="T16" fmla="*/ 316 w 80"/>
                    <a:gd name="T17" fmla="*/ 169 h 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80" h="18">
                      <a:moveTo>
                        <a:pt x="39" y="18"/>
                      </a:move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72" y="18"/>
                        <a:pt x="74" y="13"/>
                        <a:pt x="80" y="16"/>
                      </a:cubicBezTo>
                      <a:cubicBezTo>
                        <a:pt x="77" y="12"/>
                        <a:pt x="76" y="5"/>
                        <a:pt x="79" y="0"/>
                      </a:cubicBezTo>
                      <a:cubicBezTo>
                        <a:pt x="72" y="6"/>
                        <a:pt x="59" y="7"/>
                        <a:pt x="39" y="7"/>
                      </a:cubicBezTo>
                      <a:cubicBezTo>
                        <a:pt x="39" y="7"/>
                        <a:pt x="39" y="7"/>
                        <a:pt x="39" y="7"/>
                      </a:cubicBezTo>
                      <a:cubicBezTo>
                        <a:pt x="21" y="7"/>
                        <a:pt x="9" y="7"/>
                        <a:pt x="2" y="2"/>
                      </a:cubicBezTo>
                      <a:cubicBezTo>
                        <a:pt x="4" y="7"/>
                        <a:pt x="3" y="12"/>
                        <a:pt x="0" y="15"/>
                      </a:cubicBezTo>
                      <a:cubicBezTo>
                        <a:pt x="5" y="14"/>
                        <a:pt x="10" y="18"/>
                        <a:pt x="39" y="18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52" name="Freeform 1523">
                  <a:extLst>
                    <a:ext uri="{FF2B5EF4-FFF2-40B4-BE49-F238E27FC236}">
                      <a16:creationId xmlns:a16="http://schemas.microsoft.com/office/drawing/2014/main" id="{461AA8F1-3523-4127-A532-EA3EBC9B0D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3" y="1576"/>
                  <a:ext cx="161" cy="45"/>
                </a:xfrm>
                <a:custGeom>
                  <a:avLst/>
                  <a:gdLst>
                    <a:gd name="T0" fmla="*/ 308 w 80"/>
                    <a:gd name="T1" fmla="*/ 96 h 21"/>
                    <a:gd name="T2" fmla="*/ 308 w 80"/>
                    <a:gd name="T3" fmla="*/ 96 h 21"/>
                    <a:gd name="T4" fmla="*/ 0 w 80"/>
                    <a:gd name="T5" fmla="*/ 51 h 21"/>
                    <a:gd name="T6" fmla="*/ 0 w 80"/>
                    <a:gd name="T7" fmla="*/ 180 h 21"/>
                    <a:gd name="T8" fmla="*/ 308 w 80"/>
                    <a:gd name="T9" fmla="*/ 206 h 21"/>
                    <a:gd name="T10" fmla="*/ 308 w 80"/>
                    <a:gd name="T11" fmla="*/ 206 h 21"/>
                    <a:gd name="T12" fmla="*/ 636 w 80"/>
                    <a:gd name="T13" fmla="*/ 189 h 21"/>
                    <a:gd name="T14" fmla="*/ 652 w 80"/>
                    <a:gd name="T15" fmla="*/ 9 h 21"/>
                    <a:gd name="T16" fmla="*/ 652 w 80"/>
                    <a:gd name="T17" fmla="*/ 0 h 21"/>
                    <a:gd name="T18" fmla="*/ 636 w 80"/>
                    <a:gd name="T19" fmla="*/ 28 h 21"/>
                    <a:gd name="T20" fmla="*/ 308 w 80"/>
                    <a:gd name="T21" fmla="*/ 96 h 2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0" h="21">
                      <a:moveTo>
                        <a:pt x="38" y="10"/>
                      </a:moveTo>
                      <a:cubicBezTo>
                        <a:pt x="38" y="10"/>
                        <a:pt x="38" y="10"/>
                        <a:pt x="38" y="10"/>
                      </a:cubicBezTo>
                      <a:cubicBezTo>
                        <a:pt x="20" y="10"/>
                        <a:pt x="8" y="10"/>
                        <a:pt x="0" y="5"/>
                      </a:cubicBezTo>
                      <a:cubicBezTo>
                        <a:pt x="2" y="9"/>
                        <a:pt x="2" y="15"/>
                        <a:pt x="0" y="18"/>
                      </a:cubicBezTo>
                      <a:cubicBezTo>
                        <a:pt x="5" y="17"/>
                        <a:pt x="10" y="21"/>
                        <a:pt x="38" y="21"/>
                      </a:cubicBezTo>
                      <a:cubicBezTo>
                        <a:pt x="38" y="21"/>
                        <a:pt x="38" y="21"/>
                        <a:pt x="38" y="21"/>
                      </a:cubicBezTo>
                      <a:cubicBezTo>
                        <a:pt x="70" y="21"/>
                        <a:pt x="73" y="16"/>
                        <a:pt x="78" y="19"/>
                      </a:cubicBezTo>
                      <a:cubicBezTo>
                        <a:pt x="75" y="14"/>
                        <a:pt x="74" y="6"/>
                        <a:pt x="80" y="1"/>
                      </a:cubicBezTo>
                      <a:cubicBezTo>
                        <a:pt x="80" y="0"/>
                        <a:pt x="80" y="0"/>
                        <a:pt x="80" y="0"/>
                      </a:cubicBezTo>
                      <a:cubicBezTo>
                        <a:pt x="80" y="1"/>
                        <a:pt x="79" y="2"/>
                        <a:pt x="78" y="3"/>
                      </a:cubicBezTo>
                      <a:cubicBezTo>
                        <a:pt x="72" y="9"/>
                        <a:pt x="58" y="10"/>
                        <a:pt x="38" y="10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53" name="Freeform 1524">
                  <a:extLst>
                    <a:ext uri="{FF2B5EF4-FFF2-40B4-BE49-F238E27FC236}">
                      <a16:creationId xmlns:a16="http://schemas.microsoft.com/office/drawing/2014/main" id="{F88169E4-A938-4353-96A3-BFFEC04D8D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81"/>
                  <a:ext cx="163" cy="50"/>
                </a:xfrm>
                <a:custGeom>
                  <a:avLst/>
                  <a:gdLst>
                    <a:gd name="T0" fmla="*/ 660 w 81"/>
                    <a:gd name="T1" fmla="*/ 0 h 23"/>
                    <a:gd name="T2" fmla="*/ 644 w 81"/>
                    <a:gd name="T3" fmla="*/ 33 h 23"/>
                    <a:gd name="T4" fmla="*/ 316 w 81"/>
                    <a:gd name="T5" fmla="*/ 113 h 23"/>
                    <a:gd name="T6" fmla="*/ 316 w 81"/>
                    <a:gd name="T7" fmla="*/ 113 h 23"/>
                    <a:gd name="T8" fmla="*/ 8 w 81"/>
                    <a:gd name="T9" fmla="*/ 43 h 23"/>
                    <a:gd name="T10" fmla="*/ 0 w 81"/>
                    <a:gd name="T11" fmla="*/ 202 h 23"/>
                    <a:gd name="T12" fmla="*/ 316 w 81"/>
                    <a:gd name="T13" fmla="*/ 237 h 23"/>
                    <a:gd name="T14" fmla="*/ 316 w 81"/>
                    <a:gd name="T15" fmla="*/ 237 h 23"/>
                    <a:gd name="T16" fmla="*/ 652 w 81"/>
                    <a:gd name="T17" fmla="*/ 217 h 23"/>
                    <a:gd name="T18" fmla="*/ 660 w 81"/>
                    <a:gd name="T19" fmla="*/ 226 h 23"/>
                    <a:gd name="T20" fmla="*/ 660 w 81"/>
                    <a:gd name="T21" fmla="*/ 226 h 23"/>
                    <a:gd name="T22" fmla="*/ 660 w 81"/>
                    <a:gd name="T23" fmla="*/ 9 h 23"/>
                    <a:gd name="T24" fmla="*/ 660 w 81"/>
                    <a:gd name="T25" fmla="*/ 0 h 2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81" h="23">
                      <a:moveTo>
                        <a:pt x="81" y="0"/>
                      </a:moveTo>
                      <a:cubicBezTo>
                        <a:pt x="81" y="1"/>
                        <a:pt x="80" y="2"/>
                        <a:pt x="79" y="3"/>
                      </a:cubicBezTo>
                      <a:cubicBezTo>
                        <a:pt x="73" y="9"/>
                        <a:pt x="59" y="11"/>
                        <a:pt x="39" y="11"/>
                      </a:cubicBezTo>
                      <a:cubicBezTo>
                        <a:pt x="39" y="11"/>
                        <a:pt x="39" y="11"/>
                        <a:pt x="39" y="11"/>
                      </a:cubicBezTo>
                      <a:cubicBezTo>
                        <a:pt x="21" y="11"/>
                        <a:pt x="8" y="10"/>
                        <a:pt x="1" y="4"/>
                      </a:cubicBezTo>
                      <a:cubicBezTo>
                        <a:pt x="4" y="10"/>
                        <a:pt x="3" y="16"/>
                        <a:pt x="0" y="20"/>
                      </a:cubicBezTo>
                      <a:cubicBezTo>
                        <a:pt x="5" y="18"/>
                        <a:pt x="9" y="23"/>
                        <a:pt x="39" y="23"/>
                      </a:cubicBezTo>
                      <a:cubicBezTo>
                        <a:pt x="39" y="23"/>
                        <a:pt x="39" y="23"/>
                        <a:pt x="39" y="23"/>
                      </a:cubicBezTo>
                      <a:cubicBezTo>
                        <a:pt x="72" y="23"/>
                        <a:pt x="74" y="17"/>
                        <a:pt x="80" y="21"/>
                      </a:cubicBezTo>
                      <a:cubicBezTo>
                        <a:pt x="81" y="21"/>
                        <a:pt x="81" y="22"/>
                        <a:pt x="81" y="22"/>
                      </a:cubicBezTo>
                      <a:cubicBezTo>
                        <a:pt x="81" y="22"/>
                        <a:pt x="81" y="22"/>
                        <a:pt x="81" y="22"/>
                      </a:cubicBezTo>
                      <a:cubicBezTo>
                        <a:pt x="77" y="18"/>
                        <a:pt x="74" y="7"/>
                        <a:pt x="81" y="1"/>
                      </a:cubicBez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54" name="Freeform 1525">
                  <a:extLst>
                    <a:ext uri="{FF2B5EF4-FFF2-40B4-BE49-F238E27FC236}">
                      <a16:creationId xmlns:a16="http://schemas.microsoft.com/office/drawing/2014/main" id="{F057C76E-8B87-4F35-BD60-657AD5614C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3" y="1202"/>
                  <a:ext cx="155" cy="39"/>
                </a:xfrm>
                <a:custGeom>
                  <a:avLst/>
                  <a:gdLst>
                    <a:gd name="T0" fmla="*/ 8 w 77"/>
                    <a:gd name="T1" fmla="*/ 156 h 18"/>
                    <a:gd name="T2" fmla="*/ 308 w 77"/>
                    <a:gd name="T3" fmla="*/ 184 h 18"/>
                    <a:gd name="T4" fmla="*/ 308 w 77"/>
                    <a:gd name="T5" fmla="*/ 184 h 18"/>
                    <a:gd name="T6" fmla="*/ 628 w 77"/>
                    <a:gd name="T7" fmla="*/ 156 h 18"/>
                    <a:gd name="T8" fmla="*/ 628 w 77"/>
                    <a:gd name="T9" fmla="*/ 156 h 18"/>
                    <a:gd name="T10" fmla="*/ 604 w 77"/>
                    <a:gd name="T11" fmla="*/ 0 h 18"/>
                    <a:gd name="T12" fmla="*/ 24 w 77"/>
                    <a:gd name="T13" fmla="*/ 0 h 18"/>
                    <a:gd name="T14" fmla="*/ 0 w 77"/>
                    <a:gd name="T15" fmla="*/ 141 h 18"/>
                    <a:gd name="T16" fmla="*/ 8 w 77"/>
                    <a:gd name="T17" fmla="*/ 156 h 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77" h="18">
                      <a:moveTo>
                        <a:pt x="1" y="15"/>
                      </a:moveTo>
                      <a:cubicBezTo>
                        <a:pt x="5" y="14"/>
                        <a:pt x="12" y="18"/>
                        <a:pt x="38" y="18"/>
                      </a:cubicBezTo>
                      <a:cubicBezTo>
                        <a:pt x="38" y="18"/>
                        <a:pt x="38" y="18"/>
                        <a:pt x="38" y="18"/>
                      </a:cubicBezTo>
                      <a:cubicBezTo>
                        <a:pt x="67" y="18"/>
                        <a:pt x="72" y="14"/>
                        <a:pt x="77" y="15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72" y="11"/>
                        <a:pt x="74" y="0"/>
                        <a:pt x="74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5" y="5"/>
                        <a:pt x="4" y="11"/>
                        <a:pt x="0" y="14"/>
                      </a:cubicBezTo>
                      <a:lnTo>
                        <a:pt x="1" y="15"/>
                      </a:ln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55" name="Freeform 1526">
                  <a:extLst>
                    <a:ext uri="{FF2B5EF4-FFF2-40B4-BE49-F238E27FC236}">
                      <a16:creationId xmlns:a16="http://schemas.microsoft.com/office/drawing/2014/main" id="{3B370A0C-F736-465F-B287-0F734A37AC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1" y="1245"/>
                  <a:ext cx="121" cy="41"/>
                </a:xfrm>
                <a:custGeom>
                  <a:avLst/>
                  <a:gdLst>
                    <a:gd name="T0" fmla="*/ 492 w 60"/>
                    <a:gd name="T1" fmla="*/ 28 h 19"/>
                    <a:gd name="T2" fmla="*/ 163 w 60"/>
                    <a:gd name="T3" fmla="*/ 9 h 19"/>
                    <a:gd name="T4" fmla="*/ 56 w 60"/>
                    <a:gd name="T5" fmla="*/ 19 h 19"/>
                    <a:gd name="T6" fmla="*/ 97 w 60"/>
                    <a:gd name="T7" fmla="*/ 190 h 19"/>
                    <a:gd name="T8" fmla="*/ 89 w 60"/>
                    <a:gd name="T9" fmla="*/ 69 h 19"/>
                    <a:gd name="T10" fmla="*/ 264 w 60"/>
                    <a:gd name="T11" fmla="*/ 52 h 19"/>
                    <a:gd name="T12" fmla="*/ 492 w 60"/>
                    <a:gd name="T13" fmla="*/ 41 h 1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0" h="19">
                      <a:moveTo>
                        <a:pt x="60" y="3"/>
                      </a:moveTo>
                      <a:cubicBezTo>
                        <a:pt x="47" y="6"/>
                        <a:pt x="33" y="2"/>
                        <a:pt x="20" y="1"/>
                      </a:cubicBezTo>
                      <a:cubicBezTo>
                        <a:pt x="16" y="1"/>
                        <a:pt x="11" y="0"/>
                        <a:pt x="7" y="2"/>
                      </a:cubicBezTo>
                      <a:cubicBezTo>
                        <a:pt x="0" y="6"/>
                        <a:pt x="6" y="18"/>
                        <a:pt x="12" y="19"/>
                      </a:cubicBezTo>
                      <a:cubicBezTo>
                        <a:pt x="10" y="15"/>
                        <a:pt x="7" y="10"/>
                        <a:pt x="11" y="7"/>
                      </a:cubicBezTo>
                      <a:cubicBezTo>
                        <a:pt x="16" y="4"/>
                        <a:pt x="27" y="5"/>
                        <a:pt x="32" y="5"/>
                      </a:cubicBezTo>
                      <a:cubicBezTo>
                        <a:pt x="41" y="5"/>
                        <a:pt x="52" y="7"/>
                        <a:pt x="60" y="4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56" name="Freeform 1527">
                  <a:extLst>
                    <a:ext uri="{FF2B5EF4-FFF2-40B4-BE49-F238E27FC236}">
                      <a16:creationId xmlns:a16="http://schemas.microsoft.com/office/drawing/2014/main" id="{5E53C83B-6DC2-41BD-BEED-93B7B6807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9" y="1337"/>
                  <a:ext cx="123" cy="41"/>
                </a:xfrm>
                <a:custGeom>
                  <a:avLst/>
                  <a:gdLst>
                    <a:gd name="T0" fmla="*/ 492 w 61"/>
                    <a:gd name="T1" fmla="*/ 28 h 19"/>
                    <a:gd name="T2" fmla="*/ 163 w 61"/>
                    <a:gd name="T3" fmla="*/ 19 h 19"/>
                    <a:gd name="T4" fmla="*/ 56 w 61"/>
                    <a:gd name="T5" fmla="*/ 19 h 19"/>
                    <a:gd name="T6" fmla="*/ 97 w 61"/>
                    <a:gd name="T7" fmla="*/ 190 h 19"/>
                    <a:gd name="T8" fmla="*/ 97 w 61"/>
                    <a:gd name="T9" fmla="*/ 69 h 19"/>
                    <a:gd name="T10" fmla="*/ 264 w 61"/>
                    <a:gd name="T11" fmla="*/ 52 h 19"/>
                    <a:gd name="T12" fmla="*/ 500 w 61"/>
                    <a:gd name="T13" fmla="*/ 41 h 1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1" h="19">
                      <a:moveTo>
                        <a:pt x="60" y="3"/>
                      </a:moveTo>
                      <a:cubicBezTo>
                        <a:pt x="47" y="6"/>
                        <a:pt x="33" y="2"/>
                        <a:pt x="20" y="2"/>
                      </a:cubicBezTo>
                      <a:cubicBezTo>
                        <a:pt x="16" y="1"/>
                        <a:pt x="11" y="0"/>
                        <a:pt x="7" y="2"/>
                      </a:cubicBezTo>
                      <a:cubicBezTo>
                        <a:pt x="0" y="6"/>
                        <a:pt x="6" y="18"/>
                        <a:pt x="12" y="19"/>
                      </a:cubicBezTo>
                      <a:cubicBezTo>
                        <a:pt x="10" y="15"/>
                        <a:pt x="7" y="10"/>
                        <a:pt x="12" y="7"/>
                      </a:cubicBezTo>
                      <a:cubicBezTo>
                        <a:pt x="16" y="4"/>
                        <a:pt x="27" y="5"/>
                        <a:pt x="32" y="5"/>
                      </a:cubicBezTo>
                      <a:cubicBezTo>
                        <a:pt x="41" y="5"/>
                        <a:pt x="52" y="7"/>
                        <a:pt x="61" y="4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57" name="Freeform 1528">
                  <a:extLst>
                    <a:ext uri="{FF2B5EF4-FFF2-40B4-BE49-F238E27FC236}">
                      <a16:creationId xmlns:a16="http://schemas.microsoft.com/office/drawing/2014/main" id="{0EF14D95-7EBD-4A6A-956A-294DDB6522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0"/>
                  <a:ext cx="121" cy="49"/>
                </a:xfrm>
                <a:custGeom>
                  <a:avLst/>
                  <a:gdLst>
                    <a:gd name="T0" fmla="*/ 492 w 60"/>
                    <a:gd name="T1" fmla="*/ 28 h 23"/>
                    <a:gd name="T2" fmla="*/ 163 w 60"/>
                    <a:gd name="T3" fmla="*/ 9 h 23"/>
                    <a:gd name="T4" fmla="*/ 56 w 60"/>
                    <a:gd name="T5" fmla="*/ 19 h 23"/>
                    <a:gd name="T6" fmla="*/ 89 w 60"/>
                    <a:gd name="T7" fmla="*/ 222 h 23"/>
                    <a:gd name="T8" fmla="*/ 97 w 60"/>
                    <a:gd name="T9" fmla="*/ 68 h 23"/>
                    <a:gd name="T10" fmla="*/ 264 w 60"/>
                    <a:gd name="T11" fmla="*/ 49 h 23"/>
                    <a:gd name="T12" fmla="*/ 492 w 60"/>
                    <a:gd name="T13" fmla="*/ 40 h 2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0" h="23">
                      <a:moveTo>
                        <a:pt x="60" y="3"/>
                      </a:moveTo>
                      <a:cubicBezTo>
                        <a:pt x="47" y="6"/>
                        <a:pt x="33" y="2"/>
                        <a:pt x="20" y="1"/>
                      </a:cubicBezTo>
                      <a:cubicBezTo>
                        <a:pt x="16" y="1"/>
                        <a:pt x="11" y="0"/>
                        <a:pt x="7" y="2"/>
                      </a:cubicBezTo>
                      <a:cubicBezTo>
                        <a:pt x="0" y="6"/>
                        <a:pt x="5" y="21"/>
                        <a:pt x="11" y="23"/>
                      </a:cubicBezTo>
                      <a:cubicBezTo>
                        <a:pt x="9" y="19"/>
                        <a:pt x="7" y="10"/>
                        <a:pt x="12" y="7"/>
                      </a:cubicBezTo>
                      <a:cubicBezTo>
                        <a:pt x="16" y="3"/>
                        <a:pt x="27" y="5"/>
                        <a:pt x="32" y="5"/>
                      </a:cubicBezTo>
                      <a:cubicBezTo>
                        <a:pt x="41" y="5"/>
                        <a:pt x="52" y="7"/>
                        <a:pt x="60" y="4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58" name="Freeform 1529">
                  <a:extLst>
                    <a:ext uri="{FF2B5EF4-FFF2-40B4-BE49-F238E27FC236}">
                      <a16:creationId xmlns:a16="http://schemas.microsoft.com/office/drawing/2014/main" id="{6C89EB9B-FD14-4893-BF9C-7CFAADBB6E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33"/>
                  <a:ext cx="121" cy="40"/>
                </a:xfrm>
                <a:custGeom>
                  <a:avLst/>
                  <a:gdLst>
                    <a:gd name="T0" fmla="*/ 492 w 60"/>
                    <a:gd name="T1" fmla="*/ 27 h 19"/>
                    <a:gd name="T2" fmla="*/ 163 w 60"/>
                    <a:gd name="T3" fmla="*/ 17 h 19"/>
                    <a:gd name="T4" fmla="*/ 56 w 60"/>
                    <a:gd name="T5" fmla="*/ 17 h 19"/>
                    <a:gd name="T6" fmla="*/ 97 w 60"/>
                    <a:gd name="T7" fmla="*/ 177 h 19"/>
                    <a:gd name="T8" fmla="*/ 89 w 60"/>
                    <a:gd name="T9" fmla="*/ 67 h 19"/>
                    <a:gd name="T10" fmla="*/ 256 w 60"/>
                    <a:gd name="T11" fmla="*/ 48 h 19"/>
                    <a:gd name="T12" fmla="*/ 492 w 60"/>
                    <a:gd name="T13" fmla="*/ 36 h 1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0" h="19">
                      <a:moveTo>
                        <a:pt x="60" y="3"/>
                      </a:moveTo>
                      <a:cubicBezTo>
                        <a:pt x="47" y="6"/>
                        <a:pt x="33" y="2"/>
                        <a:pt x="20" y="2"/>
                      </a:cubicBezTo>
                      <a:cubicBezTo>
                        <a:pt x="15" y="1"/>
                        <a:pt x="11" y="0"/>
                        <a:pt x="7" y="2"/>
                      </a:cubicBezTo>
                      <a:cubicBezTo>
                        <a:pt x="0" y="6"/>
                        <a:pt x="6" y="18"/>
                        <a:pt x="12" y="19"/>
                      </a:cubicBezTo>
                      <a:cubicBezTo>
                        <a:pt x="10" y="15"/>
                        <a:pt x="7" y="10"/>
                        <a:pt x="11" y="7"/>
                      </a:cubicBezTo>
                      <a:cubicBezTo>
                        <a:pt x="16" y="4"/>
                        <a:pt x="26" y="5"/>
                        <a:pt x="31" y="5"/>
                      </a:cubicBezTo>
                      <a:cubicBezTo>
                        <a:pt x="41" y="5"/>
                        <a:pt x="51" y="7"/>
                        <a:pt x="60" y="4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59" name="Freeform 1530">
                  <a:extLst>
                    <a:ext uri="{FF2B5EF4-FFF2-40B4-BE49-F238E27FC236}">
                      <a16:creationId xmlns:a16="http://schemas.microsoft.com/office/drawing/2014/main" id="{417961A1-F386-41B4-822E-0B972B849E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5" y="1726"/>
                  <a:ext cx="123" cy="41"/>
                </a:xfrm>
                <a:custGeom>
                  <a:avLst/>
                  <a:gdLst>
                    <a:gd name="T0" fmla="*/ 492 w 61"/>
                    <a:gd name="T1" fmla="*/ 19 h 19"/>
                    <a:gd name="T2" fmla="*/ 163 w 61"/>
                    <a:gd name="T3" fmla="*/ 9 h 19"/>
                    <a:gd name="T4" fmla="*/ 56 w 61"/>
                    <a:gd name="T5" fmla="*/ 19 h 19"/>
                    <a:gd name="T6" fmla="*/ 97 w 61"/>
                    <a:gd name="T7" fmla="*/ 190 h 19"/>
                    <a:gd name="T8" fmla="*/ 97 w 61"/>
                    <a:gd name="T9" fmla="*/ 60 h 19"/>
                    <a:gd name="T10" fmla="*/ 264 w 61"/>
                    <a:gd name="T11" fmla="*/ 41 h 19"/>
                    <a:gd name="T12" fmla="*/ 500 w 61"/>
                    <a:gd name="T13" fmla="*/ 28 h 1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1" h="19">
                      <a:moveTo>
                        <a:pt x="60" y="2"/>
                      </a:moveTo>
                      <a:cubicBezTo>
                        <a:pt x="47" y="5"/>
                        <a:pt x="33" y="2"/>
                        <a:pt x="20" y="1"/>
                      </a:cubicBezTo>
                      <a:cubicBezTo>
                        <a:pt x="16" y="1"/>
                        <a:pt x="11" y="0"/>
                        <a:pt x="7" y="2"/>
                      </a:cubicBezTo>
                      <a:cubicBezTo>
                        <a:pt x="0" y="5"/>
                        <a:pt x="6" y="17"/>
                        <a:pt x="12" y="19"/>
                      </a:cubicBezTo>
                      <a:cubicBezTo>
                        <a:pt x="11" y="15"/>
                        <a:pt x="7" y="9"/>
                        <a:pt x="12" y="6"/>
                      </a:cubicBezTo>
                      <a:cubicBezTo>
                        <a:pt x="16" y="3"/>
                        <a:pt x="27" y="4"/>
                        <a:pt x="32" y="4"/>
                      </a:cubicBezTo>
                      <a:cubicBezTo>
                        <a:pt x="41" y="5"/>
                        <a:pt x="52" y="7"/>
                        <a:pt x="61" y="3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60" name="Freeform 1531">
                  <a:extLst>
                    <a:ext uri="{FF2B5EF4-FFF2-40B4-BE49-F238E27FC236}">
                      <a16:creationId xmlns:a16="http://schemas.microsoft.com/office/drawing/2014/main" id="{43B96976-8E1F-49CC-AA96-C1DB7E2E3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5" y="1807"/>
                  <a:ext cx="123" cy="41"/>
                </a:xfrm>
                <a:custGeom>
                  <a:avLst/>
                  <a:gdLst>
                    <a:gd name="T0" fmla="*/ 492 w 61"/>
                    <a:gd name="T1" fmla="*/ 28 h 19"/>
                    <a:gd name="T2" fmla="*/ 163 w 61"/>
                    <a:gd name="T3" fmla="*/ 9 h 19"/>
                    <a:gd name="T4" fmla="*/ 56 w 61"/>
                    <a:gd name="T5" fmla="*/ 19 h 19"/>
                    <a:gd name="T6" fmla="*/ 97 w 61"/>
                    <a:gd name="T7" fmla="*/ 190 h 19"/>
                    <a:gd name="T8" fmla="*/ 97 w 61"/>
                    <a:gd name="T9" fmla="*/ 60 h 19"/>
                    <a:gd name="T10" fmla="*/ 264 w 61"/>
                    <a:gd name="T11" fmla="*/ 52 h 19"/>
                    <a:gd name="T12" fmla="*/ 500 w 61"/>
                    <a:gd name="T13" fmla="*/ 28 h 1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1" h="19">
                      <a:moveTo>
                        <a:pt x="60" y="3"/>
                      </a:moveTo>
                      <a:cubicBezTo>
                        <a:pt x="47" y="6"/>
                        <a:pt x="33" y="2"/>
                        <a:pt x="20" y="1"/>
                      </a:cubicBezTo>
                      <a:cubicBezTo>
                        <a:pt x="16" y="1"/>
                        <a:pt x="11" y="0"/>
                        <a:pt x="7" y="2"/>
                      </a:cubicBezTo>
                      <a:cubicBezTo>
                        <a:pt x="0" y="5"/>
                        <a:pt x="6" y="17"/>
                        <a:pt x="12" y="19"/>
                      </a:cubicBezTo>
                      <a:cubicBezTo>
                        <a:pt x="11" y="15"/>
                        <a:pt x="7" y="9"/>
                        <a:pt x="12" y="6"/>
                      </a:cubicBezTo>
                      <a:cubicBezTo>
                        <a:pt x="16" y="3"/>
                        <a:pt x="27" y="4"/>
                        <a:pt x="32" y="5"/>
                      </a:cubicBezTo>
                      <a:cubicBezTo>
                        <a:pt x="41" y="5"/>
                        <a:pt x="52" y="7"/>
                        <a:pt x="61" y="3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61" name="Freeform 1532">
                  <a:extLst>
                    <a:ext uri="{FF2B5EF4-FFF2-40B4-BE49-F238E27FC236}">
                      <a16:creationId xmlns:a16="http://schemas.microsoft.com/office/drawing/2014/main" id="{C014C05D-28FB-4898-8F0D-77DC3AE19B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887"/>
                  <a:ext cx="121" cy="40"/>
                </a:xfrm>
                <a:custGeom>
                  <a:avLst/>
                  <a:gdLst>
                    <a:gd name="T0" fmla="*/ 492 w 60"/>
                    <a:gd name="T1" fmla="*/ 57 h 19"/>
                    <a:gd name="T2" fmla="*/ 155 w 60"/>
                    <a:gd name="T3" fmla="*/ 27 h 19"/>
                    <a:gd name="T4" fmla="*/ 56 w 60"/>
                    <a:gd name="T5" fmla="*/ 17 h 19"/>
                    <a:gd name="T6" fmla="*/ 97 w 60"/>
                    <a:gd name="T7" fmla="*/ 177 h 19"/>
                    <a:gd name="T8" fmla="*/ 89 w 60"/>
                    <a:gd name="T9" fmla="*/ 76 h 19"/>
                    <a:gd name="T10" fmla="*/ 264 w 60"/>
                    <a:gd name="T11" fmla="*/ 84 h 19"/>
                    <a:gd name="T12" fmla="*/ 492 w 60"/>
                    <a:gd name="T13" fmla="*/ 67 h 1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0" h="19">
                      <a:moveTo>
                        <a:pt x="60" y="6"/>
                      </a:moveTo>
                      <a:cubicBezTo>
                        <a:pt x="47" y="9"/>
                        <a:pt x="32" y="6"/>
                        <a:pt x="19" y="3"/>
                      </a:cubicBezTo>
                      <a:cubicBezTo>
                        <a:pt x="15" y="2"/>
                        <a:pt x="11" y="0"/>
                        <a:pt x="7" y="2"/>
                      </a:cubicBezTo>
                      <a:cubicBezTo>
                        <a:pt x="0" y="6"/>
                        <a:pt x="6" y="18"/>
                        <a:pt x="12" y="19"/>
                      </a:cubicBezTo>
                      <a:cubicBezTo>
                        <a:pt x="10" y="15"/>
                        <a:pt x="7" y="11"/>
                        <a:pt x="11" y="8"/>
                      </a:cubicBezTo>
                      <a:cubicBezTo>
                        <a:pt x="16" y="5"/>
                        <a:pt x="27" y="9"/>
                        <a:pt x="32" y="9"/>
                      </a:cubicBezTo>
                      <a:cubicBezTo>
                        <a:pt x="42" y="9"/>
                        <a:pt x="52" y="11"/>
                        <a:pt x="60" y="7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62" name="Freeform 1533">
                  <a:extLst>
                    <a:ext uri="{FF2B5EF4-FFF2-40B4-BE49-F238E27FC236}">
                      <a16:creationId xmlns:a16="http://schemas.microsoft.com/office/drawing/2014/main" id="{4942BD48-FD3D-44BC-BC54-94211981A7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25"/>
                  <a:ext cx="121" cy="49"/>
                </a:xfrm>
                <a:custGeom>
                  <a:avLst/>
                  <a:gdLst>
                    <a:gd name="T0" fmla="*/ 492 w 60"/>
                    <a:gd name="T1" fmla="*/ 19 h 23"/>
                    <a:gd name="T2" fmla="*/ 163 w 60"/>
                    <a:gd name="T3" fmla="*/ 9 h 23"/>
                    <a:gd name="T4" fmla="*/ 56 w 60"/>
                    <a:gd name="T5" fmla="*/ 19 h 23"/>
                    <a:gd name="T6" fmla="*/ 89 w 60"/>
                    <a:gd name="T7" fmla="*/ 222 h 23"/>
                    <a:gd name="T8" fmla="*/ 89 w 60"/>
                    <a:gd name="T9" fmla="*/ 60 h 23"/>
                    <a:gd name="T10" fmla="*/ 256 w 60"/>
                    <a:gd name="T11" fmla="*/ 40 h 23"/>
                    <a:gd name="T12" fmla="*/ 492 w 60"/>
                    <a:gd name="T13" fmla="*/ 28 h 2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0" h="23">
                      <a:moveTo>
                        <a:pt x="60" y="2"/>
                      </a:moveTo>
                      <a:cubicBezTo>
                        <a:pt x="47" y="5"/>
                        <a:pt x="33" y="2"/>
                        <a:pt x="20" y="1"/>
                      </a:cubicBezTo>
                      <a:cubicBezTo>
                        <a:pt x="15" y="1"/>
                        <a:pt x="11" y="0"/>
                        <a:pt x="7" y="2"/>
                      </a:cubicBezTo>
                      <a:cubicBezTo>
                        <a:pt x="0" y="5"/>
                        <a:pt x="5" y="22"/>
                        <a:pt x="11" y="23"/>
                      </a:cubicBezTo>
                      <a:cubicBezTo>
                        <a:pt x="9" y="19"/>
                        <a:pt x="7" y="9"/>
                        <a:pt x="11" y="6"/>
                      </a:cubicBezTo>
                      <a:cubicBezTo>
                        <a:pt x="16" y="3"/>
                        <a:pt x="26" y="4"/>
                        <a:pt x="31" y="4"/>
                      </a:cubicBezTo>
                      <a:cubicBezTo>
                        <a:pt x="41" y="5"/>
                        <a:pt x="51" y="7"/>
                        <a:pt x="60" y="3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63" name="Freeform 1534">
                  <a:extLst>
                    <a:ext uri="{FF2B5EF4-FFF2-40B4-BE49-F238E27FC236}">
                      <a16:creationId xmlns:a16="http://schemas.microsoft.com/office/drawing/2014/main" id="{118923E1-A297-4A4F-A5E4-CE92D38AA7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1" y="1968"/>
                  <a:ext cx="111" cy="65"/>
                </a:xfrm>
                <a:custGeom>
                  <a:avLst/>
                  <a:gdLst>
                    <a:gd name="T0" fmla="*/ 452 w 55"/>
                    <a:gd name="T1" fmla="*/ 80 h 30"/>
                    <a:gd name="T2" fmla="*/ 89 w 55"/>
                    <a:gd name="T3" fmla="*/ 113 h 30"/>
                    <a:gd name="T4" fmla="*/ 180 w 55"/>
                    <a:gd name="T5" fmla="*/ 306 h 30"/>
                    <a:gd name="T6" fmla="*/ 81 w 55"/>
                    <a:gd name="T7" fmla="*/ 202 h 30"/>
                    <a:gd name="T8" fmla="*/ 40 w 55"/>
                    <a:gd name="T9" fmla="*/ 33 h 30"/>
                    <a:gd name="T10" fmla="*/ 180 w 55"/>
                    <a:gd name="T11" fmla="*/ 61 h 30"/>
                    <a:gd name="T12" fmla="*/ 452 w 55"/>
                    <a:gd name="T13" fmla="*/ 80 h 3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5" h="30">
                      <a:moveTo>
                        <a:pt x="55" y="8"/>
                      </a:moveTo>
                      <a:cubicBezTo>
                        <a:pt x="32" y="16"/>
                        <a:pt x="15" y="8"/>
                        <a:pt x="11" y="11"/>
                      </a:cubicBezTo>
                      <a:cubicBezTo>
                        <a:pt x="8" y="13"/>
                        <a:pt x="16" y="24"/>
                        <a:pt x="22" y="30"/>
                      </a:cubicBezTo>
                      <a:cubicBezTo>
                        <a:pt x="22" y="30"/>
                        <a:pt x="20" y="28"/>
                        <a:pt x="10" y="20"/>
                      </a:cubicBezTo>
                      <a:cubicBezTo>
                        <a:pt x="0" y="12"/>
                        <a:pt x="0" y="7"/>
                        <a:pt x="5" y="3"/>
                      </a:cubicBezTo>
                      <a:cubicBezTo>
                        <a:pt x="9" y="0"/>
                        <a:pt x="11" y="5"/>
                        <a:pt x="22" y="6"/>
                      </a:cubicBezTo>
                      <a:cubicBezTo>
                        <a:pt x="34" y="7"/>
                        <a:pt x="48" y="10"/>
                        <a:pt x="55" y="8"/>
                      </a:cubicBezTo>
                      <a:close/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64" name="Freeform 1535">
                  <a:extLst>
                    <a:ext uri="{FF2B5EF4-FFF2-40B4-BE49-F238E27FC236}">
                      <a16:creationId xmlns:a16="http://schemas.microsoft.com/office/drawing/2014/main" id="{C72B519C-8AB1-4FF5-A549-6EAD91609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1" y="1247"/>
                  <a:ext cx="103" cy="65"/>
                </a:xfrm>
                <a:custGeom>
                  <a:avLst/>
                  <a:gdLst>
                    <a:gd name="T0" fmla="*/ 0 w 51"/>
                    <a:gd name="T1" fmla="*/ 234 h 30"/>
                    <a:gd name="T2" fmla="*/ 355 w 51"/>
                    <a:gd name="T3" fmla="*/ 0 h 30"/>
                    <a:gd name="T4" fmla="*/ 196 w 51"/>
                    <a:gd name="T5" fmla="*/ 173 h 30"/>
                    <a:gd name="T6" fmla="*/ 0 w 51"/>
                    <a:gd name="T7" fmla="*/ 234 h 3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1" h="30">
                      <a:moveTo>
                        <a:pt x="0" y="23"/>
                      </a:moveTo>
                      <a:cubicBezTo>
                        <a:pt x="15" y="20"/>
                        <a:pt x="51" y="30"/>
                        <a:pt x="43" y="0"/>
                      </a:cubicBezTo>
                      <a:cubicBezTo>
                        <a:pt x="42" y="10"/>
                        <a:pt x="32" y="15"/>
                        <a:pt x="24" y="17"/>
                      </a:cubicBezTo>
                      <a:cubicBezTo>
                        <a:pt x="16" y="20"/>
                        <a:pt x="8" y="22"/>
                        <a:pt x="0" y="23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65" name="Freeform 1536">
                  <a:extLst>
                    <a:ext uri="{FF2B5EF4-FFF2-40B4-BE49-F238E27FC236}">
                      <a16:creationId xmlns:a16="http://schemas.microsoft.com/office/drawing/2014/main" id="{0AE10137-7E58-4F9B-9FB7-C38F0EF316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1" y="1340"/>
                  <a:ext cx="103" cy="64"/>
                </a:xfrm>
                <a:custGeom>
                  <a:avLst/>
                  <a:gdLst>
                    <a:gd name="T0" fmla="*/ 8 w 51"/>
                    <a:gd name="T1" fmla="*/ 224 h 30"/>
                    <a:gd name="T2" fmla="*/ 364 w 51"/>
                    <a:gd name="T3" fmla="*/ 0 h 30"/>
                    <a:gd name="T4" fmla="*/ 196 w 51"/>
                    <a:gd name="T5" fmla="*/ 173 h 30"/>
                    <a:gd name="T6" fmla="*/ 0 w 51"/>
                    <a:gd name="T7" fmla="*/ 224 h 3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1" h="30">
                      <a:moveTo>
                        <a:pt x="1" y="23"/>
                      </a:moveTo>
                      <a:cubicBezTo>
                        <a:pt x="15" y="20"/>
                        <a:pt x="51" y="30"/>
                        <a:pt x="44" y="0"/>
                      </a:cubicBezTo>
                      <a:cubicBezTo>
                        <a:pt x="42" y="10"/>
                        <a:pt x="33" y="15"/>
                        <a:pt x="24" y="18"/>
                      </a:cubicBezTo>
                      <a:cubicBezTo>
                        <a:pt x="16" y="20"/>
                        <a:pt x="8" y="22"/>
                        <a:pt x="0" y="23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66" name="Freeform 1537">
                  <a:extLst>
                    <a:ext uri="{FF2B5EF4-FFF2-40B4-BE49-F238E27FC236}">
                      <a16:creationId xmlns:a16="http://schemas.microsoft.com/office/drawing/2014/main" id="{07EE5E15-8C09-49F5-B38E-8CA0DDC98D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1" y="1535"/>
                  <a:ext cx="103" cy="64"/>
                </a:xfrm>
                <a:custGeom>
                  <a:avLst/>
                  <a:gdLst>
                    <a:gd name="T0" fmla="*/ 8 w 51"/>
                    <a:gd name="T1" fmla="*/ 224 h 30"/>
                    <a:gd name="T2" fmla="*/ 364 w 51"/>
                    <a:gd name="T3" fmla="*/ 0 h 30"/>
                    <a:gd name="T4" fmla="*/ 196 w 51"/>
                    <a:gd name="T5" fmla="*/ 173 h 30"/>
                    <a:gd name="T6" fmla="*/ 0 w 51"/>
                    <a:gd name="T7" fmla="*/ 224 h 3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1" h="30">
                      <a:moveTo>
                        <a:pt x="1" y="23"/>
                      </a:moveTo>
                      <a:cubicBezTo>
                        <a:pt x="15" y="20"/>
                        <a:pt x="51" y="30"/>
                        <a:pt x="44" y="0"/>
                      </a:cubicBezTo>
                      <a:cubicBezTo>
                        <a:pt x="42" y="10"/>
                        <a:pt x="33" y="15"/>
                        <a:pt x="24" y="18"/>
                      </a:cubicBezTo>
                      <a:cubicBezTo>
                        <a:pt x="16" y="20"/>
                        <a:pt x="8" y="22"/>
                        <a:pt x="0" y="23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67" name="Freeform 1538">
                  <a:extLst>
                    <a:ext uri="{FF2B5EF4-FFF2-40B4-BE49-F238E27FC236}">
                      <a16:creationId xmlns:a16="http://schemas.microsoft.com/office/drawing/2014/main" id="{57689FF1-DD97-466B-8740-8715FB0524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1636"/>
                  <a:ext cx="103" cy="64"/>
                </a:xfrm>
                <a:custGeom>
                  <a:avLst/>
                  <a:gdLst>
                    <a:gd name="T0" fmla="*/ 8 w 51"/>
                    <a:gd name="T1" fmla="*/ 224 h 30"/>
                    <a:gd name="T2" fmla="*/ 364 w 51"/>
                    <a:gd name="T3" fmla="*/ 0 h 30"/>
                    <a:gd name="T4" fmla="*/ 196 w 51"/>
                    <a:gd name="T5" fmla="*/ 173 h 30"/>
                    <a:gd name="T6" fmla="*/ 0 w 51"/>
                    <a:gd name="T7" fmla="*/ 224 h 3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1" h="30">
                      <a:moveTo>
                        <a:pt x="1" y="23"/>
                      </a:moveTo>
                      <a:cubicBezTo>
                        <a:pt x="15" y="20"/>
                        <a:pt x="51" y="30"/>
                        <a:pt x="44" y="0"/>
                      </a:cubicBezTo>
                      <a:cubicBezTo>
                        <a:pt x="42" y="10"/>
                        <a:pt x="33" y="15"/>
                        <a:pt x="24" y="18"/>
                      </a:cubicBezTo>
                      <a:cubicBezTo>
                        <a:pt x="16" y="20"/>
                        <a:pt x="8" y="22"/>
                        <a:pt x="0" y="23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68" name="Freeform 1539">
                  <a:extLst>
                    <a:ext uri="{FF2B5EF4-FFF2-40B4-BE49-F238E27FC236}">
                      <a16:creationId xmlns:a16="http://schemas.microsoft.com/office/drawing/2014/main" id="{192C1C77-CE9E-43C6-A7B9-50DA46883C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1728"/>
                  <a:ext cx="103" cy="64"/>
                </a:xfrm>
                <a:custGeom>
                  <a:avLst/>
                  <a:gdLst>
                    <a:gd name="T0" fmla="*/ 0 w 51"/>
                    <a:gd name="T1" fmla="*/ 224 h 30"/>
                    <a:gd name="T2" fmla="*/ 355 w 51"/>
                    <a:gd name="T3" fmla="*/ 0 h 30"/>
                    <a:gd name="T4" fmla="*/ 196 w 51"/>
                    <a:gd name="T5" fmla="*/ 164 h 30"/>
                    <a:gd name="T6" fmla="*/ 0 w 51"/>
                    <a:gd name="T7" fmla="*/ 224 h 3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1" h="30">
                      <a:moveTo>
                        <a:pt x="0" y="23"/>
                      </a:moveTo>
                      <a:cubicBezTo>
                        <a:pt x="14" y="20"/>
                        <a:pt x="51" y="30"/>
                        <a:pt x="43" y="0"/>
                      </a:cubicBezTo>
                      <a:cubicBezTo>
                        <a:pt x="42" y="10"/>
                        <a:pt x="32" y="15"/>
                        <a:pt x="24" y="17"/>
                      </a:cubicBezTo>
                      <a:cubicBezTo>
                        <a:pt x="16" y="20"/>
                        <a:pt x="8" y="22"/>
                        <a:pt x="0" y="23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69" name="Freeform 1540">
                  <a:extLst>
                    <a:ext uri="{FF2B5EF4-FFF2-40B4-BE49-F238E27FC236}">
                      <a16:creationId xmlns:a16="http://schemas.microsoft.com/office/drawing/2014/main" id="{5CF1DD3D-66D2-473C-A486-E09BD4DBA1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1807"/>
                  <a:ext cx="103" cy="65"/>
                </a:xfrm>
                <a:custGeom>
                  <a:avLst/>
                  <a:gdLst>
                    <a:gd name="T0" fmla="*/ 0 w 51"/>
                    <a:gd name="T1" fmla="*/ 286 h 30"/>
                    <a:gd name="T2" fmla="*/ 364 w 51"/>
                    <a:gd name="T3" fmla="*/ 0 h 30"/>
                    <a:gd name="T4" fmla="*/ 224 w 51"/>
                    <a:gd name="T5" fmla="*/ 202 h 30"/>
                    <a:gd name="T6" fmla="*/ 0 w 51"/>
                    <a:gd name="T7" fmla="*/ 286 h 3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1" h="30">
                      <a:moveTo>
                        <a:pt x="0" y="28"/>
                      </a:moveTo>
                      <a:cubicBezTo>
                        <a:pt x="14" y="25"/>
                        <a:pt x="51" y="30"/>
                        <a:pt x="44" y="0"/>
                      </a:cubicBezTo>
                      <a:cubicBezTo>
                        <a:pt x="42" y="10"/>
                        <a:pt x="37" y="14"/>
                        <a:pt x="27" y="20"/>
                      </a:cubicBezTo>
                      <a:cubicBezTo>
                        <a:pt x="20" y="24"/>
                        <a:pt x="8" y="28"/>
                        <a:pt x="0" y="28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70" name="Freeform 1541">
                  <a:extLst>
                    <a:ext uri="{FF2B5EF4-FFF2-40B4-BE49-F238E27FC236}">
                      <a16:creationId xmlns:a16="http://schemas.microsoft.com/office/drawing/2014/main" id="{E8E1458B-1862-4566-BCB5-3B85CCD89E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1887"/>
                  <a:ext cx="103" cy="64"/>
                </a:xfrm>
                <a:custGeom>
                  <a:avLst/>
                  <a:gdLst>
                    <a:gd name="T0" fmla="*/ 0 w 51"/>
                    <a:gd name="T1" fmla="*/ 273 h 30"/>
                    <a:gd name="T2" fmla="*/ 364 w 51"/>
                    <a:gd name="T3" fmla="*/ 0 h 30"/>
                    <a:gd name="T4" fmla="*/ 224 w 51"/>
                    <a:gd name="T5" fmla="*/ 196 h 30"/>
                    <a:gd name="T6" fmla="*/ 0 w 51"/>
                    <a:gd name="T7" fmla="*/ 273 h 3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1" h="30">
                      <a:moveTo>
                        <a:pt x="0" y="28"/>
                      </a:moveTo>
                      <a:cubicBezTo>
                        <a:pt x="14" y="25"/>
                        <a:pt x="51" y="30"/>
                        <a:pt x="44" y="0"/>
                      </a:cubicBezTo>
                      <a:cubicBezTo>
                        <a:pt x="42" y="10"/>
                        <a:pt x="37" y="14"/>
                        <a:pt x="27" y="20"/>
                      </a:cubicBezTo>
                      <a:cubicBezTo>
                        <a:pt x="20" y="24"/>
                        <a:pt x="8" y="27"/>
                        <a:pt x="0" y="28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71" name="Freeform 1542">
                  <a:extLst>
                    <a:ext uri="{FF2B5EF4-FFF2-40B4-BE49-F238E27FC236}">
                      <a16:creationId xmlns:a16="http://schemas.microsoft.com/office/drawing/2014/main" id="{6CD53B28-7C39-4074-B105-210AD77323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1434"/>
                  <a:ext cx="101" cy="66"/>
                </a:xfrm>
                <a:custGeom>
                  <a:avLst/>
                  <a:gdLst>
                    <a:gd name="T0" fmla="*/ 0 w 50"/>
                    <a:gd name="T1" fmla="*/ 281 h 31"/>
                    <a:gd name="T2" fmla="*/ 347 w 50"/>
                    <a:gd name="T3" fmla="*/ 0 h 31"/>
                    <a:gd name="T4" fmla="*/ 188 w 50"/>
                    <a:gd name="T5" fmla="*/ 204 h 31"/>
                    <a:gd name="T6" fmla="*/ 0 w 50"/>
                    <a:gd name="T7" fmla="*/ 281 h 3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0" h="31">
                      <a:moveTo>
                        <a:pt x="0" y="29"/>
                      </a:moveTo>
                      <a:cubicBezTo>
                        <a:pt x="14" y="26"/>
                        <a:pt x="50" y="31"/>
                        <a:pt x="42" y="0"/>
                      </a:cubicBezTo>
                      <a:cubicBezTo>
                        <a:pt x="41" y="10"/>
                        <a:pt x="32" y="18"/>
                        <a:pt x="23" y="21"/>
                      </a:cubicBezTo>
                      <a:cubicBezTo>
                        <a:pt x="15" y="23"/>
                        <a:pt x="8" y="28"/>
                        <a:pt x="0" y="29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72" name="Freeform 1543">
                  <a:extLst>
                    <a:ext uri="{FF2B5EF4-FFF2-40B4-BE49-F238E27FC236}">
                      <a16:creationId xmlns:a16="http://schemas.microsoft.com/office/drawing/2014/main" id="{2422A09A-D425-4042-BCF8-2EA58C322B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1968"/>
                  <a:ext cx="64" cy="60"/>
                </a:xfrm>
                <a:custGeom>
                  <a:avLst/>
                  <a:gdLst>
                    <a:gd name="T0" fmla="*/ 0 w 32"/>
                    <a:gd name="T1" fmla="*/ 276 h 28"/>
                    <a:gd name="T2" fmla="*/ 240 w 32"/>
                    <a:gd name="T3" fmla="*/ 60 h 28"/>
                    <a:gd name="T4" fmla="*/ 152 w 32"/>
                    <a:gd name="T5" fmla="*/ 51 h 28"/>
                    <a:gd name="T6" fmla="*/ 0 w 32"/>
                    <a:gd name="T7" fmla="*/ 276 h 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2" h="28">
                      <a:moveTo>
                        <a:pt x="0" y="28"/>
                      </a:moveTo>
                      <a:cubicBezTo>
                        <a:pt x="24" y="20"/>
                        <a:pt x="32" y="11"/>
                        <a:pt x="30" y="6"/>
                      </a:cubicBezTo>
                      <a:cubicBezTo>
                        <a:pt x="27" y="0"/>
                        <a:pt x="21" y="3"/>
                        <a:pt x="19" y="5"/>
                      </a:cubicBezTo>
                      <a:cubicBezTo>
                        <a:pt x="17" y="6"/>
                        <a:pt x="31" y="10"/>
                        <a:pt x="0" y="28"/>
                      </a:cubicBezTo>
                      <a:close/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73" name="Freeform 1544">
                  <a:extLst>
                    <a:ext uri="{FF2B5EF4-FFF2-40B4-BE49-F238E27FC236}">
                      <a16:creationId xmlns:a16="http://schemas.microsoft.com/office/drawing/2014/main" id="{9B9B530A-2887-453C-B121-BC69F443C6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9" y="1932"/>
                  <a:ext cx="161" cy="43"/>
                </a:xfrm>
                <a:custGeom>
                  <a:avLst/>
                  <a:gdLst>
                    <a:gd name="T0" fmla="*/ 328 w 80"/>
                    <a:gd name="T1" fmla="*/ 120 h 20"/>
                    <a:gd name="T2" fmla="*/ 328 w 80"/>
                    <a:gd name="T3" fmla="*/ 120 h 20"/>
                    <a:gd name="T4" fmla="*/ 0 w 80"/>
                    <a:gd name="T5" fmla="*/ 0 h 20"/>
                    <a:gd name="T6" fmla="*/ 8 w 80"/>
                    <a:gd name="T7" fmla="*/ 140 h 20"/>
                    <a:gd name="T8" fmla="*/ 328 w 80"/>
                    <a:gd name="T9" fmla="*/ 198 h 20"/>
                    <a:gd name="T10" fmla="*/ 328 w 80"/>
                    <a:gd name="T11" fmla="*/ 198 h 20"/>
                    <a:gd name="T12" fmla="*/ 644 w 80"/>
                    <a:gd name="T13" fmla="*/ 140 h 20"/>
                    <a:gd name="T14" fmla="*/ 652 w 80"/>
                    <a:gd name="T15" fmla="*/ 0 h 20"/>
                    <a:gd name="T16" fmla="*/ 328 w 80"/>
                    <a:gd name="T17" fmla="*/ 120 h 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80" h="20">
                      <a:moveTo>
                        <a:pt x="40" y="12"/>
                      </a:moveTo>
                      <a:cubicBezTo>
                        <a:pt x="40" y="12"/>
                        <a:pt x="40" y="12"/>
                        <a:pt x="40" y="12"/>
                      </a:cubicBezTo>
                      <a:cubicBezTo>
                        <a:pt x="20" y="12"/>
                        <a:pt x="6" y="7"/>
                        <a:pt x="0" y="0"/>
                      </a:cubicBezTo>
                      <a:cubicBezTo>
                        <a:pt x="3" y="4"/>
                        <a:pt x="3" y="10"/>
                        <a:pt x="1" y="14"/>
                      </a:cubicBezTo>
                      <a:cubicBezTo>
                        <a:pt x="6" y="12"/>
                        <a:pt x="1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70" y="20"/>
                        <a:pt x="74" y="12"/>
                        <a:pt x="79" y="14"/>
                      </a:cubicBezTo>
                      <a:cubicBezTo>
                        <a:pt x="76" y="9"/>
                        <a:pt x="77" y="5"/>
                        <a:pt x="80" y="0"/>
                      </a:cubicBezTo>
                      <a:cubicBezTo>
                        <a:pt x="74" y="7"/>
                        <a:pt x="60" y="12"/>
                        <a:pt x="40" y="12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74" name="Freeform 1545">
                  <a:extLst>
                    <a:ext uri="{FF2B5EF4-FFF2-40B4-BE49-F238E27FC236}">
                      <a16:creationId xmlns:a16="http://schemas.microsoft.com/office/drawing/2014/main" id="{E4EB48AE-EA7F-4B1D-89C3-AF1FAC9269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985"/>
                  <a:ext cx="408" cy="303"/>
                </a:xfrm>
                <a:custGeom>
                  <a:avLst/>
                  <a:gdLst>
                    <a:gd name="T0" fmla="*/ 1616 w 203"/>
                    <a:gd name="T1" fmla="*/ 475 h 141"/>
                    <a:gd name="T2" fmla="*/ 1495 w 203"/>
                    <a:gd name="T3" fmla="*/ 466 h 141"/>
                    <a:gd name="T4" fmla="*/ 1640 w 203"/>
                    <a:gd name="T5" fmla="*/ 269 h 141"/>
                    <a:gd name="T6" fmla="*/ 1624 w 203"/>
                    <a:gd name="T7" fmla="*/ 217 h 141"/>
                    <a:gd name="T8" fmla="*/ 1584 w 203"/>
                    <a:gd name="T9" fmla="*/ 249 h 141"/>
                    <a:gd name="T10" fmla="*/ 1455 w 203"/>
                    <a:gd name="T11" fmla="*/ 415 h 141"/>
                    <a:gd name="T12" fmla="*/ 1373 w 203"/>
                    <a:gd name="T13" fmla="*/ 447 h 141"/>
                    <a:gd name="T14" fmla="*/ 957 w 203"/>
                    <a:gd name="T15" fmla="*/ 546 h 141"/>
                    <a:gd name="T16" fmla="*/ 973 w 203"/>
                    <a:gd name="T17" fmla="*/ 329 h 141"/>
                    <a:gd name="T18" fmla="*/ 981 w 203"/>
                    <a:gd name="T19" fmla="*/ 217 h 141"/>
                    <a:gd name="T20" fmla="*/ 1095 w 203"/>
                    <a:gd name="T21" fmla="*/ 80 h 141"/>
                    <a:gd name="T22" fmla="*/ 1119 w 203"/>
                    <a:gd name="T23" fmla="*/ 28 h 141"/>
                    <a:gd name="T24" fmla="*/ 1087 w 203"/>
                    <a:gd name="T25" fmla="*/ 0 h 141"/>
                    <a:gd name="T26" fmla="*/ 933 w 203"/>
                    <a:gd name="T27" fmla="*/ 172 h 141"/>
                    <a:gd name="T28" fmla="*/ 884 w 203"/>
                    <a:gd name="T29" fmla="*/ 41 h 141"/>
                    <a:gd name="T30" fmla="*/ 836 w 203"/>
                    <a:gd name="T31" fmla="*/ 28 h 141"/>
                    <a:gd name="T32" fmla="*/ 828 w 203"/>
                    <a:gd name="T33" fmla="*/ 80 h 141"/>
                    <a:gd name="T34" fmla="*/ 876 w 203"/>
                    <a:gd name="T35" fmla="*/ 398 h 141"/>
                    <a:gd name="T36" fmla="*/ 804 w 203"/>
                    <a:gd name="T37" fmla="*/ 724 h 141"/>
                    <a:gd name="T38" fmla="*/ 772 w 203"/>
                    <a:gd name="T39" fmla="*/ 836 h 141"/>
                    <a:gd name="T40" fmla="*/ 764 w 203"/>
                    <a:gd name="T41" fmla="*/ 836 h 141"/>
                    <a:gd name="T42" fmla="*/ 496 w 203"/>
                    <a:gd name="T43" fmla="*/ 655 h 141"/>
                    <a:gd name="T44" fmla="*/ 283 w 203"/>
                    <a:gd name="T45" fmla="*/ 554 h 141"/>
                    <a:gd name="T46" fmla="*/ 227 w 203"/>
                    <a:gd name="T47" fmla="*/ 486 h 141"/>
                    <a:gd name="T48" fmla="*/ 177 w 203"/>
                    <a:gd name="T49" fmla="*/ 406 h 141"/>
                    <a:gd name="T50" fmla="*/ 137 w 203"/>
                    <a:gd name="T51" fmla="*/ 406 h 141"/>
                    <a:gd name="T52" fmla="*/ 129 w 203"/>
                    <a:gd name="T53" fmla="*/ 466 h 141"/>
                    <a:gd name="T54" fmla="*/ 177 w 203"/>
                    <a:gd name="T55" fmla="*/ 535 h 141"/>
                    <a:gd name="T56" fmla="*/ 219 w 203"/>
                    <a:gd name="T57" fmla="*/ 595 h 141"/>
                    <a:gd name="T58" fmla="*/ 32 w 203"/>
                    <a:gd name="T59" fmla="*/ 578 h 141"/>
                    <a:gd name="T60" fmla="*/ 0 w 203"/>
                    <a:gd name="T61" fmla="*/ 615 h 141"/>
                    <a:gd name="T62" fmla="*/ 32 w 203"/>
                    <a:gd name="T63" fmla="*/ 655 h 141"/>
                    <a:gd name="T64" fmla="*/ 193 w 203"/>
                    <a:gd name="T65" fmla="*/ 664 h 141"/>
                    <a:gd name="T66" fmla="*/ 521 w 203"/>
                    <a:gd name="T67" fmla="*/ 795 h 141"/>
                    <a:gd name="T68" fmla="*/ 812 w 203"/>
                    <a:gd name="T69" fmla="*/ 1182 h 141"/>
                    <a:gd name="T70" fmla="*/ 868 w 203"/>
                    <a:gd name="T71" fmla="*/ 1347 h 141"/>
                    <a:gd name="T72" fmla="*/ 1055 w 203"/>
                    <a:gd name="T73" fmla="*/ 1399 h 141"/>
                    <a:gd name="T74" fmla="*/ 1055 w 203"/>
                    <a:gd name="T75" fmla="*/ 1390 h 141"/>
                    <a:gd name="T76" fmla="*/ 900 w 203"/>
                    <a:gd name="T77" fmla="*/ 984 h 141"/>
                    <a:gd name="T78" fmla="*/ 868 w 203"/>
                    <a:gd name="T79" fmla="*/ 864 h 141"/>
                    <a:gd name="T80" fmla="*/ 876 w 203"/>
                    <a:gd name="T81" fmla="*/ 804 h 141"/>
                    <a:gd name="T82" fmla="*/ 884 w 203"/>
                    <a:gd name="T83" fmla="*/ 804 h 141"/>
                    <a:gd name="T84" fmla="*/ 892 w 203"/>
                    <a:gd name="T85" fmla="*/ 776 h 141"/>
                    <a:gd name="T86" fmla="*/ 908 w 203"/>
                    <a:gd name="T87" fmla="*/ 752 h 141"/>
                    <a:gd name="T88" fmla="*/ 1192 w 203"/>
                    <a:gd name="T89" fmla="*/ 587 h 141"/>
                    <a:gd name="T90" fmla="*/ 1608 w 203"/>
                    <a:gd name="T91" fmla="*/ 554 h 141"/>
                    <a:gd name="T92" fmla="*/ 1640 w 203"/>
                    <a:gd name="T93" fmla="*/ 518 h 141"/>
                    <a:gd name="T94" fmla="*/ 1616 w 203"/>
                    <a:gd name="T95" fmla="*/ 475 h 141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0" t="0" r="r" b="b"/>
                  <a:pathLst>
                    <a:path w="203" h="141">
                      <a:moveTo>
                        <a:pt x="199" y="48"/>
                      </a:moveTo>
                      <a:cubicBezTo>
                        <a:pt x="194" y="47"/>
                        <a:pt x="189" y="47"/>
                        <a:pt x="184" y="47"/>
                      </a:cubicBezTo>
                      <a:cubicBezTo>
                        <a:pt x="192" y="43"/>
                        <a:pt x="199" y="37"/>
                        <a:pt x="202" y="27"/>
                      </a:cubicBezTo>
                      <a:cubicBezTo>
                        <a:pt x="203" y="25"/>
                        <a:pt x="202" y="23"/>
                        <a:pt x="200" y="22"/>
                      </a:cubicBezTo>
                      <a:cubicBezTo>
                        <a:pt x="197" y="21"/>
                        <a:pt x="195" y="23"/>
                        <a:pt x="195" y="25"/>
                      </a:cubicBezTo>
                      <a:cubicBezTo>
                        <a:pt x="192" y="32"/>
                        <a:pt x="187" y="37"/>
                        <a:pt x="179" y="42"/>
                      </a:cubicBezTo>
                      <a:cubicBezTo>
                        <a:pt x="177" y="42"/>
                        <a:pt x="173" y="44"/>
                        <a:pt x="169" y="45"/>
                      </a:cubicBezTo>
                      <a:cubicBezTo>
                        <a:pt x="145" y="45"/>
                        <a:pt x="129" y="50"/>
                        <a:pt x="118" y="55"/>
                      </a:cubicBezTo>
                      <a:cubicBezTo>
                        <a:pt x="120" y="48"/>
                        <a:pt x="120" y="40"/>
                        <a:pt x="120" y="33"/>
                      </a:cubicBezTo>
                      <a:cubicBezTo>
                        <a:pt x="120" y="31"/>
                        <a:pt x="120" y="26"/>
                        <a:pt x="121" y="22"/>
                      </a:cubicBezTo>
                      <a:cubicBezTo>
                        <a:pt x="125" y="15"/>
                        <a:pt x="129" y="9"/>
                        <a:pt x="135" y="8"/>
                      </a:cubicBezTo>
                      <a:cubicBezTo>
                        <a:pt x="137" y="8"/>
                        <a:pt x="139" y="6"/>
                        <a:pt x="138" y="3"/>
                      </a:cubicBezTo>
                      <a:cubicBezTo>
                        <a:pt x="138" y="1"/>
                        <a:pt x="136" y="0"/>
                        <a:pt x="134" y="0"/>
                      </a:cubicBezTo>
                      <a:cubicBezTo>
                        <a:pt x="125" y="1"/>
                        <a:pt x="119" y="9"/>
                        <a:pt x="115" y="17"/>
                      </a:cubicBezTo>
                      <a:cubicBezTo>
                        <a:pt x="113" y="12"/>
                        <a:pt x="111" y="7"/>
                        <a:pt x="109" y="4"/>
                      </a:cubicBezTo>
                      <a:cubicBezTo>
                        <a:pt x="107" y="2"/>
                        <a:pt x="105" y="1"/>
                        <a:pt x="103" y="3"/>
                      </a:cubicBezTo>
                      <a:cubicBezTo>
                        <a:pt x="101" y="4"/>
                        <a:pt x="101" y="7"/>
                        <a:pt x="102" y="8"/>
                      </a:cubicBezTo>
                      <a:cubicBezTo>
                        <a:pt x="105" y="13"/>
                        <a:pt x="108" y="25"/>
                        <a:pt x="108" y="40"/>
                      </a:cubicBezTo>
                      <a:cubicBezTo>
                        <a:pt x="107" y="51"/>
                        <a:pt x="104" y="63"/>
                        <a:pt x="99" y="73"/>
                      </a:cubicBezTo>
                      <a:cubicBezTo>
                        <a:pt x="97" y="76"/>
                        <a:pt x="96" y="80"/>
                        <a:pt x="95" y="84"/>
                      </a:cubicBezTo>
                      <a:cubicBezTo>
                        <a:pt x="94" y="84"/>
                        <a:pt x="95" y="84"/>
                        <a:pt x="94" y="84"/>
                      </a:cubicBezTo>
                      <a:cubicBezTo>
                        <a:pt x="85" y="77"/>
                        <a:pt x="73" y="71"/>
                        <a:pt x="61" y="66"/>
                      </a:cubicBezTo>
                      <a:cubicBezTo>
                        <a:pt x="56" y="65"/>
                        <a:pt x="39" y="60"/>
                        <a:pt x="35" y="56"/>
                      </a:cubicBezTo>
                      <a:cubicBezTo>
                        <a:pt x="33" y="54"/>
                        <a:pt x="31" y="51"/>
                        <a:pt x="28" y="49"/>
                      </a:cubicBezTo>
                      <a:cubicBezTo>
                        <a:pt x="22" y="41"/>
                        <a:pt x="22" y="41"/>
                        <a:pt x="22" y="41"/>
                      </a:cubicBezTo>
                      <a:cubicBezTo>
                        <a:pt x="21" y="40"/>
                        <a:pt x="18" y="39"/>
                        <a:pt x="17" y="41"/>
                      </a:cubicBezTo>
                      <a:cubicBezTo>
                        <a:pt x="15" y="42"/>
                        <a:pt x="15" y="45"/>
                        <a:pt x="16" y="47"/>
                      </a:cubicBezTo>
                      <a:cubicBezTo>
                        <a:pt x="22" y="54"/>
                        <a:pt x="22" y="54"/>
                        <a:pt x="22" y="54"/>
                      </a:cubicBezTo>
                      <a:cubicBezTo>
                        <a:pt x="24" y="56"/>
                        <a:pt x="25" y="58"/>
                        <a:pt x="27" y="60"/>
                      </a:cubicBezTo>
                      <a:cubicBezTo>
                        <a:pt x="20" y="59"/>
                        <a:pt x="12" y="58"/>
                        <a:pt x="4" y="58"/>
                      </a:cubicBezTo>
                      <a:cubicBezTo>
                        <a:pt x="2" y="58"/>
                        <a:pt x="0" y="60"/>
                        <a:pt x="0" y="62"/>
                      </a:cubicBezTo>
                      <a:cubicBezTo>
                        <a:pt x="0" y="64"/>
                        <a:pt x="2" y="66"/>
                        <a:pt x="4" y="66"/>
                      </a:cubicBezTo>
                      <a:cubicBezTo>
                        <a:pt x="11" y="66"/>
                        <a:pt x="18" y="66"/>
                        <a:pt x="24" y="67"/>
                      </a:cubicBezTo>
                      <a:cubicBezTo>
                        <a:pt x="41" y="68"/>
                        <a:pt x="57" y="76"/>
                        <a:pt x="64" y="80"/>
                      </a:cubicBezTo>
                      <a:cubicBezTo>
                        <a:pt x="73" y="84"/>
                        <a:pt x="86" y="95"/>
                        <a:pt x="100" y="119"/>
                      </a:cubicBezTo>
                      <a:cubicBezTo>
                        <a:pt x="103" y="125"/>
                        <a:pt x="105" y="130"/>
                        <a:pt x="107" y="136"/>
                      </a:cubicBezTo>
                      <a:cubicBezTo>
                        <a:pt x="116" y="138"/>
                        <a:pt x="124" y="140"/>
                        <a:pt x="130" y="141"/>
                      </a:cubicBezTo>
                      <a:cubicBezTo>
                        <a:pt x="130" y="140"/>
                        <a:pt x="130" y="140"/>
                        <a:pt x="130" y="140"/>
                      </a:cubicBezTo>
                      <a:cubicBezTo>
                        <a:pt x="126" y="128"/>
                        <a:pt x="120" y="113"/>
                        <a:pt x="111" y="99"/>
                      </a:cubicBezTo>
                      <a:cubicBezTo>
                        <a:pt x="109" y="97"/>
                        <a:pt x="106" y="92"/>
                        <a:pt x="107" y="87"/>
                      </a:cubicBezTo>
                      <a:cubicBezTo>
                        <a:pt x="107" y="85"/>
                        <a:pt x="107" y="83"/>
                        <a:pt x="108" y="81"/>
                      </a:cubicBezTo>
                      <a:cubicBezTo>
                        <a:pt x="108" y="81"/>
                        <a:pt x="109" y="81"/>
                        <a:pt x="109" y="81"/>
                      </a:cubicBezTo>
                      <a:cubicBezTo>
                        <a:pt x="109" y="80"/>
                        <a:pt x="109" y="79"/>
                        <a:pt x="110" y="78"/>
                      </a:cubicBezTo>
                      <a:cubicBezTo>
                        <a:pt x="110" y="77"/>
                        <a:pt x="111" y="77"/>
                        <a:pt x="112" y="76"/>
                      </a:cubicBezTo>
                      <a:cubicBezTo>
                        <a:pt x="118" y="67"/>
                        <a:pt x="130" y="61"/>
                        <a:pt x="147" y="59"/>
                      </a:cubicBezTo>
                      <a:cubicBezTo>
                        <a:pt x="155" y="57"/>
                        <a:pt x="192" y="55"/>
                        <a:pt x="198" y="56"/>
                      </a:cubicBezTo>
                      <a:cubicBezTo>
                        <a:pt x="200" y="56"/>
                        <a:pt x="202" y="54"/>
                        <a:pt x="202" y="52"/>
                      </a:cubicBezTo>
                      <a:cubicBezTo>
                        <a:pt x="203" y="50"/>
                        <a:pt x="201" y="48"/>
                        <a:pt x="199" y="48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75" name="Freeform 1546">
                  <a:extLst>
                    <a:ext uri="{FF2B5EF4-FFF2-40B4-BE49-F238E27FC236}">
                      <a16:creationId xmlns:a16="http://schemas.microsoft.com/office/drawing/2014/main" id="{9D133920-6281-4CF4-8765-2D59EF8B5F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985"/>
                  <a:ext cx="408" cy="303"/>
                </a:xfrm>
                <a:custGeom>
                  <a:avLst/>
                  <a:gdLst>
                    <a:gd name="T0" fmla="*/ 1616 w 203"/>
                    <a:gd name="T1" fmla="*/ 475 h 141"/>
                    <a:gd name="T2" fmla="*/ 1495 w 203"/>
                    <a:gd name="T3" fmla="*/ 466 h 141"/>
                    <a:gd name="T4" fmla="*/ 1640 w 203"/>
                    <a:gd name="T5" fmla="*/ 269 h 141"/>
                    <a:gd name="T6" fmla="*/ 1624 w 203"/>
                    <a:gd name="T7" fmla="*/ 217 h 141"/>
                    <a:gd name="T8" fmla="*/ 1584 w 203"/>
                    <a:gd name="T9" fmla="*/ 249 h 141"/>
                    <a:gd name="T10" fmla="*/ 1455 w 203"/>
                    <a:gd name="T11" fmla="*/ 415 h 141"/>
                    <a:gd name="T12" fmla="*/ 1373 w 203"/>
                    <a:gd name="T13" fmla="*/ 447 h 141"/>
                    <a:gd name="T14" fmla="*/ 957 w 203"/>
                    <a:gd name="T15" fmla="*/ 546 h 141"/>
                    <a:gd name="T16" fmla="*/ 973 w 203"/>
                    <a:gd name="T17" fmla="*/ 329 h 141"/>
                    <a:gd name="T18" fmla="*/ 981 w 203"/>
                    <a:gd name="T19" fmla="*/ 217 h 141"/>
                    <a:gd name="T20" fmla="*/ 1095 w 203"/>
                    <a:gd name="T21" fmla="*/ 80 h 141"/>
                    <a:gd name="T22" fmla="*/ 1119 w 203"/>
                    <a:gd name="T23" fmla="*/ 28 h 141"/>
                    <a:gd name="T24" fmla="*/ 1087 w 203"/>
                    <a:gd name="T25" fmla="*/ 0 h 141"/>
                    <a:gd name="T26" fmla="*/ 933 w 203"/>
                    <a:gd name="T27" fmla="*/ 172 h 141"/>
                    <a:gd name="T28" fmla="*/ 884 w 203"/>
                    <a:gd name="T29" fmla="*/ 41 h 141"/>
                    <a:gd name="T30" fmla="*/ 836 w 203"/>
                    <a:gd name="T31" fmla="*/ 28 h 141"/>
                    <a:gd name="T32" fmla="*/ 828 w 203"/>
                    <a:gd name="T33" fmla="*/ 80 h 141"/>
                    <a:gd name="T34" fmla="*/ 876 w 203"/>
                    <a:gd name="T35" fmla="*/ 398 h 141"/>
                    <a:gd name="T36" fmla="*/ 804 w 203"/>
                    <a:gd name="T37" fmla="*/ 724 h 141"/>
                    <a:gd name="T38" fmla="*/ 772 w 203"/>
                    <a:gd name="T39" fmla="*/ 836 h 141"/>
                    <a:gd name="T40" fmla="*/ 764 w 203"/>
                    <a:gd name="T41" fmla="*/ 836 h 141"/>
                    <a:gd name="T42" fmla="*/ 496 w 203"/>
                    <a:gd name="T43" fmla="*/ 655 h 141"/>
                    <a:gd name="T44" fmla="*/ 283 w 203"/>
                    <a:gd name="T45" fmla="*/ 554 h 141"/>
                    <a:gd name="T46" fmla="*/ 227 w 203"/>
                    <a:gd name="T47" fmla="*/ 486 h 141"/>
                    <a:gd name="T48" fmla="*/ 177 w 203"/>
                    <a:gd name="T49" fmla="*/ 406 h 141"/>
                    <a:gd name="T50" fmla="*/ 137 w 203"/>
                    <a:gd name="T51" fmla="*/ 406 h 141"/>
                    <a:gd name="T52" fmla="*/ 129 w 203"/>
                    <a:gd name="T53" fmla="*/ 466 h 141"/>
                    <a:gd name="T54" fmla="*/ 177 w 203"/>
                    <a:gd name="T55" fmla="*/ 535 h 141"/>
                    <a:gd name="T56" fmla="*/ 219 w 203"/>
                    <a:gd name="T57" fmla="*/ 595 h 141"/>
                    <a:gd name="T58" fmla="*/ 32 w 203"/>
                    <a:gd name="T59" fmla="*/ 578 h 141"/>
                    <a:gd name="T60" fmla="*/ 0 w 203"/>
                    <a:gd name="T61" fmla="*/ 615 h 141"/>
                    <a:gd name="T62" fmla="*/ 32 w 203"/>
                    <a:gd name="T63" fmla="*/ 655 h 141"/>
                    <a:gd name="T64" fmla="*/ 193 w 203"/>
                    <a:gd name="T65" fmla="*/ 664 h 141"/>
                    <a:gd name="T66" fmla="*/ 521 w 203"/>
                    <a:gd name="T67" fmla="*/ 795 h 141"/>
                    <a:gd name="T68" fmla="*/ 812 w 203"/>
                    <a:gd name="T69" fmla="*/ 1182 h 141"/>
                    <a:gd name="T70" fmla="*/ 868 w 203"/>
                    <a:gd name="T71" fmla="*/ 1347 h 141"/>
                    <a:gd name="T72" fmla="*/ 1055 w 203"/>
                    <a:gd name="T73" fmla="*/ 1399 h 141"/>
                    <a:gd name="T74" fmla="*/ 1055 w 203"/>
                    <a:gd name="T75" fmla="*/ 1390 h 141"/>
                    <a:gd name="T76" fmla="*/ 900 w 203"/>
                    <a:gd name="T77" fmla="*/ 984 h 141"/>
                    <a:gd name="T78" fmla="*/ 868 w 203"/>
                    <a:gd name="T79" fmla="*/ 864 h 141"/>
                    <a:gd name="T80" fmla="*/ 876 w 203"/>
                    <a:gd name="T81" fmla="*/ 804 h 141"/>
                    <a:gd name="T82" fmla="*/ 884 w 203"/>
                    <a:gd name="T83" fmla="*/ 804 h 141"/>
                    <a:gd name="T84" fmla="*/ 892 w 203"/>
                    <a:gd name="T85" fmla="*/ 776 h 141"/>
                    <a:gd name="T86" fmla="*/ 908 w 203"/>
                    <a:gd name="T87" fmla="*/ 752 h 141"/>
                    <a:gd name="T88" fmla="*/ 1192 w 203"/>
                    <a:gd name="T89" fmla="*/ 587 h 141"/>
                    <a:gd name="T90" fmla="*/ 1608 w 203"/>
                    <a:gd name="T91" fmla="*/ 554 h 141"/>
                    <a:gd name="T92" fmla="*/ 1640 w 203"/>
                    <a:gd name="T93" fmla="*/ 518 h 141"/>
                    <a:gd name="T94" fmla="*/ 1616 w 203"/>
                    <a:gd name="T95" fmla="*/ 475 h 141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0" t="0" r="r" b="b"/>
                  <a:pathLst>
                    <a:path w="203" h="141">
                      <a:moveTo>
                        <a:pt x="199" y="48"/>
                      </a:moveTo>
                      <a:cubicBezTo>
                        <a:pt x="194" y="47"/>
                        <a:pt x="189" y="47"/>
                        <a:pt x="184" y="47"/>
                      </a:cubicBezTo>
                      <a:cubicBezTo>
                        <a:pt x="192" y="43"/>
                        <a:pt x="199" y="37"/>
                        <a:pt x="202" y="27"/>
                      </a:cubicBezTo>
                      <a:cubicBezTo>
                        <a:pt x="203" y="25"/>
                        <a:pt x="202" y="23"/>
                        <a:pt x="200" y="22"/>
                      </a:cubicBezTo>
                      <a:cubicBezTo>
                        <a:pt x="197" y="21"/>
                        <a:pt x="195" y="23"/>
                        <a:pt x="195" y="25"/>
                      </a:cubicBezTo>
                      <a:cubicBezTo>
                        <a:pt x="192" y="32"/>
                        <a:pt x="187" y="37"/>
                        <a:pt x="179" y="42"/>
                      </a:cubicBezTo>
                      <a:cubicBezTo>
                        <a:pt x="177" y="42"/>
                        <a:pt x="173" y="44"/>
                        <a:pt x="169" y="45"/>
                      </a:cubicBezTo>
                      <a:cubicBezTo>
                        <a:pt x="145" y="45"/>
                        <a:pt x="129" y="50"/>
                        <a:pt x="118" y="55"/>
                      </a:cubicBezTo>
                      <a:cubicBezTo>
                        <a:pt x="120" y="48"/>
                        <a:pt x="120" y="40"/>
                        <a:pt x="120" y="33"/>
                      </a:cubicBezTo>
                      <a:cubicBezTo>
                        <a:pt x="120" y="31"/>
                        <a:pt x="120" y="26"/>
                        <a:pt x="121" y="22"/>
                      </a:cubicBezTo>
                      <a:cubicBezTo>
                        <a:pt x="125" y="15"/>
                        <a:pt x="129" y="9"/>
                        <a:pt x="135" y="8"/>
                      </a:cubicBezTo>
                      <a:cubicBezTo>
                        <a:pt x="137" y="8"/>
                        <a:pt x="139" y="6"/>
                        <a:pt x="138" y="3"/>
                      </a:cubicBezTo>
                      <a:cubicBezTo>
                        <a:pt x="138" y="1"/>
                        <a:pt x="136" y="0"/>
                        <a:pt x="134" y="0"/>
                      </a:cubicBezTo>
                      <a:cubicBezTo>
                        <a:pt x="125" y="1"/>
                        <a:pt x="119" y="9"/>
                        <a:pt x="115" y="17"/>
                      </a:cubicBezTo>
                      <a:cubicBezTo>
                        <a:pt x="113" y="12"/>
                        <a:pt x="111" y="7"/>
                        <a:pt x="109" y="4"/>
                      </a:cubicBezTo>
                      <a:cubicBezTo>
                        <a:pt x="107" y="2"/>
                        <a:pt x="105" y="1"/>
                        <a:pt x="103" y="3"/>
                      </a:cubicBezTo>
                      <a:cubicBezTo>
                        <a:pt x="101" y="4"/>
                        <a:pt x="101" y="7"/>
                        <a:pt x="102" y="8"/>
                      </a:cubicBezTo>
                      <a:cubicBezTo>
                        <a:pt x="105" y="13"/>
                        <a:pt x="108" y="25"/>
                        <a:pt x="108" y="40"/>
                      </a:cubicBezTo>
                      <a:cubicBezTo>
                        <a:pt x="107" y="51"/>
                        <a:pt x="104" y="63"/>
                        <a:pt x="99" y="73"/>
                      </a:cubicBezTo>
                      <a:cubicBezTo>
                        <a:pt x="97" y="76"/>
                        <a:pt x="96" y="80"/>
                        <a:pt x="95" y="84"/>
                      </a:cubicBezTo>
                      <a:cubicBezTo>
                        <a:pt x="94" y="84"/>
                        <a:pt x="95" y="84"/>
                        <a:pt x="94" y="84"/>
                      </a:cubicBezTo>
                      <a:cubicBezTo>
                        <a:pt x="85" y="77"/>
                        <a:pt x="73" y="71"/>
                        <a:pt x="61" y="66"/>
                      </a:cubicBezTo>
                      <a:cubicBezTo>
                        <a:pt x="56" y="65"/>
                        <a:pt x="39" y="60"/>
                        <a:pt x="35" y="56"/>
                      </a:cubicBezTo>
                      <a:cubicBezTo>
                        <a:pt x="33" y="54"/>
                        <a:pt x="31" y="51"/>
                        <a:pt x="28" y="49"/>
                      </a:cubicBezTo>
                      <a:cubicBezTo>
                        <a:pt x="22" y="41"/>
                        <a:pt x="22" y="41"/>
                        <a:pt x="22" y="41"/>
                      </a:cubicBezTo>
                      <a:cubicBezTo>
                        <a:pt x="21" y="40"/>
                        <a:pt x="18" y="39"/>
                        <a:pt x="17" y="41"/>
                      </a:cubicBezTo>
                      <a:cubicBezTo>
                        <a:pt x="15" y="42"/>
                        <a:pt x="15" y="45"/>
                        <a:pt x="16" y="47"/>
                      </a:cubicBezTo>
                      <a:cubicBezTo>
                        <a:pt x="22" y="54"/>
                        <a:pt x="22" y="54"/>
                        <a:pt x="22" y="54"/>
                      </a:cubicBezTo>
                      <a:cubicBezTo>
                        <a:pt x="24" y="56"/>
                        <a:pt x="25" y="58"/>
                        <a:pt x="27" y="60"/>
                      </a:cubicBezTo>
                      <a:cubicBezTo>
                        <a:pt x="20" y="59"/>
                        <a:pt x="12" y="58"/>
                        <a:pt x="4" y="58"/>
                      </a:cubicBezTo>
                      <a:cubicBezTo>
                        <a:pt x="2" y="58"/>
                        <a:pt x="0" y="60"/>
                        <a:pt x="0" y="62"/>
                      </a:cubicBezTo>
                      <a:cubicBezTo>
                        <a:pt x="0" y="64"/>
                        <a:pt x="2" y="66"/>
                        <a:pt x="4" y="66"/>
                      </a:cubicBezTo>
                      <a:cubicBezTo>
                        <a:pt x="11" y="66"/>
                        <a:pt x="18" y="66"/>
                        <a:pt x="24" y="67"/>
                      </a:cubicBezTo>
                      <a:cubicBezTo>
                        <a:pt x="41" y="68"/>
                        <a:pt x="57" y="76"/>
                        <a:pt x="64" y="80"/>
                      </a:cubicBezTo>
                      <a:cubicBezTo>
                        <a:pt x="73" y="84"/>
                        <a:pt x="86" y="95"/>
                        <a:pt x="100" y="119"/>
                      </a:cubicBezTo>
                      <a:cubicBezTo>
                        <a:pt x="103" y="125"/>
                        <a:pt x="105" y="130"/>
                        <a:pt x="107" y="136"/>
                      </a:cubicBezTo>
                      <a:cubicBezTo>
                        <a:pt x="116" y="138"/>
                        <a:pt x="124" y="140"/>
                        <a:pt x="130" y="141"/>
                      </a:cubicBezTo>
                      <a:cubicBezTo>
                        <a:pt x="130" y="140"/>
                        <a:pt x="130" y="140"/>
                        <a:pt x="130" y="140"/>
                      </a:cubicBezTo>
                      <a:cubicBezTo>
                        <a:pt x="126" y="128"/>
                        <a:pt x="120" y="113"/>
                        <a:pt x="111" y="99"/>
                      </a:cubicBezTo>
                      <a:cubicBezTo>
                        <a:pt x="109" y="97"/>
                        <a:pt x="106" y="92"/>
                        <a:pt x="107" y="87"/>
                      </a:cubicBezTo>
                      <a:cubicBezTo>
                        <a:pt x="107" y="85"/>
                        <a:pt x="107" y="83"/>
                        <a:pt x="108" y="81"/>
                      </a:cubicBezTo>
                      <a:cubicBezTo>
                        <a:pt x="108" y="81"/>
                        <a:pt x="109" y="81"/>
                        <a:pt x="109" y="81"/>
                      </a:cubicBezTo>
                      <a:cubicBezTo>
                        <a:pt x="109" y="80"/>
                        <a:pt x="109" y="79"/>
                        <a:pt x="110" y="78"/>
                      </a:cubicBezTo>
                      <a:cubicBezTo>
                        <a:pt x="110" y="77"/>
                        <a:pt x="111" y="77"/>
                        <a:pt x="112" y="76"/>
                      </a:cubicBezTo>
                      <a:cubicBezTo>
                        <a:pt x="118" y="67"/>
                        <a:pt x="130" y="61"/>
                        <a:pt x="147" y="59"/>
                      </a:cubicBezTo>
                      <a:cubicBezTo>
                        <a:pt x="155" y="57"/>
                        <a:pt x="192" y="55"/>
                        <a:pt x="198" y="56"/>
                      </a:cubicBezTo>
                      <a:cubicBezTo>
                        <a:pt x="200" y="56"/>
                        <a:pt x="202" y="54"/>
                        <a:pt x="202" y="52"/>
                      </a:cubicBezTo>
                      <a:cubicBezTo>
                        <a:pt x="203" y="50"/>
                        <a:pt x="201" y="48"/>
                        <a:pt x="199" y="48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76" name="Freeform 1547">
                  <a:extLst>
                    <a:ext uri="{FF2B5EF4-FFF2-40B4-BE49-F238E27FC236}">
                      <a16:creationId xmlns:a16="http://schemas.microsoft.com/office/drawing/2014/main" id="{827A8978-2DCF-4A2C-BDEF-4639DEF6B3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19" y="2466"/>
                  <a:ext cx="393" cy="365"/>
                </a:xfrm>
                <a:custGeom>
                  <a:avLst/>
                  <a:gdLst>
                    <a:gd name="T0" fmla="*/ 736 w 195"/>
                    <a:gd name="T1" fmla="*/ 60 h 170"/>
                    <a:gd name="T2" fmla="*/ 784 w 195"/>
                    <a:gd name="T3" fmla="*/ 217 h 170"/>
                    <a:gd name="T4" fmla="*/ 844 w 195"/>
                    <a:gd name="T5" fmla="*/ 129 h 170"/>
                    <a:gd name="T6" fmla="*/ 917 w 195"/>
                    <a:gd name="T7" fmla="*/ 208 h 170"/>
                    <a:gd name="T8" fmla="*/ 828 w 195"/>
                    <a:gd name="T9" fmla="*/ 447 h 170"/>
                    <a:gd name="T10" fmla="*/ 836 w 195"/>
                    <a:gd name="T11" fmla="*/ 803 h 170"/>
                    <a:gd name="T12" fmla="*/ 885 w 195"/>
                    <a:gd name="T13" fmla="*/ 852 h 170"/>
                    <a:gd name="T14" fmla="*/ 1177 w 195"/>
                    <a:gd name="T15" fmla="*/ 760 h 170"/>
                    <a:gd name="T16" fmla="*/ 1475 w 195"/>
                    <a:gd name="T17" fmla="*/ 603 h 170"/>
                    <a:gd name="T18" fmla="*/ 1548 w 195"/>
                    <a:gd name="T19" fmla="*/ 575 h 170"/>
                    <a:gd name="T20" fmla="*/ 1564 w 195"/>
                    <a:gd name="T21" fmla="*/ 646 h 170"/>
                    <a:gd name="T22" fmla="*/ 1564 w 195"/>
                    <a:gd name="T23" fmla="*/ 663 h 170"/>
                    <a:gd name="T24" fmla="*/ 1393 w 195"/>
                    <a:gd name="T25" fmla="*/ 844 h 170"/>
                    <a:gd name="T26" fmla="*/ 1580 w 195"/>
                    <a:gd name="T27" fmla="*/ 992 h 170"/>
                    <a:gd name="T28" fmla="*/ 1588 w 195"/>
                    <a:gd name="T29" fmla="*/ 1037 h 170"/>
                    <a:gd name="T30" fmla="*/ 1580 w 195"/>
                    <a:gd name="T31" fmla="*/ 1069 h 170"/>
                    <a:gd name="T32" fmla="*/ 1508 w 195"/>
                    <a:gd name="T33" fmla="*/ 1069 h 170"/>
                    <a:gd name="T34" fmla="*/ 1219 w 195"/>
                    <a:gd name="T35" fmla="*/ 940 h 170"/>
                    <a:gd name="T36" fmla="*/ 836 w 195"/>
                    <a:gd name="T37" fmla="*/ 1097 h 170"/>
                    <a:gd name="T38" fmla="*/ 760 w 195"/>
                    <a:gd name="T39" fmla="*/ 1157 h 170"/>
                    <a:gd name="T40" fmla="*/ 468 w 195"/>
                    <a:gd name="T41" fmla="*/ 1327 h 170"/>
                    <a:gd name="T42" fmla="*/ 244 w 195"/>
                    <a:gd name="T43" fmla="*/ 1443 h 170"/>
                    <a:gd name="T44" fmla="*/ 195 w 195"/>
                    <a:gd name="T45" fmla="*/ 1535 h 170"/>
                    <a:gd name="T46" fmla="*/ 129 w 195"/>
                    <a:gd name="T47" fmla="*/ 1664 h 170"/>
                    <a:gd name="T48" fmla="*/ 56 w 195"/>
                    <a:gd name="T49" fmla="*/ 1664 h 170"/>
                    <a:gd name="T50" fmla="*/ 48 w 195"/>
                    <a:gd name="T51" fmla="*/ 1604 h 170"/>
                    <a:gd name="T52" fmla="*/ 64 w 195"/>
                    <a:gd name="T53" fmla="*/ 1572 h 170"/>
                    <a:gd name="T54" fmla="*/ 105 w 195"/>
                    <a:gd name="T55" fmla="*/ 1484 h 170"/>
                    <a:gd name="T56" fmla="*/ 179 w 195"/>
                    <a:gd name="T57" fmla="*/ 1355 h 170"/>
                    <a:gd name="T58" fmla="*/ 32 w 195"/>
                    <a:gd name="T59" fmla="*/ 1286 h 170"/>
                    <a:gd name="T60" fmla="*/ 16 w 195"/>
                    <a:gd name="T61" fmla="*/ 1209 h 170"/>
                    <a:gd name="T62" fmla="*/ 81 w 195"/>
                    <a:gd name="T63" fmla="*/ 1189 h 170"/>
                    <a:gd name="T64" fmla="*/ 337 w 195"/>
                    <a:gd name="T65" fmla="*/ 1209 h 170"/>
                    <a:gd name="T66" fmla="*/ 653 w 195"/>
                    <a:gd name="T67" fmla="*/ 1001 h 170"/>
                    <a:gd name="T68" fmla="*/ 679 w 195"/>
                    <a:gd name="T69" fmla="*/ 932 h 170"/>
                    <a:gd name="T70" fmla="*/ 679 w 195"/>
                    <a:gd name="T71" fmla="*/ 414 h 170"/>
                    <a:gd name="T72" fmla="*/ 663 w 195"/>
                    <a:gd name="T73" fmla="*/ 120 h 170"/>
                    <a:gd name="T74" fmla="*/ 736 w 195"/>
                    <a:gd name="T75" fmla="*/ 60 h 17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195" h="170">
                      <a:moveTo>
                        <a:pt x="90" y="6"/>
                      </a:moveTo>
                      <a:cubicBezTo>
                        <a:pt x="93" y="11"/>
                        <a:pt x="95" y="16"/>
                        <a:pt x="96" y="22"/>
                      </a:cubicBezTo>
                      <a:cubicBezTo>
                        <a:pt x="98" y="19"/>
                        <a:pt x="101" y="16"/>
                        <a:pt x="103" y="13"/>
                      </a:cubicBezTo>
                      <a:cubicBezTo>
                        <a:pt x="107" y="7"/>
                        <a:pt x="117" y="14"/>
                        <a:pt x="112" y="21"/>
                      </a:cubicBezTo>
                      <a:cubicBezTo>
                        <a:pt x="106" y="29"/>
                        <a:pt x="101" y="37"/>
                        <a:pt x="101" y="45"/>
                      </a:cubicBezTo>
                      <a:cubicBezTo>
                        <a:pt x="100" y="58"/>
                        <a:pt x="100" y="70"/>
                        <a:pt x="102" y="81"/>
                      </a:cubicBezTo>
                      <a:cubicBezTo>
                        <a:pt x="102" y="84"/>
                        <a:pt x="101" y="89"/>
                        <a:pt x="108" y="86"/>
                      </a:cubicBezTo>
                      <a:cubicBezTo>
                        <a:pt x="120" y="81"/>
                        <a:pt x="130" y="79"/>
                        <a:pt x="144" y="77"/>
                      </a:cubicBezTo>
                      <a:cubicBezTo>
                        <a:pt x="147" y="77"/>
                        <a:pt x="175" y="70"/>
                        <a:pt x="180" y="61"/>
                      </a:cubicBezTo>
                      <a:cubicBezTo>
                        <a:pt x="182" y="58"/>
                        <a:pt x="186" y="57"/>
                        <a:pt x="189" y="58"/>
                      </a:cubicBezTo>
                      <a:cubicBezTo>
                        <a:pt x="191" y="60"/>
                        <a:pt x="192" y="63"/>
                        <a:pt x="191" y="65"/>
                      </a:cubicBezTo>
                      <a:cubicBezTo>
                        <a:pt x="191" y="66"/>
                        <a:pt x="191" y="66"/>
                        <a:pt x="191" y="67"/>
                      </a:cubicBezTo>
                      <a:cubicBezTo>
                        <a:pt x="186" y="75"/>
                        <a:pt x="178" y="81"/>
                        <a:pt x="170" y="85"/>
                      </a:cubicBezTo>
                      <a:cubicBezTo>
                        <a:pt x="179" y="88"/>
                        <a:pt x="187" y="93"/>
                        <a:pt x="193" y="100"/>
                      </a:cubicBezTo>
                      <a:cubicBezTo>
                        <a:pt x="195" y="101"/>
                        <a:pt x="195" y="103"/>
                        <a:pt x="194" y="105"/>
                      </a:cubicBezTo>
                      <a:cubicBezTo>
                        <a:pt x="194" y="106"/>
                        <a:pt x="194" y="107"/>
                        <a:pt x="193" y="108"/>
                      </a:cubicBezTo>
                      <a:cubicBezTo>
                        <a:pt x="190" y="110"/>
                        <a:pt x="186" y="110"/>
                        <a:pt x="184" y="108"/>
                      </a:cubicBezTo>
                      <a:cubicBezTo>
                        <a:pt x="177" y="99"/>
                        <a:pt x="159" y="93"/>
                        <a:pt x="149" y="95"/>
                      </a:cubicBezTo>
                      <a:cubicBezTo>
                        <a:pt x="131" y="97"/>
                        <a:pt x="118" y="103"/>
                        <a:pt x="102" y="111"/>
                      </a:cubicBezTo>
                      <a:cubicBezTo>
                        <a:pt x="93" y="117"/>
                        <a:pt x="93" y="117"/>
                        <a:pt x="93" y="117"/>
                      </a:cubicBezTo>
                      <a:cubicBezTo>
                        <a:pt x="81" y="124"/>
                        <a:pt x="70" y="130"/>
                        <a:pt x="57" y="134"/>
                      </a:cubicBezTo>
                      <a:cubicBezTo>
                        <a:pt x="53" y="136"/>
                        <a:pt x="38" y="138"/>
                        <a:pt x="30" y="146"/>
                      </a:cubicBezTo>
                      <a:cubicBezTo>
                        <a:pt x="27" y="148"/>
                        <a:pt x="26" y="152"/>
                        <a:pt x="24" y="155"/>
                      </a:cubicBezTo>
                      <a:cubicBezTo>
                        <a:pt x="22" y="160"/>
                        <a:pt x="20" y="164"/>
                        <a:pt x="16" y="168"/>
                      </a:cubicBezTo>
                      <a:cubicBezTo>
                        <a:pt x="13" y="170"/>
                        <a:pt x="9" y="170"/>
                        <a:pt x="7" y="168"/>
                      </a:cubicBezTo>
                      <a:cubicBezTo>
                        <a:pt x="6" y="166"/>
                        <a:pt x="5" y="164"/>
                        <a:pt x="6" y="162"/>
                      </a:cubicBezTo>
                      <a:cubicBezTo>
                        <a:pt x="6" y="161"/>
                        <a:pt x="7" y="160"/>
                        <a:pt x="8" y="159"/>
                      </a:cubicBezTo>
                      <a:cubicBezTo>
                        <a:pt x="10" y="157"/>
                        <a:pt x="11" y="154"/>
                        <a:pt x="13" y="150"/>
                      </a:cubicBezTo>
                      <a:cubicBezTo>
                        <a:pt x="15" y="146"/>
                        <a:pt x="17" y="141"/>
                        <a:pt x="22" y="137"/>
                      </a:cubicBezTo>
                      <a:cubicBezTo>
                        <a:pt x="16" y="136"/>
                        <a:pt x="10" y="134"/>
                        <a:pt x="4" y="130"/>
                      </a:cubicBezTo>
                      <a:cubicBezTo>
                        <a:pt x="1" y="129"/>
                        <a:pt x="0" y="125"/>
                        <a:pt x="2" y="122"/>
                      </a:cubicBezTo>
                      <a:cubicBezTo>
                        <a:pt x="4" y="119"/>
                        <a:pt x="7" y="118"/>
                        <a:pt x="10" y="120"/>
                      </a:cubicBezTo>
                      <a:cubicBezTo>
                        <a:pt x="17" y="124"/>
                        <a:pt x="29" y="126"/>
                        <a:pt x="41" y="122"/>
                      </a:cubicBezTo>
                      <a:cubicBezTo>
                        <a:pt x="52" y="119"/>
                        <a:pt x="66" y="110"/>
                        <a:pt x="80" y="101"/>
                      </a:cubicBezTo>
                      <a:cubicBezTo>
                        <a:pt x="84" y="98"/>
                        <a:pt x="83" y="95"/>
                        <a:pt x="83" y="94"/>
                      </a:cubicBezTo>
                      <a:cubicBezTo>
                        <a:pt x="81" y="77"/>
                        <a:pt x="82" y="60"/>
                        <a:pt x="83" y="42"/>
                      </a:cubicBezTo>
                      <a:cubicBezTo>
                        <a:pt x="84" y="33"/>
                        <a:pt x="84" y="20"/>
                        <a:pt x="81" y="12"/>
                      </a:cubicBezTo>
                      <a:cubicBezTo>
                        <a:pt x="78" y="6"/>
                        <a:pt x="87" y="0"/>
                        <a:pt x="90" y="6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77" name="Freeform 1548">
                  <a:extLst>
                    <a:ext uri="{FF2B5EF4-FFF2-40B4-BE49-F238E27FC236}">
                      <a16:creationId xmlns:a16="http://schemas.microsoft.com/office/drawing/2014/main" id="{CCAA9F49-67C8-472F-BC53-31E2ED34A2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19" y="2466"/>
                  <a:ext cx="393" cy="365"/>
                </a:xfrm>
                <a:custGeom>
                  <a:avLst/>
                  <a:gdLst>
                    <a:gd name="T0" fmla="*/ 736 w 195"/>
                    <a:gd name="T1" fmla="*/ 60 h 170"/>
                    <a:gd name="T2" fmla="*/ 784 w 195"/>
                    <a:gd name="T3" fmla="*/ 217 h 170"/>
                    <a:gd name="T4" fmla="*/ 844 w 195"/>
                    <a:gd name="T5" fmla="*/ 129 h 170"/>
                    <a:gd name="T6" fmla="*/ 917 w 195"/>
                    <a:gd name="T7" fmla="*/ 208 h 170"/>
                    <a:gd name="T8" fmla="*/ 828 w 195"/>
                    <a:gd name="T9" fmla="*/ 447 h 170"/>
                    <a:gd name="T10" fmla="*/ 836 w 195"/>
                    <a:gd name="T11" fmla="*/ 803 h 170"/>
                    <a:gd name="T12" fmla="*/ 885 w 195"/>
                    <a:gd name="T13" fmla="*/ 852 h 170"/>
                    <a:gd name="T14" fmla="*/ 1177 w 195"/>
                    <a:gd name="T15" fmla="*/ 760 h 170"/>
                    <a:gd name="T16" fmla="*/ 1475 w 195"/>
                    <a:gd name="T17" fmla="*/ 603 h 170"/>
                    <a:gd name="T18" fmla="*/ 1548 w 195"/>
                    <a:gd name="T19" fmla="*/ 575 h 170"/>
                    <a:gd name="T20" fmla="*/ 1564 w 195"/>
                    <a:gd name="T21" fmla="*/ 646 h 170"/>
                    <a:gd name="T22" fmla="*/ 1564 w 195"/>
                    <a:gd name="T23" fmla="*/ 663 h 170"/>
                    <a:gd name="T24" fmla="*/ 1393 w 195"/>
                    <a:gd name="T25" fmla="*/ 844 h 170"/>
                    <a:gd name="T26" fmla="*/ 1580 w 195"/>
                    <a:gd name="T27" fmla="*/ 992 h 170"/>
                    <a:gd name="T28" fmla="*/ 1588 w 195"/>
                    <a:gd name="T29" fmla="*/ 1037 h 170"/>
                    <a:gd name="T30" fmla="*/ 1580 w 195"/>
                    <a:gd name="T31" fmla="*/ 1069 h 170"/>
                    <a:gd name="T32" fmla="*/ 1508 w 195"/>
                    <a:gd name="T33" fmla="*/ 1069 h 170"/>
                    <a:gd name="T34" fmla="*/ 1219 w 195"/>
                    <a:gd name="T35" fmla="*/ 940 h 170"/>
                    <a:gd name="T36" fmla="*/ 836 w 195"/>
                    <a:gd name="T37" fmla="*/ 1097 h 170"/>
                    <a:gd name="T38" fmla="*/ 760 w 195"/>
                    <a:gd name="T39" fmla="*/ 1157 h 170"/>
                    <a:gd name="T40" fmla="*/ 468 w 195"/>
                    <a:gd name="T41" fmla="*/ 1327 h 170"/>
                    <a:gd name="T42" fmla="*/ 244 w 195"/>
                    <a:gd name="T43" fmla="*/ 1443 h 170"/>
                    <a:gd name="T44" fmla="*/ 195 w 195"/>
                    <a:gd name="T45" fmla="*/ 1535 h 170"/>
                    <a:gd name="T46" fmla="*/ 129 w 195"/>
                    <a:gd name="T47" fmla="*/ 1664 h 170"/>
                    <a:gd name="T48" fmla="*/ 56 w 195"/>
                    <a:gd name="T49" fmla="*/ 1664 h 170"/>
                    <a:gd name="T50" fmla="*/ 48 w 195"/>
                    <a:gd name="T51" fmla="*/ 1604 h 170"/>
                    <a:gd name="T52" fmla="*/ 64 w 195"/>
                    <a:gd name="T53" fmla="*/ 1572 h 170"/>
                    <a:gd name="T54" fmla="*/ 105 w 195"/>
                    <a:gd name="T55" fmla="*/ 1484 h 170"/>
                    <a:gd name="T56" fmla="*/ 179 w 195"/>
                    <a:gd name="T57" fmla="*/ 1355 h 170"/>
                    <a:gd name="T58" fmla="*/ 32 w 195"/>
                    <a:gd name="T59" fmla="*/ 1286 h 170"/>
                    <a:gd name="T60" fmla="*/ 16 w 195"/>
                    <a:gd name="T61" fmla="*/ 1209 h 170"/>
                    <a:gd name="T62" fmla="*/ 81 w 195"/>
                    <a:gd name="T63" fmla="*/ 1189 h 170"/>
                    <a:gd name="T64" fmla="*/ 337 w 195"/>
                    <a:gd name="T65" fmla="*/ 1209 h 170"/>
                    <a:gd name="T66" fmla="*/ 653 w 195"/>
                    <a:gd name="T67" fmla="*/ 1001 h 170"/>
                    <a:gd name="T68" fmla="*/ 679 w 195"/>
                    <a:gd name="T69" fmla="*/ 932 h 170"/>
                    <a:gd name="T70" fmla="*/ 679 w 195"/>
                    <a:gd name="T71" fmla="*/ 414 h 170"/>
                    <a:gd name="T72" fmla="*/ 663 w 195"/>
                    <a:gd name="T73" fmla="*/ 120 h 170"/>
                    <a:gd name="T74" fmla="*/ 736 w 195"/>
                    <a:gd name="T75" fmla="*/ 60 h 17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195" h="170">
                      <a:moveTo>
                        <a:pt x="90" y="6"/>
                      </a:moveTo>
                      <a:cubicBezTo>
                        <a:pt x="93" y="11"/>
                        <a:pt x="95" y="16"/>
                        <a:pt x="96" y="22"/>
                      </a:cubicBezTo>
                      <a:cubicBezTo>
                        <a:pt x="98" y="19"/>
                        <a:pt x="101" y="16"/>
                        <a:pt x="103" y="13"/>
                      </a:cubicBezTo>
                      <a:cubicBezTo>
                        <a:pt x="107" y="7"/>
                        <a:pt x="117" y="14"/>
                        <a:pt x="112" y="21"/>
                      </a:cubicBezTo>
                      <a:cubicBezTo>
                        <a:pt x="106" y="29"/>
                        <a:pt x="101" y="37"/>
                        <a:pt x="101" y="45"/>
                      </a:cubicBezTo>
                      <a:cubicBezTo>
                        <a:pt x="100" y="58"/>
                        <a:pt x="100" y="70"/>
                        <a:pt x="102" y="81"/>
                      </a:cubicBezTo>
                      <a:cubicBezTo>
                        <a:pt x="102" y="84"/>
                        <a:pt x="101" y="89"/>
                        <a:pt x="108" y="86"/>
                      </a:cubicBezTo>
                      <a:cubicBezTo>
                        <a:pt x="120" y="81"/>
                        <a:pt x="130" y="79"/>
                        <a:pt x="144" y="77"/>
                      </a:cubicBezTo>
                      <a:cubicBezTo>
                        <a:pt x="147" y="77"/>
                        <a:pt x="175" y="70"/>
                        <a:pt x="180" y="61"/>
                      </a:cubicBezTo>
                      <a:cubicBezTo>
                        <a:pt x="182" y="58"/>
                        <a:pt x="186" y="57"/>
                        <a:pt x="189" y="58"/>
                      </a:cubicBezTo>
                      <a:cubicBezTo>
                        <a:pt x="191" y="60"/>
                        <a:pt x="192" y="63"/>
                        <a:pt x="191" y="65"/>
                      </a:cubicBezTo>
                      <a:cubicBezTo>
                        <a:pt x="191" y="66"/>
                        <a:pt x="191" y="66"/>
                        <a:pt x="191" y="67"/>
                      </a:cubicBezTo>
                      <a:cubicBezTo>
                        <a:pt x="186" y="75"/>
                        <a:pt x="178" y="81"/>
                        <a:pt x="170" y="85"/>
                      </a:cubicBezTo>
                      <a:cubicBezTo>
                        <a:pt x="179" y="88"/>
                        <a:pt x="187" y="93"/>
                        <a:pt x="193" y="100"/>
                      </a:cubicBezTo>
                      <a:cubicBezTo>
                        <a:pt x="195" y="101"/>
                        <a:pt x="195" y="103"/>
                        <a:pt x="194" y="105"/>
                      </a:cubicBezTo>
                      <a:cubicBezTo>
                        <a:pt x="194" y="106"/>
                        <a:pt x="194" y="107"/>
                        <a:pt x="193" y="108"/>
                      </a:cubicBezTo>
                      <a:cubicBezTo>
                        <a:pt x="190" y="110"/>
                        <a:pt x="186" y="110"/>
                        <a:pt x="184" y="108"/>
                      </a:cubicBezTo>
                      <a:cubicBezTo>
                        <a:pt x="177" y="99"/>
                        <a:pt x="159" y="93"/>
                        <a:pt x="149" y="95"/>
                      </a:cubicBezTo>
                      <a:cubicBezTo>
                        <a:pt x="131" y="97"/>
                        <a:pt x="118" y="103"/>
                        <a:pt x="102" y="111"/>
                      </a:cubicBezTo>
                      <a:cubicBezTo>
                        <a:pt x="93" y="117"/>
                        <a:pt x="93" y="117"/>
                        <a:pt x="93" y="117"/>
                      </a:cubicBezTo>
                      <a:cubicBezTo>
                        <a:pt x="81" y="124"/>
                        <a:pt x="70" y="130"/>
                        <a:pt x="57" y="134"/>
                      </a:cubicBezTo>
                      <a:cubicBezTo>
                        <a:pt x="53" y="136"/>
                        <a:pt x="38" y="138"/>
                        <a:pt x="30" y="146"/>
                      </a:cubicBezTo>
                      <a:cubicBezTo>
                        <a:pt x="27" y="148"/>
                        <a:pt x="26" y="152"/>
                        <a:pt x="24" y="155"/>
                      </a:cubicBezTo>
                      <a:cubicBezTo>
                        <a:pt x="22" y="160"/>
                        <a:pt x="20" y="164"/>
                        <a:pt x="16" y="168"/>
                      </a:cubicBezTo>
                      <a:cubicBezTo>
                        <a:pt x="13" y="170"/>
                        <a:pt x="9" y="170"/>
                        <a:pt x="7" y="168"/>
                      </a:cubicBezTo>
                      <a:cubicBezTo>
                        <a:pt x="6" y="166"/>
                        <a:pt x="5" y="164"/>
                        <a:pt x="6" y="162"/>
                      </a:cubicBezTo>
                      <a:cubicBezTo>
                        <a:pt x="6" y="161"/>
                        <a:pt x="7" y="160"/>
                        <a:pt x="8" y="159"/>
                      </a:cubicBezTo>
                      <a:cubicBezTo>
                        <a:pt x="10" y="157"/>
                        <a:pt x="11" y="154"/>
                        <a:pt x="13" y="150"/>
                      </a:cubicBezTo>
                      <a:cubicBezTo>
                        <a:pt x="15" y="146"/>
                        <a:pt x="17" y="141"/>
                        <a:pt x="22" y="137"/>
                      </a:cubicBezTo>
                      <a:cubicBezTo>
                        <a:pt x="16" y="136"/>
                        <a:pt x="10" y="134"/>
                        <a:pt x="4" y="130"/>
                      </a:cubicBezTo>
                      <a:cubicBezTo>
                        <a:pt x="1" y="129"/>
                        <a:pt x="0" y="125"/>
                        <a:pt x="2" y="122"/>
                      </a:cubicBezTo>
                      <a:cubicBezTo>
                        <a:pt x="4" y="119"/>
                        <a:pt x="7" y="118"/>
                        <a:pt x="10" y="120"/>
                      </a:cubicBezTo>
                      <a:cubicBezTo>
                        <a:pt x="17" y="124"/>
                        <a:pt x="29" y="126"/>
                        <a:pt x="41" y="122"/>
                      </a:cubicBezTo>
                      <a:cubicBezTo>
                        <a:pt x="52" y="119"/>
                        <a:pt x="66" y="110"/>
                        <a:pt x="80" y="101"/>
                      </a:cubicBezTo>
                      <a:cubicBezTo>
                        <a:pt x="84" y="98"/>
                        <a:pt x="83" y="95"/>
                        <a:pt x="83" y="94"/>
                      </a:cubicBezTo>
                      <a:cubicBezTo>
                        <a:pt x="81" y="77"/>
                        <a:pt x="82" y="60"/>
                        <a:pt x="83" y="42"/>
                      </a:cubicBezTo>
                      <a:cubicBezTo>
                        <a:pt x="84" y="33"/>
                        <a:pt x="84" y="20"/>
                        <a:pt x="81" y="12"/>
                      </a:cubicBezTo>
                      <a:cubicBezTo>
                        <a:pt x="78" y="6"/>
                        <a:pt x="87" y="0"/>
                        <a:pt x="90" y="6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78" name="Freeform 1549">
                  <a:extLst>
                    <a:ext uri="{FF2B5EF4-FFF2-40B4-BE49-F238E27FC236}">
                      <a16:creationId xmlns:a16="http://schemas.microsoft.com/office/drawing/2014/main" id="{C65451D2-3FBF-4040-89F0-4DE29571B0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2" y="2749"/>
                  <a:ext cx="20" cy="13"/>
                </a:xfrm>
                <a:custGeom>
                  <a:avLst/>
                  <a:gdLst>
                    <a:gd name="T0" fmla="*/ 80 w 10"/>
                    <a:gd name="T1" fmla="*/ 0 h 6"/>
                    <a:gd name="T2" fmla="*/ 0 w 10"/>
                    <a:gd name="T3" fmla="*/ 61 h 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" h="6">
                      <a:moveTo>
                        <a:pt x="10" y="0"/>
                      </a:moveTo>
                      <a:cubicBezTo>
                        <a:pt x="5" y="1"/>
                        <a:pt x="2" y="4"/>
                        <a:pt x="0" y="6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79" name="Freeform 1550">
                  <a:extLst>
                    <a:ext uri="{FF2B5EF4-FFF2-40B4-BE49-F238E27FC236}">
                      <a16:creationId xmlns:a16="http://schemas.microsoft.com/office/drawing/2014/main" id="{60997AAA-DF58-46A8-8183-2086505ABA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45" y="2648"/>
                  <a:ext cx="18" cy="2"/>
                </a:xfrm>
                <a:custGeom>
                  <a:avLst/>
                  <a:gdLst>
                    <a:gd name="T0" fmla="*/ 0 w 9"/>
                    <a:gd name="T1" fmla="*/ 8 h 1"/>
                    <a:gd name="T2" fmla="*/ 72 w 9"/>
                    <a:gd name="T3" fmla="*/ 8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1">
                      <a:moveTo>
                        <a:pt x="0" y="1"/>
                      </a:moveTo>
                      <a:cubicBezTo>
                        <a:pt x="5" y="0"/>
                        <a:pt x="9" y="1"/>
                        <a:pt x="9" y="1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80" name="Freeform 1551">
                  <a:extLst>
                    <a:ext uri="{FF2B5EF4-FFF2-40B4-BE49-F238E27FC236}">
                      <a16:creationId xmlns:a16="http://schemas.microsoft.com/office/drawing/2014/main" id="{6B78D014-C7FD-4D14-8674-A4665533C2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2" y="2101"/>
                  <a:ext cx="8" cy="28"/>
                </a:xfrm>
                <a:custGeom>
                  <a:avLst/>
                  <a:gdLst>
                    <a:gd name="T0" fmla="*/ 32 w 4"/>
                    <a:gd name="T1" fmla="*/ 0 h 13"/>
                    <a:gd name="T2" fmla="*/ 0 w 4"/>
                    <a:gd name="T3" fmla="*/ 129 h 1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" h="13">
                      <a:moveTo>
                        <a:pt x="4" y="0"/>
                      </a:moveTo>
                      <a:cubicBezTo>
                        <a:pt x="3" y="4"/>
                        <a:pt x="1" y="10"/>
                        <a:pt x="0" y="13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81" name="Freeform 1552">
                  <a:extLst>
                    <a:ext uri="{FF2B5EF4-FFF2-40B4-BE49-F238E27FC236}">
                      <a16:creationId xmlns:a16="http://schemas.microsoft.com/office/drawing/2014/main" id="{77D4936D-522F-43E4-A31A-5D20995B44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18" y="2018"/>
                  <a:ext cx="8" cy="34"/>
                </a:xfrm>
                <a:custGeom>
                  <a:avLst/>
                  <a:gdLst>
                    <a:gd name="T0" fmla="*/ 32 w 4"/>
                    <a:gd name="T1" fmla="*/ 0 h 16"/>
                    <a:gd name="T2" fmla="*/ 8 w 4"/>
                    <a:gd name="T3" fmla="*/ 153 h 1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" h="16">
                      <a:moveTo>
                        <a:pt x="4" y="0"/>
                      </a:moveTo>
                      <a:cubicBezTo>
                        <a:pt x="2" y="5"/>
                        <a:pt x="0" y="11"/>
                        <a:pt x="1" y="16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82" name="Freeform 1553">
                  <a:extLst>
                    <a:ext uri="{FF2B5EF4-FFF2-40B4-BE49-F238E27FC236}">
                      <a16:creationId xmlns:a16="http://schemas.microsoft.com/office/drawing/2014/main" id="{E78BF72C-6624-452D-A0B3-AAB9FD072B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12" y="2440"/>
                  <a:ext cx="398" cy="361"/>
                </a:xfrm>
                <a:custGeom>
                  <a:avLst/>
                  <a:gdLst>
                    <a:gd name="T0" fmla="*/ 1592 w 198"/>
                    <a:gd name="T1" fmla="*/ 1547 h 168"/>
                    <a:gd name="T2" fmla="*/ 1536 w 198"/>
                    <a:gd name="T3" fmla="*/ 1478 h 168"/>
                    <a:gd name="T4" fmla="*/ 1455 w 198"/>
                    <a:gd name="T5" fmla="*/ 1371 h 168"/>
                    <a:gd name="T6" fmla="*/ 1439 w 198"/>
                    <a:gd name="T7" fmla="*/ 1358 h 168"/>
                    <a:gd name="T8" fmla="*/ 1592 w 198"/>
                    <a:gd name="T9" fmla="*/ 1261 h 168"/>
                    <a:gd name="T10" fmla="*/ 1608 w 198"/>
                    <a:gd name="T11" fmla="*/ 1218 h 168"/>
                    <a:gd name="T12" fmla="*/ 1600 w 198"/>
                    <a:gd name="T13" fmla="*/ 1182 h 168"/>
                    <a:gd name="T14" fmla="*/ 1536 w 198"/>
                    <a:gd name="T15" fmla="*/ 1173 h 168"/>
                    <a:gd name="T16" fmla="*/ 1325 w 198"/>
                    <a:gd name="T17" fmla="*/ 1251 h 168"/>
                    <a:gd name="T18" fmla="*/ 965 w 198"/>
                    <a:gd name="T19" fmla="*/ 1113 h 168"/>
                    <a:gd name="T20" fmla="*/ 901 w 198"/>
                    <a:gd name="T21" fmla="*/ 993 h 168"/>
                    <a:gd name="T22" fmla="*/ 820 w 198"/>
                    <a:gd name="T23" fmla="*/ 458 h 168"/>
                    <a:gd name="T24" fmla="*/ 909 w 198"/>
                    <a:gd name="T25" fmla="*/ 120 h 168"/>
                    <a:gd name="T26" fmla="*/ 925 w 198"/>
                    <a:gd name="T27" fmla="*/ 69 h 168"/>
                    <a:gd name="T28" fmla="*/ 909 w 198"/>
                    <a:gd name="T29" fmla="*/ 28 h 168"/>
                    <a:gd name="T30" fmla="*/ 836 w 198"/>
                    <a:gd name="T31" fmla="*/ 28 h 168"/>
                    <a:gd name="T32" fmla="*/ 740 w 198"/>
                    <a:gd name="T33" fmla="*/ 329 h 168"/>
                    <a:gd name="T34" fmla="*/ 416 w 198"/>
                    <a:gd name="T35" fmla="*/ 19 h 168"/>
                    <a:gd name="T36" fmla="*/ 348 w 198"/>
                    <a:gd name="T37" fmla="*/ 52 h 168"/>
                    <a:gd name="T38" fmla="*/ 348 w 198"/>
                    <a:gd name="T39" fmla="*/ 69 h 168"/>
                    <a:gd name="T40" fmla="*/ 380 w 198"/>
                    <a:gd name="T41" fmla="*/ 129 h 168"/>
                    <a:gd name="T42" fmla="*/ 635 w 198"/>
                    <a:gd name="T43" fmla="*/ 370 h 168"/>
                    <a:gd name="T44" fmla="*/ 748 w 198"/>
                    <a:gd name="T45" fmla="*/ 905 h 168"/>
                    <a:gd name="T46" fmla="*/ 691 w 198"/>
                    <a:gd name="T47" fmla="*/ 993 h 168"/>
                    <a:gd name="T48" fmla="*/ 332 w 198"/>
                    <a:gd name="T49" fmla="*/ 961 h 168"/>
                    <a:gd name="T50" fmla="*/ 88 w 198"/>
                    <a:gd name="T51" fmla="*/ 804 h 168"/>
                    <a:gd name="T52" fmla="*/ 24 w 198"/>
                    <a:gd name="T53" fmla="*/ 795 h 168"/>
                    <a:gd name="T54" fmla="*/ 0 w 198"/>
                    <a:gd name="T55" fmla="*/ 844 h 168"/>
                    <a:gd name="T56" fmla="*/ 8 w 198"/>
                    <a:gd name="T57" fmla="*/ 872 h 168"/>
                    <a:gd name="T58" fmla="*/ 193 w 198"/>
                    <a:gd name="T59" fmla="*/ 1029 h 168"/>
                    <a:gd name="T60" fmla="*/ 24 w 198"/>
                    <a:gd name="T61" fmla="*/ 1201 h 168"/>
                    <a:gd name="T62" fmla="*/ 16 w 198"/>
                    <a:gd name="T63" fmla="*/ 1242 h 168"/>
                    <a:gd name="T64" fmla="*/ 32 w 198"/>
                    <a:gd name="T65" fmla="*/ 1289 h 168"/>
                    <a:gd name="T66" fmla="*/ 105 w 198"/>
                    <a:gd name="T67" fmla="*/ 1270 h 168"/>
                    <a:gd name="T68" fmla="*/ 316 w 198"/>
                    <a:gd name="T69" fmla="*/ 1113 h 168"/>
                    <a:gd name="T70" fmla="*/ 496 w 198"/>
                    <a:gd name="T71" fmla="*/ 1122 h 168"/>
                    <a:gd name="T72" fmla="*/ 764 w 198"/>
                    <a:gd name="T73" fmla="*/ 1218 h 168"/>
                    <a:gd name="T74" fmla="*/ 844 w 198"/>
                    <a:gd name="T75" fmla="*/ 1261 h 168"/>
                    <a:gd name="T76" fmla="*/ 1301 w 198"/>
                    <a:gd name="T77" fmla="*/ 1427 h 168"/>
                    <a:gd name="T78" fmla="*/ 1389 w 198"/>
                    <a:gd name="T79" fmla="*/ 1459 h 168"/>
                    <a:gd name="T80" fmla="*/ 1455 w 198"/>
                    <a:gd name="T81" fmla="*/ 1547 h 168"/>
                    <a:gd name="T82" fmla="*/ 1536 w 198"/>
                    <a:gd name="T83" fmla="*/ 1648 h 168"/>
                    <a:gd name="T84" fmla="*/ 1600 w 198"/>
                    <a:gd name="T85" fmla="*/ 1640 h 168"/>
                    <a:gd name="T86" fmla="*/ 1608 w 198"/>
                    <a:gd name="T87" fmla="*/ 1597 h 168"/>
                    <a:gd name="T88" fmla="*/ 1592 w 198"/>
                    <a:gd name="T89" fmla="*/ 1547 h 168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198" h="168">
                      <a:moveTo>
                        <a:pt x="196" y="156"/>
                      </a:moveTo>
                      <a:cubicBezTo>
                        <a:pt x="193" y="154"/>
                        <a:pt x="191" y="152"/>
                        <a:pt x="189" y="149"/>
                      </a:cubicBezTo>
                      <a:cubicBezTo>
                        <a:pt x="186" y="145"/>
                        <a:pt x="183" y="141"/>
                        <a:pt x="179" y="138"/>
                      </a:cubicBezTo>
                      <a:cubicBezTo>
                        <a:pt x="178" y="137"/>
                        <a:pt x="178" y="137"/>
                        <a:pt x="177" y="137"/>
                      </a:cubicBezTo>
                      <a:cubicBezTo>
                        <a:pt x="183" y="135"/>
                        <a:pt x="190" y="132"/>
                        <a:pt x="196" y="127"/>
                      </a:cubicBezTo>
                      <a:cubicBezTo>
                        <a:pt x="197" y="126"/>
                        <a:pt x="198" y="124"/>
                        <a:pt x="198" y="123"/>
                      </a:cubicBezTo>
                      <a:cubicBezTo>
                        <a:pt x="198" y="121"/>
                        <a:pt x="198" y="120"/>
                        <a:pt x="197" y="119"/>
                      </a:cubicBezTo>
                      <a:cubicBezTo>
                        <a:pt x="195" y="116"/>
                        <a:pt x="191" y="116"/>
                        <a:pt x="189" y="118"/>
                      </a:cubicBezTo>
                      <a:cubicBezTo>
                        <a:pt x="181" y="123"/>
                        <a:pt x="166" y="126"/>
                        <a:pt x="163" y="126"/>
                      </a:cubicBezTo>
                      <a:cubicBezTo>
                        <a:pt x="150" y="126"/>
                        <a:pt x="133" y="118"/>
                        <a:pt x="119" y="112"/>
                      </a:cubicBezTo>
                      <a:cubicBezTo>
                        <a:pt x="117" y="111"/>
                        <a:pt x="112" y="108"/>
                        <a:pt x="111" y="100"/>
                      </a:cubicBezTo>
                      <a:cubicBezTo>
                        <a:pt x="110" y="82"/>
                        <a:pt x="102" y="59"/>
                        <a:pt x="101" y="46"/>
                      </a:cubicBezTo>
                      <a:cubicBezTo>
                        <a:pt x="102" y="32"/>
                        <a:pt x="105" y="18"/>
                        <a:pt x="112" y="12"/>
                      </a:cubicBezTo>
                      <a:cubicBezTo>
                        <a:pt x="113" y="10"/>
                        <a:pt x="114" y="9"/>
                        <a:pt x="114" y="7"/>
                      </a:cubicBezTo>
                      <a:cubicBezTo>
                        <a:pt x="114" y="6"/>
                        <a:pt x="113" y="4"/>
                        <a:pt x="112" y="3"/>
                      </a:cubicBezTo>
                      <a:cubicBezTo>
                        <a:pt x="110" y="1"/>
                        <a:pt x="106" y="1"/>
                        <a:pt x="103" y="3"/>
                      </a:cubicBezTo>
                      <a:cubicBezTo>
                        <a:pt x="96" y="10"/>
                        <a:pt x="92" y="22"/>
                        <a:pt x="91" y="33"/>
                      </a:cubicBezTo>
                      <a:cubicBezTo>
                        <a:pt x="78" y="18"/>
                        <a:pt x="60" y="6"/>
                        <a:pt x="51" y="2"/>
                      </a:cubicBezTo>
                      <a:cubicBezTo>
                        <a:pt x="48" y="0"/>
                        <a:pt x="45" y="2"/>
                        <a:pt x="43" y="5"/>
                      </a:cubicBezTo>
                      <a:cubicBezTo>
                        <a:pt x="43" y="6"/>
                        <a:pt x="43" y="6"/>
                        <a:pt x="43" y="7"/>
                      </a:cubicBezTo>
                      <a:cubicBezTo>
                        <a:pt x="43" y="10"/>
                        <a:pt x="44" y="12"/>
                        <a:pt x="47" y="13"/>
                      </a:cubicBezTo>
                      <a:cubicBezTo>
                        <a:pt x="55" y="16"/>
                        <a:pt x="68" y="26"/>
                        <a:pt x="78" y="37"/>
                      </a:cubicBezTo>
                      <a:cubicBezTo>
                        <a:pt x="88" y="48"/>
                        <a:pt x="91" y="74"/>
                        <a:pt x="92" y="91"/>
                      </a:cubicBezTo>
                      <a:cubicBezTo>
                        <a:pt x="92" y="95"/>
                        <a:pt x="91" y="99"/>
                        <a:pt x="85" y="100"/>
                      </a:cubicBezTo>
                      <a:cubicBezTo>
                        <a:pt x="70" y="99"/>
                        <a:pt x="53" y="98"/>
                        <a:pt x="41" y="97"/>
                      </a:cubicBezTo>
                      <a:cubicBezTo>
                        <a:pt x="29" y="94"/>
                        <a:pt x="18" y="90"/>
                        <a:pt x="11" y="81"/>
                      </a:cubicBezTo>
                      <a:cubicBezTo>
                        <a:pt x="9" y="78"/>
                        <a:pt x="5" y="78"/>
                        <a:pt x="3" y="80"/>
                      </a:cubicBezTo>
                      <a:cubicBezTo>
                        <a:pt x="1" y="81"/>
                        <a:pt x="0" y="83"/>
                        <a:pt x="0" y="85"/>
                      </a:cubicBezTo>
                      <a:cubicBezTo>
                        <a:pt x="0" y="86"/>
                        <a:pt x="1" y="87"/>
                        <a:pt x="1" y="88"/>
                      </a:cubicBezTo>
                      <a:cubicBezTo>
                        <a:pt x="7" y="96"/>
                        <a:pt x="15" y="101"/>
                        <a:pt x="24" y="104"/>
                      </a:cubicBezTo>
                      <a:cubicBezTo>
                        <a:pt x="16" y="108"/>
                        <a:pt x="8" y="113"/>
                        <a:pt x="3" y="121"/>
                      </a:cubicBezTo>
                      <a:cubicBezTo>
                        <a:pt x="2" y="122"/>
                        <a:pt x="2" y="123"/>
                        <a:pt x="2" y="125"/>
                      </a:cubicBezTo>
                      <a:cubicBezTo>
                        <a:pt x="2" y="126"/>
                        <a:pt x="3" y="128"/>
                        <a:pt x="4" y="130"/>
                      </a:cubicBezTo>
                      <a:cubicBezTo>
                        <a:pt x="7" y="131"/>
                        <a:pt x="11" y="131"/>
                        <a:pt x="13" y="128"/>
                      </a:cubicBezTo>
                      <a:cubicBezTo>
                        <a:pt x="18" y="120"/>
                        <a:pt x="29" y="114"/>
                        <a:pt x="39" y="112"/>
                      </a:cubicBezTo>
                      <a:cubicBezTo>
                        <a:pt x="45" y="111"/>
                        <a:pt x="53" y="112"/>
                        <a:pt x="61" y="113"/>
                      </a:cubicBezTo>
                      <a:cubicBezTo>
                        <a:pt x="72" y="115"/>
                        <a:pt x="85" y="119"/>
                        <a:pt x="94" y="123"/>
                      </a:cubicBezTo>
                      <a:cubicBezTo>
                        <a:pt x="94" y="123"/>
                        <a:pt x="104" y="127"/>
                        <a:pt x="104" y="127"/>
                      </a:cubicBezTo>
                      <a:cubicBezTo>
                        <a:pt x="122" y="135"/>
                        <a:pt x="141" y="144"/>
                        <a:pt x="160" y="144"/>
                      </a:cubicBezTo>
                      <a:cubicBezTo>
                        <a:pt x="164" y="144"/>
                        <a:pt x="169" y="146"/>
                        <a:pt x="171" y="147"/>
                      </a:cubicBezTo>
                      <a:cubicBezTo>
                        <a:pt x="174" y="150"/>
                        <a:pt x="177" y="153"/>
                        <a:pt x="179" y="156"/>
                      </a:cubicBezTo>
                      <a:cubicBezTo>
                        <a:pt x="182" y="159"/>
                        <a:pt x="185" y="163"/>
                        <a:pt x="189" y="166"/>
                      </a:cubicBezTo>
                      <a:cubicBezTo>
                        <a:pt x="191" y="168"/>
                        <a:pt x="195" y="167"/>
                        <a:pt x="197" y="165"/>
                      </a:cubicBezTo>
                      <a:cubicBezTo>
                        <a:pt x="198" y="164"/>
                        <a:pt x="198" y="162"/>
                        <a:pt x="198" y="161"/>
                      </a:cubicBezTo>
                      <a:cubicBezTo>
                        <a:pt x="198" y="159"/>
                        <a:pt x="197" y="158"/>
                        <a:pt x="196" y="156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83" name="Freeform 1554">
                  <a:extLst>
                    <a:ext uri="{FF2B5EF4-FFF2-40B4-BE49-F238E27FC236}">
                      <a16:creationId xmlns:a16="http://schemas.microsoft.com/office/drawing/2014/main" id="{60C7FFB4-B399-4F11-958C-60627EFB82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12" y="2440"/>
                  <a:ext cx="398" cy="361"/>
                </a:xfrm>
                <a:custGeom>
                  <a:avLst/>
                  <a:gdLst>
                    <a:gd name="T0" fmla="*/ 1592 w 198"/>
                    <a:gd name="T1" fmla="*/ 1547 h 168"/>
                    <a:gd name="T2" fmla="*/ 1536 w 198"/>
                    <a:gd name="T3" fmla="*/ 1478 h 168"/>
                    <a:gd name="T4" fmla="*/ 1455 w 198"/>
                    <a:gd name="T5" fmla="*/ 1371 h 168"/>
                    <a:gd name="T6" fmla="*/ 1439 w 198"/>
                    <a:gd name="T7" fmla="*/ 1358 h 168"/>
                    <a:gd name="T8" fmla="*/ 1592 w 198"/>
                    <a:gd name="T9" fmla="*/ 1261 h 168"/>
                    <a:gd name="T10" fmla="*/ 1608 w 198"/>
                    <a:gd name="T11" fmla="*/ 1218 h 168"/>
                    <a:gd name="T12" fmla="*/ 1600 w 198"/>
                    <a:gd name="T13" fmla="*/ 1182 h 168"/>
                    <a:gd name="T14" fmla="*/ 1536 w 198"/>
                    <a:gd name="T15" fmla="*/ 1173 h 168"/>
                    <a:gd name="T16" fmla="*/ 1325 w 198"/>
                    <a:gd name="T17" fmla="*/ 1251 h 168"/>
                    <a:gd name="T18" fmla="*/ 965 w 198"/>
                    <a:gd name="T19" fmla="*/ 1113 h 168"/>
                    <a:gd name="T20" fmla="*/ 901 w 198"/>
                    <a:gd name="T21" fmla="*/ 993 h 168"/>
                    <a:gd name="T22" fmla="*/ 820 w 198"/>
                    <a:gd name="T23" fmla="*/ 458 h 168"/>
                    <a:gd name="T24" fmla="*/ 909 w 198"/>
                    <a:gd name="T25" fmla="*/ 120 h 168"/>
                    <a:gd name="T26" fmla="*/ 925 w 198"/>
                    <a:gd name="T27" fmla="*/ 69 h 168"/>
                    <a:gd name="T28" fmla="*/ 909 w 198"/>
                    <a:gd name="T29" fmla="*/ 28 h 168"/>
                    <a:gd name="T30" fmla="*/ 836 w 198"/>
                    <a:gd name="T31" fmla="*/ 28 h 168"/>
                    <a:gd name="T32" fmla="*/ 740 w 198"/>
                    <a:gd name="T33" fmla="*/ 329 h 168"/>
                    <a:gd name="T34" fmla="*/ 416 w 198"/>
                    <a:gd name="T35" fmla="*/ 19 h 168"/>
                    <a:gd name="T36" fmla="*/ 348 w 198"/>
                    <a:gd name="T37" fmla="*/ 52 h 168"/>
                    <a:gd name="T38" fmla="*/ 348 w 198"/>
                    <a:gd name="T39" fmla="*/ 69 h 168"/>
                    <a:gd name="T40" fmla="*/ 380 w 198"/>
                    <a:gd name="T41" fmla="*/ 129 h 168"/>
                    <a:gd name="T42" fmla="*/ 635 w 198"/>
                    <a:gd name="T43" fmla="*/ 370 h 168"/>
                    <a:gd name="T44" fmla="*/ 748 w 198"/>
                    <a:gd name="T45" fmla="*/ 905 h 168"/>
                    <a:gd name="T46" fmla="*/ 691 w 198"/>
                    <a:gd name="T47" fmla="*/ 993 h 168"/>
                    <a:gd name="T48" fmla="*/ 332 w 198"/>
                    <a:gd name="T49" fmla="*/ 961 h 168"/>
                    <a:gd name="T50" fmla="*/ 88 w 198"/>
                    <a:gd name="T51" fmla="*/ 804 h 168"/>
                    <a:gd name="T52" fmla="*/ 24 w 198"/>
                    <a:gd name="T53" fmla="*/ 795 h 168"/>
                    <a:gd name="T54" fmla="*/ 0 w 198"/>
                    <a:gd name="T55" fmla="*/ 844 h 168"/>
                    <a:gd name="T56" fmla="*/ 8 w 198"/>
                    <a:gd name="T57" fmla="*/ 872 h 168"/>
                    <a:gd name="T58" fmla="*/ 193 w 198"/>
                    <a:gd name="T59" fmla="*/ 1029 h 168"/>
                    <a:gd name="T60" fmla="*/ 24 w 198"/>
                    <a:gd name="T61" fmla="*/ 1201 h 168"/>
                    <a:gd name="T62" fmla="*/ 16 w 198"/>
                    <a:gd name="T63" fmla="*/ 1242 h 168"/>
                    <a:gd name="T64" fmla="*/ 32 w 198"/>
                    <a:gd name="T65" fmla="*/ 1289 h 168"/>
                    <a:gd name="T66" fmla="*/ 105 w 198"/>
                    <a:gd name="T67" fmla="*/ 1270 h 168"/>
                    <a:gd name="T68" fmla="*/ 316 w 198"/>
                    <a:gd name="T69" fmla="*/ 1113 h 168"/>
                    <a:gd name="T70" fmla="*/ 496 w 198"/>
                    <a:gd name="T71" fmla="*/ 1122 h 168"/>
                    <a:gd name="T72" fmla="*/ 764 w 198"/>
                    <a:gd name="T73" fmla="*/ 1218 h 168"/>
                    <a:gd name="T74" fmla="*/ 844 w 198"/>
                    <a:gd name="T75" fmla="*/ 1261 h 168"/>
                    <a:gd name="T76" fmla="*/ 1301 w 198"/>
                    <a:gd name="T77" fmla="*/ 1427 h 168"/>
                    <a:gd name="T78" fmla="*/ 1389 w 198"/>
                    <a:gd name="T79" fmla="*/ 1459 h 168"/>
                    <a:gd name="T80" fmla="*/ 1455 w 198"/>
                    <a:gd name="T81" fmla="*/ 1547 h 168"/>
                    <a:gd name="T82" fmla="*/ 1536 w 198"/>
                    <a:gd name="T83" fmla="*/ 1648 h 168"/>
                    <a:gd name="T84" fmla="*/ 1600 w 198"/>
                    <a:gd name="T85" fmla="*/ 1640 h 168"/>
                    <a:gd name="T86" fmla="*/ 1608 w 198"/>
                    <a:gd name="T87" fmla="*/ 1597 h 168"/>
                    <a:gd name="T88" fmla="*/ 1592 w 198"/>
                    <a:gd name="T89" fmla="*/ 1547 h 168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198" h="168">
                      <a:moveTo>
                        <a:pt x="196" y="156"/>
                      </a:moveTo>
                      <a:cubicBezTo>
                        <a:pt x="193" y="154"/>
                        <a:pt x="191" y="152"/>
                        <a:pt x="189" y="149"/>
                      </a:cubicBezTo>
                      <a:cubicBezTo>
                        <a:pt x="186" y="145"/>
                        <a:pt x="183" y="141"/>
                        <a:pt x="179" y="138"/>
                      </a:cubicBezTo>
                      <a:cubicBezTo>
                        <a:pt x="178" y="137"/>
                        <a:pt x="178" y="137"/>
                        <a:pt x="177" y="137"/>
                      </a:cubicBezTo>
                      <a:cubicBezTo>
                        <a:pt x="183" y="135"/>
                        <a:pt x="190" y="132"/>
                        <a:pt x="196" y="127"/>
                      </a:cubicBezTo>
                      <a:cubicBezTo>
                        <a:pt x="197" y="126"/>
                        <a:pt x="198" y="124"/>
                        <a:pt x="198" y="123"/>
                      </a:cubicBezTo>
                      <a:cubicBezTo>
                        <a:pt x="198" y="121"/>
                        <a:pt x="198" y="120"/>
                        <a:pt x="197" y="119"/>
                      </a:cubicBezTo>
                      <a:cubicBezTo>
                        <a:pt x="195" y="116"/>
                        <a:pt x="191" y="116"/>
                        <a:pt x="189" y="118"/>
                      </a:cubicBezTo>
                      <a:cubicBezTo>
                        <a:pt x="181" y="123"/>
                        <a:pt x="166" y="126"/>
                        <a:pt x="163" y="126"/>
                      </a:cubicBezTo>
                      <a:cubicBezTo>
                        <a:pt x="150" y="126"/>
                        <a:pt x="133" y="118"/>
                        <a:pt x="119" y="112"/>
                      </a:cubicBezTo>
                      <a:cubicBezTo>
                        <a:pt x="117" y="111"/>
                        <a:pt x="112" y="108"/>
                        <a:pt x="111" y="100"/>
                      </a:cubicBezTo>
                      <a:cubicBezTo>
                        <a:pt x="110" y="82"/>
                        <a:pt x="102" y="59"/>
                        <a:pt x="101" y="46"/>
                      </a:cubicBezTo>
                      <a:cubicBezTo>
                        <a:pt x="102" y="32"/>
                        <a:pt x="105" y="18"/>
                        <a:pt x="112" y="12"/>
                      </a:cubicBezTo>
                      <a:cubicBezTo>
                        <a:pt x="113" y="10"/>
                        <a:pt x="114" y="9"/>
                        <a:pt x="114" y="7"/>
                      </a:cubicBezTo>
                      <a:cubicBezTo>
                        <a:pt x="114" y="6"/>
                        <a:pt x="113" y="4"/>
                        <a:pt x="112" y="3"/>
                      </a:cubicBezTo>
                      <a:cubicBezTo>
                        <a:pt x="110" y="1"/>
                        <a:pt x="106" y="1"/>
                        <a:pt x="103" y="3"/>
                      </a:cubicBezTo>
                      <a:cubicBezTo>
                        <a:pt x="96" y="10"/>
                        <a:pt x="92" y="22"/>
                        <a:pt x="91" y="33"/>
                      </a:cubicBezTo>
                      <a:cubicBezTo>
                        <a:pt x="78" y="18"/>
                        <a:pt x="60" y="6"/>
                        <a:pt x="51" y="2"/>
                      </a:cubicBezTo>
                      <a:cubicBezTo>
                        <a:pt x="48" y="0"/>
                        <a:pt x="45" y="2"/>
                        <a:pt x="43" y="5"/>
                      </a:cubicBezTo>
                      <a:cubicBezTo>
                        <a:pt x="43" y="6"/>
                        <a:pt x="43" y="6"/>
                        <a:pt x="43" y="7"/>
                      </a:cubicBezTo>
                      <a:cubicBezTo>
                        <a:pt x="43" y="10"/>
                        <a:pt x="44" y="12"/>
                        <a:pt x="47" y="13"/>
                      </a:cubicBezTo>
                      <a:cubicBezTo>
                        <a:pt x="55" y="16"/>
                        <a:pt x="68" y="26"/>
                        <a:pt x="78" y="37"/>
                      </a:cubicBezTo>
                      <a:cubicBezTo>
                        <a:pt x="88" y="48"/>
                        <a:pt x="91" y="74"/>
                        <a:pt x="92" y="91"/>
                      </a:cubicBezTo>
                      <a:cubicBezTo>
                        <a:pt x="92" y="95"/>
                        <a:pt x="91" y="99"/>
                        <a:pt x="85" y="100"/>
                      </a:cubicBezTo>
                      <a:cubicBezTo>
                        <a:pt x="70" y="99"/>
                        <a:pt x="53" y="98"/>
                        <a:pt x="41" y="97"/>
                      </a:cubicBezTo>
                      <a:cubicBezTo>
                        <a:pt x="29" y="94"/>
                        <a:pt x="18" y="90"/>
                        <a:pt x="11" y="81"/>
                      </a:cubicBezTo>
                      <a:cubicBezTo>
                        <a:pt x="9" y="78"/>
                        <a:pt x="5" y="78"/>
                        <a:pt x="3" y="80"/>
                      </a:cubicBezTo>
                      <a:cubicBezTo>
                        <a:pt x="1" y="81"/>
                        <a:pt x="0" y="83"/>
                        <a:pt x="0" y="85"/>
                      </a:cubicBezTo>
                      <a:cubicBezTo>
                        <a:pt x="0" y="86"/>
                        <a:pt x="1" y="87"/>
                        <a:pt x="1" y="88"/>
                      </a:cubicBezTo>
                      <a:cubicBezTo>
                        <a:pt x="7" y="96"/>
                        <a:pt x="15" y="101"/>
                        <a:pt x="24" y="104"/>
                      </a:cubicBezTo>
                      <a:cubicBezTo>
                        <a:pt x="16" y="108"/>
                        <a:pt x="8" y="113"/>
                        <a:pt x="3" y="121"/>
                      </a:cubicBezTo>
                      <a:cubicBezTo>
                        <a:pt x="2" y="122"/>
                        <a:pt x="2" y="123"/>
                        <a:pt x="2" y="125"/>
                      </a:cubicBezTo>
                      <a:cubicBezTo>
                        <a:pt x="2" y="126"/>
                        <a:pt x="3" y="128"/>
                        <a:pt x="4" y="130"/>
                      </a:cubicBezTo>
                      <a:cubicBezTo>
                        <a:pt x="7" y="131"/>
                        <a:pt x="11" y="131"/>
                        <a:pt x="13" y="128"/>
                      </a:cubicBezTo>
                      <a:cubicBezTo>
                        <a:pt x="18" y="120"/>
                        <a:pt x="29" y="114"/>
                        <a:pt x="39" y="112"/>
                      </a:cubicBezTo>
                      <a:cubicBezTo>
                        <a:pt x="45" y="111"/>
                        <a:pt x="53" y="112"/>
                        <a:pt x="61" y="113"/>
                      </a:cubicBezTo>
                      <a:cubicBezTo>
                        <a:pt x="72" y="115"/>
                        <a:pt x="85" y="119"/>
                        <a:pt x="94" y="123"/>
                      </a:cubicBezTo>
                      <a:cubicBezTo>
                        <a:pt x="94" y="123"/>
                        <a:pt x="104" y="127"/>
                        <a:pt x="104" y="127"/>
                      </a:cubicBezTo>
                      <a:cubicBezTo>
                        <a:pt x="122" y="135"/>
                        <a:pt x="141" y="144"/>
                        <a:pt x="160" y="144"/>
                      </a:cubicBezTo>
                      <a:cubicBezTo>
                        <a:pt x="164" y="144"/>
                        <a:pt x="169" y="146"/>
                        <a:pt x="171" y="147"/>
                      </a:cubicBezTo>
                      <a:cubicBezTo>
                        <a:pt x="174" y="150"/>
                        <a:pt x="177" y="153"/>
                        <a:pt x="179" y="156"/>
                      </a:cubicBezTo>
                      <a:cubicBezTo>
                        <a:pt x="182" y="159"/>
                        <a:pt x="185" y="163"/>
                        <a:pt x="189" y="166"/>
                      </a:cubicBezTo>
                      <a:cubicBezTo>
                        <a:pt x="191" y="168"/>
                        <a:pt x="195" y="167"/>
                        <a:pt x="197" y="165"/>
                      </a:cubicBezTo>
                      <a:cubicBezTo>
                        <a:pt x="198" y="164"/>
                        <a:pt x="198" y="162"/>
                        <a:pt x="198" y="161"/>
                      </a:cubicBezTo>
                      <a:cubicBezTo>
                        <a:pt x="198" y="159"/>
                        <a:pt x="197" y="158"/>
                        <a:pt x="196" y="156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84" name="Freeform 1555">
                  <a:extLst>
                    <a:ext uri="{FF2B5EF4-FFF2-40B4-BE49-F238E27FC236}">
                      <a16:creationId xmlns:a16="http://schemas.microsoft.com/office/drawing/2014/main" id="{9B531F06-A74C-4193-8D81-F3972128F2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8" y="2657"/>
                  <a:ext cx="33" cy="8"/>
                </a:xfrm>
                <a:custGeom>
                  <a:avLst/>
                  <a:gdLst>
                    <a:gd name="T0" fmla="*/ 0 w 16"/>
                    <a:gd name="T1" fmla="*/ 32 h 4"/>
                    <a:gd name="T2" fmla="*/ 140 w 16"/>
                    <a:gd name="T3" fmla="*/ 0 h 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6" h="4">
                      <a:moveTo>
                        <a:pt x="0" y="4"/>
                      </a:moveTo>
                      <a:cubicBezTo>
                        <a:pt x="7" y="2"/>
                        <a:pt x="12" y="0"/>
                        <a:pt x="16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85" name="Freeform 1556">
                  <a:extLst>
                    <a:ext uri="{FF2B5EF4-FFF2-40B4-BE49-F238E27FC236}">
                      <a16:creationId xmlns:a16="http://schemas.microsoft.com/office/drawing/2014/main" id="{AE1849ED-AB7A-4C53-92E9-70F9E1A562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93" y="2509"/>
                  <a:ext cx="10" cy="30"/>
                </a:xfrm>
                <a:custGeom>
                  <a:avLst/>
                  <a:gdLst>
                    <a:gd name="T0" fmla="*/ 0 w 5"/>
                    <a:gd name="T1" fmla="*/ 0 h 14"/>
                    <a:gd name="T2" fmla="*/ 40 w 5"/>
                    <a:gd name="T3" fmla="*/ 137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cubicBezTo>
                        <a:pt x="3" y="6"/>
                        <a:pt x="5" y="14"/>
                        <a:pt x="5" y="14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86" name="Freeform 1557">
                  <a:extLst>
                    <a:ext uri="{FF2B5EF4-FFF2-40B4-BE49-F238E27FC236}">
                      <a16:creationId xmlns:a16="http://schemas.microsoft.com/office/drawing/2014/main" id="{4C67E082-66E3-4573-8130-2B7C9DBF0C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34" y="2005"/>
                  <a:ext cx="255" cy="92"/>
                </a:xfrm>
                <a:custGeom>
                  <a:avLst/>
                  <a:gdLst>
                    <a:gd name="T0" fmla="*/ 980 w 127"/>
                    <a:gd name="T1" fmla="*/ 421 h 43"/>
                    <a:gd name="T2" fmla="*/ 1028 w 127"/>
                    <a:gd name="T3" fmla="*/ 293 h 43"/>
                    <a:gd name="T4" fmla="*/ 761 w 127"/>
                    <a:gd name="T5" fmla="*/ 68 h 43"/>
                    <a:gd name="T6" fmla="*/ 339 w 127"/>
                    <a:gd name="T7" fmla="*/ 9 h 43"/>
                    <a:gd name="T8" fmla="*/ 40 w 127"/>
                    <a:gd name="T9" fmla="*/ 68 h 43"/>
                    <a:gd name="T10" fmla="*/ 0 w 127"/>
                    <a:gd name="T11" fmla="*/ 120 h 43"/>
                    <a:gd name="T12" fmla="*/ 56 w 127"/>
                    <a:gd name="T13" fmla="*/ 178 h 43"/>
                    <a:gd name="T14" fmla="*/ 193 w 127"/>
                    <a:gd name="T15" fmla="*/ 145 h 43"/>
                    <a:gd name="T16" fmla="*/ 307 w 127"/>
                    <a:gd name="T17" fmla="*/ 128 h 43"/>
                    <a:gd name="T18" fmla="*/ 729 w 127"/>
                    <a:gd name="T19" fmla="*/ 188 h 43"/>
                    <a:gd name="T20" fmla="*/ 980 w 127"/>
                    <a:gd name="T21" fmla="*/ 421 h 4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27" h="43">
                      <a:moveTo>
                        <a:pt x="121" y="43"/>
                      </a:moveTo>
                      <a:cubicBezTo>
                        <a:pt x="123" y="39"/>
                        <a:pt x="125" y="34"/>
                        <a:pt x="127" y="30"/>
                      </a:cubicBezTo>
                      <a:cubicBezTo>
                        <a:pt x="118" y="18"/>
                        <a:pt x="102" y="10"/>
                        <a:pt x="94" y="7"/>
                      </a:cubicBezTo>
                      <a:cubicBezTo>
                        <a:pt x="75" y="0"/>
                        <a:pt x="57" y="1"/>
                        <a:pt x="42" y="1"/>
                      </a:cubicBezTo>
                      <a:cubicBezTo>
                        <a:pt x="38" y="2"/>
                        <a:pt x="16" y="3"/>
                        <a:pt x="5" y="7"/>
                      </a:cubicBezTo>
                      <a:cubicBezTo>
                        <a:pt x="1" y="8"/>
                        <a:pt x="0" y="11"/>
                        <a:pt x="0" y="12"/>
                      </a:cubicBezTo>
                      <a:cubicBezTo>
                        <a:pt x="0" y="15"/>
                        <a:pt x="3" y="18"/>
                        <a:pt x="7" y="18"/>
                      </a:cubicBezTo>
                      <a:cubicBezTo>
                        <a:pt x="12" y="18"/>
                        <a:pt x="18" y="16"/>
                        <a:pt x="24" y="15"/>
                      </a:cubicBezTo>
                      <a:cubicBezTo>
                        <a:pt x="29" y="14"/>
                        <a:pt x="33" y="13"/>
                        <a:pt x="38" y="13"/>
                      </a:cubicBezTo>
                      <a:cubicBezTo>
                        <a:pt x="58" y="12"/>
                        <a:pt x="76" y="14"/>
                        <a:pt x="90" y="19"/>
                      </a:cubicBezTo>
                      <a:cubicBezTo>
                        <a:pt x="100" y="22"/>
                        <a:pt x="117" y="33"/>
                        <a:pt x="121" y="43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87" name="Freeform 1558">
                  <a:extLst>
                    <a:ext uri="{FF2B5EF4-FFF2-40B4-BE49-F238E27FC236}">
                      <a16:creationId xmlns:a16="http://schemas.microsoft.com/office/drawing/2014/main" id="{9D3FBA67-D48C-4F58-B4CB-AF4E25DEFC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34" y="2005"/>
                  <a:ext cx="255" cy="92"/>
                </a:xfrm>
                <a:custGeom>
                  <a:avLst/>
                  <a:gdLst>
                    <a:gd name="T0" fmla="*/ 980 w 127"/>
                    <a:gd name="T1" fmla="*/ 421 h 43"/>
                    <a:gd name="T2" fmla="*/ 1028 w 127"/>
                    <a:gd name="T3" fmla="*/ 293 h 43"/>
                    <a:gd name="T4" fmla="*/ 761 w 127"/>
                    <a:gd name="T5" fmla="*/ 68 h 43"/>
                    <a:gd name="T6" fmla="*/ 339 w 127"/>
                    <a:gd name="T7" fmla="*/ 9 h 43"/>
                    <a:gd name="T8" fmla="*/ 40 w 127"/>
                    <a:gd name="T9" fmla="*/ 68 h 43"/>
                    <a:gd name="T10" fmla="*/ 0 w 127"/>
                    <a:gd name="T11" fmla="*/ 120 h 43"/>
                    <a:gd name="T12" fmla="*/ 56 w 127"/>
                    <a:gd name="T13" fmla="*/ 178 h 43"/>
                    <a:gd name="T14" fmla="*/ 193 w 127"/>
                    <a:gd name="T15" fmla="*/ 145 h 43"/>
                    <a:gd name="T16" fmla="*/ 307 w 127"/>
                    <a:gd name="T17" fmla="*/ 128 h 43"/>
                    <a:gd name="T18" fmla="*/ 729 w 127"/>
                    <a:gd name="T19" fmla="*/ 188 h 43"/>
                    <a:gd name="T20" fmla="*/ 980 w 127"/>
                    <a:gd name="T21" fmla="*/ 421 h 4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27" h="43">
                      <a:moveTo>
                        <a:pt x="121" y="43"/>
                      </a:moveTo>
                      <a:cubicBezTo>
                        <a:pt x="123" y="39"/>
                        <a:pt x="125" y="34"/>
                        <a:pt x="127" y="30"/>
                      </a:cubicBezTo>
                      <a:cubicBezTo>
                        <a:pt x="118" y="18"/>
                        <a:pt x="102" y="10"/>
                        <a:pt x="94" y="7"/>
                      </a:cubicBezTo>
                      <a:cubicBezTo>
                        <a:pt x="75" y="0"/>
                        <a:pt x="57" y="1"/>
                        <a:pt x="42" y="1"/>
                      </a:cubicBezTo>
                      <a:cubicBezTo>
                        <a:pt x="38" y="2"/>
                        <a:pt x="16" y="3"/>
                        <a:pt x="5" y="7"/>
                      </a:cubicBezTo>
                      <a:cubicBezTo>
                        <a:pt x="1" y="8"/>
                        <a:pt x="0" y="11"/>
                        <a:pt x="0" y="12"/>
                      </a:cubicBezTo>
                      <a:cubicBezTo>
                        <a:pt x="0" y="15"/>
                        <a:pt x="3" y="18"/>
                        <a:pt x="7" y="18"/>
                      </a:cubicBezTo>
                      <a:cubicBezTo>
                        <a:pt x="12" y="18"/>
                        <a:pt x="18" y="16"/>
                        <a:pt x="24" y="15"/>
                      </a:cubicBezTo>
                      <a:cubicBezTo>
                        <a:pt x="29" y="14"/>
                        <a:pt x="33" y="13"/>
                        <a:pt x="38" y="13"/>
                      </a:cubicBezTo>
                      <a:cubicBezTo>
                        <a:pt x="58" y="12"/>
                        <a:pt x="76" y="14"/>
                        <a:pt x="90" y="19"/>
                      </a:cubicBezTo>
                      <a:cubicBezTo>
                        <a:pt x="100" y="22"/>
                        <a:pt x="117" y="33"/>
                        <a:pt x="121" y="43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88" name="Freeform 1559">
                  <a:extLst>
                    <a:ext uri="{FF2B5EF4-FFF2-40B4-BE49-F238E27FC236}">
                      <a16:creationId xmlns:a16="http://schemas.microsoft.com/office/drawing/2014/main" id="{055D06E1-51C4-4F87-8206-C4107A55D7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1726"/>
                  <a:ext cx="2231" cy="2008"/>
                </a:xfrm>
                <a:custGeom>
                  <a:avLst/>
                  <a:gdLst>
                    <a:gd name="T0" fmla="*/ 7427 w 1109"/>
                    <a:gd name="T1" fmla="*/ 3889 h 936"/>
                    <a:gd name="T2" fmla="*/ 8053 w 1109"/>
                    <a:gd name="T3" fmla="*/ 3681 h 936"/>
                    <a:gd name="T4" fmla="*/ 8449 w 1109"/>
                    <a:gd name="T5" fmla="*/ 3347 h 936"/>
                    <a:gd name="T6" fmla="*/ 7952 w 1109"/>
                    <a:gd name="T7" fmla="*/ 2894 h 936"/>
                    <a:gd name="T8" fmla="*/ 8892 w 1109"/>
                    <a:gd name="T9" fmla="*/ 2991 h 936"/>
                    <a:gd name="T10" fmla="*/ 8548 w 1109"/>
                    <a:gd name="T11" fmla="*/ 2302 h 936"/>
                    <a:gd name="T12" fmla="*/ 7960 w 1109"/>
                    <a:gd name="T13" fmla="*/ 2310 h 936"/>
                    <a:gd name="T14" fmla="*/ 7832 w 1109"/>
                    <a:gd name="T15" fmla="*/ 1965 h 936"/>
                    <a:gd name="T16" fmla="*/ 7645 w 1109"/>
                    <a:gd name="T17" fmla="*/ 1828 h 936"/>
                    <a:gd name="T18" fmla="*/ 7588 w 1109"/>
                    <a:gd name="T19" fmla="*/ 1105 h 936"/>
                    <a:gd name="T20" fmla="*/ 6864 w 1109"/>
                    <a:gd name="T21" fmla="*/ 1688 h 936"/>
                    <a:gd name="T22" fmla="*/ 7268 w 1109"/>
                    <a:gd name="T23" fmla="*/ 189 h 936"/>
                    <a:gd name="T24" fmla="*/ 6349 w 1109"/>
                    <a:gd name="T25" fmla="*/ 337 h 936"/>
                    <a:gd name="T26" fmla="*/ 6148 w 1109"/>
                    <a:gd name="T27" fmla="*/ 345 h 936"/>
                    <a:gd name="T28" fmla="*/ 4772 w 1109"/>
                    <a:gd name="T29" fmla="*/ 1322 h 936"/>
                    <a:gd name="T30" fmla="*/ 2533 w 1109"/>
                    <a:gd name="T31" fmla="*/ 2002 h 936"/>
                    <a:gd name="T32" fmla="*/ 3060 w 1109"/>
                    <a:gd name="T33" fmla="*/ 148 h 936"/>
                    <a:gd name="T34" fmla="*/ 2857 w 1109"/>
                    <a:gd name="T35" fmla="*/ 60 h 936"/>
                    <a:gd name="T36" fmla="*/ 2525 w 1109"/>
                    <a:gd name="T37" fmla="*/ 1294 h 936"/>
                    <a:gd name="T38" fmla="*/ 2068 w 1109"/>
                    <a:gd name="T39" fmla="*/ 483 h 936"/>
                    <a:gd name="T40" fmla="*/ 2044 w 1109"/>
                    <a:gd name="T41" fmla="*/ 792 h 936"/>
                    <a:gd name="T42" fmla="*/ 976 w 1109"/>
                    <a:gd name="T43" fmla="*/ 1965 h 936"/>
                    <a:gd name="T44" fmla="*/ 732 w 1109"/>
                    <a:gd name="T45" fmla="*/ 2516 h 936"/>
                    <a:gd name="T46" fmla="*/ 724 w 1109"/>
                    <a:gd name="T47" fmla="*/ 2647 h 936"/>
                    <a:gd name="T48" fmla="*/ 1271 w 1109"/>
                    <a:gd name="T49" fmla="*/ 3308 h 936"/>
                    <a:gd name="T50" fmla="*/ 2360 w 1109"/>
                    <a:gd name="T51" fmla="*/ 4915 h 936"/>
                    <a:gd name="T52" fmla="*/ 400 w 1109"/>
                    <a:gd name="T53" fmla="*/ 4509 h 936"/>
                    <a:gd name="T54" fmla="*/ 8 w 1109"/>
                    <a:gd name="T55" fmla="*/ 5320 h 936"/>
                    <a:gd name="T56" fmla="*/ 612 w 1109"/>
                    <a:gd name="T57" fmla="*/ 5136 h 936"/>
                    <a:gd name="T58" fmla="*/ 1676 w 1109"/>
                    <a:gd name="T59" fmla="*/ 6208 h 936"/>
                    <a:gd name="T60" fmla="*/ 764 w 1109"/>
                    <a:gd name="T61" fmla="*/ 6084 h 936"/>
                    <a:gd name="T62" fmla="*/ 497 w 1109"/>
                    <a:gd name="T63" fmla="*/ 6498 h 936"/>
                    <a:gd name="T64" fmla="*/ 829 w 1109"/>
                    <a:gd name="T65" fmla="*/ 7502 h 936"/>
                    <a:gd name="T66" fmla="*/ 1595 w 1109"/>
                    <a:gd name="T67" fmla="*/ 7663 h 936"/>
                    <a:gd name="T68" fmla="*/ 861 w 1109"/>
                    <a:gd name="T69" fmla="*/ 7888 h 936"/>
                    <a:gd name="T70" fmla="*/ 416 w 1109"/>
                    <a:gd name="T71" fmla="*/ 8068 h 936"/>
                    <a:gd name="T72" fmla="*/ 1619 w 1109"/>
                    <a:gd name="T73" fmla="*/ 7888 h 936"/>
                    <a:gd name="T74" fmla="*/ 903 w 1109"/>
                    <a:gd name="T75" fmla="*/ 8957 h 936"/>
                    <a:gd name="T76" fmla="*/ 2460 w 1109"/>
                    <a:gd name="T77" fmla="*/ 6981 h 936"/>
                    <a:gd name="T78" fmla="*/ 1889 w 1109"/>
                    <a:gd name="T79" fmla="*/ 9094 h 936"/>
                    <a:gd name="T80" fmla="*/ 2565 w 1109"/>
                    <a:gd name="T81" fmla="*/ 8579 h 936"/>
                    <a:gd name="T82" fmla="*/ 3339 w 1109"/>
                    <a:gd name="T83" fmla="*/ 8114 h 936"/>
                    <a:gd name="T84" fmla="*/ 2647 w 1109"/>
                    <a:gd name="T85" fmla="*/ 6526 h 936"/>
                    <a:gd name="T86" fmla="*/ 3388 w 1109"/>
                    <a:gd name="T87" fmla="*/ 6378 h 936"/>
                    <a:gd name="T88" fmla="*/ 4528 w 1109"/>
                    <a:gd name="T89" fmla="*/ 2085 h 936"/>
                    <a:gd name="T90" fmla="*/ 6269 w 1109"/>
                    <a:gd name="T91" fmla="*/ 7723 h 936"/>
                    <a:gd name="T92" fmla="*/ 6528 w 1109"/>
                    <a:gd name="T93" fmla="*/ 7948 h 936"/>
                    <a:gd name="T94" fmla="*/ 6936 w 1109"/>
                    <a:gd name="T95" fmla="*/ 8708 h 936"/>
                    <a:gd name="T96" fmla="*/ 7204 w 1109"/>
                    <a:gd name="T97" fmla="*/ 6844 h 936"/>
                    <a:gd name="T98" fmla="*/ 8013 w 1109"/>
                    <a:gd name="T99" fmla="*/ 8362 h 936"/>
                    <a:gd name="T100" fmla="*/ 7880 w 1109"/>
                    <a:gd name="T101" fmla="*/ 7837 h 936"/>
                    <a:gd name="T102" fmla="*/ 8433 w 1109"/>
                    <a:gd name="T103" fmla="*/ 8105 h 936"/>
                    <a:gd name="T104" fmla="*/ 7321 w 1109"/>
                    <a:gd name="T105" fmla="*/ 6417 h 936"/>
                    <a:gd name="T106" fmla="*/ 7524 w 1109"/>
                    <a:gd name="T107" fmla="*/ 5430 h 936"/>
                    <a:gd name="T108" fmla="*/ 8013 w 1109"/>
                    <a:gd name="T109" fmla="*/ 4966 h 936"/>
                    <a:gd name="T110" fmla="*/ 8224 w 1109"/>
                    <a:gd name="T111" fmla="*/ 4855 h 936"/>
                    <a:gd name="T112" fmla="*/ 8160 w 1109"/>
                    <a:gd name="T113" fmla="*/ 4413 h 936"/>
                    <a:gd name="T114" fmla="*/ 8745 w 1109"/>
                    <a:gd name="T115" fmla="*/ 5123 h 936"/>
                    <a:gd name="T116" fmla="*/ 8705 w 1109"/>
                    <a:gd name="T117" fmla="*/ 4385 h 9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0" t="0" r="r" b="b"/>
                  <a:pathLst>
                    <a:path w="1109" h="936">
                      <a:moveTo>
                        <a:pt x="1107" y="453"/>
                      </a:moveTo>
                      <a:cubicBezTo>
                        <a:pt x="1096" y="446"/>
                        <a:pt x="1087" y="440"/>
                        <a:pt x="1079" y="436"/>
                      </a:cubicBezTo>
                      <a:cubicBezTo>
                        <a:pt x="1088" y="435"/>
                        <a:pt x="1098" y="432"/>
                        <a:pt x="1103" y="423"/>
                      </a:cubicBezTo>
                      <a:cubicBezTo>
                        <a:pt x="1103" y="422"/>
                        <a:pt x="1104" y="421"/>
                        <a:pt x="1104" y="421"/>
                      </a:cubicBezTo>
                      <a:cubicBezTo>
                        <a:pt x="1104" y="419"/>
                        <a:pt x="1103" y="418"/>
                        <a:pt x="1102" y="417"/>
                      </a:cubicBezTo>
                      <a:cubicBezTo>
                        <a:pt x="1100" y="416"/>
                        <a:pt x="1097" y="417"/>
                        <a:pt x="1096" y="419"/>
                      </a:cubicBezTo>
                      <a:cubicBezTo>
                        <a:pt x="1094" y="422"/>
                        <a:pt x="1091" y="424"/>
                        <a:pt x="1087" y="426"/>
                      </a:cubicBezTo>
                      <a:cubicBezTo>
                        <a:pt x="1082" y="428"/>
                        <a:pt x="1068" y="429"/>
                        <a:pt x="1047" y="427"/>
                      </a:cubicBezTo>
                      <a:cubicBezTo>
                        <a:pt x="1027" y="424"/>
                        <a:pt x="998" y="420"/>
                        <a:pt x="977" y="416"/>
                      </a:cubicBezTo>
                      <a:cubicBezTo>
                        <a:pt x="964" y="412"/>
                        <a:pt x="954" y="410"/>
                        <a:pt x="933" y="403"/>
                      </a:cubicBezTo>
                      <a:cubicBezTo>
                        <a:pt x="927" y="401"/>
                        <a:pt x="920" y="398"/>
                        <a:pt x="912" y="394"/>
                      </a:cubicBezTo>
                      <a:cubicBezTo>
                        <a:pt x="906" y="391"/>
                        <a:pt x="892" y="384"/>
                        <a:pt x="880" y="370"/>
                      </a:cubicBezTo>
                      <a:cubicBezTo>
                        <a:pt x="868" y="356"/>
                        <a:pt x="850" y="338"/>
                        <a:pt x="829" y="325"/>
                      </a:cubicBezTo>
                      <a:cubicBezTo>
                        <a:pt x="823" y="322"/>
                        <a:pt x="827" y="320"/>
                        <a:pt x="829" y="319"/>
                      </a:cubicBezTo>
                      <a:cubicBezTo>
                        <a:pt x="839" y="313"/>
                        <a:pt x="849" y="305"/>
                        <a:pt x="858" y="296"/>
                      </a:cubicBezTo>
                      <a:cubicBezTo>
                        <a:pt x="880" y="280"/>
                        <a:pt x="908" y="291"/>
                        <a:pt x="923" y="298"/>
                      </a:cubicBezTo>
                      <a:cubicBezTo>
                        <a:pt x="937" y="305"/>
                        <a:pt x="946" y="316"/>
                        <a:pt x="954" y="323"/>
                      </a:cubicBezTo>
                      <a:cubicBezTo>
                        <a:pt x="961" y="330"/>
                        <a:pt x="969" y="338"/>
                        <a:pt x="973" y="346"/>
                      </a:cubicBezTo>
                      <a:cubicBezTo>
                        <a:pt x="980" y="357"/>
                        <a:pt x="982" y="375"/>
                        <a:pt x="981" y="378"/>
                      </a:cubicBezTo>
                      <a:cubicBezTo>
                        <a:pt x="980" y="380"/>
                        <a:pt x="981" y="383"/>
                        <a:pt x="983" y="384"/>
                      </a:cubicBezTo>
                      <a:cubicBezTo>
                        <a:pt x="985" y="384"/>
                        <a:pt x="987" y="384"/>
                        <a:pt x="988" y="382"/>
                      </a:cubicBezTo>
                      <a:cubicBezTo>
                        <a:pt x="989" y="380"/>
                        <a:pt x="989" y="377"/>
                        <a:pt x="989" y="373"/>
                      </a:cubicBezTo>
                      <a:cubicBezTo>
                        <a:pt x="989" y="364"/>
                        <a:pt x="985" y="353"/>
                        <a:pt x="982" y="343"/>
                      </a:cubicBezTo>
                      <a:cubicBezTo>
                        <a:pt x="991" y="349"/>
                        <a:pt x="1002" y="356"/>
                        <a:pt x="1005" y="366"/>
                      </a:cubicBezTo>
                      <a:cubicBezTo>
                        <a:pt x="1006" y="368"/>
                        <a:pt x="1008" y="369"/>
                        <a:pt x="1010" y="369"/>
                      </a:cubicBezTo>
                      <a:cubicBezTo>
                        <a:pt x="1013" y="368"/>
                        <a:pt x="1014" y="366"/>
                        <a:pt x="1013" y="364"/>
                      </a:cubicBezTo>
                      <a:cubicBezTo>
                        <a:pt x="1008" y="347"/>
                        <a:pt x="991" y="337"/>
                        <a:pt x="979" y="330"/>
                      </a:cubicBezTo>
                      <a:cubicBezTo>
                        <a:pt x="977" y="328"/>
                        <a:pt x="974" y="325"/>
                        <a:pt x="972" y="323"/>
                      </a:cubicBezTo>
                      <a:cubicBezTo>
                        <a:pt x="978" y="325"/>
                        <a:pt x="993" y="327"/>
                        <a:pt x="1003" y="328"/>
                      </a:cubicBezTo>
                      <a:cubicBezTo>
                        <a:pt x="1008" y="329"/>
                        <a:pt x="1021" y="332"/>
                        <a:pt x="1025" y="334"/>
                      </a:cubicBezTo>
                      <a:cubicBezTo>
                        <a:pt x="1027" y="336"/>
                        <a:pt x="1029" y="338"/>
                        <a:pt x="1031" y="341"/>
                      </a:cubicBezTo>
                      <a:cubicBezTo>
                        <a:pt x="1032" y="343"/>
                        <a:pt x="1035" y="343"/>
                        <a:pt x="1036" y="342"/>
                      </a:cubicBezTo>
                      <a:cubicBezTo>
                        <a:pt x="1038" y="342"/>
                        <a:pt x="1038" y="340"/>
                        <a:pt x="1038" y="339"/>
                      </a:cubicBezTo>
                      <a:cubicBezTo>
                        <a:pt x="1038" y="338"/>
                        <a:pt x="1038" y="337"/>
                        <a:pt x="1038" y="337"/>
                      </a:cubicBezTo>
                      <a:cubicBezTo>
                        <a:pt x="1033" y="330"/>
                        <a:pt x="1027" y="326"/>
                        <a:pt x="1021" y="323"/>
                      </a:cubicBezTo>
                      <a:cubicBezTo>
                        <a:pt x="1027" y="321"/>
                        <a:pt x="1033" y="319"/>
                        <a:pt x="1038" y="315"/>
                      </a:cubicBezTo>
                      <a:cubicBezTo>
                        <a:pt x="1039" y="314"/>
                        <a:pt x="1039" y="313"/>
                        <a:pt x="1039" y="312"/>
                      </a:cubicBezTo>
                      <a:cubicBezTo>
                        <a:pt x="1039" y="311"/>
                        <a:pt x="1039" y="310"/>
                        <a:pt x="1038" y="309"/>
                      </a:cubicBezTo>
                      <a:cubicBezTo>
                        <a:pt x="1037" y="308"/>
                        <a:pt x="1035" y="307"/>
                        <a:pt x="1033" y="309"/>
                      </a:cubicBezTo>
                      <a:cubicBezTo>
                        <a:pt x="1027" y="313"/>
                        <a:pt x="1020" y="317"/>
                        <a:pt x="1013" y="317"/>
                      </a:cubicBezTo>
                      <a:cubicBezTo>
                        <a:pt x="1007" y="318"/>
                        <a:pt x="1001" y="317"/>
                        <a:pt x="1001" y="317"/>
                      </a:cubicBezTo>
                      <a:cubicBezTo>
                        <a:pt x="985" y="314"/>
                        <a:pt x="962" y="310"/>
                        <a:pt x="951" y="302"/>
                      </a:cubicBezTo>
                      <a:cubicBezTo>
                        <a:pt x="950" y="302"/>
                        <a:pt x="945" y="297"/>
                        <a:pt x="943" y="295"/>
                      </a:cubicBezTo>
                      <a:cubicBezTo>
                        <a:pt x="954" y="297"/>
                        <a:pt x="966" y="295"/>
                        <a:pt x="977" y="293"/>
                      </a:cubicBezTo>
                      <a:cubicBezTo>
                        <a:pt x="1008" y="287"/>
                        <a:pt x="1039" y="292"/>
                        <a:pt x="1057" y="297"/>
                      </a:cubicBezTo>
                      <a:cubicBezTo>
                        <a:pt x="1065" y="299"/>
                        <a:pt x="1069" y="306"/>
                        <a:pt x="1071" y="308"/>
                      </a:cubicBezTo>
                      <a:cubicBezTo>
                        <a:pt x="1073" y="311"/>
                        <a:pt x="1075" y="314"/>
                        <a:pt x="1077" y="316"/>
                      </a:cubicBezTo>
                      <a:cubicBezTo>
                        <a:pt x="1082" y="324"/>
                        <a:pt x="1082" y="324"/>
                        <a:pt x="1082" y="324"/>
                      </a:cubicBezTo>
                      <a:cubicBezTo>
                        <a:pt x="1083" y="326"/>
                        <a:pt x="1086" y="326"/>
                        <a:pt x="1088" y="325"/>
                      </a:cubicBezTo>
                      <a:cubicBezTo>
                        <a:pt x="1089" y="324"/>
                        <a:pt x="1089" y="323"/>
                        <a:pt x="1089" y="322"/>
                      </a:cubicBezTo>
                      <a:cubicBezTo>
                        <a:pt x="1089" y="321"/>
                        <a:pt x="1089" y="320"/>
                        <a:pt x="1089" y="320"/>
                      </a:cubicBezTo>
                      <a:cubicBezTo>
                        <a:pt x="1084" y="312"/>
                        <a:pt x="1084" y="312"/>
                        <a:pt x="1084" y="312"/>
                      </a:cubicBezTo>
                      <a:cubicBezTo>
                        <a:pt x="1081" y="309"/>
                        <a:pt x="1079" y="306"/>
                        <a:pt x="1077" y="302"/>
                      </a:cubicBezTo>
                      <a:cubicBezTo>
                        <a:pt x="1080" y="303"/>
                        <a:pt x="1084" y="304"/>
                        <a:pt x="1087" y="306"/>
                      </a:cubicBezTo>
                      <a:cubicBezTo>
                        <a:pt x="1089" y="306"/>
                        <a:pt x="1091" y="305"/>
                        <a:pt x="1092" y="303"/>
                      </a:cubicBezTo>
                      <a:cubicBezTo>
                        <a:pt x="1093" y="301"/>
                        <a:pt x="1092" y="299"/>
                        <a:pt x="1090" y="298"/>
                      </a:cubicBezTo>
                      <a:cubicBezTo>
                        <a:pt x="1083" y="295"/>
                        <a:pt x="1041" y="283"/>
                        <a:pt x="1026" y="282"/>
                      </a:cubicBezTo>
                      <a:cubicBezTo>
                        <a:pt x="1036" y="276"/>
                        <a:pt x="1046" y="269"/>
                        <a:pt x="1052" y="261"/>
                      </a:cubicBezTo>
                      <a:cubicBezTo>
                        <a:pt x="1055" y="257"/>
                        <a:pt x="1058" y="254"/>
                        <a:pt x="1058" y="254"/>
                      </a:cubicBezTo>
                      <a:cubicBezTo>
                        <a:pt x="1064" y="251"/>
                        <a:pt x="1068" y="250"/>
                        <a:pt x="1073" y="252"/>
                      </a:cubicBezTo>
                      <a:cubicBezTo>
                        <a:pt x="1075" y="252"/>
                        <a:pt x="1077" y="251"/>
                        <a:pt x="1078" y="249"/>
                      </a:cubicBezTo>
                      <a:cubicBezTo>
                        <a:pt x="1079" y="247"/>
                        <a:pt x="1078" y="245"/>
                        <a:pt x="1076" y="244"/>
                      </a:cubicBezTo>
                      <a:cubicBezTo>
                        <a:pt x="1068" y="241"/>
                        <a:pt x="1062" y="244"/>
                        <a:pt x="1056" y="247"/>
                      </a:cubicBezTo>
                      <a:cubicBezTo>
                        <a:pt x="1056" y="246"/>
                        <a:pt x="1056" y="245"/>
                        <a:pt x="1056" y="245"/>
                      </a:cubicBezTo>
                      <a:cubicBezTo>
                        <a:pt x="1056" y="242"/>
                        <a:pt x="1056" y="239"/>
                        <a:pt x="1055" y="236"/>
                      </a:cubicBezTo>
                      <a:cubicBezTo>
                        <a:pt x="1055" y="234"/>
                        <a:pt x="1053" y="233"/>
                        <a:pt x="1050" y="233"/>
                      </a:cubicBezTo>
                      <a:cubicBezTo>
                        <a:pt x="1048" y="234"/>
                        <a:pt x="1047" y="236"/>
                        <a:pt x="1047" y="238"/>
                      </a:cubicBezTo>
                      <a:cubicBezTo>
                        <a:pt x="1049" y="242"/>
                        <a:pt x="1049" y="247"/>
                        <a:pt x="1047" y="252"/>
                      </a:cubicBezTo>
                      <a:cubicBezTo>
                        <a:pt x="1047" y="253"/>
                        <a:pt x="1047" y="253"/>
                        <a:pt x="1047" y="253"/>
                      </a:cubicBezTo>
                      <a:cubicBezTo>
                        <a:pt x="1044" y="260"/>
                        <a:pt x="1037" y="266"/>
                        <a:pt x="1029" y="271"/>
                      </a:cubicBezTo>
                      <a:cubicBezTo>
                        <a:pt x="1024" y="274"/>
                        <a:pt x="986" y="278"/>
                        <a:pt x="977" y="280"/>
                      </a:cubicBezTo>
                      <a:cubicBezTo>
                        <a:pt x="968" y="281"/>
                        <a:pt x="957" y="281"/>
                        <a:pt x="948" y="281"/>
                      </a:cubicBezTo>
                      <a:cubicBezTo>
                        <a:pt x="958" y="275"/>
                        <a:pt x="966" y="269"/>
                        <a:pt x="969" y="259"/>
                      </a:cubicBezTo>
                      <a:cubicBezTo>
                        <a:pt x="971" y="253"/>
                        <a:pt x="979" y="246"/>
                        <a:pt x="979" y="246"/>
                      </a:cubicBezTo>
                      <a:cubicBezTo>
                        <a:pt x="984" y="240"/>
                        <a:pt x="984" y="240"/>
                        <a:pt x="984" y="240"/>
                      </a:cubicBezTo>
                      <a:cubicBezTo>
                        <a:pt x="986" y="238"/>
                        <a:pt x="986" y="235"/>
                        <a:pt x="984" y="234"/>
                      </a:cubicBezTo>
                      <a:cubicBezTo>
                        <a:pt x="982" y="232"/>
                        <a:pt x="980" y="233"/>
                        <a:pt x="978" y="234"/>
                      </a:cubicBezTo>
                      <a:cubicBezTo>
                        <a:pt x="973" y="241"/>
                        <a:pt x="973" y="241"/>
                        <a:pt x="973" y="241"/>
                      </a:cubicBezTo>
                      <a:cubicBezTo>
                        <a:pt x="973" y="241"/>
                        <a:pt x="971" y="243"/>
                        <a:pt x="969" y="245"/>
                      </a:cubicBezTo>
                      <a:cubicBezTo>
                        <a:pt x="969" y="244"/>
                        <a:pt x="969" y="242"/>
                        <a:pt x="969" y="241"/>
                      </a:cubicBezTo>
                      <a:cubicBezTo>
                        <a:pt x="969" y="235"/>
                        <a:pt x="968" y="228"/>
                        <a:pt x="965" y="221"/>
                      </a:cubicBezTo>
                      <a:cubicBezTo>
                        <a:pt x="964" y="219"/>
                        <a:pt x="961" y="218"/>
                        <a:pt x="960" y="219"/>
                      </a:cubicBezTo>
                      <a:cubicBezTo>
                        <a:pt x="958" y="220"/>
                        <a:pt x="957" y="223"/>
                        <a:pt x="958" y="225"/>
                      </a:cubicBezTo>
                      <a:cubicBezTo>
                        <a:pt x="961" y="231"/>
                        <a:pt x="961" y="238"/>
                        <a:pt x="961" y="245"/>
                      </a:cubicBezTo>
                      <a:cubicBezTo>
                        <a:pt x="961" y="245"/>
                        <a:pt x="962" y="265"/>
                        <a:pt x="938" y="272"/>
                      </a:cubicBezTo>
                      <a:cubicBezTo>
                        <a:pt x="928" y="276"/>
                        <a:pt x="900" y="262"/>
                        <a:pt x="870" y="267"/>
                      </a:cubicBezTo>
                      <a:cubicBezTo>
                        <a:pt x="881" y="249"/>
                        <a:pt x="905" y="223"/>
                        <a:pt x="924" y="210"/>
                      </a:cubicBezTo>
                      <a:cubicBezTo>
                        <a:pt x="935" y="203"/>
                        <a:pt x="949" y="197"/>
                        <a:pt x="962" y="199"/>
                      </a:cubicBezTo>
                      <a:cubicBezTo>
                        <a:pt x="972" y="200"/>
                        <a:pt x="979" y="201"/>
                        <a:pt x="983" y="203"/>
                      </a:cubicBezTo>
                      <a:cubicBezTo>
                        <a:pt x="985" y="203"/>
                        <a:pt x="987" y="202"/>
                        <a:pt x="988" y="200"/>
                      </a:cubicBezTo>
                      <a:cubicBezTo>
                        <a:pt x="989" y="198"/>
                        <a:pt x="988" y="196"/>
                        <a:pt x="986" y="195"/>
                      </a:cubicBezTo>
                      <a:cubicBezTo>
                        <a:pt x="980" y="193"/>
                        <a:pt x="963" y="188"/>
                        <a:pt x="946" y="190"/>
                      </a:cubicBezTo>
                      <a:cubicBezTo>
                        <a:pt x="951" y="185"/>
                        <a:pt x="956" y="180"/>
                        <a:pt x="961" y="175"/>
                      </a:cubicBezTo>
                      <a:cubicBezTo>
                        <a:pt x="974" y="163"/>
                        <a:pt x="974" y="163"/>
                        <a:pt x="974" y="163"/>
                      </a:cubicBezTo>
                      <a:cubicBezTo>
                        <a:pt x="975" y="162"/>
                        <a:pt x="975" y="161"/>
                        <a:pt x="975" y="160"/>
                      </a:cubicBezTo>
                      <a:cubicBezTo>
                        <a:pt x="975" y="159"/>
                        <a:pt x="975" y="158"/>
                        <a:pt x="974" y="157"/>
                      </a:cubicBezTo>
                      <a:cubicBezTo>
                        <a:pt x="973" y="156"/>
                        <a:pt x="970" y="155"/>
                        <a:pt x="969" y="157"/>
                      </a:cubicBezTo>
                      <a:cubicBezTo>
                        <a:pt x="955" y="170"/>
                        <a:pt x="955" y="170"/>
                        <a:pt x="955" y="170"/>
                      </a:cubicBezTo>
                      <a:cubicBezTo>
                        <a:pt x="950" y="175"/>
                        <a:pt x="945" y="180"/>
                        <a:pt x="939" y="185"/>
                      </a:cubicBezTo>
                      <a:cubicBezTo>
                        <a:pt x="936" y="188"/>
                        <a:pt x="925" y="195"/>
                        <a:pt x="922" y="197"/>
                      </a:cubicBezTo>
                      <a:cubicBezTo>
                        <a:pt x="909" y="204"/>
                        <a:pt x="894" y="216"/>
                        <a:pt x="882" y="230"/>
                      </a:cubicBezTo>
                      <a:cubicBezTo>
                        <a:pt x="884" y="221"/>
                        <a:pt x="887" y="212"/>
                        <a:pt x="889" y="203"/>
                      </a:cubicBezTo>
                      <a:cubicBezTo>
                        <a:pt x="894" y="185"/>
                        <a:pt x="894" y="185"/>
                        <a:pt x="894" y="185"/>
                      </a:cubicBezTo>
                      <a:cubicBezTo>
                        <a:pt x="900" y="163"/>
                        <a:pt x="907" y="143"/>
                        <a:pt x="926" y="126"/>
                      </a:cubicBezTo>
                      <a:cubicBezTo>
                        <a:pt x="928" y="125"/>
                        <a:pt x="935" y="118"/>
                        <a:pt x="948" y="117"/>
                      </a:cubicBezTo>
                      <a:cubicBezTo>
                        <a:pt x="951" y="117"/>
                        <a:pt x="955" y="117"/>
                        <a:pt x="959" y="117"/>
                      </a:cubicBezTo>
                      <a:cubicBezTo>
                        <a:pt x="961" y="117"/>
                        <a:pt x="963" y="115"/>
                        <a:pt x="963" y="113"/>
                      </a:cubicBezTo>
                      <a:cubicBezTo>
                        <a:pt x="963" y="111"/>
                        <a:pt x="961" y="109"/>
                        <a:pt x="959" y="109"/>
                      </a:cubicBezTo>
                      <a:cubicBezTo>
                        <a:pt x="951" y="109"/>
                        <a:pt x="942" y="109"/>
                        <a:pt x="934" y="111"/>
                      </a:cubicBezTo>
                      <a:cubicBezTo>
                        <a:pt x="934" y="111"/>
                        <a:pt x="933" y="112"/>
                        <a:pt x="932" y="112"/>
                      </a:cubicBezTo>
                      <a:cubicBezTo>
                        <a:pt x="933" y="111"/>
                        <a:pt x="934" y="110"/>
                        <a:pt x="935" y="109"/>
                      </a:cubicBezTo>
                      <a:cubicBezTo>
                        <a:pt x="938" y="104"/>
                        <a:pt x="942" y="98"/>
                        <a:pt x="945" y="93"/>
                      </a:cubicBezTo>
                      <a:cubicBezTo>
                        <a:pt x="945" y="92"/>
                        <a:pt x="945" y="91"/>
                        <a:pt x="945" y="91"/>
                      </a:cubicBezTo>
                      <a:cubicBezTo>
                        <a:pt x="945" y="89"/>
                        <a:pt x="944" y="88"/>
                        <a:pt x="943" y="87"/>
                      </a:cubicBezTo>
                      <a:cubicBezTo>
                        <a:pt x="941" y="86"/>
                        <a:pt x="939" y="87"/>
                        <a:pt x="938" y="89"/>
                      </a:cubicBezTo>
                      <a:cubicBezTo>
                        <a:pt x="935" y="94"/>
                        <a:pt x="932" y="99"/>
                        <a:pt x="928" y="104"/>
                      </a:cubicBezTo>
                      <a:cubicBezTo>
                        <a:pt x="925" y="108"/>
                        <a:pt x="908" y="127"/>
                        <a:pt x="904" y="133"/>
                      </a:cubicBezTo>
                      <a:cubicBezTo>
                        <a:pt x="893" y="147"/>
                        <a:pt x="885" y="169"/>
                        <a:pt x="880" y="182"/>
                      </a:cubicBezTo>
                      <a:cubicBezTo>
                        <a:pt x="876" y="194"/>
                        <a:pt x="862" y="232"/>
                        <a:pt x="855" y="251"/>
                      </a:cubicBezTo>
                      <a:cubicBezTo>
                        <a:pt x="855" y="231"/>
                        <a:pt x="852" y="216"/>
                        <a:pt x="847" y="201"/>
                      </a:cubicBezTo>
                      <a:cubicBezTo>
                        <a:pt x="843" y="190"/>
                        <a:pt x="843" y="176"/>
                        <a:pt x="843" y="171"/>
                      </a:cubicBezTo>
                      <a:cubicBezTo>
                        <a:pt x="844" y="142"/>
                        <a:pt x="850" y="119"/>
                        <a:pt x="860" y="96"/>
                      </a:cubicBezTo>
                      <a:cubicBezTo>
                        <a:pt x="864" y="88"/>
                        <a:pt x="869" y="80"/>
                        <a:pt x="874" y="72"/>
                      </a:cubicBezTo>
                      <a:cubicBezTo>
                        <a:pt x="876" y="68"/>
                        <a:pt x="878" y="64"/>
                        <a:pt x="880" y="61"/>
                      </a:cubicBezTo>
                      <a:cubicBezTo>
                        <a:pt x="883" y="57"/>
                        <a:pt x="888" y="48"/>
                        <a:pt x="895" y="44"/>
                      </a:cubicBezTo>
                      <a:cubicBezTo>
                        <a:pt x="901" y="39"/>
                        <a:pt x="915" y="35"/>
                        <a:pt x="923" y="36"/>
                      </a:cubicBezTo>
                      <a:cubicBezTo>
                        <a:pt x="925" y="36"/>
                        <a:pt x="927" y="34"/>
                        <a:pt x="927" y="32"/>
                      </a:cubicBezTo>
                      <a:cubicBezTo>
                        <a:pt x="928" y="30"/>
                        <a:pt x="926" y="28"/>
                        <a:pt x="924" y="28"/>
                      </a:cubicBezTo>
                      <a:cubicBezTo>
                        <a:pt x="915" y="27"/>
                        <a:pt x="902" y="29"/>
                        <a:pt x="892" y="35"/>
                      </a:cubicBezTo>
                      <a:cubicBezTo>
                        <a:pt x="892" y="35"/>
                        <a:pt x="891" y="35"/>
                        <a:pt x="891" y="34"/>
                      </a:cubicBezTo>
                      <a:cubicBezTo>
                        <a:pt x="891" y="33"/>
                        <a:pt x="891" y="32"/>
                        <a:pt x="891" y="31"/>
                      </a:cubicBezTo>
                      <a:cubicBezTo>
                        <a:pt x="892" y="27"/>
                        <a:pt x="893" y="23"/>
                        <a:pt x="893" y="19"/>
                      </a:cubicBezTo>
                      <a:cubicBezTo>
                        <a:pt x="893" y="16"/>
                        <a:pt x="893" y="14"/>
                        <a:pt x="892" y="12"/>
                      </a:cubicBezTo>
                      <a:cubicBezTo>
                        <a:pt x="891" y="9"/>
                        <a:pt x="889" y="8"/>
                        <a:pt x="887" y="9"/>
                      </a:cubicBezTo>
                      <a:cubicBezTo>
                        <a:pt x="885" y="10"/>
                        <a:pt x="884" y="12"/>
                        <a:pt x="885" y="14"/>
                      </a:cubicBezTo>
                      <a:cubicBezTo>
                        <a:pt x="886" y="19"/>
                        <a:pt x="880" y="33"/>
                        <a:pt x="880" y="35"/>
                      </a:cubicBezTo>
                      <a:cubicBezTo>
                        <a:pt x="876" y="46"/>
                        <a:pt x="870" y="55"/>
                        <a:pt x="864" y="65"/>
                      </a:cubicBezTo>
                      <a:cubicBezTo>
                        <a:pt x="858" y="73"/>
                        <a:pt x="853" y="82"/>
                        <a:pt x="849" y="91"/>
                      </a:cubicBezTo>
                      <a:cubicBezTo>
                        <a:pt x="839" y="114"/>
                        <a:pt x="833" y="135"/>
                        <a:pt x="831" y="162"/>
                      </a:cubicBezTo>
                      <a:cubicBezTo>
                        <a:pt x="824" y="146"/>
                        <a:pt x="816" y="132"/>
                        <a:pt x="807" y="117"/>
                      </a:cubicBezTo>
                      <a:cubicBezTo>
                        <a:pt x="798" y="102"/>
                        <a:pt x="798" y="102"/>
                        <a:pt x="798" y="102"/>
                      </a:cubicBezTo>
                      <a:cubicBezTo>
                        <a:pt x="789" y="88"/>
                        <a:pt x="781" y="74"/>
                        <a:pt x="777" y="59"/>
                      </a:cubicBezTo>
                      <a:cubicBezTo>
                        <a:pt x="776" y="55"/>
                        <a:pt x="774" y="43"/>
                        <a:pt x="780" y="34"/>
                      </a:cubicBezTo>
                      <a:cubicBezTo>
                        <a:pt x="785" y="24"/>
                        <a:pt x="792" y="13"/>
                        <a:pt x="800" y="8"/>
                      </a:cubicBezTo>
                      <a:cubicBezTo>
                        <a:pt x="802" y="7"/>
                        <a:pt x="803" y="5"/>
                        <a:pt x="802" y="3"/>
                      </a:cubicBezTo>
                      <a:cubicBezTo>
                        <a:pt x="801" y="1"/>
                        <a:pt x="798" y="0"/>
                        <a:pt x="796" y="1"/>
                      </a:cubicBezTo>
                      <a:cubicBezTo>
                        <a:pt x="784" y="9"/>
                        <a:pt x="769" y="35"/>
                        <a:pt x="768" y="35"/>
                      </a:cubicBezTo>
                      <a:cubicBezTo>
                        <a:pt x="768" y="35"/>
                        <a:pt x="768" y="35"/>
                        <a:pt x="768" y="35"/>
                      </a:cubicBezTo>
                      <a:cubicBezTo>
                        <a:pt x="763" y="30"/>
                        <a:pt x="756" y="26"/>
                        <a:pt x="750" y="23"/>
                      </a:cubicBezTo>
                      <a:cubicBezTo>
                        <a:pt x="749" y="22"/>
                        <a:pt x="749" y="22"/>
                        <a:pt x="749" y="22"/>
                      </a:cubicBezTo>
                      <a:cubicBezTo>
                        <a:pt x="747" y="21"/>
                        <a:pt x="745" y="22"/>
                        <a:pt x="744" y="24"/>
                      </a:cubicBezTo>
                      <a:cubicBezTo>
                        <a:pt x="743" y="26"/>
                        <a:pt x="743" y="28"/>
                        <a:pt x="745" y="29"/>
                      </a:cubicBezTo>
                      <a:cubicBezTo>
                        <a:pt x="746" y="30"/>
                        <a:pt x="746" y="30"/>
                        <a:pt x="746" y="30"/>
                      </a:cubicBezTo>
                      <a:cubicBezTo>
                        <a:pt x="749" y="32"/>
                        <a:pt x="752" y="33"/>
                        <a:pt x="755" y="35"/>
                      </a:cubicBezTo>
                      <a:cubicBezTo>
                        <a:pt x="763" y="41"/>
                        <a:pt x="763" y="50"/>
                        <a:pt x="763" y="54"/>
                      </a:cubicBezTo>
                      <a:cubicBezTo>
                        <a:pt x="766" y="75"/>
                        <a:pt x="776" y="91"/>
                        <a:pt x="784" y="108"/>
                      </a:cubicBezTo>
                      <a:cubicBezTo>
                        <a:pt x="794" y="129"/>
                        <a:pt x="813" y="169"/>
                        <a:pt x="823" y="199"/>
                      </a:cubicBezTo>
                      <a:cubicBezTo>
                        <a:pt x="825" y="206"/>
                        <a:pt x="831" y="225"/>
                        <a:pt x="833" y="237"/>
                      </a:cubicBezTo>
                      <a:cubicBezTo>
                        <a:pt x="835" y="253"/>
                        <a:pt x="832" y="270"/>
                        <a:pt x="824" y="282"/>
                      </a:cubicBezTo>
                      <a:cubicBezTo>
                        <a:pt x="819" y="289"/>
                        <a:pt x="813" y="295"/>
                        <a:pt x="806" y="298"/>
                      </a:cubicBezTo>
                      <a:cubicBezTo>
                        <a:pt x="798" y="300"/>
                        <a:pt x="781" y="304"/>
                        <a:pt x="761" y="303"/>
                      </a:cubicBezTo>
                      <a:cubicBezTo>
                        <a:pt x="745" y="301"/>
                        <a:pt x="723" y="291"/>
                        <a:pt x="704" y="278"/>
                      </a:cubicBezTo>
                      <a:cubicBezTo>
                        <a:pt x="700" y="275"/>
                        <a:pt x="668" y="244"/>
                        <a:pt x="658" y="233"/>
                      </a:cubicBezTo>
                      <a:cubicBezTo>
                        <a:pt x="622" y="192"/>
                        <a:pt x="594" y="158"/>
                        <a:pt x="589" y="131"/>
                      </a:cubicBezTo>
                      <a:cubicBezTo>
                        <a:pt x="588" y="132"/>
                        <a:pt x="587" y="133"/>
                        <a:pt x="586" y="134"/>
                      </a:cubicBezTo>
                      <a:cubicBezTo>
                        <a:pt x="580" y="141"/>
                        <a:pt x="566" y="148"/>
                        <a:pt x="546" y="148"/>
                      </a:cubicBezTo>
                      <a:cubicBezTo>
                        <a:pt x="546" y="148"/>
                        <a:pt x="546" y="148"/>
                        <a:pt x="546" y="148"/>
                      </a:cubicBezTo>
                      <a:cubicBezTo>
                        <a:pt x="526" y="148"/>
                        <a:pt x="512" y="141"/>
                        <a:pt x="506" y="134"/>
                      </a:cubicBezTo>
                      <a:cubicBezTo>
                        <a:pt x="505" y="134"/>
                        <a:pt x="505" y="133"/>
                        <a:pt x="504" y="133"/>
                      </a:cubicBezTo>
                      <a:cubicBezTo>
                        <a:pt x="501" y="142"/>
                        <a:pt x="485" y="180"/>
                        <a:pt x="472" y="198"/>
                      </a:cubicBezTo>
                      <a:cubicBezTo>
                        <a:pt x="466" y="207"/>
                        <a:pt x="459" y="216"/>
                        <a:pt x="453" y="226"/>
                      </a:cubicBezTo>
                      <a:cubicBezTo>
                        <a:pt x="450" y="230"/>
                        <a:pt x="441" y="242"/>
                        <a:pt x="439" y="244"/>
                      </a:cubicBezTo>
                      <a:cubicBezTo>
                        <a:pt x="406" y="280"/>
                        <a:pt x="368" y="283"/>
                        <a:pt x="325" y="274"/>
                      </a:cubicBezTo>
                      <a:cubicBezTo>
                        <a:pt x="322" y="274"/>
                        <a:pt x="315" y="271"/>
                        <a:pt x="312" y="261"/>
                      </a:cubicBezTo>
                      <a:cubicBezTo>
                        <a:pt x="309" y="250"/>
                        <a:pt x="306" y="232"/>
                        <a:pt x="311" y="206"/>
                      </a:cubicBezTo>
                      <a:cubicBezTo>
                        <a:pt x="311" y="203"/>
                        <a:pt x="311" y="203"/>
                        <a:pt x="311" y="203"/>
                      </a:cubicBezTo>
                      <a:cubicBezTo>
                        <a:pt x="313" y="189"/>
                        <a:pt x="317" y="170"/>
                        <a:pt x="321" y="149"/>
                      </a:cubicBezTo>
                      <a:cubicBezTo>
                        <a:pt x="321" y="146"/>
                        <a:pt x="325" y="129"/>
                        <a:pt x="333" y="118"/>
                      </a:cubicBezTo>
                      <a:cubicBezTo>
                        <a:pt x="341" y="107"/>
                        <a:pt x="350" y="94"/>
                        <a:pt x="354" y="75"/>
                      </a:cubicBezTo>
                      <a:cubicBezTo>
                        <a:pt x="355" y="69"/>
                        <a:pt x="359" y="59"/>
                        <a:pt x="362" y="54"/>
                      </a:cubicBezTo>
                      <a:cubicBezTo>
                        <a:pt x="368" y="45"/>
                        <a:pt x="375" y="40"/>
                        <a:pt x="382" y="34"/>
                      </a:cubicBezTo>
                      <a:cubicBezTo>
                        <a:pt x="391" y="28"/>
                        <a:pt x="391" y="28"/>
                        <a:pt x="391" y="28"/>
                      </a:cubicBezTo>
                      <a:cubicBezTo>
                        <a:pt x="393" y="26"/>
                        <a:pt x="393" y="24"/>
                        <a:pt x="392" y="22"/>
                      </a:cubicBezTo>
                      <a:cubicBezTo>
                        <a:pt x="391" y="20"/>
                        <a:pt x="388" y="20"/>
                        <a:pt x="386" y="21"/>
                      </a:cubicBezTo>
                      <a:cubicBezTo>
                        <a:pt x="378" y="28"/>
                        <a:pt x="378" y="28"/>
                        <a:pt x="378" y="28"/>
                      </a:cubicBezTo>
                      <a:cubicBezTo>
                        <a:pt x="378" y="28"/>
                        <a:pt x="377" y="28"/>
                        <a:pt x="377" y="28"/>
                      </a:cubicBezTo>
                      <a:cubicBezTo>
                        <a:pt x="378" y="23"/>
                        <a:pt x="377" y="19"/>
                        <a:pt x="376" y="15"/>
                      </a:cubicBezTo>
                      <a:cubicBezTo>
                        <a:pt x="376" y="13"/>
                        <a:pt x="376" y="13"/>
                        <a:pt x="376" y="13"/>
                      </a:cubicBezTo>
                      <a:cubicBezTo>
                        <a:pt x="376" y="11"/>
                        <a:pt x="374" y="9"/>
                        <a:pt x="371" y="10"/>
                      </a:cubicBezTo>
                      <a:cubicBezTo>
                        <a:pt x="369" y="10"/>
                        <a:pt x="368" y="12"/>
                        <a:pt x="368" y="14"/>
                      </a:cubicBezTo>
                      <a:cubicBezTo>
                        <a:pt x="368" y="17"/>
                        <a:pt x="368" y="17"/>
                        <a:pt x="368" y="17"/>
                      </a:cubicBezTo>
                      <a:cubicBezTo>
                        <a:pt x="369" y="23"/>
                        <a:pt x="371" y="32"/>
                        <a:pt x="365" y="38"/>
                      </a:cubicBezTo>
                      <a:cubicBezTo>
                        <a:pt x="365" y="38"/>
                        <a:pt x="365" y="38"/>
                        <a:pt x="365" y="38"/>
                      </a:cubicBezTo>
                      <a:cubicBezTo>
                        <a:pt x="360" y="43"/>
                        <a:pt x="356" y="48"/>
                        <a:pt x="352" y="55"/>
                      </a:cubicBezTo>
                      <a:cubicBezTo>
                        <a:pt x="352" y="45"/>
                        <a:pt x="349" y="39"/>
                        <a:pt x="345" y="33"/>
                      </a:cubicBezTo>
                      <a:cubicBezTo>
                        <a:pt x="344" y="33"/>
                        <a:pt x="342" y="30"/>
                        <a:pt x="344" y="27"/>
                      </a:cubicBezTo>
                      <a:cubicBezTo>
                        <a:pt x="345" y="23"/>
                        <a:pt x="347" y="17"/>
                        <a:pt x="351" y="12"/>
                      </a:cubicBezTo>
                      <a:cubicBezTo>
                        <a:pt x="353" y="10"/>
                        <a:pt x="353" y="7"/>
                        <a:pt x="351" y="6"/>
                      </a:cubicBezTo>
                      <a:cubicBezTo>
                        <a:pt x="349" y="5"/>
                        <a:pt x="347" y="5"/>
                        <a:pt x="345" y="7"/>
                      </a:cubicBezTo>
                      <a:cubicBezTo>
                        <a:pt x="341" y="12"/>
                        <a:pt x="338" y="18"/>
                        <a:pt x="337" y="23"/>
                      </a:cubicBezTo>
                      <a:cubicBezTo>
                        <a:pt x="336" y="23"/>
                        <a:pt x="336" y="23"/>
                        <a:pt x="335" y="22"/>
                      </a:cubicBezTo>
                      <a:cubicBezTo>
                        <a:pt x="330" y="16"/>
                        <a:pt x="330" y="16"/>
                        <a:pt x="330" y="16"/>
                      </a:cubicBezTo>
                      <a:cubicBezTo>
                        <a:pt x="328" y="14"/>
                        <a:pt x="326" y="14"/>
                        <a:pt x="324" y="16"/>
                      </a:cubicBezTo>
                      <a:cubicBezTo>
                        <a:pt x="322" y="17"/>
                        <a:pt x="322" y="20"/>
                        <a:pt x="324" y="21"/>
                      </a:cubicBezTo>
                      <a:cubicBezTo>
                        <a:pt x="329" y="28"/>
                        <a:pt x="329" y="28"/>
                        <a:pt x="329" y="28"/>
                      </a:cubicBezTo>
                      <a:cubicBezTo>
                        <a:pt x="340" y="39"/>
                        <a:pt x="347" y="46"/>
                        <a:pt x="343" y="67"/>
                      </a:cubicBezTo>
                      <a:cubicBezTo>
                        <a:pt x="343" y="68"/>
                        <a:pt x="343" y="71"/>
                        <a:pt x="342" y="72"/>
                      </a:cubicBezTo>
                      <a:cubicBezTo>
                        <a:pt x="339" y="89"/>
                        <a:pt x="331" y="100"/>
                        <a:pt x="323" y="111"/>
                      </a:cubicBezTo>
                      <a:cubicBezTo>
                        <a:pt x="318" y="117"/>
                        <a:pt x="314" y="124"/>
                        <a:pt x="310" y="131"/>
                      </a:cubicBezTo>
                      <a:cubicBezTo>
                        <a:pt x="305" y="114"/>
                        <a:pt x="295" y="98"/>
                        <a:pt x="281" y="86"/>
                      </a:cubicBezTo>
                      <a:cubicBezTo>
                        <a:pt x="271" y="78"/>
                        <a:pt x="266" y="71"/>
                        <a:pt x="265" y="68"/>
                      </a:cubicBezTo>
                      <a:cubicBezTo>
                        <a:pt x="260" y="53"/>
                        <a:pt x="261" y="37"/>
                        <a:pt x="266" y="18"/>
                      </a:cubicBezTo>
                      <a:cubicBezTo>
                        <a:pt x="267" y="16"/>
                        <a:pt x="266" y="13"/>
                        <a:pt x="264" y="13"/>
                      </a:cubicBezTo>
                      <a:cubicBezTo>
                        <a:pt x="262" y="12"/>
                        <a:pt x="259" y="13"/>
                        <a:pt x="259" y="15"/>
                      </a:cubicBezTo>
                      <a:cubicBezTo>
                        <a:pt x="258" y="18"/>
                        <a:pt x="257" y="21"/>
                        <a:pt x="257" y="23"/>
                      </a:cubicBezTo>
                      <a:cubicBezTo>
                        <a:pt x="254" y="20"/>
                        <a:pt x="250" y="16"/>
                        <a:pt x="246" y="13"/>
                      </a:cubicBezTo>
                      <a:cubicBezTo>
                        <a:pt x="244" y="11"/>
                        <a:pt x="242" y="12"/>
                        <a:pt x="240" y="13"/>
                      </a:cubicBezTo>
                      <a:cubicBezTo>
                        <a:pt x="239" y="15"/>
                        <a:pt x="239" y="18"/>
                        <a:pt x="241" y="19"/>
                      </a:cubicBezTo>
                      <a:cubicBezTo>
                        <a:pt x="249" y="26"/>
                        <a:pt x="253" y="30"/>
                        <a:pt x="253" y="35"/>
                      </a:cubicBezTo>
                      <a:cubicBezTo>
                        <a:pt x="253" y="36"/>
                        <a:pt x="254" y="45"/>
                        <a:pt x="254" y="49"/>
                      </a:cubicBezTo>
                      <a:cubicBezTo>
                        <a:pt x="254" y="58"/>
                        <a:pt x="256" y="67"/>
                        <a:pt x="259" y="75"/>
                      </a:cubicBezTo>
                      <a:cubicBezTo>
                        <a:pt x="250" y="70"/>
                        <a:pt x="239" y="66"/>
                        <a:pt x="228" y="64"/>
                      </a:cubicBezTo>
                      <a:cubicBezTo>
                        <a:pt x="227" y="63"/>
                        <a:pt x="224" y="62"/>
                        <a:pt x="224" y="60"/>
                      </a:cubicBezTo>
                      <a:cubicBezTo>
                        <a:pt x="223" y="57"/>
                        <a:pt x="221" y="53"/>
                        <a:pt x="222" y="48"/>
                      </a:cubicBezTo>
                      <a:cubicBezTo>
                        <a:pt x="223" y="46"/>
                        <a:pt x="221" y="43"/>
                        <a:pt x="219" y="43"/>
                      </a:cubicBezTo>
                      <a:cubicBezTo>
                        <a:pt x="217" y="43"/>
                        <a:pt x="215" y="44"/>
                        <a:pt x="214" y="46"/>
                      </a:cubicBezTo>
                      <a:cubicBezTo>
                        <a:pt x="213" y="52"/>
                        <a:pt x="214" y="58"/>
                        <a:pt x="216" y="62"/>
                      </a:cubicBezTo>
                      <a:cubicBezTo>
                        <a:pt x="212" y="61"/>
                        <a:pt x="208" y="61"/>
                        <a:pt x="204" y="60"/>
                      </a:cubicBezTo>
                      <a:cubicBezTo>
                        <a:pt x="201" y="60"/>
                        <a:pt x="200" y="62"/>
                        <a:pt x="199" y="64"/>
                      </a:cubicBezTo>
                      <a:cubicBezTo>
                        <a:pt x="199" y="66"/>
                        <a:pt x="201" y="68"/>
                        <a:pt x="203" y="68"/>
                      </a:cubicBezTo>
                      <a:cubicBezTo>
                        <a:pt x="220" y="69"/>
                        <a:pt x="237" y="73"/>
                        <a:pt x="251" y="80"/>
                      </a:cubicBezTo>
                      <a:cubicBezTo>
                        <a:pt x="265" y="86"/>
                        <a:pt x="278" y="99"/>
                        <a:pt x="283" y="105"/>
                      </a:cubicBezTo>
                      <a:cubicBezTo>
                        <a:pt x="288" y="111"/>
                        <a:pt x="293" y="119"/>
                        <a:pt x="297" y="129"/>
                      </a:cubicBezTo>
                      <a:cubicBezTo>
                        <a:pt x="299" y="134"/>
                        <a:pt x="300" y="147"/>
                        <a:pt x="298" y="159"/>
                      </a:cubicBezTo>
                      <a:cubicBezTo>
                        <a:pt x="295" y="175"/>
                        <a:pt x="293" y="189"/>
                        <a:pt x="291" y="200"/>
                      </a:cubicBezTo>
                      <a:cubicBezTo>
                        <a:pt x="291" y="203"/>
                        <a:pt x="291" y="203"/>
                        <a:pt x="291" y="203"/>
                      </a:cubicBezTo>
                      <a:cubicBezTo>
                        <a:pt x="287" y="226"/>
                        <a:pt x="288" y="245"/>
                        <a:pt x="291" y="259"/>
                      </a:cubicBezTo>
                      <a:cubicBezTo>
                        <a:pt x="291" y="262"/>
                        <a:pt x="293" y="267"/>
                        <a:pt x="287" y="265"/>
                      </a:cubicBezTo>
                      <a:cubicBezTo>
                        <a:pt x="272" y="261"/>
                        <a:pt x="226" y="250"/>
                        <a:pt x="196" y="244"/>
                      </a:cubicBezTo>
                      <a:cubicBezTo>
                        <a:pt x="176" y="241"/>
                        <a:pt x="153" y="237"/>
                        <a:pt x="147" y="234"/>
                      </a:cubicBezTo>
                      <a:cubicBezTo>
                        <a:pt x="140" y="231"/>
                        <a:pt x="124" y="221"/>
                        <a:pt x="121" y="212"/>
                      </a:cubicBezTo>
                      <a:cubicBezTo>
                        <a:pt x="120" y="207"/>
                        <a:pt x="119" y="202"/>
                        <a:pt x="120" y="199"/>
                      </a:cubicBezTo>
                      <a:cubicBezTo>
                        <a:pt x="121" y="197"/>
                        <a:pt x="120" y="195"/>
                        <a:pt x="118" y="194"/>
                      </a:cubicBezTo>
                      <a:cubicBezTo>
                        <a:pt x="115" y="193"/>
                        <a:pt x="113" y="195"/>
                        <a:pt x="113" y="197"/>
                      </a:cubicBezTo>
                      <a:cubicBezTo>
                        <a:pt x="112" y="198"/>
                        <a:pt x="112" y="200"/>
                        <a:pt x="112" y="202"/>
                      </a:cubicBezTo>
                      <a:cubicBezTo>
                        <a:pt x="112" y="208"/>
                        <a:pt x="113" y="213"/>
                        <a:pt x="115" y="219"/>
                      </a:cubicBezTo>
                      <a:cubicBezTo>
                        <a:pt x="110" y="216"/>
                        <a:pt x="104" y="215"/>
                        <a:pt x="99" y="214"/>
                      </a:cubicBezTo>
                      <a:cubicBezTo>
                        <a:pt x="97" y="214"/>
                        <a:pt x="95" y="215"/>
                        <a:pt x="94" y="217"/>
                      </a:cubicBezTo>
                      <a:cubicBezTo>
                        <a:pt x="94" y="220"/>
                        <a:pt x="96" y="222"/>
                        <a:pt x="98" y="222"/>
                      </a:cubicBezTo>
                      <a:cubicBezTo>
                        <a:pt x="102" y="222"/>
                        <a:pt x="107" y="224"/>
                        <a:pt x="111" y="226"/>
                      </a:cubicBezTo>
                      <a:cubicBezTo>
                        <a:pt x="114" y="227"/>
                        <a:pt x="120" y="232"/>
                        <a:pt x="121" y="233"/>
                      </a:cubicBezTo>
                      <a:cubicBezTo>
                        <a:pt x="128" y="238"/>
                        <a:pt x="135" y="242"/>
                        <a:pt x="143" y="246"/>
                      </a:cubicBezTo>
                      <a:cubicBezTo>
                        <a:pt x="125" y="247"/>
                        <a:pt x="106" y="250"/>
                        <a:pt x="90" y="255"/>
                      </a:cubicBezTo>
                      <a:cubicBezTo>
                        <a:pt x="86" y="256"/>
                        <a:pt x="74" y="259"/>
                        <a:pt x="72" y="260"/>
                      </a:cubicBezTo>
                      <a:cubicBezTo>
                        <a:pt x="67" y="260"/>
                        <a:pt x="62" y="260"/>
                        <a:pt x="57" y="260"/>
                      </a:cubicBezTo>
                      <a:cubicBezTo>
                        <a:pt x="55" y="260"/>
                        <a:pt x="53" y="261"/>
                        <a:pt x="53" y="263"/>
                      </a:cubicBezTo>
                      <a:cubicBezTo>
                        <a:pt x="52" y="266"/>
                        <a:pt x="54" y="268"/>
                        <a:pt x="56" y="268"/>
                      </a:cubicBezTo>
                      <a:cubicBezTo>
                        <a:pt x="61" y="268"/>
                        <a:pt x="65" y="268"/>
                        <a:pt x="70" y="268"/>
                      </a:cubicBezTo>
                      <a:cubicBezTo>
                        <a:pt x="62" y="273"/>
                        <a:pt x="55" y="280"/>
                        <a:pt x="50" y="287"/>
                      </a:cubicBezTo>
                      <a:cubicBezTo>
                        <a:pt x="50" y="287"/>
                        <a:pt x="50" y="288"/>
                        <a:pt x="50" y="289"/>
                      </a:cubicBezTo>
                      <a:cubicBezTo>
                        <a:pt x="50" y="290"/>
                        <a:pt x="50" y="291"/>
                        <a:pt x="51" y="292"/>
                      </a:cubicBezTo>
                      <a:cubicBezTo>
                        <a:pt x="53" y="293"/>
                        <a:pt x="56" y="293"/>
                        <a:pt x="57" y="291"/>
                      </a:cubicBezTo>
                      <a:cubicBezTo>
                        <a:pt x="59" y="288"/>
                        <a:pt x="63" y="284"/>
                        <a:pt x="67" y="280"/>
                      </a:cubicBezTo>
                      <a:cubicBezTo>
                        <a:pt x="75" y="273"/>
                        <a:pt x="86" y="269"/>
                        <a:pt x="89" y="268"/>
                      </a:cubicBezTo>
                      <a:cubicBezTo>
                        <a:pt x="107" y="262"/>
                        <a:pt x="133" y="258"/>
                        <a:pt x="154" y="257"/>
                      </a:cubicBezTo>
                      <a:cubicBezTo>
                        <a:pt x="175" y="255"/>
                        <a:pt x="187" y="261"/>
                        <a:pt x="192" y="261"/>
                      </a:cubicBezTo>
                      <a:cubicBezTo>
                        <a:pt x="179" y="267"/>
                        <a:pt x="168" y="275"/>
                        <a:pt x="158" y="284"/>
                      </a:cubicBezTo>
                      <a:cubicBezTo>
                        <a:pt x="148" y="293"/>
                        <a:pt x="136" y="309"/>
                        <a:pt x="136" y="309"/>
                      </a:cubicBezTo>
                      <a:cubicBezTo>
                        <a:pt x="125" y="323"/>
                        <a:pt x="125" y="323"/>
                        <a:pt x="125" y="323"/>
                      </a:cubicBezTo>
                      <a:cubicBezTo>
                        <a:pt x="123" y="325"/>
                        <a:pt x="123" y="327"/>
                        <a:pt x="125" y="329"/>
                      </a:cubicBezTo>
                      <a:cubicBezTo>
                        <a:pt x="127" y="330"/>
                        <a:pt x="129" y="330"/>
                        <a:pt x="131" y="328"/>
                      </a:cubicBezTo>
                      <a:cubicBezTo>
                        <a:pt x="143" y="314"/>
                        <a:pt x="143" y="314"/>
                        <a:pt x="143" y="314"/>
                      </a:cubicBezTo>
                      <a:cubicBezTo>
                        <a:pt x="147" y="308"/>
                        <a:pt x="147" y="308"/>
                        <a:pt x="147" y="308"/>
                      </a:cubicBezTo>
                      <a:cubicBezTo>
                        <a:pt x="147" y="317"/>
                        <a:pt x="148" y="325"/>
                        <a:pt x="151" y="333"/>
                      </a:cubicBezTo>
                      <a:cubicBezTo>
                        <a:pt x="152" y="335"/>
                        <a:pt x="154" y="336"/>
                        <a:pt x="156" y="335"/>
                      </a:cubicBezTo>
                      <a:cubicBezTo>
                        <a:pt x="158" y="334"/>
                        <a:pt x="159" y="332"/>
                        <a:pt x="158" y="330"/>
                      </a:cubicBezTo>
                      <a:cubicBezTo>
                        <a:pt x="156" y="324"/>
                        <a:pt x="155" y="317"/>
                        <a:pt x="155" y="311"/>
                      </a:cubicBezTo>
                      <a:cubicBezTo>
                        <a:pt x="155" y="300"/>
                        <a:pt x="162" y="295"/>
                        <a:pt x="168" y="289"/>
                      </a:cubicBezTo>
                      <a:cubicBezTo>
                        <a:pt x="178" y="280"/>
                        <a:pt x="190" y="274"/>
                        <a:pt x="207" y="270"/>
                      </a:cubicBezTo>
                      <a:cubicBezTo>
                        <a:pt x="213" y="268"/>
                        <a:pt x="220" y="269"/>
                        <a:pt x="223" y="270"/>
                      </a:cubicBezTo>
                      <a:cubicBezTo>
                        <a:pt x="241" y="276"/>
                        <a:pt x="270" y="286"/>
                        <a:pt x="273" y="287"/>
                      </a:cubicBezTo>
                      <a:cubicBezTo>
                        <a:pt x="301" y="295"/>
                        <a:pt x="342" y="314"/>
                        <a:pt x="379" y="317"/>
                      </a:cubicBezTo>
                      <a:cubicBezTo>
                        <a:pt x="390" y="317"/>
                        <a:pt x="392" y="327"/>
                        <a:pt x="389" y="332"/>
                      </a:cubicBezTo>
                      <a:cubicBezTo>
                        <a:pt x="376" y="357"/>
                        <a:pt x="363" y="385"/>
                        <a:pt x="351" y="414"/>
                      </a:cubicBezTo>
                      <a:cubicBezTo>
                        <a:pt x="346" y="428"/>
                        <a:pt x="330" y="461"/>
                        <a:pt x="328" y="464"/>
                      </a:cubicBezTo>
                      <a:cubicBezTo>
                        <a:pt x="320" y="477"/>
                        <a:pt x="305" y="490"/>
                        <a:pt x="290" y="498"/>
                      </a:cubicBezTo>
                      <a:cubicBezTo>
                        <a:pt x="269" y="508"/>
                        <a:pt x="251" y="510"/>
                        <a:pt x="242" y="510"/>
                      </a:cubicBezTo>
                      <a:cubicBezTo>
                        <a:pt x="201" y="514"/>
                        <a:pt x="157" y="515"/>
                        <a:pt x="120" y="502"/>
                      </a:cubicBezTo>
                      <a:cubicBezTo>
                        <a:pt x="117" y="500"/>
                        <a:pt x="107" y="497"/>
                        <a:pt x="100" y="491"/>
                      </a:cubicBezTo>
                      <a:cubicBezTo>
                        <a:pt x="97" y="488"/>
                        <a:pt x="93" y="485"/>
                        <a:pt x="90" y="481"/>
                      </a:cubicBezTo>
                      <a:cubicBezTo>
                        <a:pt x="82" y="474"/>
                        <a:pt x="74" y="467"/>
                        <a:pt x="66" y="461"/>
                      </a:cubicBezTo>
                      <a:cubicBezTo>
                        <a:pt x="64" y="460"/>
                        <a:pt x="57" y="456"/>
                        <a:pt x="54" y="449"/>
                      </a:cubicBezTo>
                      <a:cubicBezTo>
                        <a:pt x="51" y="444"/>
                        <a:pt x="50" y="439"/>
                        <a:pt x="51" y="433"/>
                      </a:cubicBezTo>
                      <a:cubicBezTo>
                        <a:pt x="51" y="431"/>
                        <a:pt x="50" y="429"/>
                        <a:pt x="47" y="429"/>
                      </a:cubicBezTo>
                      <a:cubicBezTo>
                        <a:pt x="45" y="428"/>
                        <a:pt x="43" y="430"/>
                        <a:pt x="43" y="432"/>
                      </a:cubicBezTo>
                      <a:cubicBezTo>
                        <a:pt x="43" y="434"/>
                        <a:pt x="43" y="435"/>
                        <a:pt x="43" y="436"/>
                      </a:cubicBezTo>
                      <a:cubicBezTo>
                        <a:pt x="43" y="444"/>
                        <a:pt x="45" y="451"/>
                        <a:pt x="49" y="457"/>
                      </a:cubicBezTo>
                      <a:cubicBezTo>
                        <a:pt x="39" y="455"/>
                        <a:pt x="28" y="455"/>
                        <a:pt x="20" y="457"/>
                      </a:cubicBezTo>
                      <a:cubicBezTo>
                        <a:pt x="17" y="457"/>
                        <a:pt x="16" y="459"/>
                        <a:pt x="16" y="461"/>
                      </a:cubicBezTo>
                      <a:cubicBezTo>
                        <a:pt x="17" y="463"/>
                        <a:pt x="19" y="465"/>
                        <a:pt x="21" y="465"/>
                      </a:cubicBezTo>
                      <a:cubicBezTo>
                        <a:pt x="26" y="464"/>
                        <a:pt x="32" y="463"/>
                        <a:pt x="39" y="464"/>
                      </a:cubicBezTo>
                      <a:cubicBezTo>
                        <a:pt x="44" y="464"/>
                        <a:pt x="52" y="467"/>
                        <a:pt x="62" y="473"/>
                      </a:cubicBezTo>
                      <a:cubicBezTo>
                        <a:pt x="69" y="478"/>
                        <a:pt x="75" y="484"/>
                        <a:pt x="81" y="490"/>
                      </a:cubicBezTo>
                      <a:cubicBezTo>
                        <a:pt x="85" y="494"/>
                        <a:pt x="90" y="498"/>
                        <a:pt x="94" y="501"/>
                      </a:cubicBezTo>
                      <a:cubicBezTo>
                        <a:pt x="80" y="505"/>
                        <a:pt x="65" y="510"/>
                        <a:pt x="53" y="518"/>
                      </a:cubicBezTo>
                      <a:cubicBezTo>
                        <a:pt x="49" y="521"/>
                        <a:pt x="31" y="535"/>
                        <a:pt x="25" y="537"/>
                      </a:cubicBezTo>
                      <a:cubicBezTo>
                        <a:pt x="18" y="538"/>
                        <a:pt x="10" y="538"/>
                        <a:pt x="6" y="537"/>
                      </a:cubicBezTo>
                      <a:cubicBezTo>
                        <a:pt x="3" y="536"/>
                        <a:pt x="1" y="537"/>
                        <a:pt x="1" y="539"/>
                      </a:cubicBezTo>
                      <a:cubicBezTo>
                        <a:pt x="0" y="541"/>
                        <a:pt x="1" y="544"/>
                        <a:pt x="3" y="544"/>
                      </a:cubicBezTo>
                      <a:cubicBezTo>
                        <a:pt x="13" y="547"/>
                        <a:pt x="26" y="545"/>
                        <a:pt x="37" y="541"/>
                      </a:cubicBezTo>
                      <a:cubicBezTo>
                        <a:pt x="33" y="550"/>
                        <a:pt x="31" y="561"/>
                        <a:pt x="29" y="570"/>
                      </a:cubicBezTo>
                      <a:cubicBezTo>
                        <a:pt x="28" y="576"/>
                        <a:pt x="28" y="576"/>
                        <a:pt x="28" y="576"/>
                      </a:cubicBezTo>
                      <a:cubicBezTo>
                        <a:pt x="28" y="576"/>
                        <a:pt x="28" y="576"/>
                        <a:pt x="28" y="577"/>
                      </a:cubicBezTo>
                      <a:cubicBezTo>
                        <a:pt x="28" y="578"/>
                        <a:pt x="30" y="580"/>
                        <a:pt x="32" y="581"/>
                      </a:cubicBezTo>
                      <a:cubicBezTo>
                        <a:pt x="34" y="581"/>
                        <a:pt x="36" y="580"/>
                        <a:pt x="36" y="577"/>
                      </a:cubicBezTo>
                      <a:cubicBezTo>
                        <a:pt x="37" y="572"/>
                        <a:pt x="37" y="572"/>
                        <a:pt x="37" y="572"/>
                      </a:cubicBezTo>
                      <a:cubicBezTo>
                        <a:pt x="39" y="564"/>
                        <a:pt x="40" y="557"/>
                        <a:pt x="42" y="550"/>
                      </a:cubicBezTo>
                      <a:cubicBezTo>
                        <a:pt x="47" y="537"/>
                        <a:pt x="56" y="531"/>
                        <a:pt x="59" y="529"/>
                      </a:cubicBezTo>
                      <a:cubicBezTo>
                        <a:pt x="64" y="525"/>
                        <a:pt x="69" y="523"/>
                        <a:pt x="75" y="520"/>
                      </a:cubicBezTo>
                      <a:cubicBezTo>
                        <a:pt x="83" y="517"/>
                        <a:pt x="95" y="516"/>
                        <a:pt x="125" y="524"/>
                      </a:cubicBezTo>
                      <a:cubicBezTo>
                        <a:pt x="160" y="534"/>
                        <a:pt x="197" y="534"/>
                        <a:pt x="233" y="531"/>
                      </a:cubicBezTo>
                      <a:cubicBezTo>
                        <a:pt x="236" y="531"/>
                        <a:pt x="237" y="533"/>
                        <a:pt x="235" y="534"/>
                      </a:cubicBezTo>
                      <a:cubicBezTo>
                        <a:pt x="218" y="547"/>
                        <a:pt x="201" y="564"/>
                        <a:pt x="190" y="581"/>
                      </a:cubicBezTo>
                      <a:cubicBezTo>
                        <a:pt x="189" y="582"/>
                        <a:pt x="170" y="609"/>
                        <a:pt x="163" y="623"/>
                      </a:cubicBezTo>
                      <a:cubicBezTo>
                        <a:pt x="161" y="626"/>
                        <a:pt x="163" y="630"/>
                        <a:pt x="166" y="631"/>
                      </a:cubicBezTo>
                      <a:cubicBezTo>
                        <a:pt x="169" y="633"/>
                        <a:pt x="172" y="632"/>
                        <a:pt x="174" y="629"/>
                      </a:cubicBezTo>
                      <a:cubicBezTo>
                        <a:pt x="179" y="618"/>
                        <a:pt x="186" y="610"/>
                        <a:pt x="193" y="602"/>
                      </a:cubicBezTo>
                      <a:cubicBezTo>
                        <a:pt x="193" y="603"/>
                        <a:pt x="193" y="603"/>
                        <a:pt x="193" y="603"/>
                      </a:cubicBezTo>
                      <a:cubicBezTo>
                        <a:pt x="193" y="612"/>
                        <a:pt x="195" y="620"/>
                        <a:pt x="198" y="626"/>
                      </a:cubicBezTo>
                      <a:cubicBezTo>
                        <a:pt x="199" y="629"/>
                        <a:pt x="203" y="630"/>
                        <a:pt x="206" y="629"/>
                      </a:cubicBezTo>
                      <a:cubicBezTo>
                        <a:pt x="209" y="627"/>
                        <a:pt x="210" y="623"/>
                        <a:pt x="208" y="620"/>
                      </a:cubicBezTo>
                      <a:cubicBezTo>
                        <a:pt x="206" y="616"/>
                        <a:pt x="205" y="611"/>
                        <a:pt x="205" y="605"/>
                      </a:cubicBezTo>
                      <a:cubicBezTo>
                        <a:pt x="205" y="601"/>
                        <a:pt x="206" y="593"/>
                        <a:pt x="212" y="584"/>
                      </a:cubicBezTo>
                      <a:cubicBezTo>
                        <a:pt x="220" y="573"/>
                        <a:pt x="232" y="563"/>
                        <a:pt x="243" y="554"/>
                      </a:cubicBezTo>
                      <a:cubicBezTo>
                        <a:pt x="265" y="535"/>
                        <a:pt x="287" y="534"/>
                        <a:pt x="304" y="525"/>
                      </a:cubicBezTo>
                      <a:cubicBezTo>
                        <a:pt x="308" y="522"/>
                        <a:pt x="312" y="520"/>
                        <a:pt x="316" y="518"/>
                      </a:cubicBezTo>
                      <a:cubicBezTo>
                        <a:pt x="308" y="548"/>
                        <a:pt x="302" y="577"/>
                        <a:pt x="298" y="602"/>
                      </a:cubicBezTo>
                      <a:cubicBezTo>
                        <a:pt x="286" y="617"/>
                        <a:pt x="253" y="639"/>
                        <a:pt x="224" y="649"/>
                      </a:cubicBezTo>
                      <a:cubicBezTo>
                        <a:pt x="188" y="659"/>
                        <a:pt x="146" y="652"/>
                        <a:pt x="124" y="640"/>
                      </a:cubicBezTo>
                      <a:cubicBezTo>
                        <a:pt x="124" y="640"/>
                        <a:pt x="124" y="640"/>
                        <a:pt x="124" y="640"/>
                      </a:cubicBezTo>
                      <a:cubicBezTo>
                        <a:pt x="114" y="633"/>
                        <a:pt x="104" y="625"/>
                        <a:pt x="94" y="616"/>
                      </a:cubicBezTo>
                      <a:cubicBezTo>
                        <a:pt x="92" y="614"/>
                        <a:pt x="92" y="614"/>
                        <a:pt x="92" y="614"/>
                      </a:cubicBezTo>
                      <a:cubicBezTo>
                        <a:pt x="90" y="612"/>
                        <a:pt x="86" y="613"/>
                        <a:pt x="84" y="615"/>
                      </a:cubicBezTo>
                      <a:cubicBezTo>
                        <a:pt x="83" y="616"/>
                        <a:pt x="82" y="618"/>
                        <a:pt x="82" y="619"/>
                      </a:cubicBezTo>
                      <a:cubicBezTo>
                        <a:pt x="82" y="621"/>
                        <a:pt x="83" y="622"/>
                        <a:pt x="84" y="623"/>
                      </a:cubicBezTo>
                      <a:cubicBezTo>
                        <a:pt x="87" y="625"/>
                        <a:pt x="87" y="625"/>
                        <a:pt x="87" y="625"/>
                      </a:cubicBezTo>
                      <a:cubicBezTo>
                        <a:pt x="94" y="631"/>
                        <a:pt x="101" y="637"/>
                        <a:pt x="108" y="643"/>
                      </a:cubicBezTo>
                      <a:cubicBezTo>
                        <a:pt x="107" y="643"/>
                        <a:pt x="106" y="642"/>
                        <a:pt x="106" y="642"/>
                      </a:cubicBezTo>
                      <a:cubicBezTo>
                        <a:pt x="97" y="642"/>
                        <a:pt x="89" y="643"/>
                        <a:pt x="81" y="644"/>
                      </a:cubicBezTo>
                      <a:cubicBezTo>
                        <a:pt x="75" y="646"/>
                        <a:pt x="68" y="647"/>
                        <a:pt x="62" y="646"/>
                      </a:cubicBezTo>
                      <a:cubicBezTo>
                        <a:pt x="59" y="646"/>
                        <a:pt x="56" y="649"/>
                        <a:pt x="56" y="652"/>
                      </a:cubicBezTo>
                      <a:cubicBezTo>
                        <a:pt x="55" y="655"/>
                        <a:pt x="58" y="658"/>
                        <a:pt x="61" y="658"/>
                      </a:cubicBezTo>
                      <a:cubicBezTo>
                        <a:pt x="69" y="659"/>
                        <a:pt x="76" y="657"/>
                        <a:pt x="83" y="656"/>
                      </a:cubicBezTo>
                      <a:cubicBezTo>
                        <a:pt x="91" y="655"/>
                        <a:pt x="98" y="654"/>
                        <a:pt x="105" y="654"/>
                      </a:cubicBezTo>
                      <a:cubicBezTo>
                        <a:pt x="105" y="654"/>
                        <a:pt x="113" y="655"/>
                        <a:pt x="120" y="657"/>
                      </a:cubicBezTo>
                      <a:cubicBezTo>
                        <a:pt x="141" y="665"/>
                        <a:pt x="158" y="670"/>
                        <a:pt x="179" y="673"/>
                      </a:cubicBezTo>
                      <a:cubicBezTo>
                        <a:pt x="176" y="676"/>
                        <a:pt x="134" y="703"/>
                        <a:pt x="127" y="706"/>
                      </a:cubicBezTo>
                      <a:cubicBezTo>
                        <a:pt x="125" y="707"/>
                        <a:pt x="92" y="724"/>
                        <a:pt x="77" y="725"/>
                      </a:cubicBezTo>
                      <a:cubicBezTo>
                        <a:pt x="74" y="725"/>
                        <a:pt x="71" y="728"/>
                        <a:pt x="72" y="731"/>
                      </a:cubicBezTo>
                      <a:cubicBezTo>
                        <a:pt x="72" y="735"/>
                        <a:pt x="75" y="737"/>
                        <a:pt x="78" y="737"/>
                      </a:cubicBezTo>
                      <a:cubicBezTo>
                        <a:pt x="88" y="736"/>
                        <a:pt x="101" y="734"/>
                        <a:pt x="112" y="730"/>
                      </a:cubicBezTo>
                      <a:cubicBezTo>
                        <a:pt x="106" y="741"/>
                        <a:pt x="104" y="752"/>
                        <a:pt x="102" y="759"/>
                      </a:cubicBezTo>
                      <a:cubicBezTo>
                        <a:pt x="102" y="760"/>
                        <a:pt x="102" y="760"/>
                        <a:pt x="102" y="760"/>
                      </a:cubicBezTo>
                      <a:cubicBezTo>
                        <a:pt x="102" y="763"/>
                        <a:pt x="104" y="766"/>
                        <a:pt x="107" y="766"/>
                      </a:cubicBezTo>
                      <a:cubicBezTo>
                        <a:pt x="111" y="767"/>
                        <a:pt x="114" y="765"/>
                        <a:pt x="114" y="761"/>
                      </a:cubicBezTo>
                      <a:cubicBezTo>
                        <a:pt x="115" y="754"/>
                        <a:pt x="119" y="740"/>
                        <a:pt x="127" y="731"/>
                      </a:cubicBezTo>
                      <a:cubicBezTo>
                        <a:pt x="129" y="728"/>
                        <a:pt x="171" y="701"/>
                        <a:pt x="179" y="697"/>
                      </a:cubicBezTo>
                      <a:cubicBezTo>
                        <a:pt x="184" y="695"/>
                        <a:pt x="209" y="684"/>
                        <a:pt x="229" y="677"/>
                      </a:cubicBezTo>
                      <a:cubicBezTo>
                        <a:pt x="250" y="670"/>
                        <a:pt x="272" y="658"/>
                        <a:pt x="291" y="645"/>
                      </a:cubicBezTo>
                      <a:cubicBezTo>
                        <a:pt x="290" y="652"/>
                        <a:pt x="289" y="659"/>
                        <a:pt x="288" y="665"/>
                      </a:cubicBezTo>
                      <a:cubicBezTo>
                        <a:pt x="286" y="676"/>
                        <a:pt x="275" y="686"/>
                        <a:pt x="275" y="686"/>
                      </a:cubicBezTo>
                      <a:cubicBezTo>
                        <a:pt x="275" y="687"/>
                        <a:pt x="275" y="687"/>
                        <a:pt x="275" y="687"/>
                      </a:cubicBezTo>
                      <a:cubicBezTo>
                        <a:pt x="261" y="701"/>
                        <a:pt x="242" y="721"/>
                        <a:pt x="226" y="745"/>
                      </a:cubicBezTo>
                      <a:cubicBezTo>
                        <a:pt x="225" y="747"/>
                        <a:pt x="205" y="769"/>
                        <a:pt x="196" y="776"/>
                      </a:cubicBezTo>
                      <a:cubicBezTo>
                        <a:pt x="185" y="785"/>
                        <a:pt x="175" y="792"/>
                        <a:pt x="165" y="797"/>
                      </a:cubicBezTo>
                      <a:cubicBezTo>
                        <a:pt x="162" y="798"/>
                        <a:pt x="158" y="801"/>
                        <a:pt x="152" y="799"/>
                      </a:cubicBezTo>
                      <a:cubicBezTo>
                        <a:pt x="140" y="794"/>
                        <a:pt x="130" y="781"/>
                        <a:pt x="122" y="773"/>
                      </a:cubicBezTo>
                      <a:cubicBezTo>
                        <a:pt x="121" y="771"/>
                        <a:pt x="121" y="771"/>
                        <a:pt x="121" y="771"/>
                      </a:cubicBezTo>
                      <a:cubicBezTo>
                        <a:pt x="118" y="768"/>
                        <a:pt x="115" y="768"/>
                        <a:pt x="112" y="770"/>
                      </a:cubicBezTo>
                      <a:cubicBezTo>
                        <a:pt x="111" y="771"/>
                        <a:pt x="110" y="772"/>
                        <a:pt x="110" y="774"/>
                      </a:cubicBezTo>
                      <a:cubicBezTo>
                        <a:pt x="110" y="776"/>
                        <a:pt x="110" y="777"/>
                        <a:pt x="112" y="779"/>
                      </a:cubicBezTo>
                      <a:cubicBezTo>
                        <a:pt x="114" y="781"/>
                        <a:pt x="114" y="781"/>
                        <a:pt x="114" y="781"/>
                      </a:cubicBezTo>
                      <a:cubicBezTo>
                        <a:pt x="120" y="788"/>
                        <a:pt x="126" y="795"/>
                        <a:pt x="132" y="801"/>
                      </a:cubicBezTo>
                      <a:cubicBezTo>
                        <a:pt x="132" y="801"/>
                        <a:pt x="131" y="801"/>
                        <a:pt x="131" y="801"/>
                      </a:cubicBezTo>
                      <a:cubicBezTo>
                        <a:pt x="122" y="798"/>
                        <a:pt x="114" y="799"/>
                        <a:pt x="106" y="799"/>
                      </a:cubicBezTo>
                      <a:cubicBezTo>
                        <a:pt x="99" y="799"/>
                        <a:pt x="92" y="799"/>
                        <a:pt x="86" y="798"/>
                      </a:cubicBezTo>
                      <a:cubicBezTo>
                        <a:pt x="83" y="797"/>
                        <a:pt x="80" y="799"/>
                        <a:pt x="79" y="803"/>
                      </a:cubicBezTo>
                      <a:cubicBezTo>
                        <a:pt x="78" y="806"/>
                        <a:pt x="81" y="809"/>
                        <a:pt x="84" y="810"/>
                      </a:cubicBezTo>
                      <a:cubicBezTo>
                        <a:pt x="91" y="811"/>
                        <a:pt x="99" y="811"/>
                        <a:pt x="106" y="811"/>
                      </a:cubicBezTo>
                      <a:cubicBezTo>
                        <a:pt x="113" y="811"/>
                        <a:pt x="120" y="810"/>
                        <a:pt x="127" y="812"/>
                      </a:cubicBezTo>
                      <a:cubicBezTo>
                        <a:pt x="117" y="815"/>
                        <a:pt x="105" y="818"/>
                        <a:pt x="91" y="817"/>
                      </a:cubicBezTo>
                      <a:cubicBezTo>
                        <a:pt x="82" y="816"/>
                        <a:pt x="82" y="816"/>
                        <a:pt x="82" y="816"/>
                      </a:cubicBezTo>
                      <a:cubicBezTo>
                        <a:pt x="74" y="815"/>
                        <a:pt x="64" y="813"/>
                        <a:pt x="60" y="809"/>
                      </a:cubicBezTo>
                      <a:cubicBezTo>
                        <a:pt x="58" y="807"/>
                        <a:pt x="54" y="806"/>
                        <a:pt x="51" y="809"/>
                      </a:cubicBezTo>
                      <a:cubicBezTo>
                        <a:pt x="50" y="810"/>
                        <a:pt x="49" y="811"/>
                        <a:pt x="49" y="813"/>
                      </a:cubicBezTo>
                      <a:cubicBezTo>
                        <a:pt x="49" y="815"/>
                        <a:pt x="50" y="816"/>
                        <a:pt x="51" y="817"/>
                      </a:cubicBezTo>
                      <a:cubicBezTo>
                        <a:pt x="57" y="825"/>
                        <a:pt x="70" y="826"/>
                        <a:pt x="80" y="828"/>
                      </a:cubicBezTo>
                      <a:cubicBezTo>
                        <a:pt x="88" y="829"/>
                        <a:pt x="88" y="829"/>
                        <a:pt x="88" y="829"/>
                      </a:cubicBezTo>
                      <a:cubicBezTo>
                        <a:pt x="89" y="829"/>
                        <a:pt x="89" y="829"/>
                        <a:pt x="89" y="829"/>
                      </a:cubicBezTo>
                      <a:cubicBezTo>
                        <a:pt x="73" y="834"/>
                        <a:pt x="58" y="843"/>
                        <a:pt x="40" y="856"/>
                      </a:cubicBezTo>
                      <a:cubicBezTo>
                        <a:pt x="38" y="857"/>
                        <a:pt x="37" y="859"/>
                        <a:pt x="37" y="861"/>
                      </a:cubicBezTo>
                      <a:cubicBezTo>
                        <a:pt x="37" y="862"/>
                        <a:pt x="37" y="863"/>
                        <a:pt x="38" y="864"/>
                      </a:cubicBezTo>
                      <a:cubicBezTo>
                        <a:pt x="40" y="867"/>
                        <a:pt x="44" y="868"/>
                        <a:pt x="47" y="866"/>
                      </a:cubicBezTo>
                      <a:cubicBezTo>
                        <a:pt x="64" y="853"/>
                        <a:pt x="79" y="845"/>
                        <a:pt x="94" y="840"/>
                      </a:cubicBezTo>
                      <a:cubicBezTo>
                        <a:pt x="108" y="836"/>
                        <a:pt x="108" y="836"/>
                        <a:pt x="108" y="836"/>
                      </a:cubicBezTo>
                      <a:cubicBezTo>
                        <a:pt x="111" y="835"/>
                        <a:pt x="125" y="833"/>
                        <a:pt x="129" y="832"/>
                      </a:cubicBezTo>
                      <a:cubicBezTo>
                        <a:pt x="149" y="827"/>
                        <a:pt x="174" y="817"/>
                        <a:pt x="199" y="799"/>
                      </a:cubicBezTo>
                      <a:cubicBezTo>
                        <a:pt x="200" y="798"/>
                        <a:pt x="202" y="799"/>
                        <a:pt x="201" y="801"/>
                      </a:cubicBezTo>
                      <a:cubicBezTo>
                        <a:pt x="198" y="808"/>
                        <a:pt x="195" y="815"/>
                        <a:pt x="192" y="821"/>
                      </a:cubicBezTo>
                      <a:cubicBezTo>
                        <a:pt x="191" y="823"/>
                        <a:pt x="188" y="828"/>
                        <a:pt x="181" y="833"/>
                      </a:cubicBezTo>
                      <a:cubicBezTo>
                        <a:pt x="180" y="833"/>
                        <a:pt x="179" y="834"/>
                        <a:pt x="177" y="835"/>
                      </a:cubicBezTo>
                      <a:cubicBezTo>
                        <a:pt x="177" y="836"/>
                        <a:pt x="177" y="836"/>
                        <a:pt x="177" y="836"/>
                      </a:cubicBezTo>
                      <a:cubicBezTo>
                        <a:pt x="151" y="853"/>
                        <a:pt x="128" y="861"/>
                        <a:pt x="108" y="860"/>
                      </a:cubicBezTo>
                      <a:cubicBezTo>
                        <a:pt x="104" y="860"/>
                        <a:pt x="102" y="862"/>
                        <a:pt x="101" y="866"/>
                      </a:cubicBezTo>
                      <a:cubicBezTo>
                        <a:pt x="101" y="869"/>
                        <a:pt x="104" y="872"/>
                        <a:pt x="107" y="872"/>
                      </a:cubicBezTo>
                      <a:cubicBezTo>
                        <a:pt x="127" y="873"/>
                        <a:pt x="150" y="866"/>
                        <a:pt x="174" y="851"/>
                      </a:cubicBezTo>
                      <a:cubicBezTo>
                        <a:pt x="161" y="872"/>
                        <a:pt x="150" y="880"/>
                        <a:pt x="150" y="880"/>
                      </a:cubicBezTo>
                      <a:cubicBezTo>
                        <a:pt x="148" y="882"/>
                        <a:pt x="123" y="903"/>
                        <a:pt x="111" y="907"/>
                      </a:cubicBezTo>
                      <a:cubicBezTo>
                        <a:pt x="108" y="908"/>
                        <a:pt x="106" y="912"/>
                        <a:pt x="107" y="915"/>
                      </a:cubicBezTo>
                      <a:cubicBezTo>
                        <a:pt x="108" y="918"/>
                        <a:pt x="112" y="920"/>
                        <a:pt x="115" y="919"/>
                      </a:cubicBezTo>
                      <a:cubicBezTo>
                        <a:pt x="123" y="916"/>
                        <a:pt x="131" y="912"/>
                        <a:pt x="138" y="907"/>
                      </a:cubicBezTo>
                      <a:cubicBezTo>
                        <a:pt x="135" y="914"/>
                        <a:pt x="133" y="922"/>
                        <a:pt x="133" y="929"/>
                      </a:cubicBezTo>
                      <a:cubicBezTo>
                        <a:pt x="133" y="929"/>
                        <a:pt x="133" y="930"/>
                        <a:pt x="133" y="930"/>
                      </a:cubicBezTo>
                      <a:cubicBezTo>
                        <a:pt x="133" y="933"/>
                        <a:pt x="136" y="936"/>
                        <a:pt x="139" y="936"/>
                      </a:cubicBezTo>
                      <a:cubicBezTo>
                        <a:pt x="142" y="935"/>
                        <a:pt x="145" y="933"/>
                        <a:pt x="145" y="929"/>
                      </a:cubicBezTo>
                      <a:cubicBezTo>
                        <a:pt x="144" y="922"/>
                        <a:pt x="156" y="900"/>
                        <a:pt x="163" y="890"/>
                      </a:cubicBezTo>
                      <a:cubicBezTo>
                        <a:pt x="172" y="876"/>
                        <a:pt x="202" y="852"/>
                        <a:pt x="222" y="797"/>
                      </a:cubicBezTo>
                      <a:cubicBezTo>
                        <a:pt x="229" y="778"/>
                        <a:pt x="282" y="720"/>
                        <a:pt x="297" y="705"/>
                      </a:cubicBezTo>
                      <a:cubicBezTo>
                        <a:pt x="300" y="701"/>
                        <a:pt x="301" y="705"/>
                        <a:pt x="302" y="707"/>
                      </a:cubicBezTo>
                      <a:cubicBezTo>
                        <a:pt x="304" y="713"/>
                        <a:pt x="306" y="719"/>
                        <a:pt x="309" y="724"/>
                      </a:cubicBezTo>
                      <a:cubicBezTo>
                        <a:pt x="311" y="728"/>
                        <a:pt x="316" y="740"/>
                        <a:pt x="313" y="755"/>
                      </a:cubicBezTo>
                      <a:cubicBezTo>
                        <a:pt x="306" y="791"/>
                        <a:pt x="290" y="843"/>
                        <a:pt x="251" y="867"/>
                      </a:cubicBezTo>
                      <a:cubicBezTo>
                        <a:pt x="245" y="870"/>
                        <a:pt x="237" y="874"/>
                        <a:pt x="232" y="875"/>
                      </a:cubicBezTo>
                      <a:cubicBezTo>
                        <a:pt x="222" y="879"/>
                        <a:pt x="213" y="881"/>
                        <a:pt x="206" y="880"/>
                      </a:cubicBezTo>
                      <a:cubicBezTo>
                        <a:pt x="202" y="880"/>
                        <a:pt x="199" y="883"/>
                        <a:pt x="199" y="886"/>
                      </a:cubicBezTo>
                      <a:cubicBezTo>
                        <a:pt x="199" y="889"/>
                        <a:pt x="202" y="892"/>
                        <a:pt x="205" y="892"/>
                      </a:cubicBezTo>
                      <a:cubicBezTo>
                        <a:pt x="217" y="893"/>
                        <a:pt x="231" y="889"/>
                        <a:pt x="244" y="884"/>
                      </a:cubicBezTo>
                      <a:cubicBezTo>
                        <a:pt x="245" y="883"/>
                        <a:pt x="247" y="885"/>
                        <a:pt x="246" y="886"/>
                      </a:cubicBezTo>
                      <a:cubicBezTo>
                        <a:pt x="244" y="891"/>
                        <a:pt x="242" y="896"/>
                        <a:pt x="241" y="901"/>
                      </a:cubicBezTo>
                      <a:cubicBezTo>
                        <a:pt x="239" y="909"/>
                        <a:pt x="236" y="917"/>
                        <a:pt x="232" y="921"/>
                      </a:cubicBezTo>
                      <a:cubicBezTo>
                        <a:pt x="231" y="922"/>
                        <a:pt x="231" y="924"/>
                        <a:pt x="231" y="925"/>
                      </a:cubicBezTo>
                      <a:cubicBezTo>
                        <a:pt x="231" y="927"/>
                        <a:pt x="232" y="928"/>
                        <a:pt x="233" y="929"/>
                      </a:cubicBezTo>
                      <a:cubicBezTo>
                        <a:pt x="235" y="932"/>
                        <a:pt x="239" y="932"/>
                        <a:pt x="241" y="929"/>
                      </a:cubicBezTo>
                      <a:cubicBezTo>
                        <a:pt x="247" y="923"/>
                        <a:pt x="250" y="913"/>
                        <a:pt x="253" y="904"/>
                      </a:cubicBezTo>
                      <a:cubicBezTo>
                        <a:pt x="254" y="900"/>
                        <a:pt x="255" y="895"/>
                        <a:pt x="257" y="891"/>
                      </a:cubicBezTo>
                      <a:cubicBezTo>
                        <a:pt x="261" y="882"/>
                        <a:pt x="266" y="880"/>
                        <a:pt x="268" y="878"/>
                      </a:cubicBezTo>
                      <a:cubicBezTo>
                        <a:pt x="304" y="852"/>
                        <a:pt x="321" y="805"/>
                        <a:pt x="330" y="769"/>
                      </a:cubicBezTo>
                      <a:cubicBezTo>
                        <a:pt x="333" y="785"/>
                        <a:pt x="333" y="797"/>
                        <a:pt x="330" y="821"/>
                      </a:cubicBezTo>
                      <a:cubicBezTo>
                        <a:pt x="329" y="838"/>
                        <a:pt x="320" y="856"/>
                        <a:pt x="313" y="857"/>
                      </a:cubicBezTo>
                      <a:cubicBezTo>
                        <a:pt x="310" y="858"/>
                        <a:pt x="307" y="861"/>
                        <a:pt x="308" y="864"/>
                      </a:cubicBezTo>
                      <a:cubicBezTo>
                        <a:pt x="308" y="867"/>
                        <a:pt x="311" y="870"/>
                        <a:pt x="315" y="869"/>
                      </a:cubicBezTo>
                      <a:cubicBezTo>
                        <a:pt x="328" y="867"/>
                        <a:pt x="335" y="852"/>
                        <a:pt x="340" y="838"/>
                      </a:cubicBezTo>
                      <a:cubicBezTo>
                        <a:pt x="344" y="855"/>
                        <a:pt x="349" y="866"/>
                        <a:pt x="353" y="873"/>
                      </a:cubicBezTo>
                      <a:cubicBezTo>
                        <a:pt x="354" y="875"/>
                        <a:pt x="354" y="875"/>
                        <a:pt x="354" y="875"/>
                      </a:cubicBezTo>
                      <a:cubicBezTo>
                        <a:pt x="356" y="878"/>
                        <a:pt x="359" y="879"/>
                        <a:pt x="362" y="877"/>
                      </a:cubicBezTo>
                      <a:cubicBezTo>
                        <a:pt x="365" y="876"/>
                        <a:pt x="366" y="872"/>
                        <a:pt x="365" y="869"/>
                      </a:cubicBezTo>
                      <a:cubicBezTo>
                        <a:pt x="364" y="867"/>
                        <a:pt x="364" y="867"/>
                        <a:pt x="364" y="867"/>
                      </a:cubicBezTo>
                      <a:cubicBezTo>
                        <a:pt x="361" y="862"/>
                        <a:pt x="356" y="853"/>
                        <a:pt x="353" y="841"/>
                      </a:cubicBezTo>
                      <a:cubicBezTo>
                        <a:pt x="349" y="822"/>
                        <a:pt x="351" y="811"/>
                        <a:pt x="352" y="806"/>
                      </a:cubicBezTo>
                      <a:cubicBezTo>
                        <a:pt x="353" y="790"/>
                        <a:pt x="350" y="777"/>
                        <a:pt x="348" y="766"/>
                      </a:cubicBezTo>
                      <a:cubicBezTo>
                        <a:pt x="359" y="775"/>
                        <a:pt x="379" y="781"/>
                        <a:pt x="388" y="791"/>
                      </a:cubicBezTo>
                      <a:cubicBezTo>
                        <a:pt x="398" y="801"/>
                        <a:pt x="405" y="812"/>
                        <a:pt x="410" y="822"/>
                      </a:cubicBezTo>
                      <a:cubicBezTo>
                        <a:pt x="411" y="825"/>
                        <a:pt x="415" y="827"/>
                        <a:pt x="418" y="825"/>
                      </a:cubicBezTo>
                      <a:cubicBezTo>
                        <a:pt x="420" y="824"/>
                        <a:pt x="421" y="822"/>
                        <a:pt x="421" y="820"/>
                      </a:cubicBezTo>
                      <a:cubicBezTo>
                        <a:pt x="421" y="819"/>
                        <a:pt x="421" y="818"/>
                        <a:pt x="421" y="817"/>
                      </a:cubicBezTo>
                      <a:cubicBezTo>
                        <a:pt x="416" y="808"/>
                        <a:pt x="410" y="797"/>
                        <a:pt x="402" y="788"/>
                      </a:cubicBezTo>
                      <a:cubicBezTo>
                        <a:pt x="410" y="790"/>
                        <a:pt x="417" y="791"/>
                        <a:pt x="425" y="791"/>
                      </a:cubicBezTo>
                      <a:cubicBezTo>
                        <a:pt x="428" y="791"/>
                        <a:pt x="431" y="788"/>
                        <a:pt x="431" y="785"/>
                      </a:cubicBezTo>
                      <a:cubicBezTo>
                        <a:pt x="430" y="781"/>
                        <a:pt x="428" y="779"/>
                        <a:pt x="424" y="779"/>
                      </a:cubicBezTo>
                      <a:cubicBezTo>
                        <a:pt x="415" y="779"/>
                        <a:pt x="393" y="772"/>
                        <a:pt x="392" y="772"/>
                      </a:cubicBezTo>
                      <a:cubicBezTo>
                        <a:pt x="380" y="767"/>
                        <a:pt x="369" y="758"/>
                        <a:pt x="358" y="747"/>
                      </a:cubicBezTo>
                      <a:cubicBezTo>
                        <a:pt x="354" y="744"/>
                        <a:pt x="334" y="719"/>
                        <a:pt x="327" y="690"/>
                      </a:cubicBezTo>
                      <a:cubicBezTo>
                        <a:pt x="327" y="690"/>
                        <a:pt x="322" y="677"/>
                        <a:pt x="325" y="661"/>
                      </a:cubicBezTo>
                      <a:cubicBezTo>
                        <a:pt x="329" y="638"/>
                        <a:pt x="335" y="613"/>
                        <a:pt x="342" y="585"/>
                      </a:cubicBezTo>
                      <a:cubicBezTo>
                        <a:pt x="354" y="606"/>
                        <a:pt x="366" y="624"/>
                        <a:pt x="371" y="633"/>
                      </a:cubicBezTo>
                      <a:cubicBezTo>
                        <a:pt x="380" y="648"/>
                        <a:pt x="392" y="672"/>
                        <a:pt x="384" y="688"/>
                      </a:cubicBezTo>
                      <a:cubicBezTo>
                        <a:pt x="382" y="691"/>
                        <a:pt x="383" y="694"/>
                        <a:pt x="386" y="696"/>
                      </a:cubicBezTo>
                      <a:cubicBezTo>
                        <a:pt x="389" y="698"/>
                        <a:pt x="392" y="697"/>
                        <a:pt x="394" y="694"/>
                      </a:cubicBezTo>
                      <a:cubicBezTo>
                        <a:pt x="398" y="688"/>
                        <a:pt x="399" y="681"/>
                        <a:pt x="399" y="674"/>
                      </a:cubicBezTo>
                      <a:cubicBezTo>
                        <a:pt x="399" y="667"/>
                        <a:pt x="393" y="644"/>
                        <a:pt x="394" y="644"/>
                      </a:cubicBezTo>
                      <a:cubicBezTo>
                        <a:pt x="394" y="644"/>
                        <a:pt x="413" y="660"/>
                        <a:pt x="418" y="665"/>
                      </a:cubicBezTo>
                      <a:cubicBezTo>
                        <a:pt x="420" y="668"/>
                        <a:pt x="424" y="668"/>
                        <a:pt x="426" y="666"/>
                      </a:cubicBezTo>
                      <a:cubicBezTo>
                        <a:pt x="429" y="664"/>
                        <a:pt x="429" y="660"/>
                        <a:pt x="427" y="658"/>
                      </a:cubicBezTo>
                      <a:cubicBezTo>
                        <a:pt x="425" y="655"/>
                        <a:pt x="418" y="649"/>
                        <a:pt x="416" y="646"/>
                      </a:cubicBezTo>
                      <a:cubicBezTo>
                        <a:pt x="413" y="643"/>
                        <a:pt x="388" y="613"/>
                        <a:pt x="384" y="607"/>
                      </a:cubicBezTo>
                      <a:cubicBezTo>
                        <a:pt x="383" y="605"/>
                        <a:pt x="385" y="603"/>
                        <a:pt x="387" y="604"/>
                      </a:cubicBezTo>
                      <a:cubicBezTo>
                        <a:pt x="397" y="608"/>
                        <a:pt x="408" y="611"/>
                        <a:pt x="419" y="612"/>
                      </a:cubicBezTo>
                      <a:cubicBezTo>
                        <a:pt x="424" y="612"/>
                        <a:pt x="429" y="610"/>
                        <a:pt x="430" y="604"/>
                      </a:cubicBezTo>
                      <a:cubicBezTo>
                        <a:pt x="430" y="599"/>
                        <a:pt x="426" y="597"/>
                        <a:pt x="420" y="596"/>
                      </a:cubicBezTo>
                      <a:cubicBezTo>
                        <a:pt x="406" y="595"/>
                        <a:pt x="393" y="589"/>
                        <a:pt x="378" y="583"/>
                      </a:cubicBezTo>
                      <a:cubicBezTo>
                        <a:pt x="378" y="583"/>
                        <a:pt x="365" y="577"/>
                        <a:pt x="362" y="567"/>
                      </a:cubicBezTo>
                      <a:cubicBezTo>
                        <a:pt x="359" y="559"/>
                        <a:pt x="353" y="545"/>
                        <a:pt x="358" y="525"/>
                      </a:cubicBezTo>
                      <a:cubicBezTo>
                        <a:pt x="395" y="391"/>
                        <a:pt x="483" y="294"/>
                        <a:pt x="529" y="231"/>
                      </a:cubicBezTo>
                      <a:cubicBezTo>
                        <a:pt x="534" y="225"/>
                        <a:pt x="538" y="217"/>
                        <a:pt x="542" y="211"/>
                      </a:cubicBezTo>
                      <a:cubicBezTo>
                        <a:pt x="545" y="206"/>
                        <a:pt x="552" y="206"/>
                        <a:pt x="556" y="211"/>
                      </a:cubicBezTo>
                      <a:cubicBezTo>
                        <a:pt x="560" y="217"/>
                        <a:pt x="572" y="232"/>
                        <a:pt x="578" y="237"/>
                      </a:cubicBezTo>
                      <a:cubicBezTo>
                        <a:pt x="599" y="259"/>
                        <a:pt x="624" y="284"/>
                        <a:pt x="656" y="316"/>
                      </a:cubicBezTo>
                      <a:cubicBezTo>
                        <a:pt x="700" y="360"/>
                        <a:pt x="749" y="397"/>
                        <a:pt x="780" y="451"/>
                      </a:cubicBezTo>
                      <a:cubicBezTo>
                        <a:pt x="810" y="504"/>
                        <a:pt x="833" y="548"/>
                        <a:pt x="847" y="601"/>
                      </a:cubicBezTo>
                      <a:cubicBezTo>
                        <a:pt x="851" y="617"/>
                        <a:pt x="859" y="650"/>
                        <a:pt x="853" y="674"/>
                      </a:cubicBezTo>
                      <a:cubicBezTo>
                        <a:pt x="846" y="695"/>
                        <a:pt x="831" y="722"/>
                        <a:pt x="811" y="731"/>
                      </a:cubicBezTo>
                      <a:cubicBezTo>
                        <a:pt x="796" y="737"/>
                        <a:pt x="777" y="745"/>
                        <a:pt x="768" y="744"/>
                      </a:cubicBezTo>
                      <a:cubicBezTo>
                        <a:pt x="765" y="744"/>
                        <a:pt x="762" y="746"/>
                        <a:pt x="762" y="749"/>
                      </a:cubicBezTo>
                      <a:cubicBezTo>
                        <a:pt x="762" y="753"/>
                        <a:pt x="764" y="756"/>
                        <a:pt x="767" y="756"/>
                      </a:cubicBezTo>
                      <a:cubicBezTo>
                        <a:pt x="776" y="756"/>
                        <a:pt x="788" y="753"/>
                        <a:pt x="801" y="748"/>
                      </a:cubicBezTo>
                      <a:cubicBezTo>
                        <a:pt x="788" y="760"/>
                        <a:pt x="775" y="774"/>
                        <a:pt x="770" y="782"/>
                      </a:cubicBezTo>
                      <a:cubicBezTo>
                        <a:pt x="770" y="783"/>
                        <a:pt x="770" y="784"/>
                        <a:pt x="770" y="785"/>
                      </a:cubicBezTo>
                      <a:cubicBezTo>
                        <a:pt x="770" y="787"/>
                        <a:pt x="771" y="789"/>
                        <a:pt x="773" y="790"/>
                      </a:cubicBezTo>
                      <a:cubicBezTo>
                        <a:pt x="776" y="792"/>
                        <a:pt x="780" y="791"/>
                        <a:pt x="781" y="788"/>
                      </a:cubicBezTo>
                      <a:cubicBezTo>
                        <a:pt x="785" y="781"/>
                        <a:pt x="796" y="769"/>
                        <a:pt x="808" y="758"/>
                      </a:cubicBezTo>
                      <a:cubicBezTo>
                        <a:pt x="804" y="767"/>
                        <a:pt x="790" y="809"/>
                        <a:pt x="768" y="830"/>
                      </a:cubicBezTo>
                      <a:cubicBezTo>
                        <a:pt x="766" y="831"/>
                        <a:pt x="766" y="831"/>
                        <a:pt x="766" y="831"/>
                      </a:cubicBezTo>
                      <a:cubicBezTo>
                        <a:pt x="765" y="833"/>
                        <a:pt x="764" y="835"/>
                        <a:pt x="766" y="837"/>
                      </a:cubicBezTo>
                      <a:cubicBezTo>
                        <a:pt x="767" y="839"/>
                        <a:pt x="770" y="839"/>
                        <a:pt x="772" y="837"/>
                      </a:cubicBezTo>
                      <a:cubicBezTo>
                        <a:pt x="773" y="836"/>
                        <a:pt x="773" y="836"/>
                        <a:pt x="773" y="836"/>
                      </a:cubicBezTo>
                      <a:cubicBezTo>
                        <a:pt x="780" y="830"/>
                        <a:pt x="790" y="821"/>
                        <a:pt x="801" y="804"/>
                      </a:cubicBezTo>
                      <a:cubicBezTo>
                        <a:pt x="801" y="804"/>
                        <a:pt x="802" y="805"/>
                        <a:pt x="802" y="805"/>
                      </a:cubicBezTo>
                      <a:cubicBezTo>
                        <a:pt x="802" y="806"/>
                        <a:pt x="802" y="807"/>
                        <a:pt x="802" y="808"/>
                      </a:cubicBezTo>
                      <a:cubicBezTo>
                        <a:pt x="802" y="811"/>
                        <a:pt x="802" y="815"/>
                        <a:pt x="802" y="818"/>
                      </a:cubicBezTo>
                      <a:cubicBezTo>
                        <a:pt x="802" y="830"/>
                        <a:pt x="803" y="842"/>
                        <a:pt x="812" y="847"/>
                      </a:cubicBezTo>
                      <a:cubicBezTo>
                        <a:pt x="814" y="848"/>
                        <a:pt x="817" y="848"/>
                        <a:pt x="818" y="846"/>
                      </a:cubicBezTo>
                      <a:cubicBezTo>
                        <a:pt x="819" y="844"/>
                        <a:pt x="818" y="841"/>
                        <a:pt x="816" y="840"/>
                      </a:cubicBezTo>
                      <a:cubicBezTo>
                        <a:pt x="809" y="836"/>
                        <a:pt x="814" y="801"/>
                        <a:pt x="815" y="798"/>
                      </a:cubicBezTo>
                      <a:cubicBezTo>
                        <a:pt x="822" y="775"/>
                        <a:pt x="826" y="764"/>
                        <a:pt x="834" y="751"/>
                      </a:cubicBezTo>
                      <a:cubicBezTo>
                        <a:pt x="831" y="771"/>
                        <a:pt x="830" y="797"/>
                        <a:pt x="833" y="822"/>
                      </a:cubicBezTo>
                      <a:cubicBezTo>
                        <a:pt x="834" y="826"/>
                        <a:pt x="840" y="875"/>
                        <a:pt x="843" y="883"/>
                      </a:cubicBezTo>
                      <a:cubicBezTo>
                        <a:pt x="843" y="885"/>
                        <a:pt x="847" y="887"/>
                        <a:pt x="849" y="886"/>
                      </a:cubicBezTo>
                      <a:cubicBezTo>
                        <a:pt x="850" y="886"/>
                        <a:pt x="852" y="883"/>
                        <a:pt x="852" y="882"/>
                      </a:cubicBezTo>
                      <a:cubicBezTo>
                        <a:pt x="852" y="881"/>
                        <a:pt x="852" y="881"/>
                        <a:pt x="852" y="880"/>
                      </a:cubicBezTo>
                      <a:cubicBezTo>
                        <a:pt x="851" y="878"/>
                        <a:pt x="849" y="855"/>
                        <a:pt x="847" y="841"/>
                      </a:cubicBezTo>
                      <a:cubicBezTo>
                        <a:pt x="847" y="837"/>
                        <a:pt x="851" y="838"/>
                        <a:pt x="854" y="841"/>
                      </a:cubicBezTo>
                      <a:cubicBezTo>
                        <a:pt x="864" y="851"/>
                        <a:pt x="876" y="862"/>
                        <a:pt x="887" y="866"/>
                      </a:cubicBezTo>
                      <a:cubicBezTo>
                        <a:pt x="889" y="867"/>
                        <a:pt x="895" y="868"/>
                        <a:pt x="896" y="862"/>
                      </a:cubicBezTo>
                      <a:cubicBezTo>
                        <a:pt x="898" y="857"/>
                        <a:pt x="894" y="855"/>
                        <a:pt x="892" y="854"/>
                      </a:cubicBezTo>
                      <a:cubicBezTo>
                        <a:pt x="885" y="852"/>
                        <a:pt x="877" y="847"/>
                        <a:pt x="871" y="841"/>
                      </a:cubicBezTo>
                      <a:cubicBezTo>
                        <a:pt x="864" y="836"/>
                        <a:pt x="853" y="822"/>
                        <a:pt x="852" y="803"/>
                      </a:cubicBezTo>
                      <a:cubicBezTo>
                        <a:pt x="850" y="773"/>
                        <a:pt x="858" y="745"/>
                        <a:pt x="865" y="732"/>
                      </a:cubicBezTo>
                      <a:cubicBezTo>
                        <a:pt x="874" y="717"/>
                        <a:pt x="877" y="702"/>
                        <a:pt x="882" y="689"/>
                      </a:cubicBezTo>
                      <a:cubicBezTo>
                        <a:pt x="883" y="691"/>
                        <a:pt x="884" y="692"/>
                        <a:pt x="885" y="693"/>
                      </a:cubicBezTo>
                      <a:cubicBezTo>
                        <a:pt x="898" y="710"/>
                        <a:pt x="910" y="725"/>
                        <a:pt x="923" y="749"/>
                      </a:cubicBezTo>
                      <a:cubicBezTo>
                        <a:pt x="942" y="778"/>
                        <a:pt x="960" y="826"/>
                        <a:pt x="970" y="852"/>
                      </a:cubicBezTo>
                      <a:cubicBezTo>
                        <a:pt x="972" y="855"/>
                        <a:pt x="982" y="893"/>
                        <a:pt x="978" y="902"/>
                      </a:cubicBezTo>
                      <a:cubicBezTo>
                        <a:pt x="977" y="904"/>
                        <a:pt x="977" y="906"/>
                        <a:pt x="979" y="907"/>
                      </a:cubicBezTo>
                      <a:cubicBezTo>
                        <a:pt x="981" y="908"/>
                        <a:pt x="984" y="907"/>
                        <a:pt x="985" y="905"/>
                      </a:cubicBezTo>
                      <a:cubicBezTo>
                        <a:pt x="987" y="900"/>
                        <a:pt x="988" y="892"/>
                        <a:pt x="988" y="884"/>
                      </a:cubicBezTo>
                      <a:cubicBezTo>
                        <a:pt x="988" y="881"/>
                        <a:pt x="988" y="878"/>
                        <a:pt x="988" y="875"/>
                      </a:cubicBezTo>
                      <a:cubicBezTo>
                        <a:pt x="994" y="885"/>
                        <a:pt x="1001" y="894"/>
                        <a:pt x="1009" y="901"/>
                      </a:cubicBezTo>
                      <a:cubicBezTo>
                        <a:pt x="1010" y="902"/>
                        <a:pt x="1013" y="902"/>
                        <a:pt x="1014" y="901"/>
                      </a:cubicBezTo>
                      <a:cubicBezTo>
                        <a:pt x="1016" y="899"/>
                        <a:pt x="1016" y="897"/>
                        <a:pt x="1014" y="895"/>
                      </a:cubicBezTo>
                      <a:cubicBezTo>
                        <a:pt x="1002" y="885"/>
                        <a:pt x="992" y="862"/>
                        <a:pt x="984" y="847"/>
                      </a:cubicBezTo>
                      <a:cubicBezTo>
                        <a:pt x="986" y="845"/>
                        <a:pt x="1022" y="866"/>
                        <a:pt x="1022" y="881"/>
                      </a:cubicBezTo>
                      <a:cubicBezTo>
                        <a:pt x="1022" y="883"/>
                        <a:pt x="1024" y="885"/>
                        <a:pt x="1026" y="885"/>
                      </a:cubicBezTo>
                      <a:cubicBezTo>
                        <a:pt x="1028" y="885"/>
                        <a:pt x="1030" y="884"/>
                        <a:pt x="1030" y="881"/>
                      </a:cubicBezTo>
                      <a:cubicBezTo>
                        <a:pt x="1031" y="874"/>
                        <a:pt x="1026" y="867"/>
                        <a:pt x="1021" y="862"/>
                      </a:cubicBezTo>
                      <a:cubicBezTo>
                        <a:pt x="1025" y="862"/>
                        <a:pt x="1028" y="862"/>
                        <a:pt x="1033" y="862"/>
                      </a:cubicBezTo>
                      <a:cubicBezTo>
                        <a:pt x="1034" y="863"/>
                        <a:pt x="1034" y="863"/>
                        <a:pt x="1034" y="863"/>
                      </a:cubicBezTo>
                      <a:cubicBezTo>
                        <a:pt x="1036" y="863"/>
                        <a:pt x="1038" y="861"/>
                        <a:pt x="1038" y="859"/>
                      </a:cubicBezTo>
                      <a:cubicBezTo>
                        <a:pt x="1038" y="857"/>
                        <a:pt x="1037" y="855"/>
                        <a:pt x="1035" y="855"/>
                      </a:cubicBezTo>
                      <a:cubicBezTo>
                        <a:pt x="1033" y="854"/>
                        <a:pt x="1033" y="854"/>
                        <a:pt x="1033" y="854"/>
                      </a:cubicBezTo>
                      <a:cubicBezTo>
                        <a:pt x="1018" y="854"/>
                        <a:pt x="1004" y="842"/>
                        <a:pt x="994" y="835"/>
                      </a:cubicBezTo>
                      <a:cubicBezTo>
                        <a:pt x="983" y="828"/>
                        <a:pt x="971" y="805"/>
                        <a:pt x="968" y="794"/>
                      </a:cubicBezTo>
                      <a:cubicBezTo>
                        <a:pt x="984" y="814"/>
                        <a:pt x="1010" y="818"/>
                        <a:pt x="1020" y="823"/>
                      </a:cubicBezTo>
                      <a:cubicBezTo>
                        <a:pt x="1023" y="824"/>
                        <a:pt x="1025" y="825"/>
                        <a:pt x="1028" y="826"/>
                      </a:cubicBezTo>
                      <a:cubicBezTo>
                        <a:pt x="1041" y="831"/>
                        <a:pt x="1041" y="831"/>
                        <a:pt x="1041" y="831"/>
                      </a:cubicBezTo>
                      <a:cubicBezTo>
                        <a:pt x="1051" y="836"/>
                        <a:pt x="1055" y="841"/>
                        <a:pt x="1059" y="847"/>
                      </a:cubicBezTo>
                      <a:cubicBezTo>
                        <a:pt x="1063" y="851"/>
                        <a:pt x="1066" y="855"/>
                        <a:pt x="1072" y="860"/>
                      </a:cubicBezTo>
                      <a:cubicBezTo>
                        <a:pt x="1073" y="862"/>
                        <a:pt x="1076" y="862"/>
                        <a:pt x="1077" y="860"/>
                      </a:cubicBezTo>
                      <a:cubicBezTo>
                        <a:pt x="1078" y="859"/>
                        <a:pt x="1078" y="858"/>
                        <a:pt x="1078" y="857"/>
                      </a:cubicBezTo>
                      <a:cubicBezTo>
                        <a:pt x="1078" y="856"/>
                        <a:pt x="1078" y="855"/>
                        <a:pt x="1077" y="854"/>
                      </a:cubicBezTo>
                      <a:cubicBezTo>
                        <a:pt x="1072" y="850"/>
                        <a:pt x="1069" y="846"/>
                        <a:pt x="1066" y="842"/>
                      </a:cubicBezTo>
                      <a:cubicBezTo>
                        <a:pt x="1061" y="835"/>
                        <a:pt x="1056" y="829"/>
                        <a:pt x="1045" y="824"/>
                      </a:cubicBezTo>
                      <a:cubicBezTo>
                        <a:pt x="1045" y="824"/>
                        <a:pt x="1040" y="822"/>
                        <a:pt x="1036" y="821"/>
                      </a:cubicBezTo>
                      <a:cubicBezTo>
                        <a:pt x="1040" y="821"/>
                        <a:pt x="1044" y="821"/>
                        <a:pt x="1047" y="821"/>
                      </a:cubicBezTo>
                      <a:cubicBezTo>
                        <a:pt x="1055" y="820"/>
                        <a:pt x="1055" y="820"/>
                        <a:pt x="1055" y="820"/>
                      </a:cubicBezTo>
                      <a:cubicBezTo>
                        <a:pt x="1065" y="820"/>
                        <a:pt x="1077" y="820"/>
                        <a:pt x="1084" y="814"/>
                      </a:cubicBezTo>
                      <a:cubicBezTo>
                        <a:pt x="1086" y="812"/>
                        <a:pt x="1086" y="810"/>
                        <a:pt x="1084" y="808"/>
                      </a:cubicBezTo>
                      <a:cubicBezTo>
                        <a:pt x="1083" y="806"/>
                        <a:pt x="1080" y="806"/>
                        <a:pt x="1079" y="808"/>
                      </a:cubicBezTo>
                      <a:cubicBezTo>
                        <a:pt x="1074" y="812"/>
                        <a:pt x="1063" y="812"/>
                        <a:pt x="1055" y="812"/>
                      </a:cubicBezTo>
                      <a:cubicBezTo>
                        <a:pt x="1046" y="813"/>
                        <a:pt x="1046" y="813"/>
                        <a:pt x="1046" y="813"/>
                      </a:cubicBezTo>
                      <a:cubicBezTo>
                        <a:pt x="1041" y="813"/>
                        <a:pt x="1007" y="807"/>
                        <a:pt x="981" y="783"/>
                      </a:cubicBezTo>
                      <a:cubicBezTo>
                        <a:pt x="973" y="775"/>
                        <a:pt x="952" y="743"/>
                        <a:pt x="951" y="741"/>
                      </a:cubicBezTo>
                      <a:cubicBezTo>
                        <a:pt x="937" y="715"/>
                        <a:pt x="923" y="699"/>
                        <a:pt x="912" y="682"/>
                      </a:cubicBezTo>
                      <a:cubicBezTo>
                        <a:pt x="907" y="674"/>
                        <a:pt x="902" y="660"/>
                        <a:pt x="899" y="650"/>
                      </a:cubicBezTo>
                      <a:cubicBezTo>
                        <a:pt x="886" y="584"/>
                        <a:pt x="862" y="510"/>
                        <a:pt x="821" y="437"/>
                      </a:cubicBezTo>
                      <a:cubicBezTo>
                        <a:pt x="803" y="406"/>
                        <a:pt x="782" y="376"/>
                        <a:pt x="759" y="347"/>
                      </a:cubicBezTo>
                      <a:cubicBezTo>
                        <a:pt x="756" y="345"/>
                        <a:pt x="756" y="339"/>
                        <a:pt x="760" y="340"/>
                      </a:cubicBezTo>
                      <a:cubicBezTo>
                        <a:pt x="767" y="340"/>
                        <a:pt x="791" y="342"/>
                        <a:pt x="807" y="350"/>
                      </a:cubicBezTo>
                      <a:cubicBezTo>
                        <a:pt x="825" y="360"/>
                        <a:pt x="846" y="377"/>
                        <a:pt x="857" y="389"/>
                      </a:cubicBezTo>
                      <a:cubicBezTo>
                        <a:pt x="864" y="397"/>
                        <a:pt x="917" y="449"/>
                        <a:pt x="929" y="477"/>
                      </a:cubicBezTo>
                      <a:cubicBezTo>
                        <a:pt x="933" y="487"/>
                        <a:pt x="937" y="504"/>
                        <a:pt x="936" y="517"/>
                      </a:cubicBezTo>
                      <a:cubicBezTo>
                        <a:pt x="936" y="522"/>
                        <a:pt x="933" y="532"/>
                        <a:pt x="930" y="535"/>
                      </a:cubicBezTo>
                      <a:cubicBezTo>
                        <a:pt x="928" y="538"/>
                        <a:pt x="925" y="541"/>
                        <a:pt x="921" y="542"/>
                      </a:cubicBezTo>
                      <a:cubicBezTo>
                        <a:pt x="919" y="543"/>
                        <a:pt x="918" y="545"/>
                        <a:pt x="919" y="547"/>
                      </a:cubicBezTo>
                      <a:cubicBezTo>
                        <a:pt x="919" y="549"/>
                        <a:pt x="922" y="550"/>
                        <a:pt x="924" y="550"/>
                      </a:cubicBezTo>
                      <a:cubicBezTo>
                        <a:pt x="929" y="548"/>
                        <a:pt x="933" y="544"/>
                        <a:pt x="936" y="540"/>
                      </a:cubicBezTo>
                      <a:cubicBezTo>
                        <a:pt x="937" y="539"/>
                        <a:pt x="938" y="538"/>
                        <a:pt x="939" y="537"/>
                      </a:cubicBezTo>
                      <a:cubicBezTo>
                        <a:pt x="940" y="537"/>
                        <a:pt x="941" y="537"/>
                        <a:pt x="941" y="537"/>
                      </a:cubicBezTo>
                      <a:cubicBezTo>
                        <a:pt x="944" y="542"/>
                        <a:pt x="946" y="548"/>
                        <a:pt x="953" y="550"/>
                      </a:cubicBezTo>
                      <a:cubicBezTo>
                        <a:pt x="955" y="550"/>
                        <a:pt x="958" y="549"/>
                        <a:pt x="958" y="547"/>
                      </a:cubicBezTo>
                      <a:cubicBezTo>
                        <a:pt x="959" y="545"/>
                        <a:pt x="958" y="543"/>
                        <a:pt x="955" y="542"/>
                      </a:cubicBezTo>
                      <a:cubicBezTo>
                        <a:pt x="952" y="541"/>
                        <a:pt x="946" y="530"/>
                        <a:pt x="947" y="523"/>
                      </a:cubicBezTo>
                      <a:cubicBezTo>
                        <a:pt x="948" y="518"/>
                        <a:pt x="949" y="512"/>
                        <a:pt x="949" y="506"/>
                      </a:cubicBezTo>
                      <a:cubicBezTo>
                        <a:pt x="949" y="499"/>
                        <a:pt x="948" y="492"/>
                        <a:pt x="947" y="485"/>
                      </a:cubicBezTo>
                      <a:cubicBezTo>
                        <a:pt x="955" y="490"/>
                        <a:pt x="963" y="493"/>
                        <a:pt x="970" y="496"/>
                      </a:cubicBezTo>
                      <a:cubicBezTo>
                        <a:pt x="970" y="496"/>
                        <a:pt x="978" y="499"/>
                        <a:pt x="984" y="503"/>
                      </a:cubicBezTo>
                      <a:cubicBezTo>
                        <a:pt x="989" y="508"/>
                        <a:pt x="992" y="517"/>
                        <a:pt x="995" y="523"/>
                      </a:cubicBezTo>
                      <a:cubicBezTo>
                        <a:pt x="996" y="525"/>
                        <a:pt x="996" y="525"/>
                        <a:pt x="996" y="525"/>
                      </a:cubicBezTo>
                      <a:cubicBezTo>
                        <a:pt x="997" y="527"/>
                        <a:pt x="999" y="528"/>
                        <a:pt x="1001" y="527"/>
                      </a:cubicBezTo>
                      <a:cubicBezTo>
                        <a:pt x="1003" y="526"/>
                        <a:pt x="1004" y="525"/>
                        <a:pt x="1004" y="523"/>
                      </a:cubicBezTo>
                      <a:cubicBezTo>
                        <a:pt x="1004" y="523"/>
                        <a:pt x="1004" y="522"/>
                        <a:pt x="1003" y="522"/>
                      </a:cubicBezTo>
                      <a:cubicBezTo>
                        <a:pt x="1003" y="520"/>
                        <a:pt x="1003" y="520"/>
                        <a:pt x="1003" y="520"/>
                      </a:cubicBezTo>
                      <a:cubicBezTo>
                        <a:pt x="1000" y="514"/>
                        <a:pt x="996" y="505"/>
                        <a:pt x="991" y="499"/>
                      </a:cubicBezTo>
                      <a:cubicBezTo>
                        <a:pt x="995" y="499"/>
                        <a:pt x="999" y="498"/>
                        <a:pt x="1003" y="497"/>
                      </a:cubicBezTo>
                      <a:cubicBezTo>
                        <a:pt x="1007" y="497"/>
                        <a:pt x="1007" y="497"/>
                        <a:pt x="1007" y="497"/>
                      </a:cubicBezTo>
                      <a:cubicBezTo>
                        <a:pt x="1009" y="496"/>
                        <a:pt x="1010" y="494"/>
                        <a:pt x="1010" y="493"/>
                      </a:cubicBezTo>
                      <a:cubicBezTo>
                        <a:pt x="1010" y="492"/>
                        <a:pt x="1010" y="492"/>
                        <a:pt x="1010" y="492"/>
                      </a:cubicBezTo>
                      <a:cubicBezTo>
                        <a:pt x="1010" y="490"/>
                        <a:pt x="1008" y="488"/>
                        <a:pt x="1006" y="489"/>
                      </a:cubicBezTo>
                      <a:cubicBezTo>
                        <a:pt x="1001" y="489"/>
                        <a:pt x="1001" y="489"/>
                        <a:pt x="1001" y="489"/>
                      </a:cubicBezTo>
                      <a:cubicBezTo>
                        <a:pt x="997" y="490"/>
                        <a:pt x="993" y="492"/>
                        <a:pt x="988" y="490"/>
                      </a:cubicBezTo>
                      <a:cubicBezTo>
                        <a:pt x="975" y="485"/>
                        <a:pt x="975" y="485"/>
                        <a:pt x="975" y="485"/>
                      </a:cubicBezTo>
                      <a:cubicBezTo>
                        <a:pt x="969" y="482"/>
                        <a:pt x="963" y="480"/>
                        <a:pt x="958" y="478"/>
                      </a:cubicBezTo>
                      <a:cubicBezTo>
                        <a:pt x="954" y="475"/>
                        <a:pt x="947" y="469"/>
                        <a:pt x="943" y="460"/>
                      </a:cubicBezTo>
                      <a:cubicBezTo>
                        <a:pt x="936" y="446"/>
                        <a:pt x="928" y="434"/>
                        <a:pt x="920" y="423"/>
                      </a:cubicBezTo>
                      <a:cubicBezTo>
                        <a:pt x="919" y="421"/>
                        <a:pt x="921" y="420"/>
                        <a:pt x="923" y="421"/>
                      </a:cubicBezTo>
                      <a:cubicBezTo>
                        <a:pt x="924" y="421"/>
                        <a:pt x="926" y="422"/>
                        <a:pt x="927" y="422"/>
                      </a:cubicBezTo>
                      <a:cubicBezTo>
                        <a:pt x="949" y="429"/>
                        <a:pt x="954" y="429"/>
                        <a:pt x="967" y="433"/>
                      </a:cubicBezTo>
                      <a:cubicBezTo>
                        <a:pt x="979" y="437"/>
                        <a:pt x="988" y="438"/>
                        <a:pt x="1002" y="447"/>
                      </a:cubicBezTo>
                      <a:cubicBezTo>
                        <a:pt x="1010" y="455"/>
                        <a:pt x="1016" y="464"/>
                        <a:pt x="1022" y="474"/>
                      </a:cubicBezTo>
                      <a:cubicBezTo>
                        <a:pt x="1026" y="480"/>
                        <a:pt x="1030" y="486"/>
                        <a:pt x="1035" y="492"/>
                      </a:cubicBezTo>
                      <a:cubicBezTo>
                        <a:pt x="1040" y="500"/>
                        <a:pt x="1044" y="507"/>
                        <a:pt x="1044" y="510"/>
                      </a:cubicBezTo>
                      <a:cubicBezTo>
                        <a:pt x="1045" y="515"/>
                        <a:pt x="1045" y="520"/>
                        <a:pt x="1045" y="526"/>
                      </a:cubicBezTo>
                      <a:cubicBezTo>
                        <a:pt x="1045" y="530"/>
                        <a:pt x="1045" y="530"/>
                        <a:pt x="1045" y="530"/>
                      </a:cubicBezTo>
                      <a:cubicBezTo>
                        <a:pt x="1045" y="532"/>
                        <a:pt x="1047" y="534"/>
                        <a:pt x="1049" y="534"/>
                      </a:cubicBezTo>
                      <a:cubicBezTo>
                        <a:pt x="1051" y="534"/>
                        <a:pt x="1053" y="532"/>
                        <a:pt x="1053" y="530"/>
                      </a:cubicBezTo>
                      <a:cubicBezTo>
                        <a:pt x="1053" y="530"/>
                        <a:pt x="1053" y="525"/>
                        <a:pt x="1053" y="524"/>
                      </a:cubicBezTo>
                      <a:cubicBezTo>
                        <a:pt x="1053" y="517"/>
                        <a:pt x="1053" y="511"/>
                        <a:pt x="1051" y="504"/>
                      </a:cubicBezTo>
                      <a:cubicBezTo>
                        <a:pt x="1052" y="505"/>
                        <a:pt x="1054" y="506"/>
                        <a:pt x="1055" y="507"/>
                      </a:cubicBezTo>
                      <a:cubicBezTo>
                        <a:pt x="1061" y="513"/>
                        <a:pt x="1067" y="519"/>
                        <a:pt x="1074" y="519"/>
                      </a:cubicBezTo>
                      <a:cubicBezTo>
                        <a:pt x="1076" y="519"/>
                        <a:pt x="1078" y="518"/>
                        <a:pt x="1078" y="515"/>
                      </a:cubicBezTo>
                      <a:cubicBezTo>
                        <a:pt x="1078" y="513"/>
                        <a:pt x="1077" y="511"/>
                        <a:pt x="1074" y="511"/>
                      </a:cubicBezTo>
                      <a:cubicBezTo>
                        <a:pt x="1071" y="511"/>
                        <a:pt x="1065" y="506"/>
                        <a:pt x="1060" y="501"/>
                      </a:cubicBezTo>
                      <a:cubicBezTo>
                        <a:pt x="1057" y="498"/>
                        <a:pt x="1047" y="488"/>
                        <a:pt x="1045" y="485"/>
                      </a:cubicBezTo>
                      <a:cubicBezTo>
                        <a:pt x="1041" y="480"/>
                        <a:pt x="1036" y="474"/>
                        <a:pt x="1032" y="467"/>
                      </a:cubicBezTo>
                      <a:cubicBezTo>
                        <a:pt x="1026" y="458"/>
                        <a:pt x="1020" y="448"/>
                        <a:pt x="1012" y="440"/>
                      </a:cubicBezTo>
                      <a:cubicBezTo>
                        <a:pt x="1011" y="439"/>
                        <a:pt x="1012" y="437"/>
                        <a:pt x="1013" y="437"/>
                      </a:cubicBezTo>
                      <a:cubicBezTo>
                        <a:pt x="1015" y="437"/>
                        <a:pt x="1016" y="438"/>
                        <a:pt x="1017" y="438"/>
                      </a:cubicBezTo>
                      <a:cubicBezTo>
                        <a:pt x="1034" y="441"/>
                        <a:pt x="1034" y="441"/>
                        <a:pt x="1034" y="441"/>
                      </a:cubicBezTo>
                      <a:cubicBezTo>
                        <a:pt x="1039" y="442"/>
                        <a:pt x="1044" y="442"/>
                        <a:pt x="1049" y="442"/>
                      </a:cubicBezTo>
                      <a:cubicBezTo>
                        <a:pt x="1056" y="442"/>
                        <a:pt x="1063" y="442"/>
                        <a:pt x="1069" y="444"/>
                      </a:cubicBezTo>
                      <a:cubicBezTo>
                        <a:pt x="1071" y="444"/>
                        <a:pt x="1081" y="447"/>
                        <a:pt x="1085" y="449"/>
                      </a:cubicBezTo>
                      <a:cubicBezTo>
                        <a:pt x="1091" y="452"/>
                        <a:pt x="1096" y="455"/>
                        <a:pt x="1103" y="460"/>
                      </a:cubicBezTo>
                      <a:cubicBezTo>
                        <a:pt x="1104" y="461"/>
                        <a:pt x="1107" y="461"/>
                        <a:pt x="1108" y="459"/>
                      </a:cubicBezTo>
                      <a:cubicBezTo>
                        <a:pt x="1109" y="458"/>
                        <a:pt x="1109" y="457"/>
                        <a:pt x="1109" y="457"/>
                      </a:cubicBezTo>
                      <a:cubicBezTo>
                        <a:pt x="1109" y="455"/>
                        <a:pt x="1108" y="454"/>
                        <a:pt x="1107" y="453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89" name="Freeform 1560">
                  <a:extLst>
                    <a:ext uri="{FF2B5EF4-FFF2-40B4-BE49-F238E27FC236}">
                      <a16:creationId xmlns:a16="http://schemas.microsoft.com/office/drawing/2014/main" id="{62D1698E-F1D9-4B61-8A0B-B2EE96AD89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7" y="2466"/>
                  <a:ext cx="121" cy="277"/>
                </a:xfrm>
                <a:custGeom>
                  <a:avLst/>
                  <a:gdLst>
                    <a:gd name="T0" fmla="*/ 492 w 60"/>
                    <a:gd name="T1" fmla="*/ 0 h 129"/>
                    <a:gd name="T2" fmla="*/ 0 w 60"/>
                    <a:gd name="T3" fmla="*/ 1278 h 129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0" h="129">
                      <a:moveTo>
                        <a:pt x="60" y="0"/>
                      </a:moveTo>
                      <a:cubicBezTo>
                        <a:pt x="46" y="20"/>
                        <a:pt x="8" y="99"/>
                        <a:pt x="0" y="129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90" name="Freeform 1561">
                  <a:extLst>
                    <a:ext uri="{FF2B5EF4-FFF2-40B4-BE49-F238E27FC236}">
                      <a16:creationId xmlns:a16="http://schemas.microsoft.com/office/drawing/2014/main" id="{BC887152-7600-4081-B0A4-80D0216D81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3" y="2331"/>
                  <a:ext cx="402" cy="577"/>
                </a:xfrm>
                <a:custGeom>
                  <a:avLst/>
                  <a:gdLst>
                    <a:gd name="T0" fmla="*/ 0 w 200"/>
                    <a:gd name="T1" fmla="*/ 0 h 269"/>
                    <a:gd name="T2" fmla="*/ 732 w 200"/>
                    <a:gd name="T3" fmla="*/ 888 h 269"/>
                    <a:gd name="T4" fmla="*/ 1624 w 200"/>
                    <a:gd name="T5" fmla="*/ 2655 h 269"/>
                    <a:gd name="T6" fmla="*/ 917 w 200"/>
                    <a:gd name="T7" fmla="*/ 1008 h 269"/>
                    <a:gd name="T8" fmla="*/ 0 w 200"/>
                    <a:gd name="T9" fmla="*/ 0 h 26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00" h="269">
                      <a:moveTo>
                        <a:pt x="0" y="0"/>
                      </a:moveTo>
                      <a:cubicBezTo>
                        <a:pt x="10" y="20"/>
                        <a:pt x="59" y="60"/>
                        <a:pt x="90" y="90"/>
                      </a:cubicBezTo>
                      <a:cubicBezTo>
                        <a:pt x="121" y="120"/>
                        <a:pt x="159" y="172"/>
                        <a:pt x="200" y="269"/>
                      </a:cubicBezTo>
                      <a:cubicBezTo>
                        <a:pt x="186" y="220"/>
                        <a:pt x="162" y="157"/>
                        <a:pt x="113" y="102"/>
                      </a:cubicBezTo>
                      <a:cubicBezTo>
                        <a:pt x="64" y="47"/>
                        <a:pt x="7" y="1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91" name="Freeform 1562">
                  <a:extLst>
                    <a:ext uri="{FF2B5EF4-FFF2-40B4-BE49-F238E27FC236}">
                      <a16:creationId xmlns:a16="http://schemas.microsoft.com/office/drawing/2014/main" id="{09DCADBB-D0F7-4826-84CB-D739553058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7" y="2226"/>
                  <a:ext cx="231" cy="143"/>
                </a:xfrm>
                <a:custGeom>
                  <a:avLst/>
                  <a:gdLst>
                    <a:gd name="T0" fmla="*/ 0 w 115"/>
                    <a:gd name="T1" fmla="*/ 455 h 67"/>
                    <a:gd name="T2" fmla="*/ 585 w 115"/>
                    <a:gd name="T3" fmla="*/ 386 h 67"/>
                    <a:gd name="T4" fmla="*/ 932 w 115"/>
                    <a:gd name="T5" fmla="*/ 0 h 67"/>
                    <a:gd name="T6" fmla="*/ 0 w 115"/>
                    <a:gd name="T7" fmla="*/ 455 h 6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5" h="67">
                      <a:moveTo>
                        <a:pt x="0" y="47"/>
                      </a:moveTo>
                      <a:cubicBezTo>
                        <a:pt x="24" y="52"/>
                        <a:pt x="56" y="51"/>
                        <a:pt x="72" y="40"/>
                      </a:cubicBezTo>
                      <a:cubicBezTo>
                        <a:pt x="86" y="31"/>
                        <a:pt x="103" y="21"/>
                        <a:pt x="115" y="0"/>
                      </a:cubicBezTo>
                      <a:cubicBezTo>
                        <a:pt x="103" y="30"/>
                        <a:pt x="72" y="67"/>
                        <a:pt x="0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92" name="Freeform 1563">
                  <a:extLst>
                    <a:ext uri="{FF2B5EF4-FFF2-40B4-BE49-F238E27FC236}">
                      <a16:creationId xmlns:a16="http://schemas.microsoft.com/office/drawing/2014/main" id="{A20EB17E-EE7A-4B5C-B562-027202FDED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8" y="2069"/>
                  <a:ext cx="31" cy="178"/>
                </a:xfrm>
                <a:custGeom>
                  <a:avLst/>
                  <a:gdLst>
                    <a:gd name="T0" fmla="*/ 132 w 15"/>
                    <a:gd name="T1" fmla="*/ 0 h 83"/>
                    <a:gd name="T2" fmla="*/ 52 w 15"/>
                    <a:gd name="T3" fmla="*/ 819 h 8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5" h="83">
                      <a:moveTo>
                        <a:pt x="15" y="0"/>
                      </a:moveTo>
                      <a:cubicBezTo>
                        <a:pt x="11" y="20"/>
                        <a:pt x="0" y="63"/>
                        <a:pt x="6" y="8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93" name="Freeform 1564">
                  <a:extLst>
                    <a:ext uri="{FF2B5EF4-FFF2-40B4-BE49-F238E27FC236}">
                      <a16:creationId xmlns:a16="http://schemas.microsoft.com/office/drawing/2014/main" id="{D35C1A2B-0FCA-41BE-BEC8-982B3136B0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6" y="3037"/>
                  <a:ext cx="143" cy="92"/>
                </a:xfrm>
                <a:custGeom>
                  <a:avLst/>
                  <a:gdLst>
                    <a:gd name="T0" fmla="*/ 0 w 71"/>
                    <a:gd name="T1" fmla="*/ 421 h 43"/>
                    <a:gd name="T2" fmla="*/ 580 w 71"/>
                    <a:gd name="T3" fmla="*/ 0 h 43"/>
                    <a:gd name="T4" fmla="*/ 0 w 71"/>
                    <a:gd name="T5" fmla="*/ 421 h 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43">
                      <a:moveTo>
                        <a:pt x="0" y="43"/>
                      </a:moveTo>
                      <a:cubicBezTo>
                        <a:pt x="37" y="33"/>
                        <a:pt x="63" y="9"/>
                        <a:pt x="71" y="0"/>
                      </a:cubicBezTo>
                      <a:cubicBezTo>
                        <a:pt x="63" y="7"/>
                        <a:pt x="22" y="35"/>
                        <a:pt x="0" y="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94" name="Freeform 1565">
                  <a:extLst>
                    <a:ext uri="{FF2B5EF4-FFF2-40B4-BE49-F238E27FC236}">
                      <a16:creationId xmlns:a16="http://schemas.microsoft.com/office/drawing/2014/main" id="{6CA508A5-40AB-438B-911D-9875C36232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4" y="3204"/>
                  <a:ext cx="112" cy="139"/>
                </a:xfrm>
                <a:custGeom>
                  <a:avLst/>
                  <a:gdLst>
                    <a:gd name="T0" fmla="*/ 0 w 56"/>
                    <a:gd name="T1" fmla="*/ 635 h 65"/>
                    <a:gd name="T2" fmla="*/ 448 w 56"/>
                    <a:gd name="T3" fmla="*/ 0 h 6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6" h="65">
                      <a:moveTo>
                        <a:pt x="0" y="65"/>
                      </a:moveTo>
                      <a:cubicBezTo>
                        <a:pt x="8" y="48"/>
                        <a:pt x="45" y="8"/>
                        <a:pt x="56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95" name="Freeform 1566">
                  <a:extLst>
                    <a:ext uri="{FF2B5EF4-FFF2-40B4-BE49-F238E27FC236}">
                      <a16:creationId xmlns:a16="http://schemas.microsoft.com/office/drawing/2014/main" id="{2E027ECC-ACA5-4157-9148-2448CFDB33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3" y="3163"/>
                  <a:ext cx="96" cy="208"/>
                </a:xfrm>
                <a:custGeom>
                  <a:avLst/>
                  <a:gdLst>
                    <a:gd name="T0" fmla="*/ 384 w 48"/>
                    <a:gd name="T1" fmla="*/ 0 h 97"/>
                    <a:gd name="T2" fmla="*/ 120 w 48"/>
                    <a:gd name="T3" fmla="*/ 603 h 97"/>
                    <a:gd name="T4" fmla="*/ 0 w 48"/>
                    <a:gd name="T5" fmla="*/ 956 h 97"/>
                    <a:gd name="T6" fmla="*/ 200 w 48"/>
                    <a:gd name="T7" fmla="*/ 543 h 97"/>
                    <a:gd name="T8" fmla="*/ 384 w 48"/>
                    <a:gd name="T9" fmla="*/ 0 h 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8" h="97">
                      <a:moveTo>
                        <a:pt x="48" y="0"/>
                      </a:moveTo>
                      <a:cubicBezTo>
                        <a:pt x="45" y="19"/>
                        <a:pt x="24" y="43"/>
                        <a:pt x="15" y="61"/>
                      </a:cubicBezTo>
                      <a:cubicBezTo>
                        <a:pt x="6" y="79"/>
                        <a:pt x="2" y="87"/>
                        <a:pt x="0" y="97"/>
                      </a:cubicBezTo>
                      <a:cubicBezTo>
                        <a:pt x="7" y="79"/>
                        <a:pt x="15" y="70"/>
                        <a:pt x="25" y="55"/>
                      </a:cubicBezTo>
                      <a:cubicBezTo>
                        <a:pt x="35" y="40"/>
                        <a:pt x="48" y="11"/>
                        <a:pt x="4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96" name="Freeform 1567">
                  <a:extLst>
                    <a:ext uri="{FF2B5EF4-FFF2-40B4-BE49-F238E27FC236}">
                      <a16:creationId xmlns:a16="http://schemas.microsoft.com/office/drawing/2014/main" id="{D169CB97-6A55-4CFD-8EC1-1E99EFFEF9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53" y="2466"/>
                  <a:ext cx="94" cy="99"/>
                </a:xfrm>
                <a:custGeom>
                  <a:avLst/>
                  <a:gdLst>
                    <a:gd name="T0" fmla="*/ 0 w 47"/>
                    <a:gd name="T1" fmla="*/ 0 h 46"/>
                    <a:gd name="T2" fmla="*/ 376 w 47"/>
                    <a:gd name="T3" fmla="*/ 458 h 4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7" h="46">
                      <a:moveTo>
                        <a:pt x="0" y="0"/>
                      </a:moveTo>
                      <a:cubicBezTo>
                        <a:pt x="19" y="9"/>
                        <a:pt x="41" y="34"/>
                        <a:pt x="47" y="46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97" name="Freeform 1568">
                  <a:extLst>
                    <a:ext uri="{FF2B5EF4-FFF2-40B4-BE49-F238E27FC236}">
                      <a16:creationId xmlns:a16="http://schemas.microsoft.com/office/drawing/2014/main" id="{0DF958D9-7ACE-4D63-85A9-C3E8CA1FC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19" y="2219"/>
                  <a:ext cx="50" cy="82"/>
                </a:xfrm>
                <a:custGeom>
                  <a:avLst/>
                  <a:gdLst>
                    <a:gd name="T0" fmla="*/ 120 w 25"/>
                    <a:gd name="T1" fmla="*/ 0 h 38"/>
                    <a:gd name="T2" fmla="*/ 56 w 25"/>
                    <a:gd name="T3" fmla="*/ 313 h 38"/>
                    <a:gd name="T4" fmla="*/ 200 w 25"/>
                    <a:gd name="T5" fmla="*/ 121 h 38"/>
                    <a:gd name="T6" fmla="*/ 144 w 25"/>
                    <a:gd name="T7" fmla="*/ 173 h 38"/>
                    <a:gd name="T8" fmla="*/ 128 w 25"/>
                    <a:gd name="T9" fmla="*/ 60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" h="38">
                      <a:moveTo>
                        <a:pt x="15" y="0"/>
                      </a:moveTo>
                      <a:cubicBezTo>
                        <a:pt x="14" y="7"/>
                        <a:pt x="0" y="25"/>
                        <a:pt x="7" y="31"/>
                      </a:cubicBezTo>
                      <a:cubicBezTo>
                        <a:pt x="13" y="38"/>
                        <a:pt x="22" y="16"/>
                        <a:pt x="25" y="12"/>
                      </a:cubicBezTo>
                      <a:cubicBezTo>
                        <a:pt x="24" y="14"/>
                        <a:pt x="21" y="16"/>
                        <a:pt x="18" y="17"/>
                      </a:cubicBezTo>
                      <a:cubicBezTo>
                        <a:pt x="17" y="14"/>
                        <a:pt x="17" y="10"/>
                        <a:pt x="16" y="6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98" name="Freeform 1569">
                  <a:extLst>
                    <a:ext uri="{FF2B5EF4-FFF2-40B4-BE49-F238E27FC236}">
                      <a16:creationId xmlns:a16="http://schemas.microsoft.com/office/drawing/2014/main" id="{8BA774CE-45AE-485E-8393-4830DD506C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8" y="3202"/>
                  <a:ext cx="38" cy="60"/>
                </a:xfrm>
                <a:custGeom>
                  <a:avLst/>
                  <a:gdLst>
                    <a:gd name="T0" fmla="*/ 88 w 19"/>
                    <a:gd name="T1" fmla="*/ 0 h 28"/>
                    <a:gd name="T2" fmla="*/ 56 w 19"/>
                    <a:gd name="T3" fmla="*/ 276 h 28"/>
                    <a:gd name="T4" fmla="*/ 152 w 19"/>
                    <a:gd name="T5" fmla="*/ 88 h 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" h="28">
                      <a:moveTo>
                        <a:pt x="11" y="0"/>
                      </a:moveTo>
                      <a:cubicBezTo>
                        <a:pt x="10" y="7"/>
                        <a:pt x="0" y="24"/>
                        <a:pt x="7" y="28"/>
                      </a:cubicBezTo>
                      <a:cubicBezTo>
                        <a:pt x="12" y="23"/>
                        <a:pt x="15" y="15"/>
                        <a:pt x="19" y="9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699" name="Freeform 1570">
                  <a:extLst>
                    <a:ext uri="{FF2B5EF4-FFF2-40B4-BE49-F238E27FC236}">
                      <a16:creationId xmlns:a16="http://schemas.microsoft.com/office/drawing/2014/main" id="{DD23F2D6-F7F9-4A70-9458-4B7A9AEAFD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6" y="3288"/>
                  <a:ext cx="29" cy="73"/>
                </a:xfrm>
                <a:custGeom>
                  <a:avLst/>
                  <a:gdLst>
                    <a:gd name="T0" fmla="*/ 0 w 14"/>
                    <a:gd name="T1" fmla="*/ 112 h 34"/>
                    <a:gd name="T2" fmla="*/ 8 w 14"/>
                    <a:gd name="T3" fmla="*/ 337 h 34"/>
                    <a:gd name="T4" fmla="*/ 124 w 14"/>
                    <a:gd name="T5" fmla="*/ 0 h 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" h="34">
                      <a:moveTo>
                        <a:pt x="0" y="11"/>
                      </a:moveTo>
                      <a:cubicBezTo>
                        <a:pt x="5" y="19"/>
                        <a:pt x="0" y="27"/>
                        <a:pt x="1" y="34"/>
                      </a:cubicBezTo>
                      <a:cubicBezTo>
                        <a:pt x="5" y="23"/>
                        <a:pt x="8" y="11"/>
                        <a:pt x="14" y="0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00" name="Freeform 1571">
                  <a:extLst>
                    <a:ext uri="{FF2B5EF4-FFF2-40B4-BE49-F238E27FC236}">
                      <a16:creationId xmlns:a16="http://schemas.microsoft.com/office/drawing/2014/main" id="{65905891-2AAC-48FB-AC8A-D2237188E3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0" y="3206"/>
                  <a:ext cx="25" cy="58"/>
                </a:xfrm>
                <a:custGeom>
                  <a:avLst/>
                  <a:gdLst>
                    <a:gd name="T0" fmla="*/ 44 w 12"/>
                    <a:gd name="T1" fmla="*/ 9 h 27"/>
                    <a:gd name="T2" fmla="*/ 0 w 12"/>
                    <a:gd name="T3" fmla="*/ 269 h 27"/>
                    <a:gd name="T4" fmla="*/ 92 w 12"/>
                    <a:gd name="T5" fmla="*/ 129 h 27"/>
                    <a:gd name="T6" fmla="*/ 92 w 12"/>
                    <a:gd name="T7" fmla="*/ 0 h 2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" h="27">
                      <a:moveTo>
                        <a:pt x="5" y="1"/>
                      </a:moveTo>
                      <a:cubicBezTo>
                        <a:pt x="3" y="10"/>
                        <a:pt x="4" y="18"/>
                        <a:pt x="0" y="27"/>
                      </a:cubicBezTo>
                      <a:cubicBezTo>
                        <a:pt x="2" y="26"/>
                        <a:pt x="9" y="16"/>
                        <a:pt x="10" y="13"/>
                      </a:cubicBezTo>
                      <a:cubicBezTo>
                        <a:pt x="12" y="7"/>
                        <a:pt x="10" y="6"/>
                        <a:pt x="10" y="0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01" name="Freeform 1572">
                  <a:extLst>
                    <a:ext uri="{FF2B5EF4-FFF2-40B4-BE49-F238E27FC236}">
                      <a16:creationId xmlns:a16="http://schemas.microsoft.com/office/drawing/2014/main" id="{58E2F8E1-6865-45DD-989D-BC8956619A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7" y="3343"/>
                  <a:ext cx="34" cy="97"/>
                </a:xfrm>
                <a:custGeom>
                  <a:avLst/>
                  <a:gdLst>
                    <a:gd name="T0" fmla="*/ 8 w 17"/>
                    <a:gd name="T1" fmla="*/ 0 h 45"/>
                    <a:gd name="T2" fmla="*/ 112 w 17"/>
                    <a:gd name="T3" fmla="*/ 209 h 45"/>
                    <a:gd name="T4" fmla="*/ 136 w 17"/>
                    <a:gd name="T5" fmla="*/ 451 h 45"/>
                    <a:gd name="T6" fmla="*/ 0 w 17"/>
                    <a:gd name="T7" fmla="*/ 52 h 4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45">
                      <a:moveTo>
                        <a:pt x="1" y="0"/>
                      </a:moveTo>
                      <a:cubicBezTo>
                        <a:pt x="11" y="9"/>
                        <a:pt x="12" y="10"/>
                        <a:pt x="14" y="21"/>
                      </a:cubicBezTo>
                      <a:cubicBezTo>
                        <a:pt x="15" y="29"/>
                        <a:pt x="16" y="38"/>
                        <a:pt x="17" y="45"/>
                      </a:cubicBezTo>
                      <a:cubicBezTo>
                        <a:pt x="10" y="33"/>
                        <a:pt x="10" y="17"/>
                        <a:pt x="0" y="5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02" name="Freeform 1573">
                  <a:extLst>
                    <a:ext uri="{FF2B5EF4-FFF2-40B4-BE49-F238E27FC236}">
                      <a16:creationId xmlns:a16="http://schemas.microsoft.com/office/drawing/2014/main" id="{DDF0ED99-6C07-457D-A59B-A30E02968F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6" y="2213"/>
                  <a:ext cx="34" cy="64"/>
                </a:xfrm>
                <a:custGeom>
                  <a:avLst/>
                  <a:gdLst>
                    <a:gd name="T0" fmla="*/ 0 w 17"/>
                    <a:gd name="T1" fmla="*/ 173 h 30"/>
                    <a:gd name="T2" fmla="*/ 24 w 17"/>
                    <a:gd name="T3" fmla="*/ 273 h 30"/>
                    <a:gd name="T4" fmla="*/ 136 w 17"/>
                    <a:gd name="T5" fmla="*/ 292 h 30"/>
                    <a:gd name="T6" fmla="*/ 40 w 17"/>
                    <a:gd name="T7" fmla="*/ 0 h 30"/>
                    <a:gd name="T8" fmla="*/ 16 w 17"/>
                    <a:gd name="T9" fmla="*/ 105 h 3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7" h="30">
                      <a:moveTo>
                        <a:pt x="0" y="18"/>
                      </a:moveTo>
                      <a:cubicBezTo>
                        <a:pt x="1" y="22"/>
                        <a:pt x="2" y="25"/>
                        <a:pt x="3" y="28"/>
                      </a:cubicBezTo>
                      <a:cubicBezTo>
                        <a:pt x="8" y="26"/>
                        <a:pt x="13" y="28"/>
                        <a:pt x="17" y="30"/>
                      </a:cubicBezTo>
                      <a:cubicBezTo>
                        <a:pt x="15" y="22"/>
                        <a:pt x="10" y="7"/>
                        <a:pt x="5" y="0"/>
                      </a:cubicBezTo>
                      <a:cubicBezTo>
                        <a:pt x="5" y="4"/>
                        <a:pt x="3" y="11"/>
                        <a:pt x="2" y="11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03" name="Freeform 1574">
                  <a:extLst>
                    <a:ext uri="{FF2B5EF4-FFF2-40B4-BE49-F238E27FC236}">
                      <a16:creationId xmlns:a16="http://schemas.microsoft.com/office/drawing/2014/main" id="{00AEAF77-C8EE-4038-923A-316B8B988D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8" y="2093"/>
                  <a:ext cx="15" cy="17"/>
                </a:xfrm>
                <a:custGeom>
                  <a:avLst/>
                  <a:gdLst>
                    <a:gd name="T0" fmla="*/ 9 w 7"/>
                    <a:gd name="T1" fmla="*/ 0 h 8"/>
                    <a:gd name="T2" fmla="*/ 0 w 7"/>
                    <a:gd name="T3" fmla="*/ 77 h 8"/>
                    <a:gd name="T4" fmla="*/ 69 w 7"/>
                    <a:gd name="T5" fmla="*/ 49 h 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" h="8">
                      <a:moveTo>
                        <a:pt x="1" y="0"/>
                      </a:moveTo>
                      <a:cubicBezTo>
                        <a:pt x="0" y="2"/>
                        <a:pt x="0" y="6"/>
                        <a:pt x="0" y="8"/>
                      </a:cubicBezTo>
                      <a:cubicBezTo>
                        <a:pt x="2" y="8"/>
                        <a:pt x="5" y="7"/>
                        <a:pt x="7" y="5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04" name="Freeform 1575">
                  <a:extLst>
                    <a:ext uri="{FF2B5EF4-FFF2-40B4-BE49-F238E27FC236}">
                      <a16:creationId xmlns:a16="http://schemas.microsoft.com/office/drawing/2014/main" id="{1D516F8E-32E4-475A-9FFD-77AD232D10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4" y="2022"/>
                  <a:ext cx="72" cy="64"/>
                </a:xfrm>
                <a:custGeom>
                  <a:avLst/>
                  <a:gdLst>
                    <a:gd name="T0" fmla="*/ 168 w 36"/>
                    <a:gd name="T1" fmla="*/ 0 h 30"/>
                    <a:gd name="T2" fmla="*/ 0 w 36"/>
                    <a:gd name="T3" fmla="*/ 292 h 30"/>
                    <a:gd name="T4" fmla="*/ 176 w 36"/>
                    <a:gd name="T5" fmla="*/ 60 h 3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" h="30">
                      <a:moveTo>
                        <a:pt x="21" y="0"/>
                      </a:moveTo>
                      <a:cubicBezTo>
                        <a:pt x="36" y="25"/>
                        <a:pt x="18" y="20"/>
                        <a:pt x="0" y="30"/>
                      </a:cubicBezTo>
                      <a:cubicBezTo>
                        <a:pt x="8" y="28"/>
                        <a:pt x="19" y="14"/>
                        <a:pt x="22" y="6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05" name="Freeform 1576">
                  <a:extLst>
                    <a:ext uri="{FF2B5EF4-FFF2-40B4-BE49-F238E27FC236}">
                      <a16:creationId xmlns:a16="http://schemas.microsoft.com/office/drawing/2014/main" id="{017B23C7-B6A3-4CEC-B439-88040ABEA3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2140"/>
                  <a:ext cx="61" cy="49"/>
                </a:xfrm>
                <a:custGeom>
                  <a:avLst/>
                  <a:gdLst>
                    <a:gd name="T0" fmla="*/ 100 w 30"/>
                    <a:gd name="T1" fmla="*/ 0 h 23"/>
                    <a:gd name="T2" fmla="*/ 0 w 30"/>
                    <a:gd name="T3" fmla="*/ 222 h 23"/>
                    <a:gd name="T4" fmla="*/ 67 w 30"/>
                    <a:gd name="T5" fmla="*/ 19 h 2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" h="23">
                      <a:moveTo>
                        <a:pt x="12" y="0"/>
                      </a:moveTo>
                      <a:cubicBezTo>
                        <a:pt x="30" y="8"/>
                        <a:pt x="4" y="18"/>
                        <a:pt x="0" y="23"/>
                      </a:cubicBezTo>
                      <a:cubicBezTo>
                        <a:pt x="3" y="17"/>
                        <a:pt x="5" y="8"/>
                        <a:pt x="8" y="2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06" name="Freeform 1577">
                  <a:extLst>
                    <a:ext uri="{FF2B5EF4-FFF2-40B4-BE49-F238E27FC236}">
                      <a16:creationId xmlns:a16="http://schemas.microsoft.com/office/drawing/2014/main" id="{EF6CAE28-A190-4202-9F4A-170212CE32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187"/>
                  <a:ext cx="44" cy="26"/>
                </a:xfrm>
                <a:custGeom>
                  <a:avLst/>
                  <a:gdLst>
                    <a:gd name="T0" fmla="*/ 0 w 22"/>
                    <a:gd name="T1" fmla="*/ 20 h 12"/>
                    <a:gd name="T2" fmla="*/ 176 w 22"/>
                    <a:gd name="T3" fmla="*/ 0 h 1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2" h="12">
                      <a:moveTo>
                        <a:pt x="0" y="2"/>
                      </a:moveTo>
                      <a:cubicBezTo>
                        <a:pt x="7" y="7"/>
                        <a:pt x="19" y="12"/>
                        <a:pt x="22" y="0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07" name="Freeform 1578">
                  <a:extLst>
                    <a:ext uri="{FF2B5EF4-FFF2-40B4-BE49-F238E27FC236}">
                      <a16:creationId xmlns:a16="http://schemas.microsoft.com/office/drawing/2014/main" id="{AC055E46-67FD-44E9-A060-6D80027CE4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22" y="2254"/>
                  <a:ext cx="191" cy="313"/>
                </a:xfrm>
                <a:custGeom>
                  <a:avLst/>
                  <a:gdLst>
                    <a:gd name="T0" fmla="*/ 537 w 95"/>
                    <a:gd name="T1" fmla="*/ 0 h 146"/>
                    <a:gd name="T2" fmla="*/ 772 w 95"/>
                    <a:gd name="T3" fmla="*/ 96 h 146"/>
                    <a:gd name="T4" fmla="*/ 0 w 95"/>
                    <a:gd name="T5" fmla="*/ 1439 h 146"/>
                    <a:gd name="T6" fmla="*/ 619 w 95"/>
                    <a:gd name="T7" fmla="*/ 197 h 146"/>
                    <a:gd name="T8" fmla="*/ 537 w 95"/>
                    <a:gd name="T9" fmla="*/ 0 h 1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95" h="146">
                      <a:moveTo>
                        <a:pt x="66" y="0"/>
                      </a:moveTo>
                      <a:cubicBezTo>
                        <a:pt x="77" y="9"/>
                        <a:pt x="95" y="10"/>
                        <a:pt x="95" y="10"/>
                      </a:cubicBezTo>
                      <a:cubicBezTo>
                        <a:pt x="87" y="19"/>
                        <a:pt x="26" y="94"/>
                        <a:pt x="0" y="146"/>
                      </a:cubicBezTo>
                      <a:cubicBezTo>
                        <a:pt x="16" y="99"/>
                        <a:pt x="72" y="33"/>
                        <a:pt x="76" y="20"/>
                      </a:cubicBezTo>
                      <a:cubicBezTo>
                        <a:pt x="80" y="7"/>
                        <a:pt x="71" y="3"/>
                        <a:pt x="66" y="0"/>
                      </a:cubicBezTo>
                      <a:close/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08" name="Freeform 1579">
                  <a:extLst>
                    <a:ext uri="{FF2B5EF4-FFF2-40B4-BE49-F238E27FC236}">
                      <a16:creationId xmlns:a16="http://schemas.microsoft.com/office/drawing/2014/main" id="{442A6DF1-2210-4867-AA81-65A0152FEB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63" y="2970"/>
                  <a:ext cx="43" cy="165"/>
                </a:xfrm>
                <a:custGeom>
                  <a:avLst/>
                  <a:gdLst>
                    <a:gd name="T0" fmla="*/ 0 w 21"/>
                    <a:gd name="T1" fmla="*/ 0 h 77"/>
                    <a:gd name="T2" fmla="*/ 180 w 21"/>
                    <a:gd name="T3" fmla="*/ 759 h 77"/>
                    <a:gd name="T4" fmla="*/ 0 w 21"/>
                    <a:gd name="T5" fmla="*/ 0 h 7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" h="77">
                      <a:moveTo>
                        <a:pt x="0" y="0"/>
                      </a:moveTo>
                      <a:cubicBezTo>
                        <a:pt x="8" y="15"/>
                        <a:pt x="20" y="70"/>
                        <a:pt x="21" y="77"/>
                      </a:cubicBezTo>
                      <a:cubicBezTo>
                        <a:pt x="11" y="58"/>
                        <a:pt x="2" y="14"/>
                        <a:pt x="0" y="0"/>
                      </a:cubicBezTo>
                      <a:close/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09" name="Freeform 1580">
                  <a:extLst>
                    <a:ext uri="{FF2B5EF4-FFF2-40B4-BE49-F238E27FC236}">
                      <a16:creationId xmlns:a16="http://schemas.microsoft.com/office/drawing/2014/main" id="{A6A71D2A-D2B2-43A0-A378-2CD7B5AED1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5" y="2979"/>
                  <a:ext cx="44" cy="210"/>
                </a:xfrm>
                <a:custGeom>
                  <a:avLst/>
                  <a:gdLst>
                    <a:gd name="T0" fmla="*/ 176 w 22"/>
                    <a:gd name="T1" fmla="*/ 0 h 98"/>
                    <a:gd name="T2" fmla="*/ 32 w 22"/>
                    <a:gd name="T3" fmla="*/ 964 h 98"/>
                    <a:gd name="T4" fmla="*/ 176 w 22"/>
                    <a:gd name="T5" fmla="*/ 0 h 9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" h="98">
                      <a:moveTo>
                        <a:pt x="22" y="0"/>
                      </a:moveTo>
                      <a:cubicBezTo>
                        <a:pt x="17" y="21"/>
                        <a:pt x="0" y="79"/>
                        <a:pt x="4" y="98"/>
                      </a:cubicBezTo>
                      <a:cubicBezTo>
                        <a:pt x="0" y="62"/>
                        <a:pt x="8" y="19"/>
                        <a:pt x="22" y="0"/>
                      </a:cubicBezTo>
                      <a:close/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10" name="Freeform 1581">
                  <a:extLst>
                    <a:ext uri="{FF2B5EF4-FFF2-40B4-BE49-F238E27FC236}">
                      <a16:creationId xmlns:a16="http://schemas.microsoft.com/office/drawing/2014/main" id="{4932F562-4150-4616-B5BF-2D63CDA1C7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3065"/>
                  <a:ext cx="14" cy="12"/>
                </a:xfrm>
                <a:custGeom>
                  <a:avLst/>
                  <a:gdLst>
                    <a:gd name="T0" fmla="*/ 0 w 7"/>
                    <a:gd name="T1" fmla="*/ 16 h 6"/>
                    <a:gd name="T2" fmla="*/ 32 w 7"/>
                    <a:gd name="T3" fmla="*/ 8 h 6"/>
                    <a:gd name="T4" fmla="*/ 56 w 7"/>
                    <a:gd name="T5" fmla="*/ 32 h 6"/>
                    <a:gd name="T6" fmla="*/ 24 w 7"/>
                    <a:gd name="T7" fmla="*/ 40 h 6"/>
                    <a:gd name="T8" fmla="*/ 0 w 7"/>
                    <a:gd name="T9" fmla="*/ 16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0" y="2"/>
                      </a:moveTo>
                      <a:cubicBezTo>
                        <a:pt x="1" y="1"/>
                        <a:pt x="2" y="0"/>
                        <a:pt x="4" y="1"/>
                      </a:cubicBezTo>
                      <a:cubicBezTo>
                        <a:pt x="6" y="1"/>
                        <a:pt x="7" y="3"/>
                        <a:pt x="7" y="4"/>
                      </a:cubicBezTo>
                      <a:cubicBezTo>
                        <a:pt x="7" y="5"/>
                        <a:pt x="5" y="6"/>
                        <a:pt x="3" y="5"/>
                      </a:cubicBezTo>
                      <a:cubicBezTo>
                        <a:pt x="1" y="5"/>
                        <a:pt x="0" y="3"/>
                        <a:pt x="0" y="2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11" name="Freeform 1582">
                  <a:extLst>
                    <a:ext uri="{FF2B5EF4-FFF2-40B4-BE49-F238E27FC236}">
                      <a16:creationId xmlns:a16="http://schemas.microsoft.com/office/drawing/2014/main" id="{82F7310E-C3A1-429B-A64A-E2A0E9883E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3060"/>
                  <a:ext cx="17" cy="11"/>
                </a:xfrm>
                <a:custGeom>
                  <a:avLst/>
                  <a:gdLst>
                    <a:gd name="T0" fmla="*/ 9 w 8"/>
                    <a:gd name="T1" fmla="*/ 44 h 5"/>
                    <a:gd name="T2" fmla="*/ 28 w 8"/>
                    <a:gd name="T3" fmla="*/ 0 h 5"/>
                    <a:gd name="T4" fmla="*/ 68 w 8"/>
                    <a:gd name="T5" fmla="*/ 9 h 5"/>
                    <a:gd name="T6" fmla="*/ 49 w 8"/>
                    <a:gd name="T7" fmla="*/ 53 h 5"/>
                    <a:gd name="T8" fmla="*/ 9 w 8"/>
                    <a:gd name="T9" fmla="*/ 44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" h="5">
                      <a:moveTo>
                        <a:pt x="1" y="4"/>
                      </a:moveTo>
                      <a:cubicBezTo>
                        <a:pt x="0" y="3"/>
                        <a:pt x="1" y="1"/>
                        <a:pt x="3" y="0"/>
                      </a:cubicBezTo>
                      <a:cubicBezTo>
                        <a:pt x="5" y="0"/>
                        <a:pt x="7" y="0"/>
                        <a:pt x="7" y="1"/>
                      </a:cubicBezTo>
                      <a:cubicBezTo>
                        <a:pt x="8" y="2"/>
                        <a:pt x="7" y="4"/>
                        <a:pt x="5" y="5"/>
                      </a:cubicBezTo>
                      <a:cubicBezTo>
                        <a:pt x="3" y="5"/>
                        <a:pt x="1" y="5"/>
                        <a:pt x="1" y="4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12" name="Freeform 1583">
                  <a:extLst>
                    <a:ext uri="{FF2B5EF4-FFF2-40B4-BE49-F238E27FC236}">
                      <a16:creationId xmlns:a16="http://schemas.microsoft.com/office/drawing/2014/main" id="{3B14D1F8-35EB-44D4-BEC4-6DB3F6D8D4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2" y="3352"/>
                  <a:ext cx="14" cy="11"/>
                </a:xfrm>
                <a:custGeom>
                  <a:avLst/>
                  <a:gdLst>
                    <a:gd name="T0" fmla="*/ 0 w 7"/>
                    <a:gd name="T1" fmla="*/ 33 h 5"/>
                    <a:gd name="T2" fmla="*/ 24 w 7"/>
                    <a:gd name="T3" fmla="*/ 0 h 5"/>
                    <a:gd name="T4" fmla="*/ 56 w 7"/>
                    <a:gd name="T5" fmla="*/ 33 h 5"/>
                    <a:gd name="T6" fmla="*/ 24 w 7"/>
                    <a:gd name="T7" fmla="*/ 53 h 5"/>
                    <a:gd name="T8" fmla="*/ 0 w 7"/>
                    <a:gd name="T9" fmla="*/ 33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5">
                      <a:moveTo>
                        <a:pt x="0" y="3"/>
                      </a:moveTo>
                      <a:cubicBezTo>
                        <a:pt x="0" y="1"/>
                        <a:pt x="1" y="0"/>
                        <a:pt x="3" y="0"/>
                      </a:cubicBezTo>
                      <a:cubicBezTo>
                        <a:pt x="5" y="0"/>
                        <a:pt x="7" y="2"/>
                        <a:pt x="7" y="3"/>
                      </a:cubicBezTo>
                      <a:cubicBezTo>
                        <a:pt x="7" y="4"/>
                        <a:pt x="5" y="5"/>
                        <a:pt x="3" y="5"/>
                      </a:cubicBezTo>
                      <a:cubicBezTo>
                        <a:pt x="1" y="5"/>
                        <a:pt x="0" y="4"/>
                        <a:pt x="0" y="3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13" name="Freeform 1584">
                  <a:extLst>
                    <a:ext uri="{FF2B5EF4-FFF2-40B4-BE49-F238E27FC236}">
                      <a16:creationId xmlns:a16="http://schemas.microsoft.com/office/drawing/2014/main" id="{91267CB0-4125-4067-850C-FE4AEFE86B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0" y="3567"/>
                  <a:ext cx="14" cy="15"/>
                </a:xfrm>
                <a:custGeom>
                  <a:avLst/>
                  <a:gdLst>
                    <a:gd name="T0" fmla="*/ 8 w 7"/>
                    <a:gd name="T1" fmla="*/ 9 h 7"/>
                    <a:gd name="T2" fmla="*/ 40 w 7"/>
                    <a:gd name="T3" fmla="*/ 9 h 7"/>
                    <a:gd name="T4" fmla="*/ 48 w 7"/>
                    <a:gd name="T5" fmla="*/ 51 h 7"/>
                    <a:gd name="T6" fmla="*/ 16 w 7"/>
                    <a:gd name="T7" fmla="*/ 51 h 7"/>
                    <a:gd name="T8" fmla="*/ 8 w 7"/>
                    <a:gd name="T9" fmla="*/ 9 h 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7">
                      <a:moveTo>
                        <a:pt x="1" y="1"/>
                      </a:moveTo>
                      <a:cubicBezTo>
                        <a:pt x="1" y="0"/>
                        <a:pt x="3" y="0"/>
                        <a:pt x="5" y="1"/>
                      </a:cubicBezTo>
                      <a:cubicBezTo>
                        <a:pt x="6" y="2"/>
                        <a:pt x="7" y="4"/>
                        <a:pt x="6" y="5"/>
                      </a:cubicBezTo>
                      <a:cubicBezTo>
                        <a:pt x="6" y="7"/>
                        <a:pt x="4" y="7"/>
                        <a:pt x="2" y="5"/>
                      </a:cubicBezTo>
                      <a:cubicBezTo>
                        <a:pt x="1" y="4"/>
                        <a:pt x="0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14" name="Freeform 1585">
                  <a:extLst>
                    <a:ext uri="{FF2B5EF4-FFF2-40B4-BE49-F238E27FC236}">
                      <a16:creationId xmlns:a16="http://schemas.microsoft.com/office/drawing/2014/main" id="{74F0659B-B51E-4AF8-B7D0-55E75CFECF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3" y="3717"/>
                  <a:ext cx="14" cy="10"/>
                </a:xfrm>
                <a:custGeom>
                  <a:avLst/>
                  <a:gdLst>
                    <a:gd name="T0" fmla="*/ 0 w 7"/>
                    <a:gd name="T1" fmla="*/ 24 h 5"/>
                    <a:gd name="T2" fmla="*/ 24 w 7"/>
                    <a:gd name="T3" fmla="*/ 0 h 5"/>
                    <a:gd name="T4" fmla="*/ 56 w 7"/>
                    <a:gd name="T5" fmla="*/ 16 h 5"/>
                    <a:gd name="T6" fmla="*/ 32 w 7"/>
                    <a:gd name="T7" fmla="*/ 40 h 5"/>
                    <a:gd name="T8" fmla="*/ 0 w 7"/>
                    <a:gd name="T9" fmla="*/ 24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5">
                      <a:moveTo>
                        <a:pt x="0" y="3"/>
                      </a:moveTo>
                      <a:cubicBezTo>
                        <a:pt x="0" y="2"/>
                        <a:pt x="1" y="0"/>
                        <a:pt x="3" y="0"/>
                      </a:cubicBezTo>
                      <a:cubicBezTo>
                        <a:pt x="5" y="0"/>
                        <a:pt x="7" y="0"/>
                        <a:pt x="7" y="2"/>
                      </a:cubicBezTo>
                      <a:cubicBezTo>
                        <a:pt x="7" y="3"/>
                        <a:pt x="6" y="4"/>
                        <a:pt x="4" y="5"/>
                      </a:cubicBezTo>
                      <a:cubicBezTo>
                        <a:pt x="2" y="5"/>
                        <a:pt x="0" y="4"/>
                        <a:pt x="0" y="3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15" name="Freeform 1586">
                  <a:extLst>
                    <a:ext uri="{FF2B5EF4-FFF2-40B4-BE49-F238E27FC236}">
                      <a16:creationId xmlns:a16="http://schemas.microsoft.com/office/drawing/2014/main" id="{36E8C546-E900-4C97-9891-B0E41DA00C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3706"/>
                  <a:ext cx="16" cy="13"/>
                </a:xfrm>
                <a:custGeom>
                  <a:avLst/>
                  <a:gdLst>
                    <a:gd name="T0" fmla="*/ 8 w 8"/>
                    <a:gd name="T1" fmla="*/ 9 h 6"/>
                    <a:gd name="T2" fmla="*/ 40 w 8"/>
                    <a:gd name="T3" fmla="*/ 9 h 6"/>
                    <a:gd name="T4" fmla="*/ 56 w 8"/>
                    <a:gd name="T5" fmla="*/ 52 h 6"/>
                    <a:gd name="T6" fmla="*/ 24 w 8"/>
                    <a:gd name="T7" fmla="*/ 52 h 6"/>
                    <a:gd name="T8" fmla="*/ 8 w 8"/>
                    <a:gd name="T9" fmla="*/ 9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" h="6">
                      <a:moveTo>
                        <a:pt x="1" y="1"/>
                      </a:moveTo>
                      <a:cubicBezTo>
                        <a:pt x="1" y="0"/>
                        <a:pt x="3" y="0"/>
                        <a:pt x="5" y="1"/>
                      </a:cubicBezTo>
                      <a:cubicBezTo>
                        <a:pt x="7" y="2"/>
                        <a:pt x="8" y="4"/>
                        <a:pt x="7" y="5"/>
                      </a:cubicBezTo>
                      <a:cubicBezTo>
                        <a:pt x="6" y="6"/>
                        <a:pt x="5" y="6"/>
                        <a:pt x="3" y="5"/>
                      </a:cubicBezTo>
                      <a:cubicBezTo>
                        <a:pt x="1" y="4"/>
                        <a:pt x="0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16" name="Freeform 1587">
                  <a:extLst>
                    <a:ext uri="{FF2B5EF4-FFF2-40B4-BE49-F238E27FC236}">
                      <a16:creationId xmlns:a16="http://schemas.microsoft.com/office/drawing/2014/main" id="{59F2EFEC-5795-4BEE-8038-0463112693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" y="3592"/>
                  <a:ext cx="16" cy="13"/>
                </a:xfrm>
                <a:custGeom>
                  <a:avLst/>
                  <a:gdLst>
                    <a:gd name="T0" fmla="*/ 8 w 8"/>
                    <a:gd name="T1" fmla="*/ 43 h 6"/>
                    <a:gd name="T2" fmla="*/ 24 w 8"/>
                    <a:gd name="T3" fmla="*/ 9 h 6"/>
                    <a:gd name="T4" fmla="*/ 56 w 8"/>
                    <a:gd name="T5" fmla="*/ 9 h 6"/>
                    <a:gd name="T6" fmla="*/ 40 w 8"/>
                    <a:gd name="T7" fmla="*/ 52 h 6"/>
                    <a:gd name="T8" fmla="*/ 8 w 8"/>
                    <a:gd name="T9" fmla="*/ 43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" h="6">
                      <a:moveTo>
                        <a:pt x="1" y="4"/>
                      </a:moveTo>
                      <a:cubicBezTo>
                        <a:pt x="0" y="3"/>
                        <a:pt x="1" y="2"/>
                        <a:pt x="3" y="1"/>
                      </a:cubicBezTo>
                      <a:cubicBezTo>
                        <a:pt x="4" y="0"/>
                        <a:pt x="6" y="0"/>
                        <a:pt x="7" y="1"/>
                      </a:cubicBezTo>
                      <a:cubicBezTo>
                        <a:pt x="8" y="3"/>
                        <a:pt x="7" y="4"/>
                        <a:pt x="5" y="5"/>
                      </a:cubicBezTo>
                      <a:cubicBezTo>
                        <a:pt x="3" y="6"/>
                        <a:pt x="1" y="5"/>
                        <a:pt x="1" y="4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17" name="Freeform 1588">
                  <a:extLst>
                    <a:ext uri="{FF2B5EF4-FFF2-40B4-BE49-F238E27FC236}">
                      <a16:creationId xmlns:a16="http://schemas.microsoft.com/office/drawing/2014/main" id="{80E6EB19-A65E-4A2E-8A1C-61CB8FBB3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30" y="3481"/>
                  <a:ext cx="16" cy="10"/>
                </a:xfrm>
                <a:custGeom>
                  <a:avLst/>
                  <a:gdLst>
                    <a:gd name="T0" fmla="*/ 8 w 8"/>
                    <a:gd name="T1" fmla="*/ 32 h 5"/>
                    <a:gd name="T2" fmla="*/ 24 w 8"/>
                    <a:gd name="T3" fmla="*/ 0 h 5"/>
                    <a:gd name="T4" fmla="*/ 56 w 8"/>
                    <a:gd name="T5" fmla="*/ 8 h 5"/>
                    <a:gd name="T6" fmla="*/ 40 w 8"/>
                    <a:gd name="T7" fmla="*/ 40 h 5"/>
                    <a:gd name="T8" fmla="*/ 8 w 8"/>
                    <a:gd name="T9" fmla="*/ 32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" h="5">
                      <a:moveTo>
                        <a:pt x="1" y="4"/>
                      </a:moveTo>
                      <a:cubicBezTo>
                        <a:pt x="0" y="3"/>
                        <a:pt x="1" y="1"/>
                        <a:pt x="3" y="0"/>
                      </a:cubicBezTo>
                      <a:cubicBezTo>
                        <a:pt x="5" y="0"/>
                        <a:pt x="7" y="0"/>
                        <a:pt x="7" y="1"/>
                      </a:cubicBezTo>
                      <a:cubicBezTo>
                        <a:pt x="8" y="2"/>
                        <a:pt x="7" y="4"/>
                        <a:pt x="5" y="5"/>
                      </a:cubicBezTo>
                      <a:cubicBezTo>
                        <a:pt x="4" y="5"/>
                        <a:pt x="2" y="5"/>
                        <a:pt x="1" y="4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18" name="Freeform 1589">
                  <a:extLst>
                    <a:ext uri="{FF2B5EF4-FFF2-40B4-BE49-F238E27FC236}">
                      <a16:creationId xmlns:a16="http://schemas.microsoft.com/office/drawing/2014/main" id="{CCD9F9DD-4824-42FF-AB46-A87F60B5AB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6" y="3204"/>
                  <a:ext cx="14" cy="13"/>
                </a:xfrm>
                <a:custGeom>
                  <a:avLst/>
                  <a:gdLst>
                    <a:gd name="T0" fmla="*/ 0 w 7"/>
                    <a:gd name="T1" fmla="*/ 9 h 6"/>
                    <a:gd name="T2" fmla="*/ 32 w 7"/>
                    <a:gd name="T3" fmla="*/ 0 h 6"/>
                    <a:gd name="T4" fmla="*/ 56 w 7"/>
                    <a:gd name="T5" fmla="*/ 43 h 6"/>
                    <a:gd name="T6" fmla="*/ 24 w 7"/>
                    <a:gd name="T7" fmla="*/ 52 h 6"/>
                    <a:gd name="T8" fmla="*/ 0 w 7"/>
                    <a:gd name="T9" fmla="*/ 9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0" y="1"/>
                      </a:moveTo>
                      <a:cubicBezTo>
                        <a:pt x="1" y="0"/>
                        <a:pt x="2" y="0"/>
                        <a:pt x="4" y="0"/>
                      </a:cubicBezTo>
                      <a:cubicBezTo>
                        <a:pt x="6" y="1"/>
                        <a:pt x="7" y="3"/>
                        <a:pt x="7" y="4"/>
                      </a:cubicBezTo>
                      <a:cubicBezTo>
                        <a:pt x="7" y="5"/>
                        <a:pt x="5" y="6"/>
                        <a:pt x="3" y="5"/>
                      </a:cubicBezTo>
                      <a:cubicBezTo>
                        <a:pt x="1" y="4"/>
                        <a:pt x="0" y="3"/>
                        <a:pt x="0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19" name="Freeform 1590">
                  <a:extLst>
                    <a:ext uri="{FF2B5EF4-FFF2-40B4-BE49-F238E27FC236}">
                      <a16:creationId xmlns:a16="http://schemas.microsoft.com/office/drawing/2014/main" id="{4113E24E-36C0-4B44-8921-99F860D121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0" y="2704"/>
                  <a:ext cx="14" cy="13"/>
                </a:xfrm>
                <a:custGeom>
                  <a:avLst/>
                  <a:gdLst>
                    <a:gd name="T0" fmla="*/ 0 w 7"/>
                    <a:gd name="T1" fmla="*/ 9 h 6"/>
                    <a:gd name="T2" fmla="*/ 32 w 7"/>
                    <a:gd name="T3" fmla="*/ 9 h 6"/>
                    <a:gd name="T4" fmla="*/ 48 w 7"/>
                    <a:gd name="T5" fmla="*/ 52 h 6"/>
                    <a:gd name="T6" fmla="*/ 16 w 7"/>
                    <a:gd name="T7" fmla="*/ 52 h 6"/>
                    <a:gd name="T8" fmla="*/ 0 w 7"/>
                    <a:gd name="T9" fmla="*/ 9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0" y="1"/>
                      </a:moveTo>
                      <a:cubicBezTo>
                        <a:pt x="1" y="0"/>
                        <a:pt x="3" y="0"/>
                        <a:pt x="4" y="1"/>
                      </a:cubicBezTo>
                      <a:cubicBezTo>
                        <a:pt x="6" y="2"/>
                        <a:pt x="7" y="3"/>
                        <a:pt x="6" y="5"/>
                      </a:cubicBezTo>
                      <a:cubicBezTo>
                        <a:pt x="6" y="6"/>
                        <a:pt x="4" y="6"/>
                        <a:pt x="2" y="5"/>
                      </a:cubicBezTo>
                      <a:cubicBezTo>
                        <a:pt x="1" y="4"/>
                        <a:pt x="0" y="2"/>
                        <a:pt x="0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20" name="Freeform 1591">
                  <a:extLst>
                    <a:ext uri="{FF2B5EF4-FFF2-40B4-BE49-F238E27FC236}">
                      <a16:creationId xmlns:a16="http://schemas.microsoft.com/office/drawing/2014/main" id="{33AF014D-6A52-4367-9BBD-D58D5230B0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2781"/>
                  <a:ext cx="16" cy="13"/>
                </a:xfrm>
                <a:custGeom>
                  <a:avLst/>
                  <a:gdLst>
                    <a:gd name="T0" fmla="*/ 8 w 8"/>
                    <a:gd name="T1" fmla="*/ 43 h 6"/>
                    <a:gd name="T2" fmla="*/ 16 w 8"/>
                    <a:gd name="T3" fmla="*/ 9 h 6"/>
                    <a:gd name="T4" fmla="*/ 56 w 8"/>
                    <a:gd name="T5" fmla="*/ 9 h 6"/>
                    <a:gd name="T6" fmla="*/ 40 w 8"/>
                    <a:gd name="T7" fmla="*/ 52 h 6"/>
                    <a:gd name="T8" fmla="*/ 8 w 8"/>
                    <a:gd name="T9" fmla="*/ 43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" h="6">
                      <a:moveTo>
                        <a:pt x="1" y="4"/>
                      </a:moveTo>
                      <a:cubicBezTo>
                        <a:pt x="0" y="3"/>
                        <a:pt x="1" y="2"/>
                        <a:pt x="2" y="1"/>
                      </a:cubicBezTo>
                      <a:cubicBezTo>
                        <a:pt x="4" y="0"/>
                        <a:pt x="6" y="0"/>
                        <a:pt x="7" y="1"/>
                      </a:cubicBezTo>
                      <a:cubicBezTo>
                        <a:pt x="8" y="2"/>
                        <a:pt x="7" y="4"/>
                        <a:pt x="5" y="5"/>
                      </a:cubicBezTo>
                      <a:cubicBezTo>
                        <a:pt x="3" y="6"/>
                        <a:pt x="1" y="5"/>
                        <a:pt x="1" y="4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21" name="Freeform 1592">
                  <a:extLst>
                    <a:ext uri="{FF2B5EF4-FFF2-40B4-BE49-F238E27FC236}">
                      <a16:creationId xmlns:a16="http://schemas.microsoft.com/office/drawing/2014/main" id="{BBFD5FB5-1439-4230-90D5-10EB8C4910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" y="2811"/>
                  <a:ext cx="16" cy="13"/>
                </a:xfrm>
                <a:custGeom>
                  <a:avLst/>
                  <a:gdLst>
                    <a:gd name="T0" fmla="*/ 8 w 8"/>
                    <a:gd name="T1" fmla="*/ 9 h 6"/>
                    <a:gd name="T2" fmla="*/ 40 w 8"/>
                    <a:gd name="T3" fmla="*/ 9 h 6"/>
                    <a:gd name="T4" fmla="*/ 56 w 8"/>
                    <a:gd name="T5" fmla="*/ 52 h 6"/>
                    <a:gd name="T6" fmla="*/ 24 w 8"/>
                    <a:gd name="T7" fmla="*/ 52 h 6"/>
                    <a:gd name="T8" fmla="*/ 8 w 8"/>
                    <a:gd name="T9" fmla="*/ 9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" h="6">
                      <a:moveTo>
                        <a:pt x="1" y="1"/>
                      </a:moveTo>
                      <a:cubicBezTo>
                        <a:pt x="2" y="0"/>
                        <a:pt x="3" y="0"/>
                        <a:pt x="5" y="1"/>
                      </a:cubicBezTo>
                      <a:cubicBezTo>
                        <a:pt x="7" y="2"/>
                        <a:pt x="8" y="4"/>
                        <a:pt x="7" y="5"/>
                      </a:cubicBezTo>
                      <a:cubicBezTo>
                        <a:pt x="6" y="6"/>
                        <a:pt x="4" y="6"/>
                        <a:pt x="3" y="5"/>
                      </a:cubicBezTo>
                      <a:cubicBezTo>
                        <a:pt x="1" y="4"/>
                        <a:pt x="0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22" name="Freeform 1593">
                  <a:extLst>
                    <a:ext uri="{FF2B5EF4-FFF2-40B4-BE49-F238E27FC236}">
                      <a16:creationId xmlns:a16="http://schemas.microsoft.com/office/drawing/2014/main" id="{CCEA9A5A-C4AA-4385-A294-9C68EA510A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54" y="3406"/>
                  <a:ext cx="14" cy="15"/>
                </a:xfrm>
                <a:custGeom>
                  <a:avLst/>
                  <a:gdLst>
                    <a:gd name="T0" fmla="*/ 8 w 7"/>
                    <a:gd name="T1" fmla="*/ 9 h 7"/>
                    <a:gd name="T2" fmla="*/ 40 w 7"/>
                    <a:gd name="T3" fmla="*/ 9 h 7"/>
                    <a:gd name="T4" fmla="*/ 56 w 7"/>
                    <a:gd name="T5" fmla="*/ 51 h 7"/>
                    <a:gd name="T6" fmla="*/ 16 w 7"/>
                    <a:gd name="T7" fmla="*/ 60 h 7"/>
                    <a:gd name="T8" fmla="*/ 8 w 7"/>
                    <a:gd name="T9" fmla="*/ 9 h 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7">
                      <a:moveTo>
                        <a:pt x="1" y="1"/>
                      </a:moveTo>
                      <a:cubicBezTo>
                        <a:pt x="1" y="0"/>
                        <a:pt x="3" y="0"/>
                        <a:pt x="5" y="1"/>
                      </a:cubicBezTo>
                      <a:cubicBezTo>
                        <a:pt x="6" y="2"/>
                        <a:pt x="7" y="4"/>
                        <a:pt x="7" y="5"/>
                      </a:cubicBezTo>
                      <a:cubicBezTo>
                        <a:pt x="6" y="7"/>
                        <a:pt x="4" y="7"/>
                        <a:pt x="2" y="6"/>
                      </a:cubicBezTo>
                      <a:cubicBezTo>
                        <a:pt x="1" y="4"/>
                        <a:pt x="0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23" name="Freeform 1594">
                  <a:extLst>
                    <a:ext uri="{FF2B5EF4-FFF2-40B4-BE49-F238E27FC236}">
                      <a16:creationId xmlns:a16="http://schemas.microsoft.com/office/drawing/2014/main" id="{D785C1F9-C2EE-4896-985C-99EF29BC3B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87" y="3564"/>
                  <a:ext cx="13" cy="18"/>
                </a:xfrm>
                <a:custGeom>
                  <a:avLst/>
                  <a:gdLst>
                    <a:gd name="T0" fmla="*/ 9 w 6"/>
                    <a:gd name="T1" fmla="*/ 81 h 8"/>
                    <a:gd name="T2" fmla="*/ 0 w 6"/>
                    <a:gd name="T3" fmla="*/ 36 h 8"/>
                    <a:gd name="T4" fmla="*/ 43 w 6"/>
                    <a:gd name="T5" fmla="*/ 11 h 8"/>
                    <a:gd name="T6" fmla="*/ 52 w 6"/>
                    <a:gd name="T7" fmla="*/ 56 h 8"/>
                    <a:gd name="T8" fmla="*/ 9 w 6"/>
                    <a:gd name="T9" fmla="*/ 81 h 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" h="8">
                      <a:moveTo>
                        <a:pt x="1" y="7"/>
                      </a:moveTo>
                      <a:cubicBezTo>
                        <a:pt x="0" y="6"/>
                        <a:pt x="0" y="5"/>
                        <a:pt x="0" y="3"/>
                      </a:cubicBezTo>
                      <a:cubicBezTo>
                        <a:pt x="1" y="1"/>
                        <a:pt x="3" y="0"/>
                        <a:pt x="4" y="1"/>
                      </a:cubicBezTo>
                      <a:cubicBezTo>
                        <a:pt x="6" y="1"/>
                        <a:pt x="6" y="3"/>
                        <a:pt x="5" y="5"/>
                      </a:cubicBezTo>
                      <a:cubicBezTo>
                        <a:pt x="4" y="7"/>
                        <a:pt x="2" y="8"/>
                        <a:pt x="1" y="7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24" name="Freeform 1595">
                  <a:extLst>
                    <a:ext uri="{FF2B5EF4-FFF2-40B4-BE49-F238E27FC236}">
                      <a16:creationId xmlns:a16="http://schemas.microsoft.com/office/drawing/2014/main" id="{F582A9FC-7661-4EDE-A22A-A78A99FAC5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71" y="3655"/>
                  <a:ext cx="10" cy="15"/>
                </a:xfrm>
                <a:custGeom>
                  <a:avLst/>
                  <a:gdLst>
                    <a:gd name="T0" fmla="*/ 16 w 5"/>
                    <a:gd name="T1" fmla="*/ 9 h 7"/>
                    <a:gd name="T2" fmla="*/ 40 w 5"/>
                    <a:gd name="T3" fmla="*/ 19 h 7"/>
                    <a:gd name="T4" fmla="*/ 24 w 5"/>
                    <a:gd name="T5" fmla="*/ 60 h 7"/>
                    <a:gd name="T6" fmla="*/ 0 w 5"/>
                    <a:gd name="T7" fmla="*/ 51 h 7"/>
                    <a:gd name="T8" fmla="*/ 16 w 5"/>
                    <a:gd name="T9" fmla="*/ 9 h 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7">
                      <a:moveTo>
                        <a:pt x="2" y="1"/>
                      </a:moveTo>
                      <a:cubicBezTo>
                        <a:pt x="3" y="0"/>
                        <a:pt x="4" y="1"/>
                        <a:pt x="5" y="2"/>
                      </a:cubicBezTo>
                      <a:cubicBezTo>
                        <a:pt x="5" y="4"/>
                        <a:pt x="4" y="6"/>
                        <a:pt x="3" y="6"/>
                      </a:cubicBezTo>
                      <a:cubicBezTo>
                        <a:pt x="2" y="7"/>
                        <a:pt x="1" y="6"/>
                        <a:pt x="0" y="5"/>
                      </a:cubicBezTo>
                      <a:cubicBezTo>
                        <a:pt x="0" y="3"/>
                        <a:pt x="1" y="2"/>
                        <a:pt x="2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25" name="Freeform 1596">
                  <a:extLst>
                    <a:ext uri="{FF2B5EF4-FFF2-40B4-BE49-F238E27FC236}">
                      <a16:creationId xmlns:a16="http://schemas.microsoft.com/office/drawing/2014/main" id="{C3F74C69-EEB9-4BB6-A809-0F2D91EE69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91" y="2683"/>
                  <a:ext cx="15" cy="13"/>
                </a:xfrm>
                <a:custGeom>
                  <a:avLst/>
                  <a:gdLst>
                    <a:gd name="T0" fmla="*/ 9 w 7"/>
                    <a:gd name="T1" fmla="*/ 52 h 6"/>
                    <a:gd name="T2" fmla="*/ 19 w 7"/>
                    <a:gd name="T3" fmla="*/ 9 h 6"/>
                    <a:gd name="T4" fmla="*/ 60 w 7"/>
                    <a:gd name="T5" fmla="*/ 9 h 6"/>
                    <a:gd name="T6" fmla="*/ 51 w 7"/>
                    <a:gd name="T7" fmla="*/ 52 h 6"/>
                    <a:gd name="T8" fmla="*/ 9 w 7"/>
                    <a:gd name="T9" fmla="*/ 52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1" y="5"/>
                      </a:moveTo>
                      <a:cubicBezTo>
                        <a:pt x="0" y="4"/>
                        <a:pt x="0" y="2"/>
                        <a:pt x="2" y="1"/>
                      </a:cubicBezTo>
                      <a:cubicBezTo>
                        <a:pt x="3" y="0"/>
                        <a:pt x="5" y="0"/>
                        <a:pt x="6" y="1"/>
                      </a:cubicBezTo>
                      <a:cubicBezTo>
                        <a:pt x="7" y="2"/>
                        <a:pt x="7" y="3"/>
                        <a:pt x="5" y="5"/>
                      </a:cubicBezTo>
                      <a:cubicBezTo>
                        <a:pt x="4" y="6"/>
                        <a:pt x="2" y="6"/>
                        <a:pt x="1" y="5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26" name="Freeform 1597">
                  <a:extLst>
                    <a:ext uri="{FF2B5EF4-FFF2-40B4-BE49-F238E27FC236}">
                      <a16:creationId xmlns:a16="http://schemas.microsoft.com/office/drawing/2014/main" id="{0A35212C-316D-4DEE-BE15-255E72A388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5" y="2075"/>
                  <a:ext cx="12" cy="9"/>
                </a:xfrm>
                <a:custGeom>
                  <a:avLst/>
                  <a:gdLst>
                    <a:gd name="T0" fmla="*/ 8 w 6"/>
                    <a:gd name="T1" fmla="*/ 36 h 4"/>
                    <a:gd name="T2" fmla="*/ 16 w 6"/>
                    <a:gd name="T3" fmla="*/ 0 h 4"/>
                    <a:gd name="T4" fmla="*/ 48 w 6"/>
                    <a:gd name="T5" fmla="*/ 11 h 4"/>
                    <a:gd name="T6" fmla="*/ 32 w 6"/>
                    <a:gd name="T7" fmla="*/ 36 h 4"/>
                    <a:gd name="T8" fmla="*/ 8 w 6"/>
                    <a:gd name="T9" fmla="*/ 36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" h="4">
                      <a:moveTo>
                        <a:pt x="1" y="3"/>
                      </a:moveTo>
                      <a:cubicBezTo>
                        <a:pt x="0" y="2"/>
                        <a:pt x="1" y="1"/>
                        <a:pt x="2" y="0"/>
                      </a:cubicBezTo>
                      <a:cubicBezTo>
                        <a:pt x="4" y="0"/>
                        <a:pt x="5" y="0"/>
                        <a:pt x="6" y="1"/>
                      </a:cubicBezTo>
                      <a:cubicBezTo>
                        <a:pt x="6" y="1"/>
                        <a:pt x="5" y="3"/>
                        <a:pt x="4" y="3"/>
                      </a:cubicBezTo>
                      <a:cubicBezTo>
                        <a:pt x="3" y="4"/>
                        <a:pt x="1" y="4"/>
                        <a:pt x="1" y="3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27" name="Freeform 1598">
                  <a:extLst>
                    <a:ext uri="{FF2B5EF4-FFF2-40B4-BE49-F238E27FC236}">
                      <a16:creationId xmlns:a16="http://schemas.microsoft.com/office/drawing/2014/main" id="{D147823A-2690-4E5E-8A3C-74E968082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4" y="2187"/>
                  <a:ext cx="8" cy="13"/>
                </a:xfrm>
                <a:custGeom>
                  <a:avLst/>
                  <a:gdLst>
                    <a:gd name="T0" fmla="*/ 8 w 4"/>
                    <a:gd name="T1" fmla="*/ 61 h 6"/>
                    <a:gd name="T2" fmla="*/ 8 w 4"/>
                    <a:gd name="T3" fmla="*/ 33 h 6"/>
                    <a:gd name="T4" fmla="*/ 24 w 4"/>
                    <a:gd name="T5" fmla="*/ 9 h 6"/>
                    <a:gd name="T6" fmla="*/ 32 w 4"/>
                    <a:gd name="T7" fmla="*/ 43 h 6"/>
                    <a:gd name="T8" fmla="*/ 8 w 4"/>
                    <a:gd name="T9" fmla="*/ 61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" h="6">
                      <a:moveTo>
                        <a:pt x="1" y="6"/>
                      </a:moveTo>
                      <a:cubicBezTo>
                        <a:pt x="0" y="5"/>
                        <a:pt x="0" y="4"/>
                        <a:pt x="1" y="3"/>
                      </a:cubicBezTo>
                      <a:cubicBezTo>
                        <a:pt x="1" y="1"/>
                        <a:pt x="2" y="0"/>
                        <a:pt x="3" y="1"/>
                      </a:cubicBezTo>
                      <a:cubicBezTo>
                        <a:pt x="4" y="1"/>
                        <a:pt x="4" y="2"/>
                        <a:pt x="4" y="4"/>
                      </a:cubicBezTo>
                      <a:cubicBezTo>
                        <a:pt x="3" y="5"/>
                        <a:pt x="2" y="6"/>
                        <a:pt x="1" y="6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28" name="Freeform 1599">
                  <a:extLst>
                    <a:ext uri="{FF2B5EF4-FFF2-40B4-BE49-F238E27FC236}">
                      <a16:creationId xmlns:a16="http://schemas.microsoft.com/office/drawing/2014/main" id="{7F3D9435-6C1F-4CF3-AC4C-C48044A97F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4" y="2339"/>
                  <a:ext cx="10" cy="11"/>
                </a:xfrm>
                <a:custGeom>
                  <a:avLst/>
                  <a:gdLst>
                    <a:gd name="T0" fmla="*/ 0 w 5"/>
                    <a:gd name="T1" fmla="*/ 9 h 5"/>
                    <a:gd name="T2" fmla="*/ 24 w 5"/>
                    <a:gd name="T3" fmla="*/ 9 h 5"/>
                    <a:gd name="T4" fmla="*/ 40 w 5"/>
                    <a:gd name="T5" fmla="*/ 44 h 5"/>
                    <a:gd name="T6" fmla="*/ 16 w 5"/>
                    <a:gd name="T7" fmla="*/ 44 h 5"/>
                    <a:gd name="T8" fmla="*/ 0 w 5"/>
                    <a:gd name="T9" fmla="*/ 9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0" y="1"/>
                      </a:moveTo>
                      <a:cubicBezTo>
                        <a:pt x="1" y="0"/>
                        <a:pt x="2" y="0"/>
                        <a:pt x="3" y="1"/>
                      </a:cubicBezTo>
                      <a:cubicBezTo>
                        <a:pt x="5" y="2"/>
                        <a:pt x="5" y="3"/>
                        <a:pt x="5" y="4"/>
                      </a:cubicBezTo>
                      <a:cubicBezTo>
                        <a:pt x="4" y="5"/>
                        <a:pt x="3" y="5"/>
                        <a:pt x="2" y="4"/>
                      </a:cubicBezTo>
                      <a:cubicBezTo>
                        <a:pt x="1" y="3"/>
                        <a:pt x="0" y="2"/>
                        <a:pt x="0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29" name="Freeform 1600">
                  <a:extLst>
                    <a:ext uri="{FF2B5EF4-FFF2-40B4-BE49-F238E27FC236}">
                      <a16:creationId xmlns:a16="http://schemas.microsoft.com/office/drawing/2014/main" id="{93CBA228-8180-4F13-9441-4F1C9F8958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5" y="2432"/>
                  <a:ext cx="12" cy="8"/>
                </a:xfrm>
                <a:custGeom>
                  <a:avLst/>
                  <a:gdLst>
                    <a:gd name="T0" fmla="*/ 8 w 6"/>
                    <a:gd name="T1" fmla="*/ 24 h 4"/>
                    <a:gd name="T2" fmla="*/ 16 w 6"/>
                    <a:gd name="T3" fmla="*/ 8 h 4"/>
                    <a:gd name="T4" fmla="*/ 48 w 6"/>
                    <a:gd name="T5" fmla="*/ 8 h 4"/>
                    <a:gd name="T6" fmla="*/ 32 w 6"/>
                    <a:gd name="T7" fmla="*/ 32 h 4"/>
                    <a:gd name="T8" fmla="*/ 8 w 6"/>
                    <a:gd name="T9" fmla="*/ 24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" h="4">
                      <a:moveTo>
                        <a:pt x="1" y="3"/>
                      </a:moveTo>
                      <a:cubicBezTo>
                        <a:pt x="0" y="2"/>
                        <a:pt x="1" y="1"/>
                        <a:pt x="2" y="1"/>
                      </a:cubicBezTo>
                      <a:cubicBezTo>
                        <a:pt x="4" y="0"/>
                        <a:pt x="5" y="0"/>
                        <a:pt x="6" y="1"/>
                      </a:cubicBezTo>
                      <a:cubicBezTo>
                        <a:pt x="6" y="2"/>
                        <a:pt x="5" y="3"/>
                        <a:pt x="4" y="4"/>
                      </a:cubicBezTo>
                      <a:cubicBezTo>
                        <a:pt x="3" y="4"/>
                        <a:pt x="1" y="4"/>
                        <a:pt x="1" y="3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30" name="Freeform 1601">
                  <a:extLst>
                    <a:ext uri="{FF2B5EF4-FFF2-40B4-BE49-F238E27FC236}">
                      <a16:creationId xmlns:a16="http://schemas.microsoft.com/office/drawing/2014/main" id="{19FB4AA2-78A8-4DB7-9668-1B8BE982FB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87" y="2037"/>
                  <a:ext cx="10" cy="6"/>
                </a:xfrm>
                <a:custGeom>
                  <a:avLst/>
                  <a:gdLst>
                    <a:gd name="T0" fmla="*/ 0 w 5"/>
                    <a:gd name="T1" fmla="*/ 16 h 3"/>
                    <a:gd name="T2" fmla="*/ 16 w 5"/>
                    <a:gd name="T3" fmla="*/ 0 h 3"/>
                    <a:gd name="T4" fmla="*/ 40 w 5"/>
                    <a:gd name="T5" fmla="*/ 8 h 3"/>
                    <a:gd name="T6" fmla="*/ 24 w 5"/>
                    <a:gd name="T7" fmla="*/ 24 h 3"/>
                    <a:gd name="T8" fmla="*/ 0 w 5"/>
                    <a:gd name="T9" fmla="*/ 16 h 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3">
                      <a:moveTo>
                        <a:pt x="0" y="2"/>
                      </a:moveTo>
                      <a:cubicBezTo>
                        <a:pt x="0" y="1"/>
                        <a:pt x="1" y="0"/>
                        <a:pt x="2" y="0"/>
                      </a:cubicBezTo>
                      <a:cubicBezTo>
                        <a:pt x="4" y="0"/>
                        <a:pt x="5" y="0"/>
                        <a:pt x="5" y="1"/>
                      </a:cubicBezTo>
                      <a:cubicBezTo>
                        <a:pt x="5" y="2"/>
                        <a:pt x="4" y="3"/>
                        <a:pt x="3" y="3"/>
                      </a:cubicBezTo>
                      <a:cubicBezTo>
                        <a:pt x="1" y="3"/>
                        <a:pt x="0" y="3"/>
                        <a:pt x="0" y="2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31" name="Freeform 1602">
                  <a:extLst>
                    <a:ext uri="{FF2B5EF4-FFF2-40B4-BE49-F238E27FC236}">
                      <a16:creationId xmlns:a16="http://schemas.microsoft.com/office/drawing/2014/main" id="{332A5448-3C40-4BB0-BA03-A37903058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8" y="1988"/>
                  <a:ext cx="8" cy="12"/>
                </a:xfrm>
                <a:custGeom>
                  <a:avLst/>
                  <a:gdLst>
                    <a:gd name="T0" fmla="*/ 8 w 4"/>
                    <a:gd name="T1" fmla="*/ 8 h 6"/>
                    <a:gd name="T2" fmla="*/ 24 w 4"/>
                    <a:gd name="T3" fmla="*/ 16 h 6"/>
                    <a:gd name="T4" fmla="*/ 24 w 4"/>
                    <a:gd name="T5" fmla="*/ 40 h 6"/>
                    <a:gd name="T6" fmla="*/ 0 w 4"/>
                    <a:gd name="T7" fmla="*/ 32 h 6"/>
                    <a:gd name="T8" fmla="*/ 8 w 4"/>
                    <a:gd name="T9" fmla="*/ 8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" h="6">
                      <a:moveTo>
                        <a:pt x="1" y="1"/>
                      </a:moveTo>
                      <a:cubicBezTo>
                        <a:pt x="1" y="0"/>
                        <a:pt x="3" y="0"/>
                        <a:pt x="3" y="2"/>
                      </a:cubicBezTo>
                      <a:cubicBezTo>
                        <a:pt x="4" y="3"/>
                        <a:pt x="4" y="4"/>
                        <a:pt x="3" y="5"/>
                      </a:cubicBezTo>
                      <a:cubicBezTo>
                        <a:pt x="3" y="6"/>
                        <a:pt x="1" y="5"/>
                        <a:pt x="0" y="4"/>
                      </a:cubicBezTo>
                      <a:cubicBezTo>
                        <a:pt x="0" y="3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32" name="Freeform 1603">
                  <a:extLst>
                    <a:ext uri="{FF2B5EF4-FFF2-40B4-BE49-F238E27FC236}">
                      <a16:creationId xmlns:a16="http://schemas.microsoft.com/office/drawing/2014/main" id="{BB7941E2-B684-4933-A31C-4ED428010D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6" y="1754"/>
                  <a:ext cx="10" cy="10"/>
                </a:xfrm>
                <a:custGeom>
                  <a:avLst/>
                  <a:gdLst>
                    <a:gd name="T0" fmla="*/ 0 w 5"/>
                    <a:gd name="T1" fmla="*/ 32 h 5"/>
                    <a:gd name="T2" fmla="*/ 8 w 5"/>
                    <a:gd name="T3" fmla="*/ 8 h 5"/>
                    <a:gd name="T4" fmla="*/ 32 w 5"/>
                    <a:gd name="T5" fmla="*/ 8 h 5"/>
                    <a:gd name="T6" fmla="*/ 32 w 5"/>
                    <a:gd name="T7" fmla="*/ 32 h 5"/>
                    <a:gd name="T8" fmla="*/ 0 w 5"/>
                    <a:gd name="T9" fmla="*/ 32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0" y="4"/>
                      </a:moveTo>
                      <a:cubicBezTo>
                        <a:pt x="0" y="4"/>
                        <a:pt x="0" y="2"/>
                        <a:pt x="1" y="1"/>
                      </a:cubicBezTo>
                      <a:cubicBezTo>
                        <a:pt x="2" y="0"/>
                        <a:pt x="3" y="0"/>
                        <a:pt x="4" y="1"/>
                      </a:cubicBezTo>
                      <a:cubicBezTo>
                        <a:pt x="5" y="1"/>
                        <a:pt x="5" y="3"/>
                        <a:pt x="4" y="4"/>
                      </a:cubicBezTo>
                      <a:cubicBezTo>
                        <a:pt x="3" y="5"/>
                        <a:pt x="1" y="5"/>
                        <a:pt x="0" y="4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33" name="Freeform 1604">
                  <a:extLst>
                    <a:ext uri="{FF2B5EF4-FFF2-40B4-BE49-F238E27FC236}">
                      <a16:creationId xmlns:a16="http://schemas.microsoft.com/office/drawing/2014/main" id="{A98FBA13-0D1B-4E27-A456-51363E19FF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1749"/>
                  <a:ext cx="10" cy="9"/>
                </a:xfrm>
                <a:custGeom>
                  <a:avLst/>
                  <a:gdLst>
                    <a:gd name="T0" fmla="*/ 0 w 5"/>
                    <a:gd name="T1" fmla="*/ 36 h 4"/>
                    <a:gd name="T2" fmla="*/ 16 w 5"/>
                    <a:gd name="T3" fmla="*/ 0 h 4"/>
                    <a:gd name="T4" fmla="*/ 40 w 5"/>
                    <a:gd name="T5" fmla="*/ 25 h 4"/>
                    <a:gd name="T6" fmla="*/ 24 w 5"/>
                    <a:gd name="T7" fmla="*/ 45 h 4"/>
                    <a:gd name="T8" fmla="*/ 0 w 5"/>
                    <a:gd name="T9" fmla="*/ 36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4">
                      <a:moveTo>
                        <a:pt x="0" y="3"/>
                      </a:moveTo>
                      <a:cubicBezTo>
                        <a:pt x="0" y="2"/>
                        <a:pt x="1" y="1"/>
                        <a:pt x="2" y="0"/>
                      </a:cubicBezTo>
                      <a:cubicBezTo>
                        <a:pt x="3" y="0"/>
                        <a:pt x="5" y="1"/>
                        <a:pt x="5" y="2"/>
                      </a:cubicBezTo>
                      <a:cubicBezTo>
                        <a:pt x="5" y="3"/>
                        <a:pt x="4" y="4"/>
                        <a:pt x="3" y="4"/>
                      </a:cubicBezTo>
                      <a:cubicBezTo>
                        <a:pt x="2" y="4"/>
                        <a:pt x="0" y="4"/>
                        <a:pt x="0" y="3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34" name="Freeform 1605">
                  <a:extLst>
                    <a:ext uri="{FF2B5EF4-FFF2-40B4-BE49-F238E27FC236}">
                      <a16:creationId xmlns:a16="http://schemas.microsoft.com/office/drawing/2014/main" id="{09384960-A980-43E9-95EF-7003ED09ED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02" y="1730"/>
                  <a:ext cx="10" cy="11"/>
                </a:xfrm>
                <a:custGeom>
                  <a:avLst/>
                  <a:gdLst>
                    <a:gd name="T0" fmla="*/ 8 w 5"/>
                    <a:gd name="T1" fmla="*/ 9 h 5"/>
                    <a:gd name="T2" fmla="*/ 32 w 5"/>
                    <a:gd name="T3" fmla="*/ 9 h 5"/>
                    <a:gd name="T4" fmla="*/ 32 w 5"/>
                    <a:gd name="T5" fmla="*/ 53 h 5"/>
                    <a:gd name="T6" fmla="*/ 8 w 5"/>
                    <a:gd name="T7" fmla="*/ 44 h 5"/>
                    <a:gd name="T8" fmla="*/ 8 w 5"/>
                    <a:gd name="T9" fmla="*/ 9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1" y="1"/>
                      </a:moveTo>
                      <a:cubicBezTo>
                        <a:pt x="1" y="0"/>
                        <a:pt x="2" y="0"/>
                        <a:pt x="4" y="1"/>
                      </a:cubicBezTo>
                      <a:cubicBezTo>
                        <a:pt x="5" y="2"/>
                        <a:pt x="5" y="4"/>
                        <a:pt x="4" y="5"/>
                      </a:cubicBezTo>
                      <a:cubicBezTo>
                        <a:pt x="4" y="5"/>
                        <a:pt x="2" y="5"/>
                        <a:pt x="1" y="4"/>
                      </a:cubicBezTo>
                      <a:cubicBezTo>
                        <a:pt x="0" y="3"/>
                        <a:pt x="0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35" name="Freeform 1606">
                  <a:extLst>
                    <a:ext uri="{FF2B5EF4-FFF2-40B4-BE49-F238E27FC236}">
                      <a16:creationId xmlns:a16="http://schemas.microsoft.com/office/drawing/2014/main" id="{E448E0C5-BD45-4411-A7B7-58260817FD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6" y="1788"/>
                  <a:ext cx="8" cy="13"/>
                </a:xfrm>
                <a:custGeom>
                  <a:avLst/>
                  <a:gdLst>
                    <a:gd name="T0" fmla="*/ 8 w 4"/>
                    <a:gd name="T1" fmla="*/ 9 h 6"/>
                    <a:gd name="T2" fmla="*/ 24 w 4"/>
                    <a:gd name="T3" fmla="*/ 20 h 6"/>
                    <a:gd name="T4" fmla="*/ 24 w 4"/>
                    <a:gd name="T5" fmla="*/ 52 h 6"/>
                    <a:gd name="T6" fmla="*/ 0 w 4"/>
                    <a:gd name="T7" fmla="*/ 43 h 6"/>
                    <a:gd name="T8" fmla="*/ 8 w 4"/>
                    <a:gd name="T9" fmla="*/ 9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" h="6">
                      <a:moveTo>
                        <a:pt x="1" y="1"/>
                      </a:moveTo>
                      <a:cubicBezTo>
                        <a:pt x="2" y="0"/>
                        <a:pt x="3" y="1"/>
                        <a:pt x="3" y="2"/>
                      </a:cubicBezTo>
                      <a:cubicBezTo>
                        <a:pt x="4" y="4"/>
                        <a:pt x="3" y="5"/>
                        <a:pt x="3" y="5"/>
                      </a:cubicBezTo>
                      <a:cubicBezTo>
                        <a:pt x="2" y="6"/>
                        <a:pt x="1" y="5"/>
                        <a:pt x="0" y="4"/>
                      </a:cubicBezTo>
                      <a:cubicBezTo>
                        <a:pt x="0" y="2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36" name="Freeform 1607">
                  <a:extLst>
                    <a:ext uri="{FF2B5EF4-FFF2-40B4-BE49-F238E27FC236}">
                      <a16:creationId xmlns:a16="http://schemas.microsoft.com/office/drawing/2014/main" id="{AF894F50-658B-44FD-874E-726F6CE605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26" y="1962"/>
                  <a:ext cx="10" cy="10"/>
                </a:xfrm>
                <a:custGeom>
                  <a:avLst/>
                  <a:gdLst>
                    <a:gd name="T0" fmla="*/ 16 w 5"/>
                    <a:gd name="T1" fmla="*/ 0 h 5"/>
                    <a:gd name="T2" fmla="*/ 32 w 5"/>
                    <a:gd name="T3" fmla="*/ 16 h 5"/>
                    <a:gd name="T4" fmla="*/ 24 w 5"/>
                    <a:gd name="T5" fmla="*/ 40 h 5"/>
                    <a:gd name="T6" fmla="*/ 8 w 5"/>
                    <a:gd name="T7" fmla="*/ 24 h 5"/>
                    <a:gd name="T8" fmla="*/ 16 w 5"/>
                    <a:gd name="T9" fmla="*/ 0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2" y="0"/>
                      </a:moveTo>
                      <a:cubicBezTo>
                        <a:pt x="3" y="0"/>
                        <a:pt x="4" y="0"/>
                        <a:pt x="4" y="2"/>
                      </a:cubicBezTo>
                      <a:cubicBezTo>
                        <a:pt x="5" y="3"/>
                        <a:pt x="4" y="5"/>
                        <a:pt x="3" y="5"/>
                      </a:cubicBezTo>
                      <a:cubicBezTo>
                        <a:pt x="3" y="5"/>
                        <a:pt x="1" y="5"/>
                        <a:pt x="1" y="3"/>
                      </a:cubicBezTo>
                      <a:cubicBezTo>
                        <a:pt x="0" y="2"/>
                        <a:pt x="1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37" name="Freeform 1608">
                  <a:extLst>
                    <a:ext uri="{FF2B5EF4-FFF2-40B4-BE49-F238E27FC236}">
                      <a16:creationId xmlns:a16="http://schemas.microsoft.com/office/drawing/2014/main" id="{07B78620-07A1-41BC-B231-24AB6CCB3D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79" y="2146"/>
                  <a:ext cx="8" cy="13"/>
                </a:xfrm>
                <a:custGeom>
                  <a:avLst/>
                  <a:gdLst>
                    <a:gd name="T0" fmla="*/ 16 w 4"/>
                    <a:gd name="T1" fmla="*/ 0 h 6"/>
                    <a:gd name="T2" fmla="*/ 32 w 4"/>
                    <a:gd name="T3" fmla="*/ 33 h 6"/>
                    <a:gd name="T4" fmla="*/ 16 w 4"/>
                    <a:gd name="T5" fmla="*/ 61 h 6"/>
                    <a:gd name="T6" fmla="*/ 0 w 4"/>
                    <a:gd name="T7" fmla="*/ 33 h 6"/>
                    <a:gd name="T8" fmla="*/ 16 w 4"/>
                    <a:gd name="T9" fmla="*/ 0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" h="6">
                      <a:moveTo>
                        <a:pt x="2" y="0"/>
                      </a:moveTo>
                      <a:cubicBezTo>
                        <a:pt x="3" y="0"/>
                        <a:pt x="4" y="1"/>
                        <a:pt x="4" y="3"/>
                      </a:cubicBezTo>
                      <a:cubicBezTo>
                        <a:pt x="4" y="4"/>
                        <a:pt x="3" y="6"/>
                        <a:pt x="2" y="6"/>
                      </a:cubicBezTo>
                      <a:cubicBezTo>
                        <a:pt x="1" y="6"/>
                        <a:pt x="0" y="5"/>
                        <a:pt x="0" y="3"/>
                      </a:cubicBezTo>
                      <a:cubicBezTo>
                        <a:pt x="0" y="2"/>
                        <a:pt x="1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38" name="Freeform 1609">
                  <a:extLst>
                    <a:ext uri="{FF2B5EF4-FFF2-40B4-BE49-F238E27FC236}">
                      <a16:creationId xmlns:a16="http://schemas.microsoft.com/office/drawing/2014/main" id="{5A76C163-5A25-4F43-AE26-9F6F69A95A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0" y="2200"/>
                  <a:ext cx="12" cy="8"/>
                </a:xfrm>
                <a:custGeom>
                  <a:avLst/>
                  <a:gdLst>
                    <a:gd name="T0" fmla="*/ 0 w 6"/>
                    <a:gd name="T1" fmla="*/ 16 h 4"/>
                    <a:gd name="T2" fmla="*/ 16 w 6"/>
                    <a:gd name="T3" fmla="*/ 0 h 4"/>
                    <a:gd name="T4" fmla="*/ 40 w 6"/>
                    <a:gd name="T5" fmla="*/ 16 h 4"/>
                    <a:gd name="T6" fmla="*/ 24 w 6"/>
                    <a:gd name="T7" fmla="*/ 32 h 4"/>
                    <a:gd name="T8" fmla="*/ 0 w 6"/>
                    <a:gd name="T9" fmla="*/ 16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" h="4">
                      <a:moveTo>
                        <a:pt x="0" y="2"/>
                      </a:moveTo>
                      <a:cubicBezTo>
                        <a:pt x="0" y="1"/>
                        <a:pt x="1" y="0"/>
                        <a:pt x="2" y="0"/>
                      </a:cubicBezTo>
                      <a:cubicBezTo>
                        <a:pt x="4" y="0"/>
                        <a:pt x="5" y="1"/>
                        <a:pt x="5" y="2"/>
                      </a:cubicBezTo>
                      <a:cubicBezTo>
                        <a:pt x="6" y="3"/>
                        <a:pt x="5" y="4"/>
                        <a:pt x="3" y="4"/>
                      </a:cubicBezTo>
                      <a:cubicBezTo>
                        <a:pt x="2" y="4"/>
                        <a:pt x="1" y="3"/>
                        <a:pt x="0" y="2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39" name="Freeform 1610">
                  <a:extLst>
                    <a:ext uri="{FF2B5EF4-FFF2-40B4-BE49-F238E27FC236}">
                      <a16:creationId xmlns:a16="http://schemas.microsoft.com/office/drawing/2014/main" id="{6623B1DC-9352-4C1C-B8D9-AA953E6ADD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58" y="2251"/>
                  <a:ext cx="8" cy="13"/>
                </a:xfrm>
                <a:custGeom>
                  <a:avLst/>
                  <a:gdLst>
                    <a:gd name="T0" fmla="*/ 24 w 4"/>
                    <a:gd name="T1" fmla="*/ 0 h 6"/>
                    <a:gd name="T2" fmla="*/ 32 w 4"/>
                    <a:gd name="T3" fmla="*/ 33 h 6"/>
                    <a:gd name="T4" fmla="*/ 16 w 4"/>
                    <a:gd name="T5" fmla="*/ 52 h 6"/>
                    <a:gd name="T6" fmla="*/ 0 w 4"/>
                    <a:gd name="T7" fmla="*/ 33 h 6"/>
                    <a:gd name="T8" fmla="*/ 24 w 4"/>
                    <a:gd name="T9" fmla="*/ 0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" h="6">
                      <a:moveTo>
                        <a:pt x="3" y="0"/>
                      </a:moveTo>
                      <a:cubicBezTo>
                        <a:pt x="4" y="0"/>
                        <a:pt x="4" y="2"/>
                        <a:pt x="4" y="3"/>
                      </a:cubicBezTo>
                      <a:cubicBezTo>
                        <a:pt x="4" y="4"/>
                        <a:pt x="3" y="6"/>
                        <a:pt x="2" y="5"/>
                      </a:cubicBezTo>
                      <a:cubicBezTo>
                        <a:pt x="1" y="5"/>
                        <a:pt x="0" y="4"/>
                        <a:pt x="0" y="3"/>
                      </a:cubicBezTo>
                      <a:cubicBezTo>
                        <a:pt x="1" y="1"/>
                        <a:pt x="2" y="0"/>
                        <a:pt x="3" y="0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40" name="Freeform 1611">
                  <a:extLst>
                    <a:ext uri="{FF2B5EF4-FFF2-40B4-BE49-F238E27FC236}">
                      <a16:creationId xmlns:a16="http://schemas.microsoft.com/office/drawing/2014/main" id="{952A2A99-717C-417F-939F-A1BBB0252C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78" y="2412"/>
                  <a:ext cx="10" cy="11"/>
                </a:xfrm>
                <a:custGeom>
                  <a:avLst/>
                  <a:gdLst>
                    <a:gd name="T0" fmla="*/ 40 w 5"/>
                    <a:gd name="T1" fmla="*/ 9 h 5"/>
                    <a:gd name="T2" fmla="*/ 32 w 5"/>
                    <a:gd name="T3" fmla="*/ 44 h 5"/>
                    <a:gd name="T4" fmla="*/ 8 w 5"/>
                    <a:gd name="T5" fmla="*/ 44 h 5"/>
                    <a:gd name="T6" fmla="*/ 16 w 5"/>
                    <a:gd name="T7" fmla="*/ 9 h 5"/>
                    <a:gd name="T8" fmla="*/ 40 w 5"/>
                    <a:gd name="T9" fmla="*/ 9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5" y="1"/>
                      </a:moveTo>
                      <a:cubicBezTo>
                        <a:pt x="5" y="2"/>
                        <a:pt x="5" y="3"/>
                        <a:pt x="4" y="4"/>
                      </a:cubicBezTo>
                      <a:cubicBezTo>
                        <a:pt x="3" y="5"/>
                        <a:pt x="1" y="5"/>
                        <a:pt x="1" y="4"/>
                      </a:cubicBezTo>
                      <a:cubicBezTo>
                        <a:pt x="0" y="3"/>
                        <a:pt x="0" y="2"/>
                        <a:pt x="2" y="1"/>
                      </a:cubicBezTo>
                      <a:cubicBezTo>
                        <a:pt x="3" y="0"/>
                        <a:pt x="4" y="0"/>
                        <a:pt x="5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41" name="Freeform 1612">
                  <a:extLst>
                    <a:ext uri="{FF2B5EF4-FFF2-40B4-BE49-F238E27FC236}">
                      <a16:creationId xmlns:a16="http://schemas.microsoft.com/office/drawing/2014/main" id="{D3FFE754-EAAC-4466-9116-F6D0548413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77" y="2447"/>
                  <a:ext cx="10" cy="10"/>
                </a:xfrm>
                <a:custGeom>
                  <a:avLst/>
                  <a:gdLst>
                    <a:gd name="T0" fmla="*/ 40 w 5"/>
                    <a:gd name="T1" fmla="*/ 8 h 5"/>
                    <a:gd name="T2" fmla="*/ 32 w 5"/>
                    <a:gd name="T3" fmla="*/ 32 h 5"/>
                    <a:gd name="T4" fmla="*/ 8 w 5"/>
                    <a:gd name="T5" fmla="*/ 32 h 5"/>
                    <a:gd name="T6" fmla="*/ 8 w 5"/>
                    <a:gd name="T7" fmla="*/ 8 h 5"/>
                    <a:gd name="T8" fmla="*/ 40 w 5"/>
                    <a:gd name="T9" fmla="*/ 8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5" y="1"/>
                      </a:moveTo>
                      <a:cubicBezTo>
                        <a:pt x="5" y="2"/>
                        <a:pt x="5" y="3"/>
                        <a:pt x="4" y="4"/>
                      </a:cubicBezTo>
                      <a:cubicBezTo>
                        <a:pt x="3" y="5"/>
                        <a:pt x="1" y="5"/>
                        <a:pt x="1" y="4"/>
                      </a:cubicBezTo>
                      <a:cubicBezTo>
                        <a:pt x="0" y="3"/>
                        <a:pt x="0" y="2"/>
                        <a:pt x="1" y="1"/>
                      </a:cubicBezTo>
                      <a:cubicBezTo>
                        <a:pt x="2" y="0"/>
                        <a:pt x="4" y="0"/>
                        <a:pt x="5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42" name="Freeform 1613">
                  <a:extLst>
                    <a:ext uri="{FF2B5EF4-FFF2-40B4-BE49-F238E27FC236}">
                      <a16:creationId xmlns:a16="http://schemas.microsoft.com/office/drawing/2014/main" id="{A5AEF312-285A-47D5-90FE-73FE6925B3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77" y="2535"/>
                  <a:ext cx="10" cy="10"/>
                </a:xfrm>
                <a:custGeom>
                  <a:avLst/>
                  <a:gdLst>
                    <a:gd name="T0" fmla="*/ 40 w 5"/>
                    <a:gd name="T1" fmla="*/ 24 h 5"/>
                    <a:gd name="T2" fmla="*/ 16 w 5"/>
                    <a:gd name="T3" fmla="*/ 32 h 5"/>
                    <a:gd name="T4" fmla="*/ 0 w 5"/>
                    <a:gd name="T5" fmla="*/ 16 h 5"/>
                    <a:gd name="T6" fmla="*/ 24 w 5"/>
                    <a:gd name="T7" fmla="*/ 8 h 5"/>
                    <a:gd name="T8" fmla="*/ 40 w 5"/>
                    <a:gd name="T9" fmla="*/ 24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5" y="3"/>
                      </a:moveTo>
                      <a:cubicBezTo>
                        <a:pt x="5" y="4"/>
                        <a:pt x="4" y="5"/>
                        <a:pt x="2" y="4"/>
                      </a:cubicBezTo>
                      <a:cubicBezTo>
                        <a:pt x="1" y="4"/>
                        <a:pt x="0" y="3"/>
                        <a:pt x="0" y="2"/>
                      </a:cubicBezTo>
                      <a:cubicBezTo>
                        <a:pt x="0" y="1"/>
                        <a:pt x="1" y="0"/>
                        <a:pt x="3" y="1"/>
                      </a:cubicBezTo>
                      <a:cubicBezTo>
                        <a:pt x="4" y="1"/>
                        <a:pt x="5" y="2"/>
                        <a:pt x="5" y="3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43" name="Freeform 1614">
                  <a:extLst>
                    <a:ext uri="{FF2B5EF4-FFF2-40B4-BE49-F238E27FC236}">
                      <a16:creationId xmlns:a16="http://schemas.microsoft.com/office/drawing/2014/main" id="{E4DFB664-172D-414F-8F5B-B2C45503D8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18" y="2700"/>
                  <a:ext cx="10" cy="11"/>
                </a:xfrm>
                <a:custGeom>
                  <a:avLst/>
                  <a:gdLst>
                    <a:gd name="T0" fmla="*/ 32 w 5"/>
                    <a:gd name="T1" fmla="*/ 0 h 5"/>
                    <a:gd name="T2" fmla="*/ 32 w 5"/>
                    <a:gd name="T3" fmla="*/ 33 h 5"/>
                    <a:gd name="T4" fmla="*/ 8 w 5"/>
                    <a:gd name="T5" fmla="*/ 44 h 5"/>
                    <a:gd name="T6" fmla="*/ 8 w 5"/>
                    <a:gd name="T7" fmla="*/ 9 h 5"/>
                    <a:gd name="T8" fmla="*/ 32 w 5"/>
                    <a:gd name="T9" fmla="*/ 0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4" y="0"/>
                      </a:moveTo>
                      <a:cubicBezTo>
                        <a:pt x="5" y="1"/>
                        <a:pt x="5" y="2"/>
                        <a:pt x="4" y="3"/>
                      </a:cubicBezTo>
                      <a:cubicBezTo>
                        <a:pt x="3" y="5"/>
                        <a:pt x="2" y="5"/>
                        <a:pt x="1" y="4"/>
                      </a:cubicBezTo>
                      <a:cubicBezTo>
                        <a:pt x="0" y="4"/>
                        <a:pt x="0" y="2"/>
                        <a:pt x="1" y="1"/>
                      </a:cubicBezTo>
                      <a:cubicBezTo>
                        <a:pt x="2" y="0"/>
                        <a:pt x="3" y="0"/>
                        <a:pt x="4" y="0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44" name="Freeform 1615">
                  <a:extLst>
                    <a:ext uri="{FF2B5EF4-FFF2-40B4-BE49-F238E27FC236}">
                      <a16:creationId xmlns:a16="http://schemas.microsoft.com/office/drawing/2014/main" id="{E841B5B0-434E-472E-8399-AF882AAE7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58" y="2826"/>
                  <a:ext cx="8" cy="11"/>
                </a:xfrm>
                <a:custGeom>
                  <a:avLst/>
                  <a:gdLst>
                    <a:gd name="T0" fmla="*/ 16 w 4"/>
                    <a:gd name="T1" fmla="*/ 0 h 5"/>
                    <a:gd name="T2" fmla="*/ 24 w 4"/>
                    <a:gd name="T3" fmla="*/ 33 h 5"/>
                    <a:gd name="T4" fmla="*/ 8 w 4"/>
                    <a:gd name="T5" fmla="*/ 53 h 5"/>
                    <a:gd name="T6" fmla="*/ 0 w 4"/>
                    <a:gd name="T7" fmla="*/ 20 h 5"/>
                    <a:gd name="T8" fmla="*/ 16 w 4"/>
                    <a:gd name="T9" fmla="*/ 0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" h="5">
                      <a:moveTo>
                        <a:pt x="2" y="0"/>
                      </a:moveTo>
                      <a:cubicBezTo>
                        <a:pt x="3" y="0"/>
                        <a:pt x="4" y="1"/>
                        <a:pt x="3" y="3"/>
                      </a:cubicBezTo>
                      <a:cubicBezTo>
                        <a:pt x="3" y="4"/>
                        <a:pt x="2" y="5"/>
                        <a:pt x="1" y="5"/>
                      </a:cubicBezTo>
                      <a:cubicBezTo>
                        <a:pt x="0" y="5"/>
                        <a:pt x="0" y="3"/>
                        <a:pt x="0" y="2"/>
                      </a:cubicBezTo>
                      <a:cubicBezTo>
                        <a:pt x="0" y="1"/>
                        <a:pt x="1" y="0"/>
                        <a:pt x="2" y="0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45" name="Freeform 1616">
                  <a:extLst>
                    <a:ext uri="{FF2B5EF4-FFF2-40B4-BE49-F238E27FC236}">
                      <a16:creationId xmlns:a16="http://schemas.microsoft.com/office/drawing/2014/main" id="{4DECBA8F-6DB4-44EA-A772-7270633AED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07" y="2844"/>
                  <a:ext cx="10" cy="10"/>
                </a:xfrm>
                <a:custGeom>
                  <a:avLst/>
                  <a:gdLst>
                    <a:gd name="T0" fmla="*/ 40 w 5"/>
                    <a:gd name="T1" fmla="*/ 8 h 5"/>
                    <a:gd name="T2" fmla="*/ 32 w 5"/>
                    <a:gd name="T3" fmla="*/ 32 h 5"/>
                    <a:gd name="T4" fmla="*/ 8 w 5"/>
                    <a:gd name="T5" fmla="*/ 32 h 5"/>
                    <a:gd name="T6" fmla="*/ 8 w 5"/>
                    <a:gd name="T7" fmla="*/ 8 h 5"/>
                    <a:gd name="T8" fmla="*/ 40 w 5"/>
                    <a:gd name="T9" fmla="*/ 8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5" y="1"/>
                      </a:moveTo>
                      <a:cubicBezTo>
                        <a:pt x="5" y="2"/>
                        <a:pt x="5" y="3"/>
                        <a:pt x="4" y="4"/>
                      </a:cubicBezTo>
                      <a:cubicBezTo>
                        <a:pt x="3" y="5"/>
                        <a:pt x="1" y="5"/>
                        <a:pt x="1" y="4"/>
                      </a:cubicBezTo>
                      <a:cubicBezTo>
                        <a:pt x="0" y="4"/>
                        <a:pt x="0" y="2"/>
                        <a:pt x="1" y="1"/>
                      </a:cubicBezTo>
                      <a:cubicBezTo>
                        <a:pt x="2" y="0"/>
                        <a:pt x="4" y="0"/>
                        <a:pt x="5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46" name="Freeform 1617">
                  <a:extLst>
                    <a:ext uri="{FF2B5EF4-FFF2-40B4-BE49-F238E27FC236}">
                      <a16:creationId xmlns:a16="http://schemas.microsoft.com/office/drawing/2014/main" id="{73599290-CAA2-4A62-93CD-43516F8432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6" y="2891"/>
                  <a:ext cx="10" cy="10"/>
                </a:xfrm>
                <a:custGeom>
                  <a:avLst/>
                  <a:gdLst>
                    <a:gd name="T0" fmla="*/ 32 w 5"/>
                    <a:gd name="T1" fmla="*/ 8 h 5"/>
                    <a:gd name="T2" fmla="*/ 32 w 5"/>
                    <a:gd name="T3" fmla="*/ 32 h 5"/>
                    <a:gd name="T4" fmla="*/ 8 w 5"/>
                    <a:gd name="T5" fmla="*/ 40 h 5"/>
                    <a:gd name="T6" fmla="*/ 8 w 5"/>
                    <a:gd name="T7" fmla="*/ 16 h 5"/>
                    <a:gd name="T8" fmla="*/ 32 w 5"/>
                    <a:gd name="T9" fmla="*/ 8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4" y="1"/>
                      </a:moveTo>
                      <a:cubicBezTo>
                        <a:pt x="5" y="1"/>
                        <a:pt x="5" y="3"/>
                        <a:pt x="4" y="4"/>
                      </a:cubicBezTo>
                      <a:cubicBezTo>
                        <a:pt x="3" y="5"/>
                        <a:pt x="2" y="5"/>
                        <a:pt x="1" y="5"/>
                      </a:cubicBezTo>
                      <a:cubicBezTo>
                        <a:pt x="0" y="4"/>
                        <a:pt x="0" y="3"/>
                        <a:pt x="1" y="2"/>
                      </a:cubicBezTo>
                      <a:cubicBezTo>
                        <a:pt x="2" y="1"/>
                        <a:pt x="3" y="0"/>
                        <a:pt x="4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47" name="Freeform 1618">
                  <a:extLst>
                    <a:ext uri="{FF2B5EF4-FFF2-40B4-BE49-F238E27FC236}">
                      <a16:creationId xmlns:a16="http://schemas.microsoft.com/office/drawing/2014/main" id="{9049C9C6-6303-4CAF-B2B0-E885F11EB8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14" y="1773"/>
                  <a:ext cx="4" cy="15"/>
                </a:xfrm>
                <a:custGeom>
                  <a:avLst/>
                  <a:gdLst>
                    <a:gd name="T0" fmla="*/ 16 w 2"/>
                    <a:gd name="T1" fmla="*/ 0 h 7"/>
                    <a:gd name="T2" fmla="*/ 0 w 2"/>
                    <a:gd name="T3" fmla="*/ 69 h 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7">
                      <a:moveTo>
                        <a:pt x="2" y="0"/>
                      </a:moveTo>
                      <a:cubicBezTo>
                        <a:pt x="1" y="5"/>
                        <a:pt x="0" y="7"/>
                        <a:pt x="0" y="7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48" name="Freeform 1619">
                  <a:extLst>
                    <a:ext uri="{FF2B5EF4-FFF2-40B4-BE49-F238E27FC236}">
                      <a16:creationId xmlns:a16="http://schemas.microsoft.com/office/drawing/2014/main" id="{51E6FA5A-2D20-4A30-B404-5EC8026F26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5" y="1773"/>
                  <a:ext cx="8" cy="11"/>
                </a:xfrm>
                <a:custGeom>
                  <a:avLst/>
                  <a:gdLst>
                    <a:gd name="T0" fmla="*/ 0 w 4"/>
                    <a:gd name="T1" fmla="*/ 0 h 5"/>
                    <a:gd name="T2" fmla="*/ 32 w 4"/>
                    <a:gd name="T3" fmla="*/ 53 h 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" h="5">
                      <a:moveTo>
                        <a:pt x="0" y="0"/>
                      </a:moveTo>
                      <a:cubicBezTo>
                        <a:pt x="3" y="3"/>
                        <a:pt x="4" y="5"/>
                        <a:pt x="4" y="5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49" name="Freeform 1620">
                  <a:extLst>
                    <a:ext uri="{FF2B5EF4-FFF2-40B4-BE49-F238E27FC236}">
                      <a16:creationId xmlns:a16="http://schemas.microsoft.com/office/drawing/2014/main" id="{549EF33C-2967-42EB-B818-63AAFD149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3" y="1786"/>
                  <a:ext cx="9" cy="6"/>
                </a:xfrm>
                <a:custGeom>
                  <a:avLst/>
                  <a:gdLst>
                    <a:gd name="T0" fmla="*/ 45 w 4"/>
                    <a:gd name="T1" fmla="*/ 0 h 3"/>
                    <a:gd name="T2" fmla="*/ 0 w 4"/>
                    <a:gd name="T3" fmla="*/ 24 h 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" h="3">
                      <a:moveTo>
                        <a:pt x="4" y="0"/>
                      </a:moveTo>
                      <a:cubicBezTo>
                        <a:pt x="2" y="1"/>
                        <a:pt x="0" y="3"/>
                        <a:pt x="0" y="3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50" name="Freeform 1621">
                  <a:extLst>
                    <a:ext uri="{FF2B5EF4-FFF2-40B4-BE49-F238E27FC236}">
                      <a16:creationId xmlns:a16="http://schemas.microsoft.com/office/drawing/2014/main" id="{73D537ED-A802-487C-9F88-593EF61608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4" y="1857"/>
                  <a:ext cx="28" cy="6"/>
                </a:xfrm>
                <a:custGeom>
                  <a:avLst/>
                  <a:gdLst>
                    <a:gd name="T0" fmla="*/ 0 w 14"/>
                    <a:gd name="T1" fmla="*/ 0 h 3"/>
                    <a:gd name="T2" fmla="*/ 112 w 14"/>
                    <a:gd name="T3" fmla="*/ 24 h 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3">
                      <a:moveTo>
                        <a:pt x="0" y="0"/>
                      </a:moveTo>
                      <a:cubicBezTo>
                        <a:pt x="5" y="1"/>
                        <a:pt x="10" y="2"/>
                        <a:pt x="14" y="3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51" name="Freeform 1622">
                  <a:extLst>
                    <a:ext uri="{FF2B5EF4-FFF2-40B4-BE49-F238E27FC236}">
                      <a16:creationId xmlns:a16="http://schemas.microsoft.com/office/drawing/2014/main" id="{1621B0B5-E00D-4938-A42D-4C5265520B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2" y="2284"/>
                  <a:ext cx="32" cy="17"/>
                </a:xfrm>
                <a:custGeom>
                  <a:avLst/>
                  <a:gdLst>
                    <a:gd name="T0" fmla="*/ 0 w 16"/>
                    <a:gd name="T1" fmla="*/ 77 h 8"/>
                    <a:gd name="T2" fmla="*/ 128 w 16"/>
                    <a:gd name="T3" fmla="*/ 0 h 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6" h="8">
                      <a:moveTo>
                        <a:pt x="0" y="8"/>
                      </a:moveTo>
                      <a:cubicBezTo>
                        <a:pt x="4" y="5"/>
                        <a:pt x="11" y="2"/>
                        <a:pt x="16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52" name="Freeform 1623">
                  <a:extLst>
                    <a:ext uri="{FF2B5EF4-FFF2-40B4-BE49-F238E27FC236}">
                      <a16:creationId xmlns:a16="http://schemas.microsoft.com/office/drawing/2014/main" id="{531FC814-D0BB-4A88-ADEC-91979440D3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7" y="2365"/>
                  <a:ext cx="6" cy="26"/>
                </a:xfrm>
                <a:custGeom>
                  <a:avLst/>
                  <a:gdLst>
                    <a:gd name="T0" fmla="*/ 24 w 3"/>
                    <a:gd name="T1" fmla="*/ 0 h 12"/>
                    <a:gd name="T2" fmla="*/ 0 w 3"/>
                    <a:gd name="T3" fmla="*/ 121 h 1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12">
                      <a:moveTo>
                        <a:pt x="3" y="0"/>
                      </a:moveTo>
                      <a:cubicBezTo>
                        <a:pt x="1" y="4"/>
                        <a:pt x="0" y="9"/>
                        <a:pt x="0" y="12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53" name="Freeform 1624">
                  <a:extLst>
                    <a:ext uri="{FF2B5EF4-FFF2-40B4-BE49-F238E27FC236}">
                      <a16:creationId xmlns:a16="http://schemas.microsoft.com/office/drawing/2014/main" id="{F1AD9887-4CB6-4571-8A54-67DFE6DAD0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4" y="3009"/>
                  <a:ext cx="14" cy="23"/>
                </a:xfrm>
                <a:custGeom>
                  <a:avLst/>
                  <a:gdLst>
                    <a:gd name="T0" fmla="*/ 0 w 7"/>
                    <a:gd name="T1" fmla="*/ 0 h 11"/>
                    <a:gd name="T2" fmla="*/ 56 w 7"/>
                    <a:gd name="T3" fmla="*/ 100 h 1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7" h="11">
                      <a:moveTo>
                        <a:pt x="0" y="0"/>
                      </a:moveTo>
                      <a:cubicBezTo>
                        <a:pt x="3" y="7"/>
                        <a:pt x="7" y="11"/>
                        <a:pt x="7" y="11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54" name="Freeform 1625">
                  <a:extLst>
                    <a:ext uri="{FF2B5EF4-FFF2-40B4-BE49-F238E27FC236}">
                      <a16:creationId xmlns:a16="http://schemas.microsoft.com/office/drawing/2014/main" id="{BA4B63B5-25A6-44A8-9ED6-6AF7191E27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8" y="3065"/>
                  <a:ext cx="16" cy="45"/>
                </a:xfrm>
                <a:custGeom>
                  <a:avLst/>
                  <a:gdLst>
                    <a:gd name="T0" fmla="*/ 0 w 8"/>
                    <a:gd name="T1" fmla="*/ 0 h 21"/>
                    <a:gd name="T2" fmla="*/ 64 w 8"/>
                    <a:gd name="T3" fmla="*/ 206 h 2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8" h="21">
                      <a:moveTo>
                        <a:pt x="0" y="0"/>
                      </a:moveTo>
                      <a:cubicBezTo>
                        <a:pt x="2" y="4"/>
                        <a:pt x="7" y="15"/>
                        <a:pt x="8" y="21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55" name="Freeform 1626">
                  <a:extLst>
                    <a:ext uri="{FF2B5EF4-FFF2-40B4-BE49-F238E27FC236}">
                      <a16:creationId xmlns:a16="http://schemas.microsoft.com/office/drawing/2014/main" id="{90FD0B42-5E19-444C-9D80-29195406C1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3" y="3313"/>
                  <a:ext cx="42" cy="58"/>
                </a:xfrm>
                <a:custGeom>
                  <a:avLst/>
                  <a:gdLst>
                    <a:gd name="T0" fmla="*/ 0 w 21"/>
                    <a:gd name="T1" fmla="*/ 0 h 27"/>
                    <a:gd name="T2" fmla="*/ 168 w 21"/>
                    <a:gd name="T3" fmla="*/ 269 h 2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1" h="27">
                      <a:moveTo>
                        <a:pt x="0" y="0"/>
                      </a:moveTo>
                      <a:cubicBezTo>
                        <a:pt x="4" y="8"/>
                        <a:pt x="12" y="20"/>
                        <a:pt x="21" y="27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56" name="Freeform 1627">
                  <a:extLst>
                    <a:ext uri="{FF2B5EF4-FFF2-40B4-BE49-F238E27FC236}">
                      <a16:creationId xmlns:a16="http://schemas.microsoft.com/office/drawing/2014/main" id="{14FEE475-5ED2-4798-87A2-6E650B67AC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5" y="3361"/>
                  <a:ext cx="2" cy="21"/>
                </a:xfrm>
                <a:custGeom>
                  <a:avLst/>
                  <a:gdLst>
                    <a:gd name="T0" fmla="*/ 8 w 1"/>
                    <a:gd name="T1" fmla="*/ 0 h 10"/>
                    <a:gd name="T2" fmla="*/ 0 w 1"/>
                    <a:gd name="T3" fmla="*/ 92 h 1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0">
                      <a:moveTo>
                        <a:pt x="1" y="0"/>
                      </a:moveTo>
                      <a:cubicBezTo>
                        <a:pt x="1" y="4"/>
                        <a:pt x="0" y="10"/>
                        <a:pt x="0" y="1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57" name="Freeform 1628">
                  <a:extLst>
                    <a:ext uri="{FF2B5EF4-FFF2-40B4-BE49-F238E27FC236}">
                      <a16:creationId xmlns:a16="http://schemas.microsoft.com/office/drawing/2014/main" id="{032E71FE-4559-4CDD-B1E9-50EEB3366B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83" y="3487"/>
                  <a:ext cx="4" cy="39"/>
                </a:xfrm>
                <a:custGeom>
                  <a:avLst/>
                  <a:gdLst>
                    <a:gd name="T0" fmla="*/ 0 w 2"/>
                    <a:gd name="T1" fmla="*/ 0 h 18"/>
                    <a:gd name="T2" fmla="*/ 16 w 2"/>
                    <a:gd name="T3" fmla="*/ 184 h 1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18">
                      <a:moveTo>
                        <a:pt x="0" y="0"/>
                      </a:moveTo>
                      <a:cubicBezTo>
                        <a:pt x="0" y="5"/>
                        <a:pt x="1" y="16"/>
                        <a:pt x="2" y="18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58" name="Freeform 1629">
                  <a:extLst>
                    <a:ext uri="{FF2B5EF4-FFF2-40B4-BE49-F238E27FC236}">
                      <a16:creationId xmlns:a16="http://schemas.microsoft.com/office/drawing/2014/main" id="{1B37D4D1-A881-4BF6-AFA4-6ECC53FCD9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6" y="3607"/>
                  <a:ext cx="4" cy="20"/>
                </a:xfrm>
                <a:custGeom>
                  <a:avLst/>
                  <a:gdLst>
                    <a:gd name="T0" fmla="*/ 8 w 2"/>
                    <a:gd name="T1" fmla="*/ 0 h 9"/>
                    <a:gd name="T2" fmla="*/ 0 w 2"/>
                    <a:gd name="T3" fmla="*/ 98 h 9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9">
                      <a:moveTo>
                        <a:pt x="1" y="0"/>
                      </a:moveTo>
                      <a:cubicBezTo>
                        <a:pt x="2" y="3"/>
                        <a:pt x="1" y="5"/>
                        <a:pt x="0" y="9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59" name="Freeform 1630">
                  <a:extLst>
                    <a:ext uri="{FF2B5EF4-FFF2-40B4-BE49-F238E27FC236}">
                      <a16:creationId xmlns:a16="http://schemas.microsoft.com/office/drawing/2014/main" id="{F9E4ED92-76AA-4397-B167-E6DF4BBFE3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3406"/>
                  <a:ext cx="18" cy="15"/>
                </a:xfrm>
                <a:custGeom>
                  <a:avLst/>
                  <a:gdLst>
                    <a:gd name="T0" fmla="*/ 0 w 9"/>
                    <a:gd name="T1" fmla="*/ 0 h 7"/>
                    <a:gd name="T2" fmla="*/ 72 w 9"/>
                    <a:gd name="T3" fmla="*/ 69 h 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7">
                      <a:moveTo>
                        <a:pt x="0" y="0"/>
                      </a:moveTo>
                      <a:cubicBezTo>
                        <a:pt x="4" y="2"/>
                        <a:pt x="9" y="7"/>
                        <a:pt x="9" y="7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60" name="Freeform 1631">
                  <a:extLst>
                    <a:ext uri="{FF2B5EF4-FFF2-40B4-BE49-F238E27FC236}">
                      <a16:creationId xmlns:a16="http://schemas.microsoft.com/office/drawing/2014/main" id="{D9646CF1-A066-4222-919E-87E458B1BF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3633"/>
                  <a:ext cx="22" cy="41"/>
                </a:xfrm>
                <a:custGeom>
                  <a:avLst/>
                  <a:gdLst>
                    <a:gd name="T0" fmla="*/ 0 w 11"/>
                    <a:gd name="T1" fmla="*/ 190 h 19"/>
                    <a:gd name="T2" fmla="*/ 88 w 11"/>
                    <a:gd name="T3" fmla="*/ 0 h 19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1" h="19">
                      <a:moveTo>
                        <a:pt x="0" y="19"/>
                      </a:moveTo>
                      <a:cubicBezTo>
                        <a:pt x="3" y="12"/>
                        <a:pt x="9" y="2"/>
                        <a:pt x="11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61" name="Freeform 1632">
                  <a:extLst>
                    <a:ext uri="{FF2B5EF4-FFF2-40B4-BE49-F238E27FC236}">
                      <a16:creationId xmlns:a16="http://schemas.microsoft.com/office/drawing/2014/main" id="{EAF99E99-7014-4391-8130-8FC9B5C173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7" y="3438"/>
                  <a:ext cx="74" cy="30"/>
                </a:xfrm>
                <a:custGeom>
                  <a:avLst/>
                  <a:gdLst>
                    <a:gd name="T0" fmla="*/ 0 w 37"/>
                    <a:gd name="T1" fmla="*/ 137 h 14"/>
                    <a:gd name="T2" fmla="*/ 296 w 37"/>
                    <a:gd name="T3" fmla="*/ 0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7" h="14">
                      <a:moveTo>
                        <a:pt x="0" y="14"/>
                      </a:moveTo>
                      <a:cubicBezTo>
                        <a:pt x="8" y="12"/>
                        <a:pt x="25" y="6"/>
                        <a:pt x="37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62" name="Freeform 1633">
                  <a:extLst>
                    <a:ext uri="{FF2B5EF4-FFF2-40B4-BE49-F238E27FC236}">
                      <a16:creationId xmlns:a16="http://schemas.microsoft.com/office/drawing/2014/main" id="{9FC36042-3197-4538-845D-9AD2520593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3504"/>
                  <a:ext cx="22" cy="1"/>
                </a:xfrm>
                <a:custGeom>
                  <a:avLst/>
                  <a:gdLst>
                    <a:gd name="T0" fmla="*/ 0 w 11"/>
                    <a:gd name="T1" fmla="*/ 0 h 1"/>
                    <a:gd name="T2" fmla="*/ 88 w 11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1" h="1">
                      <a:moveTo>
                        <a:pt x="0" y="0"/>
                      </a:moveTo>
                      <a:cubicBezTo>
                        <a:pt x="6" y="0"/>
                        <a:pt x="9" y="0"/>
                        <a:pt x="11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63" name="Freeform 1634">
                  <a:extLst>
                    <a:ext uri="{FF2B5EF4-FFF2-40B4-BE49-F238E27FC236}">
                      <a16:creationId xmlns:a16="http://schemas.microsoft.com/office/drawing/2014/main" id="{DFFF0C5D-FB4B-4566-B338-E5433238E5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3187"/>
                  <a:ext cx="14" cy="56"/>
                </a:xfrm>
                <a:custGeom>
                  <a:avLst/>
                  <a:gdLst>
                    <a:gd name="T0" fmla="*/ 0 w 7"/>
                    <a:gd name="T1" fmla="*/ 0 h 26"/>
                    <a:gd name="T2" fmla="*/ 56 w 7"/>
                    <a:gd name="T3" fmla="*/ 261 h 2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7" h="26">
                      <a:moveTo>
                        <a:pt x="0" y="0"/>
                      </a:moveTo>
                      <a:cubicBezTo>
                        <a:pt x="1" y="10"/>
                        <a:pt x="6" y="22"/>
                        <a:pt x="7" y="26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64" name="Freeform 1635">
                  <a:extLst>
                    <a:ext uri="{FF2B5EF4-FFF2-40B4-BE49-F238E27FC236}">
                      <a16:creationId xmlns:a16="http://schemas.microsoft.com/office/drawing/2014/main" id="{9EFB42F9-91A3-416A-8A4D-329079B203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7" y="2816"/>
                  <a:ext cx="38" cy="21"/>
                </a:xfrm>
                <a:custGeom>
                  <a:avLst/>
                  <a:gdLst>
                    <a:gd name="T0" fmla="*/ 0 w 19"/>
                    <a:gd name="T1" fmla="*/ 92 h 10"/>
                    <a:gd name="T2" fmla="*/ 152 w 19"/>
                    <a:gd name="T3" fmla="*/ 0 h 1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" h="10">
                      <a:moveTo>
                        <a:pt x="0" y="10"/>
                      </a:moveTo>
                      <a:cubicBezTo>
                        <a:pt x="6" y="6"/>
                        <a:pt x="17" y="0"/>
                        <a:pt x="19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65" name="Freeform 1636">
                  <a:extLst>
                    <a:ext uri="{FF2B5EF4-FFF2-40B4-BE49-F238E27FC236}">
                      <a16:creationId xmlns:a16="http://schemas.microsoft.com/office/drawing/2014/main" id="{47458A9F-D7EF-4D09-85F7-C0F8066EFF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5" y="2947"/>
                  <a:ext cx="14" cy="36"/>
                </a:xfrm>
                <a:custGeom>
                  <a:avLst/>
                  <a:gdLst>
                    <a:gd name="T0" fmla="*/ 0 w 7"/>
                    <a:gd name="T1" fmla="*/ 0 h 17"/>
                    <a:gd name="T2" fmla="*/ 56 w 7"/>
                    <a:gd name="T3" fmla="*/ 161 h 1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7" h="17">
                      <a:moveTo>
                        <a:pt x="0" y="0"/>
                      </a:moveTo>
                      <a:cubicBezTo>
                        <a:pt x="4" y="9"/>
                        <a:pt x="7" y="17"/>
                        <a:pt x="7" y="17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66" name="Freeform 1637">
                  <a:extLst>
                    <a:ext uri="{FF2B5EF4-FFF2-40B4-BE49-F238E27FC236}">
                      <a16:creationId xmlns:a16="http://schemas.microsoft.com/office/drawing/2014/main" id="{4483D45C-F5C2-4EB5-87BC-74570D9820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9" y="2296"/>
                  <a:ext cx="46" cy="22"/>
                </a:xfrm>
                <a:custGeom>
                  <a:avLst/>
                  <a:gdLst>
                    <a:gd name="T0" fmla="*/ 0 w 23"/>
                    <a:gd name="T1" fmla="*/ 106 h 10"/>
                    <a:gd name="T2" fmla="*/ 184 w 23"/>
                    <a:gd name="T3" fmla="*/ 0 h 1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3" h="10">
                      <a:moveTo>
                        <a:pt x="0" y="10"/>
                      </a:moveTo>
                      <a:cubicBezTo>
                        <a:pt x="10" y="4"/>
                        <a:pt x="17" y="1"/>
                        <a:pt x="23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67" name="Freeform 1638">
                  <a:extLst>
                    <a:ext uri="{FF2B5EF4-FFF2-40B4-BE49-F238E27FC236}">
                      <a16:creationId xmlns:a16="http://schemas.microsoft.com/office/drawing/2014/main" id="{E8FFCB35-3232-4219-98A4-109D39CC90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1" y="2326"/>
                  <a:ext cx="38" cy="5"/>
                </a:xfrm>
                <a:custGeom>
                  <a:avLst/>
                  <a:gdLst>
                    <a:gd name="T0" fmla="*/ 0 w 19"/>
                    <a:gd name="T1" fmla="*/ 33 h 2"/>
                    <a:gd name="T2" fmla="*/ 152 w 19"/>
                    <a:gd name="T3" fmla="*/ 33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" h="2">
                      <a:moveTo>
                        <a:pt x="0" y="2"/>
                      </a:moveTo>
                      <a:cubicBezTo>
                        <a:pt x="8" y="0"/>
                        <a:pt x="19" y="2"/>
                        <a:pt x="19" y="2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68" name="Freeform 1639">
                  <a:extLst>
                    <a:ext uri="{FF2B5EF4-FFF2-40B4-BE49-F238E27FC236}">
                      <a16:creationId xmlns:a16="http://schemas.microsoft.com/office/drawing/2014/main" id="{75C84F54-AFC0-44C9-8994-C00475B891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9" y="2985"/>
                  <a:ext cx="24" cy="37"/>
                </a:xfrm>
                <a:custGeom>
                  <a:avLst/>
                  <a:gdLst>
                    <a:gd name="T0" fmla="*/ 96 w 12"/>
                    <a:gd name="T1" fmla="*/ 0 h 17"/>
                    <a:gd name="T2" fmla="*/ 0 w 12"/>
                    <a:gd name="T3" fmla="*/ 176 h 1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2" h="17">
                      <a:moveTo>
                        <a:pt x="12" y="0"/>
                      </a:moveTo>
                      <a:cubicBezTo>
                        <a:pt x="11" y="5"/>
                        <a:pt x="4" y="13"/>
                        <a:pt x="0" y="17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69" name="Freeform 1640">
                  <a:extLst>
                    <a:ext uri="{FF2B5EF4-FFF2-40B4-BE49-F238E27FC236}">
                      <a16:creationId xmlns:a16="http://schemas.microsoft.com/office/drawing/2014/main" id="{3435002B-BB3C-4C09-86EB-4681C0FEE8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7" y="3092"/>
                  <a:ext cx="26" cy="18"/>
                </a:xfrm>
                <a:custGeom>
                  <a:avLst/>
                  <a:gdLst>
                    <a:gd name="T0" fmla="*/ 0 w 13"/>
                    <a:gd name="T1" fmla="*/ 92 h 8"/>
                    <a:gd name="T2" fmla="*/ 104 w 13"/>
                    <a:gd name="T3" fmla="*/ 0 h 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3" h="8">
                      <a:moveTo>
                        <a:pt x="0" y="8"/>
                      </a:moveTo>
                      <a:cubicBezTo>
                        <a:pt x="8" y="2"/>
                        <a:pt x="13" y="0"/>
                        <a:pt x="13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70" name="Freeform 1641">
                  <a:extLst>
                    <a:ext uri="{FF2B5EF4-FFF2-40B4-BE49-F238E27FC236}">
                      <a16:creationId xmlns:a16="http://schemas.microsoft.com/office/drawing/2014/main" id="{312C87FD-C497-4247-96AB-1A17ED3EA3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21" y="2264"/>
                  <a:ext cx="2" cy="26"/>
                </a:xfrm>
                <a:custGeom>
                  <a:avLst/>
                  <a:gdLst>
                    <a:gd name="T0" fmla="*/ 0 w 1"/>
                    <a:gd name="T1" fmla="*/ 0 h 12"/>
                    <a:gd name="T2" fmla="*/ 8 w 1"/>
                    <a:gd name="T3" fmla="*/ 121 h 1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">
                      <a:moveTo>
                        <a:pt x="0" y="0"/>
                      </a:moveTo>
                      <a:cubicBezTo>
                        <a:pt x="0" y="5"/>
                        <a:pt x="0" y="11"/>
                        <a:pt x="1" y="12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71" name="Freeform 1642">
                  <a:extLst>
                    <a:ext uri="{FF2B5EF4-FFF2-40B4-BE49-F238E27FC236}">
                      <a16:creationId xmlns:a16="http://schemas.microsoft.com/office/drawing/2014/main" id="{7BCDBB41-4E32-4C05-BB95-1BE2D4449D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2" y="2344"/>
                  <a:ext cx="18" cy="17"/>
                </a:xfrm>
                <a:custGeom>
                  <a:avLst/>
                  <a:gdLst>
                    <a:gd name="T0" fmla="*/ 0 w 9"/>
                    <a:gd name="T1" fmla="*/ 0 h 8"/>
                    <a:gd name="T2" fmla="*/ 72 w 9"/>
                    <a:gd name="T3" fmla="*/ 77 h 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8">
                      <a:moveTo>
                        <a:pt x="0" y="0"/>
                      </a:moveTo>
                      <a:cubicBezTo>
                        <a:pt x="3" y="4"/>
                        <a:pt x="9" y="8"/>
                        <a:pt x="9" y="8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72" name="Freeform 1643">
                  <a:extLst>
                    <a:ext uri="{FF2B5EF4-FFF2-40B4-BE49-F238E27FC236}">
                      <a16:creationId xmlns:a16="http://schemas.microsoft.com/office/drawing/2014/main" id="{FCFB4926-DBB0-4CDF-B6E5-C5B90152B1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22" y="3260"/>
                  <a:ext cx="51" cy="98"/>
                </a:xfrm>
                <a:custGeom>
                  <a:avLst/>
                  <a:gdLst>
                    <a:gd name="T0" fmla="*/ 212 w 25"/>
                    <a:gd name="T1" fmla="*/ 0 h 46"/>
                    <a:gd name="T2" fmla="*/ 0 w 25"/>
                    <a:gd name="T3" fmla="*/ 445 h 4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5" h="46">
                      <a:moveTo>
                        <a:pt x="25" y="0"/>
                      </a:moveTo>
                      <a:cubicBezTo>
                        <a:pt x="12" y="17"/>
                        <a:pt x="6" y="32"/>
                        <a:pt x="0" y="46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73" name="Freeform 1644">
                  <a:extLst>
                    <a:ext uri="{FF2B5EF4-FFF2-40B4-BE49-F238E27FC236}">
                      <a16:creationId xmlns:a16="http://schemas.microsoft.com/office/drawing/2014/main" id="{CCCF2AA5-EABA-4A8D-B624-16F30BF832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" y="3380"/>
                  <a:ext cx="16" cy="51"/>
                </a:xfrm>
                <a:custGeom>
                  <a:avLst/>
                  <a:gdLst>
                    <a:gd name="T0" fmla="*/ 0 w 8"/>
                    <a:gd name="T1" fmla="*/ 0 h 24"/>
                    <a:gd name="T2" fmla="*/ 64 w 8"/>
                    <a:gd name="T3" fmla="*/ 230 h 2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8" h="24">
                      <a:moveTo>
                        <a:pt x="0" y="0"/>
                      </a:moveTo>
                      <a:cubicBezTo>
                        <a:pt x="4" y="9"/>
                        <a:pt x="8" y="24"/>
                        <a:pt x="8" y="24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74" name="Freeform 1645">
                  <a:extLst>
                    <a:ext uri="{FF2B5EF4-FFF2-40B4-BE49-F238E27FC236}">
                      <a16:creationId xmlns:a16="http://schemas.microsoft.com/office/drawing/2014/main" id="{4331A3AC-7243-4132-A2AE-0D420C1F5C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71" y="3511"/>
                  <a:ext cx="12" cy="34"/>
                </a:xfrm>
                <a:custGeom>
                  <a:avLst/>
                  <a:gdLst>
                    <a:gd name="T0" fmla="*/ 0 w 6"/>
                    <a:gd name="T1" fmla="*/ 0 h 16"/>
                    <a:gd name="T2" fmla="*/ 48 w 6"/>
                    <a:gd name="T3" fmla="*/ 153 h 1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6">
                      <a:moveTo>
                        <a:pt x="0" y="0"/>
                      </a:moveTo>
                      <a:cubicBezTo>
                        <a:pt x="0" y="7"/>
                        <a:pt x="4" y="11"/>
                        <a:pt x="6" y="16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75" name="Freeform 1646">
                  <a:extLst>
                    <a:ext uri="{FF2B5EF4-FFF2-40B4-BE49-F238E27FC236}">
                      <a16:creationId xmlns:a16="http://schemas.microsoft.com/office/drawing/2014/main" id="{9E377DA7-5FF9-41CA-9329-78A403FB7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1" y="3472"/>
                  <a:ext cx="24" cy="15"/>
                </a:xfrm>
                <a:custGeom>
                  <a:avLst/>
                  <a:gdLst>
                    <a:gd name="T0" fmla="*/ 0 w 12"/>
                    <a:gd name="T1" fmla="*/ 0 h 7"/>
                    <a:gd name="T2" fmla="*/ 96 w 12"/>
                    <a:gd name="T3" fmla="*/ 69 h 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2" h="7">
                      <a:moveTo>
                        <a:pt x="0" y="0"/>
                      </a:moveTo>
                      <a:cubicBezTo>
                        <a:pt x="4" y="4"/>
                        <a:pt x="6" y="5"/>
                        <a:pt x="12" y="7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76" name="Freeform 1647">
                  <a:extLst>
                    <a:ext uri="{FF2B5EF4-FFF2-40B4-BE49-F238E27FC236}">
                      <a16:creationId xmlns:a16="http://schemas.microsoft.com/office/drawing/2014/main" id="{9CF2902E-054C-4A23-8413-C70FD980DB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1" y="3483"/>
                  <a:ext cx="6" cy="56"/>
                </a:xfrm>
                <a:custGeom>
                  <a:avLst/>
                  <a:gdLst>
                    <a:gd name="T0" fmla="*/ 16 w 3"/>
                    <a:gd name="T1" fmla="*/ 0 h 26"/>
                    <a:gd name="T2" fmla="*/ 24 w 3"/>
                    <a:gd name="T3" fmla="*/ 261 h 2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26">
                      <a:moveTo>
                        <a:pt x="2" y="0"/>
                      </a:moveTo>
                      <a:cubicBezTo>
                        <a:pt x="0" y="3"/>
                        <a:pt x="2" y="13"/>
                        <a:pt x="3" y="26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77" name="Freeform 1648">
                  <a:extLst>
                    <a:ext uri="{FF2B5EF4-FFF2-40B4-BE49-F238E27FC236}">
                      <a16:creationId xmlns:a16="http://schemas.microsoft.com/office/drawing/2014/main" id="{AB4F3FC8-D189-4F4A-B58C-41B2704DB6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4" y="3416"/>
                  <a:ext cx="6" cy="39"/>
                </a:xfrm>
                <a:custGeom>
                  <a:avLst/>
                  <a:gdLst>
                    <a:gd name="T0" fmla="*/ 24 w 3"/>
                    <a:gd name="T1" fmla="*/ 0 h 18"/>
                    <a:gd name="T2" fmla="*/ 0 w 3"/>
                    <a:gd name="T3" fmla="*/ 184 h 1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18">
                      <a:moveTo>
                        <a:pt x="3" y="0"/>
                      </a:moveTo>
                      <a:cubicBezTo>
                        <a:pt x="0" y="11"/>
                        <a:pt x="0" y="18"/>
                        <a:pt x="0" y="18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78" name="Freeform 1649">
                  <a:extLst>
                    <a:ext uri="{FF2B5EF4-FFF2-40B4-BE49-F238E27FC236}">
                      <a16:creationId xmlns:a16="http://schemas.microsoft.com/office/drawing/2014/main" id="{0E5ED9D3-2988-4821-A241-B704F797E6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2" y="2743"/>
                  <a:ext cx="4" cy="25"/>
                </a:xfrm>
                <a:custGeom>
                  <a:avLst/>
                  <a:gdLst>
                    <a:gd name="T0" fmla="*/ 0 w 2"/>
                    <a:gd name="T1" fmla="*/ 0 h 12"/>
                    <a:gd name="T2" fmla="*/ 16 w 2"/>
                    <a:gd name="T3" fmla="*/ 108 h 1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12">
                      <a:moveTo>
                        <a:pt x="0" y="0"/>
                      </a:moveTo>
                      <a:cubicBezTo>
                        <a:pt x="2" y="6"/>
                        <a:pt x="2" y="12"/>
                        <a:pt x="2" y="12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79" name="Freeform 1650">
                  <a:extLst>
                    <a:ext uri="{FF2B5EF4-FFF2-40B4-BE49-F238E27FC236}">
                      <a16:creationId xmlns:a16="http://schemas.microsoft.com/office/drawing/2014/main" id="{3E2FE670-532F-4604-9923-4D24493FAB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8" y="2655"/>
                  <a:ext cx="26" cy="6"/>
                </a:xfrm>
                <a:custGeom>
                  <a:avLst/>
                  <a:gdLst>
                    <a:gd name="T0" fmla="*/ 0 w 13"/>
                    <a:gd name="T1" fmla="*/ 0 h 3"/>
                    <a:gd name="T2" fmla="*/ 104 w 13"/>
                    <a:gd name="T3" fmla="*/ 24 h 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3" h="3">
                      <a:moveTo>
                        <a:pt x="0" y="0"/>
                      </a:moveTo>
                      <a:cubicBezTo>
                        <a:pt x="6" y="1"/>
                        <a:pt x="13" y="3"/>
                        <a:pt x="13" y="3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80" name="Freeform 1651">
                  <a:extLst>
                    <a:ext uri="{FF2B5EF4-FFF2-40B4-BE49-F238E27FC236}">
                      <a16:creationId xmlns:a16="http://schemas.microsoft.com/office/drawing/2014/main" id="{C75195AD-ED5F-4437-9684-CBC2BEC62D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34" y="2610"/>
                  <a:ext cx="18" cy="23"/>
                </a:xfrm>
                <a:custGeom>
                  <a:avLst/>
                  <a:gdLst>
                    <a:gd name="T0" fmla="*/ 0 w 9"/>
                    <a:gd name="T1" fmla="*/ 0 h 11"/>
                    <a:gd name="T2" fmla="*/ 72 w 9"/>
                    <a:gd name="T3" fmla="*/ 100 h 1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11">
                      <a:moveTo>
                        <a:pt x="0" y="0"/>
                      </a:moveTo>
                      <a:cubicBezTo>
                        <a:pt x="5" y="6"/>
                        <a:pt x="9" y="11"/>
                        <a:pt x="9" y="11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81" name="Freeform 1652">
                  <a:extLst>
                    <a:ext uri="{FF2B5EF4-FFF2-40B4-BE49-F238E27FC236}">
                      <a16:creationId xmlns:a16="http://schemas.microsoft.com/office/drawing/2014/main" id="{3CCFE8AB-BC84-4AF8-BE52-06E307DBAC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75" y="3176"/>
                  <a:ext cx="6" cy="28"/>
                </a:xfrm>
                <a:custGeom>
                  <a:avLst/>
                  <a:gdLst>
                    <a:gd name="T0" fmla="*/ 24 w 3"/>
                    <a:gd name="T1" fmla="*/ 0 h 13"/>
                    <a:gd name="T2" fmla="*/ 0 w 3"/>
                    <a:gd name="T3" fmla="*/ 129 h 1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13">
                      <a:moveTo>
                        <a:pt x="3" y="0"/>
                      </a:moveTo>
                      <a:cubicBezTo>
                        <a:pt x="3" y="5"/>
                        <a:pt x="0" y="13"/>
                        <a:pt x="0" y="13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82" name="Freeform 1653">
                  <a:extLst>
                    <a:ext uri="{FF2B5EF4-FFF2-40B4-BE49-F238E27FC236}">
                      <a16:creationId xmlns:a16="http://schemas.microsoft.com/office/drawing/2014/main" id="{06727B65-B437-4201-9FDF-69442CBCD5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69" y="1801"/>
                  <a:ext cx="26" cy="32"/>
                </a:xfrm>
                <a:custGeom>
                  <a:avLst/>
                  <a:gdLst>
                    <a:gd name="T0" fmla="*/ 104 w 13"/>
                    <a:gd name="T1" fmla="*/ 0 h 15"/>
                    <a:gd name="T2" fmla="*/ 0 w 13"/>
                    <a:gd name="T3" fmla="*/ 145 h 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3" h="15">
                      <a:moveTo>
                        <a:pt x="13" y="0"/>
                      </a:moveTo>
                      <a:cubicBezTo>
                        <a:pt x="9" y="3"/>
                        <a:pt x="3" y="9"/>
                        <a:pt x="0" y="15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83" name="Freeform 1654">
                  <a:extLst>
                    <a:ext uri="{FF2B5EF4-FFF2-40B4-BE49-F238E27FC236}">
                      <a16:creationId xmlns:a16="http://schemas.microsoft.com/office/drawing/2014/main" id="{0986936D-B23A-461B-B41A-DC0833AB0A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46" y="1801"/>
                  <a:ext cx="6" cy="19"/>
                </a:xfrm>
                <a:custGeom>
                  <a:avLst/>
                  <a:gdLst>
                    <a:gd name="T0" fmla="*/ 0 w 3"/>
                    <a:gd name="T1" fmla="*/ 0 h 9"/>
                    <a:gd name="T2" fmla="*/ 24 w 3"/>
                    <a:gd name="T3" fmla="*/ 84 h 9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">
                      <a:moveTo>
                        <a:pt x="0" y="0"/>
                      </a:moveTo>
                      <a:cubicBezTo>
                        <a:pt x="1" y="2"/>
                        <a:pt x="3" y="9"/>
                        <a:pt x="3" y="9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84" name="Freeform 1655">
                  <a:extLst>
                    <a:ext uri="{FF2B5EF4-FFF2-40B4-BE49-F238E27FC236}">
                      <a16:creationId xmlns:a16="http://schemas.microsoft.com/office/drawing/2014/main" id="{74279398-C12C-4810-80EF-E3FA896045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8" y="1966"/>
                  <a:ext cx="20" cy="19"/>
                </a:xfrm>
                <a:custGeom>
                  <a:avLst/>
                  <a:gdLst>
                    <a:gd name="T0" fmla="*/ 80 w 10"/>
                    <a:gd name="T1" fmla="*/ 0 h 9"/>
                    <a:gd name="T2" fmla="*/ 0 w 10"/>
                    <a:gd name="T3" fmla="*/ 84 h 9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" h="9">
                      <a:moveTo>
                        <a:pt x="10" y="0"/>
                      </a:moveTo>
                      <a:cubicBezTo>
                        <a:pt x="6" y="3"/>
                        <a:pt x="1" y="7"/>
                        <a:pt x="0" y="9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85" name="Freeform 1656">
                  <a:extLst>
                    <a:ext uri="{FF2B5EF4-FFF2-40B4-BE49-F238E27FC236}">
                      <a16:creationId xmlns:a16="http://schemas.microsoft.com/office/drawing/2014/main" id="{E8DE7579-48F3-4DF6-8D04-9F559AA979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6" y="2131"/>
                  <a:ext cx="22" cy="7"/>
                </a:xfrm>
                <a:custGeom>
                  <a:avLst/>
                  <a:gdLst>
                    <a:gd name="T0" fmla="*/ 0 w 11"/>
                    <a:gd name="T1" fmla="*/ 37 h 3"/>
                    <a:gd name="T2" fmla="*/ 88 w 11"/>
                    <a:gd name="T3" fmla="*/ 0 h 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1" h="3">
                      <a:moveTo>
                        <a:pt x="0" y="3"/>
                      </a:moveTo>
                      <a:cubicBezTo>
                        <a:pt x="4" y="1"/>
                        <a:pt x="11" y="0"/>
                        <a:pt x="11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86" name="Freeform 1657">
                  <a:extLst>
                    <a:ext uri="{FF2B5EF4-FFF2-40B4-BE49-F238E27FC236}">
                      <a16:creationId xmlns:a16="http://schemas.microsoft.com/office/drawing/2014/main" id="{5C3BD415-AE30-411E-AA5E-1A14A7B867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6" y="2322"/>
                  <a:ext cx="26" cy="7"/>
                </a:xfrm>
                <a:custGeom>
                  <a:avLst/>
                  <a:gdLst>
                    <a:gd name="T0" fmla="*/ 0 w 13"/>
                    <a:gd name="T1" fmla="*/ 0 h 3"/>
                    <a:gd name="T2" fmla="*/ 104 w 13"/>
                    <a:gd name="T3" fmla="*/ 37 h 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3" h="3">
                      <a:moveTo>
                        <a:pt x="0" y="0"/>
                      </a:moveTo>
                      <a:cubicBezTo>
                        <a:pt x="5" y="2"/>
                        <a:pt x="8" y="3"/>
                        <a:pt x="13" y="3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87" name="Freeform 1658">
                  <a:extLst>
                    <a:ext uri="{FF2B5EF4-FFF2-40B4-BE49-F238E27FC236}">
                      <a16:creationId xmlns:a16="http://schemas.microsoft.com/office/drawing/2014/main" id="{789BCF76-C2F7-4911-93AF-E99F3A906F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711"/>
                  <a:ext cx="197" cy="75"/>
                </a:xfrm>
                <a:custGeom>
                  <a:avLst/>
                  <a:gdLst>
                    <a:gd name="T0" fmla="*/ 400 w 98"/>
                    <a:gd name="T1" fmla="*/ 345 h 35"/>
                    <a:gd name="T2" fmla="*/ 724 w 98"/>
                    <a:gd name="T3" fmla="*/ 266 h 35"/>
                    <a:gd name="T4" fmla="*/ 732 w 98"/>
                    <a:gd name="T5" fmla="*/ 28 h 35"/>
                    <a:gd name="T6" fmla="*/ 400 w 98"/>
                    <a:gd name="T7" fmla="*/ 51 h 35"/>
                    <a:gd name="T8" fmla="*/ 400 w 98"/>
                    <a:gd name="T9" fmla="*/ 51 h 35"/>
                    <a:gd name="T10" fmla="*/ 64 w 98"/>
                    <a:gd name="T11" fmla="*/ 28 h 35"/>
                    <a:gd name="T12" fmla="*/ 72 w 98"/>
                    <a:gd name="T13" fmla="*/ 266 h 35"/>
                    <a:gd name="T14" fmla="*/ 400 w 98"/>
                    <a:gd name="T15" fmla="*/ 345 h 3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5">
                      <a:moveTo>
                        <a:pt x="49" y="35"/>
                      </a:moveTo>
                      <a:cubicBezTo>
                        <a:pt x="69" y="35"/>
                        <a:pt x="83" y="34"/>
                        <a:pt x="89" y="27"/>
                      </a:cubicBezTo>
                      <a:cubicBezTo>
                        <a:pt x="96" y="21"/>
                        <a:pt x="98" y="9"/>
                        <a:pt x="90" y="3"/>
                      </a:cubicBezTo>
                      <a:cubicBezTo>
                        <a:pt x="84" y="0"/>
                        <a:pt x="82" y="5"/>
                        <a:pt x="49" y="5"/>
                      </a:cubicBezTo>
                      <a:cubicBezTo>
                        <a:pt x="49" y="5"/>
                        <a:pt x="49" y="5"/>
                        <a:pt x="49" y="5"/>
                      </a:cubicBezTo>
                      <a:cubicBezTo>
                        <a:pt x="16" y="5"/>
                        <a:pt x="14" y="0"/>
                        <a:pt x="8" y="3"/>
                      </a:cubicBezTo>
                      <a:cubicBezTo>
                        <a:pt x="0" y="9"/>
                        <a:pt x="2" y="21"/>
                        <a:pt x="9" y="27"/>
                      </a:cubicBezTo>
                      <a:cubicBezTo>
                        <a:pt x="15" y="34"/>
                        <a:pt x="29" y="35"/>
                        <a:pt x="49" y="35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88" name="Freeform 1659">
                  <a:extLst>
                    <a:ext uri="{FF2B5EF4-FFF2-40B4-BE49-F238E27FC236}">
                      <a16:creationId xmlns:a16="http://schemas.microsoft.com/office/drawing/2014/main" id="{B567F62C-4EBC-4CB9-B2BA-D4FB6FFFAB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610"/>
                  <a:ext cx="197" cy="88"/>
                </a:xfrm>
                <a:custGeom>
                  <a:avLst/>
                  <a:gdLst>
                    <a:gd name="T0" fmla="*/ 400 w 98"/>
                    <a:gd name="T1" fmla="*/ 406 h 41"/>
                    <a:gd name="T2" fmla="*/ 724 w 98"/>
                    <a:gd name="T3" fmla="*/ 337 h 41"/>
                    <a:gd name="T4" fmla="*/ 732 w 98"/>
                    <a:gd name="T5" fmla="*/ 28 h 41"/>
                    <a:gd name="T6" fmla="*/ 400 w 98"/>
                    <a:gd name="T7" fmla="*/ 52 h 41"/>
                    <a:gd name="T8" fmla="*/ 400 w 98"/>
                    <a:gd name="T9" fmla="*/ 52 h 41"/>
                    <a:gd name="T10" fmla="*/ 64 w 98"/>
                    <a:gd name="T11" fmla="*/ 28 h 41"/>
                    <a:gd name="T12" fmla="*/ 72 w 98"/>
                    <a:gd name="T13" fmla="*/ 337 h 41"/>
                    <a:gd name="T14" fmla="*/ 400 w 98"/>
                    <a:gd name="T15" fmla="*/ 406 h 4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1">
                      <a:moveTo>
                        <a:pt x="49" y="41"/>
                      </a:moveTo>
                      <a:cubicBezTo>
                        <a:pt x="69" y="41"/>
                        <a:pt x="83" y="40"/>
                        <a:pt x="89" y="34"/>
                      </a:cubicBezTo>
                      <a:cubicBezTo>
                        <a:pt x="96" y="27"/>
                        <a:pt x="98" y="9"/>
                        <a:pt x="90" y="3"/>
                      </a:cubicBezTo>
                      <a:cubicBezTo>
                        <a:pt x="84" y="0"/>
                        <a:pt x="82" y="5"/>
                        <a:pt x="49" y="5"/>
                      </a:cubicBezTo>
                      <a:cubicBezTo>
                        <a:pt x="49" y="5"/>
                        <a:pt x="49" y="5"/>
                        <a:pt x="49" y="5"/>
                      </a:cubicBezTo>
                      <a:cubicBezTo>
                        <a:pt x="16" y="5"/>
                        <a:pt x="14" y="0"/>
                        <a:pt x="8" y="3"/>
                      </a:cubicBezTo>
                      <a:cubicBezTo>
                        <a:pt x="0" y="9"/>
                        <a:pt x="2" y="27"/>
                        <a:pt x="9" y="34"/>
                      </a:cubicBezTo>
                      <a:cubicBezTo>
                        <a:pt x="15" y="40"/>
                        <a:pt x="29" y="41"/>
                        <a:pt x="49" y="41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89" name="Freeform 1660">
                  <a:extLst>
                    <a:ext uri="{FF2B5EF4-FFF2-40B4-BE49-F238E27FC236}">
                      <a16:creationId xmlns:a16="http://schemas.microsoft.com/office/drawing/2014/main" id="{AD341CFB-8791-4580-818A-03F4244840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518"/>
                  <a:ext cx="197" cy="79"/>
                </a:xfrm>
                <a:custGeom>
                  <a:avLst/>
                  <a:gdLst>
                    <a:gd name="T0" fmla="*/ 400 w 98"/>
                    <a:gd name="T1" fmla="*/ 361 h 37"/>
                    <a:gd name="T2" fmla="*/ 724 w 98"/>
                    <a:gd name="T3" fmla="*/ 293 h 37"/>
                    <a:gd name="T4" fmla="*/ 732 w 98"/>
                    <a:gd name="T5" fmla="*/ 41 h 37"/>
                    <a:gd name="T6" fmla="*/ 400 w 98"/>
                    <a:gd name="T7" fmla="*/ 60 h 37"/>
                    <a:gd name="T8" fmla="*/ 400 w 98"/>
                    <a:gd name="T9" fmla="*/ 60 h 37"/>
                    <a:gd name="T10" fmla="*/ 64 w 98"/>
                    <a:gd name="T11" fmla="*/ 41 h 37"/>
                    <a:gd name="T12" fmla="*/ 72 w 98"/>
                    <a:gd name="T13" fmla="*/ 293 h 37"/>
                    <a:gd name="T14" fmla="*/ 400 w 98"/>
                    <a:gd name="T15" fmla="*/ 361 h 3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7">
                      <a:moveTo>
                        <a:pt x="49" y="37"/>
                      </a:moveTo>
                      <a:cubicBezTo>
                        <a:pt x="69" y="37"/>
                        <a:pt x="83" y="36"/>
                        <a:pt x="89" y="30"/>
                      </a:cubicBezTo>
                      <a:cubicBezTo>
                        <a:pt x="96" y="23"/>
                        <a:pt x="98" y="9"/>
                        <a:pt x="90" y="4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4"/>
                      </a:cubicBezTo>
                      <a:cubicBezTo>
                        <a:pt x="0" y="9"/>
                        <a:pt x="2" y="23"/>
                        <a:pt x="9" y="30"/>
                      </a:cubicBezTo>
                      <a:cubicBezTo>
                        <a:pt x="15" y="36"/>
                        <a:pt x="29" y="37"/>
                        <a:pt x="49" y="37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90" name="Freeform 1661">
                  <a:extLst>
                    <a:ext uri="{FF2B5EF4-FFF2-40B4-BE49-F238E27FC236}">
                      <a16:creationId xmlns:a16="http://schemas.microsoft.com/office/drawing/2014/main" id="{5817336E-F530-4031-A371-0C8F14B822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415"/>
                  <a:ext cx="197" cy="90"/>
                </a:xfrm>
                <a:custGeom>
                  <a:avLst/>
                  <a:gdLst>
                    <a:gd name="T0" fmla="*/ 400 w 98"/>
                    <a:gd name="T1" fmla="*/ 414 h 42"/>
                    <a:gd name="T2" fmla="*/ 724 w 98"/>
                    <a:gd name="T3" fmla="*/ 334 h 42"/>
                    <a:gd name="T4" fmla="*/ 732 w 98"/>
                    <a:gd name="T5" fmla="*/ 28 h 42"/>
                    <a:gd name="T6" fmla="*/ 400 w 98"/>
                    <a:gd name="T7" fmla="*/ 60 h 42"/>
                    <a:gd name="T8" fmla="*/ 400 w 98"/>
                    <a:gd name="T9" fmla="*/ 60 h 42"/>
                    <a:gd name="T10" fmla="*/ 64 w 98"/>
                    <a:gd name="T11" fmla="*/ 28 h 42"/>
                    <a:gd name="T12" fmla="*/ 72 w 98"/>
                    <a:gd name="T13" fmla="*/ 334 h 42"/>
                    <a:gd name="T14" fmla="*/ 400 w 98"/>
                    <a:gd name="T15" fmla="*/ 414 h 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2">
                      <a:moveTo>
                        <a:pt x="49" y="42"/>
                      </a:moveTo>
                      <a:cubicBezTo>
                        <a:pt x="69" y="42"/>
                        <a:pt x="83" y="40"/>
                        <a:pt x="89" y="34"/>
                      </a:cubicBezTo>
                      <a:cubicBezTo>
                        <a:pt x="96" y="27"/>
                        <a:pt x="98" y="9"/>
                        <a:pt x="90" y="3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3"/>
                      </a:cubicBezTo>
                      <a:cubicBezTo>
                        <a:pt x="0" y="9"/>
                        <a:pt x="2" y="27"/>
                        <a:pt x="9" y="34"/>
                      </a:cubicBezTo>
                      <a:cubicBezTo>
                        <a:pt x="15" y="40"/>
                        <a:pt x="29" y="42"/>
                        <a:pt x="49" y="42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91" name="Freeform 1662">
                  <a:extLst>
                    <a:ext uri="{FF2B5EF4-FFF2-40B4-BE49-F238E27FC236}">
                      <a16:creationId xmlns:a16="http://schemas.microsoft.com/office/drawing/2014/main" id="{C945C0BB-5C29-4664-A75E-2D0E4FCFFF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322"/>
                  <a:ext cx="197" cy="82"/>
                </a:xfrm>
                <a:custGeom>
                  <a:avLst/>
                  <a:gdLst>
                    <a:gd name="T0" fmla="*/ 400 w 98"/>
                    <a:gd name="T1" fmla="*/ 382 h 38"/>
                    <a:gd name="T2" fmla="*/ 724 w 98"/>
                    <a:gd name="T3" fmla="*/ 302 h 38"/>
                    <a:gd name="T4" fmla="*/ 732 w 98"/>
                    <a:gd name="T5" fmla="*/ 41 h 38"/>
                    <a:gd name="T6" fmla="*/ 400 w 98"/>
                    <a:gd name="T7" fmla="*/ 60 h 38"/>
                    <a:gd name="T8" fmla="*/ 400 w 98"/>
                    <a:gd name="T9" fmla="*/ 60 h 38"/>
                    <a:gd name="T10" fmla="*/ 64 w 98"/>
                    <a:gd name="T11" fmla="*/ 41 h 38"/>
                    <a:gd name="T12" fmla="*/ 72 w 98"/>
                    <a:gd name="T13" fmla="*/ 302 h 38"/>
                    <a:gd name="T14" fmla="*/ 400 w 98"/>
                    <a:gd name="T15" fmla="*/ 382 h 3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8">
                      <a:moveTo>
                        <a:pt x="49" y="38"/>
                      </a:moveTo>
                      <a:cubicBezTo>
                        <a:pt x="69" y="38"/>
                        <a:pt x="83" y="37"/>
                        <a:pt x="89" y="30"/>
                      </a:cubicBezTo>
                      <a:cubicBezTo>
                        <a:pt x="96" y="23"/>
                        <a:pt x="98" y="9"/>
                        <a:pt x="90" y="4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4"/>
                      </a:cubicBezTo>
                      <a:cubicBezTo>
                        <a:pt x="0" y="9"/>
                        <a:pt x="2" y="23"/>
                        <a:pt x="9" y="30"/>
                      </a:cubicBezTo>
                      <a:cubicBezTo>
                        <a:pt x="15" y="37"/>
                        <a:pt x="29" y="38"/>
                        <a:pt x="49" y="38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92" name="Freeform 1663">
                  <a:extLst>
                    <a:ext uri="{FF2B5EF4-FFF2-40B4-BE49-F238E27FC236}">
                      <a16:creationId xmlns:a16="http://schemas.microsoft.com/office/drawing/2014/main" id="{C5D6B56A-8A3E-499F-ADD5-1B0371DAA3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228"/>
                  <a:ext cx="197" cy="82"/>
                </a:xfrm>
                <a:custGeom>
                  <a:avLst/>
                  <a:gdLst>
                    <a:gd name="T0" fmla="*/ 400 w 98"/>
                    <a:gd name="T1" fmla="*/ 382 h 38"/>
                    <a:gd name="T2" fmla="*/ 724 w 98"/>
                    <a:gd name="T3" fmla="*/ 302 h 38"/>
                    <a:gd name="T4" fmla="*/ 732 w 98"/>
                    <a:gd name="T5" fmla="*/ 41 h 38"/>
                    <a:gd name="T6" fmla="*/ 400 w 98"/>
                    <a:gd name="T7" fmla="*/ 60 h 38"/>
                    <a:gd name="T8" fmla="*/ 400 w 98"/>
                    <a:gd name="T9" fmla="*/ 60 h 38"/>
                    <a:gd name="T10" fmla="*/ 64 w 98"/>
                    <a:gd name="T11" fmla="*/ 41 h 38"/>
                    <a:gd name="T12" fmla="*/ 72 w 98"/>
                    <a:gd name="T13" fmla="*/ 302 h 38"/>
                    <a:gd name="T14" fmla="*/ 400 w 98"/>
                    <a:gd name="T15" fmla="*/ 382 h 3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8">
                      <a:moveTo>
                        <a:pt x="49" y="38"/>
                      </a:moveTo>
                      <a:cubicBezTo>
                        <a:pt x="69" y="38"/>
                        <a:pt x="83" y="37"/>
                        <a:pt x="89" y="30"/>
                      </a:cubicBezTo>
                      <a:cubicBezTo>
                        <a:pt x="96" y="23"/>
                        <a:pt x="98" y="9"/>
                        <a:pt x="90" y="4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4"/>
                      </a:cubicBezTo>
                      <a:cubicBezTo>
                        <a:pt x="0" y="9"/>
                        <a:pt x="2" y="23"/>
                        <a:pt x="9" y="30"/>
                      </a:cubicBezTo>
                      <a:cubicBezTo>
                        <a:pt x="15" y="37"/>
                        <a:pt x="29" y="38"/>
                        <a:pt x="49" y="38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93" name="Freeform 1664">
                  <a:extLst>
                    <a:ext uri="{FF2B5EF4-FFF2-40B4-BE49-F238E27FC236}">
                      <a16:creationId xmlns:a16="http://schemas.microsoft.com/office/drawing/2014/main" id="{02BF8431-B880-451C-A212-9CB4AF0630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792"/>
                  <a:ext cx="197" cy="84"/>
                </a:xfrm>
                <a:custGeom>
                  <a:avLst/>
                  <a:gdLst>
                    <a:gd name="T0" fmla="*/ 400 w 98"/>
                    <a:gd name="T1" fmla="*/ 60 h 39"/>
                    <a:gd name="T2" fmla="*/ 732 w 98"/>
                    <a:gd name="T3" fmla="*/ 41 h 39"/>
                    <a:gd name="T4" fmla="*/ 724 w 98"/>
                    <a:gd name="T5" fmla="*/ 278 h 39"/>
                    <a:gd name="T6" fmla="*/ 400 w 98"/>
                    <a:gd name="T7" fmla="*/ 390 h 39"/>
                    <a:gd name="T8" fmla="*/ 400 w 98"/>
                    <a:gd name="T9" fmla="*/ 390 h 39"/>
                    <a:gd name="T10" fmla="*/ 72 w 98"/>
                    <a:gd name="T11" fmla="*/ 278 h 39"/>
                    <a:gd name="T12" fmla="*/ 64 w 98"/>
                    <a:gd name="T13" fmla="*/ 41 h 39"/>
                    <a:gd name="T14" fmla="*/ 400 w 98"/>
                    <a:gd name="T15" fmla="*/ 60 h 3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9">
                      <a:moveTo>
                        <a:pt x="49" y="6"/>
                      </a:moveTo>
                      <a:cubicBezTo>
                        <a:pt x="82" y="6"/>
                        <a:pt x="84" y="0"/>
                        <a:pt x="90" y="4"/>
                      </a:cubicBezTo>
                      <a:cubicBezTo>
                        <a:pt x="98" y="9"/>
                        <a:pt x="96" y="21"/>
                        <a:pt x="89" y="28"/>
                      </a:cubicBezTo>
                      <a:cubicBezTo>
                        <a:pt x="83" y="35"/>
                        <a:pt x="69" y="39"/>
                        <a:pt x="49" y="39"/>
                      </a:cubicBezTo>
                      <a:cubicBezTo>
                        <a:pt x="49" y="39"/>
                        <a:pt x="49" y="39"/>
                        <a:pt x="49" y="39"/>
                      </a:cubicBezTo>
                      <a:cubicBezTo>
                        <a:pt x="29" y="39"/>
                        <a:pt x="15" y="35"/>
                        <a:pt x="9" y="28"/>
                      </a:cubicBezTo>
                      <a:cubicBezTo>
                        <a:pt x="2" y="21"/>
                        <a:pt x="0" y="9"/>
                        <a:pt x="8" y="4"/>
                      </a:cubicBezTo>
                      <a:cubicBezTo>
                        <a:pt x="14" y="0"/>
                        <a:pt x="16" y="6"/>
                        <a:pt x="49" y="6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94" name="Freeform 1665">
                  <a:extLst>
                    <a:ext uri="{FF2B5EF4-FFF2-40B4-BE49-F238E27FC236}">
                      <a16:creationId xmlns:a16="http://schemas.microsoft.com/office/drawing/2014/main" id="{87718CEF-CDCA-4B7B-9484-83DA9FDC12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872"/>
                  <a:ext cx="197" cy="85"/>
                </a:xfrm>
                <a:custGeom>
                  <a:avLst/>
                  <a:gdLst>
                    <a:gd name="T0" fmla="*/ 400 w 98"/>
                    <a:gd name="T1" fmla="*/ 385 h 40"/>
                    <a:gd name="T2" fmla="*/ 724 w 98"/>
                    <a:gd name="T3" fmla="*/ 272 h 40"/>
                    <a:gd name="T4" fmla="*/ 732 w 98"/>
                    <a:gd name="T5" fmla="*/ 40 h 40"/>
                    <a:gd name="T6" fmla="*/ 400 w 98"/>
                    <a:gd name="T7" fmla="*/ 96 h 40"/>
                    <a:gd name="T8" fmla="*/ 400 w 98"/>
                    <a:gd name="T9" fmla="*/ 96 h 40"/>
                    <a:gd name="T10" fmla="*/ 64 w 98"/>
                    <a:gd name="T11" fmla="*/ 40 h 40"/>
                    <a:gd name="T12" fmla="*/ 72 w 98"/>
                    <a:gd name="T13" fmla="*/ 272 h 40"/>
                    <a:gd name="T14" fmla="*/ 400 w 98"/>
                    <a:gd name="T15" fmla="*/ 385 h 4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0">
                      <a:moveTo>
                        <a:pt x="49" y="40"/>
                      </a:moveTo>
                      <a:cubicBezTo>
                        <a:pt x="69" y="40"/>
                        <a:pt x="83" y="35"/>
                        <a:pt x="89" y="28"/>
                      </a:cubicBezTo>
                      <a:cubicBezTo>
                        <a:pt x="96" y="21"/>
                        <a:pt x="98" y="9"/>
                        <a:pt x="90" y="4"/>
                      </a:cubicBezTo>
                      <a:cubicBezTo>
                        <a:pt x="84" y="0"/>
                        <a:pt x="82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16" y="10"/>
                        <a:pt x="14" y="0"/>
                        <a:pt x="8" y="4"/>
                      </a:cubicBezTo>
                      <a:cubicBezTo>
                        <a:pt x="0" y="9"/>
                        <a:pt x="2" y="21"/>
                        <a:pt x="9" y="28"/>
                      </a:cubicBezTo>
                      <a:cubicBezTo>
                        <a:pt x="15" y="35"/>
                        <a:pt x="29" y="40"/>
                        <a:pt x="49" y="4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95" name="Freeform 1666">
                  <a:extLst>
                    <a:ext uri="{FF2B5EF4-FFF2-40B4-BE49-F238E27FC236}">
                      <a16:creationId xmlns:a16="http://schemas.microsoft.com/office/drawing/2014/main" id="{575C76C8-2ABF-44B6-BB1C-A5070182E4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9" y="1932"/>
                  <a:ext cx="161" cy="43"/>
                </a:xfrm>
                <a:custGeom>
                  <a:avLst/>
                  <a:gdLst>
                    <a:gd name="T0" fmla="*/ 328 w 80"/>
                    <a:gd name="T1" fmla="*/ 120 h 20"/>
                    <a:gd name="T2" fmla="*/ 328 w 80"/>
                    <a:gd name="T3" fmla="*/ 120 h 20"/>
                    <a:gd name="T4" fmla="*/ 0 w 80"/>
                    <a:gd name="T5" fmla="*/ 0 h 20"/>
                    <a:gd name="T6" fmla="*/ 8 w 80"/>
                    <a:gd name="T7" fmla="*/ 140 h 20"/>
                    <a:gd name="T8" fmla="*/ 328 w 80"/>
                    <a:gd name="T9" fmla="*/ 198 h 20"/>
                    <a:gd name="T10" fmla="*/ 328 w 80"/>
                    <a:gd name="T11" fmla="*/ 198 h 20"/>
                    <a:gd name="T12" fmla="*/ 644 w 80"/>
                    <a:gd name="T13" fmla="*/ 140 h 20"/>
                    <a:gd name="T14" fmla="*/ 652 w 80"/>
                    <a:gd name="T15" fmla="*/ 0 h 20"/>
                    <a:gd name="T16" fmla="*/ 328 w 80"/>
                    <a:gd name="T17" fmla="*/ 120 h 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80" h="20">
                      <a:moveTo>
                        <a:pt x="40" y="12"/>
                      </a:moveTo>
                      <a:cubicBezTo>
                        <a:pt x="40" y="12"/>
                        <a:pt x="40" y="12"/>
                        <a:pt x="40" y="12"/>
                      </a:cubicBezTo>
                      <a:cubicBezTo>
                        <a:pt x="20" y="12"/>
                        <a:pt x="6" y="7"/>
                        <a:pt x="0" y="0"/>
                      </a:cubicBezTo>
                      <a:cubicBezTo>
                        <a:pt x="3" y="4"/>
                        <a:pt x="3" y="10"/>
                        <a:pt x="1" y="14"/>
                      </a:cubicBezTo>
                      <a:cubicBezTo>
                        <a:pt x="6" y="12"/>
                        <a:pt x="1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70" y="20"/>
                        <a:pt x="74" y="12"/>
                        <a:pt x="79" y="14"/>
                      </a:cubicBezTo>
                      <a:cubicBezTo>
                        <a:pt x="76" y="9"/>
                        <a:pt x="77" y="5"/>
                        <a:pt x="80" y="0"/>
                      </a:cubicBezTo>
                      <a:cubicBezTo>
                        <a:pt x="74" y="7"/>
                        <a:pt x="60" y="12"/>
                        <a:pt x="40" y="12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96" name="Freeform 1667">
                  <a:extLst>
                    <a:ext uri="{FF2B5EF4-FFF2-40B4-BE49-F238E27FC236}">
                      <a16:creationId xmlns:a16="http://schemas.microsoft.com/office/drawing/2014/main" id="{79B9B94A-0CB1-4D47-82A8-41D0202CF9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953"/>
                  <a:ext cx="197" cy="90"/>
                </a:xfrm>
                <a:custGeom>
                  <a:avLst/>
                  <a:gdLst>
                    <a:gd name="T0" fmla="*/ 400 w 98"/>
                    <a:gd name="T1" fmla="*/ 414 h 42"/>
                    <a:gd name="T2" fmla="*/ 724 w 98"/>
                    <a:gd name="T3" fmla="*/ 276 h 42"/>
                    <a:gd name="T4" fmla="*/ 732 w 98"/>
                    <a:gd name="T5" fmla="*/ 41 h 42"/>
                    <a:gd name="T6" fmla="*/ 400 w 98"/>
                    <a:gd name="T7" fmla="*/ 96 h 42"/>
                    <a:gd name="T8" fmla="*/ 400 w 98"/>
                    <a:gd name="T9" fmla="*/ 96 h 42"/>
                    <a:gd name="T10" fmla="*/ 64 w 98"/>
                    <a:gd name="T11" fmla="*/ 41 h 42"/>
                    <a:gd name="T12" fmla="*/ 72 w 98"/>
                    <a:gd name="T13" fmla="*/ 276 h 42"/>
                    <a:gd name="T14" fmla="*/ 400 w 98"/>
                    <a:gd name="T15" fmla="*/ 414 h 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2">
                      <a:moveTo>
                        <a:pt x="49" y="42"/>
                      </a:moveTo>
                      <a:cubicBezTo>
                        <a:pt x="69" y="42"/>
                        <a:pt x="83" y="35"/>
                        <a:pt x="89" y="28"/>
                      </a:cubicBezTo>
                      <a:cubicBezTo>
                        <a:pt x="96" y="21"/>
                        <a:pt x="98" y="9"/>
                        <a:pt x="90" y="4"/>
                      </a:cubicBezTo>
                      <a:cubicBezTo>
                        <a:pt x="84" y="0"/>
                        <a:pt x="82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16" y="10"/>
                        <a:pt x="14" y="0"/>
                        <a:pt x="8" y="4"/>
                      </a:cubicBezTo>
                      <a:cubicBezTo>
                        <a:pt x="0" y="9"/>
                        <a:pt x="2" y="21"/>
                        <a:pt x="9" y="28"/>
                      </a:cubicBezTo>
                      <a:cubicBezTo>
                        <a:pt x="15" y="35"/>
                        <a:pt x="29" y="42"/>
                        <a:pt x="49" y="42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97" name="Freeform 1668">
                  <a:extLst>
                    <a:ext uri="{FF2B5EF4-FFF2-40B4-BE49-F238E27FC236}">
                      <a16:creationId xmlns:a16="http://schemas.microsoft.com/office/drawing/2014/main" id="{4DD4A25D-E069-4EB9-A8C1-9D670ED406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1726"/>
                  <a:ext cx="2231" cy="2008"/>
                </a:xfrm>
                <a:custGeom>
                  <a:avLst/>
                  <a:gdLst>
                    <a:gd name="T0" fmla="*/ 7427 w 1109"/>
                    <a:gd name="T1" fmla="*/ 3889 h 936"/>
                    <a:gd name="T2" fmla="*/ 8053 w 1109"/>
                    <a:gd name="T3" fmla="*/ 3681 h 936"/>
                    <a:gd name="T4" fmla="*/ 8449 w 1109"/>
                    <a:gd name="T5" fmla="*/ 3347 h 936"/>
                    <a:gd name="T6" fmla="*/ 7952 w 1109"/>
                    <a:gd name="T7" fmla="*/ 2894 h 936"/>
                    <a:gd name="T8" fmla="*/ 8892 w 1109"/>
                    <a:gd name="T9" fmla="*/ 2991 h 936"/>
                    <a:gd name="T10" fmla="*/ 8548 w 1109"/>
                    <a:gd name="T11" fmla="*/ 2302 h 936"/>
                    <a:gd name="T12" fmla="*/ 7960 w 1109"/>
                    <a:gd name="T13" fmla="*/ 2310 h 936"/>
                    <a:gd name="T14" fmla="*/ 7832 w 1109"/>
                    <a:gd name="T15" fmla="*/ 1965 h 936"/>
                    <a:gd name="T16" fmla="*/ 7645 w 1109"/>
                    <a:gd name="T17" fmla="*/ 1828 h 936"/>
                    <a:gd name="T18" fmla="*/ 7588 w 1109"/>
                    <a:gd name="T19" fmla="*/ 1105 h 936"/>
                    <a:gd name="T20" fmla="*/ 6864 w 1109"/>
                    <a:gd name="T21" fmla="*/ 1688 h 936"/>
                    <a:gd name="T22" fmla="*/ 7268 w 1109"/>
                    <a:gd name="T23" fmla="*/ 189 h 936"/>
                    <a:gd name="T24" fmla="*/ 6349 w 1109"/>
                    <a:gd name="T25" fmla="*/ 337 h 936"/>
                    <a:gd name="T26" fmla="*/ 6148 w 1109"/>
                    <a:gd name="T27" fmla="*/ 345 h 936"/>
                    <a:gd name="T28" fmla="*/ 4772 w 1109"/>
                    <a:gd name="T29" fmla="*/ 1322 h 936"/>
                    <a:gd name="T30" fmla="*/ 2533 w 1109"/>
                    <a:gd name="T31" fmla="*/ 2002 h 936"/>
                    <a:gd name="T32" fmla="*/ 3060 w 1109"/>
                    <a:gd name="T33" fmla="*/ 148 h 936"/>
                    <a:gd name="T34" fmla="*/ 2857 w 1109"/>
                    <a:gd name="T35" fmla="*/ 60 h 936"/>
                    <a:gd name="T36" fmla="*/ 2525 w 1109"/>
                    <a:gd name="T37" fmla="*/ 1294 h 936"/>
                    <a:gd name="T38" fmla="*/ 2068 w 1109"/>
                    <a:gd name="T39" fmla="*/ 483 h 936"/>
                    <a:gd name="T40" fmla="*/ 2044 w 1109"/>
                    <a:gd name="T41" fmla="*/ 792 h 936"/>
                    <a:gd name="T42" fmla="*/ 976 w 1109"/>
                    <a:gd name="T43" fmla="*/ 1965 h 936"/>
                    <a:gd name="T44" fmla="*/ 732 w 1109"/>
                    <a:gd name="T45" fmla="*/ 2516 h 936"/>
                    <a:gd name="T46" fmla="*/ 724 w 1109"/>
                    <a:gd name="T47" fmla="*/ 2647 h 936"/>
                    <a:gd name="T48" fmla="*/ 1271 w 1109"/>
                    <a:gd name="T49" fmla="*/ 3308 h 936"/>
                    <a:gd name="T50" fmla="*/ 2360 w 1109"/>
                    <a:gd name="T51" fmla="*/ 4915 h 936"/>
                    <a:gd name="T52" fmla="*/ 400 w 1109"/>
                    <a:gd name="T53" fmla="*/ 4509 h 936"/>
                    <a:gd name="T54" fmla="*/ 8 w 1109"/>
                    <a:gd name="T55" fmla="*/ 5320 h 936"/>
                    <a:gd name="T56" fmla="*/ 612 w 1109"/>
                    <a:gd name="T57" fmla="*/ 5136 h 936"/>
                    <a:gd name="T58" fmla="*/ 1676 w 1109"/>
                    <a:gd name="T59" fmla="*/ 6208 h 936"/>
                    <a:gd name="T60" fmla="*/ 764 w 1109"/>
                    <a:gd name="T61" fmla="*/ 6084 h 936"/>
                    <a:gd name="T62" fmla="*/ 497 w 1109"/>
                    <a:gd name="T63" fmla="*/ 6498 h 936"/>
                    <a:gd name="T64" fmla="*/ 829 w 1109"/>
                    <a:gd name="T65" fmla="*/ 7502 h 936"/>
                    <a:gd name="T66" fmla="*/ 1595 w 1109"/>
                    <a:gd name="T67" fmla="*/ 7663 h 936"/>
                    <a:gd name="T68" fmla="*/ 861 w 1109"/>
                    <a:gd name="T69" fmla="*/ 7888 h 936"/>
                    <a:gd name="T70" fmla="*/ 416 w 1109"/>
                    <a:gd name="T71" fmla="*/ 8068 h 936"/>
                    <a:gd name="T72" fmla="*/ 1619 w 1109"/>
                    <a:gd name="T73" fmla="*/ 7888 h 936"/>
                    <a:gd name="T74" fmla="*/ 903 w 1109"/>
                    <a:gd name="T75" fmla="*/ 8957 h 936"/>
                    <a:gd name="T76" fmla="*/ 2460 w 1109"/>
                    <a:gd name="T77" fmla="*/ 6981 h 936"/>
                    <a:gd name="T78" fmla="*/ 1889 w 1109"/>
                    <a:gd name="T79" fmla="*/ 9094 h 936"/>
                    <a:gd name="T80" fmla="*/ 2565 w 1109"/>
                    <a:gd name="T81" fmla="*/ 8579 h 936"/>
                    <a:gd name="T82" fmla="*/ 3339 w 1109"/>
                    <a:gd name="T83" fmla="*/ 8114 h 936"/>
                    <a:gd name="T84" fmla="*/ 2647 w 1109"/>
                    <a:gd name="T85" fmla="*/ 6526 h 936"/>
                    <a:gd name="T86" fmla="*/ 3388 w 1109"/>
                    <a:gd name="T87" fmla="*/ 6378 h 936"/>
                    <a:gd name="T88" fmla="*/ 4528 w 1109"/>
                    <a:gd name="T89" fmla="*/ 2085 h 936"/>
                    <a:gd name="T90" fmla="*/ 6269 w 1109"/>
                    <a:gd name="T91" fmla="*/ 7723 h 936"/>
                    <a:gd name="T92" fmla="*/ 6528 w 1109"/>
                    <a:gd name="T93" fmla="*/ 7948 h 936"/>
                    <a:gd name="T94" fmla="*/ 6936 w 1109"/>
                    <a:gd name="T95" fmla="*/ 8708 h 936"/>
                    <a:gd name="T96" fmla="*/ 7204 w 1109"/>
                    <a:gd name="T97" fmla="*/ 6844 h 936"/>
                    <a:gd name="T98" fmla="*/ 8013 w 1109"/>
                    <a:gd name="T99" fmla="*/ 8362 h 936"/>
                    <a:gd name="T100" fmla="*/ 7880 w 1109"/>
                    <a:gd name="T101" fmla="*/ 7837 h 936"/>
                    <a:gd name="T102" fmla="*/ 8433 w 1109"/>
                    <a:gd name="T103" fmla="*/ 8105 h 936"/>
                    <a:gd name="T104" fmla="*/ 7321 w 1109"/>
                    <a:gd name="T105" fmla="*/ 6417 h 936"/>
                    <a:gd name="T106" fmla="*/ 7524 w 1109"/>
                    <a:gd name="T107" fmla="*/ 5430 h 936"/>
                    <a:gd name="T108" fmla="*/ 8013 w 1109"/>
                    <a:gd name="T109" fmla="*/ 4966 h 936"/>
                    <a:gd name="T110" fmla="*/ 8224 w 1109"/>
                    <a:gd name="T111" fmla="*/ 4855 h 936"/>
                    <a:gd name="T112" fmla="*/ 8160 w 1109"/>
                    <a:gd name="T113" fmla="*/ 4413 h 936"/>
                    <a:gd name="T114" fmla="*/ 8745 w 1109"/>
                    <a:gd name="T115" fmla="*/ 5123 h 936"/>
                    <a:gd name="T116" fmla="*/ 8705 w 1109"/>
                    <a:gd name="T117" fmla="*/ 4385 h 9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0" t="0" r="r" b="b"/>
                  <a:pathLst>
                    <a:path w="1109" h="936">
                      <a:moveTo>
                        <a:pt x="1107" y="453"/>
                      </a:moveTo>
                      <a:cubicBezTo>
                        <a:pt x="1096" y="446"/>
                        <a:pt x="1087" y="440"/>
                        <a:pt x="1079" y="436"/>
                      </a:cubicBezTo>
                      <a:cubicBezTo>
                        <a:pt x="1088" y="435"/>
                        <a:pt x="1098" y="432"/>
                        <a:pt x="1103" y="423"/>
                      </a:cubicBezTo>
                      <a:cubicBezTo>
                        <a:pt x="1103" y="422"/>
                        <a:pt x="1104" y="421"/>
                        <a:pt x="1104" y="421"/>
                      </a:cubicBezTo>
                      <a:cubicBezTo>
                        <a:pt x="1104" y="419"/>
                        <a:pt x="1103" y="418"/>
                        <a:pt x="1102" y="417"/>
                      </a:cubicBezTo>
                      <a:cubicBezTo>
                        <a:pt x="1100" y="416"/>
                        <a:pt x="1097" y="417"/>
                        <a:pt x="1096" y="419"/>
                      </a:cubicBezTo>
                      <a:cubicBezTo>
                        <a:pt x="1094" y="422"/>
                        <a:pt x="1091" y="424"/>
                        <a:pt x="1087" y="426"/>
                      </a:cubicBezTo>
                      <a:cubicBezTo>
                        <a:pt x="1082" y="428"/>
                        <a:pt x="1068" y="429"/>
                        <a:pt x="1047" y="427"/>
                      </a:cubicBezTo>
                      <a:cubicBezTo>
                        <a:pt x="1027" y="424"/>
                        <a:pt x="998" y="420"/>
                        <a:pt x="977" y="416"/>
                      </a:cubicBezTo>
                      <a:cubicBezTo>
                        <a:pt x="964" y="412"/>
                        <a:pt x="954" y="410"/>
                        <a:pt x="933" y="403"/>
                      </a:cubicBezTo>
                      <a:cubicBezTo>
                        <a:pt x="927" y="401"/>
                        <a:pt x="920" y="398"/>
                        <a:pt x="912" y="394"/>
                      </a:cubicBezTo>
                      <a:cubicBezTo>
                        <a:pt x="906" y="391"/>
                        <a:pt x="892" y="384"/>
                        <a:pt x="880" y="370"/>
                      </a:cubicBezTo>
                      <a:cubicBezTo>
                        <a:pt x="868" y="356"/>
                        <a:pt x="850" y="338"/>
                        <a:pt x="829" y="325"/>
                      </a:cubicBezTo>
                      <a:cubicBezTo>
                        <a:pt x="823" y="322"/>
                        <a:pt x="827" y="320"/>
                        <a:pt x="829" y="319"/>
                      </a:cubicBezTo>
                      <a:cubicBezTo>
                        <a:pt x="839" y="313"/>
                        <a:pt x="849" y="305"/>
                        <a:pt x="858" y="296"/>
                      </a:cubicBezTo>
                      <a:cubicBezTo>
                        <a:pt x="880" y="280"/>
                        <a:pt x="908" y="291"/>
                        <a:pt x="923" y="298"/>
                      </a:cubicBezTo>
                      <a:cubicBezTo>
                        <a:pt x="937" y="305"/>
                        <a:pt x="946" y="316"/>
                        <a:pt x="954" y="323"/>
                      </a:cubicBezTo>
                      <a:cubicBezTo>
                        <a:pt x="961" y="330"/>
                        <a:pt x="969" y="338"/>
                        <a:pt x="973" y="346"/>
                      </a:cubicBezTo>
                      <a:cubicBezTo>
                        <a:pt x="980" y="357"/>
                        <a:pt x="982" y="375"/>
                        <a:pt x="981" y="378"/>
                      </a:cubicBezTo>
                      <a:cubicBezTo>
                        <a:pt x="980" y="380"/>
                        <a:pt x="981" y="383"/>
                        <a:pt x="983" y="384"/>
                      </a:cubicBezTo>
                      <a:cubicBezTo>
                        <a:pt x="985" y="384"/>
                        <a:pt x="987" y="384"/>
                        <a:pt x="988" y="382"/>
                      </a:cubicBezTo>
                      <a:cubicBezTo>
                        <a:pt x="989" y="380"/>
                        <a:pt x="989" y="377"/>
                        <a:pt x="989" y="373"/>
                      </a:cubicBezTo>
                      <a:cubicBezTo>
                        <a:pt x="989" y="364"/>
                        <a:pt x="985" y="353"/>
                        <a:pt x="982" y="343"/>
                      </a:cubicBezTo>
                      <a:cubicBezTo>
                        <a:pt x="991" y="349"/>
                        <a:pt x="1002" y="356"/>
                        <a:pt x="1005" y="366"/>
                      </a:cubicBezTo>
                      <a:cubicBezTo>
                        <a:pt x="1006" y="368"/>
                        <a:pt x="1008" y="369"/>
                        <a:pt x="1010" y="369"/>
                      </a:cubicBezTo>
                      <a:cubicBezTo>
                        <a:pt x="1013" y="368"/>
                        <a:pt x="1014" y="366"/>
                        <a:pt x="1013" y="364"/>
                      </a:cubicBezTo>
                      <a:cubicBezTo>
                        <a:pt x="1008" y="347"/>
                        <a:pt x="991" y="337"/>
                        <a:pt x="979" y="330"/>
                      </a:cubicBezTo>
                      <a:cubicBezTo>
                        <a:pt x="977" y="328"/>
                        <a:pt x="974" y="325"/>
                        <a:pt x="972" y="323"/>
                      </a:cubicBezTo>
                      <a:cubicBezTo>
                        <a:pt x="978" y="325"/>
                        <a:pt x="993" y="327"/>
                        <a:pt x="1003" y="328"/>
                      </a:cubicBezTo>
                      <a:cubicBezTo>
                        <a:pt x="1008" y="329"/>
                        <a:pt x="1021" y="332"/>
                        <a:pt x="1025" y="334"/>
                      </a:cubicBezTo>
                      <a:cubicBezTo>
                        <a:pt x="1027" y="336"/>
                        <a:pt x="1029" y="338"/>
                        <a:pt x="1031" y="341"/>
                      </a:cubicBezTo>
                      <a:cubicBezTo>
                        <a:pt x="1032" y="343"/>
                        <a:pt x="1035" y="343"/>
                        <a:pt x="1036" y="342"/>
                      </a:cubicBezTo>
                      <a:cubicBezTo>
                        <a:pt x="1038" y="342"/>
                        <a:pt x="1038" y="340"/>
                        <a:pt x="1038" y="339"/>
                      </a:cubicBezTo>
                      <a:cubicBezTo>
                        <a:pt x="1038" y="338"/>
                        <a:pt x="1038" y="337"/>
                        <a:pt x="1038" y="337"/>
                      </a:cubicBezTo>
                      <a:cubicBezTo>
                        <a:pt x="1033" y="330"/>
                        <a:pt x="1027" y="326"/>
                        <a:pt x="1021" y="323"/>
                      </a:cubicBezTo>
                      <a:cubicBezTo>
                        <a:pt x="1027" y="321"/>
                        <a:pt x="1033" y="319"/>
                        <a:pt x="1038" y="315"/>
                      </a:cubicBezTo>
                      <a:cubicBezTo>
                        <a:pt x="1039" y="314"/>
                        <a:pt x="1039" y="313"/>
                        <a:pt x="1039" y="312"/>
                      </a:cubicBezTo>
                      <a:cubicBezTo>
                        <a:pt x="1039" y="311"/>
                        <a:pt x="1039" y="310"/>
                        <a:pt x="1038" y="309"/>
                      </a:cubicBezTo>
                      <a:cubicBezTo>
                        <a:pt x="1037" y="308"/>
                        <a:pt x="1035" y="307"/>
                        <a:pt x="1033" y="309"/>
                      </a:cubicBezTo>
                      <a:cubicBezTo>
                        <a:pt x="1027" y="313"/>
                        <a:pt x="1020" y="317"/>
                        <a:pt x="1013" y="317"/>
                      </a:cubicBezTo>
                      <a:cubicBezTo>
                        <a:pt x="1007" y="318"/>
                        <a:pt x="1001" y="317"/>
                        <a:pt x="1001" y="317"/>
                      </a:cubicBezTo>
                      <a:cubicBezTo>
                        <a:pt x="985" y="314"/>
                        <a:pt x="962" y="310"/>
                        <a:pt x="951" y="302"/>
                      </a:cubicBezTo>
                      <a:cubicBezTo>
                        <a:pt x="950" y="302"/>
                        <a:pt x="945" y="297"/>
                        <a:pt x="943" y="295"/>
                      </a:cubicBezTo>
                      <a:cubicBezTo>
                        <a:pt x="954" y="297"/>
                        <a:pt x="966" y="295"/>
                        <a:pt x="977" y="293"/>
                      </a:cubicBezTo>
                      <a:cubicBezTo>
                        <a:pt x="1008" y="287"/>
                        <a:pt x="1039" y="292"/>
                        <a:pt x="1057" y="297"/>
                      </a:cubicBezTo>
                      <a:cubicBezTo>
                        <a:pt x="1065" y="299"/>
                        <a:pt x="1069" y="306"/>
                        <a:pt x="1071" y="308"/>
                      </a:cubicBezTo>
                      <a:cubicBezTo>
                        <a:pt x="1073" y="311"/>
                        <a:pt x="1075" y="314"/>
                        <a:pt x="1077" y="316"/>
                      </a:cubicBezTo>
                      <a:cubicBezTo>
                        <a:pt x="1082" y="324"/>
                        <a:pt x="1082" y="324"/>
                        <a:pt x="1082" y="324"/>
                      </a:cubicBezTo>
                      <a:cubicBezTo>
                        <a:pt x="1083" y="326"/>
                        <a:pt x="1086" y="326"/>
                        <a:pt x="1088" y="325"/>
                      </a:cubicBezTo>
                      <a:cubicBezTo>
                        <a:pt x="1089" y="324"/>
                        <a:pt x="1089" y="323"/>
                        <a:pt x="1089" y="322"/>
                      </a:cubicBezTo>
                      <a:cubicBezTo>
                        <a:pt x="1089" y="321"/>
                        <a:pt x="1089" y="320"/>
                        <a:pt x="1089" y="320"/>
                      </a:cubicBezTo>
                      <a:cubicBezTo>
                        <a:pt x="1084" y="312"/>
                        <a:pt x="1084" y="312"/>
                        <a:pt x="1084" y="312"/>
                      </a:cubicBezTo>
                      <a:cubicBezTo>
                        <a:pt x="1081" y="309"/>
                        <a:pt x="1079" y="306"/>
                        <a:pt x="1077" y="302"/>
                      </a:cubicBezTo>
                      <a:cubicBezTo>
                        <a:pt x="1080" y="303"/>
                        <a:pt x="1084" y="304"/>
                        <a:pt x="1087" y="306"/>
                      </a:cubicBezTo>
                      <a:cubicBezTo>
                        <a:pt x="1089" y="306"/>
                        <a:pt x="1091" y="305"/>
                        <a:pt x="1092" y="303"/>
                      </a:cubicBezTo>
                      <a:cubicBezTo>
                        <a:pt x="1093" y="301"/>
                        <a:pt x="1092" y="299"/>
                        <a:pt x="1090" y="298"/>
                      </a:cubicBezTo>
                      <a:cubicBezTo>
                        <a:pt x="1083" y="295"/>
                        <a:pt x="1041" y="283"/>
                        <a:pt x="1026" y="282"/>
                      </a:cubicBezTo>
                      <a:cubicBezTo>
                        <a:pt x="1036" y="276"/>
                        <a:pt x="1046" y="269"/>
                        <a:pt x="1052" y="261"/>
                      </a:cubicBezTo>
                      <a:cubicBezTo>
                        <a:pt x="1055" y="257"/>
                        <a:pt x="1058" y="254"/>
                        <a:pt x="1058" y="254"/>
                      </a:cubicBezTo>
                      <a:cubicBezTo>
                        <a:pt x="1064" y="251"/>
                        <a:pt x="1068" y="250"/>
                        <a:pt x="1073" y="252"/>
                      </a:cubicBezTo>
                      <a:cubicBezTo>
                        <a:pt x="1075" y="252"/>
                        <a:pt x="1077" y="251"/>
                        <a:pt x="1078" y="249"/>
                      </a:cubicBezTo>
                      <a:cubicBezTo>
                        <a:pt x="1079" y="247"/>
                        <a:pt x="1078" y="245"/>
                        <a:pt x="1076" y="244"/>
                      </a:cubicBezTo>
                      <a:cubicBezTo>
                        <a:pt x="1068" y="241"/>
                        <a:pt x="1062" y="244"/>
                        <a:pt x="1056" y="247"/>
                      </a:cubicBezTo>
                      <a:cubicBezTo>
                        <a:pt x="1056" y="246"/>
                        <a:pt x="1056" y="245"/>
                        <a:pt x="1056" y="245"/>
                      </a:cubicBezTo>
                      <a:cubicBezTo>
                        <a:pt x="1056" y="242"/>
                        <a:pt x="1056" y="239"/>
                        <a:pt x="1055" y="236"/>
                      </a:cubicBezTo>
                      <a:cubicBezTo>
                        <a:pt x="1055" y="234"/>
                        <a:pt x="1053" y="233"/>
                        <a:pt x="1050" y="233"/>
                      </a:cubicBezTo>
                      <a:cubicBezTo>
                        <a:pt x="1048" y="234"/>
                        <a:pt x="1047" y="236"/>
                        <a:pt x="1047" y="238"/>
                      </a:cubicBezTo>
                      <a:cubicBezTo>
                        <a:pt x="1049" y="242"/>
                        <a:pt x="1049" y="247"/>
                        <a:pt x="1047" y="252"/>
                      </a:cubicBezTo>
                      <a:cubicBezTo>
                        <a:pt x="1047" y="253"/>
                        <a:pt x="1047" y="253"/>
                        <a:pt x="1047" y="253"/>
                      </a:cubicBezTo>
                      <a:cubicBezTo>
                        <a:pt x="1044" y="260"/>
                        <a:pt x="1037" y="266"/>
                        <a:pt x="1029" y="271"/>
                      </a:cubicBezTo>
                      <a:cubicBezTo>
                        <a:pt x="1024" y="274"/>
                        <a:pt x="986" y="278"/>
                        <a:pt x="977" y="280"/>
                      </a:cubicBezTo>
                      <a:cubicBezTo>
                        <a:pt x="968" y="281"/>
                        <a:pt x="957" y="281"/>
                        <a:pt x="948" y="281"/>
                      </a:cubicBezTo>
                      <a:cubicBezTo>
                        <a:pt x="958" y="275"/>
                        <a:pt x="966" y="269"/>
                        <a:pt x="969" y="259"/>
                      </a:cubicBezTo>
                      <a:cubicBezTo>
                        <a:pt x="971" y="253"/>
                        <a:pt x="979" y="246"/>
                        <a:pt x="979" y="246"/>
                      </a:cubicBezTo>
                      <a:cubicBezTo>
                        <a:pt x="984" y="240"/>
                        <a:pt x="984" y="240"/>
                        <a:pt x="984" y="240"/>
                      </a:cubicBezTo>
                      <a:cubicBezTo>
                        <a:pt x="986" y="238"/>
                        <a:pt x="986" y="235"/>
                        <a:pt x="984" y="234"/>
                      </a:cubicBezTo>
                      <a:cubicBezTo>
                        <a:pt x="982" y="232"/>
                        <a:pt x="980" y="233"/>
                        <a:pt x="978" y="234"/>
                      </a:cubicBezTo>
                      <a:cubicBezTo>
                        <a:pt x="973" y="241"/>
                        <a:pt x="973" y="241"/>
                        <a:pt x="973" y="241"/>
                      </a:cubicBezTo>
                      <a:cubicBezTo>
                        <a:pt x="973" y="241"/>
                        <a:pt x="971" y="243"/>
                        <a:pt x="969" y="245"/>
                      </a:cubicBezTo>
                      <a:cubicBezTo>
                        <a:pt x="969" y="244"/>
                        <a:pt x="969" y="242"/>
                        <a:pt x="969" y="241"/>
                      </a:cubicBezTo>
                      <a:cubicBezTo>
                        <a:pt x="969" y="235"/>
                        <a:pt x="968" y="228"/>
                        <a:pt x="965" y="221"/>
                      </a:cubicBezTo>
                      <a:cubicBezTo>
                        <a:pt x="964" y="219"/>
                        <a:pt x="961" y="218"/>
                        <a:pt x="960" y="219"/>
                      </a:cubicBezTo>
                      <a:cubicBezTo>
                        <a:pt x="958" y="220"/>
                        <a:pt x="957" y="223"/>
                        <a:pt x="958" y="225"/>
                      </a:cubicBezTo>
                      <a:cubicBezTo>
                        <a:pt x="961" y="231"/>
                        <a:pt x="961" y="238"/>
                        <a:pt x="961" y="245"/>
                      </a:cubicBezTo>
                      <a:cubicBezTo>
                        <a:pt x="961" y="245"/>
                        <a:pt x="962" y="265"/>
                        <a:pt x="938" y="272"/>
                      </a:cubicBezTo>
                      <a:cubicBezTo>
                        <a:pt x="928" y="276"/>
                        <a:pt x="900" y="262"/>
                        <a:pt x="870" y="267"/>
                      </a:cubicBezTo>
                      <a:cubicBezTo>
                        <a:pt x="881" y="249"/>
                        <a:pt x="905" y="223"/>
                        <a:pt x="924" y="210"/>
                      </a:cubicBezTo>
                      <a:cubicBezTo>
                        <a:pt x="935" y="203"/>
                        <a:pt x="949" y="197"/>
                        <a:pt x="962" y="199"/>
                      </a:cubicBezTo>
                      <a:cubicBezTo>
                        <a:pt x="972" y="200"/>
                        <a:pt x="979" y="201"/>
                        <a:pt x="983" y="203"/>
                      </a:cubicBezTo>
                      <a:cubicBezTo>
                        <a:pt x="985" y="203"/>
                        <a:pt x="987" y="202"/>
                        <a:pt x="988" y="200"/>
                      </a:cubicBezTo>
                      <a:cubicBezTo>
                        <a:pt x="989" y="198"/>
                        <a:pt x="988" y="196"/>
                        <a:pt x="986" y="195"/>
                      </a:cubicBezTo>
                      <a:cubicBezTo>
                        <a:pt x="980" y="193"/>
                        <a:pt x="963" y="188"/>
                        <a:pt x="946" y="190"/>
                      </a:cubicBezTo>
                      <a:cubicBezTo>
                        <a:pt x="951" y="185"/>
                        <a:pt x="956" y="180"/>
                        <a:pt x="961" y="175"/>
                      </a:cubicBezTo>
                      <a:cubicBezTo>
                        <a:pt x="974" y="163"/>
                        <a:pt x="974" y="163"/>
                        <a:pt x="974" y="163"/>
                      </a:cubicBezTo>
                      <a:cubicBezTo>
                        <a:pt x="975" y="162"/>
                        <a:pt x="975" y="161"/>
                        <a:pt x="975" y="160"/>
                      </a:cubicBezTo>
                      <a:cubicBezTo>
                        <a:pt x="975" y="159"/>
                        <a:pt x="975" y="158"/>
                        <a:pt x="974" y="157"/>
                      </a:cubicBezTo>
                      <a:cubicBezTo>
                        <a:pt x="973" y="156"/>
                        <a:pt x="970" y="155"/>
                        <a:pt x="969" y="157"/>
                      </a:cubicBezTo>
                      <a:cubicBezTo>
                        <a:pt x="955" y="170"/>
                        <a:pt x="955" y="170"/>
                        <a:pt x="955" y="170"/>
                      </a:cubicBezTo>
                      <a:cubicBezTo>
                        <a:pt x="950" y="175"/>
                        <a:pt x="945" y="180"/>
                        <a:pt x="939" y="185"/>
                      </a:cubicBezTo>
                      <a:cubicBezTo>
                        <a:pt x="936" y="188"/>
                        <a:pt x="925" y="195"/>
                        <a:pt x="922" y="197"/>
                      </a:cubicBezTo>
                      <a:cubicBezTo>
                        <a:pt x="909" y="204"/>
                        <a:pt x="894" y="216"/>
                        <a:pt x="882" y="230"/>
                      </a:cubicBezTo>
                      <a:cubicBezTo>
                        <a:pt x="884" y="221"/>
                        <a:pt x="887" y="212"/>
                        <a:pt x="889" y="203"/>
                      </a:cubicBezTo>
                      <a:cubicBezTo>
                        <a:pt x="894" y="185"/>
                        <a:pt x="894" y="185"/>
                        <a:pt x="894" y="185"/>
                      </a:cubicBezTo>
                      <a:cubicBezTo>
                        <a:pt x="900" y="163"/>
                        <a:pt x="907" y="143"/>
                        <a:pt x="926" y="126"/>
                      </a:cubicBezTo>
                      <a:cubicBezTo>
                        <a:pt x="928" y="125"/>
                        <a:pt x="935" y="118"/>
                        <a:pt x="948" y="117"/>
                      </a:cubicBezTo>
                      <a:cubicBezTo>
                        <a:pt x="951" y="117"/>
                        <a:pt x="955" y="117"/>
                        <a:pt x="959" y="117"/>
                      </a:cubicBezTo>
                      <a:cubicBezTo>
                        <a:pt x="961" y="117"/>
                        <a:pt x="963" y="115"/>
                        <a:pt x="963" y="113"/>
                      </a:cubicBezTo>
                      <a:cubicBezTo>
                        <a:pt x="963" y="111"/>
                        <a:pt x="961" y="109"/>
                        <a:pt x="959" y="109"/>
                      </a:cubicBezTo>
                      <a:cubicBezTo>
                        <a:pt x="951" y="109"/>
                        <a:pt x="942" y="109"/>
                        <a:pt x="934" y="111"/>
                      </a:cubicBezTo>
                      <a:cubicBezTo>
                        <a:pt x="934" y="111"/>
                        <a:pt x="933" y="112"/>
                        <a:pt x="932" y="112"/>
                      </a:cubicBezTo>
                      <a:cubicBezTo>
                        <a:pt x="933" y="111"/>
                        <a:pt x="934" y="110"/>
                        <a:pt x="935" y="109"/>
                      </a:cubicBezTo>
                      <a:cubicBezTo>
                        <a:pt x="938" y="104"/>
                        <a:pt x="942" y="98"/>
                        <a:pt x="945" y="93"/>
                      </a:cubicBezTo>
                      <a:cubicBezTo>
                        <a:pt x="945" y="92"/>
                        <a:pt x="945" y="91"/>
                        <a:pt x="945" y="91"/>
                      </a:cubicBezTo>
                      <a:cubicBezTo>
                        <a:pt x="945" y="89"/>
                        <a:pt x="944" y="88"/>
                        <a:pt x="943" y="87"/>
                      </a:cubicBezTo>
                      <a:cubicBezTo>
                        <a:pt x="941" y="86"/>
                        <a:pt x="939" y="87"/>
                        <a:pt x="938" y="89"/>
                      </a:cubicBezTo>
                      <a:cubicBezTo>
                        <a:pt x="935" y="94"/>
                        <a:pt x="932" y="99"/>
                        <a:pt x="928" y="104"/>
                      </a:cubicBezTo>
                      <a:cubicBezTo>
                        <a:pt x="925" y="108"/>
                        <a:pt x="908" y="127"/>
                        <a:pt x="904" y="133"/>
                      </a:cubicBezTo>
                      <a:cubicBezTo>
                        <a:pt x="893" y="147"/>
                        <a:pt x="885" y="169"/>
                        <a:pt x="880" y="182"/>
                      </a:cubicBezTo>
                      <a:cubicBezTo>
                        <a:pt x="876" y="194"/>
                        <a:pt x="862" y="232"/>
                        <a:pt x="855" y="251"/>
                      </a:cubicBezTo>
                      <a:cubicBezTo>
                        <a:pt x="855" y="231"/>
                        <a:pt x="852" y="216"/>
                        <a:pt x="847" y="201"/>
                      </a:cubicBezTo>
                      <a:cubicBezTo>
                        <a:pt x="843" y="190"/>
                        <a:pt x="843" y="176"/>
                        <a:pt x="843" y="171"/>
                      </a:cubicBezTo>
                      <a:cubicBezTo>
                        <a:pt x="844" y="142"/>
                        <a:pt x="850" y="119"/>
                        <a:pt x="860" y="96"/>
                      </a:cubicBezTo>
                      <a:cubicBezTo>
                        <a:pt x="864" y="88"/>
                        <a:pt x="869" y="80"/>
                        <a:pt x="874" y="72"/>
                      </a:cubicBezTo>
                      <a:cubicBezTo>
                        <a:pt x="876" y="68"/>
                        <a:pt x="878" y="64"/>
                        <a:pt x="880" y="61"/>
                      </a:cubicBezTo>
                      <a:cubicBezTo>
                        <a:pt x="883" y="57"/>
                        <a:pt x="888" y="48"/>
                        <a:pt x="895" y="44"/>
                      </a:cubicBezTo>
                      <a:cubicBezTo>
                        <a:pt x="901" y="39"/>
                        <a:pt x="915" y="35"/>
                        <a:pt x="923" y="36"/>
                      </a:cubicBezTo>
                      <a:cubicBezTo>
                        <a:pt x="925" y="36"/>
                        <a:pt x="927" y="34"/>
                        <a:pt x="927" y="32"/>
                      </a:cubicBezTo>
                      <a:cubicBezTo>
                        <a:pt x="928" y="30"/>
                        <a:pt x="926" y="28"/>
                        <a:pt x="924" y="28"/>
                      </a:cubicBezTo>
                      <a:cubicBezTo>
                        <a:pt x="915" y="27"/>
                        <a:pt x="902" y="29"/>
                        <a:pt x="892" y="35"/>
                      </a:cubicBezTo>
                      <a:cubicBezTo>
                        <a:pt x="892" y="35"/>
                        <a:pt x="891" y="35"/>
                        <a:pt x="891" y="34"/>
                      </a:cubicBezTo>
                      <a:cubicBezTo>
                        <a:pt x="891" y="33"/>
                        <a:pt x="891" y="32"/>
                        <a:pt x="891" y="31"/>
                      </a:cubicBezTo>
                      <a:cubicBezTo>
                        <a:pt x="892" y="27"/>
                        <a:pt x="893" y="23"/>
                        <a:pt x="893" y="19"/>
                      </a:cubicBezTo>
                      <a:cubicBezTo>
                        <a:pt x="893" y="16"/>
                        <a:pt x="893" y="14"/>
                        <a:pt x="892" y="12"/>
                      </a:cubicBezTo>
                      <a:cubicBezTo>
                        <a:pt x="891" y="9"/>
                        <a:pt x="889" y="8"/>
                        <a:pt x="887" y="9"/>
                      </a:cubicBezTo>
                      <a:cubicBezTo>
                        <a:pt x="885" y="10"/>
                        <a:pt x="884" y="12"/>
                        <a:pt x="885" y="14"/>
                      </a:cubicBezTo>
                      <a:cubicBezTo>
                        <a:pt x="886" y="19"/>
                        <a:pt x="880" y="33"/>
                        <a:pt x="880" y="35"/>
                      </a:cubicBezTo>
                      <a:cubicBezTo>
                        <a:pt x="876" y="46"/>
                        <a:pt x="870" y="55"/>
                        <a:pt x="864" y="65"/>
                      </a:cubicBezTo>
                      <a:cubicBezTo>
                        <a:pt x="858" y="73"/>
                        <a:pt x="853" y="82"/>
                        <a:pt x="849" y="91"/>
                      </a:cubicBezTo>
                      <a:cubicBezTo>
                        <a:pt x="839" y="114"/>
                        <a:pt x="833" y="135"/>
                        <a:pt x="831" y="162"/>
                      </a:cubicBezTo>
                      <a:cubicBezTo>
                        <a:pt x="824" y="146"/>
                        <a:pt x="816" y="132"/>
                        <a:pt x="807" y="117"/>
                      </a:cubicBezTo>
                      <a:cubicBezTo>
                        <a:pt x="798" y="102"/>
                        <a:pt x="798" y="102"/>
                        <a:pt x="798" y="102"/>
                      </a:cubicBezTo>
                      <a:cubicBezTo>
                        <a:pt x="789" y="88"/>
                        <a:pt x="781" y="74"/>
                        <a:pt x="777" y="59"/>
                      </a:cubicBezTo>
                      <a:cubicBezTo>
                        <a:pt x="776" y="55"/>
                        <a:pt x="774" y="43"/>
                        <a:pt x="780" y="34"/>
                      </a:cubicBezTo>
                      <a:cubicBezTo>
                        <a:pt x="785" y="24"/>
                        <a:pt x="792" y="13"/>
                        <a:pt x="800" y="8"/>
                      </a:cubicBezTo>
                      <a:cubicBezTo>
                        <a:pt x="802" y="7"/>
                        <a:pt x="803" y="5"/>
                        <a:pt x="802" y="3"/>
                      </a:cubicBezTo>
                      <a:cubicBezTo>
                        <a:pt x="801" y="1"/>
                        <a:pt x="798" y="0"/>
                        <a:pt x="796" y="1"/>
                      </a:cubicBezTo>
                      <a:cubicBezTo>
                        <a:pt x="784" y="9"/>
                        <a:pt x="769" y="35"/>
                        <a:pt x="768" y="35"/>
                      </a:cubicBezTo>
                      <a:cubicBezTo>
                        <a:pt x="768" y="35"/>
                        <a:pt x="768" y="35"/>
                        <a:pt x="768" y="35"/>
                      </a:cubicBezTo>
                      <a:cubicBezTo>
                        <a:pt x="763" y="30"/>
                        <a:pt x="756" y="26"/>
                        <a:pt x="750" y="23"/>
                      </a:cubicBezTo>
                      <a:cubicBezTo>
                        <a:pt x="749" y="22"/>
                        <a:pt x="749" y="22"/>
                        <a:pt x="749" y="22"/>
                      </a:cubicBezTo>
                      <a:cubicBezTo>
                        <a:pt x="747" y="21"/>
                        <a:pt x="745" y="22"/>
                        <a:pt x="744" y="24"/>
                      </a:cubicBezTo>
                      <a:cubicBezTo>
                        <a:pt x="743" y="26"/>
                        <a:pt x="743" y="28"/>
                        <a:pt x="745" y="29"/>
                      </a:cubicBezTo>
                      <a:cubicBezTo>
                        <a:pt x="746" y="30"/>
                        <a:pt x="746" y="30"/>
                        <a:pt x="746" y="30"/>
                      </a:cubicBezTo>
                      <a:cubicBezTo>
                        <a:pt x="749" y="32"/>
                        <a:pt x="752" y="33"/>
                        <a:pt x="755" y="35"/>
                      </a:cubicBezTo>
                      <a:cubicBezTo>
                        <a:pt x="763" y="41"/>
                        <a:pt x="763" y="50"/>
                        <a:pt x="763" y="54"/>
                      </a:cubicBezTo>
                      <a:cubicBezTo>
                        <a:pt x="766" y="75"/>
                        <a:pt x="776" y="91"/>
                        <a:pt x="784" y="108"/>
                      </a:cubicBezTo>
                      <a:cubicBezTo>
                        <a:pt x="794" y="129"/>
                        <a:pt x="813" y="169"/>
                        <a:pt x="823" y="199"/>
                      </a:cubicBezTo>
                      <a:cubicBezTo>
                        <a:pt x="825" y="206"/>
                        <a:pt x="831" y="225"/>
                        <a:pt x="833" y="237"/>
                      </a:cubicBezTo>
                      <a:cubicBezTo>
                        <a:pt x="835" y="253"/>
                        <a:pt x="832" y="270"/>
                        <a:pt x="824" y="282"/>
                      </a:cubicBezTo>
                      <a:cubicBezTo>
                        <a:pt x="819" y="289"/>
                        <a:pt x="813" y="295"/>
                        <a:pt x="806" y="298"/>
                      </a:cubicBezTo>
                      <a:cubicBezTo>
                        <a:pt x="798" y="300"/>
                        <a:pt x="781" y="304"/>
                        <a:pt x="761" y="303"/>
                      </a:cubicBezTo>
                      <a:cubicBezTo>
                        <a:pt x="745" y="301"/>
                        <a:pt x="723" y="291"/>
                        <a:pt x="704" y="278"/>
                      </a:cubicBezTo>
                      <a:cubicBezTo>
                        <a:pt x="700" y="275"/>
                        <a:pt x="668" y="244"/>
                        <a:pt x="658" y="233"/>
                      </a:cubicBezTo>
                      <a:cubicBezTo>
                        <a:pt x="622" y="192"/>
                        <a:pt x="594" y="158"/>
                        <a:pt x="589" y="131"/>
                      </a:cubicBezTo>
                      <a:cubicBezTo>
                        <a:pt x="588" y="132"/>
                        <a:pt x="587" y="133"/>
                        <a:pt x="586" y="134"/>
                      </a:cubicBezTo>
                      <a:cubicBezTo>
                        <a:pt x="580" y="141"/>
                        <a:pt x="566" y="148"/>
                        <a:pt x="546" y="148"/>
                      </a:cubicBezTo>
                      <a:cubicBezTo>
                        <a:pt x="546" y="148"/>
                        <a:pt x="546" y="148"/>
                        <a:pt x="546" y="148"/>
                      </a:cubicBezTo>
                      <a:cubicBezTo>
                        <a:pt x="526" y="148"/>
                        <a:pt x="512" y="141"/>
                        <a:pt x="506" y="134"/>
                      </a:cubicBezTo>
                      <a:cubicBezTo>
                        <a:pt x="505" y="134"/>
                        <a:pt x="505" y="133"/>
                        <a:pt x="504" y="133"/>
                      </a:cubicBezTo>
                      <a:cubicBezTo>
                        <a:pt x="501" y="142"/>
                        <a:pt x="485" y="180"/>
                        <a:pt x="472" y="198"/>
                      </a:cubicBezTo>
                      <a:cubicBezTo>
                        <a:pt x="466" y="207"/>
                        <a:pt x="459" y="216"/>
                        <a:pt x="453" y="226"/>
                      </a:cubicBezTo>
                      <a:cubicBezTo>
                        <a:pt x="450" y="230"/>
                        <a:pt x="441" y="242"/>
                        <a:pt x="439" y="244"/>
                      </a:cubicBezTo>
                      <a:cubicBezTo>
                        <a:pt x="406" y="280"/>
                        <a:pt x="368" y="283"/>
                        <a:pt x="325" y="274"/>
                      </a:cubicBezTo>
                      <a:cubicBezTo>
                        <a:pt x="322" y="274"/>
                        <a:pt x="315" y="271"/>
                        <a:pt x="312" y="261"/>
                      </a:cubicBezTo>
                      <a:cubicBezTo>
                        <a:pt x="309" y="250"/>
                        <a:pt x="306" y="232"/>
                        <a:pt x="311" y="206"/>
                      </a:cubicBezTo>
                      <a:cubicBezTo>
                        <a:pt x="311" y="203"/>
                        <a:pt x="311" y="203"/>
                        <a:pt x="311" y="203"/>
                      </a:cubicBezTo>
                      <a:cubicBezTo>
                        <a:pt x="313" y="189"/>
                        <a:pt x="317" y="170"/>
                        <a:pt x="321" y="149"/>
                      </a:cubicBezTo>
                      <a:cubicBezTo>
                        <a:pt x="321" y="146"/>
                        <a:pt x="325" y="129"/>
                        <a:pt x="333" y="118"/>
                      </a:cubicBezTo>
                      <a:cubicBezTo>
                        <a:pt x="341" y="107"/>
                        <a:pt x="350" y="94"/>
                        <a:pt x="354" y="75"/>
                      </a:cubicBezTo>
                      <a:cubicBezTo>
                        <a:pt x="355" y="69"/>
                        <a:pt x="359" y="59"/>
                        <a:pt x="362" y="54"/>
                      </a:cubicBezTo>
                      <a:cubicBezTo>
                        <a:pt x="368" y="45"/>
                        <a:pt x="375" y="40"/>
                        <a:pt x="382" y="34"/>
                      </a:cubicBezTo>
                      <a:cubicBezTo>
                        <a:pt x="391" y="28"/>
                        <a:pt x="391" y="28"/>
                        <a:pt x="391" y="28"/>
                      </a:cubicBezTo>
                      <a:cubicBezTo>
                        <a:pt x="393" y="26"/>
                        <a:pt x="393" y="24"/>
                        <a:pt x="392" y="22"/>
                      </a:cubicBezTo>
                      <a:cubicBezTo>
                        <a:pt x="391" y="20"/>
                        <a:pt x="388" y="20"/>
                        <a:pt x="386" y="21"/>
                      </a:cubicBezTo>
                      <a:cubicBezTo>
                        <a:pt x="378" y="28"/>
                        <a:pt x="378" y="28"/>
                        <a:pt x="378" y="28"/>
                      </a:cubicBezTo>
                      <a:cubicBezTo>
                        <a:pt x="378" y="28"/>
                        <a:pt x="377" y="28"/>
                        <a:pt x="377" y="28"/>
                      </a:cubicBezTo>
                      <a:cubicBezTo>
                        <a:pt x="378" y="23"/>
                        <a:pt x="377" y="19"/>
                        <a:pt x="376" y="15"/>
                      </a:cubicBezTo>
                      <a:cubicBezTo>
                        <a:pt x="376" y="13"/>
                        <a:pt x="376" y="13"/>
                        <a:pt x="376" y="13"/>
                      </a:cubicBezTo>
                      <a:cubicBezTo>
                        <a:pt x="376" y="11"/>
                        <a:pt x="374" y="9"/>
                        <a:pt x="371" y="10"/>
                      </a:cubicBezTo>
                      <a:cubicBezTo>
                        <a:pt x="369" y="10"/>
                        <a:pt x="368" y="12"/>
                        <a:pt x="368" y="14"/>
                      </a:cubicBezTo>
                      <a:cubicBezTo>
                        <a:pt x="368" y="17"/>
                        <a:pt x="368" y="17"/>
                        <a:pt x="368" y="17"/>
                      </a:cubicBezTo>
                      <a:cubicBezTo>
                        <a:pt x="369" y="23"/>
                        <a:pt x="371" y="32"/>
                        <a:pt x="365" y="38"/>
                      </a:cubicBezTo>
                      <a:cubicBezTo>
                        <a:pt x="365" y="38"/>
                        <a:pt x="365" y="38"/>
                        <a:pt x="365" y="38"/>
                      </a:cubicBezTo>
                      <a:cubicBezTo>
                        <a:pt x="360" y="43"/>
                        <a:pt x="356" y="48"/>
                        <a:pt x="352" y="55"/>
                      </a:cubicBezTo>
                      <a:cubicBezTo>
                        <a:pt x="352" y="45"/>
                        <a:pt x="349" y="39"/>
                        <a:pt x="345" y="33"/>
                      </a:cubicBezTo>
                      <a:cubicBezTo>
                        <a:pt x="344" y="33"/>
                        <a:pt x="342" y="30"/>
                        <a:pt x="344" y="27"/>
                      </a:cubicBezTo>
                      <a:cubicBezTo>
                        <a:pt x="345" y="23"/>
                        <a:pt x="347" y="17"/>
                        <a:pt x="351" y="12"/>
                      </a:cubicBezTo>
                      <a:cubicBezTo>
                        <a:pt x="353" y="10"/>
                        <a:pt x="353" y="7"/>
                        <a:pt x="351" y="6"/>
                      </a:cubicBezTo>
                      <a:cubicBezTo>
                        <a:pt x="349" y="5"/>
                        <a:pt x="347" y="5"/>
                        <a:pt x="345" y="7"/>
                      </a:cubicBezTo>
                      <a:cubicBezTo>
                        <a:pt x="341" y="12"/>
                        <a:pt x="338" y="18"/>
                        <a:pt x="337" y="23"/>
                      </a:cubicBezTo>
                      <a:cubicBezTo>
                        <a:pt x="336" y="23"/>
                        <a:pt x="336" y="23"/>
                        <a:pt x="335" y="22"/>
                      </a:cubicBezTo>
                      <a:cubicBezTo>
                        <a:pt x="330" y="16"/>
                        <a:pt x="330" y="16"/>
                        <a:pt x="330" y="16"/>
                      </a:cubicBezTo>
                      <a:cubicBezTo>
                        <a:pt x="328" y="14"/>
                        <a:pt x="326" y="14"/>
                        <a:pt x="324" y="16"/>
                      </a:cubicBezTo>
                      <a:cubicBezTo>
                        <a:pt x="322" y="17"/>
                        <a:pt x="322" y="20"/>
                        <a:pt x="324" y="21"/>
                      </a:cubicBezTo>
                      <a:cubicBezTo>
                        <a:pt x="329" y="28"/>
                        <a:pt x="329" y="28"/>
                        <a:pt x="329" y="28"/>
                      </a:cubicBezTo>
                      <a:cubicBezTo>
                        <a:pt x="340" y="39"/>
                        <a:pt x="347" y="46"/>
                        <a:pt x="343" y="67"/>
                      </a:cubicBezTo>
                      <a:cubicBezTo>
                        <a:pt x="343" y="68"/>
                        <a:pt x="343" y="71"/>
                        <a:pt x="342" y="72"/>
                      </a:cubicBezTo>
                      <a:cubicBezTo>
                        <a:pt x="339" y="89"/>
                        <a:pt x="331" y="100"/>
                        <a:pt x="323" y="111"/>
                      </a:cubicBezTo>
                      <a:cubicBezTo>
                        <a:pt x="318" y="117"/>
                        <a:pt x="314" y="124"/>
                        <a:pt x="310" y="131"/>
                      </a:cubicBezTo>
                      <a:cubicBezTo>
                        <a:pt x="305" y="114"/>
                        <a:pt x="295" y="98"/>
                        <a:pt x="281" y="86"/>
                      </a:cubicBezTo>
                      <a:cubicBezTo>
                        <a:pt x="271" y="78"/>
                        <a:pt x="266" y="71"/>
                        <a:pt x="265" y="68"/>
                      </a:cubicBezTo>
                      <a:cubicBezTo>
                        <a:pt x="260" y="53"/>
                        <a:pt x="261" y="37"/>
                        <a:pt x="266" y="18"/>
                      </a:cubicBezTo>
                      <a:cubicBezTo>
                        <a:pt x="267" y="16"/>
                        <a:pt x="266" y="13"/>
                        <a:pt x="264" y="13"/>
                      </a:cubicBezTo>
                      <a:cubicBezTo>
                        <a:pt x="262" y="12"/>
                        <a:pt x="259" y="13"/>
                        <a:pt x="259" y="15"/>
                      </a:cubicBezTo>
                      <a:cubicBezTo>
                        <a:pt x="258" y="18"/>
                        <a:pt x="257" y="21"/>
                        <a:pt x="257" y="23"/>
                      </a:cubicBezTo>
                      <a:cubicBezTo>
                        <a:pt x="254" y="20"/>
                        <a:pt x="250" y="16"/>
                        <a:pt x="246" y="13"/>
                      </a:cubicBezTo>
                      <a:cubicBezTo>
                        <a:pt x="244" y="11"/>
                        <a:pt x="242" y="12"/>
                        <a:pt x="240" y="13"/>
                      </a:cubicBezTo>
                      <a:cubicBezTo>
                        <a:pt x="239" y="15"/>
                        <a:pt x="239" y="18"/>
                        <a:pt x="241" y="19"/>
                      </a:cubicBezTo>
                      <a:cubicBezTo>
                        <a:pt x="249" y="26"/>
                        <a:pt x="253" y="30"/>
                        <a:pt x="253" y="35"/>
                      </a:cubicBezTo>
                      <a:cubicBezTo>
                        <a:pt x="253" y="36"/>
                        <a:pt x="254" y="45"/>
                        <a:pt x="254" y="49"/>
                      </a:cubicBezTo>
                      <a:cubicBezTo>
                        <a:pt x="254" y="58"/>
                        <a:pt x="256" y="67"/>
                        <a:pt x="259" y="75"/>
                      </a:cubicBezTo>
                      <a:cubicBezTo>
                        <a:pt x="250" y="70"/>
                        <a:pt x="239" y="66"/>
                        <a:pt x="228" y="64"/>
                      </a:cubicBezTo>
                      <a:cubicBezTo>
                        <a:pt x="227" y="63"/>
                        <a:pt x="224" y="62"/>
                        <a:pt x="224" y="60"/>
                      </a:cubicBezTo>
                      <a:cubicBezTo>
                        <a:pt x="223" y="57"/>
                        <a:pt x="221" y="53"/>
                        <a:pt x="222" y="48"/>
                      </a:cubicBezTo>
                      <a:cubicBezTo>
                        <a:pt x="223" y="46"/>
                        <a:pt x="221" y="43"/>
                        <a:pt x="219" y="43"/>
                      </a:cubicBezTo>
                      <a:cubicBezTo>
                        <a:pt x="217" y="43"/>
                        <a:pt x="215" y="44"/>
                        <a:pt x="214" y="46"/>
                      </a:cubicBezTo>
                      <a:cubicBezTo>
                        <a:pt x="213" y="52"/>
                        <a:pt x="214" y="58"/>
                        <a:pt x="216" y="62"/>
                      </a:cubicBezTo>
                      <a:cubicBezTo>
                        <a:pt x="212" y="61"/>
                        <a:pt x="208" y="61"/>
                        <a:pt x="204" y="60"/>
                      </a:cubicBezTo>
                      <a:cubicBezTo>
                        <a:pt x="201" y="60"/>
                        <a:pt x="200" y="62"/>
                        <a:pt x="199" y="64"/>
                      </a:cubicBezTo>
                      <a:cubicBezTo>
                        <a:pt x="199" y="66"/>
                        <a:pt x="201" y="68"/>
                        <a:pt x="203" y="68"/>
                      </a:cubicBezTo>
                      <a:cubicBezTo>
                        <a:pt x="220" y="69"/>
                        <a:pt x="237" y="73"/>
                        <a:pt x="251" y="80"/>
                      </a:cubicBezTo>
                      <a:cubicBezTo>
                        <a:pt x="265" y="86"/>
                        <a:pt x="278" y="99"/>
                        <a:pt x="283" y="105"/>
                      </a:cubicBezTo>
                      <a:cubicBezTo>
                        <a:pt x="288" y="111"/>
                        <a:pt x="293" y="119"/>
                        <a:pt x="297" y="129"/>
                      </a:cubicBezTo>
                      <a:cubicBezTo>
                        <a:pt x="299" y="134"/>
                        <a:pt x="300" y="147"/>
                        <a:pt x="298" y="159"/>
                      </a:cubicBezTo>
                      <a:cubicBezTo>
                        <a:pt x="295" y="175"/>
                        <a:pt x="293" y="189"/>
                        <a:pt x="291" y="200"/>
                      </a:cubicBezTo>
                      <a:cubicBezTo>
                        <a:pt x="291" y="203"/>
                        <a:pt x="291" y="203"/>
                        <a:pt x="291" y="203"/>
                      </a:cubicBezTo>
                      <a:cubicBezTo>
                        <a:pt x="287" y="226"/>
                        <a:pt x="288" y="245"/>
                        <a:pt x="291" y="259"/>
                      </a:cubicBezTo>
                      <a:cubicBezTo>
                        <a:pt x="291" y="262"/>
                        <a:pt x="293" y="267"/>
                        <a:pt x="287" y="265"/>
                      </a:cubicBezTo>
                      <a:cubicBezTo>
                        <a:pt x="272" y="261"/>
                        <a:pt x="226" y="250"/>
                        <a:pt x="196" y="244"/>
                      </a:cubicBezTo>
                      <a:cubicBezTo>
                        <a:pt x="176" y="241"/>
                        <a:pt x="153" y="237"/>
                        <a:pt x="147" y="234"/>
                      </a:cubicBezTo>
                      <a:cubicBezTo>
                        <a:pt x="140" y="231"/>
                        <a:pt x="124" y="221"/>
                        <a:pt x="121" y="212"/>
                      </a:cubicBezTo>
                      <a:cubicBezTo>
                        <a:pt x="120" y="207"/>
                        <a:pt x="119" y="202"/>
                        <a:pt x="120" y="199"/>
                      </a:cubicBezTo>
                      <a:cubicBezTo>
                        <a:pt x="121" y="197"/>
                        <a:pt x="120" y="195"/>
                        <a:pt x="118" y="194"/>
                      </a:cubicBezTo>
                      <a:cubicBezTo>
                        <a:pt x="115" y="193"/>
                        <a:pt x="113" y="195"/>
                        <a:pt x="113" y="197"/>
                      </a:cubicBezTo>
                      <a:cubicBezTo>
                        <a:pt x="112" y="198"/>
                        <a:pt x="112" y="200"/>
                        <a:pt x="112" y="202"/>
                      </a:cubicBezTo>
                      <a:cubicBezTo>
                        <a:pt x="112" y="208"/>
                        <a:pt x="113" y="213"/>
                        <a:pt x="115" y="219"/>
                      </a:cubicBezTo>
                      <a:cubicBezTo>
                        <a:pt x="110" y="216"/>
                        <a:pt x="104" y="215"/>
                        <a:pt x="99" y="214"/>
                      </a:cubicBezTo>
                      <a:cubicBezTo>
                        <a:pt x="97" y="214"/>
                        <a:pt x="95" y="215"/>
                        <a:pt x="94" y="217"/>
                      </a:cubicBezTo>
                      <a:cubicBezTo>
                        <a:pt x="94" y="220"/>
                        <a:pt x="96" y="222"/>
                        <a:pt x="98" y="222"/>
                      </a:cubicBezTo>
                      <a:cubicBezTo>
                        <a:pt x="102" y="222"/>
                        <a:pt x="107" y="224"/>
                        <a:pt x="111" y="226"/>
                      </a:cubicBezTo>
                      <a:cubicBezTo>
                        <a:pt x="114" y="227"/>
                        <a:pt x="120" y="232"/>
                        <a:pt x="121" y="233"/>
                      </a:cubicBezTo>
                      <a:cubicBezTo>
                        <a:pt x="128" y="238"/>
                        <a:pt x="135" y="242"/>
                        <a:pt x="143" y="246"/>
                      </a:cubicBezTo>
                      <a:cubicBezTo>
                        <a:pt x="125" y="247"/>
                        <a:pt x="106" y="250"/>
                        <a:pt x="90" y="255"/>
                      </a:cubicBezTo>
                      <a:cubicBezTo>
                        <a:pt x="86" y="256"/>
                        <a:pt x="74" y="259"/>
                        <a:pt x="72" y="260"/>
                      </a:cubicBezTo>
                      <a:cubicBezTo>
                        <a:pt x="67" y="260"/>
                        <a:pt x="62" y="260"/>
                        <a:pt x="57" y="260"/>
                      </a:cubicBezTo>
                      <a:cubicBezTo>
                        <a:pt x="55" y="260"/>
                        <a:pt x="53" y="261"/>
                        <a:pt x="53" y="263"/>
                      </a:cubicBezTo>
                      <a:cubicBezTo>
                        <a:pt x="52" y="266"/>
                        <a:pt x="54" y="268"/>
                        <a:pt x="56" y="268"/>
                      </a:cubicBezTo>
                      <a:cubicBezTo>
                        <a:pt x="61" y="268"/>
                        <a:pt x="65" y="268"/>
                        <a:pt x="70" y="268"/>
                      </a:cubicBezTo>
                      <a:cubicBezTo>
                        <a:pt x="62" y="273"/>
                        <a:pt x="55" y="280"/>
                        <a:pt x="50" y="287"/>
                      </a:cubicBezTo>
                      <a:cubicBezTo>
                        <a:pt x="50" y="287"/>
                        <a:pt x="50" y="288"/>
                        <a:pt x="50" y="289"/>
                      </a:cubicBezTo>
                      <a:cubicBezTo>
                        <a:pt x="50" y="290"/>
                        <a:pt x="50" y="291"/>
                        <a:pt x="51" y="292"/>
                      </a:cubicBezTo>
                      <a:cubicBezTo>
                        <a:pt x="53" y="293"/>
                        <a:pt x="56" y="293"/>
                        <a:pt x="57" y="291"/>
                      </a:cubicBezTo>
                      <a:cubicBezTo>
                        <a:pt x="59" y="288"/>
                        <a:pt x="63" y="284"/>
                        <a:pt x="67" y="280"/>
                      </a:cubicBezTo>
                      <a:cubicBezTo>
                        <a:pt x="75" y="273"/>
                        <a:pt x="86" y="269"/>
                        <a:pt x="89" y="268"/>
                      </a:cubicBezTo>
                      <a:cubicBezTo>
                        <a:pt x="107" y="262"/>
                        <a:pt x="133" y="258"/>
                        <a:pt x="154" y="257"/>
                      </a:cubicBezTo>
                      <a:cubicBezTo>
                        <a:pt x="175" y="255"/>
                        <a:pt x="187" y="261"/>
                        <a:pt x="192" y="261"/>
                      </a:cubicBezTo>
                      <a:cubicBezTo>
                        <a:pt x="179" y="267"/>
                        <a:pt x="168" y="275"/>
                        <a:pt x="158" y="284"/>
                      </a:cubicBezTo>
                      <a:cubicBezTo>
                        <a:pt x="148" y="293"/>
                        <a:pt x="136" y="309"/>
                        <a:pt x="136" y="309"/>
                      </a:cubicBezTo>
                      <a:cubicBezTo>
                        <a:pt x="125" y="323"/>
                        <a:pt x="125" y="323"/>
                        <a:pt x="125" y="323"/>
                      </a:cubicBezTo>
                      <a:cubicBezTo>
                        <a:pt x="123" y="325"/>
                        <a:pt x="123" y="327"/>
                        <a:pt x="125" y="329"/>
                      </a:cubicBezTo>
                      <a:cubicBezTo>
                        <a:pt x="127" y="330"/>
                        <a:pt x="129" y="330"/>
                        <a:pt x="131" y="328"/>
                      </a:cubicBezTo>
                      <a:cubicBezTo>
                        <a:pt x="143" y="314"/>
                        <a:pt x="143" y="314"/>
                        <a:pt x="143" y="314"/>
                      </a:cubicBezTo>
                      <a:cubicBezTo>
                        <a:pt x="147" y="308"/>
                        <a:pt x="147" y="308"/>
                        <a:pt x="147" y="308"/>
                      </a:cubicBezTo>
                      <a:cubicBezTo>
                        <a:pt x="147" y="317"/>
                        <a:pt x="148" y="325"/>
                        <a:pt x="151" y="333"/>
                      </a:cubicBezTo>
                      <a:cubicBezTo>
                        <a:pt x="152" y="335"/>
                        <a:pt x="154" y="336"/>
                        <a:pt x="156" y="335"/>
                      </a:cubicBezTo>
                      <a:cubicBezTo>
                        <a:pt x="158" y="334"/>
                        <a:pt x="159" y="332"/>
                        <a:pt x="158" y="330"/>
                      </a:cubicBezTo>
                      <a:cubicBezTo>
                        <a:pt x="156" y="324"/>
                        <a:pt x="155" y="317"/>
                        <a:pt x="155" y="311"/>
                      </a:cubicBezTo>
                      <a:cubicBezTo>
                        <a:pt x="155" y="300"/>
                        <a:pt x="162" y="295"/>
                        <a:pt x="168" y="289"/>
                      </a:cubicBezTo>
                      <a:cubicBezTo>
                        <a:pt x="178" y="280"/>
                        <a:pt x="190" y="274"/>
                        <a:pt x="207" y="270"/>
                      </a:cubicBezTo>
                      <a:cubicBezTo>
                        <a:pt x="213" y="268"/>
                        <a:pt x="220" y="269"/>
                        <a:pt x="223" y="270"/>
                      </a:cubicBezTo>
                      <a:cubicBezTo>
                        <a:pt x="241" y="276"/>
                        <a:pt x="270" y="286"/>
                        <a:pt x="273" y="287"/>
                      </a:cubicBezTo>
                      <a:cubicBezTo>
                        <a:pt x="301" y="295"/>
                        <a:pt x="342" y="314"/>
                        <a:pt x="379" y="317"/>
                      </a:cubicBezTo>
                      <a:cubicBezTo>
                        <a:pt x="390" y="317"/>
                        <a:pt x="392" y="327"/>
                        <a:pt x="389" y="332"/>
                      </a:cubicBezTo>
                      <a:cubicBezTo>
                        <a:pt x="376" y="357"/>
                        <a:pt x="363" y="385"/>
                        <a:pt x="351" y="414"/>
                      </a:cubicBezTo>
                      <a:cubicBezTo>
                        <a:pt x="346" y="428"/>
                        <a:pt x="330" y="461"/>
                        <a:pt x="328" y="464"/>
                      </a:cubicBezTo>
                      <a:cubicBezTo>
                        <a:pt x="320" y="477"/>
                        <a:pt x="305" y="490"/>
                        <a:pt x="290" y="498"/>
                      </a:cubicBezTo>
                      <a:cubicBezTo>
                        <a:pt x="269" y="508"/>
                        <a:pt x="251" y="510"/>
                        <a:pt x="242" y="510"/>
                      </a:cubicBezTo>
                      <a:cubicBezTo>
                        <a:pt x="201" y="514"/>
                        <a:pt x="157" y="515"/>
                        <a:pt x="120" y="502"/>
                      </a:cubicBezTo>
                      <a:cubicBezTo>
                        <a:pt x="117" y="500"/>
                        <a:pt x="107" y="497"/>
                        <a:pt x="100" y="491"/>
                      </a:cubicBezTo>
                      <a:cubicBezTo>
                        <a:pt x="97" y="488"/>
                        <a:pt x="93" y="485"/>
                        <a:pt x="90" y="481"/>
                      </a:cubicBezTo>
                      <a:cubicBezTo>
                        <a:pt x="82" y="474"/>
                        <a:pt x="74" y="467"/>
                        <a:pt x="66" y="461"/>
                      </a:cubicBezTo>
                      <a:cubicBezTo>
                        <a:pt x="64" y="460"/>
                        <a:pt x="57" y="456"/>
                        <a:pt x="54" y="449"/>
                      </a:cubicBezTo>
                      <a:cubicBezTo>
                        <a:pt x="51" y="444"/>
                        <a:pt x="50" y="439"/>
                        <a:pt x="51" y="433"/>
                      </a:cubicBezTo>
                      <a:cubicBezTo>
                        <a:pt x="51" y="431"/>
                        <a:pt x="50" y="429"/>
                        <a:pt x="47" y="429"/>
                      </a:cubicBezTo>
                      <a:cubicBezTo>
                        <a:pt x="45" y="428"/>
                        <a:pt x="43" y="430"/>
                        <a:pt x="43" y="432"/>
                      </a:cubicBezTo>
                      <a:cubicBezTo>
                        <a:pt x="43" y="434"/>
                        <a:pt x="43" y="435"/>
                        <a:pt x="43" y="436"/>
                      </a:cubicBezTo>
                      <a:cubicBezTo>
                        <a:pt x="43" y="444"/>
                        <a:pt x="45" y="451"/>
                        <a:pt x="49" y="457"/>
                      </a:cubicBezTo>
                      <a:cubicBezTo>
                        <a:pt x="39" y="455"/>
                        <a:pt x="28" y="455"/>
                        <a:pt x="20" y="457"/>
                      </a:cubicBezTo>
                      <a:cubicBezTo>
                        <a:pt x="17" y="457"/>
                        <a:pt x="16" y="459"/>
                        <a:pt x="16" y="461"/>
                      </a:cubicBezTo>
                      <a:cubicBezTo>
                        <a:pt x="17" y="463"/>
                        <a:pt x="19" y="465"/>
                        <a:pt x="21" y="465"/>
                      </a:cubicBezTo>
                      <a:cubicBezTo>
                        <a:pt x="26" y="464"/>
                        <a:pt x="32" y="463"/>
                        <a:pt x="39" y="464"/>
                      </a:cubicBezTo>
                      <a:cubicBezTo>
                        <a:pt x="44" y="464"/>
                        <a:pt x="52" y="467"/>
                        <a:pt x="62" y="473"/>
                      </a:cubicBezTo>
                      <a:cubicBezTo>
                        <a:pt x="69" y="478"/>
                        <a:pt x="75" y="484"/>
                        <a:pt x="81" y="490"/>
                      </a:cubicBezTo>
                      <a:cubicBezTo>
                        <a:pt x="85" y="494"/>
                        <a:pt x="90" y="498"/>
                        <a:pt x="94" y="501"/>
                      </a:cubicBezTo>
                      <a:cubicBezTo>
                        <a:pt x="80" y="505"/>
                        <a:pt x="65" y="510"/>
                        <a:pt x="53" y="518"/>
                      </a:cubicBezTo>
                      <a:cubicBezTo>
                        <a:pt x="49" y="521"/>
                        <a:pt x="31" y="535"/>
                        <a:pt x="25" y="537"/>
                      </a:cubicBezTo>
                      <a:cubicBezTo>
                        <a:pt x="18" y="538"/>
                        <a:pt x="10" y="538"/>
                        <a:pt x="6" y="537"/>
                      </a:cubicBezTo>
                      <a:cubicBezTo>
                        <a:pt x="3" y="536"/>
                        <a:pt x="1" y="537"/>
                        <a:pt x="1" y="539"/>
                      </a:cubicBezTo>
                      <a:cubicBezTo>
                        <a:pt x="0" y="541"/>
                        <a:pt x="1" y="544"/>
                        <a:pt x="3" y="544"/>
                      </a:cubicBezTo>
                      <a:cubicBezTo>
                        <a:pt x="13" y="547"/>
                        <a:pt x="26" y="545"/>
                        <a:pt x="37" y="541"/>
                      </a:cubicBezTo>
                      <a:cubicBezTo>
                        <a:pt x="33" y="550"/>
                        <a:pt x="31" y="561"/>
                        <a:pt x="29" y="570"/>
                      </a:cubicBezTo>
                      <a:cubicBezTo>
                        <a:pt x="28" y="576"/>
                        <a:pt x="28" y="576"/>
                        <a:pt x="28" y="576"/>
                      </a:cubicBezTo>
                      <a:cubicBezTo>
                        <a:pt x="28" y="576"/>
                        <a:pt x="28" y="576"/>
                        <a:pt x="28" y="577"/>
                      </a:cubicBezTo>
                      <a:cubicBezTo>
                        <a:pt x="28" y="578"/>
                        <a:pt x="30" y="580"/>
                        <a:pt x="32" y="581"/>
                      </a:cubicBezTo>
                      <a:cubicBezTo>
                        <a:pt x="34" y="581"/>
                        <a:pt x="36" y="580"/>
                        <a:pt x="36" y="577"/>
                      </a:cubicBezTo>
                      <a:cubicBezTo>
                        <a:pt x="37" y="572"/>
                        <a:pt x="37" y="572"/>
                        <a:pt x="37" y="572"/>
                      </a:cubicBezTo>
                      <a:cubicBezTo>
                        <a:pt x="39" y="564"/>
                        <a:pt x="40" y="557"/>
                        <a:pt x="42" y="550"/>
                      </a:cubicBezTo>
                      <a:cubicBezTo>
                        <a:pt x="47" y="537"/>
                        <a:pt x="56" y="531"/>
                        <a:pt x="59" y="529"/>
                      </a:cubicBezTo>
                      <a:cubicBezTo>
                        <a:pt x="64" y="525"/>
                        <a:pt x="69" y="523"/>
                        <a:pt x="75" y="520"/>
                      </a:cubicBezTo>
                      <a:cubicBezTo>
                        <a:pt x="83" y="517"/>
                        <a:pt x="95" y="516"/>
                        <a:pt x="125" y="524"/>
                      </a:cubicBezTo>
                      <a:cubicBezTo>
                        <a:pt x="160" y="534"/>
                        <a:pt x="197" y="534"/>
                        <a:pt x="233" y="531"/>
                      </a:cubicBezTo>
                      <a:cubicBezTo>
                        <a:pt x="236" y="531"/>
                        <a:pt x="237" y="533"/>
                        <a:pt x="235" y="534"/>
                      </a:cubicBezTo>
                      <a:cubicBezTo>
                        <a:pt x="218" y="547"/>
                        <a:pt x="201" y="564"/>
                        <a:pt x="190" y="581"/>
                      </a:cubicBezTo>
                      <a:cubicBezTo>
                        <a:pt x="189" y="582"/>
                        <a:pt x="170" y="609"/>
                        <a:pt x="163" y="623"/>
                      </a:cubicBezTo>
                      <a:cubicBezTo>
                        <a:pt x="161" y="626"/>
                        <a:pt x="163" y="630"/>
                        <a:pt x="166" y="631"/>
                      </a:cubicBezTo>
                      <a:cubicBezTo>
                        <a:pt x="169" y="633"/>
                        <a:pt x="172" y="632"/>
                        <a:pt x="174" y="629"/>
                      </a:cubicBezTo>
                      <a:cubicBezTo>
                        <a:pt x="179" y="618"/>
                        <a:pt x="186" y="610"/>
                        <a:pt x="193" y="602"/>
                      </a:cubicBezTo>
                      <a:cubicBezTo>
                        <a:pt x="193" y="603"/>
                        <a:pt x="193" y="603"/>
                        <a:pt x="193" y="603"/>
                      </a:cubicBezTo>
                      <a:cubicBezTo>
                        <a:pt x="193" y="612"/>
                        <a:pt x="195" y="620"/>
                        <a:pt x="198" y="626"/>
                      </a:cubicBezTo>
                      <a:cubicBezTo>
                        <a:pt x="199" y="629"/>
                        <a:pt x="203" y="630"/>
                        <a:pt x="206" y="629"/>
                      </a:cubicBezTo>
                      <a:cubicBezTo>
                        <a:pt x="209" y="627"/>
                        <a:pt x="210" y="623"/>
                        <a:pt x="208" y="620"/>
                      </a:cubicBezTo>
                      <a:cubicBezTo>
                        <a:pt x="206" y="616"/>
                        <a:pt x="205" y="611"/>
                        <a:pt x="205" y="605"/>
                      </a:cubicBezTo>
                      <a:cubicBezTo>
                        <a:pt x="205" y="601"/>
                        <a:pt x="206" y="593"/>
                        <a:pt x="212" y="584"/>
                      </a:cubicBezTo>
                      <a:cubicBezTo>
                        <a:pt x="220" y="573"/>
                        <a:pt x="232" y="563"/>
                        <a:pt x="243" y="554"/>
                      </a:cubicBezTo>
                      <a:cubicBezTo>
                        <a:pt x="265" y="535"/>
                        <a:pt x="287" y="534"/>
                        <a:pt x="304" y="525"/>
                      </a:cubicBezTo>
                      <a:cubicBezTo>
                        <a:pt x="308" y="522"/>
                        <a:pt x="312" y="520"/>
                        <a:pt x="316" y="518"/>
                      </a:cubicBezTo>
                      <a:cubicBezTo>
                        <a:pt x="308" y="548"/>
                        <a:pt x="302" y="577"/>
                        <a:pt x="298" y="602"/>
                      </a:cubicBezTo>
                      <a:cubicBezTo>
                        <a:pt x="286" y="617"/>
                        <a:pt x="253" y="639"/>
                        <a:pt x="224" y="649"/>
                      </a:cubicBezTo>
                      <a:cubicBezTo>
                        <a:pt x="188" y="659"/>
                        <a:pt x="146" y="652"/>
                        <a:pt x="124" y="640"/>
                      </a:cubicBezTo>
                      <a:cubicBezTo>
                        <a:pt x="124" y="640"/>
                        <a:pt x="124" y="640"/>
                        <a:pt x="124" y="640"/>
                      </a:cubicBezTo>
                      <a:cubicBezTo>
                        <a:pt x="114" y="633"/>
                        <a:pt x="104" y="625"/>
                        <a:pt x="94" y="616"/>
                      </a:cubicBezTo>
                      <a:cubicBezTo>
                        <a:pt x="92" y="614"/>
                        <a:pt x="92" y="614"/>
                        <a:pt x="92" y="614"/>
                      </a:cubicBezTo>
                      <a:cubicBezTo>
                        <a:pt x="90" y="612"/>
                        <a:pt x="86" y="613"/>
                        <a:pt x="84" y="615"/>
                      </a:cubicBezTo>
                      <a:cubicBezTo>
                        <a:pt x="83" y="616"/>
                        <a:pt x="82" y="618"/>
                        <a:pt x="82" y="619"/>
                      </a:cubicBezTo>
                      <a:cubicBezTo>
                        <a:pt x="82" y="621"/>
                        <a:pt x="83" y="622"/>
                        <a:pt x="84" y="623"/>
                      </a:cubicBezTo>
                      <a:cubicBezTo>
                        <a:pt x="87" y="625"/>
                        <a:pt x="87" y="625"/>
                        <a:pt x="87" y="625"/>
                      </a:cubicBezTo>
                      <a:cubicBezTo>
                        <a:pt x="94" y="631"/>
                        <a:pt x="101" y="637"/>
                        <a:pt x="108" y="643"/>
                      </a:cubicBezTo>
                      <a:cubicBezTo>
                        <a:pt x="107" y="643"/>
                        <a:pt x="106" y="642"/>
                        <a:pt x="106" y="642"/>
                      </a:cubicBezTo>
                      <a:cubicBezTo>
                        <a:pt x="97" y="642"/>
                        <a:pt x="89" y="643"/>
                        <a:pt x="81" y="644"/>
                      </a:cubicBezTo>
                      <a:cubicBezTo>
                        <a:pt x="75" y="646"/>
                        <a:pt x="68" y="647"/>
                        <a:pt x="62" y="646"/>
                      </a:cubicBezTo>
                      <a:cubicBezTo>
                        <a:pt x="59" y="646"/>
                        <a:pt x="56" y="649"/>
                        <a:pt x="56" y="652"/>
                      </a:cubicBezTo>
                      <a:cubicBezTo>
                        <a:pt x="55" y="655"/>
                        <a:pt x="58" y="658"/>
                        <a:pt x="61" y="658"/>
                      </a:cubicBezTo>
                      <a:cubicBezTo>
                        <a:pt x="69" y="659"/>
                        <a:pt x="76" y="657"/>
                        <a:pt x="83" y="656"/>
                      </a:cubicBezTo>
                      <a:cubicBezTo>
                        <a:pt x="91" y="655"/>
                        <a:pt x="98" y="654"/>
                        <a:pt x="105" y="654"/>
                      </a:cubicBezTo>
                      <a:cubicBezTo>
                        <a:pt x="105" y="654"/>
                        <a:pt x="113" y="655"/>
                        <a:pt x="120" y="657"/>
                      </a:cubicBezTo>
                      <a:cubicBezTo>
                        <a:pt x="141" y="665"/>
                        <a:pt x="158" y="670"/>
                        <a:pt x="179" y="673"/>
                      </a:cubicBezTo>
                      <a:cubicBezTo>
                        <a:pt x="176" y="676"/>
                        <a:pt x="134" y="703"/>
                        <a:pt x="127" y="706"/>
                      </a:cubicBezTo>
                      <a:cubicBezTo>
                        <a:pt x="125" y="707"/>
                        <a:pt x="92" y="724"/>
                        <a:pt x="77" y="725"/>
                      </a:cubicBezTo>
                      <a:cubicBezTo>
                        <a:pt x="74" y="725"/>
                        <a:pt x="71" y="728"/>
                        <a:pt x="72" y="731"/>
                      </a:cubicBezTo>
                      <a:cubicBezTo>
                        <a:pt x="72" y="735"/>
                        <a:pt x="75" y="737"/>
                        <a:pt x="78" y="737"/>
                      </a:cubicBezTo>
                      <a:cubicBezTo>
                        <a:pt x="88" y="736"/>
                        <a:pt x="101" y="734"/>
                        <a:pt x="112" y="730"/>
                      </a:cubicBezTo>
                      <a:cubicBezTo>
                        <a:pt x="106" y="741"/>
                        <a:pt x="104" y="752"/>
                        <a:pt x="102" y="759"/>
                      </a:cubicBezTo>
                      <a:cubicBezTo>
                        <a:pt x="102" y="760"/>
                        <a:pt x="102" y="760"/>
                        <a:pt x="102" y="760"/>
                      </a:cubicBezTo>
                      <a:cubicBezTo>
                        <a:pt x="102" y="763"/>
                        <a:pt x="104" y="766"/>
                        <a:pt x="107" y="766"/>
                      </a:cubicBezTo>
                      <a:cubicBezTo>
                        <a:pt x="111" y="767"/>
                        <a:pt x="114" y="765"/>
                        <a:pt x="114" y="761"/>
                      </a:cubicBezTo>
                      <a:cubicBezTo>
                        <a:pt x="115" y="754"/>
                        <a:pt x="119" y="740"/>
                        <a:pt x="127" y="731"/>
                      </a:cubicBezTo>
                      <a:cubicBezTo>
                        <a:pt x="129" y="728"/>
                        <a:pt x="171" y="701"/>
                        <a:pt x="179" y="697"/>
                      </a:cubicBezTo>
                      <a:cubicBezTo>
                        <a:pt x="184" y="695"/>
                        <a:pt x="209" y="684"/>
                        <a:pt x="229" y="677"/>
                      </a:cubicBezTo>
                      <a:cubicBezTo>
                        <a:pt x="250" y="670"/>
                        <a:pt x="272" y="658"/>
                        <a:pt x="291" y="645"/>
                      </a:cubicBezTo>
                      <a:cubicBezTo>
                        <a:pt x="290" y="652"/>
                        <a:pt x="289" y="659"/>
                        <a:pt x="288" y="665"/>
                      </a:cubicBezTo>
                      <a:cubicBezTo>
                        <a:pt x="286" y="676"/>
                        <a:pt x="275" y="686"/>
                        <a:pt x="275" y="686"/>
                      </a:cubicBezTo>
                      <a:cubicBezTo>
                        <a:pt x="275" y="687"/>
                        <a:pt x="275" y="687"/>
                        <a:pt x="275" y="687"/>
                      </a:cubicBezTo>
                      <a:cubicBezTo>
                        <a:pt x="261" y="701"/>
                        <a:pt x="242" y="721"/>
                        <a:pt x="226" y="745"/>
                      </a:cubicBezTo>
                      <a:cubicBezTo>
                        <a:pt x="225" y="747"/>
                        <a:pt x="205" y="769"/>
                        <a:pt x="196" y="776"/>
                      </a:cubicBezTo>
                      <a:cubicBezTo>
                        <a:pt x="185" y="785"/>
                        <a:pt x="175" y="792"/>
                        <a:pt x="165" y="797"/>
                      </a:cubicBezTo>
                      <a:cubicBezTo>
                        <a:pt x="162" y="798"/>
                        <a:pt x="158" y="801"/>
                        <a:pt x="152" y="799"/>
                      </a:cubicBezTo>
                      <a:cubicBezTo>
                        <a:pt x="140" y="794"/>
                        <a:pt x="130" y="781"/>
                        <a:pt x="122" y="773"/>
                      </a:cubicBezTo>
                      <a:cubicBezTo>
                        <a:pt x="121" y="771"/>
                        <a:pt x="121" y="771"/>
                        <a:pt x="121" y="771"/>
                      </a:cubicBezTo>
                      <a:cubicBezTo>
                        <a:pt x="118" y="768"/>
                        <a:pt x="115" y="768"/>
                        <a:pt x="112" y="770"/>
                      </a:cubicBezTo>
                      <a:cubicBezTo>
                        <a:pt x="111" y="771"/>
                        <a:pt x="110" y="772"/>
                        <a:pt x="110" y="774"/>
                      </a:cubicBezTo>
                      <a:cubicBezTo>
                        <a:pt x="110" y="776"/>
                        <a:pt x="110" y="777"/>
                        <a:pt x="112" y="779"/>
                      </a:cubicBezTo>
                      <a:cubicBezTo>
                        <a:pt x="114" y="781"/>
                        <a:pt x="114" y="781"/>
                        <a:pt x="114" y="781"/>
                      </a:cubicBezTo>
                      <a:cubicBezTo>
                        <a:pt x="120" y="788"/>
                        <a:pt x="126" y="795"/>
                        <a:pt x="132" y="801"/>
                      </a:cubicBezTo>
                      <a:cubicBezTo>
                        <a:pt x="132" y="801"/>
                        <a:pt x="131" y="801"/>
                        <a:pt x="131" y="801"/>
                      </a:cubicBezTo>
                      <a:cubicBezTo>
                        <a:pt x="122" y="798"/>
                        <a:pt x="114" y="799"/>
                        <a:pt x="106" y="799"/>
                      </a:cubicBezTo>
                      <a:cubicBezTo>
                        <a:pt x="99" y="799"/>
                        <a:pt x="92" y="799"/>
                        <a:pt x="86" y="798"/>
                      </a:cubicBezTo>
                      <a:cubicBezTo>
                        <a:pt x="83" y="797"/>
                        <a:pt x="80" y="799"/>
                        <a:pt x="79" y="803"/>
                      </a:cubicBezTo>
                      <a:cubicBezTo>
                        <a:pt x="78" y="806"/>
                        <a:pt x="81" y="809"/>
                        <a:pt x="84" y="810"/>
                      </a:cubicBezTo>
                      <a:cubicBezTo>
                        <a:pt x="91" y="811"/>
                        <a:pt x="99" y="811"/>
                        <a:pt x="106" y="811"/>
                      </a:cubicBezTo>
                      <a:cubicBezTo>
                        <a:pt x="113" y="811"/>
                        <a:pt x="120" y="810"/>
                        <a:pt x="127" y="812"/>
                      </a:cubicBezTo>
                      <a:cubicBezTo>
                        <a:pt x="117" y="815"/>
                        <a:pt x="105" y="818"/>
                        <a:pt x="91" y="817"/>
                      </a:cubicBezTo>
                      <a:cubicBezTo>
                        <a:pt x="82" y="816"/>
                        <a:pt x="82" y="816"/>
                        <a:pt x="82" y="816"/>
                      </a:cubicBezTo>
                      <a:cubicBezTo>
                        <a:pt x="74" y="815"/>
                        <a:pt x="64" y="813"/>
                        <a:pt x="60" y="809"/>
                      </a:cubicBezTo>
                      <a:cubicBezTo>
                        <a:pt x="58" y="807"/>
                        <a:pt x="54" y="806"/>
                        <a:pt x="51" y="809"/>
                      </a:cubicBezTo>
                      <a:cubicBezTo>
                        <a:pt x="50" y="810"/>
                        <a:pt x="49" y="811"/>
                        <a:pt x="49" y="813"/>
                      </a:cubicBezTo>
                      <a:cubicBezTo>
                        <a:pt x="49" y="815"/>
                        <a:pt x="50" y="816"/>
                        <a:pt x="51" y="817"/>
                      </a:cubicBezTo>
                      <a:cubicBezTo>
                        <a:pt x="57" y="825"/>
                        <a:pt x="70" y="826"/>
                        <a:pt x="80" y="828"/>
                      </a:cubicBezTo>
                      <a:cubicBezTo>
                        <a:pt x="88" y="829"/>
                        <a:pt x="88" y="829"/>
                        <a:pt x="88" y="829"/>
                      </a:cubicBezTo>
                      <a:cubicBezTo>
                        <a:pt x="89" y="829"/>
                        <a:pt x="89" y="829"/>
                        <a:pt x="89" y="829"/>
                      </a:cubicBezTo>
                      <a:cubicBezTo>
                        <a:pt x="73" y="834"/>
                        <a:pt x="58" y="843"/>
                        <a:pt x="40" y="856"/>
                      </a:cubicBezTo>
                      <a:cubicBezTo>
                        <a:pt x="38" y="857"/>
                        <a:pt x="37" y="859"/>
                        <a:pt x="37" y="861"/>
                      </a:cubicBezTo>
                      <a:cubicBezTo>
                        <a:pt x="37" y="862"/>
                        <a:pt x="37" y="863"/>
                        <a:pt x="38" y="864"/>
                      </a:cubicBezTo>
                      <a:cubicBezTo>
                        <a:pt x="40" y="867"/>
                        <a:pt x="44" y="868"/>
                        <a:pt x="47" y="866"/>
                      </a:cubicBezTo>
                      <a:cubicBezTo>
                        <a:pt x="64" y="853"/>
                        <a:pt x="79" y="845"/>
                        <a:pt x="94" y="840"/>
                      </a:cubicBezTo>
                      <a:cubicBezTo>
                        <a:pt x="108" y="836"/>
                        <a:pt x="108" y="836"/>
                        <a:pt x="108" y="836"/>
                      </a:cubicBezTo>
                      <a:cubicBezTo>
                        <a:pt x="111" y="835"/>
                        <a:pt x="125" y="833"/>
                        <a:pt x="129" y="832"/>
                      </a:cubicBezTo>
                      <a:cubicBezTo>
                        <a:pt x="149" y="827"/>
                        <a:pt x="174" y="817"/>
                        <a:pt x="199" y="799"/>
                      </a:cubicBezTo>
                      <a:cubicBezTo>
                        <a:pt x="200" y="798"/>
                        <a:pt x="202" y="799"/>
                        <a:pt x="201" y="801"/>
                      </a:cubicBezTo>
                      <a:cubicBezTo>
                        <a:pt x="198" y="808"/>
                        <a:pt x="195" y="815"/>
                        <a:pt x="192" y="821"/>
                      </a:cubicBezTo>
                      <a:cubicBezTo>
                        <a:pt x="191" y="823"/>
                        <a:pt x="188" y="828"/>
                        <a:pt x="181" y="833"/>
                      </a:cubicBezTo>
                      <a:cubicBezTo>
                        <a:pt x="180" y="833"/>
                        <a:pt x="179" y="834"/>
                        <a:pt x="177" y="835"/>
                      </a:cubicBezTo>
                      <a:cubicBezTo>
                        <a:pt x="177" y="836"/>
                        <a:pt x="177" y="836"/>
                        <a:pt x="177" y="836"/>
                      </a:cubicBezTo>
                      <a:cubicBezTo>
                        <a:pt x="151" y="853"/>
                        <a:pt x="128" y="861"/>
                        <a:pt x="108" y="860"/>
                      </a:cubicBezTo>
                      <a:cubicBezTo>
                        <a:pt x="104" y="860"/>
                        <a:pt x="102" y="862"/>
                        <a:pt x="101" y="866"/>
                      </a:cubicBezTo>
                      <a:cubicBezTo>
                        <a:pt x="101" y="869"/>
                        <a:pt x="104" y="872"/>
                        <a:pt x="107" y="872"/>
                      </a:cubicBezTo>
                      <a:cubicBezTo>
                        <a:pt x="127" y="873"/>
                        <a:pt x="150" y="866"/>
                        <a:pt x="174" y="851"/>
                      </a:cubicBezTo>
                      <a:cubicBezTo>
                        <a:pt x="161" y="872"/>
                        <a:pt x="150" y="880"/>
                        <a:pt x="150" y="880"/>
                      </a:cubicBezTo>
                      <a:cubicBezTo>
                        <a:pt x="148" y="882"/>
                        <a:pt x="123" y="903"/>
                        <a:pt x="111" y="907"/>
                      </a:cubicBezTo>
                      <a:cubicBezTo>
                        <a:pt x="108" y="908"/>
                        <a:pt x="106" y="912"/>
                        <a:pt x="107" y="915"/>
                      </a:cubicBezTo>
                      <a:cubicBezTo>
                        <a:pt x="108" y="918"/>
                        <a:pt x="112" y="920"/>
                        <a:pt x="115" y="919"/>
                      </a:cubicBezTo>
                      <a:cubicBezTo>
                        <a:pt x="123" y="916"/>
                        <a:pt x="131" y="912"/>
                        <a:pt x="138" y="907"/>
                      </a:cubicBezTo>
                      <a:cubicBezTo>
                        <a:pt x="135" y="914"/>
                        <a:pt x="133" y="922"/>
                        <a:pt x="133" y="929"/>
                      </a:cubicBezTo>
                      <a:cubicBezTo>
                        <a:pt x="133" y="929"/>
                        <a:pt x="133" y="930"/>
                        <a:pt x="133" y="930"/>
                      </a:cubicBezTo>
                      <a:cubicBezTo>
                        <a:pt x="133" y="933"/>
                        <a:pt x="136" y="936"/>
                        <a:pt x="139" y="936"/>
                      </a:cubicBezTo>
                      <a:cubicBezTo>
                        <a:pt x="142" y="935"/>
                        <a:pt x="145" y="933"/>
                        <a:pt x="145" y="929"/>
                      </a:cubicBezTo>
                      <a:cubicBezTo>
                        <a:pt x="144" y="922"/>
                        <a:pt x="156" y="900"/>
                        <a:pt x="163" y="890"/>
                      </a:cubicBezTo>
                      <a:cubicBezTo>
                        <a:pt x="172" y="876"/>
                        <a:pt x="202" y="852"/>
                        <a:pt x="222" y="797"/>
                      </a:cubicBezTo>
                      <a:cubicBezTo>
                        <a:pt x="229" y="778"/>
                        <a:pt x="282" y="720"/>
                        <a:pt x="297" y="705"/>
                      </a:cubicBezTo>
                      <a:cubicBezTo>
                        <a:pt x="300" y="701"/>
                        <a:pt x="301" y="705"/>
                        <a:pt x="302" y="707"/>
                      </a:cubicBezTo>
                      <a:cubicBezTo>
                        <a:pt x="304" y="713"/>
                        <a:pt x="306" y="719"/>
                        <a:pt x="309" y="724"/>
                      </a:cubicBezTo>
                      <a:cubicBezTo>
                        <a:pt x="311" y="728"/>
                        <a:pt x="316" y="740"/>
                        <a:pt x="313" y="755"/>
                      </a:cubicBezTo>
                      <a:cubicBezTo>
                        <a:pt x="306" y="791"/>
                        <a:pt x="290" y="843"/>
                        <a:pt x="251" y="867"/>
                      </a:cubicBezTo>
                      <a:cubicBezTo>
                        <a:pt x="245" y="870"/>
                        <a:pt x="237" y="874"/>
                        <a:pt x="232" y="875"/>
                      </a:cubicBezTo>
                      <a:cubicBezTo>
                        <a:pt x="222" y="879"/>
                        <a:pt x="213" y="881"/>
                        <a:pt x="206" y="880"/>
                      </a:cubicBezTo>
                      <a:cubicBezTo>
                        <a:pt x="202" y="880"/>
                        <a:pt x="199" y="883"/>
                        <a:pt x="199" y="886"/>
                      </a:cubicBezTo>
                      <a:cubicBezTo>
                        <a:pt x="199" y="889"/>
                        <a:pt x="202" y="892"/>
                        <a:pt x="205" y="892"/>
                      </a:cubicBezTo>
                      <a:cubicBezTo>
                        <a:pt x="217" y="893"/>
                        <a:pt x="231" y="889"/>
                        <a:pt x="244" y="884"/>
                      </a:cubicBezTo>
                      <a:cubicBezTo>
                        <a:pt x="245" y="883"/>
                        <a:pt x="247" y="885"/>
                        <a:pt x="246" y="886"/>
                      </a:cubicBezTo>
                      <a:cubicBezTo>
                        <a:pt x="244" y="891"/>
                        <a:pt x="242" y="896"/>
                        <a:pt x="241" y="901"/>
                      </a:cubicBezTo>
                      <a:cubicBezTo>
                        <a:pt x="239" y="909"/>
                        <a:pt x="236" y="917"/>
                        <a:pt x="232" y="921"/>
                      </a:cubicBezTo>
                      <a:cubicBezTo>
                        <a:pt x="231" y="922"/>
                        <a:pt x="231" y="924"/>
                        <a:pt x="231" y="925"/>
                      </a:cubicBezTo>
                      <a:cubicBezTo>
                        <a:pt x="231" y="927"/>
                        <a:pt x="232" y="928"/>
                        <a:pt x="233" y="929"/>
                      </a:cubicBezTo>
                      <a:cubicBezTo>
                        <a:pt x="235" y="932"/>
                        <a:pt x="239" y="932"/>
                        <a:pt x="241" y="929"/>
                      </a:cubicBezTo>
                      <a:cubicBezTo>
                        <a:pt x="247" y="923"/>
                        <a:pt x="250" y="913"/>
                        <a:pt x="253" y="904"/>
                      </a:cubicBezTo>
                      <a:cubicBezTo>
                        <a:pt x="254" y="900"/>
                        <a:pt x="255" y="895"/>
                        <a:pt x="257" y="891"/>
                      </a:cubicBezTo>
                      <a:cubicBezTo>
                        <a:pt x="261" y="882"/>
                        <a:pt x="266" y="880"/>
                        <a:pt x="268" y="878"/>
                      </a:cubicBezTo>
                      <a:cubicBezTo>
                        <a:pt x="304" y="852"/>
                        <a:pt x="321" y="805"/>
                        <a:pt x="330" y="769"/>
                      </a:cubicBezTo>
                      <a:cubicBezTo>
                        <a:pt x="333" y="785"/>
                        <a:pt x="333" y="797"/>
                        <a:pt x="330" y="821"/>
                      </a:cubicBezTo>
                      <a:cubicBezTo>
                        <a:pt x="329" y="838"/>
                        <a:pt x="320" y="856"/>
                        <a:pt x="313" y="857"/>
                      </a:cubicBezTo>
                      <a:cubicBezTo>
                        <a:pt x="310" y="858"/>
                        <a:pt x="307" y="861"/>
                        <a:pt x="308" y="864"/>
                      </a:cubicBezTo>
                      <a:cubicBezTo>
                        <a:pt x="308" y="867"/>
                        <a:pt x="311" y="870"/>
                        <a:pt x="315" y="869"/>
                      </a:cubicBezTo>
                      <a:cubicBezTo>
                        <a:pt x="328" y="867"/>
                        <a:pt x="335" y="852"/>
                        <a:pt x="340" y="838"/>
                      </a:cubicBezTo>
                      <a:cubicBezTo>
                        <a:pt x="344" y="855"/>
                        <a:pt x="349" y="866"/>
                        <a:pt x="353" y="873"/>
                      </a:cubicBezTo>
                      <a:cubicBezTo>
                        <a:pt x="354" y="875"/>
                        <a:pt x="354" y="875"/>
                        <a:pt x="354" y="875"/>
                      </a:cubicBezTo>
                      <a:cubicBezTo>
                        <a:pt x="356" y="878"/>
                        <a:pt x="359" y="879"/>
                        <a:pt x="362" y="877"/>
                      </a:cubicBezTo>
                      <a:cubicBezTo>
                        <a:pt x="365" y="876"/>
                        <a:pt x="366" y="872"/>
                        <a:pt x="365" y="869"/>
                      </a:cubicBezTo>
                      <a:cubicBezTo>
                        <a:pt x="364" y="867"/>
                        <a:pt x="364" y="867"/>
                        <a:pt x="364" y="867"/>
                      </a:cubicBezTo>
                      <a:cubicBezTo>
                        <a:pt x="361" y="862"/>
                        <a:pt x="356" y="853"/>
                        <a:pt x="353" y="841"/>
                      </a:cubicBezTo>
                      <a:cubicBezTo>
                        <a:pt x="349" y="822"/>
                        <a:pt x="351" y="811"/>
                        <a:pt x="352" y="806"/>
                      </a:cubicBezTo>
                      <a:cubicBezTo>
                        <a:pt x="353" y="790"/>
                        <a:pt x="350" y="777"/>
                        <a:pt x="348" y="766"/>
                      </a:cubicBezTo>
                      <a:cubicBezTo>
                        <a:pt x="359" y="775"/>
                        <a:pt x="379" y="781"/>
                        <a:pt x="388" y="791"/>
                      </a:cubicBezTo>
                      <a:cubicBezTo>
                        <a:pt x="398" y="801"/>
                        <a:pt x="405" y="812"/>
                        <a:pt x="410" y="822"/>
                      </a:cubicBezTo>
                      <a:cubicBezTo>
                        <a:pt x="411" y="825"/>
                        <a:pt x="415" y="827"/>
                        <a:pt x="418" y="825"/>
                      </a:cubicBezTo>
                      <a:cubicBezTo>
                        <a:pt x="420" y="824"/>
                        <a:pt x="421" y="822"/>
                        <a:pt x="421" y="820"/>
                      </a:cubicBezTo>
                      <a:cubicBezTo>
                        <a:pt x="421" y="819"/>
                        <a:pt x="421" y="818"/>
                        <a:pt x="421" y="817"/>
                      </a:cubicBezTo>
                      <a:cubicBezTo>
                        <a:pt x="416" y="808"/>
                        <a:pt x="410" y="797"/>
                        <a:pt x="402" y="788"/>
                      </a:cubicBezTo>
                      <a:cubicBezTo>
                        <a:pt x="410" y="790"/>
                        <a:pt x="417" y="791"/>
                        <a:pt x="425" y="791"/>
                      </a:cubicBezTo>
                      <a:cubicBezTo>
                        <a:pt x="428" y="791"/>
                        <a:pt x="431" y="788"/>
                        <a:pt x="431" y="785"/>
                      </a:cubicBezTo>
                      <a:cubicBezTo>
                        <a:pt x="430" y="781"/>
                        <a:pt x="428" y="779"/>
                        <a:pt x="424" y="779"/>
                      </a:cubicBezTo>
                      <a:cubicBezTo>
                        <a:pt x="415" y="779"/>
                        <a:pt x="393" y="772"/>
                        <a:pt x="392" y="772"/>
                      </a:cubicBezTo>
                      <a:cubicBezTo>
                        <a:pt x="380" y="767"/>
                        <a:pt x="369" y="758"/>
                        <a:pt x="358" y="747"/>
                      </a:cubicBezTo>
                      <a:cubicBezTo>
                        <a:pt x="354" y="744"/>
                        <a:pt x="334" y="719"/>
                        <a:pt x="327" y="690"/>
                      </a:cubicBezTo>
                      <a:cubicBezTo>
                        <a:pt x="327" y="690"/>
                        <a:pt x="322" y="677"/>
                        <a:pt x="325" y="661"/>
                      </a:cubicBezTo>
                      <a:cubicBezTo>
                        <a:pt x="329" y="638"/>
                        <a:pt x="335" y="613"/>
                        <a:pt x="342" y="585"/>
                      </a:cubicBezTo>
                      <a:cubicBezTo>
                        <a:pt x="354" y="606"/>
                        <a:pt x="366" y="624"/>
                        <a:pt x="371" y="633"/>
                      </a:cubicBezTo>
                      <a:cubicBezTo>
                        <a:pt x="380" y="648"/>
                        <a:pt x="392" y="672"/>
                        <a:pt x="384" y="688"/>
                      </a:cubicBezTo>
                      <a:cubicBezTo>
                        <a:pt x="382" y="691"/>
                        <a:pt x="383" y="694"/>
                        <a:pt x="386" y="696"/>
                      </a:cubicBezTo>
                      <a:cubicBezTo>
                        <a:pt x="389" y="698"/>
                        <a:pt x="392" y="697"/>
                        <a:pt x="394" y="694"/>
                      </a:cubicBezTo>
                      <a:cubicBezTo>
                        <a:pt x="398" y="688"/>
                        <a:pt x="399" y="681"/>
                        <a:pt x="399" y="674"/>
                      </a:cubicBezTo>
                      <a:cubicBezTo>
                        <a:pt x="399" y="667"/>
                        <a:pt x="393" y="644"/>
                        <a:pt x="394" y="644"/>
                      </a:cubicBezTo>
                      <a:cubicBezTo>
                        <a:pt x="394" y="644"/>
                        <a:pt x="413" y="660"/>
                        <a:pt x="418" y="665"/>
                      </a:cubicBezTo>
                      <a:cubicBezTo>
                        <a:pt x="420" y="668"/>
                        <a:pt x="424" y="668"/>
                        <a:pt x="426" y="666"/>
                      </a:cubicBezTo>
                      <a:cubicBezTo>
                        <a:pt x="429" y="664"/>
                        <a:pt x="429" y="660"/>
                        <a:pt x="427" y="658"/>
                      </a:cubicBezTo>
                      <a:cubicBezTo>
                        <a:pt x="425" y="655"/>
                        <a:pt x="418" y="649"/>
                        <a:pt x="416" y="646"/>
                      </a:cubicBezTo>
                      <a:cubicBezTo>
                        <a:pt x="413" y="643"/>
                        <a:pt x="388" y="613"/>
                        <a:pt x="384" y="607"/>
                      </a:cubicBezTo>
                      <a:cubicBezTo>
                        <a:pt x="383" y="605"/>
                        <a:pt x="385" y="603"/>
                        <a:pt x="387" y="604"/>
                      </a:cubicBezTo>
                      <a:cubicBezTo>
                        <a:pt x="397" y="608"/>
                        <a:pt x="408" y="611"/>
                        <a:pt x="419" y="612"/>
                      </a:cubicBezTo>
                      <a:cubicBezTo>
                        <a:pt x="424" y="612"/>
                        <a:pt x="429" y="610"/>
                        <a:pt x="430" y="604"/>
                      </a:cubicBezTo>
                      <a:cubicBezTo>
                        <a:pt x="430" y="599"/>
                        <a:pt x="426" y="597"/>
                        <a:pt x="420" y="596"/>
                      </a:cubicBezTo>
                      <a:cubicBezTo>
                        <a:pt x="406" y="595"/>
                        <a:pt x="393" y="589"/>
                        <a:pt x="378" y="583"/>
                      </a:cubicBezTo>
                      <a:cubicBezTo>
                        <a:pt x="378" y="583"/>
                        <a:pt x="365" y="577"/>
                        <a:pt x="362" y="567"/>
                      </a:cubicBezTo>
                      <a:cubicBezTo>
                        <a:pt x="359" y="559"/>
                        <a:pt x="353" y="545"/>
                        <a:pt x="358" y="525"/>
                      </a:cubicBezTo>
                      <a:cubicBezTo>
                        <a:pt x="395" y="391"/>
                        <a:pt x="483" y="294"/>
                        <a:pt x="529" y="231"/>
                      </a:cubicBezTo>
                      <a:cubicBezTo>
                        <a:pt x="534" y="225"/>
                        <a:pt x="538" y="217"/>
                        <a:pt x="542" y="211"/>
                      </a:cubicBezTo>
                      <a:cubicBezTo>
                        <a:pt x="545" y="206"/>
                        <a:pt x="552" y="206"/>
                        <a:pt x="556" y="211"/>
                      </a:cubicBezTo>
                      <a:cubicBezTo>
                        <a:pt x="560" y="217"/>
                        <a:pt x="572" y="232"/>
                        <a:pt x="578" y="237"/>
                      </a:cubicBezTo>
                      <a:cubicBezTo>
                        <a:pt x="599" y="259"/>
                        <a:pt x="624" y="284"/>
                        <a:pt x="656" y="316"/>
                      </a:cubicBezTo>
                      <a:cubicBezTo>
                        <a:pt x="700" y="360"/>
                        <a:pt x="749" y="397"/>
                        <a:pt x="780" y="451"/>
                      </a:cubicBezTo>
                      <a:cubicBezTo>
                        <a:pt x="810" y="504"/>
                        <a:pt x="833" y="548"/>
                        <a:pt x="847" y="601"/>
                      </a:cubicBezTo>
                      <a:cubicBezTo>
                        <a:pt x="851" y="617"/>
                        <a:pt x="859" y="650"/>
                        <a:pt x="853" y="674"/>
                      </a:cubicBezTo>
                      <a:cubicBezTo>
                        <a:pt x="846" y="695"/>
                        <a:pt x="831" y="722"/>
                        <a:pt x="811" y="731"/>
                      </a:cubicBezTo>
                      <a:cubicBezTo>
                        <a:pt x="796" y="737"/>
                        <a:pt x="777" y="745"/>
                        <a:pt x="768" y="744"/>
                      </a:cubicBezTo>
                      <a:cubicBezTo>
                        <a:pt x="765" y="744"/>
                        <a:pt x="762" y="746"/>
                        <a:pt x="762" y="749"/>
                      </a:cubicBezTo>
                      <a:cubicBezTo>
                        <a:pt x="762" y="753"/>
                        <a:pt x="764" y="756"/>
                        <a:pt x="767" y="756"/>
                      </a:cubicBezTo>
                      <a:cubicBezTo>
                        <a:pt x="776" y="756"/>
                        <a:pt x="788" y="753"/>
                        <a:pt x="801" y="748"/>
                      </a:cubicBezTo>
                      <a:cubicBezTo>
                        <a:pt x="788" y="760"/>
                        <a:pt x="775" y="774"/>
                        <a:pt x="770" y="782"/>
                      </a:cubicBezTo>
                      <a:cubicBezTo>
                        <a:pt x="770" y="783"/>
                        <a:pt x="770" y="784"/>
                        <a:pt x="770" y="785"/>
                      </a:cubicBezTo>
                      <a:cubicBezTo>
                        <a:pt x="770" y="787"/>
                        <a:pt x="771" y="789"/>
                        <a:pt x="773" y="790"/>
                      </a:cubicBezTo>
                      <a:cubicBezTo>
                        <a:pt x="776" y="792"/>
                        <a:pt x="780" y="791"/>
                        <a:pt x="781" y="788"/>
                      </a:cubicBezTo>
                      <a:cubicBezTo>
                        <a:pt x="785" y="781"/>
                        <a:pt x="796" y="769"/>
                        <a:pt x="808" y="758"/>
                      </a:cubicBezTo>
                      <a:cubicBezTo>
                        <a:pt x="804" y="767"/>
                        <a:pt x="790" y="809"/>
                        <a:pt x="768" y="830"/>
                      </a:cubicBezTo>
                      <a:cubicBezTo>
                        <a:pt x="766" y="831"/>
                        <a:pt x="766" y="831"/>
                        <a:pt x="766" y="831"/>
                      </a:cubicBezTo>
                      <a:cubicBezTo>
                        <a:pt x="765" y="833"/>
                        <a:pt x="764" y="835"/>
                        <a:pt x="766" y="837"/>
                      </a:cubicBezTo>
                      <a:cubicBezTo>
                        <a:pt x="767" y="839"/>
                        <a:pt x="770" y="839"/>
                        <a:pt x="772" y="837"/>
                      </a:cubicBezTo>
                      <a:cubicBezTo>
                        <a:pt x="773" y="836"/>
                        <a:pt x="773" y="836"/>
                        <a:pt x="773" y="836"/>
                      </a:cubicBezTo>
                      <a:cubicBezTo>
                        <a:pt x="780" y="830"/>
                        <a:pt x="790" y="821"/>
                        <a:pt x="801" y="804"/>
                      </a:cubicBezTo>
                      <a:cubicBezTo>
                        <a:pt x="801" y="804"/>
                        <a:pt x="802" y="805"/>
                        <a:pt x="802" y="805"/>
                      </a:cubicBezTo>
                      <a:cubicBezTo>
                        <a:pt x="802" y="806"/>
                        <a:pt x="802" y="807"/>
                        <a:pt x="802" y="808"/>
                      </a:cubicBezTo>
                      <a:cubicBezTo>
                        <a:pt x="802" y="811"/>
                        <a:pt x="802" y="815"/>
                        <a:pt x="802" y="818"/>
                      </a:cubicBezTo>
                      <a:cubicBezTo>
                        <a:pt x="802" y="830"/>
                        <a:pt x="803" y="842"/>
                        <a:pt x="812" y="847"/>
                      </a:cubicBezTo>
                      <a:cubicBezTo>
                        <a:pt x="814" y="848"/>
                        <a:pt x="817" y="848"/>
                        <a:pt x="818" y="846"/>
                      </a:cubicBezTo>
                      <a:cubicBezTo>
                        <a:pt x="819" y="844"/>
                        <a:pt x="818" y="841"/>
                        <a:pt x="816" y="840"/>
                      </a:cubicBezTo>
                      <a:cubicBezTo>
                        <a:pt x="809" y="836"/>
                        <a:pt x="814" y="801"/>
                        <a:pt x="815" y="798"/>
                      </a:cubicBezTo>
                      <a:cubicBezTo>
                        <a:pt x="822" y="775"/>
                        <a:pt x="826" y="764"/>
                        <a:pt x="834" y="751"/>
                      </a:cubicBezTo>
                      <a:cubicBezTo>
                        <a:pt x="831" y="771"/>
                        <a:pt x="830" y="797"/>
                        <a:pt x="833" y="822"/>
                      </a:cubicBezTo>
                      <a:cubicBezTo>
                        <a:pt x="834" y="826"/>
                        <a:pt x="840" y="875"/>
                        <a:pt x="843" y="883"/>
                      </a:cubicBezTo>
                      <a:cubicBezTo>
                        <a:pt x="843" y="885"/>
                        <a:pt x="847" y="887"/>
                        <a:pt x="849" y="886"/>
                      </a:cubicBezTo>
                      <a:cubicBezTo>
                        <a:pt x="850" y="886"/>
                        <a:pt x="852" y="883"/>
                        <a:pt x="852" y="882"/>
                      </a:cubicBezTo>
                      <a:cubicBezTo>
                        <a:pt x="852" y="881"/>
                        <a:pt x="852" y="881"/>
                        <a:pt x="852" y="880"/>
                      </a:cubicBezTo>
                      <a:cubicBezTo>
                        <a:pt x="851" y="878"/>
                        <a:pt x="849" y="855"/>
                        <a:pt x="847" y="841"/>
                      </a:cubicBezTo>
                      <a:cubicBezTo>
                        <a:pt x="847" y="837"/>
                        <a:pt x="851" y="838"/>
                        <a:pt x="854" y="841"/>
                      </a:cubicBezTo>
                      <a:cubicBezTo>
                        <a:pt x="864" y="851"/>
                        <a:pt x="876" y="862"/>
                        <a:pt x="887" y="866"/>
                      </a:cubicBezTo>
                      <a:cubicBezTo>
                        <a:pt x="889" y="867"/>
                        <a:pt x="895" y="868"/>
                        <a:pt x="896" y="862"/>
                      </a:cubicBezTo>
                      <a:cubicBezTo>
                        <a:pt x="898" y="857"/>
                        <a:pt x="894" y="855"/>
                        <a:pt x="892" y="854"/>
                      </a:cubicBezTo>
                      <a:cubicBezTo>
                        <a:pt x="885" y="852"/>
                        <a:pt x="877" y="847"/>
                        <a:pt x="871" y="841"/>
                      </a:cubicBezTo>
                      <a:cubicBezTo>
                        <a:pt x="864" y="836"/>
                        <a:pt x="853" y="822"/>
                        <a:pt x="852" y="803"/>
                      </a:cubicBezTo>
                      <a:cubicBezTo>
                        <a:pt x="850" y="773"/>
                        <a:pt x="858" y="745"/>
                        <a:pt x="865" y="732"/>
                      </a:cubicBezTo>
                      <a:cubicBezTo>
                        <a:pt x="874" y="717"/>
                        <a:pt x="877" y="702"/>
                        <a:pt x="882" y="689"/>
                      </a:cubicBezTo>
                      <a:cubicBezTo>
                        <a:pt x="883" y="691"/>
                        <a:pt x="884" y="692"/>
                        <a:pt x="885" y="693"/>
                      </a:cubicBezTo>
                      <a:cubicBezTo>
                        <a:pt x="898" y="710"/>
                        <a:pt x="910" y="725"/>
                        <a:pt x="923" y="749"/>
                      </a:cubicBezTo>
                      <a:cubicBezTo>
                        <a:pt x="942" y="778"/>
                        <a:pt x="960" y="826"/>
                        <a:pt x="970" y="852"/>
                      </a:cubicBezTo>
                      <a:cubicBezTo>
                        <a:pt x="972" y="855"/>
                        <a:pt x="982" y="893"/>
                        <a:pt x="978" y="902"/>
                      </a:cubicBezTo>
                      <a:cubicBezTo>
                        <a:pt x="977" y="904"/>
                        <a:pt x="977" y="906"/>
                        <a:pt x="979" y="907"/>
                      </a:cubicBezTo>
                      <a:cubicBezTo>
                        <a:pt x="981" y="908"/>
                        <a:pt x="984" y="907"/>
                        <a:pt x="985" y="905"/>
                      </a:cubicBezTo>
                      <a:cubicBezTo>
                        <a:pt x="987" y="900"/>
                        <a:pt x="988" y="892"/>
                        <a:pt x="988" y="884"/>
                      </a:cubicBezTo>
                      <a:cubicBezTo>
                        <a:pt x="988" y="881"/>
                        <a:pt x="988" y="878"/>
                        <a:pt x="988" y="875"/>
                      </a:cubicBezTo>
                      <a:cubicBezTo>
                        <a:pt x="994" y="885"/>
                        <a:pt x="1001" y="894"/>
                        <a:pt x="1009" y="901"/>
                      </a:cubicBezTo>
                      <a:cubicBezTo>
                        <a:pt x="1010" y="902"/>
                        <a:pt x="1013" y="902"/>
                        <a:pt x="1014" y="901"/>
                      </a:cubicBezTo>
                      <a:cubicBezTo>
                        <a:pt x="1016" y="899"/>
                        <a:pt x="1016" y="897"/>
                        <a:pt x="1014" y="895"/>
                      </a:cubicBezTo>
                      <a:cubicBezTo>
                        <a:pt x="1002" y="885"/>
                        <a:pt x="992" y="862"/>
                        <a:pt x="984" y="847"/>
                      </a:cubicBezTo>
                      <a:cubicBezTo>
                        <a:pt x="986" y="845"/>
                        <a:pt x="1022" y="866"/>
                        <a:pt x="1022" y="881"/>
                      </a:cubicBezTo>
                      <a:cubicBezTo>
                        <a:pt x="1022" y="883"/>
                        <a:pt x="1024" y="885"/>
                        <a:pt x="1026" y="885"/>
                      </a:cubicBezTo>
                      <a:cubicBezTo>
                        <a:pt x="1028" y="885"/>
                        <a:pt x="1030" y="884"/>
                        <a:pt x="1030" y="881"/>
                      </a:cubicBezTo>
                      <a:cubicBezTo>
                        <a:pt x="1031" y="874"/>
                        <a:pt x="1026" y="867"/>
                        <a:pt x="1021" y="862"/>
                      </a:cubicBezTo>
                      <a:cubicBezTo>
                        <a:pt x="1025" y="862"/>
                        <a:pt x="1028" y="862"/>
                        <a:pt x="1033" y="862"/>
                      </a:cubicBezTo>
                      <a:cubicBezTo>
                        <a:pt x="1034" y="863"/>
                        <a:pt x="1034" y="863"/>
                        <a:pt x="1034" y="863"/>
                      </a:cubicBezTo>
                      <a:cubicBezTo>
                        <a:pt x="1036" y="863"/>
                        <a:pt x="1038" y="861"/>
                        <a:pt x="1038" y="859"/>
                      </a:cubicBezTo>
                      <a:cubicBezTo>
                        <a:pt x="1038" y="857"/>
                        <a:pt x="1037" y="855"/>
                        <a:pt x="1035" y="855"/>
                      </a:cubicBezTo>
                      <a:cubicBezTo>
                        <a:pt x="1033" y="854"/>
                        <a:pt x="1033" y="854"/>
                        <a:pt x="1033" y="854"/>
                      </a:cubicBezTo>
                      <a:cubicBezTo>
                        <a:pt x="1018" y="854"/>
                        <a:pt x="1004" y="842"/>
                        <a:pt x="994" y="835"/>
                      </a:cubicBezTo>
                      <a:cubicBezTo>
                        <a:pt x="983" y="828"/>
                        <a:pt x="971" y="805"/>
                        <a:pt x="968" y="794"/>
                      </a:cubicBezTo>
                      <a:cubicBezTo>
                        <a:pt x="984" y="814"/>
                        <a:pt x="1010" y="818"/>
                        <a:pt x="1020" y="823"/>
                      </a:cubicBezTo>
                      <a:cubicBezTo>
                        <a:pt x="1023" y="824"/>
                        <a:pt x="1025" y="825"/>
                        <a:pt x="1028" y="826"/>
                      </a:cubicBezTo>
                      <a:cubicBezTo>
                        <a:pt x="1041" y="831"/>
                        <a:pt x="1041" y="831"/>
                        <a:pt x="1041" y="831"/>
                      </a:cubicBezTo>
                      <a:cubicBezTo>
                        <a:pt x="1051" y="836"/>
                        <a:pt x="1055" y="841"/>
                        <a:pt x="1059" y="847"/>
                      </a:cubicBezTo>
                      <a:cubicBezTo>
                        <a:pt x="1063" y="851"/>
                        <a:pt x="1066" y="855"/>
                        <a:pt x="1072" y="860"/>
                      </a:cubicBezTo>
                      <a:cubicBezTo>
                        <a:pt x="1073" y="862"/>
                        <a:pt x="1076" y="862"/>
                        <a:pt x="1077" y="860"/>
                      </a:cubicBezTo>
                      <a:cubicBezTo>
                        <a:pt x="1078" y="859"/>
                        <a:pt x="1078" y="858"/>
                        <a:pt x="1078" y="857"/>
                      </a:cubicBezTo>
                      <a:cubicBezTo>
                        <a:pt x="1078" y="856"/>
                        <a:pt x="1078" y="855"/>
                        <a:pt x="1077" y="854"/>
                      </a:cubicBezTo>
                      <a:cubicBezTo>
                        <a:pt x="1072" y="850"/>
                        <a:pt x="1069" y="846"/>
                        <a:pt x="1066" y="842"/>
                      </a:cubicBezTo>
                      <a:cubicBezTo>
                        <a:pt x="1061" y="835"/>
                        <a:pt x="1056" y="829"/>
                        <a:pt x="1045" y="824"/>
                      </a:cubicBezTo>
                      <a:cubicBezTo>
                        <a:pt x="1045" y="824"/>
                        <a:pt x="1040" y="822"/>
                        <a:pt x="1036" y="821"/>
                      </a:cubicBezTo>
                      <a:cubicBezTo>
                        <a:pt x="1040" y="821"/>
                        <a:pt x="1044" y="821"/>
                        <a:pt x="1047" y="821"/>
                      </a:cubicBezTo>
                      <a:cubicBezTo>
                        <a:pt x="1055" y="820"/>
                        <a:pt x="1055" y="820"/>
                        <a:pt x="1055" y="820"/>
                      </a:cubicBezTo>
                      <a:cubicBezTo>
                        <a:pt x="1065" y="820"/>
                        <a:pt x="1077" y="820"/>
                        <a:pt x="1084" y="814"/>
                      </a:cubicBezTo>
                      <a:cubicBezTo>
                        <a:pt x="1086" y="812"/>
                        <a:pt x="1086" y="810"/>
                        <a:pt x="1084" y="808"/>
                      </a:cubicBezTo>
                      <a:cubicBezTo>
                        <a:pt x="1083" y="806"/>
                        <a:pt x="1080" y="806"/>
                        <a:pt x="1079" y="808"/>
                      </a:cubicBezTo>
                      <a:cubicBezTo>
                        <a:pt x="1074" y="812"/>
                        <a:pt x="1063" y="812"/>
                        <a:pt x="1055" y="812"/>
                      </a:cubicBezTo>
                      <a:cubicBezTo>
                        <a:pt x="1046" y="813"/>
                        <a:pt x="1046" y="813"/>
                        <a:pt x="1046" y="813"/>
                      </a:cubicBezTo>
                      <a:cubicBezTo>
                        <a:pt x="1041" y="813"/>
                        <a:pt x="1007" y="807"/>
                        <a:pt x="981" y="783"/>
                      </a:cubicBezTo>
                      <a:cubicBezTo>
                        <a:pt x="973" y="775"/>
                        <a:pt x="952" y="743"/>
                        <a:pt x="951" y="741"/>
                      </a:cubicBezTo>
                      <a:cubicBezTo>
                        <a:pt x="937" y="715"/>
                        <a:pt x="923" y="699"/>
                        <a:pt x="912" y="682"/>
                      </a:cubicBezTo>
                      <a:cubicBezTo>
                        <a:pt x="907" y="674"/>
                        <a:pt x="902" y="660"/>
                        <a:pt x="899" y="650"/>
                      </a:cubicBezTo>
                      <a:cubicBezTo>
                        <a:pt x="886" y="584"/>
                        <a:pt x="862" y="510"/>
                        <a:pt x="821" y="437"/>
                      </a:cubicBezTo>
                      <a:cubicBezTo>
                        <a:pt x="803" y="406"/>
                        <a:pt x="782" y="376"/>
                        <a:pt x="759" y="347"/>
                      </a:cubicBezTo>
                      <a:cubicBezTo>
                        <a:pt x="756" y="345"/>
                        <a:pt x="756" y="339"/>
                        <a:pt x="760" y="340"/>
                      </a:cubicBezTo>
                      <a:cubicBezTo>
                        <a:pt x="767" y="340"/>
                        <a:pt x="791" y="342"/>
                        <a:pt x="807" y="350"/>
                      </a:cubicBezTo>
                      <a:cubicBezTo>
                        <a:pt x="825" y="360"/>
                        <a:pt x="846" y="377"/>
                        <a:pt x="857" y="389"/>
                      </a:cubicBezTo>
                      <a:cubicBezTo>
                        <a:pt x="864" y="397"/>
                        <a:pt x="917" y="449"/>
                        <a:pt x="929" y="477"/>
                      </a:cubicBezTo>
                      <a:cubicBezTo>
                        <a:pt x="933" y="487"/>
                        <a:pt x="937" y="504"/>
                        <a:pt x="936" y="517"/>
                      </a:cubicBezTo>
                      <a:cubicBezTo>
                        <a:pt x="936" y="522"/>
                        <a:pt x="933" y="532"/>
                        <a:pt x="930" y="535"/>
                      </a:cubicBezTo>
                      <a:cubicBezTo>
                        <a:pt x="928" y="538"/>
                        <a:pt x="925" y="541"/>
                        <a:pt x="921" y="542"/>
                      </a:cubicBezTo>
                      <a:cubicBezTo>
                        <a:pt x="919" y="543"/>
                        <a:pt x="918" y="545"/>
                        <a:pt x="919" y="547"/>
                      </a:cubicBezTo>
                      <a:cubicBezTo>
                        <a:pt x="919" y="549"/>
                        <a:pt x="922" y="550"/>
                        <a:pt x="924" y="550"/>
                      </a:cubicBezTo>
                      <a:cubicBezTo>
                        <a:pt x="929" y="548"/>
                        <a:pt x="933" y="544"/>
                        <a:pt x="936" y="540"/>
                      </a:cubicBezTo>
                      <a:cubicBezTo>
                        <a:pt x="937" y="539"/>
                        <a:pt x="938" y="538"/>
                        <a:pt x="939" y="537"/>
                      </a:cubicBezTo>
                      <a:cubicBezTo>
                        <a:pt x="940" y="537"/>
                        <a:pt x="941" y="537"/>
                        <a:pt x="941" y="537"/>
                      </a:cubicBezTo>
                      <a:cubicBezTo>
                        <a:pt x="944" y="542"/>
                        <a:pt x="946" y="548"/>
                        <a:pt x="953" y="550"/>
                      </a:cubicBezTo>
                      <a:cubicBezTo>
                        <a:pt x="955" y="550"/>
                        <a:pt x="958" y="549"/>
                        <a:pt x="958" y="547"/>
                      </a:cubicBezTo>
                      <a:cubicBezTo>
                        <a:pt x="959" y="545"/>
                        <a:pt x="958" y="543"/>
                        <a:pt x="955" y="542"/>
                      </a:cubicBezTo>
                      <a:cubicBezTo>
                        <a:pt x="952" y="541"/>
                        <a:pt x="946" y="530"/>
                        <a:pt x="947" y="523"/>
                      </a:cubicBezTo>
                      <a:cubicBezTo>
                        <a:pt x="948" y="518"/>
                        <a:pt x="949" y="512"/>
                        <a:pt x="949" y="506"/>
                      </a:cubicBezTo>
                      <a:cubicBezTo>
                        <a:pt x="949" y="499"/>
                        <a:pt x="948" y="492"/>
                        <a:pt x="947" y="485"/>
                      </a:cubicBezTo>
                      <a:cubicBezTo>
                        <a:pt x="955" y="490"/>
                        <a:pt x="963" y="493"/>
                        <a:pt x="970" y="496"/>
                      </a:cubicBezTo>
                      <a:cubicBezTo>
                        <a:pt x="970" y="496"/>
                        <a:pt x="978" y="499"/>
                        <a:pt x="984" y="503"/>
                      </a:cubicBezTo>
                      <a:cubicBezTo>
                        <a:pt x="989" y="508"/>
                        <a:pt x="992" y="517"/>
                        <a:pt x="995" y="523"/>
                      </a:cubicBezTo>
                      <a:cubicBezTo>
                        <a:pt x="996" y="525"/>
                        <a:pt x="996" y="525"/>
                        <a:pt x="996" y="525"/>
                      </a:cubicBezTo>
                      <a:cubicBezTo>
                        <a:pt x="997" y="527"/>
                        <a:pt x="999" y="528"/>
                        <a:pt x="1001" y="527"/>
                      </a:cubicBezTo>
                      <a:cubicBezTo>
                        <a:pt x="1003" y="526"/>
                        <a:pt x="1004" y="525"/>
                        <a:pt x="1004" y="523"/>
                      </a:cubicBezTo>
                      <a:cubicBezTo>
                        <a:pt x="1004" y="523"/>
                        <a:pt x="1004" y="522"/>
                        <a:pt x="1003" y="522"/>
                      </a:cubicBezTo>
                      <a:cubicBezTo>
                        <a:pt x="1003" y="520"/>
                        <a:pt x="1003" y="520"/>
                        <a:pt x="1003" y="520"/>
                      </a:cubicBezTo>
                      <a:cubicBezTo>
                        <a:pt x="1000" y="514"/>
                        <a:pt x="996" y="505"/>
                        <a:pt x="991" y="499"/>
                      </a:cubicBezTo>
                      <a:cubicBezTo>
                        <a:pt x="995" y="499"/>
                        <a:pt x="999" y="498"/>
                        <a:pt x="1003" y="497"/>
                      </a:cubicBezTo>
                      <a:cubicBezTo>
                        <a:pt x="1007" y="497"/>
                        <a:pt x="1007" y="497"/>
                        <a:pt x="1007" y="497"/>
                      </a:cubicBezTo>
                      <a:cubicBezTo>
                        <a:pt x="1009" y="496"/>
                        <a:pt x="1010" y="494"/>
                        <a:pt x="1010" y="493"/>
                      </a:cubicBezTo>
                      <a:cubicBezTo>
                        <a:pt x="1010" y="492"/>
                        <a:pt x="1010" y="492"/>
                        <a:pt x="1010" y="492"/>
                      </a:cubicBezTo>
                      <a:cubicBezTo>
                        <a:pt x="1010" y="490"/>
                        <a:pt x="1008" y="488"/>
                        <a:pt x="1006" y="489"/>
                      </a:cubicBezTo>
                      <a:cubicBezTo>
                        <a:pt x="1001" y="489"/>
                        <a:pt x="1001" y="489"/>
                        <a:pt x="1001" y="489"/>
                      </a:cubicBezTo>
                      <a:cubicBezTo>
                        <a:pt x="997" y="490"/>
                        <a:pt x="993" y="492"/>
                        <a:pt x="988" y="490"/>
                      </a:cubicBezTo>
                      <a:cubicBezTo>
                        <a:pt x="975" y="485"/>
                        <a:pt x="975" y="485"/>
                        <a:pt x="975" y="485"/>
                      </a:cubicBezTo>
                      <a:cubicBezTo>
                        <a:pt x="969" y="482"/>
                        <a:pt x="963" y="480"/>
                        <a:pt x="958" y="478"/>
                      </a:cubicBezTo>
                      <a:cubicBezTo>
                        <a:pt x="954" y="475"/>
                        <a:pt x="947" y="469"/>
                        <a:pt x="943" y="460"/>
                      </a:cubicBezTo>
                      <a:cubicBezTo>
                        <a:pt x="936" y="446"/>
                        <a:pt x="928" y="434"/>
                        <a:pt x="920" y="423"/>
                      </a:cubicBezTo>
                      <a:cubicBezTo>
                        <a:pt x="919" y="421"/>
                        <a:pt x="921" y="420"/>
                        <a:pt x="923" y="421"/>
                      </a:cubicBezTo>
                      <a:cubicBezTo>
                        <a:pt x="924" y="421"/>
                        <a:pt x="926" y="422"/>
                        <a:pt x="927" y="422"/>
                      </a:cubicBezTo>
                      <a:cubicBezTo>
                        <a:pt x="949" y="429"/>
                        <a:pt x="954" y="429"/>
                        <a:pt x="967" y="433"/>
                      </a:cubicBezTo>
                      <a:cubicBezTo>
                        <a:pt x="979" y="437"/>
                        <a:pt x="988" y="438"/>
                        <a:pt x="1002" y="447"/>
                      </a:cubicBezTo>
                      <a:cubicBezTo>
                        <a:pt x="1010" y="455"/>
                        <a:pt x="1016" y="464"/>
                        <a:pt x="1022" y="474"/>
                      </a:cubicBezTo>
                      <a:cubicBezTo>
                        <a:pt x="1026" y="480"/>
                        <a:pt x="1030" y="486"/>
                        <a:pt x="1035" y="492"/>
                      </a:cubicBezTo>
                      <a:cubicBezTo>
                        <a:pt x="1040" y="500"/>
                        <a:pt x="1044" y="507"/>
                        <a:pt x="1044" y="510"/>
                      </a:cubicBezTo>
                      <a:cubicBezTo>
                        <a:pt x="1045" y="515"/>
                        <a:pt x="1045" y="520"/>
                        <a:pt x="1045" y="526"/>
                      </a:cubicBezTo>
                      <a:cubicBezTo>
                        <a:pt x="1045" y="530"/>
                        <a:pt x="1045" y="530"/>
                        <a:pt x="1045" y="530"/>
                      </a:cubicBezTo>
                      <a:cubicBezTo>
                        <a:pt x="1045" y="532"/>
                        <a:pt x="1047" y="534"/>
                        <a:pt x="1049" y="534"/>
                      </a:cubicBezTo>
                      <a:cubicBezTo>
                        <a:pt x="1051" y="534"/>
                        <a:pt x="1053" y="532"/>
                        <a:pt x="1053" y="530"/>
                      </a:cubicBezTo>
                      <a:cubicBezTo>
                        <a:pt x="1053" y="530"/>
                        <a:pt x="1053" y="525"/>
                        <a:pt x="1053" y="524"/>
                      </a:cubicBezTo>
                      <a:cubicBezTo>
                        <a:pt x="1053" y="517"/>
                        <a:pt x="1053" y="511"/>
                        <a:pt x="1051" y="504"/>
                      </a:cubicBezTo>
                      <a:cubicBezTo>
                        <a:pt x="1052" y="505"/>
                        <a:pt x="1054" y="506"/>
                        <a:pt x="1055" y="507"/>
                      </a:cubicBezTo>
                      <a:cubicBezTo>
                        <a:pt x="1061" y="513"/>
                        <a:pt x="1067" y="519"/>
                        <a:pt x="1074" y="519"/>
                      </a:cubicBezTo>
                      <a:cubicBezTo>
                        <a:pt x="1076" y="519"/>
                        <a:pt x="1078" y="518"/>
                        <a:pt x="1078" y="515"/>
                      </a:cubicBezTo>
                      <a:cubicBezTo>
                        <a:pt x="1078" y="513"/>
                        <a:pt x="1077" y="511"/>
                        <a:pt x="1074" y="511"/>
                      </a:cubicBezTo>
                      <a:cubicBezTo>
                        <a:pt x="1071" y="511"/>
                        <a:pt x="1065" y="506"/>
                        <a:pt x="1060" y="501"/>
                      </a:cubicBezTo>
                      <a:cubicBezTo>
                        <a:pt x="1057" y="498"/>
                        <a:pt x="1047" y="488"/>
                        <a:pt x="1045" y="485"/>
                      </a:cubicBezTo>
                      <a:cubicBezTo>
                        <a:pt x="1041" y="480"/>
                        <a:pt x="1036" y="474"/>
                        <a:pt x="1032" y="467"/>
                      </a:cubicBezTo>
                      <a:cubicBezTo>
                        <a:pt x="1026" y="458"/>
                        <a:pt x="1020" y="448"/>
                        <a:pt x="1012" y="440"/>
                      </a:cubicBezTo>
                      <a:cubicBezTo>
                        <a:pt x="1011" y="439"/>
                        <a:pt x="1012" y="437"/>
                        <a:pt x="1013" y="437"/>
                      </a:cubicBezTo>
                      <a:cubicBezTo>
                        <a:pt x="1015" y="437"/>
                        <a:pt x="1016" y="438"/>
                        <a:pt x="1017" y="438"/>
                      </a:cubicBezTo>
                      <a:cubicBezTo>
                        <a:pt x="1034" y="441"/>
                        <a:pt x="1034" y="441"/>
                        <a:pt x="1034" y="441"/>
                      </a:cubicBezTo>
                      <a:cubicBezTo>
                        <a:pt x="1039" y="442"/>
                        <a:pt x="1044" y="442"/>
                        <a:pt x="1049" y="442"/>
                      </a:cubicBezTo>
                      <a:cubicBezTo>
                        <a:pt x="1056" y="442"/>
                        <a:pt x="1063" y="442"/>
                        <a:pt x="1069" y="444"/>
                      </a:cubicBezTo>
                      <a:cubicBezTo>
                        <a:pt x="1071" y="444"/>
                        <a:pt x="1081" y="447"/>
                        <a:pt x="1085" y="449"/>
                      </a:cubicBezTo>
                      <a:cubicBezTo>
                        <a:pt x="1091" y="452"/>
                        <a:pt x="1096" y="455"/>
                        <a:pt x="1103" y="460"/>
                      </a:cubicBezTo>
                      <a:cubicBezTo>
                        <a:pt x="1104" y="461"/>
                        <a:pt x="1107" y="461"/>
                        <a:pt x="1108" y="459"/>
                      </a:cubicBezTo>
                      <a:cubicBezTo>
                        <a:pt x="1109" y="458"/>
                        <a:pt x="1109" y="457"/>
                        <a:pt x="1109" y="457"/>
                      </a:cubicBezTo>
                      <a:cubicBezTo>
                        <a:pt x="1109" y="455"/>
                        <a:pt x="1108" y="454"/>
                        <a:pt x="1107" y="453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98" name="Freeform 1669">
                  <a:extLst>
                    <a:ext uri="{FF2B5EF4-FFF2-40B4-BE49-F238E27FC236}">
                      <a16:creationId xmlns:a16="http://schemas.microsoft.com/office/drawing/2014/main" id="{60772CA8-F5E4-40D8-BB4F-6BEE91630F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850"/>
                  <a:ext cx="161" cy="43"/>
                </a:xfrm>
                <a:custGeom>
                  <a:avLst/>
                  <a:gdLst>
                    <a:gd name="T0" fmla="*/ 316 w 80"/>
                    <a:gd name="T1" fmla="*/ 120 h 20"/>
                    <a:gd name="T2" fmla="*/ 316 w 80"/>
                    <a:gd name="T3" fmla="*/ 120 h 20"/>
                    <a:gd name="T4" fmla="*/ 0 w 80"/>
                    <a:gd name="T5" fmla="*/ 19 h 20"/>
                    <a:gd name="T6" fmla="*/ 0 w 80"/>
                    <a:gd name="T7" fmla="*/ 129 h 20"/>
                    <a:gd name="T8" fmla="*/ 316 w 80"/>
                    <a:gd name="T9" fmla="*/ 198 h 20"/>
                    <a:gd name="T10" fmla="*/ 316 w 80"/>
                    <a:gd name="T11" fmla="*/ 198 h 20"/>
                    <a:gd name="T12" fmla="*/ 652 w 80"/>
                    <a:gd name="T13" fmla="*/ 140 h 20"/>
                    <a:gd name="T14" fmla="*/ 652 w 80"/>
                    <a:gd name="T15" fmla="*/ 0 h 20"/>
                    <a:gd name="T16" fmla="*/ 652 w 80"/>
                    <a:gd name="T17" fmla="*/ 0 h 20"/>
                    <a:gd name="T18" fmla="*/ 644 w 80"/>
                    <a:gd name="T19" fmla="*/ 9 h 20"/>
                    <a:gd name="T20" fmla="*/ 316 w 80"/>
                    <a:gd name="T21" fmla="*/ 120 h 2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0" h="20">
                      <a:moveTo>
                        <a:pt x="39" y="12"/>
                      </a:moveTo>
                      <a:cubicBezTo>
                        <a:pt x="39" y="12"/>
                        <a:pt x="39" y="12"/>
                        <a:pt x="39" y="12"/>
                      </a:cubicBezTo>
                      <a:cubicBezTo>
                        <a:pt x="20" y="12"/>
                        <a:pt x="7" y="8"/>
                        <a:pt x="0" y="2"/>
                      </a:cubicBezTo>
                      <a:cubicBezTo>
                        <a:pt x="1" y="3"/>
                        <a:pt x="3" y="8"/>
                        <a:pt x="0" y="13"/>
                      </a:cubicBezTo>
                      <a:cubicBezTo>
                        <a:pt x="5" y="12"/>
                        <a:pt x="10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72" y="20"/>
                        <a:pt x="74" y="10"/>
                        <a:pt x="80" y="14"/>
                      </a:cubicBezTo>
                      <a:cubicBezTo>
                        <a:pt x="76" y="8"/>
                        <a:pt x="76" y="5"/>
                        <a:pt x="80" y="0"/>
                      </a:cubicBezTo>
                      <a:cubicBezTo>
                        <a:pt x="80" y="0"/>
                        <a:pt x="80" y="0"/>
                        <a:pt x="80" y="0"/>
                      </a:cubicBezTo>
                      <a:cubicBezTo>
                        <a:pt x="80" y="0"/>
                        <a:pt x="80" y="0"/>
                        <a:pt x="79" y="1"/>
                      </a:cubicBezTo>
                      <a:cubicBezTo>
                        <a:pt x="73" y="8"/>
                        <a:pt x="59" y="12"/>
                        <a:pt x="39" y="12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799" name="Freeform 1670">
                  <a:extLst>
                    <a:ext uri="{FF2B5EF4-FFF2-40B4-BE49-F238E27FC236}">
                      <a16:creationId xmlns:a16="http://schemas.microsoft.com/office/drawing/2014/main" id="{3559C020-55FE-49F8-A121-3F5735779B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769"/>
                  <a:ext cx="169" cy="36"/>
                </a:xfrm>
                <a:custGeom>
                  <a:avLst/>
                  <a:gdLst>
                    <a:gd name="T0" fmla="*/ 660 w 84"/>
                    <a:gd name="T1" fmla="*/ 0 h 17"/>
                    <a:gd name="T2" fmla="*/ 332 w 84"/>
                    <a:gd name="T3" fmla="*/ 76 h 17"/>
                    <a:gd name="T4" fmla="*/ 332 w 84"/>
                    <a:gd name="T5" fmla="*/ 76 h 17"/>
                    <a:gd name="T6" fmla="*/ 8 w 84"/>
                    <a:gd name="T7" fmla="*/ 0 h 17"/>
                    <a:gd name="T8" fmla="*/ 0 w 84"/>
                    <a:gd name="T9" fmla="*/ 144 h 17"/>
                    <a:gd name="T10" fmla="*/ 332 w 84"/>
                    <a:gd name="T11" fmla="*/ 161 h 17"/>
                    <a:gd name="T12" fmla="*/ 332 w 84"/>
                    <a:gd name="T13" fmla="*/ 161 h 17"/>
                    <a:gd name="T14" fmla="*/ 668 w 84"/>
                    <a:gd name="T15" fmla="*/ 144 h 17"/>
                    <a:gd name="T16" fmla="*/ 684 w 84"/>
                    <a:gd name="T17" fmla="*/ 152 h 17"/>
                    <a:gd name="T18" fmla="*/ 684 w 84"/>
                    <a:gd name="T19" fmla="*/ 152 h 17"/>
                    <a:gd name="T20" fmla="*/ 668 w 84"/>
                    <a:gd name="T21" fmla="*/ 0 h 17"/>
                    <a:gd name="T22" fmla="*/ 660 w 84"/>
                    <a:gd name="T23" fmla="*/ 0 h 17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84" h="17">
                      <a:moveTo>
                        <a:pt x="81" y="0"/>
                      </a:moveTo>
                      <a:cubicBezTo>
                        <a:pt x="75" y="7"/>
                        <a:pt x="6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21" y="8"/>
                        <a:pt x="7" y="7"/>
                        <a:pt x="1" y="0"/>
                      </a:cubicBezTo>
                      <a:cubicBezTo>
                        <a:pt x="3" y="6"/>
                        <a:pt x="3" y="10"/>
                        <a:pt x="0" y="15"/>
                      </a:cubicBezTo>
                      <a:cubicBezTo>
                        <a:pt x="6" y="11"/>
                        <a:pt x="8" y="17"/>
                        <a:pt x="41" y="17"/>
                      </a:cubicBezTo>
                      <a:cubicBezTo>
                        <a:pt x="41" y="17"/>
                        <a:pt x="41" y="17"/>
                        <a:pt x="41" y="17"/>
                      </a:cubicBezTo>
                      <a:cubicBezTo>
                        <a:pt x="74" y="17"/>
                        <a:pt x="76" y="11"/>
                        <a:pt x="82" y="15"/>
                      </a:cubicBezTo>
                      <a:cubicBezTo>
                        <a:pt x="83" y="15"/>
                        <a:pt x="83" y="16"/>
                        <a:pt x="84" y="16"/>
                      </a:cubicBezTo>
                      <a:cubicBezTo>
                        <a:pt x="84" y="16"/>
                        <a:pt x="84" y="16"/>
                        <a:pt x="84" y="16"/>
                      </a:cubicBezTo>
                      <a:cubicBezTo>
                        <a:pt x="81" y="12"/>
                        <a:pt x="80" y="5"/>
                        <a:pt x="82" y="0"/>
                      </a:cubicBezTo>
                      <a:cubicBezTo>
                        <a:pt x="82" y="0"/>
                        <a:pt x="82" y="0"/>
                        <a:pt x="81" y="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00" name="Freeform 1671">
                  <a:extLst>
                    <a:ext uri="{FF2B5EF4-FFF2-40B4-BE49-F238E27FC236}">
                      <a16:creationId xmlns:a16="http://schemas.microsoft.com/office/drawing/2014/main" id="{5996C6C7-1CCA-416B-89D1-773E0F4C2F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89"/>
                  <a:ext cx="163" cy="39"/>
                </a:xfrm>
                <a:custGeom>
                  <a:avLst/>
                  <a:gdLst>
                    <a:gd name="T0" fmla="*/ 636 w 81"/>
                    <a:gd name="T1" fmla="*/ 0 h 18"/>
                    <a:gd name="T2" fmla="*/ 316 w 81"/>
                    <a:gd name="T3" fmla="*/ 72 h 18"/>
                    <a:gd name="T4" fmla="*/ 316 w 81"/>
                    <a:gd name="T5" fmla="*/ 72 h 18"/>
                    <a:gd name="T6" fmla="*/ 16 w 81"/>
                    <a:gd name="T7" fmla="*/ 9 h 18"/>
                    <a:gd name="T8" fmla="*/ 0 w 81"/>
                    <a:gd name="T9" fmla="*/ 156 h 18"/>
                    <a:gd name="T10" fmla="*/ 316 w 81"/>
                    <a:gd name="T11" fmla="*/ 184 h 18"/>
                    <a:gd name="T12" fmla="*/ 316 w 81"/>
                    <a:gd name="T13" fmla="*/ 184 h 18"/>
                    <a:gd name="T14" fmla="*/ 652 w 81"/>
                    <a:gd name="T15" fmla="*/ 156 h 18"/>
                    <a:gd name="T16" fmla="*/ 660 w 81"/>
                    <a:gd name="T17" fmla="*/ 173 h 18"/>
                    <a:gd name="T18" fmla="*/ 660 w 81"/>
                    <a:gd name="T19" fmla="*/ 165 h 18"/>
                    <a:gd name="T20" fmla="*/ 636 w 81"/>
                    <a:gd name="T21" fmla="*/ 0 h 1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1" h="18">
                      <a:moveTo>
                        <a:pt x="78" y="0"/>
                      </a:moveTo>
                      <a:cubicBezTo>
                        <a:pt x="71" y="6"/>
                        <a:pt x="58" y="7"/>
                        <a:pt x="39" y="7"/>
                      </a:cubicBezTo>
                      <a:cubicBezTo>
                        <a:pt x="39" y="7"/>
                        <a:pt x="39" y="7"/>
                        <a:pt x="39" y="7"/>
                      </a:cubicBezTo>
                      <a:cubicBezTo>
                        <a:pt x="22" y="7"/>
                        <a:pt x="9" y="6"/>
                        <a:pt x="2" y="1"/>
                      </a:cubicBezTo>
                      <a:cubicBezTo>
                        <a:pt x="4" y="6"/>
                        <a:pt x="2" y="11"/>
                        <a:pt x="0" y="15"/>
                      </a:cubicBezTo>
                      <a:cubicBezTo>
                        <a:pt x="5" y="13"/>
                        <a:pt x="9" y="18"/>
                        <a:pt x="39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72" y="18"/>
                        <a:pt x="74" y="12"/>
                        <a:pt x="80" y="15"/>
                      </a:cubicBezTo>
                      <a:cubicBezTo>
                        <a:pt x="81" y="16"/>
                        <a:pt x="81" y="16"/>
                        <a:pt x="81" y="17"/>
                      </a:cubicBezTo>
                      <a:cubicBezTo>
                        <a:pt x="81" y="16"/>
                        <a:pt x="81" y="16"/>
                        <a:pt x="81" y="16"/>
                      </a:cubicBezTo>
                      <a:cubicBezTo>
                        <a:pt x="77" y="14"/>
                        <a:pt x="75" y="6"/>
                        <a:pt x="78" y="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01" name="Freeform 1672">
                  <a:extLst>
                    <a:ext uri="{FF2B5EF4-FFF2-40B4-BE49-F238E27FC236}">
                      <a16:creationId xmlns:a16="http://schemas.microsoft.com/office/drawing/2014/main" id="{9B01C9DF-2CBB-49AB-9C5E-8075B6C6BE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292"/>
                  <a:ext cx="167" cy="43"/>
                </a:xfrm>
                <a:custGeom>
                  <a:avLst/>
                  <a:gdLst>
                    <a:gd name="T0" fmla="*/ 660 w 83"/>
                    <a:gd name="T1" fmla="*/ 0 h 20"/>
                    <a:gd name="T2" fmla="*/ 332 w 83"/>
                    <a:gd name="T3" fmla="*/ 80 h 20"/>
                    <a:gd name="T4" fmla="*/ 332 w 83"/>
                    <a:gd name="T5" fmla="*/ 80 h 20"/>
                    <a:gd name="T6" fmla="*/ 32 w 83"/>
                    <a:gd name="T7" fmla="*/ 19 h 20"/>
                    <a:gd name="T8" fmla="*/ 0 w 83"/>
                    <a:gd name="T9" fmla="*/ 181 h 20"/>
                    <a:gd name="T10" fmla="*/ 332 w 83"/>
                    <a:gd name="T11" fmla="*/ 198 h 20"/>
                    <a:gd name="T12" fmla="*/ 332 w 83"/>
                    <a:gd name="T13" fmla="*/ 198 h 20"/>
                    <a:gd name="T14" fmla="*/ 668 w 83"/>
                    <a:gd name="T15" fmla="*/ 181 h 20"/>
                    <a:gd name="T16" fmla="*/ 676 w 83"/>
                    <a:gd name="T17" fmla="*/ 189 h 20"/>
                    <a:gd name="T18" fmla="*/ 676 w 83"/>
                    <a:gd name="T19" fmla="*/ 181 h 20"/>
                    <a:gd name="T20" fmla="*/ 660 w 83"/>
                    <a:gd name="T21" fmla="*/ 0 h 2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3" h="20">
                      <a:moveTo>
                        <a:pt x="81" y="0"/>
                      </a:moveTo>
                      <a:cubicBezTo>
                        <a:pt x="74" y="7"/>
                        <a:pt x="6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23" y="8"/>
                        <a:pt x="11" y="7"/>
                        <a:pt x="4" y="2"/>
                      </a:cubicBezTo>
                      <a:cubicBezTo>
                        <a:pt x="6" y="8"/>
                        <a:pt x="4" y="15"/>
                        <a:pt x="0" y="18"/>
                      </a:cubicBezTo>
                      <a:cubicBezTo>
                        <a:pt x="6" y="14"/>
                        <a:pt x="8" y="20"/>
                        <a:pt x="41" y="20"/>
                      </a:cubicBezTo>
                      <a:cubicBezTo>
                        <a:pt x="41" y="20"/>
                        <a:pt x="41" y="20"/>
                        <a:pt x="41" y="20"/>
                      </a:cubicBezTo>
                      <a:cubicBezTo>
                        <a:pt x="74" y="20"/>
                        <a:pt x="76" y="14"/>
                        <a:pt x="82" y="18"/>
                      </a:cubicBezTo>
                      <a:cubicBezTo>
                        <a:pt x="83" y="18"/>
                        <a:pt x="83" y="19"/>
                        <a:pt x="83" y="19"/>
                      </a:cubicBezTo>
                      <a:cubicBezTo>
                        <a:pt x="83" y="18"/>
                        <a:pt x="83" y="18"/>
                        <a:pt x="83" y="18"/>
                      </a:cubicBezTo>
                      <a:cubicBezTo>
                        <a:pt x="79" y="15"/>
                        <a:pt x="77" y="6"/>
                        <a:pt x="81" y="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02" name="Freeform 1673">
                  <a:extLst>
                    <a:ext uri="{FF2B5EF4-FFF2-40B4-BE49-F238E27FC236}">
                      <a16:creationId xmlns:a16="http://schemas.microsoft.com/office/drawing/2014/main" id="{054DD221-9A0C-4A01-B626-F2BA2E35D5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83"/>
                  <a:ext cx="161" cy="38"/>
                </a:xfrm>
                <a:custGeom>
                  <a:avLst/>
                  <a:gdLst>
                    <a:gd name="T0" fmla="*/ 316 w 80"/>
                    <a:gd name="T1" fmla="*/ 169 h 18"/>
                    <a:gd name="T2" fmla="*/ 316 w 80"/>
                    <a:gd name="T3" fmla="*/ 169 h 18"/>
                    <a:gd name="T4" fmla="*/ 652 w 80"/>
                    <a:gd name="T5" fmla="*/ 152 h 18"/>
                    <a:gd name="T6" fmla="*/ 644 w 80"/>
                    <a:gd name="T7" fmla="*/ 0 h 18"/>
                    <a:gd name="T8" fmla="*/ 316 w 80"/>
                    <a:gd name="T9" fmla="*/ 68 h 18"/>
                    <a:gd name="T10" fmla="*/ 316 w 80"/>
                    <a:gd name="T11" fmla="*/ 68 h 18"/>
                    <a:gd name="T12" fmla="*/ 16 w 80"/>
                    <a:gd name="T13" fmla="*/ 17 h 18"/>
                    <a:gd name="T14" fmla="*/ 0 w 80"/>
                    <a:gd name="T15" fmla="*/ 144 h 18"/>
                    <a:gd name="T16" fmla="*/ 316 w 80"/>
                    <a:gd name="T17" fmla="*/ 169 h 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80" h="18">
                      <a:moveTo>
                        <a:pt x="39" y="18"/>
                      </a:move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72" y="18"/>
                        <a:pt x="74" y="13"/>
                        <a:pt x="80" y="16"/>
                      </a:cubicBezTo>
                      <a:cubicBezTo>
                        <a:pt x="77" y="12"/>
                        <a:pt x="76" y="5"/>
                        <a:pt x="79" y="0"/>
                      </a:cubicBezTo>
                      <a:cubicBezTo>
                        <a:pt x="72" y="6"/>
                        <a:pt x="59" y="7"/>
                        <a:pt x="39" y="7"/>
                      </a:cubicBezTo>
                      <a:cubicBezTo>
                        <a:pt x="39" y="7"/>
                        <a:pt x="39" y="7"/>
                        <a:pt x="39" y="7"/>
                      </a:cubicBezTo>
                      <a:cubicBezTo>
                        <a:pt x="21" y="7"/>
                        <a:pt x="9" y="7"/>
                        <a:pt x="2" y="2"/>
                      </a:cubicBezTo>
                      <a:cubicBezTo>
                        <a:pt x="4" y="7"/>
                        <a:pt x="3" y="12"/>
                        <a:pt x="0" y="15"/>
                      </a:cubicBezTo>
                      <a:cubicBezTo>
                        <a:pt x="5" y="14"/>
                        <a:pt x="10" y="18"/>
                        <a:pt x="39" y="18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03" name="Freeform 1674">
                  <a:extLst>
                    <a:ext uri="{FF2B5EF4-FFF2-40B4-BE49-F238E27FC236}">
                      <a16:creationId xmlns:a16="http://schemas.microsoft.com/office/drawing/2014/main" id="{66EA9EB2-8273-4DD4-B6E6-063DEEE3E8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3" y="1576"/>
                  <a:ext cx="161" cy="45"/>
                </a:xfrm>
                <a:custGeom>
                  <a:avLst/>
                  <a:gdLst>
                    <a:gd name="T0" fmla="*/ 308 w 80"/>
                    <a:gd name="T1" fmla="*/ 96 h 21"/>
                    <a:gd name="T2" fmla="*/ 308 w 80"/>
                    <a:gd name="T3" fmla="*/ 96 h 21"/>
                    <a:gd name="T4" fmla="*/ 0 w 80"/>
                    <a:gd name="T5" fmla="*/ 51 h 21"/>
                    <a:gd name="T6" fmla="*/ 0 w 80"/>
                    <a:gd name="T7" fmla="*/ 180 h 21"/>
                    <a:gd name="T8" fmla="*/ 308 w 80"/>
                    <a:gd name="T9" fmla="*/ 206 h 21"/>
                    <a:gd name="T10" fmla="*/ 308 w 80"/>
                    <a:gd name="T11" fmla="*/ 206 h 21"/>
                    <a:gd name="T12" fmla="*/ 636 w 80"/>
                    <a:gd name="T13" fmla="*/ 189 h 21"/>
                    <a:gd name="T14" fmla="*/ 652 w 80"/>
                    <a:gd name="T15" fmla="*/ 9 h 21"/>
                    <a:gd name="T16" fmla="*/ 652 w 80"/>
                    <a:gd name="T17" fmla="*/ 0 h 21"/>
                    <a:gd name="T18" fmla="*/ 636 w 80"/>
                    <a:gd name="T19" fmla="*/ 28 h 21"/>
                    <a:gd name="T20" fmla="*/ 308 w 80"/>
                    <a:gd name="T21" fmla="*/ 96 h 2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0" h="21">
                      <a:moveTo>
                        <a:pt x="38" y="10"/>
                      </a:moveTo>
                      <a:cubicBezTo>
                        <a:pt x="38" y="10"/>
                        <a:pt x="38" y="10"/>
                        <a:pt x="38" y="10"/>
                      </a:cubicBezTo>
                      <a:cubicBezTo>
                        <a:pt x="20" y="10"/>
                        <a:pt x="8" y="10"/>
                        <a:pt x="0" y="5"/>
                      </a:cubicBezTo>
                      <a:cubicBezTo>
                        <a:pt x="2" y="9"/>
                        <a:pt x="2" y="15"/>
                        <a:pt x="0" y="18"/>
                      </a:cubicBezTo>
                      <a:cubicBezTo>
                        <a:pt x="5" y="17"/>
                        <a:pt x="10" y="21"/>
                        <a:pt x="38" y="21"/>
                      </a:cubicBezTo>
                      <a:cubicBezTo>
                        <a:pt x="38" y="21"/>
                        <a:pt x="38" y="21"/>
                        <a:pt x="38" y="21"/>
                      </a:cubicBezTo>
                      <a:cubicBezTo>
                        <a:pt x="70" y="21"/>
                        <a:pt x="73" y="16"/>
                        <a:pt x="78" y="19"/>
                      </a:cubicBezTo>
                      <a:cubicBezTo>
                        <a:pt x="75" y="14"/>
                        <a:pt x="74" y="6"/>
                        <a:pt x="80" y="1"/>
                      </a:cubicBezTo>
                      <a:cubicBezTo>
                        <a:pt x="80" y="0"/>
                        <a:pt x="80" y="0"/>
                        <a:pt x="80" y="0"/>
                      </a:cubicBezTo>
                      <a:cubicBezTo>
                        <a:pt x="80" y="1"/>
                        <a:pt x="79" y="2"/>
                        <a:pt x="78" y="3"/>
                      </a:cubicBezTo>
                      <a:cubicBezTo>
                        <a:pt x="72" y="9"/>
                        <a:pt x="58" y="10"/>
                        <a:pt x="38" y="1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04" name="Freeform 1675">
                  <a:extLst>
                    <a:ext uri="{FF2B5EF4-FFF2-40B4-BE49-F238E27FC236}">
                      <a16:creationId xmlns:a16="http://schemas.microsoft.com/office/drawing/2014/main" id="{765ED4C3-7C0F-495F-9EB0-04BA8DFADB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81"/>
                  <a:ext cx="163" cy="50"/>
                </a:xfrm>
                <a:custGeom>
                  <a:avLst/>
                  <a:gdLst>
                    <a:gd name="T0" fmla="*/ 660 w 81"/>
                    <a:gd name="T1" fmla="*/ 0 h 23"/>
                    <a:gd name="T2" fmla="*/ 644 w 81"/>
                    <a:gd name="T3" fmla="*/ 33 h 23"/>
                    <a:gd name="T4" fmla="*/ 316 w 81"/>
                    <a:gd name="T5" fmla="*/ 113 h 23"/>
                    <a:gd name="T6" fmla="*/ 316 w 81"/>
                    <a:gd name="T7" fmla="*/ 113 h 23"/>
                    <a:gd name="T8" fmla="*/ 8 w 81"/>
                    <a:gd name="T9" fmla="*/ 43 h 23"/>
                    <a:gd name="T10" fmla="*/ 0 w 81"/>
                    <a:gd name="T11" fmla="*/ 202 h 23"/>
                    <a:gd name="T12" fmla="*/ 316 w 81"/>
                    <a:gd name="T13" fmla="*/ 237 h 23"/>
                    <a:gd name="T14" fmla="*/ 316 w 81"/>
                    <a:gd name="T15" fmla="*/ 237 h 23"/>
                    <a:gd name="T16" fmla="*/ 652 w 81"/>
                    <a:gd name="T17" fmla="*/ 217 h 23"/>
                    <a:gd name="T18" fmla="*/ 660 w 81"/>
                    <a:gd name="T19" fmla="*/ 226 h 23"/>
                    <a:gd name="T20" fmla="*/ 660 w 81"/>
                    <a:gd name="T21" fmla="*/ 226 h 23"/>
                    <a:gd name="T22" fmla="*/ 660 w 81"/>
                    <a:gd name="T23" fmla="*/ 9 h 23"/>
                    <a:gd name="T24" fmla="*/ 660 w 81"/>
                    <a:gd name="T25" fmla="*/ 0 h 2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81" h="23">
                      <a:moveTo>
                        <a:pt x="81" y="0"/>
                      </a:moveTo>
                      <a:cubicBezTo>
                        <a:pt x="81" y="1"/>
                        <a:pt x="80" y="2"/>
                        <a:pt x="79" y="3"/>
                      </a:cubicBezTo>
                      <a:cubicBezTo>
                        <a:pt x="73" y="9"/>
                        <a:pt x="59" y="11"/>
                        <a:pt x="39" y="11"/>
                      </a:cubicBezTo>
                      <a:cubicBezTo>
                        <a:pt x="39" y="11"/>
                        <a:pt x="39" y="11"/>
                        <a:pt x="39" y="11"/>
                      </a:cubicBezTo>
                      <a:cubicBezTo>
                        <a:pt x="21" y="11"/>
                        <a:pt x="8" y="10"/>
                        <a:pt x="1" y="4"/>
                      </a:cubicBezTo>
                      <a:cubicBezTo>
                        <a:pt x="4" y="10"/>
                        <a:pt x="3" y="16"/>
                        <a:pt x="0" y="20"/>
                      </a:cubicBezTo>
                      <a:cubicBezTo>
                        <a:pt x="5" y="18"/>
                        <a:pt x="9" y="23"/>
                        <a:pt x="39" y="23"/>
                      </a:cubicBezTo>
                      <a:cubicBezTo>
                        <a:pt x="39" y="23"/>
                        <a:pt x="39" y="23"/>
                        <a:pt x="39" y="23"/>
                      </a:cubicBezTo>
                      <a:cubicBezTo>
                        <a:pt x="72" y="23"/>
                        <a:pt x="74" y="17"/>
                        <a:pt x="80" y="21"/>
                      </a:cubicBezTo>
                      <a:cubicBezTo>
                        <a:pt x="81" y="21"/>
                        <a:pt x="81" y="22"/>
                        <a:pt x="81" y="22"/>
                      </a:cubicBezTo>
                      <a:cubicBezTo>
                        <a:pt x="81" y="22"/>
                        <a:pt x="81" y="22"/>
                        <a:pt x="81" y="22"/>
                      </a:cubicBezTo>
                      <a:cubicBezTo>
                        <a:pt x="77" y="18"/>
                        <a:pt x="74" y="7"/>
                        <a:pt x="81" y="1"/>
                      </a:cubicBezTo>
                      <a:lnTo>
                        <a:pt x="81" y="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05" name="Freeform 1676">
                  <a:extLst>
                    <a:ext uri="{FF2B5EF4-FFF2-40B4-BE49-F238E27FC236}">
                      <a16:creationId xmlns:a16="http://schemas.microsoft.com/office/drawing/2014/main" id="{6A0683C2-137F-4880-ACE7-292696390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3" y="2048"/>
                  <a:ext cx="281" cy="141"/>
                </a:xfrm>
                <a:custGeom>
                  <a:avLst/>
                  <a:gdLst>
                    <a:gd name="T0" fmla="*/ 0 w 140"/>
                    <a:gd name="T1" fmla="*/ 361 h 66"/>
                    <a:gd name="T2" fmla="*/ 492 w 140"/>
                    <a:gd name="T3" fmla="*/ 635 h 66"/>
                    <a:gd name="T4" fmla="*/ 576 w 140"/>
                    <a:gd name="T5" fmla="*/ 575 h 66"/>
                    <a:gd name="T6" fmla="*/ 640 w 140"/>
                    <a:gd name="T7" fmla="*/ 602 h 66"/>
                    <a:gd name="T8" fmla="*/ 1124 w 140"/>
                    <a:gd name="T9" fmla="*/ 333 h 66"/>
                    <a:gd name="T10" fmla="*/ 1068 w 140"/>
                    <a:gd name="T11" fmla="*/ 197 h 66"/>
                    <a:gd name="T12" fmla="*/ 988 w 140"/>
                    <a:gd name="T13" fmla="*/ 77 h 66"/>
                    <a:gd name="T14" fmla="*/ 568 w 140"/>
                    <a:gd name="T15" fmla="*/ 241 h 66"/>
                    <a:gd name="T16" fmla="*/ 136 w 140"/>
                    <a:gd name="T17" fmla="*/ 51 h 66"/>
                    <a:gd name="T18" fmla="*/ 0 w 140"/>
                    <a:gd name="T19" fmla="*/ 361 h 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40" h="66">
                      <a:moveTo>
                        <a:pt x="0" y="37"/>
                      </a:moveTo>
                      <a:cubicBezTo>
                        <a:pt x="0" y="50"/>
                        <a:pt x="56" y="66"/>
                        <a:pt x="61" y="65"/>
                      </a:cubicBezTo>
                      <a:cubicBezTo>
                        <a:pt x="67" y="65"/>
                        <a:pt x="66" y="59"/>
                        <a:pt x="71" y="59"/>
                      </a:cubicBezTo>
                      <a:cubicBezTo>
                        <a:pt x="76" y="59"/>
                        <a:pt x="75" y="61"/>
                        <a:pt x="79" y="62"/>
                      </a:cubicBezTo>
                      <a:cubicBezTo>
                        <a:pt x="87" y="63"/>
                        <a:pt x="134" y="57"/>
                        <a:pt x="139" y="34"/>
                      </a:cubicBezTo>
                      <a:cubicBezTo>
                        <a:pt x="140" y="31"/>
                        <a:pt x="136" y="25"/>
                        <a:pt x="132" y="20"/>
                      </a:cubicBezTo>
                      <a:cubicBezTo>
                        <a:pt x="128" y="14"/>
                        <a:pt x="125" y="7"/>
                        <a:pt x="122" y="8"/>
                      </a:cubicBezTo>
                      <a:cubicBezTo>
                        <a:pt x="117" y="9"/>
                        <a:pt x="98" y="25"/>
                        <a:pt x="70" y="25"/>
                      </a:cubicBezTo>
                      <a:cubicBezTo>
                        <a:pt x="43" y="25"/>
                        <a:pt x="20" y="12"/>
                        <a:pt x="17" y="5"/>
                      </a:cubicBezTo>
                      <a:cubicBezTo>
                        <a:pt x="15" y="0"/>
                        <a:pt x="0" y="29"/>
                        <a:pt x="0" y="37"/>
                      </a:cubicBezTo>
                      <a:close/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06" name="Freeform 1677">
                  <a:extLst>
                    <a:ext uri="{FF2B5EF4-FFF2-40B4-BE49-F238E27FC236}">
                      <a16:creationId xmlns:a16="http://schemas.microsoft.com/office/drawing/2014/main" id="{B3D6956A-906B-4750-B6F1-A4599C6F55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" y="2078"/>
                  <a:ext cx="94" cy="94"/>
                </a:xfrm>
                <a:custGeom>
                  <a:avLst/>
                  <a:gdLst>
                    <a:gd name="T0" fmla="*/ 248 w 47"/>
                    <a:gd name="T1" fmla="*/ 265 h 44"/>
                    <a:gd name="T2" fmla="*/ 264 w 47"/>
                    <a:gd name="T3" fmla="*/ 0 h 44"/>
                    <a:gd name="T4" fmla="*/ 336 w 47"/>
                    <a:gd name="T5" fmla="*/ 241 h 44"/>
                    <a:gd name="T6" fmla="*/ 0 w 47"/>
                    <a:gd name="T7" fmla="*/ 429 h 44"/>
                    <a:gd name="T8" fmla="*/ 248 w 47"/>
                    <a:gd name="T9" fmla="*/ 265 h 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7" h="44">
                      <a:moveTo>
                        <a:pt x="31" y="27"/>
                      </a:moveTo>
                      <a:cubicBezTo>
                        <a:pt x="42" y="17"/>
                        <a:pt x="36" y="9"/>
                        <a:pt x="33" y="0"/>
                      </a:cubicBezTo>
                      <a:cubicBezTo>
                        <a:pt x="33" y="0"/>
                        <a:pt x="47" y="15"/>
                        <a:pt x="42" y="25"/>
                      </a:cubicBezTo>
                      <a:cubicBezTo>
                        <a:pt x="37" y="34"/>
                        <a:pt x="18" y="40"/>
                        <a:pt x="0" y="44"/>
                      </a:cubicBezTo>
                      <a:cubicBezTo>
                        <a:pt x="7" y="41"/>
                        <a:pt x="22" y="35"/>
                        <a:pt x="31" y="27"/>
                      </a:cubicBezTo>
                      <a:close/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07" name="Freeform 1678">
                  <a:extLst>
                    <a:ext uri="{FF2B5EF4-FFF2-40B4-BE49-F238E27FC236}">
                      <a16:creationId xmlns:a16="http://schemas.microsoft.com/office/drawing/2014/main" id="{488CE250-1739-48EB-8DA1-18E894946A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7" y="2078"/>
                  <a:ext cx="141" cy="40"/>
                </a:xfrm>
                <a:custGeom>
                  <a:avLst/>
                  <a:gdLst>
                    <a:gd name="T0" fmla="*/ 0 w 70"/>
                    <a:gd name="T1" fmla="*/ 177 h 19"/>
                    <a:gd name="T2" fmla="*/ 89 w 70"/>
                    <a:gd name="T3" fmla="*/ 8 h 19"/>
                    <a:gd name="T4" fmla="*/ 137 w 70"/>
                    <a:gd name="T5" fmla="*/ 48 h 19"/>
                    <a:gd name="T6" fmla="*/ 212 w 70"/>
                    <a:gd name="T7" fmla="*/ 84 h 19"/>
                    <a:gd name="T8" fmla="*/ 572 w 70"/>
                    <a:gd name="T9" fmla="*/ 141 h 19"/>
                    <a:gd name="T10" fmla="*/ 483 w 70"/>
                    <a:gd name="T11" fmla="*/ 160 h 19"/>
                    <a:gd name="T12" fmla="*/ 268 w 70"/>
                    <a:gd name="T13" fmla="*/ 160 h 19"/>
                    <a:gd name="T14" fmla="*/ 73 w 70"/>
                    <a:gd name="T15" fmla="*/ 93 h 19"/>
                    <a:gd name="T16" fmla="*/ 0 w 70"/>
                    <a:gd name="T17" fmla="*/ 177 h 1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70" h="19">
                      <a:moveTo>
                        <a:pt x="0" y="19"/>
                      </a:moveTo>
                      <a:cubicBezTo>
                        <a:pt x="0" y="14"/>
                        <a:pt x="6" y="0"/>
                        <a:pt x="11" y="1"/>
                      </a:cubicBezTo>
                      <a:cubicBezTo>
                        <a:pt x="13" y="1"/>
                        <a:pt x="16" y="3"/>
                        <a:pt x="17" y="5"/>
                      </a:cubicBezTo>
                      <a:cubicBezTo>
                        <a:pt x="20" y="7"/>
                        <a:pt x="23" y="8"/>
                        <a:pt x="26" y="9"/>
                      </a:cubicBezTo>
                      <a:cubicBezTo>
                        <a:pt x="40" y="15"/>
                        <a:pt x="56" y="16"/>
                        <a:pt x="70" y="15"/>
                      </a:cubicBezTo>
                      <a:cubicBezTo>
                        <a:pt x="66" y="15"/>
                        <a:pt x="63" y="17"/>
                        <a:pt x="59" y="17"/>
                      </a:cubicBezTo>
                      <a:cubicBezTo>
                        <a:pt x="51" y="19"/>
                        <a:pt x="41" y="19"/>
                        <a:pt x="33" y="17"/>
                      </a:cubicBezTo>
                      <a:cubicBezTo>
                        <a:pt x="27" y="15"/>
                        <a:pt x="16" y="8"/>
                        <a:pt x="9" y="10"/>
                      </a:cubicBezTo>
                      <a:cubicBezTo>
                        <a:pt x="5" y="11"/>
                        <a:pt x="4" y="17"/>
                        <a:pt x="0" y="19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08" name="Freeform 1679">
                  <a:extLst>
                    <a:ext uri="{FF2B5EF4-FFF2-40B4-BE49-F238E27FC236}">
                      <a16:creationId xmlns:a16="http://schemas.microsoft.com/office/drawing/2014/main" id="{3080EA66-450B-442D-9D85-B5425A04BF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2151"/>
                  <a:ext cx="155" cy="124"/>
                </a:xfrm>
                <a:custGeom>
                  <a:avLst/>
                  <a:gdLst>
                    <a:gd name="T0" fmla="*/ 129 w 77"/>
                    <a:gd name="T1" fmla="*/ 28 h 58"/>
                    <a:gd name="T2" fmla="*/ 628 w 77"/>
                    <a:gd name="T3" fmla="*/ 310 h 58"/>
                    <a:gd name="T4" fmla="*/ 483 w 77"/>
                    <a:gd name="T5" fmla="*/ 539 h 58"/>
                    <a:gd name="T6" fmla="*/ 8 w 77"/>
                    <a:gd name="T7" fmla="*/ 242 h 58"/>
                    <a:gd name="T8" fmla="*/ 129 w 77"/>
                    <a:gd name="T9" fmla="*/ 28 h 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7" h="58">
                      <a:moveTo>
                        <a:pt x="16" y="3"/>
                      </a:moveTo>
                      <a:cubicBezTo>
                        <a:pt x="18" y="11"/>
                        <a:pt x="55" y="33"/>
                        <a:pt x="77" y="32"/>
                      </a:cubicBezTo>
                      <a:cubicBezTo>
                        <a:pt x="75" y="40"/>
                        <a:pt x="66" y="53"/>
                        <a:pt x="59" y="55"/>
                      </a:cubicBezTo>
                      <a:cubicBezTo>
                        <a:pt x="51" y="58"/>
                        <a:pt x="1" y="39"/>
                        <a:pt x="1" y="25"/>
                      </a:cubicBezTo>
                      <a:cubicBezTo>
                        <a:pt x="0" y="20"/>
                        <a:pt x="14" y="0"/>
                        <a:pt x="16" y="3"/>
                      </a:cubicBezTo>
                      <a:close/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09" name="Freeform 1680">
                  <a:extLst>
                    <a:ext uri="{FF2B5EF4-FFF2-40B4-BE49-F238E27FC236}">
                      <a16:creationId xmlns:a16="http://schemas.microsoft.com/office/drawing/2014/main" id="{122A5EF9-2E28-4A3A-ACB7-4C46C4D5D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4" y="2151"/>
                  <a:ext cx="149" cy="122"/>
                </a:xfrm>
                <a:custGeom>
                  <a:avLst/>
                  <a:gdLst>
                    <a:gd name="T0" fmla="*/ 475 w 74"/>
                    <a:gd name="T1" fmla="*/ 28 h 57"/>
                    <a:gd name="T2" fmla="*/ 0 w 74"/>
                    <a:gd name="T3" fmla="*/ 345 h 57"/>
                    <a:gd name="T4" fmla="*/ 163 w 74"/>
                    <a:gd name="T5" fmla="*/ 542 h 57"/>
                    <a:gd name="T6" fmla="*/ 588 w 74"/>
                    <a:gd name="T7" fmla="*/ 205 h 57"/>
                    <a:gd name="T8" fmla="*/ 475 w 74"/>
                    <a:gd name="T9" fmla="*/ 28 h 5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4" h="57">
                      <a:moveTo>
                        <a:pt x="58" y="3"/>
                      </a:moveTo>
                      <a:cubicBezTo>
                        <a:pt x="56" y="11"/>
                        <a:pt x="21" y="34"/>
                        <a:pt x="0" y="35"/>
                      </a:cubicBezTo>
                      <a:cubicBezTo>
                        <a:pt x="3" y="43"/>
                        <a:pt x="13" y="53"/>
                        <a:pt x="20" y="55"/>
                      </a:cubicBezTo>
                      <a:cubicBezTo>
                        <a:pt x="28" y="57"/>
                        <a:pt x="74" y="35"/>
                        <a:pt x="72" y="21"/>
                      </a:cubicBezTo>
                      <a:cubicBezTo>
                        <a:pt x="73" y="16"/>
                        <a:pt x="59" y="0"/>
                        <a:pt x="58" y="3"/>
                      </a:cubicBezTo>
                      <a:close/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10" name="Freeform 1681">
                  <a:extLst>
                    <a:ext uri="{FF2B5EF4-FFF2-40B4-BE49-F238E27FC236}">
                      <a16:creationId xmlns:a16="http://schemas.microsoft.com/office/drawing/2014/main" id="{CD38FCE8-84C0-4EAC-AC22-86121F8F4E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3" y="2048"/>
                  <a:ext cx="281" cy="141"/>
                </a:xfrm>
                <a:custGeom>
                  <a:avLst/>
                  <a:gdLst>
                    <a:gd name="T0" fmla="*/ 0 w 140"/>
                    <a:gd name="T1" fmla="*/ 361 h 66"/>
                    <a:gd name="T2" fmla="*/ 492 w 140"/>
                    <a:gd name="T3" fmla="*/ 635 h 66"/>
                    <a:gd name="T4" fmla="*/ 576 w 140"/>
                    <a:gd name="T5" fmla="*/ 575 h 66"/>
                    <a:gd name="T6" fmla="*/ 640 w 140"/>
                    <a:gd name="T7" fmla="*/ 602 h 66"/>
                    <a:gd name="T8" fmla="*/ 1124 w 140"/>
                    <a:gd name="T9" fmla="*/ 333 h 66"/>
                    <a:gd name="T10" fmla="*/ 1068 w 140"/>
                    <a:gd name="T11" fmla="*/ 197 h 66"/>
                    <a:gd name="T12" fmla="*/ 988 w 140"/>
                    <a:gd name="T13" fmla="*/ 77 h 66"/>
                    <a:gd name="T14" fmla="*/ 568 w 140"/>
                    <a:gd name="T15" fmla="*/ 241 h 66"/>
                    <a:gd name="T16" fmla="*/ 136 w 140"/>
                    <a:gd name="T17" fmla="*/ 51 h 66"/>
                    <a:gd name="T18" fmla="*/ 0 w 140"/>
                    <a:gd name="T19" fmla="*/ 361 h 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40" h="66">
                      <a:moveTo>
                        <a:pt x="0" y="37"/>
                      </a:moveTo>
                      <a:cubicBezTo>
                        <a:pt x="0" y="50"/>
                        <a:pt x="56" y="66"/>
                        <a:pt x="61" y="65"/>
                      </a:cubicBezTo>
                      <a:cubicBezTo>
                        <a:pt x="67" y="65"/>
                        <a:pt x="66" y="59"/>
                        <a:pt x="71" y="59"/>
                      </a:cubicBezTo>
                      <a:cubicBezTo>
                        <a:pt x="76" y="59"/>
                        <a:pt x="75" y="61"/>
                        <a:pt x="79" y="62"/>
                      </a:cubicBezTo>
                      <a:cubicBezTo>
                        <a:pt x="87" y="63"/>
                        <a:pt x="134" y="57"/>
                        <a:pt x="139" y="34"/>
                      </a:cubicBezTo>
                      <a:cubicBezTo>
                        <a:pt x="140" y="31"/>
                        <a:pt x="136" y="25"/>
                        <a:pt x="132" y="20"/>
                      </a:cubicBezTo>
                      <a:cubicBezTo>
                        <a:pt x="128" y="14"/>
                        <a:pt x="125" y="7"/>
                        <a:pt x="122" y="8"/>
                      </a:cubicBezTo>
                      <a:cubicBezTo>
                        <a:pt x="117" y="9"/>
                        <a:pt x="98" y="25"/>
                        <a:pt x="70" y="25"/>
                      </a:cubicBezTo>
                      <a:cubicBezTo>
                        <a:pt x="43" y="25"/>
                        <a:pt x="20" y="12"/>
                        <a:pt x="17" y="5"/>
                      </a:cubicBezTo>
                      <a:cubicBezTo>
                        <a:pt x="15" y="0"/>
                        <a:pt x="0" y="29"/>
                        <a:pt x="0" y="37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11" name="Freeform 1682">
                  <a:extLst>
                    <a:ext uri="{FF2B5EF4-FFF2-40B4-BE49-F238E27FC236}">
                      <a16:creationId xmlns:a16="http://schemas.microsoft.com/office/drawing/2014/main" id="{758A6D80-469F-47E7-9703-B4E5BDA8A3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2151"/>
                  <a:ext cx="155" cy="124"/>
                </a:xfrm>
                <a:custGeom>
                  <a:avLst/>
                  <a:gdLst>
                    <a:gd name="T0" fmla="*/ 129 w 77"/>
                    <a:gd name="T1" fmla="*/ 28 h 58"/>
                    <a:gd name="T2" fmla="*/ 628 w 77"/>
                    <a:gd name="T3" fmla="*/ 310 h 58"/>
                    <a:gd name="T4" fmla="*/ 483 w 77"/>
                    <a:gd name="T5" fmla="*/ 539 h 58"/>
                    <a:gd name="T6" fmla="*/ 8 w 77"/>
                    <a:gd name="T7" fmla="*/ 242 h 58"/>
                    <a:gd name="T8" fmla="*/ 129 w 77"/>
                    <a:gd name="T9" fmla="*/ 28 h 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7" h="58">
                      <a:moveTo>
                        <a:pt x="16" y="3"/>
                      </a:moveTo>
                      <a:cubicBezTo>
                        <a:pt x="18" y="11"/>
                        <a:pt x="55" y="33"/>
                        <a:pt x="77" y="32"/>
                      </a:cubicBezTo>
                      <a:cubicBezTo>
                        <a:pt x="75" y="40"/>
                        <a:pt x="66" y="53"/>
                        <a:pt x="59" y="55"/>
                      </a:cubicBezTo>
                      <a:cubicBezTo>
                        <a:pt x="51" y="58"/>
                        <a:pt x="1" y="39"/>
                        <a:pt x="1" y="25"/>
                      </a:cubicBezTo>
                      <a:cubicBezTo>
                        <a:pt x="0" y="20"/>
                        <a:pt x="14" y="0"/>
                        <a:pt x="16" y="3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12" name="Freeform 1683">
                  <a:extLst>
                    <a:ext uri="{FF2B5EF4-FFF2-40B4-BE49-F238E27FC236}">
                      <a16:creationId xmlns:a16="http://schemas.microsoft.com/office/drawing/2014/main" id="{F9AD9B37-2239-4FA7-A082-2830C2DC32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4" y="2151"/>
                  <a:ext cx="149" cy="122"/>
                </a:xfrm>
                <a:custGeom>
                  <a:avLst/>
                  <a:gdLst>
                    <a:gd name="T0" fmla="*/ 475 w 74"/>
                    <a:gd name="T1" fmla="*/ 28 h 57"/>
                    <a:gd name="T2" fmla="*/ 0 w 74"/>
                    <a:gd name="T3" fmla="*/ 345 h 57"/>
                    <a:gd name="T4" fmla="*/ 163 w 74"/>
                    <a:gd name="T5" fmla="*/ 542 h 57"/>
                    <a:gd name="T6" fmla="*/ 588 w 74"/>
                    <a:gd name="T7" fmla="*/ 205 h 57"/>
                    <a:gd name="T8" fmla="*/ 475 w 74"/>
                    <a:gd name="T9" fmla="*/ 28 h 5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4" h="57">
                      <a:moveTo>
                        <a:pt x="58" y="3"/>
                      </a:moveTo>
                      <a:cubicBezTo>
                        <a:pt x="56" y="11"/>
                        <a:pt x="21" y="34"/>
                        <a:pt x="0" y="35"/>
                      </a:cubicBezTo>
                      <a:cubicBezTo>
                        <a:pt x="3" y="43"/>
                        <a:pt x="13" y="53"/>
                        <a:pt x="20" y="55"/>
                      </a:cubicBezTo>
                      <a:cubicBezTo>
                        <a:pt x="28" y="57"/>
                        <a:pt x="74" y="35"/>
                        <a:pt x="72" y="21"/>
                      </a:cubicBezTo>
                      <a:cubicBezTo>
                        <a:pt x="73" y="16"/>
                        <a:pt x="59" y="0"/>
                        <a:pt x="58" y="3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13" name="Freeform 1684">
                  <a:extLst>
                    <a:ext uri="{FF2B5EF4-FFF2-40B4-BE49-F238E27FC236}">
                      <a16:creationId xmlns:a16="http://schemas.microsoft.com/office/drawing/2014/main" id="{4655B8D3-CB9E-483B-BB20-4EDB1B9FAC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15" y="2854"/>
                  <a:ext cx="350" cy="468"/>
                </a:xfrm>
                <a:custGeom>
                  <a:avLst/>
                  <a:gdLst>
                    <a:gd name="T0" fmla="*/ 1416 w 174"/>
                    <a:gd name="T1" fmla="*/ 811 h 218"/>
                    <a:gd name="T2" fmla="*/ 1368 w 174"/>
                    <a:gd name="T3" fmla="*/ 792 h 218"/>
                    <a:gd name="T4" fmla="*/ 780 w 174"/>
                    <a:gd name="T5" fmla="*/ 655 h 218"/>
                    <a:gd name="T6" fmla="*/ 376 w 174"/>
                    <a:gd name="T7" fmla="*/ 240 h 218"/>
                    <a:gd name="T8" fmla="*/ 89 w 174"/>
                    <a:gd name="T9" fmla="*/ 0 h 218"/>
                    <a:gd name="T10" fmla="*/ 16 w 174"/>
                    <a:gd name="T11" fmla="*/ 208 h 218"/>
                    <a:gd name="T12" fmla="*/ 97 w 174"/>
                    <a:gd name="T13" fmla="*/ 386 h 218"/>
                    <a:gd name="T14" fmla="*/ 384 w 174"/>
                    <a:gd name="T15" fmla="*/ 751 h 218"/>
                    <a:gd name="T16" fmla="*/ 376 w 174"/>
                    <a:gd name="T17" fmla="*/ 1337 h 218"/>
                    <a:gd name="T18" fmla="*/ 161 w 174"/>
                    <a:gd name="T19" fmla="*/ 2018 h 218"/>
                    <a:gd name="T20" fmla="*/ 187 w 174"/>
                    <a:gd name="T21" fmla="*/ 2130 h 218"/>
                    <a:gd name="T22" fmla="*/ 276 w 174"/>
                    <a:gd name="T23" fmla="*/ 2078 h 218"/>
                    <a:gd name="T24" fmla="*/ 489 w 174"/>
                    <a:gd name="T25" fmla="*/ 1456 h 218"/>
                    <a:gd name="T26" fmla="*/ 716 w 174"/>
                    <a:gd name="T27" fmla="*/ 1724 h 218"/>
                    <a:gd name="T28" fmla="*/ 813 w 174"/>
                    <a:gd name="T29" fmla="*/ 1700 h 218"/>
                    <a:gd name="T30" fmla="*/ 772 w 174"/>
                    <a:gd name="T31" fmla="*/ 1571 h 218"/>
                    <a:gd name="T32" fmla="*/ 644 w 174"/>
                    <a:gd name="T33" fmla="*/ 1395 h 218"/>
                    <a:gd name="T34" fmla="*/ 579 w 174"/>
                    <a:gd name="T35" fmla="*/ 820 h 218"/>
                    <a:gd name="T36" fmla="*/ 611 w 174"/>
                    <a:gd name="T37" fmla="*/ 792 h 218"/>
                    <a:gd name="T38" fmla="*/ 789 w 174"/>
                    <a:gd name="T39" fmla="*/ 1050 h 218"/>
                    <a:gd name="T40" fmla="*/ 976 w 174"/>
                    <a:gd name="T41" fmla="*/ 1318 h 218"/>
                    <a:gd name="T42" fmla="*/ 1024 w 174"/>
                    <a:gd name="T43" fmla="*/ 1234 h 218"/>
                    <a:gd name="T44" fmla="*/ 903 w 174"/>
                    <a:gd name="T45" fmla="*/ 1028 h 218"/>
                    <a:gd name="T46" fmla="*/ 968 w 174"/>
                    <a:gd name="T47" fmla="*/ 960 h 218"/>
                    <a:gd name="T48" fmla="*/ 1320 w 174"/>
                    <a:gd name="T49" fmla="*/ 1267 h 218"/>
                    <a:gd name="T50" fmla="*/ 1360 w 174"/>
                    <a:gd name="T51" fmla="*/ 1286 h 218"/>
                    <a:gd name="T52" fmla="*/ 1384 w 174"/>
                    <a:gd name="T53" fmla="*/ 1258 h 218"/>
                    <a:gd name="T54" fmla="*/ 1384 w 174"/>
                    <a:gd name="T55" fmla="*/ 1245 h 218"/>
                    <a:gd name="T56" fmla="*/ 1229 w 174"/>
                    <a:gd name="T57" fmla="*/ 949 h 218"/>
                    <a:gd name="T58" fmla="*/ 1229 w 174"/>
                    <a:gd name="T59" fmla="*/ 932 h 218"/>
                    <a:gd name="T60" fmla="*/ 1239 w 174"/>
                    <a:gd name="T61" fmla="*/ 921 h 218"/>
                    <a:gd name="T62" fmla="*/ 1400 w 174"/>
                    <a:gd name="T63" fmla="*/ 861 h 218"/>
                    <a:gd name="T64" fmla="*/ 1416 w 174"/>
                    <a:gd name="T65" fmla="*/ 829 h 218"/>
                    <a:gd name="T66" fmla="*/ 1416 w 174"/>
                    <a:gd name="T67" fmla="*/ 811 h 21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174" h="218">
                      <a:moveTo>
                        <a:pt x="174" y="82"/>
                      </a:moveTo>
                      <a:cubicBezTo>
                        <a:pt x="173" y="80"/>
                        <a:pt x="170" y="79"/>
                        <a:pt x="168" y="80"/>
                      </a:cubicBezTo>
                      <a:cubicBezTo>
                        <a:pt x="153" y="85"/>
                        <a:pt x="115" y="82"/>
                        <a:pt x="96" y="66"/>
                      </a:cubicBezTo>
                      <a:cubicBezTo>
                        <a:pt x="94" y="65"/>
                        <a:pt x="68" y="39"/>
                        <a:pt x="46" y="24"/>
                      </a:cubicBezTo>
                      <a:cubicBezTo>
                        <a:pt x="25" y="9"/>
                        <a:pt x="13" y="7"/>
                        <a:pt x="11" y="0"/>
                      </a:cubicBezTo>
                      <a:cubicBezTo>
                        <a:pt x="6" y="1"/>
                        <a:pt x="4" y="17"/>
                        <a:pt x="2" y="21"/>
                      </a:cubicBezTo>
                      <a:cubicBezTo>
                        <a:pt x="0" y="29"/>
                        <a:pt x="4" y="36"/>
                        <a:pt x="12" y="39"/>
                      </a:cubicBezTo>
                      <a:cubicBezTo>
                        <a:pt x="30" y="44"/>
                        <a:pt x="43" y="58"/>
                        <a:pt x="47" y="76"/>
                      </a:cubicBezTo>
                      <a:cubicBezTo>
                        <a:pt x="49" y="84"/>
                        <a:pt x="51" y="114"/>
                        <a:pt x="46" y="135"/>
                      </a:cubicBezTo>
                      <a:cubicBezTo>
                        <a:pt x="41" y="156"/>
                        <a:pt x="32" y="179"/>
                        <a:pt x="20" y="204"/>
                      </a:cubicBezTo>
                      <a:cubicBezTo>
                        <a:pt x="18" y="209"/>
                        <a:pt x="18" y="213"/>
                        <a:pt x="23" y="215"/>
                      </a:cubicBezTo>
                      <a:cubicBezTo>
                        <a:pt x="28" y="218"/>
                        <a:pt x="32" y="215"/>
                        <a:pt x="34" y="210"/>
                      </a:cubicBezTo>
                      <a:cubicBezTo>
                        <a:pt x="43" y="192"/>
                        <a:pt x="53" y="170"/>
                        <a:pt x="60" y="147"/>
                      </a:cubicBezTo>
                      <a:cubicBezTo>
                        <a:pt x="65" y="157"/>
                        <a:pt x="76" y="167"/>
                        <a:pt x="88" y="174"/>
                      </a:cubicBezTo>
                      <a:cubicBezTo>
                        <a:pt x="93" y="177"/>
                        <a:pt x="98" y="176"/>
                        <a:pt x="100" y="172"/>
                      </a:cubicBezTo>
                      <a:cubicBezTo>
                        <a:pt x="103" y="167"/>
                        <a:pt x="100" y="162"/>
                        <a:pt x="95" y="159"/>
                      </a:cubicBezTo>
                      <a:cubicBezTo>
                        <a:pt x="90" y="156"/>
                        <a:pt x="82" y="149"/>
                        <a:pt x="79" y="141"/>
                      </a:cubicBezTo>
                      <a:cubicBezTo>
                        <a:pt x="70" y="120"/>
                        <a:pt x="72" y="86"/>
                        <a:pt x="71" y="83"/>
                      </a:cubicBezTo>
                      <a:cubicBezTo>
                        <a:pt x="71" y="81"/>
                        <a:pt x="72" y="76"/>
                        <a:pt x="75" y="80"/>
                      </a:cubicBezTo>
                      <a:cubicBezTo>
                        <a:pt x="84" y="87"/>
                        <a:pt x="95" y="101"/>
                        <a:pt x="97" y="106"/>
                      </a:cubicBezTo>
                      <a:cubicBezTo>
                        <a:pt x="102" y="117"/>
                        <a:pt x="109" y="127"/>
                        <a:pt x="120" y="133"/>
                      </a:cubicBezTo>
                      <a:cubicBezTo>
                        <a:pt x="127" y="136"/>
                        <a:pt x="131" y="127"/>
                        <a:pt x="126" y="125"/>
                      </a:cubicBezTo>
                      <a:cubicBezTo>
                        <a:pt x="120" y="123"/>
                        <a:pt x="116" y="113"/>
                        <a:pt x="111" y="104"/>
                      </a:cubicBezTo>
                      <a:cubicBezTo>
                        <a:pt x="109" y="99"/>
                        <a:pt x="111" y="97"/>
                        <a:pt x="119" y="97"/>
                      </a:cubicBezTo>
                      <a:cubicBezTo>
                        <a:pt x="141" y="94"/>
                        <a:pt x="160" y="117"/>
                        <a:pt x="162" y="128"/>
                      </a:cubicBezTo>
                      <a:cubicBezTo>
                        <a:pt x="163" y="130"/>
                        <a:pt x="165" y="131"/>
                        <a:pt x="167" y="130"/>
                      </a:cubicBezTo>
                      <a:cubicBezTo>
                        <a:pt x="169" y="130"/>
                        <a:pt x="170" y="128"/>
                        <a:pt x="170" y="127"/>
                      </a:cubicBezTo>
                      <a:cubicBezTo>
                        <a:pt x="170" y="126"/>
                        <a:pt x="170" y="126"/>
                        <a:pt x="170" y="126"/>
                      </a:cubicBezTo>
                      <a:cubicBezTo>
                        <a:pt x="167" y="113"/>
                        <a:pt x="160" y="104"/>
                        <a:pt x="151" y="96"/>
                      </a:cubicBezTo>
                      <a:cubicBezTo>
                        <a:pt x="151" y="95"/>
                        <a:pt x="151" y="94"/>
                        <a:pt x="151" y="94"/>
                      </a:cubicBezTo>
                      <a:cubicBezTo>
                        <a:pt x="152" y="94"/>
                        <a:pt x="152" y="93"/>
                        <a:pt x="152" y="93"/>
                      </a:cubicBezTo>
                      <a:cubicBezTo>
                        <a:pt x="159" y="93"/>
                        <a:pt x="165" y="91"/>
                        <a:pt x="172" y="87"/>
                      </a:cubicBezTo>
                      <a:cubicBezTo>
                        <a:pt x="174" y="87"/>
                        <a:pt x="174" y="85"/>
                        <a:pt x="174" y="84"/>
                      </a:cubicBezTo>
                      <a:cubicBezTo>
                        <a:pt x="174" y="83"/>
                        <a:pt x="174" y="83"/>
                        <a:pt x="174" y="82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14" name="Freeform 1685">
                  <a:extLst>
                    <a:ext uri="{FF2B5EF4-FFF2-40B4-BE49-F238E27FC236}">
                      <a16:creationId xmlns:a16="http://schemas.microsoft.com/office/drawing/2014/main" id="{B7E9D9B4-380E-4BF9-892A-6F58138EF9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" y="3296"/>
                  <a:ext cx="20" cy="17"/>
                </a:xfrm>
                <a:custGeom>
                  <a:avLst/>
                  <a:gdLst>
                    <a:gd name="T0" fmla="*/ 8 w 10"/>
                    <a:gd name="T1" fmla="*/ 9 h 8"/>
                    <a:gd name="T2" fmla="*/ 56 w 10"/>
                    <a:gd name="T3" fmla="*/ 9 h 8"/>
                    <a:gd name="T4" fmla="*/ 72 w 10"/>
                    <a:gd name="T5" fmla="*/ 60 h 8"/>
                    <a:gd name="T6" fmla="*/ 32 w 10"/>
                    <a:gd name="T7" fmla="*/ 60 h 8"/>
                    <a:gd name="T8" fmla="*/ 8 w 10"/>
                    <a:gd name="T9" fmla="*/ 9 h 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0" h="8">
                      <a:moveTo>
                        <a:pt x="1" y="1"/>
                      </a:moveTo>
                      <a:cubicBezTo>
                        <a:pt x="2" y="0"/>
                        <a:pt x="4" y="0"/>
                        <a:pt x="7" y="1"/>
                      </a:cubicBezTo>
                      <a:cubicBezTo>
                        <a:pt x="9" y="2"/>
                        <a:pt x="10" y="5"/>
                        <a:pt x="9" y="6"/>
                      </a:cubicBezTo>
                      <a:cubicBezTo>
                        <a:pt x="8" y="8"/>
                        <a:pt x="6" y="8"/>
                        <a:pt x="4" y="6"/>
                      </a:cubicBezTo>
                      <a:cubicBezTo>
                        <a:pt x="1" y="5"/>
                        <a:pt x="0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15" name="Freeform 1686">
                  <a:extLst>
                    <a:ext uri="{FF2B5EF4-FFF2-40B4-BE49-F238E27FC236}">
                      <a16:creationId xmlns:a16="http://schemas.microsoft.com/office/drawing/2014/main" id="{C6848D0F-A2CD-49C0-B76F-F158E51DD9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37" y="2854"/>
                  <a:ext cx="328" cy="468"/>
                </a:xfrm>
                <a:custGeom>
                  <a:avLst/>
                  <a:gdLst>
                    <a:gd name="T0" fmla="*/ 8 w 163"/>
                    <a:gd name="T1" fmla="*/ 386 h 218"/>
                    <a:gd name="T2" fmla="*/ 292 w 163"/>
                    <a:gd name="T3" fmla="*/ 751 h 218"/>
                    <a:gd name="T4" fmla="*/ 284 w 163"/>
                    <a:gd name="T5" fmla="*/ 1337 h 218"/>
                    <a:gd name="T6" fmla="*/ 72 w 163"/>
                    <a:gd name="T7" fmla="*/ 2018 h 218"/>
                    <a:gd name="T8" fmla="*/ 97 w 163"/>
                    <a:gd name="T9" fmla="*/ 2130 h 218"/>
                    <a:gd name="T10" fmla="*/ 187 w 163"/>
                    <a:gd name="T11" fmla="*/ 2078 h 218"/>
                    <a:gd name="T12" fmla="*/ 400 w 163"/>
                    <a:gd name="T13" fmla="*/ 1456 h 218"/>
                    <a:gd name="T14" fmla="*/ 628 w 163"/>
                    <a:gd name="T15" fmla="*/ 1724 h 218"/>
                    <a:gd name="T16" fmla="*/ 724 w 163"/>
                    <a:gd name="T17" fmla="*/ 1700 h 218"/>
                    <a:gd name="T18" fmla="*/ 684 w 163"/>
                    <a:gd name="T19" fmla="*/ 1571 h 218"/>
                    <a:gd name="T20" fmla="*/ 555 w 163"/>
                    <a:gd name="T21" fmla="*/ 1395 h 218"/>
                    <a:gd name="T22" fmla="*/ 489 w 163"/>
                    <a:gd name="T23" fmla="*/ 820 h 218"/>
                    <a:gd name="T24" fmla="*/ 523 w 163"/>
                    <a:gd name="T25" fmla="*/ 792 h 218"/>
                    <a:gd name="T26" fmla="*/ 700 w 163"/>
                    <a:gd name="T27" fmla="*/ 1050 h 218"/>
                    <a:gd name="T28" fmla="*/ 887 w 163"/>
                    <a:gd name="T29" fmla="*/ 1318 h 218"/>
                    <a:gd name="T30" fmla="*/ 936 w 163"/>
                    <a:gd name="T31" fmla="*/ 1234 h 218"/>
                    <a:gd name="T32" fmla="*/ 813 w 163"/>
                    <a:gd name="T33" fmla="*/ 1028 h 218"/>
                    <a:gd name="T34" fmla="*/ 879 w 163"/>
                    <a:gd name="T35" fmla="*/ 960 h 218"/>
                    <a:gd name="T36" fmla="*/ 1232 w 163"/>
                    <a:gd name="T37" fmla="*/ 1267 h 218"/>
                    <a:gd name="T38" fmla="*/ 1272 w 163"/>
                    <a:gd name="T39" fmla="*/ 1286 h 218"/>
                    <a:gd name="T40" fmla="*/ 1296 w 163"/>
                    <a:gd name="T41" fmla="*/ 1258 h 218"/>
                    <a:gd name="T42" fmla="*/ 1296 w 163"/>
                    <a:gd name="T43" fmla="*/ 1245 h 218"/>
                    <a:gd name="T44" fmla="*/ 1141 w 163"/>
                    <a:gd name="T45" fmla="*/ 949 h 218"/>
                    <a:gd name="T46" fmla="*/ 1141 w 163"/>
                    <a:gd name="T47" fmla="*/ 932 h 218"/>
                    <a:gd name="T48" fmla="*/ 1149 w 163"/>
                    <a:gd name="T49" fmla="*/ 921 h 218"/>
                    <a:gd name="T50" fmla="*/ 1312 w 163"/>
                    <a:gd name="T51" fmla="*/ 861 h 218"/>
                    <a:gd name="T52" fmla="*/ 1328 w 163"/>
                    <a:gd name="T53" fmla="*/ 829 h 218"/>
                    <a:gd name="T54" fmla="*/ 1328 w 163"/>
                    <a:gd name="T55" fmla="*/ 811 h 218"/>
                    <a:gd name="T56" fmla="*/ 1280 w 163"/>
                    <a:gd name="T57" fmla="*/ 792 h 218"/>
                    <a:gd name="T58" fmla="*/ 692 w 163"/>
                    <a:gd name="T59" fmla="*/ 655 h 218"/>
                    <a:gd name="T60" fmla="*/ 284 w 163"/>
                    <a:gd name="T61" fmla="*/ 240 h 218"/>
                    <a:gd name="T62" fmla="*/ 0 w 163"/>
                    <a:gd name="T63" fmla="*/ 0 h 218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163" h="218">
                      <a:moveTo>
                        <a:pt x="1" y="39"/>
                      </a:moveTo>
                      <a:cubicBezTo>
                        <a:pt x="19" y="44"/>
                        <a:pt x="32" y="58"/>
                        <a:pt x="36" y="76"/>
                      </a:cubicBezTo>
                      <a:cubicBezTo>
                        <a:pt x="38" y="84"/>
                        <a:pt x="40" y="114"/>
                        <a:pt x="35" y="135"/>
                      </a:cubicBezTo>
                      <a:cubicBezTo>
                        <a:pt x="30" y="156"/>
                        <a:pt x="21" y="179"/>
                        <a:pt x="9" y="204"/>
                      </a:cubicBezTo>
                      <a:cubicBezTo>
                        <a:pt x="7" y="209"/>
                        <a:pt x="7" y="213"/>
                        <a:pt x="12" y="215"/>
                      </a:cubicBezTo>
                      <a:cubicBezTo>
                        <a:pt x="17" y="218"/>
                        <a:pt x="21" y="215"/>
                        <a:pt x="23" y="210"/>
                      </a:cubicBezTo>
                      <a:cubicBezTo>
                        <a:pt x="32" y="192"/>
                        <a:pt x="42" y="170"/>
                        <a:pt x="49" y="147"/>
                      </a:cubicBezTo>
                      <a:cubicBezTo>
                        <a:pt x="54" y="157"/>
                        <a:pt x="65" y="167"/>
                        <a:pt x="77" y="174"/>
                      </a:cubicBezTo>
                      <a:cubicBezTo>
                        <a:pt x="82" y="177"/>
                        <a:pt x="87" y="176"/>
                        <a:pt x="89" y="172"/>
                      </a:cubicBezTo>
                      <a:cubicBezTo>
                        <a:pt x="92" y="167"/>
                        <a:pt x="89" y="162"/>
                        <a:pt x="84" y="159"/>
                      </a:cubicBezTo>
                      <a:cubicBezTo>
                        <a:pt x="79" y="156"/>
                        <a:pt x="71" y="149"/>
                        <a:pt x="68" y="141"/>
                      </a:cubicBezTo>
                      <a:cubicBezTo>
                        <a:pt x="59" y="120"/>
                        <a:pt x="61" y="86"/>
                        <a:pt x="60" y="83"/>
                      </a:cubicBezTo>
                      <a:cubicBezTo>
                        <a:pt x="60" y="81"/>
                        <a:pt x="61" y="76"/>
                        <a:pt x="64" y="80"/>
                      </a:cubicBezTo>
                      <a:cubicBezTo>
                        <a:pt x="73" y="87"/>
                        <a:pt x="84" y="101"/>
                        <a:pt x="86" y="106"/>
                      </a:cubicBezTo>
                      <a:cubicBezTo>
                        <a:pt x="91" y="117"/>
                        <a:pt x="98" y="127"/>
                        <a:pt x="109" y="133"/>
                      </a:cubicBezTo>
                      <a:cubicBezTo>
                        <a:pt x="116" y="136"/>
                        <a:pt x="120" y="127"/>
                        <a:pt x="115" y="125"/>
                      </a:cubicBezTo>
                      <a:cubicBezTo>
                        <a:pt x="109" y="123"/>
                        <a:pt x="105" y="113"/>
                        <a:pt x="100" y="104"/>
                      </a:cubicBezTo>
                      <a:cubicBezTo>
                        <a:pt x="98" y="99"/>
                        <a:pt x="100" y="97"/>
                        <a:pt x="108" y="97"/>
                      </a:cubicBezTo>
                      <a:cubicBezTo>
                        <a:pt x="130" y="94"/>
                        <a:pt x="149" y="117"/>
                        <a:pt x="151" y="128"/>
                      </a:cubicBezTo>
                      <a:cubicBezTo>
                        <a:pt x="152" y="130"/>
                        <a:pt x="154" y="131"/>
                        <a:pt x="156" y="130"/>
                      </a:cubicBezTo>
                      <a:cubicBezTo>
                        <a:pt x="158" y="130"/>
                        <a:pt x="159" y="128"/>
                        <a:pt x="159" y="127"/>
                      </a:cubicBezTo>
                      <a:cubicBezTo>
                        <a:pt x="159" y="126"/>
                        <a:pt x="159" y="126"/>
                        <a:pt x="159" y="126"/>
                      </a:cubicBezTo>
                      <a:cubicBezTo>
                        <a:pt x="156" y="113"/>
                        <a:pt x="149" y="104"/>
                        <a:pt x="140" y="96"/>
                      </a:cubicBezTo>
                      <a:cubicBezTo>
                        <a:pt x="140" y="95"/>
                        <a:pt x="140" y="94"/>
                        <a:pt x="140" y="94"/>
                      </a:cubicBezTo>
                      <a:cubicBezTo>
                        <a:pt x="141" y="94"/>
                        <a:pt x="141" y="93"/>
                        <a:pt x="141" y="93"/>
                      </a:cubicBezTo>
                      <a:cubicBezTo>
                        <a:pt x="148" y="93"/>
                        <a:pt x="154" y="91"/>
                        <a:pt x="161" y="87"/>
                      </a:cubicBezTo>
                      <a:cubicBezTo>
                        <a:pt x="163" y="87"/>
                        <a:pt x="163" y="85"/>
                        <a:pt x="163" y="84"/>
                      </a:cubicBezTo>
                      <a:cubicBezTo>
                        <a:pt x="163" y="83"/>
                        <a:pt x="163" y="83"/>
                        <a:pt x="163" y="82"/>
                      </a:cubicBezTo>
                      <a:cubicBezTo>
                        <a:pt x="162" y="80"/>
                        <a:pt x="159" y="79"/>
                        <a:pt x="157" y="80"/>
                      </a:cubicBezTo>
                      <a:cubicBezTo>
                        <a:pt x="142" y="85"/>
                        <a:pt x="104" y="82"/>
                        <a:pt x="85" y="66"/>
                      </a:cubicBezTo>
                      <a:cubicBezTo>
                        <a:pt x="83" y="65"/>
                        <a:pt x="57" y="39"/>
                        <a:pt x="35" y="24"/>
                      </a:cubicBezTo>
                      <a:cubicBezTo>
                        <a:pt x="14" y="9"/>
                        <a:pt x="2" y="7"/>
                        <a:pt x="0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16" name="Freeform 1687">
                  <a:extLst>
                    <a:ext uri="{FF2B5EF4-FFF2-40B4-BE49-F238E27FC236}">
                      <a16:creationId xmlns:a16="http://schemas.microsoft.com/office/drawing/2014/main" id="{F89CFE55-6CF0-451C-8843-72E24E341D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6" y="2977"/>
                  <a:ext cx="12" cy="53"/>
                </a:xfrm>
                <a:custGeom>
                  <a:avLst/>
                  <a:gdLst>
                    <a:gd name="T0" fmla="*/ 0 w 6"/>
                    <a:gd name="T1" fmla="*/ 0 h 25"/>
                    <a:gd name="T2" fmla="*/ 48 w 6"/>
                    <a:gd name="T3" fmla="*/ 237 h 2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25">
                      <a:moveTo>
                        <a:pt x="0" y="0"/>
                      </a:moveTo>
                      <a:cubicBezTo>
                        <a:pt x="5" y="8"/>
                        <a:pt x="6" y="19"/>
                        <a:pt x="6" y="25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17" name="Freeform 1688">
                  <a:extLst>
                    <a:ext uri="{FF2B5EF4-FFF2-40B4-BE49-F238E27FC236}">
                      <a16:creationId xmlns:a16="http://schemas.microsoft.com/office/drawing/2014/main" id="{CC626619-AEDA-444E-B2CA-9678992ED7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36" y="3150"/>
                  <a:ext cx="4" cy="24"/>
                </a:xfrm>
                <a:custGeom>
                  <a:avLst/>
                  <a:gdLst>
                    <a:gd name="T0" fmla="*/ 16 w 2"/>
                    <a:gd name="T1" fmla="*/ 0 h 11"/>
                    <a:gd name="T2" fmla="*/ 0 w 2"/>
                    <a:gd name="T3" fmla="*/ 113 h 1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11">
                      <a:moveTo>
                        <a:pt x="2" y="0"/>
                      </a:moveTo>
                      <a:cubicBezTo>
                        <a:pt x="1" y="5"/>
                        <a:pt x="0" y="11"/>
                        <a:pt x="0" y="11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18" name="Freeform 1689">
                  <a:extLst>
                    <a:ext uri="{FF2B5EF4-FFF2-40B4-BE49-F238E27FC236}">
                      <a16:creationId xmlns:a16="http://schemas.microsoft.com/office/drawing/2014/main" id="{71C68399-B6A3-496B-B491-B9338D1D7F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7" y="3047"/>
                  <a:ext cx="22" cy="13"/>
                </a:xfrm>
                <a:custGeom>
                  <a:avLst/>
                  <a:gdLst>
                    <a:gd name="T0" fmla="*/ 0 w 11"/>
                    <a:gd name="T1" fmla="*/ 0 h 6"/>
                    <a:gd name="T2" fmla="*/ 88 w 11"/>
                    <a:gd name="T3" fmla="*/ 61 h 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1" h="6">
                      <a:moveTo>
                        <a:pt x="0" y="0"/>
                      </a:moveTo>
                      <a:cubicBezTo>
                        <a:pt x="6" y="2"/>
                        <a:pt x="11" y="6"/>
                        <a:pt x="11" y="6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19" name="Freeform 1690">
                  <a:extLst>
                    <a:ext uri="{FF2B5EF4-FFF2-40B4-BE49-F238E27FC236}">
                      <a16:creationId xmlns:a16="http://schemas.microsoft.com/office/drawing/2014/main" id="{B579DA6E-6617-43A3-A2D4-E78CD0414D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4" y="3043"/>
                  <a:ext cx="4" cy="30"/>
                </a:xfrm>
                <a:custGeom>
                  <a:avLst/>
                  <a:gdLst>
                    <a:gd name="T0" fmla="*/ 0 w 2"/>
                    <a:gd name="T1" fmla="*/ 0 h 14"/>
                    <a:gd name="T2" fmla="*/ 16 w 2"/>
                    <a:gd name="T3" fmla="*/ 137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14">
                      <a:moveTo>
                        <a:pt x="0" y="0"/>
                      </a:moveTo>
                      <a:cubicBezTo>
                        <a:pt x="0" y="6"/>
                        <a:pt x="0" y="11"/>
                        <a:pt x="2" y="14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20" name="Freeform 1691">
                  <a:extLst>
                    <a:ext uri="{FF2B5EF4-FFF2-40B4-BE49-F238E27FC236}">
                      <a16:creationId xmlns:a16="http://schemas.microsoft.com/office/drawing/2014/main" id="{DD6C0F95-EFDD-4270-8CCF-DD74C61FBF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75" y="2067"/>
                  <a:ext cx="18" cy="32"/>
                </a:xfrm>
                <a:custGeom>
                  <a:avLst/>
                  <a:gdLst>
                    <a:gd name="T0" fmla="*/ 40 w 9"/>
                    <a:gd name="T1" fmla="*/ 0 h 15"/>
                    <a:gd name="T2" fmla="*/ 72 w 9"/>
                    <a:gd name="T3" fmla="*/ 41 h 15"/>
                    <a:gd name="T4" fmla="*/ 24 w 9"/>
                    <a:gd name="T5" fmla="*/ 137 h 15"/>
                    <a:gd name="T6" fmla="*/ 24 w 9"/>
                    <a:gd name="T7" fmla="*/ 145 h 15"/>
                    <a:gd name="T8" fmla="*/ 0 w 9"/>
                    <a:gd name="T9" fmla="*/ 87 h 1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5" y="0"/>
                      </a:moveTo>
                      <a:cubicBezTo>
                        <a:pt x="7" y="2"/>
                        <a:pt x="9" y="4"/>
                        <a:pt x="9" y="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1" y="12"/>
                        <a:pt x="1" y="11"/>
                        <a:pt x="0" y="9"/>
                      </a:cubicBezTo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21" name="Freeform 1692">
                  <a:extLst>
                    <a:ext uri="{FF2B5EF4-FFF2-40B4-BE49-F238E27FC236}">
                      <a16:creationId xmlns:a16="http://schemas.microsoft.com/office/drawing/2014/main" id="{B5A90175-2709-44EA-90B1-348C6D02FF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8" y="2125"/>
                  <a:ext cx="12" cy="19"/>
                </a:xfrm>
                <a:custGeom>
                  <a:avLst/>
                  <a:gdLst>
                    <a:gd name="T0" fmla="*/ 0 w 6"/>
                    <a:gd name="T1" fmla="*/ 27 h 9"/>
                    <a:gd name="T2" fmla="*/ 24 w 6"/>
                    <a:gd name="T3" fmla="*/ 68 h 9"/>
                    <a:gd name="T4" fmla="*/ 32 w 6"/>
                    <a:gd name="T5" fmla="*/ 0 h 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" h="9">
                      <a:moveTo>
                        <a:pt x="0" y="3"/>
                      </a:moveTo>
                      <a:cubicBezTo>
                        <a:pt x="0" y="5"/>
                        <a:pt x="1" y="9"/>
                        <a:pt x="3" y="7"/>
                      </a:cubicBezTo>
                      <a:cubicBezTo>
                        <a:pt x="6" y="6"/>
                        <a:pt x="5" y="2"/>
                        <a:pt x="4" y="0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22" name="Freeform 1693">
                  <a:extLst>
                    <a:ext uri="{FF2B5EF4-FFF2-40B4-BE49-F238E27FC236}">
                      <a16:creationId xmlns:a16="http://schemas.microsoft.com/office/drawing/2014/main" id="{842F44EB-09BD-455D-98B6-1D0C985C49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8" y="2316"/>
                  <a:ext cx="10" cy="15"/>
                </a:xfrm>
                <a:custGeom>
                  <a:avLst/>
                  <a:gdLst>
                    <a:gd name="T0" fmla="*/ 8 w 5"/>
                    <a:gd name="T1" fmla="*/ 19 h 7"/>
                    <a:gd name="T2" fmla="*/ 0 w 5"/>
                    <a:gd name="T3" fmla="*/ 60 h 7"/>
                    <a:gd name="T4" fmla="*/ 40 w 5"/>
                    <a:gd name="T5" fmla="*/ 0 h 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" h="7">
                      <a:moveTo>
                        <a:pt x="1" y="2"/>
                      </a:moveTo>
                      <a:cubicBezTo>
                        <a:pt x="0" y="3"/>
                        <a:pt x="0" y="5"/>
                        <a:pt x="0" y="6"/>
                      </a:cubicBezTo>
                      <a:cubicBezTo>
                        <a:pt x="4" y="7"/>
                        <a:pt x="5" y="3"/>
                        <a:pt x="5" y="0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23" name="Freeform 1694">
                  <a:extLst>
                    <a:ext uri="{FF2B5EF4-FFF2-40B4-BE49-F238E27FC236}">
                      <a16:creationId xmlns:a16="http://schemas.microsoft.com/office/drawing/2014/main" id="{977994BC-2C98-4588-AB45-1052CDDD14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2" y="2342"/>
                  <a:ext cx="12" cy="12"/>
                </a:xfrm>
                <a:custGeom>
                  <a:avLst/>
                  <a:gdLst>
                    <a:gd name="T0" fmla="*/ 32 w 6"/>
                    <a:gd name="T1" fmla="*/ 0 h 6"/>
                    <a:gd name="T2" fmla="*/ 8 w 6"/>
                    <a:gd name="T3" fmla="*/ 48 h 6"/>
                    <a:gd name="T4" fmla="*/ 48 w 6"/>
                    <a:gd name="T5" fmla="*/ 24 h 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" h="6">
                      <a:moveTo>
                        <a:pt x="4" y="0"/>
                      </a:moveTo>
                      <a:cubicBezTo>
                        <a:pt x="2" y="1"/>
                        <a:pt x="0" y="3"/>
                        <a:pt x="1" y="6"/>
                      </a:cubicBezTo>
                      <a:cubicBezTo>
                        <a:pt x="3" y="6"/>
                        <a:pt x="4" y="4"/>
                        <a:pt x="6" y="3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000" name="Freeform 1695">
                  <a:extLst>
                    <a:ext uri="{FF2B5EF4-FFF2-40B4-BE49-F238E27FC236}">
                      <a16:creationId xmlns:a16="http://schemas.microsoft.com/office/drawing/2014/main" id="{57ACC0E9-EDB5-40A9-809F-4A495E10BE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5" y="2320"/>
                  <a:ext cx="16" cy="15"/>
                </a:xfrm>
                <a:custGeom>
                  <a:avLst/>
                  <a:gdLst>
                    <a:gd name="T0" fmla="*/ 0 w 8"/>
                    <a:gd name="T1" fmla="*/ 28 h 7"/>
                    <a:gd name="T2" fmla="*/ 8 w 8"/>
                    <a:gd name="T3" fmla="*/ 69 h 7"/>
                    <a:gd name="T4" fmla="*/ 40 w 8"/>
                    <a:gd name="T5" fmla="*/ 0 h 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7">
                      <a:moveTo>
                        <a:pt x="0" y="3"/>
                      </a:moveTo>
                      <a:cubicBezTo>
                        <a:pt x="1" y="4"/>
                        <a:pt x="1" y="5"/>
                        <a:pt x="1" y="7"/>
                      </a:cubicBezTo>
                      <a:cubicBezTo>
                        <a:pt x="4" y="7"/>
                        <a:pt x="8" y="2"/>
                        <a:pt x="5" y="0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001" name="Freeform 1696">
                  <a:extLst>
                    <a:ext uri="{FF2B5EF4-FFF2-40B4-BE49-F238E27FC236}">
                      <a16:creationId xmlns:a16="http://schemas.microsoft.com/office/drawing/2014/main" id="{3CA550E0-BF62-4AE8-B6D4-B1A2D316AA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30" y="2612"/>
                  <a:ext cx="22" cy="19"/>
                </a:xfrm>
                <a:custGeom>
                  <a:avLst/>
                  <a:gdLst>
                    <a:gd name="T0" fmla="*/ 48 w 11"/>
                    <a:gd name="T1" fmla="*/ 0 h 9"/>
                    <a:gd name="T2" fmla="*/ 8 w 11"/>
                    <a:gd name="T3" fmla="*/ 57 h 9"/>
                    <a:gd name="T4" fmla="*/ 88 w 11"/>
                    <a:gd name="T5" fmla="*/ 0 h 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" h="9">
                      <a:moveTo>
                        <a:pt x="6" y="0"/>
                      </a:moveTo>
                      <a:cubicBezTo>
                        <a:pt x="4" y="1"/>
                        <a:pt x="0" y="4"/>
                        <a:pt x="1" y="6"/>
                      </a:cubicBezTo>
                      <a:cubicBezTo>
                        <a:pt x="3" y="9"/>
                        <a:pt x="10" y="1"/>
                        <a:pt x="11" y="0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002" name="Freeform 1697">
                  <a:extLst>
                    <a:ext uri="{FF2B5EF4-FFF2-40B4-BE49-F238E27FC236}">
                      <a16:creationId xmlns:a16="http://schemas.microsoft.com/office/drawing/2014/main" id="{F0C29FF1-6024-4509-AE83-6E023B2237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8" y="2650"/>
                  <a:ext cx="16" cy="13"/>
                </a:xfrm>
                <a:custGeom>
                  <a:avLst/>
                  <a:gdLst>
                    <a:gd name="T0" fmla="*/ 24 w 8"/>
                    <a:gd name="T1" fmla="*/ 9 h 6"/>
                    <a:gd name="T2" fmla="*/ 64 w 8"/>
                    <a:gd name="T3" fmla="*/ 0 h 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8" h="6">
                      <a:moveTo>
                        <a:pt x="3" y="1"/>
                      </a:moveTo>
                      <a:cubicBezTo>
                        <a:pt x="0" y="6"/>
                        <a:pt x="7" y="6"/>
                        <a:pt x="8" y="0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003" name="Freeform 1698">
                  <a:extLst>
                    <a:ext uri="{FF2B5EF4-FFF2-40B4-BE49-F238E27FC236}">
                      <a16:creationId xmlns:a16="http://schemas.microsoft.com/office/drawing/2014/main" id="{4A5E803C-FD43-4DEB-91D6-82B70B36AE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96" y="2749"/>
                  <a:ext cx="16" cy="19"/>
                </a:xfrm>
                <a:custGeom>
                  <a:avLst/>
                  <a:gdLst>
                    <a:gd name="T0" fmla="*/ 48 w 8"/>
                    <a:gd name="T1" fmla="*/ 8 h 9"/>
                    <a:gd name="T2" fmla="*/ 64 w 8"/>
                    <a:gd name="T3" fmla="*/ 36 h 9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8" h="9">
                      <a:moveTo>
                        <a:pt x="6" y="1"/>
                      </a:moveTo>
                      <a:cubicBezTo>
                        <a:pt x="0" y="0"/>
                        <a:pt x="0" y="9"/>
                        <a:pt x="8" y="4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004" name="Freeform 1699">
                  <a:extLst>
                    <a:ext uri="{FF2B5EF4-FFF2-40B4-BE49-F238E27FC236}">
                      <a16:creationId xmlns:a16="http://schemas.microsoft.com/office/drawing/2014/main" id="{AFC13A7B-CCB8-4A79-8F62-81FEE3D87F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37" y="2931"/>
                  <a:ext cx="20" cy="16"/>
                </a:xfrm>
                <a:custGeom>
                  <a:avLst/>
                  <a:gdLst>
                    <a:gd name="T0" fmla="*/ 32 w 10"/>
                    <a:gd name="T1" fmla="*/ 0 h 7"/>
                    <a:gd name="T2" fmla="*/ 32 w 10"/>
                    <a:gd name="T3" fmla="*/ 85 h 7"/>
                    <a:gd name="T4" fmla="*/ 80 w 10"/>
                    <a:gd name="T5" fmla="*/ 0 h 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" h="7">
                      <a:moveTo>
                        <a:pt x="4" y="0"/>
                      </a:moveTo>
                      <a:cubicBezTo>
                        <a:pt x="2" y="2"/>
                        <a:pt x="0" y="6"/>
                        <a:pt x="4" y="7"/>
                      </a:cubicBezTo>
                      <a:cubicBezTo>
                        <a:pt x="7" y="7"/>
                        <a:pt x="9" y="2"/>
                        <a:pt x="10" y="0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005" name="Freeform 1700">
                  <a:extLst>
                    <a:ext uri="{FF2B5EF4-FFF2-40B4-BE49-F238E27FC236}">
                      <a16:creationId xmlns:a16="http://schemas.microsoft.com/office/drawing/2014/main" id="{4148A266-F3A1-4822-B48C-8A1F402FF6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979"/>
                  <a:ext cx="16" cy="19"/>
                </a:xfrm>
                <a:custGeom>
                  <a:avLst/>
                  <a:gdLst>
                    <a:gd name="T0" fmla="*/ 32 w 8"/>
                    <a:gd name="T1" fmla="*/ 0 h 9"/>
                    <a:gd name="T2" fmla="*/ 8 w 8"/>
                    <a:gd name="T3" fmla="*/ 49 h 9"/>
                    <a:gd name="T4" fmla="*/ 56 w 8"/>
                    <a:gd name="T5" fmla="*/ 27 h 9"/>
                    <a:gd name="T6" fmla="*/ 8 w 8"/>
                    <a:gd name="T7" fmla="*/ 84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" h="9">
                      <a:moveTo>
                        <a:pt x="4" y="0"/>
                      </a:moveTo>
                      <a:cubicBezTo>
                        <a:pt x="2" y="1"/>
                        <a:pt x="0" y="3"/>
                        <a:pt x="1" y="5"/>
                      </a:cubicBezTo>
                      <a:cubicBezTo>
                        <a:pt x="3" y="5"/>
                        <a:pt x="5" y="3"/>
                        <a:pt x="7" y="3"/>
                      </a:cubicBezTo>
                      <a:cubicBezTo>
                        <a:pt x="8" y="6"/>
                        <a:pt x="4" y="9"/>
                        <a:pt x="1" y="9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006" name="Freeform 1701">
                  <a:extLst>
                    <a:ext uri="{FF2B5EF4-FFF2-40B4-BE49-F238E27FC236}">
                      <a16:creationId xmlns:a16="http://schemas.microsoft.com/office/drawing/2014/main" id="{D2370AC0-EEC9-4193-BB71-3CFB3D3F48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24" y="3041"/>
                  <a:ext cx="16" cy="21"/>
                </a:xfrm>
                <a:custGeom>
                  <a:avLst/>
                  <a:gdLst>
                    <a:gd name="T0" fmla="*/ 56 w 8"/>
                    <a:gd name="T1" fmla="*/ 17 h 10"/>
                    <a:gd name="T2" fmla="*/ 64 w 8"/>
                    <a:gd name="T3" fmla="*/ 48 h 1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8" h="10">
                      <a:moveTo>
                        <a:pt x="7" y="2"/>
                      </a:moveTo>
                      <a:cubicBezTo>
                        <a:pt x="1" y="0"/>
                        <a:pt x="0" y="10"/>
                        <a:pt x="8" y="5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007" name="Freeform 1702">
                  <a:extLst>
                    <a:ext uri="{FF2B5EF4-FFF2-40B4-BE49-F238E27FC236}">
                      <a16:creationId xmlns:a16="http://schemas.microsoft.com/office/drawing/2014/main" id="{3EFA0BBF-8E59-40FB-A370-C75D5F9ED1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9" y="3041"/>
                  <a:ext cx="8" cy="13"/>
                </a:xfrm>
                <a:custGeom>
                  <a:avLst/>
                  <a:gdLst>
                    <a:gd name="T0" fmla="*/ 0 w 4"/>
                    <a:gd name="T1" fmla="*/ 52 h 6"/>
                    <a:gd name="T2" fmla="*/ 32 w 4"/>
                    <a:gd name="T3" fmla="*/ 0 h 6"/>
                    <a:gd name="T4" fmla="*/ 32 w 4"/>
                    <a:gd name="T5" fmla="*/ 61 h 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" h="6">
                      <a:moveTo>
                        <a:pt x="0" y="5"/>
                      </a:moveTo>
                      <a:cubicBezTo>
                        <a:pt x="1" y="3"/>
                        <a:pt x="2" y="0"/>
                        <a:pt x="4" y="0"/>
                      </a:cubicBezTo>
                      <a:cubicBezTo>
                        <a:pt x="4" y="2"/>
                        <a:pt x="4" y="4"/>
                        <a:pt x="4" y="6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008" name="Freeform 1703">
                  <a:extLst>
                    <a:ext uri="{FF2B5EF4-FFF2-40B4-BE49-F238E27FC236}">
                      <a16:creationId xmlns:a16="http://schemas.microsoft.com/office/drawing/2014/main" id="{5017B830-782D-4937-8694-71120DE33B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6" y="3148"/>
                  <a:ext cx="18" cy="15"/>
                </a:xfrm>
                <a:custGeom>
                  <a:avLst/>
                  <a:gdLst>
                    <a:gd name="T0" fmla="*/ 64 w 9"/>
                    <a:gd name="T1" fmla="*/ 19 h 7"/>
                    <a:gd name="T2" fmla="*/ 72 w 9"/>
                    <a:gd name="T3" fmla="*/ 60 h 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7">
                      <a:moveTo>
                        <a:pt x="8" y="2"/>
                      </a:moveTo>
                      <a:cubicBezTo>
                        <a:pt x="2" y="0"/>
                        <a:pt x="0" y="7"/>
                        <a:pt x="9" y="6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009" name="Freeform 1704">
                  <a:extLst>
                    <a:ext uri="{FF2B5EF4-FFF2-40B4-BE49-F238E27FC236}">
                      <a16:creationId xmlns:a16="http://schemas.microsoft.com/office/drawing/2014/main" id="{FBCFC8D4-9A4B-43EE-907F-2378AC1C69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73" y="3178"/>
                  <a:ext cx="16" cy="17"/>
                </a:xfrm>
                <a:custGeom>
                  <a:avLst/>
                  <a:gdLst>
                    <a:gd name="T0" fmla="*/ 64 w 8"/>
                    <a:gd name="T1" fmla="*/ 28 h 8"/>
                    <a:gd name="T2" fmla="*/ 24 w 8"/>
                    <a:gd name="T3" fmla="*/ 0 h 8"/>
                    <a:gd name="T4" fmla="*/ 48 w 8"/>
                    <a:gd name="T5" fmla="*/ 60 h 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8">
                      <a:moveTo>
                        <a:pt x="8" y="3"/>
                      </a:moveTo>
                      <a:cubicBezTo>
                        <a:pt x="6" y="1"/>
                        <a:pt x="4" y="1"/>
                        <a:pt x="3" y="0"/>
                      </a:cubicBezTo>
                      <a:cubicBezTo>
                        <a:pt x="0" y="3"/>
                        <a:pt x="2" y="8"/>
                        <a:pt x="6" y="6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010" name="Freeform 1705">
                  <a:extLst>
                    <a:ext uri="{FF2B5EF4-FFF2-40B4-BE49-F238E27FC236}">
                      <a16:creationId xmlns:a16="http://schemas.microsoft.com/office/drawing/2014/main" id="{195309C7-0744-4DD1-9BA2-F5E47CC038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0" y="3421"/>
                  <a:ext cx="12" cy="15"/>
                </a:xfrm>
                <a:custGeom>
                  <a:avLst/>
                  <a:gdLst>
                    <a:gd name="T0" fmla="*/ 48 w 6"/>
                    <a:gd name="T1" fmla="*/ 9 h 7"/>
                    <a:gd name="T2" fmla="*/ 8 w 6"/>
                    <a:gd name="T3" fmla="*/ 41 h 7"/>
                    <a:gd name="T4" fmla="*/ 40 w 6"/>
                    <a:gd name="T5" fmla="*/ 60 h 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" h="7">
                      <a:moveTo>
                        <a:pt x="6" y="1"/>
                      </a:moveTo>
                      <a:cubicBezTo>
                        <a:pt x="4" y="0"/>
                        <a:pt x="0" y="0"/>
                        <a:pt x="1" y="4"/>
                      </a:cubicBezTo>
                      <a:cubicBezTo>
                        <a:pt x="1" y="7"/>
                        <a:pt x="3" y="6"/>
                        <a:pt x="5" y="6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011" name="Freeform 1706">
                  <a:extLst>
                    <a:ext uri="{FF2B5EF4-FFF2-40B4-BE49-F238E27FC236}">
                      <a16:creationId xmlns:a16="http://schemas.microsoft.com/office/drawing/2014/main" id="{B4888663-8ED6-49CA-95A5-2B197EBA57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1" y="3491"/>
                  <a:ext cx="18" cy="13"/>
                </a:xfrm>
                <a:custGeom>
                  <a:avLst/>
                  <a:gdLst>
                    <a:gd name="T0" fmla="*/ 72 w 9"/>
                    <a:gd name="T1" fmla="*/ 0 h 6"/>
                    <a:gd name="T2" fmla="*/ 64 w 9"/>
                    <a:gd name="T3" fmla="*/ 52 h 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6">
                      <a:moveTo>
                        <a:pt x="9" y="0"/>
                      </a:moveTo>
                      <a:cubicBezTo>
                        <a:pt x="3" y="0"/>
                        <a:pt x="0" y="6"/>
                        <a:pt x="8" y="5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7600" name="Freeform 1707">
                <a:extLst>
                  <a:ext uri="{FF2B5EF4-FFF2-40B4-BE49-F238E27FC236}">
                    <a16:creationId xmlns:a16="http://schemas.microsoft.com/office/drawing/2014/main" id="{CEE440A2-442B-40A3-A356-3A8C2174F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3384"/>
                <a:ext cx="16" cy="13"/>
              </a:xfrm>
              <a:custGeom>
                <a:avLst/>
                <a:gdLst>
                  <a:gd name="T0" fmla="*/ 40 w 8"/>
                  <a:gd name="T1" fmla="*/ 0 h 6"/>
                  <a:gd name="T2" fmla="*/ 8 w 8"/>
                  <a:gd name="T3" fmla="*/ 52 h 6"/>
                  <a:gd name="T4" fmla="*/ 64 w 8"/>
                  <a:gd name="T5" fmla="*/ 5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cubicBezTo>
                      <a:pt x="3" y="0"/>
                      <a:pt x="0" y="2"/>
                      <a:pt x="1" y="5"/>
                    </a:cubicBezTo>
                    <a:cubicBezTo>
                      <a:pt x="3" y="6"/>
                      <a:pt x="6" y="4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1" name="Freeform 1708">
                <a:extLst>
                  <a:ext uri="{FF2B5EF4-FFF2-40B4-BE49-F238E27FC236}">
                    <a16:creationId xmlns:a16="http://schemas.microsoft.com/office/drawing/2014/main" id="{9B28060A-0CCE-4EB3-9822-7228AE3BA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513"/>
                <a:ext cx="17" cy="17"/>
              </a:xfrm>
              <a:custGeom>
                <a:avLst/>
                <a:gdLst>
                  <a:gd name="T0" fmla="*/ 68 w 8"/>
                  <a:gd name="T1" fmla="*/ 0 h 8"/>
                  <a:gd name="T2" fmla="*/ 77 w 8"/>
                  <a:gd name="T3" fmla="*/ 4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7" y="0"/>
                    </a:moveTo>
                    <a:cubicBezTo>
                      <a:pt x="0" y="1"/>
                      <a:pt x="1" y="8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2" name="Freeform 1709">
                <a:extLst>
                  <a:ext uri="{FF2B5EF4-FFF2-40B4-BE49-F238E27FC236}">
                    <a16:creationId xmlns:a16="http://schemas.microsoft.com/office/drawing/2014/main" id="{67BE97CC-503D-40C2-8B7A-7BB0FE958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474"/>
                <a:ext cx="6" cy="5"/>
              </a:xfrm>
              <a:custGeom>
                <a:avLst/>
                <a:gdLst>
                  <a:gd name="T0" fmla="*/ 24 w 3"/>
                  <a:gd name="T1" fmla="*/ 0 h 2"/>
                  <a:gd name="T2" fmla="*/ 0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3" name="Freeform 1710">
                <a:extLst>
                  <a:ext uri="{FF2B5EF4-FFF2-40B4-BE49-F238E27FC236}">
                    <a16:creationId xmlns:a16="http://schemas.microsoft.com/office/drawing/2014/main" id="{9E332713-2807-47B9-ADA0-8D56DA29D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303"/>
                <a:ext cx="22" cy="19"/>
              </a:xfrm>
              <a:custGeom>
                <a:avLst/>
                <a:gdLst>
                  <a:gd name="T0" fmla="*/ 8 w 11"/>
                  <a:gd name="T1" fmla="*/ 36 h 9"/>
                  <a:gd name="T2" fmla="*/ 48 w 1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" y="4"/>
                    </a:moveTo>
                    <a:cubicBezTo>
                      <a:pt x="0" y="9"/>
                      <a:pt x="11" y="8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4" name="Freeform 1711">
                <a:extLst>
                  <a:ext uri="{FF2B5EF4-FFF2-40B4-BE49-F238E27FC236}">
                    <a16:creationId xmlns:a16="http://schemas.microsoft.com/office/drawing/2014/main" id="{9B517620-3CA2-4793-9169-33672B4EE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277"/>
                <a:ext cx="14" cy="11"/>
              </a:xfrm>
              <a:custGeom>
                <a:avLst/>
                <a:gdLst>
                  <a:gd name="T0" fmla="*/ 0 w 7"/>
                  <a:gd name="T1" fmla="*/ 53 h 5"/>
                  <a:gd name="T2" fmla="*/ 56 w 7"/>
                  <a:gd name="T3" fmla="*/ 20 h 5"/>
                  <a:gd name="T4" fmla="*/ 0 w 7"/>
                  <a:gd name="T5" fmla="*/ 2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5"/>
                      <a:pt x="5" y="3"/>
                      <a:pt x="7" y="2"/>
                    </a:cubicBezTo>
                    <a:cubicBezTo>
                      <a:pt x="5" y="0"/>
                      <a:pt x="2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5" name="Freeform 1712">
                <a:extLst>
                  <a:ext uri="{FF2B5EF4-FFF2-40B4-BE49-F238E27FC236}">
                    <a16:creationId xmlns:a16="http://schemas.microsoft.com/office/drawing/2014/main" id="{DA51CC5E-F936-4EAC-A847-D3E8D5E50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968"/>
                <a:ext cx="14" cy="17"/>
              </a:xfrm>
              <a:custGeom>
                <a:avLst/>
                <a:gdLst>
                  <a:gd name="T0" fmla="*/ 0 w 7"/>
                  <a:gd name="T1" fmla="*/ 49 h 8"/>
                  <a:gd name="T2" fmla="*/ 48 w 7"/>
                  <a:gd name="T3" fmla="*/ 60 h 8"/>
                  <a:gd name="T4" fmla="*/ 16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1" y="6"/>
                      <a:pt x="4" y="8"/>
                      <a:pt x="6" y="6"/>
                    </a:cubicBezTo>
                    <a:cubicBezTo>
                      <a:pt x="7" y="4"/>
                      <a:pt x="4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6" name="Freeform 1713">
                <a:extLst>
                  <a:ext uri="{FF2B5EF4-FFF2-40B4-BE49-F238E27FC236}">
                    <a16:creationId xmlns:a16="http://schemas.microsoft.com/office/drawing/2014/main" id="{C8D4FE47-DED1-4D2E-8F9B-5768D0EBB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814"/>
                <a:ext cx="14" cy="17"/>
              </a:xfrm>
              <a:custGeom>
                <a:avLst/>
                <a:gdLst>
                  <a:gd name="T0" fmla="*/ 0 w 7"/>
                  <a:gd name="T1" fmla="*/ 60 h 8"/>
                  <a:gd name="T2" fmla="*/ 8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6"/>
                    </a:moveTo>
                    <a:cubicBezTo>
                      <a:pt x="7" y="8"/>
                      <a:pt x="5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7" name="Freeform 1714">
                <a:extLst>
                  <a:ext uri="{FF2B5EF4-FFF2-40B4-BE49-F238E27FC236}">
                    <a16:creationId xmlns:a16="http://schemas.microsoft.com/office/drawing/2014/main" id="{0E5DDA2E-7330-4420-B697-47ADE5D16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812"/>
                <a:ext cx="8" cy="8"/>
              </a:xfrm>
              <a:custGeom>
                <a:avLst/>
                <a:gdLst>
                  <a:gd name="T0" fmla="*/ 0 w 4"/>
                  <a:gd name="T1" fmla="*/ 32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8" name="Freeform 1715">
                <a:extLst>
                  <a:ext uri="{FF2B5EF4-FFF2-40B4-BE49-F238E27FC236}">
                    <a16:creationId xmlns:a16="http://schemas.microsoft.com/office/drawing/2014/main" id="{BA92162D-47FB-411F-9D95-9F302D9B5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511"/>
                <a:ext cx="18" cy="26"/>
              </a:xfrm>
              <a:custGeom>
                <a:avLst/>
                <a:gdLst>
                  <a:gd name="T0" fmla="*/ 16 w 9"/>
                  <a:gd name="T1" fmla="*/ 121 h 12"/>
                  <a:gd name="T2" fmla="*/ 0 w 9"/>
                  <a:gd name="T3" fmla="*/ 9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2" y="12"/>
                    </a:moveTo>
                    <a:cubicBezTo>
                      <a:pt x="9" y="11"/>
                      <a:pt x="8" y="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9" name="Freeform 1716">
                <a:extLst>
                  <a:ext uri="{FF2B5EF4-FFF2-40B4-BE49-F238E27FC236}">
                    <a16:creationId xmlns:a16="http://schemas.microsoft.com/office/drawing/2014/main" id="{79A0FF64-9944-4679-9EB9-3272683A3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653"/>
                <a:ext cx="17" cy="12"/>
              </a:xfrm>
              <a:custGeom>
                <a:avLst/>
                <a:gdLst>
                  <a:gd name="T0" fmla="*/ 77 w 8"/>
                  <a:gd name="T1" fmla="*/ 32 h 6"/>
                  <a:gd name="T2" fmla="*/ 60 w 8"/>
                  <a:gd name="T3" fmla="*/ 0 h 6"/>
                  <a:gd name="T4" fmla="*/ 40 w 8"/>
                  <a:gd name="T5" fmla="*/ 48 h 6"/>
                  <a:gd name="T6" fmla="*/ 19 w 8"/>
                  <a:gd name="T7" fmla="*/ 0 h 6"/>
                  <a:gd name="T8" fmla="*/ 0 w 8"/>
                  <a:gd name="T9" fmla="*/ 4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7" y="3"/>
                      <a:pt x="7" y="1"/>
                      <a:pt x="6" y="0"/>
                    </a:cubicBezTo>
                    <a:cubicBezTo>
                      <a:pt x="5" y="1"/>
                      <a:pt x="5" y="4"/>
                      <a:pt x="4" y="6"/>
                    </a:cubicBezTo>
                    <a:cubicBezTo>
                      <a:pt x="4" y="4"/>
                      <a:pt x="4" y="1"/>
                      <a:pt x="2" y="0"/>
                    </a:cubicBezTo>
                    <a:cubicBezTo>
                      <a:pt x="0" y="1"/>
                      <a:pt x="0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0" name="Freeform 1717">
                <a:extLst>
                  <a:ext uri="{FF2B5EF4-FFF2-40B4-BE49-F238E27FC236}">
                    <a16:creationId xmlns:a16="http://schemas.microsoft.com/office/drawing/2014/main" id="{CBB4B5CA-1146-4BBC-A9EF-41D9B2725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369"/>
                <a:ext cx="6" cy="1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1" name="Freeform 1718">
                <a:extLst>
                  <a:ext uri="{FF2B5EF4-FFF2-40B4-BE49-F238E27FC236}">
                    <a16:creationId xmlns:a16="http://schemas.microsoft.com/office/drawing/2014/main" id="{ED76842C-C76B-42FE-AB58-2E63B9836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782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4" y="0"/>
                      <a:pt x="4" y="1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2" name="Freeform 1719">
                <a:extLst>
                  <a:ext uri="{FF2B5EF4-FFF2-40B4-BE49-F238E27FC236}">
                    <a16:creationId xmlns:a16="http://schemas.microsoft.com/office/drawing/2014/main" id="{C099C59B-7E14-4935-8400-A071BF608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786"/>
                <a:ext cx="7" cy="6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24 h 3"/>
                  <a:gd name="T4" fmla="*/ 2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2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3" name="Freeform 1720">
                <a:extLst>
                  <a:ext uri="{FF2B5EF4-FFF2-40B4-BE49-F238E27FC236}">
                    <a16:creationId xmlns:a16="http://schemas.microsoft.com/office/drawing/2014/main" id="{10C6C885-3EB5-467E-8B4B-9831FB116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284"/>
                <a:ext cx="12" cy="12"/>
              </a:xfrm>
              <a:custGeom>
                <a:avLst/>
                <a:gdLst>
                  <a:gd name="T0" fmla="*/ 40 w 6"/>
                  <a:gd name="T1" fmla="*/ 0 h 6"/>
                  <a:gd name="T2" fmla="*/ 48 w 6"/>
                  <a:gd name="T3" fmla="*/ 48 h 6"/>
                  <a:gd name="T4" fmla="*/ 0 w 6"/>
                  <a:gd name="T5" fmla="*/ 1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5" y="2"/>
                      <a:pt x="5" y="4"/>
                      <a:pt x="6" y="6"/>
                    </a:cubicBezTo>
                    <a:cubicBezTo>
                      <a:pt x="2" y="6"/>
                      <a:pt x="0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4" name="Freeform 1721">
                <a:extLst>
                  <a:ext uri="{FF2B5EF4-FFF2-40B4-BE49-F238E27FC236}">
                    <a16:creationId xmlns:a16="http://schemas.microsoft.com/office/drawing/2014/main" id="{7A395EDB-BAFB-4D7F-8752-C3CA22C24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805"/>
                <a:ext cx="18" cy="26"/>
              </a:xfrm>
              <a:custGeom>
                <a:avLst/>
                <a:gdLst>
                  <a:gd name="T0" fmla="*/ 32 w 9"/>
                  <a:gd name="T1" fmla="*/ 0 h 12"/>
                  <a:gd name="T2" fmla="*/ 48 w 9"/>
                  <a:gd name="T3" fmla="*/ 113 h 12"/>
                  <a:gd name="T4" fmla="*/ 0 w 9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4" y="0"/>
                    </a:moveTo>
                    <a:cubicBezTo>
                      <a:pt x="5" y="2"/>
                      <a:pt x="9" y="9"/>
                      <a:pt x="6" y="11"/>
                    </a:cubicBezTo>
                    <a:cubicBezTo>
                      <a:pt x="3" y="12"/>
                      <a:pt x="0" y="5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5" name="Freeform 1722">
                <a:extLst>
                  <a:ext uri="{FF2B5EF4-FFF2-40B4-BE49-F238E27FC236}">
                    <a16:creationId xmlns:a16="http://schemas.microsoft.com/office/drawing/2014/main" id="{8286B716-EA73-4C4F-B464-D0AA12043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942"/>
                <a:ext cx="16" cy="17"/>
              </a:xfrm>
              <a:custGeom>
                <a:avLst/>
                <a:gdLst>
                  <a:gd name="T0" fmla="*/ 0 w 8"/>
                  <a:gd name="T1" fmla="*/ 40 h 8"/>
                  <a:gd name="T2" fmla="*/ 56 w 8"/>
                  <a:gd name="T3" fmla="*/ 9 h 8"/>
                  <a:gd name="T4" fmla="*/ 16 w 8"/>
                  <a:gd name="T5" fmla="*/ 7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2" y="3"/>
                      <a:pt x="4" y="0"/>
                      <a:pt x="7" y="1"/>
                    </a:cubicBezTo>
                    <a:cubicBezTo>
                      <a:pt x="8" y="5"/>
                      <a:pt x="4" y="6"/>
                      <a:pt x="2" y="8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6" name="Freeform 1723">
                <a:extLst>
                  <a:ext uri="{FF2B5EF4-FFF2-40B4-BE49-F238E27FC236}">
                    <a16:creationId xmlns:a16="http://schemas.microsoft.com/office/drawing/2014/main" id="{8582B17D-C867-4FF6-8FDB-88B753C0B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3067"/>
                <a:ext cx="16" cy="10"/>
              </a:xfrm>
              <a:custGeom>
                <a:avLst/>
                <a:gdLst>
                  <a:gd name="T0" fmla="*/ 32 w 8"/>
                  <a:gd name="T1" fmla="*/ 0 h 5"/>
                  <a:gd name="T2" fmla="*/ 0 w 8"/>
                  <a:gd name="T3" fmla="*/ 24 h 5"/>
                  <a:gd name="T4" fmla="*/ 64 w 8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2" y="5"/>
                      <a:pt x="5" y="4"/>
                      <a:pt x="8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7" name="Freeform 1724">
                <a:extLst>
                  <a:ext uri="{FF2B5EF4-FFF2-40B4-BE49-F238E27FC236}">
                    <a16:creationId xmlns:a16="http://schemas.microsoft.com/office/drawing/2014/main" id="{F4E9F241-9305-4BAA-8BA1-A390418EA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987"/>
                <a:ext cx="14" cy="9"/>
              </a:xfrm>
              <a:custGeom>
                <a:avLst/>
                <a:gdLst>
                  <a:gd name="T0" fmla="*/ 0 w 7"/>
                  <a:gd name="T1" fmla="*/ 0 h 4"/>
                  <a:gd name="T2" fmla="*/ 48 w 7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7" y="2"/>
                      <a:pt x="6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8" name="Freeform 1725">
                <a:extLst>
                  <a:ext uri="{FF2B5EF4-FFF2-40B4-BE49-F238E27FC236}">
                    <a16:creationId xmlns:a16="http://schemas.microsoft.com/office/drawing/2014/main" id="{FE308842-70FA-45C3-998B-AB27605FF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086"/>
                <a:ext cx="14" cy="19"/>
              </a:xfrm>
              <a:custGeom>
                <a:avLst/>
                <a:gdLst>
                  <a:gd name="T0" fmla="*/ 40 w 7"/>
                  <a:gd name="T1" fmla="*/ 0 h 9"/>
                  <a:gd name="T2" fmla="*/ 40 w 7"/>
                  <a:gd name="T3" fmla="*/ 84 h 9"/>
                  <a:gd name="T4" fmla="*/ 0 w 7"/>
                  <a:gd name="T5" fmla="*/ 2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cubicBezTo>
                      <a:pt x="6" y="2"/>
                      <a:pt x="7" y="8"/>
                      <a:pt x="5" y="9"/>
                    </a:cubicBezTo>
                    <a:cubicBezTo>
                      <a:pt x="3" y="8"/>
                      <a:pt x="1" y="5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9" name="Freeform 1726">
                <a:extLst>
                  <a:ext uri="{FF2B5EF4-FFF2-40B4-BE49-F238E27FC236}">
                    <a16:creationId xmlns:a16="http://schemas.microsoft.com/office/drawing/2014/main" id="{460A4BCC-B5B2-41EB-AC55-B474663B2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500"/>
                <a:ext cx="2" cy="13"/>
              </a:xfrm>
              <a:custGeom>
                <a:avLst/>
                <a:gdLst>
                  <a:gd name="T0" fmla="*/ 8 w 1"/>
                  <a:gd name="T1" fmla="*/ 0 h 6"/>
                  <a:gd name="T2" fmla="*/ 0 w 1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0" name="Freeform 1727">
                <a:extLst>
                  <a:ext uri="{FF2B5EF4-FFF2-40B4-BE49-F238E27FC236}">
                    <a16:creationId xmlns:a16="http://schemas.microsoft.com/office/drawing/2014/main" id="{A6F64804-2410-4AFB-8F78-3653B5D28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3624"/>
                <a:ext cx="16" cy="20"/>
              </a:xfrm>
              <a:custGeom>
                <a:avLst/>
                <a:gdLst>
                  <a:gd name="T0" fmla="*/ 64 w 8"/>
                  <a:gd name="T1" fmla="*/ 53 h 9"/>
                  <a:gd name="T2" fmla="*/ 64 w 8"/>
                  <a:gd name="T3" fmla="*/ 9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4" y="0"/>
                      <a:pt x="0" y="9"/>
                      <a:pt x="8" y="9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1" name="Freeform 1728">
                <a:extLst>
                  <a:ext uri="{FF2B5EF4-FFF2-40B4-BE49-F238E27FC236}">
                    <a16:creationId xmlns:a16="http://schemas.microsoft.com/office/drawing/2014/main" id="{C7AD795B-63AF-4C70-B4CB-4F918C875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607"/>
                <a:ext cx="8" cy="5"/>
              </a:xfrm>
              <a:custGeom>
                <a:avLst/>
                <a:gdLst>
                  <a:gd name="T0" fmla="*/ 0 w 4"/>
                  <a:gd name="T1" fmla="*/ 33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2" name="Freeform 1729">
                <a:extLst>
                  <a:ext uri="{FF2B5EF4-FFF2-40B4-BE49-F238E27FC236}">
                    <a16:creationId xmlns:a16="http://schemas.microsoft.com/office/drawing/2014/main" id="{127863B8-0404-47E6-B03C-C61AE1610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3487"/>
                <a:ext cx="14" cy="19"/>
              </a:xfrm>
              <a:custGeom>
                <a:avLst/>
                <a:gdLst>
                  <a:gd name="T0" fmla="*/ 16 w 7"/>
                  <a:gd name="T1" fmla="*/ 36 h 9"/>
                  <a:gd name="T2" fmla="*/ 0 w 7"/>
                  <a:gd name="T3" fmla="*/ 7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2" y="4"/>
                    </a:moveTo>
                    <a:cubicBezTo>
                      <a:pt x="7" y="0"/>
                      <a:pt x="7" y="9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3" name="Freeform 1730">
                <a:extLst>
                  <a:ext uri="{FF2B5EF4-FFF2-40B4-BE49-F238E27FC236}">
                    <a16:creationId xmlns:a16="http://schemas.microsoft.com/office/drawing/2014/main" id="{6221EEB3-CA6D-4E58-928A-6E03A2BA4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3403"/>
                <a:ext cx="8" cy="9"/>
              </a:xfrm>
              <a:custGeom>
                <a:avLst/>
                <a:gdLst>
                  <a:gd name="T0" fmla="*/ 0 w 4"/>
                  <a:gd name="T1" fmla="*/ 45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3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4" name="Freeform 1731">
                <a:extLst>
                  <a:ext uri="{FF2B5EF4-FFF2-40B4-BE49-F238E27FC236}">
                    <a16:creationId xmlns:a16="http://schemas.microsoft.com/office/drawing/2014/main" id="{B9A74E85-3E2C-4E16-826F-4F67C3890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3313"/>
                <a:ext cx="20" cy="26"/>
              </a:xfrm>
              <a:custGeom>
                <a:avLst/>
                <a:gdLst>
                  <a:gd name="T0" fmla="*/ 48 w 10"/>
                  <a:gd name="T1" fmla="*/ 0 h 12"/>
                  <a:gd name="T2" fmla="*/ 8 w 10"/>
                  <a:gd name="T3" fmla="*/ 52 h 12"/>
                  <a:gd name="T4" fmla="*/ 64 w 10"/>
                  <a:gd name="T5" fmla="*/ 43 h 12"/>
                  <a:gd name="T6" fmla="*/ 40 w 10"/>
                  <a:gd name="T7" fmla="*/ 12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cubicBezTo>
                      <a:pt x="4" y="1"/>
                      <a:pt x="0" y="2"/>
                      <a:pt x="1" y="5"/>
                    </a:cubicBezTo>
                    <a:cubicBezTo>
                      <a:pt x="3" y="6"/>
                      <a:pt x="6" y="5"/>
                      <a:pt x="8" y="4"/>
                    </a:cubicBezTo>
                    <a:cubicBezTo>
                      <a:pt x="10" y="7"/>
                      <a:pt x="8" y="11"/>
                      <a:pt x="5" y="12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5" name="Freeform 1732">
                <a:extLst>
                  <a:ext uri="{FF2B5EF4-FFF2-40B4-BE49-F238E27FC236}">
                    <a16:creationId xmlns:a16="http://schemas.microsoft.com/office/drawing/2014/main" id="{235D0E35-8149-4F51-A0DC-DDD469CE7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3187"/>
                <a:ext cx="18" cy="15"/>
              </a:xfrm>
              <a:custGeom>
                <a:avLst/>
                <a:gdLst>
                  <a:gd name="T0" fmla="*/ 48 w 9"/>
                  <a:gd name="T1" fmla="*/ 0 h 7"/>
                  <a:gd name="T2" fmla="*/ 8 w 9"/>
                  <a:gd name="T3" fmla="*/ 51 h 7"/>
                  <a:gd name="T4" fmla="*/ 72 w 9"/>
                  <a:gd name="T5" fmla="*/ 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6" y="0"/>
                    </a:moveTo>
                    <a:cubicBezTo>
                      <a:pt x="5" y="1"/>
                      <a:pt x="0" y="3"/>
                      <a:pt x="1" y="5"/>
                    </a:cubicBezTo>
                    <a:cubicBezTo>
                      <a:pt x="2" y="7"/>
                      <a:pt x="8" y="5"/>
                      <a:pt x="9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6" name="Freeform 1733">
                <a:extLst>
                  <a:ext uri="{FF2B5EF4-FFF2-40B4-BE49-F238E27FC236}">
                    <a16:creationId xmlns:a16="http://schemas.microsoft.com/office/drawing/2014/main" id="{965C6BA7-AE15-4726-8833-93565BA5F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992"/>
                <a:ext cx="6" cy="30"/>
              </a:xfrm>
              <a:custGeom>
                <a:avLst/>
                <a:gdLst>
                  <a:gd name="T0" fmla="*/ 24 w 3"/>
                  <a:gd name="T1" fmla="*/ 0 h 14"/>
                  <a:gd name="T2" fmla="*/ 0 w 3"/>
                  <a:gd name="T3" fmla="*/ 13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0" y="7"/>
                      <a:pt x="0" y="14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7" name="Freeform 1734">
                <a:extLst>
                  <a:ext uri="{FF2B5EF4-FFF2-40B4-BE49-F238E27FC236}">
                    <a16:creationId xmlns:a16="http://schemas.microsoft.com/office/drawing/2014/main" id="{6321EF1A-4958-4EEF-BD80-E8D5BEC78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3103"/>
                <a:ext cx="29" cy="7"/>
              </a:xfrm>
              <a:custGeom>
                <a:avLst/>
                <a:gdLst>
                  <a:gd name="T0" fmla="*/ 0 w 14"/>
                  <a:gd name="T1" fmla="*/ 0 h 3"/>
                  <a:gd name="T2" fmla="*/ 124 w 14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4" y="0"/>
                      <a:pt x="10" y="2"/>
                      <a:pt x="14" y="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8" name="Freeform 1735">
                <a:extLst>
                  <a:ext uri="{FF2B5EF4-FFF2-40B4-BE49-F238E27FC236}">
                    <a16:creationId xmlns:a16="http://schemas.microsoft.com/office/drawing/2014/main" id="{B5E4EE64-069C-47F3-8D53-7DA8B3E51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3105"/>
                <a:ext cx="5" cy="13"/>
              </a:xfrm>
              <a:custGeom>
                <a:avLst/>
                <a:gdLst>
                  <a:gd name="T0" fmla="*/ 33 w 2"/>
                  <a:gd name="T1" fmla="*/ 0 h 6"/>
                  <a:gd name="T2" fmla="*/ 20 w 2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1" y="6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9" name="Freeform 1736">
                <a:extLst>
                  <a:ext uri="{FF2B5EF4-FFF2-40B4-BE49-F238E27FC236}">
                    <a16:creationId xmlns:a16="http://schemas.microsoft.com/office/drawing/2014/main" id="{E0FAD949-592A-4661-830C-AE0640DBD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998"/>
                <a:ext cx="10" cy="4"/>
              </a:xfrm>
              <a:custGeom>
                <a:avLst/>
                <a:gdLst>
                  <a:gd name="T0" fmla="*/ 0 w 5"/>
                  <a:gd name="T1" fmla="*/ 16 h 2"/>
                  <a:gd name="T2" fmla="*/ 4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0" name="Freeform 1737">
                <a:extLst>
                  <a:ext uri="{FF2B5EF4-FFF2-40B4-BE49-F238E27FC236}">
                    <a16:creationId xmlns:a16="http://schemas.microsoft.com/office/drawing/2014/main" id="{2D73221F-3F35-4847-8BEA-DC1438CA3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163"/>
                <a:ext cx="85" cy="50"/>
              </a:xfrm>
              <a:custGeom>
                <a:avLst/>
                <a:gdLst>
                  <a:gd name="T0" fmla="*/ 0 w 42"/>
                  <a:gd name="T1" fmla="*/ 165 h 23"/>
                  <a:gd name="T2" fmla="*/ 107 w 42"/>
                  <a:gd name="T3" fmla="*/ 61 h 23"/>
                  <a:gd name="T4" fmla="*/ 184 w 42"/>
                  <a:gd name="T5" fmla="*/ 157 h 23"/>
                  <a:gd name="T6" fmla="*/ 348 w 42"/>
                  <a:gd name="T7" fmla="*/ 237 h 23"/>
                  <a:gd name="T8" fmla="*/ 140 w 42"/>
                  <a:gd name="T9" fmla="*/ 157 h 23"/>
                  <a:gd name="T10" fmla="*/ 0 w 42"/>
                  <a:gd name="T11" fmla="*/ 174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3">
                    <a:moveTo>
                      <a:pt x="0" y="16"/>
                    </a:moveTo>
                    <a:cubicBezTo>
                      <a:pt x="1" y="10"/>
                      <a:pt x="7" y="0"/>
                      <a:pt x="13" y="6"/>
                    </a:cubicBezTo>
                    <a:cubicBezTo>
                      <a:pt x="16" y="9"/>
                      <a:pt x="18" y="12"/>
                      <a:pt x="22" y="15"/>
                    </a:cubicBezTo>
                    <a:cubicBezTo>
                      <a:pt x="28" y="18"/>
                      <a:pt x="36" y="19"/>
                      <a:pt x="42" y="23"/>
                    </a:cubicBezTo>
                    <a:cubicBezTo>
                      <a:pt x="33" y="22"/>
                      <a:pt x="24" y="20"/>
                      <a:pt x="17" y="15"/>
                    </a:cubicBezTo>
                    <a:cubicBezTo>
                      <a:pt x="11" y="12"/>
                      <a:pt x="4" y="14"/>
                      <a:pt x="0" y="17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1" name="Freeform 1738">
                <a:extLst>
                  <a:ext uri="{FF2B5EF4-FFF2-40B4-BE49-F238E27FC236}">
                    <a16:creationId xmlns:a16="http://schemas.microsoft.com/office/drawing/2014/main" id="{8E7FAAFF-707C-448A-BAF8-FE08D1A5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187"/>
                <a:ext cx="96" cy="73"/>
              </a:xfrm>
              <a:custGeom>
                <a:avLst/>
                <a:gdLst>
                  <a:gd name="T0" fmla="*/ 160 w 48"/>
                  <a:gd name="T1" fmla="*/ 217 h 34"/>
                  <a:gd name="T2" fmla="*/ 384 w 48"/>
                  <a:gd name="T3" fmla="*/ 0 h 34"/>
                  <a:gd name="T4" fmla="*/ 48 w 48"/>
                  <a:gd name="T5" fmla="*/ 198 h 34"/>
                  <a:gd name="T6" fmla="*/ 128 w 48"/>
                  <a:gd name="T7" fmla="*/ 337 h 34"/>
                  <a:gd name="T8" fmla="*/ 160 w 48"/>
                  <a:gd name="T9" fmla="*/ 21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4">
                    <a:moveTo>
                      <a:pt x="20" y="22"/>
                    </a:moveTo>
                    <a:cubicBezTo>
                      <a:pt x="27" y="19"/>
                      <a:pt x="44" y="7"/>
                      <a:pt x="48" y="0"/>
                    </a:cubicBezTo>
                    <a:cubicBezTo>
                      <a:pt x="34" y="14"/>
                      <a:pt x="12" y="18"/>
                      <a:pt x="6" y="20"/>
                    </a:cubicBezTo>
                    <a:cubicBezTo>
                      <a:pt x="0" y="23"/>
                      <a:pt x="10" y="33"/>
                      <a:pt x="16" y="34"/>
                    </a:cubicBezTo>
                    <a:cubicBezTo>
                      <a:pt x="12" y="32"/>
                      <a:pt x="12" y="26"/>
                      <a:pt x="20" y="22"/>
                    </a:cubicBezTo>
                    <a:close/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2" name="Freeform 1739">
                <a:extLst>
                  <a:ext uri="{FF2B5EF4-FFF2-40B4-BE49-F238E27FC236}">
                    <a16:creationId xmlns:a16="http://schemas.microsoft.com/office/drawing/2014/main" id="{892471CA-796B-4061-B85A-85374C046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170"/>
                <a:ext cx="49" cy="71"/>
              </a:xfrm>
              <a:custGeom>
                <a:avLst/>
                <a:gdLst>
                  <a:gd name="T0" fmla="*/ 0 w 24"/>
                  <a:gd name="T1" fmla="*/ 329 h 33"/>
                  <a:gd name="T2" fmla="*/ 196 w 24"/>
                  <a:gd name="T3" fmla="*/ 120 h 33"/>
                  <a:gd name="T4" fmla="*/ 129 w 24"/>
                  <a:gd name="T5" fmla="*/ 0 h 33"/>
                  <a:gd name="T6" fmla="*/ 145 w 24"/>
                  <a:gd name="T7" fmla="*/ 157 h 33"/>
                  <a:gd name="T8" fmla="*/ 0 w 24"/>
                  <a:gd name="T9" fmla="*/ 32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3">
                    <a:moveTo>
                      <a:pt x="0" y="33"/>
                    </a:moveTo>
                    <a:cubicBezTo>
                      <a:pt x="13" y="24"/>
                      <a:pt x="22" y="18"/>
                      <a:pt x="23" y="12"/>
                    </a:cubicBezTo>
                    <a:cubicBezTo>
                      <a:pt x="24" y="6"/>
                      <a:pt x="15" y="0"/>
                      <a:pt x="15" y="0"/>
                    </a:cubicBezTo>
                    <a:cubicBezTo>
                      <a:pt x="18" y="4"/>
                      <a:pt x="21" y="11"/>
                      <a:pt x="17" y="16"/>
                    </a:cubicBezTo>
                    <a:cubicBezTo>
                      <a:pt x="13" y="21"/>
                      <a:pt x="0" y="33"/>
                      <a:pt x="0" y="33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3" name="Freeform 1740">
                <a:extLst>
                  <a:ext uri="{FF2B5EF4-FFF2-40B4-BE49-F238E27FC236}">
                    <a16:creationId xmlns:a16="http://schemas.microsoft.com/office/drawing/2014/main" id="{6112F64B-4C36-43F1-B5B9-32580961A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232"/>
                <a:ext cx="94" cy="30"/>
              </a:xfrm>
              <a:custGeom>
                <a:avLst/>
                <a:gdLst>
                  <a:gd name="T0" fmla="*/ 0 w 47"/>
                  <a:gd name="T1" fmla="*/ 9 h 14"/>
                  <a:gd name="T2" fmla="*/ 280 w 47"/>
                  <a:gd name="T3" fmla="*/ 129 h 14"/>
                  <a:gd name="T4" fmla="*/ 376 w 47"/>
                  <a:gd name="T5" fmla="*/ 0 h 14"/>
                  <a:gd name="T6" fmla="*/ 192 w 47"/>
                  <a:gd name="T7" fmla="*/ 69 h 14"/>
                  <a:gd name="T8" fmla="*/ 0 w 47"/>
                  <a:gd name="T9" fmla="*/ 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4">
                    <a:moveTo>
                      <a:pt x="0" y="1"/>
                    </a:moveTo>
                    <a:cubicBezTo>
                      <a:pt x="7" y="8"/>
                      <a:pt x="29" y="14"/>
                      <a:pt x="35" y="13"/>
                    </a:cubicBezTo>
                    <a:cubicBezTo>
                      <a:pt x="41" y="12"/>
                      <a:pt x="47" y="0"/>
                      <a:pt x="47" y="0"/>
                    </a:cubicBezTo>
                    <a:cubicBezTo>
                      <a:pt x="45" y="4"/>
                      <a:pt x="32" y="9"/>
                      <a:pt x="24" y="7"/>
                    </a:cubicBezTo>
                    <a:cubicBezTo>
                      <a:pt x="16" y="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4" name="Freeform 1741">
                <a:extLst>
                  <a:ext uri="{FF2B5EF4-FFF2-40B4-BE49-F238E27FC236}">
                    <a16:creationId xmlns:a16="http://schemas.microsoft.com/office/drawing/2014/main" id="{9FB170BC-9405-4A5F-97E3-0875461CF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202"/>
                <a:ext cx="10" cy="30"/>
              </a:xfrm>
              <a:custGeom>
                <a:avLst/>
                <a:gdLst>
                  <a:gd name="T0" fmla="*/ 24 w 5"/>
                  <a:gd name="T1" fmla="*/ 0 h 14"/>
                  <a:gd name="T2" fmla="*/ 0 w 5"/>
                  <a:gd name="T3" fmla="*/ 13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3" y="0"/>
                    </a:moveTo>
                    <a:cubicBezTo>
                      <a:pt x="5" y="5"/>
                      <a:pt x="4" y="11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5" name="Freeform 1742">
                <a:extLst>
                  <a:ext uri="{FF2B5EF4-FFF2-40B4-BE49-F238E27FC236}">
                    <a16:creationId xmlns:a16="http://schemas.microsoft.com/office/drawing/2014/main" id="{7D3E8E26-F46E-4C6E-A38B-EE0AAA45D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202"/>
                <a:ext cx="10" cy="32"/>
              </a:xfrm>
              <a:custGeom>
                <a:avLst/>
                <a:gdLst>
                  <a:gd name="T0" fmla="*/ 40 w 5"/>
                  <a:gd name="T1" fmla="*/ 145 h 15"/>
                  <a:gd name="T2" fmla="*/ 16 w 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5" y="15"/>
                    </a:moveTo>
                    <a:cubicBezTo>
                      <a:pt x="0" y="11"/>
                      <a:pt x="2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09" name="Group 2655">
              <a:extLst>
                <a:ext uri="{FF2B5EF4-FFF2-40B4-BE49-F238E27FC236}">
                  <a16:creationId xmlns:a16="http://schemas.microsoft.com/office/drawing/2014/main" id="{61617144-F2A2-4CE8-BC4D-0E6ADE7867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89575" y="3281363"/>
              <a:ext cx="685800" cy="595312"/>
              <a:chOff x="1680" y="2067"/>
              <a:chExt cx="432" cy="375"/>
            </a:xfrm>
          </p:grpSpPr>
          <p:sp>
            <p:nvSpPr>
              <p:cNvPr id="77571" name="Freeform 1745">
                <a:extLst>
                  <a:ext uri="{FF2B5EF4-FFF2-40B4-BE49-F238E27FC236}">
                    <a16:creationId xmlns:a16="http://schemas.microsoft.com/office/drawing/2014/main" id="{D5C262E8-5D54-4016-92E0-7BAF5A7BD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134"/>
                <a:ext cx="417" cy="304"/>
              </a:xfrm>
              <a:custGeom>
                <a:avLst/>
                <a:gdLst>
                  <a:gd name="T0" fmla="*/ 41 w 563"/>
                  <a:gd name="T1" fmla="*/ 174 h 385"/>
                  <a:gd name="T2" fmla="*/ 71 w 563"/>
                  <a:gd name="T3" fmla="*/ 139 h 385"/>
                  <a:gd name="T4" fmla="*/ 102 w 563"/>
                  <a:gd name="T5" fmla="*/ 108 h 385"/>
                  <a:gd name="T6" fmla="*/ 134 w 563"/>
                  <a:gd name="T7" fmla="*/ 81 h 385"/>
                  <a:gd name="T8" fmla="*/ 184 w 563"/>
                  <a:gd name="T9" fmla="*/ 48 h 385"/>
                  <a:gd name="T10" fmla="*/ 204 w 563"/>
                  <a:gd name="T11" fmla="*/ 34 h 385"/>
                  <a:gd name="T12" fmla="*/ 225 w 563"/>
                  <a:gd name="T13" fmla="*/ 6 h 385"/>
                  <a:gd name="T14" fmla="*/ 185 w 563"/>
                  <a:gd name="T15" fmla="*/ 28 h 385"/>
                  <a:gd name="T16" fmla="*/ 147 w 563"/>
                  <a:gd name="T17" fmla="*/ 39 h 385"/>
                  <a:gd name="T18" fmla="*/ 119 w 563"/>
                  <a:gd name="T19" fmla="*/ 46 h 385"/>
                  <a:gd name="T20" fmla="*/ 87 w 563"/>
                  <a:gd name="T21" fmla="*/ 71 h 385"/>
                  <a:gd name="T22" fmla="*/ 54 w 563"/>
                  <a:gd name="T23" fmla="*/ 82 h 385"/>
                  <a:gd name="T24" fmla="*/ 37 w 563"/>
                  <a:gd name="T25" fmla="*/ 126 h 385"/>
                  <a:gd name="T26" fmla="*/ 16 w 563"/>
                  <a:gd name="T27" fmla="*/ 156 h 385"/>
                  <a:gd name="T28" fmla="*/ 6 w 563"/>
                  <a:gd name="T29" fmla="*/ 184 h 385"/>
                  <a:gd name="T30" fmla="*/ 41 w 563"/>
                  <a:gd name="T31" fmla="*/ 174 h 3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63" h="385">
                    <a:moveTo>
                      <a:pt x="101" y="353"/>
                    </a:moveTo>
                    <a:cubicBezTo>
                      <a:pt x="144" y="322"/>
                      <a:pt x="147" y="302"/>
                      <a:pt x="174" y="283"/>
                    </a:cubicBezTo>
                    <a:cubicBezTo>
                      <a:pt x="200" y="264"/>
                      <a:pt x="217" y="247"/>
                      <a:pt x="251" y="219"/>
                    </a:cubicBezTo>
                    <a:cubicBezTo>
                      <a:pt x="276" y="198"/>
                      <a:pt x="318" y="178"/>
                      <a:pt x="329" y="163"/>
                    </a:cubicBezTo>
                    <a:cubicBezTo>
                      <a:pt x="372" y="166"/>
                      <a:pt x="394" y="137"/>
                      <a:pt x="453" y="97"/>
                    </a:cubicBezTo>
                    <a:cubicBezTo>
                      <a:pt x="466" y="88"/>
                      <a:pt x="491" y="80"/>
                      <a:pt x="502" y="69"/>
                    </a:cubicBezTo>
                    <a:cubicBezTo>
                      <a:pt x="539" y="32"/>
                      <a:pt x="563" y="19"/>
                      <a:pt x="554" y="11"/>
                    </a:cubicBezTo>
                    <a:cubicBezTo>
                      <a:pt x="542" y="0"/>
                      <a:pt x="505" y="38"/>
                      <a:pt x="455" y="57"/>
                    </a:cubicBezTo>
                    <a:cubicBezTo>
                      <a:pt x="405" y="76"/>
                      <a:pt x="399" y="73"/>
                      <a:pt x="362" y="78"/>
                    </a:cubicBezTo>
                    <a:cubicBezTo>
                      <a:pt x="326" y="82"/>
                      <a:pt x="317" y="81"/>
                      <a:pt x="293" y="94"/>
                    </a:cubicBezTo>
                    <a:cubicBezTo>
                      <a:pt x="269" y="108"/>
                      <a:pt x="239" y="128"/>
                      <a:pt x="213" y="144"/>
                    </a:cubicBezTo>
                    <a:cubicBezTo>
                      <a:pt x="186" y="159"/>
                      <a:pt x="167" y="144"/>
                      <a:pt x="133" y="167"/>
                    </a:cubicBezTo>
                    <a:cubicBezTo>
                      <a:pt x="99" y="190"/>
                      <a:pt x="93" y="234"/>
                      <a:pt x="91" y="256"/>
                    </a:cubicBezTo>
                    <a:cubicBezTo>
                      <a:pt x="89" y="278"/>
                      <a:pt x="60" y="296"/>
                      <a:pt x="41" y="316"/>
                    </a:cubicBezTo>
                    <a:cubicBezTo>
                      <a:pt x="16" y="340"/>
                      <a:pt x="0" y="358"/>
                      <a:pt x="15" y="373"/>
                    </a:cubicBezTo>
                    <a:cubicBezTo>
                      <a:pt x="26" y="385"/>
                      <a:pt x="58" y="384"/>
                      <a:pt x="101" y="353"/>
                    </a:cubicBezTo>
                    <a:close/>
                  </a:path>
                </a:pathLst>
              </a:custGeom>
              <a:solidFill>
                <a:srgbClr val="7D4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2" name="Freeform 1746">
                <a:extLst>
                  <a:ext uri="{FF2B5EF4-FFF2-40B4-BE49-F238E27FC236}">
                    <a16:creationId xmlns:a16="http://schemas.microsoft.com/office/drawing/2014/main" id="{A1B2DBCE-B0A6-42B5-8DB7-65DF61590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067"/>
                <a:ext cx="426" cy="361"/>
              </a:xfrm>
              <a:custGeom>
                <a:avLst/>
                <a:gdLst>
                  <a:gd name="T0" fmla="*/ 24 w 575"/>
                  <a:gd name="T1" fmla="*/ 196 h 458"/>
                  <a:gd name="T2" fmla="*/ 45 w 575"/>
                  <a:gd name="T3" fmla="*/ 167 h 458"/>
                  <a:gd name="T4" fmla="*/ 62 w 575"/>
                  <a:gd name="T5" fmla="*/ 124 h 458"/>
                  <a:gd name="T6" fmla="*/ 95 w 575"/>
                  <a:gd name="T7" fmla="*/ 113 h 458"/>
                  <a:gd name="T8" fmla="*/ 127 w 575"/>
                  <a:gd name="T9" fmla="*/ 87 h 458"/>
                  <a:gd name="T10" fmla="*/ 156 w 575"/>
                  <a:gd name="T11" fmla="*/ 80 h 458"/>
                  <a:gd name="T12" fmla="*/ 193 w 575"/>
                  <a:gd name="T13" fmla="*/ 69 h 458"/>
                  <a:gd name="T14" fmla="*/ 233 w 575"/>
                  <a:gd name="T15" fmla="*/ 47 h 458"/>
                  <a:gd name="T16" fmla="*/ 234 w 575"/>
                  <a:gd name="T17" fmla="*/ 47 h 458"/>
                  <a:gd name="T18" fmla="*/ 200 w 575"/>
                  <a:gd name="T19" fmla="*/ 29 h 458"/>
                  <a:gd name="T20" fmla="*/ 166 w 575"/>
                  <a:gd name="T21" fmla="*/ 27 h 458"/>
                  <a:gd name="T22" fmla="*/ 155 w 575"/>
                  <a:gd name="T23" fmla="*/ 29 h 458"/>
                  <a:gd name="T24" fmla="*/ 39 w 575"/>
                  <a:gd name="T25" fmla="*/ 17 h 458"/>
                  <a:gd name="T26" fmla="*/ 4 w 575"/>
                  <a:gd name="T27" fmla="*/ 84 h 458"/>
                  <a:gd name="T28" fmla="*/ 7 w 575"/>
                  <a:gd name="T29" fmla="*/ 164 h 458"/>
                  <a:gd name="T30" fmla="*/ 14 w 575"/>
                  <a:gd name="T31" fmla="*/ 225 h 458"/>
                  <a:gd name="T32" fmla="*/ 24 w 575"/>
                  <a:gd name="T33" fmla="*/ 196 h 4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5" h="458">
                    <a:moveTo>
                      <a:pt x="61" y="401"/>
                    </a:moveTo>
                    <a:cubicBezTo>
                      <a:pt x="80" y="381"/>
                      <a:pt x="109" y="363"/>
                      <a:pt x="111" y="341"/>
                    </a:cubicBezTo>
                    <a:cubicBezTo>
                      <a:pt x="113" y="319"/>
                      <a:pt x="119" y="275"/>
                      <a:pt x="153" y="252"/>
                    </a:cubicBezTo>
                    <a:cubicBezTo>
                      <a:pt x="187" y="229"/>
                      <a:pt x="206" y="244"/>
                      <a:pt x="233" y="229"/>
                    </a:cubicBezTo>
                    <a:cubicBezTo>
                      <a:pt x="259" y="213"/>
                      <a:pt x="289" y="193"/>
                      <a:pt x="313" y="179"/>
                    </a:cubicBezTo>
                    <a:cubicBezTo>
                      <a:pt x="337" y="166"/>
                      <a:pt x="346" y="167"/>
                      <a:pt x="382" y="163"/>
                    </a:cubicBezTo>
                    <a:cubicBezTo>
                      <a:pt x="419" y="158"/>
                      <a:pt x="425" y="161"/>
                      <a:pt x="475" y="142"/>
                    </a:cubicBezTo>
                    <a:cubicBezTo>
                      <a:pt x="525" y="123"/>
                      <a:pt x="562" y="85"/>
                      <a:pt x="574" y="96"/>
                    </a:cubicBezTo>
                    <a:cubicBezTo>
                      <a:pt x="574" y="96"/>
                      <a:pt x="574" y="96"/>
                      <a:pt x="575" y="96"/>
                    </a:cubicBezTo>
                    <a:cubicBezTo>
                      <a:pt x="573" y="75"/>
                      <a:pt x="536" y="70"/>
                      <a:pt x="493" y="60"/>
                    </a:cubicBezTo>
                    <a:cubicBezTo>
                      <a:pt x="465" y="54"/>
                      <a:pt x="428" y="48"/>
                      <a:pt x="407" y="54"/>
                    </a:cubicBezTo>
                    <a:cubicBezTo>
                      <a:pt x="398" y="56"/>
                      <a:pt x="389" y="60"/>
                      <a:pt x="380" y="59"/>
                    </a:cubicBezTo>
                    <a:cubicBezTo>
                      <a:pt x="341" y="53"/>
                      <a:pt x="187" y="0"/>
                      <a:pt x="94" y="35"/>
                    </a:cubicBezTo>
                    <a:cubicBezTo>
                      <a:pt x="40" y="55"/>
                      <a:pt x="20" y="107"/>
                      <a:pt x="11" y="171"/>
                    </a:cubicBezTo>
                    <a:cubicBezTo>
                      <a:pt x="0" y="255"/>
                      <a:pt x="15" y="306"/>
                      <a:pt x="17" y="335"/>
                    </a:cubicBezTo>
                    <a:cubicBezTo>
                      <a:pt x="19" y="362"/>
                      <a:pt x="3" y="434"/>
                      <a:pt x="35" y="458"/>
                    </a:cubicBezTo>
                    <a:cubicBezTo>
                      <a:pt x="20" y="443"/>
                      <a:pt x="36" y="425"/>
                      <a:pt x="61" y="401"/>
                    </a:cubicBezTo>
                    <a:close/>
                  </a:path>
                </a:pathLst>
              </a:custGeom>
              <a:solidFill>
                <a:srgbClr val="9C71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3" name="Freeform 1747">
                <a:extLst>
                  <a:ext uri="{FF2B5EF4-FFF2-40B4-BE49-F238E27FC236}">
                    <a16:creationId xmlns:a16="http://schemas.microsoft.com/office/drawing/2014/main" id="{3944F195-14D6-4F69-A787-AEFBB1937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084"/>
                <a:ext cx="180" cy="138"/>
              </a:xfrm>
              <a:custGeom>
                <a:avLst/>
                <a:gdLst>
                  <a:gd name="T0" fmla="*/ 98 w 244"/>
                  <a:gd name="T1" fmla="*/ 13 h 176"/>
                  <a:gd name="T2" fmla="*/ 26 w 244"/>
                  <a:gd name="T3" fmla="*/ 13 h 176"/>
                  <a:gd name="T4" fmla="*/ 0 w 244"/>
                  <a:gd name="T5" fmla="*/ 85 h 176"/>
                  <a:gd name="T6" fmla="*/ 30 w 244"/>
                  <a:gd name="T7" fmla="*/ 15 h 176"/>
                  <a:gd name="T8" fmla="*/ 98 w 244"/>
                  <a:gd name="T9" fmla="*/ 13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176">
                    <a:moveTo>
                      <a:pt x="244" y="25"/>
                    </a:moveTo>
                    <a:cubicBezTo>
                      <a:pt x="208" y="14"/>
                      <a:pt x="112" y="0"/>
                      <a:pt x="65" y="28"/>
                    </a:cubicBezTo>
                    <a:cubicBezTo>
                      <a:pt x="19" y="56"/>
                      <a:pt x="4" y="113"/>
                      <a:pt x="0" y="176"/>
                    </a:cubicBezTo>
                    <a:cubicBezTo>
                      <a:pt x="7" y="144"/>
                      <a:pt x="19" y="53"/>
                      <a:pt x="75" y="31"/>
                    </a:cubicBezTo>
                    <a:cubicBezTo>
                      <a:pt x="130" y="8"/>
                      <a:pt x="188" y="15"/>
                      <a:pt x="244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4" name="Freeform 1748">
                <a:extLst>
                  <a:ext uri="{FF2B5EF4-FFF2-40B4-BE49-F238E27FC236}">
                    <a16:creationId xmlns:a16="http://schemas.microsoft.com/office/drawing/2014/main" id="{93DBC9EC-E14B-49F9-8B6B-77AB5DBCE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085"/>
                <a:ext cx="197" cy="262"/>
              </a:xfrm>
              <a:custGeom>
                <a:avLst/>
                <a:gdLst>
                  <a:gd name="T0" fmla="*/ 39 w 266"/>
                  <a:gd name="T1" fmla="*/ 22 h 332"/>
                  <a:gd name="T2" fmla="*/ 10 w 266"/>
                  <a:gd name="T3" fmla="*/ 84 h 332"/>
                  <a:gd name="T4" fmla="*/ 5 w 266"/>
                  <a:gd name="T5" fmla="*/ 163 h 332"/>
                  <a:gd name="T6" fmla="*/ 1 w 266"/>
                  <a:gd name="T7" fmla="*/ 85 h 332"/>
                  <a:gd name="T8" fmla="*/ 30 w 266"/>
                  <a:gd name="T9" fmla="*/ 13 h 332"/>
                  <a:gd name="T10" fmla="*/ 108 w 266"/>
                  <a:gd name="T11" fmla="*/ 13 h 332"/>
                  <a:gd name="T12" fmla="*/ 39 w 266"/>
                  <a:gd name="T13" fmla="*/ 22 h 3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6" h="332">
                    <a:moveTo>
                      <a:pt x="97" y="44"/>
                    </a:moveTo>
                    <a:cubicBezTo>
                      <a:pt x="39" y="69"/>
                      <a:pt x="27" y="134"/>
                      <a:pt x="23" y="172"/>
                    </a:cubicBezTo>
                    <a:cubicBezTo>
                      <a:pt x="19" y="209"/>
                      <a:pt x="20" y="303"/>
                      <a:pt x="12" y="332"/>
                    </a:cubicBezTo>
                    <a:cubicBezTo>
                      <a:pt x="15" y="310"/>
                      <a:pt x="0" y="237"/>
                      <a:pt x="4" y="174"/>
                    </a:cubicBezTo>
                    <a:cubicBezTo>
                      <a:pt x="8" y="111"/>
                      <a:pt x="27" y="56"/>
                      <a:pt x="73" y="28"/>
                    </a:cubicBezTo>
                    <a:cubicBezTo>
                      <a:pt x="120" y="0"/>
                      <a:pt x="231" y="13"/>
                      <a:pt x="266" y="25"/>
                    </a:cubicBezTo>
                    <a:cubicBezTo>
                      <a:pt x="245" y="21"/>
                      <a:pt x="153" y="20"/>
                      <a:pt x="97" y="44"/>
                    </a:cubicBezTo>
                    <a:close/>
                  </a:path>
                </a:pathLst>
              </a:custGeom>
              <a:solidFill>
                <a:srgbClr val="B39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5" name="Freeform 1749">
                <a:extLst>
                  <a:ext uri="{FF2B5EF4-FFF2-40B4-BE49-F238E27FC236}">
                    <a16:creationId xmlns:a16="http://schemas.microsoft.com/office/drawing/2014/main" id="{D64ACB45-98A8-48B7-B931-BDEE651D8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111"/>
                <a:ext cx="130" cy="78"/>
              </a:xfrm>
              <a:custGeom>
                <a:avLst/>
                <a:gdLst>
                  <a:gd name="T0" fmla="*/ 71 w 176"/>
                  <a:gd name="T1" fmla="*/ 9 h 100"/>
                  <a:gd name="T2" fmla="*/ 38 w 176"/>
                  <a:gd name="T3" fmla="*/ 2 h 100"/>
                  <a:gd name="T4" fmla="*/ 22 w 176"/>
                  <a:gd name="T5" fmla="*/ 10 h 100"/>
                  <a:gd name="T6" fmla="*/ 10 w 176"/>
                  <a:gd name="T7" fmla="*/ 32 h 100"/>
                  <a:gd name="T8" fmla="*/ 0 w 176"/>
                  <a:gd name="T9" fmla="*/ 48 h 100"/>
                  <a:gd name="T10" fmla="*/ 21 w 176"/>
                  <a:gd name="T11" fmla="*/ 25 h 100"/>
                  <a:gd name="T12" fmla="*/ 71 w 176"/>
                  <a:gd name="T13" fmla="*/ 9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100">
                    <a:moveTo>
                      <a:pt x="176" y="18"/>
                    </a:moveTo>
                    <a:cubicBezTo>
                      <a:pt x="150" y="8"/>
                      <a:pt x="109" y="3"/>
                      <a:pt x="94" y="3"/>
                    </a:cubicBezTo>
                    <a:cubicBezTo>
                      <a:pt x="75" y="4"/>
                      <a:pt x="60" y="10"/>
                      <a:pt x="55" y="22"/>
                    </a:cubicBezTo>
                    <a:cubicBezTo>
                      <a:pt x="50" y="34"/>
                      <a:pt x="38" y="53"/>
                      <a:pt x="25" y="67"/>
                    </a:cubicBezTo>
                    <a:cubicBezTo>
                      <a:pt x="12" y="81"/>
                      <a:pt x="3" y="91"/>
                      <a:pt x="0" y="100"/>
                    </a:cubicBezTo>
                    <a:cubicBezTo>
                      <a:pt x="14" y="86"/>
                      <a:pt x="40" y="71"/>
                      <a:pt x="52" y="52"/>
                    </a:cubicBezTo>
                    <a:cubicBezTo>
                      <a:pt x="64" y="33"/>
                      <a:pt x="89" y="0"/>
                      <a:pt x="176" y="18"/>
                    </a:cubicBezTo>
                    <a:close/>
                  </a:path>
                </a:pathLst>
              </a:custGeom>
              <a:solidFill>
                <a:srgbClr val="B39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6" name="Freeform 1750">
                <a:extLst>
                  <a:ext uri="{FF2B5EF4-FFF2-40B4-BE49-F238E27FC236}">
                    <a16:creationId xmlns:a16="http://schemas.microsoft.com/office/drawing/2014/main" id="{F4F26F19-D8FF-41B1-9FC9-BC106D83A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109"/>
                <a:ext cx="69" cy="57"/>
              </a:xfrm>
              <a:custGeom>
                <a:avLst/>
                <a:gdLst>
                  <a:gd name="T0" fmla="*/ 0 w 93"/>
                  <a:gd name="T1" fmla="*/ 35 h 73"/>
                  <a:gd name="T2" fmla="*/ 13 w 93"/>
                  <a:gd name="T3" fmla="*/ 10 h 73"/>
                  <a:gd name="T4" fmla="*/ 38 w 93"/>
                  <a:gd name="T5" fmla="*/ 3 h 73"/>
                  <a:gd name="T6" fmla="*/ 14 w 93"/>
                  <a:gd name="T7" fmla="*/ 12 h 73"/>
                  <a:gd name="T8" fmla="*/ 0 w 93"/>
                  <a:gd name="T9" fmla="*/ 35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73">
                    <a:moveTo>
                      <a:pt x="0" y="73"/>
                    </a:moveTo>
                    <a:cubicBezTo>
                      <a:pt x="13" y="57"/>
                      <a:pt x="23" y="36"/>
                      <a:pt x="32" y="22"/>
                    </a:cubicBezTo>
                    <a:cubicBezTo>
                      <a:pt x="41" y="9"/>
                      <a:pt x="59" y="0"/>
                      <a:pt x="93" y="6"/>
                    </a:cubicBezTo>
                    <a:cubicBezTo>
                      <a:pt x="73" y="5"/>
                      <a:pt x="49" y="6"/>
                      <a:pt x="35" y="25"/>
                    </a:cubicBezTo>
                    <a:cubicBezTo>
                      <a:pt x="21" y="47"/>
                      <a:pt x="9" y="66"/>
                      <a:pt x="0" y="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7" name="Freeform 1751">
                <a:extLst>
                  <a:ext uri="{FF2B5EF4-FFF2-40B4-BE49-F238E27FC236}">
                    <a16:creationId xmlns:a16="http://schemas.microsoft.com/office/drawing/2014/main" id="{83C0B5AF-7513-44A5-9F1F-59FC85208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282"/>
                <a:ext cx="206" cy="160"/>
              </a:xfrm>
              <a:custGeom>
                <a:avLst/>
                <a:gdLst>
                  <a:gd name="T0" fmla="*/ 15 w 278"/>
                  <a:gd name="T1" fmla="*/ 92 h 202"/>
                  <a:gd name="T2" fmla="*/ 2 w 278"/>
                  <a:gd name="T3" fmla="*/ 89 h 202"/>
                  <a:gd name="T4" fmla="*/ 5 w 278"/>
                  <a:gd name="T5" fmla="*/ 74 h 202"/>
                  <a:gd name="T6" fmla="*/ 29 w 278"/>
                  <a:gd name="T7" fmla="*/ 48 h 202"/>
                  <a:gd name="T8" fmla="*/ 34 w 278"/>
                  <a:gd name="T9" fmla="*/ 38 h 202"/>
                  <a:gd name="T10" fmla="*/ 35 w 278"/>
                  <a:gd name="T11" fmla="*/ 30 h 202"/>
                  <a:gd name="T12" fmla="*/ 40 w 278"/>
                  <a:gd name="T13" fmla="*/ 31 h 202"/>
                  <a:gd name="T14" fmla="*/ 39 w 278"/>
                  <a:gd name="T15" fmla="*/ 44 h 202"/>
                  <a:gd name="T16" fmla="*/ 18 w 278"/>
                  <a:gd name="T17" fmla="*/ 70 h 202"/>
                  <a:gd name="T18" fmla="*/ 14 w 278"/>
                  <a:gd name="T19" fmla="*/ 86 h 202"/>
                  <a:gd name="T20" fmla="*/ 36 w 278"/>
                  <a:gd name="T21" fmla="*/ 75 h 202"/>
                  <a:gd name="T22" fmla="*/ 50 w 278"/>
                  <a:gd name="T23" fmla="*/ 55 h 202"/>
                  <a:gd name="T24" fmla="*/ 59 w 278"/>
                  <a:gd name="T25" fmla="*/ 45 h 202"/>
                  <a:gd name="T26" fmla="*/ 68 w 278"/>
                  <a:gd name="T27" fmla="*/ 37 h 202"/>
                  <a:gd name="T28" fmla="*/ 113 w 278"/>
                  <a:gd name="T29" fmla="*/ 0 h 202"/>
                  <a:gd name="T30" fmla="*/ 113 w 278"/>
                  <a:gd name="T31" fmla="*/ 2 h 202"/>
                  <a:gd name="T32" fmla="*/ 77 w 278"/>
                  <a:gd name="T33" fmla="*/ 35 h 202"/>
                  <a:gd name="T34" fmla="*/ 67 w 278"/>
                  <a:gd name="T35" fmla="*/ 47 h 202"/>
                  <a:gd name="T36" fmla="*/ 56 w 278"/>
                  <a:gd name="T37" fmla="*/ 59 h 202"/>
                  <a:gd name="T38" fmla="*/ 29 w 278"/>
                  <a:gd name="T39" fmla="*/ 87 h 202"/>
                  <a:gd name="T40" fmla="*/ 3 w 278"/>
                  <a:gd name="T41" fmla="*/ 87 h 20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78" h="202">
                    <a:moveTo>
                      <a:pt x="36" y="185"/>
                    </a:moveTo>
                    <a:cubicBezTo>
                      <a:pt x="26" y="189"/>
                      <a:pt x="12" y="189"/>
                      <a:pt x="6" y="179"/>
                    </a:cubicBezTo>
                    <a:cubicBezTo>
                      <a:pt x="0" y="170"/>
                      <a:pt x="8" y="158"/>
                      <a:pt x="14" y="150"/>
                    </a:cubicBezTo>
                    <a:cubicBezTo>
                      <a:pt x="30" y="129"/>
                      <a:pt x="52" y="114"/>
                      <a:pt x="70" y="96"/>
                    </a:cubicBezTo>
                    <a:cubicBezTo>
                      <a:pt x="76" y="90"/>
                      <a:pt x="80" y="84"/>
                      <a:pt x="83" y="77"/>
                    </a:cubicBezTo>
                    <a:cubicBezTo>
                      <a:pt x="86" y="72"/>
                      <a:pt x="85" y="66"/>
                      <a:pt x="87" y="60"/>
                    </a:cubicBezTo>
                    <a:cubicBezTo>
                      <a:pt x="90" y="53"/>
                      <a:pt x="95" y="56"/>
                      <a:pt x="98" y="62"/>
                    </a:cubicBezTo>
                    <a:cubicBezTo>
                      <a:pt x="102" y="70"/>
                      <a:pt x="100" y="80"/>
                      <a:pt x="96" y="88"/>
                    </a:cubicBezTo>
                    <a:cubicBezTo>
                      <a:pt x="84" y="110"/>
                      <a:pt x="62" y="125"/>
                      <a:pt x="44" y="142"/>
                    </a:cubicBezTo>
                    <a:cubicBezTo>
                      <a:pt x="35" y="151"/>
                      <a:pt x="13" y="171"/>
                      <a:pt x="34" y="174"/>
                    </a:cubicBezTo>
                    <a:cubicBezTo>
                      <a:pt x="52" y="177"/>
                      <a:pt x="76" y="164"/>
                      <a:pt x="89" y="152"/>
                    </a:cubicBezTo>
                    <a:cubicBezTo>
                      <a:pt x="96" y="146"/>
                      <a:pt x="117" y="119"/>
                      <a:pt x="123" y="112"/>
                    </a:cubicBezTo>
                    <a:cubicBezTo>
                      <a:pt x="130" y="104"/>
                      <a:pt x="136" y="97"/>
                      <a:pt x="144" y="91"/>
                    </a:cubicBezTo>
                    <a:cubicBezTo>
                      <a:pt x="152" y="86"/>
                      <a:pt x="161" y="81"/>
                      <a:pt x="167" y="74"/>
                    </a:cubicBezTo>
                    <a:cubicBezTo>
                      <a:pt x="190" y="49"/>
                      <a:pt x="272" y="2"/>
                      <a:pt x="278" y="0"/>
                    </a:cubicBezTo>
                    <a:cubicBezTo>
                      <a:pt x="277" y="2"/>
                      <a:pt x="277" y="2"/>
                      <a:pt x="277" y="2"/>
                    </a:cubicBezTo>
                    <a:cubicBezTo>
                      <a:pt x="255" y="17"/>
                      <a:pt x="204" y="56"/>
                      <a:pt x="190" y="71"/>
                    </a:cubicBezTo>
                    <a:cubicBezTo>
                      <a:pt x="181" y="78"/>
                      <a:pt x="174" y="87"/>
                      <a:pt x="165" y="94"/>
                    </a:cubicBezTo>
                    <a:cubicBezTo>
                      <a:pt x="156" y="102"/>
                      <a:pt x="144" y="110"/>
                      <a:pt x="136" y="119"/>
                    </a:cubicBezTo>
                    <a:cubicBezTo>
                      <a:pt x="118" y="140"/>
                      <a:pt x="97" y="162"/>
                      <a:pt x="72" y="175"/>
                    </a:cubicBezTo>
                    <a:cubicBezTo>
                      <a:pt x="62" y="180"/>
                      <a:pt x="3" y="202"/>
                      <a:pt x="7" y="176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8" name="Freeform 1752">
                <a:extLst>
                  <a:ext uri="{FF2B5EF4-FFF2-40B4-BE49-F238E27FC236}">
                    <a16:creationId xmlns:a16="http://schemas.microsoft.com/office/drawing/2014/main" id="{7AD79BA6-E32B-40FE-B3B2-1DB5B0A39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141"/>
                <a:ext cx="190" cy="121"/>
              </a:xfrm>
              <a:custGeom>
                <a:avLst/>
                <a:gdLst>
                  <a:gd name="T0" fmla="*/ 80 w 256"/>
                  <a:gd name="T1" fmla="*/ 32 h 153"/>
                  <a:gd name="T2" fmla="*/ 102 w 256"/>
                  <a:gd name="T3" fmla="*/ 8 h 153"/>
                  <a:gd name="T4" fmla="*/ 100 w 256"/>
                  <a:gd name="T5" fmla="*/ 2 h 153"/>
                  <a:gd name="T6" fmla="*/ 82 w 256"/>
                  <a:gd name="T7" fmla="*/ 25 h 153"/>
                  <a:gd name="T8" fmla="*/ 59 w 256"/>
                  <a:gd name="T9" fmla="*/ 41 h 153"/>
                  <a:gd name="T10" fmla="*/ 27 w 256"/>
                  <a:gd name="T11" fmla="*/ 63 h 153"/>
                  <a:gd name="T12" fmla="*/ 16 w 256"/>
                  <a:gd name="T13" fmla="*/ 47 h 153"/>
                  <a:gd name="T14" fmla="*/ 49 w 256"/>
                  <a:gd name="T15" fmla="*/ 37 h 153"/>
                  <a:gd name="T16" fmla="*/ 88 w 256"/>
                  <a:gd name="T17" fmla="*/ 9 h 153"/>
                  <a:gd name="T18" fmla="*/ 94 w 256"/>
                  <a:gd name="T19" fmla="*/ 3 h 153"/>
                  <a:gd name="T20" fmla="*/ 63 w 256"/>
                  <a:gd name="T21" fmla="*/ 24 h 153"/>
                  <a:gd name="T22" fmla="*/ 24 w 256"/>
                  <a:gd name="T23" fmla="*/ 34 h 153"/>
                  <a:gd name="T24" fmla="*/ 2 w 256"/>
                  <a:gd name="T25" fmla="*/ 39 h 153"/>
                  <a:gd name="T26" fmla="*/ 1 w 256"/>
                  <a:gd name="T27" fmla="*/ 41 h 153"/>
                  <a:gd name="T28" fmla="*/ 4 w 256"/>
                  <a:gd name="T29" fmla="*/ 57 h 153"/>
                  <a:gd name="T30" fmla="*/ 16 w 256"/>
                  <a:gd name="T31" fmla="*/ 76 h 153"/>
                  <a:gd name="T32" fmla="*/ 27 w 256"/>
                  <a:gd name="T33" fmla="*/ 73 h 153"/>
                  <a:gd name="T34" fmla="*/ 62 w 256"/>
                  <a:gd name="T35" fmla="*/ 43 h 153"/>
                  <a:gd name="T36" fmla="*/ 80 w 256"/>
                  <a:gd name="T37" fmla="*/ 32 h 15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56" h="153">
                    <a:moveTo>
                      <a:pt x="195" y="64"/>
                    </a:moveTo>
                    <a:cubicBezTo>
                      <a:pt x="215" y="41"/>
                      <a:pt x="244" y="23"/>
                      <a:pt x="248" y="16"/>
                    </a:cubicBezTo>
                    <a:cubicBezTo>
                      <a:pt x="256" y="5"/>
                      <a:pt x="249" y="0"/>
                      <a:pt x="245" y="2"/>
                    </a:cubicBezTo>
                    <a:cubicBezTo>
                      <a:pt x="248" y="6"/>
                      <a:pt x="217" y="38"/>
                      <a:pt x="199" y="49"/>
                    </a:cubicBezTo>
                    <a:cubicBezTo>
                      <a:pt x="181" y="60"/>
                      <a:pt x="172" y="63"/>
                      <a:pt x="143" y="83"/>
                    </a:cubicBezTo>
                    <a:cubicBezTo>
                      <a:pt x="120" y="99"/>
                      <a:pt x="83" y="123"/>
                      <a:pt x="66" y="128"/>
                    </a:cubicBezTo>
                    <a:cubicBezTo>
                      <a:pt x="49" y="133"/>
                      <a:pt x="37" y="115"/>
                      <a:pt x="40" y="95"/>
                    </a:cubicBezTo>
                    <a:cubicBezTo>
                      <a:pt x="43" y="75"/>
                      <a:pt x="76" y="90"/>
                      <a:pt x="120" y="76"/>
                    </a:cubicBezTo>
                    <a:cubicBezTo>
                      <a:pt x="164" y="62"/>
                      <a:pt x="205" y="29"/>
                      <a:pt x="216" y="19"/>
                    </a:cubicBezTo>
                    <a:cubicBezTo>
                      <a:pt x="222" y="15"/>
                      <a:pt x="229" y="8"/>
                      <a:pt x="231" y="6"/>
                    </a:cubicBezTo>
                    <a:cubicBezTo>
                      <a:pt x="212" y="16"/>
                      <a:pt x="186" y="36"/>
                      <a:pt x="154" y="48"/>
                    </a:cubicBezTo>
                    <a:cubicBezTo>
                      <a:pt x="104" y="67"/>
                      <a:pt x="98" y="64"/>
                      <a:pt x="61" y="69"/>
                    </a:cubicBezTo>
                    <a:cubicBezTo>
                      <a:pt x="33" y="72"/>
                      <a:pt x="21" y="72"/>
                      <a:pt x="5" y="79"/>
                    </a:cubicBezTo>
                    <a:cubicBezTo>
                      <a:pt x="3" y="80"/>
                      <a:pt x="1" y="82"/>
                      <a:pt x="1" y="84"/>
                    </a:cubicBezTo>
                    <a:cubicBezTo>
                      <a:pt x="0" y="93"/>
                      <a:pt x="9" y="107"/>
                      <a:pt x="9" y="115"/>
                    </a:cubicBezTo>
                    <a:cubicBezTo>
                      <a:pt x="10" y="137"/>
                      <a:pt x="20" y="153"/>
                      <a:pt x="40" y="153"/>
                    </a:cubicBezTo>
                    <a:cubicBezTo>
                      <a:pt x="47" y="153"/>
                      <a:pt x="56" y="148"/>
                      <a:pt x="65" y="147"/>
                    </a:cubicBezTo>
                    <a:cubicBezTo>
                      <a:pt x="89" y="137"/>
                      <a:pt x="112" y="115"/>
                      <a:pt x="152" y="88"/>
                    </a:cubicBezTo>
                    <a:cubicBezTo>
                      <a:pt x="163" y="80"/>
                      <a:pt x="182" y="72"/>
                      <a:pt x="195" y="64"/>
                    </a:cubicBezTo>
                    <a:close/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9" name="Freeform 1753">
                <a:extLst>
                  <a:ext uri="{FF2B5EF4-FFF2-40B4-BE49-F238E27FC236}">
                    <a16:creationId xmlns:a16="http://schemas.microsoft.com/office/drawing/2014/main" id="{11B09940-178F-43CA-9318-830E239E2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29"/>
                <a:ext cx="38" cy="61"/>
              </a:xfrm>
              <a:custGeom>
                <a:avLst/>
                <a:gdLst>
                  <a:gd name="T0" fmla="*/ 16 w 51"/>
                  <a:gd name="T1" fmla="*/ 0 h 78"/>
                  <a:gd name="T2" fmla="*/ 17 w 51"/>
                  <a:gd name="T3" fmla="*/ 10 h 78"/>
                  <a:gd name="T4" fmla="*/ 21 w 51"/>
                  <a:gd name="T5" fmla="*/ 21 h 78"/>
                  <a:gd name="T6" fmla="*/ 13 w 51"/>
                  <a:gd name="T7" fmla="*/ 29 h 78"/>
                  <a:gd name="T8" fmla="*/ 0 w 51"/>
                  <a:gd name="T9" fmla="*/ 38 h 78"/>
                  <a:gd name="T10" fmla="*/ 16 w 51"/>
                  <a:gd name="T11" fmla="*/ 20 h 78"/>
                  <a:gd name="T12" fmla="*/ 14 w 51"/>
                  <a:gd name="T13" fmla="*/ 2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78">
                    <a:moveTo>
                      <a:pt x="37" y="0"/>
                    </a:moveTo>
                    <a:cubicBezTo>
                      <a:pt x="39" y="7"/>
                      <a:pt x="39" y="15"/>
                      <a:pt x="42" y="22"/>
                    </a:cubicBezTo>
                    <a:cubicBezTo>
                      <a:pt x="45" y="29"/>
                      <a:pt x="51" y="35"/>
                      <a:pt x="49" y="43"/>
                    </a:cubicBezTo>
                    <a:cubicBezTo>
                      <a:pt x="48" y="50"/>
                      <a:pt x="38" y="56"/>
                      <a:pt x="32" y="60"/>
                    </a:cubicBezTo>
                    <a:cubicBezTo>
                      <a:pt x="23" y="66"/>
                      <a:pt x="11" y="76"/>
                      <a:pt x="0" y="78"/>
                    </a:cubicBezTo>
                    <a:cubicBezTo>
                      <a:pt x="13" y="73"/>
                      <a:pt x="34" y="56"/>
                      <a:pt x="37" y="42"/>
                    </a:cubicBezTo>
                    <a:cubicBezTo>
                      <a:pt x="40" y="29"/>
                      <a:pt x="29" y="15"/>
                      <a:pt x="35" y="2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0" name="Freeform 1754">
                <a:extLst>
                  <a:ext uri="{FF2B5EF4-FFF2-40B4-BE49-F238E27FC236}">
                    <a16:creationId xmlns:a16="http://schemas.microsoft.com/office/drawing/2014/main" id="{016997A3-799B-42C4-9647-E644023AB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211"/>
                <a:ext cx="168" cy="147"/>
              </a:xfrm>
              <a:custGeom>
                <a:avLst/>
                <a:gdLst>
                  <a:gd name="T0" fmla="*/ 88 w 226"/>
                  <a:gd name="T1" fmla="*/ 1 h 186"/>
                  <a:gd name="T2" fmla="*/ 80 w 226"/>
                  <a:gd name="T3" fmla="*/ 6 h 186"/>
                  <a:gd name="T4" fmla="*/ 59 w 226"/>
                  <a:gd name="T5" fmla="*/ 21 h 186"/>
                  <a:gd name="T6" fmla="*/ 50 w 226"/>
                  <a:gd name="T7" fmla="*/ 25 h 186"/>
                  <a:gd name="T8" fmla="*/ 48 w 226"/>
                  <a:gd name="T9" fmla="*/ 26 h 186"/>
                  <a:gd name="T10" fmla="*/ 46 w 226"/>
                  <a:gd name="T11" fmla="*/ 27 h 186"/>
                  <a:gd name="T12" fmla="*/ 42 w 226"/>
                  <a:gd name="T13" fmla="*/ 28 h 186"/>
                  <a:gd name="T14" fmla="*/ 42 w 226"/>
                  <a:gd name="T15" fmla="*/ 27 h 186"/>
                  <a:gd name="T16" fmla="*/ 23 w 226"/>
                  <a:gd name="T17" fmla="*/ 34 h 186"/>
                  <a:gd name="T18" fmla="*/ 6 w 226"/>
                  <a:gd name="T19" fmla="*/ 78 h 186"/>
                  <a:gd name="T20" fmla="*/ 0 w 226"/>
                  <a:gd name="T21" fmla="*/ 92 h 186"/>
                  <a:gd name="T22" fmla="*/ 10 w 226"/>
                  <a:gd name="T23" fmla="*/ 85 h 186"/>
                  <a:gd name="T24" fmla="*/ 33 w 226"/>
                  <a:gd name="T25" fmla="*/ 61 h 186"/>
                  <a:gd name="T26" fmla="*/ 42 w 226"/>
                  <a:gd name="T27" fmla="*/ 35 h 186"/>
                  <a:gd name="T28" fmla="*/ 58 w 226"/>
                  <a:gd name="T29" fmla="*/ 28 h 186"/>
                  <a:gd name="T30" fmla="*/ 68 w 226"/>
                  <a:gd name="T31" fmla="*/ 21 h 186"/>
                  <a:gd name="T32" fmla="*/ 76 w 226"/>
                  <a:gd name="T33" fmla="*/ 13 h 186"/>
                  <a:gd name="T34" fmla="*/ 87 w 226"/>
                  <a:gd name="T35" fmla="*/ 7 h 186"/>
                  <a:gd name="T36" fmla="*/ 92 w 226"/>
                  <a:gd name="T37" fmla="*/ 21 h 186"/>
                  <a:gd name="T38" fmla="*/ 91 w 226"/>
                  <a:gd name="T39" fmla="*/ 5 h 186"/>
                  <a:gd name="T40" fmla="*/ 88 w 226"/>
                  <a:gd name="T41" fmla="*/ 1 h 18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26" h="186">
                    <a:moveTo>
                      <a:pt x="214" y="1"/>
                    </a:moveTo>
                    <a:cubicBezTo>
                      <a:pt x="207" y="3"/>
                      <a:pt x="199" y="7"/>
                      <a:pt x="194" y="11"/>
                    </a:cubicBezTo>
                    <a:cubicBezTo>
                      <a:pt x="179" y="22"/>
                      <a:pt x="159" y="35"/>
                      <a:pt x="143" y="43"/>
                    </a:cubicBezTo>
                    <a:cubicBezTo>
                      <a:pt x="134" y="47"/>
                      <a:pt x="130" y="50"/>
                      <a:pt x="121" y="52"/>
                    </a:cubicBezTo>
                    <a:cubicBezTo>
                      <a:pt x="120" y="53"/>
                      <a:pt x="118" y="53"/>
                      <a:pt x="117" y="53"/>
                    </a:cubicBezTo>
                    <a:cubicBezTo>
                      <a:pt x="115" y="53"/>
                      <a:pt x="113" y="54"/>
                      <a:pt x="111" y="54"/>
                    </a:cubicBezTo>
                    <a:cubicBezTo>
                      <a:pt x="107" y="54"/>
                      <a:pt x="104" y="55"/>
                      <a:pt x="101" y="56"/>
                    </a:cubicBezTo>
                    <a:cubicBezTo>
                      <a:pt x="102" y="54"/>
                      <a:pt x="102" y="54"/>
                      <a:pt x="102" y="54"/>
                    </a:cubicBezTo>
                    <a:cubicBezTo>
                      <a:pt x="89" y="55"/>
                      <a:pt x="75" y="57"/>
                      <a:pt x="57" y="69"/>
                    </a:cubicBezTo>
                    <a:cubicBezTo>
                      <a:pt x="23" y="92"/>
                      <a:pt x="17" y="136"/>
                      <a:pt x="15" y="158"/>
                    </a:cubicBezTo>
                    <a:cubicBezTo>
                      <a:pt x="14" y="168"/>
                      <a:pt x="8" y="177"/>
                      <a:pt x="0" y="186"/>
                    </a:cubicBezTo>
                    <a:cubicBezTo>
                      <a:pt x="8" y="185"/>
                      <a:pt x="18" y="182"/>
                      <a:pt x="24" y="173"/>
                    </a:cubicBezTo>
                    <a:cubicBezTo>
                      <a:pt x="38" y="152"/>
                      <a:pt x="69" y="149"/>
                      <a:pt x="82" y="124"/>
                    </a:cubicBezTo>
                    <a:cubicBezTo>
                      <a:pt x="95" y="99"/>
                      <a:pt x="79" y="79"/>
                      <a:pt x="102" y="71"/>
                    </a:cubicBezTo>
                    <a:cubicBezTo>
                      <a:pt x="115" y="66"/>
                      <a:pt x="129" y="60"/>
                      <a:pt x="141" y="56"/>
                    </a:cubicBezTo>
                    <a:cubicBezTo>
                      <a:pt x="149" y="52"/>
                      <a:pt x="157" y="48"/>
                      <a:pt x="164" y="43"/>
                    </a:cubicBezTo>
                    <a:cubicBezTo>
                      <a:pt x="171" y="38"/>
                      <a:pt x="177" y="32"/>
                      <a:pt x="184" y="27"/>
                    </a:cubicBezTo>
                    <a:cubicBezTo>
                      <a:pt x="192" y="22"/>
                      <a:pt x="203" y="8"/>
                      <a:pt x="213" y="15"/>
                    </a:cubicBezTo>
                    <a:cubicBezTo>
                      <a:pt x="221" y="21"/>
                      <a:pt x="217" y="38"/>
                      <a:pt x="225" y="43"/>
                    </a:cubicBezTo>
                    <a:cubicBezTo>
                      <a:pt x="226" y="33"/>
                      <a:pt x="224" y="20"/>
                      <a:pt x="222" y="10"/>
                    </a:cubicBezTo>
                    <a:cubicBezTo>
                      <a:pt x="221" y="5"/>
                      <a:pt x="221" y="0"/>
                      <a:pt x="214" y="1"/>
                    </a:cubicBezTo>
                    <a:close/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1" name="Freeform 1755">
                <a:extLst>
                  <a:ext uri="{FF2B5EF4-FFF2-40B4-BE49-F238E27FC236}">
                    <a16:creationId xmlns:a16="http://schemas.microsoft.com/office/drawing/2014/main" id="{0A9B4571-C37E-44CB-8829-D9E0A09B0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118"/>
                <a:ext cx="48" cy="84"/>
              </a:xfrm>
              <a:custGeom>
                <a:avLst/>
                <a:gdLst>
                  <a:gd name="T0" fmla="*/ 26 w 65"/>
                  <a:gd name="T1" fmla="*/ 0 h 106"/>
                  <a:gd name="T2" fmla="*/ 15 w 65"/>
                  <a:gd name="T3" fmla="*/ 25 h 106"/>
                  <a:gd name="T4" fmla="*/ 3 w 65"/>
                  <a:gd name="T5" fmla="*/ 53 h 106"/>
                  <a:gd name="T6" fmla="*/ 10 w 65"/>
                  <a:gd name="T7" fmla="*/ 26 h 106"/>
                  <a:gd name="T8" fmla="*/ 26 w 65"/>
                  <a:gd name="T9" fmla="*/ 0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06">
                    <a:moveTo>
                      <a:pt x="65" y="0"/>
                    </a:moveTo>
                    <a:cubicBezTo>
                      <a:pt x="65" y="12"/>
                      <a:pt x="57" y="32"/>
                      <a:pt x="36" y="52"/>
                    </a:cubicBezTo>
                    <a:cubicBezTo>
                      <a:pt x="15" y="72"/>
                      <a:pt x="5" y="94"/>
                      <a:pt x="8" y="106"/>
                    </a:cubicBezTo>
                    <a:cubicBezTo>
                      <a:pt x="0" y="90"/>
                      <a:pt x="13" y="67"/>
                      <a:pt x="25" y="53"/>
                    </a:cubicBezTo>
                    <a:cubicBezTo>
                      <a:pt x="45" y="28"/>
                      <a:pt x="63" y="24"/>
                      <a:pt x="65" y="0"/>
                    </a:cubicBezTo>
                    <a:close/>
                  </a:path>
                </a:pathLst>
              </a:custGeom>
              <a:solidFill>
                <a:srgbClr val="7D4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2" name="Freeform 1756">
                <a:extLst>
                  <a:ext uri="{FF2B5EF4-FFF2-40B4-BE49-F238E27FC236}">
                    <a16:creationId xmlns:a16="http://schemas.microsoft.com/office/drawing/2014/main" id="{9CD9A873-77C1-4B46-894D-0CF060EA3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139"/>
                <a:ext cx="129" cy="50"/>
              </a:xfrm>
              <a:custGeom>
                <a:avLst/>
                <a:gdLst>
                  <a:gd name="T0" fmla="*/ 0 w 175"/>
                  <a:gd name="T1" fmla="*/ 30 h 64"/>
                  <a:gd name="T2" fmla="*/ 28 w 175"/>
                  <a:gd name="T3" fmla="*/ 25 h 64"/>
                  <a:gd name="T4" fmla="*/ 55 w 175"/>
                  <a:gd name="T5" fmla="*/ 10 h 64"/>
                  <a:gd name="T6" fmla="*/ 70 w 175"/>
                  <a:gd name="T7" fmla="*/ 0 h 64"/>
                  <a:gd name="T8" fmla="*/ 53 w 175"/>
                  <a:gd name="T9" fmla="*/ 6 h 64"/>
                  <a:gd name="T10" fmla="*/ 36 w 175"/>
                  <a:gd name="T11" fmla="*/ 16 h 64"/>
                  <a:gd name="T12" fmla="*/ 19 w 175"/>
                  <a:gd name="T13" fmla="*/ 23 h 64"/>
                  <a:gd name="T14" fmla="*/ 0 w 175"/>
                  <a:gd name="T15" fmla="*/ 3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5" h="64">
                    <a:moveTo>
                      <a:pt x="0" y="64"/>
                    </a:moveTo>
                    <a:cubicBezTo>
                      <a:pt x="26" y="58"/>
                      <a:pt x="38" y="64"/>
                      <a:pt x="71" y="52"/>
                    </a:cubicBezTo>
                    <a:cubicBezTo>
                      <a:pt x="96" y="42"/>
                      <a:pt x="114" y="28"/>
                      <a:pt x="135" y="20"/>
                    </a:cubicBezTo>
                    <a:cubicBezTo>
                      <a:pt x="156" y="13"/>
                      <a:pt x="169" y="3"/>
                      <a:pt x="175" y="0"/>
                    </a:cubicBezTo>
                    <a:cubicBezTo>
                      <a:pt x="158" y="2"/>
                      <a:pt x="150" y="8"/>
                      <a:pt x="133" y="13"/>
                    </a:cubicBezTo>
                    <a:cubicBezTo>
                      <a:pt x="116" y="18"/>
                      <a:pt x="102" y="22"/>
                      <a:pt x="90" y="32"/>
                    </a:cubicBezTo>
                    <a:cubicBezTo>
                      <a:pt x="78" y="41"/>
                      <a:pt x="68" y="45"/>
                      <a:pt x="48" y="50"/>
                    </a:cubicBezTo>
                    <a:cubicBezTo>
                      <a:pt x="28" y="56"/>
                      <a:pt x="4" y="60"/>
                      <a:pt x="0" y="64"/>
                    </a:cubicBezTo>
                    <a:close/>
                  </a:path>
                </a:pathLst>
              </a:custGeom>
              <a:solidFill>
                <a:srgbClr val="7D4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3" name="Freeform 1757">
                <a:extLst>
                  <a:ext uri="{FF2B5EF4-FFF2-40B4-BE49-F238E27FC236}">
                    <a16:creationId xmlns:a16="http://schemas.microsoft.com/office/drawing/2014/main" id="{D569AA4D-AF6E-43BE-B261-B2C3BC793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171"/>
                <a:ext cx="69" cy="48"/>
              </a:xfrm>
              <a:custGeom>
                <a:avLst/>
                <a:gdLst>
                  <a:gd name="T0" fmla="*/ 0 w 93"/>
                  <a:gd name="T1" fmla="*/ 30 h 60"/>
                  <a:gd name="T2" fmla="*/ 4 w 93"/>
                  <a:gd name="T3" fmla="*/ 21 h 60"/>
                  <a:gd name="T4" fmla="*/ 10 w 93"/>
                  <a:gd name="T5" fmla="*/ 11 h 60"/>
                  <a:gd name="T6" fmla="*/ 29 w 93"/>
                  <a:gd name="T7" fmla="*/ 1 h 60"/>
                  <a:gd name="T8" fmla="*/ 34 w 93"/>
                  <a:gd name="T9" fmla="*/ 5 h 60"/>
                  <a:gd name="T10" fmla="*/ 24 w 93"/>
                  <a:gd name="T11" fmla="*/ 12 h 60"/>
                  <a:gd name="T12" fmla="*/ 2 w 93"/>
                  <a:gd name="T13" fmla="*/ 3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60">
                    <a:moveTo>
                      <a:pt x="0" y="60"/>
                    </a:moveTo>
                    <a:cubicBezTo>
                      <a:pt x="5" y="55"/>
                      <a:pt x="6" y="47"/>
                      <a:pt x="10" y="41"/>
                    </a:cubicBezTo>
                    <a:cubicBezTo>
                      <a:pt x="14" y="34"/>
                      <a:pt x="21" y="27"/>
                      <a:pt x="26" y="22"/>
                    </a:cubicBezTo>
                    <a:cubicBezTo>
                      <a:pt x="38" y="10"/>
                      <a:pt x="56" y="3"/>
                      <a:pt x="72" y="1"/>
                    </a:cubicBezTo>
                    <a:cubicBezTo>
                      <a:pt x="79" y="1"/>
                      <a:pt x="93" y="0"/>
                      <a:pt x="84" y="9"/>
                    </a:cubicBezTo>
                    <a:cubicBezTo>
                      <a:pt x="78" y="16"/>
                      <a:pt x="68" y="20"/>
                      <a:pt x="60" y="24"/>
                    </a:cubicBezTo>
                    <a:cubicBezTo>
                      <a:pt x="41" y="34"/>
                      <a:pt x="24" y="46"/>
                      <a:pt x="6" y="58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4" name="Freeform 1758">
                <a:extLst>
                  <a:ext uri="{FF2B5EF4-FFF2-40B4-BE49-F238E27FC236}">
                    <a16:creationId xmlns:a16="http://schemas.microsoft.com/office/drawing/2014/main" id="{2AD73FC8-5931-4E1F-8719-FE1E53D8E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222"/>
                <a:ext cx="52" cy="35"/>
              </a:xfrm>
              <a:custGeom>
                <a:avLst/>
                <a:gdLst>
                  <a:gd name="T0" fmla="*/ 0 w 71"/>
                  <a:gd name="T1" fmla="*/ 5 h 44"/>
                  <a:gd name="T2" fmla="*/ 28 w 71"/>
                  <a:gd name="T3" fmla="*/ 0 h 44"/>
                  <a:gd name="T4" fmla="*/ 0 w 71"/>
                  <a:gd name="T5" fmla="*/ 5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44">
                    <a:moveTo>
                      <a:pt x="0" y="9"/>
                    </a:moveTo>
                    <a:cubicBezTo>
                      <a:pt x="5" y="20"/>
                      <a:pt x="12" y="44"/>
                      <a:pt x="71" y="0"/>
                    </a:cubicBezTo>
                    <a:cubicBezTo>
                      <a:pt x="56" y="9"/>
                      <a:pt x="11" y="33"/>
                      <a:pt x="0" y="9"/>
                    </a:cubicBezTo>
                    <a:close/>
                  </a:path>
                </a:pathLst>
              </a:custGeom>
              <a:solidFill>
                <a:srgbClr val="9C71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5" name="Freeform 1759">
                <a:extLst>
                  <a:ext uri="{FF2B5EF4-FFF2-40B4-BE49-F238E27FC236}">
                    <a16:creationId xmlns:a16="http://schemas.microsoft.com/office/drawing/2014/main" id="{966C467B-B598-43C7-AD54-986D97604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245"/>
                <a:ext cx="84" cy="106"/>
              </a:xfrm>
              <a:custGeom>
                <a:avLst/>
                <a:gdLst>
                  <a:gd name="T0" fmla="*/ 0 w 113"/>
                  <a:gd name="T1" fmla="*/ 66 h 134"/>
                  <a:gd name="T2" fmla="*/ 8 w 113"/>
                  <a:gd name="T3" fmla="*/ 39 h 134"/>
                  <a:gd name="T4" fmla="*/ 46 w 113"/>
                  <a:gd name="T5" fmla="*/ 2 h 134"/>
                  <a:gd name="T6" fmla="*/ 17 w 113"/>
                  <a:gd name="T7" fmla="*/ 9 h 134"/>
                  <a:gd name="T8" fmla="*/ 7 w 113"/>
                  <a:gd name="T9" fmla="*/ 37 h 134"/>
                  <a:gd name="T10" fmla="*/ 0 w 113"/>
                  <a:gd name="T11" fmla="*/ 66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134">
                    <a:moveTo>
                      <a:pt x="0" y="134"/>
                    </a:moveTo>
                    <a:cubicBezTo>
                      <a:pt x="9" y="126"/>
                      <a:pt x="11" y="114"/>
                      <a:pt x="20" y="79"/>
                    </a:cubicBezTo>
                    <a:cubicBezTo>
                      <a:pt x="29" y="45"/>
                      <a:pt x="46" y="4"/>
                      <a:pt x="113" y="5"/>
                    </a:cubicBezTo>
                    <a:cubicBezTo>
                      <a:pt x="87" y="3"/>
                      <a:pt x="60" y="0"/>
                      <a:pt x="42" y="18"/>
                    </a:cubicBezTo>
                    <a:cubicBezTo>
                      <a:pt x="23" y="35"/>
                      <a:pt x="23" y="41"/>
                      <a:pt x="16" y="74"/>
                    </a:cubicBezTo>
                    <a:cubicBezTo>
                      <a:pt x="9" y="107"/>
                      <a:pt x="8" y="124"/>
                      <a:pt x="0" y="134"/>
                    </a:cubicBezTo>
                    <a:close/>
                  </a:path>
                </a:pathLst>
              </a:custGeom>
              <a:solidFill>
                <a:srgbClr val="B39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6" name="Freeform 1760">
                <a:extLst>
                  <a:ext uri="{FF2B5EF4-FFF2-40B4-BE49-F238E27FC236}">
                    <a16:creationId xmlns:a16="http://schemas.microsoft.com/office/drawing/2014/main" id="{422A2CC3-7800-451A-A231-40BDB26B3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134"/>
                <a:ext cx="417" cy="304"/>
              </a:xfrm>
              <a:custGeom>
                <a:avLst/>
                <a:gdLst>
                  <a:gd name="T0" fmla="*/ 41 w 563"/>
                  <a:gd name="T1" fmla="*/ 174 h 385"/>
                  <a:gd name="T2" fmla="*/ 71 w 563"/>
                  <a:gd name="T3" fmla="*/ 139 h 385"/>
                  <a:gd name="T4" fmla="*/ 102 w 563"/>
                  <a:gd name="T5" fmla="*/ 108 h 385"/>
                  <a:gd name="T6" fmla="*/ 134 w 563"/>
                  <a:gd name="T7" fmla="*/ 81 h 385"/>
                  <a:gd name="T8" fmla="*/ 184 w 563"/>
                  <a:gd name="T9" fmla="*/ 48 h 385"/>
                  <a:gd name="T10" fmla="*/ 204 w 563"/>
                  <a:gd name="T11" fmla="*/ 34 h 385"/>
                  <a:gd name="T12" fmla="*/ 225 w 563"/>
                  <a:gd name="T13" fmla="*/ 6 h 385"/>
                  <a:gd name="T14" fmla="*/ 185 w 563"/>
                  <a:gd name="T15" fmla="*/ 28 h 385"/>
                  <a:gd name="T16" fmla="*/ 147 w 563"/>
                  <a:gd name="T17" fmla="*/ 39 h 385"/>
                  <a:gd name="T18" fmla="*/ 119 w 563"/>
                  <a:gd name="T19" fmla="*/ 46 h 385"/>
                  <a:gd name="T20" fmla="*/ 87 w 563"/>
                  <a:gd name="T21" fmla="*/ 71 h 385"/>
                  <a:gd name="T22" fmla="*/ 54 w 563"/>
                  <a:gd name="T23" fmla="*/ 82 h 385"/>
                  <a:gd name="T24" fmla="*/ 37 w 563"/>
                  <a:gd name="T25" fmla="*/ 126 h 385"/>
                  <a:gd name="T26" fmla="*/ 16 w 563"/>
                  <a:gd name="T27" fmla="*/ 156 h 385"/>
                  <a:gd name="T28" fmla="*/ 6 w 563"/>
                  <a:gd name="T29" fmla="*/ 184 h 385"/>
                  <a:gd name="T30" fmla="*/ 41 w 563"/>
                  <a:gd name="T31" fmla="*/ 174 h 3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63" h="385">
                    <a:moveTo>
                      <a:pt x="101" y="353"/>
                    </a:moveTo>
                    <a:cubicBezTo>
                      <a:pt x="144" y="322"/>
                      <a:pt x="147" y="302"/>
                      <a:pt x="174" y="283"/>
                    </a:cubicBezTo>
                    <a:cubicBezTo>
                      <a:pt x="200" y="264"/>
                      <a:pt x="217" y="247"/>
                      <a:pt x="251" y="219"/>
                    </a:cubicBezTo>
                    <a:cubicBezTo>
                      <a:pt x="276" y="198"/>
                      <a:pt x="318" y="178"/>
                      <a:pt x="329" y="163"/>
                    </a:cubicBezTo>
                    <a:cubicBezTo>
                      <a:pt x="372" y="166"/>
                      <a:pt x="394" y="137"/>
                      <a:pt x="453" y="97"/>
                    </a:cubicBezTo>
                    <a:cubicBezTo>
                      <a:pt x="466" y="88"/>
                      <a:pt x="491" y="80"/>
                      <a:pt x="502" y="69"/>
                    </a:cubicBezTo>
                    <a:cubicBezTo>
                      <a:pt x="539" y="32"/>
                      <a:pt x="563" y="19"/>
                      <a:pt x="554" y="11"/>
                    </a:cubicBezTo>
                    <a:cubicBezTo>
                      <a:pt x="542" y="0"/>
                      <a:pt x="505" y="38"/>
                      <a:pt x="455" y="57"/>
                    </a:cubicBezTo>
                    <a:cubicBezTo>
                      <a:pt x="405" y="76"/>
                      <a:pt x="399" y="73"/>
                      <a:pt x="362" y="78"/>
                    </a:cubicBezTo>
                    <a:cubicBezTo>
                      <a:pt x="326" y="82"/>
                      <a:pt x="317" y="81"/>
                      <a:pt x="293" y="94"/>
                    </a:cubicBezTo>
                    <a:cubicBezTo>
                      <a:pt x="269" y="108"/>
                      <a:pt x="239" y="128"/>
                      <a:pt x="213" y="144"/>
                    </a:cubicBezTo>
                    <a:cubicBezTo>
                      <a:pt x="186" y="159"/>
                      <a:pt x="167" y="144"/>
                      <a:pt x="133" y="167"/>
                    </a:cubicBezTo>
                    <a:cubicBezTo>
                      <a:pt x="99" y="190"/>
                      <a:pt x="93" y="234"/>
                      <a:pt x="91" y="256"/>
                    </a:cubicBezTo>
                    <a:cubicBezTo>
                      <a:pt x="89" y="278"/>
                      <a:pt x="60" y="296"/>
                      <a:pt x="41" y="316"/>
                    </a:cubicBezTo>
                    <a:cubicBezTo>
                      <a:pt x="16" y="340"/>
                      <a:pt x="0" y="358"/>
                      <a:pt x="15" y="373"/>
                    </a:cubicBezTo>
                    <a:cubicBezTo>
                      <a:pt x="26" y="385"/>
                      <a:pt x="58" y="384"/>
                      <a:pt x="101" y="35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7" name="Freeform 1761">
                <a:extLst>
                  <a:ext uri="{FF2B5EF4-FFF2-40B4-BE49-F238E27FC236}">
                    <a16:creationId xmlns:a16="http://schemas.microsoft.com/office/drawing/2014/main" id="{C921F5B7-8D0B-497D-BE84-62589E8CC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067"/>
                <a:ext cx="426" cy="361"/>
              </a:xfrm>
              <a:custGeom>
                <a:avLst/>
                <a:gdLst>
                  <a:gd name="T0" fmla="*/ 24 w 575"/>
                  <a:gd name="T1" fmla="*/ 196 h 458"/>
                  <a:gd name="T2" fmla="*/ 45 w 575"/>
                  <a:gd name="T3" fmla="*/ 167 h 458"/>
                  <a:gd name="T4" fmla="*/ 62 w 575"/>
                  <a:gd name="T5" fmla="*/ 124 h 458"/>
                  <a:gd name="T6" fmla="*/ 95 w 575"/>
                  <a:gd name="T7" fmla="*/ 113 h 458"/>
                  <a:gd name="T8" fmla="*/ 127 w 575"/>
                  <a:gd name="T9" fmla="*/ 87 h 458"/>
                  <a:gd name="T10" fmla="*/ 156 w 575"/>
                  <a:gd name="T11" fmla="*/ 80 h 458"/>
                  <a:gd name="T12" fmla="*/ 193 w 575"/>
                  <a:gd name="T13" fmla="*/ 69 h 458"/>
                  <a:gd name="T14" fmla="*/ 233 w 575"/>
                  <a:gd name="T15" fmla="*/ 47 h 458"/>
                  <a:gd name="T16" fmla="*/ 234 w 575"/>
                  <a:gd name="T17" fmla="*/ 47 h 458"/>
                  <a:gd name="T18" fmla="*/ 200 w 575"/>
                  <a:gd name="T19" fmla="*/ 29 h 458"/>
                  <a:gd name="T20" fmla="*/ 166 w 575"/>
                  <a:gd name="T21" fmla="*/ 27 h 458"/>
                  <a:gd name="T22" fmla="*/ 155 w 575"/>
                  <a:gd name="T23" fmla="*/ 29 h 458"/>
                  <a:gd name="T24" fmla="*/ 39 w 575"/>
                  <a:gd name="T25" fmla="*/ 17 h 458"/>
                  <a:gd name="T26" fmla="*/ 4 w 575"/>
                  <a:gd name="T27" fmla="*/ 84 h 458"/>
                  <a:gd name="T28" fmla="*/ 7 w 575"/>
                  <a:gd name="T29" fmla="*/ 164 h 458"/>
                  <a:gd name="T30" fmla="*/ 14 w 575"/>
                  <a:gd name="T31" fmla="*/ 225 h 458"/>
                  <a:gd name="T32" fmla="*/ 24 w 575"/>
                  <a:gd name="T33" fmla="*/ 196 h 4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5" h="458">
                    <a:moveTo>
                      <a:pt x="61" y="401"/>
                    </a:moveTo>
                    <a:cubicBezTo>
                      <a:pt x="80" y="381"/>
                      <a:pt x="109" y="363"/>
                      <a:pt x="111" y="341"/>
                    </a:cubicBezTo>
                    <a:cubicBezTo>
                      <a:pt x="113" y="319"/>
                      <a:pt x="119" y="275"/>
                      <a:pt x="153" y="252"/>
                    </a:cubicBezTo>
                    <a:cubicBezTo>
                      <a:pt x="187" y="229"/>
                      <a:pt x="206" y="244"/>
                      <a:pt x="233" y="229"/>
                    </a:cubicBezTo>
                    <a:cubicBezTo>
                      <a:pt x="259" y="213"/>
                      <a:pt x="289" y="193"/>
                      <a:pt x="313" y="179"/>
                    </a:cubicBezTo>
                    <a:cubicBezTo>
                      <a:pt x="337" y="166"/>
                      <a:pt x="346" y="167"/>
                      <a:pt x="382" y="163"/>
                    </a:cubicBezTo>
                    <a:cubicBezTo>
                      <a:pt x="419" y="158"/>
                      <a:pt x="425" y="161"/>
                      <a:pt x="475" y="142"/>
                    </a:cubicBezTo>
                    <a:cubicBezTo>
                      <a:pt x="525" y="123"/>
                      <a:pt x="562" y="85"/>
                      <a:pt x="574" y="96"/>
                    </a:cubicBezTo>
                    <a:cubicBezTo>
                      <a:pt x="574" y="96"/>
                      <a:pt x="574" y="96"/>
                      <a:pt x="575" y="96"/>
                    </a:cubicBezTo>
                    <a:cubicBezTo>
                      <a:pt x="573" y="75"/>
                      <a:pt x="536" y="70"/>
                      <a:pt x="493" y="60"/>
                    </a:cubicBezTo>
                    <a:cubicBezTo>
                      <a:pt x="465" y="54"/>
                      <a:pt x="428" y="48"/>
                      <a:pt x="407" y="54"/>
                    </a:cubicBezTo>
                    <a:cubicBezTo>
                      <a:pt x="398" y="56"/>
                      <a:pt x="389" y="60"/>
                      <a:pt x="380" y="59"/>
                    </a:cubicBezTo>
                    <a:cubicBezTo>
                      <a:pt x="341" y="53"/>
                      <a:pt x="187" y="0"/>
                      <a:pt x="94" y="35"/>
                    </a:cubicBezTo>
                    <a:cubicBezTo>
                      <a:pt x="40" y="55"/>
                      <a:pt x="20" y="107"/>
                      <a:pt x="11" y="171"/>
                    </a:cubicBezTo>
                    <a:cubicBezTo>
                      <a:pt x="0" y="255"/>
                      <a:pt x="15" y="306"/>
                      <a:pt x="17" y="335"/>
                    </a:cubicBezTo>
                    <a:cubicBezTo>
                      <a:pt x="19" y="362"/>
                      <a:pt x="3" y="434"/>
                      <a:pt x="35" y="458"/>
                    </a:cubicBezTo>
                    <a:cubicBezTo>
                      <a:pt x="20" y="443"/>
                      <a:pt x="36" y="425"/>
                      <a:pt x="61" y="40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8" name="Freeform 1762">
                <a:extLst>
                  <a:ext uri="{FF2B5EF4-FFF2-40B4-BE49-F238E27FC236}">
                    <a16:creationId xmlns:a16="http://schemas.microsoft.com/office/drawing/2014/main" id="{DFF9C5F0-3E7B-482B-8A9C-76B44B576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118"/>
                <a:ext cx="47" cy="85"/>
              </a:xfrm>
              <a:custGeom>
                <a:avLst/>
                <a:gdLst>
                  <a:gd name="T0" fmla="*/ 24 w 63"/>
                  <a:gd name="T1" fmla="*/ 0 h 108"/>
                  <a:gd name="T2" fmla="*/ 8 w 63"/>
                  <a:gd name="T3" fmla="*/ 32 h 108"/>
                  <a:gd name="T4" fmla="*/ 1 w 63"/>
                  <a:gd name="T5" fmla="*/ 53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08">
                    <a:moveTo>
                      <a:pt x="58" y="0"/>
                    </a:moveTo>
                    <a:cubicBezTo>
                      <a:pt x="63" y="16"/>
                      <a:pt x="38" y="43"/>
                      <a:pt x="20" y="66"/>
                    </a:cubicBezTo>
                    <a:cubicBezTo>
                      <a:pt x="2" y="89"/>
                      <a:pt x="0" y="103"/>
                      <a:pt x="2" y="108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9" name="Freeform 1763">
                <a:extLst>
                  <a:ext uri="{FF2B5EF4-FFF2-40B4-BE49-F238E27FC236}">
                    <a16:creationId xmlns:a16="http://schemas.microsoft.com/office/drawing/2014/main" id="{C873263F-F5AE-4D4E-912C-14873A539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206"/>
                <a:ext cx="27" cy="56"/>
              </a:xfrm>
              <a:custGeom>
                <a:avLst/>
                <a:gdLst>
                  <a:gd name="T0" fmla="*/ 0 w 36"/>
                  <a:gd name="T1" fmla="*/ 0 h 71"/>
                  <a:gd name="T2" fmla="*/ 15 w 36"/>
                  <a:gd name="T3" fmla="*/ 35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1">
                    <a:moveTo>
                      <a:pt x="0" y="0"/>
                    </a:moveTo>
                    <a:cubicBezTo>
                      <a:pt x="14" y="8"/>
                      <a:pt x="8" y="63"/>
                      <a:pt x="36" y="71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0" name="Freeform 1765">
                <a:extLst>
                  <a:ext uri="{FF2B5EF4-FFF2-40B4-BE49-F238E27FC236}">
                    <a16:creationId xmlns:a16="http://schemas.microsoft.com/office/drawing/2014/main" id="{A422BDB9-EB61-430A-8BAF-0DB4300CD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267"/>
                <a:ext cx="134" cy="157"/>
              </a:xfrm>
              <a:custGeom>
                <a:avLst/>
                <a:gdLst>
                  <a:gd name="T0" fmla="*/ 67 w 175"/>
                  <a:gd name="T1" fmla="*/ 45 h 192"/>
                  <a:gd name="T2" fmla="*/ 71 w 175"/>
                  <a:gd name="T3" fmla="*/ 60 h 192"/>
                  <a:gd name="T4" fmla="*/ 71 w 175"/>
                  <a:gd name="T5" fmla="*/ 105 h 192"/>
                  <a:gd name="T6" fmla="*/ 77 w 175"/>
                  <a:gd name="T7" fmla="*/ 105 h 192"/>
                  <a:gd name="T8" fmla="*/ 78 w 175"/>
                  <a:gd name="T9" fmla="*/ 76 h 192"/>
                  <a:gd name="T10" fmla="*/ 70 w 175"/>
                  <a:gd name="T11" fmla="*/ 11 h 192"/>
                  <a:gd name="T12" fmla="*/ 64 w 175"/>
                  <a:gd name="T13" fmla="*/ 11 h 192"/>
                  <a:gd name="T14" fmla="*/ 68 w 175"/>
                  <a:gd name="T15" fmla="*/ 37 h 192"/>
                  <a:gd name="T16" fmla="*/ 53 w 175"/>
                  <a:gd name="T17" fmla="*/ 18 h 192"/>
                  <a:gd name="T18" fmla="*/ 34 w 175"/>
                  <a:gd name="T19" fmla="*/ 6 h 192"/>
                  <a:gd name="T20" fmla="*/ 5 w 175"/>
                  <a:gd name="T21" fmla="*/ 20 h 192"/>
                  <a:gd name="T22" fmla="*/ 28 w 175"/>
                  <a:gd name="T23" fmla="*/ 44 h 192"/>
                  <a:gd name="T24" fmla="*/ 51 w 175"/>
                  <a:gd name="T25" fmla="*/ 38 h 192"/>
                  <a:gd name="T26" fmla="*/ 67 w 175"/>
                  <a:gd name="T27" fmla="*/ 45 h 1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5" h="192">
                    <a:moveTo>
                      <a:pt x="149" y="82"/>
                    </a:moveTo>
                    <a:cubicBezTo>
                      <a:pt x="152" y="88"/>
                      <a:pt x="155" y="100"/>
                      <a:pt x="158" y="109"/>
                    </a:cubicBezTo>
                    <a:cubicBezTo>
                      <a:pt x="164" y="127"/>
                      <a:pt x="161" y="176"/>
                      <a:pt x="158" y="192"/>
                    </a:cubicBezTo>
                    <a:cubicBezTo>
                      <a:pt x="158" y="192"/>
                      <a:pt x="171" y="192"/>
                      <a:pt x="172" y="192"/>
                    </a:cubicBezTo>
                    <a:cubicBezTo>
                      <a:pt x="174" y="176"/>
                      <a:pt x="174" y="140"/>
                      <a:pt x="174" y="140"/>
                    </a:cubicBezTo>
                    <a:cubicBezTo>
                      <a:pt x="175" y="105"/>
                      <a:pt x="163" y="51"/>
                      <a:pt x="155" y="20"/>
                    </a:cubicBezTo>
                    <a:cubicBezTo>
                      <a:pt x="154" y="20"/>
                      <a:pt x="145" y="20"/>
                      <a:pt x="142" y="20"/>
                    </a:cubicBezTo>
                    <a:cubicBezTo>
                      <a:pt x="146" y="33"/>
                      <a:pt x="149" y="52"/>
                      <a:pt x="152" y="67"/>
                    </a:cubicBezTo>
                    <a:cubicBezTo>
                      <a:pt x="146" y="52"/>
                      <a:pt x="139" y="39"/>
                      <a:pt x="117" y="33"/>
                    </a:cubicBezTo>
                    <a:cubicBezTo>
                      <a:pt x="93" y="26"/>
                      <a:pt x="97" y="22"/>
                      <a:pt x="74" y="11"/>
                    </a:cubicBezTo>
                    <a:cubicBezTo>
                      <a:pt x="50" y="0"/>
                      <a:pt x="18" y="6"/>
                      <a:pt x="11" y="35"/>
                    </a:cubicBezTo>
                    <a:cubicBezTo>
                      <a:pt x="0" y="77"/>
                      <a:pt x="30" y="84"/>
                      <a:pt x="61" y="81"/>
                    </a:cubicBezTo>
                    <a:cubicBezTo>
                      <a:pt x="91" y="78"/>
                      <a:pt x="99" y="68"/>
                      <a:pt x="114" y="68"/>
                    </a:cubicBezTo>
                    <a:cubicBezTo>
                      <a:pt x="132" y="68"/>
                      <a:pt x="138" y="62"/>
                      <a:pt x="149" y="82"/>
                    </a:cubicBezTo>
                    <a:close/>
                  </a:path>
                </a:pathLst>
              </a:custGeom>
              <a:solidFill>
                <a:srgbClr val="74AA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1" name="Freeform 1766">
                <a:extLst>
                  <a:ext uri="{FF2B5EF4-FFF2-40B4-BE49-F238E27FC236}">
                    <a16:creationId xmlns:a16="http://schemas.microsoft.com/office/drawing/2014/main" id="{FD434714-2496-45E4-8479-E4634D7BE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283"/>
                <a:ext cx="15" cy="141"/>
              </a:xfrm>
              <a:custGeom>
                <a:avLst/>
                <a:gdLst>
                  <a:gd name="T0" fmla="*/ 8 w 20"/>
                  <a:gd name="T1" fmla="*/ 95 h 172"/>
                  <a:gd name="T2" fmla="*/ 8 w 20"/>
                  <a:gd name="T3" fmla="*/ 66 h 172"/>
                  <a:gd name="T4" fmla="*/ 0 w 20"/>
                  <a:gd name="T5" fmla="*/ 0 h 1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2">
                    <a:moveTo>
                      <a:pt x="17" y="172"/>
                    </a:moveTo>
                    <a:cubicBezTo>
                      <a:pt x="19" y="156"/>
                      <a:pt x="19" y="120"/>
                      <a:pt x="19" y="120"/>
                    </a:cubicBezTo>
                    <a:cubicBezTo>
                      <a:pt x="20" y="85"/>
                      <a:pt x="8" y="3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2" name="Freeform 1767">
                <a:extLst>
                  <a:ext uri="{FF2B5EF4-FFF2-40B4-BE49-F238E27FC236}">
                    <a16:creationId xmlns:a16="http://schemas.microsoft.com/office/drawing/2014/main" id="{EB81F15A-2567-43D9-9267-E95A26EB7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267"/>
                <a:ext cx="125" cy="157"/>
              </a:xfrm>
              <a:custGeom>
                <a:avLst/>
                <a:gdLst>
                  <a:gd name="T0" fmla="*/ 63 w 164"/>
                  <a:gd name="T1" fmla="*/ 11 h 192"/>
                  <a:gd name="T2" fmla="*/ 67 w 164"/>
                  <a:gd name="T3" fmla="*/ 37 h 192"/>
                  <a:gd name="T4" fmla="*/ 52 w 164"/>
                  <a:gd name="T5" fmla="*/ 18 h 192"/>
                  <a:gd name="T6" fmla="*/ 33 w 164"/>
                  <a:gd name="T7" fmla="*/ 6 h 192"/>
                  <a:gd name="T8" fmla="*/ 5 w 164"/>
                  <a:gd name="T9" fmla="*/ 20 h 192"/>
                  <a:gd name="T10" fmla="*/ 27 w 164"/>
                  <a:gd name="T11" fmla="*/ 44 h 192"/>
                  <a:gd name="T12" fmla="*/ 50 w 164"/>
                  <a:gd name="T13" fmla="*/ 38 h 192"/>
                  <a:gd name="T14" fmla="*/ 66 w 164"/>
                  <a:gd name="T15" fmla="*/ 45 h 192"/>
                  <a:gd name="T16" fmla="*/ 69 w 164"/>
                  <a:gd name="T17" fmla="*/ 60 h 192"/>
                  <a:gd name="T18" fmla="*/ 69 w 164"/>
                  <a:gd name="T19" fmla="*/ 105 h 1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4" h="192">
                    <a:moveTo>
                      <a:pt x="142" y="20"/>
                    </a:moveTo>
                    <a:cubicBezTo>
                      <a:pt x="146" y="33"/>
                      <a:pt x="149" y="52"/>
                      <a:pt x="152" y="67"/>
                    </a:cubicBezTo>
                    <a:cubicBezTo>
                      <a:pt x="146" y="52"/>
                      <a:pt x="139" y="39"/>
                      <a:pt x="117" y="33"/>
                    </a:cubicBezTo>
                    <a:cubicBezTo>
                      <a:pt x="93" y="26"/>
                      <a:pt x="97" y="22"/>
                      <a:pt x="74" y="11"/>
                    </a:cubicBezTo>
                    <a:cubicBezTo>
                      <a:pt x="50" y="0"/>
                      <a:pt x="18" y="6"/>
                      <a:pt x="11" y="35"/>
                    </a:cubicBezTo>
                    <a:cubicBezTo>
                      <a:pt x="0" y="77"/>
                      <a:pt x="30" y="84"/>
                      <a:pt x="61" y="81"/>
                    </a:cubicBezTo>
                    <a:cubicBezTo>
                      <a:pt x="91" y="78"/>
                      <a:pt x="99" y="68"/>
                      <a:pt x="114" y="68"/>
                    </a:cubicBezTo>
                    <a:cubicBezTo>
                      <a:pt x="132" y="68"/>
                      <a:pt x="138" y="62"/>
                      <a:pt x="149" y="82"/>
                    </a:cubicBezTo>
                    <a:cubicBezTo>
                      <a:pt x="152" y="88"/>
                      <a:pt x="155" y="100"/>
                      <a:pt x="158" y="109"/>
                    </a:cubicBezTo>
                    <a:cubicBezTo>
                      <a:pt x="164" y="127"/>
                      <a:pt x="161" y="176"/>
                      <a:pt x="158" y="192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3" name="Freeform 1768">
                <a:extLst>
                  <a:ext uri="{FF2B5EF4-FFF2-40B4-BE49-F238E27FC236}">
                    <a16:creationId xmlns:a16="http://schemas.microsoft.com/office/drawing/2014/main" id="{E54CA87B-C577-4E0C-AFB4-D804468B6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271"/>
                <a:ext cx="59" cy="41"/>
              </a:xfrm>
              <a:custGeom>
                <a:avLst/>
                <a:gdLst>
                  <a:gd name="T0" fmla="*/ 0 w 78"/>
                  <a:gd name="T1" fmla="*/ 28 h 50"/>
                  <a:gd name="T2" fmla="*/ 13 w 78"/>
                  <a:gd name="T3" fmla="*/ 5 h 50"/>
                  <a:gd name="T4" fmla="*/ 34 w 78"/>
                  <a:gd name="T5" fmla="*/ 14 h 50"/>
                  <a:gd name="T6" fmla="*/ 0 w 78"/>
                  <a:gd name="T7" fmla="*/ 2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50">
                    <a:moveTo>
                      <a:pt x="0" y="50"/>
                    </a:moveTo>
                    <a:cubicBezTo>
                      <a:pt x="0" y="31"/>
                      <a:pt x="7" y="11"/>
                      <a:pt x="31" y="8"/>
                    </a:cubicBezTo>
                    <a:cubicBezTo>
                      <a:pt x="55" y="6"/>
                      <a:pt x="61" y="16"/>
                      <a:pt x="78" y="25"/>
                    </a:cubicBezTo>
                    <a:cubicBezTo>
                      <a:pt x="65" y="19"/>
                      <a:pt x="17" y="0"/>
                      <a:pt x="0" y="50"/>
                    </a:cubicBezTo>
                    <a:close/>
                  </a:path>
                </a:pathLst>
              </a:custGeom>
              <a:solidFill>
                <a:srgbClr val="BFD3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4" name="Freeform 1769">
                <a:extLst>
                  <a:ext uri="{FF2B5EF4-FFF2-40B4-BE49-F238E27FC236}">
                    <a16:creationId xmlns:a16="http://schemas.microsoft.com/office/drawing/2014/main" id="{F15AEC73-F0FB-409E-828B-056462BBA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271"/>
                <a:ext cx="48" cy="25"/>
              </a:xfrm>
              <a:custGeom>
                <a:avLst/>
                <a:gdLst>
                  <a:gd name="T0" fmla="*/ 28 w 63"/>
                  <a:gd name="T1" fmla="*/ 10 h 31"/>
                  <a:gd name="T2" fmla="*/ 12 w 63"/>
                  <a:gd name="T3" fmla="*/ 4 h 31"/>
                  <a:gd name="T4" fmla="*/ 0 w 63"/>
                  <a:gd name="T5" fmla="*/ 16 h 31"/>
                  <a:gd name="T6" fmla="*/ 28 w 63"/>
                  <a:gd name="T7" fmla="*/ 1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31">
                    <a:moveTo>
                      <a:pt x="63" y="18"/>
                    </a:moveTo>
                    <a:cubicBezTo>
                      <a:pt x="53" y="12"/>
                      <a:pt x="45" y="7"/>
                      <a:pt x="28" y="8"/>
                    </a:cubicBezTo>
                    <a:cubicBezTo>
                      <a:pt x="12" y="10"/>
                      <a:pt x="4" y="19"/>
                      <a:pt x="0" y="31"/>
                    </a:cubicBezTo>
                    <a:cubicBezTo>
                      <a:pt x="10" y="16"/>
                      <a:pt x="30" y="0"/>
                      <a:pt x="6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5" name="Freeform 1770">
                <a:extLst>
                  <a:ext uri="{FF2B5EF4-FFF2-40B4-BE49-F238E27FC236}">
                    <a16:creationId xmlns:a16="http://schemas.microsoft.com/office/drawing/2014/main" id="{55B9781D-6527-471D-90B5-2E6B4B597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314"/>
                <a:ext cx="18" cy="9"/>
              </a:xfrm>
              <a:custGeom>
                <a:avLst/>
                <a:gdLst>
                  <a:gd name="T0" fmla="*/ 11 w 23"/>
                  <a:gd name="T1" fmla="*/ 0 h 11"/>
                  <a:gd name="T2" fmla="*/ 0 w 23"/>
                  <a:gd name="T3" fmla="*/ 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23" y="0"/>
                    </a:moveTo>
                    <a:cubicBezTo>
                      <a:pt x="19" y="8"/>
                      <a:pt x="15" y="9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6" name="Freeform 1771">
                <a:extLst>
                  <a:ext uri="{FF2B5EF4-FFF2-40B4-BE49-F238E27FC236}">
                    <a16:creationId xmlns:a16="http://schemas.microsoft.com/office/drawing/2014/main" id="{4B075693-E9AC-4361-BDD4-96F3D8FD4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304"/>
                <a:ext cx="78" cy="28"/>
              </a:xfrm>
              <a:custGeom>
                <a:avLst/>
                <a:gdLst>
                  <a:gd name="T0" fmla="*/ 0 w 102"/>
                  <a:gd name="T1" fmla="*/ 14 h 35"/>
                  <a:gd name="T2" fmla="*/ 24 w 102"/>
                  <a:gd name="T3" fmla="*/ 13 h 35"/>
                  <a:gd name="T4" fmla="*/ 43 w 102"/>
                  <a:gd name="T5" fmla="*/ 8 h 35"/>
                  <a:gd name="T6" fmla="*/ 44 w 102"/>
                  <a:gd name="T7" fmla="*/ 0 h 35"/>
                  <a:gd name="T8" fmla="*/ 35 w 102"/>
                  <a:gd name="T9" fmla="*/ 6 h 35"/>
                  <a:gd name="T10" fmla="*/ 21 w 102"/>
                  <a:gd name="T11" fmla="*/ 9 h 35"/>
                  <a:gd name="T12" fmla="*/ 0 w 102"/>
                  <a:gd name="T13" fmla="*/ 14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35">
                    <a:moveTo>
                      <a:pt x="0" y="28"/>
                    </a:moveTo>
                    <a:cubicBezTo>
                      <a:pt x="14" y="31"/>
                      <a:pt x="31" y="35"/>
                      <a:pt x="54" y="25"/>
                    </a:cubicBezTo>
                    <a:cubicBezTo>
                      <a:pt x="79" y="14"/>
                      <a:pt x="89" y="19"/>
                      <a:pt x="95" y="15"/>
                    </a:cubicBezTo>
                    <a:cubicBezTo>
                      <a:pt x="102" y="11"/>
                      <a:pt x="101" y="3"/>
                      <a:pt x="98" y="0"/>
                    </a:cubicBezTo>
                    <a:cubicBezTo>
                      <a:pt x="101" y="3"/>
                      <a:pt x="93" y="9"/>
                      <a:pt x="79" y="11"/>
                    </a:cubicBezTo>
                    <a:cubicBezTo>
                      <a:pt x="65" y="13"/>
                      <a:pt x="56" y="13"/>
                      <a:pt x="46" y="18"/>
                    </a:cubicBezTo>
                    <a:cubicBezTo>
                      <a:pt x="35" y="22"/>
                      <a:pt x="14" y="31"/>
                      <a:pt x="0" y="28"/>
                    </a:cubicBezTo>
                    <a:close/>
                  </a:path>
                </a:pathLst>
              </a:custGeom>
              <a:solidFill>
                <a:srgbClr val="2993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7" name="Freeform 1772">
                <a:extLst>
                  <a:ext uri="{FF2B5EF4-FFF2-40B4-BE49-F238E27FC236}">
                    <a16:creationId xmlns:a16="http://schemas.microsoft.com/office/drawing/2014/main" id="{9A1E978E-56A1-41E3-BBEC-D24DF152C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339"/>
                <a:ext cx="8" cy="64"/>
              </a:xfrm>
              <a:custGeom>
                <a:avLst/>
                <a:gdLst>
                  <a:gd name="T0" fmla="*/ 3 w 11"/>
                  <a:gd name="T1" fmla="*/ 17 h 78"/>
                  <a:gd name="T2" fmla="*/ 4 w 11"/>
                  <a:gd name="T3" fmla="*/ 43 h 78"/>
                  <a:gd name="T4" fmla="*/ 4 w 11"/>
                  <a:gd name="T5" fmla="*/ 17 h 78"/>
                  <a:gd name="T6" fmla="*/ 0 w 11"/>
                  <a:gd name="T7" fmla="*/ 0 h 78"/>
                  <a:gd name="T8" fmla="*/ 3 w 11"/>
                  <a:gd name="T9" fmla="*/ 17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8">
                    <a:moveTo>
                      <a:pt x="7" y="31"/>
                    </a:moveTo>
                    <a:cubicBezTo>
                      <a:pt x="9" y="48"/>
                      <a:pt x="10" y="68"/>
                      <a:pt x="9" y="78"/>
                    </a:cubicBezTo>
                    <a:cubicBezTo>
                      <a:pt x="11" y="64"/>
                      <a:pt x="11" y="45"/>
                      <a:pt x="9" y="31"/>
                    </a:cubicBezTo>
                    <a:cubicBezTo>
                      <a:pt x="8" y="18"/>
                      <a:pt x="4" y="8"/>
                      <a:pt x="0" y="0"/>
                    </a:cubicBezTo>
                    <a:cubicBezTo>
                      <a:pt x="2" y="5"/>
                      <a:pt x="5" y="17"/>
                      <a:pt x="7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8" name="Freeform 1773">
                <a:extLst>
                  <a:ext uri="{FF2B5EF4-FFF2-40B4-BE49-F238E27FC236}">
                    <a16:creationId xmlns:a16="http://schemas.microsoft.com/office/drawing/2014/main" id="{D383EAD6-4036-4AB2-A1FB-7C2BB8B67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313"/>
                <a:ext cx="7" cy="6"/>
              </a:xfrm>
              <a:custGeom>
                <a:avLst/>
                <a:gdLst>
                  <a:gd name="T0" fmla="*/ 5 w 8"/>
                  <a:gd name="T1" fmla="*/ 3 h 7"/>
                  <a:gd name="T2" fmla="*/ 4 w 8"/>
                  <a:gd name="T3" fmla="*/ 1 h 7"/>
                  <a:gd name="T4" fmla="*/ 5 w 8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3"/>
                    </a:moveTo>
                    <a:cubicBezTo>
                      <a:pt x="8" y="2"/>
                      <a:pt x="5" y="0"/>
                      <a:pt x="4" y="1"/>
                    </a:cubicBezTo>
                    <a:cubicBezTo>
                      <a:pt x="0" y="3"/>
                      <a:pt x="5" y="7"/>
                      <a:pt x="8" y="7"/>
                    </a:cubicBezTo>
                  </a:path>
                </a:pathLst>
              </a:custGeom>
              <a:noFill/>
              <a:ln w="7938" cap="rnd">
                <a:solidFill>
                  <a:srgbClr val="74AA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10" name="Group 1787">
              <a:extLst>
                <a:ext uri="{FF2B5EF4-FFF2-40B4-BE49-F238E27FC236}">
                  <a16:creationId xmlns:a16="http://schemas.microsoft.com/office/drawing/2014/main" id="{CDEB72B7-7A00-4852-8FA7-850CF24AEC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2050" y="3500438"/>
              <a:ext cx="503238" cy="546100"/>
              <a:chOff x="2370" y="1601"/>
              <a:chExt cx="1032" cy="1115"/>
            </a:xfrm>
          </p:grpSpPr>
          <p:sp>
            <p:nvSpPr>
              <p:cNvPr id="77558" name="Freeform 1788">
                <a:extLst>
                  <a:ext uri="{FF2B5EF4-FFF2-40B4-BE49-F238E27FC236}">
                    <a16:creationId xmlns:a16="http://schemas.microsoft.com/office/drawing/2014/main" id="{F90DF20C-FC5B-465F-97A7-B5575FF8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601"/>
                <a:ext cx="1032" cy="1115"/>
              </a:xfrm>
              <a:custGeom>
                <a:avLst/>
                <a:gdLst>
                  <a:gd name="T0" fmla="*/ 230 w 413"/>
                  <a:gd name="T1" fmla="*/ 6205 h 418"/>
                  <a:gd name="T2" fmla="*/ 542 w 413"/>
                  <a:gd name="T3" fmla="*/ 6431 h 418"/>
                  <a:gd name="T4" fmla="*/ 917 w 413"/>
                  <a:gd name="T5" fmla="*/ 7058 h 418"/>
                  <a:gd name="T6" fmla="*/ 1824 w 413"/>
                  <a:gd name="T7" fmla="*/ 7386 h 418"/>
                  <a:gd name="T8" fmla="*/ 3041 w 413"/>
                  <a:gd name="T9" fmla="*/ 7842 h 418"/>
                  <a:gd name="T10" fmla="*/ 6120 w 413"/>
                  <a:gd name="T11" fmla="*/ 4156 h 418"/>
                  <a:gd name="T12" fmla="*/ 5058 w 413"/>
                  <a:gd name="T13" fmla="*/ 149 h 418"/>
                  <a:gd name="T14" fmla="*/ 3696 w 413"/>
                  <a:gd name="T15" fmla="*/ 683 h 418"/>
                  <a:gd name="T16" fmla="*/ 3258 w 413"/>
                  <a:gd name="T17" fmla="*/ 1422 h 418"/>
                  <a:gd name="T18" fmla="*/ 3133 w 413"/>
                  <a:gd name="T19" fmla="*/ 1400 h 418"/>
                  <a:gd name="T20" fmla="*/ 3133 w 413"/>
                  <a:gd name="T21" fmla="*/ 1422 h 418"/>
                  <a:gd name="T22" fmla="*/ 3133 w 413"/>
                  <a:gd name="T23" fmla="*/ 1400 h 418"/>
                  <a:gd name="T24" fmla="*/ 2841 w 413"/>
                  <a:gd name="T25" fmla="*/ 683 h 418"/>
                  <a:gd name="T26" fmla="*/ 2499 w 413"/>
                  <a:gd name="T27" fmla="*/ 931 h 418"/>
                  <a:gd name="T28" fmla="*/ 2074 w 413"/>
                  <a:gd name="T29" fmla="*/ 888 h 418"/>
                  <a:gd name="T30" fmla="*/ 2416 w 413"/>
                  <a:gd name="T31" fmla="*/ 1993 h 418"/>
                  <a:gd name="T32" fmla="*/ 2416 w 413"/>
                  <a:gd name="T33" fmla="*/ 1993 h 418"/>
                  <a:gd name="T34" fmla="*/ 2416 w 413"/>
                  <a:gd name="T35" fmla="*/ 1993 h 418"/>
                  <a:gd name="T36" fmla="*/ 2479 w 413"/>
                  <a:gd name="T37" fmla="*/ 2070 h 418"/>
                  <a:gd name="T38" fmla="*/ 2946 w 413"/>
                  <a:gd name="T39" fmla="*/ 3052 h 418"/>
                  <a:gd name="T40" fmla="*/ 2684 w 413"/>
                  <a:gd name="T41" fmla="*/ 4497 h 418"/>
                  <a:gd name="T42" fmla="*/ 1887 w 413"/>
                  <a:gd name="T43" fmla="*/ 5543 h 418"/>
                  <a:gd name="T44" fmla="*/ 1312 w 413"/>
                  <a:gd name="T45" fmla="*/ 5351 h 418"/>
                  <a:gd name="T46" fmla="*/ 887 w 413"/>
                  <a:gd name="T47" fmla="*/ 5351 h 418"/>
                  <a:gd name="T48" fmla="*/ 355 w 413"/>
                  <a:gd name="T49" fmla="*/ 5087 h 418"/>
                  <a:gd name="T50" fmla="*/ 230 w 413"/>
                  <a:gd name="T51" fmla="*/ 6205 h 4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3" h="418">
                    <a:moveTo>
                      <a:pt x="15" y="327"/>
                    </a:moveTo>
                    <a:cubicBezTo>
                      <a:pt x="24" y="329"/>
                      <a:pt x="30" y="333"/>
                      <a:pt x="35" y="339"/>
                    </a:cubicBezTo>
                    <a:cubicBezTo>
                      <a:pt x="42" y="347"/>
                      <a:pt x="47" y="363"/>
                      <a:pt x="59" y="372"/>
                    </a:cubicBezTo>
                    <a:cubicBezTo>
                      <a:pt x="82" y="391"/>
                      <a:pt x="98" y="388"/>
                      <a:pt x="117" y="389"/>
                    </a:cubicBezTo>
                    <a:cubicBezTo>
                      <a:pt x="137" y="390"/>
                      <a:pt x="137" y="408"/>
                      <a:pt x="195" y="413"/>
                    </a:cubicBezTo>
                    <a:cubicBezTo>
                      <a:pt x="253" y="418"/>
                      <a:pt x="370" y="325"/>
                      <a:pt x="392" y="219"/>
                    </a:cubicBezTo>
                    <a:cubicBezTo>
                      <a:pt x="413" y="113"/>
                      <a:pt x="399" y="26"/>
                      <a:pt x="324" y="8"/>
                    </a:cubicBezTo>
                    <a:cubicBezTo>
                      <a:pt x="288" y="0"/>
                      <a:pt x="258" y="14"/>
                      <a:pt x="237" y="36"/>
                    </a:cubicBezTo>
                    <a:cubicBezTo>
                      <a:pt x="224" y="50"/>
                      <a:pt x="216" y="71"/>
                      <a:pt x="209" y="75"/>
                    </a:cubicBezTo>
                    <a:cubicBezTo>
                      <a:pt x="206" y="76"/>
                      <a:pt x="204" y="76"/>
                      <a:pt x="201" y="74"/>
                    </a:cubicBezTo>
                    <a:cubicBezTo>
                      <a:pt x="201" y="75"/>
                      <a:pt x="201" y="75"/>
                      <a:pt x="201" y="75"/>
                    </a:cubicBezTo>
                    <a:cubicBezTo>
                      <a:pt x="201" y="74"/>
                      <a:pt x="201" y="74"/>
                      <a:pt x="201" y="74"/>
                    </a:cubicBezTo>
                    <a:cubicBezTo>
                      <a:pt x="193" y="70"/>
                      <a:pt x="187" y="54"/>
                      <a:pt x="182" y="36"/>
                    </a:cubicBezTo>
                    <a:cubicBezTo>
                      <a:pt x="182" y="42"/>
                      <a:pt x="174" y="45"/>
                      <a:pt x="160" y="49"/>
                    </a:cubicBezTo>
                    <a:cubicBezTo>
                      <a:pt x="147" y="54"/>
                      <a:pt x="135" y="54"/>
                      <a:pt x="133" y="47"/>
                    </a:cubicBezTo>
                    <a:cubicBezTo>
                      <a:pt x="137" y="69"/>
                      <a:pt x="144" y="91"/>
                      <a:pt x="155" y="105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57" y="106"/>
                      <a:pt x="158" y="108"/>
                      <a:pt x="159" y="109"/>
                    </a:cubicBezTo>
                    <a:cubicBezTo>
                      <a:pt x="184" y="133"/>
                      <a:pt x="192" y="136"/>
                      <a:pt x="189" y="161"/>
                    </a:cubicBezTo>
                    <a:cubicBezTo>
                      <a:pt x="185" y="185"/>
                      <a:pt x="177" y="215"/>
                      <a:pt x="172" y="237"/>
                    </a:cubicBezTo>
                    <a:cubicBezTo>
                      <a:pt x="165" y="264"/>
                      <a:pt x="152" y="290"/>
                      <a:pt x="121" y="292"/>
                    </a:cubicBezTo>
                    <a:cubicBezTo>
                      <a:pt x="97" y="293"/>
                      <a:pt x="100" y="285"/>
                      <a:pt x="84" y="282"/>
                    </a:cubicBezTo>
                    <a:cubicBezTo>
                      <a:pt x="68" y="279"/>
                      <a:pt x="66" y="285"/>
                      <a:pt x="57" y="282"/>
                    </a:cubicBezTo>
                    <a:cubicBezTo>
                      <a:pt x="53" y="281"/>
                      <a:pt x="41" y="273"/>
                      <a:pt x="23" y="268"/>
                    </a:cubicBezTo>
                    <a:cubicBezTo>
                      <a:pt x="12" y="271"/>
                      <a:pt x="0" y="322"/>
                      <a:pt x="15" y="327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9" name="Freeform 1789">
                <a:extLst>
                  <a:ext uri="{FF2B5EF4-FFF2-40B4-BE49-F238E27FC236}">
                    <a16:creationId xmlns:a16="http://schemas.microsoft.com/office/drawing/2014/main" id="{CA5EE7FB-8137-4C36-88A2-BA296850B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703"/>
                <a:ext cx="938" cy="1000"/>
              </a:xfrm>
              <a:custGeom>
                <a:avLst/>
                <a:gdLst>
                  <a:gd name="T0" fmla="*/ 50 w 375"/>
                  <a:gd name="T1" fmla="*/ 5461 h 375"/>
                  <a:gd name="T2" fmla="*/ 208 w 375"/>
                  <a:gd name="T3" fmla="*/ 5632 h 375"/>
                  <a:gd name="T4" fmla="*/ 563 w 375"/>
                  <a:gd name="T5" fmla="*/ 6237 h 375"/>
                  <a:gd name="T6" fmla="*/ 1438 w 375"/>
                  <a:gd name="T7" fmla="*/ 6563 h 375"/>
                  <a:gd name="T8" fmla="*/ 2596 w 375"/>
                  <a:gd name="T9" fmla="*/ 6997 h 375"/>
                  <a:gd name="T10" fmla="*/ 5555 w 375"/>
                  <a:gd name="T11" fmla="*/ 3491 h 375"/>
                  <a:gd name="T12" fmla="*/ 5163 w 375"/>
                  <a:gd name="T13" fmla="*/ 0 h 375"/>
                  <a:gd name="T14" fmla="*/ 4943 w 375"/>
                  <a:gd name="T15" fmla="*/ 4437 h 375"/>
                  <a:gd name="T16" fmla="*/ 2429 w 375"/>
                  <a:gd name="T17" fmla="*/ 6280 h 375"/>
                  <a:gd name="T18" fmla="*/ 1501 w 375"/>
                  <a:gd name="T19" fmla="*/ 5896 h 375"/>
                  <a:gd name="T20" fmla="*/ 395 w 375"/>
                  <a:gd name="T21" fmla="*/ 5653 h 375"/>
                  <a:gd name="T22" fmla="*/ 50 w 375"/>
                  <a:gd name="T23" fmla="*/ 5461 h 3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5" h="375">
                    <a:moveTo>
                      <a:pt x="3" y="288"/>
                    </a:moveTo>
                    <a:cubicBezTo>
                      <a:pt x="7" y="291"/>
                      <a:pt x="10" y="294"/>
                      <a:pt x="13" y="297"/>
                    </a:cubicBezTo>
                    <a:cubicBezTo>
                      <a:pt x="20" y="305"/>
                      <a:pt x="25" y="320"/>
                      <a:pt x="36" y="329"/>
                    </a:cubicBezTo>
                    <a:cubicBezTo>
                      <a:pt x="59" y="348"/>
                      <a:pt x="73" y="345"/>
                      <a:pt x="92" y="346"/>
                    </a:cubicBezTo>
                    <a:cubicBezTo>
                      <a:pt x="112" y="348"/>
                      <a:pt x="114" y="364"/>
                      <a:pt x="166" y="369"/>
                    </a:cubicBezTo>
                    <a:cubicBezTo>
                      <a:pt x="224" y="375"/>
                      <a:pt x="334" y="291"/>
                      <a:pt x="355" y="184"/>
                    </a:cubicBezTo>
                    <a:cubicBezTo>
                      <a:pt x="371" y="106"/>
                      <a:pt x="370" y="30"/>
                      <a:pt x="330" y="0"/>
                    </a:cubicBezTo>
                    <a:cubicBezTo>
                      <a:pt x="365" y="30"/>
                      <a:pt x="375" y="135"/>
                      <a:pt x="316" y="234"/>
                    </a:cubicBezTo>
                    <a:cubicBezTo>
                      <a:pt x="257" y="333"/>
                      <a:pt x="182" y="344"/>
                      <a:pt x="155" y="331"/>
                    </a:cubicBezTo>
                    <a:cubicBezTo>
                      <a:pt x="128" y="318"/>
                      <a:pt x="116" y="310"/>
                      <a:pt x="96" y="311"/>
                    </a:cubicBezTo>
                    <a:cubicBezTo>
                      <a:pt x="75" y="312"/>
                      <a:pt x="38" y="318"/>
                      <a:pt x="25" y="298"/>
                    </a:cubicBezTo>
                    <a:cubicBezTo>
                      <a:pt x="16" y="286"/>
                      <a:pt x="0" y="287"/>
                      <a:pt x="3" y="288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0" name="Freeform 1790">
                <a:extLst>
                  <a:ext uri="{FF2B5EF4-FFF2-40B4-BE49-F238E27FC236}">
                    <a16:creationId xmlns:a16="http://schemas.microsoft.com/office/drawing/2014/main" id="{3C59CC4F-08F8-4C5C-A520-F18EC8025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383"/>
                <a:ext cx="17" cy="2"/>
              </a:xfrm>
              <a:custGeom>
                <a:avLst/>
                <a:gdLst>
                  <a:gd name="T0" fmla="*/ 100 w 7"/>
                  <a:gd name="T1" fmla="*/ 0 h 1"/>
                  <a:gd name="T2" fmla="*/ 0 w 7"/>
                  <a:gd name="T3" fmla="*/ 8 h 1"/>
                  <a:gd name="T4" fmla="*/ 100 w 7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2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1" name="Freeform 1791">
                <a:extLst>
                  <a:ext uri="{FF2B5EF4-FFF2-40B4-BE49-F238E27FC236}">
                    <a16:creationId xmlns:a16="http://schemas.microsoft.com/office/drawing/2014/main" id="{3D2757E8-C67F-425F-9A72-717475BEE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764"/>
                <a:ext cx="193" cy="619"/>
              </a:xfrm>
              <a:custGeom>
                <a:avLst/>
                <a:gdLst>
                  <a:gd name="T0" fmla="*/ 346 w 77"/>
                  <a:gd name="T1" fmla="*/ 760 h 232"/>
                  <a:gd name="T2" fmla="*/ 409 w 77"/>
                  <a:gd name="T3" fmla="*/ 832 h 232"/>
                  <a:gd name="T4" fmla="*/ 880 w 77"/>
                  <a:gd name="T5" fmla="*/ 1900 h 232"/>
                  <a:gd name="T6" fmla="*/ 617 w 77"/>
                  <a:gd name="T7" fmla="*/ 3324 h 232"/>
                  <a:gd name="T8" fmla="*/ 0 w 77"/>
                  <a:gd name="T9" fmla="*/ 4408 h 232"/>
                  <a:gd name="T10" fmla="*/ 566 w 77"/>
                  <a:gd name="T11" fmla="*/ 3951 h 232"/>
                  <a:gd name="T12" fmla="*/ 1100 w 77"/>
                  <a:gd name="T13" fmla="*/ 1958 h 232"/>
                  <a:gd name="T14" fmla="*/ 491 w 77"/>
                  <a:gd name="T15" fmla="*/ 662 h 232"/>
                  <a:gd name="T16" fmla="*/ 95 w 77"/>
                  <a:gd name="T17" fmla="*/ 0 h 232"/>
                  <a:gd name="T18" fmla="*/ 346 w 77"/>
                  <a:gd name="T19" fmla="*/ 760 h 2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232">
                    <a:moveTo>
                      <a:pt x="22" y="40"/>
                    </a:moveTo>
                    <a:cubicBezTo>
                      <a:pt x="23" y="42"/>
                      <a:pt x="24" y="43"/>
                      <a:pt x="26" y="44"/>
                    </a:cubicBezTo>
                    <a:cubicBezTo>
                      <a:pt x="51" y="68"/>
                      <a:pt x="59" y="75"/>
                      <a:pt x="56" y="100"/>
                    </a:cubicBezTo>
                    <a:cubicBezTo>
                      <a:pt x="53" y="124"/>
                      <a:pt x="44" y="154"/>
                      <a:pt x="39" y="175"/>
                    </a:cubicBezTo>
                    <a:cubicBezTo>
                      <a:pt x="33" y="199"/>
                      <a:pt x="23" y="225"/>
                      <a:pt x="0" y="232"/>
                    </a:cubicBezTo>
                    <a:cubicBezTo>
                      <a:pt x="11" y="229"/>
                      <a:pt x="28" y="222"/>
                      <a:pt x="36" y="208"/>
                    </a:cubicBezTo>
                    <a:cubicBezTo>
                      <a:pt x="47" y="190"/>
                      <a:pt x="63" y="148"/>
                      <a:pt x="70" y="103"/>
                    </a:cubicBezTo>
                    <a:cubicBezTo>
                      <a:pt x="77" y="59"/>
                      <a:pt x="52" y="57"/>
                      <a:pt x="31" y="35"/>
                    </a:cubicBezTo>
                    <a:cubicBezTo>
                      <a:pt x="19" y="26"/>
                      <a:pt x="9" y="13"/>
                      <a:pt x="6" y="0"/>
                    </a:cubicBezTo>
                    <a:cubicBezTo>
                      <a:pt x="7" y="9"/>
                      <a:pt x="11" y="29"/>
                      <a:pt x="22" y="4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2" name="Freeform 1792">
                <a:extLst>
                  <a:ext uri="{FF2B5EF4-FFF2-40B4-BE49-F238E27FC236}">
                    <a16:creationId xmlns:a16="http://schemas.microsoft.com/office/drawing/2014/main" id="{B33C7282-4E75-41E2-8113-B076557AA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385"/>
                <a:ext cx="10" cy="1"/>
              </a:xfrm>
              <a:custGeom>
                <a:avLst/>
                <a:gdLst>
                  <a:gd name="T0" fmla="*/ 63 w 4"/>
                  <a:gd name="T1" fmla="*/ 0 h 1"/>
                  <a:gd name="T2" fmla="*/ 0 w 4"/>
                  <a:gd name="T3" fmla="*/ 0 h 1"/>
                  <a:gd name="T4" fmla="*/ 63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3" name="Freeform 1793">
                <a:extLst>
                  <a:ext uri="{FF2B5EF4-FFF2-40B4-BE49-F238E27FC236}">
                    <a16:creationId xmlns:a16="http://schemas.microsoft.com/office/drawing/2014/main" id="{C87656DE-B310-438B-A549-F9BB3C866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881"/>
                <a:ext cx="95" cy="350"/>
              </a:xfrm>
              <a:custGeom>
                <a:avLst/>
                <a:gdLst>
                  <a:gd name="T0" fmla="*/ 208 w 38"/>
                  <a:gd name="T1" fmla="*/ 2498 h 131"/>
                  <a:gd name="T2" fmla="*/ 470 w 38"/>
                  <a:gd name="T3" fmla="*/ 1071 h 131"/>
                  <a:gd name="T4" fmla="*/ 0 w 38"/>
                  <a:gd name="T5" fmla="*/ 0 h 131"/>
                  <a:gd name="T6" fmla="*/ 550 w 38"/>
                  <a:gd name="T7" fmla="*/ 1085 h 131"/>
                  <a:gd name="T8" fmla="*/ 208 w 38"/>
                  <a:gd name="T9" fmla="*/ 2498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31">
                    <a:moveTo>
                      <a:pt x="13" y="131"/>
                    </a:moveTo>
                    <a:cubicBezTo>
                      <a:pt x="18" y="110"/>
                      <a:pt x="27" y="80"/>
                      <a:pt x="30" y="56"/>
                    </a:cubicBezTo>
                    <a:cubicBezTo>
                      <a:pt x="33" y="31"/>
                      <a:pt x="25" y="24"/>
                      <a:pt x="0" y="0"/>
                    </a:cubicBezTo>
                    <a:cubicBezTo>
                      <a:pt x="17" y="11"/>
                      <a:pt x="38" y="26"/>
                      <a:pt x="35" y="57"/>
                    </a:cubicBezTo>
                    <a:cubicBezTo>
                      <a:pt x="32" y="85"/>
                      <a:pt x="13" y="131"/>
                      <a:pt x="13" y="1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4" name="Freeform 1794">
                <a:extLst>
                  <a:ext uri="{FF2B5EF4-FFF2-40B4-BE49-F238E27FC236}">
                    <a16:creationId xmlns:a16="http://schemas.microsoft.com/office/drawing/2014/main" id="{D7D3E5E6-2EF6-4B4A-B1DA-723D836BA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201"/>
                <a:ext cx="658" cy="502"/>
              </a:xfrm>
              <a:custGeom>
                <a:avLst/>
                <a:gdLst>
                  <a:gd name="T0" fmla="*/ 0 w 263"/>
                  <a:gd name="T1" fmla="*/ 3031 h 188"/>
                  <a:gd name="T2" fmla="*/ 1158 w 263"/>
                  <a:gd name="T3" fmla="*/ 3466 h 188"/>
                  <a:gd name="T4" fmla="*/ 4118 w 263"/>
                  <a:gd name="T5" fmla="*/ 0 h 188"/>
                  <a:gd name="T6" fmla="*/ 1208 w 263"/>
                  <a:gd name="T7" fmla="*/ 3274 h 188"/>
                  <a:gd name="T8" fmla="*/ 0 w 263"/>
                  <a:gd name="T9" fmla="*/ 3031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3" h="188">
                    <a:moveTo>
                      <a:pt x="0" y="159"/>
                    </a:moveTo>
                    <a:cubicBezTo>
                      <a:pt x="20" y="161"/>
                      <a:pt x="22" y="177"/>
                      <a:pt x="74" y="182"/>
                    </a:cubicBezTo>
                    <a:cubicBezTo>
                      <a:pt x="132" y="188"/>
                      <a:pt x="241" y="106"/>
                      <a:pt x="263" y="0"/>
                    </a:cubicBezTo>
                    <a:cubicBezTo>
                      <a:pt x="252" y="29"/>
                      <a:pt x="199" y="164"/>
                      <a:pt x="77" y="172"/>
                    </a:cubicBezTo>
                    <a:cubicBezTo>
                      <a:pt x="50" y="173"/>
                      <a:pt x="21" y="155"/>
                      <a:pt x="0" y="159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5" name="Freeform 1795">
                <a:extLst>
                  <a:ext uri="{FF2B5EF4-FFF2-40B4-BE49-F238E27FC236}">
                    <a16:creationId xmlns:a16="http://schemas.microsoft.com/office/drawing/2014/main" id="{6E539524-4677-4E4C-9AB9-89650F4D9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604"/>
                <a:ext cx="250" cy="173"/>
              </a:xfrm>
              <a:custGeom>
                <a:avLst/>
                <a:gdLst>
                  <a:gd name="T0" fmla="*/ 1563 w 100"/>
                  <a:gd name="T1" fmla="*/ 261 h 65"/>
                  <a:gd name="T2" fmla="*/ 0 w 100"/>
                  <a:gd name="T3" fmla="*/ 1224 h 65"/>
                  <a:gd name="T4" fmla="*/ 1563 w 100"/>
                  <a:gd name="T5" fmla="*/ 26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65">
                    <a:moveTo>
                      <a:pt x="100" y="14"/>
                    </a:moveTo>
                    <a:cubicBezTo>
                      <a:pt x="51" y="0"/>
                      <a:pt x="9" y="39"/>
                      <a:pt x="0" y="65"/>
                    </a:cubicBezTo>
                    <a:cubicBezTo>
                      <a:pt x="13" y="46"/>
                      <a:pt x="50" y="8"/>
                      <a:pt x="10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6" name="Freeform 1796">
                <a:extLst>
                  <a:ext uri="{FF2B5EF4-FFF2-40B4-BE49-F238E27FC236}">
                    <a16:creationId xmlns:a16="http://schemas.microsoft.com/office/drawing/2014/main" id="{4CF585C6-0480-4FC3-BAEB-7BB7418E9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673"/>
                <a:ext cx="127" cy="72"/>
              </a:xfrm>
              <a:custGeom>
                <a:avLst/>
                <a:gdLst>
                  <a:gd name="T0" fmla="*/ 12 w 51"/>
                  <a:gd name="T1" fmla="*/ 363 h 27"/>
                  <a:gd name="T2" fmla="*/ 433 w 51"/>
                  <a:gd name="T3" fmla="*/ 419 h 27"/>
                  <a:gd name="T4" fmla="*/ 774 w 51"/>
                  <a:gd name="T5" fmla="*/ 136 h 27"/>
                  <a:gd name="T6" fmla="*/ 371 w 51"/>
                  <a:gd name="T7" fmla="*/ 115 h 27"/>
                  <a:gd name="T8" fmla="*/ 12 w 51"/>
                  <a:gd name="T9" fmla="*/ 3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1" y="19"/>
                    </a:moveTo>
                    <a:cubicBezTo>
                      <a:pt x="2" y="27"/>
                      <a:pt x="14" y="27"/>
                      <a:pt x="28" y="22"/>
                    </a:cubicBezTo>
                    <a:cubicBezTo>
                      <a:pt x="43" y="18"/>
                      <a:pt x="51" y="14"/>
                      <a:pt x="50" y="7"/>
                    </a:cubicBezTo>
                    <a:cubicBezTo>
                      <a:pt x="48" y="0"/>
                      <a:pt x="32" y="4"/>
                      <a:pt x="24" y="6"/>
                    </a:cubicBezTo>
                    <a:cubicBezTo>
                      <a:pt x="16" y="9"/>
                      <a:pt x="0" y="10"/>
                      <a:pt x="1" y="19"/>
                    </a:cubicBezTo>
                    <a:close/>
                  </a:path>
                </a:pathLst>
              </a:custGeom>
              <a:solidFill>
                <a:srgbClr val="F7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7" name="Freeform 1797">
                <a:extLst>
                  <a:ext uri="{FF2B5EF4-FFF2-40B4-BE49-F238E27FC236}">
                    <a16:creationId xmlns:a16="http://schemas.microsoft.com/office/drawing/2014/main" id="{75158B14-F725-4FCF-80EF-E062075E2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692"/>
                <a:ext cx="92" cy="37"/>
              </a:xfrm>
              <a:custGeom>
                <a:avLst/>
                <a:gdLst>
                  <a:gd name="T0" fmla="*/ 30 w 37"/>
                  <a:gd name="T1" fmla="*/ 225 h 14"/>
                  <a:gd name="T2" fmla="*/ 124 w 37"/>
                  <a:gd name="T3" fmla="*/ 238 h 14"/>
                  <a:gd name="T4" fmla="*/ 167 w 37"/>
                  <a:gd name="T5" fmla="*/ 225 h 14"/>
                  <a:gd name="T6" fmla="*/ 186 w 37"/>
                  <a:gd name="T7" fmla="*/ 225 h 14"/>
                  <a:gd name="T8" fmla="*/ 308 w 37"/>
                  <a:gd name="T9" fmla="*/ 182 h 14"/>
                  <a:gd name="T10" fmla="*/ 353 w 37"/>
                  <a:gd name="T11" fmla="*/ 167 h 14"/>
                  <a:gd name="T12" fmla="*/ 415 w 37"/>
                  <a:gd name="T13" fmla="*/ 148 h 14"/>
                  <a:gd name="T14" fmla="*/ 475 w 37"/>
                  <a:gd name="T15" fmla="*/ 132 h 14"/>
                  <a:gd name="T16" fmla="*/ 507 w 37"/>
                  <a:gd name="T17" fmla="*/ 90 h 14"/>
                  <a:gd name="T18" fmla="*/ 537 w 37"/>
                  <a:gd name="T19" fmla="*/ 90 h 14"/>
                  <a:gd name="T20" fmla="*/ 557 w 37"/>
                  <a:gd name="T21" fmla="*/ 21 h 14"/>
                  <a:gd name="T22" fmla="*/ 433 w 37"/>
                  <a:gd name="T23" fmla="*/ 34 h 14"/>
                  <a:gd name="T24" fmla="*/ 341 w 37"/>
                  <a:gd name="T25" fmla="*/ 56 h 14"/>
                  <a:gd name="T26" fmla="*/ 278 w 37"/>
                  <a:gd name="T27" fmla="*/ 77 h 14"/>
                  <a:gd name="T28" fmla="*/ 167 w 37"/>
                  <a:gd name="T29" fmla="*/ 90 h 14"/>
                  <a:gd name="T30" fmla="*/ 124 w 37"/>
                  <a:gd name="T31" fmla="*/ 132 h 14"/>
                  <a:gd name="T32" fmla="*/ 30 w 37"/>
                  <a:gd name="T33" fmla="*/ 225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7" h="14">
                    <a:moveTo>
                      <a:pt x="2" y="12"/>
                    </a:moveTo>
                    <a:cubicBezTo>
                      <a:pt x="3" y="13"/>
                      <a:pt x="7" y="14"/>
                      <a:pt x="8" y="13"/>
                    </a:cubicBezTo>
                    <a:cubicBezTo>
                      <a:pt x="9" y="13"/>
                      <a:pt x="10" y="12"/>
                      <a:pt x="11" y="12"/>
                    </a:cubicBezTo>
                    <a:cubicBezTo>
                      <a:pt x="11" y="12"/>
                      <a:pt x="12" y="12"/>
                      <a:pt x="12" y="12"/>
                    </a:cubicBezTo>
                    <a:cubicBezTo>
                      <a:pt x="15" y="13"/>
                      <a:pt x="18" y="11"/>
                      <a:pt x="20" y="10"/>
                    </a:cubicBezTo>
                    <a:cubicBezTo>
                      <a:pt x="21" y="10"/>
                      <a:pt x="22" y="10"/>
                      <a:pt x="23" y="9"/>
                    </a:cubicBezTo>
                    <a:cubicBezTo>
                      <a:pt x="25" y="9"/>
                      <a:pt x="26" y="8"/>
                      <a:pt x="27" y="8"/>
                    </a:cubicBezTo>
                    <a:cubicBezTo>
                      <a:pt x="29" y="7"/>
                      <a:pt x="30" y="8"/>
                      <a:pt x="31" y="7"/>
                    </a:cubicBezTo>
                    <a:cubicBezTo>
                      <a:pt x="32" y="7"/>
                      <a:pt x="32" y="6"/>
                      <a:pt x="33" y="5"/>
                    </a:cubicBezTo>
                    <a:cubicBezTo>
                      <a:pt x="33" y="5"/>
                      <a:pt x="34" y="5"/>
                      <a:pt x="35" y="5"/>
                    </a:cubicBezTo>
                    <a:cubicBezTo>
                      <a:pt x="36" y="4"/>
                      <a:pt x="37" y="2"/>
                      <a:pt x="36" y="1"/>
                    </a:cubicBezTo>
                    <a:cubicBezTo>
                      <a:pt x="33" y="0"/>
                      <a:pt x="31" y="1"/>
                      <a:pt x="28" y="2"/>
                    </a:cubicBezTo>
                    <a:cubicBezTo>
                      <a:pt x="26" y="2"/>
                      <a:pt x="23" y="2"/>
                      <a:pt x="22" y="3"/>
                    </a:cubicBezTo>
                    <a:cubicBezTo>
                      <a:pt x="20" y="4"/>
                      <a:pt x="20" y="4"/>
                      <a:pt x="18" y="4"/>
                    </a:cubicBezTo>
                    <a:cubicBezTo>
                      <a:pt x="17" y="5"/>
                      <a:pt x="13" y="5"/>
                      <a:pt x="11" y="5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7" y="7"/>
                      <a:pt x="0" y="10"/>
                      <a:pt x="2" y="12"/>
                    </a:cubicBez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8" name="Freeform 1798">
                <a:extLst>
                  <a:ext uri="{FF2B5EF4-FFF2-40B4-BE49-F238E27FC236}">
                    <a16:creationId xmlns:a16="http://schemas.microsoft.com/office/drawing/2014/main" id="{3215F164-2F79-4CFA-9599-65F718FA7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673"/>
                <a:ext cx="127" cy="72"/>
              </a:xfrm>
              <a:custGeom>
                <a:avLst/>
                <a:gdLst>
                  <a:gd name="T0" fmla="*/ 12 w 51"/>
                  <a:gd name="T1" fmla="*/ 363 h 27"/>
                  <a:gd name="T2" fmla="*/ 433 w 51"/>
                  <a:gd name="T3" fmla="*/ 419 h 27"/>
                  <a:gd name="T4" fmla="*/ 774 w 51"/>
                  <a:gd name="T5" fmla="*/ 136 h 27"/>
                  <a:gd name="T6" fmla="*/ 371 w 51"/>
                  <a:gd name="T7" fmla="*/ 115 h 27"/>
                  <a:gd name="T8" fmla="*/ 12 w 51"/>
                  <a:gd name="T9" fmla="*/ 3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1" y="19"/>
                    </a:moveTo>
                    <a:cubicBezTo>
                      <a:pt x="2" y="27"/>
                      <a:pt x="14" y="27"/>
                      <a:pt x="28" y="22"/>
                    </a:cubicBezTo>
                    <a:cubicBezTo>
                      <a:pt x="43" y="18"/>
                      <a:pt x="51" y="14"/>
                      <a:pt x="50" y="7"/>
                    </a:cubicBezTo>
                    <a:cubicBezTo>
                      <a:pt x="48" y="0"/>
                      <a:pt x="32" y="4"/>
                      <a:pt x="24" y="6"/>
                    </a:cubicBezTo>
                    <a:cubicBezTo>
                      <a:pt x="16" y="9"/>
                      <a:pt x="0" y="10"/>
                      <a:pt x="1" y="1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9" name="Freeform 1799">
                <a:extLst>
                  <a:ext uri="{FF2B5EF4-FFF2-40B4-BE49-F238E27FC236}">
                    <a16:creationId xmlns:a16="http://schemas.microsoft.com/office/drawing/2014/main" id="{C39DF500-F6BE-4627-8298-630247B28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692"/>
                <a:ext cx="92" cy="37"/>
              </a:xfrm>
              <a:custGeom>
                <a:avLst/>
                <a:gdLst>
                  <a:gd name="T0" fmla="*/ 30 w 37"/>
                  <a:gd name="T1" fmla="*/ 225 h 14"/>
                  <a:gd name="T2" fmla="*/ 124 w 37"/>
                  <a:gd name="T3" fmla="*/ 238 h 14"/>
                  <a:gd name="T4" fmla="*/ 167 w 37"/>
                  <a:gd name="T5" fmla="*/ 225 h 14"/>
                  <a:gd name="T6" fmla="*/ 186 w 37"/>
                  <a:gd name="T7" fmla="*/ 225 h 14"/>
                  <a:gd name="T8" fmla="*/ 308 w 37"/>
                  <a:gd name="T9" fmla="*/ 182 h 14"/>
                  <a:gd name="T10" fmla="*/ 353 w 37"/>
                  <a:gd name="T11" fmla="*/ 167 h 14"/>
                  <a:gd name="T12" fmla="*/ 415 w 37"/>
                  <a:gd name="T13" fmla="*/ 148 h 14"/>
                  <a:gd name="T14" fmla="*/ 475 w 37"/>
                  <a:gd name="T15" fmla="*/ 132 h 14"/>
                  <a:gd name="T16" fmla="*/ 507 w 37"/>
                  <a:gd name="T17" fmla="*/ 90 h 14"/>
                  <a:gd name="T18" fmla="*/ 537 w 37"/>
                  <a:gd name="T19" fmla="*/ 90 h 14"/>
                  <a:gd name="T20" fmla="*/ 557 w 37"/>
                  <a:gd name="T21" fmla="*/ 21 h 14"/>
                  <a:gd name="T22" fmla="*/ 433 w 37"/>
                  <a:gd name="T23" fmla="*/ 34 h 14"/>
                  <a:gd name="T24" fmla="*/ 341 w 37"/>
                  <a:gd name="T25" fmla="*/ 56 h 14"/>
                  <a:gd name="T26" fmla="*/ 278 w 37"/>
                  <a:gd name="T27" fmla="*/ 77 h 14"/>
                  <a:gd name="T28" fmla="*/ 167 w 37"/>
                  <a:gd name="T29" fmla="*/ 90 h 14"/>
                  <a:gd name="T30" fmla="*/ 124 w 37"/>
                  <a:gd name="T31" fmla="*/ 132 h 14"/>
                  <a:gd name="T32" fmla="*/ 30 w 37"/>
                  <a:gd name="T33" fmla="*/ 225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7" h="14">
                    <a:moveTo>
                      <a:pt x="2" y="12"/>
                    </a:moveTo>
                    <a:cubicBezTo>
                      <a:pt x="3" y="13"/>
                      <a:pt x="7" y="14"/>
                      <a:pt x="8" y="13"/>
                    </a:cubicBezTo>
                    <a:cubicBezTo>
                      <a:pt x="9" y="13"/>
                      <a:pt x="10" y="12"/>
                      <a:pt x="11" y="12"/>
                    </a:cubicBezTo>
                    <a:cubicBezTo>
                      <a:pt x="11" y="12"/>
                      <a:pt x="12" y="12"/>
                      <a:pt x="12" y="12"/>
                    </a:cubicBezTo>
                    <a:cubicBezTo>
                      <a:pt x="15" y="13"/>
                      <a:pt x="18" y="11"/>
                      <a:pt x="20" y="10"/>
                    </a:cubicBezTo>
                    <a:cubicBezTo>
                      <a:pt x="21" y="10"/>
                      <a:pt x="22" y="10"/>
                      <a:pt x="23" y="9"/>
                    </a:cubicBezTo>
                    <a:cubicBezTo>
                      <a:pt x="25" y="9"/>
                      <a:pt x="26" y="8"/>
                      <a:pt x="27" y="8"/>
                    </a:cubicBezTo>
                    <a:cubicBezTo>
                      <a:pt x="29" y="7"/>
                      <a:pt x="30" y="8"/>
                      <a:pt x="31" y="7"/>
                    </a:cubicBezTo>
                    <a:cubicBezTo>
                      <a:pt x="32" y="7"/>
                      <a:pt x="32" y="6"/>
                      <a:pt x="33" y="5"/>
                    </a:cubicBezTo>
                    <a:cubicBezTo>
                      <a:pt x="33" y="5"/>
                      <a:pt x="34" y="5"/>
                      <a:pt x="35" y="5"/>
                    </a:cubicBezTo>
                    <a:cubicBezTo>
                      <a:pt x="36" y="4"/>
                      <a:pt x="37" y="2"/>
                      <a:pt x="36" y="1"/>
                    </a:cubicBezTo>
                    <a:cubicBezTo>
                      <a:pt x="33" y="0"/>
                      <a:pt x="31" y="1"/>
                      <a:pt x="28" y="2"/>
                    </a:cubicBezTo>
                    <a:cubicBezTo>
                      <a:pt x="26" y="2"/>
                      <a:pt x="23" y="2"/>
                      <a:pt x="22" y="3"/>
                    </a:cubicBezTo>
                    <a:cubicBezTo>
                      <a:pt x="20" y="4"/>
                      <a:pt x="20" y="4"/>
                      <a:pt x="18" y="4"/>
                    </a:cubicBezTo>
                    <a:cubicBezTo>
                      <a:pt x="17" y="5"/>
                      <a:pt x="13" y="5"/>
                      <a:pt x="11" y="5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7" y="7"/>
                      <a:pt x="0" y="10"/>
                      <a:pt x="2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0" name="Freeform 1800">
                <a:extLst>
                  <a:ext uri="{FF2B5EF4-FFF2-40B4-BE49-F238E27FC236}">
                    <a16:creationId xmlns:a16="http://schemas.microsoft.com/office/drawing/2014/main" id="{C982D236-15F4-4CF6-B421-C8E0D0AB5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601"/>
                <a:ext cx="1032" cy="1115"/>
              </a:xfrm>
              <a:custGeom>
                <a:avLst/>
                <a:gdLst>
                  <a:gd name="T0" fmla="*/ 230 w 413"/>
                  <a:gd name="T1" fmla="*/ 6205 h 418"/>
                  <a:gd name="T2" fmla="*/ 542 w 413"/>
                  <a:gd name="T3" fmla="*/ 6431 h 418"/>
                  <a:gd name="T4" fmla="*/ 917 w 413"/>
                  <a:gd name="T5" fmla="*/ 7058 h 418"/>
                  <a:gd name="T6" fmla="*/ 1824 w 413"/>
                  <a:gd name="T7" fmla="*/ 7386 h 418"/>
                  <a:gd name="T8" fmla="*/ 3041 w 413"/>
                  <a:gd name="T9" fmla="*/ 7842 h 418"/>
                  <a:gd name="T10" fmla="*/ 6120 w 413"/>
                  <a:gd name="T11" fmla="*/ 4156 h 418"/>
                  <a:gd name="T12" fmla="*/ 5058 w 413"/>
                  <a:gd name="T13" fmla="*/ 149 h 418"/>
                  <a:gd name="T14" fmla="*/ 3696 w 413"/>
                  <a:gd name="T15" fmla="*/ 683 h 418"/>
                  <a:gd name="T16" fmla="*/ 3258 w 413"/>
                  <a:gd name="T17" fmla="*/ 1422 h 418"/>
                  <a:gd name="T18" fmla="*/ 3133 w 413"/>
                  <a:gd name="T19" fmla="*/ 1400 h 418"/>
                  <a:gd name="T20" fmla="*/ 3133 w 413"/>
                  <a:gd name="T21" fmla="*/ 1422 h 418"/>
                  <a:gd name="T22" fmla="*/ 3133 w 413"/>
                  <a:gd name="T23" fmla="*/ 1400 h 418"/>
                  <a:gd name="T24" fmla="*/ 2841 w 413"/>
                  <a:gd name="T25" fmla="*/ 683 h 418"/>
                  <a:gd name="T26" fmla="*/ 2499 w 413"/>
                  <a:gd name="T27" fmla="*/ 931 h 418"/>
                  <a:gd name="T28" fmla="*/ 2074 w 413"/>
                  <a:gd name="T29" fmla="*/ 888 h 418"/>
                  <a:gd name="T30" fmla="*/ 2416 w 413"/>
                  <a:gd name="T31" fmla="*/ 1993 h 418"/>
                  <a:gd name="T32" fmla="*/ 2416 w 413"/>
                  <a:gd name="T33" fmla="*/ 1993 h 418"/>
                  <a:gd name="T34" fmla="*/ 2416 w 413"/>
                  <a:gd name="T35" fmla="*/ 1993 h 418"/>
                  <a:gd name="T36" fmla="*/ 2479 w 413"/>
                  <a:gd name="T37" fmla="*/ 2070 h 418"/>
                  <a:gd name="T38" fmla="*/ 2946 w 413"/>
                  <a:gd name="T39" fmla="*/ 3052 h 418"/>
                  <a:gd name="T40" fmla="*/ 2684 w 413"/>
                  <a:gd name="T41" fmla="*/ 4497 h 418"/>
                  <a:gd name="T42" fmla="*/ 1887 w 413"/>
                  <a:gd name="T43" fmla="*/ 5543 h 418"/>
                  <a:gd name="T44" fmla="*/ 1312 w 413"/>
                  <a:gd name="T45" fmla="*/ 5351 h 418"/>
                  <a:gd name="T46" fmla="*/ 887 w 413"/>
                  <a:gd name="T47" fmla="*/ 5351 h 418"/>
                  <a:gd name="T48" fmla="*/ 355 w 413"/>
                  <a:gd name="T49" fmla="*/ 5087 h 418"/>
                  <a:gd name="T50" fmla="*/ 230 w 413"/>
                  <a:gd name="T51" fmla="*/ 6205 h 4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3" h="418">
                    <a:moveTo>
                      <a:pt x="15" y="327"/>
                    </a:moveTo>
                    <a:cubicBezTo>
                      <a:pt x="24" y="329"/>
                      <a:pt x="30" y="333"/>
                      <a:pt x="35" y="339"/>
                    </a:cubicBezTo>
                    <a:cubicBezTo>
                      <a:pt x="42" y="347"/>
                      <a:pt x="47" y="363"/>
                      <a:pt x="59" y="372"/>
                    </a:cubicBezTo>
                    <a:cubicBezTo>
                      <a:pt x="82" y="391"/>
                      <a:pt x="98" y="388"/>
                      <a:pt x="117" y="389"/>
                    </a:cubicBezTo>
                    <a:cubicBezTo>
                      <a:pt x="137" y="390"/>
                      <a:pt x="137" y="408"/>
                      <a:pt x="195" y="413"/>
                    </a:cubicBezTo>
                    <a:cubicBezTo>
                      <a:pt x="253" y="418"/>
                      <a:pt x="370" y="325"/>
                      <a:pt x="392" y="219"/>
                    </a:cubicBezTo>
                    <a:cubicBezTo>
                      <a:pt x="413" y="113"/>
                      <a:pt x="399" y="26"/>
                      <a:pt x="324" y="8"/>
                    </a:cubicBezTo>
                    <a:cubicBezTo>
                      <a:pt x="288" y="0"/>
                      <a:pt x="258" y="14"/>
                      <a:pt x="237" y="36"/>
                    </a:cubicBezTo>
                    <a:cubicBezTo>
                      <a:pt x="224" y="50"/>
                      <a:pt x="216" y="71"/>
                      <a:pt x="209" y="75"/>
                    </a:cubicBezTo>
                    <a:cubicBezTo>
                      <a:pt x="206" y="76"/>
                      <a:pt x="204" y="76"/>
                      <a:pt x="201" y="74"/>
                    </a:cubicBezTo>
                    <a:cubicBezTo>
                      <a:pt x="201" y="75"/>
                      <a:pt x="201" y="75"/>
                      <a:pt x="201" y="75"/>
                    </a:cubicBezTo>
                    <a:cubicBezTo>
                      <a:pt x="201" y="74"/>
                      <a:pt x="201" y="74"/>
                      <a:pt x="201" y="74"/>
                    </a:cubicBezTo>
                    <a:cubicBezTo>
                      <a:pt x="193" y="70"/>
                      <a:pt x="187" y="54"/>
                      <a:pt x="182" y="36"/>
                    </a:cubicBezTo>
                    <a:cubicBezTo>
                      <a:pt x="182" y="42"/>
                      <a:pt x="174" y="45"/>
                      <a:pt x="160" y="49"/>
                    </a:cubicBezTo>
                    <a:cubicBezTo>
                      <a:pt x="147" y="54"/>
                      <a:pt x="135" y="54"/>
                      <a:pt x="133" y="47"/>
                    </a:cubicBezTo>
                    <a:cubicBezTo>
                      <a:pt x="137" y="69"/>
                      <a:pt x="144" y="91"/>
                      <a:pt x="155" y="105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57" y="106"/>
                      <a:pt x="158" y="108"/>
                      <a:pt x="159" y="109"/>
                    </a:cubicBezTo>
                    <a:cubicBezTo>
                      <a:pt x="184" y="133"/>
                      <a:pt x="192" y="136"/>
                      <a:pt x="189" y="161"/>
                    </a:cubicBezTo>
                    <a:cubicBezTo>
                      <a:pt x="185" y="185"/>
                      <a:pt x="177" y="215"/>
                      <a:pt x="172" y="237"/>
                    </a:cubicBezTo>
                    <a:cubicBezTo>
                      <a:pt x="165" y="264"/>
                      <a:pt x="152" y="290"/>
                      <a:pt x="121" y="292"/>
                    </a:cubicBezTo>
                    <a:cubicBezTo>
                      <a:pt x="97" y="293"/>
                      <a:pt x="100" y="285"/>
                      <a:pt x="84" y="282"/>
                    </a:cubicBezTo>
                    <a:cubicBezTo>
                      <a:pt x="68" y="279"/>
                      <a:pt x="66" y="285"/>
                      <a:pt x="57" y="282"/>
                    </a:cubicBezTo>
                    <a:cubicBezTo>
                      <a:pt x="53" y="281"/>
                      <a:pt x="41" y="273"/>
                      <a:pt x="23" y="268"/>
                    </a:cubicBezTo>
                    <a:cubicBezTo>
                      <a:pt x="12" y="271"/>
                      <a:pt x="0" y="322"/>
                      <a:pt x="15" y="32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11" name="Group 2662">
              <a:extLst>
                <a:ext uri="{FF2B5EF4-FFF2-40B4-BE49-F238E27FC236}">
                  <a16:creationId xmlns:a16="http://schemas.microsoft.com/office/drawing/2014/main" id="{AF4C34AC-0A44-4408-912D-8A87280A28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11950" y="4600575"/>
              <a:ext cx="609600" cy="893763"/>
              <a:chOff x="2400" y="2880"/>
              <a:chExt cx="384" cy="563"/>
            </a:xfrm>
          </p:grpSpPr>
          <p:sp>
            <p:nvSpPr>
              <p:cNvPr id="77293" name="Freeform 1911">
                <a:extLst>
                  <a:ext uri="{FF2B5EF4-FFF2-40B4-BE49-F238E27FC236}">
                    <a16:creationId xmlns:a16="http://schemas.microsoft.com/office/drawing/2014/main" id="{B80DA894-28EE-4237-8C84-CE9BDB7EB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3179"/>
                <a:ext cx="9" cy="20"/>
              </a:xfrm>
              <a:custGeom>
                <a:avLst/>
                <a:gdLst>
                  <a:gd name="T0" fmla="*/ 2 w 15"/>
                  <a:gd name="T1" fmla="*/ 0 h 34"/>
                  <a:gd name="T2" fmla="*/ 3 w 15"/>
                  <a:gd name="T3" fmla="*/ 5 h 34"/>
                  <a:gd name="T4" fmla="*/ 0 w 15"/>
                  <a:gd name="T5" fmla="*/ 6 h 34"/>
                  <a:gd name="T6" fmla="*/ 2 w 15"/>
                  <a:gd name="T7" fmla="*/ 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4">
                    <a:moveTo>
                      <a:pt x="12" y="0"/>
                    </a:moveTo>
                    <a:cubicBezTo>
                      <a:pt x="13" y="7"/>
                      <a:pt x="15" y="15"/>
                      <a:pt x="14" y="22"/>
                    </a:cubicBezTo>
                    <a:cubicBezTo>
                      <a:pt x="13" y="34"/>
                      <a:pt x="10" y="32"/>
                      <a:pt x="0" y="30"/>
                    </a:cubicBezTo>
                    <a:cubicBezTo>
                      <a:pt x="10" y="28"/>
                      <a:pt x="10" y="21"/>
                      <a:pt x="11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4" name="Freeform 1912">
                <a:extLst>
                  <a:ext uri="{FF2B5EF4-FFF2-40B4-BE49-F238E27FC236}">
                    <a16:creationId xmlns:a16="http://schemas.microsoft.com/office/drawing/2014/main" id="{6D491E26-96FE-4A73-A733-C1F55ACEC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880"/>
                <a:ext cx="384" cy="563"/>
              </a:xfrm>
              <a:custGeom>
                <a:avLst/>
                <a:gdLst>
                  <a:gd name="T0" fmla="*/ 113 w 701"/>
                  <a:gd name="T1" fmla="*/ 99 h 963"/>
                  <a:gd name="T2" fmla="*/ 110 w 701"/>
                  <a:gd name="T3" fmla="*/ 82 h 963"/>
                  <a:gd name="T4" fmla="*/ 107 w 701"/>
                  <a:gd name="T5" fmla="*/ 62 h 963"/>
                  <a:gd name="T6" fmla="*/ 106 w 701"/>
                  <a:gd name="T7" fmla="*/ 47 h 963"/>
                  <a:gd name="T8" fmla="*/ 106 w 701"/>
                  <a:gd name="T9" fmla="*/ 31 h 963"/>
                  <a:gd name="T10" fmla="*/ 106 w 701"/>
                  <a:gd name="T11" fmla="*/ 13 h 963"/>
                  <a:gd name="T12" fmla="*/ 96 w 701"/>
                  <a:gd name="T13" fmla="*/ 1 h 963"/>
                  <a:gd name="T14" fmla="*/ 85 w 701"/>
                  <a:gd name="T15" fmla="*/ 11 h 963"/>
                  <a:gd name="T16" fmla="*/ 79 w 701"/>
                  <a:gd name="T17" fmla="*/ 23 h 963"/>
                  <a:gd name="T18" fmla="*/ 70 w 701"/>
                  <a:gd name="T19" fmla="*/ 33 h 963"/>
                  <a:gd name="T20" fmla="*/ 54 w 701"/>
                  <a:gd name="T21" fmla="*/ 35 h 963"/>
                  <a:gd name="T22" fmla="*/ 39 w 701"/>
                  <a:gd name="T23" fmla="*/ 33 h 963"/>
                  <a:gd name="T24" fmla="*/ 26 w 701"/>
                  <a:gd name="T25" fmla="*/ 24 h 963"/>
                  <a:gd name="T26" fmla="*/ 12 w 701"/>
                  <a:gd name="T27" fmla="*/ 17 h 963"/>
                  <a:gd name="T28" fmla="*/ 4 w 701"/>
                  <a:gd name="T29" fmla="*/ 25 h 963"/>
                  <a:gd name="T30" fmla="*/ 4 w 701"/>
                  <a:gd name="T31" fmla="*/ 51 h 963"/>
                  <a:gd name="T32" fmla="*/ 4 w 701"/>
                  <a:gd name="T33" fmla="*/ 74 h 963"/>
                  <a:gd name="T34" fmla="*/ 2 w 701"/>
                  <a:gd name="T35" fmla="*/ 95 h 963"/>
                  <a:gd name="T36" fmla="*/ 8 w 701"/>
                  <a:gd name="T37" fmla="*/ 122 h 963"/>
                  <a:gd name="T38" fmla="*/ 27 w 701"/>
                  <a:gd name="T39" fmla="*/ 140 h 963"/>
                  <a:gd name="T40" fmla="*/ 33 w 701"/>
                  <a:gd name="T41" fmla="*/ 132 h 963"/>
                  <a:gd name="T42" fmla="*/ 32 w 701"/>
                  <a:gd name="T43" fmla="*/ 130 h 963"/>
                  <a:gd name="T44" fmla="*/ 34 w 701"/>
                  <a:gd name="T45" fmla="*/ 130 h 963"/>
                  <a:gd name="T46" fmla="*/ 26 w 701"/>
                  <a:gd name="T47" fmla="*/ 110 h 963"/>
                  <a:gd name="T48" fmla="*/ 21 w 701"/>
                  <a:gd name="T49" fmla="*/ 92 h 963"/>
                  <a:gd name="T50" fmla="*/ 20 w 701"/>
                  <a:gd name="T51" fmla="*/ 73 h 963"/>
                  <a:gd name="T52" fmla="*/ 21 w 701"/>
                  <a:gd name="T53" fmla="*/ 55 h 963"/>
                  <a:gd name="T54" fmla="*/ 29 w 701"/>
                  <a:gd name="T55" fmla="*/ 53 h 963"/>
                  <a:gd name="T56" fmla="*/ 46 w 701"/>
                  <a:gd name="T57" fmla="*/ 57 h 963"/>
                  <a:gd name="T58" fmla="*/ 62 w 701"/>
                  <a:gd name="T59" fmla="*/ 58 h 963"/>
                  <a:gd name="T60" fmla="*/ 77 w 701"/>
                  <a:gd name="T61" fmla="*/ 53 h 963"/>
                  <a:gd name="T62" fmla="*/ 89 w 701"/>
                  <a:gd name="T63" fmla="*/ 41 h 963"/>
                  <a:gd name="T64" fmla="*/ 90 w 701"/>
                  <a:gd name="T65" fmla="*/ 56 h 963"/>
                  <a:gd name="T66" fmla="*/ 93 w 701"/>
                  <a:gd name="T67" fmla="*/ 76 h 963"/>
                  <a:gd name="T68" fmla="*/ 95 w 701"/>
                  <a:gd name="T69" fmla="*/ 92 h 963"/>
                  <a:gd name="T70" fmla="*/ 96 w 701"/>
                  <a:gd name="T71" fmla="*/ 102 h 963"/>
                  <a:gd name="T72" fmla="*/ 98 w 701"/>
                  <a:gd name="T73" fmla="*/ 112 h 963"/>
                  <a:gd name="T74" fmla="*/ 95 w 701"/>
                  <a:gd name="T75" fmla="*/ 123 h 963"/>
                  <a:gd name="T76" fmla="*/ 91 w 701"/>
                  <a:gd name="T77" fmla="*/ 130 h 963"/>
                  <a:gd name="T78" fmla="*/ 75 w 701"/>
                  <a:gd name="T79" fmla="*/ 130 h 963"/>
                  <a:gd name="T80" fmla="*/ 49 w 701"/>
                  <a:gd name="T81" fmla="*/ 153 h 963"/>
                  <a:gd name="T82" fmla="*/ 54 w 701"/>
                  <a:gd name="T83" fmla="*/ 182 h 963"/>
                  <a:gd name="T84" fmla="*/ 61 w 701"/>
                  <a:gd name="T85" fmla="*/ 191 h 963"/>
                  <a:gd name="T86" fmla="*/ 68 w 701"/>
                  <a:gd name="T87" fmla="*/ 163 h 963"/>
                  <a:gd name="T88" fmla="*/ 67 w 701"/>
                  <a:gd name="T89" fmla="*/ 147 h 963"/>
                  <a:gd name="T90" fmla="*/ 91 w 701"/>
                  <a:gd name="T91" fmla="*/ 153 h 963"/>
                  <a:gd name="T92" fmla="*/ 106 w 701"/>
                  <a:gd name="T93" fmla="*/ 133 h 963"/>
                  <a:gd name="T94" fmla="*/ 114 w 701"/>
                  <a:gd name="T95" fmla="*/ 110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4" y="550"/>
                    </a:moveTo>
                    <a:cubicBezTo>
                      <a:pt x="699" y="541"/>
                      <a:pt x="697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5" y="365"/>
                    </a:cubicBezTo>
                    <a:cubicBezTo>
                      <a:pt x="663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5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6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4" y="1"/>
                      <a:pt x="547" y="10"/>
                    </a:cubicBezTo>
                    <a:cubicBezTo>
                      <a:pt x="519" y="23"/>
                      <a:pt x="515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3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7" y="175"/>
                    </a:cubicBezTo>
                    <a:cubicBezTo>
                      <a:pt x="313" y="166"/>
                      <a:pt x="293" y="167"/>
                      <a:pt x="278" y="174"/>
                    </a:cubicBezTo>
                    <a:cubicBezTo>
                      <a:pt x="275" y="165"/>
                      <a:pt x="243" y="159"/>
                      <a:pt x="235" y="167"/>
                    </a:cubicBezTo>
                    <a:cubicBezTo>
                      <a:pt x="225" y="153"/>
                      <a:pt x="203" y="141"/>
                      <a:pt x="193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1" y="93"/>
                      <a:pt x="55" y="95"/>
                    </a:cubicBezTo>
                    <a:cubicBezTo>
                      <a:pt x="42" y="99"/>
                      <a:pt x="28" y="109"/>
                      <a:pt x="22" y="127"/>
                    </a:cubicBezTo>
                    <a:cubicBezTo>
                      <a:pt x="16" y="144"/>
                      <a:pt x="9" y="168"/>
                      <a:pt x="22" y="189"/>
                    </a:cubicBezTo>
                    <a:cubicBezTo>
                      <a:pt x="14" y="202"/>
                      <a:pt x="15" y="247"/>
                      <a:pt x="27" y="256"/>
                    </a:cubicBezTo>
                    <a:cubicBezTo>
                      <a:pt x="16" y="269"/>
                      <a:pt x="23" y="295"/>
                      <a:pt x="28" y="309"/>
                    </a:cubicBezTo>
                    <a:cubicBezTo>
                      <a:pt x="16" y="319"/>
                      <a:pt x="16" y="359"/>
                      <a:pt x="22" y="367"/>
                    </a:cubicBezTo>
                    <a:cubicBezTo>
                      <a:pt x="8" y="376"/>
                      <a:pt x="9" y="406"/>
                      <a:pt x="16" y="422"/>
                    </a:cubicBezTo>
                    <a:cubicBezTo>
                      <a:pt x="2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9" y="668"/>
                    </a:cubicBezTo>
                    <a:cubicBezTo>
                      <a:pt x="94" y="687"/>
                      <a:pt x="135" y="718"/>
                      <a:pt x="162" y="703"/>
                    </a:cubicBezTo>
                    <a:cubicBezTo>
                      <a:pt x="183" y="690"/>
                      <a:pt x="181" y="682"/>
                      <a:pt x="189" y="670"/>
                    </a:cubicBezTo>
                    <a:cubicBezTo>
                      <a:pt x="192" y="666"/>
                      <a:pt x="196" y="662"/>
                      <a:pt x="200" y="658"/>
                    </a:cubicBezTo>
                    <a:cubicBezTo>
                      <a:pt x="199" y="658"/>
                      <a:pt x="199" y="658"/>
                      <a:pt x="198" y="658"/>
                    </a:cubicBezTo>
                    <a:cubicBezTo>
                      <a:pt x="195" y="659"/>
                      <a:pt x="192" y="657"/>
                      <a:pt x="192" y="654"/>
                    </a:cubicBezTo>
                    <a:cubicBezTo>
                      <a:pt x="191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7" y="649"/>
                    </a:cubicBezTo>
                    <a:cubicBezTo>
                      <a:pt x="211" y="642"/>
                      <a:pt x="216" y="634"/>
                      <a:pt x="218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8" y="517"/>
                      <a:pt x="127" y="508"/>
                    </a:cubicBezTo>
                    <a:cubicBezTo>
                      <a:pt x="138" y="489"/>
                      <a:pt x="129" y="463"/>
                      <a:pt x="129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4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3" y="315"/>
                    </a:cubicBezTo>
                    <a:cubicBezTo>
                      <a:pt x="136" y="302"/>
                      <a:pt x="137" y="291"/>
                      <a:pt x="132" y="276"/>
                    </a:cubicBezTo>
                    <a:cubicBezTo>
                      <a:pt x="142" y="265"/>
                      <a:pt x="132" y="241"/>
                      <a:pt x="128" y="232"/>
                    </a:cubicBezTo>
                    <a:cubicBezTo>
                      <a:pt x="135" y="242"/>
                      <a:pt x="148" y="264"/>
                      <a:pt x="176" y="265"/>
                    </a:cubicBezTo>
                    <a:cubicBezTo>
                      <a:pt x="200" y="285"/>
                      <a:pt x="207" y="280"/>
                      <a:pt x="227" y="282"/>
                    </a:cubicBezTo>
                    <a:cubicBezTo>
                      <a:pt x="233" y="295"/>
                      <a:pt x="272" y="296"/>
                      <a:pt x="282" y="288"/>
                    </a:cubicBezTo>
                    <a:cubicBezTo>
                      <a:pt x="288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5" y="274"/>
                      <a:pt x="509" y="250"/>
                      <a:pt x="509" y="239"/>
                    </a:cubicBezTo>
                    <a:cubicBezTo>
                      <a:pt x="514" y="247"/>
                      <a:pt x="537" y="217"/>
                      <a:pt x="541" y="204"/>
                    </a:cubicBezTo>
                    <a:cubicBezTo>
                      <a:pt x="541" y="204"/>
                      <a:pt x="534" y="232"/>
                      <a:pt x="541" y="235"/>
                    </a:cubicBezTo>
                    <a:cubicBezTo>
                      <a:pt x="536" y="238"/>
                      <a:pt x="538" y="275"/>
                      <a:pt x="548" y="280"/>
                    </a:cubicBezTo>
                    <a:cubicBezTo>
                      <a:pt x="541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4" y="464"/>
                      <a:pt x="577" y="464"/>
                    </a:cubicBezTo>
                    <a:cubicBezTo>
                      <a:pt x="568" y="469"/>
                      <a:pt x="577" y="500"/>
                      <a:pt x="587" y="498"/>
                    </a:cubicBezTo>
                    <a:cubicBezTo>
                      <a:pt x="587" y="498"/>
                      <a:pt x="583" y="504"/>
                      <a:pt x="584" y="511"/>
                    </a:cubicBezTo>
                    <a:cubicBezTo>
                      <a:pt x="585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90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4" y="650"/>
                    </a:cubicBezTo>
                    <a:cubicBezTo>
                      <a:pt x="553" y="650"/>
                      <a:pt x="553" y="650"/>
                      <a:pt x="553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8" y="646"/>
                    </a:cubicBezTo>
                    <a:cubicBezTo>
                      <a:pt x="271" y="686"/>
                      <a:pt x="287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5" y="899"/>
                      <a:pt x="326" y="914"/>
                    </a:cubicBezTo>
                    <a:cubicBezTo>
                      <a:pt x="339" y="930"/>
                      <a:pt x="347" y="940"/>
                      <a:pt x="347" y="952"/>
                    </a:cubicBezTo>
                    <a:cubicBezTo>
                      <a:pt x="347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8" y="774"/>
                      <a:pt x="547" y="776"/>
                      <a:pt x="556" y="763"/>
                    </a:cubicBezTo>
                    <a:cubicBezTo>
                      <a:pt x="564" y="766"/>
                      <a:pt x="614" y="731"/>
                      <a:pt x="609" y="712"/>
                    </a:cubicBezTo>
                    <a:cubicBezTo>
                      <a:pt x="625" y="717"/>
                      <a:pt x="657" y="686"/>
                      <a:pt x="648" y="663"/>
                    </a:cubicBezTo>
                    <a:cubicBezTo>
                      <a:pt x="663" y="665"/>
                      <a:pt x="687" y="623"/>
                      <a:pt x="685" y="600"/>
                    </a:cubicBezTo>
                    <a:cubicBezTo>
                      <a:pt x="692" y="601"/>
                      <a:pt x="701" y="561"/>
                      <a:pt x="694" y="550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5" name="Freeform 1913">
                <a:extLst>
                  <a:ext uri="{FF2B5EF4-FFF2-40B4-BE49-F238E27FC236}">
                    <a16:creationId xmlns:a16="http://schemas.microsoft.com/office/drawing/2014/main" id="{59ACD497-4C00-4E4B-886B-ECD8134B6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3175"/>
                <a:ext cx="30" cy="70"/>
              </a:xfrm>
              <a:custGeom>
                <a:avLst/>
                <a:gdLst>
                  <a:gd name="T0" fmla="*/ 0 w 56"/>
                  <a:gd name="T1" fmla="*/ 5 h 121"/>
                  <a:gd name="T2" fmla="*/ 3 w 56"/>
                  <a:gd name="T3" fmla="*/ 10 h 121"/>
                  <a:gd name="T4" fmla="*/ 3 w 56"/>
                  <a:gd name="T5" fmla="*/ 16 h 121"/>
                  <a:gd name="T6" fmla="*/ 9 w 56"/>
                  <a:gd name="T7" fmla="*/ 23 h 121"/>
                  <a:gd name="T8" fmla="*/ 8 w 56"/>
                  <a:gd name="T9" fmla="*/ 18 h 121"/>
                  <a:gd name="T10" fmla="*/ 5 w 56"/>
                  <a:gd name="T11" fmla="*/ 12 h 121"/>
                  <a:gd name="T12" fmla="*/ 3 w 56"/>
                  <a:gd name="T13" fmla="*/ 7 h 121"/>
                  <a:gd name="T14" fmla="*/ 2 w 56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21">
                    <a:moveTo>
                      <a:pt x="0" y="24"/>
                    </a:moveTo>
                    <a:cubicBezTo>
                      <a:pt x="7" y="31"/>
                      <a:pt x="11" y="45"/>
                      <a:pt x="16" y="54"/>
                    </a:cubicBezTo>
                    <a:cubicBezTo>
                      <a:pt x="22" y="64"/>
                      <a:pt x="25" y="74"/>
                      <a:pt x="21" y="85"/>
                    </a:cubicBezTo>
                    <a:cubicBezTo>
                      <a:pt x="31" y="85"/>
                      <a:pt x="47" y="113"/>
                      <a:pt x="54" y="121"/>
                    </a:cubicBezTo>
                    <a:cubicBezTo>
                      <a:pt x="52" y="112"/>
                      <a:pt x="56" y="101"/>
                      <a:pt x="53" y="92"/>
                    </a:cubicBezTo>
                    <a:cubicBezTo>
                      <a:pt x="49" y="82"/>
                      <a:pt x="39" y="71"/>
                      <a:pt x="33" y="62"/>
                    </a:cubicBezTo>
                    <a:cubicBezTo>
                      <a:pt x="28" y="54"/>
                      <a:pt x="22" y="45"/>
                      <a:pt x="18" y="36"/>
                    </a:cubicBezTo>
                    <a:cubicBezTo>
                      <a:pt x="14" y="24"/>
                      <a:pt x="18" y="10"/>
                      <a:pt x="14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6" name="Freeform 1914">
                <a:extLst>
                  <a:ext uri="{FF2B5EF4-FFF2-40B4-BE49-F238E27FC236}">
                    <a16:creationId xmlns:a16="http://schemas.microsoft.com/office/drawing/2014/main" id="{BD6A4CAA-282C-4B93-995C-01842D239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3089"/>
                <a:ext cx="23" cy="101"/>
              </a:xfrm>
              <a:custGeom>
                <a:avLst/>
                <a:gdLst>
                  <a:gd name="T0" fmla="*/ 3 w 42"/>
                  <a:gd name="T1" fmla="*/ 2 h 174"/>
                  <a:gd name="T2" fmla="*/ 3 w 42"/>
                  <a:gd name="T3" fmla="*/ 8 h 174"/>
                  <a:gd name="T4" fmla="*/ 0 w 42"/>
                  <a:gd name="T5" fmla="*/ 12 h 174"/>
                  <a:gd name="T6" fmla="*/ 2 w 42"/>
                  <a:gd name="T7" fmla="*/ 17 h 174"/>
                  <a:gd name="T8" fmla="*/ 1 w 42"/>
                  <a:gd name="T9" fmla="*/ 23 h 174"/>
                  <a:gd name="T10" fmla="*/ 1 w 42"/>
                  <a:gd name="T11" fmla="*/ 27 h 174"/>
                  <a:gd name="T12" fmla="*/ 1 w 42"/>
                  <a:gd name="T13" fmla="*/ 34 h 174"/>
                  <a:gd name="T14" fmla="*/ 4 w 42"/>
                  <a:gd name="T15" fmla="*/ 34 h 174"/>
                  <a:gd name="T16" fmla="*/ 3 w 42"/>
                  <a:gd name="T17" fmla="*/ 23 h 174"/>
                  <a:gd name="T18" fmla="*/ 7 w 42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74">
                    <a:moveTo>
                      <a:pt x="20" y="9"/>
                    </a:moveTo>
                    <a:cubicBezTo>
                      <a:pt x="31" y="18"/>
                      <a:pt x="20" y="31"/>
                      <a:pt x="18" y="41"/>
                    </a:cubicBezTo>
                    <a:cubicBezTo>
                      <a:pt x="15" y="57"/>
                      <a:pt x="16" y="57"/>
                      <a:pt x="0" y="62"/>
                    </a:cubicBezTo>
                    <a:cubicBezTo>
                      <a:pt x="13" y="66"/>
                      <a:pt x="15" y="73"/>
                      <a:pt x="15" y="87"/>
                    </a:cubicBezTo>
                    <a:cubicBezTo>
                      <a:pt x="15" y="97"/>
                      <a:pt x="13" y="113"/>
                      <a:pt x="1" y="116"/>
                    </a:cubicBezTo>
                    <a:cubicBezTo>
                      <a:pt x="21" y="107"/>
                      <a:pt x="8" y="135"/>
                      <a:pt x="8" y="140"/>
                    </a:cubicBezTo>
                    <a:cubicBezTo>
                      <a:pt x="7" y="154"/>
                      <a:pt x="18" y="159"/>
                      <a:pt x="5" y="174"/>
                    </a:cubicBezTo>
                    <a:cubicBezTo>
                      <a:pt x="13" y="171"/>
                      <a:pt x="19" y="172"/>
                      <a:pt x="27" y="172"/>
                    </a:cubicBezTo>
                    <a:cubicBezTo>
                      <a:pt x="21" y="154"/>
                      <a:pt x="17" y="137"/>
                      <a:pt x="19" y="118"/>
                    </a:cubicBezTo>
                    <a:cubicBezTo>
                      <a:pt x="22" y="99"/>
                      <a:pt x="40" y="20"/>
                      <a:pt x="4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7" name="Freeform 1915">
                <a:extLst>
                  <a:ext uri="{FF2B5EF4-FFF2-40B4-BE49-F238E27FC236}">
                    <a16:creationId xmlns:a16="http://schemas.microsoft.com/office/drawing/2014/main" id="{08722CFB-9E6C-4FD6-BC85-ECA29F6FE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978"/>
                <a:ext cx="26" cy="123"/>
              </a:xfrm>
              <a:custGeom>
                <a:avLst/>
                <a:gdLst>
                  <a:gd name="T0" fmla="*/ 0 w 47"/>
                  <a:gd name="T1" fmla="*/ 0 h 212"/>
                  <a:gd name="T2" fmla="*/ 3 w 47"/>
                  <a:gd name="T3" fmla="*/ 3 h 212"/>
                  <a:gd name="T4" fmla="*/ 6 w 47"/>
                  <a:gd name="T5" fmla="*/ 6 h 212"/>
                  <a:gd name="T6" fmla="*/ 8 w 47"/>
                  <a:gd name="T7" fmla="*/ 16 h 212"/>
                  <a:gd name="T8" fmla="*/ 7 w 47"/>
                  <a:gd name="T9" fmla="*/ 28 h 212"/>
                  <a:gd name="T10" fmla="*/ 5 w 47"/>
                  <a:gd name="T11" fmla="*/ 41 h 212"/>
                  <a:gd name="T12" fmla="*/ 1 w 47"/>
                  <a:gd name="T13" fmla="*/ 39 h 212"/>
                  <a:gd name="T14" fmla="*/ 4 w 47"/>
                  <a:gd name="T15" fmla="*/ 36 h 212"/>
                  <a:gd name="T16" fmla="*/ 4 w 47"/>
                  <a:gd name="T17" fmla="*/ 28 h 212"/>
                  <a:gd name="T18" fmla="*/ 2 w 47"/>
                  <a:gd name="T19" fmla="*/ 27 h 212"/>
                  <a:gd name="T20" fmla="*/ 1 w 47"/>
                  <a:gd name="T21" fmla="*/ 17 h 212"/>
                  <a:gd name="T22" fmla="*/ 5 w 47"/>
                  <a:gd name="T23" fmla="*/ 13 h 212"/>
                  <a:gd name="T24" fmla="*/ 5 w 47"/>
                  <a:gd name="T25" fmla="*/ 9 h 212"/>
                  <a:gd name="T26" fmla="*/ 3 w 47"/>
                  <a:gd name="T27" fmla="*/ 9 h 212"/>
                  <a:gd name="T28" fmla="*/ 1 w 47"/>
                  <a:gd name="T29" fmla="*/ 2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12">
                    <a:moveTo>
                      <a:pt x="0" y="0"/>
                    </a:moveTo>
                    <a:cubicBezTo>
                      <a:pt x="3" y="11"/>
                      <a:pt x="11" y="10"/>
                      <a:pt x="18" y="15"/>
                    </a:cubicBezTo>
                    <a:cubicBezTo>
                      <a:pt x="23" y="18"/>
                      <a:pt x="29" y="25"/>
                      <a:pt x="33" y="29"/>
                    </a:cubicBezTo>
                    <a:cubicBezTo>
                      <a:pt x="47" y="43"/>
                      <a:pt x="47" y="65"/>
                      <a:pt x="45" y="84"/>
                    </a:cubicBezTo>
                    <a:cubicBezTo>
                      <a:pt x="42" y="106"/>
                      <a:pt x="38" y="125"/>
                      <a:pt x="39" y="147"/>
                    </a:cubicBezTo>
                    <a:cubicBezTo>
                      <a:pt x="40" y="169"/>
                      <a:pt x="38" y="190"/>
                      <a:pt x="30" y="212"/>
                    </a:cubicBezTo>
                    <a:cubicBezTo>
                      <a:pt x="29" y="201"/>
                      <a:pt x="10" y="198"/>
                      <a:pt x="1" y="198"/>
                    </a:cubicBezTo>
                    <a:cubicBezTo>
                      <a:pt x="15" y="193"/>
                      <a:pt x="19" y="194"/>
                      <a:pt x="23" y="182"/>
                    </a:cubicBezTo>
                    <a:cubicBezTo>
                      <a:pt x="25" y="175"/>
                      <a:pt x="25" y="149"/>
                      <a:pt x="24" y="142"/>
                    </a:cubicBezTo>
                    <a:cubicBezTo>
                      <a:pt x="22" y="133"/>
                      <a:pt x="19" y="135"/>
                      <a:pt x="10" y="138"/>
                    </a:cubicBezTo>
                    <a:cubicBezTo>
                      <a:pt x="33" y="128"/>
                      <a:pt x="30" y="71"/>
                      <a:pt x="4" y="89"/>
                    </a:cubicBezTo>
                    <a:cubicBezTo>
                      <a:pt x="11" y="79"/>
                      <a:pt x="26" y="78"/>
                      <a:pt x="31" y="66"/>
                    </a:cubicBezTo>
                    <a:cubicBezTo>
                      <a:pt x="33" y="62"/>
                      <a:pt x="33" y="52"/>
                      <a:pt x="31" y="48"/>
                    </a:cubicBezTo>
                    <a:cubicBezTo>
                      <a:pt x="27" y="41"/>
                      <a:pt x="24" y="44"/>
                      <a:pt x="17" y="43"/>
                    </a:cubicBezTo>
                    <a:cubicBezTo>
                      <a:pt x="28" y="29"/>
                      <a:pt x="6" y="25"/>
                      <a:pt x="8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8" name="Freeform 1916">
                <a:extLst>
                  <a:ext uri="{FF2B5EF4-FFF2-40B4-BE49-F238E27FC236}">
                    <a16:creationId xmlns:a16="http://schemas.microsoft.com/office/drawing/2014/main" id="{C6C2C515-710F-43B8-A7A0-E46203EEE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001"/>
                <a:ext cx="19" cy="70"/>
              </a:xfrm>
              <a:custGeom>
                <a:avLst/>
                <a:gdLst>
                  <a:gd name="T0" fmla="*/ 6 w 33"/>
                  <a:gd name="T1" fmla="*/ 7 h 118"/>
                  <a:gd name="T2" fmla="*/ 3 w 33"/>
                  <a:gd name="T3" fmla="*/ 15 h 118"/>
                  <a:gd name="T4" fmla="*/ 3 w 33"/>
                  <a:gd name="T5" fmla="*/ 20 h 118"/>
                  <a:gd name="T6" fmla="*/ 1 w 33"/>
                  <a:gd name="T7" fmla="*/ 25 h 118"/>
                  <a:gd name="T8" fmla="*/ 1 w 33"/>
                  <a:gd name="T9" fmla="*/ 11 h 118"/>
                  <a:gd name="T10" fmla="*/ 1 w 33"/>
                  <a:gd name="T11" fmla="*/ 4 h 118"/>
                  <a:gd name="T12" fmla="*/ 1 w 33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18">
                    <a:moveTo>
                      <a:pt x="33" y="31"/>
                    </a:moveTo>
                    <a:cubicBezTo>
                      <a:pt x="16" y="27"/>
                      <a:pt x="15" y="60"/>
                      <a:pt x="15" y="71"/>
                    </a:cubicBezTo>
                    <a:cubicBezTo>
                      <a:pt x="16" y="80"/>
                      <a:pt x="17" y="86"/>
                      <a:pt x="14" y="95"/>
                    </a:cubicBezTo>
                    <a:cubicBezTo>
                      <a:pt x="11" y="103"/>
                      <a:pt x="8" y="110"/>
                      <a:pt x="5" y="118"/>
                    </a:cubicBezTo>
                    <a:cubicBezTo>
                      <a:pt x="0" y="96"/>
                      <a:pt x="1" y="73"/>
                      <a:pt x="2" y="51"/>
                    </a:cubicBezTo>
                    <a:cubicBezTo>
                      <a:pt x="3" y="40"/>
                      <a:pt x="6" y="30"/>
                      <a:pt x="7" y="20"/>
                    </a:cubicBezTo>
                    <a:cubicBezTo>
                      <a:pt x="8" y="13"/>
                      <a:pt x="4" y="6"/>
                      <a:pt x="7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9" name="Freeform 1917">
                <a:extLst>
                  <a:ext uri="{FF2B5EF4-FFF2-40B4-BE49-F238E27FC236}">
                    <a16:creationId xmlns:a16="http://schemas.microsoft.com/office/drawing/2014/main" id="{A26033C8-176B-438B-8736-9351C110B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172"/>
                <a:ext cx="95" cy="114"/>
              </a:xfrm>
              <a:custGeom>
                <a:avLst/>
                <a:gdLst>
                  <a:gd name="T0" fmla="*/ 18 w 173"/>
                  <a:gd name="T1" fmla="*/ 36 h 194"/>
                  <a:gd name="T2" fmla="*/ 13 w 173"/>
                  <a:gd name="T3" fmla="*/ 38 h 194"/>
                  <a:gd name="T4" fmla="*/ 7 w 173"/>
                  <a:gd name="T5" fmla="*/ 39 h 194"/>
                  <a:gd name="T6" fmla="*/ 3 w 173"/>
                  <a:gd name="T7" fmla="*/ 39 h 194"/>
                  <a:gd name="T8" fmla="*/ 0 w 173"/>
                  <a:gd name="T9" fmla="*/ 37 h 194"/>
                  <a:gd name="T10" fmla="*/ 7 w 173"/>
                  <a:gd name="T11" fmla="*/ 36 h 194"/>
                  <a:gd name="T12" fmla="*/ 14 w 173"/>
                  <a:gd name="T13" fmla="*/ 34 h 194"/>
                  <a:gd name="T14" fmla="*/ 17 w 173"/>
                  <a:gd name="T15" fmla="*/ 32 h 194"/>
                  <a:gd name="T16" fmla="*/ 20 w 173"/>
                  <a:gd name="T17" fmla="*/ 29 h 194"/>
                  <a:gd name="T18" fmla="*/ 23 w 173"/>
                  <a:gd name="T19" fmla="*/ 22 h 194"/>
                  <a:gd name="T20" fmla="*/ 25 w 173"/>
                  <a:gd name="T21" fmla="*/ 15 h 194"/>
                  <a:gd name="T22" fmla="*/ 26 w 173"/>
                  <a:gd name="T23" fmla="*/ 7 h 194"/>
                  <a:gd name="T24" fmla="*/ 26 w 173"/>
                  <a:gd name="T25" fmla="*/ 1 h 194"/>
                  <a:gd name="T26" fmla="*/ 28 w 173"/>
                  <a:gd name="T27" fmla="*/ 0 h 194"/>
                  <a:gd name="T28" fmla="*/ 29 w 173"/>
                  <a:gd name="T29" fmla="*/ 15 h 194"/>
                  <a:gd name="T30" fmla="*/ 26 w 173"/>
                  <a:gd name="T31" fmla="*/ 24 h 194"/>
                  <a:gd name="T32" fmla="*/ 24 w 173"/>
                  <a:gd name="T33" fmla="*/ 29 h 1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3" h="194">
                    <a:moveTo>
                      <a:pt x="107" y="177"/>
                    </a:moveTo>
                    <a:cubicBezTo>
                      <a:pt x="97" y="180"/>
                      <a:pt x="87" y="183"/>
                      <a:pt x="77" y="187"/>
                    </a:cubicBezTo>
                    <a:cubicBezTo>
                      <a:pt x="66" y="192"/>
                      <a:pt x="56" y="191"/>
                      <a:pt x="44" y="193"/>
                    </a:cubicBezTo>
                    <a:cubicBezTo>
                      <a:pt x="35" y="194"/>
                      <a:pt x="26" y="194"/>
                      <a:pt x="17" y="194"/>
                    </a:cubicBezTo>
                    <a:cubicBezTo>
                      <a:pt x="8" y="194"/>
                      <a:pt x="5" y="190"/>
                      <a:pt x="0" y="183"/>
                    </a:cubicBezTo>
                    <a:cubicBezTo>
                      <a:pt x="7" y="191"/>
                      <a:pt x="34" y="186"/>
                      <a:pt x="41" y="178"/>
                    </a:cubicBezTo>
                    <a:cubicBezTo>
                      <a:pt x="50" y="193"/>
                      <a:pt x="77" y="180"/>
                      <a:pt x="83" y="169"/>
                    </a:cubicBezTo>
                    <a:cubicBezTo>
                      <a:pt x="93" y="175"/>
                      <a:pt x="96" y="163"/>
                      <a:pt x="103" y="159"/>
                    </a:cubicBezTo>
                    <a:cubicBezTo>
                      <a:pt x="109" y="155"/>
                      <a:pt x="124" y="151"/>
                      <a:pt x="121" y="142"/>
                    </a:cubicBezTo>
                    <a:cubicBezTo>
                      <a:pt x="136" y="146"/>
                      <a:pt x="143" y="121"/>
                      <a:pt x="136" y="111"/>
                    </a:cubicBezTo>
                    <a:cubicBezTo>
                      <a:pt x="152" y="103"/>
                      <a:pt x="155" y="91"/>
                      <a:pt x="153" y="73"/>
                    </a:cubicBezTo>
                    <a:cubicBezTo>
                      <a:pt x="163" y="69"/>
                      <a:pt x="167" y="41"/>
                      <a:pt x="158" y="35"/>
                    </a:cubicBezTo>
                    <a:cubicBezTo>
                      <a:pt x="165" y="25"/>
                      <a:pt x="158" y="12"/>
                      <a:pt x="159" y="1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57" y="119"/>
                      <a:pt x="157" y="119"/>
                      <a:pt x="157" y="119"/>
                    </a:cubicBezTo>
                    <a:cubicBezTo>
                      <a:pt x="145" y="143"/>
                      <a:pt x="145" y="143"/>
                      <a:pt x="145" y="14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0" name="Freeform 1918">
                <a:extLst>
                  <a:ext uri="{FF2B5EF4-FFF2-40B4-BE49-F238E27FC236}">
                    <a16:creationId xmlns:a16="http://schemas.microsoft.com/office/drawing/2014/main" id="{09497D1D-F75A-4CC1-8487-DA634C628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934"/>
                <a:ext cx="62" cy="259"/>
              </a:xfrm>
              <a:custGeom>
                <a:avLst/>
                <a:gdLst>
                  <a:gd name="T0" fmla="*/ 0 w 113"/>
                  <a:gd name="T1" fmla="*/ 22 h 444"/>
                  <a:gd name="T2" fmla="*/ 6 w 113"/>
                  <a:gd name="T3" fmla="*/ 20 h 444"/>
                  <a:gd name="T4" fmla="*/ 5 w 113"/>
                  <a:gd name="T5" fmla="*/ 27 h 444"/>
                  <a:gd name="T6" fmla="*/ 7 w 113"/>
                  <a:gd name="T7" fmla="*/ 32 h 444"/>
                  <a:gd name="T8" fmla="*/ 7 w 113"/>
                  <a:gd name="T9" fmla="*/ 37 h 444"/>
                  <a:gd name="T10" fmla="*/ 8 w 113"/>
                  <a:gd name="T11" fmla="*/ 47 h 444"/>
                  <a:gd name="T12" fmla="*/ 9 w 113"/>
                  <a:gd name="T13" fmla="*/ 52 h 444"/>
                  <a:gd name="T14" fmla="*/ 8 w 113"/>
                  <a:gd name="T15" fmla="*/ 57 h 444"/>
                  <a:gd name="T16" fmla="*/ 9 w 113"/>
                  <a:gd name="T17" fmla="*/ 66 h 444"/>
                  <a:gd name="T18" fmla="*/ 12 w 113"/>
                  <a:gd name="T19" fmla="*/ 69 h 444"/>
                  <a:gd name="T20" fmla="*/ 11 w 113"/>
                  <a:gd name="T21" fmla="*/ 74 h 444"/>
                  <a:gd name="T22" fmla="*/ 14 w 113"/>
                  <a:gd name="T23" fmla="*/ 81 h 444"/>
                  <a:gd name="T24" fmla="*/ 16 w 113"/>
                  <a:gd name="T25" fmla="*/ 88 h 444"/>
                  <a:gd name="T26" fmla="*/ 17 w 113"/>
                  <a:gd name="T27" fmla="*/ 80 h 444"/>
                  <a:gd name="T28" fmla="*/ 14 w 113"/>
                  <a:gd name="T29" fmla="*/ 67 h 444"/>
                  <a:gd name="T30" fmla="*/ 10 w 113"/>
                  <a:gd name="T31" fmla="*/ 37 h 444"/>
                  <a:gd name="T32" fmla="*/ 10 w 113"/>
                  <a:gd name="T33" fmla="*/ 24 h 444"/>
                  <a:gd name="T34" fmla="*/ 10 w 113"/>
                  <a:gd name="T35" fmla="*/ 18 h 444"/>
                  <a:gd name="T36" fmla="*/ 12 w 113"/>
                  <a:gd name="T37" fmla="*/ 12 h 444"/>
                  <a:gd name="T38" fmla="*/ 12 w 113"/>
                  <a:gd name="T39" fmla="*/ 5 h 444"/>
                  <a:gd name="T40" fmla="*/ 10 w 113"/>
                  <a:gd name="T41" fmla="*/ 0 h 444"/>
                  <a:gd name="T42" fmla="*/ 7 w 113"/>
                  <a:gd name="T43" fmla="*/ 9 h 444"/>
                  <a:gd name="T44" fmla="*/ 3 w 113"/>
                  <a:gd name="T45" fmla="*/ 18 h 444"/>
                  <a:gd name="T46" fmla="*/ 2 w 113"/>
                  <a:gd name="T47" fmla="*/ 20 h 4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3" h="444">
                    <a:moveTo>
                      <a:pt x="0" y="112"/>
                    </a:moveTo>
                    <a:cubicBezTo>
                      <a:pt x="8" y="107"/>
                      <a:pt x="27" y="92"/>
                      <a:pt x="37" y="103"/>
                    </a:cubicBezTo>
                    <a:cubicBezTo>
                      <a:pt x="45" y="111"/>
                      <a:pt x="43" y="132"/>
                      <a:pt x="33" y="137"/>
                    </a:cubicBezTo>
                    <a:cubicBezTo>
                      <a:pt x="43" y="141"/>
                      <a:pt x="43" y="153"/>
                      <a:pt x="44" y="162"/>
                    </a:cubicBezTo>
                    <a:cubicBezTo>
                      <a:pt x="45" y="171"/>
                      <a:pt x="48" y="181"/>
                      <a:pt x="40" y="187"/>
                    </a:cubicBezTo>
                    <a:cubicBezTo>
                      <a:pt x="47" y="186"/>
                      <a:pt x="51" y="228"/>
                      <a:pt x="45" y="234"/>
                    </a:cubicBezTo>
                    <a:cubicBezTo>
                      <a:pt x="53" y="232"/>
                      <a:pt x="55" y="255"/>
                      <a:pt x="55" y="261"/>
                    </a:cubicBezTo>
                    <a:cubicBezTo>
                      <a:pt x="55" y="270"/>
                      <a:pt x="54" y="279"/>
                      <a:pt x="50" y="287"/>
                    </a:cubicBezTo>
                    <a:cubicBezTo>
                      <a:pt x="62" y="291"/>
                      <a:pt x="61" y="323"/>
                      <a:pt x="56" y="331"/>
                    </a:cubicBezTo>
                    <a:cubicBezTo>
                      <a:pt x="59" y="323"/>
                      <a:pt x="68" y="344"/>
                      <a:pt x="69" y="347"/>
                    </a:cubicBezTo>
                    <a:cubicBezTo>
                      <a:pt x="71" y="354"/>
                      <a:pt x="73" y="364"/>
                      <a:pt x="68" y="371"/>
                    </a:cubicBezTo>
                    <a:cubicBezTo>
                      <a:pt x="79" y="367"/>
                      <a:pt x="90" y="397"/>
                      <a:pt x="84" y="405"/>
                    </a:cubicBezTo>
                    <a:cubicBezTo>
                      <a:pt x="97" y="415"/>
                      <a:pt x="101" y="429"/>
                      <a:pt x="97" y="444"/>
                    </a:cubicBezTo>
                    <a:cubicBezTo>
                      <a:pt x="113" y="438"/>
                      <a:pt x="103" y="414"/>
                      <a:pt x="102" y="401"/>
                    </a:cubicBezTo>
                    <a:cubicBezTo>
                      <a:pt x="101" y="380"/>
                      <a:pt x="93" y="358"/>
                      <a:pt x="87" y="338"/>
                    </a:cubicBezTo>
                    <a:cubicBezTo>
                      <a:pt x="73" y="289"/>
                      <a:pt x="65" y="240"/>
                      <a:pt x="61" y="189"/>
                    </a:cubicBezTo>
                    <a:cubicBezTo>
                      <a:pt x="59" y="167"/>
                      <a:pt x="56" y="142"/>
                      <a:pt x="60" y="120"/>
                    </a:cubicBezTo>
                    <a:cubicBezTo>
                      <a:pt x="61" y="109"/>
                      <a:pt x="61" y="99"/>
                      <a:pt x="63" y="88"/>
                    </a:cubicBezTo>
                    <a:cubicBezTo>
                      <a:pt x="65" y="78"/>
                      <a:pt x="70" y="69"/>
                      <a:pt x="71" y="59"/>
                    </a:cubicBezTo>
                    <a:cubicBezTo>
                      <a:pt x="72" y="47"/>
                      <a:pt x="72" y="33"/>
                      <a:pt x="70" y="22"/>
                    </a:cubicBezTo>
                    <a:cubicBezTo>
                      <a:pt x="69" y="16"/>
                      <a:pt x="67" y="1"/>
                      <a:pt x="60" y="0"/>
                    </a:cubicBezTo>
                    <a:cubicBezTo>
                      <a:pt x="67" y="19"/>
                      <a:pt x="51" y="33"/>
                      <a:pt x="44" y="47"/>
                    </a:cubicBezTo>
                    <a:cubicBezTo>
                      <a:pt x="38" y="58"/>
                      <a:pt x="31" y="86"/>
                      <a:pt x="16" y="87"/>
                    </a:cubicBezTo>
                    <a:cubicBezTo>
                      <a:pt x="16" y="91"/>
                      <a:pt x="12" y="97"/>
                      <a:pt x="10" y="10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1" name="Freeform 1919">
                <a:extLst>
                  <a:ext uri="{FF2B5EF4-FFF2-40B4-BE49-F238E27FC236}">
                    <a16:creationId xmlns:a16="http://schemas.microsoft.com/office/drawing/2014/main" id="{0EE0AA26-708F-440A-9EC6-9162D3A2F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3257"/>
                <a:ext cx="42" cy="18"/>
              </a:xfrm>
              <a:custGeom>
                <a:avLst/>
                <a:gdLst>
                  <a:gd name="T0" fmla="*/ 1 w 78"/>
                  <a:gd name="T1" fmla="*/ 1 h 31"/>
                  <a:gd name="T2" fmla="*/ 1 w 78"/>
                  <a:gd name="T3" fmla="*/ 2 h 31"/>
                  <a:gd name="T4" fmla="*/ 1 w 78"/>
                  <a:gd name="T5" fmla="*/ 3 h 31"/>
                  <a:gd name="T6" fmla="*/ 2 w 78"/>
                  <a:gd name="T7" fmla="*/ 3 h 31"/>
                  <a:gd name="T8" fmla="*/ 7 w 78"/>
                  <a:gd name="T9" fmla="*/ 5 h 31"/>
                  <a:gd name="T10" fmla="*/ 11 w 78"/>
                  <a:gd name="T11" fmla="*/ 3 h 31"/>
                  <a:gd name="T12" fmla="*/ 12 w 78"/>
                  <a:gd name="T13" fmla="*/ 2 h 31"/>
                  <a:gd name="T14" fmla="*/ 12 w 78"/>
                  <a:gd name="T15" fmla="*/ 1 h 31"/>
                  <a:gd name="T16" fmla="*/ 10 w 78"/>
                  <a:gd name="T17" fmla="*/ 1 h 31"/>
                  <a:gd name="T18" fmla="*/ 6 w 78"/>
                  <a:gd name="T19" fmla="*/ 3 h 31"/>
                  <a:gd name="T20" fmla="*/ 3 w 78"/>
                  <a:gd name="T21" fmla="*/ 2 h 31"/>
                  <a:gd name="T22" fmla="*/ 1 w 78"/>
                  <a:gd name="T23" fmla="*/ 1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1">
                    <a:moveTo>
                      <a:pt x="4" y="3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4" y="14"/>
                      <a:pt x="7" y="13"/>
                    </a:cubicBezTo>
                    <a:cubicBezTo>
                      <a:pt x="9" y="13"/>
                      <a:pt x="11" y="14"/>
                      <a:pt x="15" y="18"/>
                    </a:cubicBezTo>
                    <a:cubicBezTo>
                      <a:pt x="22" y="23"/>
                      <a:pt x="31" y="31"/>
                      <a:pt x="45" y="26"/>
                    </a:cubicBezTo>
                    <a:cubicBezTo>
                      <a:pt x="57" y="22"/>
                      <a:pt x="65" y="19"/>
                      <a:pt x="69" y="16"/>
                    </a:cubicBezTo>
                    <a:cubicBezTo>
                      <a:pt x="69" y="16"/>
                      <a:pt x="76" y="12"/>
                      <a:pt x="77" y="10"/>
                    </a:cubicBezTo>
                    <a:cubicBezTo>
                      <a:pt x="78" y="7"/>
                      <a:pt x="78" y="4"/>
                      <a:pt x="75" y="3"/>
                    </a:cubicBezTo>
                    <a:cubicBezTo>
                      <a:pt x="71" y="1"/>
                      <a:pt x="68" y="3"/>
                      <a:pt x="64" y="5"/>
                    </a:cubicBezTo>
                    <a:cubicBezTo>
                      <a:pt x="60" y="8"/>
                      <a:pt x="53" y="12"/>
                      <a:pt x="42" y="16"/>
                    </a:cubicBezTo>
                    <a:cubicBezTo>
                      <a:pt x="33" y="18"/>
                      <a:pt x="28" y="14"/>
                      <a:pt x="22" y="9"/>
                    </a:cubicBezTo>
                    <a:cubicBezTo>
                      <a:pt x="17" y="5"/>
                      <a:pt x="11" y="0"/>
                      <a:pt x="4" y="3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2" name="Freeform 1920">
                <a:extLst>
                  <a:ext uri="{FF2B5EF4-FFF2-40B4-BE49-F238E27FC236}">
                    <a16:creationId xmlns:a16="http://schemas.microsoft.com/office/drawing/2014/main" id="{4D40E8D6-FA42-4FD5-87CA-FA937086F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994"/>
                <a:ext cx="88" cy="276"/>
              </a:xfrm>
              <a:custGeom>
                <a:avLst/>
                <a:gdLst>
                  <a:gd name="T0" fmla="*/ 26 w 161"/>
                  <a:gd name="T1" fmla="*/ 92 h 473"/>
                  <a:gd name="T2" fmla="*/ 25 w 161"/>
                  <a:gd name="T3" fmla="*/ 91 h 473"/>
                  <a:gd name="T4" fmla="*/ 26 w 161"/>
                  <a:gd name="T5" fmla="*/ 90 h 473"/>
                  <a:gd name="T6" fmla="*/ 20 w 161"/>
                  <a:gd name="T7" fmla="*/ 90 h 473"/>
                  <a:gd name="T8" fmla="*/ 11 w 161"/>
                  <a:gd name="T9" fmla="*/ 82 h 473"/>
                  <a:gd name="T10" fmla="*/ 7 w 161"/>
                  <a:gd name="T11" fmla="*/ 76 h 473"/>
                  <a:gd name="T12" fmla="*/ 4 w 161"/>
                  <a:gd name="T13" fmla="*/ 67 h 473"/>
                  <a:gd name="T14" fmla="*/ 3 w 161"/>
                  <a:gd name="T15" fmla="*/ 60 h 473"/>
                  <a:gd name="T16" fmla="*/ 3 w 161"/>
                  <a:gd name="T17" fmla="*/ 53 h 473"/>
                  <a:gd name="T18" fmla="*/ 3 w 161"/>
                  <a:gd name="T19" fmla="*/ 48 h 473"/>
                  <a:gd name="T20" fmla="*/ 4 w 161"/>
                  <a:gd name="T21" fmla="*/ 42 h 473"/>
                  <a:gd name="T22" fmla="*/ 5 w 161"/>
                  <a:gd name="T23" fmla="*/ 40 h 473"/>
                  <a:gd name="T24" fmla="*/ 6 w 161"/>
                  <a:gd name="T25" fmla="*/ 33 h 473"/>
                  <a:gd name="T26" fmla="*/ 6 w 161"/>
                  <a:gd name="T27" fmla="*/ 28 h 473"/>
                  <a:gd name="T28" fmla="*/ 7 w 161"/>
                  <a:gd name="T29" fmla="*/ 23 h 473"/>
                  <a:gd name="T30" fmla="*/ 7 w 161"/>
                  <a:gd name="T31" fmla="*/ 15 h 473"/>
                  <a:gd name="T32" fmla="*/ 7 w 161"/>
                  <a:gd name="T33" fmla="*/ 7 h 473"/>
                  <a:gd name="T34" fmla="*/ 7 w 161"/>
                  <a:gd name="T35" fmla="*/ 2 h 473"/>
                  <a:gd name="T36" fmla="*/ 4 w 161"/>
                  <a:gd name="T37" fmla="*/ 0 h 473"/>
                  <a:gd name="T38" fmla="*/ 4 w 161"/>
                  <a:gd name="T39" fmla="*/ 3 h 473"/>
                  <a:gd name="T40" fmla="*/ 5 w 161"/>
                  <a:gd name="T41" fmla="*/ 10 h 473"/>
                  <a:gd name="T42" fmla="*/ 4 w 161"/>
                  <a:gd name="T43" fmla="*/ 15 h 473"/>
                  <a:gd name="T44" fmla="*/ 4 w 161"/>
                  <a:gd name="T45" fmla="*/ 19 h 473"/>
                  <a:gd name="T46" fmla="*/ 4 w 161"/>
                  <a:gd name="T47" fmla="*/ 23 h 473"/>
                  <a:gd name="T48" fmla="*/ 4 w 161"/>
                  <a:gd name="T49" fmla="*/ 27 h 473"/>
                  <a:gd name="T50" fmla="*/ 3 w 161"/>
                  <a:gd name="T51" fmla="*/ 35 h 473"/>
                  <a:gd name="T52" fmla="*/ 2 w 161"/>
                  <a:gd name="T53" fmla="*/ 40 h 473"/>
                  <a:gd name="T54" fmla="*/ 2 w 161"/>
                  <a:gd name="T55" fmla="*/ 45 h 473"/>
                  <a:gd name="T56" fmla="*/ 2 w 161"/>
                  <a:gd name="T57" fmla="*/ 50 h 473"/>
                  <a:gd name="T58" fmla="*/ 1 w 161"/>
                  <a:gd name="T59" fmla="*/ 55 h 473"/>
                  <a:gd name="T60" fmla="*/ 1 w 161"/>
                  <a:gd name="T61" fmla="*/ 61 h 473"/>
                  <a:gd name="T62" fmla="*/ 1 w 161"/>
                  <a:gd name="T63" fmla="*/ 64 h 473"/>
                  <a:gd name="T64" fmla="*/ 3 w 161"/>
                  <a:gd name="T65" fmla="*/ 71 h 473"/>
                  <a:gd name="T66" fmla="*/ 5 w 161"/>
                  <a:gd name="T67" fmla="*/ 78 h 473"/>
                  <a:gd name="T68" fmla="*/ 8 w 161"/>
                  <a:gd name="T69" fmla="*/ 83 h 473"/>
                  <a:gd name="T70" fmla="*/ 11 w 161"/>
                  <a:gd name="T71" fmla="*/ 85 h 473"/>
                  <a:gd name="T72" fmla="*/ 13 w 161"/>
                  <a:gd name="T73" fmla="*/ 89 h 473"/>
                  <a:gd name="T74" fmla="*/ 25 w 161"/>
                  <a:gd name="T75" fmla="*/ 93 h 473"/>
                  <a:gd name="T76" fmla="*/ 26 w 161"/>
                  <a:gd name="T77" fmla="*/ 92 h 473"/>
                  <a:gd name="T78" fmla="*/ 26 w 161"/>
                  <a:gd name="T79" fmla="*/ 92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4" y="459"/>
                    </a:cubicBezTo>
                    <a:cubicBezTo>
                      <a:pt x="153" y="456"/>
                      <a:pt x="154" y="453"/>
                      <a:pt x="157" y="453"/>
                    </a:cubicBezTo>
                    <a:cubicBezTo>
                      <a:pt x="157" y="453"/>
                      <a:pt x="140" y="458"/>
                      <a:pt x="125" y="453"/>
                    </a:cubicBezTo>
                    <a:cubicBezTo>
                      <a:pt x="110" y="448"/>
                      <a:pt x="79" y="422"/>
                      <a:pt x="72" y="415"/>
                    </a:cubicBezTo>
                    <a:cubicBezTo>
                      <a:pt x="65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4" y="337"/>
                    </a:cubicBezTo>
                    <a:cubicBezTo>
                      <a:pt x="25" y="329"/>
                      <a:pt x="22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20" y="237"/>
                      <a:pt x="24" y="217"/>
                      <a:pt x="26" y="213"/>
                    </a:cubicBezTo>
                    <a:cubicBezTo>
                      <a:pt x="28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7" y="164"/>
                    </a:cubicBezTo>
                    <a:cubicBezTo>
                      <a:pt x="44" y="155"/>
                      <a:pt x="40" y="149"/>
                      <a:pt x="39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1" y="76"/>
                    </a:cubicBezTo>
                    <a:cubicBezTo>
                      <a:pt x="44" y="62"/>
                      <a:pt x="44" y="45"/>
                      <a:pt x="43" y="34"/>
                    </a:cubicBezTo>
                    <a:cubicBezTo>
                      <a:pt x="42" y="27"/>
                      <a:pt x="41" y="15"/>
                      <a:pt x="40" y="8"/>
                    </a:cubicBezTo>
                    <a:cubicBezTo>
                      <a:pt x="34" y="7"/>
                      <a:pt x="28" y="4"/>
                      <a:pt x="22" y="0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0" y="24"/>
                      <a:pt x="30" y="37"/>
                      <a:pt x="30" y="49"/>
                    </a:cubicBezTo>
                    <a:cubicBezTo>
                      <a:pt x="30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7" y="98"/>
                    </a:cubicBezTo>
                    <a:cubicBezTo>
                      <a:pt x="26" y="105"/>
                      <a:pt x="26" y="111"/>
                      <a:pt x="26" y="114"/>
                    </a:cubicBezTo>
                    <a:cubicBezTo>
                      <a:pt x="26" y="117"/>
                      <a:pt x="23" y="128"/>
                      <a:pt x="22" y="139"/>
                    </a:cubicBezTo>
                    <a:cubicBezTo>
                      <a:pt x="21" y="154"/>
                      <a:pt x="23" y="170"/>
                      <a:pt x="21" y="177"/>
                    </a:cubicBezTo>
                    <a:cubicBezTo>
                      <a:pt x="20" y="181"/>
                      <a:pt x="14" y="192"/>
                      <a:pt x="13" y="202"/>
                    </a:cubicBezTo>
                    <a:cubicBezTo>
                      <a:pt x="11" y="210"/>
                      <a:pt x="14" y="218"/>
                      <a:pt x="12" y="226"/>
                    </a:cubicBezTo>
                    <a:cubicBezTo>
                      <a:pt x="11" y="235"/>
                      <a:pt x="9" y="243"/>
                      <a:pt x="9" y="248"/>
                    </a:cubicBezTo>
                    <a:cubicBezTo>
                      <a:pt x="8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6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4" y="371"/>
                      <a:pt x="28" y="385"/>
                      <a:pt x="35" y="390"/>
                    </a:cubicBezTo>
                    <a:cubicBezTo>
                      <a:pt x="39" y="392"/>
                      <a:pt x="43" y="405"/>
                      <a:pt x="51" y="416"/>
                    </a:cubicBezTo>
                    <a:cubicBezTo>
                      <a:pt x="56" y="422"/>
                      <a:pt x="62" y="424"/>
                      <a:pt x="67" y="431"/>
                    </a:cubicBezTo>
                    <a:cubicBezTo>
                      <a:pt x="72" y="437"/>
                      <a:pt x="77" y="442"/>
                      <a:pt x="81" y="446"/>
                    </a:cubicBezTo>
                    <a:cubicBezTo>
                      <a:pt x="99" y="463"/>
                      <a:pt x="137" y="473"/>
                      <a:pt x="151" y="469"/>
                    </a:cubicBezTo>
                    <a:cubicBezTo>
                      <a:pt x="159" y="468"/>
                      <a:pt x="161" y="465"/>
                      <a:pt x="161" y="463"/>
                    </a:cubicBezTo>
                    <a:cubicBezTo>
                      <a:pt x="161" y="463"/>
                      <a:pt x="160" y="463"/>
                      <a:pt x="160" y="463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3" name="Freeform 1921">
                <a:extLst>
                  <a:ext uri="{FF2B5EF4-FFF2-40B4-BE49-F238E27FC236}">
                    <a16:creationId xmlns:a16="http://schemas.microsoft.com/office/drawing/2014/main" id="{C7A14FC1-B4D0-4B43-A493-BCE7BF500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912"/>
                <a:ext cx="168" cy="376"/>
              </a:xfrm>
              <a:custGeom>
                <a:avLst/>
                <a:gdLst>
                  <a:gd name="T0" fmla="*/ 0 w 306"/>
                  <a:gd name="T1" fmla="*/ 115 h 644"/>
                  <a:gd name="T2" fmla="*/ 10 w 306"/>
                  <a:gd name="T3" fmla="*/ 117 h 644"/>
                  <a:gd name="T4" fmla="*/ 18 w 306"/>
                  <a:gd name="T5" fmla="*/ 122 h 644"/>
                  <a:gd name="T6" fmla="*/ 23 w 306"/>
                  <a:gd name="T7" fmla="*/ 126 h 644"/>
                  <a:gd name="T8" fmla="*/ 38 w 306"/>
                  <a:gd name="T9" fmla="*/ 121 h 644"/>
                  <a:gd name="T10" fmla="*/ 43 w 306"/>
                  <a:gd name="T11" fmla="*/ 117 h 644"/>
                  <a:gd name="T12" fmla="*/ 46 w 306"/>
                  <a:gd name="T13" fmla="*/ 111 h 644"/>
                  <a:gd name="T14" fmla="*/ 48 w 306"/>
                  <a:gd name="T15" fmla="*/ 102 h 644"/>
                  <a:gd name="T16" fmla="*/ 48 w 306"/>
                  <a:gd name="T17" fmla="*/ 92 h 644"/>
                  <a:gd name="T18" fmla="*/ 47 w 306"/>
                  <a:gd name="T19" fmla="*/ 83 h 644"/>
                  <a:gd name="T20" fmla="*/ 44 w 306"/>
                  <a:gd name="T21" fmla="*/ 76 h 644"/>
                  <a:gd name="T22" fmla="*/ 42 w 306"/>
                  <a:gd name="T23" fmla="*/ 68 h 644"/>
                  <a:gd name="T24" fmla="*/ 42 w 306"/>
                  <a:gd name="T25" fmla="*/ 58 h 644"/>
                  <a:gd name="T26" fmla="*/ 41 w 306"/>
                  <a:gd name="T27" fmla="*/ 49 h 644"/>
                  <a:gd name="T28" fmla="*/ 40 w 306"/>
                  <a:gd name="T29" fmla="*/ 40 h 644"/>
                  <a:gd name="T30" fmla="*/ 40 w 306"/>
                  <a:gd name="T31" fmla="*/ 32 h 644"/>
                  <a:gd name="T32" fmla="*/ 41 w 306"/>
                  <a:gd name="T33" fmla="*/ 26 h 644"/>
                  <a:gd name="T34" fmla="*/ 41 w 306"/>
                  <a:gd name="T35" fmla="*/ 18 h 644"/>
                  <a:gd name="T36" fmla="*/ 42 w 306"/>
                  <a:gd name="T37" fmla="*/ 8 h 644"/>
                  <a:gd name="T38" fmla="*/ 42 w 306"/>
                  <a:gd name="T39" fmla="*/ 8 h 644"/>
                  <a:gd name="T40" fmla="*/ 42 w 306"/>
                  <a:gd name="T41" fmla="*/ 7 h 644"/>
                  <a:gd name="T42" fmla="*/ 42 w 306"/>
                  <a:gd name="T43" fmla="*/ 1 h 644"/>
                  <a:gd name="T44" fmla="*/ 42 w 306"/>
                  <a:gd name="T45" fmla="*/ 1 h 644"/>
                  <a:gd name="T46" fmla="*/ 42 w 306"/>
                  <a:gd name="T47" fmla="*/ 1 h 644"/>
                  <a:gd name="T48" fmla="*/ 43 w 306"/>
                  <a:gd name="T49" fmla="*/ 5 h 644"/>
                  <a:gd name="T50" fmla="*/ 43 w 306"/>
                  <a:gd name="T51" fmla="*/ 12 h 644"/>
                  <a:gd name="T52" fmla="*/ 43 w 306"/>
                  <a:gd name="T53" fmla="*/ 19 h 644"/>
                  <a:gd name="T54" fmla="*/ 43 w 306"/>
                  <a:gd name="T55" fmla="*/ 24 h 644"/>
                  <a:gd name="T56" fmla="*/ 43 w 306"/>
                  <a:gd name="T57" fmla="*/ 27 h 644"/>
                  <a:gd name="T58" fmla="*/ 43 w 306"/>
                  <a:gd name="T59" fmla="*/ 31 h 644"/>
                  <a:gd name="T60" fmla="*/ 42 w 306"/>
                  <a:gd name="T61" fmla="*/ 36 h 644"/>
                  <a:gd name="T62" fmla="*/ 42 w 306"/>
                  <a:gd name="T63" fmla="*/ 40 h 644"/>
                  <a:gd name="T64" fmla="*/ 43 w 306"/>
                  <a:gd name="T65" fmla="*/ 44 h 644"/>
                  <a:gd name="T66" fmla="*/ 43 w 306"/>
                  <a:gd name="T67" fmla="*/ 48 h 644"/>
                  <a:gd name="T68" fmla="*/ 43 w 306"/>
                  <a:gd name="T69" fmla="*/ 54 h 644"/>
                  <a:gd name="T70" fmla="*/ 44 w 306"/>
                  <a:gd name="T71" fmla="*/ 60 h 644"/>
                  <a:gd name="T72" fmla="*/ 44 w 306"/>
                  <a:gd name="T73" fmla="*/ 65 h 644"/>
                  <a:gd name="T74" fmla="*/ 45 w 306"/>
                  <a:gd name="T75" fmla="*/ 69 h 644"/>
                  <a:gd name="T76" fmla="*/ 46 w 306"/>
                  <a:gd name="T77" fmla="*/ 73 h 644"/>
                  <a:gd name="T78" fmla="*/ 48 w 306"/>
                  <a:gd name="T79" fmla="*/ 76 h 644"/>
                  <a:gd name="T80" fmla="*/ 48 w 306"/>
                  <a:gd name="T81" fmla="*/ 81 h 644"/>
                  <a:gd name="T82" fmla="*/ 49 w 306"/>
                  <a:gd name="T83" fmla="*/ 85 h 644"/>
                  <a:gd name="T84" fmla="*/ 50 w 306"/>
                  <a:gd name="T85" fmla="*/ 92 h 644"/>
                  <a:gd name="T86" fmla="*/ 51 w 306"/>
                  <a:gd name="T87" fmla="*/ 98 h 644"/>
                  <a:gd name="T88" fmla="*/ 50 w 306"/>
                  <a:gd name="T89" fmla="*/ 105 h 644"/>
                  <a:gd name="T90" fmla="*/ 47 w 306"/>
                  <a:gd name="T91" fmla="*/ 112 h 644"/>
                  <a:gd name="T92" fmla="*/ 44 w 306"/>
                  <a:gd name="T93" fmla="*/ 119 h 644"/>
                  <a:gd name="T94" fmla="*/ 39 w 306"/>
                  <a:gd name="T95" fmla="*/ 123 h 644"/>
                  <a:gd name="T96" fmla="*/ 32 w 306"/>
                  <a:gd name="T97" fmla="*/ 127 h 644"/>
                  <a:gd name="T98" fmla="*/ 25 w 306"/>
                  <a:gd name="T99" fmla="*/ 128 h 644"/>
                  <a:gd name="T100" fmla="*/ 19 w 306"/>
                  <a:gd name="T101" fmla="*/ 126 h 644"/>
                  <a:gd name="T102" fmla="*/ 14 w 306"/>
                  <a:gd name="T103" fmla="*/ 123 h 644"/>
                  <a:gd name="T104" fmla="*/ 8 w 306"/>
                  <a:gd name="T105" fmla="*/ 119 h 644"/>
                  <a:gd name="T106" fmla="*/ 0 w 306"/>
                  <a:gd name="T107" fmla="*/ 115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5" y="572"/>
                      <a:pt x="46" y="581"/>
                      <a:pt x="62" y="591"/>
                    </a:cubicBezTo>
                    <a:cubicBezTo>
                      <a:pt x="78" y="602"/>
                      <a:pt x="90" y="609"/>
                      <a:pt x="105" y="613"/>
                    </a:cubicBezTo>
                    <a:cubicBezTo>
                      <a:pt x="120" y="618"/>
                      <a:pt x="122" y="630"/>
                      <a:pt x="140" y="634"/>
                    </a:cubicBezTo>
                    <a:cubicBezTo>
                      <a:pt x="202" y="640"/>
                      <a:pt x="219" y="621"/>
                      <a:pt x="230" y="610"/>
                    </a:cubicBezTo>
                    <a:cubicBezTo>
                      <a:pt x="242" y="600"/>
                      <a:pt x="251" y="602"/>
                      <a:pt x="260" y="590"/>
                    </a:cubicBezTo>
                    <a:cubicBezTo>
                      <a:pt x="268" y="578"/>
                      <a:pt x="270" y="569"/>
                      <a:pt x="277" y="558"/>
                    </a:cubicBezTo>
                    <a:cubicBezTo>
                      <a:pt x="284" y="546"/>
                      <a:pt x="285" y="524"/>
                      <a:pt x="289" y="510"/>
                    </a:cubicBezTo>
                    <a:cubicBezTo>
                      <a:pt x="293" y="496"/>
                      <a:pt x="288" y="474"/>
                      <a:pt x="287" y="462"/>
                    </a:cubicBezTo>
                    <a:cubicBezTo>
                      <a:pt x="286" y="449"/>
                      <a:pt x="284" y="432"/>
                      <a:pt x="281" y="420"/>
                    </a:cubicBezTo>
                    <a:cubicBezTo>
                      <a:pt x="277" y="408"/>
                      <a:pt x="270" y="397"/>
                      <a:pt x="266" y="384"/>
                    </a:cubicBezTo>
                    <a:cubicBezTo>
                      <a:pt x="262" y="371"/>
                      <a:pt x="258" y="352"/>
                      <a:pt x="254" y="340"/>
                    </a:cubicBezTo>
                    <a:cubicBezTo>
                      <a:pt x="251" y="328"/>
                      <a:pt x="255" y="307"/>
                      <a:pt x="253" y="295"/>
                    </a:cubicBezTo>
                    <a:cubicBezTo>
                      <a:pt x="251" y="283"/>
                      <a:pt x="246" y="259"/>
                      <a:pt x="246" y="246"/>
                    </a:cubicBezTo>
                    <a:cubicBezTo>
                      <a:pt x="246" y="233"/>
                      <a:pt x="239" y="211"/>
                      <a:pt x="240" y="202"/>
                    </a:cubicBezTo>
                    <a:cubicBezTo>
                      <a:pt x="241" y="193"/>
                      <a:pt x="238" y="175"/>
                      <a:pt x="240" y="162"/>
                    </a:cubicBezTo>
                    <a:cubicBezTo>
                      <a:pt x="241" y="149"/>
                      <a:pt x="245" y="138"/>
                      <a:pt x="246" y="131"/>
                    </a:cubicBezTo>
                    <a:cubicBezTo>
                      <a:pt x="246" y="124"/>
                      <a:pt x="249" y="99"/>
                      <a:pt x="250" y="90"/>
                    </a:cubicBezTo>
                    <a:cubicBezTo>
                      <a:pt x="251" y="80"/>
                      <a:pt x="256" y="52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39"/>
                      <a:pt x="252" y="36"/>
                      <a:pt x="252" y="35"/>
                    </a:cubicBezTo>
                    <a:cubicBezTo>
                      <a:pt x="259" y="31"/>
                      <a:pt x="258" y="6"/>
                      <a:pt x="256" y="1"/>
                    </a:cubicBezTo>
                    <a:cubicBezTo>
                      <a:pt x="258" y="0"/>
                      <a:pt x="254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2" y="22"/>
                      <a:pt x="262" y="28"/>
                    </a:cubicBezTo>
                    <a:cubicBezTo>
                      <a:pt x="261" y="33"/>
                      <a:pt x="263" y="53"/>
                      <a:pt x="263" y="62"/>
                    </a:cubicBezTo>
                    <a:cubicBezTo>
                      <a:pt x="262" y="70"/>
                      <a:pt x="264" y="88"/>
                      <a:pt x="262" y="93"/>
                    </a:cubicBezTo>
                    <a:cubicBezTo>
                      <a:pt x="260" y="98"/>
                      <a:pt x="261" y="116"/>
                      <a:pt x="260" y="122"/>
                    </a:cubicBezTo>
                    <a:cubicBezTo>
                      <a:pt x="259" y="129"/>
                      <a:pt x="258" y="133"/>
                      <a:pt x="258" y="135"/>
                    </a:cubicBezTo>
                    <a:cubicBezTo>
                      <a:pt x="258" y="137"/>
                      <a:pt x="260" y="146"/>
                      <a:pt x="258" y="155"/>
                    </a:cubicBezTo>
                    <a:cubicBezTo>
                      <a:pt x="257" y="164"/>
                      <a:pt x="251" y="176"/>
                      <a:pt x="251" y="181"/>
                    </a:cubicBezTo>
                    <a:cubicBezTo>
                      <a:pt x="251" y="186"/>
                      <a:pt x="254" y="196"/>
                      <a:pt x="254" y="201"/>
                    </a:cubicBezTo>
                    <a:cubicBezTo>
                      <a:pt x="254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1" y="245"/>
                    </a:cubicBezTo>
                    <a:cubicBezTo>
                      <a:pt x="261" y="254"/>
                      <a:pt x="262" y="265"/>
                      <a:pt x="262" y="274"/>
                    </a:cubicBezTo>
                    <a:cubicBezTo>
                      <a:pt x="262" y="282"/>
                      <a:pt x="265" y="293"/>
                      <a:pt x="266" y="301"/>
                    </a:cubicBezTo>
                    <a:cubicBezTo>
                      <a:pt x="267" y="309"/>
                      <a:pt x="269" y="318"/>
                      <a:pt x="270" y="325"/>
                    </a:cubicBezTo>
                    <a:cubicBezTo>
                      <a:pt x="271" y="331"/>
                      <a:pt x="270" y="336"/>
                      <a:pt x="272" y="347"/>
                    </a:cubicBezTo>
                    <a:cubicBezTo>
                      <a:pt x="274" y="357"/>
                      <a:pt x="277" y="363"/>
                      <a:pt x="278" y="367"/>
                    </a:cubicBezTo>
                    <a:cubicBezTo>
                      <a:pt x="279" y="372"/>
                      <a:pt x="284" y="374"/>
                      <a:pt x="287" y="384"/>
                    </a:cubicBezTo>
                    <a:cubicBezTo>
                      <a:pt x="289" y="395"/>
                      <a:pt x="286" y="398"/>
                      <a:pt x="288" y="404"/>
                    </a:cubicBezTo>
                    <a:cubicBezTo>
                      <a:pt x="290" y="410"/>
                      <a:pt x="294" y="417"/>
                      <a:pt x="296" y="425"/>
                    </a:cubicBezTo>
                    <a:cubicBezTo>
                      <a:pt x="298" y="433"/>
                      <a:pt x="302" y="457"/>
                      <a:pt x="302" y="464"/>
                    </a:cubicBezTo>
                    <a:cubicBezTo>
                      <a:pt x="303" y="471"/>
                      <a:pt x="306" y="482"/>
                      <a:pt x="305" y="490"/>
                    </a:cubicBezTo>
                    <a:cubicBezTo>
                      <a:pt x="305" y="499"/>
                      <a:pt x="304" y="517"/>
                      <a:pt x="301" y="530"/>
                    </a:cubicBezTo>
                    <a:cubicBezTo>
                      <a:pt x="298" y="543"/>
                      <a:pt x="289" y="556"/>
                      <a:pt x="285" y="564"/>
                    </a:cubicBezTo>
                    <a:cubicBezTo>
                      <a:pt x="281" y="572"/>
                      <a:pt x="274" y="592"/>
                      <a:pt x="265" y="599"/>
                    </a:cubicBezTo>
                    <a:cubicBezTo>
                      <a:pt x="256" y="605"/>
                      <a:pt x="241" y="609"/>
                      <a:pt x="235" y="618"/>
                    </a:cubicBezTo>
                    <a:cubicBezTo>
                      <a:pt x="223" y="632"/>
                      <a:pt x="204" y="632"/>
                      <a:pt x="193" y="638"/>
                    </a:cubicBezTo>
                    <a:cubicBezTo>
                      <a:pt x="183" y="643"/>
                      <a:pt x="167" y="643"/>
                      <a:pt x="149" y="643"/>
                    </a:cubicBezTo>
                    <a:cubicBezTo>
                      <a:pt x="131" y="643"/>
                      <a:pt x="122" y="644"/>
                      <a:pt x="114" y="632"/>
                    </a:cubicBezTo>
                    <a:cubicBezTo>
                      <a:pt x="106" y="621"/>
                      <a:pt x="95" y="629"/>
                      <a:pt x="86" y="619"/>
                    </a:cubicBezTo>
                    <a:cubicBezTo>
                      <a:pt x="77" y="609"/>
                      <a:pt x="65" y="606"/>
                      <a:pt x="51" y="594"/>
                    </a:cubicBezTo>
                    <a:cubicBezTo>
                      <a:pt x="37" y="583"/>
                      <a:pt x="13" y="577"/>
                      <a:pt x="0" y="577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4" name="Freeform 1922">
                <a:extLst>
                  <a:ext uri="{FF2B5EF4-FFF2-40B4-BE49-F238E27FC236}">
                    <a16:creationId xmlns:a16="http://schemas.microsoft.com/office/drawing/2014/main" id="{47E2A7B2-D426-4548-A3E3-18E39D9AE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881"/>
                <a:ext cx="292" cy="142"/>
              </a:xfrm>
              <a:custGeom>
                <a:avLst/>
                <a:gdLst>
                  <a:gd name="T0" fmla="*/ 86 w 534"/>
                  <a:gd name="T1" fmla="*/ 3 h 242"/>
                  <a:gd name="T2" fmla="*/ 84 w 534"/>
                  <a:gd name="T3" fmla="*/ 10 h 242"/>
                  <a:gd name="T4" fmla="*/ 83 w 534"/>
                  <a:gd name="T5" fmla="*/ 15 h 242"/>
                  <a:gd name="T6" fmla="*/ 81 w 534"/>
                  <a:gd name="T7" fmla="*/ 21 h 242"/>
                  <a:gd name="T8" fmla="*/ 79 w 534"/>
                  <a:gd name="T9" fmla="*/ 27 h 242"/>
                  <a:gd name="T10" fmla="*/ 77 w 534"/>
                  <a:gd name="T11" fmla="*/ 31 h 242"/>
                  <a:gd name="T12" fmla="*/ 75 w 534"/>
                  <a:gd name="T13" fmla="*/ 37 h 242"/>
                  <a:gd name="T14" fmla="*/ 73 w 534"/>
                  <a:gd name="T15" fmla="*/ 40 h 242"/>
                  <a:gd name="T16" fmla="*/ 67 w 534"/>
                  <a:gd name="T17" fmla="*/ 45 h 242"/>
                  <a:gd name="T18" fmla="*/ 61 w 534"/>
                  <a:gd name="T19" fmla="*/ 48 h 242"/>
                  <a:gd name="T20" fmla="*/ 54 w 534"/>
                  <a:gd name="T21" fmla="*/ 49 h 242"/>
                  <a:gd name="T22" fmla="*/ 46 w 534"/>
                  <a:gd name="T23" fmla="*/ 49 h 242"/>
                  <a:gd name="T24" fmla="*/ 39 w 534"/>
                  <a:gd name="T25" fmla="*/ 48 h 242"/>
                  <a:gd name="T26" fmla="*/ 32 w 534"/>
                  <a:gd name="T27" fmla="*/ 47 h 242"/>
                  <a:gd name="T28" fmla="*/ 28 w 534"/>
                  <a:gd name="T29" fmla="*/ 45 h 242"/>
                  <a:gd name="T30" fmla="*/ 24 w 534"/>
                  <a:gd name="T31" fmla="*/ 42 h 242"/>
                  <a:gd name="T32" fmla="*/ 17 w 534"/>
                  <a:gd name="T33" fmla="*/ 34 h 242"/>
                  <a:gd name="T34" fmla="*/ 11 w 534"/>
                  <a:gd name="T35" fmla="*/ 29 h 242"/>
                  <a:gd name="T36" fmla="*/ 5 w 534"/>
                  <a:gd name="T37" fmla="*/ 23 h 242"/>
                  <a:gd name="T38" fmla="*/ 1 w 534"/>
                  <a:gd name="T39" fmla="*/ 20 h 242"/>
                  <a:gd name="T40" fmla="*/ 0 w 534"/>
                  <a:gd name="T41" fmla="*/ 19 h 242"/>
                  <a:gd name="T42" fmla="*/ 1 w 534"/>
                  <a:gd name="T43" fmla="*/ 19 h 242"/>
                  <a:gd name="T44" fmla="*/ 3 w 534"/>
                  <a:gd name="T45" fmla="*/ 17 h 242"/>
                  <a:gd name="T46" fmla="*/ 9 w 534"/>
                  <a:gd name="T47" fmla="*/ 22 h 242"/>
                  <a:gd name="T48" fmla="*/ 13 w 534"/>
                  <a:gd name="T49" fmla="*/ 25 h 242"/>
                  <a:gd name="T50" fmla="*/ 16 w 534"/>
                  <a:gd name="T51" fmla="*/ 27 h 242"/>
                  <a:gd name="T52" fmla="*/ 19 w 534"/>
                  <a:gd name="T53" fmla="*/ 31 h 242"/>
                  <a:gd name="T54" fmla="*/ 23 w 534"/>
                  <a:gd name="T55" fmla="*/ 36 h 242"/>
                  <a:gd name="T56" fmla="*/ 26 w 534"/>
                  <a:gd name="T57" fmla="*/ 40 h 242"/>
                  <a:gd name="T58" fmla="*/ 31 w 534"/>
                  <a:gd name="T59" fmla="*/ 41 h 242"/>
                  <a:gd name="T60" fmla="*/ 36 w 534"/>
                  <a:gd name="T61" fmla="*/ 45 h 242"/>
                  <a:gd name="T62" fmla="*/ 40 w 534"/>
                  <a:gd name="T63" fmla="*/ 44 h 242"/>
                  <a:gd name="T64" fmla="*/ 46 w 534"/>
                  <a:gd name="T65" fmla="*/ 45 h 242"/>
                  <a:gd name="T66" fmla="*/ 49 w 534"/>
                  <a:gd name="T67" fmla="*/ 45 h 242"/>
                  <a:gd name="T68" fmla="*/ 55 w 534"/>
                  <a:gd name="T69" fmla="*/ 44 h 242"/>
                  <a:gd name="T70" fmla="*/ 61 w 534"/>
                  <a:gd name="T71" fmla="*/ 42 h 242"/>
                  <a:gd name="T72" fmla="*/ 67 w 534"/>
                  <a:gd name="T73" fmla="*/ 41 h 242"/>
                  <a:gd name="T74" fmla="*/ 72 w 534"/>
                  <a:gd name="T75" fmla="*/ 36 h 242"/>
                  <a:gd name="T76" fmla="*/ 75 w 534"/>
                  <a:gd name="T77" fmla="*/ 32 h 242"/>
                  <a:gd name="T78" fmla="*/ 78 w 534"/>
                  <a:gd name="T79" fmla="*/ 27 h 242"/>
                  <a:gd name="T80" fmla="*/ 80 w 534"/>
                  <a:gd name="T81" fmla="*/ 19 h 242"/>
                  <a:gd name="T82" fmla="*/ 82 w 534"/>
                  <a:gd name="T83" fmla="*/ 11 h 242"/>
                  <a:gd name="T84" fmla="*/ 84 w 534"/>
                  <a:gd name="T85" fmla="*/ 6 h 242"/>
                  <a:gd name="T86" fmla="*/ 85 w 534"/>
                  <a:gd name="T87" fmla="*/ 3 h 242"/>
                  <a:gd name="T88" fmla="*/ 87 w 534"/>
                  <a:gd name="T89" fmla="*/ 1 h 242"/>
                  <a:gd name="T90" fmla="*/ 86 w 534"/>
                  <a:gd name="T91" fmla="*/ 3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4" h="242">
                    <a:moveTo>
                      <a:pt x="529" y="15"/>
                    </a:moveTo>
                    <a:cubicBezTo>
                      <a:pt x="528" y="25"/>
                      <a:pt x="514" y="37"/>
                      <a:pt x="514" y="49"/>
                    </a:cubicBezTo>
                    <a:cubicBezTo>
                      <a:pt x="513" y="61"/>
                      <a:pt x="510" y="67"/>
                      <a:pt x="506" y="75"/>
                    </a:cubicBezTo>
                    <a:cubicBezTo>
                      <a:pt x="503" y="84"/>
                      <a:pt x="504" y="93"/>
                      <a:pt x="499" y="105"/>
                    </a:cubicBezTo>
                    <a:cubicBezTo>
                      <a:pt x="495" y="116"/>
                      <a:pt x="494" y="127"/>
                      <a:pt x="487" y="133"/>
                    </a:cubicBezTo>
                    <a:cubicBezTo>
                      <a:pt x="479" y="139"/>
                      <a:pt x="476" y="145"/>
                      <a:pt x="471" y="152"/>
                    </a:cubicBezTo>
                    <a:cubicBezTo>
                      <a:pt x="467" y="160"/>
                      <a:pt x="463" y="177"/>
                      <a:pt x="458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4" y="235"/>
                    </a:cubicBezTo>
                    <a:cubicBezTo>
                      <a:pt x="365" y="231"/>
                      <a:pt x="339" y="231"/>
                      <a:pt x="328" y="240"/>
                    </a:cubicBezTo>
                    <a:cubicBezTo>
                      <a:pt x="320" y="235"/>
                      <a:pt x="296" y="238"/>
                      <a:pt x="283" y="242"/>
                    </a:cubicBezTo>
                    <a:cubicBezTo>
                      <a:pt x="277" y="240"/>
                      <a:pt x="253" y="235"/>
                      <a:pt x="238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3" y="223"/>
                      <a:pt x="174" y="221"/>
                    </a:cubicBezTo>
                    <a:cubicBezTo>
                      <a:pt x="164" y="219"/>
                      <a:pt x="153" y="217"/>
                      <a:pt x="146" y="209"/>
                    </a:cubicBezTo>
                    <a:cubicBezTo>
                      <a:pt x="138" y="200"/>
                      <a:pt x="117" y="169"/>
                      <a:pt x="103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5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6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2" y="107"/>
                      <a:pt x="56" y="109"/>
                    </a:cubicBezTo>
                    <a:cubicBezTo>
                      <a:pt x="61" y="111"/>
                      <a:pt x="73" y="120"/>
                      <a:pt x="76" y="123"/>
                    </a:cubicBezTo>
                    <a:cubicBezTo>
                      <a:pt x="79" y="127"/>
                      <a:pt x="91" y="132"/>
                      <a:pt x="97" y="135"/>
                    </a:cubicBezTo>
                    <a:cubicBezTo>
                      <a:pt x="103" y="138"/>
                      <a:pt x="111" y="147"/>
                      <a:pt x="114" y="150"/>
                    </a:cubicBezTo>
                    <a:cubicBezTo>
                      <a:pt x="116" y="153"/>
                      <a:pt x="133" y="178"/>
                      <a:pt x="139" y="181"/>
                    </a:cubicBezTo>
                    <a:cubicBezTo>
                      <a:pt x="146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1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1" y="224"/>
                    </a:cubicBezTo>
                    <a:cubicBezTo>
                      <a:pt x="288" y="223"/>
                      <a:pt x="289" y="222"/>
                      <a:pt x="301" y="219"/>
                    </a:cubicBezTo>
                    <a:cubicBezTo>
                      <a:pt x="312" y="216"/>
                      <a:pt x="323" y="218"/>
                      <a:pt x="339" y="216"/>
                    </a:cubicBezTo>
                    <a:cubicBezTo>
                      <a:pt x="354" y="214"/>
                      <a:pt x="365" y="215"/>
                      <a:pt x="375" y="210"/>
                    </a:cubicBezTo>
                    <a:cubicBezTo>
                      <a:pt x="386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40" y="178"/>
                    </a:cubicBezTo>
                    <a:cubicBezTo>
                      <a:pt x="442" y="171"/>
                      <a:pt x="456" y="157"/>
                      <a:pt x="457" y="156"/>
                    </a:cubicBezTo>
                    <a:cubicBezTo>
                      <a:pt x="468" y="146"/>
                      <a:pt x="468" y="140"/>
                      <a:pt x="473" y="133"/>
                    </a:cubicBezTo>
                    <a:cubicBezTo>
                      <a:pt x="478" y="125"/>
                      <a:pt x="486" y="109"/>
                      <a:pt x="490" y="97"/>
                    </a:cubicBezTo>
                    <a:cubicBezTo>
                      <a:pt x="495" y="85"/>
                      <a:pt x="495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6" y="5"/>
                      <a:pt x="533" y="0"/>
                      <a:pt x="534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5" name="Freeform 1923">
                <a:extLst>
                  <a:ext uri="{FF2B5EF4-FFF2-40B4-BE49-F238E27FC236}">
                    <a16:creationId xmlns:a16="http://schemas.microsoft.com/office/drawing/2014/main" id="{57C9A017-37A8-456F-BAB6-9DC62F2B5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957"/>
                <a:ext cx="97" cy="45"/>
              </a:xfrm>
              <a:custGeom>
                <a:avLst/>
                <a:gdLst>
                  <a:gd name="T0" fmla="*/ 0 w 177"/>
                  <a:gd name="T1" fmla="*/ 15 h 78"/>
                  <a:gd name="T2" fmla="*/ 5 w 177"/>
                  <a:gd name="T3" fmla="*/ 13 h 78"/>
                  <a:gd name="T4" fmla="*/ 9 w 177"/>
                  <a:gd name="T5" fmla="*/ 13 h 78"/>
                  <a:gd name="T6" fmla="*/ 14 w 177"/>
                  <a:gd name="T7" fmla="*/ 12 h 78"/>
                  <a:gd name="T8" fmla="*/ 18 w 177"/>
                  <a:gd name="T9" fmla="*/ 11 h 78"/>
                  <a:gd name="T10" fmla="*/ 21 w 177"/>
                  <a:gd name="T11" fmla="*/ 9 h 78"/>
                  <a:gd name="T12" fmla="*/ 24 w 177"/>
                  <a:gd name="T13" fmla="*/ 7 h 78"/>
                  <a:gd name="T14" fmla="*/ 27 w 177"/>
                  <a:gd name="T15" fmla="*/ 5 h 78"/>
                  <a:gd name="T16" fmla="*/ 29 w 177"/>
                  <a:gd name="T17" fmla="*/ 0 h 78"/>
                  <a:gd name="T18" fmla="*/ 27 w 177"/>
                  <a:gd name="T19" fmla="*/ 1 h 78"/>
                  <a:gd name="T20" fmla="*/ 26 w 177"/>
                  <a:gd name="T21" fmla="*/ 2 h 78"/>
                  <a:gd name="T22" fmla="*/ 25 w 177"/>
                  <a:gd name="T23" fmla="*/ 6 h 78"/>
                  <a:gd name="T24" fmla="*/ 21 w 177"/>
                  <a:gd name="T25" fmla="*/ 7 h 78"/>
                  <a:gd name="T26" fmla="*/ 18 w 177"/>
                  <a:gd name="T27" fmla="*/ 9 h 78"/>
                  <a:gd name="T28" fmla="*/ 14 w 177"/>
                  <a:gd name="T29" fmla="*/ 10 h 78"/>
                  <a:gd name="T30" fmla="*/ 10 w 177"/>
                  <a:gd name="T31" fmla="*/ 11 h 78"/>
                  <a:gd name="T32" fmla="*/ 8 w 177"/>
                  <a:gd name="T33" fmla="*/ 12 h 78"/>
                  <a:gd name="T34" fmla="*/ 7 w 177"/>
                  <a:gd name="T35" fmla="*/ 13 h 78"/>
                  <a:gd name="T36" fmla="*/ 1 w 177"/>
                  <a:gd name="T37" fmla="*/ 14 h 7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7" h="78">
                    <a:moveTo>
                      <a:pt x="0" y="78"/>
                    </a:moveTo>
                    <a:cubicBezTo>
                      <a:pt x="10" y="77"/>
                      <a:pt x="20" y="71"/>
                      <a:pt x="30" y="69"/>
                    </a:cubicBezTo>
                    <a:cubicBezTo>
                      <a:pt x="39" y="68"/>
                      <a:pt x="47" y="69"/>
                      <a:pt x="56" y="67"/>
                    </a:cubicBezTo>
                    <a:cubicBezTo>
                      <a:pt x="65" y="65"/>
                      <a:pt x="72" y="60"/>
                      <a:pt x="82" y="60"/>
                    </a:cubicBezTo>
                    <a:cubicBezTo>
                      <a:pt x="90" y="59"/>
                      <a:pt x="98" y="61"/>
                      <a:pt x="105" y="57"/>
                    </a:cubicBezTo>
                    <a:cubicBezTo>
                      <a:pt x="112" y="53"/>
                      <a:pt x="119" y="49"/>
                      <a:pt x="126" y="45"/>
                    </a:cubicBezTo>
                    <a:cubicBezTo>
                      <a:pt x="134" y="41"/>
                      <a:pt x="136" y="38"/>
                      <a:pt x="145" y="38"/>
                    </a:cubicBezTo>
                    <a:cubicBezTo>
                      <a:pt x="154" y="37"/>
                      <a:pt x="162" y="31"/>
                      <a:pt x="167" y="24"/>
                    </a:cubicBezTo>
                    <a:cubicBezTo>
                      <a:pt x="170" y="19"/>
                      <a:pt x="177" y="5"/>
                      <a:pt x="176" y="0"/>
                    </a:cubicBezTo>
                    <a:cubicBezTo>
                      <a:pt x="172" y="1"/>
                      <a:pt x="171" y="5"/>
                      <a:pt x="167" y="7"/>
                    </a:cubicBezTo>
                    <a:cubicBezTo>
                      <a:pt x="163" y="9"/>
                      <a:pt x="161" y="9"/>
                      <a:pt x="158" y="12"/>
                    </a:cubicBezTo>
                    <a:cubicBezTo>
                      <a:pt x="152" y="16"/>
                      <a:pt x="154" y="24"/>
                      <a:pt x="150" y="30"/>
                    </a:cubicBezTo>
                    <a:cubicBezTo>
                      <a:pt x="146" y="36"/>
                      <a:pt x="138" y="35"/>
                      <a:pt x="132" y="35"/>
                    </a:cubicBezTo>
                    <a:cubicBezTo>
                      <a:pt x="123" y="35"/>
                      <a:pt x="115" y="39"/>
                      <a:pt x="109" y="45"/>
                    </a:cubicBezTo>
                    <a:cubicBezTo>
                      <a:pt x="102" y="51"/>
                      <a:pt x="96" y="54"/>
                      <a:pt x="86" y="54"/>
                    </a:cubicBezTo>
                    <a:cubicBezTo>
                      <a:pt x="76" y="54"/>
                      <a:pt x="67" y="50"/>
                      <a:pt x="58" y="57"/>
                    </a:cubicBezTo>
                    <a:cubicBezTo>
                      <a:pt x="56" y="59"/>
                      <a:pt x="54" y="63"/>
                      <a:pt x="52" y="64"/>
                    </a:cubicBezTo>
                    <a:cubicBezTo>
                      <a:pt x="49" y="66"/>
                      <a:pt x="43" y="65"/>
                      <a:pt x="39" y="65"/>
                    </a:cubicBezTo>
                    <a:cubicBezTo>
                      <a:pt x="26" y="65"/>
                      <a:pt x="15" y="68"/>
                      <a:pt x="4" y="7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6" name="Freeform 1924">
                <a:extLst>
                  <a:ext uri="{FF2B5EF4-FFF2-40B4-BE49-F238E27FC236}">
                    <a16:creationId xmlns:a16="http://schemas.microsoft.com/office/drawing/2014/main" id="{8F973E3A-A9C5-4066-A088-EB19A3A41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883"/>
                <a:ext cx="37" cy="82"/>
              </a:xfrm>
              <a:custGeom>
                <a:avLst/>
                <a:gdLst>
                  <a:gd name="T0" fmla="*/ 1 w 67"/>
                  <a:gd name="T1" fmla="*/ 28 h 141"/>
                  <a:gd name="T2" fmla="*/ 6 w 67"/>
                  <a:gd name="T3" fmla="*/ 16 h 141"/>
                  <a:gd name="T4" fmla="*/ 8 w 67"/>
                  <a:gd name="T5" fmla="*/ 9 h 141"/>
                  <a:gd name="T6" fmla="*/ 9 w 67"/>
                  <a:gd name="T7" fmla="*/ 5 h 141"/>
                  <a:gd name="T8" fmla="*/ 10 w 67"/>
                  <a:gd name="T9" fmla="*/ 1 h 141"/>
                  <a:gd name="T10" fmla="*/ 4 w 67"/>
                  <a:gd name="T11" fmla="*/ 6 h 141"/>
                  <a:gd name="T12" fmla="*/ 7 w 67"/>
                  <a:gd name="T13" fmla="*/ 6 h 141"/>
                  <a:gd name="T14" fmla="*/ 7 w 67"/>
                  <a:gd name="T15" fmla="*/ 9 h 141"/>
                  <a:gd name="T16" fmla="*/ 5 w 67"/>
                  <a:gd name="T17" fmla="*/ 12 h 141"/>
                  <a:gd name="T18" fmla="*/ 4 w 67"/>
                  <a:gd name="T19" fmla="*/ 14 h 141"/>
                  <a:gd name="T20" fmla="*/ 5 w 67"/>
                  <a:gd name="T21" fmla="*/ 17 h 141"/>
                  <a:gd name="T22" fmla="*/ 3 w 67"/>
                  <a:gd name="T23" fmla="*/ 19 h 141"/>
                  <a:gd name="T24" fmla="*/ 2 w 67"/>
                  <a:gd name="T25" fmla="*/ 22 h 141"/>
                  <a:gd name="T26" fmla="*/ 0 w 67"/>
                  <a:gd name="T27" fmla="*/ 27 h 1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141">
                    <a:moveTo>
                      <a:pt x="2" y="141"/>
                    </a:moveTo>
                    <a:cubicBezTo>
                      <a:pt x="14" y="123"/>
                      <a:pt x="26" y="105"/>
                      <a:pt x="33" y="85"/>
                    </a:cubicBezTo>
                    <a:cubicBezTo>
                      <a:pt x="38" y="72"/>
                      <a:pt x="39" y="58"/>
                      <a:pt x="46" y="46"/>
                    </a:cubicBezTo>
                    <a:cubicBezTo>
                      <a:pt x="49" y="39"/>
                      <a:pt x="52" y="33"/>
                      <a:pt x="55" y="26"/>
                    </a:cubicBezTo>
                    <a:cubicBezTo>
                      <a:pt x="56" y="22"/>
                      <a:pt x="67" y="11"/>
                      <a:pt x="64" y="7"/>
                    </a:cubicBezTo>
                    <a:cubicBezTo>
                      <a:pt x="57" y="0"/>
                      <a:pt x="27" y="21"/>
                      <a:pt x="28" y="29"/>
                    </a:cubicBezTo>
                    <a:cubicBezTo>
                      <a:pt x="33" y="30"/>
                      <a:pt x="39" y="24"/>
                      <a:pt x="42" y="33"/>
                    </a:cubicBezTo>
                    <a:cubicBezTo>
                      <a:pt x="44" y="37"/>
                      <a:pt x="42" y="44"/>
                      <a:pt x="40" y="48"/>
                    </a:cubicBezTo>
                    <a:cubicBezTo>
                      <a:pt x="39" y="55"/>
                      <a:pt x="35" y="57"/>
                      <a:pt x="30" y="60"/>
                    </a:cubicBezTo>
                    <a:cubicBezTo>
                      <a:pt x="21" y="65"/>
                      <a:pt x="24" y="65"/>
                      <a:pt x="28" y="73"/>
                    </a:cubicBezTo>
                    <a:cubicBezTo>
                      <a:pt x="31" y="77"/>
                      <a:pt x="32" y="81"/>
                      <a:pt x="29" y="86"/>
                    </a:cubicBezTo>
                    <a:cubicBezTo>
                      <a:pt x="25" y="92"/>
                      <a:pt x="21" y="89"/>
                      <a:pt x="16" y="94"/>
                    </a:cubicBezTo>
                    <a:cubicBezTo>
                      <a:pt x="12" y="98"/>
                      <a:pt x="15" y="102"/>
                      <a:pt x="14" y="108"/>
                    </a:cubicBezTo>
                    <a:cubicBezTo>
                      <a:pt x="13" y="119"/>
                      <a:pt x="3" y="128"/>
                      <a:pt x="0" y="14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7" name="Freeform 1925">
                <a:extLst>
                  <a:ext uri="{FF2B5EF4-FFF2-40B4-BE49-F238E27FC236}">
                    <a16:creationId xmlns:a16="http://schemas.microsoft.com/office/drawing/2014/main" id="{C1BEC5F8-1FE7-4436-A153-5A2A3F9F8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982"/>
                <a:ext cx="20" cy="15"/>
              </a:xfrm>
              <a:custGeom>
                <a:avLst/>
                <a:gdLst>
                  <a:gd name="T0" fmla="*/ 6 w 36"/>
                  <a:gd name="T1" fmla="*/ 1 h 25"/>
                  <a:gd name="T2" fmla="*/ 3 w 36"/>
                  <a:gd name="T3" fmla="*/ 1 h 25"/>
                  <a:gd name="T4" fmla="*/ 1 w 36"/>
                  <a:gd name="T5" fmla="*/ 5 h 25"/>
                  <a:gd name="T6" fmla="*/ 3 w 36"/>
                  <a:gd name="T7" fmla="*/ 2 h 25"/>
                  <a:gd name="T8" fmla="*/ 6 w 36"/>
                  <a:gd name="T9" fmla="*/ 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5">
                    <a:moveTo>
                      <a:pt x="36" y="2"/>
                    </a:moveTo>
                    <a:cubicBezTo>
                      <a:pt x="30" y="0"/>
                      <a:pt x="23" y="1"/>
                      <a:pt x="17" y="3"/>
                    </a:cubicBezTo>
                    <a:cubicBezTo>
                      <a:pt x="11" y="5"/>
                      <a:pt x="0" y="19"/>
                      <a:pt x="8" y="25"/>
                    </a:cubicBezTo>
                    <a:cubicBezTo>
                      <a:pt x="13" y="22"/>
                      <a:pt x="14" y="14"/>
                      <a:pt x="19" y="10"/>
                    </a:cubicBezTo>
                    <a:cubicBezTo>
                      <a:pt x="23" y="6"/>
                      <a:pt x="30" y="2"/>
                      <a:pt x="35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8" name="Freeform 1926">
                <a:extLst>
                  <a:ext uri="{FF2B5EF4-FFF2-40B4-BE49-F238E27FC236}">
                    <a16:creationId xmlns:a16="http://schemas.microsoft.com/office/drawing/2014/main" id="{8C7A155B-E140-4587-9047-8CB696187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977"/>
                <a:ext cx="19" cy="19"/>
              </a:xfrm>
              <a:custGeom>
                <a:avLst/>
                <a:gdLst>
                  <a:gd name="T0" fmla="*/ 6 w 34"/>
                  <a:gd name="T1" fmla="*/ 1 h 32"/>
                  <a:gd name="T2" fmla="*/ 2 w 34"/>
                  <a:gd name="T3" fmla="*/ 7 h 32"/>
                  <a:gd name="T4" fmla="*/ 6 w 34"/>
                  <a:gd name="T5" fmla="*/ 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2">
                    <a:moveTo>
                      <a:pt x="34" y="6"/>
                    </a:moveTo>
                    <a:cubicBezTo>
                      <a:pt x="18" y="0"/>
                      <a:pt x="0" y="18"/>
                      <a:pt x="14" y="32"/>
                    </a:cubicBezTo>
                    <a:cubicBezTo>
                      <a:pt x="10" y="22"/>
                      <a:pt x="22" y="6"/>
                      <a:pt x="33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9" name="Freeform 1927">
                <a:extLst>
                  <a:ext uri="{FF2B5EF4-FFF2-40B4-BE49-F238E27FC236}">
                    <a16:creationId xmlns:a16="http://schemas.microsoft.com/office/drawing/2014/main" id="{B0D7FB2C-ABA5-4178-A6C5-02C745C37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975"/>
                <a:ext cx="13" cy="20"/>
              </a:xfrm>
              <a:custGeom>
                <a:avLst/>
                <a:gdLst>
                  <a:gd name="T0" fmla="*/ 4 w 24"/>
                  <a:gd name="T1" fmla="*/ 0 h 34"/>
                  <a:gd name="T2" fmla="*/ 1 w 24"/>
                  <a:gd name="T3" fmla="*/ 2 h 34"/>
                  <a:gd name="T4" fmla="*/ 1 w 24"/>
                  <a:gd name="T5" fmla="*/ 5 h 34"/>
                  <a:gd name="T6" fmla="*/ 1 w 24"/>
                  <a:gd name="T7" fmla="*/ 7 h 34"/>
                  <a:gd name="T8" fmla="*/ 3 w 24"/>
                  <a:gd name="T9" fmla="*/ 5 h 34"/>
                  <a:gd name="T10" fmla="*/ 3 w 24"/>
                  <a:gd name="T11" fmla="*/ 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24" y="0"/>
                    </a:moveTo>
                    <a:cubicBezTo>
                      <a:pt x="18" y="1"/>
                      <a:pt x="3" y="1"/>
                      <a:pt x="1" y="9"/>
                    </a:cubicBezTo>
                    <a:cubicBezTo>
                      <a:pt x="0" y="13"/>
                      <a:pt x="3" y="18"/>
                      <a:pt x="4" y="22"/>
                    </a:cubicBezTo>
                    <a:cubicBezTo>
                      <a:pt x="4" y="26"/>
                      <a:pt x="3" y="30"/>
                      <a:pt x="4" y="34"/>
                    </a:cubicBezTo>
                    <a:cubicBezTo>
                      <a:pt x="7" y="33"/>
                      <a:pt x="13" y="27"/>
                      <a:pt x="17" y="25"/>
                    </a:cubicBezTo>
                    <a:cubicBezTo>
                      <a:pt x="3" y="25"/>
                      <a:pt x="9" y="0"/>
                      <a:pt x="1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0" name="Freeform 1928">
                <a:extLst>
                  <a:ext uri="{FF2B5EF4-FFF2-40B4-BE49-F238E27FC236}">
                    <a16:creationId xmlns:a16="http://schemas.microsoft.com/office/drawing/2014/main" id="{00B7F6EA-E442-4199-90A9-84E092FDE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978"/>
                <a:ext cx="19" cy="8"/>
              </a:xfrm>
              <a:custGeom>
                <a:avLst/>
                <a:gdLst>
                  <a:gd name="T0" fmla="*/ 0 w 34"/>
                  <a:gd name="T1" fmla="*/ 3 h 14"/>
                  <a:gd name="T2" fmla="*/ 6 w 34"/>
                  <a:gd name="T3" fmla="*/ 1 h 14"/>
                  <a:gd name="T4" fmla="*/ 1 w 34"/>
                  <a:gd name="T5" fmla="*/ 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4">
                    <a:moveTo>
                      <a:pt x="0" y="14"/>
                    </a:moveTo>
                    <a:cubicBezTo>
                      <a:pt x="5" y="1"/>
                      <a:pt x="24" y="0"/>
                      <a:pt x="34" y="5"/>
                    </a:cubicBezTo>
                    <a:cubicBezTo>
                      <a:pt x="22" y="2"/>
                      <a:pt x="14" y="7"/>
                      <a:pt x="4" y="1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1" name="Freeform 1929">
                <a:extLst>
                  <a:ext uri="{FF2B5EF4-FFF2-40B4-BE49-F238E27FC236}">
                    <a16:creationId xmlns:a16="http://schemas.microsoft.com/office/drawing/2014/main" id="{7489ED97-25D3-4A1B-AC57-FFEB73E2E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967"/>
                <a:ext cx="22" cy="8"/>
              </a:xfrm>
              <a:custGeom>
                <a:avLst/>
                <a:gdLst>
                  <a:gd name="T0" fmla="*/ 0 w 41"/>
                  <a:gd name="T1" fmla="*/ 1 h 13"/>
                  <a:gd name="T2" fmla="*/ 4 w 41"/>
                  <a:gd name="T3" fmla="*/ 1 h 13"/>
                  <a:gd name="T4" fmla="*/ 6 w 41"/>
                  <a:gd name="T5" fmla="*/ 3 h 13"/>
                  <a:gd name="T6" fmla="*/ 1 w 41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3">
                    <a:moveTo>
                      <a:pt x="0" y="7"/>
                    </a:moveTo>
                    <a:cubicBezTo>
                      <a:pt x="9" y="5"/>
                      <a:pt x="15" y="0"/>
                      <a:pt x="25" y="2"/>
                    </a:cubicBezTo>
                    <a:cubicBezTo>
                      <a:pt x="32" y="3"/>
                      <a:pt x="38" y="6"/>
                      <a:pt x="41" y="13"/>
                    </a:cubicBezTo>
                    <a:cubicBezTo>
                      <a:pt x="29" y="7"/>
                      <a:pt x="18" y="6"/>
                      <a:pt x="4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2" name="Freeform 1930">
                <a:extLst>
                  <a:ext uri="{FF2B5EF4-FFF2-40B4-BE49-F238E27FC236}">
                    <a16:creationId xmlns:a16="http://schemas.microsoft.com/office/drawing/2014/main" id="{79E8F6B0-6315-4C64-8817-C3DF57BC1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013"/>
                <a:ext cx="26" cy="15"/>
              </a:xfrm>
              <a:custGeom>
                <a:avLst/>
                <a:gdLst>
                  <a:gd name="T0" fmla="*/ 0 w 47"/>
                  <a:gd name="T1" fmla="*/ 5 h 26"/>
                  <a:gd name="T2" fmla="*/ 3 w 47"/>
                  <a:gd name="T3" fmla="*/ 1 h 26"/>
                  <a:gd name="T4" fmla="*/ 8 w 47"/>
                  <a:gd name="T5" fmla="*/ 2 h 26"/>
                  <a:gd name="T6" fmla="*/ 8 w 47"/>
                  <a:gd name="T7" fmla="*/ 2 h 26"/>
                  <a:gd name="T8" fmla="*/ 4 w 47"/>
                  <a:gd name="T9" fmla="*/ 2 h 26"/>
                  <a:gd name="T10" fmla="*/ 1 w 47"/>
                  <a:gd name="T11" fmla="*/ 3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6">
                    <a:moveTo>
                      <a:pt x="0" y="26"/>
                    </a:moveTo>
                    <a:cubicBezTo>
                      <a:pt x="1" y="16"/>
                      <a:pt x="9" y="4"/>
                      <a:pt x="20" y="2"/>
                    </a:cubicBezTo>
                    <a:cubicBezTo>
                      <a:pt x="28" y="0"/>
                      <a:pt x="39" y="7"/>
                      <a:pt x="47" y="11"/>
                    </a:cubicBezTo>
                    <a:cubicBezTo>
                      <a:pt x="47" y="13"/>
                      <a:pt x="45" y="11"/>
                      <a:pt x="45" y="13"/>
                    </a:cubicBezTo>
                    <a:cubicBezTo>
                      <a:pt x="39" y="11"/>
                      <a:pt x="35" y="9"/>
                      <a:pt x="28" y="9"/>
                    </a:cubicBezTo>
                    <a:cubicBezTo>
                      <a:pt x="22" y="8"/>
                      <a:pt x="12" y="12"/>
                      <a:pt x="8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3" name="Freeform 1931">
                <a:extLst>
                  <a:ext uri="{FF2B5EF4-FFF2-40B4-BE49-F238E27FC236}">
                    <a16:creationId xmlns:a16="http://schemas.microsoft.com/office/drawing/2014/main" id="{CC13BF0C-059D-4CFC-B94E-01BDFFF3B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020"/>
                <a:ext cx="24" cy="17"/>
              </a:xfrm>
              <a:custGeom>
                <a:avLst/>
                <a:gdLst>
                  <a:gd name="T0" fmla="*/ 1 w 45"/>
                  <a:gd name="T1" fmla="*/ 6 h 28"/>
                  <a:gd name="T2" fmla="*/ 2 w 45"/>
                  <a:gd name="T3" fmla="*/ 1 h 28"/>
                  <a:gd name="T4" fmla="*/ 7 w 45"/>
                  <a:gd name="T5" fmla="*/ 2 h 28"/>
                  <a:gd name="T6" fmla="*/ 3 w 45"/>
                  <a:gd name="T7" fmla="*/ 2 h 28"/>
                  <a:gd name="T8" fmla="*/ 1 w 45"/>
                  <a:gd name="T9" fmla="*/ 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4" y="28"/>
                    </a:moveTo>
                    <a:cubicBezTo>
                      <a:pt x="0" y="19"/>
                      <a:pt x="4" y="3"/>
                      <a:pt x="14" y="1"/>
                    </a:cubicBezTo>
                    <a:cubicBezTo>
                      <a:pt x="21" y="0"/>
                      <a:pt x="41" y="2"/>
                      <a:pt x="45" y="9"/>
                    </a:cubicBezTo>
                    <a:cubicBezTo>
                      <a:pt x="36" y="10"/>
                      <a:pt x="29" y="6"/>
                      <a:pt x="20" y="8"/>
                    </a:cubicBezTo>
                    <a:cubicBezTo>
                      <a:pt x="15" y="9"/>
                      <a:pt x="5" y="13"/>
                      <a:pt x="4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4" name="Freeform 1932">
                <a:extLst>
                  <a:ext uri="{FF2B5EF4-FFF2-40B4-BE49-F238E27FC236}">
                    <a16:creationId xmlns:a16="http://schemas.microsoft.com/office/drawing/2014/main" id="{A63944FB-E908-4D70-A6BE-8E26B9798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3023"/>
                <a:ext cx="24" cy="18"/>
              </a:xfrm>
              <a:custGeom>
                <a:avLst/>
                <a:gdLst>
                  <a:gd name="T0" fmla="*/ 1 w 43"/>
                  <a:gd name="T1" fmla="*/ 6 h 31"/>
                  <a:gd name="T2" fmla="*/ 2 w 43"/>
                  <a:gd name="T3" fmla="*/ 1 h 31"/>
                  <a:gd name="T4" fmla="*/ 7 w 43"/>
                  <a:gd name="T5" fmla="*/ 1 h 31"/>
                  <a:gd name="T6" fmla="*/ 1 w 43"/>
                  <a:gd name="T7" fmla="*/ 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1">
                    <a:moveTo>
                      <a:pt x="4" y="31"/>
                    </a:moveTo>
                    <a:cubicBezTo>
                      <a:pt x="4" y="20"/>
                      <a:pt x="0" y="9"/>
                      <a:pt x="12" y="4"/>
                    </a:cubicBezTo>
                    <a:cubicBezTo>
                      <a:pt x="19" y="0"/>
                      <a:pt x="37" y="0"/>
                      <a:pt x="43" y="6"/>
                    </a:cubicBezTo>
                    <a:cubicBezTo>
                      <a:pt x="31" y="8"/>
                      <a:pt x="6" y="6"/>
                      <a:pt x="7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5" name="Freeform 1933">
                <a:extLst>
                  <a:ext uri="{FF2B5EF4-FFF2-40B4-BE49-F238E27FC236}">
                    <a16:creationId xmlns:a16="http://schemas.microsoft.com/office/drawing/2014/main" id="{4C1C2348-8599-4198-9643-9302DB0D6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3023"/>
                <a:ext cx="17" cy="18"/>
              </a:xfrm>
              <a:custGeom>
                <a:avLst/>
                <a:gdLst>
                  <a:gd name="T0" fmla="*/ 1 w 32"/>
                  <a:gd name="T1" fmla="*/ 7 h 30"/>
                  <a:gd name="T2" fmla="*/ 1 w 32"/>
                  <a:gd name="T3" fmla="*/ 1 h 30"/>
                  <a:gd name="T4" fmla="*/ 5 w 32"/>
                  <a:gd name="T5" fmla="*/ 1 h 30"/>
                  <a:gd name="T6" fmla="*/ 1 w 32"/>
                  <a:gd name="T7" fmla="*/ 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0">
                    <a:moveTo>
                      <a:pt x="2" y="30"/>
                    </a:moveTo>
                    <a:cubicBezTo>
                      <a:pt x="2" y="22"/>
                      <a:pt x="0" y="11"/>
                      <a:pt x="6" y="6"/>
                    </a:cubicBezTo>
                    <a:cubicBezTo>
                      <a:pt x="13" y="0"/>
                      <a:pt x="26" y="3"/>
                      <a:pt x="32" y="7"/>
                    </a:cubicBezTo>
                    <a:cubicBezTo>
                      <a:pt x="26" y="8"/>
                      <a:pt x="0" y="2"/>
                      <a:pt x="2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6" name="Freeform 1934">
                <a:extLst>
                  <a:ext uri="{FF2B5EF4-FFF2-40B4-BE49-F238E27FC236}">
                    <a16:creationId xmlns:a16="http://schemas.microsoft.com/office/drawing/2014/main" id="{317DEE1D-DC5B-491D-8F7A-236AB37FD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017"/>
                <a:ext cx="21" cy="18"/>
              </a:xfrm>
              <a:custGeom>
                <a:avLst/>
                <a:gdLst>
                  <a:gd name="T0" fmla="*/ 1 w 39"/>
                  <a:gd name="T1" fmla="*/ 6 h 32"/>
                  <a:gd name="T2" fmla="*/ 6 w 39"/>
                  <a:gd name="T3" fmla="*/ 2 h 32"/>
                  <a:gd name="T4" fmla="*/ 1 w 39"/>
                  <a:gd name="T5" fmla="*/ 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8" y="32"/>
                    </a:moveTo>
                    <a:cubicBezTo>
                      <a:pt x="0" y="11"/>
                      <a:pt x="22" y="0"/>
                      <a:pt x="39" y="11"/>
                    </a:cubicBezTo>
                    <a:cubicBezTo>
                      <a:pt x="30" y="12"/>
                      <a:pt x="3" y="12"/>
                      <a:pt x="8" y="2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7" name="Freeform 1935">
                <a:extLst>
                  <a:ext uri="{FF2B5EF4-FFF2-40B4-BE49-F238E27FC236}">
                    <a16:creationId xmlns:a16="http://schemas.microsoft.com/office/drawing/2014/main" id="{BA3A2FE8-E6AF-47F9-B740-B919C927D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983"/>
                <a:ext cx="28" cy="26"/>
              </a:xfrm>
              <a:custGeom>
                <a:avLst/>
                <a:gdLst>
                  <a:gd name="T0" fmla="*/ 0 w 50"/>
                  <a:gd name="T1" fmla="*/ 9 h 44"/>
                  <a:gd name="T2" fmla="*/ 3 w 50"/>
                  <a:gd name="T3" fmla="*/ 2 h 44"/>
                  <a:gd name="T4" fmla="*/ 9 w 50"/>
                  <a:gd name="T5" fmla="*/ 7 h 44"/>
                  <a:gd name="T6" fmla="*/ 4 w 50"/>
                  <a:gd name="T7" fmla="*/ 4 h 44"/>
                  <a:gd name="T8" fmla="*/ 1 w 50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4">
                    <a:moveTo>
                      <a:pt x="0" y="44"/>
                    </a:moveTo>
                    <a:cubicBezTo>
                      <a:pt x="1" y="34"/>
                      <a:pt x="8" y="13"/>
                      <a:pt x="17" y="8"/>
                    </a:cubicBezTo>
                    <a:cubicBezTo>
                      <a:pt x="32" y="0"/>
                      <a:pt x="45" y="27"/>
                      <a:pt x="50" y="36"/>
                    </a:cubicBezTo>
                    <a:cubicBezTo>
                      <a:pt x="43" y="30"/>
                      <a:pt x="31" y="15"/>
                      <a:pt x="21" y="17"/>
                    </a:cubicBezTo>
                    <a:cubicBezTo>
                      <a:pt x="15" y="18"/>
                      <a:pt x="9" y="24"/>
                      <a:pt x="6" y="3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8" name="Freeform 1936">
                <a:extLst>
                  <a:ext uri="{FF2B5EF4-FFF2-40B4-BE49-F238E27FC236}">
                    <a16:creationId xmlns:a16="http://schemas.microsoft.com/office/drawing/2014/main" id="{D3840446-CA9F-44CB-87B6-6E1C3C1A5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971"/>
                <a:ext cx="27" cy="22"/>
              </a:xfrm>
              <a:custGeom>
                <a:avLst/>
                <a:gdLst>
                  <a:gd name="T0" fmla="*/ 1 w 49"/>
                  <a:gd name="T1" fmla="*/ 7 h 39"/>
                  <a:gd name="T2" fmla="*/ 4 w 49"/>
                  <a:gd name="T3" fmla="*/ 1 h 39"/>
                  <a:gd name="T4" fmla="*/ 8 w 49"/>
                  <a:gd name="T5" fmla="*/ 3 h 39"/>
                  <a:gd name="T6" fmla="*/ 1 w 49"/>
                  <a:gd name="T7" fmla="*/ 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9">
                    <a:moveTo>
                      <a:pt x="1" y="39"/>
                    </a:moveTo>
                    <a:cubicBezTo>
                      <a:pt x="0" y="25"/>
                      <a:pt x="14" y="6"/>
                      <a:pt x="28" y="2"/>
                    </a:cubicBezTo>
                    <a:cubicBezTo>
                      <a:pt x="36" y="0"/>
                      <a:pt x="44" y="6"/>
                      <a:pt x="49" y="17"/>
                    </a:cubicBezTo>
                    <a:cubicBezTo>
                      <a:pt x="34" y="2"/>
                      <a:pt x="11" y="15"/>
                      <a:pt x="4" y="28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9" name="Freeform 1937">
                <a:extLst>
                  <a:ext uri="{FF2B5EF4-FFF2-40B4-BE49-F238E27FC236}">
                    <a16:creationId xmlns:a16="http://schemas.microsoft.com/office/drawing/2014/main" id="{1031E113-6E7F-40D8-8F5F-4CDA2B404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953"/>
                <a:ext cx="29" cy="25"/>
              </a:xfrm>
              <a:custGeom>
                <a:avLst/>
                <a:gdLst>
                  <a:gd name="T0" fmla="*/ 0 w 53"/>
                  <a:gd name="T1" fmla="*/ 9 h 42"/>
                  <a:gd name="T2" fmla="*/ 5 w 53"/>
                  <a:gd name="T3" fmla="*/ 1 h 42"/>
                  <a:gd name="T4" fmla="*/ 9 w 53"/>
                  <a:gd name="T5" fmla="*/ 4 h 42"/>
                  <a:gd name="T6" fmla="*/ 0 w 53"/>
                  <a:gd name="T7" fmla="*/ 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2">
                    <a:moveTo>
                      <a:pt x="0" y="42"/>
                    </a:moveTo>
                    <a:cubicBezTo>
                      <a:pt x="2" y="14"/>
                      <a:pt x="17" y="1"/>
                      <a:pt x="32" y="5"/>
                    </a:cubicBezTo>
                    <a:cubicBezTo>
                      <a:pt x="48" y="9"/>
                      <a:pt x="53" y="20"/>
                      <a:pt x="53" y="20"/>
                    </a:cubicBezTo>
                    <a:cubicBezTo>
                      <a:pt x="44" y="15"/>
                      <a:pt x="18" y="0"/>
                      <a:pt x="0" y="4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0" name="Freeform 1938">
                <a:extLst>
                  <a:ext uri="{FF2B5EF4-FFF2-40B4-BE49-F238E27FC236}">
                    <a16:creationId xmlns:a16="http://schemas.microsoft.com/office/drawing/2014/main" id="{A067B158-DA7E-4178-8F0F-492184D0E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939"/>
                <a:ext cx="22" cy="20"/>
              </a:xfrm>
              <a:custGeom>
                <a:avLst/>
                <a:gdLst>
                  <a:gd name="T0" fmla="*/ 0 w 41"/>
                  <a:gd name="T1" fmla="*/ 6 h 35"/>
                  <a:gd name="T2" fmla="*/ 2 w 41"/>
                  <a:gd name="T3" fmla="*/ 2 h 35"/>
                  <a:gd name="T4" fmla="*/ 6 w 41"/>
                  <a:gd name="T5" fmla="*/ 2 h 35"/>
                  <a:gd name="T6" fmla="*/ 2 w 41"/>
                  <a:gd name="T7" fmla="*/ 4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5">
                    <a:moveTo>
                      <a:pt x="0" y="35"/>
                    </a:moveTo>
                    <a:cubicBezTo>
                      <a:pt x="2" y="25"/>
                      <a:pt x="7" y="14"/>
                      <a:pt x="15" y="8"/>
                    </a:cubicBezTo>
                    <a:cubicBezTo>
                      <a:pt x="26" y="0"/>
                      <a:pt x="33" y="5"/>
                      <a:pt x="41" y="12"/>
                    </a:cubicBezTo>
                    <a:cubicBezTo>
                      <a:pt x="29" y="8"/>
                      <a:pt x="19" y="14"/>
                      <a:pt x="9" y="2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1" name="Freeform 1939">
                <a:extLst>
                  <a:ext uri="{FF2B5EF4-FFF2-40B4-BE49-F238E27FC236}">
                    <a16:creationId xmlns:a16="http://schemas.microsoft.com/office/drawing/2014/main" id="{DE92F612-0571-4B56-B356-AB7E1803D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3254"/>
                <a:ext cx="43" cy="73"/>
              </a:xfrm>
              <a:custGeom>
                <a:avLst/>
                <a:gdLst>
                  <a:gd name="T0" fmla="*/ 12 w 80"/>
                  <a:gd name="T1" fmla="*/ 0 h 125"/>
                  <a:gd name="T2" fmla="*/ 5 w 80"/>
                  <a:gd name="T3" fmla="*/ 25 h 125"/>
                  <a:gd name="T4" fmla="*/ 12 w 80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25">
                    <a:moveTo>
                      <a:pt x="80" y="0"/>
                    </a:moveTo>
                    <a:cubicBezTo>
                      <a:pt x="56" y="10"/>
                      <a:pt x="0" y="55"/>
                      <a:pt x="32" y="125"/>
                    </a:cubicBezTo>
                    <a:cubicBezTo>
                      <a:pt x="26" y="97"/>
                      <a:pt x="33" y="33"/>
                      <a:pt x="80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2" name="Freeform 1940">
                <a:extLst>
                  <a:ext uri="{FF2B5EF4-FFF2-40B4-BE49-F238E27FC236}">
                    <a16:creationId xmlns:a16="http://schemas.microsoft.com/office/drawing/2014/main" id="{95AAC988-B17C-4323-95C2-68DFBE2CF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3338"/>
                <a:ext cx="33" cy="97"/>
              </a:xfrm>
              <a:custGeom>
                <a:avLst/>
                <a:gdLst>
                  <a:gd name="T0" fmla="*/ 2 w 60"/>
                  <a:gd name="T1" fmla="*/ 0 h 165"/>
                  <a:gd name="T2" fmla="*/ 2 w 60"/>
                  <a:gd name="T3" fmla="*/ 15 h 165"/>
                  <a:gd name="T4" fmla="*/ 10 w 60"/>
                  <a:gd name="T5" fmla="*/ 34 h 165"/>
                  <a:gd name="T6" fmla="*/ 3 w 60"/>
                  <a:gd name="T7" fmla="*/ 15 h 165"/>
                  <a:gd name="T8" fmla="*/ 2 w 60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65">
                    <a:moveTo>
                      <a:pt x="9" y="0"/>
                    </a:moveTo>
                    <a:cubicBezTo>
                      <a:pt x="0" y="24"/>
                      <a:pt x="0" y="53"/>
                      <a:pt x="9" y="75"/>
                    </a:cubicBezTo>
                    <a:cubicBezTo>
                      <a:pt x="18" y="97"/>
                      <a:pt x="58" y="132"/>
                      <a:pt x="60" y="165"/>
                    </a:cubicBezTo>
                    <a:cubicBezTo>
                      <a:pt x="58" y="127"/>
                      <a:pt x="32" y="96"/>
                      <a:pt x="19" y="72"/>
                    </a:cubicBezTo>
                    <a:cubicBezTo>
                      <a:pt x="6" y="48"/>
                      <a:pt x="5" y="20"/>
                      <a:pt x="9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3" name="Freeform 1941">
                <a:extLst>
                  <a:ext uri="{FF2B5EF4-FFF2-40B4-BE49-F238E27FC236}">
                    <a16:creationId xmlns:a16="http://schemas.microsoft.com/office/drawing/2014/main" id="{A92C55F0-FB15-48C4-B80D-0312AA51B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245"/>
                <a:ext cx="7" cy="11"/>
              </a:xfrm>
              <a:custGeom>
                <a:avLst/>
                <a:gdLst>
                  <a:gd name="T0" fmla="*/ 2 w 13"/>
                  <a:gd name="T1" fmla="*/ 0 h 19"/>
                  <a:gd name="T2" fmla="*/ 0 w 13"/>
                  <a:gd name="T3" fmla="*/ 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2" y="4"/>
                      <a:pt x="0" y="11"/>
                      <a:pt x="0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4" name="Freeform 1942">
                <a:extLst>
                  <a:ext uri="{FF2B5EF4-FFF2-40B4-BE49-F238E27FC236}">
                    <a16:creationId xmlns:a16="http://schemas.microsoft.com/office/drawing/2014/main" id="{765A2640-731F-47FD-A328-F40FD23BB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3043"/>
                <a:ext cx="12" cy="22"/>
              </a:xfrm>
              <a:custGeom>
                <a:avLst/>
                <a:gdLst>
                  <a:gd name="T0" fmla="*/ 1 w 23"/>
                  <a:gd name="T1" fmla="*/ 2 h 37"/>
                  <a:gd name="T2" fmla="*/ 3 w 23"/>
                  <a:gd name="T3" fmla="*/ 0 h 37"/>
                  <a:gd name="T4" fmla="*/ 0 w 23"/>
                  <a:gd name="T5" fmla="*/ 2 h 37"/>
                  <a:gd name="T6" fmla="*/ 1 w 23"/>
                  <a:gd name="T7" fmla="*/ 8 h 37"/>
                  <a:gd name="T8" fmla="*/ 1 w 23"/>
                  <a:gd name="T9" fmla="*/ 2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5" name="Freeform 1943">
                <a:extLst>
                  <a:ext uri="{FF2B5EF4-FFF2-40B4-BE49-F238E27FC236}">
                    <a16:creationId xmlns:a16="http://schemas.microsoft.com/office/drawing/2014/main" id="{EE98B57E-2210-40E0-9E6C-5329BC131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3017"/>
                <a:ext cx="13" cy="21"/>
              </a:xfrm>
              <a:custGeom>
                <a:avLst/>
                <a:gdLst>
                  <a:gd name="T0" fmla="*/ 1 w 23"/>
                  <a:gd name="T1" fmla="*/ 2 h 37"/>
                  <a:gd name="T2" fmla="*/ 4 w 23"/>
                  <a:gd name="T3" fmla="*/ 0 h 37"/>
                  <a:gd name="T4" fmla="*/ 0 w 23"/>
                  <a:gd name="T5" fmla="*/ 2 h 37"/>
                  <a:gd name="T6" fmla="*/ 1 w 23"/>
                  <a:gd name="T7" fmla="*/ 7 h 37"/>
                  <a:gd name="T8" fmla="*/ 1 w 23"/>
                  <a:gd name="T9" fmla="*/ 2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6" name="Freeform 1944">
                <a:extLst>
                  <a:ext uri="{FF2B5EF4-FFF2-40B4-BE49-F238E27FC236}">
                    <a16:creationId xmlns:a16="http://schemas.microsoft.com/office/drawing/2014/main" id="{C74F9384-25D8-40ED-BE70-B6500C0CD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3071"/>
                <a:ext cx="13" cy="23"/>
              </a:xfrm>
              <a:custGeom>
                <a:avLst/>
                <a:gdLst>
                  <a:gd name="T0" fmla="*/ 1 w 24"/>
                  <a:gd name="T1" fmla="*/ 3 h 40"/>
                  <a:gd name="T2" fmla="*/ 4 w 24"/>
                  <a:gd name="T3" fmla="*/ 1 h 40"/>
                  <a:gd name="T4" fmla="*/ 1 w 24"/>
                  <a:gd name="T5" fmla="*/ 3 h 40"/>
                  <a:gd name="T6" fmla="*/ 1 w 24"/>
                  <a:gd name="T7" fmla="*/ 7 h 40"/>
                  <a:gd name="T8" fmla="*/ 1 w 2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7" y="15"/>
                    </a:moveTo>
                    <a:cubicBezTo>
                      <a:pt x="11" y="7"/>
                      <a:pt x="18" y="4"/>
                      <a:pt x="24" y="3"/>
                    </a:cubicBezTo>
                    <a:cubicBezTo>
                      <a:pt x="10" y="4"/>
                      <a:pt x="3" y="0"/>
                      <a:pt x="1" y="15"/>
                    </a:cubicBezTo>
                    <a:cubicBezTo>
                      <a:pt x="0" y="27"/>
                      <a:pt x="1" y="36"/>
                      <a:pt x="6" y="40"/>
                    </a:cubicBezTo>
                    <a:cubicBezTo>
                      <a:pt x="5" y="36"/>
                      <a:pt x="4" y="23"/>
                      <a:pt x="7" y="15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7" name="Freeform 1945">
                <a:extLst>
                  <a:ext uri="{FF2B5EF4-FFF2-40B4-BE49-F238E27FC236}">
                    <a16:creationId xmlns:a16="http://schemas.microsoft.com/office/drawing/2014/main" id="{3647D64A-DD4E-40DF-925C-A96930EF1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104"/>
                <a:ext cx="13" cy="22"/>
              </a:xfrm>
              <a:custGeom>
                <a:avLst/>
                <a:gdLst>
                  <a:gd name="T0" fmla="*/ 1 w 23"/>
                  <a:gd name="T1" fmla="*/ 2 h 37"/>
                  <a:gd name="T2" fmla="*/ 4 w 23"/>
                  <a:gd name="T3" fmla="*/ 0 h 37"/>
                  <a:gd name="T4" fmla="*/ 0 w 23"/>
                  <a:gd name="T5" fmla="*/ 2 h 37"/>
                  <a:gd name="T6" fmla="*/ 1 w 23"/>
                  <a:gd name="T7" fmla="*/ 8 h 37"/>
                  <a:gd name="T8" fmla="*/ 1 w 23"/>
                  <a:gd name="T9" fmla="*/ 2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9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3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8" name="Freeform 1946">
                <a:extLst>
                  <a:ext uri="{FF2B5EF4-FFF2-40B4-BE49-F238E27FC236}">
                    <a16:creationId xmlns:a16="http://schemas.microsoft.com/office/drawing/2014/main" id="{2C28B9E1-191F-4245-AE39-E3C3A9C3A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131"/>
                <a:ext cx="10" cy="16"/>
              </a:xfrm>
              <a:custGeom>
                <a:avLst/>
                <a:gdLst>
                  <a:gd name="T0" fmla="*/ 3 w 19"/>
                  <a:gd name="T1" fmla="*/ 0 h 26"/>
                  <a:gd name="T2" fmla="*/ 1 w 19"/>
                  <a:gd name="T3" fmla="*/ 1 h 26"/>
                  <a:gd name="T4" fmla="*/ 2 w 19"/>
                  <a:gd name="T5" fmla="*/ 6 h 26"/>
                  <a:gd name="T6" fmla="*/ 1 w 19"/>
                  <a:gd name="T7" fmla="*/ 2 h 26"/>
                  <a:gd name="T8" fmla="*/ 3 w 19"/>
                  <a:gd name="T9" fmla="*/ 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0"/>
                    </a:moveTo>
                    <a:cubicBezTo>
                      <a:pt x="16" y="0"/>
                      <a:pt x="7" y="0"/>
                      <a:pt x="4" y="2"/>
                    </a:cubicBezTo>
                    <a:cubicBezTo>
                      <a:pt x="0" y="7"/>
                      <a:pt x="8" y="22"/>
                      <a:pt x="10" y="26"/>
                    </a:cubicBezTo>
                    <a:cubicBezTo>
                      <a:pt x="9" y="22"/>
                      <a:pt x="7" y="16"/>
                      <a:pt x="7" y="11"/>
                    </a:cubicBezTo>
                    <a:cubicBezTo>
                      <a:pt x="8" y="5"/>
                      <a:pt x="12" y="4"/>
                      <a:pt x="1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9" name="Freeform 1947">
                <a:extLst>
                  <a:ext uri="{FF2B5EF4-FFF2-40B4-BE49-F238E27FC236}">
                    <a16:creationId xmlns:a16="http://schemas.microsoft.com/office/drawing/2014/main" id="{183574C7-CB19-46CC-A9C1-1ECBE2CE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3153"/>
                <a:ext cx="20" cy="15"/>
              </a:xfrm>
              <a:custGeom>
                <a:avLst/>
                <a:gdLst>
                  <a:gd name="T0" fmla="*/ 6 w 35"/>
                  <a:gd name="T1" fmla="*/ 0 h 25"/>
                  <a:gd name="T2" fmla="*/ 2 w 35"/>
                  <a:gd name="T3" fmla="*/ 1 h 25"/>
                  <a:gd name="T4" fmla="*/ 2 w 35"/>
                  <a:gd name="T5" fmla="*/ 5 h 25"/>
                  <a:gd name="T6" fmla="*/ 5 w 35"/>
                  <a:gd name="T7" fmla="*/ 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5">
                    <a:moveTo>
                      <a:pt x="35" y="0"/>
                    </a:moveTo>
                    <a:cubicBezTo>
                      <a:pt x="26" y="2"/>
                      <a:pt x="21" y="0"/>
                      <a:pt x="12" y="2"/>
                    </a:cubicBezTo>
                    <a:cubicBezTo>
                      <a:pt x="0" y="4"/>
                      <a:pt x="9" y="18"/>
                      <a:pt x="11" y="25"/>
                    </a:cubicBezTo>
                    <a:cubicBezTo>
                      <a:pt x="4" y="11"/>
                      <a:pt x="15" y="5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0" name="Freeform 1948">
                <a:extLst>
                  <a:ext uri="{FF2B5EF4-FFF2-40B4-BE49-F238E27FC236}">
                    <a16:creationId xmlns:a16="http://schemas.microsoft.com/office/drawing/2014/main" id="{1BA24D26-26DE-4FF0-A95B-4E21E4461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3172"/>
                <a:ext cx="15" cy="14"/>
              </a:xfrm>
              <a:custGeom>
                <a:avLst/>
                <a:gdLst>
                  <a:gd name="T0" fmla="*/ 4 w 27"/>
                  <a:gd name="T1" fmla="*/ 1 h 23"/>
                  <a:gd name="T2" fmla="*/ 1 w 27"/>
                  <a:gd name="T3" fmla="*/ 1 h 23"/>
                  <a:gd name="T4" fmla="*/ 2 w 27"/>
                  <a:gd name="T5" fmla="*/ 5 h 23"/>
                  <a:gd name="T6" fmla="*/ 2 w 27"/>
                  <a:gd name="T7" fmla="*/ 2 h 23"/>
                  <a:gd name="T8" fmla="*/ 4 w 27"/>
                  <a:gd name="T9" fmla="*/ 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26" y="2"/>
                    </a:moveTo>
                    <a:cubicBezTo>
                      <a:pt x="22" y="2"/>
                      <a:pt x="10" y="0"/>
                      <a:pt x="6" y="3"/>
                    </a:cubicBezTo>
                    <a:cubicBezTo>
                      <a:pt x="0" y="7"/>
                      <a:pt x="6" y="21"/>
                      <a:pt x="11" y="23"/>
                    </a:cubicBezTo>
                    <a:cubicBezTo>
                      <a:pt x="8" y="20"/>
                      <a:pt x="7" y="12"/>
                      <a:pt x="10" y="8"/>
                    </a:cubicBezTo>
                    <a:cubicBezTo>
                      <a:pt x="13" y="5"/>
                      <a:pt x="23" y="2"/>
                      <a:pt x="2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1" name="Freeform 1949">
                <a:extLst>
                  <a:ext uri="{FF2B5EF4-FFF2-40B4-BE49-F238E27FC236}">
                    <a16:creationId xmlns:a16="http://schemas.microsoft.com/office/drawing/2014/main" id="{E7B2E827-691B-4988-94F0-6B93141C9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3193"/>
                <a:ext cx="17" cy="13"/>
              </a:xfrm>
              <a:custGeom>
                <a:avLst/>
                <a:gdLst>
                  <a:gd name="T0" fmla="*/ 6 w 30"/>
                  <a:gd name="T1" fmla="*/ 1 h 21"/>
                  <a:gd name="T2" fmla="*/ 2 w 30"/>
                  <a:gd name="T3" fmla="*/ 1 h 21"/>
                  <a:gd name="T4" fmla="*/ 1 w 30"/>
                  <a:gd name="T5" fmla="*/ 1 h 21"/>
                  <a:gd name="T6" fmla="*/ 1 w 30"/>
                  <a:gd name="T7" fmla="*/ 5 h 21"/>
                  <a:gd name="T8" fmla="*/ 1 w 30"/>
                  <a:gd name="T9" fmla="*/ 1 h 21"/>
                  <a:gd name="T10" fmla="*/ 6 w 30"/>
                  <a:gd name="T11" fmla="*/ 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30" y="4"/>
                    </a:moveTo>
                    <a:cubicBezTo>
                      <a:pt x="23" y="5"/>
                      <a:pt x="16" y="2"/>
                      <a:pt x="9" y="1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1" y="9"/>
                      <a:pt x="0" y="18"/>
                      <a:pt x="3" y="21"/>
                    </a:cubicBezTo>
                    <a:cubicBezTo>
                      <a:pt x="3" y="16"/>
                      <a:pt x="3" y="9"/>
                      <a:pt x="7" y="6"/>
                    </a:cubicBezTo>
                    <a:cubicBezTo>
                      <a:pt x="12" y="4"/>
                      <a:pt x="26" y="6"/>
                      <a:pt x="30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2" name="Freeform 1950">
                <a:extLst>
                  <a:ext uri="{FF2B5EF4-FFF2-40B4-BE49-F238E27FC236}">
                    <a16:creationId xmlns:a16="http://schemas.microsoft.com/office/drawing/2014/main" id="{AB9C9311-C771-431C-875A-4BBBD3D28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3211"/>
                <a:ext cx="19" cy="16"/>
              </a:xfrm>
              <a:custGeom>
                <a:avLst/>
                <a:gdLst>
                  <a:gd name="T0" fmla="*/ 6 w 34"/>
                  <a:gd name="T1" fmla="*/ 2 h 26"/>
                  <a:gd name="T2" fmla="*/ 4 w 34"/>
                  <a:gd name="T3" fmla="*/ 1 h 26"/>
                  <a:gd name="T4" fmla="*/ 2 w 34"/>
                  <a:gd name="T5" fmla="*/ 1 h 26"/>
                  <a:gd name="T6" fmla="*/ 1 w 34"/>
                  <a:gd name="T7" fmla="*/ 6 h 26"/>
                  <a:gd name="T8" fmla="*/ 1 w 34"/>
                  <a:gd name="T9" fmla="*/ 2 h 26"/>
                  <a:gd name="T10" fmla="*/ 4 w 34"/>
                  <a:gd name="T11" fmla="*/ 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6">
                    <a:moveTo>
                      <a:pt x="34" y="10"/>
                    </a:moveTo>
                    <a:cubicBezTo>
                      <a:pt x="30" y="9"/>
                      <a:pt x="25" y="8"/>
                      <a:pt x="21" y="6"/>
                    </a:cubicBezTo>
                    <a:cubicBezTo>
                      <a:pt x="18" y="5"/>
                      <a:pt x="14" y="2"/>
                      <a:pt x="11" y="1"/>
                    </a:cubicBezTo>
                    <a:cubicBezTo>
                      <a:pt x="3" y="0"/>
                      <a:pt x="0" y="20"/>
                      <a:pt x="1" y="26"/>
                    </a:cubicBezTo>
                    <a:cubicBezTo>
                      <a:pt x="3" y="21"/>
                      <a:pt x="3" y="12"/>
                      <a:pt x="8" y="8"/>
                    </a:cubicBezTo>
                    <a:cubicBezTo>
                      <a:pt x="13" y="6"/>
                      <a:pt x="22" y="8"/>
                      <a:pt x="26" y="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3" name="Freeform 1951">
                <a:extLst>
                  <a:ext uri="{FF2B5EF4-FFF2-40B4-BE49-F238E27FC236}">
                    <a16:creationId xmlns:a16="http://schemas.microsoft.com/office/drawing/2014/main" id="{D40E3AFE-B54B-4C72-9840-B84DFB4D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200"/>
                <a:ext cx="14" cy="20"/>
              </a:xfrm>
              <a:custGeom>
                <a:avLst/>
                <a:gdLst>
                  <a:gd name="T0" fmla="*/ 4 w 25"/>
                  <a:gd name="T1" fmla="*/ 1 h 34"/>
                  <a:gd name="T2" fmla="*/ 1 w 25"/>
                  <a:gd name="T3" fmla="*/ 1 h 34"/>
                  <a:gd name="T4" fmla="*/ 1 w 25"/>
                  <a:gd name="T5" fmla="*/ 7 h 34"/>
                  <a:gd name="T6" fmla="*/ 4 w 25"/>
                  <a:gd name="T7" fmla="*/ 1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25" y="5"/>
                    </a:moveTo>
                    <a:cubicBezTo>
                      <a:pt x="19" y="4"/>
                      <a:pt x="11" y="0"/>
                      <a:pt x="6" y="6"/>
                    </a:cubicBezTo>
                    <a:cubicBezTo>
                      <a:pt x="0" y="14"/>
                      <a:pt x="4" y="25"/>
                      <a:pt x="2" y="34"/>
                    </a:cubicBezTo>
                    <a:cubicBezTo>
                      <a:pt x="3" y="20"/>
                      <a:pt x="9" y="3"/>
                      <a:pt x="25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4" name="Freeform 1952">
                <a:extLst>
                  <a:ext uri="{FF2B5EF4-FFF2-40B4-BE49-F238E27FC236}">
                    <a16:creationId xmlns:a16="http://schemas.microsoft.com/office/drawing/2014/main" id="{934B0CF4-74EE-4C6D-80AB-AFC43C31C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3173"/>
                <a:ext cx="12" cy="17"/>
              </a:xfrm>
              <a:custGeom>
                <a:avLst/>
                <a:gdLst>
                  <a:gd name="T0" fmla="*/ 4 w 22"/>
                  <a:gd name="T1" fmla="*/ 1 h 29"/>
                  <a:gd name="T2" fmla="*/ 1 w 22"/>
                  <a:gd name="T3" fmla="*/ 1 h 29"/>
                  <a:gd name="T4" fmla="*/ 1 w 22"/>
                  <a:gd name="T5" fmla="*/ 6 h 29"/>
                  <a:gd name="T6" fmla="*/ 1 w 22"/>
                  <a:gd name="T7" fmla="*/ 2 h 29"/>
                  <a:gd name="T8" fmla="*/ 4 w 22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22" y="1"/>
                    </a:moveTo>
                    <a:cubicBezTo>
                      <a:pt x="17" y="2"/>
                      <a:pt x="10" y="0"/>
                      <a:pt x="6" y="4"/>
                    </a:cubicBezTo>
                    <a:cubicBezTo>
                      <a:pt x="0" y="11"/>
                      <a:pt x="5" y="22"/>
                      <a:pt x="7" y="29"/>
                    </a:cubicBezTo>
                    <a:cubicBezTo>
                      <a:pt x="6" y="24"/>
                      <a:pt x="5" y="13"/>
                      <a:pt x="8" y="8"/>
                    </a:cubicBezTo>
                    <a:cubicBezTo>
                      <a:pt x="11" y="4"/>
                      <a:pt x="17" y="3"/>
                      <a:pt x="22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5" name="Freeform 1953">
                <a:extLst>
                  <a:ext uri="{FF2B5EF4-FFF2-40B4-BE49-F238E27FC236}">
                    <a16:creationId xmlns:a16="http://schemas.microsoft.com/office/drawing/2014/main" id="{8751B650-F4BD-4374-87E7-F8B3DDD35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145"/>
                <a:ext cx="16" cy="18"/>
              </a:xfrm>
              <a:custGeom>
                <a:avLst/>
                <a:gdLst>
                  <a:gd name="T0" fmla="*/ 1 w 30"/>
                  <a:gd name="T1" fmla="*/ 7 h 30"/>
                  <a:gd name="T2" fmla="*/ 1 w 30"/>
                  <a:gd name="T3" fmla="*/ 1 h 30"/>
                  <a:gd name="T4" fmla="*/ 5 w 30"/>
                  <a:gd name="T5" fmla="*/ 1 h 30"/>
                  <a:gd name="T6" fmla="*/ 2 w 30"/>
                  <a:gd name="T7" fmla="*/ 1 h 30"/>
                  <a:gd name="T8" fmla="*/ 1 w 30"/>
                  <a:gd name="T9" fmla="*/ 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7" y="30"/>
                    </a:moveTo>
                    <a:cubicBezTo>
                      <a:pt x="8" y="23"/>
                      <a:pt x="0" y="14"/>
                      <a:pt x="4" y="7"/>
                    </a:cubicBezTo>
                    <a:cubicBezTo>
                      <a:pt x="9" y="0"/>
                      <a:pt x="24" y="3"/>
                      <a:pt x="30" y="5"/>
                    </a:cubicBezTo>
                    <a:cubicBezTo>
                      <a:pt x="25" y="7"/>
                      <a:pt x="19" y="5"/>
                      <a:pt x="13" y="7"/>
                    </a:cubicBezTo>
                    <a:cubicBezTo>
                      <a:pt x="6" y="9"/>
                      <a:pt x="8" y="13"/>
                      <a:pt x="7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6" name="Freeform 1954">
                <a:extLst>
                  <a:ext uri="{FF2B5EF4-FFF2-40B4-BE49-F238E27FC236}">
                    <a16:creationId xmlns:a16="http://schemas.microsoft.com/office/drawing/2014/main" id="{DF65AB07-31BD-4FB1-9EC6-AAD799CDD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3122"/>
                <a:ext cx="12" cy="16"/>
              </a:xfrm>
              <a:custGeom>
                <a:avLst/>
                <a:gdLst>
                  <a:gd name="T0" fmla="*/ 1 w 21"/>
                  <a:gd name="T1" fmla="*/ 5 h 27"/>
                  <a:gd name="T2" fmla="*/ 1 w 21"/>
                  <a:gd name="T3" fmla="*/ 3 h 27"/>
                  <a:gd name="T4" fmla="*/ 0 w 21"/>
                  <a:gd name="T5" fmla="*/ 2 h 27"/>
                  <a:gd name="T6" fmla="*/ 4 w 21"/>
                  <a:gd name="T7" fmla="*/ 1 h 27"/>
                  <a:gd name="T8" fmla="*/ 2 w 21"/>
                  <a:gd name="T9" fmla="*/ 1 h 27"/>
                  <a:gd name="T10" fmla="*/ 1 w 21"/>
                  <a:gd name="T11" fmla="*/ 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7">
                    <a:moveTo>
                      <a:pt x="7" y="27"/>
                    </a:moveTo>
                    <a:cubicBezTo>
                      <a:pt x="6" y="23"/>
                      <a:pt x="6" y="20"/>
                      <a:pt x="4" y="16"/>
                    </a:cubicBezTo>
                    <a:cubicBezTo>
                      <a:pt x="3" y="14"/>
                      <a:pt x="0" y="10"/>
                      <a:pt x="0" y="8"/>
                    </a:cubicBezTo>
                    <a:cubicBezTo>
                      <a:pt x="2" y="2"/>
                      <a:pt x="17" y="0"/>
                      <a:pt x="21" y="2"/>
                    </a:cubicBezTo>
                    <a:cubicBezTo>
                      <a:pt x="17" y="3"/>
                      <a:pt x="12" y="2"/>
                      <a:pt x="9" y="6"/>
                    </a:cubicBezTo>
                    <a:cubicBezTo>
                      <a:pt x="7" y="9"/>
                      <a:pt x="5" y="17"/>
                      <a:pt x="6" y="2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7" name="Freeform 1955">
                <a:extLst>
                  <a:ext uri="{FF2B5EF4-FFF2-40B4-BE49-F238E27FC236}">
                    <a16:creationId xmlns:a16="http://schemas.microsoft.com/office/drawing/2014/main" id="{4B172E16-F1D5-4505-9E12-296FCF5E6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097"/>
                <a:ext cx="11" cy="15"/>
              </a:xfrm>
              <a:custGeom>
                <a:avLst/>
                <a:gdLst>
                  <a:gd name="T0" fmla="*/ 1 w 20"/>
                  <a:gd name="T1" fmla="*/ 5 h 26"/>
                  <a:gd name="T2" fmla="*/ 1 w 20"/>
                  <a:gd name="T3" fmla="*/ 2 h 26"/>
                  <a:gd name="T4" fmla="*/ 3 w 20"/>
                  <a:gd name="T5" fmla="*/ 1 h 26"/>
                  <a:gd name="T6" fmla="*/ 1 w 20"/>
                  <a:gd name="T7" fmla="*/ 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3" y="26"/>
                    </a:moveTo>
                    <a:cubicBezTo>
                      <a:pt x="4" y="20"/>
                      <a:pt x="0" y="13"/>
                      <a:pt x="3" y="8"/>
                    </a:cubicBezTo>
                    <a:cubicBezTo>
                      <a:pt x="6" y="2"/>
                      <a:pt x="15" y="0"/>
                      <a:pt x="20" y="1"/>
                    </a:cubicBezTo>
                    <a:cubicBezTo>
                      <a:pt x="11" y="3"/>
                      <a:pt x="3" y="11"/>
                      <a:pt x="3" y="2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8" name="Freeform 1956">
                <a:extLst>
                  <a:ext uri="{FF2B5EF4-FFF2-40B4-BE49-F238E27FC236}">
                    <a16:creationId xmlns:a16="http://schemas.microsoft.com/office/drawing/2014/main" id="{E743D3FB-26D5-4F8C-A171-459778931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066"/>
                <a:ext cx="10" cy="24"/>
              </a:xfrm>
              <a:custGeom>
                <a:avLst/>
                <a:gdLst>
                  <a:gd name="T0" fmla="*/ 3 w 20"/>
                  <a:gd name="T1" fmla="*/ 0 h 40"/>
                  <a:gd name="T2" fmla="*/ 0 w 20"/>
                  <a:gd name="T3" fmla="*/ 2 h 40"/>
                  <a:gd name="T4" fmla="*/ 1 w 20"/>
                  <a:gd name="T5" fmla="*/ 8 h 40"/>
                  <a:gd name="T6" fmla="*/ 1 w 20"/>
                  <a:gd name="T7" fmla="*/ 6 h 40"/>
                  <a:gd name="T8" fmla="*/ 1 w 20"/>
                  <a:gd name="T9" fmla="*/ 4 h 40"/>
                  <a:gd name="T10" fmla="*/ 2 w 20"/>
                  <a:gd name="T11" fmla="*/ 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0">
                    <a:moveTo>
                      <a:pt x="20" y="0"/>
                    </a:moveTo>
                    <a:cubicBezTo>
                      <a:pt x="11" y="3"/>
                      <a:pt x="0" y="0"/>
                      <a:pt x="0" y="12"/>
                    </a:cubicBezTo>
                    <a:cubicBezTo>
                      <a:pt x="0" y="22"/>
                      <a:pt x="7" y="30"/>
                      <a:pt x="6" y="40"/>
                    </a:cubicBezTo>
                    <a:cubicBezTo>
                      <a:pt x="5" y="36"/>
                      <a:pt x="6" y="32"/>
                      <a:pt x="6" y="27"/>
                    </a:cubicBezTo>
                    <a:cubicBezTo>
                      <a:pt x="7" y="23"/>
                      <a:pt x="6" y="20"/>
                      <a:pt x="5" y="16"/>
                    </a:cubicBezTo>
                    <a:cubicBezTo>
                      <a:pt x="4" y="8"/>
                      <a:pt x="9" y="3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9" name="Freeform 1957">
                <a:extLst>
                  <a:ext uri="{FF2B5EF4-FFF2-40B4-BE49-F238E27FC236}">
                    <a16:creationId xmlns:a16="http://schemas.microsoft.com/office/drawing/2014/main" id="{91EEAEA9-DEE9-4986-883A-4FCCB874E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3041"/>
                <a:ext cx="9" cy="17"/>
              </a:xfrm>
              <a:custGeom>
                <a:avLst/>
                <a:gdLst>
                  <a:gd name="T0" fmla="*/ 3 w 16"/>
                  <a:gd name="T1" fmla="*/ 1 h 28"/>
                  <a:gd name="T2" fmla="*/ 1 w 16"/>
                  <a:gd name="T3" fmla="*/ 1 h 28"/>
                  <a:gd name="T4" fmla="*/ 1 w 16"/>
                  <a:gd name="T5" fmla="*/ 6 h 28"/>
                  <a:gd name="T6" fmla="*/ 2 w 16"/>
                  <a:gd name="T7" fmla="*/ 2 h 28"/>
                  <a:gd name="T8" fmla="*/ 3 w 16"/>
                  <a:gd name="T9" fmla="*/ 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6" y="1"/>
                    </a:moveTo>
                    <a:cubicBezTo>
                      <a:pt x="10" y="1"/>
                      <a:pt x="6" y="0"/>
                      <a:pt x="4" y="5"/>
                    </a:cubicBezTo>
                    <a:cubicBezTo>
                      <a:pt x="0" y="13"/>
                      <a:pt x="6" y="21"/>
                      <a:pt x="6" y="28"/>
                    </a:cubicBezTo>
                    <a:cubicBezTo>
                      <a:pt x="6" y="22"/>
                      <a:pt x="5" y="18"/>
                      <a:pt x="8" y="11"/>
                    </a:cubicBezTo>
                    <a:cubicBezTo>
                      <a:pt x="11" y="5"/>
                      <a:pt x="11" y="4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0" name="Freeform 1958">
                <a:extLst>
                  <a:ext uri="{FF2B5EF4-FFF2-40B4-BE49-F238E27FC236}">
                    <a16:creationId xmlns:a16="http://schemas.microsoft.com/office/drawing/2014/main" id="{7305FFA7-448E-4C78-9EA2-824B1226D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017"/>
                <a:ext cx="12" cy="16"/>
              </a:xfrm>
              <a:custGeom>
                <a:avLst/>
                <a:gdLst>
                  <a:gd name="T0" fmla="*/ 4 w 21"/>
                  <a:gd name="T1" fmla="*/ 1 h 27"/>
                  <a:gd name="T2" fmla="*/ 2 w 21"/>
                  <a:gd name="T3" fmla="*/ 1 h 27"/>
                  <a:gd name="T4" fmla="*/ 1 w 21"/>
                  <a:gd name="T5" fmla="*/ 5 h 27"/>
                  <a:gd name="T6" fmla="*/ 4 w 21"/>
                  <a:gd name="T7" fmla="*/ 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21" y="4"/>
                    </a:moveTo>
                    <a:cubicBezTo>
                      <a:pt x="17" y="4"/>
                      <a:pt x="13" y="0"/>
                      <a:pt x="8" y="2"/>
                    </a:cubicBezTo>
                    <a:cubicBezTo>
                      <a:pt x="0" y="6"/>
                      <a:pt x="4" y="21"/>
                      <a:pt x="7" y="27"/>
                    </a:cubicBezTo>
                    <a:cubicBezTo>
                      <a:pt x="5" y="14"/>
                      <a:pt x="8" y="5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1" name="Freeform 1959">
                <a:extLst>
                  <a:ext uri="{FF2B5EF4-FFF2-40B4-BE49-F238E27FC236}">
                    <a16:creationId xmlns:a16="http://schemas.microsoft.com/office/drawing/2014/main" id="{5E020009-FA89-4E56-97ED-FC352E51C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992"/>
                <a:ext cx="8" cy="17"/>
              </a:xfrm>
              <a:custGeom>
                <a:avLst/>
                <a:gdLst>
                  <a:gd name="T0" fmla="*/ 1 w 14"/>
                  <a:gd name="T1" fmla="*/ 1 h 29"/>
                  <a:gd name="T2" fmla="*/ 0 w 14"/>
                  <a:gd name="T3" fmla="*/ 6 h 29"/>
                  <a:gd name="T4" fmla="*/ 2 w 14"/>
                  <a:gd name="T5" fmla="*/ 2 h 29"/>
                  <a:gd name="T6" fmla="*/ 3 w 14"/>
                  <a:gd name="T7" fmla="*/ 1 h 29"/>
                  <a:gd name="T8" fmla="*/ 1 w 1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9">
                    <a:moveTo>
                      <a:pt x="3" y="2"/>
                    </a:moveTo>
                    <a:cubicBezTo>
                      <a:pt x="9" y="10"/>
                      <a:pt x="2" y="22"/>
                      <a:pt x="0" y="29"/>
                    </a:cubicBezTo>
                    <a:cubicBezTo>
                      <a:pt x="4" y="24"/>
                      <a:pt x="8" y="19"/>
                      <a:pt x="9" y="12"/>
                    </a:cubicBezTo>
                    <a:cubicBezTo>
                      <a:pt x="9" y="7"/>
                      <a:pt x="7" y="2"/>
                      <a:pt x="14" y="2"/>
                    </a:cubicBezTo>
                    <a:cubicBezTo>
                      <a:pt x="12" y="0"/>
                      <a:pt x="8" y="0"/>
                      <a:pt x="5" y="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2" name="Freeform 1960">
                <a:extLst>
                  <a:ext uri="{FF2B5EF4-FFF2-40B4-BE49-F238E27FC236}">
                    <a16:creationId xmlns:a16="http://schemas.microsoft.com/office/drawing/2014/main" id="{EE4E2E10-D1D5-4F42-AE3B-E514A405E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969"/>
                <a:ext cx="10" cy="16"/>
              </a:xfrm>
              <a:custGeom>
                <a:avLst/>
                <a:gdLst>
                  <a:gd name="T0" fmla="*/ 3 w 19"/>
                  <a:gd name="T1" fmla="*/ 1 h 28"/>
                  <a:gd name="T2" fmla="*/ 1 w 19"/>
                  <a:gd name="T3" fmla="*/ 1 h 28"/>
                  <a:gd name="T4" fmla="*/ 1 w 19"/>
                  <a:gd name="T5" fmla="*/ 5 h 28"/>
                  <a:gd name="T6" fmla="*/ 1 w 19"/>
                  <a:gd name="T7" fmla="*/ 2 h 28"/>
                  <a:gd name="T8" fmla="*/ 3 w 19"/>
                  <a:gd name="T9" fmla="*/ 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19" y="4"/>
                    </a:moveTo>
                    <a:cubicBezTo>
                      <a:pt x="13" y="4"/>
                      <a:pt x="8" y="0"/>
                      <a:pt x="4" y="6"/>
                    </a:cubicBezTo>
                    <a:cubicBezTo>
                      <a:pt x="0" y="12"/>
                      <a:pt x="5" y="21"/>
                      <a:pt x="1" y="28"/>
                    </a:cubicBezTo>
                    <a:cubicBezTo>
                      <a:pt x="4" y="22"/>
                      <a:pt x="5" y="18"/>
                      <a:pt x="7" y="12"/>
                    </a:cubicBezTo>
                    <a:cubicBezTo>
                      <a:pt x="9" y="5"/>
                      <a:pt x="12" y="6"/>
                      <a:pt x="18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3" name="Freeform 1961">
                <a:extLst>
                  <a:ext uri="{FF2B5EF4-FFF2-40B4-BE49-F238E27FC236}">
                    <a16:creationId xmlns:a16="http://schemas.microsoft.com/office/drawing/2014/main" id="{C583CA69-DEB3-47CD-9E07-D6DFAABF1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947"/>
                <a:ext cx="8" cy="12"/>
              </a:xfrm>
              <a:custGeom>
                <a:avLst/>
                <a:gdLst>
                  <a:gd name="T0" fmla="*/ 3 w 14"/>
                  <a:gd name="T1" fmla="*/ 0 h 22"/>
                  <a:gd name="T2" fmla="*/ 1 w 14"/>
                  <a:gd name="T3" fmla="*/ 1 h 22"/>
                  <a:gd name="T4" fmla="*/ 1 w 14"/>
                  <a:gd name="T5" fmla="*/ 4 h 22"/>
                  <a:gd name="T6" fmla="*/ 2 w 14"/>
                  <a:gd name="T7" fmla="*/ 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14" y="0"/>
                    </a:moveTo>
                    <a:cubicBezTo>
                      <a:pt x="10" y="0"/>
                      <a:pt x="5" y="0"/>
                      <a:pt x="2" y="4"/>
                    </a:cubicBezTo>
                    <a:cubicBezTo>
                      <a:pt x="0" y="8"/>
                      <a:pt x="2" y="17"/>
                      <a:pt x="3" y="22"/>
                    </a:cubicBezTo>
                    <a:cubicBezTo>
                      <a:pt x="3" y="16"/>
                      <a:pt x="5" y="3"/>
                      <a:pt x="13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4" name="Freeform 1962">
                <a:extLst>
                  <a:ext uri="{FF2B5EF4-FFF2-40B4-BE49-F238E27FC236}">
                    <a16:creationId xmlns:a16="http://schemas.microsoft.com/office/drawing/2014/main" id="{38BF78AC-5ED7-4D7F-8D43-47413A0BA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3090"/>
                <a:ext cx="18" cy="7"/>
              </a:xfrm>
              <a:custGeom>
                <a:avLst/>
                <a:gdLst>
                  <a:gd name="T0" fmla="*/ 0 w 33"/>
                  <a:gd name="T1" fmla="*/ 1 h 12"/>
                  <a:gd name="T2" fmla="*/ 5 w 33"/>
                  <a:gd name="T3" fmla="*/ 2 h 12"/>
                  <a:gd name="T4" fmla="*/ 1 w 33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2">
                    <a:moveTo>
                      <a:pt x="0" y="2"/>
                    </a:moveTo>
                    <a:cubicBezTo>
                      <a:pt x="10" y="6"/>
                      <a:pt x="25" y="0"/>
                      <a:pt x="33" y="12"/>
                    </a:cubicBezTo>
                    <a:cubicBezTo>
                      <a:pt x="26" y="7"/>
                      <a:pt x="15" y="6"/>
                      <a:pt x="7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5" name="Freeform 1963">
                <a:extLst>
                  <a:ext uri="{FF2B5EF4-FFF2-40B4-BE49-F238E27FC236}">
                    <a16:creationId xmlns:a16="http://schemas.microsoft.com/office/drawing/2014/main" id="{F3AF1186-8A36-4C50-913C-9ACB3FF40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3119"/>
                <a:ext cx="25" cy="18"/>
              </a:xfrm>
              <a:custGeom>
                <a:avLst/>
                <a:gdLst>
                  <a:gd name="T0" fmla="*/ 8 w 45"/>
                  <a:gd name="T1" fmla="*/ 1 h 32"/>
                  <a:gd name="T2" fmla="*/ 2 w 45"/>
                  <a:gd name="T3" fmla="*/ 1 h 32"/>
                  <a:gd name="T4" fmla="*/ 1 w 45"/>
                  <a:gd name="T5" fmla="*/ 6 h 32"/>
                  <a:gd name="T6" fmla="*/ 5 w 45"/>
                  <a:gd name="T7" fmla="*/ 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2">
                    <a:moveTo>
                      <a:pt x="45" y="5"/>
                    </a:moveTo>
                    <a:cubicBezTo>
                      <a:pt x="35" y="2"/>
                      <a:pt x="21" y="0"/>
                      <a:pt x="11" y="4"/>
                    </a:cubicBezTo>
                    <a:cubicBezTo>
                      <a:pt x="1" y="8"/>
                      <a:pt x="0" y="25"/>
                      <a:pt x="7" y="32"/>
                    </a:cubicBezTo>
                    <a:cubicBezTo>
                      <a:pt x="4" y="14"/>
                      <a:pt x="12" y="5"/>
                      <a:pt x="31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6" name="Freeform 1964">
                <a:extLst>
                  <a:ext uri="{FF2B5EF4-FFF2-40B4-BE49-F238E27FC236}">
                    <a16:creationId xmlns:a16="http://schemas.microsoft.com/office/drawing/2014/main" id="{02C2439B-30DF-410F-8E36-8CC3DB15B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3145"/>
                <a:ext cx="28" cy="30"/>
              </a:xfrm>
              <a:custGeom>
                <a:avLst/>
                <a:gdLst>
                  <a:gd name="T0" fmla="*/ 9 w 50"/>
                  <a:gd name="T1" fmla="*/ 1 h 51"/>
                  <a:gd name="T2" fmla="*/ 2 w 50"/>
                  <a:gd name="T3" fmla="*/ 2 h 51"/>
                  <a:gd name="T4" fmla="*/ 3 w 50"/>
                  <a:gd name="T5" fmla="*/ 11 h 51"/>
                  <a:gd name="T6" fmla="*/ 7 w 50"/>
                  <a:gd name="T7" fmla="*/ 1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51">
                    <a:moveTo>
                      <a:pt x="50" y="5"/>
                    </a:moveTo>
                    <a:cubicBezTo>
                      <a:pt x="37" y="5"/>
                      <a:pt x="24" y="0"/>
                      <a:pt x="12" y="10"/>
                    </a:cubicBezTo>
                    <a:cubicBezTo>
                      <a:pt x="0" y="21"/>
                      <a:pt x="15" y="40"/>
                      <a:pt x="20" y="51"/>
                    </a:cubicBezTo>
                    <a:cubicBezTo>
                      <a:pt x="10" y="28"/>
                      <a:pt x="13" y="9"/>
                      <a:pt x="4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7" name="Freeform 1965">
                <a:extLst>
                  <a:ext uri="{FF2B5EF4-FFF2-40B4-BE49-F238E27FC236}">
                    <a16:creationId xmlns:a16="http://schemas.microsoft.com/office/drawing/2014/main" id="{E92D37B6-EF70-47BA-909D-114313721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178"/>
                <a:ext cx="19" cy="39"/>
              </a:xfrm>
              <a:custGeom>
                <a:avLst/>
                <a:gdLst>
                  <a:gd name="T0" fmla="*/ 6 w 34"/>
                  <a:gd name="T1" fmla="*/ 1 h 67"/>
                  <a:gd name="T2" fmla="*/ 1 w 34"/>
                  <a:gd name="T3" fmla="*/ 5 h 67"/>
                  <a:gd name="T4" fmla="*/ 2 w 34"/>
                  <a:gd name="T5" fmla="*/ 10 h 67"/>
                  <a:gd name="T6" fmla="*/ 4 w 34"/>
                  <a:gd name="T7" fmla="*/ 13 h 67"/>
                  <a:gd name="T8" fmla="*/ 2 w 34"/>
                  <a:gd name="T9" fmla="*/ 6 h 67"/>
                  <a:gd name="T10" fmla="*/ 6 w 34"/>
                  <a:gd name="T11" fmla="*/ 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7">
                    <a:moveTo>
                      <a:pt x="34" y="1"/>
                    </a:moveTo>
                    <a:cubicBezTo>
                      <a:pt x="21" y="0"/>
                      <a:pt x="0" y="11"/>
                      <a:pt x="2" y="25"/>
                    </a:cubicBezTo>
                    <a:cubicBezTo>
                      <a:pt x="3" y="33"/>
                      <a:pt x="9" y="45"/>
                      <a:pt x="14" y="51"/>
                    </a:cubicBezTo>
                    <a:cubicBezTo>
                      <a:pt x="19" y="57"/>
                      <a:pt x="25" y="59"/>
                      <a:pt x="26" y="67"/>
                    </a:cubicBezTo>
                    <a:cubicBezTo>
                      <a:pt x="24" y="53"/>
                      <a:pt x="12" y="43"/>
                      <a:pt x="11" y="29"/>
                    </a:cubicBezTo>
                    <a:cubicBezTo>
                      <a:pt x="9" y="16"/>
                      <a:pt x="20" y="9"/>
                      <a:pt x="3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8" name="Freeform 1966">
                <a:extLst>
                  <a:ext uri="{FF2B5EF4-FFF2-40B4-BE49-F238E27FC236}">
                    <a16:creationId xmlns:a16="http://schemas.microsoft.com/office/drawing/2014/main" id="{54270C1B-E915-430B-9F3D-90C1DA9DF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206"/>
                <a:ext cx="39" cy="18"/>
              </a:xfrm>
              <a:custGeom>
                <a:avLst/>
                <a:gdLst>
                  <a:gd name="T0" fmla="*/ 0 w 71"/>
                  <a:gd name="T1" fmla="*/ 6 h 32"/>
                  <a:gd name="T2" fmla="*/ 5 w 71"/>
                  <a:gd name="T3" fmla="*/ 1 h 32"/>
                  <a:gd name="T4" fmla="*/ 12 w 71"/>
                  <a:gd name="T5" fmla="*/ 5 h 32"/>
                  <a:gd name="T6" fmla="*/ 7 w 71"/>
                  <a:gd name="T7" fmla="*/ 2 h 32"/>
                  <a:gd name="T8" fmla="*/ 3 w 71"/>
                  <a:gd name="T9" fmla="*/ 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2">
                    <a:moveTo>
                      <a:pt x="0" y="32"/>
                    </a:moveTo>
                    <a:cubicBezTo>
                      <a:pt x="3" y="19"/>
                      <a:pt x="18" y="3"/>
                      <a:pt x="31" y="1"/>
                    </a:cubicBezTo>
                    <a:cubicBezTo>
                      <a:pt x="44" y="0"/>
                      <a:pt x="68" y="17"/>
                      <a:pt x="71" y="29"/>
                    </a:cubicBezTo>
                    <a:cubicBezTo>
                      <a:pt x="64" y="21"/>
                      <a:pt x="51" y="13"/>
                      <a:pt x="40" y="9"/>
                    </a:cubicBezTo>
                    <a:cubicBezTo>
                      <a:pt x="30" y="4"/>
                      <a:pt x="27" y="11"/>
                      <a:pt x="18" y="1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9" name="Freeform 1967">
                <a:extLst>
                  <a:ext uri="{FF2B5EF4-FFF2-40B4-BE49-F238E27FC236}">
                    <a16:creationId xmlns:a16="http://schemas.microsoft.com/office/drawing/2014/main" id="{5A001946-12CC-4B7A-8866-73BABB853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3064"/>
                <a:ext cx="14" cy="17"/>
              </a:xfrm>
              <a:custGeom>
                <a:avLst/>
                <a:gdLst>
                  <a:gd name="T0" fmla="*/ 4 w 25"/>
                  <a:gd name="T1" fmla="*/ 1 h 30"/>
                  <a:gd name="T2" fmla="*/ 1 w 25"/>
                  <a:gd name="T3" fmla="*/ 1 h 30"/>
                  <a:gd name="T4" fmla="*/ 1 w 25"/>
                  <a:gd name="T5" fmla="*/ 6 h 30"/>
                  <a:gd name="T6" fmla="*/ 2 w 25"/>
                  <a:gd name="T7" fmla="*/ 2 h 30"/>
                  <a:gd name="T8" fmla="*/ 4 w 25"/>
                  <a:gd name="T9" fmla="*/ 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25" y="2"/>
                    </a:moveTo>
                    <a:cubicBezTo>
                      <a:pt x="18" y="1"/>
                      <a:pt x="10" y="0"/>
                      <a:pt x="5" y="7"/>
                    </a:cubicBezTo>
                    <a:cubicBezTo>
                      <a:pt x="0" y="13"/>
                      <a:pt x="2" y="23"/>
                      <a:pt x="7" y="30"/>
                    </a:cubicBezTo>
                    <a:cubicBezTo>
                      <a:pt x="4" y="18"/>
                      <a:pt x="7" y="18"/>
                      <a:pt x="13" y="10"/>
                    </a:cubicBezTo>
                    <a:cubicBezTo>
                      <a:pt x="18" y="3"/>
                      <a:pt x="16" y="3"/>
                      <a:pt x="25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0" name="Freeform 1968">
                <a:extLst>
                  <a:ext uri="{FF2B5EF4-FFF2-40B4-BE49-F238E27FC236}">
                    <a16:creationId xmlns:a16="http://schemas.microsoft.com/office/drawing/2014/main" id="{FFE5E867-65C6-42F5-BA67-7C59816FB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040"/>
                <a:ext cx="15" cy="14"/>
              </a:xfrm>
              <a:custGeom>
                <a:avLst/>
                <a:gdLst>
                  <a:gd name="T0" fmla="*/ 4 w 27"/>
                  <a:gd name="T1" fmla="*/ 1 h 25"/>
                  <a:gd name="T2" fmla="*/ 1 w 27"/>
                  <a:gd name="T3" fmla="*/ 1 h 25"/>
                  <a:gd name="T4" fmla="*/ 1 w 27"/>
                  <a:gd name="T5" fmla="*/ 4 h 25"/>
                  <a:gd name="T6" fmla="*/ 4 w 27"/>
                  <a:gd name="T7" fmla="*/ 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5">
                    <a:moveTo>
                      <a:pt x="27" y="3"/>
                    </a:moveTo>
                    <a:cubicBezTo>
                      <a:pt x="20" y="4"/>
                      <a:pt x="14" y="0"/>
                      <a:pt x="8" y="3"/>
                    </a:cubicBezTo>
                    <a:cubicBezTo>
                      <a:pt x="0" y="7"/>
                      <a:pt x="1" y="19"/>
                      <a:pt x="4" y="25"/>
                    </a:cubicBezTo>
                    <a:cubicBezTo>
                      <a:pt x="7" y="13"/>
                      <a:pt x="10" y="9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1" name="Freeform 1969">
                <a:extLst>
                  <a:ext uri="{FF2B5EF4-FFF2-40B4-BE49-F238E27FC236}">
                    <a16:creationId xmlns:a16="http://schemas.microsoft.com/office/drawing/2014/main" id="{CA4AC7C2-B83A-4023-B62E-99AB8A008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028"/>
                <a:ext cx="11" cy="26"/>
              </a:xfrm>
              <a:custGeom>
                <a:avLst/>
                <a:gdLst>
                  <a:gd name="T0" fmla="*/ 3 w 20"/>
                  <a:gd name="T1" fmla="*/ 0 h 43"/>
                  <a:gd name="T2" fmla="*/ 1 w 20"/>
                  <a:gd name="T3" fmla="*/ 2 h 43"/>
                  <a:gd name="T4" fmla="*/ 1 w 20"/>
                  <a:gd name="T5" fmla="*/ 10 h 43"/>
                  <a:gd name="T6" fmla="*/ 1 w 20"/>
                  <a:gd name="T7" fmla="*/ 4 h 43"/>
                  <a:gd name="T8" fmla="*/ 3 w 20"/>
                  <a:gd name="T9" fmla="*/ 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3">
                    <a:moveTo>
                      <a:pt x="20" y="0"/>
                    </a:moveTo>
                    <a:cubicBezTo>
                      <a:pt x="13" y="4"/>
                      <a:pt x="6" y="3"/>
                      <a:pt x="3" y="12"/>
                    </a:cubicBezTo>
                    <a:cubicBezTo>
                      <a:pt x="0" y="22"/>
                      <a:pt x="2" y="34"/>
                      <a:pt x="6" y="43"/>
                    </a:cubicBezTo>
                    <a:cubicBezTo>
                      <a:pt x="9" y="36"/>
                      <a:pt x="5" y="25"/>
                      <a:pt x="7" y="17"/>
                    </a:cubicBezTo>
                    <a:cubicBezTo>
                      <a:pt x="10" y="9"/>
                      <a:pt x="13" y="6"/>
                      <a:pt x="20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2" name="Freeform 1970">
                <a:extLst>
                  <a:ext uri="{FF2B5EF4-FFF2-40B4-BE49-F238E27FC236}">
                    <a16:creationId xmlns:a16="http://schemas.microsoft.com/office/drawing/2014/main" id="{F6EE9CD1-D110-4CC2-8C80-EB4D09F53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3058"/>
                <a:ext cx="16" cy="29"/>
              </a:xfrm>
              <a:custGeom>
                <a:avLst/>
                <a:gdLst>
                  <a:gd name="T0" fmla="*/ 5 w 30"/>
                  <a:gd name="T1" fmla="*/ 0 h 49"/>
                  <a:gd name="T2" fmla="*/ 2 w 30"/>
                  <a:gd name="T3" fmla="*/ 3 h 49"/>
                  <a:gd name="T4" fmla="*/ 1 w 30"/>
                  <a:gd name="T5" fmla="*/ 10 h 49"/>
                  <a:gd name="T6" fmla="*/ 4 w 30"/>
                  <a:gd name="T7" fmla="*/ 1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9">
                    <a:moveTo>
                      <a:pt x="30" y="0"/>
                    </a:moveTo>
                    <a:cubicBezTo>
                      <a:pt x="21" y="4"/>
                      <a:pt x="14" y="5"/>
                      <a:pt x="9" y="14"/>
                    </a:cubicBezTo>
                    <a:cubicBezTo>
                      <a:pt x="6" y="21"/>
                      <a:pt x="0" y="44"/>
                      <a:pt x="6" y="49"/>
                    </a:cubicBezTo>
                    <a:cubicBezTo>
                      <a:pt x="7" y="34"/>
                      <a:pt x="12" y="6"/>
                      <a:pt x="2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3" name="Freeform 1971">
                <a:extLst>
                  <a:ext uri="{FF2B5EF4-FFF2-40B4-BE49-F238E27FC236}">
                    <a16:creationId xmlns:a16="http://schemas.microsoft.com/office/drawing/2014/main" id="{FE8859EF-AFBF-453D-BC9D-F265CCBD3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3097"/>
                <a:ext cx="18" cy="24"/>
              </a:xfrm>
              <a:custGeom>
                <a:avLst/>
                <a:gdLst>
                  <a:gd name="T0" fmla="*/ 6 w 32"/>
                  <a:gd name="T1" fmla="*/ 1 h 41"/>
                  <a:gd name="T2" fmla="*/ 1 w 32"/>
                  <a:gd name="T3" fmla="*/ 1 h 41"/>
                  <a:gd name="T4" fmla="*/ 1 w 32"/>
                  <a:gd name="T5" fmla="*/ 8 h 41"/>
                  <a:gd name="T6" fmla="*/ 2 w 32"/>
                  <a:gd name="T7" fmla="*/ 2 h 41"/>
                  <a:gd name="T8" fmla="*/ 5 w 32"/>
                  <a:gd name="T9" fmla="*/ 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1">
                    <a:moveTo>
                      <a:pt x="32" y="2"/>
                    </a:moveTo>
                    <a:cubicBezTo>
                      <a:pt x="26" y="0"/>
                      <a:pt x="12" y="0"/>
                      <a:pt x="6" y="6"/>
                    </a:cubicBezTo>
                    <a:cubicBezTo>
                      <a:pt x="0" y="12"/>
                      <a:pt x="0" y="34"/>
                      <a:pt x="5" y="41"/>
                    </a:cubicBezTo>
                    <a:cubicBezTo>
                      <a:pt x="6" y="30"/>
                      <a:pt x="3" y="21"/>
                      <a:pt x="10" y="12"/>
                    </a:cubicBezTo>
                    <a:cubicBezTo>
                      <a:pt x="13" y="7"/>
                      <a:pt x="20" y="2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4" name="Freeform 1972">
                <a:extLst>
                  <a:ext uri="{FF2B5EF4-FFF2-40B4-BE49-F238E27FC236}">
                    <a16:creationId xmlns:a16="http://schemas.microsoft.com/office/drawing/2014/main" id="{1CB57B8D-8F4A-47EC-A2F6-1866D4A5D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3129"/>
                <a:ext cx="14" cy="21"/>
              </a:xfrm>
              <a:custGeom>
                <a:avLst/>
                <a:gdLst>
                  <a:gd name="T0" fmla="*/ 4 w 26"/>
                  <a:gd name="T1" fmla="*/ 1 h 35"/>
                  <a:gd name="T2" fmla="*/ 1 w 26"/>
                  <a:gd name="T3" fmla="*/ 1 h 35"/>
                  <a:gd name="T4" fmla="*/ 1 w 26"/>
                  <a:gd name="T5" fmla="*/ 8 h 35"/>
                  <a:gd name="T6" fmla="*/ 3 w 26"/>
                  <a:gd name="T7" fmla="*/ 1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5">
                    <a:moveTo>
                      <a:pt x="26" y="2"/>
                    </a:moveTo>
                    <a:cubicBezTo>
                      <a:pt x="18" y="0"/>
                      <a:pt x="12" y="0"/>
                      <a:pt x="6" y="7"/>
                    </a:cubicBezTo>
                    <a:cubicBezTo>
                      <a:pt x="0" y="14"/>
                      <a:pt x="0" y="27"/>
                      <a:pt x="5" y="35"/>
                    </a:cubicBezTo>
                    <a:cubicBezTo>
                      <a:pt x="3" y="22"/>
                      <a:pt x="8" y="4"/>
                      <a:pt x="22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5" name="Freeform 1973">
                <a:extLst>
                  <a:ext uri="{FF2B5EF4-FFF2-40B4-BE49-F238E27FC236}">
                    <a16:creationId xmlns:a16="http://schemas.microsoft.com/office/drawing/2014/main" id="{D7AE8B4E-4319-455A-A739-EAA3E19AD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3160"/>
                <a:ext cx="13" cy="24"/>
              </a:xfrm>
              <a:custGeom>
                <a:avLst/>
                <a:gdLst>
                  <a:gd name="T0" fmla="*/ 4 w 23"/>
                  <a:gd name="T1" fmla="*/ 0 h 41"/>
                  <a:gd name="T2" fmla="*/ 1 w 23"/>
                  <a:gd name="T3" fmla="*/ 2 h 41"/>
                  <a:gd name="T4" fmla="*/ 1 w 23"/>
                  <a:gd name="T5" fmla="*/ 8 h 41"/>
                  <a:gd name="T6" fmla="*/ 1 w 23"/>
                  <a:gd name="T7" fmla="*/ 4 h 41"/>
                  <a:gd name="T8" fmla="*/ 4 w 23"/>
                  <a:gd name="T9" fmla="*/ 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23" y="0"/>
                    </a:moveTo>
                    <a:cubicBezTo>
                      <a:pt x="15" y="1"/>
                      <a:pt x="10" y="0"/>
                      <a:pt x="6" y="8"/>
                    </a:cubicBezTo>
                    <a:cubicBezTo>
                      <a:pt x="1" y="18"/>
                      <a:pt x="0" y="31"/>
                      <a:pt x="5" y="41"/>
                    </a:cubicBezTo>
                    <a:cubicBezTo>
                      <a:pt x="7" y="35"/>
                      <a:pt x="5" y="27"/>
                      <a:pt x="7" y="20"/>
                    </a:cubicBezTo>
                    <a:cubicBezTo>
                      <a:pt x="10" y="10"/>
                      <a:pt x="13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6" name="Freeform 1974">
                <a:extLst>
                  <a:ext uri="{FF2B5EF4-FFF2-40B4-BE49-F238E27FC236}">
                    <a16:creationId xmlns:a16="http://schemas.microsoft.com/office/drawing/2014/main" id="{02CC4338-37DF-4309-9FA2-D08203E9E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3193"/>
                <a:ext cx="14" cy="31"/>
              </a:xfrm>
              <a:custGeom>
                <a:avLst/>
                <a:gdLst>
                  <a:gd name="T0" fmla="*/ 4 w 26"/>
                  <a:gd name="T1" fmla="*/ 0 h 54"/>
                  <a:gd name="T2" fmla="*/ 4 w 26"/>
                  <a:gd name="T3" fmla="*/ 10 h 54"/>
                  <a:gd name="T4" fmla="*/ 4 w 26"/>
                  <a:gd name="T5" fmla="*/ 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4">
                    <a:moveTo>
                      <a:pt x="24" y="0"/>
                    </a:moveTo>
                    <a:cubicBezTo>
                      <a:pt x="0" y="10"/>
                      <a:pt x="14" y="40"/>
                      <a:pt x="26" y="54"/>
                    </a:cubicBezTo>
                    <a:cubicBezTo>
                      <a:pt x="21" y="44"/>
                      <a:pt x="8" y="8"/>
                      <a:pt x="24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7" name="Freeform 1975">
                <a:extLst>
                  <a:ext uri="{FF2B5EF4-FFF2-40B4-BE49-F238E27FC236}">
                    <a16:creationId xmlns:a16="http://schemas.microsoft.com/office/drawing/2014/main" id="{C8DD552E-AA87-4DCE-AED7-E742339F0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3228"/>
                <a:ext cx="8" cy="26"/>
              </a:xfrm>
              <a:custGeom>
                <a:avLst/>
                <a:gdLst>
                  <a:gd name="T0" fmla="*/ 2 w 15"/>
                  <a:gd name="T1" fmla="*/ 0 h 45"/>
                  <a:gd name="T2" fmla="*/ 2 w 15"/>
                  <a:gd name="T3" fmla="*/ 9 h 45"/>
                  <a:gd name="T4" fmla="*/ 2 w 15"/>
                  <a:gd name="T5" fmla="*/ 1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5">
                    <a:moveTo>
                      <a:pt x="12" y="0"/>
                    </a:moveTo>
                    <a:cubicBezTo>
                      <a:pt x="0" y="12"/>
                      <a:pt x="0" y="35"/>
                      <a:pt x="15" y="45"/>
                    </a:cubicBezTo>
                    <a:cubicBezTo>
                      <a:pt x="7" y="37"/>
                      <a:pt x="6" y="17"/>
                      <a:pt x="11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8" name="Freeform 1976">
                <a:extLst>
                  <a:ext uri="{FF2B5EF4-FFF2-40B4-BE49-F238E27FC236}">
                    <a16:creationId xmlns:a16="http://schemas.microsoft.com/office/drawing/2014/main" id="{F416EB70-7BEA-45D4-9AED-E7B7E3BF6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952"/>
                <a:ext cx="12" cy="3"/>
              </a:xfrm>
              <a:custGeom>
                <a:avLst/>
                <a:gdLst>
                  <a:gd name="T0" fmla="*/ 0 w 22"/>
                  <a:gd name="T1" fmla="*/ 1 h 6"/>
                  <a:gd name="T2" fmla="*/ 4 w 22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">
                    <a:moveTo>
                      <a:pt x="0" y="3"/>
                    </a:moveTo>
                    <a:cubicBezTo>
                      <a:pt x="6" y="1"/>
                      <a:pt x="17" y="0"/>
                      <a:pt x="22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9" name="Freeform 1977">
                <a:extLst>
                  <a:ext uri="{FF2B5EF4-FFF2-40B4-BE49-F238E27FC236}">
                    <a16:creationId xmlns:a16="http://schemas.microsoft.com/office/drawing/2014/main" id="{86B5A629-0989-4F2E-A2D0-8B68E17EF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924"/>
                <a:ext cx="16" cy="14"/>
              </a:xfrm>
              <a:custGeom>
                <a:avLst/>
                <a:gdLst>
                  <a:gd name="T0" fmla="*/ 5 w 28"/>
                  <a:gd name="T1" fmla="*/ 1 h 24"/>
                  <a:gd name="T2" fmla="*/ 2 w 28"/>
                  <a:gd name="T3" fmla="*/ 1 h 24"/>
                  <a:gd name="T4" fmla="*/ 1 w 28"/>
                  <a:gd name="T5" fmla="*/ 2 h 24"/>
                  <a:gd name="T6" fmla="*/ 1 w 28"/>
                  <a:gd name="T7" fmla="*/ 5 h 24"/>
                  <a:gd name="T8" fmla="*/ 1 w 28"/>
                  <a:gd name="T9" fmla="*/ 2 h 24"/>
                  <a:gd name="T10" fmla="*/ 4 w 28"/>
                  <a:gd name="T11" fmla="*/ 1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4">
                    <a:moveTo>
                      <a:pt x="28" y="4"/>
                    </a:moveTo>
                    <a:cubicBezTo>
                      <a:pt x="23" y="1"/>
                      <a:pt x="13" y="0"/>
                      <a:pt x="8" y="2"/>
                    </a:cubicBezTo>
                    <a:cubicBezTo>
                      <a:pt x="5" y="4"/>
                      <a:pt x="2" y="7"/>
                      <a:pt x="1" y="10"/>
                    </a:cubicBezTo>
                    <a:cubicBezTo>
                      <a:pt x="0" y="13"/>
                      <a:pt x="0" y="21"/>
                      <a:pt x="1" y="24"/>
                    </a:cubicBezTo>
                    <a:cubicBezTo>
                      <a:pt x="4" y="20"/>
                      <a:pt x="4" y="14"/>
                      <a:pt x="6" y="11"/>
                    </a:cubicBezTo>
                    <a:cubicBezTo>
                      <a:pt x="10" y="6"/>
                      <a:pt x="16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0" name="Freeform 1978">
                <a:extLst>
                  <a:ext uri="{FF2B5EF4-FFF2-40B4-BE49-F238E27FC236}">
                    <a16:creationId xmlns:a16="http://schemas.microsoft.com/office/drawing/2014/main" id="{EE7AC744-E63A-40A2-8CEF-637AA205A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904"/>
                <a:ext cx="12" cy="13"/>
              </a:xfrm>
              <a:custGeom>
                <a:avLst/>
                <a:gdLst>
                  <a:gd name="T0" fmla="*/ 3 w 23"/>
                  <a:gd name="T1" fmla="*/ 1 h 23"/>
                  <a:gd name="T2" fmla="*/ 1 w 23"/>
                  <a:gd name="T3" fmla="*/ 1 h 23"/>
                  <a:gd name="T4" fmla="*/ 0 w 23"/>
                  <a:gd name="T5" fmla="*/ 4 h 23"/>
                  <a:gd name="T6" fmla="*/ 3 w 23"/>
                  <a:gd name="T7" fmla="*/ 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23" y="4"/>
                    </a:moveTo>
                    <a:cubicBezTo>
                      <a:pt x="18" y="0"/>
                      <a:pt x="10" y="1"/>
                      <a:pt x="6" y="4"/>
                    </a:cubicBezTo>
                    <a:cubicBezTo>
                      <a:pt x="0" y="9"/>
                      <a:pt x="2" y="17"/>
                      <a:pt x="0" y="23"/>
                    </a:cubicBezTo>
                    <a:cubicBezTo>
                      <a:pt x="4" y="14"/>
                      <a:pt x="12" y="2"/>
                      <a:pt x="23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1" name="Freeform 1979">
                <a:extLst>
                  <a:ext uri="{FF2B5EF4-FFF2-40B4-BE49-F238E27FC236}">
                    <a16:creationId xmlns:a16="http://schemas.microsoft.com/office/drawing/2014/main" id="{95CADEC0-5BEA-4F54-951C-A9914085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945"/>
                <a:ext cx="14" cy="17"/>
              </a:xfrm>
              <a:custGeom>
                <a:avLst/>
                <a:gdLst>
                  <a:gd name="T0" fmla="*/ 5 w 24"/>
                  <a:gd name="T1" fmla="*/ 1 h 29"/>
                  <a:gd name="T2" fmla="*/ 2 w 24"/>
                  <a:gd name="T3" fmla="*/ 1 h 29"/>
                  <a:gd name="T4" fmla="*/ 1 w 24"/>
                  <a:gd name="T5" fmla="*/ 4 h 29"/>
                  <a:gd name="T6" fmla="*/ 0 w 24"/>
                  <a:gd name="T7" fmla="*/ 5 h 29"/>
                  <a:gd name="T8" fmla="*/ 2 w 24"/>
                  <a:gd name="T9" fmla="*/ 6 h 29"/>
                  <a:gd name="T10" fmla="*/ 4 w 24"/>
                  <a:gd name="T11" fmla="*/ 1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9">
                    <a:moveTo>
                      <a:pt x="24" y="6"/>
                    </a:moveTo>
                    <a:cubicBezTo>
                      <a:pt x="19" y="0"/>
                      <a:pt x="12" y="0"/>
                      <a:pt x="9" y="7"/>
                    </a:cubicBezTo>
                    <a:cubicBezTo>
                      <a:pt x="7" y="10"/>
                      <a:pt x="7" y="14"/>
                      <a:pt x="6" y="17"/>
                    </a:cubicBezTo>
                    <a:cubicBezTo>
                      <a:pt x="4" y="20"/>
                      <a:pt x="2" y="22"/>
                      <a:pt x="0" y="25"/>
                    </a:cubicBezTo>
                    <a:cubicBezTo>
                      <a:pt x="3" y="25"/>
                      <a:pt x="6" y="27"/>
                      <a:pt x="8" y="29"/>
                    </a:cubicBezTo>
                    <a:cubicBezTo>
                      <a:pt x="4" y="21"/>
                      <a:pt x="12" y="7"/>
                      <a:pt x="18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2" name="Freeform 1980">
                <a:extLst>
                  <a:ext uri="{FF2B5EF4-FFF2-40B4-BE49-F238E27FC236}">
                    <a16:creationId xmlns:a16="http://schemas.microsoft.com/office/drawing/2014/main" id="{5CCEA5FB-36A8-45A4-8BCB-3F14755EE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965"/>
                <a:ext cx="17" cy="27"/>
              </a:xfrm>
              <a:custGeom>
                <a:avLst/>
                <a:gdLst>
                  <a:gd name="T0" fmla="*/ 5 w 32"/>
                  <a:gd name="T1" fmla="*/ 1 h 46"/>
                  <a:gd name="T2" fmla="*/ 3 w 32"/>
                  <a:gd name="T3" fmla="*/ 2 h 46"/>
                  <a:gd name="T4" fmla="*/ 2 w 32"/>
                  <a:gd name="T5" fmla="*/ 5 h 46"/>
                  <a:gd name="T6" fmla="*/ 1 w 32"/>
                  <a:gd name="T7" fmla="*/ 8 h 46"/>
                  <a:gd name="T8" fmla="*/ 0 w 32"/>
                  <a:gd name="T9" fmla="*/ 9 h 46"/>
                  <a:gd name="T10" fmla="*/ 2 w 32"/>
                  <a:gd name="T11" fmla="*/ 8 h 46"/>
                  <a:gd name="T12" fmla="*/ 3 w 32"/>
                  <a:gd name="T13" fmla="*/ 9 h 46"/>
                  <a:gd name="T14" fmla="*/ 4 w 32"/>
                  <a:gd name="T15" fmla="*/ 3 h 46"/>
                  <a:gd name="T16" fmla="*/ 5 w 32"/>
                  <a:gd name="T17" fmla="*/ 1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30" y="4"/>
                    </a:moveTo>
                    <a:cubicBezTo>
                      <a:pt x="26" y="0"/>
                      <a:pt x="21" y="6"/>
                      <a:pt x="19" y="8"/>
                    </a:cubicBezTo>
                    <a:cubicBezTo>
                      <a:pt x="14" y="13"/>
                      <a:pt x="14" y="19"/>
                      <a:pt x="13" y="25"/>
                    </a:cubicBezTo>
                    <a:cubicBezTo>
                      <a:pt x="12" y="30"/>
                      <a:pt x="11" y="34"/>
                      <a:pt x="8" y="38"/>
                    </a:cubicBezTo>
                    <a:cubicBezTo>
                      <a:pt x="6" y="41"/>
                      <a:pt x="1" y="43"/>
                      <a:pt x="0" y="46"/>
                    </a:cubicBezTo>
                    <a:cubicBezTo>
                      <a:pt x="4" y="45"/>
                      <a:pt x="7" y="41"/>
                      <a:pt x="12" y="40"/>
                    </a:cubicBezTo>
                    <a:cubicBezTo>
                      <a:pt x="16" y="39"/>
                      <a:pt x="16" y="42"/>
                      <a:pt x="20" y="43"/>
                    </a:cubicBezTo>
                    <a:cubicBezTo>
                      <a:pt x="12" y="34"/>
                      <a:pt x="14" y="12"/>
                      <a:pt x="29" y="15"/>
                    </a:cubicBezTo>
                    <a:cubicBezTo>
                      <a:pt x="27" y="12"/>
                      <a:pt x="29" y="6"/>
                      <a:pt x="32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3" name="Freeform 1981">
                <a:extLst>
                  <a:ext uri="{FF2B5EF4-FFF2-40B4-BE49-F238E27FC236}">
                    <a16:creationId xmlns:a16="http://schemas.microsoft.com/office/drawing/2014/main" id="{F45CD4CA-3711-4E60-95B2-5E71D1F32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998"/>
                <a:ext cx="20" cy="11"/>
              </a:xfrm>
              <a:custGeom>
                <a:avLst/>
                <a:gdLst>
                  <a:gd name="T0" fmla="*/ 0 w 36"/>
                  <a:gd name="T1" fmla="*/ 3 h 19"/>
                  <a:gd name="T2" fmla="*/ 1 w 36"/>
                  <a:gd name="T3" fmla="*/ 3 h 19"/>
                  <a:gd name="T4" fmla="*/ 2 w 36"/>
                  <a:gd name="T5" fmla="*/ 1 h 19"/>
                  <a:gd name="T6" fmla="*/ 6 w 36"/>
                  <a:gd name="T7" fmla="*/ 2 h 19"/>
                  <a:gd name="T8" fmla="*/ 2 w 36"/>
                  <a:gd name="T9" fmla="*/ 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9">
                    <a:moveTo>
                      <a:pt x="0" y="19"/>
                    </a:moveTo>
                    <a:cubicBezTo>
                      <a:pt x="2" y="18"/>
                      <a:pt x="2" y="16"/>
                      <a:pt x="3" y="14"/>
                    </a:cubicBezTo>
                    <a:cubicBezTo>
                      <a:pt x="6" y="10"/>
                      <a:pt x="11" y="8"/>
                      <a:pt x="15" y="7"/>
                    </a:cubicBezTo>
                    <a:cubicBezTo>
                      <a:pt x="20" y="5"/>
                      <a:pt x="34" y="0"/>
                      <a:pt x="36" y="8"/>
                    </a:cubicBezTo>
                    <a:cubicBezTo>
                      <a:pt x="27" y="5"/>
                      <a:pt x="16" y="9"/>
                      <a:pt x="10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4" name="Freeform 1982">
                <a:extLst>
                  <a:ext uri="{FF2B5EF4-FFF2-40B4-BE49-F238E27FC236}">
                    <a16:creationId xmlns:a16="http://schemas.microsoft.com/office/drawing/2014/main" id="{5118645F-5B1C-4976-BD9C-08BB49D98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3313"/>
                <a:ext cx="29" cy="121"/>
              </a:xfrm>
              <a:custGeom>
                <a:avLst/>
                <a:gdLst>
                  <a:gd name="T0" fmla="*/ 8 w 52"/>
                  <a:gd name="T1" fmla="*/ 1 h 207"/>
                  <a:gd name="T2" fmla="*/ 8 w 52"/>
                  <a:gd name="T3" fmla="*/ 6 h 207"/>
                  <a:gd name="T4" fmla="*/ 8 w 52"/>
                  <a:gd name="T5" fmla="*/ 12 h 207"/>
                  <a:gd name="T6" fmla="*/ 9 w 52"/>
                  <a:gd name="T7" fmla="*/ 16 h 207"/>
                  <a:gd name="T8" fmla="*/ 6 w 52"/>
                  <a:gd name="T9" fmla="*/ 29 h 207"/>
                  <a:gd name="T10" fmla="*/ 0 w 52"/>
                  <a:gd name="T11" fmla="*/ 42 h 207"/>
                  <a:gd name="T12" fmla="*/ 2 w 52"/>
                  <a:gd name="T13" fmla="*/ 31 h 207"/>
                  <a:gd name="T14" fmla="*/ 6 w 52"/>
                  <a:gd name="T15" fmla="*/ 15 h 207"/>
                  <a:gd name="T16" fmla="*/ 6 w 52"/>
                  <a:gd name="T17" fmla="*/ 4 h 207"/>
                  <a:gd name="T18" fmla="*/ 8 w 52"/>
                  <a:gd name="T19" fmla="*/ 1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07">
                    <a:moveTo>
                      <a:pt x="46" y="4"/>
                    </a:moveTo>
                    <a:cubicBezTo>
                      <a:pt x="52" y="14"/>
                      <a:pt x="49" y="21"/>
                      <a:pt x="46" y="33"/>
                    </a:cubicBezTo>
                    <a:cubicBezTo>
                      <a:pt x="43" y="46"/>
                      <a:pt x="41" y="48"/>
                      <a:pt x="45" y="58"/>
                    </a:cubicBezTo>
                    <a:cubicBezTo>
                      <a:pt x="46" y="62"/>
                      <a:pt x="50" y="69"/>
                      <a:pt x="50" y="81"/>
                    </a:cubicBezTo>
                    <a:cubicBezTo>
                      <a:pt x="51" y="98"/>
                      <a:pt x="46" y="124"/>
                      <a:pt x="35" y="144"/>
                    </a:cubicBezTo>
                    <a:cubicBezTo>
                      <a:pt x="15" y="179"/>
                      <a:pt x="3" y="186"/>
                      <a:pt x="0" y="207"/>
                    </a:cubicBezTo>
                    <a:cubicBezTo>
                      <a:pt x="3" y="186"/>
                      <a:pt x="3" y="174"/>
                      <a:pt x="12" y="156"/>
                    </a:cubicBezTo>
                    <a:cubicBezTo>
                      <a:pt x="21" y="139"/>
                      <a:pt x="44" y="108"/>
                      <a:pt x="36" y="72"/>
                    </a:cubicBezTo>
                    <a:cubicBezTo>
                      <a:pt x="27" y="32"/>
                      <a:pt x="37" y="25"/>
                      <a:pt x="33" y="18"/>
                    </a:cubicBezTo>
                    <a:cubicBezTo>
                      <a:pt x="30" y="12"/>
                      <a:pt x="45" y="0"/>
                      <a:pt x="46" y="4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5" name="Freeform 1983">
                <a:extLst>
                  <a:ext uri="{FF2B5EF4-FFF2-40B4-BE49-F238E27FC236}">
                    <a16:creationId xmlns:a16="http://schemas.microsoft.com/office/drawing/2014/main" id="{14D990F8-BA31-4D5A-92BF-A2913C2F9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3298"/>
                <a:ext cx="88" cy="31"/>
              </a:xfrm>
              <a:custGeom>
                <a:avLst/>
                <a:gdLst>
                  <a:gd name="T0" fmla="*/ 0 w 160"/>
                  <a:gd name="T1" fmla="*/ 4 h 54"/>
                  <a:gd name="T2" fmla="*/ 7 w 160"/>
                  <a:gd name="T3" fmla="*/ 4 h 54"/>
                  <a:gd name="T4" fmla="*/ 18 w 160"/>
                  <a:gd name="T5" fmla="*/ 10 h 54"/>
                  <a:gd name="T6" fmla="*/ 26 w 160"/>
                  <a:gd name="T7" fmla="*/ 8 h 54"/>
                  <a:gd name="T8" fmla="*/ 26 w 160"/>
                  <a:gd name="T9" fmla="*/ 5 h 54"/>
                  <a:gd name="T10" fmla="*/ 21 w 160"/>
                  <a:gd name="T11" fmla="*/ 8 h 54"/>
                  <a:gd name="T12" fmla="*/ 10 w 160"/>
                  <a:gd name="T13" fmla="*/ 5 h 54"/>
                  <a:gd name="T14" fmla="*/ 0 w 160"/>
                  <a:gd name="T15" fmla="*/ 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54">
                    <a:moveTo>
                      <a:pt x="0" y="22"/>
                    </a:moveTo>
                    <a:cubicBezTo>
                      <a:pt x="20" y="10"/>
                      <a:pt x="21" y="14"/>
                      <a:pt x="40" y="23"/>
                    </a:cubicBezTo>
                    <a:cubicBezTo>
                      <a:pt x="58" y="32"/>
                      <a:pt x="78" y="48"/>
                      <a:pt x="109" y="51"/>
                    </a:cubicBezTo>
                    <a:cubicBezTo>
                      <a:pt x="140" y="54"/>
                      <a:pt x="153" y="53"/>
                      <a:pt x="156" y="44"/>
                    </a:cubicBezTo>
                    <a:cubicBezTo>
                      <a:pt x="160" y="36"/>
                      <a:pt x="156" y="28"/>
                      <a:pt x="156" y="28"/>
                    </a:cubicBezTo>
                    <a:cubicBezTo>
                      <a:pt x="156" y="36"/>
                      <a:pt x="150" y="46"/>
                      <a:pt x="126" y="44"/>
                    </a:cubicBezTo>
                    <a:cubicBezTo>
                      <a:pt x="102" y="42"/>
                      <a:pt x="87" y="37"/>
                      <a:pt x="62" y="24"/>
                    </a:cubicBezTo>
                    <a:cubicBezTo>
                      <a:pt x="36" y="10"/>
                      <a:pt x="18" y="0"/>
                      <a:pt x="0" y="22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6" name="Freeform 1984">
                <a:extLst>
                  <a:ext uri="{FF2B5EF4-FFF2-40B4-BE49-F238E27FC236}">
                    <a16:creationId xmlns:a16="http://schemas.microsoft.com/office/drawing/2014/main" id="{33824776-063D-4368-8CDF-58DCDE790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3290"/>
                <a:ext cx="26" cy="33"/>
              </a:xfrm>
              <a:custGeom>
                <a:avLst/>
                <a:gdLst>
                  <a:gd name="T0" fmla="*/ 1 w 48"/>
                  <a:gd name="T1" fmla="*/ 8 h 56"/>
                  <a:gd name="T2" fmla="*/ 2 w 48"/>
                  <a:gd name="T3" fmla="*/ 11 h 56"/>
                  <a:gd name="T4" fmla="*/ 5 w 48"/>
                  <a:gd name="T5" fmla="*/ 8 h 56"/>
                  <a:gd name="T6" fmla="*/ 7 w 48"/>
                  <a:gd name="T7" fmla="*/ 0 h 56"/>
                  <a:gd name="T8" fmla="*/ 5 w 48"/>
                  <a:gd name="T9" fmla="*/ 5 h 56"/>
                  <a:gd name="T10" fmla="*/ 1 w 48"/>
                  <a:gd name="T11" fmla="*/ 7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6">
                    <a:moveTo>
                      <a:pt x="3" y="37"/>
                    </a:moveTo>
                    <a:cubicBezTo>
                      <a:pt x="4" y="44"/>
                      <a:pt x="0" y="56"/>
                      <a:pt x="10" y="51"/>
                    </a:cubicBezTo>
                    <a:cubicBezTo>
                      <a:pt x="16" y="49"/>
                      <a:pt x="24" y="42"/>
                      <a:pt x="29" y="37"/>
                    </a:cubicBezTo>
                    <a:cubicBezTo>
                      <a:pt x="40" y="26"/>
                      <a:pt x="48" y="16"/>
                      <a:pt x="41" y="0"/>
                    </a:cubicBezTo>
                    <a:cubicBezTo>
                      <a:pt x="40" y="10"/>
                      <a:pt x="39" y="17"/>
                      <a:pt x="31" y="24"/>
                    </a:cubicBezTo>
                    <a:cubicBezTo>
                      <a:pt x="23" y="32"/>
                      <a:pt x="15" y="31"/>
                      <a:pt x="5" y="3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7" name="Freeform 1985">
                <a:extLst>
                  <a:ext uri="{FF2B5EF4-FFF2-40B4-BE49-F238E27FC236}">
                    <a16:creationId xmlns:a16="http://schemas.microsoft.com/office/drawing/2014/main" id="{0AC1C5F6-C86E-43F8-A4EE-5453C0681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268"/>
                <a:ext cx="24" cy="25"/>
              </a:xfrm>
              <a:custGeom>
                <a:avLst/>
                <a:gdLst>
                  <a:gd name="T0" fmla="*/ 0 w 44"/>
                  <a:gd name="T1" fmla="*/ 7 h 42"/>
                  <a:gd name="T2" fmla="*/ 2 w 44"/>
                  <a:gd name="T3" fmla="*/ 8 h 42"/>
                  <a:gd name="T4" fmla="*/ 4 w 44"/>
                  <a:gd name="T5" fmla="*/ 7 h 42"/>
                  <a:gd name="T6" fmla="*/ 5 w 44"/>
                  <a:gd name="T7" fmla="*/ 0 h 42"/>
                  <a:gd name="T8" fmla="*/ 1 w 44"/>
                  <a:gd name="T9" fmla="*/ 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2">
                    <a:moveTo>
                      <a:pt x="0" y="31"/>
                    </a:moveTo>
                    <a:cubicBezTo>
                      <a:pt x="3" y="36"/>
                      <a:pt x="3" y="42"/>
                      <a:pt x="10" y="41"/>
                    </a:cubicBezTo>
                    <a:cubicBezTo>
                      <a:pt x="16" y="41"/>
                      <a:pt x="20" y="35"/>
                      <a:pt x="24" y="31"/>
                    </a:cubicBezTo>
                    <a:cubicBezTo>
                      <a:pt x="28" y="25"/>
                      <a:pt x="44" y="6"/>
                      <a:pt x="33" y="0"/>
                    </a:cubicBezTo>
                    <a:cubicBezTo>
                      <a:pt x="37" y="13"/>
                      <a:pt x="21" y="29"/>
                      <a:pt x="8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8" name="Freeform 1986">
                <a:extLst>
                  <a:ext uri="{FF2B5EF4-FFF2-40B4-BE49-F238E27FC236}">
                    <a16:creationId xmlns:a16="http://schemas.microsoft.com/office/drawing/2014/main" id="{0AB4E5BD-08AC-4C82-8E26-7D8B02A1E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235"/>
                <a:ext cx="20" cy="33"/>
              </a:xfrm>
              <a:custGeom>
                <a:avLst/>
                <a:gdLst>
                  <a:gd name="T0" fmla="*/ 1 w 37"/>
                  <a:gd name="T1" fmla="*/ 9 h 55"/>
                  <a:gd name="T2" fmla="*/ 4 w 37"/>
                  <a:gd name="T3" fmla="*/ 7 h 55"/>
                  <a:gd name="T4" fmla="*/ 6 w 37"/>
                  <a:gd name="T5" fmla="*/ 0 h 55"/>
                  <a:gd name="T6" fmla="*/ 0 w 37"/>
                  <a:gd name="T7" fmla="*/ 9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5">
                    <a:moveTo>
                      <a:pt x="2" y="41"/>
                    </a:moveTo>
                    <a:cubicBezTo>
                      <a:pt x="12" y="55"/>
                      <a:pt x="22" y="39"/>
                      <a:pt x="27" y="31"/>
                    </a:cubicBezTo>
                    <a:cubicBezTo>
                      <a:pt x="33" y="21"/>
                      <a:pt x="34" y="11"/>
                      <a:pt x="37" y="0"/>
                    </a:cubicBezTo>
                    <a:cubicBezTo>
                      <a:pt x="31" y="10"/>
                      <a:pt x="17" y="46"/>
                      <a:pt x="0" y="4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9" name="Freeform 1987">
                <a:extLst>
                  <a:ext uri="{FF2B5EF4-FFF2-40B4-BE49-F238E27FC236}">
                    <a16:creationId xmlns:a16="http://schemas.microsoft.com/office/drawing/2014/main" id="{EE8F5136-42D0-4C9B-B35D-1834AF140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211"/>
                <a:ext cx="11" cy="23"/>
              </a:xfrm>
              <a:custGeom>
                <a:avLst/>
                <a:gdLst>
                  <a:gd name="T0" fmla="*/ 3 w 20"/>
                  <a:gd name="T1" fmla="*/ 0 h 39"/>
                  <a:gd name="T2" fmla="*/ 0 w 20"/>
                  <a:gd name="T3" fmla="*/ 6 h 39"/>
                  <a:gd name="T4" fmla="*/ 2 w 20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9">
                    <a:moveTo>
                      <a:pt x="19" y="0"/>
                    </a:moveTo>
                    <a:cubicBezTo>
                      <a:pt x="20" y="8"/>
                      <a:pt x="15" y="39"/>
                      <a:pt x="0" y="28"/>
                    </a:cubicBezTo>
                    <a:cubicBezTo>
                      <a:pt x="9" y="26"/>
                      <a:pt x="11" y="21"/>
                      <a:pt x="15" y="1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0" name="Freeform 1988">
                <a:extLst>
                  <a:ext uri="{FF2B5EF4-FFF2-40B4-BE49-F238E27FC236}">
                    <a16:creationId xmlns:a16="http://schemas.microsoft.com/office/drawing/2014/main" id="{ED852C7F-DCF6-4400-9E42-AFA8DE74F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3156"/>
                <a:ext cx="8" cy="12"/>
              </a:xfrm>
              <a:custGeom>
                <a:avLst/>
                <a:gdLst>
                  <a:gd name="T0" fmla="*/ 2 w 15"/>
                  <a:gd name="T1" fmla="*/ 0 h 21"/>
                  <a:gd name="T2" fmla="*/ 2 w 15"/>
                  <a:gd name="T3" fmla="*/ 3 h 21"/>
                  <a:gd name="T4" fmla="*/ 0 w 15"/>
                  <a:gd name="T5" fmla="*/ 4 h 21"/>
                  <a:gd name="T6" fmla="*/ 2 w 15"/>
                  <a:gd name="T7" fmla="*/ 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1" y="0"/>
                    </a:moveTo>
                    <a:cubicBezTo>
                      <a:pt x="12" y="4"/>
                      <a:pt x="15" y="13"/>
                      <a:pt x="13" y="17"/>
                    </a:cubicBezTo>
                    <a:cubicBezTo>
                      <a:pt x="10" y="21"/>
                      <a:pt x="5" y="21"/>
                      <a:pt x="0" y="21"/>
                    </a:cubicBezTo>
                    <a:cubicBezTo>
                      <a:pt x="7" y="19"/>
                      <a:pt x="9" y="11"/>
                      <a:pt x="9" y="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1" name="Freeform 1989">
                <a:extLst>
                  <a:ext uri="{FF2B5EF4-FFF2-40B4-BE49-F238E27FC236}">
                    <a16:creationId xmlns:a16="http://schemas.microsoft.com/office/drawing/2014/main" id="{F5F909D6-4400-48B4-ACBC-1C82AE1EA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3102"/>
                <a:ext cx="6" cy="18"/>
              </a:xfrm>
              <a:custGeom>
                <a:avLst/>
                <a:gdLst>
                  <a:gd name="T0" fmla="*/ 1 w 10"/>
                  <a:gd name="T1" fmla="*/ 0 h 30"/>
                  <a:gd name="T2" fmla="*/ 2 w 10"/>
                  <a:gd name="T3" fmla="*/ 4 h 30"/>
                  <a:gd name="T4" fmla="*/ 0 w 10"/>
                  <a:gd name="T5" fmla="*/ 6 h 30"/>
                  <a:gd name="T6" fmla="*/ 2 w 10"/>
                  <a:gd name="T7" fmla="*/ 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7" y="0"/>
                    </a:moveTo>
                    <a:cubicBezTo>
                      <a:pt x="10" y="6"/>
                      <a:pt x="10" y="14"/>
                      <a:pt x="10" y="20"/>
                    </a:cubicBezTo>
                    <a:cubicBezTo>
                      <a:pt x="10" y="30"/>
                      <a:pt x="9" y="27"/>
                      <a:pt x="0" y="29"/>
                    </a:cubicBezTo>
                    <a:cubicBezTo>
                      <a:pt x="9" y="26"/>
                      <a:pt x="6" y="16"/>
                      <a:pt x="9" y="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2" name="Freeform 1990">
                <a:extLst>
                  <a:ext uri="{FF2B5EF4-FFF2-40B4-BE49-F238E27FC236}">
                    <a16:creationId xmlns:a16="http://schemas.microsoft.com/office/drawing/2014/main" id="{6CDE99FB-D537-4BCB-9303-DBBC799F1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129"/>
                <a:ext cx="8" cy="12"/>
              </a:xfrm>
              <a:custGeom>
                <a:avLst/>
                <a:gdLst>
                  <a:gd name="T0" fmla="*/ 2 w 13"/>
                  <a:gd name="T1" fmla="*/ 0 h 20"/>
                  <a:gd name="T2" fmla="*/ 2 w 13"/>
                  <a:gd name="T3" fmla="*/ 4 h 20"/>
                  <a:gd name="T4" fmla="*/ 0 w 13"/>
                  <a:gd name="T5" fmla="*/ 4 h 20"/>
                  <a:gd name="T6" fmla="*/ 2 w 13"/>
                  <a:gd name="T7" fmla="*/ 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9" y="0"/>
                    </a:moveTo>
                    <a:cubicBezTo>
                      <a:pt x="10" y="5"/>
                      <a:pt x="13" y="12"/>
                      <a:pt x="11" y="17"/>
                    </a:cubicBezTo>
                    <a:cubicBezTo>
                      <a:pt x="8" y="20"/>
                      <a:pt x="5" y="19"/>
                      <a:pt x="0" y="20"/>
                    </a:cubicBezTo>
                    <a:cubicBezTo>
                      <a:pt x="7" y="17"/>
                      <a:pt x="9" y="11"/>
                      <a:pt x="9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3" name="Freeform 1991">
                <a:extLst>
                  <a:ext uri="{FF2B5EF4-FFF2-40B4-BE49-F238E27FC236}">
                    <a16:creationId xmlns:a16="http://schemas.microsoft.com/office/drawing/2014/main" id="{13AA3BFB-E23A-4F99-BE73-87D81EABD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072"/>
                <a:ext cx="10" cy="22"/>
              </a:xfrm>
              <a:custGeom>
                <a:avLst/>
                <a:gdLst>
                  <a:gd name="T0" fmla="*/ 1 w 19"/>
                  <a:gd name="T1" fmla="*/ 0 h 39"/>
                  <a:gd name="T2" fmla="*/ 0 w 19"/>
                  <a:gd name="T3" fmla="*/ 6 h 39"/>
                  <a:gd name="T4" fmla="*/ 1 w 19"/>
                  <a:gd name="T5" fmla="*/ 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8" y="0"/>
                    </a:moveTo>
                    <a:cubicBezTo>
                      <a:pt x="9" y="8"/>
                      <a:pt x="19" y="39"/>
                      <a:pt x="0" y="34"/>
                    </a:cubicBezTo>
                    <a:cubicBezTo>
                      <a:pt x="8" y="29"/>
                      <a:pt x="5" y="18"/>
                      <a:pt x="7" y="1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4" name="Freeform 1992">
                <a:extLst>
                  <a:ext uri="{FF2B5EF4-FFF2-40B4-BE49-F238E27FC236}">
                    <a16:creationId xmlns:a16="http://schemas.microsoft.com/office/drawing/2014/main" id="{1554D270-B25B-4E61-914C-1217780C0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047"/>
                <a:ext cx="8" cy="16"/>
              </a:xfrm>
              <a:custGeom>
                <a:avLst/>
                <a:gdLst>
                  <a:gd name="T0" fmla="*/ 2 w 14"/>
                  <a:gd name="T1" fmla="*/ 0 h 28"/>
                  <a:gd name="T2" fmla="*/ 0 w 14"/>
                  <a:gd name="T3" fmla="*/ 5 h 28"/>
                  <a:gd name="T4" fmla="*/ 2 w 14"/>
                  <a:gd name="T5" fmla="*/ 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13" y="0"/>
                    </a:moveTo>
                    <a:cubicBezTo>
                      <a:pt x="14" y="8"/>
                      <a:pt x="13" y="28"/>
                      <a:pt x="0" y="27"/>
                    </a:cubicBezTo>
                    <a:cubicBezTo>
                      <a:pt x="9" y="23"/>
                      <a:pt x="11" y="11"/>
                      <a:pt x="12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5" name="Freeform 1993">
                <a:extLst>
                  <a:ext uri="{FF2B5EF4-FFF2-40B4-BE49-F238E27FC236}">
                    <a16:creationId xmlns:a16="http://schemas.microsoft.com/office/drawing/2014/main" id="{6F94EB3F-A7B4-4EB9-924F-70AC90052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026"/>
                <a:ext cx="5" cy="12"/>
              </a:xfrm>
              <a:custGeom>
                <a:avLst/>
                <a:gdLst>
                  <a:gd name="T0" fmla="*/ 1 w 8"/>
                  <a:gd name="T1" fmla="*/ 0 h 21"/>
                  <a:gd name="T2" fmla="*/ 0 w 8"/>
                  <a:gd name="T3" fmla="*/ 3 h 21"/>
                  <a:gd name="T4" fmla="*/ 1 w 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2" y="0"/>
                    </a:moveTo>
                    <a:cubicBezTo>
                      <a:pt x="3" y="4"/>
                      <a:pt x="8" y="21"/>
                      <a:pt x="0" y="20"/>
                    </a:cubicBezTo>
                    <a:cubicBezTo>
                      <a:pt x="3" y="14"/>
                      <a:pt x="2" y="6"/>
                      <a:pt x="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6" name="Freeform 1994">
                <a:extLst>
                  <a:ext uri="{FF2B5EF4-FFF2-40B4-BE49-F238E27FC236}">
                    <a16:creationId xmlns:a16="http://schemas.microsoft.com/office/drawing/2014/main" id="{CEE57CC9-6FF5-4079-9015-BC7F10B52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922"/>
                <a:ext cx="4" cy="17"/>
              </a:xfrm>
              <a:custGeom>
                <a:avLst/>
                <a:gdLst>
                  <a:gd name="T0" fmla="*/ 0 w 7"/>
                  <a:gd name="T1" fmla="*/ 0 h 29"/>
                  <a:gd name="T2" fmla="*/ 0 w 7"/>
                  <a:gd name="T3" fmla="*/ 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cubicBezTo>
                      <a:pt x="7" y="12"/>
                      <a:pt x="3" y="23"/>
                      <a:pt x="0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7" name="Freeform 1995">
                <a:extLst>
                  <a:ext uri="{FF2B5EF4-FFF2-40B4-BE49-F238E27FC236}">
                    <a16:creationId xmlns:a16="http://schemas.microsoft.com/office/drawing/2014/main" id="{488831CB-8B3D-4D75-AE80-7710CBB41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001"/>
                <a:ext cx="4" cy="12"/>
              </a:xfrm>
              <a:custGeom>
                <a:avLst/>
                <a:gdLst>
                  <a:gd name="T0" fmla="*/ 1 w 7"/>
                  <a:gd name="T1" fmla="*/ 0 h 21"/>
                  <a:gd name="T2" fmla="*/ 0 w 7"/>
                  <a:gd name="T3" fmla="*/ 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7" y="14"/>
                      <a:pt x="5" y="20"/>
                      <a:pt x="0" y="2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8" name="Freeform 1996">
                <a:extLst>
                  <a:ext uri="{FF2B5EF4-FFF2-40B4-BE49-F238E27FC236}">
                    <a16:creationId xmlns:a16="http://schemas.microsoft.com/office/drawing/2014/main" id="{7B9BFEF3-9D96-4404-96D1-C4BDB6B9E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3013"/>
                <a:ext cx="16" cy="18"/>
              </a:xfrm>
              <a:custGeom>
                <a:avLst/>
                <a:gdLst>
                  <a:gd name="T0" fmla="*/ 0 w 30"/>
                  <a:gd name="T1" fmla="*/ 2 h 32"/>
                  <a:gd name="T2" fmla="*/ 1 w 30"/>
                  <a:gd name="T3" fmla="*/ 6 h 32"/>
                  <a:gd name="T4" fmla="*/ 4 w 30"/>
                  <a:gd name="T5" fmla="*/ 0 h 32"/>
                  <a:gd name="T6" fmla="*/ 2 w 30"/>
                  <a:gd name="T7" fmla="*/ 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0" y="8"/>
                    </a:moveTo>
                    <a:cubicBezTo>
                      <a:pt x="3" y="16"/>
                      <a:pt x="1" y="24"/>
                      <a:pt x="4" y="32"/>
                    </a:cubicBezTo>
                    <a:cubicBezTo>
                      <a:pt x="17" y="28"/>
                      <a:pt x="30" y="14"/>
                      <a:pt x="28" y="0"/>
                    </a:cubicBezTo>
                    <a:cubicBezTo>
                      <a:pt x="27" y="6"/>
                      <a:pt x="19" y="25"/>
                      <a:pt x="11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9" name="Freeform 1997">
                <a:extLst>
                  <a:ext uri="{FF2B5EF4-FFF2-40B4-BE49-F238E27FC236}">
                    <a16:creationId xmlns:a16="http://schemas.microsoft.com/office/drawing/2014/main" id="{EF5D02E6-4A04-4081-8CA9-59E017D3D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995"/>
                <a:ext cx="10" cy="17"/>
              </a:xfrm>
              <a:custGeom>
                <a:avLst/>
                <a:gdLst>
                  <a:gd name="T0" fmla="*/ 0 w 18"/>
                  <a:gd name="T1" fmla="*/ 3 h 29"/>
                  <a:gd name="T2" fmla="*/ 0 w 18"/>
                  <a:gd name="T3" fmla="*/ 6 h 29"/>
                  <a:gd name="T4" fmla="*/ 3 w 18"/>
                  <a:gd name="T5" fmla="*/ 0 h 29"/>
                  <a:gd name="T6" fmla="*/ 1 w 18"/>
                  <a:gd name="T7" fmla="*/ 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9">
                    <a:moveTo>
                      <a:pt x="0" y="14"/>
                    </a:moveTo>
                    <a:cubicBezTo>
                      <a:pt x="0" y="19"/>
                      <a:pt x="0" y="24"/>
                      <a:pt x="0" y="29"/>
                    </a:cubicBezTo>
                    <a:cubicBezTo>
                      <a:pt x="9" y="28"/>
                      <a:pt x="18" y="9"/>
                      <a:pt x="17" y="0"/>
                    </a:cubicBezTo>
                    <a:cubicBezTo>
                      <a:pt x="15" y="6"/>
                      <a:pt x="12" y="17"/>
                      <a:pt x="4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0" name="Freeform 1998">
                <a:extLst>
                  <a:ext uri="{FF2B5EF4-FFF2-40B4-BE49-F238E27FC236}">
                    <a16:creationId xmlns:a16="http://schemas.microsoft.com/office/drawing/2014/main" id="{48A14F1D-5F75-4149-9680-BFD2E1D2D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3021"/>
                <a:ext cx="21" cy="19"/>
              </a:xfrm>
              <a:custGeom>
                <a:avLst/>
                <a:gdLst>
                  <a:gd name="T0" fmla="*/ 1 w 38"/>
                  <a:gd name="T1" fmla="*/ 2 h 31"/>
                  <a:gd name="T2" fmla="*/ 0 w 38"/>
                  <a:gd name="T3" fmla="*/ 7 h 31"/>
                  <a:gd name="T4" fmla="*/ 4 w 38"/>
                  <a:gd name="T5" fmla="*/ 6 h 31"/>
                  <a:gd name="T6" fmla="*/ 6 w 38"/>
                  <a:gd name="T7" fmla="*/ 0 h 31"/>
                  <a:gd name="T8" fmla="*/ 3 w 38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1">
                    <a:moveTo>
                      <a:pt x="3" y="10"/>
                    </a:moveTo>
                    <a:cubicBezTo>
                      <a:pt x="4" y="17"/>
                      <a:pt x="4" y="23"/>
                      <a:pt x="0" y="29"/>
                    </a:cubicBezTo>
                    <a:cubicBezTo>
                      <a:pt x="6" y="31"/>
                      <a:pt x="22" y="26"/>
                      <a:pt x="28" y="23"/>
                    </a:cubicBezTo>
                    <a:cubicBezTo>
                      <a:pt x="38" y="17"/>
                      <a:pt x="35" y="11"/>
                      <a:pt x="34" y="0"/>
                    </a:cubicBezTo>
                    <a:cubicBezTo>
                      <a:pt x="35" y="9"/>
                      <a:pt x="29" y="21"/>
                      <a:pt x="19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1" name="Freeform 1999">
                <a:extLst>
                  <a:ext uri="{FF2B5EF4-FFF2-40B4-BE49-F238E27FC236}">
                    <a16:creationId xmlns:a16="http://schemas.microsoft.com/office/drawing/2014/main" id="{AF2C028F-DD64-48B2-BCB5-F8CCBF37B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3030"/>
                <a:ext cx="19" cy="17"/>
              </a:xfrm>
              <a:custGeom>
                <a:avLst/>
                <a:gdLst>
                  <a:gd name="T0" fmla="*/ 0 w 34"/>
                  <a:gd name="T1" fmla="*/ 3 h 29"/>
                  <a:gd name="T2" fmla="*/ 3 w 34"/>
                  <a:gd name="T3" fmla="*/ 5 h 29"/>
                  <a:gd name="T4" fmla="*/ 6 w 34"/>
                  <a:gd name="T5" fmla="*/ 0 h 29"/>
                  <a:gd name="T6" fmla="*/ 2 w 34"/>
                  <a:gd name="T7" fmla="*/ 4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9">
                    <a:moveTo>
                      <a:pt x="0" y="14"/>
                    </a:moveTo>
                    <a:cubicBezTo>
                      <a:pt x="0" y="28"/>
                      <a:pt x="5" y="29"/>
                      <a:pt x="18" y="24"/>
                    </a:cubicBezTo>
                    <a:cubicBezTo>
                      <a:pt x="28" y="20"/>
                      <a:pt x="34" y="11"/>
                      <a:pt x="32" y="0"/>
                    </a:cubicBezTo>
                    <a:cubicBezTo>
                      <a:pt x="34" y="12"/>
                      <a:pt x="25" y="18"/>
                      <a:pt x="14" y="1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2" name="Freeform 2000">
                <a:extLst>
                  <a:ext uri="{FF2B5EF4-FFF2-40B4-BE49-F238E27FC236}">
                    <a16:creationId xmlns:a16="http://schemas.microsoft.com/office/drawing/2014/main" id="{7DCE23AB-01EF-403F-B4B1-0C61750BE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035"/>
                <a:ext cx="18" cy="15"/>
              </a:xfrm>
              <a:custGeom>
                <a:avLst/>
                <a:gdLst>
                  <a:gd name="T0" fmla="*/ 1 w 32"/>
                  <a:gd name="T1" fmla="*/ 2 h 25"/>
                  <a:gd name="T2" fmla="*/ 3 w 32"/>
                  <a:gd name="T3" fmla="*/ 5 h 25"/>
                  <a:gd name="T4" fmla="*/ 6 w 32"/>
                  <a:gd name="T5" fmla="*/ 0 h 25"/>
                  <a:gd name="T6" fmla="*/ 2 w 32"/>
                  <a:gd name="T7" fmla="*/ 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1" y="11"/>
                    </a:moveTo>
                    <a:cubicBezTo>
                      <a:pt x="0" y="24"/>
                      <a:pt x="3" y="25"/>
                      <a:pt x="17" y="23"/>
                    </a:cubicBezTo>
                    <a:cubicBezTo>
                      <a:pt x="31" y="20"/>
                      <a:pt x="31" y="14"/>
                      <a:pt x="31" y="0"/>
                    </a:cubicBezTo>
                    <a:cubicBezTo>
                      <a:pt x="32" y="13"/>
                      <a:pt x="26" y="22"/>
                      <a:pt x="13" y="18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3" name="Freeform 2001">
                <a:extLst>
                  <a:ext uri="{FF2B5EF4-FFF2-40B4-BE49-F238E27FC236}">
                    <a16:creationId xmlns:a16="http://schemas.microsoft.com/office/drawing/2014/main" id="{628AFDEA-34D9-4A90-931C-0FCE82A16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034"/>
                <a:ext cx="21" cy="18"/>
              </a:xfrm>
              <a:custGeom>
                <a:avLst/>
                <a:gdLst>
                  <a:gd name="T0" fmla="*/ 0 w 38"/>
                  <a:gd name="T1" fmla="*/ 4 h 31"/>
                  <a:gd name="T2" fmla="*/ 4 w 38"/>
                  <a:gd name="T3" fmla="*/ 5 h 31"/>
                  <a:gd name="T4" fmla="*/ 6 w 38"/>
                  <a:gd name="T5" fmla="*/ 0 h 31"/>
                  <a:gd name="T6" fmla="*/ 3 w 38"/>
                  <a:gd name="T7" fmla="*/ 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1">
                    <a:moveTo>
                      <a:pt x="0" y="20"/>
                    </a:moveTo>
                    <a:cubicBezTo>
                      <a:pt x="1" y="30"/>
                      <a:pt x="20" y="31"/>
                      <a:pt x="27" y="28"/>
                    </a:cubicBezTo>
                    <a:cubicBezTo>
                      <a:pt x="38" y="23"/>
                      <a:pt x="37" y="12"/>
                      <a:pt x="36" y="0"/>
                    </a:cubicBezTo>
                    <a:cubicBezTo>
                      <a:pt x="34" y="12"/>
                      <a:pt x="30" y="22"/>
                      <a:pt x="16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4" name="Freeform 2002">
                <a:extLst>
                  <a:ext uri="{FF2B5EF4-FFF2-40B4-BE49-F238E27FC236}">
                    <a16:creationId xmlns:a16="http://schemas.microsoft.com/office/drawing/2014/main" id="{8A7450C4-3687-4C01-B6BD-77F865F26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3032"/>
                <a:ext cx="24" cy="18"/>
              </a:xfrm>
              <a:custGeom>
                <a:avLst/>
                <a:gdLst>
                  <a:gd name="T0" fmla="*/ 0 w 44"/>
                  <a:gd name="T1" fmla="*/ 4 h 31"/>
                  <a:gd name="T2" fmla="*/ 5 w 44"/>
                  <a:gd name="T3" fmla="*/ 0 h 31"/>
                  <a:gd name="T4" fmla="*/ 1 w 44"/>
                  <a:gd name="T5" fmla="*/ 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0" y="21"/>
                    </a:moveTo>
                    <a:cubicBezTo>
                      <a:pt x="20" y="25"/>
                      <a:pt x="44" y="31"/>
                      <a:pt x="35" y="0"/>
                    </a:cubicBezTo>
                    <a:cubicBezTo>
                      <a:pt x="37" y="19"/>
                      <a:pt x="20" y="15"/>
                      <a:pt x="8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5" name="Freeform 2003">
                <a:extLst>
                  <a:ext uri="{FF2B5EF4-FFF2-40B4-BE49-F238E27FC236}">
                    <a16:creationId xmlns:a16="http://schemas.microsoft.com/office/drawing/2014/main" id="{33660098-2493-4362-BA12-110269EB9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3028"/>
                <a:ext cx="17" cy="14"/>
              </a:xfrm>
              <a:custGeom>
                <a:avLst/>
                <a:gdLst>
                  <a:gd name="T0" fmla="*/ 0 w 33"/>
                  <a:gd name="T1" fmla="*/ 2 h 24"/>
                  <a:gd name="T2" fmla="*/ 3 w 33"/>
                  <a:gd name="T3" fmla="*/ 5 h 24"/>
                  <a:gd name="T4" fmla="*/ 5 w 33"/>
                  <a:gd name="T5" fmla="*/ 0 h 24"/>
                  <a:gd name="T6" fmla="*/ 1 w 33"/>
                  <a:gd name="T7" fmla="*/ 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4">
                    <a:moveTo>
                      <a:pt x="0" y="11"/>
                    </a:moveTo>
                    <a:cubicBezTo>
                      <a:pt x="8" y="15"/>
                      <a:pt x="13" y="24"/>
                      <a:pt x="23" y="23"/>
                    </a:cubicBezTo>
                    <a:cubicBezTo>
                      <a:pt x="33" y="22"/>
                      <a:pt x="33" y="10"/>
                      <a:pt x="33" y="0"/>
                    </a:cubicBezTo>
                    <a:cubicBezTo>
                      <a:pt x="27" y="19"/>
                      <a:pt x="21" y="17"/>
                      <a:pt x="7" y="1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6" name="Freeform 2004">
                <a:extLst>
                  <a:ext uri="{FF2B5EF4-FFF2-40B4-BE49-F238E27FC236}">
                    <a16:creationId xmlns:a16="http://schemas.microsoft.com/office/drawing/2014/main" id="{93496992-30A9-403C-9C9D-66D5F322B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3015"/>
                <a:ext cx="23" cy="16"/>
              </a:xfrm>
              <a:custGeom>
                <a:avLst/>
                <a:gdLst>
                  <a:gd name="T0" fmla="*/ 0 w 42"/>
                  <a:gd name="T1" fmla="*/ 1 h 27"/>
                  <a:gd name="T2" fmla="*/ 4 w 42"/>
                  <a:gd name="T3" fmla="*/ 5 h 27"/>
                  <a:gd name="T4" fmla="*/ 7 w 42"/>
                  <a:gd name="T5" fmla="*/ 0 h 27"/>
                  <a:gd name="T6" fmla="*/ 4 w 42"/>
                  <a:gd name="T7" fmla="*/ 2 h 27"/>
                  <a:gd name="T8" fmla="*/ 0 w 42"/>
                  <a:gd name="T9" fmla="*/ 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7">
                    <a:moveTo>
                      <a:pt x="0" y="1"/>
                    </a:moveTo>
                    <a:cubicBezTo>
                      <a:pt x="6" y="7"/>
                      <a:pt x="14" y="23"/>
                      <a:pt x="23" y="25"/>
                    </a:cubicBezTo>
                    <a:cubicBezTo>
                      <a:pt x="36" y="27"/>
                      <a:pt x="28" y="5"/>
                      <a:pt x="42" y="0"/>
                    </a:cubicBezTo>
                    <a:cubicBezTo>
                      <a:pt x="35" y="2"/>
                      <a:pt x="30" y="10"/>
                      <a:pt x="24" y="12"/>
                    </a:cubicBezTo>
                    <a:cubicBezTo>
                      <a:pt x="14" y="15"/>
                      <a:pt x="10" y="4"/>
                      <a:pt x="0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7" name="Freeform 2005">
                <a:extLst>
                  <a:ext uri="{FF2B5EF4-FFF2-40B4-BE49-F238E27FC236}">
                    <a16:creationId xmlns:a16="http://schemas.microsoft.com/office/drawing/2014/main" id="{2D15C3D9-5F56-4D18-B243-00FFD2E01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994"/>
                <a:ext cx="18" cy="19"/>
              </a:xfrm>
              <a:custGeom>
                <a:avLst/>
                <a:gdLst>
                  <a:gd name="T0" fmla="*/ 0 w 32"/>
                  <a:gd name="T1" fmla="*/ 2 h 33"/>
                  <a:gd name="T2" fmla="*/ 5 w 32"/>
                  <a:gd name="T3" fmla="*/ 5 h 33"/>
                  <a:gd name="T4" fmla="*/ 6 w 32"/>
                  <a:gd name="T5" fmla="*/ 0 h 33"/>
                  <a:gd name="T6" fmla="*/ 4 w 32"/>
                  <a:gd name="T7" fmla="*/ 3 h 33"/>
                  <a:gd name="T8" fmla="*/ 1 w 32"/>
                  <a:gd name="T9" fmla="*/ 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3">
                    <a:moveTo>
                      <a:pt x="0" y="11"/>
                    </a:moveTo>
                    <a:cubicBezTo>
                      <a:pt x="4" y="17"/>
                      <a:pt x="14" y="33"/>
                      <a:pt x="24" y="28"/>
                    </a:cubicBezTo>
                    <a:cubicBezTo>
                      <a:pt x="32" y="24"/>
                      <a:pt x="25" y="7"/>
                      <a:pt x="32" y="0"/>
                    </a:cubicBezTo>
                    <a:cubicBezTo>
                      <a:pt x="25" y="6"/>
                      <a:pt x="24" y="11"/>
                      <a:pt x="21" y="19"/>
                    </a:cubicBezTo>
                    <a:cubicBezTo>
                      <a:pt x="15" y="19"/>
                      <a:pt x="9" y="18"/>
                      <a:pt x="4" y="1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8" name="Freeform 2006">
                <a:extLst>
                  <a:ext uri="{FF2B5EF4-FFF2-40B4-BE49-F238E27FC236}">
                    <a16:creationId xmlns:a16="http://schemas.microsoft.com/office/drawing/2014/main" id="{D0962ED5-8CA2-4A22-8BC3-DFD91474A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980"/>
                <a:ext cx="13" cy="14"/>
              </a:xfrm>
              <a:custGeom>
                <a:avLst/>
                <a:gdLst>
                  <a:gd name="T0" fmla="*/ 0 w 23"/>
                  <a:gd name="T1" fmla="*/ 3 h 24"/>
                  <a:gd name="T2" fmla="*/ 3 w 23"/>
                  <a:gd name="T3" fmla="*/ 5 h 24"/>
                  <a:gd name="T4" fmla="*/ 4 w 23"/>
                  <a:gd name="T5" fmla="*/ 0 h 24"/>
                  <a:gd name="T6" fmla="*/ 1 w 23"/>
                  <a:gd name="T7" fmla="*/ 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0" y="14"/>
                    </a:moveTo>
                    <a:cubicBezTo>
                      <a:pt x="5" y="20"/>
                      <a:pt x="11" y="23"/>
                      <a:pt x="18" y="24"/>
                    </a:cubicBezTo>
                    <a:cubicBezTo>
                      <a:pt x="18" y="15"/>
                      <a:pt x="17" y="8"/>
                      <a:pt x="23" y="0"/>
                    </a:cubicBezTo>
                    <a:cubicBezTo>
                      <a:pt x="16" y="5"/>
                      <a:pt x="12" y="21"/>
                      <a:pt x="1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9" name="Freeform 2007">
                <a:extLst>
                  <a:ext uri="{FF2B5EF4-FFF2-40B4-BE49-F238E27FC236}">
                    <a16:creationId xmlns:a16="http://schemas.microsoft.com/office/drawing/2014/main" id="{25E15A29-3F04-4A58-9824-BB5802E92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999"/>
                <a:ext cx="30" cy="36"/>
              </a:xfrm>
              <a:custGeom>
                <a:avLst/>
                <a:gdLst>
                  <a:gd name="T0" fmla="*/ 1 w 56"/>
                  <a:gd name="T1" fmla="*/ 1 h 62"/>
                  <a:gd name="T2" fmla="*/ 3 w 56"/>
                  <a:gd name="T3" fmla="*/ 7 h 62"/>
                  <a:gd name="T4" fmla="*/ 5 w 56"/>
                  <a:gd name="T5" fmla="*/ 12 h 62"/>
                  <a:gd name="T6" fmla="*/ 9 w 56"/>
                  <a:gd name="T7" fmla="*/ 12 h 62"/>
                  <a:gd name="T8" fmla="*/ 8 w 56"/>
                  <a:gd name="T9" fmla="*/ 6 h 62"/>
                  <a:gd name="T10" fmla="*/ 2 w 56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62">
                    <a:moveTo>
                      <a:pt x="5" y="2"/>
                    </a:moveTo>
                    <a:cubicBezTo>
                      <a:pt x="8" y="14"/>
                      <a:pt x="11" y="25"/>
                      <a:pt x="20" y="34"/>
                    </a:cubicBezTo>
                    <a:cubicBezTo>
                      <a:pt x="25" y="40"/>
                      <a:pt x="42" y="53"/>
                      <a:pt x="31" y="61"/>
                    </a:cubicBezTo>
                    <a:cubicBezTo>
                      <a:pt x="38" y="57"/>
                      <a:pt x="47" y="60"/>
                      <a:pt x="55" y="62"/>
                    </a:cubicBezTo>
                    <a:cubicBezTo>
                      <a:pt x="56" y="53"/>
                      <a:pt x="51" y="41"/>
                      <a:pt x="51" y="32"/>
                    </a:cubicBezTo>
                    <a:cubicBezTo>
                      <a:pt x="35" y="41"/>
                      <a:pt x="0" y="16"/>
                      <a:pt x="9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0" name="Freeform 2008">
                <a:extLst>
                  <a:ext uri="{FF2B5EF4-FFF2-40B4-BE49-F238E27FC236}">
                    <a16:creationId xmlns:a16="http://schemas.microsoft.com/office/drawing/2014/main" id="{BC7FFB8E-B0D0-41AD-902E-ACDAE8A46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3043"/>
                <a:ext cx="15" cy="19"/>
              </a:xfrm>
              <a:custGeom>
                <a:avLst/>
                <a:gdLst>
                  <a:gd name="T0" fmla="*/ 3 w 28"/>
                  <a:gd name="T1" fmla="*/ 0 h 33"/>
                  <a:gd name="T2" fmla="*/ 4 w 28"/>
                  <a:gd name="T3" fmla="*/ 5 h 33"/>
                  <a:gd name="T4" fmla="*/ 0 w 28"/>
                  <a:gd name="T5" fmla="*/ 5 h 33"/>
                  <a:gd name="T6" fmla="*/ 3 w 28"/>
                  <a:gd name="T7" fmla="*/ 1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3">
                    <a:moveTo>
                      <a:pt x="23" y="0"/>
                    </a:moveTo>
                    <a:cubicBezTo>
                      <a:pt x="26" y="6"/>
                      <a:pt x="28" y="18"/>
                      <a:pt x="24" y="24"/>
                    </a:cubicBezTo>
                    <a:cubicBezTo>
                      <a:pt x="19" y="33"/>
                      <a:pt x="10" y="26"/>
                      <a:pt x="0" y="24"/>
                    </a:cubicBezTo>
                    <a:cubicBezTo>
                      <a:pt x="13" y="28"/>
                      <a:pt x="20" y="17"/>
                      <a:pt x="22" y="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1" name="Freeform 2009">
                <a:extLst>
                  <a:ext uri="{FF2B5EF4-FFF2-40B4-BE49-F238E27FC236}">
                    <a16:creationId xmlns:a16="http://schemas.microsoft.com/office/drawing/2014/main" id="{05C59B1B-85C8-4A0D-AA44-1E41A872F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3068"/>
                <a:ext cx="21" cy="21"/>
              </a:xfrm>
              <a:custGeom>
                <a:avLst/>
                <a:gdLst>
                  <a:gd name="T0" fmla="*/ 6 w 37"/>
                  <a:gd name="T1" fmla="*/ 0 h 36"/>
                  <a:gd name="T2" fmla="*/ 5 w 37"/>
                  <a:gd name="T3" fmla="*/ 6 h 36"/>
                  <a:gd name="T4" fmla="*/ 0 w 37"/>
                  <a:gd name="T5" fmla="*/ 6 h 36"/>
                  <a:gd name="T6" fmla="*/ 5 w 37"/>
                  <a:gd name="T7" fmla="*/ 5 h 36"/>
                  <a:gd name="T8" fmla="*/ 7 w 37"/>
                  <a:gd name="T9" fmla="*/ 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5" y="0"/>
                    </a:moveTo>
                    <a:cubicBezTo>
                      <a:pt x="35" y="6"/>
                      <a:pt x="35" y="27"/>
                      <a:pt x="29" y="31"/>
                    </a:cubicBezTo>
                    <a:cubicBezTo>
                      <a:pt x="23" y="36"/>
                      <a:pt x="9" y="27"/>
                      <a:pt x="0" y="29"/>
                    </a:cubicBezTo>
                    <a:cubicBezTo>
                      <a:pt x="8" y="25"/>
                      <a:pt x="18" y="27"/>
                      <a:pt x="25" y="24"/>
                    </a:cubicBezTo>
                    <a:cubicBezTo>
                      <a:pt x="33" y="20"/>
                      <a:pt x="33" y="9"/>
                      <a:pt x="37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2" name="Freeform 2010">
                <a:extLst>
                  <a:ext uri="{FF2B5EF4-FFF2-40B4-BE49-F238E27FC236}">
                    <a16:creationId xmlns:a16="http://schemas.microsoft.com/office/drawing/2014/main" id="{30433F33-6B2C-40B5-99D4-0C23FEC47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3101"/>
                <a:ext cx="21" cy="17"/>
              </a:xfrm>
              <a:custGeom>
                <a:avLst/>
                <a:gdLst>
                  <a:gd name="T0" fmla="*/ 5 w 39"/>
                  <a:gd name="T1" fmla="*/ 0 h 28"/>
                  <a:gd name="T2" fmla="*/ 5 w 39"/>
                  <a:gd name="T3" fmla="*/ 6 h 28"/>
                  <a:gd name="T4" fmla="*/ 0 w 39"/>
                  <a:gd name="T5" fmla="*/ 5 h 28"/>
                  <a:gd name="T6" fmla="*/ 5 w 39"/>
                  <a:gd name="T7" fmla="*/ 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8">
                    <a:moveTo>
                      <a:pt x="35" y="0"/>
                    </a:moveTo>
                    <a:cubicBezTo>
                      <a:pt x="36" y="8"/>
                      <a:pt x="39" y="23"/>
                      <a:pt x="29" y="26"/>
                    </a:cubicBezTo>
                    <a:cubicBezTo>
                      <a:pt x="21" y="28"/>
                      <a:pt x="10" y="19"/>
                      <a:pt x="0" y="22"/>
                    </a:cubicBezTo>
                    <a:cubicBezTo>
                      <a:pt x="13" y="14"/>
                      <a:pt x="35" y="24"/>
                      <a:pt x="35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3" name="Freeform 2011">
                <a:extLst>
                  <a:ext uri="{FF2B5EF4-FFF2-40B4-BE49-F238E27FC236}">
                    <a16:creationId xmlns:a16="http://schemas.microsoft.com/office/drawing/2014/main" id="{D2642D0D-2981-4AB2-9B09-D8D604C15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3127"/>
                <a:ext cx="19" cy="18"/>
              </a:xfrm>
              <a:custGeom>
                <a:avLst/>
                <a:gdLst>
                  <a:gd name="T0" fmla="*/ 4 w 35"/>
                  <a:gd name="T1" fmla="*/ 0 h 30"/>
                  <a:gd name="T2" fmla="*/ 4 w 35"/>
                  <a:gd name="T3" fmla="*/ 7 h 30"/>
                  <a:gd name="T4" fmla="*/ 2 w 35"/>
                  <a:gd name="T5" fmla="*/ 5 h 30"/>
                  <a:gd name="T6" fmla="*/ 0 w 35"/>
                  <a:gd name="T7" fmla="*/ 5 h 30"/>
                  <a:gd name="T8" fmla="*/ 3 w 35"/>
                  <a:gd name="T9" fmla="*/ 5 h 30"/>
                  <a:gd name="T10" fmla="*/ 4 w 35"/>
                  <a:gd name="T11" fmla="*/ 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0">
                    <a:moveTo>
                      <a:pt x="28" y="0"/>
                    </a:moveTo>
                    <a:cubicBezTo>
                      <a:pt x="29" y="5"/>
                      <a:pt x="35" y="27"/>
                      <a:pt x="28" y="30"/>
                    </a:cubicBezTo>
                    <a:cubicBezTo>
                      <a:pt x="27" y="30"/>
                      <a:pt x="17" y="25"/>
                      <a:pt x="15" y="25"/>
                    </a:cubicBezTo>
                    <a:cubicBezTo>
                      <a:pt x="11" y="24"/>
                      <a:pt x="4" y="24"/>
                      <a:pt x="0" y="24"/>
                    </a:cubicBezTo>
                    <a:cubicBezTo>
                      <a:pt x="5" y="24"/>
                      <a:pt x="15" y="23"/>
                      <a:pt x="20" y="21"/>
                    </a:cubicBezTo>
                    <a:cubicBezTo>
                      <a:pt x="27" y="17"/>
                      <a:pt x="25" y="11"/>
                      <a:pt x="28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4" name="Freeform 2012">
                <a:extLst>
                  <a:ext uri="{FF2B5EF4-FFF2-40B4-BE49-F238E27FC236}">
                    <a16:creationId xmlns:a16="http://schemas.microsoft.com/office/drawing/2014/main" id="{235E1AFB-EC75-4151-8A96-421FC06BF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154"/>
                <a:ext cx="22" cy="21"/>
              </a:xfrm>
              <a:custGeom>
                <a:avLst/>
                <a:gdLst>
                  <a:gd name="T0" fmla="*/ 6 w 41"/>
                  <a:gd name="T1" fmla="*/ 0 h 35"/>
                  <a:gd name="T2" fmla="*/ 5 w 41"/>
                  <a:gd name="T3" fmla="*/ 7 h 35"/>
                  <a:gd name="T4" fmla="*/ 2 w 41"/>
                  <a:gd name="T5" fmla="*/ 7 h 35"/>
                  <a:gd name="T6" fmla="*/ 0 w 41"/>
                  <a:gd name="T7" fmla="*/ 8 h 35"/>
                  <a:gd name="T8" fmla="*/ 4 w 41"/>
                  <a:gd name="T9" fmla="*/ 5 h 35"/>
                  <a:gd name="T10" fmla="*/ 6 w 41"/>
                  <a:gd name="T11" fmla="*/ 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5">
                    <a:moveTo>
                      <a:pt x="38" y="0"/>
                    </a:moveTo>
                    <a:cubicBezTo>
                      <a:pt x="38" y="9"/>
                      <a:pt x="41" y="27"/>
                      <a:pt x="31" y="30"/>
                    </a:cubicBezTo>
                    <a:cubicBezTo>
                      <a:pt x="28" y="31"/>
                      <a:pt x="19" y="30"/>
                      <a:pt x="15" y="31"/>
                    </a:cubicBezTo>
                    <a:cubicBezTo>
                      <a:pt x="10" y="32"/>
                      <a:pt x="5" y="33"/>
                      <a:pt x="0" y="35"/>
                    </a:cubicBezTo>
                    <a:cubicBezTo>
                      <a:pt x="8" y="32"/>
                      <a:pt x="18" y="26"/>
                      <a:pt x="25" y="23"/>
                    </a:cubicBezTo>
                    <a:cubicBezTo>
                      <a:pt x="34" y="18"/>
                      <a:pt x="35" y="12"/>
                      <a:pt x="38" y="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5" name="Freeform 2013">
                <a:extLst>
                  <a:ext uri="{FF2B5EF4-FFF2-40B4-BE49-F238E27FC236}">
                    <a16:creationId xmlns:a16="http://schemas.microsoft.com/office/drawing/2014/main" id="{B2537CFB-31DF-4036-A1AF-EE80C1395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3182"/>
                <a:ext cx="14" cy="29"/>
              </a:xfrm>
              <a:custGeom>
                <a:avLst/>
                <a:gdLst>
                  <a:gd name="T0" fmla="*/ 2 w 26"/>
                  <a:gd name="T1" fmla="*/ 1 h 50"/>
                  <a:gd name="T2" fmla="*/ 4 w 26"/>
                  <a:gd name="T3" fmla="*/ 5 h 50"/>
                  <a:gd name="T4" fmla="*/ 0 w 26"/>
                  <a:gd name="T5" fmla="*/ 10 h 50"/>
                  <a:gd name="T6" fmla="*/ 2 w 26"/>
                  <a:gd name="T7" fmla="*/ 5 h 50"/>
                  <a:gd name="T8" fmla="*/ 1 w 2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0">
                    <a:moveTo>
                      <a:pt x="9" y="2"/>
                    </a:moveTo>
                    <a:cubicBezTo>
                      <a:pt x="11" y="9"/>
                      <a:pt x="26" y="20"/>
                      <a:pt x="26" y="27"/>
                    </a:cubicBezTo>
                    <a:cubicBezTo>
                      <a:pt x="25" y="35"/>
                      <a:pt x="6" y="44"/>
                      <a:pt x="0" y="50"/>
                    </a:cubicBezTo>
                    <a:cubicBezTo>
                      <a:pt x="8" y="44"/>
                      <a:pt x="12" y="33"/>
                      <a:pt x="12" y="24"/>
                    </a:cubicBezTo>
                    <a:cubicBezTo>
                      <a:pt x="12" y="15"/>
                      <a:pt x="5" y="8"/>
                      <a:pt x="6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6" name="Freeform 2014">
                <a:extLst>
                  <a:ext uri="{FF2B5EF4-FFF2-40B4-BE49-F238E27FC236}">
                    <a16:creationId xmlns:a16="http://schemas.microsoft.com/office/drawing/2014/main" id="{96D5E97C-B87D-4CE4-B988-B28942743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3229"/>
                <a:ext cx="37" cy="26"/>
              </a:xfrm>
              <a:custGeom>
                <a:avLst/>
                <a:gdLst>
                  <a:gd name="T0" fmla="*/ 0 w 68"/>
                  <a:gd name="T1" fmla="*/ 6 h 45"/>
                  <a:gd name="T2" fmla="*/ 8 w 68"/>
                  <a:gd name="T3" fmla="*/ 8 h 45"/>
                  <a:gd name="T4" fmla="*/ 11 w 68"/>
                  <a:gd name="T5" fmla="*/ 5 h 45"/>
                  <a:gd name="T6" fmla="*/ 9 w 68"/>
                  <a:gd name="T7" fmla="*/ 0 h 45"/>
                  <a:gd name="T8" fmla="*/ 9 w 68"/>
                  <a:gd name="T9" fmla="*/ 6 h 45"/>
                  <a:gd name="T10" fmla="*/ 1 w 68"/>
                  <a:gd name="T11" fmla="*/ 6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5">
                    <a:moveTo>
                      <a:pt x="0" y="29"/>
                    </a:moveTo>
                    <a:cubicBezTo>
                      <a:pt x="9" y="45"/>
                      <a:pt x="32" y="45"/>
                      <a:pt x="47" y="44"/>
                    </a:cubicBezTo>
                    <a:cubicBezTo>
                      <a:pt x="58" y="43"/>
                      <a:pt x="66" y="39"/>
                      <a:pt x="67" y="26"/>
                    </a:cubicBezTo>
                    <a:cubicBezTo>
                      <a:pt x="68" y="18"/>
                      <a:pt x="64" y="5"/>
                      <a:pt x="58" y="0"/>
                    </a:cubicBezTo>
                    <a:cubicBezTo>
                      <a:pt x="61" y="10"/>
                      <a:pt x="65" y="26"/>
                      <a:pt x="55" y="32"/>
                    </a:cubicBezTo>
                    <a:cubicBezTo>
                      <a:pt x="42" y="40"/>
                      <a:pt x="25" y="43"/>
                      <a:pt x="1" y="3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7" name="Freeform 2015">
                <a:extLst>
                  <a:ext uri="{FF2B5EF4-FFF2-40B4-BE49-F238E27FC236}">
                    <a16:creationId xmlns:a16="http://schemas.microsoft.com/office/drawing/2014/main" id="{50AD2A3D-E63A-4DA0-BCDB-C7FB77C0A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3265"/>
                <a:ext cx="44" cy="24"/>
              </a:xfrm>
              <a:custGeom>
                <a:avLst/>
                <a:gdLst>
                  <a:gd name="T0" fmla="*/ 0 w 81"/>
                  <a:gd name="T1" fmla="*/ 4 h 40"/>
                  <a:gd name="T2" fmla="*/ 8 w 81"/>
                  <a:gd name="T3" fmla="*/ 8 h 40"/>
                  <a:gd name="T4" fmla="*/ 12 w 81"/>
                  <a:gd name="T5" fmla="*/ 2 h 40"/>
                  <a:gd name="T6" fmla="*/ 5 w 81"/>
                  <a:gd name="T7" fmla="*/ 0 h 40"/>
                  <a:gd name="T8" fmla="*/ 6 w 81"/>
                  <a:gd name="T9" fmla="*/ 4 h 40"/>
                  <a:gd name="T10" fmla="*/ 2 w 81"/>
                  <a:gd name="T11" fmla="*/ 4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40">
                    <a:moveTo>
                      <a:pt x="0" y="17"/>
                    </a:moveTo>
                    <a:cubicBezTo>
                      <a:pt x="10" y="30"/>
                      <a:pt x="31" y="40"/>
                      <a:pt x="47" y="39"/>
                    </a:cubicBezTo>
                    <a:cubicBezTo>
                      <a:pt x="59" y="38"/>
                      <a:pt x="81" y="23"/>
                      <a:pt x="79" y="10"/>
                    </a:cubicBezTo>
                    <a:cubicBezTo>
                      <a:pt x="67" y="19"/>
                      <a:pt x="43" y="6"/>
                      <a:pt x="32" y="0"/>
                    </a:cubicBezTo>
                    <a:cubicBezTo>
                      <a:pt x="38" y="5"/>
                      <a:pt x="46" y="13"/>
                      <a:pt x="38" y="20"/>
                    </a:cubicBezTo>
                    <a:cubicBezTo>
                      <a:pt x="33" y="25"/>
                      <a:pt x="19" y="24"/>
                      <a:pt x="14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8" name="Freeform 2016">
                <a:extLst>
                  <a:ext uri="{FF2B5EF4-FFF2-40B4-BE49-F238E27FC236}">
                    <a16:creationId xmlns:a16="http://schemas.microsoft.com/office/drawing/2014/main" id="{BC9DE8DE-1315-474B-9318-30638C575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231"/>
                <a:ext cx="15" cy="32"/>
              </a:xfrm>
              <a:custGeom>
                <a:avLst/>
                <a:gdLst>
                  <a:gd name="T0" fmla="*/ 3 w 28"/>
                  <a:gd name="T1" fmla="*/ 5 h 56"/>
                  <a:gd name="T2" fmla="*/ 1 w 28"/>
                  <a:gd name="T3" fmla="*/ 10 h 56"/>
                  <a:gd name="T4" fmla="*/ 1 w 28"/>
                  <a:gd name="T5" fmla="*/ 5 h 56"/>
                  <a:gd name="T6" fmla="*/ 1 w 28"/>
                  <a:gd name="T7" fmla="*/ 0 h 56"/>
                  <a:gd name="T8" fmla="*/ 4 w 28"/>
                  <a:gd name="T9" fmla="*/ 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6">
                    <a:moveTo>
                      <a:pt x="20" y="28"/>
                    </a:moveTo>
                    <a:cubicBezTo>
                      <a:pt x="11" y="34"/>
                      <a:pt x="7" y="46"/>
                      <a:pt x="6" y="56"/>
                    </a:cubicBezTo>
                    <a:cubicBezTo>
                      <a:pt x="2" y="45"/>
                      <a:pt x="5" y="39"/>
                      <a:pt x="6" y="28"/>
                    </a:cubicBezTo>
                    <a:cubicBezTo>
                      <a:pt x="7" y="19"/>
                      <a:pt x="0" y="10"/>
                      <a:pt x="1" y="0"/>
                    </a:cubicBezTo>
                    <a:cubicBezTo>
                      <a:pt x="7" y="10"/>
                      <a:pt x="17" y="22"/>
                      <a:pt x="28" y="2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9" name="Freeform 2017">
                <a:extLst>
                  <a:ext uri="{FF2B5EF4-FFF2-40B4-BE49-F238E27FC236}">
                    <a16:creationId xmlns:a16="http://schemas.microsoft.com/office/drawing/2014/main" id="{B036D143-15D0-4B8B-A5C8-39EBC40F9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086"/>
                <a:ext cx="25" cy="8"/>
              </a:xfrm>
              <a:custGeom>
                <a:avLst/>
                <a:gdLst>
                  <a:gd name="T0" fmla="*/ 0 w 46"/>
                  <a:gd name="T1" fmla="*/ 1 h 14"/>
                  <a:gd name="T2" fmla="*/ 8 w 46"/>
                  <a:gd name="T3" fmla="*/ 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">
                    <a:moveTo>
                      <a:pt x="0" y="2"/>
                    </a:moveTo>
                    <a:cubicBezTo>
                      <a:pt x="17" y="0"/>
                      <a:pt x="36" y="4"/>
                      <a:pt x="4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0" name="Freeform 2018">
                <a:extLst>
                  <a:ext uri="{FF2B5EF4-FFF2-40B4-BE49-F238E27FC236}">
                    <a16:creationId xmlns:a16="http://schemas.microsoft.com/office/drawing/2014/main" id="{5DB4D28A-3C5D-4952-8B73-2148CEA7D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116"/>
                <a:ext cx="27" cy="6"/>
              </a:xfrm>
              <a:custGeom>
                <a:avLst/>
                <a:gdLst>
                  <a:gd name="T0" fmla="*/ 0 w 49"/>
                  <a:gd name="T1" fmla="*/ 1 h 11"/>
                  <a:gd name="T2" fmla="*/ 8 w 49"/>
                  <a:gd name="T3" fmla="*/ 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1">
                    <a:moveTo>
                      <a:pt x="0" y="1"/>
                    </a:moveTo>
                    <a:cubicBezTo>
                      <a:pt x="13" y="0"/>
                      <a:pt x="39" y="3"/>
                      <a:pt x="49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1" name="Freeform 2019">
                <a:extLst>
                  <a:ext uri="{FF2B5EF4-FFF2-40B4-BE49-F238E27FC236}">
                    <a16:creationId xmlns:a16="http://schemas.microsoft.com/office/drawing/2014/main" id="{5081DB97-205E-49C9-9929-7B32CA154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143"/>
                <a:ext cx="32" cy="8"/>
              </a:xfrm>
              <a:custGeom>
                <a:avLst/>
                <a:gdLst>
                  <a:gd name="T0" fmla="*/ 0 w 58"/>
                  <a:gd name="T1" fmla="*/ 1 h 13"/>
                  <a:gd name="T2" fmla="*/ 10 w 58"/>
                  <a:gd name="T3" fmla="*/ 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3">
                    <a:moveTo>
                      <a:pt x="0" y="3"/>
                    </a:moveTo>
                    <a:cubicBezTo>
                      <a:pt x="19" y="0"/>
                      <a:pt x="43" y="2"/>
                      <a:pt x="58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2" name="Freeform 2020">
                <a:extLst>
                  <a:ext uri="{FF2B5EF4-FFF2-40B4-BE49-F238E27FC236}">
                    <a16:creationId xmlns:a16="http://schemas.microsoft.com/office/drawing/2014/main" id="{22B53C68-D4C5-45A8-B73C-B7356EB14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175"/>
                <a:ext cx="28" cy="6"/>
              </a:xfrm>
              <a:custGeom>
                <a:avLst/>
                <a:gdLst>
                  <a:gd name="T0" fmla="*/ 8 w 52"/>
                  <a:gd name="T1" fmla="*/ 1 h 11"/>
                  <a:gd name="T2" fmla="*/ 0 w 52"/>
                  <a:gd name="T3" fmla="*/ 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1">
                    <a:moveTo>
                      <a:pt x="52" y="4"/>
                    </a:moveTo>
                    <a:cubicBezTo>
                      <a:pt x="37" y="1"/>
                      <a:pt x="14" y="0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3" name="Freeform 2021">
                <a:extLst>
                  <a:ext uri="{FF2B5EF4-FFF2-40B4-BE49-F238E27FC236}">
                    <a16:creationId xmlns:a16="http://schemas.microsoft.com/office/drawing/2014/main" id="{AF819657-6C8D-4488-8B38-F800EB793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201"/>
                <a:ext cx="23" cy="24"/>
              </a:xfrm>
              <a:custGeom>
                <a:avLst/>
                <a:gdLst>
                  <a:gd name="T0" fmla="*/ 7 w 42"/>
                  <a:gd name="T1" fmla="*/ 0 h 40"/>
                  <a:gd name="T2" fmla="*/ 0 w 42"/>
                  <a:gd name="T3" fmla="*/ 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0">
                    <a:moveTo>
                      <a:pt x="42" y="0"/>
                    </a:moveTo>
                    <a:cubicBezTo>
                      <a:pt x="22" y="6"/>
                      <a:pt x="1" y="31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4" name="Freeform 2022">
                <a:extLst>
                  <a:ext uri="{FF2B5EF4-FFF2-40B4-BE49-F238E27FC236}">
                    <a16:creationId xmlns:a16="http://schemas.microsoft.com/office/drawing/2014/main" id="{FEDEE058-FB23-4023-8261-236812111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3257"/>
                <a:ext cx="42" cy="18"/>
              </a:xfrm>
              <a:custGeom>
                <a:avLst/>
                <a:gdLst>
                  <a:gd name="T0" fmla="*/ 1 w 78"/>
                  <a:gd name="T1" fmla="*/ 1 h 31"/>
                  <a:gd name="T2" fmla="*/ 1 w 78"/>
                  <a:gd name="T3" fmla="*/ 2 h 31"/>
                  <a:gd name="T4" fmla="*/ 1 w 78"/>
                  <a:gd name="T5" fmla="*/ 3 h 31"/>
                  <a:gd name="T6" fmla="*/ 2 w 78"/>
                  <a:gd name="T7" fmla="*/ 3 h 31"/>
                  <a:gd name="T8" fmla="*/ 7 w 78"/>
                  <a:gd name="T9" fmla="*/ 5 h 31"/>
                  <a:gd name="T10" fmla="*/ 11 w 78"/>
                  <a:gd name="T11" fmla="*/ 3 h 31"/>
                  <a:gd name="T12" fmla="*/ 12 w 78"/>
                  <a:gd name="T13" fmla="*/ 2 h 31"/>
                  <a:gd name="T14" fmla="*/ 12 w 78"/>
                  <a:gd name="T15" fmla="*/ 1 h 31"/>
                  <a:gd name="T16" fmla="*/ 10 w 78"/>
                  <a:gd name="T17" fmla="*/ 1 h 31"/>
                  <a:gd name="T18" fmla="*/ 6 w 78"/>
                  <a:gd name="T19" fmla="*/ 3 h 31"/>
                  <a:gd name="T20" fmla="*/ 3 w 78"/>
                  <a:gd name="T21" fmla="*/ 2 h 31"/>
                  <a:gd name="T22" fmla="*/ 1 w 78"/>
                  <a:gd name="T23" fmla="*/ 1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1">
                    <a:moveTo>
                      <a:pt x="4" y="3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4" y="14"/>
                      <a:pt x="7" y="13"/>
                    </a:cubicBezTo>
                    <a:cubicBezTo>
                      <a:pt x="9" y="13"/>
                      <a:pt x="11" y="14"/>
                      <a:pt x="15" y="18"/>
                    </a:cubicBezTo>
                    <a:cubicBezTo>
                      <a:pt x="22" y="23"/>
                      <a:pt x="31" y="31"/>
                      <a:pt x="45" y="26"/>
                    </a:cubicBezTo>
                    <a:cubicBezTo>
                      <a:pt x="57" y="22"/>
                      <a:pt x="65" y="19"/>
                      <a:pt x="69" y="16"/>
                    </a:cubicBezTo>
                    <a:cubicBezTo>
                      <a:pt x="69" y="16"/>
                      <a:pt x="76" y="12"/>
                      <a:pt x="77" y="10"/>
                    </a:cubicBezTo>
                    <a:cubicBezTo>
                      <a:pt x="78" y="7"/>
                      <a:pt x="78" y="4"/>
                      <a:pt x="75" y="3"/>
                    </a:cubicBezTo>
                    <a:cubicBezTo>
                      <a:pt x="71" y="1"/>
                      <a:pt x="68" y="3"/>
                      <a:pt x="64" y="5"/>
                    </a:cubicBezTo>
                    <a:cubicBezTo>
                      <a:pt x="60" y="8"/>
                      <a:pt x="53" y="12"/>
                      <a:pt x="42" y="16"/>
                    </a:cubicBezTo>
                    <a:cubicBezTo>
                      <a:pt x="33" y="18"/>
                      <a:pt x="28" y="14"/>
                      <a:pt x="22" y="9"/>
                    </a:cubicBezTo>
                    <a:cubicBezTo>
                      <a:pt x="17" y="5"/>
                      <a:pt x="11" y="0"/>
                      <a:pt x="4" y="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5" name="Freeform 2023">
                <a:extLst>
                  <a:ext uri="{FF2B5EF4-FFF2-40B4-BE49-F238E27FC236}">
                    <a16:creationId xmlns:a16="http://schemas.microsoft.com/office/drawing/2014/main" id="{50877B2A-13D2-401C-AAB6-8EF785970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3222"/>
                <a:ext cx="9" cy="14"/>
              </a:xfrm>
              <a:custGeom>
                <a:avLst/>
                <a:gdLst>
                  <a:gd name="T0" fmla="*/ 3 w 16"/>
                  <a:gd name="T1" fmla="*/ 0 h 25"/>
                  <a:gd name="T2" fmla="*/ 0 w 16"/>
                  <a:gd name="T3" fmla="*/ 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8" y="7"/>
                      <a:pt x="1" y="13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6" name="Freeform 2024">
                <a:extLst>
                  <a:ext uri="{FF2B5EF4-FFF2-40B4-BE49-F238E27FC236}">
                    <a16:creationId xmlns:a16="http://schemas.microsoft.com/office/drawing/2014/main" id="{DA5B977C-FD02-41C2-BEEC-F07BAAAD2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253"/>
                <a:ext cx="3" cy="18"/>
              </a:xfrm>
              <a:custGeom>
                <a:avLst/>
                <a:gdLst>
                  <a:gd name="T0" fmla="*/ 1 w 6"/>
                  <a:gd name="T1" fmla="*/ 0 h 31"/>
                  <a:gd name="T2" fmla="*/ 1 w 6"/>
                  <a:gd name="T3" fmla="*/ 6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1">
                    <a:moveTo>
                      <a:pt x="6" y="0"/>
                    </a:moveTo>
                    <a:cubicBezTo>
                      <a:pt x="0" y="7"/>
                      <a:pt x="0" y="25"/>
                      <a:pt x="2" y="3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7" name="Freeform 2025">
                <a:extLst>
                  <a:ext uri="{FF2B5EF4-FFF2-40B4-BE49-F238E27FC236}">
                    <a16:creationId xmlns:a16="http://schemas.microsoft.com/office/drawing/2014/main" id="{5864BA31-30DC-420D-8315-68C0C5513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3189"/>
                <a:ext cx="14" cy="7"/>
              </a:xfrm>
              <a:custGeom>
                <a:avLst/>
                <a:gdLst>
                  <a:gd name="T0" fmla="*/ 0 w 24"/>
                  <a:gd name="T1" fmla="*/ 2 h 12"/>
                  <a:gd name="T2" fmla="*/ 5 w 2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12"/>
                    </a:moveTo>
                    <a:cubicBezTo>
                      <a:pt x="4" y="4"/>
                      <a:pt x="20" y="1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8" name="Freeform 2026">
                <a:extLst>
                  <a:ext uri="{FF2B5EF4-FFF2-40B4-BE49-F238E27FC236}">
                    <a16:creationId xmlns:a16="http://schemas.microsoft.com/office/drawing/2014/main" id="{2DE243E4-D65D-414F-A874-625B7ABF3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3154"/>
                <a:ext cx="15" cy="5"/>
              </a:xfrm>
              <a:custGeom>
                <a:avLst/>
                <a:gdLst>
                  <a:gd name="T0" fmla="*/ 0 w 27"/>
                  <a:gd name="T1" fmla="*/ 2 h 8"/>
                  <a:gd name="T2" fmla="*/ 4 w 27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10" y="0"/>
                      <a:pt x="27" y="3"/>
                      <a:pt x="2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9" name="Freeform 2027">
                <a:extLst>
                  <a:ext uri="{FF2B5EF4-FFF2-40B4-BE49-F238E27FC236}">
                    <a16:creationId xmlns:a16="http://schemas.microsoft.com/office/drawing/2014/main" id="{F456C44A-D4B1-4E36-98D4-3BCAE2825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3125"/>
                <a:ext cx="14" cy="2"/>
              </a:xfrm>
              <a:custGeom>
                <a:avLst/>
                <a:gdLst>
                  <a:gd name="T0" fmla="*/ 0 w 25"/>
                  <a:gd name="T1" fmla="*/ 1 h 4"/>
                  <a:gd name="T2" fmla="*/ 4 w 25"/>
                  <a:gd name="T3" fmla="*/ 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">
                    <a:moveTo>
                      <a:pt x="0" y="3"/>
                    </a:moveTo>
                    <a:cubicBezTo>
                      <a:pt x="9" y="0"/>
                      <a:pt x="25" y="4"/>
                      <a:pt x="2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0" name="Freeform 2028">
                <a:extLst>
                  <a:ext uri="{FF2B5EF4-FFF2-40B4-BE49-F238E27FC236}">
                    <a16:creationId xmlns:a16="http://schemas.microsoft.com/office/drawing/2014/main" id="{4BB2277E-07E5-4FAE-8F6E-DA7AF9217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3093"/>
                <a:ext cx="18" cy="3"/>
              </a:xfrm>
              <a:custGeom>
                <a:avLst/>
                <a:gdLst>
                  <a:gd name="T0" fmla="*/ 0 w 33"/>
                  <a:gd name="T1" fmla="*/ 2 h 4"/>
                  <a:gd name="T2" fmla="*/ 5 w 33"/>
                  <a:gd name="T3" fmla="*/ 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">
                    <a:moveTo>
                      <a:pt x="0" y="2"/>
                    </a:moveTo>
                    <a:cubicBezTo>
                      <a:pt x="10" y="0"/>
                      <a:pt x="30" y="2"/>
                      <a:pt x="33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1" name="Freeform 2029">
                <a:extLst>
                  <a:ext uri="{FF2B5EF4-FFF2-40B4-BE49-F238E27FC236}">
                    <a16:creationId xmlns:a16="http://schemas.microsoft.com/office/drawing/2014/main" id="{4E57334F-E9C4-4BEA-9568-72EFC040F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056"/>
                <a:ext cx="15" cy="5"/>
              </a:xfrm>
              <a:custGeom>
                <a:avLst/>
                <a:gdLst>
                  <a:gd name="T0" fmla="*/ 0 w 26"/>
                  <a:gd name="T1" fmla="*/ 3 h 7"/>
                  <a:gd name="T2" fmla="*/ 5 w 2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7">
                    <a:moveTo>
                      <a:pt x="0" y="7"/>
                    </a:moveTo>
                    <a:cubicBezTo>
                      <a:pt x="9" y="1"/>
                      <a:pt x="26" y="0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2" name="Freeform 2030">
                <a:extLst>
                  <a:ext uri="{FF2B5EF4-FFF2-40B4-BE49-F238E27FC236}">
                    <a16:creationId xmlns:a16="http://schemas.microsoft.com/office/drawing/2014/main" id="{D0583206-493A-4ADA-A587-169AF3697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3061"/>
                <a:ext cx="18" cy="3"/>
              </a:xfrm>
              <a:custGeom>
                <a:avLst/>
                <a:gdLst>
                  <a:gd name="T0" fmla="*/ 0 w 33"/>
                  <a:gd name="T1" fmla="*/ 1 h 6"/>
                  <a:gd name="T2" fmla="*/ 5 w 33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">
                    <a:moveTo>
                      <a:pt x="0" y="1"/>
                    </a:moveTo>
                    <a:cubicBezTo>
                      <a:pt x="16" y="0"/>
                      <a:pt x="33" y="6"/>
                      <a:pt x="33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3" name="Freeform 2031">
                <a:extLst>
                  <a:ext uri="{FF2B5EF4-FFF2-40B4-BE49-F238E27FC236}">
                    <a16:creationId xmlns:a16="http://schemas.microsoft.com/office/drawing/2014/main" id="{D1F7C6DE-7D8B-4082-9FF2-AAE514B07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3038"/>
                <a:ext cx="17" cy="3"/>
              </a:xfrm>
              <a:custGeom>
                <a:avLst/>
                <a:gdLst>
                  <a:gd name="T0" fmla="*/ 0 w 32"/>
                  <a:gd name="T1" fmla="*/ 0 h 5"/>
                  <a:gd name="T2" fmla="*/ 5 w 32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">
                    <a:moveTo>
                      <a:pt x="0" y="0"/>
                    </a:moveTo>
                    <a:cubicBezTo>
                      <a:pt x="8" y="0"/>
                      <a:pt x="27" y="0"/>
                      <a:pt x="32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4" name="Freeform 2032">
                <a:extLst>
                  <a:ext uri="{FF2B5EF4-FFF2-40B4-BE49-F238E27FC236}">
                    <a16:creationId xmlns:a16="http://schemas.microsoft.com/office/drawing/2014/main" id="{056B6161-4B35-4B54-9673-8D0EF9384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025"/>
                <a:ext cx="13" cy="5"/>
              </a:xfrm>
              <a:custGeom>
                <a:avLst/>
                <a:gdLst>
                  <a:gd name="T0" fmla="*/ 0 w 25"/>
                  <a:gd name="T1" fmla="*/ 2 h 8"/>
                  <a:gd name="T2" fmla="*/ 4 w 25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10" y="0"/>
                      <a:pt x="23" y="1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5" name="Freeform 2033">
                <a:extLst>
                  <a:ext uri="{FF2B5EF4-FFF2-40B4-BE49-F238E27FC236}">
                    <a16:creationId xmlns:a16="http://schemas.microsoft.com/office/drawing/2014/main" id="{9FD166D2-8671-46B4-8369-8837BA0FE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971"/>
                <a:ext cx="55" cy="46"/>
              </a:xfrm>
              <a:custGeom>
                <a:avLst/>
                <a:gdLst>
                  <a:gd name="T0" fmla="*/ 0 w 101"/>
                  <a:gd name="T1" fmla="*/ 0 h 79"/>
                  <a:gd name="T2" fmla="*/ 4 w 101"/>
                  <a:gd name="T3" fmla="*/ 5 h 79"/>
                  <a:gd name="T4" fmla="*/ 9 w 101"/>
                  <a:gd name="T5" fmla="*/ 9 h 79"/>
                  <a:gd name="T6" fmla="*/ 16 w 101"/>
                  <a:gd name="T7" fmla="*/ 15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79">
                    <a:moveTo>
                      <a:pt x="0" y="0"/>
                    </a:moveTo>
                    <a:cubicBezTo>
                      <a:pt x="6" y="19"/>
                      <a:pt x="12" y="28"/>
                      <a:pt x="24" y="25"/>
                    </a:cubicBezTo>
                    <a:cubicBezTo>
                      <a:pt x="25" y="38"/>
                      <a:pt x="48" y="48"/>
                      <a:pt x="58" y="48"/>
                    </a:cubicBezTo>
                    <a:cubicBezTo>
                      <a:pt x="58" y="64"/>
                      <a:pt x="76" y="79"/>
                      <a:pt x="101" y="77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6" name="Freeform 2034">
                <a:extLst>
                  <a:ext uri="{FF2B5EF4-FFF2-40B4-BE49-F238E27FC236}">
                    <a16:creationId xmlns:a16="http://schemas.microsoft.com/office/drawing/2014/main" id="{E555068F-0048-4EB1-A820-D565453BA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968"/>
                <a:ext cx="17" cy="31"/>
              </a:xfrm>
              <a:custGeom>
                <a:avLst/>
                <a:gdLst>
                  <a:gd name="T0" fmla="*/ 5 w 31"/>
                  <a:gd name="T1" fmla="*/ 0 h 54"/>
                  <a:gd name="T2" fmla="*/ 1 w 31"/>
                  <a:gd name="T3" fmla="*/ 1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4">
                    <a:moveTo>
                      <a:pt x="31" y="0"/>
                    </a:moveTo>
                    <a:cubicBezTo>
                      <a:pt x="15" y="13"/>
                      <a:pt x="0" y="32"/>
                      <a:pt x="4" y="5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7" name="Freeform 2035">
                <a:extLst>
                  <a:ext uri="{FF2B5EF4-FFF2-40B4-BE49-F238E27FC236}">
                    <a16:creationId xmlns:a16="http://schemas.microsoft.com/office/drawing/2014/main" id="{7BD867DB-C4CC-4FCB-96FB-01E52EDE9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2982"/>
                <a:ext cx="19" cy="33"/>
              </a:xfrm>
              <a:custGeom>
                <a:avLst/>
                <a:gdLst>
                  <a:gd name="T0" fmla="*/ 6 w 34"/>
                  <a:gd name="T1" fmla="*/ 0 h 57"/>
                  <a:gd name="T2" fmla="*/ 2 w 34"/>
                  <a:gd name="T3" fmla="*/ 11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7">
                    <a:moveTo>
                      <a:pt x="34" y="0"/>
                    </a:moveTo>
                    <a:cubicBezTo>
                      <a:pt x="21" y="8"/>
                      <a:pt x="0" y="44"/>
                      <a:pt x="11" y="5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8" name="Freeform 2036">
                <a:extLst>
                  <a:ext uri="{FF2B5EF4-FFF2-40B4-BE49-F238E27FC236}">
                    <a16:creationId xmlns:a16="http://schemas.microsoft.com/office/drawing/2014/main" id="{7FCF1AE8-CEF3-4FDA-99AD-F35A5E550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3008"/>
                <a:ext cx="16" cy="27"/>
              </a:xfrm>
              <a:custGeom>
                <a:avLst/>
                <a:gdLst>
                  <a:gd name="T0" fmla="*/ 5 w 29"/>
                  <a:gd name="T1" fmla="*/ 0 h 46"/>
                  <a:gd name="T2" fmla="*/ 1 w 29"/>
                  <a:gd name="T3" fmla="*/ 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6">
                    <a:moveTo>
                      <a:pt x="29" y="0"/>
                    </a:moveTo>
                    <a:cubicBezTo>
                      <a:pt x="15" y="12"/>
                      <a:pt x="0" y="12"/>
                      <a:pt x="3" y="4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9" name="Freeform 2037">
                <a:extLst>
                  <a:ext uri="{FF2B5EF4-FFF2-40B4-BE49-F238E27FC236}">
                    <a16:creationId xmlns:a16="http://schemas.microsoft.com/office/drawing/2014/main" id="{74F6831F-FC1C-4DE1-82CF-3197921DF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3020"/>
                <a:ext cx="6" cy="25"/>
              </a:xfrm>
              <a:custGeom>
                <a:avLst/>
                <a:gdLst>
                  <a:gd name="T0" fmla="*/ 2 w 10"/>
                  <a:gd name="T1" fmla="*/ 0 h 43"/>
                  <a:gd name="T2" fmla="*/ 1 w 10"/>
                  <a:gd name="T3" fmla="*/ 9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4" y="11"/>
                      <a:pt x="0" y="24"/>
                      <a:pt x="3" y="4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0" name="Freeform 2038">
                <a:extLst>
                  <a:ext uri="{FF2B5EF4-FFF2-40B4-BE49-F238E27FC236}">
                    <a16:creationId xmlns:a16="http://schemas.microsoft.com/office/drawing/2014/main" id="{A6153594-8710-4D9A-B680-1A1A8A0DD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952"/>
                <a:ext cx="17" cy="34"/>
              </a:xfrm>
              <a:custGeom>
                <a:avLst/>
                <a:gdLst>
                  <a:gd name="T0" fmla="*/ 5 w 31"/>
                  <a:gd name="T1" fmla="*/ 0 h 58"/>
                  <a:gd name="T2" fmla="*/ 1 w 31"/>
                  <a:gd name="T3" fmla="*/ 12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8">
                    <a:moveTo>
                      <a:pt x="31" y="0"/>
                    </a:moveTo>
                    <a:cubicBezTo>
                      <a:pt x="10" y="7"/>
                      <a:pt x="0" y="32"/>
                      <a:pt x="4" y="5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1" name="Freeform 2039">
                <a:extLst>
                  <a:ext uri="{FF2B5EF4-FFF2-40B4-BE49-F238E27FC236}">
                    <a16:creationId xmlns:a16="http://schemas.microsoft.com/office/drawing/2014/main" id="{73962254-4613-4331-BFFF-4C0CC4E5B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935"/>
                <a:ext cx="10" cy="4"/>
              </a:xfrm>
              <a:custGeom>
                <a:avLst/>
                <a:gdLst>
                  <a:gd name="T0" fmla="*/ 0 w 19"/>
                  <a:gd name="T1" fmla="*/ 2 h 6"/>
                  <a:gd name="T2" fmla="*/ 3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8" y="0"/>
                      <a:pt x="19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2" name="Freeform 2040">
                <a:extLst>
                  <a:ext uri="{FF2B5EF4-FFF2-40B4-BE49-F238E27FC236}">
                    <a16:creationId xmlns:a16="http://schemas.microsoft.com/office/drawing/2014/main" id="{563269B2-41B9-44F0-84D6-05A87FA10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948"/>
                <a:ext cx="12" cy="6"/>
              </a:xfrm>
              <a:custGeom>
                <a:avLst/>
                <a:gdLst>
                  <a:gd name="T0" fmla="*/ 0 w 21"/>
                  <a:gd name="T1" fmla="*/ 3 h 9"/>
                  <a:gd name="T2" fmla="*/ 4 w 21"/>
                  <a:gd name="T3" fmla="*/ 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12" y="0"/>
                      <a:pt x="21" y="3"/>
                      <a:pt x="21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3" name="Freeform 2041">
                <a:extLst>
                  <a:ext uri="{FF2B5EF4-FFF2-40B4-BE49-F238E27FC236}">
                    <a16:creationId xmlns:a16="http://schemas.microsoft.com/office/drawing/2014/main" id="{0D6C437B-B153-444C-8554-187AB248F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964"/>
                <a:ext cx="8" cy="4"/>
              </a:xfrm>
              <a:custGeom>
                <a:avLst/>
                <a:gdLst>
                  <a:gd name="T0" fmla="*/ 0 w 14"/>
                  <a:gd name="T1" fmla="*/ 1 h 7"/>
                  <a:gd name="T2" fmla="*/ 3 w 14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8" y="0"/>
                      <a:pt x="14" y="2"/>
                      <a:pt x="14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4" name="Freeform 2042">
                <a:extLst>
                  <a:ext uri="{FF2B5EF4-FFF2-40B4-BE49-F238E27FC236}">
                    <a16:creationId xmlns:a16="http://schemas.microsoft.com/office/drawing/2014/main" id="{4A76A17E-A450-4BEE-8150-015F8A0AE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977"/>
                <a:ext cx="8" cy="9"/>
              </a:xfrm>
              <a:custGeom>
                <a:avLst/>
                <a:gdLst>
                  <a:gd name="T0" fmla="*/ 2 w 15"/>
                  <a:gd name="T1" fmla="*/ 0 h 15"/>
                  <a:gd name="T2" fmla="*/ 0 w 15"/>
                  <a:gd name="T3" fmla="*/ 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15" y="0"/>
                    </a:moveTo>
                    <a:cubicBezTo>
                      <a:pt x="6" y="1"/>
                      <a:pt x="3" y="7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5" name="Freeform 2043">
                <a:extLst>
                  <a:ext uri="{FF2B5EF4-FFF2-40B4-BE49-F238E27FC236}">
                    <a16:creationId xmlns:a16="http://schemas.microsoft.com/office/drawing/2014/main" id="{FED57EB0-9840-49CD-9711-B04A5F2CA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980"/>
                <a:ext cx="4" cy="15"/>
              </a:xfrm>
              <a:custGeom>
                <a:avLst/>
                <a:gdLst>
                  <a:gd name="T0" fmla="*/ 1 w 7"/>
                  <a:gd name="T1" fmla="*/ 0 h 25"/>
                  <a:gd name="T2" fmla="*/ 0 w 7"/>
                  <a:gd name="T3" fmla="*/ 5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2" y="9"/>
                      <a:pt x="0" y="25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6" name="Freeform 2044">
                <a:extLst>
                  <a:ext uri="{FF2B5EF4-FFF2-40B4-BE49-F238E27FC236}">
                    <a16:creationId xmlns:a16="http://schemas.microsoft.com/office/drawing/2014/main" id="{8BBD364A-5C41-492D-9EAE-0127C4036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982"/>
                <a:ext cx="2" cy="14"/>
              </a:xfrm>
              <a:custGeom>
                <a:avLst/>
                <a:gdLst>
                  <a:gd name="T0" fmla="*/ 0 w 5"/>
                  <a:gd name="T1" fmla="*/ 0 h 25"/>
                  <a:gd name="T2" fmla="*/ 0 w 5"/>
                  <a:gd name="T3" fmla="*/ 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0" y="0"/>
                    </a:moveTo>
                    <a:cubicBezTo>
                      <a:pt x="3" y="7"/>
                      <a:pt x="5" y="25"/>
                      <a:pt x="5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7" name="Freeform 2045">
                <a:extLst>
                  <a:ext uri="{FF2B5EF4-FFF2-40B4-BE49-F238E27FC236}">
                    <a16:creationId xmlns:a16="http://schemas.microsoft.com/office/drawing/2014/main" id="{C3D63A0C-D9F5-458F-A5D3-25FD5841F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3026"/>
                <a:ext cx="4" cy="24"/>
              </a:xfrm>
              <a:custGeom>
                <a:avLst/>
                <a:gdLst>
                  <a:gd name="T0" fmla="*/ 1 w 6"/>
                  <a:gd name="T1" fmla="*/ 0 h 41"/>
                  <a:gd name="T2" fmla="*/ 0 w 6"/>
                  <a:gd name="T3" fmla="*/ 8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1">
                    <a:moveTo>
                      <a:pt x="1" y="0"/>
                    </a:moveTo>
                    <a:cubicBezTo>
                      <a:pt x="3" y="14"/>
                      <a:pt x="6" y="21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8" name="Freeform 2046">
                <a:extLst>
                  <a:ext uri="{FF2B5EF4-FFF2-40B4-BE49-F238E27FC236}">
                    <a16:creationId xmlns:a16="http://schemas.microsoft.com/office/drawing/2014/main" id="{8D11C1C8-A49F-42E7-9158-8E5CF1913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3024"/>
                <a:ext cx="2" cy="24"/>
              </a:xfrm>
              <a:custGeom>
                <a:avLst/>
                <a:gdLst>
                  <a:gd name="T0" fmla="*/ 1 w 4"/>
                  <a:gd name="T1" fmla="*/ 0 h 41"/>
                  <a:gd name="T2" fmla="*/ 1 w 4"/>
                  <a:gd name="T3" fmla="*/ 8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4" y="0"/>
                    </a:moveTo>
                    <a:cubicBezTo>
                      <a:pt x="0" y="11"/>
                      <a:pt x="0" y="34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9" name="Freeform 2047">
                <a:extLst>
                  <a:ext uri="{FF2B5EF4-FFF2-40B4-BE49-F238E27FC236}">
                    <a16:creationId xmlns:a16="http://schemas.microsoft.com/office/drawing/2014/main" id="{1019A434-9038-476E-BDFF-278DA2E38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979"/>
                <a:ext cx="4" cy="12"/>
              </a:xfrm>
              <a:custGeom>
                <a:avLst/>
                <a:gdLst>
                  <a:gd name="T0" fmla="*/ 0 w 7"/>
                  <a:gd name="T1" fmla="*/ 0 h 21"/>
                  <a:gd name="T2" fmla="*/ 1 w 7"/>
                  <a:gd name="T3" fmla="*/ 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5" y="10"/>
                      <a:pt x="7" y="21"/>
                      <a:pt x="7" y="2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0" name="Freeform 2048">
                <a:extLst>
                  <a:ext uri="{FF2B5EF4-FFF2-40B4-BE49-F238E27FC236}">
                    <a16:creationId xmlns:a16="http://schemas.microsoft.com/office/drawing/2014/main" id="{CA842798-73B1-47CB-BB34-BC8DE9D7D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025"/>
                <a:ext cx="3" cy="24"/>
              </a:xfrm>
              <a:custGeom>
                <a:avLst/>
                <a:gdLst>
                  <a:gd name="T0" fmla="*/ 1 w 5"/>
                  <a:gd name="T1" fmla="*/ 0 h 41"/>
                  <a:gd name="T2" fmla="*/ 0 w 5"/>
                  <a:gd name="T3" fmla="*/ 8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1">
                    <a:moveTo>
                      <a:pt x="2" y="0"/>
                    </a:moveTo>
                    <a:cubicBezTo>
                      <a:pt x="4" y="16"/>
                      <a:pt x="5" y="35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1" name="Freeform 2049">
                <a:extLst>
                  <a:ext uri="{FF2B5EF4-FFF2-40B4-BE49-F238E27FC236}">
                    <a16:creationId xmlns:a16="http://schemas.microsoft.com/office/drawing/2014/main" id="{8C68ED3A-64B1-4ACF-9B9E-7749824CC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975"/>
                <a:ext cx="4" cy="10"/>
              </a:xfrm>
              <a:custGeom>
                <a:avLst/>
                <a:gdLst>
                  <a:gd name="T0" fmla="*/ 0 w 7"/>
                  <a:gd name="T1" fmla="*/ 0 h 18"/>
                  <a:gd name="T2" fmla="*/ 1 w 7"/>
                  <a:gd name="T3" fmla="*/ 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5" y="6"/>
                      <a:pt x="6" y="15"/>
                      <a:pt x="7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2" name="Freeform 2050">
                <a:extLst>
                  <a:ext uri="{FF2B5EF4-FFF2-40B4-BE49-F238E27FC236}">
                    <a16:creationId xmlns:a16="http://schemas.microsoft.com/office/drawing/2014/main" id="{2B203DA1-8E92-44C8-84B7-93A5213DD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026"/>
                <a:ext cx="4" cy="16"/>
              </a:xfrm>
              <a:custGeom>
                <a:avLst/>
                <a:gdLst>
                  <a:gd name="T0" fmla="*/ 1 w 7"/>
                  <a:gd name="T1" fmla="*/ 0 h 29"/>
                  <a:gd name="T2" fmla="*/ 0 w 7"/>
                  <a:gd name="T3" fmla="*/ 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2" y="0"/>
                    </a:moveTo>
                    <a:cubicBezTo>
                      <a:pt x="7" y="16"/>
                      <a:pt x="6" y="19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3" name="Freeform 2051">
                <a:extLst>
                  <a:ext uri="{FF2B5EF4-FFF2-40B4-BE49-F238E27FC236}">
                    <a16:creationId xmlns:a16="http://schemas.microsoft.com/office/drawing/2014/main" id="{D339A3A9-777F-4303-98E6-69390EC68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013"/>
                <a:ext cx="2" cy="24"/>
              </a:xfrm>
              <a:custGeom>
                <a:avLst/>
                <a:gdLst>
                  <a:gd name="T0" fmla="*/ 0 w 4"/>
                  <a:gd name="T1" fmla="*/ 0 h 41"/>
                  <a:gd name="T2" fmla="*/ 1 w 4"/>
                  <a:gd name="T3" fmla="*/ 8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0" y="0"/>
                    </a:moveTo>
                    <a:cubicBezTo>
                      <a:pt x="2" y="11"/>
                      <a:pt x="4" y="32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4" name="Freeform 2052">
                <a:extLst>
                  <a:ext uri="{FF2B5EF4-FFF2-40B4-BE49-F238E27FC236}">
                    <a16:creationId xmlns:a16="http://schemas.microsoft.com/office/drawing/2014/main" id="{DDE5A015-B2F3-45A9-B04A-5B27E0A17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964"/>
                <a:ext cx="8" cy="14"/>
              </a:xfrm>
              <a:custGeom>
                <a:avLst/>
                <a:gdLst>
                  <a:gd name="T0" fmla="*/ 0 w 16"/>
                  <a:gd name="T1" fmla="*/ 0 h 25"/>
                  <a:gd name="T2" fmla="*/ 2 w 16"/>
                  <a:gd name="T3" fmla="*/ 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8" y="6"/>
                      <a:pt x="16" y="25"/>
                      <a:pt x="16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5" name="Freeform 2053">
                <a:extLst>
                  <a:ext uri="{FF2B5EF4-FFF2-40B4-BE49-F238E27FC236}">
                    <a16:creationId xmlns:a16="http://schemas.microsoft.com/office/drawing/2014/main" id="{39F67A86-C69F-4F5B-90F3-CB13C180D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3000"/>
                <a:ext cx="3" cy="20"/>
              </a:xfrm>
              <a:custGeom>
                <a:avLst/>
                <a:gdLst>
                  <a:gd name="T0" fmla="*/ 1 w 6"/>
                  <a:gd name="T1" fmla="*/ 0 h 35"/>
                  <a:gd name="T2" fmla="*/ 0 w 6"/>
                  <a:gd name="T3" fmla="*/ 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5">
                    <a:moveTo>
                      <a:pt x="1" y="0"/>
                    </a:moveTo>
                    <a:cubicBezTo>
                      <a:pt x="6" y="11"/>
                      <a:pt x="2" y="25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6" name="Freeform 2054">
                <a:extLst>
                  <a:ext uri="{FF2B5EF4-FFF2-40B4-BE49-F238E27FC236}">
                    <a16:creationId xmlns:a16="http://schemas.microsoft.com/office/drawing/2014/main" id="{CB09134A-0441-4410-AC6D-654647215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912"/>
                <a:ext cx="39" cy="87"/>
              </a:xfrm>
              <a:custGeom>
                <a:avLst/>
                <a:gdLst>
                  <a:gd name="T0" fmla="*/ 0 w 71"/>
                  <a:gd name="T1" fmla="*/ 30 h 149"/>
                  <a:gd name="T2" fmla="*/ 3 w 71"/>
                  <a:gd name="T3" fmla="*/ 24 h 149"/>
                  <a:gd name="T4" fmla="*/ 8 w 71"/>
                  <a:gd name="T5" fmla="*/ 16 h 149"/>
                  <a:gd name="T6" fmla="*/ 10 w 71"/>
                  <a:gd name="T7" fmla="*/ 7 h 149"/>
                  <a:gd name="T8" fmla="*/ 11 w 71"/>
                  <a:gd name="T9" fmla="*/ 0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49">
                    <a:moveTo>
                      <a:pt x="0" y="149"/>
                    </a:moveTo>
                    <a:cubicBezTo>
                      <a:pt x="6" y="144"/>
                      <a:pt x="18" y="132"/>
                      <a:pt x="17" y="122"/>
                    </a:cubicBezTo>
                    <a:cubicBezTo>
                      <a:pt x="31" y="124"/>
                      <a:pt x="45" y="91"/>
                      <a:pt x="45" y="80"/>
                    </a:cubicBezTo>
                    <a:cubicBezTo>
                      <a:pt x="59" y="71"/>
                      <a:pt x="66" y="44"/>
                      <a:pt x="64" y="34"/>
                    </a:cubicBezTo>
                    <a:cubicBezTo>
                      <a:pt x="71" y="30"/>
                      <a:pt x="70" y="5"/>
                      <a:pt x="68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7" name="Freeform 2055">
                <a:extLst>
                  <a:ext uri="{FF2B5EF4-FFF2-40B4-BE49-F238E27FC236}">
                    <a16:creationId xmlns:a16="http://schemas.microsoft.com/office/drawing/2014/main" id="{C5C26F00-08F8-4416-9B74-C1AC29B94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902"/>
                <a:ext cx="15" cy="11"/>
              </a:xfrm>
              <a:custGeom>
                <a:avLst/>
                <a:gdLst>
                  <a:gd name="T0" fmla="*/ 0 w 27"/>
                  <a:gd name="T1" fmla="*/ 0 h 19"/>
                  <a:gd name="T2" fmla="*/ 4 w 27"/>
                  <a:gd name="T3" fmla="*/ 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16" y="1"/>
                      <a:pt x="24" y="10"/>
                      <a:pt x="27" y="1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8" name="Freeform 2056">
                <a:extLst>
                  <a:ext uri="{FF2B5EF4-FFF2-40B4-BE49-F238E27FC236}">
                    <a16:creationId xmlns:a16="http://schemas.microsoft.com/office/drawing/2014/main" id="{CE1B0D72-1831-4489-BFB5-B5CD2E0AF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922"/>
                <a:ext cx="19" cy="10"/>
              </a:xfrm>
              <a:custGeom>
                <a:avLst/>
                <a:gdLst>
                  <a:gd name="T0" fmla="*/ 0 w 36"/>
                  <a:gd name="T1" fmla="*/ 0 h 17"/>
                  <a:gd name="T2" fmla="*/ 5 w 36"/>
                  <a:gd name="T3" fmla="*/ 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13" y="2"/>
                      <a:pt x="31" y="6"/>
                      <a:pt x="36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9" name="Freeform 2057">
                <a:extLst>
                  <a:ext uri="{FF2B5EF4-FFF2-40B4-BE49-F238E27FC236}">
                    <a16:creationId xmlns:a16="http://schemas.microsoft.com/office/drawing/2014/main" id="{2293B29E-CCAC-40D8-AF1C-66C5F8281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941"/>
                <a:ext cx="18" cy="17"/>
              </a:xfrm>
              <a:custGeom>
                <a:avLst/>
                <a:gdLst>
                  <a:gd name="T0" fmla="*/ 0 w 32"/>
                  <a:gd name="T1" fmla="*/ 0 h 29"/>
                  <a:gd name="T2" fmla="*/ 6 w 32"/>
                  <a:gd name="T3" fmla="*/ 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9">
                    <a:moveTo>
                      <a:pt x="0" y="0"/>
                    </a:moveTo>
                    <a:cubicBezTo>
                      <a:pt x="18" y="2"/>
                      <a:pt x="31" y="18"/>
                      <a:pt x="32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0" name="Freeform 2058">
                <a:extLst>
                  <a:ext uri="{FF2B5EF4-FFF2-40B4-BE49-F238E27FC236}">
                    <a16:creationId xmlns:a16="http://schemas.microsoft.com/office/drawing/2014/main" id="{83D2F492-084D-4ADB-A16E-A74DA0022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965"/>
                <a:ext cx="9" cy="20"/>
              </a:xfrm>
              <a:custGeom>
                <a:avLst/>
                <a:gdLst>
                  <a:gd name="T0" fmla="*/ 0 w 15"/>
                  <a:gd name="T1" fmla="*/ 0 h 33"/>
                  <a:gd name="T2" fmla="*/ 3 w 15"/>
                  <a:gd name="T3" fmla="*/ 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3">
                    <a:moveTo>
                      <a:pt x="0" y="0"/>
                    </a:moveTo>
                    <a:cubicBezTo>
                      <a:pt x="8" y="7"/>
                      <a:pt x="15" y="17"/>
                      <a:pt x="15" y="3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1" name="Freeform 2059">
                <a:extLst>
                  <a:ext uri="{FF2B5EF4-FFF2-40B4-BE49-F238E27FC236}">
                    <a16:creationId xmlns:a16="http://schemas.microsoft.com/office/drawing/2014/main" id="{09025FBA-8296-45FE-8E7A-B5EFE209D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986"/>
                <a:ext cx="16" cy="1"/>
              </a:xfrm>
              <a:custGeom>
                <a:avLst/>
                <a:gdLst>
                  <a:gd name="T0" fmla="*/ 0 w 29"/>
                  <a:gd name="T1" fmla="*/ 1 h 2"/>
                  <a:gd name="T2" fmla="*/ 5 w 29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">
                    <a:moveTo>
                      <a:pt x="0" y="2"/>
                    </a:moveTo>
                    <a:cubicBezTo>
                      <a:pt x="12" y="0"/>
                      <a:pt x="26" y="1"/>
                      <a:pt x="2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2" name="Freeform 2060">
                <a:extLst>
                  <a:ext uri="{FF2B5EF4-FFF2-40B4-BE49-F238E27FC236}">
                    <a16:creationId xmlns:a16="http://schemas.microsoft.com/office/drawing/2014/main" id="{065A7B25-CBB7-449C-9661-E995BAC31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3014"/>
                <a:ext cx="27" cy="3"/>
              </a:xfrm>
              <a:custGeom>
                <a:avLst/>
                <a:gdLst>
                  <a:gd name="T0" fmla="*/ 0 w 48"/>
                  <a:gd name="T1" fmla="*/ 1 h 5"/>
                  <a:gd name="T2" fmla="*/ 8 w 48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cubicBezTo>
                      <a:pt x="10" y="0"/>
                      <a:pt x="46" y="1"/>
                      <a:pt x="4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3" name="Freeform 2061">
                <a:extLst>
                  <a:ext uri="{FF2B5EF4-FFF2-40B4-BE49-F238E27FC236}">
                    <a16:creationId xmlns:a16="http://schemas.microsoft.com/office/drawing/2014/main" id="{EAE88498-8122-408F-976F-DFE496A98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041"/>
                <a:ext cx="24" cy="2"/>
              </a:xfrm>
              <a:custGeom>
                <a:avLst/>
                <a:gdLst>
                  <a:gd name="T0" fmla="*/ 0 w 45"/>
                  <a:gd name="T1" fmla="*/ 1 h 3"/>
                  <a:gd name="T2" fmla="*/ 7 w 45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">
                    <a:moveTo>
                      <a:pt x="0" y="3"/>
                    </a:moveTo>
                    <a:cubicBezTo>
                      <a:pt x="8" y="0"/>
                      <a:pt x="41" y="1"/>
                      <a:pt x="4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4" name="Freeform 2062">
                <a:extLst>
                  <a:ext uri="{FF2B5EF4-FFF2-40B4-BE49-F238E27FC236}">
                    <a16:creationId xmlns:a16="http://schemas.microsoft.com/office/drawing/2014/main" id="{70F623B9-FD1C-4C94-8036-AEC17FAF9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3069"/>
                <a:ext cx="22" cy="2"/>
              </a:xfrm>
              <a:custGeom>
                <a:avLst/>
                <a:gdLst>
                  <a:gd name="T0" fmla="*/ 0 w 41"/>
                  <a:gd name="T1" fmla="*/ 1 h 3"/>
                  <a:gd name="T2" fmla="*/ 6 w 4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">
                    <a:moveTo>
                      <a:pt x="0" y="2"/>
                    </a:moveTo>
                    <a:cubicBezTo>
                      <a:pt x="7" y="3"/>
                      <a:pt x="33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5" name="Freeform 2063">
                <a:extLst>
                  <a:ext uri="{FF2B5EF4-FFF2-40B4-BE49-F238E27FC236}">
                    <a16:creationId xmlns:a16="http://schemas.microsoft.com/office/drawing/2014/main" id="{DCDADB99-828C-4190-B0DB-30F770188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015"/>
                <a:ext cx="20" cy="4"/>
              </a:xfrm>
              <a:custGeom>
                <a:avLst/>
                <a:gdLst>
                  <a:gd name="T0" fmla="*/ 0 w 37"/>
                  <a:gd name="T1" fmla="*/ 0 h 6"/>
                  <a:gd name="T2" fmla="*/ 6 w 37"/>
                  <a:gd name="T3" fmla="*/ 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">
                    <a:moveTo>
                      <a:pt x="0" y="0"/>
                    </a:moveTo>
                    <a:cubicBezTo>
                      <a:pt x="9" y="0"/>
                      <a:pt x="31" y="2"/>
                      <a:pt x="37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6" name="Freeform 2064">
                <a:extLst>
                  <a:ext uri="{FF2B5EF4-FFF2-40B4-BE49-F238E27FC236}">
                    <a16:creationId xmlns:a16="http://schemas.microsoft.com/office/drawing/2014/main" id="{83110A22-A349-47B2-AEE7-C8DF7050F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989"/>
                <a:ext cx="18" cy="7"/>
              </a:xfrm>
              <a:custGeom>
                <a:avLst/>
                <a:gdLst>
                  <a:gd name="T0" fmla="*/ 0 w 33"/>
                  <a:gd name="T1" fmla="*/ 0 h 12"/>
                  <a:gd name="T2" fmla="*/ 5 w 33"/>
                  <a:gd name="T3" fmla="*/ 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12" y="0"/>
                      <a:pt x="30" y="6"/>
                      <a:pt x="33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7" name="Freeform 2065">
                <a:extLst>
                  <a:ext uri="{FF2B5EF4-FFF2-40B4-BE49-F238E27FC236}">
                    <a16:creationId xmlns:a16="http://schemas.microsoft.com/office/drawing/2014/main" id="{5C78AA88-9AD1-40EA-87E2-046DC21D7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966"/>
                <a:ext cx="13" cy="5"/>
              </a:xfrm>
              <a:custGeom>
                <a:avLst/>
                <a:gdLst>
                  <a:gd name="T0" fmla="*/ 0 w 25"/>
                  <a:gd name="T1" fmla="*/ 0 h 8"/>
                  <a:gd name="T2" fmla="*/ 4 w 25"/>
                  <a:gd name="T3" fmla="*/ 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0"/>
                    </a:moveTo>
                    <a:cubicBezTo>
                      <a:pt x="10" y="1"/>
                      <a:pt x="25" y="8"/>
                      <a:pt x="25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8" name="Freeform 2066">
                <a:extLst>
                  <a:ext uri="{FF2B5EF4-FFF2-40B4-BE49-F238E27FC236}">
                    <a16:creationId xmlns:a16="http://schemas.microsoft.com/office/drawing/2014/main" id="{5E36F8FE-836F-4285-A88F-777D17846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942"/>
                <a:ext cx="12" cy="3"/>
              </a:xfrm>
              <a:custGeom>
                <a:avLst/>
                <a:gdLst>
                  <a:gd name="T0" fmla="*/ 0 w 22"/>
                  <a:gd name="T1" fmla="*/ 2 h 4"/>
                  <a:gd name="T2" fmla="*/ 4 w 22"/>
                  <a:gd name="T3" fmla="*/ 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">
                    <a:moveTo>
                      <a:pt x="0" y="4"/>
                    </a:moveTo>
                    <a:cubicBezTo>
                      <a:pt x="10" y="0"/>
                      <a:pt x="22" y="3"/>
                      <a:pt x="22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9" name="Freeform 2067">
                <a:extLst>
                  <a:ext uri="{FF2B5EF4-FFF2-40B4-BE49-F238E27FC236}">
                    <a16:creationId xmlns:a16="http://schemas.microsoft.com/office/drawing/2014/main" id="{15D1149B-1D54-4E04-9AC0-D565B0D25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916"/>
                <a:ext cx="11" cy="1"/>
              </a:xfrm>
              <a:custGeom>
                <a:avLst/>
                <a:gdLst>
                  <a:gd name="T0" fmla="*/ 0 w 19"/>
                  <a:gd name="T1" fmla="*/ 1 h 2"/>
                  <a:gd name="T2" fmla="*/ 3 w 19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7" y="0"/>
                      <a:pt x="19" y="2"/>
                      <a:pt x="1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0" name="Freeform 2068">
                <a:extLst>
                  <a:ext uri="{FF2B5EF4-FFF2-40B4-BE49-F238E27FC236}">
                    <a16:creationId xmlns:a16="http://schemas.microsoft.com/office/drawing/2014/main" id="{FF3D9B57-1FDE-43C3-BA48-520EE54A2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062"/>
                <a:ext cx="16" cy="4"/>
              </a:xfrm>
              <a:custGeom>
                <a:avLst/>
                <a:gdLst>
                  <a:gd name="T0" fmla="*/ 5 w 29"/>
                  <a:gd name="T1" fmla="*/ 0 h 7"/>
                  <a:gd name="T2" fmla="*/ 0 w 29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29" y="0"/>
                    </a:moveTo>
                    <a:cubicBezTo>
                      <a:pt x="29" y="0"/>
                      <a:pt x="9" y="7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1" name="Freeform 2069">
                <a:extLst>
                  <a:ext uri="{FF2B5EF4-FFF2-40B4-BE49-F238E27FC236}">
                    <a16:creationId xmlns:a16="http://schemas.microsoft.com/office/drawing/2014/main" id="{FA1E8D57-588D-48F0-B1C5-FD7945BF3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3038"/>
                <a:ext cx="15" cy="3"/>
              </a:xfrm>
              <a:custGeom>
                <a:avLst/>
                <a:gdLst>
                  <a:gd name="T0" fmla="*/ 0 w 27"/>
                  <a:gd name="T1" fmla="*/ 2 h 4"/>
                  <a:gd name="T2" fmla="*/ 4 w 27"/>
                  <a:gd name="T3" fmla="*/ 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2"/>
                    </a:moveTo>
                    <a:cubicBezTo>
                      <a:pt x="10" y="0"/>
                      <a:pt x="27" y="4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2" name="Freeform 2070">
                <a:extLst>
                  <a:ext uri="{FF2B5EF4-FFF2-40B4-BE49-F238E27FC236}">
                    <a16:creationId xmlns:a16="http://schemas.microsoft.com/office/drawing/2014/main" id="{90742C99-E755-4B76-9CE3-FA128F9A8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101"/>
                <a:ext cx="20" cy="3"/>
              </a:xfrm>
              <a:custGeom>
                <a:avLst/>
                <a:gdLst>
                  <a:gd name="T0" fmla="*/ 0 w 37"/>
                  <a:gd name="T1" fmla="*/ 1 h 5"/>
                  <a:gd name="T2" fmla="*/ 6 w 3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">
                    <a:moveTo>
                      <a:pt x="0" y="3"/>
                    </a:moveTo>
                    <a:cubicBezTo>
                      <a:pt x="9" y="5"/>
                      <a:pt x="30" y="3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3" name="Freeform 2071">
                <a:extLst>
                  <a:ext uri="{FF2B5EF4-FFF2-40B4-BE49-F238E27FC236}">
                    <a16:creationId xmlns:a16="http://schemas.microsoft.com/office/drawing/2014/main" id="{1654F6AE-4055-4674-B25C-5C9EE1347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093"/>
                <a:ext cx="16" cy="3"/>
              </a:xfrm>
              <a:custGeom>
                <a:avLst/>
                <a:gdLst>
                  <a:gd name="T0" fmla="*/ 0 w 28"/>
                  <a:gd name="T1" fmla="*/ 1 h 6"/>
                  <a:gd name="T2" fmla="*/ 5 w 2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">
                    <a:moveTo>
                      <a:pt x="0" y="6"/>
                    </a:moveTo>
                    <a:cubicBezTo>
                      <a:pt x="11" y="5"/>
                      <a:pt x="24" y="3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4" name="Freeform 2072">
                <a:extLst>
                  <a:ext uri="{FF2B5EF4-FFF2-40B4-BE49-F238E27FC236}">
                    <a16:creationId xmlns:a16="http://schemas.microsoft.com/office/drawing/2014/main" id="{F384F72F-B546-4558-8AE1-0F7DD893F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126"/>
                <a:ext cx="23" cy="3"/>
              </a:xfrm>
              <a:custGeom>
                <a:avLst/>
                <a:gdLst>
                  <a:gd name="T0" fmla="*/ 0 w 41"/>
                  <a:gd name="T1" fmla="*/ 0 h 7"/>
                  <a:gd name="T2" fmla="*/ 7 w 4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5"/>
                    </a:moveTo>
                    <a:cubicBezTo>
                      <a:pt x="10" y="7"/>
                      <a:pt x="35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5" name="Freeform 2073">
                <a:extLst>
                  <a:ext uri="{FF2B5EF4-FFF2-40B4-BE49-F238E27FC236}">
                    <a16:creationId xmlns:a16="http://schemas.microsoft.com/office/drawing/2014/main" id="{2E1F33D9-C456-481D-B0B1-E724FD47A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120"/>
                <a:ext cx="15" cy="2"/>
              </a:xfrm>
              <a:custGeom>
                <a:avLst/>
                <a:gdLst>
                  <a:gd name="T0" fmla="*/ 0 w 28"/>
                  <a:gd name="T1" fmla="*/ 1 h 4"/>
                  <a:gd name="T2" fmla="*/ 4 w 28"/>
                  <a:gd name="T3" fmla="*/ 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">
                    <a:moveTo>
                      <a:pt x="0" y="4"/>
                    </a:moveTo>
                    <a:cubicBezTo>
                      <a:pt x="11" y="2"/>
                      <a:pt x="21" y="0"/>
                      <a:pt x="2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6" name="Freeform 2074">
                <a:extLst>
                  <a:ext uri="{FF2B5EF4-FFF2-40B4-BE49-F238E27FC236}">
                    <a16:creationId xmlns:a16="http://schemas.microsoft.com/office/drawing/2014/main" id="{B0DA861F-69DE-477D-B028-8938F9983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3150"/>
                <a:ext cx="20" cy="2"/>
              </a:xfrm>
              <a:custGeom>
                <a:avLst/>
                <a:gdLst>
                  <a:gd name="T0" fmla="*/ 0 w 36"/>
                  <a:gd name="T1" fmla="*/ 1 h 4"/>
                  <a:gd name="T2" fmla="*/ 6 w 3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">
                    <a:moveTo>
                      <a:pt x="0" y="2"/>
                    </a:moveTo>
                    <a:cubicBezTo>
                      <a:pt x="7" y="4"/>
                      <a:pt x="34" y="1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7" name="Freeform 2075">
                <a:extLst>
                  <a:ext uri="{FF2B5EF4-FFF2-40B4-BE49-F238E27FC236}">
                    <a16:creationId xmlns:a16="http://schemas.microsoft.com/office/drawing/2014/main" id="{37CA461E-C23A-4D97-BFC2-BE9995BF9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142"/>
                <a:ext cx="15" cy="3"/>
              </a:xfrm>
              <a:custGeom>
                <a:avLst/>
                <a:gdLst>
                  <a:gd name="T0" fmla="*/ 0 w 27"/>
                  <a:gd name="T1" fmla="*/ 1 h 5"/>
                  <a:gd name="T2" fmla="*/ 4 w 27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">
                    <a:moveTo>
                      <a:pt x="0" y="5"/>
                    </a:moveTo>
                    <a:cubicBezTo>
                      <a:pt x="6" y="4"/>
                      <a:pt x="22" y="0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8" name="Freeform 2076">
                <a:extLst>
                  <a:ext uri="{FF2B5EF4-FFF2-40B4-BE49-F238E27FC236}">
                    <a16:creationId xmlns:a16="http://schemas.microsoft.com/office/drawing/2014/main" id="{9B676E9E-3B61-44BC-9CA4-1A07E7BC1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3170"/>
                <a:ext cx="20" cy="2"/>
              </a:xfrm>
              <a:custGeom>
                <a:avLst/>
                <a:gdLst>
                  <a:gd name="T0" fmla="*/ 0 w 38"/>
                  <a:gd name="T1" fmla="*/ 1 h 2"/>
                  <a:gd name="T2" fmla="*/ 6 w 3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7" y="1"/>
                      <a:pt x="32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9" name="Freeform 2077">
                <a:extLst>
                  <a:ext uri="{FF2B5EF4-FFF2-40B4-BE49-F238E27FC236}">
                    <a16:creationId xmlns:a16="http://schemas.microsoft.com/office/drawing/2014/main" id="{D4966751-E7BB-4975-A10C-B98B7076A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170"/>
                <a:ext cx="13" cy="1"/>
              </a:xfrm>
              <a:custGeom>
                <a:avLst/>
                <a:gdLst>
                  <a:gd name="T0" fmla="*/ 0 w 25"/>
                  <a:gd name="T1" fmla="*/ 1 h 1"/>
                  <a:gd name="T2" fmla="*/ 4 w 2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">
                    <a:moveTo>
                      <a:pt x="0" y="1"/>
                    </a:moveTo>
                    <a:cubicBezTo>
                      <a:pt x="11" y="1"/>
                      <a:pt x="23" y="0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0" name="Freeform 2078">
                <a:extLst>
                  <a:ext uri="{FF2B5EF4-FFF2-40B4-BE49-F238E27FC236}">
                    <a16:creationId xmlns:a16="http://schemas.microsoft.com/office/drawing/2014/main" id="{1AFFC356-B7D0-4335-86CC-29D0168C7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191"/>
                <a:ext cx="22" cy="3"/>
              </a:xfrm>
              <a:custGeom>
                <a:avLst/>
                <a:gdLst>
                  <a:gd name="T0" fmla="*/ 0 w 41"/>
                  <a:gd name="T1" fmla="*/ 0 h 6"/>
                  <a:gd name="T2" fmla="*/ 6 w 41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0"/>
                    </a:moveTo>
                    <a:cubicBezTo>
                      <a:pt x="11" y="3"/>
                      <a:pt x="32" y="6"/>
                      <a:pt x="41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1" name="Freeform 2079">
                <a:extLst>
                  <a:ext uri="{FF2B5EF4-FFF2-40B4-BE49-F238E27FC236}">
                    <a16:creationId xmlns:a16="http://schemas.microsoft.com/office/drawing/2014/main" id="{24D912C7-DE53-458E-8EB9-8AD203D26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198"/>
                <a:ext cx="15" cy="3"/>
              </a:xfrm>
              <a:custGeom>
                <a:avLst/>
                <a:gdLst>
                  <a:gd name="T0" fmla="*/ 0 w 27"/>
                  <a:gd name="T1" fmla="*/ 0 h 6"/>
                  <a:gd name="T2" fmla="*/ 4 w 27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">
                    <a:moveTo>
                      <a:pt x="0" y="0"/>
                    </a:moveTo>
                    <a:cubicBezTo>
                      <a:pt x="10" y="4"/>
                      <a:pt x="27" y="6"/>
                      <a:pt x="27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2" name="Freeform 2080">
                <a:extLst>
                  <a:ext uri="{FF2B5EF4-FFF2-40B4-BE49-F238E27FC236}">
                    <a16:creationId xmlns:a16="http://schemas.microsoft.com/office/drawing/2014/main" id="{24C60081-A695-4903-BD25-A8A2E8770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208"/>
                <a:ext cx="19" cy="7"/>
              </a:xfrm>
              <a:custGeom>
                <a:avLst/>
                <a:gdLst>
                  <a:gd name="T0" fmla="*/ 0 w 35"/>
                  <a:gd name="T1" fmla="*/ 0 h 13"/>
                  <a:gd name="T2" fmla="*/ 5 w 35"/>
                  <a:gd name="T3" fmla="*/ 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0"/>
                    </a:moveTo>
                    <a:cubicBezTo>
                      <a:pt x="8" y="5"/>
                      <a:pt x="27" y="13"/>
                      <a:pt x="35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3" name="Freeform 2081">
                <a:extLst>
                  <a:ext uri="{FF2B5EF4-FFF2-40B4-BE49-F238E27FC236}">
                    <a16:creationId xmlns:a16="http://schemas.microsoft.com/office/drawing/2014/main" id="{D563F6C8-8C98-4FE7-8B50-19B2ED26B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226"/>
                <a:ext cx="14" cy="7"/>
              </a:xfrm>
              <a:custGeom>
                <a:avLst/>
                <a:gdLst>
                  <a:gd name="T0" fmla="*/ 0 w 26"/>
                  <a:gd name="T1" fmla="*/ 0 h 11"/>
                  <a:gd name="T2" fmla="*/ 4 w 26"/>
                  <a:gd name="T3" fmla="*/ 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10" y="4"/>
                      <a:pt x="20" y="11"/>
                      <a:pt x="26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4" name="Freeform 2082">
                <a:extLst>
                  <a:ext uri="{FF2B5EF4-FFF2-40B4-BE49-F238E27FC236}">
                    <a16:creationId xmlns:a16="http://schemas.microsoft.com/office/drawing/2014/main" id="{FBC49651-C0A9-43C2-8F58-468677522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226"/>
                <a:ext cx="13" cy="10"/>
              </a:xfrm>
              <a:custGeom>
                <a:avLst/>
                <a:gdLst>
                  <a:gd name="T0" fmla="*/ 0 w 24"/>
                  <a:gd name="T1" fmla="*/ 0 h 17"/>
                  <a:gd name="T2" fmla="*/ 4 w 24"/>
                  <a:gd name="T3" fmla="*/ 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7">
                    <a:moveTo>
                      <a:pt x="0" y="0"/>
                    </a:moveTo>
                    <a:cubicBezTo>
                      <a:pt x="5" y="10"/>
                      <a:pt x="17" y="15"/>
                      <a:pt x="24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5" name="Freeform 2083">
                <a:extLst>
                  <a:ext uri="{FF2B5EF4-FFF2-40B4-BE49-F238E27FC236}">
                    <a16:creationId xmlns:a16="http://schemas.microsoft.com/office/drawing/2014/main" id="{50A80066-9272-4515-99B0-9A9D42AA0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283"/>
                <a:ext cx="8" cy="14"/>
              </a:xfrm>
              <a:custGeom>
                <a:avLst/>
                <a:gdLst>
                  <a:gd name="T0" fmla="*/ 0 w 13"/>
                  <a:gd name="T1" fmla="*/ 0 h 24"/>
                  <a:gd name="T2" fmla="*/ 3 w 13"/>
                  <a:gd name="T3" fmla="*/ 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0" y="0"/>
                    </a:moveTo>
                    <a:cubicBezTo>
                      <a:pt x="5" y="9"/>
                      <a:pt x="11" y="15"/>
                      <a:pt x="13" y="2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6" name="Freeform 2084">
                <a:extLst>
                  <a:ext uri="{FF2B5EF4-FFF2-40B4-BE49-F238E27FC236}">
                    <a16:creationId xmlns:a16="http://schemas.microsoft.com/office/drawing/2014/main" id="{D8BA6A67-AE62-4127-A03A-BB2D50EC1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259"/>
                <a:ext cx="9" cy="9"/>
              </a:xfrm>
              <a:custGeom>
                <a:avLst/>
                <a:gdLst>
                  <a:gd name="T0" fmla="*/ 0 w 16"/>
                  <a:gd name="T1" fmla="*/ 0 h 14"/>
                  <a:gd name="T2" fmla="*/ 3 w 16"/>
                  <a:gd name="T3" fmla="*/ 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8" y="5"/>
                      <a:pt x="16" y="14"/>
                      <a:pt x="1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7" name="Freeform 2085">
                <a:extLst>
                  <a:ext uri="{FF2B5EF4-FFF2-40B4-BE49-F238E27FC236}">
                    <a16:creationId xmlns:a16="http://schemas.microsoft.com/office/drawing/2014/main" id="{D785DCDB-8629-49BF-8AA4-6DC9C540C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3311"/>
                <a:ext cx="3" cy="15"/>
              </a:xfrm>
              <a:custGeom>
                <a:avLst/>
                <a:gdLst>
                  <a:gd name="T0" fmla="*/ 0 w 4"/>
                  <a:gd name="T1" fmla="*/ 0 h 26"/>
                  <a:gd name="T2" fmla="*/ 2 w 4"/>
                  <a:gd name="T3" fmla="*/ 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0" y="0"/>
                    </a:moveTo>
                    <a:cubicBezTo>
                      <a:pt x="4" y="8"/>
                      <a:pt x="4" y="22"/>
                      <a:pt x="2" y="2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8" name="Freeform 2086">
                <a:extLst>
                  <a:ext uri="{FF2B5EF4-FFF2-40B4-BE49-F238E27FC236}">
                    <a16:creationId xmlns:a16="http://schemas.microsoft.com/office/drawing/2014/main" id="{9FCC15B1-F5C9-4E51-81E8-31D1DE38D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3311"/>
                <a:ext cx="13" cy="8"/>
              </a:xfrm>
              <a:custGeom>
                <a:avLst/>
                <a:gdLst>
                  <a:gd name="T0" fmla="*/ 0 w 24"/>
                  <a:gd name="T1" fmla="*/ 3 h 14"/>
                  <a:gd name="T2" fmla="*/ 4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14"/>
                    </a:moveTo>
                    <a:cubicBezTo>
                      <a:pt x="8" y="5"/>
                      <a:pt x="11" y="1"/>
                      <a:pt x="24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9" name="Freeform 2087">
                <a:extLst>
                  <a:ext uri="{FF2B5EF4-FFF2-40B4-BE49-F238E27FC236}">
                    <a16:creationId xmlns:a16="http://schemas.microsoft.com/office/drawing/2014/main" id="{E98344DA-3F4B-4AC0-8E04-5E1BD8088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989"/>
                <a:ext cx="15" cy="11"/>
              </a:xfrm>
              <a:custGeom>
                <a:avLst/>
                <a:gdLst>
                  <a:gd name="T0" fmla="*/ 0 w 27"/>
                  <a:gd name="T1" fmla="*/ 0 h 18"/>
                  <a:gd name="T2" fmla="*/ 4 w 27"/>
                  <a:gd name="T3" fmla="*/ 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8">
                    <a:moveTo>
                      <a:pt x="0" y="0"/>
                    </a:moveTo>
                    <a:cubicBezTo>
                      <a:pt x="6" y="13"/>
                      <a:pt x="17" y="17"/>
                      <a:pt x="27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0" name="Freeform 2088">
                <a:extLst>
                  <a:ext uri="{FF2B5EF4-FFF2-40B4-BE49-F238E27FC236}">
                    <a16:creationId xmlns:a16="http://schemas.microsoft.com/office/drawing/2014/main" id="{74D9459F-5318-4FBA-8793-B995930AB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994"/>
                <a:ext cx="88" cy="276"/>
              </a:xfrm>
              <a:custGeom>
                <a:avLst/>
                <a:gdLst>
                  <a:gd name="T0" fmla="*/ 26 w 161"/>
                  <a:gd name="T1" fmla="*/ 92 h 473"/>
                  <a:gd name="T2" fmla="*/ 25 w 161"/>
                  <a:gd name="T3" fmla="*/ 91 h 473"/>
                  <a:gd name="T4" fmla="*/ 26 w 161"/>
                  <a:gd name="T5" fmla="*/ 90 h 473"/>
                  <a:gd name="T6" fmla="*/ 20 w 161"/>
                  <a:gd name="T7" fmla="*/ 90 h 473"/>
                  <a:gd name="T8" fmla="*/ 11 w 161"/>
                  <a:gd name="T9" fmla="*/ 82 h 473"/>
                  <a:gd name="T10" fmla="*/ 7 w 161"/>
                  <a:gd name="T11" fmla="*/ 76 h 473"/>
                  <a:gd name="T12" fmla="*/ 4 w 161"/>
                  <a:gd name="T13" fmla="*/ 67 h 473"/>
                  <a:gd name="T14" fmla="*/ 3 w 161"/>
                  <a:gd name="T15" fmla="*/ 60 h 473"/>
                  <a:gd name="T16" fmla="*/ 3 w 161"/>
                  <a:gd name="T17" fmla="*/ 53 h 473"/>
                  <a:gd name="T18" fmla="*/ 3 w 161"/>
                  <a:gd name="T19" fmla="*/ 48 h 473"/>
                  <a:gd name="T20" fmla="*/ 4 w 161"/>
                  <a:gd name="T21" fmla="*/ 42 h 473"/>
                  <a:gd name="T22" fmla="*/ 5 w 161"/>
                  <a:gd name="T23" fmla="*/ 40 h 473"/>
                  <a:gd name="T24" fmla="*/ 6 w 161"/>
                  <a:gd name="T25" fmla="*/ 33 h 473"/>
                  <a:gd name="T26" fmla="*/ 6 w 161"/>
                  <a:gd name="T27" fmla="*/ 28 h 473"/>
                  <a:gd name="T28" fmla="*/ 7 w 161"/>
                  <a:gd name="T29" fmla="*/ 23 h 473"/>
                  <a:gd name="T30" fmla="*/ 7 w 161"/>
                  <a:gd name="T31" fmla="*/ 15 h 473"/>
                  <a:gd name="T32" fmla="*/ 7 w 161"/>
                  <a:gd name="T33" fmla="*/ 7 h 473"/>
                  <a:gd name="T34" fmla="*/ 7 w 161"/>
                  <a:gd name="T35" fmla="*/ 2 h 473"/>
                  <a:gd name="T36" fmla="*/ 4 w 161"/>
                  <a:gd name="T37" fmla="*/ 0 h 473"/>
                  <a:gd name="T38" fmla="*/ 4 w 161"/>
                  <a:gd name="T39" fmla="*/ 3 h 473"/>
                  <a:gd name="T40" fmla="*/ 5 w 161"/>
                  <a:gd name="T41" fmla="*/ 10 h 473"/>
                  <a:gd name="T42" fmla="*/ 4 w 161"/>
                  <a:gd name="T43" fmla="*/ 15 h 473"/>
                  <a:gd name="T44" fmla="*/ 4 w 161"/>
                  <a:gd name="T45" fmla="*/ 19 h 473"/>
                  <a:gd name="T46" fmla="*/ 4 w 161"/>
                  <a:gd name="T47" fmla="*/ 23 h 473"/>
                  <a:gd name="T48" fmla="*/ 4 w 161"/>
                  <a:gd name="T49" fmla="*/ 27 h 473"/>
                  <a:gd name="T50" fmla="*/ 3 w 161"/>
                  <a:gd name="T51" fmla="*/ 35 h 473"/>
                  <a:gd name="T52" fmla="*/ 2 w 161"/>
                  <a:gd name="T53" fmla="*/ 40 h 473"/>
                  <a:gd name="T54" fmla="*/ 2 w 161"/>
                  <a:gd name="T55" fmla="*/ 45 h 473"/>
                  <a:gd name="T56" fmla="*/ 2 w 161"/>
                  <a:gd name="T57" fmla="*/ 50 h 473"/>
                  <a:gd name="T58" fmla="*/ 1 w 161"/>
                  <a:gd name="T59" fmla="*/ 55 h 473"/>
                  <a:gd name="T60" fmla="*/ 1 w 161"/>
                  <a:gd name="T61" fmla="*/ 61 h 473"/>
                  <a:gd name="T62" fmla="*/ 1 w 161"/>
                  <a:gd name="T63" fmla="*/ 64 h 473"/>
                  <a:gd name="T64" fmla="*/ 3 w 161"/>
                  <a:gd name="T65" fmla="*/ 71 h 473"/>
                  <a:gd name="T66" fmla="*/ 5 w 161"/>
                  <a:gd name="T67" fmla="*/ 78 h 473"/>
                  <a:gd name="T68" fmla="*/ 8 w 161"/>
                  <a:gd name="T69" fmla="*/ 83 h 473"/>
                  <a:gd name="T70" fmla="*/ 11 w 161"/>
                  <a:gd name="T71" fmla="*/ 85 h 473"/>
                  <a:gd name="T72" fmla="*/ 13 w 161"/>
                  <a:gd name="T73" fmla="*/ 89 h 473"/>
                  <a:gd name="T74" fmla="*/ 25 w 161"/>
                  <a:gd name="T75" fmla="*/ 93 h 473"/>
                  <a:gd name="T76" fmla="*/ 26 w 161"/>
                  <a:gd name="T77" fmla="*/ 92 h 473"/>
                  <a:gd name="T78" fmla="*/ 26 w 161"/>
                  <a:gd name="T79" fmla="*/ 92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4" y="459"/>
                    </a:cubicBezTo>
                    <a:cubicBezTo>
                      <a:pt x="153" y="456"/>
                      <a:pt x="154" y="453"/>
                      <a:pt x="157" y="453"/>
                    </a:cubicBezTo>
                    <a:cubicBezTo>
                      <a:pt x="157" y="453"/>
                      <a:pt x="140" y="458"/>
                      <a:pt x="125" y="453"/>
                    </a:cubicBezTo>
                    <a:cubicBezTo>
                      <a:pt x="110" y="448"/>
                      <a:pt x="79" y="422"/>
                      <a:pt x="72" y="415"/>
                    </a:cubicBezTo>
                    <a:cubicBezTo>
                      <a:pt x="65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4" y="337"/>
                    </a:cubicBezTo>
                    <a:cubicBezTo>
                      <a:pt x="25" y="329"/>
                      <a:pt x="22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20" y="237"/>
                      <a:pt x="24" y="217"/>
                      <a:pt x="26" y="213"/>
                    </a:cubicBezTo>
                    <a:cubicBezTo>
                      <a:pt x="28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7" y="164"/>
                    </a:cubicBezTo>
                    <a:cubicBezTo>
                      <a:pt x="44" y="155"/>
                      <a:pt x="40" y="149"/>
                      <a:pt x="39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1" y="76"/>
                    </a:cubicBezTo>
                    <a:cubicBezTo>
                      <a:pt x="44" y="62"/>
                      <a:pt x="44" y="45"/>
                      <a:pt x="43" y="34"/>
                    </a:cubicBezTo>
                    <a:cubicBezTo>
                      <a:pt x="42" y="27"/>
                      <a:pt x="41" y="15"/>
                      <a:pt x="40" y="8"/>
                    </a:cubicBezTo>
                    <a:cubicBezTo>
                      <a:pt x="34" y="7"/>
                      <a:pt x="28" y="4"/>
                      <a:pt x="22" y="0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0" y="24"/>
                      <a:pt x="30" y="37"/>
                      <a:pt x="30" y="49"/>
                    </a:cubicBezTo>
                    <a:cubicBezTo>
                      <a:pt x="30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7" y="98"/>
                    </a:cubicBezTo>
                    <a:cubicBezTo>
                      <a:pt x="26" y="105"/>
                      <a:pt x="26" y="111"/>
                      <a:pt x="26" y="114"/>
                    </a:cubicBezTo>
                    <a:cubicBezTo>
                      <a:pt x="26" y="117"/>
                      <a:pt x="23" y="128"/>
                      <a:pt x="22" y="139"/>
                    </a:cubicBezTo>
                    <a:cubicBezTo>
                      <a:pt x="21" y="154"/>
                      <a:pt x="23" y="170"/>
                      <a:pt x="21" y="177"/>
                    </a:cubicBezTo>
                    <a:cubicBezTo>
                      <a:pt x="20" y="181"/>
                      <a:pt x="14" y="192"/>
                      <a:pt x="13" y="202"/>
                    </a:cubicBezTo>
                    <a:cubicBezTo>
                      <a:pt x="11" y="210"/>
                      <a:pt x="14" y="218"/>
                      <a:pt x="12" y="226"/>
                    </a:cubicBezTo>
                    <a:cubicBezTo>
                      <a:pt x="11" y="235"/>
                      <a:pt x="9" y="243"/>
                      <a:pt x="9" y="248"/>
                    </a:cubicBezTo>
                    <a:cubicBezTo>
                      <a:pt x="8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6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4" y="371"/>
                      <a:pt x="28" y="385"/>
                      <a:pt x="35" y="390"/>
                    </a:cubicBezTo>
                    <a:cubicBezTo>
                      <a:pt x="39" y="392"/>
                      <a:pt x="43" y="405"/>
                      <a:pt x="51" y="416"/>
                    </a:cubicBezTo>
                    <a:cubicBezTo>
                      <a:pt x="56" y="422"/>
                      <a:pt x="62" y="424"/>
                      <a:pt x="67" y="431"/>
                    </a:cubicBezTo>
                    <a:cubicBezTo>
                      <a:pt x="72" y="437"/>
                      <a:pt x="77" y="442"/>
                      <a:pt x="81" y="446"/>
                    </a:cubicBezTo>
                    <a:cubicBezTo>
                      <a:pt x="99" y="463"/>
                      <a:pt x="137" y="473"/>
                      <a:pt x="151" y="469"/>
                    </a:cubicBezTo>
                    <a:cubicBezTo>
                      <a:pt x="159" y="468"/>
                      <a:pt x="161" y="465"/>
                      <a:pt x="161" y="463"/>
                    </a:cubicBezTo>
                    <a:cubicBezTo>
                      <a:pt x="161" y="463"/>
                      <a:pt x="160" y="463"/>
                      <a:pt x="160" y="46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1" name="Freeform 2089">
                <a:extLst>
                  <a:ext uri="{FF2B5EF4-FFF2-40B4-BE49-F238E27FC236}">
                    <a16:creationId xmlns:a16="http://schemas.microsoft.com/office/drawing/2014/main" id="{76DB04F0-2F56-47A0-8426-6212B80B7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3269"/>
                <a:ext cx="4" cy="13"/>
              </a:xfrm>
              <a:custGeom>
                <a:avLst/>
                <a:gdLst>
                  <a:gd name="T0" fmla="*/ 1 w 7"/>
                  <a:gd name="T1" fmla="*/ 0 h 22"/>
                  <a:gd name="T2" fmla="*/ 1 w 7"/>
                  <a:gd name="T3" fmla="*/ 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6"/>
                      <a:pt x="7" y="22"/>
                      <a:pt x="7" y="2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2" name="Freeform 2090">
                <a:extLst>
                  <a:ext uri="{FF2B5EF4-FFF2-40B4-BE49-F238E27FC236}">
                    <a16:creationId xmlns:a16="http://schemas.microsoft.com/office/drawing/2014/main" id="{A9FD5162-BC7F-4AA1-8A8D-10A31F1A5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328"/>
                <a:ext cx="7" cy="12"/>
              </a:xfrm>
              <a:custGeom>
                <a:avLst/>
                <a:gdLst>
                  <a:gd name="T0" fmla="*/ 0 w 13"/>
                  <a:gd name="T1" fmla="*/ 0 h 20"/>
                  <a:gd name="T2" fmla="*/ 2 w 13"/>
                  <a:gd name="T3" fmla="*/ 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cubicBezTo>
                      <a:pt x="5" y="12"/>
                      <a:pt x="13" y="20"/>
                      <a:pt x="13" y="2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3" name="Freeform 2091">
                <a:extLst>
                  <a:ext uri="{FF2B5EF4-FFF2-40B4-BE49-F238E27FC236}">
                    <a16:creationId xmlns:a16="http://schemas.microsoft.com/office/drawing/2014/main" id="{7A4EEC7A-BFD5-4FAB-BFA1-B0C9AD467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241"/>
                <a:ext cx="6" cy="8"/>
              </a:xfrm>
              <a:custGeom>
                <a:avLst/>
                <a:gdLst>
                  <a:gd name="T0" fmla="*/ 0 w 11"/>
                  <a:gd name="T1" fmla="*/ 0 h 15"/>
                  <a:gd name="T2" fmla="*/ 2 w 11"/>
                  <a:gd name="T3" fmla="*/ 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6"/>
                      <a:pt x="5" y="12"/>
                      <a:pt x="11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4" name="Freeform 2092">
                <a:extLst>
                  <a:ext uri="{FF2B5EF4-FFF2-40B4-BE49-F238E27FC236}">
                    <a16:creationId xmlns:a16="http://schemas.microsoft.com/office/drawing/2014/main" id="{64E47E55-6FA8-43A3-8E2D-838658F64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912"/>
                <a:ext cx="168" cy="376"/>
              </a:xfrm>
              <a:custGeom>
                <a:avLst/>
                <a:gdLst>
                  <a:gd name="T0" fmla="*/ 0 w 306"/>
                  <a:gd name="T1" fmla="*/ 115 h 644"/>
                  <a:gd name="T2" fmla="*/ 10 w 306"/>
                  <a:gd name="T3" fmla="*/ 117 h 644"/>
                  <a:gd name="T4" fmla="*/ 18 w 306"/>
                  <a:gd name="T5" fmla="*/ 122 h 644"/>
                  <a:gd name="T6" fmla="*/ 23 w 306"/>
                  <a:gd name="T7" fmla="*/ 126 h 644"/>
                  <a:gd name="T8" fmla="*/ 38 w 306"/>
                  <a:gd name="T9" fmla="*/ 121 h 644"/>
                  <a:gd name="T10" fmla="*/ 43 w 306"/>
                  <a:gd name="T11" fmla="*/ 117 h 644"/>
                  <a:gd name="T12" fmla="*/ 46 w 306"/>
                  <a:gd name="T13" fmla="*/ 111 h 644"/>
                  <a:gd name="T14" fmla="*/ 48 w 306"/>
                  <a:gd name="T15" fmla="*/ 102 h 644"/>
                  <a:gd name="T16" fmla="*/ 48 w 306"/>
                  <a:gd name="T17" fmla="*/ 92 h 644"/>
                  <a:gd name="T18" fmla="*/ 47 w 306"/>
                  <a:gd name="T19" fmla="*/ 83 h 644"/>
                  <a:gd name="T20" fmla="*/ 44 w 306"/>
                  <a:gd name="T21" fmla="*/ 76 h 644"/>
                  <a:gd name="T22" fmla="*/ 42 w 306"/>
                  <a:gd name="T23" fmla="*/ 68 h 644"/>
                  <a:gd name="T24" fmla="*/ 42 w 306"/>
                  <a:gd name="T25" fmla="*/ 58 h 644"/>
                  <a:gd name="T26" fmla="*/ 41 w 306"/>
                  <a:gd name="T27" fmla="*/ 49 h 644"/>
                  <a:gd name="T28" fmla="*/ 40 w 306"/>
                  <a:gd name="T29" fmla="*/ 40 h 644"/>
                  <a:gd name="T30" fmla="*/ 40 w 306"/>
                  <a:gd name="T31" fmla="*/ 32 h 644"/>
                  <a:gd name="T32" fmla="*/ 41 w 306"/>
                  <a:gd name="T33" fmla="*/ 26 h 644"/>
                  <a:gd name="T34" fmla="*/ 41 w 306"/>
                  <a:gd name="T35" fmla="*/ 18 h 644"/>
                  <a:gd name="T36" fmla="*/ 42 w 306"/>
                  <a:gd name="T37" fmla="*/ 8 h 644"/>
                  <a:gd name="T38" fmla="*/ 42 w 306"/>
                  <a:gd name="T39" fmla="*/ 8 h 644"/>
                  <a:gd name="T40" fmla="*/ 42 w 306"/>
                  <a:gd name="T41" fmla="*/ 7 h 644"/>
                  <a:gd name="T42" fmla="*/ 42 w 306"/>
                  <a:gd name="T43" fmla="*/ 1 h 644"/>
                  <a:gd name="T44" fmla="*/ 42 w 306"/>
                  <a:gd name="T45" fmla="*/ 1 h 644"/>
                  <a:gd name="T46" fmla="*/ 42 w 306"/>
                  <a:gd name="T47" fmla="*/ 1 h 644"/>
                  <a:gd name="T48" fmla="*/ 43 w 306"/>
                  <a:gd name="T49" fmla="*/ 5 h 644"/>
                  <a:gd name="T50" fmla="*/ 43 w 306"/>
                  <a:gd name="T51" fmla="*/ 12 h 644"/>
                  <a:gd name="T52" fmla="*/ 43 w 306"/>
                  <a:gd name="T53" fmla="*/ 19 h 644"/>
                  <a:gd name="T54" fmla="*/ 43 w 306"/>
                  <a:gd name="T55" fmla="*/ 24 h 644"/>
                  <a:gd name="T56" fmla="*/ 43 w 306"/>
                  <a:gd name="T57" fmla="*/ 27 h 644"/>
                  <a:gd name="T58" fmla="*/ 43 w 306"/>
                  <a:gd name="T59" fmla="*/ 31 h 644"/>
                  <a:gd name="T60" fmla="*/ 42 w 306"/>
                  <a:gd name="T61" fmla="*/ 36 h 644"/>
                  <a:gd name="T62" fmla="*/ 42 w 306"/>
                  <a:gd name="T63" fmla="*/ 40 h 644"/>
                  <a:gd name="T64" fmla="*/ 43 w 306"/>
                  <a:gd name="T65" fmla="*/ 44 h 644"/>
                  <a:gd name="T66" fmla="*/ 43 w 306"/>
                  <a:gd name="T67" fmla="*/ 48 h 644"/>
                  <a:gd name="T68" fmla="*/ 43 w 306"/>
                  <a:gd name="T69" fmla="*/ 54 h 644"/>
                  <a:gd name="T70" fmla="*/ 44 w 306"/>
                  <a:gd name="T71" fmla="*/ 60 h 644"/>
                  <a:gd name="T72" fmla="*/ 44 w 306"/>
                  <a:gd name="T73" fmla="*/ 65 h 644"/>
                  <a:gd name="T74" fmla="*/ 45 w 306"/>
                  <a:gd name="T75" fmla="*/ 69 h 644"/>
                  <a:gd name="T76" fmla="*/ 46 w 306"/>
                  <a:gd name="T77" fmla="*/ 73 h 644"/>
                  <a:gd name="T78" fmla="*/ 48 w 306"/>
                  <a:gd name="T79" fmla="*/ 76 h 644"/>
                  <a:gd name="T80" fmla="*/ 48 w 306"/>
                  <a:gd name="T81" fmla="*/ 81 h 644"/>
                  <a:gd name="T82" fmla="*/ 49 w 306"/>
                  <a:gd name="T83" fmla="*/ 85 h 644"/>
                  <a:gd name="T84" fmla="*/ 50 w 306"/>
                  <a:gd name="T85" fmla="*/ 92 h 644"/>
                  <a:gd name="T86" fmla="*/ 51 w 306"/>
                  <a:gd name="T87" fmla="*/ 98 h 644"/>
                  <a:gd name="T88" fmla="*/ 50 w 306"/>
                  <a:gd name="T89" fmla="*/ 105 h 644"/>
                  <a:gd name="T90" fmla="*/ 47 w 306"/>
                  <a:gd name="T91" fmla="*/ 112 h 644"/>
                  <a:gd name="T92" fmla="*/ 44 w 306"/>
                  <a:gd name="T93" fmla="*/ 119 h 644"/>
                  <a:gd name="T94" fmla="*/ 39 w 306"/>
                  <a:gd name="T95" fmla="*/ 123 h 644"/>
                  <a:gd name="T96" fmla="*/ 32 w 306"/>
                  <a:gd name="T97" fmla="*/ 127 h 644"/>
                  <a:gd name="T98" fmla="*/ 25 w 306"/>
                  <a:gd name="T99" fmla="*/ 128 h 644"/>
                  <a:gd name="T100" fmla="*/ 19 w 306"/>
                  <a:gd name="T101" fmla="*/ 126 h 644"/>
                  <a:gd name="T102" fmla="*/ 14 w 306"/>
                  <a:gd name="T103" fmla="*/ 123 h 644"/>
                  <a:gd name="T104" fmla="*/ 8 w 306"/>
                  <a:gd name="T105" fmla="*/ 119 h 644"/>
                  <a:gd name="T106" fmla="*/ 0 w 306"/>
                  <a:gd name="T107" fmla="*/ 115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5" y="572"/>
                      <a:pt x="46" y="581"/>
                      <a:pt x="62" y="591"/>
                    </a:cubicBezTo>
                    <a:cubicBezTo>
                      <a:pt x="78" y="602"/>
                      <a:pt x="90" y="609"/>
                      <a:pt x="105" y="613"/>
                    </a:cubicBezTo>
                    <a:cubicBezTo>
                      <a:pt x="120" y="618"/>
                      <a:pt x="122" y="630"/>
                      <a:pt x="140" y="634"/>
                    </a:cubicBezTo>
                    <a:cubicBezTo>
                      <a:pt x="202" y="640"/>
                      <a:pt x="219" y="621"/>
                      <a:pt x="230" y="610"/>
                    </a:cubicBezTo>
                    <a:cubicBezTo>
                      <a:pt x="242" y="600"/>
                      <a:pt x="251" y="602"/>
                      <a:pt x="260" y="590"/>
                    </a:cubicBezTo>
                    <a:cubicBezTo>
                      <a:pt x="268" y="578"/>
                      <a:pt x="270" y="569"/>
                      <a:pt x="277" y="558"/>
                    </a:cubicBezTo>
                    <a:cubicBezTo>
                      <a:pt x="284" y="546"/>
                      <a:pt x="285" y="524"/>
                      <a:pt x="289" y="510"/>
                    </a:cubicBezTo>
                    <a:cubicBezTo>
                      <a:pt x="293" y="496"/>
                      <a:pt x="288" y="474"/>
                      <a:pt x="287" y="462"/>
                    </a:cubicBezTo>
                    <a:cubicBezTo>
                      <a:pt x="286" y="449"/>
                      <a:pt x="284" y="432"/>
                      <a:pt x="281" y="420"/>
                    </a:cubicBezTo>
                    <a:cubicBezTo>
                      <a:pt x="277" y="408"/>
                      <a:pt x="270" y="397"/>
                      <a:pt x="266" y="384"/>
                    </a:cubicBezTo>
                    <a:cubicBezTo>
                      <a:pt x="262" y="371"/>
                      <a:pt x="258" y="352"/>
                      <a:pt x="254" y="340"/>
                    </a:cubicBezTo>
                    <a:cubicBezTo>
                      <a:pt x="251" y="328"/>
                      <a:pt x="255" y="307"/>
                      <a:pt x="253" y="295"/>
                    </a:cubicBezTo>
                    <a:cubicBezTo>
                      <a:pt x="251" y="283"/>
                      <a:pt x="246" y="259"/>
                      <a:pt x="246" y="246"/>
                    </a:cubicBezTo>
                    <a:cubicBezTo>
                      <a:pt x="246" y="233"/>
                      <a:pt x="239" y="211"/>
                      <a:pt x="240" y="202"/>
                    </a:cubicBezTo>
                    <a:cubicBezTo>
                      <a:pt x="241" y="193"/>
                      <a:pt x="238" y="175"/>
                      <a:pt x="240" y="162"/>
                    </a:cubicBezTo>
                    <a:cubicBezTo>
                      <a:pt x="241" y="149"/>
                      <a:pt x="245" y="138"/>
                      <a:pt x="246" y="131"/>
                    </a:cubicBezTo>
                    <a:cubicBezTo>
                      <a:pt x="246" y="124"/>
                      <a:pt x="249" y="99"/>
                      <a:pt x="250" y="90"/>
                    </a:cubicBezTo>
                    <a:cubicBezTo>
                      <a:pt x="251" y="80"/>
                      <a:pt x="256" y="52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39"/>
                      <a:pt x="252" y="36"/>
                      <a:pt x="252" y="35"/>
                    </a:cubicBezTo>
                    <a:cubicBezTo>
                      <a:pt x="259" y="31"/>
                      <a:pt x="258" y="6"/>
                      <a:pt x="256" y="1"/>
                    </a:cubicBezTo>
                    <a:cubicBezTo>
                      <a:pt x="258" y="0"/>
                      <a:pt x="254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2" y="22"/>
                      <a:pt x="262" y="28"/>
                    </a:cubicBezTo>
                    <a:cubicBezTo>
                      <a:pt x="261" y="33"/>
                      <a:pt x="263" y="53"/>
                      <a:pt x="263" y="62"/>
                    </a:cubicBezTo>
                    <a:cubicBezTo>
                      <a:pt x="262" y="70"/>
                      <a:pt x="264" y="88"/>
                      <a:pt x="262" y="93"/>
                    </a:cubicBezTo>
                    <a:cubicBezTo>
                      <a:pt x="260" y="98"/>
                      <a:pt x="261" y="116"/>
                      <a:pt x="260" y="122"/>
                    </a:cubicBezTo>
                    <a:cubicBezTo>
                      <a:pt x="259" y="129"/>
                      <a:pt x="258" y="133"/>
                      <a:pt x="258" y="135"/>
                    </a:cubicBezTo>
                    <a:cubicBezTo>
                      <a:pt x="258" y="137"/>
                      <a:pt x="260" y="146"/>
                      <a:pt x="258" y="155"/>
                    </a:cubicBezTo>
                    <a:cubicBezTo>
                      <a:pt x="257" y="164"/>
                      <a:pt x="251" y="176"/>
                      <a:pt x="251" y="181"/>
                    </a:cubicBezTo>
                    <a:cubicBezTo>
                      <a:pt x="251" y="186"/>
                      <a:pt x="254" y="196"/>
                      <a:pt x="254" y="201"/>
                    </a:cubicBezTo>
                    <a:cubicBezTo>
                      <a:pt x="254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1" y="245"/>
                    </a:cubicBezTo>
                    <a:cubicBezTo>
                      <a:pt x="261" y="254"/>
                      <a:pt x="262" y="265"/>
                      <a:pt x="262" y="274"/>
                    </a:cubicBezTo>
                    <a:cubicBezTo>
                      <a:pt x="262" y="282"/>
                      <a:pt x="265" y="293"/>
                      <a:pt x="266" y="301"/>
                    </a:cubicBezTo>
                    <a:cubicBezTo>
                      <a:pt x="267" y="309"/>
                      <a:pt x="269" y="318"/>
                      <a:pt x="270" y="325"/>
                    </a:cubicBezTo>
                    <a:cubicBezTo>
                      <a:pt x="271" y="331"/>
                      <a:pt x="270" y="336"/>
                      <a:pt x="272" y="347"/>
                    </a:cubicBezTo>
                    <a:cubicBezTo>
                      <a:pt x="274" y="357"/>
                      <a:pt x="277" y="363"/>
                      <a:pt x="278" y="367"/>
                    </a:cubicBezTo>
                    <a:cubicBezTo>
                      <a:pt x="279" y="372"/>
                      <a:pt x="284" y="374"/>
                      <a:pt x="287" y="384"/>
                    </a:cubicBezTo>
                    <a:cubicBezTo>
                      <a:pt x="289" y="395"/>
                      <a:pt x="286" y="398"/>
                      <a:pt x="288" y="404"/>
                    </a:cubicBezTo>
                    <a:cubicBezTo>
                      <a:pt x="290" y="410"/>
                      <a:pt x="294" y="417"/>
                      <a:pt x="296" y="425"/>
                    </a:cubicBezTo>
                    <a:cubicBezTo>
                      <a:pt x="298" y="433"/>
                      <a:pt x="302" y="457"/>
                      <a:pt x="302" y="464"/>
                    </a:cubicBezTo>
                    <a:cubicBezTo>
                      <a:pt x="303" y="471"/>
                      <a:pt x="306" y="482"/>
                      <a:pt x="305" y="490"/>
                    </a:cubicBezTo>
                    <a:cubicBezTo>
                      <a:pt x="305" y="499"/>
                      <a:pt x="304" y="517"/>
                      <a:pt x="301" y="530"/>
                    </a:cubicBezTo>
                    <a:cubicBezTo>
                      <a:pt x="298" y="543"/>
                      <a:pt x="289" y="556"/>
                      <a:pt x="285" y="564"/>
                    </a:cubicBezTo>
                    <a:cubicBezTo>
                      <a:pt x="281" y="572"/>
                      <a:pt x="274" y="592"/>
                      <a:pt x="265" y="599"/>
                    </a:cubicBezTo>
                    <a:cubicBezTo>
                      <a:pt x="256" y="605"/>
                      <a:pt x="241" y="609"/>
                      <a:pt x="235" y="618"/>
                    </a:cubicBezTo>
                    <a:cubicBezTo>
                      <a:pt x="223" y="632"/>
                      <a:pt x="204" y="632"/>
                      <a:pt x="193" y="638"/>
                    </a:cubicBezTo>
                    <a:cubicBezTo>
                      <a:pt x="183" y="643"/>
                      <a:pt x="167" y="643"/>
                      <a:pt x="149" y="643"/>
                    </a:cubicBezTo>
                    <a:cubicBezTo>
                      <a:pt x="131" y="643"/>
                      <a:pt x="122" y="644"/>
                      <a:pt x="114" y="632"/>
                    </a:cubicBezTo>
                    <a:cubicBezTo>
                      <a:pt x="106" y="621"/>
                      <a:pt x="95" y="629"/>
                      <a:pt x="86" y="619"/>
                    </a:cubicBezTo>
                    <a:cubicBezTo>
                      <a:pt x="77" y="609"/>
                      <a:pt x="65" y="606"/>
                      <a:pt x="51" y="594"/>
                    </a:cubicBezTo>
                    <a:cubicBezTo>
                      <a:pt x="37" y="583"/>
                      <a:pt x="13" y="577"/>
                      <a:pt x="0" y="5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5" name="Freeform 2093">
                <a:extLst>
                  <a:ext uri="{FF2B5EF4-FFF2-40B4-BE49-F238E27FC236}">
                    <a16:creationId xmlns:a16="http://schemas.microsoft.com/office/drawing/2014/main" id="{47E06832-F2CA-48DE-8EC2-C7326168E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3261"/>
                <a:ext cx="4" cy="7"/>
              </a:xfrm>
              <a:custGeom>
                <a:avLst/>
                <a:gdLst>
                  <a:gd name="T0" fmla="*/ 0 w 7"/>
                  <a:gd name="T1" fmla="*/ 0 h 13"/>
                  <a:gd name="T2" fmla="*/ 1 w 7"/>
                  <a:gd name="T3" fmla="*/ 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0" y="6"/>
                      <a:pt x="5" y="9"/>
                      <a:pt x="7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6" name="Freeform 2094">
                <a:extLst>
                  <a:ext uri="{FF2B5EF4-FFF2-40B4-BE49-F238E27FC236}">
                    <a16:creationId xmlns:a16="http://schemas.microsoft.com/office/drawing/2014/main" id="{4884AAA3-BA54-464D-96F7-CCB635FD8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948"/>
                <a:ext cx="13" cy="4"/>
              </a:xfrm>
              <a:custGeom>
                <a:avLst/>
                <a:gdLst>
                  <a:gd name="T0" fmla="*/ 0 w 24"/>
                  <a:gd name="T1" fmla="*/ 1 h 7"/>
                  <a:gd name="T2" fmla="*/ 4 w 24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">
                    <a:moveTo>
                      <a:pt x="0" y="1"/>
                    </a:moveTo>
                    <a:cubicBezTo>
                      <a:pt x="11" y="0"/>
                      <a:pt x="21" y="4"/>
                      <a:pt x="24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7" name="Freeform 2095">
                <a:extLst>
                  <a:ext uri="{FF2B5EF4-FFF2-40B4-BE49-F238E27FC236}">
                    <a16:creationId xmlns:a16="http://schemas.microsoft.com/office/drawing/2014/main" id="{D2FA5491-AC88-45BC-BBE9-B4F1B35C7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927"/>
                <a:ext cx="14" cy="3"/>
              </a:xfrm>
              <a:custGeom>
                <a:avLst/>
                <a:gdLst>
                  <a:gd name="T0" fmla="*/ 0 w 26"/>
                  <a:gd name="T1" fmla="*/ 1 h 5"/>
                  <a:gd name="T2" fmla="*/ 4 w 26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0" y="5"/>
                    </a:moveTo>
                    <a:cubicBezTo>
                      <a:pt x="16" y="0"/>
                      <a:pt x="26" y="4"/>
                      <a:pt x="26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8" name="Freeform 2096">
                <a:extLst>
                  <a:ext uri="{FF2B5EF4-FFF2-40B4-BE49-F238E27FC236}">
                    <a16:creationId xmlns:a16="http://schemas.microsoft.com/office/drawing/2014/main" id="{AC050E5B-9596-4B96-9966-554408417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910"/>
                <a:ext cx="13" cy="3"/>
              </a:xfrm>
              <a:custGeom>
                <a:avLst/>
                <a:gdLst>
                  <a:gd name="T0" fmla="*/ 4 w 24"/>
                  <a:gd name="T1" fmla="*/ 1 h 5"/>
                  <a:gd name="T2" fmla="*/ 0 w 24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2"/>
                    </a:moveTo>
                    <a:cubicBezTo>
                      <a:pt x="24" y="2"/>
                      <a:pt x="16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9" name="Freeform 2097">
                <a:extLst>
                  <a:ext uri="{FF2B5EF4-FFF2-40B4-BE49-F238E27FC236}">
                    <a16:creationId xmlns:a16="http://schemas.microsoft.com/office/drawing/2014/main" id="{1D8ABD99-95C6-46BD-829C-1106D6BF1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962"/>
                <a:ext cx="4" cy="0"/>
              </a:xfrm>
              <a:custGeom>
                <a:avLst/>
                <a:gdLst>
                  <a:gd name="T0" fmla="*/ 0 w 7"/>
                  <a:gd name="T1" fmla="*/ 1 h 1"/>
                  <a:gd name="T2" fmla="*/ 1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4" y="0"/>
                      <a:pt x="7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0" name="Freeform 2098">
                <a:extLst>
                  <a:ext uri="{FF2B5EF4-FFF2-40B4-BE49-F238E27FC236}">
                    <a16:creationId xmlns:a16="http://schemas.microsoft.com/office/drawing/2014/main" id="{8F8F6822-E186-4616-AECF-29C2742A4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990"/>
                <a:ext cx="3" cy="10"/>
              </a:xfrm>
              <a:custGeom>
                <a:avLst/>
                <a:gdLst>
                  <a:gd name="T0" fmla="*/ 0 w 6"/>
                  <a:gd name="T1" fmla="*/ 0 h 16"/>
                  <a:gd name="T2" fmla="*/ 1 w 6"/>
                  <a:gd name="T3" fmla="*/ 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3"/>
                      <a:pt x="6" y="12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1" name="Freeform 2099">
                <a:extLst>
                  <a:ext uri="{FF2B5EF4-FFF2-40B4-BE49-F238E27FC236}">
                    <a16:creationId xmlns:a16="http://schemas.microsoft.com/office/drawing/2014/main" id="{50477AE9-BA8D-4B7B-9023-3DD0245CD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880"/>
                <a:ext cx="384" cy="563"/>
              </a:xfrm>
              <a:custGeom>
                <a:avLst/>
                <a:gdLst>
                  <a:gd name="T0" fmla="*/ 113 w 701"/>
                  <a:gd name="T1" fmla="*/ 99 h 963"/>
                  <a:gd name="T2" fmla="*/ 110 w 701"/>
                  <a:gd name="T3" fmla="*/ 82 h 963"/>
                  <a:gd name="T4" fmla="*/ 107 w 701"/>
                  <a:gd name="T5" fmla="*/ 62 h 963"/>
                  <a:gd name="T6" fmla="*/ 106 w 701"/>
                  <a:gd name="T7" fmla="*/ 47 h 963"/>
                  <a:gd name="T8" fmla="*/ 106 w 701"/>
                  <a:gd name="T9" fmla="*/ 31 h 963"/>
                  <a:gd name="T10" fmla="*/ 106 w 701"/>
                  <a:gd name="T11" fmla="*/ 13 h 963"/>
                  <a:gd name="T12" fmla="*/ 96 w 701"/>
                  <a:gd name="T13" fmla="*/ 1 h 963"/>
                  <a:gd name="T14" fmla="*/ 85 w 701"/>
                  <a:gd name="T15" fmla="*/ 11 h 963"/>
                  <a:gd name="T16" fmla="*/ 79 w 701"/>
                  <a:gd name="T17" fmla="*/ 23 h 963"/>
                  <a:gd name="T18" fmla="*/ 70 w 701"/>
                  <a:gd name="T19" fmla="*/ 33 h 963"/>
                  <a:gd name="T20" fmla="*/ 54 w 701"/>
                  <a:gd name="T21" fmla="*/ 35 h 963"/>
                  <a:gd name="T22" fmla="*/ 39 w 701"/>
                  <a:gd name="T23" fmla="*/ 33 h 963"/>
                  <a:gd name="T24" fmla="*/ 26 w 701"/>
                  <a:gd name="T25" fmla="*/ 24 h 963"/>
                  <a:gd name="T26" fmla="*/ 12 w 701"/>
                  <a:gd name="T27" fmla="*/ 17 h 963"/>
                  <a:gd name="T28" fmla="*/ 4 w 701"/>
                  <a:gd name="T29" fmla="*/ 25 h 963"/>
                  <a:gd name="T30" fmla="*/ 4 w 701"/>
                  <a:gd name="T31" fmla="*/ 51 h 963"/>
                  <a:gd name="T32" fmla="*/ 4 w 701"/>
                  <a:gd name="T33" fmla="*/ 74 h 963"/>
                  <a:gd name="T34" fmla="*/ 2 w 701"/>
                  <a:gd name="T35" fmla="*/ 95 h 963"/>
                  <a:gd name="T36" fmla="*/ 8 w 701"/>
                  <a:gd name="T37" fmla="*/ 122 h 963"/>
                  <a:gd name="T38" fmla="*/ 27 w 701"/>
                  <a:gd name="T39" fmla="*/ 140 h 963"/>
                  <a:gd name="T40" fmla="*/ 33 w 701"/>
                  <a:gd name="T41" fmla="*/ 132 h 963"/>
                  <a:gd name="T42" fmla="*/ 32 w 701"/>
                  <a:gd name="T43" fmla="*/ 130 h 963"/>
                  <a:gd name="T44" fmla="*/ 34 w 701"/>
                  <a:gd name="T45" fmla="*/ 130 h 963"/>
                  <a:gd name="T46" fmla="*/ 26 w 701"/>
                  <a:gd name="T47" fmla="*/ 110 h 963"/>
                  <a:gd name="T48" fmla="*/ 21 w 701"/>
                  <a:gd name="T49" fmla="*/ 92 h 963"/>
                  <a:gd name="T50" fmla="*/ 20 w 701"/>
                  <a:gd name="T51" fmla="*/ 73 h 963"/>
                  <a:gd name="T52" fmla="*/ 21 w 701"/>
                  <a:gd name="T53" fmla="*/ 55 h 963"/>
                  <a:gd name="T54" fmla="*/ 29 w 701"/>
                  <a:gd name="T55" fmla="*/ 53 h 963"/>
                  <a:gd name="T56" fmla="*/ 46 w 701"/>
                  <a:gd name="T57" fmla="*/ 57 h 963"/>
                  <a:gd name="T58" fmla="*/ 62 w 701"/>
                  <a:gd name="T59" fmla="*/ 58 h 963"/>
                  <a:gd name="T60" fmla="*/ 77 w 701"/>
                  <a:gd name="T61" fmla="*/ 53 h 963"/>
                  <a:gd name="T62" fmla="*/ 89 w 701"/>
                  <a:gd name="T63" fmla="*/ 41 h 963"/>
                  <a:gd name="T64" fmla="*/ 90 w 701"/>
                  <a:gd name="T65" fmla="*/ 56 h 963"/>
                  <a:gd name="T66" fmla="*/ 93 w 701"/>
                  <a:gd name="T67" fmla="*/ 76 h 963"/>
                  <a:gd name="T68" fmla="*/ 95 w 701"/>
                  <a:gd name="T69" fmla="*/ 92 h 963"/>
                  <a:gd name="T70" fmla="*/ 96 w 701"/>
                  <a:gd name="T71" fmla="*/ 102 h 963"/>
                  <a:gd name="T72" fmla="*/ 98 w 701"/>
                  <a:gd name="T73" fmla="*/ 112 h 963"/>
                  <a:gd name="T74" fmla="*/ 95 w 701"/>
                  <a:gd name="T75" fmla="*/ 123 h 963"/>
                  <a:gd name="T76" fmla="*/ 91 w 701"/>
                  <a:gd name="T77" fmla="*/ 130 h 963"/>
                  <a:gd name="T78" fmla="*/ 75 w 701"/>
                  <a:gd name="T79" fmla="*/ 130 h 963"/>
                  <a:gd name="T80" fmla="*/ 49 w 701"/>
                  <a:gd name="T81" fmla="*/ 153 h 963"/>
                  <a:gd name="T82" fmla="*/ 54 w 701"/>
                  <a:gd name="T83" fmla="*/ 182 h 963"/>
                  <a:gd name="T84" fmla="*/ 61 w 701"/>
                  <a:gd name="T85" fmla="*/ 191 h 963"/>
                  <a:gd name="T86" fmla="*/ 68 w 701"/>
                  <a:gd name="T87" fmla="*/ 163 h 963"/>
                  <a:gd name="T88" fmla="*/ 67 w 701"/>
                  <a:gd name="T89" fmla="*/ 147 h 963"/>
                  <a:gd name="T90" fmla="*/ 91 w 701"/>
                  <a:gd name="T91" fmla="*/ 153 h 963"/>
                  <a:gd name="T92" fmla="*/ 106 w 701"/>
                  <a:gd name="T93" fmla="*/ 133 h 963"/>
                  <a:gd name="T94" fmla="*/ 114 w 701"/>
                  <a:gd name="T95" fmla="*/ 110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4" y="550"/>
                    </a:moveTo>
                    <a:cubicBezTo>
                      <a:pt x="699" y="541"/>
                      <a:pt x="697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5" y="365"/>
                    </a:cubicBezTo>
                    <a:cubicBezTo>
                      <a:pt x="663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5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6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4" y="1"/>
                      <a:pt x="547" y="10"/>
                    </a:cubicBezTo>
                    <a:cubicBezTo>
                      <a:pt x="519" y="23"/>
                      <a:pt x="515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3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7" y="175"/>
                    </a:cubicBezTo>
                    <a:cubicBezTo>
                      <a:pt x="313" y="166"/>
                      <a:pt x="293" y="167"/>
                      <a:pt x="278" y="174"/>
                    </a:cubicBezTo>
                    <a:cubicBezTo>
                      <a:pt x="275" y="165"/>
                      <a:pt x="243" y="159"/>
                      <a:pt x="235" y="167"/>
                    </a:cubicBezTo>
                    <a:cubicBezTo>
                      <a:pt x="225" y="153"/>
                      <a:pt x="203" y="141"/>
                      <a:pt x="193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1" y="93"/>
                      <a:pt x="55" y="95"/>
                    </a:cubicBezTo>
                    <a:cubicBezTo>
                      <a:pt x="42" y="99"/>
                      <a:pt x="28" y="109"/>
                      <a:pt x="22" y="127"/>
                    </a:cubicBezTo>
                    <a:cubicBezTo>
                      <a:pt x="16" y="144"/>
                      <a:pt x="9" y="168"/>
                      <a:pt x="22" y="189"/>
                    </a:cubicBezTo>
                    <a:cubicBezTo>
                      <a:pt x="14" y="202"/>
                      <a:pt x="15" y="247"/>
                      <a:pt x="27" y="256"/>
                    </a:cubicBezTo>
                    <a:cubicBezTo>
                      <a:pt x="16" y="269"/>
                      <a:pt x="23" y="295"/>
                      <a:pt x="28" y="309"/>
                    </a:cubicBezTo>
                    <a:cubicBezTo>
                      <a:pt x="16" y="319"/>
                      <a:pt x="16" y="359"/>
                      <a:pt x="22" y="367"/>
                    </a:cubicBezTo>
                    <a:cubicBezTo>
                      <a:pt x="8" y="376"/>
                      <a:pt x="9" y="406"/>
                      <a:pt x="16" y="422"/>
                    </a:cubicBezTo>
                    <a:cubicBezTo>
                      <a:pt x="2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9" y="668"/>
                    </a:cubicBezTo>
                    <a:cubicBezTo>
                      <a:pt x="94" y="687"/>
                      <a:pt x="135" y="718"/>
                      <a:pt x="162" y="703"/>
                    </a:cubicBezTo>
                    <a:cubicBezTo>
                      <a:pt x="183" y="690"/>
                      <a:pt x="181" y="682"/>
                      <a:pt x="189" y="670"/>
                    </a:cubicBezTo>
                    <a:cubicBezTo>
                      <a:pt x="192" y="666"/>
                      <a:pt x="196" y="662"/>
                      <a:pt x="200" y="658"/>
                    </a:cubicBezTo>
                    <a:cubicBezTo>
                      <a:pt x="199" y="658"/>
                      <a:pt x="199" y="658"/>
                      <a:pt x="198" y="658"/>
                    </a:cubicBezTo>
                    <a:cubicBezTo>
                      <a:pt x="195" y="659"/>
                      <a:pt x="192" y="657"/>
                      <a:pt x="192" y="654"/>
                    </a:cubicBezTo>
                    <a:cubicBezTo>
                      <a:pt x="191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7" y="649"/>
                    </a:cubicBezTo>
                    <a:cubicBezTo>
                      <a:pt x="211" y="642"/>
                      <a:pt x="216" y="634"/>
                      <a:pt x="218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8" y="517"/>
                      <a:pt x="127" y="508"/>
                    </a:cubicBezTo>
                    <a:cubicBezTo>
                      <a:pt x="138" y="489"/>
                      <a:pt x="129" y="463"/>
                      <a:pt x="129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4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3" y="315"/>
                    </a:cubicBezTo>
                    <a:cubicBezTo>
                      <a:pt x="136" y="302"/>
                      <a:pt x="137" y="291"/>
                      <a:pt x="132" y="276"/>
                    </a:cubicBezTo>
                    <a:cubicBezTo>
                      <a:pt x="142" y="265"/>
                      <a:pt x="132" y="241"/>
                      <a:pt x="128" y="232"/>
                    </a:cubicBezTo>
                    <a:cubicBezTo>
                      <a:pt x="135" y="242"/>
                      <a:pt x="148" y="264"/>
                      <a:pt x="176" y="265"/>
                    </a:cubicBezTo>
                    <a:cubicBezTo>
                      <a:pt x="200" y="285"/>
                      <a:pt x="207" y="280"/>
                      <a:pt x="227" y="282"/>
                    </a:cubicBezTo>
                    <a:cubicBezTo>
                      <a:pt x="233" y="295"/>
                      <a:pt x="272" y="296"/>
                      <a:pt x="282" y="288"/>
                    </a:cubicBezTo>
                    <a:cubicBezTo>
                      <a:pt x="288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5" y="274"/>
                      <a:pt x="509" y="250"/>
                      <a:pt x="509" y="239"/>
                    </a:cubicBezTo>
                    <a:cubicBezTo>
                      <a:pt x="514" y="247"/>
                      <a:pt x="537" y="217"/>
                      <a:pt x="541" y="204"/>
                    </a:cubicBezTo>
                    <a:cubicBezTo>
                      <a:pt x="541" y="204"/>
                      <a:pt x="534" y="232"/>
                      <a:pt x="541" y="235"/>
                    </a:cubicBezTo>
                    <a:cubicBezTo>
                      <a:pt x="536" y="238"/>
                      <a:pt x="538" y="275"/>
                      <a:pt x="548" y="280"/>
                    </a:cubicBezTo>
                    <a:cubicBezTo>
                      <a:pt x="541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4" y="464"/>
                      <a:pt x="577" y="464"/>
                    </a:cubicBezTo>
                    <a:cubicBezTo>
                      <a:pt x="568" y="469"/>
                      <a:pt x="577" y="500"/>
                      <a:pt x="587" y="498"/>
                    </a:cubicBezTo>
                    <a:cubicBezTo>
                      <a:pt x="587" y="498"/>
                      <a:pt x="583" y="504"/>
                      <a:pt x="584" y="511"/>
                    </a:cubicBezTo>
                    <a:cubicBezTo>
                      <a:pt x="585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90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4" y="650"/>
                    </a:cubicBezTo>
                    <a:cubicBezTo>
                      <a:pt x="553" y="650"/>
                      <a:pt x="553" y="650"/>
                      <a:pt x="553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8" y="646"/>
                    </a:cubicBezTo>
                    <a:cubicBezTo>
                      <a:pt x="271" y="686"/>
                      <a:pt x="287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5" y="899"/>
                      <a:pt x="326" y="914"/>
                    </a:cubicBezTo>
                    <a:cubicBezTo>
                      <a:pt x="339" y="930"/>
                      <a:pt x="347" y="940"/>
                      <a:pt x="347" y="952"/>
                    </a:cubicBezTo>
                    <a:cubicBezTo>
                      <a:pt x="347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8" y="774"/>
                      <a:pt x="547" y="776"/>
                      <a:pt x="556" y="763"/>
                    </a:cubicBezTo>
                    <a:cubicBezTo>
                      <a:pt x="564" y="766"/>
                      <a:pt x="614" y="731"/>
                      <a:pt x="609" y="712"/>
                    </a:cubicBezTo>
                    <a:cubicBezTo>
                      <a:pt x="625" y="717"/>
                      <a:pt x="657" y="686"/>
                      <a:pt x="648" y="663"/>
                    </a:cubicBezTo>
                    <a:cubicBezTo>
                      <a:pt x="663" y="665"/>
                      <a:pt x="687" y="623"/>
                      <a:pt x="685" y="600"/>
                    </a:cubicBezTo>
                    <a:cubicBezTo>
                      <a:pt x="692" y="601"/>
                      <a:pt x="701" y="561"/>
                      <a:pt x="694" y="55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2" name="Freeform 2100">
                <a:extLst>
                  <a:ext uri="{FF2B5EF4-FFF2-40B4-BE49-F238E27FC236}">
                    <a16:creationId xmlns:a16="http://schemas.microsoft.com/office/drawing/2014/main" id="{D415DFEC-3502-4EC0-A9EC-F7A6F498E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881"/>
                <a:ext cx="292" cy="142"/>
              </a:xfrm>
              <a:custGeom>
                <a:avLst/>
                <a:gdLst>
                  <a:gd name="T0" fmla="*/ 86 w 534"/>
                  <a:gd name="T1" fmla="*/ 3 h 242"/>
                  <a:gd name="T2" fmla="*/ 84 w 534"/>
                  <a:gd name="T3" fmla="*/ 10 h 242"/>
                  <a:gd name="T4" fmla="*/ 83 w 534"/>
                  <a:gd name="T5" fmla="*/ 15 h 242"/>
                  <a:gd name="T6" fmla="*/ 81 w 534"/>
                  <a:gd name="T7" fmla="*/ 21 h 242"/>
                  <a:gd name="T8" fmla="*/ 79 w 534"/>
                  <a:gd name="T9" fmla="*/ 27 h 242"/>
                  <a:gd name="T10" fmla="*/ 77 w 534"/>
                  <a:gd name="T11" fmla="*/ 31 h 242"/>
                  <a:gd name="T12" fmla="*/ 75 w 534"/>
                  <a:gd name="T13" fmla="*/ 37 h 242"/>
                  <a:gd name="T14" fmla="*/ 73 w 534"/>
                  <a:gd name="T15" fmla="*/ 40 h 242"/>
                  <a:gd name="T16" fmla="*/ 67 w 534"/>
                  <a:gd name="T17" fmla="*/ 45 h 242"/>
                  <a:gd name="T18" fmla="*/ 61 w 534"/>
                  <a:gd name="T19" fmla="*/ 48 h 242"/>
                  <a:gd name="T20" fmla="*/ 54 w 534"/>
                  <a:gd name="T21" fmla="*/ 49 h 242"/>
                  <a:gd name="T22" fmla="*/ 46 w 534"/>
                  <a:gd name="T23" fmla="*/ 49 h 242"/>
                  <a:gd name="T24" fmla="*/ 39 w 534"/>
                  <a:gd name="T25" fmla="*/ 48 h 242"/>
                  <a:gd name="T26" fmla="*/ 32 w 534"/>
                  <a:gd name="T27" fmla="*/ 47 h 242"/>
                  <a:gd name="T28" fmla="*/ 28 w 534"/>
                  <a:gd name="T29" fmla="*/ 45 h 242"/>
                  <a:gd name="T30" fmla="*/ 24 w 534"/>
                  <a:gd name="T31" fmla="*/ 42 h 242"/>
                  <a:gd name="T32" fmla="*/ 17 w 534"/>
                  <a:gd name="T33" fmla="*/ 34 h 242"/>
                  <a:gd name="T34" fmla="*/ 11 w 534"/>
                  <a:gd name="T35" fmla="*/ 29 h 242"/>
                  <a:gd name="T36" fmla="*/ 5 w 534"/>
                  <a:gd name="T37" fmla="*/ 23 h 242"/>
                  <a:gd name="T38" fmla="*/ 1 w 534"/>
                  <a:gd name="T39" fmla="*/ 20 h 242"/>
                  <a:gd name="T40" fmla="*/ 0 w 534"/>
                  <a:gd name="T41" fmla="*/ 19 h 242"/>
                  <a:gd name="T42" fmla="*/ 1 w 534"/>
                  <a:gd name="T43" fmla="*/ 19 h 242"/>
                  <a:gd name="T44" fmla="*/ 3 w 534"/>
                  <a:gd name="T45" fmla="*/ 17 h 242"/>
                  <a:gd name="T46" fmla="*/ 9 w 534"/>
                  <a:gd name="T47" fmla="*/ 22 h 242"/>
                  <a:gd name="T48" fmla="*/ 13 w 534"/>
                  <a:gd name="T49" fmla="*/ 25 h 242"/>
                  <a:gd name="T50" fmla="*/ 16 w 534"/>
                  <a:gd name="T51" fmla="*/ 27 h 242"/>
                  <a:gd name="T52" fmla="*/ 19 w 534"/>
                  <a:gd name="T53" fmla="*/ 31 h 242"/>
                  <a:gd name="T54" fmla="*/ 23 w 534"/>
                  <a:gd name="T55" fmla="*/ 36 h 242"/>
                  <a:gd name="T56" fmla="*/ 26 w 534"/>
                  <a:gd name="T57" fmla="*/ 40 h 242"/>
                  <a:gd name="T58" fmla="*/ 31 w 534"/>
                  <a:gd name="T59" fmla="*/ 41 h 242"/>
                  <a:gd name="T60" fmla="*/ 36 w 534"/>
                  <a:gd name="T61" fmla="*/ 45 h 242"/>
                  <a:gd name="T62" fmla="*/ 40 w 534"/>
                  <a:gd name="T63" fmla="*/ 44 h 242"/>
                  <a:gd name="T64" fmla="*/ 46 w 534"/>
                  <a:gd name="T65" fmla="*/ 45 h 242"/>
                  <a:gd name="T66" fmla="*/ 49 w 534"/>
                  <a:gd name="T67" fmla="*/ 45 h 242"/>
                  <a:gd name="T68" fmla="*/ 55 w 534"/>
                  <a:gd name="T69" fmla="*/ 44 h 242"/>
                  <a:gd name="T70" fmla="*/ 61 w 534"/>
                  <a:gd name="T71" fmla="*/ 42 h 242"/>
                  <a:gd name="T72" fmla="*/ 67 w 534"/>
                  <a:gd name="T73" fmla="*/ 41 h 242"/>
                  <a:gd name="T74" fmla="*/ 72 w 534"/>
                  <a:gd name="T75" fmla="*/ 36 h 242"/>
                  <a:gd name="T76" fmla="*/ 75 w 534"/>
                  <a:gd name="T77" fmla="*/ 32 h 242"/>
                  <a:gd name="T78" fmla="*/ 78 w 534"/>
                  <a:gd name="T79" fmla="*/ 27 h 242"/>
                  <a:gd name="T80" fmla="*/ 80 w 534"/>
                  <a:gd name="T81" fmla="*/ 19 h 242"/>
                  <a:gd name="T82" fmla="*/ 82 w 534"/>
                  <a:gd name="T83" fmla="*/ 11 h 242"/>
                  <a:gd name="T84" fmla="*/ 84 w 534"/>
                  <a:gd name="T85" fmla="*/ 6 h 242"/>
                  <a:gd name="T86" fmla="*/ 85 w 534"/>
                  <a:gd name="T87" fmla="*/ 3 h 242"/>
                  <a:gd name="T88" fmla="*/ 87 w 534"/>
                  <a:gd name="T89" fmla="*/ 1 h 242"/>
                  <a:gd name="T90" fmla="*/ 86 w 534"/>
                  <a:gd name="T91" fmla="*/ 3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4" h="242">
                    <a:moveTo>
                      <a:pt x="529" y="15"/>
                    </a:moveTo>
                    <a:cubicBezTo>
                      <a:pt x="528" y="25"/>
                      <a:pt x="514" y="37"/>
                      <a:pt x="514" y="49"/>
                    </a:cubicBezTo>
                    <a:cubicBezTo>
                      <a:pt x="513" y="61"/>
                      <a:pt x="510" y="67"/>
                      <a:pt x="506" y="75"/>
                    </a:cubicBezTo>
                    <a:cubicBezTo>
                      <a:pt x="503" y="84"/>
                      <a:pt x="504" y="93"/>
                      <a:pt x="499" y="105"/>
                    </a:cubicBezTo>
                    <a:cubicBezTo>
                      <a:pt x="495" y="116"/>
                      <a:pt x="494" y="127"/>
                      <a:pt x="487" y="133"/>
                    </a:cubicBezTo>
                    <a:cubicBezTo>
                      <a:pt x="479" y="139"/>
                      <a:pt x="476" y="145"/>
                      <a:pt x="471" y="152"/>
                    </a:cubicBezTo>
                    <a:cubicBezTo>
                      <a:pt x="467" y="160"/>
                      <a:pt x="463" y="177"/>
                      <a:pt x="458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4" y="235"/>
                    </a:cubicBezTo>
                    <a:cubicBezTo>
                      <a:pt x="365" y="231"/>
                      <a:pt x="339" y="231"/>
                      <a:pt x="328" y="240"/>
                    </a:cubicBezTo>
                    <a:cubicBezTo>
                      <a:pt x="320" y="235"/>
                      <a:pt x="296" y="238"/>
                      <a:pt x="283" y="242"/>
                    </a:cubicBezTo>
                    <a:cubicBezTo>
                      <a:pt x="277" y="240"/>
                      <a:pt x="253" y="235"/>
                      <a:pt x="238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3" y="223"/>
                      <a:pt x="174" y="221"/>
                    </a:cubicBezTo>
                    <a:cubicBezTo>
                      <a:pt x="164" y="219"/>
                      <a:pt x="153" y="217"/>
                      <a:pt x="146" y="209"/>
                    </a:cubicBezTo>
                    <a:cubicBezTo>
                      <a:pt x="138" y="200"/>
                      <a:pt x="117" y="169"/>
                      <a:pt x="103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5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6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2" y="107"/>
                      <a:pt x="56" y="109"/>
                    </a:cubicBezTo>
                    <a:cubicBezTo>
                      <a:pt x="61" y="111"/>
                      <a:pt x="73" y="120"/>
                      <a:pt x="76" y="123"/>
                    </a:cubicBezTo>
                    <a:cubicBezTo>
                      <a:pt x="79" y="127"/>
                      <a:pt x="91" y="132"/>
                      <a:pt x="97" y="135"/>
                    </a:cubicBezTo>
                    <a:cubicBezTo>
                      <a:pt x="103" y="138"/>
                      <a:pt x="111" y="147"/>
                      <a:pt x="114" y="150"/>
                    </a:cubicBezTo>
                    <a:cubicBezTo>
                      <a:pt x="116" y="153"/>
                      <a:pt x="133" y="178"/>
                      <a:pt x="139" y="181"/>
                    </a:cubicBezTo>
                    <a:cubicBezTo>
                      <a:pt x="146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1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1" y="224"/>
                    </a:cubicBezTo>
                    <a:cubicBezTo>
                      <a:pt x="288" y="223"/>
                      <a:pt x="289" y="222"/>
                      <a:pt x="301" y="219"/>
                    </a:cubicBezTo>
                    <a:cubicBezTo>
                      <a:pt x="312" y="216"/>
                      <a:pt x="323" y="218"/>
                      <a:pt x="339" y="216"/>
                    </a:cubicBezTo>
                    <a:cubicBezTo>
                      <a:pt x="354" y="214"/>
                      <a:pt x="365" y="215"/>
                      <a:pt x="375" y="210"/>
                    </a:cubicBezTo>
                    <a:cubicBezTo>
                      <a:pt x="386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40" y="178"/>
                    </a:cubicBezTo>
                    <a:cubicBezTo>
                      <a:pt x="442" y="171"/>
                      <a:pt x="456" y="157"/>
                      <a:pt x="457" y="156"/>
                    </a:cubicBezTo>
                    <a:cubicBezTo>
                      <a:pt x="468" y="146"/>
                      <a:pt x="468" y="140"/>
                      <a:pt x="473" y="133"/>
                    </a:cubicBezTo>
                    <a:cubicBezTo>
                      <a:pt x="478" y="125"/>
                      <a:pt x="486" y="109"/>
                      <a:pt x="490" y="97"/>
                    </a:cubicBezTo>
                    <a:cubicBezTo>
                      <a:pt x="495" y="85"/>
                      <a:pt x="495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6" y="5"/>
                      <a:pt x="533" y="0"/>
                      <a:pt x="534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3" name="Freeform 2101">
                <a:extLst>
                  <a:ext uri="{FF2B5EF4-FFF2-40B4-BE49-F238E27FC236}">
                    <a16:creationId xmlns:a16="http://schemas.microsoft.com/office/drawing/2014/main" id="{ADE086CA-187C-42C6-8381-E34A187DC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896"/>
                <a:ext cx="2" cy="17"/>
              </a:xfrm>
              <a:custGeom>
                <a:avLst/>
                <a:gdLst>
                  <a:gd name="T0" fmla="*/ 1 w 4"/>
                  <a:gd name="T1" fmla="*/ 6 h 29"/>
                  <a:gd name="T2" fmla="*/ 0 w 4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1" y="29"/>
                    </a:moveTo>
                    <a:cubicBezTo>
                      <a:pt x="4" y="20"/>
                      <a:pt x="2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4" name="Freeform 2102">
                <a:extLst>
                  <a:ext uri="{FF2B5EF4-FFF2-40B4-BE49-F238E27FC236}">
                    <a16:creationId xmlns:a16="http://schemas.microsoft.com/office/drawing/2014/main" id="{2BFCB656-6136-4C1D-9565-EFD2DC53F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900"/>
                <a:ext cx="6" cy="6"/>
              </a:xfrm>
              <a:custGeom>
                <a:avLst/>
                <a:gdLst>
                  <a:gd name="T0" fmla="*/ 0 w 11"/>
                  <a:gd name="T1" fmla="*/ 2 h 10"/>
                  <a:gd name="T2" fmla="*/ 2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4" y="4"/>
                      <a:pt x="11" y="0"/>
                      <a:pt x="11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5" name="Freeform 2103">
                <a:extLst>
                  <a:ext uri="{FF2B5EF4-FFF2-40B4-BE49-F238E27FC236}">
                    <a16:creationId xmlns:a16="http://schemas.microsoft.com/office/drawing/2014/main" id="{62E3959D-782F-4F65-A7F0-287AE7F9B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979"/>
                <a:ext cx="7" cy="6"/>
              </a:xfrm>
              <a:custGeom>
                <a:avLst/>
                <a:gdLst>
                  <a:gd name="T0" fmla="*/ 1 w 14"/>
                  <a:gd name="T1" fmla="*/ 2 h 9"/>
                  <a:gd name="T2" fmla="*/ 2 w 14"/>
                  <a:gd name="T3" fmla="*/ 0 h 9"/>
                  <a:gd name="T4" fmla="*/ 0 w 14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4" y="8"/>
                    </a:moveTo>
                    <a:cubicBezTo>
                      <a:pt x="8" y="9"/>
                      <a:pt x="14" y="5"/>
                      <a:pt x="13" y="0"/>
                    </a:cubicBezTo>
                    <a:cubicBezTo>
                      <a:pt x="9" y="0"/>
                      <a:pt x="4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6" name="Freeform 2104">
                <a:extLst>
                  <a:ext uri="{FF2B5EF4-FFF2-40B4-BE49-F238E27FC236}">
                    <a16:creationId xmlns:a16="http://schemas.microsoft.com/office/drawing/2014/main" id="{279A63E2-36BC-40EB-AFB4-A6EAA5C1F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969"/>
                <a:ext cx="8" cy="7"/>
              </a:xfrm>
              <a:custGeom>
                <a:avLst/>
                <a:gdLst>
                  <a:gd name="T0" fmla="*/ 1 w 14"/>
                  <a:gd name="T1" fmla="*/ 2 h 13"/>
                  <a:gd name="T2" fmla="*/ 2 w 14"/>
                  <a:gd name="T3" fmla="*/ 1 h 13"/>
                  <a:gd name="T4" fmla="*/ 0 w 14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6" y="13"/>
                    </a:moveTo>
                    <a:cubicBezTo>
                      <a:pt x="10" y="10"/>
                      <a:pt x="14" y="7"/>
                      <a:pt x="13" y="2"/>
                    </a:cubicBezTo>
                    <a:cubicBezTo>
                      <a:pt x="9" y="0"/>
                      <a:pt x="4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7" name="Freeform 2105">
                <a:extLst>
                  <a:ext uri="{FF2B5EF4-FFF2-40B4-BE49-F238E27FC236}">
                    <a16:creationId xmlns:a16="http://schemas.microsoft.com/office/drawing/2014/main" id="{49866E8C-D5A1-46C6-886D-2A63C27F6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944"/>
                <a:ext cx="8" cy="11"/>
              </a:xfrm>
              <a:custGeom>
                <a:avLst/>
                <a:gdLst>
                  <a:gd name="T0" fmla="*/ 2 w 14"/>
                  <a:gd name="T1" fmla="*/ 4 h 18"/>
                  <a:gd name="T2" fmla="*/ 3 w 14"/>
                  <a:gd name="T3" fmla="*/ 1 h 18"/>
                  <a:gd name="T4" fmla="*/ 0 w 14"/>
                  <a:gd name="T5" fmla="*/ 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8" y="18"/>
                    </a:moveTo>
                    <a:cubicBezTo>
                      <a:pt x="10" y="13"/>
                      <a:pt x="13" y="9"/>
                      <a:pt x="14" y="4"/>
                    </a:cubicBezTo>
                    <a:cubicBezTo>
                      <a:pt x="9" y="0"/>
                      <a:pt x="2" y="10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8" name="Freeform 2106">
                <a:extLst>
                  <a:ext uri="{FF2B5EF4-FFF2-40B4-BE49-F238E27FC236}">
                    <a16:creationId xmlns:a16="http://schemas.microsoft.com/office/drawing/2014/main" id="{375B72B9-9393-4FAE-945D-15FF73045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928"/>
                <a:ext cx="1" cy="3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9" name="Freeform 2107">
                <a:extLst>
                  <a:ext uri="{FF2B5EF4-FFF2-40B4-BE49-F238E27FC236}">
                    <a16:creationId xmlns:a16="http://schemas.microsoft.com/office/drawing/2014/main" id="{46804B9C-3161-4BD1-AB11-110770EE8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936"/>
                <a:ext cx="7" cy="10"/>
              </a:xfrm>
              <a:custGeom>
                <a:avLst/>
                <a:gdLst>
                  <a:gd name="T0" fmla="*/ 0 w 13"/>
                  <a:gd name="T1" fmla="*/ 3 h 17"/>
                  <a:gd name="T2" fmla="*/ 2 w 13"/>
                  <a:gd name="T3" fmla="*/ 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0" y="13"/>
                    </a:moveTo>
                    <a:cubicBezTo>
                      <a:pt x="3" y="0"/>
                      <a:pt x="13" y="6"/>
                      <a:pt x="9" y="1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0" name="Freeform 2108">
                <a:extLst>
                  <a:ext uri="{FF2B5EF4-FFF2-40B4-BE49-F238E27FC236}">
                    <a16:creationId xmlns:a16="http://schemas.microsoft.com/office/drawing/2014/main" id="{ECC15016-46E2-4F97-92B5-5C147F90A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920"/>
                <a:ext cx="2" cy="4"/>
              </a:xfrm>
              <a:custGeom>
                <a:avLst/>
                <a:gdLst>
                  <a:gd name="T0" fmla="*/ 1 w 4"/>
                  <a:gd name="T1" fmla="*/ 0 h 6"/>
                  <a:gd name="T2" fmla="*/ 0 w 4"/>
                  <a:gd name="T3" fmla="*/ 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1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1" name="Freeform 2109">
                <a:extLst>
                  <a:ext uri="{FF2B5EF4-FFF2-40B4-BE49-F238E27FC236}">
                    <a16:creationId xmlns:a16="http://schemas.microsoft.com/office/drawing/2014/main" id="{2E0C41AB-054A-412E-A4C0-EF34E2ECB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899"/>
                <a:ext cx="7" cy="8"/>
              </a:xfrm>
              <a:custGeom>
                <a:avLst/>
                <a:gdLst>
                  <a:gd name="T0" fmla="*/ 1 w 13"/>
                  <a:gd name="T1" fmla="*/ 1 h 13"/>
                  <a:gd name="T2" fmla="*/ 2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6" y="1"/>
                    </a:moveTo>
                    <a:cubicBezTo>
                      <a:pt x="0" y="12"/>
                      <a:pt x="11" y="13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2" name="Freeform 2110">
                <a:extLst>
                  <a:ext uri="{FF2B5EF4-FFF2-40B4-BE49-F238E27FC236}">
                    <a16:creationId xmlns:a16="http://schemas.microsoft.com/office/drawing/2014/main" id="{20FB0291-CE78-4EDF-9C0A-FB8BF4F23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899"/>
                <a:ext cx="5" cy="1"/>
              </a:xfrm>
              <a:custGeom>
                <a:avLst/>
                <a:gdLst>
                  <a:gd name="T0" fmla="*/ 2 w 9"/>
                  <a:gd name="T1" fmla="*/ 0 h 2"/>
                  <a:gd name="T2" fmla="*/ 0 w 9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cubicBezTo>
                      <a:pt x="6" y="0"/>
                      <a:pt x="3" y="0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3" name="Freeform 2111">
                <a:extLst>
                  <a:ext uri="{FF2B5EF4-FFF2-40B4-BE49-F238E27FC236}">
                    <a16:creationId xmlns:a16="http://schemas.microsoft.com/office/drawing/2014/main" id="{DD787979-5E7C-4EA2-89B1-272C57A67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913"/>
                <a:ext cx="4" cy="10"/>
              </a:xfrm>
              <a:custGeom>
                <a:avLst/>
                <a:gdLst>
                  <a:gd name="T0" fmla="*/ 1 w 8"/>
                  <a:gd name="T1" fmla="*/ 2 h 17"/>
                  <a:gd name="T2" fmla="*/ 1 w 8"/>
                  <a:gd name="T3" fmla="*/ 0 h 17"/>
                  <a:gd name="T4" fmla="*/ 1 w 8"/>
                  <a:gd name="T5" fmla="*/ 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2" y="12"/>
                    </a:moveTo>
                    <a:cubicBezTo>
                      <a:pt x="0" y="8"/>
                      <a:pt x="0" y="1"/>
                      <a:pt x="5" y="0"/>
                    </a:cubicBezTo>
                    <a:cubicBezTo>
                      <a:pt x="8" y="5"/>
                      <a:pt x="7" y="11"/>
                      <a:pt x="7" y="1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4" name="Freeform 2112">
                <a:extLst>
                  <a:ext uri="{FF2B5EF4-FFF2-40B4-BE49-F238E27FC236}">
                    <a16:creationId xmlns:a16="http://schemas.microsoft.com/office/drawing/2014/main" id="{6C979F23-0A1B-4DB0-956C-1FC40BA1A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942"/>
                <a:ext cx="0" cy="6"/>
              </a:xfrm>
              <a:custGeom>
                <a:avLst/>
                <a:gdLst>
                  <a:gd name="T0" fmla="*/ 0 w 1"/>
                  <a:gd name="T1" fmla="*/ 0 h 11"/>
                  <a:gd name="T2" fmla="*/ 0 w 1"/>
                  <a:gd name="T3" fmla="*/ 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1" y="4"/>
                      <a:pt x="0" y="8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5" name="Freeform 2113">
                <a:extLst>
                  <a:ext uri="{FF2B5EF4-FFF2-40B4-BE49-F238E27FC236}">
                    <a16:creationId xmlns:a16="http://schemas.microsoft.com/office/drawing/2014/main" id="{74435C8F-1CAB-45EB-93C9-05E3C024E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965"/>
                <a:ext cx="1" cy="4"/>
              </a:xfrm>
              <a:custGeom>
                <a:avLst/>
                <a:gdLst>
                  <a:gd name="T0" fmla="*/ 1 w 2"/>
                  <a:gd name="T1" fmla="*/ 0 h 7"/>
                  <a:gd name="T2" fmla="*/ 1 w 2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0" y="5"/>
                      <a:pt x="1" y="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6" name="Freeform 2114">
                <a:extLst>
                  <a:ext uri="{FF2B5EF4-FFF2-40B4-BE49-F238E27FC236}">
                    <a16:creationId xmlns:a16="http://schemas.microsoft.com/office/drawing/2014/main" id="{64D4480B-51D9-4DEF-956C-38257DEFF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013"/>
                <a:ext cx="4" cy="6"/>
              </a:xfrm>
              <a:custGeom>
                <a:avLst/>
                <a:gdLst>
                  <a:gd name="T0" fmla="*/ 0 w 9"/>
                  <a:gd name="T1" fmla="*/ 1 h 10"/>
                  <a:gd name="T2" fmla="*/ 0 w 9"/>
                  <a:gd name="T3" fmla="*/ 2 h 10"/>
                  <a:gd name="T4" fmla="*/ 1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3" y="2"/>
                    </a:moveTo>
                    <a:cubicBezTo>
                      <a:pt x="1" y="4"/>
                      <a:pt x="0" y="7"/>
                      <a:pt x="1" y="10"/>
                    </a:cubicBezTo>
                    <a:cubicBezTo>
                      <a:pt x="6" y="9"/>
                      <a:pt x="6" y="3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7" name="Freeform 2115">
                <a:extLst>
                  <a:ext uri="{FF2B5EF4-FFF2-40B4-BE49-F238E27FC236}">
                    <a16:creationId xmlns:a16="http://schemas.microsoft.com/office/drawing/2014/main" id="{E1E69C08-8F2D-4B9E-84A4-1B6D1BB89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3040"/>
                <a:ext cx="1" cy="7"/>
              </a:xfrm>
              <a:custGeom>
                <a:avLst/>
                <a:gdLst>
                  <a:gd name="T0" fmla="*/ 1 w 1"/>
                  <a:gd name="T1" fmla="*/ 0 h 13"/>
                  <a:gd name="T2" fmla="*/ 0 w 1"/>
                  <a:gd name="T3" fmla="*/ 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1" y="0"/>
                    </a:moveTo>
                    <a:cubicBezTo>
                      <a:pt x="1" y="5"/>
                      <a:pt x="0" y="9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8" name="Freeform 2116">
                <a:extLst>
                  <a:ext uri="{FF2B5EF4-FFF2-40B4-BE49-F238E27FC236}">
                    <a16:creationId xmlns:a16="http://schemas.microsoft.com/office/drawing/2014/main" id="{09B9A54F-DBC8-4C14-8FE8-EAA7FD53B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068"/>
                <a:ext cx="7" cy="8"/>
              </a:xfrm>
              <a:custGeom>
                <a:avLst/>
                <a:gdLst>
                  <a:gd name="T0" fmla="*/ 2 w 13"/>
                  <a:gd name="T1" fmla="*/ 0 h 15"/>
                  <a:gd name="T2" fmla="*/ 1 w 13"/>
                  <a:gd name="T3" fmla="*/ 2 h 15"/>
                  <a:gd name="T4" fmla="*/ 1 w 13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cubicBezTo>
                      <a:pt x="9" y="3"/>
                      <a:pt x="13" y="13"/>
                      <a:pt x="8" y="14"/>
                    </a:cubicBezTo>
                    <a:cubicBezTo>
                      <a:pt x="3" y="15"/>
                      <a:pt x="0" y="4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9" name="Freeform 2117">
                <a:extLst>
                  <a:ext uri="{FF2B5EF4-FFF2-40B4-BE49-F238E27FC236}">
                    <a16:creationId xmlns:a16="http://schemas.microsoft.com/office/drawing/2014/main" id="{4EE30E52-E3B0-4BE8-8F12-9B2F7343F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037"/>
                <a:ext cx="0" cy="4"/>
              </a:xfrm>
              <a:custGeom>
                <a:avLst/>
                <a:gdLst>
                  <a:gd name="T0" fmla="*/ 0 w 1"/>
                  <a:gd name="T1" fmla="*/ 1 h 7"/>
                  <a:gd name="T2" fmla="*/ 1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7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0" name="Freeform 2118">
                <a:extLst>
                  <a:ext uri="{FF2B5EF4-FFF2-40B4-BE49-F238E27FC236}">
                    <a16:creationId xmlns:a16="http://schemas.microsoft.com/office/drawing/2014/main" id="{09273CDF-D915-42CE-9C1A-3458CF023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092"/>
                <a:ext cx="5" cy="6"/>
              </a:xfrm>
              <a:custGeom>
                <a:avLst/>
                <a:gdLst>
                  <a:gd name="T0" fmla="*/ 0 w 11"/>
                  <a:gd name="T1" fmla="*/ 2 h 10"/>
                  <a:gd name="T2" fmla="*/ 0 w 11"/>
                  <a:gd name="T3" fmla="*/ 0 h 10"/>
                  <a:gd name="T4" fmla="*/ 1 w 11"/>
                  <a:gd name="T5" fmla="*/ 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2" y="10"/>
                    </a:moveTo>
                    <a:cubicBezTo>
                      <a:pt x="0" y="7"/>
                      <a:pt x="1" y="3"/>
                      <a:pt x="3" y="0"/>
                    </a:cubicBezTo>
                    <a:cubicBezTo>
                      <a:pt x="5" y="3"/>
                      <a:pt x="8" y="7"/>
                      <a:pt x="11" y="9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1" name="Freeform 2119">
                <a:extLst>
                  <a:ext uri="{FF2B5EF4-FFF2-40B4-BE49-F238E27FC236}">
                    <a16:creationId xmlns:a16="http://schemas.microsoft.com/office/drawing/2014/main" id="{EB449D58-D058-4CED-B2AB-5B98A6496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3146"/>
                <a:ext cx="7" cy="6"/>
              </a:xfrm>
              <a:custGeom>
                <a:avLst/>
                <a:gdLst>
                  <a:gd name="T0" fmla="*/ 2 w 12"/>
                  <a:gd name="T1" fmla="*/ 2 h 11"/>
                  <a:gd name="T2" fmla="*/ 1 w 12"/>
                  <a:gd name="T3" fmla="*/ 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0"/>
                      <a:pt x="0" y="4"/>
                      <a:pt x="6" y="11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2" name="Freeform 2120">
                <a:extLst>
                  <a:ext uri="{FF2B5EF4-FFF2-40B4-BE49-F238E27FC236}">
                    <a16:creationId xmlns:a16="http://schemas.microsoft.com/office/drawing/2014/main" id="{6BAFA9E1-C721-4519-9719-82E6514B7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3169"/>
                <a:ext cx="2" cy="6"/>
              </a:xfrm>
              <a:custGeom>
                <a:avLst/>
                <a:gdLst>
                  <a:gd name="T0" fmla="*/ 1 w 4"/>
                  <a:gd name="T1" fmla="*/ 0 h 10"/>
                  <a:gd name="T2" fmla="*/ 1 w 4"/>
                  <a:gd name="T3" fmla="*/ 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1" y="0"/>
                    </a:moveTo>
                    <a:cubicBezTo>
                      <a:pt x="0" y="4"/>
                      <a:pt x="1" y="8"/>
                      <a:pt x="4" y="1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3" name="Freeform 2121">
                <a:extLst>
                  <a:ext uri="{FF2B5EF4-FFF2-40B4-BE49-F238E27FC236}">
                    <a16:creationId xmlns:a16="http://schemas.microsoft.com/office/drawing/2014/main" id="{65A3FE33-15A8-4A46-AD72-FBE5EA75B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191"/>
                <a:ext cx="1" cy="7"/>
              </a:xfrm>
              <a:custGeom>
                <a:avLst/>
                <a:gdLst>
                  <a:gd name="T0" fmla="*/ 1 w 2"/>
                  <a:gd name="T1" fmla="*/ 0 h 12"/>
                  <a:gd name="T2" fmla="*/ 1 w 2"/>
                  <a:gd name="T3" fmla="*/ 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1" y="0"/>
                    </a:moveTo>
                    <a:cubicBezTo>
                      <a:pt x="1" y="4"/>
                      <a:pt x="0" y="8"/>
                      <a:pt x="2" y="12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4" name="Freeform 2122">
                <a:extLst>
                  <a:ext uri="{FF2B5EF4-FFF2-40B4-BE49-F238E27FC236}">
                    <a16:creationId xmlns:a16="http://schemas.microsoft.com/office/drawing/2014/main" id="{34F454F2-2511-4779-A878-1993490E8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198"/>
                <a:ext cx="2" cy="2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2" y="3"/>
                      <a:pt x="3" y="1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5" name="Freeform 2123">
                <a:extLst>
                  <a:ext uri="{FF2B5EF4-FFF2-40B4-BE49-F238E27FC236}">
                    <a16:creationId xmlns:a16="http://schemas.microsoft.com/office/drawing/2014/main" id="{B408E1C0-2700-4BCC-A905-55D7C8D87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169"/>
                <a:ext cx="1" cy="4"/>
              </a:xfrm>
              <a:custGeom>
                <a:avLst/>
                <a:gdLst>
                  <a:gd name="T0" fmla="*/ 0 w 1"/>
                  <a:gd name="T1" fmla="*/ 1 h 7"/>
                  <a:gd name="T2" fmla="*/ 1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7"/>
                    </a:move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6" name="Freeform 2124">
                <a:extLst>
                  <a:ext uri="{FF2B5EF4-FFF2-40B4-BE49-F238E27FC236}">
                    <a16:creationId xmlns:a16="http://schemas.microsoft.com/office/drawing/2014/main" id="{9E0899FB-C73C-4869-8CA9-8E204C22A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3140"/>
                <a:ext cx="4" cy="8"/>
              </a:xfrm>
              <a:custGeom>
                <a:avLst/>
                <a:gdLst>
                  <a:gd name="T0" fmla="*/ 1 w 8"/>
                  <a:gd name="T1" fmla="*/ 1 h 13"/>
                  <a:gd name="T2" fmla="*/ 1 w 8"/>
                  <a:gd name="T3" fmla="*/ 2 h 13"/>
                  <a:gd name="T4" fmla="*/ 1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1" y="6"/>
                    </a:moveTo>
                    <a:cubicBezTo>
                      <a:pt x="0" y="8"/>
                      <a:pt x="0" y="10"/>
                      <a:pt x="1" y="12"/>
                    </a:cubicBezTo>
                    <a:cubicBezTo>
                      <a:pt x="8" y="13"/>
                      <a:pt x="8" y="5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7" name="Freeform 2125">
                <a:extLst>
                  <a:ext uri="{FF2B5EF4-FFF2-40B4-BE49-F238E27FC236}">
                    <a16:creationId xmlns:a16="http://schemas.microsoft.com/office/drawing/2014/main" id="{6CF7F672-5C7F-4920-8850-DFC7942D8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3121"/>
                <a:ext cx="0" cy="3"/>
              </a:xfrm>
              <a:custGeom>
                <a:avLst/>
                <a:gdLst>
                  <a:gd name="T0" fmla="*/ 0 h 6"/>
                  <a:gd name="T1" fmla="*/ 1 h 6"/>
                  <a:gd name="T2" fmla="*/ 0 60000 65536"/>
                  <a:gd name="T3" fmla="*/ 0 60000 65536"/>
                </a:gdLst>
                <a:ahLst/>
                <a:cxnLst>
                  <a:cxn ang="T2">
                    <a:pos x="0" y="T0"/>
                  </a:cxn>
                  <a:cxn ang="T3">
                    <a:pos x="0" y="T1"/>
                  </a:cxn>
                </a:cxnLst>
                <a:rect l="0" t="0" r="r" b="b"/>
                <a:pathLst>
                  <a:path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8" name="Freeform 2126">
                <a:extLst>
                  <a:ext uri="{FF2B5EF4-FFF2-40B4-BE49-F238E27FC236}">
                    <a16:creationId xmlns:a16="http://schemas.microsoft.com/office/drawing/2014/main" id="{FE1C2323-2780-4217-AC9D-4F70E38ED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3211"/>
                <a:ext cx="5" cy="5"/>
              </a:xfrm>
              <a:custGeom>
                <a:avLst/>
                <a:gdLst>
                  <a:gd name="T0" fmla="*/ 1 w 9"/>
                  <a:gd name="T1" fmla="*/ 2 h 9"/>
                  <a:gd name="T2" fmla="*/ 1 w 9"/>
                  <a:gd name="T3" fmla="*/ 0 h 9"/>
                  <a:gd name="T4" fmla="*/ 0 w 9"/>
                  <a:gd name="T5" fmla="*/ 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8" y="6"/>
                      <a:pt x="9" y="3"/>
                      <a:pt x="7" y="0"/>
                    </a:cubicBezTo>
                    <a:cubicBezTo>
                      <a:pt x="3" y="1"/>
                      <a:pt x="1" y="5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9" name="Freeform 2127">
                <a:extLst>
                  <a:ext uri="{FF2B5EF4-FFF2-40B4-BE49-F238E27FC236}">
                    <a16:creationId xmlns:a16="http://schemas.microsoft.com/office/drawing/2014/main" id="{B3438C1E-A981-47C8-A711-7030C7BB4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3223"/>
                <a:ext cx="8" cy="8"/>
              </a:xfrm>
              <a:custGeom>
                <a:avLst/>
                <a:gdLst>
                  <a:gd name="T0" fmla="*/ 0 w 13"/>
                  <a:gd name="T1" fmla="*/ 2 h 14"/>
                  <a:gd name="T2" fmla="*/ 2 w 13"/>
                  <a:gd name="T3" fmla="*/ 1 h 14"/>
                  <a:gd name="T4" fmla="*/ 2 w 13"/>
                  <a:gd name="T5" fmla="*/ 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9"/>
                    </a:moveTo>
                    <a:cubicBezTo>
                      <a:pt x="2" y="7"/>
                      <a:pt x="6" y="0"/>
                      <a:pt x="10" y="2"/>
                    </a:cubicBezTo>
                    <a:cubicBezTo>
                      <a:pt x="13" y="4"/>
                      <a:pt x="9" y="12"/>
                      <a:pt x="8" y="1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0" name="Freeform 2128">
                <a:extLst>
                  <a:ext uri="{FF2B5EF4-FFF2-40B4-BE49-F238E27FC236}">
                    <a16:creationId xmlns:a16="http://schemas.microsoft.com/office/drawing/2014/main" id="{4F1C7E7D-899B-4E7E-A518-A163BCFB4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255"/>
                <a:ext cx="8" cy="11"/>
              </a:xfrm>
              <a:custGeom>
                <a:avLst/>
                <a:gdLst>
                  <a:gd name="T0" fmla="*/ 0 w 16"/>
                  <a:gd name="T1" fmla="*/ 2 h 20"/>
                  <a:gd name="T2" fmla="*/ 1 w 16"/>
                  <a:gd name="T3" fmla="*/ 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0" y="13"/>
                    </a:moveTo>
                    <a:cubicBezTo>
                      <a:pt x="5" y="0"/>
                      <a:pt x="16" y="13"/>
                      <a:pt x="4" y="2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1" name="Freeform 2129">
                <a:extLst>
                  <a:ext uri="{FF2B5EF4-FFF2-40B4-BE49-F238E27FC236}">
                    <a16:creationId xmlns:a16="http://schemas.microsoft.com/office/drawing/2014/main" id="{1C5A7AEA-966B-4A41-B203-B2F454BDB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3229"/>
                <a:ext cx="11" cy="8"/>
              </a:xfrm>
              <a:custGeom>
                <a:avLst/>
                <a:gdLst>
                  <a:gd name="T0" fmla="*/ 2 w 20"/>
                  <a:gd name="T1" fmla="*/ 3 h 13"/>
                  <a:gd name="T2" fmla="*/ 0 w 20"/>
                  <a:gd name="T3" fmla="*/ 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11" y="13"/>
                    </a:moveTo>
                    <a:cubicBezTo>
                      <a:pt x="20" y="3"/>
                      <a:pt x="4" y="0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2" name="Freeform 2130">
                <a:extLst>
                  <a:ext uri="{FF2B5EF4-FFF2-40B4-BE49-F238E27FC236}">
                    <a16:creationId xmlns:a16="http://schemas.microsoft.com/office/drawing/2014/main" id="{0624DE78-AE42-4FC0-A63A-7DAD33A64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3246"/>
                <a:ext cx="6" cy="5"/>
              </a:xfrm>
              <a:custGeom>
                <a:avLst/>
                <a:gdLst>
                  <a:gd name="T0" fmla="*/ 0 w 10"/>
                  <a:gd name="T1" fmla="*/ 2 h 8"/>
                  <a:gd name="T2" fmla="*/ 2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1" y="3"/>
                      <a:pt x="6" y="2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3" name="Freeform 2131">
                <a:extLst>
                  <a:ext uri="{FF2B5EF4-FFF2-40B4-BE49-F238E27FC236}">
                    <a16:creationId xmlns:a16="http://schemas.microsoft.com/office/drawing/2014/main" id="{A92644EF-9FA6-4999-92BC-C9279C286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3263"/>
                <a:ext cx="5" cy="5"/>
              </a:xfrm>
              <a:custGeom>
                <a:avLst/>
                <a:gdLst>
                  <a:gd name="T0" fmla="*/ 0 w 9"/>
                  <a:gd name="T1" fmla="*/ 2 h 9"/>
                  <a:gd name="T2" fmla="*/ 2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2" y="6"/>
                      <a:pt x="5" y="2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4" name="Freeform 2132">
                <a:extLst>
                  <a:ext uri="{FF2B5EF4-FFF2-40B4-BE49-F238E27FC236}">
                    <a16:creationId xmlns:a16="http://schemas.microsoft.com/office/drawing/2014/main" id="{C9195BAE-AE57-4B0A-8386-36B1592F5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280"/>
                <a:ext cx="4" cy="5"/>
              </a:xfrm>
              <a:custGeom>
                <a:avLst/>
                <a:gdLst>
                  <a:gd name="T0" fmla="*/ 0 w 7"/>
                  <a:gd name="T1" fmla="*/ 2 h 8"/>
                  <a:gd name="T2" fmla="*/ 1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3" y="6"/>
                      <a:pt x="5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5" name="Freeform 2133">
                <a:extLst>
                  <a:ext uri="{FF2B5EF4-FFF2-40B4-BE49-F238E27FC236}">
                    <a16:creationId xmlns:a16="http://schemas.microsoft.com/office/drawing/2014/main" id="{E9CD38F4-63DB-4436-9DB7-5D836F5B8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3313"/>
                <a:ext cx="3" cy="1"/>
              </a:xfrm>
              <a:custGeom>
                <a:avLst/>
                <a:gdLst>
                  <a:gd name="T0" fmla="*/ 0 w 6"/>
                  <a:gd name="T1" fmla="*/ 1 h 2"/>
                  <a:gd name="T2" fmla="*/ 1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6" name="Freeform 2134">
                <a:extLst>
                  <a:ext uri="{FF2B5EF4-FFF2-40B4-BE49-F238E27FC236}">
                    <a16:creationId xmlns:a16="http://schemas.microsoft.com/office/drawing/2014/main" id="{27F7B66C-25E9-43F5-894B-61060FEDE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3313"/>
                <a:ext cx="5" cy="5"/>
              </a:xfrm>
              <a:custGeom>
                <a:avLst/>
                <a:gdLst>
                  <a:gd name="T0" fmla="*/ 1 w 10"/>
                  <a:gd name="T1" fmla="*/ 2 h 9"/>
                  <a:gd name="T2" fmla="*/ 1 w 10"/>
                  <a:gd name="T3" fmla="*/ 0 h 9"/>
                  <a:gd name="T4" fmla="*/ 2 w 10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9"/>
                    </a:moveTo>
                    <a:cubicBezTo>
                      <a:pt x="0" y="8"/>
                      <a:pt x="0" y="3"/>
                      <a:pt x="1" y="0"/>
                    </a:cubicBezTo>
                    <a:cubicBezTo>
                      <a:pt x="4" y="0"/>
                      <a:pt x="8" y="0"/>
                      <a:pt x="10" y="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7" name="Freeform 2135">
                <a:extLst>
                  <a:ext uri="{FF2B5EF4-FFF2-40B4-BE49-F238E27FC236}">
                    <a16:creationId xmlns:a16="http://schemas.microsoft.com/office/drawing/2014/main" id="{675C46CD-D00F-4846-BB0A-AA3B2532C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333"/>
                <a:ext cx="5" cy="6"/>
              </a:xfrm>
              <a:custGeom>
                <a:avLst/>
                <a:gdLst>
                  <a:gd name="T0" fmla="*/ 0 w 9"/>
                  <a:gd name="T1" fmla="*/ 2 h 11"/>
                  <a:gd name="T2" fmla="*/ 2 w 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11"/>
                    </a:moveTo>
                    <a:cubicBezTo>
                      <a:pt x="4" y="9"/>
                      <a:pt x="6" y="4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8" name="Freeform 2136">
                <a:extLst>
                  <a:ext uri="{FF2B5EF4-FFF2-40B4-BE49-F238E27FC236}">
                    <a16:creationId xmlns:a16="http://schemas.microsoft.com/office/drawing/2014/main" id="{2C9DD016-B9DB-4ED9-B125-5DD9209E9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174"/>
                <a:ext cx="6" cy="8"/>
              </a:xfrm>
              <a:custGeom>
                <a:avLst/>
                <a:gdLst>
                  <a:gd name="T0" fmla="*/ 1 w 10"/>
                  <a:gd name="T1" fmla="*/ 3 h 13"/>
                  <a:gd name="T2" fmla="*/ 1 w 10"/>
                  <a:gd name="T3" fmla="*/ 0 h 13"/>
                  <a:gd name="T4" fmla="*/ 2 w 10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" y="13"/>
                    </a:moveTo>
                    <a:cubicBezTo>
                      <a:pt x="1" y="9"/>
                      <a:pt x="0" y="4"/>
                      <a:pt x="2" y="0"/>
                    </a:cubicBezTo>
                    <a:cubicBezTo>
                      <a:pt x="5" y="3"/>
                      <a:pt x="8" y="7"/>
                      <a:pt x="10" y="11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9" name="Freeform 2137">
                <a:extLst>
                  <a:ext uri="{FF2B5EF4-FFF2-40B4-BE49-F238E27FC236}">
                    <a16:creationId xmlns:a16="http://schemas.microsoft.com/office/drawing/2014/main" id="{F8D1C7EA-EB76-4B33-A3FD-2685DAFF0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3140"/>
                <a:ext cx="5" cy="7"/>
              </a:xfrm>
              <a:custGeom>
                <a:avLst/>
                <a:gdLst>
                  <a:gd name="T0" fmla="*/ 0 w 9"/>
                  <a:gd name="T1" fmla="*/ 3 h 11"/>
                  <a:gd name="T2" fmla="*/ 1 w 9"/>
                  <a:gd name="T3" fmla="*/ 0 h 11"/>
                  <a:gd name="T4" fmla="*/ 2 w 9"/>
                  <a:gd name="T5" fmla="*/ 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6"/>
                      <a:pt x="2" y="2"/>
                      <a:pt x="5" y="0"/>
                    </a:cubicBezTo>
                    <a:cubicBezTo>
                      <a:pt x="7" y="3"/>
                      <a:pt x="9" y="7"/>
                      <a:pt x="9" y="11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0" name="Freeform 2138">
                <a:extLst>
                  <a:ext uri="{FF2B5EF4-FFF2-40B4-BE49-F238E27FC236}">
                    <a16:creationId xmlns:a16="http://schemas.microsoft.com/office/drawing/2014/main" id="{A2EA9D1C-762D-4B55-8ECA-DEED16FC5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3114"/>
                <a:ext cx="5" cy="6"/>
              </a:xfrm>
              <a:custGeom>
                <a:avLst/>
                <a:gdLst>
                  <a:gd name="T0" fmla="*/ 0 w 9"/>
                  <a:gd name="T1" fmla="*/ 2 h 10"/>
                  <a:gd name="T2" fmla="*/ 1 w 9"/>
                  <a:gd name="T3" fmla="*/ 0 h 10"/>
                  <a:gd name="T4" fmla="*/ 2 w 9"/>
                  <a:gd name="T5" fmla="*/ 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1" y="6"/>
                      <a:pt x="1" y="2"/>
                      <a:pt x="5" y="0"/>
                    </a:cubicBezTo>
                    <a:cubicBezTo>
                      <a:pt x="7" y="2"/>
                      <a:pt x="8" y="4"/>
                      <a:pt x="9" y="8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1" name="Freeform 2139">
                <a:extLst>
                  <a:ext uri="{FF2B5EF4-FFF2-40B4-BE49-F238E27FC236}">
                    <a16:creationId xmlns:a16="http://schemas.microsoft.com/office/drawing/2014/main" id="{54FF093E-C888-4CFA-901E-F076BD5C4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3083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3 h 13"/>
                  <a:gd name="T4" fmla="*/ 1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1" y="5"/>
                    </a:moveTo>
                    <a:cubicBezTo>
                      <a:pt x="0" y="8"/>
                      <a:pt x="0" y="11"/>
                      <a:pt x="3" y="13"/>
                    </a:cubicBezTo>
                    <a:cubicBezTo>
                      <a:pt x="7" y="11"/>
                      <a:pt x="9" y="5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2" name="Freeform 2140">
                <a:extLst>
                  <a:ext uri="{FF2B5EF4-FFF2-40B4-BE49-F238E27FC236}">
                    <a16:creationId xmlns:a16="http://schemas.microsoft.com/office/drawing/2014/main" id="{FD75B94D-98FD-4723-84CF-42731149F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3060"/>
                <a:ext cx="0" cy="2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3" name="Freeform 2141">
                <a:extLst>
                  <a:ext uri="{FF2B5EF4-FFF2-40B4-BE49-F238E27FC236}">
                    <a16:creationId xmlns:a16="http://schemas.microsoft.com/office/drawing/2014/main" id="{12D2DBB0-2313-4E2D-B5CC-FD22B4BE2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3036"/>
                <a:ext cx="0" cy="4"/>
              </a:xfrm>
              <a:custGeom>
                <a:avLst/>
                <a:gdLst>
                  <a:gd name="T0" fmla="*/ 0 w 1"/>
                  <a:gd name="T1" fmla="*/ 0 h 7"/>
                  <a:gd name="T2" fmla="*/ 1 w 1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3"/>
                      <a:pt x="0" y="5"/>
                      <a:pt x="1" y="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4" name="Freeform 2142">
                <a:extLst>
                  <a:ext uri="{FF2B5EF4-FFF2-40B4-BE49-F238E27FC236}">
                    <a16:creationId xmlns:a16="http://schemas.microsoft.com/office/drawing/2014/main" id="{77DF7370-9822-4CE1-AB89-17AF462F8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220"/>
                <a:ext cx="10" cy="13"/>
              </a:xfrm>
              <a:custGeom>
                <a:avLst/>
                <a:gdLst>
                  <a:gd name="T0" fmla="*/ 4 w 17"/>
                  <a:gd name="T1" fmla="*/ 3 h 22"/>
                  <a:gd name="T2" fmla="*/ 3 w 17"/>
                  <a:gd name="T3" fmla="*/ 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2">
                    <a:moveTo>
                      <a:pt x="17" y="15"/>
                    </a:moveTo>
                    <a:cubicBezTo>
                      <a:pt x="13" y="0"/>
                      <a:pt x="0" y="22"/>
                      <a:pt x="16" y="21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5" name="Freeform 2143">
                <a:extLst>
                  <a:ext uri="{FF2B5EF4-FFF2-40B4-BE49-F238E27FC236}">
                    <a16:creationId xmlns:a16="http://schemas.microsoft.com/office/drawing/2014/main" id="{30132321-62F5-4410-BB72-B456CCA48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250"/>
                <a:ext cx="7" cy="12"/>
              </a:xfrm>
              <a:custGeom>
                <a:avLst/>
                <a:gdLst>
                  <a:gd name="T0" fmla="*/ 1 w 13"/>
                  <a:gd name="T1" fmla="*/ 1 h 20"/>
                  <a:gd name="T2" fmla="*/ 1 w 13"/>
                  <a:gd name="T3" fmla="*/ 2 h 20"/>
                  <a:gd name="T4" fmla="*/ 2 w 13"/>
                  <a:gd name="T5" fmla="*/ 4 h 20"/>
                  <a:gd name="T6" fmla="*/ 0 w 13"/>
                  <a:gd name="T7" fmla="*/ 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8" y="7"/>
                    </a:moveTo>
                    <a:cubicBezTo>
                      <a:pt x="3" y="0"/>
                      <a:pt x="0" y="6"/>
                      <a:pt x="4" y="11"/>
                    </a:cubicBezTo>
                    <a:cubicBezTo>
                      <a:pt x="6" y="14"/>
                      <a:pt x="13" y="13"/>
                      <a:pt x="9" y="18"/>
                    </a:cubicBezTo>
                    <a:cubicBezTo>
                      <a:pt x="8" y="20"/>
                      <a:pt x="1" y="19"/>
                      <a:pt x="0" y="18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6" name="Freeform 2144">
                <a:extLst>
                  <a:ext uri="{FF2B5EF4-FFF2-40B4-BE49-F238E27FC236}">
                    <a16:creationId xmlns:a16="http://schemas.microsoft.com/office/drawing/2014/main" id="{A59D44F3-7900-49BE-9057-0DF375E25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021"/>
                <a:ext cx="2" cy="1"/>
              </a:xfrm>
              <a:custGeom>
                <a:avLst/>
                <a:gdLst>
                  <a:gd name="T0" fmla="*/ 0 w 5"/>
                  <a:gd name="T1" fmla="*/ 1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2"/>
                      <a:pt x="1" y="2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7" name="Freeform 2145">
                <a:extLst>
                  <a:ext uri="{FF2B5EF4-FFF2-40B4-BE49-F238E27FC236}">
                    <a16:creationId xmlns:a16="http://schemas.microsoft.com/office/drawing/2014/main" id="{B8E89658-50C7-484F-8E8D-D7EE9029D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3026"/>
                <a:ext cx="4" cy="1"/>
              </a:xfrm>
              <a:custGeom>
                <a:avLst/>
                <a:gdLst>
                  <a:gd name="T0" fmla="*/ 0 w 8"/>
                  <a:gd name="T1" fmla="*/ 1 h 1"/>
                  <a:gd name="T2" fmla="*/ 1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3" y="1"/>
                      <a:pt x="5" y="1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8" name="Freeform 2146">
                <a:extLst>
                  <a:ext uri="{FF2B5EF4-FFF2-40B4-BE49-F238E27FC236}">
                    <a16:creationId xmlns:a16="http://schemas.microsoft.com/office/drawing/2014/main" id="{947AD38E-8991-41AD-BC6B-AD96CD5D4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3027"/>
                <a:ext cx="5" cy="6"/>
              </a:xfrm>
              <a:custGeom>
                <a:avLst/>
                <a:gdLst>
                  <a:gd name="T0" fmla="*/ 1 w 9"/>
                  <a:gd name="T1" fmla="*/ 0 h 10"/>
                  <a:gd name="T2" fmla="*/ 1 w 9"/>
                  <a:gd name="T3" fmla="*/ 2 h 10"/>
                  <a:gd name="T4" fmla="*/ 2 w 9"/>
                  <a:gd name="T5" fmla="*/ 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7" y="0"/>
                    </a:moveTo>
                    <a:cubicBezTo>
                      <a:pt x="2" y="0"/>
                      <a:pt x="0" y="5"/>
                      <a:pt x="2" y="9"/>
                    </a:cubicBezTo>
                    <a:cubicBezTo>
                      <a:pt x="4" y="10"/>
                      <a:pt x="7" y="9"/>
                      <a:pt x="9" y="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9" name="Freeform 2147">
                <a:extLst>
                  <a:ext uri="{FF2B5EF4-FFF2-40B4-BE49-F238E27FC236}">
                    <a16:creationId xmlns:a16="http://schemas.microsoft.com/office/drawing/2014/main" id="{1F3A9885-6F64-4F6F-8796-84ED43875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026"/>
                <a:ext cx="5" cy="5"/>
              </a:xfrm>
              <a:custGeom>
                <a:avLst/>
                <a:gdLst>
                  <a:gd name="T0" fmla="*/ 1 w 8"/>
                  <a:gd name="T1" fmla="*/ 0 h 9"/>
                  <a:gd name="T2" fmla="*/ 1 w 8"/>
                  <a:gd name="T3" fmla="*/ 1 h 9"/>
                  <a:gd name="T4" fmla="*/ 2 w 8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4" y="3"/>
                      <a:pt x="0" y="3"/>
                      <a:pt x="1" y="7"/>
                    </a:cubicBezTo>
                    <a:cubicBezTo>
                      <a:pt x="3" y="8"/>
                      <a:pt x="5" y="9"/>
                      <a:pt x="8" y="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0" name="Freeform 2148">
                <a:extLst>
                  <a:ext uri="{FF2B5EF4-FFF2-40B4-BE49-F238E27FC236}">
                    <a16:creationId xmlns:a16="http://schemas.microsoft.com/office/drawing/2014/main" id="{CDADAF5F-98BF-4D82-8FF7-1584BC8F8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027"/>
                <a:ext cx="3" cy="1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3" y="3"/>
                      <a:pt x="5" y="2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1" name="Freeform 2149">
                <a:extLst>
                  <a:ext uri="{FF2B5EF4-FFF2-40B4-BE49-F238E27FC236}">
                    <a16:creationId xmlns:a16="http://schemas.microsoft.com/office/drawing/2014/main" id="{B0BFE07E-C97C-416D-8530-A1F15201C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3014"/>
                <a:ext cx="8" cy="7"/>
              </a:xfrm>
              <a:custGeom>
                <a:avLst/>
                <a:gdLst>
                  <a:gd name="T0" fmla="*/ 2 w 15"/>
                  <a:gd name="T1" fmla="*/ 0 h 11"/>
                  <a:gd name="T2" fmla="*/ 2 w 15"/>
                  <a:gd name="T3" fmla="*/ 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13" y="0"/>
                    </a:moveTo>
                    <a:cubicBezTo>
                      <a:pt x="0" y="1"/>
                      <a:pt x="5" y="11"/>
                      <a:pt x="15" y="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2" name="Freeform 2150">
                <a:extLst>
                  <a:ext uri="{FF2B5EF4-FFF2-40B4-BE49-F238E27FC236}">
                    <a16:creationId xmlns:a16="http://schemas.microsoft.com/office/drawing/2014/main" id="{F833FF57-7F45-426F-9E36-B9954AA04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3001"/>
                <a:ext cx="1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3" name="Freeform 2151">
                <a:extLst>
                  <a:ext uri="{FF2B5EF4-FFF2-40B4-BE49-F238E27FC236}">
                    <a16:creationId xmlns:a16="http://schemas.microsoft.com/office/drawing/2014/main" id="{1F73773A-D1F7-4AD3-BACA-C9262BF80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991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4" name="Freeform 2152">
                <a:extLst>
                  <a:ext uri="{FF2B5EF4-FFF2-40B4-BE49-F238E27FC236}">
                    <a16:creationId xmlns:a16="http://schemas.microsoft.com/office/drawing/2014/main" id="{9AFDC4C7-98DC-4EC2-8678-780105BAE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965"/>
                <a:ext cx="2" cy="4"/>
              </a:xfrm>
              <a:custGeom>
                <a:avLst/>
                <a:gdLst>
                  <a:gd name="T0" fmla="*/ 1 w 4"/>
                  <a:gd name="T1" fmla="*/ 0 h 6"/>
                  <a:gd name="T2" fmla="*/ 0 w 4"/>
                  <a:gd name="T3" fmla="*/ 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1" y="3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5" name="Freeform 2153">
                <a:extLst>
                  <a:ext uri="{FF2B5EF4-FFF2-40B4-BE49-F238E27FC236}">
                    <a16:creationId xmlns:a16="http://schemas.microsoft.com/office/drawing/2014/main" id="{D601B447-539F-4A6B-8289-9BE0A0E3E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989"/>
                <a:ext cx="3" cy="0"/>
              </a:xfrm>
              <a:custGeom>
                <a:avLst/>
                <a:gdLst>
                  <a:gd name="T0" fmla="*/ 1 w 6"/>
                  <a:gd name="T1" fmla="*/ 0 w 6"/>
                  <a:gd name="T2" fmla="*/ 0 60000 65536"/>
                  <a:gd name="T3" fmla="*/ 0 60000 65536"/>
                </a:gdLst>
                <a:ahLst/>
                <a:cxnLst>
                  <a:cxn ang="T2">
                    <a:pos x="T0" y="0"/>
                  </a:cxn>
                  <a:cxn ang="T3">
                    <a:pos x="T1" y="0"/>
                  </a:cxn>
                </a:cxnLst>
                <a:rect l="0" t="0" r="r" b="b"/>
                <a:pathLst>
                  <a:path w="6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6" name="Freeform 2154">
                <a:extLst>
                  <a:ext uri="{FF2B5EF4-FFF2-40B4-BE49-F238E27FC236}">
                    <a16:creationId xmlns:a16="http://schemas.microsoft.com/office/drawing/2014/main" id="{BFD2EFC7-BAC0-4069-966E-F98742A9C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989"/>
                <a:ext cx="7" cy="7"/>
              </a:xfrm>
              <a:custGeom>
                <a:avLst/>
                <a:gdLst>
                  <a:gd name="T0" fmla="*/ 2 w 12"/>
                  <a:gd name="T1" fmla="*/ 2 h 13"/>
                  <a:gd name="T2" fmla="*/ 0 w 12"/>
                  <a:gd name="T3" fmla="*/ 2 h 13"/>
                  <a:gd name="T4" fmla="*/ 2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1" y="11"/>
                    </a:moveTo>
                    <a:cubicBezTo>
                      <a:pt x="8" y="12"/>
                      <a:pt x="2" y="13"/>
                      <a:pt x="0" y="9"/>
                    </a:cubicBezTo>
                    <a:cubicBezTo>
                      <a:pt x="2" y="5"/>
                      <a:pt x="12" y="6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7" name="Freeform 2155">
                <a:extLst>
                  <a:ext uri="{FF2B5EF4-FFF2-40B4-BE49-F238E27FC236}">
                    <a16:creationId xmlns:a16="http://schemas.microsoft.com/office/drawing/2014/main" id="{3FBC9F1B-18D4-4AA6-828D-8C0F14993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985"/>
                <a:ext cx="9" cy="9"/>
              </a:xfrm>
              <a:custGeom>
                <a:avLst/>
                <a:gdLst>
                  <a:gd name="T0" fmla="*/ 2 w 17"/>
                  <a:gd name="T1" fmla="*/ 3 h 15"/>
                  <a:gd name="T2" fmla="*/ 0 w 17"/>
                  <a:gd name="T3" fmla="*/ 2 h 15"/>
                  <a:gd name="T4" fmla="*/ 2 w 17"/>
                  <a:gd name="T5" fmla="*/ 1 h 15"/>
                  <a:gd name="T6" fmla="*/ 1 w 17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9" y="15"/>
                    </a:moveTo>
                    <a:cubicBezTo>
                      <a:pt x="5" y="15"/>
                      <a:pt x="1" y="14"/>
                      <a:pt x="0" y="10"/>
                    </a:cubicBezTo>
                    <a:cubicBezTo>
                      <a:pt x="3" y="7"/>
                      <a:pt x="8" y="9"/>
                      <a:pt x="11" y="7"/>
                    </a:cubicBezTo>
                    <a:cubicBezTo>
                      <a:pt x="17" y="2"/>
                      <a:pt x="7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8" name="Freeform 2156">
                <a:extLst>
                  <a:ext uri="{FF2B5EF4-FFF2-40B4-BE49-F238E27FC236}">
                    <a16:creationId xmlns:a16="http://schemas.microsoft.com/office/drawing/2014/main" id="{9F27C54D-F512-494D-A2CA-CD8B76B20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983"/>
                <a:ext cx="3" cy="2"/>
              </a:xfrm>
              <a:custGeom>
                <a:avLst/>
                <a:gdLst>
                  <a:gd name="T0" fmla="*/ 1 w 6"/>
                  <a:gd name="T1" fmla="*/ 1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3" y="4"/>
                      <a:pt x="1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9" name="Freeform 2157">
                <a:extLst>
                  <a:ext uri="{FF2B5EF4-FFF2-40B4-BE49-F238E27FC236}">
                    <a16:creationId xmlns:a16="http://schemas.microsoft.com/office/drawing/2014/main" id="{86CD4D11-7EEF-4963-8B1B-12DEC7A62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965"/>
                <a:ext cx="3" cy="3"/>
              </a:xfrm>
              <a:custGeom>
                <a:avLst/>
                <a:gdLst>
                  <a:gd name="T0" fmla="*/ 0 w 6"/>
                  <a:gd name="T1" fmla="*/ 0 h 6"/>
                  <a:gd name="T2" fmla="*/ 1 w 6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0" y="3"/>
                      <a:pt x="2" y="5"/>
                      <a:pt x="6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0" name="Freeform 2158">
                <a:extLst>
                  <a:ext uri="{FF2B5EF4-FFF2-40B4-BE49-F238E27FC236}">
                    <a16:creationId xmlns:a16="http://schemas.microsoft.com/office/drawing/2014/main" id="{BBEDCB14-CC6E-44B1-81D5-8A3834DE5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980"/>
                <a:ext cx="7" cy="8"/>
              </a:xfrm>
              <a:custGeom>
                <a:avLst/>
                <a:gdLst>
                  <a:gd name="T0" fmla="*/ 2 w 13"/>
                  <a:gd name="T1" fmla="*/ 2 h 14"/>
                  <a:gd name="T2" fmla="*/ 2 w 13"/>
                  <a:gd name="T3" fmla="*/ 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3" y="9"/>
                    </a:moveTo>
                    <a:cubicBezTo>
                      <a:pt x="7" y="0"/>
                      <a:pt x="0" y="14"/>
                      <a:pt x="11" y="1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1" name="Freeform 2159">
                <a:extLst>
                  <a:ext uri="{FF2B5EF4-FFF2-40B4-BE49-F238E27FC236}">
                    <a16:creationId xmlns:a16="http://schemas.microsoft.com/office/drawing/2014/main" id="{5A55B0B6-17B0-4774-BE26-DD2F8E1A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3008"/>
                <a:ext cx="6" cy="5"/>
              </a:xfrm>
              <a:custGeom>
                <a:avLst/>
                <a:gdLst>
                  <a:gd name="T0" fmla="*/ 2 w 11"/>
                  <a:gd name="T1" fmla="*/ 1 h 8"/>
                  <a:gd name="T2" fmla="*/ 0 w 11"/>
                  <a:gd name="T3" fmla="*/ 1 h 8"/>
                  <a:gd name="T4" fmla="*/ 1 w 11"/>
                  <a:gd name="T5" fmla="*/ 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1" y="3"/>
                    </a:moveTo>
                    <a:cubicBezTo>
                      <a:pt x="8" y="0"/>
                      <a:pt x="4" y="0"/>
                      <a:pt x="0" y="1"/>
                    </a:cubicBezTo>
                    <a:cubicBezTo>
                      <a:pt x="1" y="4"/>
                      <a:pt x="4" y="7"/>
                      <a:pt x="8" y="8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2" name="Freeform 2160">
                <a:extLst>
                  <a:ext uri="{FF2B5EF4-FFF2-40B4-BE49-F238E27FC236}">
                    <a16:creationId xmlns:a16="http://schemas.microsoft.com/office/drawing/2014/main" id="{10134AD3-C598-4B5A-83BC-20764AF06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947"/>
                <a:ext cx="9" cy="10"/>
              </a:xfrm>
              <a:custGeom>
                <a:avLst/>
                <a:gdLst>
                  <a:gd name="T0" fmla="*/ 3 w 16"/>
                  <a:gd name="T1" fmla="*/ 2 h 18"/>
                  <a:gd name="T2" fmla="*/ 2 w 16"/>
                  <a:gd name="T3" fmla="*/ 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12"/>
                    </a:moveTo>
                    <a:cubicBezTo>
                      <a:pt x="10" y="0"/>
                      <a:pt x="0" y="16"/>
                      <a:pt x="13" y="18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3" name="Freeform 2161">
                <a:extLst>
                  <a:ext uri="{FF2B5EF4-FFF2-40B4-BE49-F238E27FC236}">
                    <a16:creationId xmlns:a16="http://schemas.microsoft.com/office/drawing/2014/main" id="{3A99D945-F249-4F21-B26E-64A46F07D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971"/>
                <a:ext cx="4" cy="4"/>
              </a:xfrm>
              <a:custGeom>
                <a:avLst/>
                <a:gdLst>
                  <a:gd name="T0" fmla="*/ 1 w 7"/>
                  <a:gd name="T1" fmla="*/ 0 h 7"/>
                  <a:gd name="T2" fmla="*/ 0 w 7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4" y="1"/>
                      <a:pt x="1" y="4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4" name="Freeform 2162">
                <a:extLst>
                  <a:ext uri="{FF2B5EF4-FFF2-40B4-BE49-F238E27FC236}">
                    <a16:creationId xmlns:a16="http://schemas.microsoft.com/office/drawing/2014/main" id="{2CCE7571-1142-4CB7-8756-3905DD427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994"/>
                <a:ext cx="7" cy="10"/>
              </a:xfrm>
              <a:custGeom>
                <a:avLst/>
                <a:gdLst>
                  <a:gd name="T0" fmla="*/ 2 w 13"/>
                  <a:gd name="T1" fmla="*/ 1 h 17"/>
                  <a:gd name="T2" fmla="*/ 1 w 13"/>
                  <a:gd name="T3" fmla="*/ 4 h 17"/>
                  <a:gd name="T4" fmla="*/ 1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1" y="7"/>
                    </a:moveTo>
                    <a:cubicBezTo>
                      <a:pt x="10" y="10"/>
                      <a:pt x="13" y="17"/>
                      <a:pt x="7" y="17"/>
                    </a:cubicBezTo>
                    <a:cubicBezTo>
                      <a:pt x="0" y="16"/>
                      <a:pt x="1" y="4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5" name="Freeform 2163">
                <a:extLst>
                  <a:ext uri="{FF2B5EF4-FFF2-40B4-BE49-F238E27FC236}">
                    <a16:creationId xmlns:a16="http://schemas.microsoft.com/office/drawing/2014/main" id="{89BA23EC-3B1E-44B3-9FE5-908655B19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936"/>
                <a:ext cx="6" cy="4"/>
              </a:xfrm>
              <a:custGeom>
                <a:avLst/>
                <a:gdLst>
                  <a:gd name="T0" fmla="*/ 0 w 12"/>
                  <a:gd name="T1" fmla="*/ 0 h 7"/>
                  <a:gd name="T2" fmla="*/ 2 w 12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2" y="5"/>
                      <a:pt x="9" y="3"/>
                      <a:pt x="12" y="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6" name="Freeform 2164">
                <a:extLst>
                  <a:ext uri="{FF2B5EF4-FFF2-40B4-BE49-F238E27FC236}">
                    <a16:creationId xmlns:a16="http://schemas.microsoft.com/office/drawing/2014/main" id="{BA9CEEBC-0543-484F-8588-E741D8CBF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2951"/>
                <a:ext cx="4" cy="3"/>
              </a:xfrm>
              <a:custGeom>
                <a:avLst/>
                <a:gdLst>
                  <a:gd name="T0" fmla="*/ 0 w 8"/>
                  <a:gd name="T1" fmla="*/ 0 h 6"/>
                  <a:gd name="T2" fmla="*/ 1 w 8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7" name="Freeform 2165">
                <a:extLst>
                  <a:ext uri="{FF2B5EF4-FFF2-40B4-BE49-F238E27FC236}">
                    <a16:creationId xmlns:a16="http://schemas.microsoft.com/office/drawing/2014/main" id="{2C83D9FB-B257-4CDA-92F4-E8965A055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214"/>
                <a:ext cx="8" cy="10"/>
              </a:xfrm>
              <a:custGeom>
                <a:avLst/>
                <a:gdLst>
                  <a:gd name="T0" fmla="*/ 2 w 16"/>
                  <a:gd name="T1" fmla="*/ 4 h 17"/>
                  <a:gd name="T2" fmla="*/ 2 w 16"/>
                  <a:gd name="T3" fmla="*/ 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4" y="17"/>
                    </a:moveTo>
                    <a:cubicBezTo>
                      <a:pt x="0" y="14"/>
                      <a:pt x="12" y="0"/>
                      <a:pt x="16" y="1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8" name="Freeform 2166">
                <a:extLst>
                  <a:ext uri="{FF2B5EF4-FFF2-40B4-BE49-F238E27FC236}">
                    <a16:creationId xmlns:a16="http://schemas.microsoft.com/office/drawing/2014/main" id="{5672D998-A012-44A6-92E6-C6EF90321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3189"/>
                <a:ext cx="6" cy="10"/>
              </a:xfrm>
              <a:custGeom>
                <a:avLst/>
                <a:gdLst>
                  <a:gd name="T0" fmla="*/ 1 w 10"/>
                  <a:gd name="T1" fmla="*/ 0 h 16"/>
                  <a:gd name="T2" fmla="*/ 2 w 10"/>
                  <a:gd name="T3" fmla="*/ 2 h 16"/>
                  <a:gd name="T4" fmla="*/ 0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7" y="0"/>
                    </a:moveTo>
                    <a:cubicBezTo>
                      <a:pt x="8" y="2"/>
                      <a:pt x="10" y="6"/>
                      <a:pt x="8" y="8"/>
                    </a:cubicBezTo>
                    <a:cubicBezTo>
                      <a:pt x="3" y="16"/>
                      <a:pt x="1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9" name="Freeform 2167">
                <a:extLst>
                  <a:ext uri="{FF2B5EF4-FFF2-40B4-BE49-F238E27FC236}">
                    <a16:creationId xmlns:a16="http://schemas.microsoft.com/office/drawing/2014/main" id="{896E2364-252A-4583-8E00-B7B50B5BE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153"/>
                <a:ext cx="0" cy="5"/>
              </a:xfrm>
              <a:custGeom>
                <a:avLst/>
                <a:gdLst>
                  <a:gd name="T0" fmla="*/ 2 h 9"/>
                  <a:gd name="T1" fmla="*/ 0 h 9"/>
                  <a:gd name="T2" fmla="*/ 0 60000 65536"/>
                  <a:gd name="T3" fmla="*/ 0 60000 65536"/>
                </a:gdLst>
                <a:ahLst/>
                <a:cxnLst>
                  <a:cxn ang="T2">
                    <a:pos x="0" y="T0"/>
                  </a:cxn>
                  <a:cxn ang="T3">
                    <a:pos x="0" y="T1"/>
                  </a:cxn>
                </a:cxnLst>
                <a:rect l="0" t="0" r="r" b="b"/>
                <a:pathLst>
                  <a:path h="9">
                    <a:moveTo>
                      <a:pt x="0" y="9"/>
                    </a:move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0" name="Freeform 2168">
                <a:extLst>
                  <a:ext uri="{FF2B5EF4-FFF2-40B4-BE49-F238E27FC236}">
                    <a16:creationId xmlns:a16="http://schemas.microsoft.com/office/drawing/2014/main" id="{90C1E643-92CC-4246-8F8F-EF8227349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986"/>
                <a:ext cx="1" cy="4"/>
              </a:xfrm>
              <a:custGeom>
                <a:avLst/>
                <a:gdLst>
                  <a:gd name="T0" fmla="*/ 1 w 2"/>
                  <a:gd name="T1" fmla="*/ 1 h 7"/>
                  <a:gd name="T2" fmla="*/ 1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0" y="4"/>
                      <a:pt x="0" y="2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7C2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1" name="Freeform 2169">
                <a:extLst>
                  <a:ext uri="{FF2B5EF4-FFF2-40B4-BE49-F238E27FC236}">
                    <a16:creationId xmlns:a16="http://schemas.microsoft.com/office/drawing/2014/main" id="{6B6DA7AE-C2E0-4ABC-BBF3-91E88F10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014"/>
                <a:ext cx="1" cy="3"/>
              </a:xfrm>
              <a:custGeom>
                <a:avLst/>
                <a:gdLst>
                  <a:gd name="T0" fmla="*/ 1 w 1"/>
                  <a:gd name="T1" fmla="*/ 1 h 6"/>
                  <a:gd name="T2" fmla="*/ 1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7C2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2" name="Freeform 2170">
                <a:extLst>
                  <a:ext uri="{FF2B5EF4-FFF2-40B4-BE49-F238E27FC236}">
                    <a16:creationId xmlns:a16="http://schemas.microsoft.com/office/drawing/2014/main" id="{547CF080-FFAD-4EDF-B232-54476C534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125"/>
                <a:ext cx="1" cy="2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7C2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3" name="Freeform 2171">
                <a:extLst>
                  <a:ext uri="{FF2B5EF4-FFF2-40B4-BE49-F238E27FC236}">
                    <a16:creationId xmlns:a16="http://schemas.microsoft.com/office/drawing/2014/main" id="{24B08438-76ED-4E87-BAED-0D843CB23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3055"/>
                <a:ext cx="1" cy="3"/>
              </a:xfrm>
              <a:custGeom>
                <a:avLst/>
                <a:gdLst>
                  <a:gd name="T0" fmla="*/ 1 w 2"/>
                  <a:gd name="T1" fmla="*/ 1 h 6"/>
                  <a:gd name="T2" fmla="*/ 0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7C2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4" name="Freeform 2172">
                <a:extLst>
                  <a:ext uri="{FF2B5EF4-FFF2-40B4-BE49-F238E27FC236}">
                    <a16:creationId xmlns:a16="http://schemas.microsoft.com/office/drawing/2014/main" id="{E69AF8D3-F018-4AE6-A5EC-8B416D206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024"/>
                <a:ext cx="1" cy="3"/>
              </a:xfrm>
              <a:custGeom>
                <a:avLst/>
                <a:gdLst>
                  <a:gd name="T0" fmla="*/ 1 w 2"/>
                  <a:gd name="T1" fmla="*/ 0 h 4"/>
                  <a:gd name="T2" fmla="*/ 1 w 2"/>
                  <a:gd name="T3" fmla="*/ 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F7C2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5" name="Freeform 2173">
                <a:extLst>
                  <a:ext uri="{FF2B5EF4-FFF2-40B4-BE49-F238E27FC236}">
                    <a16:creationId xmlns:a16="http://schemas.microsoft.com/office/drawing/2014/main" id="{FF3B08E9-7F0C-48D9-BF50-66626FCC8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124"/>
                <a:ext cx="1" cy="5"/>
              </a:xfrm>
              <a:custGeom>
                <a:avLst/>
                <a:gdLst>
                  <a:gd name="T0" fmla="*/ 0 w 2"/>
                  <a:gd name="T1" fmla="*/ 2 h 8"/>
                  <a:gd name="T2" fmla="*/ 1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cubicBezTo>
                      <a:pt x="1" y="5"/>
                      <a:pt x="1" y="2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7C2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6" name="Freeform 2174">
                <a:extLst>
                  <a:ext uri="{FF2B5EF4-FFF2-40B4-BE49-F238E27FC236}">
                    <a16:creationId xmlns:a16="http://schemas.microsoft.com/office/drawing/2014/main" id="{3E6F4A0E-16CA-41A0-9FEB-4CCEE274C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3091"/>
                <a:ext cx="3" cy="6"/>
              </a:xfrm>
              <a:custGeom>
                <a:avLst/>
                <a:gdLst>
                  <a:gd name="T0" fmla="*/ 0 w 4"/>
                  <a:gd name="T1" fmla="*/ 2 h 10"/>
                  <a:gd name="T2" fmla="*/ 2 w 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10"/>
                    </a:moveTo>
                    <a:cubicBezTo>
                      <a:pt x="1" y="7"/>
                      <a:pt x="2" y="3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7C2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7" name="Freeform 2175">
                <a:extLst>
                  <a:ext uri="{FF2B5EF4-FFF2-40B4-BE49-F238E27FC236}">
                    <a16:creationId xmlns:a16="http://schemas.microsoft.com/office/drawing/2014/main" id="{62E852DC-173B-4F21-A359-0C4075B19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968"/>
                <a:ext cx="9" cy="7"/>
              </a:xfrm>
              <a:custGeom>
                <a:avLst/>
                <a:gdLst>
                  <a:gd name="T0" fmla="*/ 3 w 16"/>
                  <a:gd name="T1" fmla="*/ 1 h 12"/>
                  <a:gd name="T2" fmla="*/ 2 w 16"/>
                  <a:gd name="T3" fmla="*/ 2 h 12"/>
                  <a:gd name="T4" fmla="*/ 0 w 16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9" y="0"/>
                      <a:pt x="5" y="3"/>
                      <a:pt x="12" y="8"/>
                    </a:cubicBezTo>
                    <a:cubicBezTo>
                      <a:pt x="8" y="12"/>
                      <a:pt x="4" y="9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12" name="Group 2176">
              <a:extLst>
                <a:ext uri="{FF2B5EF4-FFF2-40B4-BE49-F238E27FC236}">
                  <a16:creationId xmlns:a16="http://schemas.microsoft.com/office/drawing/2014/main" id="{9C000B7A-00FB-440E-8CF5-1FB55597FD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9175" y="5410200"/>
              <a:ext cx="427038" cy="685800"/>
              <a:chOff x="1970" y="769"/>
              <a:chExt cx="1854" cy="2975"/>
            </a:xfrm>
          </p:grpSpPr>
          <p:sp>
            <p:nvSpPr>
              <p:cNvPr id="76974" name="Freeform 2177">
                <a:extLst>
                  <a:ext uri="{FF2B5EF4-FFF2-40B4-BE49-F238E27FC236}">
                    <a16:creationId xmlns:a16="http://schemas.microsoft.com/office/drawing/2014/main" id="{A2D15713-D60D-4149-A7A0-14E217094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769"/>
                <a:ext cx="368" cy="1137"/>
              </a:xfrm>
              <a:custGeom>
                <a:avLst/>
                <a:gdLst>
                  <a:gd name="T0" fmla="*/ 22 w 333"/>
                  <a:gd name="T1" fmla="*/ 0 h 1029"/>
                  <a:gd name="T2" fmla="*/ 136 w 333"/>
                  <a:gd name="T3" fmla="*/ 676 h 1029"/>
                  <a:gd name="T4" fmla="*/ 320 w 333"/>
                  <a:gd name="T5" fmla="*/ 1299 h 1029"/>
                  <a:gd name="T6" fmla="*/ 450 w 333"/>
                  <a:gd name="T7" fmla="*/ 1388 h 1029"/>
                  <a:gd name="T8" fmla="*/ 255 w 333"/>
                  <a:gd name="T9" fmla="*/ 683 h 1029"/>
                  <a:gd name="T10" fmla="*/ 150 w 333"/>
                  <a:gd name="T11" fmla="*/ 1 h 1029"/>
                  <a:gd name="T12" fmla="*/ 22 w 333"/>
                  <a:gd name="T13" fmla="*/ 0 h 10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3" h="1029">
                    <a:moveTo>
                      <a:pt x="16" y="0"/>
                    </a:moveTo>
                    <a:cubicBezTo>
                      <a:pt x="16" y="0"/>
                      <a:pt x="0" y="281"/>
                      <a:pt x="100" y="501"/>
                    </a:cubicBezTo>
                    <a:cubicBezTo>
                      <a:pt x="219" y="764"/>
                      <a:pt x="237" y="963"/>
                      <a:pt x="237" y="963"/>
                    </a:cubicBezTo>
                    <a:cubicBezTo>
                      <a:pt x="333" y="1029"/>
                      <a:pt x="333" y="1029"/>
                      <a:pt x="333" y="1029"/>
                    </a:cubicBezTo>
                    <a:cubicBezTo>
                      <a:pt x="333" y="1029"/>
                      <a:pt x="296" y="718"/>
                      <a:pt x="189" y="506"/>
                    </a:cubicBezTo>
                    <a:cubicBezTo>
                      <a:pt x="128" y="386"/>
                      <a:pt x="111" y="1"/>
                      <a:pt x="111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4C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5" name="Freeform 2178">
                <a:extLst>
                  <a:ext uri="{FF2B5EF4-FFF2-40B4-BE49-F238E27FC236}">
                    <a16:creationId xmlns:a16="http://schemas.microsoft.com/office/drawing/2014/main" id="{250C8F95-B991-4CC0-AC70-8E3B75E6E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650"/>
                <a:ext cx="113" cy="193"/>
              </a:xfrm>
              <a:custGeom>
                <a:avLst/>
                <a:gdLst>
                  <a:gd name="T0" fmla="*/ 1 w 103"/>
                  <a:gd name="T1" fmla="*/ 0 h 175"/>
                  <a:gd name="T2" fmla="*/ 16 w 103"/>
                  <a:gd name="T3" fmla="*/ 63 h 175"/>
                  <a:gd name="T4" fmla="*/ 29 w 103"/>
                  <a:gd name="T5" fmla="*/ 126 h 175"/>
                  <a:gd name="T6" fmla="*/ 124 w 103"/>
                  <a:gd name="T7" fmla="*/ 227 h 175"/>
                  <a:gd name="T8" fmla="*/ 97 w 103"/>
                  <a:gd name="T9" fmla="*/ 82 h 175"/>
                  <a:gd name="T10" fmla="*/ 1 w 103"/>
                  <a:gd name="T11" fmla="*/ 3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175">
                    <a:moveTo>
                      <a:pt x="1" y="0"/>
                    </a:moveTo>
                    <a:cubicBezTo>
                      <a:pt x="0" y="13"/>
                      <a:pt x="9" y="33"/>
                      <a:pt x="13" y="47"/>
                    </a:cubicBezTo>
                    <a:cubicBezTo>
                      <a:pt x="16" y="62"/>
                      <a:pt x="16" y="78"/>
                      <a:pt x="22" y="93"/>
                    </a:cubicBezTo>
                    <a:cubicBezTo>
                      <a:pt x="29" y="113"/>
                      <a:pt x="69" y="175"/>
                      <a:pt x="94" y="170"/>
                    </a:cubicBezTo>
                    <a:cubicBezTo>
                      <a:pt x="103" y="137"/>
                      <a:pt x="81" y="92"/>
                      <a:pt x="73" y="61"/>
                    </a:cubicBezTo>
                    <a:cubicBezTo>
                      <a:pt x="64" y="28"/>
                      <a:pt x="34" y="6"/>
                      <a:pt x="1" y="3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6" name="Freeform 2179">
                <a:extLst>
                  <a:ext uri="{FF2B5EF4-FFF2-40B4-BE49-F238E27FC236}">
                    <a16:creationId xmlns:a16="http://schemas.microsoft.com/office/drawing/2014/main" id="{EAB42D54-3253-4D3C-8145-EAC3A0FBD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769"/>
                <a:ext cx="368" cy="1137"/>
              </a:xfrm>
              <a:custGeom>
                <a:avLst/>
                <a:gdLst>
                  <a:gd name="T0" fmla="*/ 429 w 333"/>
                  <a:gd name="T1" fmla="*/ 0 h 1029"/>
                  <a:gd name="T2" fmla="*/ 316 w 333"/>
                  <a:gd name="T3" fmla="*/ 676 h 1029"/>
                  <a:gd name="T4" fmla="*/ 129 w 333"/>
                  <a:gd name="T5" fmla="*/ 1299 h 1029"/>
                  <a:gd name="T6" fmla="*/ 0 w 333"/>
                  <a:gd name="T7" fmla="*/ 1388 h 1029"/>
                  <a:gd name="T8" fmla="*/ 196 w 333"/>
                  <a:gd name="T9" fmla="*/ 683 h 1029"/>
                  <a:gd name="T10" fmla="*/ 299 w 333"/>
                  <a:gd name="T11" fmla="*/ 1 h 1029"/>
                  <a:gd name="T12" fmla="*/ 429 w 333"/>
                  <a:gd name="T13" fmla="*/ 0 h 10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3" h="1029">
                    <a:moveTo>
                      <a:pt x="318" y="0"/>
                    </a:moveTo>
                    <a:cubicBezTo>
                      <a:pt x="318" y="0"/>
                      <a:pt x="333" y="281"/>
                      <a:pt x="234" y="501"/>
                    </a:cubicBezTo>
                    <a:cubicBezTo>
                      <a:pt x="115" y="764"/>
                      <a:pt x="96" y="963"/>
                      <a:pt x="96" y="963"/>
                    </a:cubicBezTo>
                    <a:cubicBezTo>
                      <a:pt x="0" y="1029"/>
                      <a:pt x="0" y="1029"/>
                      <a:pt x="0" y="1029"/>
                    </a:cubicBezTo>
                    <a:cubicBezTo>
                      <a:pt x="0" y="1029"/>
                      <a:pt x="37" y="718"/>
                      <a:pt x="145" y="506"/>
                    </a:cubicBezTo>
                    <a:cubicBezTo>
                      <a:pt x="205" y="386"/>
                      <a:pt x="222" y="1"/>
                      <a:pt x="222" y="1"/>
                    </a:cubicBezTo>
                    <a:lnTo>
                      <a:pt x="318" y="0"/>
                    </a:lnTo>
                    <a:close/>
                  </a:path>
                </a:pathLst>
              </a:custGeom>
              <a:solidFill>
                <a:srgbClr val="F4C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7" name="Freeform 2180">
                <a:extLst>
                  <a:ext uri="{FF2B5EF4-FFF2-40B4-BE49-F238E27FC236}">
                    <a16:creationId xmlns:a16="http://schemas.microsoft.com/office/drawing/2014/main" id="{235CECD2-6191-45D7-8771-696797855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608"/>
                <a:ext cx="123" cy="224"/>
              </a:xfrm>
              <a:custGeom>
                <a:avLst/>
                <a:gdLst>
                  <a:gd name="T0" fmla="*/ 145 w 112"/>
                  <a:gd name="T1" fmla="*/ 0 h 203"/>
                  <a:gd name="T2" fmla="*/ 133 w 112"/>
                  <a:gd name="T3" fmla="*/ 57 h 203"/>
                  <a:gd name="T4" fmla="*/ 122 w 112"/>
                  <a:gd name="T5" fmla="*/ 121 h 203"/>
                  <a:gd name="T6" fmla="*/ 52 w 112"/>
                  <a:gd name="T7" fmla="*/ 243 h 203"/>
                  <a:gd name="T8" fmla="*/ 5 w 112"/>
                  <a:gd name="T9" fmla="*/ 257 h 203"/>
                  <a:gd name="T10" fmla="*/ 13 w 112"/>
                  <a:gd name="T11" fmla="*/ 193 h 203"/>
                  <a:gd name="T12" fmla="*/ 65 w 112"/>
                  <a:gd name="T13" fmla="*/ 56 h 203"/>
                  <a:gd name="T14" fmla="*/ 143 w 112"/>
                  <a:gd name="T15" fmla="*/ 0 h 2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203">
                    <a:moveTo>
                      <a:pt x="109" y="0"/>
                    </a:moveTo>
                    <a:cubicBezTo>
                      <a:pt x="112" y="5"/>
                      <a:pt x="102" y="33"/>
                      <a:pt x="100" y="43"/>
                    </a:cubicBezTo>
                    <a:cubicBezTo>
                      <a:pt x="97" y="59"/>
                      <a:pt x="95" y="75"/>
                      <a:pt x="92" y="91"/>
                    </a:cubicBezTo>
                    <a:cubicBezTo>
                      <a:pt x="85" y="127"/>
                      <a:pt x="71" y="158"/>
                      <a:pt x="39" y="180"/>
                    </a:cubicBezTo>
                    <a:cubicBezTo>
                      <a:pt x="30" y="186"/>
                      <a:pt x="12" y="203"/>
                      <a:pt x="5" y="191"/>
                    </a:cubicBezTo>
                    <a:cubicBezTo>
                      <a:pt x="0" y="182"/>
                      <a:pt x="8" y="153"/>
                      <a:pt x="10" y="144"/>
                    </a:cubicBezTo>
                    <a:cubicBezTo>
                      <a:pt x="17" y="108"/>
                      <a:pt x="21" y="69"/>
                      <a:pt x="49" y="42"/>
                    </a:cubicBezTo>
                    <a:cubicBezTo>
                      <a:pt x="67" y="24"/>
                      <a:pt x="90" y="15"/>
                      <a:pt x="107" y="0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8" name="Freeform 2181">
                <a:extLst>
                  <a:ext uri="{FF2B5EF4-FFF2-40B4-BE49-F238E27FC236}">
                    <a16:creationId xmlns:a16="http://schemas.microsoft.com/office/drawing/2014/main" id="{40EA5EE5-EF32-4D03-A4BB-B27DB0746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466"/>
                <a:ext cx="1826" cy="664"/>
              </a:xfrm>
              <a:custGeom>
                <a:avLst/>
                <a:gdLst>
                  <a:gd name="T0" fmla="*/ 0 w 1653"/>
                  <a:gd name="T1" fmla="*/ 811 h 601"/>
                  <a:gd name="T2" fmla="*/ 1106 w 1653"/>
                  <a:gd name="T3" fmla="*/ 0 h 601"/>
                  <a:gd name="T4" fmla="*/ 2228 w 1653"/>
                  <a:gd name="T5" fmla="*/ 792 h 601"/>
                  <a:gd name="T6" fmla="*/ 0 w 1653"/>
                  <a:gd name="T7" fmla="*/ 811 h 6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53" h="601">
                    <a:moveTo>
                      <a:pt x="0" y="601"/>
                    </a:moveTo>
                    <a:cubicBezTo>
                      <a:pt x="0" y="601"/>
                      <a:pt x="93" y="0"/>
                      <a:pt x="820" y="0"/>
                    </a:cubicBezTo>
                    <a:cubicBezTo>
                      <a:pt x="1546" y="0"/>
                      <a:pt x="1653" y="587"/>
                      <a:pt x="1653" y="587"/>
                    </a:cubicBezTo>
                    <a:lnTo>
                      <a:pt x="0" y="601"/>
                    </a:lnTo>
                    <a:close/>
                  </a:path>
                </a:pathLst>
              </a:custGeom>
              <a:solidFill>
                <a:srgbClr val="F4C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9" name="Freeform 2182">
                <a:extLst>
                  <a:ext uri="{FF2B5EF4-FFF2-40B4-BE49-F238E27FC236}">
                    <a16:creationId xmlns:a16="http://schemas.microsoft.com/office/drawing/2014/main" id="{C45A4D44-D63E-4008-BF22-3386048C1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783"/>
                <a:ext cx="1766" cy="1899"/>
              </a:xfrm>
              <a:custGeom>
                <a:avLst/>
                <a:gdLst>
                  <a:gd name="T0" fmla="*/ 0 w 1600"/>
                  <a:gd name="T1" fmla="*/ 373 h 1719"/>
                  <a:gd name="T2" fmla="*/ 830 w 1600"/>
                  <a:gd name="T3" fmla="*/ 31 h 1719"/>
                  <a:gd name="T4" fmla="*/ 2120 w 1600"/>
                  <a:gd name="T5" fmla="*/ 373 h 1719"/>
                  <a:gd name="T6" fmla="*/ 1635 w 1600"/>
                  <a:gd name="T7" fmla="*/ 1362 h 1719"/>
                  <a:gd name="T8" fmla="*/ 1132 w 1600"/>
                  <a:gd name="T9" fmla="*/ 1756 h 1719"/>
                  <a:gd name="T10" fmla="*/ 1022 w 1600"/>
                  <a:gd name="T11" fmla="*/ 2314 h 1719"/>
                  <a:gd name="T12" fmla="*/ 923 w 1600"/>
                  <a:gd name="T13" fmla="*/ 1595 h 1719"/>
                  <a:gd name="T14" fmla="*/ 0 w 1600"/>
                  <a:gd name="T15" fmla="*/ 373 h 17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0" h="1719">
                    <a:moveTo>
                      <a:pt x="0" y="277"/>
                    </a:moveTo>
                    <a:cubicBezTo>
                      <a:pt x="0" y="277"/>
                      <a:pt x="270" y="47"/>
                      <a:pt x="617" y="23"/>
                    </a:cubicBezTo>
                    <a:cubicBezTo>
                      <a:pt x="963" y="0"/>
                      <a:pt x="1259" y="7"/>
                      <a:pt x="1576" y="277"/>
                    </a:cubicBezTo>
                    <a:cubicBezTo>
                      <a:pt x="1576" y="277"/>
                      <a:pt x="1600" y="676"/>
                      <a:pt x="1216" y="1010"/>
                    </a:cubicBezTo>
                    <a:cubicBezTo>
                      <a:pt x="986" y="1210"/>
                      <a:pt x="790" y="1156"/>
                      <a:pt x="843" y="1303"/>
                    </a:cubicBezTo>
                    <a:cubicBezTo>
                      <a:pt x="896" y="1450"/>
                      <a:pt x="860" y="1719"/>
                      <a:pt x="760" y="1716"/>
                    </a:cubicBezTo>
                    <a:cubicBezTo>
                      <a:pt x="660" y="1713"/>
                      <a:pt x="780" y="1223"/>
                      <a:pt x="686" y="1183"/>
                    </a:cubicBezTo>
                    <a:cubicBezTo>
                      <a:pt x="593" y="1143"/>
                      <a:pt x="50" y="963"/>
                      <a:pt x="0" y="277"/>
                    </a:cubicBezTo>
                    <a:close/>
                  </a:path>
                </a:pathLst>
              </a:custGeom>
              <a:solidFill>
                <a:srgbClr val="EF6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0" name="Freeform 2183">
                <a:extLst>
                  <a:ext uri="{FF2B5EF4-FFF2-40B4-BE49-F238E27FC236}">
                    <a16:creationId xmlns:a16="http://schemas.microsoft.com/office/drawing/2014/main" id="{DA96ABEC-5CCB-4E8B-BEE1-3C0B3142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981"/>
                <a:ext cx="1665" cy="528"/>
              </a:xfrm>
              <a:custGeom>
                <a:avLst/>
                <a:gdLst>
                  <a:gd name="T0" fmla="*/ 0 w 1508"/>
                  <a:gd name="T1" fmla="*/ 183 h 478"/>
                  <a:gd name="T2" fmla="*/ 187 w 1508"/>
                  <a:gd name="T3" fmla="*/ 54 h 478"/>
                  <a:gd name="T4" fmla="*/ 262 w 1508"/>
                  <a:gd name="T5" fmla="*/ 142 h 478"/>
                  <a:gd name="T6" fmla="*/ 386 w 1508"/>
                  <a:gd name="T7" fmla="*/ 80 h 478"/>
                  <a:gd name="T8" fmla="*/ 528 w 1508"/>
                  <a:gd name="T9" fmla="*/ 13 h 478"/>
                  <a:gd name="T10" fmla="*/ 528 w 1508"/>
                  <a:gd name="T11" fmla="*/ 65 h 478"/>
                  <a:gd name="T12" fmla="*/ 413 w 1508"/>
                  <a:gd name="T13" fmla="*/ 217 h 478"/>
                  <a:gd name="T14" fmla="*/ 388 w 1508"/>
                  <a:gd name="T15" fmla="*/ 317 h 478"/>
                  <a:gd name="T16" fmla="*/ 478 w 1508"/>
                  <a:gd name="T17" fmla="*/ 257 h 478"/>
                  <a:gd name="T18" fmla="*/ 549 w 1508"/>
                  <a:gd name="T19" fmla="*/ 261 h 478"/>
                  <a:gd name="T20" fmla="*/ 519 w 1508"/>
                  <a:gd name="T21" fmla="*/ 388 h 478"/>
                  <a:gd name="T22" fmla="*/ 797 w 1508"/>
                  <a:gd name="T23" fmla="*/ 173 h 478"/>
                  <a:gd name="T24" fmla="*/ 940 w 1508"/>
                  <a:gd name="T25" fmla="*/ 40 h 478"/>
                  <a:gd name="T26" fmla="*/ 829 w 1508"/>
                  <a:gd name="T27" fmla="*/ 250 h 478"/>
                  <a:gd name="T28" fmla="*/ 853 w 1508"/>
                  <a:gd name="T29" fmla="*/ 404 h 478"/>
                  <a:gd name="T30" fmla="*/ 994 w 1508"/>
                  <a:gd name="T31" fmla="*/ 281 h 478"/>
                  <a:gd name="T32" fmla="*/ 1077 w 1508"/>
                  <a:gd name="T33" fmla="*/ 453 h 478"/>
                  <a:gd name="T34" fmla="*/ 1115 w 1508"/>
                  <a:gd name="T35" fmla="*/ 313 h 478"/>
                  <a:gd name="T36" fmla="*/ 1167 w 1508"/>
                  <a:gd name="T37" fmla="*/ 168 h 478"/>
                  <a:gd name="T38" fmla="*/ 1191 w 1508"/>
                  <a:gd name="T39" fmla="*/ 233 h 478"/>
                  <a:gd name="T40" fmla="*/ 1291 w 1508"/>
                  <a:gd name="T41" fmla="*/ 404 h 478"/>
                  <a:gd name="T42" fmla="*/ 1344 w 1508"/>
                  <a:gd name="T43" fmla="*/ 445 h 478"/>
                  <a:gd name="T44" fmla="*/ 1321 w 1508"/>
                  <a:gd name="T45" fmla="*/ 241 h 478"/>
                  <a:gd name="T46" fmla="*/ 1366 w 1508"/>
                  <a:gd name="T47" fmla="*/ 112 h 478"/>
                  <a:gd name="T48" fmla="*/ 1475 w 1508"/>
                  <a:gd name="T49" fmla="*/ 211 h 478"/>
                  <a:gd name="T50" fmla="*/ 1686 w 1508"/>
                  <a:gd name="T51" fmla="*/ 390 h 478"/>
                  <a:gd name="T52" fmla="*/ 1573 w 1508"/>
                  <a:gd name="T53" fmla="*/ 173 h 478"/>
                  <a:gd name="T54" fmla="*/ 1826 w 1508"/>
                  <a:gd name="T55" fmla="*/ 250 h 478"/>
                  <a:gd name="T56" fmla="*/ 1792 w 1508"/>
                  <a:gd name="T57" fmla="*/ 92 h 478"/>
                  <a:gd name="T58" fmla="*/ 1896 w 1508"/>
                  <a:gd name="T59" fmla="*/ 131 h 478"/>
                  <a:gd name="T60" fmla="*/ 1979 w 1508"/>
                  <a:gd name="T61" fmla="*/ 165 h 478"/>
                  <a:gd name="T62" fmla="*/ 1962 w 1508"/>
                  <a:gd name="T63" fmla="*/ 257 h 478"/>
                  <a:gd name="T64" fmla="*/ 1849 w 1508"/>
                  <a:gd name="T65" fmla="*/ 360 h 478"/>
                  <a:gd name="T66" fmla="*/ 1709 w 1508"/>
                  <a:gd name="T67" fmla="*/ 427 h 478"/>
                  <a:gd name="T68" fmla="*/ 1495 w 1508"/>
                  <a:gd name="T69" fmla="*/ 525 h 478"/>
                  <a:gd name="T70" fmla="*/ 1231 w 1508"/>
                  <a:gd name="T71" fmla="*/ 595 h 478"/>
                  <a:gd name="T72" fmla="*/ 962 w 1508"/>
                  <a:gd name="T73" fmla="*/ 637 h 478"/>
                  <a:gd name="T74" fmla="*/ 713 w 1508"/>
                  <a:gd name="T75" fmla="*/ 617 h 478"/>
                  <a:gd name="T76" fmla="*/ 464 w 1508"/>
                  <a:gd name="T77" fmla="*/ 580 h 478"/>
                  <a:gd name="T78" fmla="*/ 320 w 1508"/>
                  <a:gd name="T79" fmla="*/ 501 h 478"/>
                  <a:gd name="T80" fmla="*/ 118 w 1508"/>
                  <a:gd name="T81" fmla="*/ 308 h 478"/>
                  <a:gd name="T82" fmla="*/ 14 w 1508"/>
                  <a:gd name="T83" fmla="*/ 197 h 4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508" h="478">
                    <a:moveTo>
                      <a:pt x="0" y="136"/>
                    </a:moveTo>
                    <a:cubicBezTo>
                      <a:pt x="40" y="98"/>
                      <a:pt x="78" y="46"/>
                      <a:pt x="139" y="40"/>
                    </a:cubicBezTo>
                    <a:cubicBezTo>
                      <a:pt x="201" y="33"/>
                      <a:pt x="161" y="105"/>
                      <a:pt x="195" y="106"/>
                    </a:cubicBezTo>
                    <a:cubicBezTo>
                      <a:pt x="214" y="107"/>
                      <a:pt x="269" y="69"/>
                      <a:pt x="287" y="59"/>
                    </a:cubicBezTo>
                    <a:cubicBezTo>
                      <a:pt x="310" y="46"/>
                      <a:pt x="362" y="0"/>
                      <a:pt x="392" y="10"/>
                    </a:cubicBezTo>
                    <a:cubicBezTo>
                      <a:pt x="413" y="17"/>
                      <a:pt x="405" y="28"/>
                      <a:pt x="392" y="48"/>
                    </a:cubicBezTo>
                    <a:cubicBezTo>
                      <a:pt x="366" y="88"/>
                      <a:pt x="327" y="116"/>
                      <a:pt x="307" y="160"/>
                    </a:cubicBezTo>
                    <a:cubicBezTo>
                      <a:pt x="299" y="176"/>
                      <a:pt x="280" y="216"/>
                      <a:pt x="288" y="235"/>
                    </a:cubicBezTo>
                    <a:cubicBezTo>
                      <a:pt x="303" y="271"/>
                      <a:pt x="339" y="203"/>
                      <a:pt x="355" y="191"/>
                    </a:cubicBezTo>
                    <a:cubicBezTo>
                      <a:pt x="376" y="176"/>
                      <a:pt x="404" y="164"/>
                      <a:pt x="408" y="194"/>
                    </a:cubicBezTo>
                    <a:cubicBezTo>
                      <a:pt x="411" y="217"/>
                      <a:pt x="364" y="264"/>
                      <a:pt x="386" y="288"/>
                    </a:cubicBezTo>
                    <a:cubicBezTo>
                      <a:pt x="413" y="318"/>
                      <a:pt x="576" y="151"/>
                      <a:pt x="592" y="129"/>
                    </a:cubicBezTo>
                    <a:cubicBezTo>
                      <a:pt x="604" y="114"/>
                      <a:pt x="670" y="6"/>
                      <a:pt x="698" y="30"/>
                    </a:cubicBezTo>
                    <a:cubicBezTo>
                      <a:pt x="714" y="44"/>
                      <a:pt x="620" y="162"/>
                      <a:pt x="616" y="186"/>
                    </a:cubicBezTo>
                    <a:cubicBezTo>
                      <a:pt x="612" y="205"/>
                      <a:pt x="595" y="306"/>
                      <a:pt x="634" y="300"/>
                    </a:cubicBezTo>
                    <a:cubicBezTo>
                      <a:pt x="663" y="296"/>
                      <a:pt x="698" y="172"/>
                      <a:pt x="738" y="208"/>
                    </a:cubicBezTo>
                    <a:cubicBezTo>
                      <a:pt x="754" y="223"/>
                      <a:pt x="747" y="360"/>
                      <a:pt x="800" y="336"/>
                    </a:cubicBezTo>
                    <a:cubicBezTo>
                      <a:pt x="823" y="325"/>
                      <a:pt x="825" y="252"/>
                      <a:pt x="829" y="232"/>
                    </a:cubicBezTo>
                    <a:cubicBezTo>
                      <a:pt x="835" y="206"/>
                      <a:pt x="835" y="136"/>
                      <a:pt x="867" y="125"/>
                    </a:cubicBezTo>
                    <a:cubicBezTo>
                      <a:pt x="893" y="115"/>
                      <a:pt x="879" y="148"/>
                      <a:pt x="885" y="173"/>
                    </a:cubicBezTo>
                    <a:cubicBezTo>
                      <a:pt x="898" y="221"/>
                      <a:pt x="934" y="257"/>
                      <a:pt x="959" y="300"/>
                    </a:cubicBezTo>
                    <a:cubicBezTo>
                      <a:pt x="966" y="311"/>
                      <a:pt x="980" y="337"/>
                      <a:pt x="998" y="330"/>
                    </a:cubicBezTo>
                    <a:cubicBezTo>
                      <a:pt x="1013" y="324"/>
                      <a:pt x="982" y="193"/>
                      <a:pt x="981" y="178"/>
                    </a:cubicBezTo>
                    <a:cubicBezTo>
                      <a:pt x="981" y="154"/>
                      <a:pt x="985" y="94"/>
                      <a:pt x="1014" y="82"/>
                    </a:cubicBezTo>
                    <a:cubicBezTo>
                      <a:pt x="1049" y="68"/>
                      <a:pt x="1080" y="136"/>
                      <a:pt x="1096" y="157"/>
                    </a:cubicBezTo>
                    <a:cubicBezTo>
                      <a:pt x="1125" y="197"/>
                      <a:pt x="1192" y="302"/>
                      <a:pt x="1253" y="290"/>
                    </a:cubicBezTo>
                    <a:cubicBezTo>
                      <a:pt x="1247" y="247"/>
                      <a:pt x="1114" y="162"/>
                      <a:pt x="1169" y="129"/>
                    </a:cubicBezTo>
                    <a:cubicBezTo>
                      <a:pt x="1220" y="99"/>
                      <a:pt x="1311" y="181"/>
                      <a:pt x="1357" y="186"/>
                    </a:cubicBezTo>
                    <a:cubicBezTo>
                      <a:pt x="1361" y="145"/>
                      <a:pt x="1325" y="110"/>
                      <a:pt x="1331" y="68"/>
                    </a:cubicBezTo>
                    <a:cubicBezTo>
                      <a:pt x="1357" y="60"/>
                      <a:pt x="1385" y="87"/>
                      <a:pt x="1408" y="98"/>
                    </a:cubicBezTo>
                    <a:cubicBezTo>
                      <a:pt x="1428" y="108"/>
                      <a:pt x="1451" y="113"/>
                      <a:pt x="1470" y="122"/>
                    </a:cubicBezTo>
                    <a:cubicBezTo>
                      <a:pt x="1508" y="142"/>
                      <a:pt x="1480" y="168"/>
                      <a:pt x="1457" y="191"/>
                    </a:cubicBezTo>
                    <a:cubicBezTo>
                      <a:pt x="1430" y="218"/>
                      <a:pt x="1407" y="247"/>
                      <a:pt x="1374" y="267"/>
                    </a:cubicBezTo>
                    <a:cubicBezTo>
                      <a:pt x="1341" y="286"/>
                      <a:pt x="1304" y="300"/>
                      <a:pt x="1270" y="317"/>
                    </a:cubicBezTo>
                    <a:cubicBezTo>
                      <a:pt x="1217" y="343"/>
                      <a:pt x="1166" y="370"/>
                      <a:pt x="1110" y="389"/>
                    </a:cubicBezTo>
                    <a:cubicBezTo>
                      <a:pt x="1046" y="411"/>
                      <a:pt x="980" y="423"/>
                      <a:pt x="915" y="442"/>
                    </a:cubicBezTo>
                    <a:cubicBezTo>
                      <a:pt x="852" y="460"/>
                      <a:pt x="780" y="467"/>
                      <a:pt x="715" y="473"/>
                    </a:cubicBezTo>
                    <a:cubicBezTo>
                      <a:pt x="650" y="478"/>
                      <a:pt x="593" y="467"/>
                      <a:pt x="530" y="458"/>
                    </a:cubicBezTo>
                    <a:cubicBezTo>
                      <a:pt x="468" y="450"/>
                      <a:pt x="403" y="454"/>
                      <a:pt x="344" y="430"/>
                    </a:cubicBezTo>
                    <a:cubicBezTo>
                      <a:pt x="306" y="414"/>
                      <a:pt x="273" y="394"/>
                      <a:pt x="238" y="372"/>
                    </a:cubicBezTo>
                    <a:cubicBezTo>
                      <a:pt x="181" y="338"/>
                      <a:pt x="133" y="278"/>
                      <a:pt x="88" y="229"/>
                    </a:cubicBezTo>
                    <a:cubicBezTo>
                      <a:pt x="65" y="204"/>
                      <a:pt x="38" y="164"/>
                      <a:pt x="11" y="146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1" name="Freeform 2184">
                <a:extLst>
                  <a:ext uri="{FF2B5EF4-FFF2-40B4-BE49-F238E27FC236}">
                    <a16:creationId xmlns:a16="http://schemas.microsoft.com/office/drawing/2014/main" id="{683E4DB1-1E12-4101-93E5-3494AF3C7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104"/>
                <a:ext cx="153" cy="595"/>
              </a:xfrm>
              <a:custGeom>
                <a:avLst/>
                <a:gdLst>
                  <a:gd name="T0" fmla="*/ 130 w 139"/>
                  <a:gd name="T1" fmla="*/ 0 h 538"/>
                  <a:gd name="T2" fmla="*/ 67 w 139"/>
                  <a:gd name="T3" fmla="*/ 31 h 538"/>
                  <a:gd name="T4" fmla="*/ 39 w 139"/>
                  <a:gd name="T5" fmla="*/ 119 h 538"/>
                  <a:gd name="T6" fmla="*/ 12 w 139"/>
                  <a:gd name="T7" fmla="*/ 392 h 538"/>
                  <a:gd name="T8" fmla="*/ 43 w 139"/>
                  <a:gd name="T9" fmla="*/ 605 h 538"/>
                  <a:gd name="T10" fmla="*/ 79 w 139"/>
                  <a:gd name="T11" fmla="*/ 685 h 538"/>
                  <a:gd name="T12" fmla="*/ 157 w 139"/>
                  <a:gd name="T13" fmla="*/ 610 h 538"/>
                  <a:gd name="T14" fmla="*/ 173 w 139"/>
                  <a:gd name="T15" fmla="*/ 404 h 538"/>
                  <a:gd name="T16" fmla="*/ 181 w 139"/>
                  <a:gd name="T17" fmla="*/ 216 h 538"/>
                  <a:gd name="T18" fmla="*/ 160 w 139"/>
                  <a:gd name="T19" fmla="*/ 94 h 538"/>
                  <a:gd name="T20" fmla="*/ 132 w 139"/>
                  <a:gd name="T21" fmla="*/ 13 h 5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9" h="538">
                    <a:moveTo>
                      <a:pt x="97" y="0"/>
                    </a:moveTo>
                    <a:cubicBezTo>
                      <a:pt x="86" y="12"/>
                      <a:pt x="63" y="10"/>
                      <a:pt x="50" y="23"/>
                    </a:cubicBezTo>
                    <a:cubicBezTo>
                      <a:pt x="31" y="40"/>
                      <a:pt x="31" y="65"/>
                      <a:pt x="29" y="89"/>
                    </a:cubicBezTo>
                    <a:cubicBezTo>
                      <a:pt x="23" y="155"/>
                      <a:pt x="19" y="224"/>
                      <a:pt x="9" y="289"/>
                    </a:cubicBezTo>
                    <a:cubicBezTo>
                      <a:pt x="0" y="349"/>
                      <a:pt x="13" y="393"/>
                      <a:pt x="32" y="448"/>
                    </a:cubicBezTo>
                    <a:cubicBezTo>
                      <a:pt x="38" y="466"/>
                      <a:pt x="44" y="493"/>
                      <a:pt x="59" y="506"/>
                    </a:cubicBezTo>
                    <a:cubicBezTo>
                      <a:pt x="94" y="538"/>
                      <a:pt x="110" y="477"/>
                      <a:pt x="118" y="451"/>
                    </a:cubicBezTo>
                    <a:cubicBezTo>
                      <a:pt x="133" y="401"/>
                      <a:pt x="128" y="350"/>
                      <a:pt x="130" y="298"/>
                    </a:cubicBezTo>
                    <a:cubicBezTo>
                      <a:pt x="132" y="252"/>
                      <a:pt x="139" y="206"/>
                      <a:pt x="135" y="159"/>
                    </a:cubicBezTo>
                    <a:cubicBezTo>
                      <a:pt x="132" y="130"/>
                      <a:pt x="127" y="98"/>
                      <a:pt x="120" y="70"/>
                    </a:cubicBezTo>
                    <a:cubicBezTo>
                      <a:pt x="116" y="49"/>
                      <a:pt x="103" y="29"/>
                      <a:pt x="99" y="10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2" name="Freeform 2185">
                <a:extLst>
                  <a:ext uri="{FF2B5EF4-FFF2-40B4-BE49-F238E27FC236}">
                    <a16:creationId xmlns:a16="http://schemas.microsoft.com/office/drawing/2014/main" id="{8C5D2467-8200-4E6A-82C5-502871EF4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816"/>
                <a:ext cx="533" cy="630"/>
              </a:xfrm>
              <a:custGeom>
                <a:avLst/>
                <a:gdLst>
                  <a:gd name="T0" fmla="*/ 381 w 483"/>
                  <a:gd name="T1" fmla="*/ 0 h 570"/>
                  <a:gd name="T2" fmla="*/ 284 w 483"/>
                  <a:gd name="T3" fmla="*/ 428 h 570"/>
                  <a:gd name="T4" fmla="*/ 55 w 483"/>
                  <a:gd name="T5" fmla="*/ 591 h 570"/>
                  <a:gd name="T6" fmla="*/ 75 w 483"/>
                  <a:gd name="T7" fmla="*/ 700 h 570"/>
                  <a:gd name="T8" fmla="*/ 170 w 483"/>
                  <a:gd name="T9" fmla="*/ 734 h 570"/>
                  <a:gd name="T10" fmla="*/ 225 w 483"/>
                  <a:gd name="T11" fmla="*/ 630 h 570"/>
                  <a:gd name="T12" fmla="*/ 333 w 483"/>
                  <a:gd name="T13" fmla="*/ 542 h 570"/>
                  <a:gd name="T14" fmla="*/ 423 w 483"/>
                  <a:gd name="T15" fmla="*/ 460 h 570"/>
                  <a:gd name="T16" fmla="*/ 467 w 483"/>
                  <a:gd name="T17" fmla="*/ 578 h 570"/>
                  <a:gd name="T18" fmla="*/ 468 w 483"/>
                  <a:gd name="T19" fmla="*/ 651 h 570"/>
                  <a:gd name="T20" fmla="*/ 455 w 483"/>
                  <a:gd name="T21" fmla="*/ 721 h 570"/>
                  <a:gd name="T22" fmla="*/ 579 w 483"/>
                  <a:gd name="T23" fmla="*/ 735 h 570"/>
                  <a:gd name="T24" fmla="*/ 620 w 483"/>
                  <a:gd name="T25" fmla="*/ 666 h 570"/>
                  <a:gd name="T26" fmla="*/ 575 w 483"/>
                  <a:gd name="T27" fmla="*/ 549 h 570"/>
                  <a:gd name="T28" fmla="*/ 540 w 483"/>
                  <a:gd name="T29" fmla="*/ 397 h 570"/>
                  <a:gd name="T30" fmla="*/ 491 w 483"/>
                  <a:gd name="T31" fmla="*/ 260 h 570"/>
                  <a:gd name="T32" fmla="*/ 467 w 483"/>
                  <a:gd name="T33" fmla="*/ 104 h 570"/>
                  <a:gd name="T34" fmla="*/ 445 w 483"/>
                  <a:gd name="T35" fmla="*/ 35 h 570"/>
                  <a:gd name="T36" fmla="*/ 387 w 483"/>
                  <a:gd name="T37" fmla="*/ 17 h 57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83" h="570">
                    <a:moveTo>
                      <a:pt x="284" y="0"/>
                    </a:moveTo>
                    <a:cubicBezTo>
                      <a:pt x="284" y="108"/>
                      <a:pt x="315" y="251"/>
                      <a:pt x="211" y="317"/>
                    </a:cubicBezTo>
                    <a:cubicBezTo>
                      <a:pt x="154" y="353"/>
                      <a:pt x="94" y="393"/>
                      <a:pt x="41" y="438"/>
                    </a:cubicBezTo>
                    <a:cubicBezTo>
                      <a:pt x="0" y="474"/>
                      <a:pt x="19" y="483"/>
                      <a:pt x="56" y="518"/>
                    </a:cubicBezTo>
                    <a:cubicBezTo>
                      <a:pt x="78" y="537"/>
                      <a:pt x="100" y="570"/>
                      <a:pt x="127" y="544"/>
                    </a:cubicBezTo>
                    <a:cubicBezTo>
                      <a:pt x="148" y="525"/>
                      <a:pt x="149" y="489"/>
                      <a:pt x="168" y="467"/>
                    </a:cubicBezTo>
                    <a:cubicBezTo>
                      <a:pt x="190" y="443"/>
                      <a:pt x="223" y="425"/>
                      <a:pt x="248" y="401"/>
                    </a:cubicBezTo>
                    <a:cubicBezTo>
                      <a:pt x="261" y="389"/>
                      <a:pt x="294" y="337"/>
                      <a:pt x="314" y="340"/>
                    </a:cubicBezTo>
                    <a:cubicBezTo>
                      <a:pt x="339" y="344"/>
                      <a:pt x="345" y="409"/>
                      <a:pt x="347" y="428"/>
                    </a:cubicBezTo>
                    <a:cubicBezTo>
                      <a:pt x="349" y="445"/>
                      <a:pt x="349" y="464"/>
                      <a:pt x="348" y="482"/>
                    </a:cubicBezTo>
                    <a:cubicBezTo>
                      <a:pt x="347" y="493"/>
                      <a:pt x="332" y="524"/>
                      <a:pt x="338" y="534"/>
                    </a:cubicBezTo>
                    <a:cubicBezTo>
                      <a:pt x="353" y="559"/>
                      <a:pt x="410" y="550"/>
                      <a:pt x="431" y="545"/>
                    </a:cubicBezTo>
                    <a:cubicBezTo>
                      <a:pt x="471" y="535"/>
                      <a:pt x="483" y="532"/>
                      <a:pt x="461" y="494"/>
                    </a:cubicBezTo>
                    <a:cubicBezTo>
                      <a:pt x="443" y="466"/>
                      <a:pt x="433" y="440"/>
                      <a:pt x="428" y="407"/>
                    </a:cubicBezTo>
                    <a:cubicBezTo>
                      <a:pt x="422" y="369"/>
                      <a:pt x="416" y="330"/>
                      <a:pt x="401" y="294"/>
                    </a:cubicBezTo>
                    <a:cubicBezTo>
                      <a:pt x="383" y="254"/>
                      <a:pt x="361" y="237"/>
                      <a:pt x="365" y="193"/>
                    </a:cubicBezTo>
                    <a:cubicBezTo>
                      <a:pt x="369" y="151"/>
                      <a:pt x="357" y="117"/>
                      <a:pt x="347" y="77"/>
                    </a:cubicBezTo>
                    <a:cubicBezTo>
                      <a:pt x="344" y="64"/>
                      <a:pt x="341" y="38"/>
                      <a:pt x="331" y="26"/>
                    </a:cubicBezTo>
                    <a:cubicBezTo>
                      <a:pt x="316" y="9"/>
                      <a:pt x="311" y="21"/>
                      <a:pt x="288" y="13"/>
                    </a:cubicBezTo>
                  </a:path>
                </a:pathLst>
              </a:custGeom>
              <a:solidFill>
                <a:srgbClr val="F48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3" name="Freeform 2186">
                <a:extLst>
                  <a:ext uri="{FF2B5EF4-FFF2-40B4-BE49-F238E27FC236}">
                    <a16:creationId xmlns:a16="http://schemas.microsoft.com/office/drawing/2014/main" id="{4D1DE4BF-B86E-408B-A90A-31AC13B05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823"/>
                <a:ext cx="362" cy="599"/>
              </a:xfrm>
              <a:custGeom>
                <a:avLst/>
                <a:gdLst>
                  <a:gd name="T0" fmla="*/ 55 w 328"/>
                  <a:gd name="T1" fmla="*/ 0 h 542"/>
                  <a:gd name="T2" fmla="*/ 64 w 328"/>
                  <a:gd name="T3" fmla="*/ 158 h 542"/>
                  <a:gd name="T4" fmla="*/ 11 w 328"/>
                  <a:gd name="T5" fmla="*/ 329 h 542"/>
                  <a:gd name="T6" fmla="*/ 51 w 328"/>
                  <a:gd name="T7" fmla="*/ 618 h 542"/>
                  <a:gd name="T8" fmla="*/ 93 w 328"/>
                  <a:gd name="T9" fmla="*/ 705 h 542"/>
                  <a:gd name="T10" fmla="*/ 209 w 328"/>
                  <a:gd name="T11" fmla="*/ 694 h 542"/>
                  <a:gd name="T12" fmla="*/ 200 w 328"/>
                  <a:gd name="T13" fmla="*/ 427 h 542"/>
                  <a:gd name="T14" fmla="*/ 278 w 328"/>
                  <a:gd name="T15" fmla="*/ 512 h 542"/>
                  <a:gd name="T16" fmla="*/ 326 w 328"/>
                  <a:gd name="T17" fmla="*/ 648 h 542"/>
                  <a:gd name="T18" fmla="*/ 441 w 328"/>
                  <a:gd name="T19" fmla="*/ 566 h 542"/>
                  <a:gd name="T20" fmla="*/ 308 w 328"/>
                  <a:gd name="T21" fmla="*/ 454 h 542"/>
                  <a:gd name="T22" fmla="*/ 184 w 328"/>
                  <a:gd name="T23" fmla="*/ 358 h 542"/>
                  <a:gd name="T24" fmla="*/ 155 w 328"/>
                  <a:gd name="T25" fmla="*/ 196 h 542"/>
                  <a:gd name="T26" fmla="*/ 212 w 328"/>
                  <a:gd name="T27" fmla="*/ 14 h 542"/>
                  <a:gd name="T28" fmla="*/ 64 w 328"/>
                  <a:gd name="T29" fmla="*/ 13 h 5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8" h="542">
                    <a:moveTo>
                      <a:pt x="41" y="0"/>
                    </a:moveTo>
                    <a:cubicBezTo>
                      <a:pt x="52" y="39"/>
                      <a:pt x="61" y="78"/>
                      <a:pt x="48" y="117"/>
                    </a:cubicBezTo>
                    <a:cubicBezTo>
                      <a:pt x="35" y="160"/>
                      <a:pt x="12" y="199"/>
                      <a:pt x="8" y="244"/>
                    </a:cubicBezTo>
                    <a:cubicBezTo>
                      <a:pt x="0" y="321"/>
                      <a:pt x="37" y="384"/>
                      <a:pt x="38" y="458"/>
                    </a:cubicBezTo>
                    <a:cubicBezTo>
                      <a:pt x="38" y="496"/>
                      <a:pt x="34" y="509"/>
                      <a:pt x="69" y="522"/>
                    </a:cubicBezTo>
                    <a:cubicBezTo>
                      <a:pt x="97" y="532"/>
                      <a:pt x="145" y="542"/>
                      <a:pt x="155" y="514"/>
                    </a:cubicBezTo>
                    <a:cubicBezTo>
                      <a:pt x="175" y="457"/>
                      <a:pt x="102" y="367"/>
                      <a:pt x="149" y="316"/>
                    </a:cubicBezTo>
                    <a:cubicBezTo>
                      <a:pt x="163" y="346"/>
                      <a:pt x="186" y="354"/>
                      <a:pt x="207" y="379"/>
                    </a:cubicBezTo>
                    <a:cubicBezTo>
                      <a:pt x="231" y="406"/>
                      <a:pt x="231" y="448"/>
                      <a:pt x="242" y="480"/>
                    </a:cubicBezTo>
                    <a:cubicBezTo>
                      <a:pt x="260" y="454"/>
                      <a:pt x="304" y="436"/>
                      <a:pt x="328" y="419"/>
                    </a:cubicBezTo>
                    <a:cubicBezTo>
                      <a:pt x="285" y="402"/>
                      <a:pt x="262" y="367"/>
                      <a:pt x="229" y="337"/>
                    </a:cubicBezTo>
                    <a:cubicBezTo>
                      <a:pt x="199" y="310"/>
                      <a:pt x="164" y="292"/>
                      <a:pt x="137" y="265"/>
                    </a:cubicBezTo>
                    <a:cubicBezTo>
                      <a:pt x="106" y="233"/>
                      <a:pt x="109" y="190"/>
                      <a:pt x="115" y="145"/>
                    </a:cubicBezTo>
                    <a:cubicBezTo>
                      <a:pt x="121" y="99"/>
                      <a:pt x="157" y="55"/>
                      <a:pt x="158" y="11"/>
                    </a:cubicBezTo>
                    <a:cubicBezTo>
                      <a:pt x="126" y="9"/>
                      <a:pt x="77" y="0"/>
                      <a:pt x="48" y="10"/>
                    </a:cubicBezTo>
                  </a:path>
                </a:pathLst>
              </a:custGeom>
              <a:solidFill>
                <a:srgbClr val="F48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4" name="Freeform 2187">
                <a:extLst>
                  <a:ext uri="{FF2B5EF4-FFF2-40B4-BE49-F238E27FC236}">
                    <a16:creationId xmlns:a16="http://schemas.microsoft.com/office/drawing/2014/main" id="{2824CABA-5315-4604-97B8-EF917365B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795"/>
                <a:ext cx="575" cy="589"/>
              </a:xfrm>
              <a:custGeom>
                <a:avLst/>
                <a:gdLst>
                  <a:gd name="T0" fmla="*/ 524 w 521"/>
                  <a:gd name="T1" fmla="*/ 30 h 533"/>
                  <a:gd name="T2" fmla="*/ 116 w 521"/>
                  <a:gd name="T3" fmla="*/ 417 h 533"/>
                  <a:gd name="T4" fmla="*/ 66 w 521"/>
                  <a:gd name="T5" fmla="*/ 642 h 533"/>
                  <a:gd name="T6" fmla="*/ 156 w 521"/>
                  <a:gd name="T7" fmla="*/ 490 h 533"/>
                  <a:gd name="T8" fmla="*/ 220 w 521"/>
                  <a:gd name="T9" fmla="*/ 530 h 533"/>
                  <a:gd name="T10" fmla="*/ 148 w 521"/>
                  <a:gd name="T11" fmla="*/ 660 h 533"/>
                  <a:gd name="T12" fmla="*/ 213 w 521"/>
                  <a:gd name="T13" fmla="*/ 688 h 533"/>
                  <a:gd name="T14" fmla="*/ 273 w 521"/>
                  <a:gd name="T15" fmla="*/ 534 h 533"/>
                  <a:gd name="T16" fmla="*/ 419 w 521"/>
                  <a:gd name="T17" fmla="*/ 422 h 533"/>
                  <a:gd name="T18" fmla="*/ 384 w 521"/>
                  <a:gd name="T19" fmla="*/ 512 h 533"/>
                  <a:gd name="T20" fmla="*/ 358 w 521"/>
                  <a:gd name="T21" fmla="*/ 616 h 533"/>
                  <a:gd name="T22" fmla="*/ 398 w 521"/>
                  <a:gd name="T23" fmla="*/ 716 h 533"/>
                  <a:gd name="T24" fmla="*/ 457 w 521"/>
                  <a:gd name="T25" fmla="*/ 638 h 533"/>
                  <a:gd name="T26" fmla="*/ 522 w 521"/>
                  <a:gd name="T27" fmla="*/ 396 h 533"/>
                  <a:gd name="T28" fmla="*/ 691 w 521"/>
                  <a:gd name="T29" fmla="*/ 161 h 533"/>
                  <a:gd name="T30" fmla="*/ 678 w 521"/>
                  <a:gd name="T31" fmla="*/ 2 h 533"/>
                  <a:gd name="T32" fmla="*/ 606 w 521"/>
                  <a:gd name="T33" fmla="*/ 15 h 533"/>
                  <a:gd name="T34" fmla="*/ 532 w 521"/>
                  <a:gd name="T35" fmla="*/ 21 h 5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21" h="533">
                    <a:moveTo>
                      <a:pt x="390" y="22"/>
                    </a:moveTo>
                    <a:cubicBezTo>
                      <a:pt x="395" y="163"/>
                      <a:pt x="154" y="197"/>
                      <a:pt x="86" y="309"/>
                    </a:cubicBezTo>
                    <a:cubicBezTo>
                      <a:pt x="75" y="326"/>
                      <a:pt x="0" y="466"/>
                      <a:pt x="49" y="476"/>
                    </a:cubicBezTo>
                    <a:cubicBezTo>
                      <a:pt x="61" y="478"/>
                      <a:pt x="100" y="376"/>
                      <a:pt x="116" y="363"/>
                    </a:cubicBezTo>
                    <a:cubicBezTo>
                      <a:pt x="149" y="333"/>
                      <a:pt x="180" y="350"/>
                      <a:pt x="163" y="393"/>
                    </a:cubicBezTo>
                    <a:cubicBezTo>
                      <a:pt x="149" y="426"/>
                      <a:pt x="107" y="452"/>
                      <a:pt x="110" y="489"/>
                    </a:cubicBezTo>
                    <a:cubicBezTo>
                      <a:pt x="125" y="497"/>
                      <a:pt x="144" y="501"/>
                      <a:pt x="159" y="510"/>
                    </a:cubicBezTo>
                    <a:cubicBezTo>
                      <a:pt x="181" y="477"/>
                      <a:pt x="178" y="431"/>
                      <a:pt x="203" y="395"/>
                    </a:cubicBezTo>
                    <a:cubicBezTo>
                      <a:pt x="221" y="369"/>
                      <a:pt x="275" y="306"/>
                      <a:pt x="312" y="313"/>
                    </a:cubicBezTo>
                    <a:cubicBezTo>
                      <a:pt x="313" y="335"/>
                      <a:pt x="293" y="359"/>
                      <a:pt x="285" y="379"/>
                    </a:cubicBezTo>
                    <a:cubicBezTo>
                      <a:pt x="276" y="404"/>
                      <a:pt x="269" y="428"/>
                      <a:pt x="266" y="456"/>
                    </a:cubicBezTo>
                    <a:cubicBezTo>
                      <a:pt x="262" y="497"/>
                      <a:pt x="246" y="526"/>
                      <a:pt x="296" y="530"/>
                    </a:cubicBezTo>
                    <a:cubicBezTo>
                      <a:pt x="340" y="533"/>
                      <a:pt x="338" y="510"/>
                      <a:pt x="340" y="472"/>
                    </a:cubicBezTo>
                    <a:cubicBezTo>
                      <a:pt x="343" y="402"/>
                      <a:pt x="348" y="353"/>
                      <a:pt x="389" y="293"/>
                    </a:cubicBezTo>
                    <a:cubicBezTo>
                      <a:pt x="429" y="233"/>
                      <a:pt x="501" y="190"/>
                      <a:pt x="514" y="119"/>
                    </a:cubicBezTo>
                    <a:cubicBezTo>
                      <a:pt x="517" y="100"/>
                      <a:pt x="521" y="14"/>
                      <a:pt x="504" y="2"/>
                    </a:cubicBezTo>
                    <a:cubicBezTo>
                      <a:pt x="499" y="0"/>
                      <a:pt x="458" y="12"/>
                      <a:pt x="450" y="12"/>
                    </a:cubicBezTo>
                    <a:cubicBezTo>
                      <a:pt x="432" y="13"/>
                      <a:pt x="410" y="9"/>
                      <a:pt x="396" y="15"/>
                    </a:cubicBezTo>
                  </a:path>
                </a:pathLst>
              </a:custGeom>
              <a:solidFill>
                <a:srgbClr val="F48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5" name="Freeform 2188">
                <a:extLst>
                  <a:ext uri="{FF2B5EF4-FFF2-40B4-BE49-F238E27FC236}">
                    <a16:creationId xmlns:a16="http://schemas.microsoft.com/office/drawing/2014/main" id="{25818BCD-F241-45B9-8BDD-057A1B850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798"/>
                <a:ext cx="536" cy="453"/>
              </a:xfrm>
              <a:custGeom>
                <a:avLst/>
                <a:gdLst>
                  <a:gd name="T0" fmla="*/ 381 w 485"/>
                  <a:gd name="T1" fmla="*/ 98 h 410"/>
                  <a:gd name="T2" fmla="*/ 369 w 485"/>
                  <a:gd name="T3" fmla="*/ 95 h 410"/>
                  <a:gd name="T4" fmla="*/ 172 w 485"/>
                  <a:gd name="T5" fmla="*/ 316 h 410"/>
                  <a:gd name="T6" fmla="*/ 11 w 485"/>
                  <a:gd name="T7" fmla="*/ 514 h 410"/>
                  <a:gd name="T8" fmla="*/ 182 w 485"/>
                  <a:gd name="T9" fmla="*/ 393 h 410"/>
                  <a:gd name="T10" fmla="*/ 129 w 485"/>
                  <a:gd name="T11" fmla="*/ 554 h 410"/>
                  <a:gd name="T12" fmla="*/ 255 w 485"/>
                  <a:gd name="T13" fmla="*/ 410 h 410"/>
                  <a:gd name="T14" fmla="*/ 354 w 485"/>
                  <a:gd name="T15" fmla="*/ 275 h 410"/>
                  <a:gd name="T16" fmla="*/ 654 w 485"/>
                  <a:gd name="T17" fmla="*/ 0 h 410"/>
                  <a:gd name="T18" fmla="*/ 381 w 485"/>
                  <a:gd name="T19" fmla="*/ 72 h 4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5" h="410">
                    <a:moveTo>
                      <a:pt x="282" y="73"/>
                    </a:moveTo>
                    <a:cubicBezTo>
                      <a:pt x="278" y="72"/>
                      <a:pt x="278" y="68"/>
                      <a:pt x="273" y="71"/>
                    </a:cubicBezTo>
                    <a:cubicBezTo>
                      <a:pt x="280" y="144"/>
                      <a:pt x="189" y="214"/>
                      <a:pt x="128" y="234"/>
                    </a:cubicBezTo>
                    <a:cubicBezTo>
                      <a:pt x="57" y="257"/>
                      <a:pt x="0" y="304"/>
                      <a:pt x="8" y="381"/>
                    </a:cubicBezTo>
                    <a:cubicBezTo>
                      <a:pt x="38" y="340"/>
                      <a:pt x="78" y="294"/>
                      <a:pt x="135" y="291"/>
                    </a:cubicBezTo>
                    <a:cubicBezTo>
                      <a:pt x="129" y="332"/>
                      <a:pt x="101" y="368"/>
                      <a:pt x="96" y="410"/>
                    </a:cubicBezTo>
                    <a:cubicBezTo>
                      <a:pt x="142" y="402"/>
                      <a:pt x="173" y="343"/>
                      <a:pt x="189" y="304"/>
                    </a:cubicBezTo>
                    <a:cubicBezTo>
                      <a:pt x="208" y="262"/>
                      <a:pt x="221" y="229"/>
                      <a:pt x="262" y="204"/>
                    </a:cubicBezTo>
                    <a:cubicBezTo>
                      <a:pt x="351" y="149"/>
                      <a:pt x="455" y="109"/>
                      <a:pt x="485" y="0"/>
                    </a:cubicBezTo>
                    <a:cubicBezTo>
                      <a:pt x="414" y="7"/>
                      <a:pt x="349" y="42"/>
                      <a:pt x="282" y="53"/>
                    </a:cubicBezTo>
                  </a:path>
                </a:pathLst>
              </a:custGeom>
              <a:solidFill>
                <a:srgbClr val="F48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6" name="Freeform 2189">
                <a:extLst>
                  <a:ext uri="{FF2B5EF4-FFF2-40B4-BE49-F238E27FC236}">
                    <a16:creationId xmlns:a16="http://schemas.microsoft.com/office/drawing/2014/main" id="{4B49F477-8E1E-4EA2-B48A-822B979DD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801"/>
                <a:ext cx="161" cy="326"/>
              </a:xfrm>
              <a:custGeom>
                <a:avLst/>
                <a:gdLst>
                  <a:gd name="T0" fmla="*/ 0 w 146"/>
                  <a:gd name="T1" fmla="*/ 10 h 295"/>
                  <a:gd name="T2" fmla="*/ 51 w 146"/>
                  <a:gd name="T3" fmla="*/ 81 h 295"/>
                  <a:gd name="T4" fmla="*/ 63 w 146"/>
                  <a:gd name="T5" fmla="*/ 189 h 295"/>
                  <a:gd name="T6" fmla="*/ 107 w 146"/>
                  <a:gd name="T7" fmla="*/ 387 h 295"/>
                  <a:gd name="T8" fmla="*/ 161 w 146"/>
                  <a:gd name="T9" fmla="*/ 177 h 295"/>
                  <a:gd name="T10" fmla="*/ 179 w 146"/>
                  <a:gd name="T11" fmla="*/ 24 h 295"/>
                  <a:gd name="T12" fmla="*/ 13 w 146"/>
                  <a:gd name="T13" fmla="*/ 23 h 2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295">
                    <a:moveTo>
                      <a:pt x="0" y="7"/>
                    </a:moveTo>
                    <a:cubicBezTo>
                      <a:pt x="10" y="27"/>
                      <a:pt x="29" y="39"/>
                      <a:pt x="38" y="60"/>
                    </a:cubicBezTo>
                    <a:cubicBezTo>
                      <a:pt x="49" y="84"/>
                      <a:pt x="47" y="114"/>
                      <a:pt x="47" y="140"/>
                    </a:cubicBezTo>
                    <a:cubicBezTo>
                      <a:pt x="47" y="162"/>
                      <a:pt x="40" y="295"/>
                      <a:pt x="80" y="287"/>
                    </a:cubicBezTo>
                    <a:cubicBezTo>
                      <a:pt x="110" y="281"/>
                      <a:pt x="114" y="157"/>
                      <a:pt x="120" y="131"/>
                    </a:cubicBezTo>
                    <a:cubicBezTo>
                      <a:pt x="129" y="97"/>
                      <a:pt x="146" y="52"/>
                      <a:pt x="133" y="18"/>
                    </a:cubicBezTo>
                    <a:cubicBezTo>
                      <a:pt x="105" y="0"/>
                      <a:pt x="38" y="8"/>
                      <a:pt x="10" y="17"/>
                    </a:cubicBezTo>
                  </a:path>
                </a:pathLst>
              </a:custGeom>
              <a:solidFill>
                <a:srgbClr val="F48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7" name="Freeform 2190">
                <a:extLst>
                  <a:ext uri="{FF2B5EF4-FFF2-40B4-BE49-F238E27FC236}">
                    <a16:creationId xmlns:a16="http://schemas.microsoft.com/office/drawing/2014/main" id="{02B1AC52-0E6B-431D-9B49-71870D139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789"/>
                <a:ext cx="511" cy="499"/>
              </a:xfrm>
              <a:custGeom>
                <a:avLst/>
                <a:gdLst>
                  <a:gd name="T0" fmla="*/ 220 w 463"/>
                  <a:gd name="T1" fmla="*/ 82 h 452"/>
                  <a:gd name="T2" fmla="*/ 339 w 463"/>
                  <a:gd name="T3" fmla="*/ 371 h 452"/>
                  <a:gd name="T4" fmla="*/ 510 w 463"/>
                  <a:gd name="T5" fmla="*/ 466 h 452"/>
                  <a:gd name="T6" fmla="*/ 622 w 463"/>
                  <a:gd name="T7" fmla="*/ 549 h 452"/>
                  <a:gd name="T8" fmla="*/ 493 w 463"/>
                  <a:gd name="T9" fmla="*/ 549 h 452"/>
                  <a:gd name="T10" fmla="*/ 373 w 463"/>
                  <a:gd name="T11" fmla="*/ 469 h 452"/>
                  <a:gd name="T12" fmla="*/ 402 w 463"/>
                  <a:gd name="T13" fmla="*/ 608 h 452"/>
                  <a:gd name="T14" fmla="*/ 283 w 463"/>
                  <a:gd name="T15" fmla="*/ 433 h 452"/>
                  <a:gd name="T16" fmla="*/ 134 w 463"/>
                  <a:gd name="T17" fmla="*/ 297 h 452"/>
                  <a:gd name="T18" fmla="*/ 15 w 463"/>
                  <a:gd name="T19" fmla="*/ 73 h 452"/>
                  <a:gd name="T20" fmla="*/ 196 w 463"/>
                  <a:gd name="T21" fmla="*/ 68 h 4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3" h="452">
                    <a:moveTo>
                      <a:pt x="163" y="61"/>
                    </a:moveTo>
                    <a:cubicBezTo>
                      <a:pt x="132" y="158"/>
                      <a:pt x="162" y="227"/>
                      <a:pt x="252" y="275"/>
                    </a:cubicBezTo>
                    <a:cubicBezTo>
                      <a:pt x="295" y="298"/>
                      <a:pt x="338" y="321"/>
                      <a:pt x="380" y="346"/>
                    </a:cubicBezTo>
                    <a:cubicBezTo>
                      <a:pt x="404" y="360"/>
                      <a:pt x="455" y="380"/>
                      <a:pt x="463" y="408"/>
                    </a:cubicBezTo>
                    <a:cubicBezTo>
                      <a:pt x="436" y="410"/>
                      <a:pt x="393" y="417"/>
                      <a:pt x="367" y="408"/>
                    </a:cubicBezTo>
                    <a:cubicBezTo>
                      <a:pt x="334" y="398"/>
                      <a:pt x="314" y="359"/>
                      <a:pt x="277" y="349"/>
                    </a:cubicBezTo>
                    <a:cubicBezTo>
                      <a:pt x="257" y="370"/>
                      <a:pt x="297" y="426"/>
                      <a:pt x="299" y="452"/>
                    </a:cubicBezTo>
                    <a:cubicBezTo>
                      <a:pt x="249" y="416"/>
                      <a:pt x="241" y="372"/>
                      <a:pt x="210" y="322"/>
                    </a:cubicBezTo>
                    <a:cubicBezTo>
                      <a:pt x="181" y="274"/>
                      <a:pt x="137" y="259"/>
                      <a:pt x="100" y="221"/>
                    </a:cubicBezTo>
                    <a:cubicBezTo>
                      <a:pt x="65" y="185"/>
                      <a:pt x="0" y="112"/>
                      <a:pt x="12" y="54"/>
                    </a:cubicBezTo>
                    <a:cubicBezTo>
                      <a:pt x="24" y="0"/>
                      <a:pt x="114" y="29"/>
                      <a:pt x="146" y="51"/>
                    </a:cubicBezTo>
                  </a:path>
                </a:pathLst>
              </a:custGeom>
              <a:solidFill>
                <a:srgbClr val="F48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8" name="Freeform 2191">
                <a:extLst>
                  <a:ext uri="{FF2B5EF4-FFF2-40B4-BE49-F238E27FC236}">
                    <a16:creationId xmlns:a16="http://schemas.microsoft.com/office/drawing/2014/main" id="{F645801E-87FC-4CE5-8C34-6AE27C9EF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872"/>
                <a:ext cx="321" cy="435"/>
              </a:xfrm>
              <a:custGeom>
                <a:avLst/>
                <a:gdLst>
                  <a:gd name="T0" fmla="*/ 0 w 291"/>
                  <a:gd name="T1" fmla="*/ 0 h 394"/>
                  <a:gd name="T2" fmla="*/ 79 w 291"/>
                  <a:gd name="T3" fmla="*/ 153 h 394"/>
                  <a:gd name="T4" fmla="*/ 89 w 291"/>
                  <a:gd name="T5" fmla="*/ 318 h 394"/>
                  <a:gd name="T6" fmla="*/ 178 w 291"/>
                  <a:gd name="T7" fmla="*/ 530 h 394"/>
                  <a:gd name="T8" fmla="*/ 272 w 291"/>
                  <a:gd name="T9" fmla="*/ 445 h 394"/>
                  <a:gd name="T10" fmla="*/ 139 w 291"/>
                  <a:gd name="T11" fmla="*/ 268 h 394"/>
                  <a:gd name="T12" fmla="*/ 323 w 291"/>
                  <a:gd name="T13" fmla="*/ 383 h 394"/>
                  <a:gd name="T14" fmla="*/ 353 w 291"/>
                  <a:gd name="T15" fmla="*/ 280 h 394"/>
                  <a:gd name="T16" fmla="*/ 220 w 291"/>
                  <a:gd name="T17" fmla="*/ 169 h 394"/>
                  <a:gd name="T18" fmla="*/ 3 w 291"/>
                  <a:gd name="T19" fmla="*/ 3 h 3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1" h="394">
                    <a:moveTo>
                      <a:pt x="0" y="0"/>
                    </a:moveTo>
                    <a:cubicBezTo>
                      <a:pt x="21" y="38"/>
                      <a:pt x="50" y="70"/>
                      <a:pt x="59" y="114"/>
                    </a:cubicBezTo>
                    <a:cubicBezTo>
                      <a:pt x="67" y="154"/>
                      <a:pt x="61" y="196"/>
                      <a:pt x="66" y="236"/>
                    </a:cubicBezTo>
                    <a:cubicBezTo>
                      <a:pt x="74" y="287"/>
                      <a:pt x="95" y="359"/>
                      <a:pt x="132" y="394"/>
                    </a:cubicBezTo>
                    <a:cubicBezTo>
                      <a:pt x="143" y="362"/>
                      <a:pt x="181" y="353"/>
                      <a:pt x="203" y="331"/>
                    </a:cubicBezTo>
                    <a:cubicBezTo>
                      <a:pt x="144" y="332"/>
                      <a:pt x="86" y="258"/>
                      <a:pt x="103" y="199"/>
                    </a:cubicBezTo>
                    <a:cubicBezTo>
                      <a:pt x="119" y="142"/>
                      <a:pt x="228" y="250"/>
                      <a:pt x="241" y="284"/>
                    </a:cubicBezTo>
                    <a:cubicBezTo>
                      <a:pt x="273" y="258"/>
                      <a:pt x="291" y="242"/>
                      <a:pt x="263" y="208"/>
                    </a:cubicBezTo>
                    <a:cubicBezTo>
                      <a:pt x="234" y="174"/>
                      <a:pt x="200" y="150"/>
                      <a:pt x="163" y="126"/>
                    </a:cubicBezTo>
                    <a:cubicBezTo>
                      <a:pt x="101" y="84"/>
                      <a:pt x="75" y="22"/>
                      <a:pt x="3" y="3"/>
                    </a:cubicBezTo>
                  </a:path>
                </a:pathLst>
              </a:custGeom>
              <a:solidFill>
                <a:srgbClr val="F48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9" name="Freeform 2192">
                <a:extLst>
                  <a:ext uri="{FF2B5EF4-FFF2-40B4-BE49-F238E27FC236}">
                    <a16:creationId xmlns:a16="http://schemas.microsoft.com/office/drawing/2014/main" id="{6760B107-6969-474A-9C04-F279A2F5C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087"/>
                <a:ext cx="1767" cy="1586"/>
              </a:xfrm>
              <a:custGeom>
                <a:avLst/>
                <a:gdLst>
                  <a:gd name="T0" fmla="*/ 0 w 1600"/>
                  <a:gd name="T1" fmla="*/ 1 h 1436"/>
                  <a:gd name="T2" fmla="*/ 61 w 1600"/>
                  <a:gd name="T3" fmla="*/ 24 h 1436"/>
                  <a:gd name="T4" fmla="*/ 152 w 1600"/>
                  <a:gd name="T5" fmla="*/ 88 h 1436"/>
                  <a:gd name="T6" fmla="*/ 244 w 1600"/>
                  <a:gd name="T7" fmla="*/ 133 h 1436"/>
                  <a:gd name="T8" fmla="*/ 366 w 1600"/>
                  <a:gd name="T9" fmla="*/ 243 h 1436"/>
                  <a:gd name="T10" fmla="*/ 532 w 1600"/>
                  <a:gd name="T11" fmla="*/ 293 h 1436"/>
                  <a:gd name="T12" fmla="*/ 575 w 1600"/>
                  <a:gd name="T13" fmla="*/ 307 h 1436"/>
                  <a:gd name="T14" fmla="*/ 662 w 1600"/>
                  <a:gd name="T15" fmla="*/ 285 h 1436"/>
                  <a:gd name="T16" fmla="*/ 766 w 1600"/>
                  <a:gd name="T17" fmla="*/ 336 h 1436"/>
                  <a:gd name="T18" fmla="*/ 931 w 1600"/>
                  <a:gd name="T19" fmla="*/ 347 h 1436"/>
                  <a:gd name="T20" fmla="*/ 1020 w 1600"/>
                  <a:gd name="T21" fmla="*/ 324 h 1436"/>
                  <a:gd name="T22" fmla="*/ 1139 w 1600"/>
                  <a:gd name="T23" fmla="*/ 328 h 1436"/>
                  <a:gd name="T24" fmla="*/ 1341 w 1600"/>
                  <a:gd name="T25" fmla="*/ 319 h 1436"/>
                  <a:gd name="T26" fmla="*/ 1648 w 1600"/>
                  <a:gd name="T27" fmla="*/ 260 h 1436"/>
                  <a:gd name="T28" fmla="*/ 1742 w 1600"/>
                  <a:gd name="T29" fmla="*/ 223 h 1436"/>
                  <a:gd name="T30" fmla="*/ 1838 w 1600"/>
                  <a:gd name="T31" fmla="*/ 189 h 1436"/>
                  <a:gd name="T32" fmla="*/ 1882 w 1600"/>
                  <a:gd name="T33" fmla="*/ 160 h 1436"/>
                  <a:gd name="T34" fmla="*/ 1939 w 1600"/>
                  <a:gd name="T35" fmla="*/ 156 h 1436"/>
                  <a:gd name="T36" fmla="*/ 1998 w 1600"/>
                  <a:gd name="T37" fmla="*/ 78 h 1436"/>
                  <a:gd name="T38" fmla="*/ 2065 w 1600"/>
                  <a:gd name="T39" fmla="*/ 38 h 1436"/>
                  <a:gd name="T40" fmla="*/ 2118 w 1600"/>
                  <a:gd name="T41" fmla="*/ 1 h 1436"/>
                  <a:gd name="T42" fmla="*/ 2119 w 1600"/>
                  <a:gd name="T43" fmla="*/ 2 h 1436"/>
                  <a:gd name="T44" fmla="*/ 1638 w 1600"/>
                  <a:gd name="T45" fmla="*/ 980 h 1436"/>
                  <a:gd name="T46" fmla="*/ 1135 w 1600"/>
                  <a:gd name="T47" fmla="*/ 1375 h 1436"/>
                  <a:gd name="T48" fmla="*/ 1024 w 1600"/>
                  <a:gd name="T49" fmla="*/ 1931 h 1436"/>
                  <a:gd name="T50" fmla="*/ 924 w 1600"/>
                  <a:gd name="T51" fmla="*/ 1213 h 1436"/>
                  <a:gd name="T52" fmla="*/ 1 w 1600"/>
                  <a:gd name="T53" fmla="*/ 4 h 1436"/>
                  <a:gd name="T54" fmla="*/ 0 w 1600"/>
                  <a:gd name="T55" fmla="*/ 1 h 14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600" h="1436">
                    <a:moveTo>
                      <a:pt x="0" y="1"/>
                    </a:moveTo>
                    <a:cubicBezTo>
                      <a:pt x="17" y="0"/>
                      <a:pt x="31" y="9"/>
                      <a:pt x="45" y="18"/>
                    </a:cubicBezTo>
                    <a:cubicBezTo>
                      <a:pt x="54" y="45"/>
                      <a:pt x="88" y="56"/>
                      <a:pt x="113" y="65"/>
                    </a:cubicBezTo>
                    <a:cubicBezTo>
                      <a:pt x="138" y="74"/>
                      <a:pt x="160" y="82"/>
                      <a:pt x="181" y="99"/>
                    </a:cubicBezTo>
                    <a:cubicBezTo>
                      <a:pt x="212" y="125"/>
                      <a:pt x="233" y="165"/>
                      <a:pt x="272" y="180"/>
                    </a:cubicBezTo>
                    <a:cubicBezTo>
                      <a:pt x="316" y="197"/>
                      <a:pt x="354" y="191"/>
                      <a:pt x="395" y="217"/>
                    </a:cubicBezTo>
                    <a:cubicBezTo>
                      <a:pt x="411" y="227"/>
                      <a:pt x="408" y="230"/>
                      <a:pt x="427" y="228"/>
                    </a:cubicBezTo>
                    <a:cubicBezTo>
                      <a:pt x="449" y="225"/>
                      <a:pt x="466" y="211"/>
                      <a:pt x="491" y="212"/>
                    </a:cubicBezTo>
                    <a:cubicBezTo>
                      <a:pt x="524" y="213"/>
                      <a:pt x="542" y="233"/>
                      <a:pt x="569" y="249"/>
                    </a:cubicBezTo>
                    <a:cubicBezTo>
                      <a:pt x="606" y="271"/>
                      <a:pt x="652" y="273"/>
                      <a:pt x="691" y="257"/>
                    </a:cubicBezTo>
                    <a:cubicBezTo>
                      <a:pt x="717" y="247"/>
                      <a:pt x="730" y="237"/>
                      <a:pt x="758" y="240"/>
                    </a:cubicBezTo>
                    <a:cubicBezTo>
                      <a:pt x="789" y="244"/>
                      <a:pt x="815" y="250"/>
                      <a:pt x="846" y="244"/>
                    </a:cubicBezTo>
                    <a:cubicBezTo>
                      <a:pt x="896" y="236"/>
                      <a:pt x="946" y="243"/>
                      <a:pt x="995" y="237"/>
                    </a:cubicBezTo>
                    <a:cubicBezTo>
                      <a:pt x="1077" y="226"/>
                      <a:pt x="1156" y="245"/>
                      <a:pt x="1223" y="193"/>
                    </a:cubicBezTo>
                    <a:cubicBezTo>
                      <a:pt x="1245" y="176"/>
                      <a:pt x="1265" y="167"/>
                      <a:pt x="1293" y="166"/>
                    </a:cubicBezTo>
                    <a:cubicBezTo>
                      <a:pt x="1330" y="166"/>
                      <a:pt x="1336" y="165"/>
                      <a:pt x="1365" y="140"/>
                    </a:cubicBezTo>
                    <a:cubicBezTo>
                      <a:pt x="1377" y="130"/>
                      <a:pt x="1382" y="124"/>
                      <a:pt x="1397" y="119"/>
                    </a:cubicBezTo>
                    <a:cubicBezTo>
                      <a:pt x="1412" y="115"/>
                      <a:pt x="1428" y="122"/>
                      <a:pt x="1440" y="116"/>
                    </a:cubicBezTo>
                    <a:cubicBezTo>
                      <a:pt x="1461" y="105"/>
                      <a:pt x="1465" y="72"/>
                      <a:pt x="1483" y="58"/>
                    </a:cubicBezTo>
                    <a:cubicBezTo>
                      <a:pt x="1498" y="46"/>
                      <a:pt x="1517" y="40"/>
                      <a:pt x="1533" y="28"/>
                    </a:cubicBezTo>
                    <a:cubicBezTo>
                      <a:pt x="1547" y="17"/>
                      <a:pt x="1559" y="11"/>
                      <a:pt x="1573" y="1"/>
                    </a:cubicBezTo>
                    <a:cubicBezTo>
                      <a:pt x="1574" y="2"/>
                      <a:pt x="1574" y="2"/>
                      <a:pt x="1574" y="2"/>
                    </a:cubicBezTo>
                    <a:cubicBezTo>
                      <a:pt x="1574" y="2"/>
                      <a:pt x="1600" y="393"/>
                      <a:pt x="1216" y="727"/>
                    </a:cubicBezTo>
                    <a:cubicBezTo>
                      <a:pt x="986" y="927"/>
                      <a:pt x="790" y="873"/>
                      <a:pt x="843" y="1020"/>
                    </a:cubicBezTo>
                    <a:cubicBezTo>
                      <a:pt x="896" y="1167"/>
                      <a:pt x="860" y="1436"/>
                      <a:pt x="760" y="1433"/>
                    </a:cubicBezTo>
                    <a:cubicBezTo>
                      <a:pt x="660" y="1430"/>
                      <a:pt x="780" y="940"/>
                      <a:pt x="686" y="900"/>
                    </a:cubicBezTo>
                    <a:cubicBezTo>
                      <a:pt x="593" y="860"/>
                      <a:pt x="51" y="691"/>
                      <a:pt x="1" y="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7C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0" name="Freeform 2193">
                <a:extLst>
                  <a:ext uri="{FF2B5EF4-FFF2-40B4-BE49-F238E27FC236}">
                    <a16:creationId xmlns:a16="http://schemas.microsoft.com/office/drawing/2014/main" id="{B2422CE1-2993-45AA-812E-93D587818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774"/>
                <a:ext cx="221" cy="845"/>
              </a:xfrm>
              <a:custGeom>
                <a:avLst/>
                <a:gdLst>
                  <a:gd name="T0" fmla="*/ 225 w 201"/>
                  <a:gd name="T1" fmla="*/ 2 h 765"/>
                  <a:gd name="T2" fmla="*/ 228 w 201"/>
                  <a:gd name="T3" fmla="*/ 80 h 765"/>
                  <a:gd name="T4" fmla="*/ 230 w 201"/>
                  <a:gd name="T5" fmla="*/ 166 h 765"/>
                  <a:gd name="T6" fmla="*/ 230 w 201"/>
                  <a:gd name="T7" fmla="*/ 305 h 765"/>
                  <a:gd name="T8" fmla="*/ 155 w 201"/>
                  <a:gd name="T9" fmla="*/ 571 h 765"/>
                  <a:gd name="T10" fmla="*/ 66 w 201"/>
                  <a:gd name="T11" fmla="*/ 816 h 765"/>
                  <a:gd name="T12" fmla="*/ 5 w 201"/>
                  <a:gd name="T13" fmla="*/ 984 h 765"/>
                  <a:gd name="T14" fmla="*/ 1 w 201"/>
                  <a:gd name="T15" fmla="*/ 1031 h 765"/>
                  <a:gd name="T16" fmla="*/ 75 w 201"/>
                  <a:gd name="T17" fmla="*/ 888 h 765"/>
                  <a:gd name="T18" fmla="*/ 135 w 201"/>
                  <a:gd name="T19" fmla="*/ 721 h 765"/>
                  <a:gd name="T20" fmla="*/ 237 w 201"/>
                  <a:gd name="T21" fmla="*/ 399 h 765"/>
                  <a:gd name="T22" fmla="*/ 255 w 201"/>
                  <a:gd name="T23" fmla="*/ 156 h 765"/>
                  <a:gd name="T24" fmla="*/ 241 w 201"/>
                  <a:gd name="T25" fmla="*/ 2 h 765"/>
                  <a:gd name="T26" fmla="*/ 222 w 201"/>
                  <a:gd name="T27" fmla="*/ 9 h 76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1" h="765">
                    <a:moveTo>
                      <a:pt x="169" y="2"/>
                    </a:moveTo>
                    <a:cubicBezTo>
                      <a:pt x="164" y="17"/>
                      <a:pt x="170" y="42"/>
                      <a:pt x="171" y="59"/>
                    </a:cubicBezTo>
                    <a:cubicBezTo>
                      <a:pt x="171" y="81"/>
                      <a:pt x="173" y="101"/>
                      <a:pt x="173" y="123"/>
                    </a:cubicBezTo>
                    <a:cubicBezTo>
                      <a:pt x="173" y="157"/>
                      <a:pt x="177" y="192"/>
                      <a:pt x="173" y="226"/>
                    </a:cubicBezTo>
                    <a:cubicBezTo>
                      <a:pt x="165" y="293"/>
                      <a:pt x="134" y="360"/>
                      <a:pt x="116" y="424"/>
                    </a:cubicBezTo>
                    <a:cubicBezTo>
                      <a:pt x="98" y="486"/>
                      <a:pt x="79" y="548"/>
                      <a:pt x="50" y="606"/>
                    </a:cubicBezTo>
                    <a:cubicBezTo>
                      <a:pt x="31" y="646"/>
                      <a:pt x="15" y="688"/>
                      <a:pt x="5" y="731"/>
                    </a:cubicBezTo>
                    <a:cubicBezTo>
                      <a:pt x="3" y="743"/>
                      <a:pt x="0" y="753"/>
                      <a:pt x="1" y="765"/>
                    </a:cubicBezTo>
                    <a:cubicBezTo>
                      <a:pt x="27" y="741"/>
                      <a:pt x="41" y="692"/>
                      <a:pt x="56" y="659"/>
                    </a:cubicBezTo>
                    <a:cubicBezTo>
                      <a:pt x="74" y="619"/>
                      <a:pt x="90" y="577"/>
                      <a:pt x="102" y="535"/>
                    </a:cubicBezTo>
                    <a:cubicBezTo>
                      <a:pt x="125" y="454"/>
                      <a:pt x="158" y="377"/>
                      <a:pt x="178" y="296"/>
                    </a:cubicBezTo>
                    <a:cubicBezTo>
                      <a:pt x="192" y="238"/>
                      <a:pt x="201" y="176"/>
                      <a:pt x="192" y="116"/>
                    </a:cubicBezTo>
                    <a:cubicBezTo>
                      <a:pt x="186" y="76"/>
                      <a:pt x="189" y="41"/>
                      <a:pt x="181" y="2"/>
                    </a:cubicBezTo>
                    <a:cubicBezTo>
                      <a:pt x="175" y="2"/>
                      <a:pt x="169" y="0"/>
                      <a:pt x="167" y="6"/>
                    </a:cubicBezTo>
                  </a:path>
                </a:pathLst>
              </a:custGeom>
              <a:solidFill>
                <a:srgbClr val="F4D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1" name="Freeform 2194">
                <a:extLst>
                  <a:ext uri="{FF2B5EF4-FFF2-40B4-BE49-F238E27FC236}">
                    <a16:creationId xmlns:a16="http://schemas.microsoft.com/office/drawing/2014/main" id="{0B51D6F0-9D0B-4C97-B1F4-390291088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778"/>
                <a:ext cx="252" cy="876"/>
              </a:xfrm>
              <a:custGeom>
                <a:avLst/>
                <a:gdLst>
                  <a:gd name="T0" fmla="*/ 1 w 229"/>
                  <a:gd name="T1" fmla="*/ 14 h 793"/>
                  <a:gd name="T2" fmla="*/ 1 w 229"/>
                  <a:gd name="T3" fmla="*/ 9 h 793"/>
                  <a:gd name="T4" fmla="*/ 17 w 229"/>
                  <a:gd name="T5" fmla="*/ 285 h 793"/>
                  <a:gd name="T6" fmla="*/ 85 w 229"/>
                  <a:gd name="T7" fmla="*/ 603 h 793"/>
                  <a:gd name="T8" fmla="*/ 178 w 229"/>
                  <a:gd name="T9" fmla="*/ 842 h 793"/>
                  <a:gd name="T10" fmla="*/ 252 w 229"/>
                  <a:gd name="T11" fmla="*/ 1027 h 793"/>
                  <a:gd name="T12" fmla="*/ 250 w 229"/>
                  <a:gd name="T13" fmla="*/ 946 h 793"/>
                  <a:gd name="T14" fmla="*/ 185 w 229"/>
                  <a:gd name="T15" fmla="*/ 774 h 793"/>
                  <a:gd name="T16" fmla="*/ 146 w 229"/>
                  <a:gd name="T17" fmla="*/ 630 h 793"/>
                  <a:gd name="T18" fmla="*/ 92 w 229"/>
                  <a:gd name="T19" fmla="*/ 510 h 793"/>
                  <a:gd name="T20" fmla="*/ 37 w 229"/>
                  <a:gd name="T21" fmla="*/ 193 h 793"/>
                  <a:gd name="T22" fmla="*/ 26 w 229"/>
                  <a:gd name="T23" fmla="*/ 67 h 793"/>
                  <a:gd name="T24" fmla="*/ 11 w 229"/>
                  <a:gd name="T25" fmla="*/ 2 h 793"/>
                  <a:gd name="T26" fmla="*/ 4 w 229"/>
                  <a:gd name="T27" fmla="*/ 10 h 79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9" h="793">
                    <a:moveTo>
                      <a:pt x="1" y="11"/>
                    </a:moveTo>
                    <a:cubicBezTo>
                      <a:pt x="1" y="15"/>
                      <a:pt x="1" y="0"/>
                      <a:pt x="1" y="6"/>
                    </a:cubicBezTo>
                    <a:cubicBezTo>
                      <a:pt x="1" y="76"/>
                      <a:pt x="0" y="145"/>
                      <a:pt x="13" y="212"/>
                    </a:cubicBezTo>
                    <a:cubicBezTo>
                      <a:pt x="28" y="290"/>
                      <a:pt x="33" y="373"/>
                      <a:pt x="64" y="447"/>
                    </a:cubicBezTo>
                    <a:cubicBezTo>
                      <a:pt x="89" y="506"/>
                      <a:pt x="116" y="564"/>
                      <a:pt x="134" y="625"/>
                    </a:cubicBezTo>
                    <a:cubicBezTo>
                      <a:pt x="145" y="662"/>
                      <a:pt x="157" y="737"/>
                      <a:pt x="189" y="762"/>
                    </a:cubicBezTo>
                    <a:cubicBezTo>
                      <a:pt x="229" y="793"/>
                      <a:pt x="193" y="714"/>
                      <a:pt x="187" y="702"/>
                    </a:cubicBezTo>
                    <a:cubicBezTo>
                      <a:pt x="166" y="661"/>
                      <a:pt x="149" y="619"/>
                      <a:pt x="139" y="575"/>
                    </a:cubicBezTo>
                    <a:cubicBezTo>
                      <a:pt x="130" y="538"/>
                      <a:pt x="122" y="503"/>
                      <a:pt x="110" y="467"/>
                    </a:cubicBezTo>
                    <a:cubicBezTo>
                      <a:pt x="99" y="436"/>
                      <a:pt x="80" y="409"/>
                      <a:pt x="69" y="378"/>
                    </a:cubicBezTo>
                    <a:cubicBezTo>
                      <a:pt x="43" y="306"/>
                      <a:pt x="38" y="218"/>
                      <a:pt x="28" y="143"/>
                    </a:cubicBezTo>
                    <a:cubicBezTo>
                      <a:pt x="25" y="112"/>
                      <a:pt x="23" y="81"/>
                      <a:pt x="20" y="50"/>
                    </a:cubicBezTo>
                    <a:cubicBezTo>
                      <a:pt x="18" y="34"/>
                      <a:pt x="21" y="12"/>
                      <a:pt x="8" y="2"/>
                    </a:cubicBezTo>
                    <a:cubicBezTo>
                      <a:pt x="5" y="3"/>
                      <a:pt x="6" y="5"/>
                      <a:pt x="4" y="7"/>
                    </a:cubicBezTo>
                  </a:path>
                </a:pathLst>
              </a:custGeom>
              <a:solidFill>
                <a:srgbClr val="F4D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2" name="Freeform 2195">
                <a:extLst>
                  <a:ext uri="{FF2B5EF4-FFF2-40B4-BE49-F238E27FC236}">
                    <a16:creationId xmlns:a16="http://schemas.microsoft.com/office/drawing/2014/main" id="{E41BA7ED-74BE-4CF6-81A0-B9ED82E70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791"/>
                <a:ext cx="25" cy="304"/>
              </a:xfrm>
              <a:custGeom>
                <a:avLst/>
                <a:gdLst>
                  <a:gd name="T0" fmla="*/ 13 w 23"/>
                  <a:gd name="T1" fmla="*/ 0 h 275"/>
                  <a:gd name="T2" fmla="*/ 25 w 23"/>
                  <a:gd name="T3" fmla="*/ 80 h 275"/>
                  <a:gd name="T4" fmla="*/ 26 w 23"/>
                  <a:gd name="T5" fmla="*/ 172 h 275"/>
                  <a:gd name="T6" fmla="*/ 0 w 23"/>
                  <a:gd name="T7" fmla="*/ 371 h 275"/>
                  <a:gd name="T8" fmla="*/ 22 w 23"/>
                  <a:gd name="T9" fmla="*/ 141 h 275"/>
                  <a:gd name="T10" fmla="*/ 12 w 23"/>
                  <a:gd name="T11" fmla="*/ 1 h 2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75">
                    <a:moveTo>
                      <a:pt x="10" y="0"/>
                    </a:moveTo>
                    <a:cubicBezTo>
                      <a:pt x="11" y="19"/>
                      <a:pt x="17" y="40"/>
                      <a:pt x="19" y="59"/>
                    </a:cubicBezTo>
                    <a:cubicBezTo>
                      <a:pt x="23" y="82"/>
                      <a:pt x="22" y="104"/>
                      <a:pt x="20" y="128"/>
                    </a:cubicBezTo>
                    <a:cubicBezTo>
                      <a:pt x="16" y="178"/>
                      <a:pt x="20" y="227"/>
                      <a:pt x="0" y="275"/>
                    </a:cubicBezTo>
                    <a:cubicBezTo>
                      <a:pt x="14" y="220"/>
                      <a:pt x="17" y="161"/>
                      <a:pt x="17" y="105"/>
                    </a:cubicBezTo>
                    <a:cubicBezTo>
                      <a:pt x="17" y="70"/>
                      <a:pt x="8" y="35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3" name="Freeform 2196">
                <a:extLst>
                  <a:ext uri="{FF2B5EF4-FFF2-40B4-BE49-F238E27FC236}">
                    <a16:creationId xmlns:a16="http://schemas.microsoft.com/office/drawing/2014/main" id="{E59DBA27-AE2B-41E0-A3EA-56EA1F953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164"/>
                <a:ext cx="146" cy="412"/>
              </a:xfrm>
              <a:custGeom>
                <a:avLst/>
                <a:gdLst>
                  <a:gd name="T0" fmla="*/ 178 w 132"/>
                  <a:gd name="T1" fmla="*/ 0 h 373"/>
                  <a:gd name="T2" fmla="*/ 138 w 132"/>
                  <a:gd name="T3" fmla="*/ 120 h 373"/>
                  <a:gd name="T4" fmla="*/ 101 w 132"/>
                  <a:gd name="T5" fmla="*/ 246 h 373"/>
                  <a:gd name="T6" fmla="*/ 0 w 132"/>
                  <a:gd name="T7" fmla="*/ 503 h 373"/>
                  <a:gd name="T8" fmla="*/ 64 w 132"/>
                  <a:gd name="T9" fmla="*/ 342 h 373"/>
                  <a:gd name="T10" fmla="*/ 114 w 132"/>
                  <a:gd name="T11" fmla="*/ 226 h 373"/>
                  <a:gd name="T12" fmla="*/ 149 w 132"/>
                  <a:gd name="T13" fmla="*/ 98 h 373"/>
                  <a:gd name="T14" fmla="*/ 177 w 132"/>
                  <a:gd name="T15" fmla="*/ 4 h 3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2" h="373">
                    <a:moveTo>
                      <a:pt x="132" y="0"/>
                    </a:moveTo>
                    <a:cubicBezTo>
                      <a:pt x="125" y="32"/>
                      <a:pt x="112" y="60"/>
                      <a:pt x="102" y="90"/>
                    </a:cubicBezTo>
                    <a:cubicBezTo>
                      <a:pt x="92" y="120"/>
                      <a:pt x="88" y="154"/>
                      <a:pt x="74" y="183"/>
                    </a:cubicBezTo>
                    <a:cubicBezTo>
                      <a:pt x="45" y="244"/>
                      <a:pt x="18" y="307"/>
                      <a:pt x="0" y="373"/>
                    </a:cubicBezTo>
                    <a:cubicBezTo>
                      <a:pt x="24" y="338"/>
                      <a:pt x="33" y="293"/>
                      <a:pt x="47" y="254"/>
                    </a:cubicBezTo>
                    <a:cubicBezTo>
                      <a:pt x="58" y="225"/>
                      <a:pt x="73" y="197"/>
                      <a:pt x="84" y="168"/>
                    </a:cubicBezTo>
                    <a:cubicBezTo>
                      <a:pt x="96" y="137"/>
                      <a:pt x="99" y="104"/>
                      <a:pt x="110" y="73"/>
                    </a:cubicBezTo>
                    <a:cubicBezTo>
                      <a:pt x="119" y="50"/>
                      <a:pt x="129" y="28"/>
                      <a:pt x="13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4" name="Oval 2197">
                <a:extLst>
                  <a:ext uri="{FF2B5EF4-FFF2-40B4-BE49-F238E27FC236}">
                    <a16:creationId xmlns:a16="http://schemas.microsoft.com/office/drawing/2014/main" id="{A6B4C177-330E-4844-88A7-2F959B143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4" y="1317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6995" name="Oval 2198">
                <a:extLst>
                  <a:ext uri="{FF2B5EF4-FFF2-40B4-BE49-F238E27FC236}">
                    <a16:creationId xmlns:a16="http://schemas.microsoft.com/office/drawing/2014/main" id="{BA2FA9A1-2B43-4336-B779-BC5133F8E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294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6996" name="Oval 2199">
                <a:extLst>
                  <a:ext uri="{FF2B5EF4-FFF2-40B4-BE49-F238E27FC236}">
                    <a16:creationId xmlns:a16="http://schemas.microsoft.com/office/drawing/2014/main" id="{D7B595BB-C84E-4F70-A69C-243C9536E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1" y="872"/>
                <a:ext cx="22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6997" name="Oval 2200">
                <a:extLst>
                  <a:ext uri="{FF2B5EF4-FFF2-40B4-BE49-F238E27FC236}">
                    <a16:creationId xmlns:a16="http://schemas.microsoft.com/office/drawing/2014/main" id="{5829B163-D1D0-45AC-82A7-38E604229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919"/>
                <a:ext cx="9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6998" name="Freeform 2201">
                <a:extLst>
                  <a:ext uri="{FF2B5EF4-FFF2-40B4-BE49-F238E27FC236}">
                    <a16:creationId xmlns:a16="http://schemas.microsoft.com/office/drawing/2014/main" id="{F83076F3-59A3-4C13-A560-7FA07252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802"/>
                <a:ext cx="84" cy="486"/>
              </a:xfrm>
              <a:custGeom>
                <a:avLst/>
                <a:gdLst>
                  <a:gd name="T0" fmla="*/ 0 w 76"/>
                  <a:gd name="T1" fmla="*/ 0 h 440"/>
                  <a:gd name="T2" fmla="*/ 30 w 76"/>
                  <a:gd name="T3" fmla="*/ 336 h 440"/>
                  <a:gd name="T4" fmla="*/ 61 w 76"/>
                  <a:gd name="T5" fmla="*/ 488 h 440"/>
                  <a:gd name="T6" fmla="*/ 103 w 76"/>
                  <a:gd name="T7" fmla="*/ 593 h 440"/>
                  <a:gd name="T8" fmla="*/ 53 w 76"/>
                  <a:gd name="T9" fmla="*/ 385 h 440"/>
                  <a:gd name="T10" fmla="*/ 17 w 76"/>
                  <a:gd name="T11" fmla="*/ 222 h 440"/>
                  <a:gd name="T12" fmla="*/ 2 w 76"/>
                  <a:gd name="T13" fmla="*/ 0 h 4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440">
                    <a:moveTo>
                      <a:pt x="0" y="0"/>
                    </a:moveTo>
                    <a:cubicBezTo>
                      <a:pt x="0" y="83"/>
                      <a:pt x="13" y="166"/>
                      <a:pt x="22" y="249"/>
                    </a:cubicBezTo>
                    <a:cubicBezTo>
                      <a:pt x="25" y="288"/>
                      <a:pt x="33" y="325"/>
                      <a:pt x="45" y="362"/>
                    </a:cubicBezTo>
                    <a:cubicBezTo>
                      <a:pt x="52" y="387"/>
                      <a:pt x="73" y="419"/>
                      <a:pt x="76" y="440"/>
                    </a:cubicBezTo>
                    <a:cubicBezTo>
                      <a:pt x="56" y="389"/>
                      <a:pt x="48" y="339"/>
                      <a:pt x="39" y="286"/>
                    </a:cubicBezTo>
                    <a:cubicBezTo>
                      <a:pt x="33" y="245"/>
                      <a:pt x="19" y="205"/>
                      <a:pt x="13" y="165"/>
                    </a:cubicBezTo>
                    <a:cubicBezTo>
                      <a:pt x="5" y="111"/>
                      <a:pt x="13" y="5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9" name="Freeform 2202">
                <a:extLst>
                  <a:ext uri="{FF2B5EF4-FFF2-40B4-BE49-F238E27FC236}">
                    <a16:creationId xmlns:a16="http://schemas.microsoft.com/office/drawing/2014/main" id="{7DB5621E-9DDD-4EF5-BFE2-8ABDE9B55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379"/>
                <a:ext cx="82" cy="236"/>
              </a:xfrm>
              <a:custGeom>
                <a:avLst/>
                <a:gdLst>
                  <a:gd name="T0" fmla="*/ 0 w 74"/>
                  <a:gd name="T1" fmla="*/ 0 h 214"/>
                  <a:gd name="T2" fmla="*/ 53 w 74"/>
                  <a:gd name="T3" fmla="*/ 174 h 214"/>
                  <a:gd name="T4" fmla="*/ 101 w 74"/>
                  <a:gd name="T5" fmla="*/ 287 h 214"/>
                  <a:gd name="T6" fmla="*/ 4 w 74"/>
                  <a:gd name="T7" fmla="*/ 17 h 2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214">
                    <a:moveTo>
                      <a:pt x="0" y="0"/>
                    </a:moveTo>
                    <a:cubicBezTo>
                      <a:pt x="1" y="41"/>
                      <a:pt x="24" y="91"/>
                      <a:pt x="39" y="130"/>
                    </a:cubicBezTo>
                    <a:cubicBezTo>
                      <a:pt x="49" y="158"/>
                      <a:pt x="61" y="186"/>
                      <a:pt x="74" y="214"/>
                    </a:cubicBezTo>
                    <a:cubicBezTo>
                      <a:pt x="45" y="149"/>
                      <a:pt x="34" y="73"/>
                      <a:pt x="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0" name="Oval 2203">
                <a:extLst>
                  <a:ext uri="{FF2B5EF4-FFF2-40B4-BE49-F238E27FC236}">
                    <a16:creationId xmlns:a16="http://schemas.microsoft.com/office/drawing/2014/main" id="{8CCBF057-4614-432A-A0AC-1295C22EC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1020"/>
                <a:ext cx="21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7001" name="Oval 2204">
                <a:extLst>
                  <a:ext uri="{FF2B5EF4-FFF2-40B4-BE49-F238E27FC236}">
                    <a16:creationId xmlns:a16="http://schemas.microsoft.com/office/drawing/2014/main" id="{124B677C-C703-4FBB-A4EF-58DC0CA74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6" y="975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7002" name="Oval 2205">
                <a:extLst>
                  <a:ext uri="{FF2B5EF4-FFF2-40B4-BE49-F238E27FC236}">
                    <a16:creationId xmlns:a16="http://schemas.microsoft.com/office/drawing/2014/main" id="{EB94305D-6A9B-4559-AC08-457846B1D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1529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7003" name="Oval 2206">
                <a:extLst>
                  <a:ext uri="{FF2B5EF4-FFF2-40B4-BE49-F238E27FC236}">
                    <a16:creationId xmlns:a16="http://schemas.microsoft.com/office/drawing/2014/main" id="{4719BB4E-B557-45AF-9C52-DCDCF3632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4" y="1570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7004" name="Freeform 2207">
                <a:extLst>
                  <a:ext uri="{FF2B5EF4-FFF2-40B4-BE49-F238E27FC236}">
                    <a16:creationId xmlns:a16="http://schemas.microsoft.com/office/drawing/2014/main" id="{27260079-C4B9-453F-B385-4E27D96B6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128"/>
                <a:ext cx="128" cy="356"/>
              </a:xfrm>
              <a:custGeom>
                <a:avLst/>
                <a:gdLst>
                  <a:gd name="T0" fmla="*/ 0 w 116"/>
                  <a:gd name="T1" fmla="*/ 0 h 322"/>
                  <a:gd name="T2" fmla="*/ 31 w 116"/>
                  <a:gd name="T3" fmla="*/ 103 h 322"/>
                  <a:gd name="T4" fmla="*/ 60 w 116"/>
                  <a:gd name="T5" fmla="*/ 200 h 322"/>
                  <a:gd name="T6" fmla="*/ 156 w 116"/>
                  <a:gd name="T7" fmla="*/ 436 h 322"/>
                  <a:gd name="T8" fmla="*/ 98 w 116"/>
                  <a:gd name="T9" fmla="*/ 269 h 322"/>
                  <a:gd name="T10" fmla="*/ 63 w 116"/>
                  <a:gd name="T11" fmla="*/ 176 h 322"/>
                  <a:gd name="T12" fmla="*/ 2 w 116"/>
                  <a:gd name="T13" fmla="*/ 19 h 3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22">
                    <a:moveTo>
                      <a:pt x="0" y="0"/>
                    </a:moveTo>
                    <a:cubicBezTo>
                      <a:pt x="4" y="25"/>
                      <a:pt x="17" y="51"/>
                      <a:pt x="23" y="76"/>
                    </a:cubicBezTo>
                    <a:cubicBezTo>
                      <a:pt x="30" y="100"/>
                      <a:pt x="37" y="123"/>
                      <a:pt x="44" y="148"/>
                    </a:cubicBezTo>
                    <a:cubicBezTo>
                      <a:pt x="60" y="210"/>
                      <a:pt x="94" y="263"/>
                      <a:pt x="116" y="322"/>
                    </a:cubicBezTo>
                    <a:cubicBezTo>
                      <a:pt x="106" y="281"/>
                      <a:pt x="87" y="238"/>
                      <a:pt x="73" y="199"/>
                    </a:cubicBezTo>
                    <a:cubicBezTo>
                      <a:pt x="64" y="176"/>
                      <a:pt x="56" y="153"/>
                      <a:pt x="47" y="130"/>
                    </a:cubicBezTo>
                    <a:cubicBezTo>
                      <a:pt x="30" y="92"/>
                      <a:pt x="13" y="54"/>
                      <a:pt x="2" y="14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5" name="Freeform 2208">
                <a:extLst>
                  <a:ext uri="{FF2B5EF4-FFF2-40B4-BE49-F238E27FC236}">
                    <a16:creationId xmlns:a16="http://schemas.microsoft.com/office/drawing/2014/main" id="{FB99F384-E143-4D4C-A63F-6A8182356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059"/>
                <a:ext cx="119" cy="335"/>
              </a:xfrm>
              <a:custGeom>
                <a:avLst/>
                <a:gdLst>
                  <a:gd name="T0" fmla="*/ 133 w 108"/>
                  <a:gd name="T1" fmla="*/ 0 h 304"/>
                  <a:gd name="T2" fmla="*/ 115 w 108"/>
                  <a:gd name="T3" fmla="*/ 100 h 304"/>
                  <a:gd name="T4" fmla="*/ 86 w 108"/>
                  <a:gd name="T5" fmla="*/ 213 h 304"/>
                  <a:gd name="T6" fmla="*/ 52 w 108"/>
                  <a:gd name="T7" fmla="*/ 307 h 304"/>
                  <a:gd name="T8" fmla="*/ 28 w 108"/>
                  <a:gd name="T9" fmla="*/ 353 h 304"/>
                  <a:gd name="T10" fmla="*/ 1 w 108"/>
                  <a:gd name="T11" fmla="*/ 406 h 304"/>
                  <a:gd name="T12" fmla="*/ 0 w 108"/>
                  <a:gd name="T13" fmla="*/ 407 h 304"/>
                  <a:gd name="T14" fmla="*/ 64 w 108"/>
                  <a:gd name="T15" fmla="*/ 206 h 304"/>
                  <a:gd name="T16" fmla="*/ 102 w 108"/>
                  <a:gd name="T17" fmla="*/ 84 h 304"/>
                  <a:gd name="T18" fmla="*/ 131 w 108"/>
                  <a:gd name="T19" fmla="*/ 2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8" h="304">
                    <a:moveTo>
                      <a:pt x="100" y="0"/>
                    </a:moveTo>
                    <a:cubicBezTo>
                      <a:pt x="108" y="18"/>
                      <a:pt x="89" y="56"/>
                      <a:pt x="85" y="75"/>
                    </a:cubicBezTo>
                    <a:cubicBezTo>
                      <a:pt x="79" y="103"/>
                      <a:pt x="72" y="131"/>
                      <a:pt x="64" y="159"/>
                    </a:cubicBezTo>
                    <a:cubicBezTo>
                      <a:pt x="57" y="182"/>
                      <a:pt x="49" y="207"/>
                      <a:pt x="39" y="230"/>
                    </a:cubicBezTo>
                    <a:cubicBezTo>
                      <a:pt x="34" y="241"/>
                      <a:pt x="27" y="252"/>
                      <a:pt x="21" y="263"/>
                    </a:cubicBezTo>
                    <a:cubicBezTo>
                      <a:pt x="14" y="275"/>
                      <a:pt x="10" y="293"/>
                      <a:pt x="1" y="303"/>
                    </a:cubicBezTo>
                    <a:cubicBezTo>
                      <a:pt x="1" y="304"/>
                      <a:pt x="0" y="304"/>
                      <a:pt x="0" y="304"/>
                    </a:cubicBezTo>
                    <a:cubicBezTo>
                      <a:pt x="28" y="259"/>
                      <a:pt x="38" y="205"/>
                      <a:pt x="48" y="154"/>
                    </a:cubicBezTo>
                    <a:cubicBezTo>
                      <a:pt x="54" y="123"/>
                      <a:pt x="65" y="93"/>
                      <a:pt x="76" y="63"/>
                    </a:cubicBezTo>
                    <a:cubicBezTo>
                      <a:pt x="83" y="45"/>
                      <a:pt x="96" y="20"/>
                      <a:pt x="98" y="2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6" name="Freeform 2209">
                <a:extLst>
                  <a:ext uri="{FF2B5EF4-FFF2-40B4-BE49-F238E27FC236}">
                    <a16:creationId xmlns:a16="http://schemas.microsoft.com/office/drawing/2014/main" id="{64AE03C1-FCE4-4BCD-82E2-7B4D167F3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510"/>
                <a:ext cx="695" cy="458"/>
              </a:xfrm>
              <a:custGeom>
                <a:avLst/>
                <a:gdLst>
                  <a:gd name="T0" fmla="*/ 0 w 629"/>
                  <a:gd name="T1" fmla="*/ 561 h 414"/>
                  <a:gd name="T2" fmla="*/ 717 w 629"/>
                  <a:gd name="T3" fmla="*/ 0 h 414"/>
                  <a:gd name="T4" fmla="*/ 849 w 629"/>
                  <a:gd name="T5" fmla="*/ 281 h 414"/>
                  <a:gd name="T6" fmla="*/ 0 w 629"/>
                  <a:gd name="T7" fmla="*/ 561 h 4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9" h="414">
                    <a:moveTo>
                      <a:pt x="0" y="414"/>
                    </a:moveTo>
                    <a:cubicBezTo>
                      <a:pt x="0" y="414"/>
                      <a:pt x="126" y="77"/>
                      <a:pt x="531" y="0"/>
                    </a:cubicBezTo>
                    <a:cubicBezTo>
                      <a:pt x="531" y="0"/>
                      <a:pt x="495" y="213"/>
                      <a:pt x="629" y="208"/>
                    </a:cubicBezTo>
                    <a:cubicBezTo>
                      <a:pt x="629" y="208"/>
                      <a:pt x="287" y="223"/>
                      <a:pt x="0" y="414"/>
                    </a:cubicBezTo>
                    <a:close/>
                  </a:path>
                </a:pathLst>
              </a:custGeom>
              <a:solidFill>
                <a:srgbClr val="F4D3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7" name="Freeform 2210">
                <a:extLst>
                  <a:ext uri="{FF2B5EF4-FFF2-40B4-BE49-F238E27FC236}">
                    <a16:creationId xmlns:a16="http://schemas.microsoft.com/office/drawing/2014/main" id="{14F259CB-1180-4E80-AE55-29AD0CC1F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557"/>
                <a:ext cx="456" cy="405"/>
              </a:xfrm>
              <a:custGeom>
                <a:avLst/>
                <a:gdLst>
                  <a:gd name="T0" fmla="*/ 0 w 413"/>
                  <a:gd name="T1" fmla="*/ 493 h 367"/>
                  <a:gd name="T2" fmla="*/ 555 w 413"/>
                  <a:gd name="T3" fmla="*/ 0 h 367"/>
                  <a:gd name="T4" fmla="*/ 0 w 413"/>
                  <a:gd name="T5" fmla="*/ 493 h 3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3" h="367">
                    <a:moveTo>
                      <a:pt x="0" y="367"/>
                    </a:moveTo>
                    <a:cubicBezTo>
                      <a:pt x="0" y="367"/>
                      <a:pt x="118" y="89"/>
                      <a:pt x="413" y="0"/>
                    </a:cubicBezTo>
                    <a:cubicBezTo>
                      <a:pt x="413" y="0"/>
                      <a:pt x="228" y="75"/>
                      <a:pt x="0" y="367"/>
                    </a:cubicBezTo>
                    <a:close/>
                  </a:path>
                </a:pathLst>
              </a:custGeom>
              <a:solidFill>
                <a:srgbClr val="F4E3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8" name="Freeform 2211">
                <a:extLst>
                  <a:ext uri="{FF2B5EF4-FFF2-40B4-BE49-F238E27FC236}">
                    <a16:creationId xmlns:a16="http://schemas.microsoft.com/office/drawing/2014/main" id="{6F8DFFE1-8A06-4B11-A5AA-31D313C9D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627"/>
                <a:ext cx="259" cy="256"/>
              </a:xfrm>
              <a:custGeom>
                <a:avLst/>
                <a:gdLst>
                  <a:gd name="T0" fmla="*/ 0 w 235"/>
                  <a:gd name="T1" fmla="*/ 315 h 231"/>
                  <a:gd name="T2" fmla="*/ 314 w 235"/>
                  <a:gd name="T3" fmla="*/ 0 h 231"/>
                  <a:gd name="T4" fmla="*/ 0 w 235"/>
                  <a:gd name="T5" fmla="*/ 315 h 2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5" h="231">
                    <a:moveTo>
                      <a:pt x="0" y="231"/>
                    </a:moveTo>
                    <a:cubicBezTo>
                      <a:pt x="0" y="231"/>
                      <a:pt x="116" y="68"/>
                      <a:pt x="235" y="0"/>
                    </a:cubicBezTo>
                    <a:cubicBezTo>
                      <a:pt x="235" y="0"/>
                      <a:pt x="54" y="148"/>
                      <a:pt x="0" y="2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9" name="Freeform 2212">
                <a:extLst>
                  <a:ext uri="{FF2B5EF4-FFF2-40B4-BE49-F238E27FC236}">
                    <a16:creationId xmlns:a16="http://schemas.microsoft.com/office/drawing/2014/main" id="{DA392031-DD19-4F6C-82F0-448631122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727"/>
                <a:ext cx="711" cy="258"/>
              </a:xfrm>
              <a:custGeom>
                <a:avLst/>
                <a:gdLst>
                  <a:gd name="T0" fmla="*/ 0 w 644"/>
                  <a:gd name="T1" fmla="*/ 0 h 234"/>
                  <a:gd name="T2" fmla="*/ 867 w 644"/>
                  <a:gd name="T3" fmla="*/ 313 h 234"/>
                  <a:gd name="T4" fmla="*/ 0 w 644"/>
                  <a:gd name="T5" fmla="*/ 0 h 2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4" h="234">
                    <a:moveTo>
                      <a:pt x="0" y="0"/>
                    </a:moveTo>
                    <a:cubicBezTo>
                      <a:pt x="0" y="0"/>
                      <a:pt x="310" y="27"/>
                      <a:pt x="644" y="234"/>
                    </a:cubicBezTo>
                    <a:cubicBezTo>
                      <a:pt x="644" y="234"/>
                      <a:pt x="423" y="15"/>
                      <a:pt x="0" y="0"/>
                    </a:cubicBezTo>
                    <a:close/>
                  </a:path>
                </a:pathLst>
              </a:custGeom>
              <a:solidFill>
                <a:srgbClr val="F4D3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0" name="Freeform 2213">
                <a:extLst>
                  <a:ext uri="{FF2B5EF4-FFF2-40B4-BE49-F238E27FC236}">
                    <a16:creationId xmlns:a16="http://schemas.microsoft.com/office/drawing/2014/main" id="{4BC08C47-57F7-4A65-B480-A9EDC5091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760"/>
                <a:ext cx="440" cy="180"/>
              </a:xfrm>
              <a:custGeom>
                <a:avLst/>
                <a:gdLst>
                  <a:gd name="T0" fmla="*/ 537 w 398"/>
                  <a:gd name="T1" fmla="*/ 220 h 163"/>
                  <a:gd name="T2" fmla="*/ 0 w 398"/>
                  <a:gd name="T3" fmla="*/ 0 h 163"/>
                  <a:gd name="T4" fmla="*/ 537 w 398"/>
                  <a:gd name="T5" fmla="*/ 220 h 1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8" h="163">
                    <a:moveTo>
                      <a:pt x="398" y="163"/>
                    </a:moveTo>
                    <a:cubicBezTo>
                      <a:pt x="398" y="163"/>
                      <a:pt x="142" y="19"/>
                      <a:pt x="0" y="0"/>
                    </a:cubicBezTo>
                    <a:cubicBezTo>
                      <a:pt x="0" y="0"/>
                      <a:pt x="142" y="3"/>
                      <a:pt x="398" y="1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1" name="Freeform 2214">
                <a:extLst>
                  <a:ext uri="{FF2B5EF4-FFF2-40B4-BE49-F238E27FC236}">
                    <a16:creationId xmlns:a16="http://schemas.microsoft.com/office/drawing/2014/main" id="{71A3605A-9E9E-4DD6-A253-233230BA9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434"/>
                <a:ext cx="325" cy="162"/>
              </a:xfrm>
              <a:custGeom>
                <a:avLst/>
                <a:gdLst>
                  <a:gd name="T0" fmla="*/ 163 w 294"/>
                  <a:gd name="T1" fmla="*/ 110 h 147"/>
                  <a:gd name="T2" fmla="*/ 397 w 294"/>
                  <a:gd name="T3" fmla="*/ 197 h 147"/>
                  <a:gd name="T4" fmla="*/ 172 w 294"/>
                  <a:gd name="T5" fmla="*/ 57 h 147"/>
                  <a:gd name="T6" fmla="*/ 163 w 294"/>
                  <a:gd name="T7" fmla="*/ 110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4" h="147">
                    <a:moveTo>
                      <a:pt x="120" y="83"/>
                    </a:moveTo>
                    <a:cubicBezTo>
                      <a:pt x="120" y="83"/>
                      <a:pt x="235" y="8"/>
                      <a:pt x="294" y="147"/>
                    </a:cubicBezTo>
                    <a:cubicBezTo>
                      <a:pt x="294" y="147"/>
                      <a:pt x="256" y="0"/>
                      <a:pt x="128" y="43"/>
                    </a:cubicBezTo>
                    <a:cubicBezTo>
                      <a:pt x="0" y="86"/>
                      <a:pt x="86" y="72"/>
                      <a:pt x="120" y="83"/>
                    </a:cubicBezTo>
                    <a:close/>
                  </a:path>
                </a:pathLst>
              </a:custGeom>
              <a:solidFill>
                <a:srgbClr val="D84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2" name="Freeform 2215">
                <a:extLst>
                  <a:ext uri="{FF2B5EF4-FFF2-40B4-BE49-F238E27FC236}">
                    <a16:creationId xmlns:a16="http://schemas.microsoft.com/office/drawing/2014/main" id="{2583F6C2-2F6F-47EB-A9BD-58076B0E6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434"/>
                <a:ext cx="322" cy="215"/>
              </a:xfrm>
              <a:custGeom>
                <a:avLst/>
                <a:gdLst>
                  <a:gd name="T0" fmla="*/ 264 w 291"/>
                  <a:gd name="T1" fmla="*/ 86 h 195"/>
                  <a:gd name="T2" fmla="*/ 100 w 291"/>
                  <a:gd name="T3" fmla="*/ 261 h 195"/>
                  <a:gd name="T4" fmla="*/ 272 w 291"/>
                  <a:gd name="T5" fmla="*/ 40 h 195"/>
                  <a:gd name="T6" fmla="*/ 264 w 291"/>
                  <a:gd name="T7" fmla="*/ 86 h 1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1" h="195">
                    <a:moveTo>
                      <a:pt x="195" y="64"/>
                    </a:moveTo>
                    <a:cubicBezTo>
                      <a:pt x="195" y="64"/>
                      <a:pt x="46" y="80"/>
                      <a:pt x="73" y="195"/>
                    </a:cubicBezTo>
                    <a:cubicBezTo>
                      <a:pt x="73" y="195"/>
                      <a:pt x="0" y="95"/>
                      <a:pt x="201" y="30"/>
                    </a:cubicBezTo>
                    <a:cubicBezTo>
                      <a:pt x="291" y="0"/>
                      <a:pt x="195" y="64"/>
                      <a:pt x="195" y="64"/>
                    </a:cubicBezTo>
                    <a:close/>
                  </a:path>
                </a:pathLst>
              </a:custGeom>
              <a:solidFill>
                <a:srgbClr val="D84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3" name="Freeform 2216">
                <a:extLst>
                  <a:ext uri="{FF2B5EF4-FFF2-40B4-BE49-F238E27FC236}">
                    <a16:creationId xmlns:a16="http://schemas.microsoft.com/office/drawing/2014/main" id="{24C6B4EE-4C4C-40A2-AF49-3EE299EF0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565"/>
                <a:ext cx="46" cy="33"/>
              </a:xfrm>
              <a:custGeom>
                <a:avLst/>
                <a:gdLst>
                  <a:gd name="T0" fmla="*/ 53 w 42"/>
                  <a:gd name="T1" fmla="*/ 29 h 30"/>
                  <a:gd name="T2" fmla="*/ 23 w 42"/>
                  <a:gd name="T3" fmla="*/ 34 h 30"/>
                  <a:gd name="T4" fmla="*/ 3 w 42"/>
                  <a:gd name="T5" fmla="*/ 10 h 30"/>
                  <a:gd name="T6" fmla="*/ 34 w 42"/>
                  <a:gd name="T7" fmla="*/ 4 h 30"/>
                  <a:gd name="T8" fmla="*/ 53 w 42"/>
                  <a:gd name="T9" fmla="*/ 2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40" y="22"/>
                    </a:moveTo>
                    <a:cubicBezTo>
                      <a:pt x="37" y="28"/>
                      <a:pt x="27" y="30"/>
                      <a:pt x="17" y="25"/>
                    </a:cubicBezTo>
                    <a:cubicBezTo>
                      <a:pt x="7" y="21"/>
                      <a:pt x="0" y="13"/>
                      <a:pt x="3" y="7"/>
                    </a:cubicBezTo>
                    <a:cubicBezTo>
                      <a:pt x="5" y="1"/>
                      <a:pt x="15" y="0"/>
                      <a:pt x="26" y="4"/>
                    </a:cubicBezTo>
                    <a:cubicBezTo>
                      <a:pt x="36" y="8"/>
                      <a:pt x="42" y="16"/>
                      <a:pt x="40" y="22"/>
                    </a:cubicBezTo>
                    <a:close/>
                  </a:path>
                </a:pathLst>
              </a:custGeom>
              <a:solidFill>
                <a:srgbClr val="BF37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4" name="Freeform 2217">
                <a:extLst>
                  <a:ext uri="{FF2B5EF4-FFF2-40B4-BE49-F238E27FC236}">
                    <a16:creationId xmlns:a16="http://schemas.microsoft.com/office/drawing/2014/main" id="{787E44BF-9CF5-4236-9EEB-DD09608DF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566"/>
                <a:ext cx="48" cy="27"/>
              </a:xfrm>
              <a:custGeom>
                <a:avLst/>
                <a:gdLst>
                  <a:gd name="T0" fmla="*/ 58 w 43"/>
                  <a:gd name="T1" fmla="*/ 10 h 24"/>
                  <a:gd name="T2" fmla="*/ 33 w 43"/>
                  <a:gd name="T3" fmla="*/ 32 h 24"/>
                  <a:gd name="T4" fmla="*/ 1 w 43"/>
                  <a:gd name="T5" fmla="*/ 24 h 24"/>
                  <a:gd name="T6" fmla="*/ 26 w 43"/>
                  <a:gd name="T7" fmla="*/ 2 h 24"/>
                  <a:gd name="T8" fmla="*/ 58 w 43"/>
                  <a:gd name="T9" fmla="*/ 1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4">
                    <a:moveTo>
                      <a:pt x="42" y="7"/>
                    </a:moveTo>
                    <a:cubicBezTo>
                      <a:pt x="43" y="12"/>
                      <a:pt x="35" y="19"/>
                      <a:pt x="24" y="22"/>
                    </a:cubicBezTo>
                    <a:cubicBezTo>
                      <a:pt x="13" y="24"/>
                      <a:pt x="3" y="22"/>
                      <a:pt x="1" y="17"/>
                    </a:cubicBezTo>
                    <a:cubicBezTo>
                      <a:pt x="0" y="12"/>
                      <a:pt x="8" y="5"/>
                      <a:pt x="19" y="2"/>
                    </a:cubicBezTo>
                    <a:cubicBezTo>
                      <a:pt x="30" y="0"/>
                      <a:pt x="40" y="2"/>
                      <a:pt x="42" y="7"/>
                    </a:cubicBezTo>
                    <a:close/>
                  </a:path>
                </a:pathLst>
              </a:custGeom>
              <a:solidFill>
                <a:srgbClr val="BF37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5" name="Freeform 2218">
                <a:extLst>
                  <a:ext uri="{FF2B5EF4-FFF2-40B4-BE49-F238E27FC236}">
                    <a16:creationId xmlns:a16="http://schemas.microsoft.com/office/drawing/2014/main" id="{A2D1BAA2-D774-4E9A-92E1-5D559F3C3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743"/>
                <a:ext cx="245" cy="254"/>
              </a:xfrm>
              <a:custGeom>
                <a:avLst/>
                <a:gdLst>
                  <a:gd name="T0" fmla="*/ 12 w 222"/>
                  <a:gd name="T1" fmla="*/ 0 h 230"/>
                  <a:gd name="T2" fmla="*/ 0 w 222"/>
                  <a:gd name="T3" fmla="*/ 3 h 230"/>
                  <a:gd name="T4" fmla="*/ 35 w 222"/>
                  <a:gd name="T5" fmla="*/ 44 h 230"/>
                  <a:gd name="T6" fmla="*/ 70 w 222"/>
                  <a:gd name="T7" fmla="*/ 100 h 230"/>
                  <a:gd name="T8" fmla="*/ 126 w 222"/>
                  <a:gd name="T9" fmla="*/ 215 h 230"/>
                  <a:gd name="T10" fmla="*/ 140 w 222"/>
                  <a:gd name="T11" fmla="*/ 266 h 230"/>
                  <a:gd name="T12" fmla="*/ 152 w 222"/>
                  <a:gd name="T13" fmla="*/ 299 h 230"/>
                  <a:gd name="T14" fmla="*/ 163 w 222"/>
                  <a:gd name="T15" fmla="*/ 256 h 230"/>
                  <a:gd name="T16" fmla="*/ 179 w 222"/>
                  <a:gd name="T17" fmla="*/ 205 h 230"/>
                  <a:gd name="T18" fmla="*/ 220 w 222"/>
                  <a:gd name="T19" fmla="*/ 134 h 230"/>
                  <a:gd name="T20" fmla="*/ 298 w 222"/>
                  <a:gd name="T21" fmla="*/ 47 h 230"/>
                  <a:gd name="T22" fmla="*/ 216 w 222"/>
                  <a:gd name="T23" fmla="*/ 40 h 230"/>
                  <a:gd name="T24" fmla="*/ 125 w 222"/>
                  <a:gd name="T25" fmla="*/ 31 h 230"/>
                  <a:gd name="T26" fmla="*/ 55 w 222"/>
                  <a:gd name="T27" fmla="*/ 17 h 230"/>
                  <a:gd name="T28" fmla="*/ 0 w 222"/>
                  <a:gd name="T29" fmla="*/ 1 h 2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2" h="230">
                    <a:moveTo>
                      <a:pt x="9" y="0"/>
                    </a:moveTo>
                    <a:cubicBezTo>
                      <a:pt x="6" y="0"/>
                      <a:pt x="5" y="3"/>
                      <a:pt x="0" y="3"/>
                    </a:cubicBezTo>
                    <a:cubicBezTo>
                      <a:pt x="6" y="14"/>
                      <a:pt x="19" y="22"/>
                      <a:pt x="26" y="33"/>
                    </a:cubicBezTo>
                    <a:cubicBezTo>
                      <a:pt x="35" y="47"/>
                      <a:pt x="44" y="60"/>
                      <a:pt x="52" y="74"/>
                    </a:cubicBezTo>
                    <a:cubicBezTo>
                      <a:pt x="70" y="101"/>
                      <a:pt x="84" y="129"/>
                      <a:pt x="93" y="160"/>
                    </a:cubicBezTo>
                    <a:cubicBezTo>
                      <a:pt x="97" y="173"/>
                      <a:pt x="102" y="184"/>
                      <a:pt x="104" y="197"/>
                    </a:cubicBezTo>
                    <a:cubicBezTo>
                      <a:pt x="105" y="202"/>
                      <a:pt x="103" y="230"/>
                      <a:pt x="113" y="222"/>
                    </a:cubicBezTo>
                    <a:cubicBezTo>
                      <a:pt x="117" y="219"/>
                      <a:pt x="119" y="196"/>
                      <a:pt x="121" y="190"/>
                    </a:cubicBezTo>
                    <a:cubicBezTo>
                      <a:pt x="125" y="178"/>
                      <a:pt x="128" y="164"/>
                      <a:pt x="133" y="152"/>
                    </a:cubicBezTo>
                    <a:cubicBezTo>
                      <a:pt x="141" y="133"/>
                      <a:pt x="150" y="116"/>
                      <a:pt x="163" y="100"/>
                    </a:cubicBezTo>
                    <a:cubicBezTo>
                      <a:pt x="180" y="79"/>
                      <a:pt x="216" y="63"/>
                      <a:pt x="222" y="35"/>
                    </a:cubicBezTo>
                    <a:cubicBezTo>
                      <a:pt x="209" y="27"/>
                      <a:pt x="176" y="31"/>
                      <a:pt x="161" y="30"/>
                    </a:cubicBezTo>
                    <a:cubicBezTo>
                      <a:pt x="138" y="29"/>
                      <a:pt x="116" y="26"/>
                      <a:pt x="92" y="23"/>
                    </a:cubicBezTo>
                    <a:cubicBezTo>
                      <a:pt x="74" y="21"/>
                      <a:pt x="58" y="19"/>
                      <a:pt x="41" y="13"/>
                    </a:cubicBezTo>
                    <a:cubicBezTo>
                      <a:pt x="26" y="7"/>
                      <a:pt x="16" y="1"/>
                      <a:pt x="0" y="1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6" name="Freeform 2219">
                <a:extLst>
                  <a:ext uri="{FF2B5EF4-FFF2-40B4-BE49-F238E27FC236}">
                    <a16:creationId xmlns:a16="http://schemas.microsoft.com/office/drawing/2014/main" id="{1CA6B1E7-6302-4D85-92B3-6439EBB34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702"/>
                <a:ext cx="134" cy="39"/>
              </a:xfrm>
              <a:custGeom>
                <a:avLst/>
                <a:gdLst>
                  <a:gd name="T0" fmla="*/ 0 w 122"/>
                  <a:gd name="T1" fmla="*/ 40 h 35"/>
                  <a:gd name="T2" fmla="*/ 52 w 122"/>
                  <a:gd name="T3" fmla="*/ 47 h 35"/>
                  <a:gd name="T4" fmla="*/ 96 w 122"/>
                  <a:gd name="T5" fmla="*/ 43 h 35"/>
                  <a:gd name="T6" fmla="*/ 161 w 122"/>
                  <a:gd name="T7" fmla="*/ 18 h 35"/>
                  <a:gd name="T8" fmla="*/ 63 w 122"/>
                  <a:gd name="T9" fmla="*/ 14 h 35"/>
                  <a:gd name="T10" fmla="*/ 0 w 122"/>
                  <a:gd name="T11" fmla="*/ 35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35">
                    <a:moveTo>
                      <a:pt x="0" y="29"/>
                    </a:moveTo>
                    <a:cubicBezTo>
                      <a:pt x="12" y="27"/>
                      <a:pt x="26" y="33"/>
                      <a:pt x="39" y="34"/>
                    </a:cubicBezTo>
                    <a:cubicBezTo>
                      <a:pt x="51" y="35"/>
                      <a:pt x="61" y="33"/>
                      <a:pt x="72" y="31"/>
                    </a:cubicBezTo>
                    <a:cubicBezTo>
                      <a:pt x="91" y="26"/>
                      <a:pt x="106" y="22"/>
                      <a:pt x="122" y="13"/>
                    </a:cubicBezTo>
                    <a:cubicBezTo>
                      <a:pt x="112" y="0"/>
                      <a:pt x="62" y="9"/>
                      <a:pt x="47" y="11"/>
                    </a:cubicBezTo>
                    <a:cubicBezTo>
                      <a:pt x="32" y="14"/>
                      <a:pt x="13" y="18"/>
                      <a:pt x="0" y="25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7" name="Freeform 2220">
                <a:extLst>
                  <a:ext uri="{FF2B5EF4-FFF2-40B4-BE49-F238E27FC236}">
                    <a16:creationId xmlns:a16="http://schemas.microsoft.com/office/drawing/2014/main" id="{B101E2F9-FC34-45F7-9235-04DA231DE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559"/>
                <a:ext cx="311" cy="196"/>
              </a:xfrm>
              <a:custGeom>
                <a:avLst/>
                <a:gdLst>
                  <a:gd name="T0" fmla="*/ 0 w 282"/>
                  <a:gd name="T1" fmla="*/ 0 h 178"/>
                  <a:gd name="T2" fmla="*/ 69 w 282"/>
                  <a:gd name="T3" fmla="*/ 122 h 178"/>
                  <a:gd name="T4" fmla="*/ 168 w 282"/>
                  <a:gd name="T5" fmla="*/ 199 h 178"/>
                  <a:gd name="T6" fmla="*/ 285 w 282"/>
                  <a:gd name="T7" fmla="*/ 237 h 178"/>
                  <a:gd name="T8" fmla="*/ 378 w 282"/>
                  <a:gd name="T9" fmla="*/ 235 h 178"/>
                  <a:gd name="T10" fmla="*/ 128 w 282"/>
                  <a:gd name="T11" fmla="*/ 96 h 178"/>
                  <a:gd name="T12" fmla="*/ 51 w 282"/>
                  <a:gd name="T13" fmla="*/ 25 h 178"/>
                  <a:gd name="T14" fmla="*/ 3 w 282"/>
                  <a:gd name="T15" fmla="*/ 3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2" h="178">
                    <a:moveTo>
                      <a:pt x="0" y="0"/>
                    </a:moveTo>
                    <a:cubicBezTo>
                      <a:pt x="19" y="30"/>
                      <a:pt x="25" y="66"/>
                      <a:pt x="52" y="92"/>
                    </a:cubicBezTo>
                    <a:cubicBezTo>
                      <a:pt x="75" y="112"/>
                      <a:pt x="101" y="130"/>
                      <a:pt x="125" y="149"/>
                    </a:cubicBezTo>
                    <a:cubicBezTo>
                      <a:pt x="152" y="170"/>
                      <a:pt x="178" y="177"/>
                      <a:pt x="212" y="177"/>
                    </a:cubicBezTo>
                    <a:cubicBezTo>
                      <a:pt x="235" y="178"/>
                      <a:pt x="261" y="169"/>
                      <a:pt x="282" y="175"/>
                    </a:cubicBezTo>
                    <a:cubicBezTo>
                      <a:pt x="229" y="126"/>
                      <a:pt x="148" y="121"/>
                      <a:pt x="95" y="72"/>
                    </a:cubicBezTo>
                    <a:cubicBezTo>
                      <a:pt x="76" y="54"/>
                      <a:pt x="57" y="35"/>
                      <a:pt x="38" y="19"/>
                    </a:cubicBezTo>
                    <a:cubicBezTo>
                      <a:pt x="29" y="11"/>
                      <a:pt x="15" y="1"/>
                      <a:pt x="3" y="3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8" name="Freeform 2221">
                <a:extLst>
                  <a:ext uri="{FF2B5EF4-FFF2-40B4-BE49-F238E27FC236}">
                    <a16:creationId xmlns:a16="http://schemas.microsoft.com/office/drawing/2014/main" id="{DD4CDD81-C0A4-49F8-B902-F601CDB94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792"/>
                <a:ext cx="386" cy="230"/>
              </a:xfrm>
              <a:custGeom>
                <a:avLst/>
                <a:gdLst>
                  <a:gd name="T0" fmla="*/ 0 w 350"/>
                  <a:gd name="T1" fmla="*/ 14 h 208"/>
                  <a:gd name="T2" fmla="*/ 73 w 350"/>
                  <a:gd name="T3" fmla="*/ 17 h 208"/>
                  <a:gd name="T4" fmla="*/ 149 w 350"/>
                  <a:gd name="T5" fmla="*/ 13 h 208"/>
                  <a:gd name="T6" fmla="*/ 280 w 350"/>
                  <a:gd name="T7" fmla="*/ 31 h 208"/>
                  <a:gd name="T8" fmla="*/ 341 w 350"/>
                  <a:gd name="T9" fmla="*/ 94 h 208"/>
                  <a:gd name="T10" fmla="*/ 397 w 350"/>
                  <a:gd name="T11" fmla="*/ 155 h 208"/>
                  <a:gd name="T12" fmla="*/ 470 w 350"/>
                  <a:gd name="T13" fmla="*/ 281 h 208"/>
                  <a:gd name="T14" fmla="*/ 347 w 350"/>
                  <a:gd name="T15" fmla="*/ 140 h 208"/>
                  <a:gd name="T16" fmla="*/ 192 w 350"/>
                  <a:gd name="T17" fmla="*/ 43 h 208"/>
                  <a:gd name="T18" fmla="*/ 1 w 350"/>
                  <a:gd name="T19" fmla="*/ 23 h 2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0" h="208">
                    <a:moveTo>
                      <a:pt x="0" y="11"/>
                    </a:moveTo>
                    <a:cubicBezTo>
                      <a:pt x="16" y="17"/>
                      <a:pt x="38" y="14"/>
                      <a:pt x="54" y="13"/>
                    </a:cubicBezTo>
                    <a:cubicBezTo>
                      <a:pt x="73" y="12"/>
                      <a:pt x="92" y="11"/>
                      <a:pt x="111" y="10"/>
                    </a:cubicBezTo>
                    <a:cubicBezTo>
                      <a:pt x="148" y="9"/>
                      <a:pt x="177" y="0"/>
                      <a:pt x="209" y="23"/>
                    </a:cubicBezTo>
                    <a:cubicBezTo>
                      <a:pt x="226" y="36"/>
                      <a:pt x="238" y="54"/>
                      <a:pt x="254" y="70"/>
                    </a:cubicBezTo>
                    <a:cubicBezTo>
                      <a:pt x="269" y="84"/>
                      <a:pt x="285" y="97"/>
                      <a:pt x="296" y="115"/>
                    </a:cubicBezTo>
                    <a:cubicBezTo>
                      <a:pt x="314" y="143"/>
                      <a:pt x="343" y="175"/>
                      <a:pt x="350" y="208"/>
                    </a:cubicBezTo>
                    <a:cubicBezTo>
                      <a:pt x="314" y="180"/>
                      <a:pt x="293" y="135"/>
                      <a:pt x="259" y="104"/>
                    </a:cubicBezTo>
                    <a:cubicBezTo>
                      <a:pt x="224" y="73"/>
                      <a:pt x="185" y="51"/>
                      <a:pt x="143" y="32"/>
                    </a:cubicBezTo>
                    <a:cubicBezTo>
                      <a:pt x="98" y="12"/>
                      <a:pt x="49" y="17"/>
                      <a:pt x="1" y="17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9" name="Freeform 2222">
                <a:extLst>
                  <a:ext uri="{FF2B5EF4-FFF2-40B4-BE49-F238E27FC236}">
                    <a16:creationId xmlns:a16="http://schemas.microsoft.com/office/drawing/2014/main" id="{64001002-723C-4AE6-9316-426D89042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590"/>
                <a:ext cx="323" cy="58"/>
              </a:xfrm>
              <a:custGeom>
                <a:avLst/>
                <a:gdLst>
                  <a:gd name="T0" fmla="*/ 0 w 292"/>
                  <a:gd name="T1" fmla="*/ 26 h 53"/>
                  <a:gd name="T2" fmla="*/ 51 w 292"/>
                  <a:gd name="T3" fmla="*/ 47 h 53"/>
                  <a:gd name="T4" fmla="*/ 100 w 292"/>
                  <a:gd name="T5" fmla="*/ 44 h 53"/>
                  <a:gd name="T6" fmla="*/ 206 w 292"/>
                  <a:gd name="T7" fmla="*/ 43 h 53"/>
                  <a:gd name="T8" fmla="*/ 395 w 292"/>
                  <a:gd name="T9" fmla="*/ 22 h 53"/>
                  <a:gd name="T10" fmla="*/ 270 w 292"/>
                  <a:gd name="T11" fmla="*/ 25 h 53"/>
                  <a:gd name="T12" fmla="*/ 184 w 292"/>
                  <a:gd name="T13" fmla="*/ 4 h 53"/>
                  <a:gd name="T14" fmla="*/ 77 w 292"/>
                  <a:gd name="T15" fmla="*/ 10 h 53"/>
                  <a:gd name="T16" fmla="*/ 8 w 292"/>
                  <a:gd name="T17" fmla="*/ 14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2" h="53">
                    <a:moveTo>
                      <a:pt x="0" y="20"/>
                    </a:moveTo>
                    <a:cubicBezTo>
                      <a:pt x="7" y="22"/>
                      <a:pt x="26" y="33"/>
                      <a:pt x="38" y="36"/>
                    </a:cubicBezTo>
                    <a:cubicBezTo>
                      <a:pt x="50" y="38"/>
                      <a:pt x="61" y="35"/>
                      <a:pt x="73" y="34"/>
                    </a:cubicBezTo>
                    <a:cubicBezTo>
                      <a:pt x="99" y="34"/>
                      <a:pt x="126" y="33"/>
                      <a:pt x="152" y="33"/>
                    </a:cubicBezTo>
                    <a:cubicBezTo>
                      <a:pt x="202" y="33"/>
                      <a:pt x="250" y="53"/>
                      <a:pt x="292" y="16"/>
                    </a:cubicBezTo>
                    <a:cubicBezTo>
                      <a:pt x="266" y="28"/>
                      <a:pt x="228" y="21"/>
                      <a:pt x="200" y="19"/>
                    </a:cubicBezTo>
                    <a:cubicBezTo>
                      <a:pt x="177" y="17"/>
                      <a:pt x="158" y="8"/>
                      <a:pt x="136" y="4"/>
                    </a:cubicBezTo>
                    <a:cubicBezTo>
                      <a:pt x="110" y="0"/>
                      <a:pt x="84" y="5"/>
                      <a:pt x="57" y="7"/>
                    </a:cubicBezTo>
                    <a:cubicBezTo>
                      <a:pt x="42" y="8"/>
                      <a:pt x="20" y="17"/>
                      <a:pt x="5" y="11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0" name="Freeform 2223">
                <a:extLst>
                  <a:ext uri="{FF2B5EF4-FFF2-40B4-BE49-F238E27FC236}">
                    <a16:creationId xmlns:a16="http://schemas.microsoft.com/office/drawing/2014/main" id="{ABE4DAAC-8E66-431D-8FE5-84A33F424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34"/>
                <a:ext cx="297" cy="140"/>
              </a:xfrm>
              <a:custGeom>
                <a:avLst/>
                <a:gdLst>
                  <a:gd name="T0" fmla="*/ 0 w 269"/>
                  <a:gd name="T1" fmla="*/ 161 h 127"/>
                  <a:gd name="T2" fmla="*/ 145 w 269"/>
                  <a:gd name="T3" fmla="*/ 57 h 127"/>
                  <a:gd name="T4" fmla="*/ 237 w 269"/>
                  <a:gd name="T5" fmla="*/ 31 h 127"/>
                  <a:gd name="T6" fmla="*/ 315 w 269"/>
                  <a:gd name="T7" fmla="*/ 8 h 127"/>
                  <a:gd name="T8" fmla="*/ 326 w 269"/>
                  <a:gd name="T9" fmla="*/ 76 h 127"/>
                  <a:gd name="T10" fmla="*/ 215 w 269"/>
                  <a:gd name="T11" fmla="*/ 116 h 127"/>
                  <a:gd name="T12" fmla="*/ 44 w 269"/>
                  <a:gd name="T13" fmla="*/ 162 h 127"/>
                  <a:gd name="T14" fmla="*/ 0 w 269"/>
                  <a:gd name="T15" fmla="*/ 157 h 1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9" h="127">
                    <a:moveTo>
                      <a:pt x="0" y="120"/>
                    </a:moveTo>
                    <a:cubicBezTo>
                      <a:pt x="34" y="127"/>
                      <a:pt x="79" y="60"/>
                      <a:pt x="108" y="43"/>
                    </a:cubicBezTo>
                    <a:cubicBezTo>
                      <a:pt x="130" y="31"/>
                      <a:pt x="154" y="32"/>
                      <a:pt x="177" y="23"/>
                    </a:cubicBezTo>
                    <a:cubicBezTo>
                      <a:pt x="192" y="18"/>
                      <a:pt x="218" y="0"/>
                      <a:pt x="234" y="5"/>
                    </a:cubicBezTo>
                    <a:cubicBezTo>
                      <a:pt x="258" y="12"/>
                      <a:pt x="269" y="48"/>
                      <a:pt x="242" y="57"/>
                    </a:cubicBezTo>
                    <a:cubicBezTo>
                      <a:pt x="214" y="67"/>
                      <a:pt x="187" y="71"/>
                      <a:pt x="160" y="86"/>
                    </a:cubicBezTo>
                    <a:cubicBezTo>
                      <a:pt x="119" y="109"/>
                      <a:pt x="80" y="123"/>
                      <a:pt x="33" y="121"/>
                    </a:cubicBezTo>
                    <a:cubicBezTo>
                      <a:pt x="22" y="121"/>
                      <a:pt x="12" y="117"/>
                      <a:pt x="0" y="117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1" name="Freeform 2224">
                <a:extLst>
                  <a:ext uri="{FF2B5EF4-FFF2-40B4-BE49-F238E27FC236}">
                    <a16:creationId xmlns:a16="http://schemas.microsoft.com/office/drawing/2014/main" id="{BD678516-C737-4DF7-A368-BA1D82DF3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636"/>
                <a:ext cx="209" cy="215"/>
              </a:xfrm>
              <a:custGeom>
                <a:avLst/>
                <a:gdLst>
                  <a:gd name="T0" fmla="*/ 0 w 189"/>
                  <a:gd name="T1" fmla="*/ 68 h 195"/>
                  <a:gd name="T2" fmla="*/ 43 w 189"/>
                  <a:gd name="T3" fmla="*/ 44 h 195"/>
                  <a:gd name="T4" fmla="*/ 65 w 189"/>
                  <a:gd name="T5" fmla="*/ 12 h 195"/>
                  <a:gd name="T6" fmla="*/ 134 w 189"/>
                  <a:gd name="T7" fmla="*/ 88 h 195"/>
                  <a:gd name="T8" fmla="*/ 206 w 189"/>
                  <a:gd name="T9" fmla="*/ 193 h 195"/>
                  <a:gd name="T10" fmla="*/ 255 w 189"/>
                  <a:gd name="T11" fmla="*/ 261 h 195"/>
                  <a:gd name="T12" fmla="*/ 199 w 189"/>
                  <a:gd name="T13" fmla="*/ 204 h 195"/>
                  <a:gd name="T14" fmla="*/ 116 w 189"/>
                  <a:gd name="T15" fmla="*/ 140 h 195"/>
                  <a:gd name="T16" fmla="*/ 44 w 189"/>
                  <a:gd name="T17" fmla="*/ 96 h 195"/>
                  <a:gd name="T18" fmla="*/ 0 w 189"/>
                  <a:gd name="T19" fmla="*/ 71 h 1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9" h="195">
                    <a:moveTo>
                      <a:pt x="0" y="51"/>
                    </a:moveTo>
                    <a:cubicBezTo>
                      <a:pt x="13" y="47"/>
                      <a:pt x="23" y="46"/>
                      <a:pt x="32" y="33"/>
                    </a:cubicBezTo>
                    <a:cubicBezTo>
                      <a:pt x="37" y="25"/>
                      <a:pt x="37" y="12"/>
                      <a:pt x="48" y="9"/>
                    </a:cubicBezTo>
                    <a:cubicBezTo>
                      <a:pt x="72" y="0"/>
                      <a:pt x="91" y="51"/>
                      <a:pt x="99" y="66"/>
                    </a:cubicBezTo>
                    <a:cubicBezTo>
                      <a:pt x="113" y="96"/>
                      <a:pt x="131" y="119"/>
                      <a:pt x="152" y="144"/>
                    </a:cubicBezTo>
                    <a:cubicBezTo>
                      <a:pt x="165" y="160"/>
                      <a:pt x="183" y="175"/>
                      <a:pt x="189" y="195"/>
                    </a:cubicBezTo>
                    <a:cubicBezTo>
                      <a:pt x="172" y="185"/>
                      <a:pt x="161" y="165"/>
                      <a:pt x="147" y="152"/>
                    </a:cubicBezTo>
                    <a:cubicBezTo>
                      <a:pt x="127" y="135"/>
                      <a:pt x="107" y="119"/>
                      <a:pt x="86" y="104"/>
                    </a:cubicBezTo>
                    <a:cubicBezTo>
                      <a:pt x="69" y="91"/>
                      <a:pt x="52" y="81"/>
                      <a:pt x="33" y="72"/>
                    </a:cubicBezTo>
                    <a:cubicBezTo>
                      <a:pt x="24" y="68"/>
                      <a:pt x="3" y="60"/>
                      <a:pt x="0" y="53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2" name="Freeform 2225">
                <a:extLst>
                  <a:ext uri="{FF2B5EF4-FFF2-40B4-BE49-F238E27FC236}">
                    <a16:creationId xmlns:a16="http://schemas.microsoft.com/office/drawing/2014/main" id="{036EA88E-31EC-4F23-BB3A-8177871E5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613"/>
                <a:ext cx="392" cy="359"/>
              </a:xfrm>
              <a:custGeom>
                <a:avLst/>
                <a:gdLst>
                  <a:gd name="T0" fmla="*/ 352 w 355"/>
                  <a:gd name="T1" fmla="*/ 15 h 325"/>
                  <a:gd name="T2" fmla="*/ 300 w 355"/>
                  <a:gd name="T3" fmla="*/ 91 h 325"/>
                  <a:gd name="T4" fmla="*/ 247 w 355"/>
                  <a:gd name="T5" fmla="*/ 142 h 325"/>
                  <a:gd name="T6" fmla="*/ 134 w 355"/>
                  <a:gd name="T7" fmla="*/ 222 h 325"/>
                  <a:gd name="T8" fmla="*/ 55 w 355"/>
                  <a:gd name="T9" fmla="*/ 327 h 325"/>
                  <a:gd name="T10" fmla="*/ 4 w 355"/>
                  <a:gd name="T11" fmla="*/ 418 h 325"/>
                  <a:gd name="T12" fmla="*/ 0 w 355"/>
                  <a:gd name="T13" fmla="*/ 439 h 325"/>
                  <a:gd name="T14" fmla="*/ 55 w 355"/>
                  <a:gd name="T15" fmla="*/ 371 h 325"/>
                  <a:gd name="T16" fmla="*/ 127 w 355"/>
                  <a:gd name="T17" fmla="*/ 308 h 325"/>
                  <a:gd name="T18" fmla="*/ 274 w 355"/>
                  <a:gd name="T19" fmla="*/ 188 h 325"/>
                  <a:gd name="T20" fmla="*/ 398 w 355"/>
                  <a:gd name="T21" fmla="*/ 120 h 325"/>
                  <a:gd name="T22" fmla="*/ 478 w 355"/>
                  <a:gd name="T23" fmla="*/ 83 h 325"/>
                  <a:gd name="T24" fmla="*/ 426 w 355"/>
                  <a:gd name="T25" fmla="*/ 83 h 325"/>
                  <a:gd name="T26" fmla="*/ 390 w 355"/>
                  <a:gd name="T27" fmla="*/ 43 h 325"/>
                  <a:gd name="T28" fmla="*/ 371 w 355"/>
                  <a:gd name="T29" fmla="*/ 3 h 325"/>
                  <a:gd name="T30" fmla="*/ 349 w 355"/>
                  <a:gd name="T31" fmla="*/ 15 h 3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55" h="325">
                    <a:moveTo>
                      <a:pt x="262" y="12"/>
                    </a:moveTo>
                    <a:cubicBezTo>
                      <a:pt x="249" y="31"/>
                      <a:pt x="239" y="50"/>
                      <a:pt x="223" y="67"/>
                    </a:cubicBezTo>
                    <a:cubicBezTo>
                      <a:pt x="210" y="80"/>
                      <a:pt x="197" y="93"/>
                      <a:pt x="184" y="106"/>
                    </a:cubicBezTo>
                    <a:cubicBezTo>
                      <a:pt x="159" y="130"/>
                      <a:pt x="125" y="142"/>
                      <a:pt x="100" y="165"/>
                    </a:cubicBezTo>
                    <a:cubicBezTo>
                      <a:pt x="77" y="188"/>
                      <a:pt x="61" y="218"/>
                      <a:pt x="41" y="243"/>
                    </a:cubicBezTo>
                    <a:cubicBezTo>
                      <a:pt x="24" y="264"/>
                      <a:pt x="12" y="284"/>
                      <a:pt x="4" y="310"/>
                    </a:cubicBezTo>
                    <a:cubicBezTo>
                      <a:pt x="2" y="315"/>
                      <a:pt x="0" y="319"/>
                      <a:pt x="0" y="325"/>
                    </a:cubicBezTo>
                    <a:cubicBezTo>
                      <a:pt x="17" y="317"/>
                      <a:pt x="28" y="289"/>
                      <a:pt x="41" y="275"/>
                    </a:cubicBezTo>
                    <a:cubicBezTo>
                      <a:pt x="57" y="258"/>
                      <a:pt x="75" y="242"/>
                      <a:pt x="94" y="229"/>
                    </a:cubicBezTo>
                    <a:cubicBezTo>
                      <a:pt x="134" y="203"/>
                      <a:pt x="165" y="165"/>
                      <a:pt x="204" y="139"/>
                    </a:cubicBezTo>
                    <a:cubicBezTo>
                      <a:pt x="233" y="121"/>
                      <a:pt x="264" y="105"/>
                      <a:pt x="295" y="90"/>
                    </a:cubicBezTo>
                    <a:cubicBezTo>
                      <a:pt x="308" y="83"/>
                      <a:pt x="349" y="74"/>
                      <a:pt x="355" y="62"/>
                    </a:cubicBezTo>
                    <a:cubicBezTo>
                      <a:pt x="346" y="56"/>
                      <a:pt x="330" y="66"/>
                      <a:pt x="317" y="62"/>
                    </a:cubicBezTo>
                    <a:cubicBezTo>
                      <a:pt x="303" y="57"/>
                      <a:pt x="296" y="44"/>
                      <a:pt x="290" y="32"/>
                    </a:cubicBezTo>
                    <a:cubicBezTo>
                      <a:pt x="287" y="23"/>
                      <a:pt x="283" y="7"/>
                      <a:pt x="275" y="3"/>
                    </a:cubicBezTo>
                    <a:cubicBezTo>
                      <a:pt x="268" y="0"/>
                      <a:pt x="255" y="3"/>
                      <a:pt x="259" y="12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3" name="Freeform 2226">
                <a:extLst>
                  <a:ext uri="{FF2B5EF4-FFF2-40B4-BE49-F238E27FC236}">
                    <a16:creationId xmlns:a16="http://schemas.microsoft.com/office/drawing/2014/main" id="{62F5BCF0-A391-41E7-B839-E3C85D00D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2734"/>
                <a:ext cx="200" cy="95"/>
              </a:xfrm>
              <a:custGeom>
                <a:avLst/>
                <a:gdLst>
                  <a:gd name="T0" fmla="*/ 220 w 181"/>
                  <a:gd name="T1" fmla="*/ 0 h 86"/>
                  <a:gd name="T2" fmla="*/ 103 w 181"/>
                  <a:gd name="T3" fmla="*/ 63 h 86"/>
                  <a:gd name="T4" fmla="*/ 0 w 181"/>
                  <a:gd name="T5" fmla="*/ 116 h 86"/>
                  <a:gd name="T6" fmla="*/ 84 w 181"/>
                  <a:gd name="T7" fmla="*/ 89 h 86"/>
                  <a:gd name="T8" fmla="*/ 150 w 181"/>
                  <a:gd name="T9" fmla="*/ 70 h 86"/>
                  <a:gd name="T10" fmla="*/ 242 w 181"/>
                  <a:gd name="T11" fmla="*/ 10 h 86"/>
                  <a:gd name="T12" fmla="*/ 222 w 181"/>
                  <a:gd name="T13" fmla="*/ 1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1" h="86">
                    <a:moveTo>
                      <a:pt x="163" y="0"/>
                    </a:moveTo>
                    <a:cubicBezTo>
                      <a:pt x="137" y="20"/>
                      <a:pt x="105" y="31"/>
                      <a:pt x="76" y="47"/>
                    </a:cubicBezTo>
                    <a:cubicBezTo>
                      <a:pt x="52" y="62"/>
                      <a:pt x="23" y="70"/>
                      <a:pt x="0" y="86"/>
                    </a:cubicBezTo>
                    <a:cubicBezTo>
                      <a:pt x="19" y="84"/>
                      <a:pt x="43" y="73"/>
                      <a:pt x="62" y="66"/>
                    </a:cubicBezTo>
                    <a:cubicBezTo>
                      <a:pt x="78" y="60"/>
                      <a:pt x="94" y="59"/>
                      <a:pt x="111" y="52"/>
                    </a:cubicBezTo>
                    <a:cubicBezTo>
                      <a:pt x="125" y="47"/>
                      <a:pt x="181" y="25"/>
                      <a:pt x="179" y="7"/>
                    </a:cubicBezTo>
                    <a:cubicBezTo>
                      <a:pt x="174" y="5"/>
                      <a:pt x="170" y="2"/>
                      <a:pt x="165" y="1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4" name="Freeform 2227">
                <a:extLst>
                  <a:ext uri="{FF2B5EF4-FFF2-40B4-BE49-F238E27FC236}">
                    <a16:creationId xmlns:a16="http://schemas.microsoft.com/office/drawing/2014/main" id="{43919632-AC06-4A25-8D4E-314F95130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822"/>
                <a:ext cx="358" cy="201"/>
              </a:xfrm>
              <a:custGeom>
                <a:avLst/>
                <a:gdLst>
                  <a:gd name="T0" fmla="*/ 434 w 324"/>
                  <a:gd name="T1" fmla="*/ 3 h 182"/>
                  <a:gd name="T2" fmla="*/ 357 w 324"/>
                  <a:gd name="T3" fmla="*/ 38 h 182"/>
                  <a:gd name="T4" fmla="*/ 283 w 324"/>
                  <a:gd name="T5" fmla="*/ 60 h 182"/>
                  <a:gd name="T6" fmla="*/ 171 w 324"/>
                  <a:gd name="T7" fmla="*/ 86 h 182"/>
                  <a:gd name="T8" fmla="*/ 78 w 324"/>
                  <a:gd name="T9" fmla="*/ 167 h 182"/>
                  <a:gd name="T10" fmla="*/ 0 w 324"/>
                  <a:gd name="T11" fmla="*/ 243 h 182"/>
                  <a:gd name="T12" fmla="*/ 51 w 324"/>
                  <a:gd name="T13" fmla="*/ 215 h 182"/>
                  <a:gd name="T14" fmla="*/ 120 w 324"/>
                  <a:gd name="T15" fmla="*/ 189 h 182"/>
                  <a:gd name="T16" fmla="*/ 310 w 324"/>
                  <a:gd name="T17" fmla="*/ 152 h 182"/>
                  <a:gd name="T18" fmla="*/ 409 w 324"/>
                  <a:gd name="T19" fmla="*/ 55 h 182"/>
                  <a:gd name="T20" fmla="*/ 434 w 324"/>
                  <a:gd name="T21" fmla="*/ 3 h 1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4" h="182">
                    <a:moveTo>
                      <a:pt x="322" y="3"/>
                    </a:moveTo>
                    <a:cubicBezTo>
                      <a:pt x="315" y="0"/>
                      <a:pt x="276" y="24"/>
                      <a:pt x="264" y="28"/>
                    </a:cubicBezTo>
                    <a:cubicBezTo>
                      <a:pt x="246" y="34"/>
                      <a:pt x="228" y="41"/>
                      <a:pt x="210" y="44"/>
                    </a:cubicBezTo>
                    <a:cubicBezTo>
                      <a:pt x="182" y="50"/>
                      <a:pt x="152" y="53"/>
                      <a:pt x="127" y="64"/>
                    </a:cubicBezTo>
                    <a:cubicBezTo>
                      <a:pt x="99" y="76"/>
                      <a:pt x="77" y="102"/>
                      <a:pt x="58" y="124"/>
                    </a:cubicBezTo>
                    <a:cubicBezTo>
                      <a:pt x="43" y="143"/>
                      <a:pt x="8" y="158"/>
                      <a:pt x="0" y="180"/>
                    </a:cubicBezTo>
                    <a:cubicBezTo>
                      <a:pt x="13" y="182"/>
                      <a:pt x="28" y="167"/>
                      <a:pt x="38" y="160"/>
                    </a:cubicBezTo>
                    <a:cubicBezTo>
                      <a:pt x="55" y="149"/>
                      <a:pt x="70" y="142"/>
                      <a:pt x="90" y="140"/>
                    </a:cubicBezTo>
                    <a:cubicBezTo>
                      <a:pt x="140" y="135"/>
                      <a:pt x="186" y="142"/>
                      <a:pt x="230" y="113"/>
                    </a:cubicBezTo>
                    <a:cubicBezTo>
                      <a:pt x="258" y="94"/>
                      <a:pt x="281" y="66"/>
                      <a:pt x="303" y="41"/>
                    </a:cubicBezTo>
                    <a:cubicBezTo>
                      <a:pt x="313" y="32"/>
                      <a:pt x="324" y="16"/>
                      <a:pt x="322" y="3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5" name="Freeform 2228">
                <a:extLst>
                  <a:ext uri="{FF2B5EF4-FFF2-40B4-BE49-F238E27FC236}">
                    <a16:creationId xmlns:a16="http://schemas.microsoft.com/office/drawing/2014/main" id="{4EAD941B-FF2D-4E46-BE05-C04AA377F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421"/>
                <a:ext cx="481" cy="137"/>
              </a:xfrm>
              <a:custGeom>
                <a:avLst/>
                <a:gdLst>
                  <a:gd name="T0" fmla="*/ 0 w 436"/>
                  <a:gd name="T1" fmla="*/ 0 h 124"/>
                  <a:gd name="T2" fmla="*/ 61 w 436"/>
                  <a:gd name="T3" fmla="*/ 53 h 124"/>
                  <a:gd name="T4" fmla="*/ 126 w 436"/>
                  <a:gd name="T5" fmla="*/ 91 h 124"/>
                  <a:gd name="T6" fmla="*/ 271 w 436"/>
                  <a:gd name="T7" fmla="*/ 154 h 124"/>
                  <a:gd name="T8" fmla="*/ 431 w 436"/>
                  <a:gd name="T9" fmla="*/ 143 h 124"/>
                  <a:gd name="T10" fmla="*/ 586 w 436"/>
                  <a:gd name="T11" fmla="*/ 62 h 124"/>
                  <a:gd name="T12" fmla="*/ 510 w 436"/>
                  <a:gd name="T13" fmla="*/ 55 h 124"/>
                  <a:gd name="T14" fmla="*/ 399 w 436"/>
                  <a:gd name="T15" fmla="*/ 72 h 124"/>
                  <a:gd name="T16" fmla="*/ 182 w 436"/>
                  <a:gd name="T17" fmla="*/ 40 h 124"/>
                  <a:gd name="T18" fmla="*/ 71 w 436"/>
                  <a:gd name="T19" fmla="*/ 12 h 124"/>
                  <a:gd name="T20" fmla="*/ 8 w 436"/>
                  <a:gd name="T21" fmla="*/ 0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6" h="124">
                    <a:moveTo>
                      <a:pt x="0" y="0"/>
                    </a:moveTo>
                    <a:cubicBezTo>
                      <a:pt x="15" y="6"/>
                      <a:pt x="32" y="28"/>
                      <a:pt x="45" y="39"/>
                    </a:cubicBezTo>
                    <a:cubicBezTo>
                      <a:pt x="59" y="51"/>
                      <a:pt x="76" y="59"/>
                      <a:pt x="93" y="67"/>
                    </a:cubicBezTo>
                    <a:cubicBezTo>
                      <a:pt x="129" y="85"/>
                      <a:pt x="162" y="104"/>
                      <a:pt x="202" y="114"/>
                    </a:cubicBezTo>
                    <a:cubicBezTo>
                      <a:pt x="237" y="124"/>
                      <a:pt x="288" y="116"/>
                      <a:pt x="321" y="106"/>
                    </a:cubicBezTo>
                    <a:cubicBezTo>
                      <a:pt x="353" y="96"/>
                      <a:pt x="421" y="81"/>
                      <a:pt x="436" y="46"/>
                    </a:cubicBezTo>
                    <a:cubicBezTo>
                      <a:pt x="421" y="40"/>
                      <a:pt x="397" y="41"/>
                      <a:pt x="380" y="41"/>
                    </a:cubicBezTo>
                    <a:cubicBezTo>
                      <a:pt x="352" y="41"/>
                      <a:pt x="325" y="55"/>
                      <a:pt x="297" y="53"/>
                    </a:cubicBezTo>
                    <a:cubicBezTo>
                      <a:pt x="242" y="47"/>
                      <a:pt x="192" y="24"/>
                      <a:pt x="136" y="30"/>
                    </a:cubicBezTo>
                    <a:cubicBezTo>
                      <a:pt x="110" y="32"/>
                      <a:pt x="79" y="14"/>
                      <a:pt x="53" y="9"/>
                    </a:cubicBezTo>
                    <a:cubicBezTo>
                      <a:pt x="38" y="6"/>
                      <a:pt x="16" y="10"/>
                      <a:pt x="5" y="0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6" name="Freeform 2229">
                <a:extLst>
                  <a:ext uri="{FF2B5EF4-FFF2-40B4-BE49-F238E27FC236}">
                    <a16:creationId xmlns:a16="http://schemas.microsoft.com/office/drawing/2014/main" id="{8BC6F38C-145C-43E0-8315-43A5DEEC6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2771"/>
                <a:ext cx="93" cy="132"/>
              </a:xfrm>
              <a:custGeom>
                <a:avLst/>
                <a:gdLst>
                  <a:gd name="T0" fmla="*/ 0 w 84"/>
                  <a:gd name="T1" fmla="*/ 0 h 120"/>
                  <a:gd name="T2" fmla="*/ 53 w 84"/>
                  <a:gd name="T3" fmla="*/ 74 h 120"/>
                  <a:gd name="T4" fmla="*/ 91 w 84"/>
                  <a:gd name="T5" fmla="*/ 160 h 120"/>
                  <a:gd name="T6" fmla="*/ 69 w 84"/>
                  <a:gd name="T7" fmla="*/ 25 h 120"/>
                  <a:gd name="T8" fmla="*/ 33 w 84"/>
                  <a:gd name="T9" fmla="*/ 15 h 120"/>
                  <a:gd name="T10" fmla="*/ 0 w 84"/>
                  <a:gd name="T11" fmla="*/ 0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120">
                    <a:moveTo>
                      <a:pt x="0" y="0"/>
                    </a:moveTo>
                    <a:cubicBezTo>
                      <a:pt x="15" y="18"/>
                      <a:pt x="30" y="32"/>
                      <a:pt x="39" y="55"/>
                    </a:cubicBezTo>
                    <a:cubicBezTo>
                      <a:pt x="45" y="70"/>
                      <a:pt x="52" y="114"/>
                      <a:pt x="67" y="120"/>
                    </a:cubicBezTo>
                    <a:cubicBezTo>
                      <a:pt x="68" y="92"/>
                      <a:pt x="84" y="35"/>
                      <a:pt x="51" y="19"/>
                    </a:cubicBezTo>
                    <a:cubicBezTo>
                      <a:pt x="42" y="14"/>
                      <a:pt x="32" y="15"/>
                      <a:pt x="24" y="12"/>
                    </a:cubicBezTo>
                    <a:cubicBezTo>
                      <a:pt x="15" y="8"/>
                      <a:pt x="9" y="1"/>
                      <a:pt x="0" y="0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7" name="Freeform 2230">
                <a:extLst>
                  <a:ext uri="{FF2B5EF4-FFF2-40B4-BE49-F238E27FC236}">
                    <a16:creationId xmlns:a16="http://schemas.microsoft.com/office/drawing/2014/main" id="{25BC836B-4F76-4610-A47F-C2E0EBDCD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719"/>
                <a:ext cx="63" cy="18"/>
              </a:xfrm>
              <a:custGeom>
                <a:avLst/>
                <a:gdLst>
                  <a:gd name="T0" fmla="*/ 0 w 57"/>
                  <a:gd name="T1" fmla="*/ 20 h 16"/>
                  <a:gd name="T2" fmla="*/ 77 w 57"/>
                  <a:gd name="T3" fmla="*/ 7 h 16"/>
                  <a:gd name="T4" fmla="*/ 0 w 57"/>
                  <a:gd name="T5" fmla="*/ 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6">
                    <a:moveTo>
                      <a:pt x="0" y="14"/>
                    </a:moveTo>
                    <a:cubicBezTo>
                      <a:pt x="18" y="14"/>
                      <a:pt x="44" y="16"/>
                      <a:pt x="57" y="4"/>
                    </a:cubicBezTo>
                    <a:cubicBezTo>
                      <a:pt x="43" y="0"/>
                      <a:pt x="13" y="3"/>
                      <a:pt x="0" y="9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8" name="Freeform 2231">
                <a:extLst>
                  <a:ext uri="{FF2B5EF4-FFF2-40B4-BE49-F238E27FC236}">
                    <a16:creationId xmlns:a16="http://schemas.microsoft.com/office/drawing/2014/main" id="{DDD95650-E453-42AC-B392-24B7DB786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460"/>
                <a:ext cx="181" cy="93"/>
              </a:xfrm>
              <a:custGeom>
                <a:avLst/>
                <a:gdLst>
                  <a:gd name="T0" fmla="*/ 0 w 164"/>
                  <a:gd name="T1" fmla="*/ 114 h 84"/>
                  <a:gd name="T2" fmla="*/ 23 w 164"/>
                  <a:gd name="T3" fmla="*/ 99 h 84"/>
                  <a:gd name="T4" fmla="*/ 49 w 164"/>
                  <a:gd name="T5" fmla="*/ 71 h 84"/>
                  <a:gd name="T6" fmla="*/ 98 w 164"/>
                  <a:gd name="T7" fmla="*/ 24 h 84"/>
                  <a:gd name="T8" fmla="*/ 168 w 164"/>
                  <a:gd name="T9" fmla="*/ 21 h 84"/>
                  <a:gd name="T10" fmla="*/ 221 w 164"/>
                  <a:gd name="T11" fmla="*/ 0 h 84"/>
                  <a:gd name="T12" fmla="*/ 156 w 164"/>
                  <a:gd name="T13" fmla="*/ 34 h 84"/>
                  <a:gd name="T14" fmla="*/ 85 w 164"/>
                  <a:gd name="T15" fmla="*/ 75 h 84"/>
                  <a:gd name="T16" fmla="*/ 9 w 164"/>
                  <a:gd name="T17" fmla="*/ 110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4" h="84">
                    <a:moveTo>
                      <a:pt x="0" y="84"/>
                    </a:moveTo>
                    <a:cubicBezTo>
                      <a:pt x="4" y="78"/>
                      <a:pt x="11" y="77"/>
                      <a:pt x="17" y="72"/>
                    </a:cubicBezTo>
                    <a:cubicBezTo>
                      <a:pt x="24" y="67"/>
                      <a:pt x="30" y="59"/>
                      <a:pt x="36" y="52"/>
                    </a:cubicBezTo>
                    <a:cubicBezTo>
                      <a:pt x="46" y="41"/>
                      <a:pt x="59" y="23"/>
                      <a:pt x="73" y="18"/>
                    </a:cubicBezTo>
                    <a:cubicBezTo>
                      <a:pt x="89" y="13"/>
                      <a:pt x="108" y="18"/>
                      <a:pt x="125" y="15"/>
                    </a:cubicBezTo>
                    <a:cubicBezTo>
                      <a:pt x="139" y="13"/>
                      <a:pt x="150" y="3"/>
                      <a:pt x="164" y="0"/>
                    </a:cubicBezTo>
                    <a:cubicBezTo>
                      <a:pt x="150" y="15"/>
                      <a:pt x="135" y="19"/>
                      <a:pt x="116" y="25"/>
                    </a:cubicBezTo>
                    <a:cubicBezTo>
                      <a:pt x="94" y="31"/>
                      <a:pt x="81" y="43"/>
                      <a:pt x="63" y="55"/>
                    </a:cubicBezTo>
                    <a:cubicBezTo>
                      <a:pt x="47" y="65"/>
                      <a:pt x="25" y="81"/>
                      <a:pt x="6" y="80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9" name="Freeform 2232">
                <a:extLst>
                  <a:ext uri="{FF2B5EF4-FFF2-40B4-BE49-F238E27FC236}">
                    <a16:creationId xmlns:a16="http://schemas.microsoft.com/office/drawing/2014/main" id="{051450E1-4296-438E-A37F-BABF97735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585"/>
                <a:ext cx="225" cy="148"/>
              </a:xfrm>
              <a:custGeom>
                <a:avLst/>
                <a:gdLst>
                  <a:gd name="T0" fmla="*/ 8 w 204"/>
                  <a:gd name="T1" fmla="*/ 10 h 134"/>
                  <a:gd name="T2" fmla="*/ 71 w 204"/>
                  <a:gd name="T3" fmla="*/ 63 h 134"/>
                  <a:gd name="T4" fmla="*/ 129 w 204"/>
                  <a:gd name="T5" fmla="*/ 106 h 134"/>
                  <a:gd name="T6" fmla="*/ 216 w 204"/>
                  <a:gd name="T7" fmla="*/ 142 h 134"/>
                  <a:gd name="T8" fmla="*/ 274 w 204"/>
                  <a:gd name="T9" fmla="*/ 171 h 134"/>
                  <a:gd name="T10" fmla="*/ 190 w 204"/>
                  <a:gd name="T11" fmla="*/ 151 h 134"/>
                  <a:gd name="T12" fmla="*/ 98 w 204"/>
                  <a:gd name="T13" fmla="*/ 124 h 134"/>
                  <a:gd name="T14" fmla="*/ 0 w 204"/>
                  <a:gd name="T15" fmla="*/ 0 h 1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4" h="134">
                    <a:moveTo>
                      <a:pt x="5" y="7"/>
                    </a:moveTo>
                    <a:cubicBezTo>
                      <a:pt x="24" y="8"/>
                      <a:pt x="40" y="35"/>
                      <a:pt x="53" y="47"/>
                    </a:cubicBezTo>
                    <a:cubicBezTo>
                      <a:pt x="66" y="61"/>
                      <a:pt x="80" y="71"/>
                      <a:pt x="96" y="79"/>
                    </a:cubicBezTo>
                    <a:cubicBezTo>
                      <a:pt x="117" y="90"/>
                      <a:pt x="139" y="98"/>
                      <a:pt x="161" y="106"/>
                    </a:cubicBezTo>
                    <a:cubicBezTo>
                      <a:pt x="173" y="111"/>
                      <a:pt x="196" y="116"/>
                      <a:pt x="204" y="127"/>
                    </a:cubicBezTo>
                    <a:cubicBezTo>
                      <a:pt x="184" y="134"/>
                      <a:pt x="160" y="119"/>
                      <a:pt x="141" y="112"/>
                    </a:cubicBezTo>
                    <a:cubicBezTo>
                      <a:pt x="119" y="105"/>
                      <a:pt x="94" y="101"/>
                      <a:pt x="73" y="91"/>
                    </a:cubicBezTo>
                    <a:cubicBezTo>
                      <a:pt x="37" y="76"/>
                      <a:pt x="28" y="24"/>
                      <a:pt x="0" y="0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0" name="Freeform 2233">
                <a:extLst>
                  <a:ext uri="{FF2B5EF4-FFF2-40B4-BE49-F238E27FC236}">
                    <a16:creationId xmlns:a16="http://schemas.microsoft.com/office/drawing/2014/main" id="{464E8F85-0179-4CED-94BB-6E1C7C207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648"/>
                <a:ext cx="83" cy="108"/>
              </a:xfrm>
              <a:custGeom>
                <a:avLst/>
                <a:gdLst>
                  <a:gd name="T0" fmla="*/ 3 w 75"/>
                  <a:gd name="T1" fmla="*/ 39 h 98"/>
                  <a:gd name="T2" fmla="*/ 48 w 75"/>
                  <a:gd name="T3" fmla="*/ 26 h 98"/>
                  <a:gd name="T4" fmla="*/ 102 w 75"/>
                  <a:gd name="T5" fmla="*/ 131 h 98"/>
                  <a:gd name="T6" fmla="*/ 45 w 75"/>
                  <a:gd name="T7" fmla="*/ 55 h 98"/>
                  <a:gd name="T8" fmla="*/ 4 w 75"/>
                  <a:gd name="T9" fmla="*/ 37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98">
                    <a:moveTo>
                      <a:pt x="3" y="29"/>
                    </a:moveTo>
                    <a:cubicBezTo>
                      <a:pt x="0" y="0"/>
                      <a:pt x="21" y="4"/>
                      <a:pt x="35" y="20"/>
                    </a:cubicBezTo>
                    <a:cubicBezTo>
                      <a:pt x="53" y="40"/>
                      <a:pt x="67" y="74"/>
                      <a:pt x="75" y="98"/>
                    </a:cubicBezTo>
                    <a:cubicBezTo>
                      <a:pt x="65" y="80"/>
                      <a:pt x="48" y="55"/>
                      <a:pt x="33" y="41"/>
                    </a:cubicBezTo>
                    <a:cubicBezTo>
                      <a:pt x="24" y="32"/>
                      <a:pt x="14" y="32"/>
                      <a:pt x="4" y="28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1" name="Freeform 2234">
                <a:extLst>
                  <a:ext uri="{FF2B5EF4-FFF2-40B4-BE49-F238E27FC236}">
                    <a16:creationId xmlns:a16="http://schemas.microsoft.com/office/drawing/2014/main" id="{B108CA88-ABF9-4535-B493-3CCD6D661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808"/>
                <a:ext cx="109" cy="67"/>
              </a:xfrm>
              <a:custGeom>
                <a:avLst/>
                <a:gdLst>
                  <a:gd name="T0" fmla="*/ 3 w 98"/>
                  <a:gd name="T1" fmla="*/ 4 h 60"/>
                  <a:gd name="T2" fmla="*/ 75 w 98"/>
                  <a:gd name="T3" fmla="*/ 25 h 60"/>
                  <a:gd name="T4" fmla="*/ 135 w 98"/>
                  <a:gd name="T5" fmla="*/ 84 h 60"/>
                  <a:gd name="T6" fmla="*/ 57 w 98"/>
                  <a:gd name="T7" fmla="*/ 38 h 60"/>
                  <a:gd name="T8" fmla="*/ 0 w 98"/>
                  <a:gd name="T9" fmla="*/ 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60">
                    <a:moveTo>
                      <a:pt x="3" y="4"/>
                    </a:moveTo>
                    <a:cubicBezTo>
                      <a:pt x="18" y="0"/>
                      <a:pt x="41" y="8"/>
                      <a:pt x="54" y="18"/>
                    </a:cubicBezTo>
                    <a:cubicBezTo>
                      <a:pt x="67" y="28"/>
                      <a:pt x="89" y="44"/>
                      <a:pt x="98" y="60"/>
                    </a:cubicBezTo>
                    <a:cubicBezTo>
                      <a:pt x="78" y="59"/>
                      <a:pt x="56" y="38"/>
                      <a:pt x="41" y="27"/>
                    </a:cubicBezTo>
                    <a:cubicBezTo>
                      <a:pt x="27" y="16"/>
                      <a:pt x="14" y="12"/>
                      <a:pt x="0" y="3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2" name="Freeform 2235">
                <a:extLst>
                  <a:ext uri="{FF2B5EF4-FFF2-40B4-BE49-F238E27FC236}">
                    <a16:creationId xmlns:a16="http://schemas.microsoft.com/office/drawing/2014/main" id="{9A657B04-F3B5-4C13-A8E5-D31929B02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648"/>
                <a:ext cx="272" cy="245"/>
              </a:xfrm>
              <a:custGeom>
                <a:avLst/>
                <a:gdLst>
                  <a:gd name="T0" fmla="*/ 289 w 247"/>
                  <a:gd name="T1" fmla="*/ 10 h 222"/>
                  <a:gd name="T2" fmla="*/ 276 w 247"/>
                  <a:gd name="T3" fmla="*/ 21 h 222"/>
                  <a:gd name="T4" fmla="*/ 252 w 247"/>
                  <a:gd name="T5" fmla="*/ 52 h 222"/>
                  <a:gd name="T6" fmla="*/ 210 w 247"/>
                  <a:gd name="T7" fmla="*/ 96 h 222"/>
                  <a:gd name="T8" fmla="*/ 127 w 247"/>
                  <a:gd name="T9" fmla="*/ 153 h 222"/>
                  <a:gd name="T10" fmla="*/ 61 w 247"/>
                  <a:gd name="T11" fmla="*/ 209 h 222"/>
                  <a:gd name="T12" fmla="*/ 0 w 247"/>
                  <a:gd name="T13" fmla="*/ 298 h 222"/>
                  <a:gd name="T14" fmla="*/ 94 w 247"/>
                  <a:gd name="T15" fmla="*/ 202 h 222"/>
                  <a:gd name="T16" fmla="*/ 213 w 247"/>
                  <a:gd name="T17" fmla="*/ 119 h 222"/>
                  <a:gd name="T18" fmla="*/ 290 w 247"/>
                  <a:gd name="T19" fmla="*/ 10 h 2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7" h="222">
                    <a:moveTo>
                      <a:pt x="216" y="7"/>
                    </a:moveTo>
                    <a:cubicBezTo>
                      <a:pt x="215" y="0"/>
                      <a:pt x="210" y="12"/>
                      <a:pt x="207" y="15"/>
                    </a:cubicBezTo>
                    <a:cubicBezTo>
                      <a:pt x="201" y="23"/>
                      <a:pt x="195" y="31"/>
                      <a:pt x="189" y="39"/>
                    </a:cubicBezTo>
                    <a:cubicBezTo>
                      <a:pt x="179" y="51"/>
                      <a:pt x="169" y="61"/>
                      <a:pt x="157" y="72"/>
                    </a:cubicBezTo>
                    <a:cubicBezTo>
                      <a:pt x="137" y="89"/>
                      <a:pt x="117" y="100"/>
                      <a:pt x="94" y="114"/>
                    </a:cubicBezTo>
                    <a:cubicBezTo>
                      <a:pt x="76" y="124"/>
                      <a:pt x="58" y="139"/>
                      <a:pt x="45" y="155"/>
                    </a:cubicBezTo>
                    <a:cubicBezTo>
                      <a:pt x="31" y="172"/>
                      <a:pt x="6" y="201"/>
                      <a:pt x="0" y="222"/>
                    </a:cubicBezTo>
                    <a:cubicBezTo>
                      <a:pt x="29" y="204"/>
                      <a:pt x="43" y="169"/>
                      <a:pt x="70" y="150"/>
                    </a:cubicBezTo>
                    <a:cubicBezTo>
                      <a:pt x="99" y="129"/>
                      <a:pt x="130" y="110"/>
                      <a:pt x="159" y="89"/>
                    </a:cubicBezTo>
                    <a:cubicBezTo>
                      <a:pt x="173" y="78"/>
                      <a:pt x="247" y="21"/>
                      <a:pt x="217" y="7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3" name="Freeform 2236">
                <a:extLst>
                  <a:ext uri="{FF2B5EF4-FFF2-40B4-BE49-F238E27FC236}">
                    <a16:creationId xmlns:a16="http://schemas.microsoft.com/office/drawing/2014/main" id="{2787B32B-0BF8-4F35-9449-83E87E421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749"/>
                <a:ext cx="95" cy="47"/>
              </a:xfrm>
              <a:custGeom>
                <a:avLst/>
                <a:gdLst>
                  <a:gd name="T0" fmla="*/ 115 w 86"/>
                  <a:gd name="T1" fmla="*/ 0 h 43"/>
                  <a:gd name="T2" fmla="*/ 60 w 86"/>
                  <a:gd name="T3" fmla="*/ 27 h 43"/>
                  <a:gd name="T4" fmla="*/ 0 w 86"/>
                  <a:gd name="T5" fmla="*/ 52 h 43"/>
                  <a:gd name="T6" fmla="*/ 83 w 86"/>
                  <a:gd name="T7" fmla="*/ 21 h 43"/>
                  <a:gd name="T8" fmla="*/ 115 w 86"/>
                  <a:gd name="T9" fmla="*/ 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43">
                    <a:moveTo>
                      <a:pt x="85" y="0"/>
                    </a:moveTo>
                    <a:cubicBezTo>
                      <a:pt x="75" y="1"/>
                      <a:pt x="55" y="16"/>
                      <a:pt x="44" y="21"/>
                    </a:cubicBezTo>
                    <a:cubicBezTo>
                      <a:pt x="30" y="27"/>
                      <a:pt x="13" y="32"/>
                      <a:pt x="0" y="40"/>
                    </a:cubicBezTo>
                    <a:cubicBezTo>
                      <a:pt x="22" y="43"/>
                      <a:pt x="43" y="24"/>
                      <a:pt x="62" y="16"/>
                    </a:cubicBezTo>
                    <a:cubicBezTo>
                      <a:pt x="68" y="13"/>
                      <a:pt x="86" y="9"/>
                      <a:pt x="85" y="1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4" name="Freeform 2237">
                <a:extLst>
                  <a:ext uri="{FF2B5EF4-FFF2-40B4-BE49-F238E27FC236}">
                    <a16:creationId xmlns:a16="http://schemas.microsoft.com/office/drawing/2014/main" id="{251E21B8-36AF-4A33-8DBF-786442FC1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853"/>
                <a:ext cx="227" cy="106"/>
              </a:xfrm>
              <a:custGeom>
                <a:avLst/>
                <a:gdLst>
                  <a:gd name="T0" fmla="*/ 275 w 206"/>
                  <a:gd name="T1" fmla="*/ 10 h 96"/>
                  <a:gd name="T2" fmla="*/ 198 w 206"/>
                  <a:gd name="T3" fmla="*/ 31 h 96"/>
                  <a:gd name="T4" fmla="*/ 108 w 206"/>
                  <a:gd name="T5" fmla="*/ 50 h 96"/>
                  <a:gd name="T6" fmla="*/ 0 w 206"/>
                  <a:gd name="T7" fmla="*/ 125 h 96"/>
                  <a:gd name="T8" fmla="*/ 86 w 206"/>
                  <a:gd name="T9" fmla="*/ 88 h 96"/>
                  <a:gd name="T10" fmla="*/ 183 w 206"/>
                  <a:gd name="T11" fmla="*/ 44 h 96"/>
                  <a:gd name="T12" fmla="*/ 275 w 206"/>
                  <a:gd name="T13" fmla="*/ 12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6" h="96">
                    <a:moveTo>
                      <a:pt x="206" y="7"/>
                    </a:moveTo>
                    <a:cubicBezTo>
                      <a:pt x="195" y="0"/>
                      <a:pt x="160" y="21"/>
                      <a:pt x="148" y="23"/>
                    </a:cubicBezTo>
                    <a:cubicBezTo>
                      <a:pt x="125" y="28"/>
                      <a:pt x="103" y="29"/>
                      <a:pt x="81" y="37"/>
                    </a:cubicBezTo>
                    <a:cubicBezTo>
                      <a:pt x="56" y="46"/>
                      <a:pt x="14" y="69"/>
                      <a:pt x="0" y="92"/>
                    </a:cubicBezTo>
                    <a:cubicBezTo>
                      <a:pt x="22" y="96"/>
                      <a:pt x="45" y="72"/>
                      <a:pt x="64" y="65"/>
                    </a:cubicBezTo>
                    <a:cubicBezTo>
                      <a:pt x="89" y="55"/>
                      <a:pt x="112" y="43"/>
                      <a:pt x="137" y="33"/>
                    </a:cubicBezTo>
                    <a:cubicBezTo>
                      <a:pt x="160" y="24"/>
                      <a:pt x="187" y="24"/>
                      <a:pt x="206" y="9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5" name="Freeform 2238">
                <a:extLst>
                  <a:ext uri="{FF2B5EF4-FFF2-40B4-BE49-F238E27FC236}">
                    <a16:creationId xmlns:a16="http://schemas.microsoft.com/office/drawing/2014/main" id="{838A24F7-F995-4124-A62D-3F57BBC2C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458"/>
                <a:ext cx="333" cy="80"/>
              </a:xfrm>
              <a:custGeom>
                <a:avLst/>
                <a:gdLst>
                  <a:gd name="T0" fmla="*/ 0 w 301"/>
                  <a:gd name="T1" fmla="*/ 4 h 72"/>
                  <a:gd name="T2" fmla="*/ 93 w 301"/>
                  <a:gd name="T3" fmla="*/ 52 h 72"/>
                  <a:gd name="T4" fmla="*/ 195 w 301"/>
                  <a:gd name="T5" fmla="*/ 87 h 72"/>
                  <a:gd name="T6" fmla="*/ 407 w 301"/>
                  <a:gd name="T7" fmla="*/ 58 h 72"/>
                  <a:gd name="T8" fmla="*/ 125 w 301"/>
                  <a:gd name="T9" fmla="*/ 47 h 72"/>
                  <a:gd name="T10" fmla="*/ 11 w 301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1" h="72">
                    <a:moveTo>
                      <a:pt x="0" y="4"/>
                    </a:moveTo>
                    <a:cubicBezTo>
                      <a:pt x="17" y="0"/>
                      <a:pt x="53" y="31"/>
                      <a:pt x="69" y="38"/>
                    </a:cubicBezTo>
                    <a:cubicBezTo>
                      <a:pt x="94" y="49"/>
                      <a:pt x="117" y="59"/>
                      <a:pt x="144" y="63"/>
                    </a:cubicBezTo>
                    <a:cubicBezTo>
                      <a:pt x="196" y="72"/>
                      <a:pt x="250" y="49"/>
                      <a:pt x="301" y="42"/>
                    </a:cubicBezTo>
                    <a:cubicBezTo>
                      <a:pt x="234" y="40"/>
                      <a:pt x="160" y="45"/>
                      <a:pt x="92" y="34"/>
                    </a:cubicBezTo>
                    <a:cubicBezTo>
                      <a:pt x="60" y="29"/>
                      <a:pt x="35" y="17"/>
                      <a:pt x="8" y="0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6" name="Freeform 2239">
                <a:extLst>
                  <a:ext uri="{FF2B5EF4-FFF2-40B4-BE49-F238E27FC236}">
                    <a16:creationId xmlns:a16="http://schemas.microsoft.com/office/drawing/2014/main" id="{85392395-8F25-4F7F-9728-FA124017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207"/>
                <a:ext cx="332" cy="189"/>
              </a:xfrm>
              <a:custGeom>
                <a:avLst/>
                <a:gdLst>
                  <a:gd name="T0" fmla="*/ 406 w 300"/>
                  <a:gd name="T1" fmla="*/ 193 h 171"/>
                  <a:gd name="T2" fmla="*/ 307 w 300"/>
                  <a:gd name="T3" fmla="*/ 156 h 171"/>
                  <a:gd name="T4" fmla="*/ 177 w 300"/>
                  <a:gd name="T5" fmla="*/ 116 h 171"/>
                  <a:gd name="T6" fmla="*/ 94 w 300"/>
                  <a:gd name="T7" fmla="*/ 76 h 171"/>
                  <a:gd name="T8" fmla="*/ 0 w 300"/>
                  <a:gd name="T9" fmla="*/ 0 h 171"/>
                  <a:gd name="T10" fmla="*/ 77 w 300"/>
                  <a:gd name="T11" fmla="*/ 103 h 171"/>
                  <a:gd name="T12" fmla="*/ 108 w 300"/>
                  <a:gd name="T13" fmla="*/ 158 h 171"/>
                  <a:gd name="T14" fmla="*/ 133 w 300"/>
                  <a:gd name="T15" fmla="*/ 213 h 171"/>
                  <a:gd name="T16" fmla="*/ 280 w 300"/>
                  <a:gd name="T17" fmla="*/ 209 h 171"/>
                  <a:gd name="T18" fmla="*/ 406 w 300"/>
                  <a:gd name="T19" fmla="*/ 209 h 1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0" h="171">
                    <a:moveTo>
                      <a:pt x="300" y="143"/>
                    </a:moveTo>
                    <a:cubicBezTo>
                      <a:pt x="282" y="145"/>
                      <a:pt x="247" y="122"/>
                      <a:pt x="226" y="116"/>
                    </a:cubicBezTo>
                    <a:cubicBezTo>
                      <a:pt x="196" y="107"/>
                      <a:pt x="159" y="101"/>
                      <a:pt x="131" y="86"/>
                    </a:cubicBezTo>
                    <a:cubicBezTo>
                      <a:pt x="100" y="68"/>
                      <a:pt x="97" y="80"/>
                      <a:pt x="70" y="56"/>
                    </a:cubicBezTo>
                    <a:cubicBezTo>
                      <a:pt x="43" y="32"/>
                      <a:pt x="22" y="31"/>
                      <a:pt x="0" y="0"/>
                    </a:cubicBezTo>
                    <a:cubicBezTo>
                      <a:pt x="26" y="39"/>
                      <a:pt x="47" y="60"/>
                      <a:pt x="57" y="76"/>
                    </a:cubicBezTo>
                    <a:cubicBezTo>
                      <a:pt x="67" y="92"/>
                      <a:pt x="74" y="98"/>
                      <a:pt x="80" y="117"/>
                    </a:cubicBezTo>
                    <a:cubicBezTo>
                      <a:pt x="87" y="136"/>
                      <a:pt x="81" y="150"/>
                      <a:pt x="98" y="158"/>
                    </a:cubicBezTo>
                    <a:cubicBezTo>
                      <a:pt x="127" y="171"/>
                      <a:pt x="177" y="160"/>
                      <a:pt x="207" y="155"/>
                    </a:cubicBezTo>
                    <a:cubicBezTo>
                      <a:pt x="240" y="150"/>
                      <a:pt x="268" y="155"/>
                      <a:pt x="300" y="155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7" name="Freeform 2240">
                <a:extLst>
                  <a:ext uri="{FF2B5EF4-FFF2-40B4-BE49-F238E27FC236}">
                    <a16:creationId xmlns:a16="http://schemas.microsoft.com/office/drawing/2014/main" id="{F49C78C0-0A56-491D-9DB7-9C478F8C8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405"/>
                <a:ext cx="320" cy="101"/>
              </a:xfrm>
              <a:custGeom>
                <a:avLst/>
                <a:gdLst>
                  <a:gd name="T0" fmla="*/ 390 w 290"/>
                  <a:gd name="T1" fmla="*/ 63 h 91"/>
                  <a:gd name="T2" fmla="*/ 329 w 290"/>
                  <a:gd name="T3" fmla="*/ 10 h 91"/>
                  <a:gd name="T4" fmla="*/ 235 w 290"/>
                  <a:gd name="T5" fmla="*/ 21 h 91"/>
                  <a:gd name="T6" fmla="*/ 114 w 290"/>
                  <a:gd name="T7" fmla="*/ 41 h 91"/>
                  <a:gd name="T8" fmla="*/ 0 w 290"/>
                  <a:gd name="T9" fmla="*/ 22 h 91"/>
                  <a:gd name="T10" fmla="*/ 225 w 290"/>
                  <a:gd name="T11" fmla="*/ 101 h 91"/>
                  <a:gd name="T12" fmla="*/ 309 w 290"/>
                  <a:gd name="T13" fmla="*/ 65 h 91"/>
                  <a:gd name="T14" fmla="*/ 385 w 290"/>
                  <a:gd name="T15" fmla="*/ 60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0" h="91">
                    <a:moveTo>
                      <a:pt x="290" y="46"/>
                    </a:moveTo>
                    <a:cubicBezTo>
                      <a:pt x="274" y="33"/>
                      <a:pt x="265" y="14"/>
                      <a:pt x="245" y="7"/>
                    </a:cubicBezTo>
                    <a:cubicBezTo>
                      <a:pt x="222" y="0"/>
                      <a:pt x="197" y="10"/>
                      <a:pt x="175" y="15"/>
                    </a:cubicBezTo>
                    <a:cubicBezTo>
                      <a:pt x="144" y="22"/>
                      <a:pt x="117" y="32"/>
                      <a:pt x="84" y="30"/>
                    </a:cubicBezTo>
                    <a:cubicBezTo>
                      <a:pt x="55" y="28"/>
                      <a:pt x="29" y="21"/>
                      <a:pt x="0" y="16"/>
                    </a:cubicBezTo>
                    <a:cubicBezTo>
                      <a:pt x="58" y="52"/>
                      <a:pt x="97" y="91"/>
                      <a:pt x="168" y="74"/>
                    </a:cubicBezTo>
                    <a:cubicBezTo>
                      <a:pt x="191" y="68"/>
                      <a:pt x="209" y="54"/>
                      <a:pt x="230" y="48"/>
                    </a:cubicBezTo>
                    <a:cubicBezTo>
                      <a:pt x="248" y="44"/>
                      <a:pt x="267" y="44"/>
                      <a:pt x="286" y="44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8" name="Freeform 2241">
                <a:extLst>
                  <a:ext uri="{FF2B5EF4-FFF2-40B4-BE49-F238E27FC236}">
                    <a16:creationId xmlns:a16="http://schemas.microsoft.com/office/drawing/2014/main" id="{86D02E32-92F8-4F0A-B658-E621158B6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09"/>
                <a:ext cx="233" cy="308"/>
              </a:xfrm>
              <a:custGeom>
                <a:avLst/>
                <a:gdLst>
                  <a:gd name="T0" fmla="*/ 284 w 211"/>
                  <a:gd name="T1" fmla="*/ 9 h 279"/>
                  <a:gd name="T2" fmla="*/ 236 w 211"/>
                  <a:gd name="T3" fmla="*/ 43 h 279"/>
                  <a:gd name="T4" fmla="*/ 153 w 211"/>
                  <a:gd name="T5" fmla="*/ 81 h 279"/>
                  <a:gd name="T6" fmla="*/ 44 w 211"/>
                  <a:gd name="T7" fmla="*/ 152 h 279"/>
                  <a:gd name="T8" fmla="*/ 24 w 211"/>
                  <a:gd name="T9" fmla="*/ 265 h 279"/>
                  <a:gd name="T10" fmla="*/ 4 w 211"/>
                  <a:gd name="T11" fmla="*/ 375 h 279"/>
                  <a:gd name="T12" fmla="*/ 186 w 211"/>
                  <a:gd name="T13" fmla="*/ 194 h 279"/>
                  <a:gd name="T14" fmla="*/ 271 w 211"/>
                  <a:gd name="T15" fmla="*/ 0 h 2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1" h="279">
                    <a:moveTo>
                      <a:pt x="211" y="6"/>
                    </a:moveTo>
                    <a:cubicBezTo>
                      <a:pt x="204" y="4"/>
                      <a:pt x="186" y="26"/>
                      <a:pt x="176" y="32"/>
                    </a:cubicBezTo>
                    <a:cubicBezTo>
                      <a:pt x="157" y="44"/>
                      <a:pt x="135" y="52"/>
                      <a:pt x="114" y="60"/>
                    </a:cubicBezTo>
                    <a:cubicBezTo>
                      <a:pt x="83" y="72"/>
                      <a:pt x="52" y="83"/>
                      <a:pt x="33" y="113"/>
                    </a:cubicBezTo>
                    <a:cubicBezTo>
                      <a:pt x="16" y="139"/>
                      <a:pt x="20" y="167"/>
                      <a:pt x="18" y="197"/>
                    </a:cubicBezTo>
                    <a:cubicBezTo>
                      <a:pt x="16" y="224"/>
                      <a:pt x="0" y="252"/>
                      <a:pt x="4" y="279"/>
                    </a:cubicBezTo>
                    <a:cubicBezTo>
                      <a:pt x="62" y="260"/>
                      <a:pt x="105" y="193"/>
                      <a:pt x="138" y="144"/>
                    </a:cubicBezTo>
                    <a:cubicBezTo>
                      <a:pt x="164" y="103"/>
                      <a:pt x="196" y="48"/>
                      <a:pt x="201" y="0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9" name="Freeform 2242">
                <a:extLst>
                  <a:ext uri="{FF2B5EF4-FFF2-40B4-BE49-F238E27FC236}">
                    <a16:creationId xmlns:a16="http://schemas.microsoft.com/office/drawing/2014/main" id="{975852FC-1F4F-4D5D-8C71-B2CF5A71A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365"/>
                <a:ext cx="157" cy="208"/>
              </a:xfrm>
              <a:custGeom>
                <a:avLst/>
                <a:gdLst>
                  <a:gd name="T0" fmla="*/ 192 w 142"/>
                  <a:gd name="T1" fmla="*/ 0 h 188"/>
                  <a:gd name="T2" fmla="*/ 49 w 142"/>
                  <a:gd name="T3" fmla="*/ 79 h 188"/>
                  <a:gd name="T4" fmla="*/ 0 w 142"/>
                  <a:gd name="T5" fmla="*/ 254 h 188"/>
                  <a:gd name="T6" fmla="*/ 87 w 142"/>
                  <a:gd name="T7" fmla="*/ 81 h 188"/>
                  <a:gd name="T8" fmla="*/ 181 w 142"/>
                  <a:gd name="T9" fmla="*/ 2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188">
                    <a:moveTo>
                      <a:pt x="142" y="0"/>
                    </a:moveTo>
                    <a:cubicBezTo>
                      <a:pt x="111" y="26"/>
                      <a:pt x="66" y="28"/>
                      <a:pt x="36" y="58"/>
                    </a:cubicBezTo>
                    <a:cubicBezTo>
                      <a:pt x="0" y="94"/>
                      <a:pt x="13" y="144"/>
                      <a:pt x="0" y="188"/>
                    </a:cubicBezTo>
                    <a:cubicBezTo>
                      <a:pt x="23" y="142"/>
                      <a:pt x="26" y="98"/>
                      <a:pt x="64" y="60"/>
                    </a:cubicBezTo>
                    <a:cubicBezTo>
                      <a:pt x="85" y="38"/>
                      <a:pt x="108" y="18"/>
                      <a:pt x="134" y="2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0" name="Freeform 2243">
                <a:extLst>
                  <a:ext uri="{FF2B5EF4-FFF2-40B4-BE49-F238E27FC236}">
                    <a16:creationId xmlns:a16="http://schemas.microsoft.com/office/drawing/2014/main" id="{55A1EE23-CC81-4DD4-9914-7CFB139EC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251"/>
                <a:ext cx="170" cy="111"/>
              </a:xfrm>
              <a:custGeom>
                <a:avLst/>
                <a:gdLst>
                  <a:gd name="T0" fmla="*/ 0 w 154"/>
                  <a:gd name="T1" fmla="*/ 0 h 101"/>
                  <a:gd name="T2" fmla="*/ 98 w 154"/>
                  <a:gd name="T3" fmla="*/ 82 h 101"/>
                  <a:gd name="T4" fmla="*/ 153 w 154"/>
                  <a:gd name="T5" fmla="*/ 114 h 101"/>
                  <a:gd name="T6" fmla="*/ 208 w 154"/>
                  <a:gd name="T7" fmla="*/ 134 h 101"/>
                  <a:gd name="T8" fmla="*/ 86 w 154"/>
                  <a:gd name="T9" fmla="*/ 85 h 101"/>
                  <a:gd name="T10" fmla="*/ 12 w 154"/>
                  <a:gd name="T11" fmla="*/ 23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4" h="101">
                    <a:moveTo>
                      <a:pt x="0" y="0"/>
                    </a:moveTo>
                    <a:cubicBezTo>
                      <a:pt x="9" y="21"/>
                      <a:pt x="54" y="47"/>
                      <a:pt x="73" y="62"/>
                    </a:cubicBezTo>
                    <a:cubicBezTo>
                      <a:pt x="86" y="73"/>
                      <a:pt x="98" y="81"/>
                      <a:pt x="114" y="86"/>
                    </a:cubicBezTo>
                    <a:cubicBezTo>
                      <a:pt x="126" y="90"/>
                      <a:pt x="145" y="91"/>
                      <a:pt x="154" y="101"/>
                    </a:cubicBezTo>
                    <a:cubicBezTo>
                      <a:pt x="128" y="86"/>
                      <a:pt x="90" y="83"/>
                      <a:pt x="64" y="64"/>
                    </a:cubicBezTo>
                    <a:cubicBezTo>
                      <a:pt x="45" y="51"/>
                      <a:pt x="26" y="31"/>
                      <a:pt x="9" y="17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1" name="Freeform 2244">
                <a:extLst>
                  <a:ext uri="{FF2B5EF4-FFF2-40B4-BE49-F238E27FC236}">
                    <a16:creationId xmlns:a16="http://schemas.microsoft.com/office/drawing/2014/main" id="{6E84AED0-2E57-4232-9D8D-0CDD115E4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505"/>
                <a:ext cx="168" cy="111"/>
              </a:xfrm>
              <a:custGeom>
                <a:avLst/>
                <a:gdLst>
                  <a:gd name="T0" fmla="*/ 181 w 152"/>
                  <a:gd name="T1" fmla="*/ 26 h 101"/>
                  <a:gd name="T2" fmla="*/ 39 w 152"/>
                  <a:gd name="T3" fmla="*/ 101 h 101"/>
                  <a:gd name="T4" fmla="*/ 78 w 152"/>
                  <a:gd name="T5" fmla="*/ 111 h 101"/>
                  <a:gd name="T6" fmla="*/ 112 w 152"/>
                  <a:gd name="T7" fmla="*/ 63 h 101"/>
                  <a:gd name="T8" fmla="*/ 170 w 152"/>
                  <a:gd name="T9" fmla="*/ 56 h 101"/>
                  <a:gd name="T10" fmla="*/ 176 w 152"/>
                  <a:gd name="T11" fmla="*/ 26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101">
                    <a:moveTo>
                      <a:pt x="134" y="20"/>
                    </a:moveTo>
                    <a:cubicBezTo>
                      <a:pt x="91" y="0"/>
                      <a:pt x="0" y="8"/>
                      <a:pt x="29" y="76"/>
                    </a:cubicBezTo>
                    <a:cubicBezTo>
                      <a:pt x="39" y="97"/>
                      <a:pt x="48" y="101"/>
                      <a:pt x="58" y="84"/>
                    </a:cubicBezTo>
                    <a:cubicBezTo>
                      <a:pt x="66" y="68"/>
                      <a:pt x="63" y="55"/>
                      <a:pt x="82" y="47"/>
                    </a:cubicBezTo>
                    <a:cubicBezTo>
                      <a:pt x="97" y="40"/>
                      <a:pt x="111" y="47"/>
                      <a:pt x="126" y="42"/>
                    </a:cubicBezTo>
                    <a:cubicBezTo>
                      <a:pt x="137" y="39"/>
                      <a:pt x="152" y="23"/>
                      <a:pt x="130" y="20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2" name="Freeform 2245">
                <a:extLst>
                  <a:ext uri="{FF2B5EF4-FFF2-40B4-BE49-F238E27FC236}">
                    <a16:creationId xmlns:a16="http://schemas.microsoft.com/office/drawing/2014/main" id="{462B7D2D-C6BB-426A-B131-494E66078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517"/>
                <a:ext cx="152" cy="97"/>
              </a:xfrm>
              <a:custGeom>
                <a:avLst/>
                <a:gdLst>
                  <a:gd name="T0" fmla="*/ 45 w 138"/>
                  <a:gd name="T1" fmla="*/ 64 h 88"/>
                  <a:gd name="T2" fmla="*/ 131 w 138"/>
                  <a:gd name="T3" fmla="*/ 74 h 88"/>
                  <a:gd name="T4" fmla="*/ 167 w 138"/>
                  <a:gd name="T5" fmla="*/ 100 h 88"/>
                  <a:gd name="T6" fmla="*/ 183 w 138"/>
                  <a:gd name="T7" fmla="*/ 43 h 88"/>
                  <a:gd name="T8" fmla="*/ 99 w 138"/>
                  <a:gd name="T9" fmla="*/ 12 h 88"/>
                  <a:gd name="T10" fmla="*/ 37 w 138"/>
                  <a:gd name="T11" fmla="*/ 62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88">
                    <a:moveTo>
                      <a:pt x="34" y="48"/>
                    </a:moveTo>
                    <a:cubicBezTo>
                      <a:pt x="53" y="31"/>
                      <a:pt x="85" y="36"/>
                      <a:pt x="98" y="55"/>
                    </a:cubicBezTo>
                    <a:cubicBezTo>
                      <a:pt x="105" y="66"/>
                      <a:pt x="108" y="88"/>
                      <a:pt x="125" y="75"/>
                    </a:cubicBezTo>
                    <a:cubicBezTo>
                      <a:pt x="133" y="69"/>
                      <a:pt x="138" y="42"/>
                      <a:pt x="137" y="32"/>
                    </a:cubicBezTo>
                    <a:cubicBezTo>
                      <a:pt x="135" y="0"/>
                      <a:pt x="99" y="4"/>
                      <a:pt x="74" y="9"/>
                    </a:cubicBezTo>
                    <a:cubicBezTo>
                      <a:pt x="65" y="11"/>
                      <a:pt x="0" y="35"/>
                      <a:pt x="28" y="46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3" name="Freeform 2246">
                <a:extLst>
                  <a:ext uri="{FF2B5EF4-FFF2-40B4-BE49-F238E27FC236}">
                    <a16:creationId xmlns:a16="http://schemas.microsoft.com/office/drawing/2014/main" id="{B06A5D6E-F3E4-453C-B9AE-264ADC744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182"/>
                <a:ext cx="179" cy="182"/>
              </a:xfrm>
              <a:custGeom>
                <a:avLst/>
                <a:gdLst>
                  <a:gd name="T0" fmla="*/ 209 w 162"/>
                  <a:gd name="T1" fmla="*/ 29 h 165"/>
                  <a:gd name="T2" fmla="*/ 154 w 162"/>
                  <a:gd name="T3" fmla="*/ 60 h 165"/>
                  <a:gd name="T4" fmla="*/ 105 w 162"/>
                  <a:gd name="T5" fmla="*/ 114 h 165"/>
                  <a:gd name="T6" fmla="*/ 42 w 162"/>
                  <a:gd name="T7" fmla="*/ 161 h 165"/>
                  <a:gd name="T8" fmla="*/ 0 w 162"/>
                  <a:gd name="T9" fmla="*/ 222 h 165"/>
                  <a:gd name="T10" fmla="*/ 63 w 162"/>
                  <a:gd name="T11" fmla="*/ 172 h 165"/>
                  <a:gd name="T12" fmla="*/ 127 w 162"/>
                  <a:gd name="T13" fmla="*/ 126 h 165"/>
                  <a:gd name="T14" fmla="*/ 219 w 162"/>
                  <a:gd name="T15" fmla="*/ 43 h 165"/>
                  <a:gd name="T16" fmla="*/ 209 w 162"/>
                  <a:gd name="T17" fmla="*/ 29 h 1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2" h="165">
                    <a:moveTo>
                      <a:pt x="155" y="22"/>
                    </a:moveTo>
                    <a:cubicBezTo>
                      <a:pt x="151" y="0"/>
                      <a:pt x="119" y="39"/>
                      <a:pt x="114" y="44"/>
                    </a:cubicBezTo>
                    <a:cubicBezTo>
                      <a:pt x="101" y="59"/>
                      <a:pt x="93" y="72"/>
                      <a:pt x="78" y="84"/>
                    </a:cubicBezTo>
                    <a:cubicBezTo>
                      <a:pt x="62" y="97"/>
                      <a:pt x="46" y="107"/>
                      <a:pt x="31" y="120"/>
                    </a:cubicBezTo>
                    <a:cubicBezTo>
                      <a:pt x="17" y="133"/>
                      <a:pt x="10" y="149"/>
                      <a:pt x="0" y="165"/>
                    </a:cubicBezTo>
                    <a:cubicBezTo>
                      <a:pt x="10" y="151"/>
                      <a:pt x="33" y="139"/>
                      <a:pt x="47" y="128"/>
                    </a:cubicBezTo>
                    <a:cubicBezTo>
                      <a:pt x="63" y="117"/>
                      <a:pt x="81" y="110"/>
                      <a:pt x="94" y="93"/>
                    </a:cubicBezTo>
                    <a:cubicBezTo>
                      <a:pt x="106" y="77"/>
                      <a:pt x="135" y="21"/>
                      <a:pt x="162" y="32"/>
                    </a:cubicBezTo>
                    <a:cubicBezTo>
                      <a:pt x="160" y="28"/>
                      <a:pt x="157" y="25"/>
                      <a:pt x="155" y="22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4" name="Freeform 2247">
                <a:extLst>
                  <a:ext uri="{FF2B5EF4-FFF2-40B4-BE49-F238E27FC236}">
                    <a16:creationId xmlns:a16="http://schemas.microsoft.com/office/drawing/2014/main" id="{F363FBD3-6B21-4938-8CBC-F002422A7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149"/>
                <a:ext cx="154" cy="171"/>
              </a:xfrm>
              <a:custGeom>
                <a:avLst/>
                <a:gdLst>
                  <a:gd name="T0" fmla="*/ 189 w 139"/>
                  <a:gd name="T1" fmla="*/ 0 h 155"/>
                  <a:gd name="T2" fmla="*/ 70 w 139"/>
                  <a:gd name="T3" fmla="*/ 87 h 155"/>
                  <a:gd name="T4" fmla="*/ 39 w 139"/>
                  <a:gd name="T5" fmla="*/ 209 h 155"/>
                  <a:gd name="T6" fmla="*/ 55 w 139"/>
                  <a:gd name="T7" fmla="*/ 139 h 155"/>
                  <a:gd name="T8" fmla="*/ 95 w 139"/>
                  <a:gd name="T9" fmla="*/ 74 h 155"/>
                  <a:gd name="T10" fmla="*/ 185 w 139"/>
                  <a:gd name="T11" fmla="*/ 3 h 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155">
                    <a:moveTo>
                      <a:pt x="139" y="0"/>
                    </a:moveTo>
                    <a:cubicBezTo>
                      <a:pt x="104" y="10"/>
                      <a:pt x="73" y="36"/>
                      <a:pt x="51" y="65"/>
                    </a:cubicBezTo>
                    <a:cubicBezTo>
                      <a:pt x="39" y="80"/>
                      <a:pt x="0" y="143"/>
                      <a:pt x="29" y="155"/>
                    </a:cubicBezTo>
                    <a:cubicBezTo>
                      <a:pt x="21" y="136"/>
                      <a:pt x="31" y="120"/>
                      <a:pt x="41" y="103"/>
                    </a:cubicBezTo>
                    <a:cubicBezTo>
                      <a:pt x="49" y="87"/>
                      <a:pt x="56" y="67"/>
                      <a:pt x="70" y="55"/>
                    </a:cubicBezTo>
                    <a:cubicBezTo>
                      <a:pt x="87" y="40"/>
                      <a:pt x="115" y="10"/>
                      <a:pt x="136" y="3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5" name="Freeform 2248">
                <a:extLst>
                  <a:ext uri="{FF2B5EF4-FFF2-40B4-BE49-F238E27FC236}">
                    <a16:creationId xmlns:a16="http://schemas.microsoft.com/office/drawing/2014/main" id="{E1D015A3-0C77-4907-90E1-93B83D874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977"/>
                <a:ext cx="155" cy="233"/>
              </a:xfrm>
              <a:custGeom>
                <a:avLst/>
                <a:gdLst>
                  <a:gd name="T0" fmla="*/ 187 w 141"/>
                  <a:gd name="T1" fmla="*/ 0 h 211"/>
                  <a:gd name="T2" fmla="*/ 132 w 141"/>
                  <a:gd name="T3" fmla="*/ 80 h 211"/>
                  <a:gd name="T4" fmla="*/ 59 w 141"/>
                  <a:gd name="T5" fmla="*/ 147 h 211"/>
                  <a:gd name="T6" fmla="*/ 20 w 141"/>
                  <a:gd name="T7" fmla="*/ 219 h 211"/>
                  <a:gd name="T8" fmla="*/ 0 w 141"/>
                  <a:gd name="T9" fmla="*/ 284 h 211"/>
                  <a:gd name="T10" fmla="*/ 96 w 141"/>
                  <a:gd name="T11" fmla="*/ 120 h 211"/>
                  <a:gd name="T12" fmla="*/ 153 w 141"/>
                  <a:gd name="T13" fmla="*/ 67 h 211"/>
                  <a:gd name="T14" fmla="*/ 178 w 141"/>
                  <a:gd name="T15" fmla="*/ 11 h 2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211">
                    <a:moveTo>
                      <a:pt x="141" y="0"/>
                    </a:moveTo>
                    <a:cubicBezTo>
                      <a:pt x="127" y="19"/>
                      <a:pt x="117" y="43"/>
                      <a:pt x="99" y="59"/>
                    </a:cubicBezTo>
                    <a:cubicBezTo>
                      <a:pt x="80" y="76"/>
                      <a:pt x="60" y="89"/>
                      <a:pt x="45" y="109"/>
                    </a:cubicBezTo>
                    <a:cubicBezTo>
                      <a:pt x="34" y="126"/>
                      <a:pt x="22" y="143"/>
                      <a:pt x="15" y="162"/>
                    </a:cubicBezTo>
                    <a:cubicBezTo>
                      <a:pt x="8" y="177"/>
                      <a:pt x="8" y="197"/>
                      <a:pt x="0" y="211"/>
                    </a:cubicBezTo>
                    <a:cubicBezTo>
                      <a:pt x="18" y="171"/>
                      <a:pt x="41" y="122"/>
                      <a:pt x="72" y="90"/>
                    </a:cubicBezTo>
                    <a:cubicBezTo>
                      <a:pt x="86" y="76"/>
                      <a:pt x="104" y="67"/>
                      <a:pt x="115" y="50"/>
                    </a:cubicBezTo>
                    <a:cubicBezTo>
                      <a:pt x="124" y="37"/>
                      <a:pt x="127" y="21"/>
                      <a:pt x="134" y="8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6" name="Freeform 2249">
                <a:extLst>
                  <a:ext uri="{FF2B5EF4-FFF2-40B4-BE49-F238E27FC236}">
                    <a16:creationId xmlns:a16="http://schemas.microsoft.com/office/drawing/2014/main" id="{B29EAEFE-2C1B-414A-835E-3C1744ADB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871"/>
                <a:ext cx="45" cy="224"/>
              </a:xfrm>
              <a:custGeom>
                <a:avLst/>
                <a:gdLst>
                  <a:gd name="T0" fmla="*/ 54 w 41"/>
                  <a:gd name="T1" fmla="*/ 0 h 203"/>
                  <a:gd name="T2" fmla="*/ 41 w 41"/>
                  <a:gd name="T3" fmla="*/ 56 h 203"/>
                  <a:gd name="T4" fmla="*/ 27 w 41"/>
                  <a:gd name="T5" fmla="*/ 117 h 203"/>
                  <a:gd name="T6" fmla="*/ 16 w 41"/>
                  <a:gd name="T7" fmla="*/ 196 h 203"/>
                  <a:gd name="T8" fmla="*/ 1 w 41"/>
                  <a:gd name="T9" fmla="*/ 273 h 203"/>
                  <a:gd name="T10" fmla="*/ 33 w 41"/>
                  <a:gd name="T11" fmla="*/ 114 h 203"/>
                  <a:gd name="T12" fmla="*/ 50 w 41"/>
                  <a:gd name="T13" fmla="*/ 8 h 2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03">
                    <a:moveTo>
                      <a:pt x="41" y="0"/>
                    </a:moveTo>
                    <a:cubicBezTo>
                      <a:pt x="36" y="14"/>
                      <a:pt x="35" y="28"/>
                      <a:pt x="31" y="42"/>
                    </a:cubicBezTo>
                    <a:cubicBezTo>
                      <a:pt x="27" y="57"/>
                      <a:pt x="22" y="71"/>
                      <a:pt x="21" y="87"/>
                    </a:cubicBezTo>
                    <a:cubicBezTo>
                      <a:pt x="20" y="108"/>
                      <a:pt x="18" y="126"/>
                      <a:pt x="13" y="146"/>
                    </a:cubicBezTo>
                    <a:cubicBezTo>
                      <a:pt x="9" y="163"/>
                      <a:pt x="0" y="185"/>
                      <a:pt x="1" y="203"/>
                    </a:cubicBezTo>
                    <a:cubicBezTo>
                      <a:pt x="23" y="166"/>
                      <a:pt x="21" y="123"/>
                      <a:pt x="25" y="84"/>
                    </a:cubicBezTo>
                    <a:cubicBezTo>
                      <a:pt x="28" y="57"/>
                      <a:pt x="38" y="32"/>
                      <a:pt x="38" y="5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7" name="Freeform 2250">
                <a:extLst>
                  <a:ext uri="{FF2B5EF4-FFF2-40B4-BE49-F238E27FC236}">
                    <a16:creationId xmlns:a16="http://schemas.microsoft.com/office/drawing/2014/main" id="{DFA5BCB1-94CC-4638-A3A6-17A0DDB6C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181"/>
                <a:ext cx="33" cy="153"/>
              </a:xfrm>
              <a:custGeom>
                <a:avLst/>
                <a:gdLst>
                  <a:gd name="T0" fmla="*/ 13 w 30"/>
                  <a:gd name="T1" fmla="*/ 0 h 139"/>
                  <a:gd name="T2" fmla="*/ 8 w 30"/>
                  <a:gd name="T3" fmla="*/ 83 h 139"/>
                  <a:gd name="T4" fmla="*/ 40 w 30"/>
                  <a:gd name="T5" fmla="*/ 185 h 139"/>
                  <a:gd name="T6" fmla="*/ 15 w 30"/>
                  <a:gd name="T7" fmla="*/ 76 h 139"/>
                  <a:gd name="T8" fmla="*/ 10 w 30"/>
                  <a:gd name="T9" fmla="*/ 13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39">
                    <a:moveTo>
                      <a:pt x="10" y="0"/>
                    </a:moveTo>
                    <a:cubicBezTo>
                      <a:pt x="4" y="19"/>
                      <a:pt x="0" y="42"/>
                      <a:pt x="5" y="62"/>
                    </a:cubicBezTo>
                    <a:cubicBezTo>
                      <a:pt x="11" y="87"/>
                      <a:pt x="17" y="118"/>
                      <a:pt x="30" y="139"/>
                    </a:cubicBezTo>
                    <a:cubicBezTo>
                      <a:pt x="18" y="116"/>
                      <a:pt x="16" y="82"/>
                      <a:pt x="12" y="57"/>
                    </a:cubicBezTo>
                    <a:cubicBezTo>
                      <a:pt x="10" y="41"/>
                      <a:pt x="7" y="26"/>
                      <a:pt x="7" y="10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8" name="Freeform 2251">
                <a:extLst>
                  <a:ext uri="{FF2B5EF4-FFF2-40B4-BE49-F238E27FC236}">
                    <a16:creationId xmlns:a16="http://schemas.microsoft.com/office/drawing/2014/main" id="{E59A51F8-39DA-437D-985A-9591C26DC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967"/>
                <a:ext cx="52" cy="164"/>
              </a:xfrm>
              <a:custGeom>
                <a:avLst/>
                <a:gdLst>
                  <a:gd name="T0" fmla="*/ 10 w 47"/>
                  <a:gd name="T1" fmla="*/ 0 h 149"/>
                  <a:gd name="T2" fmla="*/ 3 w 47"/>
                  <a:gd name="T3" fmla="*/ 55 h 149"/>
                  <a:gd name="T4" fmla="*/ 3 w 47"/>
                  <a:gd name="T5" fmla="*/ 111 h 149"/>
                  <a:gd name="T6" fmla="*/ 64 w 47"/>
                  <a:gd name="T7" fmla="*/ 199 h 149"/>
                  <a:gd name="T8" fmla="*/ 9 w 47"/>
                  <a:gd name="T9" fmla="*/ 103 h 149"/>
                  <a:gd name="T10" fmla="*/ 8 w 47"/>
                  <a:gd name="T11" fmla="*/ 52 h 149"/>
                  <a:gd name="T12" fmla="*/ 4 w 47"/>
                  <a:gd name="T13" fmla="*/ 9 h 1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49">
                    <a:moveTo>
                      <a:pt x="7" y="0"/>
                    </a:moveTo>
                    <a:cubicBezTo>
                      <a:pt x="1" y="12"/>
                      <a:pt x="4" y="28"/>
                      <a:pt x="3" y="41"/>
                    </a:cubicBezTo>
                    <a:cubicBezTo>
                      <a:pt x="3" y="56"/>
                      <a:pt x="0" y="69"/>
                      <a:pt x="3" y="84"/>
                    </a:cubicBezTo>
                    <a:cubicBezTo>
                      <a:pt x="8" y="107"/>
                      <a:pt x="26" y="136"/>
                      <a:pt x="47" y="149"/>
                    </a:cubicBezTo>
                    <a:cubicBezTo>
                      <a:pt x="26" y="137"/>
                      <a:pt x="9" y="99"/>
                      <a:pt x="6" y="77"/>
                    </a:cubicBezTo>
                    <a:cubicBezTo>
                      <a:pt x="4" y="64"/>
                      <a:pt x="6" y="51"/>
                      <a:pt x="5" y="39"/>
                    </a:cubicBezTo>
                    <a:cubicBezTo>
                      <a:pt x="5" y="28"/>
                      <a:pt x="4" y="17"/>
                      <a:pt x="4" y="6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9" name="Freeform 2252">
                <a:extLst>
                  <a:ext uri="{FF2B5EF4-FFF2-40B4-BE49-F238E27FC236}">
                    <a16:creationId xmlns:a16="http://schemas.microsoft.com/office/drawing/2014/main" id="{AA9FA582-D606-4AE8-A6EF-06C65DBC5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907"/>
                <a:ext cx="77" cy="151"/>
              </a:xfrm>
              <a:custGeom>
                <a:avLst/>
                <a:gdLst>
                  <a:gd name="T0" fmla="*/ 1 w 70"/>
                  <a:gd name="T1" fmla="*/ 0 h 137"/>
                  <a:gd name="T2" fmla="*/ 15 w 70"/>
                  <a:gd name="T3" fmla="*/ 104 h 137"/>
                  <a:gd name="T4" fmla="*/ 94 w 70"/>
                  <a:gd name="T5" fmla="*/ 183 h 137"/>
                  <a:gd name="T6" fmla="*/ 21 w 70"/>
                  <a:gd name="T7" fmla="*/ 68 h 137"/>
                  <a:gd name="T8" fmla="*/ 3 w 70"/>
                  <a:gd name="T9" fmla="*/ 1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37">
                    <a:moveTo>
                      <a:pt x="1" y="0"/>
                    </a:moveTo>
                    <a:cubicBezTo>
                      <a:pt x="1" y="24"/>
                      <a:pt x="0" y="56"/>
                      <a:pt x="12" y="77"/>
                    </a:cubicBezTo>
                    <a:cubicBezTo>
                      <a:pt x="26" y="102"/>
                      <a:pt x="56" y="117"/>
                      <a:pt x="70" y="137"/>
                    </a:cubicBezTo>
                    <a:cubicBezTo>
                      <a:pt x="46" y="113"/>
                      <a:pt x="29" y="81"/>
                      <a:pt x="15" y="51"/>
                    </a:cubicBezTo>
                    <a:cubicBezTo>
                      <a:pt x="7" y="34"/>
                      <a:pt x="8" y="17"/>
                      <a:pt x="3" y="1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0" name="Freeform 2253">
                <a:extLst>
                  <a:ext uri="{FF2B5EF4-FFF2-40B4-BE49-F238E27FC236}">
                    <a16:creationId xmlns:a16="http://schemas.microsoft.com/office/drawing/2014/main" id="{1EFC3FFD-D1DB-4384-8D09-A522D9CF1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080"/>
                <a:ext cx="54" cy="88"/>
              </a:xfrm>
              <a:custGeom>
                <a:avLst/>
                <a:gdLst>
                  <a:gd name="T0" fmla="*/ 21 w 49"/>
                  <a:gd name="T1" fmla="*/ 0 h 79"/>
                  <a:gd name="T2" fmla="*/ 2 w 49"/>
                  <a:gd name="T3" fmla="*/ 66 h 79"/>
                  <a:gd name="T4" fmla="*/ 23 w 49"/>
                  <a:gd name="T5" fmla="*/ 87 h 79"/>
                  <a:gd name="T6" fmla="*/ 66 w 49"/>
                  <a:gd name="T7" fmla="*/ 109 h 79"/>
                  <a:gd name="T8" fmla="*/ 19 w 49"/>
                  <a:gd name="T9" fmla="*/ 56 h 79"/>
                  <a:gd name="T10" fmla="*/ 13 w 49"/>
                  <a:gd name="T11" fmla="*/ 8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79">
                    <a:moveTo>
                      <a:pt x="15" y="0"/>
                    </a:moveTo>
                    <a:cubicBezTo>
                      <a:pt x="2" y="5"/>
                      <a:pt x="0" y="36"/>
                      <a:pt x="2" y="48"/>
                    </a:cubicBezTo>
                    <a:cubicBezTo>
                      <a:pt x="4" y="57"/>
                      <a:pt x="8" y="58"/>
                      <a:pt x="17" y="63"/>
                    </a:cubicBezTo>
                    <a:cubicBezTo>
                      <a:pt x="28" y="67"/>
                      <a:pt x="38" y="75"/>
                      <a:pt x="49" y="79"/>
                    </a:cubicBezTo>
                    <a:cubicBezTo>
                      <a:pt x="38" y="66"/>
                      <a:pt x="21" y="57"/>
                      <a:pt x="14" y="40"/>
                    </a:cubicBezTo>
                    <a:cubicBezTo>
                      <a:pt x="11" y="30"/>
                      <a:pt x="10" y="14"/>
                      <a:pt x="10" y="5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1" name="Freeform 2254">
                <a:extLst>
                  <a:ext uri="{FF2B5EF4-FFF2-40B4-BE49-F238E27FC236}">
                    <a16:creationId xmlns:a16="http://schemas.microsoft.com/office/drawing/2014/main" id="{7BA58A95-ACB1-4707-A2AF-7EF601B75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183"/>
                <a:ext cx="22" cy="62"/>
              </a:xfrm>
              <a:custGeom>
                <a:avLst/>
                <a:gdLst>
                  <a:gd name="T0" fmla="*/ 12 w 20"/>
                  <a:gd name="T1" fmla="*/ 2 h 56"/>
                  <a:gd name="T2" fmla="*/ 2 w 20"/>
                  <a:gd name="T3" fmla="*/ 1 h 56"/>
                  <a:gd name="T4" fmla="*/ 26 w 20"/>
                  <a:gd name="T5" fmla="*/ 76 h 56"/>
                  <a:gd name="T6" fmla="*/ 11 w 20"/>
                  <a:gd name="T7" fmla="*/ 3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6">
                    <a:moveTo>
                      <a:pt x="9" y="2"/>
                    </a:moveTo>
                    <a:cubicBezTo>
                      <a:pt x="7" y="1"/>
                      <a:pt x="5" y="0"/>
                      <a:pt x="2" y="1"/>
                    </a:cubicBezTo>
                    <a:cubicBezTo>
                      <a:pt x="0" y="18"/>
                      <a:pt x="13" y="42"/>
                      <a:pt x="20" y="56"/>
                    </a:cubicBezTo>
                    <a:cubicBezTo>
                      <a:pt x="20" y="41"/>
                      <a:pt x="14" y="17"/>
                      <a:pt x="8" y="3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2" name="Freeform 2255">
                <a:extLst>
                  <a:ext uri="{FF2B5EF4-FFF2-40B4-BE49-F238E27FC236}">
                    <a16:creationId xmlns:a16="http://schemas.microsoft.com/office/drawing/2014/main" id="{B34D01BC-3A3A-47A6-AB90-B9104B712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991"/>
                <a:ext cx="176" cy="190"/>
              </a:xfrm>
              <a:custGeom>
                <a:avLst/>
                <a:gdLst>
                  <a:gd name="T0" fmla="*/ 2 w 159"/>
                  <a:gd name="T1" fmla="*/ 232 h 172"/>
                  <a:gd name="T2" fmla="*/ 64 w 159"/>
                  <a:gd name="T3" fmla="*/ 114 h 172"/>
                  <a:gd name="T4" fmla="*/ 122 w 159"/>
                  <a:gd name="T5" fmla="*/ 61 h 172"/>
                  <a:gd name="T6" fmla="*/ 216 w 159"/>
                  <a:gd name="T7" fmla="*/ 0 h 172"/>
                  <a:gd name="T8" fmla="*/ 73 w 159"/>
                  <a:gd name="T9" fmla="*/ 113 h 172"/>
                  <a:gd name="T10" fmla="*/ 0 w 159"/>
                  <a:gd name="T11" fmla="*/ 226 h 1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172">
                    <a:moveTo>
                      <a:pt x="2" y="172"/>
                    </a:moveTo>
                    <a:cubicBezTo>
                      <a:pt x="9" y="143"/>
                      <a:pt x="29" y="107"/>
                      <a:pt x="47" y="84"/>
                    </a:cubicBezTo>
                    <a:cubicBezTo>
                      <a:pt x="58" y="69"/>
                      <a:pt x="74" y="56"/>
                      <a:pt x="89" y="45"/>
                    </a:cubicBezTo>
                    <a:cubicBezTo>
                      <a:pt x="110" y="28"/>
                      <a:pt x="134" y="10"/>
                      <a:pt x="159" y="0"/>
                    </a:cubicBezTo>
                    <a:cubicBezTo>
                      <a:pt x="124" y="29"/>
                      <a:pt x="89" y="56"/>
                      <a:pt x="54" y="83"/>
                    </a:cubicBezTo>
                    <a:cubicBezTo>
                      <a:pt x="27" y="103"/>
                      <a:pt x="7" y="135"/>
                      <a:pt x="0" y="168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3" name="Freeform 2256">
                <a:extLst>
                  <a:ext uri="{FF2B5EF4-FFF2-40B4-BE49-F238E27FC236}">
                    <a16:creationId xmlns:a16="http://schemas.microsoft.com/office/drawing/2014/main" id="{7A197013-C693-4BA0-BBC3-B7AAE8414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1925"/>
                <a:ext cx="81" cy="56"/>
              </a:xfrm>
              <a:custGeom>
                <a:avLst/>
                <a:gdLst>
                  <a:gd name="T0" fmla="*/ 98 w 73"/>
                  <a:gd name="T1" fmla="*/ 3 h 51"/>
                  <a:gd name="T2" fmla="*/ 64 w 73"/>
                  <a:gd name="T3" fmla="*/ 30 h 51"/>
                  <a:gd name="T4" fmla="*/ 30 w 73"/>
                  <a:gd name="T5" fmla="*/ 45 h 51"/>
                  <a:gd name="T6" fmla="*/ 0 w 73"/>
                  <a:gd name="T7" fmla="*/ 67 h 51"/>
                  <a:gd name="T8" fmla="*/ 44 w 73"/>
                  <a:gd name="T9" fmla="*/ 27 h 51"/>
                  <a:gd name="T10" fmla="*/ 100 w 73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51">
                    <a:moveTo>
                      <a:pt x="71" y="3"/>
                    </a:moveTo>
                    <a:cubicBezTo>
                      <a:pt x="66" y="10"/>
                      <a:pt x="55" y="18"/>
                      <a:pt x="47" y="23"/>
                    </a:cubicBezTo>
                    <a:cubicBezTo>
                      <a:pt x="39" y="28"/>
                      <a:pt x="30" y="29"/>
                      <a:pt x="22" y="34"/>
                    </a:cubicBezTo>
                    <a:cubicBezTo>
                      <a:pt x="15" y="39"/>
                      <a:pt x="8" y="47"/>
                      <a:pt x="0" y="51"/>
                    </a:cubicBezTo>
                    <a:cubicBezTo>
                      <a:pt x="10" y="43"/>
                      <a:pt x="18" y="29"/>
                      <a:pt x="32" y="21"/>
                    </a:cubicBezTo>
                    <a:cubicBezTo>
                      <a:pt x="45" y="13"/>
                      <a:pt x="58" y="3"/>
                      <a:pt x="73" y="0"/>
                    </a:cubicBezTo>
                  </a:path>
                </a:pathLst>
              </a:custGeom>
              <a:solidFill>
                <a:srgbClr val="DD5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4" name="Freeform 2257">
                <a:extLst>
                  <a:ext uri="{FF2B5EF4-FFF2-40B4-BE49-F238E27FC236}">
                    <a16:creationId xmlns:a16="http://schemas.microsoft.com/office/drawing/2014/main" id="{069C3E31-82F1-47CE-B492-6B6603422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043"/>
                <a:ext cx="198" cy="240"/>
              </a:xfrm>
              <a:custGeom>
                <a:avLst/>
                <a:gdLst>
                  <a:gd name="T0" fmla="*/ 0 w 179"/>
                  <a:gd name="T1" fmla="*/ 261 h 217"/>
                  <a:gd name="T2" fmla="*/ 82 w 179"/>
                  <a:gd name="T3" fmla="*/ 102 h 217"/>
                  <a:gd name="T4" fmla="*/ 153 w 179"/>
                  <a:gd name="T5" fmla="*/ 49 h 217"/>
                  <a:gd name="T6" fmla="*/ 242 w 179"/>
                  <a:gd name="T7" fmla="*/ 0 h 217"/>
                  <a:gd name="T8" fmla="*/ 116 w 179"/>
                  <a:gd name="T9" fmla="*/ 90 h 217"/>
                  <a:gd name="T10" fmla="*/ 71 w 179"/>
                  <a:gd name="T11" fmla="*/ 192 h 217"/>
                  <a:gd name="T12" fmla="*/ 2 w 179"/>
                  <a:gd name="T13" fmla="*/ 268 h 2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217">
                    <a:moveTo>
                      <a:pt x="0" y="193"/>
                    </a:moveTo>
                    <a:cubicBezTo>
                      <a:pt x="6" y="152"/>
                      <a:pt x="31" y="104"/>
                      <a:pt x="61" y="75"/>
                    </a:cubicBezTo>
                    <a:cubicBezTo>
                      <a:pt x="77" y="60"/>
                      <a:pt x="94" y="47"/>
                      <a:pt x="113" y="36"/>
                    </a:cubicBezTo>
                    <a:cubicBezTo>
                      <a:pt x="133" y="23"/>
                      <a:pt x="157" y="9"/>
                      <a:pt x="179" y="0"/>
                    </a:cubicBezTo>
                    <a:cubicBezTo>
                      <a:pt x="148" y="18"/>
                      <a:pt x="110" y="40"/>
                      <a:pt x="86" y="66"/>
                    </a:cubicBezTo>
                    <a:cubicBezTo>
                      <a:pt x="67" y="86"/>
                      <a:pt x="62" y="116"/>
                      <a:pt x="52" y="142"/>
                    </a:cubicBezTo>
                    <a:cubicBezTo>
                      <a:pt x="49" y="149"/>
                      <a:pt x="12" y="217"/>
                      <a:pt x="2" y="198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5" name="Freeform 2258">
                <a:extLst>
                  <a:ext uri="{FF2B5EF4-FFF2-40B4-BE49-F238E27FC236}">
                    <a16:creationId xmlns:a16="http://schemas.microsoft.com/office/drawing/2014/main" id="{39D7E9F5-C9A0-4056-A2AA-4C58F1CAF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100"/>
                <a:ext cx="126" cy="223"/>
              </a:xfrm>
              <a:custGeom>
                <a:avLst/>
                <a:gdLst>
                  <a:gd name="T0" fmla="*/ 0 w 114"/>
                  <a:gd name="T1" fmla="*/ 236 h 202"/>
                  <a:gd name="T2" fmla="*/ 43 w 114"/>
                  <a:gd name="T3" fmla="*/ 179 h 202"/>
                  <a:gd name="T4" fmla="*/ 78 w 114"/>
                  <a:gd name="T5" fmla="*/ 116 h 202"/>
                  <a:gd name="T6" fmla="*/ 154 w 114"/>
                  <a:gd name="T7" fmla="*/ 0 h 202"/>
                  <a:gd name="T8" fmla="*/ 94 w 114"/>
                  <a:gd name="T9" fmla="*/ 108 h 202"/>
                  <a:gd name="T10" fmla="*/ 54 w 114"/>
                  <a:gd name="T11" fmla="*/ 199 h 202"/>
                  <a:gd name="T12" fmla="*/ 0 w 114"/>
                  <a:gd name="T13" fmla="*/ 236 h 2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202">
                    <a:moveTo>
                      <a:pt x="0" y="176"/>
                    </a:moveTo>
                    <a:cubicBezTo>
                      <a:pt x="12" y="165"/>
                      <a:pt x="23" y="147"/>
                      <a:pt x="32" y="133"/>
                    </a:cubicBezTo>
                    <a:cubicBezTo>
                      <a:pt x="41" y="119"/>
                      <a:pt x="52" y="102"/>
                      <a:pt x="58" y="86"/>
                    </a:cubicBezTo>
                    <a:cubicBezTo>
                      <a:pt x="70" y="52"/>
                      <a:pt x="82" y="20"/>
                      <a:pt x="114" y="0"/>
                    </a:cubicBezTo>
                    <a:cubicBezTo>
                      <a:pt x="92" y="19"/>
                      <a:pt x="82" y="54"/>
                      <a:pt x="70" y="81"/>
                    </a:cubicBezTo>
                    <a:cubicBezTo>
                      <a:pt x="61" y="103"/>
                      <a:pt x="51" y="126"/>
                      <a:pt x="40" y="148"/>
                    </a:cubicBezTo>
                    <a:cubicBezTo>
                      <a:pt x="36" y="157"/>
                      <a:pt x="13" y="202"/>
                      <a:pt x="0" y="176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6" name="Freeform 2259">
                <a:extLst>
                  <a:ext uri="{FF2B5EF4-FFF2-40B4-BE49-F238E27FC236}">
                    <a16:creationId xmlns:a16="http://schemas.microsoft.com/office/drawing/2014/main" id="{ADF54511-19BF-4A71-9C7A-EEA0DCDED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033"/>
                <a:ext cx="176" cy="132"/>
              </a:xfrm>
              <a:custGeom>
                <a:avLst/>
                <a:gdLst>
                  <a:gd name="T0" fmla="*/ 0 w 159"/>
                  <a:gd name="T1" fmla="*/ 133 h 120"/>
                  <a:gd name="T2" fmla="*/ 23 w 159"/>
                  <a:gd name="T3" fmla="*/ 117 h 120"/>
                  <a:gd name="T4" fmla="*/ 55 w 159"/>
                  <a:gd name="T5" fmla="*/ 100 h 120"/>
                  <a:gd name="T6" fmla="*/ 106 w 159"/>
                  <a:gd name="T7" fmla="*/ 84 h 120"/>
                  <a:gd name="T8" fmla="*/ 128 w 159"/>
                  <a:gd name="T9" fmla="*/ 160 h 120"/>
                  <a:gd name="T10" fmla="*/ 180 w 159"/>
                  <a:gd name="T11" fmla="*/ 83 h 120"/>
                  <a:gd name="T12" fmla="*/ 204 w 159"/>
                  <a:gd name="T13" fmla="*/ 32 h 120"/>
                  <a:gd name="T14" fmla="*/ 215 w 159"/>
                  <a:gd name="T15" fmla="*/ 1 h 120"/>
                  <a:gd name="T16" fmla="*/ 161 w 159"/>
                  <a:gd name="T17" fmla="*/ 24 h 120"/>
                  <a:gd name="T18" fmla="*/ 84 w 159"/>
                  <a:gd name="T19" fmla="*/ 68 h 120"/>
                  <a:gd name="T20" fmla="*/ 33 w 159"/>
                  <a:gd name="T21" fmla="*/ 91 h 120"/>
                  <a:gd name="T22" fmla="*/ 8 w 159"/>
                  <a:gd name="T23" fmla="*/ 123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9" h="120">
                    <a:moveTo>
                      <a:pt x="0" y="100"/>
                    </a:moveTo>
                    <a:cubicBezTo>
                      <a:pt x="6" y="97"/>
                      <a:pt x="11" y="91"/>
                      <a:pt x="17" y="87"/>
                    </a:cubicBezTo>
                    <a:cubicBezTo>
                      <a:pt x="24" y="81"/>
                      <a:pt x="32" y="79"/>
                      <a:pt x="41" y="75"/>
                    </a:cubicBezTo>
                    <a:cubicBezTo>
                      <a:pt x="53" y="68"/>
                      <a:pt x="64" y="63"/>
                      <a:pt x="79" y="63"/>
                    </a:cubicBezTo>
                    <a:cubicBezTo>
                      <a:pt x="113" y="62"/>
                      <a:pt x="91" y="102"/>
                      <a:pt x="95" y="120"/>
                    </a:cubicBezTo>
                    <a:cubicBezTo>
                      <a:pt x="110" y="119"/>
                      <a:pt x="128" y="74"/>
                      <a:pt x="133" y="62"/>
                    </a:cubicBezTo>
                    <a:cubicBezTo>
                      <a:pt x="139" y="49"/>
                      <a:pt x="144" y="36"/>
                      <a:pt x="150" y="24"/>
                    </a:cubicBezTo>
                    <a:cubicBezTo>
                      <a:pt x="153" y="17"/>
                      <a:pt x="159" y="9"/>
                      <a:pt x="158" y="1"/>
                    </a:cubicBezTo>
                    <a:cubicBezTo>
                      <a:pt x="147" y="0"/>
                      <a:pt x="128" y="12"/>
                      <a:pt x="118" y="18"/>
                    </a:cubicBezTo>
                    <a:cubicBezTo>
                      <a:pt x="100" y="29"/>
                      <a:pt x="82" y="43"/>
                      <a:pt x="62" y="51"/>
                    </a:cubicBezTo>
                    <a:cubicBezTo>
                      <a:pt x="49" y="56"/>
                      <a:pt x="36" y="58"/>
                      <a:pt x="24" y="68"/>
                    </a:cubicBezTo>
                    <a:cubicBezTo>
                      <a:pt x="16" y="74"/>
                      <a:pt x="9" y="86"/>
                      <a:pt x="5" y="93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7" name="Freeform 2260">
                <a:extLst>
                  <a:ext uri="{FF2B5EF4-FFF2-40B4-BE49-F238E27FC236}">
                    <a16:creationId xmlns:a16="http://schemas.microsoft.com/office/drawing/2014/main" id="{B0B3E32E-DFE7-4DD4-9E3E-713A64AD6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149"/>
                <a:ext cx="63" cy="111"/>
              </a:xfrm>
              <a:custGeom>
                <a:avLst/>
                <a:gdLst>
                  <a:gd name="T0" fmla="*/ 39 w 57"/>
                  <a:gd name="T1" fmla="*/ 15 h 101"/>
                  <a:gd name="T2" fmla="*/ 15 w 57"/>
                  <a:gd name="T3" fmla="*/ 85 h 101"/>
                  <a:gd name="T4" fmla="*/ 1 w 57"/>
                  <a:gd name="T5" fmla="*/ 133 h 101"/>
                  <a:gd name="T6" fmla="*/ 33 w 57"/>
                  <a:gd name="T7" fmla="*/ 107 h 101"/>
                  <a:gd name="T8" fmla="*/ 56 w 57"/>
                  <a:gd name="T9" fmla="*/ 80 h 101"/>
                  <a:gd name="T10" fmla="*/ 70 w 57"/>
                  <a:gd name="T11" fmla="*/ 1 h 101"/>
                  <a:gd name="T12" fmla="*/ 30 w 57"/>
                  <a:gd name="T13" fmla="*/ 29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01">
                    <a:moveTo>
                      <a:pt x="29" y="12"/>
                    </a:moveTo>
                    <a:cubicBezTo>
                      <a:pt x="24" y="30"/>
                      <a:pt x="17" y="46"/>
                      <a:pt x="12" y="64"/>
                    </a:cubicBezTo>
                    <a:cubicBezTo>
                      <a:pt x="8" y="74"/>
                      <a:pt x="0" y="89"/>
                      <a:pt x="1" y="100"/>
                    </a:cubicBezTo>
                    <a:cubicBezTo>
                      <a:pt x="10" y="101"/>
                      <a:pt x="18" y="85"/>
                      <a:pt x="24" y="80"/>
                    </a:cubicBezTo>
                    <a:cubicBezTo>
                      <a:pt x="32" y="73"/>
                      <a:pt x="37" y="70"/>
                      <a:pt x="42" y="60"/>
                    </a:cubicBezTo>
                    <a:cubicBezTo>
                      <a:pt x="48" y="45"/>
                      <a:pt x="57" y="17"/>
                      <a:pt x="52" y="1"/>
                    </a:cubicBezTo>
                    <a:cubicBezTo>
                      <a:pt x="40" y="0"/>
                      <a:pt x="28" y="14"/>
                      <a:pt x="22" y="22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8" name="Freeform 2261">
                <a:extLst>
                  <a:ext uri="{FF2B5EF4-FFF2-40B4-BE49-F238E27FC236}">
                    <a16:creationId xmlns:a16="http://schemas.microsoft.com/office/drawing/2014/main" id="{9C1C87A9-9185-4E16-9109-C0138F668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189"/>
                <a:ext cx="249" cy="143"/>
              </a:xfrm>
              <a:custGeom>
                <a:avLst/>
                <a:gdLst>
                  <a:gd name="T0" fmla="*/ 0 w 226"/>
                  <a:gd name="T1" fmla="*/ 154 h 130"/>
                  <a:gd name="T2" fmla="*/ 69 w 226"/>
                  <a:gd name="T3" fmla="*/ 141 h 130"/>
                  <a:gd name="T4" fmla="*/ 122 w 226"/>
                  <a:gd name="T5" fmla="*/ 171 h 130"/>
                  <a:gd name="T6" fmla="*/ 184 w 226"/>
                  <a:gd name="T7" fmla="*/ 118 h 130"/>
                  <a:gd name="T8" fmla="*/ 281 w 226"/>
                  <a:gd name="T9" fmla="*/ 40 h 130"/>
                  <a:gd name="T10" fmla="*/ 268 w 226"/>
                  <a:gd name="T11" fmla="*/ 2 h 130"/>
                  <a:gd name="T12" fmla="*/ 163 w 226"/>
                  <a:gd name="T13" fmla="*/ 53 h 130"/>
                  <a:gd name="T14" fmla="*/ 62 w 226"/>
                  <a:gd name="T15" fmla="*/ 108 h 130"/>
                  <a:gd name="T16" fmla="*/ 12 w 226"/>
                  <a:gd name="T17" fmla="*/ 147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6" h="130">
                    <a:moveTo>
                      <a:pt x="0" y="115"/>
                    </a:moveTo>
                    <a:cubicBezTo>
                      <a:pt x="15" y="104"/>
                      <a:pt x="33" y="100"/>
                      <a:pt x="52" y="105"/>
                    </a:cubicBezTo>
                    <a:cubicBezTo>
                      <a:pt x="65" y="109"/>
                      <a:pt x="79" y="127"/>
                      <a:pt x="92" y="128"/>
                    </a:cubicBezTo>
                    <a:cubicBezTo>
                      <a:pt x="106" y="130"/>
                      <a:pt x="125" y="96"/>
                      <a:pt x="138" y="88"/>
                    </a:cubicBezTo>
                    <a:cubicBezTo>
                      <a:pt x="163" y="71"/>
                      <a:pt x="191" y="53"/>
                      <a:pt x="210" y="30"/>
                    </a:cubicBezTo>
                    <a:cubicBezTo>
                      <a:pt x="223" y="14"/>
                      <a:pt x="226" y="0"/>
                      <a:pt x="201" y="2"/>
                    </a:cubicBezTo>
                    <a:cubicBezTo>
                      <a:pt x="173" y="4"/>
                      <a:pt x="146" y="27"/>
                      <a:pt x="122" y="40"/>
                    </a:cubicBezTo>
                    <a:cubicBezTo>
                      <a:pt x="96" y="53"/>
                      <a:pt x="70" y="65"/>
                      <a:pt x="46" y="81"/>
                    </a:cubicBezTo>
                    <a:cubicBezTo>
                      <a:pt x="33" y="89"/>
                      <a:pt x="16" y="97"/>
                      <a:pt x="9" y="111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9" name="Freeform 2262">
                <a:extLst>
                  <a:ext uri="{FF2B5EF4-FFF2-40B4-BE49-F238E27FC236}">
                    <a16:creationId xmlns:a16="http://schemas.microsoft.com/office/drawing/2014/main" id="{0F36CAE2-955D-4D0C-9AE2-E516B808D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055"/>
                <a:ext cx="142" cy="291"/>
              </a:xfrm>
              <a:custGeom>
                <a:avLst/>
                <a:gdLst>
                  <a:gd name="T0" fmla="*/ 89 w 128"/>
                  <a:gd name="T1" fmla="*/ 335 h 263"/>
                  <a:gd name="T2" fmla="*/ 54 w 128"/>
                  <a:gd name="T3" fmla="*/ 169 h 263"/>
                  <a:gd name="T4" fmla="*/ 12 w 128"/>
                  <a:gd name="T5" fmla="*/ 132 h 263"/>
                  <a:gd name="T6" fmla="*/ 24 w 128"/>
                  <a:gd name="T7" fmla="*/ 35 h 263"/>
                  <a:gd name="T8" fmla="*/ 100 w 128"/>
                  <a:gd name="T9" fmla="*/ 51 h 263"/>
                  <a:gd name="T10" fmla="*/ 133 w 128"/>
                  <a:gd name="T11" fmla="*/ 174 h 263"/>
                  <a:gd name="T12" fmla="*/ 158 w 128"/>
                  <a:gd name="T13" fmla="*/ 277 h 263"/>
                  <a:gd name="T14" fmla="*/ 175 w 128"/>
                  <a:gd name="T15" fmla="*/ 344 h 263"/>
                  <a:gd name="T16" fmla="*/ 94 w 128"/>
                  <a:gd name="T17" fmla="*/ 349 h 263"/>
                  <a:gd name="T18" fmla="*/ 88 w 128"/>
                  <a:gd name="T19" fmla="*/ 326 h 2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263">
                    <a:moveTo>
                      <a:pt x="65" y="248"/>
                    </a:moveTo>
                    <a:cubicBezTo>
                      <a:pt x="65" y="209"/>
                      <a:pt x="66" y="157"/>
                      <a:pt x="40" y="125"/>
                    </a:cubicBezTo>
                    <a:cubicBezTo>
                      <a:pt x="32" y="114"/>
                      <a:pt x="16" y="110"/>
                      <a:pt x="9" y="98"/>
                    </a:cubicBezTo>
                    <a:cubicBezTo>
                      <a:pt x="0" y="81"/>
                      <a:pt x="8" y="41"/>
                      <a:pt x="18" y="26"/>
                    </a:cubicBezTo>
                    <a:cubicBezTo>
                      <a:pt x="34" y="0"/>
                      <a:pt x="60" y="19"/>
                      <a:pt x="73" y="38"/>
                    </a:cubicBezTo>
                    <a:cubicBezTo>
                      <a:pt x="90" y="62"/>
                      <a:pt x="89" y="100"/>
                      <a:pt x="97" y="128"/>
                    </a:cubicBezTo>
                    <a:cubicBezTo>
                      <a:pt x="103" y="153"/>
                      <a:pt x="109" y="179"/>
                      <a:pt x="115" y="204"/>
                    </a:cubicBezTo>
                    <a:cubicBezTo>
                      <a:pt x="119" y="220"/>
                      <a:pt x="126" y="238"/>
                      <a:pt x="128" y="254"/>
                    </a:cubicBezTo>
                    <a:cubicBezTo>
                      <a:pt x="109" y="255"/>
                      <a:pt x="88" y="263"/>
                      <a:pt x="69" y="258"/>
                    </a:cubicBezTo>
                    <a:cubicBezTo>
                      <a:pt x="68" y="252"/>
                      <a:pt x="64" y="247"/>
                      <a:pt x="64" y="241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0" name="Freeform 2263">
                <a:extLst>
                  <a:ext uri="{FF2B5EF4-FFF2-40B4-BE49-F238E27FC236}">
                    <a16:creationId xmlns:a16="http://schemas.microsoft.com/office/drawing/2014/main" id="{00EA33EA-1C01-444E-8332-47649BA14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028"/>
                <a:ext cx="242" cy="315"/>
              </a:xfrm>
              <a:custGeom>
                <a:avLst/>
                <a:gdLst>
                  <a:gd name="T0" fmla="*/ 291 w 219"/>
                  <a:gd name="T1" fmla="*/ 329 h 285"/>
                  <a:gd name="T2" fmla="*/ 257 w 219"/>
                  <a:gd name="T3" fmla="*/ 249 h 285"/>
                  <a:gd name="T4" fmla="*/ 214 w 219"/>
                  <a:gd name="T5" fmla="*/ 213 h 285"/>
                  <a:gd name="T6" fmla="*/ 177 w 219"/>
                  <a:gd name="T7" fmla="*/ 176 h 285"/>
                  <a:gd name="T8" fmla="*/ 144 w 219"/>
                  <a:gd name="T9" fmla="*/ 171 h 285"/>
                  <a:gd name="T10" fmla="*/ 109 w 219"/>
                  <a:gd name="T11" fmla="*/ 248 h 285"/>
                  <a:gd name="T12" fmla="*/ 126 w 219"/>
                  <a:gd name="T13" fmla="*/ 329 h 285"/>
                  <a:gd name="T14" fmla="*/ 86 w 219"/>
                  <a:gd name="T15" fmla="*/ 367 h 285"/>
                  <a:gd name="T16" fmla="*/ 35 w 219"/>
                  <a:gd name="T17" fmla="*/ 355 h 285"/>
                  <a:gd name="T18" fmla="*/ 17 w 219"/>
                  <a:gd name="T19" fmla="*/ 209 h 285"/>
                  <a:gd name="T20" fmla="*/ 8 w 219"/>
                  <a:gd name="T21" fmla="*/ 86 h 285"/>
                  <a:gd name="T22" fmla="*/ 48 w 219"/>
                  <a:gd name="T23" fmla="*/ 4 h 285"/>
                  <a:gd name="T24" fmla="*/ 90 w 219"/>
                  <a:gd name="T25" fmla="*/ 80 h 285"/>
                  <a:gd name="T26" fmla="*/ 158 w 219"/>
                  <a:gd name="T27" fmla="*/ 127 h 285"/>
                  <a:gd name="T28" fmla="*/ 214 w 219"/>
                  <a:gd name="T29" fmla="*/ 187 h 285"/>
                  <a:gd name="T30" fmla="*/ 278 w 219"/>
                  <a:gd name="T31" fmla="*/ 248 h 285"/>
                  <a:gd name="T32" fmla="*/ 291 w 219"/>
                  <a:gd name="T33" fmla="*/ 329 h 2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9" h="285">
                    <a:moveTo>
                      <a:pt x="215" y="244"/>
                    </a:moveTo>
                    <a:cubicBezTo>
                      <a:pt x="217" y="226"/>
                      <a:pt x="201" y="198"/>
                      <a:pt x="191" y="185"/>
                    </a:cubicBezTo>
                    <a:cubicBezTo>
                      <a:pt x="183" y="174"/>
                      <a:pt x="170" y="167"/>
                      <a:pt x="159" y="158"/>
                    </a:cubicBezTo>
                    <a:cubicBezTo>
                      <a:pt x="148" y="150"/>
                      <a:pt x="140" y="141"/>
                      <a:pt x="131" y="130"/>
                    </a:cubicBezTo>
                    <a:cubicBezTo>
                      <a:pt x="120" y="117"/>
                      <a:pt x="118" y="112"/>
                      <a:pt x="107" y="127"/>
                    </a:cubicBezTo>
                    <a:cubicBezTo>
                      <a:pt x="94" y="143"/>
                      <a:pt x="83" y="163"/>
                      <a:pt x="81" y="184"/>
                    </a:cubicBezTo>
                    <a:cubicBezTo>
                      <a:pt x="78" y="205"/>
                      <a:pt x="89" y="224"/>
                      <a:pt x="93" y="244"/>
                    </a:cubicBezTo>
                    <a:cubicBezTo>
                      <a:pt x="97" y="265"/>
                      <a:pt x="83" y="265"/>
                      <a:pt x="64" y="271"/>
                    </a:cubicBezTo>
                    <a:cubicBezTo>
                      <a:pt x="47" y="276"/>
                      <a:pt x="30" y="285"/>
                      <a:pt x="26" y="262"/>
                    </a:cubicBezTo>
                    <a:cubicBezTo>
                      <a:pt x="20" y="227"/>
                      <a:pt x="20" y="191"/>
                      <a:pt x="13" y="155"/>
                    </a:cubicBezTo>
                    <a:cubicBezTo>
                      <a:pt x="7" y="126"/>
                      <a:pt x="0" y="95"/>
                      <a:pt x="5" y="64"/>
                    </a:cubicBezTo>
                    <a:cubicBezTo>
                      <a:pt x="7" y="51"/>
                      <a:pt x="17" y="0"/>
                      <a:pt x="35" y="4"/>
                    </a:cubicBezTo>
                    <a:cubicBezTo>
                      <a:pt x="49" y="7"/>
                      <a:pt x="56" y="47"/>
                      <a:pt x="66" y="59"/>
                    </a:cubicBezTo>
                    <a:cubicBezTo>
                      <a:pt x="79" y="75"/>
                      <a:pt x="101" y="83"/>
                      <a:pt x="117" y="94"/>
                    </a:cubicBezTo>
                    <a:cubicBezTo>
                      <a:pt x="135" y="106"/>
                      <a:pt x="143" y="125"/>
                      <a:pt x="159" y="138"/>
                    </a:cubicBezTo>
                    <a:cubicBezTo>
                      <a:pt x="176" y="152"/>
                      <a:pt x="194" y="165"/>
                      <a:pt x="206" y="184"/>
                    </a:cubicBezTo>
                    <a:cubicBezTo>
                      <a:pt x="219" y="204"/>
                      <a:pt x="207" y="225"/>
                      <a:pt x="215" y="244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1" name="Freeform 2264">
                <a:extLst>
                  <a:ext uri="{FF2B5EF4-FFF2-40B4-BE49-F238E27FC236}">
                    <a16:creationId xmlns:a16="http://schemas.microsoft.com/office/drawing/2014/main" id="{2900D7A4-9C63-46A0-9FFD-6C8113D41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088"/>
                <a:ext cx="85" cy="166"/>
              </a:xfrm>
              <a:custGeom>
                <a:avLst/>
                <a:gdLst>
                  <a:gd name="T0" fmla="*/ 81 w 77"/>
                  <a:gd name="T1" fmla="*/ 204 h 150"/>
                  <a:gd name="T2" fmla="*/ 61 w 77"/>
                  <a:gd name="T3" fmla="*/ 115 h 150"/>
                  <a:gd name="T4" fmla="*/ 104 w 77"/>
                  <a:gd name="T5" fmla="*/ 93 h 150"/>
                  <a:gd name="T6" fmla="*/ 94 w 77"/>
                  <a:gd name="T7" fmla="*/ 66 h 150"/>
                  <a:gd name="T8" fmla="*/ 68 w 77"/>
                  <a:gd name="T9" fmla="*/ 48 h 150"/>
                  <a:gd name="T10" fmla="*/ 4 w 77"/>
                  <a:gd name="T11" fmla="*/ 41 h 150"/>
                  <a:gd name="T12" fmla="*/ 34 w 77"/>
                  <a:gd name="T13" fmla="*/ 138 h 150"/>
                  <a:gd name="T14" fmla="*/ 74 w 77"/>
                  <a:gd name="T15" fmla="*/ 196 h 1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150">
                    <a:moveTo>
                      <a:pt x="60" y="150"/>
                    </a:moveTo>
                    <a:cubicBezTo>
                      <a:pt x="50" y="130"/>
                      <a:pt x="42" y="107"/>
                      <a:pt x="45" y="85"/>
                    </a:cubicBezTo>
                    <a:cubicBezTo>
                      <a:pt x="48" y="69"/>
                      <a:pt x="64" y="57"/>
                      <a:pt x="77" y="69"/>
                    </a:cubicBezTo>
                    <a:cubicBezTo>
                      <a:pt x="72" y="63"/>
                      <a:pt x="73" y="56"/>
                      <a:pt x="70" y="49"/>
                    </a:cubicBezTo>
                    <a:cubicBezTo>
                      <a:pt x="66" y="39"/>
                      <a:pt x="62" y="40"/>
                      <a:pt x="51" y="35"/>
                    </a:cubicBezTo>
                    <a:cubicBezTo>
                      <a:pt x="37" y="28"/>
                      <a:pt x="0" y="0"/>
                      <a:pt x="4" y="30"/>
                    </a:cubicBezTo>
                    <a:cubicBezTo>
                      <a:pt x="6" y="52"/>
                      <a:pt x="16" y="82"/>
                      <a:pt x="25" y="102"/>
                    </a:cubicBezTo>
                    <a:cubicBezTo>
                      <a:pt x="32" y="119"/>
                      <a:pt x="45" y="131"/>
                      <a:pt x="55" y="145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2" name="Freeform 2265">
                <a:extLst>
                  <a:ext uri="{FF2B5EF4-FFF2-40B4-BE49-F238E27FC236}">
                    <a16:creationId xmlns:a16="http://schemas.microsoft.com/office/drawing/2014/main" id="{9142ACB5-33DA-46A3-8FD1-E3B402476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988"/>
                <a:ext cx="65" cy="248"/>
              </a:xfrm>
              <a:custGeom>
                <a:avLst/>
                <a:gdLst>
                  <a:gd name="T0" fmla="*/ 58 w 59"/>
                  <a:gd name="T1" fmla="*/ 280 h 225"/>
                  <a:gd name="T2" fmla="*/ 63 w 59"/>
                  <a:gd name="T3" fmla="*/ 285 h 225"/>
                  <a:gd name="T4" fmla="*/ 31 w 59"/>
                  <a:gd name="T5" fmla="*/ 200 h 225"/>
                  <a:gd name="T6" fmla="*/ 24 w 59"/>
                  <a:gd name="T7" fmla="*/ 130 h 225"/>
                  <a:gd name="T8" fmla="*/ 51 w 59"/>
                  <a:gd name="T9" fmla="*/ 47 h 225"/>
                  <a:gd name="T10" fmla="*/ 1 w 59"/>
                  <a:gd name="T11" fmla="*/ 145 h 225"/>
                  <a:gd name="T12" fmla="*/ 32 w 59"/>
                  <a:gd name="T13" fmla="*/ 276 h 225"/>
                  <a:gd name="T14" fmla="*/ 50 w 59"/>
                  <a:gd name="T15" fmla="*/ 301 h 225"/>
                  <a:gd name="T16" fmla="*/ 58 w 59"/>
                  <a:gd name="T17" fmla="*/ 296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225">
                    <a:moveTo>
                      <a:pt x="44" y="209"/>
                    </a:moveTo>
                    <a:cubicBezTo>
                      <a:pt x="45" y="211"/>
                      <a:pt x="46" y="212"/>
                      <a:pt x="47" y="213"/>
                    </a:cubicBezTo>
                    <a:cubicBezTo>
                      <a:pt x="30" y="200"/>
                      <a:pt x="28" y="168"/>
                      <a:pt x="23" y="149"/>
                    </a:cubicBezTo>
                    <a:cubicBezTo>
                      <a:pt x="19" y="132"/>
                      <a:pt x="16" y="115"/>
                      <a:pt x="18" y="97"/>
                    </a:cubicBezTo>
                    <a:cubicBezTo>
                      <a:pt x="21" y="73"/>
                      <a:pt x="59" y="61"/>
                      <a:pt x="38" y="35"/>
                    </a:cubicBezTo>
                    <a:cubicBezTo>
                      <a:pt x="11" y="0"/>
                      <a:pt x="1" y="96"/>
                      <a:pt x="1" y="109"/>
                    </a:cubicBezTo>
                    <a:cubicBezTo>
                      <a:pt x="0" y="143"/>
                      <a:pt x="9" y="176"/>
                      <a:pt x="24" y="206"/>
                    </a:cubicBezTo>
                    <a:cubicBezTo>
                      <a:pt x="27" y="213"/>
                      <a:pt x="30" y="221"/>
                      <a:pt x="37" y="225"/>
                    </a:cubicBezTo>
                    <a:cubicBezTo>
                      <a:pt x="39" y="223"/>
                      <a:pt x="43" y="222"/>
                      <a:pt x="44" y="221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3" name="Freeform 2266">
                <a:extLst>
                  <a:ext uri="{FF2B5EF4-FFF2-40B4-BE49-F238E27FC236}">
                    <a16:creationId xmlns:a16="http://schemas.microsoft.com/office/drawing/2014/main" id="{0E83F5F1-81B7-4798-992F-27CCD9A8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032"/>
                <a:ext cx="126" cy="100"/>
              </a:xfrm>
              <a:custGeom>
                <a:avLst/>
                <a:gdLst>
                  <a:gd name="T0" fmla="*/ 17 w 114"/>
                  <a:gd name="T1" fmla="*/ 1 h 91"/>
                  <a:gd name="T2" fmla="*/ 0 w 114"/>
                  <a:gd name="T3" fmla="*/ 24 h 91"/>
                  <a:gd name="T4" fmla="*/ 33 w 114"/>
                  <a:gd name="T5" fmla="*/ 62 h 91"/>
                  <a:gd name="T6" fmla="*/ 78 w 114"/>
                  <a:gd name="T7" fmla="*/ 93 h 91"/>
                  <a:gd name="T8" fmla="*/ 117 w 114"/>
                  <a:gd name="T9" fmla="*/ 115 h 91"/>
                  <a:gd name="T10" fmla="*/ 77 w 114"/>
                  <a:gd name="T11" fmla="*/ 36 h 91"/>
                  <a:gd name="T12" fmla="*/ 17 w 114"/>
                  <a:gd name="T13" fmla="*/ 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1">
                    <a:moveTo>
                      <a:pt x="13" y="1"/>
                    </a:moveTo>
                    <a:cubicBezTo>
                      <a:pt x="11" y="0"/>
                      <a:pt x="0" y="11"/>
                      <a:pt x="0" y="18"/>
                    </a:cubicBezTo>
                    <a:cubicBezTo>
                      <a:pt x="0" y="30"/>
                      <a:pt x="16" y="39"/>
                      <a:pt x="24" y="46"/>
                    </a:cubicBezTo>
                    <a:cubicBezTo>
                      <a:pt x="35" y="55"/>
                      <a:pt x="47" y="62"/>
                      <a:pt x="58" y="70"/>
                    </a:cubicBezTo>
                    <a:cubicBezTo>
                      <a:pt x="65" y="75"/>
                      <a:pt x="77" y="91"/>
                      <a:pt x="87" y="87"/>
                    </a:cubicBezTo>
                    <a:cubicBezTo>
                      <a:pt x="114" y="78"/>
                      <a:pt x="65" y="35"/>
                      <a:pt x="57" y="27"/>
                    </a:cubicBezTo>
                    <a:cubicBezTo>
                      <a:pt x="44" y="15"/>
                      <a:pt x="26" y="11"/>
                      <a:pt x="13" y="0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4" name="Freeform 2267">
                <a:extLst>
                  <a:ext uri="{FF2B5EF4-FFF2-40B4-BE49-F238E27FC236}">
                    <a16:creationId xmlns:a16="http://schemas.microsoft.com/office/drawing/2014/main" id="{BEFBE6F2-90D7-45B0-812C-FBF4AF955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165"/>
                <a:ext cx="66" cy="52"/>
              </a:xfrm>
              <a:custGeom>
                <a:avLst/>
                <a:gdLst>
                  <a:gd name="T0" fmla="*/ 0 w 60"/>
                  <a:gd name="T1" fmla="*/ 2 h 47"/>
                  <a:gd name="T2" fmla="*/ 25 w 60"/>
                  <a:gd name="T3" fmla="*/ 48 h 47"/>
                  <a:gd name="T4" fmla="*/ 69 w 60"/>
                  <a:gd name="T5" fmla="*/ 50 h 47"/>
                  <a:gd name="T6" fmla="*/ 80 w 60"/>
                  <a:gd name="T7" fmla="*/ 42 h 47"/>
                  <a:gd name="T8" fmla="*/ 2 w 60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7">
                    <a:moveTo>
                      <a:pt x="0" y="2"/>
                    </a:moveTo>
                    <a:cubicBezTo>
                      <a:pt x="0" y="18"/>
                      <a:pt x="1" y="28"/>
                      <a:pt x="19" y="35"/>
                    </a:cubicBezTo>
                    <a:cubicBezTo>
                      <a:pt x="26" y="38"/>
                      <a:pt x="47" y="47"/>
                      <a:pt x="52" y="37"/>
                    </a:cubicBezTo>
                    <a:cubicBezTo>
                      <a:pt x="56" y="36"/>
                      <a:pt x="57" y="35"/>
                      <a:pt x="60" y="31"/>
                    </a:cubicBezTo>
                    <a:cubicBezTo>
                      <a:pt x="43" y="16"/>
                      <a:pt x="20" y="9"/>
                      <a:pt x="2" y="0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5" name="Freeform 2268">
                <a:extLst>
                  <a:ext uri="{FF2B5EF4-FFF2-40B4-BE49-F238E27FC236}">
                    <a16:creationId xmlns:a16="http://schemas.microsoft.com/office/drawing/2014/main" id="{FFEAED0E-6D0B-4382-8FEF-39D08E37E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88"/>
                <a:ext cx="30" cy="28"/>
              </a:xfrm>
              <a:custGeom>
                <a:avLst/>
                <a:gdLst>
                  <a:gd name="T0" fmla="*/ 1 w 27"/>
                  <a:gd name="T1" fmla="*/ 1 h 25"/>
                  <a:gd name="T2" fmla="*/ 32 w 27"/>
                  <a:gd name="T3" fmla="*/ 35 h 25"/>
                  <a:gd name="T4" fmla="*/ 0 w 27"/>
                  <a:gd name="T5" fmla="*/ 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5">
                    <a:moveTo>
                      <a:pt x="1" y="1"/>
                    </a:moveTo>
                    <a:cubicBezTo>
                      <a:pt x="12" y="7"/>
                      <a:pt x="19" y="14"/>
                      <a:pt x="23" y="25"/>
                    </a:cubicBezTo>
                    <a:cubicBezTo>
                      <a:pt x="27" y="9"/>
                      <a:pt x="15" y="0"/>
                      <a:pt x="0" y="1"/>
                    </a:cubicBezTo>
                  </a:path>
                </a:pathLst>
              </a:custGeom>
              <a:solidFill>
                <a:srgbClr val="F4B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6" name="Freeform 2269">
                <a:extLst>
                  <a:ext uri="{FF2B5EF4-FFF2-40B4-BE49-F238E27FC236}">
                    <a16:creationId xmlns:a16="http://schemas.microsoft.com/office/drawing/2014/main" id="{512F4790-2182-4C01-96D1-3AD96D4D5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136"/>
                <a:ext cx="55" cy="100"/>
              </a:xfrm>
              <a:custGeom>
                <a:avLst/>
                <a:gdLst>
                  <a:gd name="T0" fmla="*/ 67 w 50"/>
                  <a:gd name="T1" fmla="*/ 0 h 91"/>
                  <a:gd name="T2" fmla="*/ 0 w 50"/>
                  <a:gd name="T3" fmla="*/ 121 h 91"/>
                  <a:gd name="T4" fmla="*/ 61 w 50"/>
                  <a:gd name="T5" fmla="*/ 4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91">
                    <a:moveTo>
                      <a:pt x="50" y="0"/>
                    </a:moveTo>
                    <a:cubicBezTo>
                      <a:pt x="29" y="29"/>
                      <a:pt x="1" y="50"/>
                      <a:pt x="0" y="91"/>
                    </a:cubicBezTo>
                    <a:cubicBezTo>
                      <a:pt x="12" y="64"/>
                      <a:pt x="19" y="19"/>
                      <a:pt x="45" y="4"/>
                    </a:cubicBezTo>
                  </a:path>
                </a:pathLst>
              </a:custGeom>
              <a:solidFill>
                <a:srgbClr val="F4B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7" name="Freeform 2270">
                <a:extLst>
                  <a:ext uri="{FF2B5EF4-FFF2-40B4-BE49-F238E27FC236}">
                    <a16:creationId xmlns:a16="http://schemas.microsoft.com/office/drawing/2014/main" id="{2BAE89E0-944D-4992-8E9D-38809955D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244"/>
                <a:ext cx="102" cy="46"/>
              </a:xfrm>
              <a:custGeom>
                <a:avLst/>
                <a:gdLst>
                  <a:gd name="T0" fmla="*/ 0 w 92"/>
                  <a:gd name="T1" fmla="*/ 55 h 42"/>
                  <a:gd name="T2" fmla="*/ 125 w 92"/>
                  <a:gd name="T3" fmla="*/ 0 h 42"/>
                  <a:gd name="T4" fmla="*/ 67 w 92"/>
                  <a:gd name="T5" fmla="*/ 36 h 42"/>
                  <a:gd name="T6" fmla="*/ 12 w 92"/>
                  <a:gd name="T7" fmla="*/ 4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42">
                    <a:moveTo>
                      <a:pt x="0" y="42"/>
                    </a:moveTo>
                    <a:cubicBezTo>
                      <a:pt x="30" y="35"/>
                      <a:pt x="68" y="17"/>
                      <a:pt x="92" y="0"/>
                    </a:cubicBezTo>
                    <a:cubicBezTo>
                      <a:pt x="79" y="9"/>
                      <a:pt x="63" y="19"/>
                      <a:pt x="49" y="27"/>
                    </a:cubicBezTo>
                    <a:cubicBezTo>
                      <a:pt x="35" y="34"/>
                      <a:pt x="20" y="32"/>
                      <a:pt x="9" y="36"/>
                    </a:cubicBezTo>
                  </a:path>
                </a:pathLst>
              </a:custGeom>
              <a:solidFill>
                <a:srgbClr val="F4B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8" name="Freeform 2271">
                <a:extLst>
                  <a:ext uri="{FF2B5EF4-FFF2-40B4-BE49-F238E27FC236}">
                    <a16:creationId xmlns:a16="http://schemas.microsoft.com/office/drawing/2014/main" id="{BBAB9D8C-218D-42BF-B570-5784AC284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157"/>
                <a:ext cx="46" cy="145"/>
              </a:xfrm>
              <a:custGeom>
                <a:avLst/>
                <a:gdLst>
                  <a:gd name="T0" fmla="*/ 0 w 42"/>
                  <a:gd name="T1" fmla="*/ 0 h 132"/>
                  <a:gd name="T2" fmla="*/ 45 w 42"/>
                  <a:gd name="T3" fmla="*/ 98 h 132"/>
                  <a:gd name="T4" fmla="*/ 54 w 42"/>
                  <a:gd name="T5" fmla="*/ 175 h 132"/>
                  <a:gd name="T6" fmla="*/ 31 w 42"/>
                  <a:gd name="T7" fmla="*/ 89 h 132"/>
                  <a:gd name="T8" fmla="*/ 13 w 42"/>
                  <a:gd name="T9" fmla="*/ 3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32">
                    <a:moveTo>
                      <a:pt x="0" y="0"/>
                    </a:moveTo>
                    <a:cubicBezTo>
                      <a:pt x="19" y="10"/>
                      <a:pt x="29" y="55"/>
                      <a:pt x="34" y="74"/>
                    </a:cubicBezTo>
                    <a:cubicBezTo>
                      <a:pt x="38" y="92"/>
                      <a:pt x="42" y="113"/>
                      <a:pt x="41" y="132"/>
                    </a:cubicBezTo>
                    <a:cubicBezTo>
                      <a:pt x="30" y="117"/>
                      <a:pt x="30" y="85"/>
                      <a:pt x="24" y="67"/>
                    </a:cubicBezTo>
                    <a:cubicBezTo>
                      <a:pt x="18" y="47"/>
                      <a:pt x="17" y="21"/>
                      <a:pt x="10" y="3"/>
                    </a:cubicBezTo>
                  </a:path>
                </a:pathLst>
              </a:custGeom>
              <a:solidFill>
                <a:srgbClr val="F4B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9" name="Freeform 2272">
                <a:extLst>
                  <a:ext uri="{FF2B5EF4-FFF2-40B4-BE49-F238E27FC236}">
                    <a16:creationId xmlns:a16="http://schemas.microsoft.com/office/drawing/2014/main" id="{7C62B2E4-9E31-4496-B84C-F8E2AC2C5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116"/>
                <a:ext cx="27" cy="165"/>
              </a:xfrm>
              <a:custGeom>
                <a:avLst/>
                <a:gdLst>
                  <a:gd name="T0" fmla="*/ 0 w 24"/>
                  <a:gd name="T1" fmla="*/ 0 h 150"/>
                  <a:gd name="T2" fmla="*/ 18 w 24"/>
                  <a:gd name="T3" fmla="*/ 113 h 150"/>
                  <a:gd name="T4" fmla="*/ 34 w 24"/>
                  <a:gd name="T5" fmla="*/ 200 h 150"/>
                  <a:gd name="T6" fmla="*/ 20 w 24"/>
                  <a:gd name="T7" fmla="*/ 96 h 150"/>
                  <a:gd name="T8" fmla="*/ 7 w 24"/>
                  <a:gd name="T9" fmla="*/ 15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0">
                    <a:moveTo>
                      <a:pt x="0" y="0"/>
                    </a:moveTo>
                    <a:cubicBezTo>
                      <a:pt x="3" y="28"/>
                      <a:pt x="9" y="57"/>
                      <a:pt x="12" y="85"/>
                    </a:cubicBezTo>
                    <a:cubicBezTo>
                      <a:pt x="15" y="106"/>
                      <a:pt x="12" y="133"/>
                      <a:pt x="24" y="150"/>
                    </a:cubicBezTo>
                    <a:cubicBezTo>
                      <a:pt x="17" y="126"/>
                      <a:pt x="17" y="97"/>
                      <a:pt x="14" y="72"/>
                    </a:cubicBezTo>
                    <a:cubicBezTo>
                      <a:pt x="12" y="51"/>
                      <a:pt x="7" y="32"/>
                      <a:pt x="4" y="12"/>
                    </a:cubicBezTo>
                  </a:path>
                </a:pathLst>
              </a:custGeom>
              <a:solidFill>
                <a:srgbClr val="F2D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0" name="Freeform 2273">
                <a:extLst>
                  <a:ext uri="{FF2B5EF4-FFF2-40B4-BE49-F238E27FC236}">
                    <a16:creationId xmlns:a16="http://schemas.microsoft.com/office/drawing/2014/main" id="{34D8C130-F763-4693-AB0C-E20859E9B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132"/>
                <a:ext cx="17" cy="57"/>
              </a:xfrm>
              <a:custGeom>
                <a:avLst/>
                <a:gdLst>
                  <a:gd name="T0" fmla="*/ 2 w 15"/>
                  <a:gd name="T1" fmla="*/ 0 h 51"/>
                  <a:gd name="T2" fmla="*/ 22 w 15"/>
                  <a:gd name="T3" fmla="*/ 72 h 51"/>
                  <a:gd name="T4" fmla="*/ 7 w 15"/>
                  <a:gd name="T5" fmla="*/ 11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1">
                    <a:moveTo>
                      <a:pt x="2" y="0"/>
                    </a:moveTo>
                    <a:cubicBezTo>
                      <a:pt x="0" y="16"/>
                      <a:pt x="5" y="38"/>
                      <a:pt x="15" y="51"/>
                    </a:cubicBezTo>
                    <a:cubicBezTo>
                      <a:pt x="12" y="38"/>
                      <a:pt x="9" y="21"/>
                      <a:pt x="4" y="8"/>
                    </a:cubicBezTo>
                  </a:path>
                </a:pathLst>
              </a:custGeom>
              <a:solidFill>
                <a:srgbClr val="F2D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1" name="Freeform 2274">
                <a:extLst>
                  <a:ext uri="{FF2B5EF4-FFF2-40B4-BE49-F238E27FC236}">
                    <a16:creationId xmlns:a16="http://schemas.microsoft.com/office/drawing/2014/main" id="{268C790D-D152-4442-9C2C-28BCBF9B7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051"/>
                <a:ext cx="24" cy="110"/>
              </a:xfrm>
              <a:custGeom>
                <a:avLst/>
                <a:gdLst>
                  <a:gd name="T0" fmla="*/ 28 w 22"/>
                  <a:gd name="T1" fmla="*/ 0 h 100"/>
                  <a:gd name="T2" fmla="*/ 13 w 22"/>
                  <a:gd name="T3" fmla="*/ 133 h 100"/>
                  <a:gd name="T4" fmla="*/ 23 w 22"/>
                  <a:gd name="T5" fmla="*/ 19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00">
                    <a:moveTo>
                      <a:pt x="22" y="0"/>
                    </a:moveTo>
                    <a:cubicBezTo>
                      <a:pt x="1" y="7"/>
                      <a:pt x="0" y="83"/>
                      <a:pt x="10" y="100"/>
                    </a:cubicBezTo>
                    <a:cubicBezTo>
                      <a:pt x="10" y="77"/>
                      <a:pt x="2" y="32"/>
                      <a:pt x="17" y="14"/>
                    </a:cubicBezTo>
                  </a:path>
                </a:pathLst>
              </a:custGeom>
              <a:solidFill>
                <a:srgbClr val="F2D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2" name="Freeform 2275">
                <a:extLst>
                  <a:ext uri="{FF2B5EF4-FFF2-40B4-BE49-F238E27FC236}">
                    <a16:creationId xmlns:a16="http://schemas.microsoft.com/office/drawing/2014/main" id="{A3781E2C-AD41-4A07-AD85-4BA4CD8AC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097"/>
                <a:ext cx="1665" cy="292"/>
              </a:xfrm>
              <a:custGeom>
                <a:avLst/>
                <a:gdLst>
                  <a:gd name="T0" fmla="*/ 0 w 1507"/>
                  <a:gd name="T1" fmla="*/ 0 h 264"/>
                  <a:gd name="T2" fmla="*/ 22 w 1507"/>
                  <a:gd name="T3" fmla="*/ 12 h 264"/>
                  <a:gd name="T4" fmla="*/ 114 w 1507"/>
                  <a:gd name="T5" fmla="*/ 76 h 264"/>
                  <a:gd name="T6" fmla="*/ 206 w 1507"/>
                  <a:gd name="T7" fmla="*/ 123 h 264"/>
                  <a:gd name="T8" fmla="*/ 327 w 1507"/>
                  <a:gd name="T9" fmla="*/ 231 h 264"/>
                  <a:gd name="T10" fmla="*/ 493 w 1507"/>
                  <a:gd name="T11" fmla="*/ 281 h 264"/>
                  <a:gd name="T12" fmla="*/ 537 w 1507"/>
                  <a:gd name="T13" fmla="*/ 296 h 264"/>
                  <a:gd name="T14" fmla="*/ 622 w 1507"/>
                  <a:gd name="T15" fmla="*/ 275 h 264"/>
                  <a:gd name="T16" fmla="*/ 729 w 1507"/>
                  <a:gd name="T17" fmla="*/ 324 h 264"/>
                  <a:gd name="T18" fmla="*/ 893 w 1507"/>
                  <a:gd name="T19" fmla="*/ 335 h 264"/>
                  <a:gd name="T20" fmla="*/ 982 w 1507"/>
                  <a:gd name="T21" fmla="*/ 312 h 264"/>
                  <a:gd name="T22" fmla="*/ 1103 w 1507"/>
                  <a:gd name="T23" fmla="*/ 319 h 264"/>
                  <a:gd name="T24" fmla="*/ 1303 w 1507"/>
                  <a:gd name="T25" fmla="*/ 309 h 264"/>
                  <a:gd name="T26" fmla="*/ 1610 w 1507"/>
                  <a:gd name="T27" fmla="*/ 250 h 264"/>
                  <a:gd name="T28" fmla="*/ 1705 w 1507"/>
                  <a:gd name="T29" fmla="*/ 212 h 264"/>
                  <a:gd name="T30" fmla="*/ 1802 w 1507"/>
                  <a:gd name="T31" fmla="*/ 177 h 264"/>
                  <a:gd name="T32" fmla="*/ 1844 w 1507"/>
                  <a:gd name="T33" fmla="*/ 149 h 264"/>
                  <a:gd name="T34" fmla="*/ 1903 w 1507"/>
                  <a:gd name="T35" fmla="*/ 145 h 264"/>
                  <a:gd name="T36" fmla="*/ 1960 w 1507"/>
                  <a:gd name="T37" fmla="*/ 66 h 264"/>
                  <a:gd name="T38" fmla="*/ 2028 w 1507"/>
                  <a:gd name="T39" fmla="*/ 25 h 264"/>
                  <a:gd name="T40" fmla="*/ 2033 w 1507"/>
                  <a:gd name="T41" fmla="*/ 23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07" h="264">
                    <a:moveTo>
                      <a:pt x="0" y="0"/>
                    </a:moveTo>
                    <a:cubicBezTo>
                      <a:pt x="6" y="2"/>
                      <a:pt x="11" y="6"/>
                      <a:pt x="16" y="9"/>
                    </a:cubicBezTo>
                    <a:cubicBezTo>
                      <a:pt x="25" y="36"/>
                      <a:pt x="59" y="47"/>
                      <a:pt x="84" y="56"/>
                    </a:cubicBezTo>
                    <a:cubicBezTo>
                      <a:pt x="109" y="65"/>
                      <a:pt x="131" y="73"/>
                      <a:pt x="152" y="90"/>
                    </a:cubicBezTo>
                    <a:cubicBezTo>
                      <a:pt x="183" y="116"/>
                      <a:pt x="204" y="156"/>
                      <a:pt x="243" y="171"/>
                    </a:cubicBezTo>
                    <a:cubicBezTo>
                      <a:pt x="287" y="188"/>
                      <a:pt x="325" y="182"/>
                      <a:pt x="366" y="208"/>
                    </a:cubicBezTo>
                    <a:cubicBezTo>
                      <a:pt x="382" y="218"/>
                      <a:pt x="379" y="221"/>
                      <a:pt x="398" y="219"/>
                    </a:cubicBezTo>
                    <a:cubicBezTo>
                      <a:pt x="420" y="216"/>
                      <a:pt x="437" y="202"/>
                      <a:pt x="462" y="203"/>
                    </a:cubicBezTo>
                    <a:cubicBezTo>
                      <a:pt x="495" y="204"/>
                      <a:pt x="513" y="224"/>
                      <a:pt x="540" y="240"/>
                    </a:cubicBezTo>
                    <a:cubicBezTo>
                      <a:pt x="577" y="262"/>
                      <a:pt x="623" y="264"/>
                      <a:pt x="662" y="248"/>
                    </a:cubicBezTo>
                    <a:cubicBezTo>
                      <a:pt x="688" y="238"/>
                      <a:pt x="701" y="228"/>
                      <a:pt x="729" y="231"/>
                    </a:cubicBezTo>
                    <a:cubicBezTo>
                      <a:pt x="760" y="235"/>
                      <a:pt x="786" y="241"/>
                      <a:pt x="817" y="235"/>
                    </a:cubicBezTo>
                    <a:cubicBezTo>
                      <a:pt x="867" y="227"/>
                      <a:pt x="917" y="234"/>
                      <a:pt x="966" y="228"/>
                    </a:cubicBezTo>
                    <a:cubicBezTo>
                      <a:pt x="1048" y="217"/>
                      <a:pt x="1127" y="236"/>
                      <a:pt x="1194" y="184"/>
                    </a:cubicBezTo>
                    <a:cubicBezTo>
                      <a:pt x="1216" y="167"/>
                      <a:pt x="1236" y="158"/>
                      <a:pt x="1264" y="157"/>
                    </a:cubicBezTo>
                    <a:cubicBezTo>
                      <a:pt x="1301" y="157"/>
                      <a:pt x="1307" y="156"/>
                      <a:pt x="1336" y="131"/>
                    </a:cubicBezTo>
                    <a:cubicBezTo>
                      <a:pt x="1348" y="121"/>
                      <a:pt x="1353" y="115"/>
                      <a:pt x="1368" y="110"/>
                    </a:cubicBezTo>
                    <a:cubicBezTo>
                      <a:pt x="1383" y="106"/>
                      <a:pt x="1399" y="113"/>
                      <a:pt x="1411" y="107"/>
                    </a:cubicBezTo>
                    <a:cubicBezTo>
                      <a:pt x="1432" y="96"/>
                      <a:pt x="1436" y="63"/>
                      <a:pt x="1454" y="49"/>
                    </a:cubicBezTo>
                    <a:cubicBezTo>
                      <a:pt x="1469" y="37"/>
                      <a:pt x="1488" y="31"/>
                      <a:pt x="1504" y="19"/>
                    </a:cubicBezTo>
                    <a:cubicBezTo>
                      <a:pt x="1505" y="18"/>
                      <a:pt x="1506" y="17"/>
                      <a:pt x="1507" y="17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3" name="Freeform 2276">
                <a:extLst>
                  <a:ext uri="{FF2B5EF4-FFF2-40B4-BE49-F238E27FC236}">
                    <a16:creationId xmlns:a16="http://schemas.microsoft.com/office/drawing/2014/main" id="{F19FDB75-3657-4C84-BBB5-E59EE8A55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466"/>
                <a:ext cx="1808" cy="664"/>
              </a:xfrm>
              <a:custGeom>
                <a:avLst/>
                <a:gdLst>
                  <a:gd name="T0" fmla="*/ 0 w 1638"/>
                  <a:gd name="T1" fmla="*/ 811 h 601"/>
                  <a:gd name="T2" fmla="*/ 1102 w 1638"/>
                  <a:gd name="T3" fmla="*/ 0 h 601"/>
                  <a:gd name="T4" fmla="*/ 2203 w 1638"/>
                  <a:gd name="T5" fmla="*/ 718 h 6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8" h="601">
                    <a:moveTo>
                      <a:pt x="0" y="601"/>
                    </a:moveTo>
                    <a:cubicBezTo>
                      <a:pt x="0" y="601"/>
                      <a:pt x="93" y="0"/>
                      <a:pt x="819" y="0"/>
                    </a:cubicBezTo>
                    <a:cubicBezTo>
                      <a:pt x="1409" y="0"/>
                      <a:pt x="1590" y="387"/>
                      <a:pt x="1638" y="532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4" name="Freeform 2277">
                <a:extLst>
                  <a:ext uri="{FF2B5EF4-FFF2-40B4-BE49-F238E27FC236}">
                    <a16:creationId xmlns:a16="http://schemas.microsoft.com/office/drawing/2014/main" id="{D01F4615-06BD-4475-9A27-28ED650F0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771"/>
                <a:ext cx="236" cy="923"/>
              </a:xfrm>
              <a:custGeom>
                <a:avLst/>
                <a:gdLst>
                  <a:gd name="T0" fmla="*/ 22 w 214"/>
                  <a:gd name="T1" fmla="*/ 0 h 835"/>
                  <a:gd name="T2" fmla="*/ 133 w 214"/>
                  <a:gd name="T3" fmla="*/ 676 h 835"/>
                  <a:gd name="T4" fmla="*/ 287 w 214"/>
                  <a:gd name="T5" fmla="*/ 1127 h 8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4" h="835">
                    <a:moveTo>
                      <a:pt x="16" y="0"/>
                    </a:moveTo>
                    <a:cubicBezTo>
                      <a:pt x="16" y="0"/>
                      <a:pt x="0" y="280"/>
                      <a:pt x="100" y="501"/>
                    </a:cubicBezTo>
                    <a:cubicBezTo>
                      <a:pt x="160" y="635"/>
                      <a:pt x="195" y="752"/>
                      <a:pt x="214" y="835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5" name="Freeform 2278">
                <a:extLst>
                  <a:ext uri="{FF2B5EF4-FFF2-40B4-BE49-F238E27FC236}">
                    <a16:creationId xmlns:a16="http://schemas.microsoft.com/office/drawing/2014/main" id="{79B7A888-1CC9-48FF-B2F6-F773437F5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771"/>
                <a:ext cx="233" cy="1056"/>
              </a:xfrm>
              <a:custGeom>
                <a:avLst/>
                <a:gdLst>
                  <a:gd name="T0" fmla="*/ 284 w 211"/>
                  <a:gd name="T1" fmla="*/ 1288 h 956"/>
                  <a:gd name="T2" fmla="*/ 104 w 211"/>
                  <a:gd name="T3" fmla="*/ 682 h 956"/>
                  <a:gd name="T4" fmla="*/ 0 w 211"/>
                  <a:gd name="T5" fmla="*/ 0 h 9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1" h="956">
                    <a:moveTo>
                      <a:pt x="211" y="956"/>
                    </a:moveTo>
                    <a:cubicBezTo>
                      <a:pt x="193" y="852"/>
                      <a:pt x="152" y="655"/>
                      <a:pt x="77" y="506"/>
                    </a:cubicBezTo>
                    <a:cubicBezTo>
                      <a:pt x="16" y="386"/>
                      <a:pt x="0" y="0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6" name="Freeform 2279">
                <a:extLst>
                  <a:ext uri="{FF2B5EF4-FFF2-40B4-BE49-F238E27FC236}">
                    <a16:creationId xmlns:a16="http://schemas.microsoft.com/office/drawing/2014/main" id="{34ACE34B-510B-496D-9494-11C2B794E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771"/>
                <a:ext cx="236" cy="917"/>
              </a:xfrm>
              <a:custGeom>
                <a:avLst/>
                <a:gdLst>
                  <a:gd name="T0" fmla="*/ 269 w 213"/>
                  <a:gd name="T1" fmla="*/ 0 h 830"/>
                  <a:gd name="T2" fmla="*/ 155 w 213"/>
                  <a:gd name="T3" fmla="*/ 676 h 830"/>
                  <a:gd name="T4" fmla="*/ 0 w 213"/>
                  <a:gd name="T5" fmla="*/ 1119 h 8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3" h="830">
                    <a:moveTo>
                      <a:pt x="198" y="0"/>
                    </a:moveTo>
                    <a:cubicBezTo>
                      <a:pt x="198" y="0"/>
                      <a:pt x="213" y="280"/>
                      <a:pt x="114" y="501"/>
                    </a:cubicBezTo>
                    <a:cubicBezTo>
                      <a:pt x="54" y="632"/>
                      <a:pt x="20" y="747"/>
                      <a:pt x="0" y="830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7" name="Freeform 2280">
                <a:extLst>
                  <a:ext uri="{FF2B5EF4-FFF2-40B4-BE49-F238E27FC236}">
                    <a16:creationId xmlns:a16="http://schemas.microsoft.com/office/drawing/2014/main" id="{1ACE976F-C20E-4657-A8F5-CC818038E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771"/>
                <a:ext cx="233" cy="1052"/>
              </a:xfrm>
              <a:custGeom>
                <a:avLst/>
                <a:gdLst>
                  <a:gd name="T0" fmla="*/ 0 w 211"/>
                  <a:gd name="T1" fmla="*/ 1285 h 952"/>
                  <a:gd name="T2" fmla="*/ 180 w 211"/>
                  <a:gd name="T3" fmla="*/ 683 h 952"/>
                  <a:gd name="T4" fmla="*/ 284 w 211"/>
                  <a:gd name="T5" fmla="*/ 0 h 9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1" h="952">
                    <a:moveTo>
                      <a:pt x="0" y="952"/>
                    </a:moveTo>
                    <a:cubicBezTo>
                      <a:pt x="18" y="847"/>
                      <a:pt x="59" y="653"/>
                      <a:pt x="134" y="506"/>
                    </a:cubicBezTo>
                    <a:cubicBezTo>
                      <a:pt x="195" y="386"/>
                      <a:pt x="211" y="0"/>
                      <a:pt x="211" y="0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8" name="Oval 2281">
                <a:extLst>
                  <a:ext uri="{FF2B5EF4-FFF2-40B4-BE49-F238E27FC236}">
                    <a16:creationId xmlns:a16="http://schemas.microsoft.com/office/drawing/2014/main" id="{59CFF6B7-CCD0-4345-ADC1-ADFED2FE0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2574"/>
                <a:ext cx="28" cy="17"/>
              </a:xfrm>
              <a:prstGeom prst="ellipse">
                <a:avLst/>
              </a:prstGeom>
              <a:solidFill>
                <a:srgbClr val="9B27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7079" name="Oval 2282">
                <a:extLst>
                  <a:ext uri="{FF2B5EF4-FFF2-40B4-BE49-F238E27FC236}">
                    <a16:creationId xmlns:a16="http://schemas.microsoft.com/office/drawing/2014/main" id="{37B33923-C3F4-4BAC-959D-103ED6A02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575"/>
                <a:ext cx="24" cy="14"/>
              </a:xfrm>
              <a:prstGeom prst="ellipse">
                <a:avLst/>
              </a:prstGeom>
              <a:solidFill>
                <a:srgbClr val="9B27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7080" name="Freeform 2283">
                <a:extLst>
                  <a:ext uri="{FF2B5EF4-FFF2-40B4-BE49-F238E27FC236}">
                    <a16:creationId xmlns:a16="http://schemas.microsoft.com/office/drawing/2014/main" id="{26A4414D-C1E4-42B5-A2F0-97867FE59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568"/>
                <a:ext cx="39" cy="29"/>
              </a:xfrm>
              <a:custGeom>
                <a:avLst/>
                <a:gdLst>
                  <a:gd name="T0" fmla="*/ 25 w 35"/>
                  <a:gd name="T1" fmla="*/ 0 h 27"/>
                  <a:gd name="T2" fmla="*/ 48 w 35"/>
                  <a:gd name="T3" fmla="*/ 33 h 27"/>
                  <a:gd name="T4" fmla="*/ 25 w 3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7">
                    <a:moveTo>
                      <a:pt x="18" y="0"/>
                    </a:moveTo>
                    <a:cubicBezTo>
                      <a:pt x="18" y="0"/>
                      <a:pt x="7" y="15"/>
                      <a:pt x="35" y="27"/>
                    </a:cubicBezTo>
                    <a:cubicBezTo>
                      <a:pt x="35" y="27"/>
                      <a:pt x="0" y="18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1" name="Freeform 2284">
                <a:extLst>
                  <a:ext uri="{FF2B5EF4-FFF2-40B4-BE49-F238E27FC236}">
                    <a16:creationId xmlns:a16="http://schemas.microsoft.com/office/drawing/2014/main" id="{1867999D-90A8-4547-A1DC-A28B43764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570"/>
                <a:ext cx="42" cy="26"/>
              </a:xfrm>
              <a:custGeom>
                <a:avLst/>
                <a:gdLst>
                  <a:gd name="T0" fmla="*/ 42 w 38"/>
                  <a:gd name="T1" fmla="*/ 0 h 24"/>
                  <a:gd name="T2" fmla="*/ 51 w 38"/>
                  <a:gd name="T3" fmla="*/ 30 h 24"/>
                  <a:gd name="T4" fmla="*/ 42 w 38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4">
                    <a:moveTo>
                      <a:pt x="31" y="0"/>
                    </a:moveTo>
                    <a:cubicBezTo>
                      <a:pt x="31" y="0"/>
                      <a:pt x="7" y="19"/>
                      <a:pt x="38" y="24"/>
                    </a:cubicBezTo>
                    <a:cubicBezTo>
                      <a:pt x="38" y="24"/>
                      <a:pt x="0" y="22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2" name="Freeform 2285">
                <a:extLst>
                  <a:ext uri="{FF2B5EF4-FFF2-40B4-BE49-F238E27FC236}">
                    <a16:creationId xmlns:a16="http://schemas.microsoft.com/office/drawing/2014/main" id="{EB851E44-0CE6-4D18-B32A-B0D36560B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33"/>
                <a:ext cx="256" cy="155"/>
              </a:xfrm>
              <a:custGeom>
                <a:avLst/>
                <a:gdLst>
                  <a:gd name="T0" fmla="*/ 94 w 232"/>
                  <a:gd name="T1" fmla="*/ 4 h 140"/>
                  <a:gd name="T2" fmla="*/ 56 w 232"/>
                  <a:gd name="T3" fmla="*/ 95 h 140"/>
                  <a:gd name="T4" fmla="*/ 0 w 232"/>
                  <a:gd name="T5" fmla="*/ 156 h 140"/>
                  <a:gd name="T6" fmla="*/ 138 w 232"/>
                  <a:gd name="T7" fmla="*/ 185 h 140"/>
                  <a:gd name="T8" fmla="*/ 195 w 232"/>
                  <a:gd name="T9" fmla="*/ 161 h 140"/>
                  <a:gd name="T10" fmla="*/ 245 w 232"/>
                  <a:gd name="T11" fmla="*/ 137 h 140"/>
                  <a:gd name="T12" fmla="*/ 281 w 232"/>
                  <a:gd name="T13" fmla="*/ 182 h 140"/>
                  <a:gd name="T14" fmla="*/ 309 w 232"/>
                  <a:gd name="T15" fmla="*/ 135 h 140"/>
                  <a:gd name="T16" fmla="*/ 294 w 232"/>
                  <a:gd name="T17" fmla="*/ 66 h 140"/>
                  <a:gd name="T18" fmla="*/ 278 w 232"/>
                  <a:gd name="T19" fmla="*/ 13 h 140"/>
                  <a:gd name="T20" fmla="*/ 184 w 232"/>
                  <a:gd name="T21" fmla="*/ 4 h 140"/>
                  <a:gd name="T22" fmla="*/ 89 w 232"/>
                  <a:gd name="T23" fmla="*/ 4 h 1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2" h="140">
                    <a:moveTo>
                      <a:pt x="70" y="4"/>
                    </a:moveTo>
                    <a:cubicBezTo>
                      <a:pt x="58" y="10"/>
                      <a:pt x="52" y="55"/>
                      <a:pt x="42" y="70"/>
                    </a:cubicBezTo>
                    <a:cubicBezTo>
                      <a:pt x="30" y="87"/>
                      <a:pt x="8" y="96"/>
                      <a:pt x="0" y="115"/>
                    </a:cubicBezTo>
                    <a:cubicBezTo>
                      <a:pt x="17" y="140"/>
                      <a:pt x="74" y="140"/>
                      <a:pt x="102" y="136"/>
                    </a:cubicBezTo>
                    <a:cubicBezTo>
                      <a:pt x="117" y="134"/>
                      <a:pt x="132" y="126"/>
                      <a:pt x="145" y="118"/>
                    </a:cubicBezTo>
                    <a:cubicBezTo>
                      <a:pt x="155" y="112"/>
                      <a:pt x="169" y="95"/>
                      <a:pt x="182" y="101"/>
                    </a:cubicBezTo>
                    <a:cubicBezTo>
                      <a:pt x="196" y="108"/>
                      <a:pt x="190" y="132"/>
                      <a:pt x="209" y="134"/>
                    </a:cubicBezTo>
                    <a:cubicBezTo>
                      <a:pt x="227" y="137"/>
                      <a:pt x="232" y="112"/>
                      <a:pt x="230" y="99"/>
                    </a:cubicBezTo>
                    <a:cubicBezTo>
                      <a:pt x="227" y="82"/>
                      <a:pt x="219" y="66"/>
                      <a:pt x="218" y="49"/>
                    </a:cubicBezTo>
                    <a:cubicBezTo>
                      <a:pt x="216" y="35"/>
                      <a:pt x="220" y="17"/>
                      <a:pt x="207" y="10"/>
                    </a:cubicBezTo>
                    <a:cubicBezTo>
                      <a:pt x="192" y="2"/>
                      <a:pt x="155" y="8"/>
                      <a:pt x="137" y="4"/>
                    </a:cubicBezTo>
                    <a:cubicBezTo>
                      <a:pt x="113" y="0"/>
                      <a:pt x="90" y="2"/>
                      <a:pt x="66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3" name="Freeform 2286">
                <a:extLst>
                  <a:ext uri="{FF2B5EF4-FFF2-40B4-BE49-F238E27FC236}">
                    <a16:creationId xmlns:a16="http://schemas.microsoft.com/office/drawing/2014/main" id="{8D53FACB-5C80-4F15-9747-F77B64CE3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831"/>
                <a:ext cx="95" cy="129"/>
              </a:xfrm>
              <a:custGeom>
                <a:avLst/>
                <a:gdLst>
                  <a:gd name="T0" fmla="*/ 0 w 86"/>
                  <a:gd name="T1" fmla="*/ 0 h 117"/>
                  <a:gd name="T2" fmla="*/ 27 w 86"/>
                  <a:gd name="T3" fmla="*/ 104 h 117"/>
                  <a:gd name="T4" fmla="*/ 46 w 86"/>
                  <a:gd name="T5" fmla="*/ 146 h 117"/>
                  <a:gd name="T6" fmla="*/ 86 w 86"/>
                  <a:gd name="T7" fmla="*/ 126 h 117"/>
                  <a:gd name="T8" fmla="*/ 98 w 86"/>
                  <a:gd name="T9" fmla="*/ 26 h 117"/>
                  <a:gd name="T10" fmla="*/ 8 w 86"/>
                  <a:gd name="T11" fmla="*/ 2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6" h="117">
                    <a:moveTo>
                      <a:pt x="0" y="0"/>
                    </a:moveTo>
                    <a:cubicBezTo>
                      <a:pt x="25" y="12"/>
                      <a:pt x="19" y="54"/>
                      <a:pt x="20" y="77"/>
                    </a:cubicBezTo>
                    <a:cubicBezTo>
                      <a:pt x="21" y="91"/>
                      <a:pt x="21" y="103"/>
                      <a:pt x="34" y="109"/>
                    </a:cubicBezTo>
                    <a:cubicBezTo>
                      <a:pt x="50" y="117"/>
                      <a:pt x="60" y="108"/>
                      <a:pt x="64" y="93"/>
                    </a:cubicBezTo>
                    <a:cubicBezTo>
                      <a:pt x="69" y="76"/>
                      <a:pt x="86" y="35"/>
                      <a:pt x="73" y="20"/>
                    </a:cubicBezTo>
                    <a:cubicBezTo>
                      <a:pt x="58" y="1"/>
                      <a:pt x="25" y="9"/>
                      <a:pt x="5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4" name="Freeform 2287">
                <a:extLst>
                  <a:ext uri="{FF2B5EF4-FFF2-40B4-BE49-F238E27FC236}">
                    <a16:creationId xmlns:a16="http://schemas.microsoft.com/office/drawing/2014/main" id="{879F230B-8143-429B-93C4-AF72E5FFC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841"/>
                <a:ext cx="218" cy="159"/>
              </a:xfrm>
              <a:custGeom>
                <a:avLst/>
                <a:gdLst>
                  <a:gd name="T0" fmla="*/ 21 w 198"/>
                  <a:gd name="T1" fmla="*/ 22 h 144"/>
                  <a:gd name="T2" fmla="*/ 25 w 198"/>
                  <a:gd name="T3" fmla="*/ 141 h 144"/>
                  <a:gd name="T4" fmla="*/ 101 w 198"/>
                  <a:gd name="T5" fmla="*/ 88 h 144"/>
                  <a:gd name="T6" fmla="*/ 151 w 198"/>
                  <a:gd name="T7" fmla="*/ 142 h 144"/>
                  <a:gd name="T8" fmla="*/ 214 w 198"/>
                  <a:gd name="T9" fmla="*/ 168 h 144"/>
                  <a:gd name="T10" fmla="*/ 253 w 198"/>
                  <a:gd name="T11" fmla="*/ 44 h 144"/>
                  <a:gd name="T12" fmla="*/ 144 w 198"/>
                  <a:gd name="T13" fmla="*/ 4 h 144"/>
                  <a:gd name="T14" fmla="*/ 23 w 198"/>
                  <a:gd name="T15" fmla="*/ 27 h 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8" h="144">
                    <a:moveTo>
                      <a:pt x="15" y="16"/>
                    </a:moveTo>
                    <a:cubicBezTo>
                      <a:pt x="36" y="44"/>
                      <a:pt x="0" y="83"/>
                      <a:pt x="19" y="105"/>
                    </a:cubicBezTo>
                    <a:cubicBezTo>
                      <a:pt x="52" y="144"/>
                      <a:pt x="49" y="61"/>
                      <a:pt x="76" y="65"/>
                    </a:cubicBezTo>
                    <a:cubicBezTo>
                      <a:pt x="89" y="67"/>
                      <a:pt x="104" y="97"/>
                      <a:pt x="113" y="106"/>
                    </a:cubicBezTo>
                    <a:cubicBezTo>
                      <a:pt x="125" y="117"/>
                      <a:pt x="143" y="126"/>
                      <a:pt x="160" y="125"/>
                    </a:cubicBezTo>
                    <a:cubicBezTo>
                      <a:pt x="198" y="121"/>
                      <a:pt x="191" y="62"/>
                      <a:pt x="190" y="33"/>
                    </a:cubicBezTo>
                    <a:cubicBezTo>
                      <a:pt x="189" y="0"/>
                      <a:pt x="134" y="3"/>
                      <a:pt x="108" y="4"/>
                    </a:cubicBezTo>
                    <a:cubicBezTo>
                      <a:pt x="82" y="5"/>
                      <a:pt x="39" y="7"/>
                      <a:pt x="17" y="2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5" name="Freeform 2288">
                <a:extLst>
                  <a:ext uri="{FF2B5EF4-FFF2-40B4-BE49-F238E27FC236}">
                    <a16:creationId xmlns:a16="http://schemas.microsoft.com/office/drawing/2014/main" id="{D3BF84F0-8F86-468C-81BE-3A8673BB3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1831"/>
                <a:ext cx="212" cy="148"/>
              </a:xfrm>
              <a:custGeom>
                <a:avLst/>
                <a:gdLst>
                  <a:gd name="T0" fmla="*/ 258 w 192"/>
                  <a:gd name="T1" fmla="*/ 0 h 134"/>
                  <a:gd name="T2" fmla="*/ 100 w 192"/>
                  <a:gd name="T3" fmla="*/ 56 h 134"/>
                  <a:gd name="T4" fmla="*/ 36 w 192"/>
                  <a:gd name="T5" fmla="*/ 86 h 134"/>
                  <a:gd name="T6" fmla="*/ 19 w 192"/>
                  <a:gd name="T7" fmla="*/ 127 h 134"/>
                  <a:gd name="T8" fmla="*/ 0 w 192"/>
                  <a:gd name="T9" fmla="*/ 157 h 134"/>
                  <a:gd name="T10" fmla="*/ 133 w 192"/>
                  <a:gd name="T11" fmla="*/ 105 h 134"/>
                  <a:gd name="T12" fmla="*/ 251 w 192"/>
                  <a:gd name="T13" fmla="*/ 10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2" h="134">
                    <a:moveTo>
                      <a:pt x="192" y="0"/>
                    </a:moveTo>
                    <a:cubicBezTo>
                      <a:pt x="152" y="12"/>
                      <a:pt x="115" y="33"/>
                      <a:pt x="74" y="42"/>
                    </a:cubicBezTo>
                    <a:cubicBezTo>
                      <a:pt x="55" y="47"/>
                      <a:pt x="37" y="46"/>
                      <a:pt x="27" y="64"/>
                    </a:cubicBezTo>
                    <a:cubicBezTo>
                      <a:pt x="21" y="74"/>
                      <a:pt x="20" y="85"/>
                      <a:pt x="14" y="94"/>
                    </a:cubicBezTo>
                    <a:cubicBezTo>
                      <a:pt x="9" y="102"/>
                      <a:pt x="3" y="108"/>
                      <a:pt x="0" y="117"/>
                    </a:cubicBezTo>
                    <a:cubicBezTo>
                      <a:pt x="34" y="134"/>
                      <a:pt x="76" y="98"/>
                      <a:pt x="99" y="78"/>
                    </a:cubicBezTo>
                    <a:cubicBezTo>
                      <a:pt x="123" y="57"/>
                      <a:pt x="158" y="16"/>
                      <a:pt x="187" y="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6" name="Freeform 2289">
                <a:extLst>
                  <a:ext uri="{FF2B5EF4-FFF2-40B4-BE49-F238E27FC236}">
                    <a16:creationId xmlns:a16="http://schemas.microsoft.com/office/drawing/2014/main" id="{93908D6B-B4CA-4DFA-B17A-0623D6E74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948"/>
                <a:ext cx="110" cy="61"/>
              </a:xfrm>
              <a:custGeom>
                <a:avLst/>
                <a:gdLst>
                  <a:gd name="T0" fmla="*/ 0 w 100"/>
                  <a:gd name="T1" fmla="*/ 0 h 55"/>
                  <a:gd name="T2" fmla="*/ 14 w 100"/>
                  <a:gd name="T3" fmla="*/ 41 h 55"/>
                  <a:gd name="T4" fmla="*/ 51 w 100"/>
                  <a:gd name="T5" fmla="*/ 47 h 55"/>
                  <a:gd name="T6" fmla="*/ 133 w 100"/>
                  <a:gd name="T7" fmla="*/ 75 h 55"/>
                  <a:gd name="T8" fmla="*/ 77 w 100"/>
                  <a:gd name="T9" fmla="*/ 14 h 55"/>
                  <a:gd name="T10" fmla="*/ 2 w 100"/>
                  <a:gd name="T11" fmla="*/ 2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55">
                    <a:moveTo>
                      <a:pt x="0" y="0"/>
                    </a:moveTo>
                    <a:cubicBezTo>
                      <a:pt x="5" y="10"/>
                      <a:pt x="6" y="22"/>
                      <a:pt x="11" y="30"/>
                    </a:cubicBezTo>
                    <a:cubicBezTo>
                      <a:pt x="21" y="47"/>
                      <a:pt x="21" y="35"/>
                      <a:pt x="38" y="34"/>
                    </a:cubicBezTo>
                    <a:cubicBezTo>
                      <a:pt x="60" y="32"/>
                      <a:pt x="81" y="46"/>
                      <a:pt x="100" y="55"/>
                    </a:cubicBezTo>
                    <a:cubicBezTo>
                      <a:pt x="96" y="43"/>
                      <a:pt x="70" y="17"/>
                      <a:pt x="58" y="11"/>
                    </a:cubicBezTo>
                    <a:cubicBezTo>
                      <a:pt x="46" y="5"/>
                      <a:pt x="14" y="1"/>
                      <a:pt x="2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7" name="Freeform 2290">
                <a:extLst>
                  <a:ext uri="{FF2B5EF4-FFF2-40B4-BE49-F238E27FC236}">
                    <a16:creationId xmlns:a16="http://schemas.microsoft.com/office/drawing/2014/main" id="{85DE81BF-3BAB-49D2-ACFF-3A9BFFAB7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869"/>
                <a:ext cx="136" cy="123"/>
              </a:xfrm>
              <a:custGeom>
                <a:avLst/>
                <a:gdLst>
                  <a:gd name="T0" fmla="*/ 3 w 123"/>
                  <a:gd name="T1" fmla="*/ 0 h 111"/>
                  <a:gd name="T2" fmla="*/ 35 w 123"/>
                  <a:gd name="T3" fmla="*/ 100 h 111"/>
                  <a:gd name="T4" fmla="*/ 102 w 123"/>
                  <a:gd name="T5" fmla="*/ 136 h 111"/>
                  <a:gd name="T6" fmla="*/ 144 w 123"/>
                  <a:gd name="T7" fmla="*/ 130 h 111"/>
                  <a:gd name="T8" fmla="*/ 90 w 123"/>
                  <a:gd name="T9" fmla="*/ 63 h 111"/>
                  <a:gd name="T10" fmla="*/ 2 w 123"/>
                  <a:gd name="T11" fmla="*/ 3 h 1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3" h="111">
                    <a:moveTo>
                      <a:pt x="3" y="0"/>
                    </a:moveTo>
                    <a:cubicBezTo>
                      <a:pt x="0" y="23"/>
                      <a:pt x="13" y="56"/>
                      <a:pt x="26" y="73"/>
                    </a:cubicBezTo>
                    <a:cubicBezTo>
                      <a:pt x="38" y="90"/>
                      <a:pt x="56" y="94"/>
                      <a:pt x="75" y="100"/>
                    </a:cubicBezTo>
                    <a:cubicBezTo>
                      <a:pt x="90" y="105"/>
                      <a:pt x="101" y="111"/>
                      <a:pt x="107" y="96"/>
                    </a:cubicBezTo>
                    <a:cubicBezTo>
                      <a:pt x="123" y="59"/>
                      <a:pt x="91" y="59"/>
                      <a:pt x="66" y="46"/>
                    </a:cubicBezTo>
                    <a:cubicBezTo>
                      <a:pt x="42" y="34"/>
                      <a:pt x="22" y="18"/>
                      <a:pt x="2" y="3"/>
                    </a:cubicBezTo>
                  </a:path>
                </a:pathLst>
              </a:custGeom>
              <a:solidFill>
                <a:srgbClr val="E03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8" name="Freeform 2291">
                <a:extLst>
                  <a:ext uri="{FF2B5EF4-FFF2-40B4-BE49-F238E27FC236}">
                    <a16:creationId xmlns:a16="http://schemas.microsoft.com/office/drawing/2014/main" id="{C3C155BD-7E77-4F31-AF34-001C2CD14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854"/>
                <a:ext cx="64" cy="110"/>
              </a:xfrm>
              <a:custGeom>
                <a:avLst/>
                <a:gdLst>
                  <a:gd name="T0" fmla="*/ 75 w 58"/>
                  <a:gd name="T1" fmla="*/ 8 h 100"/>
                  <a:gd name="T2" fmla="*/ 73 w 58"/>
                  <a:gd name="T3" fmla="*/ 88 h 100"/>
                  <a:gd name="T4" fmla="*/ 14 w 58"/>
                  <a:gd name="T5" fmla="*/ 110 h 100"/>
                  <a:gd name="T6" fmla="*/ 21 w 58"/>
                  <a:gd name="T7" fmla="*/ 34 h 100"/>
                  <a:gd name="T8" fmla="*/ 70 w 58"/>
                  <a:gd name="T9" fmla="*/ 1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00">
                    <a:moveTo>
                      <a:pt x="56" y="5"/>
                    </a:moveTo>
                    <a:cubicBezTo>
                      <a:pt x="54" y="24"/>
                      <a:pt x="58" y="46"/>
                      <a:pt x="54" y="66"/>
                    </a:cubicBezTo>
                    <a:cubicBezTo>
                      <a:pt x="51" y="82"/>
                      <a:pt x="29" y="100"/>
                      <a:pt x="11" y="83"/>
                    </a:cubicBezTo>
                    <a:cubicBezTo>
                      <a:pt x="0" y="73"/>
                      <a:pt x="10" y="38"/>
                      <a:pt x="15" y="25"/>
                    </a:cubicBezTo>
                    <a:cubicBezTo>
                      <a:pt x="22" y="5"/>
                      <a:pt x="31" y="0"/>
                      <a:pt x="52" y="7"/>
                    </a:cubicBezTo>
                  </a:path>
                </a:pathLst>
              </a:custGeom>
              <a:solidFill>
                <a:srgbClr val="E03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9" name="Freeform 2292">
                <a:extLst>
                  <a:ext uri="{FF2B5EF4-FFF2-40B4-BE49-F238E27FC236}">
                    <a16:creationId xmlns:a16="http://schemas.microsoft.com/office/drawing/2014/main" id="{73F9108C-4C85-400A-99E5-7E48455C1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837"/>
                <a:ext cx="79" cy="125"/>
              </a:xfrm>
              <a:custGeom>
                <a:avLst/>
                <a:gdLst>
                  <a:gd name="T0" fmla="*/ 2 w 72"/>
                  <a:gd name="T1" fmla="*/ 8 h 113"/>
                  <a:gd name="T2" fmla="*/ 59 w 72"/>
                  <a:gd name="T3" fmla="*/ 8 h 113"/>
                  <a:gd name="T4" fmla="*/ 87 w 72"/>
                  <a:gd name="T5" fmla="*/ 59 h 113"/>
                  <a:gd name="T6" fmla="*/ 42 w 72"/>
                  <a:gd name="T7" fmla="*/ 145 h 113"/>
                  <a:gd name="T8" fmla="*/ 0 w 72"/>
                  <a:gd name="T9" fmla="*/ 15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13">
                    <a:moveTo>
                      <a:pt x="2" y="5"/>
                    </a:moveTo>
                    <a:cubicBezTo>
                      <a:pt x="14" y="11"/>
                      <a:pt x="31" y="0"/>
                      <a:pt x="45" y="5"/>
                    </a:cubicBezTo>
                    <a:cubicBezTo>
                      <a:pt x="56" y="8"/>
                      <a:pt x="63" y="29"/>
                      <a:pt x="66" y="43"/>
                    </a:cubicBezTo>
                    <a:cubicBezTo>
                      <a:pt x="72" y="69"/>
                      <a:pt x="70" y="113"/>
                      <a:pt x="32" y="107"/>
                    </a:cubicBezTo>
                    <a:cubicBezTo>
                      <a:pt x="24" y="78"/>
                      <a:pt x="17" y="37"/>
                      <a:pt x="0" y="12"/>
                    </a:cubicBezTo>
                  </a:path>
                </a:pathLst>
              </a:custGeom>
              <a:solidFill>
                <a:srgbClr val="E03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0" name="Freeform 2293">
                <a:extLst>
                  <a:ext uri="{FF2B5EF4-FFF2-40B4-BE49-F238E27FC236}">
                    <a16:creationId xmlns:a16="http://schemas.microsoft.com/office/drawing/2014/main" id="{3850223C-705E-4CB4-B72A-79C3DD52F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822"/>
                <a:ext cx="124" cy="106"/>
              </a:xfrm>
              <a:custGeom>
                <a:avLst/>
                <a:gdLst>
                  <a:gd name="T0" fmla="*/ 151 w 112"/>
                  <a:gd name="T1" fmla="*/ 15 h 96"/>
                  <a:gd name="T2" fmla="*/ 39 w 112"/>
                  <a:gd name="T3" fmla="*/ 126 h 96"/>
                  <a:gd name="T4" fmla="*/ 18 w 112"/>
                  <a:gd name="T5" fmla="*/ 78 h 96"/>
                  <a:gd name="T6" fmla="*/ 69 w 112"/>
                  <a:gd name="T7" fmla="*/ 10 h 96"/>
                  <a:gd name="T8" fmla="*/ 145 w 112"/>
                  <a:gd name="T9" fmla="*/ 21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96">
                    <a:moveTo>
                      <a:pt x="111" y="12"/>
                    </a:moveTo>
                    <a:cubicBezTo>
                      <a:pt x="112" y="40"/>
                      <a:pt x="55" y="96"/>
                      <a:pt x="29" y="93"/>
                    </a:cubicBezTo>
                    <a:cubicBezTo>
                      <a:pt x="2" y="91"/>
                      <a:pt x="0" y="76"/>
                      <a:pt x="13" y="58"/>
                    </a:cubicBezTo>
                    <a:cubicBezTo>
                      <a:pt x="27" y="40"/>
                      <a:pt x="38" y="25"/>
                      <a:pt x="51" y="7"/>
                    </a:cubicBezTo>
                    <a:cubicBezTo>
                      <a:pt x="65" y="0"/>
                      <a:pt x="94" y="10"/>
                      <a:pt x="107" y="15"/>
                    </a:cubicBezTo>
                  </a:path>
                </a:pathLst>
              </a:custGeom>
              <a:solidFill>
                <a:srgbClr val="E03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1" name="Freeform 2294">
                <a:extLst>
                  <a:ext uri="{FF2B5EF4-FFF2-40B4-BE49-F238E27FC236}">
                    <a16:creationId xmlns:a16="http://schemas.microsoft.com/office/drawing/2014/main" id="{293A9252-94A5-49E1-BF62-8E8F7A97E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908"/>
                <a:ext cx="90" cy="74"/>
              </a:xfrm>
              <a:custGeom>
                <a:avLst/>
                <a:gdLst>
                  <a:gd name="T0" fmla="*/ 108 w 82"/>
                  <a:gd name="T1" fmla="*/ 1 h 67"/>
                  <a:gd name="T2" fmla="*/ 83 w 82"/>
                  <a:gd name="T3" fmla="*/ 10 h 67"/>
                  <a:gd name="T4" fmla="*/ 53 w 82"/>
                  <a:gd name="T5" fmla="*/ 23 h 67"/>
                  <a:gd name="T6" fmla="*/ 38 w 82"/>
                  <a:gd name="T7" fmla="*/ 35 h 67"/>
                  <a:gd name="T8" fmla="*/ 27 w 82"/>
                  <a:gd name="T9" fmla="*/ 43 h 67"/>
                  <a:gd name="T10" fmla="*/ 10 w 82"/>
                  <a:gd name="T11" fmla="*/ 62 h 67"/>
                  <a:gd name="T12" fmla="*/ 0 w 82"/>
                  <a:gd name="T13" fmla="*/ 73 h 67"/>
                  <a:gd name="T14" fmla="*/ 13 w 82"/>
                  <a:gd name="T15" fmla="*/ 80 h 67"/>
                  <a:gd name="T16" fmla="*/ 55 w 82"/>
                  <a:gd name="T17" fmla="*/ 80 h 67"/>
                  <a:gd name="T18" fmla="*/ 67 w 82"/>
                  <a:gd name="T19" fmla="*/ 66 h 67"/>
                  <a:gd name="T20" fmla="*/ 79 w 82"/>
                  <a:gd name="T21" fmla="*/ 51 h 67"/>
                  <a:gd name="T22" fmla="*/ 97 w 82"/>
                  <a:gd name="T23" fmla="*/ 24 h 67"/>
                  <a:gd name="T24" fmla="*/ 109 w 82"/>
                  <a:gd name="T25" fmla="*/ 3 h 67"/>
                  <a:gd name="T26" fmla="*/ 108 w 82"/>
                  <a:gd name="T27" fmla="*/ 2 h 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2" h="67">
                    <a:moveTo>
                      <a:pt x="81" y="1"/>
                    </a:moveTo>
                    <a:cubicBezTo>
                      <a:pt x="76" y="0"/>
                      <a:pt x="68" y="5"/>
                      <a:pt x="63" y="7"/>
                    </a:cubicBezTo>
                    <a:cubicBezTo>
                      <a:pt x="55" y="11"/>
                      <a:pt x="47" y="13"/>
                      <a:pt x="40" y="17"/>
                    </a:cubicBezTo>
                    <a:cubicBezTo>
                      <a:pt x="35" y="20"/>
                      <a:pt x="32" y="23"/>
                      <a:pt x="29" y="26"/>
                    </a:cubicBezTo>
                    <a:cubicBezTo>
                      <a:pt x="26" y="28"/>
                      <a:pt x="23" y="30"/>
                      <a:pt x="21" y="32"/>
                    </a:cubicBezTo>
                    <a:cubicBezTo>
                      <a:pt x="15" y="36"/>
                      <a:pt x="11" y="41"/>
                      <a:pt x="7" y="46"/>
                    </a:cubicBezTo>
                    <a:cubicBezTo>
                      <a:pt x="5" y="47"/>
                      <a:pt x="0" y="52"/>
                      <a:pt x="0" y="54"/>
                    </a:cubicBezTo>
                    <a:cubicBezTo>
                      <a:pt x="0" y="57"/>
                      <a:pt x="7" y="58"/>
                      <a:pt x="10" y="59"/>
                    </a:cubicBezTo>
                    <a:cubicBezTo>
                      <a:pt x="19" y="62"/>
                      <a:pt x="33" y="67"/>
                      <a:pt x="42" y="59"/>
                    </a:cubicBezTo>
                    <a:cubicBezTo>
                      <a:pt x="45" y="57"/>
                      <a:pt x="48" y="52"/>
                      <a:pt x="51" y="49"/>
                    </a:cubicBezTo>
                    <a:cubicBezTo>
                      <a:pt x="54" y="46"/>
                      <a:pt x="57" y="41"/>
                      <a:pt x="60" y="38"/>
                    </a:cubicBezTo>
                    <a:cubicBezTo>
                      <a:pt x="65" y="31"/>
                      <a:pt x="69" y="25"/>
                      <a:pt x="73" y="18"/>
                    </a:cubicBezTo>
                    <a:cubicBezTo>
                      <a:pt x="76" y="14"/>
                      <a:pt x="82" y="8"/>
                      <a:pt x="82" y="3"/>
                    </a:cubicBezTo>
                    <a:cubicBezTo>
                      <a:pt x="81" y="3"/>
                      <a:pt x="81" y="2"/>
                      <a:pt x="81" y="2"/>
                    </a:cubicBezTo>
                  </a:path>
                </a:pathLst>
              </a:custGeom>
              <a:solidFill>
                <a:srgbClr val="E03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2" name="Freeform 2295">
                <a:extLst>
                  <a:ext uri="{FF2B5EF4-FFF2-40B4-BE49-F238E27FC236}">
                    <a16:creationId xmlns:a16="http://schemas.microsoft.com/office/drawing/2014/main" id="{987CA113-DA57-4AE2-99E3-95BAE02DF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111"/>
                <a:ext cx="280" cy="179"/>
              </a:xfrm>
              <a:custGeom>
                <a:avLst/>
                <a:gdLst>
                  <a:gd name="T0" fmla="*/ 24 w 254"/>
                  <a:gd name="T1" fmla="*/ 0 h 162"/>
                  <a:gd name="T2" fmla="*/ 88 w 254"/>
                  <a:gd name="T3" fmla="*/ 54 h 162"/>
                  <a:gd name="T4" fmla="*/ 187 w 254"/>
                  <a:gd name="T5" fmla="*/ 93 h 162"/>
                  <a:gd name="T6" fmla="*/ 341 w 254"/>
                  <a:gd name="T7" fmla="*/ 218 h 162"/>
                  <a:gd name="T8" fmla="*/ 234 w 254"/>
                  <a:gd name="T9" fmla="*/ 196 h 162"/>
                  <a:gd name="T10" fmla="*/ 147 w 254"/>
                  <a:gd name="T11" fmla="*/ 191 h 162"/>
                  <a:gd name="T12" fmla="*/ 24 w 254"/>
                  <a:gd name="T13" fmla="*/ 3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4" h="162">
                    <a:moveTo>
                      <a:pt x="18" y="0"/>
                    </a:moveTo>
                    <a:cubicBezTo>
                      <a:pt x="39" y="5"/>
                      <a:pt x="52" y="29"/>
                      <a:pt x="66" y="40"/>
                    </a:cubicBezTo>
                    <a:cubicBezTo>
                      <a:pt x="89" y="56"/>
                      <a:pt x="114" y="60"/>
                      <a:pt x="140" y="69"/>
                    </a:cubicBezTo>
                    <a:cubicBezTo>
                      <a:pt x="183" y="85"/>
                      <a:pt x="218" y="134"/>
                      <a:pt x="254" y="161"/>
                    </a:cubicBezTo>
                    <a:cubicBezTo>
                      <a:pt x="232" y="162"/>
                      <a:pt x="195" y="152"/>
                      <a:pt x="174" y="145"/>
                    </a:cubicBezTo>
                    <a:cubicBezTo>
                      <a:pt x="149" y="136"/>
                      <a:pt x="129" y="160"/>
                      <a:pt x="110" y="142"/>
                    </a:cubicBezTo>
                    <a:cubicBezTo>
                      <a:pt x="94" y="127"/>
                      <a:pt x="0" y="86"/>
                      <a:pt x="18" y="3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3" name="Freeform 2296">
                <a:extLst>
                  <a:ext uri="{FF2B5EF4-FFF2-40B4-BE49-F238E27FC236}">
                    <a16:creationId xmlns:a16="http://schemas.microsoft.com/office/drawing/2014/main" id="{889CE982-353A-4161-8F85-C3ED1D9FE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290"/>
                <a:ext cx="265" cy="156"/>
              </a:xfrm>
              <a:custGeom>
                <a:avLst/>
                <a:gdLst>
                  <a:gd name="T0" fmla="*/ 324 w 240"/>
                  <a:gd name="T1" fmla="*/ 191 h 141"/>
                  <a:gd name="T2" fmla="*/ 277 w 240"/>
                  <a:gd name="T3" fmla="*/ 100 h 141"/>
                  <a:gd name="T4" fmla="*/ 224 w 240"/>
                  <a:gd name="T5" fmla="*/ 38 h 141"/>
                  <a:gd name="T6" fmla="*/ 141 w 240"/>
                  <a:gd name="T7" fmla="*/ 24 h 141"/>
                  <a:gd name="T8" fmla="*/ 56 w 240"/>
                  <a:gd name="T9" fmla="*/ 11 h 141"/>
                  <a:gd name="T10" fmla="*/ 0 w 240"/>
                  <a:gd name="T11" fmla="*/ 0 h 141"/>
                  <a:gd name="T12" fmla="*/ 104 w 240"/>
                  <a:gd name="T13" fmla="*/ 31 h 141"/>
                  <a:gd name="T14" fmla="*/ 184 w 240"/>
                  <a:gd name="T15" fmla="*/ 65 h 141"/>
                  <a:gd name="T16" fmla="*/ 318 w 240"/>
                  <a:gd name="T17" fmla="*/ 191 h 1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0" h="141">
                    <a:moveTo>
                      <a:pt x="240" y="141"/>
                    </a:moveTo>
                    <a:cubicBezTo>
                      <a:pt x="220" y="130"/>
                      <a:pt x="214" y="93"/>
                      <a:pt x="206" y="73"/>
                    </a:cubicBezTo>
                    <a:cubicBezTo>
                      <a:pt x="200" y="55"/>
                      <a:pt x="185" y="38"/>
                      <a:pt x="167" y="28"/>
                    </a:cubicBezTo>
                    <a:cubicBezTo>
                      <a:pt x="149" y="17"/>
                      <a:pt x="126" y="20"/>
                      <a:pt x="105" y="18"/>
                    </a:cubicBezTo>
                    <a:cubicBezTo>
                      <a:pt x="84" y="16"/>
                      <a:pt x="63" y="11"/>
                      <a:pt x="42" y="8"/>
                    </a:cubicBezTo>
                    <a:cubicBezTo>
                      <a:pt x="28" y="6"/>
                      <a:pt x="14" y="2"/>
                      <a:pt x="0" y="0"/>
                    </a:cubicBezTo>
                    <a:cubicBezTo>
                      <a:pt x="25" y="11"/>
                      <a:pt x="51" y="15"/>
                      <a:pt x="77" y="23"/>
                    </a:cubicBezTo>
                    <a:cubicBezTo>
                      <a:pt x="98" y="29"/>
                      <a:pt x="117" y="40"/>
                      <a:pt x="137" y="48"/>
                    </a:cubicBezTo>
                    <a:cubicBezTo>
                      <a:pt x="179" y="67"/>
                      <a:pt x="199" y="118"/>
                      <a:pt x="236" y="141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4" name="Freeform 2297">
                <a:extLst>
                  <a:ext uri="{FF2B5EF4-FFF2-40B4-BE49-F238E27FC236}">
                    <a16:creationId xmlns:a16="http://schemas.microsoft.com/office/drawing/2014/main" id="{181A71E2-D63C-409F-B5A9-ED8404748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265"/>
                <a:ext cx="1042" cy="211"/>
              </a:xfrm>
              <a:custGeom>
                <a:avLst/>
                <a:gdLst>
                  <a:gd name="T0" fmla="*/ 0 w 944"/>
                  <a:gd name="T1" fmla="*/ 98 h 191"/>
                  <a:gd name="T2" fmla="*/ 120 w 944"/>
                  <a:gd name="T3" fmla="*/ 78 h 191"/>
                  <a:gd name="T4" fmla="*/ 185 w 944"/>
                  <a:gd name="T5" fmla="*/ 108 h 191"/>
                  <a:gd name="T6" fmla="*/ 251 w 944"/>
                  <a:gd name="T7" fmla="*/ 149 h 191"/>
                  <a:gd name="T8" fmla="*/ 437 w 944"/>
                  <a:gd name="T9" fmla="*/ 117 h 191"/>
                  <a:gd name="T10" fmla="*/ 544 w 944"/>
                  <a:gd name="T11" fmla="*/ 126 h 191"/>
                  <a:gd name="T12" fmla="*/ 659 w 944"/>
                  <a:gd name="T13" fmla="*/ 115 h 191"/>
                  <a:gd name="T14" fmla="*/ 983 w 944"/>
                  <a:gd name="T15" fmla="*/ 101 h 191"/>
                  <a:gd name="T16" fmla="*/ 1153 w 944"/>
                  <a:gd name="T17" fmla="*/ 24 h 191"/>
                  <a:gd name="T18" fmla="*/ 1215 w 944"/>
                  <a:gd name="T19" fmla="*/ 19 h 191"/>
                  <a:gd name="T20" fmla="*/ 1269 w 944"/>
                  <a:gd name="T21" fmla="*/ 0 h 191"/>
                  <a:gd name="T22" fmla="*/ 1230 w 944"/>
                  <a:gd name="T23" fmla="*/ 81 h 191"/>
                  <a:gd name="T24" fmla="*/ 1176 w 944"/>
                  <a:gd name="T25" fmla="*/ 135 h 191"/>
                  <a:gd name="T26" fmla="*/ 1020 w 944"/>
                  <a:gd name="T27" fmla="*/ 188 h 191"/>
                  <a:gd name="T28" fmla="*/ 947 w 944"/>
                  <a:gd name="T29" fmla="*/ 226 h 191"/>
                  <a:gd name="T30" fmla="*/ 882 w 944"/>
                  <a:gd name="T31" fmla="*/ 179 h 191"/>
                  <a:gd name="T32" fmla="*/ 819 w 944"/>
                  <a:gd name="T33" fmla="*/ 184 h 191"/>
                  <a:gd name="T34" fmla="*/ 730 w 944"/>
                  <a:gd name="T35" fmla="*/ 197 h 191"/>
                  <a:gd name="T36" fmla="*/ 647 w 944"/>
                  <a:gd name="T37" fmla="*/ 240 h 191"/>
                  <a:gd name="T38" fmla="*/ 565 w 944"/>
                  <a:gd name="T39" fmla="*/ 235 h 191"/>
                  <a:gd name="T40" fmla="*/ 430 w 944"/>
                  <a:gd name="T41" fmla="*/ 250 h 191"/>
                  <a:gd name="T42" fmla="*/ 208 w 944"/>
                  <a:gd name="T43" fmla="*/ 219 h 191"/>
                  <a:gd name="T44" fmla="*/ 42 w 944"/>
                  <a:gd name="T45" fmla="*/ 182 h 191"/>
                  <a:gd name="T46" fmla="*/ 9 w 944"/>
                  <a:gd name="T47" fmla="*/ 117 h 19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44" h="191">
                    <a:moveTo>
                      <a:pt x="0" y="73"/>
                    </a:moveTo>
                    <a:cubicBezTo>
                      <a:pt x="25" y="75"/>
                      <a:pt x="62" y="54"/>
                      <a:pt x="90" y="58"/>
                    </a:cubicBezTo>
                    <a:cubicBezTo>
                      <a:pt x="104" y="61"/>
                      <a:pt x="125" y="75"/>
                      <a:pt x="138" y="81"/>
                    </a:cubicBezTo>
                    <a:cubicBezTo>
                      <a:pt x="154" y="89"/>
                      <a:pt x="169" y="105"/>
                      <a:pt x="187" y="110"/>
                    </a:cubicBezTo>
                    <a:cubicBezTo>
                      <a:pt x="223" y="119"/>
                      <a:pt x="290" y="99"/>
                      <a:pt x="325" y="87"/>
                    </a:cubicBezTo>
                    <a:cubicBezTo>
                      <a:pt x="370" y="73"/>
                      <a:pt x="358" y="93"/>
                      <a:pt x="405" y="93"/>
                    </a:cubicBezTo>
                    <a:cubicBezTo>
                      <a:pt x="456" y="93"/>
                      <a:pt x="441" y="88"/>
                      <a:pt x="490" y="85"/>
                    </a:cubicBezTo>
                    <a:cubicBezTo>
                      <a:pt x="544" y="82"/>
                      <a:pt x="678" y="84"/>
                      <a:pt x="731" y="74"/>
                    </a:cubicBezTo>
                    <a:cubicBezTo>
                      <a:pt x="774" y="66"/>
                      <a:pt x="818" y="30"/>
                      <a:pt x="858" y="18"/>
                    </a:cubicBezTo>
                    <a:cubicBezTo>
                      <a:pt x="874" y="13"/>
                      <a:pt x="887" y="17"/>
                      <a:pt x="903" y="14"/>
                    </a:cubicBezTo>
                    <a:cubicBezTo>
                      <a:pt x="919" y="12"/>
                      <a:pt x="932" y="7"/>
                      <a:pt x="944" y="0"/>
                    </a:cubicBezTo>
                    <a:cubicBezTo>
                      <a:pt x="938" y="18"/>
                      <a:pt x="920" y="42"/>
                      <a:pt x="914" y="60"/>
                    </a:cubicBezTo>
                    <a:cubicBezTo>
                      <a:pt x="907" y="80"/>
                      <a:pt x="896" y="92"/>
                      <a:pt x="874" y="100"/>
                    </a:cubicBezTo>
                    <a:cubicBezTo>
                      <a:pt x="835" y="114"/>
                      <a:pt x="796" y="122"/>
                      <a:pt x="758" y="139"/>
                    </a:cubicBezTo>
                    <a:cubicBezTo>
                      <a:pt x="742" y="146"/>
                      <a:pt x="719" y="167"/>
                      <a:pt x="704" y="168"/>
                    </a:cubicBezTo>
                    <a:cubicBezTo>
                      <a:pt x="680" y="169"/>
                      <a:pt x="673" y="144"/>
                      <a:pt x="656" y="133"/>
                    </a:cubicBezTo>
                    <a:cubicBezTo>
                      <a:pt x="639" y="122"/>
                      <a:pt x="628" y="134"/>
                      <a:pt x="609" y="137"/>
                    </a:cubicBezTo>
                    <a:cubicBezTo>
                      <a:pt x="588" y="139"/>
                      <a:pt x="564" y="140"/>
                      <a:pt x="543" y="146"/>
                    </a:cubicBezTo>
                    <a:cubicBezTo>
                      <a:pt x="523" y="152"/>
                      <a:pt x="500" y="170"/>
                      <a:pt x="481" y="177"/>
                    </a:cubicBezTo>
                    <a:cubicBezTo>
                      <a:pt x="460" y="183"/>
                      <a:pt x="442" y="174"/>
                      <a:pt x="420" y="175"/>
                    </a:cubicBezTo>
                    <a:cubicBezTo>
                      <a:pt x="374" y="178"/>
                      <a:pt x="367" y="191"/>
                      <a:pt x="320" y="186"/>
                    </a:cubicBezTo>
                    <a:cubicBezTo>
                      <a:pt x="275" y="182"/>
                      <a:pt x="200" y="164"/>
                      <a:pt x="154" y="162"/>
                    </a:cubicBezTo>
                    <a:cubicBezTo>
                      <a:pt x="118" y="161"/>
                      <a:pt x="60" y="140"/>
                      <a:pt x="31" y="135"/>
                    </a:cubicBezTo>
                    <a:cubicBezTo>
                      <a:pt x="21" y="133"/>
                      <a:pt x="8" y="100"/>
                      <a:pt x="6" y="87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5" name="Freeform 2298">
                <a:extLst>
                  <a:ext uri="{FF2B5EF4-FFF2-40B4-BE49-F238E27FC236}">
                    <a16:creationId xmlns:a16="http://schemas.microsoft.com/office/drawing/2014/main" id="{342FD195-E426-46D7-AE32-30292018E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506"/>
                <a:ext cx="242" cy="77"/>
              </a:xfrm>
              <a:custGeom>
                <a:avLst/>
                <a:gdLst>
                  <a:gd name="T0" fmla="*/ 2 w 219"/>
                  <a:gd name="T1" fmla="*/ 84 h 70"/>
                  <a:gd name="T2" fmla="*/ 54 w 219"/>
                  <a:gd name="T3" fmla="*/ 89 h 70"/>
                  <a:gd name="T4" fmla="*/ 113 w 219"/>
                  <a:gd name="T5" fmla="*/ 80 h 70"/>
                  <a:gd name="T6" fmla="*/ 225 w 219"/>
                  <a:gd name="T7" fmla="*/ 62 h 70"/>
                  <a:gd name="T8" fmla="*/ 267 w 219"/>
                  <a:gd name="T9" fmla="*/ 35 h 70"/>
                  <a:gd name="T10" fmla="*/ 295 w 219"/>
                  <a:gd name="T11" fmla="*/ 0 h 70"/>
                  <a:gd name="T12" fmla="*/ 220 w 219"/>
                  <a:gd name="T13" fmla="*/ 48 h 70"/>
                  <a:gd name="T14" fmla="*/ 136 w 219"/>
                  <a:gd name="T15" fmla="*/ 57 h 70"/>
                  <a:gd name="T16" fmla="*/ 50 w 219"/>
                  <a:gd name="T17" fmla="*/ 77 h 70"/>
                  <a:gd name="T18" fmla="*/ 2 w 219"/>
                  <a:gd name="T19" fmla="*/ 85 h 70"/>
                  <a:gd name="T20" fmla="*/ 0 w 219"/>
                  <a:gd name="T21" fmla="*/ 85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9" h="70">
                    <a:moveTo>
                      <a:pt x="2" y="63"/>
                    </a:moveTo>
                    <a:cubicBezTo>
                      <a:pt x="14" y="70"/>
                      <a:pt x="27" y="68"/>
                      <a:pt x="40" y="67"/>
                    </a:cubicBezTo>
                    <a:cubicBezTo>
                      <a:pt x="55" y="66"/>
                      <a:pt x="69" y="63"/>
                      <a:pt x="83" y="60"/>
                    </a:cubicBezTo>
                    <a:cubicBezTo>
                      <a:pt x="111" y="56"/>
                      <a:pt x="140" y="56"/>
                      <a:pt x="167" y="46"/>
                    </a:cubicBezTo>
                    <a:cubicBezTo>
                      <a:pt x="179" y="41"/>
                      <a:pt x="189" y="36"/>
                      <a:pt x="198" y="26"/>
                    </a:cubicBezTo>
                    <a:cubicBezTo>
                      <a:pt x="205" y="18"/>
                      <a:pt x="211" y="6"/>
                      <a:pt x="219" y="0"/>
                    </a:cubicBezTo>
                    <a:cubicBezTo>
                      <a:pt x="201" y="13"/>
                      <a:pt x="187" y="31"/>
                      <a:pt x="163" y="36"/>
                    </a:cubicBezTo>
                    <a:cubicBezTo>
                      <a:pt x="142" y="40"/>
                      <a:pt x="121" y="37"/>
                      <a:pt x="100" y="43"/>
                    </a:cubicBezTo>
                    <a:cubicBezTo>
                      <a:pt x="80" y="48"/>
                      <a:pt x="58" y="55"/>
                      <a:pt x="37" y="58"/>
                    </a:cubicBezTo>
                    <a:cubicBezTo>
                      <a:pt x="25" y="59"/>
                      <a:pt x="14" y="64"/>
                      <a:pt x="2" y="64"/>
                    </a:cubicBezTo>
                    <a:cubicBezTo>
                      <a:pt x="2" y="64"/>
                      <a:pt x="1" y="64"/>
                      <a:pt x="0" y="64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6" name="Freeform 2299">
                <a:extLst>
                  <a:ext uri="{FF2B5EF4-FFF2-40B4-BE49-F238E27FC236}">
                    <a16:creationId xmlns:a16="http://schemas.microsoft.com/office/drawing/2014/main" id="{C86A3AFA-A6B0-455E-8D02-FE3DC3949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129"/>
                <a:ext cx="230" cy="234"/>
              </a:xfrm>
              <a:custGeom>
                <a:avLst/>
                <a:gdLst>
                  <a:gd name="T0" fmla="*/ 281 w 208"/>
                  <a:gd name="T1" fmla="*/ 0 h 212"/>
                  <a:gd name="T2" fmla="*/ 203 w 208"/>
                  <a:gd name="T3" fmla="*/ 63 h 212"/>
                  <a:gd name="T4" fmla="*/ 149 w 208"/>
                  <a:gd name="T5" fmla="*/ 121 h 212"/>
                  <a:gd name="T6" fmla="*/ 101 w 208"/>
                  <a:gd name="T7" fmla="*/ 128 h 212"/>
                  <a:gd name="T8" fmla="*/ 66 w 208"/>
                  <a:gd name="T9" fmla="*/ 160 h 212"/>
                  <a:gd name="T10" fmla="*/ 23 w 208"/>
                  <a:gd name="T11" fmla="*/ 254 h 212"/>
                  <a:gd name="T12" fmla="*/ 0 w 208"/>
                  <a:gd name="T13" fmla="*/ 285 h 212"/>
                  <a:gd name="T14" fmla="*/ 46 w 208"/>
                  <a:gd name="T15" fmla="*/ 267 h 212"/>
                  <a:gd name="T16" fmla="*/ 85 w 208"/>
                  <a:gd name="T17" fmla="*/ 262 h 212"/>
                  <a:gd name="T18" fmla="*/ 191 w 208"/>
                  <a:gd name="T19" fmla="*/ 222 h 212"/>
                  <a:gd name="T20" fmla="*/ 242 w 208"/>
                  <a:gd name="T21" fmla="*/ 115 h 212"/>
                  <a:gd name="T22" fmla="*/ 270 w 208"/>
                  <a:gd name="T23" fmla="*/ 34 h 212"/>
                  <a:gd name="T24" fmla="*/ 279 w 208"/>
                  <a:gd name="T25" fmla="*/ 2 h 2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8" h="212">
                    <a:moveTo>
                      <a:pt x="208" y="0"/>
                    </a:moveTo>
                    <a:cubicBezTo>
                      <a:pt x="187" y="13"/>
                      <a:pt x="165" y="26"/>
                      <a:pt x="150" y="47"/>
                    </a:cubicBezTo>
                    <a:cubicBezTo>
                      <a:pt x="137" y="64"/>
                      <a:pt x="133" y="85"/>
                      <a:pt x="110" y="91"/>
                    </a:cubicBezTo>
                    <a:cubicBezTo>
                      <a:pt x="99" y="94"/>
                      <a:pt x="85" y="91"/>
                      <a:pt x="74" y="95"/>
                    </a:cubicBezTo>
                    <a:cubicBezTo>
                      <a:pt x="65" y="99"/>
                      <a:pt x="55" y="111"/>
                      <a:pt x="49" y="119"/>
                    </a:cubicBezTo>
                    <a:cubicBezTo>
                      <a:pt x="34" y="139"/>
                      <a:pt x="30" y="166"/>
                      <a:pt x="17" y="188"/>
                    </a:cubicBezTo>
                    <a:cubicBezTo>
                      <a:pt x="12" y="196"/>
                      <a:pt x="2" y="204"/>
                      <a:pt x="0" y="212"/>
                    </a:cubicBezTo>
                    <a:cubicBezTo>
                      <a:pt x="10" y="212"/>
                      <a:pt x="23" y="201"/>
                      <a:pt x="34" y="198"/>
                    </a:cubicBezTo>
                    <a:cubicBezTo>
                      <a:pt x="43" y="195"/>
                      <a:pt x="53" y="194"/>
                      <a:pt x="63" y="195"/>
                    </a:cubicBezTo>
                    <a:cubicBezTo>
                      <a:pt x="94" y="196"/>
                      <a:pt x="121" y="190"/>
                      <a:pt x="141" y="165"/>
                    </a:cubicBezTo>
                    <a:cubicBezTo>
                      <a:pt x="161" y="140"/>
                      <a:pt x="172" y="115"/>
                      <a:pt x="179" y="85"/>
                    </a:cubicBezTo>
                    <a:cubicBezTo>
                      <a:pt x="184" y="64"/>
                      <a:pt x="193" y="45"/>
                      <a:pt x="200" y="25"/>
                    </a:cubicBezTo>
                    <a:cubicBezTo>
                      <a:pt x="203" y="18"/>
                      <a:pt x="207" y="11"/>
                      <a:pt x="206" y="2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7" name="Freeform 2300">
                <a:extLst>
                  <a:ext uri="{FF2B5EF4-FFF2-40B4-BE49-F238E27FC236}">
                    <a16:creationId xmlns:a16="http://schemas.microsoft.com/office/drawing/2014/main" id="{402AE438-B5DB-439C-9E25-77E902661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448"/>
                <a:ext cx="273" cy="197"/>
              </a:xfrm>
              <a:custGeom>
                <a:avLst/>
                <a:gdLst>
                  <a:gd name="T0" fmla="*/ 334 w 247"/>
                  <a:gd name="T1" fmla="*/ 0 h 178"/>
                  <a:gd name="T2" fmla="*/ 271 w 247"/>
                  <a:gd name="T3" fmla="*/ 30 h 178"/>
                  <a:gd name="T4" fmla="*/ 218 w 247"/>
                  <a:gd name="T5" fmla="*/ 80 h 178"/>
                  <a:gd name="T6" fmla="*/ 153 w 247"/>
                  <a:gd name="T7" fmla="*/ 112 h 178"/>
                  <a:gd name="T8" fmla="*/ 86 w 247"/>
                  <a:gd name="T9" fmla="*/ 174 h 178"/>
                  <a:gd name="T10" fmla="*/ 0 w 247"/>
                  <a:gd name="T11" fmla="*/ 241 h 178"/>
                  <a:gd name="T12" fmla="*/ 106 w 247"/>
                  <a:gd name="T13" fmla="*/ 169 h 178"/>
                  <a:gd name="T14" fmla="*/ 146 w 247"/>
                  <a:gd name="T15" fmla="*/ 135 h 178"/>
                  <a:gd name="T16" fmla="*/ 193 w 247"/>
                  <a:gd name="T17" fmla="*/ 110 h 178"/>
                  <a:gd name="T18" fmla="*/ 329 w 247"/>
                  <a:gd name="T19" fmla="*/ 4 h 1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7" h="178">
                    <a:moveTo>
                      <a:pt x="247" y="0"/>
                    </a:moveTo>
                    <a:cubicBezTo>
                      <a:pt x="232" y="9"/>
                      <a:pt x="216" y="10"/>
                      <a:pt x="201" y="22"/>
                    </a:cubicBezTo>
                    <a:cubicBezTo>
                      <a:pt x="187" y="33"/>
                      <a:pt x="174" y="47"/>
                      <a:pt x="161" y="59"/>
                    </a:cubicBezTo>
                    <a:cubicBezTo>
                      <a:pt x="146" y="71"/>
                      <a:pt x="127" y="71"/>
                      <a:pt x="113" y="82"/>
                    </a:cubicBezTo>
                    <a:cubicBezTo>
                      <a:pt x="95" y="95"/>
                      <a:pt x="79" y="112"/>
                      <a:pt x="64" y="128"/>
                    </a:cubicBezTo>
                    <a:cubicBezTo>
                      <a:pt x="45" y="148"/>
                      <a:pt x="20" y="160"/>
                      <a:pt x="0" y="178"/>
                    </a:cubicBezTo>
                    <a:cubicBezTo>
                      <a:pt x="29" y="162"/>
                      <a:pt x="54" y="146"/>
                      <a:pt x="79" y="125"/>
                    </a:cubicBezTo>
                    <a:cubicBezTo>
                      <a:pt x="89" y="116"/>
                      <a:pt x="98" y="108"/>
                      <a:pt x="108" y="99"/>
                    </a:cubicBezTo>
                    <a:cubicBezTo>
                      <a:pt x="118" y="88"/>
                      <a:pt x="130" y="85"/>
                      <a:pt x="143" y="80"/>
                    </a:cubicBezTo>
                    <a:cubicBezTo>
                      <a:pt x="185" y="64"/>
                      <a:pt x="212" y="32"/>
                      <a:pt x="244" y="4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8" name="Freeform 2301">
                <a:extLst>
                  <a:ext uri="{FF2B5EF4-FFF2-40B4-BE49-F238E27FC236}">
                    <a16:creationId xmlns:a16="http://schemas.microsoft.com/office/drawing/2014/main" id="{7D1CD60C-17FA-424C-99B3-66B90652D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516"/>
                <a:ext cx="195" cy="139"/>
              </a:xfrm>
              <a:custGeom>
                <a:avLst/>
                <a:gdLst>
                  <a:gd name="T0" fmla="*/ 0 w 177"/>
                  <a:gd name="T1" fmla="*/ 1 h 126"/>
                  <a:gd name="T2" fmla="*/ 119 w 177"/>
                  <a:gd name="T3" fmla="*/ 50 h 126"/>
                  <a:gd name="T4" fmla="*/ 237 w 177"/>
                  <a:gd name="T5" fmla="*/ 167 h 126"/>
                  <a:gd name="T6" fmla="*/ 115 w 177"/>
                  <a:gd name="T7" fmla="*/ 74 h 126"/>
                  <a:gd name="T8" fmla="*/ 44 w 177"/>
                  <a:gd name="T9" fmla="*/ 34 h 126"/>
                  <a:gd name="T10" fmla="*/ 2 w 177"/>
                  <a:gd name="T11" fmla="*/ 0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7" h="126">
                    <a:moveTo>
                      <a:pt x="0" y="1"/>
                    </a:moveTo>
                    <a:cubicBezTo>
                      <a:pt x="31" y="1"/>
                      <a:pt x="65" y="17"/>
                      <a:pt x="89" y="37"/>
                    </a:cubicBezTo>
                    <a:cubicBezTo>
                      <a:pt x="119" y="64"/>
                      <a:pt x="142" y="107"/>
                      <a:pt x="177" y="124"/>
                    </a:cubicBezTo>
                    <a:cubicBezTo>
                      <a:pt x="141" y="126"/>
                      <a:pt x="108" y="77"/>
                      <a:pt x="85" y="55"/>
                    </a:cubicBezTo>
                    <a:cubicBezTo>
                      <a:pt x="68" y="41"/>
                      <a:pt x="52" y="34"/>
                      <a:pt x="33" y="25"/>
                    </a:cubicBezTo>
                    <a:cubicBezTo>
                      <a:pt x="23" y="20"/>
                      <a:pt x="4" y="11"/>
                      <a:pt x="2" y="0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9" name="Freeform 2302">
                <a:extLst>
                  <a:ext uri="{FF2B5EF4-FFF2-40B4-BE49-F238E27FC236}">
                    <a16:creationId xmlns:a16="http://schemas.microsoft.com/office/drawing/2014/main" id="{7548A938-BB1D-4C8B-B80A-964DFF267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331"/>
                <a:ext cx="129" cy="58"/>
              </a:xfrm>
              <a:custGeom>
                <a:avLst/>
                <a:gdLst>
                  <a:gd name="T0" fmla="*/ 0 w 117"/>
                  <a:gd name="T1" fmla="*/ 0 h 52"/>
                  <a:gd name="T2" fmla="*/ 24 w 117"/>
                  <a:gd name="T3" fmla="*/ 10 h 52"/>
                  <a:gd name="T4" fmla="*/ 49 w 117"/>
                  <a:gd name="T5" fmla="*/ 20 h 52"/>
                  <a:gd name="T6" fmla="*/ 92 w 117"/>
                  <a:gd name="T7" fmla="*/ 44 h 52"/>
                  <a:gd name="T8" fmla="*/ 129 w 117"/>
                  <a:gd name="T9" fmla="*/ 60 h 52"/>
                  <a:gd name="T10" fmla="*/ 157 w 117"/>
                  <a:gd name="T11" fmla="*/ 73 h 52"/>
                  <a:gd name="T12" fmla="*/ 139 w 117"/>
                  <a:gd name="T13" fmla="*/ 57 h 52"/>
                  <a:gd name="T14" fmla="*/ 117 w 117"/>
                  <a:gd name="T15" fmla="*/ 41 h 52"/>
                  <a:gd name="T16" fmla="*/ 74 w 117"/>
                  <a:gd name="T17" fmla="*/ 21 h 52"/>
                  <a:gd name="T18" fmla="*/ 1 w 117"/>
                  <a:gd name="T19" fmla="*/ 2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" h="52">
                    <a:moveTo>
                      <a:pt x="0" y="0"/>
                    </a:moveTo>
                    <a:cubicBezTo>
                      <a:pt x="4" y="4"/>
                      <a:pt x="13" y="5"/>
                      <a:pt x="18" y="7"/>
                    </a:cubicBezTo>
                    <a:cubicBezTo>
                      <a:pt x="24" y="9"/>
                      <a:pt x="30" y="12"/>
                      <a:pt x="36" y="14"/>
                    </a:cubicBezTo>
                    <a:cubicBezTo>
                      <a:pt x="47" y="19"/>
                      <a:pt x="57" y="25"/>
                      <a:pt x="68" y="31"/>
                    </a:cubicBezTo>
                    <a:cubicBezTo>
                      <a:pt x="77" y="35"/>
                      <a:pt x="86" y="40"/>
                      <a:pt x="96" y="43"/>
                    </a:cubicBezTo>
                    <a:cubicBezTo>
                      <a:pt x="103" y="46"/>
                      <a:pt x="111" y="48"/>
                      <a:pt x="117" y="52"/>
                    </a:cubicBezTo>
                    <a:cubicBezTo>
                      <a:pt x="112" y="49"/>
                      <a:pt x="107" y="44"/>
                      <a:pt x="103" y="41"/>
                    </a:cubicBezTo>
                    <a:cubicBezTo>
                      <a:pt x="97" y="37"/>
                      <a:pt x="92" y="33"/>
                      <a:pt x="87" y="30"/>
                    </a:cubicBezTo>
                    <a:cubicBezTo>
                      <a:pt x="76" y="25"/>
                      <a:pt x="67" y="19"/>
                      <a:pt x="55" y="15"/>
                    </a:cubicBezTo>
                    <a:cubicBezTo>
                      <a:pt x="38" y="9"/>
                      <a:pt x="19" y="3"/>
                      <a:pt x="1" y="2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0" name="Freeform 2303">
                <a:extLst>
                  <a:ext uri="{FF2B5EF4-FFF2-40B4-BE49-F238E27FC236}">
                    <a16:creationId xmlns:a16="http://schemas.microsoft.com/office/drawing/2014/main" id="{2371131A-0E9C-4F92-A0DF-7646D506A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2539"/>
                <a:ext cx="217" cy="47"/>
              </a:xfrm>
              <a:custGeom>
                <a:avLst/>
                <a:gdLst>
                  <a:gd name="T0" fmla="*/ 0 w 197"/>
                  <a:gd name="T1" fmla="*/ 44 h 43"/>
                  <a:gd name="T2" fmla="*/ 129 w 197"/>
                  <a:gd name="T3" fmla="*/ 37 h 43"/>
                  <a:gd name="T4" fmla="*/ 210 w 197"/>
                  <a:gd name="T5" fmla="*/ 19 h 43"/>
                  <a:gd name="T6" fmla="*/ 263 w 197"/>
                  <a:gd name="T7" fmla="*/ 0 h 43"/>
                  <a:gd name="T8" fmla="*/ 180 w 197"/>
                  <a:gd name="T9" fmla="*/ 40 h 43"/>
                  <a:gd name="T10" fmla="*/ 107 w 197"/>
                  <a:gd name="T11" fmla="*/ 55 h 43"/>
                  <a:gd name="T12" fmla="*/ 45 w 197"/>
                  <a:gd name="T13" fmla="*/ 47 h 43"/>
                  <a:gd name="T14" fmla="*/ 8 w 197"/>
                  <a:gd name="T15" fmla="*/ 44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7" h="43">
                    <a:moveTo>
                      <a:pt x="0" y="34"/>
                    </a:moveTo>
                    <a:cubicBezTo>
                      <a:pt x="31" y="27"/>
                      <a:pt x="64" y="31"/>
                      <a:pt x="96" y="28"/>
                    </a:cubicBezTo>
                    <a:cubicBezTo>
                      <a:pt x="117" y="25"/>
                      <a:pt x="137" y="20"/>
                      <a:pt x="157" y="15"/>
                    </a:cubicBezTo>
                    <a:cubicBezTo>
                      <a:pt x="171" y="12"/>
                      <a:pt x="184" y="4"/>
                      <a:pt x="197" y="0"/>
                    </a:cubicBezTo>
                    <a:cubicBezTo>
                      <a:pt x="178" y="14"/>
                      <a:pt x="156" y="24"/>
                      <a:pt x="134" y="31"/>
                    </a:cubicBezTo>
                    <a:cubicBezTo>
                      <a:pt x="116" y="37"/>
                      <a:pt x="99" y="43"/>
                      <a:pt x="80" y="42"/>
                    </a:cubicBezTo>
                    <a:cubicBezTo>
                      <a:pt x="64" y="41"/>
                      <a:pt x="49" y="38"/>
                      <a:pt x="34" y="36"/>
                    </a:cubicBezTo>
                    <a:cubicBezTo>
                      <a:pt x="24" y="34"/>
                      <a:pt x="15" y="35"/>
                      <a:pt x="5" y="34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1" name="Freeform 2304">
                <a:extLst>
                  <a:ext uri="{FF2B5EF4-FFF2-40B4-BE49-F238E27FC236}">
                    <a16:creationId xmlns:a16="http://schemas.microsoft.com/office/drawing/2014/main" id="{72F6275D-FC9D-4CC4-850C-0BDAB8A3F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584"/>
                <a:ext cx="125" cy="93"/>
              </a:xfrm>
              <a:custGeom>
                <a:avLst/>
                <a:gdLst>
                  <a:gd name="T0" fmla="*/ 10 w 113"/>
                  <a:gd name="T1" fmla="*/ 0 h 84"/>
                  <a:gd name="T2" fmla="*/ 1 w 113"/>
                  <a:gd name="T3" fmla="*/ 58 h 84"/>
                  <a:gd name="T4" fmla="*/ 25 w 113"/>
                  <a:gd name="T5" fmla="*/ 101 h 84"/>
                  <a:gd name="T6" fmla="*/ 87 w 113"/>
                  <a:gd name="T7" fmla="*/ 111 h 84"/>
                  <a:gd name="T8" fmla="*/ 153 w 113"/>
                  <a:gd name="T9" fmla="*/ 71 h 84"/>
                  <a:gd name="T10" fmla="*/ 90 w 113"/>
                  <a:gd name="T11" fmla="*/ 91 h 84"/>
                  <a:gd name="T12" fmla="*/ 37 w 113"/>
                  <a:gd name="T13" fmla="*/ 101 h 84"/>
                  <a:gd name="T14" fmla="*/ 3 w 113"/>
                  <a:gd name="T15" fmla="*/ 53 h 84"/>
                  <a:gd name="T16" fmla="*/ 9 w 113"/>
                  <a:gd name="T17" fmla="*/ 3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84">
                    <a:moveTo>
                      <a:pt x="7" y="0"/>
                    </a:moveTo>
                    <a:cubicBezTo>
                      <a:pt x="0" y="12"/>
                      <a:pt x="0" y="28"/>
                      <a:pt x="1" y="42"/>
                    </a:cubicBezTo>
                    <a:cubicBezTo>
                      <a:pt x="1" y="56"/>
                      <a:pt x="7" y="66"/>
                      <a:pt x="19" y="74"/>
                    </a:cubicBezTo>
                    <a:cubicBezTo>
                      <a:pt x="32" y="83"/>
                      <a:pt x="48" y="84"/>
                      <a:pt x="64" y="81"/>
                    </a:cubicBezTo>
                    <a:cubicBezTo>
                      <a:pt x="83" y="77"/>
                      <a:pt x="97" y="63"/>
                      <a:pt x="113" y="52"/>
                    </a:cubicBezTo>
                    <a:cubicBezTo>
                      <a:pt x="106" y="64"/>
                      <a:pt x="79" y="65"/>
                      <a:pt x="66" y="67"/>
                    </a:cubicBezTo>
                    <a:cubicBezTo>
                      <a:pt x="56" y="70"/>
                      <a:pt x="37" y="77"/>
                      <a:pt x="27" y="74"/>
                    </a:cubicBezTo>
                    <a:cubicBezTo>
                      <a:pt x="15" y="69"/>
                      <a:pt x="5" y="50"/>
                      <a:pt x="3" y="39"/>
                    </a:cubicBezTo>
                    <a:cubicBezTo>
                      <a:pt x="2" y="30"/>
                      <a:pt x="2" y="11"/>
                      <a:pt x="6" y="3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2" name="Freeform 2305">
                <a:extLst>
                  <a:ext uri="{FF2B5EF4-FFF2-40B4-BE49-F238E27FC236}">
                    <a16:creationId xmlns:a16="http://schemas.microsoft.com/office/drawing/2014/main" id="{AF77E5DD-AA7B-40F4-8794-ECF0C9278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561"/>
                <a:ext cx="147" cy="107"/>
              </a:xfrm>
              <a:custGeom>
                <a:avLst/>
                <a:gdLst>
                  <a:gd name="T0" fmla="*/ 144 w 133"/>
                  <a:gd name="T1" fmla="*/ 0 h 97"/>
                  <a:gd name="T2" fmla="*/ 127 w 133"/>
                  <a:gd name="T3" fmla="*/ 117 h 97"/>
                  <a:gd name="T4" fmla="*/ 0 w 133"/>
                  <a:gd name="T5" fmla="*/ 76 h 97"/>
                  <a:gd name="T6" fmla="*/ 137 w 133"/>
                  <a:gd name="T7" fmla="*/ 101 h 97"/>
                  <a:gd name="T8" fmla="*/ 156 w 133"/>
                  <a:gd name="T9" fmla="*/ 51 h 97"/>
                  <a:gd name="T10" fmla="*/ 144 w 133"/>
                  <a:gd name="T11" fmla="*/ 4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97">
                    <a:moveTo>
                      <a:pt x="107" y="0"/>
                    </a:moveTo>
                    <a:cubicBezTo>
                      <a:pt x="129" y="24"/>
                      <a:pt x="133" y="77"/>
                      <a:pt x="94" y="87"/>
                    </a:cubicBezTo>
                    <a:cubicBezTo>
                      <a:pt x="59" y="96"/>
                      <a:pt x="26" y="81"/>
                      <a:pt x="0" y="57"/>
                    </a:cubicBezTo>
                    <a:cubicBezTo>
                      <a:pt x="34" y="75"/>
                      <a:pt x="63" y="97"/>
                      <a:pt x="101" y="75"/>
                    </a:cubicBezTo>
                    <a:cubicBezTo>
                      <a:pt x="115" y="66"/>
                      <a:pt x="117" y="54"/>
                      <a:pt x="116" y="38"/>
                    </a:cubicBezTo>
                    <a:cubicBezTo>
                      <a:pt x="115" y="27"/>
                      <a:pt x="114" y="14"/>
                      <a:pt x="107" y="4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3" name="Freeform 2306">
                <a:extLst>
                  <a:ext uri="{FF2B5EF4-FFF2-40B4-BE49-F238E27FC236}">
                    <a16:creationId xmlns:a16="http://schemas.microsoft.com/office/drawing/2014/main" id="{06615115-218F-4D97-A8A3-2D194C089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332"/>
                <a:ext cx="166" cy="49"/>
              </a:xfrm>
              <a:custGeom>
                <a:avLst/>
                <a:gdLst>
                  <a:gd name="T0" fmla="*/ 2 w 151"/>
                  <a:gd name="T1" fmla="*/ 26 h 44"/>
                  <a:gd name="T2" fmla="*/ 99 w 151"/>
                  <a:gd name="T3" fmla="*/ 8 h 44"/>
                  <a:gd name="T4" fmla="*/ 150 w 151"/>
                  <a:gd name="T5" fmla="*/ 35 h 44"/>
                  <a:gd name="T6" fmla="*/ 200 w 151"/>
                  <a:gd name="T7" fmla="*/ 61 h 44"/>
                  <a:gd name="T8" fmla="*/ 97 w 151"/>
                  <a:gd name="T9" fmla="*/ 26 h 44"/>
                  <a:gd name="T10" fmla="*/ 0 w 151"/>
                  <a:gd name="T11" fmla="*/ 33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44">
                    <a:moveTo>
                      <a:pt x="2" y="19"/>
                    </a:moveTo>
                    <a:cubicBezTo>
                      <a:pt x="26" y="21"/>
                      <a:pt x="51" y="0"/>
                      <a:pt x="75" y="5"/>
                    </a:cubicBezTo>
                    <a:cubicBezTo>
                      <a:pt x="88" y="7"/>
                      <a:pt x="102" y="18"/>
                      <a:pt x="113" y="25"/>
                    </a:cubicBezTo>
                    <a:cubicBezTo>
                      <a:pt x="125" y="32"/>
                      <a:pt x="139" y="37"/>
                      <a:pt x="151" y="44"/>
                    </a:cubicBezTo>
                    <a:cubicBezTo>
                      <a:pt x="125" y="38"/>
                      <a:pt x="100" y="24"/>
                      <a:pt x="73" y="19"/>
                    </a:cubicBezTo>
                    <a:cubicBezTo>
                      <a:pt x="51" y="16"/>
                      <a:pt x="21" y="17"/>
                      <a:pt x="0" y="24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4" name="Freeform 2307">
                <a:extLst>
                  <a:ext uri="{FF2B5EF4-FFF2-40B4-BE49-F238E27FC236}">
                    <a16:creationId xmlns:a16="http://schemas.microsoft.com/office/drawing/2014/main" id="{998E4D5F-B348-4CA6-9F00-D61AD9F8E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120"/>
                <a:ext cx="190" cy="129"/>
              </a:xfrm>
              <a:custGeom>
                <a:avLst/>
                <a:gdLst>
                  <a:gd name="T0" fmla="*/ 0 w 172"/>
                  <a:gd name="T1" fmla="*/ 1 h 117"/>
                  <a:gd name="T2" fmla="*/ 46 w 172"/>
                  <a:gd name="T3" fmla="*/ 47 h 117"/>
                  <a:gd name="T4" fmla="*/ 107 w 172"/>
                  <a:gd name="T5" fmla="*/ 78 h 117"/>
                  <a:gd name="T6" fmla="*/ 232 w 172"/>
                  <a:gd name="T7" fmla="*/ 157 h 117"/>
                  <a:gd name="T8" fmla="*/ 156 w 172"/>
                  <a:gd name="T9" fmla="*/ 117 h 117"/>
                  <a:gd name="T10" fmla="*/ 56 w 172"/>
                  <a:gd name="T11" fmla="*/ 99 h 117"/>
                  <a:gd name="T12" fmla="*/ 0 w 172"/>
                  <a:gd name="T13" fmla="*/ 0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117">
                    <a:moveTo>
                      <a:pt x="0" y="1"/>
                    </a:moveTo>
                    <a:cubicBezTo>
                      <a:pt x="17" y="4"/>
                      <a:pt x="23" y="23"/>
                      <a:pt x="34" y="35"/>
                    </a:cubicBezTo>
                    <a:cubicBezTo>
                      <a:pt x="46" y="48"/>
                      <a:pt x="64" y="52"/>
                      <a:pt x="80" y="58"/>
                    </a:cubicBezTo>
                    <a:cubicBezTo>
                      <a:pt x="115" y="72"/>
                      <a:pt x="152" y="83"/>
                      <a:pt x="172" y="117"/>
                    </a:cubicBezTo>
                    <a:cubicBezTo>
                      <a:pt x="152" y="105"/>
                      <a:pt x="140" y="92"/>
                      <a:pt x="116" y="87"/>
                    </a:cubicBezTo>
                    <a:cubicBezTo>
                      <a:pt x="92" y="82"/>
                      <a:pt x="65" y="83"/>
                      <a:pt x="42" y="74"/>
                    </a:cubicBezTo>
                    <a:cubicBezTo>
                      <a:pt x="14" y="62"/>
                      <a:pt x="8" y="24"/>
                      <a:pt x="0" y="0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5" name="Freeform 2308">
                <a:extLst>
                  <a:ext uri="{FF2B5EF4-FFF2-40B4-BE49-F238E27FC236}">
                    <a16:creationId xmlns:a16="http://schemas.microsoft.com/office/drawing/2014/main" id="{A13ED9EA-08CD-4582-AF5F-ED376F1FD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152"/>
                <a:ext cx="98" cy="101"/>
              </a:xfrm>
              <a:custGeom>
                <a:avLst/>
                <a:gdLst>
                  <a:gd name="T0" fmla="*/ 119 w 89"/>
                  <a:gd name="T1" fmla="*/ 1 h 91"/>
                  <a:gd name="T2" fmla="*/ 89 w 89"/>
                  <a:gd name="T3" fmla="*/ 24 h 91"/>
                  <a:gd name="T4" fmla="*/ 63 w 89"/>
                  <a:gd name="T5" fmla="*/ 61 h 91"/>
                  <a:gd name="T6" fmla="*/ 36 w 89"/>
                  <a:gd name="T7" fmla="*/ 102 h 91"/>
                  <a:gd name="T8" fmla="*/ 0 w 89"/>
                  <a:gd name="T9" fmla="*/ 123 h 91"/>
                  <a:gd name="T10" fmla="*/ 43 w 89"/>
                  <a:gd name="T11" fmla="*/ 111 h 91"/>
                  <a:gd name="T12" fmla="*/ 74 w 89"/>
                  <a:gd name="T13" fmla="*/ 71 h 91"/>
                  <a:gd name="T14" fmla="*/ 97 w 89"/>
                  <a:gd name="T15" fmla="*/ 33 h 91"/>
                  <a:gd name="T16" fmla="*/ 115 w 89"/>
                  <a:gd name="T17" fmla="*/ 8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91">
                    <a:moveTo>
                      <a:pt x="89" y="1"/>
                    </a:moveTo>
                    <a:cubicBezTo>
                      <a:pt x="78" y="0"/>
                      <a:pt x="73" y="12"/>
                      <a:pt x="67" y="18"/>
                    </a:cubicBezTo>
                    <a:cubicBezTo>
                      <a:pt x="59" y="27"/>
                      <a:pt x="53" y="34"/>
                      <a:pt x="47" y="45"/>
                    </a:cubicBezTo>
                    <a:cubicBezTo>
                      <a:pt x="42" y="55"/>
                      <a:pt x="34" y="67"/>
                      <a:pt x="27" y="75"/>
                    </a:cubicBezTo>
                    <a:cubicBezTo>
                      <a:pt x="19" y="84"/>
                      <a:pt x="4" y="84"/>
                      <a:pt x="0" y="90"/>
                    </a:cubicBezTo>
                    <a:cubicBezTo>
                      <a:pt x="12" y="91"/>
                      <a:pt x="21" y="87"/>
                      <a:pt x="32" y="81"/>
                    </a:cubicBezTo>
                    <a:cubicBezTo>
                      <a:pt x="44" y="74"/>
                      <a:pt x="48" y="64"/>
                      <a:pt x="55" y="52"/>
                    </a:cubicBezTo>
                    <a:cubicBezTo>
                      <a:pt x="60" y="43"/>
                      <a:pt x="68" y="34"/>
                      <a:pt x="73" y="24"/>
                    </a:cubicBezTo>
                    <a:cubicBezTo>
                      <a:pt x="76" y="18"/>
                      <a:pt x="78" y="7"/>
                      <a:pt x="85" y="5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6" name="Freeform 2309">
                <a:extLst>
                  <a:ext uri="{FF2B5EF4-FFF2-40B4-BE49-F238E27FC236}">
                    <a16:creationId xmlns:a16="http://schemas.microsoft.com/office/drawing/2014/main" id="{766A1302-282F-4B25-A83E-F9A8AF1B1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285"/>
                <a:ext cx="208" cy="87"/>
              </a:xfrm>
              <a:custGeom>
                <a:avLst/>
                <a:gdLst>
                  <a:gd name="T0" fmla="*/ 250 w 188"/>
                  <a:gd name="T1" fmla="*/ 4 h 79"/>
                  <a:gd name="T2" fmla="*/ 143 w 188"/>
                  <a:gd name="T3" fmla="*/ 40 h 79"/>
                  <a:gd name="T4" fmla="*/ 0 w 188"/>
                  <a:gd name="T5" fmla="*/ 93 h 79"/>
                  <a:gd name="T6" fmla="*/ 154 w 188"/>
                  <a:gd name="T7" fmla="*/ 50 h 79"/>
                  <a:gd name="T8" fmla="*/ 254 w 188"/>
                  <a:gd name="T9" fmla="*/ 1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79">
                    <a:moveTo>
                      <a:pt x="184" y="4"/>
                    </a:moveTo>
                    <a:cubicBezTo>
                      <a:pt x="156" y="0"/>
                      <a:pt x="129" y="17"/>
                      <a:pt x="106" y="30"/>
                    </a:cubicBezTo>
                    <a:cubicBezTo>
                      <a:pt x="73" y="48"/>
                      <a:pt x="37" y="66"/>
                      <a:pt x="0" y="69"/>
                    </a:cubicBezTo>
                    <a:cubicBezTo>
                      <a:pt x="39" y="79"/>
                      <a:pt x="83" y="60"/>
                      <a:pt x="114" y="37"/>
                    </a:cubicBezTo>
                    <a:cubicBezTo>
                      <a:pt x="132" y="23"/>
                      <a:pt x="165" y="7"/>
                      <a:pt x="188" y="8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7" name="Freeform 2310">
                <a:extLst>
                  <a:ext uri="{FF2B5EF4-FFF2-40B4-BE49-F238E27FC236}">
                    <a16:creationId xmlns:a16="http://schemas.microsoft.com/office/drawing/2014/main" id="{DE04C70B-49A5-44FE-9B17-05EE59788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3121"/>
                <a:ext cx="168" cy="621"/>
              </a:xfrm>
              <a:custGeom>
                <a:avLst/>
                <a:gdLst>
                  <a:gd name="T0" fmla="*/ 116 w 152"/>
                  <a:gd name="T1" fmla="*/ 23 h 562"/>
                  <a:gd name="T2" fmla="*/ 9 w 152"/>
                  <a:gd name="T3" fmla="*/ 233 h 562"/>
                  <a:gd name="T4" fmla="*/ 13 w 152"/>
                  <a:gd name="T5" fmla="*/ 519 h 562"/>
                  <a:gd name="T6" fmla="*/ 138 w 152"/>
                  <a:gd name="T7" fmla="*/ 629 h 562"/>
                  <a:gd name="T8" fmla="*/ 159 w 152"/>
                  <a:gd name="T9" fmla="*/ 168 h 562"/>
                  <a:gd name="T10" fmla="*/ 112 w 152"/>
                  <a:gd name="T11" fmla="*/ 34 h 5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562">
                    <a:moveTo>
                      <a:pt x="86" y="17"/>
                    </a:moveTo>
                    <a:cubicBezTo>
                      <a:pt x="16" y="0"/>
                      <a:pt x="12" y="120"/>
                      <a:pt x="6" y="173"/>
                    </a:cubicBezTo>
                    <a:cubicBezTo>
                      <a:pt x="0" y="239"/>
                      <a:pt x="0" y="320"/>
                      <a:pt x="10" y="385"/>
                    </a:cubicBezTo>
                    <a:cubicBezTo>
                      <a:pt x="17" y="433"/>
                      <a:pt x="61" y="562"/>
                      <a:pt x="102" y="466"/>
                    </a:cubicBezTo>
                    <a:cubicBezTo>
                      <a:pt x="145" y="367"/>
                      <a:pt x="152" y="227"/>
                      <a:pt x="118" y="125"/>
                    </a:cubicBezTo>
                    <a:cubicBezTo>
                      <a:pt x="107" y="90"/>
                      <a:pt x="96" y="58"/>
                      <a:pt x="82" y="25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8" name="Freeform 2311">
                <a:extLst>
                  <a:ext uri="{FF2B5EF4-FFF2-40B4-BE49-F238E27FC236}">
                    <a16:creationId xmlns:a16="http://schemas.microsoft.com/office/drawing/2014/main" id="{2E74A1FA-96D2-4732-8C70-5118CB19E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3159"/>
                <a:ext cx="74" cy="493"/>
              </a:xfrm>
              <a:custGeom>
                <a:avLst/>
                <a:gdLst>
                  <a:gd name="T0" fmla="*/ 55 w 67"/>
                  <a:gd name="T1" fmla="*/ 21 h 447"/>
                  <a:gd name="T2" fmla="*/ 39 w 67"/>
                  <a:gd name="T3" fmla="*/ 76 h 447"/>
                  <a:gd name="T4" fmla="*/ 15 w 67"/>
                  <a:gd name="T5" fmla="*/ 175 h 447"/>
                  <a:gd name="T6" fmla="*/ 10 w 67"/>
                  <a:gd name="T7" fmla="*/ 350 h 447"/>
                  <a:gd name="T8" fmla="*/ 50 w 67"/>
                  <a:gd name="T9" fmla="*/ 492 h 447"/>
                  <a:gd name="T10" fmla="*/ 72 w 67"/>
                  <a:gd name="T11" fmla="*/ 559 h 447"/>
                  <a:gd name="T12" fmla="*/ 83 w 67"/>
                  <a:gd name="T13" fmla="*/ 600 h 447"/>
                  <a:gd name="T14" fmla="*/ 80 w 67"/>
                  <a:gd name="T15" fmla="*/ 535 h 447"/>
                  <a:gd name="T16" fmla="*/ 72 w 67"/>
                  <a:gd name="T17" fmla="*/ 448 h 447"/>
                  <a:gd name="T18" fmla="*/ 65 w 67"/>
                  <a:gd name="T19" fmla="*/ 350 h 447"/>
                  <a:gd name="T20" fmla="*/ 63 w 67"/>
                  <a:gd name="T21" fmla="*/ 242 h 447"/>
                  <a:gd name="T22" fmla="*/ 62 w 67"/>
                  <a:gd name="T23" fmla="*/ 68 h 447"/>
                  <a:gd name="T24" fmla="*/ 52 w 67"/>
                  <a:gd name="T25" fmla="*/ 1 h 447"/>
                  <a:gd name="T26" fmla="*/ 49 w 67"/>
                  <a:gd name="T27" fmla="*/ 3 h 4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447">
                    <a:moveTo>
                      <a:pt x="41" y="15"/>
                    </a:moveTo>
                    <a:cubicBezTo>
                      <a:pt x="33" y="20"/>
                      <a:pt x="31" y="47"/>
                      <a:pt x="29" y="57"/>
                    </a:cubicBezTo>
                    <a:cubicBezTo>
                      <a:pt x="23" y="82"/>
                      <a:pt x="17" y="106"/>
                      <a:pt x="12" y="131"/>
                    </a:cubicBezTo>
                    <a:cubicBezTo>
                      <a:pt x="4" y="174"/>
                      <a:pt x="0" y="216"/>
                      <a:pt x="7" y="260"/>
                    </a:cubicBezTo>
                    <a:cubicBezTo>
                      <a:pt x="13" y="297"/>
                      <a:pt x="24" y="333"/>
                      <a:pt x="37" y="366"/>
                    </a:cubicBezTo>
                    <a:cubicBezTo>
                      <a:pt x="43" y="383"/>
                      <a:pt x="49" y="399"/>
                      <a:pt x="53" y="417"/>
                    </a:cubicBezTo>
                    <a:cubicBezTo>
                      <a:pt x="55" y="426"/>
                      <a:pt x="56" y="440"/>
                      <a:pt x="62" y="447"/>
                    </a:cubicBezTo>
                    <a:cubicBezTo>
                      <a:pt x="67" y="435"/>
                      <a:pt x="60" y="412"/>
                      <a:pt x="59" y="399"/>
                    </a:cubicBezTo>
                    <a:cubicBezTo>
                      <a:pt x="57" y="377"/>
                      <a:pt x="54" y="356"/>
                      <a:pt x="53" y="334"/>
                    </a:cubicBezTo>
                    <a:cubicBezTo>
                      <a:pt x="52" y="309"/>
                      <a:pt x="48" y="285"/>
                      <a:pt x="48" y="260"/>
                    </a:cubicBezTo>
                    <a:cubicBezTo>
                      <a:pt x="48" y="233"/>
                      <a:pt x="48" y="207"/>
                      <a:pt x="47" y="180"/>
                    </a:cubicBezTo>
                    <a:cubicBezTo>
                      <a:pt x="45" y="136"/>
                      <a:pt x="50" y="94"/>
                      <a:pt x="46" y="51"/>
                    </a:cubicBezTo>
                    <a:cubicBezTo>
                      <a:pt x="44" y="35"/>
                      <a:pt x="45" y="16"/>
                      <a:pt x="39" y="1"/>
                    </a:cubicBezTo>
                    <a:cubicBezTo>
                      <a:pt x="37" y="0"/>
                      <a:pt x="37" y="2"/>
                      <a:pt x="36" y="3"/>
                    </a:cubicBezTo>
                  </a:path>
                </a:pathLst>
              </a:custGeom>
              <a:solidFill>
                <a:srgbClr val="C64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9" name="Freeform 2312">
                <a:extLst>
                  <a:ext uri="{FF2B5EF4-FFF2-40B4-BE49-F238E27FC236}">
                    <a16:creationId xmlns:a16="http://schemas.microsoft.com/office/drawing/2014/main" id="{54455FC1-D0F8-4EDD-AB76-8E6A86859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248"/>
                <a:ext cx="31" cy="313"/>
              </a:xfrm>
              <a:custGeom>
                <a:avLst/>
                <a:gdLst>
                  <a:gd name="T0" fmla="*/ 8 w 28"/>
                  <a:gd name="T1" fmla="*/ 0 h 283"/>
                  <a:gd name="T2" fmla="*/ 35 w 28"/>
                  <a:gd name="T3" fmla="*/ 170 h 283"/>
                  <a:gd name="T4" fmla="*/ 37 w 28"/>
                  <a:gd name="T5" fmla="*/ 259 h 283"/>
                  <a:gd name="T6" fmla="*/ 18 w 28"/>
                  <a:gd name="T7" fmla="*/ 344 h 283"/>
                  <a:gd name="T8" fmla="*/ 3 w 28"/>
                  <a:gd name="T9" fmla="*/ 383 h 283"/>
                  <a:gd name="T10" fmla="*/ 22 w 28"/>
                  <a:gd name="T11" fmla="*/ 281 h 283"/>
                  <a:gd name="T12" fmla="*/ 23 w 28"/>
                  <a:gd name="T13" fmla="*/ 170 h 283"/>
                  <a:gd name="T14" fmla="*/ 9 w 28"/>
                  <a:gd name="T15" fmla="*/ 4 h 2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83">
                    <a:moveTo>
                      <a:pt x="5" y="0"/>
                    </a:moveTo>
                    <a:cubicBezTo>
                      <a:pt x="23" y="41"/>
                      <a:pt x="23" y="82"/>
                      <a:pt x="26" y="126"/>
                    </a:cubicBezTo>
                    <a:cubicBezTo>
                      <a:pt x="27" y="147"/>
                      <a:pt x="28" y="170"/>
                      <a:pt x="27" y="192"/>
                    </a:cubicBezTo>
                    <a:cubicBezTo>
                      <a:pt x="26" y="213"/>
                      <a:pt x="17" y="233"/>
                      <a:pt x="13" y="254"/>
                    </a:cubicBezTo>
                    <a:cubicBezTo>
                      <a:pt x="10" y="263"/>
                      <a:pt x="8" y="275"/>
                      <a:pt x="3" y="283"/>
                    </a:cubicBezTo>
                    <a:cubicBezTo>
                      <a:pt x="0" y="258"/>
                      <a:pt x="12" y="233"/>
                      <a:pt x="16" y="208"/>
                    </a:cubicBezTo>
                    <a:cubicBezTo>
                      <a:pt x="20" y="180"/>
                      <a:pt x="18" y="154"/>
                      <a:pt x="17" y="126"/>
                    </a:cubicBezTo>
                    <a:cubicBezTo>
                      <a:pt x="15" y="86"/>
                      <a:pt x="15" y="42"/>
                      <a:pt x="6" y="4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0" name="Freeform 2313">
                <a:extLst>
                  <a:ext uri="{FF2B5EF4-FFF2-40B4-BE49-F238E27FC236}">
                    <a16:creationId xmlns:a16="http://schemas.microsoft.com/office/drawing/2014/main" id="{9C81F386-AEC6-490A-86F7-7FBBB1BA6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464"/>
                <a:ext cx="733" cy="693"/>
              </a:xfrm>
              <a:custGeom>
                <a:avLst/>
                <a:gdLst>
                  <a:gd name="T0" fmla="*/ 0 w 664"/>
                  <a:gd name="T1" fmla="*/ 0 h 628"/>
                  <a:gd name="T2" fmla="*/ 365 w 664"/>
                  <a:gd name="T3" fmla="*/ 263 h 628"/>
                  <a:gd name="T4" fmla="*/ 562 w 664"/>
                  <a:gd name="T5" fmla="*/ 349 h 628"/>
                  <a:gd name="T6" fmla="*/ 722 w 664"/>
                  <a:gd name="T7" fmla="*/ 481 h 628"/>
                  <a:gd name="T8" fmla="*/ 893 w 664"/>
                  <a:gd name="T9" fmla="*/ 844 h 6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4" h="628">
                    <a:moveTo>
                      <a:pt x="0" y="0"/>
                    </a:moveTo>
                    <a:cubicBezTo>
                      <a:pt x="100" y="47"/>
                      <a:pt x="175" y="143"/>
                      <a:pt x="272" y="196"/>
                    </a:cubicBezTo>
                    <a:cubicBezTo>
                      <a:pt x="320" y="221"/>
                      <a:pt x="373" y="228"/>
                      <a:pt x="418" y="259"/>
                    </a:cubicBezTo>
                    <a:cubicBezTo>
                      <a:pt x="459" y="287"/>
                      <a:pt x="498" y="326"/>
                      <a:pt x="536" y="358"/>
                    </a:cubicBezTo>
                    <a:cubicBezTo>
                      <a:pt x="625" y="434"/>
                      <a:pt x="638" y="524"/>
                      <a:pt x="664" y="62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1" name="Freeform 2314">
                <a:extLst>
                  <a:ext uri="{FF2B5EF4-FFF2-40B4-BE49-F238E27FC236}">
                    <a16:creationId xmlns:a16="http://schemas.microsoft.com/office/drawing/2014/main" id="{C0915219-81CE-4E41-9442-A317AE7AA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476"/>
                <a:ext cx="480" cy="315"/>
              </a:xfrm>
              <a:custGeom>
                <a:avLst/>
                <a:gdLst>
                  <a:gd name="T0" fmla="*/ 585 w 435"/>
                  <a:gd name="T1" fmla="*/ 374 h 285"/>
                  <a:gd name="T2" fmla="*/ 419 w 435"/>
                  <a:gd name="T3" fmla="*/ 382 h 285"/>
                  <a:gd name="T4" fmla="*/ 231 w 435"/>
                  <a:gd name="T5" fmla="*/ 321 h 285"/>
                  <a:gd name="T6" fmla="*/ 83 w 435"/>
                  <a:gd name="T7" fmla="*/ 158 h 285"/>
                  <a:gd name="T8" fmla="*/ 55 w 435"/>
                  <a:gd name="T9" fmla="*/ 82 h 285"/>
                  <a:gd name="T10" fmla="*/ 22 w 435"/>
                  <a:gd name="T11" fmla="*/ 19 h 285"/>
                  <a:gd name="T12" fmla="*/ 0 w 435"/>
                  <a:gd name="T13" fmla="*/ 0 h 2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5" h="285">
                    <a:moveTo>
                      <a:pt x="435" y="277"/>
                    </a:moveTo>
                    <a:cubicBezTo>
                      <a:pt x="401" y="257"/>
                      <a:pt x="348" y="281"/>
                      <a:pt x="312" y="283"/>
                    </a:cubicBezTo>
                    <a:cubicBezTo>
                      <a:pt x="265" y="285"/>
                      <a:pt x="209" y="268"/>
                      <a:pt x="171" y="237"/>
                    </a:cubicBezTo>
                    <a:cubicBezTo>
                      <a:pt x="128" y="202"/>
                      <a:pt x="86" y="170"/>
                      <a:pt x="62" y="117"/>
                    </a:cubicBezTo>
                    <a:cubicBezTo>
                      <a:pt x="54" y="99"/>
                      <a:pt x="49" y="78"/>
                      <a:pt x="41" y="61"/>
                    </a:cubicBezTo>
                    <a:cubicBezTo>
                      <a:pt x="33" y="45"/>
                      <a:pt x="21" y="30"/>
                      <a:pt x="16" y="14"/>
                    </a:cubicBezTo>
                    <a:cubicBezTo>
                      <a:pt x="10" y="9"/>
                      <a:pt x="6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2" name="Freeform 2315">
                <a:extLst>
                  <a:ext uri="{FF2B5EF4-FFF2-40B4-BE49-F238E27FC236}">
                    <a16:creationId xmlns:a16="http://schemas.microsoft.com/office/drawing/2014/main" id="{BEE0B901-06D4-4671-9070-134320291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352"/>
                <a:ext cx="677" cy="789"/>
              </a:xfrm>
              <a:custGeom>
                <a:avLst/>
                <a:gdLst>
                  <a:gd name="T0" fmla="*/ 22 w 613"/>
                  <a:gd name="T1" fmla="*/ 964 h 714"/>
                  <a:gd name="T2" fmla="*/ 54 w 613"/>
                  <a:gd name="T3" fmla="*/ 728 h 714"/>
                  <a:gd name="T4" fmla="*/ 201 w 613"/>
                  <a:gd name="T5" fmla="*/ 523 h 714"/>
                  <a:gd name="T6" fmla="*/ 385 w 613"/>
                  <a:gd name="T7" fmla="*/ 335 h 714"/>
                  <a:gd name="T8" fmla="*/ 437 w 613"/>
                  <a:gd name="T9" fmla="*/ 244 h 714"/>
                  <a:gd name="T10" fmla="*/ 532 w 613"/>
                  <a:gd name="T11" fmla="*/ 165 h 714"/>
                  <a:gd name="T12" fmla="*/ 673 w 613"/>
                  <a:gd name="T13" fmla="*/ 67 h 714"/>
                  <a:gd name="T14" fmla="*/ 826 w 613"/>
                  <a:gd name="T15" fmla="*/ 0 h 7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3" h="714">
                    <a:moveTo>
                      <a:pt x="16" y="714"/>
                    </a:moveTo>
                    <a:cubicBezTo>
                      <a:pt x="0" y="666"/>
                      <a:pt x="20" y="583"/>
                      <a:pt x="40" y="539"/>
                    </a:cubicBezTo>
                    <a:cubicBezTo>
                      <a:pt x="68" y="478"/>
                      <a:pt x="97" y="430"/>
                      <a:pt x="149" y="387"/>
                    </a:cubicBezTo>
                    <a:cubicBezTo>
                      <a:pt x="203" y="342"/>
                      <a:pt x="252" y="307"/>
                      <a:pt x="286" y="248"/>
                    </a:cubicBezTo>
                    <a:cubicBezTo>
                      <a:pt x="300" y="224"/>
                      <a:pt x="306" y="200"/>
                      <a:pt x="325" y="181"/>
                    </a:cubicBezTo>
                    <a:cubicBezTo>
                      <a:pt x="347" y="158"/>
                      <a:pt x="375" y="146"/>
                      <a:pt x="395" y="122"/>
                    </a:cubicBezTo>
                    <a:cubicBezTo>
                      <a:pt x="430" y="82"/>
                      <a:pt x="444" y="58"/>
                      <a:pt x="499" y="50"/>
                    </a:cubicBezTo>
                    <a:cubicBezTo>
                      <a:pt x="545" y="44"/>
                      <a:pt x="572" y="16"/>
                      <a:pt x="61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3" name="Freeform 2316">
                <a:extLst>
                  <a:ext uri="{FF2B5EF4-FFF2-40B4-BE49-F238E27FC236}">
                    <a16:creationId xmlns:a16="http://schemas.microsoft.com/office/drawing/2014/main" id="{CB3CEE1B-66CC-4321-B7E2-513DA2780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425"/>
                <a:ext cx="842" cy="170"/>
              </a:xfrm>
              <a:custGeom>
                <a:avLst/>
                <a:gdLst>
                  <a:gd name="T0" fmla="*/ 1025 w 763"/>
                  <a:gd name="T1" fmla="*/ 0 h 154"/>
                  <a:gd name="T2" fmla="*/ 936 w 763"/>
                  <a:gd name="T3" fmla="*/ 44 h 154"/>
                  <a:gd name="T4" fmla="*/ 842 w 763"/>
                  <a:gd name="T5" fmla="*/ 115 h 154"/>
                  <a:gd name="T6" fmla="*/ 717 w 763"/>
                  <a:gd name="T7" fmla="*/ 161 h 154"/>
                  <a:gd name="T8" fmla="*/ 556 w 763"/>
                  <a:gd name="T9" fmla="*/ 204 h 154"/>
                  <a:gd name="T10" fmla="*/ 351 w 763"/>
                  <a:gd name="T11" fmla="*/ 189 h 154"/>
                  <a:gd name="T12" fmla="*/ 211 w 763"/>
                  <a:gd name="T13" fmla="*/ 177 h 154"/>
                  <a:gd name="T14" fmla="*/ 32 w 763"/>
                  <a:gd name="T15" fmla="*/ 102 h 154"/>
                  <a:gd name="T16" fmla="*/ 0 w 763"/>
                  <a:gd name="T17" fmla="*/ 94 h 1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3" h="154">
                    <a:moveTo>
                      <a:pt x="763" y="0"/>
                    </a:moveTo>
                    <a:cubicBezTo>
                      <a:pt x="761" y="12"/>
                      <a:pt x="710" y="20"/>
                      <a:pt x="696" y="33"/>
                    </a:cubicBezTo>
                    <a:cubicBezTo>
                      <a:pt x="672" y="54"/>
                      <a:pt x="659" y="77"/>
                      <a:pt x="626" y="85"/>
                    </a:cubicBezTo>
                    <a:cubicBezTo>
                      <a:pt x="588" y="94"/>
                      <a:pt x="566" y="97"/>
                      <a:pt x="534" y="120"/>
                    </a:cubicBezTo>
                    <a:cubicBezTo>
                      <a:pt x="495" y="148"/>
                      <a:pt x="461" y="154"/>
                      <a:pt x="414" y="152"/>
                    </a:cubicBezTo>
                    <a:cubicBezTo>
                      <a:pt x="362" y="151"/>
                      <a:pt x="313" y="128"/>
                      <a:pt x="261" y="140"/>
                    </a:cubicBezTo>
                    <a:cubicBezTo>
                      <a:pt x="222" y="148"/>
                      <a:pt x="194" y="154"/>
                      <a:pt x="157" y="131"/>
                    </a:cubicBezTo>
                    <a:cubicBezTo>
                      <a:pt x="109" y="100"/>
                      <a:pt x="76" y="84"/>
                      <a:pt x="24" y="75"/>
                    </a:cubicBezTo>
                    <a:cubicBezTo>
                      <a:pt x="16" y="74"/>
                      <a:pt x="6" y="69"/>
                      <a:pt x="0" y="7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4" name="Freeform 2317">
                <a:extLst>
                  <a:ext uri="{FF2B5EF4-FFF2-40B4-BE49-F238E27FC236}">
                    <a16:creationId xmlns:a16="http://schemas.microsoft.com/office/drawing/2014/main" id="{0E28E84B-77E8-41CC-B636-8F5575836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520"/>
                <a:ext cx="583" cy="155"/>
              </a:xfrm>
              <a:custGeom>
                <a:avLst/>
                <a:gdLst>
                  <a:gd name="T0" fmla="*/ 711 w 528"/>
                  <a:gd name="T1" fmla="*/ 0 h 140"/>
                  <a:gd name="T2" fmla="*/ 530 w 528"/>
                  <a:gd name="T3" fmla="*/ 141 h 140"/>
                  <a:gd name="T4" fmla="*/ 259 w 528"/>
                  <a:gd name="T5" fmla="*/ 152 h 140"/>
                  <a:gd name="T6" fmla="*/ 82 w 528"/>
                  <a:gd name="T7" fmla="*/ 99 h 140"/>
                  <a:gd name="T8" fmla="*/ 0 w 528"/>
                  <a:gd name="T9" fmla="*/ 11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8" h="140">
                    <a:moveTo>
                      <a:pt x="528" y="0"/>
                    </a:moveTo>
                    <a:cubicBezTo>
                      <a:pt x="478" y="12"/>
                      <a:pt x="439" y="78"/>
                      <a:pt x="394" y="104"/>
                    </a:cubicBezTo>
                    <a:cubicBezTo>
                      <a:pt x="333" y="140"/>
                      <a:pt x="260" y="103"/>
                      <a:pt x="193" y="112"/>
                    </a:cubicBezTo>
                    <a:cubicBezTo>
                      <a:pt x="134" y="120"/>
                      <a:pt x="100" y="118"/>
                      <a:pt x="61" y="72"/>
                    </a:cubicBezTo>
                    <a:cubicBezTo>
                      <a:pt x="42" y="49"/>
                      <a:pt x="24" y="2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5" name="Freeform 2318">
                <a:extLst>
                  <a:ext uri="{FF2B5EF4-FFF2-40B4-BE49-F238E27FC236}">
                    <a16:creationId xmlns:a16="http://schemas.microsoft.com/office/drawing/2014/main" id="{A885276D-4746-405E-8982-3110002F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584"/>
                <a:ext cx="588" cy="189"/>
              </a:xfrm>
              <a:custGeom>
                <a:avLst/>
                <a:gdLst>
                  <a:gd name="T0" fmla="*/ 716 w 533"/>
                  <a:gd name="T1" fmla="*/ 69 h 171"/>
                  <a:gd name="T2" fmla="*/ 544 w 533"/>
                  <a:gd name="T3" fmla="*/ 175 h 171"/>
                  <a:gd name="T4" fmla="*/ 257 w 533"/>
                  <a:gd name="T5" fmla="*/ 179 h 171"/>
                  <a:gd name="T6" fmla="*/ 99 w 533"/>
                  <a:gd name="T7" fmla="*/ 94 h 171"/>
                  <a:gd name="T8" fmla="*/ 0 w 533"/>
                  <a:gd name="T9" fmla="*/ 0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3" h="171">
                    <a:moveTo>
                      <a:pt x="533" y="51"/>
                    </a:moveTo>
                    <a:cubicBezTo>
                      <a:pt x="482" y="45"/>
                      <a:pt x="444" y="104"/>
                      <a:pt x="405" y="129"/>
                    </a:cubicBezTo>
                    <a:cubicBezTo>
                      <a:pt x="339" y="171"/>
                      <a:pt x="260" y="163"/>
                      <a:pt x="191" y="133"/>
                    </a:cubicBezTo>
                    <a:cubicBezTo>
                      <a:pt x="150" y="116"/>
                      <a:pt x="115" y="88"/>
                      <a:pt x="74" y="70"/>
                    </a:cubicBezTo>
                    <a:cubicBezTo>
                      <a:pt x="40" y="54"/>
                      <a:pt x="27" y="2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6" name="Freeform 2319">
                <a:extLst>
                  <a:ext uri="{FF2B5EF4-FFF2-40B4-BE49-F238E27FC236}">
                    <a16:creationId xmlns:a16="http://schemas.microsoft.com/office/drawing/2014/main" id="{94D7E158-2BE2-4B4A-91AB-D461F4596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655"/>
                <a:ext cx="197" cy="380"/>
              </a:xfrm>
              <a:custGeom>
                <a:avLst/>
                <a:gdLst>
                  <a:gd name="T0" fmla="*/ 0 w 178"/>
                  <a:gd name="T1" fmla="*/ 0 h 344"/>
                  <a:gd name="T2" fmla="*/ 84 w 178"/>
                  <a:gd name="T3" fmla="*/ 113 h 344"/>
                  <a:gd name="T4" fmla="*/ 165 w 178"/>
                  <a:gd name="T5" fmla="*/ 226 h 344"/>
                  <a:gd name="T6" fmla="*/ 241 w 178"/>
                  <a:gd name="T7" fmla="*/ 464 h 3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8" h="344">
                    <a:moveTo>
                      <a:pt x="0" y="0"/>
                    </a:moveTo>
                    <a:cubicBezTo>
                      <a:pt x="33" y="19"/>
                      <a:pt x="44" y="53"/>
                      <a:pt x="62" y="83"/>
                    </a:cubicBezTo>
                    <a:cubicBezTo>
                      <a:pt x="80" y="114"/>
                      <a:pt x="103" y="140"/>
                      <a:pt x="122" y="168"/>
                    </a:cubicBezTo>
                    <a:cubicBezTo>
                      <a:pt x="161" y="226"/>
                      <a:pt x="160" y="282"/>
                      <a:pt x="178" y="34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7" name="Freeform 2320">
                <a:extLst>
                  <a:ext uri="{FF2B5EF4-FFF2-40B4-BE49-F238E27FC236}">
                    <a16:creationId xmlns:a16="http://schemas.microsoft.com/office/drawing/2014/main" id="{042148C6-69AA-411F-BA9F-C361D1724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657"/>
                <a:ext cx="351" cy="112"/>
              </a:xfrm>
              <a:custGeom>
                <a:avLst/>
                <a:gdLst>
                  <a:gd name="T0" fmla="*/ 0 w 318"/>
                  <a:gd name="T1" fmla="*/ 38 h 101"/>
                  <a:gd name="T2" fmla="*/ 427 w 318"/>
                  <a:gd name="T3" fmla="*/ 49 h 10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8" h="101">
                    <a:moveTo>
                      <a:pt x="0" y="28"/>
                    </a:moveTo>
                    <a:cubicBezTo>
                      <a:pt x="88" y="101"/>
                      <a:pt x="223" y="0"/>
                      <a:pt x="318" y="3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8" name="Freeform 2321">
                <a:extLst>
                  <a:ext uri="{FF2B5EF4-FFF2-40B4-BE49-F238E27FC236}">
                    <a16:creationId xmlns:a16="http://schemas.microsoft.com/office/drawing/2014/main" id="{A0227214-556F-4732-83DB-7011ABAFD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558"/>
                <a:ext cx="576" cy="589"/>
              </a:xfrm>
              <a:custGeom>
                <a:avLst/>
                <a:gdLst>
                  <a:gd name="T0" fmla="*/ 12 w 522"/>
                  <a:gd name="T1" fmla="*/ 717 h 534"/>
                  <a:gd name="T2" fmla="*/ 180 w 522"/>
                  <a:gd name="T3" fmla="*/ 441 h 534"/>
                  <a:gd name="T4" fmla="*/ 447 w 522"/>
                  <a:gd name="T5" fmla="*/ 248 h 534"/>
                  <a:gd name="T6" fmla="*/ 627 w 522"/>
                  <a:gd name="T7" fmla="*/ 135 h 534"/>
                  <a:gd name="T8" fmla="*/ 693 w 522"/>
                  <a:gd name="T9" fmla="*/ 0 h 5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2" h="534">
                    <a:moveTo>
                      <a:pt x="9" y="534"/>
                    </a:moveTo>
                    <a:cubicBezTo>
                      <a:pt x="0" y="451"/>
                      <a:pt x="82" y="378"/>
                      <a:pt x="134" y="329"/>
                    </a:cubicBezTo>
                    <a:cubicBezTo>
                      <a:pt x="191" y="274"/>
                      <a:pt x="261" y="219"/>
                      <a:pt x="333" y="185"/>
                    </a:cubicBezTo>
                    <a:cubicBezTo>
                      <a:pt x="383" y="162"/>
                      <a:pt x="430" y="141"/>
                      <a:pt x="467" y="101"/>
                    </a:cubicBezTo>
                    <a:cubicBezTo>
                      <a:pt x="489" y="79"/>
                      <a:pt x="522" y="35"/>
                      <a:pt x="51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9" name="Freeform 2322">
                <a:extLst>
                  <a:ext uri="{FF2B5EF4-FFF2-40B4-BE49-F238E27FC236}">
                    <a16:creationId xmlns:a16="http://schemas.microsoft.com/office/drawing/2014/main" id="{39BD7DDD-FD12-418E-81E8-A3EFCF13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605"/>
                <a:ext cx="468" cy="274"/>
              </a:xfrm>
              <a:custGeom>
                <a:avLst/>
                <a:gdLst>
                  <a:gd name="T0" fmla="*/ 571 w 424"/>
                  <a:gd name="T1" fmla="*/ 0 h 248"/>
                  <a:gd name="T2" fmla="*/ 430 w 424"/>
                  <a:gd name="T3" fmla="*/ 105 h 248"/>
                  <a:gd name="T4" fmla="*/ 301 w 424"/>
                  <a:gd name="T5" fmla="*/ 236 h 248"/>
                  <a:gd name="T6" fmla="*/ 0 w 424"/>
                  <a:gd name="T7" fmla="*/ 335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4" h="248">
                    <a:moveTo>
                      <a:pt x="424" y="0"/>
                    </a:moveTo>
                    <a:cubicBezTo>
                      <a:pt x="388" y="25"/>
                      <a:pt x="350" y="44"/>
                      <a:pt x="320" y="78"/>
                    </a:cubicBezTo>
                    <a:cubicBezTo>
                      <a:pt x="289" y="114"/>
                      <a:pt x="266" y="150"/>
                      <a:pt x="224" y="176"/>
                    </a:cubicBezTo>
                    <a:cubicBezTo>
                      <a:pt x="156" y="218"/>
                      <a:pt x="70" y="213"/>
                      <a:pt x="0" y="24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0" name="Freeform 2323">
                <a:extLst>
                  <a:ext uri="{FF2B5EF4-FFF2-40B4-BE49-F238E27FC236}">
                    <a16:creationId xmlns:a16="http://schemas.microsoft.com/office/drawing/2014/main" id="{7229F059-D096-45A7-8F7A-7F2B578C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275"/>
                <a:ext cx="384" cy="245"/>
              </a:xfrm>
              <a:custGeom>
                <a:avLst/>
                <a:gdLst>
                  <a:gd name="T0" fmla="*/ 468 w 348"/>
                  <a:gd name="T1" fmla="*/ 298 h 222"/>
                  <a:gd name="T2" fmla="*/ 275 w 348"/>
                  <a:gd name="T3" fmla="*/ 127 h 222"/>
                  <a:gd name="T4" fmla="*/ 129 w 348"/>
                  <a:gd name="T5" fmla="*/ 61 h 222"/>
                  <a:gd name="T6" fmla="*/ 0 w 348"/>
                  <a:gd name="T7" fmla="*/ 0 h 2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8" h="222">
                    <a:moveTo>
                      <a:pt x="348" y="222"/>
                    </a:moveTo>
                    <a:cubicBezTo>
                      <a:pt x="281" y="198"/>
                      <a:pt x="247" y="135"/>
                      <a:pt x="205" y="94"/>
                    </a:cubicBezTo>
                    <a:cubicBezTo>
                      <a:pt x="174" y="63"/>
                      <a:pt x="138" y="54"/>
                      <a:pt x="96" y="45"/>
                    </a:cubicBezTo>
                    <a:cubicBezTo>
                      <a:pt x="58" y="36"/>
                      <a:pt x="32" y="2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1" name="Freeform 2324">
                <a:extLst>
                  <a:ext uri="{FF2B5EF4-FFF2-40B4-BE49-F238E27FC236}">
                    <a16:creationId xmlns:a16="http://schemas.microsoft.com/office/drawing/2014/main" id="{1453FAA7-224F-4522-BFAB-110BF48C1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416"/>
                <a:ext cx="321" cy="171"/>
              </a:xfrm>
              <a:custGeom>
                <a:avLst/>
                <a:gdLst>
                  <a:gd name="T0" fmla="*/ 0 w 291"/>
                  <a:gd name="T1" fmla="*/ 191 h 155"/>
                  <a:gd name="T2" fmla="*/ 178 w 291"/>
                  <a:gd name="T3" fmla="*/ 83 h 155"/>
                  <a:gd name="T4" fmla="*/ 272 w 291"/>
                  <a:gd name="T5" fmla="*/ 25 h 155"/>
                  <a:gd name="T6" fmla="*/ 390 w 291"/>
                  <a:gd name="T7" fmla="*/ 0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1" h="155">
                    <a:moveTo>
                      <a:pt x="0" y="142"/>
                    </a:moveTo>
                    <a:cubicBezTo>
                      <a:pt x="55" y="155"/>
                      <a:pt x="95" y="94"/>
                      <a:pt x="132" y="62"/>
                    </a:cubicBezTo>
                    <a:cubicBezTo>
                      <a:pt x="152" y="44"/>
                      <a:pt x="177" y="25"/>
                      <a:pt x="203" y="19"/>
                    </a:cubicBezTo>
                    <a:cubicBezTo>
                      <a:pt x="232" y="12"/>
                      <a:pt x="264" y="14"/>
                      <a:pt x="29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2" name="Freeform 2325">
                <a:extLst>
                  <a:ext uri="{FF2B5EF4-FFF2-40B4-BE49-F238E27FC236}">
                    <a16:creationId xmlns:a16="http://schemas.microsoft.com/office/drawing/2014/main" id="{FF4EDECE-878E-4D26-893A-477F57CF1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381"/>
                <a:ext cx="324" cy="29"/>
              </a:xfrm>
              <a:custGeom>
                <a:avLst/>
                <a:gdLst>
                  <a:gd name="T0" fmla="*/ 396 w 293"/>
                  <a:gd name="T1" fmla="*/ 22 h 26"/>
                  <a:gd name="T2" fmla="*/ 291 w 293"/>
                  <a:gd name="T3" fmla="*/ 3 h 26"/>
                  <a:gd name="T4" fmla="*/ 146 w 293"/>
                  <a:gd name="T5" fmla="*/ 33 h 26"/>
                  <a:gd name="T6" fmla="*/ 0 w 29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3" h="26">
                    <a:moveTo>
                      <a:pt x="293" y="16"/>
                    </a:moveTo>
                    <a:cubicBezTo>
                      <a:pt x="269" y="9"/>
                      <a:pt x="244" y="1"/>
                      <a:pt x="215" y="3"/>
                    </a:cubicBezTo>
                    <a:cubicBezTo>
                      <a:pt x="178" y="6"/>
                      <a:pt x="145" y="23"/>
                      <a:pt x="108" y="24"/>
                    </a:cubicBezTo>
                    <a:cubicBezTo>
                      <a:pt x="75" y="26"/>
                      <a:pt x="24" y="2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3" name="Freeform 2326">
                <a:extLst>
                  <a:ext uri="{FF2B5EF4-FFF2-40B4-BE49-F238E27FC236}">
                    <a16:creationId xmlns:a16="http://schemas.microsoft.com/office/drawing/2014/main" id="{22925399-023E-4DD8-8ECA-4F9A951D6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464"/>
                <a:ext cx="1853" cy="2280"/>
              </a:xfrm>
              <a:custGeom>
                <a:avLst/>
                <a:gdLst>
                  <a:gd name="T0" fmla="*/ 0 w 1678"/>
                  <a:gd name="T1" fmla="*/ 849 h 2064"/>
                  <a:gd name="T2" fmla="*/ 92 w 1678"/>
                  <a:gd name="T3" fmla="*/ 643 h 2064"/>
                  <a:gd name="T4" fmla="*/ 2114 w 1678"/>
                  <a:gd name="T5" fmla="*/ 632 h 2064"/>
                  <a:gd name="T6" fmla="*/ 2217 w 1678"/>
                  <a:gd name="T7" fmla="*/ 936 h 2064"/>
                  <a:gd name="T8" fmla="*/ 1416 w 1678"/>
                  <a:gd name="T9" fmla="*/ 1981 h 2064"/>
                  <a:gd name="T10" fmla="*/ 1250 w 1678"/>
                  <a:gd name="T11" fmla="*/ 2141 h 2064"/>
                  <a:gd name="T12" fmla="*/ 1249 w 1678"/>
                  <a:gd name="T13" fmla="*/ 2509 h 2064"/>
                  <a:gd name="T14" fmla="*/ 1173 w 1678"/>
                  <a:gd name="T15" fmla="*/ 2782 h 2064"/>
                  <a:gd name="T16" fmla="*/ 1135 w 1678"/>
                  <a:gd name="T17" fmla="*/ 2561 h 2064"/>
                  <a:gd name="T18" fmla="*/ 1131 w 1678"/>
                  <a:gd name="T19" fmla="*/ 2154 h 2064"/>
                  <a:gd name="T20" fmla="*/ 1286 w 1678"/>
                  <a:gd name="T21" fmla="*/ 1899 h 2064"/>
                  <a:gd name="T22" fmla="*/ 1593 w 1678"/>
                  <a:gd name="T23" fmla="*/ 1742 h 2064"/>
                  <a:gd name="T24" fmla="*/ 1734 w 1678"/>
                  <a:gd name="T25" fmla="*/ 1618 h 2064"/>
                  <a:gd name="T26" fmla="*/ 1908 w 1678"/>
                  <a:gd name="T27" fmla="*/ 1402 h 2064"/>
                  <a:gd name="T28" fmla="*/ 2026 w 1678"/>
                  <a:gd name="T29" fmla="*/ 1212 h 2064"/>
                  <a:gd name="T30" fmla="*/ 2092 w 1678"/>
                  <a:gd name="T31" fmla="*/ 1005 h 2064"/>
                  <a:gd name="T32" fmla="*/ 2114 w 1678"/>
                  <a:gd name="T33" fmla="*/ 769 h 2064"/>
                  <a:gd name="T34" fmla="*/ 1919 w 1678"/>
                  <a:gd name="T35" fmla="*/ 638 h 2064"/>
                  <a:gd name="T36" fmla="*/ 1692 w 1678"/>
                  <a:gd name="T37" fmla="*/ 551 h 2064"/>
                  <a:gd name="T38" fmla="*/ 1454 w 1678"/>
                  <a:gd name="T39" fmla="*/ 481 h 2064"/>
                  <a:gd name="T40" fmla="*/ 1227 w 1678"/>
                  <a:gd name="T41" fmla="*/ 465 h 2064"/>
                  <a:gd name="T42" fmla="*/ 1005 w 1678"/>
                  <a:gd name="T43" fmla="*/ 465 h 2064"/>
                  <a:gd name="T44" fmla="*/ 767 w 1678"/>
                  <a:gd name="T45" fmla="*/ 460 h 2064"/>
                  <a:gd name="T46" fmla="*/ 469 w 1678"/>
                  <a:gd name="T47" fmla="*/ 546 h 2064"/>
                  <a:gd name="T48" fmla="*/ 226 w 1678"/>
                  <a:gd name="T49" fmla="*/ 693 h 2064"/>
                  <a:gd name="T50" fmla="*/ 81 w 1678"/>
                  <a:gd name="T51" fmla="*/ 784 h 2064"/>
                  <a:gd name="T52" fmla="*/ 162 w 1678"/>
                  <a:gd name="T53" fmla="*/ 1028 h 2064"/>
                  <a:gd name="T54" fmla="*/ 205 w 1678"/>
                  <a:gd name="T55" fmla="*/ 1207 h 2064"/>
                  <a:gd name="T56" fmla="*/ 313 w 1678"/>
                  <a:gd name="T57" fmla="*/ 1450 h 2064"/>
                  <a:gd name="T58" fmla="*/ 546 w 1678"/>
                  <a:gd name="T59" fmla="*/ 1692 h 2064"/>
                  <a:gd name="T60" fmla="*/ 897 w 1678"/>
                  <a:gd name="T61" fmla="*/ 1878 h 2064"/>
                  <a:gd name="T62" fmla="*/ 1082 w 1678"/>
                  <a:gd name="T63" fmla="*/ 2149 h 2064"/>
                  <a:gd name="T64" fmla="*/ 1082 w 1678"/>
                  <a:gd name="T65" fmla="*/ 2554 h 2064"/>
                  <a:gd name="T66" fmla="*/ 1020 w 1678"/>
                  <a:gd name="T67" fmla="*/ 2775 h 2064"/>
                  <a:gd name="T68" fmla="*/ 964 w 1678"/>
                  <a:gd name="T69" fmla="*/ 2506 h 2064"/>
                  <a:gd name="T70" fmla="*/ 967 w 1678"/>
                  <a:gd name="T71" fmla="*/ 2133 h 2064"/>
                  <a:gd name="T72" fmla="*/ 805 w 1678"/>
                  <a:gd name="T73" fmla="*/ 1959 h 2064"/>
                  <a:gd name="T74" fmla="*/ 0 w 1678"/>
                  <a:gd name="T75" fmla="*/ 849 h 206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678" h="2064">
                    <a:moveTo>
                      <a:pt x="0" y="630"/>
                    </a:moveTo>
                    <a:cubicBezTo>
                      <a:pt x="0" y="630"/>
                      <a:pt x="4" y="518"/>
                      <a:pt x="68" y="477"/>
                    </a:cubicBezTo>
                    <a:cubicBezTo>
                      <a:pt x="132" y="437"/>
                      <a:pt x="807" y="0"/>
                      <a:pt x="1569" y="469"/>
                    </a:cubicBezTo>
                    <a:cubicBezTo>
                      <a:pt x="1622" y="502"/>
                      <a:pt x="1678" y="538"/>
                      <a:pt x="1646" y="694"/>
                    </a:cubicBezTo>
                    <a:cubicBezTo>
                      <a:pt x="1614" y="851"/>
                      <a:pt x="1426" y="1325"/>
                      <a:pt x="1051" y="1469"/>
                    </a:cubicBezTo>
                    <a:cubicBezTo>
                      <a:pt x="959" y="1505"/>
                      <a:pt x="898" y="1490"/>
                      <a:pt x="928" y="1588"/>
                    </a:cubicBezTo>
                    <a:cubicBezTo>
                      <a:pt x="961" y="1692"/>
                      <a:pt x="955" y="1797"/>
                      <a:pt x="927" y="1861"/>
                    </a:cubicBezTo>
                    <a:cubicBezTo>
                      <a:pt x="900" y="1926"/>
                      <a:pt x="943" y="2063"/>
                      <a:pt x="871" y="2063"/>
                    </a:cubicBezTo>
                    <a:cubicBezTo>
                      <a:pt x="798" y="2064"/>
                      <a:pt x="815" y="1971"/>
                      <a:pt x="843" y="1899"/>
                    </a:cubicBezTo>
                    <a:cubicBezTo>
                      <a:pt x="871" y="1826"/>
                      <a:pt x="883" y="1678"/>
                      <a:pt x="839" y="1598"/>
                    </a:cubicBezTo>
                    <a:cubicBezTo>
                      <a:pt x="795" y="1517"/>
                      <a:pt x="843" y="1433"/>
                      <a:pt x="955" y="1409"/>
                    </a:cubicBezTo>
                    <a:cubicBezTo>
                      <a:pt x="1068" y="1385"/>
                      <a:pt x="1172" y="1337"/>
                      <a:pt x="1184" y="1293"/>
                    </a:cubicBezTo>
                    <a:cubicBezTo>
                      <a:pt x="1196" y="1248"/>
                      <a:pt x="1256" y="1252"/>
                      <a:pt x="1288" y="1200"/>
                    </a:cubicBezTo>
                    <a:cubicBezTo>
                      <a:pt x="1320" y="1148"/>
                      <a:pt x="1401" y="1112"/>
                      <a:pt x="1417" y="1040"/>
                    </a:cubicBezTo>
                    <a:cubicBezTo>
                      <a:pt x="1433" y="967"/>
                      <a:pt x="1493" y="947"/>
                      <a:pt x="1505" y="899"/>
                    </a:cubicBezTo>
                    <a:cubicBezTo>
                      <a:pt x="1517" y="851"/>
                      <a:pt x="1565" y="799"/>
                      <a:pt x="1553" y="746"/>
                    </a:cubicBezTo>
                    <a:cubicBezTo>
                      <a:pt x="1541" y="694"/>
                      <a:pt x="1593" y="598"/>
                      <a:pt x="1569" y="570"/>
                    </a:cubicBezTo>
                    <a:cubicBezTo>
                      <a:pt x="1545" y="542"/>
                      <a:pt x="1449" y="506"/>
                      <a:pt x="1425" y="473"/>
                    </a:cubicBezTo>
                    <a:cubicBezTo>
                      <a:pt x="1401" y="441"/>
                      <a:pt x="1292" y="449"/>
                      <a:pt x="1256" y="409"/>
                    </a:cubicBezTo>
                    <a:cubicBezTo>
                      <a:pt x="1220" y="369"/>
                      <a:pt x="1136" y="333"/>
                      <a:pt x="1080" y="357"/>
                    </a:cubicBezTo>
                    <a:cubicBezTo>
                      <a:pt x="1023" y="381"/>
                      <a:pt x="955" y="361"/>
                      <a:pt x="911" y="345"/>
                    </a:cubicBezTo>
                    <a:cubicBezTo>
                      <a:pt x="867" y="329"/>
                      <a:pt x="795" y="361"/>
                      <a:pt x="746" y="345"/>
                    </a:cubicBezTo>
                    <a:cubicBezTo>
                      <a:pt x="698" y="329"/>
                      <a:pt x="626" y="349"/>
                      <a:pt x="570" y="341"/>
                    </a:cubicBezTo>
                    <a:cubicBezTo>
                      <a:pt x="513" y="333"/>
                      <a:pt x="417" y="389"/>
                      <a:pt x="349" y="405"/>
                    </a:cubicBezTo>
                    <a:cubicBezTo>
                      <a:pt x="281" y="421"/>
                      <a:pt x="228" y="514"/>
                      <a:pt x="168" y="514"/>
                    </a:cubicBezTo>
                    <a:cubicBezTo>
                      <a:pt x="108" y="514"/>
                      <a:pt x="80" y="558"/>
                      <a:pt x="60" y="582"/>
                    </a:cubicBezTo>
                    <a:cubicBezTo>
                      <a:pt x="40" y="606"/>
                      <a:pt x="76" y="718"/>
                      <a:pt x="120" y="763"/>
                    </a:cubicBezTo>
                    <a:cubicBezTo>
                      <a:pt x="164" y="807"/>
                      <a:pt x="112" y="859"/>
                      <a:pt x="152" y="895"/>
                    </a:cubicBezTo>
                    <a:cubicBezTo>
                      <a:pt x="192" y="931"/>
                      <a:pt x="188" y="1044"/>
                      <a:pt x="232" y="1076"/>
                    </a:cubicBezTo>
                    <a:cubicBezTo>
                      <a:pt x="277" y="1108"/>
                      <a:pt x="341" y="1224"/>
                      <a:pt x="405" y="1256"/>
                    </a:cubicBezTo>
                    <a:cubicBezTo>
                      <a:pt x="469" y="1288"/>
                      <a:pt x="590" y="1365"/>
                      <a:pt x="666" y="1393"/>
                    </a:cubicBezTo>
                    <a:cubicBezTo>
                      <a:pt x="742" y="1421"/>
                      <a:pt x="835" y="1453"/>
                      <a:pt x="803" y="1594"/>
                    </a:cubicBezTo>
                    <a:cubicBezTo>
                      <a:pt x="770" y="1734"/>
                      <a:pt x="782" y="1831"/>
                      <a:pt x="803" y="1895"/>
                    </a:cubicBezTo>
                    <a:cubicBezTo>
                      <a:pt x="823" y="1959"/>
                      <a:pt x="830" y="2059"/>
                      <a:pt x="758" y="2059"/>
                    </a:cubicBezTo>
                    <a:cubicBezTo>
                      <a:pt x="680" y="2059"/>
                      <a:pt x="745" y="1922"/>
                      <a:pt x="716" y="1859"/>
                    </a:cubicBezTo>
                    <a:cubicBezTo>
                      <a:pt x="666" y="1749"/>
                      <a:pt x="714" y="1638"/>
                      <a:pt x="718" y="1582"/>
                    </a:cubicBezTo>
                    <a:cubicBezTo>
                      <a:pt x="722" y="1525"/>
                      <a:pt x="670" y="1489"/>
                      <a:pt x="598" y="1453"/>
                    </a:cubicBezTo>
                    <a:cubicBezTo>
                      <a:pt x="598" y="1453"/>
                      <a:pt x="88" y="1284"/>
                      <a:pt x="0" y="630"/>
                    </a:cubicBezTo>
                    <a:close/>
                  </a:path>
                </a:pathLst>
              </a:custGeom>
              <a:solidFill>
                <a:srgbClr val="F7A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4" name="Freeform 2327">
                <a:extLst>
                  <a:ext uri="{FF2B5EF4-FFF2-40B4-BE49-F238E27FC236}">
                    <a16:creationId xmlns:a16="http://schemas.microsoft.com/office/drawing/2014/main" id="{313C5F68-369E-408C-8F3C-F8136E6EC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463"/>
                <a:ext cx="1854" cy="2280"/>
              </a:xfrm>
              <a:custGeom>
                <a:avLst/>
                <a:gdLst>
                  <a:gd name="T0" fmla="*/ 0 w 1679"/>
                  <a:gd name="T1" fmla="*/ 849 h 2064"/>
                  <a:gd name="T2" fmla="*/ 93 w 1679"/>
                  <a:gd name="T3" fmla="*/ 644 h 2064"/>
                  <a:gd name="T4" fmla="*/ 2115 w 1679"/>
                  <a:gd name="T5" fmla="*/ 633 h 2064"/>
                  <a:gd name="T6" fmla="*/ 2218 w 1679"/>
                  <a:gd name="T7" fmla="*/ 936 h 2064"/>
                  <a:gd name="T8" fmla="*/ 1417 w 1679"/>
                  <a:gd name="T9" fmla="*/ 1981 h 2064"/>
                  <a:gd name="T10" fmla="*/ 1251 w 1679"/>
                  <a:gd name="T11" fmla="*/ 2141 h 2064"/>
                  <a:gd name="T12" fmla="*/ 1250 w 1679"/>
                  <a:gd name="T13" fmla="*/ 2509 h 2064"/>
                  <a:gd name="T14" fmla="*/ 1174 w 1679"/>
                  <a:gd name="T15" fmla="*/ 2782 h 2064"/>
                  <a:gd name="T16" fmla="*/ 1136 w 1679"/>
                  <a:gd name="T17" fmla="*/ 2561 h 2064"/>
                  <a:gd name="T18" fmla="*/ 1132 w 1679"/>
                  <a:gd name="T19" fmla="*/ 2154 h 2064"/>
                  <a:gd name="T20" fmla="*/ 1288 w 1679"/>
                  <a:gd name="T21" fmla="*/ 1899 h 2064"/>
                  <a:gd name="T22" fmla="*/ 1596 w 1679"/>
                  <a:gd name="T23" fmla="*/ 1742 h 2064"/>
                  <a:gd name="T24" fmla="*/ 1735 w 1679"/>
                  <a:gd name="T25" fmla="*/ 1618 h 2064"/>
                  <a:gd name="T26" fmla="*/ 1909 w 1679"/>
                  <a:gd name="T27" fmla="*/ 1402 h 2064"/>
                  <a:gd name="T28" fmla="*/ 2027 w 1679"/>
                  <a:gd name="T29" fmla="*/ 1212 h 2064"/>
                  <a:gd name="T30" fmla="*/ 2093 w 1679"/>
                  <a:gd name="T31" fmla="*/ 1006 h 2064"/>
                  <a:gd name="T32" fmla="*/ 2115 w 1679"/>
                  <a:gd name="T33" fmla="*/ 769 h 2064"/>
                  <a:gd name="T34" fmla="*/ 1920 w 1679"/>
                  <a:gd name="T35" fmla="*/ 640 h 2064"/>
                  <a:gd name="T36" fmla="*/ 1693 w 1679"/>
                  <a:gd name="T37" fmla="*/ 551 h 2064"/>
                  <a:gd name="T38" fmla="*/ 1454 w 1679"/>
                  <a:gd name="T39" fmla="*/ 481 h 2064"/>
                  <a:gd name="T40" fmla="*/ 1228 w 1679"/>
                  <a:gd name="T41" fmla="*/ 465 h 2064"/>
                  <a:gd name="T42" fmla="*/ 1006 w 1679"/>
                  <a:gd name="T43" fmla="*/ 465 h 2064"/>
                  <a:gd name="T44" fmla="*/ 770 w 1679"/>
                  <a:gd name="T45" fmla="*/ 460 h 2064"/>
                  <a:gd name="T46" fmla="*/ 470 w 1679"/>
                  <a:gd name="T47" fmla="*/ 546 h 2064"/>
                  <a:gd name="T48" fmla="*/ 227 w 1679"/>
                  <a:gd name="T49" fmla="*/ 693 h 2064"/>
                  <a:gd name="T50" fmla="*/ 82 w 1679"/>
                  <a:gd name="T51" fmla="*/ 784 h 2064"/>
                  <a:gd name="T52" fmla="*/ 163 w 1679"/>
                  <a:gd name="T53" fmla="*/ 1028 h 2064"/>
                  <a:gd name="T54" fmla="*/ 206 w 1679"/>
                  <a:gd name="T55" fmla="*/ 1207 h 2064"/>
                  <a:gd name="T56" fmla="*/ 314 w 1679"/>
                  <a:gd name="T57" fmla="*/ 1450 h 2064"/>
                  <a:gd name="T58" fmla="*/ 547 w 1679"/>
                  <a:gd name="T59" fmla="*/ 1692 h 2064"/>
                  <a:gd name="T60" fmla="*/ 899 w 1679"/>
                  <a:gd name="T61" fmla="*/ 1878 h 2064"/>
                  <a:gd name="T62" fmla="*/ 1081 w 1679"/>
                  <a:gd name="T63" fmla="*/ 2149 h 2064"/>
                  <a:gd name="T64" fmla="*/ 1081 w 1679"/>
                  <a:gd name="T65" fmla="*/ 2554 h 2064"/>
                  <a:gd name="T66" fmla="*/ 1021 w 1679"/>
                  <a:gd name="T67" fmla="*/ 2775 h 2064"/>
                  <a:gd name="T68" fmla="*/ 966 w 1679"/>
                  <a:gd name="T69" fmla="*/ 2506 h 2064"/>
                  <a:gd name="T70" fmla="*/ 968 w 1679"/>
                  <a:gd name="T71" fmla="*/ 2133 h 2064"/>
                  <a:gd name="T72" fmla="*/ 806 w 1679"/>
                  <a:gd name="T73" fmla="*/ 1959 h 2064"/>
                  <a:gd name="T74" fmla="*/ 0 w 1679"/>
                  <a:gd name="T75" fmla="*/ 849 h 206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679" h="2064">
                    <a:moveTo>
                      <a:pt x="0" y="630"/>
                    </a:moveTo>
                    <a:cubicBezTo>
                      <a:pt x="0" y="630"/>
                      <a:pt x="4" y="518"/>
                      <a:pt x="69" y="478"/>
                    </a:cubicBezTo>
                    <a:cubicBezTo>
                      <a:pt x="133" y="437"/>
                      <a:pt x="808" y="0"/>
                      <a:pt x="1570" y="470"/>
                    </a:cubicBezTo>
                    <a:cubicBezTo>
                      <a:pt x="1622" y="502"/>
                      <a:pt x="1679" y="538"/>
                      <a:pt x="1647" y="694"/>
                    </a:cubicBezTo>
                    <a:cubicBezTo>
                      <a:pt x="1614" y="851"/>
                      <a:pt x="1427" y="1325"/>
                      <a:pt x="1052" y="1469"/>
                    </a:cubicBezTo>
                    <a:cubicBezTo>
                      <a:pt x="960" y="1505"/>
                      <a:pt x="899" y="1490"/>
                      <a:pt x="929" y="1588"/>
                    </a:cubicBezTo>
                    <a:cubicBezTo>
                      <a:pt x="961" y="1692"/>
                      <a:pt x="955" y="1797"/>
                      <a:pt x="928" y="1861"/>
                    </a:cubicBezTo>
                    <a:cubicBezTo>
                      <a:pt x="901" y="1926"/>
                      <a:pt x="944" y="2063"/>
                      <a:pt x="872" y="2063"/>
                    </a:cubicBezTo>
                    <a:cubicBezTo>
                      <a:pt x="799" y="2064"/>
                      <a:pt x="815" y="1971"/>
                      <a:pt x="844" y="1899"/>
                    </a:cubicBezTo>
                    <a:cubicBezTo>
                      <a:pt x="872" y="1827"/>
                      <a:pt x="884" y="1678"/>
                      <a:pt x="840" y="1598"/>
                    </a:cubicBezTo>
                    <a:cubicBezTo>
                      <a:pt x="795" y="1517"/>
                      <a:pt x="844" y="1433"/>
                      <a:pt x="956" y="1409"/>
                    </a:cubicBezTo>
                    <a:cubicBezTo>
                      <a:pt x="1068" y="1385"/>
                      <a:pt x="1173" y="1337"/>
                      <a:pt x="1185" y="1293"/>
                    </a:cubicBezTo>
                    <a:cubicBezTo>
                      <a:pt x="1197" y="1248"/>
                      <a:pt x="1257" y="1252"/>
                      <a:pt x="1289" y="1200"/>
                    </a:cubicBezTo>
                    <a:cubicBezTo>
                      <a:pt x="1321" y="1148"/>
                      <a:pt x="1402" y="1112"/>
                      <a:pt x="1418" y="1040"/>
                    </a:cubicBezTo>
                    <a:cubicBezTo>
                      <a:pt x="1434" y="967"/>
                      <a:pt x="1494" y="947"/>
                      <a:pt x="1506" y="899"/>
                    </a:cubicBezTo>
                    <a:cubicBezTo>
                      <a:pt x="1518" y="851"/>
                      <a:pt x="1566" y="799"/>
                      <a:pt x="1554" y="747"/>
                    </a:cubicBezTo>
                    <a:cubicBezTo>
                      <a:pt x="1542" y="694"/>
                      <a:pt x="1594" y="598"/>
                      <a:pt x="1570" y="570"/>
                    </a:cubicBezTo>
                    <a:cubicBezTo>
                      <a:pt x="1546" y="542"/>
                      <a:pt x="1450" y="506"/>
                      <a:pt x="1426" y="474"/>
                    </a:cubicBezTo>
                    <a:cubicBezTo>
                      <a:pt x="1402" y="441"/>
                      <a:pt x="1293" y="449"/>
                      <a:pt x="1257" y="409"/>
                    </a:cubicBezTo>
                    <a:cubicBezTo>
                      <a:pt x="1221" y="369"/>
                      <a:pt x="1137" y="333"/>
                      <a:pt x="1080" y="357"/>
                    </a:cubicBezTo>
                    <a:cubicBezTo>
                      <a:pt x="1024" y="381"/>
                      <a:pt x="956" y="361"/>
                      <a:pt x="912" y="345"/>
                    </a:cubicBezTo>
                    <a:cubicBezTo>
                      <a:pt x="868" y="329"/>
                      <a:pt x="795" y="361"/>
                      <a:pt x="747" y="345"/>
                    </a:cubicBezTo>
                    <a:cubicBezTo>
                      <a:pt x="699" y="329"/>
                      <a:pt x="627" y="349"/>
                      <a:pt x="571" y="341"/>
                    </a:cubicBezTo>
                    <a:cubicBezTo>
                      <a:pt x="514" y="333"/>
                      <a:pt x="418" y="389"/>
                      <a:pt x="350" y="405"/>
                    </a:cubicBezTo>
                    <a:cubicBezTo>
                      <a:pt x="281" y="421"/>
                      <a:pt x="229" y="514"/>
                      <a:pt x="169" y="514"/>
                    </a:cubicBezTo>
                    <a:cubicBezTo>
                      <a:pt x="109" y="514"/>
                      <a:pt x="81" y="558"/>
                      <a:pt x="61" y="582"/>
                    </a:cubicBezTo>
                    <a:cubicBezTo>
                      <a:pt x="41" y="606"/>
                      <a:pt x="77" y="718"/>
                      <a:pt x="121" y="763"/>
                    </a:cubicBezTo>
                    <a:cubicBezTo>
                      <a:pt x="165" y="807"/>
                      <a:pt x="113" y="859"/>
                      <a:pt x="153" y="895"/>
                    </a:cubicBezTo>
                    <a:cubicBezTo>
                      <a:pt x="193" y="931"/>
                      <a:pt x="189" y="1044"/>
                      <a:pt x="233" y="1076"/>
                    </a:cubicBezTo>
                    <a:cubicBezTo>
                      <a:pt x="277" y="1108"/>
                      <a:pt x="342" y="1224"/>
                      <a:pt x="406" y="1256"/>
                    </a:cubicBezTo>
                    <a:cubicBezTo>
                      <a:pt x="470" y="1289"/>
                      <a:pt x="591" y="1365"/>
                      <a:pt x="667" y="1393"/>
                    </a:cubicBezTo>
                    <a:cubicBezTo>
                      <a:pt x="743" y="1421"/>
                      <a:pt x="836" y="1453"/>
                      <a:pt x="803" y="1594"/>
                    </a:cubicBezTo>
                    <a:cubicBezTo>
                      <a:pt x="771" y="1734"/>
                      <a:pt x="783" y="1831"/>
                      <a:pt x="803" y="1895"/>
                    </a:cubicBezTo>
                    <a:cubicBezTo>
                      <a:pt x="824" y="1959"/>
                      <a:pt x="831" y="2060"/>
                      <a:pt x="759" y="2059"/>
                    </a:cubicBezTo>
                    <a:cubicBezTo>
                      <a:pt x="681" y="2059"/>
                      <a:pt x="745" y="1922"/>
                      <a:pt x="717" y="1859"/>
                    </a:cubicBezTo>
                    <a:cubicBezTo>
                      <a:pt x="667" y="1749"/>
                      <a:pt x="715" y="1638"/>
                      <a:pt x="719" y="1582"/>
                    </a:cubicBezTo>
                    <a:cubicBezTo>
                      <a:pt x="723" y="1525"/>
                      <a:pt x="671" y="1489"/>
                      <a:pt x="599" y="1453"/>
                    </a:cubicBezTo>
                    <a:cubicBezTo>
                      <a:pt x="599" y="1453"/>
                      <a:pt x="89" y="1285"/>
                      <a:pt x="0" y="63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5" name="Freeform 2328">
                <a:extLst>
                  <a:ext uri="{FF2B5EF4-FFF2-40B4-BE49-F238E27FC236}">
                    <a16:creationId xmlns:a16="http://schemas.microsoft.com/office/drawing/2014/main" id="{3E08BB93-52E4-4A72-9C74-D122F81EA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004"/>
                <a:ext cx="57" cy="42"/>
              </a:xfrm>
              <a:custGeom>
                <a:avLst/>
                <a:gdLst>
                  <a:gd name="T0" fmla="*/ 9 w 52"/>
                  <a:gd name="T1" fmla="*/ 0 h 38"/>
                  <a:gd name="T2" fmla="*/ 54 w 52"/>
                  <a:gd name="T3" fmla="*/ 36 h 38"/>
                  <a:gd name="T4" fmla="*/ 0 w 5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38">
                    <a:moveTo>
                      <a:pt x="6" y="0"/>
                    </a:moveTo>
                    <a:cubicBezTo>
                      <a:pt x="11" y="4"/>
                      <a:pt x="52" y="17"/>
                      <a:pt x="41" y="27"/>
                    </a:cubicBezTo>
                    <a:cubicBezTo>
                      <a:pt x="28" y="38"/>
                      <a:pt x="9" y="7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6" name="Freeform 2329">
                <a:extLst>
                  <a:ext uri="{FF2B5EF4-FFF2-40B4-BE49-F238E27FC236}">
                    <a16:creationId xmlns:a16="http://schemas.microsoft.com/office/drawing/2014/main" id="{2F0C8C5E-1AA1-457A-AD37-1C67EA14B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216"/>
                <a:ext cx="60" cy="30"/>
              </a:xfrm>
              <a:custGeom>
                <a:avLst/>
                <a:gdLst>
                  <a:gd name="T0" fmla="*/ 12 w 54"/>
                  <a:gd name="T1" fmla="*/ 0 h 27"/>
                  <a:gd name="T2" fmla="*/ 74 w 54"/>
                  <a:gd name="T3" fmla="*/ 24 h 27"/>
                  <a:gd name="T4" fmla="*/ 0 w 54"/>
                  <a:gd name="T5" fmla="*/ 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7">
                    <a:moveTo>
                      <a:pt x="9" y="0"/>
                    </a:moveTo>
                    <a:cubicBezTo>
                      <a:pt x="15" y="13"/>
                      <a:pt x="43" y="4"/>
                      <a:pt x="54" y="18"/>
                    </a:cubicBezTo>
                    <a:cubicBezTo>
                      <a:pt x="35" y="26"/>
                      <a:pt x="10" y="27"/>
                      <a:pt x="0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7" name="Freeform 2330">
                <a:extLst>
                  <a:ext uri="{FF2B5EF4-FFF2-40B4-BE49-F238E27FC236}">
                    <a16:creationId xmlns:a16="http://schemas.microsoft.com/office/drawing/2014/main" id="{E3F9F48A-38CF-433C-A422-B7F3DE0B3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021"/>
                <a:ext cx="34" cy="21"/>
              </a:xfrm>
              <a:custGeom>
                <a:avLst/>
                <a:gdLst>
                  <a:gd name="T0" fmla="*/ 13 w 31"/>
                  <a:gd name="T1" fmla="*/ 0 h 19"/>
                  <a:gd name="T2" fmla="*/ 41 w 31"/>
                  <a:gd name="T3" fmla="*/ 24 h 19"/>
                  <a:gd name="T4" fmla="*/ 0 w 3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9">
                    <a:moveTo>
                      <a:pt x="10" y="0"/>
                    </a:moveTo>
                    <a:cubicBezTo>
                      <a:pt x="4" y="0"/>
                      <a:pt x="25" y="9"/>
                      <a:pt x="31" y="18"/>
                    </a:cubicBezTo>
                    <a:cubicBezTo>
                      <a:pt x="17" y="19"/>
                      <a:pt x="5" y="12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8" name="Freeform 2331">
                <a:extLst>
                  <a:ext uri="{FF2B5EF4-FFF2-40B4-BE49-F238E27FC236}">
                    <a16:creationId xmlns:a16="http://schemas.microsoft.com/office/drawing/2014/main" id="{8CA9BD05-929F-4F01-81CA-7D0EEF9B5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977"/>
                <a:ext cx="66" cy="40"/>
              </a:xfrm>
              <a:custGeom>
                <a:avLst/>
                <a:gdLst>
                  <a:gd name="T0" fmla="*/ 4 w 60"/>
                  <a:gd name="T1" fmla="*/ 0 h 37"/>
                  <a:gd name="T2" fmla="*/ 39 w 60"/>
                  <a:gd name="T3" fmla="*/ 38 h 37"/>
                  <a:gd name="T4" fmla="*/ 80 w 60"/>
                  <a:gd name="T5" fmla="*/ 44 h 37"/>
                  <a:gd name="T6" fmla="*/ 61 w 60"/>
                  <a:gd name="T7" fmla="*/ 34 h 37"/>
                  <a:gd name="T8" fmla="*/ 31 w 60"/>
                  <a:gd name="T9" fmla="*/ 14 h 37"/>
                  <a:gd name="T10" fmla="*/ 1 w 60"/>
                  <a:gd name="T11" fmla="*/ 3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7">
                    <a:moveTo>
                      <a:pt x="4" y="0"/>
                    </a:moveTo>
                    <a:cubicBezTo>
                      <a:pt x="0" y="8"/>
                      <a:pt x="22" y="26"/>
                      <a:pt x="29" y="30"/>
                    </a:cubicBezTo>
                    <a:cubicBezTo>
                      <a:pt x="36" y="34"/>
                      <a:pt x="52" y="37"/>
                      <a:pt x="60" y="35"/>
                    </a:cubicBezTo>
                    <a:cubicBezTo>
                      <a:pt x="57" y="31"/>
                      <a:pt x="50" y="30"/>
                      <a:pt x="45" y="27"/>
                    </a:cubicBezTo>
                    <a:cubicBezTo>
                      <a:pt x="37" y="22"/>
                      <a:pt x="31" y="15"/>
                      <a:pt x="23" y="11"/>
                    </a:cubicBezTo>
                    <a:cubicBezTo>
                      <a:pt x="15" y="6"/>
                      <a:pt x="9" y="6"/>
                      <a:pt x="1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9" name="Freeform 2332">
                <a:extLst>
                  <a:ext uri="{FF2B5EF4-FFF2-40B4-BE49-F238E27FC236}">
                    <a16:creationId xmlns:a16="http://schemas.microsoft.com/office/drawing/2014/main" id="{25F42B7B-4D13-4D4E-9FC9-B8510BC9E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034"/>
                <a:ext cx="40" cy="39"/>
              </a:xfrm>
              <a:custGeom>
                <a:avLst/>
                <a:gdLst>
                  <a:gd name="T0" fmla="*/ 4 w 36"/>
                  <a:gd name="T1" fmla="*/ 3 h 35"/>
                  <a:gd name="T2" fmla="*/ 23 w 36"/>
                  <a:gd name="T3" fmla="*/ 16 h 35"/>
                  <a:gd name="T4" fmla="*/ 49 w 36"/>
                  <a:gd name="T5" fmla="*/ 46 h 35"/>
                  <a:gd name="T6" fmla="*/ 47 w 36"/>
                  <a:gd name="T7" fmla="*/ 48 h 35"/>
                  <a:gd name="T8" fmla="*/ 0 w 36"/>
                  <a:gd name="T9" fmla="*/ 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4" y="3"/>
                    </a:moveTo>
                    <a:cubicBezTo>
                      <a:pt x="1" y="0"/>
                      <a:pt x="14" y="10"/>
                      <a:pt x="17" y="12"/>
                    </a:cubicBezTo>
                    <a:cubicBezTo>
                      <a:pt x="23" y="18"/>
                      <a:pt x="33" y="24"/>
                      <a:pt x="36" y="33"/>
                    </a:cubicBezTo>
                    <a:cubicBezTo>
                      <a:pt x="35" y="34"/>
                      <a:pt x="35" y="34"/>
                      <a:pt x="34" y="35"/>
                    </a:cubicBezTo>
                    <a:cubicBezTo>
                      <a:pt x="19" y="30"/>
                      <a:pt x="6" y="20"/>
                      <a:pt x="0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0" name="Freeform 2333">
                <a:extLst>
                  <a:ext uri="{FF2B5EF4-FFF2-40B4-BE49-F238E27FC236}">
                    <a16:creationId xmlns:a16="http://schemas.microsoft.com/office/drawing/2014/main" id="{AD9A26FE-0486-4D0A-9767-66FE1A6D2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195"/>
                <a:ext cx="40" cy="25"/>
              </a:xfrm>
              <a:custGeom>
                <a:avLst/>
                <a:gdLst>
                  <a:gd name="T0" fmla="*/ 1 w 36"/>
                  <a:gd name="T1" fmla="*/ 10 h 22"/>
                  <a:gd name="T2" fmla="*/ 49 w 36"/>
                  <a:gd name="T3" fmla="*/ 10 h 22"/>
                  <a:gd name="T4" fmla="*/ 0 w 36"/>
                  <a:gd name="T5" fmla="*/ 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2">
                    <a:moveTo>
                      <a:pt x="1" y="7"/>
                    </a:moveTo>
                    <a:cubicBezTo>
                      <a:pt x="8" y="13"/>
                      <a:pt x="35" y="22"/>
                      <a:pt x="36" y="7"/>
                    </a:cubicBezTo>
                    <a:cubicBezTo>
                      <a:pt x="25" y="0"/>
                      <a:pt x="11" y="10"/>
                      <a:pt x="0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1" name="Freeform 2334">
                <a:extLst>
                  <a:ext uri="{FF2B5EF4-FFF2-40B4-BE49-F238E27FC236}">
                    <a16:creationId xmlns:a16="http://schemas.microsoft.com/office/drawing/2014/main" id="{384D76F9-264B-4518-B50E-8F8AB8414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163"/>
                <a:ext cx="46" cy="16"/>
              </a:xfrm>
              <a:custGeom>
                <a:avLst/>
                <a:gdLst>
                  <a:gd name="T0" fmla="*/ 4 w 42"/>
                  <a:gd name="T1" fmla="*/ 9 h 14"/>
                  <a:gd name="T2" fmla="*/ 9 w 42"/>
                  <a:gd name="T3" fmla="*/ 9 h 14"/>
                  <a:gd name="T4" fmla="*/ 33 w 42"/>
                  <a:gd name="T5" fmla="*/ 17 h 14"/>
                  <a:gd name="T6" fmla="*/ 55 w 42"/>
                  <a:gd name="T7" fmla="*/ 18 h 14"/>
                  <a:gd name="T8" fmla="*/ 1 w 42"/>
                  <a:gd name="T9" fmla="*/ 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4">
                    <a:moveTo>
                      <a:pt x="4" y="6"/>
                    </a:moveTo>
                    <a:cubicBezTo>
                      <a:pt x="0" y="6"/>
                      <a:pt x="5" y="6"/>
                      <a:pt x="6" y="6"/>
                    </a:cubicBezTo>
                    <a:cubicBezTo>
                      <a:pt x="12" y="8"/>
                      <a:pt x="18" y="10"/>
                      <a:pt x="25" y="11"/>
                    </a:cubicBezTo>
                    <a:cubicBezTo>
                      <a:pt x="31" y="12"/>
                      <a:pt x="37" y="14"/>
                      <a:pt x="42" y="12"/>
                    </a:cubicBezTo>
                    <a:cubicBezTo>
                      <a:pt x="41" y="0"/>
                      <a:pt x="11" y="5"/>
                      <a:pt x="1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2" name="Freeform 2335">
                <a:extLst>
                  <a:ext uri="{FF2B5EF4-FFF2-40B4-BE49-F238E27FC236}">
                    <a16:creationId xmlns:a16="http://schemas.microsoft.com/office/drawing/2014/main" id="{30C9C313-F9FF-4761-B1D3-6818C3254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60"/>
                <a:ext cx="57" cy="52"/>
              </a:xfrm>
              <a:custGeom>
                <a:avLst/>
                <a:gdLst>
                  <a:gd name="T0" fmla="*/ 1 w 52"/>
                  <a:gd name="T1" fmla="*/ 4 h 47"/>
                  <a:gd name="T2" fmla="*/ 68 w 52"/>
                  <a:gd name="T3" fmla="*/ 64 h 47"/>
                  <a:gd name="T4" fmla="*/ 26 w 52"/>
                  <a:gd name="T5" fmla="*/ 13 h 47"/>
                  <a:gd name="T6" fmla="*/ 1 w 52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7">
                    <a:moveTo>
                      <a:pt x="1" y="4"/>
                    </a:moveTo>
                    <a:cubicBezTo>
                      <a:pt x="0" y="18"/>
                      <a:pt x="37" y="44"/>
                      <a:pt x="52" y="47"/>
                    </a:cubicBezTo>
                    <a:cubicBezTo>
                      <a:pt x="40" y="34"/>
                      <a:pt x="36" y="20"/>
                      <a:pt x="20" y="10"/>
                    </a:cubicBezTo>
                    <a:cubicBezTo>
                      <a:pt x="15" y="7"/>
                      <a:pt x="3" y="3"/>
                      <a:pt x="1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3" name="Freeform 2336">
                <a:extLst>
                  <a:ext uri="{FF2B5EF4-FFF2-40B4-BE49-F238E27FC236}">
                    <a16:creationId xmlns:a16="http://schemas.microsoft.com/office/drawing/2014/main" id="{B171F2D5-AB10-4D96-AF7D-B90C3E4D9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936"/>
                <a:ext cx="31" cy="62"/>
              </a:xfrm>
              <a:custGeom>
                <a:avLst/>
                <a:gdLst>
                  <a:gd name="T0" fmla="*/ 1 w 28"/>
                  <a:gd name="T1" fmla="*/ 2 h 56"/>
                  <a:gd name="T2" fmla="*/ 0 w 28"/>
                  <a:gd name="T3" fmla="*/ 0 h 56"/>
                  <a:gd name="T4" fmla="*/ 30 w 28"/>
                  <a:gd name="T5" fmla="*/ 76 h 56"/>
                  <a:gd name="T6" fmla="*/ 8 w 28"/>
                  <a:gd name="T7" fmla="*/ 3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6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8"/>
                      <a:pt x="12" y="40"/>
                      <a:pt x="22" y="56"/>
                    </a:cubicBezTo>
                    <a:cubicBezTo>
                      <a:pt x="28" y="40"/>
                      <a:pt x="15" y="15"/>
                      <a:pt x="5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4" name="Freeform 2337">
                <a:extLst>
                  <a:ext uri="{FF2B5EF4-FFF2-40B4-BE49-F238E27FC236}">
                    <a16:creationId xmlns:a16="http://schemas.microsoft.com/office/drawing/2014/main" id="{6D6A48CE-A431-45E7-AFF9-2B9E68FFC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926"/>
                <a:ext cx="30" cy="58"/>
              </a:xfrm>
              <a:custGeom>
                <a:avLst/>
                <a:gdLst>
                  <a:gd name="T0" fmla="*/ 0 w 27"/>
                  <a:gd name="T1" fmla="*/ 0 h 53"/>
                  <a:gd name="T2" fmla="*/ 18 w 27"/>
                  <a:gd name="T3" fmla="*/ 69 h 53"/>
                  <a:gd name="T4" fmla="*/ 0 w 27"/>
                  <a:gd name="T5" fmla="*/ 1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53">
                    <a:moveTo>
                      <a:pt x="0" y="0"/>
                    </a:moveTo>
                    <a:cubicBezTo>
                      <a:pt x="1" y="18"/>
                      <a:pt x="6" y="37"/>
                      <a:pt x="13" y="53"/>
                    </a:cubicBezTo>
                    <a:cubicBezTo>
                      <a:pt x="27" y="36"/>
                      <a:pt x="2" y="14"/>
                      <a:pt x="0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5" name="Freeform 2338">
                <a:extLst>
                  <a:ext uri="{FF2B5EF4-FFF2-40B4-BE49-F238E27FC236}">
                    <a16:creationId xmlns:a16="http://schemas.microsoft.com/office/drawing/2014/main" id="{9728529B-D2CA-4FC1-AEEF-32C06FFCB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907"/>
                <a:ext cx="29" cy="53"/>
              </a:xfrm>
              <a:custGeom>
                <a:avLst/>
                <a:gdLst>
                  <a:gd name="T0" fmla="*/ 8 w 26"/>
                  <a:gd name="T1" fmla="*/ 0 h 48"/>
                  <a:gd name="T2" fmla="*/ 17 w 26"/>
                  <a:gd name="T3" fmla="*/ 65 h 48"/>
                  <a:gd name="T4" fmla="*/ 1 w 26"/>
                  <a:gd name="T5" fmla="*/ 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8">
                    <a:moveTo>
                      <a:pt x="5" y="0"/>
                    </a:moveTo>
                    <a:cubicBezTo>
                      <a:pt x="0" y="8"/>
                      <a:pt x="4" y="41"/>
                      <a:pt x="12" y="48"/>
                    </a:cubicBezTo>
                    <a:cubicBezTo>
                      <a:pt x="26" y="38"/>
                      <a:pt x="2" y="14"/>
                      <a:pt x="1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6" name="Freeform 2339">
                <a:extLst>
                  <a:ext uri="{FF2B5EF4-FFF2-40B4-BE49-F238E27FC236}">
                    <a16:creationId xmlns:a16="http://schemas.microsoft.com/office/drawing/2014/main" id="{0A67B778-EB73-4942-B03E-62233753C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064"/>
                <a:ext cx="29" cy="36"/>
              </a:xfrm>
              <a:custGeom>
                <a:avLst/>
                <a:gdLst>
                  <a:gd name="T0" fmla="*/ 3 w 26"/>
                  <a:gd name="T1" fmla="*/ 1 h 33"/>
                  <a:gd name="T2" fmla="*/ 10 w 26"/>
                  <a:gd name="T3" fmla="*/ 4 h 33"/>
                  <a:gd name="T4" fmla="*/ 26 w 26"/>
                  <a:gd name="T5" fmla="*/ 21 h 33"/>
                  <a:gd name="T6" fmla="*/ 35 w 26"/>
                  <a:gd name="T7" fmla="*/ 43 h 33"/>
                  <a:gd name="T8" fmla="*/ 0 w 2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3" y="1"/>
                    </a:moveTo>
                    <a:cubicBezTo>
                      <a:pt x="0" y="2"/>
                      <a:pt x="4" y="2"/>
                      <a:pt x="7" y="4"/>
                    </a:cubicBezTo>
                    <a:cubicBezTo>
                      <a:pt x="11" y="8"/>
                      <a:pt x="16" y="11"/>
                      <a:pt x="19" y="16"/>
                    </a:cubicBezTo>
                    <a:cubicBezTo>
                      <a:pt x="23" y="21"/>
                      <a:pt x="26" y="26"/>
                      <a:pt x="25" y="33"/>
                    </a:cubicBezTo>
                    <a:cubicBezTo>
                      <a:pt x="10" y="32"/>
                      <a:pt x="7" y="9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7" name="Freeform 2340">
                <a:extLst>
                  <a:ext uri="{FF2B5EF4-FFF2-40B4-BE49-F238E27FC236}">
                    <a16:creationId xmlns:a16="http://schemas.microsoft.com/office/drawing/2014/main" id="{B38863CE-4F0C-4A65-BFFD-455DD205F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097"/>
                <a:ext cx="32" cy="26"/>
              </a:xfrm>
              <a:custGeom>
                <a:avLst/>
                <a:gdLst>
                  <a:gd name="T0" fmla="*/ 1 w 29"/>
                  <a:gd name="T1" fmla="*/ 0 h 24"/>
                  <a:gd name="T2" fmla="*/ 36 w 29"/>
                  <a:gd name="T3" fmla="*/ 30 h 24"/>
                  <a:gd name="T4" fmla="*/ 0 w 29"/>
                  <a:gd name="T5" fmla="*/ 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4">
                    <a:moveTo>
                      <a:pt x="1" y="0"/>
                    </a:moveTo>
                    <a:cubicBezTo>
                      <a:pt x="8" y="5"/>
                      <a:pt x="29" y="15"/>
                      <a:pt x="27" y="24"/>
                    </a:cubicBezTo>
                    <a:cubicBezTo>
                      <a:pt x="17" y="22"/>
                      <a:pt x="5" y="15"/>
                      <a:pt x="0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8" name="Freeform 2341">
                <a:extLst>
                  <a:ext uri="{FF2B5EF4-FFF2-40B4-BE49-F238E27FC236}">
                    <a16:creationId xmlns:a16="http://schemas.microsoft.com/office/drawing/2014/main" id="{329ED0F0-C8AE-4135-A6EB-DA3822C34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130"/>
                <a:ext cx="49" cy="20"/>
              </a:xfrm>
              <a:custGeom>
                <a:avLst/>
                <a:gdLst>
                  <a:gd name="T0" fmla="*/ 2 w 44"/>
                  <a:gd name="T1" fmla="*/ 14 h 18"/>
                  <a:gd name="T2" fmla="*/ 36 w 44"/>
                  <a:gd name="T3" fmla="*/ 8 h 18"/>
                  <a:gd name="T4" fmla="*/ 0 w 44"/>
                  <a:gd name="T5" fmla="*/ 1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8">
                    <a:moveTo>
                      <a:pt x="2" y="11"/>
                    </a:moveTo>
                    <a:cubicBezTo>
                      <a:pt x="1" y="12"/>
                      <a:pt x="44" y="18"/>
                      <a:pt x="26" y="5"/>
                    </a:cubicBezTo>
                    <a:cubicBezTo>
                      <a:pt x="17" y="0"/>
                      <a:pt x="4" y="14"/>
                      <a:pt x="0" y="8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9" name="Freeform 2342">
                <a:extLst>
                  <a:ext uri="{FF2B5EF4-FFF2-40B4-BE49-F238E27FC236}">
                    <a16:creationId xmlns:a16="http://schemas.microsoft.com/office/drawing/2014/main" id="{D559A566-116C-483B-9676-985E6B07A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890"/>
                <a:ext cx="29" cy="57"/>
              </a:xfrm>
              <a:custGeom>
                <a:avLst/>
                <a:gdLst>
                  <a:gd name="T0" fmla="*/ 2 w 27"/>
                  <a:gd name="T1" fmla="*/ 8 h 51"/>
                  <a:gd name="T2" fmla="*/ 0 w 27"/>
                  <a:gd name="T3" fmla="*/ 0 h 51"/>
                  <a:gd name="T4" fmla="*/ 27 w 27"/>
                  <a:gd name="T5" fmla="*/ 47 h 51"/>
                  <a:gd name="T6" fmla="*/ 1 w 27"/>
                  <a:gd name="T7" fmla="*/ 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1">
                    <a:moveTo>
                      <a:pt x="2" y="5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4" y="6"/>
                      <a:pt x="15" y="51"/>
                      <a:pt x="21" y="34"/>
                    </a:cubicBezTo>
                    <a:cubicBezTo>
                      <a:pt x="27" y="19"/>
                      <a:pt x="5" y="15"/>
                      <a:pt x="1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0" name="Freeform 2343">
                <a:extLst>
                  <a:ext uri="{FF2B5EF4-FFF2-40B4-BE49-F238E27FC236}">
                    <a16:creationId xmlns:a16="http://schemas.microsoft.com/office/drawing/2014/main" id="{E1D39C09-ACB1-4EED-A55E-A10189446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255"/>
                <a:ext cx="56" cy="19"/>
              </a:xfrm>
              <a:custGeom>
                <a:avLst/>
                <a:gdLst>
                  <a:gd name="T0" fmla="*/ 67 w 51"/>
                  <a:gd name="T1" fmla="*/ 11 h 17"/>
                  <a:gd name="T2" fmla="*/ 32 w 51"/>
                  <a:gd name="T3" fmla="*/ 10 h 17"/>
                  <a:gd name="T4" fmla="*/ 0 w 51"/>
                  <a:gd name="T5" fmla="*/ 13 h 17"/>
                  <a:gd name="T6" fmla="*/ 65 w 51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7">
                    <a:moveTo>
                      <a:pt x="51" y="8"/>
                    </a:moveTo>
                    <a:cubicBezTo>
                      <a:pt x="45" y="0"/>
                      <a:pt x="32" y="5"/>
                      <a:pt x="24" y="7"/>
                    </a:cubicBezTo>
                    <a:cubicBezTo>
                      <a:pt x="16" y="9"/>
                      <a:pt x="7" y="8"/>
                      <a:pt x="0" y="10"/>
                    </a:cubicBezTo>
                    <a:cubicBezTo>
                      <a:pt x="11" y="17"/>
                      <a:pt x="39" y="17"/>
                      <a:pt x="49" y="9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1" name="Freeform 2344">
                <a:extLst>
                  <a:ext uri="{FF2B5EF4-FFF2-40B4-BE49-F238E27FC236}">
                    <a16:creationId xmlns:a16="http://schemas.microsoft.com/office/drawing/2014/main" id="{B895274B-3F37-43C0-8CA8-AB45568ED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290"/>
                <a:ext cx="77" cy="20"/>
              </a:xfrm>
              <a:custGeom>
                <a:avLst/>
                <a:gdLst>
                  <a:gd name="T0" fmla="*/ 90 w 69"/>
                  <a:gd name="T1" fmla="*/ 2 h 18"/>
                  <a:gd name="T2" fmla="*/ 39 w 69"/>
                  <a:gd name="T3" fmla="*/ 8 h 18"/>
                  <a:gd name="T4" fmla="*/ 0 w 69"/>
                  <a:gd name="T5" fmla="*/ 21 h 18"/>
                  <a:gd name="T6" fmla="*/ 88 w 69"/>
                  <a:gd name="T7" fmla="*/ 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8">
                    <a:moveTo>
                      <a:pt x="65" y="2"/>
                    </a:moveTo>
                    <a:cubicBezTo>
                      <a:pt x="53" y="0"/>
                      <a:pt x="40" y="0"/>
                      <a:pt x="28" y="5"/>
                    </a:cubicBezTo>
                    <a:cubicBezTo>
                      <a:pt x="20" y="8"/>
                      <a:pt x="10" y="15"/>
                      <a:pt x="0" y="15"/>
                    </a:cubicBezTo>
                    <a:cubicBezTo>
                      <a:pt x="8" y="18"/>
                      <a:pt x="69" y="18"/>
                      <a:pt x="64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2" name="Freeform 2345">
                <a:extLst>
                  <a:ext uri="{FF2B5EF4-FFF2-40B4-BE49-F238E27FC236}">
                    <a16:creationId xmlns:a16="http://schemas.microsoft.com/office/drawing/2014/main" id="{EDDF4EBC-A59D-401D-A2AA-0834B183A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318"/>
                <a:ext cx="97" cy="32"/>
              </a:xfrm>
              <a:custGeom>
                <a:avLst/>
                <a:gdLst>
                  <a:gd name="T0" fmla="*/ 118 w 88"/>
                  <a:gd name="T1" fmla="*/ 11 h 29"/>
                  <a:gd name="T2" fmla="*/ 54 w 88"/>
                  <a:gd name="T3" fmla="*/ 24 h 29"/>
                  <a:gd name="T4" fmla="*/ 26 w 88"/>
                  <a:gd name="T5" fmla="*/ 34 h 29"/>
                  <a:gd name="T6" fmla="*/ 0 w 88"/>
                  <a:gd name="T7" fmla="*/ 38 h 29"/>
                  <a:gd name="T8" fmla="*/ 24 w 88"/>
                  <a:gd name="T9" fmla="*/ 39 h 29"/>
                  <a:gd name="T10" fmla="*/ 69 w 88"/>
                  <a:gd name="T11" fmla="*/ 32 h 29"/>
                  <a:gd name="T12" fmla="*/ 114 w 88"/>
                  <a:gd name="T13" fmla="*/ 1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29">
                    <a:moveTo>
                      <a:pt x="88" y="8"/>
                    </a:moveTo>
                    <a:cubicBezTo>
                      <a:pt x="74" y="0"/>
                      <a:pt x="53" y="14"/>
                      <a:pt x="40" y="18"/>
                    </a:cubicBezTo>
                    <a:cubicBezTo>
                      <a:pt x="34" y="21"/>
                      <a:pt x="27" y="24"/>
                      <a:pt x="20" y="25"/>
                    </a:cubicBezTo>
                    <a:cubicBezTo>
                      <a:pt x="14" y="27"/>
                      <a:pt x="6" y="25"/>
                      <a:pt x="0" y="28"/>
                    </a:cubicBezTo>
                    <a:cubicBezTo>
                      <a:pt x="6" y="27"/>
                      <a:pt x="12" y="28"/>
                      <a:pt x="18" y="29"/>
                    </a:cubicBezTo>
                    <a:cubicBezTo>
                      <a:pt x="30" y="29"/>
                      <a:pt x="41" y="28"/>
                      <a:pt x="52" y="24"/>
                    </a:cubicBezTo>
                    <a:cubicBezTo>
                      <a:pt x="63" y="20"/>
                      <a:pt x="72" y="11"/>
                      <a:pt x="84" y="1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3" name="Freeform 2346">
                <a:extLst>
                  <a:ext uri="{FF2B5EF4-FFF2-40B4-BE49-F238E27FC236}">
                    <a16:creationId xmlns:a16="http://schemas.microsoft.com/office/drawing/2014/main" id="{3F743F76-2E27-410A-B630-A4E51228A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874"/>
                <a:ext cx="19" cy="41"/>
              </a:xfrm>
              <a:custGeom>
                <a:avLst/>
                <a:gdLst>
                  <a:gd name="T0" fmla="*/ 21 w 17"/>
                  <a:gd name="T1" fmla="*/ 50 h 37"/>
                  <a:gd name="T2" fmla="*/ 2 w 17"/>
                  <a:gd name="T3" fmla="*/ 0 h 37"/>
                  <a:gd name="T4" fmla="*/ 22 w 17"/>
                  <a:gd name="T5" fmla="*/ 4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7">
                    <a:moveTo>
                      <a:pt x="15" y="37"/>
                    </a:moveTo>
                    <a:cubicBezTo>
                      <a:pt x="11" y="25"/>
                      <a:pt x="0" y="13"/>
                      <a:pt x="2" y="0"/>
                    </a:cubicBezTo>
                    <a:cubicBezTo>
                      <a:pt x="13" y="5"/>
                      <a:pt x="17" y="23"/>
                      <a:pt x="16" y="3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4" name="Freeform 2347">
                <a:extLst>
                  <a:ext uri="{FF2B5EF4-FFF2-40B4-BE49-F238E27FC236}">
                    <a16:creationId xmlns:a16="http://schemas.microsoft.com/office/drawing/2014/main" id="{918ED98F-8CBF-432A-A6DB-C6DDAC0BE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350"/>
                <a:ext cx="89" cy="33"/>
              </a:xfrm>
              <a:custGeom>
                <a:avLst/>
                <a:gdLst>
                  <a:gd name="T0" fmla="*/ 110 w 80"/>
                  <a:gd name="T1" fmla="*/ 0 h 30"/>
                  <a:gd name="T2" fmla="*/ 81 w 80"/>
                  <a:gd name="T3" fmla="*/ 10 h 30"/>
                  <a:gd name="T4" fmla="*/ 46 w 80"/>
                  <a:gd name="T5" fmla="*/ 22 h 30"/>
                  <a:gd name="T6" fmla="*/ 0 w 80"/>
                  <a:gd name="T7" fmla="*/ 29 h 30"/>
                  <a:gd name="T8" fmla="*/ 66 w 80"/>
                  <a:gd name="T9" fmla="*/ 29 h 30"/>
                  <a:gd name="T10" fmla="*/ 110 w 80"/>
                  <a:gd name="T11" fmla="*/ 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30">
                    <a:moveTo>
                      <a:pt x="80" y="0"/>
                    </a:moveTo>
                    <a:cubicBezTo>
                      <a:pt x="74" y="5"/>
                      <a:pt x="66" y="4"/>
                      <a:pt x="59" y="7"/>
                    </a:cubicBezTo>
                    <a:cubicBezTo>
                      <a:pt x="50" y="11"/>
                      <a:pt x="43" y="14"/>
                      <a:pt x="33" y="16"/>
                    </a:cubicBezTo>
                    <a:cubicBezTo>
                      <a:pt x="22" y="19"/>
                      <a:pt x="10" y="19"/>
                      <a:pt x="0" y="22"/>
                    </a:cubicBezTo>
                    <a:cubicBezTo>
                      <a:pt x="18" y="28"/>
                      <a:pt x="30" y="30"/>
                      <a:pt x="48" y="22"/>
                    </a:cubicBezTo>
                    <a:cubicBezTo>
                      <a:pt x="57" y="19"/>
                      <a:pt x="77" y="8"/>
                      <a:pt x="80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5" name="Freeform 2348">
                <a:extLst>
                  <a:ext uri="{FF2B5EF4-FFF2-40B4-BE49-F238E27FC236}">
                    <a16:creationId xmlns:a16="http://schemas.microsoft.com/office/drawing/2014/main" id="{8C8B15AB-831F-40BA-96C1-4A36D955D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385"/>
                <a:ext cx="65" cy="26"/>
              </a:xfrm>
              <a:custGeom>
                <a:avLst/>
                <a:gdLst>
                  <a:gd name="T0" fmla="*/ 79 w 59"/>
                  <a:gd name="T1" fmla="*/ 0 h 23"/>
                  <a:gd name="T2" fmla="*/ 0 w 59"/>
                  <a:gd name="T3" fmla="*/ 33 h 23"/>
                  <a:gd name="T4" fmla="*/ 75 w 59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3">
                    <a:moveTo>
                      <a:pt x="59" y="0"/>
                    </a:moveTo>
                    <a:cubicBezTo>
                      <a:pt x="40" y="5"/>
                      <a:pt x="16" y="11"/>
                      <a:pt x="0" y="23"/>
                    </a:cubicBezTo>
                    <a:cubicBezTo>
                      <a:pt x="21" y="23"/>
                      <a:pt x="38" y="9"/>
                      <a:pt x="56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6" name="Freeform 2349">
                <a:extLst>
                  <a:ext uri="{FF2B5EF4-FFF2-40B4-BE49-F238E27FC236}">
                    <a16:creationId xmlns:a16="http://schemas.microsoft.com/office/drawing/2014/main" id="{9FBFB4C9-6DD2-43B6-9E8A-51FEC6E0A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1868"/>
                <a:ext cx="22" cy="41"/>
              </a:xfrm>
              <a:custGeom>
                <a:avLst/>
                <a:gdLst>
                  <a:gd name="T0" fmla="*/ 1 w 20"/>
                  <a:gd name="T1" fmla="*/ 1 h 37"/>
                  <a:gd name="T2" fmla="*/ 15 w 20"/>
                  <a:gd name="T3" fmla="*/ 50 h 37"/>
                  <a:gd name="T4" fmla="*/ 1 w 2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7">
                    <a:moveTo>
                      <a:pt x="1" y="1"/>
                    </a:moveTo>
                    <a:cubicBezTo>
                      <a:pt x="0" y="12"/>
                      <a:pt x="3" y="30"/>
                      <a:pt x="12" y="37"/>
                    </a:cubicBezTo>
                    <a:cubicBezTo>
                      <a:pt x="20" y="26"/>
                      <a:pt x="3" y="12"/>
                      <a:pt x="1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7" name="Freeform 2350">
                <a:extLst>
                  <a:ext uri="{FF2B5EF4-FFF2-40B4-BE49-F238E27FC236}">
                    <a16:creationId xmlns:a16="http://schemas.microsoft.com/office/drawing/2014/main" id="{37AF7F6B-7835-44E9-898E-7E6574B6F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861"/>
                <a:ext cx="13" cy="38"/>
              </a:xfrm>
              <a:custGeom>
                <a:avLst/>
                <a:gdLst>
                  <a:gd name="T0" fmla="*/ 0 w 12"/>
                  <a:gd name="T1" fmla="*/ 4 h 35"/>
                  <a:gd name="T2" fmla="*/ 0 w 12"/>
                  <a:gd name="T3" fmla="*/ 1 h 35"/>
                  <a:gd name="T4" fmla="*/ 13 w 12"/>
                  <a:gd name="T5" fmla="*/ 45 h 35"/>
                  <a:gd name="T6" fmla="*/ 0 w 12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5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1"/>
                      <a:pt x="1" y="30"/>
                      <a:pt x="10" y="35"/>
                    </a:cubicBezTo>
                    <a:cubicBezTo>
                      <a:pt x="12" y="24"/>
                      <a:pt x="6" y="8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8" name="Freeform 2351">
                <a:extLst>
                  <a:ext uri="{FF2B5EF4-FFF2-40B4-BE49-F238E27FC236}">
                    <a16:creationId xmlns:a16="http://schemas.microsoft.com/office/drawing/2014/main" id="{C55079B5-50F9-4723-9853-87FC5F4A0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852"/>
                <a:ext cx="18" cy="44"/>
              </a:xfrm>
              <a:custGeom>
                <a:avLst/>
                <a:gdLst>
                  <a:gd name="T0" fmla="*/ 1 w 16"/>
                  <a:gd name="T1" fmla="*/ 2 h 40"/>
                  <a:gd name="T2" fmla="*/ 18 w 16"/>
                  <a:gd name="T3" fmla="*/ 53 h 40"/>
                  <a:gd name="T4" fmla="*/ 0 w 16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0">
                    <a:moveTo>
                      <a:pt x="1" y="2"/>
                    </a:moveTo>
                    <a:cubicBezTo>
                      <a:pt x="2" y="12"/>
                      <a:pt x="2" y="33"/>
                      <a:pt x="12" y="40"/>
                    </a:cubicBezTo>
                    <a:cubicBezTo>
                      <a:pt x="16" y="28"/>
                      <a:pt x="4" y="11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9" name="Freeform 2352">
                <a:extLst>
                  <a:ext uri="{FF2B5EF4-FFF2-40B4-BE49-F238E27FC236}">
                    <a16:creationId xmlns:a16="http://schemas.microsoft.com/office/drawing/2014/main" id="{65B50534-F12F-475A-813A-CD96DD3CA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843"/>
                <a:ext cx="29" cy="43"/>
              </a:xfrm>
              <a:custGeom>
                <a:avLst/>
                <a:gdLst>
                  <a:gd name="T0" fmla="*/ 8 w 26"/>
                  <a:gd name="T1" fmla="*/ 8 h 39"/>
                  <a:gd name="T2" fmla="*/ 19 w 26"/>
                  <a:gd name="T3" fmla="*/ 52 h 39"/>
                  <a:gd name="T4" fmla="*/ 0 w 26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9">
                    <a:moveTo>
                      <a:pt x="5" y="5"/>
                    </a:moveTo>
                    <a:cubicBezTo>
                      <a:pt x="5" y="11"/>
                      <a:pt x="5" y="32"/>
                      <a:pt x="13" y="39"/>
                    </a:cubicBezTo>
                    <a:cubicBezTo>
                      <a:pt x="26" y="28"/>
                      <a:pt x="2" y="12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0" name="Freeform 2353">
                <a:extLst>
                  <a:ext uri="{FF2B5EF4-FFF2-40B4-BE49-F238E27FC236}">
                    <a16:creationId xmlns:a16="http://schemas.microsoft.com/office/drawing/2014/main" id="{1B78CB46-FAE9-4D57-8F73-1C7B4D714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829"/>
                <a:ext cx="19" cy="45"/>
              </a:xfrm>
              <a:custGeom>
                <a:avLst/>
                <a:gdLst>
                  <a:gd name="T0" fmla="*/ 3 w 18"/>
                  <a:gd name="T1" fmla="*/ 0 h 41"/>
                  <a:gd name="T2" fmla="*/ 8 w 18"/>
                  <a:gd name="T3" fmla="*/ 54 h 41"/>
                  <a:gd name="T4" fmla="*/ 2 w 18"/>
                  <a:gd name="T5" fmla="*/ 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1">
                    <a:moveTo>
                      <a:pt x="3" y="0"/>
                    </a:moveTo>
                    <a:cubicBezTo>
                      <a:pt x="3" y="13"/>
                      <a:pt x="0" y="31"/>
                      <a:pt x="8" y="41"/>
                    </a:cubicBezTo>
                    <a:cubicBezTo>
                      <a:pt x="18" y="31"/>
                      <a:pt x="5" y="13"/>
                      <a:pt x="2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1" name="Freeform 2354">
                <a:extLst>
                  <a:ext uri="{FF2B5EF4-FFF2-40B4-BE49-F238E27FC236}">
                    <a16:creationId xmlns:a16="http://schemas.microsoft.com/office/drawing/2014/main" id="{B794FFA7-83B2-428B-A0A1-4EFBC9A92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816"/>
                <a:ext cx="18" cy="46"/>
              </a:xfrm>
              <a:custGeom>
                <a:avLst/>
                <a:gdLst>
                  <a:gd name="T0" fmla="*/ 7 w 16"/>
                  <a:gd name="T1" fmla="*/ 9 h 41"/>
                  <a:gd name="T2" fmla="*/ 20 w 16"/>
                  <a:gd name="T3" fmla="*/ 58 h 41"/>
                  <a:gd name="T4" fmla="*/ 7 w 16"/>
                  <a:gd name="T5" fmla="*/ 2 h 41"/>
                  <a:gd name="T6" fmla="*/ 3 w 16"/>
                  <a:gd name="T7" fmla="*/ 2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1">
                    <a:moveTo>
                      <a:pt x="4" y="6"/>
                    </a:moveTo>
                    <a:cubicBezTo>
                      <a:pt x="0" y="11"/>
                      <a:pt x="7" y="36"/>
                      <a:pt x="14" y="41"/>
                    </a:cubicBezTo>
                    <a:cubicBezTo>
                      <a:pt x="16" y="28"/>
                      <a:pt x="7" y="14"/>
                      <a:pt x="4" y="2"/>
                    </a:cubicBezTo>
                    <a:cubicBezTo>
                      <a:pt x="3" y="0"/>
                      <a:pt x="4" y="2"/>
                      <a:pt x="3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2" name="Freeform 2355">
                <a:extLst>
                  <a:ext uri="{FF2B5EF4-FFF2-40B4-BE49-F238E27FC236}">
                    <a16:creationId xmlns:a16="http://schemas.microsoft.com/office/drawing/2014/main" id="{6AB00042-E89C-4042-801A-335D56FC3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811"/>
                <a:ext cx="18" cy="39"/>
              </a:xfrm>
              <a:custGeom>
                <a:avLst/>
                <a:gdLst>
                  <a:gd name="T0" fmla="*/ 0 w 16"/>
                  <a:gd name="T1" fmla="*/ 4 h 35"/>
                  <a:gd name="T2" fmla="*/ 1 w 16"/>
                  <a:gd name="T3" fmla="*/ 22 h 35"/>
                  <a:gd name="T4" fmla="*/ 14 w 16"/>
                  <a:gd name="T5" fmla="*/ 48 h 35"/>
                  <a:gd name="T6" fmla="*/ 1 w 16"/>
                  <a:gd name="T7" fmla="*/ 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5">
                    <a:moveTo>
                      <a:pt x="0" y="4"/>
                    </a:moveTo>
                    <a:cubicBezTo>
                      <a:pt x="0" y="0"/>
                      <a:pt x="1" y="15"/>
                      <a:pt x="1" y="16"/>
                    </a:cubicBezTo>
                    <a:cubicBezTo>
                      <a:pt x="2" y="22"/>
                      <a:pt x="4" y="33"/>
                      <a:pt x="10" y="35"/>
                    </a:cubicBezTo>
                    <a:cubicBezTo>
                      <a:pt x="16" y="26"/>
                      <a:pt x="5" y="12"/>
                      <a:pt x="1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3" name="Freeform 2356">
                <a:extLst>
                  <a:ext uri="{FF2B5EF4-FFF2-40B4-BE49-F238E27FC236}">
                    <a16:creationId xmlns:a16="http://schemas.microsoft.com/office/drawing/2014/main" id="{86CB44CB-997A-4468-A85B-3D706FB6E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804"/>
                <a:ext cx="21" cy="41"/>
              </a:xfrm>
              <a:custGeom>
                <a:avLst/>
                <a:gdLst>
                  <a:gd name="T0" fmla="*/ 15 w 19"/>
                  <a:gd name="T1" fmla="*/ 3 h 37"/>
                  <a:gd name="T2" fmla="*/ 11 w 19"/>
                  <a:gd name="T3" fmla="*/ 0 h 37"/>
                  <a:gd name="T4" fmla="*/ 22 w 19"/>
                  <a:gd name="T5" fmla="*/ 50 h 37"/>
                  <a:gd name="T6" fmla="*/ 10 w 19"/>
                  <a:gd name="T7" fmla="*/ 2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7">
                    <a:moveTo>
                      <a:pt x="12" y="3"/>
                    </a:moveTo>
                    <a:cubicBezTo>
                      <a:pt x="11" y="2"/>
                      <a:pt x="9" y="1"/>
                      <a:pt x="8" y="0"/>
                    </a:cubicBezTo>
                    <a:cubicBezTo>
                      <a:pt x="8" y="9"/>
                      <a:pt x="0" y="37"/>
                      <a:pt x="16" y="37"/>
                    </a:cubicBezTo>
                    <a:cubicBezTo>
                      <a:pt x="19" y="27"/>
                      <a:pt x="3" y="6"/>
                      <a:pt x="7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4" name="Freeform 2357">
                <a:extLst>
                  <a:ext uri="{FF2B5EF4-FFF2-40B4-BE49-F238E27FC236}">
                    <a16:creationId xmlns:a16="http://schemas.microsoft.com/office/drawing/2014/main" id="{43356650-761A-43DC-A98C-2652B3812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797"/>
                <a:ext cx="18" cy="44"/>
              </a:xfrm>
              <a:custGeom>
                <a:avLst/>
                <a:gdLst>
                  <a:gd name="T0" fmla="*/ 3 w 16"/>
                  <a:gd name="T1" fmla="*/ 12 h 40"/>
                  <a:gd name="T2" fmla="*/ 0 w 16"/>
                  <a:gd name="T3" fmla="*/ 0 h 40"/>
                  <a:gd name="T4" fmla="*/ 11 w 16"/>
                  <a:gd name="T5" fmla="*/ 43 h 40"/>
                  <a:gd name="T6" fmla="*/ 0 w 16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3" y="9"/>
                    </a:moveTo>
                    <a:cubicBezTo>
                      <a:pt x="2" y="5"/>
                      <a:pt x="1" y="3"/>
                      <a:pt x="0" y="0"/>
                    </a:cubicBezTo>
                    <a:cubicBezTo>
                      <a:pt x="1" y="5"/>
                      <a:pt x="1" y="40"/>
                      <a:pt x="8" y="32"/>
                    </a:cubicBezTo>
                    <a:cubicBezTo>
                      <a:pt x="16" y="24"/>
                      <a:pt x="2" y="7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5" name="Freeform 2358">
                <a:extLst>
                  <a:ext uri="{FF2B5EF4-FFF2-40B4-BE49-F238E27FC236}">
                    <a16:creationId xmlns:a16="http://schemas.microsoft.com/office/drawing/2014/main" id="{C548E121-4C2E-43E1-994F-BD6577EE8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793"/>
                <a:ext cx="22" cy="47"/>
              </a:xfrm>
              <a:custGeom>
                <a:avLst/>
                <a:gdLst>
                  <a:gd name="T0" fmla="*/ 11 w 20"/>
                  <a:gd name="T1" fmla="*/ 0 h 42"/>
                  <a:gd name="T2" fmla="*/ 14 w 20"/>
                  <a:gd name="T3" fmla="*/ 55 h 42"/>
                  <a:gd name="T4" fmla="*/ 10 w 20"/>
                  <a:gd name="T5" fmla="*/ 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2">
                    <a:moveTo>
                      <a:pt x="8" y="0"/>
                    </a:moveTo>
                    <a:cubicBezTo>
                      <a:pt x="6" y="5"/>
                      <a:pt x="0" y="42"/>
                      <a:pt x="11" y="39"/>
                    </a:cubicBezTo>
                    <a:cubicBezTo>
                      <a:pt x="20" y="38"/>
                      <a:pt x="7" y="5"/>
                      <a:pt x="7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6" name="Freeform 2359">
                <a:extLst>
                  <a:ext uri="{FF2B5EF4-FFF2-40B4-BE49-F238E27FC236}">
                    <a16:creationId xmlns:a16="http://schemas.microsoft.com/office/drawing/2014/main" id="{DF261478-8D27-4AEA-AB74-477AC064C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792"/>
                <a:ext cx="27" cy="44"/>
              </a:xfrm>
              <a:custGeom>
                <a:avLst/>
                <a:gdLst>
                  <a:gd name="T0" fmla="*/ 10 w 24"/>
                  <a:gd name="T1" fmla="*/ 1 h 40"/>
                  <a:gd name="T2" fmla="*/ 19 w 24"/>
                  <a:gd name="T3" fmla="*/ 44 h 40"/>
                  <a:gd name="T4" fmla="*/ 11 w 24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0">
                    <a:moveTo>
                      <a:pt x="7" y="1"/>
                    </a:moveTo>
                    <a:cubicBezTo>
                      <a:pt x="7" y="0"/>
                      <a:pt x="0" y="40"/>
                      <a:pt x="13" y="33"/>
                    </a:cubicBezTo>
                    <a:cubicBezTo>
                      <a:pt x="24" y="27"/>
                      <a:pt x="9" y="6"/>
                      <a:pt x="8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7" name="Freeform 2360">
                <a:extLst>
                  <a:ext uri="{FF2B5EF4-FFF2-40B4-BE49-F238E27FC236}">
                    <a16:creationId xmlns:a16="http://schemas.microsoft.com/office/drawing/2014/main" id="{F48E499C-3B0C-4D16-BBB4-425C9F9A6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777"/>
                <a:ext cx="20" cy="59"/>
              </a:xfrm>
              <a:custGeom>
                <a:avLst/>
                <a:gdLst>
                  <a:gd name="T0" fmla="*/ 2 w 18"/>
                  <a:gd name="T1" fmla="*/ 0 h 54"/>
                  <a:gd name="T2" fmla="*/ 11 w 18"/>
                  <a:gd name="T3" fmla="*/ 70 h 54"/>
                  <a:gd name="T4" fmla="*/ 8 w 18"/>
                  <a:gd name="T5" fmla="*/ 1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4">
                    <a:moveTo>
                      <a:pt x="2" y="0"/>
                    </a:moveTo>
                    <a:cubicBezTo>
                      <a:pt x="2" y="18"/>
                      <a:pt x="0" y="37"/>
                      <a:pt x="8" y="54"/>
                    </a:cubicBezTo>
                    <a:cubicBezTo>
                      <a:pt x="18" y="45"/>
                      <a:pt x="7" y="19"/>
                      <a:pt x="5" y="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8" name="Freeform 2361">
                <a:extLst>
                  <a:ext uri="{FF2B5EF4-FFF2-40B4-BE49-F238E27FC236}">
                    <a16:creationId xmlns:a16="http://schemas.microsoft.com/office/drawing/2014/main" id="{02B1C209-0AA7-4B15-AB50-59D581C34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774"/>
                <a:ext cx="21" cy="52"/>
              </a:xfrm>
              <a:custGeom>
                <a:avLst/>
                <a:gdLst>
                  <a:gd name="T0" fmla="*/ 4 w 19"/>
                  <a:gd name="T1" fmla="*/ 4 h 47"/>
                  <a:gd name="T2" fmla="*/ 4 w 19"/>
                  <a:gd name="T3" fmla="*/ 4 h 47"/>
                  <a:gd name="T4" fmla="*/ 13 w 19"/>
                  <a:gd name="T5" fmla="*/ 64 h 47"/>
                  <a:gd name="T6" fmla="*/ 8 w 19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7">
                    <a:moveTo>
                      <a:pt x="4" y="4"/>
                    </a:moveTo>
                    <a:cubicBezTo>
                      <a:pt x="4" y="2"/>
                      <a:pt x="4" y="2"/>
                      <a:pt x="4" y="4"/>
                    </a:cubicBezTo>
                    <a:cubicBezTo>
                      <a:pt x="1" y="17"/>
                      <a:pt x="0" y="36"/>
                      <a:pt x="10" y="47"/>
                    </a:cubicBezTo>
                    <a:cubicBezTo>
                      <a:pt x="19" y="38"/>
                      <a:pt x="7" y="11"/>
                      <a:pt x="5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9" name="Freeform 2362">
                <a:extLst>
                  <a:ext uri="{FF2B5EF4-FFF2-40B4-BE49-F238E27FC236}">
                    <a16:creationId xmlns:a16="http://schemas.microsoft.com/office/drawing/2014/main" id="{A62EE2C7-A633-43A7-B070-40C918705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763"/>
                <a:ext cx="18" cy="60"/>
              </a:xfrm>
              <a:custGeom>
                <a:avLst/>
                <a:gdLst>
                  <a:gd name="T0" fmla="*/ 20 w 16"/>
                  <a:gd name="T1" fmla="*/ 1 h 54"/>
                  <a:gd name="T2" fmla="*/ 16 w 16"/>
                  <a:gd name="T3" fmla="*/ 0 h 54"/>
                  <a:gd name="T4" fmla="*/ 18 w 16"/>
                  <a:gd name="T5" fmla="*/ 74 h 54"/>
                  <a:gd name="T6" fmla="*/ 18 w 16"/>
                  <a:gd name="T7" fmla="*/ 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4">
                    <a:moveTo>
                      <a:pt x="14" y="1"/>
                    </a:moveTo>
                    <a:cubicBezTo>
                      <a:pt x="13" y="1"/>
                      <a:pt x="12" y="1"/>
                      <a:pt x="11" y="0"/>
                    </a:cubicBezTo>
                    <a:cubicBezTo>
                      <a:pt x="7" y="10"/>
                      <a:pt x="0" y="51"/>
                      <a:pt x="12" y="54"/>
                    </a:cubicBezTo>
                    <a:cubicBezTo>
                      <a:pt x="15" y="39"/>
                      <a:pt x="16" y="18"/>
                      <a:pt x="12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0" name="Freeform 2363">
                <a:extLst>
                  <a:ext uri="{FF2B5EF4-FFF2-40B4-BE49-F238E27FC236}">
                    <a16:creationId xmlns:a16="http://schemas.microsoft.com/office/drawing/2014/main" id="{22864DF1-ACEF-474E-8DD5-CCB4AC3FD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764"/>
                <a:ext cx="19" cy="66"/>
              </a:xfrm>
              <a:custGeom>
                <a:avLst/>
                <a:gdLst>
                  <a:gd name="T0" fmla="*/ 11 w 17"/>
                  <a:gd name="T1" fmla="*/ 2 h 59"/>
                  <a:gd name="T2" fmla="*/ 12 w 17"/>
                  <a:gd name="T3" fmla="*/ 83 h 59"/>
                  <a:gd name="T4" fmla="*/ 12 w 17"/>
                  <a:gd name="T5" fmla="*/ 34 h 59"/>
                  <a:gd name="T6" fmla="*/ 12 w 17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9">
                    <a:moveTo>
                      <a:pt x="8" y="2"/>
                    </a:moveTo>
                    <a:cubicBezTo>
                      <a:pt x="5" y="14"/>
                      <a:pt x="0" y="46"/>
                      <a:pt x="9" y="59"/>
                    </a:cubicBezTo>
                    <a:cubicBezTo>
                      <a:pt x="17" y="54"/>
                      <a:pt x="10" y="32"/>
                      <a:pt x="9" y="24"/>
                    </a:cubicBezTo>
                    <a:cubicBezTo>
                      <a:pt x="8" y="16"/>
                      <a:pt x="9" y="8"/>
                      <a:pt x="9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1" name="Freeform 2364">
                <a:extLst>
                  <a:ext uri="{FF2B5EF4-FFF2-40B4-BE49-F238E27FC236}">
                    <a16:creationId xmlns:a16="http://schemas.microsoft.com/office/drawing/2014/main" id="{163EDDC1-5867-477E-8318-7137439A1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759"/>
                <a:ext cx="21" cy="74"/>
              </a:xfrm>
              <a:custGeom>
                <a:avLst/>
                <a:gdLst>
                  <a:gd name="T0" fmla="*/ 15 w 19"/>
                  <a:gd name="T1" fmla="*/ 3 h 67"/>
                  <a:gd name="T2" fmla="*/ 15 w 19"/>
                  <a:gd name="T3" fmla="*/ 0 h 67"/>
                  <a:gd name="T4" fmla="*/ 13 w 19"/>
                  <a:gd name="T5" fmla="*/ 91 h 67"/>
                  <a:gd name="T6" fmla="*/ 15 w 19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67">
                    <a:moveTo>
                      <a:pt x="12" y="3"/>
                    </a:moveTo>
                    <a:cubicBezTo>
                      <a:pt x="12" y="2"/>
                      <a:pt x="12" y="1"/>
                      <a:pt x="12" y="0"/>
                    </a:cubicBezTo>
                    <a:cubicBezTo>
                      <a:pt x="0" y="7"/>
                      <a:pt x="3" y="56"/>
                      <a:pt x="10" y="67"/>
                    </a:cubicBezTo>
                    <a:cubicBezTo>
                      <a:pt x="19" y="45"/>
                      <a:pt x="11" y="20"/>
                      <a:pt x="12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2" name="Freeform 2365">
                <a:extLst>
                  <a:ext uri="{FF2B5EF4-FFF2-40B4-BE49-F238E27FC236}">
                    <a16:creationId xmlns:a16="http://schemas.microsoft.com/office/drawing/2014/main" id="{55366356-33FE-4EB9-8F3C-5CE0B9599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759"/>
                <a:ext cx="25" cy="75"/>
              </a:xfrm>
              <a:custGeom>
                <a:avLst/>
                <a:gdLst>
                  <a:gd name="T0" fmla="*/ 15 w 23"/>
                  <a:gd name="T1" fmla="*/ 0 h 68"/>
                  <a:gd name="T2" fmla="*/ 22 w 23"/>
                  <a:gd name="T3" fmla="*/ 92 h 68"/>
                  <a:gd name="T4" fmla="*/ 18 w 23"/>
                  <a:gd name="T5" fmla="*/ 1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8">
                    <a:moveTo>
                      <a:pt x="12" y="0"/>
                    </a:moveTo>
                    <a:cubicBezTo>
                      <a:pt x="9" y="11"/>
                      <a:pt x="0" y="65"/>
                      <a:pt x="17" y="68"/>
                    </a:cubicBezTo>
                    <a:cubicBezTo>
                      <a:pt x="23" y="50"/>
                      <a:pt x="20" y="17"/>
                      <a:pt x="15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3" name="Freeform 2366">
                <a:extLst>
                  <a:ext uri="{FF2B5EF4-FFF2-40B4-BE49-F238E27FC236}">
                    <a16:creationId xmlns:a16="http://schemas.microsoft.com/office/drawing/2014/main" id="{3323F7A2-7FBF-4DE6-BA53-D121EE33F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1755"/>
                <a:ext cx="26" cy="69"/>
              </a:xfrm>
              <a:custGeom>
                <a:avLst/>
                <a:gdLst>
                  <a:gd name="T0" fmla="*/ 16 w 23"/>
                  <a:gd name="T1" fmla="*/ 2 h 63"/>
                  <a:gd name="T2" fmla="*/ 19 w 23"/>
                  <a:gd name="T3" fmla="*/ 83 h 63"/>
                  <a:gd name="T4" fmla="*/ 16 w 23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3">
                    <a:moveTo>
                      <a:pt x="11" y="2"/>
                    </a:moveTo>
                    <a:cubicBezTo>
                      <a:pt x="8" y="19"/>
                      <a:pt x="0" y="49"/>
                      <a:pt x="13" y="63"/>
                    </a:cubicBezTo>
                    <a:cubicBezTo>
                      <a:pt x="23" y="51"/>
                      <a:pt x="19" y="11"/>
                      <a:pt x="11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4" name="Freeform 2367">
                <a:extLst>
                  <a:ext uri="{FF2B5EF4-FFF2-40B4-BE49-F238E27FC236}">
                    <a16:creationId xmlns:a16="http://schemas.microsoft.com/office/drawing/2014/main" id="{9186E466-8040-4A88-BEBB-7C381422E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756"/>
                <a:ext cx="23" cy="59"/>
              </a:xfrm>
              <a:custGeom>
                <a:avLst/>
                <a:gdLst>
                  <a:gd name="T0" fmla="*/ 12 w 21"/>
                  <a:gd name="T1" fmla="*/ 3 h 54"/>
                  <a:gd name="T2" fmla="*/ 13 w 21"/>
                  <a:gd name="T3" fmla="*/ 2 h 54"/>
                  <a:gd name="T4" fmla="*/ 16 w 21"/>
                  <a:gd name="T5" fmla="*/ 70 h 54"/>
                  <a:gd name="T6" fmla="*/ 15 w 21"/>
                  <a:gd name="T7" fmla="*/ 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54">
                    <a:moveTo>
                      <a:pt x="9" y="3"/>
                    </a:moveTo>
                    <a:cubicBezTo>
                      <a:pt x="10" y="3"/>
                      <a:pt x="10" y="0"/>
                      <a:pt x="10" y="2"/>
                    </a:cubicBezTo>
                    <a:cubicBezTo>
                      <a:pt x="11" y="15"/>
                      <a:pt x="0" y="45"/>
                      <a:pt x="13" y="54"/>
                    </a:cubicBezTo>
                    <a:cubicBezTo>
                      <a:pt x="21" y="42"/>
                      <a:pt x="16" y="17"/>
                      <a:pt x="12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5" name="Freeform 2368">
                <a:extLst>
                  <a:ext uri="{FF2B5EF4-FFF2-40B4-BE49-F238E27FC236}">
                    <a16:creationId xmlns:a16="http://schemas.microsoft.com/office/drawing/2014/main" id="{0EB6E954-384D-40CD-9B0E-4B45CFD36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61"/>
                <a:ext cx="11" cy="55"/>
              </a:xfrm>
              <a:custGeom>
                <a:avLst/>
                <a:gdLst>
                  <a:gd name="T0" fmla="*/ 4 w 10"/>
                  <a:gd name="T1" fmla="*/ 2 h 50"/>
                  <a:gd name="T2" fmla="*/ 12 w 10"/>
                  <a:gd name="T3" fmla="*/ 67 h 50"/>
                  <a:gd name="T4" fmla="*/ 4 w 10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0">
                    <a:moveTo>
                      <a:pt x="4" y="2"/>
                    </a:moveTo>
                    <a:cubicBezTo>
                      <a:pt x="0" y="3"/>
                      <a:pt x="2" y="45"/>
                      <a:pt x="9" y="50"/>
                    </a:cubicBezTo>
                    <a:cubicBezTo>
                      <a:pt x="9" y="33"/>
                      <a:pt x="10" y="16"/>
                      <a:pt x="4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6" name="Freeform 2369">
                <a:extLst>
                  <a:ext uri="{FF2B5EF4-FFF2-40B4-BE49-F238E27FC236}">
                    <a16:creationId xmlns:a16="http://schemas.microsoft.com/office/drawing/2014/main" id="{6BDC9B30-1A7D-4377-8CA5-60DFF6265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758"/>
                <a:ext cx="22" cy="69"/>
              </a:xfrm>
              <a:custGeom>
                <a:avLst/>
                <a:gdLst>
                  <a:gd name="T0" fmla="*/ 14 w 20"/>
                  <a:gd name="T1" fmla="*/ 2 h 63"/>
                  <a:gd name="T2" fmla="*/ 25 w 20"/>
                  <a:gd name="T3" fmla="*/ 83 h 63"/>
                  <a:gd name="T4" fmla="*/ 12 w 20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3">
                    <a:moveTo>
                      <a:pt x="11" y="2"/>
                    </a:moveTo>
                    <a:cubicBezTo>
                      <a:pt x="11" y="14"/>
                      <a:pt x="0" y="63"/>
                      <a:pt x="19" y="63"/>
                    </a:cubicBezTo>
                    <a:cubicBezTo>
                      <a:pt x="20" y="41"/>
                      <a:pt x="10" y="21"/>
                      <a:pt x="9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7" name="Freeform 2370">
                <a:extLst>
                  <a:ext uri="{FF2B5EF4-FFF2-40B4-BE49-F238E27FC236}">
                    <a16:creationId xmlns:a16="http://schemas.microsoft.com/office/drawing/2014/main" id="{DD6019FE-D822-4B34-A6E7-757F9C46E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761"/>
                <a:ext cx="18" cy="74"/>
              </a:xfrm>
              <a:custGeom>
                <a:avLst/>
                <a:gdLst>
                  <a:gd name="T0" fmla="*/ 7 w 16"/>
                  <a:gd name="T1" fmla="*/ 15 h 67"/>
                  <a:gd name="T2" fmla="*/ 16 w 16"/>
                  <a:gd name="T3" fmla="*/ 91 h 67"/>
                  <a:gd name="T4" fmla="*/ 7 w 16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7">
                    <a:moveTo>
                      <a:pt x="4" y="12"/>
                    </a:moveTo>
                    <a:cubicBezTo>
                      <a:pt x="0" y="30"/>
                      <a:pt x="0" y="52"/>
                      <a:pt x="11" y="67"/>
                    </a:cubicBezTo>
                    <a:cubicBezTo>
                      <a:pt x="16" y="50"/>
                      <a:pt x="7" y="19"/>
                      <a:pt x="4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8" name="Freeform 2371">
                <a:extLst>
                  <a:ext uri="{FF2B5EF4-FFF2-40B4-BE49-F238E27FC236}">
                    <a16:creationId xmlns:a16="http://schemas.microsoft.com/office/drawing/2014/main" id="{2EAB684F-A2CC-46ED-B8B4-3F8A16F5A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774"/>
                <a:ext cx="26" cy="73"/>
              </a:xfrm>
              <a:custGeom>
                <a:avLst/>
                <a:gdLst>
                  <a:gd name="T0" fmla="*/ 18 w 24"/>
                  <a:gd name="T1" fmla="*/ 0 h 66"/>
                  <a:gd name="T2" fmla="*/ 22 w 24"/>
                  <a:gd name="T3" fmla="*/ 90 h 66"/>
                  <a:gd name="T4" fmla="*/ 18 w 24"/>
                  <a:gd name="T5" fmla="*/ 2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66">
                    <a:moveTo>
                      <a:pt x="15" y="0"/>
                    </a:moveTo>
                    <a:cubicBezTo>
                      <a:pt x="0" y="10"/>
                      <a:pt x="5" y="55"/>
                      <a:pt x="17" y="66"/>
                    </a:cubicBezTo>
                    <a:cubicBezTo>
                      <a:pt x="24" y="48"/>
                      <a:pt x="15" y="22"/>
                      <a:pt x="15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9" name="Freeform 2372">
                <a:extLst>
                  <a:ext uri="{FF2B5EF4-FFF2-40B4-BE49-F238E27FC236}">
                    <a16:creationId xmlns:a16="http://schemas.microsoft.com/office/drawing/2014/main" id="{519A08ED-79E4-4A33-A526-D441A8018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778"/>
                <a:ext cx="22" cy="70"/>
              </a:xfrm>
              <a:custGeom>
                <a:avLst/>
                <a:gdLst>
                  <a:gd name="T0" fmla="*/ 23 w 20"/>
                  <a:gd name="T1" fmla="*/ 13 h 64"/>
                  <a:gd name="T2" fmla="*/ 22 w 20"/>
                  <a:gd name="T3" fmla="*/ 4 h 64"/>
                  <a:gd name="T4" fmla="*/ 23 w 20"/>
                  <a:gd name="T5" fmla="*/ 84 h 64"/>
                  <a:gd name="T6" fmla="*/ 21 w 20"/>
                  <a:gd name="T7" fmla="*/ 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4">
                    <a:moveTo>
                      <a:pt x="17" y="10"/>
                    </a:moveTo>
                    <a:cubicBezTo>
                      <a:pt x="17" y="8"/>
                      <a:pt x="18" y="6"/>
                      <a:pt x="16" y="4"/>
                    </a:cubicBezTo>
                    <a:cubicBezTo>
                      <a:pt x="9" y="18"/>
                      <a:pt x="0" y="55"/>
                      <a:pt x="17" y="64"/>
                    </a:cubicBezTo>
                    <a:cubicBezTo>
                      <a:pt x="18" y="44"/>
                      <a:pt x="20" y="19"/>
                      <a:pt x="15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0" name="Freeform 2373">
                <a:extLst>
                  <a:ext uri="{FF2B5EF4-FFF2-40B4-BE49-F238E27FC236}">
                    <a16:creationId xmlns:a16="http://schemas.microsoft.com/office/drawing/2014/main" id="{87E7A04E-CA89-4814-AA9C-D09C934E4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783"/>
                <a:ext cx="23" cy="65"/>
              </a:xfrm>
              <a:custGeom>
                <a:avLst/>
                <a:gdLst>
                  <a:gd name="T0" fmla="*/ 15 w 21"/>
                  <a:gd name="T1" fmla="*/ 8 h 59"/>
                  <a:gd name="T2" fmla="*/ 13 w 21"/>
                  <a:gd name="T3" fmla="*/ 79 h 59"/>
                  <a:gd name="T4" fmla="*/ 18 w 21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9">
                    <a:moveTo>
                      <a:pt x="12" y="5"/>
                    </a:moveTo>
                    <a:cubicBezTo>
                      <a:pt x="1" y="16"/>
                      <a:pt x="0" y="47"/>
                      <a:pt x="10" y="59"/>
                    </a:cubicBezTo>
                    <a:cubicBezTo>
                      <a:pt x="21" y="53"/>
                      <a:pt x="17" y="12"/>
                      <a:pt x="14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1" name="Freeform 2374">
                <a:extLst>
                  <a:ext uri="{FF2B5EF4-FFF2-40B4-BE49-F238E27FC236}">
                    <a16:creationId xmlns:a16="http://schemas.microsoft.com/office/drawing/2014/main" id="{45DF0EA9-0E05-429B-9BFB-E2AC3D0EE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791"/>
                <a:ext cx="20" cy="52"/>
              </a:xfrm>
              <a:custGeom>
                <a:avLst/>
                <a:gdLst>
                  <a:gd name="T0" fmla="*/ 18 w 18"/>
                  <a:gd name="T1" fmla="*/ 0 h 47"/>
                  <a:gd name="T2" fmla="*/ 11 w 18"/>
                  <a:gd name="T3" fmla="*/ 64 h 47"/>
                  <a:gd name="T4" fmla="*/ 21 w 18"/>
                  <a:gd name="T5" fmla="*/ 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7">
                    <a:moveTo>
                      <a:pt x="13" y="0"/>
                    </a:moveTo>
                    <a:cubicBezTo>
                      <a:pt x="7" y="3"/>
                      <a:pt x="0" y="41"/>
                      <a:pt x="8" y="47"/>
                    </a:cubicBezTo>
                    <a:cubicBezTo>
                      <a:pt x="18" y="35"/>
                      <a:pt x="11" y="17"/>
                      <a:pt x="15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2" name="Freeform 2375">
                <a:extLst>
                  <a:ext uri="{FF2B5EF4-FFF2-40B4-BE49-F238E27FC236}">
                    <a16:creationId xmlns:a16="http://schemas.microsoft.com/office/drawing/2014/main" id="{FECBB8BB-FC35-4092-B13E-A673D5A7E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794"/>
                <a:ext cx="12" cy="38"/>
              </a:xfrm>
              <a:custGeom>
                <a:avLst/>
                <a:gdLst>
                  <a:gd name="T0" fmla="*/ 12 w 11"/>
                  <a:gd name="T1" fmla="*/ 8 h 34"/>
                  <a:gd name="T2" fmla="*/ 4 w 11"/>
                  <a:gd name="T3" fmla="*/ 47 h 34"/>
                  <a:gd name="T4" fmla="*/ 14 w 11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4">
                    <a:moveTo>
                      <a:pt x="9" y="5"/>
                    </a:moveTo>
                    <a:cubicBezTo>
                      <a:pt x="0" y="9"/>
                      <a:pt x="1" y="27"/>
                      <a:pt x="4" y="34"/>
                    </a:cubicBezTo>
                    <a:cubicBezTo>
                      <a:pt x="10" y="24"/>
                      <a:pt x="11" y="12"/>
                      <a:pt x="11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3" name="Freeform 2376">
                <a:extLst>
                  <a:ext uri="{FF2B5EF4-FFF2-40B4-BE49-F238E27FC236}">
                    <a16:creationId xmlns:a16="http://schemas.microsoft.com/office/drawing/2014/main" id="{3FC02AFD-B4FE-4227-97E7-8D98A6DB6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811"/>
                <a:ext cx="9" cy="25"/>
              </a:xfrm>
              <a:custGeom>
                <a:avLst/>
                <a:gdLst>
                  <a:gd name="T0" fmla="*/ 10 w 8"/>
                  <a:gd name="T1" fmla="*/ 4 h 23"/>
                  <a:gd name="T2" fmla="*/ 7 w 8"/>
                  <a:gd name="T3" fmla="*/ 0 h 23"/>
                  <a:gd name="T4" fmla="*/ 1 w 8"/>
                  <a:gd name="T5" fmla="*/ 29 h 23"/>
                  <a:gd name="T6" fmla="*/ 10 w 8"/>
                  <a:gd name="T7" fmla="*/ 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7" y="1"/>
                      <a:pt x="6" y="0"/>
                      <a:pt x="4" y="0"/>
                    </a:cubicBezTo>
                    <a:cubicBezTo>
                      <a:pt x="0" y="7"/>
                      <a:pt x="0" y="16"/>
                      <a:pt x="1" y="23"/>
                    </a:cubicBezTo>
                    <a:cubicBezTo>
                      <a:pt x="8" y="21"/>
                      <a:pt x="6" y="10"/>
                      <a:pt x="7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4" name="Freeform 2377">
                <a:extLst>
                  <a:ext uri="{FF2B5EF4-FFF2-40B4-BE49-F238E27FC236}">
                    <a16:creationId xmlns:a16="http://schemas.microsoft.com/office/drawing/2014/main" id="{DEA5C58E-8F9D-4221-8D00-4F56C9286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819"/>
                <a:ext cx="14" cy="28"/>
              </a:xfrm>
              <a:custGeom>
                <a:avLst/>
                <a:gdLst>
                  <a:gd name="T0" fmla="*/ 11 w 13"/>
                  <a:gd name="T1" fmla="*/ 0 h 26"/>
                  <a:gd name="T2" fmla="*/ 1 w 13"/>
                  <a:gd name="T3" fmla="*/ 30 h 26"/>
                  <a:gd name="T4" fmla="*/ 16 w 1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6">
                    <a:moveTo>
                      <a:pt x="8" y="0"/>
                    </a:moveTo>
                    <a:cubicBezTo>
                      <a:pt x="4" y="3"/>
                      <a:pt x="0" y="16"/>
                      <a:pt x="1" y="24"/>
                    </a:cubicBezTo>
                    <a:cubicBezTo>
                      <a:pt x="13" y="26"/>
                      <a:pt x="12" y="9"/>
                      <a:pt x="13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5" name="Freeform 2378">
                <a:extLst>
                  <a:ext uri="{FF2B5EF4-FFF2-40B4-BE49-F238E27FC236}">
                    <a16:creationId xmlns:a16="http://schemas.microsoft.com/office/drawing/2014/main" id="{C9EBD921-4B3B-46D0-B42E-A59DEC6F7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835"/>
                <a:ext cx="19" cy="36"/>
              </a:xfrm>
              <a:custGeom>
                <a:avLst/>
                <a:gdLst>
                  <a:gd name="T0" fmla="*/ 17 w 17"/>
                  <a:gd name="T1" fmla="*/ 10 h 32"/>
                  <a:gd name="T2" fmla="*/ 17 w 17"/>
                  <a:gd name="T3" fmla="*/ 3 h 32"/>
                  <a:gd name="T4" fmla="*/ 10 w 17"/>
                  <a:gd name="T5" fmla="*/ 46 h 32"/>
                  <a:gd name="T6" fmla="*/ 23 w 17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2" y="7"/>
                    </a:moveTo>
                    <a:cubicBezTo>
                      <a:pt x="11" y="5"/>
                      <a:pt x="16" y="4"/>
                      <a:pt x="12" y="3"/>
                    </a:cubicBezTo>
                    <a:cubicBezTo>
                      <a:pt x="2" y="6"/>
                      <a:pt x="0" y="26"/>
                      <a:pt x="7" y="32"/>
                    </a:cubicBezTo>
                    <a:cubicBezTo>
                      <a:pt x="14" y="24"/>
                      <a:pt x="14" y="10"/>
                      <a:pt x="17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6" name="Freeform 2379">
                <a:extLst>
                  <a:ext uri="{FF2B5EF4-FFF2-40B4-BE49-F238E27FC236}">
                    <a16:creationId xmlns:a16="http://schemas.microsoft.com/office/drawing/2014/main" id="{2559EEC8-8C14-421D-B530-CC24E3D4F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850"/>
                <a:ext cx="30" cy="37"/>
              </a:xfrm>
              <a:custGeom>
                <a:avLst/>
                <a:gdLst>
                  <a:gd name="T0" fmla="*/ 30 w 27"/>
                  <a:gd name="T1" fmla="*/ 2 h 34"/>
                  <a:gd name="T2" fmla="*/ 13 w 27"/>
                  <a:gd name="T3" fmla="*/ 44 h 34"/>
                  <a:gd name="T4" fmla="*/ 37 w 27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4">
                    <a:moveTo>
                      <a:pt x="22" y="2"/>
                    </a:moveTo>
                    <a:cubicBezTo>
                      <a:pt x="9" y="1"/>
                      <a:pt x="0" y="26"/>
                      <a:pt x="10" y="34"/>
                    </a:cubicBezTo>
                    <a:cubicBezTo>
                      <a:pt x="17" y="25"/>
                      <a:pt x="24" y="11"/>
                      <a:pt x="27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7" name="Freeform 2380">
                <a:extLst>
                  <a:ext uri="{FF2B5EF4-FFF2-40B4-BE49-F238E27FC236}">
                    <a16:creationId xmlns:a16="http://schemas.microsoft.com/office/drawing/2014/main" id="{C06D3FAB-490F-4FDB-9E6D-EFB0001B5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857"/>
                <a:ext cx="28" cy="53"/>
              </a:xfrm>
              <a:custGeom>
                <a:avLst/>
                <a:gdLst>
                  <a:gd name="T0" fmla="*/ 30 w 25"/>
                  <a:gd name="T1" fmla="*/ 3 h 48"/>
                  <a:gd name="T2" fmla="*/ 2 w 25"/>
                  <a:gd name="T3" fmla="*/ 65 h 48"/>
                  <a:gd name="T4" fmla="*/ 35 w 25"/>
                  <a:gd name="T5" fmla="*/ 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8">
                    <a:moveTo>
                      <a:pt x="21" y="3"/>
                    </a:moveTo>
                    <a:cubicBezTo>
                      <a:pt x="11" y="0"/>
                      <a:pt x="0" y="38"/>
                      <a:pt x="2" y="48"/>
                    </a:cubicBezTo>
                    <a:cubicBezTo>
                      <a:pt x="13" y="42"/>
                      <a:pt x="23" y="16"/>
                      <a:pt x="25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8" name="Freeform 2381">
                <a:extLst>
                  <a:ext uri="{FF2B5EF4-FFF2-40B4-BE49-F238E27FC236}">
                    <a16:creationId xmlns:a16="http://schemas.microsoft.com/office/drawing/2014/main" id="{FB566734-298E-4270-B076-D7DD2DF47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877"/>
                <a:ext cx="35" cy="53"/>
              </a:xfrm>
              <a:custGeom>
                <a:avLst/>
                <a:gdLst>
                  <a:gd name="T0" fmla="*/ 34 w 31"/>
                  <a:gd name="T1" fmla="*/ 4 h 48"/>
                  <a:gd name="T2" fmla="*/ 38 w 31"/>
                  <a:gd name="T3" fmla="*/ 0 h 48"/>
                  <a:gd name="T4" fmla="*/ 3 w 31"/>
                  <a:gd name="T5" fmla="*/ 65 h 48"/>
                  <a:gd name="T6" fmla="*/ 45 w 31"/>
                  <a:gd name="T7" fmla="*/ 2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8">
                    <a:moveTo>
                      <a:pt x="24" y="4"/>
                    </a:moveTo>
                    <a:cubicBezTo>
                      <a:pt x="25" y="2"/>
                      <a:pt x="26" y="1"/>
                      <a:pt x="27" y="0"/>
                    </a:cubicBezTo>
                    <a:cubicBezTo>
                      <a:pt x="13" y="13"/>
                      <a:pt x="0" y="27"/>
                      <a:pt x="3" y="48"/>
                    </a:cubicBezTo>
                    <a:cubicBezTo>
                      <a:pt x="19" y="41"/>
                      <a:pt x="21" y="13"/>
                      <a:pt x="31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9" name="Freeform 2382">
                <a:extLst>
                  <a:ext uri="{FF2B5EF4-FFF2-40B4-BE49-F238E27FC236}">
                    <a16:creationId xmlns:a16="http://schemas.microsoft.com/office/drawing/2014/main" id="{E0E07EE2-D914-45AC-8CDC-06CBDD95E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894"/>
                <a:ext cx="22" cy="47"/>
              </a:xfrm>
              <a:custGeom>
                <a:avLst/>
                <a:gdLst>
                  <a:gd name="T0" fmla="*/ 25 w 20"/>
                  <a:gd name="T1" fmla="*/ 4 h 43"/>
                  <a:gd name="T2" fmla="*/ 2 w 20"/>
                  <a:gd name="T3" fmla="*/ 56 h 43"/>
                  <a:gd name="T4" fmla="*/ 26 w 20"/>
                  <a:gd name="T5" fmla="*/ 5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3">
                    <a:moveTo>
                      <a:pt x="19" y="4"/>
                    </a:moveTo>
                    <a:cubicBezTo>
                      <a:pt x="11" y="0"/>
                      <a:pt x="0" y="33"/>
                      <a:pt x="2" y="43"/>
                    </a:cubicBezTo>
                    <a:cubicBezTo>
                      <a:pt x="13" y="38"/>
                      <a:pt x="17" y="17"/>
                      <a:pt x="20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0" name="Freeform 2383">
                <a:extLst>
                  <a:ext uri="{FF2B5EF4-FFF2-40B4-BE49-F238E27FC236}">
                    <a16:creationId xmlns:a16="http://schemas.microsoft.com/office/drawing/2014/main" id="{AC421507-7CD0-489E-8257-E62C23A9C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918"/>
                <a:ext cx="21" cy="35"/>
              </a:xfrm>
              <a:custGeom>
                <a:avLst/>
                <a:gdLst>
                  <a:gd name="T0" fmla="*/ 23 w 19"/>
                  <a:gd name="T1" fmla="*/ 5 h 32"/>
                  <a:gd name="T2" fmla="*/ 23 w 19"/>
                  <a:gd name="T3" fmla="*/ 0 h 32"/>
                  <a:gd name="T4" fmla="*/ 4 w 19"/>
                  <a:gd name="T5" fmla="*/ 42 h 32"/>
                  <a:gd name="T6" fmla="*/ 25 w 19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2">
                    <a:moveTo>
                      <a:pt x="17" y="5"/>
                    </a:moveTo>
                    <a:cubicBezTo>
                      <a:pt x="17" y="3"/>
                      <a:pt x="17" y="2"/>
                      <a:pt x="17" y="0"/>
                    </a:cubicBezTo>
                    <a:cubicBezTo>
                      <a:pt x="8" y="6"/>
                      <a:pt x="0" y="22"/>
                      <a:pt x="4" y="32"/>
                    </a:cubicBezTo>
                    <a:cubicBezTo>
                      <a:pt x="11" y="26"/>
                      <a:pt x="18" y="9"/>
                      <a:pt x="19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1" name="Freeform 2384">
                <a:extLst>
                  <a:ext uri="{FF2B5EF4-FFF2-40B4-BE49-F238E27FC236}">
                    <a16:creationId xmlns:a16="http://schemas.microsoft.com/office/drawing/2014/main" id="{E1CEEA43-9D1D-44CA-AE3F-25BAB6CA1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926"/>
                <a:ext cx="33" cy="56"/>
              </a:xfrm>
              <a:custGeom>
                <a:avLst/>
                <a:gdLst>
                  <a:gd name="T0" fmla="*/ 40 w 30"/>
                  <a:gd name="T1" fmla="*/ 0 h 51"/>
                  <a:gd name="T2" fmla="*/ 2 w 30"/>
                  <a:gd name="T3" fmla="*/ 67 h 51"/>
                  <a:gd name="T4" fmla="*/ 40 w 30"/>
                  <a:gd name="T5" fmla="*/ 13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1">
                    <a:moveTo>
                      <a:pt x="30" y="0"/>
                    </a:moveTo>
                    <a:cubicBezTo>
                      <a:pt x="21" y="1"/>
                      <a:pt x="0" y="37"/>
                      <a:pt x="2" y="51"/>
                    </a:cubicBezTo>
                    <a:cubicBezTo>
                      <a:pt x="14" y="47"/>
                      <a:pt x="26" y="21"/>
                      <a:pt x="30" y="1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2" name="Freeform 2385">
                <a:extLst>
                  <a:ext uri="{FF2B5EF4-FFF2-40B4-BE49-F238E27FC236}">
                    <a16:creationId xmlns:a16="http://schemas.microsoft.com/office/drawing/2014/main" id="{FAC82454-9A07-48B0-886F-E775794C0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959"/>
                <a:ext cx="30" cy="45"/>
              </a:xfrm>
              <a:custGeom>
                <a:avLst/>
                <a:gdLst>
                  <a:gd name="T0" fmla="*/ 34 w 27"/>
                  <a:gd name="T1" fmla="*/ 11 h 41"/>
                  <a:gd name="T2" fmla="*/ 30 w 27"/>
                  <a:gd name="T3" fmla="*/ 4 h 41"/>
                  <a:gd name="T4" fmla="*/ 2 w 27"/>
                  <a:gd name="T5" fmla="*/ 52 h 41"/>
                  <a:gd name="T6" fmla="*/ 37 w 2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5" y="8"/>
                    </a:moveTo>
                    <a:cubicBezTo>
                      <a:pt x="25" y="6"/>
                      <a:pt x="24" y="5"/>
                      <a:pt x="22" y="4"/>
                    </a:cubicBezTo>
                    <a:cubicBezTo>
                      <a:pt x="9" y="10"/>
                      <a:pt x="0" y="25"/>
                      <a:pt x="2" y="39"/>
                    </a:cubicBezTo>
                    <a:cubicBezTo>
                      <a:pt x="16" y="41"/>
                      <a:pt x="22" y="10"/>
                      <a:pt x="27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3" name="Freeform 2386">
                <a:extLst>
                  <a:ext uri="{FF2B5EF4-FFF2-40B4-BE49-F238E27FC236}">
                    <a16:creationId xmlns:a16="http://schemas.microsoft.com/office/drawing/2014/main" id="{9927F74A-F1D3-44BB-B3F2-F0EB5A4C1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962"/>
                <a:ext cx="41" cy="55"/>
              </a:xfrm>
              <a:custGeom>
                <a:avLst/>
                <a:gdLst>
                  <a:gd name="T0" fmla="*/ 34 w 37"/>
                  <a:gd name="T1" fmla="*/ 17 h 50"/>
                  <a:gd name="T2" fmla="*/ 2 w 37"/>
                  <a:gd name="T3" fmla="*/ 67 h 50"/>
                  <a:gd name="T4" fmla="*/ 50 w 37"/>
                  <a:gd name="T5" fmla="*/ 1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0">
                    <a:moveTo>
                      <a:pt x="25" y="13"/>
                    </a:moveTo>
                    <a:cubicBezTo>
                      <a:pt x="16" y="0"/>
                      <a:pt x="0" y="39"/>
                      <a:pt x="2" y="50"/>
                    </a:cubicBezTo>
                    <a:cubicBezTo>
                      <a:pt x="17" y="45"/>
                      <a:pt x="22" y="16"/>
                      <a:pt x="37" y="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4" name="Freeform 2387">
                <a:extLst>
                  <a:ext uri="{FF2B5EF4-FFF2-40B4-BE49-F238E27FC236}">
                    <a16:creationId xmlns:a16="http://schemas.microsoft.com/office/drawing/2014/main" id="{7A8529FE-2C26-46B8-8535-F9FF5ACBB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985"/>
                <a:ext cx="38" cy="58"/>
              </a:xfrm>
              <a:custGeom>
                <a:avLst/>
                <a:gdLst>
                  <a:gd name="T0" fmla="*/ 45 w 35"/>
                  <a:gd name="T1" fmla="*/ 2 h 52"/>
                  <a:gd name="T2" fmla="*/ 2 w 35"/>
                  <a:gd name="T3" fmla="*/ 73 h 52"/>
                  <a:gd name="T4" fmla="*/ 40 w 35"/>
                  <a:gd name="T5" fmla="*/ 15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52">
                    <a:moveTo>
                      <a:pt x="35" y="2"/>
                    </a:moveTo>
                    <a:cubicBezTo>
                      <a:pt x="21" y="0"/>
                      <a:pt x="0" y="37"/>
                      <a:pt x="2" y="52"/>
                    </a:cubicBezTo>
                    <a:cubicBezTo>
                      <a:pt x="15" y="42"/>
                      <a:pt x="18" y="20"/>
                      <a:pt x="31" y="1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5" name="Freeform 2388">
                <a:extLst>
                  <a:ext uri="{FF2B5EF4-FFF2-40B4-BE49-F238E27FC236}">
                    <a16:creationId xmlns:a16="http://schemas.microsoft.com/office/drawing/2014/main" id="{00C6F1B9-CF28-4774-9859-86518E178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009"/>
                <a:ext cx="44" cy="53"/>
              </a:xfrm>
              <a:custGeom>
                <a:avLst/>
                <a:gdLst>
                  <a:gd name="T0" fmla="*/ 41 w 40"/>
                  <a:gd name="T1" fmla="*/ 12 h 48"/>
                  <a:gd name="T2" fmla="*/ 44 w 40"/>
                  <a:gd name="T3" fmla="*/ 0 h 48"/>
                  <a:gd name="T4" fmla="*/ 2 w 40"/>
                  <a:gd name="T5" fmla="*/ 65 h 48"/>
                  <a:gd name="T6" fmla="*/ 53 w 40"/>
                  <a:gd name="T7" fmla="*/ 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8">
                    <a:moveTo>
                      <a:pt x="31" y="9"/>
                    </a:moveTo>
                    <a:cubicBezTo>
                      <a:pt x="33" y="6"/>
                      <a:pt x="36" y="5"/>
                      <a:pt x="33" y="0"/>
                    </a:cubicBezTo>
                    <a:cubicBezTo>
                      <a:pt x="23" y="16"/>
                      <a:pt x="0" y="26"/>
                      <a:pt x="2" y="48"/>
                    </a:cubicBezTo>
                    <a:cubicBezTo>
                      <a:pt x="15" y="47"/>
                      <a:pt x="36" y="16"/>
                      <a:pt x="40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6" name="Freeform 2389">
                <a:extLst>
                  <a:ext uri="{FF2B5EF4-FFF2-40B4-BE49-F238E27FC236}">
                    <a16:creationId xmlns:a16="http://schemas.microsoft.com/office/drawing/2014/main" id="{552E3983-BAAB-4402-B4B8-550F17715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052"/>
                <a:ext cx="64" cy="32"/>
              </a:xfrm>
              <a:custGeom>
                <a:avLst/>
                <a:gdLst>
                  <a:gd name="T0" fmla="*/ 15 w 58"/>
                  <a:gd name="T1" fmla="*/ 32 h 29"/>
                  <a:gd name="T2" fmla="*/ 22 w 58"/>
                  <a:gd name="T3" fmla="*/ 29 h 29"/>
                  <a:gd name="T4" fmla="*/ 46 w 58"/>
                  <a:gd name="T5" fmla="*/ 13 h 29"/>
                  <a:gd name="T6" fmla="*/ 78 w 58"/>
                  <a:gd name="T7" fmla="*/ 1 h 29"/>
                  <a:gd name="T8" fmla="*/ 0 w 58"/>
                  <a:gd name="T9" fmla="*/ 3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29">
                    <a:moveTo>
                      <a:pt x="12" y="24"/>
                    </a:moveTo>
                    <a:cubicBezTo>
                      <a:pt x="11" y="29"/>
                      <a:pt x="12" y="24"/>
                      <a:pt x="16" y="22"/>
                    </a:cubicBezTo>
                    <a:cubicBezTo>
                      <a:pt x="22" y="18"/>
                      <a:pt x="28" y="14"/>
                      <a:pt x="34" y="10"/>
                    </a:cubicBezTo>
                    <a:cubicBezTo>
                      <a:pt x="42" y="6"/>
                      <a:pt x="49" y="0"/>
                      <a:pt x="58" y="1"/>
                    </a:cubicBezTo>
                    <a:cubicBezTo>
                      <a:pt x="43" y="17"/>
                      <a:pt x="16" y="14"/>
                      <a:pt x="0" y="29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7" name="Freeform 2390">
                <a:extLst>
                  <a:ext uri="{FF2B5EF4-FFF2-40B4-BE49-F238E27FC236}">
                    <a16:creationId xmlns:a16="http://schemas.microsoft.com/office/drawing/2014/main" id="{98E44037-1F13-4E2B-B19B-CA55BB1D9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088"/>
                <a:ext cx="44" cy="26"/>
              </a:xfrm>
              <a:custGeom>
                <a:avLst/>
                <a:gdLst>
                  <a:gd name="T0" fmla="*/ 8 w 40"/>
                  <a:gd name="T1" fmla="*/ 32 h 23"/>
                  <a:gd name="T2" fmla="*/ 1 w 40"/>
                  <a:gd name="T3" fmla="*/ 31 h 23"/>
                  <a:gd name="T4" fmla="*/ 53 w 40"/>
                  <a:gd name="T5" fmla="*/ 20 h 23"/>
                  <a:gd name="T6" fmla="*/ 0 w 40"/>
                  <a:gd name="T7" fmla="*/ 3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5" y="22"/>
                    </a:moveTo>
                    <a:cubicBezTo>
                      <a:pt x="3" y="22"/>
                      <a:pt x="2" y="23"/>
                      <a:pt x="1" y="21"/>
                    </a:cubicBezTo>
                    <a:cubicBezTo>
                      <a:pt x="9" y="16"/>
                      <a:pt x="39" y="0"/>
                      <a:pt x="40" y="14"/>
                    </a:cubicBezTo>
                    <a:cubicBezTo>
                      <a:pt x="27" y="17"/>
                      <a:pt x="13" y="18"/>
                      <a:pt x="0" y="2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8" name="Freeform 2391">
                <a:extLst>
                  <a:ext uri="{FF2B5EF4-FFF2-40B4-BE49-F238E27FC236}">
                    <a16:creationId xmlns:a16="http://schemas.microsoft.com/office/drawing/2014/main" id="{51A66DC9-7823-4087-A173-D58FF6303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118"/>
                <a:ext cx="62" cy="28"/>
              </a:xfrm>
              <a:custGeom>
                <a:avLst/>
                <a:gdLst>
                  <a:gd name="T0" fmla="*/ 4 w 56"/>
                  <a:gd name="T1" fmla="*/ 28 h 25"/>
                  <a:gd name="T2" fmla="*/ 1 w 56"/>
                  <a:gd name="T3" fmla="*/ 24 h 25"/>
                  <a:gd name="T4" fmla="*/ 76 w 56"/>
                  <a:gd name="T5" fmla="*/ 21 h 25"/>
                  <a:gd name="T6" fmla="*/ 0 w 56"/>
                  <a:gd name="T7" fmla="*/ 3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25">
                    <a:moveTo>
                      <a:pt x="4" y="20"/>
                    </a:moveTo>
                    <a:cubicBezTo>
                      <a:pt x="3" y="19"/>
                      <a:pt x="2" y="18"/>
                      <a:pt x="1" y="17"/>
                    </a:cubicBezTo>
                    <a:cubicBezTo>
                      <a:pt x="19" y="13"/>
                      <a:pt x="42" y="0"/>
                      <a:pt x="56" y="15"/>
                    </a:cubicBezTo>
                    <a:cubicBezTo>
                      <a:pt x="47" y="25"/>
                      <a:pt x="14" y="24"/>
                      <a:pt x="0" y="2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9" name="Freeform 2392">
                <a:extLst>
                  <a:ext uri="{FF2B5EF4-FFF2-40B4-BE49-F238E27FC236}">
                    <a16:creationId xmlns:a16="http://schemas.microsoft.com/office/drawing/2014/main" id="{E2798878-24FC-461B-81A1-0674323B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157"/>
                <a:ext cx="55" cy="25"/>
              </a:xfrm>
              <a:custGeom>
                <a:avLst/>
                <a:gdLst>
                  <a:gd name="T0" fmla="*/ 0 w 50"/>
                  <a:gd name="T1" fmla="*/ 17 h 23"/>
                  <a:gd name="T2" fmla="*/ 67 w 50"/>
                  <a:gd name="T3" fmla="*/ 22 h 23"/>
                  <a:gd name="T4" fmla="*/ 3 w 50"/>
                  <a:gd name="T5" fmla="*/ 2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3">
                    <a:moveTo>
                      <a:pt x="0" y="14"/>
                    </a:moveTo>
                    <a:cubicBezTo>
                      <a:pt x="17" y="14"/>
                      <a:pt x="33" y="23"/>
                      <a:pt x="50" y="17"/>
                    </a:cubicBezTo>
                    <a:cubicBezTo>
                      <a:pt x="46" y="0"/>
                      <a:pt x="11" y="17"/>
                      <a:pt x="3" y="1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0" name="Freeform 2393">
                <a:extLst>
                  <a:ext uri="{FF2B5EF4-FFF2-40B4-BE49-F238E27FC236}">
                    <a16:creationId xmlns:a16="http://schemas.microsoft.com/office/drawing/2014/main" id="{AAB421C4-212C-4A92-B1B3-E234A9D31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201"/>
                <a:ext cx="55" cy="21"/>
              </a:xfrm>
              <a:custGeom>
                <a:avLst/>
                <a:gdLst>
                  <a:gd name="T0" fmla="*/ 8 w 50"/>
                  <a:gd name="T1" fmla="*/ 0 h 19"/>
                  <a:gd name="T2" fmla="*/ 67 w 50"/>
                  <a:gd name="T3" fmla="*/ 25 h 19"/>
                  <a:gd name="T4" fmla="*/ 0 w 50"/>
                  <a:gd name="T5" fmla="*/ 1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9">
                    <a:moveTo>
                      <a:pt x="5" y="0"/>
                    </a:moveTo>
                    <a:cubicBezTo>
                      <a:pt x="13" y="6"/>
                      <a:pt x="48" y="5"/>
                      <a:pt x="50" y="19"/>
                    </a:cubicBezTo>
                    <a:cubicBezTo>
                      <a:pt x="39" y="19"/>
                      <a:pt x="1" y="18"/>
                      <a:pt x="0" y="1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1" name="Freeform 2394">
                <a:extLst>
                  <a:ext uri="{FF2B5EF4-FFF2-40B4-BE49-F238E27FC236}">
                    <a16:creationId xmlns:a16="http://schemas.microsoft.com/office/drawing/2014/main" id="{E7E0762C-4F0B-427C-A39A-FA25C84DA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239"/>
                <a:ext cx="63" cy="17"/>
              </a:xfrm>
              <a:custGeom>
                <a:avLst/>
                <a:gdLst>
                  <a:gd name="T0" fmla="*/ 2 w 57"/>
                  <a:gd name="T1" fmla="*/ 2 h 15"/>
                  <a:gd name="T2" fmla="*/ 77 w 57"/>
                  <a:gd name="T3" fmla="*/ 19 h 15"/>
                  <a:gd name="T4" fmla="*/ 8 w 57"/>
                  <a:gd name="T5" fmla="*/ 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5">
                    <a:moveTo>
                      <a:pt x="2" y="2"/>
                    </a:moveTo>
                    <a:cubicBezTo>
                      <a:pt x="0" y="5"/>
                      <a:pt x="46" y="15"/>
                      <a:pt x="57" y="13"/>
                    </a:cubicBezTo>
                    <a:cubicBezTo>
                      <a:pt x="47" y="0"/>
                      <a:pt x="20" y="5"/>
                      <a:pt x="5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2" name="Freeform 2395">
                <a:extLst>
                  <a:ext uri="{FF2B5EF4-FFF2-40B4-BE49-F238E27FC236}">
                    <a16:creationId xmlns:a16="http://schemas.microsoft.com/office/drawing/2014/main" id="{E805D000-C2D7-474D-9681-686877A41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269"/>
                <a:ext cx="52" cy="33"/>
              </a:xfrm>
              <a:custGeom>
                <a:avLst/>
                <a:gdLst>
                  <a:gd name="T0" fmla="*/ 10 w 47"/>
                  <a:gd name="T1" fmla="*/ 11 h 30"/>
                  <a:gd name="T2" fmla="*/ 2 w 47"/>
                  <a:gd name="T3" fmla="*/ 4 h 30"/>
                  <a:gd name="T4" fmla="*/ 64 w 47"/>
                  <a:gd name="T5" fmla="*/ 24 h 30"/>
                  <a:gd name="T6" fmla="*/ 0 w 47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0">
                    <a:moveTo>
                      <a:pt x="7" y="8"/>
                    </a:moveTo>
                    <a:cubicBezTo>
                      <a:pt x="5" y="7"/>
                      <a:pt x="3" y="6"/>
                      <a:pt x="2" y="4"/>
                    </a:cubicBezTo>
                    <a:cubicBezTo>
                      <a:pt x="12" y="11"/>
                      <a:pt x="36" y="30"/>
                      <a:pt x="47" y="18"/>
                    </a:cubicBezTo>
                    <a:cubicBezTo>
                      <a:pt x="38" y="11"/>
                      <a:pt x="1" y="8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3" name="Freeform 2396">
                <a:extLst>
                  <a:ext uri="{FF2B5EF4-FFF2-40B4-BE49-F238E27FC236}">
                    <a16:creationId xmlns:a16="http://schemas.microsoft.com/office/drawing/2014/main" id="{FABCE62F-B29E-4B03-BCBC-84C166921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306"/>
                <a:ext cx="43" cy="16"/>
              </a:xfrm>
              <a:custGeom>
                <a:avLst/>
                <a:gdLst>
                  <a:gd name="T0" fmla="*/ 8 w 39"/>
                  <a:gd name="T1" fmla="*/ 4 h 15"/>
                  <a:gd name="T2" fmla="*/ 1 w 39"/>
                  <a:gd name="T3" fmla="*/ 4 h 15"/>
                  <a:gd name="T4" fmla="*/ 52 w 39"/>
                  <a:gd name="T5" fmla="*/ 16 h 15"/>
                  <a:gd name="T6" fmla="*/ 0 w 39"/>
                  <a:gd name="T7" fmla="*/ 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5">
                    <a:moveTo>
                      <a:pt x="5" y="4"/>
                    </a:moveTo>
                    <a:cubicBezTo>
                      <a:pt x="3" y="4"/>
                      <a:pt x="2" y="0"/>
                      <a:pt x="1" y="4"/>
                    </a:cubicBezTo>
                    <a:cubicBezTo>
                      <a:pt x="12" y="11"/>
                      <a:pt x="25" y="15"/>
                      <a:pt x="39" y="13"/>
                    </a:cubicBezTo>
                    <a:cubicBezTo>
                      <a:pt x="27" y="5"/>
                      <a:pt x="12" y="10"/>
                      <a:pt x="0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4" name="Freeform 2397">
                <a:extLst>
                  <a:ext uri="{FF2B5EF4-FFF2-40B4-BE49-F238E27FC236}">
                    <a16:creationId xmlns:a16="http://schemas.microsoft.com/office/drawing/2014/main" id="{A93F9B4E-9F9C-46F8-AAE4-918A38054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339"/>
                <a:ext cx="33" cy="18"/>
              </a:xfrm>
              <a:custGeom>
                <a:avLst/>
                <a:gdLst>
                  <a:gd name="T0" fmla="*/ 13 w 30"/>
                  <a:gd name="T1" fmla="*/ 0 h 16"/>
                  <a:gd name="T2" fmla="*/ 2 w 30"/>
                  <a:gd name="T3" fmla="*/ 2 h 16"/>
                  <a:gd name="T4" fmla="*/ 40 w 30"/>
                  <a:gd name="T5" fmla="*/ 21 h 16"/>
                  <a:gd name="T6" fmla="*/ 0 w 30"/>
                  <a:gd name="T7" fmla="*/ 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6">
                    <a:moveTo>
                      <a:pt x="10" y="0"/>
                    </a:moveTo>
                    <a:cubicBezTo>
                      <a:pt x="7" y="1"/>
                      <a:pt x="5" y="3"/>
                      <a:pt x="2" y="2"/>
                    </a:cubicBezTo>
                    <a:cubicBezTo>
                      <a:pt x="9" y="9"/>
                      <a:pt x="19" y="16"/>
                      <a:pt x="30" y="15"/>
                    </a:cubicBezTo>
                    <a:cubicBezTo>
                      <a:pt x="27" y="2"/>
                      <a:pt x="10" y="6"/>
                      <a:pt x="0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5" name="Freeform 2398">
                <a:extLst>
                  <a:ext uri="{FF2B5EF4-FFF2-40B4-BE49-F238E27FC236}">
                    <a16:creationId xmlns:a16="http://schemas.microsoft.com/office/drawing/2014/main" id="{762F2DC8-157F-4E2F-894F-0822DCEAD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376"/>
                <a:ext cx="39" cy="23"/>
              </a:xfrm>
              <a:custGeom>
                <a:avLst/>
                <a:gdLst>
                  <a:gd name="T0" fmla="*/ 9 w 35"/>
                  <a:gd name="T1" fmla="*/ 1 h 20"/>
                  <a:gd name="T2" fmla="*/ 0 w 35"/>
                  <a:gd name="T3" fmla="*/ 0 h 20"/>
                  <a:gd name="T4" fmla="*/ 48 w 35"/>
                  <a:gd name="T5" fmla="*/ 28 h 20"/>
                  <a:gd name="T6" fmla="*/ 1 w 35"/>
                  <a:gd name="T7" fmla="*/ 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0">
                    <a:moveTo>
                      <a:pt x="6" y="1"/>
                    </a:moveTo>
                    <a:cubicBezTo>
                      <a:pt x="4" y="1"/>
                      <a:pt x="2" y="0"/>
                      <a:pt x="0" y="0"/>
                    </a:cubicBezTo>
                    <a:cubicBezTo>
                      <a:pt x="10" y="9"/>
                      <a:pt x="20" y="20"/>
                      <a:pt x="35" y="18"/>
                    </a:cubicBezTo>
                    <a:cubicBezTo>
                      <a:pt x="30" y="6"/>
                      <a:pt x="12" y="9"/>
                      <a:pt x="1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6" name="Freeform 2399">
                <a:extLst>
                  <a:ext uri="{FF2B5EF4-FFF2-40B4-BE49-F238E27FC236}">
                    <a16:creationId xmlns:a16="http://schemas.microsoft.com/office/drawing/2014/main" id="{AA7E0F8E-4F74-426A-A783-D09F21007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411"/>
                <a:ext cx="27" cy="22"/>
              </a:xfrm>
              <a:custGeom>
                <a:avLst/>
                <a:gdLst>
                  <a:gd name="T0" fmla="*/ 1 w 24"/>
                  <a:gd name="T1" fmla="*/ 8 h 20"/>
                  <a:gd name="T2" fmla="*/ 34 w 24"/>
                  <a:gd name="T3" fmla="*/ 26 h 20"/>
                  <a:gd name="T4" fmla="*/ 0 w 2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1" y="5"/>
                    </a:moveTo>
                    <a:cubicBezTo>
                      <a:pt x="3" y="7"/>
                      <a:pt x="16" y="19"/>
                      <a:pt x="24" y="20"/>
                    </a:cubicBezTo>
                    <a:cubicBezTo>
                      <a:pt x="22" y="8"/>
                      <a:pt x="8" y="4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7" name="Freeform 2400">
                <a:extLst>
                  <a:ext uri="{FF2B5EF4-FFF2-40B4-BE49-F238E27FC236}">
                    <a16:creationId xmlns:a16="http://schemas.microsoft.com/office/drawing/2014/main" id="{E99DE5B4-4E18-4E43-BEE6-96158D6CE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448"/>
                <a:ext cx="41" cy="33"/>
              </a:xfrm>
              <a:custGeom>
                <a:avLst/>
                <a:gdLst>
                  <a:gd name="T0" fmla="*/ 8 w 37"/>
                  <a:gd name="T1" fmla="*/ 8 h 30"/>
                  <a:gd name="T2" fmla="*/ 0 w 37"/>
                  <a:gd name="T3" fmla="*/ 1 h 30"/>
                  <a:gd name="T4" fmla="*/ 41 w 37"/>
                  <a:gd name="T5" fmla="*/ 40 h 30"/>
                  <a:gd name="T6" fmla="*/ 8 w 37"/>
                  <a:gd name="T7" fmla="*/ 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0">
                    <a:moveTo>
                      <a:pt x="5" y="5"/>
                    </a:moveTo>
                    <a:cubicBezTo>
                      <a:pt x="2" y="3"/>
                      <a:pt x="3" y="0"/>
                      <a:pt x="0" y="1"/>
                    </a:cubicBezTo>
                    <a:cubicBezTo>
                      <a:pt x="4" y="12"/>
                      <a:pt x="18" y="28"/>
                      <a:pt x="30" y="30"/>
                    </a:cubicBezTo>
                    <a:cubicBezTo>
                      <a:pt x="37" y="17"/>
                      <a:pt x="12" y="11"/>
                      <a:pt x="5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8" name="Freeform 2401">
                <a:extLst>
                  <a:ext uri="{FF2B5EF4-FFF2-40B4-BE49-F238E27FC236}">
                    <a16:creationId xmlns:a16="http://schemas.microsoft.com/office/drawing/2014/main" id="{71F76844-B375-43ED-9074-E606D8745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496"/>
                <a:ext cx="33" cy="21"/>
              </a:xfrm>
              <a:custGeom>
                <a:avLst/>
                <a:gdLst>
                  <a:gd name="T0" fmla="*/ 13 w 30"/>
                  <a:gd name="T1" fmla="*/ 3 h 19"/>
                  <a:gd name="T2" fmla="*/ 4 w 30"/>
                  <a:gd name="T3" fmla="*/ 0 h 19"/>
                  <a:gd name="T4" fmla="*/ 40 w 30"/>
                  <a:gd name="T5" fmla="*/ 24 h 19"/>
                  <a:gd name="T6" fmla="*/ 0 w 30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9">
                    <a:moveTo>
                      <a:pt x="10" y="3"/>
                    </a:moveTo>
                    <a:cubicBezTo>
                      <a:pt x="8" y="2"/>
                      <a:pt x="5" y="1"/>
                      <a:pt x="4" y="0"/>
                    </a:cubicBezTo>
                    <a:cubicBezTo>
                      <a:pt x="9" y="9"/>
                      <a:pt x="19" y="19"/>
                      <a:pt x="30" y="18"/>
                    </a:cubicBezTo>
                    <a:cubicBezTo>
                      <a:pt x="30" y="6"/>
                      <a:pt x="9" y="3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9" name="Freeform 2402">
                <a:extLst>
                  <a:ext uri="{FF2B5EF4-FFF2-40B4-BE49-F238E27FC236}">
                    <a16:creationId xmlns:a16="http://schemas.microsoft.com/office/drawing/2014/main" id="{D2154058-FE83-4EFE-84EB-7A410598E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529"/>
                <a:ext cx="40" cy="26"/>
              </a:xfrm>
              <a:custGeom>
                <a:avLst/>
                <a:gdLst>
                  <a:gd name="T0" fmla="*/ 4 w 36"/>
                  <a:gd name="T1" fmla="*/ 3 h 24"/>
                  <a:gd name="T2" fmla="*/ 0 w 36"/>
                  <a:gd name="T3" fmla="*/ 2 h 24"/>
                  <a:gd name="T4" fmla="*/ 49 w 36"/>
                  <a:gd name="T5" fmla="*/ 27 h 24"/>
                  <a:gd name="T6" fmla="*/ 3 w 36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4">
                    <a:moveTo>
                      <a:pt x="4" y="3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9" y="10"/>
                      <a:pt x="22" y="24"/>
                      <a:pt x="36" y="21"/>
                    </a:cubicBezTo>
                    <a:cubicBezTo>
                      <a:pt x="33" y="9"/>
                      <a:pt x="11" y="3"/>
                      <a:pt x="3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0" name="Freeform 2403">
                <a:extLst>
                  <a:ext uri="{FF2B5EF4-FFF2-40B4-BE49-F238E27FC236}">
                    <a16:creationId xmlns:a16="http://schemas.microsoft.com/office/drawing/2014/main" id="{E33A6EDF-B988-4B55-9E2C-B80C7913D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562"/>
                <a:ext cx="43" cy="21"/>
              </a:xfrm>
              <a:custGeom>
                <a:avLst/>
                <a:gdLst>
                  <a:gd name="T0" fmla="*/ 0 w 39"/>
                  <a:gd name="T1" fmla="*/ 2 h 19"/>
                  <a:gd name="T2" fmla="*/ 52 w 39"/>
                  <a:gd name="T3" fmla="*/ 25 h 19"/>
                  <a:gd name="T4" fmla="*/ 3 w 3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9">
                    <a:moveTo>
                      <a:pt x="0" y="2"/>
                    </a:moveTo>
                    <a:cubicBezTo>
                      <a:pt x="0" y="2"/>
                      <a:pt x="29" y="18"/>
                      <a:pt x="39" y="19"/>
                    </a:cubicBezTo>
                    <a:cubicBezTo>
                      <a:pt x="31" y="7"/>
                      <a:pt x="16" y="5"/>
                      <a:pt x="3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1" name="Freeform 2404">
                <a:extLst>
                  <a:ext uri="{FF2B5EF4-FFF2-40B4-BE49-F238E27FC236}">
                    <a16:creationId xmlns:a16="http://schemas.microsoft.com/office/drawing/2014/main" id="{6EB487A0-01B0-4C22-BA36-CCBC781AC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584"/>
                <a:ext cx="43" cy="35"/>
              </a:xfrm>
              <a:custGeom>
                <a:avLst/>
                <a:gdLst>
                  <a:gd name="T0" fmla="*/ 3 w 39"/>
                  <a:gd name="T1" fmla="*/ 3 h 32"/>
                  <a:gd name="T2" fmla="*/ 0 w 39"/>
                  <a:gd name="T3" fmla="*/ 3 h 32"/>
                  <a:gd name="T4" fmla="*/ 51 w 39"/>
                  <a:gd name="T5" fmla="*/ 39 h 32"/>
                  <a:gd name="T6" fmla="*/ 3 w 39"/>
                  <a:gd name="T7" fmla="*/ 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2">
                    <a:moveTo>
                      <a:pt x="3" y="3"/>
                    </a:moveTo>
                    <a:cubicBezTo>
                      <a:pt x="1" y="3"/>
                      <a:pt x="0" y="0"/>
                      <a:pt x="0" y="3"/>
                    </a:cubicBezTo>
                    <a:cubicBezTo>
                      <a:pt x="8" y="14"/>
                      <a:pt x="23" y="32"/>
                      <a:pt x="38" y="30"/>
                    </a:cubicBezTo>
                    <a:cubicBezTo>
                      <a:pt x="39" y="15"/>
                      <a:pt x="15" y="8"/>
                      <a:pt x="3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2" name="Freeform 2405">
                <a:extLst>
                  <a:ext uri="{FF2B5EF4-FFF2-40B4-BE49-F238E27FC236}">
                    <a16:creationId xmlns:a16="http://schemas.microsoft.com/office/drawing/2014/main" id="{2A4619F6-DD80-4DF5-9541-075FF1D65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629"/>
                <a:ext cx="40" cy="29"/>
              </a:xfrm>
              <a:custGeom>
                <a:avLst/>
                <a:gdLst>
                  <a:gd name="T0" fmla="*/ 3 w 36"/>
                  <a:gd name="T1" fmla="*/ 4 h 26"/>
                  <a:gd name="T2" fmla="*/ 0 w 36"/>
                  <a:gd name="T3" fmla="*/ 0 h 26"/>
                  <a:gd name="T4" fmla="*/ 49 w 36"/>
                  <a:gd name="T5" fmla="*/ 29 h 26"/>
                  <a:gd name="T6" fmla="*/ 8 w 36"/>
                  <a:gd name="T7" fmla="*/ 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6">
                    <a:moveTo>
                      <a:pt x="3" y="4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4" y="11"/>
                      <a:pt x="25" y="26"/>
                      <a:pt x="36" y="21"/>
                    </a:cubicBezTo>
                    <a:cubicBezTo>
                      <a:pt x="35" y="8"/>
                      <a:pt x="15" y="4"/>
                      <a:pt x="5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3" name="Freeform 2406">
                <a:extLst>
                  <a:ext uri="{FF2B5EF4-FFF2-40B4-BE49-F238E27FC236}">
                    <a16:creationId xmlns:a16="http://schemas.microsoft.com/office/drawing/2014/main" id="{1BA1F03D-71E1-4ADE-A2D7-843513ACA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663"/>
                <a:ext cx="42" cy="36"/>
              </a:xfrm>
              <a:custGeom>
                <a:avLst/>
                <a:gdLst>
                  <a:gd name="T0" fmla="*/ 8 w 38"/>
                  <a:gd name="T1" fmla="*/ 0 h 33"/>
                  <a:gd name="T2" fmla="*/ 51 w 38"/>
                  <a:gd name="T3" fmla="*/ 32 h 33"/>
                  <a:gd name="T4" fmla="*/ 0 w 38"/>
                  <a:gd name="T5" fmla="*/ 4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3">
                    <a:moveTo>
                      <a:pt x="5" y="0"/>
                    </a:moveTo>
                    <a:cubicBezTo>
                      <a:pt x="14" y="4"/>
                      <a:pt x="33" y="12"/>
                      <a:pt x="38" y="25"/>
                    </a:cubicBezTo>
                    <a:cubicBezTo>
                      <a:pt x="21" y="33"/>
                      <a:pt x="5" y="8"/>
                      <a:pt x="0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4" name="Freeform 2407">
                <a:extLst>
                  <a:ext uri="{FF2B5EF4-FFF2-40B4-BE49-F238E27FC236}">
                    <a16:creationId xmlns:a16="http://schemas.microsoft.com/office/drawing/2014/main" id="{88927362-6257-4E38-A867-5A70A7DC3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699"/>
                <a:ext cx="39" cy="38"/>
              </a:xfrm>
              <a:custGeom>
                <a:avLst/>
                <a:gdLst>
                  <a:gd name="T0" fmla="*/ 0 w 36"/>
                  <a:gd name="T1" fmla="*/ 2 h 34"/>
                  <a:gd name="T2" fmla="*/ 46 w 36"/>
                  <a:gd name="T3" fmla="*/ 40 h 34"/>
                  <a:gd name="T4" fmla="*/ 0 w 36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4">
                    <a:moveTo>
                      <a:pt x="0" y="2"/>
                    </a:moveTo>
                    <a:cubicBezTo>
                      <a:pt x="4" y="0"/>
                      <a:pt x="28" y="21"/>
                      <a:pt x="36" y="29"/>
                    </a:cubicBezTo>
                    <a:cubicBezTo>
                      <a:pt x="24" y="34"/>
                      <a:pt x="0" y="27"/>
                      <a:pt x="0" y="1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5" name="Freeform 2408">
                <a:extLst>
                  <a:ext uri="{FF2B5EF4-FFF2-40B4-BE49-F238E27FC236}">
                    <a16:creationId xmlns:a16="http://schemas.microsoft.com/office/drawing/2014/main" id="{6D9687D5-E80A-4DED-A739-85EBAA136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745"/>
                <a:ext cx="39" cy="28"/>
              </a:xfrm>
              <a:custGeom>
                <a:avLst/>
                <a:gdLst>
                  <a:gd name="T0" fmla="*/ 8 w 35"/>
                  <a:gd name="T1" fmla="*/ 4 h 25"/>
                  <a:gd name="T2" fmla="*/ 0 w 35"/>
                  <a:gd name="T3" fmla="*/ 1 h 25"/>
                  <a:gd name="T4" fmla="*/ 48 w 35"/>
                  <a:gd name="T5" fmla="*/ 35 h 25"/>
                  <a:gd name="T6" fmla="*/ 3 w 35"/>
                  <a:gd name="T7" fmla="*/ 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5">
                    <a:moveTo>
                      <a:pt x="5" y="4"/>
                    </a:moveTo>
                    <a:cubicBezTo>
                      <a:pt x="3" y="2"/>
                      <a:pt x="4" y="0"/>
                      <a:pt x="0" y="1"/>
                    </a:cubicBezTo>
                    <a:cubicBezTo>
                      <a:pt x="9" y="10"/>
                      <a:pt x="22" y="24"/>
                      <a:pt x="35" y="25"/>
                    </a:cubicBezTo>
                    <a:cubicBezTo>
                      <a:pt x="33" y="11"/>
                      <a:pt x="15" y="10"/>
                      <a:pt x="3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6" name="Freeform 2409">
                <a:extLst>
                  <a:ext uri="{FF2B5EF4-FFF2-40B4-BE49-F238E27FC236}">
                    <a16:creationId xmlns:a16="http://schemas.microsoft.com/office/drawing/2014/main" id="{DC246645-40DE-4715-86F2-48C28AF8E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2775"/>
                <a:ext cx="56" cy="39"/>
              </a:xfrm>
              <a:custGeom>
                <a:avLst/>
                <a:gdLst>
                  <a:gd name="T0" fmla="*/ 3 w 51"/>
                  <a:gd name="T1" fmla="*/ 3 h 35"/>
                  <a:gd name="T2" fmla="*/ 0 w 51"/>
                  <a:gd name="T3" fmla="*/ 0 h 35"/>
                  <a:gd name="T4" fmla="*/ 54 w 51"/>
                  <a:gd name="T5" fmla="*/ 48 h 35"/>
                  <a:gd name="T6" fmla="*/ 9 w 51"/>
                  <a:gd name="T7" fmla="*/ 8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5">
                    <a:moveTo>
                      <a:pt x="3" y="3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9" y="12"/>
                      <a:pt x="26" y="33"/>
                      <a:pt x="41" y="35"/>
                    </a:cubicBezTo>
                    <a:cubicBezTo>
                      <a:pt x="51" y="18"/>
                      <a:pt x="14" y="12"/>
                      <a:pt x="6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7" name="Freeform 2410">
                <a:extLst>
                  <a:ext uri="{FF2B5EF4-FFF2-40B4-BE49-F238E27FC236}">
                    <a16:creationId xmlns:a16="http://schemas.microsoft.com/office/drawing/2014/main" id="{67813B48-031C-412B-AC17-296F813AF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817"/>
                <a:ext cx="36" cy="37"/>
              </a:xfrm>
              <a:custGeom>
                <a:avLst/>
                <a:gdLst>
                  <a:gd name="T0" fmla="*/ 3 w 32"/>
                  <a:gd name="T1" fmla="*/ 8 h 33"/>
                  <a:gd name="T2" fmla="*/ 0 w 32"/>
                  <a:gd name="T3" fmla="*/ 1 h 33"/>
                  <a:gd name="T4" fmla="*/ 46 w 32"/>
                  <a:gd name="T5" fmla="*/ 46 h 33"/>
                  <a:gd name="T6" fmla="*/ 3 w 32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3" y="5"/>
                    </a:moveTo>
                    <a:cubicBezTo>
                      <a:pt x="2" y="4"/>
                      <a:pt x="1" y="2"/>
                      <a:pt x="0" y="1"/>
                    </a:cubicBezTo>
                    <a:cubicBezTo>
                      <a:pt x="10" y="12"/>
                      <a:pt x="16" y="31"/>
                      <a:pt x="32" y="33"/>
                    </a:cubicBezTo>
                    <a:cubicBezTo>
                      <a:pt x="31" y="20"/>
                      <a:pt x="15" y="4"/>
                      <a:pt x="3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8" name="Freeform 2411">
                <a:extLst>
                  <a:ext uri="{FF2B5EF4-FFF2-40B4-BE49-F238E27FC236}">
                    <a16:creationId xmlns:a16="http://schemas.microsoft.com/office/drawing/2014/main" id="{7D6C6BD7-E770-4DFE-AD0B-08BCB3BCA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844"/>
                <a:ext cx="42" cy="60"/>
              </a:xfrm>
              <a:custGeom>
                <a:avLst/>
                <a:gdLst>
                  <a:gd name="T0" fmla="*/ 10 w 38"/>
                  <a:gd name="T1" fmla="*/ 1 h 55"/>
                  <a:gd name="T2" fmla="*/ 0 w 38"/>
                  <a:gd name="T3" fmla="*/ 0 h 55"/>
                  <a:gd name="T4" fmla="*/ 48 w 38"/>
                  <a:gd name="T5" fmla="*/ 70 h 55"/>
                  <a:gd name="T6" fmla="*/ 2 w 38"/>
                  <a:gd name="T7" fmla="*/ 9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55">
                    <a:moveTo>
                      <a:pt x="7" y="1"/>
                    </a:moveTo>
                    <a:cubicBezTo>
                      <a:pt x="5" y="0"/>
                      <a:pt x="3" y="0"/>
                      <a:pt x="0" y="0"/>
                    </a:cubicBezTo>
                    <a:cubicBezTo>
                      <a:pt x="4" y="15"/>
                      <a:pt x="17" y="55"/>
                      <a:pt x="35" y="54"/>
                    </a:cubicBezTo>
                    <a:cubicBezTo>
                      <a:pt x="38" y="32"/>
                      <a:pt x="15" y="20"/>
                      <a:pt x="2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9" name="Freeform 2412">
                <a:extLst>
                  <a:ext uri="{FF2B5EF4-FFF2-40B4-BE49-F238E27FC236}">
                    <a16:creationId xmlns:a16="http://schemas.microsoft.com/office/drawing/2014/main" id="{06F08816-D794-4521-B42A-0181F1413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871"/>
                <a:ext cx="50" cy="61"/>
              </a:xfrm>
              <a:custGeom>
                <a:avLst/>
                <a:gdLst>
                  <a:gd name="T0" fmla="*/ 3 w 45"/>
                  <a:gd name="T1" fmla="*/ 9 h 55"/>
                  <a:gd name="T2" fmla="*/ 0 w 45"/>
                  <a:gd name="T3" fmla="*/ 0 h 55"/>
                  <a:gd name="T4" fmla="*/ 52 w 45"/>
                  <a:gd name="T5" fmla="*/ 75 h 55"/>
                  <a:gd name="T6" fmla="*/ 4 w 45"/>
                  <a:gd name="T7" fmla="*/ 9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5">
                    <a:moveTo>
                      <a:pt x="3" y="6"/>
                    </a:moveTo>
                    <a:cubicBezTo>
                      <a:pt x="2" y="3"/>
                      <a:pt x="5" y="0"/>
                      <a:pt x="0" y="0"/>
                    </a:cubicBezTo>
                    <a:cubicBezTo>
                      <a:pt x="3" y="19"/>
                      <a:pt x="19" y="47"/>
                      <a:pt x="38" y="55"/>
                    </a:cubicBezTo>
                    <a:cubicBezTo>
                      <a:pt x="45" y="37"/>
                      <a:pt x="23" y="8"/>
                      <a:pt x="4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0" name="Freeform 2413">
                <a:extLst>
                  <a:ext uri="{FF2B5EF4-FFF2-40B4-BE49-F238E27FC236}">
                    <a16:creationId xmlns:a16="http://schemas.microsoft.com/office/drawing/2014/main" id="{1A823878-C25A-4054-9720-E23E0C6B3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916"/>
                <a:ext cx="35" cy="49"/>
              </a:xfrm>
              <a:custGeom>
                <a:avLst/>
                <a:gdLst>
                  <a:gd name="T0" fmla="*/ 4 w 32"/>
                  <a:gd name="T1" fmla="*/ 9 h 45"/>
                  <a:gd name="T2" fmla="*/ 1 w 32"/>
                  <a:gd name="T3" fmla="*/ 0 h 45"/>
                  <a:gd name="T4" fmla="*/ 34 w 32"/>
                  <a:gd name="T5" fmla="*/ 58 h 45"/>
                  <a:gd name="T6" fmla="*/ 3 w 32"/>
                  <a:gd name="T7" fmla="*/ 5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5">
                    <a:moveTo>
                      <a:pt x="4" y="6"/>
                    </a:moveTo>
                    <a:cubicBezTo>
                      <a:pt x="3" y="4"/>
                      <a:pt x="3" y="2"/>
                      <a:pt x="1" y="0"/>
                    </a:cubicBezTo>
                    <a:cubicBezTo>
                      <a:pt x="0" y="17"/>
                      <a:pt x="13" y="35"/>
                      <a:pt x="26" y="45"/>
                    </a:cubicBezTo>
                    <a:cubicBezTo>
                      <a:pt x="32" y="31"/>
                      <a:pt x="16" y="10"/>
                      <a:pt x="3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1" name="Freeform 2414">
                <a:extLst>
                  <a:ext uri="{FF2B5EF4-FFF2-40B4-BE49-F238E27FC236}">
                    <a16:creationId xmlns:a16="http://schemas.microsoft.com/office/drawing/2014/main" id="{0962E2A8-8B8A-445E-9014-93EF9C5B6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948"/>
                <a:ext cx="27" cy="37"/>
              </a:xfrm>
              <a:custGeom>
                <a:avLst/>
                <a:gdLst>
                  <a:gd name="T0" fmla="*/ 3 w 24"/>
                  <a:gd name="T1" fmla="*/ 9 h 34"/>
                  <a:gd name="T2" fmla="*/ 0 w 24"/>
                  <a:gd name="T3" fmla="*/ 1 h 34"/>
                  <a:gd name="T4" fmla="*/ 33 w 24"/>
                  <a:gd name="T5" fmla="*/ 44 h 34"/>
                  <a:gd name="T6" fmla="*/ 0 w 24"/>
                  <a:gd name="T7" fmla="*/ 1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4">
                    <a:moveTo>
                      <a:pt x="3" y="6"/>
                    </a:moveTo>
                    <a:cubicBezTo>
                      <a:pt x="2" y="4"/>
                      <a:pt x="1" y="3"/>
                      <a:pt x="0" y="1"/>
                    </a:cubicBezTo>
                    <a:cubicBezTo>
                      <a:pt x="8" y="11"/>
                      <a:pt x="11" y="27"/>
                      <a:pt x="23" y="34"/>
                    </a:cubicBezTo>
                    <a:cubicBezTo>
                      <a:pt x="24" y="21"/>
                      <a:pt x="10" y="0"/>
                      <a:pt x="0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2" name="Freeform 2415">
                <a:extLst>
                  <a:ext uri="{FF2B5EF4-FFF2-40B4-BE49-F238E27FC236}">
                    <a16:creationId xmlns:a16="http://schemas.microsoft.com/office/drawing/2014/main" id="{36D91F93-E76C-47B9-A9BC-F59A3CF96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960"/>
                <a:ext cx="27" cy="45"/>
              </a:xfrm>
              <a:custGeom>
                <a:avLst/>
                <a:gdLst>
                  <a:gd name="T0" fmla="*/ 0 w 25"/>
                  <a:gd name="T1" fmla="*/ 5 h 41"/>
                  <a:gd name="T2" fmla="*/ 0 w 25"/>
                  <a:gd name="T3" fmla="*/ 0 h 41"/>
                  <a:gd name="T4" fmla="*/ 31 w 25"/>
                  <a:gd name="T5" fmla="*/ 54 h 41"/>
                  <a:gd name="T6" fmla="*/ 0 w 25"/>
                  <a:gd name="T7" fmla="*/ 1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1">
                    <a:moveTo>
                      <a:pt x="0" y="5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0" y="13"/>
                      <a:pt x="10" y="39"/>
                      <a:pt x="25" y="41"/>
                    </a:cubicBezTo>
                    <a:cubicBezTo>
                      <a:pt x="24" y="26"/>
                      <a:pt x="8" y="19"/>
                      <a:pt x="0" y="8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3" name="Freeform 2416">
                <a:extLst>
                  <a:ext uri="{FF2B5EF4-FFF2-40B4-BE49-F238E27FC236}">
                    <a16:creationId xmlns:a16="http://schemas.microsoft.com/office/drawing/2014/main" id="{4B349707-FC57-4374-A8A2-029F55DD4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988"/>
                <a:ext cx="23" cy="37"/>
              </a:xfrm>
              <a:custGeom>
                <a:avLst/>
                <a:gdLst>
                  <a:gd name="T0" fmla="*/ 5 w 21"/>
                  <a:gd name="T1" fmla="*/ 2 h 33"/>
                  <a:gd name="T2" fmla="*/ 27 w 21"/>
                  <a:gd name="T3" fmla="*/ 46 h 33"/>
                  <a:gd name="T4" fmla="*/ 0 w 2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3">
                    <a:moveTo>
                      <a:pt x="5" y="2"/>
                    </a:moveTo>
                    <a:cubicBezTo>
                      <a:pt x="0" y="6"/>
                      <a:pt x="11" y="33"/>
                      <a:pt x="21" y="33"/>
                    </a:cubicBezTo>
                    <a:cubicBezTo>
                      <a:pt x="21" y="22"/>
                      <a:pt x="10" y="6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4" name="Freeform 2417">
                <a:extLst>
                  <a:ext uri="{FF2B5EF4-FFF2-40B4-BE49-F238E27FC236}">
                    <a16:creationId xmlns:a16="http://schemas.microsoft.com/office/drawing/2014/main" id="{9D7A6FB7-97D3-4C8A-B86B-7A06F73C2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998"/>
                <a:ext cx="31" cy="45"/>
              </a:xfrm>
              <a:custGeom>
                <a:avLst/>
                <a:gdLst>
                  <a:gd name="T0" fmla="*/ 9 w 28"/>
                  <a:gd name="T1" fmla="*/ 8 h 40"/>
                  <a:gd name="T2" fmla="*/ 3 w 28"/>
                  <a:gd name="T3" fmla="*/ 2 h 40"/>
                  <a:gd name="T4" fmla="*/ 30 w 28"/>
                  <a:gd name="T5" fmla="*/ 57 h 40"/>
                  <a:gd name="T6" fmla="*/ 0 w 28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0">
                    <a:moveTo>
                      <a:pt x="6" y="5"/>
                    </a:moveTo>
                    <a:cubicBezTo>
                      <a:pt x="6" y="3"/>
                      <a:pt x="5" y="3"/>
                      <a:pt x="3" y="2"/>
                    </a:cubicBezTo>
                    <a:cubicBezTo>
                      <a:pt x="6" y="14"/>
                      <a:pt x="12" y="32"/>
                      <a:pt x="22" y="40"/>
                    </a:cubicBezTo>
                    <a:cubicBezTo>
                      <a:pt x="28" y="25"/>
                      <a:pt x="10" y="9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5" name="Freeform 2418">
                <a:extLst>
                  <a:ext uri="{FF2B5EF4-FFF2-40B4-BE49-F238E27FC236}">
                    <a16:creationId xmlns:a16="http://schemas.microsoft.com/office/drawing/2014/main" id="{4015C0A1-306A-40B7-B6B6-F0DFBE6D7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3013"/>
                <a:ext cx="20" cy="42"/>
              </a:xfrm>
              <a:custGeom>
                <a:avLst/>
                <a:gdLst>
                  <a:gd name="T0" fmla="*/ 9 w 18"/>
                  <a:gd name="T1" fmla="*/ 0 h 38"/>
                  <a:gd name="T2" fmla="*/ 24 w 18"/>
                  <a:gd name="T3" fmla="*/ 51 h 38"/>
                  <a:gd name="T4" fmla="*/ 0 w 18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8">
                    <a:moveTo>
                      <a:pt x="6" y="0"/>
                    </a:moveTo>
                    <a:cubicBezTo>
                      <a:pt x="0" y="5"/>
                      <a:pt x="7" y="35"/>
                      <a:pt x="18" y="38"/>
                    </a:cubicBezTo>
                    <a:cubicBezTo>
                      <a:pt x="18" y="26"/>
                      <a:pt x="6" y="11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6" name="Freeform 2419">
                <a:extLst>
                  <a:ext uri="{FF2B5EF4-FFF2-40B4-BE49-F238E27FC236}">
                    <a16:creationId xmlns:a16="http://schemas.microsoft.com/office/drawing/2014/main" id="{66A50AD6-87F9-43DC-BA94-81A55B88F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3028"/>
                <a:ext cx="22" cy="43"/>
              </a:xfrm>
              <a:custGeom>
                <a:avLst/>
                <a:gdLst>
                  <a:gd name="T0" fmla="*/ 10 w 20"/>
                  <a:gd name="T1" fmla="*/ 4 h 39"/>
                  <a:gd name="T2" fmla="*/ 4 w 20"/>
                  <a:gd name="T3" fmla="*/ 1 h 39"/>
                  <a:gd name="T4" fmla="*/ 25 w 20"/>
                  <a:gd name="T5" fmla="*/ 52 h 39"/>
                  <a:gd name="T6" fmla="*/ 8 w 20"/>
                  <a:gd name="T7" fmla="*/ 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9">
                    <a:moveTo>
                      <a:pt x="7" y="4"/>
                    </a:moveTo>
                    <a:cubicBezTo>
                      <a:pt x="5" y="3"/>
                      <a:pt x="8" y="0"/>
                      <a:pt x="4" y="1"/>
                    </a:cubicBezTo>
                    <a:cubicBezTo>
                      <a:pt x="0" y="14"/>
                      <a:pt x="12" y="29"/>
                      <a:pt x="19" y="39"/>
                    </a:cubicBezTo>
                    <a:cubicBezTo>
                      <a:pt x="20" y="30"/>
                      <a:pt x="12" y="12"/>
                      <a:pt x="5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7" name="Freeform 2420">
                <a:extLst>
                  <a:ext uri="{FF2B5EF4-FFF2-40B4-BE49-F238E27FC236}">
                    <a16:creationId xmlns:a16="http://schemas.microsoft.com/office/drawing/2014/main" id="{D2339879-F461-4AFB-BE47-1D833EDD2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3037"/>
                <a:ext cx="31" cy="45"/>
              </a:xfrm>
              <a:custGeom>
                <a:avLst/>
                <a:gdLst>
                  <a:gd name="T0" fmla="*/ 10 w 28"/>
                  <a:gd name="T1" fmla="*/ 5 h 41"/>
                  <a:gd name="T2" fmla="*/ 38 w 28"/>
                  <a:gd name="T3" fmla="*/ 54 h 41"/>
                  <a:gd name="T4" fmla="*/ 0 w 28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1">
                    <a:moveTo>
                      <a:pt x="7" y="5"/>
                    </a:moveTo>
                    <a:cubicBezTo>
                      <a:pt x="12" y="16"/>
                      <a:pt x="17" y="36"/>
                      <a:pt x="28" y="41"/>
                    </a:cubicBezTo>
                    <a:cubicBezTo>
                      <a:pt x="26" y="26"/>
                      <a:pt x="11" y="5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8" name="Freeform 2421">
                <a:extLst>
                  <a:ext uri="{FF2B5EF4-FFF2-40B4-BE49-F238E27FC236}">
                    <a16:creationId xmlns:a16="http://schemas.microsoft.com/office/drawing/2014/main" id="{1B85EAFC-A94A-4C31-8776-382A1F7F7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3051"/>
                <a:ext cx="41" cy="41"/>
              </a:xfrm>
              <a:custGeom>
                <a:avLst/>
                <a:gdLst>
                  <a:gd name="T0" fmla="*/ 4 w 37"/>
                  <a:gd name="T1" fmla="*/ 2 h 37"/>
                  <a:gd name="T2" fmla="*/ 2 w 37"/>
                  <a:gd name="T3" fmla="*/ 2 h 37"/>
                  <a:gd name="T4" fmla="*/ 50 w 37"/>
                  <a:gd name="T5" fmla="*/ 50 h 37"/>
                  <a:gd name="T6" fmla="*/ 2 w 37"/>
                  <a:gd name="T7" fmla="*/ 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7">
                    <a:moveTo>
                      <a:pt x="4" y="2"/>
                    </a:moveTo>
                    <a:cubicBezTo>
                      <a:pt x="1" y="0"/>
                      <a:pt x="0" y="0"/>
                      <a:pt x="2" y="2"/>
                    </a:cubicBezTo>
                    <a:cubicBezTo>
                      <a:pt x="12" y="13"/>
                      <a:pt x="22" y="32"/>
                      <a:pt x="37" y="37"/>
                    </a:cubicBezTo>
                    <a:cubicBezTo>
                      <a:pt x="30" y="24"/>
                      <a:pt x="14" y="12"/>
                      <a:pt x="2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9" name="Freeform 2422">
                <a:extLst>
                  <a:ext uri="{FF2B5EF4-FFF2-40B4-BE49-F238E27FC236}">
                    <a16:creationId xmlns:a16="http://schemas.microsoft.com/office/drawing/2014/main" id="{88ED0E90-302E-469F-AA5B-1F53E7F8D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071"/>
                <a:ext cx="54" cy="39"/>
              </a:xfrm>
              <a:custGeom>
                <a:avLst/>
                <a:gdLst>
                  <a:gd name="T0" fmla="*/ 3 w 49"/>
                  <a:gd name="T1" fmla="*/ 0 h 35"/>
                  <a:gd name="T2" fmla="*/ 66 w 49"/>
                  <a:gd name="T3" fmla="*/ 48 h 35"/>
                  <a:gd name="T4" fmla="*/ 0 w 49"/>
                  <a:gd name="T5" fmla="*/ 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5">
                    <a:moveTo>
                      <a:pt x="3" y="0"/>
                    </a:moveTo>
                    <a:cubicBezTo>
                      <a:pt x="5" y="10"/>
                      <a:pt x="37" y="34"/>
                      <a:pt x="49" y="35"/>
                    </a:cubicBezTo>
                    <a:cubicBezTo>
                      <a:pt x="34" y="24"/>
                      <a:pt x="17" y="12"/>
                      <a:pt x="0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0" name="Freeform 2423">
                <a:extLst>
                  <a:ext uri="{FF2B5EF4-FFF2-40B4-BE49-F238E27FC236}">
                    <a16:creationId xmlns:a16="http://schemas.microsoft.com/office/drawing/2014/main" id="{A171846B-BD07-4610-8CBC-3DBE8BAD7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3107"/>
                <a:ext cx="66" cy="29"/>
              </a:xfrm>
              <a:custGeom>
                <a:avLst/>
                <a:gdLst>
                  <a:gd name="T0" fmla="*/ 0 w 60"/>
                  <a:gd name="T1" fmla="*/ 0 h 27"/>
                  <a:gd name="T2" fmla="*/ 80 w 60"/>
                  <a:gd name="T3" fmla="*/ 31 h 27"/>
                  <a:gd name="T4" fmla="*/ 8 w 60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27">
                    <a:moveTo>
                      <a:pt x="0" y="0"/>
                    </a:moveTo>
                    <a:cubicBezTo>
                      <a:pt x="16" y="17"/>
                      <a:pt x="37" y="27"/>
                      <a:pt x="60" y="25"/>
                    </a:cubicBezTo>
                    <a:cubicBezTo>
                      <a:pt x="49" y="2"/>
                      <a:pt x="26" y="4"/>
                      <a:pt x="5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1" name="Freeform 2424">
                <a:extLst>
                  <a:ext uri="{FF2B5EF4-FFF2-40B4-BE49-F238E27FC236}">
                    <a16:creationId xmlns:a16="http://schemas.microsoft.com/office/drawing/2014/main" id="{AFAE47BA-5506-464E-BE59-E63603737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3138"/>
                <a:ext cx="73" cy="26"/>
              </a:xfrm>
              <a:custGeom>
                <a:avLst/>
                <a:gdLst>
                  <a:gd name="T0" fmla="*/ 0 w 66"/>
                  <a:gd name="T1" fmla="*/ 2 h 24"/>
                  <a:gd name="T2" fmla="*/ 90 w 66"/>
                  <a:gd name="T3" fmla="*/ 22 h 24"/>
                  <a:gd name="T4" fmla="*/ 10 w 66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4">
                    <a:moveTo>
                      <a:pt x="0" y="2"/>
                    </a:moveTo>
                    <a:cubicBezTo>
                      <a:pt x="7" y="12"/>
                      <a:pt x="53" y="24"/>
                      <a:pt x="66" y="17"/>
                    </a:cubicBezTo>
                    <a:cubicBezTo>
                      <a:pt x="56" y="3"/>
                      <a:pt x="22" y="0"/>
                      <a:pt x="7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2" name="Freeform 2425">
                <a:extLst>
                  <a:ext uri="{FF2B5EF4-FFF2-40B4-BE49-F238E27FC236}">
                    <a16:creationId xmlns:a16="http://schemas.microsoft.com/office/drawing/2014/main" id="{087B3AD0-13A7-40A1-9AB2-9214538BD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3164"/>
                <a:ext cx="74" cy="39"/>
              </a:xfrm>
              <a:custGeom>
                <a:avLst/>
                <a:gdLst>
                  <a:gd name="T0" fmla="*/ 0 w 67"/>
                  <a:gd name="T1" fmla="*/ 32 h 35"/>
                  <a:gd name="T2" fmla="*/ 78 w 67"/>
                  <a:gd name="T3" fmla="*/ 22 h 35"/>
                  <a:gd name="T4" fmla="*/ 0 w 67"/>
                  <a:gd name="T5" fmla="*/ 2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35">
                    <a:moveTo>
                      <a:pt x="0" y="23"/>
                    </a:moveTo>
                    <a:cubicBezTo>
                      <a:pt x="10" y="27"/>
                      <a:pt x="67" y="35"/>
                      <a:pt x="58" y="16"/>
                    </a:cubicBezTo>
                    <a:cubicBezTo>
                      <a:pt x="49" y="0"/>
                      <a:pt x="11" y="13"/>
                      <a:pt x="0" y="1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3" name="Freeform 2426">
                <a:extLst>
                  <a:ext uri="{FF2B5EF4-FFF2-40B4-BE49-F238E27FC236}">
                    <a16:creationId xmlns:a16="http://schemas.microsoft.com/office/drawing/2014/main" id="{0C0BF70F-7195-430C-990E-7E7BB808D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3203"/>
                <a:ext cx="67" cy="26"/>
              </a:xfrm>
              <a:custGeom>
                <a:avLst/>
                <a:gdLst>
                  <a:gd name="T0" fmla="*/ 9 w 60"/>
                  <a:gd name="T1" fmla="*/ 27 h 24"/>
                  <a:gd name="T2" fmla="*/ 0 w 60"/>
                  <a:gd name="T3" fmla="*/ 27 h 24"/>
                  <a:gd name="T4" fmla="*/ 84 w 60"/>
                  <a:gd name="T5" fmla="*/ 16 h 24"/>
                  <a:gd name="T6" fmla="*/ 9 w 60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24">
                    <a:moveTo>
                      <a:pt x="6" y="21"/>
                    </a:moveTo>
                    <a:cubicBezTo>
                      <a:pt x="4" y="21"/>
                      <a:pt x="2" y="21"/>
                      <a:pt x="0" y="21"/>
                    </a:cubicBezTo>
                    <a:cubicBezTo>
                      <a:pt x="17" y="19"/>
                      <a:pt x="44" y="0"/>
                      <a:pt x="60" y="13"/>
                    </a:cubicBezTo>
                    <a:cubicBezTo>
                      <a:pt x="48" y="18"/>
                      <a:pt x="17" y="24"/>
                      <a:pt x="6" y="18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4" name="Freeform 2427">
                <a:extLst>
                  <a:ext uri="{FF2B5EF4-FFF2-40B4-BE49-F238E27FC236}">
                    <a16:creationId xmlns:a16="http://schemas.microsoft.com/office/drawing/2014/main" id="{9395F042-0F5E-4CB4-836F-9CDC1977F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244"/>
                <a:ext cx="54" cy="15"/>
              </a:xfrm>
              <a:custGeom>
                <a:avLst/>
                <a:gdLst>
                  <a:gd name="T0" fmla="*/ 8 w 49"/>
                  <a:gd name="T1" fmla="*/ 16 h 14"/>
                  <a:gd name="T2" fmla="*/ 0 w 49"/>
                  <a:gd name="T3" fmla="*/ 12 h 14"/>
                  <a:gd name="T4" fmla="*/ 66 w 49"/>
                  <a:gd name="T5" fmla="*/ 12 h 14"/>
                  <a:gd name="T6" fmla="*/ 8 w 49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4">
                    <a:moveTo>
                      <a:pt x="5" y="13"/>
                    </a:moveTo>
                    <a:cubicBezTo>
                      <a:pt x="3" y="11"/>
                      <a:pt x="2" y="10"/>
                      <a:pt x="0" y="9"/>
                    </a:cubicBezTo>
                    <a:cubicBezTo>
                      <a:pt x="14" y="11"/>
                      <a:pt x="33" y="0"/>
                      <a:pt x="49" y="9"/>
                    </a:cubicBezTo>
                    <a:cubicBezTo>
                      <a:pt x="39" y="12"/>
                      <a:pt x="16" y="9"/>
                      <a:pt x="5" y="1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5" name="Freeform 2428">
                <a:extLst>
                  <a:ext uri="{FF2B5EF4-FFF2-40B4-BE49-F238E27FC236}">
                    <a16:creationId xmlns:a16="http://schemas.microsoft.com/office/drawing/2014/main" id="{A78939F2-3FFF-41B2-B113-0B3AC0F1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3293"/>
                <a:ext cx="46" cy="25"/>
              </a:xfrm>
              <a:custGeom>
                <a:avLst/>
                <a:gdLst>
                  <a:gd name="T0" fmla="*/ 2 w 41"/>
                  <a:gd name="T1" fmla="*/ 13 h 22"/>
                  <a:gd name="T2" fmla="*/ 54 w 41"/>
                  <a:gd name="T3" fmla="*/ 13 h 22"/>
                  <a:gd name="T4" fmla="*/ 0 w 41"/>
                  <a:gd name="T5" fmla="*/ 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2">
                    <a:moveTo>
                      <a:pt x="2" y="9"/>
                    </a:moveTo>
                    <a:cubicBezTo>
                      <a:pt x="0" y="15"/>
                      <a:pt x="41" y="22"/>
                      <a:pt x="38" y="9"/>
                    </a:cubicBezTo>
                    <a:cubicBezTo>
                      <a:pt x="36" y="0"/>
                      <a:pt x="6" y="4"/>
                      <a:pt x="0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6" name="Freeform 2429">
                <a:extLst>
                  <a:ext uri="{FF2B5EF4-FFF2-40B4-BE49-F238E27FC236}">
                    <a16:creationId xmlns:a16="http://schemas.microsoft.com/office/drawing/2014/main" id="{93B21605-25D0-4090-BB82-BB3A4841D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334"/>
                <a:ext cx="52" cy="22"/>
              </a:xfrm>
              <a:custGeom>
                <a:avLst/>
                <a:gdLst>
                  <a:gd name="T0" fmla="*/ 2 w 47"/>
                  <a:gd name="T1" fmla="*/ 15 h 20"/>
                  <a:gd name="T2" fmla="*/ 64 w 47"/>
                  <a:gd name="T3" fmla="*/ 19 h 20"/>
                  <a:gd name="T4" fmla="*/ 0 w 47"/>
                  <a:gd name="T5" fmla="*/ 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0">
                    <a:moveTo>
                      <a:pt x="2" y="12"/>
                    </a:moveTo>
                    <a:cubicBezTo>
                      <a:pt x="16" y="17"/>
                      <a:pt x="32" y="20"/>
                      <a:pt x="47" y="14"/>
                    </a:cubicBezTo>
                    <a:cubicBezTo>
                      <a:pt x="42" y="0"/>
                      <a:pt x="13" y="5"/>
                      <a:pt x="0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7" name="Freeform 2430">
                <a:extLst>
                  <a:ext uri="{FF2B5EF4-FFF2-40B4-BE49-F238E27FC236}">
                    <a16:creationId xmlns:a16="http://schemas.microsoft.com/office/drawing/2014/main" id="{3E6996AF-BF7A-4943-8EFD-BDBCAA9D7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3388"/>
                <a:ext cx="53" cy="25"/>
              </a:xfrm>
              <a:custGeom>
                <a:avLst/>
                <a:gdLst>
                  <a:gd name="T0" fmla="*/ 0 w 48"/>
                  <a:gd name="T1" fmla="*/ 9 h 22"/>
                  <a:gd name="T2" fmla="*/ 65 w 48"/>
                  <a:gd name="T3" fmla="*/ 11 h 22"/>
                  <a:gd name="T4" fmla="*/ 0 w 48"/>
                  <a:gd name="T5" fmla="*/ 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2">
                    <a:moveTo>
                      <a:pt x="0" y="6"/>
                    </a:moveTo>
                    <a:cubicBezTo>
                      <a:pt x="14" y="12"/>
                      <a:pt x="35" y="22"/>
                      <a:pt x="48" y="8"/>
                    </a:cubicBezTo>
                    <a:cubicBezTo>
                      <a:pt x="34" y="0"/>
                      <a:pt x="13" y="9"/>
                      <a:pt x="0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8" name="Freeform 2431">
                <a:extLst>
                  <a:ext uri="{FF2B5EF4-FFF2-40B4-BE49-F238E27FC236}">
                    <a16:creationId xmlns:a16="http://schemas.microsoft.com/office/drawing/2014/main" id="{11C11171-5F96-4C86-89AF-4AACE870E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427"/>
                <a:ext cx="56" cy="18"/>
              </a:xfrm>
              <a:custGeom>
                <a:avLst/>
                <a:gdLst>
                  <a:gd name="T0" fmla="*/ 5 w 51"/>
                  <a:gd name="T1" fmla="*/ 9 h 16"/>
                  <a:gd name="T2" fmla="*/ 0 w 51"/>
                  <a:gd name="T3" fmla="*/ 8 h 16"/>
                  <a:gd name="T4" fmla="*/ 67 w 51"/>
                  <a:gd name="T5" fmla="*/ 11 h 16"/>
                  <a:gd name="T6" fmla="*/ 10 w 5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6">
                    <a:moveTo>
                      <a:pt x="5" y="6"/>
                    </a:moveTo>
                    <a:cubicBezTo>
                      <a:pt x="3" y="6"/>
                      <a:pt x="2" y="6"/>
                      <a:pt x="0" y="5"/>
                    </a:cubicBezTo>
                    <a:cubicBezTo>
                      <a:pt x="16" y="10"/>
                      <a:pt x="37" y="16"/>
                      <a:pt x="51" y="8"/>
                    </a:cubicBezTo>
                    <a:cubicBezTo>
                      <a:pt x="40" y="7"/>
                      <a:pt x="10" y="8"/>
                      <a:pt x="7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9" name="Freeform 2432">
                <a:extLst>
                  <a:ext uri="{FF2B5EF4-FFF2-40B4-BE49-F238E27FC236}">
                    <a16:creationId xmlns:a16="http://schemas.microsoft.com/office/drawing/2014/main" id="{B7353BED-F2E3-4268-A6B2-9F83DBC5F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460"/>
                <a:ext cx="44" cy="14"/>
              </a:xfrm>
              <a:custGeom>
                <a:avLst/>
                <a:gdLst>
                  <a:gd name="T0" fmla="*/ 2 w 40"/>
                  <a:gd name="T1" fmla="*/ 5 h 13"/>
                  <a:gd name="T2" fmla="*/ 1 w 40"/>
                  <a:gd name="T3" fmla="*/ 0 h 13"/>
                  <a:gd name="T4" fmla="*/ 53 w 40"/>
                  <a:gd name="T5" fmla="*/ 16 h 13"/>
                  <a:gd name="T6" fmla="*/ 8 w 40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3">
                    <a:moveTo>
                      <a:pt x="2" y="5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12" y="5"/>
                      <a:pt x="27" y="13"/>
                      <a:pt x="40" y="13"/>
                    </a:cubicBezTo>
                    <a:cubicBezTo>
                      <a:pt x="35" y="0"/>
                      <a:pt x="9" y="9"/>
                      <a:pt x="5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0" name="Freeform 2433">
                <a:extLst>
                  <a:ext uri="{FF2B5EF4-FFF2-40B4-BE49-F238E27FC236}">
                    <a16:creationId xmlns:a16="http://schemas.microsoft.com/office/drawing/2014/main" id="{58AD9D4D-9D34-454F-AA87-64BE96253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3494"/>
                <a:ext cx="45" cy="18"/>
              </a:xfrm>
              <a:custGeom>
                <a:avLst/>
                <a:gdLst>
                  <a:gd name="T0" fmla="*/ 18 w 40"/>
                  <a:gd name="T1" fmla="*/ 18 h 16"/>
                  <a:gd name="T2" fmla="*/ 9 w 40"/>
                  <a:gd name="T3" fmla="*/ 12 h 16"/>
                  <a:gd name="T4" fmla="*/ 57 w 40"/>
                  <a:gd name="T5" fmla="*/ 18 h 16"/>
                  <a:gd name="T6" fmla="*/ 2 w 40"/>
                  <a:gd name="T7" fmla="*/ 2 h 16"/>
                  <a:gd name="T8" fmla="*/ 7 w 4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6">
                    <a:moveTo>
                      <a:pt x="12" y="12"/>
                    </a:moveTo>
                    <a:cubicBezTo>
                      <a:pt x="10" y="11"/>
                      <a:pt x="8" y="11"/>
                      <a:pt x="6" y="9"/>
                    </a:cubicBezTo>
                    <a:cubicBezTo>
                      <a:pt x="17" y="10"/>
                      <a:pt x="29" y="16"/>
                      <a:pt x="40" y="12"/>
                    </a:cubicBezTo>
                    <a:cubicBezTo>
                      <a:pt x="35" y="0"/>
                      <a:pt x="13" y="6"/>
                      <a:pt x="2" y="2"/>
                    </a:cubicBezTo>
                    <a:cubicBezTo>
                      <a:pt x="0" y="2"/>
                      <a:pt x="3" y="3"/>
                      <a:pt x="4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1" name="Freeform 2434">
                <a:extLst>
                  <a:ext uri="{FF2B5EF4-FFF2-40B4-BE49-F238E27FC236}">
                    <a16:creationId xmlns:a16="http://schemas.microsoft.com/office/drawing/2014/main" id="{6FB297EE-A0FA-4282-8654-660EEA14D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531"/>
                <a:ext cx="38" cy="22"/>
              </a:xfrm>
              <a:custGeom>
                <a:avLst/>
                <a:gdLst>
                  <a:gd name="T0" fmla="*/ 9 w 34"/>
                  <a:gd name="T1" fmla="*/ 10 h 20"/>
                  <a:gd name="T2" fmla="*/ 2 w 34"/>
                  <a:gd name="T3" fmla="*/ 11 h 20"/>
                  <a:gd name="T4" fmla="*/ 47 w 34"/>
                  <a:gd name="T5" fmla="*/ 22 h 20"/>
                  <a:gd name="T6" fmla="*/ 0 w 34"/>
                  <a:gd name="T7" fmla="*/ 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6" y="7"/>
                    </a:moveTo>
                    <a:cubicBezTo>
                      <a:pt x="5" y="7"/>
                      <a:pt x="3" y="7"/>
                      <a:pt x="2" y="8"/>
                    </a:cubicBezTo>
                    <a:cubicBezTo>
                      <a:pt x="10" y="12"/>
                      <a:pt x="26" y="20"/>
                      <a:pt x="34" y="16"/>
                    </a:cubicBezTo>
                    <a:cubicBezTo>
                      <a:pt x="29" y="5"/>
                      <a:pt x="3" y="0"/>
                      <a:pt x="0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2" name="Freeform 2435">
                <a:extLst>
                  <a:ext uri="{FF2B5EF4-FFF2-40B4-BE49-F238E27FC236}">
                    <a16:creationId xmlns:a16="http://schemas.microsoft.com/office/drawing/2014/main" id="{4E005886-CDE1-44B8-8BB0-76942D908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565"/>
                <a:ext cx="47" cy="21"/>
              </a:xfrm>
              <a:custGeom>
                <a:avLst/>
                <a:gdLst>
                  <a:gd name="T0" fmla="*/ 4 w 42"/>
                  <a:gd name="T1" fmla="*/ 3 h 19"/>
                  <a:gd name="T2" fmla="*/ 2 w 42"/>
                  <a:gd name="T3" fmla="*/ 1 h 19"/>
                  <a:gd name="T4" fmla="*/ 59 w 42"/>
                  <a:gd name="T5" fmla="*/ 13 h 19"/>
                  <a:gd name="T6" fmla="*/ 0 w 42"/>
                  <a:gd name="T7" fmla="*/ 3 h 19"/>
                  <a:gd name="T8" fmla="*/ 4 w 42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9">
                    <a:moveTo>
                      <a:pt x="4" y="3"/>
                    </a:moveTo>
                    <a:cubicBezTo>
                      <a:pt x="2" y="2"/>
                      <a:pt x="2" y="1"/>
                      <a:pt x="2" y="1"/>
                    </a:cubicBezTo>
                    <a:cubicBezTo>
                      <a:pt x="13" y="1"/>
                      <a:pt x="35" y="2"/>
                      <a:pt x="42" y="10"/>
                    </a:cubicBezTo>
                    <a:cubicBezTo>
                      <a:pt x="33" y="19"/>
                      <a:pt x="9" y="11"/>
                      <a:pt x="0" y="3"/>
                    </a:cubicBezTo>
                    <a:cubicBezTo>
                      <a:pt x="0" y="0"/>
                      <a:pt x="2" y="3"/>
                      <a:pt x="4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3" name="Freeform 2436">
                <a:extLst>
                  <a:ext uri="{FF2B5EF4-FFF2-40B4-BE49-F238E27FC236}">
                    <a16:creationId xmlns:a16="http://schemas.microsoft.com/office/drawing/2014/main" id="{81882EC4-0623-4A4D-9C8A-1A90C6C2F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3597"/>
                <a:ext cx="56" cy="16"/>
              </a:xfrm>
              <a:custGeom>
                <a:avLst/>
                <a:gdLst>
                  <a:gd name="T0" fmla="*/ 10 w 50"/>
                  <a:gd name="T1" fmla="*/ 2 h 14"/>
                  <a:gd name="T2" fmla="*/ 3 w 50"/>
                  <a:gd name="T3" fmla="*/ 1 h 14"/>
                  <a:gd name="T4" fmla="*/ 71 w 50"/>
                  <a:gd name="T5" fmla="*/ 15 h 14"/>
                  <a:gd name="T6" fmla="*/ 0 w 50"/>
                  <a:gd name="T7" fmla="*/ 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4">
                    <a:moveTo>
                      <a:pt x="7" y="2"/>
                    </a:moveTo>
                    <a:cubicBezTo>
                      <a:pt x="6" y="1"/>
                      <a:pt x="5" y="1"/>
                      <a:pt x="3" y="1"/>
                    </a:cubicBezTo>
                    <a:cubicBezTo>
                      <a:pt x="15" y="0"/>
                      <a:pt x="37" y="4"/>
                      <a:pt x="50" y="10"/>
                    </a:cubicBezTo>
                    <a:cubicBezTo>
                      <a:pt x="34" y="14"/>
                      <a:pt x="12" y="13"/>
                      <a:pt x="0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4" name="Freeform 2437">
                <a:extLst>
                  <a:ext uri="{FF2B5EF4-FFF2-40B4-BE49-F238E27FC236}">
                    <a16:creationId xmlns:a16="http://schemas.microsoft.com/office/drawing/2014/main" id="{FE865A29-9079-4B69-804F-40649C2CF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627"/>
                <a:ext cx="63" cy="32"/>
              </a:xfrm>
              <a:custGeom>
                <a:avLst/>
                <a:gdLst>
                  <a:gd name="T0" fmla="*/ 10 w 57"/>
                  <a:gd name="T1" fmla="*/ 0 h 29"/>
                  <a:gd name="T2" fmla="*/ 39 w 57"/>
                  <a:gd name="T3" fmla="*/ 4 h 29"/>
                  <a:gd name="T4" fmla="*/ 77 w 57"/>
                  <a:gd name="T5" fmla="*/ 29 h 29"/>
                  <a:gd name="T6" fmla="*/ 8 w 57"/>
                  <a:gd name="T7" fmla="*/ 1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9">
                    <a:moveTo>
                      <a:pt x="7" y="0"/>
                    </a:moveTo>
                    <a:cubicBezTo>
                      <a:pt x="0" y="1"/>
                      <a:pt x="25" y="3"/>
                      <a:pt x="29" y="4"/>
                    </a:cubicBezTo>
                    <a:cubicBezTo>
                      <a:pt x="38" y="7"/>
                      <a:pt x="52" y="12"/>
                      <a:pt x="57" y="22"/>
                    </a:cubicBezTo>
                    <a:cubicBezTo>
                      <a:pt x="41" y="29"/>
                      <a:pt x="14" y="15"/>
                      <a:pt x="5" y="9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5" name="Freeform 2438">
                <a:extLst>
                  <a:ext uri="{FF2B5EF4-FFF2-40B4-BE49-F238E27FC236}">
                    <a16:creationId xmlns:a16="http://schemas.microsoft.com/office/drawing/2014/main" id="{4854CEF7-7CAA-49E1-A50A-0C4D41BC4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660"/>
                <a:ext cx="69" cy="52"/>
              </a:xfrm>
              <a:custGeom>
                <a:avLst/>
                <a:gdLst>
                  <a:gd name="T0" fmla="*/ 0 w 62"/>
                  <a:gd name="T1" fmla="*/ 4 h 47"/>
                  <a:gd name="T2" fmla="*/ 51 w 62"/>
                  <a:gd name="T3" fmla="*/ 64 h 47"/>
                  <a:gd name="T4" fmla="*/ 2 w 62"/>
                  <a:gd name="T5" fmla="*/ 27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7">
                    <a:moveTo>
                      <a:pt x="0" y="4"/>
                    </a:moveTo>
                    <a:cubicBezTo>
                      <a:pt x="22" y="0"/>
                      <a:pt x="62" y="23"/>
                      <a:pt x="37" y="47"/>
                    </a:cubicBezTo>
                    <a:cubicBezTo>
                      <a:pt x="27" y="34"/>
                      <a:pt x="17" y="29"/>
                      <a:pt x="2" y="2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6" name="Freeform 2439">
                <a:extLst>
                  <a:ext uri="{FF2B5EF4-FFF2-40B4-BE49-F238E27FC236}">
                    <a16:creationId xmlns:a16="http://schemas.microsoft.com/office/drawing/2014/main" id="{6F19F9E7-C321-4B2B-BFD9-FC9C44434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407"/>
                <a:ext cx="58" cy="26"/>
              </a:xfrm>
              <a:custGeom>
                <a:avLst/>
                <a:gdLst>
                  <a:gd name="T0" fmla="*/ 0 w 53"/>
                  <a:gd name="T1" fmla="*/ 33 h 23"/>
                  <a:gd name="T2" fmla="*/ 69 w 53"/>
                  <a:gd name="T3" fmla="*/ 0 h 23"/>
                  <a:gd name="T4" fmla="*/ 3 w 53"/>
                  <a:gd name="T5" fmla="*/ 2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3">
                    <a:moveTo>
                      <a:pt x="0" y="23"/>
                    </a:moveTo>
                    <a:cubicBezTo>
                      <a:pt x="5" y="13"/>
                      <a:pt x="40" y="4"/>
                      <a:pt x="53" y="0"/>
                    </a:cubicBezTo>
                    <a:cubicBezTo>
                      <a:pt x="39" y="9"/>
                      <a:pt x="19" y="13"/>
                      <a:pt x="3" y="1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7" name="Freeform 2440">
                <a:extLst>
                  <a:ext uri="{FF2B5EF4-FFF2-40B4-BE49-F238E27FC236}">
                    <a16:creationId xmlns:a16="http://schemas.microsoft.com/office/drawing/2014/main" id="{7CBE592C-707B-46A7-B154-96EA089ED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428"/>
                <a:ext cx="51" cy="39"/>
              </a:xfrm>
              <a:custGeom>
                <a:avLst/>
                <a:gdLst>
                  <a:gd name="T0" fmla="*/ 3 w 46"/>
                  <a:gd name="T1" fmla="*/ 35 h 35"/>
                  <a:gd name="T2" fmla="*/ 63 w 46"/>
                  <a:gd name="T3" fmla="*/ 16 h 35"/>
                  <a:gd name="T4" fmla="*/ 0 w 46"/>
                  <a:gd name="T5" fmla="*/ 3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5">
                    <a:moveTo>
                      <a:pt x="3" y="25"/>
                    </a:moveTo>
                    <a:cubicBezTo>
                      <a:pt x="12" y="35"/>
                      <a:pt x="39" y="20"/>
                      <a:pt x="46" y="12"/>
                    </a:cubicBezTo>
                    <a:cubicBezTo>
                      <a:pt x="37" y="0"/>
                      <a:pt x="9" y="20"/>
                      <a:pt x="0" y="2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8" name="Freeform 2441">
                <a:extLst>
                  <a:ext uri="{FF2B5EF4-FFF2-40B4-BE49-F238E27FC236}">
                    <a16:creationId xmlns:a16="http://schemas.microsoft.com/office/drawing/2014/main" id="{4321BDFA-4574-4AB4-9DA7-346B220C2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454"/>
                <a:ext cx="53" cy="34"/>
              </a:xfrm>
              <a:custGeom>
                <a:avLst/>
                <a:gdLst>
                  <a:gd name="T0" fmla="*/ 1 w 48"/>
                  <a:gd name="T1" fmla="*/ 39 h 31"/>
                  <a:gd name="T2" fmla="*/ 65 w 48"/>
                  <a:gd name="T3" fmla="*/ 15 h 31"/>
                  <a:gd name="T4" fmla="*/ 0 w 48"/>
                  <a:gd name="T5" fmla="*/ 36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1">
                    <a:moveTo>
                      <a:pt x="1" y="30"/>
                    </a:moveTo>
                    <a:cubicBezTo>
                      <a:pt x="16" y="31"/>
                      <a:pt x="35" y="19"/>
                      <a:pt x="48" y="12"/>
                    </a:cubicBezTo>
                    <a:cubicBezTo>
                      <a:pt x="38" y="0"/>
                      <a:pt x="10" y="23"/>
                      <a:pt x="0" y="2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9" name="Freeform 2442">
                <a:extLst>
                  <a:ext uri="{FF2B5EF4-FFF2-40B4-BE49-F238E27FC236}">
                    <a16:creationId xmlns:a16="http://schemas.microsoft.com/office/drawing/2014/main" id="{B5CC25B3-F307-4420-AC5A-E80383C61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481"/>
                <a:ext cx="53" cy="40"/>
              </a:xfrm>
              <a:custGeom>
                <a:avLst/>
                <a:gdLst>
                  <a:gd name="T0" fmla="*/ 1 w 48"/>
                  <a:gd name="T1" fmla="*/ 49 h 36"/>
                  <a:gd name="T2" fmla="*/ 65 w 48"/>
                  <a:gd name="T3" fmla="*/ 0 h 36"/>
                  <a:gd name="T4" fmla="*/ 0 w 48"/>
                  <a:gd name="T5" fmla="*/ 3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6">
                    <a:moveTo>
                      <a:pt x="1" y="36"/>
                    </a:moveTo>
                    <a:cubicBezTo>
                      <a:pt x="15" y="31"/>
                      <a:pt x="45" y="17"/>
                      <a:pt x="48" y="0"/>
                    </a:cubicBezTo>
                    <a:cubicBezTo>
                      <a:pt x="33" y="2"/>
                      <a:pt x="12" y="17"/>
                      <a:pt x="0" y="2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0" name="Freeform 2443">
                <a:extLst>
                  <a:ext uri="{FF2B5EF4-FFF2-40B4-BE49-F238E27FC236}">
                    <a16:creationId xmlns:a16="http://schemas.microsoft.com/office/drawing/2014/main" id="{0EE36F41-022D-4F46-8A6B-232A684E7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511"/>
                <a:ext cx="53" cy="47"/>
              </a:xfrm>
              <a:custGeom>
                <a:avLst/>
                <a:gdLst>
                  <a:gd name="T0" fmla="*/ 3 w 48"/>
                  <a:gd name="T1" fmla="*/ 54 h 42"/>
                  <a:gd name="T2" fmla="*/ 65 w 48"/>
                  <a:gd name="T3" fmla="*/ 12 h 42"/>
                  <a:gd name="T4" fmla="*/ 0 w 48"/>
                  <a:gd name="T5" fmla="*/ 56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2">
                    <a:moveTo>
                      <a:pt x="3" y="38"/>
                    </a:moveTo>
                    <a:cubicBezTo>
                      <a:pt x="10" y="42"/>
                      <a:pt x="40" y="16"/>
                      <a:pt x="48" y="9"/>
                    </a:cubicBezTo>
                    <a:cubicBezTo>
                      <a:pt x="39" y="0"/>
                      <a:pt x="8" y="35"/>
                      <a:pt x="0" y="4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1" name="Freeform 2444">
                <a:extLst>
                  <a:ext uri="{FF2B5EF4-FFF2-40B4-BE49-F238E27FC236}">
                    <a16:creationId xmlns:a16="http://schemas.microsoft.com/office/drawing/2014/main" id="{EFE32BBC-44BE-4F27-9E2E-7B7CDCA49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548"/>
                <a:ext cx="55" cy="36"/>
              </a:xfrm>
              <a:custGeom>
                <a:avLst/>
                <a:gdLst>
                  <a:gd name="T0" fmla="*/ 0 w 50"/>
                  <a:gd name="T1" fmla="*/ 43 h 33"/>
                  <a:gd name="T2" fmla="*/ 67 w 50"/>
                  <a:gd name="T3" fmla="*/ 0 h 33"/>
                  <a:gd name="T4" fmla="*/ 43 w 50"/>
                  <a:gd name="T5" fmla="*/ 28 h 33"/>
                  <a:gd name="T6" fmla="*/ 8 w 50"/>
                  <a:gd name="T7" fmla="*/ 4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3">
                    <a:moveTo>
                      <a:pt x="0" y="33"/>
                    </a:moveTo>
                    <a:cubicBezTo>
                      <a:pt x="14" y="18"/>
                      <a:pt x="29" y="4"/>
                      <a:pt x="50" y="0"/>
                    </a:cubicBezTo>
                    <a:cubicBezTo>
                      <a:pt x="45" y="8"/>
                      <a:pt x="41" y="17"/>
                      <a:pt x="32" y="22"/>
                    </a:cubicBezTo>
                    <a:cubicBezTo>
                      <a:pt x="23" y="27"/>
                      <a:pt x="13" y="27"/>
                      <a:pt x="5" y="3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2" name="Freeform 2445">
                <a:extLst>
                  <a:ext uri="{FF2B5EF4-FFF2-40B4-BE49-F238E27FC236}">
                    <a16:creationId xmlns:a16="http://schemas.microsoft.com/office/drawing/2014/main" id="{B30D6017-CE1C-4276-B65C-695E8F9EF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584"/>
                <a:ext cx="52" cy="30"/>
              </a:xfrm>
              <a:custGeom>
                <a:avLst/>
                <a:gdLst>
                  <a:gd name="T0" fmla="*/ 4 w 47"/>
                  <a:gd name="T1" fmla="*/ 36 h 27"/>
                  <a:gd name="T2" fmla="*/ 64 w 47"/>
                  <a:gd name="T3" fmla="*/ 0 h 27"/>
                  <a:gd name="T4" fmla="*/ 0 w 47"/>
                  <a:gd name="T5" fmla="*/ 37 h 27"/>
                  <a:gd name="T6" fmla="*/ 2 w 47"/>
                  <a:gd name="T7" fmla="*/ 3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7">
                    <a:moveTo>
                      <a:pt x="4" y="26"/>
                    </a:moveTo>
                    <a:cubicBezTo>
                      <a:pt x="13" y="11"/>
                      <a:pt x="30" y="3"/>
                      <a:pt x="47" y="0"/>
                    </a:cubicBezTo>
                    <a:cubicBezTo>
                      <a:pt x="32" y="7"/>
                      <a:pt x="19" y="26"/>
                      <a:pt x="0" y="27"/>
                    </a:cubicBezTo>
                    <a:cubicBezTo>
                      <a:pt x="0" y="26"/>
                      <a:pt x="1" y="26"/>
                      <a:pt x="2" y="2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3" name="Freeform 2446">
                <a:extLst>
                  <a:ext uri="{FF2B5EF4-FFF2-40B4-BE49-F238E27FC236}">
                    <a16:creationId xmlns:a16="http://schemas.microsoft.com/office/drawing/2014/main" id="{B9892653-C755-4ACA-9820-3B7A529EF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610"/>
                <a:ext cx="43" cy="46"/>
              </a:xfrm>
              <a:custGeom>
                <a:avLst/>
                <a:gdLst>
                  <a:gd name="T0" fmla="*/ 52 w 39"/>
                  <a:gd name="T1" fmla="*/ 1 h 42"/>
                  <a:gd name="T2" fmla="*/ 9 w 39"/>
                  <a:gd name="T3" fmla="*/ 42 h 42"/>
                  <a:gd name="T4" fmla="*/ 51 w 39"/>
                  <a:gd name="T5" fmla="*/ 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2">
                    <a:moveTo>
                      <a:pt x="39" y="1"/>
                    </a:moveTo>
                    <a:cubicBezTo>
                      <a:pt x="30" y="0"/>
                      <a:pt x="0" y="22"/>
                      <a:pt x="6" y="32"/>
                    </a:cubicBezTo>
                    <a:cubicBezTo>
                      <a:pt x="11" y="42"/>
                      <a:pt x="36" y="9"/>
                      <a:pt x="38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4" name="Freeform 2447">
                <a:extLst>
                  <a:ext uri="{FF2B5EF4-FFF2-40B4-BE49-F238E27FC236}">
                    <a16:creationId xmlns:a16="http://schemas.microsoft.com/office/drawing/2014/main" id="{76B5E498-BC31-47FF-8AE7-E4F2EFA3E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637"/>
                <a:ext cx="37" cy="45"/>
              </a:xfrm>
              <a:custGeom>
                <a:avLst/>
                <a:gdLst>
                  <a:gd name="T0" fmla="*/ 42 w 34"/>
                  <a:gd name="T1" fmla="*/ 2 h 41"/>
                  <a:gd name="T2" fmla="*/ 44 w 34"/>
                  <a:gd name="T3" fmla="*/ 0 h 41"/>
                  <a:gd name="T4" fmla="*/ 4 w 34"/>
                  <a:gd name="T5" fmla="*/ 41 h 41"/>
                  <a:gd name="T6" fmla="*/ 40 w 34"/>
                  <a:gd name="T7" fmla="*/ 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1">
                    <a:moveTo>
                      <a:pt x="33" y="2"/>
                    </a:moveTo>
                    <a:cubicBezTo>
                      <a:pt x="33" y="1"/>
                      <a:pt x="34" y="1"/>
                      <a:pt x="34" y="0"/>
                    </a:cubicBezTo>
                    <a:cubicBezTo>
                      <a:pt x="29" y="5"/>
                      <a:pt x="0" y="22"/>
                      <a:pt x="4" y="31"/>
                    </a:cubicBezTo>
                    <a:cubicBezTo>
                      <a:pt x="8" y="41"/>
                      <a:pt x="28" y="10"/>
                      <a:pt x="31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5" name="Freeform 2448">
                <a:extLst>
                  <a:ext uri="{FF2B5EF4-FFF2-40B4-BE49-F238E27FC236}">
                    <a16:creationId xmlns:a16="http://schemas.microsoft.com/office/drawing/2014/main" id="{51065605-250E-43FA-A8D1-4AED70FFE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671"/>
                <a:ext cx="43" cy="30"/>
              </a:xfrm>
              <a:custGeom>
                <a:avLst/>
                <a:gdLst>
                  <a:gd name="T0" fmla="*/ 50 w 39"/>
                  <a:gd name="T1" fmla="*/ 2 h 27"/>
                  <a:gd name="T2" fmla="*/ 49 w 39"/>
                  <a:gd name="T3" fmla="*/ 0 h 27"/>
                  <a:gd name="T4" fmla="*/ 14 w 39"/>
                  <a:gd name="T5" fmla="*/ 34 h 27"/>
                  <a:gd name="T6" fmla="*/ 52 w 39"/>
                  <a:gd name="T7" fmla="*/ 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7">
                    <a:moveTo>
                      <a:pt x="37" y="2"/>
                    </a:moveTo>
                    <a:cubicBezTo>
                      <a:pt x="38" y="1"/>
                      <a:pt x="37" y="0"/>
                      <a:pt x="36" y="0"/>
                    </a:cubicBezTo>
                    <a:cubicBezTo>
                      <a:pt x="32" y="2"/>
                      <a:pt x="0" y="21"/>
                      <a:pt x="11" y="25"/>
                    </a:cubicBezTo>
                    <a:cubicBezTo>
                      <a:pt x="19" y="27"/>
                      <a:pt x="36" y="7"/>
                      <a:pt x="39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6" name="Freeform 2449">
                <a:extLst>
                  <a:ext uri="{FF2B5EF4-FFF2-40B4-BE49-F238E27FC236}">
                    <a16:creationId xmlns:a16="http://schemas.microsoft.com/office/drawing/2014/main" id="{D5FE315C-C677-47C2-848D-34D52766B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690"/>
                <a:ext cx="41" cy="38"/>
              </a:xfrm>
              <a:custGeom>
                <a:avLst/>
                <a:gdLst>
                  <a:gd name="T0" fmla="*/ 50 w 37"/>
                  <a:gd name="T1" fmla="*/ 1 h 34"/>
                  <a:gd name="T2" fmla="*/ 0 w 37"/>
                  <a:gd name="T3" fmla="*/ 39 h 34"/>
                  <a:gd name="T4" fmla="*/ 47 w 37"/>
                  <a:gd name="T5" fmla="*/ 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4">
                    <a:moveTo>
                      <a:pt x="37" y="1"/>
                    </a:moveTo>
                    <a:cubicBezTo>
                      <a:pt x="28" y="0"/>
                      <a:pt x="4" y="18"/>
                      <a:pt x="0" y="28"/>
                    </a:cubicBezTo>
                    <a:cubicBezTo>
                      <a:pt x="12" y="34"/>
                      <a:pt x="28" y="10"/>
                      <a:pt x="34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7" name="Freeform 2450">
                <a:extLst>
                  <a:ext uri="{FF2B5EF4-FFF2-40B4-BE49-F238E27FC236}">
                    <a16:creationId xmlns:a16="http://schemas.microsoft.com/office/drawing/2014/main" id="{BDE4C580-A7D1-484B-B706-958235CED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708"/>
                <a:ext cx="42" cy="39"/>
              </a:xfrm>
              <a:custGeom>
                <a:avLst/>
                <a:gdLst>
                  <a:gd name="T0" fmla="*/ 49 w 38"/>
                  <a:gd name="T1" fmla="*/ 4 h 35"/>
                  <a:gd name="T2" fmla="*/ 51 w 38"/>
                  <a:gd name="T3" fmla="*/ 0 h 35"/>
                  <a:gd name="T4" fmla="*/ 4 w 38"/>
                  <a:gd name="T5" fmla="*/ 48 h 35"/>
                  <a:gd name="T6" fmla="*/ 51 w 38"/>
                  <a:gd name="T7" fmla="*/ 2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5">
                    <a:moveTo>
                      <a:pt x="36" y="4"/>
                    </a:moveTo>
                    <a:cubicBezTo>
                      <a:pt x="37" y="2"/>
                      <a:pt x="38" y="1"/>
                      <a:pt x="38" y="0"/>
                    </a:cubicBezTo>
                    <a:cubicBezTo>
                      <a:pt x="28" y="0"/>
                      <a:pt x="0" y="24"/>
                      <a:pt x="4" y="35"/>
                    </a:cubicBezTo>
                    <a:cubicBezTo>
                      <a:pt x="17" y="29"/>
                      <a:pt x="30" y="13"/>
                      <a:pt x="38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8" name="Freeform 2451">
                <a:extLst>
                  <a:ext uri="{FF2B5EF4-FFF2-40B4-BE49-F238E27FC236}">
                    <a16:creationId xmlns:a16="http://schemas.microsoft.com/office/drawing/2014/main" id="{E6E8C006-8942-49B8-8B01-148768875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727"/>
                <a:ext cx="40" cy="38"/>
              </a:xfrm>
              <a:custGeom>
                <a:avLst/>
                <a:gdLst>
                  <a:gd name="T0" fmla="*/ 49 w 36"/>
                  <a:gd name="T1" fmla="*/ 1 h 35"/>
                  <a:gd name="T2" fmla="*/ 0 w 36"/>
                  <a:gd name="T3" fmla="*/ 45 h 35"/>
                  <a:gd name="T4" fmla="*/ 49 w 3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5">
                    <a:moveTo>
                      <a:pt x="36" y="1"/>
                    </a:moveTo>
                    <a:cubicBezTo>
                      <a:pt x="23" y="3"/>
                      <a:pt x="3" y="22"/>
                      <a:pt x="0" y="35"/>
                    </a:cubicBezTo>
                    <a:cubicBezTo>
                      <a:pt x="11" y="23"/>
                      <a:pt x="25" y="13"/>
                      <a:pt x="36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9" name="Freeform 2452">
                <a:extLst>
                  <a:ext uri="{FF2B5EF4-FFF2-40B4-BE49-F238E27FC236}">
                    <a16:creationId xmlns:a16="http://schemas.microsoft.com/office/drawing/2014/main" id="{165E95B5-EDBA-4AA9-B080-8CE1D3380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749"/>
                <a:ext cx="42" cy="46"/>
              </a:xfrm>
              <a:custGeom>
                <a:avLst/>
                <a:gdLst>
                  <a:gd name="T0" fmla="*/ 51 w 38"/>
                  <a:gd name="T1" fmla="*/ 0 h 42"/>
                  <a:gd name="T2" fmla="*/ 0 w 38"/>
                  <a:gd name="T3" fmla="*/ 55 h 42"/>
                  <a:gd name="T4" fmla="*/ 46 w 38"/>
                  <a:gd name="T5" fmla="*/ 1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2">
                    <a:moveTo>
                      <a:pt x="38" y="0"/>
                    </a:moveTo>
                    <a:cubicBezTo>
                      <a:pt x="25" y="0"/>
                      <a:pt x="1" y="29"/>
                      <a:pt x="0" y="42"/>
                    </a:cubicBezTo>
                    <a:cubicBezTo>
                      <a:pt x="16" y="40"/>
                      <a:pt x="23" y="16"/>
                      <a:pt x="34" y="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0" name="Freeform 2453">
                <a:extLst>
                  <a:ext uri="{FF2B5EF4-FFF2-40B4-BE49-F238E27FC236}">
                    <a16:creationId xmlns:a16="http://schemas.microsoft.com/office/drawing/2014/main" id="{FC47F9BB-2656-497D-864E-F4FEE4A6F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770"/>
                <a:ext cx="35" cy="44"/>
              </a:xfrm>
              <a:custGeom>
                <a:avLst/>
                <a:gdLst>
                  <a:gd name="T0" fmla="*/ 38 w 32"/>
                  <a:gd name="T1" fmla="*/ 3 h 40"/>
                  <a:gd name="T2" fmla="*/ 42 w 32"/>
                  <a:gd name="T3" fmla="*/ 0 h 40"/>
                  <a:gd name="T4" fmla="*/ 0 w 32"/>
                  <a:gd name="T5" fmla="*/ 53 h 40"/>
                  <a:gd name="T6" fmla="*/ 38 w 32"/>
                  <a:gd name="T7" fmla="*/ 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29" y="3"/>
                    </a:moveTo>
                    <a:cubicBezTo>
                      <a:pt x="30" y="2"/>
                      <a:pt x="31" y="1"/>
                      <a:pt x="32" y="0"/>
                    </a:cubicBezTo>
                    <a:cubicBezTo>
                      <a:pt x="17" y="11"/>
                      <a:pt x="3" y="21"/>
                      <a:pt x="0" y="40"/>
                    </a:cubicBezTo>
                    <a:cubicBezTo>
                      <a:pt x="9" y="28"/>
                      <a:pt x="21" y="18"/>
                      <a:pt x="29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1" name="Freeform 2454">
                <a:extLst>
                  <a:ext uri="{FF2B5EF4-FFF2-40B4-BE49-F238E27FC236}">
                    <a16:creationId xmlns:a16="http://schemas.microsoft.com/office/drawing/2014/main" id="{388C0E3A-5416-45C5-9604-070C3C885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791"/>
                <a:ext cx="28" cy="39"/>
              </a:xfrm>
              <a:custGeom>
                <a:avLst/>
                <a:gdLst>
                  <a:gd name="T0" fmla="*/ 32 w 26"/>
                  <a:gd name="T1" fmla="*/ 11 h 36"/>
                  <a:gd name="T2" fmla="*/ 0 w 26"/>
                  <a:gd name="T3" fmla="*/ 44 h 36"/>
                  <a:gd name="T4" fmla="*/ 10 w 26"/>
                  <a:gd name="T5" fmla="*/ 36 h 36"/>
                  <a:gd name="T6" fmla="*/ 32 w 26"/>
                  <a:gd name="T7" fmla="*/ 4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6">
                    <a:moveTo>
                      <a:pt x="26" y="8"/>
                    </a:moveTo>
                    <a:cubicBezTo>
                      <a:pt x="22" y="0"/>
                      <a:pt x="0" y="28"/>
                      <a:pt x="0" y="35"/>
                    </a:cubicBezTo>
                    <a:cubicBezTo>
                      <a:pt x="6" y="36"/>
                      <a:pt x="4" y="32"/>
                      <a:pt x="7" y="28"/>
                    </a:cubicBezTo>
                    <a:cubicBezTo>
                      <a:pt x="14" y="20"/>
                      <a:pt x="19" y="12"/>
                      <a:pt x="26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2" name="Freeform 2455">
                <a:extLst>
                  <a:ext uri="{FF2B5EF4-FFF2-40B4-BE49-F238E27FC236}">
                    <a16:creationId xmlns:a16="http://schemas.microsoft.com/office/drawing/2014/main" id="{F478741D-4E6E-4B2B-BED3-3497C690C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813"/>
                <a:ext cx="35" cy="45"/>
              </a:xfrm>
              <a:custGeom>
                <a:avLst/>
                <a:gdLst>
                  <a:gd name="T0" fmla="*/ 38 w 32"/>
                  <a:gd name="T1" fmla="*/ 4 h 41"/>
                  <a:gd name="T2" fmla="*/ 40 w 32"/>
                  <a:gd name="T3" fmla="*/ 0 h 41"/>
                  <a:gd name="T4" fmla="*/ 0 w 32"/>
                  <a:gd name="T5" fmla="*/ 52 h 41"/>
                  <a:gd name="T6" fmla="*/ 39 w 32"/>
                  <a:gd name="T7" fmla="*/ 1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1">
                    <a:moveTo>
                      <a:pt x="29" y="4"/>
                    </a:moveTo>
                    <a:cubicBezTo>
                      <a:pt x="30" y="3"/>
                      <a:pt x="32" y="3"/>
                      <a:pt x="31" y="0"/>
                    </a:cubicBezTo>
                    <a:cubicBezTo>
                      <a:pt x="19" y="4"/>
                      <a:pt x="1" y="27"/>
                      <a:pt x="0" y="39"/>
                    </a:cubicBezTo>
                    <a:cubicBezTo>
                      <a:pt x="14" y="41"/>
                      <a:pt x="18" y="11"/>
                      <a:pt x="30" y="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3" name="Freeform 2456">
                <a:extLst>
                  <a:ext uri="{FF2B5EF4-FFF2-40B4-BE49-F238E27FC236}">
                    <a16:creationId xmlns:a16="http://schemas.microsoft.com/office/drawing/2014/main" id="{52B5111D-0A2E-4DFC-B9F1-FE1086400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843"/>
                <a:ext cx="30" cy="38"/>
              </a:xfrm>
              <a:custGeom>
                <a:avLst/>
                <a:gdLst>
                  <a:gd name="T0" fmla="*/ 34 w 27"/>
                  <a:gd name="T1" fmla="*/ 3 h 35"/>
                  <a:gd name="T2" fmla="*/ 37 w 27"/>
                  <a:gd name="T3" fmla="*/ 0 h 35"/>
                  <a:gd name="T4" fmla="*/ 4 w 27"/>
                  <a:gd name="T5" fmla="*/ 45 h 35"/>
                  <a:gd name="T6" fmla="*/ 37 w 27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5">
                    <a:moveTo>
                      <a:pt x="25" y="3"/>
                    </a:moveTo>
                    <a:cubicBezTo>
                      <a:pt x="26" y="2"/>
                      <a:pt x="27" y="1"/>
                      <a:pt x="27" y="0"/>
                    </a:cubicBezTo>
                    <a:cubicBezTo>
                      <a:pt x="18" y="3"/>
                      <a:pt x="0" y="25"/>
                      <a:pt x="4" y="35"/>
                    </a:cubicBezTo>
                    <a:cubicBezTo>
                      <a:pt x="16" y="32"/>
                      <a:pt x="23" y="10"/>
                      <a:pt x="27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4" name="Freeform 2457">
                <a:extLst>
                  <a:ext uri="{FF2B5EF4-FFF2-40B4-BE49-F238E27FC236}">
                    <a16:creationId xmlns:a16="http://schemas.microsoft.com/office/drawing/2014/main" id="{16A549A6-A1BF-4B09-A389-76F710F48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856"/>
                <a:ext cx="39" cy="43"/>
              </a:xfrm>
              <a:custGeom>
                <a:avLst/>
                <a:gdLst>
                  <a:gd name="T0" fmla="*/ 47 w 35"/>
                  <a:gd name="T1" fmla="*/ 3 h 39"/>
                  <a:gd name="T2" fmla="*/ 48 w 35"/>
                  <a:gd name="T3" fmla="*/ 0 h 39"/>
                  <a:gd name="T4" fmla="*/ 10 w 35"/>
                  <a:gd name="T5" fmla="*/ 52 h 39"/>
                  <a:gd name="T6" fmla="*/ 47 w 35"/>
                  <a:gd name="T7" fmla="*/ 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4" y="3"/>
                    </a:moveTo>
                    <a:cubicBezTo>
                      <a:pt x="34" y="2"/>
                      <a:pt x="35" y="1"/>
                      <a:pt x="35" y="0"/>
                    </a:cubicBezTo>
                    <a:cubicBezTo>
                      <a:pt x="23" y="3"/>
                      <a:pt x="0" y="27"/>
                      <a:pt x="7" y="39"/>
                    </a:cubicBezTo>
                    <a:cubicBezTo>
                      <a:pt x="19" y="37"/>
                      <a:pt x="24" y="12"/>
                      <a:pt x="34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5" name="Freeform 2458">
                <a:extLst>
                  <a:ext uri="{FF2B5EF4-FFF2-40B4-BE49-F238E27FC236}">
                    <a16:creationId xmlns:a16="http://schemas.microsoft.com/office/drawing/2014/main" id="{A00FB855-932A-41C9-86C3-8F85D5731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878"/>
                <a:ext cx="33" cy="46"/>
              </a:xfrm>
              <a:custGeom>
                <a:avLst/>
                <a:gdLst>
                  <a:gd name="T0" fmla="*/ 37 w 30"/>
                  <a:gd name="T1" fmla="*/ 9 h 42"/>
                  <a:gd name="T2" fmla="*/ 39 w 30"/>
                  <a:gd name="T3" fmla="*/ 0 h 42"/>
                  <a:gd name="T4" fmla="*/ 3 w 30"/>
                  <a:gd name="T5" fmla="*/ 50 h 42"/>
                  <a:gd name="T6" fmla="*/ 34 w 30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2">
                    <a:moveTo>
                      <a:pt x="28" y="6"/>
                    </a:moveTo>
                    <a:cubicBezTo>
                      <a:pt x="29" y="4"/>
                      <a:pt x="30" y="2"/>
                      <a:pt x="29" y="0"/>
                    </a:cubicBezTo>
                    <a:cubicBezTo>
                      <a:pt x="15" y="0"/>
                      <a:pt x="0" y="25"/>
                      <a:pt x="3" y="38"/>
                    </a:cubicBezTo>
                    <a:cubicBezTo>
                      <a:pt x="17" y="42"/>
                      <a:pt x="23" y="9"/>
                      <a:pt x="25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6" name="Freeform 2459">
                <a:extLst>
                  <a:ext uri="{FF2B5EF4-FFF2-40B4-BE49-F238E27FC236}">
                    <a16:creationId xmlns:a16="http://schemas.microsoft.com/office/drawing/2014/main" id="{B8B176DC-029C-45DB-BBED-124A8BBF5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896"/>
                <a:ext cx="36" cy="46"/>
              </a:xfrm>
              <a:custGeom>
                <a:avLst/>
                <a:gdLst>
                  <a:gd name="T0" fmla="*/ 38 w 32"/>
                  <a:gd name="T1" fmla="*/ 5 h 42"/>
                  <a:gd name="T2" fmla="*/ 41 w 32"/>
                  <a:gd name="T3" fmla="*/ 0 h 42"/>
                  <a:gd name="T4" fmla="*/ 8 w 32"/>
                  <a:gd name="T5" fmla="*/ 55 h 42"/>
                  <a:gd name="T6" fmla="*/ 46 w 32"/>
                  <a:gd name="T7" fmla="*/ 1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2">
                    <a:moveTo>
                      <a:pt x="27" y="5"/>
                    </a:moveTo>
                    <a:cubicBezTo>
                      <a:pt x="28" y="3"/>
                      <a:pt x="29" y="2"/>
                      <a:pt x="28" y="0"/>
                    </a:cubicBezTo>
                    <a:cubicBezTo>
                      <a:pt x="18" y="8"/>
                      <a:pt x="0" y="29"/>
                      <a:pt x="5" y="42"/>
                    </a:cubicBezTo>
                    <a:cubicBezTo>
                      <a:pt x="16" y="39"/>
                      <a:pt x="30" y="12"/>
                      <a:pt x="32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7" name="Freeform 2460">
                <a:extLst>
                  <a:ext uri="{FF2B5EF4-FFF2-40B4-BE49-F238E27FC236}">
                    <a16:creationId xmlns:a16="http://schemas.microsoft.com/office/drawing/2014/main" id="{39996D5D-974F-4E45-B039-DD2110BD0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906"/>
                <a:ext cx="38" cy="56"/>
              </a:xfrm>
              <a:custGeom>
                <a:avLst/>
                <a:gdLst>
                  <a:gd name="T0" fmla="*/ 41 w 35"/>
                  <a:gd name="T1" fmla="*/ 9 h 51"/>
                  <a:gd name="T2" fmla="*/ 10 w 35"/>
                  <a:gd name="T3" fmla="*/ 64 h 51"/>
                  <a:gd name="T4" fmla="*/ 45 w 35"/>
                  <a:gd name="T5" fmla="*/ 5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51">
                    <a:moveTo>
                      <a:pt x="32" y="6"/>
                    </a:moveTo>
                    <a:cubicBezTo>
                      <a:pt x="21" y="0"/>
                      <a:pt x="0" y="44"/>
                      <a:pt x="7" y="48"/>
                    </a:cubicBezTo>
                    <a:cubicBezTo>
                      <a:pt x="14" y="51"/>
                      <a:pt x="30" y="10"/>
                      <a:pt x="35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8" name="Freeform 2461">
                <a:extLst>
                  <a:ext uri="{FF2B5EF4-FFF2-40B4-BE49-F238E27FC236}">
                    <a16:creationId xmlns:a16="http://schemas.microsoft.com/office/drawing/2014/main" id="{74FE8734-7839-4DBC-A4A4-697E6302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931"/>
                <a:ext cx="28" cy="46"/>
              </a:xfrm>
              <a:custGeom>
                <a:avLst/>
                <a:gdLst>
                  <a:gd name="T0" fmla="*/ 34 w 25"/>
                  <a:gd name="T1" fmla="*/ 4 h 42"/>
                  <a:gd name="T2" fmla="*/ 24 w 25"/>
                  <a:gd name="T3" fmla="*/ 12 h 42"/>
                  <a:gd name="T4" fmla="*/ 4 w 25"/>
                  <a:gd name="T5" fmla="*/ 55 h 42"/>
                  <a:gd name="T6" fmla="*/ 35 w 25"/>
                  <a:gd name="T7" fmla="*/ 2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2">
                    <a:moveTo>
                      <a:pt x="24" y="4"/>
                    </a:moveTo>
                    <a:cubicBezTo>
                      <a:pt x="23" y="0"/>
                      <a:pt x="19" y="6"/>
                      <a:pt x="17" y="9"/>
                    </a:cubicBezTo>
                    <a:cubicBezTo>
                      <a:pt x="10" y="17"/>
                      <a:pt x="0" y="32"/>
                      <a:pt x="4" y="42"/>
                    </a:cubicBezTo>
                    <a:cubicBezTo>
                      <a:pt x="17" y="36"/>
                      <a:pt x="22" y="15"/>
                      <a:pt x="25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9" name="Freeform 2462">
                <a:extLst>
                  <a:ext uri="{FF2B5EF4-FFF2-40B4-BE49-F238E27FC236}">
                    <a16:creationId xmlns:a16="http://schemas.microsoft.com/office/drawing/2014/main" id="{55D86EA4-6004-4E16-8565-0ACEF0D03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948"/>
                <a:ext cx="36" cy="54"/>
              </a:xfrm>
              <a:custGeom>
                <a:avLst/>
                <a:gdLst>
                  <a:gd name="T0" fmla="*/ 36 w 32"/>
                  <a:gd name="T1" fmla="*/ 9 h 49"/>
                  <a:gd name="T2" fmla="*/ 41 w 32"/>
                  <a:gd name="T3" fmla="*/ 0 h 49"/>
                  <a:gd name="T4" fmla="*/ 8 w 32"/>
                  <a:gd name="T5" fmla="*/ 66 h 49"/>
                  <a:gd name="T6" fmla="*/ 46 w 32"/>
                  <a:gd name="T7" fmla="*/ 4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9">
                    <a:moveTo>
                      <a:pt x="25" y="6"/>
                    </a:moveTo>
                    <a:cubicBezTo>
                      <a:pt x="28" y="4"/>
                      <a:pt x="29" y="3"/>
                      <a:pt x="28" y="0"/>
                    </a:cubicBezTo>
                    <a:cubicBezTo>
                      <a:pt x="12" y="0"/>
                      <a:pt x="0" y="36"/>
                      <a:pt x="5" y="49"/>
                    </a:cubicBezTo>
                    <a:cubicBezTo>
                      <a:pt x="15" y="45"/>
                      <a:pt x="28" y="14"/>
                      <a:pt x="32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0" name="Freeform 2463">
                <a:extLst>
                  <a:ext uri="{FF2B5EF4-FFF2-40B4-BE49-F238E27FC236}">
                    <a16:creationId xmlns:a16="http://schemas.microsoft.com/office/drawing/2014/main" id="{7EA94804-0826-444F-8397-F2448AE04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965"/>
                <a:ext cx="28" cy="53"/>
              </a:xfrm>
              <a:custGeom>
                <a:avLst/>
                <a:gdLst>
                  <a:gd name="T0" fmla="*/ 28 w 26"/>
                  <a:gd name="T1" fmla="*/ 13 h 48"/>
                  <a:gd name="T2" fmla="*/ 32 w 26"/>
                  <a:gd name="T3" fmla="*/ 1 h 48"/>
                  <a:gd name="T4" fmla="*/ 3 w 26"/>
                  <a:gd name="T5" fmla="*/ 65 h 48"/>
                  <a:gd name="T6" fmla="*/ 31 w 26"/>
                  <a:gd name="T7" fmla="*/ 0 h 48"/>
                  <a:gd name="T8" fmla="*/ 28 w 26"/>
                  <a:gd name="T9" fmla="*/ 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8">
                    <a:moveTo>
                      <a:pt x="22" y="10"/>
                    </a:moveTo>
                    <a:cubicBezTo>
                      <a:pt x="24" y="8"/>
                      <a:pt x="26" y="4"/>
                      <a:pt x="26" y="1"/>
                    </a:cubicBezTo>
                    <a:cubicBezTo>
                      <a:pt x="13" y="4"/>
                      <a:pt x="0" y="36"/>
                      <a:pt x="3" y="48"/>
                    </a:cubicBezTo>
                    <a:cubicBezTo>
                      <a:pt x="18" y="46"/>
                      <a:pt x="24" y="12"/>
                      <a:pt x="25" y="0"/>
                    </a:cubicBezTo>
                    <a:cubicBezTo>
                      <a:pt x="24" y="0"/>
                      <a:pt x="23" y="1"/>
                      <a:pt x="22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1" name="Freeform 2464">
                <a:extLst>
                  <a:ext uri="{FF2B5EF4-FFF2-40B4-BE49-F238E27FC236}">
                    <a16:creationId xmlns:a16="http://schemas.microsoft.com/office/drawing/2014/main" id="{4FCEF43E-3BBC-40A2-8E88-2C974BB3C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984"/>
                <a:ext cx="35" cy="51"/>
              </a:xfrm>
              <a:custGeom>
                <a:avLst/>
                <a:gdLst>
                  <a:gd name="T0" fmla="*/ 34 w 32"/>
                  <a:gd name="T1" fmla="*/ 1 h 46"/>
                  <a:gd name="T2" fmla="*/ 5 w 32"/>
                  <a:gd name="T3" fmla="*/ 63 h 46"/>
                  <a:gd name="T4" fmla="*/ 42 w 32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6">
                    <a:moveTo>
                      <a:pt x="26" y="1"/>
                    </a:moveTo>
                    <a:cubicBezTo>
                      <a:pt x="17" y="5"/>
                      <a:pt x="0" y="37"/>
                      <a:pt x="5" y="46"/>
                    </a:cubicBezTo>
                    <a:cubicBezTo>
                      <a:pt x="21" y="44"/>
                      <a:pt x="32" y="14"/>
                      <a:pt x="32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2" name="Freeform 2465">
                <a:extLst>
                  <a:ext uri="{FF2B5EF4-FFF2-40B4-BE49-F238E27FC236}">
                    <a16:creationId xmlns:a16="http://schemas.microsoft.com/office/drawing/2014/main" id="{15296954-4CCB-49D4-900C-B1CB3BFAE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3004"/>
                <a:ext cx="29" cy="47"/>
              </a:xfrm>
              <a:custGeom>
                <a:avLst/>
                <a:gdLst>
                  <a:gd name="T0" fmla="*/ 29 w 26"/>
                  <a:gd name="T1" fmla="*/ 2 h 43"/>
                  <a:gd name="T2" fmla="*/ 28 w 26"/>
                  <a:gd name="T3" fmla="*/ 0 h 43"/>
                  <a:gd name="T4" fmla="*/ 1 w 26"/>
                  <a:gd name="T5" fmla="*/ 56 h 43"/>
                  <a:gd name="T6" fmla="*/ 36 w 26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3">
                    <a:moveTo>
                      <a:pt x="21" y="2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9" y="10"/>
                      <a:pt x="0" y="28"/>
                      <a:pt x="1" y="43"/>
                    </a:cubicBezTo>
                    <a:cubicBezTo>
                      <a:pt x="14" y="43"/>
                      <a:pt x="25" y="9"/>
                      <a:pt x="26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3" name="Freeform 2466">
                <a:extLst>
                  <a:ext uri="{FF2B5EF4-FFF2-40B4-BE49-F238E27FC236}">
                    <a16:creationId xmlns:a16="http://schemas.microsoft.com/office/drawing/2014/main" id="{4B4B47CA-E57C-487A-A91D-9CCFABFC0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019"/>
                <a:ext cx="31" cy="53"/>
              </a:xfrm>
              <a:custGeom>
                <a:avLst/>
                <a:gdLst>
                  <a:gd name="T0" fmla="*/ 34 w 28"/>
                  <a:gd name="T1" fmla="*/ 2 h 48"/>
                  <a:gd name="T2" fmla="*/ 37 w 28"/>
                  <a:gd name="T3" fmla="*/ 0 h 48"/>
                  <a:gd name="T4" fmla="*/ 11 w 28"/>
                  <a:gd name="T5" fmla="*/ 65 h 48"/>
                  <a:gd name="T6" fmla="*/ 38 w 28"/>
                  <a:gd name="T7" fmla="*/ 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8">
                    <a:moveTo>
                      <a:pt x="25" y="2"/>
                    </a:moveTo>
                    <a:cubicBezTo>
                      <a:pt x="25" y="2"/>
                      <a:pt x="26" y="1"/>
                      <a:pt x="27" y="0"/>
                    </a:cubicBezTo>
                    <a:cubicBezTo>
                      <a:pt x="17" y="9"/>
                      <a:pt x="0" y="35"/>
                      <a:pt x="8" y="48"/>
                    </a:cubicBezTo>
                    <a:cubicBezTo>
                      <a:pt x="17" y="44"/>
                      <a:pt x="26" y="13"/>
                      <a:pt x="28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4" name="Freeform 2467">
                <a:extLst>
                  <a:ext uri="{FF2B5EF4-FFF2-40B4-BE49-F238E27FC236}">
                    <a16:creationId xmlns:a16="http://schemas.microsoft.com/office/drawing/2014/main" id="{C8EFB4D5-CE12-446F-BC7E-AE5226BE3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3032"/>
                <a:ext cx="38" cy="51"/>
              </a:xfrm>
              <a:custGeom>
                <a:avLst/>
                <a:gdLst>
                  <a:gd name="T0" fmla="*/ 46 w 34"/>
                  <a:gd name="T1" fmla="*/ 4 h 47"/>
                  <a:gd name="T2" fmla="*/ 45 w 34"/>
                  <a:gd name="T3" fmla="*/ 1 h 47"/>
                  <a:gd name="T4" fmla="*/ 2 w 34"/>
                  <a:gd name="T5" fmla="*/ 60 h 47"/>
                  <a:gd name="T6" fmla="*/ 47 w 34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7">
                    <a:moveTo>
                      <a:pt x="33" y="4"/>
                    </a:moveTo>
                    <a:cubicBezTo>
                      <a:pt x="32" y="3"/>
                      <a:pt x="34" y="2"/>
                      <a:pt x="32" y="1"/>
                    </a:cubicBezTo>
                    <a:cubicBezTo>
                      <a:pt x="18" y="6"/>
                      <a:pt x="0" y="32"/>
                      <a:pt x="2" y="47"/>
                    </a:cubicBezTo>
                    <a:cubicBezTo>
                      <a:pt x="13" y="46"/>
                      <a:pt x="31" y="7"/>
                      <a:pt x="34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5" name="Freeform 2468">
                <a:extLst>
                  <a:ext uri="{FF2B5EF4-FFF2-40B4-BE49-F238E27FC236}">
                    <a16:creationId xmlns:a16="http://schemas.microsoft.com/office/drawing/2014/main" id="{1B37ACBE-3AE3-477F-B590-2DC0CE174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3049"/>
                <a:ext cx="54" cy="65"/>
              </a:xfrm>
              <a:custGeom>
                <a:avLst/>
                <a:gdLst>
                  <a:gd name="T0" fmla="*/ 62 w 49"/>
                  <a:gd name="T1" fmla="*/ 8 h 59"/>
                  <a:gd name="T2" fmla="*/ 39 w 49"/>
                  <a:gd name="T3" fmla="*/ 22 h 59"/>
                  <a:gd name="T4" fmla="*/ 4 w 49"/>
                  <a:gd name="T5" fmla="*/ 76 h 59"/>
                  <a:gd name="T6" fmla="*/ 37 w 49"/>
                  <a:gd name="T7" fmla="*/ 41 h 59"/>
                  <a:gd name="T8" fmla="*/ 66 w 49"/>
                  <a:gd name="T9" fmla="*/ 4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59">
                    <a:moveTo>
                      <a:pt x="46" y="5"/>
                    </a:moveTo>
                    <a:cubicBezTo>
                      <a:pt x="43" y="0"/>
                      <a:pt x="32" y="13"/>
                      <a:pt x="29" y="16"/>
                    </a:cubicBezTo>
                    <a:cubicBezTo>
                      <a:pt x="20" y="25"/>
                      <a:pt x="0" y="42"/>
                      <a:pt x="4" y="57"/>
                    </a:cubicBezTo>
                    <a:cubicBezTo>
                      <a:pt x="14" y="59"/>
                      <a:pt x="23" y="38"/>
                      <a:pt x="28" y="31"/>
                    </a:cubicBezTo>
                    <a:cubicBezTo>
                      <a:pt x="34" y="23"/>
                      <a:pt x="46" y="11"/>
                      <a:pt x="49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6" name="Freeform 2469">
                <a:extLst>
                  <a:ext uri="{FF2B5EF4-FFF2-40B4-BE49-F238E27FC236}">
                    <a16:creationId xmlns:a16="http://schemas.microsoft.com/office/drawing/2014/main" id="{B43C44D7-F26F-42C5-A76F-9BC2C683C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3086"/>
                <a:ext cx="68" cy="55"/>
              </a:xfrm>
              <a:custGeom>
                <a:avLst/>
                <a:gdLst>
                  <a:gd name="T0" fmla="*/ 72 w 62"/>
                  <a:gd name="T1" fmla="*/ 2 h 50"/>
                  <a:gd name="T2" fmla="*/ 71 w 62"/>
                  <a:gd name="T3" fmla="*/ 0 h 50"/>
                  <a:gd name="T4" fmla="*/ 13 w 62"/>
                  <a:gd name="T5" fmla="*/ 67 h 50"/>
                  <a:gd name="T6" fmla="*/ 55 w 62"/>
                  <a:gd name="T7" fmla="*/ 34 h 50"/>
                  <a:gd name="T8" fmla="*/ 82 w 62"/>
                  <a:gd name="T9" fmla="*/ 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50">
                    <a:moveTo>
                      <a:pt x="55" y="2"/>
                    </a:moveTo>
                    <a:cubicBezTo>
                      <a:pt x="55" y="1"/>
                      <a:pt x="57" y="0"/>
                      <a:pt x="54" y="0"/>
                    </a:cubicBezTo>
                    <a:cubicBezTo>
                      <a:pt x="42" y="8"/>
                      <a:pt x="0" y="30"/>
                      <a:pt x="10" y="50"/>
                    </a:cubicBezTo>
                    <a:cubicBezTo>
                      <a:pt x="22" y="49"/>
                      <a:pt x="34" y="32"/>
                      <a:pt x="42" y="25"/>
                    </a:cubicBezTo>
                    <a:cubicBezTo>
                      <a:pt x="50" y="18"/>
                      <a:pt x="57" y="11"/>
                      <a:pt x="62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7" name="Freeform 2470">
                <a:extLst>
                  <a:ext uri="{FF2B5EF4-FFF2-40B4-BE49-F238E27FC236}">
                    <a16:creationId xmlns:a16="http://schemas.microsoft.com/office/drawing/2014/main" id="{3DFF68DA-CD64-463A-9001-156241C12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121"/>
                <a:ext cx="82" cy="46"/>
              </a:xfrm>
              <a:custGeom>
                <a:avLst/>
                <a:gdLst>
                  <a:gd name="T0" fmla="*/ 91 w 74"/>
                  <a:gd name="T1" fmla="*/ 0 h 42"/>
                  <a:gd name="T2" fmla="*/ 0 w 74"/>
                  <a:gd name="T3" fmla="*/ 54 h 42"/>
                  <a:gd name="T4" fmla="*/ 23 w 74"/>
                  <a:gd name="T5" fmla="*/ 46 h 42"/>
                  <a:gd name="T6" fmla="*/ 81 w 74"/>
                  <a:gd name="T7" fmla="*/ 18 h 42"/>
                  <a:gd name="T8" fmla="*/ 101 w 74"/>
                  <a:gd name="T9" fmla="*/ 4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42">
                    <a:moveTo>
                      <a:pt x="67" y="0"/>
                    </a:moveTo>
                    <a:cubicBezTo>
                      <a:pt x="49" y="7"/>
                      <a:pt x="21" y="26"/>
                      <a:pt x="0" y="41"/>
                    </a:cubicBezTo>
                    <a:cubicBezTo>
                      <a:pt x="6" y="42"/>
                      <a:pt x="11" y="38"/>
                      <a:pt x="17" y="35"/>
                    </a:cubicBezTo>
                    <a:cubicBezTo>
                      <a:pt x="31" y="28"/>
                      <a:pt x="47" y="22"/>
                      <a:pt x="60" y="14"/>
                    </a:cubicBezTo>
                    <a:cubicBezTo>
                      <a:pt x="65" y="11"/>
                      <a:pt x="69" y="7"/>
                      <a:pt x="74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8" name="Freeform 2471">
                <a:extLst>
                  <a:ext uri="{FF2B5EF4-FFF2-40B4-BE49-F238E27FC236}">
                    <a16:creationId xmlns:a16="http://schemas.microsoft.com/office/drawing/2014/main" id="{7EF89A09-63C5-47A1-891D-0577F7892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3164"/>
                <a:ext cx="66" cy="40"/>
              </a:xfrm>
              <a:custGeom>
                <a:avLst/>
                <a:gdLst>
                  <a:gd name="T0" fmla="*/ 8 w 60"/>
                  <a:gd name="T1" fmla="*/ 38 h 36"/>
                  <a:gd name="T2" fmla="*/ 0 w 60"/>
                  <a:gd name="T3" fmla="*/ 37 h 36"/>
                  <a:gd name="T4" fmla="*/ 80 w 60"/>
                  <a:gd name="T5" fmla="*/ 8 h 36"/>
                  <a:gd name="T6" fmla="*/ 4 w 60"/>
                  <a:gd name="T7" fmla="*/ 32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6">
                    <a:moveTo>
                      <a:pt x="5" y="28"/>
                    </a:moveTo>
                    <a:cubicBezTo>
                      <a:pt x="3" y="28"/>
                      <a:pt x="2" y="28"/>
                      <a:pt x="0" y="27"/>
                    </a:cubicBezTo>
                    <a:cubicBezTo>
                      <a:pt x="24" y="36"/>
                      <a:pt x="46" y="20"/>
                      <a:pt x="60" y="5"/>
                    </a:cubicBezTo>
                    <a:cubicBezTo>
                      <a:pt x="48" y="0"/>
                      <a:pt x="14" y="14"/>
                      <a:pt x="4" y="2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9" name="Freeform 2472">
                <a:extLst>
                  <a:ext uri="{FF2B5EF4-FFF2-40B4-BE49-F238E27FC236}">
                    <a16:creationId xmlns:a16="http://schemas.microsoft.com/office/drawing/2014/main" id="{6D570076-E591-4804-B9B9-B8C9B1530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3209"/>
                <a:ext cx="71" cy="28"/>
              </a:xfrm>
              <a:custGeom>
                <a:avLst/>
                <a:gdLst>
                  <a:gd name="T0" fmla="*/ 4 w 65"/>
                  <a:gd name="T1" fmla="*/ 35 h 25"/>
                  <a:gd name="T2" fmla="*/ 1 w 65"/>
                  <a:gd name="T3" fmla="*/ 28 h 25"/>
                  <a:gd name="T4" fmla="*/ 85 w 65"/>
                  <a:gd name="T5" fmla="*/ 12 h 25"/>
                  <a:gd name="T6" fmla="*/ 11 w 65"/>
                  <a:gd name="T7" fmla="*/ 2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25">
                    <a:moveTo>
                      <a:pt x="4" y="25"/>
                    </a:moveTo>
                    <a:cubicBezTo>
                      <a:pt x="1" y="23"/>
                      <a:pt x="0" y="22"/>
                      <a:pt x="1" y="20"/>
                    </a:cubicBezTo>
                    <a:cubicBezTo>
                      <a:pt x="22" y="24"/>
                      <a:pt x="48" y="22"/>
                      <a:pt x="65" y="9"/>
                    </a:cubicBezTo>
                    <a:cubicBezTo>
                      <a:pt x="65" y="0"/>
                      <a:pt x="12" y="11"/>
                      <a:pt x="8" y="1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0" name="Freeform 2473">
                <a:extLst>
                  <a:ext uri="{FF2B5EF4-FFF2-40B4-BE49-F238E27FC236}">
                    <a16:creationId xmlns:a16="http://schemas.microsoft.com/office/drawing/2014/main" id="{2FAA8D05-3503-4CAC-A040-66F1A502A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3246"/>
                <a:ext cx="67" cy="23"/>
              </a:xfrm>
              <a:custGeom>
                <a:avLst/>
                <a:gdLst>
                  <a:gd name="T0" fmla="*/ 0 w 61"/>
                  <a:gd name="T1" fmla="*/ 25 h 21"/>
                  <a:gd name="T2" fmla="*/ 81 w 61"/>
                  <a:gd name="T3" fmla="*/ 13 h 21"/>
                  <a:gd name="T4" fmla="*/ 16 w 61"/>
                  <a:gd name="T5" fmla="*/ 1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1">
                    <a:moveTo>
                      <a:pt x="0" y="19"/>
                    </a:moveTo>
                    <a:cubicBezTo>
                      <a:pt x="15" y="13"/>
                      <a:pt x="47" y="0"/>
                      <a:pt x="61" y="10"/>
                    </a:cubicBezTo>
                    <a:cubicBezTo>
                      <a:pt x="56" y="17"/>
                      <a:pt x="18" y="21"/>
                      <a:pt x="13" y="1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1" name="Freeform 2474">
                <a:extLst>
                  <a:ext uri="{FF2B5EF4-FFF2-40B4-BE49-F238E27FC236}">
                    <a16:creationId xmlns:a16="http://schemas.microsoft.com/office/drawing/2014/main" id="{5C706833-AAD3-42FB-BCC0-7773241DF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289"/>
                <a:ext cx="67" cy="25"/>
              </a:xfrm>
              <a:custGeom>
                <a:avLst/>
                <a:gdLst>
                  <a:gd name="T0" fmla="*/ 4 w 61"/>
                  <a:gd name="T1" fmla="*/ 20 h 23"/>
                  <a:gd name="T2" fmla="*/ 24 w 61"/>
                  <a:gd name="T3" fmla="*/ 10 h 23"/>
                  <a:gd name="T4" fmla="*/ 81 w 61"/>
                  <a:gd name="T5" fmla="*/ 12 h 23"/>
                  <a:gd name="T6" fmla="*/ 5 w 61"/>
                  <a:gd name="T7" fmla="*/ 1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23">
                    <a:moveTo>
                      <a:pt x="4" y="16"/>
                    </a:moveTo>
                    <a:cubicBezTo>
                      <a:pt x="0" y="13"/>
                      <a:pt x="14" y="8"/>
                      <a:pt x="18" y="7"/>
                    </a:cubicBezTo>
                    <a:cubicBezTo>
                      <a:pt x="29" y="3"/>
                      <a:pt x="52" y="0"/>
                      <a:pt x="61" y="9"/>
                    </a:cubicBezTo>
                    <a:cubicBezTo>
                      <a:pt x="52" y="18"/>
                      <a:pt x="15" y="23"/>
                      <a:pt x="5" y="1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2" name="Freeform 2475">
                <a:extLst>
                  <a:ext uri="{FF2B5EF4-FFF2-40B4-BE49-F238E27FC236}">
                    <a16:creationId xmlns:a16="http://schemas.microsoft.com/office/drawing/2014/main" id="{CF325E70-B735-4CA5-91C8-178F73CD9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331"/>
                <a:ext cx="62" cy="22"/>
              </a:xfrm>
              <a:custGeom>
                <a:avLst/>
                <a:gdLst>
                  <a:gd name="T0" fmla="*/ 76 w 56"/>
                  <a:gd name="T1" fmla="*/ 4 h 20"/>
                  <a:gd name="T2" fmla="*/ 0 w 56"/>
                  <a:gd name="T3" fmla="*/ 24 h 20"/>
                  <a:gd name="T4" fmla="*/ 75 w 56"/>
                  <a:gd name="T5" fmla="*/ 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0">
                    <a:moveTo>
                      <a:pt x="56" y="4"/>
                    </a:moveTo>
                    <a:cubicBezTo>
                      <a:pt x="39" y="0"/>
                      <a:pt x="12" y="4"/>
                      <a:pt x="0" y="18"/>
                    </a:cubicBezTo>
                    <a:cubicBezTo>
                      <a:pt x="18" y="20"/>
                      <a:pt x="37" y="6"/>
                      <a:pt x="55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3" name="Freeform 2476">
                <a:extLst>
                  <a:ext uri="{FF2B5EF4-FFF2-40B4-BE49-F238E27FC236}">
                    <a16:creationId xmlns:a16="http://schemas.microsoft.com/office/drawing/2014/main" id="{3AA2D340-AC75-4130-9985-A458F3E46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3355"/>
                <a:ext cx="54" cy="33"/>
              </a:xfrm>
              <a:custGeom>
                <a:avLst/>
                <a:gdLst>
                  <a:gd name="T0" fmla="*/ 58 w 49"/>
                  <a:gd name="T1" fmla="*/ 23 h 30"/>
                  <a:gd name="T2" fmla="*/ 0 w 49"/>
                  <a:gd name="T3" fmla="*/ 26 h 30"/>
                  <a:gd name="T4" fmla="*/ 66 w 49"/>
                  <a:gd name="T5" fmla="*/ 2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0">
                    <a:moveTo>
                      <a:pt x="44" y="17"/>
                    </a:moveTo>
                    <a:cubicBezTo>
                      <a:pt x="39" y="0"/>
                      <a:pt x="9" y="14"/>
                      <a:pt x="0" y="20"/>
                    </a:cubicBezTo>
                    <a:cubicBezTo>
                      <a:pt x="9" y="30"/>
                      <a:pt x="37" y="16"/>
                      <a:pt x="49" y="1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4" name="Freeform 2477">
                <a:extLst>
                  <a:ext uri="{FF2B5EF4-FFF2-40B4-BE49-F238E27FC236}">
                    <a16:creationId xmlns:a16="http://schemas.microsoft.com/office/drawing/2014/main" id="{D33B534A-E641-4275-B236-B64F4D909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398"/>
                <a:ext cx="62" cy="33"/>
              </a:xfrm>
              <a:custGeom>
                <a:avLst/>
                <a:gdLst>
                  <a:gd name="T0" fmla="*/ 71 w 56"/>
                  <a:gd name="T1" fmla="*/ 13 h 30"/>
                  <a:gd name="T2" fmla="*/ 0 w 56"/>
                  <a:gd name="T3" fmla="*/ 17 h 30"/>
                  <a:gd name="T4" fmla="*/ 76 w 56"/>
                  <a:gd name="T5" fmla="*/ 1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0">
                    <a:moveTo>
                      <a:pt x="52" y="10"/>
                    </a:moveTo>
                    <a:cubicBezTo>
                      <a:pt x="41" y="0"/>
                      <a:pt x="12" y="9"/>
                      <a:pt x="0" y="13"/>
                    </a:cubicBezTo>
                    <a:cubicBezTo>
                      <a:pt x="7" y="30"/>
                      <a:pt x="43" y="16"/>
                      <a:pt x="56" y="1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5" name="Freeform 2478">
                <a:extLst>
                  <a:ext uri="{FF2B5EF4-FFF2-40B4-BE49-F238E27FC236}">
                    <a16:creationId xmlns:a16="http://schemas.microsoft.com/office/drawing/2014/main" id="{61272D91-A2C4-4DF2-8EA7-E857A0998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3450"/>
                <a:ext cx="59" cy="34"/>
              </a:xfrm>
              <a:custGeom>
                <a:avLst/>
                <a:gdLst>
                  <a:gd name="T0" fmla="*/ 59 w 54"/>
                  <a:gd name="T1" fmla="*/ 13 h 31"/>
                  <a:gd name="T2" fmla="*/ 0 w 54"/>
                  <a:gd name="T3" fmla="*/ 20 h 31"/>
                  <a:gd name="T4" fmla="*/ 70 w 54"/>
                  <a:gd name="T5" fmla="*/ 16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1">
                    <a:moveTo>
                      <a:pt x="45" y="10"/>
                    </a:moveTo>
                    <a:cubicBezTo>
                      <a:pt x="48" y="0"/>
                      <a:pt x="6" y="11"/>
                      <a:pt x="0" y="15"/>
                    </a:cubicBezTo>
                    <a:cubicBezTo>
                      <a:pt x="6" y="31"/>
                      <a:pt x="45" y="15"/>
                      <a:pt x="54" y="1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6" name="Freeform 2479">
                <a:extLst>
                  <a:ext uri="{FF2B5EF4-FFF2-40B4-BE49-F238E27FC236}">
                    <a16:creationId xmlns:a16="http://schemas.microsoft.com/office/drawing/2014/main" id="{542DBD2B-D60E-4A7F-A0FA-760001DCA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484"/>
                <a:ext cx="53" cy="40"/>
              </a:xfrm>
              <a:custGeom>
                <a:avLst/>
                <a:gdLst>
                  <a:gd name="T0" fmla="*/ 61 w 48"/>
                  <a:gd name="T1" fmla="*/ 16 h 36"/>
                  <a:gd name="T2" fmla="*/ 62 w 48"/>
                  <a:gd name="T3" fmla="*/ 14 h 36"/>
                  <a:gd name="T4" fmla="*/ 10 w 48"/>
                  <a:gd name="T5" fmla="*/ 36 h 36"/>
                  <a:gd name="T6" fmla="*/ 65 w 48"/>
                  <a:gd name="T7" fmla="*/ 26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36">
                    <a:moveTo>
                      <a:pt x="45" y="12"/>
                    </a:moveTo>
                    <a:cubicBezTo>
                      <a:pt x="45" y="12"/>
                      <a:pt x="46" y="13"/>
                      <a:pt x="46" y="11"/>
                    </a:cubicBezTo>
                    <a:cubicBezTo>
                      <a:pt x="36" y="0"/>
                      <a:pt x="0" y="17"/>
                      <a:pt x="7" y="26"/>
                    </a:cubicBezTo>
                    <a:cubicBezTo>
                      <a:pt x="14" y="36"/>
                      <a:pt x="40" y="22"/>
                      <a:pt x="48" y="19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7" name="Freeform 2480">
                <a:extLst>
                  <a:ext uri="{FF2B5EF4-FFF2-40B4-BE49-F238E27FC236}">
                    <a16:creationId xmlns:a16="http://schemas.microsoft.com/office/drawing/2014/main" id="{F134B74E-F8EE-43B4-8AA9-EE0D33317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534"/>
                <a:ext cx="55" cy="21"/>
              </a:xfrm>
              <a:custGeom>
                <a:avLst/>
                <a:gdLst>
                  <a:gd name="T0" fmla="*/ 58 w 50"/>
                  <a:gd name="T1" fmla="*/ 13 h 19"/>
                  <a:gd name="T2" fmla="*/ 58 w 50"/>
                  <a:gd name="T3" fmla="*/ 9 h 19"/>
                  <a:gd name="T4" fmla="*/ 0 w 50"/>
                  <a:gd name="T5" fmla="*/ 14 h 19"/>
                  <a:gd name="T6" fmla="*/ 67 w 50"/>
                  <a:gd name="T7" fmla="*/ 1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9">
                    <a:moveTo>
                      <a:pt x="44" y="10"/>
                    </a:moveTo>
                    <a:cubicBezTo>
                      <a:pt x="44" y="9"/>
                      <a:pt x="44" y="7"/>
                      <a:pt x="44" y="6"/>
                    </a:cubicBezTo>
                    <a:cubicBezTo>
                      <a:pt x="32" y="3"/>
                      <a:pt x="8" y="0"/>
                      <a:pt x="0" y="11"/>
                    </a:cubicBezTo>
                    <a:cubicBezTo>
                      <a:pt x="14" y="19"/>
                      <a:pt x="35" y="10"/>
                      <a:pt x="50" y="9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8" name="Freeform 2481">
                <a:extLst>
                  <a:ext uri="{FF2B5EF4-FFF2-40B4-BE49-F238E27FC236}">
                    <a16:creationId xmlns:a16="http://schemas.microsoft.com/office/drawing/2014/main" id="{4FADFACC-39B7-4B24-A3A0-E4503AEB6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3556"/>
                <a:ext cx="46" cy="33"/>
              </a:xfrm>
              <a:custGeom>
                <a:avLst/>
                <a:gdLst>
                  <a:gd name="T0" fmla="*/ 58 w 41"/>
                  <a:gd name="T1" fmla="*/ 22 h 30"/>
                  <a:gd name="T2" fmla="*/ 0 w 41"/>
                  <a:gd name="T3" fmla="*/ 40 h 30"/>
                  <a:gd name="T4" fmla="*/ 55 w 41"/>
                  <a:gd name="T5" fmla="*/ 24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0">
                    <a:moveTo>
                      <a:pt x="41" y="16"/>
                    </a:moveTo>
                    <a:cubicBezTo>
                      <a:pt x="35" y="0"/>
                      <a:pt x="4" y="23"/>
                      <a:pt x="0" y="30"/>
                    </a:cubicBezTo>
                    <a:cubicBezTo>
                      <a:pt x="13" y="25"/>
                      <a:pt x="27" y="23"/>
                      <a:pt x="39" y="18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9" name="Freeform 2482">
                <a:extLst>
                  <a:ext uri="{FF2B5EF4-FFF2-40B4-BE49-F238E27FC236}">
                    <a16:creationId xmlns:a16="http://schemas.microsoft.com/office/drawing/2014/main" id="{B4926035-D521-48B3-8788-5EBDC86F0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600"/>
                <a:ext cx="62" cy="27"/>
              </a:xfrm>
              <a:custGeom>
                <a:avLst/>
                <a:gdLst>
                  <a:gd name="T0" fmla="*/ 68 w 56"/>
                  <a:gd name="T1" fmla="*/ 16 h 24"/>
                  <a:gd name="T2" fmla="*/ 0 w 56"/>
                  <a:gd name="T3" fmla="*/ 18 h 24"/>
                  <a:gd name="T4" fmla="*/ 76 w 56"/>
                  <a:gd name="T5" fmla="*/ 1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4">
                    <a:moveTo>
                      <a:pt x="50" y="11"/>
                    </a:moveTo>
                    <a:cubicBezTo>
                      <a:pt x="42" y="0"/>
                      <a:pt x="11" y="8"/>
                      <a:pt x="0" y="12"/>
                    </a:cubicBezTo>
                    <a:cubicBezTo>
                      <a:pt x="9" y="24"/>
                      <a:pt x="44" y="14"/>
                      <a:pt x="56" y="1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0" name="Freeform 2483">
                <a:extLst>
                  <a:ext uri="{FF2B5EF4-FFF2-40B4-BE49-F238E27FC236}">
                    <a16:creationId xmlns:a16="http://schemas.microsoft.com/office/drawing/2014/main" id="{C07B6749-0E00-40FB-9449-AF97B351C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632"/>
                <a:ext cx="71" cy="41"/>
              </a:xfrm>
              <a:custGeom>
                <a:avLst/>
                <a:gdLst>
                  <a:gd name="T0" fmla="*/ 85 w 64"/>
                  <a:gd name="T1" fmla="*/ 13 h 37"/>
                  <a:gd name="T2" fmla="*/ 0 w 64"/>
                  <a:gd name="T3" fmla="*/ 33 h 37"/>
                  <a:gd name="T4" fmla="*/ 88 w 64"/>
                  <a:gd name="T5" fmla="*/ 2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37">
                    <a:moveTo>
                      <a:pt x="62" y="10"/>
                    </a:moveTo>
                    <a:cubicBezTo>
                      <a:pt x="61" y="0"/>
                      <a:pt x="7" y="20"/>
                      <a:pt x="0" y="24"/>
                    </a:cubicBezTo>
                    <a:cubicBezTo>
                      <a:pt x="5" y="37"/>
                      <a:pt x="61" y="20"/>
                      <a:pt x="64" y="1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1" name="Freeform 2484">
                <a:extLst>
                  <a:ext uri="{FF2B5EF4-FFF2-40B4-BE49-F238E27FC236}">
                    <a16:creationId xmlns:a16="http://schemas.microsoft.com/office/drawing/2014/main" id="{C284FC49-E1AC-4F88-9BAD-BCB73C3CD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670"/>
                <a:ext cx="55" cy="39"/>
              </a:xfrm>
              <a:custGeom>
                <a:avLst/>
                <a:gdLst>
                  <a:gd name="T0" fmla="*/ 65 w 50"/>
                  <a:gd name="T1" fmla="*/ 0 h 35"/>
                  <a:gd name="T2" fmla="*/ 0 w 50"/>
                  <a:gd name="T3" fmla="*/ 41 h 35"/>
                  <a:gd name="T4" fmla="*/ 67 w 50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5">
                    <a:moveTo>
                      <a:pt x="49" y="0"/>
                    </a:moveTo>
                    <a:cubicBezTo>
                      <a:pt x="36" y="2"/>
                      <a:pt x="0" y="14"/>
                      <a:pt x="0" y="30"/>
                    </a:cubicBezTo>
                    <a:cubicBezTo>
                      <a:pt x="12" y="35"/>
                      <a:pt x="43" y="12"/>
                      <a:pt x="50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2" name="Freeform 2485">
                <a:extLst>
                  <a:ext uri="{FF2B5EF4-FFF2-40B4-BE49-F238E27FC236}">
                    <a16:creationId xmlns:a16="http://schemas.microsoft.com/office/drawing/2014/main" id="{8EAD6AAA-1AC8-4555-8FA0-BEEDD11C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692"/>
                <a:ext cx="37" cy="31"/>
              </a:xfrm>
              <a:custGeom>
                <a:avLst/>
                <a:gdLst>
                  <a:gd name="T0" fmla="*/ 46 w 33"/>
                  <a:gd name="T1" fmla="*/ 2 h 28"/>
                  <a:gd name="T2" fmla="*/ 44 w 33"/>
                  <a:gd name="T3" fmla="*/ 0 h 28"/>
                  <a:gd name="T4" fmla="*/ 0 w 33"/>
                  <a:gd name="T5" fmla="*/ 37 h 28"/>
                  <a:gd name="T6" fmla="*/ 41 w 33"/>
                  <a:gd name="T7" fmla="*/ 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8">
                    <a:moveTo>
                      <a:pt x="33" y="2"/>
                    </a:moveTo>
                    <a:cubicBezTo>
                      <a:pt x="33" y="0"/>
                      <a:pt x="33" y="0"/>
                      <a:pt x="31" y="0"/>
                    </a:cubicBezTo>
                    <a:cubicBezTo>
                      <a:pt x="22" y="10"/>
                      <a:pt x="7" y="16"/>
                      <a:pt x="0" y="27"/>
                    </a:cubicBezTo>
                    <a:cubicBezTo>
                      <a:pt x="11" y="28"/>
                      <a:pt x="25" y="13"/>
                      <a:pt x="29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3" name="Freeform 2486">
                <a:extLst>
                  <a:ext uri="{FF2B5EF4-FFF2-40B4-BE49-F238E27FC236}">
                    <a16:creationId xmlns:a16="http://schemas.microsoft.com/office/drawing/2014/main" id="{0854BB1B-83BF-4A30-8855-7F079DA3B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1989"/>
                <a:ext cx="267" cy="270"/>
              </a:xfrm>
              <a:custGeom>
                <a:avLst/>
                <a:gdLst>
                  <a:gd name="T0" fmla="*/ 0 w 242"/>
                  <a:gd name="T1" fmla="*/ 328 h 245"/>
                  <a:gd name="T2" fmla="*/ 34 w 242"/>
                  <a:gd name="T3" fmla="*/ 235 h 245"/>
                  <a:gd name="T4" fmla="*/ 106 w 242"/>
                  <a:gd name="T5" fmla="*/ 131 h 245"/>
                  <a:gd name="T6" fmla="*/ 220 w 242"/>
                  <a:gd name="T7" fmla="*/ 55 h 245"/>
                  <a:gd name="T8" fmla="*/ 325 w 242"/>
                  <a:gd name="T9" fmla="*/ 0 h 2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2" h="245">
                    <a:moveTo>
                      <a:pt x="0" y="245"/>
                    </a:moveTo>
                    <a:cubicBezTo>
                      <a:pt x="0" y="228"/>
                      <a:pt x="18" y="194"/>
                      <a:pt x="25" y="175"/>
                    </a:cubicBezTo>
                    <a:cubicBezTo>
                      <a:pt x="39" y="141"/>
                      <a:pt x="52" y="121"/>
                      <a:pt x="79" y="98"/>
                    </a:cubicBezTo>
                    <a:cubicBezTo>
                      <a:pt x="105" y="76"/>
                      <a:pt x="133" y="56"/>
                      <a:pt x="163" y="41"/>
                    </a:cubicBezTo>
                    <a:cubicBezTo>
                      <a:pt x="189" y="28"/>
                      <a:pt x="213" y="8"/>
                      <a:pt x="24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4" name="Freeform 2487">
                <a:extLst>
                  <a:ext uri="{FF2B5EF4-FFF2-40B4-BE49-F238E27FC236}">
                    <a16:creationId xmlns:a16="http://schemas.microsoft.com/office/drawing/2014/main" id="{5C3AF27A-1914-4C84-97EC-E978E4695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962"/>
                <a:ext cx="166" cy="264"/>
              </a:xfrm>
              <a:custGeom>
                <a:avLst/>
                <a:gdLst>
                  <a:gd name="T0" fmla="*/ 200 w 151"/>
                  <a:gd name="T1" fmla="*/ 0 h 239"/>
                  <a:gd name="T2" fmla="*/ 134 w 151"/>
                  <a:gd name="T3" fmla="*/ 92 h 239"/>
                  <a:gd name="T4" fmla="*/ 68 w 151"/>
                  <a:gd name="T5" fmla="*/ 172 h 239"/>
                  <a:gd name="T6" fmla="*/ 0 w 151"/>
                  <a:gd name="T7" fmla="*/ 323 h 239"/>
                  <a:gd name="T8" fmla="*/ 81 w 151"/>
                  <a:gd name="T9" fmla="*/ 268 h 239"/>
                  <a:gd name="T10" fmla="*/ 148 w 151"/>
                  <a:gd name="T11" fmla="*/ 218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239">
                    <a:moveTo>
                      <a:pt x="151" y="0"/>
                    </a:moveTo>
                    <a:cubicBezTo>
                      <a:pt x="146" y="28"/>
                      <a:pt x="120" y="49"/>
                      <a:pt x="101" y="68"/>
                    </a:cubicBezTo>
                    <a:cubicBezTo>
                      <a:pt x="83" y="87"/>
                      <a:pt x="66" y="106"/>
                      <a:pt x="51" y="128"/>
                    </a:cubicBezTo>
                    <a:cubicBezTo>
                      <a:pt x="27" y="163"/>
                      <a:pt x="8" y="199"/>
                      <a:pt x="0" y="239"/>
                    </a:cubicBezTo>
                    <a:cubicBezTo>
                      <a:pt x="15" y="215"/>
                      <a:pt x="37" y="210"/>
                      <a:pt x="61" y="199"/>
                    </a:cubicBezTo>
                    <a:cubicBezTo>
                      <a:pt x="81" y="189"/>
                      <a:pt x="95" y="171"/>
                      <a:pt x="112" y="16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5" name="Freeform 2488">
                <a:extLst>
                  <a:ext uri="{FF2B5EF4-FFF2-40B4-BE49-F238E27FC236}">
                    <a16:creationId xmlns:a16="http://schemas.microsoft.com/office/drawing/2014/main" id="{9D2B83EE-5897-43A9-97A6-A24AAC48D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2116"/>
                <a:ext cx="53" cy="52"/>
              </a:xfrm>
              <a:custGeom>
                <a:avLst/>
                <a:gdLst>
                  <a:gd name="T0" fmla="*/ 0 w 48"/>
                  <a:gd name="T1" fmla="*/ 30 h 47"/>
                  <a:gd name="T2" fmla="*/ 57 w 48"/>
                  <a:gd name="T3" fmla="*/ 0 h 47"/>
                  <a:gd name="T4" fmla="*/ 46 w 48"/>
                  <a:gd name="T5" fmla="*/ 6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7">
                    <a:moveTo>
                      <a:pt x="0" y="22"/>
                    </a:moveTo>
                    <a:cubicBezTo>
                      <a:pt x="12" y="12"/>
                      <a:pt x="29" y="6"/>
                      <a:pt x="43" y="0"/>
                    </a:cubicBezTo>
                    <a:cubicBezTo>
                      <a:pt x="48" y="14"/>
                      <a:pt x="39" y="33"/>
                      <a:pt x="34" y="4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6" name="Freeform 2489">
                <a:extLst>
                  <a:ext uri="{FF2B5EF4-FFF2-40B4-BE49-F238E27FC236}">
                    <a16:creationId xmlns:a16="http://schemas.microsoft.com/office/drawing/2014/main" id="{4C068B5F-B210-49B4-9ADE-F962E0D9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165"/>
                <a:ext cx="87" cy="175"/>
              </a:xfrm>
              <a:custGeom>
                <a:avLst/>
                <a:gdLst>
                  <a:gd name="T0" fmla="*/ 32 w 79"/>
                  <a:gd name="T1" fmla="*/ 215 h 158"/>
                  <a:gd name="T2" fmla="*/ 3 w 79"/>
                  <a:gd name="T3" fmla="*/ 119 h 158"/>
                  <a:gd name="T4" fmla="*/ 24 w 79"/>
                  <a:gd name="T5" fmla="*/ 0 h 158"/>
                  <a:gd name="T6" fmla="*/ 106 w 79"/>
                  <a:gd name="T7" fmla="*/ 111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158">
                    <a:moveTo>
                      <a:pt x="24" y="158"/>
                    </a:moveTo>
                    <a:cubicBezTo>
                      <a:pt x="15" y="136"/>
                      <a:pt x="5" y="111"/>
                      <a:pt x="3" y="88"/>
                    </a:cubicBezTo>
                    <a:cubicBezTo>
                      <a:pt x="0" y="57"/>
                      <a:pt x="19" y="30"/>
                      <a:pt x="18" y="0"/>
                    </a:cubicBezTo>
                    <a:cubicBezTo>
                      <a:pt x="32" y="26"/>
                      <a:pt x="74" y="51"/>
                      <a:pt x="79" y="8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7" name="Freeform 2490">
                <a:extLst>
                  <a:ext uri="{FF2B5EF4-FFF2-40B4-BE49-F238E27FC236}">
                    <a16:creationId xmlns:a16="http://schemas.microsoft.com/office/drawing/2014/main" id="{90D192C7-94B6-441E-953D-244FCCC35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064"/>
                <a:ext cx="137" cy="210"/>
              </a:xfrm>
              <a:custGeom>
                <a:avLst/>
                <a:gdLst>
                  <a:gd name="T0" fmla="*/ 167 w 124"/>
                  <a:gd name="T1" fmla="*/ 256 h 190"/>
                  <a:gd name="T2" fmla="*/ 102 w 124"/>
                  <a:gd name="T3" fmla="*/ 115 h 190"/>
                  <a:gd name="T4" fmla="*/ 0 w 124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190">
                    <a:moveTo>
                      <a:pt x="124" y="190"/>
                    </a:moveTo>
                    <a:cubicBezTo>
                      <a:pt x="98" y="156"/>
                      <a:pt x="91" y="124"/>
                      <a:pt x="75" y="85"/>
                    </a:cubicBezTo>
                    <a:cubicBezTo>
                      <a:pt x="58" y="45"/>
                      <a:pt x="25" y="3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8" name="Freeform 2491">
                <a:extLst>
                  <a:ext uri="{FF2B5EF4-FFF2-40B4-BE49-F238E27FC236}">
                    <a16:creationId xmlns:a16="http://schemas.microsoft.com/office/drawing/2014/main" id="{ABE4031E-2CF5-4C60-A441-306826D7B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048"/>
                <a:ext cx="121" cy="180"/>
              </a:xfrm>
              <a:custGeom>
                <a:avLst/>
                <a:gdLst>
                  <a:gd name="T0" fmla="*/ 51 w 110"/>
                  <a:gd name="T1" fmla="*/ 220 h 163"/>
                  <a:gd name="T2" fmla="*/ 15 w 110"/>
                  <a:gd name="T3" fmla="*/ 130 h 163"/>
                  <a:gd name="T4" fmla="*/ 13 w 110"/>
                  <a:gd name="T5" fmla="*/ 54 h 163"/>
                  <a:gd name="T6" fmla="*/ 146 w 110"/>
                  <a:gd name="T7" fmla="*/ 98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163">
                    <a:moveTo>
                      <a:pt x="38" y="163"/>
                    </a:moveTo>
                    <a:cubicBezTo>
                      <a:pt x="23" y="144"/>
                      <a:pt x="19" y="121"/>
                      <a:pt x="12" y="97"/>
                    </a:cubicBezTo>
                    <a:cubicBezTo>
                      <a:pt x="6" y="78"/>
                      <a:pt x="0" y="59"/>
                      <a:pt x="10" y="40"/>
                    </a:cubicBezTo>
                    <a:cubicBezTo>
                      <a:pt x="30" y="0"/>
                      <a:pt x="100" y="41"/>
                      <a:pt x="110" y="7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9" name="Freeform 2492">
                <a:extLst>
                  <a:ext uri="{FF2B5EF4-FFF2-40B4-BE49-F238E27FC236}">
                    <a16:creationId xmlns:a16="http://schemas.microsoft.com/office/drawing/2014/main" id="{38012880-27C3-4237-B9A2-E44395B64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014"/>
                <a:ext cx="100" cy="335"/>
              </a:xfrm>
              <a:custGeom>
                <a:avLst/>
                <a:gdLst>
                  <a:gd name="T0" fmla="*/ 121 w 91"/>
                  <a:gd name="T1" fmla="*/ 409 h 303"/>
                  <a:gd name="T2" fmla="*/ 93 w 91"/>
                  <a:gd name="T3" fmla="*/ 331 h 303"/>
                  <a:gd name="T4" fmla="*/ 69 w 91"/>
                  <a:gd name="T5" fmla="*/ 231 h 303"/>
                  <a:gd name="T6" fmla="*/ 26 w 91"/>
                  <a:gd name="T7" fmla="*/ 119 h 303"/>
                  <a:gd name="T8" fmla="*/ 11 w 91"/>
                  <a:gd name="T9" fmla="*/ 66 h 303"/>
                  <a:gd name="T10" fmla="*/ 5 w 91"/>
                  <a:gd name="T11" fmla="*/ 0 h 3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303">
                    <a:moveTo>
                      <a:pt x="91" y="303"/>
                    </a:moveTo>
                    <a:cubicBezTo>
                      <a:pt x="81" y="285"/>
                      <a:pt x="76" y="264"/>
                      <a:pt x="70" y="244"/>
                    </a:cubicBezTo>
                    <a:cubicBezTo>
                      <a:pt x="63" y="220"/>
                      <a:pt x="55" y="196"/>
                      <a:pt x="52" y="171"/>
                    </a:cubicBezTo>
                    <a:cubicBezTo>
                      <a:pt x="49" y="139"/>
                      <a:pt x="33" y="117"/>
                      <a:pt x="20" y="89"/>
                    </a:cubicBezTo>
                    <a:cubicBezTo>
                      <a:pt x="15" y="76"/>
                      <a:pt x="10" y="62"/>
                      <a:pt x="8" y="49"/>
                    </a:cubicBezTo>
                    <a:cubicBezTo>
                      <a:pt x="6" y="36"/>
                      <a:pt x="0" y="12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0" name="Freeform 2493">
                <a:extLst>
                  <a:ext uri="{FF2B5EF4-FFF2-40B4-BE49-F238E27FC236}">
                    <a16:creationId xmlns:a16="http://schemas.microsoft.com/office/drawing/2014/main" id="{586C8B97-6EB7-4E6B-9B53-423C45B7D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210"/>
                <a:ext cx="149" cy="151"/>
              </a:xfrm>
              <a:custGeom>
                <a:avLst/>
                <a:gdLst>
                  <a:gd name="T0" fmla="*/ 0 w 135"/>
                  <a:gd name="T1" fmla="*/ 183 h 137"/>
                  <a:gd name="T2" fmla="*/ 38 w 135"/>
                  <a:gd name="T3" fmla="*/ 126 h 137"/>
                  <a:gd name="T4" fmla="*/ 93 w 135"/>
                  <a:gd name="T5" fmla="*/ 93 h 137"/>
                  <a:gd name="T6" fmla="*/ 143 w 135"/>
                  <a:gd name="T7" fmla="*/ 50 h 137"/>
                  <a:gd name="T8" fmla="*/ 181 w 135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137">
                    <a:moveTo>
                      <a:pt x="0" y="137"/>
                    </a:moveTo>
                    <a:cubicBezTo>
                      <a:pt x="7" y="123"/>
                      <a:pt x="15" y="104"/>
                      <a:pt x="28" y="93"/>
                    </a:cubicBezTo>
                    <a:cubicBezTo>
                      <a:pt x="39" y="84"/>
                      <a:pt x="56" y="77"/>
                      <a:pt x="69" y="69"/>
                    </a:cubicBezTo>
                    <a:cubicBezTo>
                      <a:pt x="83" y="60"/>
                      <a:pt x="97" y="51"/>
                      <a:pt x="107" y="37"/>
                    </a:cubicBezTo>
                    <a:cubicBezTo>
                      <a:pt x="113" y="28"/>
                      <a:pt x="121" y="1"/>
                      <a:pt x="13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1" name="Freeform 2494">
                <a:extLst>
                  <a:ext uri="{FF2B5EF4-FFF2-40B4-BE49-F238E27FC236}">
                    <a16:creationId xmlns:a16="http://schemas.microsoft.com/office/drawing/2014/main" id="{0CBA47B4-A424-4793-AE4E-7090220A6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265"/>
                <a:ext cx="10" cy="89"/>
              </a:xfrm>
              <a:custGeom>
                <a:avLst/>
                <a:gdLst>
                  <a:gd name="T0" fmla="*/ 9 w 9"/>
                  <a:gd name="T1" fmla="*/ 108 h 81"/>
                  <a:gd name="T2" fmla="*/ 10 w 9"/>
                  <a:gd name="T3" fmla="*/ 40 h 81"/>
                  <a:gd name="T4" fmla="*/ 0 w 9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1">
                    <a:moveTo>
                      <a:pt x="6" y="81"/>
                    </a:moveTo>
                    <a:cubicBezTo>
                      <a:pt x="1" y="65"/>
                      <a:pt x="9" y="47"/>
                      <a:pt x="7" y="30"/>
                    </a:cubicBezTo>
                    <a:cubicBezTo>
                      <a:pt x="5" y="20"/>
                      <a:pt x="2" y="1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2" name="Freeform 2495">
                <a:extLst>
                  <a:ext uri="{FF2B5EF4-FFF2-40B4-BE49-F238E27FC236}">
                    <a16:creationId xmlns:a16="http://schemas.microsoft.com/office/drawing/2014/main" id="{99732070-C868-405D-88AE-7F5F3BB06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252"/>
                <a:ext cx="82" cy="82"/>
              </a:xfrm>
              <a:custGeom>
                <a:avLst/>
                <a:gdLst>
                  <a:gd name="T0" fmla="*/ 0 w 75"/>
                  <a:gd name="T1" fmla="*/ 98 h 75"/>
                  <a:gd name="T2" fmla="*/ 39 w 75"/>
                  <a:gd name="T3" fmla="*/ 42 h 75"/>
                  <a:gd name="T4" fmla="*/ 98 w 75"/>
                  <a:gd name="T5" fmla="*/ 0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75">
                    <a:moveTo>
                      <a:pt x="0" y="75"/>
                    </a:moveTo>
                    <a:cubicBezTo>
                      <a:pt x="1" y="74"/>
                      <a:pt x="17" y="43"/>
                      <a:pt x="30" y="32"/>
                    </a:cubicBezTo>
                    <a:cubicBezTo>
                      <a:pt x="43" y="20"/>
                      <a:pt x="59" y="9"/>
                      <a:pt x="7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13" name="Group 2496">
              <a:extLst>
                <a:ext uri="{FF2B5EF4-FFF2-40B4-BE49-F238E27FC236}">
                  <a16:creationId xmlns:a16="http://schemas.microsoft.com/office/drawing/2014/main" id="{BC732FE6-DF45-414F-99ED-1E50A790CE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40300" y="5883275"/>
              <a:ext cx="430213" cy="447675"/>
              <a:chOff x="1346" y="1920"/>
              <a:chExt cx="1102" cy="1146"/>
            </a:xfrm>
          </p:grpSpPr>
          <p:sp>
            <p:nvSpPr>
              <p:cNvPr id="76935" name="Freeform 2497">
                <a:extLst>
                  <a:ext uri="{FF2B5EF4-FFF2-40B4-BE49-F238E27FC236}">
                    <a16:creationId xmlns:a16="http://schemas.microsoft.com/office/drawing/2014/main" id="{D47083E8-2D65-4B85-862F-EE7E6325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922"/>
                <a:ext cx="1102" cy="1144"/>
              </a:xfrm>
              <a:custGeom>
                <a:avLst/>
                <a:gdLst>
                  <a:gd name="T0" fmla="*/ 1084 w 1102"/>
                  <a:gd name="T1" fmla="*/ 492 h 1144"/>
                  <a:gd name="T2" fmla="*/ 1072 w 1102"/>
                  <a:gd name="T3" fmla="*/ 444 h 1144"/>
                  <a:gd name="T4" fmla="*/ 1060 w 1102"/>
                  <a:gd name="T5" fmla="*/ 404 h 1144"/>
                  <a:gd name="T6" fmla="*/ 1048 w 1102"/>
                  <a:gd name="T7" fmla="*/ 362 h 1144"/>
                  <a:gd name="T8" fmla="*/ 1038 w 1102"/>
                  <a:gd name="T9" fmla="*/ 334 h 1144"/>
                  <a:gd name="T10" fmla="*/ 1046 w 1102"/>
                  <a:gd name="T11" fmla="*/ 308 h 1144"/>
                  <a:gd name="T12" fmla="*/ 1042 w 1102"/>
                  <a:gd name="T13" fmla="*/ 284 h 1144"/>
                  <a:gd name="T14" fmla="*/ 1016 w 1102"/>
                  <a:gd name="T15" fmla="*/ 224 h 1144"/>
                  <a:gd name="T16" fmla="*/ 984 w 1102"/>
                  <a:gd name="T17" fmla="*/ 104 h 1144"/>
                  <a:gd name="T18" fmla="*/ 958 w 1102"/>
                  <a:gd name="T19" fmla="*/ 42 h 1144"/>
                  <a:gd name="T20" fmla="*/ 968 w 1102"/>
                  <a:gd name="T21" fmla="*/ 0 h 1144"/>
                  <a:gd name="T22" fmla="*/ 970 w 1102"/>
                  <a:gd name="T23" fmla="*/ 0 h 1144"/>
                  <a:gd name="T24" fmla="*/ 4 w 1102"/>
                  <a:gd name="T25" fmla="*/ 6 h 1144"/>
                  <a:gd name="T26" fmla="*/ 26 w 1102"/>
                  <a:gd name="T27" fmla="*/ 26 h 1144"/>
                  <a:gd name="T28" fmla="*/ 54 w 1102"/>
                  <a:gd name="T29" fmla="*/ 124 h 1144"/>
                  <a:gd name="T30" fmla="*/ 66 w 1102"/>
                  <a:gd name="T31" fmla="*/ 266 h 1144"/>
                  <a:gd name="T32" fmla="*/ 66 w 1102"/>
                  <a:gd name="T33" fmla="*/ 370 h 1144"/>
                  <a:gd name="T34" fmla="*/ 54 w 1102"/>
                  <a:gd name="T35" fmla="*/ 438 h 1144"/>
                  <a:gd name="T36" fmla="*/ 60 w 1102"/>
                  <a:gd name="T37" fmla="*/ 476 h 1144"/>
                  <a:gd name="T38" fmla="*/ 76 w 1102"/>
                  <a:gd name="T39" fmla="*/ 522 h 1144"/>
                  <a:gd name="T40" fmla="*/ 74 w 1102"/>
                  <a:gd name="T41" fmla="*/ 544 h 1144"/>
                  <a:gd name="T42" fmla="*/ 68 w 1102"/>
                  <a:gd name="T43" fmla="*/ 574 h 1144"/>
                  <a:gd name="T44" fmla="*/ 80 w 1102"/>
                  <a:gd name="T45" fmla="*/ 612 h 1144"/>
                  <a:gd name="T46" fmla="*/ 78 w 1102"/>
                  <a:gd name="T47" fmla="*/ 630 h 1144"/>
                  <a:gd name="T48" fmla="*/ 70 w 1102"/>
                  <a:gd name="T49" fmla="*/ 664 h 1144"/>
                  <a:gd name="T50" fmla="*/ 82 w 1102"/>
                  <a:gd name="T51" fmla="*/ 690 h 1144"/>
                  <a:gd name="T52" fmla="*/ 86 w 1102"/>
                  <a:gd name="T53" fmla="*/ 710 h 1144"/>
                  <a:gd name="T54" fmla="*/ 76 w 1102"/>
                  <a:gd name="T55" fmla="*/ 742 h 1144"/>
                  <a:gd name="T56" fmla="*/ 88 w 1102"/>
                  <a:gd name="T57" fmla="*/ 780 h 1144"/>
                  <a:gd name="T58" fmla="*/ 98 w 1102"/>
                  <a:gd name="T59" fmla="*/ 832 h 1144"/>
                  <a:gd name="T60" fmla="*/ 106 w 1102"/>
                  <a:gd name="T61" fmla="*/ 882 h 1144"/>
                  <a:gd name="T62" fmla="*/ 140 w 1102"/>
                  <a:gd name="T63" fmla="*/ 930 h 1144"/>
                  <a:gd name="T64" fmla="*/ 182 w 1102"/>
                  <a:gd name="T65" fmla="*/ 968 h 1144"/>
                  <a:gd name="T66" fmla="*/ 202 w 1102"/>
                  <a:gd name="T67" fmla="*/ 1002 h 1144"/>
                  <a:gd name="T68" fmla="*/ 232 w 1102"/>
                  <a:gd name="T69" fmla="*/ 1042 h 1144"/>
                  <a:gd name="T70" fmla="*/ 352 w 1102"/>
                  <a:gd name="T71" fmla="*/ 1110 h 1144"/>
                  <a:gd name="T72" fmla="*/ 446 w 1102"/>
                  <a:gd name="T73" fmla="*/ 1138 h 1144"/>
                  <a:gd name="T74" fmla="*/ 490 w 1102"/>
                  <a:gd name="T75" fmla="*/ 1136 h 1144"/>
                  <a:gd name="T76" fmla="*/ 566 w 1102"/>
                  <a:gd name="T77" fmla="*/ 1142 h 1144"/>
                  <a:gd name="T78" fmla="*/ 616 w 1102"/>
                  <a:gd name="T79" fmla="*/ 1140 h 1144"/>
                  <a:gd name="T80" fmla="*/ 726 w 1102"/>
                  <a:gd name="T81" fmla="*/ 1114 h 1144"/>
                  <a:gd name="T82" fmla="*/ 814 w 1102"/>
                  <a:gd name="T83" fmla="*/ 1098 h 1144"/>
                  <a:gd name="T84" fmla="*/ 868 w 1102"/>
                  <a:gd name="T85" fmla="*/ 1078 h 1144"/>
                  <a:gd name="T86" fmla="*/ 914 w 1102"/>
                  <a:gd name="T87" fmla="*/ 1024 h 1144"/>
                  <a:gd name="T88" fmla="*/ 950 w 1102"/>
                  <a:gd name="T89" fmla="*/ 978 h 1144"/>
                  <a:gd name="T90" fmla="*/ 988 w 1102"/>
                  <a:gd name="T91" fmla="*/ 952 h 1144"/>
                  <a:gd name="T92" fmla="*/ 1008 w 1102"/>
                  <a:gd name="T93" fmla="*/ 918 h 1144"/>
                  <a:gd name="T94" fmla="*/ 1006 w 1102"/>
                  <a:gd name="T95" fmla="*/ 896 h 1144"/>
                  <a:gd name="T96" fmla="*/ 1004 w 1102"/>
                  <a:gd name="T97" fmla="*/ 886 h 1144"/>
                  <a:gd name="T98" fmla="*/ 1018 w 1102"/>
                  <a:gd name="T99" fmla="*/ 876 h 1144"/>
                  <a:gd name="T100" fmla="*/ 1042 w 1102"/>
                  <a:gd name="T101" fmla="*/ 860 h 1144"/>
                  <a:gd name="T102" fmla="*/ 1064 w 1102"/>
                  <a:gd name="T103" fmla="*/ 816 h 1144"/>
                  <a:gd name="T104" fmla="*/ 1074 w 1102"/>
                  <a:gd name="T105" fmla="*/ 746 h 1144"/>
                  <a:gd name="T106" fmla="*/ 1094 w 1102"/>
                  <a:gd name="T107" fmla="*/ 690 h 1144"/>
                  <a:gd name="T108" fmla="*/ 1102 w 1102"/>
                  <a:gd name="T109" fmla="*/ 634 h 1144"/>
                  <a:gd name="T110" fmla="*/ 1094 w 1102"/>
                  <a:gd name="T111" fmla="*/ 556 h 1144"/>
                  <a:gd name="T112" fmla="*/ 1078 w 1102"/>
                  <a:gd name="T113" fmla="*/ 518 h 114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102" h="1144">
                    <a:moveTo>
                      <a:pt x="1078" y="518"/>
                    </a:moveTo>
                    <a:lnTo>
                      <a:pt x="1078" y="518"/>
                    </a:lnTo>
                    <a:lnTo>
                      <a:pt x="1082" y="506"/>
                    </a:lnTo>
                    <a:lnTo>
                      <a:pt x="1084" y="492"/>
                    </a:lnTo>
                    <a:lnTo>
                      <a:pt x="1084" y="480"/>
                    </a:lnTo>
                    <a:lnTo>
                      <a:pt x="1080" y="468"/>
                    </a:lnTo>
                    <a:lnTo>
                      <a:pt x="1072" y="444"/>
                    </a:lnTo>
                    <a:lnTo>
                      <a:pt x="1064" y="424"/>
                    </a:lnTo>
                    <a:lnTo>
                      <a:pt x="1062" y="414"/>
                    </a:lnTo>
                    <a:lnTo>
                      <a:pt x="1060" y="404"/>
                    </a:lnTo>
                    <a:lnTo>
                      <a:pt x="1058" y="392"/>
                    </a:lnTo>
                    <a:lnTo>
                      <a:pt x="1056" y="380"/>
                    </a:lnTo>
                    <a:lnTo>
                      <a:pt x="1048" y="362"/>
                    </a:lnTo>
                    <a:lnTo>
                      <a:pt x="1042" y="348"/>
                    </a:lnTo>
                    <a:lnTo>
                      <a:pt x="1038" y="334"/>
                    </a:lnTo>
                    <a:lnTo>
                      <a:pt x="1042" y="328"/>
                    </a:lnTo>
                    <a:lnTo>
                      <a:pt x="1046" y="316"/>
                    </a:lnTo>
                    <a:lnTo>
                      <a:pt x="1046" y="308"/>
                    </a:lnTo>
                    <a:lnTo>
                      <a:pt x="1046" y="302"/>
                    </a:lnTo>
                    <a:lnTo>
                      <a:pt x="1044" y="292"/>
                    </a:lnTo>
                    <a:lnTo>
                      <a:pt x="1042" y="284"/>
                    </a:lnTo>
                    <a:lnTo>
                      <a:pt x="1034" y="270"/>
                    </a:lnTo>
                    <a:lnTo>
                      <a:pt x="1028" y="258"/>
                    </a:lnTo>
                    <a:lnTo>
                      <a:pt x="1016" y="224"/>
                    </a:lnTo>
                    <a:lnTo>
                      <a:pt x="1004" y="188"/>
                    </a:lnTo>
                    <a:lnTo>
                      <a:pt x="988" y="116"/>
                    </a:lnTo>
                    <a:lnTo>
                      <a:pt x="984" y="104"/>
                    </a:lnTo>
                    <a:lnTo>
                      <a:pt x="978" y="86"/>
                    </a:lnTo>
                    <a:lnTo>
                      <a:pt x="972" y="72"/>
                    </a:lnTo>
                    <a:lnTo>
                      <a:pt x="962" y="52"/>
                    </a:lnTo>
                    <a:lnTo>
                      <a:pt x="958" y="42"/>
                    </a:lnTo>
                    <a:lnTo>
                      <a:pt x="958" y="32"/>
                    </a:lnTo>
                    <a:lnTo>
                      <a:pt x="962" y="18"/>
                    </a:lnTo>
                    <a:lnTo>
                      <a:pt x="968" y="0"/>
                    </a:lnTo>
                    <a:lnTo>
                      <a:pt x="970" y="0"/>
                    </a:lnTo>
                    <a:lnTo>
                      <a:pt x="970" y="2"/>
                    </a:lnTo>
                    <a:lnTo>
                      <a:pt x="970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12" y="12"/>
                    </a:lnTo>
                    <a:lnTo>
                      <a:pt x="20" y="16"/>
                    </a:lnTo>
                    <a:lnTo>
                      <a:pt x="26" y="26"/>
                    </a:lnTo>
                    <a:lnTo>
                      <a:pt x="32" y="38"/>
                    </a:lnTo>
                    <a:lnTo>
                      <a:pt x="38" y="52"/>
                    </a:lnTo>
                    <a:lnTo>
                      <a:pt x="46" y="86"/>
                    </a:lnTo>
                    <a:lnTo>
                      <a:pt x="54" y="124"/>
                    </a:lnTo>
                    <a:lnTo>
                      <a:pt x="58" y="164"/>
                    </a:lnTo>
                    <a:lnTo>
                      <a:pt x="62" y="204"/>
                    </a:lnTo>
                    <a:lnTo>
                      <a:pt x="66" y="266"/>
                    </a:lnTo>
                    <a:lnTo>
                      <a:pt x="70" y="308"/>
                    </a:lnTo>
                    <a:lnTo>
                      <a:pt x="70" y="350"/>
                    </a:lnTo>
                    <a:lnTo>
                      <a:pt x="66" y="370"/>
                    </a:lnTo>
                    <a:lnTo>
                      <a:pt x="62" y="390"/>
                    </a:lnTo>
                    <a:lnTo>
                      <a:pt x="54" y="422"/>
                    </a:lnTo>
                    <a:lnTo>
                      <a:pt x="54" y="438"/>
                    </a:lnTo>
                    <a:lnTo>
                      <a:pt x="54" y="454"/>
                    </a:lnTo>
                    <a:lnTo>
                      <a:pt x="56" y="466"/>
                    </a:lnTo>
                    <a:lnTo>
                      <a:pt x="60" y="476"/>
                    </a:lnTo>
                    <a:lnTo>
                      <a:pt x="68" y="496"/>
                    </a:lnTo>
                    <a:lnTo>
                      <a:pt x="74" y="514"/>
                    </a:lnTo>
                    <a:lnTo>
                      <a:pt x="76" y="522"/>
                    </a:lnTo>
                    <a:lnTo>
                      <a:pt x="78" y="534"/>
                    </a:lnTo>
                    <a:lnTo>
                      <a:pt x="74" y="544"/>
                    </a:lnTo>
                    <a:lnTo>
                      <a:pt x="70" y="558"/>
                    </a:lnTo>
                    <a:lnTo>
                      <a:pt x="70" y="564"/>
                    </a:lnTo>
                    <a:lnTo>
                      <a:pt x="68" y="574"/>
                    </a:lnTo>
                    <a:lnTo>
                      <a:pt x="72" y="588"/>
                    </a:lnTo>
                    <a:lnTo>
                      <a:pt x="76" y="602"/>
                    </a:lnTo>
                    <a:lnTo>
                      <a:pt x="80" y="612"/>
                    </a:lnTo>
                    <a:lnTo>
                      <a:pt x="82" y="624"/>
                    </a:lnTo>
                    <a:lnTo>
                      <a:pt x="78" y="630"/>
                    </a:lnTo>
                    <a:lnTo>
                      <a:pt x="72" y="646"/>
                    </a:lnTo>
                    <a:lnTo>
                      <a:pt x="70" y="654"/>
                    </a:lnTo>
                    <a:lnTo>
                      <a:pt x="70" y="664"/>
                    </a:lnTo>
                    <a:lnTo>
                      <a:pt x="74" y="672"/>
                    </a:lnTo>
                    <a:lnTo>
                      <a:pt x="76" y="680"/>
                    </a:lnTo>
                    <a:lnTo>
                      <a:pt x="82" y="690"/>
                    </a:lnTo>
                    <a:lnTo>
                      <a:pt x="86" y="696"/>
                    </a:lnTo>
                    <a:lnTo>
                      <a:pt x="88" y="702"/>
                    </a:lnTo>
                    <a:lnTo>
                      <a:pt x="86" y="710"/>
                    </a:lnTo>
                    <a:lnTo>
                      <a:pt x="84" y="718"/>
                    </a:lnTo>
                    <a:lnTo>
                      <a:pt x="80" y="728"/>
                    </a:lnTo>
                    <a:lnTo>
                      <a:pt x="76" y="742"/>
                    </a:lnTo>
                    <a:lnTo>
                      <a:pt x="78" y="754"/>
                    </a:lnTo>
                    <a:lnTo>
                      <a:pt x="80" y="764"/>
                    </a:lnTo>
                    <a:lnTo>
                      <a:pt x="88" y="780"/>
                    </a:lnTo>
                    <a:lnTo>
                      <a:pt x="94" y="794"/>
                    </a:lnTo>
                    <a:lnTo>
                      <a:pt x="96" y="812"/>
                    </a:lnTo>
                    <a:lnTo>
                      <a:pt x="98" y="832"/>
                    </a:lnTo>
                    <a:lnTo>
                      <a:pt x="100" y="856"/>
                    </a:lnTo>
                    <a:lnTo>
                      <a:pt x="102" y="870"/>
                    </a:lnTo>
                    <a:lnTo>
                      <a:pt x="106" y="882"/>
                    </a:lnTo>
                    <a:lnTo>
                      <a:pt x="114" y="900"/>
                    </a:lnTo>
                    <a:lnTo>
                      <a:pt x="128" y="916"/>
                    </a:lnTo>
                    <a:lnTo>
                      <a:pt x="140" y="930"/>
                    </a:lnTo>
                    <a:lnTo>
                      <a:pt x="156" y="942"/>
                    </a:lnTo>
                    <a:lnTo>
                      <a:pt x="174" y="958"/>
                    </a:lnTo>
                    <a:lnTo>
                      <a:pt x="182" y="968"/>
                    </a:lnTo>
                    <a:lnTo>
                      <a:pt x="188" y="976"/>
                    </a:lnTo>
                    <a:lnTo>
                      <a:pt x="196" y="990"/>
                    </a:lnTo>
                    <a:lnTo>
                      <a:pt x="202" y="1002"/>
                    </a:lnTo>
                    <a:lnTo>
                      <a:pt x="208" y="1016"/>
                    </a:lnTo>
                    <a:lnTo>
                      <a:pt x="218" y="1028"/>
                    </a:lnTo>
                    <a:lnTo>
                      <a:pt x="232" y="1042"/>
                    </a:lnTo>
                    <a:lnTo>
                      <a:pt x="252" y="1056"/>
                    </a:lnTo>
                    <a:lnTo>
                      <a:pt x="294" y="1080"/>
                    </a:lnTo>
                    <a:lnTo>
                      <a:pt x="352" y="1110"/>
                    </a:lnTo>
                    <a:lnTo>
                      <a:pt x="382" y="1124"/>
                    </a:lnTo>
                    <a:lnTo>
                      <a:pt x="414" y="1132"/>
                    </a:lnTo>
                    <a:lnTo>
                      <a:pt x="446" y="1138"/>
                    </a:lnTo>
                    <a:lnTo>
                      <a:pt x="460" y="1138"/>
                    </a:lnTo>
                    <a:lnTo>
                      <a:pt x="476" y="1138"/>
                    </a:lnTo>
                    <a:lnTo>
                      <a:pt x="490" y="1136"/>
                    </a:lnTo>
                    <a:lnTo>
                      <a:pt x="504" y="1136"/>
                    </a:lnTo>
                    <a:lnTo>
                      <a:pt x="534" y="1140"/>
                    </a:lnTo>
                    <a:lnTo>
                      <a:pt x="566" y="1142"/>
                    </a:lnTo>
                    <a:lnTo>
                      <a:pt x="582" y="1144"/>
                    </a:lnTo>
                    <a:lnTo>
                      <a:pt x="598" y="1142"/>
                    </a:lnTo>
                    <a:lnTo>
                      <a:pt x="616" y="1140"/>
                    </a:lnTo>
                    <a:lnTo>
                      <a:pt x="636" y="1136"/>
                    </a:lnTo>
                    <a:lnTo>
                      <a:pt x="676" y="1126"/>
                    </a:lnTo>
                    <a:lnTo>
                      <a:pt x="726" y="1114"/>
                    </a:lnTo>
                    <a:lnTo>
                      <a:pt x="732" y="1114"/>
                    </a:lnTo>
                    <a:lnTo>
                      <a:pt x="786" y="1104"/>
                    </a:lnTo>
                    <a:lnTo>
                      <a:pt x="814" y="1098"/>
                    </a:lnTo>
                    <a:lnTo>
                      <a:pt x="840" y="1090"/>
                    </a:lnTo>
                    <a:lnTo>
                      <a:pt x="856" y="1084"/>
                    </a:lnTo>
                    <a:lnTo>
                      <a:pt x="868" y="1078"/>
                    </a:lnTo>
                    <a:lnTo>
                      <a:pt x="880" y="1070"/>
                    </a:lnTo>
                    <a:lnTo>
                      <a:pt x="888" y="1062"/>
                    </a:lnTo>
                    <a:lnTo>
                      <a:pt x="902" y="1044"/>
                    </a:lnTo>
                    <a:lnTo>
                      <a:pt x="914" y="1024"/>
                    </a:lnTo>
                    <a:lnTo>
                      <a:pt x="930" y="1000"/>
                    </a:lnTo>
                    <a:lnTo>
                      <a:pt x="938" y="988"/>
                    </a:lnTo>
                    <a:lnTo>
                      <a:pt x="950" y="978"/>
                    </a:lnTo>
                    <a:lnTo>
                      <a:pt x="968" y="966"/>
                    </a:lnTo>
                    <a:lnTo>
                      <a:pt x="978" y="960"/>
                    </a:lnTo>
                    <a:lnTo>
                      <a:pt x="988" y="952"/>
                    </a:lnTo>
                    <a:lnTo>
                      <a:pt x="998" y="940"/>
                    </a:lnTo>
                    <a:lnTo>
                      <a:pt x="1006" y="924"/>
                    </a:lnTo>
                    <a:lnTo>
                      <a:pt x="1008" y="918"/>
                    </a:lnTo>
                    <a:lnTo>
                      <a:pt x="1008" y="912"/>
                    </a:lnTo>
                    <a:lnTo>
                      <a:pt x="1008" y="904"/>
                    </a:lnTo>
                    <a:lnTo>
                      <a:pt x="1006" y="896"/>
                    </a:lnTo>
                    <a:lnTo>
                      <a:pt x="1004" y="888"/>
                    </a:lnTo>
                    <a:lnTo>
                      <a:pt x="1004" y="886"/>
                    </a:lnTo>
                    <a:lnTo>
                      <a:pt x="1010" y="882"/>
                    </a:lnTo>
                    <a:lnTo>
                      <a:pt x="1018" y="876"/>
                    </a:lnTo>
                    <a:lnTo>
                      <a:pt x="1030" y="870"/>
                    </a:lnTo>
                    <a:lnTo>
                      <a:pt x="1036" y="866"/>
                    </a:lnTo>
                    <a:lnTo>
                      <a:pt x="1042" y="860"/>
                    </a:lnTo>
                    <a:lnTo>
                      <a:pt x="1050" y="852"/>
                    </a:lnTo>
                    <a:lnTo>
                      <a:pt x="1056" y="840"/>
                    </a:lnTo>
                    <a:lnTo>
                      <a:pt x="1060" y="828"/>
                    </a:lnTo>
                    <a:lnTo>
                      <a:pt x="1064" y="816"/>
                    </a:lnTo>
                    <a:lnTo>
                      <a:pt x="1068" y="790"/>
                    </a:lnTo>
                    <a:lnTo>
                      <a:pt x="1072" y="766"/>
                    </a:lnTo>
                    <a:lnTo>
                      <a:pt x="1074" y="746"/>
                    </a:lnTo>
                    <a:lnTo>
                      <a:pt x="1080" y="726"/>
                    </a:lnTo>
                    <a:lnTo>
                      <a:pt x="1086" y="708"/>
                    </a:lnTo>
                    <a:lnTo>
                      <a:pt x="1094" y="690"/>
                    </a:lnTo>
                    <a:lnTo>
                      <a:pt x="1100" y="668"/>
                    </a:lnTo>
                    <a:lnTo>
                      <a:pt x="1100" y="656"/>
                    </a:lnTo>
                    <a:lnTo>
                      <a:pt x="1102" y="634"/>
                    </a:lnTo>
                    <a:lnTo>
                      <a:pt x="1100" y="604"/>
                    </a:lnTo>
                    <a:lnTo>
                      <a:pt x="1096" y="572"/>
                    </a:lnTo>
                    <a:lnTo>
                      <a:pt x="1094" y="556"/>
                    </a:lnTo>
                    <a:lnTo>
                      <a:pt x="1090" y="542"/>
                    </a:lnTo>
                    <a:lnTo>
                      <a:pt x="1084" y="528"/>
                    </a:lnTo>
                    <a:lnTo>
                      <a:pt x="1078" y="518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6" name="Freeform 2498">
                <a:extLst>
                  <a:ext uri="{FF2B5EF4-FFF2-40B4-BE49-F238E27FC236}">
                    <a16:creationId xmlns:a16="http://schemas.microsoft.com/office/drawing/2014/main" id="{93C4A9D1-3A76-44C3-B1D5-6A485FD35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920"/>
                <a:ext cx="862" cy="1036"/>
              </a:xfrm>
              <a:custGeom>
                <a:avLst/>
                <a:gdLst>
                  <a:gd name="T0" fmla="*/ 66 w 862"/>
                  <a:gd name="T1" fmla="*/ 486 h 1036"/>
                  <a:gd name="T2" fmla="*/ 64 w 862"/>
                  <a:gd name="T3" fmla="*/ 600 h 1036"/>
                  <a:gd name="T4" fmla="*/ 64 w 862"/>
                  <a:gd name="T5" fmla="*/ 618 h 1036"/>
                  <a:gd name="T6" fmla="*/ 66 w 862"/>
                  <a:gd name="T7" fmla="*/ 682 h 1036"/>
                  <a:gd name="T8" fmla="*/ 82 w 862"/>
                  <a:gd name="T9" fmla="*/ 770 h 1036"/>
                  <a:gd name="T10" fmla="*/ 94 w 862"/>
                  <a:gd name="T11" fmla="*/ 816 h 1036"/>
                  <a:gd name="T12" fmla="*/ 114 w 862"/>
                  <a:gd name="T13" fmla="*/ 864 h 1036"/>
                  <a:gd name="T14" fmla="*/ 140 w 862"/>
                  <a:gd name="T15" fmla="*/ 910 h 1036"/>
                  <a:gd name="T16" fmla="*/ 174 w 862"/>
                  <a:gd name="T17" fmla="*/ 950 h 1036"/>
                  <a:gd name="T18" fmla="*/ 194 w 862"/>
                  <a:gd name="T19" fmla="*/ 972 h 1036"/>
                  <a:gd name="T20" fmla="*/ 244 w 862"/>
                  <a:gd name="T21" fmla="*/ 1004 h 1036"/>
                  <a:gd name="T22" fmla="*/ 298 w 862"/>
                  <a:gd name="T23" fmla="*/ 1024 h 1036"/>
                  <a:gd name="T24" fmla="*/ 360 w 862"/>
                  <a:gd name="T25" fmla="*/ 1036 h 1036"/>
                  <a:gd name="T26" fmla="*/ 394 w 862"/>
                  <a:gd name="T27" fmla="*/ 1036 h 1036"/>
                  <a:gd name="T28" fmla="*/ 500 w 862"/>
                  <a:gd name="T29" fmla="*/ 1028 h 1036"/>
                  <a:gd name="T30" fmla="*/ 596 w 862"/>
                  <a:gd name="T31" fmla="*/ 1004 h 1036"/>
                  <a:gd name="T32" fmla="*/ 638 w 862"/>
                  <a:gd name="T33" fmla="*/ 986 h 1036"/>
                  <a:gd name="T34" fmla="*/ 676 w 862"/>
                  <a:gd name="T35" fmla="*/ 966 h 1036"/>
                  <a:gd name="T36" fmla="*/ 712 w 862"/>
                  <a:gd name="T37" fmla="*/ 940 h 1036"/>
                  <a:gd name="T38" fmla="*/ 744 w 862"/>
                  <a:gd name="T39" fmla="*/ 910 h 1036"/>
                  <a:gd name="T40" fmla="*/ 772 w 862"/>
                  <a:gd name="T41" fmla="*/ 880 h 1036"/>
                  <a:gd name="T42" fmla="*/ 816 w 862"/>
                  <a:gd name="T43" fmla="*/ 808 h 1036"/>
                  <a:gd name="T44" fmla="*/ 844 w 862"/>
                  <a:gd name="T45" fmla="*/ 724 h 1036"/>
                  <a:gd name="T46" fmla="*/ 860 w 862"/>
                  <a:gd name="T47" fmla="*/ 630 h 1036"/>
                  <a:gd name="T48" fmla="*/ 862 w 862"/>
                  <a:gd name="T49" fmla="*/ 578 h 1036"/>
                  <a:gd name="T50" fmla="*/ 860 w 862"/>
                  <a:gd name="T51" fmla="*/ 558 h 1036"/>
                  <a:gd name="T52" fmla="*/ 852 w 862"/>
                  <a:gd name="T53" fmla="*/ 452 h 1036"/>
                  <a:gd name="T54" fmla="*/ 834 w 862"/>
                  <a:gd name="T55" fmla="*/ 356 h 1036"/>
                  <a:gd name="T56" fmla="*/ 812 w 862"/>
                  <a:gd name="T57" fmla="*/ 266 h 1036"/>
                  <a:gd name="T58" fmla="*/ 786 w 862"/>
                  <a:gd name="T59" fmla="*/ 184 h 1036"/>
                  <a:gd name="T60" fmla="*/ 766 w 862"/>
                  <a:gd name="T61" fmla="*/ 130 h 1036"/>
                  <a:gd name="T62" fmla="*/ 738 w 862"/>
                  <a:gd name="T63" fmla="*/ 70 h 1036"/>
                  <a:gd name="T64" fmla="*/ 728 w 862"/>
                  <a:gd name="T65" fmla="*/ 28 h 1036"/>
                  <a:gd name="T66" fmla="*/ 726 w 862"/>
                  <a:gd name="T67" fmla="*/ 2 h 1036"/>
                  <a:gd name="T68" fmla="*/ 726 w 862"/>
                  <a:gd name="T69" fmla="*/ 2 h 1036"/>
                  <a:gd name="T70" fmla="*/ 728 w 862"/>
                  <a:gd name="T71" fmla="*/ 2 h 1036"/>
                  <a:gd name="T72" fmla="*/ 0 w 862"/>
                  <a:gd name="T73" fmla="*/ 2 h 1036"/>
                  <a:gd name="T74" fmla="*/ 8 w 862"/>
                  <a:gd name="T75" fmla="*/ 16 h 1036"/>
                  <a:gd name="T76" fmla="*/ 22 w 862"/>
                  <a:gd name="T77" fmla="*/ 54 h 1036"/>
                  <a:gd name="T78" fmla="*/ 40 w 862"/>
                  <a:gd name="T79" fmla="*/ 132 h 1036"/>
                  <a:gd name="T80" fmla="*/ 56 w 862"/>
                  <a:gd name="T81" fmla="*/ 264 h 1036"/>
                  <a:gd name="T82" fmla="*/ 64 w 862"/>
                  <a:gd name="T83" fmla="*/ 412 h 1036"/>
                  <a:gd name="T84" fmla="*/ 66 w 862"/>
                  <a:gd name="T85" fmla="*/ 486 h 10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862" h="1036">
                    <a:moveTo>
                      <a:pt x="66" y="486"/>
                    </a:moveTo>
                    <a:lnTo>
                      <a:pt x="66" y="486"/>
                    </a:lnTo>
                    <a:lnTo>
                      <a:pt x="64" y="600"/>
                    </a:lnTo>
                    <a:lnTo>
                      <a:pt x="64" y="618"/>
                    </a:lnTo>
                    <a:lnTo>
                      <a:pt x="64" y="646"/>
                    </a:lnTo>
                    <a:lnTo>
                      <a:pt x="66" y="682"/>
                    </a:lnTo>
                    <a:lnTo>
                      <a:pt x="72" y="724"/>
                    </a:lnTo>
                    <a:lnTo>
                      <a:pt x="82" y="770"/>
                    </a:lnTo>
                    <a:lnTo>
                      <a:pt x="88" y="792"/>
                    </a:lnTo>
                    <a:lnTo>
                      <a:pt x="94" y="816"/>
                    </a:lnTo>
                    <a:lnTo>
                      <a:pt x="104" y="840"/>
                    </a:lnTo>
                    <a:lnTo>
                      <a:pt x="114" y="864"/>
                    </a:lnTo>
                    <a:lnTo>
                      <a:pt x="126" y="888"/>
                    </a:lnTo>
                    <a:lnTo>
                      <a:pt x="140" y="910"/>
                    </a:lnTo>
                    <a:lnTo>
                      <a:pt x="156" y="930"/>
                    </a:lnTo>
                    <a:lnTo>
                      <a:pt x="174" y="950"/>
                    </a:lnTo>
                    <a:lnTo>
                      <a:pt x="194" y="972"/>
                    </a:lnTo>
                    <a:lnTo>
                      <a:pt x="218" y="988"/>
                    </a:lnTo>
                    <a:lnTo>
                      <a:pt x="244" y="1004"/>
                    </a:lnTo>
                    <a:lnTo>
                      <a:pt x="270" y="1016"/>
                    </a:lnTo>
                    <a:lnTo>
                      <a:pt x="298" y="1024"/>
                    </a:lnTo>
                    <a:lnTo>
                      <a:pt x="328" y="1032"/>
                    </a:lnTo>
                    <a:lnTo>
                      <a:pt x="360" y="1036"/>
                    </a:lnTo>
                    <a:lnTo>
                      <a:pt x="394" y="1036"/>
                    </a:lnTo>
                    <a:lnTo>
                      <a:pt x="448" y="1034"/>
                    </a:lnTo>
                    <a:lnTo>
                      <a:pt x="500" y="1028"/>
                    </a:lnTo>
                    <a:lnTo>
                      <a:pt x="550" y="1018"/>
                    </a:lnTo>
                    <a:lnTo>
                      <a:pt x="596" y="1004"/>
                    </a:lnTo>
                    <a:lnTo>
                      <a:pt x="616" y="996"/>
                    </a:lnTo>
                    <a:lnTo>
                      <a:pt x="638" y="986"/>
                    </a:lnTo>
                    <a:lnTo>
                      <a:pt x="658" y="976"/>
                    </a:lnTo>
                    <a:lnTo>
                      <a:pt x="676" y="966"/>
                    </a:lnTo>
                    <a:lnTo>
                      <a:pt x="696" y="954"/>
                    </a:lnTo>
                    <a:lnTo>
                      <a:pt x="712" y="940"/>
                    </a:lnTo>
                    <a:lnTo>
                      <a:pt x="728" y="926"/>
                    </a:lnTo>
                    <a:lnTo>
                      <a:pt x="744" y="910"/>
                    </a:lnTo>
                    <a:lnTo>
                      <a:pt x="772" y="880"/>
                    </a:lnTo>
                    <a:lnTo>
                      <a:pt x="796" y="846"/>
                    </a:lnTo>
                    <a:lnTo>
                      <a:pt x="816" y="808"/>
                    </a:lnTo>
                    <a:lnTo>
                      <a:pt x="832" y="768"/>
                    </a:lnTo>
                    <a:lnTo>
                      <a:pt x="844" y="724"/>
                    </a:lnTo>
                    <a:lnTo>
                      <a:pt x="854" y="678"/>
                    </a:lnTo>
                    <a:lnTo>
                      <a:pt x="860" y="630"/>
                    </a:lnTo>
                    <a:lnTo>
                      <a:pt x="862" y="578"/>
                    </a:lnTo>
                    <a:lnTo>
                      <a:pt x="860" y="558"/>
                    </a:lnTo>
                    <a:lnTo>
                      <a:pt x="858" y="504"/>
                    </a:lnTo>
                    <a:lnTo>
                      <a:pt x="852" y="452"/>
                    </a:lnTo>
                    <a:lnTo>
                      <a:pt x="844" y="402"/>
                    </a:lnTo>
                    <a:lnTo>
                      <a:pt x="834" y="356"/>
                    </a:lnTo>
                    <a:lnTo>
                      <a:pt x="824" y="310"/>
                    </a:lnTo>
                    <a:lnTo>
                      <a:pt x="812" y="266"/>
                    </a:lnTo>
                    <a:lnTo>
                      <a:pt x="786" y="184"/>
                    </a:lnTo>
                    <a:lnTo>
                      <a:pt x="776" y="156"/>
                    </a:lnTo>
                    <a:lnTo>
                      <a:pt x="766" y="130"/>
                    </a:lnTo>
                    <a:lnTo>
                      <a:pt x="746" y="88"/>
                    </a:lnTo>
                    <a:lnTo>
                      <a:pt x="738" y="70"/>
                    </a:lnTo>
                    <a:lnTo>
                      <a:pt x="732" y="50"/>
                    </a:lnTo>
                    <a:lnTo>
                      <a:pt x="728" y="28"/>
                    </a:lnTo>
                    <a:lnTo>
                      <a:pt x="726" y="2"/>
                    </a:lnTo>
                    <a:lnTo>
                      <a:pt x="726" y="0"/>
                    </a:lnTo>
                    <a:lnTo>
                      <a:pt x="726" y="2"/>
                    </a:lnTo>
                    <a:lnTo>
                      <a:pt x="728" y="4"/>
                    </a:lnTo>
                    <a:lnTo>
                      <a:pt x="728" y="2"/>
                    </a:lnTo>
                    <a:lnTo>
                      <a:pt x="0" y="2"/>
                    </a:lnTo>
                    <a:lnTo>
                      <a:pt x="8" y="16"/>
                    </a:lnTo>
                    <a:lnTo>
                      <a:pt x="16" y="34"/>
                    </a:lnTo>
                    <a:lnTo>
                      <a:pt x="22" y="54"/>
                    </a:lnTo>
                    <a:lnTo>
                      <a:pt x="28" y="78"/>
                    </a:lnTo>
                    <a:lnTo>
                      <a:pt x="40" y="132"/>
                    </a:lnTo>
                    <a:lnTo>
                      <a:pt x="50" y="196"/>
                    </a:lnTo>
                    <a:lnTo>
                      <a:pt x="56" y="264"/>
                    </a:lnTo>
                    <a:lnTo>
                      <a:pt x="62" y="338"/>
                    </a:lnTo>
                    <a:lnTo>
                      <a:pt x="64" y="412"/>
                    </a:lnTo>
                    <a:lnTo>
                      <a:pt x="66" y="486"/>
                    </a:lnTo>
                    <a:close/>
                  </a:path>
                </a:pathLst>
              </a:custGeom>
              <a:solidFill>
                <a:srgbClr val="882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7" name="Freeform 2499">
                <a:extLst>
                  <a:ext uri="{FF2B5EF4-FFF2-40B4-BE49-F238E27FC236}">
                    <a16:creationId xmlns:a16="http://schemas.microsoft.com/office/drawing/2014/main" id="{33E9B9CA-CB61-490A-B42B-22A9E2C2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920"/>
                <a:ext cx="906" cy="1060"/>
              </a:xfrm>
              <a:custGeom>
                <a:avLst/>
                <a:gdLst>
                  <a:gd name="T0" fmla="*/ 818 w 906"/>
                  <a:gd name="T1" fmla="*/ 146 h 1060"/>
                  <a:gd name="T2" fmla="*/ 780 w 906"/>
                  <a:gd name="T3" fmla="*/ 66 h 1060"/>
                  <a:gd name="T4" fmla="*/ 772 w 906"/>
                  <a:gd name="T5" fmla="*/ 2 h 1060"/>
                  <a:gd name="T6" fmla="*/ 750 w 906"/>
                  <a:gd name="T7" fmla="*/ 4 h 1060"/>
                  <a:gd name="T8" fmla="*/ 748 w 906"/>
                  <a:gd name="T9" fmla="*/ 2 h 1060"/>
                  <a:gd name="T10" fmla="*/ 754 w 906"/>
                  <a:gd name="T11" fmla="*/ 50 h 1060"/>
                  <a:gd name="T12" fmla="*/ 788 w 906"/>
                  <a:gd name="T13" fmla="*/ 130 h 1060"/>
                  <a:gd name="T14" fmla="*/ 808 w 906"/>
                  <a:gd name="T15" fmla="*/ 184 h 1060"/>
                  <a:gd name="T16" fmla="*/ 856 w 906"/>
                  <a:gd name="T17" fmla="*/ 356 h 1060"/>
                  <a:gd name="T18" fmla="*/ 880 w 906"/>
                  <a:gd name="T19" fmla="*/ 504 h 1060"/>
                  <a:gd name="T20" fmla="*/ 884 w 906"/>
                  <a:gd name="T21" fmla="*/ 578 h 1060"/>
                  <a:gd name="T22" fmla="*/ 876 w 906"/>
                  <a:gd name="T23" fmla="*/ 678 h 1060"/>
                  <a:gd name="T24" fmla="*/ 838 w 906"/>
                  <a:gd name="T25" fmla="*/ 808 h 1060"/>
                  <a:gd name="T26" fmla="*/ 766 w 906"/>
                  <a:gd name="T27" fmla="*/ 910 h 1060"/>
                  <a:gd name="T28" fmla="*/ 734 w 906"/>
                  <a:gd name="T29" fmla="*/ 940 h 1060"/>
                  <a:gd name="T30" fmla="*/ 680 w 906"/>
                  <a:gd name="T31" fmla="*/ 976 h 1060"/>
                  <a:gd name="T32" fmla="*/ 618 w 906"/>
                  <a:gd name="T33" fmla="*/ 1004 h 1060"/>
                  <a:gd name="T34" fmla="*/ 470 w 906"/>
                  <a:gd name="T35" fmla="*/ 1034 h 1060"/>
                  <a:gd name="T36" fmla="*/ 382 w 906"/>
                  <a:gd name="T37" fmla="*/ 1036 h 1060"/>
                  <a:gd name="T38" fmla="*/ 292 w 906"/>
                  <a:gd name="T39" fmla="*/ 1016 h 1060"/>
                  <a:gd name="T40" fmla="*/ 216 w 906"/>
                  <a:gd name="T41" fmla="*/ 972 h 1060"/>
                  <a:gd name="T42" fmla="*/ 178 w 906"/>
                  <a:gd name="T43" fmla="*/ 930 h 1060"/>
                  <a:gd name="T44" fmla="*/ 136 w 906"/>
                  <a:gd name="T45" fmla="*/ 864 h 1060"/>
                  <a:gd name="T46" fmla="*/ 110 w 906"/>
                  <a:gd name="T47" fmla="*/ 792 h 1060"/>
                  <a:gd name="T48" fmla="*/ 88 w 906"/>
                  <a:gd name="T49" fmla="*/ 682 h 1060"/>
                  <a:gd name="T50" fmla="*/ 86 w 906"/>
                  <a:gd name="T51" fmla="*/ 618 h 1060"/>
                  <a:gd name="T52" fmla="*/ 88 w 906"/>
                  <a:gd name="T53" fmla="*/ 486 h 1060"/>
                  <a:gd name="T54" fmla="*/ 84 w 906"/>
                  <a:gd name="T55" fmla="*/ 338 h 1060"/>
                  <a:gd name="T56" fmla="*/ 62 w 906"/>
                  <a:gd name="T57" fmla="*/ 132 h 1060"/>
                  <a:gd name="T58" fmla="*/ 38 w 906"/>
                  <a:gd name="T59" fmla="*/ 34 h 1060"/>
                  <a:gd name="T60" fmla="*/ 0 w 906"/>
                  <a:gd name="T61" fmla="*/ 2 h 1060"/>
                  <a:gd name="T62" fmla="*/ 12 w 906"/>
                  <a:gd name="T63" fmla="*/ 28 h 1060"/>
                  <a:gd name="T64" fmla="*/ 38 w 906"/>
                  <a:gd name="T65" fmla="*/ 128 h 1060"/>
                  <a:gd name="T66" fmla="*/ 64 w 906"/>
                  <a:gd name="T67" fmla="*/ 378 h 1060"/>
                  <a:gd name="T68" fmla="*/ 64 w 906"/>
                  <a:gd name="T69" fmla="*/ 600 h 1060"/>
                  <a:gd name="T70" fmla="*/ 68 w 906"/>
                  <a:gd name="T71" fmla="*/ 700 h 1060"/>
                  <a:gd name="T72" fmla="*/ 90 w 906"/>
                  <a:gd name="T73" fmla="*/ 806 h 1060"/>
                  <a:gd name="T74" fmla="*/ 124 w 906"/>
                  <a:gd name="T75" fmla="*/ 890 h 1060"/>
                  <a:gd name="T76" fmla="*/ 180 w 906"/>
                  <a:gd name="T77" fmla="*/ 966 h 1060"/>
                  <a:gd name="T78" fmla="*/ 228 w 906"/>
                  <a:gd name="T79" fmla="*/ 1008 h 1060"/>
                  <a:gd name="T80" fmla="*/ 314 w 906"/>
                  <a:gd name="T81" fmla="*/ 1046 h 1060"/>
                  <a:gd name="T82" fmla="*/ 416 w 906"/>
                  <a:gd name="T83" fmla="*/ 1060 h 1060"/>
                  <a:gd name="T84" fmla="*/ 526 w 906"/>
                  <a:gd name="T85" fmla="*/ 1050 h 1060"/>
                  <a:gd name="T86" fmla="*/ 626 w 906"/>
                  <a:gd name="T87" fmla="*/ 1026 h 1060"/>
                  <a:gd name="T88" fmla="*/ 692 w 906"/>
                  <a:gd name="T89" fmla="*/ 996 h 1060"/>
                  <a:gd name="T90" fmla="*/ 748 w 906"/>
                  <a:gd name="T91" fmla="*/ 958 h 1060"/>
                  <a:gd name="T92" fmla="*/ 782 w 906"/>
                  <a:gd name="T93" fmla="*/ 926 h 1060"/>
                  <a:gd name="T94" fmla="*/ 826 w 906"/>
                  <a:gd name="T95" fmla="*/ 874 h 1060"/>
                  <a:gd name="T96" fmla="*/ 860 w 906"/>
                  <a:gd name="T97" fmla="*/ 812 h 1060"/>
                  <a:gd name="T98" fmla="*/ 884 w 906"/>
                  <a:gd name="T99" fmla="*/ 744 h 1060"/>
                  <a:gd name="T100" fmla="*/ 904 w 906"/>
                  <a:gd name="T101" fmla="*/ 614 h 1060"/>
                  <a:gd name="T102" fmla="*/ 902 w 906"/>
                  <a:gd name="T103" fmla="*/ 502 h 1060"/>
                  <a:gd name="T104" fmla="*/ 878 w 906"/>
                  <a:gd name="T105" fmla="*/ 352 h 1060"/>
                  <a:gd name="T106" fmla="*/ 830 w 906"/>
                  <a:gd name="T107" fmla="*/ 178 h 106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06" h="1060">
                    <a:moveTo>
                      <a:pt x="830" y="178"/>
                    </a:moveTo>
                    <a:lnTo>
                      <a:pt x="830" y="178"/>
                    </a:lnTo>
                    <a:lnTo>
                      <a:pt x="818" y="146"/>
                    </a:lnTo>
                    <a:lnTo>
                      <a:pt x="808" y="122"/>
                    </a:lnTo>
                    <a:lnTo>
                      <a:pt x="788" y="84"/>
                    </a:lnTo>
                    <a:lnTo>
                      <a:pt x="780" y="66"/>
                    </a:lnTo>
                    <a:lnTo>
                      <a:pt x="774" y="48"/>
                    </a:lnTo>
                    <a:lnTo>
                      <a:pt x="772" y="28"/>
                    </a:lnTo>
                    <a:lnTo>
                      <a:pt x="772" y="2"/>
                    </a:lnTo>
                    <a:lnTo>
                      <a:pt x="750" y="2"/>
                    </a:lnTo>
                    <a:lnTo>
                      <a:pt x="750" y="4"/>
                    </a:lnTo>
                    <a:lnTo>
                      <a:pt x="748" y="2"/>
                    </a:lnTo>
                    <a:lnTo>
                      <a:pt x="748" y="0"/>
                    </a:lnTo>
                    <a:lnTo>
                      <a:pt x="748" y="2"/>
                    </a:lnTo>
                    <a:lnTo>
                      <a:pt x="750" y="28"/>
                    </a:lnTo>
                    <a:lnTo>
                      <a:pt x="754" y="50"/>
                    </a:lnTo>
                    <a:lnTo>
                      <a:pt x="760" y="70"/>
                    </a:lnTo>
                    <a:lnTo>
                      <a:pt x="768" y="88"/>
                    </a:lnTo>
                    <a:lnTo>
                      <a:pt x="788" y="130"/>
                    </a:lnTo>
                    <a:lnTo>
                      <a:pt x="798" y="156"/>
                    </a:lnTo>
                    <a:lnTo>
                      <a:pt x="808" y="184"/>
                    </a:lnTo>
                    <a:lnTo>
                      <a:pt x="834" y="266"/>
                    </a:lnTo>
                    <a:lnTo>
                      <a:pt x="846" y="310"/>
                    </a:lnTo>
                    <a:lnTo>
                      <a:pt x="856" y="356"/>
                    </a:lnTo>
                    <a:lnTo>
                      <a:pt x="866" y="402"/>
                    </a:lnTo>
                    <a:lnTo>
                      <a:pt x="874" y="452"/>
                    </a:lnTo>
                    <a:lnTo>
                      <a:pt x="880" y="504"/>
                    </a:lnTo>
                    <a:lnTo>
                      <a:pt x="882" y="558"/>
                    </a:lnTo>
                    <a:lnTo>
                      <a:pt x="884" y="578"/>
                    </a:lnTo>
                    <a:lnTo>
                      <a:pt x="882" y="630"/>
                    </a:lnTo>
                    <a:lnTo>
                      <a:pt x="876" y="678"/>
                    </a:lnTo>
                    <a:lnTo>
                      <a:pt x="866" y="724"/>
                    </a:lnTo>
                    <a:lnTo>
                      <a:pt x="854" y="768"/>
                    </a:lnTo>
                    <a:lnTo>
                      <a:pt x="838" y="808"/>
                    </a:lnTo>
                    <a:lnTo>
                      <a:pt x="818" y="846"/>
                    </a:lnTo>
                    <a:lnTo>
                      <a:pt x="794" y="880"/>
                    </a:lnTo>
                    <a:lnTo>
                      <a:pt x="766" y="910"/>
                    </a:lnTo>
                    <a:lnTo>
                      <a:pt x="750" y="926"/>
                    </a:lnTo>
                    <a:lnTo>
                      <a:pt x="734" y="940"/>
                    </a:lnTo>
                    <a:lnTo>
                      <a:pt x="718" y="954"/>
                    </a:lnTo>
                    <a:lnTo>
                      <a:pt x="698" y="966"/>
                    </a:lnTo>
                    <a:lnTo>
                      <a:pt x="680" y="976"/>
                    </a:lnTo>
                    <a:lnTo>
                      <a:pt x="660" y="986"/>
                    </a:lnTo>
                    <a:lnTo>
                      <a:pt x="638" y="996"/>
                    </a:lnTo>
                    <a:lnTo>
                      <a:pt x="618" y="1004"/>
                    </a:lnTo>
                    <a:lnTo>
                      <a:pt x="572" y="1018"/>
                    </a:lnTo>
                    <a:lnTo>
                      <a:pt x="522" y="1028"/>
                    </a:lnTo>
                    <a:lnTo>
                      <a:pt x="470" y="1034"/>
                    </a:lnTo>
                    <a:lnTo>
                      <a:pt x="416" y="1036"/>
                    </a:lnTo>
                    <a:lnTo>
                      <a:pt x="382" y="1036"/>
                    </a:lnTo>
                    <a:lnTo>
                      <a:pt x="350" y="1032"/>
                    </a:lnTo>
                    <a:lnTo>
                      <a:pt x="320" y="1024"/>
                    </a:lnTo>
                    <a:lnTo>
                      <a:pt x="292" y="1016"/>
                    </a:lnTo>
                    <a:lnTo>
                      <a:pt x="266" y="1004"/>
                    </a:lnTo>
                    <a:lnTo>
                      <a:pt x="240" y="988"/>
                    </a:lnTo>
                    <a:lnTo>
                      <a:pt x="216" y="972"/>
                    </a:lnTo>
                    <a:lnTo>
                      <a:pt x="196" y="950"/>
                    </a:lnTo>
                    <a:lnTo>
                      <a:pt x="178" y="930"/>
                    </a:lnTo>
                    <a:lnTo>
                      <a:pt x="162" y="910"/>
                    </a:lnTo>
                    <a:lnTo>
                      <a:pt x="148" y="888"/>
                    </a:lnTo>
                    <a:lnTo>
                      <a:pt x="136" y="864"/>
                    </a:lnTo>
                    <a:lnTo>
                      <a:pt x="126" y="840"/>
                    </a:lnTo>
                    <a:lnTo>
                      <a:pt x="116" y="816"/>
                    </a:lnTo>
                    <a:lnTo>
                      <a:pt x="110" y="792"/>
                    </a:lnTo>
                    <a:lnTo>
                      <a:pt x="104" y="770"/>
                    </a:lnTo>
                    <a:lnTo>
                      <a:pt x="94" y="724"/>
                    </a:lnTo>
                    <a:lnTo>
                      <a:pt x="88" y="682"/>
                    </a:lnTo>
                    <a:lnTo>
                      <a:pt x="86" y="646"/>
                    </a:lnTo>
                    <a:lnTo>
                      <a:pt x="86" y="618"/>
                    </a:lnTo>
                    <a:lnTo>
                      <a:pt x="86" y="600"/>
                    </a:lnTo>
                    <a:lnTo>
                      <a:pt x="88" y="486"/>
                    </a:lnTo>
                    <a:lnTo>
                      <a:pt x="86" y="412"/>
                    </a:lnTo>
                    <a:lnTo>
                      <a:pt x="84" y="338"/>
                    </a:lnTo>
                    <a:lnTo>
                      <a:pt x="78" y="264"/>
                    </a:lnTo>
                    <a:lnTo>
                      <a:pt x="72" y="196"/>
                    </a:lnTo>
                    <a:lnTo>
                      <a:pt x="62" y="132"/>
                    </a:lnTo>
                    <a:lnTo>
                      <a:pt x="50" y="78"/>
                    </a:lnTo>
                    <a:lnTo>
                      <a:pt x="44" y="54"/>
                    </a:lnTo>
                    <a:lnTo>
                      <a:pt x="38" y="34"/>
                    </a:lnTo>
                    <a:lnTo>
                      <a:pt x="30" y="16"/>
                    </a:lnTo>
                    <a:lnTo>
                      <a:pt x="22" y="2"/>
                    </a:lnTo>
                    <a:lnTo>
                      <a:pt x="0" y="2"/>
                    </a:lnTo>
                    <a:lnTo>
                      <a:pt x="6" y="14"/>
                    </a:lnTo>
                    <a:lnTo>
                      <a:pt x="12" y="28"/>
                    </a:lnTo>
                    <a:lnTo>
                      <a:pt x="20" y="48"/>
                    </a:lnTo>
                    <a:lnTo>
                      <a:pt x="26" y="70"/>
                    </a:lnTo>
                    <a:lnTo>
                      <a:pt x="38" y="128"/>
                    </a:lnTo>
                    <a:lnTo>
                      <a:pt x="50" y="198"/>
                    </a:lnTo>
                    <a:lnTo>
                      <a:pt x="58" y="282"/>
                    </a:lnTo>
                    <a:lnTo>
                      <a:pt x="64" y="378"/>
                    </a:lnTo>
                    <a:lnTo>
                      <a:pt x="66" y="484"/>
                    </a:lnTo>
                    <a:lnTo>
                      <a:pt x="64" y="600"/>
                    </a:lnTo>
                    <a:lnTo>
                      <a:pt x="64" y="622"/>
                    </a:lnTo>
                    <a:lnTo>
                      <a:pt x="64" y="656"/>
                    </a:lnTo>
                    <a:lnTo>
                      <a:pt x="68" y="700"/>
                    </a:lnTo>
                    <a:lnTo>
                      <a:pt x="76" y="752"/>
                    </a:lnTo>
                    <a:lnTo>
                      <a:pt x="82" y="778"/>
                    </a:lnTo>
                    <a:lnTo>
                      <a:pt x="90" y="806"/>
                    </a:lnTo>
                    <a:lnTo>
                      <a:pt x="100" y="834"/>
                    </a:lnTo>
                    <a:lnTo>
                      <a:pt x="110" y="862"/>
                    </a:lnTo>
                    <a:lnTo>
                      <a:pt x="124" y="890"/>
                    </a:lnTo>
                    <a:lnTo>
                      <a:pt x="140" y="918"/>
                    </a:lnTo>
                    <a:lnTo>
                      <a:pt x="158" y="942"/>
                    </a:lnTo>
                    <a:lnTo>
                      <a:pt x="180" y="966"/>
                    </a:lnTo>
                    <a:lnTo>
                      <a:pt x="202" y="988"/>
                    </a:lnTo>
                    <a:lnTo>
                      <a:pt x="228" y="1008"/>
                    </a:lnTo>
                    <a:lnTo>
                      <a:pt x="254" y="1024"/>
                    </a:lnTo>
                    <a:lnTo>
                      <a:pt x="284" y="1036"/>
                    </a:lnTo>
                    <a:lnTo>
                      <a:pt x="314" y="1046"/>
                    </a:lnTo>
                    <a:lnTo>
                      <a:pt x="346" y="1054"/>
                    </a:lnTo>
                    <a:lnTo>
                      <a:pt x="380" y="1058"/>
                    </a:lnTo>
                    <a:lnTo>
                      <a:pt x="416" y="1060"/>
                    </a:lnTo>
                    <a:lnTo>
                      <a:pt x="472" y="1058"/>
                    </a:lnTo>
                    <a:lnTo>
                      <a:pt x="526" y="1050"/>
                    </a:lnTo>
                    <a:lnTo>
                      <a:pt x="578" y="1040"/>
                    </a:lnTo>
                    <a:lnTo>
                      <a:pt x="602" y="1034"/>
                    </a:lnTo>
                    <a:lnTo>
                      <a:pt x="626" y="1026"/>
                    </a:lnTo>
                    <a:lnTo>
                      <a:pt x="648" y="1016"/>
                    </a:lnTo>
                    <a:lnTo>
                      <a:pt x="670" y="1006"/>
                    </a:lnTo>
                    <a:lnTo>
                      <a:pt x="692" y="996"/>
                    </a:lnTo>
                    <a:lnTo>
                      <a:pt x="712" y="984"/>
                    </a:lnTo>
                    <a:lnTo>
                      <a:pt x="730" y="972"/>
                    </a:lnTo>
                    <a:lnTo>
                      <a:pt x="748" y="958"/>
                    </a:lnTo>
                    <a:lnTo>
                      <a:pt x="766" y="942"/>
                    </a:lnTo>
                    <a:lnTo>
                      <a:pt x="782" y="926"/>
                    </a:lnTo>
                    <a:lnTo>
                      <a:pt x="798" y="910"/>
                    </a:lnTo>
                    <a:lnTo>
                      <a:pt x="812" y="892"/>
                    </a:lnTo>
                    <a:lnTo>
                      <a:pt x="826" y="874"/>
                    </a:lnTo>
                    <a:lnTo>
                      <a:pt x="838" y="854"/>
                    </a:lnTo>
                    <a:lnTo>
                      <a:pt x="850" y="834"/>
                    </a:lnTo>
                    <a:lnTo>
                      <a:pt x="860" y="812"/>
                    </a:lnTo>
                    <a:lnTo>
                      <a:pt x="870" y="790"/>
                    </a:lnTo>
                    <a:lnTo>
                      <a:pt x="878" y="768"/>
                    </a:lnTo>
                    <a:lnTo>
                      <a:pt x="884" y="744"/>
                    </a:lnTo>
                    <a:lnTo>
                      <a:pt x="890" y="718"/>
                    </a:lnTo>
                    <a:lnTo>
                      <a:pt x="900" y="668"/>
                    </a:lnTo>
                    <a:lnTo>
                      <a:pt x="904" y="614"/>
                    </a:lnTo>
                    <a:lnTo>
                      <a:pt x="906" y="558"/>
                    </a:lnTo>
                    <a:lnTo>
                      <a:pt x="902" y="502"/>
                    </a:lnTo>
                    <a:lnTo>
                      <a:pt x="896" y="450"/>
                    </a:lnTo>
                    <a:lnTo>
                      <a:pt x="888" y="400"/>
                    </a:lnTo>
                    <a:lnTo>
                      <a:pt x="878" y="352"/>
                    </a:lnTo>
                    <a:lnTo>
                      <a:pt x="868" y="306"/>
                    </a:lnTo>
                    <a:lnTo>
                      <a:pt x="856" y="262"/>
                    </a:lnTo>
                    <a:lnTo>
                      <a:pt x="830" y="178"/>
                    </a:lnTo>
                    <a:close/>
                  </a:path>
                </a:pathLst>
              </a:custGeom>
              <a:solidFill>
                <a:srgbClr val="BD8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8" name="Freeform 2500">
                <a:extLst>
                  <a:ext uri="{FF2B5EF4-FFF2-40B4-BE49-F238E27FC236}">
                    <a16:creationId xmlns:a16="http://schemas.microsoft.com/office/drawing/2014/main" id="{DC8EFA5D-BA6A-4408-AEB3-CA244C569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922"/>
                <a:ext cx="616" cy="986"/>
              </a:xfrm>
              <a:custGeom>
                <a:avLst/>
                <a:gdLst>
                  <a:gd name="T0" fmla="*/ 528 w 616"/>
                  <a:gd name="T1" fmla="*/ 58 h 986"/>
                  <a:gd name="T2" fmla="*/ 480 w 616"/>
                  <a:gd name="T3" fmla="*/ 34 h 986"/>
                  <a:gd name="T4" fmla="*/ 376 w 616"/>
                  <a:gd name="T5" fmla="*/ 28 h 986"/>
                  <a:gd name="T6" fmla="*/ 336 w 616"/>
                  <a:gd name="T7" fmla="*/ 30 h 986"/>
                  <a:gd name="T8" fmla="*/ 276 w 616"/>
                  <a:gd name="T9" fmla="*/ 50 h 986"/>
                  <a:gd name="T10" fmla="*/ 220 w 616"/>
                  <a:gd name="T11" fmla="*/ 84 h 986"/>
                  <a:gd name="T12" fmla="*/ 168 w 616"/>
                  <a:gd name="T13" fmla="*/ 132 h 986"/>
                  <a:gd name="T14" fmla="*/ 126 w 616"/>
                  <a:gd name="T15" fmla="*/ 192 h 986"/>
                  <a:gd name="T16" fmla="*/ 102 w 616"/>
                  <a:gd name="T17" fmla="*/ 236 h 986"/>
                  <a:gd name="T18" fmla="*/ 142 w 616"/>
                  <a:gd name="T19" fmla="*/ 0 h 986"/>
                  <a:gd name="T20" fmla="*/ 42 w 616"/>
                  <a:gd name="T21" fmla="*/ 268 h 986"/>
                  <a:gd name="T22" fmla="*/ 10 w 616"/>
                  <a:gd name="T23" fmla="*/ 410 h 986"/>
                  <a:gd name="T24" fmla="*/ 0 w 616"/>
                  <a:gd name="T25" fmla="*/ 558 h 986"/>
                  <a:gd name="T26" fmla="*/ 18 w 616"/>
                  <a:gd name="T27" fmla="*/ 702 h 986"/>
                  <a:gd name="T28" fmla="*/ 50 w 616"/>
                  <a:gd name="T29" fmla="*/ 792 h 986"/>
                  <a:gd name="T30" fmla="*/ 86 w 616"/>
                  <a:gd name="T31" fmla="*/ 852 h 986"/>
                  <a:gd name="T32" fmla="*/ 132 w 616"/>
                  <a:gd name="T33" fmla="*/ 906 h 986"/>
                  <a:gd name="T34" fmla="*/ 190 w 616"/>
                  <a:gd name="T35" fmla="*/ 952 h 986"/>
                  <a:gd name="T36" fmla="*/ 238 w 616"/>
                  <a:gd name="T37" fmla="*/ 974 h 986"/>
                  <a:gd name="T38" fmla="*/ 298 w 616"/>
                  <a:gd name="T39" fmla="*/ 986 h 986"/>
                  <a:gd name="T40" fmla="*/ 338 w 616"/>
                  <a:gd name="T41" fmla="*/ 982 h 986"/>
                  <a:gd name="T42" fmla="*/ 362 w 616"/>
                  <a:gd name="T43" fmla="*/ 968 h 986"/>
                  <a:gd name="T44" fmla="*/ 374 w 616"/>
                  <a:gd name="T45" fmla="*/ 940 h 986"/>
                  <a:gd name="T46" fmla="*/ 368 w 616"/>
                  <a:gd name="T47" fmla="*/ 930 h 986"/>
                  <a:gd name="T48" fmla="*/ 342 w 616"/>
                  <a:gd name="T49" fmla="*/ 912 h 986"/>
                  <a:gd name="T50" fmla="*/ 294 w 616"/>
                  <a:gd name="T51" fmla="*/ 896 h 986"/>
                  <a:gd name="T52" fmla="*/ 286 w 616"/>
                  <a:gd name="T53" fmla="*/ 862 h 986"/>
                  <a:gd name="T54" fmla="*/ 264 w 616"/>
                  <a:gd name="T55" fmla="*/ 830 h 986"/>
                  <a:gd name="T56" fmla="*/ 244 w 616"/>
                  <a:gd name="T57" fmla="*/ 800 h 986"/>
                  <a:gd name="T58" fmla="*/ 230 w 616"/>
                  <a:gd name="T59" fmla="*/ 758 h 986"/>
                  <a:gd name="T60" fmla="*/ 216 w 616"/>
                  <a:gd name="T61" fmla="*/ 742 h 986"/>
                  <a:gd name="T62" fmla="*/ 214 w 616"/>
                  <a:gd name="T63" fmla="*/ 700 h 986"/>
                  <a:gd name="T64" fmla="*/ 196 w 616"/>
                  <a:gd name="T65" fmla="*/ 670 h 986"/>
                  <a:gd name="T66" fmla="*/ 212 w 616"/>
                  <a:gd name="T67" fmla="*/ 610 h 986"/>
                  <a:gd name="T68" fmla="*/ 210 w 616"/>
                  <a:gd name="T69" fmla="*/ 562 h 986"/>
                  <a:gd name="T70" fmla="*/ 210 w 616"/>
                  <a:gd name="T71" fmla="*/ 526 h 986"/>
                  <a:gd name="T72" fmla="*/ 218 w 616"/>
                  <a:gd name="T73" fmla="*/ 478 h 986"/>
                  <a:gd name="T74" fmla="*/ 210 w 616"/>
                  <a:gd name="T75" fmla="*/ 450 h 986"/>
                  <a:gd name="T76" fmla="*/ 200 w 616"/>
                  <a:gd name="T77" fmla="*/ 440 h 986"/>
                  <a:gd name="T78" fmla="*/ 224 w 616"/>
                  <a:gd name="T79" fmla="*/ 426 h 986"/>
                  <a:gd name="T80" fmla="*/ 256 w 616"/>
                  <a:gd name="T81" fmla="*/ 382 h 986"/>
                  <a:gd name="T82" fmla="*/ 268 w 616"/>
                  <a:gd name="T83" fmla="*/ 342 h 986"/>
                  <a:gd name="T84" fmla="*/ 300 w 616"/>
                  <a:gd name="T85" fmla="*/ 328 h 986"/>
                  <a:gd name="T86" fmla="*/ 346 w 616"/>
                  <a:gd name="T87" fmla="*/ 292 h 986"/>
                  <a:gd name="T88" fmla="*/ 370 w 616"/>
                  <a:gd name="T89" fmla="*/ 252 h 986"/>
                  <a:gd name="T90" fmla="*/ 406 w 616"/>
                  <a:gd name="T91" fmla="*/ 262 h 986"/>
                  <a:gd name="T92" fmla="*/ 480 w 616"/>
                  <a:gd name="T93" fmla="*/ 254 h 986"/>
                  <a:gd name="T94" fmla="*/ 504 w 616"/>
                  <a:gd name="T95" fmla="*/ 252 h 986"/>
                  <a:gd name="T96" fmla="*/ 530 w 616"/>
                  <a:gd name="T97" fmla="*/ 270 h 986"/>
                  <a:gd name="T98" fmla="*/ 578 w 616"/>
                  <a:gd name="T99" fmla="*/ 276 h 986"/>
                  <a:gd name="T100" fmla="*/ 600 w 616"/>
                  <a:gd name="T101" fmla="*/ 266 h 986"/>
                  <a:gd name="T102" fmla="*/ 612 w 616"/>
                  <a:gd name="T103" fmla="*/ 244 h 986"/>
                  <a:gd name="T104" fmla="*/ 610 w 616"/>
                  <a:gd name="T105" fmla="*/ 176 h 986"/>
                  <a:gd name="T106" fmla="*/ 600 w 616"/>
                  <a:gd name="T107" fmla="*/ 146 h 986"/>
                  <a:gd name="T108" fmla="*/ 564 w 616"/>
                  <a:gd name="T109" fmla="*/ 100 h 98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16" h="986">
                    <a:moveTo>
                      <a:pt x="542" y="72"/>
                    </a:moveTo>
                    <a:lnTo>
                      <a:pt x="542" y="72"/>
                    </a:lnTo>
                    <a:lnTo>
                      <a:pt x="528" y="58"/>
                    </a:lnTo>
                    <a:lnTo>
                      <a:pt x="514" y="48"/>
                    </a:lnTo>
                    <a:lnTo>
                      <a:pt x="498" y="40"/>
                    </a:lnTo>
                    <a:lnTo>
                      <a:pt x="480" y="34"/>
                    </a:lnTo>
                    <a:lnTo>
                      <a:pt x="458" y="30"/>
                    </a:lnTo>
                    <a:lnTo>
                      <a:pt x="434" y="28"/>
                    </a:lnTo>
                    <a:lnTo>
                      <a:pt x="376" y="28"/>
                    </a:lnTo>
                    <a:lnTo>
                      <a:pt x="356" y="28"/>
                    </a:lnTo>
                    <a:lnTo>
                      <a:pt x="336" y="30"/>
                    </a:lnTo>
                    <a:lnTo>
                      <a:pt x="316" y="36"/>
                    </a:lnTo>
                    <a:lnTo>
                      <a:pt x="296" y="42"/>
                    </a:lnTo>
                    <a:lnTo>
                      <a:pt x="276" y="50"/>
                    </a:lnTo>
                    <a:lnTo>
                      <a:pt x="256" y="60"/>
                    </a:lnTo>
                    <a:lnTo>
                      <a:pt x="238" y="72"/>
                    </a:lnTo>
                    <a:lnTo>
                      <a:pt x="220" y="84"/>
                    </a:lnTo>
                    <a:lnTo>
                      <a:pt x="202" y="100"/>
                    </a:lnTo>
                    <a:lnTo>
                      <a:pt x="184" y="116"/>
                    </a:lnTo>
                    <a:lnTo>
                      <a:pt x="168" y="132"/>
                    </a:lnTo>
                    <a:lnTo>
                      <a:pt x="152" y="152"/>
                    </a:lnTo>
                    <a:lnTo>
                      <a:pt x="138" y="170"/>
                    </a:lnTo>
                    <a:lnTo>
                      <a:pt x="126" y="192"/>
                    </a:lnTo>
                    <a:lnTo>
                      <a:pt x="112" y="214"/>
                    </a:lnTo>
                    <a:lnTo>
                      <a:pt x="102" y="236"/>
                    </a:lnTo>
                    <a:lnTo>
                      <a:pt x="190" y="0"/>
                    </a:lnTo>
                    <a:lnTo>
                      <a:pt x="142" y="0"/>
                    </a:lnTo>
                    <a:lnTo>
                      <a:pt x="82" y="162"/>
                    </a:lnTo>
                    <a:lnTo>
                      <a:pt x="42" y="268"/>
                    </a:lnTo>
                    <a:lnTo>
                      <a:pt x="30" y="314"/>
                    </a:lnTo>
                    <a:lnTo>
                      <a:pt x="18" y="362"/>
                    </a:lnTo>
                    <a:lnTo>
                      <a:pt x="10" y="410"/>
                    </a:lnTo>
                    <a:lnTo>
                      <a:pt x="4" y="458"/>
                    </a:lnTo>
                    <a:lnTo>
                      <a:pt x="0" y="508"/>
                    </a:lnTo>
                    <a:lnTo>
                      <a:pt x="0" y="558"/>
                    </a:lnTo>
                    <a:lnTo>
                      <a:pt x="2" y="606"/>
                    </a:lnTo>
                    <a:lnTo>
                      <a:pt x="8" y="656"/>
                    </a:lnTo>
                    <a:lnTo>
                      <a:pt x="18" y="702"/>
                    </a:lnTo>
                    <a:lnTo>
                      <a:pt x="32" y="748"/>
                    </a:lnTo>
                    <a:lnTo>
                      <a:pt x="40" y="770"/>
                    </a:lnTo>
                    <a:lnTo>
                      <a:pt x="50" y="792"/>
                    </a:lnTo>
                    <a:lnTo>
                      <a:pt x="60" y="812"/>
                    </a:lnTo>
                    <a:lnTo>
                      <a:pt x="72" y="832"/>
                    </a:lnTo>
                    <a:lnTo>
                      <a:pt x="86" y="852"/>
                    </a:lnTo>
                    <a:lnTo>
                      <a:pt x="100" y="870"/>
                    </a:lnTo>
                    <a:lnTo>
                      <a:pt x="116" y="888"/>
                    </a:lnTo>
                    <a:lnTo>
                      <a:pt x="132" y="906"/>
                    </a:lnTo>
                    <a:lnTo>
                      <a:pt x="150" y="922"/>
                    </a:lnTo>
                    <a:lnTo>
                      <a:pt x="170" y="938"/>
                    </a:lnTo>
                    <a:lnTo>
                      <a:pt x="190" y="952"/>
                    </a:lnTo>
                    <a:lnTo>
                      <a:pt x="212" y="964"/>
                    </a:lnTo>
                    <a:lnTo>
                      <a:pt x="238" y="974"/>
                    </a:lnTo>
                    <a:lnTo>
                      <a:pt x="260" y="980"/>
                    </a:lnTo>
                    <a:lnTo>
                      <a:pt x="280" y="984"/>
                    </a:lnTo>
                    <a:lnTo>
                      <a:pt x="298" y="986"/>
                    </a:lnTo>
                    <a:lnTo>
                      <a:pt x="314" y="986"/>
                    </a:lnTo>
                    <a:lnTo>
                      <a:pt x="326" y="984"/>
                    </a:lnTo>
                    <a:lnTo>
                      <a:pt x="338" y="982"/>
                    </a:lnTo>
                    <a:lnTo>
                      <a:pt x="348" y="978"/>
                    </a:lnTo>
                    <a:lnTo>
                      <a:pt x="356" y="972"/>
                    </a:lnTo>
                    <a:lnTo>
                      <a:pt x="362" y="968"/>
                    </a:lnTo>
                    <a:lnTo>
                      <a:pt x="370" y="956"/>
                    </a:lnTo>
                    <a:lnTo>
                      <a:pt x="374" y="946"/>
                    </a:lnTo>
                    <a:lnTo>
                      <a:pt x="374" y="940"/>
                    </a:lnTo>
                    <a:lnTo>
                      <a:pt x="372" y="934"/>
                    </a:lnTo>
                    <a:lnTo>
                      <a:pt x="368" y="930"/>
                    </a:lnTo>
                    <a:lnTo>
                      <a:pt x="362" y="924"/>
                    </a:lnTo>
                    <a:lnTo>
                      <a:pt x="354" y="918"/>
                    </a:lnTo>
                    <a:lnTo>
                      <a:pt x="342" y="912"/>
                    </a:lnTo>
                    <a:lnTo>
                      <a:pt x="330" y="906"/>
                    </a:lnTo>
                    <a:lnTo>
                      <a:pt x="294" y="896"/>
                    </a:lnTo>
                    <a:lnTo>
                      <a:pt x="292" y="882"/>
                    </a:lnTo>
                    <a:lnTo>
                      <a:pt x="290" y="872"/>
                    </a:lnTo>
                    <a:lnTo>
                      <a:pt x="286" y="862"/>
                    </a:lnTo>
                    <a:lnTo>
                      <a:pt x="282" y="852"/>
                    </a:lnTo>
                    <a:lnTo>
                      <a:pt x="274" y="842"/>
                    </a:lnTo>
                    <a:lnTo>
                      <a:pt x="264" y="830"/>
                    </a:lnTo>
                    <a:lnTo>
                      <a:pt x="250" y="820"/>
                    </a:lnTo>
                    <a:lnTo>
                      <a:pt x="244" y="800"/>
                    </a:lnTo>
                    <a:lnTo>
                      <a:pt x="238" y="778"/>
                    </a:lnTo>
                    <a:lnTo>
                      <a:pt x="234" y="768"/>
                    </a:lnTo>
                    <a:lnTo>
                      <a:pt x="230" y="758"/>
                    </a:lnTo>
                    <a:lnTo>
                      <a:pt x="224" y="750"/>
                    </a:lnTo>
                    <a:lnTo>
                      <a:pt x="216" y="742"/>
                    </a:lnTo>
                    <a:lnTo>
                      <a:pt x="218" y="720"/>
                    </a:lnTo>
                    <a:lnTo>
                      <a:pt x="216" y="710"/>
                    </a:lnTo>
                    <a:lnTo>
                      <a:pt x="214" y="700"/>
                    </a:lnTo>
                    <a:lnTo>
                      <a:pt x="206" y="684"/>
                    </a:lnTo>
                    <a:lnTo>
                      <a:pt x="196" y="670"/>
                    </a:lnTo>
                    <a:lnTo>
                      <a:pt x="206" y="644"/>
                    </a:lnTo>
                    <a:lnTo>
                      <a:pt x="210" y="628"/>
                    </a:lnTo>
                    <a:lnTo>
                      <a:pt x="212" y="610"/>
                    </a:lnTo>
                    <a:lnTo>
                      <a:pt x="214" y="594"/>
                    </a:lnTo>
                    <a:lnTo>
                      <a:pt x="214" y="576"/>
                    </a:lnTo>
                    <a:lnTo>
                      <a:pt x="210" y="562"/>
                    </a:lnTo>
                    <a:lnTo>
                      <a:pt x="204" y="550"/>
                    </a:lnTo>
                    <a:lnTo>
                      <a:pt x="210" y="526"/>
                    </a:lnTo>
                    <a:lnTo>
                      <a:pt x="214" y="510"/>
                    </a:lnTo>
                    <a:lnTo>
                      <a:pt x="216" y="494"/>
                    </a:lnTo>
                    <a:lnTo>
                      <a:pt x="218" y="478"/>
                    </a:lnTo>
                    <a:lnTo>
                      <a:pt x="216" y="462"/>
                    </a:lnTo>
                    <a:lnTo>
                      <a:pt x="214" y="456"/>
                    </a:lnTo>
                    <a:lnTo>
                      <a:pt x="210" y="450"/>
                    </a:lnTo>
                    <a:lnTo>
                      <a:pt x="206" y="444"/>
                    </a:lnTo>
                    <a:lnTo>
                      <a:pt x="200" y="440"/>
                    </a:lnTo>
                    <a:lnTo>
                      <a:pt x="206" y="438"/>
                    </a:lnTo>
                    <a:lnTo>
                      <a:pt x="212" y="436"/>
                    </a:lnTo>
                    <a:lnTo>
                      <a:pt x="224" y="426"/>
                    </a:lnTo>
                    <a:lnTo>
                      <a:pt x="236" y="412"/>
                    </a:lnTo>
                    <a:lnTo>
                      <a:pt x="246" y="398"/>
                    </a:lnTo>
                    <a:lnTo>
                      <a:pt x="256" y="382"/>
                    </a:lnTo>
                    <a:lnTo>
                      <a:pt x="264" y="366"/>
                    </a:lnTo>
                    <a:lnTo>
                      <a:pt x="268" y="352"/>
                    </a:lnTo>
                    <a:lnTo>
                      <a:pt x="268" y="342"/>
                    </a:lnTo>
                    <a:lnTo>
                      <a:pt x="284" y="336"/>
                    </a:lnTo>
                    <a:lnTo>
                      <a:pt x="300" y="328"/>
                    </a:lnTo>
                    <a:lnTo>
                      <a:pt x="316" y="316"/>
                    </a:lnTo>
                    <a:lnTo>
                      <a:pt x="332" y="304"/>
                    </a:lnTo>
                    <a:lnTo>
                      <a:pt x="346" y="292"/>
                    </a:lnTo>
                    <a:lnTo>
                      <a:pt x="358" y="278"/>
                    </a:lnTo>
                    <a:lnTo>
                      <a:pt x="366" y="266"/>
                    </a:lnTo>
                    <a:lnTo>
                      <a:pt x="370" y="252"/>
                    </a:lnTo>
                    <a:lnTo>
                      <a:pt x="388" y="258"/>
                    </a:lnTo>
                    <a:lnTo>
                      <a:pt x="406" y="262"/>
                    </a:lnTo>
                    <a:lnTo>
                      <a:pt x="426" y="262"/>
                    </a:lnTo>
                    <a:lnTo>
                      <a:pt x="444" y="260"/>
                    </a:lnTo>
                    <a:lnTo>
                      <a:pt x="480" y="254"/>
                    </a:lnTo>
                    <a:lnTo>
                      <a:pt x="502" y="248"/>
                    </a:lnTo>
                    <a:lnTo>
                      <a:pt x="504" y="252"/>
                    </a:lnTo>
                    <a:lnTo>
                      <a:pt x="508" y="256"/>
                    </a:lnTo>
                    <a:lnTo>
                      <a:pt x="516" y="264"/>
                    </a:lnTo>
                    <a:lnTo>
                      <a:pt x="530" y="270"/>
                    </a:lnTo>
                    <a:lnTo>
                      <a:pt x="546" y="276"/>
                    </a:lnTo>
                    <a:lnTo>
                      <a:pt x="562" y="278"/>
                    </a:lnTo>
                    <a:lnTo>
                      <a:pt x="578" y="276"/>
                    </a:lnTo>
                    <a:lnTo>
                      <a:pt x="586" y="274"/>
                    </a:lnTo>
                    <a:lnTo>
                      <a:pt x="594" y="270"/>
                    </a:lnTo>
                    <a:lnTo>
                      <a:pt x="600" y="266"/>
                    </a:lnTo>
                    <a:lnTo>
                      <a:pt x="606" y="260"/>
                    </a:lnTo>
                    <a:lnTo>
                      <a:pt x="612" y="244"/>
                    </a:lnTo>
                    <a:lnTo>
                      <a:pt x="616" y="228"/>
                    </a:lnTo>
                    <a:lnTo>
                      <a:pt x="614" y="206"/>
                    </a:lnTo>
                    <a:lnTo>
                      <a:pt x="610" y="176"/>
                    </a:lnTo>
                    <a:lnTo>
                      <a:pt x="606" y="160"/>
                    </a:lnTo>
                    <a:lnTo>
                      <a:pt x="600" y="146"/>
                    </a:lnTo>
                    <a:lnTo>
                      <a:pt x="594" y="134"/>
                    </a:lnTo>
                    <a:lnTo>
                      <a:pt x="584" y="122"/>
                    </a:lnTo>
                    <a:lnTo>
                      <a:pt x="564" y="100"/>
                    </a:lnTo>
                    <a:lnTo>
                      <a:pt x="542" y="72"/>
                    </a:lnTo>
                    <a:close/>
                  </a:path>
                </a:pathLst>
              </a:custGeom>
              <a:solidFill>
                <a:srgbClr val="FEED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9" name="Freeform 2501">
                <a:extLst>
                  <a:ext uri="{FF2B5EF4-FFF2-40B4-BE49-F238E27FC236}">
                    <a16:creationId xmlns:a16="http://schemas.microsoft.com/office/drawing/2014/main" id="{418FFBE8-BDE3-4040-8161-8443470FD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170"/>
                <a:ext cx="490" cy="700"/>
              </a:xfrm>
              <a:custGeom>
                <a:avLst/>
                <a:gdLst>
                  <a:gd name="T0" fmla="*/ 410 w 490"/>
                  <a:gd name="T1" fmla="*/ 10 h 700"/>
                  <a:gd name="T2" fmla="*/ 410 w 490"/>
                  <a:gd name="T3" fmla="*/ 12 h 700"/>
                  <a:gd name="T4" fmla="*/ 398 w 490"/>
                  <a:gd name="T5" fmla="*/ 22 h 700"/>
                  <a:gd name="T6" fmla="*/ 382 w 490"/>
                  <a:gd name="T7" fmla="*/ 28 h 700"/>
                  <a:gd name="T8" fmla="*/ 350 w 490"/>
                  <a:gd name="T9" fmla="*/ 28 h 700"/>
                  <a:gd name="T10" fmla="*/ 320 w 490"/>
                  <a:gd name="T11" fmla="*/ 16 h 700"/>
                  <a:gd name="T12" fmla="*/ 308 w 490"/>
                  <a:gd name="T13" fmla="*/ 4 h 700"/>
                  <a:gd name="T14" fmla="*/ 306 w 490"/>
                  <a:gd name="T15" fmla="*/ 0 h 700"/>
                  <a:gd name="T16" fmla="*/ 248 w 490"/>
                  <a:gd name="T17" fmla="*/ 12 h 700"/>
                  <a:gd name="T18" fmla="*/ 210 w 490"/>
                  <a:gd name="T19" fmla="*/ 14 h 700"/>
                  <a:gd name="T20" fmla="*/ 174 w 490"/>
                  <a:gd name="T21" fmla="*/ 4 h 700"/>
                  <a:gd name="T22" fmla="*/ 170 w 490"/>
                  <a:gd name="T23" fmla="*/ 18 h 700"/>
                  <a:gd name="T24" fmla="*/ 150 w 490"/>
                  <a:gd name="T25" fmla="*/ 44 h 700"/>
                  <a:gd name="T26" fmla="*/ 120 w 490"/>
                  <a:gd name="T27" fmla="*/ 68 h 700"/>
                  <a:gd name="T28" fmla="*/ 88 w 490"/>
                  <a:gd name="T29" fmla="*/ 88 h 700"/>
                  <a:gd name="T30" fmla="*/ 72 w 490"/>
                  <a:gd name="T31" fmla="*/ 94 h 700"/>
                  <a:gd name="T32" fmla="*/ 68 w 490"/>
                  <a:gd name="T33" fmla="*/ 118 h 700"/>
                  <a:gd name="T34" fmla="*/ 50 w 490"/>
                  <a:gd name="T35" fmla="*/ 150 h 700"/>
                  <a:gd name="T36" fmla="*/ 28 w 490"/>
                  <a:gd name="T37" fmla="*/ 178 h 700"/>
                  <a:gd name="T38" fmla="*/ 10 w 490"/>
                  <a:gd name="T39" fmla="*/ 190 h 700"/>
                  <a:gd name="T40" fmla="*/ 4 w 490"/>
                  <a:gd name="T41" fmla="*/ 192 h 700"/>
                  <a:gd name="T42" fmla="*/ 14 w 490"/>
                  <a:gd name="T43" fmla="*/ 202 h 700"/>
                  <a:gd name="T44" fmla="*/ 20 w 490"/>
                  <a:gd name="T45" fmla="*/ 214 h 700"/>
                  <a:gd name="T46" fmla="*/ 20 w 490"/>
                  <a:gd name="T47" fmla="*/ 246 h 700"/>
                  <a:gd name="T48" fmla="*/ 14 w 490"/>
                  <a:gd name="T49" fmla="*/ 278 h 700"/>
                  <a:gd name="T50" fmla="*/ 8 w 490"/>
                  <a:gd name="T51" fmla="*/ 302 h 700"/>
                  <a:gd name="T52" fmla="*/ 18 w 490"/>
                  <a:gd name="T53" fmla="*/ 328 h 700"/>
                  <a:gd name="T54" fmla="*/ 16 w 490"/>
                  <a:gd name="T55" fmla="*/ 362 h 700"/>
                  <a:gd name="T56" fmla="*/ 10 w 490"/>
                  <a:gd name="T57" fmla="*/ 396 h 700"/>
                  <a:gd name="T58" fmla="*/ 0 w 490"/>
                  <a:gd name="T59" fmla="*/ 422 h 700"/>
                  <a:gd name="T60" fmla="*/ 18 w 490"/>
                  <a:gd name="T61" fmla="*/ 452 h 700"/>
                  <a:gd name="T62" fmla="*/ 22 w 490"/>
                  <a:gd name="T63" fmla="*/ 472 h 700"/>
                  <a:gd name="T64" fmla="*/ 20 w 490"/>
                  <a:gd name="T65" fmla="*/ 494 h 700"/>
                  <a:gd name="T66" fmla="*/ 34 w 490"/>
                  <a:gd name="T67" fmla="*/ 510 h 700"/>
                  <a:gd name="T68" fmla="*/ 42 w 490"/>
                  <a:gd name="T69" fmla="*/ 530 h 700"/>
                  <a:gd name="T70" fmla="*/ 54 w 490"/>
                  <a:gd name="T71" fmla="*/ 572 h 700"/>
                  <a:gd name="T72" fmla="*/ 68 w 490"/>
                  <a:gd name="T73" fmla="*/ 582 h 700"/>
                  <a:gd name="T74" fmla="*/ 86 w 490"/>
                  <a:gd name="T75" fmla="*/ 604 h 700"/>
                  <a:gd name="T76" fmla="*/ 94 w 490"/>
                  <a:gd name="T77" fmla="*/ 624 h 700"/>
                  <a:gd name="T78" fmla="*/ 98 w 490"/>
                  <a:gd name="T79" fmla="*/ 648 h 700"/>
                  <a:gd name="T80" fmla="*/ 134 w 490"/>
                  <a:gd name="T81" fmla="*/ 658 h 700"/>
                  <a:gd name="T82" fmla="*/ 158 w 490"/>
                  <a:gd name="T83" fmla="*/ 670 h 700"/>
                  <a:gd name="T84" fmla="*/ 172 w 490"/>
                  <a:gd name="T85" fmla="*/ 682 h 700"/>
                  <a:gd name="T86" fmla="*/ 178 w 490"/>
                  <a:gd name="T87" fmla="*/ 692 h 700"/>
                  <a:gd name="T88" fmla="*/ 178 w 490"/>
                  <a:gd name="T89" fmla="*/ 700 h 700"/>
                  <a:gd name="T90" fmla="*/ 196 w 490"/>
                  <a:gd name="T91" fmla="*/ 700 h 700"/>
                  <a:gd name="T92" fmla="*/ 226 w 490"/>
                  <a:gd name="T93" fmla="*/ 698 h 700"/>
                  <a:gd name="T94" fmla="*/ 284 w 490"/>
                  <a:gd name="T95" fmla="*/ 682 h 700"/>
                  <a:gd name="T96" fmla="*/ 336 w 490"/>
                  <a:gd name="T97" fmla="*/ 650 h 700"/>
                  <a:gd name="T98" fmla="*/ 384 w 490"/>
                  <a:gd name="T99" fmla="*/ 606 h 700"/>
                  <a:gd name="T100" fmla="*/ 422 w 490"/>
                  <a:gd name="T101" fmla="*/ 550 h 700"/>
                  <a:gd name="T102" fmla="*/ 454 w 490"/>
                  <a:gd name="T103" fmla="*/ 486 h 700"/>
                  <a:gd name="T104" fmla="*/ 476 w 490"/>
                  <a:gd name="T105" fmla="*/ 412 h 700"/>
                  <a:gd name="T106" fmla="*/ 488 w 490"/>
                  <a:gd name="T107" fmla="*/ 332 h 700"/>
                  <a:gd name="T108" fmla="*/ 490 w 490"/>
                  <a:gd name="T109" fmla="*/ 290 h 700"/>
                  <a:gd name="T110" fmla="*/ 484 w 490"/>
                  <a:gd name="T111" fmla="*/ 210 h 700"/>
                  <a:gd name="T112" fmla="*/ 468 w 490"/>
                  <a:gd name="T113" fmla="*/ 136 h 700"/>
                  <a:gd name="T114" fmla="*/ 444 w 490"/>
                  <a:gd name="T115" fmla="*/ 70 h 700"/>
                  <a:gd name="T116" fmla="*/ 410 w 490"/>
                  <a:gd name="T117" fmla="*/ 10 h 70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90" h="700">
                    <a:moveTo>
                      <a:pt x="410" y="10"/>
                    </a:moveTo>
                    <a:lnTo>
                      <a:pt x="410" y="10"/>
                    </a:lnTo>
                    <a:lnTo>
                      <a:pt x="410" y="12"/>
                    </a:lnTo>
                    <a:lnTo>
                      <a:pt x="404" y="18"/>
                    </a:lnTo>
                    <a:lnTo>
                      <a:pt x="398" y="22"/>
                    </a:lnTo>
                    <a:lnTo>
                      <a:pt x="390" y="26"/>
                    </a:lnTo>
                    <a:lnTo>
                      <a:pt x="382" y="28"/>
                    </a:lnTo>
                    <a:lnTo>
                      <a:pt x="366" y="30"/>
                    </a:lnTo>
                    <a:lnTo>
                      <a:pt x="350" y="28"/>
                    </a:lnTo>
                    <a:lnTo>
                      <a:pt x="334" y="22"/>
                    </a:lnTo>
                    <a:lnTo>
                      <a:pt x="320" y="16"/>
                    </a:lnTo>
                    <a:lnTo>
                      <a:pt x="312" y="8"/>
                    </a:lnTo>
                    <a:lnTo>
                      <a:pt x="308" y="4"/>
                    </a:lnTo>
                    <a:lnTo>
                      <a:pt x="306" y="0"/>
                    </a:lnTo>
                    <a:lnTo>
                      <a:pt x="284" y="6"/>
                    </a:lnTo>
                    <a:lnTo>
                      <a:pt x="248" y="12"/>
                    </a:lnTo>
                    <a:lnTo>
                      <a:pt x="230" y="14"/>
                    </a:lnTo>
                    <a:lnTo>
                      <a:pt x="210" y="14"/>
                    </a:lnTo>
                    <a:lnTo>
                      <a:pt x="192" y="10"/>
                    </a:lnTo>
                    <a:lnTo>
                      <a:pt x="174" y="4"/>
                    </a:lnTo>
                    <a:lnTo>
                      <a:pt x="170" y="18"/>
                    </a:lnTo>
                    <a:lnTo>
                      <a:pt x="162" y="30"/>
                    </a:lnTo>
                    <a:lnTo>
                      <a:pt x="150" y="44"/>
                    </a:lnTo>
                    <a:lnTo>
                      <a:pt x="136" y="56"/>
                    </a:lnTo>
                    <a:lnTo>
                      <a:pt x="120" y="68"/>
                    </a:lnTo>
                    <a:lnTo>
                      <a:pt x="104" y="80"/>
                    </a:lnTo>
                    <a:lnTo>
                      <a:pt x="88" y="88"/>
                    </a:lnTo>
                    <a:lnTo>
                      <a:pt x="72" y="94"/>
                    </a:lnTo>
                    <a:lnTo>
                      <a:pt x="72" y="104"/>
                    </a:lnTo>
                    <a:lnTo>
                      <a:pt x="68" y="118"/>
                    </a:lnTo>
                    <a:lnTo>
                      <a:pt x="60" y="134"/>
                    </a:lnTo>
                    <a:lnTo>
                      <a:pt x="50" y="150"/>
                    </a:lnTo>
                    <a:lnTo>
                      <a:pt x="40" y="164"/>
                    </a:lnTo>
                    <a:lnTo>
                      <a:pt x="28" y="178"/>
                    </a:lnTo>
                    <a:lnTo>
                      <a:pt x="16" y="188"/>
                    </a:lnTo>
                    <a:lnTo>
                      <a:pt x="10" y="190"/>
                    </a:lnTo>
                    <a:lnTo>
                      <a:pt x="4" y="192"/>
                    </a:lnTo>
                    <a:lnTo>
                      <a:pt x="10" y="196"/>
                    </a:lnTo>
                    <a:lnTo>
                      <a:pt x="14" y="202"/>
                    </a:lnTo>
                    <a:lnTo>
                      <a:pt x="18" y="208"/>
                    </a:lnTo>
                    <a:lnTo>
                      <a:pt x="20" y="214"/>
                    </a:lnTo>
                    <a:lnTo>
                      <a:pt x="22" y="230"/>
                    </a:lnTo>
                    <a:lnTo>
                      <a:pt x="20" y="246"/>
                    </a:lnTo>
                    <a:lnTo>
                      <a:pt x="18" y="262"/>
                    </a:lnTo>
                    <a:lnTo>
                      <a:pt x="14" y="278"/>
                    </a:lnTo>
                    <a:lnTo>
                      <a:pt x="8" y="302"/>
                    </a:lnTo>
                    <a:lnTo>
                      <a:pt x="14" y="314"/>
                    </a:lnTo>
                    <a:lnTo>
                      <a:pt x="18" y="328"/>
                    </a:lnTo>
                    <a:lnTo>
                      <a:pt x="18" y="346"/>
                    </a:lnTo>
                    <a:lnTo>
                      <a:pt x="16" y="362"/>
                    </a:lnTo>
                    <a:lnTo>
                      <a:pt x="14" y="380"/>
                    </a:lnTo>
                    <a:lnTo>
                      <a:pt x="10" y="396"/>
                    </a:lnTo>
                    <a:lnTo>
                      <a:pt x="0" y="422"/>
                    </a:lnTo>
                    <a:lnTo>
                      <a:pt x="10" y="436"/>
                    </a:lnTo>
                    <a:lnTo>
                      <a:pt x="18" y="452"/>
                    </a:lnTo>
                    <a:lnTo>
                      <a:pt x="20" y="462"/>
                    </a:lnTo>
                    <a:lnTo>
                      <a:pt x="22" y="472"/>
                    </a:lnTo>
                    <a:lnTo>
                      <a:pt x="20" y="494"/>
                    </a:lnTo>
                    <a:lnTo>
                      <a:pt x="28" y="502"/>
                    </a:lnTo>
                    <a:lnTo>
                      <a:pt x="34" y="510"/>
                    </a:lnTo>
                    <a:lnTo>
                      <a:pt x="38" y="520"/>
                    </a:lnTo>
                    <a:lnTo>
                      <a:pt x="42" y="530"/>
                    </a:lnTo>
                    <a:lnTo>
                      <a:pt x="48" y="552"/>
                    </a:lnTo>
                    <a:lnTo>
                      <a:pt x="54" y="572"/>
                    </a:lnTo>
                    <a:lnTo>
                      <a:pt x="68" y="582"/>
                    </a:lnTo>
                    <a:lnTo>
                      <a:pt x="78" y="594"/>
                    </a:lnTo>
                    <a:lnTo>
                      <a:pt x="86" y="604"/>
                    </a:lnTo>
                    <a:lnTo>
                      <a:pt x="90" y="614"/>
                    </a:lnTo>
                    <a:lnTo>
                      <a:pt x="94" y="624"/>
                    </a:lnTo>
                    <a:lnTo>
                      <a:pt x="96" y="634"/>
                    </a:lnTo>
                    <a:lnTo>
                      <a:pt x="98" y="648"/>
                    </a:lnTo>
                    <a:lnTo>
                      <a:pt x="134" y="658"/>
                    </a:lnTo>
                    <a:lnTo>
                      <a:pt x="146" y="664"/>
                    </a:lnTo>
                    <a:lnTo>
                      <a:pt x="158" y="670"/>
                    </a:lnTo>
                    <a:lnTo>
                      <a:pt x="166" y="676"/>
                    </a:lnTo>
                    <a:lnTo>
                      <a:pt x="172" y="682"/>
                    </a:lnTo>
                    <a:lnTo>
                      <a:pt x="176" y="686"/>
                    </a:lnTo>
                    <a:lnTo>
                      <a:pt x="178" y="692"/>
                    </a:lnTo>
                    <a:lnTo>
                      <a:pt x="178" y="700"/>
                    </a:lnTo>
                    <a:lnTo>
                      <a:pt x="196" y="700"/>
                    </a:lnTo>
                    <a:lnTo>
                      <a:pt x="226" y="698"/>
                    </a:lnTo>
                    <a:lnTo>
                      <a:pt x="256" y="692"/>
                    </a:lnTo>
                    <a:lnTo>
                      <a:pt x="284" y="682"/>
                    </a:lnTo>
                    <a:lnTo>
                      <a:pt x="310" y="668"/>
                    </a:lnTo>
                    <a:lnTo>
                      <a:pt x="336" y="650"/>
                    </a:lnTo>
                    <a:lnTo>
                      <a:pt x="360" y="630"/>
                    </a:lnTo>
                    <a:lnTo>
                      <a:pt x="384" y="606"/>
                    </a:lnTo>
                    <a:lnTo>
                      <a:pt x="404" y="580"/>
                    </a:lnTo>
                    <a:lnTo>
                      <a:pt x="422" y="550"/>
                    </a:lnTo>
                    <a:lnTo>
                      <a:pt x="440" y="520"/>
                    </a:lnTo>
                    <a:lnTo>
                      <a:pt x="454" y="486"/>
                    </a:lnTo>
                    <a:lnTo>
                      <a:pt x="468" y="450"/>
                    </a:lnTo>
                    <a:lnTo>
                      <a:pt x="476" y="412"/>
                    </a:lnTo>
                    <a:lnTo>
                      <a:pt x="484" y="372"/>
                    </a:lnTo>
                    <a:lnTo>
                      <a:pt x="488" y="332"/>
                    </a:lnTo>
                    <a:lnTo>
                      <a:pt x="490" y="290"/>
                    </a:lnTo>
                    <a:lnTo>
                      <a:pt x="488" y="250"/>
                    </a:lnTo>
                    <a:lnTo>
                      <a:pt x="484" y="210"/>
                    </a:lnTo>
                    <a:lnTo>
                      <a:pt x="478" y="174"/>
                    </a:lnTo>
                    <a:lnTo>
                      <a:pt x="468" y="136"/>
                    </a:lnTo>
                    <a:lnTo>
                      <a:pt x="458" y="102"/>
                    </a:lnTo>
                    <a:lnTo>
                      <a:pt x="444" y="70"/>
                    </a:lnTo>
                    <a:lnTo>
                      <a:pt x="428" y="38"/>
                    </a:lnTo>
                    <a:lnTo>
                      <a:pt x="410" y="10"/>
                    </a:lnTo>
                    <a:close/>
                  </a:path>
                </a:pathLst>
              </a:custGeom>
              <a:solidFill>
                <a:srgbClr val="F2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0" name="Freeform 2502">
                <a:extLst>
                  <a:ext uri="{FF2B5EF4-FFF2-40B4-BE49-F238E27FC236}">
                    <a16:creationId xmlns:a16="http://schemas.microsoft.com/office/drawing/2014/main" id="{96481207-B1BF-4DF1-AA68-7E39802CE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202"/>
                <a:ext cx="402" cy="650"/>
              </a:xfrm>
              <a:custGeom>
                <a:avLst/>
                <a:gdLst>
                  <a:gd name="T0" fmla="*/ 326 w 402"/>
                  <a:gd name="T1" fmla="*/ 0 h 650"/>
                  <a:gd name="T2" fmla="*/ 358 w 402"/>
                  <a:gd name="T3" fmla="*/ 56 h 650"/>
                  <a:gd name="T4" fmla="*/ 382 w 402"/>
                  <a:gd name="T5" fmla="*/ 120 h 650"/>
                  <a:gd name="T6" fmla="*/ 396 w 402"/>
                  <a:gd name="T7" fmla="*/ 188 h 650"/>
                  <a:gd name="T8" fmla="*/ 402 w 402"/>
                  <a:gd name="T9" fmla="*/ 262 h 650"/>
                  <a:gd name="T10" fmla="*/ 400 w 402"/>
                  <a:gd name="T11" fmla="*/ 302 h 650"/>
                  <a:gd name="T12" fmla="*/ 388 w 402"/>
                  <a:gd name="T13" fmla="*/ 376 h 650"/>
                  <a:gd name="T14" fmla="*/ 368 w 402"/>
                  <a:gd name="T15" fmla="*/ 446 h 650"/>
                  <a:gd name="T16" fmla="*/ 338 w 402"/>
                  <a:gd name="T17" fmla="*/ 508 h 650"/>
                  <a:gd name="T18" fmla="*/ 302 w 402"/>
                  <a:gd name="T19" fmla="*/ 562 h 650"/>
                  <a:gd name="T20" fmla="*/ 258 w 402"/>
                  <a:gd name="T21" fmla="*/ 604 h 650"/>
                  <a:gd name="T22" fmla="*/ 208 w 402"/>
                  <a:gd name="T23" fmla="*/ 634 h 650"/>
                  <a:gd name="T24" fmla="*/ 154 w 402"/>
                  <a:gd name="T25" fmla="*/ 648 h 650"/>
                  <a:gd name="T26" fmla="*/ 126 w 402"/>
                  <a:gd name="T27" fmla="*/ 650 h 650"/>
                  <a:gd name="T28" fmla="*/ 104 w 402"/>
                  <a:gd name="T29" fmla="*/ 648 h 650"/>
                  <a:gd name="T30" fmla="*/ 82 w 402"/>
                  <a:gd name="T31" fmla="*/ 636 h 650"/>
                  <a:gd name="T32" fmla="*/ 28 w 402"/>
                  <a:gd name="T33" fmla="*/ 616 h 650"/>
                  <a:gd name="T34" fmla="*/ 12 w 402"/>
                  <a:gd name="T35" fmla="*/ 528 h 650"/>
                  <a:gd name="T36" fmla="*/ 0 w 402"/>
                  <a:gd name="T37" fmla="*/ 508 h 650"/>
                  <a:gd name="T38" fmla="*/ 12 w 402"/>
                  <a:gd name="T39" fmla="*/ 528 h 650"/>
                  <a:gd name="T40" fmla="*/ 28 w 402"/>
                  <a:gd name="T41" fmla="*/ 544 h 650"/>
                  <a:gd name="T42" fmla="*/ 54 w 402"/>
                  <a:gd name="T43" fmla="*/ 556 h 650"/>
                  <a:gd name="T44" fmla="*/ 88 w 402"/>
                  <a:gd name="T45" fmla="*/ 562 h 650"/>
                  <a:gd name="T46" fmla="*/ 124 w 402"/>
                  <a:gd name="T47" fmla="*/ 562 h 650"/>
                  <a:gd name="T48" fmla="*/ 164 w 402"/>
                  <a:gd name="T49" fmla="*/ 556 h 650"/>
                  <a:gd name="T50" fmla="*/ 202 w 402"/>
                  <a:gd name="T51" fmla="*/ 542 h 650"/>
                  <a:gd name="T52" fmla="*/ 236 w 402"/>
                  <a:gd name="T53" fmla="*/ 522 h 650"/>
                  <a:gd name="T54" fmla="*/ 264 w 402"/>
                  <a:gd name="T55" fmla="*/ 494 h 650"/>
                  <a:gd name="T56" fmla="*/ 278 w 402"/>
                  <a:gd name="T57" fmla="*/ 476 h 650"/>
                  <a:gd name="T58" fmla="*/ 304 w 402"/>
                  <a:gd name="T59" fmla="*/ 430 h 650"/>
                  <a:gd name="T60" fmla="*/ 328 w 402"/>
                  <a:gd name="T61" fmla="*/ 376 h 650"/>
                  <a:gd name="T62" fmla="*/ 348 w 402"/>
                  <a:gd name="T63" fmla="*/ 316 h 650"/>
                  <a:gd name="T64" fmla="*/ 362 w 402"/>
                  <a:gd name="T65" fmla="*/ 248 h 650"/>
                  <a:gd name="T66" fmla="*/ 368 w 402"/>
                  <a:gd name="T67" fmla="*/ 178 h 650"/>
                  <a:gd name="T68" fmla="*/ 362 w 402"/>
                  <a:gd name="T69" fmla="*/ 106 h 650"/>
                  <a:gd name="T70" fmla="*/ 342 w 402"/>
                  <a:gd name="T71" fmla="*/ 36 h 650"/>
                  <a:gd name="T72" fmla="*/ 326 w 402"/>
                  <a:gd name="T73" fmla="*/ 0 h 65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02" h="650">
                    <a:moveTo>
                      <a:pt x="326" y="0"/>
                    </a:moveTo>
                    <a:lnTo>
                      <a:pt x="326" y="0"/>
                    </a:lnTo>
                    <a:lnTo>
                      <a:pt x="344" y="28"/>
                    </a:lnTo>
                    <a:lnTo>
                      <a:pt x="358" y="56"/>
                    </a:lnTo>
                    <a:lnTo>
                      <a:pt x="370" y="86"/>
                    </a:lnTo>
                    <a:lnTo>
                      <a:pt x="382" y="120"/>
                    </a:lnTo>
                    <a:lnTo>
                      <a:pt x="390" y="154"/>
                    </a:lnTo>
                    <a:lnTo>
                      <a:pt x="396" y="188"/>
                    </a:lnTo>
                    <a:lnTo>
                      <a:pt x="400" y="224"/>
                    </a:lnTo>
                    <a:lnTo>
                      <a:pt x="402" y="262"/>
                    </a:lnTo>
                    <a:lnTo>
                      <a:pt x="400" y="302"/>
                    </a:lnTo>
                    <a:lnTo>
                      <a:pt x="396" y="340"/>
                    </a:lnTo>
                    <a:lnTo>
                      <a:pt x="388" y="376"/>
                    </a:lnTo>
                    <a:lnTo>
                      <a:pt x="380" y="412"/>
                    </a:lnTo>
                    <a:lnTo>
                      <a:pt x="368" y="446"/>
                    </a:lnTo>
                    <a:lnTo>
                      <a:pt x="354" y="478"/>
                    </a:lnTo>
                    <a:lnTo>
                      <a:pt x="338" y="508"/>
                    </a:lnTo>
                    <a:lnTo>
                      <a:pt x="320" y="536"/>
                    </a:lnTo>
                    <a:lnTo>
                      <a:pt x="302" y="562"/>
                    </a:lnTo>
                    <a:lnTo>
                      <a:pt x="280" y="584"/>
                    </a:lnTo>
                    <a:lnTo>
                      <a:pt x="258" y="604"/>
                    </a:lnTo>
                    <a:lnTo>
                      <a:pt x="234" y="620"/>
                    </a:lnTo>
                    <a:lnTo>
                      <a:pt x="208" y="634"/>
                    </a:lnTo>
                    <a:lnTo>
                      <a:pt x="182" y="642"/>
                    </a:lnTo>
                    <a:lnTo>
                      <a:pt x="154" y="648"/>
                    </a:lnTo>
                    <a:lnTo>
                      <a:pt x="126" y="650"/>
                    </a:lnTo>
                    <a:lnTo>
                      <a:pt x="114" y="650"/>
                    </a:lnTo>
                    <a:lnTo>
                      <a:pt x="104" y="648"/>
                    </a:lnTo>
                    <a:lnTo>
                      <a:pt x="90" y="642"/>
                    </a:lnTo>
                    <a:lnTo>
                      <a:pt x="82" y="636"/>
                    </a:lnTo>
                    <a:lnTo>
                      <a:pt x="82" y="634"/>
                    </a:lnTo>
                    <a:lnTo>
                      <a:pt x="28" y="616"/>
                    </a:lnTo>
                    <a:lnTo>
                      <a:pt x="10" y="542"/>
                    </a:lnTo>
                    <a:lnTo>
                      <a:pt x="12" y="528"/>
                    </a:lnTo>
                    <a:lnTo>
                      <a:pt x="0" y="508"/>
                    </a:lnTo>
                    <a:lnTo>
                      <a:pt x="12" y="528"/>
                    </a:lnTo>
                    <a:lnTo>
                      <a:pt x="18" y="536"/>
                    </a:lnTo>
                    <a:lnTo>
                      <a:pt x="28" y="544"/>
                    </a:lnTo>
                    <a:lnTo>
                      <a:pt x="40" y="550"/>
                    </a:lnTo>
                    <a:lnTo>
                      <a:pt x="54" y="556"/>
                    </a:lnTo>
                    <a:lnTo>
                      <a:pt x="70" y="560"/>
                    </a:lnTo>
                    <a:lnTo>
                      <a:pt x="88" y="562"/>
                    </a:lnTo>
                    <a:lnTo>
                      <a:pt x="106" y="562"/>
                    </a:lnTo>
                    <a:lnTo>
                      <a:pt x="124" y="562"/>
                    </a:lnTo>
                    <a:lnTo>
                      <a:pt x="144" y="560"/>
                    </a:lnTo>
                    <a:lnTo>
                      <a:pt x="164" y="556"/>
                    </a:lnTo>
                    <a:lnTo>
                      <a:pt x="184" y="550"/>
                    </a:lnTo>
                    <a:lnTo>
                      <a:pt x="202" y="542"/>
                    </a:lnTo>
                    <a:lnTo>
                      <a:pt x="220" y="534"/>
                    </a:lnTo>
                    <a:lnTo>
                      <a:pt x="236" y="522"/>
                    </a:lnTo>
                    <a:lnTo>
                      <a:pt x="252" y="508"/>
                    </a:lnTo>
                    <a:lnTo>
                      <a:pt x="264" y="494"/>
                    </a:lnTo>
                    <a:lnTo>
                      <a:pt x="278" y="476"/>
                    </a:lnTo>
                    <a:lnTo>
                      <a:pt x="290" y="454"/>
                    </a:lnTo>
                    <a:lnTo>
                      <a:pt x="304" y="430"/>
                    </a:lnTo>
                    <a:lnTo>
                      <a:pt x="316" y="404"/>
                    </a:lnTo>
                    <a:lnTo>
                      <a:pt x="328" y="376"/>
                    </a:lnTo>
                    <a:lnTo>
                      <a:pt x="338" y="346"/>
                    </a:lnTo>
                    <a:lnTo>
                      <a:pt x="348" y="316"/>
                    </a:lnTo>
                    <a:lnTo>
                      <a:pt x="356" y="282"/>
                    </a:lnTo>
                    <a:lnTo>
                      <a:pt x="362" y="248"/>
                    </a:lnTo>
                    <a:lnTo>
                      <a:pt x="366" y="214"/>
                    </a:lnTo>
                    <a:lnTo>
                      <a:pt x="368" y="178"/>
                    </a:lnTo>
                    <a:lnTo>
                      <a:pt x="366" y="142"/>
                    </a:lnTo>
                    <a:lnTo>
                      <a:pt x="362" y="106"/>
                    </a:lnTo>
                    <a:lnTo>
                      <a:pt x="354" y="70"/>
                    </a:lnTo>
                    <a:lnTo>
                      <a:pt x="342" y="36"/>
                    </a:lnTo>
                    <a:lnTo>
                      <a:pt x="326" y="0"/>
                    </a:lnTo>
                    <a:close/>
                  </a:path>
                </a:pathLst>
              </a:custGeom>
              <a:solidFill>
                <a:srgbClr val="EBB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1" name="Freeform 2503">
                <a:extLst>
                  <a:ext uri="{FF2B5EF4-FFF2-40B4-BE49-F238E27FC236}">
                    <a16:creationId xmlns:a16="http://schemas.microsoft.com/office/drawing/2014/main" id="{DB768407-F009-46E9-B24C-7D7DCFC17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464"/>
                <a:ext cx="276" cy="388"/>
              </a:xfrm>
              <a:custGeom>
                <a:avLst/>
                <a:gdLst>
                  <a:gd name="T0" fmla="*/ 0 w 276"/>
                  <a:gd name="T1" fmla="*/ 388 h 388"/>
                  <a:gd name="T2" fmla="*/ 0 w 276"/>
                  <a:gd name="T3" fmla="*/ 388 h 388"/>
                  <a:gd name="T4" fmla="*/ 28 w 276"/>
                  <a:gd name="T5" fmla="*/ 386 h 388"/>
                  <a:gd name="T6" fmla="*/ 56 w 276"/>
                  <a:gd name="T7" fmla="*/ 380 h 388"/>
                  <a:gd name="T8" fmla="*/ 82 w 276"/>
                  <a:gd name="T9" fmla="*/ 372 h 388"/>
                  <a:gd name="T10" fmla="*/ 108 w 276"/>
                  <a:gd name="T11" fmla="*/ 358 h 388"/>
                  <a:gd name="T12" fmla="*/ 132 w 276"/>
                  <a:gd name="T13" fmla="*/ 342 h 388"/>
                  <a:gd name="T14" fmla="*/ 154 w 276"/>
                  <a:gd name="T15" fmla="*/ 322 h 388"/>
                  <a:gd name="T16" fmla="*/ 176 w 276"/>
                  <a:gd name="T17" fmla="*/ 300 h 388"/>
                  <a:gd name="T18" fmla="*/ 194 w 276"/>
                  <a:gd name="T19" fmla="*/ 274 h 388"/>
                  <a:gd name="T20" fmla="*/ 212 w 276"/>
                  <a:gd name="T21" fmla="*/ 246 h 388"/>
                  <a:gd name="T22" fmla="*/ 228 w 276"/>
                  <a:gd name="T23" fmla="*/ 216 h 388"/>
                  <a:gd name="T24" fmla="*/ 242 w 276"/>
                  <a:gd name="T25" fmla="*/ 184 h 388"/>
                  <a:gd name="T26" fmla="*/ 254 w 276"/>
                  <a:gd name="T27" fmla="*/ 150 h 388"/>
                  <a:gd name="T28" fmla="*/ 262 w 276"/>
                  <a:gd name="T29" fmla="*/ 114 h 388"/>
                  <a:gd name="T30" fmla="*/ 270 w 276"/>
                  <a:gd name="T31" fmla="*/ 78 h 388"/>
                  <a:gd name="T32" fmla="*/ 274 w 276"/>
                  <a:gd name="T33" fmla="*/ 40 h 388"/>
                  <a:gd name="T34" fmla="*/ 276 w 276"/>
                  <a:gd name="T35" fmla="*/ 0 h 388"/>
                  <a:gd name="T36" fmla="*/ 276 w 276"/>
                  <a:gd name="T37" fmla="*/ 0 h 388"/>
                  <a:gd name="T38" fmla="*/ 268 w 276"/>
                  <a:gd name="T39" fmla="*/ 40 h 388"/>
                  <a:gd name="T40" fmla="*/ 256 w 276"/>
                  <a:gd name="T41" fmla="*/ 94 h 388"/>
                  <a:gd name="T42" fmla="*/ 248 w 276"/>
                  <a:gd name="T43" fmla="*/ 124 h 388"/>
                  <a:gd name="T44" fmla="*/ 238 w 276"/>
                  <a:gd name="T45" fmla="*/ 154 h 388"/>
                  <a:gd name="T46" fmla="*/ 226 w 276"/>
                  <a:gd name="T47" fmla="*/ 186 h 388"/>
                  <a:gd name="T48" fmla="*/ 210 w 276"/>
                  <a:gd name="T49" fmla="*/ 216 h 388"/>
                  <a:gd name="T50" fmla="*/ 194 w 276"/>
                  <a:gd name="T51" fmla="*/ 248 h 388"/>
                  <a:gd name="T52" fmla="*/ 174 w 276"/>
                  <a:gd name="T53" fmla="*/ 276 h 388"/>
                  <a:gd name="T54" fmla="*/ 154 w 276"/>
                  <a:gd name="T55" fmla="*/ 304 h 388"/>
                  <a:gd name="T56" fmla="*/ 128 w 276"/>
                  <a:gd name="T57" fmla="*/ 328 h 388"/>
                  <a:gd name="T58" fmla="*/ 102 w 276"/>
                  <a:gd name="T59" fmla="*/ 350 h 388"/>
                  <a:gd name="T60" fmla="*/ 86 w 276"/>
                  <a:gd name="T61" fmla="*/ 360 h 388"/>
                  <a:gd name="T62" fmla="*/ 70 w 276"/>
                  <a:gd name="T63" fmla="*/ 368 h 388"/>
                  <a:gd name="T64" fmla="*/ 54 w 276"/>
                  <a:gd name="T65" fmla="*/ 376 h 388"/>
                  <a:gd name="T66" fmla="*/ 38 w 276"/>
                  <a:gd name="T67" fmla="*/ 380 h 388"/>
                  <a:gd name="T68" fmla="*/ 20 w 276"/>
                  <a:gd name="T69" fmla="*/ 386 h 388"/>
                  <a:gd name="T70" fmla="*/ 0 w 276"/>
                  <a:gd name="T71" fmla="*/ 388 h 388"/>
                  <a:gd name="T72" fmla="*/ 0 w 276"/>
                  <a:gd name="T73" fmla="*/ 388 h 38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76" h="388">
                    <a:moveTo>
                      <a:pt x="0" y="388"/>
                    </a:moveTo>
                    <a:lnTo>
                      <a:pt x="0" y="388"/>
                    </a:lnTo>
                    <a:lnTo>
                      <a:pt x="28" y="386"/>
                    </a:lnTo>
                    <a:lnTo>
                      <a:pt x="56" y="380"/>
                    </a:lnTo>
                    <a:lnTo>
                      <a:pt x="82" y="372"/>
                    </a:lnTo>
                    <a:lnTo>
                      <a:pt x="108" y="358"/>
                    </a:lnTo>
                    <a:lnTo>
                      <a:pt x="132" y="342"/>
                    </a:lnTo>
                    <a:lnTo>
                      <a:pt x="154" y="322"/>
                    </a:lnTo>
                    <a:lnTo>
                      <a:pt x="176" y="300"/>
                    </a:lnTo>
                    <a:lnTo>
                      <a:pt x="194" y="274"/>
                    </a:lnTo>
                    <a:lnTo>
                      <a:pt x="212" y="246"/>
                    </a:lnTo>
                    <a:lnTo>
                      <a:pt x="228" y="216"/>
                    </a:lnTo>
                    <a:lnTo>
                      <a:pt x="242" y="184"/>
                    </a:lnTo>
                    <a:lnTo>
                      <a:pt x="254" y="150"/>
                    </a:lnTo>
                    <a:lnTo>
                      <a:pt x="262" y="114"/>
                    </a:lnTo>
                    <a:lnTo>
                      <a:pt x="270" y="78"/>
                    </a:lnTo>
                    <a:lnTo>
                      <a:pt x="274" y="40"/>
                    </a:lnTo>
                    <a:lnTo>
                      <a:pt x="276" y="0"/>
                    </a:lnTo>
                    <a:lnTo>
                      <a:pt x="268" y="40"/>
                    </a:lnTo>
                    <a:lnTo>
                      <a:pt x="256" y="94"/>
                    </a:lnTo>
                    <a:lnTo>
                      <a:pt x="248" y="124"/>
                    </a:lnTo>
                    <a:lnTo>
                      <a:pt x="238" y="154"/>
                    </a:lnTo>
                    <a:lnTo>
                      <a:pt x="226" y="186"/>
                    </a:lnTo>
                    <a:lnTo>
                      <a:pt x="210" y="216"/>
                    </a:lnTo>
                    <a:lnTo>
                      <a:pt x="194" y="248"/>
                    </a:lnTo>
                    <a:lnTo>
                      <a:pt x="174" y="276"/>
                    </a:lnTo>
                    <a:lnTo>
                      <a:pt x="154" y="304"/>
                    </a:lnTo>
                    <a:lnTo>
                      <a:pt x="128" y="328"/>
                    </a:lnTo>
                    <a:lnTo>
                      <a:pt x="102" y="350"/>
                    </a:lnTo>
                    <a:lnTo>
                      <a:pt x="86" y="360"/>
                    </a:lnTo>
                    <a:lnTo>
                      <a:pt x="70" y="368"/>
                    </a:lnTo>
                    <a:lnTo>
                      <a:pt x="54" y="376"/>
                    </a:lnTo>
                    <a:lnTo>
                      <a:pt x="38" y="380"/>
                    </a:lnTo>
                    <a:lnTo>
                      <a:pt x="20" y="386"/>
                    </a:lnTo>
                    <a:lnTo>
                      <a:pt x="0" y="388"/>
                    </a:lnTo>
                    <a:close/>
                  </a:path>
                </a:pathLst>
              </a:custGeom>
              <a:solidFill>
                <a:srgbClr val="DF9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2" name="Freeform 2504">
                <a:extLst>
                  <a:ext uri="{FF2B5EF4-FFF2-40B4-BE49-F238E27FC236}">
                    <a16:creationId xmlns:a16="http://schemas.microsoft.com/office/drawing/2014/main" id="{0F6F6D4F-A9CD-4E53-B322-89B3583C3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1922"/>
                <a:ext cx="1062" cy="1126"/>
              </a:xfrm>
              <a:custGeom>
                <a:avLst/>
                <a:gdLst>
                  <a:gd name="T0" fmla="*/ 1046 w 1062"/>
                  <a:gd name="T1" fmla="*/ 494 h 1126"/>
                  <a:gd name="T2" fmla="*/ 1022 w 1062"/>
                  <a:gd name="T3" fmla="*/ 406 h 1126"/>
                  <a:gd name="T4" fmla="*/ 1000 w 1062"/>
                  <a:gd name="T5" fmla="*/ 338 h 1126"/>
                  <a:gd name="T6" fmla="*/ 1008 w 1062"/>
                  <a:gd name="T7" fmla="*/ 304 h 1126"/>
                  <a:gd name="T8" fmla="*/ 990 w 1062"/>
                  <a:gd name="T9" fmla="*/ 264 h 1126"/>
                  <a:gd name="T10" fmla="*/ 948 w 1062"/>
                  <a:gd name="T11" fmla="*/ 120 h 1126"/>
                  <a:gd name="T12" fmla="*/ 920 w 1062"/>
                  <a:gd name="T13" fmla="*/ 38 h 1126"/>
                  <a:gd name="T14" fmla="*/ 854 w 1062"/>
                  <a:gd name="T15" fmla="*/ 26 h 1126"/>
                  <a:gd name="T16" fmla="*/ 900 w 1062"/>
                  <a:gd name="T17" fmla="*/ 144 h 1126"/>
                  <a:gd name="T18" fmla="*/ 960 w 1062"/>
                  <a:gd name="T19" fmla="*/ 350 h 1126"/>
                  <a:gd name="T20" fmla="*/ 988 w 1062"/>
                  <a:gd name="T21" fmla="*/ 556 h 1126"/>
                  <a:gd name="T22" fmla="*/ 960 w 1062"/>
                  <a:gd name="T23" fmla="*/ 766 h 1126"/>
                  <a:gd name="T24" fmla="*/ 908 w 1062"/>
                  <a:gd name="T25" fmla="*/ 872 h 1126"/>
                  <a:gd name="T26" fmla="*/ 848 w 1062"/>
                  <a:gd name="T27" fmla="*/ 940 h 1126"/>
                  <a:gd name="T28" fmla="*/ 752 w 1062"/>
                  <a:gd name="T29" fmla="*/ 1004 h 1126"/>
                  <a:gd name="T30" fmla="*/ 608 w 1062"/>
                  <a:gd name="T31" fmla="*/ 1048 h 1126"/>
                  <a:gd name="T32" fmla="*/ 428 w 1062"/>
                  <a:gd name="T33" fmla="*/ 1052 h 1126"/>
                  <a:gd name="T34" fmla="*/ 284 w 1062"/>
                  <a:gd name="T35" fmla="*/ 986 h 1126"/>
                  <a:gd name="T36" fmla="*/ 206 w 1062"/>
                  <a:gd name="T37" fmla="*/ 888 h 1126"/>
                  <a:gd name="T38" fmla="*/ 158 w 1062"/>
                  <a:gd name="T39" fmla="*/ 750 h 1126"/>
                  <a:gd name="T40" fmla="*/ 146 w 1062"/>
                  <a:gd name="T41" fmla="*/ 598 h 1126"/>
                  <a:gd name="T42" fmla="*/ 122 w 1062"/>
                  <a:gd name="T43" fmla="*/ 126 h 1126"/>
                  <a:gd name="T44" fmla="*/ 82 w 1062"/>
                  <a:gd name="T45" fmla="*/ 0 h 1126"/>
                  <a:gd name="T46" fmla="*/ 18 w 1062"/>
                  <a:gd name="T47" fmla="*/ 18 h 1126"/>
                  <a:gd name="T48" fmla="*/ 48 w 1062"/>
                  <a:gd name="T49" fmla="*/ 120 h 1126"/>
                  <a:gd name="T50" fmla="*/ 64 w 1062"/>
                  <a:gd name="T51" fmla="*/ 308 h 1126"/>
                  <a:gd name="T52" fmla="*/ 54 w 1062"/>
                  <a:gd name="T53" fmla="*/ 402 h 1126"/>
                  <a:gd name="T54" fmla="*/ 52 w 1062"/>
                  <a:gd name="T55" fmla="*/ 462 h 1126"/>
                  <a:gd name="T56" fmla="*/ 72 w 1062"/>
                  <a:gd name="T57" fmla="*/ 532 h 1126"/>
                  <a:gd name="T58" fmla="*/ 64 w 1062"/>
                  <a:gd name="T59" fmla="*/ 572 h 1126"/>
                  <a:gd name="T60" fmla="*/ 78 w 1062"/>
                  <a:gd name="T61" fmla="*/ 622 h 1126"/>
                  <a:gd name="T62" fmla="*/ 66 w 1062"/>
                  <a:gd name="T63" fmla="*/ 656 h 1126"/>
                  <a:gd name="T64" fmla="*/ 80 w 1062"/>
                  <a:gd name="T65" fmla="*/ 690 h 1126"/>
                  <a:gd name="T66" fmla="*/ 74 w 1062"/>
                  <a:gd name="T67" fmla="*/ 732 h 1126"/>
                  <a:gd name="T68" fmla="*/ 82 w 1062"/>
                  <a:gd name="T69" fmla="*/ 778 h 1126"/>
                  <a:gd name="T70" fmla="*/ 92 w 1062"/>
                  <a:gd name="T71" fmla="*/ 834 h 1126"/>
                  <a:gd name="T72" fmla="*/ 106 w 1062"/>
                  <a:gd name="T73" fmla="*/ 890 h 1126"/>
                  <a:gd name="T74" fmla="*/ 172 w 1062"/>
                  <a:gd name="T75" fmla="*/ 954 h 1126"/>
                  <a:gd name="T76" fmla="*/ 202 w 1062"/>
                  <a:gd name="T77" fmla="*/ 1008 h 1126"/>
                  <a:gd name="T78" fmla="*/ 238 w 1062"/>
                  <a:gd name="T79" fmla="*/ 1042 h 1126"/>
                  <a:gd name="T80" fmla="*/ 394 w 1062"/>
                  <a:gd name="T81" fmla="*/ 1116 h 1126"/>
                  <a:gd name="T82" fmla="*/ 468 w 1062"/>
                  <a:gd name="T83" fmla="*/ 1120 h 1126"/>
                  <a:gd name="T84" fmla="*/ 576 w 1062"/>
                  <a:gd name="T85" fmla="*/ 1126 h 1126"/>
                  <a:gd name="T86" fmla="*/ 702 w 1062"/>
                  <a:gd name="T87" fmla="*/ 1098 h 1126"/>
                  <a:gd name="T88" fmla="*/ 814 w 1062"/>
                  <a:gd name="T89" fmla="*/ 1074 h 1126"/>
                  <a:gd name="T90" fmla="*/ 890 w 1062"/>
                  <a:gd name="T91" fmla="*/ 996 h 1126"/>
                  <a:gd name="T92" fmla="*/ 946 w 1062"/>
                  <a:gd name="T93" fmla="*/ 946 h 1126"/>
                  <a:gd name="T94" fmla="*/ 968 w 1062"/>
                  <a:gd name="T95" fmla="*/ 918 h 1126"/>
                  <a:gd name="T96" fmla="*/ 966 w 1062"/>
                  <a:gd name="T97" fmla="*/ 884 h 1126"/>
                  <a:gd name="T98" fmla="*/ 986 w 1062"/>
                  <a:gd name="T99" fmla="*/ 862 h 1126"/>
                  <a:gd name="T100" fmla="*/ 1016 w 1062"/>
                  <a:gd name="T101" fmla="*/ 838 h 1126"/>
                  <a:gd name="T102" fmla="*/ 1036 w 1062"/>
                  <a:gd name="T103" fmla="*/ 742 h 1126"/>
                  <a:gd name="T104" fmla="*/ 1060 w 1062"/>
                  <a:gd name="T105" fmla="*/ 666 h 1126"/>
                  <a:gd name="T106" fmla="*/ 1060 w 1062"/>
                  <a:gd name="T107" fmla="*/ 588 h 1126"/>
                  <a:gd name="T108" fmla="*/ 1036 w 1062"/>
                  <a:gd name="T109" fmla="*/ 520 h 112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62" h="1126">
                    <a:moveTo>
                      <a:pt x="1036" y="520"/>
                    </a:moveTo>
                    <a:lnTo>
                      <a:pt x="1036" y="520"/>
                    </a:lnTo>
                    <a:lnTo>
                      <a:pt x="1040" y="514"/>
                    </a:lnTo>
                    <a:lnTo>
                      <a:pt x="1042" y="508"/>
                    </a:lnTo>
                    <a:lnTo>
                      <a:pt x="1046" y="494"/>
                    </a:lnTo>
                    <a:lnTo>
                      <a:pt x="1044" y="480"/>
                    </a:lnTo>
                    <a:lnTo>
                      <a:pt x="1040" y="466"/>
                    </a:lnTo>
                    <a:lnTo>
                      <a:pt x="1028" y="436"/>
                    </a:lnTo>
                    <a:lnTo>
                      <a:pt x="1024" y="422"/>
                    </a:lnTo>
                    <a:lnTo>
                      <a:pt x="1022" y="406"/>
                    </a:lnTo>
                    <a:lnTo>
                      <a:pt x="1018" y="386"/>
                    </a:lnTo>
                    <a:lnTo>
                      <a:pt x="1012" y="370"/>
                    </a:lnTo>
                    <a:lnTo>
                      <a:pt x="1006" y="354"/>
                    </a:lnTo>
                    <a:lnTo>
                      <a:pt x="1000" y="338"/>
                    </a:lnTo>
                    <a:lnTo>
                      <a:pt x="1002" y="330"/>
                    </a:lnTo>
                    <a:lnTo>
                      <a:pt x="1004" y="322"/>
                    </a:lnTo>
                    <a:lnTo>
                      <a:pt x="1006" y="312"/>
                    </a:lnTo>
                    <a:lnTo>
                      <a:pt x="1008" y="304"/>
                    </a:lnTo>
                    <a:lnTo>
                      <a:pt x="1004" y="292"/>
                    </a:lnTo>
                    <a:lnTo>
                      <a:pt x="1000" y="284"/>
                    </a:lnTo>
                    <a:lnTo>
                      <a:pt x="994" y="274"/>
                    </a:lnTo>
                    <a:lnTo>
                      <a:pt x="990" y="264"/>
                    </a:lnTo>
                    <a:lnTo>
                      <a:pt x="978" y="228"/>
                    </a:lnTo>
                    <a:lnTo>
                      <a:pt x="966" y="192"/>
                    </a:lnTo>
                    <a:lnTo>
                      <a:pt x="948" y="120"/>
                    </a:lnTo>
                    <a:lnTo>
                      <a:pt x="942" y="100"/>
                    </a:lnTo>
                    <a:lnTo>
                      <a:pt x="936" y="86"/>
                    </a:lnTo>
                    <a:lnTo>
                      <a:pt x="924" y="62"/>
                    </a:lnTo>
                    <a:lnTo>
                      <a:pt x="920" y="50"/>
                    </a:lnTo>
                    <a:lnTo>
                      <a:pt x="920" y="38"/>
                    </a:lnTo>
                    <a:lnTo>
                      <a:pt x="924" y="22"/>
                    </a:lnTo>
                    <a:lnTo>
                      <a:pt x="932" y="0"/>
                    </a:lnTo>
                    <a:lnTo>
                      <a:pt x="854" y="0"/>
                    </a:lnTo>
                    <a:lnTo>
                      <a:pt x="854" y="26"/>
                    </a:lnTo>
                    <a:lnTo>
                      <a:pt x="856" y="46"/>
                    </a:lnTo>
                    <a:lnTo>
                      <a:pt x="862" y="64"/>
                    </a:lnTo>
                    <a:lnTo>
                      <a:pt x="870" y="82"/>
                    </a:lnTo>
                    <a:lnTo>
                      <a:pt x="890" y="120"/>
                    </a:lnTo>
                    <a:lnTo>
                      <a:pt x="900" y="144"/>
                    </a:lnTo>
                    <a:lnTo>
                      <a:pt x="912" y="176"/>
                    </a:lnTo>
                    <a:lnTo>
                      <a:pt x="938" y="260"/>
                    </a:lnTo>
                    <a:lnTo>
                      <a:pt x="950" y="304"/>
                    </a:lnTo>
                    <a:lnTo>
                      <a:pt x="960" y="350"/>
                    </a:lnTo>
                    <a:lnTo>
                      <a:pt x="970" y="398"/>
                    </a:lnTo>
                    <a:lnTo>
                      <a:pt x="978" y="448"/>
                    </a:lnTo>
                    <a:lnTo>
                      <a:pt x="984" y="500"/>
                    </a:lnTo>
                    <a:lnTo>
                      <a:pt x="988" y="556"/>
                    </a:lnTo>
                    <a:lnTo>
                      <a:pt x="986" y="612"/>
                    </a:lnTo>
                    <a:lnTo>
                      <a:pt x="982" y="666"/>
                    </a:lnTo>
                    <a:lnTo>
                      <a:pt x="972" y="716"/>
                    </a:lnTo>
                    <a:lnTo>
                      <a:pt x="966" y="742"/>
                    </a:lnTo>
                    <a:lnTo>
                      <a:pt x="960" y="766"/>
                    </a:lnTo>
                    <a:lnTo>
                      <a:pt x="952" y="788"/>
                    </a:lnTo>
                    <a:lnTo>
                      <a:pt x="942" y="810"/>
                    </a:lnTo>
                    <a:lnTo>
                      <a:pt x="932" y="832"/>
                    </a:lnTo>
                    <a:lnTo>
                      <a:pt x="920" y="852"/>
                    </a:lnTo>
                    <a:lnTo>
                      <a:pt x="908" y="872"/>
                    </a:lnTo>
                    <a:lnTo>
                      <a:pt x="894" y="890"/>
                    </a:lnTo>
                    <a:lnTo>
                      <a:pt x="880" y="908"/>
                    </a:lnTo>
                    <a:lnTo>
                      <a:pt x="864" y="924"/>
                    </a:lnTo>
                    <a:lnTo>
                      <a:pt x="848" y="940"/>
                    </a:lnTo>
                    <a:lnTo>
                      <a:pt x="830" y="956"/>
                    </a:lnTo>
                    <a:lnTo>
                      <a:pt x="812" y="970"/>
                    </a:lnTo>
                    <a:lnTo>
                      <a:pt x="794" y="982"/>
                    </a:lnTo>
                    <a:lnTo>
                      <a:pt x="774" y="994"/>
                    </a:lnTo>
                    <a:lnTo>
                      <a:pt x="752" y="1004"/>
                    </a:lnTo>
                    <a:lnTo>
                      <a:pt x="730" y="1014"/>
                    </a:lnTo>
                    <a:lnTo>
                      <a:pt x="708" y="1024"/>
                    </a:lnTo>
                    <a:lnTo>
                      <a:pt x="684" y="1032"/>
                    </a:lnTo>
                    <a:lnTo>
                      <a:pt x="660" y="1038"/>
                    </a:lnTo>
                    <a:lnTo>
                      <a:pt x="608" y="1048"/>
                    </a:lnTo>
                    <a:lnTo>
                      <a:pt x="554" y="1056"/>
                    </a:lnTo>
                    <a:lnTo>
                      <a:pt x="498" y="1058"/>
                    </a:lnTo>
                    <a:lnTo>
                      <a:pt x="462" y="1056"/>
                    </a:lnTo>
                    <a:lnTo>
                      <a:pt x="428" y="1052"/>
                    </a:lnTo>
                    <a:lnTo>
                      <a:pt x="396" y="1044"/>
                    </a:lnTo>
                    <a:lnTo>
                      <a:pt x="366" y="1034"/>
                    </a:lnTo>
                    <a:lnTo>
                      <a:pt x="336" y="1022"/>
                    </a:lnTo>
                    <a:lnTo>
                      <a:pt x="310" y="1006"/>
                    </a:lnTo>
                    <a:lnTo>
                      <a:pt x="284" y="986"/>
                    </a:lnTo>
                    <a:lnTo>
                      <a:pt x="262" y="964"/>
                    </a:lnTo>
                    <a:lnTo>
                      <a:pt x="240" y="940"/>
                    </a:lnTo>
                    <a:lnTo>
                      <a:pt x="222" y="916"/>
                    </a:lnTo>
                    <a:lnTo>
                      <a:pt x="206" y="888"/>
                    </a:lnTo>
                    <a:lnTo>
                      <a:pt x="192" y="860"/>
                    </a:lnTo>
                    <a:lnTo>
                      <a:pt x="182" y="832"/>
                    </a:lnTo>
                    <a:lnTo>
                      <a:pt x="172" y="804"/>
                    </a:lnTo>
                    <a:lnTo>
                      <a:pt x="164" y="776"/>
                    </a:lnTo>
                    <a:lnTo>
                      <a:pt x="158" y="750"/>
                    </a:lnTo>
                    <a:lnTo>
                      <a:pt x="150" y="698"/>
                    </a:lnTo>
                    <a:lnTo>
                      <a:pt x="146" y="654"/>
                    </a:lnTo>
                    <a:lnTo>
                      <a:pt x="146" y="620"/>
                    </a:lnTo>
                    <a:lnTo>
                      <a:pt x="146" y="598"/>
                    </a:lnTo>
                    <a:lnTo>
                      <a:pt x="148" y="482"/>
                    </a:lnTo>
                    <a:lnTo>
                      <a:pt x="146" y="376"/>
                    </a:lnTo>
                    <a:lnTo>
                      <a:pt x="140" y="280"/>
                    </a:lnTo>
                    <a:lnTo>
                      <a:pt x="132" y="196"/>
                    </a:lnTo>
                    <a:lnTo>
                      <a:pt x="122" y="126"/>
                    </a:lnTo>
                    <a:lnTo>
                      <a:pt x="108" y="68"/>
                    </a:lnTo>
                    <a:lnTo>
                      <a:pt x="102" y="46"/>
                    </a:lnTo>
                    <a:lnTo>
                      <a:pt x="96" y="26"/>
                    </a:lnTo>
                    <a:lnTo>
                      <a:pt x="88" y="12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0" y="0"/>
                    </a:lnTo>
                    <a:lnTo>
                      <a:pt x="10" y="8"/>
                    </a:lnTo>
                    <a:lnTo>
                      <a:pt x="18" y="18"/>
                    </a:lnTo>
                    <a:lnTo>
                      <a:pt x="24" y="30"/>
                    </a:lnTo>
                    <a:lnTo>
                      <a:pt x="32" y="46"/>
                    </a:lnTo>
                    <a:lnTo>
                      <a:pt x="36" y="62"/>
                    </a:lnTo>
                    <a:lnTo>
                      <a:pt x="42" y="80"/>
                    </a:lnTo>
                    <a:lnTo>
                      <a:pt x="48" y="120"/>
                    </a:lnTo>
                    <a:lnTo>
                      <a:pt x="54" y="162"/>
                    </a:lnTo>
                    <a:lnTo>
                      <a:pt x="56" y="202"/>
                    </a:lnTo>
                    <a:lnTo>
                      <a:pt x="62" y="264"/>
                    </a:lnTo>
                    <a:lnTo>
                      <a:pt x="64" y="308"/>
                    </a:lnTo>
                    <a:lnTo>
                      <a:pt x="64" y="352"/>
                    </a:lnTo>
                    <a:lnTo>
                      <a:pt x="64" y="364"/>
                    </a:lnTo>
                    <a:lnTo>
                      <a:pt x="60" y="376"/>
                    </a:lnTo>
                    <a:lnTo>
                      <a:pt x="54" y="402"/>
                    </a:lnTo>
                    <a:lnTo>
                      <a:pt x="50" y="426"/>
                    </a:lnTo>
                    <a:lnTo>
                      <a:pt x="48" y="440"/>
                    </a:lnTo>
                    <a:lnTo>
                      <a:pt x="48" y="452"/>
                    </a:lnTo>
                    <a:lnTo>
                      <a:pt x="52" y="462"/>
                    </a:lnTo>
                    <a:lnTo>
                      <a:pt x="54" y="474"/>
                    </a:lnTo>
                    <a:lnTo>
                      <a:pt x="62" y="492"/>
                    </a:lnTo>
                    <a:lnTo>
                      <a:pt x="70" y="510"/>
                    </a:lnTo>
                    <a:lnTo>
                      <a:pt x="72" y="522"/>
                    </a:lnTo>
                    <a:lnTo>
                      <a:pt x="72" y="532"/>
                    </a:lnTo>
                    <a:lnTo>
                      <a:pt x="72" y="542"/>
                    </a:lnTo>
                    <a:lnTo>
                      <a:pt x="68" y="552"/>
                    </a:lnTo>
                    <a:lnTo>
                      <a:pt x="64" y="562"/>
                    </a:lnTo>
                    <a:lnTo>
                      <a:pt x="64" y="572"/>
                    </a:lnTo>
                    <a:lnTo>
                      <a:pt x="66" y="584"/>
                    </a:lnTo>
                    <a:lnTo>
                      <a:pt x="70" y="596"/>
                    </a:lnTo>
                    <a:lnTo>
                      <a:pt x="74" y="610"/>
                    </a:lnTo>
                    <a:lnTo>
                      <a:pt x="78" y="622"/>
                    </a:lnTo>
                    <a:lnTo>
                      <a:pt x="76" y="632"/>
                    </a:lnTo>
                    <a:lnTo>
                      <a:pt x="70" y="640"/>
                    </a:lnTo>
                    <a:lnTo>
                      <a:pt x="66" y="650"/>
                    </a:lnTo>
                    <a:lnTo>
                      <a:pt x="66" y="656"/>
                    </a:lnTo>
                    <a:lnTo>
                      <a:pt x="66" y="662"/>
                    </a:lnTo>
                    <a:lnTo>
                      <a:pt x="70" y="672"/>
                    </a:lnTo>
                    <a:lnTo>
                      <a:pt x="74" y="682"/>
                    </a:lnTo>
                    <a:lnTo>
                      <a:pt x="80" y="690"/>
                    </a:lnTo>
                    <a:lnTo>
                      <a:pt x="82" y="700"/>
                    </a:lnTo>
                    <a:lnTo>
                      <a:pt x="82" y="712"/>
                    </a:lnTo>
                    <a:lnTo>
                      <a:pt x="78" y="722"/>
                    </a:lnTo>
                    <a:lnTo>
                      <a:pt x="74" y="732"/>
                    </a:lnTo>
                    <a:lnTo>
                      <a:pt x="72" y="742"/>
                    </a:lnTo>
                    <a:lnTo>
                      <a:pt x="74" y="756"/>
                    </a:lnTo>
                    <a:lnTo>
                      <a:pt x="78" y="766"/>
                    </a:lnTo>
                    <a:lnTo>
                      <a:pt x="82" y="778"/>
                    </a:lnTo>
                    <a:lnTo>
                      <a:pt x="88" y="788"/>
                    </a:lnTo>
                    <a:lnTo>
                      <a:pt x="90" y="800"/>
                    </a:lnTo>
                    <a:lnTo>
                      <a:pt x="92" y="812"/>
                    </a:lnTo>
                    <a:lnTo>
                      <a:pt x="92" y="834"/>
                    </a:lnTo>
                    <a:lnTo>
                      <a:pt x="94" y="856"/>
                    </a:lnTo>
                    <a:lnTo>
                      <a:pt x="96" y="866"/>
                    </a:lnTo>
                    <a:lnTo>
                      <a:pt x="100" y="876"/>
                    </a:lnTo>
                    <a:lnTo>
                      <a:pt x="106" y="890"/>
                    </a:lnTo>
                    <a:lnTo>
                      <a:pt x="116" y="902"/>
                    </a:lnTo>
                    <a:lnTo>
                      <a:pt x="126" y="914"/>
                    </a:lnTo>
                    <a:lnTo>
                      <a:pt x="138" y="924"/>
                    </a:lnTo>
                    <a:lnTo>
                      <a:pt x="160" y="944"/>
                    </a:lnTo>
                    <a:lnTo>
                      <a:pt x="172" y="954"/>
                    </a:lnTo>
                    <a:lnTo>
                      <a:pt x="180" y="968"/>
                    </a:lnTo>
                    <a:lnTo>
                      <a:pt x="188" y="978"/>
                    </a:lnTo>
                    <a:lnTo>
                      <a:pt x="192" y="990"/>
                    </a:lnTo>
                    <a:lnTo>
                      <a:pt x="202" y="1008"/>
                    </a:lnTo>
                    <a:lnTo>
                      <a:pt x="206" y="1016"/>
                    </a:lnTo>
                    <a:lnTo>
                      <a:pt x="214" y="1024"/>
                    </a:lnTo>
                    <a:lnTo>
                      <a:pt x="224" y="1032"/>
                    </a:lnTo>
                    <a:lnTo>
                      <a:pt x="238" y="1042"/>
                    </a:lnTo>
                    <a:lnTo>
                      <a:pt x="288" y="1068"/>
                    </a:lnTo>
                    <a:lnTo>
                      <a:pt x="336" y="1096"/>
                    </a:lnTo>
                    <a:lnTo>
                      <a:pt x="364" y="1106"/>
                    </a:lnTo>
                    <a:lnTo>
                      <a:pt x="394" y="1116"/>
                    </a:lnTo>
                    <a:lnTo>
                      <a:pt x="424" y="1120"/>
                    </a:lnTo>
                    <a:lnTo>
                      <a:pt x="438" y="1120"/>
                    </a:lnTo>
                    <a:lnTo>
                      <a:pt x="452" y="1120"/>
                    </a:lnTo>
                    <a:lnTo>
                      <a:pt x="468" y="1120"/>
                    </a:lnTo>
                    <a:lnTo>
                      <a:pt x="484" y="1120"/>
                    </a:lnTo>
                    <a:lnTo>
                      <a:pt x="514" y="1122"/>
                    </a:lnTo>
                    <a:lnTo>
                      <a:pt x="544" y="1126"/>
                    </a:lnTo>
                    <a:lnTo>
                      <a:pt x="560" y="1126"/>
                    </a:lnTo>
                    <a:lnTo>
                      <a:pt x="576" y="1126"/>
                    </a:lnTo>
                    <a:lnTo>
                      <a:pt x="604" y="1120"/>
                    </a:lnTo>
                    <a:lnTo>
                      <a:pt x="638" y="1112"/>
                    </a:lnTo>
                    <a:lnTo>
                      <a:pt x="672" y="1104"/>
                    </a:lnTo>
                    <a:lnTo>
                      <a:pt x="702" y="1098"/>
                    </a:lnTo>
                    <a:lnTo>
                      <a:pt x="758" y="1088"/>
                    </a:lnTo>
                    <a:lnTo>
                      <a:pt x="786" y="1082"/>
                    </a:lnTo>
                    <a:lnTo>
                      <a:pt x="814" y="1074"/>
                    </a:lnTo>
                    <a:lnTo>
                      <a:pt x="834" y="1064"/>
                    </a:lnTo>
                    <a:lnTo>
                      <a:pt x="850" y="1054"/>
                    </a:lnTo>
                    <a:lnTo>
                      <a:pt x="862" y="1042"/>
                    </a:lnTo>
                    <a:lnTo>
                      <a:pt x="872" y="1026"/>
                    </a:lnTo>
                    <a:lnTo>
                      <a:pt x="890" y="996"/>
                    </a:lnTo>
                    <a:lnTo>
                      <a:pt x="902" y="980"/>
                    </a:lnTo>
                    <a:lnTo>
                      <a:pt x="918" y="964"/>
                    </a:lnTo>
                    <a:lnTo>
                      <a:pt x="932" y="954"/>
                    </a:lnTo>
                    <a:lnTo>
                      <a:pt x="946" y="946"/>
                    </a:lnTo>
                    <a:lnTo>
                      <a:pt x="952" y="942"/>
                    </a:lnTo>
                    <a:lnTo>
                      <a:pt x="958" y="936"/>
                    </a:lnTo>
                    <a:lnTo>
                      <a:pt x="964" y="928"/>
                    </a:lnTo>
                    <a:lnTo>
                      <a:pt x="968" y="918"/>
                    </a:lnTo>
                    <a:lnTo>
                      <a:pt x="970" y="914"/>
                    </a:lnTo>
                    <a:lnTo>
                      <a:pt x="970" y="908"/>
                    </a:lnTo>
                    <a:lnTo>
                      <a:pt x="966" y="900"/>
                    </a:lnTo>
                    <a:lnTo>
                      <a:pt x="966" y="890"/>
                    </a:lnTo>
                    <a:lnTo>
                      <a:pt x="966" y="884"/>
                    </a:lnTo>
                    <a:lnTo>
                      <a:pt x="968" y="880"/>
                    </a:lnTo>
                    <a:lnTo>
                      <a:pt x="972" y="874"/>
                    </a:lnTo>
                    <a:lnTo>
                      <a:pt x="976" y="870"/>
                    </a:lnTo>
                    <a:lnTo>
                      <a:pt x="986" y="862"/>
                    </a:lnTo>
                    <a:lnTo>
                      <a:pt x="998" y="858"/>
                    </a:lnTo>
                    <a:lnTo>
                      <a:pt x="1004" y="854"/>
                    </a:lnTo>
                    <a:lnTo>
                      <a:pt x="1008" y="850"/>
                    </a:lnTo>
                    <a:lnTo>
                      <a:pt x="1016" y="838"/>
                    </a:lnTo>
                    <a:lnTo>
                      <a:pt x="1022" y="826"/>
                    </a:lnTo>
                    <a:lnTo>
                      <a:pt x="1026" y="812"/>
                    </a:lnTo>
                    <a:lnTo>
                      <a:pt x="1028" y="798"/>
                    </a:lnTo>
                    <a:lnTo>
                      <a:pt x="1032" y="768"/>
                    </a:lnTo>
                    <a:lnTo>
                      <a:pt x="1036" y="742"/>
                    </a:lnTo>
                    <a:lnTo>
                      <a:pt x="1040" y="722"/>
                    </a:lnTo>
                    <a:lnTo>
                      <a:pt x="1048" y="704"/>
                    </a:lnTo>
                    <a:lnTo>
                      <a:pt x="1054" y="686"/>
                    </a:lnTo>
                    <a:lnTo>
                      <a:pt x="1060" y="666"/>
                    </a:lnTo>
                    <a:lnTo>
                      <a:pt x="1062" y="652"/>
                    </a:lnTo>
                    <a:lnTo>
                      <a:pt x="1062" y="634"/>
                    </a:lnTo>
                    <a:lnTo>
                      <a:pt x="1062" y="610"/>
                    </a:lnTo>
                    <a:lnTo>
                      <a:pt x="1060" y="588"/>
                    </a:lnTo>
                    <a:lnTo>
                      <a:pt x="1056" y="564"/>
                    </a:lnTo>
                    <a:lnTo>
                      <a:pt x="1050" y="544"/>
                    </a:lnTo>
                    <a:lnTo>
                      <a:pt x="1044" y="528"/>
                    </a:lnTo>
                    <a:lnTo>
                      <a:pt x="1040" y="524"/>
                    </a:lnTo>
                    <a:lnTo>
                      <a:pt x="1036" y="520"/>
                    </a:lnTo>
                    <a:close/>
                  </a:path>
                </a:pathLst>
              </a:custGeom>
              <a:solidFill>
                <a:srgbClr val="FDE8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3" name="Freeform 2505">
                <a:extLst>
                  <a:ext uri="{FF2B5EF4-FFF2-40B4-BE49-F238E27FC236}">
                    <a16:creationId xmlns:a16="http://schemas.microsoft.com/office/drawing/2014/main" id="{02B42F26-C4E8-4211-80BE-FAE2B9C5FF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68" y="1922"/>
                <a:ext cx="1062" cy="1126"/>
              </a:xfrm>
              <a:custGeom>
                <a:avLst/>
                <a:gdLst>
                  <a:gd name="T0" fmla="*/ 1022 w 1062"/>
                  <a:gd name="T1" fmla="*/ 406 h 1126"/>
                  <a:gd name="T2" fmla="*/ 1008 w 1062"/>
                  <a:gd name="T3" fmla="*/ 304 h 1126"/>
                  <a:gd name="T4" fmla="*/ 948 w 1062"/>
                  <a:gd name="T5" fmla="*/ 120 h 1126"/>
                  <a:gd name="T6" fmla="*/ 854 w 1062"/>
                  <a:gd name="T7" fmla="*/ 26 h 1126"/>
                  <a:gd name="T8" fmla="*/ 960 w 1062"/>
                  <a:gd name="T9" fmla="*/ 350 h 1126"/>
                  <a:gd name="T10" fmla="*/ 960 w 1062"/>
                  <a:gd name="T11" fmla="*/ 766 h 1126"/>
                  <a:gd name="T12" fmla="*/ 848 w 1062"/>
                  <a:gd name="T13" fmla="*/ 940 h 1126"/>
                  <a:gd name="T14" fmla="*/ 608 w 1062"/>
                  <a:gd name="T15" fmla="*/ 1048 h 1126"/>
                  <a:gd name="T16" fmla="*/ 284 w 1062"/>
                  <a:gd name="T17" fmla="*/ 986 h 1126"/>
                  <a:gd name="T18" fmla="*/ 158 w 1062"/>
                  <a:gd name="T19" fmla="*/ 750 h 1126"/>
                  <a:gd name="T20" fmla="*/ 122 w 1062"/>
                  <a:gd name="T21" fmla="*/ 126 h 1126"/>
                  <a:gd name="T22" fmla="*/ 24 w 1062"/>
                  <a:gd name="T23" fmla="*/ 30 h 1126"/>
                  <a:gd name="T24" fmla="*/ 64 w 1062"/>
                  <a:gd name="T25" fmla="*/ 352 h 1126"/>
                  <a:gd name="T26" fmla="*/ 54 w 1062"/>
                  <a:gd name="T27" fmla="*/ 474 h 1126"/>
                  <a:gd name="T28" fmla="*/ 64 w 1062"/>
                  <a:gd name="T29" fmla="*/ 572 h 1126"/>
                  <a:gd name="T30" fmla="*/ 66 w 1062"/>
                  <a:gd name="T31" fmla="*/ 662 h 1126"/>
                  <a:gd name="T32" fmla="*/ 72 w 1062"/>
                  <a:gd name="T33" fmla="*/ 742 h 1126"/>
                  <a:gd name="T34" fmla="*/ 94 w 1062"/>
                  <a:gd name="T35" fmla="*/ 856 h 1126"/>
                  <a:gd name="T36" fmla="*/ 180 w 1062"/>
                  <a:gd name="T37" fmla="*/ 968 h 1126"/>
                  <a:gd name="T38" fmla="*/ 288 w 1062"/>
                  <a:gd name="T39" fmla="*/ 1068 h 1126"/>
                  <a:gd name="T40" fmla="*/ 484 w 1062"/>
                  <a:gd name="T41" fmla="*/ 1120 h 1126"/>
                  <a:gd name="T42" fmla="*/ 702 w 1062"/>
                  <a:gd name="T43" fmla="*/ 1098 h 1126"/>
                  <a:gd name="T44" fmla="*/ 902 w 1062"/>
                  <a:gd name="T45" fmla="*/ 980 h 1126"/>
                  <a:gd name="T46" fmla="*/ 970 w 1062"/>
                  <a:gd name="T47" fmla="*/ 914 h 1126"/>
                  <a:gd name="T48" fmla="*/ 998 w 1062"/>
                  <a:gd name="T49" fmla="*/ 858 h 1126"/>
                  <a:gd name="T50" fmla="*/ 1036 w 1062"/>
                  <a:gd name="T51" fmla="*/ 742 h 1126"/>
                  <a:gd name="T52" fmla="*/ 1056 w 1062"/>
                  <a:gd name="T53" fmla="*/ 564 h 1126"/>
                  <a:gd name="T54" fmla="*/ 1038 w 1062"/>
                  <a:gd name="T55" fmla="*/ 698 h 1126"/>
                  <a:gd name="T56" fmla="*/ 1000 w 1062"/>
                  <a:gd name="T57" fmla="*/ 842 h 1126"/>
                  <a:gd name="T58" fmla="*/ 954 w 1062"/>
                  <a:gd name="T59" fmla="*/ 888 h 1126"/>
                  <a:gd name="T60" fmla="*/ 948 w 1062"/>
                  <a:gd name="T61" fmla="*/ 932 h 1126"/>
                  <a:gd name="T62" fmla="*/ 846 w 1062"/>
                  <a:gd name="T63" fmla="*/ 1042 h 1126"/>
                  <a:gd name="T64" fmla="*/ 648 w 1062"/>
                  <a:gd name="T65" fmla="*/ 1098 h 1126"/>
                  <a:gd name="T66" fmla="*/ 468 w 1062"/>
                  <a:gd name="T67" fmla="*/ 1108 h 1126"/>
                  <a:gd name="T68" fmla="*/ 228 w 1062"/>
                  <a:gd name="T69" fmla="*/ 1022 h 1126"/>
                  <a:gd name="T70" fmla="*/ 152 w 1062"/>
                  <a:gd name="T71" fmla="*/ 922 h 1126"/>
                  <a:gd name="T72" fmla="*/ 104 w 1062"/>
                  <a:gd name="T73" fmla="*/ 832 h 1126"/>
                  <a:gd name="T74" fmla="*/ 84 w 1062"/>
                  <a:gd name="T75" fmla="*/ 744 h 1126"/>
                  <a:gd name="T76" fmla="*/ 90 w 1062"/>
                  <a:gd name="T77" fmla="*/ 686 h 1126"/>
                  <a:gd name="T78" fmla="*/ 82 w 1062"/>
                  <a:gd name="T79" fmla="*/ 644 h 1126"/>
                  <a:gd name="T80" fmla="*/ 74 w 1062"/>
                  <a:gd name="T81" fmla="*/ 572 h 1126"/>
                  <a:gd name="T82" fmla="*/ 84 w 1062"/>
                  <a:gd name="T83" fmla="*/ 532 h 1126"/>
                  <a:gd name="T84" fmla="*/ 62 w 1062"/>
                  <a:gd name="T85" fmla="*/ 420 h 1126"/>
                  <a:gd name="T86" fmla="*/ 70 w 1062"/>
                  <a:gd name="T87" fmla="*/ 226 h 1126"/>
                  <a:gd name="T88" fmla="*/ 70 w 1062"/>
                  <a:gd name="T89" fmla="*/ 2 h 1126"/>
                  <a:gd name="T90" fmla="*/ 136 w 1062"/>
                  <a:gd name="T91" fmla="*/ 484 h 1126"/>
                  <a:gd name="T92" fmla="*/ 168 w 1062"/>
                  <a:gd name="T93" fmla="*/ 828 h 1126"/>
                  <a:gd name="T94" fmla="*/ 332 w 1062"/>
                  <a:gd name="T95" fmla="*/ 1030 h 1126"/>
                  <a:gd name="T96" fmla="*/ 664 w 1062"/>
                  <a:gd name="T97" fmla="*/ 1050 h 1126"/>
                  <a:gd name="T98" fmla="*/ 872 w 1062"/>
                  <a:gd name="T99" fmla="*/ 932 h 1126"/>
                  <a:gd name="T100" fmla="*/ 990 w 1062"/>
                  <a:gd name="T101" fmla="*/ 682 h 1126"/>
                  <a:gd name="T102" fmla="*/ 960 w 1062"/>
                  <a:gd name="T103" fmla="*/ 300 h 1126"/>
                  <a:gd name="T104" fmla="*/ 866 w 1062"/>
                  <a:gd name="T105" fmla="*/ 38 h 1126"/>
                  <a:gd name="T106" fmla="*/ 912 w 1062"/>
                  <a:gd name="T107" fmla="*/ 62 h 1126"/>
                  <a:gd name="T108" fmla="*/ 988 w 1062"/>
                  <a:gd name="T109" fmla="*/ 286 h 1126"/>
                  <a:gd name="T110" fmla="*/ 990 w 1062"/>
                  <a:gd name="T111" fmla="*/ 326 h 1126"/>
                  <a:gd name="T112" fmla="*/ 1010 w 1062"/>
                  <a:gd name="T113" fmla="*/ 406 h 1126"/>
                  <a:gd name="T114" fmla="*/ 1032 w 1062"/>
                  <a:gd name="T115" fmla="*/ 504 h 1126"/>
                  <a:gd name="T116" fmla="*/ 1030 w 1062"/>
                  <a:gd name="T117" fmla="*/ 530 h 112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062" h="1126">
                    <a:moveTo>
                      <a:pt x="1036" y="520"/>
                    </a:moveTo>
                    <a:lnTo>
                      <a:pt x="1036" y="520"/>
                    </a:lnTo>
                    <a:lnTo>
                      <a:pt x="1040" y="514"/>
                    </a:lnTo>
                    <a:lnTo>
                      <a:pt x="1042" y="508"/>
                    </a:lnTo>
                    <a:lnTo>
                      <a:pt x="1046" y="494"/>
                    </a:lnTo>
                    <a:lnTo>
                      <a:pt x="1044" y="480"/>
                    </a:lnTo>
                    <a:lnTo>
                      <a:pt x="1040" y="466"/>
                    </a:lnTo>
                    <a:lnTo>
                      <a:pt x="1028" y="436"/>
                    </a:lnTo>
                    <a:lnTo>
                      <a:pt x="1024" y="422"/>
                    </a:lnTo>
                    <a:lnTo>
                      <a:pt x="1022" y="406"/>
                    </a:lnTo>
                    <a:lnTo>
                      <a:pt x="1018" y="386"/>
                    </a:lnTo>
                    <a:lnTo>
                      <a:pt x="1012" y="370"/>
                    </a:lnTo>
                    <a:lnTo>
                      <a:pt x="1006" y="354"/>
                    </a:lnTo>
                    <a:lnTo>
                      <a:pt x="1000" y="338"/>
                    </a:lnTo>
                    <a:lnTo>
                      <a:pt x="1002" y="330"/>
                    </a:lnTo>
                    <a:lnTo>
                      <a:pt x="1004" y="322"/>
                    </a:lnTo>
                    <a:lnTo>
                      <a:pt x="1006" y="312"/>
                    </a:lnTo>
                    <a:lnTo>
                      <a:pt x="1008" y="304"/>
                    </a:lnTo>
                    <a:lnTo>
                      <a:pt x="1004" y="292"/>
                    </a:lnTo>
                    <a:lnTo>
                      <a:pt x="1000" y="284"/>
                    </a:lnTo>
                    <a:lnTo>
                      <a:pt x="994" y="274"/>
                    </a:lnTo>
                    <a:lnTo>
                      <a:pt x="990" y="264"/>
                    </a:lnTo>
                    <a:lnTo>
                      <a:pt x="978" y="228"/>
                    </a:lnTo>
                    <a:lnTo>
                      <a:pt x="966" y="192"/>
                    </a:lnTo>
                    <a:lnTo>
                      <a:pt x="948" y="120"/>
                    </a:lnTo>
                    <a:lnTo>
                      <a:pt x="942" y="100"/>
                    </a:lnTo>
                    <a:lnTo>
                      <a:pt x="936" y="86"/>
                    </a:lnTo>
                    <a:lnTo>
                      <a:pt x="924" y="62"/>
                    </a:lnTo>
                    <a:lnTo>
                      <a:pt x="920" y="50"/>
                    </a:lnTo>
                    <a:lnTo>
                      <a:pt x="920" y="38"/>
                    </a:lnTo>
                    <a:lnTo>
                      <a:pt x="924" y="22"/>
                    </a:lnTo>
                    <a:lnTo>
                      <a:pt x="932" y="0"/>
                    </a:lnTo>
                    <a:lnTo>
                      <a:pt x="854" y="0"/>
                    </a:lnTo>
                    <a:lnTo>
                      <a:pt x="854" y="26"/>
                    </a:lnTo>
                    <a:lnTo>
                      <a:pt x="856" y="46"/>
                    </a:lnTo>
                    <a:lnTo>
                      <a:pt x="862" y="64"/>
                    </a:lnTo>
                    <a:lnTo>
                      <a:pt x="870" y="82"/>
                    </a:lnTo>
                    <a:lnTo>
                      <a:pt x="890" y="120"/>
                    </a:lnTo>
                    <a:lnTo>
                      <a:pt x="900" y="144"/>
                    </a:lnTo>
                    <a:lnTo>
                      <a:pt x="912" y="176"/>
                    </a:lnTo>
                    <a:lnTo>
                      <a:pt x="938" y="260"/>
                    </a:lnTo>
                    <a:lnTo>
                      <a:pt x="950" y="304"/>
                    </a:lnTo>
                    <a:lnTo>
                      <a:pt x="960" y="350"/>
                    </a:lnTo>
                    <a:lnTo>
                      <a:pt x="970" y="398"/>
                    </a:lnTo>
                    <a:lnTo>
                      <a:pt x="978" y="448"/>
                    </a:lnTo>
                    <a:lnTo>
                      <a:pt x="984" y="500"/>
                    </a:lnTo>
                    <a:lnTo>
                      <a:pt x="988" y="556"/>
                    </a:lnTo>
                    <a:lnTo>
                      <a:pt x="986" y="612"/>
                    </a:lnTo>
                    <a:lnTo>
                      <a:pt x="982" y="666"/>
                    </a:lnTo>
                    <a:lnTo>
                      <a:pt x="972" y="716"/>
                    </a:lnTo>
                    <a:lnTo>
                      <a:pt x="966" y="742"/>
                    </a:lnTo>
                    <a:lnTo>
                      <a:pt x="960" y="766"/>
                    </a:lnTo>
                    <a:lnTo>
                      <a:pt x="952" y="788"/>
                    </a:lnTo>
                    <a:lnTo>
                      <a:pt x="942" y="810"/>
                    </a:lnTo>
                    <a:lnTo>
                      <a:pt x="932" y="832"/>
                    </a:lnTo>
                    <a:lnTo>
                      <a:pt x="920" y="852"/>
                    </a:lnTo>
                    <a:lnTo>
                      <a:pt x="908" y="872"/>
                    </a:lnTo>
                    <a:lnTo>
                      <a:pt x="894" y="890"/>
                    </a:lnTo>
                    <a:lnTo>
                      <a:pt x="880" y="908"/>
                    </a:lnTo>
                    <a:lnTo>
                      <a:pt x="864" y="924"/>
                    </a:lnTo>
                    <a:lnTo>
                      <a:pt x="848" y="940"/>
                    </a:lnTo>
                    <a:lnTo>
                      <a:pt x="830" y="956"/>
                    </a:lnTo>
                    <a:lnTo>
                      <a:pt x="812" y="970"/>
                    </a:lnTo>
                    <a:lnTo>
                      <a:pt x="794" y="982"/>
                    </a:lnTo>
                    <a:lnTo>
                      <a:pt x="774" y="994"/>
                    </a:lnTo>
                    <a:lnTo>
                      <a:pt x="752" y="1004"/>
                    </a:lnTo>
                    <a:lnTo>
                      <a:pt x="730" y="1014"/>
                    </a:lnTo>
                    <a:lnTo>
                      <a:pt x="708" y="1024"/>
                    </a:lnTo>
                    <a:lnTo>
                      <a:pt x="684" y="1032"/>
                    </a:lnTo>
                    <a:lnTo>
                      <a:pt x="660" y="1038"/>
                    </a:lnTo>
                    <a:lnTo>
                      <a:pt x="608" y="1048"/>
                    </a:lnTo>
                    <a:lnTo>
                      <a:pt x="554" y="1056"/>
                    </a:lnTo>
                    <a:lnTo>
                      <a:pt x="498" y="1058"/>
                    </a:lnTo>
                    <a:lnTo>
                      <a:pt x="462" y="1056"/>
                    </a:lnTo>
                    <a:lnTo>
                      <a:pt x="428" y="1052"/>
                    </a:lnTo>
                    <a:lnTo>
                      <a:pt x="396" y="1044"/>
                    </a:lnTo>
                    <a:lnTo>
                      <a:pt x="366" y="1034"/>
                    </a:lnTo>
                    <a:lnTo>
                      <a:pt x="336" y="1022"/>
                    </a:lnTo>
                    <a:lnTo>
                      <a:pt x="310" y="1006"/>
                    </a:lnTo>
                    <a:lnTo>
                      <a:pt x="284" y="986"/>
                    </a:lnTo>
                    <a:lnTo>
                      <a:pt x="262" y="964"/>
                    </a:lnTo>
                    <a:lnTo>
                      <a:pt x="240" y="940"/>
                    </a:lnTo>
                    <a:lnTo>
                      <a:pt x="222" y="916"/>
                    </a:lnTo>
                    <a:lnTo>
                      <a:pt x="206" y="888"/>
                    </a:lnTo>
                    <a:lnTo>
                      <a:pt x="192" y="860"/>
                    </a:lnTo>
                    <a:lnTo>
                      <a:pt x="182" y="832"/>
                    </a:lnTo>
                    <a:lnTo>
                      <a:pt x="172" y="804"/>
                    </a:lnTo>
                    <a:lnTo>
                      <a:pt x="164" y="776"/>
                    </a:lnTo>
                    <a:lnTo>
                      <a:pt x="158" y="750"/>
                    </a:lnTo>
                    <a:lnTo>
                      <a:pt x="150" y="698"/>
                    </a:lnTo>
                    <a:lnTo>
                      <a:pt x="146" y="654"/>
                    </a:lnTo>
                    <a:lnTo>
                      <a:pt x="146" y="620"/>
                    </a:lnTo>
                    <a:lnTo>
                      <a:pt x="146" y="598"/>
                    </a:lnTo>
                    <a:lnTo>
                      <a:pt x="148" y="482"/>
                    </a:lnTo>
                    <a:lnTo>
                      <a:pt x="146" y="376"/>
                    </a:lnTo>
                    <a:lnTo>
                      <a:pt x="140" y="280"/>
                    </a:lnTo>
                    <a:lnTo>
                      <a:pt x="132" y="196"/>
                    </a:lnTo>
                    <a:lnTo>
                      <a:pt x="122" y="126"/>
                    </a:lnTo>
                    <a:lnTo>
                      <a:pt x="108" y="68"/>
                    </a:lnTo>
                    <a:lnTo>
                      <a:pt x="102" y="46"/>
                    </a:lnTo>
                    <a:lnTo>
                      <a:pt x="96" y="26"/>
                    </a:lnTo>
                    <a:lnTo>
                      <a:pt x="88" y="12"/>
                    </a:lnTo>
                    <a:lnTo>
                      <a:pt x="82" y="0"/>
                    </a:lnTo>
                    <a:lnTo>
                      <a:pt x="0" y="0"/>
                    </a:lnTo>
                    <a:lnTo>
                      <a:pt x="10" y="8"/>
                    </a:lnTo>
                    <a:lnTo>
                      <a:pt x="18" y="18"/>
                    </a:lnTo>
                    <a:lnTo>
                      <a:pt x="24" y="30"/>
                    </a:lnTo>
                    <a:lnTo>
                      <a:pt x="32" y="46"/>
                    </a:lnTo>
                    <a:lnTo>
                      <a:pt x="36" y="62"/>
                    </a:lnTo>
                    <a:lnTo>
                      <a:pt x="42" y="80"/>
                    </a:lnTo>
                    <a:lnTo>
                      <a:pt x="48" y="120"/>
                    </a:lnTo>
                    <a:lnTo>
                      <a:pt x="54" y="162"/>
                    </a:lnTo>
                    <a:lnTo>
                      <a:pt x="56" y="202"/>
                    </a:lnTo>
                    <a:lnTo>
                      <a:pt x="62" y="264"/>
                    </a:lnTo>
                    <a:lnTo>
                      <a:pt x="64" y="308"/>
                    </a:lnTo>
                    <a:lnTo>
                      <a:pt x="64" y="352"/>
                    </a:lnTo>
                    <a:lnTo>
                      <a:pt x="64" y="364"/>
                    </a:lnTo>
                    <a:lnTo>
                      <a:pt x="60" y="376"/>
                    </a:lnTo>
                    <a:lnTo>
                      <a:pt x="54" y="402"/>
                    </a:lnTo>
                    <a:lnTo>
                      <a:pt x="50" y="426"/>
                    </a:lnTo>
                    <a:lnTo>
                      <a:pt x="48" y="440"/>
                    </a:lnTo>
                    <a:lnTo>
                      <a:pt x="48" y="452"/>
                    </a:lnTo>
                    <a:lnTo>
                      <a:pt x="52" y="462"/>
                    </a:lnTo>
                    <a:lnTo>
                      <a:pt x="54" y="474"/>
                    </a:lnTo>
                    <a:lnTo>
                      <a:pt x="62" y="492"/>
                    </a:lnTo>
                    <a:lnTo>
                      <a:pt x="70" y="510"/>
                    </a:lnTo>
                    <a:lnTo>
                      <a:pt x="72" y="522"/>
                    </a:lnTo>
                    <a:lnTo>
                      <a:pt x="72" y="532"/>
                    </a:lnTo>
                    <a:lnTo>
                      <a:pt x="72" y="542"/>
                    </a:lnTo>
                    <a:lnTo>
                      <a:pt x="68" y="552"/>
                    </a:lnTo>
                    <a:lnTo>
                      <a:pt x="64" y="562"/>
                    </a:lnTo>
                    <a:lnTo>
                      <a:pt x="64" y="572"/>
                    </a:lnTo>
                    <a:lnTo>
                      <a:pt x="66" y="584"/>
                    </a:lnTo>
                    <a:lnTo>
                      <a:pt x="70" y="596"/>
                    </a:lnTo>
                    <a:lnTo>
                      <a:pt x="74" y="610"/>
                    </a:lnTo>
                    <a:lnTo>
                      <a:pt x="78" y="622"/>
                    </a:lnTo>
                    <a:lnTo>
                      <a:pt x="76" y="632"/>
                    </a:lnTo>
                    <a:lnTo>
                      <a:pt x="70" y="640"/>
                    </a:lnTo>
                    <a:lnTo>
                      <a:pt x="66" y="650"/>
                    </a:lnTo>
                    <a:lnTo>
                      <a:pt x="66" y="656"/>
                    </a:lnTo>
                    <a:lnTo>
                      <a:pt x="66" y="662"/>
                    </a:lnTo>
                    <a:lnTo>
                      <a:pt x="70" y="672"/>
                    </a:lnTo>
                    <a:lnTo>
                      <a:pt x="74" y="682"/>
                    </a:lnTo>
                    <a:lnTo>
                      <a:pt x="80" y="690"/>
                    </a:lnTo>
                    <a:lnTo>
                      <a:pt x="82" y="700"/>
                    </a:lnTo>
                    <a:lnTo>
                      <a:pt x="82" y="712"/>
                    </a:lnTo>
                    <a:lnTo>
                      <a:pt x="78" y="722"/>
                    </a:lnTo>
                    <a:lnTo>
                      <a:pt x="74" y="732"/>
                    </a:lnTo>
                    <a:lnTo>
                      <a:pt x="72" y="742"/>
                    </a:lnTo>
                    <a:lnTo>
                      <a:pt x="74" y="756"/>
                    </a:lnTo>
                    <a:lnTo>
                      <a:pt x="78" y="766"/>
                    </a:lnTo>
                    <a:lnTo>
                      <a:pt x="82" y="778"/>
                    </a:lnTo>
                    <a:lnTo>
                      <a:pt x="88" y="788"/>
                    </a:lnTo>
                    <a:lnTo>
                      <a:pt x="90" y="800"/>
                    </a:lnTo>
                    <a:lnTo>
                      <a:pt x="92" y="812"/>
                    </a:lnTo>
                    <a:lnTo>
                      <a:pt x="92" y="834"/>
                    </a:lnTo>
                    <a:lnTo>
                      <a:pt x="94" y="856"/>
                    </a:lnTo>
                    <a:lnTo>
                      <a:pt x="96" y="866"/>
                    </a:lnTo>
                    <a:lnTo>
                      <a:pt x="100" y="876"/>
                    </a:lnTo>
                    <a:lnTo>
                      <a:pt x="106" y="890"/>
                    </a:lnTo>
                    <a:lnTo>
                      <a:pt x="116" y="902"/>
                    </a:lnTo>
                    <a:lnTo>
                      <a:pt x="126" y="914"/>
                    </a:lnTo>
                    <a:lnTo>
                      <a:pt x="138" y="924"/>
                    </a:lnTo>
                    <a:lnTo>
                      <a:pt x="160" y="944"/>
                    </a:lnTo>
                    <a:lnTo>
                      <a:pt x="172" y="954"/>
                    </a:lnTo>
                    <a:lnTo>
                      <a:pt x="180" y="968"/>
                    </a:lnTo>
                    <a:lnTo>
                      <a:pt x="188" y="978"/>
                    </a:lnTo>
                    <a:lnTo>
                      <a:pt x="192" y="990"/>
                    </a:lnTo>
                    <a:lnTo>
                      <a:pt x="202" y="1008"/>
                    </a:lnTo>
                    <a:lnTo>
                      <a:pt x="206" y="1016"/>
                    </a:lnTo>
                    <a:lnTo>
                      <a:pt x="214" y="1024"/>
                    </a:lnTo>
                    <a:lnTo>
                      <a:pt x="224" y="1032"/>
                    </a:lnTo>
                    <a:lnTo>
                      <a:pt x="238" y="1042"/>
                    </a:lnTo>
                    <a:lnTo>
                      <a:pt x="288" y="1068"/>
                    </a:lnTo>
                    <a:lnTo>
                      <a:pt x="336" y="1096"/>
                    </a:lnTo>
                    <a:lnTo>
                      <a:pt x="364" y="1106"/>
                    </a:lnTo>
                    <a:lnTo>
                      <a:pt x="394" y="1116"/>
                    </a:lnTo>
                    <a:lnTo>
                      <a:pt x="424" y="1120"/>
                    </a:lnTo>
                    <a:lnTo>
                      <a:pt x="438" y="1120"/>
                    </a:lnTo>
                    <a:lnTo>
                      <a:pt x="452" y="1120"/>
                    </a:lnTo>
                    <a:lnTo>
                      <a:pt x="468" y="1120"/>
                    </a:lnTo>
                    <a:lnTo>
                      <a:pt x="484" y="1120"/>
                    </a:lnTo>
                    <a:lnTo>
                      <a:pt x="514" y="1122"/>
                    </a:lnTo>
                    <a:lnTo>
                      <a:pt x="544" y="1126"/>
                    </a:lnTo>
                    <a:lnTo>
                      <a:pt x="560" y="1126"/>
                    </a:lnTo>
                    <a:lnTo>
                      <a:pt x="576" y="1126"/>
                    </a:lnTo>
                    <a:lnTo>
                      <a:pt x="604" y="1120"/>
                    </a:lnTo>
                    <a:lnTo>
                      <a:pt x="638" y="1112"/>
                    </a:lnTo>
                    <a:lnTo>
                      <a:pt x="672" y="1104"/>
                    </a:lnTo>
                    <a:lnTo>
                      <a:pt x="702" y="1098"/>
                    </a:lnTo>
                    <a:lnTo>
                      <a:pt x="758" y="1088"/>
                    </a:lnTo>
                    <a:lnTo>
                      <a:pt x="786" y="1082"/>
                    </a:lnTo>
                    <a:lnTo>
                      <a:pt x="814" y="1074"/>
                    </a:lnTo>
                    <a:lnTo>
                      <a:pt x="834" y="1064"/>
                    </a:lnTo>
                    <a:lnTo>
                      <a:pt x="850" y="1054"/>
                    </a:lnTo>
                    <a:lnTo>
                      <a:pt x="862" y="1042"/>
                    </a:lnTo>
                    <a:lnTo>
                      <a:pt x="872" y="1026"/>
                    </a:lnTo>
                    <a:lnTo>
                      <a:pt x="890" y="996"/>
                    </a:lnTo>
                    <a:lnTo>
                      <a:pt x="902" y="980"/>
                    </a:lnTo>
                    <a:lnTo>
                      <a:pt x="918" y="964"/>
                    </a:lnTo>
                    <a:lnTo>
                      <a:pt x="932" y="954"/>
                    </a:lnTo>
                    <a:lnTo>
                      <a:pt x="946" y="946"/>
                    </a:lnTo>
                    <a:lnTo>
                      <a:pt x="952" y="942"/>
                    </a:lnTo>
                    <a:lnTo>
                      <a:pt x="958" y="936"/>
                    </a:lnTo>
                    <a:lnTo>
                      <a:pt x="964" y="928"/>
                    </a:lnTo>
                    <a:lnTo>
                      <a:pt x="968" y="918"/>
                    </a:lnTo>
                    <a:lnTo>
                      <a:pt x="970" y="914"/>
                    </a:lnTo>
                    <a:lnTo>
                      <a:pt x="970" y="908"/>
                    </a:lnTo>
                    <a:lnTo>
                      <a:pt x="966" y="900"/>
                    </a:lnTo>
                    <a:lnTo>
                      <a:pt x="966" y="890"/>
                    </a:lnTo>
                    <a:lnTo>
                      <a:pt x="966" y="884"/>
                    </a:lnTo>
                    <a:lnTo>
                      <a:pt x="968" y="880"/>
                    </a:lnTo>
                    <a:lnTo>
                      <a:pt x="972" y="874"/>
                    </a:lnTo>
                    <a:lnTo>
                      <a:pt x="976" y="870"/>
                    </a:lnTo>
                    <a:lnTo>
                      <a:pt x="986" y="862"/>
                    </a:lnTo>
                    <a:lnTo>
                      <a:pt x="998" y="858"/>
                    </a:lnTo>
                    <a:lnTo>
                      <a:pt x="1004" y="854"/>
                    </a:lnTo>
                    <a:lnTo>
                      <a:pt x="1008" y="850"/>
                    </a:lnTo>
                    <a:lnTo>
                      <a:pt x="1016" y="838"/>
                    </a:lnTo>
                    <a:lnTo>
                      <a:pt x="1022" y="826"/>
                    </a:lnTo>
                    <a:lnTo>
                      <a:pt x="1026" y="812"/>
                    </a:lnTo>
                    <a:lnTo>
                      <a:pt x="1028" y="798"/>
                    </a:lnTo>
                    <a:lnTo>
                      <a:pt x="1032" y="768"/>
                    </a:lnTo>
                    <a:lnTo>
                      <a:pt x="1036" y="742"/>
                    </a:lnTo>
                    <a:lnTo>
                      <a:pt x="1040" y="722"/>
                    </a:lnTo>
                    <a:lnTo>
                      <a:pt x="1048" y="704"/>
                    </a:lnTo>
                    <a:lnTo>
                      <a:pt x="1054" y="686"/>
                    </a:lnTo>
                    <a:lnTo>
                      <a:pt x="1060" y="666"/>
                    </a:lnTo>
                    <a:lnTo>
                      <a:pt x="1062" y="652"/>
                    </a:lnTo>
                    <a:lnTo>
                      <a:pt x="1062" y="634"/>
                    </a:lnTo>
                    <a:lnTo>
                      <a:pt x="1062" y="610"/>
                    </a:lnTo>
                    <a:lnTo>
                      <a:pt x="1060" y="588"/>
                    </a:lnTo>
                    <a:lnTo>
                      <a:pt x="1056" y="564"/>
                    </a:lnTo>
                    <a:lnTo>
                      <a:pt x="1050" y="544"/>
                    </a:lnTo>
                    <a:lnTo>
                      <a:pt x="1044" y="528"/>
                    </a:lnTo>
                    <a:lnTo>
                      <a:pt x="1040" y="524"/>
                    </a:lnTo>
                    <a:lnTo>
                      <a:pt x="1036" y="520"/>
                    </a:lnTo>
                    <a:close/>
                    <a:moveTo>
                      <a:pt x="1050" y="664"/>
                    </a:moveTo>
                    <a:lnTo>
                      <a:pt x="1050" y="664"/>
                    </a:lnTo>
                    <a:lnTo>
                      <a:pt x="1044" y="682"/>
                    </a:lnTo>
                    <a:lnTo>
                      <a:pt x="1038" y="698"/>
                    </a:lnTo>
                    <a:lnTo>
                      <a:pt x="1030" y="718"/>
                    </a:lnTo>
                    <a:lnTo>
                      <a:pt x="1024" y="740"/>
                    </a:lnTo>
                    <a:lnTo>
                      <a:pt x="1022" y="764"/>
                    </a:lnTo>
                    <a:lnTo>
                      <a:pt x="1020" y="784"/>
                    </a:lnTo>
                    <a:lnTo>
                      <a:pt x="1016" y="806"/>
                    </a:lnTo>
                    <a:lnTo>
                      <a:pt x="1010" y="826"/>
                    </a:lnTo>
                    <a:lnTo>
                      <a:pt x="1004" y="834"/>
                    </a:lnTo>
                    <a:lnTo>
                      <a:pt x="1000" y="842"/>
                    </a:lnTo>
                    <a:lnTo>
                      <a:pt x="994" y="848"/>
                    </a:lnTo>
                    <a:lnTo>
                      <a:pt x="984" y="852"/>
                    </a:lnTo>
                    <a:lnTo>
                      <a:pt x="970" y="860"/>
                    </a:lnTo>
                    <a:lnTo>
                      <a:pt x="964" y="866"/>
                    </a:lnTo>
                    <a:lnTo>
                      <a:pt x="958" y="874"/>
                    </a:lnTo>
                    <a:lnTo>
                      <a:pt x="954" y="882"/>
                    </a:lnTo>
                    <a:lnTo>
                      <a:pt x="954" y="888"/>
                    </a:lnTo>
                    <a:lnTo>
                      <a:pt x="954" y="896"/>
                    </a:lnTo>
                    <a:lnTo>
                      <a:pt x="956" y="904"/>
                    </a:lnTo>
                    <a:lnTo>
                      <a:pt x="958" y="912"/>
                    </a:lnTo>
                    <a:lnTo>
                      <a:pt x="958" y="914"/>
                    </a:lnTo>
                    <a:lnTo>
                      <a:pt x="952" y="924"/>
                    </a:lnTo>
                    <a:lnTo>
                      <a:pt x="948" y="932"/>
                    </a:lnTo>
                    <a:lnTo>
                      <a:pt x="940" y="936"/>
                    </a:lnTo>
                    <a:lnTo>
                      <a:pt x="932" y="942"/>
                    </a:lnTo>
                    <a:lnTo>
                      <a:pt x="910" y="956"/>
                    </a:lnTo>
                    <a:lnTo>
                      <a:pt x="896" y="970"/>
                    </a:lnTo>
                    <a:lnTo>
                      <a:pt x="884" y="984"/>
                    </a:lnTo>
                    <a:lnTo>
                      <a:pt x="868" y="1010"/>
                    </a:lnTo>
                    <a:lnTo>
                      <a:pt x="858" y="1026"/>
                    </a:lnTo>
                    <a:lnTo>
                      <a:pt x="846" y="1042"/>
                    </a:lnTo>
                    <a:lnTo>
                      <a:pt x="840" y="1048"/>
                    </a:lnTo>
                    <a:lnTo>
                      <a:pt x="832" y="1054"/>
                    </a:lnTo>
                    <a:lnTo>
                      <a:pt x="822" y="1058"/>
                    </a:lnTo>
                    <a:lnTo>
                      <a:pt x="810" y="1062"/>
                    </a:lnTo>
                    <a:lnTo>
                      <a:pt x="784" y="1070"/>
                    </a:lnTo>
                    <a:lnTo>
                      <a:pt x="758" y="1076"/>
                    </a:lnTo>
                    <a:lnTo>
                      <a:pt x="706" y="1086"/>
                    </a:lnTo>
                    <a:lnTo>
                      <a:pt x="700" y="1088"/>
                    </a:lnTo>
                    <a:lnTo>
                      <a:pt x="648" y="1098"/>
                    </a:lnTo>
                    <a:lnTo>
                      <a:pt x="608" y="1108"/>
                    </a:lnTo>
                    <a:lnTo>
                      <a:pt x="574" y="1114"/>
                    </a:lnTo>
                    <a:lnTo>
                      <a:pt x="560" y="1114"/>
                    </a:lnTo>
                    <a:lnTo>
                      <a:pt x="544" y="1114"/>
                    </a:lnTo>
                    <a:lnTo>
                      <a:pt x="516" y="1112"/>
                    </a:lnTo>
                    <a:lnTo>
                      <a:pt x="484" y="1108"/>
                    </a:lnTo>
                    <a:lnTo>
                      <a:pt x="468" y="1108"/>
                    </a:lnTo>
                    <a:lnTo>
                      <a:pt x="450" y="1108"/>
                    </a:lnTo>
                    <a:lnTo>
                      <a:pt x="426" y="1110"/>
                    </a:lnTo>
                    <a:lnTo>
                      <a:pt x="398" y="1104"/>
                    </a:lnTo>
                    <a:lnTo>
                      <a:pt x="370" y="1096"/>
                    </a:lnTo>
                    <a:lnTo>
                      <a:pt x="342" y="1086"/>
                    </a:lnTo>
                    <a:lnTo>
                      <a:pt x="286" y="1056"/>
                    </a:lnTo>
                    <a:lnTo>
                      <a:pt x="244" y="1032"/>
                    </a:lnTo>
                    <a:lnTo>
                      <a:pt x="228" y="1022"/>
                    </a:lnTo>
                    <a:lnTo>
                      <a:pt x="218" y="1012"/>
                    </a:lnTo>
                    <a:lnTo>
                      <a:pt x="210" y="1002"/>
                    </a:lnTo>
                    <a:lnTo>
                      <a:pt x="206" y="990"/>
                    </a:lnTo>
                    <a:lnTo>
                      <a:pt x="200" y="976"/>
                    </a:lnTo>
                    <a:lnTo>
                      <a:pt x="190" y="960"/>
                    </a:lnTo>
                    <a:lnTo>
                      <a:pt x="182" y="950"/>
                    </a:lnTo>
                    <a:lnTo>
                      <a:pt x="172" y="940"/>
                    </a:lnTo>
                    <a:lnTo>
                      <a:pt x="152" y="922"/>
                    </a:lnTo>
                    <a:lnTo>
                      <a:pt x="138" y="910"/>
                    </a:lnTo>
                    <a:lnTo>
                      <a:pt x="128" y="898"/>
                    </a:lnTo>
                    <a:lnTo>
                      <a:pt x="118" y="886"/>
                    </a:lnTo>
                    <a:lnTo>
                      <a:pt x="110" y="872"/>
                    </a:lnTo>
                    <a:lnTo>
                      <a:pt x="106" y="862"/>
                    </a:lnTo>
                    <a:lnTo>
                      <a:pt x="106" y="852"/>
                    </a:lnTo>
                    <a:lnTo>
                      <a:pt x="104" y="832"/>
                    </a:lnTo>
                    <a:lnTo>
                      <a:pt x="102" y="810"/>
                    </a:lnTo>
                    <a:lnTo>
                      <a:pt x="102" y="798"/>
                    </a:lnTo>
                    <a:lnTo>
                      <a:pt x="98" y="786"/>
                    </a:lnTo>
                    <a:lnTo>
                      <a:pt x="90" y="766"/>
                    </a:lnTo>
                    <a:lnTo>
                      <a:pt x="86" y="756"/>
                    </a:lnTo>
                    <a:lnTo>
                      <a:pt x="84" y="744"/>
                    </a:lnTo>
                    <a:lnTo>
                      <a:pt x="84" y="736"/>
                    </a:lnTo>
                    <a:lnTo>
                      <a:pt x="88" y="730"/>
                    </a:lnTo>
                    <a:lnTo>
                      <a:pt x="92" y="718"/>
                    </a:lnTo>
                    <a:lnTo>
                      <a:pt x="94" y="704"/>
                    </a:lnTo>
                    <a:lnTo>
                      <a:pt x="94" y="700"/>
                    </a:lnTo>
                    <a:lnTo>
                      <a:pt x="92" y="692"/>
                    </a:lnTo>
                    <a:lnTo>
                      <a:pt x="90" y="686"/>
                    </a:lnTo>
                    <a:lnTo>
                      <a:pt x="84" y="674"/>
                    </a:lnTo>
                    <a:lnTo>
                      <a:pt x="80" y="668"/>
                    </a:lnTo>
                    <a:lnTo>
                      <a:pt x="76" y="660"/>
                    </a:lnTo>
                    <a:lnTo>
                      <a:pt x="76" y="658"/>
                    </a:lnTo>
                    <a:lnTo>
                      <a:pt x="78" y="652"/>
                    </a:lnTo>
                    <a:lnTo>
                      <a:pt x="82" y="644"/>
                    </a:lnTo>
                    <a:lnTo>
                      <a:pt x="86" y="634"/>
                    </a:lnTo>
                    <a:lnTo>
                      <a:pt x="88" y="624"/>
                    </a:lnTo>
                    <a:lnTo>
                      <a:pt x="88" y="622"/>
                    </a:lnTo>
                    <a:lnTo>
                      <a:pt x="86" y="606"/>
                    </a:lnTo>
                    <a:lnTo>
                      <a:pt x="80" y="592"/>
                    </a:lnTo>
                    <a:lnTo>
                      <a:pt x="76" y="582"/>
                    </a:lnTo>
                    <a:lnTo>
                      <a:pt x="74" y="572"/>
                    </a:lnTo>
                    <a:lnTo>
                      <a:pt x="74" y="570"/>
                    </a:lnTo>
                    <a:lnTo>
                      <a:pt x="76" y="562"/>
                    </a:lnTo>
                    <a:lnTo>
                      <a:pt x="80" y="554"/>
                    </a:lnTo>
                    <a:lnTo>
                      <a:pt x="82" y="544"/>
                    </a:lnTo>
                    <a:lnTo>
                      <a:pt x="84" y="534"/>
                    </a:lnTo>
                    <a:lnTo>
                      <a:pt x="84" y="532"/>
                    </a:lnTo>
                    <a:lnTo>
                      <a:pt x="82" y="518"/>
                    </a:lnTo>
                    <a:lnTo>
                      <a:pt x="80" y="506"/>
                    </a:lnTo>
                    <a:lnTo>
                      <a:pt x="70" y="484"/>
                    </a:lnTo>
                    <a:lnTo>
                      <a:pt x="64" y="468"/>
                    </a:lnTo>
                    <a:lnTo>
                      <a:pt x="60" y="450"/>
                    </a:lnTo>
                    <a:lnTo>
                      <a:pt x="60" y="442"/>
                    </a:lnTo>
                    <a:lnTo>
                      <a:pt x="62" y="420"/>
                    </a:lnTo>
                    <a:lnTo>
                      <a:pt x="68" y="396"/>
                    </a:lnTo>
                    <a:lnTo>
                      <a:pt x="72" y="374"/>
                    </a:lnTo>
                    <a:lnTo>
                      <a:pt x="76" y="352"/>
                    </a:lnTo>
                    <a:lnTo>
                      <a:pt x="76" y="334"/>
                    </a:lnTo>
                    <a:lnTo>
                      <a:pt x="74" y="298"/>
                    </a:lnTo>
                    <a:lnTo>
                      <a:pt x="72" y="264"/>
                    </a:lnTo>
                    <a:lnTo>
                      <a:pt x="70" y="226"/>
                    </a:lnTo>
                    <a:lnTo>
                      <a:pt x="64" y="160"/>
                    </a:lnTo>
                    <a:lnTo>
                      <a:pt x="60" y="128"/>
                    </a:lnTo>
                    <a:lnTo>
                      <a:pt x="54" y="96"/>
                    </a:lnTo>
                    <a:lnTo>
                      <a:pt x="48" y="68"/>
                    </a:lnTo>
                    <a:lnTo>
                      <a:pt x="40" y="42"/>
                    </a:lnTo>
                    <a:lnTo>
                      <a:pt x="32" y="20"/>
                    </a:lnTo>
                    <a:lnTo>
                      <a:pt x="22" y="2"/>
                    </a:lnTo>
                    <a:lnTo>
                      <a:pt x="70" y="2"/>
                    </a:lnTo>
                    <a:lnTo>
                      <a:pt x="76" y="10"/>
                    </a:lnTo>
                    <a:lnTo>
                      <a:pt x="82" y="24"/>
                    </a:lnTo>
                    <a:lnTo>
                      <a:pt x="92" y="60"/>
                    </a:lnTo>
                    <a:lnTo>
                      <a:pt x="104" y="106"/>
                    </a:lnTo>
                    <a:lnTo>
                      <a:pt x="114" y="164"/>
                    </a:lnTo>
                    <a:lnTo>
                      <a:pt x="122" y="232"/>
                    </a:lnTo>
                    <a:lnTo>
                      <a:pt x="130" y="308"/>
                    </a:lnTo>
                    <a:lnTo>
                      <a:pt x="134" y="392"/>
                    </a:lnTo>
                    <a:lnTo>
                      <a:pt x="136" y="484"/>
                    </a:lnTo>
                    <a:lnTo>
                      <a:pt x="134" y="598"/>
                    </a:lnTo>
                    <a:lnTo>
                      <a:pt x="134" y="616"/>
                    </a:lnTo>
                    <a:lnTo>
                      <a:pt x="134" y="646"/>
                    </a:lnTo>
                    <a:lnTo>
                      <a:pt x="138" y="684"/>
                    </a:lnTo>
                    <a:lnTo>
                      <a:pt x="142" y="728"/>
                    </a:lnTo>
                    <a:lnTo>
                      <a:pt x="152" y="776"/>
                    </a:lnTo>
                    <a:lnTo>
                      <a:pt x="160" y="802"/>
                    </a:lnTo>
                    <a:lnTo>
                      <a:pt x="168" y="828"/>
                    </a:lnTo>
                    <a:lnTo>
                      <a:pt x="178" y="854"/>
                    </a:lnTo>
                    <a:lnTo>
                      <a:pt x="188" y="878"/>
                    </a:lnTo>
                    <a:lnTo>
                      <a:pt x="202" y="904"/>
                    </a:lnTo>
                    <a:lnTo>
                      <a:pt x="216" y="928"/>
                    </a:lnTo>
                    <a:lnTo>
                      <a:pt x="234" y="950"/>
                    </a:lnTo>
                    <a:lnTo>
                      <a:pt x="254" y="972"/>
                    </a:lnTo>
                    <a:lnTo>
                      <a:pt x="278" y="994"/>
                    </a:lnTo>
                    <a:lnTo>
                      <a:pt x="304" y="1014"/>
                    </a:lnTo>
                    <a:lnTo>
                      <a:pt x="332" y="1030"/>
                    </a:lnTo>
                    <a:lnTo>
                      <a:pt x="360" y="1044"/>
                    </a:lnTo>
                    <a:lnTo>
                      <a:pt x="392" y="1056"/>
                    </a:lnTo>
                    <a:lnTo>
                      <a:pt x="426" y="1062"/>
                    </a:lnTo>
                    <a:lnTo>
                      <a:pt x="462" y="1068"/>
                    </a:lnTo>
                    <a:lnTo>
                      <a:pt x="498" y="1068"/>
                    </a:lnTo>
                    <a:lnTo>
                      <a:pt x="556" y="1066"/>
                    </a:lnTo>
                    <a:lnTo>
                      <a:pt x="612" y="1060"/>
                    </a:lnTo>
                    <a:lnTo>
                      <a:pt x="638" y="1056"/>
                    </a:lnTo>
                    <a:lnTo>
                      <a:pt x="664" y="1050"/>
                    </a:lnTo>
                    <a:lnTo>
                      <a:pt x="688" y="1042"/>
                    </a:lnTo>
                    <a:lnTo>
                      <a:pt x="712" y="1034"/>
                    </a:lnTo>
                    <a:lnTo>
                      <a:pt x="736" y="1024"/>
                    </a:lnTo>
                    <a:lnTo>
                      <a:pt x="758" y="1014"/>
                    </a:lnTo>
                    <a:lnTo>
                      <a:pt x="780" y="1004"/>
                    </a:lnTo>
                    <a:lnTo>
                      <a:pt x="800" y="992"/>
                    </a:lnTo>
                    <a:lnTo>
                      <a:pt x="820" y="978"/>
                    </a:lnTo>
                    <a:lnTo>
                      <a:pt x="838" y="964"/>
                    </a:lnTo>
                    <a:lnTo>
                      <a:pt x="856" y="948"/>
                    </a:lnTo>
                    <a:lnTo>
                      <a:pt x="872" y="932"/>
                    </a:lnTo>
                    <a:lnTo>
                      <a:pt x="888" y="916"/>
                    </a:lnTo>
                    <a:lnTo>
                      <a:pt x="902" y="898"/>
                    </a:lnTo>
                    <a:lnTo>
                      <a:pt x="916" y="880"/>
                    </a:lnTo>
                    <a:lnTo>
                      <a:pt x="928" y="862"/>
                    </a:lnTo>
                    <a:lnTo>
                      <a:pt x="938" y="842"/>
                    </a:lnTo>
                    <a:lnTo>
                      <a:pt x="950" y="822"/>
                    </a:lnTo>
                    <a:lnTo>
                      <a:pt x="966" y="778"/>
                    </a:lnTo>
                    <a:lnTo>
                      <a:pt x="980" y="732"/>
                    </a:lnTo>
                    <a:lnTo>
                      <a:pt x="990" y="682"/>
                    </a:lnTo>
                    <a:lnTo>
                      <a:pt x="996" y="630"/>
                    </a:lnTo>
                    <a:lnTo>
                      <a:pt x="998" y="576"/>
                    </a:lnTo>
                    <a:lnTo>
                      <a:pt x="998" y="554"/>
                    </a:lnTo>
                    <a:lnTo>
                      <a:pt x="996" y="498"/>
                    </a:lnTo>
                    <a:lnTo>
                      <a:pt x="990" y="446"/>
                    </a:lnTo>
                    <a:lnTo>
                      <a:pt x="982" y="396"/>
                    </a:lnTo>
                    <a:lnTo>
                      <a:pt x="972" y="346"/>
                    </a:lnTo>
                    <a:lnTo>
                      <a:pt x="960" y="300"/>
                    </a:lnTo>
                    <a:lnTo>
                      <a:pt x="948" y="256"/>
                    </a:lnTo>
                    <a:lnTo>
                      <a:pt x="922" y="172"/>
                    </a:lnTo>
                    <a:lnTo>
                      <a:pt x="914" y="146"/>
                    </a:lnTo>
                    <a:lnTo>
                      <a:pt x="904" y="124"/>
                    </a:lnTo>
                    <a:lnTo>
                      <a:pt x="886" y="90"/>
                    </a:lnTo>
                    <a:lnTo>
                      <a:pt x="878" y="72"/>
                    </a:lnTo>
                    <a:lnTo>
                      <a:pt x="870" y="56"/>
                    </a:lnTo>
                    <a:lnTo>
                      <a:pt x="866" y="38"/>
                    </a:lnTo>
                    <a:lnTo>
                      <a:pt x="864" y="18"/>
                    </a:lnTo>
                    <a:lnTo>
                      <a:pt x="868" y="0"/>
                    </a:lnTo>
                    <a:lnTo>
                      <a:pt x="916" y="0"/>
                    </a:lnTo>
                    <a:lnTo>
                      <a:pt x="910" y="22"/>
                    </a:lnTo>
                    <a:lnTo>
                      <a:pt x="908" y="42"/>
                    </a:lnTo>
                    <a:lnTo>
                      <a:pt x="908" y="52"/>
                    </a:lnTo>
                    <a:lnTo>
                      <a:pt x="912" y="62"/>
                    </a:lnTo>
                    <a:lnTo>
                      <a:pt x="920" y="80"/>
                    </a:lnTo>
                    <a:lnTo>
                      <a:pt x="930" y="98"/>
                    </a:lnTo>
                    <a:lnTo>
                      <a:pt x="934" y="110"/>
                    </a:lnTo>
                    <a:lnTo>
                      <a:pt x="938" y="122"/>
                    </a:lnTo>
                    <a:lnTo>
                      <a:pt x="956" y="196"/>
                    </a:lnTo>
                    <a:lnTo>
                      <a:pt x="966" y="232"/>
                    </a:lnTo>
                    <a:lnTo>
                      <a:pt x="980" y="270"/>
                    </a:lnTo>
                    <a:lnTo>
                      <a:pt x="988" y="286"/>
                    </a:lnTo>
                    <a:lnTo>
                      <a:pt x="994" y="294"/>
                    </a:lnTo>
                    <a:lnTo>
                      <a:pt x="996" y="304"/>
                    </a:lnTo>
                    <a:lnTo>
                      <a:pt x="996" y="306"/>
                    </a:lnTo>
                    <a:lnTo>
                      <a:pt x="996" y="312"/>
                    </a:lnTo>
                    <a:lnTo>
                      <a:pt x="994" y="318"/>
                    </a:lnTo>
                    <a:lnTo>
                      <a:pt x="990" y="326"/>
                    </a:lnTo>
                    <a:lnTo>
                      <a:pt x="988" y="336"/>
                    </a:lnTo>
                    <a:lnTo>
                      <a:pt x="990" y="340"/>
                    </a:lnTo>
                    <a:lnTo>
                      <a:pt x="994" y="356"/>
                    </a:lnTo>
                    <a:lnTo>
                      <a:pt x="1000" y="372"/>
                    </a:lnTo>
                    <a:lnTo>
                      <a:pt x="1006" y="388"/>
                    </a:lnTo>
                    <a:lnTo>
                      <a:pt x="1008" y="398"/>
                    </a:lnTo>
                    <a:lnTo>
                      <a:pt x="1010" y="406"/>
                    </a:lnTo>
                    <a:lnTo>
                      <a:pt x="1012" y="418"/>
                    </a:lnTo>
                    <a:lnTo>
                      <a:pt x="1016" y="430"/>
                    </a:lnTo>
                    <a:lnTo>
                      <a:pt x="1024" y="454"/>
                    </a:lnTo>
                    <a:lnTo>
                      <a:pt x="1032" y="474"/>
                    </a:lnTo>
                    <a:lnTo>
                      <a:pt x="1034" y="484"/>
                    </a:lnTo>
                    <a:lnTo>
                      <a:pt x="1034" y="492"/>
                    </a:lnTo>
                    <a:lnTo>
                      <a:pt x="1032" y="504"/>
                    </a:lnTo>
                    <a:lnTo>
                      <a:pt x="1026" y="512"/>
                    </a:lnTo>
                    <a:lnTo>
                      <a:pt x="1024" y="516"/>
                    </a:lnTo>
                    <a:lnTo>
                      <a:pt x="1024" y="520"/>
                    </a:lnTo>
                    <a:lnTo>
                      <a:pt x="1024" y="522"/>
                    </a:lnTo>
                    <a:lnTo>
                      <a:pt x="1026" y="528"/>
                    </a:lnTo>
                    <a:lnTo>
                      <a:pt x="1030" y="530"/>
                    </a:lnTo>
                    <a:lnTo>
                      <a:pt x="1036" y="534"/>
                    </a:lnTo>
                    <a:lnTo>
                      <a:pt x="1038" y="544"/>
                    </a:lnTo>
                    <a:lnTo>
                      <a:pt x="1046" y="570"/>
                    </a:lnTo>
                    <a:lnTo>
                      <a:pt x="1050" y="606"/>
                    </a:lnTo>
                    <a:lnTo>
                      <a:pt x="1052" y="638"/>
                    </a:lnTo>
                    <a:lnTo>
                      <a:pt x="1052" y="652"/>
                    </a:lnTo>
                    <a:lnTo>
                      <a:pt x="1050" y="664"/>
                    </a:lnTo>
                    <a:close/>
                  </a:path>
                </a:pathLst>
              </a:custGeom>
              <a:solidFill>
                <a:srgbClr val="F8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4" name="Freeform 2506">
                <a:extLst>
                  <a:ext uri="{FF2B5EF4-FFF2-40B4-BE49-F238E27FC236}">
                    <a16:creationId xmlns:a16="http://schemas.microsoft.com/office/drawing/2014/main" id="{ED517788-62B5-480D-A850-633A5967F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1966"/>
                <a:ext cx="434" cy="572"/>
              </a:xfrm>
              <a:custGeom>
                <a:avLst/>
                <a:gdLst>
                  <a:gd name="T0" fmla="*/ 0 w 434"/>
                  <a:gd name="T1" fmla="*/ 572 h 572"/>
                  <a:gd name="T2" fmla="*/ 0 w 434"/>
                  <a:gd name="T3" fmla="*/ 572 h 572"/>
                  <a:gd name="T4" fmla="*/ 0 w 434"/>
                  <a:gd name="T5" fmla="*/ 526 h 572"/>
                  <a:gd name="T6" fmla="*/ 2 w 434"/>
                  <a:gd name="T7" fmla="*/ 472 h 572"/>
                  <a:gd name="T8" fmla="*/ 8 w 434"/>
                  <a:gd name="T9" fmla="*/ 414 h 572"/>
                  <a:gd name="T10" fmla="*/ 16 w 434"/>
                  <a:gd name="T11" fmla="*/ 354 h 572"/>
                  <a:gd name="T12" fmla="*/ 28 w 434"/>
                  <a:gd name="T13" fmla="*/ 292 h 572"/>
                  <a:gd name="T14" fmla="*/ 36 w 434"/>
                  <a:gd name="T15" fmla="*/ 264 h 572"/>
                  <a:gd name="T16" fmla="*/ 46 w 434"/>
                  <a:gd name="T17" fmla="*/ 236 h 572"/>
                  <a:gd name="T18" fmla="*/ 56 w 434"/>
                  <a:gd name="T19" fmla="*/ 208 h 572"/>
                  <a:gd name="T20" fmla="*/ 66 w 434"/>
                  <a:gd name="T21" fmla="*/ 184 h 572"/>
                  <a:gd name="T22" fmla="*/ 78 w 434"/>
                  <a:gd name="T23" fmla="*/ 160 h 572"/>
                  <a:gd name="T24" fmla="*/ 92 w 434"/>
                  <a:gd name="T25" fmla="*/ 140 h 572"/>
                  <a:gd name="T26" fmla="*/ 92 w 434"/>
                  <a:gd name="T27" fmla="*/ 140 h 572"/>
                  <a:gd name="T28" fmla="*/ 120 w 434"/>
                  <a:gd name="T29" fmla="*/ 106 h 572"/>
                  <a:gd name="T30" fmla="*/ 146 w 434"/>
                  <a:gd name="T31" fmla="*/ 76 h 572"/>
                  <a:gd name="T32" fmla="*/ 172 w 434"/>
                  <a:gd name="T33" fmla="*/ 54 h 572"/>
                  <a:gd name="T34" fmla="*/ 198 w 434"/>
                  <a:gd name="T35" fmla="*/ 36 h 572"/>
                  <a:gd name="T36" fmla="*/ 222 w 434"/>
                  <a:gd name="T37" fmla="*/ 22 h 572"/>
                  <a:gd name="T38" fmla="*/ 244 w 434"/>
                  <a:gd name="T39" fmla="*/ 14 h 572"/>
                  <a:gd name="T40" fmla="*/ 264 w 434"/>
                  <a:gd name="T41" fmla="*/ 8 h 572"/>
                  <a:gd name="T42" fmla="*/ 284 w 434"/>
                  <a:gd name="T43" fmla="*/ 6 h 572"/>
                  <a:gd name="T44" fmla="*/ 284 w 434"/>
                  <a:gd name="T45" fmla="*/ 6 h 572"/>
                  <a:gd name="T46" fmla="*/ 322 w 434"/>
                  <a:gd name="T47" fmla="*/ 2 h 572"/>
                  <a:gd name="T48" fmla="*/ 362 w 434"/>
                  <a:gd name="T49" fmla="*/ 0 h 572"/>
                  <a:gd name="T50" fmla="*/ 382 w 434"/>
                  <a:gd name="T51" fmla="*/ 2 h 572"/>
                  <a:gd name="T52" fmla="*/ 400 w 434"/>
                  <a:gd name="T53" fmla="*/ 4 h 572"/>
                  <a:gd name="T54" fmla="*/ 418 w 434"/>
                  <a:gd name="T55" fmla="*/ 8 h 572"/>
                  <a:gd name="T56" fmla="*/ 434 w 434"/>
                  <a:gd name="T57" fmla="*/ 14 h 572"/>
                  <a:gd name="T58" fmla="*/ 434 w 434"/>
                  <a:gd name="T59" fmla="*/ 14 h 572"/>
                  <a:gd name="T60" fmla="*/ 404 w 434"/>
                  <a:gd name="T61" fmla="*/ 10 h 572"/>
                  <a:gd name="T62" fmla="*/ 370 w 434"/>
                  <a:gd name="T63" fmla="*/ 8 h 572"/>
                  <a:gd name="T64" fmla="*/ 350 w 434"/>
                  <a:gd name="T65" fmla="*/ 8 h 572"/>
                  <a:gd name="T66" fmla="*/ 330 w 434"/>
                  <a:gd name="T67" fmla="*/ 10 h 572"/>
                  <a:gd name="T68" fmla="*/ 308 w 434"/>
                  <a:gd name="T69" fmla="*/ 14 h 572"/>
                  <a:gd name="T70" fmla="*/ 286 w 434"/>
                  <a:gd name="T71" fmla="*/ 20 h 572"/>
                  <a:gd name="T72" fmla="*/ 286 w 434"/>
                  <a:gd name="T73" fmla="*/ 20 h 572"/>
                  <a:gd name="T74" fmla="*/ 264 w 434"/>
                  <a:gd name="T75" fmla="*/ 28 h 572"/>
                  <a:gd name="T76" fmla="*/ 240 w 434"/>
                  <a:gd name="T77" fmla="*/ 38 h 572"/>
                  <a:gd name="T78" fmla="*/ 214 w 434"/>
                  <a:gd name="T79" fmla="*/ 52 h 572"/>
                  <a:gd name="T80" fmla="*/ 188 w 434"/>
                  <a:gd name="T81" fmla="*/ 68 h 572"/>
                  <a:gd name="T82" fmla="*/ 164 w 434"/>
                  <a:gd name="T83" fmla="*/ 86 h 572"/>
                  <a:gd name="T84" fmla="*/ 140 w 434"/>
                  <a:gd name="T85" fmla="*/ 106 h 572"/>
                  <a:gd name="T86" fmla="*/ 122 w 434"/>
                  <a:gd name="T87" fmla="*/ 130 h 572"/>
                  <a:gd name="T88" fmla="*/ 104 w 434"/>
                  <a:gd name="T89" fmla="*/ 154 h 572"/>
                  <a:gd name="T90" fmla="*/ 104 w 434"/>
                  <a:gd name="T91" fmla="*/ 154 h 572"/>
                  <a:gd name="T92" fmla="*/ 90 w 434"/>
                  <a:gd name="T93" fmla="*/ 182 h 572"/>
                  <a:gd name="T94" fmla="*/ 72 w 434"/>
                  <a:gd name="T95" fmla="*/ 218 h 572"/>
                  <a:gd name="T96" fmla="*/ 56 w 434"/>
                  <a:gd name="T97" fmla="*/ 262 h 572"/>
                  <a:gd name="T98" fmla="*/ 38 w 434"/>
                  <a:gd name="T99" fmla="*/ 312 h 572"/>
                  <a:gd name="T100" fmla="*/ 24 w 434"/>
                  <a:gd name="T101" fmla="*/ 368 h 572"/>
                  <a:gd name="T102" fmla="*/ 10 w 434"/>
                  <a:gd name="T103" fmla="*/ 430 h 572"/>
                  <a:gd name="T104" fmla="*/ 6 w 434"/>
                  <a:gd name="T105" fmla="*/ 464 h 572"/>
                  <a:gd name="T106" fmla="*/ 2 w 434"/>
                  <a:gd name="T107" fmla="*/ 498 h 572"/>
                  <a:gd name="T108" fmla="*/ 0 w 434"/>
                  <a:gd name="T109" fmla="*/ 534 h 572"/>
                  <a:gd name="T110" fmla="*/ 0 w 434"/>
                  <a:gd name="T111" fmla="*/ 572 h 572"/>
                  <a:gd name="T112" fmla="*/ 0 w 434"/>
                  <a:gd name="T113" fmla="*/ 572 h 57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34" h="572">
                    <a:moveTo>
                      <a:pt x="0" y="572"/>
                    </a:moveTo>
                    <a:lnTo>
                      <a:pt x="0" y="572"/>
                    </a:lnTo>
                    <a:lnTo>
                      <a:pt x="0" y="526"/>
                    </a:lnTo>
                    <a:lnTo>
                      <a:pt x="2" y="472"/>
                    </a:lnTo>
                    <a:lnTo>
                      <a:pt x="8" y="414"/>
                    </a:lnTo>
                    <a:lnTo>
                      <a:pt x="16" y="354"/>
                    </a:lnTo>
                    <a:lnTo>
                      <a:pt x="28" y="292"/>
                    </a:lnTo>
                    <a:lnTo>
                      <a:pt x="36" y="264"/>
                    </a:lnTo>
                    <a:lnTo>
                      <a:pt x="46" y="236"/>
                    </a:lnTo>
                    <a:lnTo>
                      <a:pt x="56" y="208"/>
                    </a:lnTo>
                    <a:lnTo>
                      <a:pt x="66" y="184"/>
                    </a:lnTo>
                    <a:lnTo>
                      <a:pt x="78" y="160"/>
                    </a:lnTo>
                    <a:lnTo>
                      <a:pt x="92" y="140"/>
                    </a:lnTo>
                    <a:lnTo>
                      <a:pt x="120" y="106"/>
                    </a:lnTo>
                    <a:lnTo>
                      <a:pt x="146" y="76"/>
                    </a:lnTo>
                    <a:lnTo>
                      <a:pt x="172" y="54"/>
                    </a:lnTo>
                    <a:lnTo>
                      <a:pt x="198" y="36"/>
                    </a:lnTo>
                    <a:lnTo>
                      <a:pt x="222" y="22"/>
                    </a:lnTo>
                    <a:lnTo>
                      <a:pt x="244" y="14"/>
                    </a:lnTo>
                    <a:lnTo>
                      <a:pt x="264" y="8"/>
                    </a:lnTo>
                    <a:lnTo>
                      <a:pt x="284" y="6"/>
                    </a:lnTo>
                    <a:lnTo>
                      <a:pt x="322" y="2"/>
                    </a:lnTo>
                    <a:lnTo>
                      <a:pt x="362" y="0"/>
                    </a:lnTo>
                    <a:lnTo>
                      <a:pt x="382" y="2"/>
                    </a:lnTo>
                    <a:lnTo>
                      <a:pt x="400" y="4"/>
                    </a:lnTo>
                    <a:lnTo>
                      <a:pt x="418" y="8"/>
                    </a:lnTo>
                    <a:lnTo>
                      <a:pt x="434" y="14"/>
                    </a:lnTo>
                    <a:lnTo>
                      <a:pt x="404" y="10"/>
                    </a:lnTo>
                    <a:lnTo>
                      <a:pt x="370" y="8"/>
                    </a:lnTo>
                    <a:lnTo>
                      <a:pt x="350" y="8"/>
                    </a:lnTo>
                    <a:lnTo>
                      <a:pt x="330" y="10"/>
                    </a:lnTo>
                    <a:lnTo>
                      <a:pt x="308" y="14"/>
                    </a:lnTo>
                    <a:lnTo>
                      <a:pt x="286" y="20"/>
                    </a:lnTo>
                    <a:lnTo>
                      <a:pt x="264" y="28"/>
                    </a:lnTo>
                    <a:lnTo>
                      <a:pt x="240" y="38"/>
                    </a:lnTo>
                    <a:lnTo>
                      <a:pt x="214" y="52"/>
                    </a:lnTo>
                    <a:lnTo>
                      <a:pt x="188" y="68"/>
                    </a:lnTo>
                    <a:lnTo>
                      <a:pt x="164" y="86"/>
                    </a:lnTo>
                    <a:lnTo>
                      <a:pt x="140" y="106"/>
                    </a:lnTo>
                    <a:lnTo>
                      <a:pt x="122" y="130"/>
                    </a:lnTo>
                    <a:lnTo>
                      <a:pt x="104" y="154"/>
                    </a:lnTo>
                    <a:lnTo>
                      <a:pt x="90" y="182"/>
                    </a:lnTo>
                    <a:lnTo>
                      <a:pt x="72" y="218"/>
                    </a:lnTo>
                    <a:lnTo>
                      <a:pt x="56" y="262"/>
                    </a:lnTo>
                    <a:lnTo>
                      <a:pt x="38" y="312"/>
                    </a:lnTo>
                    <a:lnTo>
                      <a:pt x="24" y="368"/>
                    </a:lnTo>
                    <a:lnTo>
                      <a:pt x="10" y="430"/>
                    </a:lnTo>
                    <a:lnTo>
                      <a:pt x="6" y="464"/>
                    </a:lnTo>
                    <a:lnTo>
                      <a:pt x="2" y="498"/>
                    </a:lnTo>
                    <a:lnTo>
                      <a:pt x="0" y="534"/>
                    </a:lnTo>
                    <a:lnTo>
                      <a:pt x="0" y="5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5" name="Freeform 2507">
                <a:extLst>
                  <a:ext uri="{FF2B5EF4-FFF2-40B4-BE49-F238E27FC236}">
                    <a16:creationId xmlns:a16="http://schemas.microsoft.com/office/drawing/2014/main" id="{E09C5D34-008C-44CB-929E-4F75582E1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170"/>
                <a:ext cx="360" cy="652"/>
              </a:xfrm>
              <a:custGeom>
                <a:avLst/>
                <a:gdLst>
                  <a:gd name="T0" fmla="*/ 360 w 360"/>
                  <a:gd name="T1" fmla="*/ 28 h 652"/>
                  <a:gd name="T2" fmla="*/ 324 w 360"/>
                  <a:gd name="T3" fmla="*/ 18 h 652"/>
                  <a:gd name="T4" fmla="*/ 308 w 360"/>
                  <a:gd name="T5" fmla="*/ 4 h 652"/>
                  <a:gd name="T6" fmla="*/ 306 w 360"/>
                  <a:gd name="T7" fmla="*/ 0 h 652"/>
                  <a:gd name="T8" fmla="*/ 248 w 360"/>
                  <a:gd name="T9" fmla="*/ 12 h 652"/>
                  <a:gd name="T10" fmla="*/ 210 w 360"/>
                  <a:gd name="T11" fmla="*/ 14 h 652"/>
                  <a:gd name="T12" fmla="*/ 174 w 360"/>
                  <a:gd name="T13" fmla="*/ 4 h 652"/>
                  <a:gd name="T14" fmla="*/ 170 w 360"/>
                  <a:gd name="T15" fmla="*/ 18 h 652"/>
                  <a:gd name="T16" fmla="*/ 150 w 360"/>
                  <a:gd name="T17" fmla="*/ 44 h 652"/>
                  <a:gd name="T18" fmla="*/ 120 w 360"/>
                  <a:gd name="T19" fmla="*/ 68 h 652"/>
                  <a:gd name="T20" fmla="*/ 88 w 360"/>
                  <a:gd name="T21" fmla="*/ 88 h 652"/>
                  <a:gd name="T22" fmla="*/ 72 w 360"/>
                  <a:gd name="T23" fmla="*/ 94 h 652"/>
                  <a:gd name="T24" fmla="*/ 68 w 360"/>
                  <a:gd name="T25" fmla="*/ 118 h 652"/>
                  <a:gd name="T26" fmla="*/ 50 w 360"/>
                  <a:gd name="T27" fmla="*/ 150 h 652"/>
                  <a:gd name="T28" fmla="*/ 28 w 360"/>
                  <a:gd name="T29" fmla="*/ 178 h 652"/>
                  <a:gd name="T30" fmla="*/ 10 w 360"/>
                  <a:gd name="T31" fmla="*/ 190 h 652"/>
                  <a:gd name="T32" fmla="*/ 4 w 360"/>
                  <a:gd name="T33" fmla="*/ 192 h 652"/>
                  <a:gd name="T34" fmla="*/ 14 w 360"/>
                  <a:gd name="T35" fmla="*/ 202 h 652"/>
                  <a:gd name="T36" fmla="*/ 20 w 360"/>
                  <a:gd name="T37" fmla="*/ 214 h 652"/>
                  <a:gd name="T38" fmla="*/ 20 w 360"/>
                  <a:gd name="T39" fmla="*/ 246 h 652"/>
                  <a:gd name="T40" fmla="*/ 14 w 360"/>
                  <a:gd name="T41" fmla="*/ 278 h 652"/>
                  <a:gd name="T42" fmla="*/ 8 w 360"/>
                  <a:gd name="T43" fmla="*/ 302 h 652"/>
                  <a:gd name="T44" fmla="*/ 18 w 360"/>
                  <a:gd name="T45" fmla="*/ 328 h 652"/>
                  <a:gd name="T46" fmla="*/ 16 w 360"/>
                  <a:gd name="T47" fmla="*/ 362 h 652"/>
                  <a:gd name="T48" fmla="*/ 10 w 360"/>
                  <a:gd name="T49" fmla="*/ 396 h 652"/>
                  <a:gd name="T50" fmla="*/ 0 w 360"/>
                  <a:gd name="T51" fmla="*/ 422 h 652"/>
                  <a:gd name="T52" fmla="*/ 18 w 360"/>
                  <a:gd name="T53" fmla="*/ 452 h 652"/>
                  <a:gd name="T54" fmla="*/ 22 w 360"/>
                  <a:gd name="T55" fmla="*/ 472 h 652"/>
                  <a:gd name="T56" fmla="*/ 20 w 360"/>
                  <a:gd name="T57" fmla="*/ 494 h 652"/>
                  <a:gd name="T58" fmla="*/ 34 w 360"/>
                  <a:gd name="T59" fmla="*/ 510 h 652"/>
                  <a:gd name="T60" fmla="*/ 42 w 360"/>
                  <a:gd name="T61" fmla="*/ 530 h 652"/>
                  <a:gd name="T62" fmla="*/ 54 w 360"/>
                  <a:gd name="T63" fmla="*/ 572 h 652"/>
                  <a:gd name="T64" fmla="*/ 68 w 360"/>
                  <a:gd name="T65" fmla="*/ 582 h 652"/>
                  <a:gd name="T66" fmla="*/ 86 w 360"/>
                  <a:gd name="T67" fmla="*/ 604 h 652"/>
                  <a:gd name="T68" fmla="*/ 94 w 360"/>
                  <a:gd name="T69" fmla="*/ 624 h 652"/>
                  <a:gd name="T70" fmla="*/ 98 w 360"/>
                  <a:gd name="T71" fmla="*/ 648 h 652"/>
                  <a:gd name="T72" fmla="*/ 108 w 360"/>
                  <a:gd name="T73" fmla="*/ 652 h 652"/>
                  <a:gd name="T74" fmla="*/ 94 w 360"/>
                  <a:gd name="T75" fmla="*/ 608 h 652"/>
                  <a:gd name="T76" fmla="*/ 84 w 360"/>
                  <a:gd name="T77" fmla="*/ 564 h 652"/>
                  <a:gd name="T78" fmla="*/ 64 w 360"/>
                  <a:gd name="T79" fmla="*/ 514 h 652"/>
                  <a:gd name="T80" fmla="*/ 50 w 360"/>
                  <a:gd name="T81" fmla="*/ 478 h 652"/>
                  <a:gd name="T82" fmla="*/ 46 w 360"/>
                  <a:gd name="T83" fmla="*/ 464 h 652"/>
                  <a:gd name="T84" fmla="*/ 42 w 360"/>
                  <a:gd name="T85" fmla="*/ 430 h 652"/>
                  <a:gd name="T86" fmla="*/ 48 w 360"/>
                  <a:gd name="T87" fmla="*/ 320 h 652"/>
                  <a:gd name="T88" fmla="*/ 48 w 360"/>
                  <a:gd name="T89" fmla="*/ 262 h 652"/>
                  <a:gd name="T90" fmla="*/ 54 w 360"/>
                  <a:gd name="T91" fmla="*/ 218 h 652"/>
                  <a:gd name="T92" fmla="*/ 58 w 360"/>
                  <a:gd name="T93" fmla="*/ 202 h 652"/>
                  <a:gd name="T94" fmla="*/ 76 w 360"/>
                  <a:gd name="T95" fmla="*/ 154 h 652"/>
                  <a:gd name="T96" fmla="*/ 94 w 360"/>
                  <a:gd name="T97" fmla="*/ 122 h 652"/>
                  <a:gd name="T98" fmla="*/ 102 w 360"/>
                  <a:gd name="T99" fmla="*/ 114 h 652"/>
                  <a:gd name="T100" fmla="*/ 174 w 360"/>
                  <a:gd name="T101" fmla="*/ 62 h 652"/>
                  <a:gd name="T102" fmla="*/ 194 w 360"/>
                  <a:gd name="T103" fmla="*/ 48 h 652"/>
                  <a:gd name="T104" fmla="*/ 234 w 360"/>
                  <a:gd name="T105" fmla="*/ 32 h 652"/>
                  <a:gd name="T106" fmla="*/ 258 w 360"/>
                  <a:gd name="T107" fmla="*/ 28 h 652"/>
                  <a:gd name="T108" fmla="*/ 280 w 360"/>
                  <a:gd name="T109" fmla="*/ 26 h 652"/>
                  <a:gd name="T110" fmla="*/ 312 w 360"/>
                  <a:gd name="T111" fmla="*/ 22 h 652"/>
                  <a:gd name="T112" fmla="*/ 340 w 360"/>
                  <a:gd name="T113" fmla="*/ 24 h 652"/>
                  <a:gd name="T114" fmla="*/ 360 w 360"/>
                  <a:gd name="T115" fmla="*/ 28 h 65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60" h="652">
                    <a:moveTo>
                      <a:pt x="360" y="28"/>
                    </a:moveTo>
                    <a:lnTo>
                      <a:pt x="360" y="28"/>
                    </a:lnTo>
                    <a:lnTo>
                      <a:pt x="340" y="24"/>
                    </a:lnTo>
                    <a:lnTo>
                      <a:pt x="324" y="18"/>
                    </a:lnTo>
                    <a:lnTo>
                      <a:pt x="312" y="10"/>
                    </a:lnTo>
                    <a:lnTo>
                      <a:pt x="308" y="4"/>
                    </a:lnTo>
                    <a:lnTo>
                      <a:pt x="306" y="0"/>
                    </a:lnTo>
                    <a:lnTo>
                      <a:pt x="284" y="6"/>
                    </a:lnTo>
                    <a:lnTo>
                      <a:pt x="248" y="12"/>
                    </a:lnTo>
                    <a:lnTo>
                      <a:pt x="230" y="14"/>
                    </a:lnTo>
                    <a:lnTo>
                      <a:pt x="210" y="14"/>
                    </a:lnTo>
                    <a:lnTo>
                      <a:pt x="192" y="10"/>
                    </a:lnTo>
                    <a:lnTo>
                      <a:pt x="174" y="4"/>
                    </a:lnTo>
                    <a:lnTo>
                      <a:pt x="170" y="18"/>
                    </a:lnTo>
                    <a:lnTo>
                      <a:pt x="162" y="30"/>
                    </a:lnTo>
                    <a:lnTo>
                      <a:pt x="150" y="44"/>
                    </a:lnTo>
                    <a:lnTo>
                      <a:pt x="136" y="56"/>
                    </a:lnTo>
                    <a:lnTo>
                      <a:pt x="120" y="68"/>
                    </a:lnTo>
                    <a:lnTo>
                      <a:pt x="104" y="80"/>
                    </a:lnTo>
                    <a:lnTo>
                      <a:pt x="88" y="88"/>
                    </a:lnTo>
                    <a:lnTo>
                      <a:pt x="72" y="94"/>
                    </a:lnTo>
                    <a:lnTo>
                      <a:pt x="72" y="104"/>
                    </a:lnTo>
                    <a:lnTo>
                      <a:pt x="68" y="118"/>
                    </a:lnTo>
                    <a:lnTo>
                      <a:pt x="60" y="134"/>
                    </a:lnTo>
                    <a:lnTo>
                      <a:pt x="50" y="150"/>
                    </a:lnTo>
                    <a:lnTo>
                      <a:pt x="40" y="164"/>
                    </a:lnTo>
                    <a:lnTo>
                      <a:pt x="28" y="178"/>
                    </a:lnTo>
                    <a:lnTo>
                      <a:pt x="16" y="188"/>
                    </a:lnTo>
                    <a:lnTo>
                      <a:pt x="10" y="190"/>
                    </a:lnTo>
                    <a:lnTo>
                      <a:pt x="4" y="192"/>
                    </a:lnTo>
                    <a:lnTo>
                      <a:pt x="10" y="196"/>
                    </a:lnTo>
                    <a:lnTo>
                      <a:pt x="14" y="202"/>
                    </a:lnTo>
                    <a:lnTo>
                      <a:pt x="18" y="208"/>
                    </a:lnTo>
                    <a:lnTo>
                      <a:pt x="20" y="214"/>
                    </a:lnTo>
                    <a:lnTo>
                      <a:pt x="22" y="230"/>
                    </a:lnTo>
                    <a:lnTo>
                      <a:pt x="20" y="246"/>
                    </a:lnTo>
                    <a:lnTo>
                      <a:pt x="18" y="262"/>
                    </a:lnTo>
                    <a:lnTo>
                      <a:pt x="14" y="278"/>
                    </a:lnTo>
                    <a:lnTo>
                      <a:pt x="8" y="302"/>
                    </a:lnTo>
                    <a:lnTo>
                      <a:pt x="14" y="314"/>
                    </a:lnTo>
                    <a:lnTo>
                      <a:pt x="18" y="328"/>
                    </a:lnTo>
                    <a:lnTo>
                      <a:pt x="18" y="346"/>
                    </a:lnTo>
                    <a:lnTo>
                      <a:pt x="16" y="362"/>
                    </a:lnTo>
                    <a:lnTo>
                      <a:pt x="14" y="380"/>
                    </a:lnTo>
                    <a:lnTo>
                      <a:pt x="10" y="396"/>
                    </a:lnTo>
                    <a:lnTo>
                      <a:pt x="0" y="422"/>
                    </a:lnTo>
                    <a:lnTo>
                      <a:pt x="10" y="436"/>
                    </a:lnTo>
                    <a:lnTo>
                      <a:pt x="18" y="452"/>
                    </a:lnTo>
                    <a:lnTo>
                      <a:pt x="20" y="462"/>
                    </a:lnTo>
                    <a:lnTo>
                      <a:pt x="22" y="472"/>
                    </a:lnTo>
                    <a:lnTo>
                      <a:pt x="20" y="494"/>
                    </a:lnTo>
                    <a:lnTo>
                      <a:pt x="28" y="502"/>
                    </a:lnTo>
                    <a:lnTo>
                      <a:pt x="34" y="510"/>
                    </a:lnTo>
                    <a:lnTo>
                      <a:pt x="38" y="520"/>
                    </a:lnTo>
                    <a:lnTo>
                      <a:pt x="42" y="530"/>
                    </a:lnTo>
                    <a:lnTo>
                      <a:pt x="48" y="552"/>
                    </a:lnTo>
                    <a:lnTo>
                      <a:pt x="54" y="572"/>
                    </a:lnTo>
                    <a:lnTo>
                      <a:pt x="68" y="582"/>
                    </a:lnTo>
                    <a:lnTo>
                      <a:pt x="78" y="594"/>
                    </a:lnTo>
                    <a:lnTo>
                      <a:pt x="86" y="604"/>
                    </a:lnTo>
                    <a:lnTo>
                      <a:pt x="90" y="614"/>
                    </a:lnTo>
                    <a:lnTo>
                      <a:pt x="94" y="624"/>
                    </a:lnTo>
                    <a:lnTo>
                      <a:pt x="96" y="634"/>
                    </a:lnTo>
                    <a:lnTo>
                      <a:pt x="98" y="648"/>
                    </a:lnTo>
                    <a:lnTo>
                      <a:pt x="108" y="652"/>
                    </a:lnTo>
                    <a:lnTo>
                      <a:pt x="94" y="608"/>
                    </a:lnTo>
                    <a:lnTo>
                      <a:pt x="84" y="564"/>
                    </a:lnTo>
                    <a:lnTo>
                      <a:pt x="74" y="538"/>
                    </a:lnTo>
                    <a:lnTo>
                      <a:pt x="64" y="514"/>
                    </a:lnTo>
                    <a:lnTo>
                      <a:pt x="54" y="490"/>
                    </a:lnTo>
                    <a:lnTo>
                      <a:pt x="50" y="478"/>
                    </a:lnTo>
                    <a:lnTo>
                      <a:pt x="46" y="464"/>
                    </a:lnTo>
                    <a:lnTo>
                      <a:pt x="44" y="446"/>
                    </a:lnTo>
                    <a:lnTo>
                      <a:pt x="42" y="430"/>
                    </a:lnTo>
                    <a:lnTo>
                      <a:pt x="42" y="392"/>
                    </a:lnTo>
                    <a:lnTo>
                      <a:pt x="48" y="320"/>
                    </a:lnTo>
                    <a:lnTo>
                      <a:pt x="48" y="262"/>
                    </a:lnTo>
                    <a:lnTo>
                      <a:pt x="50" y="232"/>
                    </a:lnTo>
                    <a:lnTo>
                      <a:pt x="54" y="218"/>
                    </a:lnTo>
                    <a:lnTo>
                      <a:pt x="58" y="202"/>
                    </a:lnTo>
                    <a:lnTo>
                      <a:pt x="64" y="180"/>
                    </a:lnTo>
                    <a:lnTo>
                      <a:pt x="76" y="154"/>
                    </a:lnTo>
                    <a:lnTo>
                      <a:pt x="88" y="132"/>
                    </a:lnTo>
                    <a:lnTo>
                      <a:pt x="94" y="122"/>
                    </a:lnTo>
                    <a:lnTo>
                      <a:pt x="102" y="114"/>
                    </a:lnTo>
                    <a:lnTo>
                      <a:pt x="138" y="86"/>
                    </a:lnTo>
                    <a:lnTo>
                      <a:pt x="174" y="62"/>
                    </a:lnTo>
                    <a:lnTo>
                      <a:pt x="194" y="48"/>
                    </a:lnTo>
                    <a:lnTo>
                      <a:pt x="214" y="38"/>
                    </a:lnTo>
                    <a:lnTo>
                      <a:pt x="234" y="32"/>
                    </a:lnTo>
                    <a:lnTo>
                      <a:pt x="246" y="30"/>
                    </a:lnTo>
                    <a:lnTo>
                      <a:pt x="258" y="28"/>
                    </a:lnTo>
                    <a:lnTo>
                      <a:pt x="280" y="26"/>
                    </a:lnTo>
                    <a:lnTo>
                      <a:pt x="300" y="22"/>
                    </a:lnTo>
                    <a:lnTo>
                      <a:pt x="312" y="22"/>
                    </a:lnTo>
                    <a:lnTo>
                      <a:pt x="324" y="22"/>
                    </a:lnTo>
                    <a:lnTo>
                      <a:pt x="340" y="24"/>
                    </a:lnTo>
                    <a:lnTo>
                      <a:pt x="360" y="28"/>
                    </a:lnTo>
                    <a:close/>
                  </a:path>
                </a:pathLst>
              </a:custGeom>
              <a:solidFill>
                <a:srgbClr val="EBB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6" name="Freeform 2508">
                <a:extLst>
                  <a:ext uri="{FF2B5EF4-FFF2-40B4-BE49-F238E27FC236}">
                    <a16:creationId xmlns:a16="http://schemas.microsoft.com/office/drawing/2014/main" id="{CDE666CA-FDBF-45E4-B75F-3D373282E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244"/>
                <a:ext cx="130" cy="364"/>
              </a:xfrm>
              <a:custGeom>
                <a:avLst/>
                <a:gdLst>
                  <a:gd name="T0" fmla="*/ 130 w 130"/>
                  <a:gd name="T1" fmla="*/ 0 h 364"/>
                  <a:gd name="T2" fmla="*/ 130 w 130"/>
                  <a:gd name="T3" fmla="*/ 0 h 364"/>
                  <a:gd name="T4" fmla="*/ 116 w 130"/>
                  <a:gd name="T5" fmla="*/ 2 h 364"/>
                  <a:gd name="T6" fmla="*/ 102 w 130"/>
                  <a:gd name="T7" fmla="*/ 10 h 364"/>
                  <a:gd name="T8" fmla="*/ 86 w 130"/>
                  <a:gd name="T9" fmla="*/ 20 h 364"/>
                  <a:gd name="T10" fmla="*/ 70 w 130"/>
                  <a:gd name="T11" fmla="*/ 36 h 364"/>
                  <a:gd name="T12" fmla="*/ 56 w 130"/>
                  <a:gd name="T13" fmla="*/ 54 h 364"/>
                  <a:gd name="T14" fmla="*/ 42 w 130"/>
                  <a:gd name="T15" fmla="*/ 74 h 364"/>
                  <a:gd name="T16" fmla="*/ 28 w 130"/>
                  <a:gd name="T17" fmla="*/ 100 h 364"/>
                  <a:gd name="T18" fmla="*/ 18 w 130"/>
                  <a:gd name="T19" fmla="*/ 128 h 364"/>
                  <a:gd name="T20" fmla="*/ 18 w 130"/>
                  <a:gd name="T21" fmla="*/ 128 h 364"/>
                  <a:gd name="T22" fmla="*/ 12 w 130"/>
                  <a:gd name="T23" fmla="*/ 152 h 364"/>
                  <a:gd name="T24" fmla="*/ 6 w 130"/>
                  <a:gd name="T25" fmla="*/ 178 h 364"/>
                  <a:gd name="T26" fmla="*/ 4 w 130"/>
                  <a:gd name="T27" fmla="*/ 206 h 364"/>
                  <a:gd name="T28" fmla="*/ 2 w 130"/>
                  <a:gd name="T29" fmla="*/ 236 h 364"/>
                  <a:gd name="T30" fmla="*/ 0 w 130"/>
                  <a:gd name="T31" fmla="*/ 266 h 364"/>
                  <a:gd name="T32" fmla="*/ 0 w 130"/>
                  <a:gd name="T33" fmla="*/ 298 h 364"/>
                  <a:gd name="T34" fmla="*/ 4 w 130"/>
                  <a:gd name="T35" fmla="*/ 364 h 364"/>
                  <a:gd name="T36" fmla="*/ 4 w 130"/>
                  <a:gd name="T37" fmla="*/ 364 h 364"/>
                  <a:gd name="T38" fmla="*/ 8 w 130"/>
                  <a:gd name="T39" fmla="*/ 334 h 364"/>
                  <a:gd name="T40" fmla="*/ 10 w 130"/>
                  <a:gd name="T41" fmla="*/ 294 h 364"/>
                  <a:gd name="T42" fmla="*/ 14 w 130"/>
                  <a:gd name="T43" fmla="*/ 244 h 364"/>
                  <a:gd name="T44" fmla="*/ 24 w 130"/>
                  <a:gd name="T45" fmla="*/ 188 h 364"/>
                  <a:gd name="T46" fmla="*/ 30 w 130"/>
                  <a:gd name="T47" fmla="*/ 160 h 364"/>
                  <a:gd name="T48" fmla="*/ 38 w 130"/>
                  <a:gd name="T49" fmla="*/ 132 h 364"/>
                  <a:gd name="T50" fmla="*/ 48 w 130"/>
                  <a:gd name="T51" fmla="*/ 106 h 364"/>
                  <a:gd name="T52" fmla="*/ 58 w 130"/>
                  <a:gd name="T53" fmla="*/ 80 h 364"/>
                  <a:gd name="T54" fmla="*/ 72 w 130"/>
                  <a:gd name="T55" fmla="*/ 56 h 364"/>
                  <a:gd name="T56" fmla="*/ 90 w 130"/>
                  <a:gd name="T57" fmla="*/ 34 h 364"/>
                  <a:gd name="T58" fmla="*/ 108 w 130"/>
                  <a:gd name="T59" fmla="*/ 16 h 364"/>
                  <a:gd name="T60" fmla="*/ 130 w 130"/>
                  <a:gd name="T61" fmla="*/ 0 h 364"/>
                  <a:gd name="T62" fmla="*/ 130 w 130"/>
                  <a:gd name="T63" fmla="*/ 0 h 36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0" h="364">
                    <a:moveTo>
                      <a:pt x="130" y="0"/>
                    </a:moveTo>
                    <a:lnTo>
                      <a:pt x="130" y="0"/>
                    </a:lnTo>
                    <a:lnTo>
                      <a:pt x="116" y="2"/>
                    </a:lnTo>
                    <a:lnTo>
                      <a:pt x="102" y="10"/>
                    </a:lnTo>
                    <a:lnTo>
                      <a:pt x="86" y="20"/>
                    </a:lnTo>
                    <a:lnTo>
                      <a:pt x="70" y="36"/>
                    </a:lnTo>
                    <a:lnTo>
                      <a:pt x="56" y="54"/>
                    </a:lnTo>
                    <a:lnTo>
                      <a:pt x="42" y="74"/>
                    </a:lnTo>
                    <a:lnTo>
                      <a:pt x="28" y="100"/>
                    </a:lnTo>
                    <a:lnTo>
                      <a:pt x="18" y="128"/>
                    </a:lnTo>
                    <a:lnTo>
                      <a:pt x="12" y="152"/>
                    </a:lnTo>
                    <a:lnTo>
                      <a:pt x="6" y="178"/>
                    </a:lnTo>
                    <a:lnTo>
                      <a:pt x="4" y="206"/>
                    </a:lnTo>
                    <a:lnTo>
                      <a:pt x="2" y="236"/>
                    </a:lnTo>
                    <a:lnTo>
                      <a:pt x="0" y="266"/>
                    </a:lnTo>
                    <a:lnTo>
                      <a:pt x="0" y="298"/>
                    </a:lnTo>
                    <a:lnTo>
                      <a:pt x="4" y="364"/>
                    </a:lnTo>
                    <a:lnTo>
                      <a:pt x="8" y="334"/>
                    </a:lnTo>
                    <a:lnTo>
                      <a:pt x="10" y="294"/>
                    </a:lnTo>
                    <a:lnTo>
                      <a:pt x="14" y="244"/>
                    </a:lnTo>
                    <a:lnTo>
                      <a:pt x="24" y="188"/>
                    </a:lnTo>
                    <a:lnTo>
                      <a:pt x="30" y="160"/>
                    </a:lnTo>
                    <a:lnTo>
                      <a:pt x="38" y="132"/>
                    </a:lnTo>
                    <a:lnTo>
                      <a:pt x="48" y="106"/>
                    </a:lnTo>
                    <a:lnTo>
                      <a:pt x="58" y="80"/>
                    </a:lnTo>
                    <a:lnTo>
                      <a:pt x="72" y="56"/>
                    </a:lnTo>
                    <a:lnTo>
                      <a:pt x="90" y="34"/>
                    </a:lnTo>
                    <a:lnTo>
                      <a:pt x="108" y="16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FBF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7" name="Freeform 2509">
                <a:extLst>
                  <a:ext uri="{FF2B5EF4-FFF2-40B4-BE49-F238E27FC236}">
                    <a16:creationId xmlns:a16="http://schemas.microsoft.com/office/drawing/2014/main" id="{EBF7AAB8-9409-454E-AF4D-C10728411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022"/>
                <a:ext cx="396" cy="318"/>
              </a:xfrm>
              <a:custGeom>
                <a:avLst/>
                <a:gdLst>
                  <a:gd name="T0" fmla="*/ 8 w 396"/>
                  <a:gd name="T1" fmla="*/ 318 h 318"/>
                  <a:gd name="T2" fmla="*/ 26 w 396"/>
                  <a:gd name="T3" fmla="*/ 308 h 318"/>
                  <a:gd name="T4" fmla="*/ 40 w 396"/>
                  <a:gd name="T5" fmla="*/ 294 h 318"/>
                  <a:gd name="T6" fmla="*/ 58 w 396"/>
                  <a:gd name="T7" fmla="*/ 256 h 318"/>
                  <a:gd name="T8" fmla="*/ 64 w 396"/>
                  <a:gd name="T9" fmla="*/ 236 h 318"/>
                  <a:gd name="T10" fmla="*/ 76 w 396"/>
                  <a:gd name="T11" fmla="*/ 220 h 318"/>
                  <a:gd name="T12" fmla="*/ 84 w 396"/>
                  <a:gd name="T13" fmla="*/ 214 h 318"/>
                  <a:gd name="T14" fmla="*/ 102 w 396"/>
                  <a:gd name="T15" fmla="*/ 208 h 318"/>
                  <a:gd name="T16" fmla="*/ 110 w 396"/>
                  <a:gd name="T17" fmla="*/ 204 h 318"/>
                  <a:gd name="T18" fmla="*/ 138 w 396"/>
                  <a:gd name="T19" fmla="*/ 182 h 318"/>
                  <a:gd name="T20" fmla="*/ 158 w 396"/>
                  <a:gd name="T21" fmla="*/ 156 h 318"/>
                  <a:gd name="T22" fmla="*/ 166 w 396"/>
                  <a:gd name="T23" fmla="*/ 142 h 318"/>
                  <a:gd name="T24" fmla="*/ 176 w 396"/>
                  <a:gd name="T25" fmla="*/ 134 h 318"/>
                  <a:gd name="T26" fmla="*/ 190 w 396"/>
                  <a:gd name="T27" fmla="*/ 132 h 318"/>
                  <a:gd name="T28" fmla="*/ 208 w 396"/>
                  <a:gd name="T29" fmla="*/ 134 h 318"/>
                  <a:gd name="T30" fmla="*/ 250 w 396"/>
                  <a:gd name="T31" fmla="*/ 134 h 318"/>
                  <a:gd name="T32" fmla="*/ 290 w 396"/>
                  <a:gd name="T33" fmla="*/ 126 h 318"/>
                  <a:gd name="T34" fmla="*/ 302 w 396"/>
                  <a:gd name="T35" fmla="*/ 122 h 318"/>
                  <a:gd name="T36" fmla="*/ 318 w 396"/>
                  <a:gd name="T37" fmla="*/ 124 h 318"/>
                  <a:gd name="T38" fmla="*/ 340 w 396"/>
                  <a:gd name="T39" fmla="*/ 136 h 318"/>
                  <a:gd name="T40" fmla="*/ 358 w 396"/>
                  <a:gd name="T41" fmla="*/ 142 h 318"/>
                  <a:gd name="T42" fmla="*/ 370 w 396"/>
                  <a:gd name="T43" fmla="*/ 144 h 318"/>
                  <a:gd name="T44" fmla="*/ 386 w 396"/>
                  <a:gd name="T45" fmla="*/ 136 h 318"/>
                  <a:gd name="T46" fmla="*/ 394 w 396"/>
                  <a:gd name="T47" fmla="*/ 118 h 318"/>
                  <a:gd name="T48" fmla="*/ 396 w 396"/>
                  <a:gd name="T49" fmla="*/ 96 h 318"/>
                  <a:gd name="T50" fmla="*/ 386 w 396"/>
                  <a:gd name="T51" fmla="*/ 56 h 318"/>
                  <a:gd name="T52" fmla="*/ 368 w 396"/>
                  <a:gd name="T53" fmla="*/ 20 h 318"/>
                  <a:gd name="T54" fmla="*/ 352 w 396"/>
                  <a:gd name="T55" fmla="*/ 6 h 318"/>
                  <a:gd name="T56" fmla="*/ 346 w 396"/>
                  <a:gd name="T57" fmla="*/ 0 h 318"/>
                  <a:gd name="T58" fmla="*/ 364 w 396"/>
                  <a:gd name="T59" fmla="*/ 40 h 318"/>
                  <a:gd name="T60" fmla="*/ 368 w 396"/>
                  <a:gd name="T61" fmla="*/ 60 h 318"/>
                  <a:gd name="T62" fmla="*/ 358 w 396"/>
                  <a:gd name="T63" fmla="*/ 80 h 318"/>
                  <a:gd name="T64" fmla="*/ 350 w 396"/>
                  <a:gd name="T65" fmla="*/ 88 h 318"/>
                  <a:gd name="T66" fmla="*/ 334 w 396"/>
                  <a:gd name="T67" fmla="*/ 90 h 318"/>
                  <a:gd name="T68" fmla="*/ 308 w 396"/>
                  <a:gd name="T69" fmla="*/ 84 h 318"/>
                  <a:gd name="T70" fmla="*/ 292 w 396"/>
                  <a:gd name="T71" fmla="*/ 80 h 318"/>
                  <a:gd name="T72" fmla="*/ 286 w 396"/>
                  <a:gd name="T73" fmla="*/ 82 h 318"/>
                  <a:gd name="T74" fmla="*/ 270 w 396"/>
                  <a:gd name="T75" fmla="*/ 92 h 318"/>
                  <a:gd name="T76" fmla="*/ 250 w 396"/>
                  <a:gd name="T77" fmla="*/ 96 h 318"/>
                  <a:gd name="T78" fmla="*/ 228 w 396"/>
                  <a:gd name="T79" fmla="*/ 98 h 318"/>
                  <a:gd name="T80" fmla="*/ 190 w 396"/>
                  <a:gd name="T81" fmla="*/ 94 h 318"/>
                  <a:gd name="T82" fmla="*/ 170 w 396"/>
                  <a:gd name="T83" fmla="*/ 94 h 318"/>
                  <a:gd name="T84" fmla="*/ 154 w 396"/>
                  <a:gd name="T85" fmla="*/ 102 h 318"/>
                  <a:gd name="T86" fmla="*/ 148 w 396"/>
                  <a:gd name="T87" fmla="*/ 106 h 318"/>
                  <a:gd name="T88" fmla="*/ 140 w 396"/>
                  <a:gd name="T89" fmla="*/ 124 h 318"/>
                  <a:gd name="T90" fmla="*/ 126 w 396"/>
                  <a:gd name="T91" fmla="*/ 150 h 318"/>
                  <a:gd name="T92" fmla="*/ 108 w 396"/>
                  <a:gd name="T93" fmla="*/ 164 h 318"/>
                  <a:gd name="T94" fmla="*/ 56 w 396"/>
                  <a:gd name="T95" fmla="*/ 196 h 318"/>
                  <a:gd name="T96" fmla="*/ 46 w 396"/>
                  <a:gd name="T97" fmla="*/ 204 h 318"/>
                  <a:gd name="T98" fmla="*/ 38 w 396"/>
                  <a:gd name="T99" fmla="*/ 224 h 318"/>
                  <a:gd name="T100" fmla="*/ 36 w 396"/>
                  <a:gd name="T101" fmla="*/ 238 h 318"/>
                  <a:gd name="T102" fmla="*/ 24 w 396"/>
                  <a:gd name="T103" fmla="*/ 276 h 318"/>
                  <a:gd name="T104" fmla="*/ 0 w 396"/>
                  <a:gd name="T105" fmla="*/ 310 h 31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96" h="318">
                    <a:moveTo>
                      <a:pt x="8" y="318"/>
                    </a:moveTo>
                    <a:lnTo>
                      <a:pt x="8" y="318"/>
                    </a:lnTo>
                    <a:lnTo>
                      <a:pt x="16" y="314"/>
                    </a:lnTo>
                    <a:lnTo>
                      <a:pt x="26" y="308"/>
                    </a:lnTo>
                    <a:lnTo>
                      <a:pt x="34" y="302"/>
                    </a:lnTo>
                    <a:lnTo>
                      <a:pt x="40" y="294"/>
                    </a:lnTo>
                    <a:lnTo>
                      <a:pt x="50" y="276"/>
                    </a:lnTo>
                    <a:lnTo>
                      <a:pt x="58" y="256"/>
                    </a:lnTo>
                    <a:lnTo>
                      <a:pt x="64" y="236"/>
                    </a:lnTo>
                    <a:lnTo>
                      <a:pt x="68" y="228"/>
                    </a:lnTo>
                    <a:lnTo>
                      <a:pt x="76" y="220"/>
                    </a:lnTo>
                    <a:lnTo>
                      <a:pt x="84" y="214"/>
                    </a:lnTo>
                    <a:lnTo>
                      <a:pt x="94" y="212"/>
                    </a:lnTo>
                    <a:lnTo>
                      <a:pt x="102" y="208"/>
                    </a:lnTo>
                    <a:lnTo>
                      <a:pt x="110" y="204"/>
                    </a:lnTo>
                    <a:lnTo>
                      <a:pt x="124" y="194"/>
                    </a:lnTo>
                    <a:lnTo>
                      <a:pt x="138" y="182"/>
                    </a:lnTo>
                    <a:lnTo>
                      <a:pt x="148" y="170"/>
                    </a:lnTo>
                    <a:lnTo>
                      <a:pt x="158" y="156"/>
                    </a:lnTo>
                    <a:lnTo>
                      <a:pt x="166" y="142"/>
                    </a:lnTo>
                    <a:lnTo>
                      <a:pt x="172" y="138"/>
                    </a:lnTo>
                    <a:lnTo>
                      <a:pt x="176" y="134"/>
                    </a:lnTo>
                    <a:lnTo>
                      <a:pt x="182" y="132"/>
                    </a:lnTo>
                    <a:lnTo>
                      <a:pt x="190" y="132"/>
                    </a:lnTo>
                    <a:lnTo>
                      <a:pt x="208" y="134"/>
                    </a:lnTo>
                    <a:lnTo>
                      <a:pt x="230" y="134"/>
                    </a:lnTo>
                    <a:lnTo>
                      <a:pt x="250" y="134"/>
                    </a:lnTo>
                    <a:lnTo>
                      <a:pt x="270" y="132"/>
                    </a:lnTo>
                    <a:lnTo>
                      <a:pt x="290" y="126"/>
                    </a:lnTo>
                    <a:lnTo>
                      <a:pt x="302" y="122"/>
                    </a:lnTo>
                    <a:lnTo>
                      <a:pt x="310" y="122"/>
                    </a:lnTo>
                    <a:lnTo>
                      <a:pt x="318" y="124"/>
                    </a:lnTo>
                    <a:lnTo>
                      <a:pt x="326" y="128"/>
                    </a:lnTo>
                    <a:lnTo>
                      <a:pt x="340" y="136"/>
                    </a:lnTo>
                    <a:lnTo>
                      <a:pt x="348" y="140"/>
                    </a:lnTo>
                    <a:lnTo>
                      <a:pt x="358" y="142"/>
                    </a:lnTo>
                    <a:lnTo>
                      <a:pt x="370" y="144"/>
                    </a:lnTo>
                    <a:lnTo>
                      <a:pt x="380" y="142"/>
                    </a:lnTo>
                    <a:lnTo>
                      <a:pt x="386" y="136"/>
                    </a:lnTo>
                    <a:lnTo>
                      <a:pt x="392" y="128"/>
                    </a:lnTo>
                    <a:lnTo>
                      <a:pt x="394" y="118"/>
                    </a:lnTo>
                    <a:lnTo>
                      <a:pt x="396" y="108"/>
                    </a:lnTo>
                    <a:lnTo>
                      <a:pt x="396" y="96"/>
                    </a:lnTo>
                    <a:lnTo>
                      <a:pt x="392" y="82"/>
                    </a:lnTo>
                    <a:lnTo>
                      <a:pt x="386" y="56"/>
                    </a:lnTo>
                    <a:lnTo>
                      <a:pt x="374" y="32"/>
                    </a:lnTo>
                    <a:lnTo>
                      <a:pt x="368" y="20"/>
                    </a:lnTo>
                    <a:lnTo>
                      <a:pt x="360" y="12"/>
                    </a:lnTo>
                    <a:lnTo>
                      <a:pt x="352" y="6"/>
                    </a:lnTo>
                    <a:lnTo>
                      <a:pt x="346" y="0"/>
                    </a:lnTo>
                    <a:lnTo>
                      <a:pt x="356" y="20"/>
                    </a:lnTo>
                    <a:lnTo>
                      <a:pt x="364" y="40"/>
                    </a:lnTo>
                    <a:lnTo>
                      <a:pt x="368" y="50"/>
                    </a:lnTo>
                    <a:lnTo>
                      <a:pt x="368" y="60"/>
                    </a:lnTo>
                    <a:lnTo>
                      <a:pt x="364" y="70"/>
                    </a:lnTo>
                    <a:lnTo>
                      <a:pt x="358" y="80"/>
                    </a:lnTo>
                    <a:lnTo>
                      <a:pt x="350" y="88"/>
                    </a:lnTo>
                    <a:lnTo>
                      <a:pt x="342" y="90"/>
                    </a:lnTo>
                    <a:lnTo>
                      <a:pt x="334" y="90"/>
                    </a:lnTo>
                    <a:lnTo>
                      <a:pt x="326" y="90"/>
                    </a:lnTo>
                    <a:lnTo>
                      <a:pt x="308" y="84"/>
                    </a:lnTo>
                    <a:lnTo>
                      <a:pt x="300" y="82"/>
                    </a:lnTo>
                    <a:lnTo>
                      <a:pt x="292" y="80"/>
                    </a:lnTo>
                    <a:lnTo>
                      <a:pt x="286" y="82"/>
                    </a:lnTo>
                    <a:lnTo>
                      <a:pt x="280" y="86"/>
                    </a:lnTo>
                    <a:lnTo>
                      <a:pt x="270" y="92"/>
                    </a:lnTo>
                    <a:lnTo>
                      <a:pt x="250" y="96"/>
                    </a:lnTo>
                    <a:lnTo>
                      <a:pt x="228" y="98"/>
                    </a:lnTo>
                    <a:lnTo>
                      <a:pt x="210" y="98"/>
                    </a:lnTo>
                    <a:lnTo>
                      <a:pt x="190" y="94"/>
                    </a:lnTo>
                    <a:lnTo>
                      <a:pt x="180" y="94"/>
                    </a:lnTo>
                    <a:lnTo>
                      <a:pt x="170" y="94"/>
                    </a:lnTo>
                    <a:lnTo>
                      <a:pt x="160" y="96"/>
                    </a:lnTo>
                    <a:lnTo>
                      <a:pt x="154" y="102"/>
                    </a:lnTo>
                    <a:lnTo>
                      <a:pt x="148" y="106"/>
                    </a:lnTo>
                    <a:lnTo>
                      <a:pt x="146" y="112"/>
                    </a:lnTo>
                    <a:lnTo>
                      <a:pt x="140" y="124"/>
                    </a:lnTo>
                    <a:lnTo>
                      <a:pt x="134" y="138"/>
                    </a:lnTo>
                    <a:lnTo>
                      <a:pt x="126" y="150"/>
                    </a:lnTo>
                    <a:lnTo>
                      <a:pt x="108" y="164"/>
                    </a:lnTo>
                    <a:lnTo>
                      <a:pt x="92" y="174"/>
                    </a:lnTo>
                    <a:lnTo>
                      <a:pt x="56" y="196"/>
                    </a:lnTo>
                    <a:lnTo>
                      <a:pt x="46" y="204"/>
                    </a:lnTo>
                    <a:lnTo>
                      <a:pt x="40" y="214"/>
                    </a:lnTo>
                    <a:lnTo>
                      <a:pt x="38" y="224"/>
                    </a:lnTo>
                    <a:lnTo>
                      <a:pt x="36" y="238"/>
                    </a:lnTo>
                    <a:lnTo>
                      <a:pt x="30" y="260"/>
                    </a:lnTo>
                    <a:lnTo>
                      <a:pt x="24" y="276"/>
                    </a:lnTo>
                    <a:lnTo>
                      <a:pt x="14" y="292"/>
                    </a:lnTo>
                    <a:lnTo>
                      <a:pt x="0" y="310"/>
                    </a:lnTo>
                    <a:lnTo>
                      <a:pt x="8" y="318"/>
                    </a:lnTo>
                    <a:close/>
                  </a:path>
                </a:pathLst>
              </a:custGeom>
              <a:solidFill>
                <a:srgbClr val="FCD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8" name="Freeform 2510">
                <a:extLst>
                  <a:ext uri="{FF2B5EF4-FFF2-40B4-BE49-F238E27FC236}">
                    <a16:creationId xmlns:a16="http://schemas.microsoft.com/office/drawing/2014/main" id="{3D62A1AB-BE36-4141-8187-B6F5677B7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022"/>
                <a:ext cx="396" cy="318"/>
              </a:xfrm>
              <a:custGeom>
                <a:avLst/>
                <a:gdLst>
                  <a:gd name="T0" fmla="*/ 8 w 396"/>
                  <a:gd name="T1" fmla="*/ 318 h 318"/>
                  <a:gd name="T2" fmla="*/ 26 w 396"/>
                  <a:gd name="T3" fmla="*/ 308 h 318"/>
                  <a:gd name="T4" fmla="*/ 40 w 396"/>
                  <a:gd name="T5" fmla="*/ 294 h 318"/>
                  <a:gd name="T6" fmla="*/ 58 w 396"/>
                  <a:gd name="T7" fmla="*/ 256 h 318"/>
                  <a:gd name="T8" fmla="*/ 64 w 396"/>
                  <a:gd name="T9" fmla="*/ 236 h 318"/>
                  <a:gd name="T10" fmla="*/ 76 w 396"/>
                  <a:gd name="T11" fmla="*/ 220 h 318"/>
                  <a:gd name="T12" fmla="*/ 84 w 396"/>
                  <a:gd name="T13" fmla="*/ 214 h 318"/>
                  <a:gd name="T14" fmla="*/ 102 w 396"/>
                  <a:gd name="T15" fmla="*/ 208 h 318"/>
                  <a:gd name="T16" fmla="*/ 110 w 396"/>
                  <a:gd name="T17" fmla="*/ 204 h 318"/>
                  <a:gd name="T18" fmla="*/ 138 w 396"/>
                  <a:gd name="T19" fmla="*/ 182 h 318"/>
                  <a:gd name="T20" fmla="*/ 158 w 396"/>
                  <a:gd name="T21" fmla="*/ 156 h 318"/>
                  <a:gd name="T22" fmla="*/ 166 w 396"/>
                  <a:gd name="T23" fmla="*/ 142 h 318"/>
                  <a:gd name="T24" fmla="*/ 176 w 396"/>
                  <a:gd name="T25" fmla="*/ 134 h 318"/>
                  <a:gd name="T26" fmla="*/ 190 w 396"/>
                  <a:gd name="T27" fmla="*/ 132 h 318"/>
                  <a:gd name="T28" fmla="*/ 208 w 396"/>
                  <a:gd name="T29" fmla="*/ 134 h 318"/>
                  <a:gd name="T30" fmla="*/ 250 w 396"/>
                  <a:gd name="T31" fmla="*/ 134 h 318"/>
                  <a:gd name="T32" fmla="*/ 290 w 396"/>
                  <a:gd name="T33" fmla="*/ 126 h 318"/>
                  <a:gd name="T34" fmla="*/ 302 w 396"/>
                  <a:gd name="T35" fmla="*/ 122 h 318"/>
                  <a:gd name="T36" fmla="*/ 318 w 396"/>
                  <a:gd name="T37" fmla="*/ 124 h 318"/>
                  <a:gd name="T38" fmla="*/ 340 w 396"/>
                  <a:gd name="T39" fmla="*/ 136 h 318"/>
                  <a:gd name="T40" fmla="*/ 358 w 396"/>
                  <a:gd name="T41" fmla="*/ 142 h 318"/>
                  <a:gd name="T42" fmla="*/ 370 w 396"/>
                  <a:gd name="T43" fmla="*/ 144 h 318"/>
                  <a:gd name="T44" fmla="*/ 386 w 396"/>
                  <a:gd name="T45" fmla="*/ 136 h 318"/>
                  <a:gd name="T46" fmla="*/ 394 w 396"/>
                  <a:gd name="T47" fmla="*/ 118 h 318"/>
                  <a:gd name="T48" fmla="*/ 396 w 396"/>
                  <a:gd name="T49" fmla="*/ 96 h 318"/>
                  <a:gd name="T50" fmla="*/ 386 w 396"/>
                  <a:gd name="T51" fmla="*/ 56 h 318"/>
                  <a:gd name="T52" fmla="*/ 368 w 396"/>
                  <a:gd name="T53" fmla="*/ 20 h 318"/>
                  <a:gd name="T54" fmla="*/ 352 w 396"/>
                  <a:gd name="T55" fmla="*/ 6 h 318"/>
                  <a:gd name="T56" fmla="*/ 346 w 396"/>
                  <a:gd name="T57" fmla="*/ 0 h 318"/>
                  <a:gd name="T58" fmla="*/ 364 w 396"/>
                  <a:gd name="T59" fmla="*/ 40 h 318"/>
                  <a:gd name="T60" fmla="*/ 368 w 396"/>
                  <a:gd name="T61" fmla="*/ 60 h 318"/>
                  <a:gd name="T62" fmla="*/ 358 w 396"/>
                  <a:gd name="T63" fmla="*/ 80 h 318"/>
                  <a:gd name="T64" fmla="*/ 350 w 396"/>
                  <a:gd name="T65" fmla="*/ 88 h 318"/>
                  <a:gd name="T66" fmla="*/ 334 w 396"/>
                  <a:gd name="T67" fmla="*/ 90 h 318"/>
                  <a:gd name="T68" fmla="*/ 308 w 396"/>
                  <a:gd name="T69" fmla="*/ 84 h 318"/>
                  <a:gd name="T70" fmla="*/ 292 w 396"/>
                  <a:gd name="T71" fmla="*/ 80 h 318"/>
                  <a:gd name="T72" fmla="*/ 286 w 396"/>
                  <a:gd name="T73" fmla="*/ 82 h 318"/>
                  <a:gd name="T74" fmla="*/ 270 w 396"/>
                  <a:gd name="T75" fmla="*/ 92 h 318"/>
                  <a:gd name="T76" fmla="*/ 250 w 396"/>
                  <a:gd name="T77" fmla="*/ 96 h 318"/>
                  <a:gd name="T78" fmla="*/ 228 w 396"/>
                  <a:gd name="T79" fmla="*/ 98 h 318"/>
                  <a:gd name="T80" fmla="*/ 190 w 396"/>
                  <a:gd name="T81" fmla="*/ 94 h 318"/>
                  <a:gd name="T82" fmla="*/ 170 w 396"/>
                  <a:gd name="T83" fmla="*/ 94 h 318"/>
                  <a:gd name="T84" fmla="*/ 154 w 396"/>
                  <a:gd name="T85" fmla="*/ 102 h 318"/>
                  <a:gd name="T86" fmla="*/ 148 w 396"/>
                  <a:gd name="T87" fmla="*/ 106 h 318"/>
                  <a:gd name="T88" fmla="*/ 140 w 396"/>
                  <a:gd name="T89" fmla="*/ 124 h 318"/>
                  <a:gd name="T90" fmla="*/ 126 w 396"/>
                  <a:gd name="T91" fmla="*/ 150 h 318"/>
                  <a:gd name="T92" fmla="*/ 108 w 396"/>
                  <a:gd name="T93" fmla="*/ 164 h 318"/>
                  <a:gd name="T94" fmla="*/ 56 w 396"/>
                  <a:gd name="T95" fmla="*/ 196 h 318"/>
                  <a:gd name="T96" fmla="*/ 46 w 396"/>
                  <a:gd name="T97" fmla="*/ 204 h 318"/>
                  <a:gd name="T98" fmla="*/ 38 w 396"/>
                  <a:gd name="T99" fmla="*/ 224 h 318"/>
                  <a:gd name="T100" fmla="*/ 36 w 396"/>
                  <a:gd name="T101" fmla="*/ 238 h 318"/>
                  <a:gd name="T102" fmla="*/ 24 w 396"/>
                  <a:gd name="T103" fmla="*/ 276 h 318"/>
                  <a:gd name="T104" fmla="*/ 0 w 396"/>
                  <a:gd name="T105" fmla="*/ 310 h 31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96" h="318">
                    <a:moveTo>
                      <a:pt x="8" y="318"/>
                    </a:moveTo>
                    <a:lnTo>
                      <a:pt x="8" y="318"/>
                    </a:lnTo>
                    <a:lnTo>
                      <a:pt x="16" y="314"/>
                    </a:lnTo>
                    <a:lnTo>
                      <a:pt x="26" y="308"/>
                    </a:lnTo>
                    <a:lnTo>
                      <a:pt x="34" y="302"/>
                    </a:lnTo>
                    <a:lnTo>
                      <a:pt x="40" y="294"/>
                    </a:lnTo>
                    <a:lnTo>
                      <a:pt x="50" y="276"/>
                    </a:lnTo>
                    <a:lnTo>
                      <a:pt x="58" y="256"/>
                    </a:lnTo>
                    <a:lnTo>
                      <a:pt x="64" y="236"/>
                    </a:lnTo>
                    <a:lnTo>
                      <a:pt x="68" y="228"/>
                    </a:lnTo>
                    <a:lnTo>
                      <a:pt x="76" y="220"/>
                    </a:lnTo>
                    <a:lnTo>
                      <a:pt x="84" y="214"/>
                    </a:lnTo>
                    <a:lnTo>
                      <a:pt x="94" y="212"/>
                    </a:lnTo>
                    <a:lnTo>
                      <a:pt x="102" y="208"/>
                    </a:lnTo>
                    <a:lnTo>
                      <a:pt x="110" y="204"/>
                    </a:lnTo>
                    <a:lnTo>
                      <a:pt x="124" y="194"/>
                    </a:lnTo>
                    <a:lnTo>
                      <a:pt x="138" y="182"/>
                    </a:lnTo>
                    <a:lnTo>
                      <a:pt x="148" y="170"/>
                    </a:lnTo>
                    <a:lnTo>
                      <a:pt x="158" y="156"/>
                    </a:lnTo>
                    <a:lnTo>
                      <a:pt x="166" y="142"/>
                    </a:lnTo>
                    <a:lnTo>
                      <a:pt x="172" y="138"/>
                    </a:lnTo>
                    <a:lnTo>
                      <a:pt x="176" y="134"/>
                    </a:lnTo>
                    <a:lnTo>
                      <a:pt x="182" y="132"/>
                    </a:lnTo>
                    <a:lnTo>
                      <a:pt x="190" y="132"/>
                    </a:lnTo>
                    <a:lnTo>
                      <a:pt x="208" y="134"/>
                    </a:lnTo>
                    <a:lnTo>
                      <a:pt x="230" y="134"/>
                    </a:lnTo>
                    <a:lnTo>
                      <a:pt x="250" y="134"/>
                    </a:lnTo>
                    <a:lnTo>
                      <a:pt x="270" y="132"/>
                    </a:lnTo>
                    <a:lnTo>
                      <a:pt x="290" y="126"/>
                    </a:lnTo>
                    <a:lnTo>
                      <a:pt x="302" y="122"/>
                    </a:lnTo>
                    <a:lnTo>
                      <a:pt x="310" y="122"/>
                    </a:lnTo>
                    <a:lnTo>
                      <a:pt x="318" y="124"/>
                    </a:lnTo>
                    <a:lnTo>
                      <a:pt x="326" y="128"/>
                    </a:lnTo>
                    <a:lnTo>
                      <a:pt x="340" y="136"/>
                    </a:lnTo>
                    <a:lnTo>
                      <a:pt x="348" y="140"/>
                    </a:lnTo>
                    <a:lnTo>
                      <a:pt x="358" y="142"/>
                    </a:lnTo>
                    <a:lnTo>
                      <a:pt x="370" y="144"/>
                    </a:lnTo>
                    <a:lnTo>
                      <a:pt x="380" y="142"/>
                    </a:lnTo>
                    <a:lnTo>
                      <a:pt x="386" y="136"/>
                    </a:lnTo>
                    <a:lnTo>
                      <a:pt x="392" y="128"/>
                    </a:lnTo>
                    <a:lnTo>
                      <a:pt x="394" y="118"/>
                    </a:lnTo>
                    <a:lnTo>
                      <a:pt x="396" y="108"/>
                    </a:lnTo>
                    <a:lnTo>
                      <a:pt x="396" y="96"/>
                    </a:lnTo>
                    <a:lnTo>
                      <a:pt x="392" y="82"/>
                    </a:lnTo>
                    <a:lnTo>
                      <a:pt x="386" y="56"/>
                    </a:lnTo>
                    <a:lnTo>
                      <a:pt x="374" y="32"/>
                    </a:lnTo>
                    <a:lnTo>
                      <a:pt x="368" y="20"/>
                    </a:lnTo>
                    <a:lnTo>
                      <a:pt x="360" y="12"/>
                    </a:lnTo>
                    <a:lnTo>
                      <a:pt x="352" y="6"/>
                    </a:lnTo>
                    <a:lnTo>
                      <a:pt x="346" y="0"/>
                    </a:lnTo>
                    <a:lnTo>
                      <a:pt x="356" y="20"/>
                    </a:lnTo>
                    <a:lnTo>
                      <a:pt x="364" y="40"/>
                    </a:lnTo>
                    <a:lnTo>
                      <a:pt x="368" y="50"/>
                    </a:lnTo>
                    <a:lnTo>
                      <a:pt x="368" y="60"/>
                    </a:lnTo>
                    <a:lnTo>
                      <a:pt x="364" y="70"/>
                    </a:lnTo>
                    <a:lnTo>
                      <a:pt x="358" y="80"/>
                    </a:lnTo>
                    <a:lnTo>
                      <a:pt x="350" y="88"/>
                    </a:lnTo>
                    <a:lnTo>
                      <a:pt x="342" y="90"/>
                    </a:lnTo>
                    <a:lnTo>
                      <a:pt x="334" y="90"/>
                    </a:lnTo>
                    <a:lnTo>
                      <a:pt x="326" y="90"/>
                    </a:lnTo>
                    <a:lnTo>
                      <a:pt x="308" y="84"/>
                    </a:lnTo>
                    <a:lnTo>
                      <a:pt x="300" y="82"/>
                    </a:lnTo>
                    <a:lnTo>
                      <a:pt x="292" y="80"/>
                    </a:lnTo>
                    <a:lnTo>
                      <a:pt x="286" y="82"/>
                    </a:lnTo>
                    <a:lnTo>
                      <a:pt x="280" y="86"/>
                    </a:lnTo>
                    <a:lnTo>
                      <a:pt x="270" y="92"/>
                    </a:lnTo>
                    <a:lnTo>
                      <a:pt x="250" y="96"/>
                    </a:lnTo>
                    <a:lnTo>
                      <a:pt x="228" y="98"/>
                    </a:lnTo>
                    <a:lnTo>
                      <a:pt x="210" y="98"/>
                    </a:lnTo>
                    <a:lnTo>
                      <a:pt x="190" y="94"/>
                    </a:lnTo>
                    <a:lnTo>
                      <a:pt x="180" y="94"/>
                    </a:lnTo>
                    <a:lnTo>
                      <a:pt x="170" y="94"/>
                    </a:lnTo>
                    <a:lnTo>
                      <a:pt x="160" y="96"/>
                    </a:lnTo>
                    <a:lnTo>
                      <a:pt x="154" y="102"/>
                    </a:lnTo>
                    <a:lnTo>
                      <a:pt x="148" y="106"/>
                    </a:lnTo>
                    <a:lnTo>
                      <a:pt x="146" y="112"/>
                    </a:lnTo>
                    <a:lnTo>
                      <a:pt x="140" y="124"/>
                    </a:lnTo>
                    <a:lnTo>
                      <a:pt x="134" y="138"/>
                    </a:lnTo>
                    <a:lnTo>
                      <a:pt x="126" y="150"/>
                    </a:lnTo>
                    <a:lnTo>
                      <a:pt x="108" y="164"/>
                    </a:lnTo>
                    <a:lnTo>
                      <a:pt x="92" y="174"/>
                    </a:lnTo>
                    <a:lnTo>
                      <a:pt x="56" y="196"/>
                    </a:lnTo>
                    <a:lnTo>
                      <a:pt x="46" y="204"/>
                    </a:lnTo>
                    <a:lnTo>
                      <a:pt x="40" y="214"/>
                    </a:lnTo>
                    <a:lnTo>
                      <a:pt x="38" y="224"/>
                    </a:lnTo>
                    <a:lnTo>
                      <a:pt x="36" y="238"/>
                    </a:lnTo>
                    <a:lnTo>
                      <a:pt x="30" y="260"/>
                    </a:lnTo>
                    <a:lnTo>
                      <a:pt x="24" y="276"/>
                    </a:lnTo>
                    <a:lnTo>
                      <a:pt x="14" y="292"/>
                    </a:lnTo>
                    <a:lnTo>
                      <a:pt x="0" y="3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9" name="Freeform 2511">
                <a:extLst>
                  <a:ext uri="{FF2B5EF4-FFF2-40B4-BE49-F238E27FC236}">
                    <a16:creationId xmlns:a16="http://schemas.microsoft.com/office/drawing/2014/main" id="{237BFD4C-B396-44FF-8C12-DE1F260D4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2314"/>
                <a:ext cx="82" cy="416"/>
              </a:xfrm>
              <a:custGeom>
                <a:avLst/>
                <a:gdLst>
                  <a:gd name="T0" fmla="*/ 64 w 82"/>
                  <a:gd name="T1" fmla="*/ 12 h 416"/>
                  <a:gd name="T2" fmla="*/ 38 w 82"/>
                  <a:gd name="T3" fmla="*/ 36 h 416"/>
                  <a:gd name="T4" fmla="*/ 34 w 82"/>
                  <a:gd name="T5" fmla="*/ 44 h 416"/>
                  <a:gd name="T6" fmla="*/ 34 w 82"/>
                  <a:gd name="T7" fmla="*/ 56 h 416"/>
                  <a:gd name="T8" fmla="*/ 42 w 82"/>
                  <a:gd name="T9" fmla="*/ 84 h 416"/>
                  <a:gd name="T10" fmla="*/ 44 w 82"/>
                  <a:gd name="T11" fmla="*/ 102 h 416"/>
                  <a:gd name="T12" fmla="*/ 38 w 82"/>
                  <a:gd name="T13" fmla="*/ 126 h 416"/>
                  <a:gd name="T14" fmla="*/ 32 w 82"/>
                  <a:gd name="T15" fmla="*/ 148 h 416"/>
                  <a:gd name="T16" fmla="*/ 30 w 82"/>
                  <a:gd name="T17" fmla="*/ 158 h 416"/>
                  <a:gd name="T18" fmla="*/ 36 w 82"/>
                  <a:gd name="T19" fmla="*/ 186 h 416"/>
                  <a:gd name="T20" fmla="*/ 40 w 82"/>
                  <a:gd name="T21" fmla="*/ 212 h 416"/>
                  <a:gd name="T22" fmla="*/ 38 w 82"/>
                  <a:gd name="T23" fmla="*/ 226 h 416"/>
                  <a:gd name="T24" fmla="*/ 30 w 82"/>
                  <a:gd name="T25" fmla="*/ 254 h 416"/>
                  <a:gd name="T26" fmla="*/ 28 w 82"/>
                  <a:gd name="T27" fmla="*/ 268 h 416"/>
                  <a:gd name="T28" fmla="*/ 32 w 82"/>
                  <a:gd name="T29" fmla="*/ 282 h 416"/>
                  <a:gd name="T30" fmla="*/ 48 w 82"/>
                  <a:gd name="T31" fmla="*/ 304 h 416"/>
                  <a:gd name="T32" fmla="*/ 54 w 82"/>
                  <a:gd name="T33" fmla="*/ 316 h 416"/>
                  <a:gd name="T34" fmla="*/ 56 w 82"/>
                  <a:gd name="T35" fmla="*/ 328 h 416"/>
                  <a:gd name="T36" fmla="*/ 56 w 82"/>
                  <a:gd name="T37" fmla="*/ 354 h 416"/>
                  <a:gd name="T38" fmla="*/ 60 w 82"/>
                  <a:gd name="T39" fmla="*/ 366 h 416"/>
                  <a:gd name="T40" fmla="*/ 74 w 82"/>
                  <a:gd name="T41" fmla="*/ 390 h 416"/>
                  <a:gd name="T42" fmla="*/ 82 w 82"/>
                  <a:gd name="T43" fmla="*/ 408 h 416"/>
                  <a:gd name="T44" fmla="*/ 82 w 82"/>
                  <a:gd name="T45" fmla="*/ 416 h 416"/>
                  <a:gd name="T46" fmla="*/ 50 w 82"/>
                  <a:gd name="T47" fmla="*/ 370 h 416"/>
                  <a:gd name="T48" fmla="*/ 46 w 82"/>
                  <a:gd name="T49" fmla="*/ 364 h 416"/>
                  <a:gd name="T50" fmla="*/ 40 w 82"/>
                  <a:gd name="T51" fmla="*/ 342 h 416"/>
                  <a:gd name="T52" fmla="*/ 36 w 82"/>
                  <a:gd name="T53" fmla="*/ 312 h 416"/>
                  <a:gd name="T54" fmla="*/ 32 w 82"/>
                  <a:gd name="T55" fmla="*/ 306 h 416"/>
                  <a:gd name="T56" fmla="*/ 20 w 82"/>
                  <a:gd name="T57" fmla="*/ 294 h 416"/>
                  <a:gd name="T58" fmla="*/ 8 w 82"/>
                  <a:gd name="T59" fmla="*/ 284 h 416"/>
                  <a:gd name="T60" fmla="*/ 4 w 82"/>
                  <a:gd name="T61" fmla="*/ 278 h 416"/>
                  <a:gd name="T62" fmla="*/ 0 w 82"/>
                  <a:gd name="T63" fmla="*/ 266 h 416"/>
                  <a:gd name="T64" fmla="*/ 2 w 82"/>
                  <a:gd name="T65" fmla="*/ 254 h 416"/>
                  <a:gd name="T66" fmla="*/ 12 w 82"/>
                  <a:gd name="T67" fmla="*/ 230 h 416"/>
                  <a:gd name="T68" fmla="*/ 14 w 82"/>
                  <a:gd name="T69" fmla="*/ 216 h 416"/>
                  <a:gd name="T70" fmla="*/ 10 w 82"/>
                  <a:gd name="T71" fmla="*/ 170 h 416"/>
                  <a:gd name="T72" fmla="*/ 6 w 82"/>
                  <a:gd name="T73" fmla="*/ 160 h 416"/>
                  <a:gd name="T74" fmla="*/ 2 w 82"/>
                  <a:gd name="T75" fmla="*/ 148 h 416"/>
                  <a:gd name="T76" fmla="*/ 2 w 82"/>
                  <a:gd name="T77" fmla="*/ 140 h 416"/>
                  <a:gd name="T78" fmla="*/ 10 w 82"/>
                  <a:gd name="T79" fmla="*/ 122 h 416"/>
                  <a:gd name="T80" fmla="*/ 12 w 82"/>
                  <a:gd name="T81" fmla="*/ 114 h 416"/>
                  <a:gd name="T82" fmla="*/ 10 w 82"/>
                  <a:gd name="T83" fmla="*/ 84 h 416"/>
                  <a:gd name="T84" fmla="*/ 6 w 82"/>
                  <a:gd name="T85" fmla="*/ 46 h 416"/>
                  <a:gd name="T86" fmla="*/ 8 w 82"/>
                  <a:gd name="T87" fmla="*/ 32 h 416"/>
                  <a:gd name="T88" fmla="*/ 18 w 82"/>
                  <a:gd name="T89" fmla="*/ 16 h 416"/>
                  <a:gd name="T90" fmla="*/ 42 w 82"/>
                  <a:gd name="T91" fmla="*/ 6 h 416"/>
                  <a:gd name="T92" fmla="*/ 52 w 82"/>
                  <a:gd name="T93" fmla="*/ 0 h 41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82" h="416">
                    <a:moveTo>
                      <a:pt x="64" y="12"/>
                    </a:moveTo>
                    <a:lnTo>
                      <a:pt x="64" y="12"/>
                    </a:lnTo>
                    <a:lnTo>
                      <a:pt x="44" y="28"/>
                    </a:lnTo>
                    <a:lnTo>
                      <a:pt x="38" y="36"/>
                    </a:lnTo>
                    <a:lnTo>
                      <a:pt x="34" y="44"/>
                    </a:lnTo>
                    <a:lnTo>
                      <a:pt x="34" y="50"/>
                    </a:lnTo>
                    <a:lnTo>
                      <a:pt x="34" y="56"/>
                    </a:lnTo>
                    <a:lnTo>
                      <a:pt x="38" y="68"/>
                    </a:lnTo>
                    <a:lnTo>
                      <a:pt x="42" y="84"/>
                    </a:lnTo>
                    <a:lnTo>
                      <a:pt x="44" y="92"/>
                    </a:lnTo>
                    <a:lnTo>
                      <a:pt x="44" y="102"/>
                    </a:lnTo>
                    <a:lnTo>
                      <a:pt x="38" y="126"/>
                    </a:lnTo>
                    <a:lnTo>
                      <a:pt x="34" y="140"/>
                    </a:lnTo>
                    <a:lnTo>
                      <a:pt x="32" y="148"/>
                    </a:lnTo>
                    <a:lnTo>
                      <a:pt x="30" y="158"/>
                    </a:lnTo>
                    <a:lnTo>
                      <a:pt x="32" y="172"/>
                    </a:lnTo>
                    <a:lnTo>
                      <a:pt x="36" y="186"/>
                    </a:lnTo>
                    <a:lnTo>
                      <a:pt x="40" y="198"/>
                    </a:lnTo>
                    <a:lnTo>
                      <a:pt x="40" y="212"/>
                    </a:lnTo>
                    <a:lnTo>
                      <a:pt x="38" y="226"/>
                    </a:lnTo>
                    <a:lnTo>
                      <a:pt x="34" y="240"/>
                    </a:lnTo>
                    <a:lnTo>
                      <a:pt x="30" y="254"/>
                    </a:lnTo>
                    <a:lnTo>
                      <a:pt x="28" y="268"/>
                    </a:lnTo>
                    <a:lnTo>
                      <a:pt x="30" y="276"/>
                    </a:lnTo>
                    <a:lnTo>
                      <a:pt x="32" y="282"/>
                    </a:lnTo>
                    <a:lnTo>
                      <a:pt x="40" y="292"/>
                    </a:lnTo>
                    <a:lnTo>
                      <a:pt x="48" y="304"/>
                    </a:lnTo>
                    <a:lnTo>
                      <a:pt x="52" y="310"/>
                    </a:lnTo>
                    <a:lnTo>
                      <a:pt x="54" y="316"/>
                    </a:lnTo>
                    <a:lnTo>
                      <a:pt x="56" y="328"/>
                    </a:lnTo>
                    <a:lnTo>
                      <a:pt x="56" y="342"/>
                    </a:lnTo>
                    <a:lnTo>
                      <a:pt x="56" y="354"/>
                    </a:lnTo>
                    <a:lnTo>
                      <a:pt x="60" y="366"/>
                    </a:lnTo>
                    <a:lnTo>
                      <a:pt x="66" y="380"/>
                    </a:lnTo>
                    <a:lnTo>
                      <a:pt x="74" y="390"/>
                    </a:lnTo>
                    <a:lnTo>
                      <a:pt x="80" y="402"/>
                    </a:lnTo>
                    <a:lnTo>
                      <a:pt x="82" y="408"/>
                    </a:lnTo>
                    <a:lnTo>
                      <a:pt x="82" y="416"/>
                    </a:lnTo>
                    <a:lnTo>
                      <a:pt x="64" y="394"/>
                    </a:lnTo>
                    <a:lnTo>
                      <a:pt x="50" y="370"/>
                    </a:lnTo>
                    <a:lnTo>
                      <a:pt x="46" y="364"/>
                    </a:lnTo>
                    <a:lnTo>
                      <a:pt x="42" y="356"/>
                    </a:lnTo>
                    <a:lnTo>
                      <a:pt x="40" y="342"/>
                    </a:lnTo>
                    <a:lnTo>
                      <a:pt x="38" y="328"/>
                    </a:lnTo>
                    <a:lnTo>
                      <a:pt x="36" y="312"/>
                    </a:lnTo>
                    <a:lnTo>
                      <a:pt x="32" y="306"/>
                    </a:lnTo>
                    <a:lnTo>
                      <a:pt x="28" y="302"/>
                    </a:lnTo>
                    <a:lnTo>
                      <a:pt x="20" y="294"/>
                    </a:lnTo>
                    <a:lnTo>
                      <a:pt x="12" y="288"/>
                    </a:lnTo>
                    <a:lnTo>
                      <a:pt x="8" y="284"/>
                    </a:lnTo>
                    <a:lnTo>
                      <a:pt x="4" y="278"/>
                    </a:lnTo>
                    <a:lnTo>
                      <a:pt x="0" y="272"/>
                    </a:lnTo>
                    <a:lnTo>
                      <a:pt x="0" y="266"/>
                    </a:lnTo>
                    <a:lnTo>
                      <a:pt x="0" y="260"/>
                    </a:lnTo>
                    <a:lnTo>
                      <a:pt x="2" y="254"/>
                    </a:lnTo>
                    <a:lnTo>
                      <a:pt x="8" y="242"/>
                    </a:lnTo>
                    <a:lnTo>
                      <a:pt x="12" y="230"/>
                    </a:lnTo>
                    <a:lnTo>
                      <a:pt x="14" y="216"/>
                    </a:lnTo>
                    <a:lnTo>
                      <a:pt x="14" y="200"/>
                    </a:lnTo>
                    <a:lnTo>
                      <a:pt x="10" y="170"/>
                    </a:lnTo>
                    <a:lnTo>
                      <a:pt x="6" y="160"/>
                    </a:lnTo>
                    <a:lnTo>
                      <a:pt x="4" y="154"/>
                    </a:lnTo>
                    <a:lnTo>
                      <a:pt x="2" y="148"/>
                    </a:lnTo>
                    <a:lnTo>
                      <a:pt x="2" y="140"/>
                    </a:lnTo>
                    <a:lnTo>
                      <a:pt x="4" y="136"/>
                    </a:lnTo>
                    <a:lnTo>
                      <a:pt x="10" y="122"/>
                    </a:lnTo>
                    <a:lnTo>
                      <a:pt x="12" y="114"/>
                    </a:lnTo>
                    <a:lnTo>
                      <a:pt x="12" y="104"/>
                    </a:lnTo>
                    <a:lnTo>
                      <a:pt x="10" y="84"/>
                    </a:lnTo>
                    <a:lnTo>
                      <a:pt x="8" y="62"/>
                    </a:lnTo>
                    <a:lnTo>
                      <a:pt x="6" y="46"/>
                    </a:lnTo>
                    <a:lnTo>
                      <a:pt x="8" y="32"/>
                    </a:lnTo>
                    <a:lnTo>
                      <a:pt x="12" y="24"/>
                    </a:lnTo>
                    <a:lnTo>
                      <a:pt x="18" y="16"/>
                    </a:lnTo>
                    <a:lnTo>
                      <a:pt x="26" y="12"/>
                    </a:lnTo>
                    <a:lnTo>
                      <a:pt x="42" y="6"/>
                    </a:lnTo>
                    <a:lnTo>
                      <a:pt x="48" y="4"/>
                    </a:lnTo>
                    <a:lnTo>
                      <a:pt x="52" y="0"/>
                    </a:lnTo>
                    <a:lnTo>
                      <a:pt x="64" y="12"/>
                    </a:lnTo>
                    <a:close/>
                  </a:path>
                </a:pathLst>
              </a:custGeom>
              <a:solidFill>
                <a:srgbClr val="FCD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0" name="Freeform 2512">
                <a:extLst>
                  <a:ext uri="{FF2B5EF4-FFF2-40B4-BE49-F238E27FC236}">
                    <a16:creationId xmlns:a16="http://schemas.microsoft.com/office/drawing/2014/main" id="{95109862-FCB3-41AC-AAB2-774646D7C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2314"/>
                <a:ext cx="82" cy="416"/>
              </a:xfrm>
              <a:custGeom>
                <a:avLst/>
                <a:gdLst>
                  <a:gd name="T0" fmla="*/ 64 w 82"/>
                  <a:gd name="T1" fmla="*/ 12 h 416"/>
                  <a:gd name="T2" fmla="*/ 38 w 82"/>
                  <a:gd name="T3" fmla="*/ 36 h 416"/>
                  <a:gd name="T4" fmla="*/ 34 w 82"/>
                  <a:gd name="T5" fmla="*/ 44 h 416"/>
                  <a:gd name="T6" fmla="*/ 34 w 82"/>
                  <a:gd name="T7" fmla="*/ 56 h 416"/>
                  <a:gd name="T8" fmla="*/ 42 w 82"/>
                  <a:gd name="T9" fmla="*/ 84 h 416"/>
                  <a:gd name="T10" fmla="*/ 44 w 82"/>
                  <a:gd name="T11" fmla="*/ 102 h 416"/>
                  <a:gd name="T12" fmla="*/ 38 w 82"/>
                  <a:gd name="T13" fmla="*/ 126 h 416"/>
                  <a:gd name="T14" fmla="*/ 32 w 82"/>
                  <a:gd name="T15" fmla="*/ 148 h 416"/>
                  <a:gd name="T16" fmla="*/ 30 w 82"/>
                  <a:gd name="T17" fmla="*/ 158 h 416"/>
                  <a:gd name="T18" fmla="*/ 36 w 82"/>
                  <a:gd name="T19" fmla="*/ 186 h 416"/>
                  <a:gd name="T20" fmla="*/ 40 w 82"/>
                  <a:gd name="T21" fmla="*/ 212 h 416"/>
                  <a:gd name="T22" fmla="*/ 38 w 82"/>
                  <a:gd name="T23" fmla="*/ 226 h 416"/>
                  <a:gd name="T24" fmla="*/ 30 w 82"/>
                  <a:gd name="T25" fmla="*/ 254 h 416"/>
                  <a:gd name="T26" fmla="*/ 28 w 82"/>
                  <a:gd name="T27" fmla="*/ 268 h 416"/>
                  <a:gd name="T28" fmla="*/ 32 w 82"/>
                  <a:gd name="T29" fmla="*/ 282 h 416"/>
                  <a:gd name="T30" fmla="*/ 48 w 82"/>
                  <a:gd name="T31" fmla="*/ 304 h 416"/>
                  <a:gd name="T32" fmla="*/ 54 w 82"/>
                  <a:gd name="T33" fmla="*/ 316 h 416"/>
                  <a:gd name="T34" fmla="*/ 56 w 82"/>
                  <a:gd name="T35" fmla="*/ 328 h 416"/>
                  <a:gd name="T36" fmla="*/ 56 w 82"/>
                  <a:gd name="T37" fmla="*/ 354 h 416"/>
                  <a:gd name="T38" fmla="*/ 60 w 82"/>
                  <a:gd name="T39" fmla="*/ 366 h 416"/>
                  <a:gd name="T40" fmla="*/ 74 w 82"/>
                  <a:gd name="T41" fmla="*/ 390 h 416"/>
                  <a:gd name="T42" fmla="*/ 82 w 82"/>
                  <a:gd name="T43" fmla="*/ 408 h 416"/>
                  <a:gd name="T44" fmla="*/ 82 w 82"/>
                  <a:gd name="T45" fmla="*/ 416 h 416"/>
                  <a:gd name="T46" fmla="*/ 50 w 82"/>
                  <a:gd name="T47" fmla="*/ 370 h 416"/>
                  <a:gd name="T48" fmla="*/ 46 w 82"/>
                  <a:gd name="T49" fmla="*/ 364 h 416"/>
                  <a:gd name="T50" fmla="*/ 40 w 82"/>
                  <a:gd name="T51" fmla="*/ 342 h 416"/>
                  <a:gd name="T52" fmla="*/ 36 w 82"/>
                  <a:gd name="T53" fmla="*/ 312 h 416"/>
                  <a:gd name="T54" fmla="*/ 32 w 82"/>
                  <a:gd name="T55" fmla="*/ 306 h 416"/>
                  <a:gd name="T56" fmla="*/ 20 w 82"/>
                  <a:gd name="T57" fmla="*/ 294 h 416"/>
                  <a:gd name="T58" fmla="*/ 8 w 82"/>
                  <a:gd name="T59" fmla="*/ 284 h 416"/>
                  <a:gd name="T60" fmla="*/ 4 w 82"/>
                  <a:gd name="T61" fmla="*/ 278 h 416"/>
                  <a:gd name="T62" fmla="*/ 0 w 82"/>
                  <a:gd name="T63" fmla="*/ 266 h 416"/>
                  <a:gd name="T64" fmla="*/ 2 w 82"/>
                  <a:gd name="T65" fmla="*/ 254 h 416"/>
                  <a:gd name="T66" fmla="*/ 12 w 82"/>
                  <a:gd name="T67" fmla="*/ 230 h 416"/>
                  <a:gd name="T68" fmla="*/ 14 w 82"/>
                  <a:gd name="T69" fmla="*/ 216 h 416"/>
                  <a:gd name="T70" fmla="*/ 10 w 82"/>
                  <a:gd name="T71" fmla="*/ 170 h 416"/>
                  <a:gd name="T72" fmla="*/ 6 w 82"/>
                  <a:gd name="T73" fmla="*/ 160 h 416"/>
                  <a:gd name="T74" fmla="*/ 2 w 82"/>
                  <a:gd name="T75" fmla="*/ 148 h 416"/>
                  <a:gd name="T76" fmla="*/ 2 w 82"/>
                  <a:gd name="T77" fmla="*/ 140 h 416"/>
                  <a:gd name="T78" fmla="*/ 10 w 82"/>
                  <a:gd name="T79" fmla="*/ 122 h 416"/>
                  <a:gd name="T80" fmla="*/ 12 w 82"/>
                  <a:gd name="T81" fmla="*/ 114 h 416"/>
                  <a:gd name="T82" fmla="*/ 10 w 82"/>
                  <a:gd name="T83" fmla="*/ 84 h 416"/>
                  <a:gd name="T84" fmla="*/ 6 w 82"/>
                  <a:gd name="T85" fmla="*/ 46 h 416"/>
                  <a:gd name="T86" fmla="*/ 8 w 82"/>
                  <a:gd name="T87" fmla="*/ 32 h 416"/>
                  <a:gd name="T88" fmla="*/ 18 w 82"/>
                  <a:gd name="T89" fmla="*/ 16 h 416"/>
                  <a:gd name="T90" fmla="*/ 42 w 82"/>
                  <a:gd name="T91" fmla="*/ 6 h 416"/>
                  <a:gd name="T92" fmla="*/ 52 w 82"/>
                  <a:gd name="T93" fmla="*/ 0 h 41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82" h="416">
                    <a:moveTo>
                      <a:pt x="64" y="12"/>
                    </a:moveTo>
                    <a:lnTo>
                      <a:pt x="64" y="12"/>
                    </a:lnTo>
                    <a:lnTo>
                      <a:pt x="44" y="28"/>
                    </a:lnTo>
                    <a:lnTo>
                      <a:pt x="38" y="36"/>
                    </a:lnTo>
                    <a:lnTo>
                      <a:pt x="34" y="44"/>
                    </a:lnTo>
                    <a:lnTo>
                      <a:pt x="34" y="50"/>
                    </a:lnTo>
                    <a:lnTo>
                      <a:pt x="34" y="56"/>
                    </a:lnTo>
                    <a:lnTo>
                      <a:pt x="38" y="68"/>
                    </a:lnTo>
                    <a:lnTo>
                      <a:pt x="42" y="84"/>
                    </a:lnTo>
                    <a:lnTo>
                      <a:pt x="44" y="92"/>
                    </a:lnTo>
                    <a:lnTo>
                      <a:pt x="44" y="102"/>
                    </a:lnTo>
                    <a:lnTo>
                      <a:pt x="38" y="126"/>
                    </a:lnTo>
                    <a:lnTo>
                      <a:pt x="34" y="140"/>
                    </a:lnTo>
                    <a:lnTo>
                      <a:pt x="32" y="148"/>
                    </a:lnTo>
                    <a:lnTo>
                      <a:pt x="30" y="158"/>
                    </a:lnTo>
                    <a:lnTo>
                      <a:pt x="32" y="172"/>
                    </a:lnTo>
                    <a:lnTo>
                      <a:pt x="36" y="186"/>
                    </a:lnTo>
                    <a:lnTo>
                      <a:pt x="40" y="198"/>
                    </a:lnTo>
                    <a:lnTo>
                      <a:pt x="40" y="212"/>
                    </a:lnTo>
                    <a:lnTo>
                      <a:pt x="38" y="226"/>
                    </a:lnTo>
                    <a:lnTo>
                      <a:pt x="34" y="240"/>
                    </a:lnTo>
                    <a:lnTo>
                      <a:pt x="30" y="254"/>
                    </a:lnTo>
                    <a:lnTo>
                      <a:pt x="28" y="268"/>
                    </a:lnTo>
                    <a:lnTo>
                      <a:pt x="30" y="276"/>
                    </a:lnTo>
                    <a:lnTo>
                      <a:pt x="32" y="282"/>
                    </a:lnTo>
                    <a:lnTo>
                      <a:pt x="40" y="292"/>
                    </a:lnTo>
                    <a:lnTo>
                      <a:pt x="48" y="304"/>
                    </a:lnTo>
                    <a:lnTo>
                      <a:pt x="52" y="310"/>
                    </a:lnTo>
                    <a:lnTo>
                      <a:pt x="54" y="316"/>
                    </a:lnTo>
                    <a:lnTo>
                      <a:pt x="56" y="328"/>
                    </a:lnTo>
                    <a:lnTo>
                      <a:pt x="56" y="342"/>
                    </a:lnTo>
                    <a:lnTo>
                      <a:pt x="56" y="354"/>
                    </a:lnTo>
                    <a:lnTo>
                      <a:pt x="60" y="366"/>
                    </a:lnTo>
                    <a:lnTo>
                      <a:pt x="66" y="380"/>
                    </a:lnTo>
                    <a:lnTo>
                      <a:pt x="74" y="390"/>
                    </a:lnTo>
                    <a:lnTo>
                      <a:pt x="80" y="402"/>
                    </a:lnTo>
                    <a:lnTo>
                      <a:pt x="82" y="408"/>
                    </a:lnTo>
                    <a:lnTo>
                      <a:pt x="82" y="416"/>
                    </a:lnTo>
                    <a:lnTo>
                      <a:pt x="64" y="394"/>
                    </a:lnTo>
                    <a:lnTo>
                      <a:pt x="50" y="370"/>
                    </a:lnTo>
                    <a:lnTo>
                      <a:pt x="46" y="364"/>
                    </a:lnTo>
                    <a:lnTo>
                      <a:pt x="42" y="356"/>
                    </a:lnTo>
                    <a:lnTo>
                      <a:pt x="40" y="342"/>
                    </a:lnTo>
                    <a:lnTo>
                      <a:pt x="38" y="328"/>
                    </a:lnTo>
                    <a:lnTo>
                      <a:pt x="36" y="312"/>
                    </a:lnTo>
                    <a:lnTo>
                      <a:pt x="32" y="306"/>
                    </a:lnTo>
                    <a:lnTo>
                      <a:pt x="28" y="302"/>
                    </a:lnTo>
                    <a:lnTo>
                      <a:pt x="20" y="294"/>
                    </a:lnTo>
                    <a:lnTo>
                      <a:pt x="12" y="288"/>
                    </a:lnTo>
                    <a:lnTo>
                      <a:pt x="8" y="284"/>
                    </a:lnTo>
                    <a:lnTo>
                      <a:pt x="4" y="278"/>
                    </a:lnTo>
                    <a:lnTo>
                      <a:pt x="0" y="272"/>
                    </a:lnTo>
                    <a:lnTo>
                      <a:pt x="0" y="266"/>
                    </a:lnTo>
                    <a:lnTo>
                      <a:pt x="0" y="260"/>
                    </a:lnTo>
                    <a:lnTo>
                      <a:pt x="2" y="254"/>
                    </a:lnTo>
                    <a:lnTo>
                      <a:pt x="8" y="242"/>
                    </a:lnTo>
                    <a:lnTo>
                      <a:pt x="12" y="230"/>
                    </a:lnTo>
                    <a:lnTo>
                      <a:pt x="14" y="216"/>
                    </a:lnTo>
                    <a:lnTo>
                      <a:pt x="14" y="200"/>
                    </a:lnTo>
                    <a:lnTo>
                      <a:pt x="10" y="170"/>
                    </a:lnTo>
                    <a:lnTo>
                      <a:pt x="6" y="160"/>
                    </a:lnTo>
                    <a:lnTo>
                      <a:pt x="4" y="154"/>
                    </a:lnTo>
                    <a:lnTo>
                      <a:pt x="2" y="148"/>
                    </a:lnTo>
                    <a:lnTo>
                      <a:pt x="2" y="140"/>
                    </a:lnTo>
                    <a:lnTo>
                      <a:pt x="4" y="136"/>
                    </a:lnTo>
                    <a:lnTo>
                      <a:pt x="10" y="122"/>
                    </a:lnTo>
                    <a:lnTo>
                      <a:pt x="12" y="114"/>
                    </a:lnTo>
                    <a:lnTo>
                      <a:pt x="12" y="104"/>
                    </a:lnTo>
                    <a:lnTo>
                      <a:pt x="10" y="84"/>
                    </a:lnTo>
                    <a:lnTo>
                      <a:pt x="8" y="62"/>
                    </a:lnTo>
                    <a:lnTo>
                      <a:pt x="6" y="46"/>
                    </a:lnTo>
                    <a:lnTo>
                      <a:pt x="8" y="32"/>
                    </a:lnTo>
                    <a:lnTo>
                      <a:pt x="12" y="24"/>
                    </a:lnTo>
                    <a:lnTo>
                      <a:pt x="18" y="16"/>
                    </a:lnTo>
                    <a:lnTo>
                      <a:pt x="26" y="12"/>
                    </a:lnTo>
                    <a:lnTo>
                      <a:pt x="42" y="6"/>
                    </a:lnTo>
                    <a:lnTo>
                      <a:pt x="48" y="4"/>
                    </a:lnTo>
                    <a:lnTo>
                      <a:pt x="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1" name="Freeform 2513">
                <a:extLst>
                  <a:ext uri="{FF2B5EF4-FFF2-40B4-BE49-F238E27FC236}">
                    <a16:creationId xmlns:a16="http://schemas.microsoft.com/office/drawing/2014/main" id="{1ADC99A0-399F-402B-8703-693D318CD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840"/>
                <a:ext cx="150" cy="58"/>
              </a:xfrm>
              <a:custGeom>
                <a:avLst/>
                <a:gdLst>
                  <a:gd name="T0" fmla="*/ 0 w 150"/>
                  <a:gd name="T1" fmla="*/ 32 h 58"/>
                  <a:gd name="T2" fmla="*/ 0 w 150"/>
                  <a:gd name="T3" fmla="*/ 32 h 58"/>
                  <a:gd name="T4" fmla="*/ 44 w 150"/>
                  <a:gd name="T5" fmla="*/ 36 h 58"/>
                  <a:gd name="T6" fmla="*/ 68 w 150"/>
                  <a:gd name="T7" fmla="*/ 36 h 58"/>
                  <a:gd name="T8" fmla="*/ 90 w 150"/>
                  <a:gd name="T9" fmla="*/ 36 h 58"/>
                  <a:gd name="T10" fmla="*/ 90 w 150"/>
                  <a:gd name="T11" fmla="*/ 36 h 58"/>
                  <a:gd name="T12" fmla="*/ 100 w 150"/>
                  <a:gd name="T13" fmla="*/ 32 h 58"/>
                  <a:gd name="T14" fmla="*/ 106 w 150"/>
                  <a:gd name="T15" fmla="*/ 30 h 58"/>
                  <a:gd name="T16" fmla="*/ 108 w 150"/>
                  <a:gd name="T17" fmla="*/ 24 h 58"/>
                  <a:gd name="T18" fmla="*/ 108 w 150"/>
                  <a:gd name="T19" fmla="*/ 24 h 58"/>
                  <a:gd name="T20" fmla="*/ 110 w 150"/>
                  <a:gd name="T21" fmla="*/ 20 h 58"/>
                  <a:gd name="T22" fmla="*/ 110 w 150"/>
                  <a:gd name="T23" fmla="*/ 16 h 58"/>
                  <a:gd name="T24" fmla="*/ 106 w 150"/>
                  <a:gd name="T25" fmla="*/ 10 h 58"/>
                  <a:gd name="T26" fmla="*/ 100 w 150"/>
                  <a:gd name="T27" fmla="*/ 4 h 58"/>
                  <a:gd name="T28" fmla="*/ 94 w 150"/>
                  <a:gd name="T29" fmla="*/ 0 h 58"/>
                  <a:gd name="T30" fmla="*/ 94 w 150"/>
                  <a:gd name="T31" fmla="*/ 0 h 58"/>
                  <a:gd name="T32" fmla="*/ 122 w 150"/>
                  <a:gd name="T33" fmla="*/ 6 h 58"/>
                  <a:gd name="T34" fmla="*/ 136 w 150"/>
                  <a:gd name="T35" fmla="*/ 10 h 58"/>
                  <a:gd name="T36" fmla="*/ 142 w 150"/>
                  <a:gd name="T37" fmla="*/ 12 h 58"/>
                  <a:gd name="T38" fmla="*/ 146 w 150"/>
                  <a:gd name="T39" fmla="*/ 16 h 58"/>
                  <a:gd name="T40" fmla="*/ 146 w 150"/>
                  <a:gd name="T41" fmla="*/ 16 h 58"/>
                  <a:gd name="T42" fmla="*/ 150 w 150"/>
                  <a:gd name="T43" fmla="*/ 20 h 58"/>
                  <a:gd name="T44" fmla="*/ 150 w 150"/>
                  <a:gd name="T45" fmla="*/ 26 h 58"/>
                  <a:gd name="T46" fmla="*/ 150 w 150"/>
                  <a:gd name="T47" fmla="*/ 30 h 58"/>
                  <a:gd name="T48" fmla="*/ 148 w 150"/>
                  <a:gd name="T49" fmla="*/ 34 h 58"/>
                  <a:gd name="T50" fmla="*/ 138 w 150"/>
                  <a:gd name="T51" fmla="*/ 42 h 58"/>
                  <a:gd name="T52" fmla="*/ 130 w 150"/>
                  <a:gd name="T53" fmla="*/ 50 h 58"/>
                  <a:gd name="T54" fmla="*/ 130 w 150"/>
                  <a:gd name="T55" fmla="*/ 50 h 58"/>
                  <a:gd name="T56" fmla="*/ 116 w 150"/>
                  <a:gd name="T57" fmla="*/ 56 h 58"/>
                  <a:gd name="T58" fmla="*/ 100 w 150"/>
                  <a:gd name="T59" fmla="*/ 58 h 58"/>
                  <a:gd name="T60" fmla="*/ 86 w 150"/>
                  <a:gd name="T61" fmla="*/ 58 h 58"/>
                  <a:gd name="T62" fmla="*/ 70 w 150"/>
                  <a:gd name="T63" fmla="*/ 56 h 58"/>
                  <a:gd name="T64" fmla="*/ 54 w 150"/>
                  <a:gd name="T65" fmla="*/ 52 h 58"/>
                  <a:gd name="T66" fmla="*/ 40 w 150"/>
                  <a:gd name="T67" fmla="*/ 46 h 58"/>
                  <a:gd name="T68" fmla="*/ 12 w 150"/>
                  <a:gd name="T69" fmla="*/ 36 h 58"/>
                  <a:gd name="T70" fmla="*/ 0 w 150"/>
                  <a:gd name="T71" fmla="*/ 32 h 5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50" h="58">
                    <a:moveTo>
                      <a:pt x="0" y="32"/>
                    </a:moveTo>
                    <a:lnTo>
                      <a:pt x="0" y="32"/>
                    </a:lnTo>
                    <a:lnTo>
                      <a:pt x="44" y="36"/>
                    </a:lnTo>
                    <a:lnTo>
                      <a:pt x="68" y="36"/>
                    </a:lnTo>
                    <a:lnTo>
                      <a:pt x="90" y="36"/>
                    </a:lnTo>
                    <a:lnTo>
                      <a:pt x="100" y="32"/>
                    </a:lnTo>
                    <a:lnTo>
                      <a:pt x="106" y="30"/>
                    </a:lnTo>
                    <a:lnTo>
                      <a:pt x="108" y="24"/>
                    </a:lnTo>
                    <a:lnTo>
                      <a:pt x="110" y="20"/>
                    </a:lnTo>
                    <a:lnTo>
                      <a:pt x="110" y="16"/>
                    </a:lnTo>
                    <a:lnTo>
                      <a:pt x="106" y="10"/>
                    </a:lnTo>
                    <a:lnTo>
                      <a:pt x="100" y="4"/>
                    </a:lnTo>
                    <a:lnTo>
                      <a:pt x="94" y="0"/>
                    </a:lnTo>
                    <a:lnTo>
                      <a:pt x="122" y="6"/>
                    </a:lnTo>
                    <a:lnTo>
                      <a:pt x="136" y="10"/>
                    </a:lnTo>
                    <a:lnTo>
                      <a:pt x="142" y="12"/>
                    </a:lnTo>
                    <a:lnTo>
                      <a:pt x="146" y="16"/>
                    </a:lnTo>
                    <a:lnTo>
                      <a:pt x="150" y="20"/>
                    </a:lnTo>
                    <a:lnTo>
                      <a:pt x="150" y="26"/>
                    </a:lnTo>
                    <a:lnTo>
                      <a:pt x="150" y="30"/>
                    </a:lnTo>
                    <a:lnTo>
                      <a:pt x="148" y="34"/>
                    </a:lnTo>
                    <a:lnTo>
                      <a:pt x="138" y="42"/>
                    </a:lnTo>
                    <a:lnTo>
                      <a:pt x="130" y="50"/>
                    </a:lnTo>
                    <a:lnTo>
                      <a:pt x="116" y="56"/>
                    </a:lnTo>
                    <a:lnTo>
                      <a:pt x="100" y="58"/>
                    </a:lnTo>
                    <a:lnTo>
                      <a:pt x="86" y="58"/>
                    </a:lnTo>
                    <a:lnTo>
                      <a:pt x="70" y="56"/>
                    </a:lnTo>
                    <a:lnTo>
                      <a:pt x="54" y="52"/>
                    </a:lnTo>
                    <a:lnTo>
                      <a:pt x="40" y="46"/>
                    </a:lnTo>
                    <a:lnTo>
                      <a:pt x="12" y="36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CD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2" name="Freeform 2514">
                <a:extLst>
                  <a:ext uri="{FF2B5EF4-FFF2-40B4-BE49-F238E27FC236}">
                    <a16:creationId xmlns:a16="http://schemas.microsoft.com/office/drawing/2014/main" id="{0C61BA98-7FF7-41BB-81EF-A09451B1C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840"/>
                <a:ext cx="150" cy="58"/>
              </a:xfrm>
              <a:custGeom>
                <a:avLst/>
                <a:gdLst>
                  <a:gd name="T0" fmla="*/ 0 w 150"/>
                  <a:gd name="T1" fmla="*/ 32 h 58"/>
                  <a:gd name="T2" fmla="*/ 0 w 150"/>
                  <a:gd name="T3" fmla="*/ 32 h 58"/>
                  <a:gd name="T4" fmla="*/ 44 w 150"/>
                  <a:gd name="T5" fmla="*/ 36 h 58"/>
                  <a:gd name="T6" fmla="*/ 68 w 150"/>
                  <a:gd name="T7" fmla="*/ 36 h 58"/>
                  <a:gd name="T8" fmla="*/ 90 w 150"/>
                  <a:gd name="T9" fmla="*/ 36 h 58"/>
                  <a:gd name="T10" fmla="*/ 90 w 150"/>
                  <a:gd name="T11" fmla="*/ 36 h 58"/>
                  <a:gd name="T12" fmla="*/ 100 w 150"/>
                  <a:gd name="T13" fmla="*/ 32 h 58"/>
                  <a:gd name="T14" fmla="*/ 106 w 150"/>
                  <a:gd name="T15" fmla="*/ 30 h 58"/>
                  <a:gd name="T16" fmla="*/ 108 w 150"/>
                  <a:gd name="T17" fmla="*/ 24 h 58"/>
                  <a:gd name="T18" fmla="*/ 108 w 150"/>
                  <a:gd name="T19" fmla="*/ 24 h 58"/>
                  <a:gd name="T20" fmla="*/ 110 w 150"/>
                  <a:gd name="T21" fmla="*/ 20 h 58"/>
                  <a:gd name="T22" fmla="*/ 110 w 150"/>
                  <a:gd name="T23" fmla="*/ 16 h 58"/>
                  <a:gd name="T24" fmla="*/ 106 w 150"/>
                  <a:gd name="T25" fmla="*/ 10 h 58"/>
                  <a:gd name="T26" fmla="*/ 100 w 150"/>
                  <a:gd name="T27" fmla="*/ 4 h 58"/>
                  <a:gd name="T28" fmla="*/ 94 w 150"/>
                  <a:gd name="T29" fmla="*/ 0 h 58"/>
                  <a:gd name="T30" fmla="*/ 94 w 150"/>
                  <a:gd name="T31" fmla="*/ 0 h 58"/>
                  <a:gd name="T32" fmla="*/ 122 w 150"/>
                  <a:gd name="T33" fmla="*/ 6 h 58"/>
                  <a:gd name="T34" fmla="*/ 136 w 150"/>
                  <a:gd name="T35" fmla="*/ 10 h 58"/>
                  <a:gd name="T36" fmla="*/ 142 w 150"/>
                  <a:gd name="T37" fmla="*/ 12 h 58"/>
                  <a:gd name="T38" fmla="*/ 146 w 150"/>
                  <a:gd name="T39" fmla="*/ 16 h 58"/>
                  <a:gd name="T40" fmla="*/ 146 w 150"/>
                  <a:gd name="T41" fmla="*/ 16 h 58"/>
                  <a:gd name="T42" fmla="*/ 150 w 150"/>
                  <a:gd name="T43" fmla="*/ 20 h 58"/>
                  <a:gd name="T44" fmla="*/ 150 w 150"/>
                  <a:gd name="T45" fmla="*/ 26 h 58"/>
                  <a:gd name="T46" fmla="*/ 150 w 150"/>
                  <a:gd name="T47" fmla="*/ 30 h 58"/>
                  <a:gd name="T48" fmla="*/ 148 w 150"/>
                  <a:gd name="T49" fmla="*/ 34 h 58"/>
                  <a:gd name="T50" fmla="*/ 138 w 150"/>
                  <a:gd name="T51" fmla="*/ 42 h 58"/>
                  <a:gd name="T52" fmla="*/ 130 w 150"/>
                  <a:gd name="T53" fmla="*/ 50 h 58"/>
                  <a:gd name="T54" fmla="*/ 130 w 150"/>
                  <a:gd name="T55" fmla="*/ 50 h 58"/>
                  <a:gd name="T56" fmla="*/ 116 w 150"/>
                  <a:gd name="T57" fmla="*/ 56 h 58"/>
                  <a:gd name="T58" fmla="*/ 100 w 150"/>
                  <a:gd name="T59" fmla="*/ 58 h 58"/>
                  <a:gd name="T60" fmla="*/ 86 w 150"/>
                  <a:gd name="T61" fmla="*/ 58 h 58"/>
                  <a:gd name="T62" fmla="*/ 70 w 150"/>
                  <a:gd name="T63" fmla="*/ 56 h 58"/>
                  <a:gd name="T64" fmla="*/ 54 w 150"/>
                  <a:gd name="T65" fmla="*/ 52 h 58"/>
                  <a:gd name="T66" fmla="*/ 40 w 150"/>
                  <a:gd name="T67" fmla="*/ 46 h 58"/>
                  <a:gd name="T68" fmla="*/ 12 w 150"/>
                  <a:gd name="T69" fmla="*/ 36 h 5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0" h="58">
                    <a:moveTo>
                      <a:pt x="0" y="32"/>
                    </a:moveTo>
                    <a:lnTo>
                      <a:pt x="0" y="32"/>
                    </a:lnTo>
                    <a:lnTo>
                      <a:pt x="44" y="36"/>
                    </a:lnTo>
                    <a:lnTo>
                      <a:pt x="68" y="36"/>
                    </a:lnTo>
                    <a:lnTo>
                      <a:pt x="90" y="36"/>
                    </a:lnTo>
                    <a:lnTo>
                      <a:pt x="100" y="32"/>
                    </a:lnTo>
                    <a:lnTo>
                      <a:pt x="106" y="30"/>
                    </a:lnTo>
                    <a:lnTo>
                      <a:pt x="108" y="24"/>
                    </a:lnTo>
                    <a:lnTo>
                      <a:pt x="110" y="20"/>
                    </a:lnTo>
                    <a:lnTo>
                      <a:pt x="110" y="16"/>
                    </a:lnTo>
                    <a:lnTo>
                      <a:pt x="106" y="10"/>
                    </a:lnTo>
                    <a:lnTo>
                      <a:pt x="100" y="4"/>
                    </a:lnTo>
                    <a:lnTo>
                      <a:pt x="94" y="0"/>
                    </a:lnTo>
                    <a:lnTo>
                      <a:pt x="122" y="6"/>
                    </a:lnTo>
                    <a:lnTo>
                      <a:pt x="136" y="10"/>
                    </a:lnTo>
                    <a:lnTo>
                      <a:pt x="142" y="12"/>
                    </a:lnTo>
                    <a:lnTo>
                      <a:pt x="146" y="16"/>
                    </a:lnTo>
                    <a:lnTo>
                      <a:pt x="150" y="20"/>
                    </a:lnTo>
                    <a:lnTo>
                      <a:pt x="150" y="26"/>
                    </a:lnTo>
                    <a:lnTo>
                      <a:pt x="150" y="30"/>
                    </a:lnTo>
                    <a:lnTo>
                      <a:pt x="148" y="34"/>
                    </a:lnTo>
                    <a:lnTo>
                      <a:pt x="138" y="42"/>
                    </a:lnTo>
                    <a:lnTo>
                      <a:pt x="130" y="50"/>
                    </a:lnTo>
                    <a:lnTo>
                      <a:pt x="116" y="56"/>
                    </a:lnTo>
                    <a:lnTo>
                      <a:pt x="100" y="58"/>
                    </a:lnTo>
                    <a:lnTo>
                      <a:pt x="86" y="58"/>
                    </a:lnTo>
                    <a:lnTo>
                      <a:pt x="70" y="56"/>
                    </a:lnTo>
                    <a:lnTo>
                      <a:pt x="54" y="52"/>
                    </a:lnTo>
                    <a:lnTo>
                      <a:pt x="40" y="46"/>
                    </a:lnTo>
                    <a:lnTo>
                      <a:pt x="12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3" name="Freeform 2515">
                <a:extLst>
                  <a:ext uri="{FF2B5EF4-FFF2-40B4-BE49-F238E27FC236}">
                    <a16:creationId xmlns:a16="http://schemas.microsoft.com/office/drawing/2014/main" id="{3E276FF5-AAB7-4775-A02A-944F62614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204"/>
                <a:ext cx="304" cy="688"/>
              </a:xfrm>
              <a:custGeom>
                <a:avLst/>
                <a:gdLst>
                  <a:gd name="T0" fmla="*/ 60 w 304"/>
                  <a:gd name="T1" fmla="*/ 0 h 688"/>
                  <a:gd name="T2" fmla="*/ 42 w 304"/>
                  <a:gd name="T3" fmla="*/ 64 h 688"/>
                  <a:gd name="T4" fmla="*/ 28 w 304"/>
                  <a:gd name="T5" fmla="*/ 144 h 688"/>
                  <a:gd name="T6" fmla="*/ 20 w 304"/>
                  <a:gd name="T7" fmla="*/ 232 h 688"/>
                  <a:gd name="T8" fmla="*/ 22 w 304"/>
                  <a:gd name="T9" fmla="*/ 326 h 688"/>
                  <a:gd name="T10" fmla="*/ 38 w 304"/>
                  <a:gd name="T11" fmla="*/ 418 h 688"/>
                  <a:gd name="T12" fmla="*/ 52 w 304"/>
                  <a:gd name="T13" fmla="*/ 462 h 688"/>
                  <a:gd name="T14" fmla="*/ 72 w 304"/>
                  <a:gd name="T15" fmla="*/ 506 h 688"/>
                  <a:gd name="T16" fmla="*/ 96 w 304"/>
                  <a:gd name="T17" fmla="*/ 546 h 688"/>
                  <a:gd name="T18" fmla="*/ 128 w 304"/>
                  <a:gd name="T19" fmla="*/ 582 h 688"/>
                  <a:gd name="T20" fmla="*/ 166 w 304"/>
                  <a:gd name="T21" fmla="*/ 616 h 688"/>
                  <a:gd name="T22" fmla="*/ 210 w 304"/>
                  <a:gd name="T23" fmla="*/ 644 h 688"/>
                  <a:gd name="T24" fmla="*/ 222 w 304"/>
                  <a:gd name="T25" fmla="*/ 652 h 688"/>
                  <a:gd name="T26" fmla="*/ 244 w 304"/>
                  <a:gd name="T27" fmla="*/ 660 h 688"/>
                  <a:gd name="T28" fmla="*/ 260 w 304"/>
                  <a:gd name="T29" fmla="*/ 662 h 688"/>
                  <a:gd name="T30" fmla="*/ 268 w 304"/>
                  <a:gd name="T31" fmla="*/ 658 h 688"/>
                  <a:gd name="T32" fmla="*/ 268 w 304"/>
                  <a:gd name="T33" fmla="*/ 654 h 688"/>
                  <a:gd name="T34" fmla="*/ 270 w 304"/>
                  <a:gd name="T35" fmla="*/ 664 h 688"/>
                  <a:gd name="T36" fmla="*/ 278 w 304"/>
                  <a:gd name="T37" fmla="*/ 668 h 688"/>
                  <a:gd name="T38" fmla="*/ 300 w 304"/>
                  <a:gd name="T39" fmla="*/ 662 h 688"/>
                  <a:gd name="T40" fmla="*/ 304 w 304"/>
                  <a:gd name="T41" fmla="*/ 662 h 688"/>
                  <a:gd name="T42" fmla="*/ 296 w 304"/>
                  <a:gd name="T43" fmla="*/ 672 h 688"/>
                  <a:gd name="T44" fmla="*/ 280 w 304"/>
                  <a:gd name="T45" fmla="*/ 686 h 688"/>
                  <a:gd name="T46" fmla="*/ 252 w 304"/>
                  <a:gd name="T47" fmla="*/ 686 h 688"/>
                  <a:gd name="T48" fmla="*/ 220 w 304"/>
                  <a:gd name="T49" fmla="*/ 678 h 688"/>
                  <a:gd name="T50" fmla="*/ 180 w 304"/>
                  <a:gd name="T51" fmla="*/ 660 h 688"/>
                  <a:gd name="T52" fmla="*/ 168 w 304"/>
                  <a:gd name="T53" fmla="*/ 652 h 688"/>
                  <a:gd name="T54" fmla="*/ 132 w 304"/>
                  <a:gd name="T55" fmla="*/ 622 h 688"/>
                  <a:gd name="T56" fmla="*/ 92 w 304"/>
                  <a:gd name="T57" fmla="*/ 576 h 688"/>
                  <a:gd name="T58" fmla="*/ 52 w 304"/>
                  <a:gd name="T59" fmla="*/ 514 h 688"/>
                  <a:gd name="T60" fmla="*/ 20 w 304"/>
                  <a:gd name="T61" fmla="*/ 434 h 688"/>
                  <a:gd name="T62" fmla="*/ 8 w 304"/>
                  <a:gd name="T63" fmla="*/ 386 h 688"/>
                  <a:gd name="T64" fmla="*/ 0 w 304"/>
                  <a:gd name="T65" fmla="*/ 334 h 688"/>
                  <a:gd name="T66" fmla="*/ 0 w 304"/>
                  <a:gd name="T67" fmla="*/ 278 h 688"/>
                  <a:gd name="T68" fmla="*/ 4 w 304"/>
                  <a:gd name="T69" fmla="*/ 216 h 688"/>
                  <a:gd name="T70" fmla="*/ 14 w 304"/>
                  <a:gd name="T71" fmla="*/ 150 h 688"/>
                  <a:gd name="T72" fmla="*/ 34 w 304"/>
                  <a:gd name="T73" fmla="*/ 78 h 688"/>
                  <a:gd name="T74" fmla="*/ 60 w 304"/>
                  <a:gd name="T75" fmla="*/ 0 h 68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04" h="688">
                    <a:moveTo>
                      <a:pt x="60" y="0"/>
                    </a:moveTo>
                    <a:lnTo>
                      <a:pt x="60" y="0"/>
                    </a:lnTo>
                    <a:lnTo>
                      <a:pt x="52" y="30"/>
                    </a:lnTo>
                    <a:lnTo>
                      <a:pt x="42" y="64"/>
                    </a:lnTo>
                    <a:lnTo>
                      <a:pt x="34" y="102"/>
                    </a:lnTo>
                    <a:lnTo>
                      <a:pt x="28" y="144"/>
                    </a:lnTo>
                    <a:lnTo>
                      <a:pt x="22" y="188"/>
                    </a:lnTo>
                    <a:lnTo>
                      <a:pt x="20" y="232"/>
                    </a:lnTo>
                    <a:lnTo>
                      <a:pt x="18" y="278"/>
                    </a:lnTo>
                    <a:lnTo>
                      <a:pt x="22" y="326"/>
                    </a:lnTo>
                    <a:lnTo>
                      <a:pt x="28" y="372"/>
                    </a:lnTo>
                    <a:lnTo>
                      <a:pt x="38" y="418"/>
                    </a:lnTo>
                    <a:lnTo>
                      <a:pt x="44" y="440"/>
                    </a:lnTo>
                    <a:lnTo>
                      <a:pt x="52" y="462"/>
                    </a:lnTo>
                    <a:lnTo>
                      <a:pt x="62" y="484"/>
                    </a:lnTo>
                    <a:lnTo>
                      <a:pt x="72" y="506"/>
                    </a:lnTo>
                    <a:lnTo>
                      <a:pt x="84" y="526"/>
                    </a:lnTo>
                    <a:lnTo>
                      <a:pt x="96" y="546"/>
                    </a:lnTo>
                    <a:lnTo>
                      <a:pt x="112" y="564"/>
                    </a:lnTo>
                    <a:lnTo>
                      <a:pt x="128" y="582"/>
                    </a:lnTo>
                    <a:lnTo>
                      <a:pt x="146" y="600"/>
                    </a:lnTo>
                    <a:lnTo>
                      <a:pt x="166" y="616"/>
                    </a:lnTo>
                    <a:lnTo>
                      <a:pt x="186" y="630"/>
                    </a:lnTo>
                    <a:lnTo>
                      <a:pt x="210" y="644"/>
                    </a:lnTo>
                    <a:lnTo>
                      <a:pt x="222" y="652"/>
                    </a:lnTo>
                    <a:lnTo>
                      <a:pt x="234" y="656"/>
                    </a:lnTo>
                    <a:lnTo>
                      <a:pt x="244" y="660"/>
                    </a:lnTo>
                    <a:lnTo>
                      <a:pt x="252" y="662"/>
                    </a:lnTo>
                    <a:lnTo>
                      <a:pt x="260" y="662"/>
                    </a:lnTo>
                    <a:lnTo>
                      <a:pt x="266" y="660"/>
                    </a:lnTo>
                    <a:lnTo>
                      <a:pt x="268" y="658"/>
                    </a:lnTo>
                    <a:lnTo>
                      <a:pt x="268" y="654"/>
                    </a:lnTo>
                    <a:lnTo>
                      <a:pt x="268" y="660"/>
                    </a:lnTo>
                    <a:lnTo>
                      <a:pt x="270" y="664"/>
                    </a:lnTo>
                    <a:lnTo>
                      <a:pt x="274" y="666"/>
                    </a:lnTo>
                    <a:lnTo>
                      <a:pt x="278" y="668"/>
                    </a:lnTo>
                    <a:lnTo>
                      <a:pt x="290" y="666"/>
                    </a:lnTo>
                    <a:lnTo>
                      <a:pt x="300" y="662"/>
                    </a:lnTo>
                    <a:lnTo>
                      <a:pt x="304" y="662"/>
                    </a:lnTo>
                    <a:lnTo>
                      <a:pt x="304" y="664"/>
                    </a:lnTo>
                    <a:lnTo>
                      <a:pt x="296" y="672"/>
                    </a:lnTo>
                    <a:lnTo>
                      <a:pt x="280" y="686"/>
                    </a:lnTo>
                    <a:lnTo>
                      <a:pt x="274" y="688"/>
                    </a:lnTo>
                    <a:lnTo>
                      <a:pt x="252" y="686"/>
                    </a:lnTo>
                    <a:lnTo>
                      <a:pt x="238" y="684"/>
                    </a:lnTo>
                    <a:lnTo>
                      <a:pt x="220" y="678"/>
                    </a:lnTo>
                    <a:lnTo>
                      <a:pt x="202" y="672"/>
                    </a:lnTo>
                    <a:lnTo>
                      <a:pt x="180" y="660"/>
                    </a:lnTo>
                    <a:lnTo>
                      <a:pt x="168" y="652"/>
                    </a:lnTo>
                    <a:lnTo>
                      <a:pt x="152" y="638"/>
                    </a:lnTo>
                    <a:lnTo>
                      <a:pt x="132" y="622"/>
                    </a:lnTo>
                    <a:lnTo>
                      <a:pt x="112" y="602"/>
                    </a:lnTo>
                    <a:lnTo>
                      <a:pt x="92" y="576"/>
                    </a:lnTo>
                    <a:lnTo>
                      <a:pt x="70" y="548"/>
                    </a:lnTo>
                    <a:lnTo>
                      <a:pt x="52" y="514"/>
                    </a:lnTo>
                    <a:lnTo>
                      <a:pt x="34" y="476"/>
                    </a:lnTo>
                    <a:lnTo>
                      <a:pt x="20" y="434"/>
                    </a:lnTo>
                    <a:lnTo>
                      <a:pt x="12" y="410"/>
                    </a:lnTo>
                    <a:lnTo>
                      <a:pt x="8" y="386"/>
                    </a:lnTo>
                    <a:lnTo>
                      <a:pt x="4" y="362"/>
                    </a:lnTo>
                    <a:lnTo>
                      <a:pt x="0" y="334"/>
                    </a:lnTo>
                    <a:lnTo>
                      <a:pt x="0" y="308"/>
                    </a:lnTo>
                    <a:lnTo>
                      <a:pt x="0" y="278"/>
                    </a:lnTo>
                    <a:lnTo>
                      <a:pt x="0" y="248"/>
                    </a:lnTo>
                    <a:lnTo>
                      <a:pt x="4" y="216"/>
                    </a:lnTo>
                    <a:lnTo>
                      <a:pt x="8" y="184"/>
                    </a:lnTo>
                    <a:lnTo>
                      <a:pt x="14" y="150"/>
                    </a:lnTo>
                    <a:lnTo>
                      <a:pt x="22" y="114"/>
                    </a:lnTo>
                    <a:lnTo>
                      <a:pt x="34" y="78"/>
                    </a:lnTo>
                    <a:lnTo>
                      <a:pt x="46" y="40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CD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4" name="Freeform 2516">
                <a:extLst>
                  <a:ext uri="{FF2B5EF4-FFF2-40B4-BE49-F238E27FC236}">
                    <a16:creationId xmlns:a16="http://schemas.microsoft.com/office/drawing/2014/main" id="{945AABCF-75FB-40CA-87E6-9B7E8FBA8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36"/>
                <a:ext cx="136" cy="436"/>
              </a:xfrm>
              <a:custGeom>
                <a:avLst/>
                <a:gdLst>
                  <a:gd name="T0" fmla="*/ 0 w 136"/>
                  <a:gd name="T1" fmla="*/ 436 h 436"/>
                  <a:gd name="T2" fmla="*/ 0 w 136"/>
                  <a:gd name="T3" fmla="*/ 436 h 436"/>
                  <a:gd name="T4" fmla="*/ 6 w 136"/>
                  <a:gd name="T5" fmla="*/ 402 h 436"/>
                  <a:gd name="T6" fmla="*/ 14 w 136"/>
                  <a:gd name="T7" fmla="*/ 366 h 436"/>
                  <a:gd name="T8" fmla="*/ 30 w 136"/>
                  <a:gd name="T9" fmla="*/ 294 h 436"/>
                  <a:gd name="T10" fmla="*/ 50 w 136"/>
                  <a:gd name="T11" fmla="*/ 226 h 436"/>
                  <a:gd name="T12" fmla="*/ 72 w 136"/>
                  <a:gd name="T13" fmla="*/ 162 h 436"/>
                  <a:gd name="T14" fmla="*/ 94 w 136"/>
                  <a:gd name="T15" fmla="*/ 106 h 436"/>
                  <a:gd name="T16" fmla="*/ 112 w 136"/>
                  <a:gd name="T17" fmla="*/ 58 h 436"/>
                  <a:gd name="T18" fmla="*/ 136 w 136"/>
                  <a:gd name="T19" fmla="*/ 0 h 436"/>
                  <a:gd name="T20" fmla="*/ 136 w 136"/>
                  <a:gd name="T21" fmla="*/ 0 h 436"/>
                  <a:gd name="T22" fmla="*/ 110 w 136"/>
                  <a:gd name="T23" fmla="*/ 76 h 436"/>
                  <a:gd name="T24" fmla="*/ 70 w 136"/>
                  <a:gd name="T25" fmla="*/ 194 h 436"/>
                  <a:gd name="T26" fmla="*/ 30 w 136"/>
                  <a:gd name="T27" fmla="*/ 324 h 436"/>
                  <a:gd name="T28" fmla="*/ 14 w 136"/>
                  <a:gd name="T29" fmla="*/ 384 h 436"/>
                  <a:gd name="T30" fmla="*/ 0 w 136"/>
                  <a:gd name="T31" fmla="*/ 436 h 436"/>
                  <a:gd name="T32" fmla="*/ 0 w 136"/>
                  <a:gd name="T33" fmla="*/ 436 h 4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6" h="436">
                    <a:moveTo>
                      <a:pt x="0" y="436"/>
                    </a:moveTo>
                    <a:lnTo>
                      <a:pt x="0" y="436"/>
                    </a:lnTo>
                    <a:lnTo>
                      <a:pt x="6" y="402"/>
                    </a:lnTo>
                    <a:lnTo>
                      <a:pt x="14" y="366"/>
                    </a:lnTo>
                    <a:lnTo>
                      <a:pt x="30" y="294"/>
                    </a:lnTo>
                    <a:lnTo>
                      <a:pt x="50" y="226"/>
                    </a:lnTo>
                    <a:lnTo>
                      <a:pt x="72" y="162"/>
                    </a:lnTo>
                    <a:lnTo>
                      <a:pt x="94" y="106"/>
                    </a:lnTo>
                    <a:lnTo>
                      <a:pt x="112" y="58"/>
                    </a:lnTo>
                    <a:lnTo>
                      <a:pt x="136" y="0"/>
                    </a:lnTo>
                    <a:lnTo>
                      <a:pt x="110" y="76"/>
                    </a:lnTo>
                    <a:lnTo>
                      <a:pt x="70" y="194"/>
                    </a:lnTo>
                    <a:lnTo>
                      <a:pt x="30" y="324"/>
                    </a:lnTo>
                    <a:lnTo>
                      <a:pt x="14" y="384"/>
                    </a:lnTo>
                    <a:lnTo>
                      <a:pt x="0" y="4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5" name="Freeform 2517">
                <a:extLst>
                  <a:ext uri="{FF2B5EF4-FFF2-40B4-BE49-F238E27FC236}">
                    <a16:creationId xmlns:a16="http://schemas.microsoft.com/office/drawing/2014/main" id="{543693FD-3959-42F0-BA3A-13CD518B9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540"/>
                <a:ext cx="310" cy="426"/>
              </a:xfrm>
              <a:custGeom>
                <a:avLst/>
                <a:gdLst>
                  <a:gd name="T0" fmla="*/ 310 w 310"/>
                  <a:gd name="T1" fmla="*/ 0 h 426"/>
                  <a:gd name="T2" fmla="*/ 310 w 310"/>
                  <a:gd name="T3" fmla="*/ 0 h 426"/>
                  <a:gd name="T4" fmla="*/ 306 w 310"/>
                  <a:gd name="T5" fmla="*/ 32 h 426"/>
                  <a:gd name="T6" fmla="*/ 300 w 310"/>
                  <a:gd name="T7" fmla="*/ 80 h 426"/>
                  <a:gd name="T8" fmla="*/ 294 w 310"/>
                  <a:gd name="T9" fmla="*/ 108 h 426"/>
                  <a:gd name="T10" fmla="*/ 284 w 310"/>
                  <a:gd name="T11" fmla="*/ 138 h 426"/>
                  <a:gd name="T12" fmla="*/ 274 w 310"/>
                  <a:gd name="T13" fmla="*/ 170 h 426"/>
                  <a:gd name="T14" fmla="*/ 260 w 310"/>
                  <a:gd name="T15" fmla="*/ 204 h 426"/>
                  <a:gd name="T16" fmla="*/ 244 w 310"/>
                  <a:gd name="T17" fmla="*/ 236 h 426"/>
                  <a:gd name="T18" fmla="*/ 222 w 310"/>
                  <a:gd name="T19" fmla="*/ 268 h 426"/>
                  <a:gd name="T20" fmla="*/ 198 w 310"/>
                  <a:gd name="T21" fmla="*/ 300 h 426"/>
                  <a:gd name="T22" fmla="*/ 168 w 310"/>
                  <a:gd name="T23" fmla="*/ 332 h 426"/>
                  <a:gd name="T24" fmla="*/ 152 w 310"/>
                  <a:gd name="T25" fmla="*/ 346 h 426"/>
                  <a:gd name="T26" fmla="*/ 134 w 310"/>
                  <a:gd name="T27" fmla="*/ 360 h 426"/>
                  <a:gd name="T28" fmla="*/ 116 w 310"/>
                  <a:gd name="T29" fmla="*/ 372 h 426"/>
                  <a:gd name="T30" fmla="*/ 96 w 310"/>
                  <a:gd name="T31" fmla="*/ 384 h 426"/>
                  <a:gd name="T32" fmla="*/ 74 w 310"/>
                  <a:gd name="T33" fmla="*/ 396 h 426"/>
                  <a:gd name="T34" fmla="*/ 50 w 310"/>
                  <a:gd name="T35" fmla="*/ 408 h 426"/>
                  <a:gd name="T36" fmla="*/ 26 w 310"/>
                  <a:gd name="T37" fmla="*/ 416 h 426"/>
                  <a:gd name="T38" fmla="*/ 0 w 310"/>
                  <a:gd name="T39" fmla="*/ 426 h 426"/>
                  <a:gd name="T40" fmla="*/ 0 w 310"/>
                  <a:gd name="T41" fmla="*/ 426 h 426"/>
                  <a:gd name="T42" fmla="*/ 48 w 310"/>
                  <a:gd name="T43" fmla="*/ 410 h 426"/>
                  <a:gd name="T44" fmla="*/ 74 w 310"/>
                  <a:gd name="T45" fmla="*/ 400 h 426"/>
                  <a:gd name="T46" fmla="*/ 100 w 310"/>
                  <a:gd name="T47" fmla="*/ 390 h 426"/>
                  <a:gd name="T48" fmla="*/ 126 w 310"/>
                  <a:gd name="T49" fmla="*/ 376 h 426"/>
                  <a:gd name="T50" fmla="*/ 152 w 310"/>
                  <a:gd name="T51" fmla="*/ 360 h 426"/>
                  <a:gd name="T52" fmla="*/ 176 w 310"/>
                  <a:gd name="T53" fmla="*/ 340 h 426"/>
                  <a:gd name="T54" fmla="*/ 200 w 310"/>
                  <a:gd name="T55" fmla="*/ 318 h 426"/>
                  <a:gd name="T56" fmla="*/ 222 w 310"/>
                  <a:gd name="T57" fmla="*/ 294 h 426"/>
                  <a:gd name="T58" fmla="*/ 242 w 310"/>
                  <a:gd name="T59" fmla="*/ 264 h 426"/>
                  <a:gd name="T60" fmla="*/ 262 w 310"/>
                  <a:gd name="T61" fmla="*/ 232 h 426"/>
                  <a:gd name="T62" fmla="*/ 278 w 310"/>
                  <a:gd name="T63" fmla="*/ 196 h 426"/>
                  <a:gd name="T64" fmla="*/ 290 w 310"/>
                  <a:gd name="T65" fmla="*/ 154 h 426"/>
                  <a:gd name="T66" fmla="*/ 300 w 310"/>
                  <a:gd name="T67" fmla="*/ 108 h 426"/>
                  <a:gd name="T68" fmla="*/ 308 w 310"/>
                  <a:gd name="T69" fmla="*/ 56 h 426"/>
                  <a:gd name="T70" fmla="*/ 310 w 310"/>
                  <a:gd name="T71" fmla="*/ 0 h 426"/>
                  <a:gd name="T72" fmla="*/ 310 w 310"/>
                  <a:gd name="T73" fmla="*/ 0 h 4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10" h="426">
                    <a:moveTo>
                      <a:pt x="310" y="0"/>
                    </a:moveTo>
                    <a:lnTo>
                      <a:pt x="310" y="0"/>
                    </a:lnTo>
                    <a:lnTo>
                      <a:pt x="306" y="32"/>
                    </a:lnTo>
                    <a:lnTo>
                      <a:pt x="300" y="80"/>
                    </a:lnTo>
                    <a:lnTo>
                      <a:pt x="294" y="108"/>
                    </a:lnTo>
                    <a:lnTo>
                      <a:pt x="284" y="138"/>
                    </a:lnTo>
                    <a:lnTo>
                      <a:pt x="274" y="170"/>
                    </a:lnTo>
                    <a:lnTo>
                      <a:pt x="260" y="204"/>
                    </a:lnTo>
                    <a:lnTo>
                      <a:pt x="244" y="236"/>
                    </a:lnTo>
                    <a:lnTo>
                      <a:pt x="222" y="268"/>
                    </a:lnTo>
                    <a:lnTo>
                      <a:pt x="198" y="300"/>
                    </a:lnTo>
                    <a:lnTo>
                      <a:pt x="168" y="332"/>
                    </a:lnTo>
                    <a:lnTo>
                      <a:pt x="152" y="346"/>
                    </a:lnTo>
                    <a:lnTo>
                      <a:pt x="134" y="360"/>
                    </a:lnTo>
                    <a:lnTo>
                      <a:pt x="116" y="372"/>
                    </a:lnTo>
                    <a:lnTo>
                      <a:pt x="96" y="384"/>
                    </a:lnTo>
                    <a:lnTo>
                      <a:pt x="74" y="396"/>
                    </a:lnTo>
                    <a:lnTo>
                      <a:pt x="50" y="408"/>
                    </a:lnTo>
                    <a:lnTo>
                      <a:pt x="26" y="416"/>
                    </a:lnTo>
                    <a:lnTo>
                      <a:pt x="0" y="426"/>
                    </a:lnTo>
                    <a:lnTo>
                      <a:pt x="48" y="410"/>
                    </a:lnTo>
                    <a:lnTo>
                      <a:pt x="74" y="400"/>
                    </a:lnTo>
                    <a:lnTo>
                      <a:pt x="100" y="390"/>
                    </a:lnTo>
                    <a:lnTo>
                      <a:pt x="126" y="376"/>
                    </a:lnTo>
                    <a:lnTo>
                      <a:pt x="152" y="360"/>
                    </a:lnTo>
                    <a:lnTo>
                      <a:pt x="176" y="340"/>
                    </a:lnTo>
                    <a:lnTo>
                      <a:pt x="200" y="318"/>
                    </a:lnTo>
                    <a:lnTo>
                      <a:pt x="222" y="294"/>
                    </a:lnTo>
                    <a:lnTo>
                      <a:pt x="242" y="264"/>
                    </a:lnTo>
                    <a:lnTo>
                      <a:pt x="262" y="232"/>
                    </a:lnTo>
                    <a:lnTo>
                      <a:pt x="278" y="196"/>
                    </a:lnTo>
                    <a:lnTo>
                      <a:pt x="290" y="154"/>
                    </a:lnTo>
                    <a:lnTo>
                      <a:pt x="300" y="108"/>
                    </a:lnTo>
                    <a:lnTo>
                      <a:pt x="308" y="56"/>
                    </a:lnTo>
                    <a:lnTo>
                      <a:pt x="3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6" name="Freeform 2518">
                <a:extLst>
                  <a:ext uri="{FF2B5EF4-FFF2-40B4-BE49-F238E27FC236}">
                    <a16:creationId xmlns:a16="http://schemas.microsoft.com/office/drawing/2014/main" id="{11DF6690-C16B-46EC-A5F0-1A64B16AA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610"/>
                <a:ext cx="270" cy="270"/>
              </a:xfrm>
              <a:custGeom>
                <a:avLst/>
                <a:gdLst>
                  <a:gd name="T0" fmla="*/ 270 w 270"/>
                  <a:gd name="T1" fmla="*/ 0 h 270"/>
                  <a:gd name="T2" fmla="*/ 270 w 270"/>
                  <a:gd name="T3" fmla="*/ 0 h 270"/>
                  <a:gd name="T4" fmla="*/ 264 w 270"/>
                  <a:gd name="T5" fmla="*/ 28 h 270"/>
                  <a:gd name="T6" fmla="*/ 250 w 270"/>
                  <a:gd name="T7" fmla="*/ 66 h 270"/>
                  <a:gd name="T8" fmla="*/ 242 w 270"/>
                  <a:gd name="T9" fmla="*/ 86 h 270"/>
                  <a:gd name="T10" fmla="*/ 232 w 270"/>
                  <a:gd name="T11" fmla="*/ 108 h 270"/>
                  <a:gd name="T12" fmla="*/ 218 w 270"/>
                  <a:gd name="T13" fmla="*/ 132 h 270"/>
                  <a:gd name="T14" fmla="*/ 204 w 270"/>
                  <a:gd name="T15" fmla="*/ 154 h 270"/>
                  <a:gd name="T16" fmla="*/ 186 w 270"/>
                  <a:gd name="T17" fmla="*/ 176 h 270"/>
                  <a:gd name="T18" fmla="*/ 168 w 270"/>
                  <a:gd name="T19" fmla="*/ 198 h 270"/>
                  <a:gd name="T20" fmla="*/ 146 w 270"/>
                  <a:gd name="T21" fmla="*/ 216 h 270"/>
                  <a:gd name="T22" fmla="*/ 122 w 270"/>
                  <a:gd name="T23" fmla="*/ 234 h 270"/>
                  <a:gd name="T24" fmla="*/ 96 w 270"/>
                  <a:gd name="T25" fmla="*/ 248 h 270"/>
                  <a:gd name="T26" fmla="*/ 66 w 270"/>
                  <a:gd name="T27" fmla="*/ 258 h 270"/>
                  <a:gd name="T28" fmla="*/ 36 w 270"/>
                  <a:gd name="T29" fmla="*/ 266 h 270"/>
                  <a:gd name="T30" fmla="*/ 18 w 270"/>
                  <a:gd name="T31" fmla="*/ 268 h 270"/>
                  <a:gd name="T32" fmla="*/ 0 w 270"/>
                  <a:gd name="T33" fmla="*/ 270 h 270"/>
                  <a:gd name="T34" fmla="*/ 0 w 270"/>
                  <a:gd name="T35" fmla="*/ 270 h 270"/>
                  <a:gd name="T36" fmla="*/ 38 w 270"/>
                  <a:gd name="T37" fmla="*/ 270 h 270"/>
                  <a:gd name="T38" fmla="*/ 58 w 270"/>
                  <a:gd name="T39" fmla="*/ 268 h 270"/>
                  <a:gd name="T40" fmla="*/ 78 w 270"/>
                  <a:gd name="T41" fmla="*/ 264 h 270"/>
                  <a:gd name="T42" fmla="*/ 98 w 270"/>
                  <a:gd name="T43" fmla="*/ 260 h 270"/>
                  <a:gd name="T44" fmla="*/ 118 w 270"/>
                  <a:gd name="T45" fmla="*/ 252 h 270"/>
                  <a:gd name="T46" fmla="*/ 138 w 270"/>
                  <a:gd name="T47" fmla="*/ 242 h 270"/>
                  <a:gd name="T48" fmla="*/ 156 w 270"/>
                  <a:gd name="T49" fmla="*/ 230 h 270"/>
                  <a:gd name="T50" fmla="*/ 176 w 270"/>
                  <a:gd name="T51" fmla="*/ 214 h 270"/>
                  <a:gd name="T52" fmla="*/ 194 w 270"/>
                  <a:gd name="T53" fmla="*/ 196 h 270"/>
                  <a:gd name="T54" fmla="*/ 210 w 270"/>
                  <a:gd name="T55" fmla="*/ 174 h 270"/>
                  <a:gd name="T56" fmla="*/ 226 w 270"/>
                  <a:gd name="T57" fmla="*/ 148 h 270"/>
                  <a:gd name="T58" fmla="*/ 240 w 270"/>
                  <a:gd name="T59" fmla="*/ 118 h 270"/>
                  <a:gd name="T60" fmla="*/ 252 w 270"/>
                  <a:gd name="T61" fmla="*/ 84 h 270"/>
                  <a:gd name="T62" fmla="*/ 262 w 270"/>
                  <a:gd name="T63" fmla="*/ 44 h 270"/>
                  <a:gd name="T64" fmla="*/ 270 w 270"/>
                  <a:gd name="T65" fmla="*/ 0 h 270"/>
                  <a:gd name="T66" fmla="*/ 270 w 270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0" h="270">
                    <a:moveTo>
                      <a:pt x="270" y="0"/>
                    </a:moveTo>
                    <a:lnTo>
                      <a:pt x="270" y="0"/>
                    </a:lnTo>
                    <a:lnTo>
                      <a:pt x="264" y="28"/>
                    </a:lnTo>
                    <a:lnTo>
                      <a:pt x="250" y="66"/>
                    </a:lnTo>
                    <a:lnTo>
                      <a:pt x="242" y="86"/>
                    </a:lnTo>
                    <a:lnTo>
                      <a:pt x="232" y="108"/>
                    </a:lnTo>
                    <a:lnTo>
                      <a:pt x="218" y="132"/>
                    </a:lnTo>
                    <a:lnTo>
                      <a:pt x="204" y="154"/>
                    </a:lnTo>
                    <a:lnTo>
                      <a:pt x="186" y="176"/>
                    </a:lnTo>
                    <a:lnTo>
                      <a:pt x="168" y="198"/>
                    </a:lnTo>
                    <a:lnTo>
                      <a:pt x="146" y="216"/>
                    </a:lnTo>
                    <a:lnTo>
                      <a:pt x="122" y="234"/>
                    </a:lnTo>
                    <a:lnTo>
                      <a:pt x="96" y="248"/>
                    </a:lnTo>
                    <a:lnTo>
                      <a:pt x="66" y="258"/>
                    </a:lnTo>
                    <a:lnTo>
                      <a:pt x="36" y="266"/>
                    </a:lnTo>
                    <a:lnTo>
                      <a:pt x="18" y="268"/>
                    </a:lnTo>
                    <a:lnTo>
                      <a:pt x="0" y="270"/>
                    </a:lnTo>
                    <a:lnTo>
                      <a:pt x="38" y="270"/>
                    </a:lnTo>
                    <a:lnTo>
                      <a:pt x="58" y="268"/>
                    </a:lnTo>
                    <a:lnTo>
                      <a:pt x="78" y="264"/>
                    </a:lnTo>
                    <a:lnTo>
                      <a:pt x="98" y="260"/>
                    </a:lnTo>
                    <a:lnTo>
                      <a:pt x="118" y="252"/>
                    </a:lnTo>
                    <a:lnTo>
                      <a:pt x="138" y="242"/>
                    </a:lnTo>
                    <a:lnTo>
                      <a:pt x="156" y="230"/>
                    </a:lnTo>
                    <a:lnTo>
                      <a:pt x="176" y="214"/>
                    </a:lnTo>
                    <a:lnTo>
                      <a:pt x="194" y="196"/>
                    </a:lnTo>
                    <a:lnTo>
                      <a:pt x="210" y="174"/>
                    </a:lnTo>
                    <a:lnTo>
                      <a:pt x="226" y="148"/>
                    </a:lnTo>
                    <a:lnTo>
                      <a:pt x="240" y="118"/>
                    </a:lnTo>
                    <a:lnTo>
                      <a:pt x="252" y="84"/>
                    </a:lnTo>
                    <a:lnTo>
                      <a:pt x="262" y="44"/>
                    </a:lnTo>
                    <a:lnTo>
                      <a:pt x="270" y="0"/>
                    </a:lnTo>
                    <a:close/>
                  </a:path>
                </a:pathLst>
              </a:custGeom>
              <a:solidFill>
                <a:srgbClr val="A56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7" name="Freeform 2519">
                <a:extLst>
                  <a:ext uri="{FF2B5EF4-FFF2-40B4-BE49-F238E27FC236}">
                    <a16:creationId xmlns:a16="http://schemas.microsoft.com/office/drawing/2014/main" id="{9A3BD406-AC74-4B13-99E6-E052DBAC7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668"/>
                <a:ext cx="172" cy="194"/>
              </a:xfrm>
              <a:custGeom>
                <a:avLst/>
                <a:gdLst>
                  <a:gd name="T0" fmla="*/ 0 w 172"/>
                  <a:gd name="T1" fmla="*/ 194 h 194"/>
                  <a:gd name="T2" fmla="*/ 0 w 172"/>
                  <a:gd name="T3" fmla="*/ 194 h 194"/>
                  <a:gd name="T4" fmla="*/ 16 w 172"/>
                  <a:gd name="T5" fmla="*/ 188 h 194"/>
                  <a:gd name="T6" fmla="*/ 32 w 172"/>
                  <a:gd name="T7" fmla="*/ 178 h 194"/>
                  <a:gd name="T8" fmla="*/ 46 w 172"/>
                  <a:gd name="T9" fmla="*/ 168 h 194"/>
                  <a:gd name="T10" fmla="*/ 60 w 172"/>
                  <a:gd name="T11" fmla="*/ 158 h 194"/>
                  <a:gd name="T12" fmla="*/ 86 w 172"/>
                  <a:gd name="T13" fmla="*/ 134 h 194"/>
                  <a:gd name="T14" fmla="*/ 110 w 172"/>
                  <a:gd name="T15" fmla="*/ 106 h 194"/>
                  <a:gd name="T16" fmla="*/ 130 w 172"/>
                  <a:gd name="T17" fmla="*/ 78 h 194"/>
                  <a:gd name="T18" fmla="*/ 146 w 172"/>
                  <a:gd name="T19" fmla="*/ 52 h 194"/>
                  <a:gd name="T20" fmla="*/ 160 w 172"/>
                  <a:gd name="T21" fmla="*/ 24 h 194"/>
                  <a:gd name="T22" fmla="*/ 172 w 172"/>
                  <a:gd name="T23" fmla="*/ 0 h 194"/>
                  <a:gd name="T24" fmla="*/ 172 w 172"/>
                  <a:gd name="T25" fmla="*/ 0 h 194"/>
                  <a:gd name="T26" fmla="*/ 166 w 172"/>
                  <a:gd name="T27" fmla="*/ 20 h 194"/>
                  <a:gd name="T28" fmla="*/ 154 w 172"/>
                  <a:gd name="T29" fmla="*/ 46 h 194"/>
                  <a:gd name="T30" fmla="*/ 138 w 172"/>
                  <a:gd name="T31" fmla="*/ 74 h 194"/>
                  <a:gd name="T32" fmla="*/ 118 w 172"/>
                  <a:gd name="T33" fmla="*/ 104 h 194"/>
                  <a:gd name="T34" fmla="*/ 94 w 172"/>
                  <a:gd name="T35" fmla="*/ 132 h 194"/>
                  <a:gd name="T36" fmla="*/ 80 w 172"/>
                  <a:gd name="T37" fmla="*/ 146 h 194"/>
                  <a:gd name="T38" fmla="*/ 66 w 172"/>
                  <a:gd name="T39" fmla="*/ 158 h 194"/>
                  <a:gd name="T40" fmla="*/ 50 w 172"/>
                  <a:gd name="T41" fmla="*/ 170 h 194"/>
                  <a:gd name="T42" fmla="*/ 34 w 172"/>
                  <a:gd name="T43" fmla="*/ 180 h 194"/>
                  <a:gd name="T44" fmla="*/ 18 w 172"/>
                  <a:gd name="T45" fmla="*/ 188 h 194"/>
                  <a:gd name="T46" fmla="*/ 0 w 172"/>
                  <a:gd name="T47" fmla="*/ 194 h 194"/>
                  <a:gd name="T48" fmla="*/ 0 w 172"/>
                  <a:gd name="T49" fmla="*/ 194 h 19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72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16" y="188"/>
                    </a:lnTo>
                    <a:lnTo>
                      <a:pt x="32" y="178"/>
                    </a:lnTo>
                    <a:lnTo>
                      <a:pt x="46" y="168"/>
                    </a:lnTo>
                    <a:lnTo>
                      <a:pt x="60" y="158"/>
                    </a:lnTo>
                    <a:lnTo>
                      <a:pt x="86" y="134"/>
                    </a:lnTo>
                    <a:lnTo>
                      <a:pt x="110" y="106"/>
                    </a:lnTo>
                    <a:lnTo>
                      <a:pt x="130" y="78"/>
                    </a:lnTo>
                    <a:lnTo>
                      <a:pt x="146" y="52"/>
                    </a:lnTo>
                    <a:lnTo>
                      <a:pt x="160" y="24"/>
                    </a:lnTo>
                    <a:lnTo>
                      <a:pt x="172" y="0"/>
                    </a:lnTo>
                    <a:lnTo>
                      <a:pt x="166" y="20"/>
                    </a:lnTo>
                    <a:lnTo>
                      <a:pt x="154" y="46"/>
                    </a:lnTo>
                    <a:lnTo>
                      <a:pt x="138" y="74"/>
                    </a:lnTo>
                    <a:lnTo>
                      <a:pt x="118" y="104"/>
                    </a:lnTo>
                    <a:lnTo>
                      <a:pt x="94" y="132"/>
                    </a:lnTo>
                    <a:lnTo>
                      <a:pt x="80" y="146"/>
                    </a:lnTo>
                    <a:lnTo>
                      <a:pt x="66" y="158"/>
                    </a:lnTo>
                    <a:lnTo>
                      <a:pt x="50" y="170"/>
                    </a:lnTo>
                    <a:lnTo>
                      <a:pt x="34" y="180"/>
                    </a:lnTo>
                    <a:lnTo>
                      <a:pt x="18" y="188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D8B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8" name="Freeform 2520">
                <a:extLst>
                  <a:ext uri="{FF2B5EF4-FFF2-40B4-BE49-F238E27FC236}">
                    <a16:creationId xmlns:a16="http://schemas.microsoft.com/office/drawing/2014/main" id="{1CEBD91B-3239-48DC-978E-340E9977B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076"/>
                <a:ext cx="40" cy="168"/>
              </a:xfrm>
              <a:custGeom>
                <a:avLst/>
                <a:gdLst>
                  <a:gd name="T0" fmla="*/ 0 w 40"/>
                  <a:gd name="T1" fmla="*/ 0 h 168"/>
                  <a:gd name="T2" fmla="*/ 0 w 40"/>
                  <a:gd name="T3" fmla="*/ 0 h 168"/>
                  <a:gd name="T4" fmla="*/ 4 w 40"/>
                  <a:gd name="T5" fmla="*/ 24 h 168"/>
                  <a:gd name="T6" fmla="*/ 8 w 40"/>
                  <a:gd name="T7" fmla="*/ 50 h 168"/>
                  <a:gd name="T8" fmla="*/ 10 w 40"/>
                  <a:gd name="T9" fmla="*/ 92 h 168"/>
                  <a:gd name="T10" fmla="*/ 10 w 40"/>
                  <a:gd name="T11" fmla="*/ 92 h 168"/>
                  <a:gd name="T12" fmla="*/ 12 w 40"/>
                  <a:gd name="T13" fmla="*/ 106 h 168"/>
                  <a:gd name="T14" fmla="*/ 18 w 40"/>
                  <a:gd name="T15" fmla="*/ 122 h 168"/>
                  <a:gd name="T16" fmla="*/ 28 w 40"/>
                  <a:gd name="T17" fmla="*/ 142 h 168"/>
                  <a:gd name="T18" fmla="*/ 40 w 40"/>
                  <a:gd name="T19" fmla="*/ 168 h 168"/>
                  <a:gd name="T20" fmla="*/ 40 w 40"/>
                  <a:gd name="T21" fmla="*/ 168 h 168"/>
                  <a:gd name="T22" fmla="*/ 40 w 40"/>
                  <a:gd name="T23" fmla="*/ 150 h 168"/>
                  <a:gd name="T24" fmla="*/ 38 w 40"/>
                  <a:gd name="T25" fmla="*/ 138 h 168"/>
                  <a:gd name="T26" fmla="*/ 36 w 40"/>
                  <a:gd name="T27" fmla="*/ 128 h 168"/>
                  <a:gd name="T28" fmla="*/ 34 w 40"/>
                  <a:gd name="T29" fmla="*/ 118 h 168"/>
                  <a:gd name="T30" fmla="*/ 26 w 40"/>
                  <a:gd name="T31" fmla="*/ 104 h 168"/>
                  <a:gd name="T32" fmla="*/ 24 w 40"/>
                  <a:gd name="T33" fmla="*/ 96 h 168"/>
                  <a:gd name="T34" fmla="*/ 24 w 40"/>
                  <a:gd name="T35" fmla="*/ 86 h 168"/>
                  <a:gd name="T36" fmla="*/ 24 w 40"/>
                  <a:gd name="T37" fmla="*/ 86 h 168"/>
                  <a:gd name="T38" fmla="*/ 22 w 40"/>
                  <a:gd name="T39" fmla="*/ 76 h 168"/>
                  <a:gd name="T40" fmla="*/ 20 w 40"/>
                  <a:gd name="T41" fmla="*/ 62 h 168"/>
                  <a:gd name="T42" fmla="*/ 12 w 40"/>
                  <a:gd name="T43" fmla="*/ 38 h 168"/>
                  <a:gd name="T44" fmla="*/ 0 w 40"/>
                  <a:gd name="T45" fmla="*/ 0 h 168"/>
                  <a:gd name="T46" fmla="*/ 0 w 40"/>
                  <a:gd name="T47" fmla="*/ 0 h 16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" h="168">
                    <a:moveTo>
                      <a:pt x="0" y="0"/>
                    </a:moveTo>
                    <a:lnTo>
                      <a:pt x="0" y="0"/>
                    </a:lnTo>
                    <a:lnTo>
                      <a:pt x="4" y="24"/>
                    </a:lnTo>
                    <a:lnTo>
                      <a:pt x="8" y="50"/>
                    </a:lnTo>
                    <a:lnTo>
                      <a:pt x="10" y="92"/>
                    </a:lnTo>
                    <a:lnTo>
                      <a:pt x="12" y="106"/>
                    </a:lnTo>
                    <a:lnTo>
                      <a:pt x="18" y="122"/>
                    </a:lnTo>
                    <a:lnTo>
                      <a:pt x="28" y="142"/>
                    </a:lnTo>
                    <a:lnTo>
                      <a:pt x="40" y="168"/>
                    </a:lnTo>
                    <a:lnTo>
                      <a:pt x="40" y="150"/>
                    </a:lnTo>
                    <a:lnTo>
                      <a:pt x="38" y="138"/>
                    </a:lnTo>
                    <a:lnTo>
                      <a:pt x="36" y="128"/>
                    </a:lnTo>
                    <a:lnTo>
                      <a:pt x="34" y="118"/>
                    </a:lnTo>
                    <a:lnTo>
                      <a:pt x="26" y="104"/>
                    </a:lnTo>
                    <a:lnTo>
                      <a:pt x="24" y="96"/>
                    </a:lnTo>
                    <a:lnTo>
                      <a:pt x="24" y="86"/>
                    </a:lnTo>
                    <a:lnTo>
                      <a:pt x="22" y="76"/>
                    </a:lnTo>
                    <a:lnTo>
                      <a:pt x="20" y="62"/>
                    </a:lnTo>
                    <a:lnTo>
                      <a:pt x="12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6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9" name="Freeform 2521">
                <a:extLst>
                  <a:ext uri="{FF2B5EF4-FFF2-40B4-BE49-F238E27FC236}">
                    <a16:creationId xmlns:a16="http://schemas.microsoft.com/office/drawing/2014/main" id="{83B6CE6D-C5C5-4E2B-9CC9-E0A9BFEB2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144"/>
                <a:ext cx="74" cy="524"/>
              </a:xfrm>
              <a:custGeom>
                <a:avLst/>
                <a:gdLst>
                  <a:gd name="T0" fmla="*/ 74 w 74"/>
                  <a:gd name="T1" fmla="*/ 0 h 524"/>
                  <a:gd name="T2" fmla="*/ 74 w 74"/>
                  <a:gd name="T3" fmla="*/ 0 h 524"/>
                  <a:gd name="T4" fmla="*/ 64 w 74"/>
                  <a:gd name="T5" fmla="*/ 30 h 524"/>
                  <a:gd name="T6" fmla="*/ 50 w 74"/>
                  <a:gd name="T7" fmla="*/ 78 h 524"/>
                  <a:gd name="T8" fmla="*/ 36 w 74"/>
                  <a:gd name="T9" fmla="*/ 136 h 524"/>
                  <a:gd name="T10" fmla="*/ 30 w 74"/>
                  <a:gd name="T11" fmla="*/ 170 h 524"/>
                  <a:gd name="T12" fmla="*/ 24 w 74"/>
                  <a:gd name="T13" fmla="*/ 206 h 524"/>
                  <a:gd name="T14" fmla="*/ 20 w 74"/>
                  <a:gd name="T15" fmla="*/ 244 h 524"/>
                  <a:gd name="T16" fmla="*/ 16 w 74"/>
                  <a:gd name="T17" fmla="*/ 284 h 524"/>
                  <a:gd name="T18" fmla="*/ 16 w 74"/>
                  <a:gd name="T19" fmla="*/ 324 h 524"/>
                  <a:gd name="T20" fmla="*/ 18 w 74"/>
                  <a:gd name="T21" fmla="*/ 364 h 524"/>
                  <a:gd name="T22" fmla="*/ 22 w 74"/>
                  <a:gd name="T23" fmla="*/ 404 h 524"/>
                  <a:gd name="T24" fmla="*/ 28 w 74"/>
                  <a:gd name="T25" fmla="*/ 446 h 524"/>
                  <a:gd name="T26" fmla="*/ 38 w 74"/>
                  <a:gd name="T27" fmla="*/ 486 h 524"/>
                  <a:gd name="T28" fmla="*/ 52 w 74"/>
                  <a:gd name="T29" fmla="*/ 524 h 524"/>
                  <a:gd name="T30" fmla="*/ 52 w 74"/>
                  <a:gd name="T31" fmla="*/ 524 h 524"/>
                  <a:gd name="T32" fmla="*/ 38 w 74"/>
                  <a:gd name="T33" fmla="*/ 496 h 524"/>
                  <a:gd name="T34" fmla="*/ 24 w 74"/>
                  <a:gd name="T35" fmla="*/ 454 h 524"/>
                  <a:gd name="T36" fmla="*/ 18 w 74"/>
                  <a:gd name="T37" fmla="*/ 430 h 524"/>
                  <a:gd name="T38" fmla="*/ 12 w 74"/>
                  <a:gd name="T39" fmla="*/ 402 h 524"/>
                  <a:gd name="T40" fmla="*/ 6 w 74"/>
                  <a:gd name="T41" fmla="*/ 372 h 524"/>
                  <a:gd name="T42" fmla="*/ 2 w 74"/>
                  <a:gd name="T43" fmla="*/ 340 h 524"/>
                  <a:gd name="T44" fmla="*/ 0 w 74"/>
                  <a:gd name="T45" fmla="*/ 306 h 524"/>
                  <a:gd name="T46" fmla="*/ 2 w 74"/>
                  <a:gd name="T47" fmla="*/ 268 h 524"/>
                  <a:gd name="T48" fmla="*/ 4 w 74"/>
                  <a:gd name="T49" fmla="*/ 228 h 524"/>
                  <a:gd name="T50" fmla="*/ 10 w 74"/>
                  <a:gd name="T51" fmla="*/ 186 h 524"/>
                  <a:gd name="T52" fmla="*/ 20 w 74"/>
                  <a:gd name="T53" fmla="*/ 142 h 524"/>
                  <a:gd name="T54" fmla="*/ 34 w 74"/>
                  <a:gd name="T55" fmla="*/ 98 h 524"/>
                  <a:gd name="T56" fmla="*/ 52 w 74"/>
                  <a:gd name="T57" fmla="*/ 50 h 524"/>
                  <a:gd name="T58" fmla="*/ 74 w 74"/>
                  <a:gd name="T59" fmla="*/ 0 h 524"/>
                  <a:gd name="T60" fmla="*/ 74 w 74"/>
                  <a:gd name="T61" fmla="*/ 0 h 52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74" h="524">
                    <a:moveTo>
                      <a:pt x="74" y="0"/>
                    </a:moveTo>
                    <a:lnTo>
                      <a:pt x="74" y="0"/>
                    </a:lnTo>
                    <a:lnTo>
                      <a:pt x="64" y="30"/>
                    </a:lnTo>
                    <a:lnTo>
                      <a:pt x="50" y="78"/>
                    </a:lnTo>
                    <a:lnTo>
                      <a:pt x="36" y="136"/>
                    </a:lnTo>
                    <a:lnTo>
                      <a:pt x="30" y="170"/>
                    </a:lnTo>
                    <a:lnTo>
                      <a:pt x="24" y="206"/>
                    </a:lnTo>
                    <a:lnTo>
                      <a:pt x="20" y="244"/>
                    </a:lnTo>
                    <a:lnTo>
                      <a:pt x="16" y="284"/>
                    </a:lnTo>
                    <a:lnTo>
                      <a:pt x="16" y="324"/>
                    </a:lnTo>
                    <a:lnTo>
                      <a:pt x="18" y="364"/>
                    </a:lnTo>
                    <a:lnTo>
                      <a:pt x="22" y="404"/>
                    </a:lnTo>
                    <a:lnTo>
                      <a:pt x="28" y="446"/>
                    </a:lnTo>
                    <a:lnTo>
                      <a:pt x="38" y="486"/>
                    </a:lnTo>
                    <a:lnTo>
                      <a:pt x="52" y="524"/>
                    </a:lnTo>
                    <a:lnTo>
                      <a:pt x="38" y="496"/>
                    </a:lnTo>
                    <a:lnTo>
                      <a:pt x="24" y="454"/>
                    </a:lnTo>
                    <a:lnTo>
                      <a:pt x="18" y="430"/>
                    </a:lnTo>
                    <a:lnTo>
                      <a:pt x="12" y="402"/>
                    </a:lnTo>
                    <a:lnTo>
                      <a:pt x="6" y="372"/>
                    </a:lnTo>
                    <a:lnTo>
                      <a:pt x="2" y="340"/>
                    </a:lnTo>
                    <a:lnTo>
                      <a:pt x="0" y="306"/>
                    </a:lnTo>
                    <a:lnTo>
                      <a:pt x="2" y="268"/>
                    </a:lnTo>
                    <a:lnTo>
                      <a:pt x="4" y="228"/>
                    </a:lnTo>
                    <a:lnTo>
                      <a:pt x="10" y="186"/>
                    </a:lnTo>
                    <a:lnTo>
                      <a:pt x="20" y="142"/>
                    </a:lnTo>
                    <a:lnTo>
                      <a:pt x="34" y="98"/>
                    </a:lnTo>
                    <a:lnTo>
                      <a:pt x="52" y="5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A56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0" name="Freeform 2522">
                <a:extLst>
                  <a:ext uri="{FF2B5EF4-FFF2-40B4-BE49-F238E27FC236}">
                    <a16:creationId xmlns:a16="http://schemas.microsoft.com/office/drawing/2014/main" id="{3A9C4407-6AC6-4479-902B-50F2397FD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178"/>
                <a:ext cx="274" cy="494"/>
              </a:xfrm>
              <a:custGeom>
                <a:avLst/>
                <a:gdLst>
                  <a:gd name="T0" fmla="*/ 274 w 274"/>
                  <a:gd name="T1" fmla="*/ 0 h 494"/>
                  <a:gd name="T2" fmla="*/ 230 w 274"/>
                  <a:gd name="T3" fmla="*/ 6 h 494"/>
                  <a:gd name="T4" fmla="*/ 186 w 274"/>
                  <a:gd name="T5" fmla="*/ 0 h 494"/>
                  <a:gd name="T6" fmla="*/ 174 w 274"/>
                  <a:gd name="T7" fmla="*/ 2 h 494"/>
                  <a:gd name="T8" fmla="*/ 158 w 274"/>
                  <a:gd name="T9" fmla="*/ 26 h 494"/>
                  <a:gd name="T10" fmla="*/ 132 w 274"/>
                  <a:gd name="T11" fmla="*/ 52 h 494"/>
                  <a:gd name="T12" fmla="*/ 102 w 274"/>
                  <a:gd name="T13" fmla="*/ 72 h 494"/>
                  <a:gd name="T14" fmla="*/ 72 w 274"/>
                  <a:gd name="T15" fmla="*/ 86 h 494"/>
                  <a:gd name="T16" fmla="*/ 72 w 274"/>
                  <a:gd name="T17" fmla="*/ 96 h 494"/>
                  <a:gd name="T18" fmla="*/ 60 w 274"/>
                  <a:gd name="T19" fmla="*/ 126 h 494"/>
                  <a:gd name="T20" fmla="*/ 40 w 274"/>
                  <a:gd name="T21" fmla="*/ 156 h 494"/>
                  <a:gd name="T22" fmla="*/ 16 w 274"/>
                  <a:gd name="T23" fmla="*/ 180 h 494"/>
                  <a:gd name="T24" fmla="*/ 4 w 274"/>
                  <a:gd name="T25" fmla="*/ 184 h 494"/>
                  <a:gd name="T26" fmla="*/ 10 w 274"/>
                  <a:gd name="T27" fmla="*/ 188 h 494"/>
                  <a:gd name="T28" fmla="*/ 18 w 274"/>
                  <a:gd name="T29" fmla="*/ 200 h 494"/>
                  <a:gd name="T30" fmla="*/ 22 w 274"/>
                  <a:gd name="T31" fmla="*/ 222 h 494"/>
                  <a:gd name="T32" fmla="*/ 18 w 274"/>
                  <a:gd name="T33" fmla="*/ 254 h 494"/>
                  <a:gd name="T34" fmla="*/ 8 w 274"/>
                  <a:gd name="T35" fmla="*/ 294 h 494"/>
                  <a:gd name="T36" fmla="*/ 14 w 274"/>
                  <a:gd name="T37" fmla="*/ 306 h 494"/>
                  <a:gd name="T38" fmla="*/ 18 w 274"/>
                  <a:gd name="T39" fmla="*/ 338 h 494"/>
                  <a:gd name="T40" fmla="*/ 14 w 274"/>
                  <a:gd name="T41" fmla="*/ 372 h 494"/>
                  <a:gd name="T42" fmla="*/ 0 w 274"/>
                  <a:gd name="T43" fmla="*/ 414 h 494"/>
                  <a:gd name="T44" fmla="*/ 10 w 274"/>
                  <a:gd name="T45" fmla="*/ 428 h 494"/>
                  <a:gd name="T46" fmla="*/ 20 w 274"/>
                  <a:gd name="T47" fmla="*/ 454 h 494"/>
                  <a:gd name="T48" fmla="*/ 20 w 274"/>
                  <a:gd name="T49" fmla="*/ 486 h 494"/>
                  <a:gd name="T50" fmla="*/ 28 w 274"/>
                  <a:gd name="T51" fmla="*/ 494 h 494"/>
                  <a:gd name="T52" fmla="*/ 28 w 274"/>
                  <a:gd name="T53" fmla="*/ 476 h 494"/>
                  <a:gd name="T54" fmla="*/ 26 w 274"/>
                  <a:gd name="T55" fmla="*/ 458 h 494"/>
                  <a:gd name="T56" fmla="*/ 22 w 274"/>
                  <a:gd name="T57" fmla="*/ 420 h 494"/>
                  <a:gd name="T58" fmla="*/ 16 w 274"/>
                  <a:gd name="T59" fmla="*/ 410 h 494"/>
                  <a:gd name="T60" fmla="*/ 24 w 274"/>
                  <a:gd name="T61" fmla="*/ 392 h 494"/>
                  <a:gd name="T62" fmla="*/ 30 w 274"/>
                  <a:gd name="T63" fmla="*/ 358 h 494"/>
                  <a:gd name="T64" fmla="*/ 28 w 274"/>
                  <a:gd name="T65" fmla="*/ 314 h 494"/>
                  <a:gd name="T66" fmla="*/ 28 w 274"/>
                  <a:gd name="T67" fmla="*/ 282 h 494"/>
                  <a:gd name="T68" fmla="*/ 36 w 274"/>
                  <a:gd name="T69" fmla="*/ 234 h 494"/>
                  <a:gd name="T70" fmla="*/ 36 w 274"/>
                  <a:gd name="T71" fmla="*/ 216 h 494"/>
                  <a:gd name="T72" fmla="*/ 36 w 274"/>
                  <a:gd name="T73" fmla="*/ 200 h 494"/>
                  <a:gd name="T74" fmla="*/ 38 w 274"/>
                  <a:gd name="T75" fmla="*/ 184 h 494"/>
                  <a:gd name="T76" fmla="*/ 54 w 274"/>
                  <a:gd name="T77" fmla="*/ 156 h 494"/>
                  <a:gd name="T78" fmla="*/ 64 w 274"/>
                  <a:gd name="T79" fmla="*/ 142 h 494"/>
                  <a:gd name="T80" fmla="*/ 78 w 274"/>
                  <a:gd name="T81" fmla="*/ 116 h 494"/>
                  <a:gd name="T82" fmla="*/ 90 w 274"/>
                  <a:gd name="T83" fmla="*/ 98 h 494"/>
                  <a:gd name="T84" fmla="*/ 96 w 274"/>
                  <a:gd name="T85" fmla="*/ 92 h 494"/>
                  <a:gd name="T86" fmla="*/ 152 w 274"/>
                  <a:gd name="T87" fmla="*/ 50 h 494"/>
                  <a:gd name="T88" fmla="*/ 178 w 274"/>
                  <a:gd name="T89" fmla="*/ 26 h 494"/>
                  <a:gd name="T90" fmla="*/ 200 w 274"/>
                  <a:gd name="T91" fmla="*/ 14 h 494"/>
                  <a:gd name="T92" fmla="*/ 208 w 274"/>
                  <a:gd name="T93" fmla="*/ 12 h 494"/>
                  <a:gd name="T94" fmla="*/ 258 w 274"/>
                  <a:gd name="T95" fmla="*/ 4 h 494"/>
                  <a:gd name="T96" fmla="*/ 274 w 274"/>
                  <a:gd name="T97" fmla="*/ 0 h 49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74" h="494">
                    <a:moveTo>
                      <a:pt x="274" y="0"/>
                    </a:moveTo>
                    <a:lnTo>
                      <a:pt x="274" y="0"/>
                    </a:lnTo>
                    <a:lnTo>
                      <a:pt x="252" y="2"/>
                    </a:lnTo>
                    <a:lnTo>
                      <a:pt x="230" y="6"/>
                    </a:lnTo>
                    <a:lnTo>
                      <a:pt x="208" y="4"/>
                    </a:lnTo>
                    <a:lnTo>
                      <a:pt x="186" y="0"/>
                    </a:lnTo>
                    <a:lnTo>
                      <a:pt x="174" y="2"/>
                    </a:lnTo>
                    <a:lnTo>
                      <a:pt x="168" y="14"/>
                    </a:lnTo>
                    <a:lnTo>
                      <a:pt x="158" y="26"/>
                    </a:lnTo>
                    <a:lnTo>
                      <a:pt x="146" y="40"/>
                    </a:lnTo>
                    <a:lnTo>
                      <a:pt x="132" y="52"/>
                    </a:lnTo>
                    <a:lnTo>
                      <a:pt x="118" y="62"/>
                    </a:lnTo>
                    <a:lnTo>
                      <a:pt x="102" y="72"/>
                    </a:lnTo>
                    <a:lnTo>
                      <a:pt x="86" y="80"/>
                    </a:lnTo>
                    <a:lnTo>
                      <a:pt x="72" y="86"/>
                    </a:lnTo>
                    <a:lnTo>
                      <a:pt x="72" y="96"/>
                    </a:lnTo>
                    <a:lnTo>
                      <a:pt x="68" y="110"/>
                    </a:lnTo>
                    <a:lnTo>
                      <a:pt x="60" y="126"/>
                    </a:lnTo>
                    <a:lnTo>
                      <a:pt x="50" y="142"/>
                    </a:lnTo>
                    <a:lnTo>
                      <a:pt x="40" y="156"/>
                    </a:lnTo>
                    <a:lnTo>
                      <a:pt x="28" y="170"/>
                    </a:lnTo>
                    <a:lnTo>
                      <a:pt x="16" y="180"/>
                    </a:lnTo>
                    <a:lnTo>
                      <a:pt x="10" y="182"/>
                    </a:lnTo>
                    <a:lnTo>
                      <a:pt x="4" y="184"/>
                    </a:lnTo>
                    <a:lnTo>
                      <a:pt x="10" y="188"/>
                    </a:lnTo>
                    <a:lnTo>
                      <a:pt x="14" y="194"/>
                    </a:lnTo>
                    <a:lnTo>
                      <a:pt x="18" y="200"/>
                    </a:lnTo>
                    <a:lnTo>
                      <a:pt x="20" y="206"/>
                    </a:lnTo>
                    <a:lnTo>
                      <a:pt x="22" y="222"/>
                    </a:lnTo>
                    <a:lnTo>
                      <a:pt x="20" y="238"/>
                    </a:lnTo>
                    <a:lnTo>
                      <a:pt x="18" y="254"/>
                    </a:lnTo>
                    <a:lnTo>
                      <a:pt x="14" y="270"/>
                    </a:lnTo>
                    <a:lnTo>
                      <a:pt x="8" y="294"/>
                    </a:lnTo>
                    <a:lnTo>
                      <a:pt x="14" y="306"/>
                    </a:lnTo>
                    <a:lnTo>
                      <a:pt x="18" y="320"/>
                    </a:lnTo>
                    <a:lnTo>
                      <a:pt x="18" y="338"/>
                    </a:lnTo>
                    <a:lnTo>
                      <a:pt x="16" y="354"/>
                    </a:lnTo>
                    <a:lnTo>
                      <a:pt x="14" y="372"/>
                    </a:lnTo>
                    <a:lnTo>
                      <a:pt x="10" y="388"/>
                    </a:lnTo>
                    <a:lnTo>
                      <a:pt x="0" y="414"/>
                    </a:lnTo>
                    <a:lnTo>
                      <a:pt x="10" y="428"/>
                    </a:lnTo>
                    <a:lnTo>
                      <a:pt x="18" y="444"/>
                    </a:lnTo>
                    <a:lnTo>
                      <a:pt x="20" y="454"/>
                    </a:lnTo>
                    <a:lnTo>
                      <a:pt x="22" y="464"/>
                    </a:lnTo>
                    <a:lnTo>
                      <a:pt x="20" y="486"/>
                    </a:lnTo>
                    <a:lnTo>
                      <a:pt x="28" y="494"/>
                    </a:lnTo>
                    <a:lnTo>
                      <a:pt x="28" y="476"/>
                    </a:lnTo>
                    <a:lnTo>
                      <a:pt x="26" y="458"/>
                    </a:lnTo>
                    <a:lnTo>
                      <a:pt x="26" y="432"/>
                    </a:lnTo>
                    <a:lnTo>
                      <a:pt x="22" y="420"/>
                    </a:lnTo>
                    <a:lnTo>
                      <a:pt x="20" y="414"/>
                    </a:lnTo>
                    <a:lnTo>
                      <a:pt x="16" y="410"/>
                    </a:lnTo>
                    <a:lnTo>
                      <a:pt x="24" y="392"/>
                    </a:lnTo>
                    <a:lnTo>
                      <a:pt x="28" y="374"/>
                    </a:lnTo>
                    <a:lnTo>
                      <a:pt x="30" y="358"/>
                    </a:lnTo>
                    <a:lnTo>
                      <a:pt x="30" y="344"/>
                    </a:lnTo>
                    <a:lnTo>
                      <a:pt x="28" y="314"/>
                    </a:lnTo>
                    <a:lnTo>
                      <a:pt x="28" y="298"/>
                    </a:lnTo>
                    <a:lnTo>
                      <a:pt x="28" y="282"/>
                    </a:lnTo>
                    <a:lnTo>
                      <a:pt x="36" y="234"/>
                    </a:lnTo>
                    <a:lnTo>
                      <a:pt x="36" y="216"/>
                    </a:lnTo>
                    <a:lnTo>
                      <a:pt x="36" y="200"/>
                    </a:lnTo>
                    <a:lnTo>
                      <a:pt x="36" y="192"/>
                    </a:lnTo>
                    <a:lnTo>
                      <a:pt x="38" y="184"/>
                    </a:lnTo>
                    <a:lnTo>
                      <a:pt x="44" y="170"/>
                    </a:lnTo>
                    <a:lnTo>
                      <a:pt x="54" y="156"/>
                    </a:lnTo>
                    <a:lnTo>
                      <a:pt x="64" y="142"/>
                    </a:lnTo>
                    <a:lnTo>
                      <a:pt x="72" y="130"/>
                    </a:lnTo>
                    <a:lnTo>
                      <a:pt x="78" y="116"/>
                    </a:lnTo>
                    <a:lnTo>
                      <a:pt x="86" y="102"/>
                    </a:lnTo>
                    <a:lnTo>
                      <a:pt x="90" y="98"/>
                    </a:lnTo>
                    <a:lnTo>
                      <a:pt x="96" y="92"/>
                    </a:lnTo>
                    <a:lnTo>
                      <a:pt x="126" y="72"/>
                    </a:lnTo>
                    <a:lnTo>
                      <a:pt x="152" y="50"/>
                    </a:lnTo>
                    <a:lnTo>
                      <a:pt x="178" y="26"/>
                    </a:lnTo>
                    <a:lnTo>
                      <a:pt x="192" y="18"/>
                    </a:lnTo>
                    <a:lnTo>
                      <a:pt x="200" y="14"/>
                    </a:lnTo>
                    <a:lnTo>
                      <a:pt x="208" y="12"/>
                    </a:lnTo>
                    <a:lnTo>
                      <a:pt x="242" y="8"/>
                    </a:lnTo>
                    <a:lnTo>
                      <a:pt x="258" y="4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rgbClr val="DF95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1" name="Freeform 2523">
                <a:extLst>
                  <a:ext uri="{FF2B5EF4-FFF2-40B4-BE49-F238E27FC236}">
                    <a16:creationId xmlns:a16="http://schemas.microsoft.com/office/drawing/2014/main" id="{8776FE0E-0106-4131-8A75-3A5D1A4A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120"/>
                <a:ext cx="232" cy="48"/>
              </a:xfrm>
              <a:custGeom>
                <a:avLst/>
                <a:gdLst>
                  <a:gd name="T0" fmla="*/ 2 w 232"/>
                  <a:gd name="T1" fmla="*/ 40 h 48"/>
                  <a:gd name="T2" fmla="*/ 2 w 232"/>
                  <a:gd name="T3" fmla="*/ 40 h 48"/>
                  <a:gd name="T4" fmla="*/ 8 w 232"/>
                  <a:gd name="T5" fmla="*/ 36 h 48"/>
                  <a:gd name="T6" fmla="*/ 16 w 232"/>
                  <a:gd name="T7" fmla="*/ 36 h 48"/>
                  <a:gd name="T8" fmla="*/ 34 w 232"/>
                  <a:gd name="T9" fmla="*/ 38 h 48"/>
                  <a:gd name="T10" fmla="*/ 54 w 232"/>
                  <a:gd name="T11" fmla="*/ 42 h 48"/>
                  <a:gd name="T12" fmla="*/ 68 w 232"/>
                  <a:gd name="T13" fmla="*/ 46 h 48"/>
                  <a:gd name="T14" fmla="*/ 68 w 232"/>
                  <a:gd name="T15" fmla="*/ 46 h 48"/>
                  <a:gd name="T16" fmla="*/ 88 w 232"/>
                  <a:gd name="T17" fmla="*/ 44 h 48"/>
                  <a:gd name="T18" fmla="*/ 104 w 232"/>
                  <a:gd name="T19" fmla="*/ 40 h 48"/>
                  <a:gd name="T20" fmla="*/ 120 w 232"/>
                  <a:gd name="T21" fmla="*/ 36 h 48"/>
                  <a:gd name="T22" fmla="*/ 136 w 232"/>
                  <a:gd name="T23" fmla="*/ 30 h 48"/>
                  <a:gd name="T24" fmla="*/ 136 w 232"/>
                  <a:gd name="T25" fmla="*/ 30 h 48"/>
                  <a:gd name="T26" fmla="*/ 144 w 232"/>
                  <a:gd name="T27" fmla="*/ 30 h 48"/>
                  <a:gd name="T28" fmla="*/ 152 w 232"/>
                  <a:gd name="T29" fmla="*/ 32 h 48"/>
                  <a:gd name="T30" fmla="*/ 166 w 232"/>
                  <a:gd name="T31" fmla="*/ 36 h 48"/>
                  <a:gd name="T32" fmla="*/ 180 w 232"/>
                  <a:gd name="T33" fmla="*/ 44 h 48"/>
                  <a:gd name="T34" fmla="*/ 186 w 232"/>
                  <a:gd name="T35" fmla="*/ 46 h 48"/>
                  <a:gd name="T36" fmla="*/ 194 w 232"/>
                  <a:gd name="T37" fmla="*/ 48 h 48"/>
                  <a:gd name="T38" fmla="*/ 194 w 232"/>
                  <a:gd name="T39" fmla="*/ 48 h 48"/>
                  <a:gd name="T40" fmla="*/ 204 w 232"/>
                  <a:gd name="T41" fmla="*/ 48 h 48"/>
                  <a:gd name="T42" fmla="*/ 212 w 232"/>
                  <a:gd name="T43" fmla="*/ 44 h 48"/>
                  <a:gd name="T44" fmla="*/ 218 w 232"/>
                  <a:gd name="T45" fmla="*/ 40 h 48"/>
                  <a:gd name="T46" fmla="*/ 224 w 232"/>
                  <a:gd name="T47" fmla="*/ 34 h 48"/>
                  <a:gd name="T48" fmla="*/ 228 w 232"/>
                  <a:gd name="T49" fmla="*/ 28 h 48"/>
                  <a:gd name="T50" fmla="*/ 232 w 232"/>
                  <a:gd name="T51" fmla="*/ 18 h 48"/>
                  <a:gd name="T52" fmla="*/ 232 w 232"/>
                  <a:gd name="T53" fmla="*/ 10 h 48"/>
                  <a:gd name="T54" fmla="*/ 232 w 232"/>
                  <a:gd name="T55" fmla="*/ 0 h 48"/>
                  <a:gd name="T56" fmla="*/ 232 w 232"/>
                  <a:gd name="T57" fmla="*/ 0 h 48"/>
                  <a:gd name="T58" fmla="*/ 224 w 232"/>
                  <a:gd name="T59" fmla="*/ 14 h 48"/>
                  <a:gd name="T60" fmla="*/ 216 w 232"/>
                  <a:gd name="T61" fmla="*/ 26 h 48"/>
                  <a:gd name="T62" fmla="*/ 212 w 232"/>
                  <a:gd name="T63" fmla="*/ 30 h 48"/>
                  <a:gd name="T64" fmla="*/ 206 w 232"/>
                  <a:gd name="T65" fmla="*/ 30 h 48"/>
                  <a:gd name="T66" fmla="*/ 198 w 232"/>
                  <a:gd name="T67" fmla="*/ 30 h 48"/>
                  <a:gd name="T68" fmla="*/ 188 w 232"/>
                  <a:gd name="T69" fmla="*/ 28 h 48"/>
                  <a:gd name="T70" fmla="*/ 188 w 232"/>
                  <a:gd name="T71" fmla="*/ 28 h 48"/>
                  <a:gd name="T72" fmla="*/ 172 w 232"/>
                  <a:gd name="T73" fmla="*/ 22 h 48"/>
                  <a:gd name="T74" fmla="*/ 158 w 232"/>
                  <a:gd name="T75" fmla="*/ 18 h 48"/>
                  <a:gd name="T76" fmla="*/ 144 w 232"/>
                  <a:gd name="T77" fmla="*/ 18 h 48"/>
                  <a:gd name="T78" fmla="*/ 126 w 232"/>
                  <a:gd name="T79" fmla="*/ 22 h 48"/>
                  <a:gd name="T80" fmla="*/ 126 w 232"/>
                  <a:gd name="T81" fmla="*/ 22 h 48"/>
                  <a:gd name="T82" fmla="*/ 110 w 232"/>
                  <a:gd name="T83" fmla="*/ 28 h 48"/>
                  <a:gd name="T84" fmla="*/ 92 w 232"/>
                  <a:gd name="T85" fmla="*/ 30 h 48"/>
                  <a:gd name="T86" fmla="*/ 60 w 232"/>
                  <a:gd name="T87" fmla="*/ 30 h 48"/>
                  <a:gd name="T88" fmla="*/ 60 w 232"/>
                  <a:gd name="T89" fmla="*/ 30 h 48"/>
                  <a:gd name="T90" fmla="*/ 28 w 232"/>
                  <a:gd name="T91" fmla="*/ 28 h 48"/>
                  <a:gd name="T92" fmla="*/ 18 w 232"/>
                  <a:gd name="T93" fmla="*/ 30 h 48"/>
                  <a:gd name="T94" fmla="*/ 12 w 232"/>
                  <a:gd name="T95" fmla="*/ 30 h 48"/>
                  <a:gd name="T96" fmla="*/ 4 w 232"/>
                  <a:gd name="T97" fmla="*/ 34 h 48"/>
                  <a:gd name="T98" fmla="*/ 0 w 232"/>
                  <a:gd name="T99" fmla="*/ 38 h 48"/>
                  <a:gd name="T100" fmla="*/ 2 w 232"/>
                  <a:gd name="T101" fmla="*/ 40 h 4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32" h="48">
                    <a:moveTo>
                      <a:pt x="2" y="40"/>
                    </a:moveTo>
                    <a:lnTo>
                      <a:pt x="2" y="40"/>
                    </a:lnTo>
                    <a:lnTo>
                      <a:pt x="8" y="36"/>
                    </a:lnTo>
                    <a:lnTo>
                      <a:pt x="16" y="36"/>
                    </a:lnTo>
                    <a:lnTo>
                      <a:pt x="34" y="38"/>
                    </a:lnTo>
                    <a:lnTo>
                      <a:pt x="54" y="42"/>
                    </a:lnTo>
                    <a:lnTo>
                      <a:pt x="68" y="46"/>
                    </a:lnTo>
                    <a:lnTo>
                      <a:pt x="88" y="44"/>
                    </a:lnTo>
                    <a:lnTo>
                      <a:pt x="104" y="40"/>
                    </a:lnTo>
                    <a:lnTo>
                      <a:pt x="120" y="36"/>
                    </a:lnTo>
                    <a:lnTo>
                      <a:pt x="136" y="30"/>
                    </a:lnTo>
                    <a:lnTo>
                      <a:pt x="144" y="30"/>
                    </a:lnTo>
                    <a:lnTo>
                      <a:pt x="152" y="32"/>
                    </a:lnTo>
                    <a:lnTo>
                      <a:pt x="166" y="36"/>
                    </a:lnTo>
                    <a:lnTo>
                      <a:pt x="180" y="44"/>
                    </a:lnTo>
                    <a:lnTo>
                      <a:pt x="186" y="46"/>
                    </a:lnTo>
                    <a:lnTo>
                      <a:pt x="194" y="48"/>
                    </a:lnTo>
                    <a:lnTo>
                      <a:pt x="204" y="48"/>
                    </a:lnTo>
                    <a:lnTo>
                      <a:pt x="212" y="44"/>
                    </a:lnTo>
                    <a:lnTo>
                      <a:pt x="218" y="40"/>
                    </a:lnTo>
                    <a:lnTo>
                      <a:pt x="224" y="34"/>
                    </a:lnTo>
                    <a:lnTo>
                      <a:pt x="228" y="28"/>
                    </a:lnTo>
                    <a:lnTo>
                      <a:pt x="232" y="18"/>
                    </a:lnTo>
                    <a:lnTo>
                      <a:pt x="232" y="10"/>
                    </a:lnTo>
                    <a:lnTo>
                      <a:pt x="232" y="0"/>
                    </a:lnTo>
                    <a:lnTo>
                      <a:pt x="224" y="14"/>
                    </a:lnTo>
                    <a:lnTo>
                      <a:pt x="216" y="26"/>
                    </a:lnTo>
                    <a:lnTo>
                      <a:pt x="212" y="30"/>
                    </a:lnTo>
                    <a:lnTo>
                      <a:pt x="206" y="30"/>
                    </a:lnTo>
                    <a:lnTo>
                      <a:pt x="198" y="30"/>
                    </a:lnTo>
                    <a:lnTo>
                      <a:pt x="188" y="28"/>
                    </a:lnTo>
                    <a:lnTo>
                      <a:pt x="172" y="22"/>
                    </a:lnTo>
                    <a:lnTo>
                      <a:pt x="158" y="18"/>
                    </a:lnTo>
                    <a:lnTo>
                      <a:pt x="144" y="18"/>
                    </a:lnTo>
                    <a:lnTo>
                      <a:pt x="126" y="22"/>
                    </a:lnTo>
                    <a:lnTo>
                      <a:pt x="110" y="28"/>
                    </a:lnTo>
                    <a:lnTo>
                      <a:pt x="92" y="30"/>
                    </a:lnTo>
                    <a:lnTo>
                      <a:pt x="60" y="30"/>
                    </a:lnTo>
                    <a:lnTo>
                      <a:pt x="28" y="28"/>
                    </a:lnTo>
                    <a:lnTo>
                      <a:pt x="18" y="30"/>
                    </a:lnTo>
                    <a:lnTo>
                      <a:pt x="12" y="30"/>
                    </a:lnTo>
                    <a:lnTo>
                      <a:pt x="4" y="34"/>
                    </a:lnTo>
                    <a:lnTo>
                      <a:pt x="0" y="38"/>
                    </a:lnTo>
                    <a:lnTo>
                      <a:pt x="2" y="40"/>
                    </a:lnTo>
                    <a:close/>
                  </a:path>
                </a:pathLst>
              </a:custGeom>
              <a:solidFill>
                <a:srgbClr val="FAC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2" name="Freeform 2524">
                <a:extLst>
                  <a:ext uri="{FF2B5EF4-FFF2-40B4-BE49-F238E27FC236}">
                    <a16:creationId xmlns:a16="http://schemas.microsoft.com/office/drawing/2014/main" id="{F8566077-892F-4EE8-99FE-C91E18BB3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120"/>
                <a:ext cx="232" cy="48"/>
              </a:xfrm>
              <a:custGeom>
                <a:avLst/>
                <a:gdLst>
                  <a:gd name="T0" fmla="*/ 2 w 232"/>
                  <a:gd name="T1" fmla="*/ 40 h 48"/>
                  <a:gd name="T2" fmla="*/ 2 w 232"/>
                  <a:gd name="T3" fmla="*/ 40 h 48"/>
                  <a:gd name="T4" fmla="*/ 8 w 232"/>
                  <a:gd name="T5" fmla="*/ 36 h 48"/>
                  <a:gd name="T6" fmla="*/ 16 w 232"/>
                  <a:gd name="T7" fmla="*/ 36 h 48"/>
                  <a:gd name="T8" fmla="*/ 34 w 232"/>
                  <a:gd name="T9" fmla="*/ 38 h 48"/>
                  <a:gd name="T10" fmla="*/ 54 w 232"/>
                  <a:gd name="T11" fmla="*/ 42 h 48"/>
                  <a:gd name="T12" fmla="*/ 68 w 232"/>
                  <a:gd name="T13" fmla="*/ 46 h 48"/>
                  <a:gd name="T14" fmla="*/ 68 w 232"/>
                  <a:gd name="T15" fmla="*/ 46 h 48"/>
                  <a:gd name="T16" fmla="*/ 88 w 232"/>
                  <a:gd name="T17" fmla="*/ 44 h 48"/>
                  <a:gd name="T18" fmla="*/ 104 w 232"/>
                  <a:gd name="T19" fmla="*/ 40 h 48"/>
                  <a:gd name="T20" fmla="*/ 120 w 232"/>
                  <a:gd name="T21" fmla="*/ 36 h 48"/>
                  <a:gd name="T22" fmla="*/ 136 w 232"/>
                  <a:gd name="T23" fmla="*/ 30 h 48"/>
                  <a:gd name="T24" fmla="*/ 136 w 232"/>
                  <a:gd name="T25" fmla="*/ 30 h 48"/>
                  <a:gd name="T26" fmla="*/ 144 w 232"/>
                  <a:gd name="T27" fmla="*/ 30 h 48"/>
                  <a:gd name="T28" fmla="*/ 152 w 232"/>
                  <a:gd name="T29" fmla="*/ 32 h 48"/>
                  <a:gd name="T30" fmla="*/ 166 w 232"/>
                  <a:gd name="T31" fmla="*/ 36 h 48"/>
                  <a:gd name="T32" fmla="*/ 180 w 232"/>
                  <a:gd name="T33" fmla="*/ 44 h 48"/>
                  <a:gd name="T34" fmla="*/ 186 w 232"/>
                  <a:gd name="T35" fmla="*/ 46 h 48"/>
                  <a:gd name="T36" fmla="*/ 194 w 232"/>
                  <a:gd name="T37" fmla="*/ 48 h 48"/>
                  <a:gd name="T38" fmla="*/ 194 w 232"/>
                  <a:gd name="T39" fmla="*/ 48 h 48"/>
                  <a:gd name="T40" fmla="*/ 204 w 232"/>
                  <a:gd name="T41" fmla="*/ 48 h 48"/>
                  <a:gd name="T42" fmla="*/ 212 w 232"/>
                  <a:gd name="T43" fmla="*/ 44 h 48"/>
                  <a:gd name="T44" fmla="*/ 218 w 232"/>
                  <a:gd name="T45" fmla="*/ 40 h 48"/>
                  <a:gd name="T46" fmla="*/ 224 w 232"/>
                  <a:gd name="T47" fmla="*/ 34 h 48"/>
                  <a:gd name="T48" fmla="*/ 228 w 232"/>
                  <a:gd name="T49" fmla="*/ 28 h 48"/>
                  <a:gd name="T50" fmla="*/ 232 w 232"/>
                  <a:gd name="T51" fmla="*/ 18 h 48"/>
                  <a:gd name="T52" fmla="*/ 232 w 232"/>
                  <a:gd name="T53" fmla="*/ 10 h 48"/>
                  <a:gd name="T54" fmla="*/ 232 w 232"/>
                  <a:gd name="T55" fmla="*/ 0 h 48"/>
                  <a:gd name="T56" fmla="*/ 232 w 232"/>
                  <a:gd name="T57" fmla="*/ 0 h 48"/>
                  <a:gd name="T58" fmla="*/ 224 w 232"/>
                  <a:gd name="T59" fmla="*/ 14 h 48"/>
                  <a:gd name="T60" fmla="*/ 216 w 232"/>
                  <a:gd name="T61" fmla="*/ 26 h 48"/>
                  <a:gd name="T62" fmla="*/ 212 w 232"/>
                  <a:gd name="T63" fmla="*/ 30 h 48"/>
                  <a:gd name="T64" fmla="*/ 206 w 232"/>
                  <a:gd name="T65" fmla="*/ 30 h 48"/>
                  <a:gd name="T66" fmla="*/ 198 w 232"/>
                  <a:gd name="T67" fmla="*/ 30 h 48"/>
                  <a:gd name="T68" fmla="*/ 188 w 232"/>
                  <a:gd name="T69" fmla="*/ 28 h 48"/>
                  <a:gd name="T70" fmla="*/ 188 w 232"/>
                  <a:gd name="T71" fmla="*/ 28 h 48"/>
                  <a:gd name="T72" fmla="*/ 172 w 232"/>
                  <a:gd name="T73" fmla="*/ 22 h 48"/>
                  <a:gd name="T74" fmla="*/ 158 w 232"/>
                  <a:gd name="T75" fmla="*/ 18 h 48"/>
                  <a:gd name="T76" fmla="*/ 144 w 232"/>
                  <a:gd name="T77" fmla="*/ 18 h 48"/>
                  <a:gd name="T78" fmla="*/ 126 w 232"/>
                  <a:gd name="T79" fmla="*/ 22 h 48"/>
                  <a:gd name="T80" fmla="*/ 126 w 232"/>
                  <a:gd name="T81" fmla="*/ 22 h 48"/>
                  <a:gd name="T82" fmla="*/ 110 w 232"/>
                  <a:gd name="T83" fmla="*/ 28 h 48"/>
                  <a:gd name="T84" fmla="*/ 92 w 232"/>
                  <a:gd name="T85" fmla="*/ 30 h 48"/>
                  <a:gd name="T86" fmla="*/ 60 w 232"/>
                  <a:gd name="T87" fmla="*/ 30 h 48"/>
                  <a:gd name="T88" fmla="*/ 60 w 232"/>
                  <a:gd name="T89" fmla="*/ 30 h 48"/>
                  <a:gd name="T90" fmla="*/ 28 w 232"/>
                  <a:gd name="T91" fmla="*/ 28 h 48"/>
                  <a:gd name="T92" fmla="*/ 18 w 232"/>
                  <a:gd name="T93" fmla="*/ 30 h 48"/>
                  <a:gd name="T94" fmla="*/ 12 w 232"/>
                  <a:gd name="T95" fmla="*/ 30 h 48"/>
                  <a:gd name="T96" fmla="*/ 4 w 232"/>
                  <a:gd name="T97" fmla="*/ 34 h 48"/>
                  <a:gd name="T98" fmla="*/ 0 w 232"/>
                  <a:gd name="T99" fmla="*/ 38 h 4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32" h="48">
                    <a:moveTo>
                      <a:pt x="2" y="40"/>
                    </a:moveTo>
                    <a:lnTo>
                      <a:pt x="2" y="40"/>
                    </a:lnTo>
                    <a:lnTo>
                      <a:pt x="8" y="36"/>
                    </a:lnTo>
                    <a:lnTo>
                      <a:pt x="16" y="36"/>
                    </a:lnTo>
                    <a:lnTo>
                      <a:pt x="34" y="38"/>
                    </a:lnTo>
                    <a:lnTo>
                      <a:pt x="54" y="42"/>
                    </a:lnTo>
                    <a:lnTo>
                      <a:pt x="68" y="46"/>
                    </a:lnTo>
                    <a:lnTo>
                      <a:pt x="88" y="44"/>
                    </a:lnTo>
                    <a:lnTo>
                      <a:pt x="104" y="40"/>
                    </a:lnTo>
                    <a:lnTo>
                      <a:pt x="120" y="36"/>
                    </a:lnTo>
                    <a:lnTo>
                      <a:pt x="136" y="30"/>
                    </a:lnTo>
                    <a:lnTo>
                      <a:pt x="144" y="30"/>
                    </a:lnTo>
                    <a:lnTo>
                      <a:pt x="152" y="32"/>
                    </a:lnTo>
                    <a:lnTo>
                      <a:pt x="166" y="36"/>
                    </a:lnTo>
                    <a:lnTo>
                      <a:pt x="180" y="44"/>
                    </a:lnTo>
                    <a:lnTo>
                      <a:pt x="186" y="46"/>
                    </a:lnTo>
                    <a:lnTo>
                      <a:pt x="194" y="48"/>
                    </a:lnTo>
                    <a:lnTo>
                      <a:pt x="204" y="48"/>
                    </a:lnTo>
                    <a:lnTo>
                      <a:pt x="212" y="44"/>
                    </a:lnTo>
                    <a:lnTo>
                      <a:pt x="218" y="40"/>
                    </a:lnTo>
                    <a:lnTo>
                      <a:pt x="224" y="34"/>
                    </a:lnTo>
                    <a:lnTo>
                      <a:pt x="228" y="28"/>
                    </a:lnTo>
                    <a:lnTo>
                      <a:pt x="232" y="18"/>
                    </a:lnTo>
                    <a:lnTo>
                      <a:pt x="232" y="10"/>
                    </a:lnTo>
                    <a:lnTo>
                      <a:pt x="232" y="0"/>
                    </a:lnTo>
                    <a:lnTo>
                      <a:pt x="224" y="14"/>
                    </a:lnTo>
                    <a:lnTo>
                      <a:pt x="216" y="26"/>
                    </a:lnTo>
                    <a:lnTo>
                      <a:pt x="212" y="30"/>
                    </a:lnTo>
                    <a:lnTo>
                      <a:pt x="206" y="30"/>
                    </a:lnTo>
                    <a:lnTo>
                      <a:pt x="198" y="30"/>
                    </a:lnTo>
                    <a:lnTo>
                      <a:pt x="188" y="28"/>
                    </a:lnTo>
                    <a:lnTo>
                      <a:pt x="172" y="22"/>
                    </a:lnTo>
                    <a:lnTo>
                      <a:pt x="158" y="18"/>
                    </a:lnTo>
                    <a:lnTo>
                      <a:pt x="144" y="18"/>
                    </a:lnTo>
                    <a:lnTo>
                      <a:pt x="126" y="22"/>
                    </a:lnTo>
                    <a:lnTo>
                      <a:pt x="110" y="28"/>
                    </a:lnTo>
                    <a:lnTo>
                      <a:pt x="92" y="30"/>
                    </a:lnTo>
                    <a:lnTo>
                      <a:pt x="60" y="30"/>
                    </a:lnTo>
                    <a:lnTo>
                      <a:pt x="28" y="28"/>
                    </a:lnTo>
                    <a:lnTo>
                      <a:pt x="18" y="30"/>
                    </a:lnTo>
                    <a:lnTo>
                      <a:pt x="12" y="30"/>
                    </a:lnTo>
                    <a:lnTo>
                      <a:pt x="4" y="34"/>
                    </a:lnTo>
                    <a:lnTo>
                      <a:pt x="0" y="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3" name="Freeform 2525">
                <a:extLst>
                  <a:ext uri="{FF2B5EF4-FFF2-40B4-BE49-F238E27FC236}">
                    <a16:creationId xmlns:a16="http://schemas.microsoft.com/office/drawing/2014/main" id="{CE63185F-7861-43EF-85AE-EAB714934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252"/>
                <a:ext cx="78" cy="200"/>
              </a:xfrm>
              <a:custGeom>
                <a:avLst/>
                <a:gdLst>
                  <a:gd name="T0" fmla="*/ 78 w 78"/>
                  <a:gd name="T1" fmla="*/ 0 h 200"/>
                  <a:gd name="T2" fmla="*/ 78 w 78"/>
                  <a:gd name="T3" fmla="*/ 0 h 200"/>
                  <a:gd name="T4" fmla="*/ 70 w 78"/>
                  <a:gd name="T5" fmla="*/ 28 h 200"/>
                  <a:gd name="T6" fmla="*/ 64 w 78"/>
                  <a:gd name="T7" fmla="*/ 40 h 200"/>
                  <a:gd name="T8" fmla="*/ 58 w 78"/>
                  <a:gd name="T9" fmla="*/ 52 h 200"/>
                  <a:gd name="T10" fmla="*/ 50 w 78"/>
                  <a:gd name="T11" fmla="*/ 64 h 200"/>
                  <a:gd name="T12" fmla="*/ 42 w 78"/>
                  <a:gd name="T13" fmla="*/ 74 h 200"/>
                  <a:gd name="T14" fmla="*/ 32 w 78"/>
                  <a:gd name="T15" fmla="*/ 84 h 200"/>
                  <a:gd name="T16" fmla="*/ 20 w 78"/>
                  <a:gd name="T17" fmla="*/ 94 h 200"/>
                  <a:gd name="T18" fmla="*/ 20 w 78"/>
                  <a:gd name="T19" fmla="*/ 94 h 200"/>
                  <a:gd name="T20" fmla="*/ 12 w 78"/>
                  <a:gd name="T21" fmla="*/ 100 h 200"/>
                  <a:gd name="T22" fmla="*/ 10 w 78"/>
                  <a:gd name="T23" fmla="*/ 102 h 200"/>
                  <a:gd name="T24" fmla="*/ 10 w 78"/>
                  <a:gd name="T25" fmla="*/ 108 h 200"/>
                  <a:gd name="T26" fmla="*/ 10 w 78"/>
                  <a:gd name="T27" fmla="*/ 108 h 200"/>
                  <a:gd name="T28" fmla="*/ 10 w 78"/>
                  <a:gd name="T29" fmla="*/ 114 h 200"/>
                  <a:gd name="T30" fmla="*/ 12 w 78"/>
                  <a:gd name="T31" fmla="*/ 118 h 200"/>
                  <a:gd name="T32" fmla="*/ 16 w 78"/>
                  <a:gd name="T33" fmla="*/ 130 h 200"/>
                  <a:gd name="T34" fmla="*/ 16 w 78"/>
                  <a:gd name="T35" fmla="*/ 130 h 200"/>
                  <a:gd name="T36" fmla="*/ 18 w 78"/>
                  <a:gd name="T37" fmla="*/ 148 h 200"/>
                  <a:gd name="T38" fmla="*/ 16 w 78"/>
                  <a:gd name="T39" fmla="*/ 166 h 200"/>
                  <a:gd name="T40" fmla="*/ 14 w 78"/>
                  <a:gd name="T41" fmla="*/ 184 h 200"/>
                  <a:gd name="T42" fmla="*/ 8 w 78"/>
                  <a:gd name="T43" fmla="*/ 200 h 200"/>
                  <a:gd name="T44" fmla="*/ 8 w 78"/>
                  <a:gd name="T45" fmla="*/ 200 h 200"/>
                  <a:gd name="T46" fmla="*/ 10 w 78"/>
                  <a:gd name="T47" fmla="*/ 186 h 200"/>
                  <a:gd name="T48" fmla="*/ 10 w 78"/>
                  <a:gd name="T49" fmla="*/ 170 h 200"/>
                  <a:gd name="T50" fmla="*/ 6 w 78"/>
                  <a:gd name="T51" fmla="*/ 136 h 200"/>
                  <a:gd name="T52" fmla="*/ 6 w 78"/>
                  <a:gd name="T53" fmla="*/ 136 h 200"/>
                  <a:gd name="T54" fmla="*/ 4 w 78"/>
                  <a:gd name="T55" fmla="*/ 128 h 200"/>
                  <a:gd name="T56" fmla="*/ 2 w 78"/>
                  <a:gd name="T57" fmla="*/ 116 h 200"/>
                  <a:gd name="T58" fmla="*/ 0 w 78"/>
                  <a:gd name="T59" fmla="*/ 106 h 200"/>
                  <a:gd name="T60" fmla="*/ 0 w 78"/>
                  <a:gd name="T61" fmla="*/ 102 h 200"/>
                  <a:gd name="T62" fmla="*/ 0 w 78"/>
                  <a:gd name="T63" fmla="*/ 98 h 200"/>
                  <a:gd name="T64" fmla="*/ 0 w 78"/>
                  <a:gd name="T65" fmla="*/ 98 h 200"/>
                  <a:gd name="T66" fmla="*/ 8 w 78"/>
                  <a:gd name="T67" fmla="*/ 90 h 200"/>
                  <a:gd name="T68" fmla="*/ 16 w 78"/>
                  <a:gd name="T69" fmla="*/ 84 h 200"/>
                  <a:gd name="T70" fmla="*/ 26 w 78"/>
                  <a:gd name="T71" fmla="*/ 78 h 200"/>
                  <a:gd name="T72" fmla="*/ 34 w 78"/>
                  <a:gd name="T73" fmla="*/ 70 h 200"/>
                  <a:gd name="T74" fmla="*/ 34 w 78"/>
                  <a:gd name="T75" fmla="*/ 70 h 200"/>
                  <a:gd name="T76" fmla="*/ 46 w 78"/>
                  <a:gd name="T77" fmla="*/ 58 h 200"/>
                  <a:gd name="T78" fmla="*/ 58 w 78"/>
                  <a:gd name="T79" fmla="*/ 44 h 200"/>
                  <a:gd name="T80" fmla="*/ 66 w 78"/>
                  <a:gd name="T81" fmla="*/ 28 h 200"/>
                  <a:gd name="T82" fmla="*/ 70 w 78"/>
                  <a:gd name="T83" fmla="*/ 20 h 200"/>
                  <a:gd name="T84" fmla="*/ 72 w 78"/>
                  <a:gd name="T85" fmla="*/ 12 h 200"/>
                  <a:gd name="T86" fmla="*/ 78 w 78"/>
                  <a:gd name="T87" fmla="*/ 0 h 20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78" h="200">
                    <a:moveTo>
                      <a:pt x="78" y="0"/>
                    </a:moveTo>
                    <a:lnTo>
                      <a:pt x="78" y="0"/>
                    </a:lnTo>
                    <a:lnTo>
                      <a:pt x="70" y="28"/>
                    </a:lnTo>
                    <a:lnTo>
                      <a:pt x="64" y="40"/>
                    </a:lnTo>
                    <a:lnTo>
                      <a:pt x="58" y="52"/>
                    </a:lnTo>
                    <a:lnTo>
                      <a:pt x="50" y="64"/>
                    </a:lnTo>
                    <a:lnTo>
                      <a:pt x="42" y="74"/>
                    </a:lnTo>
                    <a:lnTo>
                      <a:pt x="32" y="84"/>
                    </a:lnTo>
                    <a:lnTo>
                      <a:pt x="20" y="94"/>
                    </a:lnTo>
                    <a:lnTo>
                      <a:pt x="12" y="100"/>
                    </a:lnTo>
                    <a:lnTo>
                      <a:pt x="10" y="102"/>
                    </a:lnTo>
                    <a:lnTo>
                      <a:pt x="10" y="108"/>
                    </a:lnTo>
                    <a:lnTo>
                      <a:pt x="10" y="114"/>
                    </a:lnTo>
                    <a:lnTo>
                      <a:pt x="12" y="118"/>
                    </a:lnTo>
                    <a:lnTo>
                      <a:pt x="16" y="130"/>
                    </a:lnTo>
                    <a:lnTo>
                      <a:pt x="18" y="148"/>
                    </a:lnTo>
                    <a:lnTo>
                      <a:pt x="16" y="166"/>
                    </a:lnTo>
                    <a:lnTo>
                      <a:pt x="14" y="184"/>
                    </a:lnTo>
                    <a:lnTo>
                      <a:pt x="8" y="200"/>
                    </a:lnTo>
                    <a:lnTo>
                      <a:pt x="10" y="186"/>
                    </a:lnTo>
                    <a:lnTo>
                      <a:pt x="10" y="170"/>
                    </a:lnTo>
                    <a:lnTo>
                      <a:pt x="6" y="136"/>
                    </a:lnTo>
                    <a:lnTo>
                      <a:pt x="4" y="128"/>
                    </a:lnTo>
                    <a:lnTo>
                      <a:pt x="2" y="116"/>
                    </a:lnTo>
                    <a:lnTo>
                      <a:pt x="0" y="106"/>
                    </a:lnTo>
                    <a:lnTo>
                      <a:pt x="0" y="102"/>
                    </a:lnTo>
                    <a:lnTo>
                      <a:pt x="0" y="98"/>
                    </a:lnTo>
                    <a:lnTo>
                      <a:pt x="8" y="90"/>
                    </a:lnTo>
                    <a:lnTo>
                      <a:pt x="16" y="84"/>
                    </a:lnTo>
                    <a:lnTo>
                      <a:pt x="26" y="78"/>
                    </a:lnTo>
                    <a:lnTo>
                      <a:pt x="34" y="70"/>
                    </a:lnTo>
                    <a:lnTo>
                      <a:pt x="46" y="58"/>
                    </a:lnTo>
                    <a:lnTo>
                      <a:pt x="58" y="44"/>
                    </a:lnTo>
                    <a:lnTo>
                      <a:pt x="66" y="28"/>
                    </a:lnTo>
                    <a:lnTo>
                      <a:pt x="70" y="20"/>
                    </a:lnTo>
                    <a:lnTo>
                      <a:pt x="72" y="12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AC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4" name="Freeform 2526">
                <a:extLst>
                  <a:ext uri="{FF2B5EF4-FFF2-40B4-BE49-F238E27FC236}">
                    <a16:creationId xmlns:a16="http://schemas.microsoft.com/office/drawing/2014/main" id="{66ADDC6A-70C8-4A0E-AE90-51E6B8B80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252"/>
                <a:ext cx="78" cy="200"/>
              </a:xfrm>
              <a:custGeom>
                <a:avLst/>
                <a:gdLst>
                  <a:gd name="T0" fmla="*/ 78 w 78"/>
                  <a:gd name="T1" fmla="*/ 0 h 200"/>
                  <a:gd name="T2" fmla="*/ 78 w 78"/>
                  <a:gd name="T3" fmla="*/ 0 h 200"/>
                  <a:gd name="T4" fmla="*/ 70 w 78"/>
                  <a:gd name="T5" fmla="*/ 28 h 200"/>
                  <a:gd name="T6" fmla="*/ 64 w 78"/>
                  <a:gd name="T7" fmla="*/ 40 h 200"/>
                  <a:gd name="T8" fmla="*/ 58 w 78"/>
                  <a:gd name="T9" fmla="*/ 52 h 200"/>
                  <a:gd name="T10" fmla="*/ 50 w 78"/>
                  <a:gd name="T11" fmla="*/ 64 h 200"/>
                  <a:gd name="T12" fmla="*/ 42 w 78"/>
                  <a:gd name="T13" fmla="*/ 74 h 200"/>
                  <a:gd name="T14" fmla="*/ 32 w 78"/>
                  <a:gd name="T15" fmla="*/ 84 h 200"/>
                  <a:gd name="T16" fmla="*/ 20 w 78"/>
                  <a:gd name="T17" fmla="*/ 94 h 200"/>
                  <a:gd name="T18" fmla="*/ 20 w 78"/>
                  <a:gd name="T19" fmla="*/ 94 h 200"/>
                  <a:gd name="T20" fmla="*/ 12 w 78"/>
                  <a:gd name="T21" fmla="*/ 100 h 200"/>
                  <a:gd name="T22" fmla="*/ 10 w 78"/>
                  <a:gd name="T23" fmla="*/ 102 h 200"/>
                  <a:gd name="T24" fmla="*/ 10 w 78"/>
                  <a:gd name="T25" fmla="*/ 108 h 200"/>
                  <a:gd name="T26" fmla="*/ 10 w 78"/>
                  <a:gd name="T27" fmla="*/ 108 h 200"/>
                  <a:gd name="T28" fmla="*/ 10 w 78"/>
                  <a:gd name="T29" fmla="*/ 114 h 200"/>
                  <a:gd name="T30" fmla="*/ 12 w 78"/>
                  <a:gd name="T31" fmla="*/ 118 h 200"/>
                  <a:gd name="T32" fmla="*/ 16 w 78"/>
                  <a:gd name="T33" fmla="*/ 130 h 200"/>
                  <a:gd name="T34" fmla="*/ 16 w 78"/>
                  <a:gd name="T35" fmla="*/ 130 h 200"/>
                  <a:gd name="T36" fmla="*/ 18 w 78"/>
                  <a:gd name="T37" fmla="*/ 148 h 200"/>
                  <a:gd name="T38" fmla="*/ 16 w 78"/>
                  <a:gd name="T39" fmla="*/ 166 h 200"/>
                  <a:gd name="T40" fmla="*/ 14 w 78"/>
                  <a:gd name="T41" fmla="*/ 184 h 200"/>
                  <a:gd name="T42" fmla="*/ 8 w 78"/>
                  <a:gd name="T43" fmla="*/ 200 h 200"/>
                  <a:gd name="T44" fmla="*/ 8 w 78"/>
                  <a:gd name="T45" fmla="*/ 200 h 200"/>
                  <a:gd name="T46" fmla="*/ 10 w 78"/>
                  <a:gd name="T47" fmla="*/ 186 h 200"/>
                  <a:gd name="T48" fmla="*/ 10 w 78"/>
                  <a:gd name="T49" fmla="*/ 170 h 200"/>
                  <a:gd name="T50" fmla="*/ 6 w 78"/>
                  <a:gd name="T51" fmla="*/ 136 h 200"/>
                  <a:gd name="T52" fmla="*/ 6 w 78"/>
                  <a:gd name="T53" fmla="*/ 136 h 200"/>
                  <a:gd name="T54" fmla="*/ 4 w 78"/>
                  <a:gd name="T55" fmla="*/ 128 h 200"/>
                  <a:gd name="T56" fmla="*/ 2 w 78"/>
                  <a:gd name="T57" fmla="*/ 116 h 200"/>
                  <a:gd name="T58" fmla="*/ 0 w 78"/>
                  <a:gd name="T59" fmla="*/ 106 h 200"/>
                  <a:gd name="T60" fmla="*/ 0 w 78"/>
                  <a:gd name="T61" fmla="*/ 102 h 200"/>
                  <a:gd name="T62" fmla="*/ 0 w 78"/>
                  <a:gd name="T63" fmla="*/ 98 h 200"/>
                  <a:gd name="T64" fmla="*/ 0 w 78"/>
                  <a:gd name="T65" fmla="*/ 98 h 200"/>
                  <a:gd name="T66" fmla="*/ 8 w 78"/>
                  <a:gd name="T67" fmla="*/ 90 h 200"/>
                  <a:gd name="T68" fmla="*/ 16 w 78"/>
                  <a:gd name="T69" fmla="*/ 84 h 200"/>
                  <a:gd name="T70" fmla="*/ 26 w 78"/>
                  <a:gd name="T71" fmla="*/ 78 h 200"/>
                  <a:gd name="T72" fmla="*/ 34 w 78"/>
                  <a:gd name="T73" fmla="*/ 70 h 200"/>
                  <a:gd name="T74" fmla="*/ 34 w 78"/>
                  <a:gd name="T75" fmla="*/ 70 h 200"/>
                  <a:gd name="T76" fmla="*/ 46 w 78"/>
                  <a:gd name="T77" fmla="*/ 58 h 200"/>
                  <a:gd name="T78" fmla="*/ 58 w 78"/>
                  <a:gd name="T79" fmla="*/ 44 h 200"/>
                  <a:gd name="T80" fmla="*/ 66 w 78"/>
                  <a:gd name="T81" fmla="*/ 28 h 200"/>
                  <a:gd name="T82" fmla="*/ 70 w 78"/>
                  <a:gd name="T83" fmla="*/ 20 h 200"/>
                  <a:gd name="T84" fmla="*/ 72 w 78"/>
                  <a:gd name="T85" fmla="*/ 12 h 20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8" h="200">
                    <a:moveTo>
                      <a:pt x="78" y="0"/>
                    </a:moveTo>
                    <a:lnTo>
                      <a:pt x="78" y="0"/>
                    </a:lnTo>
                    <a:lnTo>
                      <a:pt x="70" y="28"/>
                    </a:lnTo>
                    <a:lnTo>
                      <a:pt x="64" y="40"/>
                    </a:lnTo>
                    <a:lnTo>
                      <a:pt x="58" y="52"/>
                    </a:lnTo>
                    <a:lnTo>
                      <a:pt x="50" y="64"/>
                    </a:lnTo>
                    <a:lnTo>
                      <a:pt x="42" y="74"/>
                    </a:lnTo>
                    <a:lnTo>
                      <a:pt x="32" y="84"/>
                    </a:lnTo>
                    <a:lnTo>
                      <a:pt x="20" y="94"/>
                    </a:lnTo>
                    <a:lnTo>
                      <a:pt x="12" y="100"/>
                    </a:lnTo>
                    <a:lnTo>
                      <a:pt x="10" y="102"/>
                    </a:lnTo>
                    <a:lnTo>
                      <a:pt x="10" y="108"/>
                    </a:lnTo>
                    <a:lnTo>
                      <a:pt x="10" y="114"/>
                    </a:lnTo>
                    <a:lnTo>
                      <a:pt x="12" y="118"/>
                    </a:lnTo>
                    <a:lnTo>
                      <a:pt x="16" y="130"/>
                    </a:lnTo>
                    <a:lnTo>
                      <a:pt x="18" y="148"/>
                    </a:lnTo>
                    <a:lnTo>
                      <a:pt x="16" y="166"/>
                    </a:lnTo>
                    <a:lnTo>
                      <a:pt x="14" y="184"/>
                    </a:lnTo>
                    <a:lnTo>
                      <a:pt x="8" y="200"/>
                    </a:lnTo>
                    <a:lnTo>
                      <a:pt x="10" y="186"/>
                    </a:lnTo>
                    <a:lnTo>
                      <a:pt x="10" y="170"/>
                    </a:lnTo>
                    <a:lnTo>
                      <a:pt x="6" y="136"/>
                    </a:lnTo>
                    <a:lnTo>
                      <a:pt x="4" y="128"/>
                    </a:lnTo>
                    <a:lnTo>
                      <a:pt x="2" y="116"/>
                    </a:lnTo>
                    <a:lnTo>
                      <a:pt x="0" y="106"/>
                    </a:lnTo>
                    <a:lnTo>
                      <a:pt x="0" y="102"/>
                    </a:lnTo>
                    <a:lnTo>
                      <a:pt x="0" y="98"/>
                    </a:lnTo>
                    <a:lnTo>
                      <a:pt x="8" y="90"/>
                    </a:lnTo>
                    <a:lnTo>
                      <a:pt x="16" y="84"/>
                    </a:lnTo>
                    <a:lnTo>
                      <a:pt x="26" y="78"/>
                    </a:lnTo>
                    <a:lnTo>
                      <a:pt x="34" y="70"/>
                    </a:lnTo>
                    <a:lnTo>
                      <a:pt x="46" y="58"/>
                    </a:lnTo>
                    <a:lnTo>
                      <a:pt x="58" y="44"/>
                    </a:lnTo>
                    <a:lnTo>
                      <a:pt x="66" y="28"/>
                    </a:lnTo>
                    <a:lnTo>
                      <a:pt x="70" y="20"/>
                    </a:lnTo>
                    <a:lnTo>
                      <a:pt x="72" y="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5" name="Freeform 2527">
                <a:extLst>
                  <a:ext uri="{FF2B5EF4-FFF2-40B4-BE49-F238E27FC236}">
                    <a16:creationId xmlns:a16="http://schemas.microsoft.com/office/drawing/2014/main" id="{1E9B0FF4-4338-47DB-832F-5EB0D76DD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046"/>
                <a:ext cx="30" cy="424"/>
              </a:xfrm>
              <a:custGeom>
                <a:avLst/>
                <a:gdLst>
                  <a:gd name="T0" fmla="*/ 0 w 30"/>
                  <a:gd name="T1" fmla="*/ 0 h 424"/>
                  <a:gd name="T2" fmla="*/ 0 w 30"/>
                  <a:gd name="T3" fmla="*/ 0 h 424"/>
                  <a:gd name="T4" fmla="*/ 2 w 30"/>
                  <a:gd name="T5" fmla="*/ 6 h 424"/>
                  <a:gd name="T6" fmla="*/ 2 w 30"/>
                  <a:gd name="T7" fmla="*/ 6 h 424"/>
                  <a:gd name="T8" fmla="*/ 8 w 30"/>
                  <a:gd name="T9" fmla="*/ 34 h 424"/>
                  <a:gd name="T10" fmla="*/ 12 w 30"/>
                  <a:gd name="T11" fmla="*/ 66 h 424"/>
                  <a:gd name="T12" fmla="*/ 16 w 30"/>
                  <a:gd name="T13" fmla="*/ 134 h 424"/>
                  <a:gd name="T14" fmla="*/ 18 w 30"/>
                  <a:gd name="T15" fmla="*/ 196 h 424"/>
                  <a:gd name="T16" fmla="*/ 18 w 30"/>
                  <a:gd name="T17" fmla="*/ 238 h 424"/>
                  <a:gd name="T18" fmla="*/ 18 w 30"/>
                  <a:gd name="T19" fmla="*/ 238 h 424"/>
                  <a:gd name="T20" fmla="*/ 16 w 30"/>
                  <a:gd name="T21" fmla="*/ 252 h 424"/>
                  <a:gd name="T22" fmla="*/ 12 w 30"/>
                  <a:gd name="T23" fmla="*/ 264 h 424"/>
                  <a:gd name="T24" fmla="*/ 6 w 30"/>
                  <a:gd name="T25" fmla="*/ 286 h 424"/>
                  <a:gd name="T26" fmla="*/ 4 w 30"/>
                  <a:gd name="T27" fmla="*/ 296 h 424"/>
                  <a:gd name="T28" fmla="*/ 2 w 30"/>
                  <a:gd name="T29" fmla="*/ 308 h 424"/>
                  <a:gd name="T30" fmla="*/ 4 w 30"/>
                  <a:gd name="T31" fmla="*/ 324 h 424"/>
                  <a:gd name="T32" fmla="*/ 8 w 30"/>
                  <a:gd name="T33" fmla="*/ 342 h 424"/>
                  <a:gd name="T34" fmla="*/ 8 w 30"/>
                  <a:gd name="T35" fmla="*/ 342 h 424"/>
                  <a:gd name="T36" fmla="*/ 22 w 30"/>
                  <a:gd name="T37" fmla="*/ 392 h 424"/>
                  <a:gd name="T38" fmla="*/ 24 w 30"/>
                  <a:gd name="T39" fmla="*/ 406 h 424"/>
                  <a:gd name="T40" fmla="*/ 24 w 30"/>
                  <a:gd name="T41" fmla="*/ 424 h 424"/>
                  <a:gd name="T42" fmla="*/ 24 w 30"/>
                  <a:gd name="T43" fmla="*/ 424 h 424"/>
                  <a:gd name="T44" fmla="*/ 26 w 30"/>
                  <a:gd name="T45" fmla="*/ 408 h 424"/>
                  <a:gd name="T46" fmla="*/ 28 w 30"/>
                  <a:gd name="T47" fmla="*/ 392 h 424"/>
                  <a:gd name="T48" fmla="*/ 28 w 30"/>
                  <a:gd name="T49" fmla="*/ 380 h 424"/>
                  <a:gd name="T50" fmla="*/ 26 w 30"/>
                  <a:gd name="T51" fmla="*/ 370 h 424"/>
                  <a:gd name="T52" fmla="*/ 22 w 30"/>
                  <a:gd name="T53" fmla="*/ 350 h 424"/>
                  <a:gd name="T54" fmla="*/ 20 w 30"/>
                  <a:gd name="T55" fmla="*/ 328 h 424"/>
                  <a:gd name="T56" fmla="*/ 20 w 30"/>
                  <a:gd name="T57" fmla="*/ 328 h 424"/>
                  <a:gd name="T58" fmla="*/ 20 w 30"/>
                  <a:gd name="T59" fmla="*/ 318 h 424"/>
                  <a:gd name="T60" fmla="*/ 20 w 30"/>
                  <a:gd name="T61" fmla="*/ 304 h 424"/>
                  <a:gd name="T62" fmla="*/ 24 w 30"/>
                  <a:gd name="T63" fmla="*/ 278 h 424"/>
                  <a:gd name="T64" fmla="*/ 30 w 30"/>
                  <a:gd name="T65" fmla="*/ 242 h 424"/>
                  <a:gd name="T66" fmla="*/ 30 w 30"/>
                  <a:gd name="T67" fmla="*/ 222 h 424"/>
                  <a:gd name="T68" fmla="*/ 30 w 30"/>
                  <a:gd name="T69" fmla="*/ 200 h 424"/>
                  <a:gd name="T70" fmla="*/ 0 w 30"/>
                  <a:gd name="T71" fmla="*/ 0 h 42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" h="424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8" y="34"/>
                    </a:lnTo>
                    <a:lnTo>
                      <a:pt x="12" y="66"/>
                    </a:lnTo>
                    <a:lnTo>
                      <a:pt x="16" y="134"/>
                    </a:lnTo>
                    <a:lnTo>
                      <a:pt x="18" y="196"/>
                    </a:lnTo>
                    <a:lnTo>
                      <a:pt x="18" y="238"/>
                    </a:lnTo>
                    <a:lnTo>
                      <a:pt x="16" y="252"/>
                    </a:lnTo>
                    <a:lnTo>
                      <a:pt x="12" y="264"/>
                    </a:lnTo>
                    <a:lnTo>
                      <a:pt x="6" y="286"/>
                    </a:lnTo>
                    <a:lnTo>
                      <a:pt x="4" y="296"/>
                    </a:lnTo>
                    <a:lnTo>
                      <a:pt x="2" y="308"/>
                    </a:lnTo>
                    <a:lnTo>
                      <a:pt x="4" y="324"/>
                    </a:lnTo>
                    <a:lnTo>
                      <a:pt x="8" y="342"/>
                    </a:lnTo>
                    <a:lnTo>
                      <a:pt x="22" y="392"/>
                    </a:lnTo>
                    <a:lnTo>
                      <a:pt x="24" y="406"/>
                    </a:lnTo>
                    <a:lnTo>
                      <a:pt x="24" y="424"/>
                    </a:lnTo>
                    <a:lnTo>
                      <a:pt x="26" y="408"/>
                    </a:lnTo>
                    <a:lnTo>
                      <a:pt x="28" y="392"/>
                    </a:lnTo>
                    <a:lnTo>
                      <a:pt x="28" y="380"/>
                    </a:lnTo>
                    <a:lnTo>
                      <a:pt x="26" y="370"/>
                    </a:lnTo>
                    <a:lnTo>
                      <a:pt x="22" y="350"/>
                    </a:lnTo>
                    <a:lnTo>
                      <a:pt x="20" y="328"/>
                    </a:lnTo>
                    <a:lnTo>
                      <a:pt x="20" y="318"/>
                    </a:lnTo>
                    <a:lnTo>
                      <a:pt x="20" y="304"/>
                    </a:lnTo>
                    <a:lnTo>
                      <a:pt x="24" y="278"/>
                    </a:lnTo>
                    <a:lnTo>
                      <a:pt x="30" y="242"/>
                    </a:lnTo>
                    <a:lnTo>
                      <a:pt x="30" y="222"/>
                    </a:lnTo>
                    <a:lnTo>
                      <a:pt x="30" y="2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6" name="Freeform 2528">
                <a:extLst>
                  <a:ext uri="{FF2B5EF4-FFF2-40B4-BE49-F238E27FC236}">
                    <a16:creationId xmlns:a16="http://schemas.microsoft.com/office/drawing/2014/main" id="{50AE127C-377E-4615-8A05-CBA9B1A5F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046"/>
                <a:ext cx="30" cy="424"/>
              </a:xfrm>
              <a:custGeom>
                <a:avLst/>
                <a:gdLst>
                  <a:gd name="T0" fmla="*/ 0 w 30"/>
                  <a:gd name="T1" fmla="*/ 0 h 424"/>
                  <a:gd name="T2" fmla="*/ 0 w 30"/>
                  <a:gd name="T3" fmla="*/ 0 h 424"/>
                  <a:gd name="T4" fmla="*/ 2 w 30"/>
                  <a:gd name="T5" fmla="*/ 6 h 424"/>
                  <a:gd name="T6" fmla="*/ 2 w 30"/>
                  <a:gd name="T7" fmla="*/ 6 h 424"/>
                  <a:gd name="T8" fmla="*/ 8 w 30"/>
                  <a:gd name="T9" fmla="*/ 34 h 424"/>
                  <a:gd name="T10" fmla="*/ 12 w 30"/>
                  <a:gd name="T11" fmla="*/ 66 h 424"/>
                  <a:gd name="T12" fmla="*/ 16 w 30"/>
                  <a:gd name="T13" fmla="*/ 134 h 424"/>
                  <a:gd name="T14" fmla="*/ 18 w 30"/>
                  <a:gd name="T15" fmla="*/ 196 h 424"/>
                  <a:gd name="T16" fmla="*/ 18 w 30"/>
                  <a:gd name="T17" fmla="*/ 238 h 424"/>
                  <a:gd name="T18" fmla="*/ 18 w 30"/>
                  <a:gd name="T19" fmla="*/ 238 h 424"/>
                  <a:gd name="T20" fmla="*/ 16 w 30"/>
                  <a:gd name="T21" fmla="*/ 252 h 424"/>
                  <a:gd name="T22" fmla="*/ 12 w 30"/>
                  <a:gd name="T23" fmla="*/ 264 h 424"/>
                  <a:gd name="T24" fmla="*/ 6 w 30"/>
                  <a:gd name="T25" fmla="*/ 286 h 424"/>
                  <a:gd name="T26" fmla="*/ 4 w 30"/>
                  <a:gd name="T27" fmla="*/ 296 h 424"/>
                  <a:gd name="T28" fmla="*/ 2 w 30"/>
                  <a:gd name="T29" fmla="*/ 308 h 424"/>
                  <a:gd name="T30" fmla="*/ 4 w 30"/>
                  <a:gd name="T31" fmla="*/ 324 h 424"/>
                  <a:gd name="T32" fmla="*/ 8 w 30"/>
                  <a:gd name="T33" fmla="*/ 342 h 424"/>
                  <a:gd name="T34" fmla="*/ 8 w 30"/>
                  <a:gd name="T35" fmla="*/ 342 h 424"/>
                  <a:gd name="T36" fmla="*/ 22 w 30"/>
                  <a:gd name="T37" fmla="*/ 392 h 424"/>
                  <a:gd name="T38" fmla="*/ 24 w 30"/>
                  <a:gd name="T39" fmla="*/ 406 h 424"/>
                  <a:gd name="T40" fmla="*/ 24 w 30"/>
                  <a:gd name="T41" fmla="*/ 424 h 424"/>
                  <a:gd name="T42" fmla="*/ 24 w 30"/>
                  <a:gd name="T43" fmla="*/ 424 h 424"/>
                  <a:gd name="T44" fmla="*/ 26 w 30"/>
                  <a:gd name="T45" fmla="*/ 408 h 424"/>
                  <a:gd name="T46" fmla="*/ 28 w 30"/>
                  <a:gd name="T47" fmla="*/ 392 h 424"/>
                  <a:gd name="T48" fmla="*/ 28 w 30"/>
                  <a:gd name="T49" fmla="*/ 380 h 424"/>
                  <a:gd name="T50" fmla="*/ 26 w 30"/>
                  <a:gd name="T51" fmla="*/ 370 h 424"/>
                  <a:gd name="T52" fmla="*/ 22 w 30"/>
                  <a:gd name="T53" fmla="*/ 350 h 424"/>
                  <a:gd name="T54" fmla="*/ 20 w 30"/>
                  <a:gd name="T55" fmla="*/ 328 h 424"/>
                  <a:gd name="T56" fmla="*/ 20 w 30"/>
                  <a:gd name="T57" fmla="*/ 328 h 424"/>
                  <a:gd name="T58" fmla="*/ 20 w 30"/>
                  <a:gd name="T59" fmla="*/ 318 h 424"/>
                  <a:gd name="T60" fmla="*/ 20 w 30"/>
                  <a:gd name="T61" fmla="*/ 304 h 424"/>
                  <a:gd name="T62" fmla="*/ 24 w 30"/>
                  <a:gd name="T63" fmla="*/ 278 h 424"/>
                  <a:gd name="T64" fmla="*/ 30 w 30"/>
                  <a:gd name="T65" fmla="*/ 242 h 424"/>
                  <a:gd name="T66" fmla="*/ 30 w 30"/>
                  <a:gd name="T67" fmla="*/ 222 h 424"/>
                  <a:gd name="T68" fmla="*/ 30 w 30"/>
                  <a:gd name="T69" fmla="*/ 200 h 42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0" h="424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8" y="34"/>
                    </a:lnTo>
                    <a:lnTo>
                      <a:pt x="12" y="66"/>
                    </a:lnTo>
                    <a:lnTo>
                      <a:pt x="16" y="134"/>
                    </a:lnTo>
                    <a:lnTo>
                      <a:pt x="18" y="196"/>
                    </a:lnTo>
                    <a:lnTo>
                      <a:pt x="18" y="238"/>
                    </a:lnTo>
                    <a:lnTo>
                      <a:pt x="16" y="252"/>
                    </a:lnTo>
                    <a:lnTo>
                      <a:pt x="12" y="264"/>
                    </a:lnTo>
                    <a:lnTo>
                      <a:pt x="6" y="286"/>
                    </a:lnTo>
                    <a:lnTo>
                      <a:pt x="4" y="296"/>
                    </a:lnTo>
                    <a:lnTo>
                      <a:pt x="2" y="308"/>
                    </a:lnTo>
                    <a:lnTo>
                      <a:pt x="4" y="324"/>
                    </a:lnTo>
                    <a:lnTo>
                      <a:pt x="8" y="342"/>
                    </a:lnTo>
                    <a:lnTo>
                      <a:pt x="22" y="392"/>
                    </a:lnTo>
                    <a:lnTo>
                      <a:pt x="24" y="406"/>
                    </a:lnTo>
                    <a:lnTo>
                      <a:pt x="24" y="424"/>
                    </a:lnTo>
                    <a:lnTo>
                      <a:pt x="26" y="408"/>
                    </a:lnTo>
                    <a:lnTo>
                      <a:pt x="28" y="392"/>
                    </a:lnTo>
                    <a:lnTo>
                      <a:pt x="28" y="380"/>
                    </a:lnTo>
                    <a:lnTo>
                      <a:pt x="26" y="370"/>
                    </a:lnTo>
                    <a:lnTo>
                      <a:pt x="22" y="350"/>
                    </a:lnTo>
                    <a:lnTo>
                      <a:pt x="20" y="328"/>
                    </a:lnTo>
                    <a:lnTo>
                      <a:pt x="20" y="318"/>
                    </a:lnTo>
                    <a:lnTo>
                      <a:pt x="20" y="304"/>
                    </a:lnTo>
                    <a:lnTo>
                      <a:pt x="24" y="278"/>
                    </a:lnTo>
                    <a:lnTo>
                      <a:pt x="30" y="242"/>
                    </a:lnTo>
                    <a:lnTo>
                      <a:pt x="30" y="222"/>
                    </a:lnTo>
                    <a:lnTo>
                      <a:pt x="30" y="20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7" name="Freeform 2529">
                <a:extLst>
                  <a:ext uri="{FF2B5EF4-FFF2-40B4-BE49-F238E27FC236}">
                    <a16:creationId xmlns:a16="http://schemas.microsoft.com/office/drawing/2014/main" id="{68194AA1-5BB6-488C-BBC3-FC5552CB8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158"/>
                <a:ext cx="250" cy="708"/>
              </a:xfrm>
              <a:custGeom>
                <a:avLst/>
                <a:gdLst>
                  <a:gd name="T0" fmla="*/ 250 w 250"/>
                  <a:gd name="T1" fmla="*/ 700 h 708"/>
                  <a:gd name="T2" fmla="*/ 250 w 250"/>
                  <a:gd name="T3" fmla="*/ 700 h 708"/>
                  <a:gd name="T4" fmla="*/ 250 w 250"/>
                  <a:gd name="T5" fmla="*/ 704 h 708"/>
                  <a:gd name="T6" fmla="*/ 248 w 250"/>
                  <a:gd name="T7" fmla="*/ 706 h 708"/>
                  <a:gd name="T8" fmla="*/ 242 w 250"/>
                  <a:gd name="T9" fmla="*/ 708 h 708"/>
                  <a:gd name="T10" fmla="*/ 234 w 250"/>
                  <a:gd name="T11" fmla="*/ 708 h 708"/>
                  <a:gd name="T12" fmla="*/ 226 w 250"/>
                  <a:gd name="T13" fmla="*/ 706 h 708"/>
                  <a:gd name="T14" fmla="*/ 216 w 250"/>
                  <a:gd name="T15" fmla="*/ 702 h 708"/>
                  <a:gd name="T16" fmla="*/ 204 w 250"/>
                  <a:gd name="T17" fmla="*/ 698 h 708"/>
                  <a:gd name="T18" fmla="*/ 192 w 250"/>
                  <a:gd name="T19" fmla="*/ 690 h 708"/>
                  <a:gd name="T20" fmla="*/ 192 w 250"/>
                  <a:gd name="T21" fmla="*/ 690 h 708"/>
                  <a:gd name="T22" fmla="*/ 168 w 250"/>
                  <a:gd name="T23" fmla="*/ 676 h 708"/>
                  <a:gd name="T24" fmla="*/ 148 w 250"/>
                  <a:gd name="T25" fmla="*/ 662 h 708"/>
                  <a:gd name="T26" fmla="*/ 128 w 250"/>
                  <a:gd name="T27" fmla="*/ 646 h 708"/>
                  <a:gd name="T28" fmla="*/ 110 w 250"/>
                  <a:gd name="T29" fmla="*/ 628 h 708"/>
                  <a:gd name="T30" fmla="*/ 94 w 250"/>
                  <a:gd name="T31" fmla="*/ 610 h 708"/>
                  <a:gd name="T32" fmla="*/ 78 w 250"/>
                  <a:gd name="T33" fmla="*/ 592 h 708"/>
                  <a:gd name="T34" fmla="*/ 66 w 250"/>
                  <a:gd name="T35" fmla="*/ 572 h 708"/>
                  <a:gd name="T36" fmla="*/ 54 w 250"/>
                  <a:gd name="T37" fmla="*/ 552 h 708"/>
                  <a:gd name="T38" fmla="*/ 44 w 250"/>
                  <a:gd name="T39" fmla="*/ 530 h 708"/>
                  <a:gd name="T40" fmla="*/ 34 w 250"/>
                  <a:gd name="T41" fmla="*/ 508 h 708"/>
                  <a:gd name="T42" fmla="*/ 26 w 250"/>
                  <a:gd name="T43" fmla="*/ 486 h 708"/>
                  <a:gd name="T44" fmla="*/ 20 w 250"/>
                  <a:gd name="T45" fmla="*/ 464 h 708"/>
                  <a:gd name="T46" fmla="*/ 10 w 250"/>
                  <a:gd name="T47" fmla="*/ 418 h 708"/>
                  <a:gd name="T48" fmla="*/ 4 w 250"/>
                  <a:gd name="T49" fmla="*/ 372 h 708"/>
                  <a:gd name="T50" fmla="*/ 0 w 250"/>
                  <a:gd name="T51" fmla="*/ 324 h 708"/>
                  <a:gd name="T52" fmla="*/ 2 w 250"/>
                  <a:gd name="T53" fmla="*/ 278 h 708"/>
                  <a:gd name="T54" fmla="*/ 4 w 250"/>
                  <a:gd name="T55" fmla="*/ 234 h 708"/>
                  <a:gd name="T56" fmla="*/ 10 w 250"/>
                  <a:gd name="T57" fmla="*/ 190 h 708"/>
                  <a:gd name="T58" fmla="*/ 16 w 250"/>
                  <a:gd name="T59" fmla="*/ 148 h 708"/>
                  <a:gd name="T60" fmla="*/ 24 w 250"/>
                  <a:gd name="T61" fmla="*/ 110 h 708"/>
                  <a:gd name="T62" fmla="*/ 34 w 250"/>
                  <a:gd name="T63" fmla="*/ 76 h 708"/>
                  <a:gd name="T64" fmla="*/ 42 w 250"/>
                  <a:gd name="T65" fmla="*/ 46 h 708"/>
                  <a:gd name="T66" fmla="*/ 42 w 250"/>
                  <a:gd name="T67" fmla="*/ 46 h 708"/>
                  <a:gd name="T68" fmla="*/ 54 w 250"/>
                  <a:gd name="T69" fmla="*/ 16 h 708"/>
                  <a:gd name="T70" fmla="*/ 60 w 250"/>
                  <a:gd name="T71" fmla="*/ 0 h 70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50" h="708">
                    <a:moveTo>
                      <a:pt x="250" y="700"/>
                    </a:moveTo>
                    <a:lnTo>
                      <a:pt x="250" y="700"/>
                    </a:lnTo>
                    <a:lnTo>
                      <a:pt x="250" y="704"/>
                    </a:lnTo>
                    <a:lnTo>
                      <a:pt x="248" y="706"/>
                    </a:lnTo>
                    <a:lnTo>
                      <a:pt x="242" y="708"/>
                    </a:lnTo>
                    <a:lnTo>
                      <a:pt x="234" y="708"/>
                    </a:lnTo>
                    <a:lnTo>
                      <a:pt x="226" y="706"/>
                    </a:lnTo>
                    <a:lnTo>
                      <a:pt x="216" y="702"/>
                    </a:lnTo>
                    <a:lnTo>
                      <a:pt x="204" y="698"/>
                    </a:lnTo>
                    <a:lnTo>
                      <a:pt x="192" y="690"/>
                    </a:lnTo>
                    <a:lnTo>
                      <a:pt x="168" y="676"/>
                    </a:lnTo>
                    <a:lnTo>
                      <a:pt x="148" y="662"/>
                    </a:lnTo>
                    <a:lnTo>
                      <a:pt x="128" y="646"/>
                    </a:lnTo>
                    <a:lnTo>
                      <a:pt x="110" y="628"/>
                    </a:lnTo>
                    <a:lnTo>
                      <a:pt x="94" y="610"/>
                    </a:lnTo>
                    <a:lnTo>
                      <a:pt x="78" y="592"/>
                    </a:lnTo>
                    <a:lnTo>
                      <a:pt x="66" y="572"/>
                    </a:lnTo>
                    <a:lnTo>
                      <a:pt x="54" y="552"/>
                    </a:lnTo>
                    <a:lnTo>
                      <a:pt x="44" y="530"/>
                    </a:lnTo>
                    <a:lnTo>
                      <a:pt x="34" y="508"/>
                    </a:lnTo>
                    <a:lnTo>
                      <a:pt x="26" y="486"/>
                    </a:lnTo>
                    <a:lnTo>
                      <a:pt x="20" y="464"/>
                    </a:lnTo>
                    <a:lnTo>
                      <a:pt x="10" y="418"/>
                    </a:lnTo>
                    <a:lnTo>
                      <a:pt x="4" y="372"/>
                    </a:lnTo>
                    <a:lnTo>
                      <a:pt x="0" y="324"/>
                    </a:lnTo>
                    <a:lnTo>
                      <a:pt x="2" y="278"/>
                    </a:lnTo>
                    <a:lnTo>
                      <a:pt x="4" y="234"/>
                    </a:lnTo>
                    <a:lnTo>
                      <a:pt x="10" y="190"/>
                    </a:lnTo>
                    <a:lnTo>
                      <a:pt x="16" y="148"/>
                    </a:lnTo>
                    <a:lnTo>
                      <a:pt x="24" y="110"/>
                    </a:lnTo>
                    <a:lnTo>
                      <a:pt x="34" y="76"/>
                    </a:lnTo>
                    <a:lnTo>
                      <a:pt x="42" y="46"/>
                    </a:lnTo>
                    <a:lnTo>
                      <a:pt x="54" y="16"/>
                    </a:lnTo>
                    <a:lnTo>
                      <a:pt x="6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8" name="Freeform 2530">
                <a:extLst>
                  <a:ext uri="{FF2B5EF4-FFF2-40B4-BE49-F238E27FC236}">
                    <a16:creationId xmlns:a16="http://schemas.microsoft.com/office/drawing/2014/main" id="{C1FFD9B9-DF2F-4382-9FBD-88746F74A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1922"/>
                <a:ext cx="1062" cy="1126"/>
              </a:xfrm>
              <a:custGeom>
                <a:avLst/>
                <a:gdLst>
                  <a:gd name="T0" fmla="*/ 18 w 1062"/>
                  <a:gd name="T1" fmla="*/ 18 h 1126"/>
                  <a:gd name="T2" fmla="*/ 42 w 1062"/>
                  <a:gd name="T3" fmla="*/ 80 h 1126"/>
                  <a:gd name="T4" fmla="*/ 62 w 1062"/>
                  <a:gd name="T5" fmla="*/ 264 h 1126"/>
                  <a:gd name="T6" fmla="*/ 64 w 1062"/>
                  <a:gd name="T7" fmla="*/ 352 h 1126"/>
                  <a:gd name="T8" fmla="*/ 50 w 1062"/>
                  <a:gd name="T9" fmla="*/ 426 h 1126"/>
                  <a:gd name="T10" fmla="*/ 52 w 1062"/>
                  <a:gd name="T11" fmla="*/ 462 h 1126"/>
                  <a:gd name="T12" fmla="*/ 72 w 1062"/>
                  <a:gd name="T13" fmla="*/ 522 h 1126"/>
                  <a:gd name="T14" fmla="*/ 68 w 1062"/>
                  <a:gd name="T15" fmla="*/ 552 h 1126"/>
                  <a:gd name="T16" fmla="*/ 66 w 1062"/>
                  <a:gd name="T17" fmla="*/ 584 h 1126"/>
                  <a:gd name="T18" fmla="*/ 78 w 1062"/>
                  <a:gd name="T19" fmla="*/ 622 h 1126"/>
                  <a:gd name="T20" fmla="*/ 66 w 1062"/>
                  <a:gd name="T21" fmla="*/ 656 h 1126"/>
                  <a:gd name="T22" fmla="*/ 74 w 1062"/>
                  <a:gd name="T23" fmla="*/ 682 h 1126"/>
                  <a:gd name="T24" fmla="*/ 82 w 1062"/>
                  <a:gd name="T25" fmla="*/ 712 h 1126"/>
                  <a:gd name="T26" fmla="*/ 72 w 1062"/>
                  <a:gd name="T27" fmla="*/ 742 h 1126"/>
                  <a:gd name="T28" fmla="*/ 88 w 1062"/>
                  <a:gd name="T29" fmla="*/ 788 h 1126"/>
                  <a:gd name="T30" fmla="*/ 92 w 1062"/>
                  <a:gd name="T31" fmla="*/ 834 h 1126"/>
                  <a:gd name="T32" fmla="*/ 100 w 1062"/>
                  <a:gd name="T33" fmla="*/ 876 h 1126"/>
                  <a:gd name="T34" fmla="*/ 138 w 1062"/>
                  <a:gd name="T35" fmla="*/ 924 h 1126"/>
                  <a:gd name="T36" fmla="*/ 180 w 1062"/>
                  <a:gd name="T37" fmla="*/ 968 h 1126"/>
                  <a:gd name="T38" fmla="*/ 206 w 1062"/>
                  <a:gd name="T39" fmla="*/ 1016 h 1126"/>
                  <a:gd name="T40" fmla="*/ 238 w 1062"/>
                  <a:gd name="T41" fmla="*/ 1042 h 1126"/>
                  <a:gd name="T42" fmla="*/ 364 w 1062"/>
                  <a:gd name="T43" fmla="*/ 1106 h 1126"/>
                  <a:gd name="T44" fmla="*/ 452 w 1062"/>
                  <a:gd name="T45" fmla="*/ 1120 h 1126"/>
                  <a:gd name="T46" fmla="*/ 514 w 1062"/>
                  <a:gd name="T47" fmla="*/ 1122 h 1126"/>
                  <a:gd name="T48" fmla="*/ 576 w 1062"/>
                  <a:gd name="T49" fmla="*/ 1126 h 1126"/>
                  <a:gd name="T50" fmla="*/ 702 w 1062"/>
                  <a:gd name="T51" fmla="*/ 1098 h 1126"/>
                  <a:gd name="T52" fmla="*/ 814 w 1062"/>
                  <a:gd name="T53" fmla="*/ 1074 h 1126"/>
                  <a:gd name="T54" fmla="*/ 862 w 1062"/>
                  <a:gd name="T55" fmla="*/ 1042 h 1126"/>
                  <a:gd name="T56" fmla="*/ 918 w 1062"/>
                  <a:gd name="T57" fmla="*/ 964 h 1126"/>
                  <a:gd name="T58" fmla="*/ 952 w 1062"/>
                  <a:gd name="T59" fmla="*/ 942 h 1126"/>
                  <a:gd name="T60" fmla="*/ 968 w 1062"/>
                  <a:gd name="T61" fmla="*/ 918 h 1126"/>
                  <a:gd name="T62" fmla="*/ 966 w 1062"/>
                  <a:gd name="T63" fmla="*/ 890 h 1126"/>
                  <a:gd name="T64" fmla="*/ 972 w 1062"/>
                  <a:gd name="T65" fmla="*/ 874 h 1126"/>
                  <a:gd name="T66" fmla="*/ 1004 w 1062"/>
                  <a:gd name="T67" fmla="*/ 854 h 1126"/>
                  <a:gd name="T68" fmla="*/ 1022 w 1062"/>
                  <a:gd name="T69" fmla="*/ 826 h 1126"/>
                  <a:gd name="T70" fmla="*/ 1036 w 1062"/>
                  <a:gd name="T71" fmla="*/ 742 h 1126"/>
                  <a:gd name="T72" fmla="*/ 1054 w 1062"/>
                  <a:gd name="T73" fmla="*/ 686 h 1126"/>
                  <a:gd name="T74" fmla="*/ 1062 w 1062"/>
                  <a:gd name="T75" fmla="*/ 634 h 1126"/>
                  <a:gd name="T76" fmla="*/ 1050 w 1062"/>
                  <a:gd name="T77" fmla="*/ 544 h 1126"/>
                  <a:gd name="T78" fmla="*/ 1036 w 1062"/>
                  <a:gd name="T79" fmla="*/ 520 h 1126"/>
                  <a:gd name="T80" fmla="*/ 1044 w 1062"/>
                  <a:gd name="T81" fmla="*/ 480 h 1126"/>
                  <a:gd name="T82" fmla="*/ 1022 w 1062"/>
                  <a:gd name="T83" fmla="*/ 406 h 1126"/>
                  <a:gd name="T84" fmla="*/ 1006 w 1062"/>
                  <a:gd name="T85" fmla="*/ 354 h 1126"/>
                  <a:gd name="T86" fmla="*/ 1004 w 1062"/>
                  <a:gd name="T87" fmla="*/ 322 h 1126"/>
                  <a:gd name="T88" fmla="*/ 1004 w 1062"/>
                  <a:gd name="T89" fmla="*/ 292 h 1126"/>
                  <a:gd name="T90" fmla="*/ 990 w 1062"/>
                  <a:gd name="T91" fmla="*/ 264 h 1126"/>
                  <a:gd name="T92" fmla="*/ 948 w 1062"/>
                  <a:gd name="T93" fmla="*/ 120 h 1126"/>
                  <a:gd name="T94" fmla="*/ 920 w 1062"/>
                  <a:gd name="T95" fmla="*/ 50 h 112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062" h="1126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18" y="18"/>
                    </a:lnTo>
                    <a:lnTo>
                      <a:pt x="24" y="30"/>
                    </a:lnTo>
                    <a:lnTo>
                      <a:pt x="32" y="46"/>
                    </a:lnTo>
                    <a:lnTo>
                      <a:pt x="36" y="62"/>
                    </a:lnTo>
                    <a:lnTo>
                      <a:pt x="42" y="80"/>
                    </a:lnTo>
                    <a:lnTo>
                      <a:pt x="48" y="120"/>
                    </a:lnTo>
                    <a:lnTo>
                      <a:pt x="54" y="162"/>
                    </a:lnTo>
                    <a:lnTo>
                      <a:pt x="56" y="202"/>
                    </a:lnTo>
                    <a:lnTo>
                      <a:pt x="62" y="264"/>
                    </a:lnTo>
                    <a:lnTo>
                      <a:pt x="64" y="308"/>
                    </a:lnTo>
                    <a:lnTo>
                      <a:pt x="64" y="352"/>
                    </a:lnTo>
                    <a:lnTo>
                      <a:pt x="64" y="364"/>
                    </a:lnTo>
                    <a:lnTo>
                      <a:pt x="60" y="376"/>
                    </a:lnTo>
                    <a:lnTo>
                      <a:pt x="54" y="402"/>
                    </a:lnTo>
                    <a:lnTo>
                      <a:pt x="50" y="426"/>
                    </a:lnTo>
                    <a:lnTo>
                      <a:pt x="48" y="440"/>
                    </a:lnTo>
                    <a:lnTo>
                      <a:pt x="48" y="452"/>
                    </a:lnTo>
                    <a:lnTo>
                      <a:pt x="52" y="462"/>
                    </a:lnTo>
                    <a:lnTo>
                      <a:pt x="54" y="474"/>
                    </a:lnTo>
                    <a:lnTo>
                      <a:pt x="62" y="492"/>
                    </a:lnTo>
                    <a:lnTo>
                      <a:pt x="70" y="510"/>
                    </a:lnTo>
                    <a:lnTo>
                      <a:pt x="72" y="522"/>
                    </a:lnTo>
                    <a:lnTo>
                      <a:pt x="72" y="532"/>
                    </a:lnTo>
                    <a:lnTo>
                      <a:pt x="72" y="542"/>
                    </a:lnTo>
                    <a:lnTo>
                      <a:pt x="68" y="552"/>
                    </a:lnTo>
                    <a:lnTo>
                      <a:pt x="64" y="562"/>
                    </a:lnTo>
                    <a:lnTo>
                      <a:pt x="64" y="572"/>
                    </a:lnTo>
                    <a:lnTo>
                      <a:pt x="66" y="584"/>
                    </a:lnTo>
                    <a:lnTo>
                      <a:pt x="70" y="596"/>
                    </a:lnTo>
                    <a:lnTo>
                      <a:pt x="74" y="610"/>
                    </a:lnTo>
                    <a:lnTo>
                      <a:pt x="78" y="622"/>
                    </a:lnTo>
                    <a:lnTo>
                      <a:pt x="76" y="632"/>
                    </a:lnTo>
                    <a:lnTo>
                      <a:pt x="70" y="640"/>
                    </a:lnTo>
                    <a:lnTo>
                      <a:pt x="66" y="650"/>
                    </a:lnTo>
                    <a:lnTo>
                      <a:pt x="66" y="656"/>
                    </a:lnTo>
                    <a:lnTo>
                      <a:pt x="66" y="662"/>
                    </a:lnTo>
                    <a:lnTo>
                      <a:pt x="70" y="672"/>
                    </a:lnTo>
                    <a:lnTo>
                      <a:pt x="74" y="682"/>
                    </a:lnTo>
                    <a:lnTo>
                      <a:pt x="80" y="690"/>
                    </a:lnTo>
                    <a:lnTo>
                      <a:pt x="82" y="700"/>
                    </a:lnTo>
                    <a:lnTo>
                      <a:pt x="82" y="712"/>
                    </a:lnTo>
                    <a:lnTo>
                      <a:pt x="78" y="722"/>
                    </a:lnTo>
                    <a:lnTo>
                      <a:pt x="74" y="732"/>
                    </a:lnTo>
                    <a:lnTo>
                      <a:pt x="72" y="742"/>
                    </a:lnTo>
                    <a:lnTo>
                      <a:pt x="74" y="756"/>
                    </a:lnTo>
                    <a:lnTo>
                      <a:pt x="78" y="766"/>
                    </a:lnTo>
                    <a:lnTo>
                      <a:pt x="82" y="778"/>
                    </a:lnTo>
                    <a:lnTo>
                      <a:pt x="88" y="788"/>
                    </a:lnTo>
                    <a:lnTo>
                      <a:pt x="90" y="800"/>
                    </a:lnTo>
                    <a:lnTo>
                      <a:pt x="92" y="812"/>
                    </a:lnTo>
                    <a:lnTo>
                      <a:pt x="92" y="834"/>
                    </a:lnTo>
                    <a:lnTo>
                      <a:pt x="94" y="856"/>
                    </a:lnTo>
                    <a:lnTo>
                      <a:pt x="96" y="866"/>
                    </a:lnTo>
                    <a:lnTo>
                      <a:pt x="100" y="876"/>
                    </a:lnTo>
                    <a:lnTo>
                      <a:pt x="106" y="890"/>
                    </a:lnTo>
                    <a:lnTo>
                      <a:pt x="116" y="902"/>
                    </a:lnTo>
                    <a:lnTo>
                      <a:pt x="126" y="914"/>
                    </a:lnTo>
                    <a:lnTo>
                      <a:pt x="138" y="924"/>
                    </a:lnTo>
                    <a:lnTo>
                      <a:pt x="160" y="944"/>
                    </a:lnTo>
                    <a:lnTo>
                      <a:pt x="172" y="954"/>
                    </a:lnTo>
                    <a:lnTo>
                      <a:pt x="180" y="968"/>
                    </a:lnTo>
                    <a:lnTo>
                      <a:pt x="188" y="978"/>
                    </a:lnTo>
                    <a:lnTo>
                      <a:pt x="192" y="990"/>
                    </a:lnTo>
                    <a:lnTo>
                      <a:pt x="202" y="1008"/>
                    </a:lnTo>
                    <a:lnTo>
                      <a:pt x="206" y="1016"/>
                    </a:lnTo>
                    <a:lnTo>
                      <a:pt x="214" y="1024"/>
                    </a:lnTo>
                    <a:lnTo>
                      <a:pt x="224" y="1032"/>
                    </a:lnTo>
                    <a:lnTo>
                      <a:pt x="238" y="1042"/>
                    </a:lnTo>
                    <a:lnTo>
                      <a:pt x="288" y="1068"/>
                    </a:lnTo>
                    <a:lnTo>
                      <a:pt x="336" y="1096"/>
                    </a:lnTo>
                    <a:lnTo>
                      <a:pt x="364" y="1106"/>
                    </a:lnTo>
                    <a:lnTo>
                      <a:pt x="394" y="1116"/>
                    </a:lnTo>
                    <a:lnTo>
                      <a:pt x="424" y="1120"/>
                    </a:lnTo>
                    <a:lnTo>
                      <a:pt x="438" y="1120"/>
                    </a:lnTo>
                    <a:lnTo>
                      <a:pt x="452" y="1120"/>
                    </a:lnTo>
                    <a:lnTo>
                      <a:pt x="468" y="1120"/>
                    </a:lnTo>
                    <a:lnTo>
                      <a:pt x="484" y="1120"/>
                    </a:lnTo>
                    <a:lnTo>
                      <a:pt x="514" y="1122"/>
                    </a:lnTo>
                    <a:lnTo>
                      <a:pt x="544" y="1126"/>
                    </a:lnTo>
                    <a:lnTo>
                      <a:pt x="560" y="1126"/>
                    </a:lnTo>
                    <a:lnTo>
                      <a:pt x="576" y="1126"/>
                    </a:lnTo>
                    <a:lnTo>
                      <a:pt x="604" y="1120"/>
                    </a:lnTo>
                    <a:lnTo>
                      <a:pt x="638" y="1112"/>
                    </a:lnTo>
                    <a:lnTo>
                      <a:pt x="672" y="1104"/>
                    </a:lnTo>
                    <a:lnTo>
                      <a:pt x="702" y="1098"/>
                    </a:lnTo>
                    <a:lnTo>
                      <a:pt x="758" y="1088"/>
                    </a:lnTo>
                    <a:lnTo>
                      <a:pt x="786" y="1082"/>
                    </a:lnTo>
                    <a:lnTo>
                      <a:pt x="814" y="1074"/>
                    </a:lnTo>
                    <a:lnTo>
                      <a:pt x="834" y="1064"/>
                    </a:lnTo>
                    <a:lnTo>
                      <a:pt x="850" y="1054"/>
                    </a:lnTo>
                    <a:lnTo>
                      <a:pt x="862" y="1042"/>
                    </a:lnTo>
                    <a:lnTo>
                      <a:pt x="872" y="1026"/>
                    </a:lnTo>
                    <a:lnTo>
                      <a:pt x="890" y="996"/>
                    </a:lnTo>
                    <a:lnTo>
                      <a:pt x="902" y="980"/>
                    </a:lnTo>
                    <a:lnTo>
                      <a:pt x="918" y="964"/>
                    </a:lnTo>
                    <a:lnTo>
                      <a:pt x="932" y="954"/>
                    </a:lnTo>
                    <a:lnTo>
                      <a:pt x="946" y="946"/>
                    </a:lnTo>
                    <a:lnTo>
                      <a:pt x="952" y="942"/>
                    </a:lnTo>
                    <a:lnTo>
                      <a:pt x="958" y="936"/>
                    </a:lnTo>
                    <a:lnTo>
                      <a:pt x="964" y="928"/>
                    </a:lnTo>
                    <a:lnTo>
                      <a:pt x="968" y="918"/>
                    </a:lnTo>
                    <a:lnTo>
                      <a:pt x="970" y="914"/>
                    </a:lnTo>
                    <a:lnTo>
                      <a:pt x="970" y="908"/>
                    </a:lnTo>
                    <a:lnTo>
                      <a:pt x="966" y="900"/>
                    </a:lnTo>
                    <a:lnTo>
                      <a:pt x="966" y="890"/>
                    </a:lnTo>
                    <a:lnTo>
                      <a:pt x="966" y="884"/>
                    </a:lnTo>
                    <a:lnTo>
                      <a:pt x="968" y="880"/>
                    </a:lnTo>
                    <a:lnTo>
                      <a:pt x="972" y="874"/>
                    </a:lnTo>
                    <a:lnTo>
                      <a:pt x="976" y="870"/>
                    </a:lnTo>
                    <a:lnTo>
                      <a:pt x="986" y="862"/>
                    </a:lnTo>
                    <a:lnTo>
                      <a:pt x="998" y="858"/>
                    </a:lnTo>
                    <a:lnTo>
                      <a:pt x="1004" y="854"/>
                    </a:lnTo>
                    <a:lnTo>
                      <a:pt x="1008" y="850"/>
                    </a:lnTo>
                    <a:lnTo>
                      <a:pt x="1016" y="838"/>
                    </a:lnTo>
                    <a:lnTo>
                      <a:pt x="1022" y="826"/>
                    </a:lnTo>
                    <a:lnTo>
                      <a:pt x="1026" y="812"/>
                    </a:lnTo>
                    <a:lnTo>
                      <a:pt x="1028" y="798"/>
                    </a:lnTo>
                    <a:lnTo>
                      <a:pt x="1032" y="768"/>
                    </a:lnTo>
                    <a:lnTo>
                      <a:pt x="1036" y="742"/>
                    </a:lnTo>
                    <a:lnTo>
                      <a:pt x="1040" y="722"/>
                    </a:lnTo>
                    <a:lnTo>
                      <a:pt x="1048" y="704"/>
                    </a:lnTo>
                    <a:lnTo>
                      <a:pt x="1054" y="686"/>
                    </a:lnTo>
                    <a:lnTo>
                      <a:pt x="1060" y="666"/>
                    </a:lnTo>
                    <a:lnTo>
                      <a:pt x="1062" y="652"/>
                    </a:lnTo>
                    <a:lnTo>
                      <a:pt x="1062" y="634"/>
                    </a:lnTo>
                    <a:lnTo>
                      <a:pt x="1062" y="610"/>
                    </a:lnTo>
                    <a:lnTo>
                      <a:pt x="1060" y="588"/>
                    </a:lnTo>
                    <a:lnTo>
                      <a:pt x="1056" y="564"/>
                    </a:lnTo>
                    <a:lnTo>
                      <a:pt x="1050" y="544"/>
                    </a:lnTo>
                    <a:lnTo>
                      <a:pt x="1044" y="528"/>
                    </a:lnTo>
                    <a:lnTo>
                      <a:pt x="1040" y="524"/>
                    </a:lnTo>
                    <a:lnTo>
                      <a:pt x="1036" y="520"/>
                    </a:lnTo>
                    <a:lnTo>
                      <a:pt x="1040" y="514"/>
                    </a:lnTo>
                    <a:lnTo>
                      <a:pt x="1042" y="508"/>
                    </a:lnTo>
                    <a:lnTo>
                      <a:pt x="1046" y="494"/>
                    </a:lnTo>
                    <a:lnTo>
                      <a:pt x="1044" y="480"/>
                    </a:lnTo>
                    <a:lnTo>
                      <a:pt x="1040" y="466"/>
                    </a:lnTo>
                    <a:lnTo>
                      <a:pt x="1028" y="436"/>
                    </a:lnTo>
                    <a:lnTo>
                      <a:pt x="1024" y="422"/>
                    </a:lnTo>
                    <a:lnTo>
                      <a:pt x="1022" y="406"/>
                    </a:lnTo>
                    <a:lnTo>
                      <a:pt x="1018" y="386"/>
                    </a:lnTo>
                    <a:lnTo>
                      <a:pt x="1012" y="370"/>
                    </a:lnTo>
                    <a:lnTo>
                      <a:pt x="1006" y="354"/>
                    </a:lnTo>
                    <a:lnTo>
                      <a:pt x="1000" y="338"/>
                    </a:lnTo>
                    <a:lnTo>
                      <a:pt x="1002" y="330"/>
                    </a:lnTo>
                    <a:lnTo>
                      <a:pt x="1004" y="322"/>
                    </a:lnTo>
                    <a:lnTo>
                      <a:pt x="1006" y="312"/>
                    </a:lnTo>
                    <a:lnTo>
                      <a:pt x="1008" y="304"/>
                    </a:lnTo>
                    <a:lnTo>
                      <a:pt x="1004" y="292"/>
                    </a:lnTo>
                    <a:lnTo>
                      <a:pt x="1000" y="284"/>
                    </a:lnTo>
                    <a:lnTo>
                      <a:pt x="994" y="274"/>
                    </a:lnTo>
                    <a:lnTo>
                      <a:pt x="990" y="264"/>
                    </a:lnTo>
                    <a:lnTo>
                      <a:pt x="978" y="228"/>
                    </a:lnTo>
                    <a:lnTo>
                      <a:pt x="966" y="192"/>
                    </a:lnTo>
                    <a:lnTo>
                      <a:pt x="948" y="120"/>
                    </a:lnTo>
                    <a:lnTo>
                      <a:pt x="942" y="100"/>
                    </a:lnTo>
                    <a:lnTo>
                      <a:pt x="936" y="86"/>
                    </a:lnTo>
                    <a:lnTo>
                      <a:pt x="924" y="62"/>
                    </a:lnTo>
                    <a:lnTo>
                      <a:pt x="920" y="50"/>
                    </a:lnTo>
                    <a:lnTo>
                      <a:pt x="920" y="38"/>
                    </a:lnTo>
                    <a:lnTo>
                      <a:pt x="924" y="22"/>
                    </a:lnTo>
                    <a:lnTo>
                      <a:pt x="93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9" name="Freeform 2531">
                <a:extLst>
                  <a:ext uri="{FF2B5EF4-FFF2-40B4-BE49-F238E27FC236}">
                    <a16:creationId xmlns:a16="http://schemas.microsoft.com/office/drawing/2014/main" id="{ACA90647-7F4A-4F0E-99FA-12A0491EE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922"/>
                <a:ext cx="1102" cy="1144"/>
              </a:xfrm>
              <a:custGeom>
                <a:avLst/>
                <a:gdLst>
                  <a:gd name="T0" fmla="*/ 4 w 1102"/>
                  <a:gd name="T1" fmla="*/ 6 h 1144"/>
                  <a:gd name="T2" fmla="*/ 26 w 1102"/>
                  <a:gd name="T3" fmla="*/ 26 h 1144"/>
                  <a:gd name="T4" fmla="*/ 54 w 1102"/>
                  <a:gd name="T5" fmla="*/ 124 h 1144"/>
                  <a:gd name="T6" fmla="*/ 66 w 1102"/>
                  <a:gd name="T7" fmla="*/ 266 h 1144"/>
                  <a:gd name="T8" fmla="*/ 66 w 1102"/>
                  <a:gd name="T9" fmla="*/ 370 h 1144"/>
                  <a:gd name="T10" fmla="*/ 54 w 1102"/>
                  <a:gd name="T11" fmla="*/ 438 h 1144"/>
                  <a:gd name="T12" fmla="*/ 60 w 1102"/>
                  <a:gd name="T13" fmla="*/ 476 h 1144"/>
                  <a:gd name="T14" fmla="*/ 76 w 1102"/>
                  <a:gd name="T15" fmla="*/ 522 h 1144"/>
                  <a:gd name="T16" fmla="*/ 74 w 1102"/>
                  <a:gd name="T17" fmla="*/ 544 h 1144"/>
                  <a:gd name="T18" fmla="*/ 68 w 1102"/>
                  <a:gd name="T19" fmla="*/ 574 h 1144"/>
                  <a:gd name="T20" fmla="*/ 80 w 1102"/>
                  <a:gd name="T21" fmla="*/ 612 h 1144"/>
                  <a:gd name="T22" fmla="*/ 78 w 1102"/>
                  <a:gd name="T23" fmla="*/ 630 h 1144"/>
                  <a:gd name="T24" fmla="*/ 70 w 1102"/>
                  <a:gd name="T25" fmla="*/ 664 h 1144"/>
                  <a:gd name="T26" fmla="*/ 82 w 1102"/>
                  <a:gd name="T27" fmla="*/ 690 h 1144"/>
                  <a:gd name="T28" fmla="*/ 86 w 1102"/>
                  <a:gd name="T29" fmla="*/ 710 h 1144"/>
                  <a:gd name="T30" fmla="*/ 76 w 1102"/>
                  <a:gd name="T31" fmla="*/ 742 h 1144"/>
                  <a:gd name="T32" fmla="*/ 88 w 1102"/>
                  <a:gd name="T33" fmla="*/ 780 h 1144"/>
                  <a:gd name="T34" fmla="*/ 98 w 1102"/>
                  <a:gd name="T35" fmla="*/ 832 h 1144"/>
                  <a:gd name="T36" fmla="*/ 106 w 1102"/>
                  <a:gd name="T37" fmla="*/ 882 h 1144"/>
                  <a:gd name="T38" fmla="*/ 140 w 1102"/>
                  <a:gd name="T39" fmla="*/ 930 h 1144"/>
                  <a:gd name="T40" fmla="*/ 182 w 1102"/>
                  <a:gd name="T41" fmla="*/ 968 h 1144"/>
                  <a:gd name="T42" fmla="*/ 202 w 1102"/>
                  <a:gd name="T43" fmla="*/ 1002 h 1144"/>
                  <a:gd name="T44" fmla="*/ 232 w 1102"/>
                  <a:gd name="T45" fmla="*/ 1042 h 1144"/>
                  <a:gd name="T46" fmla="*/ 352 w 1102"/>
                  <a:gd name="T47" fmla="*/ 1110 h 1144"/>
                  <a:gd name="T48" fmla="*/ 446 w 1102"/>
                  <a:gd name="T49" fmla="*/ 1138 h 1144"/>
                  <a:gd name="T50" fmla="*/ 490 w 1102"/>
                  <a:gd name="T51" fmla="*/ 1136 h 1144"/>
                  <a:gd name="T52" fmla="*/ 566 w 1102"/>
                  <a:gd name="T53" fmla="*/ 1142 h 1144"/>
                  <a:gd name="T54" fmla="*/ 616 w 1102"/>
                  <a:gd name="T55" fmla="*/ 1140 h 1144"/>
                  <a:gd name="T56" fmla="*/ 726 w 1102"/>
                  <a:gd name="T57" fmla="*/ 1114 h 1144"/>
                  <a:gd name="T58" fmla="*/ 814 w 1102"/>
                  <a:gd name="T59" fmla="*/ 1098 h 1144"/>
                  <a:gd name="T60" fmla="*/ 868 w 1102"/>
                  <a:gd name="T61" fmla="*/ 1078 h 1144"/>
                  <a:gd name="T62" fmla="*/ 914 w 1102"/>
                  <a:gd name="T63" fmla="*/ 1024 h 1144"/>
                  <a:gd name="T64" fmla="*/ 950 w 1102"/>
                  <a:gd name="T65" fmla="*/ 978 h 1144"/>
                  <a:gd name="T66" fmla="*/ 988 w 1102"/>
                  <a:gd name="T67" fmla="*/ 952 h 1144"/>
                  <a:gd name="T68" fmla="*/ 1008 w 1102"/>
                  <a:gd name="T69" fmla="*/ 918 h 1144"/>
                  <a:gd name="T70" fmla="*/ 1006 w 1102"/>
                  <a:gd name="T71" fmla="*/ 896 h 1144"/>
                  <a:gd name="T72" fmla="*/ 1004 w 1102"/>
                  <a:gd name="T73" fmla="*/ 886 h 1144"/>
                  <a:gd name="T74" fmla="*/ 1018 w 1102"/>
                  <a:gd name="T75" fmla="*/ 876 h 1144"/>
                  <a:gd name="T76" fmla="*/ 1042 w 1102"/>
                  <a:gd name="T77" fmla="*/ 860 h 1144"/>
                  <a:gd name="T78" fmla="*/ 1064 w 1102"/>
                  <a:gd name="T79" fmla="*/ 816 h 1144"/>
                  <a:gd name="T80" fmla="*/ 1074 w 1102"/>
                  <a:gd name="T81" fmla="*/ 746 h 1144"/>
                  <a:gd name="T82" fmla="*/ 1094 w 1102"/>
                  <a:gd name="T83" fmla="*/ 690 h 1144"/>
                  <a:gd name="T84" fmla="*/ 1102 w 1102"/>
                  <a:gd name="T85" fmla="*/ 634 h 1144"/>
                  <a:gd name="T86" fmla="*/ 1094 w 1102"/>
                  <a:gd name="T87" fmla="*/ 556 h 1144"/>
                  <a:gd name="T88" fmla="*/ 1078 w 1102"/>
                  <a:gd name="T89" fmla="*/ 518 h 1144"/>
                  <a:gd name="T90" fmla="*/ 1084 w 1102"/>
                  <a:gd name="T91" fmla="*/ 480 h 1144"/>
                  <a:gd name="T92" fmla="*/ 1064 w 1102"/>
                  <a:gd name="T93" fmla="*/ 424 h 1144"/>
                  <a:gd name="T94" fmla="*/ 1058 w 1102"/>
                  <a:gd name="T95" fmla="*/ 392 h 1144"/>
                  <a:gd name="T96" fmla="*/ 1042 w 1102"/>
                  <a:gd name="T97" fmla="*/ 348 h 1144"/>
                  <a:gd name="T98" fmla="*/ 1042 w 1102"/>
                  <a:gd name="T99" fmla="*/ 328 h 1144"/>
                  <a:gd name="T100" fmla="*/ 1046 w 1102"/>
                  <a:gd name="T101" fmla="*/ 302 h 1144"/>
                  <a:gd name="T102" fmla="*/ 1028 w 1102"/>
                  <a:gd name="T103" fmla="*/ 258 h 1144"/>
                  <a:gd name="T104" fmla="*/ 988 w 1102"/>
                  <a:gd name="T105" fmla="*/ 116 h 1144"/>
                  <a:gd name="T106" fmla="*/ 972 w 1102"/>
                  <a:gd name="T107" fmla="*/ 72 h 1144"/>
                  <a:gd name="T108" fmla="*/ 962 w 1102"/>
                  <a:gd name="T109" fmla="*/ 18 h 114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2" h="1144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12" y="12"/>
                    </a:lnTo>
                    <a:lnTo>
                      <a:pt x="20" y="16"/>
                    </a:lnTo>
                    <a:lnTo>
                      <a:pt x="26" y="26"/>
                    </a:lnTo>
                    <a:lnTo>
                      <a:pt x="32" y="38"/>
                    </a:lnTo>
                    <a:lnTo>
                      <a:pt x="38" y="52"/>
                    </a:lnTo>
                    <a:lnTo>
                      <a:pt x="46" y="86"/>
                    </a:lnTo>
                    <a:lnTo>
                      <a:pt x="54" y="124"/>
                    </a:lnTo>
                    <a:lnTo>
                      <a:pt x="58" y="164"/>
                    </a:lnTo>
                    <a:lnTo>
                      <a:pt x="62" y="204"/>
                    </a:lnTo>
                    <a:lnTo>
                      <a:pt x="66" y="266"/>
                    </a:lnTo>
                    <a:lnTo>
                      <a:pt x="70" y="308"/>
                    </a:lnTo>
                    <a:lnTo>
                      <a:pt x="70" y="350"/>
                    </a:lnTo>
                    <a:lnTo>
                      <a:pt x="66" y="370"/>
                    </a:lnTo>
                    <a:lnTo>
                      <a:pt x="62" y="390"/>
                    </a:lnTo>
                    <a:lnTo>
                      <a:pt x="54" y="422"/>
                    </a:lnTo>
                    <a:lnTo>
                      <a:pt x="54" y="438"/>
                    </a:lnTo>
                    <a:lnTo>
                      <a:pt x="54" y="454"/>
                    </a:lnTo>
                    <a:lnTo>
                      <a:pt x="56" y="466"/>
                    </a:lnTo>
                    <a:lnTo>
                      <a:pt x="60" y="476"/>
                    </a:lnTo>
                    <a:lnTo>
                      <a:pt x="68" y="496"/>
                    </a:lnTo>
                    <a:lnTo>
                      <a:pt x="74" y="514"/>
                    </a:lnTo>
                    <a:lnTo>
                      <a:pt x="76" y="522"/>
                    </a:lnTo>
                    <a:lnTo>
                      <a:pt x="78" y="534"/>
                    </a:lnTo>
                    <a:lnTo>
                      <a:pt x="74" y="544"/>
                    </a:lnTo>
                    <a:lnTo>
                      <a:pt x="70" y="558"/>
                    </a:lnTo>
                    <a:lnTo>
                      <a:pt x="70" y="564"/>
                    </a:lnTo>
                    <a:lnTo>
                      <a:pt x="68" y="574"/>
                    </a:lnTo>
                    <a:lnTo>
                      <a:pt x="72" y="588"/>
                    </a:lnTo>
                    <a:lnTo>
                      <a:pt x="76" y="602"/>
                    </a:lnTo>
                    <a:lnTo>
                      <a:pt x="80" y="612"/>
                    </a:lnTo>
                    <a:lnTo>
                      <a:pt x="82" y="624"/>
                    </a:lnTo>
                    <a:lnTo>
                      <a:pt x="78" y="630"/>
                    </a:lnTo>
                    <a:lnTo>
                      <a:pt x="72" y="646"/>
                    </a:lnTo>
                    <a:lnTo>
                      <a:pt x="70" y="654"/>
                    </a:lnTo>
                    <a:lnTo>
                      <a:pt x="70" y="664"/>
                    </a:lnTo>
                    <a:lnTo>
                      <a:pt x="74" y="672"/>
                    </a:lnTo>
                    <a:lnTo>
                      <a:pt x="76" y="680"/>
                    </a:lnTo>
                    <a:lnTo>
                      <a:pt x="82" y="690"/>
                    </a:lnTo>
                    <a:lnTo>
                      <a:pt x="86" y="696"/>
                    </a:lnTo>
                    <a:lnTo>
                      <a:pt x="88" y="702"/>
                    </a:lnTo>
                    <a:lnTo>
                      <a:pt x="86" y="710"/>
                    </a:lnTo>
                    <a:lnTo>
                      <a:pt x="84" y="718"/>
                    </a:lnTo>
                    <a:lnTo>
                      <a:pt x="80" y="728"/>
                    </a:lnTo>
                    <a:lnTo>
                      <a:pt x="76" y="742"/>
                    </a:lnTo>
                    <a:lnTo>
                      <a:pt x="78" y="754"/>
                    </a:lnTo>
                    <a:lnTo>
                      <a:pt x="80" y="764"/>
                    </a:lnTo>
                    <a:lnTo>
                      <a:pt x="88" y="780"/>
                    </a:lnTo>
                    <a:lnTo>
                      <a:pt x="94" y="794"/>
                    </a:lnTo>
                    <a:lnTo>
                      <a:pt x="96" y="812"/>
                    </a:lnTo>
                    <a:lnTo>
                      <a:pt x="98" y="832"/>
                    </a:lnTo>
                    <a:lnTo>
                      <a:pt x="100" y="856"/>
                    </a:lnTo>
                    <a:lnTo>
                      <a:pt x="102" y="870"/>
                    </a:lnTo>
                    <a:lnTo>
                      <a:pt x="106" y="882"/>
                    </a:lnTo>
                    <a:lnTo>
                      <a:pt x="114" y="900"/>
                    </a:lnTo>
                    <a:lnTo>
                      <a:pt x="128" y="916"/>
                    </a:lnTo>
                    <a:lnTo>
                      <a:pt x="140" y="930"/>
                    </a:lnTo>
                    <a:lnTo>
                      <a:pt x="156" y="942"/>
                    </a:lnTo>
                    <a:lnTo>
                      <a:pt x="174" y="958"/>
                    </a:lnTo>
                    <a:lnTo>
                      <a:pt x="182" y="968"/>
                    </a:lnTo>
                    <a:lnTo>
                      <a:pt x="188" y="976"/>
                    </a:lnTo>
                    <a:lnTo>
                      <a:pt x="196" y="990"/>
                    </a:lnTo>
                    <a:lnTo>
                      <a:pt x="202" y="1002"/>
                    </a:lnTo>
                    <a:lnTo>
                      <a:pt x="208" y="1016"/>
                    </a:lnTo>
                    <a:lnTo>
                      <a:pt x="218" y="1028"/>
                    </a:lnTo>
                    <a:lnTo>
                      <a:pt x="232" y="1042"/>
                    </a:lnTo>
                    <a:lnTo>
                      <a:pt x="252" y="1056"/>
                    </a:lnTo>
                    <a:lnTo>
                      <a:pt x="294" y="1080"/>
                    </a:lnTo>
                    <a:lnTo>
                      <a:pt x="352" y="1110"/>
                    </a:lnTo>
                    <a:lnTo>
                      <a:pt x="382" y="1124"/>
                    </a:lnTo>
                    <a:lnTo>
                      <a:pt x="414" y="1132"/>
                    </a:lnTo>
                    <a:lnTo>
                      <a:pt x="446" y="1138"/>
                    </a:lnTo>
                    <a:lnTo>
                      <a:pt x="460" y="1138"/>
                    </a:lnTo>
                    <a:lnTo>
                      <a:pt x="476" y="1138"/>
                    </a:lnTo>
                    <a:lnTo>
                      <a:pt x="490" y="1136"/>
                    </a:lnTo>
                    <a:lnTo>
                      <a:pt x="504" y="1136"/>
                    </a:lnTo>
                    <a:lnTo>
                      <a:pt x="534" y="1140"/>
                    </a:lnTo>
                    <a:lnTo>
                      <a:pt x="566" y="1142"/>
                    </a:lnTo>
                    <a:lnTo>
                      <a:pt x="582" y="1144"/>
                    </a:lnTo>
                    <a:lnTo>
                      <a:pt x="598" y="1142"/>
                    </a:lnTo>
                    <a:lnTo>
                      <a:pt x="616" y="1140"/>
                    </a:lnTo>
                    <a:lnTo>
                      <a:pt x="636" y="1136"/>
                    </a:lnTo>
                    <a:lnTo>
                      <a:pt x="676" y="1126"/>
                    </a:lnTo>
                    <a:lnTo>
                      <a:pt x="726" y="1114"/>
                    </a:lnTo>
                    <a:lnTo>
                      <a:pt x="732" y="1114"/>
                    </a:lnTo>
                    <a:lnTo>
                      <a:pt x="786" y="1104"/>
                    </a:lnTo>
                    <a:lnTo>
                      <a:pt x="814" y="1098"/>
                    </a:lnTo>
                    <a:lnTo>
                      <a:pt x="840" y="1090"/>
                    </a:lnTo>
                    <a:lnTo>
                      <a:pt x="856" y="1084"/>
                    </a:lnTo>
                    <a:lnTo>
                      <a:pt x="868" y="1078"/>
                    </a:lnTo>
                    <a:lnTo>
                      <a:pt x="880" y="1070"/>
                    </a:lnTo>
                    <a:lnTo>
                      <a:pt x="888" y="1062"/>
                    </a:lnTo>
                    <a:lnTo>
                      <a:pt x="902" y="1044"/>
                    </a:lnTo>
                    <a:lnTo>
                      <a:pt x="914" y="1024"/>
                    </a:lnTo>
                    <a:lnTo>
                      <a:pt x="930" y="1000"/>
                    </a:lnTo>
                    <a:lnTo>
                      <a:pt x="938" y="988"/>
                    </a:lnTo>
                    <a:lnTo>
                      <a:pt x="950" y="978"/>
                    </a:lnTo>
                    <a:lnTo>
                      <a:pt x="968" y="966"/>
                    </a:lnTo>
                    <a:lnTo>
                      <a:pt x="978" y="960"/>
                    </a:lnTo>
                    <a:lnTo>
                      <a:pt x="988" y="952"/>
                    </a:lnTo>
                    <a:lnTo>
                      <a:pt x="998" y="940"/>
                    </a:lnTo>
                    <a:lnTo>
                      <a:pt x="1006" y="924"/>
                    </a:lnTo>
                    <a:lnTo>
                      <a:pt x="1008" y="918"/>
                    </a:lnTo>
                    <a:lnTo>
                      <a:pt x="1008" y="912"/>
                    </a:lnTo>
                    <a:lnTo>
                      <a:pt x="1008" y="904"/>
                    </a:lnTo>
                    <a:lnTo>
                      <a:pt x="1006" y="896"/>
                    </a:lnTo>
                    <a:lnTo>
                      <a:pt x="1004" y="888"/>
                    </a:lnTo>
                    <a:lnTo>
                      <a:pt x="1004" y="886"/>
                    </a:lnTo>
                    <a:lnTo>
                      <a:pt x="1010" y="882"/>
                    </a:lnTo>
                    <a:lnTo>
                      <a:pt x="1018" y="876"/>
                    </a:lnTo>
                    <a:lnTo>
                      <a:pt x="1030" y="870"/>
                    </a:lnTo>
                    <a:lnTo>
                      <a:pt x="1036" y="866"/>
                    </a:lnTo>
                    <a:lnTo>
                      <a:pt x="1042" y="860"/>
                    </a:lnTo>
                    <a:lnTo>
                      <a:pt x="1050" y="852"/>
                    </a:lnTo>
                    <a:lnTo>
                      <a:pt x="1056" y="840"/>
                    </a:lnTo>
                    <a:lnTo>
                      <a:pt x="1060" y="828"/>
                    </a:lnTo>
                    <a:lnTo>
                      <a:pt x="1064" y="816"/>
                    </a:lnTo>
                    <a:lnTo>
                      <a:pt x="1068" y="790"/>
                    </a:lnTo>
                    <a:lnTo>
                      <a:pt x="1072" y="766"/>
                    </a:lnTo>
                    <a:lnTo>
                      <a:pt x="1074" y="746"/>
                    </a:lnTo>
                    <a:lnTo>
                      <a:pt x="1080" y="726"/>
                    </a:lnTo>
                    <a:lnTo>
                      <a:pt x="1086" y="708"/>
                    </a:lnTo>
                    <a:lnTo>
                      <a:pt x="1094" y="690"/>
                    </a:lnTo>
                    <a:lnTo>
                      <a:pt x="1100" y="668"/>
                    </a:lnTo>
                    <a:lnTo>
                      <a:pt x="1100" y="656"/>
                    </a:lnTo>
                    <a:lnTo>
                      <a:pt x="1102" y="634"/>
                    </a:lnTo>
                    <a:lnTo>
                      <a:pt x="1100" y="604"/>
                    </a:lnTo>
                    <a:lnTo>
                      <a:pt x="1096" y="572"/>
                    </a:lnTo>
                    <a:lnTo>
                      <a:pt x="1094" y="556"/>
                    </a:lnTo>
                    <a:lnTo>
                      <a:pt x="1090" y="542"/>
                    </a:lnTo>
                    <a:lnTo>
                      <a:pt x="1084" y="528"/>
                    </a:lnTo>
                    <a:lnTo>
                      <a:pt x="1078" y="518"/>
                    </a:lnTo>
                    <a:lnTo>
                      <a:pt x="1082" y="506"/>
                    </a:lnTo>
                    <a:lnTo>
                      <a:pt x="1084" y="492"/>
                    </a:lnTo>
                    <a:lnTo>
                      <a:pt x="1084" y="480"/>
                    </a:lnTo>
                    <a:lnTo>
                      <a:pt x="1080" y="468"/>
                    </a:lnTo>
                    <a:lnTo>
                      <a:pt x="1072" y="444"/>
                    </a:lnTo>
                    <a:lnTo>
                      <a:pt x="1064" y="424"/>
                    </a:lnTo>
                    <a:lnTo>
                      <a:pt x="1062" y="414"/>
                    </a:lnTo>
                    <a:lnTo>
                      <a:pt x="1060" y="404"/>
                    </a:lnTo>
                    <a:lnTo>
                      <a:pt x="1058" y="392"/>
                    </a:lnTo>
                    <a:lnTo>
                      <a:pt x="1056" y="380"/>
                    </a:lnTo>
                    <a:lnTo>
                      <a:pt x="1048" y="362"/>
                    </a:lnTo>
                    <a:lnTo>
                      <a:pt x="1042" y="348"/>
                    </a:lnTo>
                    <a:lnTo>
                      <a:pt x="1038" y="334"/>
                    </a:lnTo>
                    <a:lnTo>
                      <a:pt x="1042" y="328"/>
                    </a:lnTo>
                    <a:lnTo>
                      <a:pt x="1046" y="316"/>
                    </a:lnTo>
                    <a:lnTo>
                      <a:pt x="1046" y="308"/>
                    </a:lnTo>
                    <a:lnTo>
                      <a:pt x="1046" y="302"/>
                    </a:lnTo>
                    <a:lnTo>
                      <a:pt x="1044" y="292"/>
                    </a:lnTo>
                    <a:lnTo>
                      <a:pt x="1042" y="284"/>
                    </a:lnTo>
                    <a:lnTo>
                      <a:pt x="1034" y="270"/>
                    </a:lnTo>
                    <a:lnTo>
                      <a:pt x="1028" y="258"/>
                    </a:lnTo>
                    <a:lnTo>
                      <a:pt x="1016" y="224"/>
                    </a:lnTo>
                    <a:lnTo>
                      <a:pt x="1004" y="188"/>
                    </a:lnTo>
                    <a:lnTo>
                      <a:pt x="988" y="116"/>
                    </a:lnTo>
                    <a:lnTo>
                      <a:pt x="984" y="104"/>
                    </a:lnTo>
                    <a:lnTo>
                      <a:pt x="978" y="86"/>
                    </a:lnTo>
                    <a:lnTo>
                      <a:pt x="972" y="72"/>
                    </a:lnTo>
                    <a:lnTo>
                      <a:pt x="962" y="52"/>
                    </a:lnTo>
                    <a:lnTo>
                      <a:pt x="958" y="42"/>
                    </a:lnTo>
                    <a:lnTo>
                      <a:pt x="958" y="32"/>
                    </a:lnTo>
                    <a:lnTo>
                      <a:pt x="962" y="18"/>
                    </a:lnTo>
                    <a:lnTo>
                      <a:pt x="968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0" name="Freeform 2532">
                <a:extLst>
                  <a:ext uri="{FF2B5EF4-FFF2-40B4-BE49-F238E27FC236}">
                    <a16:creationId xmlns:a16="http://schemas.microsoft.com/office/drawing/2014/main" id="{D8981F04-2E6A-4873-B56D-3BC502F63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922"/>
                <a:ext cx="906" cy="1058"/>
              </a:xfrm>
              <a:custGeom>
                <a:avLst/>
                <a:gdLst>
                  <a:gd name="T0" fmla="*/ 0 w 906"/>
                  <a:gd name="T1" fmla="*/ 0 h 1058"/>
                  <a:gd name="T2" fmla="*/ 12 w 906"/>
                  <a:gd name="T3" fmla="*/ 26 h 1058"/>
                  <a:gd name="T4" fmla="*/ 26 w 906"/>
                  <a:gd name="T5" fmla="*/ 68 h 1058"/>
                  <a:gd name="T6" fmla="*/ 50 w 906"/>
                  <a:gd name="T7" fmla="*/ 196 h 1058"/>
                  <a:gd name="T8" fmla="*/ 64 w 906"/>
                  <a:gd name="T9" fmla="*/ 376 h 1058"/>
                  <a:gd name="T10" fmla="*/ 64 w 906"/>
                  <a:gd name="T11" fmla="*/ 598 h 1058"/>
                  <a:gd name="T12" fmla="*/ 64 w 906"/>
                  <a:gd name="T13" fmla="*/ 620 h 1058"/>
                  <a:gd name="T14" fmla="*/ 68 w 906"/>
                  <a:gd name="T15" fmla="*/ 698 h 1058"/>
                  <a:gd name="T16" fmla="*/ 82 w 906"/>
                  <a:gd name="T17" fmla="*/ 776 h 1058"/>
                  <a:gd name="T18" fmla="*/ 100 w 906"/>
                  <a:gd name="T19" fmla="*/ 832 h 1058"/>
                  <a:gd name="T20" fmla="*/ 124 w 906"/>
                  <a:gd name="T21" fmla="*/ 888 h 1058"/>
                  <a:gd name="T22" fmla="*/ 158 w 906"/>
                  <a:gd name="T23" fmla="*/ 940 h 1058"/>
                  <a:gd name="T24" fmla="*/ 180 w 906"/>
                  <a:gd name="T25" fmla="*/ 964 h 1058"/>
                  <a:gd name="T26" fmla="*/ 228 w 906"/>
                  <a:gd name="T27" fmla="*/ 1006 h 1058"/>
                  <a:gd name="T28" fmla="*/ 284 w 906"/>
                  <a:gd name="T29" fmla="*/ 1034 h 1058"/>
                  <a:gd name="T30" fmla="*/ 346 w 906"/>
                  <a:gd name="T31" fmla="*/ 1052 h 1058"/>
                  <a:gd name="T32" fmla="*/ 416 w 906"/>
                  <a:gd name="T33" fmla="*/ 1058 h 1058"/>
                  <a:gd name="T34" fmla="*/ 472 w 906"/>
                  <a:gd name="T35" fmla="*/ 1056 h 1058"/>
                  <a:gd name="T36" fmla="*/ 578 w 906"/>
                  <a:gd name="T37" fmla="*/ 1038 h 1058"/>
                  <a:gd name="T38" fmla="*/ 626 w 906"/>
                  <a:gd name="T39" fmla="*/ 1024 h 1058"/>
                  <a:gd name="T40" fmla="*/ 670 w 906"/>
                  <a:gd name="T41" fmla="*/ 1004 h 1058"/>
                  <a:gd name="T42" fmla="*/ 712 w 906"/>
                  <a:gd name="T43" fmla="*/ 982 h 1058"/>
                  <a:gd name="T44" fmla="*/ 748 w 906"/>
                  <a:gd name="T45" fmla="*/ 956 h 1058"/>
                  <a:gd name="T46" fmla="*/ 782 w 906"/>
                  <a:gd name="T47" fmla="*/ 924 h 1058"/>
                  <a:gd name="T48" fmla="*/ 798 w 906"/>
                  <a:gd name="T49" fmla="*/ 908 h 1058"/>
                  <a:gd name="T50" fmla="*/ 826 w 906"/>
                  <a:gd name="T51" fmla="*/ 872 h 1058"/>
                  <a:gd name="T52" fmla="*/ 850 w 906"/>
                  <a:gd name="T53" fmla="*/ 832 h 1058"/>
                  <a:gd name="T54" fmla="*/ 870 w 906"/>
                  <a:gd name="T55" fmla="*/ 788 h 1058"/>
                  <a:gd name="T56" fmla="*/ 884 w 906"/>
                  <a:gd name="T57" fmla="*/ 742 h 1058"/>
                  <a:gd name="T58" fmla="*/ 900 w 906"/>
                  <a:gd name="T59" fmla="*/ 666 h 1058"/>
                  <a:gd name="T60" fmla="*/ 906 w 906"/>
                  <a:gd name="T61" fmla="*/ 556 h 1058"/>
                  <a:gd name="T62" fmla="*/ 902 w 906"/>
                  <a:gd name="T63" fmla="*/ 500 h 1058"/>
                  <a:gd name="T64" fmla="*/ 888 w 906"/>
                  <a:gd name="T65" fmla="*/ 398 h 1058"/>
                  <a:gd name="T66" fmla="*/ 868 w 906"/>
                  <a:gd name="T67" fmla="*/ 304 h 1058"/>
                  <a:gd name="T68" fmla="*/ 830 w 906"/>
                  <a:gd name="T69" fmla="*/ 176 h 1058"/>
                  <a:gd name="T70" fmla="*/ 818 w 906"/>
                  <a:gd name="T71" fmla="*/ 144 h 1058"/>
                  <a:gd name="T72" fmla="*/ 788 w 906"/>
                  <a:gd name="T73" fmla="*/ 82 h 1058"/>
                  <a:gd name="T74" fmla="*/ 774 w 906"/>
                  <a:gd name="T75" fmla="*/ 46 h 1058"/>
                  <a:gd name="T76" fmla="*/ 772 w 906"/>
                  <a:gd name="T77" fmla="*/ 0 h 105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06" h="1058">
                    <a:moveTo>
                      <a:pt x="0" y="0"/>
                    </a:moveTo>
                    <a:lnTo>
                      <a:pt x="0" y="0"/>
                    </a:lnTo>
                    <a:lnTo>
                      <a:pt x="6" y="12"/>
                    </a:lnTo>
                    <a:lnTo>
                      <a:pt x="12" y="26"/>
                    </a:lnTo>
                    <a:lnTo>
                      <a:pt x="20" y="46"/>
                    </a:lnTo>
                    <a:lnTo>
                      <a:pt x="26" y="68"/>
                    </a:lnTo>
                    <a:lnTo>
                      <a:pt x="38" y="126"/>
                    </a:lnTo>
                    <a:lnTo>
                      <a:pt x="50" y="196"/>
                    </a:lnTo>
                    <a:lnTo>
                      <a:pt x="58" y="280"/>
                    </a:lnTo>
                    <a:lnTo>
                      <a:pt x="64" y="376"/>
                    </a:lnTo>
                    <a:lnTo>
                      <a:pt x="66" y="482"/>
                    </a:lnTo>
                    <a:lnTo>
                      <a:pt x="64" y="598"/>
                    </a:lnTo>
                    <a:lnTo>
                      <a:pt x="64" y="620"/>
                    </a:lnTo>
                    <a:lnTo>
                      <a:pt x="64" y="654"/>
                    </a:lnTo>
                    <a:lnTo>
                      <a:pt x="68" y="698"/>
                    </a:lnTo>
                    <a:lnTo>
                      <a:pt x="76" y="750"/>
                    </a:lnTo>
                    <a:lnTo>
                      <a:pt x="82" y="776"/>
                    </a:lnTo>
                    <a:lnTo>
                      <a:pt x="90" y="804"/>
                    </a:lnTo>
                    <a:lnTo>
                      <a:pt x="100" y="832"/>
                    </a:lnTo>
                    <a:lnTo>
                      <a:pt x="110" y="860"/>
                    </a:lnTo>
                    <a:lnTo>
                      <a:pt x="124" y="888"/>
                    </a:lnTo>
                    <a:lnTo>
                      <a:pt x="140" y="916"/>
                    </a:lnTo>
                    <a:lnTo>
                      <a:pt x="158" y="940"/>
                    </a:lnTo>
                    <a:lnTo>
                      <a:pt x="180" y="964"/>
                    </a:lnTo>
                    <a:lnTo>
                      <a:pt x="202" y="986"/>
                    </a:lnTo>
                    <a:lnTo>
                      <a:pt x="228" y="1006"/>
                    </a:lnTo>
                    <a:lnTo>
                      <a:pt x="254" y="1022"/>
                    </a:lnTo>
                    <a:lnTo>
                      <a:pt x="284" y="1034"/>
                    </a:lnTo>
                    <a:lnTo>
                      <a:pt x="314" y="1044"/>
                    </a:lnTo>
                    <a:lnTo>
                      <a:pt x="346" y="1052"/>
                    </a:lnTo>
                    <a:lnTo>
                      <a:pt x="380" y="1056"/>
                    </a:lnTo>
                    <a:lnTo>
                      <a:pt x="416" y="1058"/>
                    </a:lnTo>
                    <a:lnTo>
                      <a:pt x="472" y="1056"/>
                    </a:lnTo>
                    <a:lnTo>
                      <a:pt x="526" y="1048"/>
                    </a:lnTo>
                    <a:lnTo>
                      <a:pt x="578" y="1038"/>
                    </a:lnTo>
                    <a:lnTo>
                      <a:pt x="602" y="1032"/>
                    </a:lnTo>
                    <a:lnTo>
                      <a:pt x="626" y="1024"/>
                    </a:lnTo>
                    <a:lnTo>
                      <a:pt x="648" y="1014"/>
                    </a:lnTo>
                    <a:lnTo>
                      <a:pt x="670" y="1004"/>
                    </a:lnTo>
                    <a:lnTo>
                      <a:pt x="692" y="994"/>
                    </a:lnTo>
                    <a:lnTo>
                      <a:pt x="712" y="982"/>
                    </a:lnTo>
                    <a:lnTo>
                      <a:pt x="730" y="970"/>
                    </a:lnTo>
                    <a:lnTo>
                      <a:pt x="748" y="956"/>
                    </a:lnTo>
                    <a:lnTo>
                      <a:pt x="766" y="940"/>
                    </a:lnTo>
                    <a:lnTo>
                      <a:pt x="782" y="924"/>
                    </a:lnTo>
                    <a:lnTo>
                      <a:pt x="798" y="908"/>
                    </a:lnTo>
                    <a:lnTo>
                      <a:pt x="812" y="890"/>
                    </a:lnTo>
                    <a:lnTo>
                      <a:pt x="826" y="872"/>
                    </a:lnTo>
                    <a:lnTo>
                      <a:pt x="838" y="852"/>
                    </a:lnTo>
                    <a:lnTo>
                      <a:pt x="850" y="832"/>
                    </a:lnTo>
                    <a:lnTo>
                      <a:pt x="860" y="810"/>
                    </a:lnTo>
                    <a:lnTo>
                      <a:pt x="870" y="788"/>
                    </a:lnTo>
                    <a:lnTo>
                      <a:pt x="878" y="766"/>
                    </a:lnTo>
                    <a:lnTo>
                      <a:pt x="884" y="742"/>
                    </a:lnTo>
                    <a:lnTo>
                      <a:pt x="890" y="716"/>
                    </a:lnTo>
                    <a:lnTo>
                      <a:pt x="900" y="666"/>
                    </a:lnTo>
                    <a:lnTo>
                      <a:pt x="904" y="612"/>
                    </a:lnTo>
                    <a:lnTo>
                      <a:pt x="906" y="556"/>
                    </a:lnTo>
                    <a:lnTo>
                      <a:pt x="902" y="500"/>
                    </a:lnTo>
                    <a:lnTo>
                      <a:pt x="896" y="448"/>
                    </a:lnTo>
                    <a:lnTo>
                      <a:pt x="888" y="398"/>
                    </a:lnTo>
                    <a:lnTo>
                      <a:pt x="878" y="350"/>
                    </a:lnTo>
                    <a:lnTo>
                      <a:pt x="868" y="304"/>
                    </a:lnTo>
                    <a:lnTo>
                      <a:pt x="856" y="260"/>
                    </a:lnTo>
                    <a:lnTo>
                      <a:pt x="830" y="176"/>
                    </a:lnTo>
                    <a:lnTo>
                      <a:pt x="818" y="144"/>
                    </a:lnTo>
                    <a:lnTo>
                      <a:pt x="808" y="120"/>
                    </a:lnTo>
                    <a:lnTo>
                      <a:pt x="788" y="82"/>
                    </a:lnTo>
                    <a:lnTo>
                      <a:pt x="780" y="64"/>
                    </a:lnTo>
                    <a:lnTo>
                      <a:pt x="774" y="46"/>
                    </a:lnTo>
                    <a:lnTo>
                      <a:pt x="772" y="26"/>
                    </a:lnTo>
                    <a:lnTo>
                      <a:pt x="772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1" name="Freeform 2533">
                <a:extLst>
                  <a:ext uri="{FF2B5EF4-FFF2-40B4-BE49-F238E27FC236}">
                    <a16:creationId xmlns:a16="http://schemas.microsoft.com/office/drawing/2014/main" id="{EA388A52-E80C-49CE-B3C8-CF6344715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922"/>
                <a:ext cx="862" cy="1034"/>
              </a:xfrm>
              <a:custGeom>
                <a:avLst/>
                <a:gdLst>
                  <a:gd name="T0" fmla="*/ 726 w 862"/>
                  <a:gd name="T1" fmla="*/ 0 h 1034"/>
                  <a:gd name="T2" fmla="*/ 732 w 862"/>
                  <a:gd name="T3" fmla="*/ 48 h 1034"/>
                  <a:gd name="T4" fmla="*/ 746 w 862"/>
                  <a:gd name="T5" fmla="*/ 86 h 1034"/>
                  <a:gd name="T6" fmla="*/ 776 w 862"/>
                  <a:gd name="T7" fmla="*/ 154 h 1034"/>
                  <a:gd name="T8" fmla="*/ 786 w 862"/>
                  <a:gd name="T9" fmla="*/ 182 h 1034"/>
                  <a:gd name="T10" fmla="*/ 824 w 862"/>
                  <a:gd name="T11" fmla="*/ 308 h 1034"/>
                  <a:gd name="T12" fmla="*/ 844 w 862"/>
                  <a:gd name="T13" fmla="*/ 400 h 1034"/>
                  <a:gd name="T14" fmla="*/ 858 w 862"/>
                  <a:gd name="T15" fmla="*/ 502 h 1034"/>
                  <a:gd name="T16" fmla="*/ 860 w 862"/>
                  <a:gd name="T17" fmla="*/ 556 h 1034"/>
                  <a:gd name="T18" fmla="*/ 862 w 862"/>
                  <a:gd name="T19" fmla="*/ 576 h 1034"/>
                  <a:gd name="T20" fmla="*/ 854 w 862"/>
                  <a:gd name="T21" fmla="*/ 676 h 1034"/>
                  <a:gd name="T22" fmla="*/ 832 w 862"/>
                  <a:gd name="T23" fmla="*/ 766 h 1034"/>
                  <a:gd name="T24" fmla="*/ 796 w 862"/>
                  <a:gd name="T25" fmla="*/ 844 h 1034"/>
                  <a:gd name="T26" fmla="*/ 744 w 862"/>
                  <a:gd name="T27" fmla="*/ 908 h 1034"/>
                  <a:gd name="T28" fmla="*/ 728 w 862"/>
                  <a:gd name="T29" fmla="*/ 924 h 1034"/>
                  <a:gd name="T30" fmla="*/ 696 w 862"/>
                  <a:gd name="T31" fmla="*/ 952 h 1034"/>
                  <a:gd name="T32" fmla="*/ 658 w 862"/>
                  <a:gd name="T33" fmla="*/ 974 h 1034"/>
                  <a:gd name="T34" fmla="*/ 616 w 862"/>
                  <a:gd name="T35" fmla="*/ 994 h 1034"/>
                  <a:gd name="T36" fmla="*/ 550 w 862"/>
                  <a:gd name="T37" fmla="*/ 1016 h 1034"/>
                  <a:gd name="T38" fmla="*/ 448 w 862"/>
                  <a:gd name="T39" fmla="*/ 1032 h 1034"/>
                  <a:gd name="T40" fmla="*/ 394 w 862"/>
                  <a:gd name="T41" fmla="*/ 1034 h 1034"/>
                  <a:gd name="T42" fmla="*/ 328 w 862"/>
                  <a:gd name="T43" fmla="*/ 1030 h 1034"/>
                  <a:gd name="T44" fmla="*/ 270 w 862"/>
                  <a:gd name="T45" fmla="*/ 1014 h 1034"/>
                  <a:gd name="T46" fmla="*/ 218 w 862"/>
                  <a:gd name="T47" fmla="*/ 986 h 1034"/>
                  <a:gd name="T48" fmla="*/ 174 w 862"/>
                  <a:gd name="T49" fmla="*/ 948 h 1034"/>
                  <a:gd name="T50" fmla="*/ 156 w 862"/>
                  <a:gd name="T51" fmla="*/ 928 h 1034"/>
                  <a:gd name="T52" fmla="*/ 126 w 862"/>
                  <a:gd name="T53" fmla="*/ 886 h 1034"/>
                  <a:gd name="T54" fmla="*/ 104 w 862"/>
                  <a:gd name="T55" fmla="*/ 838 h 1034"/>
                  <a:gd name="T56" fmla="*/ 88 w 862"/>
                  <a:gd name="T57" fmla="*/ 790 h 1034"/>
                  <a:gd name="T58" fmla="*/ 72 w 862"/>
                  <a:gd name="T59" fmla="*/ 722 h 1034"/>
                  <a:gd name="T60" fmla="*/ 64 w 862"/>
                  <a:gd name="T61" fmla="*/ 644 h 1034"/>
                  <a:gd name="T62" fmla="*/ 64 w 862"/>
                  <a:gd name="T63" fmla="*/ 616 h 1034"/>
                  <a:gd name="T64" fmla="*/ 64 w 862"/>
                  <a:gd name="T65" fmla="*/ 598 h 1034"/>
                  <a:gd name="T66" fmla="*/ 66 w 862"/>
                  <a:gd name="T67" fmla="*/ 484 h 1034"/>
                  <a:gd name="T68" fmla="*/ 62 w 862"/>
                  <a:gd name="T69" fmla="*/ 336 h 1034"/>
                  <a:gd name="T70" fmla="*/ 50 w 862"/>
                  <a:gd name="T71" fmla="*/ 194 h 1034"/>
                  <a:gd name="T72" fmla="*/ 28 w 862"/>
                  <a:gd name="T73" fmla="*/ 76 h 1034"/>
                  <a:gd name="T74" fmla="*/ 16 w 862"/>
                  <a:gd name="T75" fmla="*/ 32 h 1034"/>
                  <a:gd name="T76" fmla="*/ 0 w 862"/>
                  <a:gd name="T77" fmla="*/ 0 h 103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862" h="1034">
                    <a:moveTo>
                      <a:pt x="726" y="0"/>
                    </a:moveTo>
                    <a:lnTo>
                      <a:pt x="726" y="0"/>
                    </a:lnTo>
                    <a:lnTo>
                      <a:pt x="728" y="26"/>
                    </a:lnTo>
                    <a:lnTo>
                      <a:pt x="732" y="48"/>
                    </a:lnTo>
                    <a:lnTo>
                      <a:pt x="738" y="68"/>
                    </a:lnTo>
                    <a:lnTo>
                      <a:pt x="746" y="86"/>
                    </a:lnTo>
                    <a:lnTo>
                      <a:pt x="766" y="128"/>
                    </a:lnTo>
                    <a:lnTo>
                      <a:pt x="776" y="154"/>
                    </a:lnTo>
                    <a:lnTo>
                      <a:pt x="786" y="182"/>
                    </a:lnTo>
                    <a:lnTo>
                      <a:pt x="812" y="264"/>
                    </a:lnTo>
                    <a:lnTo>
                      <a:pt x="824" y="308"/>
                    </a:lnTo>
                    <a:lnTo>
                      <a:pt x="834" y="354"/>
                    </a:lnTo>
                    <a:lnTo>
                      <a:pt x="844" y="400"/>
                    </a:lnTo>
                    <a:lnTo>
                      <a:pt x="852" y="450"/>
                    </a:lnTo>
                    <a:lnTo>
                      <a:pt x="858" y="502"/>
                    </a:lnTo>
                    <a:lnTo>
                      <a:pt x="860" y="556"/>
                    </a:lnTo>
                    <a:lnTo>
                      <a:pt x="862" y="576"/>
                    </a:lnTo>
                    <a:lnTo>
                      <a:pt x="860" y="628"/>
                    </a:lnTo>
                    <a:lnTo>
                      <a:pt x="854" y="676"/>
                    </a:lnTo>
                    <a:lnTo>
                      <a:pt x="844" y="722"/>
                    </a:lnTo>
                    <a:lnTo>
                      <a:pt x="832" y="766"/>
                    </a:lnTo>
                    <a:lnTo>
                      <a:pt x="816" y="806"/>
                    </a:lnTo>
                    <a:lnTo>
                      <a:pt x="796" y="844"/>
                    </a:lnTo>
                    <a:lnTo>
                      <a:pt x="772" y="878"/>
                    </a:lnTo>
                    <a:lnTo>
                      <a:pt x="744" y="908"/>
                    </a:lnTo>
                    <a:lnTo>
                      <a:pt x="728" y="924"/>
                    </a:lnTo>
                    <a:lnTo>
                      <a:pt x="712" y="938"/>
                    </a:lnTo>
                    <a:lnTo>
                      <a:pt x="696" y="952"/>
                    </a:lnTo>
                    <a:lnTo>
                      <a:pt x="676" y="964"/>
                    </a:lnTo>
                    <a:lnTo>
                      <a:pt x="658" y="974"/>
                    </a:lnTo>
                    <a:lnTo>
                      <a:pt x="638" y="984"/>
                    </a:lnTo>
                    <a:lnTo>
                      <a:pt x="616" y="994"/>
                    </a:lnTo>
                    <a:lnTo>
                      <a:pt x="596" y="1002"/>
                    </a:lnTo>
                    <a:lnTo>
                      <a:pt x="550" y="1016"/>
                    </a:lnTo>
                    <a:lnTo>
                      <a:pt x="500" y="1026"/>
                    </a:lnTo>
                    <a:lnTo>
                      <a:pt x="448" y="1032"/>
                    </a:lnTo>
                    <a:lnTo>
                      <a:pt x="394" y="1034"/>
                    </a:lnTo>
                    <a:lnTo>
                      <a:pt x="360" y="1034"/>
                    </a:lnTo>
                    <a:lnTo>
                      <a:pt x="328" y="1030"/>
                    </a:lnTo>
                    <a:lnTo>
                      <a:pt x="298" y="1022"/>
                    </a:lnTo>
                    <a:lnTo>
                      <a:pt x="270" y="1014"/>
                    </a:lnTo>
                    <a:lnTo>
                      <a:pt x="244" y="1002"/>
                    </a:lnTo>
                    <a:lnTo>
                      <a:pt x="218" y="986"/>
                    </a:lnTo>
                    <a:lnTo>
                      <a:pt x="194" y="970"/>
                    </a:lnTo>
                    <a:lnTo>
                      <a:pt x="174" y="948"/>
                    </a:lnTo>
                    <a:lnTo>
                      <a:pt x="156" y="928"/>
                    </a:lnTo>
                    <a:lnTo>
                      <a:pt x="140" y="908"/>
                    </a:lnTo>
                    <a:lnTo>
                      <a:pt x="126" y="886"/>
                    </a:lnTo>
                    <a:lnTo>
                      <a:pt x="114" y="862"/>
                    </a:lnTo>
                    <a:lnTo>
                      <a:pt x="104" y="838"/>
                    </a:lnTo>
                    <a:lnTo>
                      <a:pt x="94" y="814"/>
                    </a:lnTo>
                    <a:lnTo>
                      <a:pt x="88" y="790"/>
                    </a:lnTo>
                    <a:lnTo>
                      <a:pt x="82" y="768"/>
                    </a:lnTo>
                    <a:lnTo>
                      <a:pt x="72" y="722"/>
                    </a:lnTo>
                    <a:lnTo>
                      <a:pt x="66" y="680"/>
                    </a:lnTo>
                    <a:lnTo>
                      <a:pt x="64" y="644"/>
                    </a:lnTo>
                    <a:lnTo>
                      <a:pt x="64" y="616"/>
                    </a:lnTo>
                    <a:lnTo>
                      <a:pt x="64" y="598"/>
                    </a:lnTo>
                    <a:lnTo>
                      <a:pt x="66" y="484"/>
                    </a:lnTo>
                    <a:lnTo>
                      <a:pt x="64" y="410"/>
                    </a:lnTo>
                    <a:lnTo>
                      <a:pt x="62" y="336"/>
                    </a:lnTo>
                    <a:lnTo>
                      <a:pt x="56" y="262"/>
                    </a:lnTo>
                    <a:lnTo>
                      <a:pt x="50" y="194"/>
                    </a:lnTo>
                    <a:lnTo>
                      <a:pt x="40" y="130"/>
                    </a:lnTo>
                    <a:lnTo>
                      <a:pt x="28" y="76"/>
                    </a:lnTo>
                    <a:lnTo>
                      <a:pt x="22" y="52"/>
                    </a:lnTo>
                    <a:lnTo>
                      <a:pt x="16" y="32"/>
                    </a:lnTo>
                    <a:lnTo>
                      <a:pt x="8" y="14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2" name="Freeform 2534">
                <a:extLst>
                  <a:ext uri="{FF2B5EF4-FFF2-40B4-BE49-F238E27FC236}">
                    <a16:creationId xmlns:a16="http://schemas.microsoft.com/office/drawing/2014/main" id="{E4520B91-2E58-426A-AAC1-C49A7FC31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922"/>
                <a:ext cx="616" cy="986"/>
              </a:xfrm>
              <a:custGeom>
                <a:avLst/>
                <a:gdLst>
                  <a:gd name="T0" fmla="*/ 82 w 616"/>
                  <a:gd name="T1" fmla="*/ 162 h 986"/>
                  <a:gd name="T2" fmla="*/ 30 w 616"/>
                  <a:gd name="T3" fmla="*/ 314 h 986"/>
                  <a:gd name="T4" fmla="*/ 4 w 616"/>
                  <a:gd name="T5" fmla="*/ 458 h 986"/>
                  <a:gd name="T6" fmla="*/ 2 w 616"/>
                  <a:gd name="T7" fmla="*/ 606 h 986"/>
                  <a:gd name="T8" fmla="*/ 32 w 616"/>
                  <a:gd name="T9" fmla="*/ 748 h 986"/>
                  <a:gd name="T10" fmla="*/ 60 w 616"/>
                  <a:gd name="T11" fmla="*/ 812 h 986"/>
                  <a:gd name="T12" fmla="*/ 100 w 616"/>
                  <a:gd name="T13" fmla="*/ 870 h 986"/>
                  <a:gd name="T14" fmla="*/ 150 w 616"/>
                  <a:gd name="T15" fmla="*/ 922 h 986"/>
                  <a:gd name="T16" fmla="*/ 212 w 616"/>
                  <a:gd name="T17" fmla="*/ 964 h 986"/>
                  <a:gd name="T18" fmla="*/ 260 w 616"/>
                  <a:gd name="T19" fmla="*/ 980 h 986"/>
                  <a:gd name="T20" fmla="*/ 314 w 616"/>
                  <a:gd name="T21" fmla="*/ 986 h 986"/>
                  <a:gd name="T22" fmla="*/ 348 w 616"/>
                  <a:gd name="T23" fmla="*/ 978 h 986"/>
                  <a:gd name="T24" fmla="*/ 370 w 616"/>
                  <a:gd name="T25" fmla="*/ 956 h 986"/>
                  <a:gd name="T26" fmla="*/ 374 w 616"/>
                  <a:gd name="T27" fmla="*/ 940 h 986"/>
                  <a:gd name="T28" fmla="*/ 362 w 616"/>
                  <a:gd name="T29" fmla="*/ 924 h 986"/>
                  <a:gd name="T30" fmla="*/ 330 w 616"/>
                  <a:gd name="T31" fmla="*/ 906 h 986"/>
                  <a:gd name="T32" fmla="*/ 292 w 616"/>
                  <a:gd name="T33" fmla="*/ 882 h 986"/>
                  <a:gd name="T34" fmla="*/ 282 w 616"/>
                  <a:gd name="T35" fmla="*/ 852 h 986"/>
                  <a:gd name="T36" fmla="*/ 250 w 616"/>
                  <a:gd name="T37" fmla="*/ 820 h 986"/>
                  <a:gd name="T38" fmla="*/ 238 w 616"/>
                  <a:gd name="T39" fmla="*/ 778 h 986"/>
                  <a:gd name="T40" fmla="*/ 224 w 616"/>
                  <a:gd name="T41" fmla="*/ 750 h 986"/>
                  <a:gd name="T42" fmla="*/ 218 w 616"/>
                  <a:gd name="T43" fmla="*/ 720 h 986"/>
                  <a:gd name="T44" fmla="*/ 206 w 616"/>
                  <a:gd name="T45" fmla="*/ 684 h 986"/>
                  <a:gd name="T46" fmla="*/ 206 w 616"/>
                  <a:gd name="T47" fmla="*/ 644 h 986"/>
                  <a:gd name="T48" fmla="*/ 214 w 616"/>
                  <a:gd name="T49" fmla="*/ 594 h 986"/>
                  <a:gd name="T50" fmla="*/ 204 w 616"/>
                  <a:gd name="T51" fmla="*/ 550 h 986"/>
                  <a:gd name="T52" fmla="*/ 214 w 616"/>
                  <a:gd name="T53" fmla="*/ 510 h 986"/>
                  <a:gd name="T54" fmla="*/ 216 w 616"/>
                  <a:gd name="T55" fmla="*/ 462 h 986"/>
                  <a:gd name="T56" fmla="*/ 206 w 616"/>
                  <a:gd name="T57" fmla="*/ 444 h 986"/>
                  <a:gd name="T58" fmla="*/ 206 w 616"/>
                  <a:gd name="T59" fmla="*/ 438 h 986"/>
                  <a:gd name="T60" fmla="*/ 236 w 616"/>
                  <a:gd name="T61" fmla="*/ 412 h 986"/>
                  <a:gd name="T62" fmla="*/ 264 w 616"/>
                  <a:gd name="T63" fmla="*/ 366 h 986"/>
                  <a:gd name="T64" fmla="*/ 268 w 616"/>
                  <a:gd name="T65" fmla="*/ 342 h 986"/>
                  <a:gd name="T66" fmla="*/ 316 w 616"/>
                  <a:gd name="T67" fmla="*/ 316 h 986"/>
                  <a:gd name="T68" fmla="*/ 358 w 616"/>
                  <a:gd name="T69" fmla="*/ 278 h 986"/>
                  <a:gd name="T70" fmla="*/ 370 w 616"/>
                  <a:gd name="T71" fmla="*/ 252 h 986"/>
                  <a:gd name="T72" fmla="*/ 426 w 616"/>
                  <a:gd name="T73" fmla="*/ 262 h 986"/>
                  <a:gd name="T74" fmla="*/ 502 w 616"/>
                  <a:gd name="T75" fmla="*/ 248 h 986"/>
                  <a:gd name="T76" fmla="*/ 508 w 616"/>
                  <a:gd name="T77" fmla="*/ 256 h 986"/>
                  <a:gd name="T78" fmla="*/ 546 w 616"/>
                  <a:gd name="T79" fmla="*/ 276 h 986"/>
                  <a:gd name="T80" fmla="*/ 586 w 616"/>
                  <a:gd name="T81" fmla="*/ 274 h 986"/>
                  <a:gd name="T82" fmla="*/ 606 w 616"/>
                  <a:gd name="T83" fmla="*/ 260 h 986"/>
                  <a:gd name="T84" fmla="*/ 616 w 616"/>
                  <a:gd name="T85" fmla="*/ 228 h 986"/>
                  <a:gd name="T86" fmla="*/ 610 w 616"/>
                  <a:gd name="T87" fmla="*/ 176 h 986"/>
                  <a:gd name="T88" fmla="*/ 594 w 616"/>
                  <a:gd name="T89" fmla="*/ 134 h 986"/>
                  <a:gd name="T90" fmla="*/ 542 w 616"/>
                  <a:gd name="T91" fmla="*/ 72 h 986"/>
                  <a:gd name="T92" fmla="*/ 514 w 616"/>
                  <a:gd name="T93" fmla="*/ 48 h 986"/>
                  <a:gd name="T94" fmla="*/ 458 w 616"/>
                  <a:gd name="T95" fmla="*/ 30 h 986"/>
                  <a:gd name="T96" fmla="*/ 376 w 616"/>
                  <a:gd name="T97" fmla="*/ 28 h 986"/>
                  <a:gd name="T98" fmla="*/ 316 w 616"/>
                  <a:gd name="T99" fmla="*/ 36 h 986"/>
                  <a:gd name="T100" fmla="*/ 256 w 616"/>
                  <a:gd name="T101" fmla="*/ 60 h 986"/>
                  <a:gd name="T102" fmla="*/ 202 w 616"/>
                  <a:gd name="T103" fmla="*/ 100 h 986"/>
                  <a:gd name="T104" fmla="*/ 152 w 616"/>
                  <a:gd name="T105" fmla="*/ 152 h 986"/>
                  <a:gd name="T106" fmla="*/ 112 w 616"/>
                  <a:gd name="T107" fmla="*/ 214 h 986"/>
                  <a:gd name="T108" fmla="*/ 190 w 616"/>
                  <a:gd name="T109" fmla="*/ 0 h 98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16" h="986">
                    <a:moveTo>
                      <a:pt x="142" y="0"/>
                    </a:moveTo>
                    <a:lnTo>
                      <a:pt x="142" y="0"/>
                    </a:lnTo>
                    <a:lnTo>
                      <a:pt x="82" y="162"/>
                    </a:lnTo>
                    <a:lnTo>
                      <a:pt x="42" y="268"/>
                    </a:lnTo>
                    <a:lnTo>
                      <a:pt x="30" y="314"/>
                    </a:lnTo>
                    <a:lnTo>
                      <a:pt x="18" y="362"/>
                    </a:lnTo>
                    <a:lnTo>
                      <a:pt x="10" y="410"/>
                    </a:lnTo>
                    <a:lnTo>
                      <a:pt x="4" y="458"/>
                    </a:lnTo>
                    <a:lnTo>
                      <a:pt x="0" y="508"/>
                    </a:lnTo>
                    <a:lnTo>
                      <a:pt x="0" y="558"/>
                    </a:lnTo>
                    <a:lnTo>
                      <a:pt x="2" y="606"/>
                    </a:lnTo>
                    <a:lnTo>
                      <a:pt x="8" y="656"/>
                    </a:lnTo>
                    <a:lnTo>
                      <a:pt x="18" y="702"/>
                    </a:lnTo>
                    <a:lnTo>
                      <a:pt x="32" y="748"/>
                    </a:lnTo>
                    <a:lnTo>
                      <a:pt x="40" y="770"/>
                    </a:lnTo>
                    <a:lnTo>
                      <a:pt x="50" y="792"/>
                    </a:lnTo>
                    <a:lnTo>
                      <a:pt x="60" y="812"/>
                    </a:lnTo>
                    <a:lnTo>
                      <a:pt x="72" y="832"/>
                    </a:lnTo>
                    <a:lnTo>
                      <a:pt x="86" y="852"/>
                    </a:lnTo>
                    <a:lnTo>
                      <a:pt x="100" y="870"/>
                    </a:lnTo>
                    <a:lnTo>
                      <a:pt x="116" y="888"/>
                    </a:lnTo>
                    <a:lnTo>
                      <a:pt x="132" y="906"/>
                    </a:lnTo>
                    <a:lnTo>
                      <a:pt x="150" y="922"/>
                    </a:lnTo>
                    <a:lnTo>
                      <a:pt x="170" y="938"/>
                    </a:lnTo>
                    <a:lnTo>
                      <a:pt x="190" y="952"/>
                    </a:lnTo>
                    <a:lnTo>
                      <a:pt x="212" y="964"/>
                    </a:lnTo>
                    <a:lnTo>
                      <a:pt x="238" y="974"/>
                    </a:lnTo>
                    <a:lnTo>
                      <a:pt x="260" y="980"/>
                    </a:lnTo>
                    <a:lnTo>
                      <a:pt x="280" y="984"/>
                    </a:lnTo>
                    <a:lnTo>
                      <a:pt x="298" y="986"/>
                    </a:lnTo>
                    <a:lnTo>
                      <a:pt x="314" y="986"/>
                    </a:lnTo>
                    <a:lnTo>
                      <a:pt x="326" y="984"/>
                    </a:lnTo>
                    <a:lnTo>
                      <a:pt x="338" y="982"/>
                    </a:lnTo>
                    <a:lnTo>
                      <a:pt x="348" y="978"/>
                    </a:lnTo>
                    <a:lnTo>
                      <a:pt x="356" y="972"/>
                    </a:lnTo>
                    <a:lnTo>
                      <a:pt x="362" y="968"/>
                    </a:lnTo>
                    <a:lnTo>
                      <a:pt x="370" y="956"/>
                    </a:lnTo>
                    <a:lnTo>
                      <a:pt x="374" y="946"/>
                    </a:lnTo>
                    <a:lnTo>
                      <a:pt x="374" y="940"/>
                    </a:lnTo>
                    <a:lnTo>
                      <a:pt x="372" y="934"/>
                    </a:lnTo>
                    <a:lnTo>
                      <a:pt x="368" y="930"/>
                    </a:lnTo>
                    <a:lnTo>
                      <a:pt x="362" y="924"/>
                    </a:lnTo>
                    <a:lnTo>
                      <a:pt x="354" y="918"/>
                    </a:lnTo>
                    <a:lnTo>
                      <a:pt x="342" y="912"/>
                    </a:lnTo>
                    <a:lnTo>
                      <a:pt x="330" y="906"/>
                    </a:lnTo>
                    <a:lnTo>
                      <a:pt x="294" y="896"/>
                    </a:lnTo>
                    <a:lnTo>
                      <a:pt x="292" y="882"/>
                    </a:lnTo>
                    <a:lnTo>
                      <a:pt x="290" y="872"/>
                    </a:lnTo>
                    <a:lnTo>
                      <a:pt x="286" y="862"/>
                    </a:lnTo>
                    <a:lnTo>
                      <a:pt x="282" y="852"/>
                    </a:lnTo>
                    <a:lnTo>
                      <a:pt x="274" y="842"/>
                    </a:lnTo>
                    <a:lnTo>
                      <a:pt x="264" y="830"/>
                    </a:lnTo>
                    <a:lnTo>
                      <a:pt x="250" y="820"/>
                    </a:lnTo>
                    <a:lnTo>
                      <a:pt x="244" y="800"/>
                    </a:lnTo>
                    <a:lnTo>
                      <a:pt x="238" y="778"/>
                    </a:lnTo>
                    <a:lnTo>
                      <a:pt x="234" y="768"/>
                    </a:lnTo>
                    <a:lnTo>
                      <a:pt x="230" y="758"/>
                    </a:lnTo>
                    <a:lnTo>
                      <a:pt x="224" y="750"/>
                    </a:lnTo>
                    <a:lnTo>
                      <a:pt x="216" y="742"/>
                    </a:lnTo>
                    <a:lnTo>
                      <a:pt x="218" y="720"/>
                    </a:lnTo>
                    <a:lnTo>
                      <a:pt x="216" y="710"/>
                    </a:lnTo>
                    <a:lnTo>
                      <a:pt x="214" y="700"/>
                    </a:lnTo>
                    <a:lnTo>
                      <a:pt x="206" y="684"/>
                    </a:lnTo>
                    <a:lnTo>
                      <a:pt x="196" y="670"/>
                    </a:lnTo>
                    <a:lnTo>
                      <a:pt x="206" y="644"/>
                    </a:lnTo>
                    <a:lnTo>
                      <a:pt x="210" y="628"/>
                    </a:lnTo>
                    <a:lnTo>
                      <a:pt x="212" y="610"/>
                    </a:lnTo>
                    <a:lnTo>
                      <a:pt x="214" y="594"/>
                    </a:lnTo>
                    <a:lnTo>
                      <a:pt x="214" y="576"/>
                    </a:lnTo>
                    <a:lnTo>
                      <a:pt x="210" y="562"/>
                    </a:lnTo>
                    <a:lnTo>
                      <a:pt x="204" y="550"/>
                    </a:lnTo>
                    <a:lnTo>
                      <a:pt x="210" y="526"/>
                    </a:lnTo>
                    <a:lnTo>
                      <a:pt x="214" y="510"/>
                    </a:lnTo>
                    <a:lnTo>
                      <a:pt x="216" y="494"/>
                    </a:lnTo>
                    <a:lnTo>
                      <a:pt x="218" y="478"/>
                    </a:lnTo>
                    <a:lnTo>
                      <a:pt x="216" y="462"/>
                    </a:lnTo>
                    <a:lnTo>
                      <a:pt x="214" y="456"/>
                    </a:lnTo>
                    <a:lnTo>
                      <a:pt x="210" y="450"/>
                    </a:lnTo>
                    <a:lnTo>
                      <a:pt x="206" y="444"/>
                    </a:lnTo>
                    <a:lnTo>
                      <a:pt x="200" y="440"/>
                    </a:lnTo>
                    <a:lnTo>
                      <a:pt x="206" y="438"/>
                    </a:lnTo>
                    <a:lnTo>
                      <a:pt x="212" y="436"/>
                    </a:lnTo>
                    <a:lnTo>
                      <a:pt x="224" y="426"/>
                    </a:lnTo>
                    <a:lnTo>
                      <a:pt x="236" y="412"/>
                    </a:lnTo>
                    <a:lnTo>
                      <a:pt x="246" y="398"/>
                    </a:lnTo>
                    <a:lnTo>
                      <a:pt x="256" y="382"/>
                    </a:lnTo>
                    <a:lnTo>
                      <a:pt x="264" y="366"/>
                    </a:lnTo>
                    <a:lnTo>
                      <a:pt x="268" y="352"/>
                    </a:lnTo>
                    <a:lnTo>
                      <a:pt x="268" y="342"/>
                    </a:lnTo>
                    <a:lnTo>
                      <a:pt x="284" y="336"/>
                    </a:lnTo>
                    <a:lnTo>
                      <a:pt x="300" y="328"/>
                    </a:lnTo>
                    <a:lnTo>
                      <a:pt x="316" y="316"/>
                    </a:lnTo>
                    <a:lnTo>
                      <a:pt x="332" y="304"/>
                    </a:lnTo>
                    <a:lnTo>
                      <a:pt x="346" y="292"/>
                    </a:lnTo>
                    <a:lnTo>
                      <a:pt x="358" y="278"/>
                    </a:lnTo>
                    <a:lnTo>
                      <a:pt x="366" y="266"/>
                    </a:lnTo>
                    <a:lnTo>
                      <a:pt x="370" y="252"/>
                    </a:lnTo>
                    <a:lnTo>
                      <a:pt x="388" y="258"/>
                    </a:lnTo>
                    <a:lnTo>
                      <a:pt x="406" y="262"/>
                    </a:lnTo>
                    <a:lnTo>
                      <a:pt x="426" y="262"/>
                    </a:lnTo>
                    <a:lnTo>
                      <a:pt x="444" y="260"/>
                    </a:lnTo>
                    <a:lnTo>
                      <a:pt x="480" y="254"/>
                    </a:lnTo>
                    <a:lnTo>
                      <a:pt x="502" y="248"/>
                    </a:lnTo>
                    <a:lnTo>
                      <a:pt x="504" y="252"/>
                    </a:lnTo>
                    <a:lnTo>
                      <a:pt x="508" y="256"/>
                    </a:lnTo>
                    <a:lnTo>
                      <a:pt x="516" y="264"/>
                    </a:lnTo>
                    <a:lnTo>
                      <a:pt x="530" y="270"/>
                    </a:lnTo>
                    <a:lnTo>
                      <a:pt x="546" y="276"/>
                    </a:lnTo>
                    <a:lnTo>
                      <a:pt x="562" y="278"/>
                    </a:lnTo>
                    <a:lnTo>
                      <a:pt x="578" y="276"/>
                    </a:lnTo>
                    <a:lnTo>
                      <a:pt x="586" y="274"/>
                    </a:lnTo>
                    <a:lnTo>
                      <a:pt x="594" y="270"/>
                    </a:lnTo>
                    <a:lnTo>
                      <a:pt x="600" y="266"/>
                    </a:lnTo>
                    <a:lnTo>
                      <a:pt x="606" y="260"/>
                    </a:lnTo>
                    <a:lnTo>
                      <a:pt x="612" y="244"/>
                    </a:lnTo>
                    <a:lnTo>
                      <a:pt x="616" y="228"/>
                    </a:lnTo>
                    <a:lnTo>
                      <a:pt x="614" y="206"/>
                    </a:lnTo>
                    <a:lnTo>
                      <a:pt x="610" y="176"/>
                    </a:lnTo>
                    <a:lnTo>
                      <a:pt x="606" y="160"/>
                    </a:lnTo>
                    <a:lnTo>
                      <a:pt x="600" y="146"/>
                    </a:lnTo>
                    <a:lnTo>
                      <a:pt x="594" y="134"/>
                    </a:lnTo>
                    <a:lnTo>
                      <a:pt x="584" y="122"/>
                    </a:lnTo>
                    <a:lnTo>
                      <a:pt x="564" y="100"/>
                    </a:lnTo>
                    <a:lnTo>
                      <a:pt x="542" y="72"/>
                    </a:lnTo>
                    <a:lnTo>
                      <a:pt x="528" y="58"/>
                    </a:lnTo>
                    <a:lnTo>
                      <a:pt x="514" y="48"/>
                    </a:lnTo>
                    <a:lnTo>
                      <a:pt x="498" y="40"/>
                    </a:lnTo>
                    <a:lnTo>
                      <a:pt x="480" y="34"/>
                    </a:lnTo>
                    <a:lnTo>
                      <a:pt x="458" y="30"/>
                    </a:lnTo>
                    <a:lnTo>
                      <a:pt x="434" y="28"/>
                    </a:lnTo>
                    <a:lnTo>
                      <a:pt x="376" y="28"/>
                    </a:lnTo>
                    <a:lnTo>
                      <a:pt x="356" y="28"/>
                    </a:lnTo>
                    <a:lnTo>
                      <a:pt x="336" y="30"/>
                    </a:lnTo>
                    <a:lnTo>
                      <a:pt x="316" y="36"/>
                    </a:lnTo>
                    <a:lnTo>
                      <a:pt x="296" y="42"/>
                    </a:lnTo>
                    <a:lnTo>
                      <a:pt x="276" y="50"/>
                    </a:lnTo>
                    <a:lnTo>
                      <a:pt x="256" y="60"/>
                    </a:lnTo>
                    <a:lnTo>
                      <a:pt x="238" y="72"/>
                    </a:lnTo>
                    <a:lnTo>
                      <a:pt x="220" y="84"/>
                    </a:lnTo>
                    <a:lnTo>
                      <a:pt x="202" y="100"/>
                    </a:lnTo>
                    <a:lnTo>
                      <a:pt x="184" y="116"/>
                    </a:lnTo>
                    <a:lnTo>
                      <a:pt x="168" y="132"/>
                    </a:lnTo>
                    <a:lnTo>
                      <a:pt x="152" y="152"/>
                    </a:lnTo>
                    <a:lnTo>
                      <a:pt x="138" y="170"/>
                    </a:lnTo>
                    <a:lnTo>
                      <a:pt x="126" y="192"/>
                    </a:lnTo>
                    <a:lnTo>
                      <a:pt x="112" y="214"/>
                    </a:lnTo>
                    <a:lnTo>
                      <a:pt x="102" y="236"/>
                    </a:lnTo>
                    <a:lnTo>
                      <a:pt x="190" y="0"/>
                    </a:lnTo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3" name="Freeform 2535">
                <a:extLst>
                  <a:ext uri="{FF2B5EF4-FFF2-40B4-BE49-F238E27FC236}">
                    <a16:creationId xmlns:a16="http://schemas.microsoft.com/office/drawing/2014/main" id="{41A65DDB-38CF-4B77-BE7C-604D88CFC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170"/>
                <a:ext cx="490" cy="700"/>
              </a:xfrm>
              <a:custGeom>
                <a:avLst/>
                <a:gdLst>
                  <a:gd name="T0" fmla="*/ 410 w 490"/>
                  <a:gd name="T1" fmla="*/ 10 h 700"/>
                  <a:gd name="T2" fmla="*/ 410 w 490"/>
                  <a:gd name="T3" fmla="*/ 12 h 700"/>
                  <a:gd name="T4" fmla="*/ 398 w 490"/>
                  <a:gd name="T5" fmla="*/ 22 h 700"/>
                  <a:gd name="T6" fmla="*/ 382 w 490"/>
                  <a:gd name="T7" fmla="*/ 28 h 700"/>
                  <a:gd name="T8" fmla="*/ 350 w 490"/>
                  <a:gd name="T9" fmla="*/ 28 h 700"/>
                  <a:gd name="T10" fmla="*/ 320 w 490"/>
                  <a:gd name="T11" fmla="*/ 16 h 700"/>
                  <a:gd name="T12" fmla="*/ 308 w 490"/>
                  <a:gd name="T13" fmla="*/ 4 h 700"/>
                  <a:gd name="T14" fmla="*/ 306 w 490"/>
                  <a:gd name="T15" fmla="*/ 0 h 700"/>
                  <a:gd name="T16" fmla="*/ 248 w 490"/>
                  <a:gd name="T17" fmla="*/ 12 h 700"/>
                  <a:gd name="T18" fmla="*/ 210 w 490"/>
                  <a:gd name="T19" fmla="*/ 14 h 700"/>
                  <a:gd name="T20" fmla="*/ 174 w 490"/>
                  <a:gd name="T21" fmla="*/ 4 h 700"/>
                  <a:gd name="T22" fmla="*/ 170 w 490"/>
                  <a:gd name="T23" fmla="*/ 18 h 700"/>
                  <a:gd name="T24" fmla="*/ 150 w 490"/>
                  <a:gd name="T25" fmla="*/ 44 h 700"/>
                  <a:gd name="T26" fmla="*/ 120 w 490"/>
                  <a:gd name="T27" fmla="*/ 68 h 700"/>
                  <a:gd name="T28" fmla="*/ 88 w 490"/>
                  <a:gd name="T29" fmla="*/ 88 h 700"/>
                  <a:gd name="T30" fmla="*/ 72 w 490"/>
                  <a:gd name="T31" fmla="*/ 94 h 700"/>
                  <a:gd name="T32" fmla="*/ 68 w 490"/>
                  <a:gd name="T33" fmla="*/ 118 h 700"/>
                  <a:gd name="T34" fmla="*/ 50 w 490"/>
                  <a:gd name="T35" fmla="*/ 150 h 700"/>
                  <a:gd name="T36" fmla="*/ 28 w 490"/>
                  <a:gd name="T37" fmla="*/ 178 h 700"/>
                  <a:gd name="T38" fmla="*/ 10 w 490"/>
                  <a:gd name="T39" fmla="*/ 190 h 700"/>
                  <a:gd name="T40" fmla="*/ 4 w 490"/>
                  <a:gd name="T41" fmla="*/ 192 h 700"/>
                  <a:gd name="T42" fmla="*/ 14 w 490"/>
                  <a:gd name="T43" fmla="*/ 202 h 700"/>
                  <a:gd name="T44" fmla="*/ 20 w 490"/>
                  <a:gd name="T45" fmla="*/ 214 h 700"/>
                  <a:gd name="T46" fmla="*/ 20 w 490"/>
                  <a:gd name="T47" fmla="*/ 246 h 700"/>
                  <a:gd name="T48" fmla="*/ 14 w 490"/>
                  <a:gd name="T49" fmla="*/ 278 h 700"/>
                  <a:gd name="T50" fmla="*/ 8 w 490"/>
                  <a:gd name="T51" fmla="*/ 302 h 700"/>
                  <a:gd name="T52" fmla="*/ 18 w 490"/>
                  <a:gd name="T53" fmla="*/ 328 h 700"/>
                  <a:gd name="T54" fmla="*/ 16 w 490"/>
                  <a:gd name="T55" fmla="*/ 362 h 700"/>
                  <a:gd name="T56" fmla="*/ 10 w 490"/>
                  <a:gd name="T57" fmla="*/ 396 h 700"/>
                  <a:gd name="T58" fmla="*/ 0 w 490"/>
                  <a:gd name="T59" fmla="*/ 422 h 700"/>
                  <a:gd name="T60" fmla="*/ 18 w 490"/>
                  <a:gd name="T61" fmla="*/ 452 h 700"/>
                  <a:gd name="T62" fmla="*/ 22 w 490"/>
                  <a:gd name="T63" fmla="*/ 472 h 700"/>
                  <a:gd name="T64" fmla="*/ 20 w 490"/>
                  <a:gd name="T65" fmla="*/ 494 h 700"/>
                  <a:gd name="T66" fmla="*/ 34 w 490"/>
                  <a:gd name="T67" fmla="*/ 510 h 700"/>
                  <a:gd name="T68" fmla="*/ 42 w 490"/>
                  <a:gd name="T69" fmla="*/ 530 h 700"/>
                  <a:gd name="T70" fmla="*/ 54 w 490"/>
                  <a:gd name="T71" fmla="*/ 572 h 700"/>
                  <a:gd name="T72" fmla="*/ 68 w 490"/>
                  <a:gd name="T73" fmla="*/ 582 h 700"/>
                  <a:gd name="T74" fmla="*/ 86 w 490"/>
                  <a:gd name="T75" fmla="*/ 604 h 700"/>
                  <a:gd name="T76" fmla="*/ 94 w 490"/>
                  <a:gd name="T77" fmla="*/ 624 h 700"/>
                  <a:gd name="T78" fmla="*/ 98 w 490"/>
                  <a:gd name="T79" fmla="*/ 648 h 700"/>
                  <a:gd name="T80" fmla="*/ 134 w 490"/>
                  <a:gd name="T81" fmla="*/ 658 h 700"/>
                  <a:gd name="T82" fmla="*/ 158 w 490"/>
                  <a:gd name="T83" fmla="*/ 670 h 700"/>
                  <a:gd name="T84" fmla="*/ 172 w 490"/>
                  <a:gd name="T85" fmla="*/ 682 h 700"/>
                  <a:gd name="T86" fmla="*/ 178 w 490"/>
                  <a:gd name="T87" fmla="*/ 692 h 700"/>
                  <a:gd name="T88" fmla="*/ 178 w 490"/>
                  <a:gd name="T89" fmla="*/ 700 h 700"/>
                  <a:gd name="T90" fmla="*/ 196 w 490"/>
                  <a:gd name="T91" fmla="*/ 700 h 700"/>
                  <a:gd name="T92" fmla="*/ 226 w 490"/>
                  <a:gd name="T93" fmla="*/ 698 h 700"/>
                  <a:gd name="T94" fmla="*/ 284 w 490"/>
                  <a:gd name="T95" fmla="*/ 682 h 700"/>
                  <a:gd name="T96" fmla="*/ 336 w 490"/>
                  <a:gd name="T97" fmla="*/ 650 h 700"/>
                  <a:gd name="T98" fmla="*/ 384 w 490"/>
                  <a:gd name="T99" fmla="*/ 606 h 700"/>
                  <a:gd name="T100" fmla="*/ 422 w 490"/>
                  <a:gd name="T101" fmla="*/ 550 h 700"/>
                  <a:gd name="T102" fmla="*/ 454 w 490"/>
                  <a:gd name="T103" fmla="*/ 486 h 700"/>
                  <a:gd name="T104" fmla="*/ 476 w 490"/>
                  <a:gd name="T105" fmla="*/ 412 h 700"/>
                  <a:gd name="T106" fmla="*/ 488 w 490"/>
                  <a:gd name="T107" fmla="*/ 332 h 700"/>
                  <a:gd name="T108" fmla="*/ 490 w 490"/>
                  <a:gd name="T109" fmla="*/ 290 h 700"/>
                  <a:gd name="T110" fmla="*/ 484 w 490"/>
                  <a:gd name="T111" fmla="*/ 210 h 700"/>
                  <a:gd name="T112" fmla="*/ 468 w 490"/>
                  <a:gd name="T113" fmla="*/ 136 h 700"/>
                  <a:gd name="T114" fmla="*/ 444 w 490"/>
                  <a:gd name="T115" fmla="*/ 70 h 700"/>
                  <a:gd name="T116" fmla="*/ 410 w 490"/>
                  <a:gd name="T117" fmla="*/ 10 h 70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90" h="700">
                    <a:moveTo>
                      <a:pt x="410" y="10"/>
                    </a:moveTo>
                    <a:lnTo>
                      <a:pt x="410" y="10"/>
                    </a:lnTo>
                    <a:lnTo>
                      <a:pt x="410" y="12"/>
                    </a:lnTo>
                    <a:lnTo>
                      <a:pt x="404" y="18"/>
                    </a:lnTo>
                    <a:lnTo>
                      <a:pt x="398" y="22"/>
                    </a:lnTo>
                    <a:lnTo>
                      <a:pt x="390" y="26"/>
                    </a:lnTo>
                    <a:lnTo>
                      <a:pt x="382" y="28"/>
                    </a:lnTo>
                    <a:lnTo>
                      <a:pt x="366" y="30"/>
                    </a:lnTo>
                    <a:lnTo>
                      <a:pt x="350" y="28"/>
                    </a:lnTo>
                    <a:lnTo>
                      <a:pt x="334" y="22"/>
                    </a:lnTo>
                    <a:lnTo>
                      <a:pt x="320" y="16"/>
                    </a:lnTo>
                    <a:lnTo>
                      <a:pt x="312" y="8"/>
                    </a:lnTo>
                    <a:lnTo>
                      <a:pt x="308" y="4"/>
                    </a:lnTo>
                    <a:lnTo>
                      <a:pt x="306" y="0"/>
                    </a:lnTo>
                    <a:lnTo>
                      <a:pt x="284" y="6"/>
                    </a:lnTo>
                    <a:lnTo>
                      <a:pt x="248" y="12"/>
                    </a:lnTo>
                    <a:lnTo>
                      <a:pt x="230" y="14"/>
                    </a:lnTo>
                    <a:lnTo>
                      <a:pt x="210" y="14"/>
                    </a:lnTo>
                    <a:lnTo>
                      <a:pt x="192" y="10"/>
                    </a:lnTo>
                    <a:lnTo>
                      <a:pt x="174" y="4"/>
                    </a:lnTo>
                    <a:lnTo>
                      <a:pt x="170" y="18"/>
                    </a:lnTo>
                    <a:lnTo>
                      <a:pt x="162" y="30"/>
                    </a:lnTo>
                    <a:lnTo>
                      <a:pt x="150" y="44"/>
                    </a:lnTo>
                    <a:lnTo>
                      <a:pt x="136" y="56"/>
                    </a:lnTo>
                    <a:lnTo>
                      <a:pt x="120" y="68"/>
                    </a:lnTo>
                    <a:lnTo>
                      <a:pt x="104" y="80"/>
                    </a:lnTo>
                    <a:lnTo>
                      <a:pt x="88" y="88"/>
                    </a:lnTo>
                    <a:lnTo>
                      <a:pt x="72" y="94"/>
                    </a:lnTo>
                    <a:lnTo>
                      <a:pt x="72" y="104"/>
                    </a:lnTo>
                    <a:lnTo>
                      <a:pt x="68" y="118"/>
                    </a:lnTo>
                    <a:lnTo>
                      <a:pt x="60" y="134"/>
                    </a:lnTo>
                    <a:lnTo>
                      <a:pt x="50" y="150"/>
                    </a:lnTo>
                    <a:lnTo>
                      <a:pt x="40" y="164"/>
                    </a:lnTo>
                    <a:lnTo>
                      <a:pt x="28" y="178"/>
                    </a:lnTo>
                    <a:lnTo>
                      <a:pt x="16" y="188"/>
                    </a:lnTo>
                    <a:lnTo>
                      <a:pt x="10" y="190"/>
                    </a:lnTo>
                    <a:lnTo>
                      <a:pt x="4" y="192"/>
                    </a:lnTo>
                    <a:lnTo>
                      <a:pt x="10" y="196"/>
                    </a:lnTo>
                    <a:lnTo>
                      <a:pt x="14" y="202"/>
                    </a:lnTo>
                    <a:lnTo>
                      <a:pt x="18" y="208"/>
                    </a:lnTo>
                    <a:lnTo>
                      <a:pt x="20" y="214"/>
                    </a:lnTo>
                    <a:lnTo>
                      <a:pt x="22" y="230"/>
                    </a:lnTo>
                    <a:lnTo>
                      <a:pt x="20" y="246"/>
                    </a:lnTo>
                    <a:lnTo>
                      <a:pt x="18" y="262"/>
                    </a:lnTo>
                    <a:lnTo>
                      <a:pt x="14" y="278"/>
                    </a:lnTo>
                    <a:lnTo>
                      <a:pt x="8" y="302"/>
                    </a:lnTo>
                    <a:lnTo>
                      <a:pt x="14" y="314"/>
                    </a:lnTo>
                    <a:lnTo>
                      <a:pt x="18" y="328"/>
                    </a:lnTo>
                    <a:lnTo>
                      <a:pt x="18" y="346"/>
                    </a:lnTo>
                    <a:lnTo>
                      <a:pt x="16" y="362"/>
                    </a:lnTo>
                    <a:lnTo>
                      <a:pt x="14" y="380"/>
                    </a:lnTo>
                    <a:lnTo>
                      <a:pt x="10" y="396"/>
                    </a:lnTo>
                    <a:lnTo>
                      <a:pt x="0" y="422"/>
                    </a:lnTo>
                    <a:lnTo>
                      <a:pt x="10" y="436"/>
                    </a:lnTo>
                    <a:lnTo>
                      <a:pt x="18" y="452"/>
                    </a:lnTo>
                    <a:lnTo>
                      <a:pt x="20" y="462"/>
                    </a:lnTo>
                    <a:lnTo>
                      <a:pt x="22" y="472"/>
                    </a:lnTo>
                    <a:lnTo>
                      <a:pt x="20" y="494"/>
                    </a:lnTo>
                    <a:lnTo>
                      <a:pt x="28" y="502"/>
                    </a:lnTo>
                    <a:lnTo>
                      <a:pt x="34" y="510"/>
                    </a:lnTo>
                    <a:lnTo>
                      <a:pt x="38" y="520"/>
                    </a:lnTo>
                    <a:lnTo>
                      <a:pt x="42" y="530"/>
                    </a:lnTo>
                    <a:lnTo>
                      <a:pt x="48" y="552"/>
                    </a:lnTo>
                    <a:lnTo>
                      <a:pt x="54" y="572"/>
                    </a:lnTo>
                    <a:lnTo>
                      <a:pt x="68" y="582"/>
                    </a:lnTo>
                    <a:lnTo>
                      <a:pt x="78" y="594"/>
                    </a:lnTo>
                    <a:lnTo>
                      <a:pt x="86" y="604"/>
                    </a:lnTo>
                    <a:lnTo>
                      <a:pt x="90" y="614"/>
                    </a:lnTo>
                    <a:lnTo>
                      <a:pt x="94" y="624"/>
                    </a:lnTo>
                    <a:lnTo>
                      <a:pt x="96" y="634"/>
                    </a:lnTo>
                    <a:lnTo>
                      <a:pt x="98" y="648"/>
                    </a:lnTo>
                    <a:lnTo>
                      <a:pt x="134" y="658"/>
                    </a:lnTo>
                    <a:lnTo>
                      <a:pt x="146" y="664"/>
                    </a:lnTo>
                    <a:lnTo>
                      <a:pt x="158" y="670"/>
                    </a:lnTo>
                    <a:lnTo>
                      <a:pt x="166" y="676"/>
                    </a:lnTo>
                    <a:lnTo>
                      <a:pt x="172" y="682"/>
                    </a:lnTo>
                    <a:lnTo>
                      <a:pt x="176" y="686"/>
                    </a:lnTo>
                    <a:lnTo>
                      <a:pt x="178" y="692"/>
                    </a:lnTo>
                    <a:lnTo>
                      <a:pt x="178" y="700"/>
                    </a:lnTo>
                    <a:lnTo>
                      <a:pt x="196" y="700"/>
                    </a:lnTo>
                    <a:lnTo>
                      <a:pt x="226" y="698"/>
                    </a:lnTo>
                    <a:lnTo>
                      <a:pt x="256" y="692"/>
                    </a:lnTo>
                    <a:lnTo>
                      <a:pt x="284" y="682"/>
                    </a:lnTo>
                    <a:lnTo>
                      <a:pt x="310" y="668"/>
                    </a:lnTo>
                    <a:lnTo>
                      <a:pt x="336" y="650"/>
                    </a:lnTo>
                    <a:lnTo>
                      <a:pt x="360" y="630"/>
                    </a:lnTo>
                    <a:lnTo>
                      <a:pt x="384" y="606"/>
                    </a:lnTo>
                    <a:lnTo>
                      <a:pt x="404" y="580"/>
                    </a:lnTo>
                    <a:lnTo>
                      <a:pt x="422" y="550"/>
                    </a:lnTo>
                    <a:lnTo>
                      <a:pt x="440" y="520"/>
                    </a:lnTo>
                    <a:lnTo>
                      <a:pt x="454" y="486"/>
                    </a:lnTo>
                    <a:lnTo>
                      <a:pt x="468" y="450"/>
                    </a:lnTo>
                    <a:lnTo>
                      <a:pt x="476" y="412"/>
                    </a:lnTo>
                    <a:lnTo>
                      <a:pt x="484" y="372"/>
                    </a:lnTo>
                    <a:lnTo>
                      <a:pt x="488" y="332"/>
                    </a:lnTo>
                    <a:lnTo>
                      <a:pt x="490" y="290"/>
                    </a:lnTo>
                    <a:lnTo>
                      <a:pt x="488" y="250"/>
                    </a:lnTo>
                    <a:lnTo>
                      <a:pt x="484" y="210"/>
                    </a:lnTo>
                    <a:lnTo>
                      <a:pt x="478" y="174"/>
                    </a:lnTo>
                    <a:lnTo>
                      <a:pt x="468" y="136"/>
                    </a:lnTo>
                    <a:lnTo>
                      <a:pt x="458" y="102"/>
                    </a:lnTo>
                    <a:lnTo>
                      <a:pt x="444" y="70"/>
                    </a:lnTo>
                    <a:lnTo>
                      <a:pt x="428" y="38"/>
                    </a:lnTo>
                    <a:lnTo>
                      <a:pt x="410" y="10"/>
                    </a:lnTo>
                    <a:close/>
                  </a:path>
                </a:pathLst>
              </a:custGeom>
              <a:noFill/>
              <a:ln w="6350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831" name="Oval 2536">
              <a:extLst>
                <a:ext uri="{FF2B5EF4-FFF2-40B4-BE49-F238E27FC236}">
                  <a16:creationId xmlns:a16="http://schemas.microsoft.com/office/drawing/2014/main" id="{0C7AFA29-D700-4CB5-A2D8-EC6716E2C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3632200"/>
              <a:ext cx="304800" cy="304800"/>
            </a:xfrm>
            <a:prstGeom prst="ellipse">
              <a:avLst/>
            </a:prstGeom>
            <a:solidFill>
              <a:srgbClr val="DA78D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grpSp>
          <p:nvGrpSpPr>
            <p:cNvPr id="76815" name="Group 2544">
              <a:extLst>
                <a:ext uri="{FF2B5EF4-FFF2-40B4-BE49-F238E27FC236}">
                  <a16:creationId xmlns:a16="http://schemas.microsoft.com/office/drawing/2014/main" id="{63A37A50-D793-4867-B4EA-C0C2CBC3C4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2325" y="1327150"/>
              <a:ext cx="1504950" cy="828675"/>
              <a:chOff x="1126" y="886"/>
              <a:chExt cx="948" cy="522"/>
            </a:xfrm>
          </p:grpSpPr>
          <p:sp>
            <p:nvSpPr>
              <p:cNvPr id="76931" name="Freeform 2537">
                <a:extLst>
                  <a:ext uri="{FF2B5EF4-FFF2-40B4-BE49-F238E27FC236}">
                    <a16:creationId xmlns:a16="http://schemas.microsoft.com/office/drawing/2014/main" id="{E2801A57-1359-4B98-8213-C9179C2EA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928"/>
                <a:ext cx="912" cy="480"/>
              </a:xfrm>
              <a:custGeom>
                <a:avLst/>
                <a:gdLst>
                  <a:gd name="T0" fmla="*/ 0 w 912"/>
                  <a:gd name="T1" fmla="*/ 480 h 480"/>
                  <a:gd name="T2" fmla="*/ 576 w 912"/>
                  <a:gd name="T3" fmla="*/ 96 h 480"/>
                  <a:gd name="T4" fmla="*/ 912 w 912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2" h="480">
                    <a:moveTo>
                      <a:pt x="0" y="480"/>
                    </a:moveTo>
                    <a:cubicBezTo>
                      <a:pt x="212" y="328"/>
                      <a:pt x="424" y="176"/>
                      <a:pt x="576" y="96"/>
                    </a:cubicBezTo>
                    <a:cubicBezTo>
                      <a:pt x="728" y="16"/>
                      <a:pt x="856" y="16"/>
                      <a:pt x="912" y="0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932" name="Group 2540">
                <a:extLst>
                  <a:ext uri="{FF2B5EF4-FFF2-40B4-BE49-F238E27FC236}">
                    <a16:creationId xmlns:a16="http://schemas.microsoft.com/office/drawing/2014/main" id="{B14F3552-6DD5-4E2D-9B22-3418290003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2" y="886"/>
                <a:ext cx="52" cy="92"/>
                <a:chOff x="1440" y="1680"/>
                <a:chExt cx="52" cy="92"/>
              </a:xfrm>
            </p:grpSpPr>
            <p:sp>
              <p:nvSpPr>
                <p:cNvPr id="34950" name="Line 2538">
                  <a:extLst>
                    <a:ext uri="{FF2B5EF4-FFF2-40B4-BE49-F238E27FC236}">
                      <a16:creationId xmlns:a16="http://schemas.microsoft.com/office/drawing/2014/main" id="{B0F4352E-59CD-4680-A4E7-9426F50383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8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951" name="Line 2539">
                  <a:extLst>
                    <a:ext uri="{FF2B5EF4-FFF2-40B4-BE49-F238E27FC236}">
                      <a16:creationId xmlns:a16="http://schemas.microsoft.com/office/drawing/2014/main" id="{B98E6D90-67BD-47D1-8CAA-BC2FA261B6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4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76816" name="Group 2554">
              <a:extLst>
                <a:ext uri="{FF2B5EF4-FFF2-40B4-BE49-F238E27FC236}">
                  <a16:creationId xmlns:a16="http://schemas.microsoft.com/office/drawing/2014/main" id="{EB8AB25A-2E63-4264-A73A-6BAF69ADD5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10100" y="1717675"/>
              <a:ext cx="2803525" cy="527050"/>
              <a:chOff x="1074" y="1330"/>
              <a:chExt cx="1766" cy="332"/>
            </a:xfrm>
          </p:grpSpPr>
          <p:sp>
            <p:nvSpPr>
              <p:cNvPr id="76927" name="Freeform 2550">
                <a:extLst>
                  <a:ext uri="{FF2B5EF4-FFF2-40B4-BE49-F238E27FC236}">
                    <a16:creationId xmlns:a16="http://schemas.microsoft.com/office/drawing/2014/main" id="{E846CA92-2DE6-4BA7-9D35-4CB64C08B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374"/>
                <a:ext cx="1728" cy="288"/>
              </a:xfrm>
              <a:custGeom>
                <a:avLst/>
                <a:gdLst>
                  <a:gd name="T0" fmla="*/ 0 w 1728"/>
                  <a:gd name="T1" fmla="*/ 288 h 288"/>
                  <a:gd name="T2" fmla="*/ 912 w 1728"/>
                  <a:gd name="T3" fmla="*/ 48 h 288"/>
                  <a:gd name="T4" fmla="*/ 1728 w 172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28" h="288">
                    <a:moveTo>
                      <a:pt x="0" y="288"/>
                    </a:moveTo>
                    <a:cubicBezTo>
                      <a:pt x="312" y="192"/>
                      <a:pt x="624" y="96"/>
                      <a:pt x="912" y="48"/>
                    </a:cubicBezTo>
                    <a:cubicBezTo>
                      <a:pt x="1200" y="0"/>
                      <a:pt x="1592" y="8"/>
                      <a:pt x="1728" y="0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928" name="Group 2551">
                <a:extLst>
                  <a:ext uri="{FF2B5EF4-FFF2-40B4-BE49-F238E27FC236}">
                    <a16:creationId xmlns:a16="http://schemas.microsoft.com/office/drawing/2014/main" id="{F53C7546-120C-4604-9183-32621437FB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8" y="1330"/>
                <a:ext cx="52" cy="92"/>
                <a:chOff x="1440" y="1680"/>
                <a:chExt cx="52" cy="92"/>
              </a:xfrm>
            </p:grpSpPr>
            <p:sp>
              <p:nvSpPr>
                <p:cNvPr id="34946" name="Line 2552">
                  <a:extLst>
                    <a:ext uri="{FF2B5EF4-FFF2-40B4-BE49-F238E27FC236}">
                      <a16:creationId xmlns:a16="http://schemas.microsoft.com/office/drawing/2014/main" id="{B3AFE4FB-86F1-4582-A4A1-735C4061DA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8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947" name="Line 2553">
                  <a:extLst>
                    <a:ext uri="{FF2B5EF4-FFF2-40B4-BE49-F238E27FC236}">
                      <a16:creationId xmlns:a16="http://schemas.microsoft.com/office/drawing/2014/main" id="{3E0D887F-6D19-4D5E-9E78-3BC422398D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4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76817" name="Group 2595">
              <a:extLst>
                <a:ext uri="{FF2B5EF4-FFF2-40B4-BE49-F238E27FC236}">
                  <a16:creationId xmlns:a16="http://schemas.microsoft.com/office/drawing/2014/main" id="{2FBA29C9-511D-4178-B049-09651D066D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68800" y="2314575"/>
              <a:ext cx="1965325" cy="755650"/>
              <a:chOff x="974" y="1458"/>
              <a:chExt cx="1238" cy="476"/>
            </a:xfrm>
          </p:grpSpPr>
          <p:sp>
            <p:nvSpPr>
              <p:cNvPr id="76921" name="Freeform 2561">
                <a:extLst>
                  <a:ext uri="{FF2B5EF4-FFF2-40B4-BE49-F238E27FC236}">
                    <a16:creationId xmlns:a16="http://schemas.microsoft.com/office/drawing/2014/main" id="{2C92A8C8-78D3-4CA1-8244-BC8D67B2B58D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203">
                <a:off x="1072" y="1687"/>
                <a:ext cx="608" cy="52"/>
              </a:xfrm>
              <a:custGeom>
                <a:avLst/>
                <a:gdLst>
                  <a:gd name="T0" fmla="*/ 0 w 720"/>
                  <a:gd name="T1" fmla="*/ 0 h 56"/>
                  <a:gd name="T2" fmla="*/ 144 w 720"/>
                  <a:gd name="T3" fmla="*/ 39 h 56"/>
                  <a:gd name="T4" fmla="*/ 433 w 720"/>
                  <a:gd name="T5" fmla="*/ 39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0" h="56">
                    <a:moveTo>
                      <a:pt x="0" y="0"/>
                    </a:moveTo>
                    <a:cubicBezTo>
                      <a:pt x="60" y="20"/>
                      <a:pt x="120" y="40"/>
                      <a:pt x="240" y="48"/>
                    </a:cubicBezTo>
                    <a:cubicBezTo>
                      <a:pt x="360" y="56"/>
                      <a:pt x="540" y="52"/>
                      <a:pt x="720" y="48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2" name="Freeform 2568">
                <a:extLst>
                  <a:ext uri="{FF2B5EF4-FFF2-40B4-BE49-F238E27FC236}">
                    <a16:creationId xmlns:a16="http://schemas.microsoft.com/office/drawing/2014/main" id="{8DBF6A1F-A6CB-44E2-821D-48069BBE1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742"/>
                <a:ext cx="720" cy="192"/>
              </a:xfrm>
              <a:custGeom>
                <a:avLst/>
                <a:gdLst>
                  <a:gd name="T0" fmla="*/ 0 w 720"/>
                  <a:gd name="T1" fmla="*/ 192 h 192"/>
                  <a:gd name="T2" fmla="*/ 240 w 720"/>
                  <a:gd name="T3" fmla="*/ 96 h 192"/>
                  <a:gd name="T4" fmla="*/ 720 w 720"/>
                  <a:gd name="T5" fmla="*/ 0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0" h="192">
                    <a:moveTo>
                      <a:pt x="0" y="192"/>
                    </a:moveTo>
                    <a:cubicBezTo>
                      <a:pt x="60" y="160"/>
                      <a:pt x="120" y="128"/>
                      <a:pt x="240" y="96"/>
                    </a:cubicBezTo>
                    <a:cubicBezTo>
                      <a:pt x="360" y="64"/>
                      <a:pt x="540" y="32"/>
                      <a:pt x="720" y="0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3" name="Freeform 2591">
                <a:extLst>
                  <a:ext uri="{FF2B5EF4-FFF2-40B4-BE49-F238E27FC236}">
                    <a16:creationId xmlns:a16="http://schemas.microsoft.com/office/drawing/2014/main" id="{77CD51BE-8956-4925-9FF8-FDDD0B2C1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458"/>
                <a:ext cx="1056" cy="304"/>
              </a:xfrm>
              <a:custGeom>
                <a:avLst/>
                <a:gdLst>
                  <a:gd name="T0" fmla="*/ 0 w 1056"/>
                  <a:gd name="T1" fmla="*/ 0 h 304"/>
                  <a:gd name="T2" fmla="*/ 528 w 1056"/>
                  <a:gd name="T3" fmla="*/ 288 h 304"/>
                  <a:gd name="T4" fmla="*/ 1056 w 1056"/>
                  <a:gd name="T5" fmla="*/ 96 h 3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6" h="304">
                    <a:moveTo>
                      <a:pt x="0" y="0"/>
                    </a:moveTo>
                    <a:cubicBezTo>
                      <a:pt x="176" y="136"/>
                      <a:pt x="352" y="272"/>
                      <a:pt x="528" y="288"/>
                    </a:cubicBezTo>
                    <a:cubicBezTo>
                      <a:pt x="704" y="304"/>
                      <a:pt x="880" y="200"/>
                      <a:pt x="1056" y="96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924" name="Group 2592">
                <a:extLst>
                  <a:ext uri="{FF2B5EF4-FFF2-40B4-BE49-F238E27FC236}">
                    <a16:creationId xmlns:a16="http://schemas.microsoft.com/office/drawing/2014/main" id="{82DCFDBB-CC03-4236-A5C1-3CCBEECEB7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60" y="1512"/>
                <a:ext cx="52" cy="92"/>
                <a:chOff x="1440" y="1680"/>
                <a:chExt cx="52" cy="92"/>
              </a:xfrm>
            </p:grpSpPr>
            <p:sp>
              <p:nvSpPr>
                <p:cNvPr id="34942" name="Line 2593">
                  <a:extLst>
                    <a:ext uri="{FF2B5EF4-FFF2-40B4-BE49-F238E27FC236}">
                      <a16:creationId xmlns:a16="http://schemas.microsoft.com/office/drawing/2014/main" id="{AFE72EBA-9B2C-4ED0-8B94-D249FE9607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8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943" name="Line 2594">
                  <a:extLst>
                    <a:ext uri="{FF2B5EF4-FFF2-40B4-BE49-F238E27FC236}">
                      <a16:creationId xmlns:a16="http://schemas.microsoft.com/office/drawing/2014/main" id="{F82A29A3-AA8B-4CCF-97D9-0E3ACA84A7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4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76818" name="Group 2600">
              <a:extLst>
                <a:ext uri="{FF2B5EF4-FFF2-40B4-BE49-F238E27FC236}">
                  <a16:creationId xmlns:a16="http://schemas.microsoft.com/office/drawing/2014/main" id="{4528746B-D6BC-4147-B124-D2066897FE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9425" y="2538413"/>
              <a:ext cx="2197100" cy="981075"/>
              <a:chOff x="924" y="1599"/>
              <a:chExt cx="1384" cy="618"/>
            </a:xfrm>
          </p:grpSpPr>
          <p:sp>
            <p:nvSpPr>
              <p:cNvPr id="76917" name="Freeform 2596">
                <a:extLst>
                  <a:ext uri="{FF2B5EF4-FFF2-40B4-BE49-F238E27FC236}">
                    <a16:creationId xmlns:a16="http://schemas.microsoft.com/office/drawing/2014/main" id="{8AB6E4E6-93C0-4C7F-A01E-7116ED193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1641"/>
                <a:ext cx="1344" cy="576"/>
              </a:xfrm>
              <a:custGeom>
                <a:avLst/>
                <a:gdLst>
                  <a:gd name="T0" fmla="*/ 0 w 1344"/>
                  <a:gd name="T1" fmla="*/ 576 h 576"/>
                  <a:gd name="T2" fmla="*/ 432 w 1344"/>
                  <a:gd name="T3" fmla="*/ 480 h 576"/>
                  <a:gd name="T4" fmla="*/ 720 w 1344"/>
                  <a:gd name="T5" fmla="*/ 240 h 576"/>
                  <a:gd name="T6" fmla="*/ 1344 w 1344"/>
                  <a:gd name="T7" fmla="*/ 0 h 5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4" h="576">
                    <a:moveTo>
                      <a:pt x="0" y="576"/>
                    </a:moveTo>
                    <a:cubicBezTo>
                      <a:pt x="156" y="556"/>
                      <a:pt x="312" y="536"/>
                      <a:pt x="432" y="480"/>
                    </a:cubicBezTo>
                    <a:cubicBezTo>
                      <a:pt x="552" y="424"/>
                      <a:pt x="568" y="320"/>
                      <a:pt x="720" y="240"/>
                    </a:cubicBezTo>
                    <a:cubicBezTo>
                      <a:pt x="872" y="160"/>
                      <a:pt x="1108" y="80"/>
                      <a:pt x="1344" y="0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918" name="Group 2597">
                <a:extLst>
                  <a:ext uri="{FF2B5EF4-FFF2-40B4-BE49-F238E27FC236}">
                    <a16:creationId xmlns:a16="http://schemas.microsoft.com/office/drawing/2014/main" id="{30955B8E-5CA0-4DE5-A022-39A4F34E45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56" y="1599"/>
                <a:ext cx="52" cy="92"/>
                <a:chOff x="1440" y="1680"/>
                <a:chExt cx="52" cy="92"/>
              </a:xfrm>
            </p:grpSpPr>
            <p:sp>
              <p:nvSpPr>
                <p:cNvPr id="34936" name="Line 2598">
                  <a:extLst>
                    <a:ext uri="{FF2B5EF4-FFF2-40B4-BE49-F238E27FC236}">
                      <a16:creationId xmlns:a16="http://schemas.microsoft.com/office/drawing/2014/main" id="{AC99EBEA-4069-4281-B74B-335D6021F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8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937" name="Line 2599">
                  <a:extLst>
                    <a:ext uri="{FF2B5EF4-FFF2-40B4-BE49-F238E27FC236}">
                      <a16:creationId xmlns:a16="http://schemas.microsoft.com/office/drawing/2014/main" id="{67010D2E-86B7-4EB1-B72F-787D38265B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4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76819" name="Group 2613">
              <a:extLst>
                <a:ext uri="{FF2B5EF4-FFF2-40B4-BE49-F238E27FC236}">
                  <a16:creationId xmlns:a16="http://schemas.microsoft.com/office/drawing/2014/main" id="{0706A792-FB7F-4187-8BE0-02E4DE027D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9425" y="3641725"/>
              <a:ext cx="673100" cy="542925"/>
              <a:chOff x="924" y="2294"/>
              <a:chExt cx="424" cy="342"/>
            </a:xfrm>
          </p:grpSpPr>
          <p:sp>
            <p:nvSpPr>
              <p:cNvPr id="76909" name="Freeform 2604">
                <a:extLst>
                  <a:ext uri="{FF2B5EF4-FFF2-40B4-BE49-F238E27FC236}">
                    <a16:creationId xmlns:a16="http://schemas.microsoft.com/office/drawing/2014/main" id="{5FA4EE05-3A11-4D9E-A168-22C925B14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294"/>
                <a:ext cx="384" cy="56"/>
              </a:xfrm>
              <a:custGeom>
                <a:avLst/>
                <a:gdLst>
                  <a:gd name="T0" fmla="*/ 0 w 384"/>
                  <a:gd name="T1" fmla="*/ 0 h 56"/>
                  <a:gd name="T2" fmla="*/ 192 w 384"/>
                  <a:gd name="T3" fmla="*/ 48 h 56"/>
                  <a:gd name="T4" fmla="*/ 384 w 384"/>
                  <a:gd name="T5" fmla="*/ 4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4" h="56">
                    <a:moveTo>
                      <a:pt x="0" y="0"/>
                    </a:moveTo>
                    <a:cubicBezTo>
                      <a:pt x="64" y="20"/>
                      <a:pt x="128" y="40"/>
                      <a:pt x="192" y="48"/>
                    </a:cubicBezTo>
                    <a:cubicBezTo>
                      <a:pt x="256" y="56"/>
                      <a:pt x="320" y="52"/>
                      <a:pt x="384" y="48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0" name="Freeform 2605">
                <a:extLst>
                  <a:ext uri="{FF2B5EF4-FFF2-40B4-BE49-F238E27FC236}">
                    <a16:creationId xmlns:a16="http://schemas.microsoft.com/office/drawing/2014/main" id="{D748B558-2FD0-425A-BE25-0154FE79E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348"/>
                <a:ext cx="240" cy="1"/>
              </a:xfrm>
              <a:custGeom>
                <a:avLst/>
                <a:gdLst>
                  <a:gd name="T0" fmla="*/ 0 w 240"/>
                  <a:gd name="T1" fmla="*/ 0 h 1"/>
                  <a:gd name="T2" fmla="*/ 144 w 240"/>
                  <a:gd name="T3" fmla="*/ 0 h 1"/>
                  <a:gd name="T4" fmla="*/ 240 w 24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1">
                    <a:moveTo>
                      <a:pt x="0" y="0"/>
                    </a:moveTo>
                    <a:cubicBezTo>
                      <a:pt x="52" y="0"/>
                      <a:pt x="104" y="0"/>
                      <a:pt x="144" y="0"/>
                    </a:cubicBezTo>
                    <a:cubicBezTo>
                      <a:pt x="184" y="0"/>
                      <a:pt x="212" y="0"/>
                      <a:pt x="240" y="0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1" name="Freeform 2607">
                <a:extLst>
                  <a:ext uri="{FF2B5EF4-FFF2-40B4-BE49-F238E27FC236}">
                    <a16:creationId xmlns:a16="http://schemas.microsoft.com/office/drawing/2014/main" id="{F46C3EA0-9B23-4642-B497-3D0C31099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344"/>
                <a:ext cx="192" cy="96"/>
              </a:xfrm>
              <a:custGeom>
                <a:avLst/>
                <a:gdLst>
                  <a:gd name="T0" fmla="*/ 0 w 192"/>
                  <a:gd name="T1" fmla="*/ 96 h 96"/>
                  <a:gd name="T2" fmla="*/ 96 w 192"/>
                  <a:gd name="T3" fmla="*/ 48 h 96"/>
                  <a:gd name="T4" fmla="*/ 192 w 192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32" y="80"/>
                      <a:pt x="64" y="64"/>
                      <a:pt x="96" y="48"/>
                    </a:cubicBezTo>
                    <a:cubicBezTo>
                      <a:pt x="128" y="32"/>
                      <a:pt x="160" y="16"/>
                      <a:pt x="192" y="0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2" name="Freeform 2608">
                <a:extLst>
                  <a:ext uri="{FF2B5EF4-FFF2-40B4-BE49-F238E27FC236}">
                    <a16:creationId xmlns:a16="http://schemas.microsoft.com/office/drawing/2014/main" id="{DB55C9C0-B6BA-4FBB-81AE-586618AD5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348"/>
                <a:ext cx="192" cy="192"/>
              </a:xfrm>
              <a:custGeom>
                <a:avLst/>
                <a:gdLst>
                  <a:gd name="T0" fmla="*/ 0 w 192"/>
                  <a:gd name="T1" fmla="*/ 192 h 192"/>
                  <a:gd name="T2" fmla="*/ 96 w 192"/>
                  <a:gd name="T3" fmla="*/ 144 h 192"/>
                  <a:gd name="T4" fmla="*/ 192 w 192"/>
                  <a:gd name="T5" fmla="*/ 0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92">
                    <a:moveTo>
                      <a:pt x="0" y="192"/>
                    </a:moveTo>
                    <a:cubicBezTo>
                      <a:pt x="32" y="184"/>
                      <a:pt x="64" y="176"/>
                      <a:pt x="96" y="144"/>
                    </a:cubicBezTo>
                    <a:cubicBezTo>
                      <a:pt x="128" y="112"/>
                      <a:pt x="160" y="56"/>
                      <a:pt x="192" y="0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3" name="Freeform 2609">
                <a:extLst>
                  <a:ext uri="{FF2B5EF4-FFF2-40B4-BE49-F238E27FC236}">
                    <a16:creationId xmlns:a16="http://schemas.microsoft.com/office/drawing/2014/main" id="{F69932FD-25B9-47D2-ABF0-3085FF2BF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348"/>
                <a:ext cx="192" cy="288"/>
              </a:xfrm>
              <a:custGeom>
                <a:avLst/>
                <a:gdLst>
                  <a:gd name="T0" fmla="*/ 0 w 192"/>
                  <a:gd name="T1" fmla="*/ 288 h 288"/>
                  <a:gd name="T2" fmla="*/ 96 w 192"/>
                  <a:gd name="T3" fmla="*/ 240 h 288"/>
                  <a:gd name="T4" fmla="*/ 192 w 192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88">
                    <a:moveTo>
                      <a:pt x="0" y="288"/>
                    </a:moveTo>
                    <a:cubicBezTo>
                      <a:pt x="32" y="288"/>
                      <a:pt x="64" y="288"/>
                      <a:pt x="96" y="240"/>
                    </a:cubicBezTo>
                    <a:cubicBezTo>
                      <a:pt x="128" y="192"/>
                      <a:pt x="160" y="96"/>
                      <a:pt x="192" y="0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914" name="Group 2610">
                <a:extLst>
                  <a:ext uri="{FF2B5EF4-FFF2-40B4-BE49-F238E27FC236}">
                    <a16:creationId xmlns:a16="http://schemas.microsoft.com/office/drawing/2014/main" id="{A395DB8D-BD79-4060-8F6E-612C0F4581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6" y="2298"/>
                <a:ext cx="52" cy="92"/>
                <a:chOff x="1440" y="1680"/>
                <a:chExt cx="52" cy="92"/>
              </a:xfrm>
            </p:grpSpPr>
            <p:sp>
              <p:nvSpPr>
                <p:cNvPr id="34932" name="Line 2611">
                  <a:extLst>
                    <a:ext uri="{FF2B5EF4-FFF2-40B4-BE49-F238E27FC236}">
                      <a16:creationId xmlns:a16="http://schemas.microsoft.com/office/drawing/2014/main" id="{B6B113D7-9B4A-4EAA-87E3-1B61846A0C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8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933" name="Line 2612">
                  <a:extLst>
                    <a:ext uri="{FF2B5EF4-FFF2-40B4-BE49-F238E27FC236}">
                      <a16:creationId xmlns:a16="http://schemas.microsoft.com/office/drawing/2014/main" id="{341D910E-4AC6-4166-ADB8-FA644E77B4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4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76820" name="Group 2618">
              <a:extLst>
                <a:ext uri="{FF2B5EF4-FFF2-40B4-BE49-F238E27FC236}">
                  <a16:creationId xmlns:a16="http://schemas.microsoft.com/office/drawing/2014/main" id="{9810A2FD-ADE3-47B4-ACBD-A8E16D82B8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68875" y="3406775"/>
              <a:ext cx="755650" cy="295275"/>
              <a:chOff x="1352" y="2152"/>
              <a:chExt cx="476" cy="186"/>
            </a:xfrm>
          </p:grpSpPr>
          <p:sp>
            <p:nvSpPr>
              <p:cNvPr id="76905" name="Freeform 2614">
                <a:extLst>
                  <a:ext uri="{FF2B5EF4-FFF2-40B4-BE49-F238E27FC236}">
                    <a16:creationId xmlns:a16="http://schemas.microsoft.com/office/drawing/2014/main" id="{A1D49984-6A3D-43C3-A970-129B72319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194"/>
                <a:ext cx="432" cy="144"/>
              </a:xfrm>
              <a:custGeom>
                <a:avLst/>
                <a:gdLst>
                  <a:gd name="T0" fmla="*/ 0 w 432"/>
                  <a:gd name="T1" fmla="*/ 144 h 144"/>
                  <a:gd name="T2" fmla="*/ 192 w 432"/>
                  <a:gd name="T3" fmla="*/ 96 h 144"/>
                  <a:gd name="T4" fmla="*/ 432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144"/>
                    </a:moveTo>
                    <a:cubicBezTo>
                      <a:pt x="60" y="132"/>
                      <a:pt x="120" y="120"/>
                      <a:pt x="192" y="96"/>
                    </a:cubicBezTo>
                    <a:cubicBezTo>
                      <a:pt x="264" y="72"/>
                      <a:pt x="392" y="16"/>
                      <a:pt x="432" y="0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906" name="Group 2615">
                <a:extLst>
                  <a:ext uri="{FF2B5EF4-FFF2-40B4-BE49-F238E27FC236}">
                    <a16:creationId xmlns:a16="http://schemas.microsoft.com/office/drawing/2014/main" id="{1BE4F4BC-C863-4FC6-8A1A-E38943E357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6" y="2152"/>
                <a:ext cx="52" cy="92"/>
                <a:chOff x="1440" y="1680"/>
                <a:chExt cx="52" cy="92"/>
              </a:xfrm>
            </p:grpSpPr>
            <p:sp>
              <p:nvSpPr>
                <p:cNvPr id="34924" name="Line 2616">
                  <a:extLst>
                    <a:ext uri="{FF2B5EF4-FFF2-40B4-BE49-F238E27FC236}">
                      <a16:creationId xmlns:a16="http://schemas.microsoft.com/office/drawing/2014/main" id="{F5EF26E6-B2DE-47E0-AE97-945EC53C8D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8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925" name="Line 2617">
                  <a:extLst>
                    <a:ext uri="{FF2B5EF4-FFF2-40B4-BE49-F238E27FC236}">
                      <a16:creationId xmlns:a16="http://schemas.microsoft.com/office/drawing/2014/main" id="{D90B7710-F769-4139-8F74-A91077C58E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4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sp>
          <p:nvSpPr>
            <p:cNvPr id="34838" name="Oval 2619">
              <a:extLst>
                <a:ext uri="{FF2B5EF4-FFF2-40B4-BE49-F238E27FC236}">
                  <a16:creationId xmlns:a16="http://schemas.microsoft.com/office/drawing/2014/main" id="{9E0A22A3-C51F-4CA4-8DB9-EEF412AB4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450" y="4629150"/>
              <a:ext cx="304800" cy="304800"/>
            </a:xfrm>
            <a:prstGeom prst="ellipse">
              <a:avLst/>
            </a:prstGeom>
            <a:solidFill>
              <a:srgbClr val="DA78D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39" name="Oval 2620">
              <a:extLst>
                <a:ext uri="{FF2B5EF4-FFF2-40B4-BE49-F238E27FC236}">
                  <a16:creationId xmlns:a16="http://schemas.microsoft.com/office/drawing/2014/main" id="{3C41B047-280E-401F-BBE5-5C75613CE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6875" y="5181600"/>
              <a:ext cx="304800" cy="304800"/>
            </a:xfrm>
            <a:prstGeom prst="ellipse">
              <a:avLst/>
            </a:prstGeom>
            <a:solidFill>
              <a:srgbClr val="DA78D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grpSp>
          <p:nvGrpSpPr>
            <p:cNvPr id="76823" name="Group 2625">
              <a:extLst>
                <a:ext uri="{FF2B5EF4-FFF2-40B4-BE49-F238E27FC236}">
                  <a16:creationId xmlns:a16="http://schemas.microsoft.com/office/drawing/2014/main" id="{940EE549-49BC-4663-A7D0-996301452E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6575" y="2686050"/>
              <a:ext cx="3121025" cy="604838"/>
              <a:chOff x="960" y="1692"/>
              <a:chExt cx="1966" cy="381"/>
            </a:xfrm>
          </p:grpSpPr>
          <p:sp>
            <p:nvSpPr>
              <p:cNvPr id="76901" name="Freeform 2621">
                <a:extLst>
                  <a:ext uri="{FF2B5EF4-FFF2-40B4-BE49-F238E27FC236}">
                    <a16:creationId xmlns:a16="http://schemas.microsoft.com/office/drawing/2014/main" id="{1621DC9F-9731-41E4-A98F-E022E552D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737"/>
                <a:ext cx="1920" cy="336"/>
              </a:xfrm>
              <a:custGeom>
                <a:avLst/>
                <a:gdLst>
                  <a:gd name="T0" fmla="*/ 0 w 1920"/>
                  <a:gd name="T1" fmla="*/ 288 h 336"/>
                  <a:gd name="T2" fmla="*/ 480 w 1920"/>
                  <a:gd name="T3" fmla="*/ 288 h 336"/>
                  <a:gd name="T4" fmla="*/ 1920 w 192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0" h="336">
                    <a:moveTo>
                      <a:pt x="0" y="288"/>
                    </a:moveTo>
                    <a:cubicBezTo>
                      <a:pt x="80" y="312"/>
                      <a:pt x="160" y="336"/>
                      <a:pt x="480" y="288"/>
                    </a:cubicBezTo>
                    <a:cubicBezTo>
                      <a:pt x="800" y="240"/>
                      <a:pt x="1360" y="120"/>
                      <a:pt x="1920" y="0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902" name="Group 2622">
                <a:extLst>
                  <a:ext uri="{FF2B5EF4-FFF2-40B4-BE49-F238E27FC236}">
                    <a16:creationId xmlns:a16="http://schemas.microsoft.com/office/drawing/2014/main" id="{1AFF8429-4B2F-4524-A9F8-77B4709C59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74" y="1692"/>
                <a:ext cx="52" cy="92"/>
                <a:chOff x="1440" y="1680"/>
                <a:chExt cx="52" cy="92"/>
              </a:xfrm>
            </p:grpSpPr>
            <p:sp>
              <p:nvSpPr>
                <p:cNvPr id="34920" name="Line 2623">
                  <a:extLst>
                    <a:ext uri="{FF2B5EF4-FFF2-40B4-BE49-F238E27FC236}">
                      <a16:creationId xmlns:a16="http://schemas.microsoft.com/office/drawing/2014/main" id="{2C62A99B-3D98-4178-BCDC-3E20B45FEB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8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921" name="Line 2624">
                  <a:extLst>
                    <a:ext uri="{FF2B5EF4-FFF2-40B4-BE49-F238E27FC236}">
                      <a16:creationId xmlns:a16="http://schemas.microsoft.com/office/drawing/2014/main" id="{EAA98F99-D5B6-4C1B-A6D6-0395A78D62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4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76824" name="Group 2639">
              <a:extLst>
                <a:ext uri="{FF2B5EF4-FFF2-40B4-BE49-F238E27FC236}">
                  <a16:creationId xmlns:a16="http://schemas.microsoft.com/office/drawing/2014/main" id="{B1AF0B92-D931-4E21-93C4-DFBEC9C1D8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3713" y="3152775"/>
              <a:ext cx="3021012" cy="223838"/>
              <a:chOff x="933" y="1986"/>
              <a:chExt cx="1903" cy="141"/>
            </a:xfrm>
          </p:grpSpPr>
          <p:grpSp>
            <p:nvGrpSpPr>
              <p:cNvPr id="76897" name="Group 2541">
                <a:extLst>
                  <a:ext uri="{FF2B5EF4-FFF2-40B4-BE49-F238E27FC236}">
                    <a16:creationId xmlns:a16="http://schemas.microsoft.com/office/drawing/2014/main" id="{A7E131EF-0C15-4D04-A21F-2013202177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4" y="1986"/>
                <a:ext cx="52" cy="92"/>
                <a:chOff x="1440" y="1680"/>
                <a:chExt cx="52" cy="92"/>
              </a:xfrm>
            </p:grpSpPr>
            <p:sp>
              <p:nvSpPr>
                <p:cNvPr id="34916" name="Line 2542">
                  <a:extLst>
                    <a:ext uri="{FF2B5EF4-FFF2-40B4-BE49-F238E27FC236}">
                      <a16:creationId xmlns:a16="http://schemas.microsoft.com/office/drawing/2014/main" id="{D4512BB7-A340-454A-877A-8202A280FE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8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917" name="Line 2543">
                  <a:extLst>
                    <a:ext uri="{FF2B5EF4-FFF2-40B4-BE49-F238E27FC236}">
                      <a16:creationId xmlns:a16="http://schemas.microsoft.com/office/drawing/2014/main" id="{408C2C9A-8929-4E28-A88D-6CA5DC9319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4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76898" name="Freeform 2626">
                <a:extLst>
                  <a:ext uri="{FF2B5EF4-FFF2-40B4-BE49-F238E27FC236}">
                    <a16:creationId xmlns:a16="http://schemas.microsoft.com/office/drawing/2014/main" id="{B5D8813D-1DE8-46FE-9C8D-1309188F2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015"/>
                <a:ext cx="1872" cy="112"/>
              </a:xfrm>
              <a:custGeom>
                <a:avLst/>
                <a:gdLst>
                  <a:gd name="T0" fmla="*/ 0 w 1872"/>
                  <a:gd name="T1" fmla="*/ 112 h 112"/>
                  <a:gd name="T2" fmla="*/ 528 w 1872"/>
                  <a:gd name="T3" fmla="*/ 16 h 112"/>
                  <a:gd name="T4" fmla="*/ 1872 w 1872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72" h="112">
                    <a:moveTo>
                      <a:pt x="0" y="112"/>
                    </a:moveTo>
                    <a:cubicBezTo>
                      <a:pt x="108" y="72"/>
                      <a:pt x="216" y="32"/>
                      <a:pt x="528" y="16"/>
                    </a:cubicBezTo>
                    <a:cubicBezTo>
                      <a:pt x="840" y="0"/>
                      <a:pt x="1356" y="8"/>
                      <a:pt x="1872" y="16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25" name="Group 2644">
              <a:extLst>
                <a:ext uri="{FF2B5EF4-FFF2-40B4-BE49-F238E27FC236}">
                  <a16:creationId xmlns:a16="http://schemas.microsoft.com/office/drawing/2014/main" id="{9C5C64F2-D164-4723-B1A5-1DDC6B56BF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18088" y="3800475"/>
              <a:ext cx="1454150" cy="412750"/>
              <a:chOff x="1383" y="2394"/>
              <a:chExt cx="916" cy="260"/>
            </a:xfrm>
          </p:grpSpPr>
          <p:grpSp>
            <p:nvGrpSpPr>
              <p:cNvPr id="76887" name="Group 2641">
                <a:extLst>
                  <a:ext uri="{FF2B5EF4-FFF2-40B4-BE49-F238E27FC236}">
                    <a16:creationId xmlns:a16="http://schemas.microsoft.com/office/drawing/2014/main" id="{E782C86A-522B-4DF4-B989-63EEF29F21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83" y="2394"/>
                <a:ext cx="916" cy="104"/>
                <a:chOff x="1383" y="2394"/>
                <a:chExt cx="916" cy="104"/>
              </a:xfrm>
            </p:grpSpPr>
            <p:grpSp>
              <p:nvGrpSpPr>
                <p:cNvPr id="76893" name="Group 2627">
                  <a:extLst>
                    <a:ext uri="{FF2B5EF4-FFF2-40B4-BE49-F238E27FC236}">
                      <a16:creationId xmlns:a16="http://schemas.microsoft.com/office/drawing/2014/main" id="{40C146A4-A3F4-4266-86C1-4EA827BE22B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47" y="2394"/>
                  <a:ext cx="52" cy="92"/>
                  <a:chOff x="1440" y="1680"/>
                  <a:chExt cx="52" cy="92"/>
                </a:xfrm>
              </p:grpSpPr>
              <p:sp>
                <p:nvSpPr>
                  <p:cNvPr id="34912" name="Line 2628">
                    <a:extLst>
                      <a:ext uri="{FF2B5EF4-FFF2-40B4-BE49-F238E27FC236}">
                        <a16:creationId xmlns:a16="http://schemas.microsoft.com/office/drawing/2014/main" id="{DEECC183-9B69-4A70-9A30-BECEA6D3B7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40" y="1680"/>
                    <a:ext cx="48" cy="48"/>
                  </a:xfrm>
                  <a:prstGeom prst="line">
                    <a:avLst/>
                  </a:prstGeom>
                  <a:noFill/>
                  <a:ln w="19050">
                    <a:solidFill>
                      <a:schemeClr val="bg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eaLnBrk="1" hangingPunct="1">
                      <a:defRPr/>
                    </a:pPr>
                    <a:endParaRPr lang="fr-FR"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4913" name="Line 2629">
                    <a:extLst>
                      <a:ext uri="{FF2B5EF4-FFF2-40B4-BE49-F238E27FC236}">
                        <a16:creationId xmlns:a16="http://schemas.microsoft.com/office/drawing/2014/main" id="{5D8C16CE-060F-40A7-A9F4-D13FA5FC35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44" y="1724"/>
                    <a:ext cx="48" cy="48"/>
                  </a:xfrm>
                  <a:prstGeom prst="line">
                    <a:avLst/>
                  </a:prstGeom>
                  <a:noFill/>
                  <a:ln w="19050">
                    <a:solidFill>
                      <a:schemeClr val="bg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eaLnBrk="1" hangingPunct="1">
                      <a:defRPr/>
                    </a:pPr>
                    <a:endParaRPr lang="fr-FR"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76894" name="Freeform 2640">
                  <a:extLst>
                    <a:ext uri="{FF2B5EF4-FFF2-40B4-BE49-F238E27FC236}">
                      <a16:creationId xmlns:a16="http://schemas.microsoft.com/office/drawing/2014/main" id="{FFA8F37C-9AA5-46B4-8BF4-07051943E3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3" y="2394"/>
                  <a:ext cx="864" cy="104"/>
                </a:xfrm>
                <a:custGeom>
                  <a:avLst/>
                  <a:gdLst>
                    <a:gd name="T0" fmla="*/ 0 w 864"/>
                    <a:gd name="T1" fmla="*/ 0 h 104"/>
                    <a:gd name="T2" fmla="*/ 384 w 864"/>
                    <a:gd name="T3" fmla="*/ 96 h 104"/>
                    <a:gd name="T4" fmla="*/ 864 w 864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64" h="104">
                      <a:moveTo>
                        <a:pt x="0" y="0"/>
                      </a:moveTo>
                      <a:cubicBezTo>
                        <a:pt x="120" y="44"/>
                        <a:pt x="240" y="88"/>
                        <a:pt x="384" y="96"/>
                      </a:cubicBezTo>
                      <a:cubicBezTo>
                        <a:pt x="528" y="104"/>
                        <a:pt x="696" y="76"/>
                        <a:pt x="864" y="48"/>
                      </a:cubicBezTo>
                    </a:path>
                  </a:pathLst>
                </a:custGeom>
                <a:noFill/>
                <a:ln w="19050" cmpd="sng">
                  <a:solidFill>
                    <a:schemeClr val="bg1"/>
                  </a:solidFill>
                  <a:round/>
                  <a:headEnd type="oval" w="sm" len="sm"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76888" name="Group 2643">
                <a:extLst>
                  <a:ext uri="{FF2B5EF4-FFF2-40B4-BE49-F238E27FC236}">
                    <a16:creationId xmlns:a16="http://schemas.microsoft.com/office/drawing/2014/main" id="{18AB2683-678E-45A5-B0B7-74759CA8DA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87" y="2460"/>
                <a:ext cx="622" cy="194"/>
                <a:chOff x="1587" y="2460"/>
                <a:chExt cx="622" cy="194"/>
              </a:xfrm>
            </p:grpSpPr>
            <p:grpSp>
              <p:nvGrpSpPr>
                <p:cNvPr id="76889" name="Group 2630">
                  <a:extLst>
                    <a:ext uri="{FF2B5EF4-FFF2-40B4-BE49-F238E27FC236}">
                      <a16:creationId xmlns:a16="http://schemas.microsoft.com/office/drawing/2014/main" id="{6BDC0CE5-E70F-41D9-8A5C-53D0BD8C643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157" y="2562"/>
                  <a:ext cx="52" cy="92"/>
                  <a:chOff x="1440" y="1680"/>
                  <a:chExt cx="52" cy="92"/>
                </a:xfrm>
              </p:grpSpPr>
              <p:sp>
                <p:nvSpPr>
                  <p:cNvPr id="34908" name="Line 2631">
                    <a:extLst>
                      <a:ext uri="{FF2B5EF4-FFF2-40B4-BE49-F238E27FC236}">
                        <a16:creationId xmlns:a16="http://schemas.microsoft.com/office/drawing/2014/main" id="{C7D1925A-C0AD-4C18-B23E-A2ABD8A455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40" y="1680"/>
                    <a:ext cx="48" cy="48"/>
                  </a:xfrm>
                  <a:prstGeom prst="line">
                    <a:avLst/>
                  </a:prstGeom>
                  <a:noFill/>
                  <a:ln w="19050">
                    <a:solidFill>
                      <a:schemeClr val="bg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eaLnBrk="1" hangingPunct="1">
                      <a:defRPr/>
                    </a:pPr>
                    <a:endParaRPr lang="fr-FR"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4909" name="Line 2632">
                    <a:extLst>
                      <a:ext uri="{FF2B5EF4-FFF2-40B4-BE49-F238E27FC236}">
                        <a16:creationId xmlns:a16="http://schemas.microsoft.com/office/drawing/2014/main" id="{CD8E5F92-C713-47CF-BA09-782212DD70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44" y="1724"/>
                    <a:ext cx="48" cy="48"/>
                  </a:xfrm>
                  <a:prstGeom prst="line">
                    <a:avLst/>
                  </a:prstGeom>
                  <a:noFill/>
                  <a:ln w="19050">
                    <a:solidFill>
                      <a:schemeClr val="bg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eaLnBrk="1" hangingPunct="1">
                      <a:defRPr/>
                    </a:pPr>
                    <a:endParaRPr lang="fr-FR"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76890" name="Freeform 2642">
                  <a:extLst>
                    <a:ext uri="{FF2B5EF4-FFF2-40B4-BE49-F238E27FC236}">
                      <a16:creationId xmlns:a16="http://schemas.microsoft.com/office/drawing/2014/main" id="{D6FD957B-F30F-4665-AF88-015D11B291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7" y="2460"/>
                  <a:ext cx="576" cy="168"/>
                </a:xfrm>
                <a:custGeom>
                  <a:avLst/>
                  <a:gdLst>
                    <a:gd name="T0" fmla="*/ 0 w 576"/>
                    <a:gd name="T1" fmla="*/ 0 h 168"/>
                    <a:gd name="T2" fmla="*/ 336 w 576"/>
                    <a:gd name="T3" fmla="*/ 144 h 168"/>
                    <a:gd name="T4" fmla="*/ 576 w 576"/>
                    <a:gd name="T5" fmla="*/ 144 h 1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76" h="168">
                      <a:moveTo>
                        <a:pt x="0" y="0"/>
                      </a:moveTo>
                      <a:cubicBezTo>
                        <a:pt x="120" y="60"/>
                        <a:pt x="240" y="120"/>
                        <a:pt x="336" y="144"/>
                      </a:cubicBezTo>
                      <a:cubicBezTo>
                        <a:pt x="432" y="168"/>
                        <a:pt x="504" y="156"/>
                        <a:pt x="576" y="144"/>
                      </a:cubicBezTo>
                    </a:path>
                  </a:pathLst>
                </a:custGeom>
                <a:noFill/>
                <a:ln w="19050" cmpd="sng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76826" name="Group 2656">
              <a:extLst>
                <a:ext uri="{FF2B5EF4-FFF2-40B4-BE49-F238E27FC236}">
                  <a16:creationId xmlns:a16="http://schemas.microsoft.com/office/drawing/2014/main" id="{C85B14C5-992E-4353-8F93-14C08F7DC8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95800" y="3806825"/>
              <a:ext cx="1289050" cy="863600"/>
              <a:chOff x="1054" y="2398"/>
              <a:chExt cx="812" cy="544"/>
            </a:xfrm>
          </p:grpSpPr>
          <p:grpSp>
            <p:nvGrpSpPr>
              <p:cNvPr id="76880" name="Group 2633">
                <a:extLst>
                  <a:ext uri="{FF2B5EF4-FFF2-40B4-BE49-F238E27FC236}">
                    <a16:creationId xmlns:a16="http://schemas.microsoft.com/office/drawing/2014/main" id="{CB5645D5-B6BD-453B-82A0-EBF8A490D2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2851770">
                <a:off x="1794" y="2664"/>
                <a:ext cx="52" cy="92"/>
                <a:chOff x="1440" y="1680"/>
                <a:chExt cx="52" cy="92"/>
              </a:xfrm>
            </p:grpSpPr>
            <p:sp>
              <p:nvSpPr>
                <p:cNvPr id="34902" name="Line 2634">
                  <a:extLst>
                    <a:ext uri="{FF2B5EF4-FFF2-40B4-BE49-F238E27FC236}">
                      <a16:creationId xmlns:a16="http://schemas.microsoft.com/office/drawing/2014/main" id="{16B376E1-12B4-4A96-A5E5-0F80500DFA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39" y="168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903" name="Line 2635">
                  <a:extLst>
                    <a:ext uri="{FF2B5EF4-FFF2-40B4-BE49-F238E27FC236}">
                      <a16:creationId xmlns:a16="http://schemas.microsoft.com/office/drawing/2014/main" id="{7A8C3532-3A2A-4DB8-8162-7B2C4E6863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4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76881" name="Group 2654">
                <a:extLst>
                  <a:ext uri="{FF2B5EF4-FFF2-40B4-BE49-F238E27FC236}">
                    <a16:creationId xmlns:a16="http://schemas.microsoft.com/office/drawing/2014/main" id="{791D37E0-7D64-46B1-89CB-BBBD24C5FE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54" y="2398"/>
                <a:ext cx="760" cy="544"/>
                <a:chOff x="1054" y="2398"/>
                <a:chExt cx="760" cy="544"/>
              </a:xfrm>
            </p:grpSpPr>
            <p:sp>
              <p:nvSpPr>
                <p:cNvPr id="76882" name="Freeform 2651">
                  <a:extLst>
                    <a:ext uri="{FF2B5EF4-FFF2-40B4-BE49-F238E27FC236}">
                      <a16:creationId xmlns:a16="http://schemas.microsoft.com/office/drawing/2014/main" id="{98A37C5F-2704-4664-BDB0-923A60EC7E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42" y="2398"/>
                  <a:ext cx="672" cy="544"/>
                </a:xfrm>
                <a:custGeom>
                  <a:avLst/>
                  <a:gdLst>
                    <a:gd name="T0" fmla="*/ 0 w 672"/>
                    <a:gd name="T1" fmla="*/ 544 h 544"/>
                    <a:gd name="T2" fmla="*/ 48 w 672"/>
                    <a:gd name="T3" fmla="*/ 160 h 544"/>
                    <a:gd name="T4" fmla="*/ 144 w 672"/>
                    <a:gd name="T5" fmla="*/ 16 h 544"/>
                    <a:gd name="T6" fmla="*/ 288 w 672"/>
                    <a:gd name="T7" fmla="*/ 64 h 544"/>
                    <a:gd name="T8" fmla="*/ 672 w 672"/>
                    <a:gd name="T9" fmla="*/ 304 h 5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72" h="544">
                      <a:moveTo>
                        <a:pt x="0" y="544"/>
                      </a:moveTo>
                      <a:cubicBezTo>
                        <a:pt x="12" y="396"/>
                        <a:pt x="24" y="248"/>
                        <a:pt x="48" y="160"/>
                      </a:cubicBezTo>
                      <a:cubicBezTo>
                        <a:pt x="72" y="72"/>
                        <a:pt x="104" y="32"/>
                        <a:pt x="144" y="16"/>
                      </a:cubicBezTo>
                      <a:cubicBezTo>
                        <a:pt x="184" y="0"/>
                        <a:pt x="200" y="16"/>
                        <a:pt x="288" y="64"/>
                      </a:cubicBezTo>
                      <a:cubicBezTo>
                        <a:pt x="376" y="112"/>
                        <a:pt x="524" y="208"/>
                        <a:pt x="672" y="304"/>
                      </a:cubicBezTo>
                    </a:path>
                  </a:pathLst>
                </a:custGeom>
                <a:noFill/>
                <a:ln w="19050" cmpd="sng">
                  <a:solidFill>
                    <a:schemeClr val="bg1"/>
                  </a:solidFill>
                  <a:round/>
                  <a:headEnd type="oval" w="sm" len="sm"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83" name="Freeform 2652">
                  <a:extLst>
                    <a:ext uri="{FF2B5EF4-FFF2-40B4-BE49-F238E27FC236}">
                      <a16:creationId xmlns:a16="http://schemas.microsoft.com/office/drawing/2014/main" id="{78819452-9227-4E09-B3E6-6A4C0FC264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86" y="2592"/>
                  <a:ext cx="96" cy="240"/>
                </a:xfrm>
                <a:custGeom>
                  <a:avLst/>
                  <a:gdLst>
                    <a:gd name="T0" fmla="*/ 0 w 96"/>
                    <a:gd name="T1" fmla="*/ 240 h 240"/>
                    <a:gd name="T2" fmla="*/ 48 w 96"/>
                    <a:gd name="T3" fmla="*/ 144 h 240"/>
                    <a:gd name="T4" fmla="*/ 96 w 96"/>
                    <a:gd name="T5" fmla="*/ 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240">
                      <a:moveTo>
                        <a:pt x="0" y="240"/>
                      </a:moveTo>
                      <a:cubicBezTo>
                        <a:pt x="16" y="212"/>
                        <a:pt x="32" y="184"/>
                        <a:pt x="48" y="144"/>
                      </a:cubicBezTo>
                      <a:cubicBezTo>
                        <a:pt x="64" y="104"/>
                        <a:pt x="80" y="52"/>
                        <a:pt x="96" y="0"/>
                      </a:cubicBezTo>
                    </a:path>
                  </a:pathLst>
                </a:custGeom>
                <a:noFill/>
                <a:ln w="19050" cmpd="sng">
                  <a:solidFill>
                    <a:schemeClr val="bg1"/>
                  </a:solidFill>
                  <a:round/>
                  <a:headEnd type="oval" w="sm" len="sm"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84" name="Freeform 2653">
                  <a:extLst>
                    <a:ext uri="{FF2B5EF4-FFF2-40B4-BE49-F238E27FC236}">
                      <a16:creationId xmlns:a16="http://schemas.microsoft.com/office/drawing/2014/main" id="{0655489C-D44A-4C5C-B5BB-2D216385E6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4" y="2536"/>
                  <a:ext cx="144" cy="192"/>
                </a:xfrm>
                <a:custGeom>
                  <a:avLst/>
                  <a:gdLst>
                    <a:gd name="T0" fmla="*/ 0 w 144"/>
                    <a:gd name="T1" fmla="*/ 192 h 192"/>
                    <a:gd name="T2" fmla="*/ 96 w 144"/>
                    <a:gd name="T3" fmla="*/ 96 h 192"/>
                    <a:gd name="T4" fmla="*/ 144 w 144"/>
                    <a:gd name="T5" fmla="*/ 0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4" h="192">
                      <a:moveTo>
                        <a:pt x="0" y="192"/>
                      </a:moveTo>
                      <a:cubicBezTo>
                        <a:pt x="36" y="160"/>
                        <a:pt x="72" y="128"/>
                        <a:pt x="96" y="96"/>
                      </a:cubicBezTo>
                      <a:cubicBezTo>
                        <a:pt x="120" y="64"/>
                        <a:pt x="132" y="32"/>
                        <a:pt x="144" y="0"/>
                      </a:cubicBezTo>
                    </a:path>
                  </a:pathLst>
                </a:custGeom>
                <a:noFill/>
                <a:ln w="19050" cmpd="sng">
                  <a:solidFill>
                    <a:schemeClr val="bg1"/>
                  </a:solidFill>
                  <a:round/>
                  <a:headEnd type="oval" w="sm" len="sm"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76827" name="Group 2661">
              <a:extLst>
                <a:ext uri="{FF2B5EF4-FFF2-40B4-BE49-F238E27FC236}">
                  <a16:creationId xmlns:a16="http://schemas.microsoft.com/office/drawing/2014/main" id="{86637920-D2F4-49EC-9147-F54AE37A9E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27600" y="3886200"/>
              <a:ext cx="825500" cy="679450"/>
              <a:chOff x="1326" y="2448"/>
              <a:chExt cx="520" cy="428"/>
            </a:xfrm>
          </p:grpSpPr>
          <p:grpSp>
            <p:nvGrpSpPr>
              <p:cNvPr id="76876" name="Group 2657">
                <a:extLst>
                  <a:ext uri="{FF2B5EF4-FFF2-40B4-BE49-F238E27FC236}">
                    <a16:creationId xmlns:a16="http://schemas.microsoft.com/office/drawing/2014/main" id="{D76A64CE-1FC7-4739-93F5-CA6B850FB8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4" y="2784"/>
                <a:ext cx="52" cy="92"/>
                <a:chOff x="1440" y="1680"/>
                <a:chExt cx="52" cy="92"/>
              </a:xfrm>
            </p:grpSpPr>
            <p:sp>
              <p:nvSpPr>
                <p:cNvPr id="34895" name="Line 2658">
                  <a:extLst>
                    <a:ext uri="{FF2B5EF4-FFF2-40B4-BE49-F238E27FC236}">
                      <a16:creationId xmlns:a16="http://schemas.microsoft.com/office/drawing/2014/main" id="{6495C9F2-51D9-4A96-8A43-7C9E90C859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8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896" name="Line 2659">
                  <a:extLst>
                    <a:ext uri="{FF2B5EF4-FFF2-40B4-BE49-F238E27FC236}">
                      <a16:creationId xmlns:a16="http://schemas.microsoft.com/office/drawing/2014/main" id="{7105BBBB-F1EE-4947-BCDF-C241D84DA1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4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76877" name="Freeform 2660">
                <a:extLst>
                  <a:ext uri="{FF2B5EF4-FFF2-40B4-BE49-F238E27FC236}">
                    <a16:creationId xmlns:a16="http://schemas.microsoft.com/office/drawing/2014/main" id="{75AFE0B9-53B1-4C98-AC21-7B1B1EF8E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448"/>
                <a:ext cx="480" cy="384"/>
              </a:xfrm>
              <a:custGeom>
                <a:avLst/>
                <a:gdLst>
                  <a:gd name="T0" fmla="*/ 0 w 480"/>
                  <a:gd name="T1" fmla="*/ 0 h 384"/>
                  <a:gd name="T2" fmla="*/ 288 w 480"/>
                  <a:gd name="T3" fmla="*/ 288 h 384"/>
                  <a:gd name="T4" fmla="*/ 480 w 480"/>
                  <a:gd name="T5" fmla="*/ 384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0" h="384">
                    <a:moveTo>
                      <a:pt x="0" y="0"/>
                    </a:moveTo>
                    <a:cubicBezTo>
                      <a:pt x="104" y="112"/>
                      <a:pt x="208" y="224"/>
                      <a:pt x="288" y="288"/>
                    </a:cubicBezTo>
                    <a:cubicBezTo>
                      <a:pt x="368" y="352"/>
                      <a:pt x="424" y="368"/>
                      <a:pt x="480" y="384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28" name="Group 2667">
              <a:extLst>
                <a:ext uri="{FF2B5EF4-FFF2-40B4-BE49-F238E27FC236}">
                  <a16:creationId xmlns:a16="http://schemas.microsoft.com/office/drawing/2014/main" id="{8CE8664A-4D19-4872-B9E2-BD6FB0492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13300" y="3863975"/>
              <a:ext cx="387350" cy="898525"/>
              <a:chOff x="1254" y="2434"/>
              <a:chExt cx="244" cy="566"/>
            </a:xfrm>
          </p:grpSpPr>
          <p:sp>
            <p:nvSpPr>
              <p:cNvPr id="76872" name="Freeform 2663">
                <a:extLst>
                  <a:ext uri="{FF2B5EF4-FFF2-40B4-BE49-F238E27FC236}">
                    <a16:creationId xmlns:a16="http://schemas.microsoft.com/office/drawing/2014/main" id="{2AEE7D71-2F8F-4EE2-8C7B-343241D1F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434"/>
                <a:ext cx="192" cy="528"/>
              </a:xfrm>
              <a:custGeom>
                <a:avLst/>
                <a:gdLst>
                  <a:gd name="T0" fmla="*/ 0 w 192"/>
                  <a:gd name="T1" fmla="*/ 0 h 528"/>
                  <a:gd name="T2" fmla="*/ 48 w 192"/>
                  <a:gd name="T3" fmla="*/ 48 h 528"/>
                  <a:gd name="T4" fmla="*/ 96 w 192"/>
                  <a:gd name="T5" fmla="*/ 240 h 528"/>
                  <a:gd name="T6" fmla="*/ 192 w 192"/>
                  <a:gd name="T7" fmla="*/ 528 h 5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2" h="528">
                    <a:moveTo>
                      <a:pt x="0" y="0"/>
                    </a:moveTo>
                    <a:cubicBezTo>
                      <a:pt x="16" y="4"/>
                      <a:pt x="32" y="8"/>
                      <a:pt x="48" y="48"/>
                    </a:cubicBezTo>
                    <a:cubicBezTo>
                      <a:pt x="64" y="88"/>
                      <a:pt x="72" y="160"/>
                      <a:pt x="96" y="240"/>
                    </a:cubicBezTo>
                    <a:cubicBezTo>
                      <a:pt x="120" y="320"/>
                      <a:pt x="156" y="424"/>
                      <a:pt x="192" y="528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873" name="Group 2664">
                <a:extLst>
                  <a:ext uri="{FF2B5EF4-FFF2-40B4-BE49-F238E27FC236}">
                    <a16:creationId xmlns:a16="http://schemas.microsoft.com/office/drawing/2014/main" id="{4C61392F-70EC-48F7-BB39-8467F1FC7F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4209699">
                <a:off x="1426" y="2928"/>
                <a:ext cx="52" cy="92"/>
                <a:chOff x="1440" y="1680"/>
                <a:chExt cx="52" cy="92"/>
              </a:xfrm>
            </p:grpSpPr>
            <p:sp>
              <p:nvSpPr>
                <p:cNvPr id="34891" name="Line 2665">
                  <a:extLst>
                    <a:ext uri="{FF2B5EF4-FFF2-40B4-BE49-F238E27FC236}">
                      <a16:creationId xmlns:a16="http://schemas.microsoft.com/office/drawing/2014/main" id="{17BF0FF5-B593-47BA-B648-8EE58A1304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39" y="168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892" name="Line 2666">
                  <a:extLst>
                    <a:ext uri="{FF2B5EF4-FFF2-40B4-BE49-F238E27FC236}">
                      <a16:creationId xmlns:a16="http://schemas.microsoft.com/office/drawing/2014/main" id="{B3DB6B6E-BE20-4CDF-9222-74AB7DC8D1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3" y="1725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76829" name="Group 2672">
              <a:extLst>
                <a:ext uri="{FF2B5EF4-FFF2-40B4-BE49-F238E27FC236}">
                  <a16:creationId xmlns:a16="http://schemas.microsoft.com/office/drawing/2014/main" id="{0BA4A2D3-8436-495E-963B-00F4BCC35A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53025" y="4797425"/>
              <a:ext cx="1651000" cy="377825"/>
              <a:chOff x="1468" y="3022"/>
              <a:chExt cx="1040" cy="238"/>
            </a:xfrm>
          </p:grpSpPr>
          <p:sp>
            <p:nvSpPr>
              <p:cNvPr id="76868" name="Freeform 2668">
                <a:extLst>
                  <a:ext uri="{FF2B5EF4-FFF2-40B4-BE49-F238E27FC236}">
                    <a16:creationId xmlns:a16="http://schemas.microsoft.com/office/drawing/2014/main" id="{9BF0AA7A-0FBF-4145-B0FB-B61CD77D7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3022"/>
                <a:ext cx="1008" cy="192"/>
              </a:xfrm>
              <a:custGeom>
                <a:avLst/>
                <a:gdLst>
                  <a:gd name="T0" fmla="*/ 0 w 1008"/>
                  <a:gd name="T1" fmla="*/ 0 h 192"/>
                  <a:gd name="T2" fmla="*/ 432 w 1008"/>
                  <a:gd name="T3" fmla="*/ 144 h 192"/>
                  <a:gd name="T4" fmla="*/ 1008 w 1008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8" h="192">
                    <a:moveTo>
                      <a:pt x="0" y="0"/>
                    </a:moveTo>
                    <a:cubicBezTo>
                      <a:pt x="132" y="56"/>
                      <a:pt x="264" y="112"/>
                      <a:pt x="432" y="144"/>
                    </a:cubicBezTo>
                    <a:cubicBezTo>
                      <a:pt x="600" y="176"/>
                      <a:pt x="804" y="184"/>
                      <a:pt x="1008" y="192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869" name="Group 2669">
                <a:extLst>
                  <a:ext uri="{FF2B5EF4-FFF2-40B4-BE49-F238E27FC236}">
                    <a16:creationId xmlns:a16="http://schemas.microsoft.com/office/drawing/2014/main" id="{DCB75020-3F2F-4F1D-8071-4E3A603B6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56" y="3168"/>
                <a:ext cx="52" cy="92"/>
                <a:chOff x="1440" y="1680"/>
                <a:chExt cx="52" cy="92"/>
              </a:xfrm>
            </p:grpSpPr>
            <p:sp>
              <p:nvSpPr>
                <p:cNvPr id="34887" name="Line 2670">
                  <a:extLst>
                    <a:ext uri="{FF2B5EF4-FFF2-40B4-BE49-F238E27FC236}">
                      <a16:creationId xmlns:a16="http://schemas.microsoft.com/office/drawing/2014/main" id="{F66AF2AD-B86C-4A76-A2B4-A60054A38A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8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888" name="Line 2671">
                  <a:extLst>
                    <a:ext uri="{FF2B5EF4-FFF2-40B4-BE49-F238E27FC236}">
                      <a16:creationId xmlns:a16="http://schemas.microsoft.com/office/drawing/2014/main" id="{C134F44F-CA24-4839-8C13-200D1D2690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4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sp>
          <p:nvSpPr>
            <p:cNvPr id="76830" name="Freeform 2674">
              <a:extLst>
                <a:ext uri="{FF2B5EF4-FFF2-40B4-BE49-F238E27FC236}">
                  <a16:creationId xmlns:a16="http://schemas.microsoft.com/office/drawing/2014/main" id="{C14085FE-5BFB-42BE-9615-3AE340D30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600" y="4826000"/>
              <a:ext cx="457200" cy="304800"/>
            </a:xfrm>
            <a:custGeom>
              <a:avLst/>
              <a:gdLst>
                <a:gd name="T0" fmla="*/ 0 w 288"/>
                <a:gd name="T1" fmla="*/ 0 h 192"/>
                <a:gd name="T2" fmla="*/ 2147483646 w 288"/>
                <a:gd name="T3" fmla="*/ 2147483646 h 192"/>
                <a:gd name="T4" fmla="*/ 2147483646 w 288"/>
                <a:gd name="T5" fmla="*/ 2147483646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8" h="192">
                  <a:moveTo>
                    <a:pt x="0" y="0"/>
                  </a:moveTo>
                  <a:cubicBezTo>
                    <a:pt x="48" y="8"/>
                    <a:pt x="96" y="16"/>
                    <a:pt x="144" y="48"/>
                  </a:cubicBezTo>
                  <a:cubicBezTo>
                    <a:pt x="192" y="80"/>
                    <a:pt x="240" y="136"/>
                    <a:pt x="288" y="192"/>
                  </a:cubicBezTo>
                </a:path>
              </a:pathLst>
            </a:custGeom>
            <a:noFill/>
            <a:ln w="19050" cmpd="sng">
              <a:solidFill>
                <a:schemeClr val="bg1"/>
              </a:solidFill>
              <a:round/>
              <a:headEnd type="oval" w="sm" len="sm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1" name="Freeform 2675">
              <a:extLst>
                <a:ext uri="{FF2B5EF4-FFF2-40B4-BE49-F238E27FC236}">
                  <a16:creationId xmlns:a16="http://schemas.microsoft.com/office/drawing/2014/main" id="{5AB14599-C1AA-4D6C-A22E-32DC276FC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575" y="5108575"/>
              <a:ext cx="381000" cy="88900"/>
            </a:xfrm>
            <a:custGeom>
              <a:avLst/>
              <a:gdLst>
                <a:gd name="T0" fmla="*/ 0 w 240"/>
                <a:gd name="T1" fmla="*/ 2147483646 h 56"/>
                <a:gd name="T2" fmla="*/ 2147483646 w 240"/>
                <a:gd name="T3" fmla="*/ 2147483646 h 56"/>
                <a:gd name="T4" fmla="*/ 2147483646 w 240"/>
                <a:gd name="T5" fmla="*/ 214748364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56">
                  <a:moveTo>
                    <a:pt x="0" y="56"/>
                  </a:moveTo>
                  <a:cubicBezTo>
                    <a:pt x="52" y="36"/>
                    <a:pt x="104" y="16"/>
                    <a:pt x="144" y="8"/>
                  </a:cubicBezTo>
                  <a:cubicBezTo>
                    <a:pt x="184" y="0"/>
                    <a:pt x="212" y="4"/>
                    <a:pt x="240" y="8"/>
                  </a:cubicBezTo>
                </a:path>
              </a:pathLst>
            </a:custGeom>
            <a:noFill/>
            <a:ln w="19050" cmpd="sng">
              <a:solidFill>
                <a:schemeClr val="bg1"/>
              </a:solidFill>
              <a:round/>
              <a:headEnd type="oval" w="sm" len="sm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6832" name="Group 2680">
              <a:extLst>
                <a:ext uri="{FF2B5EF4-FFF2-40B4-BE49-F238E27FC236}">
                  <a16:creationId xmlns:a16="http://schemas.microsoft.com/office/drawing/2014/main" id="{183E7226-4B2F-4BEC-9E98-7323935475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575" y="4994275"/>
              <a:ext cx="908050" cy="400050"/>
              <a:chOff x="1200" y="3146"/>
              <a:chExt cx="572" cy="252"/>
            </a:xfrm>
          </p:grpSpPr>
          <p:sp>
            <p:nvSpPr>
              <p:cNvPr id="76864" name="Freeform 2673">
                <a:extLst>
                  <a:ext uri="{FF2B5EF4-FFF2-40B4-BE49-F238E27FC236}">
                    <a16:creationId xmlns:a16="http://schemas.microsoft.com/office/drawing/2014/main" id="{F2A2C006-6FED-4833-BEDD-70246EDE1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146"/>
                <a:ext cx="528" cy="192"/>
              </a:xfrm>
              <a:custGeom>
                <a:avLst/>
                <a:gdLst>
                  <a:gd name="T0" fmla="*/ 0 w 528"/>
                  <a:gd name="T1" fmla="*/ 0 h 192"/>
                  <a:gd name="T2" fmla="*/ 288 w 528"/>
                  <a:gd name="T3" fmla="*/ 96 h 192"/>
                  <a:gd name="T4" fmla="*/ 528 w 528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8" h="192">
                    <a:moveTo>
                      <a:pt x="0" y="0"/>
                    </a:moveTo>
                    <a:cubicBezTo>
                      <a:pt x="100" y="32"/>
                      <a:pt x="200" y="64"/>
                      <a:pt x="288" y="96"/>
                    </a:cubicBezTo>
                    <a:cubicBezTo>
                      <a:pt x="376" y="128"/>
                      <a:pt x="452" y="160"/>
                      <a:pt x="528" y="192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865" name="Group 2676">
                <a:extLst>
                  <a:ext uri="{FF2B5EF4-FFF2-40B4-BE49-F238E27FC236}">
                    <a16:creationId xmlns:a16="http://schemas.microsoft.com/office/drawing/2014/main" id="{B078BDA8-E0D5-4570-8EFC-8DC5F1127B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2469238">
                <a:off x="1720" y="3306"/>
                <a:ext cx="52" cy="92"/>
                <a:chOff x="1440" y="1680"/>
                <a:chExt cx="52" cy="92"/>
              </a:xfrm>
            </p:grpSpPr>
            <p:sp>
              <p:nvSpPr>
                <p:cNvPr id="34883" name="Line 2677">
                  <a:extLst>
                    <a:ext uri="{FF2B5EF4-FFF2-40B4-BE49-F238E27FC236}">
                      <a16:creationId xmlns:a16="http://schemas.microsoft.com/office/drawing/2014/main" id="{A71BD753-3698-4EEF-90DD-CE73BA7836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39" y="1681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884" name="Line 2678">
                  <a:extLst>
                    <a:ext uri="{FF2B5EF4-FFF2-40B4-BE49-F238E27FC236}">
                      <a16:creationId xmlns:a16="http://schemas.microsoft.com/office/drawing/2014/main" id="{8F7ADAAA-7FFC-4755-943C-A38B0E2E39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3" y="1723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76833" name="Group 2686">
              <a:extLst>
                <a:ext uri="{FF2B5EF4-FFF2-40B4-BE49-F238E27FC236}">
                  <a16:creationId xmlns:a16="http://schemas.microsoft.com/office/drawing/2014/main" id="{7CDB8D81-A1E4-446A-A16F-95D1BA37BE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10150" y="5394325"/>
              <a:ext cx="660400" cy="619125"/>
              <a:chOff x="1378" y="3398"/>
              <a:chExt cx="416" cy="390"/>
            </a:xfrm>
          </p:grpSpPr>
          <p:sp>
            <p:nvSpPr>
              <p:cNvPr id="76860" name="Freeform 2682">
                <a:extLst>
                  <a:ext uri="{FF2B5EF4-FFF2-40B4-BE49-F238E27FC236}">
                    <a16:creationId xmlns:a16="http://schemas.microsoft.com/office/drawing/2014/main" id="{37C6F8BC-0E77-4F0C-8E5F-EE8E6E324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3398"/>
                <a:ext cx="384" cy="336"/>
              </a:xfrm>
              <a:custGeom>
                <a:avLst/>
                <a:gdLst>
                  <a:gd name="T0" fmla="*/ 384 w 384"/>
                  <a:gd name="T1" fmla="*/ 0 h 336"/>
                  <a:gd name="T2" fmla="*/ 240 w 384"/>
                  <a:gd name="T3" fmla="*/ 192 h 336"/>
                  <a:gd name="T4" fmla="*/ 0 w 384"/>
                  <a:gd name="T5" fmla="*/ 336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4" h="336">
                    <a:moveTo>
                      <a:pt x="384" y="0"/>
                    </a:moveTo>
                    <a:cubicBezTo>
                      <a:pt x="344" y="68"/>
                      <a:pt x="304" y="136"/>
                      <a:pt x="240" y="192"/>
                    </a:cubicBezTo>
                    <a:cubicBezTo>
                      <a:pt x="176" y="248"/>
                      <a:pt x="88" y="292"/>
                      <a:pt x="0" y="336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861" name="Group 2683">
                <a:extLst>
                  <a:ext uri="{FF2B5EF4-FFF2-40B4-BE49-F238E27FC236}">
                    <a16:creationId xmlns:a16="http://schemas.microsoft.com/office/drawing/2014/main" id="{806245D8-6280-4D95-9504-0F513F3D93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9178793" flipH="1">
                <a:off x="1378" y="3696"/>
                <a:ext cx="52" cy="92"/>
                <a:chOff x="1440" y="1680"/>
                <a:chExt cx="52" cy="92"/>
              </a:xfrm>
            </p:grpSpPr>
            <p:sp>
              <p:nvSpPr>
                <p:cNvPr id="34879" name="Line 2684">
                  <a:extLst>
                    <a:ext uri="{FF2B5EF4-FFF2-40B4-BE49-F238E27FC236}">
                      <a16:creationId xmlns:a16="http://schemas.microsoft.com/office/drawing/2014/main" id="{42C57432-E786-426F-8AD0-67178E2A7B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79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880" name="Line 2685">
                  <a:extLst>
                    <a:ext uri="{FF2B5EF4-FFF2-40B4-BE49-F238E27FC236}">
                      <a16:creationId xmlns:a16="http://schemas.microsoft.com/office/drawing/2014/main" id="{DCC5C4E5-EC92-4CB2-9C00-9B2F46232D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5" y="1723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76834" name="Group 2691">
              <a:extLst>
                <a:ext uri="{FF2B5EF4-FFF2-40B4-BE49-F238E27FC236}">
                  <a16:creationId xmlns:a16="http://schemas.microsoft.com/office/drawing/2014/main" id="{292E062D-57ED-413C-A9FC-F9FDBFA89F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3725" y="5410200"/>
              <a:ext cx="587375" cy="447675"/>
              <a:chOff x="1796" y="3408"/>
              <a:chExt cx="370" cy="282"/>
            </a:xfrm>
          </p:grpSpPr>
          <p:sp>
            <p:nvSpPr>
              <p:cNvPr id="76856" name="Freeform 2687">
                <a:extLst>
                  <a:ext uri="{FF2B5EF4-FFF2-40B4-BE49-F238E27FC236}">
                    <a16:creationId xmlns:a16="http://schemas.microsoft.com/office/drawing/2014/main" id="{8B9A0721-9AA7-455F-9B04-D8A4369F2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3408"/>
                <a:ext cx="336" cy="240"/>
              </a:xfrm>
              <a:custGeom>
                <a:avLst/>
                <a:gdLst>
                  <a:gd name="T0" fmla="*/ 0 w 336"/>
                  <a:gd name="T1" fmla="*/ 0 h 240"/>
                  <a:gd name="T2" fmla="*/ 144 w 336"/>
                  <a:gd name="T3" fmla="*/ 192 h 240"/>
                  <a:gd name="T4" fmla="*/ 336 w 336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40">
                    <a:moveTo>
                      <a:pt x="0" y="0"/>
                    </a:moveTo>
                    <a:cubicBezTo>
                      <a:pt x="44" y="76"/>
                      <a:pt x="88" y="152"/>
                      <a:pt x="144" y="192"/>
                    </a:cubicBezTo>
                    <a:cubicBezTo>
                      <a:pt x="200" y="232"/>
                      <a:pt x="268" y="236"/>
                      <a:pt x="336" y="240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857" name="Group 2688">
                <a:extLst>
                  <a:ext uri="{FF2B5EF4-FFF2-40B4-BE49-F238E27FC236}">
                    <a16:creationId xmlns:a16="http://schemas.microsoft.com/office/drawing/2014/main" id="{757FCDBD-5AA3-4C34-9085-A8C5FBCD4F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14" y="3598"/>
                <a:ext cx="52" cy="92"/>
                <a:chOff x="1440" y="1680"/>
                <a:chExt cx="52" cy="92"/>
              </a:xfrm>
            </p:grpSpPr>
            <p:sp>
              <p:nvSpPr>
                <p:cNvPr id="34875" name="Line 2689">
                  <a:extLst>
                    <a:ext uri="{FF2B5EF4-FFF2-40B4-BE49-F238E27FC236}">
                      <a16:creationId xmlns:a16="http://schemas.microsoft.com/office/drawing/2014/main" id="{BD31D781-D54F-421F-90C7-84CB2C97CB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8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876" name="Line 2690">
                  <a:extLst>
                    <a:ext uri="{FF2B5EF4-FFF2-40B4-BE49-F238E27FC236}">
                      <a16:creationId xmlns:a16="http://schemas.microsoft.com/office/drawing/2014/main" id="{5BA378C6-501A-48A5-B110-E348A590BB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4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76835" name="Group 2695">
              <a:extLst>
                <a:ext uri="{FF2B5EF4-FFF2-40B4-BE49-F238E27FC236}">
                  <a16:creationId xmlns:a16="http://schemas.microsoft.com/office/drawing/2014/main" id="{B475858D-4CEE-403F-A24A-B702779551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45025" y="5416550"/>
              <a:ext cx="622300" cy="454025"/>
              <a:chOff x="1148" y="3412"/>
              <a:chExt cx="392" cy="286"/>
            </a:xfrm>
          </p:grpSpPr>
          <p:sp>
            <p:nvSpPr>
              <p:cNvPr id="76854" name="Freeform 2692">
                <a:extLst>
                  <a:ext uri="{FF2B5EF4-FFF2-40B4-BE49-F238E27FC236}">
                    <a16:creationId xmlns:a16="http://schemas.microsoft.com/office/drawing/2014/main" id="{E89BB54B-7542-48BF-A14F-3DBA77D8E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546"/>
                <a:ext cx="392" cy="152"/>
              </a:xfrm>
              <a:custGeom>
                <a:avLst/>
                <a:gdLst>
                  <a:gd name="T0" fmla="*/ 0 w 392"/>
                  <a:gd name="T1" fmla="*/ 8 h 152"/>
                  <a:gd name="T2" fmla="*/ 288 w 392"/>
                  <a:gd name="T3" fmla="*/ 8 h 152"/>
                  <a:gd name="T4" fmla="*/ 384 w 392"/>
                  <a:gd name="T5" fmla="*/ 56 h 152"/>
                  <a:gd name="T6" fmla="*/ 336 w 392"/>
                  <a:gd name="T7" fmla="*/ 152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2" h="152">
                    <a:moveTo>
                      <a:pt x="0" y="8"/>
                    </a:moveTo>
                    <a:cubicBezTo>
                      <a:pt x="112" y="4"/>
                      <a:pt x="224" y="0"/>
                      <a:pt x="288" y="8"/>
                    </a:cubicBezTo>
                    <a:cubicBezTo>
                      <a:pt x="352" y="16"/>
                      <a:pt x="376" y="32"/>
                      <a:pt x="384" y="56"/>
                    </a:cubicBezTo>
                    <a:cubicBezTo>
                      <a:pt x="392" y="80"/>
                      <a:pt x="364" y="116"/>
                      <a:pt x="336" y="152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5" name="Freeform 2693">
                <a:extLst>
                  <a:ext uri="{FF2B5EF4-FFF2-40B4-BE49-F238E27FC236}">
                    <a16:creationId xmlns:a16="http://schemas.microsoft.com/office/drawing/2014/main" id="{5F07D333-2B48-436C-850E-87B590393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3412"/>
                <a:ext cx="336" cy="192"/>
              </a:xfrm>
              <a:custGeom>
                <a:avLst/>
                <a:gdLst>
                  <a:gd name="T0" fmla="*/ 0 w 336"/>
                  <a:gd name="T1" fmla="*/ 0 h 192"/>
                  <a:gd name="T2" fmla="*/ 192 w 336"/>
                  <a:gd name="T3" fmla="*/ 48 h 192"/>
                  <a:gd name="T4" fmla="*/ 336 w 336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92">
                    <a:moveTo>
                      <a:pt x="0" y="0"/>
                    </a:moveTo>
                    <a:cubicBezTo>
                      <a:pt x="68" y="8"/>
                      <a:pt x="136" y="16"/>
                      <a:pt x="192" y="48"/>
                    </a:cubicBezTo>
                    <a:cubicBezTo>
                      <a:pt x="248" y="80"/>
                      <a:pt x="292" y="136"/>
                      <a:pt x="336" y="192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36" name="Group 2698">
              <a:extLst>
                <a:ext uri="{FF2B5EF4-FFF2-40B4-BE49-F238E27FC236}">
                  <a16:creationId xmlns:a16="http://schemas.microsoft.com/office/drawing/2014/main" id="{B80BAB91-1DAB-407F-B572-DE18F3A463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89600" y="5308600"/>
              <a:ext cx="1349375" cy="177800"/>
              <a:chOff x="1806" y="3344"/>
              <a:chExt cx="850" cy="112"/>
            </a:xfrm>
          </p:grpSpPr>
          <p:grpSp>
            <p:nvGrpSpPr>
              <p:cNvPr id="76850" name="Group 2636">
                <a:extLst>
                  <a:ext uri="{FF2B5EF4-FFF2-40B4-BE49-F238E27FC236}">
                    <a16:creationId xmlns:a16="http://schemas.microsoft.com/office/drawing/2014/main" id="{7BE2CF81-71BD-4C29-9C47-BDCCCAB4AF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04" y="3352"/>
                <a:ext cx="52" cy="92"/>
                <a:chOff x="1440" y="1680"/>
                <a:chExt cx="52" cy="92"/>
              </a:xfrm>
            </p:grpSpPr>
            <p:sp>
              <p:nvSpPr>
                <p:cNvPr id="34869" name="Line 2637">
                  <a:extLst>
                    <a:ext uri="{FF2B5EF4-FFF2-40B4-BE49-F238E27FC236}">
                      <a16:creationId xmlns:a16="http://schemas.microsoft.com/office/drawing/2014/main" id="{8849D33F-EFBC-4948-8242-88C85F0688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8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4870" name="Line 2638">
                  <a:extLst>
                    <a:ext uri="{FF2B5EF4-FFF2-40B4-BE49-F238E27FC236}">
                      <a16:creationId xmlns:a16="http://schemas.microsoft.com/office/drawing/2014/main" id="{86D3B3E5-7EF9-4829-ACC8-6C24EF9E9C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4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76851" name="Freeform 2697">
                <a:extLst>
                  <a:ext uri="{FF2B5EF4-FFF2-40B4-BE49-F238E27FC236}">
                    <a16:creationId xmlns:a16="http://schemas.microsoft.com/office/drawing/2014/main" id="{50186E2A-0FB4-4408-909D-7858C7C9E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3344"/>
                <a:ext cx="816" cy="112"/>
              </a:xfrm>
              <a:custGeom>
                <a:avLst/>
                <a:gdLst>
                  <a:gd name="T0" fmla="*/ 0 w 816"/>
                  <a:gd name="T1" fmla="*/ 56 h 112"/>
                  <a:gd name="T2" fmla="*/ 192 w 816"/>
                  <a:gd name="T3" fmla="*/ 104 h 112"/>
                  <a:gd name="T4" fmla="*/ 432 w 816"/>
                  <a:gd name="T5" fmla="*/ 8 h 112"/>
                  <a:gd name="T6" fmla="*/ 816 w 816"/>
                  <a:gd name="T7" fmla="*/ 5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6" h="112">
                    <a:moveTo>
                      <a:pt x="0" y="56"/>
                    </a:moveTo>
                    <a:cubicBezTo>
                      <a:pt x="60" y="84"/>
                      <a:pt x="120" y="112"/>
                      <a:pt x="192" y="104"/>
                    </a:cubicBezTo>
                    <a:cubicBezTo>
                      <a:pt x="264" y="96"/>
                      <a:pt x="328" y="16"/>
                      <a:pt x="432" y="8"/>
                    </a:cubicBezTo>
                    <a:cubicBezTo>
                      <a:pt x="536" y="0"/>
                      <a:pt x="676" y="28"/>
                      <a:pt x="816" y="56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854" name="Text Box 3358">
              <a:extLst>
                <a:ext uri="{FF2B5EF4-FFF2-40B4-BE49-F238E27FC236}">
                  <a16:creationId xmlns:a16="http://schemas.microsoft.com/office/drawing/2014/main" id="{C318A818-7BD5-43D6-A23D-0DE500DD6F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1150" y="1109663"/>
              <a:ext cx="596900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Pupils</a:t>
              </a:r>
            </a:p>
          </p:txBody>
        </p:sp>
        <p:sp>
          <p:nvSpPr>
            <p:cNvPr id="34855" name="Text Box 3359">
              <a:extLst>
                <a:ext uri="{FF2B5EF4-FFF2-40B4-BE49-F238E27FC236}">
                  <a16:creationId xmlns:a16="http://schemas.microsoft.com/office/drawing/2014/main" id="{0D7928D1-9259-46F7-891E-781445CB1C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29525" y="1517650"/>
              <a:ext cx="1212850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Salivary glands</a:t>
              </a:r>
            </a:p>
          </p:txBody>
        </p:sp>
        <p:sp>
          <p:nvSpPr>
            <p:cNvPr id="34856" name="Text Box 3360">
              <a:extLst>
                <a:ext uri="{FF2B5EF4-FFF2-40B4-BE49-F238E27FC236}">
                  <a16:creationId xmlns:a16="http://schemas.microsoft.com/office/drawing/2014/main" id="{240E6E42-ED0A-4827-82E8-EE844ADFDF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77025" y="2079625"/>
              <a:ext cx="555625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Heart</a:t>
              </a:r>
            </a:p>
          </p:txBody>
        </p:sp>
        <p:sp>
          <p:nvSpPr>
            <p:cNvPr id="34857" name="Text Box 3361">
              <a:extLst>
                <a:ext uri="{FF2B5EF4-FFF2-40B4-BE49-F238E27FC236}">
                  <a16:creationId xmlns:a16="http://schemas.microsoft.com/office/drawing/2014/main" id="{A6D76D88-DC3A-4EBD-9E2A-A486A73F42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0525" y="3070225"/>
              <a:ext cx="1273175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Bronchi of lungs</a:t>
              </a:r>
            </a:p>
          </p:txBody>
        </p:sp>
        <p:sp>
          <p:nvSpPr>
            <p:cNvPr id="34858" name="Text Box 3362">
              <a:extLst>
                <a:ext uri="{FF2B5EF4-FFF2-40B4-BE49-F238E27FC236}">
                  <a16:creationId xmlns:a16="http://schemas.microsoft.com/office/drawing/2014/main" id="{0CB396EB-99FA-4F5B-8803-A7D9215154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29300" y="3546475"/>
              <a:ext cx="512763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Liver</a:t>
              </a:r>
            </a:p>
          </p:txBody>
        </p:sp>
        <p:sp>
          <p:nvSpPr>
            <p:cNvPr id="34859" name="Text Box 3363">
              <a:extLst>
                <a:ext uri="{FF2B5EF4-FFF2-40B4-BE49-F238E27FC236}">
                  <a16:creationId xmlns:a16="http://schemas.microsoft.com/office/drawing/2014/main" id="{1EAFCF76-0E52-4CB2-9E3E-4B9BE4DAE9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43700" y="3736975"/>
              <a:ext cx="784225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Stomach</a:t>
              </a:r>
            </a:p>
          </p:txBody>
        </p:sp>
        <p:sp>
          <p:nvSpPr>
            <p:cNvPr id="34860" name="Text Box 3364">
              <a:extLst>
                <a:ext uri="{FF2B5EF4-FFF2-40B4-BE49-F238E27FC236}">
                  <a16:creationId xmlns:a16="http://schemas.microsoft.com/office/drawing/2014/main" id="{16B80A8B-F713-446F-A067-D3F3FCCDFD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43700" y="4087813"/>
              <a:ext cx="1247775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Small intestines</a:t>
              </a:r>
            </a:p>
          </p:txBody>
        </p:sp>
        <p:sp>
          <p:nvSpPr>
            <p:cNvPr id="34861" name="Text Box 3365">
              <a:extLst>
                <a:ext uri="{FF2B5EF4-FFF2-40B4-BE49-F238E27FC236}">
                  <a16:creationId xmlns:a16="http://schemas.microsoft.com/office/drawing/2014/main" id="{6A3BB9F8-ABE1-41C5-A7AE-D8579BEB14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7875" y="4381500"/>
              <a:ext cx="111918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Adrenal gland</a:t>
              </a:r>
            </a:p>
          </p:txBody>
        </p:sp>
        <p:sp>
          <p:nvSpPr>
            <p:cNvPr id="34862" name="Text Box 3366">
              <a:extLst>
                <a:ext uri="{FF2B5EF4-FFF2-40B4-BE49-F238E27FC236}">
                  <a16:creationId xmlns:a16="http://schemas.microsoft.com/office/drawing/2014/main" id="{E02EBF8F-E410-4660-8154-AD9B786F81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67400" y="4667250"/>
              <a:ext cx="647700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Kidney</a:t>
              </a:r>
            </a:p>
          </p:txBody>
        </p:sp>
        <p:sp>
          <p:nvSpPr>
            <p:cNvPr id="34863" name="Text Box 3367">
              <a:extLst>
                <a:ext uri="{FF2B5EF4-FFF2-40B4-BE49-F238E27FC236}">
                  <a16:creationId xmlns:a16="http://schemas.microsoft.com/office/drawing/2014/main" id="{AF2AAC90-2CF8-420D-91A8-B58E1D429A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58050" y="4543425"/>
              <a:ext cx="1179513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Large intestine</a:t>
              </a:r>
            </a:p>
          </p:txBody>
        </p:sp>
        <p:sp>
          <p:nvSpPr>
            <p:cNvPr id="34864" name="Text Box 3368">
              <a:extLst>
                <a:ext uri="{FF2B5EF4-FFF2-40B4-BE49-F238E27FC236}">
                  <a16:creationId xmlns:a16="http://schemas.microsoft.com/office/drawing/2014/main" id="{525E3FDE-D978-4D11-8F86-9C262DB220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25" y="5181600"/>
              <a:ext cx="708025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Rectum</a:t>
              </a:r>
            </a:p>
          </p:txBody>
        </p:sp>
        <p:sp>
          <p:nvSpPr>
            <p:cNvPr id="34865" name="Text Box 3369">
              <a:extLst>
                <a:ext uri="{FF2B5EF4-FFF2-40B4-BE49-F238E27FC236}">
                  <a16:creationId xmlns:a16="http://schemas.microsoft.com/office/drawing/2014/main" id="{384CDBBD-635B-410B-8864-B14CB5E638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05575" y="5572125"/>
              <a:ext cx="706438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Bladder</a:t>
              </a:r>
            </a:p>
          </p:txBody>
        </p:sp>
        <p:sp>
          <p:nvSpPr>
            <p:cNvPr id="34866" name="Text Box 3370">
              <a:extLst>
                <a:ext uri="{FF2B5EF4-FFF2-40B4-BE49-F238E27FC236}">
                  <a16:creationId xmlns:a16="http://schemas.microsoft.com/office/drawing/2014/main" id="{E34EE879-C907-4E4E-9468-311864872A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6050" y="5867400"/>
              <a:ext cx="741363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Genitals</a:t>
              </a:r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3" name="Rectangle 112">
            <a:extLst>
              <a:ext uri="{FF2B5EF4-FFF2-40B4-BE49-F238E27FC236}">
                <a16:creationId xmlns:a16="http://schemas.microsoft.com/office/drawing/2014/main" id="{61336243-B6BF-479A-AFEB-0A088B37EBD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fr-FR" altLang="x-none" sz="5067" dirty="0" err="1"/>
              <a:t>Parasympathetic</a:t>
            </a:r>
            <a:r>
              <a:rPr lang="fr-FR" altLang="x-none" sz="5067" dirty="0"/>
              <a:t> </a:t>
            </a:r>
            <a:r>
              <a:rPr lang="fr-FR" altLang="x-none" sz="5067" dirty="0" err="1"/>
              <a:t>nervous</a:t>
            </a:r>
            <a:r>
              <a:rPr lang="fr-FR" altLang="x-none" sz="5067" dirty="0"/>
              <a:t> system</a:t>
            </a:r>
          </a:p>
        </p:txBody>
      </p:sp>
      <p:grpSp>
        <p:nvGrpSpPr>
          <p:cNvPr id="77837" name="Group 1310">
            <a:extLst>
              <a:ext uri="{FF2B5EF4-FFF2-40B4-BE49-F238E27FC236}">
                <a16:creationId xmlns:a16="http://schemas.microsoft.com/office/drawing/2014/main" id="{2A504855-C7C3-44E4-8A88-61626F7BC70D}"/>
              </a:ext>
            </a:extLst>
          </p:cNvPr>
          <p:cNvGrpSpPr>
            <a:grpSpLocks/>
          </p:cNvGrpSpPr>
          <p:nvPr/>
        </p:nvGrpSpPr>
        <p:grpSpPr bwMode="auto">
          <a:xfrm>
            <a:off x="4940300" y="6005513"/>
            <a:ext cx="430213" cy="447675"/>
            <a:chOff x="1346" y="1920"/>
            <a:chExt cx="1102" cy="1146"/>
          </a:xfrm>
        </p:grpSpPr>
        <p:sp>
          <p:nvSpPr>
            <p:cNvPr id="78231" name="Freeform 1311">
              <a:extLst>
                <a:ext uri="{FF2B5EF4-FFF2-40B4-BE49-F238E27FC236}">
                  <a16:creationId xmlns:a16="http://schemas.microsoft.com/office/drawing/2014/main" id="{0399C83B-6DA9-472B-A0E3-E09CA1E80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922"/>
              <a:ext cx="1102" cy="1144"/>
            </a:xfrm>
            <a:custGeom>
              <a:avLst/>
              <a:gdLst>
                <a:gd name="T0" fmla="*/ 1084 w 1102"/>
                <a:gd name="T1" fmla="*/ 492 h 1144"/>
                <a:gd name="T2" fmla="*/ 1072 w 1102"/>
                <a:gd name="T3" fmla="*/ 444 h 1144"/>
                <a:gd name="T4" fmla="*/ 1060 w 1102"/>
                <a:gd name="T5" fmla="*/ 404 h 1144"/>
                <a:gd name="T6" fmla="*/ 1048 w 1102"/>
                <a:gd name="T7" fmla="*/ 362 h 1144"/>
                <a:gd name="T8" fmla="*/ 1038 w 1102"/>
                <a:gd name="T9" fmla="*/ 334 h 1144"/>
                <a:gd name="T10" fmla="*/ 1046 w 1102"/>
                <a:gd name="T11" fmla="*/ 308 h 1144"/>
                <a:gd name="T12" fmla="*/ 1042 w 1102"/>
                <a:gd name="T13" fmla="*/ 284 h 1144"/>
                <a:gd name="T14" fmla="*/ 1016 w 1102"/>
                <a:gd name="T15" fmla="*/ 224 h 1144"/>
                <a:gd name="T16" fmla="*/ 984 w 1102"/>
                <a:gd name="T17" fmla="*/ 104 h 1144"/>
                <a:gd name="T18" fmla="*/ 958 w 1102"/>
                <a:gd name="T19" fmla="*/ 42 h 1144"/>
                <a:gd name="T20" fmla="*/ 968 w 1102"/>
                <a:gd name="T21" fmla="*/ 0 h 1144"/>
                <a:gd name="T22" fmla="*/ 970 w 1102"/>
                <a:gd name="T23" fmla="*/ 0 h 1144"/>
                <a:gd name="T24" fmla="*/ 4 w 1102"/>
                <a:gd name="T25" fmla="*/ 6 h 1144"/>
                <a:gd name="T26" fmla="*/ 26 w 1102"/>
                <a:gd name="T27" fmla="*/ 26 h 1144"/>
                <a:gd name="T28" fmla="*/ 54 w 1102"/>
                <a:gd name="T29" fmla="*/ 124 h 1144"/>
                <a:gd name="T30" fmla="*/ 66 w 1102"/>
                <a:gd name="T31" fmla="*/ 266 h 1144"/>
                <a:gd name="T32" fmla="*/ 66 w 1102"/>
                <a:gd name="T33" fmla="*/ 370 h 1144"/>
                <a:gd name="T34" fmla="*/ 54 w 1102"/>
                <a:gd name="T35" fmla="*/ 438 h 1144"/>
                <a:gd name="T36" fmla="*/ 60 w 1102"/>
                <a:gd name="T37" fmla="*/ 476 h 1144"/>
                <a:gd name="T38" fmla="*/ 76 w 1102"/>
                <a:gd name="T39" fmla="*/ 522 h 1144"/>
                <a:gd name="T40" fmla="*/ 74 w 1102"/>
                <a:gd name="T41" fmla="*/ 544 h 1144"/>
                <a:gd name="T42" fmla="*/ 68 w 1102"/>
                <a:gd name="T43" fmla="*/ 574 h 1144"/>
                <a:gd name="T44" fmla="*/ 80 w 1102"/>
                <a:gd name="T45" fmla="*/ 612 h 1144"/>
                <a:gd name="T46" fmla="*/ 78 w 1102"/>
                <a:gd name="T47" fmla="*/ 630 h 1144"/>
                <a:gd name="T48" fmla="*/ 70 w 1102"/>
                <a:gd name="T49" fmla="*/ 664 h 1144"/>
                <a:gd name="T50" fmla="*/ 82 w 1102"/>
                <a:gd name="T51" fmla="*/ 690 h 1144"/>
                <a:gd name="T52" fmla="*/ 86 w 1102"/>
                <a:gd name="T53" fmla="*/ 710 h 1144"/>
                <a:gd name="T54" fmla="*/ 76 w 1102"/>
                <a:gd name="T55" fmla="*/ 742 h 1144"/>
                <a:gd name="T56" fmla="*/ 88 w 1102"/>
                <a:gd name="T57" fmla="*/ 780 h 1144"/>
                <a:gd name="T58" fmla="*/ 98 w 1102"/>
                <a:gd name="T59" fmla="*/ 832 h 1144"/>
                <a:gd name="T60" fmla="*/ 106 w 1102"/>
                <a:gd name="T61" fmla="*/ 882 h 1144"/>
                <a:gd name="T62" fmla="*/ 140 w 1102"/>
                <a:gd name="T63" fmla="*/ 930 h 1144"/>
                <a:gd name="T64" fmla="*/ 182 w 1102"/>
                <a:gd name="T65" fmla="*/ 968 h 1144"/>
                <a:gd name="T66" fmla="*/ 202 w 1102"/>
                <a:gd name="T67" fmla="*/ 1002 h 1144"/>
                <a:gd name="T68" fmla="*/ 232 w 1102"/>
                <a:gd name="T69" fmla="*/ 1042 h 1144"/>
                <a:gd name="T70" fmla="*/ 352 w 1102"/>
                <a:gd name="T71" fmla="*/ 1110 h 1144"/>
                <a:gd name="T72" fmla="*/ 446 w 1102"/>
                <a:gd name="T73" fmla="*/ 1138 h 1144"/>
                <a:gd name="T74" fmla="*/ 490 w 1102"/>
                <a:gd name="T75" fmla="*/ 1136 h 1144"/>
                <a:gd name="T76" fmla="*/ 566 w 1102"/>
                <a:gd name="T77" fmla="*/ 1142 h 1144"/>
                <a:gd name="T78" fmla="*/ 616 w 1102"/>
                <a:gd name="T79" fmla="*/ 1140 h 1144"/>
                <a:gd name="T80" fmla="*/ 726 w 1102"/>
                <a:gd name="T81" fmla="*/ 1114 h 1144"/>
                <a:gd name="T82" fmla="*/ 814 w 1102"/>
                <a:gd name="T83" fmla="*/ 1098 h 1144"/>
                <a:gd name="T84" fmla="*/ 868 w 1102"/>
                <a:gd name="T85" fmla="*/ 1078 h 1144"/>
                <a:gd name="T86" fmla="*/ 914 w 1102"/>
                <a:gd name="T87" fmla="*/ 1024 h 1144"/>
                <a:gd name="T88" fmla="*/ 950 w 1102"/>
                <a:gd name="T89" fmla="*/ 978 h 1144"/>
                <a:gd name="T90" fmla="*/ 988 w 1102"/>
                <a:gd name="T91" fmla="*/ 952 h 1144"/>
                <a:gd name="T92" fmla="*/ 1008 w 1102"/>
                <a:gd name="T93" fmla="*/ 918 h 1144"/>
                <a:gd name="T94" fmla="*/ 1006 w 1102"/>
                <a:gd name="T95" fmla="*/ 896 h 1144"/>
                <a:gd name="T96" fmla="*/ 1004 w 1102"/>
                <a:gd name="T97" fmla="*/ 886 h 1144"/>
                <a:gd name="T98" fmla="*/ 1018 w 1102"/>
                <a:gd name="T99" fmla="*/ 876 h 1144"/>
                <a:gd name="T100" fmla="*/ 1042 w 1102"/>
                <a:gd name="T101" fmla="*/ 860 h 1144"/>
                <a:gd name="T102" fmla="*/ 1064 w 1102"/>
                <a:gd name="T103" fmla="*/ 816 h 1144"/>
                <a:gd name="T104" fmla="*/ 1074 w 1102"/>
                <a:gd name="T105" fmla="*/ 746 h 1144"/>
                <a:gd name="T106" fmla="*/ 1094 w 1102"/>
                <a:gd name="T107" fmla="*/ 690 h 1144"/>
                <a:gd name="T108" fmla="*/ 1102 w 1102"/>
                <a:gd name="T109" fmla="*/ 634 h 1144"/>
                <a:gd name="T110" fmla="*/ 1094 w 1102"/>
                <a:gd name="T111" fmla="*/ 556 h 1144"/>
                <a:gd name="T112" fmla="*/ 1078 w 1102"/>
                <a:gd name="T113" fmla="*/ 518 h 11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102" h="1144">
                  <a:moveTo>
                    <a:pt x="1078" y="518"/>
                  </a:moveTo>
                  <a:lnTo>
                    <a:pt x="1078" y="518"/>
                  </a:lnTo>
                  <a:lnTo>
                    <a:pt x="1082" y="506"/>
                  </a:lnTo>
                  <a:lnTo>
                    <a:pt x="1084" y="492"/>
                  </a:lnTo>
                  <a:lnTo>
                    <a:pt x="1084" y="480"/>
                  </a:lnTo>
                  <a:lnTo>
                    <a:pt x="1080" y="468"/>
                  </a:lnTo>
                  <a:lnTo>
                    <a:pt x="1072" y="444"/>
                  </a:lnTo>
                  <a:lnTo>
                    <a:pt x="1064" y="424"/>
                  </a:lnTo>
                  <a:lnTo>
                    <a:pt x="1062" y="414"/>
                  </a:lnTo>
                  <a:lnTo>
                    <a:pt x="1060" y="404"/>
                  </a:lnTo>
                  <a:lnTo>
                    <a:pt x="1058" y="392"/>
                  </a:lnTo>
                  <a:lnTo>
                    <a:pt x="1056" y="380"/>
                  </a:lnTo>
                  <a:lnTo>
                    <a:pt x="1048" y="362"/>
                  </a:lnTo>
                  <a:lnTo>
                    <a:pt x="1042" y="348"/>
                  </a:lnTo>
                  <a:lnTo>
                    <a:pt x="1038" y="334"/>
                  </a:lnTo>
                  <a:lnTo>
                    <a:pt x="1042" y="328"/>
                  </a:lnTo>
                  <a:lnTo>
                    <a:pt x="1046" y="316"/>
                  </a:lnTo>
                  <a:lnTo>
                    <a:pt x="1046" y="308"/>
                  </a:lnTo>
                  <a:lnTo>
                    <a:pt x="1046" y="302"/>
                  </a:lnTo>
                  <a:lnTo>
                    <a:pt x="1044" y="292"/>
                  </a:lnTo>
                  <a:lnTo>
                    <a:pt x="1042" y="284"/>
                  </a:lnTo>
                  <a:lnTo>
                    <a:pt x="1034" y="270"/>
                  </a:lnTo>
                  <a:lnTo>
                    <a:pt x="1028" y="258"/>
                  </a:lnTo>
                  <a:lnTo>
                    <a:pt x="1016" y="224"/>
                  </a:lnTo>
                  <a:lnTo>
                    <a:pt x="1004" y="188"/>
                  </a:lnTo>
                  <a:lnTo>
                    <a:pt x="988" y="116"/>
                  </a:lnTo>
                  <a:lnTo>
                    <a:pt x="984" y="104"/>
                  </a:lnTo>
                  <a:lnTo>
                    <a:pt x="978" y="86"/>
                  </a:lnTo>
                  <a:lnTo>
                    <a:pt x="972" y="72"/>
                  </a:lnTo>
                  <a:lnTo>
                    <a:pt x="962" y="52"/>
                  </a:lnTo>
                  <a:lnTo>
                    <a:pt x="958" y="42"/>
                  </a:lnTo>
                  <a:lnTo>
                    <a:pt x="958" y="32"/>
                  </a:lnTo>
                  <a:lnTo>
                    <a:pt x="962" y="18"/>
                  </a:lnTo>
                  <a:lnTo>
                    <a:pt x="968" y="0"/>
                  </a:lnTo>
                  <a:lnTo>
                    <a:pt x="970" y="0"/>
                  </a:lnTo>
                  <a:lnTo>
                    <a:pt x="970" y="2"/>
                  </a:lnTo>
                  <a:lnTo>
                    <a:pt x="970" y="0"/>
                  </a:lnTo>
                  <a:lnTo>
                    <a:pt x="0" y="0"/>
                  </a:lnTo>
                  <a:lnTo>
                    <a:pt x="2" y="4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0" y="16"/>
                  </a:lnTo>
                  <a:lnTo>
                    <a:pt x="26" y="26"/>
                  </a:lnTo>
                  <a:lnTo>
                    <a:pt x="32" y="38"/>
                  </a:lnTo>
                  <a:lnTo>
                    <a:pt x="38" y="52"/>
                  </a:lnTo>
                  <a:lnTo>
                    <a:pt x="46" y="86"/>
                  </a:lnTo>
                  <a:lnTo>
                    <a:pt x="54" y="124"/>
                  </a:lnTo>
                  <a:lnTo>
                    <a:pt x="58" y="164"/>
                  </a:lnTo>
                  <a:lnTo>
                    <a:pt x="62" y="204"/>
                  </a:lnTo>
                  <a:lnTo>
                    <a:pt x="66" y="266"/>
                  </a:lnTo>
                  <a:lnTo>
                    <a:pt x="70" y="308"/>
                  </a:lnTo>
                  <a:lnTo>
                    <a:pt x="70" y="350"/>
                  </a:lnTo>
                  <a:lnTo>
                    <a:pt x="66" y="370"/>
                  </a:lnTo>
                  <a:lnTo>
                    <a:pt x="62" y="390"/>
                  </a:lnTo>
                  <a:lnTo>
                    <a:pt x="54" y="422"/>
                  </a:lnTo>
                  <a:lnTo>
                    <a:pt x="54" y="438"/>
                  </a:lnTo>
                  <a:lnTo>
                    <a:pt x="54" y="454"/>
                  </a:lnTo>
                  <a:lnTo>
                    <a:pt x="56" y="466"/>
                  </a:lnTo>
                  <a:lnTo>
                    <a:pt x="60" y="476"/>
                  </a:lnTo>
                  <a:lnTo>
                    <a:pt x="68" y="496"/>
                  </a:lnTo>
                  <a:lnTo>
                    <a:pt x="74" y="514"/>
                  </a:lnTo>
                  <a:lnTo>
                    <a:pt x="76" y="522"/>
                  </a:lnTo>
                  <a:lnTo>
                    <a:pt x="78" y="534"/>
                  </a:lnTo>
                  <a:lnTo>
                    <a:pt x="74" y="544"/>
                  </a:lnTo>
                  <a:lnTo>
                    <a:pt x="70" y="558"/>
                  </a:lnTo>
                  <a:lnTo>
                    <a:pt x="70" y="564"/>
                  </a:lnTo>
                  <a:lnTo>
                    <a:pt x="68" y="574"/>
                  </a:lnTo>
                  <a:lnTo>
                    <a:pt x="72" y="588"/>
                  </a:lnTo>
                  <a:lnTo>
                    <a:pt x="76" y="602"/>
                  </a:lnTo>
                  <a:lnTo>
                    <a:pt x="80" y="612"/>
                  </a:lnTo>
                  <a:lnTo>
                    <a:pt x="82" y="624"/>
                  </a:lnTo>
                  <a:lnTo>
                    <a:pt x="78" y="630"/>
                  </a:lnTo>
                  <a:lnTo>
                    <a:pt x="72" y="646"/>
                  </a:lnTo>
                  <a:lnTo>
                    <a:pt x="70" y="654"/>
                  </a:lnTo>
                  <a:lnTo>
                    <a:pt x="70" y="664"/>
                  </a:lnTo>
                  <a:lnTo>
                    <a:pt x="74" y="672"/>
                  </a:lnTo>
                  <a:lnTo>
                    <a:pt x="76" y="680"/>
                  </a:lnTo>
                  <a:lnTo>
                    <a:pt x="82" y="690"/>
                  </a:lnTo>
                  <a:lnTo>
                    <a:pt x="86" y="696"/>
                  </a:lnTo>
                  <a:lnTo>
                    <a:pt x="88" y="702"/>
                  </a:lnTo>
                  <a:lnTo>
                    <a:pt x="86" y="710"/>
                  </a:lnTo>
                  <a:lnTo>
                    <a:pt x="84" y="718"/>
                  </a:lnTo>
                  <a:lnTo>
                    <a:pt x="80" y="728"/>
                  </a:lnTo>
                  <a:lnTo>
                    <a:pt x="76" y="742"/>
                  </a:lnTo>
                  <a:lnTo>
                    <a:pt x="78" y="754"/>
                  </a:lnTo>
                  <a:lnTo>
                    <a:pt x="80" y="764"/>
                  </a:lnTo>
                  <a:lnTo>
                    <a:pt x="88" y="780"/>
                  </a:lnTo>
                  <a:lnTo>
                    <a:pt x="94" y="794"/>
                  </a:lnTo>
                  <a:lnTo>
                    <a:pt x="96" y="812"/>
                  </a:lnTo>
                  <a:lnTo>
                    <a:pt x="98" y="832"/>
                  </a:lnTo>
                  <a:lnTo>
                    <a:pt x="100" y="856"/>
                  </a:lnTo>
                  <a:lnTo>
                    <a:pt x="102" y="870"/>
                  </a:lnTo>
                  <a:lnTo>
                    <a:pt x="106" y="882"/>
                  </a:lnTo>
                  <a:lnTo>
                    <a:pt x="114" y="900"/>
                  </a:lnTo>
                  <a:lnTo>
                    <a:pt x="128" y="916"/>
                  </a:lnTo>
                  <a:lnTo>
                    <a:pt x="140" y="930"/>
                  </a:lnTo>
                  <a:lnTo>
                    <a:pt x="156" y="942"/>
                  </a:lnTo>
                  <a:lnTo>
                    <a:pt x="174" y="958"/>
                  </a:lnTo>
                  <a:lnTo>
                    <a:pt x="182" y="968"/>
                  </a:lnTo>
                  <a:lnTo>
                    <a:pt x="188" y="976"/>
                  </a:lnTo>
                  <a:lnTo>
                    <a:pt x="196" y="990"/>
                  </a:lnTo>
                  <a:lnTo>
                    <a:pt x="202" y="1002"/>
                  </a:lnTo>
                  <a:lnTo>
                    <a:pt x="208" y="1016"/>
                  </a:lnTo>
                  <a:lnTo>
                    <a:pt x="218" y="1028"/>
                  </a:lnTo>
                  <a:lnTo>
                    <a:pt x="232" y="1042"/>
                  </a:lnTo>
                  <a:lnTo>
                    <a:pt x="252" y="1056"/>
                  </a:lnTo>
                  <a:lnTo>
                    <a:pt x="294" y="1080"/>
                  </a:lnTo>
                  <a:lnTo>
                    <a:pt x="352" y="1110"/>
                  </a:lnTo>
                  <a:lnTo>
                    <a:pt x="382" y="1124"/>
                  </a:lnTo>
                  <a:lnTo>
                    <a:pt x="414" y="1132"/>
                  </a:lnTo>
                  <a:lnTo>
                    <a:pt x="446" y="1138"/>
                  </a:lnTo>
                  <a:lnTo>
                    <a:pt x="460" y="1138"/>
                  </a:lnTo>
                  <a:lnTo>
                    <a:pt x="476" y="1138"/>
                  </a:lnTo>
                  <a:lnTo>
                    <a:pt x="490" y="1136"/>
                  </a:lnTo>
                  <a:lnTo>
                    <a:pt x="504" y="1136"/>
                  </a:lnTo>
                  <a:lnTo>
                    <a:pt x="534" y="1140"/>
                  </a:lnTo>
                  <a:lnTo>
                    <a:pt x="566" y="1142"/>
                  </a:lnTo>
                  <a:lnTo>
                    <a:pt x="582" y="1144"/>
                  </a:lnTo>
                  <a:lnTo>
                    <a:pt x="598" y="1142"/>
                  </a:lnTo>
                  <a:lnTo>
                    <a:pt x="616" y="1140"/>
                  </a:lnTo>
                  <a:lnTo>
                    <a:pt x="636" y="1136"/>
                  </a:lnTo>
                  <a:lnTo>
                    <a:pt x="676" y="1126"/>
                  </a:lnTo>
                  <a:lnTo>
                    <a:pt x="726" y="1114"/>
                  </a:lnTo>
                  <a:lnTo>
                    <a:pt x="732" y="1114"/>
                  </a:lnTo>
                  <a:lnTo>
                    <a:pt x="786" y="1104"/>
                  </a:lnTo>
                  <a:lnTo>
                    <a:pt x="814" y="1098"/>
                  </a:lnTo>
                  <a:lnTo>
                    <a:pt x="840" y="1090"/>
                  </a:lnTo>
                  <a:lnTo>
                    <a:pt x="856" y="1084"/>
                  </a:lnTo>
                  <a:lnTo>
                    <a:pt x="868" y="1078"/>
                  </a:lnTo>
                  <a:lnTo>
                    <a:pt x="880" y="1070"/>
                  </a:lnTo>
                  <a:lnTo>
                    <a:pt x="888" y="1062"/>
                  </a:lnTo>
                  <a:lnTo>
                    <a:pt x="902" y="1044"/>
                  </a:lnTo>
                  <a:lnTo>
                    <a:pt x="914" y="1024"/>
                  </a:lnTo>
                  <a:lnTo>
                    <a:pt x="930" y="1000"/>
                  </a:lnTo>
                  <a:lnTo>
                    <a:pt x="938" y="988"/>
                  </a:lnTo>
                  <a:lnTo>
                    <a:pt x="950" y="978"/>
                  </a:lnTo>
                  <a:lnTo>
                    <a:pt x="968" y="966"/>
                  </a:lnTo>
                  <a:lnTo>
                    <a:pt x="978" y="960"/>
                  </a:lnTo>
                  <a:lnTo>
                    <a:pt x="988" y="952"/>
                  </a:lnTo>
                  <a:lnTo>
                    <a:pt x="998" y="940"/>
                  </a:lnTo>
                  <a:lnTo>
                    <a:pt x="1006" y="924"/>
                  </a:lnTo>
                  <a:lnTo>
                    <a:pt x="1008" y="918"/>
                  </a:lnTo>
                  <a:lnTo>
                    <a:pt x="1008" y="912"/>
                  </a:lnTo>
                  <a:lnTo>
                    <a:pt x="1008" y="904"/>
                  </a:lnTo>
                  <a:lnTo>
                    <a:pt x="1006" y="896"/>
                  </a:lnTo>
                  <a:lnTo>
                    <a:pt x="1004" y="888"/>
                  </a:lnTo>
                  <a:lnTo>
                    <a:pt x="1004" y="886"/>
                  </a:lnTo>
                  <a:lnTo>
                    <a:pt x="1010" y="882"/>
                  </a:lnTo>
                  <a:lnTo>
                    <a:pt x="1018" y="876"/>
                  </a:lnTo>
                  <a:lnTo>
                    <a:pt x="1030" y="870"/>
                  </a:lnTo>
                  <a:lnTo>
                    <a:pt x="1036" y="866"/>
                  </a:lnTo>
                  <a:lnTo>
                    <a:pt x="1042" y="860"/>
                  </a:lnTo>
                  <a:lnTo>
                    <a:pt x="1050" y="852"/>
                  </a:lnTo>
                  <a:lnTo>
                    <a:pt x="1056" y="840"/>
                  </a:lnTo>
                  <a:lnTo>
                    <a:pt x="1060" y="828"/>
                  </a:lnTo>
                  <a:lnTo>
                    <a:pt x="1064" y="816"/>
                  </a:lnTo>
                  <a:lnTo>
                    <a:pt x="1068" y="790"/>
                  </a:lnTo>
                  <a:lnTo>
                    <a:pt x="1072" y="766"/>
                  </a:lnTo>
                  <a:lnTo>
                    <a:pt x="1074" y="746"/>
                  </a:lnTo>
                  <a:lnTo>
                    <a:pt x="1080" y="726"/>
                  </a:lnTo>
                  <a:lnTo>
                    <a:pt x="1086" y="708"/>
                  </a:lnTo>
                  <a:lnTo>
                    <a:pt x="1094" y="690"/>
                  </a:lnTo>
                  <a:lnTo>
                    <a:pt x="1100" y="668"/>
                  </a:lnTo>
                  <a:lnTo>
                    <a:pt x="1100" y="656"/>
                  </a:lnTo>
                  <a:lnTo>
                    <a:pt x="1102" y="634"/>
                  </a:lnTo>
                  <a:lnTo>
                    <a:pt x="1100" y="604"/>
                  </a:lnTo>
                  <a:lnTo>
                    <a:pt x="1096" y="572"/>
                  </a:lnTo>
                  <a:lnTo>
                    <a:pt x="1094" y="556"/>
                  </a:lnTo>
                  <a:lnTo>
                    <a:pt x="1090" y="542"/>
                  </a:lnTo>
                  <a:lnTo>
                    <a:pt x="1084" y="528"/>
                  </a:lnTo>
                  <a:lnTo>
                    <a:pt x="1078" y="518"/>
                  </a:ln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2" name="Freeform 1312">
              <a:extLst>
                <a:ext uri="{FF2B5EF4-FFF2-40B4-BE49-F238E27FC236}">
                  <a16:creationId xmlns:a16="http://schemas.microsoft.com/office/drawing/2014/main" id="{F9A9DED9-BC42-4317-A49A-11B843D9C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920"/>
              <a:ext cx="862" cy="1036"/>
            </a:xfrm>
            <a:custGeom>
              <a:avLst/>
              <a:gdLst>
                <a:gd name="T0" fmla="*/ 66 w 862"/>
                <a:gd name="T1" fmla="*/ 486 h 1036"/>
                <a:gd name="T2" fmla="*/ 64 w 862"/>
                <a:gd name="T3" fmla="*/ 600 h 1036"/>
                <a:gd name="T4" fmla="*/ 64 w 862"/>
                <a:gd name="T5" fmla="*/ 618 h 1036"/>
                <a:gd name="T6" fmla="*/ 66 w 862"/>
                <a:gd name="T7" fmla="*/ 682 h 1036"/>
                <a:gd name="T8" fmla="*/ 82 w 862"/>
                <a:gd name="T9" fmla="*/ 770 h 1036"/>
                <a:gd name="T10" fmla="*/ 94 w 862"/>
                <a:gd name="T11" fmla="*/ 816 h 1036"/>
                <a:gd name="T12" fmla="*/ 114 w 862"/>
                <a:gd name="T13" fmla="*/ 864 h 1036"/>
                <a:gd name="T14" fmla="*/ 140 w 862"/>
                <a:gd name="T15" fmla="*/ 910 h 1036"/>
                <a:gd name="T16" fmla="*/ 174 w 862"/>
                <a:gd name="T17" fmla="*/ 950 h 1036"/>
                <a:gd name="T18" fmla="*/ 194 w 862"/>
                <a:gd name="T19" fmla="*/ 972 h 1036"/>
                <a:gd name="T20" fmla="*/ 244 w 862"/>
                <a:gd name="T21" fmla="*/ 1004 h 1036"/>
                <a:gd name="T22" fmla="*/ 298 w 862"/>
                <a:gd name="T23" fmla="*/ 1024 h 1036"/>
                <a:gd name="T24" fmla="*/ 360 w 862"/>
                <a:gd name="T25" fmla="*/ 1036 h 1036"/>
                <a:gd name="T26" fmla="*/ 394 w 862"/>
                <a:gd name="T27" fmla="*/ 1036 h 1036"/>
                <a:gd name="T28" fmla="*/ 500 w 862"/>
                <a:gd name="T29" fmla="*/ 1028 h 1036"/>
                <a:gd name="T30" fmla="*/ 596 w 862"/>
                <a:gd name="T31" fmla="*/ 1004 h 1036"/>
                <a:gd name="T32" fmla="*/ 638 w 862"/>
                <a:gd name="T33" fmla="*/ 986 h 1036"/>
                <a:gd name="T34" fmla="*/ 676 w 862"/>
                <a:gd name="T35" fmla="*/ 966 h 1036"/>
                <a:gd name="T36" fmla="*/ 712 w 862"/>
                <a:gd name="T37" fmla="*/ 940 h 1036"/>
                <a:gd name="T38" fmla="*/ 744 w 862"/>
                <a:gd name="T39" fmla="*/ 910 h 1036"/>
                <a:gd name="T40" fmla="*/ 772 w 862"/>
                <a:gd name="T41" fmla="*/ 880 h 1036"/>
                <a:gd name="T42" fmla="*/ 816 w 862"/>
                <a:gd name="T43" fmla="*/ 808 h 1036"/>
                <a:gd name="T44" fmla="*/ 844 w 862"/>
                <a:gd name="T45" fmla="*/ 724 h 1036"/>
                <a:gd name="T46" fmla="*/ 860 w 862"/>
                <a:gd name="T47" fmla="*/ 630 h 1036"/>
                <a:gd name="T48" fmla="*/ 862 w 862"/>
                <a:gd name="T49" fmla="*/ 578 h 1036"/>
                <a:gd name="T50" fmla="*/ 860 w 862"/>
                <a:gd name="T51" fmla="*/ 558 h 1036"/>
                <a:gd name="T52" fmla="*/ 852 w 862"/>
                <a:gd name="T53" fmla="*/ 452 h 1036"/>
                <a:gd name="T54" fmla="*/ 834 w 862"/>
                <a:gd name="T55" fmla="*/ 356 h 1036"/>
                <a:gd name="T56" fmla="*/ 812 w 862"/>
                <a:gd name="T57" fmla="*/ 266 h 1036"/>
                <a:gd name="T58" fmla="*/ 786 w 862"/>
                <a:gd name="T59" fmla="*/ 184 h 1036"/>
                <a:gd name="T60" fmla="*/ 766 w 862"/>
                <a:gd name="T61" fmla="*/ 130 h 1036"/>
                <a:gd name="T62" fmla="*/ 738 w 862"/>
                <a:gd name="T63" fmla="*/ 70 h 1036"/>
                <a:gd name="T64" fmla="*/ 728 w 862"/>
                <a:gd name="T65" fmla="*/ 28 h 1036"/>
                <a:gd name="T66" fmla="*/ 726 w 862"/>
                <a:gd name="T67" fmla="*/ 2 h 1036"/>
                <a:gd name="T68" fmla="*/ 726 w 862"/>
                <a:gd name="T69" fmla="*/ 2 h 1036"/>
                <a:gd name="T70" fmla="*/ 728 w 862"/>
                <a:gd name="T71" fmla="*/ 2 h 1036"/>
                <a:gd name="T72" fmla="*/ 0 w 862"/>
                <a:gd name="T73" fmla="*/ 2 h 1036"/>
                <a:gd name="T74" fmla="*/ 8 w 862"/>
                <a:gd name="T75" fmla="*/ 16 h 1036"/>
                <a:gd name="T76" fmla="*/ 22 w 862"/>
                <a:gd name="T77" fmla="*/ 54 h 1036"/>
                <a:gd name="T78" fmla="*/ 40 w 862"/>
                <a:gd name="T79" fmla="*/ 132 h 1036"/>
                <a:gd name="T80" fmla="*/ 56 w 862"/>
                <a:gd name="T81" fmla="*/ 264 h 1036"/>
                <a:gd name="T82" fmla="*/ 64 w 862"/>
                <a:gd name="T83" fmla="*/ 412 h 1036"/>
                <a:gd name="T84" fmla="*/ 66 w 862"/>
                <a:gd name="T85" fmla="*/ 486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62" h="1036">
                  <a:moveTo>
                    <a:pt x="66" y="486"/>
                  </a:moveTo>
                  <a:lnTo>
                    <a:pt x="66" y="486"/>
                  </a:lnTo>
                  <a:lnTo>
                    <a:pt x="64" y="600"/>
                  </a:lnTo>
                  <a:lnTo>
                    <a:pt x="64" y="618"/>
                  </a:lnTo>
                  <a:lnTo>
                    <a:pt x="64" y="646"/>
                  </a:lnTo>
                  <a:lnTo>
                    <a:pt x="66" y="682"/>
                  </a:lnTo>
                  <a:lnTo>
                    <a:pt x="72" y="724"/>
                  </a:lnTo>
                  <a:lnTo>
                    <a:pt x="82" y="770"/>
                  </a:lnTo>
                  <a:lnTo>
                    <a:pt x="88" y="792"/>
                  </a:lnTo>
                  <a:lnTo>
                    <a:pt x="94" y="816"/>
                  </a:lnTo>
                  <a:lnTo>
                    <a:pt x="104" y="840"/>
                  </a:lnTo>
                  <a:lnTo>
                    <a:pt x="114" y="864"/>
                  </a:lnTo>
                  <a:lnTo>
                    <a:pt x="126" y="888"/>
                  </a:lnTo>
                  <a:lnTo>
                    <a:pt x="140" y="910"/>
                  </a:lnTo>
                  <a:lnTo>
                    <a:pt x="156" y="930"/>
                  </a:lnTo>
                  <a:lnTo>
                    <a:pt x="174" y="950"/>
                  </a:lnTo>
                  <a:lnTo>
                    <a:pt x="194" y="972"/>
                  </a:lnTo>
                  <a:lnTo>
                    <a:pt x="218" y="988"/>
                  </a:lnTo>
                  <a:lnTo>
                    <a:pt x="244" y="1004"/>
                  </a:lnTo>
                  <a:lnTo>
                    <a:pt x="270" y="1016"/>
                  </a:lnTo>
                  <a:lnTo>
                    <a:pt x="298" y="1024"/>
                  </a:lnTo>
                  <a:lnTo>
                    <a:pt x="328" y="1032"/>
                  </a:lnTo>
                  <a:lnTo>
                    <a:pt x="360" y="1036"/>
                  </a:lnTo>
                  <a:lnTo>
                    <a:pt x="394" y="1036"/>
                  </a:lnTo>
                  <a:lnTo>
                    <a:pt x="448" y="1034"/>
                  </a:lnTo>
                  <a:lnTo>
                    <a:pt x="500" y="1028"/>
                  </a:lnTo>
                  <a:lnTo>
                    <a:pt x="550" y="1018"/>
                  </a:lnTo>
                  <a:lnTo>
                    <a:pt x="596" y="1004"/>
                  </a:lnTo>
                  <a:lnTo>
                    <a:pt x="616" y="996"/>
                  </a:lnTo>
                  <a:lnTo>
                    <a:pt x="638" y="986"/>
                  </a:lnTo>
                  <a:lnTo>
                    <a:pt x="658" y="976"/>
                  </a:lnTo>
                  <a:lnTo>
                    <a:pt x="676" y="966"/>
                  </a:lnTo>
                  <a:lnTo>
                    <a:pt x="696" y="954"/>
                  </a:lnTo>
                  <a:lnTo>
                    <a:pt x="712" y="940"/>
                  </a:lnTo>
                  <a:lnTo>
                    <a:pt x="728" y="926"/>
                  </a:lnTo>
                  <a:lnTo>
                    <a:pt x="744" y="910"/>
                  </a:lnTo>
                  <a:lnTo>
                    <a:pt x="772" y="880"/>
                  </a:lnTo>
                  <a:lnTo>
                    <a:pt x="796" y="846"/>
                  </a:lnTo>
                  <a:lnTo>
                    <a:pt x="816" y="808"/>
                  </a:lnTo>
                  <a:lnTo>
                    <a:pt x="832" y="768"/>
                  </a:lnTo>
                  <a:lnTo>
                    <a:pt x="844" y="724"/>
                  </a:lnTo>
                  <a:lnTo>
                    <a:pt x="854" y="678"/>
                  </a:lnTo>
                  <a:lnTo>
                    <a:pt x="860" y="630"/>
                  </a:lnTo>
                  <a:lnTo>
                    <a:pt x="862" y="578"/>
                  </a:lnTo>
                  <a:lnTo>
                    <a:pt x="860" y="558"/>
                  </a:lnTo>
                  <a:lnTo>
                    <a:pt x="858" y="504"/>
                  </a:lnTo>
                  <a:lnTo>
                    <a:pt x="852" y="452"/>
                  </a:lnTo>
                  <a:lnTo>
                    <a:pt x="844" y="402"/>
                  </a:lnTo>
                  <a:lnTo>
                    <a:pt x="834" y="356"/>
                  </a:lnTo>
                  <a:lnTo>
                    <a:pt x="824" y="310"/>
                  </a:lnTo>
                  <a:lnTo>
                    <a:pt x="812" y="266"/>
                  </a:lnTo>
                  <a:lnTo>
                    <a:pt x="786" y="184"/>
                  </a:lnTo>
                  <a:lnTo>
                    <a:pt x="776" y="156"/>
                  </a:lnTo>
                  <a:lnTo>
                    <a:pt x="766" y="130"/>
                  </a:lnTo>
                  <a:lnTo>
                    <a:pt x="746" y="88"/>
                  </a:lnTo>
                  <a:lnTo>
                    <a:pt x="738" y="70"/>
                  </a:lnTo>
                  <a:lnTo>
                    <a:pt x="732" y="50"/>
                  </a:lnTo>
                  <a:lnTo>
                    <a:pt x="728" y="28"/>
                  </a:lnTo>
                  <a:lnTo>
                    <a:pt x="726" y="2"/>
                  </a:lnTo>
                  <a:lnTo>
                    <a:pt x="726" y="0"/>
                  </a:lnTo>
                  <a:lnTo>
                    <a:pt x="726" y="2"/>
                  </a:lnTo>
                  <a:lnTo>
                    <a:pt x="728" y="4"/>
                  </a:lnTo>
                  <a:lnTo>
                    <a:pt x="728" y="2"/>
                  </a:lnTo>
                  <a:lnTo>
                    <a:pt x="0" y="2"/>
                  </a:lnTo>
                  <a:lnTo>
                    <a:pt x="8" y="16"/>
                  </a:lnTo>
                  <a:lnTo>
                    <a:pt x="16" y="34"/>
                  </a:lnTo>
                  <a:lnTo>
                    <a:pt x="22" y="54"/>
                  </a:lnTo>
                  <a:lnTo>
                    <a:pt x="28" y="78"/>
                  </a:lnTo>
                  <a:lnTo>
                    <a:pt x="40" y="132"/>
                  </a:lnTo>
                  <a:lnTo>
                    <a:pt x="50" y="196"/>
                  </a:lnTo>
                  <a:lnTo>
                    <a:pt x="56" y="264"/>
                  </a:lnTo>
                  <a:lnTo>
                    <a:pt x="62" y="338"/>
                  </a:lnTo>
                  <a:lnTo>
                    <a:pt x="64" y="412"/>
                  </a:lnTo>
                  <a:lnTo>
                    <a:pt x="66" y="486"/>
                  </a:lnTo>
                  <a:close/>
                </a:path>
              </a:pathLst>
            </a:custGeom>
            <a:solidFill>
              <a:srgbClr val="882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3" name="Freeform 1313">
              <a:extLst>
                <a:ext uri="{FF2B5EF4-FFF2-40B4-BE49-F238E27FC236}">
                  <a16:creationId xmlns:a16="http://schemas.microsoft.com/office/drawing/2014/main" id="{4BE46AD2-6750-4104-9561-6D749A539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920"/>
              <a:ext cx="906" cy="1060"/>
            </a:xfrm>
            <a:custGeom>
              <a:avLst/>
              <a:gdLst>
                <a:gd name="T0" fmla="*/ 818 w 906"/>
                <a:gd name="T1" fmla="*/ 146 h 1060"/>
                <a:gd name="T2" fmla="*/ 780 w 906"/>
                <a:gd name="T3" fmla="*/ 66 h 1060"/>
                <a:gd name="T4" fmla="*/ 772 w 906"/>
                <a:gd name="T5" fmla="*/ 2 h 1060"/>
                <a:gd name="T6" fmla="*/ 750 w 906"/>
                <a:gd name="T7" fmla="*/ 4 h 1060"/>
                <a:gd name="T8" fmla="*/ 748 w 906"/>
                <a:gd name="T9" fmla="*/ 2 h 1060"/>
                <a:gd name="T10" fmla="*/ 754 w 906"/>
                <a:gd name="T11" fmla="*/ 50 h 1060"/>
                <a:gd name="T12" fmla="*/ 788 w 906"/>
                <a:gd name="T13" fmla="*/ 130 h 1060"/>
                <a:gd name="T14" fmla="*/ 808 w 906"/>
                <a:gd name="T15" fmla="*/ 184 h 1060"/>
                <a:gd name="T16" fmla="*/ 856 w 906"/>
                <a:gd name="T17" fmla="*/ 356 h 1060"/>
                <a:gd name="T18" fmla="*/ 880 w 906"/>
                <a:gd name="T19" fmla="*/ 504 h 1060"/>
                <a:gd name="T20" fmla="*/ 884 w 906"/>
                <a:gd name="T21" fmla="*/ 578 h 1060"/>
                <a:gd name="T22" fmla="*/ 876 w 906"/>
                <a:gd name="T23" fmla="*/ 678 h 1060"/>
                <a:gd name="T24" fmla="*/ 838 w 906"/>
                <a:gd name="T25" fmla="*/ 808 h 1060"/>
                <a:gd name="T26" fmla="*/ 766 w 906"/>
                <a:gd name="T27" fmla="*/ 910 h 1060"/>
                <a:gd name="T28" fmla="*/ 734 w 906"/>
                <a:gd name="T29" fmla="*/ 940 h 1060"/>
                <a:gd name="T30" fmla="*/ 680 w 906"/>
                <a:gd name="T31" fmla="*/ 976 h 1060"/>
                <a:gd name="T32" fmla="*/ 618 w 906"/>
                <a:gd name="T33" fmla="*/ 1004 h 1060"/>
                <a:gd name="T34" fmla="*/ 470 w 906"/>
                <a:gd name="T35" fmla="*/ 1034 h 1060"/>
                <a:gd name="T36" fmla="*/ 382 w 906"/>
                <a:gd name="T37" fmla="*/ 1036 h 1060"/>
                <a:gd name="T38" fmla="*/ 292 w 906"/>
                <a:gd name="T39" fmla="*/ 1016 h 1060"/>
                <a:gd name="T40" fmla="*/ 216 w 906"/>
                <a:gd name="T41" fmla="*/ 972 h 1060"/>
                <a:gd name="T42" fmla="*/ 178 w 906"/>
                <a:gd name="T43" fmla="*/ 930 h 1060"/>
                <a:gd name="T44" fmla="*/ 136 w 906"/>
                <a:gd name="T45" fmla="*/ 864 h 1060"/>
                <a:gd name="T46" fmla="*/ 110 w 906"/>
                <a:gd name="T47" fmla="*/ 792 h 1060"/>
                <a:gd name="T48" fmla="*/ 88 w 906"/>
                <a:gd name="T49" fmla="*/ 682 h 1060"/>
                <a:gd name="T50" fmla="*/ 86 w 906"/>
                <a:gd name="T51" fmla="*/ 618 h 1060"/>
                <a:gd name="T52" fmla="*/ 88 w 906"/>
                <a:gd name="T53" fmla="*/ 486 h 1060"/>
                <a:gd name="T54" fmla="*/ 84 w 906"/>
                <a:gd name="T55" fmla="*/ 338 h 1060"/>
                <a:gd name="T56" fmla="*/ 62 w 906"/>
                <a:gd name="T57" fmla="*/ 132 h 1060"/>
                <a:gd name="T58" fmla="*/ 38 w 906"/>
                <a:gd name="T59" fmla="*/ 34 h 1060"/>
                <a:gd name="T60" fmla="*/ 0 w 906"/>
                <a:gd name="T61" fmla="*/ 2 h 1060"/>
                <a:gd name="T62" fmla="*/ 12 w 906"/>
                <a:gd name="T63" fmla="*/ 28 h 1060"/>
                <a:gd name="T64" fmla="*/ 38 w 906"/>
                <a:gd name="T65" fmla="*/ 128 h 1060"/>
                <a:gd name="T66" fmla="*/ 64 w 906"/>
                <a:gd name="T67" fmla="*/ 378 h 1060"/>
                <a:gd name="T68" fmla="*/ 64 w 906"/>
                <a:gd name="T69" fmla="*/ 600 h 1060"/>
                <a:gd name="T70" fmla="*/ 68 w 906"/>
                <a:gd name="T71" fmla="*/ 700 h 1060"/>
                <a:gd name="T72" fmla="*/ 90 w 906"/>
                <a:gd name="T73" fmla="*/ 806 h 1060"/>
                <a:gd name="T74" fmla="*/ 124 w 906"/>
                <a:gd name="T75" fmla="*/ 890 h 1060"/>
                <a:gd name="T76" fmla="*/ 180 w 906"/>
                <a:gd name="T77" fmla="*/ 966 h 1060"/>
                <a:gd name="T78" fmla="*/ 228 w 906"/>
                <a:gd name="T79" fmla="*/ 1008 h 1060"/>
                <a:gd name="T80" fmla="*/ 314 w 906"/>
                <a:gd name="T81" fmla="*/ 1046 h 1060"/>
                <a:gd name="T82" fmla="*/ 416 w 906"/>
                <a:gd name="T83" fmla="*/ 1060 h 1060"/>
                <a:gd name="T84" fmla="*/ 526 w 906"/>
                <a:gd name="T85" fmla="*/ 1050 h 1060"/>
                <a:gd name="T86" fmla="*/ 626 w 906"/>
                <a:gd name="T87" fmla="*/ 1026 h 1060"/>
                <a:gd name="T88" fmla="*/ 692 w 906"/>
                <a:gd name="T89" fmla="*/ 996 h 1060"/>
                <a:gd name="T90" fmla="*/ 748 w 906"/>
                <a:gd name="T91" fmla="*/ 958 h 1060"/>
                <a:gd name="T92" fmla="*/ 782 w 906"/>
                <a:gd name="T93" fmla="*/ 926 h 1060"/>
                <a:gd name="T94" fmla="*/ 826 w 906"/>
                <a:gd name="T95" fmla="*/ 874 h 1060"/>
                <a:gd name="T96" fmla="*/ 860 w 906"/>
                <a:gd name="T97" fmla="*/ 812 h 1060"/>
                <a:gd name="T98" fmla="*/ 884 w 906"/>
                <a:gd name="T99" fmla="*/ 744 h 1060"/>
                <a:gd name="T100" fmla="*/ 904 w 906"/>
                <a:gd name="T101" fmla="*/ 614 h 1060"/>
                <a:gd name="T102" fmla="*/ 902 w 906"/>
                <a:gd name="T103" fmla="*/ 502 h 1060"/>
                <a:gd name="T104" fmla="*/ 878 w 906"/>
                <a:gd name="T105" fmla="*/ 352 h 1060"/>
                <a:gd name="T106" fmla="*/ 830 w 906"/>
                <a:gd name="T107" fmla="*/ 178 h 106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06" h="1060">
                  <a:moveTo>
                    <a:pt x="830" y="178"/>
                  </a:moveTo>
                  <a:lnTo>
                    <a:pt x="830" y="178"/>
                  </a:lnTo>
                  <a:lnTo>
                    <a:pt x="818" y="146"/>
                  </a:lnTo>
                  <a:lnTo>
                    <a:pt x="808" y="122"/>
                  </a:lnTo>
                  <a:lnTo>
                    <a:pt x="788" y="84"/>
                  </a:lnTo>
                  <a:lnTo>
                    <a:pt x="780" y="66"/>
                  </a:lnTo>
                  <a:lnTo>
                    <a:pt x="774" y="48"/>
                  </a:lnTo>
                  <a:lnTo>
                    <a:pt x="772" y="28"/>
                  </a:lnTo>
                  <a:lnTo>
                    <a:pt x="772" y="2"/>
                  </a:lnTo>
                  <a:lnTo>
                    <a:pt x="750" y="2"/>
                  </a:lnTo>
                  <a:lnTo>
                    <a:pt x="750" y="4"/>
                  </a:lnTo>
                  <a:lnTo>
                    <a:pt x="748" y="2"/>
                  </a:lnTo>
                  <a:lnTo>
                    <a:pt x="748" y="0"/>
                  </a:lnTo>
                  <a:lnTo>
                    <a:pt x="748" y="2"/>
                  </a:lnTo>
                  <a:lnTo>
                    <a:pt x="750" y="28"/>
                  </a:lnTo>
                  <a:lnTo>
                    <a:pt x="754" y="50"/>
                  </a:lnTo>
                  <a:lnTo>
                    <a:pt x="760" y="70"/>
                  </a:lnTo>
                  <a:lnTo>
                    <a:pt x="768" y="88"/>
                  </a:lnTo>
                  <a:lnTo>
                    <a:pt x="788" y="130"/>
                  </a:lnTo>
                  <a:lnTo>
                    <a:pt x="798" y="156"/>
                  </a:lnTo>
                  <a:lnTo>
                    <a:pt x="808" y="184"/>
                  </a:lnTo>
                  <a:lnTo>
                    <a:pt x="834" y="266"/>
                  </a:lnTo>
                  <a:lnTo>
                    <a:pt x="846" y="310"/>
                  </a:lnTo>
                  <a:lnTo>
                    <a:pt x="856" y="356"/>
                  </a:lnTo>
                  <a:lnTo>
                    <a:pt x="866" y="402"/>
                  </a:lnTo>
                  <a:lnTo>
                    <a:pt x="874" y="452"/>
                  </a:lnTo>
                  <a:lnTo>
                    <a:pt x="880" y="504"/>
                  </a:lnTo>
                  <a:lnTo>
                    <a:pt x="882" y="558"/>
                  </a:lnTo>
                  <a:lnTo>
                    <a:pt x="884" y="578"/>
                  </a:lnTo>
                  <a:lnTo>
                    <a:pt x="882" y="630"/>
                  </a:lnTo>
                  <a:lnTo>
                    <a:pt x="876" y="678"/>
                  </a:lnTo>
                  <a:lnTo>
                    <a:pt x="866" y="724"/>
                  </a:lnTo>
                  <a:lnTo>
                    <a:pt x="854" y="768"/>
                  </a:lnTo>
                  <a:lnTo>
                    <a:pt x="838" y="808"/>
                  </a:lnTo>
                  <a:lnTo>
                    <a:pt x="818" y="846"/>
                  </a:lnTo>
                  <a:lnTo>
                    <a:pt x="794" y="880"/>
                  </a:lnTo>
                  <a:lnTo>
                    <a:pt x="766" y="910"/>
                  </a:lnTo>
                  <a:lnTo>
                    <a:pt x="750" y="926"/>
                  </a:lnTo>
                  <a:lnTo>
                    <a:pt x="734" y="940"/>
                  </a:lnTo>
                  <a:lnTo>
                    <a:pt x="718" y="954"/>
                  </a:lnTo>
                  <a:lnTo>
                    <a:pt x="698" y="966"/>
                  </a:lnTo>
                  <a:lnTo>
                    <a:pt x="680" y="976"/>
                  </a:lnTo>
                  <a:lnTo>
                    <a:pt x="660" y="986"/>
                  </a:lnTo>
                  <a:lnTo>
                    <a:pt x="638" y="996"/>
                  </a:lnTo>
                  <a:lnTo>
                    <a:pt x="618" y="1004"/>
                  </a:lnTo>
                  <a:lnTo>
                    <a:pt x="572" y="1018"/>
                  </a:lnTo>
                  <a:lnTo>
                    <a:pt x="522" y="1028"/>
                  </a:lnTo>
                  <a:lnTo>
                    <a:pt x="470" y="1034"/>
                  </a:lnTo>
                  <a:lnTo>
                    <a:pt x="416" y="1036"/>
                  </a:lnTo>
                  <a:lnTo>
                    <a:pt x="382" y="1036"/>
                  </a:lnTo>
                  <a:lnTo>
                    <a:pt x="350" y="1032"/>
                  </a:lnTo>
                  <a:lnTo>
                    <a:pt x="320" y="1024"/>
                  </a:lnTo>
                  <a:lnTo>
                    <a:pt x="292" y="1016"/>
                  </a:lnTo>
                  <a:lnTo>
                    <a:pt x="266" y="1004"/>
                  </a:lnTo>
                  <a:lnTo>
                    <a:pt x="240" y="988"/>
                  </a:lnTo>
                  <a:lnTo>
                    <a:pt x="216" y="972"/>
                  </a:lnTo>
                  <a:lnTo>
                    <a:pt x="196" y="950"/>
                  </a:lnTo>
                  <a:lnTo>
                    <a:pt x="178" y="930"/>
                  </a:lnTo>
                  <a:lnTo>
                    <a:pt x="162" y="910"/>
                  </a:lnTo>
                  <a:lnTo>
                    <a:pt x="148" y="888"/>
                  </a:lnTo>
                  <a:lnTo>
                    <a:pt x="136" y="864"/>
                  </a:lnTo>
                  <a:lnTo>
                    <a:pt x="126" y="840"/>
                  </a:lnTo>
                  <a:lnTo>
                    <a:pt x="116" y="816"/>
                  </a:lnTo>
                  <a:lnTo>
                    <a:pt x="110" y="792"/>
                  </a:lnTo>
                  <a:lnTo>
                    <a:pt x="104" y="770"/>
                  </a:lnTo>
                  <a:lnTo>
                    <a:pt x="94" y="724"/>
                  </a:lnTo>
                  <a:lnTo>
                    <a:pt x="88" y="682"/>
                  </a:lnTo>
                  <a:lnTo>
                    <a:pt x="86" y="646"/>
                  </a:lnTo>
                  <a:lnTo>
                    <a:pt x="86" y="618"/>
                  </a:lnTo>
                  <a:lnTo>
                    <a:pt x="86" y="600"/>
                  </a:lnTo>
                  <a:lnTo>
                    <a:pt x="88" y="486"/>
                  </a:lnTo>
                  <a:lnTo>
                    <a:pt x="86" y="412"/>
                  </a:lnTo>
                  <a:lnTo>
                    <a:pt x="84" y="338"/>
                  </a:lnTo>
                  <a:lnTo>
                    <a:pt x="78" y="264"/>
                  </a:lnTo>
                  <a:lnTo>
                    <a:pt x="72" y="196"/>
                  </a:lnTo>
                  <a:lnTo>
                    <a:pt x="62" y="132"/>
                  </a:lnTo>
                  <a:lnTo>
                    <a:pt x="50" y="78"/>
                  </a:lnTo>
                  <a:lnTo>
                    <a:pt x="44" y="54"/>
                  </a:lnTo>
                  <a:lnTo>
                    <a:pt x="38" y="34"/>
                  </a:lnTo>
                  <a:lnTo>
                    <a:pt x="30" y="16"/>
                  </a:lnTo>
                  <a:lnTo>
                    <a:pt x="22" y="2"/>
                  </a:lnTo>
                  <a:lnTo>
                    <a:pt x="0" y="2"/>
                  </a:lnTo>
                  <a:lnTo>
                    <a:pt x="6" y="14"/>
                  </a:lnTo>
                  <a:lnTo>
                    <a:pt x="12" y="28"/>
                  </a:lnTo>
                  <a:lnTo>
                    <a:pt x="20" y="48"/>
                  </a:lnTo>
                  <a:lnTo>
                    <a:pt x="26" y="70"/>
                  </a:lnTo>
                  <a:lnTo>
                    <a:pt x="38" y="128"/>
                  </a:lnTo>
                  <a:lnTo>
                    <a:pt x="50" y="198"/>
                  </a:lnTo>
                  <a:lnTo>
                    <a:pt x="58" y="282"/>
                  </a:lnTo>
                  <a:lnTo>
                    <a:pt x="64" y="378"/>
                  </a:lnTo>
                  <a:lnTo>
                    <a:pt x="66" y="484"/>
                  </a:lnTo>
                  <a:lnTo>
                    <a:pt x="64" y="600"/>
                  </a:lnTo>
                  <a:lnTo>
                    <a:pt x="64" y="622"/>
                  </a:lnTo>
                  <a:lnTo>
                    <a:pt x="64" y="656"/>
                  </a:lnTo>
                  <a:lnTo>
                    <a:pt x="68" y="700"/>
                  </a:lnTo>
                  <a:lnTo>
                    <a:pt x="76" y="752"/>
                  </a:lnTo>
                  <a:lnTo>
                    <a:pt x="82" y="778"/>
                  </a:lnTo>
                  <a:lnTo>
                    <a:pt x="90" y="806"/>
                  </a:lnTo>
                  <a:lnTo>
                    <a:pt x="100" y="834"/>
                  </a:lnTo>
                  <a:lnTo>
                    <a:pt x="110" y="862"/>
                  </a:lnTo>
                  <a:lnTo>
                    <a:pt x="124" y="890"/>
                  </a:lnTo>
                  <a:lnTo>
                    <a:pt x="140" y="918"/>
                  </a:lnTo>
                  <a:lnTo>
                    <a:pt x="158" y="942"/>
                  </a:lnTo>
                  <a:lnTo>
                    <a:pt x="180" y="966"/>
                  </a:lnTo>
                  <a:lnTo>
                    <a:pt x="202" y="988"/>
                  </a:lnTo>
                  <a:lnTo>
                    <a:pt x="228" y="1008"/>
                  </a:lnTo>
                  <a:lnTo>
                    <a:pt x="254" y="1024"/>
                  </a:lnTo>
                  <a:lnTo>
                    <a:pt x="284" y="1036"/>
                  </a:lnTo>
                  <a:lnTo>
                    <a:pt x="314" y="1046"/>
                  </a:lnTo>
                  <a:lnTo>
                    <a:pt x="346" y="1054"/>
                  </a:lnTo>
                  <a:lnTo>
                    <a:pt x="380" y="1058"/>
                  </a:lnTo>
                  <a:lnTo>
                    <a:pt x="416" y="1060"/>
                  </a:lnTo>
                  <a:lnTo>
                    <a:pt x="472" y="1058"/>
                  </a:lnTo>
                  <a:lnTo>
                    <a:pt x="526" y="1050"/>
                  </a:lnTo>
                  <a:lnTo>
                    <a:pt x="578" y="1040"/>
                  </a:lnTo>
                  <a:lnTo>
                    <a:pt x="602" y="1034"/>
                  </a:lnTo>
                  <a:lnTo>
                    <a:pt x="626" y="1026"/>
                  </a:lnTo>
                  <a:lnTo>
                    <a:pt x="648" y="1016"/>
                  </a:lnTo>
                  <a:lnTo>
                    <a:pt x="670" y="1006"/>
                  </a:lnTo>
                  <a:lnTo>
                    <a:pt x="692" y="996"/>
                  </a:lnTo>
                  <a:lnTo>
                    <a:pt x="712" y="984"/>
                  </a:lnTo>
                  <a:lnTo>
                    <a:pt x="730" y="972"/>
                  </a:lnTo>
                  <a:lnTo>
                    <a:pt x="748" y="958"/>
                  </a:lnTo>
                  <a:lnTo>
                    <a:pt x="766" y="942"/>
                  </a:lnTo>
                  <a:lnTo>
                    <a:pt x="782" y="926"/>
                  </a:lnTo>
                  <a:lnTo>
                    <a:pt x="798" y="910"/>
                  </a:lnTo>
                  <a:lnTo>
                    <a:pt x="812" y="892"/>
                  </a:lnTo>
                  <a:lnTo>
                    <a:pt x="826" y="874"/>
                  </a:lnTo>
                  <a:lnTo>
                    <a:pt x="838" y="854"/>
                  </a:lnTo>
                  <a:lnTo>
                    <a:pt x="850" y="834"/>
                  </a:lnTo>
                  <a:lnTo>
                    <a:pt x="860" y="812"/>
                  </a:lnTo>
                  <a:lnTo>
                    <a:pt x="870" y="790"/>
                  </a:lnTo>
                  <a:lnTo>
                    <a:pt x="878" y="768"/>
                  </a:lnTo>
                  <a:lnTo>
                    <a:pt x="884" y="744"/>
                  </a:lnTo>
                  <a:lnTo>
                    <a:pt x="890" y="718"/>
                  </a:lnTo>
                  <a:lnTo>
                    <a:pt x="900" y="668"/>
                  </a:lnTo>
                  <a:lnTo>
                    <a:pt x="904" y="614"/>
                  </a:lnTo>
                  <a:lnTo>
                    <a:pt x="906" y="558"/>
                  </a:lnTo>
                  <a:lnTo>
                    <a:pt x="902" y="502"/>
                  </a:lnTo>
                  <a:lnTo>
                    <a:pt x="896" y="450"/>
                  </a:lnTo>
                  <a:lnTo>
                    <a:pt x="888" y="400"/>
                  </a:lnTo>
                  <a:lnTo>
                    <a:pt x="878" y="352"/>
                  </a:lnTo>
                  <a:lnTo>
                    <a:pt x="868" y="306"/>
                  </a:lnTo>
                  <a:lnTo>
                    <a:pt x="856" y="262"/>
                  </a:lnTo>
                  <a:lnTo>
                    <a:pt x="830" y="178"/>
                  </a:lnTo>
                  <a:close/>
                </a:path>
              </a:pathLst>
            </a:custGeom>
            <a:solidFill>
              <a:srgbClr val="BD8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4" name="Freeform 1314">
              <a:extLst>
                <a:ext uri="{FF2B5EF4-FFF2-40B4-BE49-F238E27FC236}">
                  <a16:creationId xmlns:a16="http://schemas.microsoft.com/office/drawing/2014/main" id="{DF65A93B-2E5C-40EE-B599-AB6C81508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922"/>
              <a:ext cx="616" cy="986"/>
            </a:xfrm>
            <a:custGeom>
              <a:avLst/>
              <a:gdLst>
                <a:gd name="T0" fmla="*/ 528 w 616"/>
                <a:gd name="T1" fmla="*/ 58 h 986"/>
                <a:gd name="T2" fmla="*/ 480 w 616"/>
                <a:gd name="T3" fmla="*/ 34 h 986"/>
                <a:gd name="T4" fmla="*/ 376 w 616"/>
                <a:gd name="T5" fmla="*/ 28 h 986"/>
                <a:gd name="T6" fmla="*/ 336 w 616"/>
                <a:gd name="T7" fmla="*/ 30 h 986"/>
                <a:gd name="T8" fmla="*/ 276 w 616"/>
                <a:gd name="T9" fmla="*/ 50 h 986"/>
                <a:gd name="T10" fmla="*/ 220 w 616"/>
                <a:gd name="T11" fmla="*/ 84 h 986"/>
                <a:gd name="T12" fmla="*/ 168 w 616"/>
                <a:gd name="T13" fmla="*/ 132 h 986"/>
                <a:gd name="T14" fmla="*/ 126 w 616"/>
                <a:gd name="T15" fmla="*/ 192 h 986"/>
                <a:gd name="T16" fmla="*/ 102 w 616"/>
                <a:gd name="T17" fmla="*/ 236 h 986"/>
                <a:gd name="T18" fmla="*/ 142 w 616"/>
                <a:gd name="T19" fmla="*/ 0 h 986"/>
                <a:gd name="T20" fmla="*/ 42 w 616"/>
                <a:gd name="T21" fmla="*/ 268 h 986"/>
                <a:gd name="T22" fmla="*/ 10 w 616"/>
                <a:gd name="T23" fmla="*/ 410 h 986"/>
                <a:gd name="T24" fmla="*/ 0 w 616"/>
                <a:gd name="T25" fmla="*/ 558 h 986"/>
                <a:gd name="T26" fmla="*/ 18 w 616"/>
                <a:gd name="T27" fmla="*/ 702 h 986"/>
                <a:gd name="T28" fmla="*/ 50 w 616"/>
                <a:gd name="T29" fmla="*/ 792 h 986"/>
                <a:gd name="T30" fmla="*/ 86 w 616"/>
                <a:gd name="T31" fmla="*/ 852 h 986"/>
                <a:gd name="T32" fmla="*/ 132 w 616"/>
                <a:gd name="T33" fmla="*/ 906 h 986"/>
                <a:gd name="T34" fmla="*/ 190 w 616"/>
                <a:gd name="T35" fmla="*/ 952 h 986"/>
                <a:gd name="T36" fmla="*/ 238 w 616"/>
                <a:gd name="T37" fmla="*/ 974 h 986"/>
                <a:gd name="T38" fmla="*/ 298 w 616"/>
                <a:gd name="T39" fmla="*/ 986 h 986"/>
                <a:gd name="T40" fmla="*/ 338 w 616"/>
                <a:gd name="T41" fmla="*/ 982 h 986"/>
                <a:gd name="T42" fmla="*/ 362 w 616"/>
                <a:gd name="T43" fmla="*/ 968 h 986"/>
                <a:gd name="T44" fmla="*/ 374 w 616"/>
                <a:gd name="T45" fmla="*/ 940 h 986"/>
                <a:gd name="T46" fmla="*/ 368 w 616"/>
                <a:gd name="T47" fmla="*/ 930 h 986"/>
                <a:gd name="T48" fmla="*/ 342 w 616"/>
                <a:gd name="T49" fmla="*/ 912 h 986"/>
                <a:gd name="T50" fmla="*/ 294 w 616"/>
                <a:gd name="T51" fmla="*/ 896 h 986"/>
                <a:gd name="T52" fmla="*/ 286 w 616"/>
                <a:gd name="T53" fmla="*/ 862 h 986"/>
                <a:gd name="T54" fmla="*/ 264 w 616"/>
                <a:gd name="T55" fmla="*/ 830 h 986"/>
                <a:gd name="T56" fmla="*/ 244 w 616"/>
                <a:gd name="T57" fmla="*/ 800 h 986"/>
                <a:gd name="T58" fmla="*/ 230 w 616"/>
                <a:gd name="T59" fmla="*/ 758 h 986"/>
                <a:gd name="T60" fmla="*/ 216 w 616"/>
                <a:gd name="T61" fmla="*/ 742 h 986"/>
                <a:gd name="T62" fmla="*/ 214 w 616"/>
                <a:gd name="T63" fmla="*/ 700 h 986"/>
                <a:gd name="T64" fmla="*/ 196 w 616"/>
                <a:gd name="T65" fmla="*/ 670 h 986"/>
                <a:gd name="T66" fmla="*/ 212 w 616"/>
                <a:gd name="T67" fmla="*/ 610 h 986"/>
                <a:gd name="T68" fmla="*/ 210 w 616"/>
                <a:gd name="T69" fmla="*/ 562 h 986"/>
                <a:gd name="T70" fmla="*/ 210 w 616"/>
                <a:gd name="T71" fmla="*/ 526 h 986"/>
                <a:gd name="T72" fmla="*/ 218 w 616"/>
                <a:gd name="T73" fmla="*/ 478 h 986"/>
                <a:gd name="T74" fmla="*/ 210 w 616"/>
                <a:gd name="T75" fmla="*/ 450 h 986"/>
                <a:gd name="T76" fmla="*/ 200 w 616"/>
                <a:gd name="T77" fmla="*/ 440 h 986"/>
                <a:gd name="T78" fmla="*/ 224 w 616"/>
                <a:gd name="T79" fmla="*/ 426 h 986"/>
                <a:gd name="T80" fmla="*/ 256 w 616"/>
                <a:gd name="T81" fmla="*/ 382 h 986"/>
                <a:gd name="T82" fmla="*/ 268 w 616"/>
                <a:gd name="T83" fmla="*/ 342 h 986"/>
                <a:gd name="T84" fmla="*/ 300 w 616"/>
                <a:gd name="T85" fmla="*/ 328 h 986"/>
                <a:gd name="T86" fmla="*/ 346 w 616"/>
                <a:gd name="T87" fmla="*/ 292 h 986"/>
                <a:gd name="T88" fmla="*/ 370 w 616"/>
                <a:gd name="T89" fmla="*/ 252 h 986"/>
                <a:gd name="T90" fmla="*/ 406 w 616"/>
                <a:gd name="T91" fmla="*/ 262 h 986"/>
                <a:gd name="T92" fmla="*/ 480 w 616"/>
                <a:gd name="T93" fmla="*/ 254 h 986"/>
                <a:gd name="T94" fmla="*/ 504 w 616"/>
                <a:gd name="T95" fmla="*/ 252 h 986"/>
                <a:gd name="T96" fmla="*/ 530 w 616"/>
                <a:gd name="T97" fmla="*/ 270 h 986"/>
                <a:gd name="T98" fmla="*/ 578 w 616"/>
                <a:gd name="T99" fmla="*/ 276 h 986"/>
                <a:gd name="T100" fmla="*/ 600 w 616"/>
                <a:gd name="T101" fmla="*/ 266 h 986"/>
                <a:gd name="T102" fmla="*/ 612 w 616"/>
                <a:gd name="T103" fmla="*/ 244 h 986"/>
                <a:gd name="T104" fmla="*/ 610 w 616"/>
                <a:gd name="T105" fmla="*/ 176 h 986"/>
                <a:gd name="T106" fmla="*/ 600 w 616"/>
                <a:gd name="T107" fmla="*/ 146 h 986"/>
                <a:gd name="T108" fmla="*/ 564 w 616"/>
                <a:gd name="T109" fmla="*/ 100 h 98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16" h="986">
                  <a:moveTo>
                    <a:pt x="542" y="72"/>
                  </a:moveTo>
                  <a:lnTo>
                    <a:pt x="542" y="72"/>
                  </a:lnTo>
                  <a:lnTo>
                    <a:pt x="528" y="58"/>
                  </a:lnTo>
                  <a:lnTo>
                    <a:pt x="514" y="48"/>
                  </a:lnTo>
                  <a:lnTo>
                    <a:pt x="498" y="40"/>
                  </a:lnTo>
                  <a:lnTo>
                    <a:pt x="480" y="34"/>
                  </a:lnTo>
                  <a:lnTo>
                    <a:pt x="458" y="30"/>
                  </a:lnTo>
                  <a:lnTo>
                    <a:pt x="434" y="28"/>
                  </a:lnTo>
                  <a:lnTo>
                    <a:pt x="376" y="28"/>
                  </a:lnTo>
                  <a:lnTo>
                    <a:pt x="356" y="28"/>
                  </a:lnTo>
                  <a:lnTo>
                    <a:pt x="336" y="30"/>
                  </a:lnTo>
                  <a:lnTo>
                    <a:pt x="316" y="36"/>
                  </a:lnTo>
                  <a:lnTo>
                    <a:pt x="296" y="42"/>
                  </a:lnTo>
                  <a:lnTo>
                    <a:pt x="276" y="50"/>
                  </a:lnTo>
                  <a:lnTo>
                    <a:pt x="256" y="60"/>
                  </a:lnTo>
                  <a:lnTo>
                    <a:pt x="238" y="72"/>
                  </a:lnTo>
                  <a:lnTo>
                    <a:pt x="220" y="84"/>
                  </a:lnTo>
                  <a:lnTo>
                    <a:pt x="202" y="100"/>
                  </a:lnTo>
                  <a:lnTo>
                    <a:pt x="184" y="116"/>
                  </a:lnTo>
                  <a:lnTo>
                    <a:pt x="168" y="132"/>
                  </a:lnTo>
                  <a:lnTo>
                    <a:pt x="152" y="152"/>
                  </a:lnTo>
                  <a:lnTo>
                    <a:pt x="138" y="170"/>
                  </a:lnTo>
                  <a:lnTo>
                    <a:pt x="126" y="192"/>
                  </a:lnTo>
                  <a:lnTo>
                    <a:pt x="112" y="214"/>
                  </a:lnTo>
                  <a:lnTo>
                    <a:pt x="102" y="236"/>
                  </a:lnTo>
                  <a:lnTo>
                    <a:pt x="190" y="0"/>
                  </a:lnTo>
                  <a:lnTo>
                    <a:pt x="142" y="0"/>
                  </a:lnTo>
                  <a:lnTo>
                    <a:pt x="82" y="162"/>
                  </a:lnTo>
                  <a:lnTo>
                    <a:pt x="42" y="268"/>
                  </a:lnTo>
                  <a:lnTo>
                    <a:pt x="30" y="314"/>
                  </a:lnTo>
                  <a:lnTo>
                    <a:pt x="18" y="362"/>
                  </a:lnTo>
                  <a:lnTo>
                    <a:pt x="10" y="410"/>
                  </a:lnTo>
                  <a:lnTo>
                    <a:pt x="4" y="458"/>
                  </a:lnTo>
                  <a:lnTo>
                    <a:pt x="0" y="508"/>
                  </a:lnTo>
                  <a:lnTo>
                    <a:pt x="0" y="558"/>
                  </a:lnTo>
                  <a:lnTo>
                    <a:pt x="2" y="606"/>
                  </a:lnTo>
                  <a:lnTo>
                    <a:pt x="8" y="656"/>
                  </a:lnTo>
                  <a:lnTo>
                    <a:pt x="18" y="702"/>
                  </a:lnTo>
                  <a:lnTo>
                    <a:pt x="32" y="748"/>
                  </a:lnTo>
                  <a:lnTo>
                    <a:pt x="40" y="770"/>
                  </a:lnTo>
                  <a:lnTo>
                    <a:pt x="50" y="792"/>
                  </a:lnTo>
                  <a:lnTo>
                    <a:pt x="60" y="812"/>
                  </a:lnTo>
                  <a:lnTo>
                    <a:pt x="72" y="832"/>
                  </a:lnTo>
                  <a:lnTo>
                    <a:pt x="86" y="852"/>
                  </a:lnTo>
                  <a:lnTo>
                    <a:pt x="100" y="870"/>
                  </a:lnTo>
                  <a:lnTo>
                    <a:pt x="116" y="888"/>
                  </a:lnTo>
                  <a:lnTo>
                    <a:pt x="132" y="906"/>
                  </a:lnTo>
                  <a:lnTo>
                    <a:pt x="150" y="922"/>
                  </a:lnTo>
                  <a:lnTo>
                    <a:pt x="170" y="938"/>
                  </a:lnTo>
                  <a:lnTo>
                    <a:pt x="190" y="952"/>
                  </a:lnTo>
                  <a:lnTo>
                    <a:pt x="212" y="964"/>
                  </a:lnTo>
                  <a:lnTo>
                    <a:pt x="238" y="974"/>
                  </a:lnTo>
                  <a:lnTo>
                    <a:pt x="260" y="980"/>
                  </a:lnTo>
                  <a:lnTo>
                    <a:pt x="280" y="984"/>
                  </a:lnTo>
                  <a:lnTo>
                    <a:pt x="298" y="986"/>
                  </a:lnTo>
                  <a:lnTo>
                    <a:pt x="314" y="986"/>
                  </a:lnTo>
                  <a:lnTo>
                    <a:pt x="326" y="984"/>
                  </a:lnTo>
                  <a:lnTo>
                    <a:pt x="338" y="982"/>
                  </a:lnTo>
                  <a:lnTo>
                    <a:pt x="348" y="978"/>
                  </a:lnTo>
                  <a:lnTo>
                    <a:pt x="356" y="972"/>
                  </a:lnTo>
                  <a:lnTo>
                    <a:pt x="362" y="968"/>
                  </a:lnTo>
                  <a:lnTo>
                    <a:pt x="370" y="956"/>
                  </a:lnTo>
                  <a:lnTo>
                    <a:pt x="374" y="946"/>
                  </a:lnTo>
                  <a:lnTo>
                    <a:pt x="374" y="940"/>
                  </a:lnTo>
                  <a:lnTo>
                    <a:pt x="372" y="934"/>
                  </a:lnTo>
                  <a:lnTo>
                    <a:pt x="368" y="930"/>
                  </a:lnTo>
                  <a:lnTo>
                    <a:pt x="362" y="924"/>
                  </a:lnTo>
                  <a:lnTo>
                    <a:pt x="354" y="918"/>
                  </a:lnTo>
                  <a:lnTo>
                    <a:pt x="342" y="912"/>
                  </a:lnTo>
                  <a:lnTo>
                    <a:pt x="330" y="906"/>
                  </a:lnTo>
                  <a:lnTo>
                    <a:pt x="294" y="896"/>
                  </a:lnTo>
                  <a:lnTo>
                    <a:pt x="292" y="882"/>
                  </a:lnTo>
                  <a:lnTo>
                    <a:pt x="290" y="872"/>
                  </a:lnTo>
                  <a:lnTo>
                    <a:pt x="286" y="862"/>
                  </a:lnTo>
                  <a:lnTo>
                    <a:pt x="282" y="852"/>
                  </a:lnTo>
                  <a:lnTo>
                    <a:pt x="274" y="842"/>
                  </a:lnTo>
                  <a:lnTo>
                    <a:pt x="264" y="830"/>
                  </a:lnTo>
                  <a:lnTo>
                    <a:pt x="250" y="820"/>
                  </a:lnTo>
                  <a:lnTo>
                    <a:pt x="244" y="800"/>
                  </a:lnTo>
                  <a:lnTo>
                    <a:pt x="238" y="778"/>
                  </a:lnTo>
                  <a:lnTo>
                    <a:pt x="234" y="768"/>
                  </a:lnTo>
                  <a:lnTo>
                    <a:pt x="230" y="758"/>
                  </a:lnTo>
                  <a:lnTo>
                    <a:pt x="224" y="750"/>
                  </a:lnTo>
                  <a:lnTo>
                    <a:pt x="216" y="742"/>
                  </a:lnTo>
                  <a:lnTo>
                    <a:pt x="218" y="720"/>
                  </a:lnTo>
                  <a:lnTo>
                    <a:pt x="216" y="710"/>
                  </a:lnTo>
                  <a:lnTo>
                    <a:pt x="214" y="700"/>
                  </a:lnTo>
                  <a:lnTo>
                    <a:pt x="206" y="684"/>
                  </a:lnTo>
                  <a:lnTo>
                    <a:pt x="196" y="670"/>
                  </a:lnTo>
                  <a:lnTo>
                    <a:pt x="206" y="644"/>
                  </a:lnTo>
                  <a:lnTo>
                    <a:pt x="210" y="628"/>
                  </a:lnTo>
                  <a:lnTo>
                    <a:pt x="212" y="610"/>
                  </a:lnTo>
                  <a:lnTo>
                    <a:pt x="214" y="594"/>
                  </a:lnTo>
                  <a:lnTo>
                    <a:pt x="214" y="576"/>
                  </a:lnTo>
                  <a:lnTo>
                    <a:pt x="210" y="562"/>
                  </a:lnTo>
                  <a:lnTo>
                    <a:pt x="204" y="550"/>
                  </a:lnTo>
                  <a:lnTo>
                    <a:pt x="210" y="526"/>
                  </a:lnTo>
                  <a:lnTo>
                    <a:pt x="214" y="510"/>
                  </a:lnTo>
                  <a:lnTo>
                    <a:pt x="216" y="494"/>
                  </a:lnTo>
                  <a:lnTo>
                    <a:pt x="218" y="478"/>
                  </a:lnTo>
                  <a:lnTo>
                    <a:pt x="216" y="462"/>
                  </a:lnTo>
                  <a:lnTo>
                    <a:pt x="214" y="456"/>
                  </a:lnTo>
                  <a:lnTo>
                    <a:pt x="210" y="450"/>
                  </a:lnTo>
                  <a:lnTo>
                    <a:pt x="206" y="444"/>
                  </a:lnTo>
                  <a:lnTo>
                    <a:pt x="200" y="440"/>
                  </a:lnTo>
                  <a:lnTo>
                    <a:pt x="206" y="438"/>
                  </a:lnTo>
                  <a:lnTo>
                    <a:pt x="212" y="436"/>
                  </a:lnTo>
                  <a:lnTo>
                    <a:pt x="224" y="426"/>
                  </a:lnTo>
                  <a:lnTo>
                    <a:pt x="236" y="412"/>
                  </a:lnTo>
                  <a:lnTo>
                    <a:pt x="246" y="398"/>
                  </a:lnTo>
                  <a:lnTo>
                    <a:pt x="256" y="382"/>
                  </a:lnTo>
                  <a:lnTo>
                    <a:pt x="264" y="366"/>
                  </a:lnTo>
                  <a:lnTo>
                    <a:pt x="268" y="352"/>
                  </a:lnTo>
                  <a:lnTo>
                    <a:pt x="268" y="342"/>
                  </a:lnTo>
                  <a:lnTo>
                    <a:pt x="284" y="336"/>
                  </a:lnTo>
                  <a:lnTo>
                    <a:pt x="300" y="328"/>
                  </a:lnTo>
                  <a:lnTo>
                    <a:pt x="316" y="316"/>
                  </a:lnTo>
                  <a:lnTo>
                    <a:pt x="332" y="304"/>
                  </a:lnTo>
                  <a:lnTo>
                    <a:pt x="346" y="292"/>
                  </a:lnTo>
                  <a:lnTo>
                    <a:pt x="358" y="278"/>
                  </a:lnTo>
                  <a:lnTo>
                    <a:pt x="366" y="266"/>
                  </a:lnTo>
                  <a:lnTo>
                    <a:pt x="370" y="252"/>
                  </a:lnTo>
                  <a:lnTo>
                    <a:pt x="388" y="258"/>
                  </a:lnTo>
                  <a:lnTo>
                    <a:pt x="406" y="262"/>
                  </a:lnTo>
                  <a:lnTo>
                    <a:pt x="426" y="262"/>
                  </a:lnTo>
                  <a:lnTo>
                    <a:pt x="444" y="260"/>
                  </a:lnTo>
                  <a:lnTo>
                    <a:pt x="480" y="254"/>
                  </a:lnTo>
                  <a:lnTo>
                    <a:pt x="502" y="248"/>
                  </a:lnTo>
                  <a:lnTo>
                    <a:pt x="504" y="252"/>
                  </a:lnTo>
                  <a:lnTo>
                    <a:pt x="508" y="256"/>
                  </a:lnTo>
                  <a:lnTo>
                    <a:pt x="516" y="264"/>
                  </a:lnTo>
                  <a:lnTo>
                    <a:pt x="530" y="270"/>
                  </a:lnTo>
                  <a:lnTo>
                    <a:pt x="546" y="276"/>
                  </a:lnTo>
                  <a:lnTo>
                    <a:pt x="562" y="278"/>
                  </a:lnTo>
                  <a:lnTo>
                    <a:pt x="578" y="276"/>
                  </a:lnTo>
                  <a:lnTo>
                    <a:pt x="586" y="274"/>
                  </a:lnTo>
                  <a:lnTo>
                    <a:pt x="594" y="270"/>
                  </a:lnTo>
                  <a:lnTo>
                    <a:pt x="600" y="266"/>
                  </a:lnTo>
                  <a:lnTo>
                    <a:pt x="606" y="260"/>
                  </a:lnTo>
                  <a:lnTo>
                    <a:pt x="612" y="244"/>
                  </a:lnTo>
                  <a:lnTo>
                    <a:pt x="616" y="228"/>
                  </a:lnTo>
                  <a:lnTo>
                    <a:pt x="614" y="206"/>
                  </a:lnTo>
                  <a:lnTo>
                    <a:pt x="610" y="176"/>
                  </a:lnTo>
                  <a:lnTo>
                    <a:pt x="606" y="160"/>
                  </a:lnTo>
                  <a:lnTo>
                    <a:pt x="600" y="146"/>
                  </a:lnTo>
                  <a:lnTo>
                    <a:pt x="594" y="134"/>
                  </a:lnTo>
                  <a:lnTo>
                    <a:pt x="584" y="122"/>
                  </a:lnTo>
                  <a:lnTo>
                    <a:pt x="564" y="100"/>
                  </a:lnTo>
                  <a:lnTo>
                    <a:pt x="542" y="72"/>
                  </a:lnTo>
                  <a:close/>
                </a:path>
              </a:pathLst>
            </a:custGeom>
            <a:solidFill>
              <a:srgbClr val="FEE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5" name="Freeform 1315">
              <a:extLst>
                <a:ext uri="{FF2B5EF4-FFF2-40B4-BE49-F238E27FC236}">
                  <a16:creationId xmlns:a16="http://schemas.microsoft.com/office/drawing/2014/main" id="{D82175A9-128F-4F20-A926-F87A37122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170"/>
              <a:ext cx="490" cy="700"/>
            </a:xfrm>
            <a:custGeom>
              <a:avLst/>
              <a:gdLst>
                <a:gd name="T0" fmla="*/ 410 w 490"/>
                <a:gd name="T1" fmla="*/ 10 h 700"/>
                <a:gd name="T2" fmla="*/ 410 w 490"/>
                <a:gd name="T3" fmla="*/ 12 h 700"/>
                <a:gd name="T4" fmla="*/ 398 w 490"/>
                <a:gd name="T5" fmla="*/ 22 h 700"/>
                <a:gd name="T6" fmla="*/ 382 w 490"/>
                <a:gd name="T7" fmla="*/ 28 h 700"/>
                <a:gd name="T8" fmla="*/ 350 w 490"/>
                <a:gd name="T9" fmla="*/ 28 h 700"/>
                <a:gd name="T10" fmla="*/ 320 w 490"/>
                <a:gd name="T11" fmla="*/ 16 h 700"/>
                <a:gd name="T12" fmla="*/ 308 w 490"/>
                <a:gd name="T13" fmla="*/ 4 h 700"/>
                <a:gd name="T14" fmla="*/ 306 w 490"/>
                <a:gd name="T15" fmla="*/ 0 h 700"/>
                <a:gd name="T16" fmla="*/ 248 w 490"/>
                <a:gd name="T17" fmla="*/ 12 h 700"/>
                <a:gd name="T18" fmla="*/ 210 w 490"/>
                <a:gd name="T19" fmla="*/ 14 h 700"/>
                <a:gd name="T20" fmla="*/ 174 w 490"/>
                <a:gd name="T21" fmla="*/ 4 h 700"/>
                <a:gd name="T22" fmla="*/ 170 w 490"/>
                <a:gd name="T23" fmla="*/ 18 h 700"/>
                <a:gd name="T24" fmla="*/ 150 w 490"/>
                <a:gd name="T25" fmla="*/ 44 h 700"/>
                <a:gd name="T26" fmla="*/ 120 w 490"/>
                <a:gd name="T27" fmla="*/ 68 h 700"/>
                <a:gd name="T28" fmla="*/ 88 w 490"/>
                <a:gd name="T29" fmla="*/ 88 h 700"/>
                <a:gd name="T30" fmla="*/ 72 w 490"/>
                <a:gd name="T31" fmla="*/ 94 h 700"/>
                <a:gd name="T32" fmla="*/ 68 w 490"/>
                <a:gd name="T33" fmla="*/ 118 h 700"/>
                <a:gd name="T34" fmla="*/ 50 w 490"/>
                <a:gd name="T35" fmla="*/ 150 h 700"/>
                <a:gd name="T36" fmla="*/ 28 w 490"/>
                <a:gd name="T37" fmla="*/ 178 h 700"/>
                <a:gd name="T38" fmla="*/ 10 w 490"/>
                <a:gd name="T39" fmla="*/ 190 h 700"/>
                <a:gd name="T40" fmla="*/ 4 w 490"/>
                <a:gd name="T41" fmla="*/ 192 h 700"/>
                <a:gd name="T42" fmla="*/ 14 w 490"/>
                <a:gd name="T43" fmla="*/ 202 h 700"/>
                <a:gd name="T44" fmla="*/ 20 w 490"/>
                <a:gd name="T45" fmla="*/ 214 h 700"/>
                <a:gd name="T46" fmla="*/ 20 w 490"/>
                <a:gd name="T47" fmla="*/ 246 h 700"/>
                <a:gd name="T48" fmla="*/ 14 w 490"/>
                <a:gd name="T49" fmla="*/ 278 h 700"/>
                <a:gd name="T50" fmla="*/ 8 w 490"/>
                <a:gd name="T51" fmla="*/ 302 h 700"/>
                <a:gd name="T52" fmla="*/ 18 w 490"/>
                <a:gd name="T53" fmla="*/ 328 h 700"/>
                <a:gd name="T54" fmla="*/ 16 w 490"/>
                <a:gd name="T55" fmla="*/ 362 h 700"/>
                <a:gd name="T56" fmla="*/ 10 w 490"/>
                <a:gd name="T57" fmla="*/ 396 h 700"/>
                <a:gd name="T58" fmla="*/ 0 w 490"/>
                <a:gd name="T59" fmla="*/ 422 h 700"/>
                <a:gd name="T60" fmla="*/ 18 w 490"/>
                <a:gd name="T61" fmla="*/ 452 h 700"/>
                <a:gd name="T62" fmla="*/ 22 w 490"/>
                <a:gd name="T63" fmla="*/ 472 h 700"/>
                <a:gd name="T64" fmla="*/ 20 w 490"/>
                <a:gd name="T65" fmla="*/ 494 h 700"/>
                <a:gd name="T66" fmla="*/ 34 w 490"/>
                <a:gd name="T67" fmla="*/ 510 h 700"/>
                <a:gd name="T68" fmla="*/ 42 w 490"/>
                <a:gd name="T69" fmla="*/ 530 h 700"/>
                <a:gd name="T70" fmla="*/ 54 w 490"/>
                <a:gd name="T71" fmla="*/ 572 h 700"/>
                <a:gd name="T72" fmla="*/ 68 w 490"/>
                <a:gd name="T73" fmla="*/ 582 h 700"/>
                <a:gd name="T74" fmla="*/ 86 w 490"/>
                <a:gd name="T75" fmla="*/ 604 h 700"/>
                <a:gd name="T76" fmla="*/ 94 w 490"/>
                <a:gd name="T77" fmla="*/ 624 h 700"/>
                <a:gd name="T78" fmla="*/ 98 w 490"/>
                <a:gd name="T79" fmla="*/ 648 h 700"/>
                <a:gd name="T80" fmla="*/ 134 w 490"/>
                <a:gd name="T81" fmla="*/ 658 h 700"/>
                <a:gd name="T82" fmla="*/ 158 w 490"/>
                <a:gd name="T83" fmla="*/ 670 h 700"/>
                <a:gd name="T84" fmla="*/ 172 w 490"/>
                <a:gd name="T85" fmla="*/ 682 h 700"/>
                <a:gd name="T86" fmla="*/ 178 w 490"/>
                <a:gd name="T87" fmla="*/ 692 h 700"/>
                <a:gd name="T88" fmla="*/ 178 w 490"/>
                <a:gd name="T89" fmla="*/ 700 h 700"/>
                <a:gd name="T90" fmla="*/ 196 w 490"/>
                <a:gd name="T91" fmla="*/ 700 h 700"/>
                <a:gd name="T92" fmla="*/ 226 w 490"/>
                <a:gd name="T93" fmla="*/ 698 h 700"/>
                <a:gd name="T94" fmla="*/ 284 w 490"/>
                <a:gd name="T95" fmla="*/ 682 h 700"/>
                <a:gd name="T96" fmla="*/ 336 w 490"/>
                <a:gd name="T97" fmla="*/ 650 h 700"/>
                <a:gd name="T98" fmla="*/ 384 w 490"/>
                <a:gd name="T99" fmla="*/ 606 h 700"/>
                <a:gd name="T100" fmla="*/ 422 w 490"/>
                <a:gd name="T101" fmla="*/ 550 h 700"/>
                <a:gd name="T102" fmla="*/ 454 w 490"/>
                <a:gd name="T103" fmla="*/ 486 h 700"/>
                <a:gd name="T104" fmla="*/ 476 w 490"/>
                <a:gd name="T105" fmla="*/ 412 h 700"/>
                <a:gd name="T106" fmla="*/ 488 w 490"/>
                <a:gd name="T107" fmla="*/ 332 h 700"/>
                <a:gd name="T108" fmla="*/ 490 w 490"/>
                <a:gd name="T109" fmla="*/ 290 h 700"/>
                <a:gd name="T110" fmla="*/ 484 w 490"/>
                <a:gd name="T111" fmla="*/ 210 h 700"/>
                <a:gd name="T112" fmla="*/ 468 w 490"/>
                <a:gd name="T113" fmla="*/ 136 h 700"/>
                <a:gd name="T114" fmla="*/ 444 w 490"/>
                <a:gd name="T115" fmla="*/ 70 h 700"/>
                <a:gd name="T116" fmla="*/ 410 w 490"/>
                <a:gd name="T117" fmla="*/ 10 h 7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0" h="700">
                  <a:moveTo>
                    <a:pt x="410" y="10"/>
                  </a:moveTo>
                  <a:lnTo>
                    <a:pt x="410" y="10"/>
                  </a:lnTo>
                  <a:lnTo>
                    <a:pt x="410" y="12"/>
                  </a:lnTo>
                  <a:lnTo>
                    <a:pt x="404" y="18"/>
                  </a:lnTo>
                  <a:lnTo>
                    <a:pt x="398" y="22"/>
                  </a:lnTo>
                  <a:lnTo>
                    <a:pt x="390" y="26"/>
                  </a:lnTo>
                  <a:lnTo>
                    <a:pt x="382" y="28"/>
                  </a:lnTo>
                  <a:lnTo>
                    <a:pt x="366" y="30"/>
                  </a:lnTo>
                  <a:lnTo>
                    <a:pt x="350" y="28"/>
                  </a:lnTo>
                  <a:lnTo>
                    <a:pt x="334" y="22"/>
                  </a:lnTo>
                  <a:lnTo>
                    <a:pt x="320" y="16"/>
                  </a:lnTo>
                  <a:lnTo>
                    <a:pt x="312" y="8"/>
                  </a:lnTo>
                  <a:lnTo>
                    <a:pt x="308" y="4"/>
                  </a:lnTo>
                  <a:lnTo>
                    <a:pt x="306" y="0"/>
                  </a:lnTo>
                  <a:lnTo>
                    <a:pt x="284" y="6"/>
                  </a:lnTo>
                  <a:lnTo>
                    <a:pt x="248" y="12"/>
                  </a:lnTo>
                  <a:lnTo>
                    <a:pt x="230" y="14"/>
                  </a:lnTo>
                  <a:lnTo>
                    <a:pt x="210" y="14"/>
                  </a:lnTo>
                  <a:lnTo>
                    <a:pt x="192" y="10"/>
                  </a:lnTo>
                  <a:lnTo>
                    <a:pt x="174" y="4"/>
                  </a:lnTo>
                  <a:lnTo>
                    <a:pt x="170" y="18"/>
                  </a:lnTo>
                  <a:lnTo>
                    <a:pt x="162" y="30"/>
                  </a:lnTo>
                  <a:lnTo>
                    <a:pt x="150" y="44"/>
                  </a:lnTo>
                  <a:lnTo>
                    <a:pt x="136" y="56"/>
                  </a:lnTo>
                  <a:lnTo>
                    <a:pt x="120" y="68"/>
                  </a:lnTo>
                  <a:lnTo>
                    <a:pt x="104" y="80"/>
                  </a:lnTo>
                  <a:lnTo>
                    <a:pt x="88" y="88"/>
                  </a:lnTo>
                  <a:lnTo>
                    <a:pt x="72" y="94"/>
                  </a:lnTo>
                  <a:lnTo>
                    <a:pt x="72" y="104"/>
                  </a:lnTo>
                  <a:lnTo>
                    <a:pt x="68" y="118"/>
                  </a:lnTo>
                  <a:lnTo>
                    <a:pt x="60" y="134"/>
                  </a:lnTo>
                  <a:lnTo>
                    <a:pt x="50" y="150"/>
                  </a:lnTo>
                  <a:lnTo>
                    <a:pt x="40" y="164"/>
                  </a:lnTo>
                  <a:lnTo>
                    <a:pt x="28" y="178"/>
                  </a:lnTo>
                  <a:lnTo>
                    <a:pt x="16" y="188"/>
                  </a:lnTo>
                  <a:lnTo>
                    <a:pt x="10" y="190"/>
                  </a:lnTo>
                  <a:lnTo>
                    <a:pt x="4" y="192"/>
                  </a:lnTo>
                  <a:lnTo>
                    <a:pt x="10" y="196"/>
                  </a:lnTo>
                  <a:lnTo>
                    <a:pt x="14" y="202"/>
                  </a:lnTo>
                  <a:lnTo>
                    <a:pt x="18" y="208"/>
                  </a:lnTo>
                  <a:lnTo>
                    <a:pt x="20" y="214"/>
                  </a:lnTo>
                  <a:lnTo>
                    <a:pt x="22" y="230"/>
                  </a:lnTo>
                  <a:lnTo>
                    <a:pt x="20" y="246"/>
                  </a:lnTo>
                  <a:lnTo>
                    <a:pt x="18" y="262"/>
                  </a:lnTo>
                  <a:lnTo>
                    <a:pt x="14" y="278"/>
                  </a:lnTo>
                  <a:lnTo>
                    <a:pt x="8" y="302"/>
                  </a:lnTo>
                  <a:lnTo>
                    <a:pt x="14" y="314"/>
                  </a:lnTo>
                  <a:lnTo>
                    <a:pt x="18" y="328"/>
                  </a:lnTo>
                  <a:lnTo>
                    <a:pt x="18" y="346"/>
                  </a:lnTo>
                  <a:lnTo>
                    <a:pt x="16" y="362"/>
                  </a:lnTo>
                  <a:lnTo>
                    <a:pt x="14" y="380"/>
                  </a:lnTo>
                  <a:lnTo>
                    <a:pt x="10" y="396"/>
                  </a:lnTo>
                  <a:lnTo>
                    <a:pt x="0" y="422"/>
                  </a:lnTo>
                  <a:lnTo>
                    <a:pt x="10" y="436"/>
                  </a:lnTo>
                  <a:lnTo>
                    <a:pt x="18" y="452"/>
                  </a:lnTo>
                  <a:lnTo>
                    <a:pt x="20" y="462"/>
                  </a:lnTo>
                  <a:lnTo>
                    <a:pt x="22" y="472"/>
                  </a:lnTo>
                  <a:lnTo>
                    <a:pt x="20" y="494"/>
                  </a:lnTo>
                  <a:lnTo>
                    <a:pt x="28" y="502"/>
                  </a:lnTo>
                  <a:lnTo>
                    <a:pt x="34" y="510"/>
                  </a:lnTo>
                  <a:lnTo>
                    <a:pt x="38" y="520"/>
                  </a:lnTo>
                  <a:lnTo>
                    <a:pt x="42" y="530"/>
                  </a:lnTo>
                  <a:lnTo>
                    <a:pt x="48" y="552"/>
                  </a:lnTo>
                  <a:lnTo>
                    <a:pt x="54" y="572"/>
                  </a:lnTo>
                  <a:lnTo>
                    <a:pt x="68" y="582"/>
                  </a:lnTo>
                  <a:lnTo>
                    <a:pt x="78" y="594"/>
                  </a:lnTo>
                  <a:lnTo>
                    <a:pt x="86" y="604"/>
                  </a:lnTo>
                  <a:lnTo>
                    <a:pt x="90" y="614"/>
                  </a:lnTo>
                  <a:lnTo>
                    <a:pt x="94" y="624"/>
                  </a:lnTo>
                  <a:lnTo>
                    <a:pt x="96" y="634"/>
                  </a:lnTo>
                  <a:lnTo>
                    <a:pt x="98" y="648"/>
                  </a:lnTo>
                  <a:lnTo>
                    <a:pt x="134" y="658"/>
                  </a:lnTo>
                  <a:lnTo>
                    <a:pt x="146" y="664"/>
                  </a:lnTo>
                  <a:lnTo>
                    <a:pt x="158" y="670"/>
                  </a:lnTo>
                  <a:lnTo>
                    <a:pt x="166" y="676"/>
                  </a:lnTo>
                  <a:lnTo>
                    <a:pt x="172" y="682"/>
                  </a:lnTo>
                  <a:lnTo>
                    <a:pt x="176" y="686"/>
                  </a:lnTo>
                  <a:lnTo>
                    <a:pt x="178" y="692"/>
                  </a:lnTo>
                  <a:lnTo>
                    <a:pt x="178" y="700"/>
                  </a:lnTo>
                  <a:lnTo>
                    <a:pt x="196" y="700"/>
                  </a:lnTo>
                  <a:lnTo>
                    <a:pt x="226" y="698"/>
                  </a:lnTo>
                  <a:lnTo>
                    <a:pt x="256" y="692"/>
                  </a:lnTo>
                  <a:lnTo>
                    <a:pt x="284" y="682"/>
                  </a:lnTo>
                  <a:lnTo>
                    <a:pt x="310" y="668"/>
                  </a:lnTo>
                  <a:lnTo>
                    <a:pt x="336" y="650"/>
                  </a:lnTo>
                  <a:lnTo>
                    <a:pt x="360" y="630"/>
                  </a:lnTo>
                  <a:lnTo>
                    <a:pt x="384" y="606"/>
                  </a:lnTo>
                  <a:lnTo>
                    <a:pt x="404" y="580"/>
                  </a:lnTo>
                  <a:lnTo>
                    <a:pt x="422" y="550"/>
                  </a:lnTo>
                  <a:lnTo>
                    <a:pt x="440" y="520"/>
                  </a:lnTo>
                  <a:lnTo>
                    <a:pt x="454" y="486"/>
                  </a:lnTo>
                  <a:lnTo>
                    <a:pt x="468" y="450"/>
                  </a:lnTo>
                  <a:lnTo>
                    <a:pt x="476" y="412"/>
                  </a:lnTo>
                  <a:lnTo>
                    <a:pt x="484" y="372"/>
                  </a:lnTo>
                  <a:lnTo>
                    <a:pt x="488" y="332"/>
                  </a:lnTo>
                  <a:lnTo>
                    <a:pt x="490" y="290"/>
                  </a:lnTo>
                  <a:lnTo>
                    <a:pt x="488" y="250"/>
                  </a:lnTo>
                  <a:lnTo>
                    <a:pt x="484" y="210"/>
                  </a:lnTo>
                  <a:lnTo>
                    <a:pt x="478" y="174"/>
                  </a:lnTo>
                  <a:lnTo>
                    <a:pt x="468" y="136"/>
                  </a:lnTo>
                  <a:lnTo>
                    <a:pt x="458" y="102"/>
                  </a:lnTo>
                  <a:lnTo>
                    <a:pt x="444" y="70"/>
                  </a:lnTo>
                  <a:lnTo>
                    <a:pt x="428" y="38"/>
                  </a:lnTo>
                  <a:lnTo>
                    <a:pt x="410" y="10"/>
                  </a:lnTo>
                  <a:close/>
                </a:path>
              </a:pathLst>
            </a:custGeom>
            <a:solidFill>
              <a:srgbClr val="F2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6" name="Freeform 1316">
              <a:extLst>
                <a:ext uri="{FF2B5EF4-FFF2-40B4-BE49-F238E27FC236}">
                  <a16:creationId xmlns:a16="http://schemas.microsoft.com/office/drawing/2014/main" id="{72B04EB7-3F9F-4191-91CC-AB53B8125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202"/>
              <a:ext cx="402" cy="650"/>
            </a:xfrm>
            <a:custGeom>
              <a:avLst/>
              <a:gdLst>
                <a:gd name="T0" fmla="*/ 326 w 402"/>
                <a:gd name="T1" fmla="*/ 0 h 650"/>
                <a:gd name="T2" fmla="*/ 358 w 402"/>
                <a:gd name="T3" fmla="*/ 56 h 650"/>
                <a:gd name="T4" fmla="*/ 382 w 402"/>
                <a:gd name="T5" fmla="*/ 120 h 650"/>
                <a:gd name="T6" fmla="*/ 396 w 402"/>
                <a:gd name="T7" fmla="*/ 188 h 650"/>
                <a:gd name="T8" fmla="*/ 402 w 402"/>
                <a:gd name="T9" fmla="*/ 262 h 650"/>
                <a:gd name="T10" fmla="*/ 400 w 402"/>
                <a:gd name="T11" fmla="*/ 302 h 650"/>
                <a:gd name="T12" fmla="*/ 388 w 402"/>
                <a:gd name="T13" fmla="*/ 376 h 650"/>
                <a:gd name="T14" fmla="*/ 368 w 402"/>
                <a:gd name="T15" fmla="*/ 446 h 650"/>
                <a:gd name="T16" fmla="*/ 338 w 402"/>
                <a:gd name="T17" fmla="*/ 508 h 650"/>
                <a:gd name="T18" fmla="*/ 302 w 402"/>
                <a:gd name="T19" fmla="*/ 562 h 650"/>
                <a:gd name="T20" fmla="*/ 258 w 402"/>
                <a:gd name="T21" fmla="*/ 604 h 650"/>
                <a:gd name="T22" fmla="*/ 208 w 402"/>
                <a:gd name="T23" fmla="*/ 634 h 650"/>
                <a:gd name="T24" fmla="*/ 154 w 402"/>
                <a:gd name="T25" fmla="*/ 648 h 650"/>
                <a:gd name="T26" fmla="*/ 126 w 402"/>
                <a:gd name="T27" fmla="*/ 650 h 650"/>
                <a:gd name="T28" fmla="*/ 104 w 402"/>
                <a:gd name="T29" fmla="*/ 648 h 650"/>
                <a:gd name="T30" fmla="*/ 82 w 402"/>
                <a:gd name="T31" fmla="*/ 636 h 650"/>
                <a:gd name="T32" fmla="*/ 28 w 402"/>
                <a:gd name="T33" fmla="*/ 616 h 650"/>
                <a:gd name="T34" fmla="*/ 12 w 402"/>
                <a:gd name="T35" fmla="*/ 528 h 650"/>
                <a:gd name="T36" fmla="*/ 0 w 402"/>
                <a:gd name="T37" fmla="*/ 508 h 650"/>
                <a:gd name="T38" fmla="*/ 12 w 402"/>
                <a:gd name="T39" fmla="*/ 528 h 650"/>
                <a:gd name="T40" fmla="*/ 28 w 402"/>
                <a:gd name="T41" fmla="*/ 544 h 650"/>
                <a:gd name="T42" fmla="*/ 54 w 402"/>
                <a:gd name="T43" fmla="*/ 556 h 650"/>
                <a:gd name="T44" fmla="*/ 88 w 402"/>
                <a:gd name="T45" fmla="*/ 562 h 650"/>
                <a:gd name="T46" fmla="*/ 124 w 402"/>
                <a:gd name="T47" fmla="*/ 562 h 650"/>
                <a:gd name="T48" fmla="*/ 164 w 402"/>
                <a:gd name="T49" fmla="*/ 556 h 650"/>
                <a:gd name="T50" fmla="*/ 202 w 402"/>
                <a:gd name="T51" fmla="*/ 542 h 650"/>
                <a:gd name="T52" fmla="*/ 236 w 402"/>
                <a:gd name="T53" fmla="*/ 522 h 650"/>
                <a:gd name="T54" fmla="*/ 264 w 402"/>
                <a:gd name="T55" fmla="*/ 494 h 650"/>
                <a:gd name="T56" fmla="*/ 278 w 402"/>
                <a:gd name="T57" fmla="*/ 476 h 650"/>
                <a:gd name="T58" fmla="*/ 304 w 402"/>
                <a:gd name="T59" fmla="*/ 430 h 650"/>
                <a:gd name="T60" fmla="*/ 328 w 402"/>
                <a:gd name="T61" fmla="*/ 376 h 650"/>
                <a:gd name="T62" fmla="*/ 348 w 402"/>
                <a:gd name="T63" fmla="*/ 316 h 650"/>
                <a:gd name="T64" fmla="*/ 362 w 402"/>
                <a:gd name="T65" fmla="*/ 248 h 650"/>
                <a:gd name="T66" fmla="*/ 368 w 402"/>
                <a:gd name="T67" fmla="*/ 178 h 650"/>
                <a:gd name="T68" fmla="*/ 362 w 402"/>
                <a:gd name="T69" fmla="*/ 106 h 650"/>
                <a:gd name="T70" fmla="*/ 342 w 402"/>
                <a:gd name="T71" fmla="*/ 36 h 650"/>
                <a:gd name="T72" fmla="*/ 326 w 402"/>
                <a:gd name="T73" fmla="*/ 0 h 6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02" h="650">
                  <a:moveTo>
                    <a:pt x="326" y="0"/>
                  </a:moveTo>
                  <a:lnTo>
                    <a:pt x="326" y="0"/>
                  </a:lnTo>
                  <a:lnTo>
                    <a:pt x="344" y="28"/>
                  </a:lnTo>
                  <a:lnTo>
                    <a:pt x="358" y="56"/>
                  </a:lnTo>
                  <a:lnTo>
                    <a:pt x="370" y="86"/>
                  </a:lnTo>
                  <a:lnTo>
                    <a:pt x="382" y="120"/>
                  </a:lnTo>
                  <a:lnTo>
                    <a:pt x="390" y="154"/>
                  </a:lnTo>
                  <a:lnTo>
                    <a:pt x="396" y="188"/>
                  </a:lnTo>
                  <a:lnTo>
                    <a:pt x="400" y="224"/>
                  </a:lnTo>
                  <a:lnTo>
                    <a:pt x="402" y="262"/>
                  </a:lnTo>
                  <a:lnTo>
                    <a:pt x="400" y="302"/>
                  </a:lnTo>
                  <a:lnTo>
                    <a:pt x="396" y="340"/>
                  </a:lnTo>
                  <a:lnTo>
                    <a:pt x="388" y="376"/>
                  </a:lnTo>
                  <a:lnTo>
                    <a:pt x="380" y="412"/>
                  </a:lnTo>
                  <a:lnTo>
                    <a:pt x="368" y="446"/>
                  </a:lnTo>
                  <a:lnTo>
                    <a:pt x="354" y="478"/>
                  </a:lnTo>
                  <a:lnTo>
                    <a:pt x="338" y="508"/>
                  </a:lnTo>
                  <a:lnTo>
                    <a:pt x="320" y="536"/>
                  </a:lnTo>
                  <a:lnTo>
                    <a:pt x="302" y="562"/>
                  </a:lnTo>
                  <a:lnTo>
                    <a:pt x="280" y="584"/>
                  </a:lnTo>
                  <a:lnTo>
                    <a:pt x="258" y="604"/>
                  </a:lnTo>
                  <a:lnTo>
                    <a:pt x="234" y="620"/>
                  </a:lnTo>
                  <a:lnTo>
                    <a:pt x="208" y="634"/>
                  </a:lnTo>
                  <a:lnTo>
                    <a:pt x="182" y="642"/>
                  </a:lnTo>
                  <a:lnTo>
                    <a:pt x="154" y="648"/>
                  </a:lnTo>
                  <a:lnTo>
                    <a:pt x="126" y="650"/>
                  </a:lnTo>
                  <a:lnTo>
                    <a:pt x="114" y="650"/>
                  </a:lnTo>
                  <a:lnTo>
                    <a:pt x="104" y="648"/>
                  </a:lnTo>
                  <a:lnTo>
                    <a:pt x="90" y="642"/>
                  </a:lnTo>
                  <a:lnTo>
                    <a:pt x="82" y="636"/>
                  </a:lnTo>
                  <a:lnTo>
                    <a:pt x="82" y="634"/>
                  </a:lnTo>
                  <a:lnTo>
                    <a:pt x="28" y="616"/>
                  </a:lnTo>
                  <a:lnTo>
                    <a:pt x="10" y="542"/>
                  </a:lnTo>
                  <a:lnTo>
                    <a:pt x="12" y="528"/>
                  </a:lnTo>
                  <a:lnTo>
                    <a:pt x="0" y="508"/>
                  </a:lnTo>
                  <a:lnTo>
                    <a:pt x="12" y="528"/>
                  </a:lnTo>
                  <a:lnTo>
                    <a:pt x="18" y="536"/>
                  </a:lnTo>
                  <a:lnTo>
                    <a:pt x="28" y="544"/>
                  </a:lnTo>
                  <a:lnTo>
                    <a:pt x="40" y="550"/>
                  </a:lnTo>
                  <a:lnTo>
                    <a:pt x="54" y="556"/>
                  </a:lnTo>
                  <a:lnTo>
                    <a:pt x="70" y="560"/>
                  </a:lnTo>
                  <a:lnTo>
                    <a:pt x="88" y="562"/>
                  </a:lnTo>
                  <a:lnTo>
                    <a:pt x="106" y="562"/>
                  </a:lnTo>
                  <a:lnTo>
                    <a:pt x="124" y="562"/>
                  </a:lnTo>
                  <a:lnTo>
                    <a:pt x="144" y="560"/>
                  </a:lnTo>
                  <a:lnTo>
                    <a:pt x="164" y="556"/>
                  </a:lnTo>
                  <a:lnTo>
                    <a:pt x="184" y="550"/>
                  </a:lnTo>
                  <a:lnTo>
                    <a:pt x="202" y="542"/>
                  </a:lnTo>
                  <a:lnTo>
                    <a:pt x="220" y="534"/>
                  </a:lnTo>
                  <a:lnTo>
                    <a:pt x="236" y="522"/>
                  </a:lnTo>
                  <a:lnTo>
                    <a:pt x="252" y="508"/>
                  </a:lnTo>
                  <a:lnTo>
                    <a:pt x="264" y="494"/>
                  </a:lnTo>
                  <a:lnTo>
                    <a:pt x="278" y="476"/>
                  </a:lnTo>
                  <a:lnTo>
                    <a:pt x="290" y="454"/>
                  </a:lnTo>
                  <a:lnTo>
                    <a:pt x="304" y="430"/>
                  </a:lnTo>
                  <a:lnTo>
                    <a:pt x="316" y="404"/>
                  </a:lnTo>
                  <a:lnTo>
                    <a:pt x="328" y="376"/>
                  </a:lnTo>
                  <a:lnTo>
                    <a:pt x="338" y="346"/>
                  </a:lnTo>
                  <a:lnTo>
                    <a:pt x="348" y="316"/>
                  </a:lnTo>
                  <a:lnTo>
                    <a:pt x="356" y="282"/>
                  </a:lnTo>
                  <a:lnTo>
                    <a:pt x="362" y="248"/>
                  </a:lnTo>
                  <a:lnTo>
                    <a:pt x="366" y="214"/>
                  </a:lnTo>
                  <a:lnTo>
                    <a:pt x="368" y="178"/>
                  </a:lnTo>
                  <a:lnTo>
                    <a:pt x="366" y="142"/>
                  </a:lnTo>
                  <a:lnTo>
                    <a:pt x="362" y="106"/>
                  </a:lnTo>
                  <a:lnTo>
                    <a:pt x="354" y="70"/>
                  </a:lnTo>
                  <a:lnTo>
                    <a:pt x="342" y="36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EBB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7" name="Freeform 1317">
              <a:extLst>
                <a:ext uri="{FF2B5EF4-FFF2-40B4-BE49-F238E27FC236}">
                  <a16:creationId xmlns:a16="http://schemas.microsoft.com/office/drawing/2014/main" id="{2E53DE60-762A-4390-AC4C-8AA6241E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464"/>
              <a:ext cx="276" cy="388"/>
            </a:xfrm>
            <a:custGeom>
              <a:avLst/>
              <a:gdLst>
                <a:gd name="T0" fmla="*/ 0 w 276"/>
                <a:gd name="T1" fmla="*/ 388 h 388"/>
                <a:gd name="T2" fmla="*/ 0 w 276"/>
                <a:gd name="T3" fmla="*/ 388 h 388"/>
                <a:gd name="T4" fmla="*/ 28 w 276"/>
                <a:gd name="T5" fmla="*/ 386 h 388"/>
                <a:gd name="T6" fmla="*/ 56 w 276"/>
                <a:gd name="T7" fmla="*/ 380 h 388"/>
                <a:gd name="T8" fmla="*/ 82 w 276"/>
                <a:gd name="T9" fmla="*/ 372 h 388"/>
                <a:gd name="T10" fmla="*/ 108 w 276"/>
                <a:gd name="T11" fmla="*/ 358 h 388"/>
                <a:gd name="T12" fmla="*/ 132 w 276"/>
                <a:gd name="T13" fmla="*/ 342 h 388"/>
                <a:gd name="T14" fmla="*/ 154 w 276"/>
                <a:gd name="T15" fmla="*/ 322 h 388"/>
                <a:gd name="T16" fmla="*/ 176 w 276"/>
                <a:gd name="T17" fmla="*/ 300 h 388"/>
                <a:gd name="T18" fmla="*/ 194 w 276"/>
                <a:gd name="T19" fmla="*/ 274 h 388"/>
                <a:gd name="T20" fmla="*/ 212 w 276"/>
                <a:gd name="T21" fmla="*/ 246 h 388"/>
                <a:gd name="T22" fmla="*/ 228 w 276"/>
                <a:gd name="T23" fmla="*/ 216 h 388"/>
                <a:gd name="T24" fmla="*/ 242 w 276"/>
                <a:gd name="T25" fmla="*/ 184 h 388"/>
                <a:gd name="T26" fmla="*/ 254 w 276"/>
                <a:gd name="T27" fmla="*/ 150 h 388"/>
                <a:gd name="T28" fmla="*/ 262 w 276"/>
                <a:gd name="T29" fmla="*/ 114 h 388"/>
                <a:gd name="T30" fmla="*/ 270 w 276"/>
                <a:gd name="T31" fmla="*/ 78 h 388"/>
                <a:gd name="T32" fmla="*/ 274 w 276"/>
                <a:gd name="T33" fmla="*/ 40 h 388"/>
                <a:gd name="T34" fmla="*/ 276 w 276"/>
                <a:gd name="T35" fmla="*/ 0 h 388"/>
                <a:gd name="T36" fmla="*/ 276 w 276"/>
                <a:gd name="T37" fmla="*/ 0 h 388"/>
                <a:gd name="T38" fmla="*/ 268 w 276"/>
                <a:gd name="T39" fmla="*/ 40 h 388"/>
                <a:gd name="T40" fmla="*/ 256 w 276"/>
                <a:gd name="T41" fmla="*/ 94 h 388"/>
                <a:gd name="T42" fmla="*/ 248 w 276"/>
                <a:gd name="T43" fmla="*/ 124 h 388"/>
                <a:gd name="T44" fmla="*/ 238 w 276"/>
                <a:gd name="T45" fmla="*/ 154 h 388"/>
                <a:gd name="T46" fmla="*/ 226 w 276"/>
                <a:gd name="T47" fmla="*/ 186 h 388"/>
                <a:gd name="T48" fmla="*/ 210 w 276"/>
                <a:gd name="T49" fmla="*/ 216 h 388"/>
                <a:gd name="T50" fmla="*/ 194 w 276"/>
                <a:gd name="T51" fmla="*/ 248 h 388"/>
                <a:gd name="T52" fmla="*/ 174 w 276"/>
                <a:gd name="T53" fmla="*/ 276 h 388"/>
                <a:gd name="T54" fmla="*/ 154 w 276"/>
                <a:gd name="T55" fmla="*/ 304 h 388"/>
                <a:gd name="T56" fmla="*/ 128 w 276"/>
                <a:gd name="T57" fmla="*/ 328 h 388"/>
                <a:gd name="T58" fmla="*/ 102 w 276"/>
                <a:gd name="T59" fmla="*/ 350 h 388"/>
                <a:gd name="T60" fmla="*/ 86 w 276"/>
                <a:gd name="T61" fmla="*/ 360 h 388"/>
                <a:gd name="T62" fmla="*/ 70 w 276"/>
                <a:gd name="T63" fmla="*/ 368 h 388"/>
                <a:gd name="T64" fmla="*/ 54 w 276"/>
                <a:gd name="T65" fmla="*/ 376 h 388"/>
                <a:gd name="T66" fmla="*/ 38 w 276"/>
                <a:gd name="T67" fmla="*/ 380 h 388"/>
                <a:gd name="T68" fmla="*/ 20 w 276"/>
                <a:gd name="T69" fmla="*/ 386 h 388"/>
                <a:gd name="T70" fmla="*/ 0 w 276"/>
                <a:gd name="T71" fmla="*/ 388 h 388"/>
                <a:gd name="T72" fmla="*/ 0 w 276"/>
                <a:gd name="T73" fmla="*/ 388 h 38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76" h="388">
                  <a:moveTo>
                    <a:pt x="0" y="388"/>
                  </a:moveTo>
                  <a:lnTo>
                    <a:pt x="0" y="388"/>
                  </a:lnTo>
                  <a:lnTo>
                    <a:pt x="28" y="386"/>
                  </a:lnTo>
                  <a:lnTo>
                    <a:pt x="56" y="380"/>
                  </a:lnTo>
                  <a:lnTo>
                    <a:pt x="82" y="372"/>
                  </a:lnTo>
                  <a:lnTo>
                    <a:pt x="108" y="358"/>
                  </a:lnTo>
                  <a:lnTo>
                    <a:pt x="132" y="342"/>
                  </a:lnTo>
                  <a:lnTo>
                    <a:pt x="154" y="322"/>
                  </a:lnTo>
                  <a:lnTo>
                    <a:pt x="176" y="300"/>
                  </a:lnTo>
                  <a:lnTo>
                    <a:pt x="194" y="274"/>
                  </a:lnTo>
                  <a:lnTo>
                    <a:pt x="212" y="246"/>
                  </a:lnTo>
                  <a:lnTo>
                    <a:pt x="228" y="216"/>
                  </a:lnTo>
                  <a:lnTo>
                    <a:pt x="242" y="184"/>
                  </a:lnTo>
                  <a:lnTo>
                    <a:pt x="254" y="150"/>
                  </a:lnTo>
                  <a:lnTo>
                    <a:pt x="262" y="114"/>
                  </a:lnTo>
                  <a:lnTo>
                    <a:pt x="270" y="78"/>
                  </a:lnTo>
                  <a:lnTo>
                    <a:pt x="274" y="40"/>
                  </a:lnTo>
                  <a:lnTo>
                    <a:pt x="276" y="0"/>
                  </a:lnTo>
                  <a:lnTo>
                    <a:pt x="268" y="40"/>
                  </a:lnTo>
                  <a:lnTo>
                    <a:pt x="256" y="94"/>
                  </a:lnTo>
                  <a:lnTo>
                    <a:pt x="248" y="124"/>
                  </a:lnTo>
                  <a:lnTo>
                    <a:pt x="238" y="154"/>
                  </a:lnTo>
                  <a:lnTo>
                    <a:pt x="226" y="186"/>
                  </a:lnTo>
                  <a:lnTo>
                    <a:pt x="210" y="216"/>
                  </a:lnTo>
                  <a:lnTo>
                    <a:pt x="194" y="248"/>
                  </a:lnTo>
                  <a:lnTo>
                    <a:pt x="174" y="276"/>
                  </a:lnTo>
                  <a:lnTo>
                    <a:pt x="154" y="304"/>
                  </a:lnTo>
                  <a:lnTo>
                    <a:pt x="128" y="328"/>
                  </a:lnTo>
                  <a:lnTo>
                    <a:pt x="102" y="350"/>
                  </a:lnTo>
                  <a:lnTo>
                    <a:pt x="86" y="360"/>
                  </a:lnTo>
                  <a:lnTo>
                    <a:pt x="70" y="368"/>
                  </a:lnTo>
                  <a:lnTo>
                    <a:pt x="54" y="376"/>
                  </a:lnTo>
                  <a:lnTo>
                    <a:pt x="38" y="380"/>
                  </a:lnTo>
                  <a:lnTo>
                    <a:pt x="20" y="386"/>
                  </a:lnTo>
                  <a:lnTo>
                    <a:pt x="0" y="388"/>
                  </a:lnTo>
                  <a:close/>
                </a:path>
              </a:pathLst>
            </a:custGeom>
            <a:solidFill>
              <a:srgbClr val="DF9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8" name="Freeform 1318">
              <a:extLst>
                <a:ext uri="{FF2B5EF4-FFF2-40B4-BE49-F238E27FC236}">
                  <a16:creationId xmlns:a16="http://schemas.microsoft.com/office/drawing/2014/main" id="{E8D2C23F-161B-4CD5-9472-40DA9BFA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1922"/>
              <a:ext cx="1062" cy="1126"/>
            </a:xfrm>
            <a:custGeom>
              <a:avLst/>
              <a:gdLst>
                <a:gd name="T0" fmla="*/ 1046 w 1062"/>
                <a:gd name="T1" fmla="*/ 494 h 1126"/>
                <a:gd name="T2" fmla="*/ 1022 w 1062"/>
                <a:gd name="T3" fmla="*/ 406 h 1126"/>
                <a:gd name="T4" fmla="*/ 1000 w 1062"/>
                <a:gd name="T5" fmla="*/ 338 h 1126"/>
                <a:gd name="T6" fmla="*/ 1008 w 1062"/>
                <a:gd name="T7" fmla="*/ 304 h 1126"/>
                <a:gd name="T8" fmla="*/ 990 w 1062"/>
                <a:gd name="T9" fmla="*/ 264 h 1126"/>
                <a:gd name="T10" fmla="*/ 948 w 1062"/>
                <a:gd name="T11" fmla="*/ 120 h 1126"/>
                <a:gd name="T12" fmla="*/ 920 w 1062"/>
                <a:gd name="T13" fmla="*/ 38 h 1126"/>
                <a:gd name="T14" fmla="*/ 854 w 1062"/>
                <a:gd name="T15" fmla="*/ 26 h 1126"/>
                <a:gd name="T16" fmla="*/ 900 w 1062"/>
                <a:gd name="T17" fmla="*/ 144 h 1126"/>
                <a:gd name="T18" fmla="*/ 960 w 1062"/>
                <a:gd name="T19" fmla="*/ 350 h 1126"/>
                <a:gd name="T20" fmla="*/ 988 w 1062"/>
                <a:gd name="T21" fmla="*/ 556 h 1126"/>
                <a:gd name="T22" fmla="*/ 960 w 1062"/>
                <a:gd name="T23" fmla="*/ 766 h 1126"/>
                <a:gd name="T24" fmla="*/ 908 w 1062"/>
                <a:gd name="T25" fmla="*/ 872 h 1126"/>
                <a:gd name="T26" fmla="*/ 848 w 1062"/>
                <a:gd name="T27" fmla="*/ 940 h 1126"/>
                <a:gd name="T28" fmla="*/ 752 w 1062"/>
                <a:gd name="T29" fmla="*/ 1004 h 1126"/>
                <a:gd name="T30" fmla="*/ 608 w 1062"/>
                <a:gd name="T31" fmla="*/ 1048 h 1126"/>
                <a:gd name="T32" fmla="*/ 428 w 1062"/>
                <a:gd name="T33" fmla="*/ 1052 h 1126"/>
                <a:gd name="T34" fmla="*/ 284 w 1062"/>
                <a:gd name="T35" fmla="*/ 986 h 1126"/>
                <a:gd name="T36" fmla="*/ 206 w 1062"/>
                <a:gd name="T37" fmla="*/ 888 h 1126"/>
                <a:gd name="T38" fmla="*/ 158 w 1062"/>
                <a:gd name="T39" fmla="*/ 750 h 1126"/>
                <a:gd name="T40" fmla="*/ 146 w 1062"/>
                <a:gd name="T41" fmla="*/ 598 h 1126"/>
                <a:gd name="T42" fmla="*/ 122 w 1062"/>
                <a:gd name="T43" fmla="*/ 126 h 1126"/>
                <a:gd name="T44" fmla="*/ 82 w 1062"/>
                <a:gd name="T45" fmla="*/ 0 h 1126"/>
                <a:gd name="T46" fmla="*/ 18 w 1062"/>
                <a:gd name="T47" fmla="*/ 18 h 1126"/>
                <a:gd name="T48" fmla="*/ 48 w 1062"/>
                <a:gd name="T49" fmla="*/ 120 h 1126"/>
                <a:gd name="T50" fmla="*/ 64 w 1062"/>
                <a:gd name="T51" fmla="*/ 308 h 1126"/>
                <a:gd name="T52" fmla="*/ 54 w 1062"/>
                <a:gd name="T53" fmla="*/ 402 h 1126"/>
                <a:gd name="T54" fmla="*/ 52 w 1062"/>
                <a:gd name="T55" fmla="*/ 462 h 1126"/>
                <a:gd name="T56" fmla="*/ 72 w 1062"/>
                <a:gd name="T57" fmla="*/ 532 h 1126"/>
                <a:gd name="T58" fmla="*/ 64 w 1062"/>
                <a:gd name="T59" fmla="*/ 572 h 1126"/>
                <a:gd name="T60" fmla="*/ 78 w 1062"/>
                <a:gd name="T61" fmla="*/ 622 h 1126"/>
                <a:gd name="T62" fmla="*/ 66 w 1062"/>
                <a:gd name="T63" fmla="*/ 656 h 1126"/>
                <a:gd name="T64" fmla="*/ 80 w 1062"/>
                <a:gd name="T65" fmla="*/ 690 h 1126"/>
                <a:gd name="T66" fmla="*/ 74 w 1062"/>
                <a:gd name="T67" fmla="*/ 732 h 1126"/>
                <a:gd name="T68" fmla="*/ 82 w 1062"/>
                <a:gd name="T69" fmla="*/ 778 h 1126"/>
                <a:gd name="T70" fmla="*/ 92 w 1062"/>
                <a:gd name="T71" fmla="*/ 834 h 1126"/>
                <a:gd name="T72" fmla="*/ 106 w 1062"/>
                <a:gd name="T73" fmla="*/ 890 h 1126"/>
                <a:gd name="T74" fmla="*/ 172 w 1062"/>
                <a:gd name="T75" fmla="*/ 954 h 1126"/>
                <a:gd name="T76" fmla="*/ 202 w 1062"/>
                <a:gd name="T77" fmla="*/ 1008 h 1126"/>
                <a:gd name="T78" fmla="*/ 238 w 1062"/>
                <a:gd name="T79" fmla="*/ 1042 h 1126"/>
                <a:gd name="T80" fmla="*/ 394 w 1062"/>
                <a:gd name="T81" fmla="*/ 1116 h 1126"/>
                <a:gd name="T82" fmla="*/ 468 w 1062"/>
                <a:gd name="T83" fmla="*/ 1120 h 1126"/>
                <a:gd name="T84" fmla="*/ 576 w 1062"/>
                <a:gd name="T85" fmla="*/ 1126 h 1126"/>
                <a:gd name="T86" fmla="*/ 702 w 1062"/>
                <a:gd name="T87" fmla="*/ 1098 h 1126"/>
                <a:gd name="T88" fmla="*/ 814 w 1062"/>
                <a:gd name="T89" fmla="*/ 1074 h 1126"/>
                <a:gd name="T90" fmla="*/ 890 w 1062"/>
                <a:gd name="T91" fmla="*/ 996 h 1126"/>
                <a:gd name="T92" fmla="*/ 946 w 1062"/>
                <a:gd name="T93" fmla="*/ 946 h 1126"/>
                <a:gd name="T94" fmla="*/ 968 w 1062"/>
                <a:gd name="T95" fmla="*/ 918 h 1126"/>
                <a:gd name="T96" fmla="*/ 966 w 1062"/>
                <a:gd name="T97" fmla="*/ 884 h 1126"/>
                <a:gd name="T98" fmla="*/ 986 w 1062"/>
                <a:gd name="T99" fmla="*/ 862 h 1126"/>
                <a:gd name="T100" fmla="*/ 1016 w 1062"/>
                <a:gd name="T101" fmla="*/ 838 h 1126"/>
                <a:gd name="T102" fmla="*/ 1036 w 1062"/>
                <a:gd name="T103" fmla="*/ 742 h 1126"/>
                <a:gd name="T104" fmla="*/ 1060 w 1062"/>
                <a:gd name="T105" fmla="*/ 666 h 1126"/>
                <a:gd name="T106" fmla="*/ 1060 w 1062"/>
                <a:gd name="T107" fmla="*/ 588 h 1126"/>
                <a:gd name="T108" fmla="*/ 1036 w 1062"/>
                <a:gd name="T109" fmla="*/ 520 h 112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062" h="1126">
                  <a:moveTo>
                    <a:pt x="1036" y="520"/>
                  </a:moveTo>
                  <a:lnTo>
                    <a:pt x="1036" y="520"/>
                  </a:lnTo>
                  <a:lnTo>
                    <a:pt x="1040" y="514"/>
                  </a:lnTo>
                  <a:lnTo>
                    <a:pt x="1042" y="508"/>
                  </a:lnTo>
                  <a:lnTo>
                    <a:pt x="1046" y="494"/>
                  </a:lnTo>
                  <a:lnTo>
                    <a:pt x="1044" y="480"/>
                  </a:lnTo>
                  <a:lnTo>
                    <a:pt x="1040" y="466"/>
                  </a:lnTo>
                  <a:lnTo>
                    <a:pt x="1028" y="436"/>
                  </a:lnTo>
                  <a:lnTo>
                    <a:pt x="1024" y="422"/>
                  </a:lnTo>
                  <a:lnTo>
                    <a:pt x="1022" y="406"/>
                  </a:lnTo>
                  <a:lnTo>
                    <a:pt x="1018" y="386"/>
                  </a:lnTo>
                  <a:lnTo>
                    <a:pt x="1012" y="370"/>
                  </a:lnTo>
                  <a:lnTo>
                    <a:pt x="1006" y="354"/>
                  </a:lnTo>
                  <a:lnTo>
                    <a:pt x="1000" y="338"/>
                  </a:lnTo>
                  <a:lnTo>
                    <a:pt x="1002" y="330"/>
                  </a:lnTo>
                  <a:lnTo>
                    <a:pt x="1004" y="322"/>
                  </a:lnTo>
                  <a:lnTo>
                    <a:pt x="1006" y="312"/>
                  </a:lnTo>
                  <a:lnTo>
                    <a:pt x="1008" y="304"/>
                  </a:lnTo>
                  <a:lnTo>
                    <a:pt x="1004" y="292"/>
                  </a:lnTo>
                  <a:lnTo>
                    <a:pt x="1000" y="284"/>
                  </a:lnTo>
                  <a:lnTo>
                    <a:pt x="994" y="274"/>
                  </a:lnTo>
                  <a:lnTo>
                    <a:pt x="990" y="264"/>
                  </a:lnTo>
                  <a:lnTo>
                    <a:pt x="978" y="228"/>
                  </a:lnTo>
                  <a:lnTo>
                    <a:pt x="966" y="192"/>
                  </a:lnTo>
                  <a:lnTo>
                    <a:pt x="948" y="120"/>
                  </a:lnTo>
                  <a:lnTo>
                    <a:pt x="942" y="100"/>
                  </a:lnTo>
                  <a:lnTo>
                    <a:pt x="936" y="86"/>
                  </a:lnTo>
                  <a:lnTo>
                    <a:pt x="924" y="62"/>
                  </a:lnTo>
                  <a:lnTo>
                    <a:pt x="920" y="50"/>
                  </a:lnTo>
                  <a:lnTo>
                    <a:pt x="920" y="38"/>
                  </a:lnTo>
                  <a:lnTo>
                    <a:pt x="924" y="22"/>
                  </a:lnTo>
                  <a:lnTo>
                    <a:pt x="932" y="0"/>
                  </a:lnTo>
                  <a:lnTo>
                    <a:pt x="854" y="0"/>
                  </a:lnTo>
                  <a:lnTo>
                    <a:pt x="854" y="26"/>
                  </a:lnTo>
                  <a:lnTo>
                    <a:pt x="856" y="46"/>
                  </a:lnTo>
                  <a:lnTo>
                    <a:pt x="862" y="64"/>
                  </a:lnTo>
                  <a:lnTo>
                    <a:pt x="870" y="82"/>
                  </a:lnTo>
                  <a:lnTo>
                    <a:pt x="890" y="120"/>
                  </a:lnTo>
                  <a:lnTo>
                    <a:pt x="900" y="144"/>
                  </a:lnTo>
                  <a:lnTo>
                    <a:pt x="912" y="176"/>
                  </a:lnTo>
                  <a:lnTo>
                    <a:pt x="938" y="260"/>
                  </a:lnTo>
                  <a:lnTo>
                    <a:pt x="950" y="304"/>
                  </a:lnTo>
                  <a:lnTo>
                    <a:pt x="960" y="350"/>
                  </a:lnTo>
                  <a:lnTo>
                    <a:pt x="970" y="398"/>
                  </a:lnTo>
                  <a:lnTo>
                    <a:pt x="978" y="448"/>
                  </a:lnTo>
                  <a:lnTo>
                    <a:pt x="984" y="500"/>
                  </a:lnTo>
                  <a:lnTo>
                    <a:pt x="988" y="556"/>
                  </a:lnTo>
                  <a:lnTo>
                    <a:pt x="986" y="612"/>
                  </a:lnTo>
                  <a:lnTo>
                    <a:pt x="982" y="666"/>
                  </a:lnTo>
                  <a:lnTo>
                    <a:pt x="972" y="716"/>
                  </a:lnTo>
                  <a:lnTo>
                    <a:pt x="966" y="742"/>
                  </a:lnTo>
                  <a:lnTo>
                    <a:pt x="960" y="766"/>
                  </a:lnTo>
                  <a:lnTo>
                    <a:pt x="952" y="788"/>
                  </a:lnTo>
                  <a:lnTo>
                    <a:pt x="942" y="810"/>
                  </a:lnTo>
                  <a:lnTo>
                    <a:pt x="932" y="832"/>
                  </a:lnTo>
                  <a:lnTo>
                    <a:pt x="920" y="852"/>
                  </a:lnTo>
                  <a:lnTo>
                    <a:pt x="908" y="872"/>
                  </a:lnTo>
                  <a:lnTo>
                    <a:pt x="894" y="890"/>
                  </a:lnTo>
                  <a:lnTo>
                    <a:pt x="880" y="908"/>
                  </a:lnTo>
                  <a:lnTo>
                    <a:pt x="864" y="924"/>
                  </a:lnTo>
                  <a:lnTo>
                    <a:pt x="848" y="940"/>
                  </a:lnTo>
                  <a:lnTo>
                    <a:pt x="830" y="956"/>
                  </a:lnTo>
                  <a:lnTo>
                    <a:pt x="812" y="970"/>
                  </a:lnTo>
                  <a:lnTo>
                    <a:pt x="794" y="982"/>
                  </a:lnTo>
                  <a:lnTo>
                    <a:pt x="774" y="994"/>
                  </a:lnTo>
                  <a:lnTo>
                    <a:pt x="752" y="1004"/>
                  </a:lnTo>
                  <a:lnTo>
                    <a:pt x="730" y="1014"/>
                  </a:lnTo>
                  <a:lnTo>
                    <a:pt x="708" y="1024"/>
                  </a:lnTo>
                  <a:lnTo>
                    <a:pt x="684" y="1032"/>
                  </a:lnTo>
                  <a:lnTo>
                    <a:pt x="660" y="1038"/>
                  </a:lnTo>
                  <a:lnTo>
                    <a:pt x="608" y="1048"/>
                  </a:lnTo>
                  <a:lnTo>
                    <a:pt x="554" y="1056"/>
                  </a:lnTo>
                  <a:lnTo>
                    <a:pt x="498" y="1058"/>
                  </a:lnTo>
                  <a:lnTo>
                    <a:pt x="462" y="1056"/>
                  </a:lnTo>
                  <a:lnTo>
                    <a:pt x="428" y="1052"/>
                  </a:lnTo>
                  <a:lnTo>
                    <a:pt x="396" y="1044"/>
                  </a:lnTo>
                  <a:lnTo>
                    <a:pt x="366" y="1034"/>
                  </a:lnTo>
                  <a:lnTo>
                    <a:pt x="336" y="1022"/>
                  </a:lnTo>
                  <a:lnTo>
                    <a:pt x="310" y="1006"/>
                  </a:lnTo>
                  <a:lnTo>
                    <a:pt x="284" y="986"/>
                  </a:lnTo>
                  <a:lnTo>
                    <a:pt x="262" y="964"/>
                  </a:lnTo>
                  <a:lnTo>
                    <a:pt x="240" y="940"/>
                  </a:lnTo>
                  <a:lnTo>
                    <a:pt x="222" y="916"/>
                  </a:lnTo>
                  <a:lnTo>
                    <a:pt x="206" y="888"/>
                  </a:lnTo>
                  <a:lnTo>
                    <a:pt x="192" y="860"/>
                  </a:lnTo>
                  <a:lnTo>
                    <a:pt x="182" y="832"/>
                  </a:lnTo>
                  <a:lnTo>
                    <a:pt x="172" y="804"/>
                  </a:lnTo>
                  <a:lnTo>
                    <a:pt x="164" y="776"/>
                  </a:lnTo>
                  <a:lnTo>
                    <a:pt x="158" y="750"/>
                  </a:lnTo>
                  <a:lnTo>
                    <a:pt x="150" y="698"/>
                  </a:lnTo>
                  <a:lnTo>
                    <a:pt x="146" y="654"/>
                  </a:lnTo>
                  <a:lnTo>
                    <a:pt x="146" y="620"/>
                  </a:lnTo>
                  <a:lnTo>
                    <a:pt x="146" y="598"/>
                  </a:lnTo>
                  <a:lnTo>
                    <a:pt x="148" y="482"/>
                  </a:lnTo>
                  <a:lnTo>
                    <a:pt x="146" y="376"/>
                  </a:lnTo>
                  <a:lnTo>
                    <a:pt x="140" y="280"/>
                  </a:lnTo>
                  <a:lnTo>
                    <a:pt x="132" y="196"/>
                  </a:lnTo>
                  <a:lnTo>
                    <a:pt x="122" y="126"/>
                  </a:lnTo>
                  <a:lnTo>
                    <a:pt x="108" y="68"/>
                  </a:lnTo>
                  <a:lnTo>
                    <a:pt x="102" y="46"/>
                  </a:lnTo>
                  <a:lnTo>
                    <a:pt x="96" y="26"/>
                  </a:lnTo>
                  <a:lnTo>
                    <a:pt x="88" y="12"/>
                  </a:lnTo>
                  <a:lnTo>
                    <a:pt x="82" y="0"/>
                  </a:lnTo>
                  <a:lnTo>
                    <a:pt x="80" y="0"/>
                  </a:lnTo>
                  <a:lnTo>
                    <a:pt x="0" y="0"/>
                  </a:lnTo>
                  <a:lnTo>
                    <a:pt x="10" y="8"/>
                  </a:lnTo>
                  <a:lnTo>
                    <a:pt x="18" y="18"/>
                  </a:lnTo>
                  <a:lnTo>
                    <a:pt x="24" y="30"/>
                  </a:lnTo>
                  <a:lnTo>
                    <a:pt x="32" y="46"/>
                  </a:lnTo>
                  <a:lnTo>
                    <a:pt x="36" y="62"/>
                  </a:lnTo>
                  <a:lnTo>
                    <a:pt x="42" y="80"/>
                  </a:lnTo>
                  <a:lnTo>
                    <a:pt x="48" y="120"/>
                  </a:lnTo>
                  <a:lnTo>
                    <a:pt x="54" y="162"/>
                  </a:lnTo>
                  <a:lnTo>
                    <a:pt x="56" y="202"/>
                  </a:lnTo>
                  <a:lnTo>
                    <a:pt x="62" y="264"/>
                  </a:lnTo>
                  <a:lnTo>
                    <a:pt x="64" y="308"/>
                  </a:lnTo>
                  <a:lnTo>
                    <a:pt x="64" y="352"/>
                  </a:lnTo>
                  <a:lnTo>
                    <a:pt x="64" y="364"/>
                  </a:lnTo>
                  <a:lnTo>
                    <a:pt x="60" y="376"/>
                  </a:lnTo>
                  <a:lnTo>
                    <a:pt x="54" y="402"/>
                  </a:lnTo>
                  <a:lnTo>
                    <a:pt x="50" y="426"/>
                  </a:lnTo>
                  <a:lnTo>
                    <a:pt x="48" y="440"/>
                  </a:lnTo>
                  <a:lnTo>
                    <a:pt x="48" y="452"/>
                  </a:lnTo>
                  <a:lnTo>
                    <a:pt x="52" y="462"/>
                  </a:lnTo>
                  <a:lnTo>
                    <a:pt x="54" y="474"/>
                  </a:lnTo>
                  <a:lnTo>
                    <a:pt x="62" y="492"/>
                  </a:lnTo>
                  <a:lnTo>
                    <a:pt x="70" y="510"/>
                  </a:lnTo>
                  <a:lnTo>
                    <a:pt x="72" y="522"/>
                  </a:lnTo>
                  <a:lnTo>
                    <a:pt x="72" y="532"/>
                  </a:lnTo>
                  <a:lnTo>
                    <a:pt x="72" y="542"/>
                  </a:lnTo>
                  <a:lnTo>
                    <a:pt x="68" y="552"/>
                  </a:lnTo>
                  <a:lnTo>
                    <a:pt x="64" y="562"/>
                  </a:lnTo>
                  <a:lnTo>
                    <a:pt x="64" y="572"/>
                  </a:lnTo>
                  <a:lnTo>
                    <a:pt x="66" y="584"/>
                  </a:lnTo>
                  <a:lnTo>
                    <a:pt x="70" y="596"/>
                  </a:lnTo>
                  <a:lnTo>
                    <a:pt x="74" y="610"/>
                  </a:lnTo>
                  <a:lnTo>
                    <a:pt x="78" y="622"/>
                  </a:lnTo>
                  <a:lnTo>
                    <a:pt x="76" y="632"/>
                  </a:lnTo>
                  <a:lnTo>
                    <a:pt x="70" y="640"/>
                  </a:lnTo>
                  <a:lnTo>
                    <a:pt x="66" y="650"/>
                  </a:lnTo>
                  <a:lnTo>
                    <a:pt x="66" y="656"/>
                  </a:lnTo>
                  <a:lnTo>
                    <a:pt x="66" y="662"/>
                  </a:lnTo>
                  <a:lnTo>
                    <a:pt x="70" y="672"/>
                  </a:lnTo>
                  <a:lnTo>
                    <a:pt x="74" y="682"/>
                  </a:lnTo>
                  <a:lnTo>
                    <a:pt x="80" y="690"/>
                  </a:lnTo>
                  <a:lnTo>
                    <a:pt x="82" y="700"/>
                  </a:lnTo>
                  <a:lnTo>
                    <a:pt x="82" y="712"/>
                  </a:lnTo>
                  <a:lnTo>
                    <a:pt x="78" y="722"/>
                  </a:lnTo>
                  <a:lnTo>
                    <a:pt x="74" y="732"/>
                  </a:lnTo>
                  <a:lnTo>
                    <a:pt x="72" y="742"/>
                  </a:lnTo>
                  <a:lnTo>
                    <a:pt x="74" y="756"/>
                  </a:lnTo>
                  <a:lnTo>
                    <a:pt x="78" y="766"/>
                  </a:lnTo>
                  <a:lnTo>
                    <a:pt x="82" y="778"/>
                  </a:lnTo>
                  <a:lnTo>
                    <a:pt x="88" y="788"/>
                  </a:lnTo>
                  <a:lnTo>
                    <a:pt x="90" y="800"/>
                  </a:lnTo>
                  <a:lnTo>
                    <a:pt x="92" y="812"/>
                  </a:lnTo>
                  <a:lnTo>
                    <a:pt x="92" y="834"/>
                  </a:lnTo>
                  <a:lnTo>
                    <a:pt x="94" y="856"/>
                  </a:lnTo>
                  <a:lnTo>
                    <a:pt x="96" y="866"/>
                  </a:lnTo>
                  <a:lnTo>
                    <a:pt x="100" y="876"/>
                  </a:lnTo>
                  <a:lnTo>
                    <a:pt x="106" y="890"/>
                  </a:lnTo>
                  <a:lnTo>
                    <a:pt x="116" y="902"/>
                  </a:lnTo>
                  <a:lnTo>
                    <a:pt x="126" y="914"/>
                  </a:lnTo>
                  <a:lnTo>
                    <a:pt x="138" y="924"/>
                  </a:lnTo>
                  <a:lnTo>
                    <a:pt x="160" y="944"/>
                  </a:lnTo>
                  <a:lnTo>
                    <a:pt x="172" y="954"/>
                  </a:lnTo>
                  <a:lnTo>
                    <a:pt x="180" y="968"/>
                  </a:lnTo>
                  <a:lnTo>
                    <a:pt x="188" y="978"/>
                  </a:lnTo>
                  <a:lnTo>
                    <a:pt x="192" y="990"/>
                  </a:lnTo>
                  <a:lnTo>
                    <a:pt x="202" y="1008"/>
                  </a:lnTo>
                  <a:lnTo>
                    <a:pt x="206" y="1016"/>
                  </a:lnTo>
                  <a:lnTo>
                    <a:pt x="214" y="1024"/>
                  </a:lnTo>
                  <a:lnTo>
                    <a:pt x="224" y="1032"/>
                  </a:lnTo>
                  <a:lnTo>
                    <a:pt x="238" y="1042"/>
                  </a:lnTo>
                  <a:lnTo>
                    <a:pt x="288" y="1068"/>
                  </a:lnTo>
                  <a:lnTo>
                    <a:pt x="336" y="1096"/>
                  </a:lnTo>
                  <a:lnTo>
                    <a:pt x="364" y="1106"/>
                  </a:lnTo>
                  <a:lnTo>
                    <a:pt x="394" y="1116"/>
                  </a:lnTo>
                  <a:lnTo>
                    <a:pt x="424" y="1120"/>
                  </a:lnTo>
                  <a:lnTo>
                    <a:pt x="438" y="1120"/>
                  </a:lnTo>
                  <a:lnTo>
                    <a:pt x="452" y="1120"/>
                  </a:lnTo>
                  <a:lnTo>
                    <a:pt x="468" y="1120"/>
                  </a:lnTo>
                  <a:lnTo>
                    <a:pt x="484" y="1120"/>
                  </a:lnTo>
                  <a:lnTo>
                    <a:pt x="514" y="1122"/>
                  </a:lnTo>
                  <a:lnTo>
                    <a:pt x="544" y="1126"/>
                  </a:lnTo>
                  <a:lnTo>
                    <a:pt x="560" y="1126"/>
                  </a:lnTo>
                  <a:lnTo>
                    <a:pt x="576" y="1126"/>
                  </a:lnTo>
                  <a:lnTo>
                    <a:pt x="604" y="1120"/>
                  </a:lnTo>
                  <a:lnTo>
                    <a:pt x="638" y="1112"/>
                  </a:lnTo>
                  <a:lnTo>
                    <a:pt x="672" y="1104"/>
                  </a:lnTo>
                  <a:lnTo>
                    <a:pt x="702" y="1098"/>
                  </a:lnTo>
                  <a:lnTo>
                    <a:pt x="758" y="1088"/>
                  </a:lnTo>
                  <a:lnTo>
                    <a:pt x="786" y="1082"/>
                  </a:lnTo>
                  <a:lnTo>
                    <a:pt x="814" y="1074"/>
                  </a:lnTo>
                  <a:lnTo>
                    <a:pt x="834" y="1064"/>
                  </a:lnTo>
                  <a:lnTo>
                    <a:pt x="850" y="1054"/>
                  </a:lnTo>
                  <a:lnTo>
                    <a:pt x="862" y="1042"/>
                  </a:lnTo>
                  <a:lnTo>
                    <a:pt x="872" y="1026"/>
                  </a:lnTo>
                  <a:lnTo>
                    <a:pt x="890" y="996"/>
                  </a:lnTo>
                  <a:lnTo>
                    <a:pt x="902" y="980"/>
                  </a:lnTo>
                  <a:lnTo>
                    <a:pt x="918" y="964"/>
                  </a:lnTo>
                  <a:lnTo>
                    <a:pt x="932" y="954"/>
                  </a:lnTo>
                  <a:lnTo>
                    <a:pt x="946" y="946"/>
                  </a:lnTo>
                  <a:lnTo>
                    <a:pt x="952" y="942"/>
                  </a:lnTo>
                  <a:lnTo>
                    <a:pt x="958" y="936"/>
                  </a:lnTo>
                  <a:lnTo>
                    <a:pt x="964" y="928"/>
                  </a:lnTo>
                  <a:lnTo>
                    <a:pt x="968" y="918"/>
                  </a:lnTo>
                  <a:lnTo>
                    <a:pt x="970" y="914"/>
                  </a:lnTo>
                  <a:lnTo>
                    <a:pt x="970" y="908"/>
                  </a:lnTo>
                  <a:lnTo>
                    <a:pt x="966" y="900"/>
                  </a:lnTo>
                  <a:lnTo>
                    <a:pt x="966" y="890"/>
                  </a:lnTo>
                  <a:lnTo>
                    <a:pt x="966" y="884"/>
                  </a:lnTo>
                  <a:lnTo>
                    <a:pt x="968" y="880"/>
                  </a:lnTo>
                  <a:lnTo>
                    <a:pt x="972" y="874"/>
                  </a:lnTo>
                  <a:lnTo>
                    <a:pt x="976" y="870"/>
                  </a:lnTo>
                  <a:lnTo>
                    <a:pt x="986" y="862"/>
                  </a:lnTo>
                  <a:lnTo>
                    <a:pt x="998" y="858"/>
                  </a:lnTo>
                  <a:lnTo>
                    <a:pt x="1004" y="854"/>
                  </a:lnTo>
                  <a:lnTo>
                    <a:pt x="1008" y="850"/>
                  </a:lnTo>
                  <a:lnTo>
                    <a:pt x="1016" y="838"/>
                  </a:lnTo>
                  <a:lnTo>
                    <a:pt x="1022" y="826"/>
                  </a:lnTo>
                  <a:lnTo>
                    <a:pt x="1026" y="812"/>
                  </a:lnTo>
                  <a:lnTo>
                    <a:pt x="1028" y="798"/>
                  </a:lnTo>
                  <a:lnTo>
                    <a:pt x="1032" y="768"/>
                  </a:lnTo>
                  <a:lnTo>
                    <a:pt x="1036" y="742"/>
                  </a:lnTo>
                  <a:lnTo>
                    <a:pt x="1040" y="722"/>
                  </a:lnTo>
                  <a:lnTo>
                    <a:pt x="1048" y="704"/>
                  </a:lnTo>
                  <a:lnTo>
                    <a:pt x="1054" y="686"/>
                  </a:lnTo>
                  <a:lnTo>
                    <a:pt x="1060" y="666"/>
                  </a:lnTo>
                  <a:lnTo>
                    <a:pt x="1062" y="652"/>
                  </a:lnTo>
                  <a:lnTo>
                    <a:pt x="1062" y="634"/>
                  </a:lnTo>
                  <a:lnTo>
                    <a:pt x="1062" y="610"/>
                  </a:lnTo>
                  <a:lnTo>
                    <a:pt x="1060" y="588"/>
                  </a:lnTo>
                  <a:lnTo>
                    <a:pt x="1056" y="564"/>
                  </a:lnTo>
                  <a:lnTo>
                    <a:pt x="1050" y="544"/>
                  </a:lnTo>
                  <a:lnTo>
                    <a:pt x="1044" y="528"/>
                  </a:lnTo>
                  <a:lnTo>
                    <a:pt x="1040" y="524"/>
                  </a:lnTo>
                  <a:lnTo>
                    <a:pt x="1036" y="520"/>
                  </a:lnTo>
                  <a:close/>
                </a:path>
              </a:pathLst>
            </a:custGeom>
            <a:solidFill>
              <a:srgbClr val="FDE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9" name="Freeform 1319">
              <a:extLst>
                <a:ext uri="{FF2B5EF4-FFF2-40B4-BE49-F238E27FC236}">
                  <a16:creationId xmlns:a16="http://schemas.microsoft.com/office/drawing/2014/main" id="{608203C1-9089-4179-BDCB-A2F7A5A00D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8" y="1922"/>
              <a:ext cx="1062" cy="1126"/>
            </a:xfrm>
            <a:custGeom>
              <a:avLst/>
              <a:gdLst>
                <a:gd name="T0" fmla="*/ 1022 w 1062"/>
                <a:gd name="T1" fmla="*/ 406 h 1126"/>
                <a:gd name="T2" fmla="*/ 1008 w 1062"/>
                <a:gd name="T3" fmla="*/ 304 h 1126"/>
                <a:gd name="T4" fmla="*/ 948 w 1062"/>
                <a:gd name="T5" fmla="*/ 120 h 1126"/>
                <a:gd name="T6" fmla="*/ 854 w 1062"/>
                <a:gd name="T7" fmla="*/ 26 h 1126"/>
                <a:gd name="T8" fmla="*/ 960 w 1062"/>
                <a:gd name="T9" fmla="*/ 350 h 1126"/>
                <a:gd name="T10" fmla="*/ 960 w 1062"/>
                <a:gd name="T11" fmla="*/ 766 h 1126"/>
                <a:gd name="T12" fmla="*/ 848 w 1062"/>
                <a:gd name="T13" fmla="*/ 940 h 1126"/>
                <a:gd name="T14" fmla="*/ 608 w 1062"/>
                <a:gd name="T15" fmla="*/ 1048 h 1126"/>
                <a:gd name="T16" fmla="*/ 284 w 1062"/>
                <a:gd name="T17" fmla="*/ 986 h 1126"/>
                <a:gd name="T18" fmla="*/ 158 w 1062"/>
                <a:gd name="T19" fmla="*/ 750 h 1126"/>
                <a:gd name="T20" fmla="*/ 122 w 1062"/>
                <a:gd name="T21" fmla="*/ 126 h 1126"/>
                <a:gd name="T22" fmla="*/ 24 w 1062"/>
                <a:gd name="T23" fmla="*/ 30 h 1126"/>
                <a:gd name="T24" fmla="*/ 64 w 1062"/>
                <a:gd name="T25" fmla="*/ 352 h 1126"/>
                <a:gd name="T26" fmla="*/ 54 w 1062"/>
                <a:gd name="T27" fmla="*/ 474 h 1126"/>
                <a:gd name="T28" fmla="*/ 64 w 1062"/>
                <a:gd name="T29" fmla="*/ 572 h 1126"/>
                <a:gd name="T30" fmla="*/ 66 w 1062"/>
                <a:gd name="T31" fmla="*/ 662 h 1126"/>
                <a:gd name="T32" fmla="*/ 72 w 1062"/>
                <a:gd name="T33" fmla="*/ 742 h 1126"/>
                <a:gd name="T34" fmla="*/ 94 w 1062"/>
                <a:gd name="T35" fmla="*/ 856 h 1126"/>
                <a:gd name="T36" fmla="*/ 180 w 1062"/>
                <a:gd name="T37" fmla="*/ 968 h 1126"/>
                <a:gd name="T38" fmla="*/ 288 w 1062"/>
                <a:gd name="T39" fmla="*/ 1068 h 1126"/>
                <a:gd name="T40" fmla="*/ 484 w 1062"/>
                <a:gd name="T41" fmla="*/ 1120 h 1126"/>
                <a:gd name="T42" fmla="*/ 702 w 1062"/>
                <a:gd name="T43" fmla="*/ 1098 h 1126"/>
                <a:gd name="T44" fmla="*/ 902 w 1062"/>
                <a:gd name="T45" fmla="*/ 980 h 1126"/>
                <a:gd name="T46" fmla="*/ 970 w 1062"/>
                <a:gd name="T47" fmla="*/ 914 h 1126"/>
                <a:gd name="T48" fmla="*/ 998 w 1062"/>
                <a:gd name="T49" fmla="*/ 858 h 1126"/>
                <a:gd name="T50" fmla="*/ 1036 w 1062"/>
                <a:gd name="T51" fmla="*/ 742 h 1126"/>
                <a:gd name="T52" fmla="*/ 1056 w 1062"/>
                <a:gd name="T53" fmla="*/ 564 h 1126"/>
                <a:gd name="T54" fmla="*/ 1038 w 1062"/>
                <a:gd name="T55" fmla="*/ 698 h 1126"/>
                <a:gd name="T56" fmla="*/ 1000 w 1062"/>
                <a:gd name="T57" fmla="*/ 842 h 1126"/>
                <a:gd name="T58" fmla="*/ 954 w 1062"/>
                <a:gd name="T59" fmla="*/ 888 h 1126"/>
                <a:gd name="T60" fmla="*/ 948 w 1062"/>
                <a:gd name="T61" fmla="*/ 932 h 1126"/>
                <a:gd name="T62" fmla="*/ 846 w 1062"/>
                <a:gd name="T63" fmla="*/ 1042 h 1126"/>
                <a:gd name="T64" fmla="*/ 648 w 1062"/>
                <a:gd name="T65" fmla="*/ 1098 h 1126"/>
                <a:gd name="T66" fmla="*/ 468 w 1062"/>
                <a:gd name="T67" fmla="*/ 1108 h 1126"/>
                <a:gd name="T68" fmla="*/ 228 w 1062"/>
                <a:gd name="T69" fmla="*/ 1022 h 1126"/>
                <a:gd name="T70" fmla="*/ 152 w 1062"/>
                <a:gd name="T71" fmla="*/ 922 h 1126"/>
                <a:gd name="T72" fmla="*/ 104 w 1062"/>
                <a:gd name="T73" fmla="*/ 832 h 1126"/>
                <a:gd name="T74" fmla="*/ 84 w 1062"/>
                <a:gd name="T75" fmla="*/ 744 h 1126"/>
                <a:gd name="T76" fmla="*/ 90 w 1062"/>
                <a:gd name="T77" fmla="*/ 686 h 1126"/>
                <a:gd name="T78" fmla="*/ 82 w 1062"/>
                <a:gd name="T79" fmla="*/ 644 h 1126"/>
                <a:gd name="T80" fmla="*/ 74 w 1062"/>
                <a:gd name="T81" fmla="*/ 572 h 1126"/>
                <a:gd name="T82" fmla="*/ 84 w 1062"/>
                <a:gd name="T83" fmla="*/ 532 h 1126"/>
                <a:gd name="T84" fmla="*/ 62 w 1062"/>
                <a:gd name="T85" fmla="*/ 420 h 1126"/>
                <a:gd name="T86" fmla="*/ 70 w 1062"/>
                <a:gd name="T87" fmla="*/ 226 h 1126"/>
                <a:gd name="T88" fmla="*/ 70 w 1062"/>
                <a:gd name="T89" fmla="*/ 2 h 1126"/>
                <a:gd name="T90" fmla="*/ 136 w 1062"/>
                <a:gd name="T91" fmla="*/ 484 h 1126"/>
                <a:gd name="T92" fmla="*/ 168 w 1062"/>
                <a:gd name="T93" fmla="*/ 828 h 1126"/>
                <a:gd name="T94" fmla="*/ 332 w 1062"/>
                <a:gd name="T95" fmla="*/ 1030 h 1126"/>
                <a:gd name="T96" fmla="*/ 664 w 1062"/>
                <a:gd name="T97" fmla="*/ 1050 h 1126"/>
                <a:gd name="T98" fmla="*/ 872 w 1062"/>
                <a:gd name="T99" fmla="*/ 932 h 1126"/>
                <a:gd name="T100" fmla="*/ 990 w 1062"/>
                <a:gd name="T101" fmla="*/ 682 h 1126"/>
                <a:gd name="T102" fmla="*/ 960 w 1062"/>
                <a:gd name="T103" fmla="*/ 300 h 1126"/>
                <a:gd name="T104" fmla="*/ 866 w 1062"/>
                <a:gd name="T105" fmla="*/ 38 h 1126"/>
                <a:gd name="T106" fmla="*/ 912 w 1062"/>
                <a:gd name="T107" fmla="*/ 62 h 1126"/>
                <a:gd name="T108" fmla="*/ 988 w 1062"/>
                <a:gd name="T109" fmla="*/ 286 h 1126"/>
                <a:gd name="T110" fmla="*/ 990 w 1062"/>
                <a:gd name="T111" fmla="*/ 326 h 1126"/>
                <a:gd name="T112" fmla="*/ 1010 w 1062"/>
                <a:gd name="T113" fmla="*/ 406 h 1126"/>
                <a:gd name="T114" fmla="*/ 1032 w 1062"/>
                <a:gd name="T115" fmla="*/ 504 h 1126"/>
                <a:gd name="T116" fmla="*/ 1030 w 1062"/>
                <a:gd name="T117" fmla="*/ 530 h 112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062" h="1126">
                  <a:moveTo>
                    <a:pt x="1036" y="520"/>
                  </a:moveTo>
                  <a:lnTo>
                    <a:pt x="1036" y="520"/>
                  </a:lnTo>
                  <a:lnTo>
                    <a:pt x="1040" y="514"/>
                  </a:lnTo>
                  <a:lnTo>
                    <a:pt x="1042" y="508"/>
                  </a:lnTo>
                  <a:lnTo>
                    <a:pt x="1046" y="494"/>
                  </a:lnTo>
                  <a:lnTo>
                    <a:pt x="1044" y="480"/>
                  </a:lnTo>
                  <a:lnTo>
                    <a:pt x="1040" y="466"/>
                  </a:lnTo>
                  <a:lnTo>
                    <a:pt x="1028" y="436"/>
                  </a:lnTo>
                  <a:lnTo>
                    <a:pt x="1024" y="422"/>
                  </a:lnTo>
                  <a:lnTo>
                    <a:pt x="1022" y="406"/>
                  </a:lnTo>
                  <a:lnTo>
                    <a:pt x="1018" y="386"/>
                  </a:lnTo>
                  <a:lnTo>
                    <a:pt x="1012" y="370"/>
                  </a:lnTo>
                  <a:lnTo>
                    <a:pt x="1006" y="354"/>
                  </a:lnTo>
                  <a:lnTo>
                    <a:pt x="1000" y="338"/>
                  </a:lnTo>
                  <a:lnTo>
                    <a:pt x="1002" y="330"/>
                  </a:lnTo>
                  <a:lnTo>
                    <a:pt x="1004" y="322"/>
                  </a:lnTo>
                  <a:lnTo>
                    <a:pt x="1006" y="312"/>
                  </a:lnTo>
                  <a:lnTo>
                    <a:pt x="1008" y="304"/>
                  </a:lnTo>
                  <a:lnTo>
                    <a:pt x="1004" y="292"/>
                  </a:lnTo>
                  <a:lnTo>
                    <a:pt x="1000" y="284"/>
                  </a:lnTo>
                  <a:lnTo>
                    <a:pt x="994" y="274"/>
                  </a:lnTo>
                  <a:lnTo>
                    <a:pt x="990" y="264"/>
                  </a:lnTo>
                  <a:lnTo>
                    <a:pt x="978" y="228"/>
                  </a:lnTo>
                  <a:lnTo>
                    <a:pt x="966" y="192"/>
                  </a:lnTo>
                  <a:lnTo>
                    <a:pt x="948" y="120"/>
                  </a:lnTo>
                  <a:lnTo>
                    <a:pt x="942" y="100"/>
                  </a:lnTo>
                  <a:lnTo>
                    <a:pt x="936" y="86"/>
                  </a:lnTo>
                  <a:lnTo>
                    <a:pt x="924" y="62"/>
                  </a:lnTo>
                  <a:lnTo>
                    <a:pt x="920" y="50"/>
                  </a:lnTo>
                  <a:lnTo>
                    <a:pt x="920" y="38"/>
                  </a:lnTo>
                  <a:lnTo>
                    <a:pt x="924" y="22"/>
                  </a:lnTo>
                  <a:lnTo>
                    <a:pt x="932" y="0"/>
                  </a:lnTo>
                  <a:lnTo>
                    <a:pt x="854" y="0"/>
                  </a:lnTo>
                  <a:lnTo>
                    <a:pt x="854" y="26"/>
                  </a:lnTo>
                  <a:lnTo>
                    <a:pt x="856" y="46"/>
                  </a:lnTo>
                  <a:lnTo>
                    <a:pt x="862" y="64"/>
                  </a:lnTo>
                  <a:lnTo>
                    <a:pt x="870" y="82"/>
                  </a:lnTo>
                  <a:lnTo>
                    <a:pt x="890" y="120"/>
                  </a:lnTo>
                  <a:lnTo>
                    <a:pt x="900" y="144"/>
                  </a:lnTo>
                  <a:lnTo>
                    <a:pt x="912" y="176"/>
                  </a:lnTo>
                  <a:lnTo>
                    <a:pt x="938" y="260"/>
                  </a:lnTo>
                  <a:lnTo>
                    <a:pt x="950" y="304"/>
                  </a:lnTo>
                  <a:lnTo>
                    <a:pt x="960" y="350"/>
                  </a:lnTo>
                  <a:lnTo>
                    <a:pt x="970" y="398"/>
                  </a:lnTo>
                  <a:lnTo>
                    <a:pt x="978" y="448"/>
                  </a:lnTo>
                  <a:lnTo>
                    <a:pt x="984" y="500"/>
                  </a:lnTo>
                  <a:lnTo>
                    <a:pt x="988" y="556"/>
                  </a:lnTo>
                  <a:lnTo>
                    <a:pt x="986" y="612"/>
                  </a:lnTo>
                  <a:lnTo>
                    <a:pt x="982" y="666"/>
                  </a:lnTo>
                  <a:lnTo>
                    <a:pt x="972" y="716"/>
                  </a:lnTo>
                  <a:lnTo>
                    <a:pt x="966" y="742"/>
                  </a:lnTo>
                  <a:lnTo>
                    <a:pt x="960" y="766"/>
                  </a:lnTo>
                  <a:lnTo>
                    <a:pt x="952" y="788"/>
                  </a:lnTo>
                  <a:lnTo>
                    <a:pt x="942" y="810"/>
                  </a:lnTo>
                  <a:lnTo>
                    <a:pt x="932" y="832"/>
                  </a:lnTo>
                  <a:lnTo>
                    <a:pt x="920" y="852"/>
                  </a:lnTo>
                  <a:lnTo>
                    <a:pt x="908" y="872"/>
                  </a:lnTo>
                  <a:lnTo>
                    <a:pt x="894" y="890"/>
                  </a:lnTo>
                  <a:lnTo>
                    <a:pt x="880" y="908"/>
                  </a:lnTo>
                  <a:lnTo>
                    <a:pt x="864" y="924"/>
                  </a:lnTo>
                  <a:lnTo>
                    <a:pt x="848" y="940"/>
                  </a:lnTo>
                  <a:lnTo>
                    <a:pt x="830" y="956"/>
                  </a:lnTo>
                  <a:lnTo>
                    <a:pt x="812" y="970"/>
                  </a:lnTo>
                  <a:lnTo>
                    <a:pt x="794" y="982"/>
                  </a:lnTo>
                  <a:lnTo>
                    <a:pt x="774" y="994"/>
                  </a:lnTo>
                  <a:lnTo>
                    <a:pt x="752" y="1004"/>
                  </a:lnTo>
                  <a:lnTo>
                    <a:pt x="730" y="1014"/>
                  </a:lnTo>
                  <a:lnTo>
                    <a:pt x="708" y="1024"/>
                  </a:lnTo>
                  <a:lnTo>
                    <a:pt x="684" y="1032"/>
                  </a:lnTo>
                  <a:lnTo>
                    <a:pt x="660" y="1038"/>
                  </a:lnTo>
                  <a:lnTo>
                    <a:pt x="608" y="1048"/>
                  </a:lnTo>
                  <a:lnTo>
                    <a:pt x="554" y="1056"/>
                  </a:lnTo>
                  <a:lnTo>
                    <a:pt x="498" y="1058"/>
                  </a:lnTo>
                  <a:lnTo>
                    <a:pt x="462" y="1056"/>
                  </a:lnTo>
                  <a:lnTo>
                    <a:pt x="428" y="1052"/>
                  </a:lnTo>
                  <a:lnTo>
                    <a:pt x="396" y="1044"/>
                  </a:lnTo>
                  <a:lnTo>
                    <a:pt x="366" y="1034"/>
                  </a:lnTo>
                  <a:lnTo>
                    <a:pt x="336" y="1022"/>
                  </a:lnTo>
                  <a:lnTo>
                    <a:pt x="310" y="1006"/>
                  </a:lnTo>
                  <a:lnTo>
                    <a:pt x="284" y="986"/>
                  </a:lnTo>
                  <a:lnTo>
                    <a:pt x="262" y="964"/>
                  </a:lnTo>
                  <a:lnTo>
                    <a:pt x="240" y="940"/>
                  </a:lnTo>
                  <a:lnTo>
                    <a:pt x="222" y="916"/>
                  </a:lnTo>
                  <a:lnTo>
                    <a:pt x="206" y="888"/>
                  </a:lnTo>
                  <a:lnTo>
                    <a:pt x="192" y="860"/>
                  </a:lnTo>
                  <a:lnTo>
                    <a:pt x="182" y="832"/>
                  </a:lnTo>
                  <a:lnTo>
                    <a:pt x="172" y="804"/>
                  </a:lnTo>
                  <a:lnTo>
                    <a:pt x="164" y="776"/>
                  </a:lnTo>
                  <a:lnTo>
                    <a:pt x="158" y="750"/>
                  </a:lnTo>
                  <a:lnTo>
                    <a:pt x="150" y="698"/>
                  </a:lnTo>
                  <a:lnTo>
                    <a:pt x="146" y="654"/>
                  </a:lnTo>
                  <a:lnTo>
                    <a:pt x="146" y="620"/>
                  </a:lnTo>
                  <a:lnTo>
                    <a:pt x="146" y="598"/>
                  </a:lnTo>
                  <a:lnTo>
                    <a:pt x="148" y="482"/>
                  </a:lnTo>
                  <a:lnTo>
                    <a:pt x="146" y="376"/>
                  </a:lnTo>
                  <a:lnTo>
                    <a:pt x="140" y="280"/>
                  </a:lnTo>
                  <a:lnTo>
                    <a:pt x="132" y="196"/>
                  </a:lnTo>
                  <a:lnTo>
                    <a:pt x="122" y="126"/>
                  </a:lnTo>
                  <a:lnTo>
                    <a:pt x="108" y="68"/>
                  </a:lnTo>
                  <a:lnTo>
                    <a:pt x="102" y="46"/>
                  </a:lnTo>
                  <a:lnTo>
                    <a:pt x="96" y="26"/>
                  </a:lnTo>
                  <a:lnTo>
                    <a:pt x="88" y="12"/>
                  </a:lnTo>
                  <a:lnTo>
                    <a:pt x="82" y="0"/>
                  </a:lnTo>
                  <a:lnTo>
                    <a:pt x="0" y="0"/>
                  </a:lnTo>
                  <a:lnTo>
                    <a:pt x="10" y="8"/>
                  </a:lnTo>
                  <a:lnTo>
                    <a:pt x="18" y="18"/>
                  </a:lnTo>
                  <a:lnTo>
                    <a:pt x="24" y="30"/>
                  </a:lnTo>
                  <a:lnTo>
                    <a:pt x="32" y="46"/>
                  </a:lnTo>
                  <a:lnTo>
                    <a:pt x="36" y="62"/>
                  </a:lnTo>
                  <a:lnTo>
                    <a:pt x="42" y="80"/>
                  </a:lnTo>
                  <a:lnTo>
                    <a:pt x="48" y="120"/>
                  </a:lnTo>
                  <a:lnTo>
                    <a:pt x="54" y="162"/>
                  </a:lnTo>
                  <a:lnTo>
                    <a:pt x="56" y="202"/>
                  </a:lnTo>
                  <a:lnTo>
                    <a:pt x="62" y="264"/>
                  </a:lnTo>
                  <a:lnTo>
                    <a:pt x="64" y="308"/>
                  </a:lnTo>
                  <a:lnTo>
                    <a:pt x="64" y="352"/>
                  </a:lnTo>
                  <a:lnTo>
                    <a:pt x="64" y="364"/>
                  </a:lnTo>
                  <a:lnTo>
                    <a:pt x="60" y="376"/>
                  </a:lnTo>
                  <a:lnTo>
                    <a:pt x="54" y="402"/>
                  </a:lnTo>
                  <a:lnTo>
                    <a:pt x="50" y="426"/>
                  </a:lnTo>
                  <a:lnTo>
                    <a:pt x="48" y="440"/>
                  </a:lnTo>
                  <a:lnTo>
                    <a:pt x="48" y="452"/>
                  </a:lnTo>
                  <a:lnTo>
                    <a:pt x="52" y="462"/>
                  </a:lnTo>
                  <a:lnTo>
                    <a:pt x="54" y="474"/>
                  </a:lnTo>
                  <a:lnTo>
                    <a:pt x="62" y="492"/>
                  </a:lnTo>
                  <a:lnTo>
                    <a:pt x="70" y="510"/>
                  </a:lnTo>
                  <a:lnTo>
                    <a:pt x="72" y="522"/>
                  </a:lnTo>
                  <a:lnTo>
                    <a:pt x="72" y="532"/>
                  </a:lnTo>
                  <a:lnTo>
                    <a:pt x="72" y="542"/>
                  </a:lnTo>
                  <a:lnTo>
                    <a:pt x="68" y="552"/>
                  </a:lnTo>
                  <a:lnTo>
                    <a:pt x="64" y="562"/>
                  </a:lnTo>
                  <a:lnTo>
                    <a:pt x="64" y="572"/>
                  </a:lnTo>
                  <a:lnTo>
                    <a:pt x="66" y="584"/>
                  </a:lnTo>
                  <a:lnTo>
                    <a:pt x="70" y="596"/>
                  </a:lnTo>
                  <a:lnTo>
                    <a:pt x="74" y="610"/>
                  </a:lnTo>
                  <a:lnTo>
                    <a:pt x="78" y="622"/>
                  </a:lnTo>
                  <a:lnTo>
                    <a:pt x="76" y="632"/>
                  </a:lnTo>
                  <a:lnTo>
                    <a:pt x="70" y="640"/>
                  </a:lnTo>
                  <a:lnTo>
                    <a:pt x="66" y="650"/>
                  </a:lnTo>
                  <a:lnTo>
                    <a:pt x="66" y="656"/>
                  </a:lnTo>
                  <a:lnTo>
                    <a:pt x="66" y="662"/>
                  </a:lnTo>
                  <a:lnTo>
                    <a:pt x="70" y="672"/>
                  </a:lnTo>
                  <a:lnTo>
                    <a:pt x="74" y="682"/>
                  </a:lnTo>
                  <a:lnTo>
                    <a:pt x="80" y="690"/>
                  </a:lnTo>
                  <a:lnTo>
                    <a:pt x="82" y="700"/>
                  </a:lnTo>
                  <a:lnTo>
                    <a:pt x="82" y="712"/>
                  </a:lnTo>
                  <a:lnTo>
                    <a:pt x="78" y="722"/>
                  </a:lnTo>
                  <a:lnTo>
                    <a:pt x="74" y="732"/>
                  </a:lnTo>
                  <a:lnTo>
                    <a:pt x="72" y="742"/>
                  </a:lnTo>
                  <a:lnTo>
                    <a:pt x="74" y="756"/>
                  </a:lnTo>
                  <a:lnTo>
                    <a:pt x="78" y="766"/>
                  </a:lnTo>
                  <a:lnTo>
                    <a:pt x="82" y="778"/>
                  </a:lnTo>
                  <a:lnTo>
                    <a:pt x="88" y="788"/>
                  </a:lnTo>
                  <a:lnTo>
                    <a:pt x="90" y="800"/>
                  </a:lnTo>
                  <a:lnTo>
                    <a:pt x="92" y="812"/>
                  </a:lnTo>
                  <a:lnTo>
                    <a:pt x="92" y="834"/>
                  </a:lnTo>
                  <a:lnTo>
                    <a:pt x="94" y="856"/>
                  </a:lnTo>
                  <a:lnTo>
                    <a:pt x="96" y="866"/>
                  </a:lnTo>
                  <a:lnTo>
                    <a:pt x="100" y="876"/>
                  </a:lnTo>
                  <a:lnTo>
                    <a:pt x="106" y="890"/>
                  </a:lnTo>
                  <a:lnTo>
                    <a:pt x="116" y="902"/>
                  </a:lnTo>
                  <a:lnTo>
                    <a:pt x="126" y="914"/>
                  </a:lnTo>
                  <a:lnTo>
                    <a:pt x="138" y="924"/>
                  </a:lnTo>
                  <a:lnTo>
                    <a:pt x="160" y="944"/>
                  </a:lnTo>
                  <a:lnTo>
                    <a:pt x="172" y="954"/>
                  </a:lnTo>
                  <a:lnTo>
                    <a:pt x="180" y="968"/>
                  </a:lnTo>
                  <a:lnTo>
                    <a:pt x="188" y="978"/>
                  </a:lnTo>
                  <a:lnTo>
                    <a:pt x="192" y="990"/>
                  </a:lnTo>
                  <a:lnTo>
                    <a:pt x="202" y="1008"/>
                  </a:lnTo>
                  <a:lnTo>
                    <a:pt x="206" y="1016"/>
                  </a:lnTo>
                  <a:lnTo>
                    <a:pt x="214" y="1024"/>
                  </a:lnTo>
                  <a:lnTo>
                    <a:pt x="224" y="1032"/>
                  </a:lnTo>
                  <a:lnTo>
                    <a:pt x="238" y="1042"/>
                  </a:lnTo>
                  <a:lnTo>
                    <a:pt x="288" y="1068"/>
                  </a:lnTo>
                  <a:lnTo>
                    <a:pt x="336" y="1096"/>
                  </a:lnTo>
                  <a:lnTo>
                    <a:pt x="364" y="1106"/>
                  </a:lnTo>
                  <a:lnTo>
                    <a:pt x="394" y="1116"/>
                  </a:lnTo>
                  <a:lnTo>
                    <a:pt x="424" y="1120"/>
                  </a:lnTo>
                  <a:lnTo>
                    <a:pt x="438" y="1120"/>
                  </a:lnTo>
                  <a:lnTo>
                    <a:pt x="452" y="1120"/>
                  </a:lnTo>
                  <a:lnTo>
                    <a:pt x="468" y="1120"/>
                  </a:lnTo>
                  <a:lnTo>
                    <a:pt x="484" y="1120"/>
                  </a:lnTo>
                  <a:lnTo>
                    <a:pt x="514" y="1122"/>
                  </a:lnTo>
                  <a:lnTo>
                    <a:pt x="544" y="1126"/>
                  </a:lnTo>
                  <a:lnTo>
                    <a:pt x="560" y="1126"/>
                  </a:lnTo>
                  <a:lnTo>
                    <a:pt x="576" y="1126"/>
                  </a:lnTo>
                  <a:lnTo>
                    <a:pt x="604" y="1120"/>
                  </a:lnTo>
                  <a:lnTo>
                    <a:pt x="638" y="1112"/>
                  </a:lnTo>
                  <a:lnTo>
                    <a:pt x="672" y="1104"/>
                  </a:lnTo>
                  <a:lnTo>
                    <a:pt x="702" y="1098"/>
                  </a:lnTo>
                  <a:lnTo>
                    <a:pt x="758" y="1088"/>
                  </a:lnTo>
                  <a:lnTo>
                    <a:pt x="786" y="1082"/>
                  </a:lnTo>
                  <a:lnTo>
                    <a:pt x="814" y="1074"/>
                  </a:lnTo>
                  <a:lnTo>
                    <a:pt x="834" y="1064"/>
                  </a:lnTo>
                  <a:lnTo>
                    <a:pt x="850" y="1054"/>
                  </a:lnTo>
                  <a:lnTo>
                    <a:pt x="862" y="1042"/>
                  </a:lnTo>
                  <a:lnTo>
                    <a:pt x="872" y="1026"/>
                  </a:lnTo>
                  <a:lnTo>
                    <a:pt x="890" y="996"/>
                  </a:lnTo>
                  <a:lnTo>
                    <a:pt x="902" y="980"/>
                  </a:lnTo>
                  <a:lnTo>
                    <a:pt x="918" y="964"/>
                  </a:lnTo>
                  <a:lnTo>
                    <a:pt x="932" y="954"/>
                  </a:lnTo>
                  <a:lnTo>
                    <a:pt x="946" y="946"/>
                  </a:lnTo>
                  <a:lnTo>
                    <a:pt x="952" y="942"/>
                  </a:lnTo>
                  <a:lnTo>
                    <a:pt x="958" y="936"/>
                  </a:lnTo>
                  <a:lnTo>
                    <a:pt x="964" y="928"/>
                  </a:lnTo>
                  <a:lnTo>
                    <a:pt x="968" y="918"/>
                  </a:lnTo>
                  <a:lnTo>
                    <a:pt x="970" y="914"/>
                  </a:lnTo>
                  <a:lnTo>
                    <a:pt x="970" y="908"/>
                  </a:lnTo>
                  <a:lnTo>
                    <a:pt x="966" y="900"/>
                  </a:lnTo>
                  <a:lnTo>
                    <a:pt x="966" y="890"/>
                  </a:lnTo>
                  <a:lnTo>
                    <a:pt x="966" y="884"/>
                  </a:lnTo>
                  <a:lnTo>
                    <a:pt x="968" y="880"/>
                  </a:lnTo>
                  <a:lnTo>
                    <a:pt x="972" y="874"/>
                  </a:lnTo>
                  <a:lnTo>
                    <a:pt x="976" y="870"/>
                  </a:lnTo>
                  <a:lnTo>
                    <a:pt x="986" y="862"/>
                  </a:lnTo>
                  <a:lnTo>
                    <a:pt x="998" y="858"/>
                  </a:lnTo>
                  <a:lnTo>
                    <a:pt x="1004" y="854"/>
                  </a:lnTo>
                  <a:lnTo>
                    <a:pt x="1008" y="850"/>
                  </a:lnTo>
                  <a:lnTo>
                    <a:pt x="1016" y="838"/>
                  </a:lnTo>
                  <a:lnTo>
                    <a:pt x="1022" y="826"/>
                  </a:lnTo>
                  <a:lnTo>
                    <a:pt x="1026" y="812"/>
                  </a:lnTo>
                  <a:lnTo>
                    <a:pt x="1028" y="798"/>
                  </a:lnTo>
                  <a:lnTo>
                    <a:pt x="1032" y="768"/>
                  </a:lnTo>
                  <a:lnTo>
                    <a:pt x="1036" y="742"/>
                  </a:lnTo>
                  <a:lnTo>
                    <a:pt x="1040" y="722"/>
                  </a:lnTo>
                  <a:lnTo>
                    <a:pt x="1048" y="704"/>
                  </a:lnTo>
                  <a:lnTo>
                    <a:pt x="1054" y="686"/>
                  </a:lnTo>
                  <a:lnTo>
                    <a:pt x="1060" y="666"/>
                  </a:lnTo>
                  <a:lnTo>
                    <a:pt x="1062" y="652"/>
                  </a:lnTo>
                  <a:lnTo>
                    <a:pt x="1062" y="634"/>
                  </a:lnTo>
                  <a:lnTo>
                    <a:pt x="1062" y="610"/>
                  </a:lnTo>
                  <a:lnTo>
                    <a:pt x="1060" y="588"/>
                  </a:lnTo>
                  <a:lnTo>
                    <a:pt x="1056" y="564"/>
                  </a:lnTo>
                  <a:lnTo>
                    <a:pt x="1050" y="544"/>
                  </a:lnTo>
                  <a:lnTo>
                    <a:pt x="1044" y="528"/>
                  </a:lnTo>
                  <a:lnTo>
                    <a:pt x="1040" y="524"/>
                  </a:lnTo>
                  <a:lnTo>
                    <a:pt x="1036" y="520"/>
                  </a:lnTo>
                  <a:close/>
                  <a:moveTo>
                    <a:pt x="1050" y="664"/>
                  </a:moveTo>
                  <a:lnTo>
                    <a:pt x="1050" y="664"/>
                  </a:lnTo>
                  <a:lnTo>
                    <a:pt x="1044" y="682"/>
                  </a:lnTo>
                  <a:lnTo>
                    <a:pt x="1038" y="698"/>
                  </a:lnTo>
                  <a:lnTo>
                    <a:pt x="1030" y="718"/>
                  </a:lnTo>
                  <a:lnTo>
                    <a:pt x="1024" y="740"/>
                  </a:lnTo>
                  <a:lnTo>
                    <a:pt x="1022" y="764"/>
                  </a:lnTo>
                  <a:lnTo>
                    <a:pt x="1020" y="784"/>
                  </a:lnTo>
                  <a:lnTo>
                    <a:pt x="1016" y="806"/>
                  </a:lnTo>
                  <a:lnTo>
                    <a:pt x="1010" y="826"/>
                  </a:lnTo>
                  <a:lnTo>
                    <a:pt x="1004" y="834"/>
                  </a:lnTo>
                  <a:lnTo>
                    <a:pt x="1000" y="842"/>
                  </a:lnTo>
                  <a:lnTo>
                    <a:pt x="994" y="848"/>
                  </a:lnTo>
                  <a:lnTo>
                    <a:pt x="984" y="852"/>
                  </a:lnTo>
                  <a:lnTo>
                    <a:pt x="970" y="860"/>
                  </a:lnTo>
                  <a:lnTo>
                    <a:pt x="964" y="866"/>
                  </a:lnTo>
                  <a:lnTo>
                    <a:pt x="958" y="874"/>
                  </a:lnTo>
                  <a:lnTo>
                    <a:pt x="954" y="882"/>
                  </a:lnTo>
                  <a:lnTo>
                    <a:pt x="954" y="888"/>
                  </a:lnTo>
                  <a:lnTo>
                    <a:pt x="954" y="896"/>
                  </a:lnTo>
                  <a:lnTo>
                    <a:pt x="956" y="904"/>
                  </a:lnTo>
                  <a:lnTo>
                    <a:pt x="958" y="912"/>
                  </a:lnTo>
                  <a:lnTo>
                    <a:pt x="958" y="914"/>
                  </a:lnTo>
                  <a:lnTo>
                    <a:pt x="952" y="924"/>
                  </a:lnTo>
                  <a:lnTo>
                    <a:pt x="948" y="932"/>
                  </a:lnTo>
                  <a:lnTo>
                    <a:pt x="940" y="936"/>
                  </a:lnTo>
                  <a:lnTo>
                    <a:pt x="932" y="942"/>
                  </a:lnTo>
                  <a:lnTo>
                    <a:pt x="910" y="956"/>
                  </a:lnTo>
                  <a:lnTo>
                    <a:pt x="896" y="970"/>
                  </a:lnTo>
                  <a:lnTo>
                    <a:pt x="884" y="984"/>
                  </a:lnTo>
                  <a:lnTo>
                    <a:pt x="868" y="1010"/>
                  </a:lnTo>
                  <a:lnTo>
                    <a:pt x="858" y="1026"/>
                  </a:lnTo>
                  <a:lnTo>
                    <a:pt x="846" y="1042"/>
                  </a:lnTo>
                  <a:lnTo>
                    <a:pt x="840" y="1048"/>
                  </a:lnTo>
                  <a:lnTo>
                    <a:pt x="832" y="1054"/>
                  </a:lnTo>
                  <a:lnTo>
                    <a:pt x="822" y="1058"/>
                  </a:lnTo>
                  <a:lnTo>
                    <a:pt x="810" y="1062"/>
                  </a:lnTo>
                  <a:lnTo>
                    <a:pt x="784" y="1070"/>
                  </a:lnTo>
                  <a:lnTo>
                    <a:pt x="758" y="1076"/>
                  </a:lnTo>
                  <a:lnTo>
                    <a:pt x="706" y="1086"/>
                  </a:lnTo>
                  <a:lnTo>
                    <a:pt x="700" y="1088"/>
                  </a:lnTo>
                  <a:lnTo>
                    <a:pt x="648" y="1098"/>
                  </a:lnTo>
                  <a:lnTo>
                    <a:pt x="608" y="1108"/>
                  </a:lnTo>
                  <a:lnTo>
                    <a:pt x="574" y="1114"/>
                  </a:lnTo>
                  <a:lnTo>
                    <a:pt x="560" y="1114"/>
                  </a:lnTo>
                  <a:lnTo>
                    <a:pt x="544" y="1114"/>
                  </a:lnTo>
                  <a:lnTo>
                    <a:pt x="516" y="1112"/>
                  </a:lnTo>
                  <a:lnTo>
                    <a:pt x="484" y="1108"/>
                  </a:lnTo>
                  <a:lnTo>
                    <a:pt x="468" y="1108"/>
                  </a:lnTo>
                  <a:lnTo>
                    <a:pt x="450" y="1108"/>
                  </a:lnTo>
                  <a:lnTo>
                    <a:pt x="426" y="1110"/>
                  </a:lnTo>
                  <a:lnTo>
                    <a:pt x="398" y="1104"/>
                  </a:lnTo>
                  <a:lnTo>
                    <a:pt x="370" y="1096"/>
                  </a:lnTo>
                  <a:lnTo>
                    <a:pt x="342" y="1086"/>
                  </a:lnTo>
                  <a:lnTo>
                    <a:pt x="286" y="1056"/>
                  </a:lnTo>
                  <a:lnTo>
                    <a:pt x="244" y="1032"/>
                  </a:lnTo>
                  <a:lnTo>
                    <a:pt x="228" y="1022"/>
                  </a:lnTo>
                  <a:lnTo>
                    <a:pt x="218" y="1012"/>
                  </a:lnTo>
                  <a:lnTo>
                    <a:pt x="210" y="1002"/>
                  </a:lnTo>
                  <a:lnTo>
                    <a:pt x="206" y="990"/>
                  </a:lnTo>
                  <a:lnTo>
                    <a:pt x="200" y="976"/>
                  </a:lnTo>
                  <a:lnTo>
                    <a:pt x="190" y="960"/>
                  </a:lnTo>
                  <a:lnTo>
                    <a:pt x="182" y="950"/>
                  </a:lnTo>
                  <a:lnTo>
                    <a:pt x="172" y="940"/>
                  </a:lnTo>
                  <a:lnTo>
                    <a:pt x="152" y="922"/>
                  </a:lnTo>
                  <a:lnTo>
                    <a:pt x="138" y="910"/>
                  </a:lnTo>
                  <a:lnTo>
                    <a:pt x="128" y="898"/>
                  </a:lnTo>
                  <a:lnTo>
                    <a:pt x="118" y="886"/>
                  </a:lnTo>
                  <a:lnTo>
                    <a:pt x="110" y="872"/>
                  </a:lnTo>
                  <a:lnTo>
                    <a:pt x="106" y="862"/>
                  </a:lnTo>
                  <a:lnTo>
                    <a:pt x="106" y="852"/>
                  </a:lnTo>
                  <a:lnTo>
                    <a:pt x="104" y="832"/>
                  </a:lnTo>
                  <a:lnTo>
                    <a:pt x="102" y="810"/>
                  </a:lnTo>
                  <a:lnTo>
                    <a:pt x="102" y="798"/>
                  </a:lnTo>
                  <a:lnTo>
                    <a:pt x="98" y="786"/>
                  </a:lnTo>
                  <a:lnTo>
                    <a:pt x="90" y="766"/>
                  </a:lnTo>
                  <a:lnTo>
                    <a:pt x="86" y="756"/>
                  </a:lnTo>
                  <a:lnTo>
                    <a:pt x="84" y="744"/>
                  </a:lnTo>
                  <a:lnTo>
                    <a:pt x="84" y="736"/>
                  </a:lnTo>
                  <a:lnTo>
                    <a:pt x="88" y="730"/>
                  </a:lnTo>
                  <a:lnTo>
                    <a:pt x="92" y="718"/>
                  </a:lnTo>
                  <a:lnTo>
                    <a:pt x="94" y="704"/>
                  </a:lnTo>
                  <a:lnTo>
                    <a:pt x="94" y="700"/>
                  </a:lnTo>
                  <a:lnTo>
                    <a:pt x="92" y="692"/>
                  </a:lnTo>
                  <a:lnTo>
                    <a:pt x="90" y="686"/>
                  </a:lnTo>
                  <a:lnTo>
                    <a:pt x="84" y="674"/>
                  </a:lnTo>
                  <a:lnTo>
                    <a:pt x="80" y="668"/>
                  </a:lnTo>
                  <a:lnTo>
                    <a:pt x="76" y="660"/>
                  </a:lnTo>
                  <a:lnTo>
                    <a:pt x="76" y="658"/>
                  </a:lnTo>
                  <a:lnTo>
                    <a:pt x="78" y="652"/>
                  </a:lnTo>
                  <a:lnTo>
                    <a:pt x="82" y="644"/>
                  </a:lnTo>
                  <a:lnTo>
                    <a:pt x="86" y="634"/>
                  </a:lnTo>
                  <a:lnTo>
                    <a:pt x="88" y="624"/>
                  </a:lnTo>
                  <a:lnTo>
                    <a:pt x="88" y="622"/>
                  </a:lnTo>
                  <a:lnTo>
                    <a:pt x="86" y="606"/>
                  </a:lnTo>
                  <a:lnTo>
                    <a:pt x="80" y="592"/>
                  </a:lnTo>
                  <a:lnTo>
                    <a:pt x="76" y="582"/>
                  </a:lnTo>
                  <a:lnTo>
                    <a:pt x="74" y="572"/>
                  </a:lnTo>
                  <a:lnTo>
                    <a:pt x="74" y="570"/>
                  </a:lnTo>
                  <a:lnTo>
                    <a:pt x="76" y="562"/>
                  </a:lnTo>
                  <a:lnTo>
                    <a:pt x="80" y="554"/>
                  </a:lnTo>
                  <a:lnTo>
                    <a:pt x="82" y="544"/>
                  </a:lnTo>
                  <a:lnTo>
                    <a:pt x="84" y="534"/>
                  </a:lnTo>
                  <a:lnTo>
                    <a:pt x="84" y="532"/>
                  </a:lnTo>
                  <a:lnTo>
                    <a:pt x="82" y="518"/>
                  </a:lnTo>
                  <a:lnTo>
                    <a:pt x="80" y="506"/>
                  </a:lnTo>
                  <a:lnTo>
                    <a:pt x="70" y="484"/>
                  </a:lnTo>
                  <a:lnTo>
                    <a:pt x="64" y="468"/>
                  </a:lnTo>
                  <a:lnTo>
                    <a:pt x="60" y="450"/>
                  </a:lnTo>
                  <a:lnTo>
                    <a:pt x="60" y="442"/>
                  </a:lnTo>
                  <a:lnTo>
                    <a:pt x="62" y="420"/>
                  </a:lnTo>
                  <a:lnTo>
                    <a:pt x="68" y="396"/>
                  </a:lnTo>
                  <a:lnTo>
                    <a:pt x="72" y="374"/>
                  </a:lnTo>
                  <a:lnTo>
                    <a:pt x="76" y="352"/>
                  </a:lnTo>
                  <a:lnTo>
                    <a:pt x="76" y="334"/>
                  </a:lnTo>
                  <a:lnTo>
                    <a:pt x="74" y="298"/>
                  </a:lnTo>
                  <a:lnTo>
                    <a:pt x="72" y="264"/>
                  </a:lnTo>
                  <a:lnTo>
                    <a:pt x="70" y="226"/>
                  </a:lnTo>
                  <a:lnTo>
                    <a:pt x="64" y="160"/>
                  </a:lnTo>
                  <a:lnTo>
                    <a:pt x="60" y="128"/>
                  </a:lnTo>
                  <a:lnTo>
                    <a:pt x="54" y="96"/>
                  </a:lnTo>
                  <a:lnTo>
                    <a:pt x="48" y="68"/>
                  </a:lnTo>
                  <a:lnTo>
                    <a:pt x="40" y="42"/>
                  </a:lnTo>
                  <a:lnTo>
                    <a:pt x="32" y="20"/>
                  </a:lnTo>
                  <a:lnTo>
                    <a:pt x="22" y="2"/>
                  </a:lnTo>
                  <a:lnTo>
                    <a:pt x="70" y="2"/>
                  </a:lnTo>
                  <a:lnTo>
                    <a:pt x="76" y="10"/>
                  </a:lnTo>
                  <a:lnTo>
                    <a:pt x="82" y="24"/>
                  </a:lnTo>
                  <a:lnTo>
                    <a:pt x="92" y="60"/>
                  </a:lnTo>
                  <a:lnTo>
                    <a:pt x="104" y="106"/>
                  </a:lnTo>
                  <a:lnTo>
                    <a:pt x="114" y="164"/>
                  </a:lnTo>
                  <a:lnTo>
                    <a:pt x="122" y="232"/>
                  </a:lnTo>
                  <a:lnTo>
                    <a:pt x="130" y="308"/>
                  </a:lnTo>
                  <a:lnTo>
                    <a:pt x="134" y="392"/>
                  </a:lnTo>
                  <a:lnTo>
                    <a:pt x="136" y="484"/>
                  </a:lnTo>
                  <a:lnTo>
                    <a:pt x="134" y="598"/>
                  </a:lnTo>
                  <a:lnTo>
                    <a:pt x="134" y="616"/>
                  </a:lnTo>
                  <a:lnTo>
                    <a:pt x="134" y="646"/>
                  </a:lnTo>
                  <a:lnTo>
                    <a:pt x="138" y="684"/>
                  </a:lnTo>
                  <a:lnTo>
                    <a:pt x="142" y="728"/>
                  </a:lnTo>
                  <a:lnTo>
                    <a:pt x="152" y="776"/>
                  </a:lnTo>
                  <a:lnTo>
                    <a:pt x="160" y="802"/>
                  </a:lnTo>
                  <a:lnTo>
                    <a:pt x="168" y="828"/>
                  </a:lnTo>
                  <a:lnTo>
                    <a:pt x="178" y="854"/>
                  </a:lnTo>
                  <a:lnTo>
                    <a:pt x="188" y="878"/>
                  </a:lnTo>
                  <a:lnTo>
                    <a:pt x="202" y="904"/>
                  </a:lnTo>
                  <a:lnTo>
                    <a:pt x="216" y="928"/>
                  </a:lnTo>
                  <a:lnTo>
                    <a:pt x="234" y="950"/>
                  </a:lnTo>
                  <a:lnTo>
                    <a:pt x="254" y="972"/>
                  </a:lnTo>
                  <a:lnTo>
                    <a:pt x="278" y="994"/>
                  </a:lnTo>
                  <a:lnTo>
                    <a:pt x="304" y="1014"/>
                  </a:lnTo>
                  <a:lnTo>
                    <a:pt x="332" y="1030"/>
                  </a:lnTo>
                  <a:lnTo>
                    <a:pt x="360" y="1044"/>
                  </a:lnTo>
                  <a:lnTo>
                    <a:pt x="392" y="1056"/>
                  </a:lnTo>
                  <a:lnTo>
                    <a:pt x="426" y="1062"/>
                  </a:lnTo>
                  <a:lnTo>
                    <a:pt x="462" y="1068"/>
                  </a:lnTo>
                  <a:lnTo>
                    <a:pt x="498" y="1068"/>
                  </a:lnTo>
                  <a:lnTo>
                    <a:pt x="556" y="1066"/>
                  </a:lnTo>
                  <a:lnTo>
                    <a:pt x="612" y="1060"/>
                  </a:lnTo>
                  <a:lnTo>
                    <a:pt x="638" y="1056"/>
                  </a:lnTo>
                  <a:lnTo>
                    <a:pt x="664" y="1050"/>
                  </a:lnTo>
                  <a:lnTo>
                    <a:pt x="688" y="1042"/>
                  </a:lnTo>
                  <a:lnTo>
                    <a:pt x="712" y="1034"/>
                  </a:lnTo>
                  <a:lnTo>
                    <a:pt x="736" y="1024"/>
                  </a:lnTo>
                  <a:lnTo>
                    <a:pt x="758" y="1014"/>
                  </a:lnTo>
                  <a:lnTo>
                    <a:pt x="780" y="1004"/>
                  </a:lnTo>
                  <a:lnTo>
                    <a:pt x="800" y="992"/>
                  </a:lnTo>
                  <a:lnTo>
                    <a:pt x="820" y="978"/>
                  </a:lnTo>
                  <a:lnTo>
                    <a:pt x="838" y="964"/>
                  </a:lnTo>
                  <a:lnTo>
                    <a:pt x="856" y="948"/>
                  </a:lnTo>
                  <a:lnTo>
                    <a:pt x="872" y="932"/>
                  </a:lnTo>
                  <a:lnTo>
                    <a:pt x="888" y="916"/>
                  </a:lnTo>
                  <a:lnTo>
                    <a:pt x="902" y="898"/>
                  </a:lnTo>
                  <a:lnTo>
                    <a:pt x="916" y="880"/>
                  </a:lnTo>
                  <a:lnTo>
                    <a:pt x="928" y="862"/>
                  </a:lnTo>
                  <a:lnTo>
                    <a:pt x="938" y="842"/>
                  </a:lnTo>
                  <a:lnTo>
                    <a:pt x="950" y="822"/>
                  </a:lnTo>
                  <a:lnTo>
                    <a:pt x="966" y="778"/>
                  </a:lnTo>
                  <a:lnTo>
                    <a:pt x="980" y="732"/>
                  </a:lnTo>
                  <a:lnTo>
                    <a:pt x="990" y="682"/>
                  </a:lnTo>
                  <a:lnTo>
                    <a:pt x="996" y="630"/>
                  </a:lnTo>
                  <a:lnTo>
                    <a:pt x="998" y="576"/>
                  </a:lnTo>
                  <a:lnTo>
                    <a:pt x="998" y="554"/>
                  </a:lnTo>
                  <a:lnTo>
                    <a:pt x="996" y="498"/>
                  </a:lnTo>
                  <a:lnTo>
                    <a:pt x="990" y="446"/>
                  </a:lnTo>
                  <a:lnTo>
                    <a:pt x="982" y="396"/>
                  </a:lnTo>
                  <a:lnTo>
                    <a:pt x="972" y="346"/>
                  </a:lnTo>
                  <a:lnTo>
                    <a:pt x="960" y="300"/>
                  </a:lnTo>
                  <a:lnTo>
                    <a:pt x="948" y="256"/>
                  </a:lnTo>
                  <a:lnTo>
                    <a:pt x="922" y="172"/>
                  </a:lnTo>
                  <a:lnTo>
                    <a:pt x="914" y="146"/>
                  </a:lnTo>
                  <a:lnTo>
                    <a:pt x="904" y="124"/>
                  </a:lnTo>
                  <a:lnTo>
                    <a:pt x="886" y="90"/>
                  </a:lnTo>
                  <a:lnTo>
                    <a:pt x="878" y="72"/>
                  </a:lnTo>
                  <a:lnTo>
                    <a:pt x="870" y="56"/>
                  </a:lnTo>
                  <a:lnTo>
                    <a:pt x="866" y="38"/>
                  </a:lnTo>
                  <a:lnTo>
                    <a:pt x="864" y="18"/>
                  </a:lnTo>
                  <a:lnTo>
                    <a:pt x="868" y="0"/>
                  </a:lnTo>
                  <a:lnTo>
                    <a:pt x="916" y="0"/>
                  </a:lnTo>
                  <a:lnTo>
                    <a:pt x="910" y="22"/>
                  </a:lnTo>
                  <a:lnTo>
                    <a:pt x="908" y="42"/>
                  </a:lnTo>
                  <a:lnTo>
                    <a:pt x="908" y="52"/>
                  </a:lnTo>
                  <a:lnTo>
                    <a:pt x="912" y="62"/>
                  </a:lnTo>
                  <a:lnTo>
                    <a:pt x="920" y="80"/>
                  </a:lnTo>
                  <a:lnTo>
                    <a:pt x="930" y="98"/>
                  </a:lnTo>
                  <a:lnTo>
                    <a:pt x="934" y="110"/>
                  </a:lnTo>
                  <a:lnTo>
                    <a:pt x="938" y="122"/>
                  </a:lnTo>
                  <a:lnTo>
                    <a:pt x="956" y="196"/>
                  </a:lnTo>
                  <a:lnTo>
                    <a:pt x="966" y="232"/>
                  </a:lnTo>
                  <a:lnTo>
                    <a:pt x="980" y="270"/>
                  </a:lnTo>
                  <a:lnTo>
                    <a:pt x="988" y="286"/>
                  </a:lnTo>
                  <a:lnTo>
                    <a:pt x="994" y="294"/>
                  </a:lnTo>
                  <a:lnTo>
                    <a:pt x="996" y="304"/>
                  </a:lnTo>
                  <a:lnTo>
                    <a:pt x="996" y="306"/>
                  </a:lnTo>
                  <a:lnTo>
                    <a:pt x="996" y="312"/>
                  </a:lnTo>
                  <a:lnTo>
                    <a:pt x="994" y="318"/>
                  </a:lnTo>
                  <a:lnTo>
                    <a:pt x="990" y="326"/>
                  </a:lnTo>
                  <a:lnTo>
                    <a:pt x="988" y="336"/>
                  </a:lnTo>
                  <a:lnTo>
                    <a:pt x="990" y="340"/>
                  </a:lnTo>
                  <a:lnTo>
                    <a:pt x="994" y="356"/>
                  </a:lnTo>
                  <a:lnTo>
                    <a:pt x="1000" y="372"/>
                  </a:lnTo>
                  <a:lnTo>
                    <a:pt x="1006" y="388"/>
                  </a:lnTo>
                  <a:lnTo>
                    <a:pt x="1008" y="398"/>
                  </a:lnTo>
                  <a:lnTo>
                    <a:pt x="1010" y="406"/>
                  </a:lnTo>
                  <a:lnTo>
                    <a:pt x="1012" y="418"/>
                  </a:lnTo>
                  <a:lnTo>
                    <a:pt x="1016" y="430"/>
                  </a:lnTo>
                  <a:lnTo>
                    <a:pt x="1024" y="454"/>
                  </a:lnTo>
                  <a:lnTo>
                    <a:pt x="1032" y="474"/>
                  </a:lnTo>
                  <a:lnTo>
                    <a:pt x="1034" y="484"/>
                  </a:lnTo>
                  <a:lnTo>
                    <a:pt x="1034" y="492"/>
                  </a:lnTo>
                  <a:lnTo>
                    <a:pt x="1032" y="504"/>
                  </a:lnTo>
                  <a:lnTo>
                    <a:pt x="1026" y="512"/>
                  </a:lnTo>
                  <a:lnTo>
                    <a:pt x="1024" y="516"/>
                  </a:lnTo>
                  <a:lnTo>
                    <a:pt x="1024" y="520"/>
                  </a:lnTo>
                  <a:lnTo>
                    <a:pt x="1024" y="522"/>
                  </a:lnTo>
                  <a:lnTo>
                    <a:pt x="1026" y="528"/>
                  </a:lnTo>
                  <a:lnTo>
                    <a:pt x="1030" y="530"/>
                  </a:lnTo>
                  <a:lnTo>
                    <a:pt x="1036" y="534"/>
                  </a:lnTo>
                  <a:lnTo>
                    <a:pt x="1038" y="544"/>
                  </a:lnTo>
                  <a:lnTo>
                    <a:pt x="1046" y="570"/>
                  </a:lnTo>
                  <a:lnTo>
                    <a:pt x="1050" y="606"/>
                  </a:lnTo>
                  <a:lnTo>
                    <a:pt x="1052" y="638"/>
                  </a:lnTo>
                  <a:lnTo>
                    <a:pt x="1052" y="652"/>
                  </a:lnTo>
                  <a:lnTo>
                    <a:pt x="1050" y="664"/>
                  </a:lnTo>
                  <a:close/>
                </a:path>
              </a:pathLst>
            </a:custGeom>
            <a:solidFill>
              <a:srgbClr val="F8C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0" name="Freeform 1320">
              <a:extLst>
                <a:ext uri="{FF2B5EF4-FFF2-40B4-BE49-F238E27FC236}">
                  <a16:creationId xmlns:a16="http://schemas.microsoft.com/office/drawing/2014/main" id="{100CCAB3-2DAB-4B1D-B3F6-8B5444F29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966"/>
              <a:ext cx="434" cy="572"/>
            </a:xfrm>
            <a:custGeom>
              <a:avLst/>
              <a:gdLst>
                <a:gd name="T0" fmla="*/ 0 w 434"/>
                <a:gd name="T1" fmla="*/ 572 h 572"/>
                <a:gd name="T2" fmla="*/ 0 w 434"/>
                <a:gd name="T3" fmla="*/ 572 h 572"/>
                <a:gd name="T4" fmla="*/ 0 w 434"/>
                <a:gd name="T5" fmla="*/ 526 h 572"/>
                <a:gd name="T6" fmla="*/ 2 w 434"/>
                <a:gd name="T7" fmla="*/ 472 h 572"/>
                <a:gd name="T8" fmla="*/ 8 w 434"/>
                <a:gd name="T9" fmla="*/ 414 h 572"/>
                <a:gd name="T10" fmla="*/ 16 w 434"/>
                <a:gd name="T11" fmla="*/ 354 h 572"/>
                <a:gd name="T12" fmla="*/ 28 w 434"/>
                <a:gd name="T13" fmla="*/ 292 h 572"/>
                <a:gd name="T14" fmla="*/ 36 w 434"/>
                <a:gd name="T15" fmla="*/ 264 h 572"/>
                <a:gd name="T16" fmla="*/ 46 w 434"/>
                <a:gd name="T17" fmla="*/ 236 h 572"/>
                <a:gd name="T18" fmla="*/ 56 w 434"/>
                <a:gd name="T19" fmla="*/ 208 h 572"/>
                <a:gd name="T20" fmla="*/ 66 w 434"/>
                <a:gd name="T21" fmla="*/ 184 h 572"/>
                <a:gd name="T22" fmla="*/ 78 w 434"/>
                <a:gd name="T23" fmla="*/ 160 h 572"/>
                <a:gd name="T24" fmla="*/ 92 w 434"/>
                <a:gd name="T25" fmla="*/ 140 h 572"/>
                <a:gd name="T26" fmla="*/ 92 w 434"/>
                <a:gd name="T27" fmla="*/ 140 h 572"/>
                <a:gd name="T28" fmla="*/ 120 w 434"/>
                <a:gd name="T29" fmla="*/ 106 h 572"/>
                <a:gd name="T30" fmla="*/ 146 w 434"/>
                <a:gd name="T31" fmla="*/ 76 h 572"/>
                <a:gd name="T32" fmla="*/ 172 w 434"/>
                <a:gd name="T33" fmla="*/ 54 h 572"/>
                <a:gd name="T34" fmla="*/ 198 w 434"/>
                <a:gd name="T35" fmla="*/ 36 h 572"/>
                <a:gd name="T36" fmla="*/ 222 w 434"/>
                <a:gd name="T37" fmla="*/ 22 h 572"/>
                <a:gd name="T38" fmla="*/ 244 w 434"/>
                <a:gd name="T39" fmla="*/ 14 h 572"/>
                <a:gd name="T40" fmla="*/ 264 w 434"/>
                <a:gd name="T41" fmla="*/ 8 h 572"/>
                <a:gd name="T42" fmla="*/ 284 w 434"/>
                <a:gd name="T43" fmla="*/ 6 h 572"/>
                <a:gd name="T44" fmla="*/ 284 w 434"/>
                <a:gd name="T45" fmla="*/ 6 h 572"/>
                <a:gd name="T46" fmla="*/ 322 w 434"/>
                <a:gd name="T47" fmla="*/ 2 h 572"/>
                <a:gd name="T48" fmla="*/ 362 w 434"/>
                <a:gd name="T49" fmla="*/ 0 h 572"/>
                <a:gd name="T50" fmla="*/ 382 w 434"/>
                <a:gd name="T51" fmla="*/ 2 h 572"/>
                <a:gd name="T52" fmla="*/ 400 w 434"/>
                <a:gd name="T53" fmla="*/ 4 h 572"/>
                <a:gd name="T54" fmla="*/ 418 w 434"/>
                <a:gd name="T55" fmla="*/ 8 h 572"/>
                <a:gd name="T56" fmla="*/ 434 w 434"/>
                <a:gd name="T57" fmla="*/ 14 h 572"/>
                <a:gd name="T58" fmla="*/ 434 w 434"/>
                <a:gd name="T59" fmla="*/ 14 h 572"/>
                <a:gd name="T60" fmla="*/ 404 w 434"/>
                <a:gd name="T61" fmla="*/ 10 h 572"/>
                <a:gd name="T62" fmla="*/ 370 w 434"/>
                <a:gd name="T63" fmla="*/ 8 h 572"/>
                <a:gd name="T64" fmla="*/ 350 w 434"/>
                <a:gd name="T65" fmla="*/ 8 h 572"/>
                <a:gd name="T66" fmla="*/ 330 w 434"/>
                <a:gd name="T67" fmla="*/ 10 h 572"/>
                <a:gd name="T68" fmla="*/ 308 w 434"/>
                <a:gd name="T69" fmla="*/ 14 h 572"/>
                <a:gd name="T70" fmla="*/ 286 w 434"/>
                <a:gd name="T71" fmla="*/ 20 h 572"/>
                <a:gd name="T72" fmla="*/ 286 w 434"/>
                <a:gd name="T73" fmla="*/ 20 h 572"/>
                <a:gd name="T74" fmla="*/ 264 w 434"/>
                <a:gd name="T75" fmla="*/ 28 h 572"/>
                <a:gd name="T76" fmla="*/ 240 w 434"/>
                <a:gd name="T77" fmla="*/ 38 h 572"/>
                <a:gd name="T78" fmla="*/ 214 w 434"/>
                <a:gd name="T79" fmla="*/ 52 h 572"/>
                <a:gd name="T80" fmla="*/ 188 w 434"/>
                <a:gd name="T81" fmla="*/ 68 h 572"/>
                <a:gd name="T82" fmla="*/ 164 w 434"/>
                <a:gd name="T83" fmla="*/ 86 h 572"/>
                <a:gd name="T84" fmla="*/ 140 w 434"/>
                <a:gd name="T85" fmla="*/ 106 h 572"/>
                <a:gd name="T86" fmla="*/ 122 w 434"/>
                <a:gd name="T87" fmla="*/ 130 h 572"/>
                <a:gd name="T88" fmla="*/ 104 w 434"/>
                <a:gd name="T89" fmla="*/ 154 h 572"/>
                <a:gd name="T90" fmla="*/ 104 w 434"/>
                <a:gd name="T91" fmla="*/ 154 h 572"/>
                <a:gd name="T92" fmla="*/ 90 w 434"/>
                <a:gd name="T93" fmla="*/ 182 h 572"/>
                <a:gd name="T94" fmla="*/ 72 w 434"/>
                <a:gd name="T95" fmla="*/ 218 h 572"/>
                <a:gd name="T96" fmla="*/ 56 w 434"/>
                <a:gd name="T97" fmla="*/ 262 h 572"/>
                <a:gd name="T98" fmla="*/ 38 w 434"/>
                <a:gd name="T99" fmla="*/ 312 h 572"/>
                <a:gd name="T100" fmla="*/ 24 w 434"/>
                <a:gd name="T101" fmla="*/ 368 h 572"/>
                <a:gd name="T102" fmla="*/ 10 w 434"/>
                <a:gd name="T103" fmla="*/ 430 h 572"/>
                <a:gd name="T104" fmla="*/ 6 w 434"/>
                <a:gd name="T105" fmla="*/ 464 h 572"/>
                <a:gd name="T106" fmla="*/ 2 w 434"/>
                <a:gd name="T107" fmla="*/ 498 h 572"/>
                <a:gd name="T108" fmla="*/ 0 w 434"/>
                <a:gd name="T109" fmla="*/ 534 h 572"/>
                <a:gd name="T110" fmla="*/ 0 w 434"/>
                <a:gd name="T111" fmla="*/ 572 h 572"/>
                <a:gd name="T112" fmla="*/ 0 w 434"/>
                <a:gd name="T113" fmla="*/ 572 h 5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34" h="572">
                  <a:moveTo>
                    <a:pt x="0" y="572"/>
                  </a:moveTo>
                  <a:lnTo>
                    <a:pt x="0" y="572"/>
                  </a:lnTo>
                  <a:lnTo>
                    <a:pt x="0" y="526"/>
                  </a:lnTo>
                  <a:lnTo>
                    <a:pt x="2" y="472"/>
                  </a:lnTo>
                  <a:lnTo>
                    <a:pt x="8" y="414"/>
                  </a:lnTo>
                  <a:lnTo>
                    <a:pt x="16" y="354"/>
                  </a:lnTo>
                  <a:lnTo>
                    <a:pt x="28" y="292"/>
                  </a:lnTo>
                  <a:lnTo>
                    <a:pt x="36" y="264"/>
                  </a:lnTo>
                  <a:lnTo>
                    <a:pt x="46" y="236"/>
                  </a:lnTo>
                  <a:lnTo>
                    <a:pt x="56" y="208"/>
                  </a:lnTo>
                  <a:lnTo>
                    <a:pt x="66" y="184"/>
                  </a:lnTo>
                  <a:lnTo>
                    <a:pt x="78" y="160"/>
                  </a:lnTo>
                  <a:lnTo>
                    <a:pt x="92" y="140"/>
                  </a:lnTo>
                  <a:lnTo>
                    <a:pt x="120" y="106"/>
                  </a:lnTo>
                  <a:lnTo>
                    <a:pt x="146" y="76"/>
                  </a:lnTo>
                  <a:lnTo>
                    <a:pt x="172" y="54"/>
                  </a:lnTo>
                  <a:lnTo>
                    <a:pt x="198" y="36"/>
                  </a:lnTo>
                  <a:lnTo>
                    <a:pt x="222" y="22"/>
                  </a:lnTo>
                  <a:lnTo>
                    <a:pt x="244" y="14"/>
                  </a:lnTo>
                  <a:lnTo>
                    <a:pt x="264" y="8"/>
                  </a:lnTo>
                  <a:lnTo>
                    <a:pt x="284" y="6"/>
                  </a:lnTo>
                  <a:lnTo>
                    <a:pt x="322" y="2"/>
                  </a:lnTo>
                  <a:lnTo>
                    <a:pt x="362" y="0"/>
                  </a:lnTo>
                  <a:lnTo>
                    <a:pt x="382" y="2"/>
                  </a:lnTo>
                  <a:lnTo>
                    <a:pt x="400" y="4"/>
                  </a:lnTo>
                  <a:lnTo>
                    <a:pt x="418" y="8"/>
                  </a:lnTo>
                  <a:lnTo>
                    <a:pt x="434" y="14"/>
                  </a:lnTo>
                  <a:lnTo>
                    <a:pt x="404" y="10"/>
                  </a:lnTo>
                  <a:lnTo>
                    <a:pt x="370" y="8"/>
                  </a:lnTo>
                  <a:lnTo>
                    <a:pt x="350" y="8"/>
                  </a:lnTo>
                  <a:lnTo>
                    <a:pt x="330" y="10"/>
                  </a:lnTo>
                  <a:lnTo>
                    <a:pt x="308" y="14"/>
                  </a:lnTo>
                  <a:lnTo>
                    <a:pt x="286" y="20"/>
                  </a:lnTo>
                  <a:lnTo>
                    <a:pt x="264" y="28"/>
                  </a:lnTo>
                  <a:lnTo>
                    <a:pt x="240" y="38"/>
                  </a:lnTo>
                  <a:lnTo>
                    <a:pt x="214" y="52"/>
                  </a:lnTo>
                  <a:lnTo>
                    <a:pt x="188" y="68"/>
                  </a:lnTo>
                  <a:lnTo>
                    <a:pt x="164" y="86"/>
                  </a:lnTo>
                  <a:lnTo>
                    <a:pt x="140" y="106"/>
                  </a:lnTo>
                  <a:lnTo>
                    <a:pt x="122" y="130"/>
                  </a:lnTo>
                  <a:lnTo>
                    <a:pt x="104" y="154"/>
                  </a:lnTo>
                  <a:lnTo>
                    <a:pt x="90" y="182"/>
                  </a:lnTo>
                  <a:lnTo>
                    <a:pt x="72" y="218"/>
                  </a:lnTo>
                  <a:lnTo>
                    <a:pt x="56" y="262"/>
                  </a:lnTo>
                  <a:lnTo>
                    <a:pt x="38" y="312"/>
                  </a:lnTo>
                  <a:lnTo>
                    <a:pt x="24" y="368"/>
                  </a:lnTo>
                  <a:lnTo>
                    <a:pt x="10" y="430"/>
                  </a:lnTo>
                  <a:lnTo>
                    <a:pt x="6" y="464"/>
                  </a:lnTo>
                  <a:lnTo>
                    <a:pt x="2" y="498"/>
                  </a:lnTo>
                  <a:lnTo>
                    <a:pt x="0" y="534"/>
                  </a:lnTo>
                  <a:lnTo>
                    <a:pt x="0" y="5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1" name="Freeform 1321">
              <a:extLst>
                <a:ext uri="{FF2B5EF4-FFF2-40B4-BE49-F238E27FC236}">
                  <a16:creationId xmlns:a16="http://schemas.microsoft.com/office/drawing/2014/main" id="{7CDA5F03-B8B5-41AA-A3CC-521220A8C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170"/>
              <a:ext cx="360" cy="652"/>
            </a:xfrm>
            <a:custGeom>
              <a:avLst/>
              <a:gdLst>
                <a:gd name="T0" fmla="*/ 360 w 360"/>
                <a:gd name="T1" fmla="*/ 28 h 652"/>
                <a:gd name="T2" fmla="*/ 324 w 360"/>
                <a:gd name="T3" fmla="*/ 18 h 652"/>
                <a:gd name="T4" fmla="*/ 308 w 360"/>
                <a:gd name="T5" fmla="*/ 4 h 652"/>
                <a:gd name="T6" fmla="*/ 306 w 360"/>
                <a:gd name="T7" fmla="*/ 0 h 652"/>
                <a:gd name="T8" fmla="*/ 248 w 360"/>
                <a:gd name="T9" fmla="*/ 12 h 652"/>
                <a:gd name="T10" fmla="*/ 210 w 360"/>
                <a:gd name="T11" fmla="*/ 14 h 652"/>
                <a:gd name="T12" fmla="*/ 174 w 360"/>
                <a:gd name="T13" fmla="*/ 4 h 652"/>
                <a:gd name="T14" fmla="*/ 170 w 360"/>
                <a:gd name="T15" fmla="*/ 18 h 652"/>
                <a:gd name="T16" fmla="*/ 150 w 360"/>
                <a:gd name="T17" fmla="*/ 44 h 652"/>
                <a:gd name="T18" fmla="*/ 120 w 360"/>
                <a:gd name="T19" fmla="*/ 68 h 652"/>
                <a:gd name="T20" fmla="*/ 88 w 360"/>
                <a:gd name="T21" fmla="*/ 88 h 652"/>
                <a:gd name="T22" fmla="*/ 72 w 360"/>
                <a:gd name="T23" fmla="*/ 94 h 652"/>
                <a:gd name="T24" fmla="*/ 68 w 360"/>
                <a:gd name="T25" fmla="*/ 118 h 652"/>
                <a:gd name="T26" fmla="*/ 50 w 360"/>
                <a:gd name="T27" fmla="*/ 150 h 652"/>
                <a:gd name="T28" fmla="*/ 28 w 360"/>
                <a:gd name="T29" fmla="*/ 178 h 652"/>
                <a:gd name="T30" fmla="*/ 10 w 360"/>
                <a:gd name="T31" fmla="*/ 190 h 652"/>
                <a:gd name="T32" fmla="*/ 4 w 360"/>
                <a:gd name="T33" fmla="*/ 192 h 652"/>
                <a:gd name="T34" fmla="*/ 14 w 360"/>
                <a:gd name="T35" fmla="*/ 202 h 652"/>
                <a:gd name="T36" fmla="*/ 20 w 360"/>
                <a:gd name="T37" fmla="*/ 214 h 652"/>
                <a:gd name="T38" fmla="*/ 20 w 360"/>
                <a:gd name="T39" fmla="*/ 246 h 652"/>
                <a:gd name="T40" fmla="*/ 14 w 360"/>
                <a:gd name="T41" fmla="*/ 278 h 652"/>
                <a:gd name="T42" fmla="*/ 8 w 360"/>
                <a:gd name="T43" fmla="*/ 302 h 652"/>
                <a:gd name="T44" fmla="*/ 18 w 360"/>
                <a:gd name="T45" fmla="*/ 328 h 652"/>
                <a:gd name="T46" fmla="*/ 16 w 360"/>
                <a:gd name="T47" fmla="*/ 362 h 652"/>
                <a:gd name="T48" fmla="*/ 10 w 360"/>
                <a:gd name="T49" fmla="*/ 396 h 652"/>
                <a:gd name="T50" fmla="*/ 0 w 360"/>
                <a:gd name="T51" fmla="*/ 422 h 652"/>
                <a:gd name="T52" fmla="*/ 18 w 360"/>
                <a:gd name="T53" fmla="*/ 452 h 652"/>
                <a:gd name="T54" fmla="*/ 22 w 360"/>
                <a:gd name="T55" fmla="*/ 472 h 652"/>
                <a:gd name="T56" fmla="*/ 20 w 360"/>
                <a:gd name="T57" fmla="*/ 494 h 652"/>
                <a:gd name="T58" fmla="*/ 34 w 360"/>
                <a:gd name="T59" fmla="*/ 510 h 652"/>
                <a:gd name="T60" fmla="*/ 42 w 360"/>
                <a:gd name="T61" fmla="*/ 530 h 652"/>
                <a:gd name="T62" fmla="*/ 54 w 360"/>
                <a:gd name="T63" fmla="*/ 572 h 652"/>
                <a:gd name="T64" fmla="*/ 68 w 360"/>
                <a:gd name="T65" fmla="*/ 582 h 652"/>
                <a:gd name="T66" fmla="*/ 86 w 360"/>
                <a:gd name="T67" fmla="*/ 604 h 652"/>
                <a:gd name="T68" fmla="*/ 94 w 360"/>
                <a:gd name="T69" fmla="*/ 624 h 652"/>
                <a:gd name="T70" fmla="*/ 98 w 360"/>
                <a:gd name="T71" fmla="*/ 648 h 652"/>
                <a:gd name="T72" fmla="*/ 108 w 360"/>
                <a:gd name="T73" fmla="*/ 652 h 652"/>
                <a:gd name="T74" fmla="*/ 94 w 360"/>
                <a:gd name="T75" fmla="*/ 608 h 652"/>
                <a:gd name="T76" fmla="*/ 84 w 360"/>
                <a:gd name="T77" fmla="*/ 564 h 652"/>
                <a:gd name="T78" fmla="*/ 64 w 360"/>
                <a:gd name="T79" fmla="*/ 514 h 652"/>
                <a:gd name="T80" fmla="*/ 50 w 360"/>
                <a:gd name="T81" fmla="*/ 478 h 652"/>
                <a:gd name="T82" fmla="*/ 46 w 360"/>
                <a:gd name="T83" fmla="*/ 464 h 652"/>
                <a:gd name="T84" fmla="*/ 42 w 360"/>
                <a:gd name="T85" fmla="*/ 430 h 652"/>
                <a:gd name="T86" fmla="*/ 48 w 360"/>
                <a:gd name="T87" fmla="*/ 320 h 652"/>
                <a:gd name="T88" fmla="*/ 48 w 360"/>
                <a:gd name="T89" fmla="*/ 262 h 652"/>
                <a:gd name="T90" fmla="*/ 54 w 360"/>
                <a:gd name="T91" fmla="*/ 218 h 652"/>
                <a:gd name="T92" fmla="*/ 58 w 360"/>
                <a:gd name="T93" fmla="*/ 202 h 652"/>
                <a:gd name="T94" fmla="*/ 76 w 360"/>
                <a:gd name="T95" fmla="*/ 154 h 652"/>
                <a:gd name="T96" fmla="*/ 94 w 360"/>
                <a:gd name="T97" fmla="*/ 122 h 652"/>
                <a:gd name="T98" fmla="*/ 102 w 360"/>
                <a:gd name="T99" fmla="*/ 114 h 652"/>
                <a:gd name="T100" fmla="*/ 174 w 360"/>
                <a:gd name="T101" fmla="*/ 62 h 652"/>
                <a:gd name="T102" fmla="*/ 194 w 360"/>
                <a:gd name="T103" fmla="*/ 48 h 652"/>
                <a:gd name="T104" fmla="*/ 234 w 360"/>
                <a:gd name="T105" fmla="*/ 32 h 652"/>
                <a:gd name="T106" fmla="*/ 258 w 360"/>
                <a:gd name="T107" fmla="*/ 28 h 652"/>
                <a:gd name="T108" fmla="*/ 280 w 360"/>
                <a:gd name="T109" fmla="*/ 26 h 652"/>
                <a:gd name="T110" fmla="*/ 312 w 360"/>
                <a:gd name="T111" fmla="*/ 22 h 652"/>
                <a:gd name="T112" fmla="*/ 340 w 360"/>
                <a:gd name="T113" fmla="*/ 24 h 652"/>
                <a:gd name="T114" fmla="*/ 360 w 360"/>
                <a:gd name="T115" fmla="*/ 28 h 65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60" h="652">
                  <a:moveTo>
                    <a:pt x="360" y="28"/>
                  </a:moveTo>
                  <a:lnTo>
                    <a:pt x="360" y="28"/>
                  </a:lnTo>
                  <a:lnTo>
                    <a:pt x="340" y="24"/>
                  </a:lnTo>
                  <a:lnTo>
                    <a:pt x="324" y="18"/>
                  </a:lnTo>
                  <a:lnTo>
                    <a:pt x="312" y="10"/>
                  </a:lnTo>
                  <a:lnTo>
                    <a:pt x="308" y="4"/>
                  </a:lnTo>
                  <a:lnTo>
                    <a:pt x="306" y="0"/>
                  </a:lnTo>
                  <a:lnTo>
                    <a:pt x="284" y="6"/>
                  </a:lnTo>
                  <a:lnTo>
                    <a:pt x="248" y="12"/>
                  </a:lnTo>
                  <a:lnTo>
                    <a:pt x="230" y="14"/>
                  </a:lnTo>
                  <a:lnTo>
                    <a:pt x="210" y="14"/>
                  </a:lnTo>
                  <a:lnTo>
                    <a:pt x="192" y="10"/>
                  </a:lnTo>
                  <a:lnTo>
                    <a:pt x="174" y="4"/>
                  </a:lnTo>
                  <a:lnTo>
                    <a:pt x="170" y="18"/>
                  </a:lnTo>
                  <a:lnTo>
                    <a:pt x="162" y="30"/>
                  </a:lnTo>
                  <a:lnTo>
                    <a:pt x="150" y="44"/>
                  </a:lnTo>
                  <a:lnTo>
                    <a:pt x="136" y="56"/>
                  </a:lnTo>
                  <a:lnTo>
                    <a:pt x="120" y="68"/>
                  </a:lnTo>
                  <a:lnTo>
                    <a:pt x="104" y="80"/>
                  </a:lnTo>
                  <a:lnTo>
                    <a:pt x="88" y="88"/>
                  </a:lnTo>
                  <a:lnTo>
                    <a:pt x="72" y="94"/>
                  </a:lnTo>
                  <a:lnTo>
                    <a:pt x="72" y="104"/>
                  </a:lnTo>
                  <a:lnTo>
                    <a:pt x="68" y="118"/>
                  </a:lnTo>
                  <a:lnTo>
                    <a:pt x="60" y="134"/>
                  </a:lnTo>
                  <a:lnTo>
                    <a:pt x="50" y="150"/>
                  </a:lnTo>
                  <a:lnTo>
                    <a:pt x="40" y="164"/>
                  </a:lnTo>
                  <a:lnTo>
                    <a:pt x="28" y="178"/>
                  </a:lnTo>
                  <a:lnTo>
                    <a:pt x="16" y="188"/>
                  </a:lnTo>
                  <a:lnTo>
                    <a:pt x="10" y="190"/>
                  </a:lnTo>
                  <a:lnTo>
                    <a:pt x="4" y="192"/>
                  </a:lnTo>
                  <a:lnTo>
                    <a:pt x="10" y="196"/>
                  </a:lnTo>
                  <a:lnTo>
                    <a:pt x="14" y="202"/>
                  </a:lnTo>
                  <a:lnTo>
                    <a:pt x="18" y="208"/>
                  </a:lnTo>
                  <a:lnTo>
                    <a:pt x="20" y="214"/>
                  </a:lnTo>
                  <a:lnTo>
                    <a:pt x="22" y="230"/>
                  </a:lnTo>
                  <a:lnTo>
                    <a:pt x="20" y="246"/>
                  </a:lnTo>
                  <a:lnTo>
                    <a:pt x="18" y="262"/>
                  </a:lnTo>
                  <a:lnTo>
                    <a:pt x="14" y="278"/>
                  </a:lnTo>
                  <a:lnTo>
                    <a:pt x="8" y="302"/>
                  </a:lnTo>
                  <a:lnTo>
                    <a:pt x="14" y="314"/>
                  </a:lnTo>
                  <a:lnTo>
                    <a:pt x="18" y="328"/>
                  </a:lnTo>
                  <a:lnTo>
                    <a:pt x="18" y="346"/>
                  </a:lnTo>
                  <a:lnTo>
                    <a:pt x="16" y="362"/>
                  </a:lnTo>
                  <a:lnTo>
                    <a:pt x="14" y="380"/>
                  </a:lnTo>
                  <a:lnTo>
                    <a:pt x="10" y="396"/>
                  </a:lnTo>
                  <a:lnTo>
                    <a:pt x="0" y="422"/>
                  </a:lnTo>
                  <a:lnTo>
                    <a:pt x="10" y="436"/>
                  </a:lnTo>
                  <a:lnTo>
                    <a:pt x="18" y="452"/>
                  </a:lnTo>
                  <a:lnTo>
                    <a:pt x="20" y="462"/>
                  </a:lnTo>
                  <a:lnTo>
                    <a:pt x="22" y="472"/>
                  </a:lnTo>
                  <a:lnTo>
                    <a:pt x="20" y="494"/>
                  </a:lnTo>
                  <a:lnTo>
                    <a:pt x="28" y="502"/>
                  </a:lnTo>
                  <a:lnTo>
                    <a:pt x="34" y="510"/>
                  </a:lnTo>
                  <a:lnTo>
                    <a:pt x="38" y="520"/>
                  </a:lnTo>
                  <a:lnTo>
                    <a:pt x="42" y="530"/>
                  </a:lnTo>
                  <a:lnTo>
                    <a:pt x="48" y="552"/>
                  </a:lnTo>
                  <a:lnTo>
                    <a:pt x="54" y="572"/>
                  </a:lnTo>
                  <a:lnTo>
                    <a:pt x="68" y="582"/>
                  </a:lnTo>
                  <a:lnTo>
                    <a:pt x="78" y="594"/>
                  </a:lnTo>
                  <a:lnTo>
                    <a:pt x="86" y="604"/>
                  </a:lnTo>
                  <a:lnTo>
                    <a:pt x="90" y="614"/>
                  </a:lnTo>
                  <a:lnTo>
                    <a:pt x="94" y="624"/>
                  </a:lnTo>
                  <a:lnTo>
                    <a:pt x="96" y="634"/>
                  </a:lnTo>
                  <a:lnTo>
                    <a:pt x="98" y="648"/>
                  </a:lnTo>
                  <a:lnTo>
                    <a:pt x="108" y="652"/>
                  </a:lnTo>
                  <a:lnTo>
                    <a:pt x="94" y="608"/>
                  </a:lnTo>
                  <a:lnTo>
                    <a:pt x="84" y="564"/>
                  </a:lnTo>
                  <a:lnTo>
                    <a:pt x="74" y="538"/>
                  </a:lnTo>
                  <a:lnTo>
                    <a:pt x="64" y="514"/>
                  </a:lnTo>
                  <a:lnTo>
                    <a:pt x="54" y="490"/>
                  </a:lnTo>
                  <a:lnTo>
                    <a:pt x="50" y="478"/>
                  </a:lnTo>
                  <a:lnTo>
                    <a:pt x="46" y="464"/>
                  </a:lnTo>
                  <a:lnTo>
                    <a:pt x="44" y="446"/>
                  </a:lnTo>
                  <a:lnTo>
                    <a:pt x="42" y="430"/>
                  </a:lnTo>
                  <a:lnTo>
                    <a:pt x="42" y="392"/>
                  </a:lnTo>
                  <a:lnTo>
                    <a:pt x="48" y="320"/>
                  </a:lnTo>
                  <a:lnTo>
                    <a:pt x="48" y="262"/>
                  </a:lnTo>
                  <a:lnTo>
                    <a:pt x="50" y="232"/>
                  </a:lnTo>
                  <a:lnTo>
                    <a:pt x="54" y="218"/>
                  </a:lnTo>
                  <a:lnTo>
                    <a:pt x="58" y="202"/>
                  </a:lnTo>
                  <a:lnTo>
                    <a:pt x="64" y="180"/>
                  </a:lnTo>
                  <a:lnTo>
                    <a:pt x="76" y="154"/>
                  </a:lnTo>
                  <a:lnTo>
                    <a:pt x="88" y="132"/>
                  </a:lnTo>
                  <a:lnTo>
                    <a:pt x="94" y="122"/>
                  </a:lnTo>
                  <a:lnTo>
                    <a:pt x="102" y="114"/>
                  </a:lnTo>
                  <a:lnTo>
                    <a:pt x="138" y="86"/>
                  </a:lnTo>
                  <a:lnTo>
                    <a:pt x="174" y="62"/>
                  </a:lnTo>
                  <a:lnTo>
                    <a:pt x="194" y="48"/>
                  </a:lnTo>
                  <a:lnTo>
                    <a:pt x="214" y="38"/>
                  </a:lnTo>
                  <a:lnTo>
                    <a:pt x="234" y="32"/>
                  </a:lnTo>
                  <a:lnTo>
                    <a:pt x="246" y="30"/>
                  </a:lnTo>
                  <a:lnTo>
                    <a:pt x="258" y="28"/>
                  </a:lnTo>
                  <a:lnTo>
                    <a:pt x="280" y="26"/>
                  </a:lnTo>
                  <a:lnTo>
                    <a:pt x="300" y="22"/>
                  </a:lnTo>
                  <a:lnTo>
                    <a:pt x="312" y="22"/>
                  </a:lnTo>
                  <a:lnTo>
                    <a:pt x="324" y="22"/>
                  </a:lnTo>
                  <a:lnTo>
                    <a:pt x="340" y="24"/>
                  </a:lnTo>
                  <a:lnTo>
                    <a:pt x="360" y="28"/>
                  </a:lnTo>
                  <a:close/>
                </a:path>
              </a:pathLst>
            </a:custGeom>
            <a:solidFill>
              <a:srgbClr val="EBB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2" name="Freeform 1322">
              <a:extLst>
                <a:ext uri="{FF2B5EF4-FFF2-40B4-BE49-F238E27FC236}">
                  <a16:creationId xmlns:a16="http://schemas.microsoft.com/office/drawing/2014/main" id="{C48FE487-4AFB-4F99-B997-9F854554C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244"/>
              <a:ext cx="130" cy="364"/>
            </a:xfrm>
            <a:custGeom>
              <a:avLst/>
              <a:gdLst>
                <a:gd name="T0" fmla="*/ 130 w 130"/>
                <a:gd name="T1" fmla="*/ 0 h 364"/>
                <a:gd name="T2" fmla="*/ 130 w 130"/>
                <a:gd name="T3" fmla="*/ 0 h 364"/>
                <a:gd name="T4" fmla="*/ 116 w 130"/>
                <a:gd name="T5" fmla="*/ 2 h 364"/>
                <a:gd name="T6" fmla="*/ 102 w 130"/>
                <a:gd name="T7" fmla="*/ 10 h 364"/>
                <a:gd name="T8" fmla="*/ 86 w 130"/>
                <a:gd name="T9" fmla="*/ 20 h 364"/>
                <a:gd name="T10" fmla="*/ 70 w 130"/>
                <a:gd name="T11" fmla="*/ 36 h 364"/>
                <a:gd name="T12" fmla="*/ 56 w 130"/>
                <a:gd name="T13" fmla="*/ 54 h 364"/>
                <a:gd name="T14" fmla="*/ 42 w 130"/>
                <a:gd name="T15" fmla="*/ 74 h 364"/>
                <a:gd name="T16" fmla="*/ 28 w 130"/>
                <a:gd name="T17" fmla="*/ 100 h 364"/>
                <a:gd name="T18" fmla="*/ 18 w 130"/>
                <a:gd name="T19" fmla="*/ 128 h 364"/>
                <a:gd name="T20" fmla="*/ 18 w 130"/>
                <a:gd name="T21" fmla="*/ 128 h 364"/>
                <a:gd name="T22" fmla="*/ 12 w 130"/>
                <a:gd name="T23" fmla="*/ 152 h 364"/>
                <a:gd name="T24" fmla="*/ 6 w 130"/>
                <a:gd name="T25" fmla="*/ 178 h 364"/>
                <a:gd name="T26" fmla="*/ 4 w 130"/>
                <a:gd name="T27" fmla="*/ 206 h 364"/>
                <a:gd name="T28" fmla="*/ 2 w 130"/>
                <a:gd name="T29" fmla="*/ 236 h 364"/>
                <a:gd name="T30" fmla="*/ 0 w 130"/>
                <a:gd name="T31" fmla="*/ 266 h 364"/>
                <a:gd name="T32" fmla="*/ 0 w 130"/>
                <a:gd name="T33" fmla="*/ 298 h 364"/>
                <a:gd name="T34" fmla="*/ 4 w 130"/>
                <a:gd name="T35" fmla="*/ 364 h 364"/>
                <a:gd name="T36" fmla="*/ 4 w 130"/>
                <a:gd name="T37" fmla="*/ 364 h 364"/>
                <a:gd name="T38" fmla="*/ 8 w 130"/>
                <a:gd name="T39" fmla="*/ 334 h 364"/>
                <a:gd name="T40" fmla="*/ 10 w 130"/>
                <a:gd name="T41" fmla="*/ 294 h 364"/>
                <a:gd name="T42" fmla="*/ 14 w 130"/>
                <a:gd name="T43" fmla="*/ 244 h 364"/>
                <a:gd name="T44" fmla="*/ 24 w 130"/>
                <a:gd name="T45" fmla="*/ 188 h 364"/>
                <a:gd name="T46" fmla="*/ 30 w 130"/>
                <a:gd name="T47" fmla="*/ 160 h 364"/>
                <a:gd name="T48" fmla="*/ 38 w 130"/>
                <a:gd name="T49" fmla="*/ 132 h 364"/>
                <a:gd name="T50" fmla="*/ 48 w 130"/>
                <a:gd name="T51" fmla="*/ 106 h 364"/>
                <a:gd name="T52" fmla="*/ 58 w 130"/>
                <a:gd name="T53" fmla="*/ 80 h 364"/>
                <a:gd name="T54" fmla="*/ 72 w 130"/>
                <a:gd name="T55" fmla="*/ 56 h 364"/>
                <a:gd name="T56" fmla="*/ 90 w 130"/>
                <a:gd name="T57" fmla="*/ 34 h 364"/>
                <a:gd name="T58" fmla="*/ 108 w 130"/>
                <a:gd name="T59" fmla="*/ 16 h 364"/>
                <a:gd name="T60" fmla="*/ 130 w 130"/>
                <a:gd name="T61" fmla="*/ 0 h 364"/>
                <a:gd name="T62" fmla="*/ 130 w 130"/>
                <a:gd name="T63" fmla="*/ 0 h 3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0" h="364">
                  <a:moveTo>
                    <a:pt x="130" y="0"/>
                  </a:moveTo>
                  <a:lnTo>
                    <a:pt x="130" y="0"/>
                  </a:lnTo>
                  <a:lnTo>
                    <a:pt x="116" y="2"/>
                  </a:lnTo>
                  <a:lnTo>
                    <a:pt x="102" y="10"/>
                  </a:lnTo>
                  <a:lnTo>
                    <a:pt x="86" y="20"/>
                  </a:lnTo>
                  <a:lnTo>
                    <a:pt x="70" y="36"/>
                  </a:lnTo>
                  <a:lnTo>
                    <a:pt x="56" y="54"/>
                  </a:lnTo>
                  <a:lnTo>
                    <a:pt x="42" y="74"/>
                  </a:lnTo>
                  <a:lnTo>
                    <a:pt x="28" y="100"/>
                  </a:lnTo>
                  <a:lnTo>
                    <a:pt x="18" y="128"/>
                  </a:lnTo>
                  <a:lnTo>
                    <a:pt x="12" y="152"/>
                  </a:lnTo>
                  <a:lnTo>
                    <a:pt x="6" y="178"/>
                  </a:lnTo>
                  <a:lnTo>
                    <a:pt x="4" y="206"/>
                  </a:lnTo>
                  <a:lnTo>
                    <a:pt x="2" y="236"/>
                  </a:lnTo>
                  <a:lnTo>
                    <a:pt x="0" y="266"/>
                  </a:lnTo>
                  <a:lnTo>
                    <a:pt x="0" y="298"/>
                  </a:lnTo>
                  <a:lnTo>
                    <a:pt x="4" y="364"/>
                  </a:lnTo>
                  <a:lnTo>
                    <a:pt x="8" y="334"/>
                  </a:lnTo>
                  <a:lnTo>
                    <a:pt x="10" y="294"/>
                  </a:lnTo>
                  <a:lnTo>
                    <a:pt x="14" y="244"/>
                  </a:lnTo>
                  <a:lnTo>
                    <a:pt x="24" y="188"/>
                  </a:lnTo>
                  <a:lnTo>
                    <a:pt x="30" y="160"/>
                  </a:lnTo>
                  <a:lnTo>
                    <a:pt x="38" y="132"/>
                  </a:lnTo>
                  <a:lnTo>
                    <a:pt x="48" y="106"/>
                  </a:lnTo>
                  <a:lnTo>
                    <a:pt x="58" y="80"/>
                  </a:lnTo>
                  <a:lnTo>
                    <a:pt x="72" y="56"/>
                  </a:lnTo>
                  <a:lnTo>
                    <a:pt x="90" y="34"/>
                  </a:lnTo>
                  <a:lnTo>
                    <a:pt x="108" y="16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FB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3" name="Freeform 1323">
              <a:extLst>
                <a:ext uri="{FF2B5EF4-FFF2-40B4-BE49-F238E27FC236}">
                  <a16:creationId xmlns:a16="http://schemas.microsoft.com/office/drawing/2014/main" id="{7FB868E4-B985-4ECB-8D81-34FF23B2D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022"/>
              <a:ext cx="396" cy="318"/>
            </a:xfrm>
            <a:custGeom>
              <a:avLst/>
              <a:gdLst>
                <a:gd name="T0" fmla="*/ 8 w 396"/>
                <a:gd name="T1" fmla="*/ 318 h 318"/>
                <a:gd name="T2" fmla="*/ 26 w 396"/>
                <a:gd name="T3" fmla="*/ 308 h 318"/>
                <a:gd name="T4" fmla="*/ 40 w 396"/>
                <a:gd name="T5" fmla="*/ 294 h 318"/>
                <a:gd name="T6" fmla="*/ 58 w 396"/>
                <a:gd name="T7" fmla="*/ 256 h 318"/>
                <a:gd name="T8" fmla="*/ 64 w 396"/>
                <a:gd name="T9" fmla="*/ 236 h 318"/>
                <a:gd name="T10" fmla="*/ 76 w 396"/>
                <a:gd name="T11" fmla="*/ 220 h 318"/>
                <a:gd name="T12" fmla="*/ 84 w 396"/>
                <a:gd name="T13" fmla="*/ 214 h 318"/>
                <a:gd name="T14" fmla="*/ 102 w 396"/>
                <a:gd name="T15" fmla="*/ 208 h 318"/>
                <a:gd name="T16" fmla="*/ 110 w 396"/>
                <a:gd name="T17" fmla="*/ 204 h 318"/>
                <a:gd name="T18" fmla="*/ 138 w 396"/>
                <a:gd name="T19" fmla="*/ 182 h 318"/>
                <a:gd name="T20" fmla="*/ 158 w 396"/>
                <a:gd name="T21" fmla="*/ 156 h 318"/>
                <a:gd name="T22" fmla="*/ 166 w 396"/>
                <a:gd name="T23" fmla="*/ 142 h 318"/>
                <a:gd name="T24" fmla="*/ 176 w 396"/>
                <a:gd name="T25" fmla="*/ 134 h 318"/>
                <a:gd name="T26" fmla="*/ 190 w 396"/>
                <a:gd name="T27" fmla="*/ 132 h 318"/>
                <a:gd name="T28" fmla="*/ 208 w 396"/>
                <a:gd name="T29" fmla="*/ 134 h 318"/>
                <a:gd name="T30" fmla="*/ 250 w 396"/>
                <a:gd name="T31" fmla="*/ 134 h 318"/>
                <a:gd name="T32" fmla="*/ 290 w 396"/>
                <a:gd name="T33" fmla="*/ 126 h 318"/>
                <a:gd name="T34" fmla="*/ 302 w 396"/>
                <a:gd name="T35" fmla="*/ 122 h 318"/>
                <a:gd name="T36" fmla="*/ 318 w 396"/>
                <a:gd name="T37" fmla="*/ 124 h 318"/>
                <a:gd name="T38" fmla="*/ 340 w 396"/>
                <a:gd name="T39" fmla="*/ 136 h 318"/>
                <a:gd name="T40" fmla="*/ 358 w 396"/>
                <a:gd name="T41" fmla="*/ 142 h 318"/>
                <a:gd name="T42" fmla="*/ 370 w 396"/>
                <a:gd name="T43" fmla="*/ 144 h 318"/>
                <a:gd name="T44" fmla="*/ 386 w 396"/>
                <a:gd name="T45" fmla="*/ 136 h 318"/>
                <a:gd name="T46" fmla="*/ 394 w 396"/>
                <a:gd name="T47" fmla="*/ 118 h 318"/>
                <a:gd name="T48" fmla="*/ 396 w 396"/>
                <a:gd name="T49" fmla="*/ 96 h 318"/>
                <a:gd name="T50" fmla="*/ 386 w 396"/>
                <a:gd name="T51" fmla="*/ 56 h 318"/>
                <a:gd name="T52" fmla="*/ 368 w 396"/>
                <a:gd name="T53" fmla="*/ 20 h 318"/>
                <a:gd name="T54" fmla="*/ 352 w 396"/>
                <a:gd name="T55" fmla="*/ 6 h 318"/>
                <a:gd name="T56" fmla="*/ 346 w 396"/>
                <a:gd name="T57" fmla="*/ 0 h 318"/>
                <a:gd name="T58" fmla="*/ 364 w 396"/>
                <a:gd name="T59" fmla="*/ 40 h 318"/>
                <a:gd name="T60" fmla="*/ 368 w 396"/>
                <a:gd name="T61" fmla="*/ 60 h 318"/>
                <a:gd name="T62" fmla="*/ 358 w 396"/>
                <a:gd name="T63" fmla="*/ 80 h 318"/>
                <a:gd name="T64" fmla="*/ 350 w 396"/>
                <a:gd name="T65" fmla="*/ 88 h 318"/>
                <a:gd name="T66" fmla="*/ 334 w 396"/>
                <a:gd name="T67" fmla="*/ 90 h 318"/>
                <a:gd name="T68" fmla="*/ 308 w 396"/>
                <a:gd name="T69" fmla="*/ 84 h 318"/>
                <a:gd name="T70" fmla="*/ 292 w 396"/>
                <a:gd name="T71" fmla="*/ 80 h 318"/>
                <a:gd name="T72" fmla="*/ 286 w 396"/>
                <a:gd name="T73" fmla="*/ 82 h 318"/>
                <a:gd name="T74" fmla="*/ 270 w 396"/>
                <a:gd name="T75" fmla="*/ 92 h 318"/>
                <a:gd name="T76" fmla="*/ 250 w 396"/>
                <a:gd name="T77" fmla="*/ 96 h 318"/>
                <a:gd name="T78" fmla="*/ 228 w 396"/>
                <a:gd name="T79" fmla="*/ 98 h 318"/>
                <a:gd name="T80" fmla="*/ 190 w 396"/>
                <a:gd name="T81" fmla="*/ 94 h 318"/>
                <a:gd name="T82" fmla="*/ 170 w 396"/>
                <a:gd name="T83" fmla="*/ 94 h 318"/>
                <a:gd name="T84" fmla="*/ 154 w 396"/>
                <a:gd name="T85" fmla="*/ 102 h 318"/>
                <a:gd name="T86" fmla="*/ 148 w 396"/>
                <a:gd name="T87" fmla="*/ 106 h 318"/>
                <a:gd name="T88" fmla="*/ 140 w 396"/>
                <a:gd name="T89" fmla="*/ 124 h 318"/>
                <a:gd name="T90" fmla="*/ 126 w 396"/>
                <a:gd name="T91" fmla="*/ 150 h 318"/>
                <a:gd name="T92" fmla="*/ 108 w 396"/>
                <a:gd name="T93" fmla="*/ 164 h 318"/>
                <a:gd name="T94" fmla="*/ 56 w 396"/>
                <a:gd name="T95" fmla="*/ 196 h 318"/>
                <a:gd name="T96" fmla="*/ 46 w 396"/>
                <a:gd name="T97" fmla="*/ 204 h 318"/>
                <a:gd name="T98" fmla="*/ 38 w 396"/>
                <a:gd name="T99" fmla="*/ 224 h 318"/>
                <a:gd name="T100" fmla="*/ 36 w 396"/>
                <a:gd name="T101" fmla="*/ 238 h 318"/>
                <a:gd name="T102" fmla="*/ 24 w 396"/>
                <a:gd name="T103" fmla="*/ 276 h 318"/>
                <a:gd name="T104" fmla="*/ 0 w 396"/>
                <a:gd name="T105" fmla="*/ 310 h 3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96" h="318">
                  <a:moveTo>
                    <a:pt x="8" y="318"/>
                  </a:moveTo>
                  <a:lnTo>
                    <a:pt x="8" y="318"/>
                  </a:lnTo>
                  <a:lnTo>
                    <a:pt x="16" y="314"/>
                  </a:lnTo>
                  <a:lnTo>
                    <a:pt x="26" y="308"/>
                  </a:lnTo>
                  <a:lnTo>
                    <a:pt x="34" y="302"/>
                  </a:lnTo>
                  <a:lnTo>
                    <a:pt x="40" y="294"/>
                  </a:lnTo>
                  <a:lnTo>
                    <a:pt x="50" y="276"/>
                  </a:lnTo>
                  <a:lnTo>
                    <a:pt x="58" y="256"/>
                  </a:lnTo>
                  <a:lnTo>
                    <a:pt x="64" y="236"/>
                  </a:lnTo>
                  <a:lnTo>
                    <a:pt x="68" y="228"/>
                  </a:lnTo>
                  <a:lnTo>
                    <a:pt x="76" y="220"/>
                  </a:lnTo>
                  <a:lnTo>
                    <a:pt x="84" y="214"/>
                  </a:lnTo>
                  <a:lnTo>
                    <a:pt x="94" y="212"/>
                  </a:lnTo>
                  <a:lnTo>
                    <a:pt x="102" y="208"/>
                  </a:lnTo>
                  <a:lnTo>
                    <a:pt x="110" y="204"/>
                  </a:lnTo>
                  <a:lnTo>
                    <a:pt x="124" y="194"/>
                  </a:lnTo>
                  <a:lnTo>
                    <a:pt x="138" y="182"/>
                  </a:lnTo>
                  <a:lnTo>
                    <a:pt x="148" y="170"/>
                  </a:lnTo>
                  <a:lnTo>
                    <a:pt x="158" y="156"/>
                  </a:lnTo>
                  <a:lnTo>
                    <a:pt x="166" y="142"/>
                  </a:lnTo>
                  <a:lnTo>
                    <a:pt x="172" y="138"/>
                  </a:lnTo>
                  <a:lnTo>
                    <a:pt x="176" y="134"/>
                  </a:lnTo>
                  <a:lnTo>
                    <a:pt x="182" y="132"/>
                  </a:lnTo>
                  <a:lnTo>
                    <a:pt x="190" y="132"/>
                  </a:lnTo>
                  <a:lnTo>
                    <a:pt x="208" y="134"/>
                  </a:lnTo>
                  <a:lnTo>
                    <a:pt x="230" y="134"/>
                  </a:lnTo>
                  <a:lnTo>
                    <a:pt x="250" y="134"/>
                  </a:lnTo>
                  <a:lnTo>
                    <a:pt x="270" y="132"/>
                  </a:lnTo>
                  <a:lnTo>
                    <a:pt x="290" y="126"/>
                  </a:lnTo>
                  <a:lnTo>
                    <a:pt x="302" y="122"/>
                  </a:lnTo>
                  <a:lnTo>
                    <a:pt x="310" y="122"/>
                  </a:lnTo>
                  <a:lnTo>
                    <a:pt x="318" y="124"/>
                  </a:lnTo>
                  <a:lnTo>
                    <a:pt x="326" y="128"/>
                  </a:lnTo>
                  <a:lnTo>
                    <a:pt x="340" y="136"/>
                  </a:lnTo>
                  <a:lnTo>
                    <a:pt x="348" y="140"/>
                  </a:lnTo>
                  <a:lnTo>
                    <a:pt x="358" y="142"/>
                  </a:lnTo>
                  <a:lnTo>
                    <a:pt x="370" y="144"/>
                  </a:lnTo>
                  <a:lnTo>
                    <a:pt x="380" y="142"/>
                  </a:lnTo>
                  <a:lnTo>
                    <a:pt x="386" y="136"/>
                  </a:lnTo>
                  <a:lnTo>
                    <a:pt x="392" y="128"/>
                  </a:lnTo>
                  <a:lnTo>
                    <a:pt x="394" y="118"/>
                  </a:lnTo>
                  <a:lnTo>
                    <a:pt x="396" y="108"/>
                  </a:lnTo>
                  <a:lnTo>
                    <a:pt x="396" y="96"/>
                  </a:lnTo>
                  <a:lnTo>
                    <a:pt x="392" y="82"/>
                  </a:lnTo>
                  <a:lnTo>
                    <a:pt x="386" y="56"/>
                  </a:lnTo>
                  <a:lnTo>
                    <a:pt x="374" y="32"/>
                  </a:lnTo>
                  <a:lnTo>
                    <a:pt x="368" y="20"/>
                  </a:lnTo>
                  <a:lnTo>
                    <a:pt x="360" y="12"/>
                  </a:lnTo>
                  <a:lnTo>
                    <a:pt x="352" y="6"/>
                  </a:lnTo>
                  <a:lnTo>
                    <a:pt x="346" y="0"/>
                  </a:lnTo>
                  <a:lnTo>
                    <a:pt x="356" y="20"/>
                  </a:lnTo>
                  <a:lnTo>
                    <a:pt x="364" y="40"/>
                  </a:lnTo>
                  <a:lnTo>
                    <a:pt x="368" y="50"/>
                  </a:lnTo>
                  <a:lnTo>
                    <a:pt x="368" y="60"/>
                  </a:lnTo>
                  <a:lnTo>
                    <a:pt x="364" y="70"/>
                  </a:lnTo>
                  <a:lnTo>
                    <a:pt x="358" y="80"/>
                  </a:lnTo>
                  <a:lnTo>
                    <a:pt x="350" y="88"/>
                  </a:lnTo>
                  <a:lnTo>
                    <a:pt x="342" y="90"/>
                  </a:lnTo>
                  <a:lnTo>
                    <a:pt x="334" y="90"/>
                  </a:lnTo>
                  <a:lnTo>
                    <a:pt x="326" y="90"/>
                  </a:lnTo>
                  <a:lnTo>
                    <a:pt x="308" y="84"/>
                  </a:lnTo>
                  <a:lnTo>
                    <a:pt x="300" y="82"/>
                  </a:lnTo>
                  <a:lnTo>
                    <a:pt x="292" y="80"/>
                  </a:lnTo>
                  <a:lnTo>
                    <a:pt x="286" y="82"/>
                  </a:lnTo>
                  <a:lnTo>
                    <a:pt x="280" y="86"/>
                  </a:lnTo>
                  <a:lnTo>
                    <a:pt x="270" y="92"/>
                  </a:lnTo>
                  <a:lnTo>
                    <a:pt x="250" y="96"/>
                  </a:lnTo>
                  <a:lnTo>
                    <a:pt x="228" y="98"/>
                  </a:lnTo>
                  <a:lnTo>
                    <a:pt x="210" y="98"/>
                  </a:lnTo>
                  <a:lnTo>
                    <a:pt x="190" y="94"/>
                  </a:lnTo>
                  <a:lnTo>
                    <a:pt x="180" y="94"/>
                  </a:lnTo>
                  <a:lnTo>
                    <a:pt x="170" y="94"/>
                  </a:lnTo>
                  <a:lnTo>
                    <a:pt x="160" y="96"/>
                  </a:lnTo>
                  <a:lnTo>
                    <a:pt x="154" y="102"/>
                  </a:lnTo>
                  <a:lnTo>
                    <a:pt x="148" y="106"/>
                  </a:lnTo>
                  <a:lnTo>
                    <a:pt x="146" y="112"/>
                  </a:lnTo>
                  <a:lnTo>
                    <a:pt x="140" y="124"/>
                  </a:lnTo>
                  <a:lnTo>
                    <a:pt x="134" y="138"/>
                  </a:lnTo>
                  <a:lnTo>
                    <a:pt x="126" y="150"/>
                  </a:lnTo>
                  <a:lnTo>
                    <a:pt x="108" y="164"/>
                  </a:lnTo>
                  <a:lnTo>
                    <a:pt x="92" y="174"/>
                  </a:lnTo>
                  <a:lnTo>
                    <a:pt x="56" y="196"/>
                  </a:lnTo>
                  <a:lnTo>
                    <a:pt x="46" y="204"/>
                  </a:lnTo>
                  <a:lnTo>
                    <a:pt x="40" y="214"/>
                  </a:lnTo>
                  <a:lnTo>
                    <a:pt x="38" y="224"/>
                  </a:lnTo>
                  <a:lnTo>
                    <a:pt x="36" y="238"/>
                  </a:lnTo>
                  <a:lnTo>
                    <a:pt x="30" y="260"/>
                  </a:lnTo>
                  <a:lnTo>
                    <a:pt x="24" y="276"/>
                  </a:lnTo>
                  <a:lnTo>
                    <a:pt x="14" y="292"/>
                  </a:lnTo>
                  <a:lnTo>
                    <a:pt x="0" y="310"/>
                  </a:lnTo>
                  <a:lnTo>
                    <a:pt x="8" y="318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4" name="Freeform 1324">
              <a:extLst>
                <a:ext uri="{FF2B5EF4-FFF2-40B4-BE49-F238E27FC236}">
                  <a16:creationId xmlns:a16="http://schemas.microsoft.com/office/drawing/2014/main" id="{FDCDE772-F231-4975-884C-612C14A00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022"/>
              <a:ext cx="396" cy="318"/>
            </a:xfrm>
            <a:custGeom>
              <a:avLst/>
              <a:gdLst>
                <a:gd name="T0" fmla="*/ 8 w 396"/>
                <a:gd name="T1" fmla="*/ 318 h 318"/>
                <a:gd name="T2" fmla="*/ 26 w 396"/>
                <a:gd name="T3" fmla="*/ 308 h 318"/>
                <a:gd name="T4" fmla="*/ 40 w 396"/>
                <a:gd name="T5" fmla="*/ 294 h 318"/>
                <a:gd name="T6" fmla="*/ 58 w 396"/>
                <a:gd name="T7" fmla="*/ 256 h 318"/>
                <a:gd name="T8" fmla="*/ 64 w 396"/>
                <a:gd name="T9" fmla="*/ 236 h 318"/>
                <a:gd name="T10" fmla="*/ 76 w 396"/>
                <a:gd name="T11" fmla="*/ 220 h 318"/>
                <a:gd name="T12" fmla="*/ 84 w 396"/>
                <a:gd name="T13" fmla="*/ 214 h 318"/>
                <a:gd name="T14" fmla="*/ 102 w 396"/>
                <a:gd name="T15" fmla="*/ 208 h 318"/>
                <a:gd name="T16" fmla="*/ 110 w 396"/>
                <a:gd name="T17" fmla="*/ 204 h 318"/>
                <a:gd name="T18" fmla="*/ 138 w 396"/>
                <a:gd name="T19" fmla="*/ 182 h 318"/>
                <a:gd name="T20" fmla="*/ 158 w 396"/>
                <a:gd name="T21" fmla="*/ 156 h 318"/>
                <a:gd name="T22" fmla="*/ 166 w 396"/>
                <a:gd name="T23" fmla="*/ 142 h 318"/>
                <a:gd name="T24" fmla="*/ 176 w 396"/>
                <a:gd name="T25" fmla="*/ 134 h 318"/>
                <a:gd name="T26" fmla="*/ 190 w 396"/>
                <a:gd name="T27" fmla="*/ 132 h 318"/>
                <a:gd name="T28" fmla="*/ 208 w 396"/>
                <a:gd name="T29" fmla="*/ 134 h 318"/>
                <a:gd name="T30" fmla="*/ 250 w 396"/>
                <a:gd name="T31" fmla="*/ 134 h 318"/>
                <a:gd name="T32" fmla="*/ 290 w 396"/>
                <a:gd name="T33" fmla="*/ 126 h 318"/>
                <a:gd name="T34" fmla="*/ 302 w 396"/>
                <a:gd name="T35" fmla="*/ 122 h 318"/>
                <a:gd name="T36" fmla="*/ 318 w 396"/>
                <a:gd name="T37" fmla="*/ 124 h 318"/>
                <a:gd name="T38" fmla="*/ 340 w 396"/>
                <a:gd name="T39" fmla="*/ 136 h 318"/>
                <a:gd name="T40" fmla="*/ 358 w 396"/>
                <a:gd name="T41" fmla="*/ 142 h 318"/>
                <a:gd name="T42" fmla="*/ 370 w 396"/>
                <a:gd name="T43" fmla="*/ 144 h 318"/>
                <a:gd name="T44" fmla="*/ 386 w 396"/>
                <a:gd name="T45" fmla="*/ 136 h 318"/>
                <a:gd name="T46" fmla="*/ 394 w 396"/>
                <a:gd name="T47" fmla="*/ 118 h 318"/>
                <a:gd name="T48" fmla="*/ 396 w 396"/>
                <a:gd name="T49" fmla="*/ 96 h 318"/>
                <a:gd name="T50" fmla="*/ 386 w 396"/>
                <a:gd name="T51" fmla="*/ 56 h 318"/>
                <a:gd name="T52" fmla="*/ 368 w 396"/>
                <a:gd name="T53" fmla="*/ 20 h 318"/>
                <a:gd name="T54" fmla="*/ 352 w 396"/>
                <a:gd name="T55" fmla="*/ 6 h 318"/>
                <a:gd name="T56" fmla="*/ 346 w 396"/>
                <a:gd name="T57" fmla="*/ 0 h 318"/>
                <a:gd name="T58" fmla="*/ 364 w 396"/>
                <a:gd name="T59" fmla="*/ 40 h 318"/>
                <a:gd name="T60" fmla="*/ 368 w 396"/>
                <a:gd name="T61" fmla="*/ 60 h 318"/>
                <a:gd name="T62" fmla="*/ 358 w 396"/>
                <a:gd name="T63" fmla="*/ 80 h 318"/>
                <a:gd name="T64" fmla="*/ 350 w 396"/>
                <a:gd name="T65" fmla="*/ 88 h 318"/>
                <a:gd name="T66" fmla="*/ 334 w 396"/>
                <a:gd name="T67" fmla="*/ 90 h 318"/>
                <a:gd name="T68" fmla="*/ 308 w 396"/>
                <a:gd name="T69" fmla="*/ 84 h 318"/>
                <a:gd name="T70" fmla="*/ 292 w 396"/>
                <a:gd name="T71" fmla="*/ 80 h 318"/>
                <a:gd name="T72" fmla="*/ 286 w 396"/>
                <a:gd name="T73" fmla="*/ 82 h 318"/>
                <a:gd name="T74" fmla="*/ 270 w 396"/>
                <a:gd name="T75" fmla="*/ 92 h 318"/>
                <a:gd name="T76" fmla="*/ 250 w 396"/>
                <a:gd name="T77" fmla="*/ 96 h 318"/>
                <a:gd name="T78" fmla="*/ 228 w 396"/>
                <a:gd name="T79" fmla="*/ 98 h 318"/>
                <a:gd name="T80" fmla="*/ 190 w 396"/>
                <a:gd name="T81" fmla="*/ 94 h 318"/>
                <a:gd name="T82" fmla="*/ 170 w 396"/>
                <a:gd name="T83" fmla="*/ 94 h 318"/>
                <a:gd name="T84" fmla="*/ 154 w 396"/>
                <a:gd name="T85" fmla="*/ 102 h 318"/>
                <a:gd name="T86" fmla="*/ 148 w 396"/>
                <a:gd name="T87" fmla="*/ 106 h 318"/>
                <a:gd name="T88" fmla="*/ 140 w 396"/>
                <a:gd name="T89" fmla="*/ 124 h 318"/>
                <a:gd name="T90" fmla="*/ 126 w 396"/>
                <a:gd name="T91" fmla="*/ 150 h 318"/>
                <a:gd name="T92" fmla="*/ 108 w 396"/>
                <a:gd name="T93" fmla="*/ 164 h 318"/>
                <a:gd name="T94" fmla="*/ 56 w 396"/>
                <a:gd name="T95" fmla="*/ 196 h 318"/>
                <a:gd name="T96" fmla="*/ 46 w 396"/>
                <a:gd name="T97" fmla="*/ 204 h 318"/>
                <a:gd name="T98" fmla="*/ 38 w 396"/>
                <a:gd name="T99" fmla="*/ 224 h 318"/>
                <a:gd name="T100" fmla="*/ 36 w 396"/>
                <a:gd name="T101" fmla="*/ 238 h 318"/>
                <a:gd name="T102" fmla="*/ 24 w 396"/>
                <a:gd name="T103" fmla="*/ 276 h 318"/>
                <a:gd name="T104" fmla="*/ 0 w 396"/>
                <a:gd name="T105" fmla="*/ 310 h 3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96" h="318">
                  <a:moveTo>
                    <a:pt x="8" y="318"/>
                  </a:moveTo>
                  <a:lnTo>
                    <a:pt x="8" y="318"/>
                  </a:lnTo>
                  <a:lnTo>
                    <a:pt x="16" y="314"/>
                  </a:lnTo>
                  <a:lnTo>
                    <a:pt x="26" y="308"/>
                  </a:lnTo>
                  <a:lnTo>
                    <a:pt x="34" y="302"/>
                  </a:lnTo>
                  <a:lnTo>
                    <a:pt x="40" y="294"/>
                  </a:lnTo>
                  <a:lnTo>
                    <a:pt x="50" y="276"/>
                  </a:lnTo>
                  <a:lnTo>
                    <a:pt x="58" y="256"/>
                  </a:lnTo>
                  <a:lnTo>
                    <a:pt x="64" y="236"/>
                  </a:lnTo>
                  <a:lnTo>
                    <a:pt x="68" y="228"/>
                  </a:lnTo>
                  <a:lnTo>
                    <a:pt x="76" y="220"/>
                  </a:lnTo>
                  <a:lnTo>
                    <a:pt x="84" y="214"/>
                  </a:lnTo>
                  <a:lnTo>
                    <a:pt x="94" y="212"/>
                  </a:lnTo>
                  <a:lnTo>
                    <a:pt x="102" y="208"/>
                  </a:lnTo>
                  <a:lnTo>
                    <a:pt x="110" y="204"/>
                  </a:lnTo>
                  <a:lnTo>
                    <a:pt x="124" y="194"/>
                  </a:lnTo>
                  <a:lnTo>
                    <a:pt x="138" y="182"/>
                  </a:lnTo>
                  <a:lnTo>
                    <a:pt x="148" y="170"/>
                  </a:lnTo>
                  <a:lnTo>
                    <a:pt x="158" y="156"/>
                  </a:lnTo>
                  <a:lnTo>
                    <a:pt x="166" y="142"/>
                  </a:lnTo>
                  <a:lnTo>
                    <a:pt x="172" y="138"/>
                  </a:lnTo>
                  <a:lnTo>
                    <a:pt x="176" y="134"/>
                  </a:lnTo>
                  <a:lnTo>
                    <a:pt x="182" y="132"/>
                  </a:lnTo>
                  <a:lnTo>
                    <a:pt x="190" y="132"/>
                  </a:lnTo>
                  <a:lnTo>
                    <a:pt x="208" y="134"/>
                  </a:lnTo>
                  <a:lnTo>
                    <a:pt x="230" y="134"/>
                  </a:lnTo>
                  <a:lnTo>
                    <a:pt x="250" y="134"/>
                  </a:lnTo>
                  <a:lnTo>
                    <a:pt x="270" y="132"/>
                  </a:lnTo>
                  <a:lnTo>
                    <a:pt x="290" y="126"/>
                  </a:lnTo>
                  <a:lnTo>
                    <a:pt x="302" y="122"/>
                  </a:lnTo>
                  <a:lnTo>
                    <a:pt x="310" y="122"/>
                  </a:lnTo>
                  <a:lnTo>
                    <a:pt x="318" y="124"/>
                  </a:lnTo>
                  <a:lnTo>
                    <a:pt x="326" y="128"/>
                  </a:lnTo>
                  <a:lnTo>
                    <a:pt x="340" y="136"/>
                  </a:lnTo>
                  <a:lnTo>
                    <a:pt x="348" y="140"/>
                  </a:lnTo>
                  <a:lnTo>
                    <a:pt x="358" y="142"/>
                  </a:lnTo>
                  <a:lnTo>
                    <a:pt x="370" y="144"/>
                  </a:lnTo>
                  <a:lnTo>
                    <a:pt x="380" y="142"/>
                  </a:lnTo>
                  <a:lnTo>
                    <a:pt x="386" y="136"/>
                  </a:lnTo>
                  <a:lnTo>
                    <a:pt x="392" y="128"/>
                  </a:lnTo>
                  <a:lnTo>
                    <a:pt x="394" y="118"/>
                  </a:lnTo>
                  <a:lnTo>
                    <a:pt x="396" y="108"/>
                  </a:lnTo>
                  <a:lnTo>
                    <a:pt x="396" y="96"/>
                  </a:lnTo>
                  <a:lnTo>
                    <a:pt x="392" y="82"/>
                  </a:lnTo>
                  <a:lnTo>
                    <a:pt x="386" y="56"/>
                  </a:lnTo>
                  <a:lnTo>
                    <a:pt x="374" y="32"/>
                  </a:lnTo>
                  <a:lnTo>
                    <a:pt x="368" y="20"/>
                  </a:lnTo>
                  <a:lnTo>
                    <a:pt x="360" y="12"/>
                  </a:lnTo>
                  <a:lnTo>
                    <a:pt x="352" y="6"/>
                  </a:lnTo>
                  <a:lnTo>
                    <a:pt x="346" y="0"/>
                  </a:lnTo>
                  <a:lnTo>
                    <a:pt x="356" y="20"/>
                  </a:lnTo>
                  <a:lnTo>
                    <a:pt x="364" y="40"/>
                  </a:lnTo>
                  <a:lnTo>
                    <a:pt x="368" y="50"/>
                  </a:lnTo>
                  <a:lnTo>
                    <a:pt x="368" y="60"/>
                  </a:lnTo>
                  <a:lnTo>
                    <a:pt x="364" y="70"/>
                  </a:lnTo>
                  <a:lnTo>
                    <a:pt x="358" y="80"/>
                  </a:lnTo>
                  <a:lnTo>
                    <a:pt x="350" y="88"/>
                  </a:lnTo>
                  <a:lnTo>
                    <a:pt x="342" y="90"/>
                  </a:lnTo>
                  <a:lnTo>
                    <a:pt x="334" y="90"/>
                  </a:lnTo>
                  <a:lnTo>
                    <a:pt x="326" y="90"/>
                  </a:lnTo>
                  <a:lnTo>
                    <a:pt x="308" y="84"/>
                  </a:lnTo>
                  <a:lnTo>
                    <a:pt x="300" y="82"/>
                  </a:lnTo>
                  <a:lnTo>
                    <a:pt x="292" y="80"/>
                  </a:lnTo>
                  <a:lnTo>
                    <a:pt x="286" y="82"/>
                  </a:lnTo>
                  <a:lnTo>
                    <a:pt x="280" y="86"/>
                  </a:lnTo>
                  <a:lnTo>
                    <a:pt x="270" y="92"/>
                  </a:lnTo>
                  <a:lnTo>
                    <a:pt x="250" y="96"/>
                  </a:lnTo>
                  <a:lnTo>
                    <a:pt x="228" y="98"/>
                  </a:lnTo>
                  <a:lnTo>
                    <a:pt x="210" y="98"/>
                  </a:lnTo>
                  <a:lnTo>
                    <a:pt x="190" y="94"/>
                  </a:lnTo>
                  <a:lnTo>
                    <a:pt x="180" y="94"/>
                  </a:lnTo>
                  <a:lnTo>
                    <a:pt x="170" y="94"/>
                  </a:lnTo>
                  <a:lnTo>
                    <a:pt x="160" y="96"/>
                  </a:lnTo>
                  <a:lnTo>
                    <a:pt x="154" y="102"/>
                  </a:lnTo>
                  <a:lnTo>
                    <a:pt x="148" y="106"/>
                  </a:lnTo>
                  <a:lnTo>
                    <a:pt x="146" y="112"/>
                  </a:lnTo>
                  <a:lnTo>
                    <a:pt x="140" y="124"/>
                  </a:lnTo>
                  <a:lnTo>
                    <a:pt x="134" y="138"/>
                  </a:lnTo>
                  <a:lnTo>
                    <a:pt x="126" y="150"/>
                  </a:lnTo>
                  <a:lnTo>
                    <a:pt x="108" y="164"/>
                  </a:lnTo>
                  <a:lnTo>
                    <a:pt x="92" y="174"/>
                  </a:lnTo>
                  <a:lnTo>
                    <a:pt x="56" y="196"/>
                  </a:lnTo>
                  <a:lnTo>
                    <a:pt x="46" y="204"/>
                  </a:lnTo>
                  <a:lnTo>
                    <a:pt x="40" y="214"/>
                  </a:lnTo>
                  <a:lnTo>
                    <a:pt x="38" y="224"/>
                  </a:lnTo>
                  <a:lnTo>
                    <a:pt x="36" y="238"/>
                  </a:lnTo>
                  <a:lnTo>
                    <a:pt x="30" y="260"/>
                  </a:lnTo>
                  <a:lnTo>
                    <a:pt x="24" y="276"/>
                  </a:lnTo>
                  <a:lnTo>
                    <a:pt x="14" y="292"/>
                  </a:lnTo>
                  <a:lnTo>
                    <a:pt x="0" y="3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5" name="Freeform 1325">
              <a:extLst>
                <a:ext uri="{FF2B5EF4-FFF2-40B4-BE49-F238E27FC236}">
                  <a16:creationId xmlns:a16="http://schemas.microsoft.com/office/drawing/2014/main" id="{05850C3B-5675-4DCA-80B7-98AF86EB8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314"/>
              <a:ext cx="82" cy="416"/>
            </a:xfrm>
            <a:custGeom>
              <a:avLst/>
              <a:gdLst>
                <a:gd name="T0" fmla="*/ 64 w 82"/>
                <a:gd name="T1" fmla="*/ 12 h 416"/>
                <a:gd name="T2" fmla="*/ 38 w 82"/>
                <a:gd name="T3" fmla="*/ 36 h 416"/>
                <a:gd name="T4" fmla="*/ 34 w 82"/>
                <a:gd name="T5" fmla="*/ 44 h 416"/>
                <a:gd name="T6" fmla="*/ 34 w 82"/>
                <a:gd name="T7" fmla="*/ 56 h 416"/>
                <a:gd name="T8" fmla="*/ 42 w 82"/>
                <a:gd name="T9" fmla="*/ 84 h 416"/>
                <a:gd name="T10" fmla="*/ 44 w 82"/>
                <a:gd name="T11" fmla="*/ 102 h 416"/>
                <a:gd name="T12" fmla="*/ 38 w 82"/>
                <a:gd name="T13" fmla="*/ 126 h 416"/>
                <a:gd name="T14" fmla="*/ 32 w 82"/>
                <a:gd name="T15" fmla="*/ 148 h 416"/>
                <a:gd name="T16" fmla="*/ 30 w 82"/>
                <a:gd name="T17" fmla="*/ 158 h 416"/>
                <a:gd name="T18" fmla="*/ 36 w 82"/>
                <a:gd name="T19" fmla="*/ 186 h 416"/>
                <a:gd name="T20" fmla="*/ 40 w 82"/>
                <a:gd name="T21" fmla="*/ 212 h 416"/>
                <a:gd name="T22" fmla="*/ 38 w 82"/>
                <a:gd name="T23" fmla="*/ 226 h 416"/>
                <a:gd name="T24" fmla="*/ 30 w 82"/>
                <a:gd name="T25" fmla="*/ 254 h 416"/>
                <a:gd name="T26" fmla="*/ 28 w 82"/>
                <a:gd name="T27" fmla="*/ 268 h 416"/>
                <a:gd name="T28" fmla="*/ 32 w 82"/>
                <a:gd name="T29" fmla="*/ 282 h 416"/>
                <a:gd name="T30" fmla="*/ 48 w 82"/>
                <a:gd name="T31" fmla="*/ 304 h 416"/>
                <a:gd name="T32" fmla="*/ 54 w 82"/>
                <a:gd name="T33" fmla="*/ 316 h 416"/>
                <a:gd name="T34" fmla="*/ 56 w 82"/>
                <a:gd name="T35" fmla="*/ 328 h 416"/>
                <a:gd name="T36" fmla="*/ 56 w 82"/>
                <a:gd name="T37" fmla="*/ 354 h 416"/>
                <a:gd name="T38" fmla="*/ 60 w 82"/>
                <a:gd name="T39" fmla="*/ 366 h 416"/>
                <a:gd name="T40" fmla="*/ 74 w 82"/>
                <a:gd name="T41" fmla="*/ 390 h 416"/>
                <a:gd name="T42" fmla="*/ 82 w 82"/>
                <a:gd name="T43" fmla="*/ 408 h 416"/>
                <a:gd name="T44" fmla="*/ 82 w 82"/>
                <a:gd name="T45" fmla="*/ 416 h 416"/>
                <a:gd name="T46" fmla="*/ 50 w 82"/>
                <a:gd name="T47" fmla="*/ 370 h 416"/>
                <a:gd name="T48" fmla="*/ 46 w 82"/>
                <a:gd name="T49" fmla="*/ 364 h 416"/>
                <a:gd name="T50" fmla="*/ 40 w 82"/>
                <a:gd name="T51" fmla="*/ 342 h 416"/>
                <a:gd name="T52" fmla="*/ 36 w 82"/>
                <a:gd name="T53" fmla="*/ 312 h 416"/>
                <a:gd name="T54" fmla="*/ 32 w 82"/>
                <a:gd name="T55" fmla="*/ 306 h 416"/>
                <a:gd name="T56" fmla="*/ 20 w 82"/>
                <a:gd name="T57" fmla="*/ 294 h 416"/>
                <a:gd name="T58" fmla="*/ 8 w 82"/>
                <a:gd name="T59" fmla="*/ 284 h 416"/>
                <a:gd name="T60" fmla="*/ 4 w 82"/>
                <a:gd name="T61" fmla="*/ 278 h 416"/>
                <a:gd name="T62" fmla="*/ 0 w 82"/>
                <a:gd name="T63" fmla="*/ 266 h 416"/>
                <a:gd name="T64" fmla="*/ 2 w 82"/>
                <a:gd name="T65" fmla="*/ 254 h 416"/>
                <a:gd name="T66" fmla="*/ 12 w 82"/>
                <a:gd name="T67" fmla="*/ 230 h 416"/>
                <a:gd name="T68" fmla="*/ 14 w 82"/>
                <a:gd name="T69" fmla="*/ 216 h 416"/>
                <a:gd name="T70" fmla="*/ 10 w 82"/>
                <a:gd name="T71" fmla="*/ 170 h 416"/>
                <a:gd name="T72" fmla="*/ 6 w 82"/>
                <a:gd name="T73" fmla="*/ 160 h 416"/>
                <a:gd name="T74" fmla="*/ 2 w 82"/>
                <a:gd name="T75" fmla="*/ 148 h 416"/>
                <a:gd name="T76" fmla="*/ 2 w 82"/>
                <a:gd name="T77" fmla="*/ 140 h 416"/>
                <a:gd name="T78" fmla="*/ 10 w 82"/>
                <a:gd name="T79" fmla="*/ 122 h 416"/>
                <a:gd name="T80" fmla="*/ 12 w 82"/>
                <a:gd name="T81" fmla="*/ 114 h 416"/>
                <a:gd name="T82" fmla="*/ 10 w 82"/>
                <a:gd name="T83" fmla="*/ 84 h 416"/>
                <a:gd name="T84" fmla="*/ 6 w 82"/>
                <a:gd name="T85" fmla="*/ 46 h 416"/>
                <a:gd name="T86" fmla="*/ 8 w 82"/>
                <a:gd name="T87" fmla="*/ 32 h 416"/>
                <a:gd name="T88" fmla="*/ 18 w 82"/>
                <a:gd name="T89" fmla="*/ 16 h 416"/>
                <a:gd name="T90" fmla="*/ 42 w 82"/>
                <a:gd name="T91" fmla="*/ 6 h 416"/>
                <a:gd name="T92" fmla="*/ 52 w 82"/>
                <a:gd name="T93" fmla="*/ 0 h 41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2" h="416">
                  <a:moveTo>
                    <a:pt x="64" y="12"/>
                  </a:moveTo>
                  <a:lnTo>
                    <a:pt x="64" y="12"/>
                  </a:lnTo>
                  <a:lnTo>
                    <a:pt x="44" y="28"/>
                  </a:lnTo>
                  <a:lnTo>
                    <a:pt x="38" y="36"/>
                  </a:lnTo>
                  <a:lnTo>
                    <a:pt x="34" y="44"/>
                  </a:lnTo>
                  <a:lnTo>
                    <a:pt x="34" y="50"/>
                  </a:lnTo>
                  <a:lnTo>
                    <a:pt x="34" y="56"/>
                  </a:lnTo>
                  <a:lnTo>
                    <a:pt x="38" y="68"/>
                  </a:lnTo>
                  <a:lnTo>
                    <a:pt x="42" y="84"/>
                  </a:lnTo>
                  <a:lnTo>
                    <a:pt x="44" y="92"/>
                  </a:lnTo>
                  <a:lnTo>
                    <a:pt x="44" y="102"/>
                  </a:lnTo>
                  <a:lnTo>
                    <a:pt x="38" y="126"/>
                  </a:lnTo>
                  <a:lnTo>
                    <a:pt x="34" y="140"/>
                  </a:lnTo>
                  <a:lnTo>
                    <a:pt x="32" y="148"/>
                  </a:lnTo>
                  <a:lnTo>
                    <a:pt x="30" y="158"/>
                  </a:lnTo>
                  <a:lnTo>
                    <a:pt x="32" y="172"/>
                  </a:lnTo>
                  <a:lnTo>
                    <a:pt x="36" y="186"/>
                  </a:lnTo>
                  <a:lnTo>
                    <a:pt x="40" y="198"/>
                  </a:lnTo>
                  <a:lnTo>
                    <a:pt x="40" y="212"/>
                  </a:lnTo>
                  <a:lnTo>
                    <a:pt x="38" y="226"/>
                  </a:lnTo>
                  <a:lnTo>
                    <a:pt x="34" y="240"/>
                  </a:lnTo>
                  <a:lnTo>
                    <a:pt x="30" y="254"/>
                  </a:lnTo>
                  <a:lnTo>
                    <a:pt x="28" y="268"/>
                  </a:lnTo>
                  <a:lnTo>
                    <a:pt x="30" y="276"/>
                  </a:lnTo>
                  <a:lnTo>
                    <a:pt x="32" y="282"/>
                  </a:lnTo>
                  <a:lnTo>
                    <a:pt x="40" y="292"/>
                  </a:lnTo>
                  <a:lnTo>
                    <a:pt x="48" y="304"/>
                  </a:lnTo>
                  <a:lnTo>
                    <a:pt x="52" y="310"/>
                  </a:lnTo>
                  <a:lnTo>
                    <a:pt x="54" y="316"/>
                  </a:lnTo>
                  <a:lnTo>
                    <a:pt x="56" y="328"/>
                  </a:lnTo>
                  <a:lnTo>
                    <a:pt x="56" y="342"/>
                  </a:lnTo>
                  <a:lnTo>
                    <a:pt x="56" y="354"/>
                  </a:lnTo>
                  <a:lnTo>
                    <a:pt x="60" y="366"/>
                  </a:lnTo>
                  <a:lnTo>
                    <a:pt x="66" y="380"/>
                  </a:lnTo>
                  <a:lnTo>
                    <a:pt x="74" y="390"/>
                  </a:lnTo>
                  <a:lnTo>
                    <a:pt x="80" y="402"/>
                  </a:lnTo>
                  <a:lnTo>
                    <a:pt x="82" y="408"/>
                  </a:lnTo>
                  <a:lnTo>
                    <a:pt x="82" y="416"/>
                  </a:lnTo>
                  <a:lnTo>
                    <a:pt x="64" y="394"/>
                  </a:lnTo>
                  <a:lnTo>
                    <a:pt x="50" y="370"/>
                  </a:lnTo>
                  <a:lnTo>
                    <a:pt x="46" y="364"/>
                  </a:lnTo>
                  <a:lnTo>
                    <a:pt x="42" y="356"/>
                  </a:lnTo>
                  <a:lnTo>
                    <a:pt x="40" y="342"/>
                  </a:lnTo>
                  <a:lnTo>
                    <a:pt x="38" y="328"/>
                  </a:lnTo>
                  <a:lnTo>
                    <a:pt x="36" y="312"/>
                  </a:lnTo>
                  <a:lnTo>
                    <a:pt x="32" y="306"/>
                  </a:lnTo>
                  <a:lnTo>
                    <a:pt x="28" y="302"/>
                  </a:lnTo>
                  <a:lnTo>
                    <a:pt x="20" y="294"/>
                  </a:lnTo>
                  <a:lnTo>
                    <a:pt x="12" y="288"/>
                  </a:lnTo>
                  <a:lnTo>
                    <a:pt x="8" y="284"/>
                  </a:lnTo>
                  <a:lnTo>
                    <a:pt x="4" y="278"/>
                  </a:lnTo>
                  <a:lnTo>
                    <a:pt x="0" y="272"/>
                  </a:lnTo>
                  <a:lnTo>
                    <a:pt x="0" y="266"/>
                  </a:lnTo>
                  <a:lnTo>
                    <a:pt x="0" y="260"/>
                  </a:lnTo>
                  <a:lnTo>
                    <a:pt x="2" y="254"/>
                  </a:lnTo>
                  <a:lnTo>
                    <a:pt x="8" y="242"/>
                  </a:lnTo>
                  <a:lnTo>
                    <a:pt x="12" y="230"/>
                  </a:lnTo>
                  <a:lnTo>
                    <a:pt x="14" y="216"/>
                  </a:lnTo>
                  <a:lnTo>
                    <a:pt x="14" y="200"/>
                  </a:lnTo>
                  <a:lnTo>
                    <a:pt x="10" y="170"/>
                  </a:lnTo>
                  <a:lnTo>
                    <a:pt x="6" y="160"/>
                  </a:lnTo>
                  <a:lnTo>
                    <a:pt x="4" y="154"/>
                  </a:lnTo>
                  <a:lnTo>
                    <a:pt x="2" y="148"/>
                  </a:lnTo>
                  <a:lnTo>
                    <a:pt x="2" y="140"/>
                  </a:lnTo>
                  <a:lnTo>
                    <a:pt x="4" y="136"/>
                  </a:lnTo>
                  <a:lnTo>
                    <a:pt x="10" y="122"/>
                  </a:lnTo>
                  <a:lnTo>
                    <a:pt x="12" y="114"/>
                  </a:lnTo>
                  <a:lnTo>
                    <a:pt x="12" y="104"/>
                  </a:lnTo>
                  <a:lnTo>
                    <a:pt x="10" y="84"/>
                  </a:lnTo>
                  <a:lnTo>
                    <a:pt x="8" y="62"/>
                  </a:lnTo>
                  <a:lnTo>
                    <a:pt x="6" y="46"/>
                  </a:lnTo>
                  <a:lnTo>
                    <a:pt x="8" y="32"/>
                  </a:lnTo>
                  <a:lnTo>
                    <a:pt x="12" y="24"/>
                  </a:lnTo>
                  <a:lnTo>
                    <a:pt x="18" y="16"/>
                  </a:lnTo>
                  <a:lnTo>
                    <a:pt x="26" y="12"/>
                  </a:lnTo>
                  <a:lnTo>
                    <a:pt x="42" y="6"/>
                  </a:lnTo>
                  <a:lnTo>
                    <a:pt x="48" y="4"/>
                  </a:lnTo>
                  <a:lnTo>
                    <a:pt x="52" y="0"/>
                  </a:lnTo>
                  <a:lnTo>
                    <a:pt x="64" y="12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6" name="Freeform 1326">
              <a:extLst>
                <a:ext uri="{FF2B5EF4-FFF2-40B4-BE49-F238E27FC236}">
                  <a16:creationId xmlns:a16="http://schemas.microsoft.com/office/drawing/2014/main" id="{05F6E0B5-6418-4C1C-8874-4F12F54A7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314"/>
              <a:ext cx="82" cy="416"/>
            </a:xfrm>
            <a:custGeom>
              <a:avLst/>
              <a:gdLst>
                <a:gd name="T0" fmla="*/ 64 w 82"/>
                <a:gd name="T1" fmla="*/ 12 h 416"/>
                <a:gd name="T2" fmla="*/ 38 w 82"/>
                <a:gd name="T3" fmla="*/ 36 h 416"/>
                <a:gd name="T4" fmla="*/ 34 w 82"/>
                <a:gd name="T5" fmla="*/ 44 h 416"/>
                <a:gd name="T6" fmla="*/ 34 w 82"/>
                <a:gd name="T7" fmla="*/ 56 h 416"/>
                <a:gd name="T8" fmla="*/ 42 w 82"/>
                <a:gd name="T9" fmla="*/ 84 h 416"/>
                <a:gd name="T10" fmla="*/ 44 w 82"/>
                <a:gd name="T11" fmla="*/ 102 h 416"/>
                <a:gd name="T12" fmla="*/ 38 w 82"/>
                <a:gd name="T13" fmla="*/ 126 h 416"/>
                <a:gd name="T14" fmla="*/ 32 w 82"/>
                <a:gd name="T15" fmla="*/ 148 h 416"/>
                <a:gd name="T16" fmla="*/ 30 w 82"/>
                <a:gd name="T17" fmla="*/ 158 h 416"/>
                <a:gd name="T18" fmla="*/ 36 w 82"/>
                <a:gd name="T19" fmla="*/ 186 h 416"/>
                <a:gd name="T20" fmla="*/ 40 w 82"/>
                <a:gd name="T21" fmla="*/ 212 h 416"/>
                <a:gd name="T22" fmla="*/ 38 w 82"/>
                <a:gd name="T23" fmla="*/ 226 h 416"/>
                <a:gd name="T24" fmla="*/ 30 w 82"/>
                <a:gd name="T25" fmla="*/ 254 h 416"/>
                <a:gd name="T26" fmla="*/ 28 w 82"/>
                <a:gd name="T27" fmla="*/ 268 h 416"/>
                <a:gd name="T28" fmla="*/ 32 w 82"/>
                <a:gd name="T29" fmla="*/ 282 h 416"/>
                <a:gd name="T30" fmla="*/ 48 w 82"/>
                <a:gd name="T31" fmla="*/ 304 h 416"/>
                <a:gd name="T32" fmla="*/ 54 w 82"/>
                <a:gd name="T33" fmla="*/ 316 h 416"/>
                <a:gd name="T34" fmla="*/ 56 w 82"/>
                <a:gd name="T35" fmla="*/ 328 h 416"/>
                <a:gd name="T36" fmla="*/ 56 w 82"/>
                <a:gd name="T37" fmla="*/ 354 h 416"/>
                <a:gd name="T38" fmla="*/ 60 w 82"/>
                <a:gd name="T39" fmla="*/ 366 h 416"/>
                <a:gd name="T40" fmla="*/ 74 w 82"/>
                <a:gd name="T41" fmla="*/ 390 h 416"/>
                <a:gd name="T42" fmla="*/ 82 w 82"/>
                <a:gd name="T43" fmla="*/ 408 h 416"/>
                <a:gd name="T44" fmla="*/ 82 w 82"/>
                <a:gd name="T45" fmla="*/ 416 h 416"/>
                <a:gd name="T46" fmla="*/ 50 w 82"/>
                <a:gd name="T47" fmla="*/ 370 h 416"/>
                <a:gd name="T48" fmla="*/ 46 w 82"/>
                <a:gd name="T49" fmla="*/ 364 h 416"/>
                <a:gd name="T50" fmla="*/ 40 w 82"/>
                <a:gd name="T51" fmla="*/ 342 h 416"/>
                <a:gd name="T52" fmla="*/ 36 w 82"/>
                <a:gd name="T53" fmla="*/ 312 h 416"/>
                <a:gd name="T54" fmla="*/ 32 w 82"/>
                <a:gd name="T55" fmla="*/ 306 h 416"/>
                <a:gd name="T56" fmla="*/ 20 w 82"/>
                <a:gd name="T57" fmla="*/ 294 h 416"/>
                <a:gd name="T58" fmla="*/ 8 w 82"/>
                <a:gd name="T59" fmla="*/ 284 h 416"/>
                <a:gd name="T60" fmla="*/ 4 w 82"/>
                <a:gd name="T61" fmla="*/ 278 h 416"/>
                <a:gd name="T62" fmla="*/ 0 w 82"/>
                <a:gd name="T63" fmla="*/ 266 h 416"/>
                <a:gd name="T64" fmla="*/ 2 w 82"/>
                <a:gd name="T65" fmla="*/ 254 h 416"/>
                <a:gd name="T66" fmla="*/ 12 w 82"/>
                <a:gd name="T67" fmla="*/ 230 h 416"/>
                <a:gd name="T68" fmla="*/ 14 w 82"/>
                <a:gd name="T69" fmla="*/ 216 h 416"/>
                <a:gd name="T70" fmla="*/ 10 w 82"/>
                <a:gd name="T71" fmla="*/ 170 h 416"/>
                <a:gd name="T72" fmla="*/ 6 w 82"/>
                <a:gd name="T73" fmla="*/ 160 h 416"/>
                <a:gd name="T74" fmla="*/ 2 w 82"/>
                <a:gd name="T75" fmla="*/ 148 h 416"/>
                <a:gd name="T76" fmla="*/ 2 w 82"/>
                <a:gd name="T77" fmla="*/ 140 h 416"/>
                <a:gd name="T78" fmla="*/ 10 w 82"/>
                <a:gd name="T79" fmla="*/ 122 h 416"/>
                <a:gd name="T80" fmla="*/ 12 w 82"/>
                <a:gd name="T81" fmla="*/ 114 h 416"/>
                <a:gd name="T82" fmla="*/ 10 w 82"/>
                <a:gd name="T83" fmla="*/ 84 h 416"/>
                <a:gd name="T84" fmla="*/ 6 w 82"/>
                <a:gd name="T85" fmla="*/ 46 h 416"/>
                <a:gd name="T86" fmla="*/ 8 w 82"/>
                <a:gd name="T87" fmla="*/ 32 h 416"/>
                <a:gd name="T88" fmla="*/ 18 w 82"/>
                <a:gd name="T89" fmla="*/ 16 h 416"/>
                <a:gd name="T90" fmla="*/ 42 w 82"/>
                <a:gd name="T91" fmla="*/ 6 h 416"/>
                <a:gd name="T92" fmla="*/ 52 w 82"/>
                <a:gd name="T93" fmla="*/ 0 h 41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2" h="416">
                  <a:moveTo>
                    <a:pt x="64" y="12"/>
                  </a:moveTo>
                  <a:lnTo>
                    <a:pt x="64" y="12"/>
                  </a:lnTo>
                  <a:lnTo>
                    <a:pt x="44" y="28"/>
                  </a:lnTo>
                  <a:lnTo>
                    <a:pt x="38" y="36"/>
                  </a:lnTo>
                  <a:lnTo>
                    <a:pt x="34" y="44"/>
                  </a:lnTo>
                  <a:lnTo>
                    <a:pt x="34" y="50"/>
                  </a:lnTo>
                  <a:lnTo>
                    <a:pt x="34" y="56"/>
                  </a:lnTo>
                  <a:lnTo>
                    <a:pt x="38" y="68"/>
                  </a:lnTo>
                  <a:lnTo>
                    <a:pt x="42" y="84"/>
                  </a:lnTo>
                  <a:lnTo>
                    <a:pt x="44" y="92"/>
                  </a:lnTo>
                  <a:lnTo>
                    <a:pt x="44" y="102"/>
                  </a:lnTo>
                  <a:lnTo>
                    <a:pt x="38" y="126"/>
                  </a:lnTo>
                  <a:lnTo>
                    <a:pt x="34" y="140"/>
                  </a:lnTo>
                  <a:lnTo>
                    <a:pt x="32" y="148"/>
                  </a:lnTo>
                  <a:lnTo>
                    <a:pt x="30" y="158"/>
                  </a:lnTo>
                  <a:lnTo>
                    <a:pt x="32" y="172"/>
                  </a:lnTo>
                  <a:lnTo>
                    <a:pt x="36" y="186"/>
                  </a:lnTo>
                  <a:lnTo>
                    <a:pt x="40" y="198"/>
                  </a:lnTo>
                  <a:lnTo>
                    <a:pt x="40" y="212"/>
                  </a:lnTo>
                  <a:lnTo>
                    <a:pt x="38" y="226"/>
                  </a:lnTo>
                  <a:lnTo>
                    <a:pt x="34" y="240"/>
                  </a:lnTo>
                  <a:lnTo>
                    <a:pt x="30" y="254"/>
                  </a:lnTo>
                  <a:lnTo>
                    <a:pt x="28" y="268"/>
                  </a:lnTo>
                  <a:lnTo>
                    <a:pt x="30" y="276"/>
                  </a:lnTo>
                  <a:lnTo>
                    <a:pt x="32" y="282"/>
                  </a:lnTo>
                  <a:lnTo>
                    <a:pt x="40" y="292"/>
                  </a:lnTo>
                  <a:lnTo>
                    <a:pt x="48" y="304"/>
                  </a:lnTo>
                  <a:lnTo>
                    <a:pt x="52" y="310"/>
                  </a:lnTo>
                  <a:lnTo>
                    <a:pt x="54" y="316"/>
                  </a:lnTo>
                  <a:lnTo>
                    <a:pt x="56" y="328"/>
                  </a:lnTo>
                  <a:lnTo>
                    <a:pt x="56" y="342"/>
                  </a:lnTo>
                  <a:lnTo>
                    <a:pt x="56" y="354"/>
                  </a:lnTo>
                  <a:lnTo>
                    <a:pt x="60" y="366"/>
                  </a:lnTo>
                  <a:lnTo>
                    <a:pt x="66" y="380"/>
                  </a:lnTo>
                  <a:lnTo>
                    <a:pt x="74" y="390"/>
                  </a:lnTo>
                  <a:lnTo>
                    <a:pt x="80" y="402"/>
                  </a:lnTo>
                  <a:lnTo>
                    <a:pt x="82" y="408"/>
                  </a:lnTo>
                  <a:lnTo>
                    <a:pt x="82" y="416"/>
                  </a:lnTo>
                  <a:lnTo>
                    <a:pt x="64" y="394"/>
                  </a:lnTo>
                  <a:lnTo>
                    <a:pt x="50" y="370"/>
                  </a:lnTo>
                  <a:lnTo>
                    <a:pt x="46" y="364"/>
                  </a:lnTo>
                  <a:lnTo>
                    <a:pt x="42" y="356"/>
                  </a:lnTo>
                  <a:lnTo>
                    <a:pt x="40" y="342"/>
                  </a:lnTo>
                  <a:lnTo>
                    <a:pt x="38" y="328"/>
                  </a:lnTo>
                  <a:lnTo>
                    <a:pt x="36" y="312"/>
                  </a:lnTo>
                  <a:lnTo>
                    <a:pt x="32" y="306"/>
                  </a:lnTo>
                  <a:lnTo>
                    <a:pt x="28" y="302"/>
                  </a:lnTo>
                  <a:lnTo>
                    <a:pt x="20" y="294"/>
                  </a:lnTo>
                  <a:lnTo>
                    <a:pt x="12" y="288"/>
                  </a:lnTo>
                  <a:lnTo>
                    <a:pt x="8" y="284"/>
                  </a:lnTo>
                  <a:lnTo>
                    <a:pt x="4" y="278"/>
                  </a:lnTo>
                  <a:lnTo>
                    <a:pt x="0" y="272"/>
                  </a:lnTo>
                  <a:lnTo>
                    <a:pt x="0" y="266"/>
                  </a:lnTo>
                  <a:lnTo>
                    <a:pt x="0" y="260"/>
                  </a:lnTo>
                  <a:lnTo>
                    <a:pt x="2" y="254"/>
                  </a:lnTo>
                  <a:lnTo>
                    <a:pt x="8" y="242"/>
                  </a:lnTo>
                  <a:lnTo>
                    <a:pt x="12" y="230"/>
                  </a:lnTo>
                  <a:lnTo>
                    <a:pt x="14" y="216"/>
                  </a:lnTo>
                  <a:lnTo>
                    <a:pt x="14" y="200"/>
                  </a:lnTo>
                  <a:lnTo>
                    <a:pt x="10" y="170"/>
                  </a:lnTo>
                  <a:lnTo>
                    <a:pt x="6" y="160"/>
                  </a:lnTo>
                  <a:lnTo>
                    <a:pt x="4" y="154"/>
                  </a:lnTo>
                  <a:lnTo>
                    <a:pt x="2" y="148"/>
                  </a:lnTo>
                  <a:lnTo>
                    <a:pt x="2" y="140"/>
                  </a:lnTo>
                  <a:lnTo>
                    <a:pt x="4" y="136"/>
                  </a:lnTo>
                  <a:lnTo>
                    <a:pt x="10" y="122"/>
                  </a:lnTo>
                  <a:lnTo>
                    <a:pt x="12" y="114"/>
                  </a:lnTo>
                  <a:lnTo>
                    <a:pt x="12" y="104"/>
                  </a:lnTo>
                  <a:lnTo>
                    <a:pt x="10" y="84"/>
                  </a:lnTo>
                  <a:lnTo>
                    <a:pt x="8" y="62"/>
                  </a:lnTo>
                  <a:lnTo>
                    <a:pt x="6" y="46"/>
                  </a:lnTo>
                  <a:lnTo>
                    <a:pt x="8" y="32"/>
                  </a:lnTo>
                  <a:lnTo>
                    <a:pt x="12" y="24"/>
                  </a:lnTo>
                  <a:lnTo>
                    <a:pt x="18" y="16"/>
                  </a:lnTo>
                  <a:lnTo>
                    <a:pt x="26" y="12"/>
                  </a:lnTo>
                  <a:lnTo>
                    <a:pt x="42" y="6"/>
                  </a:lnTo>
                  <a:lnTo>
                    <a:pt x="48" y="4"/>
                  </a:lnTo>
                  <a:lnTo>
                    <a:pt x="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7" name="Freeform 1327">
              <a:extLst>
                <a:ext uri="{FF2B5EF4-FFF2-40B4-BE49-F238E27FC236}">
                  <a16:creationId xmlns:a16="http://schemas.microsoft.com/office/drawing/2014/main" id="{098D4DBF-4F74-46EB-B0C5-BAAD918DA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840"/>
              <a:ext cx="150" cy="58"/>
            </a:xfrm>
            <a:custGeom>
              <a:avLst/>
              <a:gdLst>
                <a:gd name="T0" fmla="*/ 0 w 150"/>
                <a:gd name="T1" fmla="*/ 32 h 58"/>
                <a:gd name="T2" fmla="*/ 0 w 150"/>
                <a:gd name="T3" fmla="*/ 32 h 58"/>
                <a:gd name="T4" fmla="*/ 44 w 150"/>
                <a:gd name="T5" fmla="*/ 36 h 58"/>
                <a:gd name="T6" fmla="*/ 68 w 150"/>
                <a:gd name="T7" fmla="*/ 36 h 58"/>
                <a:gd name="T8" fmla="*/ 90 w 150"/>
                <a:gd name="T9" fmla="*/ 36 h 58"/>
                <a:gd name="T10" fmla="*/ 90 w 150"/>
                <a:gd name="T11" fmla="*/ 36 h 58"/>
                <a:gd name="T12" fmla="*/ 100 w 150"/>
                <a:gd name="T13" fmla="*/ 32 h 58"/>
                <a:gd name="T14" fmla="*/ 106 w 150"/>
                <a:gd name="T15" fmla="*/ 30 h 58"/>
                <a:gd name="T16" fmla="*/ 108 w 150"/>
                <a:gd name="T17" fmla="*/ 24 h 58"/>
                <a:gd name="T18" fmla="*/ 108 w 150"/>
                <a:gd name="T19" fmla="*/ 24 h 58"/>
                <a:gd name="T20" fmla="*/ 110 w 150"/>
                <a:gd name="T21" fmla="*/ 20 h 58"/>
                <a:gd name="T22" fmla="*/ 110 w 150"/>
                <a:gd name="T23" fmla="*/ 16 h 58"/>
                <a:gd name="T24" fmla="*/ 106 w 150"/>
                <a:gd name="T25" fmla="*/ 10 h 58"/>
                <a:gd name="T26" fmla="*/ 100 w 150"/>
                <a:gd name="T27" fmla="*/ 4 h 58"/>
                <a:gd name="T28" fmla="*/ 94 w 150"/>
                <a:gd name="T29" fmla="*/ 0 h 58"/>
                <a:gd name="T30" fmla="*/ 94 w 150"/>
                <a:gd name="T31" fmla="*/ 0 h 58"/>
                <a:gd name="T32" fmla="*/ 122 w 150"/>
                <a:gd name="T33" fmla="*/ 6 h 58"/>
                <a:gd name="T34" fmla="*/ 136 w 150"/>
                <a:gd name="T35" fmla="*/ 10 h 58"/>
                <a:gd name="T36" fmla="*/ 142 w 150"/>
                <a:gd name="T37" fmla="*/ 12 h 58"/>
                <a:gd name="T38" fmla="*/ 146 w 150"/>
                <a:gd name="T39" fmla="*/ 16 h 58"/>
                <a:gd name="T40" fmla="*/ 146 w 150"/>
                <a:gd name="T41" fmla="*/ 16 h 58"/>
                <a:gd name="T42" fmla="*/ 150 w 150"/>
                <a:gd name="T43" fmla="*/ 20 h 58"/>
                <a:gd name="T44" fmla="*/ 150 w 150"/>
                <a:gd name="T45" fmla="*/ 26 h 58"/>
                <a:gd name="T46" fmla="*/ 150 w 150"/>
                <a:gd name="T47" fmla="*/ 30 h 58"/>
                <a:gd name="T48" fmla="*/ 148 w 150"/>
                <a:gd name="T49" fmla="*/ 34 h 58"/>
                <a:gd name="T50" fmla="*/ 138 w 150"/>
                <a:gd name="T51" fmla="*/ 42 h 58"/>
                <a:gd name="T52" fmla="*/ 130 w 150"/>
                <a:gd name="T53" fmla="*/ 50 h 58"/>
                <a:gd name="T54" fmla="*/ 130 w 150"/>
                <a:gd name="T55" fmla="*/ 50 h 58"/>
                <a:gd name="T56" fmla="*/ 116 w 150"/>
                <a:gd name="T57" fmla="*/ 56 h 58"/>
                <a:gd name="T58" fmla="*/ 100 w 150"/>
                <a:gd name="T59" fmla="*/ 58 h 58"/>
                <a:gd name="T60" fmla="*/ 86 w 150"/>
                <a:gd name="T61" fmla="*/ 58 h 58"/>
                <a:gd name="T62" fmla="*/ 70 w 150"/>
                <a:gd name="T63" fmla="*/ 56 h 58"/>
                <a:gd name="T64" fmla="*/ 54 w 150"/>
                <a:gd name="T65" fmla="*/ 52 h 58"/>
                <a:gd name="T66" fmla="*/ 40 w 150"/>
                <a:gd name="T67" fmla="*/ 46 h 58"/>
                <a:gd name="T68" fmla="*/ 12 w 150"/>
                <a:gd name="T69" fmla="*/ 36 h 58"/>
                <a:gd name="T70" fmla="*/ 0 w 150"/>
                <a:gd name="T71" fmla="*/ 32 h 5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0" h="58">
                  <a:moveTo>
                    <a:pt x="0" y="32"/>
                  </a:moveTo>
                  <a:lnTo>
                    <a:pt x="0" y="32"/>
                  </a:lnTo>
                  <a:lnTo>
                    <a:pt x="44" y="36"/>
                  </a:lnTo>
                  <a:lnTo>
                    <a:pt x="68" y="36"/>
                  </a:lnTo>
                  <a:lnTo>
                    <a:pt x="90" y="36"/>
                  </a:lnTo>
                  <a:lnTo>
                    <a:pt x="100" y="32"/>
                  </a:lnTo>
                  <a:lnTo>
                    <a:pt x="106" y="30"/>
                  </a:lnTo>
                  <a:lnTo>
                    <a:pt x="108" y="24"/>
                  </a:lnTo>
                  <a:lnTo>
                    <a:pt x="110" y="20"/>
                  </a:lnTo>
                  <a:lnTo>
                    <a:pt x="110" y="16"/>
                  </a:lnTo>
                  <a:lnTo>
                    <a:pt x="106" y="10"/>
                  </a:lnTo>
                  <a:lnTo>
                    <a:pt x="100" y="4"/>
                  </a:lnTo>
                  <a:lnTo>
                    <a:pt x="94" y="0"/>
                  </a:lnTo>
                  <a:lnTo>
                    <a:pt x="122" y="6"/>
                  </a:lnTo>
                  <a:lnTo>
                    <a:pt x="136" y="10"/>
                  </a:lnTo>
                  <a:lnTo>
                    <a:pt x="142" y="12"/>
                  </a:lnTo>
                  <a:lnTo>
                    <a:pt x="146" y="16"/>
                  </a:lnTo>
                  <a:lnTo>
                    <a:pt x="150" y="20"/>
                  </a:lnTo>
                  <a:lnTo>
                    <a:pt x="150" y="26"/>
                  </a:lnTo>
                  <a:lnTo>
                    <a:pt x="150" y="30"/>
                  </a:lnTo>
                  <a:lnTo>
                    <a:pt x="148" y="34"/>
                  </a:lnTo>
                  <a:lnTo>
                    <a:pt x="138" y="42"/>
                  </a:lnTo>
                  <a:lnTo>
                    <a:pt x="130" y="50"/>
                  </a:lnTo>
                  <a:lnTo>
                    <a:pt x="116" y="56"/>
                  </a:lnTo>
                  <a:lnTo>
                    <a:pt x="100" y="58"/>
                  </a:lnTo>
                  <a:lnTo>
                    <a:pt x="86" y="58"/>
                  </a:lnTo>
                  <a:lnTo>
                    <a:pt x="70" y="56"/>
                  </a:lnTo>
                  <a:lnTo>
                    <a:pt x="54" y="52"/>
                  </a:lnTo>
                  <a:lnTo>
                    <a:pt x="40" y="46"/>
                  </a:lnTo>
                  <a:lnTo>
                    <a:pt x="12" y="36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8" name="Freeform 1328">
              <a:extLst>
                <a:ext uri="{FF2B5EF4-FFF2-40B4-BE49-F238E27FC236}">
                  <a16:creationId xmlns:a16="http://schemas.microsoft.com/office/drawing/2014/main" id="{BC8DF38F-1927-4B97-A803-17BE1FA0A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840"/>
              <a:ext cx="150" cy="58"/>
            </a:xfrm>
            <a:custGeom>
              <a:avLst/>
              <a:gdLst>
                <a:gd name="T0" fmla="*/ 0 w 150"/>
                <a:gd name="T1" fmla="*/ 32 h 58"/>
                <a:gd name="T2" fmla="*/ 0 w 150"/>
                <a:gd name="T3" fmla="*/ 32 h 58"/>
                <a:gd name="T4" fmla="*/ 44 w 150"/>
                <a:gd name="T5" fmla="*/ 36 h 58"/>
                <a:gd name="T6" fmla="*/ 68 w 150"/>
                <a:gd name="T7" fmla="*/ 36 h 58"/>
                <a:gd name="T8" fmla="*/ 90 w 150"/>
                <a:gd name="T9" fmla="*/ 36 h 58"/>
                <a:gd name="T10" fmla="*/ 90 w 150"/>
                <a:gd name="T11" fmla="*/ 36 h 58"/>
                <a:gd name="T12" fmla="*/ 100 w 150"/>
                <a:gd name="T13" fmla="*/ 32 h 58"/>
                <a:gd name="T14" fmla="*/ 106 w 150"/>
                <a:gd name="T15" fmla="*/ 30 h 58"/>
                <a:gd name="T16" fmla="*/ 108 w 150"/>
                <a:gd name="T17" fmla="*/ 24 h 58"/>
                <a:gd name="T18" fmla="*/ 108 w 150"/>
                <a:gd name="T19" fmla="*/ 24 h 58"/>
                <a:gd name="T20" fmla="*/ 110 w 150"/>
                <a:gd name="T21" fmla="*/ 20 h 58"/>
                <a:gd name="T22" fmla="*/ 110 w 150"/>
                <a:gd name="T23" fmla="*/ 16 h 58"/>
                <a:gd name="T24" fmla="*/ 106 w 150"/>
                <a:gd name="T25" fmla="*/ 10 h 58"/>
                <a:gd name="T26" fmla="*/ 100 w 150"/>
                <a:gd name="T27" fmla="*/ 4 h 58"/>
                <a:gd name="T28" fmla="*/ 94 w 150"/>
                <a:gd name="T29" fmla="*/ 0 h 58"/>
                <a:gd name="T30" fmla="*/ 94 w 150"/>
                <a:gd name="T31" fmla="*/ 0 h 58"/>
                <a:gd name="T32" fmla="*/ 122 w 150"/>
                <a:gd name="T33" fmla="*/ 6 h 58"/>
                <a:gd name="T34" fmla="*/ 136 w 150"/>
                <a:gd name="T35" fmla="*/ 10 h 58"/>
                <a:gd name="T36" fmla="*/ 142 w 150"/>
                <a:gd name="T37" fmla="*/ 12 h 58"/>
                <a:gd name="T38" fmla="*/ 146 w 150"/>
                <a:gd name="T39" fmla="*/ 16 h 58"/>
                <a:gd name="T40" fmla="*/ 146 w 150"/>
                <a:gd name="T41" fmla="*/ 16 h 58"/>
                <a:gd name="T42" fmla="*/ 150 w 150"/>
                <a:gd name="T43" fmla="*/ 20 h 58"/>
                <a:gd name="T44" fmla="*/ 150 w 150"/>
                <a:gd name="T45" fmla="*/ 26 h 58"/>
                <a:gd name="T46" fmla="*/ 150 w 150"/>
                <a:gd name="T47" fmla="*/ 30 h 58"/>
                <a:gd name="T48" fmla="*/ 148 w 150"/>
                <a:gd name="T49" fmla="*/ 34 h 58"/>
                <a:gd name="T50" fmla="*/ 138 w 150"/>
                <a:gd name="T51" fmla="*/ 42 h 58"/>
                <a:gd name="T52" fmla="*/ 130 w 150"/>
                <a:gd name="T53" fmla="*/ 50 h 58"/>
                <a:gd name="T54" fmla="*/ 130 w 150"/>
                <a:gd name="T55" fmla="*/ 50 h 58"/>
                <a:gd name="T56" fmla="*/ 116 w 150"/>
                <a:gd name="T57" fmla="*/ 56 h 58"/>
                <a:gd name="T58" fmla="*/ 100 w 150"/>
                <a:gd name="T59" fmla="*/ 58 h 58"/>
                <a:gd name="T60" fmla="*/ 86 w 150"/>
                <a:gd name="T61" fmla="*/ 58 h 58"/>
                <a:gd name="T62" fmla="*/ 70 w 150"/>
                <a:gd name="T63" fmla="*/ 56 h 58"/>
                <a:gd name="T64" fmla="*/ 54 w 150"/>
                <a:gd name="T65" fmla="*/ 52 h 58"/>
                <a:gd name="T66" fmla="*/ 40 w 150"/>
                <a:gd name="T67" fmla="*/ 46 h 58"/>
                <a:gd name="T68" fmla="*/ 12 w 150"/>
                <a:gd name="T69" fmla="*/ 36 h 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50" h="58">
                  <a:moveTo>
                    <a:pt x="0" y="32"/>
                  </a:moveTo>
                  <a:lnTo>
                    <a:pt x="0" y="32"/>
                  </a:lnTo>
                  <a:lnTo>
                    <a:pt x="44" y="36"/>
                  </a:lnTo>
                  <a:lnTo>
                    <a:pt x="68" y="36"/>
                  </a:lnTo>
                  <a:lnTo>
                    <a:pt x="90" y="36"/>
                  </a:lnTo>
                  <a:lnTo>
                    <a:pt x="100" y="32"/>
                  </a:lnTo>
                  <a:lnTo>
                    <a:pt x="106" y="30"/>
                  </a:lnTo>
                  <a:lnTo>
                    <a:pt x="108" y="24"/>
                  </a:lnTo>
                  <a:lnTo>
                    <a:pt x="110" y="20"/>
                  </a:lnTo>
                  <a:lnTo>
                    <a:pt x="110" y="16"/>
                  </a:lnTo>
                  <a:lnTo>
                    <a:pt x="106" y="10"/>
                  </a:lnTo>
                  <a:lnTo>
                    <a:pt x="100" y="4"/>
                  </a:lnTo>
                  <a:lnTo>
                    <a:pt x="94" y="0"/>
                  </a:lnTo>
                  <a:lnTo>
                    <a:pt x="122" y="6"/>
                  </a:lnTo>
                  <a:lnTo>
                    <a:pt x="136" y="10"/>
                  </a:lnTo>
                  <a:lnTo>
                    <a:pt x="142" y="12"/>
                  </a:lnTo>
                  <a:lnTo>
                    <a:pt x="146" y="16"/>
                  </a:lnTo>
                  <a:lnTo>
                    <a:pt x="150" y="20"/>
                  </a:lnTo>
                  <a:lnTo>
                    <a:pt x="150" y="26"/>
                  </a:lnTo>
                  <a:lnTo>
                    <a:pt x="150" y="30"/>
                  </a:lnTo>
                  <a:lnTo>
                    <a:pt x="148" y="34"/>
                  </a:lnTo>
                  <a:lnTo>
                    <a:pt x="138" y="42"/>
                  </a:lnTo>
                  <a:lnTo>
                    <a:pt x="130" y="50"/>
                  </a:lnTo>
                  <a:lnTo>
                    <a:pt x="116" y="56"/>
                  </a:lnTo>
                  <a:lnTo>
                    <a:pt x="100" y="58"/>
                  </a:lnTo>
                  <a:lnTo>
                    <a:pt x="86" y="58"/>
                  </a:lnTo>
                  <a:lnTo>
                    <a:pt x="70" y="56"/>
                  </a:lnTo>
                  <a:lnTo>
                    <a:pt x="54" y="52"/>
                  </a:lnTo>
                  <a:lnTo>
                    <a:pt x="40" y="46"/>
                  </a:lnTo>
                  <a:lnTo>
                    <a:pt x="12" y="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9" name="Freeform 1329">
              <a:extLst>
                <a:ext uri="{FF2B5EF4-FFF2-40B4-BE49-F238E27FC236}">
                  <a16:creationId xmlns:a16="http://schemas.microsoft.com/office/drawing/2014/main" id="{33EAB8E9-7C07-43EB-A952-DB6339A9C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204"/>
              <a:ext cx="304" cy="688"/>
            </a:xfrm>
            <a:custGeom>
              <a:avLst/>
              <a:gdLst>
                <a:gd name="T0" fmla="*/ 60 w 304"/>
                <a:gd name="T1" fmla="*/ 0 h 688"/>
                <a:gd name="T2" fmla="*/ 42 w 304"/>
                <a:gd name="T3" fmla="*/ 64 h 688"/>
                <a:gd name="T4" fmla="*/ 28 w 304"/>
                <a:gd name="T5" fmla="*/ 144 h 688"/>
                <a:gd name="T6" fmla="*/ 20 w 304"/>
                <a:gd name="T7" fmla="*/ 232 h 688"/>
                <a:gd name="T8" fmla="*/ 22 w 304"/>
                <a:gd name="T9" fmla="*/ 326 h 688"/>
                <a:gd name="T10" fmla="*/ 38 w 304"/>
                <a:gd name="T11" fmla="*/ 418 h 688"/>
                <a:gd name="T12" fmla="*/ 52 w 304"/>
                <a:gd name="T13" fmla="*/ 462 h 688"/>
                <a:gd name="T14" fmla="*/ 72 w 304"/>
                <a:gd name="T15" fmla="*/ 506 h 688"/>
                <a:gd name="T16" fmla="*/ 96 w 304"/>
                <a:gd name="T17" fmla="*/ 546 h 688"/>
                <a:gd name="T18" fmla="*/ 128 w 304"/>
                <a:gd name="T19" fmla="*/ 582 h 688"/>
                <a:gd name="T20" fmla="*/ 166 w 304"/>
                <a:gd name="T21" fmla="*/ 616 h 688"/>
                <a:gd name="T22" fmla="*/ 210 w 304"/>
                <a:gd name="T23" fmla="*/ 644 h 688"/>
                <a:gd name="T24" fmla="*/ 222 w 304"/>
                <a:gd name="T25" fmla="*/ 652 h 688"/>
                <a:gd name="T26" fmla="*/ 244 w 304"/>
                <a:gd name="T27" fmla="*/ 660 h 688"/>
                <a:gd name="T28" fmla="*/ 260 w 304"/>
                <a:gd name="T29" fmla="*/ 662 h 688"/>
                <a:gd name="T30" fmla="*/ 268 w 304"/>
                <a:gd name="T31" fmla="*/ 658 h 688"/>
                <a:gd name="T32" fmla="*/ 268 w 304"/>
                <a:gd name="T33" fmla="*/ 654 h 688"/>
                <a:gd name="T34" fmla="*/ 270 w 304"/>
                <a:gd name="T35" fmla="*/ 664 h 688"/>
                <a:gd name="T36" fmla="*/ 278 w 304"/>
                <a:gd name="T37" fmla="*/ 668 h 688"/>
                <a:gd name="T38" fmla="*/ 300 w 304"/>
                <a:gd name="T39" fmla="*/ 662 h 688"/>
                <a:gd name="T40" fmla="*/ 304 w 304"/>
                <a:gd name="T41" fmla="*/ 662 h 688"/>
                <a:gd name="T42" fmla="*/ 296 w 304"/>
                <a:gd name="T43" fmla="*/ 672 h 688"/>
                <a:gd name="T44" fmla="*/ 280 w 304"/>
                <a:gd name="T45" fmla="*/ 686 h 688"/>
                <a:gd name="T46" fmla="*/ 252 w 304"/>
                <a:gd name="T47" fmla="*/ 686 h 688"/>
                <a:gd name="T48" fmla="*/ 220 w 304"/>
                <a:gd name="T49" fmla="*/ 678 h 688"/>
                <a:gd name="T50" fmla="*/ 180 w 304"/>
                <a:gd name="T51" fmla="*/ 660 h 688"/>
                <a:gd name="T52" fmla="*/ 168 w 304"/>
                <a:gd name="T53" fmla="*/ 652 h 688"/>
                <a:gd name="T54" fmla="*/ 132 w 304"/>
                <a:gd name="T55" fmla="*/ 622 h 688"/>
                <a:gd name="T56" fmla="*/ 92 w 304"/>
                <a:gd name="T57" fmla="*/ 576 h 688"/>
                <a:gd name="T58" fmla="*/ 52 w 304"/>
                <a:gd name="T59" fmla="*/ 514 h 688"/>
                <a:gd name="T60" fmla="*/ 20 w 304"/>
                <a:gd name="T61" fmla="*/ 434 h 688"/>
                <a:gd name="T62" fmla="*/ 8 w 304"/>
                <a:gd name="T63" fmla="*/ 386 h 688"/>
                <a:gd name="T64" fmla="*/ 0 w 304"/>
                <a:gd name="T65" fmla="*/ 334 h 688"/>
                <a:gd name="T66" fmla="*/ 0 w 304"/>
                <a:gd name="T67" fmla="*/ 278 h 688"/>
                <a:gd name="T68" fmla="*/ 4 w 304"/>
                <a:gd name="T69" fmla="*/ 216 h 688"/>
                <a:gd name="T70" fmla="*/ 14 w 304"/>
                <a:gd name="T71" fmla="*/ 150 h 688"/>
                <a:gd name="T72" fmla="*/ 34 w 304"/>
                <a:gd name="T73" fmla="*/ 78 h 688"/>
                <a:gd name="T74" fmla="*/ 60 w 304"/>
                <a:gd name="T75" fmla="*/ 0 h 68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4" h="688">
                  <a:moveTo>
                    <a:pt x="60" y="0"/>
                  </a:moveTo>
                  <a:lnTo>
                    <a:pt x="60" y="0"/>
                  </a:lnTo>
                  <a:lnTo>
                    <a:pt x="52" y="30"/>
                  </a:lnTo>
                  <a:lnTo>
                    <a:pt x="42" y="64"/>
                  </a:lnTo>
                  <a:lnTo>
                    <a:pt x="34" y="102"/>
                  </a:lnTo>
                  <a:lnTo>
                    <a:pt x="28" y="144"/>
                  </a:lnTo>
                  <a:lnTo>
                    <a:pt x="22" y="188"/>
                  </a:lnTo>
                  <a:lnTo>
                    <a:pt x="20" y="232"/>
                  </a:lnTo>
                  <a:lnTo>
                    <a:pt x="18" y="278"/>
                  </a:lnTo>
                  <a:lnTo>
                    <a:pt x="22" y="326"/>
                  </a:lnTo>
                  <a:lnTo>
                    <a:pt x="28" y="372"/>
                  </a:lnTo>
                  <a:lnTo>
                    <a:pt x="38" y="418"/>
                  </a:lnTo>
                  <a:lnTo>
                    <a:pt x="44" y="440"/>
                  </a:lnTo>
                  <a:lnTo>
                    <a:pt x="52" y="462"/>
                  </a:lnTo>
                  <a:lnTo>
                    <a:pt x="62" y="484"/>
                  </a:lnTo>
                  <a:lnTo>
                    <a:pt x="72" y="506"/>
                  </a:lnTo>
                  <a:lnTo>
                    <a:pt x="84" y="526"/>
                  </a:lnTo>
                  <a:lnTo>
                    <a:pt x="96" y="546"/>
                  </a:lnTo>
                  <a:lnTo>
                    <a:pt x="112" y="564"/>
                  </a:lnTo>
                  <a:lnTo>
                    <a:pt x="128" y="582"/>
                  </a:lnTo>
                  <a:lnTo>
                    <a:pt x="146" y="600"/>
                  </a:lnTo>
                  <a:lnTo>
                    <a:pt x="166" y="616"/>
                  </a:lnTo>
                  <a:lnTo>
                    <a:pt x="186" y="630"/>
                  </a:lnTo>
                  <a:lnTo>
                    <a:pt x="210" y="644"/>
                  </a:lnTo>
                  <a:lnTo>
                    <a:pt x="222" y="652"/>
                  </a:lnTo>
                  <a:lnTo>
                    <a:pt x="234" y="656"/>
                  </a:lnTo>
                  <a:lnTo>
                    <a:pt x="244" y="660"/>
                  </a:lnTo>
                  <a:lnTo>
                    <a:pt x="252" y="662"/>
                  </a:lnTo>
                  <a:lnTo>
                    <a:pt x="260" y="662"/>
                  </a:lnTo>
                  <a:lnTo>
                    <a:pt x="266" y="660"/>
                  </a:lnTo>
                  <a:lnTo>
                    <a:pt x="268" y="658"/>
                  </a:lnTo>
                  <a:lnTo>
                    <a:pt x="268" y="654"/>
                  </a:lnTo>
                  <a:lnTo>
                    <a:pt x="268" y="660"/>
                  </a:lnTo>
                  <a:lnTo>
                    <a:pt x="270" y="664"/>
                  </a:lnTo>
                  <a:lnTo>
                    <a:pt x="274" y="666"/>
                  </a:lnTo>
                  <a:lnTo>
                    <a:pt x="278" y="668"/>
                  </a:lnTo>
                  <a:lnTo>
                    <a:pt x="290" y="666"/>
                  </a:lnTo>
                  <a:lnTo>
                    <a:pt x="300" y="662"/>
                  </a:lnTo>
                  <a:lnTo>
                    <a:pt x="304" y="662"/>
                  </a:lnTo>
                  <a:lnTo>
                    <a:pt x="304" y="664"/>
                  </a:lnTo>
                  <a:lnTo>
                    <a:pt x="296" y="672"/>
                  </a:lnTo>
                  <a:lnTo>
                    <a:pt x="280" y="686"/>
                  </a:lnTo>
                  <a:lnTo>
                    <a:pt x="274" y="688"/>
                  </a:lnTo>
                  <a:lnTo>
                    <a:pt x="252" y="686"/>
                  </a:lnTo>
                  <a:lnTo>
                    <a:pt x="238" y="684"/>
                  </a:lnTo>
                  <a:lnTo>
                    <a:pt x="220" y="678"/>
                  </a:lnTo>
                  <a:lnTo>
                    <a:pt x="202" y="672"/>
                  </a:lnTo>
                  <a:lnTo>
                    <a:pt x="180" y="660"/>
                  </a:lnTo>
                  <a:lnTo>
                    <a:pt x="168" y="652"/>
                  </a:lnTo>
                  <a:lnTo>
                    <a:pt x="152" y="638"/>
                  </a:lnTo>
                  <a:lnTo>
                    <a:pt x="132" y="622"/>
                  </a:lnTo>
                  <a:lnTo>
                    <a:pt x="112" y="602"/>
                  </a:lnTo>
                  <a:lnTo>
                    <a:pt x="92" y="576"/>
                  </a:lnTo>
                  <a:lnTo>
                    <a:pt x="70" y="548"/>
                  </a:lnTo>
                  <a:lnTo>
                    <a:pt x="52" y="514"/>
                  </a:lnTo>
                  <a:lnTo>
                    <a:pt x="34" y="476"/>
                  </a:lnTo>
                  <a:lnTo>
                    <a:pt x="20" y="434"/>
                  </a:lnTo>
                  <a:lnTo>
                    <a:pt x="12" y="410"/>
                  </a:lnTo>
                  <a:lnTo>
                    <a:pt x="8" y="386"/>
                  </a:lnTo>
                  <a:lnTo>
                    <a:pt x="4" y="362"/>
                  </a:lnTo>
                  <a:lnTo>
                    <a:pt x="0" y="334"/>
                  </a:lnTo>
                  <a:lnTo>
                    <a:pt x="0" y="308"/>
                  </a:lnTo>
                  <a:lnTo>
                    <a:pt x="0" y="278"/>
                  </a:lnTo>
                  <a:lnTo>
                    <a:pt x="0" y="248"/>
                  </a:lnTo>
                  <a:lnTo>
                    <a:pt x="4" y="216"/>
                  </a:lnTo>
                  <a:lnTo>
                    <a:pt x="8" y="184"/>
                  </a:lnTo>
                  <a:lnTo>
                    <a:pt x="14" y="150"/>
                  </a:lnTo>
                  <a:lnTo>
                    <a:pt x="22" y="114"/>
                  </a:lnTo>
                  <a:lnTo>
                    <a:pt x="34" y="78"/>
                  </a:lnTo>
                  <a:lnTo>
                    <a:pt x="46" y="4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CD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50" name="Freeform 1330">
              <a:extLst>
                <a:ext uri="{FF2B5EF4-FFF2-40B4-BE49-F238E27FC236}">
                  <a16:creationId xmlns:a16="http://schemas.microsoft.com/office/drawing/2014/main" id="{A63F080C-D0E8-4738-8FEC-C3421EFF1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936"/>
              <a:ext cx="136" cy="436"/>
            </a:xfrm>
            <a:custGeom>
              <a:avLst/>
              <a:gdLst>
                <a:gd name="T0" fmla="*/ 0 w 136"/>
                <a:gd name="T1" fmla="*/ 436 h 436"/>
                <a:gd name="T2" fmla="*/ 0 w 136"/>
                <a:gd name="T3" fmla="*/ 436 h 436"/>
                <a:gd name="T4" fmla="*/ 6 w 136"/>
                <a:gd name="T5" fmla="*/ 402 h 436"/>
                <a:gd name="T6" fmla="*/ 14 w 136"/>
                <a:gd name="T7" fmla="*/ 366 h 436"/>
                <a:gd name="T8" fmla="*/ 30 w 136"/>
                <a:gd name="T9" fmla="*/ 294 h 436"/>
                <a:gd name="T10" fmla="*/ 50 w 136"/>
                <a:gd name="T11" fmla="*/ 226 h 436"/>
                <a:gd name="T12" fmla="*/ 72 w 136"/>
                <a:gd name="T13" fmla="*/ 162 h 436"/>
                <a:gd name="T14" fmla="*/ 94 w 136"/>
                <a:gd name="T15" fmla="*/ 106 h 436"/>
                <a:gd name="T16" fmla="*/ 112 w 136"/>
                <a:gd name="T17" fmla="*/ 58 h 436"/>
                <a:gd name="T18" fmla="*/ 136 w 136"/>
                <a:gd name="T19" fmla="*/ 0 h 436"/>
                <a:gd name="T20" fmla="*/ 136 w 136"/>
                <a:gd name="T21" fmla="*/ 0 h 436"/>
                <a:gd name="T22" fmla="*/ 110 w 136"/>
                <a:gd name="T23" fmla="*/ 76 h 436"/>
                <a:gd name="T24" fmla="*/ 70 w 136"/>
                <a:gd name="T25" fmla="*/ 194 h 436"/>
                <a:gd name="T26" fmla="*/ 30 w 136"/>
                <a:gd name="T27" fmla="*/ 324 h 436"/>
                <a:gd name="T28" fmla="*/ 14 w 136"/>
                <a:gd name="T29" fmla="*/ 384 h 436"/>
                <a:gd name="T30" fmla="*/ 0 w 136"/>
                <a:gd name="T31" fmla="*/ 436 h 436"/>
                <a:gd name="T32" fmla="*/ 0 w 136"/>
                <a:gd name="T33" fmla="*/ 436 h 4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6" h="436">
                  <a:moveTo>
                    <a:pt x="0" y="436"/>
                  </a:moveTo>
                  <a:lnTo>
                    <a:pt x="0" y="436"/>
                  </a:lnTo>
                  <a:lnTo>
                    <a:pt x="6" y="402"/>
                  </a:lnTo>
                  <a:lnTo>
                    <a:pt x="14" y="366"/>
                  </a:lnTo>
                  <a:lnTo>
                    <a:pt x="30" y="294"/>
                  </a:lnTo>
                  <a:lnTo>
                    <a:pt x="50" y="226"/>
                  </a:lnTo>
                  <a:lnTo>
                    <a:pt x="72" y="162"/>
                  </a:lnTo>
                  <a:lnTo>
                    <a:pt x="94" y="106"/>
                  </a:lnTo>
                  <a:lnTo>
                    <a:pt x="112" y="58"/>
                  </a:lnTo>
                  <a:lnTo>
                    <a:pt x="136" y="0"/>
                  </a:lnTo>
                  <a:lnTo>
                    <a:pt x="110" y="76"/>
                  </a:lnTo>
                  <a:lnTo>
                    <a:pt x="70" y="194"/>
                  </a:lnTo>
                  <a:lnTo>
                    <a:pt x="30" y="324"/>
                  </a:lnTo>
                  <a:lnTo>
                    <a:pt x="14" y="384"/>
                  </a:lnTo>
                  <a:lnTo>
                    <a:pt x="0" y="4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51" name="Freeform 1331">
              <a:extLst>
                <a:ext uri="{FF2B5EF4-FFF2-40B4-BE49-F238E27FC236}">
                  <a16:creationId xmlns:a16="http://schemas.microsoft.com/office/drawing/2014/main" id="{4928A55F-48A9-47F0-9C38-10E368AE4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540"/>
              <a:ext cx="310" cy="426"/>
            </a:xfrm>
            <a:custGeom>
              <a:avLst/>
              <a:gdLst>
                <a:gd name="T0" fmla="*/ 310 w 310"/>
                <a:gd name="T1" fmla="*/ 0 h 426"/>
                <a:gd name="T2" fmla="*/ 310 w 310"/>
                <a:gd name="T3" fmla="*/ 0 h 426"/>
                <a:gd name="T4" fmla="*/ 306 w 310"/>
                <a:gd name="T5" fmla="*/ 32 h 426"/>
                <a:gd name="T6" fmla="*/ 300 w 310"/>
                <a:gd name="T7" fmla="*/ 80 h 426"/>
                <a:gd name="T8" fmla="*/ 294 w 310"/>
                <a:gd name="T9" fmla="*/ 108 h 426"/>
                <a:gd name="T10" fmla="*/ 284 w 310"/>
                <a:gd name="T11" fmla="*/ 138 h 426"/>
                <a:gd name="T12" fmla="*/ 274 w 310"/>
                <a:gd name="T13" fmla="*/ 170 h 426"/>
                <a:gd name="T14" fmla="*/ 260 w 310"/>
                <a:gd name="T15" fmla="*/ 204 h 426"/>
                <a:gd name="T16" fmla="*/ 244 w 310"/>
                <a:gd name="T17" fmla="*/ 236 h 426"/>
                <a:gd name="T18" fmla="*/ 222 w 310"/>
                <a:gd name="T19" fmla="*/ 268 h 426"/>
                <a:gd name="T20" fmla="*/ 198 w 310"/>
                <a:gd name="T21" fmla="*/ 300 h 426"/>
                <a:gd name="T22" fmla="*/ 168 w 310"/>
                <a:gd name="T23" fmla="*/ 332 h 426"/>
                <a:gd name="T24" fmla="*/ 152 w 310"/>
                <a:gd name="T25" fmla="*/ 346 h 426"/>
                <a:gd name="T26" fmla="*/ 134 w 310"/>
                <a:gd name="T27" fmla="*/ 360 h 426"/>
                <a:gd name="T28" fmla="*/ 116 w 310"/>
                <a:gd name="T29" fmla="*/ 372 h 426"/>
                <a:gd name="T30" fmla="*/ 96 w 310"/>
                <a:gd name="T31" fmla="*/ 384 h 426"/>
                <a:gd name="T32" fmla="*/ 74 w 310"/>
                <a:gd name="T33" fmla="*/ 396 h 426"/>
                <a:gd name="T34" fmla="*/ 50 w 310"/>
                <a:gd name="T35" fmla="*/ 408 h 426"/>
                <a:gd name="T36" fmla="*/ 26 w 310"/>
                <a:gd name="T37" fmla="*/ 416 h 426"/>
                <a:gd name="T38" fmla="*/ 0 w 310"/>
                <a:gd name="T39" fmla="*/ 426 h 426"/>
                <a:gd name="T40" fmla="*/ 0 w 310"/>
                <a:gd name="T41" fmla="*/ 426 h 426"/>
                <a:gd name="T42" fmla="*/ 48 w 310"/>
                <a:gd name="T43" fmla="*/ 410 h 426"/>
                <a:gd name="T44" fmla="*/ 74 w 310"/>
                <a:gd name="T45" fmla="*/ 400 h 426"/>
                <a:gd name="T46" fmla="*/ 100 w 310"/>
                <a:gd name="T47" fmla="*/ 390 h 426"/>
                <a:gd name="T48" fmla="*/ 126 w 310"/>
                <a:gd name="T49" fmla="*/ 376 h 426"/>
                <a:gd name="T50" fmla="*/ 152 w 310"/>
                <a:gd name="T51" fmla="*/ 360 h 426"/>
                <a:gd name="T52" fmla="*/ 176 w 310"/>
                <a:gd name="T53" fmla="*/ 340 h 426"/>
                <a:gd name="T54" fmla="*/ 200 w 310"/>
                <a:gd name="T55" fmla="*/ 318 h 426"/>
                <a:gd name="T56" fmla="*/ 222 w 310"/>
                <a:gd name="T57" fmla="*/ 294 h 426"/>
                <a:gd name="T58" fmla="*/ 242 w 310"/>
                <a:gd name="T59" fmla="*/ 264 h 426"/>
                <a:gd name="T60" fmla="*/ 262 w 310"/>
                <a:gd name="T61" fmla="*/ 232 h 426"/>
                <a:gd name="T62" fmla="*/ 278 w 310"/>
                <a:gd name="T63" fmla="*/ 196 h 426"/>
                <a:gd name="T64" fmla="*/ 290 w 310"/>
                <a:gd name="T65" fmla="*/ 154 h 426"/>
                <a:gd name="T66" fmla="*/ 300 w 310"/>
                <a:gd name="T67" fmla="*/ 108 h 426"/>
                <a:gd name="T68" fmla="*/ 308 w 310"/>
                <a:gd name="T69" fmla="*/ 56 h 426"/>
                <a:gd name="T70" fmla="*/ 310 w 310"/>
                <a:gd name="T71" fmla="*/ 0 h 426"/>
                <a:gd name="T72" fmla="*/ 310 w 310"/>
                <a:gd name="T73" fmla="*/ 0 h 42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10" h="426">
                  <a:moveTo>
                    <a:pt x="310" y="0"/>
                  </a:moveTo>
                  <a:lnTo>
                    <a:pt x="310" y="0"/>
                  </a:lnTo>
                  <a:lnTo>
                    <a:pt x="306" y="32"/>
                  </a:lnTo>
                  <a:lnTo>
                    <a:pt x="300" y="80"/>
                  </a:lnTo>
                  <a:lnTo>
                    <a:pt x="294" y="108"/>
                  </a:lnTo>
                  <a:lnTo>
                    <a:pt x="284" y="138"/>
                  </a:lnTo>
                  <a:lnTo>
                    <a:pt x="274" y="170"/>
                  </a:lnTo>
                  <a:lnTo>
                    <a:pt x="260" y="204"/>
                  </a:lnTo>
                  <a:lnTo>
                    <a:pt x="244" y="236"/>
                  </a:lnTo>
                  <a:lnTo>
                    <a:pt x="222" y="268"/>
                  </a:lnTo>
                  <a:lnTo>
                    <a:pt x="198" y="300"/>
                  </a:lnTo>
                  <a:lnTo>
                    <a:pt x="168" y="332"/>
                  </a:lnTo>
                  <a:lnTo>
                    <a:pt x="152" y="346"/>
                  </a:lnTo>
                  <a:lnTo>
                    <a:pt x="134" y="360"/>
                  </a:lnTo>
                  <a:lnTo>
                    <a:pt x="116" y="372"/>
                  </a:lnTo>
                  <a:lnTo>
                    <a:pt x="96" y="384"/>
                  </a:lnTo>
                  <a:lnTo>
                    <a:pt x="74" y="396"/>
                  </a:lnTo>
                  <a:lnTo>
                    <a:pt x="50" y="408"/>
                  </a:lnTo>
                  <a:lnTo>
                    <a:pt x="26" y="416"/>
                  </a:lnTo>
                  <a:lnTo>
                    <a:pt x="0" y="426"/>
                  </a:lnTo>
                  <a:lnTo>
                    <a:pt x="48" y="410"/>
                  </a:lnTo>
                  <a:lnTo>
                    <a:pt x="74" y="400"/>
                  </a:lnTo>
                  <a:lnTo>
                    <a:pt x="100" y="390"/>
                  </a:lnTo>
                  <a:lnTo>
                    <a:pt x="126" y="376"/>
                  </a:lnTo>
                  <a:lnTo>
                    <a:pt x="152" y="360"/>
                  </a:lnTo>
                  <a:lnTo>
                    <a:pt x="176" y="340"/>
                  </a:lnTo>
                  <a:lnTo>
                    <a:pt x="200" y="318"/>
                  </a:lnTo>
                  <a:lnTo>
                    <a:pt x="222" y="294"/>
                  </a:lnTo>
                  <a:lnTo>
                    <a:pt x="242" y="264"/>
                  </a:lnTo>
                  <a:lnTo>
                    <a:pt x="262" y="232"/>
                  </a:lnTo>
                  <a:lnTo>
                    <a:pt x="278" y="196"/>
                  </a:lnTo>
                  <a:lnTo>
                    <a:pt x="290" y="154"/>
                  </a:lnTo>
                  <a:lnTo>
                    <a:pt x="300" y="108"/>
                  </a:lnTo>
                  <a:lnTo>
                    <a:pt x="308" y="56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52" name="Freeform 1332">
              <a:extLst>
                <a:ext uri="{FF2B5EF4-FFF2-40B4-BE49-F238E27FC236}">
                  <a16:creationId xmlns:a16="http://schemas.microsoft.com/office/drawing/2014/main" id="{DFF5616C-3449-4192-A4DF-F0B8B5DF0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610"/>
              <a:ext cx="270" cy="270"/>
            </a:xfrm>
            <a:custGeom>
              <a:avLst/>
              <a:gdLst>
                <a:gd name="T0" fmla="*/ 270 w 270"/>
                <a:gd name="T1" fmla="*/ 0 h 270"/>
                <a:gd name="T2" fmla="*/ 270 w 270"/>
                <a:gd name="T3" fmla="*/ 0 h 270"/>
                <a:gd name="T4" fmla="*/ 264 w 270"/>
                <a:gd name="T5" fmla="*/ 28 h 270"/>
                <a:gd name="T6" fmla="*/ 250 w 270"/>
                <a:gd name="T7" fmla="*/ 66 h 270"/>
                <a:gd name="T8" fmla="*/ 242 w 270"/>
                <a:gd name="T9" fmla="*/ 86 h 270"/>
                <a:gd name="T10" fmla="*/ 232 w 270"/>
                <a:gd name="T11" fmla="*/ 108 h 270"/>
                <a:gd name="T12" fmla="*/ 218 w 270"/>
                <a:gd name="T13" fmla="*/ 132 h 270"/>
                <a:gd name="T14" fmla="*/ 204 w 270"/>
                <a:gd name="T15" fmla="*/ 154 h 270"/>
                <a:gd name="T16" fmla="*/ 186 w 270"/>
                <a:gd name="T17" fmla="*/ 176 h 270"/>
                <a:gd name="T18" fmla="*/ 168 w 270"/>
                <a:gd name="T19" fmla="*/ 198 h 270"/>
                <a:gd name="T20" fmla="*/ 146 w 270"/>
                <a:gd name="T21" fmla="*/ 216 h 270"/>
                <a:gd name="T22" fmla="*/ 122 w 270"/>
                <a:gd name="T23" fmla="*/ 234 h 270"/>
                <a:gd name="T24" fmla="*/ 96 w 270"/>
                <a:gd name="T25" fmla="*/ 248 h 270"/>
                <a:gd name="T26" fmla="*/ 66 w 270"/>
                <a:gd name="T27" fmla="*/ 258 h 270"/>
                <a:gd name="T28" fmla="*/ 36 w 270"/>
                <a:gd name="T29" fmla="*/ 266 h 270"/>
                <a:gd name="T30" fmla="*/ 18 w 270"/>
                <a:gd name="T31" fmla="*/ 268 h 270"/>
                <a:gd name="T32" fmla="*/ 0 w 270"/>
                <a:gd name="T33" fmla="*/ 270 h 270"/>
                <a:gd name="T34" fmla="*/ 0 w 270"/>
                <a:gd name="T35" fmla="*/ 270 h 270"/>
                <a:gd name="T36" fmla="*/ 38 w 270"/>
                <a:gd name="T37" fmla="*/ 270 h 270"/>
                <a:gd name="T38" fmla="*/ 58 w 270"/>
                <a:gd name="T39" fmla="*/ 268 h 270"/>
                <a:gd name="T40" fmla="*/ 78 w 270"/>
                <a:gd name="T41" fmla="*/ 264 h 270"/>
                <a:gd name="T42" fmla="*/ 98 w 270"/>
                <a:gd name="T43" fmla="*/ 260 h 270"/>
                <a:gd name="T44" fmla="*/ 118 w 270"/>
                <a:gd name="T45" fmla="*/ 252 h 270"/>
                <a:gd name="T46" fmla="*/ 138 w 270"/>
                <a:gd name="T47" fmla="*/ 242 h 270"/>
                <a:gd name="T48" fmla="*/ 156 w 270"/>
                <a:gd name="T49" fmla="*/ 230 h 270"/>
                <a:gd name="T50" fmla="*/ 176 w 270"/>
                <a:gd name="T51" fmla="*/ 214 h 270"/>
                <a:gd name="T52" fmla="*/ 194 w 270"/>
                <a:gd name="T53" fmla="*/ 196 h 270"/>
                <a:gd name="T54" fmla="*/ 210 w 270"/>
                <a:gd name="T55" fmla="*/ 174 h 270"/>
                <a:gd name="T56" fmla="*/ 226 w 270"/>
                <a:gd name="T57" fmla="*/ 148 h 270"/>
                <a:gd name="T58" fmla="*/ 240 w 270"/>
                <a:gd name="T59" fmla="*/ 118 h 270"/>
                <a:gd name="T60" fmla="*/ 252 w 270"/>
                <a:gd name="T61" fmla="*/ 84 h 270"/>
                <a:gd name="T62" fmla="*/ 262 w 270"/>
                <a:gd name="T63" fmla="*/ 44 h 270"/>
                <a:gd name="T64" fmla="*/ 270 w 270"/>
                <a:gd name="T65" fmla="*/ 0 h 270"/>
                <a:gd name="T66" fmla="*/ 270 w 270"/>
                <a:gd name="T67" fmla="*/ 0 h 27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70" h="270">
                  <a:moveTo>
                    <a:pt x="270" y="0"/>
                  </a:moveTo>
                  <a:lnTo>
                    <a:pt x="270" y="0"/>
                  </a:lnTo>
                  <a:lnTo>
                    <a:pt x="264" y="28"/>
                  </a:lnTo>
                  <a:lnTo>
                    <a:pt x="250" y="66"/>
                  </a:lnTo>
                  <a:lnTo>
                    <a:pt x="242" y="86"/>
                  </a:lnTo>
                  <a:lnTo>
                    <a:pt x="232" y="108"/>
                  </a:lnTo>
                  <a:lnTo>
                    <a:pt x="218" y="132"/>
                  </a:lnTo>
                  <a:lnTo>
                    <a:pt x="204" y="154"/>
                  </a:lnTo>
                  <a:lnTo>
                    <a:pt x="186" y="176"/>
                  </a:lnTo>
                  <a:lnTo>
                    <a:pt x="168" y="198"/>
                  </a:lnTo>
                  <a:lnTo>
                    <a:pt x="146" y="216"/>
                  </a:lnTo>
                  <a:lnTo>
                    <a:pt x="122" y="234"/>
                  </a:lnTo>
                  <a:lnTo>
                    <a:pt x="96" y="248"/>
                  </a:lnTo>
                  <a:lnTo>
                    <a:pt x="66" y="258"/>
                  </a:lnTo>
                  <a:lnTo>
                    <a:pt x="36" y="266"/>
                  </a:lnTo>
                  <a:lnTo>
                    <a:pt x="18" y="268"/>
                  </a:lnTo>
                  <a:lnTo>
                    <a:pt x="0" y="270"/>
                  </a:lnTo>
                  <a:lnTo>
                    <a:pt x="38" y="270"/>
                  </a:lnTo>
                  <a:lnTo>
                    <a:pt x="58" y="268"/>
                  </a:lnTo>
                  <a:lnTo>
                    <a:pt x="78" y="264"/>
                  </a:lnTo>
                  <a:lnTo>
                    <a:pt x="98" y="260"/>
                  </a:lnTo>
                  <a:lnTo>
                    <a:pt x="118" y="252"/>
                  </a:lnTo>
                  <a:lnTo>
                    <a:pt x="138" y="242"/>
                  </a:lnTo>
                  <a:lnTo>
                    <a:pt x="156" y="230"/>
                  </a:lnTo>
                  <a:lnTo>
                    <a:pt x="176" y="214"/>
                  </a:lnTo>
                  <a:lnTo>
                    <a:pt x="194" y="196"/>
                  </a:lnTo>
                  <a:lnTo>
                    <a:pt x="210" y="174"/>
                  </a:lnTo>
                  <a:lnTo>
                    <a:pt x="226" y="148"/>
                  </a:lnTo>
                  <a:lnTo>
                    <a:pt x="240" y="118"/>
                  </a:lnTo>
                  <a:lnTo>
                    <a:pt x="252" y="84"/>
                  </a:lnTo>
                  <a:lnTo>
                    <a:pt x="262" y="4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A56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53" name="Freeform 1333">
              <a:extLst>
                <a:ext uri="{FF2B5EF4-FFF2-40B4-BE49-F238E27FC236}">
                  <a16:creationId xmlns:a16="http://schemas.microsoft.com/office/drawing/2014/main" id="{09AF3C0E-9F22-4A0E-ACC8-6AF57A65F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668"/>
              <a:ext cx="172" cy="194"/>
            </a:xfrm>
            <a:custGeom>
              <a:avLst/>
              <a:gdLst>
                <a:gd name="T0" fmla="*/ 0 w 172"/>
                <a:gd name="T1" fmla="*/ 194 h 194"/>
                <a:gd name="T2" fmla="*/ 0 w 172"/>
                <a:gd name="T3" fmla="*/ 194 h 194"/>
                <a:gd name="T4" fmla="*/ 16 w 172"/>
                <a:gd name="T5" fmla="*/ 188 h 194"/>
                <a:gd name="T6" fmla="*/ 32 w 172"/>
                <a:gd name="T7" fmla="*/ 178 h 194"/>
                <a:gd name="T8" fmla="*/ 46 w 172"/>
                <a:gd name="T9" fmla="*/ 168 h 194"/>
                <a:gd name="T10" fmla="*/ 60 w 172"/>
                <a:gd name="T11" fmla="*/ 158 h 194"/>
                <a:gd name="T12" fmla="*/ 86 w 172"/>
                <a:gd name="T13" fmla="*/ 134 h 194"/>
                <a:gd name="T14" fmla="*/ 110 w 172"/>
                <a:gd name="T15" fmla="*/ 106 h 194"/>
                <a:gd name="T16" fmla="*/ 130 w 172"/>
                <a:gd name="T17" fmla="*/ 78 h 194"/>
                <a:gd name="T18" fmla="*/ 146 w 172"/>
                <a:gd name="T19" fmla="*/ 52 h 194"/>
                <a:gd name="T20" fmla="*/ 160 w 172"/>
                <a:gd name="T21" fmla="*/ 24 h 194"/>
                <a:gd name="T22" fmla="*/ 172 w 172"/>
                <a:gd name="T23" fmla="*/ 0 h 194"/>
                <a:gd name="T24" fmla="*/ 172 w 172"/>
                <a:gd name="T25" fmla="*/ 0 h 194"/>
                <a:gd name="T26" fmla="*/ 166 w 172"/>
                <a:gd name="T27" fmla="*/ 20 h 194"/>
                <a:gd name="T28" fmla="*/ 154 w 172"/>
                <a:gd name="T29" fmla="*/ 46 h 194"/>
                <a:gd name="T30" fmla="*/ 138 w 172"/>
                <a:gd name="T31" fmla="*/ 74 h 194"/>
                <a:gd name="T32" fmla="*/ 118 w 172"/>
                <a:gd name="T33" fmla="*/ 104 h 194"/>
                <a:gd name="T34" fmla="*/ 94 w 172"/>
                <a:gd name="T35" fmla="*/ 132 h 194"/>
                <a:gd name="T36" fmla="*/ 80 w 172"/>
                <a:gd name="T37" fmla="*/ 146 h 194"/>
                <a:gd name="T38" fmla="*/ 66 w 172"/>
                <a:gd name="T39" fmla="*/ 158 h 194"/>
                <a:gd name="T40" fmla="*/ 50 w 172"/>
                <a:gd name="T41" fmla="*/ 170 h 194"/>
                <a:gd name="T42" fmla="*/ 34 w 172"/>
                <a:gd name="T43" fmla="*/ 180 h 194"/>
                <a:gd name="T44" fmla="*/ 18 w 172"/>
                <a:gd name="T45" fmla="*/ 188 h 194"/>
                <a:gd name="T46" fmla="*/ 0 w 172"/>
                <a:gd name="T47" fmla="*/ 194 h 194"/>
                <a:gd name="T48" fmla="*/ 0 w 172"/>
                <a:gd name="T49" fmla="*/ 194 h 1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2" h="194">
                  <a:moveTo>
                    <a:pt x="0" y="194"/>
                  </a:moveTo>
                  <a:lnTo>
                    <a:pt x="0" y="194"/>
                  </a:lnTo>
                  <a:lnTo>
                    <a:pt x="16" y="188"/>
                  </a:lnTo>
                  <a:lnTo>
                    <a:pt x="32" y="178"/>
                  </a:lnTo>
                  <a:lnTo>
                    <a:pt x="46" y="168"/>
                  </a:lnTo>
                  <a:lnTo>
                    <a:pt x="60" y="158"/>
                  </a:lnTo>
                  <a:lnTo>
                    <a:pt x="86" y="134"/>
                  </a:lnTo>
                  <a:lnTo>
                    <a:pt x="110" y="106"/>
                  </a:lnTo>
                  <a:lnTo>
                    <a:pt x="130" y="78"/>
                  </a:lnTo>
                  <a:lnTo>
                    <a:pt x="146" y="52"/>
                  </a:lnTo>
                  <a:lnTo>
                    <a:pt x="160" y="24"/>
                  </a:lnTo>
                  <a:lnTo>
                    <a:pt x="172" y="0"/>
                  </a:lnTo>
                  <a:lnTo>
                    <a:pt x="166" y="20"/>
                  </a:lnTo>
                  <a:lnTo>
                    <a:pt x="154" y="46"/>
                  </a:lnTo>
                  <a:lnTo>
                    <a:pt x="138" y="74"/>
                  </a:lnTo>
                  <a:lnTo>
                    <a:pt x="118" y="104"/>
                  </a:lnTo>
                  <a:lnTo>
                    <a:pt x="94" y="132"/>
                  </a:lnTo>
                  <a:lnTo>
                    <a:pt x="80" y="146"/>
                  </a:lnTo>
                  <a:lnTo>
                    <a:pt x="66" y="158"/>
                  </a:lnTo>
                  <a:lnTo>
                    <a:pt x="50" y="170"/>
                  </a:lnTo>
                  <a:lnTo>
                    <a:pt x="34" y="180"/>
                  </a:lnTo>
                  <a:lnTo>
                    <a:pt x="18" y="188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D8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54" name="Freeform 1334">
              <a:extLst>
                <a:ext uri="{FF2B5EF4-FFF2-40B4-BE49-F238E27FC236}">
                  <a16:creationId xmlns:a16="http://schemas.microsoft.com/office/drawing/2014/main" id="{6C42E9AC-7C6E-4C18-ACC5-1C682AC49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076"/>
              <a:ext cx="40" cy="168"/>
            </a:xfrm>
            <a:custGeom>
              <a:avLst/>
              <a:gdLst>
                <a:gd name="T0" fmla="*/ 0 w 40"/>
                <a:gd name="T1" fmla="*/ 0 h 168"/>
                <a:gd name="T2" fmla="*/ 0 w 40"/>
                <a:gd name="T3" fmla="*/ 0 h 168"/>
                <a:gd name="T4" fmla="*/ 4 w 40"/>
                <a:gd name="T5" fmla="*/ 24 h 168"/>
                <a:gd name="T6" fmla="*/ 8 w 40"/>
                <a:gd name="T7" fmla="*/ 50 h 168"/>
                <a:gd name="T8" fmla="*/ 10 w 40"/>
                <a:gd name="T9" fmla="*/ 92 h 168"/>
                <a:gd name="T10" fmla="*/ 10 w 40"/>
                <a:gd name="T11" fmla="*/ 92 h 168"/>
                <a:gd name="T12" fmla="*/ 12 w 40"/>
                <a:gd name="T13" fmla="*/ 106 h 168"/>
                <a:gd name="T14" fmla="*/ 18 w 40"/>
                <a:gd name="T15" fmla="*/ 122 h 168"/>
                <a:gd name="T16" fmla="*/ 28 w 40"/>
                <a:gd name="T17" fmla="*/ 142 h 168"/>
                <a:gd name="T18" fmla="*/ 40 w 40"/>
                <a:gd name="T19" fmla="*/ 168 h 168"/>
                <a:gd name="T20" fmla="*/ 40 w 40"/>
                <a:gd name="T21" fmla="*/ 168 h 168"/>
                <a:gd name="T22" fmla="*/ 40 w 40"/>
                <a:gd name="T23" fmla="*/ 150 h 168"/>
                <a:gd name="T24" fmla="*/ 38 w 40"/>
                <a:gd name="T25" fmla="*/ 138 h 168"/>
                <a:gd name="T26" fmla="*/ 36 w 40"/>
                <a:gd name="T27" fmla="*/ 128 h 168"/>
                <a:gd name="T28" fmla="*/ 34 w 40"/>
                <a:gd name="T29" fmla="*/ 118 h 168"/>
                <a:gd name="T30" fmla="*/ 26 w 40"/>
                <a:gd name="T31" fmla="*/ 104 h 168"/>
                <a:gd name="T32" fmla="*/ 24 w 40"/>
                <a:gd name="T33" fmla="*/ 96 h 168"/>
                <a:gd name="T34" fmla="*/ 24 w 40"/>
                <a:gd name="T35" fmla="*/ 86 h 168"/>
                <a:gd name="T36" fmla="*/ 24 w 40"/>
                <a:gd name="T37" fmla="*/ 86 h 168"/>
                <a:gd name="T38" fmla="*/ 22 w 40"/>
                <a:gd name="T39" fmla="*/ 76 h 168"/>
                <a:gd name="T40" fmla="*/ 20 w 40"/>
                <a:gd name="T41" fmla="*/ 62 h 168"/>
                <a:gd name="T42" fmla="*/ 12 w 40"/>
                <a:gd name="T43" fmla="*/ 38 h 168"/>
                <a:gd name="T44" fmla="*/ 0 w 40"/>
                <a:gd name="T45" fmla="*/ 0 h 168"/>
                <a:gd name="T46" fmla="*/ 0 w 40"/>
                <a:gd name="T47" fmla="*/ 0 h 16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0" h="168">
                  <a:moveTo>
                    <a:pt x="0" y="0"/>
                  </a:moveTo>
                  <a:lnTo>
                    <a:pt x="0" y="0"/>
                  </a:lnTo>
                  <a:lnTo>
                    <a:pt x="4" y="24"/>
                  </a:lnTo>
                  <a:lnTo>
                    <a:pt x="8" y="50"/>
                  </a:lnTo>
                  <a:lnTo>
                    <a:pt x="10" y="92"/>
                  </a:lnTo>
                  <a:lnTo>
                    <a:pt x="12" y="106"/>
                  </a:lnTo>
                  <a:lnTo>
                    <a:pt x="18" y="122"/>
                  </a:lnTo>
                  <a:lnTo>
                    <a:pt x="28" y="142"/>
                  </a:lnTo>
                  <a:lnTo>
                    <a:pt x="40" y="168"/>
                  </a:lnTo>
                  <a:lnTo>
                    <a:pt x="40" y="150"/>
                  </a:lnTo>
                  <a:lnTo>
                    <a:pt x="38" y="138"/>
                  </a:lnTo>
                  <a:lnTo>
                    <a:pt x="36" y="128"/>
                  </a:lnTo>
                  <a:lnTo>
                    <a:pt x="34" y="118"/>
                  </a:lnTo>
                  <a:lnTo>
                    <a:pt x="26" y="104"/>
                  </a:lnTo>
                  <a:lnTo>
                    <a:pt x="24" y="96"/>
                  </a:lnTo>
                  <a:lnTo>
                    <a:pt x="24" y="86"/>
                  </a:lnTo>
                  <a:lnTo>
                    <a:pt x="22" y="76"/>
                  </a:lnTo>
                  <a:lnTo>
                    <a:pt x="20" y="62"/>
                  </a:lnTo>
                  <a:lnTo>
                    <a:pt x="12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6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55" name="Freeform 1335">
              <a:extLst>
                <a:ext uri="{FF2B5EF4-FFF2-40B4-BE49-F238E27FC236}">
                  <a16:creationId xmlns:a16="http://schemas.microsoft.com/office/drawing/2014/main" id="{E5149EF7-915B-47E3-A5EB-0DDE7CE38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144"/>
              <a:ext cx="74" cy="524"/>
            </a:xfrm>
            <a:custGeom>
              <a:avLst/>
              <a:gdLst>
                <a:gd name="T0" fmla="*/ 74 w 74"/>
                <a:gd name="T1" fmla="*/ 0 h 524"/>
                <a:gd name="T2" fmla="*/ 74 w 74"/>
                <a:gd name="T3" fmla="*/ 0 h 524"/>
                <a:gd name="T4" fmla="*/ 64 w 74"/>
                <a:gd name="T5" fmla="*/ 30 h 524"/>
                <a:gd name="T6" fmla="*/ 50 w 74"/>
                <a:gd name="T7" fmla="*/ 78 h 524"/>
                <a:gd name="T8" fmla="*/ 36 w 74"/>
                <a:gd name="T9" fmla="*/ 136 h 524"/>
                <a:gd name="T10" fmla="*/ 30 w 74"/>
                <a:gd name="T11" fmla="*/ 170 h 524"/>
                <a:gd name="T12" fmla="*/ 24 w 74"/>
                <a:gd name="T13" fmla="*/ 206 h 524"/>
                <a:gd name="T14" fmla="*/ 20 w 74"/>
                <a:gd name="T15" fmla="*/ 244 h 524"/>
                <a:gd name="T16" fmla="*/ 16 w 74"/>
                <a:gd name="T17" fmla="*/ 284 h 524"/>
                <a:gd name="T18" fmla="*/ 16 w 74"/>
                <a:gd name="T19" fmla="*/ 324 h 524"/>
                <a:gd name="T20" fmla="*/ 18 w 74"/>
                <a:gd name="T21" fmla="*/ 364 h 524"/>
                <a:gd name="T22" fmla="*/ 22 w 74"/>
                <a:gd name="T23" fmla="*/ 404 h 524"/>
                <a:gd name="T24" fmla="*/ 28 w 74"/>
                <a:gd name="T25" fmla="*/ 446 h 524"/>
                <a:gd name="T26" fmla="*/ 38 w 74"/>
                <a:gd name="T27" fmla="*/ 486 h 524"/>
                <a:gd name="T28" fmla="*/ 52 w 74"/>
                <a:gd name="T29" fmla="*/ 524 h 524"/>
                <a:gd name="T30" fmla="*/ 52 w 74"/>
                <a:gd name="T31" fmla="*/ 524 h 524"/>
                <a:gd name="T32" fmla="*/ 38 w 74"/>
                <a:gd name="T33" fmla="*/ 496 h 524"/>
                <a:gd name="T34" fmla="*/ 24 w 74"/>
                <a:gd name="T35" fmla="*/ 454 h 524"/>
                <a:gd name="T36" fmla="*/ 18 w 74"/>
                <a:gd name="T37" fmla="*/ 430 h 524"/>
                <a:gd name="T38" fmla="*/ 12 w 74"/>
                <a:gd name="T39" fmla="*/ 402 h 524"/>
                <a:gd name="T40" fmla="*/ 6 w 74"/>
                <a:gd name="T41" fmla="*/ 372 h 524"/>
                <a:gd name="T42" fmla="*/ 2 w 74"/>
                <a:gd name="T43" fmla="*/ 340 h 524"/>
                <a:gd name="T44" fmla="*/ 0 w 74"/>
                <a:gd name="T45" fmla="*/ 306 h 524"/>
                <a:gd name="T46" fmla="*/ 2 w 74"/>
                <a:gd name="T47" fmla="*/ 268 h 524"/>
                <a:gd name="T48" fmla="*/ 4 w 74"/>
                <a:gd name="T49" fmla="*/ 228 h 524"/>
                <a:gd name="T50" fmla="*/ 10 w 74"/>
                <a:gd name="T51" fmla="*/ 186 h 524"/>
                <a:gd name="T52" fmla="*/ 20 w 74"/>
                <a:gd name="T53" fmla="*/ 142 h 524"/>
                <a:gd name="T54" fmla="*/ 34 w 74"/>
                <a:gd name="T55" fmla="*/ 98 h 524"/>
                <a:gd name="T56" fmla="*/ 52 w 74"/>
                <a:gd name="T57" fmla="*/ 50 h 524"/>
                <a:gd name="T58" fmla="*/ 74 w 74"/>
                <a:gd name="T59" fmla="*/ 0 h 524"/>
                <a:gd name="T60" fmla="*/ 74 w 74"/>
                <a:gd name="T61" fmla="*/ 0 h 52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4" h="524">
                  <a:moveTo>
                    <a:pt x="74" y="0"/>
                  </a:moveTo>
                  <a:lnTo>
                    <a:pt x="74" y="0"/>
                  </a:lnTo>
                  <a:lnTo>
                    <a:pt x="64" y="30"/>
                  </a:lnTo>
                  <a:lnTo>
                    <a:pt x="50" y="78"/>
                  </a:lnTo>
                  <a:lnTo>
                    <a:pt x="36" y="136"/>
                  </a:lnTo>
                  <a:lnTo>
                    <a:pt x="30" y="170"/>
                  </a:lnTo>
                  <a:lnTo>
                    <a:pt x="24" y="206"/>
                  </a:lnTo>
                  <a:lnTo>
                    <a:pt x="20" y="244"/>
                  </a:lnTo>
                  <a:lnTo>
                    <a:pt x="16" y="284"/>
                  </a:lnTo>
                  <a:lnTo>
                    <a:pt x="16" y="324"/>
                  </a:lnTo>
                  <a:lnTo>
                    <a:pt x="18" y="364"/>
                  </a:lnTo>
                  <a:lnTo>
                    <a:pt x="22" y="404"/>
                  </a:lnTo>
                  <a:lnTo>
                    <a:pt x="28" y="446"/>
                  </a:lnTo>
                  <a:lnTo>
                    <a:pt x="38" y="486"/>
                  </a:lnTo>
                  <a:lnTo>
                    <a:pt x="52" y="524"/>
                  </a:lnTo>
                  <a:lnTo>
                    <a:pt x="38" y="496"/>
                  </a:lnTo>
                  <a:lnTo>
                    <a:pt x="24" y="454"/>
                  </a:lnTo>
                  <a:lnTo>
                    <a:pt x="18" y="430"/>
                  </a:lnTo>
                  <a:lnTo>
                    <a:pt x="12" y="402"/>
                  </a:lnTo>
                  <a:lnTo>
                    <a:pt x="6" y="372"/>
                  </a:lnTo>
                  <a:lnTo>
                    <a:pt x="2" y="340"/>
                  </a:lnTo>
                  <a:lnTo>
                    <a:pt x="0" y="306"/>
                  </a:lnTo>
                  <a:lnTo>
                    <a:pt x="2" y="268"/>
                  </a:lnTo>
                  <a:lnTo>
                    <a:pt x="4" y="228"/>
                  </a:lnTo>
                  <a:lnTo>
                    <a:pt x="10" y="186"/>
                  </a:lnTo>
                  <a:lnTo>
                    <a:pt x="20" y="142"/>
                  </a:lnTo>
                  <a:lnTo>
                    <a:pt x="34" y="98"/>
                  </a:lnTo>
                  <a:lnTo>
                    <a:pt x="52" y="5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A56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56" name="Freeform 1336">
              <a:extLst>
                <a:ext uri="{FF2B5EF4-FFF2-40B4-BE49-F238E27FC236}">
                  <a16:creationId xmlns:a16="http://schemas.microsoft.com/office/drawing/2014/main" id="{B52A8A81-187F-4873-A5CF-AE23596B8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178"/>
              <a:ext cx="274" cy="494"/>
            </a:xfrm>
            <a:custGeom>
              <a:avLst/>
              <a:gdLst>
                <a:gd name="T0" fmla="*/ 274 w 274"/>
                <a:gd name="T1" fmla="*/ 0 h 494"/>
                <a:gd name="T2" fmla="*/ 230 w 274"/>
                <a:gd name="T3" fmla="*/ 6 h 494"/>
                <a:gd name="T4" fmla="*/ 186 w 274"/>
                <a:gd name="T5" fmla="*/ 0 h 494"/>
                <a:gd name="T6" fmla="*/ 174 w 274"/>
                <a:gd name="T7" fmla="*/ 2 h 494"/>
                <a:gd name="T8" fmla="*/ 158 w 274"/>
                <a:gd name="T9" fmla="*/ 26 h 494"/>
                <a:gd name="T10" fmla="*/ 132 w 274"/>
                <a:gd name="T11" fmla="*/ 52 h 494"/>
                <a:gd name="T12" fmla="*/ 102 w 274"/>
                <a:gd name="T13" fmla="*/ 72 h 494"/>
                <a:gd name="T14" fmla="*/ 72 w 274"/>
                <a:gd name="T15" fmla="*/ 86 h 494"/>
                <a:gd name="T16" fmla="*/ 72 w 274"/>
                <a:gd name="T17" fmla="*/ 96 h 494"/>
                <a:gd name="T18" fmla="*/ 60 w 274"/>
                <a:gd name="T19" fmla="*/ 126 h 494"/>
                <a:gd name="T20" fmla="*/ 40 w 274"/>
                <a:gd name="T21" fmla="*/ 156 h 494"/>
                <a:gd name="T22" fmla="*/ 16 w 274"/>
                <a:gd name="T23" fmla="*/ 180 h 494"/>
                <a:gd name="T24" fmla="*/ 4 w 274"/>
                <a:gd name="T25" fmla="*/ 184 h 494"/>
                <a:gd name="T26" fmla="*/ 10 w 274"/>
                <a:gd name="T27" fmla="*/ 188 h 494"/>
                <a:gd name="T28" fmla="*/ 18 w 274"/>
                <a:gd name="T29" fmla="*/ 200 h 494"/>
                <a:gd name="T30" fmla="*/ 22 w 274"/>
                <a:gd name="T31" fmla="*/ 222 h 494"/>
                <a:gd name="T32" fmla="*/ 18 w 274"/>
                <a:gd name="T33" fmla="*/ 254 h 494"/>
                <a:gd name="T34" fmla="*/ 8 w 274"/>
                <a:gd name="T35" fmla="*/ 294 h 494"/>
                <a:gd name="T36" fmla="*/ 14 w 274"/>
                <a:gd name="T37" fmla="*/ 306 h 494"/>
                <a:gd name="T38" fmla="*/ 18 w 274"/>
                <a:gd name="T39" fmla="*/ 338 h 494"/>
                <a:gd name="T40" fmla="*/ 14 w 274"/>
                <a:gd name="T41" fmla="*/ 372 h 494"/>
                <a:gd name="T42" fmla="*/ 0 w 274"/>
                <a:gd name="T43" fmla="*/ 414 h 494"/>
                <a:gd name="T44" fmla="*/ 10 w 274"/>
                <a:gd name="T45" fmla="*/ 428 h 494"/>
                <a:gd name="T46" fmla="*/ 20 w 274"/>
                <a:gd name="T47" fmla="*/ 454 h 494"/>
                <a:gd name="T48" fmla="*/ 20 w 274"/>
                <a:gd name="T49" fmla="*/ 486 h 494"/>
                <a:gd name="T50" fmla="*/ 28 w 274"/>
                <a:gd name="T51" fmla="*/ 494 h 494"/>
                <a:gd name="T52" fmla="*/ 28 w 274"/>
                <a:gd name="T53" fmla="*/ 476 h 494"/>
                <a:gd name="T54" fmla="*/ 26 w 274"/>
                <a:gd name="T55" fmla="*/ 458 h 494"/>
                <a:gd name="T56" fmla="*/ 22 w 274"/>
                <a:gd name="T57" fmla="*/ 420 h 494"/>
                <a:gd name="T58" fmla="*/ 16 w 274"/>
                <a:gd name="T59" fmla="*/ 410 h 494"/>
                <a:gd name="T60" fmla="*/ 24 w 274"/>
                <a:gd name="T61" fmla="*/ 392 h 494"/>
                <a:gd name="T62" fmla="*/ 30 w 274"/>
                <a:gd name="T63" fmla="*/ 358 h 494"/>
                <a:gd name="T64" fmla="*/ 28 w 274"/>
                <a:gd name="T65" fmla="*/ 314 h 494"/>
                <a:gd name="T66" fmla="*/ 28 w 274"/>
                <a:gd name="T67" fmla="*/ 282 h 494"/>
                <a:gd name="T68" fmla="*/ 36 w 274"/>
                <a:gd name="T69" fmla="*/ 234 h 494"/>
                <a:gd name="T70" fmla="*/ 36 w 274"/>
                <a:gd name="T71" fmla="*/ 216 h 494"/>
                <a:gd name="T72" fmla="*/ 36 w 274"/>
                <a:gd name="T73" fmla="*/ 200 h 494"/>
                <a:gd name="T74" fmla="*/ 38 w 274"/>
                <a:gd name="T75" fmla="*/ 184 h 494"/>
                <a:gd name="T76" fmla="*/ 54 w 274"/>
                <a:gd name="T77" fmla="*/ 156 h 494"/>
                <a:gd name="T78" fmla="*/ 64 w 274"/>
                <a:gd name="T79" fmla="*/ 142 h 494"/>
                <a:gd name="T80" fmla="*/ 78 w 274"/>
                <a:gd name="T81" fmla="*/ 116 h 494"/>
                <a:gd name="T82" fmla="*/ 90 w 274"/>
                <a:gd name="T83" fmla="*/ 98 h 494"/>
                <a:gd name="T84" fmla="*/ 96 w 274"/>
                <a:gd name="T85" fmla="*/ 92 h 494"/>
                <a:gd name="T86" fmla="*/ 152 w 274"/>
                <a:gd name="T87" fmla="*/ 50 h 494"/>
                <a:gd name="T88" fmla="*/ 178 w 274"/>
                <a:gd name="T89" fmla="*/ 26 h 494"/>
                <a:gd name="T90" fmla="*/ 200 w 274"/>
                <a:gd name="T91" fmla="*/ 14 h 494"/>
                <a:gd name="T92" fmla="*/ 208 w 274"/>
                <a:gd name="T93" fmla="*/ 12 h 494"/>
                <a:gd name="T94" fmla="*/ 258 w 274"/>
                <a:gd name="T95" fmla="*/ 4 h 494"/>
                <a:gd name="T96" fmla="*/ 274 w 274"/>
                <a:gd name="T97" fmla="*/ 0 h 49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74" h="494">
                  <a:moveTo>
                    <a:pt x="274" y="0"/>
                  </a:moveTo>
                  <a:lnTo>
                    <a:pt x="274" y="0"/>
                  </a:lnTo>
                  <a:lnTo>
                    <a:pt x="252" y="2"/>
                  </a:lnTo>
                  <a:lnTo>
                    <a:pt x="230" y="6"/>
                  </a:lnTo>
                  <a:lnTo>
                    <a:pt x="208" y="4"/>
                  </a:lnTo>
                  <a:lnTo>
                    <a:pt x="186" y="0"/>
                  </a:lnTo>
                  <a:lnTo>
                    <a:pt x="174" y="2"/>
                  </a:lnTo>
                  <a:lnTo>
                    <a:pt x="168" y="14"/>
                  </a:lnTo>
                  <a:lnTo>
                    <a:pt x="158" y="26"/>
                  </a:lnTo>
                  <a:lnTo>
                    <a:pt x="146" y="40"/>
                  </a:lnTo>
                  <a:lnTo>
                    <a:pt x="132" y="52"/>
                  </a:lnTo>
                  <a:lnTo>
                    <a:pt x="118" y="62"/>
                  </a:lnTo>
                  <a:lnTo>
                    <a:pt x="102" y="72"/>
                  </a:lnTo>
                  <a:lnTo>
                    <a:pt x="86" y="80"/>
                  </a:lnTo>
                  <a:lnTo>
                    <a:pt x="72" y="86"/>
                  </a:lnTo>
                  <a:lnTo>
                    <a:pt x="72" y="96"/>
                  </a:lnTo>
                  <a:lnTo>
                    <a:pt x="68" y="110"/>
                  </a:lnTo>
                  <a:lnTo>
                    <a:pt x="60" y="126"/>
                  </a:lnTo>
                  <a:lnTo>
                    <a:pt x="50" y="142"/>
                  </a:lnTo>
                  <a:lnTo>
                    <a:pt x="40" y="156"/>
                  </a:lnTo>
                  <a:lnTo>
                    <a:pt x="28" y="170"/>
                  </a:lnTo>
                  <a:lnTo>
                    <a:pt x="16" y="180"/>
                  </a:lnTo>
                  <a:lnTo>
                    <a:pt x="10" y="182"/>
                  </a:lnTo>
                  <a:lnTo>
                    <a:pt x="4" y="184"/>
                  </a:lnTo>
                  <a:lnTo>
                    <a:pt x="10" y="188"/>
                  </a:lnTo>
                  <a:lnTo>
                    <a:pt x="14" y="194"/>
                  </a:lnTo>
                  <a:lnTo>
                    <a:pt x="18" y="200"/>
                  </a:lnTo>
                  <a:lnTo>
                    <a:pt x="20" y="206"/>
                  </a:lnTo>
                  <a:lnTo>
                    <a:pt x="22" y="222"/>
                  </a:lnTo>
                  <a:lnTo>
                    <a:pt x="20" y="238"/>
                  </a:lnTo>
                  <a:lnTo>
                    <a:pt x="18" y="254"/>
                  </a:lnTo>
                  <a:lnTo>
                    <a:pt x="14" y="270"/>
                  </a:lnTo>
                  <a:lnTo>
                    <a:pt x="8" y="294"/>
                  </a:lnTo>
                  <a:lnTo>
                    <a:pt x="14" y="306"/>
                  </a:lnTo>
                  <a:lnTo>
                    <a:pt x="18" y="320"/>
                  </a:lnTo>
                  <a:lnTo>
                    <a:pt x="18" y="338"/>
                  </a:lnTo>
                  <a:lnTo>
                    <a:pt x="16" y="354"/>
                  </a:lnTo>
                  <a:lnTo>
                    <a:pt x="14" y="372"/>
                  </a:lnTo>
                  <a:lnTo>
                    <a:pt x="10" y="388"/>
                  </a:lnTo>
                  <a:lnTo>
                    <a:pt x="0" y="414"/>
                  </a:lnTo>
                  <a:lnTo>
                    <a:pt x="10" y="428"/>
                  </a:lnTo>
                  <a:lnTo>
                    <a:pt x="18" y="444"/>
                  </a:lnTo>
                  <a:lnTo>
                    <a:pt x="20" y="454"/>
                  </a:lnTo>
                  <a:lnTo>
                    <a:pt x="22" y="464"/>
                  </a:lnTo>
                  <a:lnTo>
                    <a:pt x="20" y="486"/>
                  </a:lnTo>
                  <a:lnTo>
                    <a:pt x="28" y="494"/>
                  </a:lnTo>
                  <a:lnTo>
                    <a:pt x="28" y="476"/>
                  </a:lnTo>
                  <a:lnTo>
                    <a:pt x="26" y="458"/>
                  </a:lnTo>
                  <a:lnTo>
                    <a:pt x="26" y="432"/>
                  </a:lnTo>
                  <a:lnTo>
                    <a:pt x="22" y="420"/>
                  </a:lnTo>
                  <a:lnTo>
                    <a:pt x="20" y="414"/>
                  </a:lnTo>
                  <a:lnTo>
                    <a:pt x="16" y="410"/>
                  </a:lnTo>
                  <a:lnTo>
                    <a:pt x="24" y="392"/>
                  </a:lnTo>
                  <a:lnTo>
                    <a:pt x="28" y="374"/>
                  </a:lnTo>
                  <a:lnTo>
                    <a:pt x="30" y="358"/>
                  </a:lnTo>
                  <a:lnTo>
                    <a:pt x="30" y="344"/>
                  </a:lnTo>
                  <a:lnTo>
                    <a:pt x="28" y="314"/>
                  </a:lnTo>
                  <a:lnTo>
                    <a:pt x="28" y="298"/>
                  </a:lnTo>
                  <a:lnTo>
                    <a:pt x="28" y="282"/>
                  </a:lnTo>
                  <a:lnTo>
                    <a:pt x="36" y="234"/>
                  </a:lnTo>
                  <a:lnTo>
                    <a:pt x="36" y="216"/>
                  </a:lnTo>
                  <a:lnTo>
                    <a:pt x="36" y="200"/>
                  </a:lnTo>
                  <a:lnTo>
                    <a:pt x="36" y="192"/>
                  </a:lnTo>
                  <a:lnTo>
                    <a:pt x="38" y="184"/>
                  </a:lnTo>
                  <a:lnTo>
                    <a:pt x="44" y="170"/>
                  </a:lnTo>
                  <a:lnTo>
                    <a:pt x="54" y="156"/>
                  </a:lnTo>
                  <a:lnTo>
                    <a:pt x="64" y="142"/>
                  </a:lnTo>
                  <a:lnTo>
                    <a:pt x="72" y="130"/>
                  </a:lnTo>
                  <a:lnTo>
                    <a:pt x="78" y="116"/>
                  </a:lnTo>
                  <a:lnTo>
                    <a:pt x="86" y="102"/>
                  </a:lnTo>
                  <a:lnTo>
                    <a:pt x="90" y="98"/>
                  </a:lnTo>
                  <a:lnTo>
                    <a:pt x="96" y="92"/>
                  </a:lnTo>
                  <a:lnTo>
                    <a:pt x="126" y="72"/>
                  </a:lnTo>
                  <a:lnTo>
                    <a:pt x="152" y="50"/>
                  </a:lnTo>
                  <a:lnTo>
                    <a:pt x="178" y="26"/>
                  </a:lnTo>
                  <a:lnTo>
                    <a:pt x="192" y="18"/>
                  </a:lnTo>
                  <a:lnTo>
                    <a:pt x="200" y="14"/>
                  </a:lnTo>
                  <a:lnTo>
                    <a:pt x="208" y="12"/>
                  </a:lnTo>
                  <a:lnTo>
                    <a:pt x="242" y="8"/>
                  </a:lnTo>
                  <a:lnTo>
                    <a:pt x="258" y="4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DF9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57" name="Freeform 1337">
              <a:extLst>
                <a:ext uri="{FF2B5EF4-FFF2-40B4-BE49-F238E27FC236}">
                  <a16:creationId xmlns:a16="http://schemas.microsoft.com/office/drawing/2014/main" id="{E0901746-D0AF-4FE1-8DA4-8D476E500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120"/>
              <a:ext cx="232" cy="48"/>
            </a:xfrm>
            <a:custGeom>
              <a:avLst/>
              <a:gdLst>
                <a:gd name="T0" fmla="*/ 2 w 232"/>
                <a:gd name="T1" fmla="*/ 40 h 48"/>
                <a:gd name="T2" fmla="*/ 2 w 232"/>
                <a:gd name="T3" fmla="*/ 40 h 48"/>
                <a:gd name="T4" fmla="*/ 8 w 232"/>
                <a:gd name="T5" fmla="*/ 36 h 48"/>
                <a:gd name="T6" fmla="*/ 16 w 232"/>
                <a:gd name="T7" fmla="*/ 36 h 48"/>
                <a:gd name="T8" fmla="*/ 34 w 232"/>
                <a:gd name="T9" fmla="*/ 38 h 48"/>
                <a:gd name="T10" fmla="*/ 54 w 232"/>
                <a:gd name="T11" fmla="*/ 42 h 48"/>
                <a:gd name="T12" fmla="*/ 68 w 232"/>
                <a:gd name="T13" fmla="*/ 46 h 48"/>
                <a:gd name="T14" fmla="*/ 68 w 232"/>
                <a:gd name="T15" fmla="*/ 46 h 48"/>
                <a:gd name="T16" fmla="*/ 88 w 232"/>
                <a:gd name="T17" fmla="*/ 44 h 48"/>
                <a:gd name="T18" fmla="*/ 104 w 232"/>
                <a:gd name="T19" fmla="*/ 40 h 48"/>
                <a:gd name="T20" fmla="*/ 120 w 232"/>
                <a:gd name="T21" fmla="*/ 36 h 48"/>
                <a:gd name="T22" fmla="*/ 136 w 232"/>
                <a:gd name="T23" fmla="*/ 30 h 48"/>
                <a:gd name="T24" fmla="*/ 136 w 232"/>
                <a:gd name="T25" fmla="*/ 30 h 48"/>
                <a:gd name="T26" fmla="*/ 144 w 232"/>
                <a:gd name="T27" fmla="*/ 30 h 48"/>
                <a:gd name="T28" fmla="*/ 152 w 232"/>
                <a:gd name="T29" fmla="*/ 32 h 48"/>
                <a:gd name="T30" fmla="*/ 166 w 232"/>
                <a:gd name="T31" fmla="*/ 36 h 48"/>
                <a:gd name="T32" fmla="*/ 180 w 232"/>
                <a:gd name="T33" fmla="*/ 44 h 48"/>
                <a:gd name="T34" fmla="*/ 186 w 232"/>
                <a:gd name="T35" fmla="*/ 46 h 48"/>
                <a:gd name="T36" fmla="*/ 194 w 232"/>
                <a:gd name="T37" fmla="*/ 48 h 48"/>
                <a:gd name="T38" fmla="*/ 194 w 232"/>
                <a:gd name="T39" fmla="*/ 48 h 48"/>
                <a:gd name="T40" fmla="*/ 204 w 232"/>
                <a:gd name="T41" fmla="*/ 48 h 48"/>
                <a:gd name="T42" fmla="*/ 212 w 232"/>
                <a:gd name="T43" fmla="*/ 44 h 48"/>
                <a:gd name="T44" fmla="*/ 218 w 232"/>
                <a:gd name="T45" fmla="*/ 40 h 48"/>
                <a:gd name="T46" fmla="*/ 224 w 232"/>
                <a:gd name="T47" fmla="*/ 34 h 48"/>
                <a:gd name="T48" fmla="*/ 228 w 232"/>
                <a:gd name="T49" fmla="*/ 28 h 48"/>
                <a:gd name="T50" fmla="*/ 232 w 232"/>
                <a:gd name="T51" fmla="*/ 18 h 48"/>
                <a:gd name="T52" fmla="*/ 232 w 232"/>
                <a:gd name="T53" fmla="*/ 10 h 48"/>
                <a:gd name="T54" fmla="*/ 232 w 232"/>
                <a:gd name="T55" fmla="*/ 0 h 48"/>
                <a:gd name="T56" fmla="*/ 232 w 232"/>
                <a:gd name="T57" fmla="*/ 0 h 48"/>
                <a:gd name="T58" fmla="*/ 224 w 232"/>
                <a:gd name="T59" fmla="*/ 14 h 48"/>
                <a:gd name="T60" fmla="*/ 216 w 232"/>
                <a:gd name="T61" fmla="*/ 26 h 48"/>
                <a:gd name="T62" fmla="*/ 212 w 232"/>
                <a:gd name="T63" fmla="*/ 30 h 48"/>
                <a:gd name="T64" fmla="*/ 206 w 232"/>
                <a:gd name="T65" fmla="*/ 30 h 48"/>
                <a:gd name="T66" fmla="*/ 198 w 232"/>
                <a:gd name="T67" fmla="*/ 30 h 48"/>
                <a:gd name="T68" fmla="*/ 188 w 232"/>
                <a:gd name="T69" fmla="*/ 28 h 48"/>
                <a:gd name="T70" fmla="*/ 188 w 232"/>
                <a:gd name="T71" fmla="*/ 28 h 48"/>
                <a:gd name="T72" fmla="*/ 172 w 232"/>
                <a:gd name="T73" fmla="*/ 22 h 48"/>
                <a:gd name="T74" fmla="*/ 158 w 232"/>
                <a:gd name="T75" fmla="*/ 18 h 48"/>
                <a:gd name="T76" fmla="*/ 144 w 232"/>
                <a:gd name="T77" fmla="*/ 18 h 48"/>
                <a:gd name="T78" fmla="*/ 126 w 232"/>
                <a:gd name="T79" fmla="*/ 22 h 48"/>
                <a:gd name="T80" fmla="*/ 126 w 232"/>
                <a:gd name="T81" fmla="*/ 22 h 48"/>
                <a:gd name="T82" fmla="*/ 110 w 232"/>
                <a:gd name="T83" fmla="*/ 28 h 48"/>
                <a:gd name="T84" fmla="*/ 92 w 232"/>
                <a:gd name="T85" fmla="*/ 30 h 48"/>
                <a:gd name="T86" fmla="*/ 60 w 232"/>
                <a:gd name="T87" fmla="*/ 30 h 48"/>
                <a:gd name="T88" fmla="*/ 60 w 232"/>
                <a:gd name="T89" fmla="*/ 30 h 48"/>
                <a:gd name="T90" fmla="*/ 28 w 232"/>
                <a:gd name="T91" fmla="*/ 28 h 48"/>
                <a:gd name="T92" fmla="*/ 18 w 232"/>
                <a:gd name="T93" fmla="*/ 30 h 48"/>
                <a:gd name="T94" fmla="*/ 12 w 232"/>
                <a:gd name="T95" fmla="*/ 30 h 48"/>
                <a:gd name="T96" fmla="*/ 4 w 232"/>
                <a:gd name="T97" fmla="*/ 34 h 48"/>
                <a:gd name="T98" fmla="*/ 0 w 232"/>
                <a:gd name="T99" fmla="*/ 38 h 48"/>
                <a:gd name="T100" fmla="*/ 2 w 232"/>
                <a:gd name="T101" fmla="*/ 40 h 4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32" h="48">
                  <a:moveTo>
                    <a:pt x="2" y="40"/>
                  </a:moveTo>
                  <a:lnTo>
                    <a:pt x="2" y="40"/>
                  </a:lnTo>
                  <a:lnTo>
                    <a:pt x="8" y="36"/>
                  </a:lnTo>
                  <a:lnTo>
                    <a:pt x="16" y="36"/>
                  </a:lnTo>
                  <a:lnTo>
                    <a:pt x="34" y="38"/>
                  </a:lnTo>
                  <a:lnTo>
                    <a:pt x="54" y="42"/>
                  </a:lnTo>
                  <a:lnTo>
                    <a:pt x="68" y="46"/>
                  </a:lnTo>
                  <a:lnTo>
                    <a:pt x="88" y="44"/>
                  </a:lnTo>
                  <a:lnTo>
                    <a:pt x="104" y="40"/>
                  </a:lnTo>
                  <a:lnTo>
                    <a:pt x="120" y="36"/>
                  </a:lnTo>
                  <a:lnTo>
                    <a:pt x="136" y="30"/>
                  </a:lnTo>
                  <a:lnTo>
                    <a:pt x="144" y="30"/>
                  </a:lnTo>
                  <a:lnTo>
                    <a:pt x="152" y="32"/>
                  </a:lnTo>
                  <a:lnTo>
                    <a:pt x="166" y="36"/>
                  </a:lnTo>
                  <a:lnTo>
                    <a:pt x="180" y="44"/>
                  </a:lnTo>
                  <a:lnTo>
                    <a:pt x="186" y="46"/>
                  </a:lnTo>
                  <a:lnTo>
                    <a:pt x="194" y="48"/>
                  </a:lnTo>
                  <a:lnTo>
                    <a:pt x="204" y="48"/>
                  </a:lnTo>
                  <a:lnTo>
                    <a:pt x="212" y="44"/>
                  </a:lnTo>
                  <a:lnTo>
                    <a:pt x="218" y="40"/>
                  </a:lnTo>
                  <a:lnTo>
                    <a:pt x="224" y="34"/>
                  </a:lnTo>
                  <a:lnTo>
                    <a:pt x="228" y="28"/>
                  </a:lnTo>
                  <a:lnTo>
                    <a:pt x="232" y="18"/>
                  </a:lnTo>
                  <a:lnTo>
                    <a:pt x="232" y="10"/>
                  </a:lnTo>
                  <a:lnTo>
                    <a:pt x="232" y="0"/>
                  </a:lnTo>
                  <a:lnTo>
                    <a:pt x="224" y="14"/>
                  </a:lnTo>
                  <a:lnTo>
                    <a:pt x="216" y="26"/>
                  </a:lnTo>
                  <a:lnTo>
                    <a:pt x="212" y="30"/>
                  </a:lnTo>
                  <a:lnTo>
                    <a:pt x="206" y="30"/>
                  </a:lnTo>
                  <a:lnTo>
                    <a:pt x="198" y="30"/>
                  </a:lnTo>
                  <a:lnTo>
                    <a:pt x="188" y="28"/>
                  </a:lnTo>
                  <a:lnTo>
                    <a:pt x="172" y="22"/>
                  </a:lnTo>
                  <a:lnTo>
                    <a:pt x="158" y="18"/>
                  </a:lnTo>
                  <a:lnTo>
                    <a:pt x="144" y="18"/>
                  </a:lnTo>
                  <a:lnTo>
                    <a:pt x="126" y="22"/>
                  </a:lnTo>
                  <a:lnTo>
                    <a:pt x="110" y="28"/>
                  </a:lnTo>
                  <a:lnTo>
                    <a:pt x="92" y="30"/>
                  </a:lnTo>
                  <a:lnTo>
                    <a:pt x="60" y="30"/>
                  </a:lnTo>
                  <a:lnTo>
                    <a:pt x="28" y="28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4" y="34"/>
                  </a:lnTo>
                  <a:lnTo>
                    <a:pt x="0" y="38"/>
                  </a:lnTo>
                  <a:lnTo>
                    <a:pt x="2" y="40"/>
                  </a:lnTo>
                  <a:close/>
                </a:path>
              </a:pathLst>
            </a:custGeom>
            <a:solidFill>
              <a:srgbClr val="FAC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58" name="Freeform 1338">
              <a:extLst>
                <a:ext uri="{FF2B5EF4-FFF2-40B4-BE49-F238E27FC236}">
                  <a16:creationId xmlns:a16="http://schemas.microsoft.com/office/drawing/2014/main" id="{11557B5A-69E3-4E26-8D4C-54B603628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120"/>
              <a:ext cx="232" cy="48"/>
            </a:xfrm>
            <a:custGeom>
              <a:avLst/>
              <a:gdLst>
                <a:gd name="T0" fmla="*/ 2 w 232"/>
                <a:gd name="T1" fmla="*/ 40 h 48"/>
                <a:gd name="T2" fmla="*/ 2 w 232"/>
                <a:gd name="T3" fmla="*/ 40 h 48"/>
                <a:gd name="T4" fmla="*/ 8 w 232"/>
                <a:gd name="T5" fmla="*/ 36 h 48"/>
                <a:gd name="T6" fmla="*/ 16 w 232"/>
                <a:gd name="T7" fmla="*/ 36 h 48"/>
                <a:gd name="T8" fmla="*/ 34 w 232"/>
                <a:gd name="T9" fmla="*/ 38 h 48"/>
                <a:gd name="T10" fmla="*/ 54 w 232"/>
                <a:gd name="T11" fmla="*/ 42 h 48"/>
                <a:gd name="T12" fmla="*/ 68 w 232"/>
                <a:gd name="T13" fmla="*/ 46 h 48"/>
                <a:gd name="T14" fmla="*/ 68 w 232"/>
                <a:gd name="T15" fmla="*/ 46 h 48"/>
                <a:gd name="T16" fmla="*/ 88 w 232"/>
                <a:gd name="T17" fmla="*/ 44 h 48"/>
                <a:gd name="T18" fmla="*/ 104 w 232"/>
                <a:gd name="T19" fmla="*/ 40 h 48"/>
                <a:gd name="T20" fmla="*/ 120 w 232"/>
                <a:gd name="T21" fmla="*/ 36 h 48"/>
                <a:gd name="T22" fmla="*/ 136 w 232"/>
                <a:gd name="T23" fmla="*/ 30 h 48"/>
                <a:gd name="T24" fmla="*/ 136 w 232"/>
                <a:gd name="T25" fmla="*/ 30 h 48"/>
                <a:gd name="T26" fmla="*/ 144 w 232"/>
                <a:gd name="T27" fmla="*/ 30 h 48"/>
                <a:gd name="T28" fmla="*/ 152 w 232"/>
                <a:gd name="T29" fmla="*/ 32 h 48"/>
                <a:gd name="T30" fmla="*/ 166 w 232"/>
                <a:gd name="T31" fmla="*/ 36 h 48"/>
                <a:gd name="T32" fmla="*/ 180 w 232"/>
                <a:gd name="T33" fmla="*/ 44 h 48"/>
                <a:gd name="T34" fmla="*/ 186 w 232"/>
                <a:gd name="T35" fmla="*/ 46 h 48"/>
                <a:gd name="T36" fmla="*/ 194 w 232"/>
                <a:gd name="T37" fmla="*/ 48 h 48"/>
                <a:gd name="T38" fmla="*/ 194 w 232"/>
                <a:gd name="T39" fmla="*/ 48 h 48"/>
                <a:gd name="T40" fmla="*/ 204 w 232"/>
                <a:gd name="T41" fmla="*/ 48 h 48"/>
                <a:gd name="T42" fmla="*/ 212 w 232"/>
                <a:gd name="T43" fmla="*/ 44 h 48"/>
                <a:gd name="T44" fmla="*/ 218 w 232"/>
                <a:gd name="T45" fmla="*/ 40 h 48"/>
                <a:gd name="T46" fmla="*/ 224 w 232"/>
                <a:gd name="T47" fmla="*/ 34 h 48"/>
                <a:gd name="T48" fmla="*/ 228 w 232"/>
                <a:gd name="T49" fmla="*/ 28 h 48"/>
                <a:gd name="T50" fmla="*/ 232 w 232"/>
                <a:gd name="T51" fmla="*/ 18 h 48"/>
                <a:gd name="T52" fmla="*/ 232 w 232"/>
                <a:gd name="T53" fmla="*/ 10 h 48"/>
                <a:gd name="T54" fmla="*/ 232 w 232"/>
                <a:gd name="T55" fmla="*/ 0 h 48"/>
                <a:gd name="T56" fmla="*/ 232 w 232"/>
                <a:gd name="T57" fmla="*/ 0 h 48"/>
                <a:gd name="T58" fmla="*/ 224 w 232"/>
                <a:gd name="T59" fmla="*/ 14 h 48"/>
                <a:gd name="T60" fmla="*/ 216 w 232"/>
                <a:gd name="T61" fmla="*/ 26 h 48"/>
                <a:gd name="T62" fmla="*/ 212 w 232"/>
                <a:gd name="T63" fmla="*/ 30 h 48"/>
                <a:gd name="T64" fmla="*/ 206 w 232"/>
                <a:gd name="T65" fmla="*/ 30 h 48"/>
                <a:gd name="T66" fmla="*/ 198 w 232"/>
                <a:gd name="T67" fmla="*/ 30 h 48"/>
                <a:gd name="T68" fmla="*/ 188 w 232"/>
                <a:gd name="T69" fmla="*/ 28 h 48"/>
                <a:gd name="T70" fmla="*/ 188 w 232"/>
                <a:gd name="T71" fmla="*/ 28 h 48"/>
                <a:gd name="T72" fmla="*/ 172 w 232"/>
                <a:gd name="T73" fmla="*/ 22 h 48"/>
                <a:gd name="T74" fmla="*/ 158 w 232"/>
                <a:gd name="T75" fmla="*/ 18 h 48"/>
                <a:gd name="T76" fmla="*/ 144 w 232"/>
                <a:gd name="T77" fmla="*/ 18 h 48"/>
                <a:gd name="T78" fmla="*/ 126 w 232"/>
                <a:gd name="T79" fmla="*/ 22 h 48"/>
                <a:gd name="T80" fmla="*/ 126 w 232"/>
                <a:gd name="T81" fmla="*/ 22 h 48"/>
                <a:gd name="T82" fmla="*/ 110 w 232"/>
                <a:gd name="T83" fmla="*/ 28 h 48"/>
                <a:gd name="T84" fmla="*/ 92 w 232"/>
                <a:gd name="T85" fmla="*/ 30 h 48"/>
                <a:gd name="T86" fmla="*/ 60 w 232"/>
                <a:gd name="T87" fmla="*/ 30 h 48"/>
                <a:gd name="T88" fmla="*/ 60 w 232"/>
                <a:gd name="T89" fmla="*/ 30 h 48"/>
                <a:gd name="T90" fmla="*/ 28 w 232"/>
                <a:gd name="T91" fmla="*/ 28 h 48"/>
                <a:gd name="T92" fmla="*/ 18 w 232"/>
                <a:gd name="T93" fmla="*/ 30 h 48"/>
                <a:gd name="T94" fmla="*/ 12 w 232"/>
                <a:gd name="T95" fmla="*/ 30 h 48"/>
                <a:gd name="T96" fmla="*/ 4 w 232"/>
                <a:gd name="T97" fmla="*/ 34 h 48"/>
                <a:gd name="T98" fmla="*/ 0 w 232"/>
                <a:gd name="T99" fmla="*/ 38 h 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32" h="48">
                  <a:moveTo>
                    <a:pt x="2" y="40"/>
                  </a:moveTo>
                  <a:lnTo>
                    <a:pt x="2" y="40"/>
                  </a:lnTo>
                  <a:lnTo>
                    <a:pt x="8" y="36"/>
                  </a:lnTo>
                  <a:lnTo>
                    <a:pt x="16" y="36"/>
                  </a:lnTo>
                  <a:lnTo>
                    <a:pt x="34" y="38"/>
                  </a:lnTo>
                  <a:lnTo>
                    <a:pt x="54" y="42"/>
                  </a:lnTo>
                  <a:lnTo>
                    <a:pt x="68" y="46"/>
                  </a:lnTo>
                  <a:lnTo>
                    <a:pt x="88" y="44"/>
                  </a:lnTo>
                  <a:lnTo>
                    <a:pt x="104" y="40"/>
                  </a:lnTo>
                  <a:lnTo>
                    <a:pt x="120" y="36"/>
                  </a:lnTo>
                  <a:lnTo>
                    <a:pt x="136" y="30"/>
                  </a:lnTo>
                  <a:lnTo>
                    <a:pt x="144" y="30"/>
                  </a:lnTo>
                  <a:lnTo>
                    <a:pt x="152" y="32"/>
                  </a:lnTo>
                  <a:lnTo>
                    <a:pt x="166" y="36"/>
                  </a:lnTo>
                  <a:lnTo>
                    <a:pt x="180" y="44"/>
                  </a:lnTo>
                  <a:lnTo>
                    <a:pt x="186" y="46"/>
                  </a:lnTo>
                  <a:lnTo>
                    <a:pt x="194" y="48"/>
                  </a:lnTo>
                  <a:lnTo>
                    <a:pt x="204" y="48"/>
                  </a:lnTo>
                  <a:lnTo>
                    <a:pt x="212" y="44"/>
                  </a:lnTo>
                  <a:lnTo>
                    <a:pt x="218" y="40"/>
                  </a:lnTo>
                  <a:lnTo>
                    <a:pt x="224" y="34"/>
                  </a:lnTo>
                  <a:lnTo>
                    <a:pt x="228" y="28"/>
                  </a:lnTo>
                  <a:lnTo>
                    <a:pt x="232" y="18"/>
                  </a:lnTo>
                  <a:lnTo>
                    <a:pt x="232" y="10"/>
                  </a:lnTo>
                  <a:lnTo>
                    <a:pt x="232" y="0"/>
                  </a:lnTo>
                  <a:lnTo>
                    <a:pt x="224" y="14"/>
                  </a:lnTo>
                  <a:lnTo>
                    <a:pt x="216" y="26"/>
                  </a:lnTo>
                  <a:lnTo>
                    <a:pt x="212" y="30"/>
                  </a:lnTo>
                  <a:lnTo>
                    <a:pt x="206" y="30"/>
                  </a:lnTo>
                  <a:lnTo>
                    <a:pt x="198" y="30"/>
                  </a:lnTo>
                  <a:lnTo>
                    <a:pt x="188" y="28"/>
                  </a:lnTo>
                  <a:lnTo>
                    <a:pt x="172" y="22"/>
                  </a:lnTo>
                  <a:lnTo>
                    <a:pt x="158" y="18"/>
                  </a:lnTo>
                  <a:lnTo>
                    <a:pt x="144" y="18"/>
                  </a:lnTo>
                  <a:lnTo>
                    <a:pt x="126" y="22"/>
                  </a:lnTo>
                  <a:lnTo>
                    <a:pt x="110" y="28"/>
                  </a:lnTo>
                  <a:lnTo>
                    <a:pt x="92" y="30"/>
                  </a:lnTo>
                  <a:lnTo>
                    <a:pt x="60" y="30"/>
                  </a:lnTo>
                  <a:lnTo>
                    <a:pt x="28" y="28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4" y="34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59" name="Freeform 1339">
              <a:extLst>
                <a:ext uri="{FF2B5EF4-FFF2-40B4-BE49-F238E27FC236}">
                  <a16:creationId xmlns:a16="http://schemas.microsoft.com/office/drawing/2014/main" id="{C0B4EF7B-703E-46DE-9899-D4CA24F73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252"/>
              <a:ext cx="78" cy="200"/>
            </a:xfrm>
            <a:custGeom>
              <a:avLst/>
              <a:gdLst>
                <a:gd name="T0" fmla="*/ 78 w 78"/>
                <a:gd name="T1" fmla="*/ 0 h 200"/>
                <a:gd name="T2" fmla="*/ 78 w 78"/>
                <a:gd name="T3" fmla="*/ 0 h 200"/>
                <a:gd name="T4" fmla="*/ 70 w 78"/>
                <a:gd name="T5" fmla="*/ 28 h 200"/>
                <a:gd name="T6" fmla="*/ 64 w 78"/>
                <a:gd name="T7" fmla="*/ 40 h 200"/>
                <a:gd name="T8" fmla="*/ 58 w 78"/>
                <a:gd name="T9" fmla="*/ 52 h 200"/>
                <a:gd name="T10" fmla="*/ 50 w 78"/>
                <a:gd name="T11" fmla="*/ 64 h 200"/>
                <a:gd name="T12" fmla="*/ 42 w 78"/>
                <a:gd name="T13" fmla="*/ 74 h 200"/>
                <a:gd name="T14" fmla="*/ 32 w 78"/>
                <a:gd name="T15" fmla="*/ 84 h 200"/>
                <a:gd name="T16" fmla="*/ 20 w 78"/>
                <a:gd name="T17" fmla="*/ 94 h 200"/>
                <a:gd name="T18" fmla="*/ 20 w 78"/>
                <a:gd name="T19" fmla="*/ 94 h 200"/>
                <a:gd name="T20" fmla="*/ 12 w 78"/>
                <a:gd name="T21" fmla="*/ 100 h 200"/>
                <a:gd name="T22" fmla="*/ 10 w 78"/>
                <a:gd name="T23" fmla="*/ 102 h 200"/>
                <a:gd name="T24" fmla="*/ 10 w 78"/>
                <a:gd name="T25" fmla="*/ 108 h 200"/>
                <a:gd name="T26" fmla="*/ 10 w 78"/>
                <a:gd name="T27" fmla="*/ 108 h 200"/>
                <a:gd name="T28" fmla="*/ 10 w 78"/>
                <a:gd name="T29" fmla="*/ 114 h 200"/>
                <a:gd name="T30" fmla="*/ 12 w 78"/>
                <a:gd name="T31" fmla="*/ 118 h 200"/>
                <a:gd name="T32" fmla="*/ 16 w 78"/>
                <a:gd name="T33" fmla="*/ 130 h 200"/>
                <a:gd name="T34" fmla="*/ 16 w 78"/>
                <a:gd name="T35" fmla="*/ 130 h 200"/>
                <a:gd name="T36" fmla="*/ 18 w 78"/>
                <a:gd name="T37" fmla="*/ 148 h 200"/>
                <a:gd name="T38" fmla="*/ 16 w 78"/>
                <a:gd name="T39" fmla="*/ 166 h 200"/>
                <a:gd name="T40" fmla="*/ 14 w 78"/>
                <a:gd name="T41" fmla="*/ 184 h 200"/>
                <a:gd name="T42" fmla="*/ 8 w 78"/>
                <a:gd name="T43" fmla="*/ 200 h 200"/>
                <a:gd name="T44" fmla="*/ 8 w 78"/>
                <a:gd name="T45" fmla="*/ 200 h 200"/>
                <a:gd name="T46" fmla="*/ 10 w 78"/>
                <a:gd name="T47" fmla="*/ 186 h 200"/>
                <a:gd name="T48" fmla="*/ 10 w 78"/>
                <a:gd name="T49" fmla="*/ 170 h 200"/>
                <a:gd name="T50" fmla="*/ 6 w 78"/>
                <a:gd name="T51" fmla="*/ 136 h 200"/>
                <a:gd name="T52" fmla="*/ 6 w 78"/>
                <a:gd name="T53" fmla="*/ 136 h 200"/>
                <a:gd name="T54" fmla="*/ 4 w 78"/>
                <a:gd name="T55" fmla="*/ 128 h 200"/>
                <a:gd name="T56" fmla="*/ 2 w 78"/>
                <a:gd name="T57" fmla="*/ 116 h 200"/>
                <a:gd name="T58" fmla="*/ 0 w 78"/>
                <a:gd name="T59" fmla="*/ 106 h 200"/>
                <a:gd name="T60" fmla="*/ 0 w 78"/>
                <a:gd name="T61" fmla="*/ 102 h 200"/>
                <a:gd name="T62" fmla="*/ 0 w 78"/>
                <a:gd name="T63" fmla="*/ 98 h 200"/>
                <a:gd name="T64" fmla="*/ 0 w 78"/>
                <a:gd name="T65" fmla="*/ 98 h 200"/>
                <a:gd name="T66" fmla="*/ 8 w 78"/>
                <a:gd name="T67" fmla="*/ 90 h 200"/>
                <a:gd name="T68" fmla="*/ 16 w 78"/>
                <a:gd name="T69" fmla="*/ 84 h 200"/>
                <a:gd name="T70" fmla="*/ 26 w 78"/>
                <a:gd name="T71" fmla="*/ 78 h 200"/>
                <a:gd name="T72" fmla="*/ 34 w 78"/>
                <a:gd name="T73" fmla="*/ 70 h 200"/>
                <a:gd name="T74" fmla="*/ 34 w 78"/>
                <a:gd name="T75" fmla="*/ 70 h 200"/>
                <a:gd name="T76" fmla="*/ 46 w 78"/>
                <a:gd name="T77" fmla="*/ 58 h 200"/>
                <a:gd name="T78" fmla="*/ 58 w 78"/>
                <a:gd name="T79" fmla="*/ 44 h 200"/>
                <a:gd name="T80" fmla="*/ 66 w 78"/>
                <a:gd name="T81" fmla="*/ 28 h 200"/>
                <a:gd name="T82" fmla="*/ 70 w 78"/>
                <a:gd name="T83" fmla="*/ 20 h 200"/>
                <a:gd name="T84" fmla="*/ 72 w 78"/>
                <a:gd name="T85" fmla="*/ 12 h 200"/>
                <a:gd name="T86" fmla="*/ 78 w 78"/>
                <a:gd name="T87" fmla="*/ 0 h 20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" h="200">
                  <a:moveTo>
                    <a:pt x="78" y="0"/>
                  </a:moveTo>
                  <a:lnTo>
                    <a:pt x="78" y="0"/>
                  </a:lnTo>
                  <a:lnTo>
                    <a:pt x="70" y="28"/>
                  </a:lnTo>
                  <a:lnTo>
                    <a:pt x="64" y="40"/>
                  </a:lnTo>
                  <a:lnTo>
                    <a:pt x="58" y="52"/>
                  </a:lnTo>
                  <a:lnTo>
                    <a:pt x="50" y="64"/>
                  </a:lnTo>
                  <a:lnTo>
                    <a:pt x="42" y="74"/>
                  </a:lnTo>
                  <a:lnTo>
                    <a:pt x="32" y="84"/>
                  </a:lnTo>
                  <a:lnTo>
                    <a:pt x="20" y="94"/>
                  </a:lnTo>
                  <a:lnTo>
                    <a:pt x="12" y="100"/>
                  </a:lnTo>
                  <a:lnTo>
                    <a:pt x="10" y="102"/>
                  </a:lnTo>
                  <a:lnTo>
                    <a:pt x="10" y="108"/>
                  </a:lnTo>
                  <a:lnTo>
                    <a:pt x="10" y="114"/>
                  </a:lnTo>
                  <a:lnTo>
                    <a:pt x="12" y="118"/>
                  </a:lnTo>
                  <a:lnTo>
                    <a:pt x="16" y="130"/>
                  </a:lnTo>
                  <a:lnTo>
                    <a:pt x="18" y="148"/>
                  </a:lnTo>
                  <a:lnTo>
                    <a:pt x="16" y="166"/>
                  </a:lnTo>
                  <a:lnTo>
                    <a:pt x="14" y="184"/>
                  </a:lnTo>
                  <a:lnTo>
                    <a:pt x="8" y="200"/>
                  </a:lnTo>
                  <a:lnTo>
                    <a:pt x="10" y="186"/>
                  </a:lnTo>
                  <a:lnTo>
                    <a:pt x="10" y="170"/>
                  </a:lnTo>
                  <a:lnTo>
                    <a:pt x="6" y="136"/>
                  </a:lnTo>
                  <a:lnTo>
                    <a:pt x="4" y="128"/>
                  </a:lnTo>
                  <a:lnTo>
                    <a:pt x="2" y="116"/>
                  </a:lnTo>
                  <a:lnTo>
                    <a:pt x="0" y="106"/>
                  </a:lnTo>
                  <a:lnTo>
                    <a:pt x="0" y="102"/>
                  </a:lnTo>
                  <a:lnTo>
                    <a:pt x="0" y="98"/>
                  </a:lnTo>
                  <a:lnTo>
                    <a:pt x="8" y="90"/>
                  </a:lnTo>
                  <a:lnTo>
                    <a:pt x="16" y="84"/>
                  </a:lnTo>
                  <a:lnTo>
                    <a:pt x="26" y="78"/>
                  </a:lnTo>
                  <a:lnTo>
                    <a:pt x="34" y="70"/>
                  </a:lnTo>
                  <a:lnTo>
                    <a:pt x="46" y="58"/>
                  </a:lnTo>
                  <a:lnTo>
                    <a:pt x="58" y="44"/>
                  </a:lnTo>
                  <a:lnTo>
                    <a:pt x="66" y="28"/>
                  </a:lnTo>
                  <a:lnTo>
                    <a:pt x="70" y="20"/>
                  </a:lnTo>
                  <a:lnTo>
                    <a:pt x="72" y="1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AC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60" name="Freeform 1340">
              <a:extLst>
                <a:ext uri="{FF2B5EF4-FFF2-40B4-BE49-F238E27FC236}">
                  <a16:creationId xmlns:a16="http://schemas.microsoft.com/office/drawing/2014/main" id="{4944389D-9B77-4665-8CB3-4E7CAA655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252"/>
              <a:ext cx="78" cy="200"/>
            </a:xfrm>
            <a:custGeom>
              <a:avLst/>
              <a:gdLst>
                <a:gd name="T0" fmla="*/ 78 w 78"/>
                <a:gd name="T1" fmla="*/ 0 h 200"/>
                <a:gd name="T2" fmla="*/ 78 w 78"/>
                <a:gd name="T3" fmla="*/ 0 h 200"/>
                <a:gd name="T4" fmla="*/ 70 w 78"/>
                <a:gd name="T5" fmla="*/ 28 h 200"/>
                <a:gd name="T6" fmla="*/ 64 w 78"/>
                <a:gd name="T7" fmla="*/ 40 h 200"/>
                <a:gd name="T8" fmla="*/ 58 w 78"/>
                <a:gd name="T9" fmla="*/ 52 h 200"/>
                <a:gd name="T10" fmla="*/ 50 w 78"/>
                <a:gd name="T11" fmla="*/ 64 h 200"/>
                <a:gd name="T12" fmla="*/ 42 w 78"/>
                <a:gd name="T13" fmla="*/ 74 h 200"/>
                <a:gd name="T14" fmla="*/ 32 w 78"/>
                <a:gd name="T15" fmla="*/ 84 h 200"/>
                <a:gd name="T16" fmla="*/ 20 w 78"/>
                <a:gd name="T17" fmla="*/ 94 h 200"/>
                <a:gd name="T18" fmla="*/ 20 w 78"/>
                <a:gd name="T19" fmla="*/ 94 h 200"/>
                <a:gd name="T20" fmla="*/ 12 w 78"/>
                <a:gd name="T21" fmla="*/ 100 h 200"/>
                <a:gd name="T22" fmla="*/ 10 w 78"/>
                <a:gd name="T23" fmla="*/ 102 h 200"/>
                <a:gd name="T24" fmla="*/ 10 w 78"/>
                <a:gd name="T25" fmla="*/ 108 h 200"/>
                <a:gd name="T26" fmla="*/ 10 w 78"/>
                <a:gd name="T27" fmla="*/ 108 h 200"/>
                <a:gd name="T28" fmla="*/ 10 w 78"/>
                <a:gd name="T29" fmla="*/ 114 h 200"/>
                <a:gd name="T30" fmla="*/ 12 w 78"/>
                <a:gd name="T31" fmla="*/ 118 h 200"/>
                <a:gd name="T32" fmla="*/ 16 w 78"/>
                <a:gd name="T33" fmla="*/ 130 h 200"/>
                <a:gd name="T34" fmla="*/ 16 w 78"/>
                <a:gd name="T35" fmla="*/ 130 h 200"/>
                <a:gd name="T36" fmla="*/ 18 w 78"/>
                <a:gd name="T37" fmla="*/ 148 h 200"/>
                <a:gd name="T38" fmla="*/ 16 w 78"/>
                <a:gd name="T39" fmla="*/ 166 h 200"/>
                <a:gd name="T40" fmla="*/ 14 w 78"/>
                <a:gd name="T41" fmla="*/ 184 h 200"/>
                <a:gd name="T42" fmla="*/ 8 w 78"/>
                <a:gd name="T43" fmla="*/ 200 h 200"/>
                <a:gd name="T44" fmla="*/ 8 w 78"/>
                <a:gd name="T45" fmla="*/ 200 h 200"/>
                <a:gd name="T46" fmla="*/ 10 w 78"/>
                <a:gd name="T47" fmla="*/ 186 h 200"/>
                <a:gd name="T48" fmla="*/ 10 w 78"/>
                <a:gd name="T49" fmla="*/ 170 h 200"/>
                <a:gd name="T50" fmla="*/ 6 w 78"/>
                <a:gd name="T51" fmla="*/ 136 h 200"/>
                <a:gd name="T52" fmla="*/ 6 w 78"/>
                <a:gd name="T53" fmla="*/ 136 h 200"/>
                <a:gd name="T54" fmla="*/ 4 w 78"/>
                <a:gd name="T55" fmla="*/ 128 h 200"/>
                <a:gd name="T56" fmla="*/ 2 w 78"/>
                <a:gd name="T57" fmla="*/ 116 h 200"/>
                <a:gd name="T58" fmla="*/ 0 w 78"/>
                <a:gd name="T59" fmla="*/ 106 h 200"/>
                <a:gd name="T60" fmla="*/ 0 w 78"/>
                <a:gd name="T61" fmla="*/ 102 h 200"/>
                <a:gd name="T62" fmla="*/ 0 w 78"/>
                <a:gd name="T63" fmla="*/ 98 h 200"/>
                <a:gd name="T64" fmla="*/ 0 w 78"/>
                <a:gd name="T65" fmla="*/ 98 h 200"/>
                <a:gd name="T66" fmla="*/ 8 w 78"/>
                <a:gd name="T67" fmla="*/ 90 h 200"/>
                <a:gd name="T68" fmla="*/ 16 w 78"/>
                <a:gd name="T69" fmla="*/ 84 h 200"/>
                <a:gd name="T70" fmla="*/ 26 w 78"/>
                <a:gd name="T71" fmla="*/ 78 h 200"/>
                <a:gd name="T72" fmla="*/ 34 w 78"/>
                <a:gd name="T73" fmla="*/ 70 h 200"/>
                <a:gd name="T74" fmla="*/ 34 w 78"/>
                <a:gd name="T75" fmla="*/ 70 h 200"/>
                <a:gd name="T76" fmla="*/ 46 w 78"/>
                <a:gd name="T77" fmla="*/ 58 h 200"/>
                <a:gd name="T78" fmla="*/ 58 w 78"/>
                <a:gd name="T79" fmla="*/ 44 h 200"/>
                <a:gd name="T80" fmla="*/ 66 w 78"/>
                <a:gd name="T81" fmla="*/ 28 h 200"/>
                <a:gd name="T82" fmla="*/ 70 w 78"/>
                <a:gd name="T83" fmla="*/ 20 h 200"/>
                <a:gd name="T84" fmla="*/ 72 w 78"/>
                <a:gd name="T85" fmla="*/ 12 h 20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8" h="200">
                  <a:moveTo>
                    <a:pt x="78" y="0"/>
                  </a:moveTo>
                  <a:lnTo>
                    <a:pt x="78" y="0"/>
                  </a:lnTo>
                  <a:lnTo>
                    <a:pt x="70" y="28"/>
                  </a:lnTo>
                  <a:lnTo>
                    <a:pt x="64" y="40"/>
                  </a:lnTo>
                  <a:lnTo>
                    <a:pt x="58" y="52"/>
                  </a:lnTo>
                  <a:lnTo>
                    <a:pt x="50" y="64"/>
                  </a:lnTo>
                  <a:lnTo>
                    <a:pt x="42" y="74"/>
                  </a:lnTo>
                  <a:lnTo>
                    <a:pt x="32" y="84"/>
                  </a:lnTo>
                  <a:lnTo>
                    <a:pt x="20" y="94"/>
                  </a:lnTo>
                  <a:lnTo>
                    <a:pt x="12" y="100"/>
                  </a:lnTo>
                  <a:lnTo>
                    <a:pt x="10" y="102"/>
                  </a:lnTo>
                  <a:lnTo>
                    <a:pt x="10" y="108"/>
                  </a:lnTo>
                  <a:lnTo>
                    <a:pt x="10" y="114"/>
                  </a:lnTo>
                  <a:lnTo>
                    <a:pt x="12" y="118"/>
                  </a:lnTo>
                  <a:lnTo>
                    <a:pt x="16" y="130"/>
                  </a:lnTo>
                  <a:lnTo>
                    <a:pt x="18" y="148"/>
                  </a:lnTo>
                  <a:lnTo>
                    <a:pt x="16" y="166"/>
                  </a:lnTo>
                  <a:lnTo>
                    <a:pt x="14" y="184"/>
                  </a:lnTo>
                  <a:lnTo>
                    <a:pt x="8" y="200"/>
                  </a:lnTo>
                  <a:lnTo>
                    <a:pt x="10" y="186"/>
                  </a:lnTo>
                  <a:lnTo>
                    <a:pt x="10" y="170"/>
                  </a:lnTo>
                  <a:lnTo>
                    <a:pt x="6" y="136"/>
                  </a:lnTo>
                  <a:lnTo>
                    <a:pt x="4" y="128"/>
                  </a:lnTo>
                  <a:lnTo>
                    <a:pt x="2" y="116"/>
                  </a:lnTo>
                  <a:lnTo>
                    <a:pt x="0" y="106"/>
                  </a:lnTo>
                  <a:lnTo>
                    <a:pt x="0" y="102"/>
                  </a:lnTo>
                  <a:lnTo>
                    <a:pt x="0" y="98"/>
                  </a:lnTo>
                  <a:lnTo>
                    <a:pt x="8" y="90"/>
                  </a:lnTo>
                  <a:lnTo>
                    <a:pt x="16" y="84"/>
                  </a:lnTo>
                  <a:lnTo>
                    <a:pt x="26" y="78"/>
                  </a:lnTo>
                  <a:lnTo>
                    <a:pt x="34" y="70"/>
                  </a:lnTo>
                  <a:lnTo>
                    <a:pt x="46" y="58"/>
                  </a:lnTo>
                  <a:lnTo>
                    <a:pt x="58" y="44"/>
                  </a:lnTo>
                  <a:lnTo>
                    <a:pt x="66" y="28"/>
                  </a:lnTo>
                  <a:lnTo>
                    <a:pt x="70" y="20"/>
                  </a:lnTo>
                  <a:lnTo>
                    <a:pt x="72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61" name="Freeform 1341">
              <a:extLst>
                <a:ext uri="{FF2B5EF4-FFF2-40B4-BE49-F238E27FC236}">
                  <a16:creationId xmlns:a16="http://schemas.microsoft.com/office/drawing/2014/main" id="{86C3FCE7-043D-4BDF-8D87-F04014A61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046"/>
              <a:ext cx="30" cy="424"/>
            </a:xfrm>
            <a:custGeom>
              <a:avLst/>
              <a:gdLst>
                <a:gd name="T0" fmla="*/ 0 w 30"/>
                <a:gd name="T1" fmla="*/ 0 h 424"/>
                <a:gd name="T2" fmla="*/ 0 w 30"/>
                <a:gd name="T3" fmla="*/ 0 h 424"/>
                <a:gd name="T4" fmla="*/ 2 w 30"/>
                <a:gd name="T5" fmla="*/ 6 h 424"/>
                <a:gd name="T6" fmla="*/ 2 w 30"/>
                <a:gd name="T7" fmla="*/ 6 h 424"/>
                <a:gd name="T8" fmla="*/ 8 w 30"/>
                <a:gd name="T9" fmla="*/ 34 h 424"/>
                <a:gd name="T10" fmla="*/ 12 w 30"/>
                <a:gd name="T11" fmla="*/ 66 h 424"/>
                <a:gd name="T12" fmla="*/ 16 w 30"/>
                <a:gd name="T13" fmla="*/ 134 h 424"/>
                <a:gd name="T14" fmla="*/ 18 w 30"/>
                <a:gd name="T15" fmla="*/ 196 h 424"/>
                <a:gd name="T16" fmla="*/ 18 w 30"/>
                <a:gd name="T17" fmla="*/ 238 h 424"/>
                <a:gd name="T18" fmla="*/ 18 w 30"/>
                <a:gd name="T19" fmla="*/ 238 h 424"/>
                <a:gd name="T20" fmla="*/ 16 w 30"/>
                <a:gd name="T21" fmla="*/ 252 h 424"/>
                <a:gd name="T22" fmla="*/ 12 w 30"/>
                <a:gd name="T23" fmla="*/ 264 h 424"/>
                <a:gd name="T24" fmla="*/ 6 w 30"/>
                <a:gd name="T25" fmla="*/ 286 h 424"/>
                <a:gd name="T26" fmla="*/ 4 w 30"/>
                <a:gd name="T27" fmla="*/ 296 h 424"/>
                <a:gd name="T28" fmla="*/ 2 w 30"/>
                <a:gd name="T29" fmla="*/ 308 h 424"/>
                <a:gd name="T30" fmla="*/ 4 w 30"/>
                <a:gd name="T31" fmla="*/ 324 h 424"/>
                <a:gd name="T32" fmla="*/ 8 w 30"/>
                <a:gd name="T33" fmla="*/ 342 h 424"/>
                <a:gd name="T34" fmla="*/ 8 w 30"/>
                <a:gd name="T35" fmla="*/ 342 h 424"/>
                <a:gd name="T36" fmla="*/ 22 w 30"/>
                <a:gd name="T37" fmla="*/ 392 h 424"/>
                <a:gd name="T38" fmla="*/ 24 w 30"/>
                <a:gd name="T39" fmla="*/ 406 h 424"/>
                <a:gd name="T40" fmla="*/ 24 w 30"/>
                <a:gd name="T41" fmla="*/ 424 h 424"/>
                <a:gd name="T42" fmla="*/ 24 w 30"/>
                <a:gd name="T43" fmla="*/ 424 h 424"/>
                <a:gd name="T44" fmla="*/ 26 w 30"/>
                <a:gd name="T45" fmla="*/ 408 h 424"/>
                <a:gd name="T46" fmla="*/ 28 w 30"/>
                <a:gd name="T47" fmla="*/ 392 h 424"/>
                <a:gd name="T48" fmla="*/ 28 w 30"/>
                <a:gd name="T49" fmla="*/ 380 h 424"/>
                <a:gd name="T50" fmla="*/ 26 w 30"/>
                <a:gd name="T51" fmla="*/ 370 h 424"/>
                <a:gd name="T52" fmla="*/ 22 w 30"/>
                <a:gd name="T53" fmla="*/ 350 h 424"/>
                <a:gd name="T54" fmla="*/ 20 w 30"/>
                <a:gd name="T55" fmla="*/ 328 h 424"/>
                <a:gd name="T56" fmla="*/ 20 w 30"/>
                <a:gd name="T57" fmla="*/ 328 h 424"/>
                <a:gd name="T58" fmla="*/ 20 w 30"/>
                <a:gd name="T59" fmla="*/ 318 h 424"/>
                <a:gd name="T60" fmla="*/ 20 w 30"/>
                <a:gd name="T61" fmla="*/ 304 h 424"/>
                <a:gd name="T62" fmla="*/ 24 w 30"/>
                <a:gd name="T63" fmla="*/ 278 h 424"/>
                <a:gd name="T64" fmla="*/ 30 w 30"/>
                <a:gd name="T65" fmla="*/ 242 h 424"/>
                <a:gd name="T66" fmla="*/ 30 w 30"/>
                <a:gd name="T67" fmla="*/ 222 h 424"/>
                <a:gd name="T68" fmla="*/ 30 w 30"/>
                <a:gd name="T69" fmla="*/ 200 h 424"/>
                <a:gd name="T70" fmla="*/ 0 w 30"/>
                <a:gd name="T71" fmla="*/ 0 h 4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0" h="424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8" y="34"/>
                  </a:lnTo>
                  <a:lnTo>
                    <a:pt x="12" y="66"/>
                  </a:lnTo>
                  <a:lnTo>
                    <a:pt x="16" y="134"/>
                  </a:lnTo>
                  <a:lnTo>
                    <a:pt x="18" y="196"/>
                  </a:lnTo>
                  <a:lnTo>
                    <a:pt x="18" y="238"/>
                  </a:lnTo>
                  <a:lnTo>
                    <a:pt x="16" y="252"/>
                  </a:lnTo>
                  <a:lnTo>
                    <a:pt x="12" y="264"/>
                  </a:lnTo>
                  <a:lnTo>
                    <a:pt x="6" y="286"/>
                  </a:lnTo>
                  <a:lnTo>
                    <a:pt x="4" y="296"/>
                  </a:lnTo>
                  <a:lnTo>
                    <a:pt x="2" y="308"/>
                  </a:lnTo>
                  <a:lnTo>
                    <a:pt x="4" y="324"/>
                  </a:lnTo>
                  <a:lnTo>
                    <a:pt x="8" y="342"/>
                  </a:lnTo>
                  <a:lnTo>
                    <a:pt x="22" y="392"/>
                  </a:lnTo>
                  <a:lnTo>
                    <a:pt x="24" y="406"/>
                  </a:lnTo>
                  <a:lnTo>
                    <a:pt x="24" y="424"/>
                  </a:lnTo>
                  <a:lnTo>
                    <a:pt x="26" y="408"/>
                  </a:lnTo>
                  <a:lnTo>
                    <a:pt x="28" y="392"/>
                  </a:lnTo>
                  <a:lnTo>
                    <a:pt x="28" y="380"/>
                  </a:lnTo>
                  <a:lnTo>
                    <a:pt x="26" y="370"/>
                  </a:lnTo>
                  <a:lnTo>
                    <a:pt x="22" y="350"/>
                  </a:lnTo>
                  <a:lnTo>
                    <a:pt x="20" y="328"/>
                  </a:lnTo>
                  <a:lnTo>
                    <a:pt x="20" y="318"/>
                  </a:lnTo>
                  <a:lnTo>
                    <a:pt x="20" y="304"/>
                  </a:lnTo>
                  <a:lnTo>
                    <a:pt x="24" y="278"/>
                  </a:lnTo>
                  <a:lnTo>
                    <a:pt x="30" y="242"/>
                  </a:lnTo>
                  <a:lnTo>
                    <a:pt x="30" y="222"/>
                  </a:lnTo>
                  <a:lnTo>
                    <a:pt x="30" y="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62" name="Freeform 1342">
              <a:extLst>
                <a:ext uri="{FF2B5EF4-FFF2-40B4-BE49-F238E27FC236}">
                  <a16:creationId xmlns:a16="http://schemas.microsoft.com/office/drawing/2014/main" id="{EFCC7151-B4C8-4BD9-AF6B-86ADFF0F5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046"/>
              <a:ext cx="30" cy="424"/>
            </a:xfrm>
            <a:custGeom>
              <a:avLst/>
              <a:gdLst>
                <a:gd name="T0" fmla="*/ 0 w 30"/>
                <a:gd name="T1" fmla="*/ 0 h 424"/>
                <a:gd name="T2" fmla="*/ 0 w 30"/>
                <a:gd name="T3" fmla="*/ 0 h 424"/>
                <a:gd name="T4" fmla="*/ 2 w 30"/>
                <a:gd name="T5" fmla="*/ 6 h 424"/>
                <a:gd name="T6" fmla="*/ 2 w 30"/>
                <a:gd name="T7" fmla="*/ 6 h 424"/>
                <a:gd name="T8" fmla="*/ 8 w 30"/>
                <a:gd name="T9" fmla="*/ 34 h 424"/>
                <a:gd name="T10" fmla="*/ 12 w 30"/>
                <a:gd name="T11" fmla="*/ 66 h 424"/>
                <a:gd name="T12" fmla="*/ 16 w 30"/>
                <a:gd name="T13" fmla="*/ 134 h 424"/>
                <a:gd name="T14" fmla="*/ 18 w 30"/>
                <a:gd name="T15" fmla="*/ 196 h 424"/>
                <a:gd name="T16" fmla="*/ 18 w 30"/>
                <a:gd name="T17" fmla="*/ 238 h 424"/>
                <a:gd name="T18" fmla="*/ 18 w 30"/>
                <a:gd name="T19" fmla="*/ 238 h 424"/>
                <a:gd name="T20" fmla="*/ 16 w 30"/>
                <a:gd name="T21" fmla="*/ 252 h 424"/>
                <a:gd name="T22" fmla="*/ 12 w 30"/>
                <a:gd name="T23" fmla="*/ 264 h 424"/>
                <a:gd name="T24" fmla="*/ 6 w 30"/>
                <a:gd name="T25" fmla="*/ 286 h 424"/>
                <a:gd name="T26" fmla="*/ 4 w 30"/>
                <a:gd name="T27" fmla="*/ 296 h 424"/>
                <a:gd name="T28" fmla="*/ 2 w 30"/>
                <a:gd name="T29" fmla="*/ 308 h 424"/>
                <a:gd name="T30" fmla="*/ 4 w 30"/>
                <a:gd name="T31" fmla="*/ 324 h 424"/>
                <a:gd name="T32" fmla="*/ 8 w 30"/>
                <a:gd name="T33" fmla="*/ 342 h 424"/>
                <a:gd name="T34" fmla="*/ 8 w 30"/>
                <a:gd name="T35" fmla="*/ 342 h 424"/>
                <a:gd name="T36" fmla="*/ 22 w 30"/>
                <a:gd name="T37" fmla="*/ 392 h 424"/>
                <a:gd name="T38" fmla="*/ 24 w 30"/>
                <a:gd name="T39" fmla="*/ 406 h 424"/>
                <a:gd name="T40" fmla="*/ 24 w 30"/>
                <a:gd name="T41" fmla="*/ 424 h 424"/>
                <a:gd name="T42" fmla="*/ 24 w 30"/>
                <a:gd name="T43" fmla="*/ 424 h 424"/>
                <a:gd name="T44" fmla="*/ 26 w 30"/>
                <a:gd name="T45" fmla="*/ 408 h 424"/>
                <a:gd name="T46" fmla="*/ 28 w 30"/>
                <a:gd name="T47" fmla="*/ 392 h 424"/>
                <a:gd name="T48" fmla="*/ 28 w 30"/>
                <a:gd name="T49" fmla="*/ 380 h 424"/>
                <a:gd name="T50" fmla="*/ 26 w 30"/>
                <a:gd name="T51" fmla="*/ 370 h 424"/>
                <a:gd name="T52" fmla="*/ 22 w 30"/>
                <a:gd name="T53" fmla="*/ 350 h 424"/>
                <a:gd name="T54" fmla="*/ 20 w 30"/>
                <a:gd name="T55" fmla="*/ 328 h 424"/>
                <a:gd name="T56" fmla="*/ 20 w 30"/>
                <a:gd name="T57" fmla="*/ 328 h 424"/>
                <a:gd name="T58" fmla="*/ 20 w 30"/>
                <a:gd name="T59" fmla="*/ 318 h 424"/>
                <a:gd name="T60" fmla="*/ 20 w 30"/>
                <a:gd name="T61" fmla="*/ 304 h 424"/>
                <a:gd name="T62" fmla="*/ 24 w 30"/>
                <a:gd name="T63" fmla="*/ 278 h 424"/>
                <a:gd name="T64" fmla="*/ 30 w 30"/>
                <a:gd name="T65" fmla="*/ 242 h 424"/>
                <a:gd name="T66" fmla="*/ 30 w 30"/>
                <a:gd name="T67" fmla="*/ 222 h 424"/>
                <a:gd name="T68" fmla="*/ 30 w 30"/>
                <a:gd name="T69" fmla="*/ 200 h 4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0" h="424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8" y="34"/>
                  </a:lnTo>
                  <a:lnTo>
                    <a:pt x="12" y="66"/>
                  </a:lnTo>
                  <a:lnTo>
                    <a:pt x="16" y="134"/>
                  </a:lnTo>
                  <a:lnTo>
                    <a:pt x="18" y="196"/>
                  </a:lnTo>
                  <a:lnTo>
                    <a:pt x="18" y="238"/>
                  </a:lnTo>
                  <a:lnTo>
                    <a:pt x="16" y="252"/>
                  </a:lnTo>
                  <a:lnTo>
                    <a:pt x="12" y="264"/>
                  </a:lnTo>
                  <a:lnTo>
                    <a:pt x="6" y="286"/>
                  </a:lnTo>
                  <a:lnTo>
                    <a:pt x="4" y="296"/>
                  </a:lnTo>
                  <a:lnTo>
                    <a:pt x="2" y="308"/>
                  </a:lnTo>
                  <a:lnTo>
                    <a:pt x="4" y="324"/>
                  </a:lnTo>
                  <a:lnTo>
                    <a:pt x="8" y="342"/>
                  </a:lnTo>
                  <a:lnTo>
                    <a:pt x="22" y="392"/>
                  </a:lnTo>
                  <a:lnTo>
                    <a:pt x="24" y="406"/>
                  </a:lnTo>
                  <a:lnTo>
                    <a:pt x="24" y="424"/>
                  </a:lnTo>
                  <a:lnTo>
                    <a:pt x="26" y="408"/>
                  </a:lnTo>
                  <a:lnTo>
                    <a:pt x="28" y="392"/>
                  </a:lnTo>
                  <a:lnTo>
                    <a:pt x="28" y="380"/>
                  </a:lnTo>
                  <a:lnTo>
                    <a:pt x="26" y="370"/>
                  </a:lnTo>
                  <a:lnTo>
                    <a:pt x="22" y="350"/>
                  </a:lnTo>
                  <a:lnTo>
                    <a:pt x="20" y="328"/>
                  </a:lnTo>
                  <a:lnTo>
                    <a:pt x="20" y="318"/>
                  </a:lnTo>
                  <a:lnTo>
                    <a:pt x="20" y="304"/>
                  </a:lnTo>
                  <a:lnTo>
                    <a:pt x="24" y="278"/>
                  </a:lnTo>
                  <a:lnTo>
                    <a:pt x="30" y="242"/>
                  </a:lnTo>
                  <a:lnTo>
                    <a:pt x="30" y="222"/>
                  </a:lnTo>
                  <a:lnTo>
                    <a:pt x="30" y="20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63" name="Freeform 1343">
              <a:extLst>
                <a:ext uri="{FF2B5EF4-FFF2-40B4-BE49-F238E27FC236}">
                  <a16:creationId xmlns:a16="http://schemas.microsoft.com/office/drawing/2014/main" id="{7D00C35D-5E26-4D90-AF84-B2DC29879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158"/>
              <a:ext cx="250" cy="708"/>
            </a:xfrm>
            <a:custGeom>
              <a:avLst/>
              <a:gdLst>
                <a:gd name="T0" fmla="*/ 250 w 250"/>
                <a:gd name="T1" fmla="*/ 700 h 708"/>
                <a:gd name="T2" fmla="*/ 250 w 250"/>
                <a:gd name="T3" fmla="*/ 700 h 708"/>
                <a:gd name="T4" fmla="*/ 250 w 250"/>
                <a:gd name="T5" fmla="*/ 704 h 708"/>
                <a:gd name="T6" fmla="*/ 248 w 250"/>
                <a:gd name="T7" fmla="*/ 706 h 708"/>
                <a:gd name="T8" fmla="*/ 242 w 250"/>
                <a:gd name="T9" fmla="*/ 708 h 708"/>
                <a:gd name="T10" fmla="*/ 234 w 250"/>
                <a:gd name="T11" fmla="*/ 708 h 708"/>
                <a:gd name="T12" fmla="*/ 226 w 250"/>
                <a:gd name="T13" fmla="*/ 706 h 708"/>
                <a:gd name="T14" fmla="*/ 216 w 250"/>
                <a:gd name="T15" fmla="*/ 702 h 708"/>
                <a:gd name="T16" fmla="*/ 204 w 250"/>
                <a:gd name="T17" fmla="*/ 698 h 708"/>
                <a:gd name="T18" fmla="*/ 192 w 250"/>
                <a:gd name="T19" fmla="*/ 690 h 708"/>
                <a:gd name="T20" fmla="*/ 192 w 250"/>
                <a:gd name="T21" fmla="*/ 690 h 708"/>
                <a:gd name="T22" fmla="*/ 168 w 250"/>
                <a:gd name="T23" fmla="*/ 676 h 708"/>
                <a:gd name="T24" fmla="*/ 148 w 250"/>
                <a:gd name="T25" fmla="*/ 662 h 708"/>
                <a:gd name="T26" fmla="*/ 128 w 250"/>
                <a:gd name="T27" fmla="*/ 646 h 708"/>
                <a:gd name="T28" fmla="*/ 110 w 250"/>
                <a:gd name="T29" fmla="*/ 628 h 708"/>
                <a:gd name="T30" fmla="*/ 94 w 250"/>
                <a:gd name="T31" fmla="*/ 610 h 708"/>
                <a:gd name="T32" fmla="*/ 78 w 250"/>
                <a:gd name="T33" fmla="*/ 592 h 708"/>
                <a:gd name="T34" fmla="*/ 66 w 250"/>
                <a:gd name="T35" fmla="*/ 572 h 708"/>
                <a:gd name="T36" fmla="*/ 54 w 250"/>
                <a:gd name="T37" fmla="*/ 552 h 708"/>
                <a:gd name="T38" fmla="*/ 44 w 250"/>
                <a:gd name="T39" fmla="*/ 530 h 708"/>
                <a:gd name="T40" fmla="*/ 34 w 250"/>
                <a:gd name="T41" fmla="*/ 508 h 708"/>
                <a:gd name="T42" fmla="*/ 26 w 250"/>
                <a:gd name="T43" fmla="*/ 486 h 708"/>
                <a:gd name="T44" fmla="*/ 20 w 250"/>
                <a:gd name="T45" fmla="*/ 464 h 708"/>
                <a:gd name="T46" fmla="*/ 10 w 250"/>
                <a:gd name="T47" fmla="*/ 418 h 708"/>
                <a:gd name="T48" fmla="*/ 4 w 250"/>
                <a:gd name="T49" fmla="*/ 372 h 708"/>
                <a:gd name="T50" fmla="*/ 0 w 250"/>
                <a:gd name="T51" fmla="*/ 324 h 708"/>
                <a:gd name="T52" fmla="*/ 2 w 250"/>
                <a:gd name="T53" fmla="*/ 278 h 708"/>
                <a:gd name="T54" fmla="*/ 4 w 250"/>
                <a:gd name="T55" fmla="*/ 234 h 708"/>
                <a:gd name="T56" fmla="*/ 10 w 250"/>
                <a:gd name="T57" fmla="*/ 190 h 708"/>
                <a:gd name="T58" fmla="*/ 16 w 250"/>
                <a:gd name="T59" fmla="*/ 148 h 708"/>
                <a:gd name="T60" fmla="*/ 24 w 250"/>
                <a:gd name="T61" fmla="*/ 110 h 708"/>
                <a:gd name="T62" fmla="*/ 34 w 250"/>
                <a:gd name="T63" fmla="*/ 76 h 708"/>
                <a:gd name="T64" fmla="*/ 42 w 250"/>
                <a:gd name="T65" fmla="*/ 46 h 708"/>
                <a:gd name="T66" fmla="*/ 42 w 250"/>
                <a:gd name="T67" fmla="*/ 46 h 708"/>
                <a:gd name="T68" fmla="*/ 54 w 250"/>
                <a:gd name="T69" fmla="*/ 16 h 708"/>
                <a:gd name="T70" fmla="*/ 60 w 250"/>
                <a:gd name="T71" fmla="*/ 0 h 7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50" h="708">
                  <a:moveTo>
                    <a:pt x="250" y="700"/>
                  </a:moveTo>
                  <a:lnTo>
                    <a:pt x="250" y="700"/>
                  </a:lnTo>
                  <a:lnTo>
                    <a:pt x="250" y="704"/>
                  </a:lnTo>
                  <a:lnTo>
                    <a:pt x="248" y="706"/>
                  </a:lnTo>
                  <a:lnTo>
                    <a:pt x="242" y="708"/>
                  </a:lnTo>
                  <a:lnTo>
                    <a:pt x="234" y="708"/>
                  </a:lnTo>
                  <a:lnTo>
                    <a:pt x="226" y="706"/>
                  </a:lnTo>
                  <a:lnTo>
                    <a:pt x="216" y="702"/>
                  </a:lnTo>
                  <a:lnTo>
                    <a:pt x="204" y="698"/>
                  </a:lnTo>
                  <a:lnTo>
                    <a:pt x="192" y="690"/>
                  </a:lnTo>
                  <a:lnTo>
                    <a:pt x="168" y="676"/>
                  </a:lnTo>
                  <a:lnTo>
                    <a:pt x="148" y="662"/>
                  </a:lnTo>
                  <a:lnTo>
                    <a:pt x="128" y="646"/>
                  </a:lnTo>
                  <a:lnTo>
                    <a:pt x="110" y="628"/>
                  </a:lnTo>
                  <a:lnTo>
                    <a:pt x="94" y="610"/>
                  </a:lnTo>
                  <a:lnTo>
                    <a:pt x="78" y="592"/>
                  </a:lnTo>
                  <a:lnTo>
                    <a:pt x="66" y="572"/>
                  </a:lnTo>
                  <a:lnTo>
                    <a:pt x="54" y="552"/>
                  </a:lnTo>
                  <a:lnTo>
                    <a:pt x="44" y="530"/>
                  </a:lnTo>
                  <a:lnTo>
                    <a:pt x="34" y="508"/>
                  </a:lnTo>
                  <a:lnTo>
                    <a:pt x="26" y="486"/>
                  </a:lnTo>
                  <a:lnTo>
                    <a:pt x="20" y="464"/>
                  </a:lnTo>
                  <a:lnTo>
                    <a:pt x="10" y="418"/>
                  </a:lnTo>
                  <a:lnTo>
                    <a:pt x="4" y="372"/>
                  </a:lnTo>
                  <a:lnTo>
                    <a:pt x="0" y="324"/>
                  </a:lnTo>
                  <a:lnTo>
                    <a:pt x="2" y="278"/>
                  </a:lnTo>
                  <a:lnTo>
                    <a:pt x="4" y="234"/>
                  </a:lnTo>
                  <a:lnTo>
                    <a:pt x="10" y="190"/>
                  </a:lnTo>
                  <a:lnTo>
                    <a:pt x="16" y="148"/>
                  </a:lnTo>
                  <a:lnTo>
                    <a:pt x="24" y="110"/>
                  </a:lnTo>
                  <a:lnTo>
                    <a:pt x="34" y="76"/>
                  </a:lnTo>
                  <a:lnTo>
                    <a:pt x="42" y="46"/>
                  </a:lnTo>
                  <a:lnTo>
                    <a:pt x="54" y="16"/>
                  </a:lnTo>
                  <a:lnTo>
                    <a:pt x="60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64" name="Freeform 1344">
              <a:extLst>
                <a:ext uri="{FF2B5EF4-FFF2-40B4-BE49-F238E27FC236}">
                  <a16:creationId xmlns:a16="http://schemas.microsoft.com/office/drawing/2014/main" id="{E1D8F864-84BE-49DC-96C6-871A07DD3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1922"/>
              <a:ext cx="1062" cy="1126"/>
            </a:xfrm>
            <a:custGeom>
              <a:avLst/>
              <a:gdLst>
                <a:gd name="T0" fmla="*/ 18 w 1062"/>
                <a:gd name="T1" fmla="*/ 18 h 1126"/>
                <a:gd name="T2" fmla="*/ 42 w 1062"/>
                <a:gd name="T3" fmla="*/ 80 h 1126"/>
                <a:gd name="T4" fmla="*/ 62 w 1062"/>
                <a:gd name="T5" fmla="*/ 264 h 1126"/>
                <a:gd name="T6" fmla="*/ 64 w 1062"/>
                <a:gd name="T7" fmla="*/ 352 h 1126"/>
                <a:gd name="T8" fmla="*/ 50 w 1062"/>
                <a:gd name="T9" fmla="*/ 426 h 1126"/>
                <a:gd name="T10" fmla="*/ 52 w 1062"/>
                <a:gd name="T11" fmla="*/ 462 h 1126"/>
                <a:gd name="T12" fmla="*/ 72 w 1062"/>
                <a:gd name="T13" fmla="*/ 522 h 1126"/>
                <a:gd name="T14" fmla="*/ 68 w 1062"/>
                <a:gd name="T15" fmla="*/ 552 h 1126"/>
                <a:gd name="T16" fmla="*/ 66 w 1062"/>
                <a:gd name="T17" fmla="*/ 584 h 1126"/>
                <a:gd name="T18" fmla="*/ 78 w 1062"/>
                <a:gd name="T19" fmla="*/ 622 h 1126"/>
                <a:gd name="T20" fmla="*/ 66 w 1062"/>
                <a:gd name="T21" fmla="*/ 656 h 1126"/>
                <a:gd name="T22" fmla="*/ 74 w 1062"/>
                <a:gd name="T23" fmla="*/ 682 h 1126"/>
                <a:gd name="T24" fmla="*/ 82 w 1062"/>
                <a:gd name="T25" fmla="*/ 712 h 1126"/>
                <a:gd name="T26" fmla="*/ 72 w 1062"/>
                <a:gd name="T27" fmla="*/ 742 h 1126"/>
                <a:gd name="T28" fmla="*/ 88 w 1062"/>
                <a:gd name="T29" fmla="*/ 788 h 1126"/>
                <a:gd name="T30" fmla="*/ 92 w 1062"/>
                <a:gd name="T31" fmla="*/ 834 h 1126"/>
                <a:gd name="T32" fmla="*/ 100 w 1062"/>
                <a:gd name="T33" fmla="*/ 876 h 1126"/>
                <a:gd name="T34" fmla="*/ 138 w 1062"/>
                <a:gd name="T35" fmla="*/ 924 h 1126"/>
                <a:gd name="T36" fmla="*/ 180 w 1062"/>
                <a:gd name="T37" fmla="*/ 968 h 1126"/>
                <a:gd name="T38" fmla="*/ 206 w 1062"/>
                <a:gd name="T39" fmla="*/ 1016 h 1126"/>
                <a:gd name="T40" fmla="*/ 238 w 1062"/>
                <a:gd name="T41" fmla="*/ 1042 h 1126"/>
                <a:gd name="T42" fmla="*/ 364 w 1062"/>
                <a:gd name="T43" fmla="*/ 1106 h 1126"/>
                <a:gd name="T44" fmla="*/ 452 w 1062"/>
                <a:gd name="T45" fmla="*/ 1120 h 1126"/>
                <a:gd name="T46" fmla="*/ 514 w 1062"/>
                <a:gd name="T47" fmla="*/ 1122 h 1126"/>
                <a:gd name="T48" fmla="*/ 576 w 1062"/>
                <a:gd name="T49" fmla="*/ 1126 h 1126"/>
                <a:gd name="T50" fmla="*/ 702 w 1062"/>
                <a:gd name="T51" fmla="*/ 1098 h 1126"/>
                <a:gd name="T52" fmla="*/ 814 w 1062"/>
                <a:gd name="T53" fmla="*/ 1074 h 1126"/>
                <a:gd name="T54" fmla="*/ 862 w 1062"/>
                <a:gd name="T55" fmla="*/ 1042 h 1126"/>
                <a:gd name="T56" fmla="*/ 918 w 1062"/>
                <a:gd name="T57" fmla="*/ 964 h 1126"/>
                <a:gd name="T58" fmla="*/ 952 w 1062"/>
                <a:gd name="T59" fmla="*/ 942 h 1126"/>
                <a:gd name="T60" fmla="*/ 968 w 1062"/>
                <a:gd name="T61" fmla="*/ 918 h 1126"/>
                <a:gd name="T62" fmla="*/ 966 w 1062"/>
                <a:gd name="T63" fmla="*/ 890 h 1126"/>
                <a:gd name="T64" fmla="*/ 972 w 1062"/>
                <a:gd name="T65" fmla="*/ 874 h 1126"/>
                <a:gd name="T66" fmla="*/ 1004 w 1062"/>
                <a:gd name="T67" fmla="*/ 854 h 1126"/>
                <a:gd name="T68" fmla="*/ 1022 w 1062"/>
                <a:gd name="T69" fmla="*/ 826 h 1126"/>
                <a:gd name="T70" fmla="*/ 1036 w 1062"/>
                <a:gd name="T71" fmla="*/ 742 h 1126"/>
                <a:gd name="T72" fmla="*/ 1054 w 1062"/>
                <a:gd name="T73" fmla="*/ 686 h 1126"/>
                <a:gd name="T74" fmla="*/ 1062 w 1062"/>
                <a:gd name="T75" fmla="*/ 634 h 1126"/>
                <a:gd name="T76" fmla="*/ 1050 w 1062"/>
                <a:gd name="T77" fmla="*/ 544 h 1126"/>
                <a:gd name="T78" fmla="*/ 1036 w 1062"/>
                <a:gd name="T79" fmla="*/ 520 h 1126"/>
                <a:gd name="T80" fmla="*/ 1044 w 1062"/>
                <a:gd name="T81" fmla="*/ 480 h 1126"/>
                <a:gd name="T82" fmla="*/ 1022 w 1062"/>
                <a:gd name="T83" fmla="*/ 406 h 1126"/>
                <a:gd name="T84" fmla="*/ 1006 w 1062"/>
                <a:gd name="T85" fmla="*/ 354 h 1126"/>
                <a:gd name="T86" fmla="*/ 1004 w 1062"/>
                <a:gd name="T87" fmla="*/ 322 h 1126"/>
                <a:gd name="T88" fmla="*/ 1004 w 1062"/>
                <a:gd name="T89" fmla="*/ 292 h 1126"/>
                <a:gd name="T90" fmla="*/ 990 w 1062"/>
                <a:gd name="T91" fmla="*/ 264 h 1126"/>
                <a:gd name="T92" fmla="*/ 948 w 1062"/>
                <a:gd name="T93" fmla="*/ 120 h 1126"/>
                <a:gd name="T94" fmla="*/ 920 w 1062"/>
                <a:gd name="T95" fmla="*/ 50 h 112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062" h="1126">
                  <a:moveTo>
                    <a:pt x="0" y="0"/>
                  </a:moveTo>
                  <a:lnTo>
                    <a:pt x="0" y="0"/>
                  </a:lnTo>
                  <a:lnTo>
                    <a:pt x="10" y="8"/>
                  </a:lnTo>
                  <a:lnTo>
                    <a:pt x="18" y="18"/>
                  </a:lnTo>
                  <a:lnTo>
                    <a:pt x="24" y="30"/>
                  </a:lnTo>
                  <a:lnTo>
                    <a:pt x="32" y="46"/>
                  </a:lnTo>
                  <a:lnTo>
                    <a:pt x="36" y="62"/>
                  </a:lnTo>
                  <a:lnTo>
                    <a:pt x="42" y="80"/>
                  </a:lnTo>
                  <a:lnTo>
                    <a:pt x="48" y="120"/>
                  </a:lnTo>
                  <a:lnTo>
                    <a:pt x="54" y="162"/>
                  </a:lnTo>
                  <a:lnTo>
                    <a:pt x="56" y="202"/>
                  </a:lnTo>
                  <a:lnTo>
                    <a:pt x="62" y="264"/>
                  </a:lnTo>
                  <a:lnTo>
                    <a:pt x="64" y="308"/>
                  </a:lnTo>
                  <a:lnTo>
                    <a:pt x="64" y="352"/>
                  </a:lnTo>
                  <a:lnTo>
                    <a:pt x="64" y="364"/>
                  </a:lnTo>
                  <a:lnTo>
                    <a:pt x="60" y="376"/>
                  </a:lnTo>
                  <a:lnTo>
                    <a:pt x="54" y="402"/>
                  </a:lnTo>
                  <a:lnTo>
                    <a:pt x="50" y="426"/>
                  </a:lnTo>
                  <a:lnTo>
                    <a:pt x="48" y="440"/>
                  </a:lnTo>
                  <a:lnTo>
                    <a:pt x="48" y="452"/>
                  </a:lnTo>
                  <a:lnTo>
                    <a:pt x="52" y="462"/>
                  </a:lnTo>
                  <a:lnTo>
                    <a:pt x="54" y="474"/>
                  </a:lnTo>
                  <a:lnTo>
                    <a:pt x="62" y="492"/>
                  </a:lnTo>
                  <a:lnTo>
                    <a:pt x="70" y="510"/>
                  </a:lnTo>
                  <a:lnTo>
                    <a:pt x="72" y="522"/>
                  </a:lnTo>
                  <a:lnTo>
                    <a:pt x="72" y="532"/>
                  </a:lnTo>
                  <a:lnTo>
                    <a:pt x="72" y="542"/>
                  </a:lnTo>
                  <a:lnTo>
                    <a:pt x="68" y="552"/>
                  </a:lnTo>
                  <a:lnTo>
                    <a:pt x="64" y="562"/>
                  </a:lnTo>
                  <a:lnTo>
                    <a:pt x="64" y="572"/>
                  </a:lnTo>
                  <a:lnTo>
                    <a:pt x="66" y="584"/>
                  </a:lnTo>
                  <a:lnTo>
                    <a:pt x="70" y="596"/>
                  </a:lnTo>
                  <a:lnTo>
                    <a:pt x="74" y="610"/>
                  </a:lnTo>
                  <a:lnTo>
                    <a:pt x="78" y="622"/>
                  </a:lnTo>
                  <a:lnTo>
                    <a:pt x="76" y="632"/>
                  </a:lnTo>
                  <a:lnTo>
                    <a:pt x="70" y="640"/>
                  </a:lnTo>
                  <a:lnTo>
                    <a:pt x="66" y="650"/>
                  </a:lnTo>
                  <a:lnTo>
                    <a:pt x="66" y="656"/>
                  </a:lnTo>
                  <a:lnTo>
                    <a:pt x="66" y="662"/>
                  </a:lnTo>
                  <a:lnTo>
                    <a:pt x="70" y="672"/>
                  </a:lnTo>
                  <a:lnTo>
                    <a:pt x="74" y="682"/>
                  </a:lnTo>
                  <a:lnTo>
                    <a:pt x="80" y="690"/>
                  </a:lnTo>
                  <a:lnTo>
                    <a:pt x="82" y="700"/>
                  </a:lnTo>
                  <a:lnTo>
                    <a:pt x="82" y="712"/>
                  </a:lnTo>
                  <a:lnTo>
                    <a:pt x="78" y="722"/>
                  </a:lnTo>
                  <a:lnTo>
                    <a:pt x="74" y="732"/>
                  </a:lnTo>
                  <a:lnTo>
                    <a:pt x="72" y="742"/>
                  </a:lnTo>
                  <a:lnTo>
                    <a:pt x="74" y="756"/>
                  </a:lnTo>
                  <a:lnTo>
                    <a:pt x="78" y="766"/>
                  </a:lnTo>
                  <a:lnTo>
                    <a:pt x="82" y="778"/>
                  </a:lnTo>
                  <a:lnTo>
                    <a:pt x="88" y="788"/>
                  </a:lnTo>
                  <a:lnTo>
                    <a:pt x="90" y="800"/>
                  </a:lnTo>
                  <a:lnTo>
                    <a:pt x="92" y="812"/>
                  </a:lnTo>
                  <a:lnTo>
                    <a:pt x="92" y="834"/>
                  </a:lnTo>
                  <a:lnTo>
                    <a:pt x="94" y="856"/>
                  </a:lnTo>
                  <a:lnTo>
                    <a:pt x="96" y="866"/>
                  </a:lnTo>
                  <a:lnTo>
                    <a:pt x="100" y="876"/>
                  </a:lnTo>
                  <a:lnTo>
                    <a:pt x="106" y="890"/>
                  </a:lnTo>
                  <a:lnTo>
                    <a:pt x="116" y="902"/>
                  </a:lnTo>
                  <a:lnTo>
                    <a:pt x="126" y="914"/>
                  </a:lnTo>
                  <a:lnTo>
                    <a:pt x="138" y="924"/>
                  </a:lnTo>
                  <a:lnTo>
                    <a:pt x="160" y="944"/>
                  </a:lnTo>
                  <a:lnTo>
                    <a:pt x="172" y="954"/>
                  </a:lnTo>
                  <a:lnTo>
                    <a:pt x="180" y="968"/>
                  </a:lnTo>
                  <a:lnTo>
                    <a:pt x="188" y="978"/>
                  </a:lnTo>
                  <a:lnTo>
                    <a:pt x="192" y="990"/>
                  </a:lnTo>
                  <a:lnTo>
                    <a:pt x="202" y="1008"/>
                  </a:lnTo>
                  <a:lnTo>
                    <a:pt x="206" y="1016"/>
                  </a:lnTo>
                  <a:lnTo>
                    <a:pt x="214" y="1024"/>
                  </a:lnTo>
                  <a:lnTo>
                    <a:pt x="224" y="1032"/>
                  </a:lnTo>
                  <a:lnTo>
                    <a:pt x="238" y="1042"/>
                  </a:lnTo>
                  <a:lnTo>
                    <a:pt x="288" y="1068"/>
                  </a:lnTo>
                  <a:lnTo>
                    <a:pt x="336" y="1096"/>
                  </a:lnTo>
                  <a:lnTo>
                    <a:pt x="364" y="1106"/>
                  </a:lnTo>
                  <a:lnTo>
                    <a:pt x="394" y="1116"/>
                  </a:lnTo>
                  <a:lnTo>
                    <a:pt x="424" y="1120"/>
                  </a:lnTo>
                  <a:lnTo>
                    <a:pt x="438" y="1120"/>
                  </a:lnTo>
                  <a:lnTo>
                    <a:pt x="452" y="1120"/>
                  </a:lnTo>
                  <a:lnTo>
                    <a:pt x="468" y="1120"/>
                  </a:lnTo>
                  <a:lnTo>
                    <a:pt x="484" y="1120"/>
                  </a:lnTo>
                  <a:lnTo>
                    <a:pt x="514" y="1122"/>
                  </a:lnTo>
                  <a:lnTo>
                    <a:pt x="544" y="1126"/>
                  </a:lnTo>
                  <a:lnTo>
                    <a:pt x="560" y="1126"/>
                  </a:lnTo>
                  <a:lnTo>
                    <a:pt x="576" y="1126"/>
                  </a:lnTo>
                  <a:lnTo>
                    <a:pt x="604" y="1120"/>
                  </a:lnTo>
                  <a:lnTo>
                    <a:pt x="638" y="1112"/>
                  </a:lnTo>
                  <a:lnTo>
                    <a:pt x="672" y="1104"/>
                  </a:lnTo>
                  <a:lnTo>
                    <a:pt x="702" y="1098"/>
                  </a:lnTo>
                  <a:lnTo>
                    <a:pt x="758" y="1088"/>
                  </a:lnTo>
                  <a:lnTo>
                    <a:pt x="786" y="1082"/>
                  </a:lnTo>
                  <a:lnTo>
                    <a:pt x="814" y="1074"/>
                  </a:lnTo>
                  <a:lnTo>
                    <a:pt x="834" y="1064"/>
                  </a:lnTo>
                  <a:lnTo>
                    <a:pt x="850" y="1054"/>
                  </a:lnTo>
                  <a:lnTo>
                    <a:pt x="862" y="1042"/>
                  </a:lnTo>
                  <a:lnTo>
                    <a:pt x="872" y="1026"/>
                  </a:lnTo>
                  <a:lnTo>
                    <a:pt x="890" y="996"/>
                  </a:lnTo>
                  <a:lnTo>
                    <a:pt x="902" y="980"/>
                  </a:lnTo>
                  <a:lnTo>
                    <a:pt x="918" y="964"/>
                  </a:lnTo>
                  <a:lnTo>
                    <a:pt x="932" y="954"/>
                  </a:lnTo>
                  <a:lnTo>
                    <a:pt x="946" y="946"/>
                  </a:lnTo>
                  <a:lnTo>
                    <a:pt x="952" y="942"/>
                  </a:lnTo>
                  <a:lnTo>
                    <a:pt x="958" y="936"/>
                  </a:lnTo>
                  <a:lnTo>
                    <a:pt x="964" y="928"/>
                  </a:lnTo>
                  <a:lnTo>
                    <a:pt x="968" y="918"/>
                  </a:lnTo>
                  <a:lnTo>
                    <a:pt x="970" y="914"/>
                  </a:lnTo>
                  <a:lnTo>
                    <a:pt x="970" y="908"/>
                  </a:lnTo>
                  <a:lnTo>
                    <a:pt x="966" y="900"/>
                  </a:lnTo>
                  <a:lnTo>
                    <a:pt x="966" y="890"/>
                  </a:lnTo>
                  <a:lnTo>
                    <a:pt x="966" y="884"/>
                  </a:lnTo>
                  <a:lnTo>
                    <a:pt x="968" y="880"/>
                  </a:lnTo>
                  <a:lnTo>
                    <a:pt x="972" y="874"/>
                  </a:lnTo>
                  <a:lnTo>
                    <a:pt x="976" y="870"/>
                  </a:lnTo>
                  <a:lnTo>
                    <a:pt x="986" y="862"/>
                  </a:lnTo>
                  <a:lnTo>
                    <a:pt x="998" y="858"/>
                  </a:lnTo>
                  <a:lnTo>
                    <a:pt x="1004" y="854"/>
                  </a:lnTo>
                  <a:lnTo>
                    <a:pt x="1008" y="850"/>
                  </a:lnTo>
                  <a:lnTo>
                    <a:pt x="1016" y="838"/>
                  </a:lnTo>
                  <a:lnTo>
                    <a:pt x="1022" y="826"/>
                  </a:lnTo>
                  <a:lnTo>
                    <a:pt x="1026" y="812"/>
                  </a:lnTo>
                  <a:lnTo>
                    <a:pt x="1028" y="798"/>
                  </a:lnTo>
                  <a:lnTo>
                    <a:pt x="1032" y="768"/>
                  </a:lnTo>
                  <a:lnTo>
                    <a:pt x="1036" y="742"/>
                  </a:lnTo>
                  <a:lnTo>
                    <a:pt x="1040" y="722"/>
                  </a:lnTo>
                  <a:lnTo>
                    <a:pt x="1048" y="704"/>
                  </a:lnTo>
                  <a:lnTo>
                    <a:pt x="1054" y="686"/>
                  </a:lnTo>
                  <a:lnTo>
                    <a:pt x="1060" y="666"/>
                  </a:lnTo>
                  <a:lnTo>
                    <a:pt x="1062" y="652"/>
                  </a:lnTo>
                  <a:lnTo>
                    <a:pt x="1062" y="634"/>
                  </a:lnTo>
                  <a:lnTo>
                    <a:pt x="1062" y="610"/>
                  </a:lnTo>
                  <a:lnTo>
                    <a:pt x="1060" y="588"/>
                  </a:lnTo>
                  <a:lnTo>
                    <a:pt x="1056" y="564"/>
                  </a:lnTo>
                  <a:lnTo>
                    <a:pt x="1050" y="544"/>
                  </a:lnTo>
                  <a:lnTo>
                    <a:pt x="1044" y="528"/>
                  </a:lnTo>
                  <a:lnTo>
                    <a:pt x="1040" y="524"/>
                  </a:lnTo>
                  <a:lnTo>
                    <a:pt x="1036" y="520"/>
                  </a:lnTo>
                  <a:lnTo>
                    <a:pt x="1040" y="514"/>
                  </a:lnTo>
                  <a:lnTo>
                    <a:pt x="1042" y="508"/>
                  </a:lnTo>
                  <a:lnTo>
                    <a:pt x="1046" y="494"/>
                  </a:lnTo>
                  <a:lnTo>
                    <a:pt x="1044" y="480"/>
                  </a:lnTo>
                  <a:lnTo>
                    <a:pt x="1040" y="466"/>
                  </a:lnTo>
                  <a:lnTo>
                    <a:pt x="1028" y="436"/>
                  </a:lnTo>
                  <a:lnTo>
                    <a:pt x="1024" y="422"/>
                  </a:lnTo>
                  <a:lnTo>
                    <a:pt x="1022" y="406"/>
                  </a:lnTo>
                  <a:lnTo>
                    <a:pt x="1018" y="386"/>
                  </a:lnTo>
                  <a:lnTo>
                    <a:pt x="1012" y="370"/>
                  </a:lnTo>
                  <a:lnTo>
                    <a:pt x="1006" y="354"/>
                  </a:lnTo>
                  <a:lnTo>
                    <a:pt x="1000" y="338"/>
                  </a:lnTo>
                  <a:lnTo>
                    <a:pt x="1002" y="330"/>
                  </a:lnTo>
                  <a:lnTo>
                    <a:pt x="1004" y="322"/>
                  </a:lnTo>
                  <a:lnTo>
                    <a:pt x="1006" y="312"/>
                  </a:lnTo>
                  <a:lnTo>
                    <a:pt x="1008" y="304"/>
                  </a:lnTo>
                  <a:lnTo>
                    <a:pt x="1004" y="292"/>
                  </a:lnTo>
                  <a:lnTo>
                    <a:pt x="1000" y="284"/>
                  </a:lnTo>
                  <a:lnTo>
                    <a:pt x="994" y="274"/>
                  </a:lnTo>
                  <a:lnTo>
                    <a:pt x="990" y="264"/>
                  </a:lnTo>
                  <a:lnTo>
                    <a:pt x="978" y="228"/>
                  </a:lnTo>
                  <a:lnTo>
                    <a:pt x="966" y="192"/>
                  </a:lnTo>
                  <a:lnTo>
                    <a:pt x="948" y="120"/>
                  </a:lnTo>
                  <a:lnTo>
                    <a:pt x="942" y="100"/>
                  </a:lnTo>
                  <a:lnTo>
                    <a:pt x="936" y="86"/>
                  </a:lnTo>
                  <a:lnTo>
                    <a:pt x="924" y="62"/>
                  </a:lnTo>
                  <a:lnTo>
                    <a:pt x="920" y="50"/>
                  </a:lnTo>
                  <a:lnTo>
                    <a:pt x="920" y="38"/>
                  </a:lnTo>
                  <a:lnTo>
                    <a:pt x="924" y="22"/>
                  </a:lnTo>
                  <a:lnTo>
                    <a:pt x="932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65" name="Freeform 1345">
              <a:extLst>
                <a:ext uri="{FF2B5EF4-FFF2-40B4-BE49-F238E27FC236}">
                  <a16:creationId xmlns:a16="http://schemas.microsoft.com/office/drawing/2014/main" id="{7BED67F0-5723-42DF-A1B8-F5FF52381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922"/>
              <a:ext cx="1102" cy="1144"/>
            </a:xfrm>
            <a:custGeom>
              <a:avLst/>
              <a:gdLst>
                <a:gd name="T0" fmla="*/ 4 w 1102"/>
                <a:gd name="T1" fmla="*/ 6 h 1144"/>
                <a:gd name="T2" fmla="*/ 26 w 1102"/>
                <a:gd name="T3" fmla="*/ 26 h 1144"/>
                <a:gd name="T4" fmla="*/ 54 w 1102"/>
                <a:gd name="T5" fmla="*/ 124 h 1144"/>
                <a:gd name="T6" fmla="*/ 66 w 1102"/>
                <a:gd name="T7" fmla="*/ 266 h 1144"/>
                <a:gd name="T8" fmla="*/ 66 w 1102"/>
                <a:gd name="T9" fmla="*/ 370 h 1144"/>
                <a:gd name="T10" fmla="*/ 54 w 1102"/>
                <a:gd name="T11" fmla="*/ 438 h 1144"/>
                <a:gd name="T12" fmla="*/ 60 w 1102"/>
                <a:gd name="T13" fmla="*/ 476 h 1144"/>
                <a:gd name="T14" fmla="*/ 76 w 1102"/>
                <a:gd name="T15" fmla="*/ 522 h 1144"/>
                <a:gd name="T16" fmla="*/ 74 w 1102"/>
                <a:gd name="T17" fmla="*/ 544 h 1144"/>
                <a:gd name="T18" fmla="*/ 68 w 1102"/>
                <a:gd name="T19" fmla="*/ 574 h 1144"/>
                <a:gd name="T20" fmla="*/ 80 w 1102"/>
                <a:gd name="T21" fmla="*/ 612 h 1144"/>
                <a:gd name="T22" fmla="*/ 78 w 1102"/>
                <a:gd name="T23" fmla="*/ 630 h 1144"/>
                <a:gd name="T24" fmla="*/ 70 w 1102"/>
                <a:gd name="T25" fmla="*/ 664 h 1144"/>
                <a:gd name="T26" fmla="*/ 82 w 1102"/>
                <a:gd name="T27" fmla="*/ 690 h 1144"/>
                <a:gd name="T28" fmla="*/ 86 w 1102"/>
                <a:gd name="T29" fmla="*/ 710 h 1144"/>
                <a:gd name="T30" fmla="*/ 76 w 1102"/>
                <a:gd name="T31" fmla="*/ 742 h 1144"/>
                <a:gd name="T32" fmla="*/ 88 w 1102"/>
                <a:gd name="T33" fmla="*/ 780 h 1144"/>
                <a:gd name="T34" fmla="*/ 98 w 1102"/>
                <a:gd name="T35" fmla="*/ 832 h 1144"/>
                <a:gd name="T36" fmla="*/ 106 w 1102"/>
                <a:gd name="T37" fmla="*/ 882 h 1144"/>
                <a:gd name="T38" fmla="*/ 140 w 1102"/>
                <a:gd name="T39" fmla="*/ 930 h 1144"/>
                <a:gd name="T40" fmla="*/ 182 w 1102"/>
                <a:gd name="T41" fmla="*/ 968 h 1144"/>
                <a:gd name="T42" fmla="*/ 202 w 1102"/>
                <a:gd name="T43" fmla="*/ 1002 h 1144"/>
                <a:gd name="T44" fmla="*/ 232 w 1102"/>
                <a:gd name="T45" fmla="*/ 1042 h 1144"/>
                <a:gd name="T46" fmla="*/ 352 w 1102"/>
                <a:gd name="T47" fmla="*/ 1110 h 1144"/>
                <a:gd name="T48" fmla="*/ 446 w 1102"/>
                <a:gd name="T49" fmla="*/ 1138 h 1144"/>
                <a:gd name="T50" fmla="*/ 490 w 1102"/>
                <a:gd name="T51" fmla="*/ 1136 h 1144"/>
                <a:gd name="T52" fmla="*/ 566 w 1102"/>
                <a:gd name="T53" fmla="*/ 1142 h 1144"/>
                <a:gd name="T54" fmla="*/ 616 w 1102"/>
                <a:gd name="T55" fmla="*/ 1140 h 1144"/>
                <a:gd name="T56" fmla="*/ 726 w 1102"/>
                <a:gd name="T57" fmla="*/ 1114 h 1144"/>
                <a:gd name="T58" fmla="*/ 814 w 1102"/>
                <a:gd name="T59" fmla="*/ 1098 h 1144"/>
                <a:gd name="T60" fmla="*/ 868 w 1102"/>
                <a:gd name="T61" fmla="*/ 1078 h 1144"/>
                <a:gd name="T62" fmla="*/ 914 w 1102"/>
                <a:gd name="T63" fmla="*/ 1024 h 1144"/>
                <a:gd name="T64" fmla="*/ 950 w 1102"/>
                <a:gd name="T65" fmla="*/ 978 h 1144"/>
                <a:gd name="T66" fmla="*/ 988 w 1102"/>
                <a:gd name="T67" fmla="*/ 952 h 1144"/>
                <a:gd name="T68" fmla="*/ 1008 w 1102"/>
                <a:gd name="T69" fmla="*/ 918 h 1144"/>
                <a:gd name="T70" fmla="*/ 1006 w 1102"/>
                <a:gd name="T71" fmla="*/ 896 h 1144"/>
                <a:gd name="T72" fmla="*/ 1004 w 1102"/>
                <a:gd name="T73" fmla="*/ 886 h 1144"/>
                <a:gd name="T74" fmla="*/ 1018 w 1102"/>
                <a:gd name="T75" fmla="*/ 876 h 1144"/>
                <a:gd name="T76" fmla="*/ 1042 w 1102"/>
                <a:gd name="T77" fmla="*/ 860 h 1144"/>
                <a:gd name="T78" fmla="*/ 1064 w 1102"/>
                <a:gd name="T79" fmla="*/ 816 h 1144"/>
                <a:gd name="T80" fmla="*/ 1074 w 1102"/>
                <a:gd name="T81" fmla="*/ 746 h 1144"/>
                <a:gd name="T82" fmla="*/ 1094 w 1102"/>
                <a:gd name="T83" fmla="*/ 690 h 1144"/>
                <a:gd name="T84" fmla="*/ 1102 w 1102"/>
                <a:gd name="T85" fmla="*/ 634 h 1144"/>
                <a:gd name="T86" fmla="*/ 1094 w 1102"/>
                <a:gd name="T87" fmla="*/ 556 h 1144"/>
                <a:gd name="T88" fmla="*/ 1078 w 1102"/>
                <a:gd name="T89" fmla="*/ 518 h 1144"/>
                <a:gd name="T90" fmla="*/ 1084 w 1102"/>
                <a:gd name="T91" fmla="*/ 480 h 1144"/>
                <a:gd name="T92" fmla="*/ 1064 w 1102"/>
                <a:gd name="T93" fmla="*/ 424 h 1144"/>
                <a:gd name="T94" fmla="*/ 1058 w 1102"/>
                <a:gd name="T95" fmla="*/ 392 h 1144"/>
                <a:gd name="T96" fmla="*/ 1042 w 1102"/>
                <a:gd name="T97" fmla="*/ 348 h 1144"/>
                <a:gd name="T98" fmla="*/ 1042 w 1102"/>
                <a:gd name="T99" fmla="*/ 328 h 1144"/>
                <a:gd name="T100" fmla="*/ 1046 w 1102"/>
                <a:gd name="T101" fmla="*/ 302 h 1144"/>
                <a:gd name="T102" fmla="*/ 1028 w 1102"/>
                <a:gd name="T103" fmla="*/ 258 h 1144"/>
                <a:gd name="T104" fmla="*/ 988 w 1102"/>
                <a:gd name="T105" fmla="*/ 116 h 1144"/>
                <a:gd name="T106" fmla="*/ 972 w 1102"/>
                <a:gd name="T107" fmla="*/ 72 h 1144"/>
                <a:gd name="T108" fmla="*/ 962 w 1102"/>
                <a:gd name="T109" fmla="*/ 18 h 114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02" h="1144">
                  <a:moveTo>
                    <a:pt x="0" y="0"/>
                  </a:moveTo>
                  <a:lnTo>
                    <a:pt x="0" y="0"/>
                  </a:lnTo>
                  <a:lnTo>
                    <a:pt x="2" y="4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0" y="16"/>
                  </a:lnTo>
                  <a:lnTo>
                    <a:pt x="26" y="26"/>
                  </a:lnTo>
                  <a:lnTo>
                    <a:pt x="32" y="38"/>
                  </a:lnTo>
                  <a:lnTo>
                    <a:pt x="38" y="52"/>
                  </a:lnTo>
                  <a:lnTo>
                    <a:pt x="46" y="86"/>
                  </a:lnTo>
                  <a:lnTo>
                    <a:pt x="54" y="124"/>
                  </a:lnTo>
                  <a:lnTo>
                    <a:pt x="58" y="164"/>
                  </a:lnTo>
                  <a:lnTo>
                    <a:pt x="62" y="204"/>
                  </a:lnTo>
                  <a:lnTo>
                    <a:pt x="66" y="266"/>
                  </a:lnTo>
                  <a:lnTo>
                    <a:pt x="70" y="308"/>
                  </a:lnTo>
                  <a:lnTo>
                    <a:pt x="70" y="350"/>
                  </a:lnTo>
                  <a:lnTo>
                    <a:pt x="66" y="370"/>
                  </a:lnTo>
                  <a:lnTo>
                    <a:pt x="62" y="390"/>
                  </a:lnTo>
                  <a:lnTo>
                    <a:pt x="54" y="422"/>
                  </a:lnTo>
                  <a:lnTo>
                    <a:pt x="54" y="438"/>
                  </a:lnTo>
                  <a:lnTo>
                    <a:pt x="54" y="454"/>
                  </a:lnTo>
                  <a:lnTo>
                    <a:pt x="56" y="466"/>
                  </a:lnTo>
                  <a:lnTo>
                    <a:pt x="60" y="476"/>
                  </a:lnTo>
                  <a:lnTo>
                    <a:pt x="68" y="496"/>
                  </a:lnTo>
                  <a:lnTo>
                    <a:pt x="74" y="514"/>
                  </a:lnTo>
                  <a:lnTo>
                    <a:pt x="76" y="522"/>
                  </a:lnTo>
                  <a:lnTo>
                    <a:pt x="78" y="534"/>
                  </a:lnTo>
                  <a:lnTo>
                    <a:pt x="74" y="544"/>
                  </a:lnTo>
                  <a:lnTo>
                    <a:pt x="70" y="558"/>
                  </a:lnTo>
                  <a:lnTo>
                    <a:pt x="70" y="564"/>
                  </a:lnTo>
                  <a:lnTo>
                    <a:pt x="68" y="574"/>
                  </a:lnTo>
                  <a:lnTo>
                    <a:pt x="72" y="588"/>
                  </a:lnTo>
                  <a:lnTo>
                    <a:pt x="76" y="602"/>
                  </a:lnTo>
                  <a:lnTo>
                    <a:pt x="80" y="612"/>
                  </a:lnTo>
                  <a:lnTo>
                    <a:pt x="82" y="624"/>
                  </a:lnTo>
                  <a:lnTo>
                    <a:pt x="78" y="630"/>
                  </a:lnTo>
                  <a:lnTo>
                    <a:pt x="72" y="646"/>
                  </a:lnTo>
                  <a:lnTo>
                    <a:pt x="70" y="654"/>
                  </a:lnTo>
                  <a:lnTo>
                    <a:pt x="70" y="664"/>
                  </a:lnTo>
                  <a:lnTo>
                    <a:pt x="74" y="672"/>
                  </a:lnTo>
                  <a:lnTo>
                    <a:pt x="76" y="680"/>
                  </a:lnTo>
                  <a:lnTo>
                    <a:pt x="82" y="690"/>
                  </a:lnTo>
                  <a:lnTo>
                    <a:pt x="86" y="696"/>
                  </a:lnTo>
                  <a:lnTo>
                    <a:pt x="88" y="702"/>
                  </a:lnTo>
                  <a:lnTo>
                    <a:pt x="86" y="710"/>
                  </a:lnTo>
                  <a:lnTo>
                    <a:pt x="84" y="718"/>
                  </a:lnTo>
                  <a:lnTo>
                    <a:pt x="80" y="728"/>
                  </a:lnTo>
                  <a:lnTo>
                    <a:pt x="76" y="742"/>
                  </a:lnTo>
                  <a:lnTo>
                    <a:pt x="78" y="754"/>
                  </a:lnTo>
                  <a:lnTo>
                    <a:pt x="80" y="764"/>
                  </a:lnTo>
                  <a:lnTo>
                    <a:pt x="88" y="780"/>
                  </a:lnTo>
                  <a:lnTo>
                    <a:pt x="94" y="794"/>
                  </a:lnTo>
                  <a:lnTo>
                    <a:pt x="96" y="812"/>
                  </a:lnTo>
                  <a:lnTo>
                    <a:pt x="98" y="832"/>
                  </a:lnTo>
                  <a:lnTo>
                    <a:pt x="100" y="856"/>
                  </a:lnTo>
                  <a:lnTo>
                    <a:pt x="102" y="870"/>
                  </a:lnTo>
                  <a:lnTo>
                    <a:pt x="106" y="882"/>
                  </a:lnTo>
                  <a:lnTo>
                    <a:pt x="114" y="900"/>
                  </a:lnTo>
                  <a:lnTo>
                    <a:pt x="128" y="916"/>
                  </a:lnTo>
                  <a:lnTo>
                    <a:pt x="140" y="930"/>
                  </a:lnTo>
                  <a:lnTo>
                    <a:pt x="156" y="942"/>
                  </a:lnTo>
                  <a:lnTo>
                    <a:pt x="174" y="958"/>
                  </a:lnTo>
                  <a:lnTo>
                    <a:pt x="182" y="968"/>
                  </a:lnTo>
                  <a:lnTo>
                    <a:pt x="188" y="976"/>
                  </a:lnTo>
                  <a:lnTo>
                    <a:pt x="196" y="990"/>
                  </a:lnTo>
                  <a:lnTo>
                    <a:pt x="202" y="1002"/>
                  </a:lnTo>
                  <a:lnTo>
                    <a:pt x="208" y="1016"/>
                  </a:lnTo>
                  <a:lnTo>
                    <a:pt x="218" y="1028"/>
                  </a:lnTo>
                  <a:lnTo>
                    <a:pt x="232" y="1042"/>
                  </a:lnTo>
                  <a:lnTo>
                    <a:pt x="252" y="1056"/>
                  </a:lnTo>
                  <a:lnTo>
                    <a:pt x="294" y="1080"/>
                  </a:lnTo>
                  <a:lnTo>
                    <a:pt x="352" y="1110"/>
                  </a:lnTo>
                  <a:lnTo>
                    <a:pt x="382" y="1124"/>
                  </a:lnTo>
                  <a:lnTo>
                    <a:pt x="414" y="1132"/>
                  </a:lnTo>
                  <a:lnTo>
                    <a:pt x="446" y="1138"/>
                  </a:lnTo>
                  <a:lnTo>
                    <a:pt x="460" y="1138"/>
                  </a:lnTo>
                  <a:lnTo>
                    <a:pt x="476" y="1138"/>
                  </a:lnTo>
                  <a:lnTo>
                    <a:pt x="490" y="1136"/>
                  </a:lnTo>
                  <a:lnTo>
                    <a:pt x="504" y="1136"/>
                  </a:lnTo>
                  <a:lnTo>
                    <a:pt x="534" y="1140"/>
                  </a:lnTo>
                  <a:lnTo>
                    <a:pt x="566" y="1142"/>
                  </a:lnTo>
                  <a:lnTo>
                    <a:pt x="582" y="1144"/>
                  </a:lnTo>
                  <a:lnTo>
                    <a:pt x="598" y="1142"/>
                  </a:lnTo>
                  <a:lnTo>
                    <a:pt x="616" y="1140"/>
                  </a:lnTo>
                  <a:lnTo>
                    <a:pt x="636" y="1136"/>
                  </a:lnTo>
                  <a:lnTo>
                    <a:pt x="676" y="1126"/>
                  </a:lnTo>
                  <a:lnTo>
                    <a:pt x="726" y="1114"/>
                  </a:lnTo>
                  <a:lnTo>
                    <a:pt x="732" y="1114"/>
                  </a:lnTo>
                  <a:lnTo>
                    <a:pt x="786" y="1104"/>
                  </a:lnTo>
                  <a:lnTo>
                    <a:pt x="814" y="1098"/>
                  </a:lnTo>
                  <a:lnTo>
                    <a:pt x="840" y="1090"/>
                  </a:lnTo>
                  <a:lnTo>
                    <a:pt x="856" y="1084"/>
                  </a:lnTo>
                  <a:lnTo>
                    <a:pt x="868" y="1078"/>
                  </a:lnTo>
                  <a:lnTo>
                    <a:pt x="880" y="1070"/>
                  </a:lnTo>
                  <a:lnTo>
                    <a:pt x="888" y="1062"/>
                  </a:lnTo>
                  <a:lnTo>
                    <a:pt x="902" y="1044"/>
                  </a:lnTo>
                  <a:lnTo>
                    <a:pt x="914" y="1024"/>
                  </a:lnTo>
                  <a:lnTo>
                    <a:pt x="930" y="1000"/>
                  </a:lnTo>
                  <a:lnTo>
                    <a:pt x="938" y="988"/>
                  </a:lnTo>
                  <a:lnTo>
                    <a:pt x="950" y="978"/>
                  </a:lnTo>
                  <a:lnTo>
                    <a:pt x="968" y="966"/>
                  </a:lnTo>
                  <a:lnTo>
                    <a:pt x="978" y="960"/>
                  </a:lnTo>
                  <a:lnTo>
                    <a:pt x="988" y="952"/>
                  </a:lnTo>
                  <a:lnTo>
                    <a:pt x="998" y="940"/>
                  </a:lnTo>
                  <a:lnTo>
                    <a:pt x="1006" y="924"/>
                  </a:lnTo>
                  <a:lnTo>
                    <a:pt x="1008" y="918"/>
                  </a:lnTo>
                  <a:lnTo>
                    <a:pt x="1008" y="912"/>
                  </a:lnTo>
                  <a:lnTo>
                    <a:pt x="1008" y="904"/>
                  </a:lnTo>
                  <a:lnTo>
                    <a:pt x="1006" y="896"/>
                  </a:lnTo>
                  <a:lnTo>
                    <a:pt x="1004" y="888"/>
                  </a:lnTo>
                  <a:lnTo>
                    <a:pt x="1004" y="886"/>
                  </a:lnTo>
                  <a:lnTo>
                    <a:pt x="1010" y="882"/>
                  </a:lnTo>
                  <a:lnTo>
                    <a:pt x="1018" y="876"/>
                  </a:lnTo>
                  <a:lnTo>
                    <a:pt x="1030" y="870"/>
                  </a:lnTo>
                  <a:lnTo>
                    <a:pt x="1036" y="866"/>
                  </a:lnTo>
                  <a:lnTo>
                    <a:pt x="1042" y="860"/>
                  </a:lnTo>
                  <a:lnTo>
                    <a:pt x="1050" y="852"/>
                  </a:lnTo>
                  <a:lnTo>
                    <a:pt x="1056" y="840"/>
                  </a:lnTo>
                  <a:lnTo>
                    <a:pt x="1060" y="828"/>
                  </a:lnTo>
                  <a:lnTo>
                    <a:pt x="1064" y="816"/>
                  </a:lnTo>
                  <a:lnTo>
                    <a:pt x="1068" y="790"/>
                  </a:lnTo>
                  <a:lnTo>
                    <a:pt x="1072" y="766"/>
                  </a:lnTo>
                  <a:lnTo>
                    <a:pt x="1074" y="746"/>
                  </a:lnTo>
                  <a:lnTo>
                    <a:pt x="1080" y="726"/>
                  </a:lnTo>
                  <a:lnTo>
                    <a:pt x="1086" y="708"/>
                  </a:lnTo>
                  <a:lnTo>
                    <a:pt x="1094" y="690"/>
                  </a:lnTo>
                  <a:lnTo>
                    <a:pt x="1100" y="668"/>
                  </a:lnTo>
                  <a:lnTo>
                    <a:pt x="1100" y="656"/>
                  </a:lnTo>
                  <a:lnTo>
                    <a:pt x="1102" y="634"/>
                  </a:lnTo>
                  <a:lnTo>
                    <a:pt x="1100" y="604"/>
                  </a:lnTo>
                  <a:lnTo>
                    <a:pt x="1096" y="572"/>
                  </a:lnTo>
                  <a:lnTo>
                    <a:pt x="1094" y="556"/>
                  </a:lnTo>
                  <a:lnTo>
                    <a:pt x="1090" y="542"/>
                  </a:lnTo>
                  <a:lnTo>
                    <a:pt x="1084" y="528"/>
                  </a:lnTo>
                  <a:lnTo>
                    <a:pt x="1078" y="518"/>
                  </a:lnTo>
                  <a:lnTo>
                    <a:pt x="1082" y="506"/>
                  </a:lnTo>
                  <a:lnTo>
                    <a:pt x="1084" y="492"/>
                  </a:lnTo>
                  <a:lnTo>
                    <a:pt x="1084" y="480"/>
                  </a:lnTo>
                  <a:lnTo>
                    <a:pt x="1080" y="468"/>
                  </a:lnTo>
                  <a:lnTo>
                    <a:pt x="1072" y="444"/>
                  </a:lnTo>
                  <a:lnTo>
                    <a:pt x="1064" y="424"/>
                  </a:lnTo>
                  <a:lnTo>
                    <a:pt x="1062" y="414"/>
                  </a:lnTo>
                  <a:lnTo>
                    <a:pt x="1060" y="404"/>
                  </a:lnTo>
                  <a:lnTo>
                    <a:pt x="1058" y="392"/>
                  </a:lnTo>
                  <a:lnTo>
                    <a:pt x="1056" y="380"/>
                  </a:lnTo>
                  <a:lnTo>
                    <a:pt x="1048" y="362"/>
                  </a:lnTo>
                  <a:lnTo>
                    <a:pt x="1042" y="348"/>
                  </a:lnTo>
                  <a:lnTo>
                    <a:pt x="1038" y="334"/>
                  </a:lnTo>
                  <a:lnTo>
                    <a:pt x="1042" y="328"/>
                  </a:lnTo>
                  <a:lnTo>
                    <a:pt x="1046" y="316"/>
                  </a:lnTo>
                  <a:lnTo>
                    <a:pt x="1046" y="308"/>
                  </a:lnTo>
                  <a:lnTo>
                    <a:pt x="1046" y="302"/>
                  </a:lnTo>
                  <a:lnTo>
                    <a:pt x="1044" y="292"/>
                  </a:lnTo>
                  <a:lnTo>
                    <a:pt x="1042" y="284"/>
                  </a:lnTo>
                  <a:lnTo>
                    <a:pt x="1034" y="270"/>
                  </a:lnTo>
                  <a:lnTo>
                    <a:pt x="1028" y="258"/>
                  </a:lnTo>
                  <a:lnTo>
                    <a:pt x="1016" y="224"/>
                  </a:lnTo>
                  <a:lnTo>
                    <a:pt x="1004" y="188"/>
                  </a:lnTo>
                  <a:lnTo>
                    <a:pt x="988" y="116"/>
                  </a:lnTo>
                  <a:lnTo>
                    <a:pt x="984" y="104"/>
                  </a:lnTo>
                  <a:lnTo>
                    <a:pt x="978" y="86"/>
                  </a:lnTo>
                  <a:lnTo>
                    <a:pt x="972" y="72"/>
                  </a:lnTo>
                  <a:lnTo>
                    <a:pt x="962" y="52"/>
                  </a:lnTo>
                  <a:lnTo>
                    <a:pt x="958" y="42"/>
                  </a:lnTo>
                  <a:lnTo>
                    <a:pt x="958" y="32"/>
                  </a:lnTo>
                  <a:lnTo>
                    <a:pt x="962" y="18"/>
                  </a:lnTo>
                  <a:lnTo>
                    <a:pt x="968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66" name="Freeform 1346">
              <a:extLst>
                <a:ext uri="{FF2B5EF4-FFF2-40B4-BE49-F238E27FC236}">
                  <a16:creationId xmlns:a16="http://schemas.microsoft.com/office/drawing/2014/main" id="{CAA08D24-24E6-4A45-BEC3-04B424BEB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922"/>
              <a:ext cx="906" cy="1058"/>
            </a:xfrm>
            <a:custGeom>
              <a:avLst/>
              <a:gdLst>
                <a:gd name="T0" fmla="*/ 0 w 906"/>
                <a:gd name="T1" fmla="*/ 0 h 1058"/>
                <a:gd name="T2" fmla="*/ 12 w 906"/>
                <a:gd name="T3" fmla="*/ 26 h 1058"/>
                <a:gd name="T4" fmla="*/ 26 w 906"/>
                <a:gd name="T5" fmla="*/ 68 h 1058"/>
                <a:gd name="T6" fmla="*/ 50 w 906"/>
                <a:gd name="T7" fmla="*/ 196 h 1058"/>
                <a:gd name="T8" fmla="*/ 64 w 906"/>
                <a:gd name="T9" fmla="*/ 376 h 1058"/>
                <a:gd name="T10" fmla="*/ 64 w 906"/>
                <a:gd name="T11" fmla="*/ 598 h 1058"/>
                <a:gd name="T12" fmla="*/ 64 w 906"/>
                <a:gd name="T13" fmla="*/ 620 h 1058"/>
                <a:gd name="T14" fmla="*/ 68 w 906"/>
                <a:gd name="T15" fmla="*/ 698 h 1058"/>
                <a:gd name="T16" fmla="*/ 82 w 906"/>
                <a:gd name="T17" fmla="*/ 776 h 1058"/>
                <a:gd name="T18" fmla="*/ 100 w 906"/>
                <a:gd name="T19" fmla="*/ 832 h 1058"/>
                <a:gd name="T20" fmla="*/ 124 w 906"/>
                <a:gd name="T21" fmla="*/ 888 h 1058"/>
                <a:gd name="T22" fmla="*/ 158 w 906"/>
                <a:gd name="T23" fmla="*/ 940 h 1058"/>
                <a:gd name="T24" fmla="*/ 180 w 906"/>
                <a:gd name="T25" fmla="*/ 964 h 1058"/>
                <a:gd name="T26" fmla="*/ 228 w 906"/>
                <a:gd name="T27" fmla="*/ 1006 h 1058"/>
                <a:gd name="T28" fmla="*/ 284 w 906"/>
                <a:gd name="T29" fmla="*/ 1034 h 1058"/>
                <a:gd name="T30" fmla="*/ 346 w 906"/>
                <a:gd name="T31" fmla="*/ 1052 h 1058"/>
                <a:gd name="T32" fmla="*/ 416 w 906"/>
                <a:gd name="T33" fmla="*/ 1058 h 1058"/>
                <a:gd name="T34" fmla="*/ 472 w 906"/>
                <a:gd name="T35" fmla="*/ 1056 h 1058"/>
                <a:gd name="T36" fmla="*/ 578 w 906"/>
                <a:gd name="T37" fmla="*/ 1038 h 1058"/>
                <a:gd name="T38" fmla="*/ 626 w 906"/>
                <a:gd name="T39" fmla="*/ 1024 h 1058"/>
                <a:gd name="T40" fmla="*/ 670 w 906"/>
                <a:gd name="T41" fmla="*/ 1004 h 1058"/>
                <a:gd name="T42" fmla="*/ 712 w 906"/>
                <a:gd name="T43" fmla="*/ 982 h 1058"/>
                <a:gd name="T44" fmla="*/ 748 w 906"/>
                <a:gd name="T45" fmla="*/ 956 h 1058"/>
                <a:gd name="T46" fmla="*/ 782 w 906"/>
                <a:gd name="T47" fmla="*/ 924 h 1058"/>
                <a:gd name="T48" fmla="*/ 798 w 906"/>
                <a:gd name="T49" fmla="*/ 908 h 1058"/>
                <a:gd name="T50" fmla="*/ 826 w 906"/>
                <a:gd name="T51" fmla="*/ 872 h 1058"/>
                <a:gd name="T52" fmla="*/ 850 w 906"/>
                <a:gd name="T53" fmla="*/ 832 h 1058"/>
                <a:gd name="T54" fmla="*/ 870 w 906"/>
                <a:gd name="T55" fmla="*/ 788 h 1058"/>
                <a:gd name="T56" fmla="*/ 884 w 906"/>
                <a:gd name="T57" fmla="*/ 742 h 1058"/>
                <a:gd name="T58" fmla="*/ 900 w 906"/>
                <a:gd name="T59" fmla="*/ 666 h 1058"/>
                <a:gd name="T60" fmla="*/ 906 w 906"/>
                <a:gd name="T61" fmla="*/ 556 h 1058"/>
                <a:gd name="T62" fmla="*/ 902 w 906"/>
                <a:gd name="T63" fmla="*/ 500 h 1058"/>
                <a:gd name="T64" fmla="*/ 888 w 906"/>
                <a:gd name="T65" fmla="*/ 398 h 1058"/>
                <a:gd name="T66" fmla="*/ 868 w 906"/>
                <a:gd name="T67" fmla="*/ 304 h 1058"/>
                <a:gd name="T68" fmla="*/ 830 w 906"/>
                <a:gd name="T69" fmla="*/ 176 h 1058"/>
                <a:gd name="T70" fmla="*/ 818 w 906"/>
                <a:gd name="T71" fmla="*/ 144 h 1058"/>
                <a:gd name="T72" fmla="*/ 788 w 906"/>
                <a:gd name="T73" fmla="*/ 82 h 1058"/>
                <a:gd name="T74" fmla="*/ 774 w 906"/>
                <a:gd name="T75" fmla="*/ 46 h 1058"/>
                <a:gd name="T76" fmla="*/ 772 w 906"/>
                <a:gd name="T77" fmla="*/ 0 h 105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06" h="1058">
                  <a:moveTo>
                    <a:pt x="0" y="0"/>
                  </a:moveTo>
                  <a:lnTo>
                    <a:pt x="0" y="0"/>
                  </a:lnTo>
                  <a:lnTo>
                    <a:pt x="6" y="12"/>
                  </a:lnTo>
                  <a:lnTo>
                    <a:pt x="12" y="26"/>
                  </a:lnTo>
                  <a:lnTo>
                    <a:pt x="20" y="46"/>
                  </a:lnTo>
                  <a:lnTo>
                    <a:pt x="26" y="68"/>
                  </a:lnTo>
                  <a:lnTo>
                    <a:pt x="38" y="126"/>
                  </a:lnTo>
                  <a:lnTo>
                    <a:pt x="50" y="196"/>
                  </a:lnTo>
                  <a:lnTo>
                    <a:pt x="58" y="280"/>
                  </a:lnTo>
                  <a:lnTo>
                    <a:pt x="64" y="376"/>
                  </a:lnTo>
                  <a:lnTo>
                    <a:pt x="66" y="482"/>
                  </a:lnTo>
                  <a:lnTo>
                    <a:pt x="64" y="598"/>
                  </a:lnTo>
                  <a:lnTo>
                    <a:pt x="64" y="620"/>
                  </a:lnTo>
                  <a:lnTo>
                    <a:pt x="64" y="654"/>
                  </a:lnTo>
                  <a:lnTo>
                    <a:pt x="68" y="698"/>
                  </a:lnTo>
                  <a:lnTo>
                    <a:pt x="76" y="750"/>
                  </a:lnTo>
                  <a:lnTo>
                    <a:pt x="82" y="776"/>
                  </a:lnTo>
                  <a:lnTo>
                    <a:pt x="90" y="804"/>
                  </a:lnTo>
                  <a:lnTo>
                    <a:pt x="100" y="832"/>
                  </a:lnTo>
                  <a:lnTo>
                    <a:pt x="110" y="860"/>
                  </a:lnTo>
                  <a:lnTo>
                    <a:pt x="124" y="888"/>
                  </a:lnTo>
                  <a:lnTo>
                    <a:pt x="140" y="916"/>
                  </a:lnTo>
                  <a:lnTo>
                    <a:pt x="158" y="940"/>
                  </a:lnTo>
                  <a:lnTo>
                    <a:pt x="180" y="964"/>
                  </a:lnTo>
                  <a:lnTo>
                    <a:pt x="202" y="986"/>
                  </a:lnTo>
                  <a:lnTo>
                    <a:pt x="228" y="1006"/>
                  </a:lnTo>
                  <a:lnTo>
                    <a:pt x="254" y="1022"/>
                  </a:lnTo>
                  <a:lnTo>
                    <a:pt x="284" y="1034"/>
                  </a:lnTo>
                  <a:lnTo>
                    <a:pt x="314" y="1044"/>
                  </a:lnTo>
                  <a:lnTo>
                    <a:pt x="346" y="1052"/>
                  </a:lnTo>
                  <a:lnTo>
                    <a:pt x="380" y="1056"/>
                  </a:lnTo>
                  <a:lnTo>
                    <a:pt x="416" y="1058"/>
                  </a:lnTo>
                  <a:lnTo>
                    <a:pt x="472" y="1056"/>
                  </a:lnTo>
                  <a:lnTo>
                    <a:pt x="526" y="1048"/>
                  </a:lnTo>
                  <a:lnTo>
                    <a:pt x="578" y="1038"/>
                  </a:lnTo>
                  <a:lnTo>
                    <a:pt x="602" y="1032"/>
                  </a:lnTo>
                  <a:lnTo>
                    <a:pt x="626" y="1024"/>
                  </a:lnTo>
                  <a:lnTo>
                    <a:pt x="648" y="1014"/>
                  </a:lnTo>
                  <a:lnTo>
                    <a:pt x="670" y="1004"/>
                  </a:lnTo>
                  <a:lnTo>
                    <a:pt x="692" y="994"/>
                  </a:lnTo>
                  <a:lnTo>
                    <a:pt x="712" y="982"/>
                  </a:lnTo>
                  <a:lnTo>
                    <a:pt x="730" y="970"/>
                  </a:lnTo>
                  <a:lnTo>
                    <a:pt x="748" y="956"/>
                  </a:lnTo>
                  <a:lnTo>
                    <a:pt x="766" y="940"/>
                  </a:lnTo>
                  <a:lnTo>
                    <a:pt x="782" y="924"/>
                  </a:lnTo>
                  <a:lnTo>
                    <a:pt x="798" y="908"/>
                  </a:lnTo>
                  <a:lnTo>
                    <a:pt x="812" y="890"/>
                  </a:lnTo>
                  <a:lnTo>
                    <a:pt x="826" y="872"/>
                  </a:lnTo>
                  <a:lnTo>
                    <a:pt x="838" y="852"/>
                  </a:lnTo>
                  <a:lnTo>
                    <a:pt x="850" y="832"/>
                  </a:lnTo>
                  <a:lnTo>
                    <a:pt x="860" y="810"/>
                  </a:lnTo>
                  <a:lnTo>
                    <a:pt x="870" y="788"/>
                  </a:lnTo>
                  <a:lnTo>
                    <a:pt x="878" y="766"/>
                  </a:lnTo>
                  <a:lnTo>
                    <a:pt x="884" y="742"/>
                  </a:lnTo>
                  <a:lnTo>
                    <a:pt x="890" y="716"/>
                  </a:lnTo>
                  <a:lnTo>
                    <a:pt x="900" y="666"/>
                  </a:lnTo>
                  <a:lnTo>
                    <a:pt x="904" y="612"/>
                  </a:lnTo>
                  <a:lnTo>
                    <a:pt x="906" y="556"/>
                  </a:lnTo>
                  <a:lnTo>
                    <a:pt x="902" y="500"/>
                  </a:lnTo>
                  <a:lnTo>
                    <a:pt x="896" y="448"/>
                  </a:lnTo>
                  <a:lnTo>
                    <a:pt x="888" y="398"/>
                  </a:lnTo>
                  <a:lnTo>
                    <a:pt x="878" y="350"/>
                  </a:lnTo>
                  <a:lnTo>
                    <a:pt x="868" y="304"/>
                  </a:lnTo>
                  <a:lnTo>
                    <a:pt x="856" y="260"/>
                  </a:lnTo>
                  <a:lnTo>
                    <a:pt x="830" y="176"/>
                  </a:lnTo>
                  <a:lnTo>
                    <a:pt x="818" y="144"/>
                  </a:lnTo>
                  <a:lnTo>
                    <a:pt x="808" y="120"/>
                  </a:lnTo>
                  <a:lnTo>
                    <a:pt x="788" y="82"/>
                  </a:lnTo>
                  <a:lnTo>
                    <a:pt x="780" y="64"/>
                  </a:lnTo>
                  <a:lnTo>
                    <a:pt x="774" y="46"/>
                  </a:lnTo>
                  <a:lnTo>
                    <a:pt x="772" y="26"/>
                  </a:lnTo>
                  <a:lnTo>
                    <a:pt x="772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67" name="Freeform 1347">
              <a:extLst>
                <a:ext uri="{FF2B5EF4-FFF2-40B4-BE49-F238E27FC236}">
                  <a16:creationId xmlns:a16="http://schemas.microsoft.com/office/drawing/2014/main" id="{66C07264-3175-470A-AB3C-1F956D731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922"/>
              <a:ext cx="862" cy="1034"/>
            </a:xfrm>
            <a:custGeom>
              <a:avLst/>
              <a:gdLst>
                <a:gd name="T0" fmla="*/ 726 w 862"/>
                <a:gd name="T1" fmla="*/ 0 h 1034"/>
                <a:gd name="T2" fmla="*/ 732 w 862"/>
                <a:gd name="T3" fmla="*/ 48 h 1034"/>
                <a:gd name="T4" fmla="*/ 746 w 862"/>
                <a:gd name="T5" fmla="*/ 86 h 1034"/>
                <a:gd name="T6" fmla="*/ 776 w 862"/>
                <a:gd name="T7" fmla="*/ 154 h 1034"/>
                <a:gd name="T8" fmla="*/ 786 w 862"/>
                <a:gd name="T9" fmla="*/ 182 h 1034"/>
                <a:gd name="T10" fmla="*/ 824 w 862"/>
                <a:gd name="T11" fmla="*/ 308 h 1034"/>
                <a:gd name="T12" fmla="*/ 844 w 862"/>
                <a:gd name="T13" fmla="*/ 400 h 1034"/>
                <a:gd name="T14" fmla="*/ 858 w 862"/>
                <a:gd name="T15" fmla="*/ 502 h 1034"/>
                <a:gd name="T16" fmla="*/ 860 w 862"/>
                <a:gd name="T17" fmla="*/ 556 h 1034"/>
                <a:gd name="T18" fmla="*/ 862 w 862"/>
                <a:gd name="T19" fmla="*/ 576 h 1034"/>
                <a:gd name="T20" fmla="*/ 854 w 862"/>
                <a:gd name="T21" fmla="*/ 676 h 1034"/>
                <a:gd name="T22" fmla="*/ 832 w 862"/>
                <a:gd name="T23" fmla="*/ 766 h 1034"/>
                <a:gd name="T24" fmla="*/ 796 w 862"/>
                <a:gd name="T25" fmla="*/ 844 h 1034"/>
                <a:gd name="T26" fmla="*/ 744 w 862"/>
                <a:gd name="T27" fmla="*/ 908 h 1034"/>
                <a:gd name="T28" fmla="*/ 728 w 862"/>
                <a:gd name="T29" fmla="*/ 924 h 1034"/>
                <a:gd name="T30" fmla="*/ 696 w 862"/>
                <a:gd name="T31" fmla="*/ 952 h 1034"/>
                <a:gd name="T32" fmla="*/ 658 w 862"/>
                <a:gd name="T33" fmla="*/ 974 h 1034"/>
                <a:gd name="T34" fmla="*/ 616 w 862"/>
                <a:gd name="T35" fmla="*/ 994 h 1034"/>
                <a:gd name="T36" fmla="*/ 550 w 862"/>
                <a:gd name="T37" fmla="*/ 1016 h 1034"/>
                <a:gd name="T38" fmla="*/ 448 w 862"/>
                <a:gd name="T39" fmla="*/ 1032 h 1034"/>
                <a:gd name="T40" fmla="*/ 394 w 862"/>
                <a:gd name="T41" fmla="*/ 1034 h 1034"/>
                <a:gd name="T42" fmla="*/ 328 w 862"/>
                <a:gd name="T43" fmla="*/ 1030 h 1034"/>
                <a:gd name="T44" fmla="*/ 270 w 862"/>
                <a:gd name="T45" fmla="*/ 1014 h 1034"/>
                <a:gd name="T46" fmla="*/ 218 w 862"/>
                <a:gd name="T47" fmla="*/ 986 h 1034"/>
                <a:gd name="T48" fmla="*/ 174 w 862"/>
                <a:gd name="T49" fmla="*/ 948 h 1034"/>
                <a:gd name="T50" fmla="*/ 156 w 862"/>
                <a:gd name="T51" fmla="*/ 928 h 1034"/>
                <a:gd name="T52" fmla="*/ 126 w 862"/>
                <a:gd name="T53" fmla="*/ 886 h 1034"/>
                <a:gd name="T54" fmla="*/ 104 w 862"/>
                <a:gd name="T55" fmla="*/ 838 h 1034"/>
                <a:gd name="T56" fmla="*/ 88 w 862"/>
                <a:gd name="T57" fmla="*/ 790 h 1034"/>
                <a:gd name="T58" fmla="*/ 72 w 862"/>
                <a:gd name="T59" fmla="*/ 722 h 1034"/>
                <a:gd name="T60" fmla="*/ 64 w 862"/>
                <a:gd name="T61" fmla="*/ 644 h 1034"/>
                <a:gd name="T62" fmla="*/ 64 w 862"/>
                <a:gd name="T63" fmla="*/ 616 h 1034"/>
                <a:gd name="T64" fmla="*/ 64 w 862"/>
                <a:gd name="T65" fmla="*/ 598 h 1034"/>
                <a:gd name="T66" fmla="*/ 66 w 862"/>
                <a:gd name="T67" fmla="*/ 484 h 1034"/>
                <a:gd name="T68" fmla="*/ 62 w 862"/>
                <a:gd name="T69" fmla="*/ 336 h 1034"/>
                <a:gd name="T70" fmla="*/ 50 w 862"/>
                <a:gd name="T71" fmla="*/ 194 h 1034"/>
                <a:gd name="T72" fmla="*/ 28 w 862"/>
                <a:gd name="T73" fmla="*/ 76 h 1034"/>
                <a:gd name="T74" fmla="*/ 16 w 862"/>
                <a:gd name="T75" fmla="*/ 32 h 1034"/>
                <a:gd name="T76" fmla="*/ 0 w 862"/>
                <a:gd name="T77" fmla="*/ 0 h 103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62" h="1034">
                  <a:moveTo>
                    <a:pt x="726" y="0"/>
                  </a:moveTo>
                  <a:lnTo>
                    <a:pt x="726" y="0"/>
                  </a:lnTo>
                  <a:lnTo>
                    <a:pt x="728" y="26"/>
                  </a:lnTo>
                  <a:lnTo>
                    <a:pt x="732" y="48"/>
                  </a:lnTo>
                  <a:lnTo>
                    <a:pt x="738" y="68"/>
                  </a:lnTo>
                  <a:lnTo>
                    <a:pt x="746" y="86"/>
                  </a:lnTo>
                  <a:lnTo>
                    <a:pt x="766" y="128"/>
                  </a:lnTo>
                  <a:lnTo>
                    <a:pt x="776" y="154"/>
                  </a:lnTo>
                  <a:lnTo>
                    <a:pt x="786" y="182"/>
                  </a:lnTo>
                  <a:lnTo>
                    <a:pt x="812" y="264"/>
                  </a:lnTo>
                  <a:lnTo>
                    <a:pt x="824" y="308"/>
                  </a:lnTo>
                  <a:lnTo>
                    <a:pt x="834" y="354"/>
                  </a:lnTo>
                  <a:lnTo>
                    <a:pt x="844" y="400"/>
                  </a:lnTo>
                  <a:lnTo>
                    <a:pt x="852" y="450"/>
                  </a:lnTo>
                  <a:lnTo>
                    <a:pt x="858" y="502"/>
                  </a:lnTo>
                  <a:lnTo>
                    <a:pt x="860" y="556"/>
                  </a:lnTo>
                  <a:lnTo>
                    <a:pt x="862" y="576"/>
                  </a:lnTo>
                  <a:lnTo>
                    <a:pt x="860" y="628"/>
                  </a:lnTo>
                  <a:lnTo>
                    <a:pt x="854" y="676"/>
                  </a:lnTo>
                  <a:lnTo>
                    <a:pt x="844" y="722"/>
                  </a:lnTo>
                  <a:lnTo>
                    <a:pt x="832" y="766"/>
                  </a:lnTo>
                  <a:lnTo>
                    <a:pt x="816" y="806"/>
                  </a:lnTo>
                  <a:lnTo>
                    <a:pt x="796" y="844"/>
                  </a:lnTo>
                  <a:lnTo>
                    <a:pt x="772" y="878"/>
                  </a:lnTo>
                  <a:lnTo>
                    <a:pt x="744" y="908"/>
                  </a:lnTo>
                  <a:lnTo>
                    <a:pt x="728" y="924"/>
                  </a:lnTo>
                  <a:lnTo>
                    <a:pt x="712" y="938"/>
                  </a:lnTo>
                  <a:lnTo>
                    <a:pt x="696" y="952"/>
                  </a:lnTo>
                  <a:lnTo>
                    <a:pt x="676" y="964"/>
                  </a:lnTo>
                  <a:lnTo>
                    <a:pt x="658" y="974"/>
                  </a:lnTo>
                  <a:lnTo>
                    <a:pt x="638" y="984"/>
                  </a:lnTo>
                  <a:lnTo>
                    <a:pt x="616" y="994"/>
                  </a:lnTo>
                  <a:lnTo>
                    <a:pt x="596" y="1002"/>
                  </a:lnTo>
                  <a:lnTo>
                    <a:pt x="550" y="1016"/>
                  </a:lnTo>
                  <a:lnTo>
                    <a:pt x="500" y="1026"/>
                  </a:lnTo>
                  <a:lnTo>
                    <a:pt x="448" y="1032"/>
                  </a:lnTo>
                  <a:lnTo>
                    <a:pt x="394" y="1034"/>
                  </a:lnTo>
                  <a:lnTo>
                    <a:pt x="360" y="1034"/>
                  </a:lnTo>
                  <a:lnTo>
                    <a:pt x="328" y="1030"/>
                  </a:lnTo>
                  <a:lnTo>
                    <a:pt x="298" y="1022"/>
                  </a:lnTo>
                  <a:lnTo>
                    <a:pt x="270" y="1014"/>
                  </a:lnTo>
                  <a:lnTo>
                    <a:pt x="244" y="1002"/>
                  </a:lnTo>
                  <a:lnTo>
                    <a:pt x="218" y="986"/>
                  </a:lnTo>
                  <a:lnTo>
                    <a:pt x="194" y="970"/>
                  </a:lnTo>
                  <a:lnTo>
                    <a:pt x="174" y="948"/>
                  </a:lnTo>
                  <a:lnTo>
                    <a:pt x="156" y="928"/>
                  </a:lnTo>
                  <a:lnTo>
                    <a:pt x="140" y="908"/>
                  </a:lnTo>
                  <a:lnTo>
                    <a:pt x="126" y="886"/>
                  </a:lnTo>
                  <a:lnTo>
                    <a:pt x="114" y="862"/>
                  </a:lnTo>
                  <a:lnTo>
                    <a:pt x="104" y="838"/>
                  </a:lnTo>
                  <a:lnTo>
                    <a:pt x="94" y="814"/>
                  </a:lnTo>
                  <a:lnTo>
                    <a:pt x="88" y="790"/>
                  </a:lnTo>
                  <a:lnTo>
                    <a:pt x="82" y="768"/>
                  </a:lnTo>
                  <a:lnTo>
                    <a:pt x="72" y="722"/>
                  </a:lnTo>
                  <a:lnTo>
                    <a:pt x="66" y="680"/>
                  </a:lnTo>
                  <a:lnTo>
                    <a:pt x="64" y="644"/>
                  </a:lnTo>
                  <a:lnTo>
                    <a:pt x="64" y="616"/>
                  </a:lnTo>
                  <a:lnTo>
                    <a:pt x="64" y="598"/>
                  </a:lnTo>
                  <a:lnTo>
                    <a:pt x="66" y="484"/>
                  </a:lnTo>
                  <a:lnTo>
                    <a:pt x="64" y="410"/>
                  </a:lnTo>
                  <a:lnTo>
                    <a:pt x="62" y="336"/>
                  </a:lnTo>
                  <a:lnTo>
                    <a:pt x="56" y="262"/>
                  </a:lnTo>
                  <a:lnTo>
                    <a:pt x="50" y="194"/>
                  </a:lnTo>
                  <a:lnTo>
                    <a:pt x="40" y="130"/>
                  </a:lnTo>
                  <a:lnTo>
                    <a:pt x="28" y="76"/>
                  </a:lnTo>
                  <a:lnTo>
                    <a:pt x="22" y="52"/>
                  </a:lnTo>
                  <a:lnTo>
                    <a:pt x="16" y="32"/>
                  </a:lnTo>
                  <a:lnTo>
                    <a:pt x="8" y="1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68" name="Freeform 1348">
              <a:extLst>
                <a:ext uri="{FF2B5EF4-FFF2-40B4-BE49-F238E27FC236}">
                  <a16:creationId xmlns:a16="http://schemas.microsoft.com/office/drawing/2014/main" id="{94CD4F25-68F6-43A5-8072-65ADB53A0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922"/>
              <a:ext cx="616" cy="986"/>
            </a:xfrm>
            <a:custGeom>
              <a:avLst/>
              <a:gdLst>
                <a:gd name="T0" fmla="*/ 82 w 616"/>
                <a:gd name="T1" fmla="*/ 162 h 986"/>
                <a:gd name="T2" fmla="*/ 30 w 616"/>
                <a:gd name="T3" fmla="*/ 314 h 986"/>
                <a:gd name="T4" fmla="*/ 4 w 616"/>
                <a:gd name="T5" fmla="*/ 458 h 986"/>
                <a:gd name="T6" fmla="*/ 2 w 616"/>
                <a:gd name="T7" fmla="*/ 606 h 986"/>
                <a:gd name="T8" fmla="*/ 32 w 616"/>
                <a:gd name="T9" fmla="*/ 748 h 986"/>
                <a:gd name="T10" fmla="*/ 60 w 616"/>
                <a:gd name="T11" fmla="*/ 812 h 986"/>
                <a:gd name="T12" fmla="*/ 100 w 616"/>
                <a:gd name="T13" fmla="*/ 870 h 986"/>
                <a:gd name="T14" fmla="*/ 150 w 616"/>
                <a:gd name="T15" fmla="*/ 922 h 986"/>
                <a:gd name="T16" fmla="*/ 212 w 616"/>
                <a:gd name="T17" fmla="*/ 964 h 986"/>
                <a:gd name="T18" fmla="*/ 260 w 616"/>
                <a:gd name="T19" fmla="*/ 980 h 986"/>
                <a:gd name="T20" fmla="*/ 314 w 616"/>
                <a:gd name="T21" fmla="*/ 986 h 986"/>
                <a:gd name="T22" fmla="*/ 348 w 616"/>
                <a:gd name="T23" fmla="*/ 978 h 986"/>
                <a:gd name="T24" fmla="*/ 370 w 616"/>
                <a:gd name="T25" fmla="*/ 956 h 986"/>
                <a:gd name="T26" fmla="*/ 374 w 616"/>
                <a:gd name="T27" fmla="*/ 940 h 986"/>
                <a:gd name="T28" fmla="*/ 362 w 616"/>
                <a:gd name="T29" fmla="*/ 924 h 986"/>
                <a:gd name="T30" fmla="*/ 330 w 616"/>
                <a:gd name="T31" fmla="*/ 906 h 986"/>
                <a:gd name="T32" fmla="*/ 292 w 616"/>
                <a:gd name="T33" fmla="*/ 882 h 986"/>
                <a:gd name="T34" fmla="*/ 282 w 616"/>
                <a:gd name="T35" fmla="*/ 852 h 986"/>
                <a:gd name="T36" fmla="*/ 250 w 616"/>
                <a:gd name="T37" fmla="*/ 820 h 986"/>
                <a:gd name="T38" fmla="*/ 238 w 616"/>
                <a:gd name="T39" fmla="*/ 778 h 986"/>
                <a:gd name="T40" fmla="*/ 224 w 616"/>
                <a:gd name="T41" fmla="*/ 750 h 986"/>
                <a:gd name="T42" fmla="*/ 218 w 616"/>
                <a:gd name="T43" fmla="*/ 720 h 986"/>
                <a:gd name="T44" fmla="*/ 206 w 616"/>
                <a:gd name="T45" fmla="*/ 684 h 986"/>
                <a:gd name="T46" fmla="*/ 206 w 616"/>
                <a:gd name="T47" fmla="*/ 644 h 986"/>
                <a:gd name="T48" fmla="*/ 214 w 616"/>
                <a:gd name="T49" fmla="*/ 594 h 986"/>
                <a:gd name="T50" fmla="*/ 204 w 616"/>
                <a:gd name="T51" fmla="*/ 550 h 986"/>
                <a:gd name="T52" fmla="*/ 214 w 616"/>
                <a:gd name="T53" fmla="*/ 510 h 986"/>
                <a:gd name="T54" fmla="*/ 216 w 616"/>
                <a:gd name="T55" fmla="*/ 462 h 986"/>
                <a:gd name="T56" fmla="*/ 206 w 616"/>
                <a:gd name="T57" fmla="*/ 444 h 986"/>
                <a:gd name="T58" fmla="*/ 206 w 616"/>
                <a:gd name="T59" fmla="*/ 438 h 986"/>
                <a:gd name="T60" fmla="*/ 236 w 616"/>
                <a:gd name="T61" fmla="*/ 412 h 986"/>
                <a:gd name="T62" fmla="*/ 264 w 616"/>
                <a:gd name="T63" fmla="*/ 366 h 986"/>
                <a:gd name="T64" fmla="*/ 268 w 616"/>
                <a:gd name="T65" fmla="*/ 342 h 986"/>
                <a:gd name="T66" fmla="*/ 316 w 616"/>
                <a:gd name="T67" fmla="*/ 316 h 986"/>
                <a:gd name="T68" fmla="*/ 358 w 616"/>
                <a:gd name="T69" fmla="*/ 278 h 986"/>
                <a:gd name="T70" fmla="*/ 370 w 616"/>
                <a:gd name="T71" fmla="*/ 252 h 986"/>
                <a:gd name="T72" fmla="*/ 426 w 616"/>
                <a:gd name="T73" fmla="*/ 262 h 986"/>
                <a:gd name="T74" fmla="*/ 502 w 616"/>
                <a:gd name="T75" fmla="*/ 248 h 986"/>
                <a:gd name="T76" fmla="*/ 508 w 616"/>
                <a:gd name="T77" fmla="*/ 256 h 986"/>
                <a:gd name="T78" fmla="*/ 546 w 616"/>
                <a:gd name="T79" fmla="*/ 276 h 986"/>
                <a:gd name="T80" fmla="*/ 586 w 616"/>
                <a:gd name="T81" fmla="*/ 274 h 986"/>
                <a:gd name="T82" fmla="*/ 606 w 616"/>
                <a:gd name="T83" fmla="*/ 260 h 986"/>
                <a:gd name="T84" fmla="*/ 616 w 616"/>
                <a:gd name="T85" fmla="*/ 228 h 986"/>
                <a:gd name="T86" fmla="*/ 610 w 616"/>
                <a:gd name="T87" fmla="*/ 176 h 986"/>
                <a:gd name="T88" fmla="*/ 594 w 616"/>
                <a:gd name="T89" fmla="*/ 134 h 986"/>
                <a:gd name="T90" fmla="*/ 542 w 616"/>
                <a:gd name="T91" fmla="*/ 72 h 986"/>
                <a:gd name="T92" fmla="*/ 514 w 616"/>
                <a:gd name="T93" fmla="*/ 48 h 986"/>
                <a:gd name="T94" fmla="*/ 458 w 616"/>
                <a:gd name="T95" fmla="*/ 30 h 986"/>
                <a:gd name="T96" fmla="*/ 376 w 616"/>
                <a:gd name="T97" fmla="*/ 28 h 986"/>
                <a:gd name="T98" fmla="*/ 316 w 616"/>
                <a:gd name="T99" fmla="*/ 36 h 986"/>
                <a:gd name="T100" fmla="*/ 256 w 616"/>
                <a:gd name="T101" fmla="*/ 60 h 986"/>
                <a:gd name="T102" fmla="*/ 202 w 616"/>
                <a:gd name="T103" fmla="*/ 100 h 986"/>
                <a:gd name="T104" fmla="*/ 152 w 616"/>
                <a:gd name="T105" fmla="*/ 152 h 986"/>
                <a:gd name="T106" fmla="*/ 112 w 616"/>
                <a:gd name="T107" fmla="*/ 214 h 986"/>
                <a:gd name="T108" fmla="*/ 190 w 616"/>
                <a:gd name="T109" fmla="*/ 0 h 98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16" h="986">
                  <a:moveTo>
                    <a:pt x="142" y="0"/>
                  </a:moveTo>
                  <a:lnTo>
                    <a:pt x="142" y="0"/>
                  </a:lnTo>
                  <a:lnTo>
                    <a:pt x="82" y="162"/>
                  </a:lnTo>
                  <a:lnTo>
                    <a:pt x="42" y="268"/>
                  </a:lnTo>
                  <a:lnTo>
                    <a:pt x="30" y="314"/>
                  </a:lnTo>
                  <a:lnTo>
                    <a:pt x="18" y="362"/>
                  </a:lnTo>
                  <a:lnTo>
                    <a:pt x="10" y="410"/>
                  </a:lnTo>
                  <a:lnTo>
                    <a:pt x="4" y="458"/>
                  </a:lnTo>
                  <a:lnTo>
                    <a:pt x="0" y="508"/>
                  </a:lnTo>
                  <a:lnTo>
                    <a:pt x="0" y="558"/>
                  </a:lnTo>
                  <a:lnTo>
                    <a:pt x="2" y="606"/>
                  </a:lnTo>
                  <a:lnTo>
                    <a:pt x="8" y="656"/>
                  </a:lnTo>
                  <a:lnTo>
                    <a:pt x="18" y="702"/>
                  </a:lnTo>
                  <a:lnTo>
                    <a:pt x="32" y="748"/>
                  </a:lnTo>
                  <a:lnTo>
                    <a:pt x="40" y="770"/>
                  </a:lnTo>
                  <a:lnTo>
                    <a:pt x="50" y="792"/>
                  </a:lnTo>
                  <a:lnTo>
                    <a:pt x="60" y="812"/>
                  </a:lnTo>
                  <a:lnTo>
                    <a:pt x="72" y="832"/>
                  </a:lnTo>
                  <a:lnTo>
                    <a:pt x="86" y="852"/>
                  </a:lnTo>
                  <a:lnTo>
                    <a:pt x="100" y="870"/>
                  </a:lnTo>
                  <a:lnTo>
                    <a:pt x="116" y="888"/>
                  </a:lnTo>
                  <a:lnTo>
                    <a:pt x="132" y="906"/>
                  </a:lnTo>
                  <a:lnTo>
                    <a:pt x="150" y="922"/>
                  </a:lnTo>
                  <a:lnTo>
                    <a:pt x="170" y="938"/>
                  </a:lnTo>
                  <a:lnTo>
                    <a:pt x="190" y="952"/>
                  </a:lnTo>
                  <a:lnTo>
                    <a:pt x="212" y="964"/>
                  </a:lnTo>
                  <a:lnTo>
                    <a:pt x="238" y="974"/>
                  </a:lnTo>
                  <a:lnTo>
                    <a:pt x="260" y="980"/>
                  </a:lnTo>
                  <a:lnTo>
                    <a:pt x="280" y="984"/>
                  </a:lnTo>
                  <a:lnTo>
                    <a:pt x="298" y="986"/>
                  </a:lnTo>
                  <a:lnTo>
                    <a:pt x="314" y="986"/>
                  </a:lnTo>
                  <a:lnTo>
                    <a:pt x="326" y="984"/>
                  </a:lnTo>
                  <a:lnTo>
                    <a:pt x="338" y="982"/>
                  </a:lnTo>
                  <a:lnTo>
                    <a:pt x="348" y="978"/>
                  </a:lnTo>
                  <a:lnTo>
                    <a:pt x="356" y="972"/>
                  </a:lnTo>
                  <a:lnTo>
                    <a:pt x="362" y="968"/>
                  </a:lnTo>
                  <a:lnTo>
                    <a:pt x="370" y="956"/>
                  </a:lnTo>
                  <a:lnTo>
                    <a:pt x="374" y="946"/>
                  </a:lnTo>
                  <a:lnTo>
                    <a:pt x="374" y="940"/>
                  </a:lnTo>
                  <a:lnTo>
                    <a:pt x="372" y="934"/>
                  </a:lnTo>
                  <a:lnTo>
                    <a:pt x="368" y="930"/>
                  </a:lnTo>
                  <a:lnTo>
                    <a:pt x="362" y="924"/>
                  </a:lnTo>
                  <a:lnTo>
                    <a:pt x="354" y="918"/>
                  </a:lnTo>
                  <a:lnTo>
                    <a:pt x="342" y="912"/>
                  </a:lnTo>
                  <a:lnTo>
                    <a:pt x="330" y="906"/>
                  </a:lnTo>
                  <a:lnTo>
                    <a:pt x="294" y="896"/>
                  </a:lnTo>
                  <a:lnTo>
                    <a:pt x="292" y="882"/>
                  </a:lnTo>
                  <a:lnTo>
                    <a:pt x="290" y="872"/>
                  </a:lnTo>
                  <a:lnTo>
                    <a:pt x="286" y="862"/>
                  </a:lnTo>
                  <a:lnTo>
                    <a:pt x="282" y="852"/>
                  </a:lnTo>
                  <a:lnTo>
                    <a:pt x="274" y="842"/>
                  </a:lnTo>
                  <a:lnTo>
                    <a:pt x="264" y="830"/>
                  </a:lnTo>
                  <a:lnTo>
                    <a:pt x="250" y="820"/>
                  </a:lnTo>
                  <a:lnTo>
                    <a:pt x="244" y="800"/>
                  </a:lnTo>
                  <a:lnTo>
                    <a:pt x="238" y="778"/>
                  </a:lnTo>
                  <a:lnTo>
                    <a:pt x="234" y="768"/>
                  </a:lnTo>
                  <a:lnTo>
                    <a:pt x="230" y="758"/>
                  </a:lnTo>
                  <a:lnTo>
                    <a:pt x="224" y="750"/>
                  </a:lnTo>
                  <a:lnTo>
                    <a:pt x="216" y="742"/>
                  </a:lnTo>
                  <a:lnTo>
                    <a:pt x="218" y="720"/>
                  </a:lnTo>
                  <a:lnTo>
                    <a:pt x="216" y="710"/>
                  </a:lnTo>
                  <a:lnTo>
                    <a:pt x="214" y="700"/>
                  </a:lnTo>
                  <a:lnTo>
                    <a:pt x="206" y="684"/>
                  </a:lnTo>
                  <a:lnTo>
                    <a:pt x="196" y="670"/>
                  </a:lnTo>
                  <a:lnTo>
                    <a:pt x="206" y="644"/>
                  </a:lnTo>
                  <a:lnTo>
                    <a:pt x="210" y="628"/>
                  </a:lnTo>
                  <a:lnTo>
                    <a:pt x="212" y="610"/>
                  </a:lnTo>
                  <a:lnTo>
                    <a:pt x="214" y="594"/>
                  </a:lnTo>
                  <a:lnTo>
                    <a:pt x="214" y="576"/>
                  </a:lnTo>
                  <a:lnTo>
                    <a:pt x="210" y="562"/>
                  </a:lnTo>
                  <a:lnTo>
                    <a:pt x="204" y="550"/>
                  </a:lnTo>
                  <a:lnTo>
                    <a:pt x="210" y="526"/>
                  </a:lnTo>
                  <a:lnTo>
                    <a:pt x="214" y="510"/>
                  </a:lnTo>
                  <a:lnTo>
                    <a:pt x="216" y="494"/>
                  </a:lnTo>
                  <a:lnTo>
                    <a:pt x="218" y="478"/>
                  </a:lnTo>
                  <a:lnTo>
                    <a:pt x="216" y="462"/>
                  </a:lnTo>
                  <a:lnTo>
                    <a:pt x="214" y="456"/>
                  </a:lnTo>
                  <a:lnTo>
                    <a:pt x="210" y="450"/>
                  </a:lnTo>
                  <a:lnTo>
                    <a:pt x="206" y="444"/>
                  </a:lnTo>
                  <a:lnTo>
                    <a:pt x="200" y="440"/>
                  </a:lnTo>
                  <a:lnTo>
                    <a:pt x="206" y="438"/>
                  </a:lnTo>
                  <a:lnTo>
                    <a:pt x="212" y="436"/>
                  </a:lnTo>
                  <a:lnTo>
                    <a:pt x="224" y="426"/>
                  </a:lnTo>
                  <a:lnTo>
                    <a:pt x="236" y="412"/>
                  </a:lnTo>
                  <a:lnTo>
                    <a:pt x="246" y="398"/>
                  </a:lnTo>
                  <a:lnTo>
                    <a:pt x="256" y="382"/>
                  </a:lnTo>
                  <a:lnTo>
                    <a:pt x="264" y="366"/>
                  </a:lnTo>
                  <a:lnTo>
                    <a:pt x="268" y="352"/>
                  </a:lnTo>
                  <a:lnTo>
                    <a:pt x="268" y="342"/>
                  </a:lnTo>
                  <a:lnTo>
                    <a:pt x="284" y="336"/>
                  </a:lnTo>
                  <a:lnTo>
                    <a:pt x="300" y="328"/>
                  </a:lnTo>
                  <a:lnTo>
                    <a:pt x="316" y="316"/>
                  </a:lnTo>
                  <a:lnTo>
                    <a:pt x="332" y="304"/>
                  </a:lnTo>
                  <a:lnTo>
                    <a:pt x="346" y="292"/>
                  </a:lnTo>
                  <a:lnTo>
                    <a:pt x="358" y="278"/>
                  </a:lnTo>
                  <a:lnTo>
                    <a:pt x="366" y="266"/>
                  </a:lnTo>
                  <a:lnTo>
                    <a:pt x="370" y="252"/>
                  </a:lnTo>
                  <a:lnTo>
                    <a:pt x="388" y="258"/>
                  </a:lnTo>
                  <a:lnTo>
                    <a:pt x="406" y="262"/>
                  </a:lnTo>
                  <a:lnTo>
                    <a:pt x="426" y="262"/>
                  </a:lnTo>
                  <a:lnTo>
                    <a:pt x="444" y="260"/>
                  </a:lnTo>
                  <a:lnTo>
                    <a:pt x="480" y="254"/>
                  </a:lnTo>
                  <a:lnTo>
                    <a:pt x="502" y="248"/>
                  </a:lnTo>
                  <a:lnTo>
                    <a:pt x="504" y="252"/>
                  </a:lnTo>
                  <a:lnTo>
                    <a:pt x="508" y="256"/>
                  </a:lnTo>
                  <a:lnTo>
                    <a:pt x="516" y="264"/>
                  </a:lnTo>
                  <a:lnTo>
                    <a:pt x="530" y="270"/>
                  </a:lnTo>
                  <a:lnTo>
                    <a:pt x="546" y="276"/>
                  </a:lnTo>
                  <a:lnTo>
                    <a:pt x="562" y="278"/>
                  </a:lnTo>
                  <a:lnTo>
                    <a:pt x="578" y="276"/>
                  </a:lnTo>
                  <a:lnTo>
                    <a:pt x="586" y="274"/>
                  </a:lnTo>
                  <a:lnTo>
                    <a:pt x="594" y="270"/>
                  </a:lnTo>
                  <a:lnTo>
                    <a:pt x="600" y="266"/>
                  </a:lnTo>
                  <a:lnTo>
                    <a:pt x="606" y="260"/>
                  </a:lnTo>
                  <a:lnTo>
                    <a:pt x="612" y="244"/>
                  </a:lnTo>
                  <a:lnTo>
                    <a:pt x="616" y="228"/>
                  </a:lnTo>
                  <a:lnTo>
                    <a:pt x="614" y="206"/>
                  </a:lnTo>
                  <a:lnTo>
                    <a:pt x="610" y="176"/>
                  </a:lnTo>
                  <a:lnTo>
                    <a:pt x="606" y="160"/>
                  </a:lnTo>
                  <a:lnTo>
                    <a:pt x="600" y="146"/>
                  </a:lnTo>
                  <a:lnTo>
                    <a:pt x="594" y="134"/>
                  </a:lnTo>
                  <a:lnTo>
                    <a:pt x="584" y="122"/>
                  </a:lnTo>
                  <a:lnTo>
                    <a:pt x="564" y="100"/>
                  </a:lnTo>
                  <a:lnTo>
                    <a:pt x="542" y="72"/>
                  </a:lnTo>
                  <a:lnTo>
                    <a:pt x="528" y="58"/>
                  </a:lnTo>
                  <a:lnTo>
                    <a:pt x="514" y="48"/>
                  </a:lnTo>
                  <a:lnTo>
                    <a:pt x="498" y="40"/>
                  </a:lnTo>
                  <a:lnTo>
                    <a:pt x="480" y="34"/>
                  </a:lnTo>
                  <a:lnTo>
                    <a:pt x="458" y="30"/>
                  </a:lnTo>
                  <a:lnTo>
                    <a:pt x="434" y="28"/>
                  </a:lnTo>
                  <a:lnTo>
                    <a:pt x="376" y="28"/>
                  </a:lnTo>
                  <a:lnTo>
                    <a:pt x="356" y="28"/>
                  </a:lnTo>
                  <a:lnTo>
                    <a:pt x="336" y="30"/>
                  </a:lnTo>
                  <a:lnTo>
                    <a:pt x="316" y="36"/>
                  </a:lnTo>
                  <a:lnTo>
                    <a:pt x="296" y="42"/>
                  </a:lnTo>
                  <a:lnTo>
                    <a:pt x="276" y="50"/>
                  </a:lnTo>
                  <a:lnTo>
                    <a:pt x="256" y="60"/>
                  </a:lnTo>
                  <a:lnTo>
                    <a:pt x="238" y="72"/>
                  </a:lnTo>
                  <a:lnTo>
                    <a:pt x="220" y="84"/>
                  </a:lnTo>
                  <a:lnTo>
                    <a:pt x="202" y="100"/>
                  </a:lnTo>
                  <a:lnTo>
                    <a:pt x="184" y="116"/>
                  </a:lnTo>
                  <a:lnTo>
                    <a:pt x="168" y="132"/>
                  </a:lnTo>
                  <a:lnTo>
                    <a:pt x="152" y="152"/>
                  </a:lnTo>
                  <a:lnTo>
                    <a:pt x="138" y="170"/>
                  </a:lnTo>
                  <a:lnTo>
                    <a:pt x="126" y="192"/>
                  </a:lnTo>
                  <a:lnTo>
                    <a:pt x="112" y="214"/>
                  </a:lnTo>
                  <a:lnTo>
                    <a:pt x="102" y="236"/>
                  </a:lnTo>
                  <a:lnTo>
                    <a:pt x="190" y="0"/>
                  </a:lnTo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69" name="Freeform 1349">
              <a:extLst>
                <a:ext uri="{FF2B5EF4-FFF2-40B4-BE49-F238E27FC236}">
                  <a16:creationId xmlns:a16="http://schemas.microsoft.com/office/drawing/2014/main" id="{96285978-2A3C-4876-BCB6-FF3E5E052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170"/>
              <a:ext cx="490" cy="700"/>
            </a:xfrm>
            <a:custGeom>
              <a:avLst/>
              <a:gdLst>
                <a:gd name="T0" fmla="*/ 410 w 490"/>
                <a:gd name="T1" fmla="*/ 10 h 700"/>
                <a:gd name="T2" fmla="*/ 410 w 490"/>
                <a:gd name="T3" fmla="*/ 12 h 700"/>
                <a:gd name="T4" fmla="*/ 398 w 490"/>
                <a:gd name="T5" fmla="*/ 22 h 700"/>
                <a:gd name="T6" fmla="*/ 382 w 490"/>
                <a:gd name="T7" fmla="*/ 28 h 700"/>
                <a:gd name="T8" fmla="*/ 350 w 490"/>
                <a:gd name="T9" fmla="*/ 28 h 700"/>
                <a:gd name="T10" fmla="*/ 320 w 490"/>
                <a:gd name="T11" fmla="*/ 16 h 700"/>
                <a:gd name="T12" fmla="*/ 308 w 490"/>
                <a:gd name="T13" fmla="*/ 4 h 700"/>
                <a:gd name="T14" fmla="*/ 306 w 490"/>
                <a:gd name="T15" fmla="*/ 0 h 700"/>
                <a:gd name="T16" fmla="*/ 248 w 490"/>
                <a:gd name="T17" fmla="*/ 12 h 700"/>
                <a:gd name="T18" fmla="*/ 210 w 490"/>
                <a:gd name="T19" fmla="*/ 14 h 700"/>
                <a:gd name="T20" fmla="*/ 174 w 490"/>
                <a:gd name="T21" fmla="*/ 4 h 700"/>
                <a:gd name="T22" fmla="*/ 170 w 490"/>
                <a:gd name="T23" fmla="*/ 18 h 700"/>
                <a:gd name="T24" fmla="*/ 150 w 490"/>
                <a:gd name="T25" fmla="*/ 44 h 700"/>
                <a:gd name="T26" fmla="*/ 120 w 490"/>
                <a:gd name="T27" fmla="*/ 68 h 700"/>
                <a:gd name="T28" fmla="*/ 88 w 490"/>
                <a:gd name="T29" fmla="*/ 88 h 700"/>
                <a:gd name="T30" fmla="*/ 72 w 490"/>
                <a:gd name="T31" fmla="*/ 94 h 700"/>
                <a:gd name="T32" fmla="*/ 68 w 490"/>
                <a:gd name="T33" fmla="*/ 118 h 700"/>
                <a:gd name="T34" fmla="*/ 50 w 490"/>
                <a:gd name="T35" fmla="*/ 150 h 700"/>
                <a:gd name="T36" fmla="*/ 28 w 490"/>
                <a:gd name="T37" fmla="*/ 178 h 700"/>
                <a:gd name="T38" fmla="*/ 10 w 490"/>
                <a:gd name="T39" fmla="*/ 190 h 700"/>
                <a:gd name="T40" fmla="*/ 4 w 490"/>
                <a:gd name="T41" fmla="*/ 192 h 700"/>
                <a:gd name="T42" fmla="*/ 14 w 490"/>
                <a:gd name="T43" fmla="*/ 202 h 700"/>
                <a:gd name="T44" fmla="*/ 20 w 490"/>
                <a:gd name="T45" fmla="*/ 214 h 700"/>
                <a:gd name="T46" fmla="*/ 20 w 490"/>
                <a:gd name="T47" fmla="*/ 246 h 700"/>
                <a:gd name="T48" fmla="*/ 14 w 490"/>
                <a:gd name="T49" fmla="*/ 278 h 700"/>
                <a:gd name="T50" fmla="*/ 8 w 490"/>
                <a:gd name="T51" fmla="*/ 302 h 700"/>
                <a:gd name="T52" fmla="*/ 18 w 490"/>
                <a:gd name="T53" fmla="*/ 328 h 700"/>
                <a:gd name="T54" fmla="*/ 16 w 490"/>
                <a:gd name="T55" fmla="*/ 362 h 700"/>
                <a:gd name="T56" fmla="*/ 10 w 490"/>
                <a:gd name="T57" fmla="*/ 396 h 700"/>
                <a:gd name="T58" fmla="*/ 0 w 490"/>
                <a:gd name="T59" fmla="*/ 422 h 700"/>
                <a:gd name="T60" fmla="*/ 18 w 490"/>
                <a:gd name="T61" fmla="*/ 452 h 700"/>
                <a:gd name="T62" fmla="*/ 22 w 490"/>
                <a:gd name="T63" fmla="*/ 472 h 700"/>
                <a:gd name="T64" fmla="*/ 20 w 490"/>
                <a:gd name="T65" fmla="*/ 494 h 700"/>
                <a:gd name="T66" fmla="*/ 34 w 490"/>
                <a:gd name="T67" fmla="*/ 510 h 700"/>
                <a:gd name="T68" fmla="*/ 42 w 490"/>
                <a:gd name="T69" fmla="*/ 530 h 700"/>
                <a:gd name="T70" fmla="*/ 54 w 490"/>
                <a:gd name="T71" fmla="*/ 572 h 700"/>
                <a:gd name="T72" fmla="*/ 68 w 490"/>
                <a:gd name="T73" fmla="*/ 582 h 700"/>
                <a:gd name="T74" fmla="*/ 86 w 490"/>
                <a:gd name="T75" fmla="*/ 604 h 700"/>
                <a:gd name="T76" fmla="*/ 94 w 490"/>
                <a:gd name="T77" fmla="*/ 624 h 700"/>
                <a:gd name="T78" fmla="*/ 98 w 490"/>
                <a:gd name="T79" fmla="*/ 648 h 700"/>
                <a:gd name="T80" fmla="*/ 134 w 490"/>
                <a:gd name="T81" fmla="*/ 658 h 700"/>
                <a:gd name="T82" fmla="*/ 158 w 490"/>
                <a:gd name="T83" fmla="*/ 670 h 700"/>
                <a:gd name="T84" fmla="*/ 172 w 490"/>
                <a:gd name="T85" fmla="*/ 682 h 700"/>
                <a:gd name="T86" fmla="*/ 178 w 490"/>
                <a:gd name="T87" fmla="*/ 692 h 700"/>
                <a:gd name="T88" fmla="*/ 178 w 490"/>
                <a:gd name="T89" fmla="*/ 700 h 700"/>
                <a:gd name="T90" fmla="*/ 196 w 490"/>
                <a:gd name="T91" fmla="*/ 700 h 700"/>
                <a:gd name="T92" fmla="*/ 226 w 490"/>
                <a:gd name="T93" fmla="*/ 698 h 700"/>
                <a:gd name="T94" fmla="*/ 284 w 490"/>
                <a:gd name="T95" fmla="*/ 682 h 700"/>
                <a:gd name="T96" fmla="*/ 336 w 490"/>
                <a:gd name="T97" fmla="*/ 650 h 700"/>
                <a:gd name="T98" fmla="*/ 384 w 490"/>
                <a:gd name="T99" fmla="*/ 606 h 700"/>
                <a:gd name="T100" fmla="*/ 422 w 490"/>
                <a:gd name="T101" fmla="*/ 550 h 700"/>
                <a:gd name="T102" fmla="*/ 454 w 490"/>
                <a:gd name="T103" fmla="*/ 486 h 700"/>
                <a:gd name="T104" fmla="*/ 476 w 490"/>
                <a:gd name="T105" fmla="*/ 412 h 700"/>
                <a:gd name="T106" fmla="*/ 488 w 490"/>
                <a:gd name="T107" fmla="*/ 332 h 700"/>
                <a:gd name="T108" fmla="*/ 490 w 490"/>
                <a:gd name="T109" fmla="*/ 290 h 700"/>
                <a:gd name="T110" fmla="*/ 484 w 490"/>
                <a:gd name="T111" fmla="*/ 210 h 700"/>
                <a:gd name="T112" fmla="*/ 468 w 490"/>
                <a:gd name="T113" fmla="*/ 136 h 700"/>
                <a:gd name="T114" fmla="*/ 444 w 490"/>
                <a:gd name="T115" fmla="*/ 70 h 700"/>
                <a:gd name="T116" fmla="*/ 410 w 490"/>
                <a:gd name="T117" fmla="*/ 10 h 7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0" h="700">
                  <a:moveTo>
                    <a:pt x="410" y="10"/>
                  </a:moveTo>
                  <a:lnTo>
                    <a:pt x="410" y="10"/>
                  </a:lnTo>
                  <a:lnTo>
                    <a:pt x="410" y="12"/>
                  </a:lnTo>
                  <a:lnTo>
                    <a:pt x="404" y="18"/>
                  </a:lnTo>
                  <a:lnTo>
                    <a:pt x="398" y="22"/>
                  </a:lnTo>
                  <a:lnTo>
                    <a:pt x="390" y="26"/>
                  </a:lnTo>
                  <a:lnTo>
                    <a:pt x="382" y="28"/>
                  </a:lnTo>
                  <a:lnTo>
                    <a:pt x="366" y="30"/>
                  </a:lnTo>
                  <a:lnTo>
                    <a:pt x="350" y="28"/>
                  </a:lnTo>
                  <a:lnTo>
                    <a:pt x="334" y="22"/>
                  </a:lnTo>
                  <a:lnTo>
                    <a:pt x="320" y="16"/>
                  </a:lnTo>
                  <a:lnTo>
                    <a:pt x="312" y="8"/>
                  </a:lnTo>
                  <a:lnTo>
                    <a:pt x="308" y="4"/>
                  </a:lnTo>
                  <a:lnTo>
                    <a:pt x="306" y="0"/>
                  </a:lnTo>
                  <a:lnTo>
                    <a:pt x="284" y="6"/>
                  </a:lnTo>
                  <a:lnTo>
                    <a:pt x="248" y="12"/>
                  </a:lnTo>
                  <a:lnTo>
                    <a:pt x="230" y="14"/>
                  </a:lnTo>
                  <a:lnTo>
                    <a:pt x="210" y="14"/>
                  </a:lnTo>
                  <a:lnTo>
                    <a:pt x="192" y="10"/>
                  </a:lnTo>
                  <a:lnTo>
                    <a:pt x="174" y="4"/>
                  </a:lnTo>
                  <a:lnTo>
                    <a:pt x="170" y="18"/>
                  </a:lnTo>
                  <a:lnTo>
                    <a:pt x="162" y="30"/>
                  </a:lnTo>
                  <a:lnTo>
                    <a:pt x="150" y="44"/>
                  </a:lnTo>
                  <a:lnTo>
                    <a:pt x="136" y="56"/>
                  </a:lnTo>
                  <a:lnTo>
                    <a:pt x="120" y="68"/>
                  </a:lnTo>
                  <a:lnTo>
                    <a:pt x="104" y="80"/>
                  </a:lnTo>
                  <a:lnTo>
                    <a:pt x="88" y="88"/>
                  </a:lnTo>
                  <a:lnTo>
                    <a:pt x="72" y="94"/>
                  </a:lnTo>
                  <a:lnTo>
                    <a:pt x="72" y="104"/>
                  </a:lnTo>
                  <a:lnTo>
                    <a:pt x="68" y="118"/>
                  </a:lnTo>
                  <a:lnTo>
                    <a:pt x="60" y="134"/>
                  </a:lnTo>
                  <a:lnTo>
                    <a:pt x="50" y="150"/>
                  </a:lnTo>
                  <a:lnTo>
                    <a:pt x="40" y="164"/>
                  </a:lnTo>
                  <a:lnTo>
                    <a:pt x="28" y="178"/>
                  </a:lnTo>
                  <a:lnTo>
                    <a:pt x="16" y="188"/>
                  </a:lnTo>
                  <a:lnTo>
                    <a:pt x="10" y="190"/>
                  </a:lnTo>
                  <a:lnTo>
                    <a:pt x="4" y="192"/>
                  </a:lnTo>
                  <a:lnTo>
                    <a:pt x="10" y="196"/>
                  </a:lnTo>
                  <a:lnTo>
                    <a:pt x="14" y="202"/>
                  </a:lnTo>
                  <a:lnTo>
                    <a:pt x="18" y="208"/>
                  </a:lnTo>
                  <a:lnTo>
                    <a:pt x="20" y="214"/>
                  </a:lnTo>
                  <a:lnTo>
                    <a:pt x="22" y="230"/>
                  </a:lnTo>
                  <a:lnTo>
                    <a:pt x="20" y="246"/>
                  </a:lnTo>
                  <a:lnTo>
                    <a:pt x="18" y="262"/>
                  </a:lnTo>
                  <a:lnTo>
                    <a:pt x="14" y="278"/>
                  </a:lnTo>
                  <a:lnTo>
                    <a:pt x="8" y="302"/>
                  </a:lnTo>
                  <a:lnTo>
                    <a:pt x="14" y="314"/>
                  </a:lnTo>
                  <a:lnTo>
                    <a:pt x="18" y="328"/>
                  </a:lnTo>
                  <a:lnTo>
                    <a:pt x="18" y="346"/>
                  </a:lnTo>
                  <a:lnTo>
                    <a:pt x="16" y="362"/>
                  </a:lnTo>
                  <a:lnTo>
                    <a:pt x="14" y="380"/>
                  </a:lnTo>
                  <a:lnTo>
                    <a:pt x="10" y="396"/>
                  </a:lnTo>
                  <a:lnTo>
                    <a:pt x="0" y="422"/>
                  </a:lnTo>
                  <a:lnTo>
                    <a:pt x="10" y="436"/>
                  </a:lnTo>
                  <a:lnTo>
                    <a:pt x="18" y="452"/>
                  </a:lnTo>
                  <a:lnTo>
                    <a:pt x="20" y="462"/>
                  </a:lnTo>
                  <a:lnTo>
                    <a:pt x="22" y="472"/>
                  </a:lnTo>
                  <a:lnTo>
                    <a:pt x="20" y="494"/>
                  </a:lnTo>
                  <a:lnTo>
                    <a:pt x="28" y="502"/>
                  </a:lnTo>
                  <a:lnTo>
                    <a:pt x="34" y="510"/>
                  </a:lnTo>
                  <a:lnTo>
                    <a:pt x="38" y="520"/>
                  </a:lnTo>
                  <a:lnTo>
                    <a:pt x="42" y="530"/>
                  </a:lnTo>
                  <a:lnTo>
                    <a:pt x="48" y="552"/>
                  </a:lnTo>
                  <a:lnTo>
                    <a:pt x="54" y="572"/>
                  </a:lnTo>
                  <a:lnTo>
                    <a:pt x="68" y="582"/>
                  </a:lnTo>
                  <a:lnTo>
                    <a:pt x="78" y="594"/>
                  </a:lnTo>
                  <a:lnTo>
                    <a:pt x="86" y="604"/>
                  </a:lnTo>
                  <a:lnTo>
                    <a:pt x="90" y="614"/>
                  </a:lnTo>
                  <a:lnTo>
                    <a:pt x="94" y="624"/>
                  </a:lnTo>
                  <a:lnTo>
                    <a:pt x="96" y="634"/>
                  </a:lnTo>
                  <a:lnTo>
                    <a:pt x="98" y="648"/>
                  </a:lnTo>
                  <a:lnTo>
                    <a:pt x="134" y="658"/>
                  </a:lnTo>
                  <a:lnTo>
                    <a:pt x="146" y="664"/>
                  </a:lnTo>
                  <a:lnTo>
                    <a:pt x="158" y="670"/>
                  </a:lnTo>
                  <a:lnTo>
                    <a:pt x="166" y="676"/>
                  </a:lnTo>
                  <a:lnTo>
                    <a:pt x="172" y="682"/>
                  </a:lnTo>
                  <a:lnTo>
                    <a:pt x="176" y="686"/>
                  </a:lnTo>
                  <a:lnTo>
                    <a:pt x="178" y="692"/>
                  </a:lnTo>
                  <a:lnTo>
                    <a:pt x="178" y="700"/>
                  </a:lnTo>
                  <a:lnTo>
                    <a:pt x="196" y="700"/>
                  </a:lnTo>
                  <a:lnTo>
                    <a:pt x="226" y="698"/>
                  </a:lnTo>
                  <a:lnTo>
                    <a:pt x="256" y="692"/>
                  </a:lnTo>
                  <a:lnTo>
                    <a:pt x="284" y="682"/>
                  </a:lnTo>
                  <a:lnTo>
                    <a:pt x="310" y="668"/>
                  </a:lnTo>
                  <a:lnTo>
                    <a:pt x="336" y="650"/>
                  </a:lnTo>
                  <a:lnTo>
                    <a:pt x="360" y="630"/>
                  </a:lnTo>
                  <a:lnTo>
                    <a:pt x="384" y="606"/>
                  </a:lnTo>
                  <a:lnTo>
                    <a:pt x="404" y="580"/>
                  </a:lnTo>
                  <a:lnTo>
                    <a:pt x="422" y="550"/>
                  </a:lnTo>
                  <a:lnTo>
                    <a:pt x="440" y="520"/>
                  </a:lnTo>
                  <a:lnTo>
                    <a:pt x="454" y="486"/>
                  </a:lnTo>
                  <a:lnTo>
                    <a:pt x="468" y="450"/>
                  </a:lnTo>
                  <a:lnTo>
                    <a:pt x="476" y="412"/>
                  </a:lnTo>
                  <a:lnTo>
                    <a:pt x="484" y="372"/>
                  </a:lnTo>
                  <a:lnTo>
                    <a:pt x="488" y="332"/>
                  </a:lnTo>
                  <a:lnTo>
                    <a:pt x="490" y="290"/>
                  </a:lnTo>
                  <a:lnTo>
                    <a:pt x="488" y="250"/>
                  </a:lnTo>
                  <a:lnTo>
                    <a:pt x="484" y="210"/>
                  </a:lnTo>
                  <a:lnTo>
                    <a:pt x="478" y="174"/>
                  </a:lnTo>
                  <a:lnTo>
                    <a:pt x="468" y="136"/>
                  </a:lnTo>
                  <a:lnTo>
                    <a:pt x="458" y="102"/>
                  </a:lnTo>
                  <a:lnTo>
                    <a:pt x="444" y="70"/>
                  </a:lnTo>
                  <a:lnTo>
                    <a:pt x="428" y="38"/>
                  </a:lnTo>
                  <a:lnTo>
                    <a:pt x="410" y="10"/>
                  </a:lnTo>
                  <a:close/>
                </a:path>
              </a:pathLst>
            </a:custGeom>
            <a:noFill/>
            <a:ln w="6350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" name="parasympathetic-nervous-system-diagram">
            <a:extLst>
              <a:ext uri="{FF2B5EF4-FFF2-40B4-BE49-F238E27FC236}">
                <a16:creationId xmlns:a16="http://schemas.microsoft.com/office/drawing/2014/main" id="{8D92F722-0524-4BEF-861D-98A6EAC1BC42}"/>
              </a:ext>
            </a:extLst>
          </p:cNvPr>
          <p:cNvGrpSpPr/>
          <p:nvPr/>
        </p:nvGrpSpPr>
        <p:grpSpPr>
          <a:xfrm>
            <a:off x="2514600" y="1231900"/>
            <a:ext cx="6769100" cy="5105400"/>
            <a:chOff x="2514600" y="1231900"/>
            <a:chExt cx="6769100" cy="5105400"/>
          </a:xfrm>
        </p:grpSpPr>
        <p:sp>
          <p:nvSpPr>
            <p:cNvPr id="37890" name="Oval 2">
              <a:extLst>
                <a:ext uri="{FF2B5EF4-FFF2-40B4-BE49-F238E27FC236}">
                  <a16:creationId xmlns:a16="http://schemas.microsoft.com/office/drawing/2014/main" id="{154E4F24-A748-4780-A53E-B1021ABA5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800" y="2103438"/>
              <a:ext cx="304800" cy="304800"/>
            </a:xfrm>
            <a:prstGeom prst="ellipse">
              <a:avLst/>
            </a:prstGeom>
            <a:solidFill>
              <a:srgbClr val="DA78D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7891" name="Oval 3">
              <a:extLst>
                <a:ext uri="{FF2B5EF4-FFF2-40B4-BE49-F238E27FC236}">
                  <a16:creationId xmlns:a16="http://schemas.microsoft.com/office/drawing/2014/main" id="{9640AC39-9C54-4D98-B3B6-94B113B72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0600" y="1503363"/>
              <a:ext cx="304800" cy="304800"/>
            </a:xfrm>
            <a:prstGeom prst="ellipse">
              <a:avLst/>
            </a:prstGeom>
            <a:solidFill>
              <a:srgbClr val="DA78D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grpSp>
          <p:nvGrpSpPr>
            <p:cNvPr id="77827" name="Group 4">
              <a:extLst>
                <a:ext uri="{FF2B5EF4-FFF2-40B4-BE49-F238E27FC236}">
                  <a16:creationId xmlns:a16="http://schemas.microsoft.com/office/drawing/2014/main" id="{067EDFB8-4FE5-433A-A325-5E56A12C42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46800" y="3903663"/>
              <a:ext cx="661988" cy="682625"/>
              <a:chOff x="1501" y="2037"/>
              <a:chExt cx="1361" cy="1398"/>
            </a:xfrm>
          </p:grpSpPr>
          <p:sp>
            <p:nvSpPr>
              <p:cNvPr id="130659" name="Freeform 5">
                <a:extLst>
                  <a:ext uri="{FF2B5EF4-FFF2-40B4-BE49-F238E27FC236}">
                    <a16:creationId xmlns:a16="http://schemas.microsoft.com/office/drawing/2014/main" id="{2E238DF9-7F70-43E2-AFE5-30DD1BCDE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037"/>
                <a:ext cx="1361" cy="1398"/>
              </a:xfrm>
              <a:custGeom>
                <a:avLst/>
                <a:gdLst>
                  <a:gd name="T0" fmla="*/ 2179 w 544"/>
                  <a:gd name="T1" fmla="*/ 7617 h 524"/>
                  <a:gd name="T2" fmla="*/ 3505 w 544"/>
                  <a:gd name="T3" fmla="*/ 8834 h 524"/>
                  <a:gd name="T4" fmla="*/ 4743 w 544"/>
                  <a:gd name="T5" fmla="*/ 8185 h 524"/>
                  <a:gd name="T6" fmla="*/ 7123 w 544"/>
                  <a:gd name="T7" fmla="*/ 8585 h 524"/>
                  <a:gd name="T8" fmla="*/ 8156 w 544"/>
                  <a:gd name="T9" fmla="*/ 7062 h 524"/>
                  <a:gd name="T10" fmla="*/ 7518 w 544"/>
                  <a:gd name="T11" fmla="*/ 3303 h 524"/>
                  <a:gd name="T12" fmla="*/ 7518 w 544"/>
                  <a:gd name="T13" fmla="*/ 3303 h 524"/>
                  <a:gd name="T14" fmla="*/ 7123 w 544"/>
                  <a:gd name="T15" fmla="*/ 320 h 524"/>
                  <a:gd name="T16" fmla="*/ 5184 w 544"/>
                  <a:gd name="T17" fmla="*/ 1275 h 524"/>
                  <a:gd name="T18" fmla="*/ 2554 w 544"/>
                  <a:gd name="T19" fmla="*/ 1537 h 524"/>
                  <a:gd name="T20" fmla="*/ 2347 w 544"/>
                  <a:gd name="T21" fmla="*/ 1275 h 524"/>
                  <a:gd name="T22" fmla="*/ 896 w 544"/>
                  <a:gd name="T23" fmla="*/ 534 h 524"/>
                  <a:gd name="T24" fmla="*/ 583 w 544"/>
                  <a:gd name="T25" fmla="*/ 2868 h 524"/>
                  <a:gd name="T26" fmla="*/ 801 w 544"/>
                  <a:gd name="T27" fmla="*/ 6763 h 524"/>
                  <a:gd name="T28" fmla="*/ 2179 w 544"/>
                  <a:gd name="T29" fmla="*/ 7617 h 5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4" h="524">
                    <a:moveTo>
                      <a:pt x="139" y="401"/>
                    </a:moveTo>
                    <a:cubicBezTo>
                      <a:pt x="137" y="426"/>
                      <a:pt x="164" y="471"/>
                      <a:pt x="224" y="465"/>
                    </a:cubicBezTo>
                    <a:cubicBezTo>
                      <a:pt x="284" y="459"/>
                      <a:pt x="303" y="431"/>
                      <a:pt x="303" y="431"/>
                    </a:cubicBezTo>
                    <a:cubicBezTo>
                      <a:pt x="307" y="455"/>
                      <a:pt x="411" y="524"/>
                      <a:pt x="455" y="452"/>
                    </a:cubicBezTo>
                    <a:cubicBezTo>
                      <a:pt x="474" y="454"/>
                      <a:pt x="504" y="437"/>
                      <a:pt x="521" y="372"/>
                    </a:cubicBezTo>
                    <a:cubicBezTo>
                      <a:pt x="544" y="284"/>
                      <a:pt x="492" y="195"/>
                      <a:pt x="480" y="174"/>
                    </a:cubicBezTo>
                    <a:cubicBezTo>
                      <a:pt x="480" y="174"/>
                      <a:pt x="480" y="174"/>
                      <a:pt x="480" y="174"/>
                    </a:cubicBezTo>
                    <a:cubicBezTo>
                      <a:pt x="507" y="122"/>
                      <a:pt x="487" y="33"/>
                      <a:pt x="455" y="17"/>
                    </a:cubicBezTo>
                    <a:cubicBezTo>
                      <a:pt x="421" y="0"/>
                      <a:pt x="392" y="26"/>
                      <a:pt x="331" y="67"/>
                    </a:cubicBezTo>
                    <a:cubicBezTo>
                      <a:pt x="270" y="108"/>
                      <a:pt x="187" y="106"/>
                      <a:pt x="163" y="81"/>
                    </a:cubicBezTo>
                    <a:cubicBezTo>
                      <a:pt x="159" y="76"/>
                      <a:pt x="153" y="71"/>
                      <a:pt x="150" y="67"/>
                    </a:cubicBezTo>
                    <a:cubicBezTo>
                      <a:pt x="130" y="41"/>
                      <a:pt x="97" y="3"/>
                      <a:pt x="57" y="28"/>
                    </a:cubicBezTo>
                    <a:cubicBezTo>
                      <a:pt x="29" y="45"/>
                      <a:pt x="30" y="110"/>
                      <a:pt x="37" y="151"/>
                    </a:cubicBezTo>
                    <a:cubicBezTo>
                      <a:pt x="0" y="183"/>
                      <a:pt x="18" y="306"/>
                      <a:pt x="51" y="356"/>
                    </a:cubicBezTo>
                    <a:cubicBezTo>
                      <a:pt x="71" y="386"/>
                      <a:pt x="96" y="413"/>
                      <a:pt x="139" y="401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0" name="Freeform 6">
                <a:extLst>
                  <a:ext uri="{FF2B5EF4-FFF2-40B4-BE49-F238E27FC236}">
                    <a16:creationId xmlns:a16="http://schemas.microsoft.com/office/drawing/2014/main" id="{90D14D7D-E6D0-4E37-9D40-1A9FEF912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037"/>
                <a:ext cx="1361" cy="1398"/>
              </a:xfrm>
              <a:custGeom>
                <a:avLst/>
                <a:gdLst>
                  <a:gd name="T0" fmla="*/ 2179 w 544"/>
                  <a:gd name="T1" fmla="*/ 7617 h 524"/>
                  <a:gd name="T2" fmla="*/ 3505 w 544"/>
                  <a:gd name="T3" fmla="*/ 8834 h 524"/>
                  <a:gd name="T4" fmla="*/ 4743 w 544"/>
                  <a:gd name="T5" fmla="*/ 8185 h 524"/>
                  <a:gd name="T6" fmla="*/ 7123 w 544"/>
                  <a:gd name="T7" fmla="*/ 8585 h 524"/>
                  <a:gd name="T8" fmla="*/ 8156 w 544"/>
                  <a:gd name="T9" fmla="*/ 7062 h 524"/>
                  <a:gd name="T10" fmla="*/ 7518 w 544"/>
                  <a:gd name="T11" fmla="*/ 3303 h 524"/>
                  <a:gd name="T12" fmla="*/ 7518 w 544"/>
                  <a:gd name="T13" fmla="*/ 3303 h 524"/>
                  <a:gd name="T14" fmla="*/ 7123 w 544"/>
                  <a:gd name="T15" fmla="*/ 320 h 524"/>
                  <a:gd name="T16" fmla="*/ 5184 w 544"/>
                  <a:gd name="T17" fmla="*/ 1275 h 524"/>
                  <a:gd name="T18" fmla="*/ 2554 w 544"/>
                  <a:gd name="T19" fmla="*/ 1537 h 524"/>
                  <a:gd name="T20" fmla="*/ 2347 w 544"/>
                  <a:gd name="T21" fmla="*/ 1275 h 524"/>
                  <a:gd name="T22" fmla="*/ 896 w 544"/>
                  <a:gd name="T23" fmla="*/ 534 h 524"/>
                  <a:gd name="T24" fmla="*/ 583 w 544"/>
                  <a:gd name="T25" fmla="*/ 2868 h 524"/>
                  <a:gd name="T26" fmla="*/ 801 w 544"/>
                  <a:gd name="T27" fmla="*/ 6763 h 524"/>
                  <a:gd name="T28" fmla="*/ 2179 w 544"/>
                  <a:gd name="T29" fmla="*/ 7617 h 5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4" h="524">
                    <a:moveTo>
                      <a:pt x="139" y="401"/>
                    </a:moveTo>
                    <a:cubicBezTo>
                      <a:pt x="137" y="426"/>
                      <a:pt x="164" y="471"/>
                      <a:pt x="224" y="465"/>
                    </a:cubicBezTo>
                    <a:cubicBezTo>
                      <a:pt x="284" y="459"/>
                      <a:pt x="303" y="431"/>
                      <a:pt x="303" y="431"/>
                    </a:cubicBezTo>
                    <a:cubicBezTo>
                      <a:pt x="307" y="455"/>
                      <a:pt x="411" y="524"/>
                      <a:pt x="455" y="452"/>
                    </a:cubicBezTo>
                    <a:cubicBezTo>
                      <a:pt x="474" y="454"/>
                      <a:pt x="504" y="437"/>
                      <a:pt x="521" y="372"/>
                    </a:cubicBezTo>
                    <a:cubicBezTo>
                      <a:pt x="544" y="284"/>
                      <a:pt x="492" y="195"/>
                      <a:pt x="480" y="174"/>
                    </a:cubicBezTo>
                    <a:cubicBezTo>
                      <a:pt x="480" y="174"/>
                      <a:pt x="480" y="174"/>
                      <a:pt x="480" y="174"/>
                    </a:cubicBezTo>
                    <a:cubicBezTo>
                      <a:pt x="507" y="122"/>
                      <a:pt x="487" y="33"/>
                      <a:pt x="455" y="17"/>
                    </a:cubicBezTo>
                    <a:cubicBezTo>
                      <a:pt x="421" y="0"/>
                      <a:pt x="392" y="26"/>
                      <a:pt x="331" y="67"/>
                    </a:cubicBezTo>
                    <a:cubicBezTo>
                      <a:pt x="270" y="108"/>
                      <a:pt x="187" y="106"/>
                      <a:pt x="163" y="81"/>
                    </a:cubicBezTo>
                    <a:cubicBezTo>
                      <a:pt x="159" y="76"/>
                      <a:pt x="153" y="71"/>
                      <a:pt x="150" y="67"/>
                    </a:cubicBezTo>
                    <a:cubicBezTo>
                      <a:pt x="130" y="41"/>
                      <a:pt x="97" y="3"/>
                      <a:pt x="57" y="28"/>
                    </a:cubicBezTo>
                    <a:cubicBezTo>
                      <a:pt x="29" y="45"/>
                      <a:pt x="30" y="110"/>
                      <a:pt x="37" y="151"/>
                    </a:cubicBezTo>
                    <a:cubicBezTo>
                      <a:pt x="0" y="183"/>
                      <a:pt x="18" y="306"/>
                      <a:pt x="51" y="356"/>
                    </a:cubicBezTo>
                    <a:cubicBezTo>
                      <a:pt x="71" y="386"/>
                      <a:pt x="96" y="413"/>
                      <a:pt x="139" y="40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1" name="Freeform 7">
                <a:extLst>
                  <a:ext uri="{FF2B5EF4-FFF2-40B4-BE49-F238E27FC236}">
                    <a16:creationId xmlns:a16="http://schemas.microsoft.com/office/drawing/2014/main" id="{0200AB94-DD2A-4899-9324-EAEF42AB4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179"/>
                <a:ext cx="1133" cy="1106"/>
              </a:xfrm>
              <a:custGeom>
                <a:avLst/>
                <a:gdLst>
                  <a:gd name="T0" fmla="*/ 6068 w 453"/>
                  <a:gd name="T1" fmla="*/ 4525 h 415"/>
                  <a:gd name="T2" fmla="*/ 6505 w 453"/>
                  <a:gd name="T3" fmla="*/ 3425 h 415"/>
                  <a:gd name="T4" fmla="*/ 6443 w 453"/>
                  <a:gd name="T5" fmla="*/ 874 h 415"/>
                  <a:gd name="T6" fmla="*/ 5347 w 453"/>
                  <a:gd name="T7" fmla="*/ 589 h 415"/>
                  <a:gd name="T8" fmla="*/ 5367 w 453"/>
                  <a:gd name="T9" fmla="*/ 546 h 415"/>
                  <a:gd name="T10" fmla="*/ 4897 w 453"/>
                  <a:gd name="T11" fmla="*/ 589 h 415"/>
                  <a:gd name="T12" fmla="*/ 4492 w 453"/>
                  <a:gd name="T13" fmla="*/ 306 h 415"/>
                  <a:gd name="T14" fmla="*/ 3847 w 453"/>
                  <a:gd name="T15" fmla="*/ 1386 h 415"/>
                  <a:gd name="T16" fmla="*/ 2021 w 453"/>
                  <a:gd name="T17" fmla="*/ 1271 h 415"/>
                  <a:gd name="T18" fmla="*/ 645 w 453"/>
                  <a:gd name="T19" fmla="*/ 704 h 415"/>
                  <a:gd name="T20" fmla="*/ 613 w 453"/>
                  <a:gd name="T21" fmla="*/ 2047 h 415"/>
                  <a:gd name="T22" fmla="*/ 625 w 453"/>
                  <a:gd name="T23" fmla="*/ 2047 h 415"/>
                  <a:gd name="T24" fmla="*/ 470 w 453"/>
                  <a:gd name="T25" fmla="*/ 2081 h 415"/>
                  <a:gd name="T26" fmla="*/ 175 w 453"/>
                  <a:gd name="T27" fmla="*/ 3217 h 415"/>
                  <a:gd name="T28" fmla="*/ 175 w 453"/>
                  <a:gd name="T29" fmla="*/ 4333 h 415"/>
                  <a:gd name="T30" fmla="*/ 800 w 453"/>
                  <a:gd name="T31" fmla="*/ 5285 h 415"/>
                  <a:gd name="T32" fmla="*/ 283 w 453"/>
                  <a:gd name="T33" fmla="*/ 5959 h 415"/>
                  <a:gd name="T34" fmla="*/ 50 w 453"/>
                  <a:gd name="T35" fmla="*/ 6436 h 415"/>
                  <a:gd name="T36" fmla="*/ 408 w 453"/>
                  <a:gd name="T37" fmla="*/ 6833 h 415"/>
                  <a:gd name="T38" fmla="*/ 938 w 453"/>
                  <a:gd name="T39" fmla="*/ 6641 h 415"/>
                  <a:gd name="T40" fmla="*/ 1426 w 453"/>
                  <a:gd name="T41" fmla="*/ 6058 h 415"/>
                  <a:gd name="T42" fmla="*/ 2158 w 453"/>
                  <a:gd name="T43" fmla="*/ 7116 h 415"/>
                  <a:gd name="T44" fmla="*/ 3379 w 453"/>
                  <a:gd name="T45" fmla="*/ 7060 h 415"/>
                  <a:gd name="T46" fmla="*/ 3847 w 453"/>
                  <a:gd name="T47" fmla="*/ 6889 h 415"/>
                  <a:gd name="T48" fmla="*/ 4367 w 453"/>
                  <a:gd name="T49" fmla="*/ 7004 h 415"/>
                  <a:gd name="T50" fmla="*/ 5272 w 453"/>
                  <a:gd name="T51" fmla="*/ 6740 h 415"/>
                  <a:gd name="T52" fmla="*/ 5725 w 453"/>
                  <a:gd name="T53" fmla="*/ 7593 h 415"/>
                  <a:gd name="T54" fmla="*/ 6868 w 453"/>
                  <a:gd name="T55" fmla="*/ 7081 h 415"/>
                  <a:gd name="T56" fmla="*/ 7038 w 453"/>
                  <a:gd name="T57" fmla="*/ 6300 h 415"/>
                  <a:gd name="T58" fmla="*/ 6068 w 453"/>
                  <a:gd name="T59" fmla="*/ 4525 h 41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53" h="415">
                    <a:moveTo>
                      <a:pt x="388" y="239"/>
                    </a:moveTo>
                    <a:cubicBezTo>
                      <a:pt x="393" y="232"/>
                      <a:pt x="405" y="219"/>
                      <a:pt x="416" y="181"/>
                    </a:cubicBezTo>
                    <a:cubicBezTo>
                      <a:pt x="428" y="127"/>
                      <a:pt x="432" y="81"/>
                      <a:pt x="412" y="46"/>
                    </a:cubicBezTo>
                    <a:cubicBezTo>
                      <a:pt x="392" y="8"/>
                      <a:pt x="359" y="0"/>
                      <a:pt x="342" y="31"/>
                    </a:cubicBezTo>
                    <a:cubicBezTo>
                      <a:pt x="342" y="30"/>
                      <a:pt x="343" y="30"/>
                      <a:pt x="343" y="29"/>
                    </a:cubicBezTo>
                    <a:cubicBezTo>
                      <a:pt x="339" y="34"/>
                      <a:pt x="328" y="34"/>
                      <a:pt x="313" y="31"/>
                    </a:cubicBezTo>
                    <a:cubicBezTo>
                      <a:pt x="300" y="29"/>
                      <a:pt x="288" y="23"/>
                      <a:pt x="287" y="16"/>
                    </a:cubicBezTo>
                    <a:cubicBezTo>
                      <a:pt x="280" y="43"/>
                      <a:pt x="267" y="61"/>
                      <a:pt x="246" y="73"/>
                    </a:cubicBezTo>
                    <a:cubicBezTo>
                      <a:pt x="194" y="101"/>
                      <a:pt x="161" y="89"/>
                      <a:pt x="129" y="67"/>
                    </a:cubicBezTo>
                    <a:cubicBezTo>
                      <a:pt x="100" y="46"/>
                      <a:pt x="70" y="25"/>
                      <a:pt x="41" y="37"/>
                    </a:cubicBezTo>
                    <a:cubicBezTo>
                      <a:pt x="12" y="49"/>
                      <a:pt x="18" y="81"/>
                      <a:pt x="39" y="108"/>
                    </a:cubicBezTo>
                    <a:cubicBezTo>
                      <a:pt x="40" y="108"/>
                      <a:pt x="40" y="108"/>
                      <a:pt x="40" y="108"/>
                    </a:cubicBezTo>
                    <a:cubicBezTo>
                      <a:pt x="37" y="108"/>
                      <a:pt x="33" y="109"/>
                      <a:pt x="30" y="110"/>
                    </a:cubicBezTo>
                    <a:cubicBezTo>
                      <a:pt x="1" y="122"/>
                      <a:pt x="2" y="146"/>
                      <a:pt x="11" y="170"/>
                    </a:cubicBezTo>
                    <a:cubicBezTo>
                      <a:pt x="20" y="195"/>
                      <a:pt x="20" y="207"/>
                      <a:pt x="11" y="229"/>
                    </a:cubicBezTo>
                    <a:cubicBezTo>
                      <a:pt x="0" y="255"/>
                      <a:pt x="5" y="286"/>
                      <a:pt x="51" y="279"/>
                    </a:cubicBezTo>
                    <a:cubicBezTo>
                      <a:pt x="45" y="287"/>
                      <a:pt x="25" y="310"/>
                      <a:pt x="18" y="315"/>
                    </a:cubicBezTo>
                    <a:cubicBezTo>
                      <a:pt x="11" y="319"/>
                      <a:pt x="2" y="330"/>
                      <a:pt x="3" y="340"/>
                    </a:cubicBezTo>
                    <a:cubicBezTo>
                      <a:pt x="3" y="340"/>
                      <a:pt x="1" y="356"/>
                      <a:pt x="26" y="361"/>
                    </a:cubicBezTo>
                    <a:cubicBezTo>
                      <a:pt x="51" y="367"/>
                      <a:pt x="60" y="351"/>
                      <a:pt x="60" y="351"/>
                    </a:cubicBezTo>
                    <a:cubicBezTo>
                      <a:pt x="68" y="343"/>
                      <a:pt x="89" y="322"/>
                      <a:pt x="91" y="320"/>
                    </a:cubicBezTo>
                    <a:cubicBezTo>
                      <a:pt x="97" y="339"/>
                      <a:pt x="99" y="365"/>
                      <a:pt x="138" y="376"/>
                    </a:cubicBezTo>
                    <a:cubicBezTo>
                      <a:pt x="176" y="386"/>
                      <a:pt x="202" y="379"/>
                      <a:pt x="216" y="373"/>
                    </a:cubicBezTo>
                    <a:cubicBezTo>
                      <a:pt x="222" y="370"/>
                      <a:pt x="237" y="364"/>
                      <a:pt x="246" y="364"/>
                    </a:cubicBezTo>
                    <a:cubicBezTo>
                      <a:pt x="258" y="363"/>
                      <a:pt x="267" y="366"/>
                      <a:pt x="279" y="370"/>
                    </a:cubicBezTo>
                    <a:cubicBezTo>
                      <a:pt x="299" y="376"/>
                      <a:pt x="314" y="373"/>
                      <a:pt x="337" y="356"/>
                    </a:cubicBezTo>
                    <a:cubicBezTo>
                      <a:pt x="334" y="365"/>
                      <a:pt x="342" y="389"/>
                      <a:pt x="366" y="401"/>
                    </a:cubicBezTo>
                    <a:cubicBezTo>
                      <a:pt x="397" y="415"/>
                      <a:pt x="427" y="401"/>
                      <a:pt x="439" y="374"/>
                    </a:cubicBezTo>
                    <a:cubicBezTo>
                      <a:pt x="445" y="361"/>
                      <a:pt x="448" y="346"/>
                      <a:pt x="450" y="333"/>
                    </a:cubicBezTo>
                    <a:cubicBezTo>
                      <a:pt x="453" y="305"/>
                      <a:pt x="441" y="231"/>
                      <a:pt x="388" y="239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2" name="Freeform 8">
                <a:extLst>
                  <a:ext uri="{FF2B5EF4-FFF2-40B4-BE49-F238E27FC236}">
                    <a16:creationId xmlns:a16="http://schemas.microsoft.com/office/drawing/2014/main" id="{7E5F976D-2D53-43E6-847B-DEE45D895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693"/>
                <a:ext cx="187" cy="184"/>
              </a:xfrm>
              <a:custGeom>
                <a:avLst/>
                <a:gdLst>
                  <a:gd name="T0" fmla="*/ 1149 w 75"/>
                  <a:gd name="T1" fmla="*/ 1272 h 69"/>
                  <a:gd name="T2" fmla="*/ 778 w 75"/>
                  <a:gd name="T3" fmla="*/ 1160 h 69"/>
                  <a:gd name="T4" fmla="*/ 12 w 75"/>
                  <a:gd name="T5" fmla="*/ 419 h 69"/>
                  <a:gd name="T6" fmla="*/ 0 w 75"/>
                  <a:gd name="T7" fmla="*/ 419 h 69"/>
                  <a:gd name="T8" fmla="*/ 541 w 75"/>
                  <a:gd name="T9" fmla="*/ 0 h 69"/>
                  <a:gd name="T10" fmla="*/ 541 w 75"/>
                  <a:gd name="T11" fmla="*/ 0 h 69"/>
                  <a:gd name="T12" fmla="*/ 758 w 75"/>
                  <a:gd name="T13" fmla="*/ 661 h 69"/>
                  <a:gd name="T14" fmla="*/ 1162 w 75"/>
                  <a:gd name="T15" fmla="*/ 1272 h 69"/>
                  <a:gd name="T16" fmla="*/ 1149 w 75"/>
                  <a:gd name="T17" fmla="*/ 1272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69">
                    <a:moveTo>
                      <a:pt x="74" y="67"/>
                    </a:moveTo>
                    <a:cubicBezTo>
                      <a:pt x="74" y="67"/>
                      <a:pt x="66" y="69"/>
                      <a:pt x="50" y="61"/>
                    </a:cubicBezTo>
                    <a:cubicBezTo>
                      <a:pt x="35" y="54"/>
                      <a:pt x="19" y="27"/>
                      <a:pt x="1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9" y="18"/>
                      <a:pt x="30" y="7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10"/>
                      <a:pt x="40" y="21"/>
                      <a:pt x="49" y="35"/>
                    </a:cubicBezTo>
                    <a:cubicBezTo>
                      <a:pt x="58" y="48"/>
                      <a:pt x="66" y="59"/>
                      <a:pt x="75" y="67"/>
                    </a:cubicBezTo>
                    <a:lnTo>
                      <a:pt x="74" y="67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3" name="Freeform 9">
                <a:extLst>
                  <a:ext uri="{FF2B5EF4-FFF2-40B4-BE49-F238E27FC236}">
                    <a16:creationId xmlns:a16="http://schemas.microsoft.com/office/drawing/2014/main" id="{84A61185-69C1-4EAE-8D9C-325374499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965"/>
                <a:ext cx="145" cy="104"/>
              </a:xfrm>
              <a:custGeom>
                <a:avLst/>
                <a:gdLst>
                  <a:gd name="T0" fmla="*/ 895 w 58"/>
                  <a:gd name="T1" fmla="*/ 512 h 39"/>
                  <a:gd name="T2" fmla="*/ 0 w 58"/>
                  <a:gd name="T3" fmla="*/ 0 h 39"/>
                  <a:gd name="T4" fmla="*/ 0 w 58"/>
                  <a:gd name="T5" fmla="*/ 0 h 39"/>
                  <a:gd name="T6" fmla="*/ 313 w 58"/>
                  <a:gd name="T7" fmla="*/ 704 h 39"/>
                  <a:gd name="T8" fmla="*/ 908 w 58"/>
                  <a:gd name="T9" fmla="*/ 512 h 39"/>
                  <a:gd name="T10" fmla="*/ 895 w 58"/>
                  <a:gd name="T11" fmla="*/ 512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9">
                    <a:moveTo>
                      <a:pt x="57" y="27"/>
                    </a:moveTo>
                    <a:cubicBezTo>
                      <a:pt x="21" y="31"/>
                      <a:pt x="9" y="1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18"/>
                      <a:pt x="5" y="35"/>
                      <a:pt x="20" y="37"/>
                    </a:cubicBezTo>
                    <a:cubicBezTo>
                      <a:pt x="34" y="39"/>
                      <a:pt x="46" y="33"/>
                      <a:pt x="58" y="27"/>
                    </a:cubicBezTo>
                    <a:lnTo>
                      <a:pt x="57" y="27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4" name="Freeform 10">
                <a:extLst>
                  <a:ext uri="{FF2B5EF4-FFF2-40B4-BE49-F238E27FC236}">
                    <a16:creationId xmlns:a16="http://schemas.microsoft.com/office/drawing/2014/main" id="{7E3AB981-D393-4C26-AD6D-4B124F678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643"/>
                <a:ext cx="78" cy="109"/>
              </a:xfrm>
              <a:custGeom>
                <a:avLst/>
                <a:gdLst>
                  <a:gd name="T0" fmla="*/ 63 w 31"/>
                  <a:gd name="T1" fmla="*/ 0 h 41"/>
                  <a:gd name="T2" fmla="*/ 83 w 31"/>
                  <a:gd name="T3" fmla="*/ 452 h 41"/>
                  <a:gd name="T4" fmla="*/ 0 w 31"/>
                  <a:gd name="T5" fmla="*/ 771 h 41"/>
                  <a:gd name="T6" fmla="*/ 0 w 31"/>
                  <a:gd name="T7" fmla="*/ 771 h 41"/>
                  <a:gd name="T8" fmla="*/ 476 w 31"/>
                  <a:gd name="T9" fmla="*/ 635 h 41"/>
                  <a:gd name="T10" fmla="*/ 493 w 31"/>
                  <a:gd name="T11" fmla="*/ 635 h 41"/>
                  <a:gd name="T12" fmla="*/ 284 w 31"/>
                  <a:gd name="T13" fmla="*/ 452 h 41"/>
                  <a:gd name="T14" fmla="*/ 83 w 31"/>
                  <a:gd name="T15" fmla="*/ 0 h 41"/>
                  <a:gd name="T16" fmla="*/ 63 w 31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41">
                    <a:moveTo>
                      <a:pt x="4" y="0"/>
                    </a:moveTo>
                    <a:cubicBezTo>
                      <a:pt x="4" y="8"/>
                      <a:pt x="7" y="16"/>
                      <a:pt x="5" y="24"/>
                    </a:cubicBezTo>
                    <a:cubicBezTo>
                      <a:pt x="3" y="33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8" y="36"/>
                      <a:pt x="18" y="33"/>
                      <a:pt x="30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25" y="31"/>
                      <a:pt x="20" y="28"/>
                      <a:pt x="18" y="24"/>
                    </a:cubicBezTo>
                    <a:cubicBezTo>
                      <a:pt x="15" y="19"/>
                      <a:pt x="10" y="9"/>
                      <a:pt x="5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5" name="Freeform 11">
                <a:extLst>
                  <a:ext uri="{FF2B5EF4-FFF2-40B4-BE49-F238E27FC236}">
                    <a16:creationId xmlns:a16="http://schemas.microsoft.com/office/drawing/2014/main" id="{1FCEC80F-F93E-4402-A3F3-CCAF3461E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523"/>
                <a:ext cx="80" cy="96"/>
              </a:xfrm>
              <a:custGeom>
                <a:avLst/>
                <a:gdLst>
                  <a:gd name="T0" fmla="*/ 145 w 32"/>
                  <a:gd name="T1" fmla="*/ 648 h 36"/>
                  <a:gd name="T2" fmla="*/ 500 w 32"/>
                  <a:gd name="T3" fmla="*/ 0 h 36"/>
                  <a:gd name="T4" fmla="*/ 20 w 32"/>
                  <a:gd name="T5" fmla="*/ 307 h 36"/>
                  <a:gd name="T6" fmla="*/ 0 w 32"/>
                  <a:gd name="T7" fmla="*/ 307 h 36"/>
                  <a:gd name="T8" fmla="*/ 145 w 32"/>
                  <a:gd name="T9" fmla="*/ 683 h 36"/>
                  <a:gd name="T10" fmla="*/ 145 w 32"/>
                  <a:gd name="T11" fmla="*/ 648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6">
                    <a:moveTo>
                      <a:pt x="9" y="34"/>
                    </a:moveTo>
                    <a:cubicBezTo>
                      <a:pt x="9" y="20"/>
                      <a:pt x="22" y="9"/>
                      <a:pt x="32" y="0"/>
                    </a:cubicBezTo>
                    <a:cubicBezTo>
                      <a:pt x="26" y="6"/>
                      <a:pt x="7" y="19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22"/>
                      <a:pt x="6" y="29"/>
                      <a:pt x="9" y="36"/>
                    </a:cubicBezTo>
                    <a:lnTo>
                      <a:pt x="9" y="34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6" name="Freeform 12">
                <a:extLst>
                  <a:ext uri="{FF2B5EF4-FFF2-40B4-BE49-F238E27FC236}">
                    <a16:creationId xmlns:a16="http://schemas.microsoft.com/office/drawing/2014/main" id="{E4948934-87D9-40F1-BBCD-0F66A3700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461"/>
                <a:ext cx="122" cy="123"/>
              </a:xfrm>
              <a:custGeom>
                <a:avLst/>
                <a:gdLst>
                  <a:gd name="T0" fmla="*/ 540 w 49"/>
                  <a:gd name="T1" fmla="*/ 880 h 46"/>
                  <a:gd name="T2" fmla="*/ 757 w 49"/>
                  <a:gd name="T3" fmla="*/ 594 h 46"/>
                  <a:gd name="T4" fmla="*/ 0 w 49"/>
                  <a:gd name="T5" fmla="*/ 0 h 46"/>
                  <a:gd name="T6" fmla="*/ 540 w 49"/>
                  <a:gd name="T7" fmla="*/ 88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6">
                    <a:moveTo>
                      <a:pt x="35" y="46"/>
                    </a:moveTo>
                    <a:cubicBezTo>
                      <a:pt x="39" y="42"/>
                      <a:pt x="44" y="37"/>
                      <a:pt x="49" y="31"/>
                    </a:cubicBezTo>
                    <a:cubicBezTo>
                      <a:pt x="26" y="28"/>
                      <a:pt x="13" y="15"/>
                      <a:pt x="0" y="0"/>
                    </a:cubicBezTo>
                    <a:cubicBezTo>
                      <a:pt x="14" y="17"/>
                      <a:pt x="19" y="41"/>
                      <a:pt x="35" y="46"/>
                    </a:cubicBez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7" name="Freeform 13">
                <a:extLst>
                  <a:ext uri="{FF2B5EF4-FFF2-40B4-BE49-F238E27FC236}">
                    <a16:creationId xmlns:a16="http://schemas.microsoft.com/office/drawing/2014/main" id="{055A08A3-F9E7-4030-B039-12D7EC02C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267"/>
                <a:ext cx="110" cy="120"/>
              </a:xfrm>
              <a:custGeom>
                <a:avLst/>
                <a:gdLst>
                  <a:gd name="T0" fmla="*/ 688 w 44"/>
                  <a:gd name="T1" fmla="*/ 0 h 45"/>
                  <a:gd name="T2" fmla="*/ 0 w 44"/>
                  <a:gd name="T3" fmla="*/ 853 h 45"/>
                  <a:gd name="T4" fmla="*/ 145 w 44"/>
                  <a:gd name="T5" fmla="*/ 760 h 45"/>
                  <a:gd name="T6" fmla="*/ 688 w 44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5">
                    <a:moveTo>
                      <a:pt x="44" y="0"/>
                    </a:moveTo>
                    <a:cubicBezTo>
                      <a:pt x="21" y="8"/>
                      <a:pt x="6" y="33"/>
                      <a:pt x="0" y="45"/>
                    </a:cubicBezTo>
                    <a:cubicBezTo>
                      <a:pt x="3" y="44"/>
                      <a:pt x="6" y="42"/>
                      <a:pt x="9" y="40"/>
                    </a:cubicBezTo>
                    <a:cubicBezTo>
                      <a:pt x="25" y="31"/>
                      <a:pt x="37" y="18"/>
                      <a:pt x="44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8" name="Freeform 14">
                <a:extLst>
                  <a:ext uri="{FF2B5EF4-FFF2-40B4-BE49-F238E27FC236}">
                    <a16:creationId xmlns:a16="http://schemas.microsoft.com/office/drawing/2014/main" id="{920FE469-6A57-45A7-95C9-1E35C87EE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3016"/>
                <a:ext cx="100" cy="24"/>
              </a:xfrm>
              <a:custGeom>
                <a:avLst/>
                <a:gdLst>
                  <a:gd name="T0" fmla="*/ 625 w 40"/>
                  <a:gd name="T1" fmla="*/ 21 h 9"/>
                  <a:gd name="T2" fmla="*/ 20 w 40"/>
                  <a:gd name="T3" fmla="*/ 93 h 9"/>
                  <a:gd name="T4" fmla="*/ 0 w 40"/>
                  <a:gd name="T5" fmla="*/ 77 h 9"/>
                  <a:gd name="T6" fmla="*/ 458 w 40"/>
                  <a:gd name="T7" fmla="*/ 93 h 9"/>
                  <a:gd name="T8" fmla="*/ 625 w 40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">
                    <a:moveTo>
                      <a:pt x="40" y="1"/>
                    </a:moveTo>
                    <a:cubicBezTo>
                      <a:pt x="32" y="0"/>
                      <a:pt x="12" y="3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8" y="7"/>
                      <a:pt x="16" y="9"/>
                      <a:pt x="29" y="5"/>
                    </a:cubicBezTo>
                    <a:cubicBezTo>
                      <a:pt x="32" y="4"/>
                      <a:pt x="36" y="3"/>
                      <a:pt x="40" y="1"/>
                    </a:cubicBez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9" name="Freeform 15">
                <a:extLst>
                  <a:ext uri="{FF2B5EF4-FFF2-40B4-BE49-F238E27FC236}">
                    <a16:creationId xmlns:a16="http://schemas.microsoft.com/office/drawing/2014/main" id="{AF5B0525-9D7A-4D0E-95F0-E1E81DBF8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515"/>
                <a:ext cx="235" cy="314"/>
              </a:xfrm>
              <a:custGeom>
                <a:avLst/>
                <a:gdLst>
                  <a:gd name="T0" fmla="*/ 0 w 94"/>
                  <a:gd name="T1" fmla="*/ 1530 h 118"/>
                  <a:gd name="T2" fmla="*/ 1470 w 94"/>
                  <a:gd name="T3" fmla="*/ 0 h 118"/>
                  <a:gd name="T4" fmla="*/ 0 w 94"/>
                  <a:gd name="T5" fmla="*/ 153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18">
                    <a:moveTo>
                      <a:pt x="0" y="81"/>
                    </a:moveTo>
                    <a:cubicBezTo>
                      <a:pt x="9" y="105"/>
                      <a:pt x="85" y="118"/>
                      <a:pt x="94" y="0"/>
                    </a:cubicBezTo>
                    <a:cubicBezTo>
                      <a:pt x="91" y="27"/>
                      <a:pt x="54" y="118"/>
                      <a:pt x="0" y="81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0" name="Freeform 16">
                <a:extLst>
                  <a:ext uri="{FF2B5EF4-FFF2-40B4-BE49-F238E27FC236}">
                    <a16:creationId xmlns:a16="http://schemas.microsoft.com/office/drawing/2014/main" id="{52B6D889-9F2A-4D15-8952-F860BAA2D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600"/>
                <a:ext cx="235" cy="157"/>
              </a:xfrm>
              <a:custGeom>
                <a:avLst/>
                <a:gdLst>
                  <a:gd name="T0" fmla="*/ 0 w 94"/>
                  <a:gd name="T1" fmla="*/ 828 h 59"/>
                  <a:gd name="T2" fmla="*/ 1333 w 94"/>
                  <a:gd name="T3" fmla="*/ 657 h 59"/>
                  <a:gd name="T4" fmla="*/ 1470 w 94"/>
                  <a:gd name="T5" fmla="*/ 0 h 59"/>
                  <a:gd name="T6" fmla="*/ 1113 w 94"/>
                  <a:gd name="T7" fmla="*/ 567 h 59"/>
                  <a:gd name="T8" fmla="*/ 0 w 94"/>
                  <a:gd name="T9" fmla="*/ 828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59">
                    <a:moveTo>
                      <a:pt x="0" y="44"/>
                    </a:moveTo>
                    <a:cubicBezTo>
                      <a:pt x="10" y="56"/>
                      <a:pt x="69" y="59"/>
                      <a:pt x="85" y="35"/>
                    </a:cubicBezTo>
                    <a:cubicBezTo>
                      <a:pt x="85" y="22"/>
                      <a:pt x="88" y="5"/>
                      <a:pt x="94" y="0"/>
                    </a:cubicBezTo>
                    <a:cubicBezTo>
                      <a:pt x="80" y="13"/>
                      <a:pt x="87" y="15"/>
                      <a:pt x="71" y="30"/>
                    </a:cubicBezTo>
                    <a:cubicBezTo>
                      <a:pt x="55" y="45"/>
                      <a:pt x="19" y="53"/>
                      <a:pt x="0" y="44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1" name="Freeform 17">
                <a:extLst>
                  <a:ext uri="{FF2B5EF4-FFF2-40B4-BE49-F238E27FC236}">
                    <a16:creationId xmlns:a16="http://schemas.microsoft.com/office/drawing/2014/main" id="{31B328F7-607D-45FF-BDCC-122D2147C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941"/>
                <a:ext cx="268" cy="328"/>
              </a:xfrm>
              <a:custGeom>
                <a:avLst/>
                <a:gdLst>
                  <a:gd name="T0" fmla="*/ 0 w 107"/>
                  <a:gd name="T1" fmla="*/ 1707 h 123"/>
                  <a:gd name="T2" fmla="*/ 992 w 107"/>
                  <a:gd name="T3" fmla="*/ 2104 h 123"/>
                  <a:gd name="T4" fmla="*/ 1493 w 107"/>
                  <a:gd name="T5" fmla="*/ 0 h 123"/>
                  <a:gd name="T6" fmla="*/ 709 w 107"/>
                  <a:gd name="T7" fmla="*/ 2069 h 123"/>
                  <a:gd name="T8" fmla="*/ 0 w 107"/>
                  <a:gd name="T9" fmla="*/ 1707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23">
                    <a:moveTo>
                      <a:pt x="0" y="90"/>
                    </a:moveTo>
                    <a:cubicBezTo>
                      <a:pt x="7" y="107"/>
                      <a:pt x="39" y="123"/>
                      <a:pt x="63" y="111"/>
                    </a:cubicBezTo>
                    <a:cubicBezTo>
                      <a:pt x="86" y="100"/>
                      <a:pt x="107" y="63"/>
                      <a:pt x="95" y="0"/>
                    </a:cubicBezTo>
                    <a:cubicBezTo>
                      <a:pt x="96" y="25"/>
                      <a:pt x="97" y="103"/>
                      <a:pt x="45" y="109"/>
                    </a:cubicBezTo>
                    <a:cubicBezTo>
                      <a:pt x="15" y="111"/>
                      <a:pt x="0" y="90"/>
                      <a:pt x="0" y="9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2" name="Freeform 18">
                <a:extLst>
                  <a:ext uri="{FF2B5EF4-FFF2-40B4-BE49-F238E27FC236}">
                    <a16:creationId xmlns:a16="http://schemas.microsoft.com/office/drawing/2014/main" id="{F9F6FEA0-8BF5-45B4-A94D-446656EC6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3075"/>
                <a:ext cx="555" cy="128"/>
              </a:xfrm>
              <a:custGeom>
                <a:avLst/>
                <a:gdLst>
                  <a:gd name="T0" fmla="*/ 1595 w 222"/>
                  <a:gd name="T1" fmla="*/ 456 h 48"/>
                  <a:gd name="T2" fmla="*/ 2083 w 222"/>
                  <a:gd name="T3" fmla="*/ 435 h 48"/>
                  <a:gd name="T4" fmla="*/ 2783 w 222"/>
                  <a:gd name="T5" fmla="*/ 568 h 48"/>
                  <a:gd name="T6" fmla="*/ 3470 w 222"/>
                  <a:gd name="T7" fmla="*/ 0 h 48"/>
                  <a:gd name="T8" fmla="*/ 2720 w 222"/>
                  <a:gd name="T9" fmla="*/ 435 h 48"/>
                  <a:gd name="T10" fmla="*/ 1970 w 222"/>
                  <a:gd name="T11" fmla="*/ 264 h 48"/>
                  <a:gd name="T12" fmla="*/ 1395 w 222"/>
                  <a:gd name="T13" fmla="*/ 456 h 48"/>
                  <a:gd name="T14" fmla="*/ 0 w 222"/>
                  <a:gd name="T15" fmla="*/ 547 h 48"/>
                  <a:gd name="T16" fmla="*/ 1595 w 222"/>
                  <a:gd name="T17" fmla="*/ 456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2" h="48">
                    <a:moveTo>
                      <a:pt x="102" y="24"/>
                    </a:moveTo>
                    <a:cubicBezTo>
                      <a:pt x="115" y="19"/>
                      <a:pt x="120" y="17"/>
                      <a:pt x="133" y="23"/>
                    </a:cubicBezTo>
                    <a:cubicBezTo>
                      <a:pt x="146" y="29"/>
                      <a:pt x="165" y="34"/>
                      <a:pt x="178" y="30"/>
                    </a:cubicBezTo>
                    <a:cubicBezTo>
                      <a:pt x="191" y="26"/>
                      <a:pt x="212" y="6"/>
                      <a:pt x="222" y="0"/>
                    </a:cubicBezTo>
                    <a:cubicBezTo>
                      <a:pt x="208" y="3"/>
                      <a:pt x="188" y="21"/>
                      <a:pt x="174" y="23"/>
                    </a:cubicBezTo>
                    <a:cubicBezTo>
                      <a:pt x="160" y="26"/>
                      <a:pt x="138" y="13"/>
                      <a:pt x="126" y="14"/>
                    </a:cubicBezTo>
                    <a:cubicBezTo>
                      <a:pt x="115" y="14"/>
                      <a:pt x="120" y="10"/>
                      <a:pt x="89" y="24"/>
                    </a:cubicBezTo>
                    <a:cubicBezTo>
                      <a:pt x="59" y="37"/>
                      <a:pt x="14" y="36"/>
                      <a:pt x="0" y="29"/>
                    </a:cubicBezTo>
                    <a:cubicBezTo>
                      <a:pt x="15" y="36"/>
                      <a:pt x="45" y="48"/>
                      <a:pt x="102" y="24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3" name="Freeform 19">
                <a:extLst>
                  <a:ext uri="{FF2B5EF4-FFF2-40B4-BE49-F238E27FC236}">
                    <a16:creationId xmlns:a16="http://schemas.microsoft.com/office/drawing/2014/main" id="{BFB7337C-10F3-4E12-8D38-CE6936A43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608"/>
                <a:ext cx="500" cy="336"/>
              </a:xfrm>
              <a:custGeom>
                <a:avLst/>
                <a:gdLst>
                  <a:gd name="T0" fmla="*/ 0 w 200"/>
                  <a:gd name="T1" fmla="*/ 1459 h 126"/>
                  <a:gd name="T2" fmla="*/ 1708 w 200"/>
                  <a:gd name="T3" fmla="*/ 2104 h 126"/>
                  <a:gd name="T4" fmla="*/ 3125 w 200"/>
                  <a:gd name="T5" fmla="*/ 0 h 126"/>
                  <a:gd name="T6" fmla="*/ 1625 w 200"/>
                  <a:gd name="T7" fmla="*/ 2013 h 126"/>
                  <a:gd name="T8" fmla="*/ 0 w 200"/>
                  <a:gd name="T9" fmla="*/ 1459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0" h="126">
                    <a:moveTo>
                      <a:pt x="0" y="77"/>
                    </a:moveTo>
                    <a:cubicBezTo>
                      <a:pt x="9" y="94"/>
                      <a:pt x="52" y="126"/>
                      <a:pt x="109" y="111"/>
                    </a:cubicBezTo>
                    <a:cubicBezTo>
                      <a:pt x="167" y="96"/>
                      <a:pt x="191" y="49"/>
                      <a:pt x="200" y="0"/>
                    </a:cubicBezTo>
                    <a:cubicBezTo>
                      <a:pt x="191" y="32"/>
                      <a:pt x="167" y="92"/>
                      <a:pt x="104" y="106"/>
                    </a:cubicBezTo>
                    <a:cubicBezTo>
                      <a:pt x="41" y="121"/>
                      <a:pt x="0" y="77"/>
                      <a:pt x="0" y="77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4" name="Freeform 20">
                <a:extLst>
                  <a:ext uri="{FF2B5EF4-FFF2-40B4-BE49-F238E27FC236}">
                    <a16:creationId xmlns:a16="http://schemas.microsoft.com/office/drawing/2014/main" id="{3CF4BD91-29CD-43F4-A182-ADB39902B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795"/>
                <a:ext cx="423" cy="226"/>
              </a:xfrm>
              <a:custGeom>
                <a:avLst/>
                <a:gdLst>
                  <a:gd name="T0" fmla="*/ 0 w 169"/>
                  <a:gd name="T1" fmla="*/ 771 h 85"/>
                  <a:gd name="T2" fmla="*/ 488 w 169"/>
                  <a:gd name="T3" fmla="*/ 771 h 85"/>
                  <a:gd name="T4" fmla="*/ 1304 w 169"/>
                  <a:gd name="T5" fmla="*/ 375 h 85"/>
                  <a:gd name="T6" fmla="*/ 1960 w 169"/>
                  <a:gd name="T7" fmla="*/ 997 h 85"/>
                  <a:gd name="T8" fmla="*/ 2651 w 169"/>
                  <a:gd name="T9" fmla="*/ 1598 h 85"/>
                  <a:gd name="T10" fmla="*/ 1930 w 169"/>
                  <a:gd name="T11" fmla="*/ 635 h 85"/>
                  <a:gd name="T12" fmla="*/ 771 w 169"/>
                  <a:gd name="T13" fmla="*/ 340 h 85"/>
                  <a:gd name="T14" fmla="*/ 0 w 169"/>
                  <a:gd name="T15" fmla="*/ 771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9" h="85">
                    <a:moveTo>
                      <a:pt x="0" y="41"/>
                    </a:moveTo>
                    <a:cubicBezTo>
                      <a:pt x="10" y="45"/>
                      <a:pt x="18" y="48"/>
                      <a:pt x="31" y="41"/>
                    </a:cubicBezTo>
                    <a:cubicBezTo>
                      <a:pt x="44" y="33"/>
                      <a:pt x="58" y="16"/>
                      <a:pt x="83" y="20"/>
                    </a:cubicBezTo>
                    <a:cubicBezTo>
                      <a:pt x="108" y="25"/>
                      <a:pt x="120" y="40"/>
                      <a:pt x="125" y="53"/>
                    </a:cubicBezTo>
                    <a:cubicBezTo>
                      <a:pt x="130" y="67"/>
                      <a:pt x="148" y="84"/>
                      <a:pt x="169" y="85"/>
                    </a:cubicBezTo>
                    <a:cubicBezTo>
                      <a:pt x="152" y="76"/>
                      <a:pt x="142" y="68"/>
                      <a:pt x="123" y="34"/>
                    </a:cubicBezTo>
                    <a:cubicBezTo>
                      <a:pt x="103" y="0"/>
                      <a:pt x="64" y="6"/>
                      <a:pt x="49" y="18"/>
                    </a:cubicBezTo>
                    <a:cubicBezTo>
                      <a:pt x="33" y="30"/>
                      <a:pt x="22" y="48"/>
                      <a:pt x="0" y="41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5" name="Freeform 21">
                <a:extLst>
                  <a:ext uri="{FF2B5EF4-FFF2-40B4-BE49-F238E27FC236}">
                    <a16:creationId xmlns:a16="http://schemas.microsoft.com/office/drawing/2014/main" id="{1DAACD38-9AB3-4513-924D-5E34E5A41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603"/>
                <a:ext cx="92" cy="242"/>
              </a:xfrm>
              <a:custGeom>
                <a:avLst/>
                <a:gdLst>
                  <a:gd name="T0" fmla="*/ 308 w 37"/>
                  <a:gd name="T1" fmla="*/ 1032 h 91"/>
                  <a:gd name="T2" fmla="*/ 0 w 37"/>
                  <a:gd name="T3" fmla="*/ 1713 h 91"/>
                  <a:gd name="T4" fmla="*/ 291 w 37"/>
                  <a:gd name="T5" fmla="*/ 1258 h 91"/>
                  <a:gd name="T6" fmla="*/ 495 w 37"/>
                  <a:gd name="T7" fmla="*/ 941 h 91"/>
                  <a:gd name="T8" fmla="*/ 557 w 37"/>
                  <a:gd name="T9" fmla="*/ 452 h 91"/>
                  <a:gd name="T10" fmla="*/ 370 w 37"/>
                  <a:gd name="T11" fmla="*/ 0 h 91"/>
                  <a:gd name="T12" fmla="*/ 308 w 37"/>
                  <a:gd name="T13" fmla="*/ 1032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91">
                    <a:moveTo>
                      <a:pt x="20" y="55"/>
                    </a:moveTo>
                    <a:cubicBezTo>
                      <a:pt x="8" y="70"/>
                      <a:pt x="8" y="80"/>
                      <a:pt x="0" y="91"/>
                    </a:cubicBezTo>
                    <a:cubicBezTo>
                      <a:pt x="8" y="89"/>
                      <a:pt x="13" y="76"/>
                      <a:pt x="19" y="67"/>
                    </a:cubicBezTo>
                    <a:cubicBezTo>
                      <a:pt x="25" y="59"/>
                      <a:pt x="27" y="58"/>
                      <a:pt x="32" y="50"/>
                    </a:cubicBezTo>
                    <a:cubicBezTo>
                      <a:pt x="37" y="41"/>
                      <a:pt x="37" y="36"/>
                      <a:pt x="36" y="24"/>
                    </a:cubicBezTo>
                    <a:cubicBezTo>
                      <a:pt x="35" y="13"/>
                      <a:pt x="31" y="8"/>
                      <a:pt x="24" y="0"/>
                    </a:cubicBezTo>
                    <a:cubicBezTo>
                      <a:pt x="29" y="12"/>
                      <a:pt x="37" y="35"/>
                      <a:pt x="20" y="55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6" name="Freeform 22">
                <a:extLst>
                  <a:ext uri="{FF2B5EF4-FFF2-40B4-BE49-F238E27FC236}">
                    <a16:creationId xmlns:a16="http://schemas.microsoft.com/office/drawing/2014/main" id="{83588C9E-EA39-46BB-9C22-9F6DAC2F9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432"/>
                <a:ext cx="268" cy="173"/>
              </a:xfrm>
              <a:custGeom>
                <a:avLst/>
                <a:gdLst>
                  <a:gd name="T0" fmla="*/ 63 w 107"/>
                  <a:gd name="T1" fmla="*/ 170 h 65"/>
                  <a:gd name="T2" fmla="*/ 784 w 107"/>
                  <a:gd name="T3" fmla="*/ 397 h 65"/>
                  <a:gd name="T4" fmla="*/ 1067 w 107"/>
                  <a:gd name="T5" fmla="*/ 793 h 65"/>
                  <a:gd name="T6" fmla="*/ 1285 w 107"/>
                  <a:gd name="T7" fmla="*/ 1190 h 65"/>
                  <a:gd name="T8" fmla="*/ 1681 w 107"/>
                  <a:gd name="T9" fmla="*/ 1057 h 65"/>
                  <a:gd name="T10" fmla="*/ 1505 w 107"/>
                  <a:gd name="T11" fmla="*/ 921 h 65"/>
                  <a:gd name="T12" fmla="*/ 1368 w 107"/>
                  <a:gd name="T13" fmla="*/ 567 h 65"/>
                  <a:gd name="T14" fmla="*/ 1285 w 107"/>
                  <a:gd name="T15" fmla="*/ 695 h 65"/>
                  <a:gd name="T16" fmla="*/ 1004 w 107"/>
                  <a:gd name="T17" fmla="*/ 341 h 65"/>
                  <a:gd name="T18" fmla="*/ 0 w 107"/>
                  <a:gd name="T19" fmla="*/ 149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7" h="65">
                    <a:moveTo>
                      <a:pt x="4" y="9"/>
                    </a:moveTo>
                    <a:cubicBezTo>
                      <a:pt x="22" y="6"/>
                      <a:pt x="39" y="13"/>
                      <a:pt x="50" y="21"/>
                    </a:cubicBezTo>
                    <a:cubicBezTo>
                      <a:pt x="58" y="26"/>
                      <a:pt x="63" y="34"/>
                      <a:pt x="68" y="42"/>
                    </a:cubicBezTo>
                    <a:cubicBezTo>
                      <a:pt x="72" y="49"/>
                      <a:pt x="73" y="60"/>
                      <a:pt x="82" y="63"/>
                    </a:cubicBezTo>
                    <a:cubicBezTo>
                      <a:pt x="88" y="65"/>
                      <a:pt x="105" y="62"/>
                      <a:pt x="107" y="56"/>
                    </a:cubicBezTo>
                    <a:cubicBezTo>
                      <a:pt x="102" y="54"/>
                      <a:pt x="99" y="52"/>
                      <a:pt x="96" y="49"/>
                    </a:cubicBezTo>
                    <a:cubicBezTo>
                      <a:pt x="91" y="43"/>
                      <a:pt x="91" y="36"/>
                      <a:pt x="87" y="30"/>
                    </a:cubicBezTo>
                    <a:cubicBezTo>
                      <a:pt x="88" y="37"/>
                      <a:pt x="90" y="42"/>
                      <a:pt x="82" y="37"/>
                    </a:cubicBezTo>
                    <a:cubicBezTo>
                      <a:pt x="74" y="33"/>
                      <a:pt x="70" y="24"/>
                      <a:pt x="64" y="18"/>
                    </a:cubicBezTo>
                    <a:cubicBezTo>
                      <a:pt x="49" y="2"/>
                      <a:pt x="19" y="0"/>
                      <a:pt x="0" y="8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7" name="Freeform 23">
                <a:extLst>
                  <a:ext uri="{FF2B5EF4-FFF2-40B4-BE49-F238E27FC236}">
                    <a16:creationId xmlns:a16="http://schemas.microsoft.com/office/drawing/2014/main" id="{8703F051-5A88-451C-8C5B-AFDA7D69C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792"/>
                <a:ext cx="132" cy="85"/>
              </a:xfrm>
              <a:custGeom>
                <a:avLst/>
                <a:gdLst>
                  <a:gd name="T0" fmla="*/ 807 w 53"/>
                  <a:gd name="T1" fmla="*/ 566 h 32"/>
                  <a:gd name="T2" fmla="*/ 819 w 53"/>
                  <a:gd name="T3" fmla="*/ 566 h 32"/>
                  <a:gd name="T4" fmla="*/ 466 w 53"/>
                  <a:gd name="T5" fmla="*/ 35 h 32"/>
                  <a:gd name="T6" fmla="*/ 0 w 53"/>
                  <a:gd name="T7" fmla="*/ 0 h 32"/>
                  <a:gd name="T8" fmla="*/ 433 w 53"/>
                  <a:gd name="T9" fmla="*/ 452 h 32"/>
                  <a:gd name="T10" fmla="*/ 807 w 53"/>
                  <a:gd name="T11" fmla="*/ 566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2">
                    <a:moveTo>
                      <a:pt x="52" y="30"/>
                    </a:moveTo>
                    <a:cubicBezTo>
                      <a:pt x="53" y="30"/>
                      <a:pt x="53" y="30"/>
                      <a:pt x="53" y="30"/>
                    </a:cubicBezTo>
                    <a:cubicBezTo>
                      <a:pt x="45" y="22"/>
                      <a:pt x="37" y="13"/>
                      <a:pt x="30" y="2"/>
                    </a:cubicBezTo>
                    <a:cubicBezTo>
                      <a:pt x="22" y="2"/>
                      <a:pt x="13" y="2"/>
                      <a:pt x="0" y="0"/>
                    </a:cubicBezTo>
                    <a:cubicBezTo>
                      <a:pt x="10" y="9"/>
                      <a:pt x="19" y="20"/>
                      <a:pt x="28" y="24"/>
                    </a:cubicBezTo>
                    <a:cubicBezTo>
                      <a:pt x="44" y="32"/>
                      <a:pt x="52" y="30"/>
                      <a:pt x="52" y="3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8" name="Freeform 24">
                <a:extLst>
                  <a:ext uri="{FF2B5EF4-FFF2-40B4-BE49-F238E27FC236}">
                    <a16:creationId xmlns:a16="http://schemas.microsoft.com/office/drawing/2014/main" id="{E5852F07-7BB4-4BCD-8306-E35E06D51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227"/>
                <a:ext cx="173" cy="429"/>
              </a:xfrm>
              <a:custGeom>
                <a:avLst/>
                <a:gdLst>
                  <a:gd name="T0" fmla="*/ 1088 w 69"/>
                  <a:gd name="T1" fmla="*/ 0 h 161"/>
                  <a:gd name="T2" fmla="*/ 617 w 69"/>
                  <a:gd name="T3" fmla="*/ 773 h 161"/>
                  <a:gd name="T4" fmla="*/ 584 w 69"/>
                  <a:gd name="T5" fmla="*/ 1873 h 161"/>
                  <a:gd name="T6" fmla="*/ 188 w 69"/>
                  <a:gd name="T7" fmla="*/ 2742 h 161"/>
                  <a:gd name="T8" fmla="*/ 113 w 69"/>
                  <a:gd name="T9" fmla="*/ 3046 h 161"/>
                  <a:gd name="T10" fmla="*/ 364 w 69"/>
                  <a:gd name="T11" fmla="*/ 2705 h 161"/>
                  <a:gd name="T12" fmla="*/ 742 w 69"/>
                  <a:gd name="T13" fmla="*/ 1548 h 161"/>
                  <a:gd name="T14" fmla="*/ 1088 w 69"/>
                  <a:gd name="T15" fmla="*/ 0 h 1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161">
                    <a:moveTo>
                      <a:pt x="69" y="0"/>
                    </a:moveTo>
                    <a:cubicBezTo>
                      <a:pt x="55" y="2"/>
                      <a:pt x="43" y="9"/>
                      <a:pt x="39" y="41"/>
                    </a:cubicBezTo>
                    <a:cubicBezTo>
                      <a:pt x="36" y="72"/>
                      <a:pt x="39" y="79"/>
                      <a:pt x="37" y="99"/>
                    </a:cubicBezTo>
                    <a:cubicBezTo>
                      <a:pt x="35" y="119"/>
                      <a:pt x="24" y="135"/>
                      <a:pt x="12" y="145"/>
                    </a:cubicBezTo>
                    <a:cubicBezTo>
                      <a:pt x="0" y="155"/>
                      <a:pt x="5" y="159"/>
                      <a:pt x="7" y="161"/>
                    </a:cubicBezTo>
                    <a:cubicBezTo>
                      <a:pt x="7" y="156"/>
                      <a:pt x="15" y="150"/>
                      <a:pt x="23" y="143"/>
                    </a:cubicBezTo>
                    <a:cubicBezTo>
                      <a:pt x="33" y="134"/>
                      <a:pt x="44" y="118"/>
                      <a:pt x="47" y="82"/>
                    </a:cubicBezTo>
                    <a:cubicBezTo>
                      <a:pt x="49" y="46"/>
                      <a:pt x="41" y="3"/>
                      <a:pt x="69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9" name="Freeform 25">
                <a:extLst>
                  <a:ext uri="{FF2B5EF4-FFF2-40B4-BE49-F238E27FC236}">
                    <a16:creationId xmlns:a16="http://schemas.microsoft.com/office/drawing/2014/main" id="{D44635AE-E3C7-40C8-93E9-0B90612F3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544"/>
                <a:ext cx="135" cy="243"/>
              </a:xfrm>
              <a:custGeom>
                <a:avLst/>
                <a:gdLst>
                  <a:gd name="T0" fmla="*/ 738 w 54"/>
                  <a:gd name="T1" fmla="*/ 0 h 91"/>
                  <a:gd name="T2" fmla="*/ 0 w 54"/>
                  <a:gd name="T3" fmla="*/ 1712 h 91"/>
                  <a:gd name="T4" fmla="*/ 738 w 54"/>
                  <a:gd name="T5" fmla="*/ 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91">
                    <a:moveTo>
                      <a:pt x="47" y="0"/>
                    </a:moveTo>
                    <a:cubicBezTo>
                      <a:pt x="47" y="26"/>
                      <a:pt x="33" y="78"/>
                      <a:pt x="0" y="90"/>
                    </a:cubicBezTo>
                    <a:cubicBezTo>
                      <a:pt x="19" y="91"/>
                      <a:pt x="54" y="58"/>
                      <a:pt x="47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80" name="Freeform 26">
                <a:extLst>
                  <a:ext uri="{FF2B5EF4-FFF2-40B4-BE49-F238E27FC236}">
                    <a16:creationId xmlns:a16="http://schemas.microsoft.com/office/drawing/2014/main" id="{77244F10-A102-44FA-B8A2-6B3FD230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288"/>
                <a:ext cx="102" cy="104"/>
              </a:xfrm>
              <a:custGeom>
                <a:avLst/>
                <a:gdLst>
                  <a:gd name="T0" fmla="*/ 632 w 41"/>
                  <a:gd name="T1" fmla="*/ 0 h 39"/>
                  <a:gd name="T2" fmla="*/ 187 w 41"/>
                  <a:gd name="T3" fmla="*/ 739 h 39"/>
                  <a:gd name="T4" fmla="*/ 632 w 41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9">
                    <a:moveTo>
                      <a:pt x="41" y="0"/>
                    </a:moveTo>
                    <a:cubicBezTo>
                      <a:pt x="24" y="0"/>
                      <a:pt x="0" y="11"/>
                      <a:pt x="12" y="39"/>
                    </a:cubicBezTo>
                    <a:cubicBezTo>
                      <a:pt x="10" y="26"/>
                      <a:pt x="16" y="5"/>
                      <a:pt x="41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81" name="Freeform 27">
                <a:extLst>
                  <a:ext uri="{FF2B5EF4-FFF2-40B4-BE49-F238E27FC236}">
                    <a16:creationId xmlns:a16="http://schemas.microsoft.com/office/drawing/2014/main" id="{B66016C6-7EC4-4454-8CC2-1D7E234FC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472"/>
                <a:ext cx="315" cy="171"/>
              </a:xfrm>
              <a:custGeom>
                <a:avLst/>
                <a:gdLst>
                  <a:gd name="T0" fmla="*/ 158 w 126"/>
                  <a:gd name="T1" fmla="*/ 1029 h 64"/>
                  <a:gd name="T2" fmla="*/ 345 w 126"/>
                  <a:gd name="T3" fmla="*/ 171 h 64"/>
                  <a:gd name="T4" fmla="*/ 1250 w 126"/>
                  <a:gd name="T5" fmla="*/ 363 h 64"/>
                  <a:gd name="T6" fmla="*/ 1520 w 126"/>
                  <a:gd name="T7" fmla="*/ 842 h 64"/>
                  <a:gd name="T8" fmla="*/ 1970 w 126"/>
                  <a:gd name="T9" fmla="*/ 1085 h 64"/>
                  <a:gd name="T10" fmla="*/ 1375 w 126"/>
                  <a:gd name="T11" fmla="*/ 799 h 64"/>
                  <a:gd name="T12" fmla="*/ 438 w 126"/>
                  <a:gd name="T13" fmla="*/ 307 h 64"/>
                  <a:gd name="T14" fmla="*/ 158 w 126"/>
                  <a:gd name="T15" fmla="*/ 1029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64">
                    <a:moveTo>
                      <a:pt x="10" y="54"/>
                    </a:moveTo>
                    <a:cubicBezTo>
                      <a:pt x="0" y="32"/>
                      <a:pt x="2" y="17"/>
                      <a:pt x="22" y="9"/>
                    </a:cubicBezTo>
                    <a:cubicBezTo>
                      <a:pt x="42" y="0"/>
                      <a:pt x="68" y="5"/>
                      <a:pt x="80" y="19"/>
                    </a:cubicBezTo>
                    <a:cubicBezTo>
                      <a:pt x="92" y="33"/>
                      <a:pt x="92" y="36"/>
                      <a:pt x="97" y="44"/>
                    </a:cubicBezTo>
                    <a:cubicBezTo>
                      <a:pt x="102" y="52"/>
                      <a:pt x="105" y="61"/>
                      <a:pt x="126" y="57"/>
                    </a:cubicBezTo>
                    <a:cubicBezTo>
                      <a:pt x="104" y="64"/>
                      <a:pt x="96" y="57"/>
                      <a:pt x="88" y="42"/>
                    </a:cubicBezTo>
                    <a:cubicBezTo>
                      <a:pt x="81" y="27"/>
                      <a:pt x="59" y="5"/>
                      <a:pt x="28" y="16"/>
                    </a:cubicBezTo>
                    <a:cubicBezTo>
                      <a:pt x="14" y="21"/>
                      <a:pt x="6" y="30"/>
                      <a:pt x="10" y="54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82" name="Freeform 28">
                <a:extLst>
                  <a:ext uri="{FF2B5EF4-FFF2-40B4-BE49-F238E27FC236}">
                    <a16:creationId xmlns:a16="http://schemas.microsoft.com/office/drawing/2014/main" id="{08F52998-FD04-41F8-BEBC-CDAD9B95B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499"/>
                <a:ext cx="137" cy="53"/>
              </a:xfrm>
              <a:custGeom>
                <a:avLst/>
                <a:gdLst>
                  <a:gd name="T0" fmla="*/ 0 w 55"/>
                  <a:gd name="T1" fmla="*/ 371 h 20"/>
                  <a:gd name="T2" fmla="*/ 849 w 55"/>
                  <a:gd name="T3" fmla="*/ 281 h 20"/>
                  <a:gd name="T4" fmla="*/ 0 w 55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0">
                    <a:moveTo>
                      <a:pt x="0" y="20"/>
                    </a:moveTo>
                    <a:cubicBezTo>
                      <a:pt x="11" y="6"/>
                      <a:pt x="32" y="0"/>
                      <a:pt x="55" y="15"/>
                    </a:cubicBezTo>
                    <a:cubicBezTo>
                      <a:pt x="45" y="11"/>
                      <a:pt x="21" y="5"/>
                      <a:pt x="0" y="2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83" name="Freeform 29">
                <a:extLst>
                  <a:ext uri="{FF2B5EF4-FFF2-40B4-BE49-F238E27FC236}">
                    <a16:creationId xmlns:a16="http://schemas.microsoft.com/office/drawing/2014/main" id="{15308026-535C-4D68-AEEA-28133AF33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747"/>
                <a:ext cx="277" cy="50"/>
              </a:xfrm>
              <a:custGeom>
                <a:avLst/>
                <a:gdLst>
                  <a:gd name="T0" fmla="*/ 0 w 111"/>
                  <a:gd name="T1" fmla="*/ 255 h 19"/>
                  <a:gd name="T2" fmla="*/ 561 w 111"/>
                  <a:gd name="T3" fmla="*/ 21 h 19"/>
                  <a:gd name="T4" fmla="*/ 1245 w 111"/>
                  <a:gd name="T5" fmla="*/ 145 h 19"/>
                  <a:gd name="T6" fmla="*/ 1724 w 111"/>
                  <a:gd name="T7" fmla="*/ 347 h 19"/>
                  <a:gd name="T8" fmla="*/ 1308 w 111"/>
                  <a:gd name="T9" fmla="*/ 221 h 19"/>
                  <a:gd name="T10" fmla="*/ 529 w 111"/>
                  <a:gd name="T11" fmla="*/ 111 h 19"/>
                  <a:gd name="T12" fmla="*/ 0 w 111"/>
                  <a:gd name="T13" fmla="*/ 25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1" h="19">
                    <a:moveTo>
                      <a:pt x="0" y="14"/>
                    </a:moveTo>
                    <a:cubicBezTo>
                      <a:pt x="14" y="2"/>
                      <a:pt x="26" y="0"/>
                      <a:pt x="36" y="1"/>
                    </a:cubicBezTo>
                    <a:cubicBezTo>
                      <a:pt x="47" y="2"/>
                      <a:pt x="56" y="8"/>
                      <a:pt x="80" y="8"/>
                    </a:cubicBezTo>
                    <a:cubicBezTo>
                      <a:pt x="104" y="8"/>
                      <a:pt x="104" y="11"/>
                      <a:pt x="111" y="19"/>
                    </a:cubicBezTo>
                    <a:cubicBezTo>
                      <a:pt x="106" y="14"/>
                      <a:pt x="106" y="11"/>
                      <a:pt x="84" y="12"/>
                    </a:cubicBezTo>
                    <a:cubicBezTo>
                      <a:pt x="62" y="14"/>
                      <a:pt x="42" y="8"/>
                      <a:pt x="34" y="6"/>
                    </a:cubicBezTo>
                    <a:cubicBezTo>
                      <a:pt x="26" y="4"/>
                      <a:pt x="7" y="6"/>
                      <a:pt x="0" y="14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84" name="Freeform 30">
                <a:extLst>
                  <a:ext uri="{FF2B5EF4-FFF2-40B4-BE49-F238E27FC236}">
                    <a16:creationId xmlns:a16="http://schemas.microsoft.com/office/drawing/2014/main" id="{FCBE3ABF-E299-46B2-9DF1-75D310042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851"/>
                <a:ext cx="235" cy="146"/>
              </a:xfrm>
              <a:custGeom>
                <a:avLst/>
                <a:gdLst>
                  <a:gd name="T0" fmla="*/ 813 w 94"/>
                  <a:gd name="T1" fmla="*/ 247 h 55"/>
                  <a:gd name="T2" fmla="*/ 1470 w 94"/>
                  <a:gd name="T3" fmla="*/ 1030 h 55"/>
                  <a:gd name="T4" fmla="*/ 938 w 94"/>
                  <a:gd name="T5" fmla="*/ 149 h 55"/>
                  <a:gd name="T6" fmla="*/ 0 w 94"/>
                  <a:gd name="T7" fmla="*/ 579 h 55"/>
                  <a:gd name="T8" fmla="*/ 813 w 94"/>
                  <a:gd name="T9" fmla="*/ 24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55">
                    <a:moveTo>
                      <a:pt x="52" y="13"/>
                    </a:moveTo>
                    <a:cubicBezTo>
                      <a:pt x="70" y="16"/>
                      <a:pt x="86" y="32"/>
                      <a:pt x="94" y="55"/>
                    </a:cubicBezTo>
                    <a:cubicBezTo>
                      <a:pt x="89" y="31"/>
                      <a:pt x="80" y="16"/>
                      <a:pt x="60" y="8"/>
                    </a:cubicBezTo>
                    <a:cubicBezTo>
                      <a:pt x="40" y="0"/>
                      <a:pt x="17" y="13"/>
                      <a:pt x="0" y="31"/>
                    </a:cubicBezTo>
                    <a:cubicBezTo>
                      <a:pt x="13" y="23"/>
                      <a:pt x="28" y="11"/>
                      <a:pt x="52" y="13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85" name="Freeform 31">
                <a:extLst>
                  <a:ext uri="{FF2B5EF4-FFF2-40B4-BE49-F238E27FC236}">
                    <a16:creationId xmlns:a16="http://schemas.microsoft.com/office/drawing/2014/main" id="{47096D54-546C-4487-A11B-CEF29F35B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920"/>
                <a:ext cx="173" cy="101"/>
              </a:xfrm>
              <a:custGeom>
                <a:avLst/>
                <a:gdLst>
                  <a:gd name="T0" fmla="*/ 1088 w 69"/>
                  <a:gd name="T1" fmla="*/ 340 h 38"/>
                  <a:gd name="T2" fmla="*/ 0 w 69"/>
                  <a:gd name="T3" fmla="*/ 712 h 38"/>
                  <a:gd name="T4" fmla="*/ 1088 w 69"/>
                  <a:gd name="T5" fmla="*/ 31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8">
                    <a:moveTo>
                      <a:pt x="69" y="18"/>
                    </a:moveTo>
                    <a:cubicBezTo>
                      <a:pt x="49" y="9"/>
                      <a:pt x="9" y="37"/>
                      <a:pt x="0" y="38"/>
                    </a:cubicBezTo>
                    <a:cubicBezTo>
                      <a:pt x="20" y="28"/>
                      <a:pt x="50" y="0"/>
                      <a:pt x="69" y="17"/>
                    </a:cubicBezTo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86" name="Freeform 32">
                <a:extLst>
                  <a:ext uri="{FF2B5EF4-FFF2-40B4-BE49-F238E27FC236}">
                    <a16:creationId xmlns:a16="http://schemas.microsoft.com/office/drawing/2014/main" id="{73389228-257B-4D87-8107-140158CCC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019"/>
                <a:ext cx="200" cy="53"/>
              </a:xfrm>
              <a:custGeom>
                <a:avLst/>
                <a:gdLst>
                  <a:gd name="T0" fmla="*/ 0 w 80"/>
                  <a:gd name="T1" fmla="*/ 371 h 20"/>
                  <a:gd name="T2" fmla="*/ 688 w 80"/>
                  <a:gd name="T3" fmla="*/ 0 h 20"/>
                  <a:gd name="T4" fmla="*/ 1250 w 80"/>
                  <a:gd name="T5" fmla="*/ 191 h 20"/>
                  <a:gd name="T6" fmla="*/ 688 w 80"/>
                  <a:gd name="T7" fmla="*/ 90 h 20"/>
                  <a:gd name="T8" fmla="*/ 0 w 80"/>
                  <a:gd name="T9" fmla="*/ 37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20">
                    <a:moveTo>
                      <a:pt x="0" y="20"/>
                    </a:moveTo>
                    <a:cubicBezTo>
                      <a:pt x="11" y="17"/>
                      <a:pt x="28" y="0"/>
                      <a:pt x="44" y="0"/>
                    </a:cubicBezTo>
                    <a:cubicBezTo>
                      <a:pt x="60" y="1"/>
                      <a:pt x="70" y="9"/>
                      <a:pt x="80" y="10"/>
                    </a:cubicBezTo>
                    <a:cubicBezTo>
                      <a:pt x="67" y="11"/>
                      <a:pt x="54" y="6"/>
                      <a:pt x="44" y="5"/>
                    </a:cubicBezTo>
                    <a:cubicBezTo>
                      <a:pt x="34" y="4"/>
                      <a:pt x="12" y="18"/>
                      <a:pt x="0" y="2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87" name="Freeform 33">
                <a:extLst>
                  <a:ext uri="{FF2B5EF4-FFF2-40B4-BE49-F238E27FC236}">
                    <a16:creationId xmlns:a16="http://schemas.microsoft.com/office/drawing/2014/main" id="{3B79F6FF-4ACA-4B9A-8026-176A9B6DB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944"/>
                <a:ext cx="57" cy="213"/>
              </a:xfrm>
              <a:custGeom>
                <a:avLst/>
                <a:gdLst>
                  <a:gd name="T0" fmla="*/ 0 w 23"/>
                  <a:gd name="T1" fmla="*/ 0 h 80"/>
                  <a:gd name="T2" fmla="*/ 216 w 23"/>
                  <a:gd name="T3" fmla="*/ 865 h 80"/>
                  <a:gd name="T4" fmla="*/ 183 w 23"/>
                  <a:gd name="T5" fmla="*/ 1510 h 80"/>
                  <a:gd name="T6" fmla="*/ 287 w 23"/>
                  <a:gd name="T7" fmla="*/ 865 h 80"/>
                  <a:gd name="T8" fmla="*/ 0 w 23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80">
                    <a:moveTo>
                      <a:pt x="0" y="0"/>
                    </a:moveTo>
                    <a:cubicBezTo>
                      <a:pt x="12" y="9"/>
                      <a:pt x="18" y="28"/>
                      <a:pt x="14" y="46"/>
                    </a:cubicBezTo>
                    <a:cubicBezTo>
                      <a:pt x="12" y="60"/>
                      <a:pt x="0" y="78"/>
                      <a:pt x="12" y="80"/>
                    </a:cubicBezTo>
                    <a:cubicBezTo>
                      <a:pt x="8" y="76"/>
                      <a:pt x="18" y="61"/>
                      <a:pt x="19" y="46"/>
                    </a:cubicBezTo>
                    <a:cubicBezTo>
                      <a:pt x="20" y="32"/>
                      <a:pt x="23" y="14"/>
                      <a:pt x="0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88" name="Freeform 34">
                <a:extLst>
                  <a:ext uri="{FF2B5EF4-FFF2-40B4-BE49-F238E27FC236}">
                    <a16:creationId xmlns:a16="http://schemas.microsoft.com/office/drawing/2014/main" id="{8399D60E-BE91-4030-B773-D839EC4D6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344"/>
                <a:ext cx="155" cy="211"/>
              </a:xfrm>
              <a:custGeom>
                <a:avLst/>
                <a:gdLst>
                  <a:gd name="T0" fmla="*/ 0 w 62"/>
                  <a:gd name="T1" fmla="*/ 1311 h 79"/>
                  <a:gd name="T2" fmla="*/ 583 w 62"/>
                  <a:gd name="T3" fmla="*/ 764 h 79"/>
                  <a:gd name="T4" fmla="*/ 800 w 62"/>
                  <a:gd name="T5" fmla="*/ 342 h 79"/>
                  <a:gd name="T6" fmla="*/ 970 w 62"/>
                  <a:gd name="T7" fmla="*/ 0 h 79"/>
                  <a:gd name="T8" fmla="*/ 958 w 62"/>
                  <a:gd name="T9" fmla="*/ 649 h 79"/>
                  <a:gd name="T10" fmla="*/ 783 w 62"/>
                  <a:gd name="T11" fmla="*/ 1506 h 79"/>
                  <a:gd name="T12" fmla="*/ 738 w 62"/>
                  <a:gd name="T13" fmla="*/ 935 h 79"/>
                  <a:gd name="T14" fmla="*/ 175 w 62"/>
                  <a:gd name="T15" fmla="*/ 1140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79">
                    <a:moveTo>
                      <a:pt x="0" y="69"/>
                    </a:moveTo>
                    <a:cubicBezTo>
                      <a:pt x="13" y="61"/>
                      <a:pt x="28" y="51"/>
                      <a:pt x="37" y="40"/>
                    </a:cubicBezTo>
                    <a:cubicBezTo>
                      <a:pt x="43" y="34"/>
                      <a:pt x="47" y="25"/>
                      <a:pt x="51" y="18"/>
                    </a:cubicBezTo>
                    <a:cubicBezTo>
                      <a:pt x="55" y="12"/>
                      <a:pt x="60" y="6"/>
                      <a:pt x="62" y="0"/>
                    </a:cubicBezTo>
                    <a:cubicBezTo>
                      <a:pt x="60" y="11"/>
                      <a:pt x="60" y="22"/>
                      <a:pt x="61" y="34"/>
                    </a:cubicBezTo>
                    <a:cubicBezTo>
                      <a:pt x="61" y="46"/>
                      <a:pt x="59" y="70"/>
                      <a:pt x="50" y="79"/>
                    </a:cubicBezTo>
                    <a:cubicBezTo>
                      <a:pt x="53" y="73"/>
                      <a:pt x="59" y="57"/>
                      <a:pt x="47" y="49"/>
                    </a:cubicBezTo>
                    <a:cubicBezTo>
                      <a:pt x="35" y="41"/>
                      <a:pt x="22" y="57"/>
                      <a:pt x="11" y="6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89" name="Freeform 35">
                <a:extLst>
                  <a:ext uri="{FF2B5EF4-FFF2-40B4-BE49-F238E27FC236}">
                    <a16:creationId xmlns:a16="http://schemas.microsoft.com/office/drawing/2014/main" id="{19B07357-1A0C-46A5-AC1D-16B7F76D0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885"/>
                <a:ext cx="280" cy="86"/>
              </a:xfrm>
              <a:custGeom>
                <a:avLst/>
                <a:gdLst>
                  <a:gd name="T0" fmla="*/ 0 w 112"/>
                  <a:gd name="T1" fmla="*/ 312 h 32"/>
                  <a:gd name="T2" fmla="*/ 1750 w 112"/>
                  <a:gd name="T3" fmla="*/ 0 h 32"/>
                  <a:gd name="T4" fmla="*/ 0 w 112"/>
                  <a:gd name="T5" fmla="*/ 312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32">
                    <a:moveTo>
                      <a:pt x="0" y="16"/>
                    </a:moveTo>
                    <a:cubicBezTo>
                      <a:pt x="36" y="32"/>
                      <a:pt x="77" y="31"/>
                      <a:pt x="112" y="0"/>
                    </a:cubicBezTo>
                    <a:cubicBezTo>
                      <a:pt x="105" y="5"/>
                      <a:pt x="70" y="31"/>
                      <a:pt x="0" y="16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90" name="Freeform 36">
                <a:extLst>
                  <a:ext uri="{FF2B5EF4-FFF2-40B4-BE49-F238E27FC236}">
                    <a16:creationId xmlns:a16="http://schemas.microsoft.com/office/drawing/2014/main" id="{64751B7D-40C2-45E5-8F4D-AD3756176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968"/>
                <a:ext cx="75" cy="107"/>
              </a:xfrm>
              <a:custGeom>
                <a:avLst/>
                <a:gdLst>
                  <a:gd name="T0" fmla="*/ 0 w 30"/>
                  <a:gd name="T1" fmla="*/ 765 h 40"/>
                  <a:gd name="T2" fmla="*/ 238 w 30"/>
                  <a:gd name="T3" fmla="*/ 342 h 40"/>
                  <a:gd name="T4" fmla="*/ 333 w 30"/>
                  <a:gd name="T5" fmla="*/ 21 h 40"/>
                  <a:gd name="T6" fmla="*/ 408 w 30"/>
                  <a:gd name="T7" fmla="*/ 342 h 40"/>
                  <a:gd name="T8" fmla="*/ 20 w 30"/>
                  <a:gd name="T9" fmla="*/ 76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0">
                    <a:moveTo>
                      <a:pt x="0" y="40"/>
                    </a:moveTo>
                    <a:cubicBezTo>
                      <a:pt x="6" y="35"/>
                      <a:pt x="12" y="25"/>
                      <a:pt x="15" y="18"/>
                    </a:cubicBezTo>
                    <a:cubicBezTo>
                      <a:pt x="18" y="11"/>
                      <a:pt x="14" y="2"/>
                      <a:pt x="21" y="1"/>
                    </a:cubicBezTo>
                    <a:cubicBezTo>
                      <a:pt x="30" y="0"/>
                      <a:pt x="28" y="12"/>
                      <a:pt x="26" y="18"/>
                    </a:cubicBezTo>
                    <a:cubicBezTo>
                      <a:pt x="22" y="28"/>
                      <a:pt x="9" y="34"/>
                      <a:pt x="1" y="4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91" name="Freeform 37">
                <a:extLst>
                  <a:ext uri="{FF2B5EF4-FFF2-40B4-BE49-F238E27FC236}">
                    <a16:creationId xmlns:a16="http://schemas.microsoft.com/office/drawing/2014/main" id="{57D73BD2-66A3-491C-B382-D676A00D5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533"/>
                <a:ext cx="110" cy="78"/>
              </a:xfrm>
              <a:custGeom>
                <a:avLst/>
                <a:gdLst>
                  <a:gd name="T0" fmla="*/ 0 w 44"/>
                  <a:gd name="T1" fmla="*/ 0 h 29"/>
                  <a:gd name="T2" fmla="*/ 283 w 44"/>
                  <a:gd name="T3" fmla="*/ 527 h 29"/>
                  <a:gd name="T4" fmla="*/ 688 w 44"/>
                  <a:gd name="T5" fmla="*/ 390 h 29"/>
                  <a:gd name="T6" fmla="*/ 488 w 44"/>
                  <a:gd name="T7" fmla="*/ 137 h 29"/>
                  <a:gd name="T8" fmla="*/ 63 w 44"/>
                  <a:gd name="T9" fmla="*/ 8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9">
                    <a:moveTo>
                      <a:pt x="0" y="0"/>
                    </a:moveTo>
                    <a:cubicBezTo>
                      <a:pt x="7" y="8"/>
                      <a:pt x="6" y="23"/>
                      <a:pt x="18" y="27"/>
                    </a:cubicBezTo>
                    <a:cubicBezTo>
                      <a:pt x="26" y="29"/>
                      <a:pt x="39" y="28"/>
                      <a:pt x="44" y="20"/>
                    </a:cubicBezTo>
                    <a:cubicBezTo>
                      <a:pt x="38" y="17"/>
                      <a:pt x="34" y="14"/>
                      <a:pt x="31" y="7"/>
                    </a:cubicBezTo>
                    <a:cubicBezTo>
                      <a:pt x="35" y="24"/>
                      <a:pt x="5" y="13"/>
                      <a:pt x="4" y="4"/>
                    </a:cubicBezTo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92" name="Freeform 38">
                <a:extLst>
                  <a:ext uri="{FF2B5EF4-FFF2-40B4-BE49-F238E27FC236}">
                    <a16:creationId xmlns:a16="http://schemas.microsoft.com/office/drawing/2014/main" id="{687038CD-5AC1-4312-9015-29FA54319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643"/>
                <a:ext cx="80" cy="90"/>
              </a:xfrm>
              <a:custGeom>
                <a:avLst/>
                <a:gdLst>
                  <a:gd name="T0" fmla="*/ 0 w 32"/>
                  <a:gd name="T1" fmla="*/ 609 h 34"/>
                  <a:gd name="T2" fmla="*/ 395 w 32"/>
                  <a:gd name="T3" fmla="*/ 408 h 34"/>
                  <a:gd name="T4" fmla="*/ 500 w 32"/>
                  <a:gd name="T5" fmla="*/ 0 h 34"/>
                  <a:gd name="T6" fmla="*/ 425 w 32"/>
                  <a:gd name="T7" fmla="*/ 183 h 34"/>
                  <a:gd name="T8" fmla="*/ 20 w 32"/>
                  <a:gd name="T9" fmla="*/ 63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4">
                    <a:moveTo>
                      <a:pt x="0" y="33"/>
                    </a:moveTo>
                    <a:cubicBezTo>
                      <a:pt x="8" y="33"/>
                      <a:pt x="19" y="27"/>
                      <a:pt x="25" y="22"/>
                    </a:cubicBezTo>
                    <a:cubicBezTo>
                      <a:pt x="31" y="16"/>
                      <a:pt x="31" y="7"/>
                      <a:pt x="32" y="0"/>
                    </a:cubicBezTo>
                    <a:cubicBezTo>
                      <a:pt x="30" y="3"/>
                      <a:pt x="29" y="7"/>
                      <a:pt x="27" y="10"/>
                    </a:cubicBezTo>
                    <a:cubicBezTo>
                      <a:pt x="23" y="21"/>
                      <a:pt x="11" y="29"/>
                      <a:pt x="1" y="34"/>
                    </a:cubicBezTo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93" name="Freeform 39">
                <a:extLst>
                  <a:ext uri="{FF2B5EF4-FFF2-40B4-BE49-F238E27FC236}">
                    <a16:creationId xmlns:a16="http://schemas.microsoft.com/office/drawing/2014/main" id="{E905FD76-3897-4DF3-AC0B-E7AAE8A09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824"/>
                <a:ext cx="77" cy="51"/>
              </a:xfrm>
              <a:custGeom>
                <a:avLst/>
                <a:gdLst>
                  <a:gd name="T0" fmla="*/ 0 w 31"/>
                  <a:gd name="T1" fmla="*/ 115 h 19"/>
                  <a:gd name="T2" fmla="*/ 400 w 31"/>
                  <a:gd name="T3" fmla="*/ 330 h 19"/>
                  <a:gd name="T4" fmla="*/ 246 w 31"/>
                  <a:gd name="T5" fmla="*/ 0 h 19"/>
                  <a:gd name="T6" fmla="*/ 0 w 31"/>
                  <a:gd name="T7" fmla="*/ 11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9">
                    <a:moveTo>
                      <a:pt x="0" y="6"/>
                    </a:moveTo>
                    <a:cubicBezTo>
                      <a:pt x="11" y="15"/>
                      <a:pt x="22" y="19"/>
                      <a:pt x="26" y="17"/>
                    </a:cubicBezTo>
                    <a:cubicBezTo>
                      <a:pt x="31" y="16"/>
                      <a:pt x="16" y="0"/>
                      <a:pt x="16" y="0"/>
                    </a:cubicBezTo>
                    <a:cubicBezTo>
                      <a:pt x="17" y="6"/>
                      <a:pt x="12" y="12"/>
                      <a:pt x="0" y="6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94" name="Freeform 40">
                <a:extLst>
                  <a:ext uri="{FF2B5EF4-FFF2-40B4-BE49-F238E27FC236}">
                    <a16:creationId xmlns:a16="http://schemas.microsoft.com/office/drawing/2014/main" id="{5B61E23B-7281-4B08-969D-09859A4B5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829"/>
                <a:ext cx="170" cy="123"/>
              </a:xfrm>
              <a:custGeom>
                <a:avLst/>
                <a:gdLst>
                  <a:gd name="T0" fmla="*/ 0 w 68"/>
                  <a:gd name="T1" fmla="*/ 193 h 46"/>
                  <a:gd name="T2" fmla="*/ 1063 w 68"/>
                  <a:gd name="T3" fmla="*/ 880 h 46"/>
                  <a:gd name="T4" fmla="*/ 533 w 68"/>
                  <a:gd name="T5" fmla="*/ 78 h 46"/>
                  <a:gd name="T6" fmla="*/ 0 w 68"/>
                  <a:gd name="T7" fmla="*/ 193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6">
                    <a:moveTo>
                      <a:pt x="0" y="10"/>
                    </a:moveTo>
                    <a:cubicBezTo>
                      <a:pt x="15" y="5"/>
                      <a:pt x="57" y="10"/>
                      <a:pt x="68" y="46"/>
                    </a:cubicBezTo>
                    <a:cubicBezTo>
                      <a:pt x="66" y="30"/>
                      <a:pt x="55" y="7"/>
                      <a:pt x="34" y="4"/>
                    </a:cubicBezTo>
                    <a:cubicBezTo>
                      <a:pt x="14" y="0"/>
                      <a:pt x="11" y="4"/>
                      <a:pt x="0" y="10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95" name="Freeform 41">
                <a:extLst>
                  <a:ext uri="{FF2B5EF4-FFF2-40B4-BE49-F238E27FC236}">
                    <a16:creationId xmlns:a16="http://schemas.microsoft.com/office/drawing/2014/main" id="{92ACFCD6-7DEA-411C-9E3C-7725EB80E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624"/>
                <a:ext cx="133" cy="147"/>
              </a:xfrm>
              <a:custGeom>
                <a:avLst/>
                <a:gdLst>
                  <a:gd name="T0" fmla="*/ 0 w 53"/>
                  <a:gd name="T1" fmla="*/ 1050 h 55"/>
                  <a:gd name="T2" fmla="*/ 838 w 53"/>
                  <a:gd name="T3" fmla="*/ 0 h 55"/>
                  <a:gd name="T4" fmla="*/ 0 w 53"/>
                  <a:gd name="T5" fmla="*/ 105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5">
                    <a:moveTo>
                      <a:pt x="0" y="55"/>
                    </a:moveTo>
                    <a:cubicBezTo>
                      <a:pt x="16" y="54"/>
                      <a:pt x="44" y="43"/>
                      <a:pt x="53" y="0"/>
                    </a:cubicBezTo>
                    <a:cubicBezTo>
                      <a:pt x="47" y="17"/>
                      <a:pt x="36" y="43"/>
                      <a:pt x="0" y="55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96" name="Freeform 42">
                <a:extLst>
                  <a:ext uri="{FF2B5EF4-FFF2-40B4-BE49-F238E27FC236}">
                    <a16:creationId xmlns:a16="http://schemas.microsoft.com/office/drawing/2014/main" id="{046A3746-C224-42A6-B60C-684AB4390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344"/>
                <a:ext cx="65" cy="133"/>
              </a:xfrm>
              <a:custGeom>
                <a:avLst/>
                <a:gdLst>
                  <a:gd name="T0" fmla="*/ 0 w 26"/>
                  <a:gd name="T1" fmla="*/ 636 h 50"/>
                  <a:gd name="T2" fmla="*/ 375 w 26"/>
                  <a:gd name="T3" fmla="*/ 694 h 50"/>
                  <a:gd name="T4" fmla="*/ 363 w 26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0">
                    <a:moveTo>
                      <a:pt x="0" y="34"/>
                    </a:moveTo>
                    <a:cubicBezTo>
                      <a:pt x="12" y="22"/>
                      <a:pt x="21" y="25"/>
                      <a:pt x="24" y="37"/>
                    </a:cubicBezTo>
                    <a:cubicBezTo>
                      <a:pt x="26" y="50"/>
                      <a:pt x="23" y="0"/>
                      <a:pt x="23" y="0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97" name="Freeform 43">
                <a:extLst>
                  <a:ext uri="{FF2B5EF4-FFF2-40B4-BE49-F238E27FC236}">
                    <a16:creationId xmlns:a16="http://schemas.microsoft.com/office/drawing/2014/main" id="{9FBA0207-D07C-4CD5-98E1-04D4E4289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237"/>
                <a:ext cx="67" cy="43"/>
              </a:xfrm>
              <a:custGeom>
                <a:avLst/>
                <a:gdLst>
                  <a:gd name="T0" fmla="*/ 0 w 27"/>
                  <a:gd name="T1" fmla="*/ 312 h 16"/>
                  <a:gd name="T2" fmla="*/ 184 w 27"/>
                  <a:gd name="T3" fmla="*/ 22 h 16"/>
                  <a:gd name="T4" fmla="*/ 412 w 27"/>
                  <a:gd name="T5" fmla="*/ 253 h 16"/>
                  <a:gd name="T6" fmla="*/ 62 w 27"/>
                  <a:gd name="T7" fmla="*/ 27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6">
                    <a:moveTo>
                      <a:pt x="0" y="16"/>
                    </a:moveTo>
                    <a:cubicBezTo>
                      <a:pt x="0" y="7"/>
                      <a:pt x="3" y="0"/>
                      <a:pt x="12" y="1"/>
                    </a:cubicBezTo>
                    <a:cubicBezTo>
                      <a:pt x="19" y="1"/>
                      <a:pt x="23" y="7"/>
                      <a:pt x="27" y="13"/>
                    </a:cubicBezTo>
                    <a:cubicBezTo>
                      <a:pt x="19" y="10"/>
                      <a:pt x="12" y="15"/>
                      <a:pt x="4" y="14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98" name="Freeform 44">
                <a:extLst>
                  <a:ext uri="{FF2B5EF4-FFF2-40B4-BE49-F238E27FC236}">
                    <a16:creationId xmlns:a16="http://schemas.microsoft.com/office/drawing/2014/main" id="{90198FF0-B236-46A3-B6B5-923AAE0A6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168"/>
                <a:ext cx="85" cy="101"/>
              </a:xfrm>
              <a:custGeom>
                <a:avLst/>
                <a:gdLst>
                  <a:gd name="T0" fmla="*/ 0 w 34"/>
                  <a:gd name="T1" fmla="*/ 319 h 38"/>
                  <a:gd name="T2" fmla="*/ 533 w 34"/>
                  <a:gd name="T3" fmla="*/ 712 h 38"/>
                  <a:gd name="T4" fmla="*/ 145 w 34"/>
                  <a:gd name="T5" fmla="*/ 31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8">
                    <a:moveTo>
                      <a:pt x="0" y="17"/>
                    </a:moveTo>
                    <a:cubicBezTo>
                      <a:pt x="20" y="0"/>
                      <a:pt x="34" y="18"/>
                      <a:pt x="34" y="38"/>
                    </a:cubicBezTo>
                    <a:cubicBezTo>
                      <a:pt x="28" y="29"/>
                      <a:pt x="17" y="22"/>
                      <a:pt x="9" y="17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99" name="Freeform 45">
                <a:extLst>
                  <a:ext uri="{FF2B5EF4-FFF2-40B4-BE49-F238E27FC236}">
                    <a16:creationId xmlns:a16="http://schemas.microsoft.com/office/drawing/2014/main" id="{56FBBDBE-EC2A-4E69-9236-C0E47CB44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781"/>
                <a:ext cx="32" cy="35"/>
              </a:xfrm>
              <a:custGeom>
                <a:avLst/>
                <a:gdLst>
                  <a:gd name="T0" fmla="*/ 133 w 13"/>
                  <a:gd name="T1" fmla="*/ 0 h 13"/>
                  <a:gd name="T2" fmla="*/ 194 w 13"/>
                  <a:gd name="T3" fmla="*/ 253 h 13"/>
                  <a:gd name="T4" fmla="*/ 0 w 13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9" y="0"/>
                    </a:moveTo>
                    <a:cubicBezTo>
                      <a:pt x="10" y="4"/>
                      <a:pt x="11" y="9"/>
                      <a:pt x="13" y="13"/>
                    </a:cubicBezTo>
                    <a:cubicBezTo>
                      <a:pt x="9" y="10"/>
                      <a:pt x="4" y="10"/>
                      <a:pt x="0" y="13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00" name="Freeform 46">
                <a:extLst>
                  <a:ext uri="{FF2B5EF4-FFF2-40B4-BE49-F238E27FC236}">
                    <a16:creationId xmlns:a16="http://schemas.microsoft.com/office/drawing/2014/main" id="{2EADE946-CDCB-4EAA-864C-5B01A2571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128"/>
                <a:ext cx="80" cy="88"/>
              </a:xfrm>
              <a:custGeom>
                <a:avLst/>
                <a:gdLst>
                  <a:gd name="T0" fmla="*/ 0 w 32"/>
                  <a:gd name="T1" fmla="*/ 248 h 33"/>
                  <a:gd name="T2" fmla="*/ 500 w 32"/>
                  <a:gd name="T3" fmla="*/ 627 h 33"/>
                  <a:gd name="T4" fmla="*/ 300 w 32"/>
                  <a:gd name="T5" fmla="*/ 0 h 33"/>
                  <a:gd name="T6" fmla="*/ 125 w 32"/>
                  <a:gd name="T7" fmla="*/ 14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0" y="13"/>
                    </a:moveTo>
                    <a:cubicBezTo>
                      <a:pt x="4" y="22"/>
                      <a:pt x="23" y="33"/>
                      <a:pt x="32" y="33"/>
                    </a:cubicBezTo>
                    <a:cubicBezTo>
                      <a:pt x="26" y="28"/>
                      <a:pt x="16" y="10"/>
                      <a:pt x="19" y="0"/>
                    </a:cubicBezTo>
                    <a:cubicBezTo>
                      <a:pt x="16" y="3"/>
                      <a:pt x="12" y="6"/>
                      <a:pt x="8" y="8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01" name="Freeform 47">
                <a:extLst>
                  <a:ext uri="{FF2B5EF4-FFF2-40B4-BE49-F238E27FC236}">
                    <a16:creationId xmlns:a16="http://schemas.microsoft.com/office/drawing/2014/main" id="{7C00937A-7EEC-463F-8116-9B99184D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517"/>
                <a:ext cx="163" cy="702"/>
              </a:xfrm>
              <a:custGeom>
                <a:avLst/>
                <a:gdLst>
                  <a:gd name="T0" fmla="*/ 313 w 65"/>
                  <a:gd name="T1" fmla="*/ 0 h 263"/>
                  <a:gd name="T2" fmla="*/ 963 w 65"/>
                  <a:gd name="T3" fmla="*/ 3064 h 263"/>
                  <a:gd name="T4" fmla="*/ 238 w 65"/>
                  <a:gd name="T5" fmla="*/ 5002 h 263"/>
                  <a:gd name="T6" fmla="*/ 504 w 65"/>
                  <a:gd name="T7" fmla="*/ 3192 h 263"/>
                  <a:gd name="T8" fmla="*/ 629 w 65"/>
                  <a:gd name="T9" fmla="*/ 1754 h 263"/>
                  <a:gd name="T10" fmla="*/ 63 w 65"/>
                  <a:gd name="T11" fmla="*/ 1025 h 263"/>
                  <a:gd name="T12" fmla="*/ 0 w 65"/>
                  <a:gd name="T13" fmla="*/ 1161 h 263"/>
                  <a:gd name="T14" fmla="*/ 113 w 65"/>
                  <a:gd name="T15" fmla="*/ 435 h 263"/>
                  <a:gd name="T16" fmla="*/ 313 w 65"/>
                  <a:gd name="T17" fmla="*/ 0 h 2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263">
                    <a:moveTo>
                      <a:pt x="20" y="0"/>
                    </a:moveTo>
                    <a:cubicBezTo>
                      <a:pt x="32" y="17"/>
                      <a:pt x="65" y="93"/>
                      <a:pt x="61" y="161"/>
                    </a:cubicBezTo>
                    <a:cubicBezTo>
                      <a:pt x="59" y="198"/>
                      <a:pt x="41" y="246"/>
                      <a:pt x="15" y="263"/>
                    </a:cubicBezTo>
                    <a:cubicBezTo>
                      <a:pt x="24" y="252"/>
                      <a:pt x="42" y="228"/>
                      <a:pt x="32" y="168"/>
                    </a:cubicBezTo>
                    <a:cubicBezTo>
                      <a:pt x="36" y="177"/>
                      <a:pt x="48" y="143"/>
                      <a:pt x="40" y="92"/>
                    </a:cubicBezTo>
                    <a:cubicBezTo>
                      <a:pt x="32" y="42"/>
                      <a:pt x="8" y="32"/>
                      <a:pt x="4" y="54"/>
                    </a:cubicBezTo>
                    <a:cubicBezTo>
                      <a:pt x="2" y="62"/>
                      <a:pt x="0" y="61"/>
                      <a:pt x="0" y="61"/>
                    </a:cubicBezTo>
                    <a:cubicBezTo>
                      <a:pt x="0" y="61"/>
                      <a:pt x="6" y="31"/>
                      <a:pt x="7" y="23"/>
                    </a:cubicBezTo>
                    <a:cubicBezTo>
                      <a:pt x="8" y="15"/>
                      <a:pt x="18" y="10"/>
                      <a:pt x="20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02" name="Freeform 48">
                <a:extLst>
                  <a:ext uri="{FF2B5EF4-FFF2-40B4-BE49-F238E27FC236}">
                    <a16:creationId xmlns:a16="http://schemas.microsoft.com/office/drawing/2014/main" id="{99B8C75F-BF80-4BEB-B38D-F8A72ECA3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696"/>
                <a:ext cx="61" cy="141"/>
              </a:xfrm>
              <a:custGeom>
                <a:avLst/>
                <a:gdLst>
                  <a:gd name="T0" fmla="*/ 214 w 24"/>
                  <a:gd name="T1" fmla="*/ 0 h 53"/>
                  <a:gd name="T2" fmla="*/ 64 w 24"/>
                  <a:gd name="T3" fmla="*/ 431 h 53"/>
                  <a:gd name="T4" fmla="*/ 20 w 24"/>
                  <a:gd name="T5" fmla="*/ 601 h 53"/>
                  <a:gd name="T6" fmla="*/ 97 w 24"/>
                  <a:gd name="T7" fmla="*/ 865 h 53"/>
                  <a:gd name="T8" fmla="*/ 374 w 24"/>
                  <a:gd name="T9" fmla="*/ 998 h 53"/>
                  <a:gd name="T10" fmla="*/ 180 w 24"/>
                  <a:gd name="T11" fmla="*/ 601 h 53"/>
                  <a:gd name="T12" fmla="*/ 394 w 24"/>
                  <a:gd name="T13" fmla="*/ 418 h 53"/>
                  <a:gd name="T14" fmla="*/ 214 w 24"/>
                  <a:gd name="T15" fmla="*/ 56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3">
                    <a:moveTo>
                      <a:pt x="13" y="0"/>
                    </a:moveTo>
                    <a:cubicBezTo>
                      <a:pt x="10" y="8"/>
                      <a:pt x="8" y="16"/>
                      <a:pt x="4" y="23"/>
                    </a:cubicBezTo>
                    <a:cubicBezTo>
                      <a:pt x="2" y="27"/>
                      <a:pt x="0" y="28"/>
                      <a:pt x="1" y="32"/>
                    </a:cubicBezTo>
                    <a:cubicBezTo>
                      <a:pt x="1" y="35"/>
                      <a:pt x="4" y="43"/>
                      <a:pt x="6" y="46"/>
                    </a:cubicBezTo>
                    <a:cubicBezTo>
                      <a:pt x="11" y="44"/>
                      <a:pt x="20" y="50"/>
                      <a:pt x="23" y="53"/>
                    </a:cubicBezTo>
                    <a:cubicBezTo>
                      <a:pt x="18" y="49"/>
                      <a:pt x="12" y="39"/>
                      <a:pt x="11" y="32"/>
                    </a:cubicBezTo>
                    <a:cubicBezTo>
                      <a:pt x="11" y="25"/>
                      <a:pt x="17" y="15"/>
                      <a:pt x="24" y="22"/>
                    </a:cubicBezTo>
                    <a:cubicBezTo>
                      <a:pt x="22" y="15"/>
                      <a:pt x="15" y="10"/>
                      <a:pt x="13" y="3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03" name="Freeform 49">
                <a:extLst>
                  <a:ext uri="{FF2B5EF4-FFF2-40B4-BE49-F238E27FC236}">
                    <a16:creationId xmlns:a16="http://schemas.microsoft.com/office/drawing/2014/main" id="{D4BB8430-7951-462D-AA80-C83F51642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3035"/>
                <a:ext cx="80" cy="77"/>
              </a:xfrm>
              <a:custGeom>
                <a:avLst/>
                <a:gdLst>
                  <a:gd name="T0" fmla="*/ 0 w 32"/>
                  <a:gd name="T1" fmla="*/ 486 h 29"/>
                  <a:gd name="T2" fmla="*/ 500 w 32"/>
                  <a:gd name="T3" fmla="*/ 486 h 29"/>
                  <a:gd name="T4" fmla="*/ 408 w 32"/>
                  <a:gd name="T5" fmla="*/ 0 h 29"/>
                  <a:gd name="T6" fmla="*/ 158 w 32"/>
                  <a:gd name="T7" fmla="*/ 22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9">
                    <a:moveTo>
                      <a:pt x="0" y="26"/>
                    </a:moveTo>
                    <a:cubicBezTo>
                      <a:pt x="10" y="29"/>
                      <a:pt x="22" y="29"/>
                      <a:pt x="32" y="26"/>
                    </a:cubicBezTo>
                    <a:cubicBezTo>
                      <a:pt x="27" y="20"/>
                      <a:pt x="26" y="7"/>
                      <a:pt x="26" y="0"/>
                    </a:cubicBezTo>
                    <a:cubicBezTo>
                      <a:pt x="20" y="2"/>
                      <a:pt x="15" y="9"/>
                      <a:pt x="10" y="12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04" name="Freeform 50">
                <a:extLst>
                  <a:ext uri="{FF2B5EF4-FFF2-40B4-BE49-F238E27FC236}">
                    <a16:creationId xmlns:a16="http://schemas.microsoft.com/office/drawing/2014/main" id="{33327381-047D-4B8F-B22A-8454A94FB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037"/>
                <a:ext cx="67" cy="54"/>
              </a:xfrm>
              <a:custGeom>
                <a:avLst/>
                <a:gdLst>
                  <a:gd name="T0" fmla="*/ 0 w 27"/>
                  <a:gd name="T1" fmla="*/ 373 h 20"/>
                  <a:gd name="T2" fmla="*/ 320 w 27"/>
                  <a:gd name="T3" fmla="*/ 0 h 20"/>
                  <a:gd name="T4" fmla="*/ 412 w 27"/>
                  <a:gd name="T5" fmla="*/ 394 h 20"/>
                  <a:gd name="T6" fmla="*/ 154 w 27"/>
                  <a:gd name="T7" fmla="*/ 25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0">
                    <a:moveTo>
                      <a:pt x="0" y="19"/>
                    </a:moveTo>
                    <a:cubicBezTo>
                      <a:pt x="6" y="13"/>
                      <a:pt x="14" y="2"/>
                      <a:pt x="21" y="0"/>
                    </a:cubicBezTo>
                    <a:cubicBezTo>
                      <a:pt x="24" y="7"/>
                      <a:pt x="25" y="14"/>
                      <a:pt x="27" y="20"/>
                    </a:cubicBezTo>
                    <a:cubicBezTo>
                      <a:pt x="23" y="15"/>
                      <a:pt x="17" y="6"/>
                      <a:pt x="10" y="13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05" name="Freeform 51">
                <a:extLst>
                  <a:ext uri="{FF2B5EF4-FFF2-40B4-BE49-F238E27FC236}">
                    <a16:creationId xmlns:a16="http://schemas.microsoft.com/office/drawing/2014/main" id="{C04F7E78-D7EB-45BD-8DF9-5CFF13315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3128"/>
                <a:ext cx="350" cy="136"/>
              </a:xfrm>
              <a:custGeom>
                <a:avLst/>
                <a:gdLst>
                  <a:gd name="T0" fmla="*/ 0 w 140"/>
                  <a:gd name="T1" fmla="*/ 264 h 51"/>
                  <a:gd name="T2" fmla="*/ 313 w 140"/>
                  <a:gd name="T3" fmla="*/ 376 h 51"/>
                  <a:gd name="T4" fmla="*/ 720 w 140"/>
                  <a:gd name="T5" fmla="*/ 435 h 51"/>
                  <a:gd name="T6" fmla="*/ 1283 w 140"/>
                  <a:gd name="T7" fmla="*/ 376 h 51"/>
                  <a:gd name="T8" fmla="*/ 2188 w 140"/>
                  <a:gd name="T9" fmla="*/ 205 h 51"/>
                  <a:gd name="T10" fmla="*/ 2063 w 140"/>
                  <a:gd name="T11" fmla="*/ 397 h 51"/>
                  <a:gd name="T12" fmla="*/ 1800 w 140"/>
                  <a:gd name="T13" fmla="*/ 661 h 51"/>
                  <a:gd name="T14" fmla="*/ 1175 w 140"/>
                  <a:gd name="T15" fmla="*/ 968 h 51"/>
                  <a:gd name="T16" fmla="*/ 1375 w 140"/>
                  <a:gd name="T17" fmla="*/ 704 h 51"/>
                  <a:gd name="T18" fmla="*/ 958 w 140"/>
                  <a:gd name="T19" fmla="*/ 627 h 51"/>
                  <a:gd name="T20" fmla="*/ 0 w 140"/>
                  <a:gd name="T21" fmla="*/ 320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51">
                    <a:moveTo>
                      <a:pt x="0" y="14"/>
                    </a:moveTo>
                    <a:cubicBezTo>
                      <a:pt x="4" y="19"/>
                      <a:pt x="14" y="19"/>
                      <a:pt x="20" y="20"/>
                    </a:cubicBezTo>
                    <a:cubicBezTo>
                      <a:pt x="28" y="22"/>
                      <a:pt x="37" y="23"/>
                      <a:pt x="46" y="23"/>
                    </a:cubicBezTo>
                    <a:cubicBezTo>
                      <a:pt x="58" y="23"/>
                      <a:pt x="70" y="24"/>
                      <a:pt x="82" y="20"/>
                    </a:cubicBezTo>
                    <a:cubicBezTo>
                      <a:pt x="98" y="15"/>
                      <a:pt x="124" y="0"/>
                      <a:pt x="140" y="11"/>
                    </a:cubicBezTo>
                    <a:cubicBezTo>
                      <a:pt x="137" y="14"/>
                      <a:pt x="135" y="18"/>
                      <a:pt x="132" y="21"/>
                    </a:cubicBezTo>
                    <a:cubicBezTo>
                      <a:pt x="127" y="27"/>
                      <a:pt x="121" y="32"/>
                      <a:pt x="115" y="35"/>
                    </a:cubicBezTo>
                    <a:cubicBezTo>
                      <a:pt x="105" y="41"/>
                      <a:pt x="86" y="49"/>
                      <a:pt x="75" y="51"/>
                    </a:cubicBezTo>
                    <a:cubicBezTo>
                      <a:pt x="80" y="48"/>
                      <a:pt x="89" y="41"/>
                      <a:pt x="88" y="37"/>
                    </a:cubicBezTo>
                    <a:cubicBezTo>
                      <a:pt x="86" y="33"/>
                      <a:pt x="72" y="34"/>
                      <a:pt x="61" y="33"/>
                    </a:cubicBezTo>
                    <a:cubicBezTo>
                      <a:pt x="53" y="32"/>
                      <a:pt x="9" y="25"/>
                      <a:pt x="0" y="17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06" name="Freeform 52">
                <a:extLst>
                  <a:ext uri="{FF2B5EF4-FFF2-40B4-BE49-F238E27FC236}">
                    <a16:creationId xmlns:a16="http://schemas.microsoft.com/office/drawing/2014/main" id="{BD559C65-146C-4E6C-A8EE-6B75090C1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3240"/>
                <a:ext cx="280" cy="88"/>
              </a:xfrm>
              <a:custGeom>
                <a:avLst/>
                <a:gdLst>
                  <a:gd name="T0" fmla="*/ 0 w 112"/>
                  <a:gd name="T1" fmla="*/ 21 h 33"/>
                  <a:gd name="T2" fmla="*/ 1345 w 112"/>
                  <a:gd name="T3" fmla="*/ 477 h 33"/>
                  <a:gd name="T4" fmla="*/ 1750 w 112"/>
                  <a:gd name="T5" fmla="*/ 205 h 33"/>
                  <a:gd name="T6" fmla="*/ 1050 w 112"/>
                  <a:gd name="T7" fmla="*/ 0 h 33"/>
                  <a:gd name="T8" fmla="*/ 0 w 112"/>
                  <a:gd name="T9" fmla="*/ 2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33">
                    <a:moveTo>
                      <a:pt x="0" y="1"/>
                    </a:moveTo>
                    <a:cubicBezTo>
                      <a:pt x="15" y="21"/>
                      <a:pt x="62" y="33"/>
                      <a:pt x="86" y="25"/>
                    </a:cubicBezTo>
                    <a:cubicBezTo>
                      <a:pt x="110" y="18"/>
                      <a:pt x="112" y="11"/>
                      <a:pt x="112" y="11"/>
                    </a:cubicBezTo>
                    <a:cubicBezTo>
                      <a:pt x="104" y="12"/>
                      <a:pt x="75" y="11"/>
                      <a:pt x="67" y="0"/>
                    </a:cubicBezTo>
                    <a:cubicBezTo>
                      <a:pt x="71" y="9"/>
                      <a:pt x="58" y="31"/>
                      <a:pt x="0" y="1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07" name="Freeform 53">
                <a:extLst>
                  <a:ext uri="{FF2B5EF4-FFF2-40B4-BE49-F238E27FC236}">
                    <a16:creationId xmlns:a16="http://schemas.microsoft.com/office/drawing/2014/main" id="{56529377-DB8D-4136-84F0-86902FB47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171"/>
                <a:ext cx="123" cy="64"/>
              </a:xfrm>
              <a:custGeom>
                <a:avLst/>
                <a:gdLst>
                  <a:gd name="T0" fmla="*/ 50 w 49"/>
                  <a:gd name="T1" fmla="*/ 136 h 24"/>
                  <a:gd name="T2" fmla="*/ 208 w 49"/>
                  <a:gd name="T3" fmla="*/ 0 h 24"/>
                  <a:gd name="T4" fmla="*/ 379 w 49"/>
                  <a:gd name="T5" fmla="*/ 35 h 24"/>
                  <a:gd name="T6" fmla="*/ 743 w 49"/>
                  <a:gd name="T7" fmla="*/ 21 h 24"/>
                  <a:gd name="T8" fmla="*/ 776 w 49"/>
                  <a:gd name="T9" fmla="*/ 171 h 24"/>
                  <a:gd name="T10" fmla="*/ 316 w 49"/>
                  <a:gd name="T11" fmla="*/ 456 h 24"/>
                  <a:gd name="T12" fmla="*/ 95 w 49"/>
                  <a:gd name="T13" fmla="*/ 13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24">
                    <a:moveTo>
                      <a:pt x="3" y="7"/>
                    </a:moveTo>
                    <a:cubicBezTo>
                      <a:pt x="8" y="3"/>
                      <a:pt x="6" y="0"/>
                      <a:pt x="13" y="0"/>
                    </a:cubicBezTo>
                    <a:cubicBezTo>
                      <a:pt x="16" y="0"/>
                      <a:pt x="21" y="2"/>
                      <a:pt x="24" y="2"/>
                    </a:cubicBezTo>
                    <a:cubicBezTo>
                      <a:pt x="32" y="3"/>
                      <a:pt x="40" y="4"/>
                      <a:pt x="47" y="1"/>
                    </a:cubicBezTo>
                    <a:cubicBezTo>
                      <a:pt x="47" y="3"/>
                      <a:pt x="48" y="6"/>
                      <a:pt x="49" y="9"/>
                    </a:cubicBezTo>
                    <a:cubicBezTo>
                      <a:pt x="38" y="3"/>
                      <a:pt x="16" y="8"/>
                      <a:pt x="20" y="24"/>
                    </a:cubicBezTo>
                    <a:cubicBezTo>
                      <a:pt x="16" y="23"/>
                      <a:pt x="0" y="12"/>
                      <a:pt x="6" y="7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08" name="Freeform 54">
                <a:extLst>
                  <a:ext uri="{FF2B5EF4-FFF2-40B4-BE49-F238E27FC236}">
                    <a16:creationId xmlns:a16="http://schemas.microsoft.com/office/drawing/2014/main" id="{2F26B458-83AF-411B-A90A-7EAF39B12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475"/>
                <a:ext cx="145" cy="536"/>
              </a:xfrm>
              <a:custGeom>
                <a:avLst/>
                <a:gdLst>
                  <a:gd name="T0" fmla="*/ 63 w 58"/>
                  <a:gd name="T1" fmla="*/ 0 h 201"/>
                  <a:gd name="T2" fmla="*/ 158 w 58"/>
                  <a:gd name="T3" fmla="*/ 491 h 201"/>
                  <a:gd name="T4" fmla="*/ 208 w 58"/>
                  <a:gd name="T5" fmla="*/ 968 h 201"/>
                  <a:gd name="T6" fmla="*/ 363 w 58"/>
                  <a:gd name="T7" fmla="*/ 1912 h 201"/>
                  <a:gd name="T8" fmla="*/ 270 w 58"/>
                  <a:gd name="T9" fmla="*/ 2824 h 201"/>
                  <a:gd name="T10" fmla="*/ 908 w 58"/>
                  <a:gd name="T11" fmla="*/ 3208 h 201"/>
                  <a:gd name="T12" fmla="*/ 408 w 58"/>
                  <a:gd name="T13" fmla="*/ 3811 h 201"/>
                  <a:gd name="T14" fmla="*/ 333 w 58"/>
                  <a:gd name="T15" fmla="*/ 3528 h 201"/>
                  <a:gd name="T16" fmla="*/ 145 w 58"/>
                  <a:gd name="T17" fmla="*/ 3149 h 201"/>
                  <a:gd name="T18" fmla="*/ 158 w 58"/>
                  <a:gd name="T19" fmla="*/ 2083 h 201"/>
                  <a:gd name="T20" fmla="*/ 63 w 58"/>
                  <a:gd name="T21" fmla="*/ 1003 h 201"/>
                  <a:gd name="T22" fmla="*/ 83 w 58"/>
                  <a:gd name="T23" fmla="*/ 93 h 2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201">
                    <a:moveTo>
                      <a:pt x="4" y="0"/>
                    </a:moveTo>
                    <a:cubicBezTo>
                      <a:pt x="6" y="9"/>
                      <a:pt x="10" y="17"/>
                      <a:pt x="10" y="26"/>
                    </a:cubicBezTo>
                    <a:cubicBezTo>
                      <a:pt x="10" y="34"/>
                      <a:pt x="10" y="43"/>
                      <a:pt x="13" y="51"/>
                    </a:cubicBezTo>
                    <a:cubicBezTo>
                      <a:pt x="18" y="68"/>
                      <a:pt x="26" y="83"/>
                      <a:pt x="23" y="101"/>
                    </a:cubicBezTo>
                    <a:cubicBezTo>
                      <a:pt x="20" y="117"/>
                      <a:pt x="9" y="133"/>
                      <a:pt x="17" y="149"/>
                    </a:cubicBezTo>
                    <a:cubicBezTo>
                      <a:pt x="24" y="163"/>
                      <a:pt x="43" y="172"/>
                      <a:pt x="58" y="169"/>
                    </a:cubicBezTo>
                    <a:cubicBezTo>
                      <a:pt x="48" y="179"/>
                      <a:pt x="38" y="193"/>
                      <a:pt x="26" y="201"/>
                    </a:cubicBezTo>
                    <a:cubicBezTo>
                      <a:pt x="29" y="194"/>
                      <a:pt x="24" y="191"/>
                      <a:pt x="21" y="186"/>
                    </a:cubicBezTo>
                    <a:cubicBezTo>
                      <a:pt x="16" y="180"/>
                      <a:pt x="12" y="174"/>
                      <a:pt x="9" y="166"/>
                    </a:cubicBezTo>
                    <a:cubicBezTo>
                      <a:pt x="1" y="145"/>
                      <a:pt x="4" y="130"/>
                      <a:pt x="10" y="110"/>
                    </a:cubicBezTo>
                    <a:cubicBezTo>
                      <a:pt x="16" y="89"/>
                      <a:pt x="9" y="72"/>
                      <a:pt x="4" y="53"/>
                    </a:cubicBezTo>
                    <a:cubicBezTo>
                      <a:pt x="0" y="37"/>
                      <a:pt x="10" y="20"/>
                      <a:pt x="5" y="5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09" name="Freeform 55">
                <a:extLst>
                  <a:ext uri="{FF2B5EF4-FFF2-40B4-BE49-F238E27FC236}">
                    <a16:creationId xmlns:a16="http://schemas.microsoft.com/office/drawing/2014/main" id="{E6F5DE77-BADF-4473-975E-201665EA5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925"/>
                <a:ext cx="60" cy="64"/>
              </a:xfrm>
              <a:custGeom>
                <a:avLst/>
                <a:gdLst>
                  <a:gd name="T0" fmla="*/ 0 w 24"/>
                  <a:gd name="T1" fmla="*/ 21 h 24"/>
                  <a:gd name="T2" fmla="*/ 113 w 24"/>
                  <a:gd name="T3" fmla="*/ 456 h 24"/>
                  <a:gd name="T4" fmla="*/ 375 w 24"/>
                  <a:gd name="T5" fmla="*/ 35 h 24"/>
                  <a:gd name="T6" fmla="*/ 145 w 24"/>
                  <a:gd name="T7" fmla="*/ 2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4">
                    <a:moveTo>
                      <a:pt x="0" y="1"/>
                    </a:moveTo>
                    <a:cubicBezTo>
                      <a:pt x="7" y="6"/>
                      <a:pt x="8" y="17"/>
                      <a:pt x="7" y="24"/>
                    </a:cubicBezTo>
                    <a:cubicBezTo>
                      <a:pt x="9" y="16"/>
                      <a:pt x="19" y="10"/>
                      <a:pt x="24" y="2"/>
                    </a:cubicBezTo>
                    <a:cubicBezTo>
                      <a:pt x="20" y="0"/>
                      <a:pt x="13" y="0"/>
                      <a:pt x="9" y="1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10" name="Freeform 56">
                <a:extLst>
                  <a:ext uri="{FF2B5EF4-FFF2-40B4-BE49-F238E27FC236}">
                    <a16:creationId xmlns:a16="http://schemas.microsoft.com/office/drawing/2014/main" id="{D05C3654-1DEF-450E-B86C-FAAD7823D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325"/>
                <a:ext cx="68" cy="176"/>
              </a:xfrm>
              <a:custGeom>
                <a:avLst/>
                <a:gdLst>
                  <a:gd name="T0" fmla="*/ 179 w 27"/>
                  <a:gd name="T1" fmla="*/ 285 h 66"/>
                  <a:gd name="T2" fmla="*/ 254 w 27"/>
                  <a:gd name="T3" fmla="*/ 683 h 66"/>
                  <a:gd name="T4" fmla="*/ 431 w 27"/>
                  <a:gd name="T5" fmla="*/ 1003 h 66"/>
                  <a:gd name="T6" fmla="*/ 0 w 27"/>
                  <a:gd name="T7" fmla="*/ 1251 h 66"/>
                  <a:gd name="T8" fmla="*/ 126 w 27"/>
                  <a:gd name="T9" fmla="*/ 797 h 66"/>
                  <a:gd name="T10" fmla="*/ 159 w 27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6">
                    <a:moveTo>
                      <a:pt x="11" y="15"/>
                    </a:moveTo>
                    <a:cubicBezTo>
                      <a:pt x="13" y="22"/>
                      <a:pt x="13" y="29"/>
                      <a:pt x="16" y="36"/>
                    </a:cubicBezTo>
                    <a:cubicBezTo>
                      <a:pt x="19" y="42"/>
                      <a:pt x="21" y="49"/>
                      <a:pt x="27" y="53"/>
                    </a:cubicBezTo>
                    <a:cubicBezTo>
                      <a:pt x="18" y="55"/>
                      <a:pt x="8" y="60"/>
                      <a:pt x="0" y="66"/>
                    </a:cubicBezTo>
                    <a:cubicBezTo>
                      <a:pt x="5" y="59"/>
                      <a:pt x="8" y="51"/>
                      <a:pt x="8" y="42"/>
                    </a:cubicBezTo>
                    <a:cubicBezTo>
                      <a:pt x="7" y="31"/>
                      <a:pt x="1" y="9"/>
                      <a:pt x="10" y="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11" name="Freeform 57">
                <a:extLst>
                  <a:ext uri="{FF2B5EF4-FFF2-40B4-BE49-F238E27FC236}">
                    <a16:creationId xmlns:a16="http://schemas.microsoft.com/office/drawing/2014/main" id="{A381E17B-1AA6-4818-9F41-4DDFD680C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189"/>
                <a:ext cx="175" cy="216"/>
              </a:xfrm>
              <a:custGeom>
                <a:avLst/>
                <a:gdLst>
                  <a:gd name="T0" fmla="*/ 125 w 70"/>
                  <a:gd name="T1" fmla="*/ 1195 h 81"/>
                  <a:gd name="T2" fmla="*/ 283 w 70"/>
                  <a:gd name="T3" fmla="*/ 760 h 81"/>
                  <a:gd name="T4" fmla="*/ 425 w 70"/>
                  <a:gd name="T5" fmla="*/ 627 h 81"/>
                  <a:gd name="T6" fmla="*/ 470 w 70"/>
                  <a:gd name="T7" fmla="*/ 397 h 81"/>
                  <a:gd name="T8" fmla="*/ 1095 w 70"/>
                  <a:gd name="T9" fmla="*/ 605 h 81"/>
                  <a:gd name="T10" fmla="*/ 813 w 70"/>
                  <a:gd name="T11" fmla="*/ 136 h 81"/>
                  <a:gd name="T12" fmla="*/ 345 w 70"/>
                  <a:gd name="T13" fmla="*/ 149 h 81"/>
                  <a:gd name="T14" fmla="*/ 175 w 70"/>
                  <a:gd name="T15" fmla="*/ 1536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81">
                    <a:moveTo>
                      <a:pt x="8" y="63"/>
                    </a:moveTo>
                    <a:cubicBezTo>
                      <a:pt x="6" y="54"/>
                      <a:pt x="12" y="45"/>
                      <a:pt x="18" y="40"/>
                    </a:cubicBezTo>
                    <a:cubicBezTo>
                      <a:pt x="20" y="37"/>
                      <a:pt x="25" y="36"/>
                      <a:pt x="27" y="33"/>
                    </a:cubicBezTo>
                    <a:cubicBezTo>
                      <a:pt x="29" y="30"/>
                      <a:pt x="29" y="25"/>
                      <a:pt x="30" y="21"/>
                    </a:cubicBezTo>
                    <a:cubicBezTo>
                      <a:pt x="41" y="0"/>
                      <a:pt x="61" y="22"/>
                      <a:pt x="70" y="32"/>
                    </a:cubicBezTo>
                    <a:cubicBezTo>
                      <a:pt x="64" y="23"/>
                      <a:pt x="62" y="13"/>
                      <a:pt x="52" y="7"/>
                    </a:cubicBezTo>
                    <a:cubicBezTo>
                      <a:pt x="42" y="0"/>
                      <a:pt x="31" y="1"/>
                      <a:pt x="22" y="8"/>
                    </a:cubicBezTo>
                    <a:cubicBezTo>
                      <a:pt x="2" y="25"/>
                      <a:pt x="0" y="75"/>
                      <a:pt x="11" y="81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12" name="Freeform 58">
                <a:extLst>
                  <a:ext uri="{FF2B5EF4-FFF2-40B4-BE49-F238E27FC236}">
                    <a16:creationId xmlns:a16="http://schemas.microsoft.com/office/drawing/2014/main" id="{ED2CB7AD-ED95-4AF9-B35C-186973A76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309"/>
                <a:ext cx="325" cy="144"/>
              </a:xfrm>
              <a:custGeom>
                <a:avLst/>
                <a:gdLst>
                  <a:gd name="T0" fmla="*/ 0 w 130"/>
                  <a:gd name="T1" fmla="*/ 307 h 54"/>
                  <a:gd name="T2" fmla="*/ 1720 w 130"/>
                  <a:gd name="T3" fmla="*/ 533 h 54"/>
                  <a:gd name="T4" fmla="*/ 2033 w 130"/>
                  <a:gd name="T5" fmla="*/ 0 h 54"/>
                  <a:gd name="T6" fmla="*/ 1408 w 130"/>
                  <a:gd name="T7" fmla="*/ 491 h 54"/>
                  <a:gd name="T8" fmla="*/ 175 w 130"/>
                  <a:gd name="T9" fmla="*/ 376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54">
                    <a:moveTo>
                      <a:pt x="0" y="16"/>
                    </a:moveTo>
                    <a:cubicBezTo>
                      <a:pt x="17" y="30"/>
                      <a:pt x="65" y="54"/>
                      <a:pt x="110" y="28"/>
                    </a:cubicBezTo>
                    <a:cubicBezTo>
                      <a:pt x="112" y="25"/>
                      <a:pt x="124" y="4"/>
                      <a:pt x="130" y="0"/>
                    </a:cubicBezTo>
                    <a:cubicBezTo>
                      <a:pt x="112" y="10"/>
                      <a:pt x="112" y="20"/>
                      <a:pt x="90" y="26"/>
                    </a:cubicBezTo>
                    <a:cubicBezTo>
                      <a:pt x="41" y="38"/>
                      <a:pt x="26" y="24"/>
                      <a:pt x="11" y="2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13" name="Freeform 59">
                <a:extLst>
                  <a:ext uri="{FF2B5EF4-FFF2-40B4-BE49-F238E27FC236}">
                    <a16:creationId xmlns:a16="http://schemas.microsoft.com/office/drawing/2014/main" id="{6E54B753-0D37-4EB1-A61A-EF87AACB4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264"/>
                <a:ext cx="73" cy="264"/>
              </a:xfrm>
              <a:custGeom>
                <a:avLst/>
                <a:gdLst>
                  <a:gd name="T0" fmla="*/ 368 w 29"/>
                  <a:gd name="T1" fmla="*/ 0 h 99"/>
                  <a:gd name="T2" fmla="*/ 83 w 29"/>
                  <a:gd name="T3" fmla="*/ 1877 h 99"/>
                  <a:gd name="T4" fmla="*/ 0 w 29"/>
                  <a:gd name="T5" fmla="*/ 605 h 99"/>
                  <a:gd name="T6" fmla="*/ 272 w 29"/>
                  <a:gd name="T7" fmla="*/ 853 h 99"/>
                  <a:gd name="T8" fmla="*/ 368 w 29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9">
                    <a:moveTo>
                      <a:pt x="23" y="0"/>
                    </a:moveTo>
                    <a:cubicBezTo>
                      <a:pt x="26" y="25"/>
                      <a:pt x="29" y="68"/>
                      <a:pt x="5" y="99"/>
                    </a:cubicBezTo>
                    <a:cubicBezTo>
                      <a:pt x="6" y="93"/>
                      <a:pt x="12" y="58"/>
                      <a:pt x="0" y="32"/>
                    </a:cubicBezTo>
                    <a:cubicBezTo>
                      <a:pt x="6" y="47"/>
                      <a:pt x="13" y="50"/>
                      <a:pt x="17" y="45"/>
                    </a:cubicBezTo>
                    <a:cubicBezTo>
                      <a:pt x="21" y="39"/>
                      <a:pt x="26" y="13"/>
                      <a:pt x="23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14" name="Freeform 60">
                <a:extLst>
                  <a:ext uri="{FF2B5EF4-FFF2-40B4-BE49-F238E27FC236}">
                    <a16:creationId xmlns:a16="http://schemas.microsoft.com/office/drawing/2014/main" id="{0E6A4CE6-8960-4257-A900-83768762A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291"/>
                <a:ext cx="55" cy="61"/>
              </a:xfrm>
              <a:custGeom>
                <a:avLst/>
                <a:gdLst>
                  <a:gd name="T0" fmla="*/ 0 w 22"/>
                  <a:gd name="T1" fmla="*/ 430 h 23"/>
                  <a:gd name="T2" fmla="*/ 345 w 2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3">
                    <a:moveTo>
                      <a:pt x="0" y="23"/>
                    </a:moveTo>
                    <a:cubicBezTo>
                      <a:pt x="8" y="9"/>
                      <a:pt x="17" y="1"/>
                      <a:pt x="22" y="0"/>
                    </a:cubicBezTo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15" name="Freeform 61">
                <a:extLst>
                  <a:ext uri="{FF2B5EF4-FFF2-40B4-BE49-F238E27FC236}">
                    <a16:creationId xmlns:a16="http://schemas.microsoft.com/office/drawing/2014/main" id="{575698D7-CB76-4F63-8ADC-BAB9EFB1C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283"/>
                <a:ext cx="228" cy="48"/>
              </a:xfrm>
              <a:custGeom>
                <a:avLst/>
                <a:gdLst>
                  <a:gd name="T0" fmla="*/ 0 w 91"/>
                  <a:gd name="T1" fmla="*/ 227 h 18"/>
                  <a:gd name="T2" fmla="*/ 1431 w 91"/>
                  <a:gd name="T3" fmla="*/ 0 h 18"/>
                  <a:gd name="T4" fmla="*/ 0 w 91"/>
                  <a:gd name="T5" fmla="*/ 22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18">
                    <a:moveTo>
                      <a:pt x="0" y="12"/>
                    </a:moveTo>
                    <a:cubicBezTo>
                      <a:pt x="27" y="16"/>
                      <a:pt x="66" y="16"/>
                      <a:pt x="91" y="0"/>
                    </a:cubicBezTo>
                    <a:cubicBezTo>
                      <a:pt x="79" y="5"/>
                      <a:pt x="17" y="18"/>
                      <a:pt x="0" y="12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16" name="Freeform 62">
                <a:extLst>
                  <a:ext uri="{FF2B5EF4-FFF2-40B4-BE49-F238E27FC236}">
                    <a16:creationId xmlns:a16="http://schemas.microsoft.com/office/drawing/2014/main" id="{7ECD901F-A4B0-494F-A1DA-82BBDA615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104"/>
                <a:ext cx="130" cy="189"/>
              </a:xfrm>
              <a:custGeom>
                <a:avLst/>
                <a:gdLst>
                  <a:gd name="T0" fmla="*/ 813 w 52"/>
                  <a:gd name="T1" fmla="*/ 21 h 71"/>
                  <a:gd name="T2" fmla="*/ 0 w 52"/>
                  <a:gd name="T3" fmla="*/ 1339 h 71"/>
                  <a:gd name="T4" fmla="*/ 813 w 52"/>
                  <a:gd name="T5" fmla="*/ 21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71">
                    <a:moveTo>
                      <a:pt x="52" y="1"/>
                    </a:moveTo>
                    <a:cubicBezTo>
                      <a:pt x="32" y="0"/>
                      <a:pt x="1" y="2"/>
                      <a:pt x="0" y="71"/>
                    </a:cubicBezTo>
                    <a:cubicBezTo>
                      <a:pt x="5" y="43"/>
                      <a:pt x="15" y="4"/>
                      <a:pt x="52" y="1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17" name="Freeform 63">
                <a:extLst>
                  <a:ext uri="{FF2B5EF4-FFF2-40B4-BE49-F238E27FC236}">
                    <a16:creationId xmlns:a16="http://schemas.microsoft.com/office/drawing/2014/main" id="{A2F5C362-1762-47D8-9EE3-00DB7F769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517"/>
                <a:ext cx="33" cy="299"/>
              </a:xfrm>
              <a:custGeom>
                <a:avLst/>
                <a:gdLst>
                  <a:gd name="T0" fmla="*/ 213 w 13"/>
                  <a:gd name="T1" fmla="*/ 2130 h 112"/>
                  <a:gd name="T2" fmla="*/ 147 w 13"/>
                  <a:gd name="T3" fmla="*/ 0 h 112"/>
                  <a:gd name="T4" fmla="*/ 213 w 13"/>
                  <a:gd name="T5" fmla="*/ 213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2">
                    <a:moveTo>
                      <a:pt x="13" y="112"/>
                    </a:moveTo>
                    <a:cubicBezTo>
                      <a:pt x="0" y="64"/>
                      <a:pt x="5" y="19"/>
                      <a:pt x="9" y="0"/>
                    </a:cubicBezTo>
                    <a:cubicBezTo>
                      <a:pt x="7" y="15"/>
                      <a:pt x="7" y="78"/>
                      <a:pt x="13" y="112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18" name="Freeform 64">
                <a:extLst>
                  <a:ext uri="{FF2B5EF4-FFF2-40B4-BE49-F238E27FC236}">
                    <a16:creationId xmlns:a16="http://schemas.microsoft.com/office/drawing/2014/main" id="{2DC88C23-2FBD-428A-9CA7-4223C3813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547"/>
                <a:ext cx="40" cy="157"/>
              </a:xfrm>
              <a:custGeom>
                <a:avLst/>
                <a:gdLst>
                  <a:gd name="T0" fmla="*/ 145 w 16"/>
                  <a:gd name="T1" fmla="*/ 1112 h 59"/>
                  <a:gd name="T2" fmla="*/ 0 w 16"/>
                  <a:gd name="T3" fmla="*/ 546 h 59"/>
                  <a:gd name="T4" fmla="*/ 250 w 16"/>
                  <a:gd name="T5" fmla="*/ 0 h 59"/>
                  <a:gd name="T6" fmla="*/ 63 w 16"/>
                  <a:gd name="T7" fmla="*/ 567 h 59"/>
                  <a:gd name="T8" fmla="*/ 145 w 16"/>
                  <a:gd name="T9" fmla="*/ 111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9">
                    <a:moveTo>
                      <a:pt x="9" y="59"/>
                    </a:moveTo>
                    <a:cubicBezTo>
                      <a:pt x="8" y="53"/>
                      <a:pt x="1" y="41"/>
                      <a:pt x="0" y="29"/>
                    </a:cubicBezTo>
                    <a:cubicBezTo>
                      <a:pt x="0" y="18"/>
                      <a:pt x="3" y="8"/>
                      <a:pt x="16" y="0"/>
                    </a:cubicBezTo>
                    <a:cubicBezTo>
                      <a:pt x="10" y="7"/>
                      <a:pt x="4" y="19"/>
                      <a:pt x="4" y="30"/>
                    </a:cubicBezTo>
                    <a:cubicBezTo>
                      <a:pt x="4" y="41"/>
                      <a:pt x="7" y="53"/>
                      <a:pt x="9" y="59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19" name="Freeform 65">
                <a:extLst>
                  <a:ext uri="{FF2B5EF4-FFF2-40B4-BE49-F238E27FC236}">
                    <a16:creationId xmlns:a16="http://schemas.microsoft.com/office/drawing/2014/main" id="{E55BBA26-FF54-4374-A811-5937F499B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835"/>
                <a:ext cx="60" cy="114"/>
              </a:xfrm>
              <a:custGeom>
                <a:avLst/>
                <a:gdLst>
                  <a:gd name="T0" fmla="*/ 345 w 24"/>
                  <a:gd name="T1" fmla="*/ 801 h 43"/>
                  <a:gd name="T2" fmla="*/ 0 w 24"/>
                  <a:gd name="T3" fmla="*/ 0 h 43"/>
                  <a:gd name="T4" fmla="*/ 345 w 24"/>
                  <a:gd name="T5" fmla="*/ 80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3">
                    <a:moveTo>
                      <a:pt x="22" y="43"/>
                    </a:moveTo>
                    <a:cubicBezTo>
                      <a:pt x="19" y="29"/>
                      <a:pt x="12" y="11"/>
                      <a:pt x="0" y="0"/>
                    </a:cubicBezTo>
                    <a:cubicBezTo>
                      <a:pt x="10" y="3"/>
                      <a:pt x="24" y="21"/>
                      <a:pt x="22" y="43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20" name="Freeform 66">
                <a:extLst>
                  <a:ext uri="{FF2B5EF4-FFF2-40B4-BE49-F238E27FC236}">
                    <a16:creationId xmlns:a16="http://schemas.microsoft.com/office/drawing/2014/main" id="{39CD7C82-1D68-47C1-8ECA-FB6A22F4D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2603"/>
                <a:ext cx="520" cy="333"/>
              </a:xfrm>
              <a:custGeom>
                <a:avLst/>
                <a:gdLst>
                  <a:gd name="T0" fmla="*/ 188 w 208"/>
                  <a:gd name="T1" fmla="*/ 0 h 125"/>
                  <a:gd name="T2" fmla="*/ 313 w 208"/>
                  <a:gd name="T3" fmla="*/ 1305 h 125"/>
                  <a:gd name="T4" fmla="*/ 1645 w 208"/>
                  <a:gd name="T5" fmla="*/ 2307 h 125"/>
                  <a:gd name="T6" fmla="*/ 3250 w 208"/>
                  <a:gd name="T7" fmla="*/ 1510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8" h="125">
                    <a:moveTo>
                      <a:pt x="12" y="0"/>
                    </a:moveTo>
                    <a:cubicBezTo>
                      <a:pt x="3" y="19"/>
                      <a:pt x="0" y="38"/>
                      <a:pt x="20" y="69"/>
                    </a:cubicBezTo>
                    <a:cubicBezTo>
                      <a:pt x="41" y="101"/>
                      <a:pt x="59" y="118"/>
                      <a:pt x="105" y="122"/>
                    </a:cubicBezTo>
                    <a:cubicBezTo>
                      <a:pt x="150" y="125"/>
                      <a:pt x="180" y="107"/>
                      <a:pt x="208" y="80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21" name="Freeform 67">
                <a:extLst>
                  <a:ext uri="{FF2B5EF4-FFF2-40B4-BE49-F238E27FC236}">
                    <a16:creationId xmlns:a16="http://schemas.microsoft.com/office/drawing/2014/main" id="{020A1433-C50F-4BF2-99F1-FE7933906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837"/>
                <a:ext cx="905" cy="334"/>
              </a:xfrm>
              <a:custGeom>
                <a:avLst/>
                <a:gdLst>
                  <a:gd name="T0" fmla="*/ 0 w 362"/>
                  <a:gd name="T1" fmla="*/ 628 h 125"/>
                  <a:gd name="T2" fmla="*/ 958 w 362"/>
                  <a:gd name="T3" fmla="*/ 115 h 125"/>
                  <a:gd name="T4" fmla="*/ 1908 w 362"/>
                  <a:gd name="T5" fmla="*/ 1622 h 125"/>
                  <a:gd name="T6" fmla="*/ 3033 w 362"/>
                  <a:gd name="T7" fmla="*/ 1221 h 125"/>
                  <a:gd name="T8" fmla="*/ 3908 w 362"/>
                  <a:gd name="T9" fmla="*/ 1371 h 125"/>
                  <a:gd name="T10" fmla="*/ 5238 w 362"/>
                  <a:gd name="T11" fmla="*/ 729 h 125"/>
                  <a:gd name="T12" fmla="*/ 5500 w 362"/>
                  <a:gd name="T13" fmla="*/ 1870 h 125"/>
                  <a:gd name="T14" fmla="*/ 5563 w 362"/>
                  <a:gd name="T15" fmla="*/ 2362 h 1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2" h="125">
                    <a:moveTo>
                      <a:pt x="0" y="33"/>
                    </a:moveTo>
                    <a:cubicBezTo>
                      <a:pt x="18" y="13"/>
                      <a:pt x="37" y="0"/>
                      <a:pt x="61" y="6"/>
                    </a:cubicBezTo>
                    <a:cubicBezTo>
                      <a:pt x="118" y="20"/>
                      <a:pt x="93" y="81"/>
                      <a:pt x="122" y="85"/>
                    </a:cubicBezTo>
                    <a:cubicBezTo>
                      <a:pt x="151" y="89"/>
                      <a:pt x="171" y="60"/>
                      <a:pt x="194" y="64"/>
                    </a:cubicBezTo>
                    <a:cubicBezTo>
                      <a:pt x="218" y="67"/>
                      <a:pt x="225" y="79"/>
                      <a:pt x="250" y="72"/>
                    </a:cubicBezTo>
                    <a:cubicBezTo>
                      <a:pt x="275" y="66"/>
                      <a:pt x="308" y="29"/>
                      <a:pt x="335" y="38"/>
                    </a:cubicBezTo>
                    <a:cubicBezTo>
                      <a:pt x="362" y="48"/>
                      <a:pt x="358" y="79"/>
                      <a:pt x="352" y="98"/>
                    </a:cubicBezTo>
                    <a:cubicBezTo>
                      <a:pt x="346" y="117"/>
                      <a:pt x="347" y="125"/>
                      <a:pt x="356" y="124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22" name="Freeform 68">
                <a:extLst>
                  <a:ext uri="{FF2B5EF4-FFF2-40B4-BE49-F238E27FC236}">
                    <a16:creationId xmlns:a16="http://schemas.microsoft.com/office/drawing/2014/main" id="{9544CA24-3394-4837-BC53-782A26030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043"/>
                <a:ext cx="95" cy="85"/>
              </a:xfrm>
              <a:custGeom>
                <a:avLst/>
                <a:gdLst>
                  <a:gd name="T0" fmla="*/ 363 w 38"/>
                  <a:gd name="T1" fmla="*/ 0 h 32"/>
                  <a:gd name="T2" fmla="*/ 0 w 38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2">
                    <a:moveTo>
                      <a:pt x="23" y="0"/>
                    </a:moveTo>
                    <a:cubicBezTo>
                      <a:pt x="38" y="8"/>
                      <a:pt x="7" y="21"/>
                      <a:pt x="0" y="32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23" name="Freeform 69">
                <a:extLst>
                  <a:ext uri="{FF2B5EF4-FFF2-40B4-BE49-F238E27FC236}">
                    <a16:creationId xmlns:a16="http://schemas.microsoft.com/office/drawing/2014/main" id="{CFB23FA5-C764-47E9-8EC5-F1269C54B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955"/>
                <a:ext cx="38" cy="77"/>
              </a:xfrm>
              <a:custGeom>
                <a:avLst/>
                <a:gdLst>
                  <a:gd name="T0" fmla="*/ 0 w 15"/>
                  <a:gd name="T1" fmla="*/ 56 h 29"/>
                  <a:gd name="T2" fmla="*/ 147 w 15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9">
                    <a:moveTo>
                      <a:pt x="0" y="3"/>
                    </a:moveTo>
                    <a:cubicBezTo>
                      <a:pt x="15" y="0"/>
                      <a:pt x="9" y="18"/>
                      <a:pt x="9" y="29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24" name="Freeform 70">
                <a:extLst>
                  <a:ext uri="{FF2B5EF4-FFF2-40B4-BE49-F238E27FC236}">
                    <a16:creationId xmlns:a16="http://schemas.microsoft.com/office/drawing/2014/main" id="{4860FBEF-AFFE-4679-9E1A-F198DDA9B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568"/>
                <a:ext cx="347" cy="189"/>
              </a:xfrm>
              <a:custGeom>
                <a:avLst/>
                <a:gdLst>
                  <a:gd name="T0" fmla="*/ 2162 w 139"/>
                  <a:gd name="T1" fmla="*/ 886 h 71"/>
                  <a:gd name="T2" fmla="*/ 1495 w 139"/>
                  <a:gd name="T3" fmla="*/ 1318 h 71"/>
                  <a:gd name="T4" fmla="*/ 512 w 139"/>
                  <a:gd name="T5" fmla="*/ 977 h 71"/>
                  <a:gd name="T6" fmla="*/ 0 w 139"/>
                  <a:gd name="T7" fmla="*/ 149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9" h="71">
                    <a:moveTo>
                      <a:pt x="139" y="47"/>
                    </a:moveTo>
                    <a:cubicBezTo>
                      <a:pt x="134" y="55"/>
                      <a:pt x="121" y="68"/>
                      <a:pt x="96" y="70"/>
                    </a:cubicBezTo>
                    <a:cubicBezTo>
                      <a:pt x="71" y="71"/>
                      <a:pt x="40" y="64"/>
                      <a:pt x="33" y="52"/>
                    </a:cubicBezTo>
                    <a:cubicBezTo>
                      <a:pt x="26" y="40"/>
                      <a:pt x="7" y="0"/>
                      <a:pt x="0" y="8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25" name="Freeform 71">
                <a:extLst>
                  <a:ext uri="{FF2B5EF4-FFF2-40B4-BE49-F238E27FC236}">
                    <a16:creationId xmlns:a16="http://schemas.microsoft.com/office/drawing/2014/main" id="{8837ED53-52A4-4754-B00E-E03D1D178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728"/>
                <a:ext cx="180" cy="136"/>
              </a:xfrm>
              <a:custGeom>
                <a:avLst/>
                <a:gdLst>
                  <a:gd name="T0" fmla="*/ 1125 w 72"/>
                  <a:gd name="T1" fmla="*/ 35 h 51"/>
                  <a:gd name="T2" fmla="*/ 270 w 72"/>
                  <a:gd name="T3" fmla="*/ 683 h 51"/>
                  <a:gd name="T4" fmla="*/ 0 w 72"/>
                  <a:gd name="T5" fmla="*/ 832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51">
                    <a:moveTo>
                      <a:pt x="72" y="2"/>
                    </a:moveTo>
                    <a:cubicBezTo>
                      <a:pt x="42" y="0"/>
                      <a:pt x="27" y="20"/>
                      <a:pt x="17" y="36"/>
                    </a:cubicBezTo>
                    <a:cubicBezTo>
                      <a:pt x="7" y="51"/>
                      <a:pt x="0" y="48"/>
                      <a:pt x="0" y="44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26" name="Freeform 72">
                <a:extLst>
                  <a:ext uri="{FF2B5EF4-FFF2-40B4-BE49-F238E27FC236}">
                    <a16:creationId xmlns:a16="http://schemas.microsoft.com/office/drawing/2014/main" id="{62D4A458-AF8A-4AFA-9B3E-900A66BE8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752"/>
                <a:ext cx="183" cy="125"/>
              </a:xfrm>
              <a:custGeom>
                <a:avLst/>
                <a:gdLst>
                  <a:gd name="T0" fmla="*/ 0 w 73"/>
                  <a:gd name="T1" fmla="*/ 0 h 47"/>
                  <a:gd name="T2" fmla="*/ 772 w 73"/>
                  <a:gd name="T3" fmla="*/ 737 h 47"/>
                  <a:gd name="T4" fmla="*/ 1151 w 73"/>
                  <a:gd name="T5" fmla="*/ 848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47">
                    <a:moveTo>
                      <a:pt x="0" y="0"/>
                    </a:moveTo>
                    <a:cubicBezTo>
                      <a:pt x="18" y="5"/>
                      <a:pt x="34" y="32"/>
                      <a:pt x="49" y="39"/>
                    </a:cubicBezTo>
                    <a:cubicBezTo>
                      <a:pt x="65" y="47"/>
                      <a:pt x="73" y="45"/>
                      <a:pt x="73" y="45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27" name="Freeform 73">
                <a:extLst>
                  <a:ext uri="{FF2B5EF4-FFF2-40B4-BE49-F238E27FC236}">
                    <a16:creationId xmlns:a16="http://schemas.microsoft.com/office/drawing/2014/main" id="{AD44F98C-636F-4E58-B236-063B16FCA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288"/>
                <a:ext cx="117" cy="387"/>
              </a:xfrm>
              <a:custGeom>
                <a:avLst/>
                <a:gdLst>
                  <a:gd name="T0" fmla="*/ 229 w 47"/>
                  <a:gd name="T1" fmla="*/ 2757 h 145"/>
                  <a:gd name="T2" fmla="*/ 371 w 47"/>
                  <a:gd name="T3" fmla="*/ 2108 h 145"/>
                  <a:gd name="T4" fmla="*/ 632 w 47"/>
                  <a:gd name="T5" fmla="*/ 1025 h 145"/>
                  <a:gd name="T6" fmla="*/ 724 w 47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45">
                    <a:moveTo>
                      <a:pt x="15" y="145"/>
                    </a:moveTo>
                    <a:cubicBezTo>
                      <a:pt x="0" y="134"/>
                      <a:pt x="15" y="122"/>
                      <a:pt x="24" y="111"/>
                    </a:cubicBezTo>
                    <a:cubicBezTo>
                      <a:pt x="41" y="87"/>
                      <a:pt x="43" y="73"/>
                      <a:pt x="41" y="54"/>
                    </a:cubicBezTo>
                    <a:cubicBezTo>
                      <a:pt x="39" y="34"/>
                      <a:pt x="44" y="8"/>
                      <a:pt x="47" y="0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28" name="Freeform 74">
                <a:extLst>
                  <a:ext uri="{FF2B5EF4-FFF2-40B4-BE49-F238E27FC236}">
                    <a16:creationId xmlns:a16="http://schemas.microsoft.com/office/drawing/2014/main" id="{654EC132-8B77-436D-95B8-03CE8370F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965"/>
                <a:ext cx="143" cy="83"/>
              </a:xfrm>
              <a:custGeom>
                <a:avLst/>
                <a:gdLst>
                  <a:gd name="T0" fmla="*/ 0 w 57"/>
                  <a:gd name="T1" fmla="*/ 0 h 31"/>
                  <a:gd name="T2" fmla="*/ 901 w 57"/>
                  <a:gd name="T3" fmla="*/ 51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1">
                    <a:moveTo>
                      <a:pt x="0" y="0"/>
                    </a:moveTo>
                    <a:cubicBezTo>
                      <a:pt x="9" y="17"/>
                      <a:pt x="21" y="31"/>
                      <a:pt x="57" y="27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29" name="Freeform 75">
                <a:extLst>
                  <a:ext uri="{FF2B5EF4-FFF2-40B4-BE49-F238E27FC236}">
                    <a16:creationId xmlns:a16="http://schemas.microsoft.com/office/drawing/2014/main" id="{8207E2A0-DB8C-4BCE-8A9B-FD00AAC99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643"/>
                <a:ext cx="18" cy="109"/>
              </a:xfrm>
              <a:custGeom>
                <a:avLst/>
                <a:gdLst>
                  <a:gd name="T0" fmla="*/ 67 w 7"/>
                  <a:gd name="T1" fmla="*/ 0 h 41"/>
                  <a:gd name="T2" fmla="*/ 85 w 7"/>
                  <a:gd name="T3" fmla="*/ 452 h 41"/>
                  <a:gd name="T4" fmla="*/ 0 w 7"/>
                  <a:gd name="T5" fmla="*/ 77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1">
                    <a:moveTo>
                      <a:pt x="4" y="0"/>
                    </a:moveTo>
                    <a:cubicBezTo>
                      <a:pt x="4" y="8"/>
                      <a:pt x="7" y="16"/>
                      <a:pt x="5" y="24"/>
                    </a:cubicBezTo>
                    <a:cubicBezTo>
                      <a:pt x="3" y="33"/>
                      <a:pt x="0" y="41"/>
                      <a:pt x="0" y="41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30" name="Freeform 76">
                <a:extLst>
                  <a:ext uri="{FF2B5EF4-FFF2-40B4-BE49-F238E27FC236}">
                    <a16:creationId xmlns:a16="http://schemas.microsoft.com/office/drawing/2014/main" id="{AFB1E8B9-6338-4648-92E8-A59081728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523"/>
                <a:ext cx="77" cy="90"/>
              </a:xfrm>
              <a:custGeom>
                <a:avLst/>
                <a:gdLst>
                  <a:gd name="T0" fmla="*/ 0 w 31"/>
                  <a:gd name="T1" fmla="*/ 294 h 34"/>
                  <a:gd name="T2" fmla="*/ 474 w 31"/>
                  <a:gd name="T3" fmla="*/ 0 h 34"/>
                  <a:gd name="T4" fmla="*/ 124 w 31"/>
                  <a:gd name="T5" fmla="*/ 63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4">
                    <a:moveTo>
                      <a:pt x="0" y="16"/>
                    </a:moveTo>
                    <a:cubicBezTo>
                      <a:pt x="6" y="19"/>
                      <a:pt x="25" y="6"/>
                      <a:pt x="31" y="0"/>
                    </a:cubicBezTo>
                    <a:cubicBezTo>
                      <a:pt x="21" y="9"/>
                      <a:pt x="8" y="20"/>
                      <a:pt x="8" y="34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31" name="Freeform 77">
                <a:extLst>
                  <a:ext uri="{FF2B5EF4-FFF2-40B4-BE49-F238E27FC236}">
                    <a16:creationId xmlns:a16="http://schemas.microsoft.com/office/drawing/2014/main" id="{BFFF1BF8-9A29-4675-823E-359B94E26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693"/>
                <a:ext cx="187" cy="184"/>
              </a:xfrm>
              <a:custGeom>
                <a:avLst/>
                <a:gdLst>
                  <a:gd name="T0" fmla="*/ 1149 w 75"/>
                  <a:gd name="T1" fmla="*/ 1272 h 69"/>
                  <a:gd name="T2" fmla="*/ 778 w 75"/>
                  <a:gd name="T3" fmla="*/ 1160 h 69"/>
                  <a:gd name="T4" fmla="*/ 12 w 75"/>
                  <a:gd name="T5" fmla="*/ 419 h 69"/>
                  <a:gd name="T6" fmla="*/ 0 w 75"/>
                  <a:gd name="T7" fmla="*/ 419 h 69"/>
                  <a:gd name="T8" fmla="*/ 541 w 75"/>
                  <a:gd name="T9" fmla="*/ 0 h 69"/>
                  <a:gd name="T10" fmla="*/ 541 w 75"/>
                  <a:gd name="T11" fmla="*/ 0 h 69"/>
                  <a:gd name="T12" fmla="*/ 758 w 75"/>
                  <a:gd name="T13" fmla="*/ 661 h 69"/>
                  <a:gd name="T14" fmla="*/ 1162 w 75"/>
                  <a:gd name="T15" fmla="*/ 1272 h 69"/>
                  <a:gd name="T16" fmla="*/ 1149 w 75"/>
                  <a:gd name="T17" fmla="*/ 1272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69">
                    <a:moveTo>
                      <a:pt x="74" y="67"/>
                    </a:moveTo>
                    <a:cubicBezTo>
                      <a:pt x="74" y="67"/>
                      <a:pt x="66" y="69"/>
                      <a:pt x="50" y="61"/>
                    </a:cubicBezTo>
                    <a:cubicBezTo>
                      <a:pt x="35" y="54"/>
                      <a:pt x="19" y="27"/>
                      <a:pt x="1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9" y="18"/>
                      <a:pt x="30" y="7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10"/>
                      <a:pt x="40" y="21"/>
                      <a:pt x="49" y="35"/>
                    </a:cubicBezTo>
                    <a:cubicBezTo>
                      <a:pt x="58" y="48"/>
                      <a:pt x="66" y="59"/>
                      <a:pt x="75" y="67"/>
                    </a:cubicBezTo>
                    <a:lnTo>
                      <a:pt x="74" y="67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32" name="Freeform 78">
                <a:extLst>
                  <a:ext uri="{FF2B5EF4-FFF2-40B4-BE49-F238E27FC236}">
                    <a16:creationId xmlns:a16="http://schemas.microsoft.com/office/drawing/2014/main" id="{82583AB0-DCA0-43D1-BB4D-828AD947C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965"/>
                <a:ext cx="145" cy="104"/>
              </a:xfrm>
              <a:custGeom>
                <a:avLst/>
                <a:gdLst>
                  <a:gd name="T0" fmla="*/ 895 w 58"/>
                  <a:gd name="T1" fmla="*/ 512 h 39"/>
                  <a:gd name="T2" fmla="*/ 0 w 58"/>
                  <a:gd name="T3" fmla="*/ 0 h 39"/>
                  <a:gd name="T4" fmla="*/ 0 w 58"/>
                  <a:gd name="T5" fmla="*/ 0 h 39"/>
                  <a:gd name="T6" fmla="*/ 313 w 58"/>
                  <a:gd name="T7" fmla="*/ 704 h 39"/>
                  <a:gd name="T8" fmla="*/ 908 w 58"/>
                  <a:gd name="T9" fmla="*/ 512 h 39"/>
                  <a:gd name="T10" fmla="*/ 895 w 58"/>
                  <a:gd name="T11" fmla="*/ 512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9">
                    <a:moveTo>
                      <a:pt x="57" y="27"/>
                    </a:moveTo>
                    <a:cubicBezTo>
                      <a:pt x="21" y="31"/>
                      <a:pt x="9" y="1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18"/>
                      <a:pt x="5" y="35"/>
                      <a:pt x="20" y="37"/>
                    </a:cubicBezTo>
                    <a:cubicBezTo>
                      <a:pt x="34" y="39"/>
                      <a:pt x="46" y="33"/>
                      <a:pt x="58" y="27"/>
                    </a:cubicBezTo>
                    <a:lnTo>
                      <a:pt x="57" y="27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33" name="Freeform 79">
                <a:extLst>
                  <a:ext uri="{FF2B5EF4-FFF2-40B4-BE49-F238E27FC236}">
                    <a16:creationId xmlns:a16="http://schemas.microsoft.com/office/drawing/2014/main" id="{E9371B8E-0CA6-4776-A72D-A0175BF57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643"/>
                <a:ext cx="78" cy="109"/>
              </a:xfrm>
              <a:custGeom>
                <a:avLst/>
                <a:gdLst>
                  <a:gd name="T0" fmla="*/ 63 w 31"/>
                  <a:gd name="T1" fmla="*/ 0 h 41"/>
                  <a:gd name="T2" fmla="*/ 83 w 31"/>
                  <a:gd name="T3" fmla="*/ 452 h 41"/>
                  <a:gd name="T4" fmla="*/ 0 w 31"/>
                  <a:gd name="T5" fmla="*/ 771 h 41"/>
                  <a:gd name="T6" fmla="*/ 0 w 31"/>
                  <a:gd name="T7" fmla="*/ 771 h 41"/>
                  <a:gd name="T8" fmla="*/ 476 w 31"/>
                  <a:gd name="T9" fmla="*/ 635 h 41"/>
                  <a:gd name="T10" fmla="*/ 493 w 31"/>
                  <a:gd name="T11" fmla="*/ 635 h 41"/>
                  <a:gd name="T12" fmla="*/ 284 w 31"/>
                  <a:gd name="T13" fmla="*/ 452 h 41"/>
                  <a:gd name="T14" fmla="*/ 83 w 31"/>
                  <a:gd name="T15" fmla="*/ 0 h 41"/>
                  <a:gd name="T16" fmla="*/ 63 w 31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41">
                    <a:moveTo>
                      <a:pt x="4" y="0"/>
                    </a:moveTo>
                    <a:cubicBezTo>
                      <a:pt x="4" y="8"/>
                      <a:pt x="7" y="16"/>
                      <a:pt x="5" y="24"/>
                    </a:cubicBezTo>
                    <a:cubicBezTo>
                      <a:pt x="3" y="33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8" y="36"/>
                      <a:pt x="18" y="33"/>
                      <a:pt x="30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25" y="31"/>
                      <a:pt x="20" y="28"/>
                      <a:pt x="18" y="24"/>
                    </a:cubicBezTo>
                    <a:cubicBezTo>
                      <a:pt x="15" y="19"/>
                      <a:pt x="10" y="9"/>
                      <a:pt x="5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34" name="Freeform 80">
                <a:extLst>
                  <a:ext uri="{FF2B5EF4-FFF2-40B4-BE49-F238E27FC236}">
                    <a16:creationId xmlns:a16="http://schemas.microsoft.com/office/drawing/2014/main" id="{DCF1BB8B-A007-4160-BF7D-01B057B23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3016"/>
                <a:ext cx="100" cy="24"/>
              </a:xfrm>
              <a:custGeom>
                <a:avLst/>
                <a:gdLst>
                  <a:gd name="T0" fmla="*/ 625 w 40"/>
                  <a:gd name="T1" fmla="*/ 21 h 9"/>
                  <a:gd name="T2" fmla="*/ 20 w 40"/>
                  <a:gd name="T3" fmla="*/ 93 h 9"/>
                  <a:gd name="T4" fmla="*/ 0 w 40"/>
                  <a:gd name="T5" fmla="*/ 77 h 9"/>
                  <a:gd name="T6" fmla="*/ 458 w 40"/>
                  <a:gd name="T7" fmla="*/ 93 h 9"/>
                  <a:gd name="T8" fmla="*/ 625 w 40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">
                    <a:moveTo>
                      <a:pt x="40" y="1"/>
                    </a:moveTo>
                    <a:cubicBezTo>
                      <a:pt x="32" y="0"/>
                      <a:pt x="12" y="3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8" y="7"/>
                      <a:pt x="16" y="9"/>
                      <a:pt x="29" y="5"/>
                    </a:cubicBezTo>
                    <a:cubicBezTo>
                      <a:pt x="32" y="4"/>
                      <a:pt x="36" y="3"/>
                      <a:pt x="40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35" name="Freeform 81">
                <a:extLst>
                  <a:ext uri="{FF2B5EF4-FFF2-40B4-BE49-F238E27FC236}">
                    <a16:creationId xmlns:a16="http://schemas.microsoft.com/office/drawing/2014/main" id="{639C8824-7BED-4139-A85F-3F728AA8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523"/>
                <a:ext cx="80" cy="96"/>
              </a:xfrm>
              <a:custGeom>
                <a:avLst/>
                <a:gdLst>
                  <a:gd name="T0" fmla="*/ 145 w 32"/>
                  <a:gd name="T1" fmla="*/ 648 h 36"/>
                  <a:gd name="T2" fmla="*/ 500 w 32"/>
                  <a:gd name="T3" fmla="*/ 0 h 36"/>
                  <a:gd name="T4" fmla="*/ 20 w 32"/>
                  <a:gd name="T5" fmla="*/ 307 h 36"/>
                  <a:gd name="T6" fmla="*/ 0 w 32"/>
                  <a:gd name="T7" fmla="*/ 307 h 36"/>
                  <a:gd name="T8" fmla="*/ 145 w 32"/>
                  <a:gd name="T9" fmla="*/ 683 h 36"/>
                  <a:gd name="T10" fmla="*/ 145 w 32"/>
                  <a:gd name="T11" fmla="*/ 648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6">
                    <a:moveTo>
                      <a:pt x="9" y="34"/>
                    </a:moveTo>
                    <a:cubicBezTo>
                      <a:pt x="9" y="20"/>
                      <a:pt x="22" y="9"/>
                      <a:pt x="32" y="0"/>
                    </a:cubicBezTo>
                    <a:cubicBezTo>
                      <a:pt x="26" y="6"/>
                      <a:pt x="7" y="19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22"/>
                      <a:pt x="6" y="29"/>
                      <a:pt x="9" y="36"/>
                    </a:cubicBezTo>
                    <a:lnTo>
                      <a:pt x="9" y="34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36" name="Freeform 82">
                <a:extLst>
                  <a:ext uri="{FF2B5EF4-FFF2-40B4-BE49-F238E27FC236}">
                    <a16:creationId xmlns:a16="http://schemas.microsoft.com/office/drawing/2014/main" id="{48A488EC-80A6-4B9C-8759-3BEE44EEA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443"/>
                <a:ext cx="850" cy="346"/>
              </a:xfrm>
              <a:custGeom>
                <a:avLst/>
                <a:gdLst>
                  <a:gd name="T0" fmla="*/ 5313 w 340"/>
                  <a:gd name="T1" fmla="*/ 35 h 130"/>
                  <a:gd name="T2" fmla="*/ 5158 w 340"/>
                  <a:gd name="T3" fmla="*/ 226 h 130"/>
                  <a:gd name="T4" fmla="*/ 4925 w 340"/>
                  <a:gd name="T5" fmla="*/ 1757 h 130"/>
                  <a:gd name="T6" fmla="*/ 4020 w 340"/>
                  <a:gd name="T7" fmla="*/ 2417 h 130"/>
                  <a:gd name="T8" fmla="*/ 3363 w 340"/>
                  <a:gd name="T9" fmla="*/ 1679 h 130"/>
                  <a:gd name="T10" fmla="*/ 2750 w 340"/>
                  <a:gd name="T11" fmla="*/ 452 h 130"/>
                  <a:gd name="T12" fmla="*/ 1563 w 340"/>
                  <a:gd name="T13" fmla="*/ 1091 h 130"/>
                  <a:gd name="T14" fmla="*/ 1020 w 340"/>
                  <a:gd name="T15" fmla="*/ 695 h 130"/>
                  <a:gd name="T16" fmla="*/ 0 w 340"/>
                  <a:gd name="T17" fmla="*/ 170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0" h="130">
                    <a:moveTo>
                      <a:pt x="340" y="2"/>
                    </a:moveTo>
                    <a:cubicBezTo>
                      <a:pt x="338" y="0"/>
                      <a:pt x="333" y="0"/>
                      <a:pt x="330" y="12"/>
                    </a:cubicBezTo>
                    <a:cubicBezTo>
                      <a:pt x="328" y="24"/>
                      <a:pt x="336" y="53"/>
                      <a:pt x="315" y="93"/>
                    </a:cubicBezTo>
                    <a:cubicBezTo>
                      <a:pt x="300" y="121"/>
                      <a:pt x="280" y="130"/>
                      <a:pt x="257" y="128"/>
                    </a:cubicBezTo>
                    <a:cubicBezTo>
                      <a:pt x="234" y="126"/>
                      <a:pt x="220" y="114"/>
                      <a:pt x="215" y="89"/>
                    </a:cubicBezTo>
                    <a:cubicBezTo>
                      <a:pt x="210" y="65"/>
                      <a:pt x="199" y="32"/>
                      <a:pt x="176" y="24"/>
                    </a:cubicBezTo>
                    <a:cubicBezTo>
                      <a:pt x="131" y="8"/>
                      <a:pt x="120" y="54"/>
                      <a:pt x="100" y="58"/>
                    </a:cubicBezTo>
                    <a:cubicBezTo>
                      <a:pt x="80" y="63"/>
                      <a:pt x="77" y="60"/>
                      <a:pt x="65" y="37"/>
                    </a:cubicBezTo>
                    <a:cubicBezTo>
                      <a:pt x="54" y="16"/>
                      <a:pt x="23" y="6"/>
                      <a:pt x="0" y="9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37" name="Freeform 83">
                <a:extLst>
                  <a:ext uri="{FF2B5EF4-FFF2-40B4-BE49-F238E27FC236}">
                    <a16:creationId xmlns:a16="http://schemas.microsoft.com/office/drawing/2014/main" id="{6B6ACF70-308C-40B4-BA77-A3DD79E20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261"/>
                <a:ext cx="175" cy="262"/>
              </a:xfrm>
              <a:custGeom>
                <a:avLst/>
                <a:gdLst>
                  <a:gd name="T0" fmla="*/ 1095 w 70"/>
                  <a:gd name="T1" fmla="*/ 0 h 98"/>
                  <a:gd name="T2" fmla="*/ 0 w 70"/>
                  <a:gd name="T3" fmla="*/ 1871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98">
                    <a:moveTo>
                      <a:pt x="70" y="0"/>
                    </a:moveTo>
                    <a:cubicBezTo>
                      <a:pt x="52" y="43"/>
                      <a:pt x="50" y="62"/>
                      <a:pt x="0" y="98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38" name="Freeform 84">
                <a:extLst>
                  <a:ext uri="{FF2B5EF4-FFF2-40B4-BE49-F238E27FC236}">
                    <a16:creationId xmlns:a16="http://schemas.microsoft.com/office/drawing/2014/main" id="{B414C563-5635-4A07-BE78-7A8E61845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419"/>
                <a:ext cx="40" cy="42"/>
              </a:xfrm>
              <a:custGeom>
                <a:avLst/>
                <a:gdLst>
                  <a:gd name="T0" fmla="*/ 0 w 16"/>
                  <a:gd name="T1" fmla="*/ 0 h 16"/>
                  <a:gd name="T2" fmla="*/ 250 w 16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6" y="4"/>
                      <a:pt x="11" y="9"/>
                      <a:pt x="16" y="16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39" name="Freeform 85">
                <a:extLst>
                  <a:ext uri="{FF2B5EF4-FFF2-40B4-BE49-F238E27FC236}">
                    <a16:creationId xmlns:a16="http://schemas.microsoft.com/office/drawing/2014/main" id="{96861AEF-943C-4DDF-A194-BF98C0F8F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461"/>
                <a:ext cx="122" cy="123"/>
              </a:xfrm>
              <a:custGeom>
                <a:avLst/>
                <a:gdLst>
                  <a:gd name="T0" fmla="*/ 540 w 49"/>
                  <a:gd name="T1" fmla="*/ 880 h 46"/>
                  <a:gd name="T2" fmla="*/ 757 w 49"/>
                  <a:gd name="T3" fmla="*/ 594 h 46"/>
                  <a:gd name="T4" fmla="*/ 0 w 49"/>
                  <a:gd name="T5" fmla="*/ 0 h 46"/>
                  <a:gd name="T6" fmla="*/ 540 w 49"/>
                  <a:gd name="T7" fmla="*/ 88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6">
                    <a:moveTo>
                      <a:pt x="35" y="46"/>
                    </a:moveTo>
                    <a:cubicBezTo>
                      <a:pt x="39" y="42"/>
                      <a:pt x="44" y="37"/>
                      <a:pt x="49" y="31"/>
                    </a:cubicBezTo>
                    <a:cubicBezTo>
                      <a:pt x="26" y="28"/>
                      <a:pt x="13" y="15"/>
                      <a:pt x="0" y="0"/>
                    </a:cubicBezTo>
                    <a:cubicBezTo>
                      <a:pt x="14" y="17"/>
                      <a:pt x="19" y="41"/>
                      <a:pt x="35" y="4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40" name="Freeform 86">
                <a:extLst>
                  <a:ext uri="{FF2B5EF4-FFF2-40B4-BE49-F238E27FC236}">
                    <a16:creationId xmlns:a16="http://schemas.microsoft.com/office/drawing/2014/main" id="{14A5526B-A28F-4FE6-B3E5-41DC4CB2E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792"/>
                <a:ext cx="70" cy="8"/>
              </a:xfrm>
              <a:custGeom>
                <a:avLst/>
                <a:gdLst>
                  <a:gd name="T0" fmla="*/ 0 w 28"/>
                  <a:gd name="T1" fmla="*/ 0 h 3"/>
                  <a:gd name="T2" fmla="*/ 438 w 28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">
                    <a:moveTo>
                      <a:pt x="0" y="0"/>
                    </a:moveTo>
                    <a:cubicBezTo>
                      <a:pt x="12" y="3"/>
                      <a:pt x="28" y="1"/>
                      <a:pt x="28" y="1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41" name="Freeform 87">
                <a:extLst>
                  <a:ext uri="{FF2B5EF4-FFF2-40B4-BE49-F238E27FC236}">
                    <a16:creationId xmlns:a16="http://schemas.microsoft.com/office/drawing/2014/main" id="{3C5167F6-B996-4542-9DA4-6E811BED3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267"/>
                <a:ext cx="110" cy="120"/>
              </a:xfrm>
              <a:custGeom>
                <a:avLst/>
                <a:gdLst>
                  <a:gd name="T0" fmla="*/ 688 w 44"/>
                  <a:gd name="T1" fmla="*/ 0 h 45"/>
                  <a:gd name="T2" fmla="*/ 0 w 44"/>
                  <a:gd name="T3" fmla="*/ 853 h 45"/>
                  <a:gd name="T4" fmla="*/ 145 w 44"/>
                  <a:gd name="T5" fmla="*/ 760 h 45"/>
                  <a:gd name="T6" fmla="*/ 688 w 44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5">
                    <a:moveTo>
                      <a:pt x="44" y="0"/>
                    </a:moveTo>
                    <a:cubicBezTo>
                      <a:pt x="21" y="8"/>
                      <a:pt x="6" y="33"/>
                      <a:pt x="0" y="45"/>
                    </a:cubicBezTo>
                    <a:cubicBezTo>
                      <a:pt x="3" y="44"/>
                      <a:pt x="6" y="42"/>
                      <a:pt x="9" y="40"/>
                    </a:cubicBezTo>
                    <a:cubicBezTo>
                      <a:pt x="25" y="31"/>
                      <a:pt x="37" y="18"/>
                      <a:pt x="44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42" name="Freeform 88">
                <a:extLst>
                  <a:ext uri="{FF2B5EF4-FFF2-40B4-BE49-F238E27FC236}">
                    <a16:creationId xmlns:a16="http://schemas.microsoft.com/office/drawing/2014/main" id="{6DB117E6-8CE3-4F23-9D47-11EA03895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424"/>
                <a:ext cx="30" cy="61"/>
              </a:xfrm>
              <a:custGeom>
                <a:avLst/>
                <a:gdLst>
                  <a:gd name="T0" fmla="*/ 158 w 12"/>
                  <a:gd name="T1" fmla="*/ 239 h 23"/>
                  <a:gd name="T2" fmla="*/ 95 w 12"/>
                  <a:gd name="T3" fmla="*/ 0 h 23"/>
                  <a:gd name="T4" fmla="*/ 158 w 12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10" y="13"/>
                    </a:moveTo>
                    <a:cubicBezTo>
                      <a:pt x="12" y="9"/>
                      <a:pt x="10" y="2"/>
                      <a:pt x="6" y="0"/>
                    </a:cubicBezTo>
                    <a:cubicBezTo>
                      <a:pt x="0" y="4"/>
                      <a:pt x="2" y="21"/>
                      <a:pt x="10" y="23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43" name="Freeform 89">
                <a:extLst>
                  <a:ext uri="{FF2B5EF4-FFF2-40B4-BE49-F238E27FC236}">
                    <a16:creationId xmlns:a16="http://schemas.microsoft.com/office/drawing/2014/main" id="{D46EA147-B8BF-43EF-80D7-9226F1C72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3152"/>
                <a:ext cx="5" cy="32"/>
              </a:xfrm>
              <a:custGeom>
                <a:avLst/>
                <a:gdLst>
                  <a:gd name="T0" fmla="*/ 33 w 2"/>
                  <a:gd name="T1" fmla="*/ 0 h 12"/>
                  <a:gd name="T2" fmla="*/ 0 w 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0" y="4"/>
                      <a:pt x="0" y="8"/>
                      <a:pt x="0" y="12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44" name="Freeform 90">
                <a:extLst>
                  <a:ext uri="{FF2B5EF4-FFF2-40B4-BE49-F238E27FC236}">
                    <a16:creationId xmlns:a16="http://schemas.microsoft.com/office/drawing/2014/main" id="{B10D6D71-B4B6-4DE8-A3A1-35AB37776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3040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2"/>
                      <a:pt x="6" y="0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45" name="Freeform 91">
                <a:extLst>
                  <a:ext uri="{FF2B5EF4-FFF2-40B4-BE49-F238E27FC236}">
                    <a16:creationId xmlns:a16="http://schemas.microsoft.com/office/drawing/2014/main" id="{B3581F75-6DFB-4606-B17B-19D669BA0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955"/>
                <a:ext cx="5" cy="10"/>
              </a:xfrm>
              <a:custGeom>
                <a:avLst/>
                <a:gdLst>
                  <a:gd name="T0" fmla="*/ 0 w 2"/>
                  <a:gd name="T1" fmla="*/ 6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46" name="Freeform 92">
                <a:extLst>
                  <a:ext uri="{FF2B5EF4-FFF2-40B4-BE49-F238E27FC236}">
                    <a16:creationId xmlns:a16="http://schemas.microsoft.com/office/drawing/2014/main" id="{DA4E7C88-0F3C-4CF6-BB6E-5ED49A19C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605"/>
                <a:ext cx="22" cy="22"/>
              </a:xfrm>
              <a:custGeom>
                <a:avLst/>
                <a:gdLst>
                  <a:gd name="T0" fmla="*/ 29 w 9"/>
                  <a:gd name="T1" fmla="*/ 0 h 8"/>
                  <a:gd name="T2" fmla="*/ 132 w 9"/>
                  <a:gd name="T3" fmla="*/ 61 h 8"/>
                  <a:gd name="T4" fmla="*/ 0 w 9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0"/>
                    </a:moveTo>
                    <a:cubicBezTo>
                      <a:pt x="5" y="0"/>
                      <a:pt x="7" y="1"/>
                      <a:pt x="9" y="3"/>
                    </a:cubicBezTo>
                    <a:cubicBezTo>
                      <a:pt x="7" y="7"/>
                      <a:pt x="2" y="8"/>
                      <a:pt x="0" y="5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47" name="Freeform 93">
                <a:extLst>
                  <a:ext uri="{FF2B5EF4-FFF2-40B4-BE49-F238E27FC236}">
                    <a16:creationId xmlns:a16="http://schemas.microsoft.com/office/drawing/2014/main" id="{F714A2F6-43CF-4879-A80A-66439602F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413"/>
                <a:ext cx="38" cy="48"/>
              </a:xfrm>
              <a:custGeom>
                <a:avLst/>
                <a:gdLst>
                  <a:gd name="T0" fmla="*/ 0 w 15"/>
                  <a:gd name="T1" fmla="*/ 93 h 18"/>
                  <a:gd name="T2" fmla="*/ 96 w 15"/>
                  <a:gd name="T3" fmla="*/ 0 h 18"/>
                  <a:gd name="T4" fmla="*/ 63 w 15"/>
                  <a:gd name="T5" fmla="*/ 205 h 18"/>
                  <a:gd name="T6" fmla="*/ 225 w 15"/>
                  <a:gd name="T7" fmla="*/ 93 h 18"/>
                  <a:gd name="T8" fmla="*/ 180 w 15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0" y="5"/>
                    </a:moveTo>
                    <a:cubicBezTo>
                      <a:pt x="1" y="3"/>
                      <a:pt x="4" y="1"/>
                      <a:pt x="6" y="0"/>
                    </a:cubicBezTo>
                    <a:cubicBezTo>
                      <a:pt x="7" y="4"/>
                      <a:pt x="5" y="8"/>
                      <a:pt x="4" y="11"/>
                    </a:cubicBezTo>
                    <a:cubicBezTo>
                      <a:pt x="7" y="9"/>
                      <a:pt x="10" y="5"/>
                      <a:pt x="14" y="5"/>
                    </a:cubicBezTo>
                    <a:cubicBezTo>
                      <a:pt x="15" y="9"/>
                      <a:pt x="12" y="14"/>
                      <a:pt x="11" y="18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48" name="Freeform 94">
                <a:extLst>
                  <a:ext uri="{FF2B5EF4-FFF2-40B4-BE49-F238E27FC236}">
                    <a16:creationId xmlns:a16="http://schemas.microsoft.com/office/drawing/2014/main" id="{88449254-B2FF-45F5-8C04-2BE441995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571"/>
                <a:ext cx="5" cy="21"/>
              </a:xfrm>
              <a:custGeom>
                <a:avLst/>
                <a:gdLst>
                  <a:gd name="T0" fmla="*/ 0 w 2"/>
                  <a:gd name="T1" fmla="*/ 144 h 8"/>
                  <a:gd name="T2" fmla="*/ 33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cubicBezTo>
                      <a:pt x="0" y="5"/>
                      <a:pt x="0" y="2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49" name="Freeform 95">
                <a:extLst>
                  <a:ext uri="{FF2B5EF4-FFF2-40B4-BE49-F238E27FC236}">
                    <a16:creationId xmlns:a16="http://schemas.microsoft.com/office/drawing/2014/main" id="{2CA79070-1068-445C-B32A-519451E40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832"/>
                <a:ext cx="40" cy="43"/>
              </a:xfrm>
              <a:custGeom>
                <a:avLst/>
                <a:gdLst>
                  <a:gd name="T0" fmla="*/ 83 w 16"/>
                  <a:gd name="T1" fmla="*/ 59 h 16"/>
                  <a:gd name="T2" fmla="*/ 158 w 1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5" y="3"/>
                    </a:moveTo>
                    <a:cubicBezTo>
                      <a:pt x="0" y="16"/>
                      <a:pt x="16" y="11"/>
                      <a:pt x="10" y="0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50" name="Freeform 96">
                <a:extLst>
                  <a:ext uri="{FF2B5EF4-FFF2-40B4-BE49-F238E27FC236}">
                    <a16:creationId xmlns:a16="http://schemas.microsoft.com/office/drawing/2014/main" id="{F2D68147-69A3-4EB9-BDDF-D32F30657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157"/>
                <a:ext cx="17" cy="30"/>
              </a:xfrm>
              <a:custGeom>
                <a:avLst/>
                <a:gdLst>
                  <a:gd name="T0" fmla="*/ 0 w 7"/>
                  <a:gd name="T1" fmla="*/ 224 h 11"/>
                  <a:gd name="T2" fmla="*/ 100 w 7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5" y="4"/>
                      <a:pt x="7" y="0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51" name="Freeform 97">
                <a:extLst>
                  <a:ext uri="{FF2B5EF4-FFF2-40B4-BE49-F238E27FC236}">
                    <a16:creationId xmlns:a16="http://schemas.microsoft.com/office/drawing/2014/main" id="{5297FB45-48D3-4C14-952F-F636F8E8B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253"/>
                <a:ext cx="85" cy="83"/>
              </a:xfrm>
              <a:custGeom>
                <a:avLst/>
                <a:gdLst>
                  <a:gd name="T0" fmla="*/ 0 w 34"/>
                  <a:gd name="T1" fmla="*/ 0 h 31"/>
                  <a:gd name="T2" fmla="*/ 533 w 34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1">
                    <a:moveTo>
                      <a:pt x="0" y="0"/>
                    </a:moveTo>
                    <a:cubicBezTo>
                      <a:pt x="17" y="26"/>
                      <a:pt x="18" y="24"/>
                      <a:pt x="34" y="31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52" name="Freeform 98">
                <a:extLst>
                  <a:ext uri="{FF2B5EF4-FFF2-40B4-BE49-F238E27FC236}">
                    <a16:creationId xmlns:a16="http://schemas.microsoft.com/office/drawing/2014/main" id="{A2B4A417-B6A1-41BF-BAD2-B5CC35D4E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496"/>
                <a:ext cx="43" cy="64"/>
              </a:xfrm>
              <a:custGeom>
                <a:avLst/>
                <a:gdLst>
                  <a:gd name="T0" fmla="*/ 276 w 17"/>
                  <a:gd name="T1" fmla="*/ 0 h 24"/>
                  <a:gd name="T2" fmla="*/ 180 w 17"/>
                  <a:gd name="T3" fmla="*/ 192 h 24"/>
                  <a:gd name="T4" fmla="*/ 0 w 17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4">
                    <a:moveTo>
                      <a:pt x="17" y="0"/>
                    </a:moveTo>
                    <a:cubicBezTo>
                      <a:pt x="15" y="4"/>
                      <a:pt x="13" y="7"/>
                      <a:pt x="11" y="10"/>
                    </a:cubicBezTo>
                    <a:cubicBezTo>
                      <a:pt x="7" y="15"/>
                      <a:pt x="4" y="20"/>
                      <a:pt x="0" y="24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53" name="Freeform 99">
                <a:extLst>
                  <a:ext uri="{FF2B5EF4-FFF2-40B4-BE49-F238E27FC236}">
                    <a16:creationId xmlns:a16="http://schemas.microsoft.com/office/drawing/2014/main" id="{43C0A3BB-5D31-4566-BDAA-DCB1CC529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440"/>
                <a:ext cx="25" cy="88"/>
              </a:xfrm>
              <a:custGeom>
                <a:avLst/>
                <a:gdLst>
                  <a:gd name="T0" fmla="*/ 158 w 10"/>
                  <a:gd name="T1" fmla="*/ 627 h 33"/>
                  <a:gd name="T2" fmla="*/ 0 w 10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3">
                    <a:moveTo>
                      <a:pt x="10" y="33"/>
                    </a:moveTo>
                    <a:cubicBezTo>
                      <a:pt x="7" y="29"/>
                      <a:pt x="3" y="16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54" name="Freeform 100">
                <a:extLst>
                  <a:ext uri="{FF2B5EF4-FFF2-40B4-BE49-F238E27FC236}">
                    <a16:creationId xmlns:a16="http://schemas.microsoft.com/office/drawing/2014/main" id="{A81CB381-A330-41BD-AF12-88AFE0CA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192"/>
                <a:ext cx="55" cy="83"/>
              </a:xfrm>
              <a:custGeom>
                <a:avLst/>
                <a:gdLst>
                  <a:gd name="T0" fmla="*/ 0 w 22"/>
                  <a:gd name="T1" fmla="*/ 35 h 31"/>
                  <a:gd name="T2" fmla="*/ 283 w 22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1">
                    <a:moveTo>
                      <a:pt x="0" y="2"/>
                    </a:moveTo>
                    <a:cubicBezTo>
                      <a:pt x="10" y="0"/>
                      <a:pt x="22" y="22"/>
                      <a:pt x="18" y="31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55" name="Freeform 101">
                <a:extLst>
                  <a:ext uri="{FF2B5EF4-FFF2-40B4-BE49-F238E27FC236}">
                    <a16:creationId xmlns:a16="http://schemas.microsoft.com/office/drawing/2014/main" id="{26D0C3CC-CE22-485B-99F7-93C059AF0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675"/>
                <a:ext cx="53" cy="138"/>
              </a:xfrm>
              <a:custGeom>
                <a:avLst/>
                <a:gdLst>
                  <a:gd name="T0" fmla="*/ 0 w 21"/>
                  <a:gd name="T1" fmla="*/ 0 h 52"/>
                  <a:gd name="T2" fmla="*/ 305 w 21"/>
                  <a:gd name="T3" fmla="*/ 732 h 52"/>
                  <a:gd name="T4" fmla="*/ 209 w 21"/>
                  <a:gd name="T5" fmla="*/ 971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2">
                    <a:moveTo>
                      <a:pt x="0" y="0"/>
                    </a:moveTo>
                    <a:cubicBezTo>
                      <a:pt x="6" y="18"/>
                      <a:pt x="17" y="27"/>
                      <a:pt x="19" y="39"/>
                    </a:cubicBezTo>
                    <a:cubicBezTo>
                      <a:pt x="21" y="51"/>
                      <a:pt x="13" y="52"/>
                      <a:pt x="13" y="52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56" name="Freeform 102">
                <a:extLst>
                  <a:ext uri="{FF2B5EF4-FFF2-40B4-BE49-F238E27FC236}">
                    <a16:creationId xmlns:a16="http://schemas.microsoft.com/office/drawing/2014/main" id="{2FC46C51-DAD8-4EC7-917A-8D5D12B66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776"/>
                <a:ext cx="17" cy="37"/>
              </a:xfrm>
              <a:custGeom>
                <a:avLst/>
                <a:gdLst>
                  <a:gd name="T0" fmla="*/ 12 w 7"/>
                  <a:gd name="T1" fmla="*/ 0 h 14"/>
                  <a:gd name="T2" fmla="*/ 100 w 7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1" y="0"/>
                    </a:moveTo>
                    <a:cubicBezTo>
                      <a:pt x="0" y="5"/>
                      <a:pt x="7" y="14"/>
                      <a:pt x="7" y="14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57" name="Freeform 103">
                <a:extLst>
                  <a:ext uri="{FF2B5EF4-FFF2-40B4-BE49-F238E27FC236}">
                    <a16:creationId xmlns:a16="http://schemas.microsoft.com/office/drawing/2014/main" id="{56EE7025-0112-43E1-94F8-B6D0199C9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165"/>
                <a:ext cx="85" cy="54"/>
              </a:xfrm>
              <a:custGeom>
                <a:avLst/>
                <a:gdLst>
                  <a:gd name="T0" fmla="*/ 0 w 34"/>
                  <a:gd name="T1" fmla="*/ 0 h 20"/>
                  <a:gd name="T2" fmla="*/ 533 w 34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0" y="9"/>
                      <a:pt x="22" y="19"/>
                      <a:pt x="34" y="20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58" name="Freeform 104">
                <a:extLst>
                  <a:ext uri="{FF2B5EF4-FFF2-40B4-BE49-F238E27FC236}">
                    <a16:creationId xmlns:a16="http://schemas.microsoft.com/office/drawing/2014/main" id="{6CF72527-4552-4A2F-AB8B-3FC1F9170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224"/>
                <a:ext cx="70" cy="53"/>
              </a:xfrm>
              <a:custGeom>
                <a:avLst/>
                <a:gdLst>
                  <a:gd name="T0" fmla="*/ 33 w 28"/>
                  <a:gd name="T1" fmla="*/ 371 h 20"/>
                  <a:gd name="T2" fmla="*/ 438 w 28"/>
                  <a:gd name="T3" fmla="*/ 2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2" y="20"/>
                    </a:moveTo>
                    <a:cubicBezTo>
                      <a:pt x="0" y="6"/>
                      <a:pt x="17" y="0"/>
                      <a:pt x="28" y="16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59" name="Freeform 105">
                <a:extLst>
                  <a:ext uri="{FF2B5EF4-FFF2-40B4-BE49-F238E27FC236}">
                    <a16:creationId xmlns:a16="http://schemas.microsoft.com/office/drawing/2014/main" id="{62C131CD-F799-40AB-AC55-AF24AC557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307"/>
                <a:ext cx="58" cy="40"/>
              </a:xfrm>
              <a:custGeom>
                <a:avLst/>
                <a:gdLst>
                  <a:gd name="T0" fmla="*/ 351 w 23"/>
                  <a:gd name="T1" fmla="*/ 285 h 15"/>
                  <a:gd name="T2" fmla="*/ 351 w 23"/>
                  <a:gd name="T3" fmla="*/ 115 h 15"/>
                  <a:gd name="T4" fmla="*/ 242 w 23"/>
                  <a:gd name="T5" fmla="*/ 171 h 15"/>
                  <a:gd name="T6" fmla="*/ 83 w 23"/>
                  <a:gd name="T7" fmla="*/ 77 h 15"/>
                  <a:gd name="T8" fmla="*/ 63 w 23"/>
                  <a:gd name="T9" fmla="*/ 21 h 15"/>
                  <a:gd name="T10" fmla="*/ 0 w 23"/>
                  <a:gd name="T11" fmla="*/ 5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22" y="15"/>
                    </a:moveTo>
                    <a:cubicBezTo>
                      <a:pt x="23" y="12"/>
                      <a:pt x="23" y="9"/>
                      <a:pt x="22" y="6"/>
                    </a:cubicBezTo>
                    <a:cubicBezTo>
                      <a:pt x="20" y="7"/>
                      <a:pt x="17" y="8"/>
                      <a:pt x="15" y="9"/>
                    </a:cubicBezTo>
                    <a:cubicBezTo>
                      <a:pt x="17" y="0"/>
                      <a:pt x="14" y="0"/>
                      <a:pt x="5" y="4"/>
                    </a:cubicBezTo>
                    <a:cubicBezTo>
                      <a:pt x="5" y="3"/>
                      <a:pt x="5" y="2"/>
                      <a:pt x="4" y="1"/>
                    </a:cubicBezTo>
                    <a:cubicBezTo>
                      <a:pt x="3" y="1"/>
                      <a:pt x="1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60" name="Freeform 106">
                <a:extLst>
                  <a:ext uri="{FF2B5EF4-FFF2-40B4-BE49-F238E27FC236}">
                    <a16:creationId xmlns:a16="http://schemas.microsoft.com/office/drawing/2014/main" id="{E4C6F042-DE6A-4F2E-9885-212701C43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779"/>
                <a:ext cx="43" cy="34"/>
              </a:xfrm>
              <a:custGeom>
                <a:avLst/>
                <a:gdLst>
                  <a:gd name="T0" fmla="*/ 0 w 17"/>
                  <a:gd name="T1" fmla="*/ 110 h 13"/>
                  <a:gd name="T2" fmla="*/ 192 w 17"/>
                  <a:gd name="T3" fmla="*/ 178 h 13"/>
                  <a:gd name="T4" fmla="*/ 63 w 1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0" y="6"/>
                    </a:moveTo>
                    <a:cubicBezTo>
                      <a:pt x="4" y="7"/>
                      <a:pt x="7" y="13"/>
                      <a:pt x="12" y="10"/>
                    </a:cubicBezTo>
                    <a:cubicBezTo>
                      <a:pt x="17" y="6"/>
                      <a:pt x="7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61" name="Freeform 107">
                <a:extLst>
                  <a:ext uri="{FF2B5EF4-FFF2-40B4-BE49-F238E27FC236}">
                    <a16:creationId xmlns:a16="http://schemas.microsoft.com/office/drawing/2014/main" id="{E413CA8B-347F-4637-B6E5-CD77BF4E9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179"/>
                <a:ext cx="1133" cy="1106"/>
              </a:xfrm>
              <a:custGeom>
                <a:avLst/>
                <a:gdLst>
                  <a:gd name="T0" fmla="*/ 938 w 453"/>
                  <a:gd name="T1" fmla="*/ 6641 h 415"/>
                  <a:gd name="T2" fmla="*/ 1426 w 453"/>
                  <a:gd name="T3" fmla="*/ 6058 h 415"/>
                  <a:gd name="T4" fmla="*/ 2158 w 453"/>
                  <a:gd name="T5" fmla="*/ 7116 h 415"/>
                  <a:gd name="T6" fmla="*/ 3379 w 453"/>
                  <a:gd name="T7" fmla="*/ 7060 h 415"/>
                  <a:gd name="T8" fmla="*/ 3847 w 453"/>
                  <a:gd name="T9" fmla="*/ 6889 h 415"/>
                  <a:gd name="T10" fmla="*/ 4367 w 453"/>
                  <a:gd name="T11" fmla="*/ 7004 h 415"/>
                  <a:gd name="T12" fmla="*/ 5272 w 453"/>
                  <a:gd name="T13" fmla="*/ 6740 h 415"/>
                  <a:gd name="T14" fmla="*/ 5725 w 453"/>
                  <a:gd name="T15" fmla="*/ 7593 h 415"/>
                  <a:gd name="T16" fmla="*/ 6868 w 453"/>
                  <a:gd name="T17" fmla="*/ 7081 h 415"/>
                  <a:gd name="T18" fmla="*/ 7038 w 453"/>
                  <a:gd name="T19" fmla="*/ 6300 h 415"/>
                  <a:gd name="T20" fmla="*/ 6068 w 453"/>
                  <a:gd name="T21" fmla="*/ 4525 h 415"/>
                  <a:gd name="T22" fmla="*/ 6505 w 453"/>
                  <a:gd name="T23" fmla="*/ 3425 h 415"/>
                  <a:gd name="T24" fmla="*/ 6443 w 453"/>
                  <a:gd name="T25" fmla="*/ 874 h 415"/>
                  <a:gd name="T26" fmla="*/ 5347 w 453"/>
                  <a:gd name="T27" fmla="*/ 589 h 415"/>
                  <a:gd name="T28" fmla="*/ 5367 w 453"/>
                  <a:gd name="T29" fmla="*/ 546 h 415"/>
                  <a:gd name="T30" fmla="*/ 4897 w 453"/>
                  <a:gd name="T31" fmla="*/ 589 h 415"/>
                  <a:gd name="T32" fmla="*/ 4492 w 453"/>
                  <a:gd name="T33" fmla="*/ 306 h 415"/>
                  <a:gd name="T34" fmla="*/ 3847 w 453"/>
                  <a:gd name="T35" fmla="*/ 1386 h 415"/>
                  <a:gd name="T36" fmla="*/ 2021 w 453"/>
                  <a:gd name="T37" fmla="*/ 1271 h 415"/>
                  <a:gd name="T38" fmla="*/ 645 w 453"/>
                  <a:gd name="T39" fmla="*/ 704 h 415"/>
                  <a:gd name="T40" fmla="*/ 613 w 453"/>
                  <a:gd name="T41" fmla="*/ 2047 h 415"/>
                  <a:gd name="T42" fmla="*/ 625 w 453"/>
                  <a:gd name="T43" fmla="*/ 2047 h 415"/>
                  <a:gd name="T44" fmla="*/ 470 w 453"/>
                  <a:gd name="T45" fmla="*/ 2081 h 415"/>
                  <a:gd name="T46" fmla="*/ 175 w 453"/>
                  <a:gd name="T47" fmla="*/ 3217 h 415"/>
                  <a:gd name="T48" fmla="*/ 175 w 453"/>
                  <a:gd name="T49" fmla="*/ 4333 h 415"/>
                  <a:gd name="T50" fmla="*/ 800 w 453"/>
                  <a:gd name="T51" fmla="*/ 5285 h 415"/>
                  <a:gd name="T52" fmla="*/ 283 w 453"/>
                  <a:gd name="T53" fmla="*/ 5959 h 415"/>
                  <a:gd name="T54" fmla="*/ 50 w 453"/>
                  <a:gd name="T55" fmla="*/ 6436 h 41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53" h="415">
                    <a:moveTo>
                      <a:pt x="60" y="351"/>
                    </a:moveTo>
                    <a:cubicBezTo>
                      <a:pt x="68" y="343"/>
                      <a:pt x="89" y="322"/>
                      <a:pt x="91" y="320"/>
                    </a:cubicBezTo>
                    <a:cubicBezTo>
                      <a:pt x="97" y="339"/>
                      <a:pt x="99" y="365"/>
                      <a:pt x="138" y="376"/>
                    </a:cubicBezTo>
                    <a:cubicBezTo>
                      <a:pt x="176" y="386"/>
                      <a:pt x="202" y="379"/>
                      <a:pt x="216" y="373"/>
                    </a:cubicBezTo>
                    <a:cubicBezTo>
                      <a:pt x="222" y="370"/>
                      <a:pt x="237" y="364"/>
                      <a:pt x="246" y="364"/>
                    </a:cubicBezTo>
                    <a:cubicBezTo>
                      <a:pt x="258" y="363"/>
                      <a:pt x="267" y="366"/>
                      <a:pt x="279" y="370"/>
                    </a:cubicBezTo>
                    <a:cubicBezTo>
                      <a:pt x="299" y="376"/>
                      <a:pt x="314" y="373"/>
                      <a:pt x="337" y="356"/>
                    </a:cubicBezTo>
                    <a:cubicBezTo>
                      <a:pt x="334" y="365"/>
                      <a:pt x="342" y="389"/>
                      <a:pt x="366" y="401"/>
                    </a:cubicBezTo>
                    <a:cubicBezTo>
                      <a:pt x="397" y="415"/>
                      <a:pt x="427" y="401"/>
                      <a:pt x="439" y="374"/>
                    </a:cubicBezTo>
                    <a:cubicBezTo>
                      <a:pt x="445" y="361"/>
                      <a:pt x="448" y="346"/>
                      <a:pt x="450" y="333"/>
                    </a:cubicBezTo>
                    <a:cubicBezTo>
                      <a:pt x="453" y="305"/>
                      <a:pt x="441" y="231"/>
                      <a:pt x="388" y="239"/>
                    </a:cubicBezTo>
                    <a:cubicBezTo>
                      <a:pt x="393" y="232"/>
                      <a:pt x="405" y="219"/>
                      <a:pt x="416" y="181"/>
                    </a:cubicBezTo>
                    <a:cubicBezTo>
                      <a:pt x="428" y="127"/>
                      <a:pt x="432" y="81"/>
                      <a:pt x="412" y="46"/>
                    </a:cubicBezTo>
                    <a:cubicBezTo>
                      <a:pt x="392" y="8"/>
                      <a:pt x="359" y="0"/>
                      <a:pt x="342" y="31"/>
                    </a:cubicBezTo>
                    <a:cubicBezTo>
                      <a:pt x="342" y="30"/>
                      <a:pt x="343" y="30"/>
                      <a:pt x="343" y="29"/>
                    </a:cubicBezTo>
                    <a:cubicBezTo>
                      <a:pt x="339" y="34"/>
                      <a:pt x="328" y="34"/>
                      <a:pt x="313" y="31"/>
                    </a:cubicBezTo>
                    <a:cubicBezTo>
                      <a:pt x="300" y="29"/>
                      <a:pt x="288" y="23"/>
                      <a:pt x="287" y="16"/>
                    </a:cubicBezTo>
                    <a:cubicBezTo>
                      <a:pt x="280" y="43"/>
                      <a:pt x="267" y="61"/>
                      <a:pt x="246" y="73"/>
                    </a:cubicBezTo>
                    <a:cubicBezTo>
                      <a:pt x="194" y="101"/>
                      <a:pt x="161" y="89"/>
                      <a:pt x="129" y="67"/>
                    </a:cubicBezTo>
                    <a:cubicBezTo>
                      <a:pt x="100" y="46"/>
                      <a:pt x="70" y="25"/>
                      <a:pt x="41" y="37"/>
                    </a:cubicBezTo>
                    <a:cubicBezTo>
                      <a:pt x="12" y="49"/>
                      <a:pt x="18" y="81"/>
                      <a:pt x="39" y="108"/>
                    </a:cubicBezTo>
                    <a:cubicBezTo>
                      <a:pt x="40" y="108"/>
                      <a:pt x="40" y="108"/>
                      <a:pt x="40" y="108"/>
                    </a:cubicBezTo>
                    <a:cubicBezTo>
                      <a:pt x="37" y="108"/>
                      <a:pt x="33" y="109"/>
                      <a:pt x="30" y="110"/>
                    </a:cubicBezTo>
                    <a:cubicBezTo>
                      <a:pt x="1" y="122"/>
                      <a:pt x="2" y="146"/>
                      <a:pt x="11" y="170"/>
                    </a:cubicBezTo>
                    <a:cubicBezTo>
                      <a:pt x="20" y="195"/>
                      <a:pt x="20" y="207"/>
                      <a:pt x="11" y="229"/>
                    </a:cubicBezTo>
                    <a:cubicBezTo>
                      <a:pt x="0" y="255"/>
                      <a:pt x="5" y="286"/>
                      <a:pt x="51" y="279"/>
                    </a:cubicBezTo>
                    <a:cubicBezTo>
                      <a:pt x="45" y="287"/>
                      <a:pt x="25" y="310"/>
                      <a:pt x="18" y="315"/>
                    </a:cubicBezTo>
                    <a:cubicBezTo>
                      <a:pt x="11" y="319"/>
                      <a:pt x="2" y="330"/>
                      <a:pt x="3" y="340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62" name="Freeform 108">
                <a:extLst>
                  <a:ext uri="{FF2B5EF4-FFF2-40B4-BE49-F238E27FC236}">
                    <a16:creationId xmlns:a16="http://schemas.microsoft.com/office/drawing/2014/main" id="{E26AD69B-73FE-4CF6-8BA3-07EC9E599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197"/>
                <a:ext cx="155" cy="72"/>
              </a:xfrm>
              <a:custGeom>
                <a:avLst/>
                <a:gdLst>
                  <a:gd name="T0" fmla="*/ 33 w 62"/>
                  <a:gd name="T1" fmla="*/ 136 h 27"/>
                  <a:gd name="T2" fmla="*/ 438 w 62"/>
                  <a:gd name="T3" fmla="*/ 456 h 27"/>
                  <a:gd name="T4" fmla="*/ 925 w 62"/>
                  <a:gd name="T5" fmla="*/ 397 h 27"/>
                  <a:gd name="T6" fmla="*/ 520 w 62"/>
                  <a:gd name="T7" fmla="*/ 77 h 27"/>
                  <a:gd name="T8" fmla="*/ 33 w 62"/>
                  <a:gd name="T9" fmla="*/ 13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7">
                    <a:moveTo>
                      <a:pt x="2" y="7"/>
                    </a:moveTo>
                    <a:cubicBezTo>
                      <a:pt x="0" y="14"/>
                      <a:pt x="13" y="21"/>
                      <a:pt x="28" y="24"/>
                    </a:cubicBezTo>
                    <a:cubicBezTo>
                      <a:pt x="43" y="27"/>
                      <a:pt x="56" y="27"/>
                      <a:pt x="59" y="21"/>
                    </a:cubicBezTo>
                    <a:cubicBezTo>
                      <a:pt x="62" y="14"/>
                      <a:pt x="50" y="6"/>
                      <a:pt x="33" y="4"/>
                    </a:cubicBezTo>
                    <a:cubicBezTo>
                      <a:pt x="16" y="2"/>
                      <a:pt x="4" y="0"/>
                      <a:pt x="2" y="7"/>
                    </a:cubicBezTo>
                    <a:close/>
                  </a:path>
                </a:pathLst>
              </a:custGeom>
              <a:solidFill>
                <a:srgbClr val="F7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63" name="Freeform 109">
                <a:extLst>
                  <a:ext uri="{FF2B5EF4-FFF2-40B4-BE49-F238E27FC236}">
                    <a16:creationId xmlns:a16="http://schemas.microsoft.com/office/drawing/2014/main" id="{CA825F9A-C377-48CE-A1F3-6CA7FA184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219"/>
                <a:ext cx="103" cy="32"/>
              </a:xfrm>
              <a:custGeom>
                <a:avLst/>
                <a:gdLst>
                  <a:gd name="T0" fmla="*/ 0 w 41"/>
                  <a:gd name="T1" fmla="*/ 35 h 12"/>
                  <a:gd name="T2" fmla="*/ 146 w 41"/>
                  <a:gd name="T3" fmla="*/ 115 h 12"/>
                  <a:gd name="T4" fmla="*/ 239 w 41"/>
                  <a:gd name="T5" fmla="*/ 171 h 12"/>
                  <a:gd name="T6" fmla="*/ 284 w 41"/>
                  <a:gd name="T7" fmla="*/ 149 h 12"/>
                  <a:gd name="T8" fmla="*/ 334 w 41"/>
                  <a:gd name="T9" fmla="*/ 192 h 12"/>
                  <a:gd name="T10" fmla="*/ 525 w 41"/>
                  <a:gd name="T11" fmla="*/ 205 h 12"/>
                  <a:gd name="T12" fmla="*/ 631 w 41"/>
                  <a:gd name="T13" fmla="*/ 149 h 12"/>
                  <a:gd name="T14" fmla="*/ 492 w 41"/>
                  <a:gd name="T15" fmla="*/ 93 h 12"/>
                  <a:gd name="T16" fmla="*/ 409 w 41"/>
                  <a:gd name="T17" fmla="*/ 77 h 12"/>
                  <a:gd name="T18" fmla="*/ 317 w 41"/>
                  <a:gd name="T19" fmla="*/ 77 h 12"/>
                  <a:gd name="T20" fmla="*/ 251 w 41"/>
                  <a:gd name="T21" fmla="*/ 21 h 12"/>
                  <a:gd name="T22" fmla="*/ 176 w 41"/>
                  <a:gd name="T23" fmla="*/ 35 h 12"/>
                  <a:gd name="T24" fmla="*/ 83 w 41"/>
                  <a:gd name="T25" fmla="*/ 21 h 12"/>
                  <a:gd name="T26" fmla="*/ 20 w 41"/>
                  <a:gd name="T27" fmla="*/ 35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12">
                    <a:moveTo>
                      <a:pt x="0" y="2"/>
                    </a:moveTo>
                    <a:cubicBezTo>
                      <a:pt x="1" y="6"/>
                      <a:pt x="6" y="3"/>
                      <a:pt x="9" y="6"/>
                    </a:cubicBezTo>
                    <a:cubicBezTo>
                      <a:pt x="11" y="7"/>
                      <a:pt x="11" y="9"/>
                      <a:pt x="15" y="9"/>
                    </a:cubicBezTo>
                    <a:cubicBezTo>
                      <a:pt x="16" y="9"/>
                      <a:pt x="17" y="8"/>
                      <a:pt x="18" y="8"/>
                    </a:cubicBezTo>
                    <a:cubicBezTo>
                      <a:pt x="19" y="9"/>
                      <a:pt x="20" y="10"/>
                      <a:pt x="21" y="10"/>
                    </a:cubicBezTo>
                    <a:cubicBezTo>
                      <a:pt x="25" y="11"/>
                      <a:pt x="29" y="11"/>
                      <a:pt x="33" y="11"/>
                    </a:cubicBezTo>
                    <a:cubicBezTo>
                      <a:pt x="35" y="12"/>
                      <a:pt x="41" y="12"/>
                      <a:pt x="40" y="8"/>
                    </a:cubicBezTo>
                    <a:cubicBezTo>
                      <a:pt x="39" y="3"/>
                      <a:pt x="34" y="6"/>
                      <a:pt x="31" y="5"/>
                    </a:cubicBezTo>
                    <a:cubicBezTo>
                      <a:pt x="30" y="5"/>
                      <a:pt x="28" y="4"/>
                      <a:pt x="26" y="4"/>
                    </a:cubicBezTo>
                    <a:cubicBezTo>
                      <a:pt x="24" y="3"/>
                      <a:pt x="23" y="4"/>
                      <a:pt x="20" y="4"/>
                    </a:cubicBezTo>
                    <a:cubicBezTo>
                      <a:pt x="19" y="3"/>
                      <a:pt x="18" y="2"/>
                      <a:pt x="16" y="1"/>
                    </a:cubicBezTo>
                    <a:cubicBezTo>
                      <a:pt x="14" y="0"/>
                      <a:pt x="13" y="1"/>
                      <a:pt x="11" y="2"/>
                    </a:cubicBezTo>
                    <a:cubicBezTo>
                      <a:pt x="9" y="2"/>
                      <a:pt x="7" y="1"/>
                      <a:pt x="5" y="1"/>
                    </a:cubicBezTo>
                    <a:cubicBezTo>
                      <a:pt x="3" y="1"/>
                      <a:pt x="2" y="2"/>
                      <a:pt x="1" y="2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64" name="Freeform 110">
                <a:extLst>
                  <a:ext uri="{FF2B5EF4-FFF2-40B4-BE49-F238E27FC236}">
                    <a16:creationId xmlns:a16="http://schemas.microsoft.com/office/drawing/2014/main" id="{63F7D15C-56DE-4C81-90D7-6483FC443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197"/>
                <a:ext cx="155" cy="72"/>
              </a:xfrm>
              <a:custGeom>
                <a:avLst/>
                <a:gdLst>
                  <a:gd name="T0" fmla="*/ 33 w 62"/>
                  <a:gd name="T1" fmla="*/ 136 h 27"/>
                  <a:gd name="T2" fmla="*/ 438 w 62"/>
                  <a:gd name="T3" fmla="*/ 456 h 27"/>
                  <a:gd name="T4" fmla="*/ 925 w 62"/>
                  <a:gd name="T5" fmla="*/ 397 h 27"/>
                  <a:gd name="T6" fmla="*/ 520 w 62"/>
                  <a:gd name="T7" fmla="*/ 77 h 27"/>
                  <a:gd name="T8" fmla="*/ 33 w 62"/>
                  <a:gd name="T9" fmla="*/ 13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7">
                    <a:moveTo>
                      <a:pt x="2" y="7"/>
                    </a:moveTo>
                    <a:cubicBezTo>
                      <a:pt x="0" y="14"/>
                      <a:pt x="13" y="21"/>
                      <a:pt x="28" y="24"/>
                    </a:cubicBezTo>
                    <a:cubicBezTo>
                      <a:pt x="43" y="27"/>
                      <a:pt x="56" y="27"/>
                      <a:pt x="59" y="21"/>
                    </a:cubicBezTo>
                    <a:cubicBezTo>
                      <a:pt x="62" y="14"/>
                      <a:pt x="50" y="6"/>
                      <a:pt x="33" y="4"/>
                    </a:cubicBezTo>
                    <a:cubicBezTo>
                      <a:pt x="16" y="2"/>
                      <a:pt x="4" y="0"/>
                      <a:pt x="2" y="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65" name="Freeform 111">
                <a:extLst>
                  <a:ext uri="{FF2B5EF4-FFF2-40B4-BE49-F238E27FC236}">
                    <a16:creationId xmlns:a16="http://schemas.microsoft.com/office/drawing/2014/main" id="{AB43C1D8-5A45-4A49-A8EB-6EDA96AEF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219"/>
                <a:ext cx="103" cy="32"/>
              </a:xfrm>
              <a:custGeom>
                <a:avLst/>
                <a:gdLst>
                  <a:gd name="T0" fmla="*/ 0 w 41"/>
                  <a:gd name="T1" fmla="*/ 35 h 12"/>
                  <a:gd name="T2" fmla="*/ 146 w 41"/>
                  <a:gd name="T3" fmla="*/ 115 h 12"/>
                  <a:gd name="T4" fmla="*/ 239 w 41"/>
                  <a:gd name="T5" fmla="*/ 171 h 12"/>
                  <a:gd name="T6" fmla="*/ 284 w 41"/>
                  <a:gd name="T7" fmla="*/ 149 h 12"/>
                  <a:gd name="T8" fmla="*/ 334 w 41"/>
                  <a:gd name="T9" fmla="*/ 192 h 12"/>
                  <a:gd name="T10" fmla="*/ 525 w 41"/>
                  <a:gd name="T11" fmla="*/ 205 h 12"/>
                  <a:gd name="T12" fmla="*/ 631 w 41"/>
                  <a:gd name="T13" fmla="*/ 149 h 12"/>
                  <a:gd name="T14" fmla="*/ 492 w 41"/>
                  <a:gd name="T15" fmla="*/ 93 h 12"/>
                  <a:gd name="T16" fmla="*/ 409 w 41"/>
                  <a:gd name="T17" fmla="*/ 77 h 12"/>
                  <a:gd name="T18" fmla="*/ 317 w 41"/>
                  <a:gd name="T19" fmla="*/ 77 h 12"/>
                  <a:gd name="T20" fmla="*/ 251 w 41"/>
                  <a:gd name="T21" fmla="*/ 21 h 12"/>
                  <a:gd name="T22" fmla="*/ 176 w 41"/>
                  <a:gd name="T23" fmla="*/ 35 h 12"/>
                  <a:gd name="T24" fmla="*/ 83 w 41"/>
                  <a:gd name="T25" fmla="*/ 21 h 12"/>
                  <a:gd name="T26" fmla="*/ 20 w 41"/>
                  <a:gd name="T27" fmla="*/ 35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12">
                    <a:moveTo>
                      <a:pt x="0" y="2"/>
                    </a:moveTo>
                    <a:cubicBezTo>
                      <a:pt x="1" y="6"/>
                      <a:pt x="6" y="3"/>
                      <a:pt x="9" y="6"/>
                    </a:cubicBezTo>
                    <a:cubicBezTo>
                      <a:pt x="11" y="7"/>
                      <a:pt x="11" y="9"/>
                      <a:pt x="15" y="9"/>
                    </a:cubicBezTo>
                    <a:cubicBezTo>
                      <a:pt x="16" y="9"/>
                      <a:pt x="17" y="8"/>
                      <a:pt x="18" y="8"/>
                    </a:cubicBezTo>
                    <a:cubicBezTo>
                      <a:pt x="19" y="9"/>
                      <a:pt x="20" y="10"/>
                      <a:pt x="21" y="10"/>
                    </a:cubicBezTo>
                    <a:cubicBezTo>
                      <a:pt x="25" y="11"/>
                      <a:pt x="29" y="11"/>
                      <a:pt x="33" y="11"/>
                    </a:cubicBezTo>
                    <a:cubicBezTo>
                      <a:pt x="35" y="12"/>
                      <a:pt x="41" y="12"/>
                      <a:pt x="40" y="8"/>
                    </a:cubicBezTo>
                    <a:cubicBezTo>
                      <a:pt x="39" y="3"/>
                      <a:pt x="34" y="6"/>
                      <a:pt x="31" y="5"/>
                    </a:cubicBezTo>
                    <a:cubicBezTo>
                      <a:pt x="30" y="5"/>
                      <a:pt x="28" y="4"/>
                      <a:pt x="26" y="4"/>
                    </a:cubicBezTo>
                    <a:cubicBezTo>
                      <a:pt x="24" y="3"/>
                      <a:pt x="23" y="4"/>
                      <a:pt x="20" y="4"/>
                    </a:cubicBezTo>
                    <a:cubicBezTo>
                      <a:pt x="19" y="3"/>
                      <a:pt x="18" y="2"/>
                      <a:pt x="16" y="1"/>
                    </a:cubicBezTo>
                    <a:cubicBezTo>
                      <a:pt x="14" y="0"/>
                      <a:pt x="13" y="1"/>
                      <a:pt x="11" y="2"/>
                    </a:cubicBezTo>
                    <a:cubicBezTo>
                      <a:pt x="9" y="2"/>
                      <a:pt x="7" y="1"/>
                      <a:pt x="5" y="1"/>
                    </a:cubicBezTo>
                    <a:cubicBezTo>
                      <a:pt x="3" y="1"/>
                      <a:pt x="2" y="2"/>
                      <a:pt x="1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29" name="Group 113">
              <a:extLst>
                <a:ext uri="{FF2B5EF4-FFF2-40B4-BE49-F238E27FC236}">
                  <a16:creationId xmlns:a16="http://schemas.microsoft.com/office/drawing/2014/main" id="{65A75257-3C3B-426C-8946-3BD08EFE95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42025" y="1265238"/>
              <a:ext cx="762000" cy="512762"/>
              <a:chOff x="816" y="1392"/>
              <a:chExt cx="2590" cy="1742"/>
            </a:xfrm>
          </p:grpSpPr>
          <p:sp>
            <p:nvSpPr>
              <p:cNvPr id="130447" name="Rectangle 114">
                <a:extLst>
                  <a:ext uri="{FF2B5EF4-FFF2-40B4-BE49-F238E27FC236}">
                    <a16:creationId xmlns:a16="http://schemas.microsoft.com/office/drawing/2014/main" id="{8D63F35C-7D62-449B-87FE-AA0BC93EE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444"/>
                <a:ext cx="2156" cy="1686"/>
              </a:xfrm>
              <a:prstGeom prst="rect">
                <a:avLst/>
              </a:prstGeom>
              <a:solidFill>
                <a:srgbClr val="FEEE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48" name="Freeform 115">
                <a:extLst>
                  <a:ext uri="{FF2B5EF4-FFF2-40B4-BE49-F238E27FC236}">
                    <a16:creationId xmlns:a16="http://schemas.microsoft.com/office/drawing/2014/main" id="{69CD9420-F6CA-4C12-B549-2362A1D22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109"/>
                <a:ext cx="2454" cy="1025"/>
              </a:xfrm>
              <a:custGeom>
                <a:avLst/>
                <a:gdLst>
                  <a:gd name="T0" fmla="*/ 0 w 559"/>
                  <a:gd name="T1" fmla="*/ 4928 h 219"/>
                  <a:gd name="T2" fmla="*/ 30875 w 559"/>
                  <a:gd name="T3" fmla="*/ 11172 h 219"/>
                  <a:gd name="T4" fmla="*/ 4219 w 559"/>
                  <a:gd name="T5" fmla="*/ 2364 h 2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9" h="219">
                    <a:moveTo>
                      <a:pt x="0" y="48"/>
                    </a:moveTo>
                    <a:cubicBezTo>
                      <a:pt x="20" y="96"/>
                      <a:pt x="172" y="219"/>
                      <a:pt x="365" y="109"/>
                    </a:cubicBezTo>
                    <a:cubicBezTo>
                      <a:pt x="559" y="0"/>
                      <a:pt x="50" y="23"/>
                      <a:pt x="50" y="23"/>
                    </a:cubicBezTo>
                  </a:path>
                </a:pathLst>
              </a:custGeom>
              <a:solidFill>
                <a:srgbClr val="FED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9" name="Freeform 116">
                <a:extLst>
                  <a:ext uri="{FF2B5EF4-FFF2-40B4-BE49-F238E27FC236}">
                    <a16:creationId xmlns:a16="http://schemas.microsoft.com/office/drawing/2014/main" id="{EDCEEFC7-52D4-422D-B4D8-5C2BCD663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668"/>
                <a:ext cx="1976" cy="942"/>
              </a:xfrm>
              <a:custGeom>
                <a:avLst/>
                <a:gdLst>
                  <a:gd name="T0" fmla="*/ 37329 w 450"/>
                  <a:gd name="T1" fmla="*/ 14824 h 201"/>
                  <a:gd name="T2" fmla="*/ 20919 w 450"/>
                  <a:gd name="T3" fmla="*/ 1645 h 201"/>
                  <a:gd name="T4" fmla="*/ 676 w 450"/>
                  <a:gd name="T5" fmla="*/ 14210 h 201"/>
                  <a:gd name="T6" fmla="*/ 2024 w 450"/>
                  <a:gd name="T7" fmla="*/ 14608 h 201"/>
                  <a:gd name="T8" fmla="*/ 5340 w 450"/>
                  <a:gd name="T9" fmla="*/ 13905 h 201"/>
                  <a:gd name="T10" fmla="*/ 20823 w 450"/>
                  <a:gd name="T11" fmla="*/ 8234 h 201"/>
                  <a:gd name="T12" fmla="*/ 37004 w 450"/>
                  <a:gd name="T13" fmla="*/ 19351 h 201"/>
                  <a:gd name="T14" fmla="*/ 37079 w 450"/>
                  <a:gd name="T15" fmla="*/ 18934 h 201"/>
                  <a:gd name="T16" fmla="*/ 37329 w 450"/>
                  <a:gd name="T17" fmla="*/ 14824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0" h="201">
                    <a:moveTo>
                      <a:pt x="441" y="144"/>
                    </a:moveTo>
                    <a:cubicBezTo>
                      <a:pt x="404" y="87"/>
                      <a:pt x="346" y="29"/>
                      <a:pt x="247" y="16"/>
                    </a:cubicBezTo>
                    <a:cubicBezTo>
                      <a:pt x="120" y="0"/>
                      <a:pt x="60" y="46"/>
                      <a:pt x="8" y="138"/>
                    </a:cubicBezTo>
                    <a:cubicBezTo>
                      <a:pt x="0" y="152"/>
                      <a:pt x="24" y="142"/>
                      <a:pt x="24" y="142"/>
                    </a:cubicBezTo>
                    <a:cubicBezTo>
                      <a:pt x="21" y="142"/>
                      <a:pt x="53" y="145"/>
                      <a:pt x="63" y="135"/>
                    </a:cubicBezTo>
                    <a:cubicBezTo>
                      <a:pt x="78" y="118"/>
                      <a:pt x="242" y="79"/>
                      <a:pt x="246" y="80"/>
                    </a:cubicBezTo>
                    <a:cubicBezTo>
                      <a:pt x="250" y="82"/>
                      <a:pt x="445" y="174"/>
                      <a:pt x="437" y="188"/>
                    </a:cubicBezTo>
                    <a:cubicBezTo>
                      <a:pt x="429" y="201"/>
                      <a:pt x="426" y="197"/>
                      <a:pt x="438" y="184"/>
                    </a:cubicBezTo>
                    <a:cubicBezTo>
                      <a:pt x="450" y="170"/>
                      <a:pt x="450" y="159"/>
                      <a:pt x="441" y="144"/>
                    </a:cubicBezTo>
                    <a:close/>
                  </a:path>
                </a:pathLst>
              </a:custGeom>
              <a:solidFill>
                <a:srgbClr val="FED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0" name="Freeform 117">
                <a:extLst>
                  <a:ext uri="{FF2B5EF4-FFF2-40B4-BE49-F238E27FC236}">
                    <a16:creationId xmlns:a16="http://schemas.microsoft.com/office/drawing/2014/main" id="{C594635B-4D97-4600-8B8E-5850AD6C6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392"/>
                <a:ext cx="1559" cy="937"/>
              </a:xfrm>
              <a:custGeom>
                <a:avLst/>
                <a:gdLst>
                  <a:gd name="T0" fmla="*/ 0 w 355"/>
                  <a:gd name="T1" fmla="*/ 19030 h 200"/>
                  <a:gd name="T2" fmla="*/ 30065 w 355"/>
                  <a:gd name="T3" fmla="*/ 20567 h 2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5" h="200">
                    <a:moveTo>
                      <a:pt x="0" y="185"/>
                    </a:moveTo>
                    <a:cubicBezTo>
                      <a:pt x="1" y="141"/>
                      <a:pt x="180" y="0"/>
                      <a:pt x="355" y="200"/>
                    </a:cubicBezTo>
                  </a:path>
                </a:pathLst>
              </a:custGeom>
              <a:solidFill>
                <a:srgbClr val="E9A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1" name="Freeform 118">
                <a:extLst>
                  <a:ext uri="{FF2B5EF4-FFF2-40B4-BE49-F238E27FC236}">
                    <a16:creationId xmlns:a16="http://schemas.microsoft.com/office/drawing/2014/main" id="{02C7411C-3746-41FC-89B0-E89274C3B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1856"/>
                <a:ext cx="1664" cy="819"/>
              </a:xfrm>
              <a:custGeom>
                <a:avLst/>
                <a:gdLst>
                  <a:gd name="T0" fmla="*/ 0 w 379"/>
                  <a:gd name="T1" fmla="*/ 9748 h 175"/>
                  <a:gd name="T2" fmla="*/ 12605 w 379"/>
                  <a:gd name="T3" fmla="*/ 17742 h 175"/>
                  <a:gd name="T4" fmla="*/ 27506 w 379"/>
                  <a:gd name="T5" fmla="*/ 15570 h 175"/>
                  <a:gd name="T6" fmla="*/ 30053 w 379"/>
                  <a:gd name="T7" fmla="*/ 15790 h 175"/>
                  <a:gd name="T8" fmla="*/ 31998 w 379"/>
                  <a:gd name="T9" fmla="*/ 14040 h 175"/>
                  <a:gd name="T10" fmla="*/ 29531 w 379"/>
                  <a:gd name="T11" fmla="*/ 10446 h 175"/>
                  <a:gd name="T12" fmla="*/ 12280 w 379"/>
                  <a:gd name="T13" fmla="*/ 810 h 175"/>
                  <a:gd name="T14" fmla="*/ 0 w 379"/>
                  <a:gd name="T15" fmla="*/ 9748 h 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9" h="175">
                    <a:moveTo>
                      <a:pt x="0" y="95"/>
                    </a:moveTo>
                    <a:cubicBezTo>
                      <a:pt x="12" y="121"/>
                      <a:pt x="66" y="172"/>
                      <a:pt x="149" y="173"/>
                    </a:cubicBezTo>
                    <a:cubicBezTo>
                      <a:pt x="232" y="175"/>
                      <a:pt x="303" y="152"/>
                      <a:pt x="325" y="152"/>
                    </a:cubicBezTo>
                    <a:cubicBezTo>
                      <a:pt x="334" y="152"/>
                      <a:pt x="345" y="153"/>
                      <a:pt x="355" y="154"/>
                    </a:cubicBezTo>
                    <a:cubicBezTo>
                      <a:pt x="367" y="154"/>
                      <a:pt x="377" y="147"/>
                      <a:pt x="378" y="137"/>
                    </a:cubicBezTo>
                    <a:cubicBezTo>
                      <a:pt x="379" y="118"/>
                      <a:pt x="354" y="106"/>
                      <a:pt x="349" y="102"/>
                    </a:cubicBezTo>
                    <a:cubicBezTo>
                      <a:pt x="332" y="86"/>
                      <a:pt x="251" y="0"/>
                      <a:pt x="145" y="8"/>
                    </a:cubicBezTo>
                    <a:cubicBezTo>
                      <a:pt x="40" y="16"/>
                      <a:pt x="5" y="85"/>
                      <a:pt x="0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2" name="Freeform 119">
                <a:extLst>
                  <a:ext uri="{FF2B5EF4-FFF2-40B4-BE49-F238E27FC236}">
                    <a16:creationId xmlns:a16="http://schemas.microsoft.com/office/drawing/2014/main" id="{BFF6C92B-D02D-4B13-9962-8D6F90B3D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879"/>
                <a:ext cx="808" cy="792"/>
              </a:xfrm>
              <a:custGeom>
                <a:avLst/>
                <a:gdLst>
                  <a:gd name="T0" fmla="*/ 4242 w 184"/>
                  <a:gd name="T1" fmla="*/ 309 h 169"/>
                  <a:gd name="T2" fmla="*/ 3974 w 184"/>
                  <a:gd name="T3" fmla="*/ 417 h 169"/>
                  <a:gd name="T4" fmla="*/ 0 w 184"/>
                  <a:gd name="T5" fmla="*/ 8651 h 169"/>
                  <a:gd name="T6" fmla="*/ 4743 w 184"/>
                  <a:gd name="T7" fmla="*/ 17283 h 169"/>
                  <a:gd name="T8" fmla="*/ 11861 w 184"/>
                  <a:gd name="T9" fmla="*/ 16669 h 169"/>
                  <a:gd name="T10" fmla="*/ 15580 w 184"/>
                  <a:gd name="T11" fmla="*/ 8651 h 169"/>
                  <a:gd name="T12" fmla="*/ 14057 w 184"/>
                  <a:gd name="T13" fmla="*/ 2985 h 169"/>
                  <a:gd name="T14" fmla="*/ 4242 w 184"/>
                  <a:gd name="T15" fmla="*/ 309 h 1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169">
                    <a:moveTo>
                      <a:pt x="50" y="3"/>
                    </a:moveTo>
                    <a:cubicBezTo>
                      <a:pt x="49" y="3"/>
                      <a:pt x="48" y="3"/>
                      <a:pt x="47" y="4"/>
                    </a:cubicBezTo>
                    <a:cubicBezTo>
                      <a:pt x="19" y="19"/>
                      <a:pt x="0" y="49"/>
                      <a:pt x="0" y="84"/>
                    </a:cubicBezTo>
                    <a:cubicBezTo>
                      <a:pt x="0" y="122"/>
                      <a:pt x="23" y="154"/>
                      <a:pt x="56" y="168"/>
                    </a:cubicBezTo>
                    <a:cubicBezTo>
                      <a:pt x="86" y="169"/>
                      <a:pt x="115" y="166"/>
                      <a:pt x="140" y="162"/>
                    </a:cubicBezTo>
                    <a:cubicBezTo>
                      <a:pt x="166" y="146"/>
                      <a:pt x="184" y="117"/>
                      <a:pt x="184" y="84"/>
                    </a:cubicBezTo>
                    <a:cubicBezTo>
                      <a:pt x="184" y="63"/>
                      <a:pt x="177" y="45"/>
                      <a:pt x="166" y="29"/>
                    </a:cubicBezTo>
                    <a:cubicBezTo>
                      <a:pt x="133" y="12"/>
                      <a:pt x="94" y="0"/>
                      <a:pt x="50" y="3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3" name="Freeform 120">
                <a:extLst>
                  <a:ext uri="{FF2B5EF4-FFF2-40B4-BE49-F238E27FC236}">
                    <a16:creationId xmlns:a16="http://schemas.microsoft.com/office/drawing/2014/main" id="{9B40E06A-2E53-4909-97A5-BE104529BB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15" y="1879"/>
                <a:ext cx="808" cy="792"/>
              </a:xfrm>
              <a:custGeom>
                <a:avLst/>
                <a:gdLst>
                  <a:gd name="T0" fmla="*/ 15580 w 184"/>
                  <a:gd name="T1" fmla="*/ 8651 h 169"/>
                  <a:gd name="T2" fmla="*/ 14057 w 184"/>
                  <a:gd name="T3" fmla="*/ 2985 h 169"/>
                  <a:gd name="T4" fmla="*/ 4242 w 184"/>
                  <a:gd name="T5" fmla="*/ 309 h 169"/>
                  <a:gd name="T6" fmla="*/ 3974 w 184"/>
                  <a:gd name="T7" fmla="*/ 417 h 169"/>
                  <a:gd name="T8" fmla="*/ 0 w 184"/>
                  <a:gd name="T9" fmla="*/ 8651 h 169"/>
                  <a:gd name="T10" fmla="*/ 4743 w 184"/>
                  <a:gd name="T11" fmla="*/ 17283 h 169"/>
                  <a:gd name="T12" fmla="*/ 11861 w 184"/>
                  <a:gd name="T13" fmla="*/ 16669 h 169"/>
                  <a:gd name="T14" fmla="*/ 15580 w 184"/>
                  <a:gd name="T15" fmla="*/ 8651 h 169"/>
                  <a:gd name="T16" fmla="*/ 11611 w 184"/>
                  <a:gd name="T17" fmla="*/ 15943 h 169"/>
                  <a:gd name="T18" fmla="*/ 4822 w 184"/>
                  <a:gd name="T19" fmla="*/ 16580 h 169"/>
                  <a:gd name="T20" fmla="*/ 597 w 184"/>
                  <a:gd name="T21" fmla="*/ 8651 h 169"/>
                  <a:gd name="T22" fmla="*/ 4242 w 184"/>
                  <a:gd name="T23" fmla="*/ 1143 h 169"/>
                  <a:gd name="T24" fmla="*/ 4321 w 184"/>
                  <a:gd name="T25" fmla="*/ 1143 h 169"/>
                  <a:gd name="T26" fmla="*/ 4321 w 184"/>
                  <a:gd name="T27" fmla="*/ 1143 h 169"/>
                  <a:gd name="T28" fmla="*/ 13635 w 184"/>
                  <a:gd name="T29" fmla="*/ 3604 h 169"/>
                  <a:gd name="T30" fmla="*/ 14904 w 184"/>
                  <a:gd name="T31" fmla="*/ 8651 h 169"/>
                  <a:gd name="T32" fmla="*/ 11611 w 184"/>
                  <a:gd name="T33" fmla="*/ 15943 h 1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4" h="169">
                    <a:moveTo>
                      <a:pt x="184" y="84"/>
                    </a:moveTo>
                    <a:cubicBezTo>
                      <a:pt x="184" y="63"/>
                      <a:pt x="177" y="45"/>
                      <a:pt x="166" y="29"/>
                    </a:cubicBezTo>
                    <a:cubicBezTo>
                      <a:pt x="133" y="12"/>
                      <a:pt x="94" y="0"/>
                      <a:pt x="50" y="3"/>
                    </a:cubicBezTo>
                    <a:cubicBezTo>
                      <a:pt x="49" y="3"/>
                      <a:pt x="48" y="3"/>
                      <a:pt x="47" y="4"/>
                    </a:cubicBezTo>
                    <a:cubicBezTo>
                      <a:pt x="19" y="19"/>
                      <a:pt x="0" y="49"/>
                      <a:pt x="0" y="84"/>
                    </a:cubicBezTo>
                    <a:cubicBezTo>
                      <a:pt x="0" y="122"/>
                      <a:pt x="23" y="154"/>
                      <a:pt x="56" y="168"/>
                    </a:cubicBezTo>
                    <a:cubicBezTo>
                      <a:pt x="86" y="169"/>
                      <a:pt x="115" y="166"/>
                      <a:pt x="140" y="162"/>
                    </a:cubicBezTo>
                    <a:cubicBezTo>
                      <a:pt x="166" y="146"/>
                      <a:pt x="184" y="117"/>
                      <a:pt x="184" y="84"/>
                    </a:cubicBezTo>
                    <a:close/>
                    <a:moveTo>
                      <a:pt x="137" y="155"/>
                    </a:moveTo>
                    <a:cubicBezTo>
                      <a:pt x="108" y="159"/>
                      <a:pt x="82" y="161"/>
                      <a:pt x="57" y="161"/>
                    </a:cubicBezTo>
                    <a:cubicBezTo>
                      <a:pt x="27" y="148"/>
                      <a:pt x="7" y="117"/>
                      <a:pt x="7" y="84"/>
                    </a:cubicBezTo>
                    <a:cubicBezTo>
                      <a:pt x="7" y="54"/>
                      <a:pt x="24" y="26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87" y="8"/>
                      <a:pt x="124" y="16"/>
                      <a:pt x="161" y="35"/>
                    </a:cubicBezTo>
                    <a:cubicBezTo>
                      <a:pt x="171" y="50"/>
                      <a:pt x="176" y="66"/>
                      <a:pt x="176" y="84"/>
                    </a:cubicBezTo>
                    <a:cubicBezTo>
                      <a:pt x="176" y="113"/>
                      <a:pt x="162" y="140"/>
                      <a:pt x="137" y="155"/>
                    </a:cubicBezTo>
                    <a:close/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30454" name="Picture 121">
                <a:extLst>
                  <a:ext uri="{FF2B5EF4-FFF2-40B4-BE49-F238E27FC236}">
                    <a16:creationId xmlns:a16="http://schemas.microsoft.com/office/drawing/2014/main" id="{356AE4A1-9E90-4466-AA4F-723125DBC4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4" y="2096"/>
                <a:ext cx="329" cy="3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0455" name="Freeform 122">
                <a:extLst>
                  <a:ext uri="{FF2B5EF4-FFF2-40B4-BE49-F238E27FC236}">
                    <a16:creationId xmlns:a16="http://schemas.microsoft.com/office/drawing/2014/main" id="{96CCA93B-7B79-4186-BDA4-F10AEFE51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903"/>
                <a:ext cx="1581" cy="833"/>
              </a:xfrm>
              <a:custGeom>
                <a:avLst/>
                <a:gdLst>
                  <a:gd name="T0" fmla="*/ 28370 w 360"/>
                  <a:gd name="T1" fmla="*/ 14563 h 178"/>
                  <a:gd name="T2" fmla="*/ 13460 w 360"/>
                  <a:gd name="T3" fmla="*/ 16711 h 178"/>
                  <a:gd name="T4" fmla="*/ 848 w 360"/>
                  <a:gd name="T5" fmla="*/ 8718 h 178"/>
                  <a:gd name="T6" fmla="*/ 927 w 360"/>
                  <a:gd name="T7" fmla="*/ 8410 h 178"/>
                  <a:gd name="T8" fmla="*/ 1098 w 360"/>
                  <a:gd name="T9" fmla="*/ 8105 h 178"/>
                  <a:gd name="T10" fmla="*/ 1098 w 360"/>
                  <a:gd name="T11" fmla="*/ 8105 h 178"/>
                  <a:gd name="T12" fmla="*/ 1274 w 360"/>
                  <a:gd name="T13" fmla="*/ 7689 h 178"/>
                  <a:gd name="T14" fmla="*/ 1348 w 360"/>
                  <a:gd name="T15" fmla="*/ 7577 h 178"/>
                  <a:gd name="T16" fmla="*/ 1603 w 360"/>
                  <a:gd name="T17" fmla="*/ 7183 h 178"/>
                  <a:gd name="T18" fmla="*/ 1603 w 360"/>
                  <a:gd name="T19" fmla="*/ 7076 h 178"/>
                  <a:gd name="T20" fmla="*/ 1950 w 360"/>
                  <a:gd name="T21" fmla="*/ 6570 h 178"/>
                  <a:gd name="T22" fmla="*/ 1950 w 360"/>
                  <a:gd name="T23" fmla="*/ 6463 h 178"/>
                  <a:gd name="T24" fmla="*/ 2372 w 360"/>
                  <a:gd name="T25" fmla="*/ 5934 h 178"/>
                  <a:gd name="T26" fmla="*/ 2451 w 360"/>
                  <a:gd name="T27" fmla="*/ 5850 h 178"/>
                  <a:gd name="T28" fmla="*/ 2872 w 360"/>
                  <a:gd name="T29" fmla="*/ 5232 h 178"/>
                  <a:gd name="T30" fmla="*/ 2872 w 360"/>
                  <a:gd name="T31" fmla="*/ 5232 h 178"/>
                  <a:gd name="T32" fmla="*/ 4071 w 360"/>
                  <a:gd name="T33" fmla="*/ 3898 h 178"/>
                  <a:gd name="T34" fmla="*/ 4146 w 360"/>
                  <a:gd name="T35" fmla="*/ 3791 h 178"/>
                  <a:gd name="T36" fmla="*/ 4822 w 360"/>
                  <a:gd name="T37" fmla="*/ 3178 h 178"/>
                  <a:gd name="T38" fmla="*/ 4919 w 360"/>
                  <a:gd name="T39" fmla="*/ 3178 h 178"/>
                  <a:gd name="T40" fmla="*/ 5670 w 360"/>
                  <a:gd name="T41" fmla="*/ 2565 h 178"/>
                  <a:gd name="T42" fmla="*/ 5766 w 360"/>
                  <a:gd name="T43" fmla="*/ 2452 h 178"/>
                  <a:gd name="T44" fmla="*/ 6614 w 360"/>
                  <a:gd name="T45" fmla="*/ 1951 h 178"/>
                  <a:gd name="T46" fmla="*/ 6768 w 360"/>
                  <a:gd name="T47" fmla="*/ 1839 h 178"/>
                  <a:gd name="T48" fmla="*/ 7716 w 360"/>
                  <a:gd name="T49" fmla="*/ 1334 h 178"/>
                  <a:gd name="T50" fmla="*/ 7791 w 360"/>
                  <a:gd name="T51" fmla="*/ 1226 h 178"/>
                  <a:gd name="T52" fmla="*/ 8814 w 360"/>
                  <a:gd name="T53" fmla="*/ 810 h 178"/>
                  <a:gd name="T54" fmla="*/ 8990 w 360"/>
                  <a:gd name="T55" fmla="*/ 721 h 178"/>
                  <a:gd name="T56" fmla="*/ 10162 w 360"/>
                  <a:gd name="T57" fmla="*/ 417 h 178"/>
                  <a:gd name="T58" fmla="*/ 10241 w 360"/>
                  <a:gd name="T59" fmla="*/ 309 h 178"/>
                  <a:gd name="T60" fmla="*/ 11515 w 360"/>
                  <a:gd name="T61" fmla="*/ 0 h 178"/>
                  <a:gd name="T62" fmla="*/ 11515 w 360"/>
                  <a:gd name="T63" fmla="*/ 0 h 178"/>
                  <a:gd name="T64" fmla="*/ 0 w 360"/>
                  <a:gd name="T65" fmla="*/ 8915 h 178"/>
                  <a:gd name="T66" fmla="*/ 13460 w 360"/>
                  <a:gd name="T67" fmla="*/ 18134 h 178"/>
                  <a:gd name="T68" fmla="*/ 27444 w 360"/>
                  <a:gd name="T69" fmla="*/ 15373 h 178"/>
                  <a:gd name="T70" fmla="*/ 30491 w 360"/>
                  <a:gd name="T71" fmla="*/ 14652 h 178"/>
                  <a:gd name="T72" fmla="*/ 28370 w 360"/>
                  <a:gd name="T73" fmla="*/ 14563 h 17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60" h="178">
                    <a:moveTo>
                      <a:pt x="335" y="142"/>
                    </a:moveTo>
                    <a:cubicBezTo>
                      <a:pt x="313" y="142"/>
                      <a:pt x="242" y="165"/>
                      <a:pt x="159" y="163"/>
                    </a:cubicBezTo>
                    <a:cubicBezTo>
                      <a:pt x="76" y="162"/>
                      <a:pt x="22" y="111"/>
                      <a:pt x="10" y="85"/>
                    </a:cubicBezTo>
                    <a:cubicBezTo>
                      <a:pt x="10" y="84"/>
                      <a:pt x="10" y="83"/>
                      <a:pt x="11" y="82"/>
                    </a:cubicBezTo>
                    <a:cubicBezTo>
                      <a:pt x="12" y="82"/>
                      <a:pt x="12" y="81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78"/>
                      <a:pt x="14" y="76"/>
                      <a:pt x="15" y="75"/>
                    </a:cubicBezTo>
                    <a:cubicBezTo>
                      <a:pt x="15" y="75"/>
                      <a:pt x="16" y="75"/>
                      <a:pt x="16" y="74"/>
                    </a:cubicBezTo>
                    <a:cubicBezTo>
                      <a:pt x="17" y="73"/>
                      <a:pt x="18" y="72"/>
                      <a:pt x="19" y="70"/>
                    </a:cubicBezTo>
                    <a:cubicBezTo>
                      <a:pt x="19" y="70"/>
                      <a:pt x="19" y="70"/>
                      <a:pt x="19" y="69"/>
                    </a:cubicBezTo>
                    <a:cubicBezTo>
                      <a:pt x="20" y="68"/>
                      <a:pt x="22" y="66"/>
                      <a:pt x="23" y="64"/>
                    </a:cubicBezTo>
                    <a:cubicBezTo>
                      <a:pt x="23" y="64"/>
                      <a:pt x="23" y="64"/>
                      <a:pt x="23" y="63"/>
                    </a:cubicBezTo>
                    <a:cubicBezTo>
                      <a:pt x="25" y="62"/>
                      <a:pt x="26" y="60"/>
                      <a:pt x="28" y="58"/>
                    </a:cubicBezTo>
                    <a:cubicBezTo>
                      <a:pt x="28" y="58"/>
                      <a:pt x="28" y="57"/>
                      <a:pt x="29" y="57"/>
                    </a:cubicBezTo>
                    <a:cubicBezTo>
                      <a:pt x="30" y="55"/>
                      <a:pt x="32" y="53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8" y="47"/>
                      <a:pt x="43" y="42"/>
                      <a:pt x="48" y="38"/>
                    </a:cubicBezTo>
                    <a:cubicBezTo>
                      <a:pt x="49" y="38"/>
                      <a:pt x="49" y="38"/>
                      <a:pt x="49" y="37"/>
                    </a:cubicBezTo>
                    <a:cubicBezTo>
                      <a:pt x="52" y="35"/>
                      <a:pt x="54" y="33"/>
                      <a:pt x="57" y="31"/>
                    </a:cubicBezTo>
                    <a:cubicBezTo>
                      <a:pt x="57" y="31"/>
                      <a:pt x="58" y="31"/>
                      <a:pt x="58" y="31"/>
                    </a:cubicBezTo>
                    <a:cubicBezTo>
                      <a:pt x="61" y="29"/>
                      <a:pt x="64" y="27"/>
                      <a:pt x="67" y="25"/>
                    </a:cubicBezTo>
                    <a:cubicBezTo>
                      <a:pt x="67" y="25"/>
                      <a:pt x="68" y="24"/>
                      <a:pt x="68" y="24"/>
                    </a:cubicBezTo>
                    <a:cubicBezTo>
                      <a:pt x="71" y="22"/>
                      <a:pt x="75" y="20"/>
                      <a:pt x="78" y="19"/>
                    </a:cubicBezTo>
                    <a:cubicBezTo>
                      <a:pt x="79" y="18"/>
                      <a:pt x="79" y="18"/>
                      <a:pt x="80" y="18"/>
                    </a:cubicBezTo>
                    <a:cubicBezTo>
                      <a:pt x="83" y="16"/>
                      <a:pt x="87" y="15"/>
                      <a:pt x="91" y="13"/>
                    </a:cubicBezTo>
                    <a:cubicBezTo>
                      <a:pt x="91" y="13"/>
                      <a:pt x="92" y="13"/>
                      <a:pt x="92" y="12"/>
                    </a:cubicBezTo>
                    <a:cubicBezTo>
                      <a:pt x="96" y="11"/>
                      <a:pt x="100" y="9"/>
                      <a:pt x="104" y="8"/>
                    </a:cubicBezTo>
                    <a:cubicBezTo>
                      <a:pt x="105" y="8"/>
                      <a:pt x="106" y="8"/>
                      <a:pt x="106" y="7"/>
                    </a:cubicBezTo>
                    <a:cubicBezTo>
                      <a:pt x="110" y="6"/>
                      <a:pt x="115" y="5"/>
                      <a:pt x="120" y="4"/>
                    </a:cubicBezTo>
                    <a:cubicBezTo>
                      <a:pt x="120" y="4"/>
                      <a:pt x="120" y="4"/>
                      <a:pt x="121" y="3"/>
                    </a:cubicBezTo>
                    <a:cubicBezTo>
                      <a:pt x="126" y="2"/>
                      <a:pt x="131" y="1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39" y="12"/>
                      <a:pt x="5" y="77"/>
                      <a:pt x="0" y="87"/>
                    </a:cubicBezTo>
                    <a:cubicBezTo>
                      <a:pt x="12" y="113"/>
                      <a:pt x="76" y="176"/>
                      <a:pt x="159" y="177"/>
                    </a:cubicBezTo>
                    <a:cubicBezTo>
                      <a:pt x="242" y="178"/>
                      <a:pt x="297" y="155"/>
                      <a:pt x="324" y="150"/>
                    </a:cubicBezTo>
                    <a:cubicBezTo>
                      <a:pt x="336" y="147"/>
                      <a:pt x="350" y="145"/>
                      <a:pt x="360" y="143"/>
                    </a:cubicBezTo>
                    <a:cubicBezTo>
                      <a:pt x="352" y="143"/>
                      <a:pt x="343" y="142"/>
                      <a:pt x="335" y="142"/>
                    </a:cubicBezTo>
                    <a:close/>
                  </a:path>
                </a:pathLst>
              </a:custGeom>
              <a:solidFill>
                <a:srgbClr val="F4C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6" name="Freeform 123">
                <a:extLst>
                  <a:ext uri="{FF2B5EF4-FFF2-40B4-BE49-F238E27FC236}">
                    <a16:creationId xmlns:a16="http://schemas.microsoft.com/office/drawing/2014/main" id="{523BB2C8-9C00-4F01-8214-5C40F0A25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329"/>
                <a:ext cx="163" cy="248"/>
              </a:xfrm>
              <a:custGeom>
                <a:avLst/>
                <a:gdLst>
                  <a:gd name="T0" fmla="*/ 604 w 37"/>
                  <a:gd name="T1" fmla="*/ 108 h 53"/>
                  <a:gd name="T2" fmla="*/ 604 w 37"/>
                  <a:gd name="T3" fmla="*/ 0 h 53"/>
                  <a:gd name="T4" fmla="*/ 0 w 37"/>
                  <a:gd name="T5" fmla="*/ 5320 h 53"/>
                  <a:gd name="T6" fmla="*/ 1106 w 37"/>
                  <a:gd name="T7" fmla="*/ 5428 h 53"/>
                  <a:gd name="T8" fmla="*/ 3084 w 37"/>
                  <a:gd name="T9" fmla="*/ 3678 h 53"/>
                  <a:gd name="T10" fmla="*/ 604 w 37"/>
                  <a:gd name="T11" fmla="*/ 10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3">
                    <a:moveTo>
                      <a:pt x="7" y="1"/>
                    </a:moveTo>
                    <a:cubicBezTo>
                      <a:pt x="7" y="1"/>
                      <a:pt x="7" y="0"/>
                      <a:pt x="7" y="0"/>
                    </a:cubicBezTo>
                    <a:cubicBezTo>
                      <a:pt x="10" y="17"/>
                      <a:pt x="7" y="34"/>
                      <a:pt x="0" y="52"/>
                    </a:cubicBezTo>
                    <a:cubicBezTo>
                      <a:pt x="4" y="52"/>
                      <a:pt x="9" y="52"/>
                      <a:pt x="13" y="53"/>
                    </a:cubicBezTo>
                    <a:cubicBezTo>
                      <a:pt x="25" y="53"/>
                      <a:pt x="35" y="46"/>
                      <a:pt x="36" y="36"/>
                    </a:cubicBezTo>
                    <a:cubicBezTo>
                      <a:pt x="37" y="17"/>
                      <a:pt x="12" y="5"/>
                      <a:pt x="7" y="1"/>
                    </a:cubicBezTo>
                    <a:close/>
                  </a:path>
                </a:pathLst>
              </a:custGeom>
              <a:solidFill>
                <a:srgbClr val="F5D7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7" name="Freeform 124">
                <a:extLst>
                  <a:ext uri="{FF2B5EF4-FFF2-40B4-BE49-F238E27FC236}">
                    <a16:creationId xmlns:a16="http://schemas.microsoft.com/office/drawing/2014/main" id="{9BF028C6-550D-43ED-A5F1-3999B33D5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198"/>
                <a:ext cx="175" cy="84"/>
              </a:xfrm>
              <a:custGeom>
                <a:avLst/>
                <a:gdLst>
                  <a:gd name="T0" fmla="*/ 0 w 40"/>
                  <a:gd name="T1" fmla="*/ 1330 h 18"/>
                  <a:gd name="T2" fmla="*/ 3351 w 40"/>
                  <a:gd name="T3" fmla="*/ 915 h 18"/>
                  <a:gd name="T4" fmla="*/ 1684 w 40"/>
                  <a:gd name="T5" fmla="*/ 611 h 18"/>
                  <a:gd name="T6" fmla="*/ 0 w 40"/>
                  <a:gd name="T7" fmla="*/ 10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8">
                    <a:moveTo>
                      <a:pt x="0" y="13"/>
                    </a:moveTo>
                    <a:cubicBezTo>
                      <a:pt x="6" y="18"/>
                      <a:pt x="35" y="17"/>
                      <a:pt x="40" y="9"/>
                    </a:cubicBezTo>
                    <a:cubicBezTo>
                      <a:pt x="35" y="5"/>
                      <a:pt x="28" y="9"/>
                      <a:pt x="20" y="6"/>
                    </a:cubicBezTo>
                    <a:cubicBezTo>
                      <a:pt x="13" y="4"/>
                      <a:pt x="9" y="0"/>
                      <a:pt x="0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8" name="Freeform 125">
                <a:extLst>
                  <a:ext uri="{FF2B5EF4-FFF2-40B4-BE49-F238E27FC236}">
                    <a16:creationId xmlns:a16="http://schemas.microsoft.com/office/drawing/2014/main" id="{6FF15964-B0A5-4317-947C-98382AC51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305"/>
                <a:ext cx="171" cy="117"/>
              </a:xfrm>
              <a:custGeom>
                <a:avLst/>
                <a:gdLst>
                  <a:gd name="T0" fmla="*/ 0 w 39"/>
                  <a:gd name="T1" fmla="*/ 1226 h 25"/>
                  <a:gd name="T2" fmla="*/ 3288 w 39"/>
                  <a:gd name="T3" fmla="*/ 417 h 25"/>
                  <a:gd name="T4" fmla="*/ 2442 w 39"/>
                  <a:gd name="T5" fmla="*/ 1535 h 25"/>
                  <a:gd name="T6" fmla="*/ 846 w 39"/>
                  <a:gd name="T7" fmla="*/ 2565 h 25"/>
                  <a:gd name="T8" fmla="*/ 0 w 39"/>
                  <a:gd name="T9" fmla="*/ 214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12"/>
                    </a:moveTo>
                    <a:cubicBezTo>
                      <a:pt x="5" y="8"/>
                      <a:pt x="33" y="0"/>
                      <a:pt x="39" y="4"/>
                    </a:cubicBezTo>
                    <a:cubicBezTo>
                      <a:pt x="33" y="6"/>
                      <a:pt x="30" y="10"/>
                      <a:pt x="29" y="15"/>
                    </a:cubicBezTo>
                    <a:cubicBezTo>
                      <a:pt x="20" y="12"/>
                      <a:pt x="12" y="16"/>
                      <a:pt x="10" y="25"/>
                    </a:cubicBezTo>
                    <a:cubicBezTo>
                      <a:pt x="3" y="22"/>
                      <a:pt x="2" y="19"/>
                      <a:pt x="0" y="2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9" name="Freeform 126">
                <a:extLst>
                  <a:ext uri="{FF2B5EF4-FFF2-40B4-BE49-F238E27FC236}">
                    <a16:creationId xmlns:a16="http://schemas.microsoft.com/office/drawing/2014/main" id="{F60DDDE3-677F-4412-BF93-20AB902E9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390"/>
                <a:ext cx="132" cy="117"/>
              </a:xfrm>
              <a:custGeom>
                <a:avLst/>
                <a:gdLst>
                  <a:gd name="T0" fmla="*/ 0 w 30"/>
                  <a:gd name="T1" fmla="*/ 2256 h 25"/>
                  <a:gd name="T2" fmla="*/ 2556 w 30"/>
                  <a:gd name="T3" fmla="*/ 309 h 25"/>
                  <a:gd name="T4" fmla="*/ 1531 w 30"/>
                  <a:gd name="T5" fmla="*/ 1334 h 25"/>
                  <a:gd name="T6" fmla="*/ 1452 w 30"/>
                  <a:gd name="T7" fmla="*/ 2256 h 25"/>
                  <a:gd name="T8" fmla="*/ 854 w 30"/>
                  <a:gd name="T9" fmla="*/ 256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0" y="22"/>
                    </a:moveTo>
                    <a:cubicBezTo>
                      <a:pt x="7" y="16"/>
                      <a:pt x="22" y="0"/>
                      <a:pt x="30" y="3"/>
                    </a:cubicBezTo>
                    <a:cubicBezTo>
                      <a:pt x="27" y="7"/>
                      <a:pt x="25" y="13"/>
                      <a:pt x="18" y="13"/>
                    </a:cubicBezTo>
                    <a:cubicBezTo>
                      <a:pt x="18" y="16"/>
                      <a:pt x="17" y="19"/>
                      <a:pt x="17" y="22"/>
                    </a:cubicBezTo>
                    <a:cubicBezTo>
                      <a:pt x="13" y="21"/>
                      <a:pt x="11" y="25"/>
                      <a:pt x="10" y="25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0" name="Freeform 127">
                <a:extLst>
                  <a:ext uri="{FF2B5EF4-FFF2-40B4-BE49-F238E27FC236}">
                    <a16:creationId xmlns:a16="http://schemas.microsoft.com/office/drawing/2014/main" id="{B92DED18-7807-448E-BE3C-240879790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441"/>
                <a:ext cx="127" cy="117"/>
              </a:xfrm>
              <a:custGeom>
                <a:avLst/>
                <a:gdLst>
                  <a:gd name="T0" fmla="*/ 0 w 29"/>
                  <a:gd name="T1" fmla="*/ 2565 h 25"/>
                  <a:gd name="T2" fmla="*/ 2435 w 29"/>
                  <a:gd name="T3" fmla="*/ 0 h 25"/>
                  <a:gd name="T4" fmla="*/ 1344 w 29"/>
                  <a:gd name="T5" fmla="*/ 236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0" y="25"/>
                    </a:moveTo>
                    <a:cubicBezTo>
                      <a:pt x="10" y="16"/>
                      <a:pt x="16" y="2"/>
                      <a:pt x="29" y="0"/>
                    </a:cubicBezTo>
                    <a:cubicBezTo>
                      <a:pt x="28" y="8"/>
                      <a:pt x="19" y="14"/>
                      <a:pt x="16" y="23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1" name="Freeform 128">
                <a:extLst>
                  <a:ext uri="{FF2B5EF4-FFF2-40B4-BE49-F238E27FC236}">
                    <a16:creationId xmlns:a16="http://schemas.microsoft.com/office/drawing/2014/main" id="{72657C10-DF89-4445-A817-7ACB038D0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465"/>
                <a:ext cx="48" cy="93"/>
              </a:xfrm>
              <a:custGeom>
                <a:avLst/>
                <a:gdLst>
                  <a:gd name="T0" fmla="*/ 0 w 11"/>
                  <a:gd name="T1" fmla="*/ 2009 h 20"/>
                  <a:gd name="T2" fmla="*/ 838 w 11"/>
                  <a:gd name="T3" fmla="*/ 0 h 20"/>
                  <a:gd name="T4" fmla="*/ 668 w 11"/>
                  <a:gd name="T5" fmla="*/ 110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1" y="12"/>
                      <a:pt x="2" y="3"/>
                      <a:pt x="10" y="0"/>
                    </a:cubicBezTo>
                    <a:cubicBezTo>
                      <a:pt x="11" y="3"/>
                      <a:pt x="10" y="7"/>
                      <a:pt x="8" y="1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2" name="Freeform 129">
                <a:extLst>
                  <a:ext uri="{FF2B5EF4-FFF2-40B4-BE49-F238E27FC236}">
                    <a16:creationId xmlns:a16="http://schemas.microsoft.com/office/drawing/2014/main" id="{2BD169FB-4623-408A-AD4D-060335D3E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465"/>
                <a:ext cx="44" cy="145"/>
              </a:xfrm>
              <a:custGeom>
                <a:avLst/>
                <a:gdLst>
                  <a:gd name="T0" fmla="*/ 598 w 10"/>
                  <a:gd name="T1" fmla="*/ 2671 h 31"/>
                  <a:gd name="T2" fmla="*/ 502 w 10"/>
                  <a:gd name="T3" fmla="*/ 0 h 31"/>
                  <a:gd name="T4" fmla="*/ 854 w 10"/>
                  <a:gd name="T5" fmla="*/ 317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1">
                    <a:moveTo>
                      <a:pt x="7" y="26"/>
                    </a:moveTo>
                    <a:cubicBezTo>
                      <a:pt x="0" y="20"/>
                      <a:pt x="1" y="7"/>
                      <a:pt x="6" y="0"/>
                    </a:cubicBezTo>
                    <a:cubicBezTo>
                      <a:pt x="10" y="8"/>
                      <a:pt x="10" y="20"/>
                      <a:pt x="10" y="3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3" name="Freeform 130">
                <a:extLst>
                  <a:ext uri="{FF2B5EF4-FFF2-40B4-BE49-F238E27FC236}">
                    <a16:creationId xmlns:a16="http://schemas.microsoft.com/office/drawing/2014/main" id="{572673E7-BAA6-4CF9-8089-F944F1C53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450"/>
                <a:ext cx="62" cy="164"/>
              </a:xfrm>
              <a:custGeom>
                <a:avLst/>
                <a:gdLst>
                  <a:gd name="T0" fmla="*/ 531 w 14"/>
                  <a:gd name="T1" fmla="*/ 3491 h 35"/>
                  <a:gd name="T2" fmla="*/ 257 w 14"/>
                  <a:gd name="T3" fmla="*/ 0 h 35"/>
                  <a:gd name="T4" fmla="*/ 1218 w 14"/>
                  <a:gd name="T5" fmla="*/ 359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6" y="34"/>
                    </a:moveTo>
                    <a:cubicBezTo>
                      <a:pt x="7" y="22"/>
                      <a:pt x="0" y="10"/>
                      <a:pt x="3" y="0"/>
                    </a:cubicBezTo>
                    <a:cubicBezTo>
                      <a:pt x="10" y="8"/>
                      <a:pt x="10" y="25"/>
                      <a:pt x="14" y="35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4" name="Freeform 131">
                <a:extLst>
                  <a:ext uri="{FF2B5EF4-FFF2-40B4-BE49-F238E27FC236}">
                    <a16:creationId xmlns:a16="http://schemas.microsoft.com/office/drawing/2014/main" id="{EC6E4E92-4773-4AB3-8AD3-455908BCF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418"/>
                <a:ext cx="92" cy="159"/>
              </a:xfrm>
              <a:custGeom>
                <a:avLst/>
                <a:gdLst>
                  <a:gd name="T0" fmla="*/ 1766 w 21"/>
                  <a:gd name="T1" fmla="*/ 2867 h 34"/>
                  <a:gd name="T2" fmla="*/ 0 w 21"/>
                  <a:gd name="T3" fmla="*/ 416 h 34"/>
                  <a:gd name="T4" fmla="*/ 920 w 21"/>
                  <a:gd name="T5" fmla="*/ 102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4">
                    <a:moveTo>
                      <a:pt x="21" y="28"/>
                    </a:moveTo>
                    <a:cubicBezTo>
                      <a:pt x="7" y="34"/>
                      <a:pt x="4" y="14"/>
                      <a:pt x="0" y="4"/>
                    </a:cubicBezTo>
                    <a:cubicBezTo>
                      <a:pt x="6" y="0"/>
                      <a:pt x="10" y="3"/>
                      <a:pt x="11" y="1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5" name="Freeform 132">
                <a:extLst>
                  <a:ext uri="{FF2B5EF4-FFF2-40B4-BE49-F238E27FC236}">
                    <a16:creationId xmlns:a16="http://schemas.microsoft.com/office/drawing/2014/main" id="{3CEC2D04-068B-41A2-8092-62AD55A15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404"/>
                <a:ext cx="22" cy="37"/>
              </a:xfrm>
              <a:custGeom>
                <a:avLst/>
                <a:gdLst>
                  <a:gd name="T0" fmla="*/ 348 w 5"/>
                  <a:gd name="T1" fmla="*/ 791 h 8"/>
                  <a:gd name="T2" fmla="*/ 0 w 5"/>
                  <a:gd name="T3" fmla="*/ 301 h 8"/>
                  <a:gd name="T4" fmla="*/ 427 w 5"/>
                  <a:gd name="T5" fmla="*/ 10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4" y="8"/>
                    </a:moveTo>
                    <a:cubicBezTo>
                      <a:pt x="2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6" name="Freeform 133">
                <a:extLst>
                  <a:ext uri="{FF2B5EF4-FFF2-40B4-BE49-F238E27FC236}">
                    <a16:creationId xmlns:a16="http://schemas.microsoft.com/office/drawing/2014/main" id="{F0DAC6F7-7A3C-42E1-AC8E-881B55149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324"/>
                <a:ext cx="171" cy="70"/>
              </a:xfrm>
              <a:custGeom>
                <a:avLst/>
                <a:gdLst>
                  <a:gd name="T0" fmla="*/ 3113 w 39"/>
                  <a:gd name="T1" fmla="*/ 915 h 15"/>
                  <a:gd name="T2" fmla="*/ 346 w 39"/>
                  <a:gd name="T3" fmla="*/ 107 h 15"/>
                  <a:gd name="T4" fmla="*/ 3288 w 39"/>
                  <a:gd name="T5" fmla="*/ 4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5">
                    <a:moveTo>
                      <a:pt x="37" y="9"/>
                    </a:moveTo>
                    <a:cubicBezTo>
                      <a:pt x="26" y="9"/>
                      <a:pt x="0" y="15"/>
                      <a:pt x="4" y="1"/>
                    </a:cubicBezTo>
                    <a:cubicBezTo>
                      <a:pt x="16" y="0"/>
                      <a:pt x="27" y="4"/>
                      <a:pt x="39" y="4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7" name="Freeform 134">
                <a:extLst>
                  <a:ext uri="{FF2B5EF4-FFF2-40B4-BE49-F238E27FC236}">
                    <a16:creationId xmlns:a16="http://schemas.microsoft.com/office/drawing/2014/main" id="{D19CA20A-EF57-4F22-A4B3-CDE815BCB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273"/>
                <a:ext cx="79" cy="23"/>
              </a:xfrm>
              <a:custGeom>
                <a:avLst/>
                <a:gdLst>
                  <a:gd name="T0" fmla="*/ 1523 w 18"/>
                  <a:gd name="T1" fmla="*/ 382 h 5"/>
                  <a:gd name="T2" fmla="*/ 0 w 18"/>
                  <a:gd name="T3" fmla="*/ 189 h 5"/>
                  <a:gd name="T4" fmla="*/ 500 w 18"/>
                  <a:gd name="T5" fmla="*/ 10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">
                    <a:moveTo>
                      <a:pt x="18" y="4"/>
                    </a:moveTo>
                    <a:cubicBezTo>
                      <a:pt x="11" y="5"/>
                      <a:pt x="5" y="5"/>
                      <a:pt x="0" y="2"/>
                    </a:cubicBezTo>
                    <a:cubicBezTo>
                      <a:pt x="2" y="0"/>
                      <a:pt x="3" y="2"/>
                      <a:pt x="6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8" name="Freeform 135">
                <a:extLst>
                  <a:ext uri="{FF2B5EF4-FFF2-40B4-BE49-F238E27FC236}">
                    <a16:creationId xmlns:a16="http://schemas.microsoft.com/office/drawing/2014/main" id="{761C27D2-BC4D-48C8-9B2B-D73194DD2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940"/>
                <a:ext cx="65" cy="150"/>
              </a:xfrm>
              <a:custGeom>
                <a:avLst/>
                <a:gdLst>
                  <a:gd name="T0" fmla="*/ 74 w 15"/>
                  <a:gd name="T1" fmla="*/ 417 h 32"/>
                  <a:gd name="T2" fmla="*/ 806 w 15"/>
                  <a:gd name="T3" fmla="*/ 3295 h 32"/>
                  <a:gd name="T4" fmla="*/ 1053 w 15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2">
                    <a:moveTo>
                      <a:pt x="1" y="4"/>
                    </a:moveTo>
                    <a:cubicBezTo>
                      <a:pt x="1" y="14"/>
                      <a:pt x="0" y="29"/>
                      <a:pt x="10" y="32"/>
                    </a:cubicBezTo>
                    <a:cubicBezTo>
                      <a:pt x="15" y="23"/>
                      <a:pt x="7" y="11"/>
                      <a:pt x="13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9" name="Freeform 136">
                <a:extLst>
                  <a:ext uri="{FF2B5EF4-FFF2-40B4-BE49-F238E27FC236}">
                    <a16:creationId xmlns:a16="http://schemas.microsoft.com/office/drawing/2014/main" id="{0CFF0EFB-9777-4A6C-8442-E2A14FD73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034"/>
                <a:ext cx="35" cy="51"/>
              </a:xfrm>
              <a:custGeom>
                <a:avLst/>
                <a:gdLst>
                  <a:gd name="T0" fmla="*/ 171 w 8"/>
                  <a:gd name="T1" fmla="*/ 0 h 11"/>
                  <a:gd name="T2" fmla="*/ 79 w 8"/>
                  <a:gd name="T3" fmla="*/ 797 h 11"/>
                  <a:gd name="T4" fmla="*/ 669 w 8"/>
                  <a:gd name="T5" fmla="*/ 10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1" y="2"/>
                      <a:pt x="0" y="5"/>
                      <a:pt x="1" y="8"/>
                    </a:cubicBezTo>
                    <a:cubicBezTo>
                      <a:pt x="7" y="11"/>
                      <a:pt x="7" y="7"/>
                      <a:pt x="8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0" name="Freeform 137">
                <a:extLst>
                  <a:ext uri="{FF2B5EF4-FFF2-40B4-BE49-F238E27FC236}">
                    <a16:creationId xmlns:a16="http://schemas.microsoft.com/office/drawing/2014/main" id="{0142BE0C-E722-4405-B177-C9CD53856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977"/>
                <a:ext cx="88" cy="132"/>
              </a:xfrm>
              <a:custGeom>
                <a:avLst/>
                <a:gdLst>
                  <a:gd name="T0" fmla="*/ 928 w 20"/>
                  <a:gd name="T1" fmla="*/ 0 h 28"/>
                  <a:gd name="T2" fmla="*/ 0 w 20"/>
                  <a:gd name="T3" fmla="*/ 2513 h 28"/>
                  <a:gd name="T4" fmla="*/ 1703 w 20"/>
                  <a:gd name="T5" fmla="*/ 42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11" y="0"/>
                    </a:moveTo>
                    <a:cubicBezTo>
                      <a:pt x="8" y="8"/>
                      <a:pt x="3" y="16"/>
                      <a:pt x="0" y="24"/>
                    </a:cubicBezTo>
                    <a:cubicBezTo>
                      <a:pt x="7" y="28"/>
                      <a:pt x="16" y="12"/>
                      <a:pt x="20" y="4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1" name="Freeform 138">
                <a:extLst>
                  <a:ext uri="{FF2B5EF4-FFF2-40B4-BE49-F238E27FC236}">
                    <a16:creationId xmlns:a16="http://schemas.microsoft.com/office/drawing/2014/main" id="{9D11C728-3685-4C43-ADD7-B29CAB19E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038"/>
                <a:ext cx="92" cy="108"/>
              </a:xfrm>
              <a:custGeom>
                <a:avLst/>
                <a:gdLst>
                  <a:gd name="T0" fmla="*/ 499 w 21"/>
                  <a:gd name="T1" fmla="*/ 1146 h 23"/>
                  <a:gd name="T2" fmla="*/ 0 w 21"/>
                  <a:gd name="T3" fmla="*/ 1766 h 23"/>
                  <a:gd name="T4" fmla="*/ 1766 w 21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6" y="11"/>
                    </a:moveTo>
                    <a:cubicBezTo>
                      <a:pt x="3" y="13"/>
                      <a:pt x="0" y="13"/>
                      <a:pt x="0" y="17"/>
                    </a:cubicBezTo>
                    <a:cubicBezTo>
                      <a:pt x="9" y="23"/>
                      <a:pt x="12" y="4"/>
                      <a:pt x="21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2" name="Freeform 139">
                <a:extLst>
                  <a:ext uri="{FF2B5EF4-FFF2-40B4-BE49-F238E27FC236}">
                    <a16:creationId xmlns:a16="http://schemas.microsoft.com/office/drawing/2014/main" id="{D1DE9124-DA41-40D6-B2A8-0C14AD70B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104"/>
                <a:ext cx="158" cy="122"/>
              </a:xfrm>
              <a:custGeom>
                <a:avLst/>
                <a:gdLst>
                  <a:gd name="T0" fmla="*/ 1773 w 36"/>
                  <a:gd name="T1" fmla="*/ 0 h 26"/>
                  <a:gd name="T2" fmla="*/ 0 w 36"/>
                  <a:gd name="T3" fmla="*/ 1455 h 26"/>
                  <a:gd name="T4" fmla="*/ 1444 w 36"/>
                  <a:gd name="T5" fmla="*/ 1037 h 26"/>
                  <a:gd name="T6" fmla="*/ 3042 w 36"/>
                  <a:gd name="T7" fmla="*/ 72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6">
                    <a:moveTo>
                      <a:pt x="21" y="0"/>
                    </a:moveTo>
                    <a:cubicBezTo>
                      <a:pt x="13" y="3"/>
                      <a:pt x="6" y="9"/>
                      <a:pt x="0" y="14"/>
                    </a:cubicBezTo>
                    <a:cubicBezTo>
                      <a:pt x="9" y="26"/>
                      <a:pt x="11" y="12"/>
                      <a:pt x="17" y="10"/>
                    </a:cubicBezTo>
                    <a:cubicBezTo>
                      <a:pt x="25" y="7"/>
                      <a:pt x="28" y="8"/>
                      <a:pt x="36" y="7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3" name="Freeform 140">
                <a:extLst>
                  <a:ext uri="{FF2B5EF4-FFF2-40B4-BE49-F238E27FC236}">
                    <a16:creationId xmlns:a16="http://schemas.microsoft.com/office/drawing/2014/main" id="{312FA20A-C3A0-4F3B-96CD-412A0B36D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202"/>
                <a:ext cx="128" cy="33"/>
              </a:xfrm>
              <a:custGeom>
                <a:avLst/>
                <a:gdLst>
                  <a:gd name="T0" fmla="*/ 1382 w 29"/>
                  <a:gd name="T1" fmla="*/ 113 h 7"/>
                  <a:gd name="T2" fmla="*/ 0 w 29"/>
                  <a:gd name="T3" fmla="*/ 311 h 7"/>
                  <a:gd name="T4" fmla="*/ 2494 w 29"/>
                  <a:gd name="T5" fmla="*/ 73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">
                    <a:moveTo>
                      <a:pt x="16" y="1"/>
                    </a:moveTo>
                    <a:cubicBezTo>
                      <a:pt x="11" y="0"/>
                      <a:pt x="5" y="1"/>
                      <a:pt x="0" y="3"/>
                    </a:cubicBezTo>
                    <a:cubicBezTo>
                      <a:pt x="9" y="4"/>
                      <a:pt x="19" y="6"/>
                      <a:pt x="29" y="7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4" name="Freeform 141">
                <a:extLst>
                  <a:ext uri="{FF2B5EF4-FFF2-40B4-BE49-F238E27FC236}">
                    <a16:creationId xmlns:a16="http://schemas.microsoft.com/office/drawing/2014/main" id="{84AA919E-B90D-4E1D-B3F1-3ADED3F01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113"/>
                <a:ext cx="128" cy="75"/>
              </a:xfrm>
              <a:custGeom>
                <a:avLst/>
                <a:gdLst>
                  <a:gd name="T0" fmla="*/ 0 w 29"/>
                  <a:gd name="T1" fmla="*/ 0 h 16"/>
                  <a:gd name="T2" fmla="*/ 2494 w 29"/>
                  <a:gd name="T3" fmla="*/ 1233 h 16"/>
                  <a:gd name="T4" fmla="*/ 1284 w 29"/>
                  <a:gd name="T5" fmla="*/ 30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3" y="8"/>
                      <a:pt x="21" y="16"/>
                      <a:pt x="29" y="12"/>
                    </a:cubicBezTo>
                    <a:cubicBezTo>
                      <a:pt x="24" y="10"/>
                      <a:pt x="17" y="8"/>
                      <a:pt x="15" y="3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5" name="Freeform 142">
                <a:extLst>
                  <a:ext uri="{FF2B5EF4-FFF2-40B4-BE49-F238E27FC236}">
                    <a16:creationId xmlns:a16="http://schemas.microsoft.com/office/drawing/2014/main" id="{DA3E82E6-564A-4191-81C1-A446C192B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099"/>
                <a:ext cx="40" cy="33"/>
              </a:xfrm>
              <a:custGeom>
                <a:avLst/>
                <a:gdLst>
                  <a:gd name="T0" fmla="*/ 0 w 9"/>
                  <a:gd name="T1" fmla="*/ 113 h 7"/>
                  <a:gd name="T2" fmla="*/ 436 w 9"/>
                  <a:gd name="T3" fmla="*/ 735 h 7"/>
                  <a:gd name="T4" fmla="*/ 356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1"/>
                    </a:moveTo>
                    <a:cubicBezTo>
                      <a:pt x="1" y="4"/>
                      <a:pt x="2" y="6"/>
                      <a:pt x="5" y="7"/>
                    </a:cubicBezTo>
                    <a:cubicBezTo>
                      <a:pt x="9" y="4"/>
                      <a:pt x="6" y="3"/>
                      <a:pt x="4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6" name="Freeform 143">
                <a:extLst>
                  <a:ext uri="{FF2B5EF4-FFF2-40B4-BE49-F238E27FC236}">
                    <a16:creationId xmlns:a16="http://schemas.microsoft.com/office/drawing/2014/main" id="{6D1664C1-979F-4A3B-92EB-F86737BD1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940"/>
                <a:ext cx="101" cy="178"/>
              </a:xfrm>
              <a:custGeom>
                <a:avLst/>
                <a:gdLst>
                  <a:gd name="T0" fmla="*/ 0 w 23"/>
                  <a:gd name="T1" fmla="*/ 1143 h 38"/>
                  <a:gd name="T2" fmla="*/ 1445 w 23"/>
                  <a:gd name="T3" fmla="*/ 3907 h 38"/>
                  <a:gd name="T4" fmla="*/ 501 w 23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8">
                    <a:moveTo>
                      <a:pt x="0" y="11"/>
                    </a:moveTo>
                    <a:cubicBezTo>
                      <a:pt x="2" y="23"/>
                      <a:pt x="14" y="27"/>
                      <a:pt x="17" y="38"/>
                    </a:cubicBezTo>
                    <a:cubicBezTo>
                      <a:pt x="23" y="34"/>
                      <a:pt x="7" y="12"/>
                      <a:pt x="6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7" name="Freeform 144">
                <a:extLst>
                  <a:ext uri="{FF2B5EF4-FFF2-40B4-BE49-F238E27FC236}">
                    <a16:creationId xmlns:a16="http://schemas.microsoft.com/office/drawing/2014/main" id="{25F81DF7-61E2-45E7-BF21-31241C66C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935"/>
                <a:ext cx="75" cy="136"/>
              </a:xfrm>
              <a:custGeom>
                <a:avLst/>
                <a:gdLst>
                  <a:gd name="T0" fmla="*/ 0 w 17"/>
                  <a:gd name="T1" fmla="*/ 417 h 29"/>
                  <a:gd name="T2" fmla="*/ 776 w 17"/>
                  <a:gd name="T3" fmla="*/ 2992 h 29"/>
                  <a:gd name="T4" fmla="*/ 856 w 1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0" y="4"/>
                    </a:moveTo>
                    <a:cubicBezTo>
                      <a:pt x="2" y="13"/>
                      <a:pt x="7" y="21"/>
                      <a:pt x="9" y="29"/>
                    </a:cubicBezTo>
                    <a:cubicBezTo>
                      <a:pt x="17" y="20"/>
                      <a:pt x="5" y="10"/>
                      <a:pt x="10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8" name="Freeform 145">
                <a:extLst>
                  <a:ext uri="{FF2B5EF4-FFF2-40B4-BE49-F238E27FC236}">
                    <a16:creationId xmlns:a16="http://schemas.microsoft.com/office/drawing/2014/main" id="{F31E25BA-4FBC-4848-8A37-09A0F211F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408"/>
                <a:ext cx="79" cy="80"/>
              </a:xfrm>
              <a:custGeom>
                <a:avLst/>
                <a:gdLst>
                  <a:gd name="T0" fmla="*/ 1273 w 18"/>
                  <a:gd name="T1" fmla="*/ 842 h 17"/>
                  <a:gd name="T2" fmla="*/ 0 w 18"/>
                  <a:gd name="T3" fmla="*/ 532 h 17"/>
                  <a:gd name="T4" fmla="*/ 847 w 18"/>
                  <a:gd name="T5" fmla="*/ 932 h 17"/>
                  <a:gd name="T6" fmla="*/ 1523 w 18"/>
                  <a:gd name="T7" fmla="*/ 176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15" y="8"/>
                    </a:moveTo>
                    <a:cubicBezTo>
                      <a:pt x="12" y="6"/>
                      <a:pt x="0" y="0"/>
                      <a:pt x="0" y="5"/>
                    </a:cubicBezTo>
                    <a:cubicBezTo>
                      <a:pt x="3" y="6"/>
                      <a:pt x="8" y="7"/>
                      <a:pt x="10" y="9"/>
                    </a:cubicBezTo>
                    <a:cubicBezTo>
                      <a:pt x="13" y="11"/>
                      <a:pt x="15" y="15"/>
                      <a:pt x="18" y="17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9" name="Freeform 146">
                <a:extLst>
                  <a:ext uri="{FF2B5EF4-FFF2-40B4-BE49-F238E27FC236}">
                    <a16:creationId xmlns:a16="http://schemas.microsoft.com/office/drawing/2014/main" id="{C91E5BCE-1F5B-417F-B7B9-057E56E2D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530"/>
                <a:ext cx="35" cy="89"/>
              </a:xfrm>
              <a:custGeom>
                <a:avLst/>
                <a:gdLst>
                  <a:gd name="T0" fmla="*/ 0 w 8"/>
                  <a:gd name="T1" fmla="*/ 1953 h 19"/>
                  <a:gd name="T2" fmla="*/ 249 w 8"/>
                  <a:gd name="T3" fmla="*/ 1227 h 19"/>
                  <a:gd name="T4" fmla="*/ 346 w 8"/>
                  <a:gd name="T5" fmla="*/ 614 h 19"/>
                  <a:gd name="T6" fmla="*/ 499 w 8"/>
                  <a:gd name="T7" fmla="*/ 0 h 19"/>
                  <a:gd name="T8" fmla="*/ 499 w 8"/>
                  <a:gd name="T9" fmla="*/ 1340 h 19"/>
                  <a:gd name="T10" fmla="*/ 346 w 8"/>
                  <a:gd name="T11" fmla="*/ 195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9">
                    <a:moveTo>
                      <a:pt x="0" y="19"/>
                    </a:moveTo>
                    <a:cubicBezTo>
                      <a:pt x="1" y="15"/>
                      <a:pt x="1" y="17"/>
                      <a:pt x="3" y="12"/>
                    </a:cubicBezTo>
                    <a:cubicBezTo>
                      <a:pt x="4" y="9"/>
                      <a:pt x="4" y="9"/>
                      <a:pt x="4" y="6"/>
                    </a:cubicBezTo>
                    <a:cubicBezTo>
                      <a:pt x="5" y="3"/>
                      <a:pt x="4" y="2"/>
                      <a:pt x="6" y="0"/>
                    </a:cubicBezTo>
                    <a:cubicBezTo>
                      <a:pt x="8" y="2"/>
                      <a:pt x="7" y="9"/>
                      <a:pt x="6" y="13"/>
                    </a:cubicBezTo>
                    <a:cubicBezTo>
                      <a:pt x="5" y="18"/>
                      <a:pt x="3" y="13"/>
                      <a:pt x="4" y="19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0" name="Freeform 147">
                <a:extLst>
                  <a:ext uri="{FF2B5EF4-FFF2-40B4-BE49-F238E27FC236}">
                    <a16:creationId xmlns:a16="http://schemas.microsoft.com/office/drawing/2014/main" id="{5621C6F1-C4CF-460C-AEDA-02A023989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296"/>
                <a:ext cx="83" cy="42"/>
              </a:xfrm>
              <a:custGeom>
                <a:avLst/>
                <a:gdLst>
                  <a:gd name="T0" fmla="*/ 743 w 19"/>
                  <a:gd name="T1" fmla="*/ 196 h 9"/>
                  <a:gd name="T2" fmla="*/ 1586 w 19"/>
                  <a:gd name="T3" fmla="*/ 107 h 9"/>
                  <a:gd name="T4" fmla="*/ 917 w 19"/>
                  <a:gd name="T5" fmla="*/ 415 h 9"/>
                  <a:gd name="T6" fmla="*/ 0 w 19"/>
                  <a:gd name="T7" fmla="*/ 9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9">
                    <a:moveTo>
                      <a:pt x="9" y="2"/>
                    </a:moveTo>
                    <a:cubicBezTo>
                      <a:pt x="12" y="2"/>
                      <a:pt x="16" y="0"/>
                      <a:pt x="19" y="1"/>
                    </a:cubicBezTo>
                    <a:cubicBezTo>
                      <a:pt x="18" y="6"/>
                      <a:pt x="14" y="3"/>
                      <a:pt x="11" y="4"/>
                    </a:cubicBezTo>
                    <a:cubicBezTo>
                      <a:pt x="7" y="5"/>
                      <a:pt x="2" y="7"/>
                      <a:pt x="0" y="9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1" name="Freeform 148">
                <a:extLst>
                  <a:ext uri="{FF2B5EF4-FFF2-40B4-BE49-F238E27FC236}">
                    <a16:creationId xmlns:a16="http://schemas.microsoft.com/office/drawing/2014/main" id="{00904B3C-1589-4DBB-BBD7-92521053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408"/>
                <a:ext cx="79" cy="75"/>
              </a:xfrm>
              <a:custGeom>
                <a:avLst/>
                <a:gdLst>
                  <a:gd name="T0" fmla="*/ 0 w 18"/>
                  <a:gd name="T1" fmla="*/ 1031 h 16"/>
                  <a:gd name="T2" fmla="*/ 1444 w 18"/>
                  <a:gd name="T3" fmla="*/ 0 h 16"/>
                  <a:gd name="T4" fmla="*/ 250 w 18"/>
                  <a:gd name="T5" fmla="*/ 16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0" y="10"/>
                    </a:moveTo>
                    <a:cubicBezTo>
                      <a:pt x="6" y="7"/>
                      <a:pt x="11" y="1"/>
                      <a:pt x="17" y="0"/>
                    </a:cubicBezTo>
                    <a:cubicBezTo>
                      <a:pt x="18" y="4"/>
                      <a:pt x="6" y="12"/>
                      <a:pt x="3" y="16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2" name="Freeform 149">
                <a:extLst>
                  <a:ext uri="{FF2B5EF4-FFF2-40B4-BE49-F238E27FC236}">
                    <a16:creationId xmlns:a16="http://schemas.microsoft.com/office/drawing/2014/main" id="{B89532F4-9A08-40A8-A7BB-BD6753ABD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931"/>
                <a:ext cx="26" cy="79"/>
              </a:xfrm>
              <a:custGeom>
                <a:avLst/>
                <a:gdLst>
                  <a:gd name="T0" fmla="*/ 74 w 6"/>
                  <a:gd name="T1" fmla="*/ 0 h 17"/>
                  <a:gd name="T2" fmla="*/ 243 w 6"/>
                  <a:gd name="T3" fmla="*/ 1705 h 17"/>
                  <a:gd name="T4" fmla="*/ 243 w 6"/>
                  <a:gd name="T5" fmla="*/ 604 h 17"/>
                  <a:gd name="T6" fmla="*/ 243 w 6"/>
                  <a:gd name="T7" fmla="*/ 10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7">
                    <a:moveTo>
                      <a:pt x="1" y="0"/>
                    </a:moveTo>
                    <a:cubicBezTo>
                      <a:pt x="2" y="5"/>
                      <a:pt x="0" y="13"/>
                      <a:pt x="3" y="17"/>
                    </a:cubicBezTo>
                    <a:cubicBezTo>
                      <a:pt x="5" y="14"/>
                      <a:pt x="3" y="10"/>
                      <a:pt x="3" y="6"/>
                    </a:cubicBezTo>
                    <a:cubicBezTo>
                      <a:pt x="4" y="2"/>
                      <a:pt x="6" y="5"/>
                      <a:pt x="3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3" name="Freeform 150">
                <a:extLst>
                  <a:ext uri="{FF2B5EF4-FFF2-40B4-BE49-F238E27FC236}">
                    <a16:creationId xmlns:a16="http://schemas.microsoft.com/office/drawing/2014/main" id="{E8700C12-3510-4706-910A-C39402EA5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034"/>
                <a:ext cx="70" cy="65"/>
              </a:xfrm>
              <a:custGeom>
                <a:avLst/>
                <a:gdLst>
                  <a:gd name="T0" fmla="*/ 1015 w 16"/>
                  <a:gd name="T1" fmla="*/ 0 h 14"/>
                  <a:gd name="T2" fmla="*/ 0 w 16"/>
                  <a:gd name="T3" fmla="*/ 1402 h 14"/>
                  <a:gd name="T4" fmla="*/ 748 w 16"/>
                  <a:gd name="T5" fmla="*/ 497 h 14"/>
                  <a:gd name="T6" fmla="*/ 1339 w 16"/>
                  <a:gd name="T7" fmla="*/ 19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2" y="0"/>
                    </a:moveTo>
                    <a:cubicBezTo>
                      <a:pt x="7" y="3"/>
                      <a:pt x="1" y="9"/>
                      <a:pt x="0" y="14"/>
                    </a:cubicBezTo>
                    <a:cubicBezTo>
                      <a:pt x="4" y="13"/>
                      <a:pt x="6" y="8"/>
                      <a:pt x="9" y="5"/>
                    </a:cubicBezTo>
                    <a:cubicBezTo>
                      <a:pt x="13" y="3"/>
                      <a:pt x="12" y="4"/>
                      <a:pt x="16" y="2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4" name="Freeform 151">
                <a:extLst>
                  <a:ext uri="{FF2B5EF4-FFF2-40B4-BE49-F238E27FC236}">
                    <a16:creationId xmlns:a16="http://schemas.microsoft.com/office/drawing/2014/main" id="{87DBDE16-98BA-411D-816E-62663AF1E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2427"/>
                <a:ext cx="101" cy="127"/>
              </a:xfrm>
              <a:custGeom>
                <a:avLst/>
                <a:gdLst>
                  <a:gd name="T0" fmla="*/ 79 w 23"/>
                  <a:gd name="T1" fmla="*/ 1971 h 27"/>
                  <a:gd name="T2" fmla="*/ 1950 w 23"/>
                  <a:gd name="T3" fmla="*/ 0 h 27"/>
                  <a:gd name="T4" fmla="*/ 1177 w 23"/>
                  <a:gd name="T5" fmla="*/ 931 h 27"/>
                  <a:gd name="T6" fmla="*/ 0 w 23"/>
                  <a:gd name="T7" fmla="*/ 280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7">
                    <a:moveTo>
                      <a:pt x="1" y="19"/>
                    </a:moveTo>
                    <a:cubicBezTo>
                      <a:pt x="7" y="13"/>
                      <a:pt x="14" y="0"/>
                      <a:pt x="23" y="0"/>
                    </a:cubicBezTo>
                    <a:cubicBezTo>
                      <a:pt x="23" y="3"/>
                      <a:pt x="17" y="6"/>
                      <a:pt x="14" y="9"/>
                    </a:cubicBezTo>
                    <a:cubicBezTo>
                      <a:pt x="10" y="15"/>
                      <a:pt x="2" y="20"/>
                      <a:pt x="0" y="27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5" name="Freeform 152">
                <a:extLst>
                  <a:ext uri="{FF2B5EF4-FFF2-40B4-BE49-F238E27FC236}">
                    <a16:creationId xmlns:a16="http://schemas.microsoft.com/office/drawing/2014/main" id="{3DB91C81-4537-4CE3-82EA-6270C845B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450"/>
                <a:ext cx="48" cy="75"/>
              </a:xfrm>
              <a:custGeom>
                <a:avLst/>
                <a:gdLst>
                  <a:gd name="T0" fmla="*/ 0 w 11"/>
                  <a:gd name="T1" fmla="*/ 1650 h 16"/>
                  <a:gd name="T2" fmla="*/ 668 w 11"/>
                  <a:gd name="T3" fmla="*/ 0 h 16"/>
                  <a:gd name="T4" fmla="*/ 249 w 11"/>
                  <a:gd name="T5" fmla="*/ 144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16"/>
                    </a:moveTo>
                    <a:cubicBezTo>
                      <a:pt x="0" y="12"/>
                      <a:pt x="4" y="2"/>
                      <a:pt x="8" y="0"/>
                    </a:cubicBezTo>
                    <a:cubicBezTo>
                      <a:pt x="11" y="2"/>
                      <a:pt x="4" y="10"/>
                      <a:pt x="3" y="14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6" name="Freeform 153">
                <a:extLst>
                  <a:ext uri="{FF2B5EF4-FFF2-40B4-BE49-F238E27FC236}">
                    <a16:creationId xmlns:a16="http://schemas.microsoft.com/office/drawing/2014/main" id="{25CF3860-399F-4B22-B283-FF9B6E4FA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469"/>
                <a:ext cx="61" cy="178"/>
              </a:xfrm>
              <a:custGeom>
                <a:avLst/>
                <a:gdLst>
                  <a:gd name="T0" fmla="*/ 0 w 14"/>
                  <a:gd name="T1" fmla="*/ 2984 h 38"/>
                  <a:gd name="T2" fmla="*/ 911 w 14"/>
                  <a:gd name="T3" fmla="*/ 0 h 38"/>
                  <a:gd name="T4" fmla="*/ 667 w 14"/>
                  <a:gd name="T5" fmla="*/ 1644 h 38"/>
                  <a:gd name="T6" fmla="*/ 248 w 14"/>
                  <a:gd name="T7" fmla="*/ 390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8">
                    <a:moveTo>
                      <a:pt x="0" y="29"/>
                    </a:moveTo>
                    <a:cubicBezTo>
                      <a:pt x="4" y="22"/>
                      <a:pt x="4" y="5"/>
                      <a:pt x="11" y="0"/>
                    </a:cubicBezTo>
                    <a:cubicBezTo>
                      <a:pt x="14" y="3"/>
                      <a:pt x="10" y="12"/>
                      <a:pt x="8" y="16"/>
                    </a:cubicBezTo>
                    <a:cubicBezTo>
                      <a:pt x="5" y="23"/>
                      <a:pt x="3" y="30"/>
                      <a:pt x="3" y="38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7" name="Freeform 154">
                <a:extLst>
                  <a:ext uri="{FF2B5EF4-FFF2-40B4-BE49-F238E27FC236}">
                    <a16:creationId xmlns:a16="http://schemas.microsoft.com/office/drawing/2014/main" id="{75F681FB-2BD5-42A0-ABA5-572BB0421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474"/>
                <a:ext cx="35" cy="126"/>
              </a:xfrm>
              <a:custGeom>
                <a:avLst/>
                <a:gdLst>
                  <a:gd name="T0" fmla="*/ 249 w 8"/>
                  <a:gd name="T1" fmla="*/ 1937 h 27"/>
                  <a:gd name="T2" fmla="*/ 171 w 8"/>
                  <a:gd name="T3" fmla="*/ 0 h 27"/>
                  <a:gd name="T4" fmla="*/ 346 w 8"/>
                  <a:gd name="T5" fmla="*/ 1022 h 27"/>
                  <a:gd name="T6" fmla="*/ 669 w 8"/>
                  <a:gd name="T7" fmla="*/ 274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3" y="19"/>
                    </a:moveTo>
                    <a:cubicBezTo>
                      <a:pt x="1" y="15"/>
                      <a:pt x="0" y="4"/>
                      <a:pt x="2" y="0"/>
                    </a:cubicBezTo>
                    <a:cubicBezTo>
                      <a:pt x="4" y="2"/>
                      <a:pt x="4" y="6"/>
                      <a:pt x="4" y="10"/>
                    </a:cubicBezTo>
                    <a:cubicBezTo>
                      <a:pt x="5" y="16"/>
                      <a:pt x="7" y="21"/>
                      <a:pt x="8" y="27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8" name="Freeform 155">
                <a:extLst>
                  <a:ext uri="{FF2B5EF4-FFF2-40B4-BE49-F238E27FC236}">
                    <a16:creationId xmlns:a16="http://schemas.microsoft.com/office/drawing/2014/main" id="{F3C33A00-38E7-4768-85AF-974C5C570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436"/>
                <a:ext cx="66" cy="150"/>
              </a:xfrm>
              <a:custGeom>
                <a:avLst/>
                <a:gdLst>
                  <a:gd name="T0" fmla="*/ 348 w 15"/>
                  <a:gd name="T1" fmla="*/ 1341 h 32"/>
                  <a:gd name="T2" fmla="*/ 79 w 15"/>
                  <a:gd name="T3" fmla="*/ 0 h 32"/>
                  <a:gd name="T4" fmla="*/ 598 w 15"/>
                  <a:gd name="T5" fmla="*/ 1448 h 32"/>
                  <a:gd name="T6" fmla="*/ 1276 w 15"/>
                  <a:gd name="T7" fmla="*/ 329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2">
                    <a:moveTo>
                      <a:pt x="4" y="13"/>
                    </a:moveTo>
                    <a:cubicBezTo>
                      <a:pt x="2" y="9"/>
                      <a:pt x="0" y="4"/>
                      <a:pt x="1" y="0"/>
                    </a:cubicBezTo>
                    <a:cubicBezTo>
                      <a:pt x="5" y="4"/>
                      <a:pt x="6" y="9"/>
                      <a:pt x="7" y="14"/>
                    </a:cubicBezTo>
                    <a:cubicBezTo>
                      <a:pt x="9" y="21"/>
                      <a:pt x="12" y="26"/>
                      <a:pt x="15" y="32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9" name="Freeform 156">
                <a:extLst>
                  <a:ext uri="{FF2B5EF4-FFF2-40B4-BE49-F238E27FC236}">
                    <a16:creationId xmlns:a16="http://schemas.microsoft.com/office/drawing/2014/main" id="{B5167268-A597-4DE3-8931-8A6B707D3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394"/>
                <a:ext cx="74" cy="99"/>
              </a:xfrm>
              <a:custGeom>
                <a:avLst/>
                <a:gdLst>
                  <a:gd name="T0" fmla="*/ 836 w 17"/>
                  <a:gd name="T1" fmla="*/ 2202 h 21"/>
                  <a:gd name="T2" fmla="*/ 0 w 17"/>
                  <a:gd name="T3" fmla="*/ 424 h 21"/>
                  <a:gd name="T4" fmla="*/ 418 w 17"/>
                  <a:gd name="T5" fmla="*/ 844 h 21"/>
                  <a:gd name="T6" fmla="*/ 1402 w 17"/>
                  <a:gd name="T7" fmla="*/ 220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10" y="21"/>
                    </a:moveTo>
                    <a:cubicBezTo>
                      <a:pt x="5" y="16"/>
                      <a:pt x="4" y="9"/>
                      <a:pt x="0" y="4"/>
                    </a:cubicBezTo>
                    <a:cubicBezTo>
                      <a:pt x="4" y="0"/>
                      <a:pt x="4" y="6"/>
                      <a:pt x="5" y="8"/>
                    </a:cubicBezTo>
                    <a:cubicBezTo>
                      <a:pt x="9" y="12"/>
                      <a:pt x="14" y="16"/>
                      <a:pt x="17" y="21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0" name="Freeform 157">
                <a:extLst>
                  <a:ext uri="{FF2B5EF4-FFF2-40B4-BE49-F238E27FC236}">
                    <a16:creationId xmlns:a16="http://schemas.microsoft.com/office/drawing/2014/main" id="{208862D2-4170-42D6-BBAF-EF65DD2AE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287"/>
                <a:ext cx="136" cy="42"/>
              </a:xfrm>
              <a:custGeom>
                <a:avLst/>
                <a:gdLst>
                  <a:gd name="T0" fmla="*/ 1176 w 31"/>
                  <a:gd name="T1" fmla="*/ 303 h 9"/>
                  <a:gd name="T2" fmla="*/ 0 w 31"/>
                  <a:gd name="T3" fmla="*/ 415 h 9"/>
                  <a:gd name="T4" fmla="*/ 2619 w 31"/>
                  <a:gd name="T5" fmla="*/ 71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9">
                    <a:moveTo>
                      <a:pt x="14" y="3"/>
                    </a:moveTo>
                    <a:cubicBezTo>
                      <a:pt x="10" y="3"/>
                      <a:pt x="1" y="0"/>
                      <a:pt x="0" y="4"/>
                    </a:cubicBezTo>
                    <a:cubicBezTo>
                      <a:pt x="10" y="5"/>
                      <a:pt x="20" y="9"/>
                      <a:pt x="31" y="7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1" name="Freeform 158">
                <a:extLst>
                  <a:ext uri="{FF2B5EF4-FFF2-40B4-BE49-F238E27FC236}">
                    <a16:creationId xmlns:a16="http://schemas.microsoft.com/office/drawing/2014/main" id="{FF1D8BAF-979D-4D20-8542-4C9EB3681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184"/>
                <a:ext cx="123" cy="56"/>
              </a:xfrm>
              <a:custGeom>
                <a:avLst/>
                <a:gdLst>
                  <a:gd name="T0" fmla="*/ 1098 w 28"/>
                  <a:gd name="T1" fmla="*/ 107 h 12"/>
                  <a:gd name="T2" fmla="*/ 176 w 28"/>
                  <a:gd name="T3" fmla="*/ 807 h 12"/>
                  <a:gd name="T4" fmla="*/ 347 w 28"/>
                  <a:gd name="T5" fmla="*/ 1111 h 12"/>
                  <a:gd name="T6" fmla="*/ 1098 w 28"/>
                  <a:gd name="T7" fmla="*/ 415 h 12"/>
                  <a:gd name="T8" fmla="*/ 2372 w 28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2">
                    <a:moveTo>
                      <a:pt x="13" y="1"/>
                    </a:moveTo>
                    <a:cubicBezTo>
                      <a:pt x="10" y="3"/>
                      <a:pt x="3" y="5"/>
                      <a:pt x="2" y="8"/>
                    </a:cubicBezTo>
                    <a:cubicBezTo>
                      <a:pt x="0" y="11"/>
                      <a:pt x="0" y="12"/>
                      <a:pt x="4" y="11"/>
                    </a:cubicBezTo>
                    <a:cubicBezTo>
                      <a:pt x="8" y="10"/>
                      <a:pt x="9" y="6"/>
                      <a:pt x="13" y="4"/>
                    </a:cubicBezTo>
                    <a:cubicBezTo>
                      <a:pt x="17" y="2"/>
                      <a:pt x="23" y="1"/>
                      <a:pt x="28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2" name="Freeform 159">
                <a:extLst>
                  <a:ext uri="{FF2B5EF4-FFF2-40B4-BE49-F238E27FC236}">
                    <a16:creationId xmlns:a16="http://schemas.microsoft.com/office/drawing/2014/main" id="{A3E17F56-4C8F-4D38-88A7-2F888A960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240"/>
                <a:ext cx="53" cy="18"/>
              </a:xfrm>
              <a:custGeom>
                <a:avLst/>
                <a:gdLst>
                  <a:gd name="T0" fmla="*/ 857 w 12"/>
                  <a:gd name="T1" fmla="*/ 284 h 4"/>
                  <a:gd name="T2" fmla="*/ 0 w 12"/>
                  <a:gd name="T3" fmla="*/ 284 h 4"/>
                  <a:gd name="T4" fmla="*/ 1034 w 12"/>
                  <a:gd name="T5" fmla="*/ 28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10" y="3"/>
                    </a:moveTo>
                    <a:cubicBezTo>
                      <a:pt x="7" y="0"/>
                      <a:pt x="2" y="0"/>
                      <a:pt x="0" y="3"/>
                    </a:cubicBezTo>
                    <a:cubicBezTo>
                      <a:pt x="4" y="4"/>
                      <a:pt x="8" y="3"/>
                      <a:pt x="12" y="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3" name="Freeform 160">
                <a:extLst>
                  <a:ext uri="{FF2B5EF4-FFF2-40B4-BE49-F238E27FC236}">
                    <a16:creationId xmlns:a16="http://schemas.microsoft.com/office/drawing/2014/main" id="{8ABA2BEC-3E00-4339-BF63-693A260BB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048"/>
                <a:ext cx="74" cy="79"/>
              </a:xfrm>
              <a:custGeom>
                <a:avLst/>
                <a:gdLst>
                  <a:gd name="T0" fmla="*/ 740 w 17"/>
                  <a:gd name="T1" fmla="*/ 497 h 17"/>
                  <a:gd name="T2" fmla="*/ 74 w 17"/>
                  <a:gd name="T3" fmla="*/ 1705 h 17"/>
                  <a:gd name="T4" fmla="*/ 1402 w 17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9" y="5"/>
                    </a:moveTo>
                    <a:cubicBezTo>
                      <a:pt x="5" y="8"/>
                      <a:pt x="0" y="12"/>
                      <a:pt x="1" y="17"/>
                    </a:cubicBezTo>
                    <a:cubicBezTo>
                      <a:pt x="6" y="11"/>
                      <a:pt x="11" y="5"/>
                      <a:pt x="17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4" name="Freeform 161">
                <a:extLst>
                  <a:ext uri="{FF2B5EF4-FFF2-40B4-BE49-F238E27FC236}">
                    <a16:creationId xmlns:a16="http://schemas.microsoft.com/office/drawing/2014/main" id="{B6B4F387-BE5B-4B2D-BBA0-450415C98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992"/>
                <a:ext cx="27" cy="107"/>
              </a:xfrm>
              <a:custGeom>
                <a:avLst/>
                <a:gdLst>
                  <a:gd name="T0" fmla="*/ 185 w 6"/>
                  <a:gd name="T1" fmla="*/ 605 h 23"/>
                  <a:gd name="T2" fmla="*/ 104 w 6"/>
                  <a:gd name="T3" fmla="*/ 2317 h 23"/>
                  <a:gd name="T4" fmla="*/ 549 w 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3">
                    <a:moveTo>
                      <a:pt x="2" y="6"/>
                    </a:moveTo>
                    <a:cubicBezTo>
                      <a:pt x="0" y="10"/>
                      <a:pt x="0" y="20"/>
                      <a:pt x="1" y="23"/>
                    </a:cubicBezTo>
                    <a:cubicBezTo>
                      <a:pt x="6" y="19"/>
                      <a:pt x="3" y="6"/>
                      <a:pt x="6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5" name="Freeform 162">
                <a:extLst>
                  <a:ext uri="{FF2B5EF4-FFF2-40B4-BE49-F238E27FC236}">
                    <a16:creationId xmlns:a16="http://schemas.microsoft.com/office/drawing/2014/main" id="{89095739-636E-4A0F-BF90-353888F75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15"/>
                <a:ext cx="26" cy="70"/>
              </a:xfrm>
              <a:custGeom>
                <a:avLst/>
                <a:gdLst>
                  <a:gd name="T0" fmla="*/ 0 w 6"/>
                  <a:gd name="T1" fmla="*/ 0 h 15"/>
                  <a:gd name="T2" fmla="*/ 412 w 6"/>
                  <a:gd name="T3" fmla="*/ 1526 h 15"/>
                  <a:gd name="T4" fmla="*/ 243 w 6"/>
                  <a:gd name="T5" fmla="*/ 30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1" y="5"/>
                      <a:pt x="0" y="14"/>
                      <a:pt x="5" y="15"/>
                    </a:cubicBezTo>
                    <a:cubicBezTo>
                      <a:pt x="6" y="11"/>
                      <a:pt x="3" y="7"/>
                      <a:pt x="3" y="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6" name="Freeform 163">
                <a:extLst>
                  <a:ext uri="{FF2B5EF4-FFF2-40B4-BE49-F238E27FC236}">
                    <a16:creationId xmlns:a16="http://schemas.microsoft.com/office/drawing/2014/main" id="{DCF65582-CFD0-4576-A844-C9EF3A619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024"/>
                <a:ext cx="35" cy="99"/>
              </a:xfrm>
              <a:custGeom>
                <a:avLst/>
                <a:gdLst>
                  <a:gd name="T0" fmla="*/ 249 w 8"/>
                  <a:gd name="T1" fmla="*/ 0 h 21"/>
                  <a:gd name="T2" fmla="*/ 420 w 8"/>
                  <a:gd name="T3" fmla="*/ 1047 h 21"/>
                  <a:gd name="T4" fmla="*/ 669 w 8"/>
                  <a:gd name="T5" fmla="*/ 2202 h 21"/>
                  <a:gd name="T6" fmla="*/ 0 w 8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3" y="0"/>
                    </a:moveTo>
                    <a:cubicBezTo>
                      <a:pt x="4" y="3"/>
                      <a:pt x="4" y="6"/>
                      <a:pt x="5" y="10"/>
                    </a:cubicBezTo>
                    <a:cubicBezTo>
                      <a:pt x="5" y="13"/>
                      <a:pt x="8" y="17"/>
                      <a:pt x="8" y="21"/>
                    </a:cubicBezTo>
                    <a:cubicBezTo>
                      <a:pt x="2" y="18"/>
                      <a:pt x="4" y="5"/>
                      <a:pt x="0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7" name="Freeform 164">
                <a:extLst>
                  <a:ext uri="{FF2B5EF4-FFF2-40B4-BE49-F238E27FC236}">
                    <a16:creationId xmlns:a16="http://schemas.microsoft.com/office/drawing/2014/main" id="{C69FCEE9-9B90-4BB0-85B4-19281FDB3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071"/>
                <a:ext cx="61" cy="70"/>
              </a:xfrm>
              <a:custGeom>
                <a:avLst/>
                <a:gdLst>
                  <a:gd name="T0" fmla="*/ 571 w 14"/>
                  <a:gd name="T1" fmla="*/ 196 h 15"/>
                  <a:gd name="T2" fmla="*/ 1159 w 14"/>
                  <a:gd name="T3" fmla="*/ 1526 h 15"/>
                  <a:gd name="T4" fmla="*/ 0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7" y="2"/>
                    </a:moveTo>
                    <a:cubicBezTo>
                      <a:pt x="12" y="5"/>
                      <a:pt x="14" y="10"/>
                      <a:pt x="14" y="15"/>
                    </a:cubicBezTo>
                    <a:cubicBezTo>
                      <a:pt x="9" y="11"/>
                      <a:pt x="5" y="4"/>
                      <a:pt x="0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8" name="Freeform 165">
                <a:extLst>
                  <a:ext uri="{FF2B5EF4-FFF2-40B4-BE49-F238E27FC236}">
                    <a16:creationId xmlns:a16="http://schemas.microsoft.com/office/drawing/2014/main" id="{184AEFD3-23CD-4BD9-963B-F81682092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179"/>
                <a:ext cx="114" cy="28"/>
              </a:xfrm>
              <a:custGeom>
                <a:avLst/>
                <a:gdLst>
                  <a:gd name="T0" fmla="*/ 596 w 26"/>
                  <a:gd name="T1" fmla="*/ 0 h 6"/>
                  <a:gd name="T2" fmla="*/ 2192 w 26"/>
                  <a:gd name="T3" fmla="*/ 415 h 6"/>
                  <a:gd name="T4" fmla="*/ 0 w 26"/>
                  <a:gd name="T5" fmla="*/ 30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">
                    <a:moveTo>
                      <a:pt x="7" y="0"/>
                    </a:moveTo>
                    <a:cubicBezTo>
                      <a:pt x="11" y="1"/>
                      <a:pt x="25" y="1"/>
                      <a:pt x="26" y="4"/>
                    </a:cubicBezTo>
                    <a:cubicBezTo>
                      <a:pt x="21" y="6"/>
                      <a:pt x="6" y="5"/>
                      <a:pt x="0" y="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9" name="Freeform 166">
                <a:extLst>
                  <a:ext uri="{FF2B5EF4-FFF2-40B4-BE49-F238E27FC236}">
                    <a16:creationId xmlns:a16="http://schemas.microsoft.com/office/drawing/2014/main" id="{C0DBD540-8164-4065-A5D6-F2A73EF02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263"/>
                <a:ext cx="101" cy="28"/>
              </a:xfrm>
              <a:custGeom>
                <a:avLst/>
                <a:gdLst>
                  <a:gd name="T0" fmla="*/ 426 w 23"/>
                  <a:gd name="T1" fmla="*/ 415 h 6"/>
                  <a:gd name="T2" fmla="*/ 1950 w 23"/>
                  <a:gd name="T3" fmla="*/ 0 h 6"/>
                  <a:gd name="T4" fmla="*/ 0 w 23"/>
                  <a:gd name="T5" fmla="*/ 499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">
                    <a:moveTo>
                      <a:pt x="5" y="4"/>
                    </a:moveTo>
                    <a:cubicBezTo>
                      <a:pt x="10" y="1"/>
                      <a:pt x="18" y="0"/>
                      <a:pt x="23" y="0"/>
                    </a:cubicBezTo>
                    <a:cubicBezTo>
                      <a:pt x="22" y="6"/>
                      <a:pt x="5" y="4"/>
                      <a:pt x="0" y="5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0" name="Freeform 167">
                <a:extLst>
                  <a:ext uri="{FF2B5EF4-FFF2-40B4-BE49-F238E27FC236}">
                    <a16:creationId xmlns:a16="http://schemas.microsoft.com/office/drawing/2014/main" id="{71A1E549-2126-463D-8C6E-89DED7348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343"/>
                <a:ext cx="114" cy="61"/>
              </a:xfrm>
              <a:custGeom>
                <a:avLst/>
                <a:gdLst>
                  <a:gd name="T0" fmla="*/ 0 w 26"/>
                  <a:gd name="T1" fmla="*/ 1234 h 13"/>
                  <a:gd name="T2" fmla="*/ 1267 w 26"/>
                  <a:gd name="T3" fmla="*/ 727 h 13"/>
                  <a:gd name="T4" fmla="*/ 2192 w 26"/>
                  <a:gd name="T5" fmla="*/ 507 h 13"/>
                  <a:gd name="T6" fmla="*/ 79 w 26"/>
                  <a:gd name="T7" fmla="*/ 134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12"/>
                    </a:moveTo>
                    <a:cubicBezTo>
                      <a:pt x="5" y="10"/>
                      <a:pt x="10" y="9"/>
                      <a:pt x="15" y="7"/>
                    </a:cubicBezTo>
                    <a:cubicBezTo>
                      <a:pt x="19" y="6"/>
                      <a:pt x="23" y="0"/>
                      <a:pt x="26" y="5"/>
                    </a:cubicBezTo>
                    <a:cubicBezTo>
                      <a:pt x="18" y="10"/>
                      <a:pt x="9" y="10"/>
                      <a:pt x="1" y="1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1" name="Freeform 168">
                <a:extLst>
                  <a:ext uri="{FF2B5EF4-FFF2-40B4-BE49-F238E27FC236}">
                    <a16:creationId xmlns:a16="http://schemas.microsoft.com/office/drawing/2014/main" id="{39816D4A-3E76-405A-84C5-76AC8B05B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048"/>
                <a:ext cx="75" cy="56"/>
              </a:xfrm>
              <a:custGeom>
                <a:avLst/>
                <a:gdLst>
                  <a:gd name="T0" fmla="*/ 0 w 17"/>
                  <a:gd name="T1" fmla="*/ 415 h 12"/>
                  <a:gd name="T2" fmla="*/ 1460 w 17"/>
                  <a:gd name="T3" fmla="*/ 1218 h 12"/>
                  <a:gd name="T4" fmla="*/ 0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4"/>
                    </a:moveTo>
                    <a:cubicBezTo>
                      <a:pt x="5" y="8"/>
                      <a:pt x="12" y="10"/>
                      <a:pt x="17" y="12"/>
                    </a:cubicBezTo>
                    <a:cubicBezTo>
                      <a:pt x="14" y="5"/>
                      <a:pt x="5" y="5"/>
                      <a:pt x="0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2" name="Freeform 169">
                <a:extLst>
                  <a:ext uri="{FF2B5EF4-FFF2-40B4-BE49-F238E27FC236}">
                    <a16:creationId xmlns:a16="http://schemas.microsoft.com/office/drawing/2014/main" id="{A0A3E96E-B4C5-4A5F-B3D4-7FBC48F70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926"/>
                <a:ext cx="30" cy="70"/>
              </a:xfrm>
              <a:custGeom>
                <a:avLst/>
                <a:gdLst>
                  <a:gd name="T0" fmla="*/ 0 w 7"/>
                  <a:gd name="T1" fmla="*/ 0 h 15"/>
                  <a:gd name="T2" fmla="*/ 553 w 7"/>
                  <a:gd name="T3" fmla="*/ 1526 h 15"/>
                  <a:gd name="T4" fmla="*/ 476 w 7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2" y="5"/>
                      <a:pt x="4" y="10"/>
                      <a:pt x="7" y="15"/>
                    </a:cubicBezTo>
                    <a:cubicBezTo>
                      <a:pt x="6" y="10"/>
                      <a:pt x="4" y="5"/>
                      <a:pt x="6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3" name="Freeform 170">
                <a:extLst>
                  <a:ext uri="{FF2B5EF4-FFF2-40B4-BE49-F238E27FC236}">
                    <a16:creationId xmlns:a16="http://schemas.microsoft.com/office/drawing/2014/main" id="{68B68DE6-6FCF-42FB-957C-F4E7EB1EB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912"/>
                <a:ext cx="30" cy="56"/>
              </a:xfrm>
              <a:custGeom>
                <a:avLst/>
                <a:gdLst>
                  <a:gd name="T0" fmla="*/ 240 w 7"/>
                  <a:gd name="T1" fmla="*/ 107 h 12"/>
                  <a:gd name="T2" fmla="*/ 167 w 7"/>
                  <a:gd name="T3" fmla="*/ 1218 h 12"/>
                  <a:gd name="T4" fmla="*/ 553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3" y="1"/>
                    </a:moveTo>
                    <a:cubicBezTo>
                      <a:pt x="0" y="3"/>
                      <a:pt x="1" y="9"/>
                      <a:pt x="2" y="12"/>
                    </a:cubicBezTo>
                    <a:cubicBezTo>
                      <a:pt x="4" y="8"/>
                      <a:pt x="2" y="3"/>
                      <a:pt x="7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4" name="Freeform 171">
                <a:extLst>
                  <a:ext uri="{FF2B5EF4-FFF2-40B4-BE49-F238E27FC236}">
                    <a16:creationId xmlns:a16="http://schemas.microsoft.com/office/drawing/2014/main" id="{8ECBEA9A-C902-40E6-85F7-DCB81AB51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949"/>
                <a:ext cx="48" cy="99"/>
              </a:xfrm>
              <a:custGeom>
                <a:avLst/>
                <a:gdLst>
                  <a:gd name="T0" fmla="*/ 493 w 11"/>
                  <a:gd name="T1" fmla="*/ 0 h 21"/>
                  <a:gd name="T2" fmla="*/ 74 w 11"/>
                  <a:gd name="T3" fmla="*/ 2202 h 21"/>
                  <a:gd name="T4" fmla="*/ 912 w 11"/>
                  <a:gd name="T5" fmla="*/ 11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6" y="0"/>
                    </a:moveTo>
                    <a:cubicBezTo>
                      <a:pt x="4" y="7"/>
                      <a:pt x="0" y="14"/>
                      <a:pt x="1" y="21"/>
                    </a:cubicBezTo>
                    <a:cubicBezTo>
                      <a:pt x="6" y="16"/>
                      <a:pt x="4" y="4"/>
                      <a:pt x="11" y="1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5" name="Freeform 172">
                <a:extLst>
                  <a:ext uri="{FF2B5EF4-FFF2-40B4-BE49-F238E27FC236}">
                    <a16:creationId xmlns:a16="http://schemas.microsoft.com/office/drawing/2014/main" id="{57C79056-3773-43DD-BE82-FA4E449B1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982"/>
                <a:ext cx="66" cy="66"/>
              </a:xfrm>
              <a:custGeom>
                <a:avLst/>
                <a:gdLst>
                  <a:gd name="T0" fmla="*/ 678 w 15"/>
                  <a:gd name="T1" fmla="*/ 113 h 14"/>
                  <a:gd name="T2" fmla="*/ 0 w 15"/>
                  <a:gd name="T3" fmla="*/ 1466 h 14"/>
                  <a:gd name="T4" fmla="*/ 1276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8" y="1"/>
                    </a:moveTo>
                    <a:cubicBezTo>
                      <a:pt x="4" y="4"/>
                      <a:pt x="2" y="10"/>
                      <a:pt x="0" y="14"/>
                    </a:cubicBezTo>
                    <a:cubicBezTo>
                      <a:pt x="5" y="10"/>
                      <a:pt x="10" y="5"/>
                      <a:pt x="15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6" name="Freeform 173">
                <a:extLst>
                  <a:ext uri="{FF2B5EF4-FFF2-40B4-BE49-F238E27FC236}">
                    <a16:creationId xmlns:a16="http://schemas.microsoft.com/office/drawing/2014/main" id="{71AD48B6-759C-411C-AEA4-87AFA3393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043"/>
                <a:ext cx="83" cy="61"/>
              </a:xfrm>
              <a:custGeom>
                <a:avLst/>
                <a:gdLst>
                  <a:gd name="T0" fmla="*/ 1088 w 19"/>
                  <a:gd name="T1" fmla="*/ 0 h 13"/>
                  <a:gd name="T2" fmla="*/ 0 w 19"/>
                  <a:gd name="T3" fmla="*/ 1342 h 13"/>
                  <a:gd name="T4" fmla="*/ 1586 w 19"/>
                  <a:gd name="T5" fmla="*/ 61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3" y="0"/>
                    </a:moveTo>
                    <a:cubicBezTo>
                      <a:pt x="8" y="1"/>
                      <a:pt x="1" y="8"/>
                      <a:pt x="0" y="13"/>
                    </a:cubicBezTo>
                    <a:cubicBezTo>
                      <a:pt x="5" y="10"/>
                      <a:pt x="13" y="3"/>
                      <a:pt x="19" y="6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7" name="Freeform 174">
                <a:extLst>
                  <a:ext uri="{FF2B5EF4-FFF2-40B4-BE49-F238E27FC236}">
                    <a16:creationId xmlns:a16="http://schemas.microsoft.com/office/drawing/2014/main" id="{786D730E-CABA-490F-ABD4-BCEE7A2E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249"/>
                <a:ext cx="96" cy="19"/>
              </a:xfrm>
              <a:custGeom>
                <a:avLst/>
                <a:gdLst>
                  <a:gd name="T0" fmla="*/ 1658 w 22"/>
                  <a:gd name="T1" fmla="*/ 228 h 4"/>
                  <a:gd name="T2" fmla="*/ 0 w 22"/>
                  <a:gd name="T3" fmla="*/ 114 h 4"/>
                  <a:gd name="T4" fmla="*/ 1828 w 22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20" y="2"/>
                    </a:moveTo>
                    <a:cubicBezTo>
                      <a:pt x="14" y="2"/>
                      <a:pt x="7" y="0"/>
                      <a:pt x="0" y="1"/>
                    </a:cubicBezTo>
                    <a:cubicBezTo>
                      <a:pt x="5" y="4"/>
                      <a:pt x="15" y="4"/>
                      <a:pt x="22" y="4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8" name="Freeform 175">
                <a:extLst>
                  <a:ext uri="{FF2B5EF4-FFF2-40B4-BE49-F238E27FC236}">
                    <a16:creationId xmlns:a16="http://schemas.microsoft.com/office/drawing/2014/main" id="{CC9B7B0E-4B27-48F1-926D-FF6B10C6F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371"/>
                <a:ext cx="149" cy="47"/>
              </a:xfrm>
              <a:custGeom>
                <a:avLst/>
                <a:gdLst>
                  <a:gd name="T0" fmla="*/ 2515 w 34"/>
                  <a:gd name="T1" fmla="*/ 310 h 10"/>
                  <a:gd name="T2" fmla="*/ 1017 w 34"/>
                  <a:gd name="T3" fmla="*/ 197 h 10"/>
                  <a:gd name="T4" fmla="*/ 0 w 34"/>
                  <a:gd name="T5" fmla="*/ 0 h 10"/>
                  <a:gd name="T6" fmla="*/ 1442 w 34"/>
                  <a:gd name="T7" fmla="*/ 531 h 10"/>
                  <a:gd name="T8" fmla="*/ 2862 w 34"/>
                  <a:gd name="T9" fmla="*/ 103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0">
                    <a:moveTo>
                      <a:pt x="30" y="3"/>
                    </a:moveTo>
                    <a:cubicBezTo>
                      <a:pt x="24" y="3"/>
                      <a:pt x="18" y="3"/>
                      <a:pt x="12" y="2"/>
                    </a:cubicBezTo>
                    <a:cubicBezTo>
                      <a:pt x="8" y="2"/>
                      <a:pt x="5" y="0"/>
                      <a:pt x="0" y="0"/>
                    </a:cubicBezTo>
                    <a:cubicBezTo>
                      <a:pt x="3" y="5"/>
                      <a:pt x="12" y="4"/>
                      <a:pt x="17" y="5"/>
                    </a:cubicBezTo>
                    <a:cubicBezTo>
                      <a:pt x="23" y="6"/>
                      <a:pt x="29" y="6"/>
                      <a:pt x="34" y="1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9" name="Freeform 176">
                <a:extLst>
                  <a:ext uri="{FF2B5EF4-FFF2-40B4-BE49-F238E27FC236}">
                    <a16:creationId xmlns:a16="http://schemas.microsoft.com/office/drawing/2014/main" id="{AF8F399B-F9A9-4B75-AAAA-AB96C7112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422"/>
                <a:ext cx="88" cy="113"/>
              </a:xfrm>
              <a:custGeom>
                <a:avLst/>
                <a:gdLst>
                  <a:gd name="T0" fmla="*/ 1703 w 20"/>
                  <a:gd name="T1" fmla="*/ 1883 h 24"/>
                  <a:gd name="T2" fmla="*/ 0 w 20"/>
                  <a:gd name="T3" fmla="*/ 419 h 24"/>
                  <a:gd name="T4" fmla="*/ 1452 w 20"/>
                  <a:gd name="T5" fmla="*/ 250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20" y="18"/>
                    </a:moveTo>
                    <a:cubicBezTo>
                      <a:pt x="19" y="13"/>
                      <a:pt x="4" y="0"/>
                      <a:pt x="0" y="4"/>
                    </a:cubicBezTo>
                    <a:cubicBezTo>
                      <a:pt x="12" y="7"/>
                      <a:pt x="11" y="15"/>
                      <a:pt x="17" y="24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0" name="Freeform 177">
                <a:extLst>
                  <a:ext uri="{FF2B5EF4-FFF2-40B4-BE49-F238E27FC236}">
                    <a16:creationId xmlns:a16="http://schemas.microsoft.com/office/drawing/2014/main" id="{139DC3EA-CCB8-46A4-98DC-5908F160F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469"/>
                <a:ext cx="52" cy="117"/>
              </a:xfrm>
              <a:custGeom>
                <a:avLst/>
                <a:gdLst>
                  <a:gd name="T0" fmla="*/ 806 w 12"/>
                  <a:gd name="T1" fmla="*/ 2565 h 25"/>
                  <a:gd name="T2" fmla="*/ 0 w 12"/>
                  <a:gd name="T3" fmla="*/ 0 h 25"/>
                  <a:gd name="T4" fmla="*/ 975 w 12"/>
                  <a:gd name="T5" fmla="*/ 195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5">
                    <a:moveTo>
                      <a:pt x="10" y="25"/>
                    </a:moveTo>
                    <a:cubicBezTo>
                      <a:pt x="6" y="16"/>
                      <a:pt x="4" y="8"/>
                      <a:pt x="0" y="0"/>
                    </a:cubicBezTo>
                    <a:cubicBezTo>
                      <a:pt x="3" y="6"/>
                      <a:pt x="10" y="12"/>
                      <a:pt x="12" y="19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1" name="Freeform 178">
                <a:extLst>
                  <a:ext uri="{FF2B5EF4-FFF2-40B4-BE49-F238E27FC236}">
                    <a16:creationId xmlns:a16="http://schemas.microsoft.com/office/drawing/2014/main" id="{0F972C24-0650-4371-9D0C-94F14F6B7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539"/>
                <a:ext cx="39" cy="94"/>
              </a:xfrm>
              <a:custGeom>
                <a:avLst/>
                <a:gdLst>
                  <a:gd name="T0" fmla="*/ 563 w 9"/>
                  <a:gd name="T1" fmla="*/ 1965 h 20"/>
                  <a:gd name="T2" fmla="*/ 243 w 9"/>
                  <a:gd name="T3" fmla="*/ 0 h 20"/>
                  <a:gd name="T4" fmla="*/ 169 w 9"/>
                  <a:gd name="T5" fmla="*/ 207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7" y="19"/>
                    </a:moveTo>
                    <a:cubicBezTo>
                      <a:pt x="9" y="17"/>
                      <a:pt x="4" y="5"/>
                      <a:pt x="3" y="0"/>
                    </a:cubicBezTo>
                    <a:cubicBezTo>
                      <a:pt x="0" y="5"/>
                      <a:pt x="2" y="14"/>
                      <a:pt x="2" y="2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2" name="Freeform 179">
                <a:extLst>
                  <a:ext uri="{FF2B5EF4-FFF2-40B4-BE49-F238E27FC236}">
                    <a16:creationId xmlns:a16="http://schemas.microsoft.com/office/drawing/2014/main" id="{1945C2A4-1003-46FF-B5A2-BB3CB8773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530"/>
                <a:ext cx="48" cy="80"/>
              </a:xfrm>
              <a:custGeom>
                <a:avLst/>
                <a:gdLst>
                  <a:gd name="T0" fmla="*/ 0 w 11"/>
                  <a:gd name="T1" fmla="*/ 1769 h 17"/>
                  <a:gd name="T2" fmla="*/ 912 w 11"/>
                  <a:gd name="T3" fmla="*/ 0 h 17"/>
                  <a:gd name="T4" fmla="*/ 0 w 11"/>
                  <a:gd name="T5" fmla="*/ 135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0" y="17"/>
                    </a:moveTo>
                    <a:cubicBezTo>
                      <a:pt x="4" y="12"/>
                      <a:pt x="8" y="6"/>
                      <a:pt x="11" y="0"/>
                    </a:cubicBezTo>
                    <a:cubicBezTo>
                      <a:pt x="6" y="3"/>
                      <a:pt x="6" y="11"/>
                      <a:pt x="0" y="1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3" name="Freeform 180">
                <a:extLst>
                  <a:ext uri="{FF2B5EF4-FFF2-40B4-BE49-F238E27FC236}">
                    <a16:creationId xmlns:a16="http://schemas.microsoft.com/office/drawing/2014/main" id="{5A187DB0-A8E2-4972-AAEE-86E18C037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404"/>
                <a:ext cx="70" cy="46"/>
              </a:xfrm>
              <a:custGeom>
                <a:avLst/>
                <a:gdLst>
                  <a:gd name="T0" fmla="*/ 0 w 16"/>
                  <a:gd name="T1" fmla="*/ 294 h 10"/>
                  <a:gd name="T2" fmla="*/ 1339 w 16"/>
                  <a:gd name="T3" fmla="*/ 0 h 10"/>
                  <a:gd name="T4" fmla="*/ 249 w 16"/>
                  <a:gd name="T5" fmla="*/ 97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3"/>
                    </a:moveTo>
                    <a:cubicBezTo>
                      <a:pt x="6" y="6"/>
                      <a:pt x="12" y="1"/>
                      <a:pt x="16" y="0"/>
                    </a:cubicBezTo>
                    <a:cubicBezTo>
                      <a:pt x="12" y="3"/>
                      <a:pt x="7" y="5"/>
                      <a:pt x="3" y="1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4" name="Freeform 181">
                <a:extLst>
                  <a:ext uri="{FF2B5EF4-FFF2-40B4-BE49-F238E27FC236}">
                    <a16:creationId xmlns:a16="http://schemas.microsoft.com/office/drawing/2014/main" id="{FDA91671-7359-4FE7-BB81-810C94813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268"/>
                <a:ext cx="70" cy="28"/>
              </a:xfrm>
              <a:custGeom>
                <a:avLst/>
                <a:gdLst>
                  <a:gd name="T0" fmla="*/ 0 w 16"/>
                  <a:gd name="T1" fmla="*/ 0 h 6"/>
                  <a:gd name="T2" fmla="*/ 1339 w 16"/>
                  <a:gd name="T3" fmla="*/ 303 h 6"/>
                  <a:gd name="T4" fmla="*/ 79 w 16"/>
                  <a:gd name="T5" fmla="*/ 61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cubicBezTo>
                      <a:pt x="6" y="0"/>
                      <a:pt x="10" y="2"/>
                      <a:pt x="16" y="3"/>
                    </a:cubicBezTo>
                    <a:cubicBezTo>
                      <a:pt x="11" y="3"/>
                      <a:pt x="5" y="3"/>
                      <a:pt x="1" y="6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5" name="Freeform 182">
                <a:extLst>
                  <a:ext uri="{FF2B5EF4-FFF2-40B4-BE49-F238E27FC236}">
                    <a16:creationId xmlns:a16="http://schemas.microsoft.com/office/drawing/2014/main" id="{5D2E11D3-BD5F-45B6-A84C-CBA9B4FE8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977"/>
                <a:ext cx="66" cy="61"/>
              </a:xfrm>
              <a:custGeom>
                <a:avLst/>
                <a:gdLst>
                  <a:gd name="T0" fmla="*/ 427 w 15"/>
                  <a:gd name="T1" fmla="*/ 0 h 13"/>
                  <a:gd name="T2" fmla="*/ 1276 w 15"/>
                  <a:gd name="T3" fmla="*/ 1342 h 13"/>
                  <a:gd name="T4" fmla="*/ 0 w 15"/>
                  <a:gd name="T5" fmla="*/ 10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5" y="0"/>
                    </a:moveTo>
                    <a:cubicBezTo>
                      <a:pt x="8" y="5"/>
                      <a:pt x="12" y="9"/>
                      <a:pt x="15" y="13"/>
                    </a:cubicBezTo>
                    <a:cubicBezTo>
                      <a:pt x="9" y="11"/>
                      <a:pt x="5" y="6"/>
                      <a:pt x="0" y="1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6" name="Freeform 183">
                <a:extLst>
                  <a:ext uri="{FF2B5EF4-FFF2-40B4-BE49-F238E27FC236}">
                    <a16:creationId xmlns:a16="http://schemas.microsoft.com/office/drawing/2014/main" id="{64D960D5-4818-4717-AA98-092C1560C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184"/>
                <a:ext cx="44" cy="23"/>
              </a:xfrm>
              <a:custGeom>
                <a:avLst/>
                <a:gdLst>
                  <a:gd name="T0" fmla="*/ 0 w 10"/>
                  <a:gd name="T1" fmla="*/ 294 h 5"/>
                  <a:gd name="T2" fmla="*/ 854 w 10"/>
                  <a:gd name="T3" fmla="*/ 189 h 5"/>
                  <a:gd name="T4" fmla="*/ 0 w 10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0" y="5"/>
                      <a:pt x="8" y="4"/>
                      <a:pt x="10" y="2"/>
                    </a:cubicBezTo>
                    <a:cubicBezTo>
                      <a:pt x="8" y="0"/>
                      <a:pt x="3" y="0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7" name="Freeform 184">
                <a:extLst>
                  <a:ext uri="{FF2B5EF4-FFF2-40B4-BE49-F238E27FC236}">
                    <a16:creationId xmlns:a16="http://schemas.microsoft.com/office/drawing/2014/main" id="{C64EACAB-7874-437B-BA67-83FBEFCC3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099"/>
                <a:ext cx="31" cy="38"/>
              </a:xfrm>
              <a:custGeom>
                <a:avLst/>
                <a:gdLst>
                  <a:gd name="T0" fmla="*/ 0 w 7"/>
                  <a:gd name="T1" fmla="*/ 114 h 8"/>
                  <a:gd name="T2" fmla="*/ 531 w 7"/>
                  <a:gd name="T3" fmla="*/ 746 h 8"/>
                  <a:gd name="T4" fmla="*/ 354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1"/>
                    </a:moveTo>
                    <a:cubicBezTo>
                      <a:pt x="1" y="3"/>
                      <a:pt x="3" y="8"/>
                      <a:pt x="6" y="7"/>
                    </a:cubicBezTo>
                    <a:cubicBezTo>
                      <a:pt x="7" y="5"/>
                      <a:pt x="4" y="3"/>
                      <a:pt x="4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8" name="Freeform 185">
                <a:extLst>
                  <a:ext uri="{FF2B5EF4-FFF2-40B4-BE49-F238E27FC236}">
                    <a16:creationId xmlns:a16="http://schemas.microsoft.com/office/drawing/2014/main" id="{85B97CDD-7430-4A3E-804B-171AB2632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095"/>
                <a:ext cx="22" cy="23"/>
              </a:xfrm>
              <a:custGeom>
                <a:avLst/>
                <a:gdLst>
                  <a:gd name="T0" fmla="*/ 0 w 5"/>
                  <a:gd name="T1" fmla="*/ 0 h 5"/>
                  <a:gd name="T2" fmla="*/ 348 w 5"/>
                  <a:gd name="T3" fmla="*/ 488 h 5"/>
                  <a:gd name="T4" fmla="*/ 348 w 5"/>
                  <a:gd name="T5" fmla="*/ 10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2" y="5"/>
                      <a:pt x="4" y="5"/>
                    </a:cubicBezTo>
                    <a:cubicBezTo>
                      <a:pt x="5" y="4"/>
                      <a:pt x="5" y="2"/>
                      <a:pt x="4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9" name="Freeform 186">
                <a:extLst>
                  <a:ext uri="{FF2B5EF4-FFF2-40B4-BE49-F238E27FC236}">
                    <a16:creationId xmlns:a16="http://schemas.microsoft.com/office/drawing/2014/main" id="{5CF095AE-A18D-4FCE-8785-A9F549568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038"/>
                <a:ext cx="22" cy="57"/>
              </a:xfrm>
              <a:custGeom>
                <a:avLst/>
                <a:gdLst>
                  <a:gd name="T0" fmla="*/ 79 w 5"/>
                  <a:gd name="T1" fmla="*/ 0 h 12"/>
                  <a:gd name="T2" fmla="*/ 251 w 5"/>
                  <a:gd name="T3" fmla="*/ 1287 h 12"/>
                  <a:gd name="T4" fmla="*/ 251 w 5"/>
                  <a:gd name="T5" fmla="*/ 1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1" y="0"/>
                    </a:moveTo>
                    <a:cubicBezTo>
                      <a:pt x="0" y="4"/>
                      <a:pt x="0" y="9"/>
                      <a:pt x="3" y="12"/>
                    </a:cubicBezTo>
                    <a:cubicBezTo>
                      <a:pt x="5" y="11"/>
                      <a:pt x="3" y="4"/>
                      <a:pt x="3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0" name="Freeform 187">
                <a:extLst>
                  <a:ext uri="{FF2B5EF4-FFF2-40B4-BE49-F238E27FC236}">
                    <a16:creationId xmlns:a16="http://schemas.microsoft.com/office/drawing/2014/main" id="{C8800148-16EA-4851-8179-30B0B10E0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062"/>
                <a:ext cx="26" cy="37"/>
              </a:xfrm>
              <a:custGeom>
                <a:avLst/>
                <a:gdLst>
                  <a:gd name="T0" fmla="*/ 490 w 6"/>
                  <a:gd name="T1" fmla="*/ 0 h 8"/>
                  <a:gd name="T2" fmla="*/ 74 w 6"/>
                  <a:gd name="T3" fmla="*/ 685 h 8"/>
                  <a:gd name="T4" fmla="*/ 490 w 6"/>
                  <a:gd name="T5" fmla="*/ 49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1"/>
                      <a:pt x="0" y="4"/>
                      <a:pt x="1" y="7"/>
                    </a:cubicBezTo>
                    <a:cubicBezTo>
                      <a:pt x="2" y="8"/>
                      <a:pt x="5" y="6"/>
                      <a:pt x="6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1" name="Freeform 188">
                <a:extLst>
                  <a:ext uri="{FF2B5EF4-FFF2-40B4-BE49-F238E27FC236}">
                    <a16:creationId xmlns:a16="http://schemas.microsoft.com/office/drawing/2014/main" id="{4968AB0A-6639-464A-BFEF-649CBDA3F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202"/>
                <a:ext cx="39" cy="38"/>
              </a:xfrm>
              <a:custGeom>
                <a:avLst/>
                <a:gdLst>
                  <a:gd name="T0" fmla="*/ 563 w 9"/>
                  <a:gd name="T1" fmla="*/ 0 h 8"/>
                  <a:gd name="T2" fmla="*/ 74 w 9"/>
                  <a:gd name="T3" fmla="*/ 746 h 8"/>
                  <a:gd name="T4" fmla="*/ 732 w 9"/>
                  <a:gd name="T5" fmla="*/ 42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5" y="0"/>
                      <a:pt x="0" y="4"/>
                      <a:pt x="1" y="7"/>
                    </a:cubicBezTo>
                    <a:cubicBezTo>
                      <a:pt x="4" y="8"/>
                      <a:pt x="7" y="5"/>
                      <a:pt x="9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2" name="Freeform 189">
                <a:extLst>
                  <a:ext uri="{FF2B5EF4-FFF2-40B4-BE49-F238E27FC236}">
                    <a16:creationId xmlns:a16="http://schemas.microsoft.com/office/drawing/2014/main" id="{32AA0525-B8D7-46F2-8C7C-CC1B2B0EE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291"/>
                <a:ext cx="44" cy="19"/>
              </a:xfrm>
              <a:custGeom>
                <a:avLst/>
                <a:gdLst>
                  <a:gd name="T0" fmla="*/ 854 w 10"/>
                  <a:gd name="T1" fmla="*/ 318 h 4"/>
                  <a:gd name="T2" fmla="*/ 0 w 10"/>
                  <a:gd name="T3" fmla="*/ 228 h 4"/>
                  <a:gd name="T4" fmla="*/ 176 w 10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3"/>
                    </a:moveTo>
                    <a:cubicBezTo>
                      <a:pt x="7" y="1"/>
                      <a:pt x="2" y="0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3" name="Freeform 190">
                <a:extLst>
                  <a:ext uri="{FF2B5EF4-FFF2-40B4-BE49-F238E27FC236}">
                    <a16:creationId xmlns:a16="http://schemas.microsoft.com/office/drawing/2014/main" id="{D93A0695-326F-4B0E-A037-416BCE4AE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362"/>
                <a:ext cx="39" cy="23"/>
              </a:xfrm>
              <a:custGeom>
                <a:avLst/>
                <a:gdLst>
                  <a:gd name="T0" fmla="*/ 732 w 9"/>
                  <a:gd name="T1" fmla="*/ 488 h 5"/>
                  <a:gd name="T2" fmla="*/ 0 w 9"/>
                  <a:gd name="T3" fmla="*/ 189 h 5"/>
                  <a:gd name="T4" fmla="*/ 563 w 9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7" y="4"/>
                      <a:pt x="2" y="0"/>
                      <a:pt x="0" y="2"/>
                    </a:cubicBezTo>
                    <a:cubicBezTo>
                      <a:pt x="1" y="4"/>
                      <a:pt x="4" y="5"/>
                      <a:pt x="7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4" name="Freeform 191">
                <a:extLst>
                  <a:ext uri="{FF2B5EF4-FFF2-40B4-BE49-F238E27FC236}">
                    <a16:creationId xmlns:a16="http://schemas.microsoft.com/office/drawing/2014/main" id="{52EBB41C-350F-4375-A2F5-9BC19C0EC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376"/>
                <a:ext cx="61" cy="60"/>
              </a:xfrm>
              <a:custGeom>
                <a:avLst/>
                <a:gdLst>
                  <a:gd name="T0" fmla="*/ 1159 w 14"/>
                  <a:gd name="T1" fmla="*/ 1278 h 13"/>
                  <a:gd name="T2" fmla="*/ 571 w 14"/>
                  <a:gd name="T3" fmla="*/ 194 h 13"/>
                  <a:gd name="T4" fmla="*/ 837 w 14"/>
                  <a:gd name="T5" fmla="*/ 117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cubicBezTo>
                      <a:pt x="11" y="10"/>
                      <a:pt x="10" y="4"/>
                      <a:pt x="7" y="2"/>
                    </a:cubicBezTo>
                    <a:cubicBezTo>
                      <a:pt x="0" y="0"/>
                      <a:pt x="9" y="11"/>
                      <a:pt x="10" y="1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5" name="Freeform 192">
                <a:extLst>
                  <a:ext uri="{FF2B5EF4-FFF2-40B4-BE49-F238E27FC236}">
                    <a16:creationId xmlns:a16="http://schemas.microsoft.com/office/drawing/2014/main" id="{8901105E-8D51-4F3F-8831-2B06541E3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427"/>
                <a:ext cx="31" cy="61"/>
              </a:xfrm>
              <a:custGeom>
                <a:avLst/>
                <a:gdLst>
                  <a:gd name="T0" fmla="*/ 430 w 7"/>
                  <a:gd name="T1" fmla="*/ 1342 h 13"/>
                  <a:gd name="T2" fmla="*/ 354 w 7"/>
                  <a:gd name="T3" fmla="*/ 0 h 13"/>
                  <a:gd name="T4" fmla="*/ 607 w 7"/>
                  <a:gd name="T5" fmla="*/ 103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5" y="13"/>
                    </a:moveTo>
                    <a:cubicBezTo>
                      <a:pt x="4" y="10"/>
                      <a:pt x="0" y="1"/>
                      <a:pt x="4" y="0"/>
                    </a:cubicBezTo>
                    <a:cubicBezTo>
                      <a:pt x="5" y="3"/>
                      <a:pt x="5" y="7"/>
                      <a:pt x="7" y="1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6" name="Freeform 193">
                <a:extLst>
                  <a:ext uri="{FF2B5EF4-FFF2-40B4-BE49-F238E27FC236}">
                    <a16:creationId xmlns:a16="http://schemas.microsoft.com/office/drawing/2014/main" id="{C6896217-988E-4682-A5B8-244A38548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446"/>
                <a:ext cx="26" cy="61"/>
              </a:xfrm>
              <a:custGeom>
                <a:avLst/>
                <a:gdLst>
                  <a:gd name="T0" fmla="*/ 169 w 6"/>
                  <a:gd name="T1" fmla="*/ 1234 h 13"/>
                  <a:gd name="T2" fmla="*/ 243 w 6"/>
                  <a:gd name="T3" fmla="*/ 0 h 13"/>
                  <a:gd name="T4" fmla="*/ 321 w 6"/>
                  <a:gd name="T5" fmla="*/ 134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2" y="12"/>
                    </a:moveTo>
                    <a:cubicBezTo>
                      <a:pt x="2" y="9"/>
                      <a:pt x="0" y="2"/>
                      <a:pt x="3" y="0"/>
                    </a:cubicBezTo>
                    <a:cubicBezTo>
                      <a:pt x="6" y="2"/>
                      <a:pt x="3" y="10"/>
                      <a:pt x="4" y="1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7" name="Freeform 194">
                <a:extLst>
                  <a:ext uri="{FF2B5EF4-FFF2-40B4-BE49-F238E27FC236}">
                    <a16:creationId xmlns:a16="http://schemas.microsoft.com/office/drawing/2014/main" id="{0188A66E-B60C-414C-A48E-A7B1B88E1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36"/>
                <a:ext cx="31" cy="80"/>
              </a:xfrm>
              <a:custGeom>
                <a:avLst/>
                <a:gdLst>
                  <a:gd name="T0" fmla="*/ 0 w 7"/>
                  <a:gd name="T1" fmla="*/ 1242 h 17"/>
                  <a:gd name="T2" fmla="*/ 531 w 7"/>
                  <a:gd name="T3" fmla="*/ 0 h 17"/>
                  <a:gd name="T4" fmla="*/ 177 w 7"/>
                  <a:gd name="T5" fmla="*/ 176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0" y="12"/>
                    </a:moveTo>
                    <a:cubicBezTo>
                      <a:pt x="0" y="8"/>
                      <a:pt x="2" y="2"/>
                      <a:pt x="6" y="0"/>
                    </a:cubicBezTo>
                    <a:cubicBezTo>
                      <a:pt x="7" y="6"/>
                      <a:pt x="4" y="12"/>
                      <a:pt x="2" y="17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8" name="Freeform 195">
                <a:extLst>
                  <a:ext uri="{FF2B5EF4-FFF2-40B4-BE49-F238E27FC236}">
                    <a16:creationId xmlns:a16="http://schemas.microsoft.com/office/drawing/2014/main" id="{BE6776FE-7A1B-4689-AEB8-AA7F1D6FF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432"/>
                <a:ext cx="30" cy="51"/>
              </a:xfrm>
              <a:custGeom>
                <a:avLst/>
                <a:gdLst>
                  <a:gd name="T0" fmla="*/ 0 w 7"/>
                  <a:gd name="T1" fmla="*/ 686 h 11"/>
                  <a:gd name="T2" fmla="*/ 476 w 7"/>
                  <a:gd name="T3" fmla="*/ 0 h 11"/>
                  <a:gd name="T4" fmla="*/ 0 w 7"/>
                  <a:gd name="T5" fmla="*/ 109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0" y="7"/>
                    </a:moveTo>
                    <a:cubicBezTo>
                      <a:pt x="2" y="5"/>
                      <a:pt x="3" y="1"/>
                      <a:pt x="6" y="0"/>
                    </a:cubicBezTo>
                    <a:cubicBezTo>
                      <a:pt x="7" y="4"/>
                      <a:pt x="2" y="8"/>
                      <a:pt x="0" y="1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9" name="Freeform 196">
                <a:extLst>
                  <a:ext uri="{FF2B5EF4-FFF2-40B4-BE49-F238E27FC236}">
                    <a16:creationId xmlns:a16="http://schemas.microsoft.com/office/drawing/2014/main" id="{93DB7103-0866-42D6-8F7D-8BC5E2EF5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394"/>
                <a:ext cx="48" cy="42"/>
              </a:xfrm>
              <a:custGeom>
                <a:avLst/>
                <a:gdLst>
                  <a:gd name="T0" fmla="*/ 0 w 11"/>
                  <a:gd name="T1" fmla="*/ 807 h 9"/>
                  <a:gd name="T2" fmla="*/ 912 w 11"/>
                  <a:gd name="T3" fmla="*/ 196 h 9"/>
                  <a:gd name="T4" fmla="*/ 170 w 11"/>
                  <a:gd name="T5" fmla="*/ 9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8"/>
                    </a:moveTo>
                    <a:cubicBezTo>
                      <a:pt x="2" y="6"/>
                      <a:pt x="8" y="0"/>
                      <a:pt x="11" y="2"/>
                    </a:cubicBezTo>
                    <a:cubicBezTo>
                      <a:pt x="10" y="5"/>
                      <a:pt x="5" y="7"/>
                      <a:pt x="2" y="9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0" name="Freeform 197">
                <a:extLst>
                  <a:ext uri="{FF2B5EF4-FFF2-40B4-BE49-F238E27FC236}">
                    <a16:creationId xmlns:a16="http://schemas.microsoft.com/office/drawing/2014/main" id="{25653286-4C9E-4F88-9A60-A19BE5A0B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343"/>
                <a:ext cx="40" cy="28"/>
              </a:xfrm>
              <a:custGeom>
                <a:avLst/>
                <a:gdLst>
                  <a:gd name="T0" fmla="*/ 80 w 9"/>
                  <a:gd name="T1" fmla="*/ 415 h 6"/>
                  <a:gd name="T2" fmla="*/ 791 w 9"/>
                  <a:gd name="T3" fmla="*/ 196 h 6"/>
                  <a:gd name="T4" fmla="*/ 0 w 9"/>
                  <a:gd name="T5" fmla="*/ 61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1" y="4"/>
                    </a:moveTo>
                    <a:cubicBezTo>
                      <a:pt x="3" y="3"/>
                      <a:pt x="7" y="0"/>
                      <a:pt x="9" y="2"/>
                    </a:cubicBezTo>
                    <a:cubicBezTo>
                      <a:pt x="8" y="4"/>
                      <a:pt x="3" y="5"/>
                      <a:pt x="0" y="6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1" name="Freeform 198">
                <a:extLst>
                  <a:ext uri="{FF2B5EF4-FFF2-40B4-BE49-F238E27FC236}">
                    <a16:creationId xmlns:a16="http://schemas.microsoft.com/office/drawing/2014/main" id="{8B2605DC-02FA-4559-A752-8E9CF301D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2244"/>
                <a:ext cx="43" cy="33"/>
              </a:xfrm>
              <a:custGeom>
                <a:avLst/>
                <a:gdLst>
                  <a:gd name="T0" fmla="*/ 0 w 10"/>
                  <a:gd name="T1" fmla="*/ 735 h 7"/>
                  <a:gd name="T2" fmla="*/ 722 w 10"/>
                  <a:gd name="T3" fmla="*/ 424 h 7"/>
                  <a:gd name="T4" fmla="*/ 73 w 10"/>
                  <a:gd name="T5" fmla="*/ 31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1" y="7"/>
                      <a:pt x="8" y="6"/>
                      <a:pt x="9" y="4"/>
                    </a:cubicBezTo>
                    <a:cubicBezTo>
                      <a:pt x="10" y="0"/>
                      <a:pt x="3" y="3"/>
                      <a:pt x="1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2" name="Freeform 199">
                <a:extLst>
                  <a:ext uri="{FF2B5EF4-FFF2-40B4-BE49-F238E27FC236}">
                    <a16:creationId xmlns:a16="http://schemas.microsoft.com/office/drawing/2014/main" id="{0E50363B-3778-4D42-93ED-52627C380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109"/>
                <a:ext cx="49" cy="51"/>
              </a:xfrm>
              <a:custGeom>
                <a:avLst/>
                <a:gdLst>
                  <a:gd name="T0" fmla="*/ 0 w 11"/>
                  <a:gd name="T1" fmla="*/ 0 h 11"/>
                  <a:gd name="T2" fmla="*/ 713 w 11"/>
                  <a:gd name="T3" fmla="*/ 988 h 11"/>
                  <a:gd name="T4" fmla="*/ 258 w 11"/>
                  <a:gd name="T5" fmla="*/ 19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0"/>
                    </a:moveTo>
                    <a:cubicBezTo>
                      <a:pt x="2" y="2"/>
                      <a:pt x="4" y="11"/>
                      <a:pt x="8" y="10"/>
                    </a:cubicBezTo>
                    <a:cubicBezTo>
                      <a:pt x="11" y="10"/>
                      <a:pt x="4" y="3"/>
                      <a:pt x="3" y="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3" name="Freeform 200">
                <a:extLst>
                  <a:ext uri="{FF2B5EF4-FFF2-40B4-BE49-F238E27FC236}">
                    <a16:creationId xmlns:a16="http://schemas.microsoft.com/office/drawing/2014/main" id="{2A1DA6C4-F7A4-4D60-972A-2E6D8384C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099"/>
                <a:ext cx="27" cy="33"/>
              </a:xfrm>
              <a:custGeom>
                <a:avLst/>
                <a:gdLst>
                  <a:gd name="T0" fmla="*/ 0 w 6"/>
                  <a:gd name="T1" fmla="*/ 0 h 7"/>
                  <a:gd name="T2" fmla="*/ 365 w 6"/>
                  <a:gd name="T3" fmla="*/ 735 h 7"/>
                  <a:gd name="T4" fmla="*/ 284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2"/>
                      <a:pt x="2" y="5"/>
                      <a:pt x="4" y="7"/>
                    </a:cubicBezTo>
                    <a:cubicBezTo>
                      <a:pt x="6" y="6"/>
                      <a:pt x="4" y="2"/>
                      <a:pt x="3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4" name="Freeform 201">
                <a:extLst>
                  <a:ext uri="{FF2B5EF4-FFF2-40B4-BE49-F238E27FC236}">
                    <a16:creationId xmlns:a16="http://schemas.microsoft.com/office/drawing/2014/main" id="{111B89EF-4F59-4395-9EC8-49FF3965B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066"/>
                <a:ext cx="26" cy="43"/>
              </a:xfrm>
              <a:custGeom>
                <a:avLst/>
                <a:gdLst>
                  <a:gd name="T0" fmla="*/ 0 w 6"/>
                  <a:gd name="T1" fmla="*/ 0 h 9"/>
                  <a:gd name="T2" fmla="*/ 321 w 6"/>
                  <a:gd name="T3" fmla="*/ 979 h 9"/>
                  <a:gd name="T4" fmla="*/ 169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1" y="2"/>
                      <a:pt x="0" y="8"/>
                      <a:pt x="4" y="9"/>
                    </a:cubicBezTo>
                    <a:cubicBezTo>
                      <a:pt x="6" y="6"/>
                      <a:pt x="2" y="3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5" name="Freeform 202">
                <a:extLst>
                  <a:ext uri="{FF2B5EF4-FFF2-40B4-BE49-F238E27FC236}">
                    <a16:creationId xmlns:a16="http://schemas.microsoft.com/office/drawing/2014/main" id="{804F899E-5487-4D69-A845-752F4E555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071"/>
                <a:ext cx="18" cy="38"/>
              </a:xfrm>
              <a:custGeom>
                <a:avLst/>
                <a:gdLst>
                  <a:gd name="T0" fmla="*/ 0 w 4"/>
                  <a:gd name="T1" fmla="*/ 0 h 8"/>
                  <a:gd name="T2" fmla="*/ 104 w 4"/>
                  <a:gd name="T3" fmla="*/ 860 h 8"/>
                  <a:gd name="T4" fmla="*/ 284 w 4"/>
                  <a:gd name="T5" fmla="*/ 1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3"/>
                      <a:pt x="1" y="5"/>
                      <a:pt x="1" y="8"/>
                    </a:cubicBezTo>
                    <a:cubicBezTo>
                      <a:pt x="4" y="7"/>
                      <a:pt x="3" y="3"/>
                      <a:pt x="3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6" name="Freeform 203">
                <a:extLst>
                  <a:ext uri="{FF2B5EF4-FFF2-40B4-BE49-F238E27FC236}">
                    <a16:creationId xmlns:a16="http://schemas.microsoft.com/office/drawing/2014/main" id="{3E0CB0A3-28E1-4C67-BD2D-05D629D53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095"/>
                <a:ext cx="44" cy="42"/>
              </a:xfrm>
              <a:custGeom>
                <a:avLst/>
                <a:gdLst>
                  <a:gd name="T0" fmla="*/ 427 w 10"/>
                  <a:gd name="T1" fmla="*/ 196 h 9"/>
                  <a:gd name="T2" fmla="*/ 79 w 10"/>
                  <a:gd name="T3" fmla="*/ 915 h 9"/>
                  <a:gd name="T4" fmla="*/ 854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2"/>
                    </a:moveTo>
                    <a:cubicBezTo>
                      <a:pt x="3" y="3"/>
                      <a:pt x="0" y="7"/>
                      <a:pt x="1" y="9"/>
                    </a:cubicBezTo>
                    <a:cubicBezTo>
                      <a:pt x="5" y="8"/>
                      <a:pt x="6" y="2"/>
                      <a:pt x="1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7" name="Freeform 204">
                <a:extLst>
                  <a:ext uri="{FF2B5EF4-FFF2-40B4-BE49-F238E27FC236}">
                    <a16:creationId xmlns:a16="http://schemas.microsoft.com/office/drawing/2014/main" id="{DFDB1E2F-300B-4943-BD09-10B7B956B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244"/>
                <a:ext cx="48" cy="19"/>
              </a:xfrm>
              <a:custGeom>
                <a:avLst/>
                <a:gdLst>
                  <a:gd name="T0" fmla="*/ 838 w 11"/>
                  <a:gd name="T1" fmla="*/ 0 h 4"/>
                  <a:gd name="T2" fmla="*/ 74 w 11"/>
                  <a:gd name="T3" fmla="*/ 228 h 4"/>
                  <a:gd name="T4" fmla="*/ 912 w 11"/>
                  <a:gd name="T5" fmla="*/ 2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0" y="0"/>
                    </a:moveTo>
                    <a:cubicBezTo>
                      <a:pt x="8" y="0"/>
                      <a:pt x="1" y="0"/>
                      <a:pt x="1" y="2"/>
                    </a:cubicBezTo>
                    <a:cubicBezTo>
                      <a:pt x="0" y="4"/>
                      <a:pt x="10" y="2"/>
                      <a:pt x="11" y="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8" name="Freeform 205">
                <a:extLst>
                  <a:ext uri="{FF2B5EF4-FFF2-40B4-BE49-F238E27FC236}">
                    <a16:creationId xmlns:a16="http://schemas.microsoft.com/office/drawing/2014/main" id="{F58D1920-5088-418B-B7C2-0BF9DAF9C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043"/>
                <a:ext cx="40" cy="47"/>
              </a:xfrm>
              <a:custGeom>
                <a:avLst/>
                <a:gdLst>
                  <a:gd name="T0" fmla="*/ 0 w 9"/>
                  <a:gd name="T1" fmla="*/ 0 h 10"/>
                  <a:gd name="T2" fmla="*/ 533 w 9"/>
                  <a:gd name="T3" fmla="*/ 926 h 10"/>
                  <a:gd name="T4" fmla="*/ 711 w 9"/>
                  <a:gd name="T5" fmla="*/ 0 h 10"/>
                  <a:gd name="T6" fmla="*/ 533 w 9"/>
                  <a:gd name="T7" fmla="*/ 729 h 10"/>
                  <a:gd name="T8" fmla="*/ 178 w 9"/>
                  <a:gd name="T9" fmla="*/ 41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1" y="3"/>
                      <a:pt x="3" y="10"/>
                      <a:pt x="6" y="9"/>
                    </a:cubicBezTo>
                    <a:cubicBezTo>
                      <a:pt x="9" y="9"/>
                      <a:pt x="9" y="1"/>
                      <a:pt x="8" y="0"/>
                    </a:cubicBezTo>
                    <a:cubicBezTo>
                      <a:pt x="8" y="1"/>
                      <a:pt x="8" y="6"/>
                      <a:pt x="6" y="7"/>
                    </a:cubicBezTo>
                    <a:cubicBezTo>
                      <a:pt x="4" y="8"/>
                      <a:pt x="2" y="5"/>
                      <a:pt x="2" y="4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9" name="Freeform 206">
                <a:extLst>
                  <a:ext uri="{FF2B5EF4-FFF2-40B4-BE49-F238E27FC236}">
                    <a16:creationId xmlns:a16="http://schemas.microsoft.com/office/drawing/2014/main" id="{C709822C-9DF7-4A00-9739-C2146B6D8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216"/>
                <a:ext cx="66" cy="42"/>
              </a:xfrm>
              <a:custGeom>
                <a:avLst/>
                <a:gdLst>
                  <a:gd name="T0" fmla="*/ 176 w 15"/>
                  <a:gd name="T1" fmla="*/ 915 h 9"/>
                  <a:gd name="T2" fmla="*/ 1201 w 15"/>
                  <a:gd name="T3" fmla="*/ 499 h 9"/>
                  <a:gd name="T4" fmla="*/ 0 w 15"/>
                  <a:gd name="T5" fmla="*/ 415 h 9"/>
                  <a:gd name="T6" fmla="*/ 678 w 15"/>
                  <a:gd name="T7" fmla="*/ 415 h 9"/>
                  <a:gd name="T8" fmla="*/ 502 w 15"/>
                  <a:gd name="T9" fmla="*/ 71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2" y="9"/>
                    </a:moveTo>
                    <a:cubicBezTo>
                      <a:pt x="4" y="9"/>
                      <a:pt x="13" y="7"/>
                      <a:pt x="14" y="5"/>
                    </a:cubicBezTo>
                    <a:cubicBezTo>
                      <a:pt x="15" y="0"/>
                      <a:pt x="2" y="3"/>
                      <a:pt x="0" y="4"/>
                    </a:cubicBezTo>
                    <a:cubicBezTo>
                      <a:pt x="2" y="3"/>
                      <a:pt x="6" y="3"/>
                      <a:pt x="8" y="4"/>
                    </a:cubicBezTo>
                    <a:cubicBezTo>
                      <a:pt x="9" y="5"/>
                      <a:pt x="8" y="7"/>
                      <a:pt x="6" y="7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0" name="Freeform 207">
                <a:extLst>
                  <a:ext uri="{FF2B5EF4-FFF2-40B4-BE49-F238E27FC236}">
                    <a16:creationId xmlns:a16="http://schemas.microsoft.com/office/drawing/2014/main" id="{43CC341F-EC06-4D4E-B5DA-4FABD6EFD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376"/>
                <a:ext cx="75" cy="56"/>
              </a:xfrm>
              <a:custGeom>
                <a:avLst/>
                <a:gdLst>
                  <a:gd name="T0" fmla="*/ 0 w 17"/>
                  <a:gd name="T1" fmla="*/ 719 h 12"/>
                  <a:gd name="T2" fmla="*/ 1032 w 17"/>
                  <a:gd name="T3" fmla="*/ 107 h 12"/>
                  <a:gd name="T4" fmla="*/ 428 w 17"/>
                  <a:gd name="T5" fmla="*/ 1218 h 12"/>
                  <a:gd name="T6" fmla="*/ 507 w 17"/>
                  <a:gd name="T7" fmla="*/ 61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3" y="6"/>
                      <a:pt x="9" y="0"/>
                      <a:pt x="12" y="1"/>
                    </a:cubicBezTo>
                    <a:cubicBezTo>
                      <a:pt x="17" y="3"/>
                      <a:pt x="6" y="11"/>
                      <a:pt x="5" y="12"/>
                    </a:cubicBezTo>
                    <a:cubicBezTo>
                      <a:pt x="5" y="11"/>
                      <a:pt x="11" y="4"/>
                      <a:pt x="6" y="6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1" name="Freeform 208">
                <a:extLst>
                  <a:ext uri="{FF2B5EF4-FFF2-40B4-BE49-F238E27FC236}">
                    <a16:creationId xmlns:a16="http://schemas.microsoft.com/office/drawing/2014/main" id="{D400AFC1-DBE0-476A-A44C-6157D6B34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418"/>
                <a:ext cx="62" cy="51"/>
              </a:xfrm>
              <a:custGeom>
                <a:avLst/>
                <a:gdLst>
                  <a:gd name="T0" fmla="*/ 0 w 14"/>
                  <a:gd name="T1" fmla="*/ 797 h 11"/>
                  <a:gd name="T2" fmla="*/ 961 w 14"/>
                  <a:gd name="T3" fmla="*/ 107 h 11"/>
                  <a:gd name="T4" fmla="*/ 607 w 14"/>
                  <a:gd name="T5" fmla="*/ 1094 h 11"/>
                  <a:gd name="T6" fmla="*/ 686 w 14"/>
                  <a:gd name="T7" fmla="*/ 496 h 11"/>
                  <a:gd name="T8" fmla="*/ 531 w 14"/>
                  <a:gd name="T9" fmla="*/ 60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0" y="8"/>
                    </a:moveTo>
                    <a:cubicBezTo>
                      <a:pt x="2" y="7"/>
                      <a:pt x="8" y="0"/>
                      <a:pt x="11" y="1"/>
                    </a:cubicBezTo>
                    <a:cubicBezTo>
                      <a:pt x="14" y="2"/>
                      <a:pt x="8" y="10"/>
                      <a:pt x="7" y="11"/>
                    </a:cubicBezTo>
                    <a:cubicBezTo>
                      <a:pt x="8" y="9"/>
                      <a:pt x="9" y="7"/>
                      <a:pt x="8" y="5"/>
                    </a:cubicBezTo>
                    <a:cubicBezTo>
                      <a:pt x="7" y="5"/>
                      <a:pt x="6" y="6"/>
                      <a:pt x="6" y="6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2" name="Freeform 209">
                <a:extLst>
                  <a:ext uri="{FF2B5EF4-FFF2-40B4-BE49-F238E27FC236}">
                    <a16:creationId xmlns:a16="http://schemas.microsoft.com/office/drawing/2014/main" id="{9BAA8608-2A07-4FBE-B735-6C891ADE5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446"/>
                <a:ext cx="30" cy="61"/>
              </a:xfrm>
              <a:custGeom>
                <a:avLst/>
                <a:gdLst>
                  <a:gd name="T0" fmla="*/ 0 w 7"/>
                  <a:gd name="T1" fmla="*/ 1145 h 13"/>
                  <a:gd name="T2" fmla="*/ 313 w 7"/>
                  <a:gd name="T3" fmla="*/ 108 h 13"/>
                  <a:gd name="T4" fmla="*/ 553 w 7"/>
                  <a:gd name="T5" fmla="*/ 1342 h 13"/>
                  <a:gd name="T6" fmla="*/ 240 w 7"/>
                  <a:gd name="T7" fmla="*/ 507 h 13"/>
                  <a:gd name="T8" fmla="*/ 167 w 7"/>
                  <a:gd name="T9" fmla="*/ 8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0" y="11"/>
                    </a:moveTo>
                    <a:cubicBezTo>
                      <a:pt x="1" y="9"/>
                      <a:pt x="1" y="0"/>
                      <a:pt x="4" y="1"/>
                    </a:cubicBezTo>
                    <a:cubicBezTo>
                      <a:pt x="7" y="1"/>
                      <a:pt x="7" y="10"/>
                      <a:pt x="7" y="13"/>
                    </a:cubicBezTo>
                    <a:cubicBezTo>
                      <a:pt x="6" y="10"/>
                      <a:pt x="6" y="7"/>
                      <a:pt x="3" y="5"/>
                    </a:cubicBezTo>
                    <a:cubicBezTo>
                      <a:pt x="2" y="5"/>
                      <a:pt x="2" y="6"/>
                      <a:pt x="2" y="8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3" name="Freeform 210">
                <a:extLst>
                  <a:ext uri="{FF2B5EF4-FFF2-40B4-BE49-F238E27FC236}">
                    <a16:creationId xmlns:a16="http://schemas.microsoft.com/office/drawing/2014/main" id="{0C87E8AB-E68C-4887-9BB7-0084412BA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413"/>
                <a:ext cx="57" cy="61"/>
              </a:xfrm>
              <a:custGeom>
                <a:avLst/>
                <a:gdLst>
                  <a:gd name="T0" fmla="*/ 1096 w 13"/>
                  <a:gd name="T1" fmla="*/ 727 h 13"/>
                  <a:gd name="T2" fmla="*/ 421 w 13"/>
                  <a:gd name="T3" fmla="*/ 0 h 13"/>
                  <a:gd name="T4" fmla="*/ 500 w 13"/>
                  <a:gd name="T5" fmla="*/ 1342 h 13"/>
                  <a:gd name="T6" fmla="*/ 500 w 13"/>
                  <a:gd name="T7" fmla="*/ 108 h 13"/>
                  <a:gd name="T8" fmla="*/ 750 w 13"/>
                  <a:gd name="T9" fmla="*/ 31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1" y="5"/>
                      <a:pt x="8" y="0"/>
                      <a:pt x="5" y="0"/>
                    </a:cubicBezTo>
                    <a:cubicBezTo>
                      <a:pt x="0" y="1"/>
                      <a:pt x="5" y="10"/>
                      <a:pt x="6" y="13"/>
                    </a:cubicBezTo>
                    <a:cubicBezTo>
                      <a:pt x="6" y="10"/>
                      <a:pt x="4" y="4"/>
                      <a:pt x="6" y="1"/>
                    </a:cubicBezTo>
                    <a:cubicBezTo>
                      <a:pt x="7" y="2"/>
                      <a:pt x="8" y="3"/>
                      <a:pt x="9" y="3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4" name="Freeform 211">
                <a:extLst>
                  <a:ext uri="{FF2B5EF4-FFF2-40B4-BE49-F238E27FC236}">
                    <a16:creationId xmlns:a16="http://schemas.microsoft.com/office/drawing/2014/main" id="{2ED2C408-478B-4074-AB96-CB7F21718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315"/>
                <a:ext cx="66" cy="56"/>
              </a:xfrm>
              <a:custGeom>
                <a:avLst/>
                <a:gdLst>
                  <a:gd name="T0" fmla="*/ 1276 w 15"/>
                  <a:gd name="T1" fmla="*/ 303 h 12"/>
                  <a:gd name="T2" fmla="*/ 79 w 15"/>
                  <a:gd name="T3" fmla="*/ 415 h 12"/>
                  <a:gd name="T4" fmla="*/ 1276 w 15"/>
                  <a:gd name="T5" fmla="*/ 1218 h 12"/>
                  <a:gd name="T6" fmla="*/ 502 w 15"/>
                  <a:gd name="T7" fmla="*/ 719 h 12"/>
                  <a:gd name="T8" fmla="*/ 1104 w 15"/>
                  <a:gd name="T9" fmla="*/ 30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2" y="2"/>
                      <a:pt x="3" y="0"/>
                      <a:pt x="1" y="4"/>
                    </a:cubicBezTo>
                    <a:cubicBezTo>
                      <a:pt x="0" y="9"/>
                      <a:pt x="12" y="11"/>
                      <a:pt x="15" y="12"/>
                    </a:cubicBezTo>
                    <a:cubicBezTo>
                      <a:pt x="12" y="11"/>
                      <a:pt x="7" y="9"/>
                      <a:pt x="6" y="7"/>
                    </a:cubicBezTo>
                    <a:cubicBezTo>
                      <a:pt x="4" y="3"/>
                      <a:pt x="10" y="4"/>
                      <a:pt x="13" y="3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5" name="Freeform 212">
                <a:extLst>
                  <a:ext uri="{FF2B5EF4-FFF2-40B4-BE49-F238E27FC236}">
                    <a16:creationId xmlns:a16="http://schemas.microsoft.com/office/drawing/2014/main" id="{4EA62CE1-25B1-4AB4-9EB7-BDEA0AB92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146"/>
                <a:ext cx="97" cy="52"/>
              </a:xfrm>
              <a:custGeom>
                <a:avLst/>
                <a:gdLst>
                  <a:gd name="T0" fmla="*/ 1459 w 22"/>
                  <a:gd name="T1" fmla="*/ 0 h 11"/>
                  <a:gd name="T2" fmla="*/ 679 w 22"/>
                  <a:gd name="T3" fmla="*/ 1163 h 11"/>
                  <a:gd name="T4" fmla="*/ 1887 w 22"/>
                  <a:gd name="T5" fmla="*/ 534 h 11"/>
                  <a:gd name="T6" fmla="*/ 952 w 22"/>
                  <a:gd name="T7" fmla="*/ 851 h 11"/>
                  <a:gd name="T8" fmla="*/ 1283 w 22"/>
                  <a:gd name="T9" fmla="*/ 20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17" y="0"/>
                    </a:moveTo>
                    <a:cubicBezTo>
                      <a:pt x="14" y="1"/>
                      <a:pt x="0" y="11"/>
                      <a:pt x="8" y="11"/>
                    </a:cubicBezTo>
                    <a:cubicBezTo>
                      <a:pt x="13" y="11"/>
                      <a:pt x="19" y="9"/>
                      <a:pt x="22" y="5"/>
                    </a:cubicBezTo>
                    <a:cubicBezTo>
                      <a:pt x="20" y="7"/>
                      <a:pt x="14" y="11"/>
                      <a:pt x="11" y="8"/>
                    </a:cubicBezTo>
                    <a:cubicBezTo>
                      <a:pt x="11" y="6"/>
                      <a:pt x="13" y="3"/>
                      <a:pt x="15" y="2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6" name="Freeform 213">
                <a:extLst>
                  <a:ext uri="{FF2B5EF4-FFF2-40B4-BE49-F238E27FC236}">
                    <a16:creationId xmlns:a16="http://schemas.microsoft.com/office/drawing/2014/main" id="{5FB584B1-75BB-40C5-8937-E9B107BA0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109"/>
                <a:ext cx="66" cy="51"/>
              </a:xfrm>
              <a:custGeom>
                <a:avLst/>
                <a:gdLst>
                  <a:gd name="T0" fmla="*/ 598 w 15"/>
                  <a:gd name="T1" fmla="*/ 0 h 11"/>
                  <a:gd name="T2" fmla="*/ 251 w 15"/>
                  <a:gd name="T3" fmla="*/ 904 h 11"/>
                  <a:gd name="T4" fmla="*/ 1276 w 15"/>
                  <a:gd name="T5" fmla="*/ 0 h 11"/>
                  <a:gd name="T6" fmla="*/ 427 w 15"/>
                  <a:gd name="T7" fmla="*/ 603 h 11"/>
                  <a:gd name="T8" fmla="*/ 598 w 1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7" y="0"/>
                    </a:moveTo>
                    <a:cubicBezTo>
                      <a:pt x="4" y="0"/>
                      <a:pt x="0" y="8"/>
                      <a:pt x="3" y="9"/>
                    </a:cubicBezTo>
                    <a:cubicBezTo>
                      <a:pt x="8" y="11"/>
                      <a:pt x="14" y="2"/>
                      <a:pt x="15" y="0"/>
                    </a:cubicBezTo>
                    <a:cubicBezTo>
                      <a:pt x="12" y="2"/>
                      <a:pt x="9" y="5"/>
                      <a:pt x="5" y="6"/>
                    </a:cubicBezTo>
                    <a:cubicBezTo>
                      <a:pt x="4" y="4"/>
                      <a:pt x="5" y="1"/>
                      <a:pt x="7" y="0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7" name="Freeform 214">
                <a:extLst>
                  <a:ext uri="{FF2B5EF4-FFF2-40B4-BE49-F238E27FC236}">
                    <a16:creationId xmlns:a16="http://schemas.microsoft.com/office/drawing/2014/main" id="{48CFFC78-85C6-4021-B0DD-E3BC60C98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146"/>
                <a:ext cx="79" cy="33"/>
              </a:xfrm>
              <a:custGeom>
                <a:avLst/>
                <a:gdLst>
                  <a:gd name="T0" fmla="*/ 426 w 18"/>
                  <a:gd name="T1" fmla="*/ 622 h 7"/>
                  <a:gd name="T2" fmla="*/ 1176 w 18"/>
                  <a:gd name="T3" fmla="*/ 198 h 7"/>
                  <a:gd name="T4" fmla="*/ 176 w 18"/>
                  <a:gd name="T5" fmla="*/ 198 h 7"/>
                  <a:gd name="T6" fmla="*/ 676 w 18"/>
                  <a:gd name="T7" fmla="*/ 424 h 7"/>
                  <a:gd name="T8" fmla="*/ 0 w 18"/>
                  <a:gd name="T9" fmla="*/ 5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5" y="6"/>
                    </a:moveTo>
                    <a:cubicBezTo>
                      <a:pt x="7" y="6"/>
                      <a:pt x="18" y="7"/>
                      <a:pt x="14" y="2"/>
                    </a:cubicBezTo>
                    <a:cubicBezTo>
                      <a:pt x="12" y="0"/>
                      <a:pt x="5" y="1"/>
                      <a:pt x="2" y="2"/>
                    </a:cubicBezTo>
                    <a:cubicBezTo>
                      <a:pt x="3" y="2"/>
                      <a:pt x="9" y="2"/>
                      <a:pt x="8" y="4"/>
                    </a:cubicBezTo>
                    <a:cubicBezTo>
                      <a:pt x="7" y="6"/>
                      <a:pt x="1" y="5"/>
                      <a:pt x="0" y="5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8" name="Freeform 215">
                <a:extLst>
                  <a:ext uri="{FF2B5EF4-FFF2-40B4-BE49-F238E27FC236}">
                    <a16:creationId xmlns:a16="http://schemas.microsoft.com/office/drawing/2014/main" id="{A5F07855-AD1B-42F7-B8C9-91498CF80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113"/>
                <a:ext cx="35" cy="19"/>
              </a:xfrm>
              <a:custGeom>
                <a:avLst/>
                <a:gdLst>
                  <a:gd name="T0" fmla="*/ 0 w 8"/>
                  <a:gd name="T1" fmla="*/ 114 h 4"/>
                  <a:gd name="T2" fmla="*/ 346 w 8"/>
                  <a:gd name="T3" fmla="*/ 0 h 4"/>
                  <a:gd name="T4" fmla="*/ 346 w 8"/>
                  <a:gd name="T5" fmla="*/ 228 h 4"/>
                  <a:gd name="T6" fmla="*/ 0 w 8"/>
                  <a:gd name="T7" fmla="*/ 1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2" y="4"/>
                      <a:pt x="8" y="2"/>
                      <a:pt x="4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2"/>
                      <a:pt x="1" y="1"/>
                      <a:pt x="0" y="1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9" name="Freeform 216">
                <a:extLst>
                  <a:ext uri="{FF2B5EF4-FFF2-40B4-BE49-F238E27FC236}">
                    <a16:creationId xmlns:a16="http://schemas.microsoft.com/office/drawing/2014/main" id="{76E3B088-0F30-41A1-8BDF-A707307D0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038"/>
                <a:ext cx="39" cy="66"/>
              </a:xfrm>
              <a:custGeom>
                <a:avLst/>
                <a:gdLst>
                  <a:gd name="T0" fmla="*/ 169 w 9"/>
                  <a:gd name="T1" fmla="*/ 0 h 14"/>
                  <a:gd name="T2" fmla="*/ 243 w 9"/>
                  <a:gd name="T3" fmla="*/ 1047 h 14"/>
                  <a:gd name="T4" fmla="*/ 732 w 9"/>
                  <a:gd name="T5" fmla="*/ 311 h 14"/>
                  <a:gd name="T6" fmla="*/ 169 w 9"/>
                  <a:gd name="T7" fmla="*/ 53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2" y="0"/>
                    </a:moveTo>
                    <a:cubicBezTo>
                      <a:pt x="3" y="3"/>
                      <a:pt x="0" y="7"/>
                      <a:pt x="3" y="10"/>
                    </a:cubicBezTo>
                    <a:cubicBezTo>
                      <a:pt x="8" y="14"/>
                      <a:pt x="8" y="6"/>
                      <a:pt x="9" y="3"/>
                    </a:cubicBezTo>
                    <a:cubicBezTo>
                      <a:pt x="8" y="6"/>
                      <a:pt x="3" y="12"/>
                      <a:pt x="2" y="5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0" name="Freeform 217">
                <a:extLst>
                  <a:ext uri="{FF2B5EF4-FFF2-40B4-BE49-F238E27FC236}">
                    <a16:creationId xmlns:a16="http://schemas.microsoft.com/office/drawing/2014/main" id="{79546601-B3CE-4C31-9D7D-73D541C41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043"/>
                <a:ext cx="66" cy="75"/>
              </a:xfrm>
              <a:custGeom>
                <a:avLst/>
                <a:gdLst>
                  <a:gd name="T0" fmla="*/ 678 w 15"/>
                  <a:gd name="T1" fmla="*/ 0 h 16"/>
                  <a:gd name="T2" fmla="*/ 251 w 15"/>
                  <a:gd name="T3" fmla="*/ 1448 h 16"/>
                  <a:gd name="T4" fmla="*/ 1276 w 15"/>
                  <a:gd name="T5" fmla="*/ 417 h 16"/>
                  <a:gd name="T6" fmla="*/ 427 w 15"/>
                  <a:gd name="T7" fmla="*/ 1233 h 16"/>
                  <a:gd name="T8" fmla="*/ 598 w 15"/>
                  <a:gd name="T9" fmla="*/ 41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8" y="0"/>
                    </a:moveTo>
                    <a:cubicBezTo>
                      <a:pt x="6" y="2"/>
                      <a:pt x="0" y="12"/>
                      <a:pt x="3" y="14"/>
                    </a:cubicBezTo>
                    <a:cubicBezTo>
                      <a:pt x="6" y="16"/>
                      <a:pt x="14" y="6"/>
                      <a:pt x="15" y="4"/>
                    </a:cubicBezTo>
                    <a:cubicBezTo>
                      <a:pt x="12" y="6"/>
                      <a:pt x="8" y="12"/>
                      <a:pt x="5" y="12"/>
                    </a:cubicBezTo>
                    <a:cubicBezTo>
                      <a:pt x="4" y="9"/>
                      <a:pt x="7" y="7"/>
                      <a:pt x="7" y="4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1" name="Freeform 218">
                <a:extLst>
                  <a:ext uri="{FF2B5EF4-FFF2-40B4-BE49-F238E27FC236}">
                    <a16:creationId xmlns:a16="http://schemas.microsoft.com/office/drawing/2014/main" id="{CCBB349E-5F21-4DED-8004-05B596D41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020"/>
                <a:ext cx="36" cy="103"/>
              </a:xfrm>
              <a:custGeom>
                <a:avLst/>
                <a:gdLst>
                  <a:gd name="T0" fmla="*/ 0 w 8"/>
                  <a:gd name="T1" fmla="*/ 726 h 22"/>
                  <a:gd name="T2" fmla="*/ 648 w 8"/>
                  <a:gd name="T3" fmla="*/ 1447 h 22"/>
                  <a:gd name="T4" fmla="*/ 284 w 8"/>
                  <a:gd name="T5" fmla="*/ 0 h 22"/>
                  <a:gd name="T6" fmla="*/ 185 w 8"/>
                  <a:gd name="T7" fmla="*/ 1030 h 22"/>
                  <a:gd name="T8" fmla="*/ 0 w 8"/>
                  <a:gd name="T9" fmla="*/ 9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2">
                    <a:moveTo>
                      <a:pt x="0" y="7"/>
                    </a:moveTo>
                    <a:cubicBezTo>
                      <a:pt x="1" y="8"/>
                      <a:pt x="4" y="22"/>
                      <a:pt x="7" y="14"/>
                    </a:cubicBezTo>
                    <a:cubicBezTo>
                      <a:pt x="8" y="10"/>
                      <a:pt x="5" y="3"/>
                      <a:pt x="3" y="0"/>
                    </a:cubicBezTo>
                    <a:cubicBezTo>
                      <a:pt x="4" y="3"/>
                      <a:pt x="4" y="7"/>
                      <a:pt x="2" y="10"/>
                    </a:cubicBezTo>
                    <a:cubicBezTo>
                      <a:pt x="1" y="10"/>
                      <a:pt x="1" y="9"/>
                      <a:pt x="0" y="9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2" name="Freeform 219">
                <a:extLst>
                  <a:ext uri="{FF2B5EF4-FFF2-40B4-BE49-F238E27FC236}">
                    <a16:creationId xmlns:a16="http://schemas.microsoft.com/office/drawing/2014/main" id="{4D819999-3AC8-4032-93D7-221E5C4D8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081"/>
                <a:ext cx="35" cy="60"/>
              </a:xfrm>
              <a:custGeom>
                <a:avLst/>
                <a:gdLst>
                  <a:gd name="T0" fmla="*/ 0 w 8"/>
                  <a:gd name="T1" fmla="*/ 300 h 13"/>
                  <a:gd name="T2" fmla="*/ 420 w 8"/>
                  <a:gd name="T3" fmla="*/ 1278 h 13"/>
                  <a:gd name="T4" fmla="*/ 249 w 8"/>
                  <a:gd name="T5" fmla="*/ 0 h 13"/>
                  <a:gd name="T6" fmla="*/ 249 w 8"/>
                  <a:gd name="T7" fmla="*/ 895 h 13"/>
                  <a:gd name="T8" fmla="*/ 171 w 8"/>
                  <a:gd name="T9" fmla="*/ 68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1" y="4"/>
                      <a:pt x="3" y="13"/>
                      <a:pt x="5" y="13"/>
                    </a:cubicBezTo>
                    <a:cubicBezTo>
                      <a:pt x="8" y="12"/>
                      <a:pt x="4" y="2"/>
                      <a:pt x="3" y="0"/>
                    </a:cubicBezTo>
                    <a:cubicBezTo>
                      <a:pt x="2" y="3"/>
                      <a:pt x="4" y="6"/>
                      <a:pt x="3" y="9"/>
                    </a:cubicBezTo>
                    <a:cubicBezTo>
                      <a:pt x="3" y="8"/>
                      <a:pt x="3" y="8"/>
                      <a:pt x="2" y="7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3" name="Freeform 220">
                <a:extLst>
                  <a:ext uri="{FF2B5EF4-FFF2-40B4-BE49-F238E27FC236}">
                    <a16:creationId xmlns:a16="http://schemas.microsoft.com/office/drawing/2014/main" id="{D98B47E3-4184-46D8-86DD-AF9C720E7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2305"/>
                <a:ext cx="66" cy="61"/>
              </a:xfrm>
              <a:custGeom>
                <a:avLst/>
                <a:gdLst>
                  <a:gd name="T0" fmla="*/ 0 w 15"/>
                  <a:gd name="T1" fmla="*/ 310 h 13"/>
                  <a:gd name="T2" fmla="*/ 1201 w 15"/>
                  <a:gd name="T3" fmla="*/ 507 h 13"/>
                  <a:gd name="T4" fmla="*/ 79 w 15"/>
                  <a:gd name="T5" fmla="*/ 1342 h 13"/>
                  <a:gd name="T6" fmla="*/ 348 w 15"/>
                  <a:gd name="T7" fmla="*/ 31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0" y="3"/>
                    </a:moveTo>
                    <a:cubicBezTo>
                      <a:pt x="3" y="3"/>
                      <a:pt x="15" y="0"/>
                      <a:pt x="14" y="5"/>
                    </a:cubicBezTo>
                    <a:cubicBezTo>
                      <a:pt x="13" y="8"/>
                      <a:pt x="5" y="13"/>
                      <a:pt x="1" y="13"/>
                    </a:cubicBezTo>
                    <a:cubicBezTo>
                      <a:pt x="5" y="10"/>
                      <a:pt x="14" y="3"/>
                      <a:pt x="4" y="3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4" name="Freeform 221">
                <a:extLst>
                  <a:ext uri="{FF2B5EF4-FFF2-40B4-BE49-F238E27FC236}">
                    <a16:creationId xmlns:a16="http://schemas.microsoft.com/office/drawing/2014/main" id="{5E9D2A67-D6BD-4138-B354-89B5119F5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441"/>
                <a:ext cx="39" cy="47"/>
              </a:xfrm>
              <a:custGeom>
                <a:avLst/>
                <a:gdLst>
                  <a:gd name="T0" fmla="*/ 0 w 9"/>
                  <a:gd name="T1" fmla="*/ 1039 h 10"/>
                  <a:gd name="T2" fmla="*/ 659 w 9"/>
                  <a:gd name="T3" fmla="*/ 0 h 10"/>
                  <a:gd name="T4" fmla="*/ 490 w 9"/>
                  <a:gd name="T5" fmla="*/ 1039 h 10"/>
                  <a:gd name="T6" fmla="*/ 412 w 9"/>
                  <a:gd name="T7" fmla="*/ 41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1" y="7"/>
                      <a:pt x="5" y="0"/>
                      <a:pt x="8" y="0"/>
                    </a:cubicBezTo>
                    <a:cubicBezTo>
                      <a:pt x="9" y="2"/>
                      <a:pt x="8" y="8"/>
                      <a:pt x="6" y="10"/>
                    </a:cubicBezTo>
                    <a:cubicBezTo>
                      <a:pt x="7" y="8"/>
                      <a:pt x="8" y="3"/>
                      <a:pt x="5" y="4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5" name="Freeform 222">
                <a:extLst>
                  <a:ext uri="{FF2B5EF4-FFF2-40B4-BE49-F238E27FC236}">
                    <a16:creationId xmlns:a16="http://schemas.microsoft.com/office/drawing/2014/main" id="{F3E9E18A-1040-4D0F-BEC1-6F7CCE046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160"/>
                <a:ext cx="26" cy="24"/>
              </a:xfrm>
              <a:custGeom>
                <a:avLst/>
                <a:gdLst>
                  <a:gd name="T0" fmla="*/ 321 w 6"/>
                  <a:gd name="T1" fmla="*/ 0 h 5"/>
                  <a:gd name="T2" fmla="*/ 0 w 6"/>
                  <a:gd name="T3" fmla="*/ 552 h 5"/>
                  <a:gd name="T4" fmla="*/ 490 w 6"/>
                  <a:gd name="T5" fmla="*/ 11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2" y="1"/>
                      <a:pt x="0" y="2"/>
                      <a:pt x="0" y="5"/>
                    </a:cubicBezTo>
                    <a:cubicBezTo>
                      <a:pt x="2" y="5"/>
                      <a:pt x="5" y="2"/>
                      <a:pt x="6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6" name="Freeform 223">
                <a:extLst>
                  <a:ext uri="{FF2B5EF4-FFF2-40B4-BE49-F238E27FC236}">
                    <a16:creationId xmlns:a16="http://schemas.microsoft.com/office/drawing/2014/main" id="{C151DC49-7873-4599-815B-C759F5797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202"/>
                <a:ext cx="26" cy="19"/>
              </a:xfrm>
              <a:custGeom>
                <a:avLst/>
                <a:gdLst>
                  <a:gd name="T0" fmla="*/ 243 w 6"/>
                  <a:gd name="T1" fmla="*/ 0 h 4"/>
                  <a:gd name="T2" fmla="*/ 0 w 6"/>
                  <a:gd name="T3" fmla="*/ 318 h 4"/>
                  <a:gd name="T4" fmla="*/ 490 w 6"/>
                  <a:gd name="T5" fmla="*/ 1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1"/>
                      <a:pt x="0" y="2"/>
                      <a:pt x="0" y="3"/>
                    </a:cubicBezTo>
                    <a:cubicBezTo>
                      <a:pt x="2" y="4"/>
                      <a:pt x="4" y="2"/>
                      <a:pt x="6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7" name="Freeform 224">
                <a:extLst>
                  <a:ext uri="{FF2B5EF4-FFF2-40B4-BE49-F238E27FC236}">
                    <a16:creationId xmlns:a16="http://schemas.microsoft.com/office/drawing/2014/main" id="{17DB7743-DCA7-4008-B2C6-810974B87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240"/>
                <a:ext cx="26" cy="14"/>
              </a:xfrm>
              <a:custGeom>
                <a:avLst/>
                <a:gdLst>
                  <a:gd name="T0" fmla="*/ 412 w 6"/>
                  <a:gd name="T1" fmla="*/ 0 h 3"/>
                  <a:gd name="T2" fmla="*/ 0 w 6"/>
                  <a:gd name="T3" fmla="*/ 196 h 3"/>
                  <a:gd name="T4" fmla="*/ 490 w 6"/>
                  <a:gd name="T5" fmla="*/ 19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2" y="3"/>
                      <a:pt x="4" y="2"/>
                      <a:pt x="6" y="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8" name="Freeform 225">
                <a:extLst>
                  <a:ext uri="{FF2B5EF4-FFF2-40B4-BE49-F238E27FC236}">
                    <a16:creationId xmlns:a16="http://schemas.microsoft.com/office/drawing/2014/main" id="{70FA4BA6-3AE4-4983-8D0B-9F1386B28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291"/>
                <a:ext cx="22" cy="24"/>
              </a:xfrm>
              <a:custGeom>
                <a:avLst/>
                <a:gdLst>
                  <a:gd name="T0" fmla="*/ 348 w 5"/>
                  <a:gd name="T1" fmla="*/ 115 h 5"/>
                  <a:gd name="T2" fmla="*/ 0 w 5"/>
                  <a:gd name="T3" fmla="*/ 115 h 5"/>
                  <a:gd name="T4" fmla="*/ 427 w 5"/>
                  <a:gd name="T5" fmla="*/ 55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3"/>
                      <a:pt x="3" y="5"/>
                      <a:pt x="5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9" name="Freeform 226">
                <a:extLst>
                  <a:ext uri="{FF2B5EF4-FFF2-40B4-BE49-F238E27FC236}">
                    <a16:creationId xmlns:a16="http://schemas.microsoft.com/office/drawing/2014/main" id="{62E68696-C875-4940-81DC-4F769F6D9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347"/>
                <a:ext cx="13" cy="15"/>
              </a:xfrm>
              <a:custGeom>
                <a:avLst/>
                <a:gdLst>
                  <a:gd name="T0" fmla="*/ 243 w 3"/>
                  <a:gd name="T1" fmla="*/ 125 h 3"/>
                  <a:gd name="T2" fmla="*/ 74 w 3"/>
                  <a:gd name="T3" fmla="*/ 0 h 3"/>
                  <a:gd name="T4" fmla="*/ 169 w 3"/>
                  <a:gd name="T5" fmla="*/ 37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3"/>
                      <a:pt x="2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0" name="Freeform 227">
                <a:extLst>
                  <a:ext uri="{FF2B5EF4-FFF2-40B4-BE49-F238E27FC236}">
                    <a16:creationId xmlns:a16="http://schemas.microsoft.com/office/drawing/2014/main" id="{07A9BF25-2E63-44F6-8B16-6A56C9196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371"/>
                <a:ext cx="18" cy="23"/>
              </a:xfrm>
              <a:custGeom>
                <a:avLst/>
                <a:gdLst>
                  <a:gd name="T0" fmla="*/ 365 w 4"/>
                  <a:gd name="T1" fmla="*/ 294 h 5"/>
                  <a:gd name="T2" fmla="*/ 185 w 4"/>
                  <a:gd name="T3" fmla="*/ 0 h 5"/>
                  <a:gd name="T4" fmla="*/ 284 w 4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2"/>
                      <a:pt x="3" y="1"/>
                      <a:pt x="2" y="0"/>
                    </a:cubicBezTo>
                    <a:cubicBezTo>
                      <a:pt x="0" y="2"/>
                      <a:pt x="2" y="4"/>
                      <a:pt x="3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1" name="Freeform 228">
                <a:extLst>
                  <a:ext uri="{FF2B5EF4-FFF2-40B4-BE49-F238E27FC236}">
                    <a16:creationId xmlns:a16="http://schemas.microsoft.com/office/drawing/2014/main" id="{111B096E-BDFA-488B-90D4-FCCB6C9BB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413"/>
                <a:ext cx="22" cy="19"/>
              </a:xfrm>
              <a:custGeom>
                <a:avLst/>
                <a:gdLst>
                  <a:gd name="T0" fmla="*/ 251 w 5"/>
                  <a:gd name="T1" fmla="*/ 428 h 4"/>
                  <a:gd name="T2" fmla="*/ 251 w 5"/>
                  <a:gd name="T3" fmla="*/ 0 h 4"/>
                  <a:gd name="T4" fmla="*/ 427 w 5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0" y="0"/>
                      <a:pt x="3" y="0"/>
                    </a:cubicBezTo>
                    <a:cubicBezTo>
                      <a:pt x="4" y="1"/>
                      <a:pt x="4" y="3"/>
                      <a:pt x="5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2" name="Freeform 229">
                <a:extLst>
                  <a:ext uri="{FF2B5EF4-FFF2-40B4-BE49-F238E27FC236}">
                    <a16:creationId xmlns:a16="http://schemas.microsoft.com/office/drawing/2014/main" id="{1B097A7C-395B-4893-9BCB-3121C9F3B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413"/>
                <a:ext cx="18" cy="23"/>
              </a:xfrm>
              <a:custGeom>
                <a:avLst/>
                <a:gdLst>
                  <a:gd name="T0" fmla="*/ 0 w 4"/>
                  <a:gd name="T1" fmla="*/ 294 h 5"/>
                  <a:gd name="T2" fmla="*/ 284 w 4"/>
                  <a:gd name="T3" fmla="*/ 0 h 5"/>
                  <a:gd name="T4" fmla="*/ 284 w 4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2"/>
                      <a:pt x="2" y="0"/>
                      <a:pt x="3" y="0"/>
                    </a:cubicBezTo>
                    <a:cubicBezTo>
                      <a:pt x="4" y="2"/>
                      <a:pt x="3" y="4"/>
                      <a:pt x="3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3" name="Freeform 230">
                <a:extLst>
                  <a:ext uri="{FF2B5EF4-FFF2-40B4-BE49-F238E27FC236}">
                    <a16:creationId xmlns:a16="http://schemas.microsoft.com/office/drawing/2014/main" id="{95BDADDD-E1CA-45FB-8F31-27ADE1CBB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422"/>
                <a:ext cx="13" cy="14"/>
              </a:xfrm>
              <a:custGeom>
                <a:avLst/>
                <a:gdLst>
                  <a:gd name="T0" fmla="*/ 0 w 3"/>
                  <a:gd name="T1" fmla="*/ 303 h 3"/>
                  <a:gd name="T2" fmla="*/ 169 w 3"/>
                  <a:gd name="T3" fmla="*/ 0 h 3"/>
                  <a:gd name="T4" fmla="*/ 243 w 3"/>
                  <a:gd name="T5" fmla="*/ 30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4" name="Freeform 231">
                <a:extLst>
                  <a:ext uri="{FF2B5EF4-FFF2-40B4-BE49-F238E27FC236}">
                    <a16:creationId xmlns:a16="http://schemas.microsoft.com/office/drawing/2014/main" id="{CFE2E821-DB8C-41D5-A8BF-FA6450246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427"/>
                <a:ext cx="13" cy="23"/>
              </a:xfrm>
              <a:custGeom>
                <a:avLst/>
                <a:gdLst>
                  <a:gd name="T0" fmla="*/ 0 w 3"/>
                  <a:gd name="T1" fmla="*/ 294 h 5"/>
                  <a:gd name="T2" fmla="*/ 0 w 3"/>
                  <a:gd name="T3" fmla="*/ 0 h 5"/>
                  <a:gd name="T4" fmla="*/ 169 w 3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3" y="0"/>
                      <a:pt x="2" y="3"/>
                      <a:pt x="2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5" name="Freeform 232">
                <a:extLst>
                  <a:ext uri="{FF2B5EF4-FFF2-40B4-BE49-F238E27FC236}">
                    <a16:creationId xmlns:a16="http://schemas.microsoft.com/office/drawing/2014/main" id="{2A6672D6-B294-4F63-9505-BEB1BA8FC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427"/>
                <a:ext cx="13" cy="19"/>
              </a:xfrm>
              <a:custGeom>
                <a:avLst/>
                <a:gdLst>
                  <a:gd name="T0" fmla="*/ 0 w 3"/>
                  <a:gd name="T1" fmla="*/ 428 h 4"/>
                  <a:gd name="T2" fmla="*/ 169 w 3"/>
                  <a:gd name="T3" fmla="*/ 0 h 4"/>
                  <a:gd name="T4" fmla="*/ 243 w 3"/>
                  <a:gd name="T5" fmla="*/ 31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6" name="Freeform 233">
                <a:extLst>
                  <a:ext uri="{FF2B5EF4-FFF2-40B4-BE49-F238E27FC236}">
                    <a16:creationId xmlns:a16="http://schemas.microsoft.com/office/drawing/2014/main" id="{D8B0EDEC-4F7C-4C42-94E1-5F0D8DEBF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418"/>
                <a:ext cx="8" cy="18"/>
              </a:xfrm>
              <a:custGeom>
                <a:avLst/>
                <a:gdLst>
                  <a:gd name="T0" fmla="*/ 0 w 2"/>
                  <a:gd name="T1" fmla="*/ 365 h 4"/>
                  <a:gd name="T2" fmla="*/ 0 w 2"/>
                  <a:gd name="T3" fmla="*/ 0 h 4"/>
                  <a:gd name="T4" fmla="*/ 128 w 2"/>
                  <a:gd name="T5" fmla="*/ 28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7" name="Freeform 234">
                <a:extLst>
                  <a:ext uri="{FF2B5EF4-FFF2-40B4-BE49-F238E27FC236}">
                    <a16:creationId xmlns:a16="http://schemas.microsoft.com/office/drawing/2014/main" id="{0F632ADA-5817-41AA-91E4-529EB0505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366"/>
                <a:ext cx="22" cy="19"/>
              </a:xfrm>
              <a:custGeom>
                <a:avLst/>
                <a:gdLst>
                  <a:gd name="T0" fmla="*/ 0 w 5"/>
                  <a:gd name="T1" fmla="*/ 228 h 4"/>
                  <a:gd name="T2" fmla="*/ 251 w 5"/>
                  <a:gd name="T3" fmla="*/ 0 h 4"/>
                  <a:gd name="T4" fmla="*/ 0 w 5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0" y="4"/>
                      <a:pt x="0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8" name="Freeform 235">
                <a:extLst>
                  <a:ext uri="{FF2B5EF4-FFF2-40B4-BE49-F238E27FC236}">
                    <a16:creationId xmlns:a16="http://schemas.microsoft.com/office/drawing/2014/main" id="{0E160071-81D4-4203-95EC-A7FF8CE93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376"/>
                <a:ext cx="17" cy="18"/>
              </a:xfrm>
              <a:custGeom>
                <a:avLst/>
                <a:gdLst>
                  <a:gd name="T0" fmla="*/ 0 w 4"/>
                  <a:gd name="T1" fmla="*/ 284 h 4"/>
                  <a:gd name="T2" fmla="*/ 162 w 4"/>
                  <a:gd name="T3" fmla="*/ 36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0"/>
                      <a:pt x="4" y="3"/>
                      <a:pt x="2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9" name="Freeform 236">
                <a:extLst>
                  <a:ext uri="{FF2B5EF4-FFF2-40B4-BE49-F238E27FC236}">
                    <a16:creationId xmlns:a16="http://schemas.microsoft.com/office/drawing/2014/main" id="{13A8CF76-A219-47DD-89CF-742E0FD3A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338"/>
                <a:ext cx="18" cy="19"/>
              </a:xfrm>
              <a:custGeom>
                <a:avLst/>
                <a:gdLst>
                  <a:gd name="T0" fmla="*/ 0 w 4"/>
                  <a:gd name="T1" fmla="*/ 428 h 4"/>
                  <a:gd name="T2" fmla="*/ 365 w 4"/>
                  <a:gd name="T3" fmla="*/ 114 h 4"/>
                  <a:gd name="T4" fmla="*/ 0 w 4"/>
                  <a:gd name="T5" fmla="*/ 1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3"/>
                      <a:pt x="4" y="1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0" name="Freeform 237">
                <a:extLst>
                  <a:ext uri="{FF2B5EF4-FFF2-40B4-BE49-F238E27FC236}">
                    <a16:creationId xmlns:a16="http://schemas.microsoft.com/office/drawing/2014/main" id="{BDDC6492-E29F-4034-9E74-57AD609F0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319"/>
                <a:ext cx="13" cy="14"/>
              </a:xfrm>
              <a:custGeom>
                <a:avLst/>
                <a:gdLst>
                  <a:gd name="T0" fmla="*/ 0 w 3"/>
                  <a:gd name="T1" fmla="*/ 303 h 3"/>
                  <a:gd name="T2" fmla="*/ 243 w 3"/>
                  <a:gd name="T3" fmla="*/ 107 h 3"/>
                  <a:gd name="T4" fmla="*/ 0 w 3"/>
                  <a:gd name="T5" fmla="*/ 10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1" name="Freeform 238">
                <a:extLst>
                  <a:ext uri="{FF2B5EF4-FFF2-40B4-BE49-F238E27FC236}">
                    <a16:creationId xmlns:a16="http://schemas.microsoft.com/office/drawing/2014/main" id="{E4502454-9333-4EC6-B6D4-31D3D930A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277"/>
                <a:ext cx="17" cy="33"/>
              </a:xfrm>
              <a:custGeom>
                <a:avLst/>
                <a:gdLst>
                  <a:gd name="T0" fmla="*/ 162 w 4"/>
                  <a:gd name="T1" fmla="*/ 735 h 7"/>
                  <a:gd name="T2" fmla="*/ 306 w 4"/>
                  <a:gd name="T3" fmla="*/ 533 h 7"/>
                  <a:gd name="T4" fmla="*/ 162 w 4"/>
                  <a:gd name="T5" fmla="*/ 424 h 7"/>
                  <a:gd name="T6" fmla="*/ 306 w 4"/>
                  <a:gd name="T7" fmla="*/ 311 h 7"/>
                  <a:gd name="T8" fmla="*/ 0 w 4"/>
                  <a:gd name="T9" fmla="*/ 11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2" y="7"/>
                    </a:moveTo>
                    <a:cubicBezTo>
                      <a:pt x="3" y="7"/>
                      <a:pt x="4" y="6"/>
                      <a:pt x="4" y="5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4" y="1"/>
                      <a:pt x="1" y="0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2" name="Freeform 239">
                <a:extLst>
                  <a:ext uri="{FF2B5EF4-FFF2-40B4-BE49-F238E27FC236}">
                    <a16:creationId xmlns:a16="http://schemas.microsoft.com/office/drawing/2014/main" id="{67AC44DE-6193-45A4-A82C-8956E9651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207"/>
                <a:ext cx="13" cy="19"/>
              </a:xfrm>
              <a:custGeom>
                <a:avLst/>
                <a:gdLst>
                  <a:gd name="T0" fmla="*/ 0 w 3"/>
                  <a:gd name="T1" fmla="*/ 428 h 4"/>
                  <a:gd name="T2" fmla="*/ 243 w 3"/>
                  <a:gd name="T3" fmla="*/ 318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4"/>
                      <a:pt x="3" y="4"/>
                      <a:pt x="3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3" name="Freeform 240">
                <a:extLst>
                  <a:ext uri="{FF2B5EF4-FFF2-40B4-BE49-F238E27FC236}">
                    <a16:creationId xmlns:a16="http://schemas.microsoft.com/office/drawing/2014/main" id="{CC8AC8ED-CF59-40DB-8229-4881EE4B7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141"/>
                <a:ext cx="35" cy="38"/>
              </a:xfrm>
              <a:custGeom>
                <a:avLst/>
                <a:gdLst>
                  <a:gd name="T0" fmla="*/ 0 w 8"/>
                  <a:gd name="T1" fmla="*/ 114 h 8"/>
                  <a:gd name="T2" fmla="*/ 420 w 8"/>
                  <a:gd name="T3" fmla="*/ 746 h 8"/>
                  <a:gd name="T4" fmla="*/ 79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1"/>
                    </a:moveTo>
                    <a:cubicBezTo>
                      <a:pt x="0" y="3"/>
                      <a:pt x="3" y="8"/>
                      <a:pt x="5" y="7"/>
                    </a:cubicBezTo>
                    <a:cubicBezTo>
                      <a:pt x="8" y="6"/>
                      <a:pt x="1" y="1"/>
                      <a:pt x="1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4" name="Freeform 241">
                <a:extLst>
                  <a:ext uri="{FF2B5EF4-FFF2-40B4-BE49-F238E27FC236}">
                    <a16:creationId xmlns:a16="http://schemas.microsoft.com/office/drawing/2014/main" id="{B997066F-1A27-4755-AD71-405E26E0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109"/>
                <a:ext cx="22" cy="37"/>
              </a:xfrm>
              <a:custGeom>
                <a:avLst/>
                <a:gdLst>
                  <a:gd name="T0" fmla="*/ 0 w 5"/>
                  <a:gd name="T1" fmla="*/ 194 h 8"/>
                  <a:gd name="T2" fmla="*/ 251 w 5"/>
                  <a:gd name="T3" fmla="*/ 791 h 8"/>
                  <a:gd name="T4" fmla="*/ 176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2"/>
                    </a:moveTo>
                    <a:cubicBezTo>
                      <a:pt x="0" y="4"/>
                      <a:pt x="1" y="7"/>
                      <a:pt x="3" y="8"/>
                    </a:cubicBezTo>
                    <a:cubicBezTo>
                      <a:pt x="5" y="6"/>
                      <a:pt x="3" y="2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5" name="Freeform 242">
                <a:extLst>
                  <a:ext uri="{FF2B5EF4-FFF2-40B4-BE49-F238E27FC236}">
                    <a16:creationId xmlns:a16="http://schemas.microsoft.com/office/drawing/2014/main" id="{898A30E4-BF12-4DF4-87B0-650D820CC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090"/>
                <a:ext cx="22" cy="33"/>
              </a:xfrm>
              <a:custGeom>
                <a:avLst/>
                <a:gdLst>
                  <a:gd name="T0" fmla="*/ 0 w 5"/>
                  <a:gd name="T1" fmla="*/ 0 h 7"/>
                  <a:gd name="T2" fmla="*/ 251 w 5"/>
                  <a:gd name="T3" fmla="*/ 533 h 7"/>
                  <a:gd name="T4" fmla="*/ 251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1" y="7"/>
                      <a:pt x="3" y="5"/>
                    </a:cubicBezTo>
                    <a:cubicBezTo>
                      <a:pt x="5" y="4"/>
                      <a:pt x="3" y="1"/>
                      <a:pt x="3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6" name="Freeform 243">
                <a:extLst>
                  <a:ext uri="{FF2B5EF4-FFF2-40B4-BE49-F238E27FC236}">
                    <a16:creationId xmlns:a16="http://schemas.microsoft.com/office/drawing/2014/main" id="{1C0BCB4E-BBD6-435D-A736-A42876929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109"/>
                <a:ext cx="18" cy="23"/>
              </a:xfrm>
              <a:custGeom>
                <a:avLst/>
                <a:gdLst>
                  <a:gd name="T0" fmla="*/ 0 w 4"/>
                  <a:gd name="T1" fmla="*/ 106 h 5"/>
                  <a:gd name="T2" fmla="*/ 284 w 4"/>
                  <a:gd name="T3" fmla="*/ 488 h 5"/>
                  <a:gd name="T4" fmla="*/ 18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2"/>
                      <a:pt x="1" y="5"/>
                      <a:pt x="3" y="5"/>
                    </a:cubicBezTo>
                    <a:cubicBezTo>
                      <a:pt x="4" y="4"/>
                      <a:pt x="3" y="1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7" name="Freeform 244">
                <a:extLst>
                  <a:ext uri="{FF2B5EF4-FFF2-40B4-BE49-F238E27FC236}">
                    <a16:creationId xmlns:a16="http://schemas.microsoft.com/office/drawing/2014/main" id="{CCB296B5-962A-4B1B-8656-855A702C8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127"/>
                <a:ext cx="9" cy="14"/>
              </a:xfrm>
              <a:custGeom>
                <a:avLst/>
                <a:gdLst>
                  <a:gd name="T0" fmla="*/ 185 w 2"/>
                  <a:gd name="T1" fmla="*/ 0 h 3"/>
                  <a:gd name="T2" fmla="*/ 185 w 2"/>
                  <a:gd name="T3" fmla="*/ 303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2"/>
                      <a:pt x="2" y="3"/>
                    </a:cubicBez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8" name="Freeform 245">
                <a:extLst>
                  <a:ext uri="{FF2B5EF4-FFF2-40B4-BE49-F238E27FC236}">
                    <a16:creationId xmlns:a16="http://schemas.microsoft.com/office/drawing/2014/main" id="{0DA371CA-E902-47E5-A8F7-88210E23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151"/>
                <a:ext cx="9" cy="18"/>
              </a:xfrm>
              <a:custGeom>
                <a:avLst/>
                <a:gdLst>
                  <a:gd name="T0" fmla="*/ 185 w 2"/>
                  <a:gd name="T1" fmla="*/ 0 h 4"/>
                  <a:gd name="T2" fmla="*/ 185 w 2"/>
                  <a:gd name="T3" fmla="*/ 365 h 4"/>
                  <a:gd name="T4" fmla="*/ 0 w 2"/>
                  <a:gd name="T5" fmla="*/ 10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9" name="Freeform 246">
                <a:extLst>
                  <a:ext uri="{FF2B5EF4-FFF2-40B4-BE49-F238E27FC236}">
                    <a16:creationId xmlns:a16="http://schemas.microsoft.com/office/drawing/2014/main" id="{7EFFC642-7D7A-4C45-A802-6894A9E1D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249"/>
                <a:ext cx="35" cy="24"/>
              </a:xfrm>
              <a:custGeom>
                <a:avLst/>
                <a:gdLst>
                  <a:gd name="T0" fmla="*/ 171 w 8"/>
                  <a:gd name="T1" fmla="*/ 230 h 5"/>
                  <a:gd name="T2" fmla="*/ 669 w 8"/>
                  <a:gd name="T3" fmla="*/ 322 h 5"/>
                  <a:gd name="T4" fmla="*/ 0 w 8"/>
                  <a:gd name="T5" fmla="*/ 55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2" y="2"/>
                    </a:moveTo>
                    <a:cubicBezTo>
                      <a:pt x="3" y="1"/>
                      <a:pt x="8" y="0"/>
                      <a:pt x="8" y="3"/>
                    </a:cubicBezTo>
                    <a:cubicBezTo>
                      <a:pt x="8" y="5"/>
                      <a:pt x="2" y="5"/>
                      <a:pt x="0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0" name="Freeform 247">
                <a:extLst>
                  <a:ext uri="{FF2B5EF4-FFF2-40B4-BE49-F238E27FC236}">
                    <a16:creationId xmlns:a16="http://schemas.microsoft.com/office/drawing/2014/main" id="{2C2E7885-ED8E-48DF-A97A-8E00E9BEC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113"/>
                <a:ext cx="35" cy="42"/>
              </a:xfrm>
              <a:custGeom>
                <a:avLst/>
                <a:gdLst>
                  <a:gd name="T0" fmla="*/ 249 w 8"/>
                  <a:gd name="T1" fmla="*/ 107 h 9"/>
                  <a:gd name="T2" fmla="*/ 79 w 8"/>
                  <a:gd name="T3" fmla="*/ 719 h 9"/>
                  <a:gd name="T4" fmla="*/ 669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2" y="3"/>
                      <a:pt x="0" y="6"/>
                      <a:pt x="1" y="7"/>
                    </a:cubicBezTo>
                    <a:cubicBezTo>
                      <a:pt x="4" y="9"/>
                      <a:pt x="7" y="1"/>
                      <a:pt x="8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1" name="Freeform 248">
                <a:extLst>
                  <a:ext uri="{FF2B5EF4-FFF2-40B4-BE49-F238E27FC236}">
                    <a16:creationId xmlns:a16="http://schemas.microsoft.com/office/drawing/2014/main" id="{CBCB369D-2422-4B77-B574-5F7A4DE2D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081"/>
                <a:ext cx="22" cy="37"/>
              </a:xfrm>
              <a:custGeom>
                <a:avLst/>
                <a:gdLst>
                  <a:gd name="T0" fmla="*/ 79 w 5"/>
                  <a:gd name="T1" fmla="*/ 301 h 8"/>
                  <a:gd name="T2" fmla="*/ 176 w 5"/>
                  <a:gd name="T3" fmla="*/ 791 h 8"/>
                  <a:gd name="T4" fmla="*/ 348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3"/>
                    </a:moveTo>
                    <a:cubicBezTo>
                      <a:pt x="1" y="5"/>
                      <a:pt x="0" y="7"/>
                      <a:pt x="2" y="8"/>
                    </a:cubicBezTo>
                    <a:cubicBezTo>
                      <a:pt x="5" y="8"/>
                      <a:pt x="4" y="1"/>
                      <a:pt x="4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2" name="Freeform 249">
                <a:extLst>
                  <a:ext uri="{FF2B5EF4-FFF2-40B4-BE49-F238E27FC236}">
                    <a16:creationId xmlns:a16="http://schemas.microsoft.com/office/drawing/2014/main" id="{7A5534E4-CB6F-43C6-8C02-A6F2CE31C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109"/>
                <a:ext cx="9" cy="9"/>
              </a:xfrm>
              <a:custGeom>
                <a:avLst/>
                <a:gdLst>
                  <a:gd name="T0" fmla="*/ 104 w 2"/>
                  <a:gd name="T1" fmla="*/ 0 h 2"/>
                  <a:gd name="T2" fmla="*/ 104 w 2"/>
                  <a:gd name="T3" fmla="*/ 185 h 2"/>
                  <a:gd name="T4" fmla="*/ 18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3" name="Freeform 250">
                <a:extLst>
                  <a:ext uri="{FF2B5EF4-FFF2-40B4-BE49-F238E27FC236}">
                    <a16:creationId xmlns:a16="http://schemas.microsoft.com/office/drawing/2014/main" id="{4C0A156E-57EA-4EA7-8418-402823AEF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113"/>
                <a:ext cx="13" cy="19"/>
              </a:xfrm>
              <a:custGeom>
                <a:avLst/>
                <a:gdLst>
                  <a:gd name="T0" fmla="*/ 74 w 3"/>
                  <a:gd name="T1" fmla="*/ 0 h 4"/>
                  <a:gd name="T2" fmla="*/ 0 w 3"/>
                  <a:gd name="T3" fmla="*/ 428 h 4"/>
                  <a:gd name="T4" fmla="*/ 243 w 3"/>
                  <a:gd name="T5" fmla="*/ 1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1" y="3"/>
                      <a:pt x="2" y="2"/>
                      <a:pt x="3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4" name="Freeform 251">
                <a:extLst>
                  <a:ext uri="{FF2B5EF4-FFF2-40B4-BE49-F238E27FC236}">
                    <a16:creationId xmlns:a16="http://schemas.microsoft.com/office/drawing/2014/main" id="{40617C6A-7BA8-4AC6-B737-68574D609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099"/>
                <a:ext cx="9" cy="14"/>
              </a:xfrm>
              <a:custGeom>
                <a:avLst/>
                <a:gdLst>
                  <a:gd name="T0" fmla="*/ 104 w 2"/>
                  <a:gd name="T1" fmla="*/ 107 h 3"/>
                  <a:gd name="T2" fmla="*/ 0 w 2"/>
                  <a:gd name="T3" fmla="*/ 303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5" name="Freeform 252">
                <a:extLst>
                  <a:ext uri="{FF2B5EF4-FFF2-40B4-BE49-F238E27FC236}">
                    <a16:creationId xmlns:a16="http://schemas.microsoft.com/office/drawing/2014/main" id="{12242816-6FAC-4AF5-BC8A-B69B4B53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099"/>
                <a:ext cx="5" cy="14"/>
              </a:xfrm>
              <a:custGeom>
                <a:avLst/>
                <a:gdLst>
                  <a:gd name="T0" fmla="*/ 125 w 1"/>
                  <a:gd name="T1" fmla="*/ 0 h 3"/>
                  <a:gd name="T2" fmla="*/ 125 w 1"/>
                  <a:gd name="T3" fmla="*/ 303 h 3"/>
                  <a:gd name="T4" fmla="*/ 0 w 1"/>
                  <a:gd name="T5" fmla="*/ 30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6" name="Freeform 253">
                <a:extLst>
                  <a:ext uri="{FF2B5EF4-FFF2-40B4-BE49-F238E27FC236}">
                    <a16:creationId xmlns:a16="http://schemas.microsoft.com/office/drawing/2014/main" id="{1F2395FA-A3BC-4A60-887D-668D1A4F0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931"/>
                <a:ext cx="189" cy="342"/>
              </a:xfrm>
              <a:custGeom>
                <a:avLst/>
                <a:gdLst>
                  <a:gd name="T0" fmla="*/ 0 w 43"/>
                  <a:gd name="T1" fmla="*/ 7505 h 73"/>
                  <a:gd name="T2" fmla="*/ 3653 w 43"/>
                  <a:gd name="T3" fmla="*/ 0 h 73"/>
                  <a:gd name="T4" fmla="*/ 0 w 43"/>
                  <a:gd name="T5" fmla="*/ 7505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3">
                    <a:moveTo>
                      <a:pt x="0" y="73"/>
                    </a:moveTo>
                    <a:cubicBezTo>
                      <a:pt x="0" y="43"/>
                      <a:pt x="17" y="15"/>
                      <a:pt x="43" y="0"/>
                    </a:cubicBezTo>
                    <a:cubicBezTo>
                      <a:pt x="14" y="23"/>
                      <a:pt x="4" y="57"/>
                      <a:pt x="0" y="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7" name="Freeform 254">
                <a:extLst>
                  <a:ext uri="{FF2B5EF4-FFF2-40B4-BE49-F238E27FC236}">
                    <a16:creationId xmlns:a16="http://schemas.microsoft.com/office/drawing/2014/main" id="{46C0868C-5584-4C65-A646-8D0778DBB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945"/>
                <a:ext cx="531" cy="693"/>
              </a:xfrm>
              <a:custGeom>
                <a:avLst/>
                <a:gdLst>
                  <a:gd name="T0" fmla="*/ 9207 w 121"/>
                  <a:gd name="T1" fmla="*/ 0 h 148"/>
                  <a:gd name="T2" fmla="*/ 0 w 121"/>
                  <a:gd name="T3" fmla="*/ 7698 h 148"/>
                  <a:gd name="T4" fmla="*/ 10225 w 121"/>
                  <a:gd name="T5" fmla="*/ 15194 h 148"/>
                  <a:gd name="T6" fmla="*/ 7008 w 121"/>
                  <a:gd name="T7" fmla="*/ 9032 h 148"/>
                  <a:gd name="T8" fmla="*/ 2870 w 121"/>
                  <a:gd name="T9" fmla="*/ 9646 h 148"/>
                  <a:gd name="T10" fmla="*/ 9207 w 121"/>
                  <a:gd name="T11" fmla="*/ 0 h 1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148">
                    <a:moveTo>
                      <a:pt x="109" y="0"/>
                    </a:moveTo>
                    <a:cubicBezTo>
                      <a:pt x="86" y="5"/>
                      <a:pt x="20" y="35"/>
                      <a:pt x="0" y="75"/>
                    </a:cubicBezTo>
                    <a:cubicBezTo>
                      <a:pt x="5" y="92"/>
                      <a:pt x="49" y="142"/>
                      <a:pt x="121" y="148"/>
                    </a:cubicBezTo>
                    <a:cubicBezTo>
                      <a:pt x="103" y="137"/>
                      <a:pt x="84" y="110"/>
                      <a:pt x="83" y="88"/>
                    </a:cubicBezTo>
                    <a:cubicBezTo>
                      <a:pt x="80" y="99"/>
                      <a:pt x="52" y="104"/>
                      <a:pt x="34" y="94"/>
                    </a:cubicBezTo>
                    <a:cubicBezTo>
                      <a:pt x="16" y="84"/>
                      <a:pt x="47" y="24"/>
                      <a:pt x="109" y="0"/>
                    </a:cubicBezTo>
                    <a:close/>
                  </a:path>
                </a:pathLst>
              </a:custGeom>
              <a:solidFill>
                <a:srgbClr val="EFE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8" name="Freeform 255">
                <a:extLst>
                  <a:ext uri="{FF2B5EF4-FFF2-40B4-BE49-F238E27FC236}">
                    <a16:creationId xmlns:a16="http://schemas.microsoft.com/office/drawing/2014/main" id="{0E3F63C9-9595-4572-A1C2-269923BE6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2319"/>
                <a:ext cx="391" cy="272"/>
              </a:xfrm>
              <a:custGeom>
                <a:avLst/>
                <a:gdLst>
                  <a:gd name="T0" fmla="*/ 2201 w 89"/>
                  <a:gd name="T1" fmla="*/ 0 h 58"/>
                  <a:gd name="T2" fmla="*/ 0 w 89"/>
                  <a:gd name="T3" fmla="*/ 5984 h 58"/>
                  <a:gd name="T4" fmla="*/ 3822 w 89"/>
                  <a:gd name="T5" fmla="*/ 5257 h 58"/>
                  <a:gd name="T6" fmla="*/ 6621 w 89"/>
                  <a:gd name="T7" fmla="*/ 5060 h 58"/>
                  <a:gd name="T8" fmla="*/ 7548 w 89"/>
                  <a:gd name="T9" fmla="*/ 2486 h 58"/>
                  <a:gd name="T10" fmla="*/ 2878 w 89"/>
                  <a:gd name="T11" fmla="*/ 3916 h 58"/>
                  <a:gd name="T12" fmla="*/ 2201 w 89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58">
                    <a:moveTo>
                      <a:pt x="26" y="0"/>
                    </a:moveTo>
                    <a:cubicBezTo>
                      <a:pt x="24" y="14"/>
                      <a:pt x="20" y="42"/>
                      <a:pt x="0" y="58"/>
                    </a:cubicBezTo>
                    <a:cubicBezTo>
                      <a:pt x="22" y="56"/>
                      <a:pt x="29" y="52"/>
                      <a:pt x="45" y="51"/>
                    </a:cubicBezTo>
                    <a:cubicBezTo>
                      <a:pt x="62" y="49"/>
                      <a:pt x="72" y="48"/>
                      <a:pt x="78" y="49"/>
                    </a:cubicBezTo>
                    <a:cubicBezTo>
                      <a:pt x="83" y="50"/>
                      <a:pt x="89" y="31"/>
                      <a:pt x="89" y="24"/>
                    </a:cubicBezTo>
                    <a:cubicBezTo>
                      <a:pt x="82" y="36"/>
                      <a:pt x="53" y="46"/>
                      <a:pt x="34" y="38"/>
                    </a:cubicBezTo>
                    <a:cubicBezTo>
                      <a:pt x="24" y="34"/>
                      <a:pt x="34" y="13"/>
                      <a:pt x="26" y="0"/>
                    </a:cubicBezTo>
                    <a:close/>
                  </a:path>
                </a:pathLst>
              </a:custGeom>
              <a:solidFill>
                <a:srgbClr val="EFE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9" name="Freeform 256">
                <a:extLst>
                  <a:ext uri="{FF2B5EF4-FFF2-40B4-BE49-F238E27FC236}">
                    <a16:creationId xmlns:a16="http://schemas.microsoft.com/office/drawing/2014/main" id="{D3398631-C37D-4740-B3AD-9F0932ADF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090"/>
                <a:ext cx="303" cy="253"/>
              </a:xfrm>
              <a:custGeom>
                <a:avLst/>
                <a:gdLst>
                  <a:gd name="T0" fmla="*/ 0 w 69"/>
                  <a:gd name="T1" fmla="*/ 0 h 54"/>
                  <a:gd name="T2" fmla="*/ 5845 w 69"/>
                  <a:gd name="T3" fmla="*/ 5552 h 54"/>
                  <a:gd name="T4" fmla="*/ 347 w 69"/>
                  <a:gd name="T5" fmla="*/ 1537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54">
                    <a:moveTo>
                      <a:pt x="0" y="0"/>
                    </a:moveTo>
                    <a:cubicBezTo>
                      <a:pt x="7" y="1"/>
                      <a:pt x="53" y="35"/>
                      <a:pt x="69" y="54"/>
                    </a:cubicBezTo>
                    <a:cubicBezTo>
                      <a:pt x="53" y="43"/>
                      <a:pt x="11" y="8"/>
                      <a:pt x="4" y="15"/>
                    </a:cubicBezTo>
                  </a:path>
                </a:pathLst>
              </a:custGeom>
              <a:solidFill>
                <a:srgbClr val="EFE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0" name="Freeform 257">
                <a:extLst>
                  <a:ext uri="{FF2B5EF4-FFF2-40B4-BE49-F238E27FC236}">
                    <a16:creationId xmlns:a16="http://schemas.microsoft.com/office/drawing/2014/main" id="{AA37EFC7-82D2-4D8F-B5DA-249E78BDC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469"/>
                <a:ext cx="114" cy="85"/>
              </a:xfrm>
              <a:custGeom>
                <a:avLst/>
                <a:gdLst>
                  <a:gd name="T0" fmla="*/ 0 w 26"/>
                  <a:gd name="T1" fmla="*/ 1894 h 18"/>
                  <a:gd name="T2" fmla="*/ 1767 w 26"/>
                  <a:gd name="T3" fmla="*/ 0 h 18"/>
                  <a:gd name="T4" fmla="*/ 596 w 26"/>
                  <a:gd name="T5" fmla="*/ 425 h 18"/>
                  <a:gd name="T6" fmla="*/ 79 w 26"/>
                  <a:gd name="T7" fmla="*/ 158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0" y="18"/>
                    </a:moveTo>
                    <a:cubicBezTo>
                      <a:pt x="11" y="18"/>
                      <a:pt x="26" y="15"/>
                      <a:pt x="21" y="0"/>
                    </a:cubicBezTo>
                    <a:cubicBezTo>
                      <a:pt x="20" y="8"/>
                      <a:pt x="11" y="17"/>
                      <a:pt x="7" y="4"/>
                    </a:cubicBezTo>
                    <a:cubicBezTo>
                      <a:pt x="2" y="5"/>
                      <a:pt x="0" y="10"/>
                      <a:pt x="1" y="15"/>
                    </a:cubicBezTo>
                  </a:path>
                </a:pathLst>
              </a:custGeom>
              <a:solidFill>
                <a:srgbClr val="ECB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1" name="Freeform 258">
                <a:extLst>
                  <a:ext uri="{FF2B5EF4-FFF2-40B4-BE49-F238E27FC236}">
                    <a16:creationId xmlns:a16="http://schemas.microsoft.com/office/drawing/2014/main" id="{A7495560-9324-4F47-AFE6-B12F8573C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347"/>
                <a:ext cx="70" cy="80"/>
              </a:xfrm>
              <a:custGeom>
                <a:avLst/>
                <a:gdLst>
                  <a:gd name="T0" fmla="*/ 595 w 16"/>
                  <a:gd name="T1" fmla="*/ 1769 h 17"/>
                  <a:gd name="T2" fmla="*/ 1339 w 16"/>
                  <a:gd name="T3" fmla="*/ 1464 h 17"/>
                  <a:gd name="T4" fmla="*/ 346 w 16"/>
                  <a:gd name="T5" fmla="*/ 135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7" y="17"/>
                    </a:moveTo>
                    <a:cubicBezTo>
                      <a:pt x="9" y="15"/>
                      <a:pt x="12" y="14"/>
                      <a:pt x="16" y="14"/>
                    </a:cubicBezTo>
                    <a:cubicBezTo>
                      <a:pt x="13" y="12"/>
                      <a:pt x="0" y="0"/>
                      <a:pt x="4" y="13"/>
                    </a:cubicBezTo>
                  </a:path>
                </a:pathLst>
              </a:custGeom>
              <a:solidFill>
                <a:srgbClr val="ECB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2" name="Freeform 259">
                <a:extLst>
                  <a:ext uri="{FF2B5EF4-FFF2-40B4-BE49-F238E27FC236}">
                    <a16:creationId xmlns:a16="http://schemas.microsoft.com/office/drawing/2014/main" id="{7649381B-ECBF-42B0-8AFF-824AD1D0A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413"/>
                <a:ext cx="62" cy="84"/>
              </a:xfrm>
              <a:custGeom>
                <a:avLst/>
                <a:gdLst>
                  <a:gd name="T0" fmla="*/ 354 w 14"/>
                  <a:gd name="T1" fmla="*/ 1111 h 18"/>
                  <a:gd name="T2" fmla="*/ 1218 w 14"/>
                  <a:gd name="T3" fmla="*/ 611 h 18"/>
                  <a:gd name="T4" fmla="*/ 784 w 14"/>
                  <a:gd name="T5" fmla="*/ 1633 h 18"/>
                  <a:gd name="T6" fmla="*/ 257 w 14"/>
                  <a:gd name="T7" fmla="*/ 133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4" y="11"/>
                    </a:moveTo>
                    <a:cubicBezTo>
                      <a:pt x="0" y="4"/>
                      <a:pt x="10" y="0"/>
                      <a:pt x="14" y="6"/>
                    </a:cubicBezTo>
                    <a:cubicBezTo>
                      <a:pt x="4" y="5"/>
                      <a:pt x="8" y="11"/>
                      <a:pt x="9" y="16"/>
                    </a:cubicBezTo>
                    <a:cubicBezTo>
                      <a:pt x="6" y="18"/>
                      <a:pt x="5" y="16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3" name="Freeform 260">
                <a:extLst>
                  <a:ext uri="{FF2B5EF4-FFF2-40B4-BE49-F238E27FC236}">
                    <a16:creationId xmlns:a16="http://schemas.microsoft.com/office/drawing/2014/main" id="{09EF1064-A66B-4B06-9C58-B6C5B7EDB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903"/>
                <a:ext cx="597" cy="407"/>
              </a:xfrm>
              <a:custGeom>
                <a:avLst/>
                <a:gdLst>
                  <a:gd name="T0" fmla="*/ 847 w 136"/>
                  <a:gd name="T1" fmla="*/ 8711 h 87"/>
                  <a:gd name="T2" fmla="*/ 926 w 136"/>
                  <a:gd name="T3" fmla="*/ 8402 h 87"/>
                  <a:gd name="T4" fmla="*/ 1097 w 136"/>
                  <a:gd name="T5" fmla="*/ 8098 h 87"/>
                  <a:gd name="T6" fmla="*/ 1097 w 136"/>
                  <a:gd name="T7" fmla="*/ 8098 h 87"/>
                  <a:gd name="T8" fmla="*/ 1273 w 136"/>
                  <a:gd name="T9" fmla="*/ 7682 h 87"/>
                  <a:gd name="T10" fmla="*/ 1348 w 136"/>
                  <a:gd name="T11" fmla="*/ 7574 h 87"/>
                  <a:gd name="T12" fmla="*/ 1598 w 136"/>
                  <a:gd name="T13" fmla="*/ 7158 h 87"/>
                  <a:gd name="T14" fmla="*/ 1598 w 136"/>
                  <a:gd name="T15" fmla="*/ 7069 h 87"/>
                  <a:gd name="T16" fmla="*/ 1945 w 136"/>
                  <a:gd name="T17" fmla="*/ 6545 h 87"/>
                  <a:gd name="T18" fmla="*/ 1945 w 136"/>
                  <a:gd name="T19" fmla="*/ 6456 h 87"/>
                  <a:gd name="T20" fmla="*/ 2370 w 136"/>
                  <a:gd name="T21" fmla="*/ 5932 h 87"/>
                  <a:gd name="T22" fmla="*/ 2445 w 136"/>
                  <a:gd name="T23" fmla="*/ 5843 h 87"/>
                  <a:gd name="T24" fmla="*/ 2871 w 136"/>
                  <a:gd name="T25" fmla="*/ 5230 h 87"/>
                  <a:gd name="T26" fmla="*/ 2871 w 136"/>
                  <a:gd name="T27" fmla="*/ 5230 h 87"/>
                  <a:gd name="T28" fmla="*/ 4065 w 136"/>
                  <a:gd name="T29" fmla="*/ 3897 h 87"/>
                  <a:gd name="T30" fmla="*/ 4144 w 136"/>
                  <a:gd name="T31" fmla="*/ 3785 h 87"/>
                  <a:gd name="T32" fmla="*/ 4816 w 136"/>
                  <a:gd name="T33" fmla="*/ 3172 h 87"/>
                  <a:gd name="T34" fmla="*/ 4912 w 136"/>
                  <a:gd name="T35" fmla="*/ 3172 h 87"/>
                  <a:gd name="T36" fmla="*/ 5667 w 136"/>
                  <a:gd name="T37" fmla="*/ 2559 h 87"/>
                  <a:gd name="T38" fmla="*/ 5764 w 136"/>
                  <a:gd name="T39" fmla="*/ 2451 h 87"/>
                  <a:gd name="T40" fmla="*/ 6589 w 136"/>
                  <a:gd name="T41" fmla="*/ 1946 h 87"/>
                  <a:gd name="T42" fmla="*/ 6765 w 136"/>
                  <a:gd name="T43" fmla="*/ 1839 h 87"/>
                  <a:gd name="T44" fmla="*/ 7686 w 136"/>
                  <a:gd name="T45" fmla="*/ 1333 h 87"/>
                  <a:gd name="T46" fmla="*/ 7783 w 136"/>
                  <a:gd name="T47" fmla="*/ 1226 h 87"/>
                  <a:gd name="T48" fmla="*/ 8806 w 136"/>
                  <a:gd name="T49" fmla="*/ 809 h 87"/>
                  <a:gd name="T50" fmla="*/ 8959 w 136"/>
                  <a:gd name="T51" fmla="*/ 720 h 87"/>
                  <a:gd name="T52" fmla="*/ 10153 w 136"/>
                  <a:gd name="T53" fmla="*/ 416 h 87"/>
                  <a:gd name="T54" fmla="*/ 10232 w 136"/>
                  <a:gd name="T55" fmla="*/ 304 h 87"/>
                  <a:gd name="T56" fmla="*/ 11505 w 136"/>
                  <a:gd name="T57" fmla="*/ 0 h 87"/>
                  <a:gd name="T58" fmla="*/ 11505 w 136"/>
                  <a:gd name="T59" fmla="*/ 0 h 87"/>
                  <a:gd name="T60" fmla="*/ 0 w 136"/>
                  <a:gd name="T61" fmla="*/ 8907 h 87"/>
                  <a:gd name="T62" fmla="*/ 0 w 136"/>
                  <a:gd name="T63" fmla="*/ 8907 h 87"/>
                  <a:gd name="T64" fmla="*/ 847 w 136"/>
                  <a:gd name="T65" fmla="*/ 8711 h 87"/>
                  <a:gd name="T66" fmla="*/ 847 w 136"/>
                  <a:gd name="T67" fmla="*/ 8711 h 8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6" h="87">
                    <a:moveTo>
                      <a:pt x="10" y="85"/>
                    </a:moveTo>
                    <a:cubicBezTo>
                      <a:pt x="10" y="84"/>
                      <a:pt x="10" y="83"/>
                      <a:pt x="11" y="82"/>
                    </a:cubicBezTo>
                    <a:cubicBezTo>
                      <a:pt x="12" y="82"/>
                      <a:pt x="12" y="81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78"/>
                      <a:pt x="14" y="76"/>
                      <a:pt x="15" y="75"/>
                    </a:cubicBezTo>
                    <a:cubicBezTo>
                      <a:pt x="15" y="75"/>
                      <a:pt x="16" y="75"/>
                      <a:pt x="16" y="74"/>
                    </a:cubicBezTo>
                    <a:cubicBezTo>
                      <a:pt x="17" y="73"/>
                      <a:pt x="18" y="72"/>
                      <a:pt x="19" y="70"/>
                    </a:cubicBezTo>
                    <a:cubicBezTo>
                      <a:pt x="19" y="70"/>
                      <a:pt x="19" y="70"/>
                      <a:pt x="19" y="69"/>
                    </a:cubicBezTo>
                    <a:cubicBezTo>
                      <a:pt x="20" y="68"/>
                      <a:pt x="22" y="66"/>
                      <a:pt x="23" y="64"/>
                    </a:cubicBezTo>
                    <a:cubicBezTo>
                      <a:pt x="23" y="64"/>
                      <a:pt x="23" y="64"/>
                      <a:pt x="23" y="63"/>
                    </a:cubicBezTo>
                    <a:cubicBezTo>
                      <a:pt x="25" y="62"/>
                      <a:pt x="26" y="60"/>
                      <a:pt x="28" y="58"/>
                    </a:cubicBezTo>
                    <a:cubicBezTo>
                      <a:pt x="28" y="58"/>
                      <a:pt x="28" y="57"/>
                      <a:pt x="29" y="57"/>
                    </a:cubicBezTo>
                    <a:cubicBezTo>
                      <a:pt x="30" y="55"/>
                      <a:pt x="32" y="53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8" y="47"/>
                      <a:pt x="43" y="42"/>
                      <a:pt x="48" y="38"/>
                    </a:cubicBezTo>
                    <a:cubicBezTo>
                      <a:pt x="49" y="38"/>
                      <a:pt x="49" y="38"/>
                      <a:pt x="49" y="37"/>
                    </a:cubicBezTo>
                    <a:cubicBezTo>
                      <a:pt x="52" y="35"/>
                      <a:pt x="54" y="33"/>
                      <a:pt x="57" y="31"/>
                    </a:cubicBezTo>
                    <a:cubicBezTo>
                      <a:pt x="57" y="31"/>
                      <a:pt x="58" y="31"/>
                      <a:pt x="58" y="31"/>
                    </a:cubicBezTo>
                    <a:cubicBezTo>
                      <a:pt x="61" y="29"/>
                      <a:pt x="64" y="27"/>
                      <a:pt x="67" y="25"/>
                    </a:cubicBezTo>
                    <a:cubicBezTo>
                      <a:pt x="67" y="25"/>
                      <a:pt x="68" y="24"/>
                      <a:pt x="68" y="24"/>
                    </a:cubicBezTo>
                    <a:cubicBezTo>
                      <a:pt x="71" y="22"/>
                      <a:pt x="75" y="20"/>
                      <a:pt x="78" y="19"/>
                    </a:cubicBezTo>
                    <a:cubicBezTo>
                      <a:pt x="79" y="18"/>
                      <a:pt x="79" y="18"/>
                      <a:pt x="80" y="18"/>
                    </a:cubicBezTo>
                    <a:cubicBezTo>
                      <a:pt x="83" y="16"/>
                      <a:pt x="87" y="15"/>
                      <a:pt x="91" y="13"/>
                    </a:cubicBezTo>
                    <a:cubicBezTo>
                      <a:pt x="91" y="13"/>
                      <a:pt x="92" y="13"/>
                      <a:pt x="92" y="12"/>
                    </a:cubicBezTo>
                    <a:cubicBezTo>
                      <a:pt x="96" y="11"/>
                      <a:pt x="100" y="9"/>
                      <a:pt x="104" y="8"/>
                    </a:cubicBezTo>
                    <a:cubicBezTo>
                      <a:pt x="105" y="8"/>
                      <a:pt x="106" y="8"/>
                      <a:pt x="106" y="7"/>
                    </a:cubicBezTo>
                    <a:cubicBezTo>
                      <a:pt x="110" y="6"/>
                      <a:pt x="115" y="5"/>
                      <a:pt x="120" y="4"/>
                    </a:cubicBezTo>
                    <a:cubicBezTo>
                      <a:pt x="120" y="4"/>
                      <a:pt x="120" y="4"/>
                      <a:pt x="121" y="3"/>
                    </a:cubicBezTo>
                    <a:cubicBezTo>
                      <a:pt x="126" y="2"/>
                      <a:pt x="131" y="1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39" y="12"/>
                      <a:pt x="5" y="77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3" y="87"/>
                      <a:pt x="7" y="86"/>
                      <a:pt x="10" y="85"/>
                    </a:cubicBezTo>
                    <a:cubicBezTo>
                      <a:pt x="10" y="85"/>
                      <a:pt x="10" y="85"/>
                      <a:pt x="10" y="85"/>
                    </a:cubicBezTo>
                    <a:close/>
                  </a:path>
                </a:pathLst>
              </a:custGeom>
              <a:solidFill>
                <a:srgbClr val="ED9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4" name="Freeform 261">
                <a:extLst>
                  <a:ext uri="{FF2B5EF4-FFF2-40B4-BE49-F238E27FC236}">
                    <a16:creationId xmlns:a16="http://schemas.microsoft.com/office/drawing/2014/main" id="{82423A3A-544B-4359-8FD6-64A4C065D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2638"/>
                <a:ext cx="553" cy="70"/>
              </a:xfrm>
              <a:custGeom>
                <a:avLst/>
                <a:gdLst>
                  <a:gd name="T0" fmla="*/ 0 w 126"/>
                  <a:gd name="T1" fmla="*/ 1218 h 15"/>
                  <a:gd name="T2" fmla="*/ 10652 w 126"/>
                  <a:gd name="T3" fmla="*/ 0 h 15"/>
                  <a:gd name="T4" fmla="*/ 0 w 126"/>
                  <a:gd name="T5" fmla="*/ 121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5">
                    <a:moveTo>
                      <a:pt x="0" y="12"/>
                    </a:moveTo>
                    <a:cubicBezTo>
                      <a:pt x="18" y="15"/>
                      <a:pt x="85" y="12"/>
                      <a:pt x="126" y="0"/>
                    </a:cubicBezTo>
                    <a:cubicBezTo>
                      <a:pt x="114" y="2"/>
                      <a:pt x="26" y="15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5" name="Freeform 262">
                <a:extLst>
                  <a:ext uri="{FF2B5EF4-FFF2-40B4-BE49-F238E27FC236}">
                    <a16:creationId xmlns:a16="http://schemas.microsoft.com/office/drawing/2014/main" id="{8889F8E0-3137-4C0A-9C04-9715ACA69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542"/>
                <a:ext cx="1234" cy="454"/>
              </a:xfrm>
              <a:custGeom>
                <a:avLst/>
                <a:gdLst>
                  <a:gd name="T0" fmla="*/ 0 w 281"/>
                  <a:gd name="T1" fmla="*/ 9946 h 97"/>
                  <a:gd name="T2" fmla="*/ 23797 w 281"/>
                  <a:gd name="T3" fmla="*/ 5851 h 97"/>
                  <a:gd name="T4" fmla="*/ 0 w 281"/>
                  <a:gd name="T5" fmla="*/ 9946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1" h="97">
                    <a:moveTo>
                      <a:pt x="0" y="97"/>
                    </a:moveTo>
                    <a:cubicBezTo>
                      <a:pt x="46" y="47"/>
                      <a:pt x="149" y="0"/>
                      <a:pt x="281" y="57"/>
                    </a:cubicBezTo>
                    <a:cubicBezTo>
                      <a:pt x="191" y="10"/>
                      <a:pt x="66" y="6"/>
                      <a:pt x="0" y="97"/>
                    </a:cubicBezTo>
                    <a:close/>
                  </a:path>
                </a:pathLst>
              </a:custGeom>
              <a:solidFill>
                <a:srgbClr val="FFFC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6" name="Freeform 263">
                <a:extLst>
                  <a:ext uri="{FF2B5EF4-FFF2-40B4-BE49-F238E27FC236}">
                    <a16:creationId xmlns:a16="http://schemas.microsoft.com/office/drawing/2014/main" id="{BFAAE23B-4714-4399-BB2C-BB6B74A2E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741"/>
                <a:ext cx="623" cy="197"/>
              </a:xfrm>
              <a:custGeom>
                <a:avLst/>
                <a:gdLst>
                  <a:gd name="T0" fmla="*/ 0 w 142"/>
                  <a:gd name="T1" fmla="*/ 3827 h 42"/>
                  <a:gd name="T2" fmla="*/ 11991 w 142"/>
                  <a:gd name="T3" fmla="*/ 0 h 42"/>
                  <a:gd name="T4" fmla="*/ 0 w 142"/>
                  <a:gd name="T5" fmla="*/ 3827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42">
                    <a:moveTo>
                      <a:pt x="0" y="37"/>
                    </a:moveTo>
                    <a:cubicBezTo>
                      <a:pt x="29" y="36"/>
                      <a:pt x="112" y="17"/>
                      <a:pt x="142" y="0"/>
                    </a:cubicBezTo>
                    <a:cubicBezTo>
                      <a:pt x="124" y="15"/>
                      <a:pt x="47" y="42"/>
                      <a:pt x="0" y="37"/>
                    </a:cubicBezTo>
                    <a:close/>
                  </a:path>
                </a:pathLst>
              </a:custGeom>
              <a:solidFill>
                <a:srgbClr val="FFFC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7" name="Freeform 264">
                <a:extLst>
                  <a:ext uri="{FF2B5EF4-FFF2-40B4-BE49-F238E27FC236}">
                    <a16:creationId xmlns:a16="http://schemas.microsoft.com/office/drawing/2014/main" id="{08F059FD-2AF1-4FAB-8F33-9D790B08B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188"/>
                <a:ext cx="158" cy="33"/>
              </a:xfrm>
              <a:custGeom>
                <a:avLst/>
                <a:gdLst>
                  <a:gd name="T0" fmla="*/ 0 w 36"/>
                  <a:gd name="T1" fmla="*/ 0 h 7"/>
                  <a:gd name="T2" fmla="*/ 676 w 36"/>
                  <a:gd name="T3" fmla="*/ 424 h 7"/>
                  <a:gd name="T4" fmla="*/ 1598 w 36"/>
                  <a:gd name="T5" fmla="*/ 424 h 7"/>
                  <a:gd name="T6" fmla="*/ 2023 w 36"/>
                  <a:gd name="T7" fmla="*/ 622 h 7"/>
                  <a:gd name="T8" fmla="*/ 2541 w 36"/>
                  <a:gd name="T9" fmla="*/ 735 h 7"/>
                  <a:gd name="T10" fmla="*/ 3042 w 36"/>
                  <a:gd name="T11" fmla="*/ 62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7">
                    <a:moveTo>
                      <a:pt x="0" y="0"/>
                    </a:moveTo>
                    <a:cubicBezTo>
                      <a:pt x="3" y="0"/>
                      <a:pt x="6" y="2"/>
                      <a:pt x="8" y="4"/>
                    </a:cubicBezTo>
                    <a:cubicBezTo>
                      <a:pt x="12" y="6"/>
                      <a:pt x="15" y="4"/>
                      <a:pt x="19" y="4"/>
                    </a:cubicBezTo>
                    <a:cubicBezTo>
                      <a:pt x="21" y="5"/>
                      <a:pt x="22" y="6"/>
                      <a:pt x="24" y="6"/>
                    </a:cubicBezTo>
                    <a:cubicBezTo>
                      <a:pt x="26" y="7"/>
                      <a:pt x="28" y="7"/>
                      <a:pt x="30" y="7"/>
                    </a:cubicBezTo>
                    <a:cubicBezTo>
                      <a:pt x="31" y="7"/>
                      <a:pt x="35" y="6"/>
                      <a:pt x="36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8" name="Freeform 265">
                <a:extLst>
                  <a:ext uri="{FF2B5EF4-FFF2-40B4-BE49-F238E27FC236}">
                    <a16:creationId xmlns:a16="http://schemas.microsoft.com/office/drawing/2014/main" id="{815EA85A-955C-4BED-AE0F-23ED8CD3B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301"/>
                <a:ext cx="105" cy="23"/>
              </a:xfrm>
              <a:custGeom>
                <a:avLst/>
                <a:gdLst>
                  <a:gd name="T0" fmla="*/ 0 w 24"/>
                  <a:gd name="T1" fmla="*/ 488 h 5"/>
                  <a:gd name="T2" fmla="*/ 669 w 24"/>
                  <a:gd name="T3" fmla="*/ 294 h 5"/>
                  <a:gd name="T4" fmla="*/ 1264 w 24"/>
                  <a:gd name="T5" fmla="*/ 294 h 5"/>
                  <a:gd name="T6" fmla="*/ 1588 w 24"/>
                  <a:gd name="T7" fmla="*/ 0 h 5"/>
                  <a:gd name="T8" fmla="*/ 2008 w 2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">
                    <a:moveTo>
                      <a:pt x="0" y="5"/>
                    </a:moveTo>
                    <a:cubicBezTo>
                      <a:pt x="3" y="5"/>
                      <a:pt x="5" y="4"/>
                      <a:pt x="8" y="3"/>
                    </a:cubicBezTo>
                    <a:cubicBezTo>
                      <a:pt x="10" y="2"/>
                      <a:pt x="12" y="3"/>
                      <a:pt x="15" y="3"/>
                    </a:cubicBezTo>
                    <a:cubicBezTo>
                      <a:pt x="17" y="3"/>
                      <a:pt x="17" y="1"/>
                      <a:pt x="19" y="0"/>
                    </a:cubicBezTo>
                    <a:cubicBezTo>
                      <a:pt x="21" y="0"/>
                      <a:pt x="23" y="0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9" name="Freeform 266">
                <a:extLst>
                  <a:ext uri="{FF2B5EF4-FFF2-40B4-BE49-F238E27FC236}">
                    <a16:creationId xmlns:a16="http://schemas.microsoft.com/office/drawing/2014/main" id="{9A62D6B4-0F4B-46B0-8C7B-12E1008A9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371"/>
                <a:ext cx="92" cy="65"/>
              </a:xfrm>
              <a:custGeom>
                <a:avLst/>
                <a:gdLst>
                  <a:gd name="T0" fmla="*/ 0 w 21"/>
                  <a:gd name="T1" fmla="*/ 1402 h 14"/>
                  <a:gd name="T2" fmla="*/ 346 w 21"/>
                  <a:gd name="T3" fmla="*/ 994 h 14"/>
                  <a:gd name="T4" fmla="*/ 846 w 21"/>
                  <a:gd name="T5" fmla="*/ 497 h 14"/>
                  <a:gd name="T6" fmla="*/ 1766 w 21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0" y="14"/>
                    </a:moveTo>
                    <a:cubicBezTo>
                      <a:pt x="3" y="14"/>
                      <a:pt x="3" y="12"/>
                      <a:pt x="4" y="10"/>
                    </a:cubicBezTo>
                    <a:cubicBezTo>
                      <a:pt x="6" y="7"/>
                      <a:pt x="7" y="7"/>
                      <a:pt x="10" y="5"/>
                    </a:cubicBezTo>
                    <a:cubicBezTo>
                      <a:pt x="13" y="4"/>
                      <a:pt x="17" y="1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0" name="Freeform 267">
                <a:extLst>
                  <a:ext uri="{FF2B5EF4-FFF2-40B4-BE49-F238E27FC236}">
                    <a16:creationId xmlns:a16="http://schemas.microsoft.com/office/drawing/2014/main" id="{EF9F7A1D-BA5C-4B02-9A2F-9EDF23DB7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465"/>
                <a:ext cx="40" cy="74"/>
              </a:xfrm>
              <a:custGeom>
                <a:avLst/>
                <a:gdLst>
                  <a:gd name="T0" fmla="*/ 0 w 9"/>
                  <a:gd name="T1" fmla="*/ 1582 h 16"/>
                  <a:gd name="T2" fmla="*/ 791 w 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2" y="10"/>
                      <a:pt x="5" y="4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1" name="Freeform 268">
                <a:extLst>
                  <a:ext uri="{FF2B5EF4-FFF2-40B4-BE49-F238E27FC236}">
                    <a16:creationId xmlns:a16="http://schemas.microsoft.com/office/drawing/2014/main" id="{8C8A53AE-D823-47DD-811E-7AECB3451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465"/>
                <a:ext cx="26" cy="154"/>
              </a:xfrm>
              <a:custGeom>
                <a:avLst/>
                <a:gdLst>
                  <a:gd name="T0" fmla="*/ 490 w 6"/>
                  <a:gd name="T1" fmla="*/ 0 h 33"/>
                  <a:gd name="T2" fmla="*/ 243 w 6"/>
                  <a:gd name="T3" fmla="*/ 807 h 33"/>
                  <a:gd name="T4" fmla="*/ 169 w 6"/>
                  <a:gd name="T5" fmla="*/ 1722 h 33"/>
                  <a:gd name="T6" fmla="*/ 243 w 6"/>
                  <a:gd name="T7" fmla="*/ 2329 h 33"/>
                  <a:gd name="T8" fmla="*/ 169 w 6"/>
                  <a:gd name="T9" fmla="*/ 335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6" y="0"/>
                    </a:moveTo>
                    <a:cubicBezTo>
                      <a:pt x="5" y="3"/>
                      <a:pt x="4" y="5"/>
                      <a:pt x="3" y="8"/>
                    </a:cubicBezTo>
                    <a:cubicBezTo>
                      <a:pt x="3" y="11"/>
                      <a:pt x="3" y="14"/>
                      <a:pt x="2" y="17"/>
                    </a:cubicBezTo>
                    <a:cubicBezTo>
                      <a:pt x="2" y="20"/>
                      <a:pt x="2" y="20"/>
                      <a:pt x="3" y="23"/>
                    </a:cubicBezTo>
                    <a:cubicBezTo>
                      <a:pt x="3" y="26"/>
                      <a:pt x="0" y="30"/>
                      <a:pt x="2" y="3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2" name="Freeform 269">
                <a:extLst>
                  <a:ext uri="{FF2B5EF4-FFF2-40B4-BE49-F238E27FC236}">
                    <a16:creationId xmlns:a16="http://schemas.microsoft.com/office/drawing/2014/main" id="{13B80F2C-08A5-4FAF-A7B1-C4A3545F4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465"/>
                <a:ext cx="26" cy="149"/>
              </a:xfrm>
              <a:custGeom>
                <a:avLst/>
                <a:gdLst>
                  <a:gd name="T0" fmla="*/ 74 w 6"/>
                  <a:gd name="T1" fmla="*/ 0 h 32"/>
                  <a:gd name="T2" fmla="*/ 0 w 6"/>
                  <a:gd name="T3" fmla="*/ 717 h 32"/>
                  <a:gd name="T4" fmla="*/ 243 w 6"/>
                  <a:gd name="T5" fmla="*/ 1714 h 32"/>
                  <a:gd name="T6" fmla="*/ 243 w 6"/>
                  <a:gd name="T7" fmla="*/ 2733 h 32"/>
                  <a:gd name="T8" fmla="*/ 321 w 6"/>
                  <a:gd name="T9" fmla="*/ 323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1" y="0"/>
                    </a:moveTo>
                    <a:cubicBezTo>
                      <a:pt x="1" y="3"/>
                      <a:pt x="0" y="5"/>
                      <a:pt x="0" y="7"/>
                    </a:cubicBezTo>
                    <a:cubicBezTo>
                      <a:pt x="0" y="11"/>
                      <a:pt x="2" y="13"/>
                      <a:pt x="3" y="17"/>
                    </a:cubicBezTo>
                    <a:cubicBezTo>
                      <a:pt x="4" y="20"/>
                      <a:pt x="2" y="23"/>
                      <a:pt x="3" y="27"/>
                    </a:cubicBezTo>
                    <a:cubicBezTo>
                      <a:pt x="4" y="30"/>
                      <a:pt x="6" y="29"/>
                      <a:pt x="4" y="3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3" name="Freeform 270">
                <a:extLst>
                  <a:ext uri="{FF2B5EF4-FFF2-40B4-BE49-F238E27FC236}">
                    <a16:creationId xmlns:a16="http://schemas.microsoft.com/office/drawing/2014/main" id="{2829F8B8-46AF-40D9-89EB-24AB77173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385"/>
                <a:ext cx="88" cy="178"/>
              </a:xfrm>
              <a:custGeom>
                <a:avLst/>
                <a:gdLst>
                  <a:gd name="T0" fmla="*/ 0 w 20"/>
                  <a:gd name="T1" fmla="*/ 0 h 38"/>
                  <a:gd name="T2" fmla="*/ 854 w 20"/>
                  <a:gd name="T3" fmla="*/ 1447 h 38"/>
                  <a:gd name="T4" fmla="*/ 1628 w 20"/>
                  <a:gd name="T5" fmla="*/ 390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0"/>
                    </a:moveTo>
                    <a:cubicBezTo>
                      <a:pt x="0" y="6"/>
                      <a:pt x="6" y="10"/>
                      <a:pt x="10" y="14"/>
                    </a:cubicBezTo>
                    <a:cubicBezTo>
                      <a:pt x="16" y="20"/>
                      <a:pt x="20" y="29"/>
                      <a:pt x="19" y="3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4" name="Freeform 271">
                <a:extLst>
                  <a:ext uri="{FF2B5EF4-FFF2-40B4-BE49-F238E27FC236}">
                    <a16:creationId xmlns:a16="http://schemas.microsoft.com/office/drawing/2014/main" id="{91805000-E3BF-43C2-96AC-1C70BD49A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385"/>
                <a:ext cx="123" cy="47"/>
              </a:xfrm>
              <a:custGeom>
                <a:avLst/>
                <a:gdLst>
                  <a:gd name="T0" fmla="*/ 0 w 28"/>
                  <a:gd name="T1" fmla="*/ 0 h 10"/>
                  <a:gd name="T2" fmla="*/ 1098 w 28"/>
                  <a:gd name="T3" fmla="*/ 418 h 10"/>
                  <a:gd name="T4" fmla="*/ 2372 w 28"/>
                  <a:gd name="T5" fmla="*/ 10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0">
                    <a:moveTo>
                      <a:pt x="0" y="0"/>
                    </a:moveTo>
                    <a:cubicBezTo>
                      <a:pt x="4" y="3"/>
                      <a:pt x="9" y="2"/>
                      <a:pt x="13" y="4"/>
                    </a:cubicBezTo>
                    <a:cubicBezTo>
                      <a:pt x="18" y="6"/>
                      <a:pt x="22" y="10"/>
                      <a:pt x="28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5" name="Freeform 272">
                <a:extLst>
                  <a:ext uri="{FF2B5EF4-FFF2-40B4-BE49-F238E27FC236}">
                    <a16:creationId xmlns:a16="http://schemas.microsoft.com/office/drawing/2014/main" id="{135716C0-68D3-4511-B5E0-D6B04B17B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263"/>
                <a:ext cx="101" cy="14"/>
              </a:xfrm>
              <a:custGeom>
                <a:avLst/>
                <a:gdLst>
                  <a:gd name="T0" fmla="*/ 0 w 23"/>
                  <a:gd name="T1" fmla="*/ 196 h 3"/>
                  <a:gd name="T2" fmla="*/ 848 w 23"/>
                  <a:gd name="T3" fmla="*/ 0 h 3"/>
                  <a:gd name="T4" fmla="*/ 1950 w 23"/>
                  <a:gd name="T5" fmla="*/ 19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">
                    <a:moveTo>
                      <a:pt x="0" y="2"/>
                    </a:moveTo>
                    <a:cubicBezTo>
                      <a:pt x="3" y="0"/>
                      <a:pt x="6" y="0"/>
                      <a:pt x="10" y="0"/>
                    </a:cubicBezTo>
                    <a:cubicBezTo>
                      <a:pt x="14" y="0"/>
                      <a:pt x="19" y="3"/>
                      <a:pt x="23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6" name="Freeform 273">
                <a:extLst>
                  <a:ext uri="{FF2B5EF4-FFF2-40B4-BE49-F238E27FC236}">
                    <a16:creationId xmlns:a16="http://schemas.microsoft.com/office/drawing/2014/main" id="{4D183FF8-E190-4C51-8641-A61E9D0EC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024"/>
                <a:ext cx="84" cy="145"/>
              </a:xfrm>
              <a:custGeom>
                <a:avLst/>
                <a:gdLst>
                  <a:gd name="T0" fmla="*/ 0 w 19"/>
                  <a:gd name="T1" fmla="*/ 3171 h 31"/>
                  <a:gd name="T2" fmla="*/ 177 w 19"/>
                  <a:gd name="T3" fmla="*/ 2671 h 31"/>
                  <a:gd name="T4" fmla="*/ 959 w 19"/>
                  <a:gd name="T5" fmla="*/ 2058 h 31"/>
                  <a:gd name="T6" fmla="*/ 1291 w 19"/>
                  <a:gd name="T7" fmla="*/ 1118 h 31"/>
                  <a:gd name="T8" fmla="*/ 1640 w 1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1">
                    <a:moveTo>
                      <a:pt x="0" y="31"/>
                    </a:moveTo>
                    <a:cubicBezTo>
                      <a:pt x="1" y="30"/>
                      <a:pt x="1" y="28"/>
                      <a:pt x="2" y="26"/>
                    </a:cubicBezTo>
                    <a:cubicBezTo>
                      <a:pt x="5" y="22"/>
                      <a:pt x="8" y="23"/>
                      <a:pt x="11" y="20"/>
                    </a:cubicBezTo>
                    <a:cubicBezTo>
                      <a:pt x="13" y="18"/>
                      <a:pt x="14" y="14"/>
                      <a:pt x="15" y="11"/>
                    </a:cubicBezTo>
                    <a:cubicBezTo>
                      <a:pt x="16" y="7"/>
                      <a:pt x="17" y="4"/>
                      <a:pt x="1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7" name="Freeform 274">
                <a:extLst>
                  <a:ext uri="{FF2B5EF4-FFF2-40B4-BE49-F238E27FC236}">
                    <a16:creationId xmlns:a16="http://schemas.microsoft.com/office/drawing/2014/main" id="{68EE1D7E-E972-4BA2-931E-7BB129A3E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92"/>
                <a:ext cx="9" cy="117"/>
              </a:xfrm>
              <a:custGeom>
                <a:avLst/>
                <a:gdLst>
                  <a:gd name="T0" fmla="*/ 0 w 2"/>
                  <a:gd name="T1" fmla="*/ 2565 h 25"/>
                  <a:gd name="T2" fmla="*/ 185 w 2"/>
                  <a:gd name="T3" fmla="*/ 1446 h 25"/>
                  <a:gd name="T4" fmla="*/ 185 w 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5">
                    <a:moveTo>
                      <a:pt x="0" y="25"/>
                    </a:moveTo>
                    <a:cubicBezTo>
                      <a:pt x="1" y="21"/>
                      <a:pt x="2" y="17"/>
                      <a:pt x="2" y="14"/>
                    </a:cubicBezTo>
                    <a:cubicBezTo>
                      <a:pt x="2" y="8"/>
                      <a:pt x="0" y="5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8" name="Freeform 275">
                <a:extLst>
                  <a:ext uri="{FF2B5EF4-FFF2-40B4-BE49-F238E27FC236}">
                    <a16:creationId xmlns:a16="http://schemas.microsoft.com/office/drawing/2014/main" id="{115D3696-300C-42BF-8275-19BBA36A1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029"/>
                <a:ext cx="26" cy="80"/>
              </a:xfrm>
              <a:custGeom>
                <a:avLst/>
                <a:gdLst>
                  <a:gd name="T0" fmla="*/ 321 w 6"/>
                  <a:gd name="T1" fmla="*/ 0 h 17"/>
                  <a:gd name="T2" fmla="*/ 412 w 6"/>
                  <a:gd name="T3" fmla="*/ 1351 h 17"/>
                  <a:gd name="T4" fmla="*/ 0 w 6"/>
                  <a:gd name="T5" fmla="*/ 176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4" y="0"/>
                    </a:moveTo>
                    <a:cubicBezTo>
                      <a:pt x="6" y="4"/>
                      <a:pt x="5" y="9"/>
                      <a:pt x="5" y="13"/>
                    </a:cubicBezTo>
                    <a:cubicBezTo>
                      <a:pt x="5" y="16"/>
                      <a:pt x="4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9" name="Freeform 276">
                <a:extLst>
                  <a:ext uri="{FF2B5EF4-FFF2-40B4-BE49-F238E27FC236}">
                    <a16:creationId xmlns:a16="http://schemas.microsoft.com/office/drawing/2014/main" id="{CA76B5D7-382B-43F9-A5E2-CE721AA4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109"/>
                <a:ext cx="83" cy="60"/>
              </a:xfrm>
              <a:custGeom>
                <a:avLst/>
                <a:gdLst>
                  <a:gd name="T0" fmla="*/ 0 w 19"/>
                  <a:gd name="T1" fmla="*/ 0 h 13"/>
                  <a:gd name="T2" fmla="*/ 419 w 19"/>
                  <a:gd name="T3" fmla="*/ 383 h 13"/>
                  <a:gd name="T4" fmla="*/ 1088 w 19"/>
                  <a:gd name="T5" fmla="*/ 978 h 13"/>
                  <a:gd name="T6" fmla="*/ 1258 w 19"/>
                  <a:gd name="T7" fmla="*/ 59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1" y="3"/>
                      <a:pt x="3" y="3"/>
                      <a:pt x="5" y="4"/>
                    </a:cubicBezTo>
                    <a:cubicBezTo>
                      <a:pt x="9" y="5"/>
                      <a:pt x="10" y="8"/>
                      <a:pt x="13" y="10"/>
                    </a:cubicBezTo>
                    <a:cubicBezTo>
                      <a:pt x="18" y="13"/>
                      <a:pt x="19" y="9"/>
                      <a:pt x="15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0" name="Freeform 277">
                <a:extLst>
                  <a:ext uri="{FF2B5EF4-FFF2-40B4-BE49-F238E27FC236}">
                    <a16:creationId xmlns:a16="http://schemas.microsoft.com/office/drawing/2014/main" id="{03C5FD92-6E4A-42E0-9A12-2514AA109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408"/>
                <a:ext cx="44" cy="103"/>
              </a:xfrm>
              <a:custGeom>
                <a:avLst/>
                <a:gdLst>
                  <a:gd name="T0" fmla="*/ 854 w 10"/>
                  <a:gd name="T1" fmla="*/ 726 h 22"/>
                  <a:gd name="T2" fmla="*/ 348 w 10"/>
                  <a:gd name="T3" fmla="*/ 108 h 22"/>
                  <a:gd name="T4" fmla="*/ 0 w 10"/>
                  <a:gd name="T5" fmla="*/ 506 h 22"/>
                  <a:gd name="T6" fmla="*/ 427 w 10"/>
                  <a:gd name="T7" fmla="*/ 225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10" y="7"/>
                    </a:moveTo>
                    <a:cubicBezTo>
                      <a:pt x="9" y="5"/>
                      <a:pt x="7" y="1"/>
                      <a:pt x="4" y="1"/>
                    </a:cubicBezTo>
                    <a:cubicBezTo>
                      <a:pt x="1" y="0"/>
                      <a:pt x="0" y="3"/>
                      <a:pt x="0" y="5"/>
                    </a:cubicBezTo>
                    <a:cubicBezTo>
                      <a:pt x="0" y="12"/>
                      <a:pt x="5" y="16"/>
                      <a:pt x="5" y="2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1" name="Freeform 278">
                <a:extLst>
                  <a:ext uri="{FF2B5EF4-FFF2-40B4-BE49-F238E27FC236}">
                    <a16:creationId xmlns:a16="http://schemas.microsoft.com/office/drawing/2014/main" id="{AE9A1E2C-26D9-4E26-BFDB-CA160E9B1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678"/>
                <a:ext cx="1541" cy="445"/>
              </a:xfrm>
              <a:custGeom>
                <a:avLst/>
                <a:gdLst>
                  <a:gd name="T0" fmla="*/ 0 w 351"/>
                  <a:gd name="T1" fmla="*/ 9762 h 95"/>
                  <a:gd name="T2" fmla="*/ 0 w 351"/>
                  <a:gd name="T3" fmla="*/ 9762 h 95"/>
                  <a:gd name="T4" fmla="*/ 18022 w 351"/>
                  <a:gd name="T5" fmla="*/ 1644 h 95"/>
                  <a:gd name="T6" fmla="*/ 29700 w 351"/>
                  <a:gd name="T7" fmla="*/ 7813 h 95"/>
                  <a:gd name="T8" fmla="*/ 29700 w 351"/>
                  <a:gd name="T9" fmla="*/ 7813 h 95"/>
                  <a:gd name="T10" fmla="*/ 18119 w 351"/>
                  <a:gd name="T11" fmla="*/ 1227 h 95"/>
                  <a:gd name="T12" fmla="*/ 0 w 351"/>
                  <a:gd name="T13" fmla="*/ 9762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1" h="95">
                    <a:moveTo>
                      <a:pt x="0" y="95"/>
                    </a:moveTo>
                    <a:cubicBezTo>
                      <a:pt x="0" y="95"/>
                      <a:pt x="0" y="95"/>
                      <a:pt x="0" y="95"/>
                    </a:cubicBezTo>
                    <a:cubicBezTo>
                      <a:pt x="51" y="26"/>
                      <a:pt x="116" y="4"/>
                      <a:pt x="213" y="16"/>
                    </a:cubicBezTo>
                    <a:cubicBezTo>
                      <a:pt x="266" y="23"/>
                      <a:pt x="313" y="42"/>
                      <a:pt x="351" y="76"/>
                    </a:cubicBezTo>
                    <a:cubicBezTo>
                      <a:pt x="351" y="76"/>
                      <a:pt x="351" y="76"/>
                      <a:pt x="351" y="76"/>
                    </a:cubicBezTo>
                    <a:cubicBezTo>
                      <a:pt x="312" y="42"/>
                      <a:pt x="267" y="19"/>
                      <a:pt x="214" y="12"/>
                    </a:cubicBezTo>
                    <a:cubicBezTo>
                      <a:pt x="115" y="0"/>
                      <a:pt x="52" y="25"/>
                      <a:pt x="0" y="95"/>
                    </a:cubicBezTo>
                    <a:close/>
                  </a:path>
                </a:pathLst>
              </a:custGeom>
              <a:solidFill>
                <a:srgbClr val="BC7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2" name="Freeform 279">
                <a:extLst>
                  <a:ext uri="{FF2B5EF4-FFF2-40B4-BE49-F238E27FC236}">
                    <a16:creationId xmlns:a16="http://schemas.microsoft.com/office/drawing/2014/main" id="{227A7D8E-F737-4E7A-9B81-CC57E0026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666"/>
                <a:ext cx="1369" cy="262"/>
              </a:xfrm>
              <a:custGeom>
                <a:avLst/>
                <a:gdLst>
                  <a:gd name="T0" fmla="*/ 12668 w 312"/>
                  <a:gd name="T1" fmla="*/ 4707 h 56"/>
                  <a:gd name="T2" fmla="*/ 0 w 312"/>
                  <a:gd name="T3" fmla="*/ 4398 h 56"/>
                  <a:gd name="T4" fmla="*/ 0 w 312"/>
                  <a:gd name="T5" fmla="*/ 4398 h 56"/>
                  <a:gd name="T6" fmla="*/ 12668 w 312"/>
                  <a:gd name="T7" fmla="*/ 5011 h 56"/>
                  <a:gd name="T8" fmla="*/ 26358 w 312"/>
                  <a:gd name="T9" fmla="*/ 0 h 56"/>
                  <a:gd name="T10" fmla="*/ 26358 w 312"/>
                  <a:gd name="T11" fmla="*/ 0 h 56"/>
                  <a:gd name="T12" fmla="*/ 12668 w 312"/>
                  <a:gd name="T13" fmla="*/ 470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2" h="56">
                    <a:moveTo>
                      <a:pt x="150" y="46"/>
                    </a:moveTo>
                    <a:cubicBezTo>
                      <a:pt x="100" y="53"/>
                      <a:pt x="47" y="56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47" y="56"/>
                      <a:pt x="101" y="56"/>
                      <a:pt x="150" y="49"/>
                    </a:cubicBezTo>
                    <a:cubicBezTo>
                      <a:pt x="231" y="38"/>
                      <a:pt x="299" y="9"/>
                      <a:pt x="312" y="0"/>
                    </a:cubicBezTo>
                    <a:cubicBezTo>
                      <a:pt x="312" y="0"/>
                      <a:pt x="312" y="0"/>
                      <a:pt x="312" y="0"/>
                    </a:cubicBezTo>
                    <a:cubicBezTo>
                      <a:pt x="299" y="9"/>
                      <a:pt x="229" y="34"/>
                      <a:pt x="150" y="46"/>
                    </a:cubicBezTo>
                    <a:close/>
                  </a:path>
                </a:pathLst>
              </a:custGeom>
              <a:solidFill>
                <a:srgbClr val="FED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3" name="Freeform 280">
                <a:extLst>
                  <a:ext uri="{FF2B5EF4-FFF2-40B4-BE49-F238E27FC236}">
                    <a16:creationId xmlns:a16="http://schemas.microsoft.com/office/drawing/2014/main" id="{D14E229B-308E-441E-9877-BEB225B2F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879"/>
                <a:ext cx="808" cy="792"/>
              </a:xfrm>
              <a:custGeom>
                <a:avLst/>
                <a:gdLst>
                  <a:gd name="T0" fmla="*/ 4242 w 184"/>
                  <a:gd name="T1" fmla="*/ 309 h 169"/>
                  <a:gd name="T2" fmla="*/ 3974 w 184"/>
                  <a:gd name="T3" fmla="*/ 417 h 169"/>
                  <a:gd name="T4" fmla="*/ 0 w 184"/>
                  <a:gd name="T5" fmla="*/ 8651 h 169"/>
                  <a:gd name="T6" fmla="*/ 4743 w 184"/>
                  <a:gd name="T7" fmla="*/ 17283 h 169"/>
                  <a:gd name="T8" fmla="*/ 11861 w 184"/>
                  <a:gd name="T9" fmla="*/ 16669 h 169"/>
                  <a:gd name="T10" fmla="*/ 15580 w 184"/>
                  <a:gd name="T11" fmla="*/ 8651 h 169"/>
                  <a:gd name="T12" fmla="*/ 14057 w 184"/>
                  <a:gd name="T13" fmla="*/ 2985 h 169"/>
                  <a:gd name="T14" fmla="*/ 4242 w 184"/>
                  <a:gd name="T15" fmla="*/ 309 h 1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169">
                    <a:moveTo>
                      <a:pt x="50" y="3"/>
                    </a:moveTo>
                    <a:cubicBezTo>
                      <a:pt x="49" y="3"/>
                      <a:pt x="48" y="3"/>
                      <a:pt x="47" y="4"/>
                    </a:cubicBezTo>
                    <a:cubicBezTo>
                      <a:pt x="19" y="19"/>
                      <a:pt x="0" y="49"/>
                      <a:pt x="0" y="84"/>
                    </a:cubicBezTo>
                    <a:cubicBezTo>
                      <a:pt x="0" y="122"/>
                      <a:pt x="23" y="154"/>
                      <a:pt x="56" y="168"/>
                    </a:cubicBezTo>
                    <a:cubicBezTo>
                      <a:pt x="86" y="169"/>
                      <a:pt x="115" y="166"/>
                      <a:pt x="140" y="162"/>
                    </a:cubicBezTo>
                    <a:cubicBezTo>
                      <a:pt x="166" y="146"/>
                      <a:pt x="184" y="117"/>
                      <a:pt x="184" y="84"/>
                    </a:cubicBezTo>
                    <a:cubicBezTo>
                      <a:pt x="184" y="63"/>
                      <a:pt x="177" y="45"/>
                      <a:pt x="166" y="29"/>
                    </a:cubicBezTo>
                    <a:cubicBezTo>
                      <a:pt x="133" y="12"/>
                      <a:pt x="94" y="0"/>
                      <a:pt x="50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4" name="Freeform 281">
                <a:extLst>
                  <a:ext uri="{FF2B5EF4-FFF2-40B4-BE49-F238E27FC236}">
                    <a16:creationId xmlns:a16="http://schemas.microsoft.com/office/drawing/2014/main" id="{2B272325-9D6F-4758-9DA9-CAB33947A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015"/>
                <a:ext cx="189" cy="618"/>
              </a:xfrm>
              <a:custGeom>
                <a:avLst/>
                <a:gdLst>
                  <a:gd name="T0" fmla="*/ 0 w 43"/>
                  <a:gd name="T1" fmla="*/ 13545 h 132"/>
                  <a:gd name="T2" fmla="*/ 3653 w 43"/>
                  <a:gd name="T3" fmla="*/ 5656 h 132"/>
                  <a:gd name="T4" fmla="*/ 2123 w 43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32">
                    <a:moveTo>
                      <a:pt x="0" y="132"/>
                    </a:moveTo>
                    <a:cubicBezTo>
                      <a:pt x="26" y="116"/>
                      <a:pt x="43" y="87"/>
                      <a:pt x="43" y="55"/>
                    </a:cubicBezTo>
                    <a:cubicBezTo>
                      <a:pt x="43" y="34"/>
                      <a:pt x="36" y="16"/>
                      <a:pt x="25" y="0"/>
                    </a:cubicBezTo>
                  </a:path>
                </a:pathLst>
              </a:custGeom>
              <a:noFill/>
              <a:ln w="142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5" name="Freeform 282">
                <a:extLst>
                  <a:ext uri="{FF2B5EF4-FFF2-40B4-BE49-F238E27FC236}">
                    <a16:creationId xmlns:a16="http://schemas.microsoft.com/office/drawing/2014/main" id="{A0095B4F-C9F7-4519-8C2B-A0A7E2D13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333"/>
                <a:ext cx="57" cy="230"/>
              </a:xfrm>
              <a:custGeom>
                <a:avLst/>
                <a:gdLst>
                  <a:gd name="T0" fmla="*/ 750 w 13"/>
                  <a:gd name="T1" fmla="*/ 0 h 49"/>
                  <a:gd name="T2" fmla="*/ 0 w 13"/>
                  <a:gd name="T3" fmla="*/ 5069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9">
                    <a:moveTo>
                      <a:pt x="9" y="0"/>
                    </a:moveTo>
                    <a:cubicBezTo>
                      <a:pt x="11" y="11"/>
                      <a:pt x="13" y="31"/>
                      <a:pt x="0" y="4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6" name="Oval 283">
                <a:extLst>
                  <a:ext uri="{FF2B5EF4-FFF2-40B4-BE49-F238E27FC236}">
                    <a16:creationId xmlns:a16="http://schemas.microsoft.com/office/drawing/2014/main" id="{69C636F1-8AC2-49DD-B186-475639B19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2123"/>
                <a:ext cx="88" cy="9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17" name="Oval 284">
                <a:extLst>
                  <a:ext uri="{FF2B5EF4-FFF2-40B4-BE49-F238E27FC236}">
                    <a16:creationId xmlns:a16="http://schemas.microsoft.com/office/drawing/2014/main" id="{147E276B-7DEE-40F3-991C-0E2A6BF0F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6" y="2212"/>
                <a:ext cx="44" cy="4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18" name="Oval 285">
                <a:extLst>
                  <a:ext uri="{FF2B5EF4-FFF2-40B4-BE49-F238E27FC236}">
                    <a16:creationId xmlns:a16="http://schemas.microsoft.com/office/drawing/2014/main" id="{430773D3-438F-4A97-BBA8-4F28A8568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2090"/>
                <a:ext cx="44" cy="4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19" name="Freeform 286">
                <a:extLst>
                  <a:ext uri="{FF2B5EF4-FFF2-40B4-BE49-F238E27FC236}">
                    <a16:creationId xmlns:a16="http://schemas.microsoft.com/office/drawing/2014/main" id="{D25A390B-DAA3-4962-A3AB-BFEB5C085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1926"/>
                <a:ext cx="1493" cy="749"/>
              </a:xfrm>
              <a:custGeom>
                <a:avLst/>
                <a:gdLst>
                  <a:gd name="T0" fmla="*/ 8716 w 340"/>
                  <a:gd name="T1" fmla="*/ 0 h 160"/>
                  <a:gd name="T2" fmla="*/ 426 w 340"/>
                  <a:gd name="T3" fmla="*/ 7275 h 160"/>
                  <a:gd name="T4" fmla="*/ 347 w 340"/>
                  <a:gd name="T5" fmla="*/ 8918 h 160"/>
                  <a:gd name="T6" fmla="*/ 12611 w 340"/>
                  <a:gd name="T7" fmla="*/ 16216 h 160"/>
                  <a:gd name="T8" fmla="*/ 27515 w 340"/>
                  <a:gd name="T9" fmla="*/ 14048 h 160"/>
                  <a:gd name="T10" fmla="*/ 28789 w 340"/>
                  <a:gd name="T11" fmla="*/ 14156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0" h="160">
                    <a:moveTo>
                      <a:pt x="103" y="0"/>
                    </a:moveTo>
                    <a:cubicBezTo>
                      <a:pt x="44" y="16"/>
                      <a:pt x="16" y="53"/>
                      <a:pt x="5" y="71"/>
                    </a:cubicBezTo>
                    <a:cubicBezTo>
                      <a:pt x="0" y="79"/>
                      <a:pt x="1" y="81"/>
                      <a:pt x="4" y="87"/>
                    </a:cubicBezTo>
                    <a:cubicBezTo>
                      <a:pt x="21" y="114"/>
                      <a:pt x="73" y="157"/>
                      <a:pt x="149" y="158"/>
                    </a:cubicBezTo>
                    <a:cubicBezTo>
                      <a:pt x="232" y="160"/>
                      <a:pt x="303" y="137"/>
                      <a:pt x="325" y="137"/>
                    </a:cubicBezTo>
                    <a:cubicBezTo>
                      <a:pt x="330" y="137"/>
                      <a:pt x="335" y="137"/>
                      <a:pt x="340" y="138"/>
                    </a:cubicBezTo>
                  </a:path>
                </a:pathLst>
              </a:custGeom>
              <a:noFill/>
              <a:ln w="6350" cap="flat">
                <a:solidFill>
                  <a:srgbClr val="BB575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0" name="Freeform 287">
                <a:extLst>
                  <a:ext uri="{FF2B5EF4-FFF2-40B4-BE49-F238E27FC236}">
                    <a16:creationId xmlns:a16="http://schemas.microsoft.com/office/drawing/2014/main" id="{706C49AC-3B32-4873-ADF0-607AA8EE4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856"/>
                <a:ext cx="1120" cy="721"/>
              </a:xfrm>
              <a:custGeom>
                <a:avLst/>
                <a:gdLst>
                  <a:gd name="T0" fmla="*/ 18307 w 255"/>
                  <a:gd name="T1" fmla="*/ 15693 h 154"/>
                  <a:gd name="T2" fmla="*/ 19580 w 255"/>
                  <a:gd name="T3" fmla="*/ 15806 h 154"/>
                  <a:gd name="T4" fmla="*/ 21530 w 255"/>
                  <a:gd name="T5" fmla="*/ 14050 h 154"/>
                  <a:gd name="T6" fmla="*/ 19058 w 255"/>
                  <a:gd name="T7" fmla="*/ 10478 h 154"/>
                  <a:gd name="T8" fmla="*/ 1774 w 255"/>
                  <a:gd name="T9" fmla="*/ 810 h 154"/>
                  <a:gd name="T10" fmla="*/ 0 w 255"/>
                  <a:gd name="T11" fmla="*/ 1138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154">
                    <a:moveTo>
                      <a:pt x="216" y="153"/>
                    </a:moveTo>
                    <a:cubicBezTo>
                      <a:pt x="221" y="153"/>
                      <a:pt x="226" y="153"/>
                      <a:pt x="231" y="154"/>
                    </a:cubicBezTo>
                    <a:cubicBezTo>
                      <a:pt x="243" y="154"/>
                      <a:pt x="253" y="147"/>
                      <a:pt x="254" y="137"/>
                    </a:cubicBezTo>
                    <a:cubicBezTo>
                      <a:pt x="255" y="118"/>
                      <a:pt x="230" y="106"/>
                      <a:pt x="225" y="102"/>
                    </a:cubicBezTo>
                    <a:cubicBezTo>
                      <a:pt x="208" y="86"/>
                      <a:pt x="127" y="0"/>
                      <a:pt x="21" y="8"/>
                    </a:cubicBezTo>
                    <a:cubicBezTo>
                      <a:pt x="14" y="9"/>
                      <a:pt x="7" y="10"/>
                      <a:pt x="0" y="11"/>
                    </a:cubicBezTo>
                  </a:path>
                </a:pathLst>
              </a:custGeom>
              <a:noFill/>
              <a:ln w="3175" cap="rnd" cmpd="sng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1" name="Freeform 288">
                <a:extLst>
                  <a:ext uri="{FF2B5EF4-FFF2-40B4-BE49-F238E27FC236}">
                    <a16:creationId xmlns:a16="http://schemas.microsoft.com/office/drawing/2014/main" id="{C69AFA39-310A-4FF1-9052-F33F82A38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903"/>
                <a:ext cx="1581" cy="833"/>
              </a:xfrm>
              <a:custGeom>
                <a:avLst/>
                <a:gdLst>
                  <a:gd name="T0" fmla="*/ 11515 w 360"/>
                  <a:gd name="T1" fmla="*/ 0 h 178"/>
                  <a:gd name="T2" fmla="*/ 11515 w 360"/>
                  <a:gd name="T3" fmla="*/ 0 h 178"/>
                  <a:gd name="T4" fmla="*/ 0 w 360"/>
                  <a:gd name="T5" fmla="*/ 8915 h 178"/>
                  <a:gd name="T6" fmla="*/ 13460 w 360"/>
                  <a:gd name="T7" fmla="*/ 18134 h 178"/>
                  <a:gd name="T8" fmla="*/ 27444 w 360"/>
                  <a:gd name="T9" fmla="*/ 15373 h 178"/>
                  <a:gd name="T10" fmla="*/ 30491 w 360"/>
                  <a:gd name="T11" fmla="*/ 14652 h 1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0" h="178">
                    <a:moveTo>
                      <a:pt x="136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39" y="12"/>
                      <a:pt x="5" y="77"/>
                      <a:pt x="0" y="87"/>
                    </a:cubicBezTo>
                    <a:cubicBezTo>
                      <a:pt x="12" y="113"/>
                      <a:pt x="76" y="176"/>
                      <a:pt x="159" y="177"/>
                    </a:cubicBezTo>
                    <a:cubicBezTo>
                      <a:pt x="242" y="178"/>
                      <a:pt x="297" y="155"/>
                      <a:pt x="324" y="150"/>
                    </a:cubicBezTo>
                    <a:cubicBezTo>
                      <a:pt x="336" y="147"/>
                      <a:pt x="350" y="145"/>
                      <a:pt x="360" y="143"/>
                    </a:cubicBezTo>
                  </a:path>
                </a:pathLst>
              </a:custGeom>
              <a:noFill/>
              <a:ln w="3175" cap="rnd" cmpd="sng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2" name="Freeform 289">
                <a:extLst>
                  <a:ext uri="{FF2B5EF4-FFF2-40B4-BE49-F238E27FC236}">
                    <a16:creationId xmlns:a16="http://schemas.microsoft.com/office/drawing/2014/main" id="{B5B55CFC-EB1E-4395-A8D7-8C8CCCD95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727"/>
                <a:ext cx="57" cy="178"/>
              </a:xfrm>
              <a:custGeom>
                <a:avLst/>
                <a:gdLst>
                  <a:gd name="T0" fmla="*/ 0 w 13"/>
                  <a:gd name="T1" fmla="*/ 3907 h 38"/>
                  <a:gd name="T2" fmla="*/ 0 w 13"/>
                  <a:gd name="T3" fmla="*/ 3907 h 38"/>
                  <a:gd name="T4" fmla="*/ 1096 w 13"/>
                  <a:gd name="T5" fmla="*/ 108 h 38"/>
                  <a:gd name="T6" fmla="*/ 921 w 13"/>
                  <a:gd name="T7" fmla="*/ 0 h 38"/>
                  <a:gd name="T8" fmla="*/ 0 w 13"/>
                  <a:gd name="T9" fmla="*/ 390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8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3" y="25"/>
                      <a:pt x="8" y="9"/>
                      <a:pt x="13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8"/>
                      <a:pt x="3" y="25"/>
                      <a:pt x="0" y="3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3" name="Freeform 290">
                <a:extLst>
                  <a:ext uri="{FF2B5EF4-FFF2-40B4-BE49-F238E27FC236}">
                    <a16:creationId xmlns:a16="http://schemas.microsoft.com/office/drawing/2014/main" id="{87C8002A-2D8D-43D6-874A-50BD0B183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736"/>
                <a:ext cx="27" cy="169"/>
              </a:xfrm>
              <a:custGeom>
                <a:avLst/>
                <a:gdLst>
                  <a:gd name="T0" fmla="*/ 0 w 6"/>
                  <a:gd name="T1" fmla="*/ 3723 h 36"/>
                  <a:gd name="T2" fmla="*/ 0 w 6"/>
                  <a:gd name="T3" fmla="*/ 3723 h 36"/>
                  <a:gd name="T4" fmla="*/ 549 w 6"/>
                  <a:gd name="T5" fmla="*/ 0 h 36"/>
                  <a:gd name="T6" fmla="*/ 468 w 6"/>
                  <a:gd name="T7" fmla="*/ 0 h 36"/>
                  <a:gd name="T8" fmla="*/ 0 w 6"/>
                  <a:gd name="T9" fmla="*/ 372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6">
                    <a:moveTo>
                      <a:pt x="0" y="36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2" y="20"/>
                      <a:pt x="4" y="7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7"/>
                      <a:pt x="2" y="20"/>
                      <a:pt x="0" y="3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4" name="Freeform 291">
                <a:extLst>
                  <a:ext uri="{FF2B5EF4-FFF2-40B4-BE49-F238E27FC236}">
                    <a16:creationId xmlns:a16="http://schemas.microsoft.com/office/drawing/2014/main" id="{C35BC205-3B93-47DC-981A-5E0C417C7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722"/>
                <a:ext cx="9" cy="173"/>
              </a:xfrm>
              <a:custGeom>
                <a:avLst/>
                <a:gdLst>
                  <a:gd name="T0" fmla="*/ 0 w 2"/>
                  <a:gd name="T1" fmla="*/ 0 h 37"/>
                  <a:gd name="T2" fmla="*/ 0 w 2"/>
                  <a:gd name="T3" fmla="*/ 3783 h 37"/>
                  <a:gd name="T4" fmla="*/ 0 w 2"/>
                  <a:gd name="T5" fmla="*/ 3783 h 37"/>
                  <a:gd name="T6" fmla="*/ 185 w 2"/>
                  <a:gd name="T7" fmla="*/ 0 h 37"/>
                  <a:gd name="T8" fmla="*/ 0 w 2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7">
                    <a:moveTo>
                      <a:pt x="0" y="0"/>
                    </a:moveTo>
                    <a:cubicBezTo>
                      <a:pt x="0" y="8"/>
                      <a:pt x="1" y="22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22"/>
                      <a:pt x="2" y="8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5" name="Freeform 292">
                <a:extLst>
                  <a:ext uri="{FF2B5EF4-FFF2-40B4-BE49-F238E27FC236}">
                    <a16:creationId xmlns:a16="http://schemas.microsoft.com/office/drawing/2014/main" id="{4E90FA68-4DEF-4EE4-952C-0DBDDA148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179"/>
                <a:ext cx="373" cy="150"/>
              </a:xfrm>
              <a:custGeom>
                <a:avLst/>
                <a:gdLst>
                  <a:gd name="T0" fmla="*/ 0 w 85"/>
                  <a:gd name="T1" fmla="*/ 2264 h 32"/>
                  <a:gd name="T2" fmla="*/ 0 w 85"/>
                  <a:gd name="T3" fmla="*/ 2264 h 32"/>
                  <a:gd name="T4" fmla="*/ 7184 w 85"/>
                  <a:gd name="T5" fmla="*/ 108 h 32"/>
                  <a:gd name="T6" fmla="*/ 7105 w 85"/>
                  <a:gd name="T7" fmla="*/ 0 h 32"/>
                  <a:gd name="T8" fmla="*/ 0 w 85"/>
                  <a:gd name="T9" fmla="*/ 226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32">
                    <a:moveTo>
                      <a:pt x="0" y="2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35" y="32"/>
                      <a:pt x="66" y="25"/>
                      <a:pt x="85" y="1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66" y="23"/>
                      <a:pt x="34" y="32"/>
                      <a:pt x="0" y="2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6" name="Freeform 293">
                <a:extLst>
                  <a:ext uri="{FF2B5EF4-FFF2-40B4-BE49-F238E27FC236}">
                    <a16:creationId xmlns:a16="http://schemas.microsoft.com/office/drawing/2014/main" id="{215D8A71-3EA7-46DC-87CA-486A9385E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141"/>
                <a:ext cx="400" cy="103"/>
              </a:xfrm>
              <a:custGeom>
                <a:avLst/>
                <a:gdLst>
                  <a:gd name="T0" fmla="*/ 0 w 91"/>
                  <a:gd name="T1" fmla="*/ 726 h 22"/>
                  <a:gd name="T2" fmla="*/ 0 w 91"/>
                  <a:gd name="T3" fmla="*/ 726 h 22"/>
                  <a:gd name="T4" fmla="*/ 7727 w 91"/>
                  <a:gd name="T5" fmla="*/ 108 h 22"/>
                  <a:gd name="T6" fmla="*/ 7653 w 91"/>
                  <a:gd name="T7" fmla="*/ 0 h 22"/>
                  <a:gd name="T8" fmla="*/ 0 w 91"/>
                  <a:gd name="T9" fmla="*/ 72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22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5" y="22"/>
                      <a:pt x="72" y="20"/>
                      <a:pt x="91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72" y="18"/>
                      <a:pt x="35" y="22"/>
                      <a:pt x="0" y="7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7" name="Freeform 294">
                <a:extLst>
                  <a:ext uri="{FF2B5EF4-FFF2-40B4-BE49-F238E27FC236}">
                    <a16:creationId xmlns:a16="http://schemas.microsoft.com/office/drawing/2014/main" id="{D82929B8-4943-401C-9C71-778CED65B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062"/>
                <a:ext cx="395" cy="122"/>
              </a:xfrm>
              <a:custGeom>
                <a:avLst/>
                <a:gdLst>
                  <a:gd name="T0" fmla="*/ 0 w 90"/>
                  <a:gd name="T1" fmla="*/ 0 h 26"/>
                  <a:gd name="T2" fmla="*/ 7610 w 90"/>
                  <a:gd name="T3" fmla="*/ 727 h 26"/>
                  <a:gd name="T4" fmla="*/ 7531 w 90"/>
                  <a:gd name="T5" fmla="*/ 615 h 26"/>
                  <a:gd name="T6" fmla="*/ 0 w 90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26">
                    <a:moveTo>
                      <a:pt x="0" y="0"/>
                    </a:moveTo>
                    <a:cubicBezTo>
                      <a:pt x="27" y="16"/>
                      <a:pt x="66" y="26"/>
                      <a:pt x="90" y="7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66" y="24"/>
                      <a:pt x="26" y="16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8" name="Freeform 295">
                <a:extLst>
                  <a:ext uri="{FF2B5EF4-FFF2-40B4-BE49-F238E27FC236}">
                    <a16:creationId xmlns:a16="http://schemas.microsoft.com/office/drawing/2014/main" id="{A38F3806-4E46-42C9-92FF-94D6C693C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987"/>
                <a:ext cx="399" cy="131"/>
              </a:xfrm>
              <a:custGeom>
                <a:avLst/>
                <a:gdLst>
                  <a:gd name="T0" fmla="*/ 0 w 91"/>
                  <a:gd name="T1" fmla="*/ 0 h 28"/>
                  <a:gd name="T2" fmla="*/ 7669 w 91"/>
                  <a:gd name="T3" fmla="*/ 1333 h 28"/>
                  <a:gd name="T4" fmla="*/ 7594 w 91"/>
                  <a:gd name="T5" fmla="*/ 1118 h 28"/>
                  <a:gd name="T6" fmla="*/ 0 w 91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28">
                    <a:moveTo>
                      <a:pt x="0" y="0"/>
                    </a:moveTo>
                    <a:cubicBezTo>
                      <a:pt x="25" y="22"/>
                      <a:pt x="67" y="28"/>
                      <a:pt x="91" y="13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67" y="26"/>
                      <a:pt x="25" y="21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9" name="Freeform 296">
                <a:extLst>
                  <a:ext uri="{FF2B5EF4-FFF2-40B4-BE49-F238E27FC236}">
                    <a16:creationId xmlns:a16="http://schemas.microsoft.com/office/drawing/2014/main" id="{DC5E1760-318B-4838-854A-019C5E3B9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903"/>
                <a:ext cx="391" cy="168"/>
              </a:xfrm>
              <a:custGeom>
                <a:avLst/>
                <a:gdLst>
                  <a:gd name="T0" fmla="*/ 0 w 89"/>
                  <a:gd name="T1" fmla="*/ 0 h 36"/>
                  <a:gd name="T2" fmla="*/ 7548 w 89"/>
                  <a:gd name="T3" fmla="*/ 2329 h 36"/>
                  <a:gd name="T4" fmla="*/ 7469 w 89"/>
                  <a:gd name="T5" fmla="*/ 2133 h 36"/>
                  <a:gd name="T6" fmla="*/ 0 w 89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36">
                    <a:moveTo>
                      <a:pt x="0" y="0"/>
                    </a:moveTo>
                    <a:cubicBezTo>
                      <a:pt x="20" y="25"/>
                      <a:pt x="62" y="36"/>
                      <a:pt x="89" y="23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61" y="34"/>
                      <a:pt x="20" y="24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0" name="Freeform 297">
                <a:extLst>
                  <a:ext uri="{FF2B5EF4-FFF2-40B4-BE49-F238E27FC236}">
                    <a16:creationId xmlns:a16="http://schemas.microsoft.com/office/drawing/2014/main" id="{623725E8-F304-42EB-AB48-A613E1B8A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823"/>
                <a:ext cx="364" cy="206"/>
              </a:xfrm>
              <a:custGeom>
                <a:avLst/>
                <a:gdLst>
                  <a:gd name="T0" fmla="*/ 0 w 83"/>
                  <a:gd name="T1" fmla="*/ 0 h 44"/>
                  <a:gd name="T2" fmla="*/ 6999 w 83"/>
                  <a:gd name="T3" fmla="*/ 3399 h 44"/>
                  <a:gd name="T4" fmla="*/ 6925 w 83"/>
                  <a:gd name="T5" fmla="*/ 3179 h 44"/>
                  <a:gd name="T6" fmla="*/ 0 w 83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44">
                    <a:moveTo>
                      <a:pt x="0" y="0"/>
                    </a:moveTo>
                    <a:cubicBezTo>
                      <a:pt x="16" y="28"/>
                      <a:pt x="54" y="44"/>
                      <a:pt x="83" y="33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54" y="42"/>
                      <a:pt x="16" y="28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1" name="Freeform 298">
                <a:extLst>
                  <a:ext uri="{FF2B5EF4-FFF2-40B4-BE49-F238E27FC236}">
                    <a16:creationId xmlns:a16="http://schemas.microsoft.com/office/drawing/2014/main" id="{FE27F79A-2A28-49CD-8A55-3CA1343DF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1748"/>
                <a:ext cx="329" cy="239"/>
              </a:xfrm>
              <a:custGeom>
                <a:avLst/>
                <a:gdLst>
                  <a:gd name="T0" fmla="*/ 0 w 75"/>
                  <a:gd name="T1" fmla="*/ 0 h 51"/>
                  <a:gd name="T2" fmla="*/ 6330 w 75"/>
                  <a:gd name="T3" fmla="*/ 4438 h 51"/>
                  <a:gd name="T4" fmla="*/ 6330 w 75"/>
                  <a:gd name="T5" fmla="*/ 4325 h 51"/>
                  <a:gd name="T6" fmla="*/ 0 w 75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51">
                    <a:moveTo>
                      <a:pt x="0" y="0"/>
                    </a:moveTo>
                    <a:cubicBezTo>
                      <a:pt x="12" y="31"/>
                      <a:pt x="45" y="51"/>
                      <a:pt x="75" y="43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45" y="49"/>
                      <a:pt x="11" y="31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2" name="Freeform 299">
                <a:extLst>
                  <a:ext uri="{FF2B5EF4-FFF2-40B4-BE49-F238E27FC236}">
                    <a16:creationId xmlns:a16="http://schemas.microsoft.com/office/drawing/2014/main" id="{9C12850C-6881-4301-9CCB-BDDD5747F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678"/>
                <a:ext cx="295" cy="276"/>
              </a:xfrm>
              <a:custGeom>
                <a:avLst/>
                <a:gdLst>
                  <a:gd name="T0" fmla="*/ 0 w 67"/>
                  <a:gd name="T1" fmla="*/ 0 h 59"/>
                  <a:gd name="T2" fmla="*/ 5719 w 67"/>
                  <a:gd name="T3" fmla="*/ 5539 h 59"/>
                  <a:gd name="T4" fmla="*/ 5640 w 67"/>
                  <a:gd name="T5" fmla="*/ 5319 h 59"/>
                  <a:gd name="T6" fmla="*/ 0 w 67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59">
                    <a:moveTo>
                      <a:pt x="0" y="0"/>
                    </a:moveTo>
                    <a:cubicBezTo>
                      <a:pt x="8" y="35"/>
                      <a:pt x="36" y="59"/>
                      <a:pt x="67" y="54"/>
                    </a:cubicBezTo>
                    <a:cubicBezTo>
                      <a:pt x="66" y="52"/>
                      <a:pt x="66" y="52"/>
                      <a:pt x="66" y="52"/>
                    </a:cubicBezTo>
                    <a:cubicBezTo>
                      <a:pt x="37" y="57"/>
                      <a:pt x="8" y="35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3" name="Freeform 300">
                <a:extLst>
                  <a:ext uri="{FF2B5EF4-FFF2-40B4-BE49-F238E27FC236}">
                    <a16:creationId xmlns:a16="http://schemas.microsoft.com/office/drawing/2014/main" id="{5E93A730-466D-4667-A327-F66D18C81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650"/>
                <a:ext cx="246" cy="271"/>
              </a:xfrm>
              <a:custGeom>
                <a:avLst/>
                <a:gdLst>
                  <a:gd name="T0" fmla="*/ 0 w 56"/>
                  <a:gd name="T1" fmla="*/ 0 h 58"/>
                  <a:gd name="T2" fmla="*/ 4749 w 56"/>
                  <a:gd name="T3" fmla="*/ 5719 h 58"/>
                  <a:gd name="T4" fmla="*/ 4670 w 56"/>
                  <a:gd name="T5" fmla="*/ 5499 h 58"/>
                  <a:gd name="T6" fmla="*/ 0 w 56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0" y="0"/>
                    </a:moveTo>
                    <a:cubicBezTo>
                      <a:pt x="6" y="36"/>
                      <a:pt x="27" y="58"/>
                      <a:pt x="56" y="56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22" y="56"/>
                      <a:pt x="4" y="26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4" name="Freeform 301">
                <a:extLst>
                  <a:ext uri="{FF2B5EF4-FFF2-40B4-BE49-F238E27FC236}">
                    <a16:creationId xmlns:a16="http://schemas.microsoft.com/office/drawing/2014/main" id="{F01F0ACD-E1AE-435E-A942-B9AD84433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617"/>
                <a:ext cx="206" cy="286"/>
              </a:xfrm>
              <a:custGeom>
                <a:avLst/>
                <a:gdLst>
                  <a:gd name="T0" fmla="*/ 0 w 47"/>
                  <a:gd name="T1" fmla="*/ 0 h 61"/>
                  <a:gd name="T2" fmla="*/ 3958 w 47"/>
                  <a:gd name="T3" fmla="*/ 6287 h 61"/>
                  <a:gd name="T4" fmla="*/ 3958 w 47"/>
                  <a:gd name="T5" fmla="*/ 6090 h 61"/>
                  <a:gd name="T6" fmla="*/ 0 w 47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61">
                    <a:moveTo>
                      <a:pt x="0" y="0"/>
                    </a:moveTo>
                    <a:cubicBezTo>
                      <a:pt x="1" y="29"/>
                      <a:pt x="17" y="60"/>
                      <a:pt x="47" y="61"/>
                    </a:cubicBezTo>
                    <a:cubicBezTo>
                      <a:pt x="47" y="59"/>
                      <a:pt x="47" y="59"/>
                      <a:pt x="47" y="59"/>
                    </a:cubicBezTo>
                    <a:cubicBezTo>
                      <a:pt x="19" y="58"/>
                      <a:pt x="1" y="28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5" name="Freeform 302">
                <a:extLst>
                  <a:ext uri="{FF2B5EF4-FFF2-40B4-BE49-F238E27FC236}">
                    <a16:creationId xmlns:a16="http://schemas.microsoft.com/office/drawing/2014/main" id="{E7A9877A-6D9A-4D4A-8B47-5EFCD57E1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1598"/>
                <a:ext cx="171" cy="300"/>
              </a:xfrm>
              <a:custGeom>
                <a:avLst/>
                <a:gdLst>
                  <a:gd name="T0" fmla="*/ 3288 w 39"/>
                  <a:gd name="T1" fmla="*/ 6591 h 64"/>
                  <a:gd name="T2" fmla="*/ 3288 w 39"/>
                  <a:gd name="T3" fmla="*/ 6394 h 64"/>
                  <a:gd name="T4" fmla="*/ 79 w 39"/>
                  <a:gd name="T5" fmla="*/ 0 h 64"/>
                  <a:gd name="T6" fmla="*/ 79 w 39"/>
                  <a:gd name="T7" fmla="*/ 0 h 64"/>
                  <a:gd name="T8" fmla="*/ 3288 w 39"/>
                  <a:gd name="T9" fmla="*/ 6591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4">
                    <a:moveTo>
                      <a:pt x="39" y="64"/>
                    </a:moveTo>
                    <a:cubicBezTo>
                      <a:pt x="39" y="62"/>
                      <a:pt x="39" y="62"/>
                      <a:pt x="39" y="62"/>
                    </a:cubicBezTo>
                    <a:cubicBezTo>
                      <a:pt x="14" y="57"/>
                      <a:pt x="0" y="27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7"/>
                      <a:pt x="13" y="59"/>
                      <a:pt x="39" y="6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6" name="Freeform 303">
                <a:extLst>
                  <a:ext uri="{FF2B5EF4-FFF2-40B4-BE49-F238E27FC236}">
                    <a16:creationId xmlns:a16="http://schemas.microsoft.com/office/drawing/2014/main" id="{579EA23A-814C-4B45-9EE0-ACF298761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589"/>
                <a:ext cx="140" cy="309"/>
              </a:xfrm>
              <a:custGeom>
                <a:avLst/>
                <a:gdLst>
                  <a:gd name="T0" fmla="*/ 2682 w 32"/>
                  <a:gd name="T1" fmla="*/ 6775 h 66"/>
                  <a:gd name="T2" fmla="*/ 2682 w 32"/>
                  <a:gd name="T3" fmla="*/ 6662 h 66"/>
                  <a:gd name="T4" fmla="*/ 420 w 32"/>
                  <a:gd name="T5" fmla="*/ 0 h 66"/>
                  <a:gd name="T6" fmla="*/ 420 w 32"/>
                  <a:gd name="T7" fmla="*/ 0 h 66"/>
                  <a:gd name="T8" fmla="*/ 2682 w 32"/>
                  <a:gd name="T9" fmla="*/ 677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6">
                    <a:moveTo>
                      <a:pt x="32" y="66"/>
                    </a:moveTo>
                    <a:cubicBezTo>
                      <a:pt x="32" y="65"/>
                      <a:pt x="32" y="65"/>
                      <a:pt x="32" y="65"/>
                    </a:cubicBezTo>
                    <a:cubicBezTo>
                      <a:pt x="11" y="57"/>
                      <a:pt x="0" y="2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5"/>
                      <a:pt x="10" y="58"/>
                      <a:pt x="32" y="6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7" name="Freeform 304">
                <a:extLst>
                  <a:ext uri="{FF2B5EF4-FFF2-40B4-BE49-F238E27FC236}">
                    <a16:creationId xmlns:a16="http://schemas.microsoft.com/office/drawing/2014/main" id="{6FD4B4D3-FFE1-4A46-AAEE-96F088323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626"/>
                <a:ext cx="110" cy="286"/>
              </a:xfrm>
              <a:custGeom>
                <a:avLst/>
                <a:gdLst>
                  <a:gd name="T0" fmla="*/ 2050 w 25"/>
                  <a:gd name="T1" fmla="*/ 6287 h 61"/>
                  <a:gd name="T2" fmla="*/ 2130 w 25"/>
                  <a:gd name="T3" fmla="*/ 6090 h 61"/>
                  <a:gd name="T4" fmla="*/ 502 w 25"/>
                  <a:gd name="T5" fmla="*/ 0 h 61"/>
                  <a:gd name="T6" fmla="*/ 502 w 25"/>
                  <a:gd name="T7" fmla="*/ 0 h 61"/>
                  <a:gd name="T8" fmla="*/ 2050 w 25"/>
                  <a:gd name="T9" fmla="*/ 628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61">
                    <a:moveTo>
                      <a:pt x="24" y="61"/>
                    </a:moveTo>
                    <a:cubicBezTo>
                      <a:pt x="25" y="59"/>
                      <a:pt x="25" y="59"/>
                      <a:pt x="25" y="59"/>
                    </a:cubicBezTo>
                    <a:cubicBezTo>
                      <a:pt x="10" y="49"/>
                      <a:pt x="0" y="2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22"/>
                      <a:pt x="8" y="50"/>
                      <a:pt x="24" y="6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8" name="Freeform 305">
                <a:extLst>
                  <a:ext uri="{FF2B5EF4-FFF2-40B4-BE49-F238E27FC236}">
                    <a16:creationId xmlns:a16="http://schemas.microsoft.com/office/drawing/2014/main" id="{8DB257AB-EF21-4832-9B47-08A245432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1645"/>
                <a:ext cx="97" cy="281"/>
              </a:xfrm>
              <a:custGeom>
                <a:avLst/>
                <a:gdLst>
                  <a:gd name="T0" fmla="*/ 1808 w 22"/>
                  <a:gd name="T1" fmla="*/ 6163 h 60"/>
                  <a:gd name="T2" fmla="*/ 1887 w 22"/>
                  <a:gd name="T3" fmla="*/ 5967 h 60"/>
                  <a:gd name="T4" fmla="*/ 679 w 22"/>
                  <a:gd name="T5" fmla="*/ 0 h 60"/>
                  <a:gd name="T6" fmla="*/ 679 w 22"/>
                  <a:gd name="T7" fmla="*/ 0 h 60"/>
                  <a:gd name="T8" fmla="*/ 1808 w 22"/>
                  <a:gd name="T9" fmla="*/ 6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60">
                    <a:moveTo>
                      <a:pt x="21" y="60"/>
                    </a:moveTo>
                    <a:cubicBezTo>
                      <a:pt x="22" y="58"/>
                      <a:pt x="22" y="58"/>
                      <a:pt x="22" y="58"/>
                    </a:cubicBezTo>
                    <a:cubicBezTo>
                      <a:pt x="7" y="49"/>
                      <a:pt x="0" y="19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1"/>
                      <a:pt x="6" y="50"/>
                      <a:pt x="21" y="6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9" name="Freeform 306">
                <a:extLst>
                  <a:ext uri="{FF2B5EF4-FFF2-40B4-BE49-F238E27FC236}">
                    <a16:creationId xmlns:a16="http://schemas.microsoft.com/office/drawing/2014/main" id="{B831F1E4-EF94-4C97-B26E-692C5AC84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01"/>
                <a:ext cx="79" cy="244"/>
              </a:xfrm>
              <a:custGeom>
                <a:avLst/>
                <a:gdLst>
                  <a:gd name="T0" fmla="*/ 1444 w 18"/>
                  <a:gd name="T1" fmla="*/ 5373 h 52"/>
                  <a:gd name="T2" fmla="*/ 1523 w 18"/>
                  <a:gd name="T3" fmla="*/ 5260 h 52"/>
                  <a:gd name="T4" fmla="*/ 676 w 18"/>
                  <a:gd name="T5" fmla="*/ 0 h 52"/>
                  <a:gd name="T6" fmla="*/ 676 w 18"/>
                  <a:gd name="T7" fmla="*/ 0 h 52"/>
                  <a:gd name="T8" fmla="*/ 1444 w 18"/>
                  <a:gd name="T9" fmla="*/ 5373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2">
                    <a:moveTo>
                      <a:pt x="17" y="52"/>
                    </a:moveTo>
                    <a:cubicBezTo>
                      <a:pt x="18" y="51"/>
                      <a:pt x="18" y="51"/>
                      <a:pt x="18" y="51"/>
                    </a:cubicBezTo>
                    <a:cubicBezTo>
                      <a:pt x="4" y="42"/>
                      <a:pt x="0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16"/>
                      <a:pt x="2" y="43"/>
                      <a:pt x="17" y="5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0" name="Freeform 307">
                <a:extLst>
                  <a:ext uri="{FF2B5EF4-FFF2-40B4-BE49-F238E27FC236}">
                    <a16:creationId xmlns:a16="http://schemas.microsoft.com/office/drawing/2014/main" id="{F8B0B535-A1B0-4771-829C-88365E7B2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757"/>
                <a:ext cx="61" cy="216"/>
              </a:xfrm>
              <a:custGeom>
                <a:avLst/>
                <a:gdLst>
                  <a:gd name="T0" fmla="*/ 1081 w 14"/>
                  <a:gd name="T1" fmla="*/ 4761 h 46"/>
                  <a:gd name="T2" fmla="*/ 1159 w 14"/>
                  <a:gd name="T3" fmla="*/ 4564 h 46"/>
                  <a:gd name="T4" fmla="*/ 667 w 14"/>
                  <a:gd name="T5" fmla="*/ 0 h 46"/>
                  <a:gd name="T6" fmla="*/ 667 w 14"/>
                  <a:gd name="T7" fmla="*/ 0 h 46"/>
                  <a:gd name="T8" fmla="*/ 1081 w 14"/>
                  <a:gd name="T9" fmla="*/ 476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6">
                    <a:moveTo>
                      <a:pt x="13" y="46"/>
                    </a:moveTo>
                    <a:cubicBezTo>
                      <a:pt x="14" y="44"/>
                      <a:pt x="14" y="44"/>
                      <a:pt x="14" y="44"/>
                    </a:cubicBezTo>
                    <a:cubicBezTo>
                      <a:pt x="3" y="37"/>
                      <a:pt x="1" y="1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14"/>
                      <a:pt x="1" y="38"/>
                      <a:pt x="13" y="4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1" name="Freeform 308">
                <a:extLst>
                  <a:ext uri="{FF2B5EF4-FFF2-40B4-BE49-F238E27FC236}">
                    <a16:creationId xmlns:a16="http://schemas.microsoft.com/office/drawing/2014/main" id="{3CB914C2-0F38-4E2C-A544-FDFAD2E16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818"/>
                <a:ext cx="44" cy="183"/>
              </a:xfrm>
              <a:custGeom>
                <a:avLst/>
                <a:gdLst>
                  <a:gd name="T0" fmla="*/ 176 w 10"/>
                  <a:gd name="T1" fmla="*/ 2886 h 39"/>
                  <a:gd name="T2" fmla="*/ 774 w 10"/>
                  <a:gd name="T3" fmla="*/ 4031 h 39"/>
                  <a:gd name="T4" fmla="*/ 854 w 10"/>
                  <a:gd name="T5" fmla="*/ 3918 h 39"/>
                  <a:gd name="T6" fmla="*/ 348 w 10"/>
                  <a:gd name="T7" fmla="*/ 2886 h 39"/>
                  <a:gd name="T8" fmla="*/ 678 w 10"/>
                  <a:gd name="T9" fmla="*/ 0 h 39"/>
                  <a:gd name="T10" fmla="*/ 678 w 10"/>
                  <a:gd name="T11" fmla="*/ 0 h 39"/>
                  <a:gd name="T12" fmla="*/ 176 w 10"/>
                  <a:gd name="T13" fmla="*/ 288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9">
                    <a:moveTo>
                      <a:pt x="2" y="28"/>
                    </a:moveTo>
                    <a:cubicBezTo>
                      <a:pt x="3" y="33"/>
                      <a:pt x="6" y="37"/>
                      <a:pt x="9" y="39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7" y="36"/>
                      <a:pt x="5" y="33"/>
                      <a:pt x="4" y="28"/>
                    </a:cubicBezTo>
                    <a:cubicBezTo>
                      <a:pt x="2" y="19"/>
                      <a:pt x="3" y="7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8"/>
                      <a:pt x="0" y="19"/>
                      <a:pt x="2" y="2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2" name="Freeform 309">
                <a:extLst>
                  <a:ext uri="{FF2B5EF4-FFF2-40B4-BE49-F238E27FC236}">
                    <a16:creationId xmlns:a16="http://schemas.microsoft.com/office/drawing/2014/main" id="{ECB0DA71-6CB5-410A-9630-018BFCF3B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907"/>
                <a:ext cx="44" cy="131"/>
              </a:xfrm>
              <a:custGeom>
                <a:avLst/>
                <a:gdLst>
                  <a:gd name="T0" fmla="*/ 427 w 10"/>
                  <a:gd name="T1" fmla="*/ 2868 h 28"/>
                  <a:gd name="T2" fmla="*/ 502 w 10"/>
                  <a:gd name="T3" fmla="*/ 2671 h 28"/>
                  <a:gd name="T4" fmla="*/ 854 w 10"/>
                  <a:gd name="T5" fmla="*/ 0 h 28"/>
                  <a:gd name="T6" fmla="*/ 854 w 10"/>
                  <a:gd name="T7" fmla="*/ 0 h 28"/>
                  <a:gd name="T8" fmla="*/ 427 w 10"/>
                  <a:gd name="T9" fmla="*/ 286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5" y="28"/>
                    </a:moveTo>
                    <a:cubicBezTo>
                      <a:pt x="6" y="26"/>
                      <a:pt x="6" y="26"/>
                      <a:pt x="6" y="26"/>
                    </a:cubicBezTo>
                    <a:cubicBezTo>
                      <a:pt x="3" y="23"/>
                      <a:pt x="5" y="8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4" y="8"/>
                      <a:pt x="0" y="24"/>
                      <a:pt x="5" y="2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3" name="Freeform 310">
                <a:extLst>
                  <a:ext uri="{FF2B5EF4-FFF2-40B4-BE49-F238E27FC236}">
                    <a16:creationId xmlns:a16="http://schemas.microsoft.com/office/drawing/2014/main" id="{F59750D5-8CC8-4857-8D61-1E0F6078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006"/>
                <a:ext cx="44" cy="65"/>
              </a:xfrm>
              <a:custGeom>
                <a:avLst/>
                <a:gdLst>
                  <a:gd name="T0" fmla="*/ 22 w 44"/>
                  <a:gd name="T1" fmla="*/ 28 h 65"/>
                  <a:gd name="T2" fmla="*/ 0 w 44"/>
                  <a:gd name="T3" fmla="*/ 60 h 65"/>
                  <a:gd name="T4" fmla="*/ 4 w 44"/>
                  <a:gd name="T5" fmla="*/ 65 h 65"/>
                  <a:gd name="T6" fmla="*/ 44 w 44"/>
                  <a:gd name="T7" fmla="*/ 0 h 65"/>
                  <a:gd name="T8" fmla="*/ 44 w 44"/>
                  <a:gd name="T9" fmla="*/ 0 h 65"/>
                  <a:gd name="T10" fmla="*/ 44 w 44"/>
                  <a:gd name="T11" fmla="*/ 0 h 65"/>
                  <a:gd name="T12" fmla="*/ 22 w 44"/>
                  <a:gd name="T13" fmla="*/ 28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5">
                    <a:moveTo>
                      <a:pt x="22" y="28"/>
                    </a:moveTo>
                    <a:lnTo>
                      <a:pt x="0" y="60"/>
                    </a:lnTo>
                    <a:lnTo>
                      <a:pt x="4" y="65"/>
                    </a:lnTo>
                    <a:lnTo>
                      <a:pt x="44" y="0"/>
                    </a:lnTo>
                    <a:lnTo>
                      <a:pt x="22" y="2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4" name="Freeform 311">
                <a:extLst>
                  <a:ext uri="{FF2B5EF4-FFF2-40B4-BE49-F238E27FC236}">
                    <a16:creationId xmlns:a16="http://schemas.microsoft.com/office/drawing/2014/main" id="{D14F357B-B534-4684-BAB6-CAF5F244D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076"/>
                <a:ext cx="79" cy="42"/>
              </a:xfrm>
              <a:custGeom>
                <a:avLst/>
                <a:gdLst>
                  <a:gd name="T0" fmla="*/ 0 w 18"/>
                  <a:gd name="T1" fmla="*/ 499 h 9"/>
                  <a:gd name="T2" fmla="*/ 0 w 18"/>
                  <a:gd name="T3" fmla="*/ 719 h 9"/>
                  <a:gd name="T4" fmla="*/ 1523 w 18"/>
                  <a:gd name="T5" fmla="*/ 0 h 9"/>
                  <a:gd name="T6" fmla="*/ 1523 w 18"/>
                  <a:gd name="T7" fmla="*/ 0 h 9"/>
                  <a:gd name="T8" fmla="*/ 0 w 18"/>
                  <a:gd name="T9" fmla="*/ 49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0" y="5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7" y="9"/>
                      <a:pt x="15" y="4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5" y="3"/>
                      <a:pt x="7" y="7"/>
                      <a:pt x="0" y="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5" name="Freeform 312">
                <a:extLst>
                  <a:ext uri="{FF2B5EF4-FFF2-40B4-BE49-F238E27FC236}">
                    <a16:creationId xmlns:a16="http://schemas.microsoft.com/office/drawing/2014/main" id="{215F7D22-DA54-4CF5-B787-5F0AB3BEF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722"/>
                <a:ext cx="26" cy="150"/>
              </a:xfrm>
              <a:custGeom>
                <a:avLst/>
                <a:gdLst>
                  <a:gd name="T0" fmla="*/ 0 w 6"/>
                  <a:gd name="T1" fmla="*/ 108 h 32"/>
                  <a:gd name="T2" fmla="*/ 490 w 6"/>
                  <a:gd name="T3" fmla="*/ 3295 h 32"/>
                  <a:gd name="T4" fmla="*/ 490 w 6"/>
                  <a:gd name="T5" fmla="*/ 3295 h 32"/>
                  <a:gd name="T6" fmla="*/ 169 w 6"/>
                  <a:gd name="T7" fmla="*/ 0 h 32"/>
                  <a:gd name="T8" fmla="*/ 0 w 6"/>
                  <a:gd name="T9" fmla="*/ 10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0" y="1"/>
                    </a:moveTo>
                    <a:cubicBezTo>
                      <a:pt x="3" y="9"/>
                      <a:pt x="6" y="20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20"/>
                      <a:pt x="5" y="8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6" name="Freeform 313">
                <a:extLst>
                  <a:ext uri="{FF2B5EF4-FFF2-40B4-BE49-F238E27FC236}">
                    <a16:creationId xmlns:a16="http://schemas.microsoft.com/office/drawing/2014/main" id="{0A5092D3-6199-4040-9306-C6C8AEA49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703"/>
                <a:ext cx="31" cy="146"/>
              </a:xfrm>
              <a:custGeom>
                <a:avLst/>
                <a:gdLst>
                  <a:gd name="T0" fmla="*/ 0 w 7"/>
                  <a:gd name="T1" fmla="*/ 113 h 31"/>
                  <a:gd name="T2" fmla="*/ 607 w 7"/>
                  <a:gd name="T3" fmla="*/ 3240 h 31"/>
                  <a:gd name="T4" fmla="*/ 607 w 7"/>
                  <a:gd name="T5" fmla="*/ 3240 h 31"/>
                  <a:gd name="T6" fmla="*/ 80 w 7"/>
                  <a:gd name="T7" fmla="*/ 0 h 31"/>
                  <a:gd name="T8" fmla="*/ 0 w 7"/>
                  <a:gd name="T9" fmla="*/ 11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1">
                    <a:moveTo>
                      <a:pt x="0" y="1"/>
                    </a:moveTo>
                    <a:cubicBezTo>
                      <a:pt x="3" y="8"/>
                      <a:pt x="6" y="19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19"/>
                      <a:pt x="5" y="7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7" name="Freeform 314">
                <a:extLst>
                  <a:ext uri="{FF2B5EF4-FFF2-40B4-BE49-F238E27FC236}">
                    <a16:creationId xmlns:a16="http://schemas.microsoft.com/office/drawing/2014/main" id="{B4F456FB-BF26-4C45-AF25-11D4F15C0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689"/>
                <a:ext cx="39" cy="136"/>
              </a:xfrm>
              <a:custGeom>
                <a:avLst/>
                <a:gdLst>
                  <a:gd name="T0" fmla="*/ 0 w 9"/>
                  <a:gd name="T1" fmla="*/ 108 h 29"/>
                  <a:gd name="T2" fmla="*/ 732 w 9"/>
                  <a:gd name="T3" fmla="*/ 2992 h 29"/>
                  <a:gd name="T4" fmla="*/ 732 w 9"/>
                  <a:gd name="T5" fmla="*/ 2992 h 29"/>
                  <a:gd name="T6" fmla="*/ 169 w 9"/>
                  <a:gd name="T7" fmla="*/ 0 h 29"/>
                  <a:gd name="T8" fmla="*/ 0 w 9"/>
                  <a:gd name="T9" fmla="*/ 10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9">
                    <a:moveTo>
                      <a:pt x="0" y="1"/>
                    </a:moveTo>
                    <a:cubicBezTo>
                      <a:pt x="4" y="7"/>
                      <a:pt x="8" y="17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17"/>
                      <a:pt x="6" y="6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8" name="Freeform 315">
                <a:extLst>
                  <a:ext uri="{FF2B5EF4-FFF2-40B4-BE49-F238E27FC236}">
                    <a16:creationId xmlns:a16="http://schemas.microsoft.com/office/drawing/2014/main" id="{9D725E8D-179E-47AD-8625-F270250E1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671"/>
                <a:ext cx="48" cy="117"/>
              </a:xfrm>
              <a:custGeom>
                <a:avLst/>
                <a:gdLst>
                  <a:gd name="T0" fmla="*/ 0 w 11"/>
                  <a:gd name="T1" fmla="*/ 197 h 25"/>
                  <a:gd name="T2" fmla="*/ 912 w 11"/>
                  <a:gd name="T3" fmla="*/ 2565 h 25"/>
                  <a:gd name="T4" fmla="*/ 912 w 11"/>
                  <a:gd name="T5" fmla="*/ 2565 h 25"/>
                  <a:gd name="T6" fmla="*/ 74 w 11"/>
                  <a:gd name="T7" fmla="*/ 0 h 25"/>
                  <a:gd name="T8" fmla="*/ 0 w 11"/>
                  <a:gd name="T9" fmla="*/ 19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0" y="2"/>
                    </a:moveTo>
                    <a:cubicBezTo>
                      <a:pt x="5" y="6"/>
                      <a:pt x="9" y="17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9" y="16"/>
                      <a:pt x="7" y="5"/>
                      <a:pt x="1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9" name="Freeform 316">
                <a:extLst>
                  <a:ext uri="{FF2B5EF4-FFF2-40B4-BE49-F238E27FC236}">
                    <a16:creationId xmlns:a16="http://schemas.microsoft.com/office/drawing/2014/main" id="{06CDF19C-7C38-4BF2-906E-62C9B91F6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647"/>
                <a:ext cx="57" cy="84"/>
              </a:xfrm>
              <a:custGeom>
                <a:avLst/>
                <a:gdLst>
                  <a:gd name="T0" fmla="*/ 0 w 13"/>
                  <a:gd name="T1" fmla="*/ 196 h 18"/>
                  <a:gd name="T2" fmla="*/ 1096 w 13"/>
                  <a:gd name="T3" fmla="*/ 1829 h 18"/>
                  <a:gd name="T4" fmla="*/ 1096 w 13"/>
                  <a:gd name="T5" fmla="*/ 1829 h 18"/>
                  <a:gd name="T6" fmla="*/ 79 w 13"/>
                  <a:gd name="T7" fmla="*/ 0 h 18"/>
                  <a:gd name="T8" fmla="*/ 0 w 13"/>
                  <a:gd name="T9" fmla="*/ 19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0" y="2"/>
                    </a:moveTo>
                    <a:cubicBezTo>
                      <a:pt x="6" y="5"/>
                      <a:pt x="11" y="14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1" y="14"/>
                      <a:pt x="8" y="3"/>
                      <a:pt x="1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0" name="Freeform 317">
                <a:extLst>
                  <a:ext uri="{FF2B5EF4-FFF2-40B4-BE49-F238E27FC236}">
                    <a16:creationId xmlns:a16="http://schemas.microsoft.com/office/drawing/2014/main" id="{8F5A6D7C-F7C6-4C12-8FCA-C56BC9373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713"/>
                <a:ext cx="79" cy="178"/>
              </a:xfrm>
              <a:custGeom>
                <a:avLst/>
                <a:gdLst>
                  <a:gd name="T0" fmla="*/ 0 w 18"/>
                  <a:gd name="T1" fmla="*/ 3907 h 38"/>
                  <a:gd name="T2" fmla="*/ 0 w 18"/>
                  <a:gd name="T3" fmla="*/ 3907 h 38"/>
                  <a:gd name="T4" fmla="*/ 1523 w 18"/>
                  <a:gd name="T5" fmla="*/ 197 h 38"/>
                  <a:gd name="T6" fmla="*/ 1444 w 18"/>
                  <a:gd name="T7" fmla="*/ 0 h 38"/>
                  <a:gd name="T8" fmla="*/ 0 w 18"/>
                  <a:gd name="T9" fmla="*/ 390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8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5" y="20"/>
                      <a:pt x="12" y="7"/>
                      <a:pt x="18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8"/>
                      <a:pt x="3" y="27"/>
                      <a:pt x="0" y="3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1" name="Freeform 318">
                <a:extLst>
                  <a:ext uri="{FF2B5EF4-FFF2-40B4-BE49-F238E27FC236}">
                    <a16:creationId xmlns:a16="http://schemas.microsoft.com/office/drawing/2014/main" id="{5C54DA12-19BE-4516-BDD0-5E31ACBC4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694"/>
                <a:ext cx="101" cy="183"/>
              </a:xfrm>
              <a:custGeom>
                <a:avLst/>
                <a:gdLst>
                  <a:gd name="T0" fmla="*/ 0 w 23"/>
                  <a:gd name="T1" fmla="*/ 4031 h 39"/>
                  <a:gd name="T2" fmla="*/ 0 w 23"/>
                  <a:gd name="T3" fmla="*/ 4031 h 39"/>
                  <a:gd name="T4" fmla="*/ 1950 w 23"/>
                  <a:gd name="T5" fmla="*/ 197 h 39"/>
                  <a:gd name="T6" fmla="*/ 1871 w 23"/>
                  <a:gd name="T7" fmla="*/ 0 h 39"/>
                  <a:gd name="T8" fmla="*/ 0 w 23"/>
                  <a:gd name="T9" fmla="*/ 403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9">
                    <a:moveTo>
                      <a:pt x="0" y="39"/>
                    </a:moveTo>
                    <a:cubicBezTo>
                      <a:pt x="0" y="39"/>
                      <a:pt x="0" y="39"/>
                      <a:pt x="0" y="39"/>
                    </a:cubicBezTo>
                    <a:cubicBezTo>
                      <a:pt x="6" y="21"/>
                      <a:pt x="16" y="7"/>
                      <a:pt x="23" y="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5" y="5"/>
                      <a:pt x="6" y="21"/>
                      <a:pt x="0" y="3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2" name="Freeform 319">
                <a:extLst>
                  <a:ext uri="{FF2B5EF4-FFF2-40B4-BE49-F238E27FC236}">
                    <a16:creationId xmlns:a16="http://schemas.microsoft.com/office/drawing/2014/main" id="{EACA5F72-5C16-4E76-9FC3-9AEA500F8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666"/>
                <a:ext cx="119" cy="169"/>
              </a:xfrm>
              <a:custGeom>
                <a:avLst/>
                <a:gdLst>
                  <a:gd name="T0" fmla="*/ 0 w 27"/>
                  <a:gd name="T1" fmla="*/ 3723 h 36"/>
                  <a:gd name="T2" fmla="*/ 0 w 27"/>
                  <a:gd name="T3" fmla="*/ 3723 h 36"/>
                  <a:gd name="T4" fmla="*/ 2309 w 27"/>
                  <a:gd name="T5" fmla="*/ 108 h 36"/>
                  <a:gd name="T6" fmla="*/ 2235 w 27"/>
                  <a:gd name="T7" fmla="*/ 0 h 36"/>
                  <a:gd name="T8" fmla="*/ 0 w 27"/>
                  <a:gd name="T9" fmla="*/ 372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36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8" y="18"/>
                      <a:pt x="20" y="5"/>
                      <a:pt x="27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8" y="4"/>
                      <a:pt x="7" y="20"/>
                      <a:pt x="0" y="3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3" name="Freeform 320">
                <a:extLst>
                  <a:ext uri="{FF2B5EF4-FFF2-40B4-BE49-F238E27FC236}">
                    <a16:creationId xmlns:a16="http://schemas.microsoft.com/office/drawing/2014/main" id="{1CEA6BD4-C547-44C5-BD02-41A535ABF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633"/>
                <a:ext cx="153" cy="178"/>
              </a:xfrm>
              <a:custGeom>
                <a:avLst/>
                <a:gdLst>
                  <a:gd name="T0" fmla="*/ 0 w 35"/>
                  <a:gd name="T1" fmla="*/ 3907 h 38"/>
                  <a:gd name="T2" fmla="*/ 0 w 35"/>
                  <a:gd name="T3" fmla="*/ 3907 h 38"/>
                  <a:gd name="T4" fmla="*/ 2924 w 35"/>
                  <a:gd name="T5" fmla="*/ 197 h 38"/>
                  <a:gd name="T6" fmla="*/ 2846 w 35"/>
                  <a:gd name="T7" fmla="*/ 0 h 38"/>
                  <a:gd name="T8" fmla="*/ 0 w 35"/>
                  <a:gd name="T9" fmla="*/ 390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8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10" y="18"/>
                      <a:pt x="27" y="4"/>
                      <a:pt x="35" y="2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3"/>
                      <a:pt x="11" y="17"/>
                      <a:pt x="0" y="3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4" name="Freeform 321">
                <a:extLst>
                  <a:ext uri="{FF2B5EF4-FFF2-40B4-BE49-F238E27FC236}">
                    <a16:creationId xmlns:a16="http://schemas.microsoft.com/office/drawing/2014/main" id="{0FEF89EC-1308-4C54-8AED-CFAA06D28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441"/>
                <a:ext cx="224" cy="117"/>
              </a:xfrm>
              <a:custGeom>
                <a:avLst/>
                <a:gdLst>
                  <a:gd name="T0" fmla="*/ 0 w 51"/>
                  <a:gd name="T1" fmla="*/ 2565 h 25"/>
                  <a:gd name="T2" fmla="*/ 0 w 51"/>
                  <a:gd name="T3" fmla="*/ 2565 h 25"/>
                  <a:gd name="T4" fmla="*/ 4322 w 51"/>
                  <a:gd name="T5" fmla="*/ 197 h 25"/>
                  <a:gd name="T6" fmla="*/ 4322 w 51"/>
                  <a:gd name="T7" fmla="*/ 0 h 25"/>
                  <a:gd name="T8" fmla="*/ 0 w 51"/>
                  <a:gd name="T9" fmla="*/ 256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5">
                    <a:moveTo>
                      <a:pt x="0" y="25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3" y="11"/>
                      <a:pt x="34" y="3"/>
                      <a:pt x="51" y="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33" y="1"/>
                      <a:pt x="13" y="11"/>
                      <a:pt x="0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5" name="Freeform 322">
                <a:extLst>
                  <a:ext uri="{FF2B5EF4-FFF2-40B4-BE49-F238E27FC236}">
                    <a16:creationId xmlns:a16="http://schemas.microsoft.com/office/drawing/2014/main" id="{F04DA62B-22D9-453B-A85E-112C40FEC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376"/>
                <a:ext cx="224" cy="117"/>
              </a:xfrm>
              <a:custGeom>
                <a:avLst/>
                <a:gdLst>
                  <a:gd name="T0" fmla="*/ 0 w 51"/>
                  <a:gd name="T1" fmla="*/ 2565 h 25"/>
                  <a:gd name="T2" fmla="*/ 0 w 51"/>
                  <a:gd name="T3" fmla="*/ 2565 h 25"/>
                  <a:gd name="T4" fmla="*/ 4322 w 51"/>
                  <a:gd name="T5" fmla="*/ 197 h 25"/>
                  <a:gd name="T6" fmla="*/ 4322 w 51"/>
                  <a:gd name="T7" fmla="*/ 0 h 25"/>
                  <a:gd name="T8" fmla="*/ 0 w 51"/>
                  <a:gd name="T9" fmla="*/ 256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5">
                    <a:moveTo>
                      <a:pt x="0" y="25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3" y="12"/>
                      <a:pt x="34" y="3"/>
                      <a:pt x="51" y="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33" y="1"/>
                      <a:pt x="14" y="11"/>
                      <a:pt x="0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6" name="Freeform 323">
                <a:extLst>
                  <a:ext uri="{FF2B5EF4-FFF2-40B4-BE49-F238E27FC236}">
                    <a16:creationId xmlns:a16="http://schemas.microsoft.com/office/drawing/2014/main" id="{4DD4EC17-60C1-4CD0-82A0-B1F82E56A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497"/>
                <a:ext cx="220" cy="141"/>
              </a:xfrm>
              <a:custGeom>
                <a:avLst/>
                <a:gdLst>
                  <a:gd name="T0" fmla="*/ 0 w 50"/>
                  <a:gd name="T1" fmla="*/ 3116 h 30"/>
                  <a:gd name="T2" fmla="*/ 0 w 50"/>
                  <a:gd name="T3" fmla="*/ 3116 h 30"/>
                  <a:gd name="T4" fmla="*/ 4259 w 50"/>
                  <a:gd name="T5" fmla="*/ 197 h 30"/>
                  <a:gd name="T6" fmla="*/ 4259 w 50"/>
                  <a:gd name="T7" fmla="*/ 0 h 30"/>
                  <a:gd name="T8" fmla="*/ 0 w 50"/>
                  <a:gd name="T9" fmla="*/ 311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13" y="12"/>
                      <a:pt x="36" y="3"/>
                      <a:pt x="50" y="2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33" y="1"/>
                      <a:pt x="12" y="14"/>
                      <a:pt x="0" y="3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7" name="Freeform 324">
                <a:extLst>
                  <a:ext uri="{FF2B5EF4-FFF2-40B4-BE49-F238E27FC236}">
                    <a16:creationId xmlns:a16="http://schemas.microsoft.com/office/drawing/2014/main" id="{0D75A454-7602-446C-82E4-2499DB2E3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549"/>
                <a:ext cx="198" cy="154"/>
              </a:xfrm>
              <a:custGeom>
                <a:avLst/>
                <a:gdLst>
                  <a:gd name="T0" fmla="*/ 0 w 45"/>
                  <a:gd name="T1" fmla="*/ 3355 h 33"/>
                  <a:gd name="T2" fmla="*/ 0 w 45"/>
                  <a:gd name="T3" fmla="*/ 3355 h 33"/>
                  <a:gd name="T4" fmla="*/ 3832 w 45"/>
                  <a:gd name="T5" fmla="*/ 196 h 33"/>
                  <a:gd name="T6" fmla="*/ 3832 w 45"/>
                  <a:gd name="T7" fmla="*/ 0 h 33"/>
                  <a:gd name="T8" fmla="*/ 0 w 45"/>
                  <a:gd name="T9" fmla="*/ 335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3">
                    <a:moveTo>
                      <a:pt x="0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12" y="15"/>
                      <a:pt x="33" y="3"/>
                      <a:pt x="45" y="2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2" y="1"/>
                      <a:pt x="12" y="14"/>
                      <a:pt x="0" y="3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8" name="Freeform 325">
                <a:extLst>
                  <a:ext uri="{FF2B5EF4-FFF2-40B4-BE49-F238E27FC236}">
                    <a16:creationId xmlns:a16="http://schemas.microsoft.com/office/drawing/2014/main" id="{0EAD61FA-5C5B-4012-9967-A92889EED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596"/>
                <a:ext cx="171" cy="164"/>
              </a:xfrm>
              <a:custGeom>
                <a:avLst/>
                <a:gdLst>
                  <a:gd name="T0" fmla="*/ 0 w 39"/>
                  <a:gd name="T1" fmla="*/ 3599 h 35"/>
                  <a:gd name="T2" fmla="*/ 0 w 39"/>
                  <a:gd name="T3" fmla="*/ 3599 h 35"/>
                  <a:gd name="T4" fmla="*/ 3288 w 39"/>
                  <a:gd name="T5" fmla="*/ 197 h 35"/>
                  <a:gd name="T6" fmla="*/ 3288 w 39"/>
                  <a:gd name="T7" fmla="*/ 0 h 35"/>
                  <a:gd name="T8" fmla="*/ 0 w 39"/>
                  <a:gd name="T9" fmla="*/ 359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0" y="35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12" y="14"/>
                      <a:pt x="32" y="3"/>
                      <a:pt x="39" y="2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2" y="1"/>
                      <a:pt x="13" y="12"/>
                      <a:pt x="0" y="3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30" name="Group 326">
              <a:extLst>
                <a:ext uri="{FF2B5EF4-FFF2-40B4-BE49-F238E27FC236}">
                  <a16:creationId xmlns:a16="http://schemas.microsoft.com/office/drawing/2014/main" id="{589BACDF-4EA3-4B0F-8B4D-9CCE0BF61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5200" y="1722438"/>
              <a:ext cx="336550" cy="433387"/>
              <a:chOff x="1073" y="2851"/>
              <a:chExt cx="718" cy="934"/>
            </a:xfrm>
          </p:grpSpPr>
          <p:pic>
            <p:nvPicPr>
              <p:cNvPr id="130445" name="Picture 327" descr="Image1">
                <a:extLst>
                  <a:ext uri="{FF2B5EF4-FFF2-40B4-BE49-F238E27FC236}">
                    <a16:creationId xmlns:a16="http://schemas.microsoft.com/office/drawing/2014/main" id="{77AA51D8-CB28-4D19-9C81-E18970E2E3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60616"/>
              <a:stretch>
                <a:fillRect/>
              </a:stretch>
            </p:blipFill>
            <p:spPr bwMode="auto">
              <a:xfrm>
                <a:off x="1073" y="2851"/>
                <a:ext cx="508" cy="9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0446" name="Picture 328" descr="Image1">
                <a:extLst>
                  <a:ext uri="{FF2B5EF4-FFF2-40B4-BE49-F238E27FC236}">
                    <a16:creationId xmlns:a16="http://schemas.microsoft.com/office/drawing/2014/main" id="{30B7FDF1-E377-4F30-A56C-F52BEC14D8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64404"/>
              <a:stretch>
                <a:fillRect/>
              </a:stretch>
            </p:blipFill>
            <p:spPr bwMode="auto">
              <a:xfrm>
                <a:off x="1371" y="2852"/>
                <a:ext cx="420" cy="9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7831" name="Group 329">
              <a:extLst>
                <a:ext uri="{FF2B5EF4-FFF2-40B4-BE49-F238E27FC236}">
                  <a16:creationId xmlns:a16="http://schemas.microsoft.com/office/drawing/2014/main" id="{1648230F-32ED-44A1-AC18-A7DC1BD10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9175" y="2027238"/>
              <a:ext cx="792163" cy="944562"/>
              <a:chOff x="512" y="771"/>
              <a:chExt cx="2391" cy="2848"/>
            </a:xfrm>
          </p:grpSpPr>
          <p:sp>
            <p:nvSpPr>
              <p:cNvPr id="130332" name="Freeform 330">
                <a:extLst>
                  <a:ext uri="{FF2B5EF4-FFF2-40B4-BE49-F238E27FC236}">
                    <a16:creationId xmlns:a16="http://schemas.microsoft.com/office/drawing/2014/main" id="{B396A3C0-24D2-4BC0-AA8C-389602625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1385"/>
                <a:ext cx="374" cy="633"/>
              </a:xfrm>
              <a:custGeom>
                <a:avLst/>
                <a:gdLst>
                  <a:gd name="T0" fmla="*/ 0 w 225"/>
                  <a:gd name="T1" fmla="*/ 0 h 380"/>
                  <a:gd name="T2" fmla="*/ 42 w 225"/>
                  <a:gd name="T3" fmla="*/ 1458 h 380"/>
                  <a:gd name="T4" fmla="*/ 997 w 225"/>
                  <a:gd name="T5" fmla="*/ 1124 h 380"/>
                  <a:gd name="T6" fmla="*/ 1034 w 225"/>
                  <a:gd name="T7" fmla="*/ 0 h 380"/>
                  <a:gd name="T8" fmla="*/ 0 w 225"/>
                  <a:gd name="T9" fmla="*/ 0 h 3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5" h="380">
                    <a:moveTo>
                      <a:pt x="0" y="0"/>
                    </a:moveTo>
                    <a:cubicBezTo>
                      <a:pt x="0" y="0"/>
                      <a:pt x="14" y="271"/>
                      <a:pt x="9" y="315"/>
                    </a:cubicBezTo>
                    <a:cubicBezTo>
                      <a:pt x="9" y="315"/>
                      <a:pt x="104" y="380"/>
                      <a:pt x="217" y="243"/>
                    </a:cubicBezTo>
                    <a:cubicBezTo>
                      <a:pt x="225" y="0"/>
                      <a:pt x="225" y="0"/>
                      <a:pt x="22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3" name="Freeform 331">
                <a:extLst>
                  <a:ext uri="{FF2B5EF4-FFF2-40B4-BE49-F238E27FC236}">
                    <a16:creationId xmlns:a16="http://schemas.microsoft.com/office/drawing/2014/main" id="{C6333172-34B3-4D4F-A83E-E1DD3FC86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771"/>
                <a:ext cx="1121" cy="1134"/>
              </a:xfrm>
              <a:custGeom>
                <a:avLst/>
                <a:gdLst>
                  <a:gd name="T0" fmla="*/ 313 w 673"/>
                  <a:gd name="T1" fmla="*/ 3042 h 680"/>
                  <a:gd name="T2" fmla="*/ 408 w 673"/>
                  <a:gd name="T3" fmla="*/ 1558 h 680"/>
                  <a:gd name="T4" fmla="*/ 721 w 673"/>
                  <a:gd name="T5" fmla="*/ 389 h 680"/>
                  <a:gd name="T6" fmla="*/ 1238 w 673"/>
                  <a:gd name="T7" fmla="*/ 222 h 680"/>
                  <a:gd name="T8" fmla="*/ 1589 w 673"/>
                  <a:gd name="T9" fmla="*/ 575 h 680"/>
                  <a:gd name="T10" fmla="*/ 1979 w 673"/>
                  <a:gd name="T11" fmla="*/ 0 h 680"/>
                  <a:gd name="T12" fmla="*/ 2237 w 673"/>
                  <a:gd name="T13" fmla="*/ 187 h 680"/>
                  <a:gd name="T14" fmla="*/ 2200 w 673"/>
                  <a:gd name="T15" fmla="*/ 592 h 680"/>
                  <a:gd name="T16" fmla="*/ 2494 w 673"/>
                  <a:gd name="T17" fmla="*/ 222 h 680"/>
                  <a:gd name="T18" fmla="*/ 2827 w 673"/>
                  <a:gd name="T19" fmla="*/ 425 h 680"/>
                  <a:gd name="T20" fmla="*/ 2727 w 673"/>
                  <a:gd name="T21" fmla="*/ 654 h 680"/>
                  <a:gd name="T22" fmla="*/ 2772 w 673"/>
                  <a:gd name="T23" fmla="*/ 951 h 680"/>
                  <a:gd name="T24" fmla="*/ 3042 w 673"/>
                  <a:gd name="T25" fmla="*/ 2008 h 680"/>
                  <a:gd name="T26" fmla="*/ 1637 w 673"/>
                  <a:gd name="T27" fmla="*/ 1854 h 680"/>
                  <a:gd name="T28" fmla="*/ 1368 w 673"/>
                  <a:gd name="T29" fmla="*/ 3154 h 680"/>
                  <a:gd name="T30" fmla="*/ 313 w 673"/>
                  <a:gd name="T31" fmla="*/ 3042 h 68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73" h="680">
                    <a:moveTo>
                      <a:pt x="68" y="656"/>
                    </a:moveTo>
                    <a:cubicBezTo>
                      <a:pt x="68" y="656"/>
                      <a:pt x="0" y="460"/>
                      <a:pt x="88" y="336"/>
                    </a:cubicBezTo>
                    <a:cubicBezTo>
                      <a:pt x="176" y="212"/>
                      <a:pt x="192" y="140"/>
                      <a:pt x="156" y="84"/>
                    </a:cubicBezTo>
                    <a:cubicBezTo>
                      <a:pt x="156" y="84"/>
                      <a:pt x="224" y="28"/>
                      <a:pt x="268" y="48"/>
                    </a:cubicBezTo>
                    <a:cubicBezTo>
                      <a:pt x="268" y="48"/>
                      <a:pt x="287" y="124"/>
                      <a:pt x="344" y="124"/>
                    </a:cubicBezTo>
                    <a:cubicBezTo>
                      <a:pt x="372" y="124"/>
                      <a:pt x="392" y="0"/>
                      <a:pt x="428" y="0"/>
                    </a:cubicBezTo>
                    <a:cubicBezTo>
                      <a:pt x="428" y="0"/>
                      <a:pt x="472" y="4"/>
                      <a:pt x="484" y="40"/>
                    </a:cubicBezTo>
                    <a:cubicBezTo>
                      <a:pt x="484" y="40"/>
                      <a:pt x="448" y="120"/>
                      <a:pt x="476" y="128"/>
                    </a:cubicBezTo>
                    <a:cubicBezTo>
                      <a:pt x="504" y="136"/>
                      <a:pt x="540" y="48"/>
                      <a:pt x="540" y="48"/>
                    </a:cubicBezTo>
                    <a:cubicBezTo>
                      <a:pt x="540" y="48"/>
                      <a:pt x="584" y="36"/>
                      <a:pt x="612" y="92"/>
                    </a:cubicBezTo>
                    <a:cubicBezTo>
                      <a:pt x="612" y="92"/>
                      <a:pt x="609" y="120"/>
                      <a:pt x="590" y="141"/>
                    </a:cubicBezTo>
                    <a:cubicBezTo>
                      <a:pt x="571" y="162"/>
                      <a:pt x="575" y="181"/>
                      <a:pt x="600" y="205"/>
                    </a:cubicBezTo>
                    <a:cubicBezTo>
                      <a:pt x="625" y="229"/>
                      <a:pt x="673" y="282"/>
                      <a:pt x="658" y="433"/>
                    </a:cubicBezTo>
                    <a:cubicBezTo>
                      <a:pt x="658" y="433"/>
                      <a:pt x="468" y="312"/>
                      <a:pt x="354" y="400"/>
                    </a:cubicBezTo>
                    <a:cubicBezTo>
                      <a:pt x="240" y="488"/>
                      <a:pt x="296" y="680"/>
                      <a:pt x="296" y="680"/>
                    </a:cubicBezTo>
                    <a:cubicBezTo>
                      <a:pt x="296" y="680"/>
                      <a:pt x="180" y="562"/>
                      <a:pt x="68" y="656"/>
                    </a:cubicBezTo>
                    <a:close/>
                  </a:path>
                </a:pathLst>
              </a:custGeom>
              <a:solidFill>
                <a:srgbClr val="F15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4" name="Freeform 332">
                <a:extLst>
                  <a:ext uri="{FF2B5EF4-FFF2-40B4-BE49-F238E27FC236}">
                    <a16:creationId xmlns:a16="http://schemas.microsoft.com/office/drawing/2014/main" id="{644A1CFB-4E08-4FC6-839F-7224B35AA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187"/>
                <a:ext cx="896" cy="751"/>
              </a:xfrm>
              <a:custGeom>
                <a:avLst/>
                <a:gdLst>
                  <a:gd name="T0" fmla="*/ 2410 w 538"/>
                  <a:gd name="T1" fmla="*/ 466 h 451"/>
                  <a:gd name="T2" fmla="*/ 2022 w 538"/>
                  <a:gd name="T3" fmla="*/ 88 h 451"/>
                  <a:gd name="T4" fmla="*/ 1229 w 538"/>
                  <a:gd name="T5" fmla="*/ 213 h 451"/>
                  <a:gd name="T6" fmla="*/ 849 w 538"/>
                  <a:gd name="T7" fmla="*/ 749 h 451"/>
                  <a:gd name="T8" fmla="*/ 738 w 538"/>
                  <a:gd name="T9" fmla="*/ 1312 h 451"/>
                  <a:gd name="T10" fmla="*/ 172 w 538"/>
                  <a:gd name="T11" fmla="*/ 1783 h 451"/>
                  <a:gd name="T12" fmla="*/ 1146 w 538"/>
                  <a:gd name="T13" fmla="*/ 1938 h 451"/>
                  <a:gd name="T14" fmla="*/ 1501 w 538"/>
                  <a:gd name="T15" fmla="*/ 1354 h 451"/>
                  <a:gd name="T16" fmla="*/ 1854 w 538"/>
                  <a:gd name="T17" fmla="*/ 1001 h 451"/>
                  <a:gd name="T18" fmla="*/ 2172 w 538"/>
                  <a:gd name="T19" fmla="*/ 868 h 451"/>
                  <a:gd name="T20" fmla="*/ 2435 w 538"/>
                  <a:gd name="T21" fmla="*/ 659 h 451"/>
                  <a:gd name="T22" fmla="*/ 2425 w 538"/>
                  <a:gd name="T23" fmla="*/ 471 h 4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8" h="451">
                    <a:moveTo>
                      <a:pt x="522" y="101"/>
                    </a:moveTo>
                    <a:cubicBezTo>
                      <a:pt x="513" y="64"/>
                      <a:pt x="473" y="30"/>
                      <a:pt x="438" y="19"/>
                    </a:cubicBezTo>
                    <a:cubicBezTo>
                      <a:pt x="377" y="0"/>
                      <a:pt x="317" y="5"/>
                      <a:pt x="266" y="46"/>
                    </a:cubicBezTo>
                    <a:cubicBezTo>
                      <a:pt x="228" y="75"/>
                      <a:pt x="200" y="115"/>
                      <a:pt x="184" y="162"/>
                    </a:cubicBezTo>
                    <a:cubicBezTo>
                      <a:pt x="171" y="202"/>
                      <a:pt x="160" y="245"/>
                      <a:pt x="160" y="284"/>
                    </a:cubicBezTo>
                    <a:cubicBezTo>
                      <a:pt x="160" y="335"/>
                      <a:pt x="0" y="272"/>
                      <a:pt x="37" y="386"/>
                    </a:cubicBezTo>
                    <a:cubicBezTo>
                      <a:pt x="50" y="426"/>
                      <a:pt x="224" y="451"/>
                      <a:pt x="248" y="420"/>
                    </a:cubicBezTo>
                    <a:cubicBezTo>
                      <a:pt x="278" y="380"/>
                      <a:pt x="299" y="335"/>
                      <a:pt x="325" y="293"/>
                    </a:cubicBezTo>
                    <a:cubicBezTo>
                      <a:pt x="345" y="261"/>
                      <a:pt x="369" y="237"/>
                      <a:pt x="401" y="217"/>
                    </a:cubicBezTo>
                    <a:cubicBezTo>
                      <a:pt x="423" y="203"/>
                      <a:pt x="447" y="198"/>
                      <a:pt x="470" y="188"/>
                    </a:cubicBezTo>
                    <a:cubicBezTo>
                      <a:pt x="491" y="178"/>
                      <a:pt x="517" y="165"/>
                      <a:pt x="527" y="143"/>
                    </a:cubicBezTo>
                    <a:cubicBezTo>
                      <a:pt x="534" y="128"/>
                      <a:pt x="538" y="113"/>
                      <a:pt x="525" y="102"/>
                    </a:cubicBezTo>
                  </a:path>
                </a:pathLst>
              </a:custGeom>
              <a:solidFill>
                <a:srgbClr val="E12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5" name="Freeform 333">
                <a:extLst>
                  <a:ext uri="{FF2B5EF4-FFF2-40B4-BE49-F238E27FC236}">
                    <a16:creationId xmlns:a16="http://schemas.microsoft.com/office/drawing/2014/main" id="{6A59950C-5365-44EE-9A7A-C90DB8F03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3009"/>
                <a:ext cx="368" cy="542"/>
              </a:xfrm>
              <a:custGeom>
                <a:avLst/>
                <a:gdLst>
                  <a:gd name="T0" fmla="*/ 0 w 221"/>
                  <a:gd name="T1" fmla="*/ 0 h 325"/>
                  <a:gd name="T2" fmla="*/ 145 w 221"/>
                  <a:gd name="T3" fmla="*/ 1196 h 325"/>
                  <a:gd name="T4" fmla="*/ 1021 w 221"/>
                  <a:gd name="T5" fmla="*/ 1126 h 325"/>
                  <a:gd name="T6" fmla="*/ 1014 w 221"/>
                  <a:gd name="T7" fmla="*/ 487 h 325"/>
                  <a:gd name="T8" fmla="*/ 0 w 221"/>
                  <a:gd name="T9" fmla="*/ 0 h 3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325">
                    <a:moveTo>
                      <a:pt x="0" y="0"/>
                    </a:moveTo>
                    <a:cubicBezTo>
                      <a:pt x="0" y="0"/>
                      <a:pt x="37" y="181"/>
                      <a:pt x="31" y="258"/>
                    </a:cubicBezTo>
                    <a:cubicBezTo>
                      <a:pt x="31" y="258"/>
                      <a:pt x="151" y="325"/>
                      <a:pt x="221" y="243"/>
                    </a:cubicBezTo>
                    <a:cubicBezTo>
                      <a:pt x="221" y="243"/>
                      <a:pt x="211" y="181"/>
                      <a:pt x="220" y="105"/>
                    </a:cubicBezTo>
                    <a:cubicBezTo>
                      <a:pt x="220" y="105"/>
                      <a:pt x="66" y="4"/>
                      <a:pt x="0" y="0"/>
                    </a:cubicBezTo>
                    <a:close/>
                  </a:path>
                </a:pathLst>
              </a:custGeom>
              <a:solidFill>
                <a:srgbClr val="A4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6" name="Freeform 334">
                <a:extLst>
                  <a:ext uri="{FF2B5EF4-FFF2-40B4-BE49-F238E27FC236}">
                    <a16:creationId xmlns:a16="http://schemas.microsoft.com/office/drawing/2014/main" id="{0BAC35D0-1295-4822-9540-CA0C156CB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3007"/>
                <a:ext cx="370" cy="542"/>
              </a:xfrm>
              <a:custGeom>
                <a:avLst/>
                <a:gdLst>
                  <a:gd name="T0" fmla="*/ 0 w 222"/>
                  <a:gd name="T1" fmla="*/ 0 h 325"/>
                  <a:gd name="T2" fmla="*/ 145 w 222"/>
                  <a:gd name="T3" fmla="*/ 1196 h 325"/>
                  <a:gd name="T4" fmla="*/ 1028 w 222"/>
                  <a:gd name="T5" fmla="*/ 1132 h 325"/>
                  <a:gd name="T6" fmla="*/ 1022 w 222"/>
                  <a:gd name="T7" fmla="*/ 487 h 325"/>
                  <a:gd name="T8" fmla="*/ 0 w 222"/>
                  <a:gd name="T9" fmla="*/ 0 h 3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2" h="325">
                    <a:moveTo>
                      <a:pt x="0" y="0"/>
                    </a:moveTo>
                    <a:cubicBezTo>
                      <a:pt x="0" y="0"/>
                      <a:pt x="38" y="181"/>
                      <a:pt x="31" y="258"/>
                    </a:cubicBezTo>
                    <a:cubicBezTo>
                      <a:pt x="31" y="258"/>
                      <a:pt x="152" y="325"/>
                      <a:pt x="222" y="244"/>
                    </a:cubicBezTo>
                    <a:cubicBezTo>
                      <a:pt x="222" y="244"/>
                      <a:pt x="212" y="181"/>
                      <a:pt x="221" y="105"/>
                    </a:cubicBezTo>
                    <a:cubicBezTo>
                      <a:pt x="221" y="105"/>
                      <a:pt x="66" y="4"/>
                      <a:pt x="0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7" name="Freeform 335">
                <a:extLst>
                  <a:ext uri="{FF2B5EF4-FFF2-40B4-BE49-F238E27FC236}">
                    <a16:creationId xmlns:a16="http://schemas.microsoft.com/office/drawing/2014/main" id="{091F30E8-C280-456D-B05A-DB65E1B7D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1870"/>
                <a:ext cx="2152" cy="1749"/>
              </a:xfrm>
              <a:custGeom>
                <a:avLst/>
                <a:gdLst>
                  <a:gd name="T0" fmla="*/ 3984 w 1292"/>
                  <a:gd name="T1" fmla="*/ 439 h 1049"/>
                  <a:gd name="T2" fmla="*/ 5032 w 1292"/>
                  <a:gd name="T3" fmla="*/ 1987 h 1049"/>
                  <a:gd name="T4" fmla="*/ 5032 w 1292"/>
                  <a:gd name="T5" fmla="*/ 4390 h 1049"/>
                  <a:gd name="T6" fmla="*/ 3756 w 1292"/>
                  <a:gd name="T7" fmla="*/ 4703 h 1049"/>
                  <a:gd name="T8" fmla="*/ 526 w 1292"/>
                  <a:gd name="T9" fmla="*/ 3208 h 1049"/>
                  <a:gd name="T10" fmla="*/ 1804 w 1292"/>
                  <a:gd name="T11" fmla="*/ 472 h 1049"/>
                  <a:gd name="T12" fmla="*/ 3984 w 1292"/>
                  <a:gd name="T13" fmla="*/ 439 h 10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2" h="1049">
                    <a:moveTo>
                      <a:pt x="862" y="95"/>
                    </a:moveTo>
                    <a:cubicBezTo>
                      <a:pt x="862" y="95"/>
                      <a:pt x="1044" y="177"/>
                      <a:pt x="1089" y="429"/>
                    </a:cubicBezTo>
                    <a:cubicBezTo>
                      <a:pt x="1135" y="682"/>
                      <a:pt x="1292" y="820"/>
                      <a:pt x="1089" y="947"/>
                    </a:cubicBezTo>
                    <a:cubicBezTo>
                      <a:pt x="952" y="1034"/>
                      <a:pt x="950" y="1049"/>
                      <a:pt x="813" y="1015"/>
                    </a:cubicBezTo>
                    <a:cubicBezTo>
                      <a:pt x="701" y="987"/>
                      <a:pt x="227" y="933"/>
                      <a:pt x="114" y="692"/>
                    </a:cubicBezTo>
                    <a:cubicBezTo>
                      <a:pt x="0" y="451"/>
                      <a:pt x="195" y="195"/>
                      <a:pt x="390" y="102"/>
                    </a:cubicBezTo>
                    <a:cubicBezTo>
                      <a:pt x="604" y="0"/>
                      <a:pt x="862" y="95"/>
                      <a:pt x="862" y="95"/>
                    </a:cubicBezTo>
                    <a:close/>
                  </a:path>
                </a:pathLst>
              </a:custGeom>
              <a:solidFill>
                <a:srgbClr val="EDD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8" name="Freeform 336">
                <a:extLst>
                  <a:ext uri="{FF2B5EF4-FFF2-40B4-BE49-F238E27FC236}">
                    <a16:creationId xmlns:a16="http://schemas.microsoft.com/office/drawing/2014/main" id="{EAA53D18-D1DA-49B2-90FF-42A8C30CB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070"/>
                <a:ext cx="333" cy="549"/>
              </a:xfrm>
              <a:custGeom>
                <a:avLst/>
                <a:gdLst>
                  <a:gd name="T0" fmla="*/ 0 w 200"/>
                  <a:gd name="T1" fmla="*/ 0 h 329"/>
                  <a:gd name="T2" fmla="*/ 922 w 200"/>
                  <a:gd name="T3" fmla="*/ 1529 h 329"/>
                  <a:gd name="T4" fmla="*/ 0 w 200"/>
                  <a:gd name="T5" fmla="*/ 0 h 3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0" h="329">
                    <a:moveTo>
                      <a:pt x="0" y="0"/>
                    </a:moveTo>
                    <a:cubicBezTo>
                      <a:pt x="0" y="0"/>
                      <a:pt x="159" y="86"/>
                      <a:pt x="200" y="329"/>
                    </a:cubicBezTo>
                    <a:cubicBezTo>
                      <a:pt x="200" y="329"/>
                      <a:pt x="110" y="101"/>
                      <a:pt x="0" y="0"/>
                    </a:cubicBezTo>
                    <a:close/>
                  </a:path>
                </a:pathLst>
              </a:custGeom>
              <a:solidFill>
                <a:srgbClr val="F0E9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9" name="Freeform 337">
                <a:extLst>
                  <a:ext uri="{FF2B5EF4-FFF2-40B4-BE49-F238E27FC236}">
                    <a16:creationId xmlns:a16="http://schemas.microsoft.com/office/drawing/2014/main" id="{033C63B2-6008-4BC4-ACB2-2FD2036CB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127"/>
                <a:ext cx="226" cy="388"/>
              </a:xfrm>
              <a:custGeom>
                <a:avLst/>
                <a:gdLst>
                  <a:gd name="T0" fmla="*/ 0 w 136"/>
                  <a:gd name="T1" fmla="*/ 0 h 233"/>
                  <a:gd name="T2" fmla="*/ 625 w 136"/>
                  <a:gd name="T3" fmla="*/ 1076 h 233"/>
                  <a:gd name="T4" fmla="*/ 0 w 136"/>
                  <a:gd name="T5" fmla="*/ 0 h 2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233">
                    <a:moveTo>
                      <a:pt x="0" y="0"/>
                    </a:moveTo>
                    <a:cubicBezTo>
                      <a:pt x="0" y="0"/>
                      <a:pt x="99" y="87"/>
                      <a:pt x="136" y="233"/>
                    </a:cubicBezTo>
                    <a:cubicBezTo>
                      <a:pt x="136" y="233"/>
                      <a:pt x="86" y="9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0" name="Freeform 338">
                <a:extLst>
                  <a:ext uri="{FF2B5EF4-FFF2-40B4-BE49-F238E27FC236}">
                    <a16:creationId xmlns:a16="http://schemas.microsoft.com/office/drawing/2014/main" id="{DD001F94-CB87-4217-8BA6-1B16AE29E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977"/>
                <a:ext cx="680" cy="1425"/>
              </a:xfrm>
              <a:custGeom>
                <a:avLst/>
                <a:gdLst>
                  <a:gd name="T0" fmla="*/ 833 w 408"/>
                  <a:gd name="T1" fmla="*/ 412 h 855"/>
                  <a:gd name="T2" fmla="*/ 1472 w 408"/>
                  <a:gd name="T3" fmla="*/ 630 h 855"/>
                  <a:gd name="T4" fmla="*/ 1550 w 408"/>
                  <a:gd name="T5" fmla="*/ 755 h 855"/>
                  <a:gd name="T6" fmla="*/ 1522 w 408"/>
                  <a:gd name="T7" fmla="*/ 745 h 855"/>
                  <a:gd name="T8" fmla="*/ 825 w 408"/>
                  <a:gd name="T9" fmla="*/ 472 h 855"/>
                  <a:gd name="T10" fmla="*/ 338 w 408"/>
                  <a:gd name="T11" fmla="*/ 342 h 855"/>
                  <a:gd name="T12" fmla="*/ 695 w 408"/>
                  <a:gd name="T13" fmla="*/ 575 h 855"/>
                  <a:gd name="T14" fmla="*/ 1055 w 408"/>
                  <a:gd name="T15" fmla="*/ 1167 h 855"/>
                  <a:gd name="T16" fmla="*/ 1445 w 408"/>
                  <a:gd name="T17" fmla="*/ 1492 h 855"/>
                  <a:gd name="T18" fmla="*/ 1633 w 408"/>
                  <a:gd name="T19" fmla="*/ 1717 h 855"/>
                  <a:gd name="T20" fmla="*/ 1408 w 408"/>
                  <a:gd name="T21" fmla="*/ 1478 h 855"/>
                  <a:gd name="T22" fmla="*/ 1005 w 408"/>
                  <a:gd name="T23" fmla="*/ 1167 h 855"/>
                  <a:gd name="T24" fmla="*/ 825 w 408"/>
                  <a:gd name="T25" fmla="*/ 792 h 855"/>
                  <a:gd name="T26" fmla="*/ 778 w 408"/>
                  <a:gd name="T27" fmla="*/ 980 h 855"/>
                  <a:gd name="T28" fmla="*/ 787 w 408"/>
                  <a:gd name="T29" fmla="*/ 1445 h 855"/>
                  <a:gd name="T30" fmla="*/ 1062 w 408"/>
                  <a:gd name="T31" fmla="*/ 1978 h 855"/>
                  <a:gd name="T32" fmla="*/ 1370 w 408"/>
                  <a:gd name="T33" fmla="*/ 2213 h 855"/>
                  <a:gd name="T34" fmla="*/ 1728 w 408"/>
                  <a:gd name="T35" fmla="*/ 2425 h 855"/>
                  <a:gd name="T36" fmla="*/ 1880 w 408"/>
                  <a:gd name="T37" fmla="*/ 2453 h 855"/>
                  <a:gd name="T38" fmla="*/ 1703 w 408"/>
                  <a:gd name="T39" fmla="*/ 2453 h 855"/>
                  <a:gd name="T40" fmla="*/ 1375 w 408"/>
                  <a:gd name="T41" fmla="*/ 2255 h 855"/>
                  <a:gd name="T42" fmla="*/ 1133 w 408"/>
                  <a:gd name="T43" fmla="*/ 2175 h 855"/>
                  <a:gd name="T44" fmla="*/ 1195 w 408"/>
                  <a:gd name="T45" fmla="*/ 2555 h 855"/>
                  <a:gd name="T46" fmla="*/ 1338 w 408"/>
                  <a:gd name="T47" fmla="*/ 2888 h 855"/>
                  <a:gd name="T48" fmla="*/ 1770 w 408"/>
                  <a:gd name="T49" fmla="*/ 3550 h 855"/>
                  <a:gd name="T50" fmla="*/ 1888 w 408"/>
                  <a:gd name="T51" fmla="*/ 3958 h 855"/>
                  <a:gd name="T52" fmla="*/ 1722 w 408"/>
                  <a:gd name="T53" fmla="*/ 3528 h 855"/>
                  <a:gd name="T54" fmla="*/ 1297 w 408"/>
                  <a:gd name="T55" fmla="*/ 2888 h 855"/>
                  <a:gd name="T56" fmla="*/ 1208 w 408"/>
                  <a:gd name="T57" fmla="*/ 2638 h 855"/>
                  <a:gd name="T58" fmla="*/ 1180 w 408"/>
                  <a:gd name="T59" fmla="*/ 2813 h 855"/>
                  <a:gd name="T60" fmla="*/ 980 w 408"/>
                  <a:gd name="T61" fmla="*/ 3075 h 855"/>
                  <a:gd name="T62" fmla="*/ 787 w 408"/>
                  <a:gd name="T63" fmla="*/ 3425 h 855"/>
                  <a:gd name="T64" fmla="*/ 333 w 408"/>
                  <a:gd name="T65" fmla="*/ 3592 h 855"/>
                  <a:gd name="T66" fmla="*/ 578 w 408"/>
                  <a:gd name="T67" fmla="*/ 3453 h 855"/>
                  <a:gd name="T68" fmla="*/ 912 w 408"/>
                  <a:gd name="T69" fmla="*/ 3130 h 855"/>
                  <a:gd name="T70" fmla="*/ 1120 w 408"/>
                  <a:gd name="T71" fmla="*/ 2813 h 855"/>
                  <a:gd name="T72" fmla="*/ 1103 w 408"/>
                  <a:gd name="T73" fmla="*/ 2537 h 855"/>
                  <a:gd name="T74" fmla="*/ 1047 w 408"/>
                  <a:gd name="T75" fmla="*/ 2195 h 855"/>
                  <a:gd name="T76" fmla="*/ 930 w 408"/>
                  <a:gd name="T77" fmla="*/ 1937 h 855"/>
                  <a:gd name="T78" fmla="*/ 742 w 408"/>
                  <a:gd name="T79" fmla="*/ 1425 h 855"/>
                  <a:gd name="T80" fmla="*/ 505 w 408"/>
                  <a:gd name="T81" fmla="*/ 1813 h 855"/>
                  <a:gd name="T82" fmla="*/ 370 w 408"/>
                  <a:gd name="T83" fmla="*/ 2270 h 855"/>
                  <a:gd name="T84" fmla="*/ 467 w 408"/>
                  <a:gd name="T85" fmla="*/ 1853 h 855"/>
                  <a:gd name="T86" fmla="*/ 728 w 408"/>
                  <a:gd name="T87" fmla="*/ 1312 h 855"/>
                  <a:gd name="T88" fmla="*/ 695 w 408"/>
                  <a:gd name="T89" fmla="*/ 1020 h 855"/>
                  <a:gd name="T90" fmla="*/ 722 w 408"/>
                  <a:gd name="T91" fmla="*/ 662 h 855"/>
                  <a:gd name="T92" fmla="*/ 0 w 408"/>
                  <a:gd name="T93" fmla="*/ 0 h 855"/>
                  <a:gd name="T94" fmla="*/ 158 w 408"/>
                  <a:gd name="T95" fmla="*/ 88 h 855"/>
                  <a:gd name="T96" fmla="*/ 255 w 408"/>
                  <a:gd name="T97" fmla="*/ 242 h 855"/>
                  <a:gd name="T98" fmla="*/ 833 w 408"/>
                  <a:gd name="T99" fmla="*/ 412 h 85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08" h="855">
                    <a:moveTo>
                      <a:pt x="180" y="89"/>
                    </a:moveTo>
                    <a:cubicBezTo>
                      <a:pt x="250" y="97"/>
                      <a:pt x="304" y="126"/>
                      <a:pt x="318" y="136"/>
                    </a:cubicBezTo>
                    <a:cubicBezTo>
                      <a:pt x="338" y="150"/>
                      <a:pt x="335" y="163"/>
                      <a:pt x="335" y="163"/>
                    </a:cubicBezTo>
                    <a:cubicBezTo>
                      <a:pt x="329" y="161"/>
                      <a:pt x="329" y="161"/>
                      <a:pt x="329" y="161"/>
                    </a:cubicBezTo>
                    <a:cubicBezTo>
                      <a:pt x="294" y="120"/>
                      <a:pt x="236" y="108"/>
                      <a:pt x="178" y="102"/>
                    </a:cubicBezTo>
                    <a:cubicBezTo>
                      <a:pt x="119" y="96"/>
                      <a:pt x="73" y="74"/>
                      <a:pt x="73" y="74"/>
                    </a:cubicBezTo>
                    <a:cubicBezTo>
                      <a:pt x="91" y="91"/>
                      <a:pt x="112" y="104"/>
                      <a:pt x="150" y="124"/>
                    </a:cubicBezTo>
                    <a:cubicBezTo>
                      <a:pt x="195" y="147"/>
                      <a:pt x="210" y="203"/>
                      <a:pt x="228" y="252"/>
                    </a:cubicBezTo>
                    <a:cubicBezTo>
                      <a:pt x="245" y="302"/>
                      <a:pt x="293" y="264"/>
                      <a:pt x="312" y="322"/>
                    </a:cubicBezTo>
                    <a:cubicBezTo>
                      <a:pt x="330" y="379"/>
                      <a:pt x="332" y="372"/>
                      <a:pt x="353" y="371"/>
                    </a:cubicBezTo>
                    <a:cubicBezTo>
                      <a:pt x="353" y="371"/>
                      <a:pt x="323" y="409"/>
                      <a:pt x="304" y="319"/>
                    </a:cubicBezTo>
                    <a:cubicBezTo>
                      <a:pt x="296" y="281"/>
                      <a:pt x="235" y="307"/>
                      <a:pt x="217" y="252"/>
                    </a:cubicBezTo>
                    <a:cubicBezTo>
                      <a:pt x="195" y="184"/>
                      <a:pt x="194" y="190"/>
                      <a:pt x="178" y="171"/>
                    </a:cubicBezTo>
                    <a:cubicBezTo>
                      <a:pt x="178" y="171"/>
                      <a:pt x="177" y="200"/>
                      <a:pt x="168" y="212"/>
                    </a:cubicBezTo>
                    <a:cubicBezTo>
                      <a:pt x="150" y="237"/>
                      <a:pt x="178" y="280"/>
                      <a:pt x="170" y="312"/>
                    </a:cubicBezTo>
                    <a:cubicBezTo>
                      <a:pt x="162" y="344"/>
                      <a:pt x="200" y="407"/>
                      <a:pt x="229" y="427"/>
                    </a:cubicBezTo>
                    <a:cubicBezTo>
                      <a:pt x="258" y="447"/>
                      <a:pt x="245" y="474"/>
                      <a:pt x="296" y="478"/>
                    </a:cubicBezTo>
                    <a:cubicBezTo>
                      <a:pt x="346" y="482"/>
                      <a:pt x="352" y="500"/>
                      <a:pt x="373" y="524"/>
                    </a:cubicBezTo>
                    <a:cubicBezTo>
                      <a:pt x="394" y="548"/>
                      <a:pt x="406" y="530"/>
                      <a:pt x="406" y="530"/>
                    </a:cubicBezTo>
                    <a:cubicBezTo>
                      <a:pt x="406" y="530"/>
                      <a:pt x="394" y="552"/>
                      <a:pt x="368" y="530"/>
                    </a:cubicBezTo>
                    <a:cubicBezTo>
                      <a:pt x="341" y="507"/>
                      <a:pt x="342" y="487"/>
                      <a:pt x="297" y="487"/>
                    </a:cubicBezTo>
                    <a:cubicBezTo>
                      <a:pt x="252" y="487"/>
                      <a:pt x="245" y="470"/>
                      <a:pt x="245" y="470"/>
                    </a:cubicBezTo>
                    <a:cubicBezTo>
                      <a:pt x="245" y="470"/>
                      <a:pt x="214" y="519"/>
                      <a:pt x="258" y="552"/>
                    </a:cubicBezTo>
                    <a:cubicBezTo>
                      <a:pt x="302" y="586"/>
                      <a:pt x="276" y="589"/>
                      <a:pt x="289" y="624"/>
                    </a:cubicBezTo>
                    <a:cubicBezTo>
                      <a:pt x="317" y="698"/>
                      <a:pt x="377" y="714"/>
                      <a:pt x="382" y="767"/>
                    </a:cubicBezTo>
                    <a:cubicBezTo>
                      <a:pt x="388" y="820"/>
                      <a:pt x="388" y="844"/>
                      <a:pt x="408" y="855"/>
                    </a:cubicBezTo>
                    <a:cubicBezTo>
                      <a:pt x="408" y="855"/>
                      <a:pt x="378" y="848"/>
                      <a:pt x="372" y="762"/>
                    </a:cubicBezTo>
                    <a:cubicBezTo>
                      <a:pt x="369" y="723"/>
                      <a:pt x="301" y="689"/>
                      <a:pt x="280" y="624"/>
                    </a:cubicBezTo>
                    <a:cubicBezTo>
                      <a:pt x="272" y="600"/>
                      <a:pt x="284" y="576"/>
                      <a:pt x="261" y="570"/>
                    </a:cubicBezTo>
                    <a:cubicBezTo>
                      <a:pt x="261" y="570"/>
                      <a:pt x="253" y="588"/>
                      <a:pt x="255" y="608"/>
                    </a:cubicBezTo>
                    <a:cubicBezTo>
                      <a:pt x="255" y="617"/>
                      <a:pt x="245" y="644"/>
                      <a:pt x="212" y="664"/>
                    </a:cubicBezTo>
                    <a:cubicBezTo>
                      <a:pt x="196" y="674"/>
                      <a:pt x="220" y="715"/>
                      <a:pt x="170" y="740"/>
                    </a:cubicBezTo>
                    <a:cubicBezTo>
                      <a:pt x="122" y="764"/>
                      <a:pt x="89" y="746"/>
                      <a:pt x="72" y="776"/>
                    </a:cubicBezTo>
                    <a:cubicBezTo>
                      <a:pt x="72" y="776"/>
                      <a:pt x="80" y="751"/>
                      <a:pt x="125" y="746"/>
                    </a:cubicBezTo>
                    <a:cubicBezTo>
                      <a:pt x="170" y="740"/>
                      <a:pt x="195" y="725"/>
                      <a:pt x="197" y="676"/>
                    </a:cubicBezTo>
                    <a:cubicBezTo>
                      <a:pt x="198" y="646"/>
                      <a:pt x="238" y="653"/>
                      <a:pt x="242" y="608"/>
                    </a:cubicBezTo>
                    <a:cubicBezTo>
                      <a:pt x="244" y="594"/>
                      <a:pt x="258" y="570"/>
                      <a:pt x="238" y="548"/>
                    </a:cubicBezTo>
                    <a:cubicBezTo>
                      <a:pt x="218" y="527"/>
                      <a:pt x="221" y="502"/>
                      <a:pt x="226" y="474"/>
                    </a:cubicBezTo>
                    <a:cubicBezTo>
                      <a:pt x="232" y="446"/>
                      <a:pt x="221" y="435"/>
                      <a:pt x="201" y="418"/>
                    </a:cubicBezTo>
                    <a:cubicBezTo>
                      <a:pt x="181" y="400"/>
                      <a:pt x="152" y="352"/>
                      <a:pt x="160" y="308"/>
                    </a:cubicBezTo>
                    <a:cubicBezTo>
                      <a:pt x="160" y="308"/>
                      <a:pt x="106" y="348"/>
                      <a:pt x="109" y="392"/>
                    </a:cubicBezTo>
                    <a:cubicBezTo>
                      <a:pt x="112" y="436"/>
                      <a:pt x="104" y="487"/>
                      <a:pt x="80" y="490"/>
                    </a:cubicBezTo>
                    <a:cubicBezTo>
                      <a:pt x="80" y="490"/>
                      <a:pt x="101" y="480"/>
                      <a:pt x="101" y="400"/>
                    </a:cubicBezTo>
                    <a:cubicBezTo>
                      <a:pt x="101" y="320"/>
                      <a:pt x="151" y="319"/>
                      <a:pt x="157" y="283"/>
                    </a:cubicBezTo>
                    <a:cubicBezTo>
                      <a:pt x="160" y="261"/>
                      <a:pt x="141" y="244"/>
                      <a:pt x="150" y="220"/>
                    </a:cubicBezTo>
                    <a:cubicBezTo>
                      <a:pt x="159" y="196"/>
                      <a:pt x="181" y="166"/>
                      <a:pt x="156" y="143"/>
                    </a:cubicBezTo>
                    <a:cubicBezTo>
                      <a:pt x="130" y="120"/>
                      <a:pt x="53" y="107"/>
                      <a:pt x="0" y="0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9"/>
                      <a:pt x="38" y="32"/>
                      <a:pt x="55" y="52"/>
                    </a:cubicBezTo>
                    <a:cubicBezTo>
                      <a:pt x="55" y="52"/>
                      <a:pt x="100" y="81"/>
                      <a:pt x="180" y="89"/>
                    </a:cubicBezTo>
                    <a:close/>
                  </a:path>
                </a:pathLst>
              </a:custGeom>
              <a:solidFill>
                <a:srgbClr val="D38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1" name="Freeform 339">
                <a:extLst>
                  <a:ext uri="{FF2B5EF4-FFF2-40B4-BE49-F238E27FC236}">
                    <a16:creationId xmlns:a16="http://schemas.microsoft.com/office/drawing/2014/main" id="{3CEF4077-EE41-46C3-A78A-2EF9E5983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160"/>
                <a:ext cx="1026" cy="1154"/>
              </a:xfrm>
              <a:custGeom>
                <a:avLst/>
                <a:gdLst>
                  <a:gd name="T0" fmla="*/ 2660 w 616"/>
                  <a:gd name="T1" fmla="*/ 2565 h 692"/>
                  <a:gd name="T2" fmla="*/ 2318 w 616"/>
                  <a:gd name="T3" fmla="*/ 2940 h 692"/>
                  <a:gd name="T4" fmla="*/ 1534 w 616"/>
                  <a:gd name="T5" fmla="*/ 3015 h 692"/>
                  <a:gd name="T6" fmla="*/ 951 w 616"/>
                  <a:gd name="T7" fmla="*/ 2695 h 692"/>
                  <a:gd name="T8" fmla="*/ 500 w 616"/>
                  <a:gd name="T9" fmla="*/ 2590 h 692"/>
                  <a:gd name="T10" fmla="*/ 380 w 616"/>
                  <a:gd name="T11" fmla="*/ 2495 h 692"/>
                  <a:gd name="T12" fmla="*/ 291 w 616"/>
                  <a:gd name="T13" fmla="*/ 2111 h 692"/>
                  <a:gd name="T14" fmla="*/ 222 w 616"/>
                  <a:gd name="T15" fmla="*/ 1583 h 692"/>
                  <a:gd name="T16" fmla="*/ 286 w 616"/>
                  <a:gd name="T17" fmla="*/ 1521 h 692"/>
                  <a:gd name="T18" fmla="*/ 518 w 616"/>
                  <a:gd name="T19" fmla="*/ 1661 h 692"/>
                  <a:gd name="T20" fmla="*/ 883 w 616"/>
                  <a:gd name="T21" fmla="*/ 1929 h 692"/>
                  <a:gd name="T22" fmla="*/ 1372 w 616"/>
                  <a:gd name="T23" fmla="*/ 1903 h 692"/>
                  <a:gd name="T24" fmla="*/ 1501 w 616"/>
                  <a:gd name="T25" fmla="*/ 2263 h 692"/>
                  <a:gd name="T26" fmla="*/ 1679 w 616"/>
                  <a:gd name="T27" fmla="*/ 2425 h 692"/>
                  <a:gd name="T28" fmla="*/ 1539 w 616"/>
                  <a:gd name="T29" fmla="*/ 2253 h 692"/>
                  <a:gd name="T30" fmla="*/ 1484 w 616"/>
                  <a:gd name="T31" fmla="*/ 1966 h 692"/>
                  <a:gd name="T32" fmla="*/ 1904 w 616"/>
                  <a:gd name="T33" fmla="*/ 2138 h 692"/>
                  <a:gd name="T34" fmla="*/ 1459 w 616"/>
                  <a:gd name="T35" fmla="*/ 1896 h 692"/>
                  <a:gd name="T36" fmla="*/ 1113 w 616"/>
                  <a:gd name="T37" fmla="*/ 1861 h 692"/>
                  <a:gd name="T38" fmla="*/ 730 w 616"/>
                  <a:gd name="T39" fmla="*/ 1744 h 692"/>
                  <a:gd name="T40" fmla="*/ 430 w 616"/>
                  <a:gd name="T41" fmla="*/ 1578 h 692"/>
                  <a:gd name="T42" fmla="*/ 338 w 616"/>
                  <a:gd name="T43" fmla="*/ 1417 h 692"/>
                  <a:gd name="T44" fmla="*/ 383 w 616"/>
                  <a:gd name="T45" fmla="*/ 1242 h 692"/>
                  <a:gd name="T46" fmla="*/ 660 w 616"/>
                  <a:gd name="T47" fmla="*/ 887 h 692"/>
                  <a:gd name="T48" fmla="*/ 660 w 616"/>
                  <a:gd name="T49" fmla="*/ 882 h 692"/>
                  <a:gd name="T50" fmla="*/ 701 w 616"/>
                  <a:gd name="T51" fmla="*/ 901 h 692"/>
                  <a:gd name="T52" fmla="*/ 1174 w 616"/>
                  <a:gd name="T53" fmla="*/ 832 h 692"/>
                  <a:gd name="T54" fmla="*/ 1471 w 616"/>
                  <a:gd name="T55" fmla="*/ 909 h 692"/>
                  <a:gd name="T56" fmla="*/ 1617 w 616"/>
                  <a:gd name="T57" fmla="*/ 1071 h 692"/>
                  <a:gd name="T58" fmla="*/ 1562 w 616"/>
                  <a:gd name="T59" fmla="*/ 896 h 692"/>
                  <a:gd name="T60" fmla="*/ 1722 w 616"/>
                  <a:gd name="T61" fmla="*/ 825 h 692"/>
                  <a:gd name="T62" fmla="*/ 2047 w 616"/>
                  <a:gd name="T63" fmla="*/ 729 h 692"/>
                  <a:gd name="T64" fmla="*/ 1401 w 616"/>
                  <a:gd name="T65" fmla="*/ 849 h 692"/>
                  <a:gd name="T66" fmla="*/ 859 w 616"/>
                  <a:gd name="T67" fmla="*/ 891 h 692"/>
                  <a:gd name="T68" fmla="*/ 638 w 616"/>
                  <a:gd name="T69" fmla="*/ 750 h 692"/>
                  <a:gd name="T70" fmla="*/ 808 w 616"/>
                  <a:gd name="T71" fmla="*/ 542 h 692"/>
                  <a:gd name="T72" fmla="*/ 1063 w 616"/>
                  <a:gd name="T73" fmla="*/ 0 h 692"/>
                  <a:gd name="T74" fmla="*/ 971 w 616"/>
                  <a:gd name="T75" fmla="*/ 78 h 692"/>
                  <a:gd name="T76" fmla="*/ 651 w 616"/>
                  <a:gd name="T77" fmla="*/ 590 h 692"/>
                  <a:gd name="T78" fmla="*/ 463 w 616"/>
                  <a:gd name="T79" fmla="*/ 562 h 692"/>
                  <a:gd name="T80" fmla="*/ 443 w 616"/>
                  <a:gd name="T81" fmla="*/ 687 h 692"/>
                  <a:gd name="T82" fmla="*/ 560 w 616"/>
                  <a:gd name="T83" fmla="*/ 946 h 692"/>
                  <a:gd name="T84" fmla="*/ 291 w 616"/>
                  <a:gd name="T85" fmla="*/ 1304 h 692"/>
                  <a:gd name="T86" fmla="*/ 138 w 616"/>
                  <a:gd name="T87" fmla="*/ 1549 h 692"/>
                  <a:gd name="T88" fmla="*/ 222 w 616"/>
                  <a:gd name="T89" fmla="*/ 2071 h 692"/>
                  <a:gd name="T90" fmla="*/ 346 w 616"/>
                  <a:gd name="T91" fmla="*/ 2598 h 692"/>
                  <a:gd name="T92" fmla="*/ 625 w 616"/>
                  <a:gd name="T93" fmla="*/ 2958 h 692"/>
                  <a:gd name="T94" fmla="*/ 416 w 616"/>
                  <a:gd name="T95" fmla="*/ 2617 h 692"/>
                  <a:gd name="T96" fmla="*/ 416 w 616"/>
                  <a:gd name="T97" fmla="*/ 2617 h 692"/>
                  <a:gd name="T98" fmla="*/ 471 w 616"/>
                  <a:gd name="T99" fmla="*/ 2633 h 692"/>
                  <a:gd name="T100" fmla="*/ 916 w 616"/>
                  <a:gd name="T101" fmla="*/ 2737 h 692"/>
                  <a:gd name="T102" fmla="*/ 1506 w 616"/>
                  <a:gd name="T103" fmla="*/ 3057 h 692"/>
                  <a:gd name="T104" fmla="*/ 2313 w 616"/>
                  <a:gd name="T105" fmla="*/ 3000 h 692"/>
                  <a:gd name="T106" fmla="*/ 2685 w 616"/>
                  <a:gd name="T107" fmla="*/ 2591 h 692"/>
                  <a:gd name="T108" fmla="*/ 2846 w 616"/>
                  <a:gd name="T109" fmla="*/ 2383 h 692"/>
                  <a:gd name="T110" fmla="*/ 2660 w 616"/>
                  <a:gd name="T111" fmla="*/ 2565 h 69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16" h="692">
                    <a:moveTo>
                      <a:pt x="576" y="553"/>
                    </a:moveTo>
                    <a:cubicBezTo>
                      <a:pt x="546" y="563"/>
                      <a:pt x="539" y="592"/>
                      <a:pt x="502" y="634"/>
                    </a:cubicBezTo>
                    <a:cubicBezTo>
                      <a:pt x="465" y="676"/>
                      <a:pt x="382" y="682"/>
                      <a:pt x="332" y="650"/>
                    </a:cubicBezTo>
                    <a:cubicBezTo>
                      <a:pt x="282" y="618"/>
                      <a:pt x="303" y="560"/>
                      <a:pt x="206" y="581"/>
                    </a:cubicBezTo>
                    <a:cubicBezTo>
                      <a:pt x="164" y="589"/>
                      <a:pt x="132" y="576"/>
                      <a:pt x="108" y="558"/>
                    </a:cubicBezTo>
                    <a:cubicBezTo>
                      <a:pt x="82" y="538"/>
                      <a:pt x="82" y="538"/>
                      <a:pt x="82" y="538"/>
                    </a:cubicBezTo>
                    <a:cubicBezTo>
                      <a:pt x="71" y="518"/>
                      <a:pt x="54" y="496"/>
                      <a:pt x="63" y="455"/>
                    </a:cubicBezTo>
                    <a:cubicBezTo>
                      <a:pt x="76" y="395"/>
                      <a:pt x="25" y="360"/>
                      <a:pt x="48" y="341"/>
                    </a:cubicBezTo>
                    <a:cubicBezTo>
                      <a:pt x="55" y="336"/>
                      <a:pt x="60" y="331"/>
                      <a:pt x="62" y="328"/>
                    </a:cubicBezTo>
                    <a:cubicBezTo>
                      <a:pt x="72" y="329"/>
                      <a:pt x="71" y="353"/>
                      <a:pt x="112" y="358"/>
                    </a:cubicBezTo>
                    <a:cubicBezTo>
                      <a:pt x="156" y="364"/>
                      <a:pt x="149" y="405"/>
                      <a:pt x="191" y="416"/>
                    </a:cubicBezTo>
                    <a:cubicBezTo>
                      <a:pt x="233" y="427"/>
                      <a:pt x="255" y="379"/>
                      <a:pt x="297" y="410"/>
                    </a:cubicBezTo>
                    <a:cubicBezTo>
                      <a:pt x="321" y="428"/>
                      <a:pt x="313" y="444"/>
                      <a:pt x="325" y="488"/>
                    </a:cubicBezTo>
                    <a:cubicBezTo>
                      <a:pt x="337" y="532"/>
                      <a:pt x="363" y="523"/>
                      <a:pt x="363" y="523"/>
                    </a:cubicBezTo>
                    <a:cubicBezTo>
                      <a:pt x="345" y="521"/>
                      <a:pt x="334" y="503"/>
                      <a:pt x="333" y="486"/>
                    </a:cubicBezTo>
                    <a:cubicBezTo>
                      <a:pt x="332" y="469"/>
                      <a:pt x="321" y="424"/>
                      <a:pt x="321" y="424"/>
                    </a:cubicBezTo>
                    <a:cubicBezTo>
                      <a:pt x="359" y="477"/>
                      <a:pt x="412" y="461"/>
                      <a:pt x="412" y="461"/>
                    </a:cubicBezTo>
                    <a:cubicBezTo>
                      <a:pt x="349" y="465"/>
                      <a:pt x="336" y="425"/>
                      <a:pt x="316" y="409"/>
                    </a:cubicBezTo>
                    <a:cubicBezTo>
                      <a:pt x="296" y="393"/>
                      <a:pt x="291" y="380"/>
                      <a:pt x="241" y="401"/>
                    </a:cubicBezTo>
                    <a:cubicBezTo>
                      <a:pt x="191" y="422"/>
                      <a:pt x="183" y="404"/>
                      <a:pt x="158" y="376"/>
                    </a:cubicBezTo>
                    <a:cubicBezTo>
                      <a:pt x="133" y="348"/>
                      <a:pt x="116" y="355"/>
                      <a:pt x="93" y="340"/>
                    </a:cubicBezTo>
                    <a:cubicBezTo>
                      <a:pt x="77" y="329"/>
                      <a:pt x="73" y="314"/>
                      <a:pt x="73" y="306"/>
                    </a:cubicBezTo>
                    <a:cubicBezTo>
                      <a:pt x="73" y="298"/>
                      <a:pt x="74" y="287"/>
                      <a:pt x="83" y="268"/>
                    </a:cubicBezTo>
                    <a:cubicBezTo>
                      <a:pt x="104" y="225"/>
                      <a:pt x="135" y="234"/>
                      <a:pt x="143" y="191"/>
                    </a:cubicBezTo>
                    <a:cubicBezTo>
                      <a:pt x="143" y="191"/>
                      <a:pt x="143" y="191"/>
                      <a:pt x="143" y="190"/>
                    </a:cubicBezTo>
                    <a:cubicBezTo>
                      <a:pt x="145" y="188"/>
                      <a:pt x="146" y="188"/>
                      <a:pt x="152" y="194"/>
                    </a:cubicBezTo>
                    <a:cubicBezTo>
                      <a:pt x="172" y="217"/>
                      <a:pt x="230" y="185"/>
                      <a:pt x="254" y="179"/>
                    </a:cubicBezTo>
                    <a:cubicBezTo>
                      <a:pt x="278" y="172"/>
                      <a:pt x="285" y="187"/>
                      <a:pt x="318" y="196"/>
                    </a:cubicBezTo>
                    <a:cubicBezTo>
                      <a:pt x="342" y="203"/>
                      <a:pt x="350" y="231"/>
                      <a:pt x="350" y="231"/>
                    </a:cubicBezTo>
                    <a:cubicBezTo>
                      <a:pt x="359" y="208"/>
                      <a:pt x="338" y="193"/>
                      <a:pt x="338" y="193"/>
                    </a:cubicBezTo>
                    <a:cubicBezTo>
                      <a:pt x="338" y="193"/>
                      <a:pt x="361" y="186"/>
                      <a:pt x="373" y="178"/>
                    </a:cubicBezTo>
                    <a:cubicBezTo>
                      <a:pt x="419" y="147"/>
                      <a:pt x="443" y="157"/>
                      <a:pt x="443" y="157"/>
                    </a:cubicBezTo>
                    <a:cubicBezTo>
                      <a:pt x="399" y="133"/>
                      <a:pt x="348" y="208"/>
                      <a:pt x="303" y="183"/>
                    </a:cubicBezTo>
                    <a:cubicBezTo>
                      <a:pt x="258" y="157"/>
                      <a:pt x="230" y="187"/>
                      <a:pt x="186" y="192"/>
                    </a:cubicBezTo>
                    <a:cubicBezTo>
                      <a:pt x="158" y="195"/>
                      <a:pt x="142" y="175"/>
                      <a:pt x="138" y="162"/>
                    </a:cubicBezTo>
                    <a:cubicBezTo>
                      <a:pt x="138" y="149"/>
                      <a:pt x="148" y="136"/>
                      <a:pt x="175" y="117"/>
                    </a:cubicBezTo>
                    <a:cubicBezTo>
                      <a:pt x="221" y="86"/>
                      <a:pt x="230" y="0"/>
                      <a:pt x="230" y="0"/>
                    </a:cubicBezTo>
                    <a:cubicBezTo>
                      <a:pt x="210" y="17"/>
                      <a:pt x="210" y="17"/>
                      <a:pt x="210" y="17"/>
                    </a:cubicBezTo>
                    <a:cubicBezTo>
                      <a:pt x="219" y="75"/>
                      <a:pt x="162" y="108"/>
                      <a:pt x="141" y="127"/>
                    </a:cubicBezTo>
                    <a:cubicBezTo>
                      <a:pt x="120" y="147"/>
                      <a:pt x="100" y="121"/>
                      <a:pt x="100" y="121"/>
                    </a:cubicBezTo>
                    <a:cubicBezTo>
                      <a:pt x="96" y="148"/>
                      <a:pt x="96" y="148"/>
                      <a:pt x="96" y="148"/>
                    </a:cubicBezTo>
                    <a:cubicBezTo>
                      <a:pt x="119" y="161"/>
                      <a:pt x="138" y="179"/>
                      <a:pt x="121" y="204"/>
                    </a:cubicBezTo>
                    <a:cubicBezTo>
                      <a:pt x="102" y="231"/>
                      <a:pt x="66" y="252"/>
                      <a:pt x="63" y="281"/>
                    </a:cubicBezTo>
                    <a:cubicBezTo>
                      <a:pt x="59" y="324"/>
                      <a:pt x="43" y="317"/>
                      <a:pt x="30" y="334"/>
                    </a:cubicBezTo>
                    <a:cubicBezTo>
                      <a:pt x="0" y="371"/>
                      <a:pt x="60" y="374"/>
                      <a:pt x="48" y="447"/>
                    </a:cubicBezTo>
                    <a:cubicBezTo>
                      <a:pt x="36" y="521"/>
                      <a:pt x="63" y="513"/>
                      <a:pt x="75" y="560"/>
                    </a:cubicBezTo>
                    <a:cubicBezTo>
                      <a:pt x="94" y="635"/>
                      <a:pt x="135" y="638"/>
                      <a:pt x="135" y="638"/>
                    </a:cubicBezTo>
                    <a:cubicBezTo>
                      <a:pt x="118" y="635"/>
                      <a:pt x="87" y="593"/>
                      <a:pt x="90" y="564"/>
                    </a:cubicBezTo>
                    <a:cubicBezTo>
                      <a:pt x="90" y="564"/>
                      <a:pt x="90" y="564"/>
                      <a:pt x="90" y="564"/>
                    </a:cubicBezTo>
                    <a:cubicBezTo>
                      <a:pt x="90" y="557"/>
                      <a:pt x="102" y="568"/>
                      <a:pt x="102" y="568"/>
                    </a:cubicBezTo>
                    <a:cubicBezTo>
                      <a:pt x="123" y="584"/>
                      <a:pt x="158" y="598"/>
                      <a:pt x="198" y="590"/>
                    </a:cubicBezTo>
                    <a:cubicBezTo>
                      <a:pt x="292" y="570"/>
                      <a:pt x="275" y="626"/>
                      <a:pt x="326" y="659"/>
                    </a:cubicBezTo>
                    <a:cubicBezTo>
                      <a:pt x="377" y="692"/>
                      <a:pt x="464" y="689"/>
                      <a:pt x="501" y="647"/>
                    </a:cubicBezTo>
                    <a:cubicBezTo>
                      <a:pt x="539" y="604"/>
                      <a:pt x="550" y="570"/>
                      <a:pt x="581" y="559"/>
                    </a:cubicBezTo>
                    <a:cubicBezTo>
                      <a:pt x="610" y="549"/>
                      <a:pt x="597" y="518"/>
                      <a:pt x="616" y="514"/>
                    </a:cubicBezTo>
                    <a:cubicBezTo>
                      <a:pt x="597" y="518"/>
                      <a:pt x="605" y="542"/>
                      <a:pt x="576" y="553"/>
                    </a:cubicBezTo>
                    <a:close/>
                  </a:path>
                </a:pathLst>
              </a:custGeom>
              <a:solidFill>
                <a:srgbClr val="D38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2" name="Freeform 340">
                <a:extLst>
                  <a:ext uri="{FF2B5EF4-FFF2-40B4-BE49-F238E27FC236}">
                    <a16:creationId xmlns:a16="http://schemas.microsoft.com/office/drawing/2014/main" id="{05372E69-94C9-48D2-B177-E30BF10FB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3017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15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3" name="Freeform 341">
                <a:extLst>
                  <a:ext uri="{FF2B5EF4-FFF2-40B4-BE49-F238E27FC236}">
                    <a16:creationId xmlns:a16="http://schemas.microsoft.com/office/drawing/2014/main" id="{603D0AB1-AE17-4454-BC39-641FFBFE1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177"/>
                <a:ext cx="1029" cy="1129"/>
              </a:xfrm>
              <a:custGeom>
                <a:avLst/>
                <a:gdLst>
                  <a:gd name="T0" fmla="*/ 2659 w 618"/>
                  <a:gd name="T1" fmla="*/ 2500 h 677"/>
                  <a:gd name="T2" fmla="*/ 2313 w 618"/>
                  <a:gd name="T3" fmla="*/ 2875 h 677"/>
                  <a:gd name="T4" fmla="*/ 1560 w 618"/>
                  <a:gd name="T5" fmla="*/ 2950 h 677"/>
                  <a:gd name="T6" fmla="*/ 946 w 618"/>
                  <a:gd name="T7" fmla="*/ 2632 h 677"/>
                  <a:gd name="T8" fmla="*/ 500 w 618"/>
                  <a:gd name="T9" fmla="*/ 2523 h 677"/>
                  <a:gd name="T10" fmla="*/ 375 w 618"/>
                  <a:gd name="T11" fmla="*/ 2431 h 677"/>
                  <a:gd name="T12" fmla="*/ 286 w 618"/>
                  <a:gd name="T13" fmla="*/ 2045 h 677"/>
                  <a:gd name="T14" fmla="*/ 221 w 618"/>
                  <a:gd name="T15" fmla="*/ 1521 h 677"/>
                  <a:gd name="T16" fmla="*/ 305 w 618"/>
                  <a:gd name="T17" fmla="*/ 1438 h 677"/>
                  <a:gd name="T18" fmla="*/ 541 w 618"/>
                  <a:gd name="T19" fmla="*/ 1596 h 677"/>
                  <a:gd name="T20" fmla="*/ 909 w 618"/>
                  <a:gd name="T21" fmla="*/ 1861 h 677"/>
                  <a:gd name="T22" fmla="*/ 1400 w 618"/>
                  <a:gd name="T23" fmla="*/ 1828 h 677"/>
                  <a:gd name="T24" fmla="*/ 1535 w 618"/>
                  <a:gd name="T25" fmla="*/ 2195 h 677"/>
                  <a:gd name="T26" fmla="*/ 1693 w 618"/>
                  <a:gd name="T27" fmla="*/ 2381 h 677"/>
                  <a:gd name="T28" fmla="*/ 1563 w 618"/>
                  <a:gd name="T29" fmla="*/ 2188 h 677"/>
                  <a:gd name="T30" fmla="*/ 1485 w 618"/>
                  <a:gd name="T31" fmla="*/ 1883 h 677"/>
                  <a:gd name="T32" fmla="*/ 1925 w 618"/>
                  <a:gd name="T33" fmla="*/ 2091 h 677"/>
                  <a:gd name="T34" fmla="*/ 1459 w 618"/>
                  <a:gd name="T35" fmla="*/ 1821 h 677"/>
                  <a:gd name="T36" fmla="*/ 1109 w 618"/>
                  <a:gd name="T37" fmla="*/ 1794 h 677"/>
                  <a:gd name="T38" fmla="*/ 734 w 618"/>
                  <a:gd name="T39" fmla="*/ 1666 h 677"/>
                  <a:gd name="T40" fmla="*/ 425 w 618"/>
                  <a:gd name="T41" fmla="*/ 1513 h 677"/>
                  <a:gd name="T42" fmla="*/ 333 w 618"/>
                  <a:gd name="T43" fmla="*/ 1359 h 677"/>
                  <a:gd name="T44" fmla="*/ 380 w 618"/>
                  <a:gd name="T45" fmla="*/ 1179 h 677"/>
                  <a:gd name="T46" fmla="*/ 666 w 618"/>
                  <a:gd name="T47" fmla="*/ 807 h 677"/>
                  <a:gd name="T48" fmla="*/ 666 w 618"/>
                  <a:gd name="T49" fmla="*/ 804 h 677"/>
                  <a:gd name="T50" fmla="*/ 709 w 618"/>
                  <a:gd name="T51" fmla="*/ 820 h 677"/>
                  <a:gd name="T52" fmla="*/ 1172 w 618"/>
                  <a:gd name="T53" fmla="*/ 765 h 677"/>
                  <a:gd name="T54" fmla="*/ 1467 w 618"/>
                  <a:gd name="T55" fmla="*/ 834 h 677"/>
                  <a:gd name="T56" fmla="*/ 1633 w 618"/>
                  <a:gd name="T57" fmla="*/ 1026 h 677"/>
                  <a:gd name="T58" fmla="*/ 1555 w 618"/>
                  <a:gd name="T59" fmla="*/ 834 h 677"/>
                  <a:gd name="T60" fmla="*/ 1727 w 618"/>
                  <a:gd name="T61" fmla="*/ 765 h 677"/>
                  <a:gd name="T62" fmla="*/ 2068 w 618"/>
                  <a:gd name="T63" fmla="*/ 687 h 677"/>
                  <a:gd name="T64" fmla="*/ 1395 w 618"/>
                  <a:gd name="T65" fmla="*/ 784 h 677"/>
                  <a:gd name="T66" fmla="*/ 854 w 618"/>
                  <a:gd name="T67" fmla="*/ 825 h 677"/>
                  <a:gd name="T68" fmla="*/ 654 w 618"/>
                  <a:gd name="T69" fmla="*/ 700 h 677"/>
                  <a:gd name="T70" fmla="*/ 804 w 618"/>
                  <a:gd name="T71" fmla="*/ 482 h 677"/>
                  <a:gd name="T72" fmla="*/ 1047 w 618"/>
                  <a:gd name="T73" fmla="*/ 0 h 677"/>
                  <a:gd name="T74" fmla="*/ 964 w 618"/>
                  <a:gd name="T75" fmla="*/ 13 h 677"/>
                  <a:gd name="T76" fmla="*/ 646 w 618"/>
                  <a:gd name="T77" fmla="*/ 529 h 677"/>
                  <a:gd name="T78" fmla="*/ 463 w 618"/>
                  <a:gd name="T79" fmla="*/ 500 h 677"/>
                  <a:gd name="T80" fmla="*/ 451 w 618"/>
                  <a:gd name="T81" fmla="*/ 599 h 677"/>
                  <a:gd name="T82" fmla="*/ 558 w 618"/>
                  <a:gd name="T83" fmla="*/ 882 h 677"/>
                  <a:gd name="T84" fmla="*/ 286 w 618"/>
                  <a:gd name="T85" fmla="*/ 1242 h 677"/>
                  <a:gd name="T86" fmla="*/ 133 w 618"/>
                  <a:gd name="T87" fmla="*/ 1486 h 677"/>
                  <a:gd name="T88" fmla="*/ 216 w 618"/>
                  <a:gd name="T89" fmla="*/ 2013 h 677"/>
                  <a:gd name="T90" fmla="*/ 341 w 618"/>
                  <a:gd name="T91" fmla="*/ 2533 h 677"/>
                  <a:gd name="T92" fmla="*/ 641 w 618"/>
                  <a:gd name="T93" fmla="*/ 2912 h 677"/>
                  <a:gd name="T94" fmla="*/ 410 w 618"/>
                  <a:gd name="T95" fmla="*/ 2550 h 677"/>
                  <a:gd name="T96" fmla="*/ 410 w 618"/>
                  <a:gd name="T97" fmla="*/ 2550 h 677"/>
                  <a:gd name="T98" fmla="*/ 488 w 618"/>
                  <a:gd name="T99" fmla="*/ 2565 h 677"/>
                  <a:gd name="T100" fmla="*/ 909 w 618"/>
                  <a:gd name="T101" fmla="*/ 2673 h 677"/>
                  <a:gd name="T102" fmla="*/ 1547 w 618"/>
                  <a:gd name="T103" fmla="*/ 2992 h 677"/>
                  <a:gd name="T104" fmla="*/ 2313 w 618"/>
                  <a:gd name="T105" fmla="*/ 2937 h 677"/>
                  <a:gd name="T106" fmla="*/ 2677 w 618"/>
                  <a:gd name="T107" fmla="*/ 2528 h 677"/>
                  <a:gd name="T108" fmla="*/ 2852 w 618"/>
                  <a:gd name="T109" fmla="*/ 2336 h 677"/>
                  <a:gd name="T110" fmla="*/ 2659 w 618"/>
                  <a:gd name="T111" fmla="*/ 2500 h 67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18" h="677">
                    <a:moveTo>
                      <a:pt x="576" y="539"/>
                    </a:moveTo>
                    <a:cubicBezTo>
                      <a:pt x="545" y="550"/>
                      <a:pt x="538" y="578"/>
                      <a:pt x="501" y="620"/>
                    </a:cubicBezTo>
                    <a:cubicBezTo>
                      <a:pt x="464" y="662"/>
                      <a:pt x="388" y="668"/>
                      <a:pt x="338" y="636"/>
                    </a:cubicBezTo>
                    <a:cubicBezTo>
                      <a:pt x="288" y="604"/>
                      <a:pt x="303" y="546"/>
                      <a:pt x="205" y="567"/>
                    </a:cubicBezTo>
                    <a:cubicBezTo>
                      <a:pt x="163" y="576"/>
                      <a:pt x="131" y="562"/>
                      <a:pt x="108" y="544"/>
                    </a:cubicBezTo>
                    <a:cubicBezTo>
                      <a:pt x="81" y="524"/>
                      <a:pt x="81" y="524"/>
                      <a:pt x="81" y="524"/>
                    </a:cubicBezTo>
                    <a:cubicBezTo>
                      <a:pt x="70" y="505"/>
                      <a:pt x="53" y="482"/>
                      <a:pt x="62" y="441"/>
                    </a:cubicBezTo>
                    <a:cubicBezTo>
                      <a:pt x="76" y="381"/>
                      <a:pt x="24" y="346"/>
                      <a:pt x="48" y="328"/>
                    </a:cubicBezTo>
                    <a:cubicBezTo>
                      <a:pt x="57" y="320"/>
                      <a:pt x="63" y="315"/>
                      <a:pt x="66" y="310"/>
                    </a:cubicBezTo>
                    <a:cubicBezTo>
                      <a:pt x="76" y="311"/>
                      <a:pt x="76" y="338"/>
                      <a:pt x="117" y="344"/>
                    </a:cubicBezTo>
                    <a:cubicBezTo>
                      <a:pt x="161" y="350"/>
                      <a:pt x="155" y="390"/>
                      <a:pt x="197" y="401"/>
                    </a:cubicBezTo>
                    <a:cubicBezTo>
                      <a:pt x="239" y="412"/>
                      <a:pt x="261" y="363"/>
                      <a:pt x="303" y="394"/>
                    </a:cubicBezTo>
                    <a:cubicBezTo>
                      <a:pt x="328" y="412"/>
                      <a:pt x="321" y="429"/>
                      <a:pt x="333" y="473"/>
                    </a:cubicBezTo>
                    <a:cubicBezTo>
                      <a:pt x="345" y="517"/>
                      <a:pt x="367" y="513"/>
                      <a:pt x="367" y="513"/>
                    </a:cubicBezTo>
                    <a:cubicBezTo>
                      <a:pt x="349" y="511"/>
                      <a:pt x="340" y="489"/>
                      <a:pt x="339" y="472"/>
                    </a:cubicBezTo>
                    <a:cubicBezTo>
                      <a:pt x="338" y="455"/>
                      <a:pt x="322" y="406"/>
                      <a:pt x="322" y="406"/>
                    </a:cubicBezTo>
                    <a:cubicBezTo>
                      <a:pt x="367" y="464"/>
                      <a:pt x="417" y="451"/>
                      <a:pt x="417" y="451"/>
                    </a:cubicBezTo>
                    <a:cubicBezTo>
                      <a:pt x="354" y="455"/>
                      <a:pt x="336" y="409"/>
                      <a:pt x="316" y="393"/>
                    </a:cubicBezTo>
                    <a:cubicBezTo>
                      <a:pt x="296" y="377"/>
                      <a:pt x="290" y="366"/>
                      <a:pt x="240" y="387"/>
                    </a:cubicBezTo>
                    <a:cubicBezTo>
                      <a:pt x="190" y="408"/>
                      <a:pt x="184" y="387"/>
                      <a:pt x="159" y="359"/>
                    </a:cubicBezTo>
                    <a:cubicBezTo>
                      <a:pt x="134" y="331"/>
                      <a:pt x="115" y="341"/>
                      <a:pt x="92" y="326"/>
                    </a:cubicBezTo>
                    <a:cubicBezTo>
                      <a:pt x="76" y="316"/>
                      <a:pt x="73" y="301"/>
                      <a:pt x="72" y="293"/>
                    </a:cubicBezTo>
                    <a:cubicBezTo>
                      <a:pt x="73" y="284"/>
                      <a:pt x="73" y="274"/>
                      <a:pt x="82" y="254"/>
                    </a:cubicBezTo>
                    <a:cubicBezTo>
                      <a:pt x="103" y="211"/>
                      <a:pt x="136" y="217"/>
                      <a:pt x="144" y="174"/>
                    </a:cubicBezTo>
                    <a:cubicBezTo>
                      <a:pt x="144" y="174"/>
                      <a:pt x="144" y="174"/>
                      <a:pt x="144" y="173"/>
                    </a:cubicBezTo>
                    <a:cubicBezTo>
                      <a:pt x="146" y="171"/>
                      <a:pt x="149" y="171"/>
                      <a:pt x="154" y="177"/>
                    </a:cubicBezTo>
                    <a:cubicBezTo>
                      <a:pt x="175" y="200"/>
                      <a:pt x="230" y="172"/>
                      <a:pt x="254" y="165"/>
                    </a:cubicBezTo>
                    <a:cubicBezTo>
                      <a:pt x="278" y="158"/>
                      <a:pt x="284" y="172"/>
                      <a:pt x="318" y="180"/>
                    </a:cubicBezTo>
                    <a:cubicBezTo>
                      <a:pt x="351" y="188"/>
                      <a:pt x="354" y="221"/>
                      <a:pt x="354" y="221"/>
                    </a:cubicBezTo>
                    <a:cubicBezTo>
                      <a:pt x="364" y="198"/>
                      <a:pt x="337" y="180"/>
                      <a:pt x="337" y="180"/>
                    </a:cubicBezTo>
                    <a:cubicBezTo>
                      <a:pt x="337" y="180"/>
                      <a:pt x="362" y="173"/>
                      <a:pt x="374" y="165"/>
                    </a:cubicBezTo>
                    <a:cubicBezTo>
                      <a:pt x="420" y="134"/>
                      <a:pt x="448" y="148"/>
                      <a:pt x="448" y="148"/>
                    </a:cubicBezTo>
                    <a:cubicBezTo>
                      <a:pt x="404" y="124"/>
                      <a:pt x="348" y="194"/>
                      <a:pt x="302" y="169"/>
                    </a:cubicBezTo>
                    <a:cubicBezTo>
                      <a:pt x="257" y="144"/>
                      <a:pt x="229" y="173"/>
                      <a:pt x="185" y="178"/>
                    </a:cubicBezTo>
                    <a:cubicBezTo>
                      <a:pt x="157" y="182"/>
                      <a:pt x="146" y="164"/>
                      <a:pt x="142" y="151"/>
                    </a:cubicBezTo>
                    <a:cubicBezTo>
                      <a:pt x="142" y="138"/>
                      <a:pt x="147" y="122"/>
                      <a:pt x="174" y="104"/>
                    </a:cubicBezTo>
                    <a:cubicBezTo>
                      <a:pt x="221" y="72"/>
                      <a:pt x="227" y="0"/>
                      <a:pt x="227" y="0"/>
                    </a:cubicBezTo>
                    <a:cubicBezTo>
                      <a:pt x="209" y="3"/>
                      <a:pt x="209" y="3"/>
                      <a:pt x="209" y="3"/>
                    </a:cubicBezTo>
                    <a:cubicBezTo>
                      <a:pt x="218" y="61"/>
                      <a:pt x="161" y="94"/>
                      <a:pt x="140" y="114"/>
                    </a:cubicBezTo>
                    <a:cubicBezTo>
                      <a:pt x="119" y="133"/>
                      <a:pt x="100" y="108"/>
                      <a:pt x="100" y="108"/>
                    </a:cubicBezTo>
                    <a:cubicBezTo>
                      <a:pt x="98" y="129"/>
                      <a:pt x="98" y="129"/>
                      <a:pt x="98" y="129"/>
                    </a:cubicBezTo>
                    <a:cubicBezTo>
                      <a:pt x="121" y="142"/>
                      <a:pt x="140" y="163"/>
                      <a:pt x="121" y="190"/>
                    </a:cubicBezTo>
                    <a:cubicBezTo>
                      <a:pt x="101" y="217"/>
                      <a:pt x="65" y="238"/>
                      <a:pt x="62" y="268"/>
                    </a:cubicBezTo>
                    <a:cubicBezTo>
                      <a:pt x="58" y="310"/>
                      <a:pt x="42" y="304"/>
                      <a:pt x="29" y="320"/>
                    </a:cubicBezTo>
                    <a:cubicBezTo>
                      <a:pt x="0" y="358"/>
                      <a:pt x="59" y="360"/>
                      <a:pt x="47" y="434"/>
                    </a:cubicBezTo>
                    <a:cubicBezTo>
                      <a:pt x="35" y="507"/>
                      <a:pt x="62" y="500"/>
                      <a:pt x="74" y="546"/>
                    </a:cubicBezTo>
                    <a:cubicBezTo>
                      <a:pt x="94" y="621"/>
                      <a:pt x="139" y="628"/>
                      <a:pt x="139" y="628"/>
                    </a:cubicBezTo>
                    <a:cubicBezTo>
                      <a:pt x="122" y="625"/>
                      <a:pt x="86" y="589"/>
                      <a:pt x="89" y="550"/>
                    </a:cubicBezTo>
                    <a:cubicBezTo>
                      <a:pt x="89" y="550"/>
                      <a:pt x="89" y="550"/>
                      <a:pt x="89" y="550"/>
                    </a:cubicBezTo>
                    <a:cubicBezTo>
                      <a:pt x="93" y="543"/>
                      <a:pt x="106" y="553"/>
                      <a:pt x="106" y="553"/>
                    </a:cubicBezTo>
                    <a:cubicBezTo>
                      <a:pt x="127" y="569"/>
                      <a:pt x="157" y="583"/>
                      <a:pt x="197" y="576"/>
                    </a:cubicBezTo>
                    <a:cubicBezTo>
                      <a:pt x="294" y="557"/>
                      <a:pt x="284" y="612"/>
                      <a:pt x="335" y="645"/>
                    </a:cubicBezTo>
                    <a:cubicBezTo>
                      <a:pt x="386" y="677"/>
                      <a:pt x="463" y="675"/>
                      <a:pt x="501" y="633"/>
                    </a:cubicBezTo>
                    <a:cubicBezTo>
                      <a:pt x="538" y="590"/>
                      <a:pt x="549" y="556"/>
                      <a:pt x="580" y="545"/>
                    </a:cubicBezTo>
                    <a:cubicBezTo>
                      <a:pt x="610" y="535"/>
                      <a:pt x="599" y="509"/>
                      <a:pt x="618" y="504"/>
                    </a:cubicBezTo>
                    <a:cubicBezTo>
                      <a:pt x="599" y="508"/>
                      <a:pt x="605" y="529"/>
                      <a:pt x="576" y="539"/>
                    </a:cubicBezTo>
                    <a:close/>
                  </a:path>
                </a:pathLst>
              </a:custGeom>
              <a:solidFill>
                <a:srgbClr val="F15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4" name="Freeform 342">
                <a:extLst>
                  <a:ext uri="{FF2B5EF4-FFF2-40B4-BE49-F238E27FC236}">
                    <a16:creationId xmlns:a16="http://schemas.microsoft.com/office/drawing/2014/main" id="{F46B4494-8801-4B00-8B63-AF2821ACD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3017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5" name="Freeform 343">
                <a:extLst>
                  <a:ext uri="{FF2B5EF4-FFF2-40B4-BE49-F238E27FC236}">
                    <a16:creationId xmlns:a16="http://schemas.microsoft.com/office/drawing/2014/main" id="{149876F4-3EA5-4C2C-ADD7-123AD989C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177"/>
                <a:ext cx="1029" cy="1129"/>
              </a:xfrm>
              <a:custGeom>
                <a:avLst/>
                <a:gdLst>
                  <a:gd name="T0" fmla="*/ 2659 w 618"/>
                  <a:gd name="T1" fmla="*/ 2500 h 677"/>
                  <a:gd name="T2" fmla="*/ 2313 w 618"/>
                  <a:gd name="T3" fmla="*/ 2875 h 677"/>
                  <a:gd name="T4" fmla="*/ 1560 w 618"/>
                  <a:gd name="T5" fmla="*/ 2950 h 677"/>
                  <a:gd name="T6" fmla="*/ 946 w 618"/>
                  <a:gd name="T7" fmla="*/ 2632 h 677"/>
                  <a:gd name="T8" fmla="*/ 500 w 618"/>
                  <a:gd name="T9" fmla="*/ 2523 h 677"/>
                  <a:gd name="T10" fmla="*/ 375 w 618"/>
                  <a:gd name="T11" fmla="*/ 2431 h 677"/>
                  <a:gd name="T12" fmla="*/ 286 w 618"/>
                  <a:gd name="T13" fmla="*/ 2045 h 677"/>
                  <a:gd name="T14" fmla="*/ 221 w 618"/>
                  <a:gd name="T15" fmla="*/ 1521 h 677"/>
                  <a:gd name="T16" fmla="*/ 305 w 618"/>
                  <a:gd name="T17" fmla="*/ 1438 h 677"/>
                  <a:gd name="T18" fmla="*/ 541 w 618"/>
                  <a:gd name="T19" fmla="*/ 1596 h 677"/>
                  <a:gd name="T20" fmla="*/ 909 w 618"/>
                  <a:gd name="T21" fmla="*/ 1861 h 677"/>
                  <a:gd name="T22" fmla="*/ 1400 w 618"/>
                  <a:gd name="T23" fmla="*/ 1828 h 677"/>
                  <a:gd name="T24" fmla="*/ 1535 w 618"/>
                  <a:gd name="T25" fmla="*/ 2195 h 677"/>
                  <a:gd name="T26" fmla="*/ 1693 w 618"/>
                  <a:gd name="T27" fmla="*/ 2381 h 677"/>
                  <a:gd name="T28" fmla="*/ 1563 w 618"/>
                  <a:gd name="T29" fmla="*/ 2188 h 677"/>
                  <a:gd name="T30" fmla="*/ 1485 w 618"/>
                  <a:gd name="T31" fmla="*/ 1883 h 677"/>
                  <a:gd name="T32" fmla="*/ 1925 w 618"/>
                  <a:gd name="T33" fmla="*/ 2091 h 677"/>
                  <a:gd name="T34" fmla="*/ 1459 w 618"/>
                  <a:gd name="T35" fmla="*/ 1821 h 677"/>
                  <a:gd name="T36" fmla="*/ 1109 w 618"/>
                  <a:gd name="T37" fmla="*/ 1794 h 677"/>
                  <a:gd name="T38" fmla="*/ 734 w 618"/>
                  <a:gd name="T39" fmla="*/ 1666 h 677"/>
                  <a:gd name="T40" fmla="*/ 425 w 618"/>
                  <a:gd name="T41" fmla="*/ 1513 h 677"/>
                  <a:gd name="T42" fmla="*/ 333 w 618"/>
                  <a:gd name="T43" fmla="*/ 1359 h 677"/>
                  <a:gd name="T44" fmla="*/ 380 w 618"/>
                  <a:gd name="T45" fmla="*/ 1179 h 677"/>
                  <a:gd name="T46" fmla="*/ 666 w 618"/>
                  <a:gd name="T47" fmla="*/ 807 h 677"/>
                  <a:gd name="T48" fmla="*/ 666 w 618"/>
                  <a:gd name="T49" fmla="*/ 804 h 677"/>
                  <a:gd name="T50" fmla="*/ 709 w 618"/>
                  <a:gd name="T51" fmla="*/ 820 h 677"/>
                  <a:gd name="T52" fmla="*/ 1172 w 618"/>
                  <a:gd name="T53" fmla="*/ 765 h 677"/>
                  <a:gd name="T54" fmla="*/ 1467 w 618"/>
                  <a:gd name="T55" fmla="*/ 834 h 677"/>
                  <a:gd name="T56" fmla="*/ 1633 w 618"/>
                  <a:gd name="T57" fmla="*/ 1026 h 677"/>
                  <a:gd name="T58" fmla="*/ 1555 w 618"/>
                  <a:gd name="T59" fmla="*/ 834 h 677"/>
                  <a:gd name="T60" fmla="*/ 1727 w 618"/>
                  <a:gd name="T61" fmla="*/ 765 h 677"/>
                  <a:gd name="T62" fmla="*/ 2068 w 618"/>
                  <a:gd name="T63" fmla="*/ 687 h 677"/>
                  <a:gd name="T64" fmla="*/ 1395 w 618"/>
                  <a:gd name="T65" fmla="*/ 784 h 677"/>
                  <a:gd name="T66" fmla="*/ 854 w 618"/>
                  <a:gd name="T67" fmla="*/ 825 h 677"/>
                  <a:gd name="T68" fmla="*/ 654 w 618"/>
                  <a:gd name="T69" fmla="*/ 700 h 677"/>
                  <a:gd name="T70" fmla="*/ 804 w 618"/>
                  <a:gd name="T71" fmla="*/ 482 h 677"/>
                  <a:gd name="T72" fmla="*/ 1047 w 618"/>
                  <a:gd name="T73" fmla="*/ 0 h 677"/>
                  <a:gd name="T74" fmla="*/ 964 w 618"/>
                  <a:gd name="T75" fmla="*/ 13 h 677"/>
                  <a:gd name="T76" fmla="*/ 646 w 618"/>
                  <a:gd name="T77" fmla="*/ 529 h 677"/>
                  <a:gd name="T78" fmla="*/ 463 w 618"/>
                  <a:gd name="T79" fmla="*/ 500 h 677"/>
                  <a:gd name="T80" fmla="*/ 451 w 618"/>
                  <a:gd name="T81" fmla="*/ 599 h 677"/>
                  <a:gd name="T82" fmla="*/ 558 w 618"/>
                  <a:gd name="T83" fmla="*/ 882 h 677"/>
                  <a:gd name="T84" fmla="*/ 286 w 618"/>
                  <a:gd name="T85" fmla="*/ 1242 h 677"/>
                  <a:gd name="T86" fmla="*/ 133 w 618"/>
                  <a:gd name="T87" fmla="*/ 1486 h 677"/>
                  <a:gd name="T88" fmla="*/ 216 w 618"/>
                  <a:gd name="T89" fmla="*/ 2013 h 677"/>
                  <a:gd name="T90" fmla="*/ 341 w 618"/>
                  <a:gd name="T91" fmla="*/ 2533 h 677"/>
                  <a:gd name="T92" fmla="*/ 641 w 618"/>
                  <a:gd name="T93" fmla="*/ 2912 h 677"/>
                  <a:gd name="T94" fmla="*/ 410 w 618"/>
                  <a:gd name="T95" fmla="*/ 2550 h 677"/>
                  <a:gd name="T96" fmla="*/ 410 w 618"/>
                  <a:gd name="T97" fmla="*/ 2550 h 677"/>
                  <a:gd name="T98" fmla="*/ 488 w 618"/>
                  <a:gd name="T99" fmla="*/ 2565 h 677"/>
                  <a:gd name="T100" fmla="*/ 909 w 618"/>
                  <a:gd name="T101" fmla="*/ 2673 h 677"/>
                  <a:gd name="T102" fmla="*/ 1547 w 618"/>
                  <a:gd name="T103" fmla="*/ 2992 h 677"/>
                  <a:gd name="T104" fmla="*/ 2313 w 618"/>
                  <a:gd name="T105" fmla="*/ 2937 h 677"/>
                  <a:gd name="T106" fmla="*/ 2677 w 618"/>
                  <a:gd name="T107" fmla="*/ 2528 h 677"/>
                  <a:gd name="T108" fmla="*/ 2852 w 618"/>
                  <a:gd name="T109" fmla="*/ 2336 h 677"/>
                  <a:gd name="T110" fmla="*/ 2659 w 618"/>
                  <a:gd name="T111" fmla="*/ 2500 h 67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18" h="677">
                    <a:moveTo>
                      <a:pt x="576" y="539"/>
                    </a:moveTo>
                    <a:cubicBezTo>
                      <a:pt x="545" y="550"/>
                      <a:pt x="538" y="578"/>
                      <a:pt x="501" y="620"/>
                    </a:cubicBezTo>
                    <a:cubicBezTo>
                      <a:pt x="464" y="662"/>
                      <a:pt x="388" y="668"/>
                      <a:pt x="338" y="636"/>
                    </a:cubicBezTo>
                    <a:cubicBezTo>
                      <a:pt x="288" y="604"/>
                      <a:pt x="303" y="546"/>
                      <a:pt x="205" y="567"/>
                    </a:cubicBezTo>
                    <a:cubicBezTo>
                      <a:pt x="163" y="576"/>
                      <a:pt x="131" y="562"/>
                      <a:pt x="108" y="544"/>
                    </a:cubicBezTo>
                    <a:cubicBezTo>
                      <a:pt x="81" y="524"/>
                      <a:pt x="81" y="524"/>
                      <a:pt x="81" y="524"/>
                    </a:cubicBezTo>
                    <a:cubicBezTo>
                      <a:pt x="70" y="505"/>
                      <a:pt x="53" y="482"/>
                      <a:pt x="62" y="441"/>
                    </a:cubicBezTo>
                    <a:cubicBezTo>
                      <a:pt x="76" y="381"/>
                      <a:pt x="24" y="346"/>
                      <a:pt x="48" y="328"/>
                    </a:cubicBezTo>
                    <a:cubicBezTo>
                      <a:pt x="57" y="320"/>
                      <a:pt x="63" y="315"/>
                      <a:pt x="66" y="310"/>
                    </a:cubicBezTo>
                    <a:cubicBezTo>
                      <a:pt x="76" y="311"/>
                      <a:pt x="76" y="338"/>
                      <a:pt x="117" y="344"/>
                    </a:cubicBezTo>
                    <a:cubicBezTo>
                      <a:pt x="161" y="350"/>
                      <a:pt x="155" y="390"/>
                      <a:pt x="197" y="401"/>
                    </a:cubicBezTo>
                    <a:cubicBezTo>
                      <a:pt x="239" y="412"/>
                      <a:pt x="261" y="363"/>
                      <a:pt x="303" y="394"/>
                    </a:cubicBezTo>
                    <a:cubicBezTo>
                      <a:pt x="328" y="412"/>
                      <a:pt x="321" y="429"/>
                      <a:pt x="333" y="473"/>
                    </a:cubicBezTo>
                    <a:cubicBezTo>
                      <a:pt x="345" y="517"/>
                      <a:pt x="367" y="513"/>
                      <a:pt x="367" y="513"/>
                    </a:cubicBezTo>
                    <a:cubicBezTo>
                      <a:pt x="349" y="511"/>
                      <a:pt x="340" y="489"/>
                      <a:pt x="339" y="472"/>
                    </a:cubicBezTo>
                    <a:cubicBezTo>
                      <a:pt x="338" y="455"/>
                      <a:pt x="322" y="406"/>
                      <a:pt x="322" y="406"/>
                    </a:cubicBezTo>
                    <a:cubicBezTo>
                      <a:pt x="367" y="464"/>
                      <a:pt x="417" y="451"/>
                      <a:pt x="417" y="451"/>
                    </a:cubicBezTo>
                    <a:cubicBezTo>
                      <a:pt x="354" y="455"/>
                      <a:pt x="336" y="409"/>
                      <a:pt x="316" y="393"/>
                    </a:cubicBezTo>
                    <a:cubicBezTo>
                      <a:pt x="296" y="377"/>
                      <a:pt x="290" y="366"/>
                      <a:pt x="240" y="387"/>
                    </a:cubicBezTo>
                    <a:cubicBezTo>
                      <a:pt x="190" y="408"/>
                      <a:pt x="184" y="387"/>
                      <a:pt x="159" y="359"/>
                    </a:cubicBezTo>
                    <a:cubicBezTo>
                      <a:pt x="134" y="331"/>
                      <a:pt x="115" y="341"/>
                      <a:pt x="92" y="326"/>
                    </a:cubicBezTo>
                    <a:cubicBezTo>
                      <a:pt x="76" y="316"/>
                      <a:pt x="73" y="301"/>
                      <a:pt x="72" y="293"/>
                    </a:cubicBezTo>
                    <a:cubicBezTo>
                      <a:pt x="73" y="284"/>
                      <a:pt x="73" y="274"/>
                      <a:pt x="82" y="254"/>
                    </a:cubicBezTo>
                    <a:cubicBezTo>
                      <a:pt x="103" y="211"/>
                      <a:pt x="136" y="217"/>
                      <a:pt x="144" y="174"/>
                    </a:cubicBezTo>
                    <a:cubicBezTo>
                      <a:pt x="144" y="174"/>
                      <a:pt x="144" y="174"/>
                      <a:pt x="144" y="173"/>
                    </a:cubicBezTo>
                    <a:cubicBezTo>
                      <a:pt x="146" y="171"/>
                      <a:pt x="149" y="171"/>
                      <a:pt x="154" y="177"/>
                    </a:cubicBezTo>
                    <a:cubicBezTo>
                      <a:pt x="175" y="200"/>
                      <a:pt x="230" y="172"/>
                      <a:pt x="254" y="165"/>
                    </a:cubicBezTo>
                    <a:cubicBezTo>
                      <a:pt x="278" y="158"/>
                      <a:pt x="284" y="172"/>
                      <a:pt x="318" y="180"/>
                    </a:cubicBezTo>
                    <a:cubicBezTo>
                      <a:pt x="351" y="188"/>
                      <a:pt x="354" y="221"/>
                      <a:pt x="354" y="221"/>
                    </a:cubicBezTo>
                    <a:cubicBezTo>
                      <a:pt x="364" y="198"/>
                      <a:pt x="337" y="180"/>
                      <a:pt x="337" y="180"/>
                    </a:cubicBezTo>
                    <a:cubicBezTo>
                      <a:pt x="337" y="180"/>
                      <a:pt x="362" y="173"/>
                      <a:pt x="374" y="165"/>
                    </a:cubicBezTo>
                    <a:cubicBezTo>
                      <a:pt x="420" y="134"/>
                      <a:pt x="448" y="148"/>
                      <a:pt x="448" y="148"/>
                    </a:cubicBezTo>
                    <a:cubicBezTo>
                      <a:pt x="404" y="124"/>
                      <a:pt x="348" y="194"/>
                      <a:pt x="302" y="169"/>
                    </a:cubicBezTo>
                    <a:cubicBezTo>
                      <a:pt x="257" y="144"/>
                      <a:pt x="229" y="173"/>
                      <a:pt x="185" y="178"/>
                    </a:cubicBezTo>
                    <a:cubicBezTo>
                      <a:pt x="157" y="182"/>
                      <a:pt x="146" y="164"/>
                      <a:pt x="142" y="151"/>
                    </a:cubicBezTo>
                    <a:cubicBezTo>
                      <a:pt x="142" y="138"/>
                      <a:pt x="147" y="122"/>
                      <a:pt x="174" y="104"/>
                    </a:cubicBezTo>
                    <a:cubicBezTo>
                      <a:pt x="221" y="72"/>
                      <a:pt x="227" y="0"/>
                      <a:pt x="227" y="0"/>
                    </a:cubicBezTo>
                    <a:cubicBezTo>
                      <a:pt x="209" y="3"/>
                      <a:pt x="209" y="3"/>
                      <a:pt x="209" y="3"/>
                    </a:cubicBezTo>
                    <a:cubicBezTo>
                      <a:pt x="218" y="61"/>
                      <a:pt x="161" y="94"/>
                      <a:pt x="140" y="114"/>
                    </a:cubicBezTo>
                    <a:cubicBezTo>
                      <a:pt x="119" y="133"/>
                      <a:pt x="100" y="108"/>
                      <a:pt x="100" y="108"/>
                    </a:cubicBezTo>
                    <a:cubicBezTo>
                      <a:pt x="98" y="129"/>
                      <a:pt x="98" y="129"/>
                      <a:pt x="98" y="129"/>
                    </a:cubicBezTo>
                    <a:cubicBezTo>
                      <a:pt x="121" y="142"/>
                      <a:pt x="140" y="163"/>
                      <a:pt x="121" y="190"/>
                    </a:cubicBezTo>
                    <a:cubicBezTo>
                      <a:pt x="101" y="217"/>
                      <a:pt x="65" y="238"/>
                      <a:pt x="62" y="268"/>
                    </a:cubicBezTo>
                    <a:cubicBezTo>
                      <a:pt x="58" y="310"/>
                      <a:pt x="42" y="304"/>
                      <a:pt x="29" y="320"/>
                    </a:cubicBezTo>
                    <a:cubicBezTo>
                      <a:pt x="0" y="358"/>
                      <a:pt x="59" y="360"/>
                      <a:pt x="47" y="434"/>
                    </a:cubicBezTo>
                    <a:cubicBezTo>
                      <a:pt x="35" y="507"/>
                      <a:pt x="62" y="500"/>
                      <a:pt x="74" y="546"/>
                    </a:cubicBezTo>
                    <a:cubicBezTo>
                      <a:pt x="94" y="621"/>
                      <a:pt x="139" y="628"/>
                      <a:pt x="139" y="628"/>
                    </a:cubicBezTo>
                    <a:cubicBezTo>
                      <a:pt x="122" y="625"/>
                      <a:pt x="86" y="589"/>
                      <a:pt x="89" y="550"/>
                    </a:cubicBezTo>
                    <a:cubicBezTo>
                      <a:pt x="89" y="550"/>
                      <a:pt x="89" y="550"/>
                      <a:pt x="89" y="550"/>
                    </a:cubicBezTo>
                    <a:cubicBezTo>
                      <a:pt x="93" y="543"/>
                      <a:pt x="106" y="553"/>
                      <a:pt x="106" y="553"/>
                    </a:cubicBezTo>
                    <a:cubicBezTo>
                      <a:pt x="127" y="569"/>
                      <a:pt x="157" y="583"/>
                      <a:pt x="197" y="576"/>
                    </a:cubicBezTo>
                    <a:cubicBezTo>
                      <a:pt x="294" y="557"/>
                      <a:pt x="284" y="612"/>
                      <a:pt x="335" y="645"/>
                    </a:cubicBezTo>
                    <a:cubicBezTo>
                      <a:pt x="386" y="677"/>
                      <a:pt x="463" y="675"/>
                      <a:pt x="501" y="633"/>
                    </a:cubicBezTo>
                    <a:cubicBezTo>
                      <a:pt x="538" y="590"/>
                      <a:pt x="549" y="556"/>
                      <a:pt x="580" y="545"/>
                    </a:cubicBezTo>
                    <a:cubicBezTo>
                      <a:pt x="610" y="535"/>
                      <a:pt x="599" y="509"/>
                      <a:pt x="618" y="504"/>
                    </a:cubicBezTo>
                    <a:cubicBezTo>
                      <a:pt x="599" y="508"/>
                      <a:pt x="605" y="529"/>
                      <a:pt x="576" y="53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6" name="Freeform 344">
                <a:extLst>
                  <a:ext uri="{FF2B5EF4-FFF2-40B4-BE49-F238E27FC236}">
                    <a16:creationId xmlns:a16="http://schemas.microsoft.com/office/drawing/2014/main" id="{343F5058-5F51-4A32-8BF2-C2043499C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1973"/>
                <a:ext cx="679" cy="1426"/>
              </a:xfrm>
              <a:custGeom>
                <a:avLst/>
                <a:gdLst>
                  <a:gd name="T0" fmla="*/ 830 w 408"/>
                  <a:gd name="T1" fmla="*/ 412 h 855"/>
                  <a:gd name="T2" fmla="*/ 1465 w 408"/>
                  <a:gd name="T3" fmla="*/ 632 h 855"/>
                  <a:gd name="T4" fmla="*/ 1513 w 408"/>
                  <a:gd name="T5" fmla="*/ 762 h 855"/>
                  <a:gd name="T6" fmla="*/ 1513 w 408"/>
                  <a:gd name="T7" fmla="*/ 762 h 855"/>
                  <a:gd name="T8" fmla="*/ 820 w 408"/>
                  <a:gd name="T9" fmla="*/ 474 h 855"/>
                  <a:gd name="T10" fmla="*/ 335 w 408"/>
                  <a:gd name="T11" fmla="*/ 342 h 855"/>
                  <a:gd name="T12" fmla="*/ 692 w 408"/>
                  <a:gd name="T13" fmla="*/ 575 h 855"/>
                  <a:gd name="T14" fmla="*/ 1050 w 408"/>
                  <a:gd name="T15" fmla="*/ 1167 h 855"/>
                  <a:gd name="T16" fmla="*/ 1438 w 408"/>
                  <a:gd name="T17" fmla="*/ 1494 h 855"/>
                  <a:gd name="T18" fmla="*/ 1626 w 408"/>
                  <a:gd name="T19" fmla="*/ 1721 h 855"/>
                  <a:gd name="T20" fmla="*/ 1401 w 408"/>
                  <a:gd name="T21" fmla="*/ 1479 h 855"/>
                  <a:gd name="T22" fmla="*/ 1000 w 408"/>
                  <a:gd name="T23" fmla="*/ 1167 h 855"/>
                  <a:gd name="T24" fmla="*/ 820 w 408"/>
                  <a:gd name="T25" fmla="*/ 792 h 855"/>
                  <a:gd name="T26" fmla="*/ 776 w 408"/>
                  <a:gd name="T27" fmla="*/ 984 h 855"/>
                  <a:gd name="T28" fmla="*/ 784 w 408"/>
                  <a:gd name="T29" fmla="*/ 1446 h 855"/>
                  <a:gd name="T30" fmla="*/ 1055 w 408"/>
                  <a:gd name="T31" fmla="*/ 1980 h 855"/>
                  <a:gd name="T32" fmla="*/ 1365 w 408"/>
                  <a:gd name="T33" fmla="*/ 2217 h 855"/>
                  <a:gd name="T34" fmla="*/ 1719 w 408"/>
                  <a:gd name="T35" fmla="*/ 2432 h 855"/>
                  <a:gd name="T36" fmla="*/ 1872 w 408"/>
                  <a:gd name="T37" fmla="*/ 2458 h 855"/>
                  <a:gd name="T38" fmla="*/ 1696 w 408"/>
                  <a:gd name="T39" fmla="*/ 2458 h 855"/>
                  <a:gd name="T40" fmla="*/ 1368 w 408"/>
                  <a:gd name="T41" fmla="*/ 2258 h 855"/>
                  <a:gd name="T42" fmla="*/ 1130 w 408"/>
                  <a:gd name="T43" fmla="*/ 2182 h 855"/>
                  <a:gd name="T44" fmla="*/ 1188 w 408"/>
                  <a:gd name="T45" fmla="*/ 2562 h 855"/>
                  <a:gd name="T46" fmla="*/ 1331 w 408"/>
                  <a:gd name="T47" fmla="*/ 2895 h 855"/>
                  <a:gd name="T48" fmla="*/ 1761 w 408"/>
                  <a:gd name="T49" fmla="*/ 3557 h 855"/>
                  <a:gd name="T50" fmla="*/ 1881 w 408"/>
                  <a:gd name="T51" fmla="*/ 3966 h 855"/>
                  <a:gd name="T52" fmla="*/ 1714 w 408"/>
                  <a:gd name="T53" fmla="*/ 3536 h 855"/>
                  <a:gd name="T54" fmla="*/ 1291 w 408"/>
                  <a:gd name="T55" fmla="*/ 2895 h 855"/>
                  <a:gd name="T56" fmla="*/ 1202 w 408"/>
                  <a:gd name="T57" fmla="*/ 2645 h 855"/>
                  <a:gd name="T58" fmla="*/ 1175 w 408"/>
                  <a:gd name="T59" fmla="*/ 2820 h 855"/>
                  <a:gd name="T60" fmla="*/ 977 w 408"/>
                  <a:gd name="T61" fmla="*/ 3079 h 855"/>
                  <a:gd name="T62" fmla="*/ 784 w 408"/>
                  <a:gd name="T63" fmla="*/ 3432 h 855"/>
                  <a:gd name="T64" fmla="*/ 333 w 408"/>
                  <a:gd name="T65" fmla="*/ 3599 h 855"/>
                  <a:gd name="T66" fmla="*/ 576 w 408"/>
                  <a:gd name="T67" fmla="*/ 3461 h 855"/>
                  <a:gd name="T68" fmla="*/ 909 w 408"/>
                  <a:gd name="T69" fmla="*/ 3136 h 855"/>
                  <a:gd name="T70" fmla="*/ 1117 w 408"/>
                  <a:gd name="T71" fmla="*/ 2820 h 855"/>
                  <a:gd name="T72" fmla="*/ 1097 w 408"/>
                  <a:gd name="T73" fmla="*/ 2542 h 855"/>
                  <a:gd name="T74" fmla="*/ 1042 w 408"/>
                  <a:gd name="T75" fmla="*/ 2200 h 855"/>
                  <a:gd name="T76" fmla="*/ 929 w 408"/>
                  <a:gd name="T77" fmla="*/ 1938 h 855"/>
                  <a:gd name="T78" fmla="*/ 737 w 408"/>
                  <a:gd name="T79" fmla="*/ 1429 h 855"/>
                  <a:gd name="T80" fmla="*/ 501 w 408"/>
                  <a:gd name="T81" fmla="*/ 1820 h 855"/>
                  <a:gd name="T82" fmla="*/ 368 w 408"/>
                  <a:gd name="T83" fmla="*/ 2273 h 855"/>
                  <a:gd name="T84" fmla="*/ 466 w 408"/>
                  <a:gd name="T85" fmla="*/ 1855 h 855"/>
                  <a:gd name="T86" fmla="*/ 722 w 408"/>
                  <a:gd name="T87" fmla="*/ 1313 h 855"/>
                  <a:gd name="T88" fmla="*/ 692 w 408"/>
                  <a:gd name="T89" fmla="*/ 1021 h 855"/>
                  <a:gd name="T90" fmla="*/ 721 w 408"/>
                  <a:gd name="T91" fmla="*/ 665 h 855"/>
                  <a:gd name="T92" fmla="*/ 0 w 408"/>
                  <a:gd name="T93" fmla="*/ 0 h 855"/>
                  <a:gd name="T94" fmla="*/ 158 w 408"/>
                  <a:gd name="T95" fmla="*/ 88 h 855"/>
                  <a:gd name="T96" fmla="*/ 255 w 408"/>
                  <a:gd name="T97" fmla="*/ 242 h 855"/>
                  <a:gd name="T98" fmla="*/ 830 w 408"/>
                  <a:gd name="T99" fmla="*/ 412 h 85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08" h="855">
                    <a:moveTo>
                      <a:pt x="180" y="89"/>
                    </a:moveTo>
                    <a:cubicBezTo>
                      <a:pt x="250" y="97"/>
                      <a:pt x="304" y="126"/>
                      <a:pt x="318" y="136"/>
                    </a:cubicBezTo>
                    <a:cubicBezTo>
                      <a:pt x="338" y="150"/>
                      <a:pt x="328" y="164"/>
                      <a:pt x="328" y="164"/>
                    </a:cubicBezTo>
                    <a:cubicBezTo>
                      <a:pt x="328" y="164"/>
                      <a:pt x="328" y="164"/>
                      <a:pt x="328" y="164"/>
                    </a:cubicBezTo>
                    <a:cubicBezTo>
                      <a:pt x="293" y="123"/>
                      <a:pt x="236" y="108"/>
                      <a:pt x="178" y="102"/>
                    </a:cubicBezTo>
                    <a:cubicBezTo>
                      <a:pt x="119" y="96"/>
                      <a:pt x="73" y="74"/>
                      <a:pt x="73" y="74"/>
                    </a:cubicBezTo>
                    <a:cubicBezTo>
                      <a:pt x="91" y="91"/>
                      <a:pt x="112" y="104"/>
                      <a:pt x="150" y="124"/>
                    </a:cubicBezTo>
                    <a:cubicBezTo>
                      <a:pt x="195" y="147"/>
                      <a:pt x="210" y="203"/>
                      <a:pt x="228" y="252"/>
                    </a:cubicBezTo>
                    <a:cubicBezTo>
                      <a:pt x="245" y="302"/>
                      <a:pt x="293" y="264"/>
                      <a:pt x="312" y="322"/>
                    </a:cubicBezTo>
                    <a:cubicBezTo>
                      <a:pt x="330" y="379"/>
                      <a:pt x="332" y="372"/>
                      <a:pt x="353" y="371"/>
                    </a:cubicBezTo>
                    <a:cubicBezTo>
                      <a:pt x="353" y="371"/>
                      <a:pt x="323" y="409"/>
                      <a:pt x="304" y="319"/>
                    </a:cubicBezTo>
                    <a:cubicBezTo>
                      <a:pt x="296" y="281"/>
                      <a:pt x="235" y="307"/>
                      <a:pt x="217" y="252"/>
                    </a:cubicBezTo>
                    <a:cubicBezTo>
                      <a:pt x="195" y="184"/>
                      <a:pt x="194" y="190"/>
                      <a:pt x="178" y="171"/>
                    </a:cubicBezTo>
                    <a:cubicBezTo>
                      <a:pt x="178" y="171"/>
                      <a:pt x="177" y="200"/>
                      <a:pt x="168" y="212"/>
                    </a:cubicBezTo>
                    <a:cubicBezTo>
                      <a:pt x="150" y="237"/>
                      <a:pt x="178" y="280"/>
                      <a:pt x="170" y="312"/>
                    </a:cubicBezTo>
                    <a:cubicBezTo>
                      <a:pt x="162" y="344"/>
                      <a:pt x="200" y="407"/>
                      <a:pt x="229" y="427"/>
                    </a:cubicBezTo>
                    <a:cubicBezTo>
                      <a:pt x="258" y="447"/>
                      <a:pt x="245" y="474"/>
                      <a:pt x="296" y="478"/>
                    </a:cubicBezTo>
                    <a:cubicBezTo>
                      <a:pt x="346" y="482"/>
                      <a:pt x="352" y="500"/>
                      <a:pt x="373" y="524"/>
                    </a:cubicBezTo>
                    <a:cubicBezTo>
                      <a:pt x="394" y="548"/>
                      <a:pt x="406" y="530"/>
                      <a:pt x="406" y="530"/>
                    </a:cubicBezTo>
                    <a:cubicBezTo>
                      <a:pt x="406" y="530"/>
                      <a:pt x="394" y="552"/>
                      <a:pt x="368" y="530"/>
                    </a:cubicBezTo>
                    <a:cubicBezTo>
                      <a:pt x="341" y="507"/>
                      <a:pt x="342" y="487"/>
                      <a:pt x="297" y="487"/>
                    </a:cubicBezTo>
                    <a:cubicBezTo>
                      <a:pt x="252" y="487"/>
                      <a:pt x="245" y="470"/>
                      <a:pt x="245" y="470"/>
                    </a:cubicBezTo>
                    <a:cubicBezTo>
                      <a:pt x="245" y="470"/>
                      <a:pt x="214" y="519"/>
                      <a:pt x="258" y="552"/>
                    </a:cubicBezTo>
                    <a:cubicBezTo>
                      <a:pt x="302" y="586"/>
                      <a:pt x="276" y="589"/>
                      <a:pt x="289" y="624"/>
                    </a:cubicBezTo>
                    <a:cubicBezTo>
                      <a:pt x="317" y="698"/>
                      <a:pt x="377" y="714"/>
                      <a:pt x="382" y="767"/>
                    </a:cubicBezTo>
                    <a:cubicBezTo>
                      <a:pt x="388" y="820"/>
                      <a:pt x="388" y="844"/>
                      <a:pt x="408" y="855"/>
                    </a:cubicBezTo>
                    <a:cubicBezTo>
                      <a:pt x="408" y="855"/>
                      <a:pt x="378" y="848"/>
                      <a:pt x="372" y="762"/>
                    </a:cubicBezTo>
                    <a:cubicBezTo>
                      <a:pt x="369" y="723"/>
                      <a:pt x="301" y="689"/>
                      <a:pt x="280" y="624"/>
                    </a:cubicBezTo>
                    <a:cubicBezTo>
                      <a:pt x="272" y="600"/>
                      <a:pt x="284" y="576"/>
                      <a:pt x="261" y="570"/>
                    </a:cubicBezTo>
                    <a:cubicBezTo>
                      <a:pt x="261" y="570"/>
                      <a:pt x="253" y="588"/>
                      <a:pt x="255" y="608"/>
                    </a:cubicBezTo>
                    <a:cubicBezTo>
                      <a:pt x="255" y="617"/>
                      <a:pt x="245" y="644"/>
                      <a:pt x="212" y="664"/>
                    </a:cubicBezTo>
                    <a:cubicBezTo>
                      <a:pt x="196" y="674"/>
                      <a:pt x="220" y="715"/>
                      <a:pt x="170" y="740"/>
                    </a:cubicBezTo>
                    <a:cubicBezTo>
                      <a:pt x="122" y="764"/>
                      <a:pt x="89" y="746"/>
                      <a:pt x="72" y="776"/>
                    </a:cubicBezTo>
                    <a:cubicBezTo>
                      <a:pt x="72" y="776"/>
                      <a:pt x="80" y="751"/>
                      <a:pt x="125" y="746"/>
                    </a:cubicBezTo>
                    <a:cubicBezTo>
                      <a:pt x="170" y="740"/>
                      <a:pt x="195" y="725"/>
                      <a:pt x="197" y="676"/>
                    </a:cubicBezTo>
                    <a:cubicBezTo>
                      <a:pt x="198" y="646"/>
                      <a:pt x="238" y="653"/>
                      <a:pt x="242" y="608"/>
                    </a:cubicBezTo>
                    <a:cubicBezTo>
                      <a:pt x="244" y="594"/>
                      <a:pt x="258" y="570"/>
                      <a:pt x="238" y="548"/>
                    </a:cubicBezTo>
                    <a:cubicBezTo>
                      <a:pt x="218" y="527"/>
                      <a:pt x="221" y="502"/>
                      <a:pt x="226" y="474"/>
                    </a:cubicBezTo>
                    <a:cubicBezTo>
                      <a:pt x="232" y="446"/>
                      <a:pt x="221" y="435"/>
                      <a:pt x="201" y="418"/>
                    </a:cubicBezTo>
                    <a:cubicBezTo>
                      <a:pt x="181" y="400"/>
                      <a:pt x="152" y="352"/>
                      <a:pt x="160" y="308"/>
                    </a:cubicBezTo>
                    <a:cubicBezTo>
                      <a:pt x="160" y="308"/>
                      <a:pt x="106" y="348"/>
                      <a:pt x="109" y="392"/>
                    </a:cubicBezTo>
                    <a:cubicBezTo>
                      <a:pt x="112" y="436"/>
                      <a:pt x="104" y="487"/>
                      <a:pt x="80" y="490"/>
                    </a:cubicBezTo>
                    <a:cubicBezTo>
                      <a:pt x="80" y="490"/>
                      <a:pt x="101" y="480"/>
                      <a:pt x="101" y="400"/>
                    </a:cubicBezTo>
                    <a:cubicBezTo>
                      <a:pt x="101" y="320"/>
                      <a:pt x="151" y="319"/>
                      <a:pt x="157" y="283"/>
                    </a:cubicBezTo>
                    <a:cubicBezTo>
                      <a:pt x="160" y="261"/>
                      <a:pt x="141" y="244"/>
                      <a:pt x="150" y="220"/>
                    </a:cubicBezTo>
                    <a:cubicBezTo>
                      <a:pt x="159" y="196"/>
                      <a:pt x="181" y="166"/>
                      <a:pt x="156" y="143"/>
                    </a:cubicBezTo>
                    <a:cubicBezTo>
                      <a:pt x="130" y="120"/>
                      <a:pt x="53" y="107"/>
                      <a:pt x="0" y="0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9"/>
                      <a:pt x="38" y="32"/>
                      <a:pt x="55" y="52"/>
                    </a:cubicBezTo>
                    <a:cubicBezTo>
                      <a:pt x="55" y="52"/>
                      <a:pt x="100" y="81"/>
                      <a:pt x="180" y="89"/>
                    </a:cubicBezTo>
                    <a:close/>
                  </a:path>
                </a:pathLst>
              </a:custGeom>
              <a:solidFill>
                <a:srgbClr val="F15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7" name="Freeform 345">
                <a:extLst>
                  <a:ext uri="{FF2B5EF4-FFF2-40B4-BE49-F238E27FC236}">
                    <a16:creationId xmlns:a16="http://schemas.microsoft.com/office/drawing/2014/main" id="{5F9AE0E8-1DBB-49F6-A78C-0BF465B24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1657"/>
                <a:ext cx="923" cy="1453"/>
              </a:xfrm>
              <a:custGeom>
                <a:avLst/>
                <a:gdLst>
                  <a:gd name="T0" fmla="*/ 1654 w 554"/>
                  <a:gd name="T1" fmla="*/ 505 h 872"/>
                  <a:gd name="T2" fmla="*/ 2497 w 554"/>
                  <a:gd name="T3" fmla="*/ 453 h 872"/>
                  <a:gd name="T4" fmla="*/ 2401 w 554"/>
                  <a:gd name="T5" fmla="*/ 1276 h 872"/>
                  <a:gd name="T6" fmla="*/ 1938 w 554"/>
                  <a:gd name="T7" fmla="*/ 1730 h 872"/>
                  <a:gd name="T8" fmla="*/ 1484 w 554"/>
                  <a:gd name="T9" fmla="*/ 2326 h 872"/>
                  <a:gd name="T10" fmla="*/ 1283 w 554"/>
                  <a:gd name="T11" fmla="*/ 3937 h 872"/>
                  <a:gd name="T12" fmla="*/ 1133 w 554"/>
                  <a:gd name="T13" fmla="*/ 3956 h 872"/>
                  <a:gd name="T14" fmla="*/ 868 w 554"/>
                  <a:gd name="T15" fmla="*/ 3817 h 872"/>
                  <a:gd name="T16" fmla="*/ 770 w 554"/>
                  <a:gd name="T17" fmla="*/ 3554 h 872"/>
                  <a:gd name="T18" fmla="*/ 513 w 554"/>
                  <a:gd name="T19" fmla="*/ 1338 h 872"/>
                  <a:gd name="T20" fmla="*/ 653 w 554"/>
                  <a:gd name="T21" fmla="*/ 846 h 872"/>
                  <a:gd name="T22" fmla="*/ 785 w 554"/>
                  <a:gd name="T23" fmla="*/ 675 h 872"/>
                  <a:gd name="T24" fmla="*/ 1201 w 554"/>
                  <a:gd name="T25" fmla="*/ 612 h 872"/>
                  <a:gd name="T26" fmla="*/ 1591 w 554"/>
                  <a:gd name="T27" fmla="*/ 213 h 872"/>
                  <a:gd name="T28" fmla="*/ 1654 w 554"/>
                  <a:gd name="T29" fmla="*/ 505 h 8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4" h="872">
                    <a:moveTo>
                      <a:pt x="358" y="109"/>
                    </a:moveTo>
                    <a:cubicBezTo>
                      <a:pt x="358" y="109"/>
                      <a:pt x="458" y="0"/>
                      <a:pt x="540" y="98"/>
                    </a:cubicBezTo>
                    <a:cubicBezTo>
                      <a:pt x="550" y="110"/>
                      <a:pt x="554" y="229"/>
                      <a:pt x="519" y="276"/>
                    </a:cubicBezTo>
                    <a:cubicBezTo>
                      <a:pt x="485" y="323"/>
                      <a:pt x="461" y="350"/>
                      <a:pt x="419" y="374"/>
                    </a:cubicBezTo>
                    <a:cubicBezTo>
                      <a:pt x="378" y="399"/>
                      <a:pt x="380" y="471"/>
                      <a:pt x="321" y="503"/>
                    </a:cubicBezTo>
                    <a:cubicBezTo>
                      <a:pt x="262" y="535"/>
                      <a:pt x="163" y="622"/>
                      <a:pt x="277" y="851"/>
                    </a:cubicBezTo>
                    <a:cubicBezTo>
                      <a:pt x="285" y="866"/>
                      <a:pt x="281" y="872"/>
                      <a:pt x="245" y="855"/>
                    </a:cubicBezTo>
                    <a:cubicBezTo>
                      <a:pt x="209" y="838"/>
                      <a:pt x="188" y="825"/>
                      <a:pt x="188" y="825"/>
                    </a:cubicBezTo>
                    <a:cubicBezTo>
                      <a:pt x="188" y="825"/>
                      <a:pt x="185" y="797"/>
                      <a:pt x="166" y="768"/>
                    </a:cubicBezTo>
                    <a:cubicBezTo>
                      <a:pt x="145" y="738"/>
                      <a:pt x="0" y="536"/>
                      <a:pt x="111" y="289"/>
                    </a:cubicBezTo>
                    <a:cubicBezTo>
                      <a:pt x="135" y="234"/>
                      <a:pt x="151" y="197"/>
                      <a:pt x="141" y="183"/>
                    </a:cubicBezTo>
                    <a:cubicBezTo>
                      <a:pt x="132" y="170"/>
                      <a:pt x="128" y="134"/>
                      <a:pt x="170" y="146"/>
                    </a:cubicBezTo>
                    <a:cubicBezTo>
                      <a:pt x="211" y="157"/>
                      <a:pt x="217" y="172"/>
                      <a:pt x="260" y="132"/>
                    </a:cubicBezTo>
                    <a:cubicBezTo>
                      <a:pt x="304" y="93"/>
                      <a:pt x="322" y="113"/>
                      <a:pt x="344" y="46"/>
                    </a:cubicBezTo>
                    <a:cubicBezTo>
                      <a:pt x="344" y="46"/>
                      <a:pt x="353" y="98"/>
                      <a:pt x="358" y="109"/>
                    </a:cubicBezTo>
                    <a:close/>
                  </a:path>
                </a:pathLst>
              </a:custGeom>
              <a:solidFill>
                <a:srgbClr val="C199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8" name="Oval 346">
                <a:extLst>
                  <a:ext uri="{FF2B5EF4-FFF2-40B4-BE49-F238E27FC236}">
                    <a16:creationId xmlns:a16="http://schemas.microsoft.com/office/drawing/2014/main" id="{43AE1C99-CEB8-4EA5-A2E2-970C67F2E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6" y="1340"/>
                <a:ext cx="374" cy="90"/>
              </a:xfrm>
              <a:prstGeom prst="ellipse">
                <a:avLst/>
              </a:prstGeom>
              <a:solidFill>
                <a:srgbClr val="D5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49" name="Oval 347">
                <a:extLst>
                  <a:ext uri="{FF2B5EF4-FFF2-40B4-BE49-F238E27FC236}">
                    <a16:creationId xmlns:a16="http://schemas.microsoft.com/office/drawing/2014/main" id="{0864AFDA-F47E-47EB-8530-CBEF2F5B8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1358"/>
                <a:ext cx="318" cy="54"/>
              </a:xfrm>
              <a:prstGeom prst="ellipse">
                <a:avLst/>
              </a:prstGeom>
              <a:solidFill>
                <a:srgbClr val="4183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50" name="Freeform 348">
                <a:extLst>
                  <a:ext uri="{FF2B5EF4-FFF2-40B4-BE49-F238E27FC236}">
                    <a16:creationId xmlns:a16="http://schemas.microsoft.com/office/drawing/2014/main" id="{B67F3FF6-EEA7-4082-8E4E-4743397CA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1350"/>
                <a:ext cx="318" cy="47"/>
              </a:xfrm>
              <a:custGeom>
                <a:avLst/>
                <a:gdLst>
                  <a:gd name="T0" fmla="*/ 839 w 191"/>
                  <a:gd name="T1" fmla="*/ 133 h 28"/>
                  <a:gd name="T2" fmla="*/ 881 w 191"/>
                  <a:gd name="T3" fmla="*/ 99 h 28"/>
                  <a:gd name="T4" fmla="*/ 443 w 191"/>
                  <a:gd name="T5" fmla="*/ 22 h 28"/>
                  <a:gd name="T6" fmla="*/ 0 w 191"/>
                  <a:gd name="T7" fmla="*/ 99 h 28"/>
                  <a:gd name="T8" fmla="*/ 47 w 191"/>
                  <a:gd name="T9" fmla="*/ 133 h 28"/>
                  <a:gd name="T10" fmla="*/ 839 w 191"/>
                  <a:gd name="T11" fmla="*/ 13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1" h="28">
                    <a:moveTo>
                      <a:pt x="182" y="28"/>
                    </a:moveTo>
                    <a:cubicBezTo>
                      <a:pt x="188" y="26"/>
                      <a:pt x="191" y="23"/>
                      <a:pt x="191" y="21"/>
                    </a:cubicBezTo>
                    <a:cubicBezTo>
                      <a:pt x="191" y="12"/>
                      <a:pt x="148" y="5"/>
                      <a:pt x="96" y="5"/>
                    </a:cubicBezTo>
                    <a:cubicBezTo>
                      <a:pt x="43" y="5"/>
                      <a:pt x="0" y="12"/>
                      <a:pt x="0" y="21"/>
                    </a:cubicBezTo>
                    <a:cubicBezTo>
                      <a:pt x="0" y="23"/>
                      <a:pt x="4" y="26"/>
                      <a:pt x="10" y="28"/>
                    </a:cubicBezTo>
                    <a:cubicBezTo>
                      <a:pt x="10" y="28"/>
                      <a:pt x="100" y="0"/>
                      <a:pt x="182" y="28"/>
                    </a:cubicBezTo>
                    <a:close/>
                  </a:path>
                </a:pathLst>
              </a:custGeom>
              <a:solidFill>
                <a:srgbClr val="A4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1" name="Line 349">
                <a:extLst>
                  <a:ext uri="{FF2B5EF4-FFF2-40B4-BE49-F238E27FC236}">
                    <a16:creationId xmlns:a16="http://schemas.microsoft.com/office/drawing/2014/main" id="{E02A4211-EAC0-4798-86F2-7D074EBEC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10" y="1385"/>
                <a:ext cx="1" cy="23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2" name="Freeform 350">
                <a:extLst>
                  <a:ext uri="{FF2B5EF4-FFF2-40B4-BE49-F238E27FC236}">
                    <a16:creationId xmlns:a16="http://schemas.microsoft.com/office/drawing/2014/main" id="{067C79F0-B71D-45C0-B37C-81DC38BF3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1385"/>
                <a:ext cx="21" cy="515"/>
              </a:xfrm>
              <a:custGeom>
                <a:avLst/>
                <a:gdLst>
                  <a:gd name="T0" fmla="*/ 0 w 13"/>
                  <a:gd name="T1" fmla="*/ 0 h 309"/>
                  <a:gd name="T2" fmla="*/ 42 w 13"/>
                  <a:gd name="T3" fmla="*/ 1430 h 30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09">
                    <a:moveTo>
                      <a:pt x="0" y="0"/>
                    </a:moveTo>
                    <a:cubicBezTo>
                      <a:pt x="0" y="0"/>
                      <a:pt x="13" y="250"/>
                      <a:pt x="10" y="309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3" name="Oval 351">
                <a:extLst>
                  <a:ext uri="{FF2B5EF4-FFF2-40B4-BE49-F238E27FC236}">
                    <a16:creationId xmlns:a16="http://schemas.microsoft.com/office/drawing/2014/main" id="{F682F3DC-182E-47BB-90A1-C1C8DA129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6" y="1340"/>
                <a:ext cx="374" cy="90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54" name="Oval 352">
                <a:extLst>
                  <a:ext uri="{FF2B5EF4-FFF2-40B4-BE49-F238E27FC236}">
                    <a16:creationId xmlns:a16="http://schemas.microsoft.com/office/drawing/2014/main" id="{81FC47BC-1941-492B-8858-81B440A4D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" y="1358"/>
                <a:ext cx="318" cy="54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55" name="Freeform 353">
                <a:extLst>
                  <a:ext uri="{FF2B5EF4-FFF2-40B4-BE49-F238E27FC236}">
                    <a16:creationId xmlns:a16="http://schemas.microsoft.com/office/drawing/2014/main" id="{8029AF57-CDDC-4FCB-A9FB-E75FEFB5D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771"/>
                <a:ext cx="1076" cy="1067"/>
              </a:xfrm>
              <a:custGeom>
                <a:avLst/>
                <a:gdLst>
                  <a:gd name="T0" fmla="*/ 222 w 646"/>
                  <a:gd name="T1" fmla="*/ 2966 h 640"/>
                  <a:gd name="T2" fmla="*/ 338 w 646"/>
                  <a:gd name="T3" fmla="*/ 1557 h 640"/>
                  <a:gd name="T4" fmla="*/ 651 w 646"/>
                  <a:gd name="T5" fmla="*/ 388 h 640"/>
                  <a:gd name="T6" fmla="*/ 1168 w 646"/>
                  <a:gd name="T7" fmla="*/ 222 h 640"/>
                  <a:gd name="T8" fmla="*/ 1521 w 646"/>
                  <a:gd name="T9" fmla="*/ 575 h 640"/>
                  <a:gd name="T10" fmla="*/ 1909 w 646"/>
                  <a:gd name="T11" fmla="*/ 0 h 640"/>
                  <a:gd name="T12" fmla="*/ 2167 w 646"/>
                  <a:gd name="T13" fmla="*/ 187 h 640"/>
                  <a:gd name="T14" fmla="*/ 2130 w 646"/>
                  <a:gd name="T15" fmla="*/ 592 h 640"/>
                  <a:gd name="T16" fmla="*/ 2425 w 646"/>
                  <a:gd name="T17" fmla="*/ 222 h 640"/>
                  <a:gd name="T18" fmla="*/ 2758 w 646"/>
                  <a:gd name="T19" fmla="*/ 425 h 640"/>
                  <a:gd name="T20" fmla="*/ 2658 w 646"/>
                  <a:gd name="T21" fmla="*/ 654 h 640"/>
                  <a:gd name="T22" fmla="*/ 2702 w 646"/>
                  <a:gd name="T23" fmla="*/ 950 h 640"/>
                  <a:gd name="T24" fmla="*/ 2985 w 646"/>
                  <a:gd name="T25" fmla="*/ 1766 h 6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6" h="640">
                    <a:moveTo>
                      <a:pt x="48" y="640"/>
                    </a:moveTo>
                    <a:cubicBezTo>
                      <a:pt x="34" y="590"/>
                      <a:pt x="0" y="439"/>
                      <a:pt x="73" y="336"/>
                    </a:cubicBezTo>
                    <a:cubicBezTo>
                      <a:pt x="161" y="212"/>
                      <a:pt x="177" y="140"/>
                      <a:pt x="141" y="84"/>
                    </a:cubicBezTo>
                    <a:cubicBezTo>
                      <a:pt x="141" y="84"/>
                      <a:pt x="209" y="28"/>
                      <a:pt x="253" y="48"/>
                    </a:cubicBezTo>
                    <a:cubicBezTo>
                      <a:pt x="253" y="48"/>
                      <a:pt x="272" y="124"/>
                      <a:pt x="329" y="124"/>
                    </a:cubicBezTo>
                    <a:cubicBezTo>
                      <a:pt x="357" y="124"/>
                      <a:pt x="377" y="0"/>
                      <a:pt x="413" y="0"/>
                    </a:cubicBezTo>
                    <a:cubicBezTo>
                      <a:pt x="413" y="0"/>
                      <a:pt x="457" y="4"/>
                      <a:pt x="469" y="40"/>
                    </a:cubicBezTo>
                    <a:cubicBezTo>
                      <a:pt x="469" y="40"/>
                      <a:pt x="433" y="120"/>
                      <a:pt x="461" y="128"/>
                    </a:cubicBezTo>
                    <a:cubicBezTo>
                      <a:pt x="489" y="136"/>
                      <a:pt x="525" y="48"/>
                      <a:pt x="525" y="48"/>
                    </a:cubicBezTo>
                    <a:cubicBezTo>
                      <a:pt x="525" y="48"/>
                      <a:pt x="569" y="36"/>
                      <a:pt x="597" y="92"/>
                    </a:cubicBezTo>
                    <a:cubicBezTo>
                      <a:pt x="597" y="92"/>
                      <a:pt x="594" y="120"/>
                      <a:pt x="575" y="141"/>
                    </a:cubicBezTo>
                    <a:cubicBezTo>
                      <a:pt x="556" y="162"/>
                      <a:pt x="560" y="181"/>
                      <a:pt x="585" y="205"/>
                    </a:cubicBezTo>
                    <a:cubicBezTo>
                      <a:pt x="607" y="226"/>
                      <a:pt x="646" y="269"/>
                      <a:pt x="646" y="381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6" name="Freeform 354">
                <a:extLst>
                  <a:ext uri="{FF2B5EF4-FFF2-40B4-BE49-F238E27FC236}">
                    <a16:creationId xmlns:a16="http://schemas.microsoft.com/office/drawing/2014/main" id="{1F759805-B073-4C53-AAE8-A526BB70D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1657"/>
                <a:ext cx="923" cy="1453"/>
              </a:xfrm>
              <a:custGeom>
                <a:avLst/>
                <a:gdLst>
                  <a:gd name="T0" fmla="*/ 1654 w 554"/>
                  <a:gd name="T1" fmla="*/ 505 h 872"/>
                  <a:gd name="T2" fmla="*/ 2497 w 554"/>
                  <a:gd name="T3" fmla="*/ 453 h 872"/>
                  <a:gd name="T4" fmla="*/ 2401 w 554"/>
                  <a:gd name="T5" fmla="*/ 1276 h 872"/>
                  <a:gd name="T6" fmla="*/ 1938 w 554"/>
                  <a:gd name="T7" fmla="*/ 1730 h 872"/>
                  <a:gd name="T8" fmla="*/ 1484 w 554"/>
                  <a:gd name="T9" fmla="*/ 2326 h 872"/>
                  <a:gd name="T10" fmla="*/ 1283 w 554"/>
                  <a:gd name="T11" fmla="*/ 3937 h 872"/>
                  <a:gd name="T12" fmla="*/ 1133 w 554"/>
                  <a:gd name="T13" fmla="*/ 3956 h 872"/>
                  <a:gd name="T14" fmla="*/ 868 w 554"/>
                  <a:gd name="T15" fmla="*/ 3817 h 872"/>
                  <a:gd name="T16" fmla="*/ 770 w 554"/>
                  <a:gd name="T17" fmla="*/ 3554 h 872"/>
                  <a:gd name="T18" fmla="*/ 513 w 554"/>
                  <a:gd name="T19" fmla="*/ 1338 h 872"/>
                  <a:gd name="T20" fmla="*/ 653 w 554"/>
                  <a:gd name="T21" fmla="*/ 846 h 872"/>
                  <a:gd name="T22" fmla="*/ 785 w 554"/>
                  <a:gd name="T23" fmla="*/ 675 h 872"/>
                  <a:gd name="T24" fmla="*/ 1201 w 554"/>
                  <a:gd name="T25" fmla="*/ 612 h 872"/>
                  <a:gd name="T26" fmla="*/ 1591 w 554"/>
                  <a:gd name="T27" fmla="*/ 213 h 872"/>
                  <a:gd name="T28" fmla="*/ 1654 w 554"/>
                  <a:gd name="T29" fmla="*/ 505 h 8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4" h="872">
                    <a:moveTo>
                      <a:pt x="358" y="109"/>
                    </a:moveTo>
                    <a:cubicBezTo>
                      <a:pt x="358" y="109"/>
                      <a:pt x="458" y="0"/>
                      <a:pt x="540" y="98"/>
                    </a:cubicBezTo>
                    <a:cubicBezTo>
                      <a:pt x="550" y="110"/>
                      <a:pt x="554" y="229"/>
                      <a:pt x="519" y="276"/>
                    </a:cubicBezTo>
                    <a:cubicBezTo>
                      <a:pt x="485" y="323"/>
                      <a:pt x="461" y="350"/>
                      <a:pt x="419" y="374"/>
                    </a:cubicBezTo>
                    <a:cubicBezTo>
                      <a:pt x="378" y="399"/>
                      <a:pt x="380" y="471"/>
                      <a:pt x="321" y="503"/>
                    </a:cubicBezTo>
                    <a:cubicBezTo>
                      <a:pt x="262" y="535"/>
                      <a:pt x="163" y="622"/>
                      <a:pt x="277" y="851"/>
                    </a:cubicBezTo>
                    <a:cubicBezTo>
                      <a:pt x="285" y="866"/>
                      <a:pt x="281" y="872"/>
                      <a:pt x="245" y="855"/>
                    </a:cubicBezTo>
                    <a:cubicBezTo>
                      <a:pt x="209" y="838"/>
                      <a:pt x="188" y="825"/>
                      <a:pt x="188" y="825"/>
                    </a:cubicBezTo>
                    <a:cubicBezTo>
                      <a:pt x="188" y="825"/>
                      <a:pt x="182" y="792"/>
                      <a:pt x="166" y="768"/>
                    </a:cubicBezTo>
                    <a:cubicBezTo>
                      <a:pt x="146" y="738"/>
                      <a:pt x="0" y="536"/>
                      <a:pt x="111" y="289"/>
                    </a:cubicBezTo>
                    <a:cubicBezTo>
                      <a:pt x="135" y="234"/>
                      <a:pt x="151" y="197"/>
                      <a:pt x="141" y="183"/>
                    </a:cubicBezTo>
                    <a:cubicBezTo>
                      <a:pt x="132" y="170"/>
                      <a:pt x="128" y="134"/>
                      <a:pt x="170" y="146"/>
                    </a:cubicBezTo>
                    <a:cubicBezTo>
                      <a:pt x="211" y="157"/>
                      <a:pt x="217" y="172"/>
                      <a:pt x="260" y="132"/>
                    </a:cubicBezTo>
                    <a:cubicBezTo>
                      <a:pt x="304" y="93"/>
                      <a:pt x="322" y="113"/>
                      <a:pt x="344" y="46"/>
                    </a:cubicBezTo>
                    <a:cubicBezTo>
                      <a:pt x="344" y="46"/>
                      <a:pt x="353" y="98"/>
                      <a:pt x="358" y="10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7" name="Freeform 355">
                <a:extLst>
                  <a:ext uri="{FF2B5EF4-FFF2-40B4-BE49-F238E27FC236}">
                    <a16:creationId xmlns:a16="http://schemas.microsoft.com/office/drawing/2014/main" id="{497AB197-7B8C-4642-B6D6-4B59A44A6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247"/>
                <a:ext cx="1922" cy="1372"/>
              </a:xfrm>
              <a:custGeom>
                <a:avLst/>
                <a:gdLst>
                  <a:gd name="T0" fmla="*/ 4014 w 1154"/>
                  <a:gd name="T1" fmla="*/ 0 h 823"/>
                  <a:gd name="T2" fmla="*/ 4400 w 1154"/>
                  <a:gd name="T3" fmla="*/ 945 h 823"/>
                  <a:gd name="T4" fmla="*/ 4400 w 1154"/>
                  <a:gd name="T5" fmla="*/ 3346 h 823"/>
                  <a:gd name="T6" fmla="*/ 3118 w 1154"/>
                  <a:gd name="T7" fmla="*/ 3661 h 823"/>
                  <a:gd name="T8" fmla="*/ 0 w 1154"/>
                  <a:gd name="T9" fmla="*/ 2354 h 8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4" h="823">
                    <a:moveTo>
                      <a:pt x="869" y="0"/>
                    </a:moveTo>
                    <a:cubicBezTo>
                      <a:pt x="904" y="50"/>
                      <a:pt x="936" y="117"/>
                      <a:pt x="952" y="204"/>
                    </a:cubicBezTo>
                    <a:cubicBezTo>
                      <a:pt x="997" y="457"/>
                      <a:pt x="1154" y="594"/>
                      <a:pt x="952" y="722"/>
                    </a:cubicBezTo>
                    <a:cubicBezTo>
                      <a:pt x="814" y="808"/>
                      <a:pt x="812" y="823"/>
                      <a:pt x="675" y="790"/>
                    </a:cubicBezTo>
                    <a:cubicBezTo>
                      <a:pt x="570" y="764"/>
                      <a:pt x="145" y="714"/>
                      <a:pt x="0" y="50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8" name="Freeform 356">
                <a:extLst>
                  <a:ext uri="{FF2B5EF4-FFF2-40B4-BE49-F238E27FC236}">
                    <a16:creationId xmlns:a16="http://schemas.microsoft.com/office/drawing/2014/main" id="{00225EB6-5EE6-45C3-8CAA-FBE4EF12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047"/>
                <a:ext cx="155" cy="132"/>
              </a:xfrm>
              <a:custGeom>
                <a:avLst/>
                <a:gdLst>
                  <a:gd name="T0" fmla="*/ 0 w 93"/>
                  <a:gd name="T1" fmla="*/ 0 h 79"/>
                  <a:gd name="T2" fmla="*/ 430 w 93"/>
                  <a:gd name="T3" fmla="*/ 369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79">
                    <a:moveTo>
                      <a:pt x="0" y="0"/>
                    </a:moveTo>
                    <a:cubicBezTo>
                      <a:pt x="21" y="12"/>
                      <a:pt x="57" y="37"/>
                      <a:pt x="93" y="7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9" name="Freeform 357">
                <a:extLst>
                  <a:ext uri="{FF2B5EF4-FFF2-40B4-BE49-F238E27FC236}">
                    <a16:creationId xmlns:a16="http://schemas.microsoft.com/office/drawing/2014/main" id="{2835BBBC-BC75-4B9D-A2CC-0CAD66A27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272"/>
                <a:ext cx="908" cy="997"/>
              </a:xfrm>
              <a:custGeom>
                <a:avLst/>
                <a:gdLst>
                  <a:gd name="T0" fmla="*/ 825 w 545"/>
                  <a:gd name="T1" fmla="*/ 97 h 598"/>
                  <a:gd name="T2" fmla="*/ 245 w 545"/>
                  <a:gd name="T3" fmla="*/ 570 h 598"/>
                  <a:gd name="T4" fmla="*/ 147 w 545"/>
                  <a:gd name="T5" fmla="*/ 1229 h 598"/>
                  <a:gd name="T6" fmla="*/ 28 w 545"/>
                  <a:gd name="T7" fmla="*/ 2359 h 598"/>
                  <a:gd name="T8" fmla="*/ 1018 w 545"/>
                  <a:gd name="T9" fmla="*/ 2279 h 598"/>
                  <a:gd name="T10" fmla="*/ 1401 w 545"/>
                  <a:gd name="T11" fmla="*/ 1987 h 598"/>
                  <a:gd name="T12" fmla="*/ 1363 w 545"/>
                  <a:gd name="T13" fmla="*/ 992 h 598"/>
                  <a:gd name="T14" fmla="*/ 2058 w 545"/>
                  <a:gd name="T15" fmla="*/ 1429 h 598"/>
                  <a:gd name="T16" fmla="*/ 2501 w 545"/>
                  <a:gd name="T17" fmla="*/ 884 h 598"/>
                  <a:gd name="T18" fmla="*/ 1068 w 545"/>
                  <a:gd name="T19" fmla="*/ 187 h 598"/>
                  <a:gd name="T20" fmla="*/ 825 w 545"/>
                  <a:gd name="T21" fmla="*/ 97 h 5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5" h="598">
                    <a:moveTo>
                      <a:pt x="178" y="21"/>
                    </a:moveTo>
                    <a:cubicBezTo>
                      <a:pt x="178" y="21"/>
                      <a:pt x="78" y="51"/>
                      <a:pt x="53" y="123"/>
                    </a:cubicBezTo>
                    <a:cubicBezTo>
                      <a:pt x="29" y="195"/>
                      <a:pt x="59" y="187"/>
                      <a:pt x="32" y="265"/>
                    </a:cubicBezTo>
                    <a:cubicBezTo>
                      <a:pt x="6" y="342"/>
                      <a:pt x="15" y="456"/>
                      <a:pt x="6" y="509"/>
                    </a:cubicBezTo>
                    <a:cubicBezTo>
                      <a:pt x="0" y="541"/>
                      <a:pt x="120" y="598"/>
                      <a:pt x="220" y="492"/>
                    </a:cubicBezTo>
                    <a:cubicBezTo>
                      <a:pt x="252" y="458"/>
                      <a:pt x="265" y="420"/>
                      <a:pt x="303" y="429"/>
                    </a:cubicBezTo>
                    <a:cubicBezTo>
                      <a:pt x="303" y="429"/>
                      <a:pt x="210" y="333"/>
                      <a:pt x="295" y="214"/>
                    </a:cubicBezTo>
                    <a:cubicBezTo>
                      <a:pt x="339" y="153"/>
                      <a:pt x="445" y="308"/>
                      <a:pt x="445" y="308"/>
                    </a:cubicBezTo>
                    <a:cubicBezTo>
                      <a:pt x="445" y="308"/>
                      <a:pt x="545" y="291"/>
                      <a:pt x="541" y="191"/>
                    </a:cubicBezTo>
                    <a:cubicBezTo>
                      <a:pt x="541" y="191"/>
                      <a:pt x="428" y="0"/>
                      <a:pt x="231" y="40"/>
                    </a:cubicBezTo>
                    <a:cubicBezTo>
                      <a:pt x="212" y="44"/>
                      <a:pt x="203" y="11"/>
                      <a:pt x="178" y="21"/>
                    </a:cubicBezTo>
                    <a:close/>
                  </a:path>
                </a:pathLst>
              </a:custGeom>
              <a:solidFill>
                <a:srgbClr val="A4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0" name="Freeform 358">
                <a:extLst>
                  <a:ext uri="{FF2B5EF4-FFF2-40B4-BE49-F238E27FC236}">
                    <a16:creationId xmlns:a16="http://schemas.microsoft.com/office/drawing/2014/main" id="{6182F7F8-BB0F-43ED-8AB3-CD73EC556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272"/>
                <a:ext cx="906" cy="997"/>
              </a:xfrm>
              <a:custGeom>
                <a:avLst/>
                <a:gdLst>
                  <a:gd name="T0" fmla="*/ 2092 w 544"/>
                  <a:gd name="T1" fmla="*/ 1424 h 598"/>
                  <a:gd name="T2" fmla="*/ 2500 w 544"/>
                  <a:gd name="T3" fmla="*/ 884 h 598"/>
                  <a:gd name="T4" fmla="*/ 1068 w 544"/>
                  <a:gd name="T5" fmla="*/ 187 h 598"/>
                  <a:gd name="T6" fmla="*/ 821 w 544"/>
                  <a:gd name="T7" fmla="*/ 97 h 598"/>
                  <a:gd name="T8" fmla="*/ 245 w 544"/>
                  <a:gd name="T9" fmla="*/ 570 h 598"/>
                  <a:gd name="T10" fmla="*/ 147 w 544"/>
                  <a:gd name="T11" fmla="*/ 1229 h 598"/>
                  <a:gd name="T12" fmla="*/ 28 w 544"/>
                  <a:gd name="T13" fmla="*/ 2359 h 598"/>
                  <a:gd name="T14" fmla="*/ 1016 w 544"/>
                  <a:gd name="T15" fmla="*/ 2279 h 598"/>
                  <a:gd name="T16" fmla="*/ 1401 w 544"/>
                  <a:gd name="T17" fmla="*/ 1987 h 5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4" h="598">
                    <a:moveTo>
                      <a:pt x="453" y="307"/>
                    </a:moveTo>
                    <a:cubicBezTo>
                      <a:pt x="477" y="300"/>
                      <a:pt x="544" y="274"/>
                      <a:pt x="541" y="191"/>
                    </a:cubicBezTo>
                    <a:cubicBezTo>
                      <a:pt x="541" y="191"/>
                      <a:pt x="428" y="0"/>
                      <a:pt x="231" y="40"/>
                    </a:cubicBezTo>
                    <a:cubicBezTo>
                      <a:pt x="212" y="44"/>
                      <a:pt x="203" y="11"/>
                      <a:pt x="178" y="21"/>
                    </a:cubicBezTo>
                    <a:cubicBezTo>
                      <a:pt x="178" y="21"/>
                      <a:pt x="78" y="51"/>
                      <a:pt x="53" y="123"/>
                    </a:cubicBezTo>
                    <a:cubicBezTo>
                      <a:pt x="29" y="195"/>
                      <a:pt x="59" y="187"/>
                      <a:pt x="32" y="265"/>
                    </a:cubicBezTo>
                    <a:cubicBezTo>
                      <a:pt x="6" y="342"/>
                      <a:pt x="15" y="456"/>
                      <a:pt x="6" y="509"/>
                    </a:cubicBezTo>
                    <a:cubicBezTo>
                      <a:pt x="0" y="541"/>
                      <a:pt x="120" y="598"/>
                      <a:pt x="220" y="492"/>
                    </a:cubicBezTo>
                    <a:cubicBezTo>
                      <a:pt x="252" y="458"/>
                      <a:pt x="265" y="420"/>
                      <a:pt x="303" y="429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1" name="Freeform 359">
                <a:extLst>
                  <a:ext uri="{FF2B5EF4-FFF2-40B4-BE49-F238E27FC236}">
                    <a16:creationId xmlns:a16="http://schemas.microsoft.com/office/drawing/2014/main" id="{498EB4AB-5DFB-4040-99AC-EEB64EBC0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522"/>
                <a:ext cx="493" cy="563"/>
              </a:xfrm>
              <a:custGeom>
                <a:avLst/>
                <a:gdLst>
                  <a:gd name="T0" fmla="*/ 1289 w 296"/>
                  <a:gd name="T1" fmla="*/ 1404 h 338"/>
                  <a:gd name="T2" fmla="*/ 846 w 296"/>
                  <a:gd name="T3" fmla="*/ 1534 h 338"/>
                  <a:gd name="T4" fmla="*/ 250 w 296"/>
                  <a:gd name="T5" fmla="*/ 1133 h 338"/>
                  <a:gd name="T6" fmla="*/ 278 w 296"/>
                  <a:gd name="T7" fmla="*/ 278 h 338"/>
                  <a:gd name="T8" fmla="*/ 1034 w 296"/>
                  <a:gd name="T9" fmla="*/ 708 h 338"/>
                  <a:gd name="T10" fmla="*/ 1279 w 296"/>
                  <a:gd name="T11" fmla="*/ 1118 h 338"/>
                  <a:gd name="T12" fmla="*/ 1289 w 296"/>
                  <a:gd name="T13" fmla="*/ 1404 h 3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6" h="338">
                    <a:moveTo>
                      <a:pt x="279" y="304"/>
                    </a:moveTo>
                    <a:cubicBezTo>
                      <a:pt x="274" y="327"/>
                      <a:pt x="251" y="338"/>
                      <a:pt x="183" y="332"/>
                    </a:cubicBezTo>
                    <a:cubicBezTo>
                      <a:pt x="115" y="327"/>
                      <a:pt x="94" y="310"/>
                      <a:pt x="54" y="245"/>
                    </a:cubicBezTo>
                    <a:cubicBezTo>
                      <a:pt x="54" y="245"/>
                      <a:pt x="0" y="173"/>
                      <a:pt x="60" y="60"/>
                    </a:cubicBezTo>
                    <a:cubicBezTo>
                      <a:pt x="92" y="0"/>
                      <a:pt x="190" y="107"/>
                      <a:pt x="224" y="153"/>
                    </a:cubicBezTo>
                    <a:cubicBezTo>
                      <a:pt x="224" y="153"/>
                      <a:pt x="255" y="219"/>
                      <a:pt x="277" y="242"/>
                    </a:cubicBezTo>
                    <a:cubicBezTo>
                      <a:pt x="296" y="261"/>
                      <a:pt x="279" y="304"/>
                      <a:pt x="279" y="304"/>
                    </a:cubicBezTo>
                    <a:close/>
                  </a:path>
                </a:pathLst>
              </a:custGeom>
              <a:solidFill>
                <a:srgbClr val="C199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2" name="Freeform 360">
                <a:extLst>
                  <a:ext uri="{FF2B5EF4-FFF2-40B4-BE49-F238E27FC236}">
                    <a16:creationId xmlns:a16="http://schemas.microsoft.com/office/drawing/2014/main" id="{2A210EC0-4658-4925-8F0D-69CCF535D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522"/>
                <a:ext cx="493" cy="563"/>
              </a:xfrm>
              <a:custGeom>
                <a:avLst/>
                <a:gdLst>
                  <a:gd name="T0" fmla="*/ 1289 w 296"/>
                  <a:gd name="T1" fmla="*/ 1404 h 338"/>
                  <a:gd name="T2" fmla="*/ 846 w 296"/>
                  <a:gd name="T3" fmla="*/ 1534 h 338"/>
                  <a:gd name="T4" fmla="*/ 250 w 296"/>
                  <a:gd name="T5" fmla="*/ 1133 h 338"/>
                  <a:gd name="T6" fmla="*/ 278 w 296"/>
                  <a:gd name="T7" fmla="*/ 278 h 338"/>
                  <a:gd name="T8" fmla="*/ 1034 w 296"/>
                  <a:gd name="T9" fmla="*/ 708 h 338"/>
                  <a:gd name="T10" fmla="*/ 1279 w 296"/>
                  <a:gd name="T11" fmla="*/ 1118 h 338"/>
                  <a:gd name="T12" fmla="*/ 1289 w 296"/>
                  <a:gd name="T13" fmla="*/ 1404 h 3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6" h="338">
                    <a:moveTo>
                      <a:pt x="279" y="304"/>
                    </a:moveTo>
                    <a:cubicBezTo>
                      <a:pt x="274" y="327"/>
                      <a:pt x="251" y="338"/>
                      <a:pt x="183" y="332"/>
                    </a:cubicBezTo>
                    <a:cubicBezTo>
                      <a:pt x="115" y="327"/>
                      <a:pt x="94" y="310"/>
                      <a:pt x="54" y="245"/>
                    </a:cubicBezTo>
                    <a:cubicBezTo>
                      <a:pt x="54" y="245"/>
                      <a:pt x="0" y="173"/>
                      <a:pt x="60" y="60"/>
                    </a:cubicBezTo>
                    <a:cubicBezTo>
                      <a:pt x="92" y="0"/>
                      <a:pt x="190" y="107"/>
                      <a:pt x="224" y="153"/>
                    </a:cubicBezTo>
                    <a:cubicBezTo>
                      <a:pt x="224" y="153"/>
                      <a:pt x="255" y="219"/>
                      <a:pt x="277" y="242"/>
                    </a:cubicBezTo>
                    <a:cubicBezTo>
                      <a:pt x="296" y="261"/>
                      <a:pt x="279" y="304"/>
                      <a:pt x="279" y="30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3" name="Freeform 361">
                <a:extLst>
                  <a:ext uri="{FF2B5EF4-FFF2-40B4-BE49-F238E27FC236}">
                    <a16:creationId xmlns:a16="http://schemas.microsoft.com/office/drawing/2014/main" id="{A4498C72-770B-40F5-A10C-5659A2748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835"/>
                <a:ext cx="193" cy="275"/>
              </a:xfrm>
              <a:custGeom>
                <a:avLst/>
                <a:gdLst>
                  <a:gd name="T0" fmla="*/ 534 w 116"/>
                  <a:gd name="T1" fmla="*/ 0 h 165"/>
                  <a:gd name="T2" fmla="*/ 484 w 116"/>
                  <a:gd name="T3" fmla="*/ 97 h 165"/>
                  <a:gd name="T4" fmla="*/ 409 w 116"/>
                  <a:gd name="T5" fmla="*/ 245 h 165"/>
                  <a:gd name="T6" fmla="*/ 216 w 116"/>
                  <a:gd name="T7" fmla="*/ 450 h 165"/>
                  <a:gd name="T8" fmla="*/ 166 w 116"/>
                  <a:gd name="T9" fmla="*/ 592 h 165"/>
                  <a:gd name="T10" fmla="*/ 70 w 116"/>
                  <a:gd name="T11" fmla="*/ 620 h 165"/>
                  <a:gd name="T12" fmla="*/ 13 w 116"/>
                  <a:gd name="T13" fmla="*/ 763 h 1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65">
                    <a:moveTo>
                      <a:pt x="116" y="0"/>
                    </a:moveTo>
                    <a:cubicBezTo>
                      <a:pt x="114" y="7"/>
                      <a:pt x="108" y="14"/>
                      <a:pt x="105" y="21"/>
                    </a:cubicBezTo>
                    <a:cubicBezTo>
                      <a:pt x="101" y="33"/>
                      <a:pt x="99" y="46"/>
                      <a:pt x="89" y="53"/>
                    </a:cubicBezTo>
                    <a:cubicBezTo>
                      <a:pt x="72" y="65"/>
                      <a:pt x="45" y="71"/>
                      <a:pt x="47" y="97"/>
                    </a:cubicBezTo>
                    <a:cubicBezTo>
                      <a:pt x="48" y="113"/>
                      <a:pt x="52" y="118"/>
                      <a:pt x="36" y="128"/>
                    </a:cubicBezTo>
                    <a:cubicBezTo>
                      <a:pt x="29" y="132"/>
                      <a:pt x="22" y="130"/>
                      <a:pt x="15" y="134"/>
                    </a:cubicBezTo>
                    <a:cubicBezTo>
                      <a:pt x="4" y="140"/>
                      <a:pt x="0" y="154"/>
                      <a:pt x="3" y="165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4" name="Freeform 362">
                <a:extLst>
                  <a:ext uri="{FF2B5EF4-FFF2-40B4-BE49-F238E27FC236}">
                    <a16:creationId xmlns:a16="http://schemas.microsoft.com/office/drawing/2014/main" id="{87364790-31CF-451E-97EA-7D79595C6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054"/>
                <a:ext cx="55" cy="46"/>
              </a:xfrm>
              <a:custGeom>
                <a:avLst/>
                <a:gdLst>
                  <a:gd name="T0" fmla="*/ 105 w 33"/>
                  <a:gd name="T1" fmla="*/ 118 h 28"/>
                  <a:gd name="T2" fmla="*/ 22 w 33"/>
                  <a:gd name="T3" fmla="*/ 54 h 28"/>
                  <a:gd name="T4" fmla="*/ 153 w 33"/>
                  <a:gd name="T5" fmla="*/ 6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8">
                    <a:moveTo>
                      <a:pt x="23" y="27"/>
                    </a:moveTo>
                    <a:cubicBezTo>
                      <a:pt x="15" y="28"/>
                      <a:pt x="0" y="24"/>
                      <a:pt x="5" y="12"/>
                    </a:cubicBezTo>
                    <a:cubicBezTo>
                      <a:pt x="11" y="0"/>
                      <a:pt x="27" y="10"/>
                      <a:pt x="33" y="15"/>
                    </a:cubicBezTo>
                  </a:path>
                </a:pathLst>
              </a:custGeom>
              <a:noFill/>
              <a:ln w="20638" cap="flat">
                <a:solidFill>
                  <a:srgbClr val="C199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5" name="Freeform 363">
                <a:extLst>
                  <a:ext uri="{FF2B5EF4-FFF2-40B4-BE49-F238E27FC236}">
                    <a16:creationId xmlns:a16="http://schemas.microsoft.com/office/drawing/2014/main" id="{366CA4DE-30C8-40A0-B71E-AD0448DCA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028"/>
                <a:ext cx="43" cy="42"/>
              </a:xfrm>
              <a:custGeom>
                <a:avLst/>
                <a:gdLst>
                  <a:gd name="T0" fmla="*/ 46 w 26"/>
                  <a:gd name="T1" fmla="*/ 111 h 25"/>
                  <a:gd name="T2" fmla="*/ 28 w 26"/>
                  <a:gd name="T3" fmla="*/ 22 h 25"/>
                  <a:gd name="T4" fmla="*/ 117 w 26"/>
                  <a:gd name="T5" fmla="*/ 11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5">
                    <a:moveTo>
                      <a:pt x="10" y="23"/>
                    </a:moveTo>
                    <a:cubicBezTo>
                      <a:pt x="6" y="21"/>
                      <a:pt x="0" y="8"/>
                      <a:pt x="6" y="5"/>
                    </a:cubicBezTo>
                    <a:cubicBezTo>
                      <a:pt x="14" y="0"/>
                      <a:pt x="22" y="20"/>
                      <a:pt x="26" y="25"/>
                    </a:cubicBezTo>
                  </a:path>
                </a:pathLst>
              </a:custGeom>
              <a:noFill/>
              <a:ln w="11113" cap="flat">
                <a:solidFill>
                  <a:srgbClr val="C199B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6" name="Freeform 364">
                <a:extLst>
                  <a:ext uri="{FF2B5EF4-FFF2-40B4-BE49-F238E27FC236}">
                    <a16:creationId xmlns:a16="http://schemas.microsoft.com/office/drawing/2014/main" id="{3DA2EEF8-F16A-45AD-8D62-5FCEE070C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702"/>
                <a:ext cx="55" cy="75"/>
              </a:xfrm>
              <a:custGeom>
                <a:avLst/>
                <a:gdLst>
                  <a:gd name="T0" fmla="*/ 153 w 33"/>
                  <a:gd name="T1" fmla="*/ 0 h 45"/>
                  <a:gd name="T2" fmla="*/ 105 w 33"/>
                  <a:gd name="T3" fmla="*/ 208 h 45"/>
                  <a:gd name="T4" fmla="*/ 153 w 33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5">
                    <a:moveTo>
                      <a:pt x="33" y="0"/>
                    </a:moveTo>
                    <a:cubicBezTo>
                      <a:pt x="33" y="0"/>
                      <a:pt x="0" y="11"/>
                      <a:pt x="23" y="45"/>
                    </a:cubicBezTo>
                    <a:cubicBezTo>
                      <a:pt x="23" y="45"/>
                      <a:pt x="9" y="20"/>
                      <a:pt x="33" y="0"/>
                    </a:cubicBez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7" name="Freeform 365">
                <a:extLst>
                  <a:ext uri="{FF2B5EF4-FFF2-40B4-BE49-F238E27FC236}">
                    <a16:creationId xmlns:a16="http://schemas.microsoft.com/office/drawing/2014/main" id="{1802D662-E6D9-45FE-8CB1-C3078C744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405"/>
                <a:ext cx="72" cy="100"/>
              </a:xfrm>
              <a:custGeom>
                <a:avLst/>
                <a:gdLst>
                  <a:gd name="T0" fmla="*/ 13 w 43"/>
                  <a:gd name="T1" fmla="*/ 0 h 60"/>
                  <a:gd name="T2" fmla="*/ 0 w 43"/>
                  <a:gd name="T3" fmla="*/ 278 h 60"/>
                  <a:gd name="T4" fmla="*/ 13 w 43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60">
                    <a:moveTo>
                      <a:pt x="3" y="0"/>
                    </a:moveTo>
                    <a:cubicBezTo>
                      <a:pt x="3" y="0"/>
                      <a:pt x="29" y="31"/>
                      <a:pt x="0" y="60"/>
                    </a:cubicBezTo>
                    <a:cubicBezTo>
                      <a:pt x="0" y="60"/>
                      <a:pt x="43" y="33"/>
                      <a:pt x="3" y="0"/>
                    </a:cubicBez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8" name="Freeform 366">
                <a:extLst>
                  <a:ext uri="{FF2B5EF4-FFF2-40B4-BE49-F238E27FC236}">
                    <a16:creationId xmlns:a16="http://schemas.microsoft.com/office/drawing/2014/main" id="{7C24B4F3-6BDE-48A6-BC50-8C04ED414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052"/>
                <a:ext cx="187" cy="143"/>
              </a:xfrm>
              <a:custGeom>
                <a:avLst/>
                <a:gdLst>
                  <a:gd name="T0" fmla="*/ 0 w 112"/>
                  <a:gd name="T1" fmla="*/ 0 h 86"/>
                  <a:gd name="T2" fmla="*/ 521 w 112"/>
                  <a:gd name="T3" fmla="*/ 396 h 86"/>
                  <a:gd name="T4" fmla="*/ 42 w 112"/>
                  <a:gd name="T5" fmla="*/ 13 h 86"/>
                  <a:gd name="T6" fmla="*/ 0 w 112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86">
                    <a:moveTo>
                      <a:pt x="0" y="0"/>
                    </a:moveTo>
                    <a:cubicBezTo>
                      <a:pt x="0" y="0"/>
                      <a:pt x="36" y="52"/>
                      <a:pt x="112" y="86"/>
                    </a:cubicBezTo>
                    <a:cubicBezTo>
                      <a:pt x="112" y="86"/>
                      <a:pt x="28" y="32"/>
                      <a:pt x="9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9" name="Freeform 367">
                <a:extLst>
                  <a:ext uri="{FF2B5EF4-FFF2-40B4-BE49-F238E27FC236}">
                    <a16:creationId xmlns:a16="http://schemas.microsoft.com/office/drawing/2014/main" id="{05DF1BC9-20CF-48DD-B79F-3D9213822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697"/>
                <a:ext cx="36" cy="165"/>
              </a:xfrm>
              <a:custGeom>
                <a:avLst/>
                <a:gdLst>
                  <a:gd name="T0" fmla="*/ 21 w 22"/>
                  <a:gd name="T1" fmla="*/ 0 h 99"/>
                  <a:gd name="T2" fmla="*/ 43 w 22"/>
                  <a:gd name="T3" fmla="*/ 195 h 99"/>
                  <a:gd name="T4" fmla="*/ 62 w 22"/>
                  <a:gd name="T5" fmla="*/ 458 h 99"/>
                  <a:gd name="T6" fmla="*/ 62 w 22"/>
                  <a:gd name="T7" fmla="*/ 195 h 99"/>
                  <a:gd name="T8" fmla="*/ 21 w 22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99">
                    <a:moveTo>
                      <a:pt x="5" y="0"/>
                    </a:moveTo>
                    <a:cubicBezTo>
                      <a:pt x="5" y="0"/>
                      <a:pt x="19" y="17"/>
                      <a:pt x="10" y="42"/>
                    </a:cubicBezTo>
                    <a:cubicBezTo>
                      <a:pt x="0" y="68"/>
                      <a:pt x="14" y="99"/>
                      <a:pt x="14" y="99"/>
                    </a:cubicBezTo>
                    <a:cubicBezTo>
                      <a:pt x="14" y="99"/>
                      <a:pt x="6" y="67"/>
                      <a:pt x="14" y="42"/>
                    </a:cubicBezTo>
                    <a:cubicBezTo>
                      <a:pt x="22" y="18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0" name="Freeform 368">
                <a:extLst>
                  <a:ext uri="{FF2B5EF4-FFF2-40B4-BE49-F238E27FC236}">
                    <a16:creationId xmlns:a16="http://schemas.microsoft.com/office/drawing/2014/main" id="{A8DD4BA6-D0D6-42CA-982E-65262878D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412"/>
                <a:ext cx="37" cy="73"/>
              </a:xfrm>
              <a:custGeom>
                <a:avLst/>
                <a:gdLst>
                  <a:gd name="T0" fmla="*/ 0 w 22"/>
                  <a:gd name="T1" fmla="*/ 0 h 44"/>
                  <a:gd name="T2" fmla="*/ 20 w 22"/>
                  <a:gd name="T3" fmla="*/ 201 h 44"/>
                  <a:gd name="T4" fmla="*/ 0 w 22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4">
                    <a:moveTo>
                      <a:pt x="0" y="0"/>
                    </a:moveTo>
                    <a:cubicBezTo>
                      <a:pt x="0" y="0"/>
                      <a:pt x="19" y="25"/>
                      <a:pt x="4" y="44"/>
                    </a:cubicBezTo>
                    <a:cubicBezTo>
                      <a:pt x="4" y="44"/>
                      <a:pt x="22" y="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1" name="Freeform 369">
                <a:extLst>
                  <a:ext uri="{FF2B5EF4-FFF2-40B4-BE49-F238E27FC236}">
                    <a16:creationId xmlns:a16="http://schemas.microsoft.com/office/drawing/2014/main" id="{AE0603FA-70FD-4C3B-B009-5E3F10955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707"/>
                <a:ext cx="25" cy="47"/>
              </a:xfrm>
              <a:custGeom>
                <a:avLst/>
                <a:gdLst>
                  <a:gd name="T0" fmla="*/ 70 w 15"/>
                  <a:gd name="T1" fmla="*/ 0 h 28"/>
                  <a:gd name="T2" fmla="*/ 28 w 15"/>
                  <a:gd name="T3" fmla="*/ 133 h 28"/>
                  <a:gd name="T4" fmla="*/ 70 w 1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15" y="0"/>
                      <a:pt x="0" y="12"/>
                      <a:pt x="6" y="28"/>
                    </a:cubicBezTo>
                    <a:cubicBezTo>
                      <a:pt x="6" y="28"/>
                      <a:pt x="3" y="13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2" name="Freeform 370">
                <a:extLst>
                  <a:ext uri="{FF2B5EF4-FFF2-40B4-BE49-F238E27FC236}">
                    <a16:creationId xmlns:a16="http://schemas.microsoft.com/office/drawing/2014/main" id="{54D9C704-608B-4F4A-A9F7-946B1F2A6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677"/>
                <a:ext cx="15" cy="17"/>
              </a:xfrm>
              <a:custGeom>
                <a:avLst/>
                <a:gdLst>
                  <a:gd name="T0" fmla="*/ 0 w 9"/>
                  <a:gd name="T1" fmla="*/ 49 h 10"/>
                  <a:gd name="T2" fmla="*/ 42 w 9"/>
                  <a:gd name="T3" fmla="*/ 41 h 10"/>
                  <a:gd name="T4" fmla="*/ 0 w 9"/>
                  <a:gd name="T5" fmla="*/ 4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0" y="10"/>
                      <a:pt x="5" y="4"/>
                      <a:pt x="9" y="8"/>
                    </a:cubicBezTo>
                    <a:cubicBezTo>
                      <a:pt x="9" y="8"/>
                      <a:pt x="5" y="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3" name="Freeform 371">
                <a:extLst>
                  <a:ext uri="{FF2B5EF4-FFF2-40B4-BE49-F238E27FC236}">
                    <a16:creationId xmlns:a16="http://schemas.microsoft.com/office/drawing/2014/main" id="{E5ABB364-A6CE-41BE-9030-754E38D42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939"/>
                <a:ext cx="29" cy="85"/>
              </a:xfrm>
              <a:custGeom>
                <a:avLst/>
                <a:gdLst>
                  <a:gd name="T0" fmla="*/ 20 w 17"/>
                  <a:gd name="T1" fmla="*/ 0 h 51"/>
                  <a:gd name="T2" fmla="*/ 84 w 17"/>
                  <a:gd name="T3" fmla="*/ 237 h 51"/>
                  <a:gd name="T4" fmla="*/ 20 w 17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1">
                    <a:moveTo>
                      <a:pt x="4" y="0"/>
                    </a:moveTo>
                    <a:cubicBezTo>
                      <a:pt x="4" y="0"/>
                      <a:pt x="0" y="31"/>
                      <a:pt x="17" y="51"/>
                    </a:cubicBezTo>
                    <a:cubicBezTo>
                      <a:pt x="17" y="51"/>
                      <a:pt x="3" y="25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4" name="Freeform 372">
                <a:extLst>
                  <a:ext uri="{FF2B5EF4-FFF2-40B4-BE49-F238E27FC236}">
                    <a16:creationId xmlns:a16="http://schemas.microsoft.com/office/drawing/2014/main" id="{77373076-E593-4996-8346-C0D693E61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3072"/>
                <a:ext cx="30" cy="33"/>
              </a:xfrm>
              <a:custGeom>
                <a:avLst/>
                <a:gdLst>
                  <a:gd name="T0" fmla="*/ 83 w 18"/>
                  <a:gd name="T1" fmla="*/ 35 h 20"/>
                  <a:gd name="T2" fmla="*/ 28 w 18"/>
                  <a:gd name="T3" fmla="*/ 89 h 20"/>
                  <a:gd name="T4" fmla="*/ 83 w 18"/>
                  <a:gd name="T5" fmla="*/ 3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18" y="8"/>
                    </a:moveTo>
                    <a:cubicBezTo>
                      <a:pt x="18" y="8"/>
                      <a:pt x="5" y="3"/>
                      <a:pt x="6" y="20"/>
                    </a:cubicBezTo>
                    <a:cubicBezTo>
                      <a:pt x="6" y="20"/>
                      <a:pt x="0" y="0"/>
                      <a:pt x="18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5" name="Freeform 373">
                <a:extLst>
                  <a:ext uri="{FF2B5EF4-FFF2-40B4-BE49-F238E27FC236}">
                    <a16:creationId xmlns:a16="http://schemas.microsoft.com/office/drawing/2014/main" id="{DCC40B7C-637C-4B13-921F-094AE517D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3116"/>
                <a:ext cx="71" cy="35"/>
              </a:xfrm>
              <a:custGeom>
                <a:avLst/>
                <a:gdLst>
                  <a:gd name="T0" fmla="*/ 0 w 43"/>
                  <a:gd name="T1" fmla="*/ 5 h 21"/>
                  <a:gd name="T2" fmla="*/ 193 w 43"/>
                  <a:gd name="T3" fmla="*/ 97 h 21"/>
                  <a:gd name="T4" fmla="*/ 0 w 43"/>
                  <a:gd name="T5" fmla="*/ 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1">
                    <a:moveTo>
                      <a:pt x="0" y="1"/>
                    </a:moveTo>
                    <a:cubicBezTo>
                      <a:pt x="0" y="1"/>
                      <a:pt x="24" y="0"/>
                      <a:pt x="43" y="21"/>
                    </a:cubicBezTo>
                    <a:cubicBezTo>
                      <a:pt x="43" y="21"/>
                      <a:pt x="2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6" name="Freeform 374">
                <a:extLst>
                  <a:ext uri="{FF2B5EF4-FFF2-40B4-BE49-F238E27FC236}">
                    <a16:creationId xmlns:a16="http://schemas.microsoft.com/office/drawing/2014/main" id="{8DEDC60A-DC44-4289-95CB-FBD262041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3241"/>
                <a:ext cx="97" cy="33"/>
              </a:xfrm>
              <a:custGeom>
                <a:avLst/>
                <a:gdLst>
                  <a:gd name="T0" fmla="*/ 271 w 58"/>
                  <a:gd name="T1" fmla="*/ 0 h 20"/>
                  <a:gd name="T2" fmla="*/ 0 w 58"/>
                  <a:gd name="T3" fmla="*/ 89 h 20"/>
                  <a:gd name="T4" fmla="*/ 271 w 5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0">
                    <a:moveTo>
                      <a:pt x="58" y="0"/>
                    </a:moveTo>
                    <a:cubicBezTo>
                      <a:pt x="58" y="0"/>
                      <a:pt x="43" y="15"/>
                      <a:pt x="0" y="20"/>
                    </a:cubicBezTo>
                    <a:cubicBezTo>
                      <a:pt x="0" y="20"/>
                      <a:pt x="39" y="20"/>
                      <a:pt x="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7" name="Freeform 375">
                <a:extLst>
                  <a:ext uri="{FF2B5EF4-FFF2-40B4-BE49-F238E27FC236}">
                    <a16:creationId xmlns:a16="http://schemas.microsoft.com/office/drawing/2014/main" id="{0C34FF4F-3044-45B6-B4D2-2DAB167B0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797"/>
                <a:ext cx="55" cy="30"/>
              </a:xfrm>
              <a:custGeom>
                <a:avLst/>
                <a:gdLst>
                  <a:gd name="T0" fmla="*/ 0 w 33"/>
                  <a:gd name="T1" fmla="*/ 28 h 18"/>
                  <a:gd name="T2" fmla="*/ 153 w 33"/>
                  <a:gd name="T3" fmla="*/ 83 h 18"/>
                  <a:gd name="T4" fmla="*/ 0 w 33"/>
                  <a:gd name="T5" fmla="*/ 2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8">
                    <a:moveTo>
                      <a:pt x="0" y="6"/>
                    </a:moveTo>
                    <a:cubicBezTo>
                      <a:pt x="0" y="6"/>
                      <a:pt x="16" y="0"/>
                      <a:pt x="33" y="18"/>
                    </a:cubicBezTo>
                    <a:cubicBezTo>
                      <a:pt x="33" y="18"/>
                      <a:pt x="21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8" name="Freeform 376">
                <a:extLst>
                  <a:ext uri="{FF2B5EF4-FFF2-40B4-BE49-F238E27FC236}">
                    <a16:creationId xmlns:a16="http://schemas.microsoft.com/office/drawing/2014/main" id="{847C1744-85DA-47B7-BB3D-EE69806BF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769"/>
                <a:ext cx="45" cy="50"/>
              </a:xfrm>
              <a:custGeom>
                <a:avLst/>
                <a:gdLst>
                  <a:gd name="T0" fmla="*/ 0 w 27"/>
                  <a:gd name="T1" fmla="*/ 0 h 30"/>
                  <a:gd name="T2" fmla="*/ 125 w 27"/>
                  <a:gd name="T3" fmla="*/ 138 h 30"/>
                  <a:gd name="T4" fmla="*/ 0 w 27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0">
                    <a:moveTo>
                      <a:pt x="0" y="0"/>
                    </a:move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9" name="Freeform 377">
                <a:extLst>
                  <a:ext uri="{FF2B5EF4-FFF2-40B4-BE49-F238E27FC236}">
                    <a16:creationId xmlns:a16="http://schemas.microsoft.com/office/drawing/2014/main" id="{05781D5A-8C0A-43E6-AA4B-20705660B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245"/>
                <a:ext cx="83" cy="102"/>
              </a:xfrm>
              <a:custGeom>
                <a:avLst/>
                <a:gdLst>
                  <a:gd name="T0" fmla="*/ 229 w 50"/>
                  <a:gd name="T1" fmla="*/ 0 h 61"/>
                  <a:gd name="T2" fmla="*/ 0 w 50"/>
                  <a:gd name="T3" fmla="*/ 286 h 61"/>
                  <a:gd name="T4" fmla="*/ 229 w 50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1">
                    <a:moveTo>
                      <a:pt x="50" y="0"/>
                    </a:moveTo>
                    <a:cubicBezTo>
                      <a:pt x="50" y="0"/>
                      <a:pt x="42" y="33"/>
                      <a:pt x="0" y="61"/>
                    </a:cubicBezTo>
                    <a:cubicBezTo>
                      <a:pt x="0" y="61"/>
                      <a:pt x="39" y="45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0" name="Freeform 378">
                <a:extLst>
                  <a:ext uri="{FF2B5EF4-FFF2-40B4-BE49-F238E27FC236}">
                    <a16:creationId xmlns:a16="http://schemas.microsoft.com/office/drawing/2014/main" id="{DADF4A97-05DC-4E85-A5BD-58664DD61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477"/>
                <a:ext cx="42" cy="45"/>
              </a:xfrm>
              <a:custGeom>
                <a:avLst/>
                <a:gdLst>
                  <a:gd name="T0" fmla="*/ 0 w 25"/>
                  <a:gd name="T1" fmla="*/ 0 h 27"/>
                  <a:gd name="T2" fmla="*/ 119 w 25"/>
                  <a:gd name="T3" fmla="*/ 125 h 27"/>
                  <a:gd name="T4" fmla="*/ 0 w 2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0" y="0"/>
                    </a:moveTo>
                    <a:cubicBezTo>
                      <a:pt x="0" y="0"/>
                      <a:pt x="19" y="8"/>
                      <a:pt x="25" y="27"/>
                    </a:cubicBezTo>
                    <a:cubicBezTo>
                      <a:pt x="25" y="27"/>
                      <a:pt x="24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1" name="Freeform 379">
                <a:extLst>
                  <a:ext uri="{FF2B5EF4-FFF2-40B4-BE49-F238E27FC236}">
                    <a16:creationId xmlns:a16="http://schemas.microsoft.com/office/drawing/2014/main" id="{CC727863-6E86-477C-90D0-5761C48E5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062"/>
                <a:ext cx="117" cy="100"/>
              </a:xfrm>
              <a:custGeom>
                <a:avLst/>
                <a:gdLst>
                  <a:gd name="T0" fmla="*/ 0 w 70"/>
                  <a:gd name="T1" fmla="*/ 0 h 60"/>
                  <a:gd name="T2" fmla="*/ 328 w 70"/>
                  <a:gd name="T3" fmla="*/ 278 h 60"/>
                  <a:gd name="T4" fmla="*/ 0 w 70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0">
                    <a:moveTo>
                      <a:pt x="0" y="0"/>
                    </a:moveTo>
                    <a:cubicBezTo>
                      <a:pt x="0" y="0"/>
                      <a:pt x="36" y="41"/>
                      <a:pt x="70" y="60"/>
                    </a:cubicBezTo>
                    <a:cubicBezTo>
                      <a:pt x="70" y="60"/>
                      <a:pt x="8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2" name="Freeform 380">
                <a:extLst>
                  <a:ext uri="{FF2B5EF4-FFF2-40B4-BE49-F238E27FC236}">
                    <a16:creationId xmlns:a16="http://schemas.microsoft.com/office/drawing/2014/main" id="{30CE824E-425D-4FEB-B013-8915097DC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322"/>
                <a:ext cx="27" cy="75"/>
              </a:xfrm>
              <a:custGeom>
                <a:avLst/>
                <a:gdLst>
                  <a:gd name="T0" fmla="*/ 78 w 16"/>
                  <a:gd name="T1" fmla="*/ 0 h 45"/>
                  <a:gd name="T2" fmla="*/ 62 w 16"/>
                  <a:gd name="T3" fmla="*/ 208 h 45"/>
                  <a:gd name="T4" fmla="*/ 78 w 16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5">
                    <a:moveTo>
                      <a:pt x="16" y="0"/>
                    </a:moveTo>
                    <a:cubicBezTo>
                      <a:pt x="16" y="0"/>
                      <a:pt x="0" y="19"/>
                      <a:pt x="13" y="45"/>
                    </a:cubicBezTo>
                    <a:cubicBezTo>
                      <a:pt x="13" y="45"/>
                      <a:pt x="2" y="26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3" name="Freeform 381">
                <a:extLst>
                  <a:ext uri="{FF2B5EF4-FFF2-40B4-BE49-F238E27FC236}">
                    <a16:creationId xmlns:a16="http://schemas.microsoft.com/office/drawing/2014/main" id="{A0AEBFFD-5302-4067-B00A-8923C2AE0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452"/>
                <a:ext cx="47" cy="30"/>
              </a:xfrm>
              <a:custGeom>
                <a:avLst/>
                <a:gdLst>
                  <a:gd name="T0" fmla="*/ 0 w 28"/>
                  <a:gd name="T1" fmla="*/ 0 h 18"/>
                  <a:gd name="T2" fmla="*/ 133 w 28"/>
                  <a:gd name="T3" fmla="*/ 83 h 18"/>
                  <a:gd name="T4" fmla="*/ 0 w 2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0" y="0"/>
                      <a:pt x="17" y="2"/>
                      <a:pt x="28" y="18"/>
                    </a:cubicBezTo>
                    <a:cubicBezTo>
                      <a:pt x="28" y="18"/>
                      <a:pt x="16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4" name="Freeform 382">
                <a:extLst>
                  <a:ext uri="{FF2B5EF4-FFF2-40B4-BE49-F238E27FC236}">
                    <a16:creationId xmlns:a16="http://schemas.microsoft.com/office/drawing/2014/main" id="{720A042C-DDF5-4DF0-9E90-B5B22724B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540"/>
                <a:ext cx="21" cy="70"/>
              </a:xfrm>
              <a:custGeom>
                <a:avLst/>
                <a:gdLst>
                  <a:gd name="T0" fmla="*/ 55 w 13"/>
                  <a:gd name="T1" fmla="*/ 0 h 42"/>
                  <a:gd name="T2" fmla="*/ 0 w 13"/>
                  <a:gd name="T3" fmla="*/ 195 h 42"/>
                  <a:gd name="T4" fmla="*/ 55 w 1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2">
                    <a:moveTo>
                      <a:pt x="13" y="0"/>
                    </a:moveTo>
                    <a:cubicBezTo>
                      <a:pt x="13" y="0"/>
                      <a:pt x="1" y="21"/>
                      <a:pt x="0" y="42"/>
                    </a:cubicBezTo>
                    <a:cubicBezTo>
                      <a:pt x="0" y="42"/>
                      <a:pt x="5" y="11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5" name="Freeform 383">
                <a:extLst>
                  <a:ext uri="{FF2B5EF4-FFF2-40B4-BE49-F238E27FC236}">
                    <a16:creationId xmlns:a16="http://schemas.microsoft.com/office/drawing/2014/main" id="{834675B5-6B6D-409B-A659-6A10EB0E6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725"/>
                <a:ext cx="18" cy="125"/>
              </a:xfrm>
              <a:custGeom>
                <a:avLst/>
                <a:gdLst>
                  <a:gd name="T0" fmla="*/ 34 w 11"/>
                  <a:gd name="T1" fmla="*/ 0 h 75"/>
                  <a:gd name="T2" fmla="*/ 21 w 11"/>
                  <a:gd name="T3" fmla="*/ 125 h 75"/>
                  <a:gd name="T4" fmla="*/ 26 w 11"/>
                  <a:gd name="T5" fmla="*/ 347 h 75"/>
                  <a:gd name="T6" fmla="*/ 26 w 11"/>
                  <a:gd name="T7" fmla="*/ 158 h 75"/>
                  <a:gd name="T8" fmla="*/ 34 w 11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5">
                    <a:moveTo>
                      <a:pt x="8" y="0"/>
                    </a:moveTo>
                    <a:cubicBezTo>
                      <a:pt x="8" y="0"/>
                      <a:pt x="9" y="13"/>
                      <a:pt x="5" y="27"/>
                    </a:cubicBezTo>
                    <a:cubicBezTo>
                      <a:pt x="0" y="46"/>
                      <a:pt x="6" y="75"/>
                      <a:pt x="6" y="75"/>
                    </a:cubicBezTo>
                    <a:cubicBezTo>
                      <a:pt x="6" y="75"/>
                      <a:pt x="3" y="43"/>
                      <a:pt x="6" y="34"/>
                    </a:cubicBezTo>
                    <a:cubicBezTo>
                      <a:pt x="11" y="13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6" name="Freeform 384">
                <a:extLst>
                  <a:ext uri="{FF2B5EF4-FFF2-40B4-BE49-F238E27FC236}">
                    <a16:creationId xmlns:a16="http://schemas.microsoft.com/office/drawing/2014/main" id="{A7083FAC-7B08-4A6A-A8F3-2CD77E760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065"/>
                <a:ext cx="22" cy="44"/>
              </a:xfrm>
              <a:custGeom>
                <a:avLst/>
                <a:gdLst>
                  <a:gd name="T0" fmla="*/ 63 w 13"/>
                  <a:gd name="T1" fmla="*/ 0 h 26"/>
                  <a:gd name="T2" fmla="*/ 0 w 13"/>
                  <a:gd name="T3" fmla="*/ 125 h 26"/>
                  <a:gd name="T4" fmla="*/ 63 w 1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6">
                    <a:moveTo>
                      <a:pt x="13" y="0"/>
                    </a:moveTo>
                    <a:cubicBezTo>
                      <a:pt x="13" y="0"/>
                      <a:pt x="0" y="8"/>
                      <a:pt x="0" y="26"/>
                    </a:cubicBezTo>
                    <a:cubicBezTo>
                      <a:pt x="0" y="26"/>
                      <a:pt x="5" y="5"/>
                      <a:pt x="13" y="0"/>
                    </a:cubicBezTo>
                    <a:close/>
                  </a:path>
                </a:pathLst>
              </a:custGeom>
              <a:solidFill>
                <a:srgbClr val="FBFB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7" name="Freeform 385">
                <a:extLst>
                  <a:ext uri="{FF2B5EF4-FFF2-40B4-BE49-F238E27FC236}">
                    <a16:creationId xmlns:a16="http://schemas.microsoft.com/office/drawing/2014/main" id="{97FFA446-DD8C-415E-9A11-A2ECC1170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3194"/>
                <a:ext cx="25" cy="65"/>
              </a:xfrm>
              <a:custGeom>
                <a:avLst/>
                <a:gdLst>
                  <a:gd name="T0" fmla="*/ 0 w 15"/>
                  <a:gd name="T1" fmla="*/ 0 h 39"/>
                  <a:gd name="T2" fmla="*/ 62 w 15"/>
                  <a:gd name="T3" fmla="*/ 180 h 39"/>
                  <a:gd name="T4" fmla="*/ 0 w 15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9">
                    <a:moveTo>
                      <a:pt x="0" y="0"/>
                    </a:moveTo>
                    <a:cubicBezTo>
                      <a:pt x="0" y="0"/>
                      <a:pt x="12" y="14"/>
                      <a:pt x="13" y="39"/>
                    </a:cubicBezTo>
                    <a:cubicBezTo>
                      <a:pt x="13" y="39"/>
                      <a:pt x="15" y="16"/>
                      <a:pt x="0" y="0"/>
                    </a:cubicBezTo>
                    <a:close/>
                  </a:path>
                </a:pathLst>
              </a:custGeom>
              <a:solidFill>
                <a:srgbClr val="FBFB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8" name="Freeform 386">
                <a:extLst>
                  <a:ext uri="{FF2B5EF4-FFF2-40B4-BE49-F238E27FC236}">
                    <a16:creationId xmlns:a16="http://schemas.microsoft.com/office/drawing/2014/main" id="{5321EE06-9E78-423A-90B0-E01883ECB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010"/>
                <a:ext cx="60" cy="102"/>
              </a:xfrm>
              <a:custGeom>
                <a:avLst/>
                <a:gdLst>
                  <a:gd name="T0" fmla="*/ 0 w 36"/>
                  <a:gd name="T1" fmla="*/ 0 h 61"/>
                  <a:gd name="T2" fmla="*/ 167 w 36"/>
                  <a:gd name="T3" fmla="*/ 286 h 61"/>
                  <a:gd name="T4" fmla="*/ 0 w 36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61">
                    <a:moveTo>
                      <a:pt x="0" y="0"/>
                    </a:moveTo>
                    <a:cubicBezTo>
                      <a:pt x="0" y="0"/>
                      <a:pt x="9" y="30"/>
                      <a:pt x="36" y="61"/>
                    </a:cubicBezTo>
                    <a:cubicBezTo>
                      <a:pt x="36" y="61"/>
                      <a:pt x="6" y="20"/>
                      <a:pt x="0" y="0"/>
                    </a:cubicBezTo>
                    <a:close/>
                  </a:path>
                </a:pathLst>
              </a:custGeom>
              <a:solidFill>
                <a:srgbClr val="FBFB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9" name="Freeform 387">
                <a:extLst>
                  <a:ext uri="{FF2B5EF4-FFF2-40B4-BE49-F238E27FC236}">
                    <a16:creationId xmlns:a16="http://schemas.microsoft.com/office/drawing/2014/main" id="{12E518B4-7A8B-45CA-8216-02A0C2605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594"/>
                <a:ext cx="35" cy="18"/>
              </a:xfrm>
              <a:custGeom>
                <a:avLst/>
                <a:gdLst>
                  <a:gd name="T0" fmla="*/ 0 w 21"/>
                  <a:gd name="T1" fmla="*/ 0 h 11"/>
                  <a:gd name="T2" fmla="*/ 97 w 21"/>
                  <a:gd name="T3" fmla="*/ 5 h 11"/>
                  <a:gd name="T4" fmla="*/ 0 w 2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1">
                    <a:moveTo>
                      <a:pt x="0" y="0"/>
                    </a:moveTo>
                    <a:cubicBezTo>
                      <a:pt x="0" y="0"/>
                      <a:pt x="8" y="11"/>
                      <a:pt x="21" y="1"/>
                    </a:cubicBezTo>
                    <a:cubicBezTo>
                      <a:pt x="21" y="1"/>
                      <a:pt x="12" y="8"/>
                      <a:pt x="0" y="0"/>
                    </a:cubicBezTo>
                    <a:close/>
                  </a:path>
                </a:pathLst>
              </a:custGeom>
              <a:solidFill>
                <a:srgbClr val="FBFB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0" name="Freeform 388">
                <a:extLst>
                  <a:ext uri="{FF2B5EF4-FFF2-40B4-BE49-F238E27FC236}">
                    <a16:creationId xmlns:a16="http://schemas.microsoft.com/office/drawing/2014/main" id="{56039248-87D8-4697-95BA-82EAD887A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925"/>
                <a:ext cx="20" cy="67"/>
              </a:xfrm>
              <a:custGeom>
                <a:avLst/>
                <a:gdLst>
                  <a:gd name="T0" fmla="*/ 0 w 12"/>
                  <a:gd name="T1" fmla="*/ 0 h 40"/>
                  <a:gd name="T2" fmla="*/ 55 w 12"/>
                  <a:gd name="T3" fmla="*/ 188 h 40"/>
                  <a:gd name="T4" fmla="*/ 0 w 12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0">
                    <a:moveTo>
                      <a:pt x="0" y="0"/>
                    </a:moveTo>
                    <a:cubicBezTo>
                      <a:pt x="0" y="0"/>
                      <a:pt x="6" y="33"/>
                      <a:pt x="12" y="40"/>
                    </a:cubicBezTo>
                    <a:cubicBezTo>
                      <a:pt x="12" y="40"/>
                      <a:pt x="1" y="6"/>
                      <a:pt x="0" y="0"/>
                    </a:cubicBezTo>
                    <a:close/>
                  </a:path>
                </a:pathLst>
              </a:custGeom>
              <a:solidFill>
                <a:srgbClr val="FBFB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1" name="Freeform 389">
                <a:extLst>
                  <a:ext uri="{FF2B5EF4-FFF2-40B4-BE49-F238E27FC236}">
                    <a16:creationId xmlns:a16="http://schemas.microsoft.com/office/drawing/2014/main" id="{1FBFFC7F-AAEE-42C0-BBB7-15DB6AFA5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680"/>
                <a:ext cx="292" cy="367"/>
              </a:xfrm>
              <a:custGeom>
                <a:avLst/>
                <a:gdLst>
                  <a:gd name="T0" fmla="*/ 167 w 175"/>
                  <a:gd name="T1" fmla="*/ 50 h 220"/>
                  <a:gd name="T2" fmla="*/ 42 w 175"/>
                  <a:gd name="T3" fmla="*/ 70 h 220"/>
                  <a:gd name="T4" fmla="*/ 33 w 175"/>
                  <a:gd name="T5" fmla="*/ 279 h 220"/>
                  <a:gd name="T6" fmla="*/ 138 w 175"/>
                  <a:gd name="T7" fmla="*/ 751 h 220"/>
                  <a:gd name="T8" fmla="*/ 729 w 175"/>
                  <a:gd name="T9" fmla="*/ 776 h 220"/>
                  <a:gd name="T10" fmla="*/ 399 w 175"/>
                  <a:gd name="T11" fmla="*/ 666 h 220"/>
                  <a:gd name="T12" fmla="*/ 105 w 175"/>
                  <a:gd name="T13" fmla="*/ 390 h 220"/>
                  <a:gd name="T14" fmla="*/ 138 w 175"/>
                  <a:gd name="T15" fmla="*/ 162 h 220"/>
                  <a:gd name="T16" fmla="*/ 159 w 175"/>
                  <a:gd name="T17" fmla="*/ 37 h 2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5" h="220">
                    <a:moveTo>
                      <a:pt x="36" y="11"/>
                    </a:moveTo>
                    <a:cubicBezTo>
                      <a:pt x="28" y="0"/>
                      <a:pt x="14" y="5"/>
                      <a:pt x="9" y="15"/>
                    </a:cubicBezTo>
                    <a:cubicBezTo>
                      <a:pt x="3" y="27"/>
                      <a:pt x="7" y="47"/>
                      <a:pt x="7" y="60"/>
                    </a:cubicBezTo>
                    <a:cubicBezTo>
                      <a:pt x="5" y="98"/>
                      <a:pt x="0" y="134"/>
                      <a:pt x="30" y="162"/>
                    </a:cubicBezTo>
                    <a:cubicBezTo>
                      <a:pt x="46" y="177"/>
                      <a:pt x="175" y="220"/>
                      <a:pt x="157" y="167"/>
                    </a:cubicBezTo>
                    <a:cubicBezTo>
                      <a:pt x="148" y="141"/>
                      <a:pt x="105" y="149"/>
                      <a:pt x="86" y="143"/>
                    </a:cubicBezTo>
                    <a:cubicBezTo>
                      <a:pt x="54" y="134"/>
                      <a:pt x="29" y="118"/>
                      <a:pt x="23" y="84"/>
                    </a:cubicBezTo>
                    <a:cubicBezTo>
                      <a:pt x="19" y="67"/>
                      <a:pt x="22" y="50"/>
                      <a:pt x="30" y="35"/>
                    </a:cubicBezTo>
                    <a:cubicBezTo>
                      <a:pt x="35" y="25"/>
                      <a:pt x="41" y="19"/>
                      <a:pt x="34" y="8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2" name="Freeform 390">
                <a:extLst>
                  <a:ext uri="{FF2B5EF4-FFF2-40B4-BE49-F238E27FC236}">
                    <a16:creationId xmlns:a16="http://schemas.microsoft.com/office/drawing/2014/main" id="{778457F0-A671-4AA1-9C9D-3CC52E72B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938"/>
                <a:ext cx="210" cy="119"/>
              </a:xfrm>
              <a:custGeom>
                <a:avLst/>
                <a:gdLst>
                  <a:gd name="T0" fmla="*/ 467 w 126"/>
                  <a:gd name="T1" fmla="*/ 42 h 71"/>
                  <a:gd name="T2" fmla="*/ 445 w 126"/>
                  <a:gd name="T3" fmla="*/ 183 h 71"/>
                  <a:gd name="T4" fmla="*/ 255 w 126"/>
                  <a:gd name="T5" fmla="*/ 216 h 71"/>
                  <a:gd name="T6" fmla="*/ 147 w 126"/>
                  <a:gd name="T7" fmla="*/ 194 h 71"/>
                  <a:gd name="T8" fmla="*/ 8 w 126"/>
                  <a:gd name="T9" fmla="*/ 225 h 71"/>
                  <a:gd name="T10" fmla="*/ 263 w 126"/>
                  <a:gd name="T11" fmla="*/ 307 h 71"/>
                  <a:gd name="T12" fmla="*/ 395 w 126"/>
                  <a:gd name="T13" fmla="*/ 320 h 71"/>
                  <a:gd name="T14" fmla="*/ 508 w 126"/>
                  <a:gd name="T15" fmla="*/ 325 h 71"/>
                  <a:gd name="T16" fmla="*/ 563 w 126"/>
                  <a:gd name="T17" fmla="*/ 137 h 71"/>
                  <a:gd name="T18" fmla="*/ 508 w 126"/>
                  <a:gd name="T19" fmla="*/ 13 h 71"/>
                  <a:gd name="T20" fmla="*/ 467 w 126"/>
                  <a:gd name="T21" fmla="*/ 42 h 71"/>
                  <a:gd name="T22" fmla="*/ 467 w 126"/>
                  <a:gd name="T23" fmla="*/ 47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6" h="71">
                    <a:moveTo>
                      <a:pt x="101" y="9"/>
                    </a:moveTo>
                    <a:cubicBezTo>
                      <a:pt x="105" y="19"/>
                      <a:pt x="105" y="33"/>
                      <a:pt x="96" y="39"/>
                    </a:cubicBezTo>
                    <a:cubicBezTo>
                      <a:pt x="84" y="49"/>
                      <a:pt x="69" y="47"/>
                      <a:pt x="55" y="46"/>
                    </a:cubicBezTo>
                    <a:cubicBezTo>
                      <a:pt x="47" y="45"/>
                      <a:pt x="40" y="42"/>
                      <a:pt x="32" y="41"/>
                    </a:cubicBezTo>
                    <a:cubicBezTo>
                      <a:pt x="25" y="40"/>
                      <a:pt x="4" y="38"/>
                      <a:pt x="2" y="48"/>
                    </a:cubicBezTo>
                    <a:cubicBezTo>
                      <a:pt x="0" y="62"/>
                      <a:pt x="48" y="63"/>
                      <a:pt x="57" y="65"/>
                    </a:cubicBezTo>
                    <a:cubicBezTo>
                      <a:pt x="66" y="66"/>
                      <a:pt x="75" y="67"/>
                      <a:pt x="85" y="68"/>
                    </a:cubicBezTo>
                    <a:cubicBezTo>
                      <a:pt x="92" y="69"/>
                      <a:pt x="102" y="71"/>
                      <a:pt x="110" y="69"/>
                    </a:cubicBezTo>
                    <a:cubicBezTo>
                      <a:pt x="126" y="65"/>
                      <a:pt x="124" y="41"/>
                      <a:pt x="122" y="29"/>
                    </a:cubicBezTo>
                    <a:cubicBezTo>
                      <a:pt x="121" y="21"/>
                      <a:pt x="118" y="7"/>
                      <a:pt x="110" y="3"/>
                    </a:cubicBezTo>
                    <a:cubicBezTo>
                      <a:pt x="105" y="0"/>
                      <a:pt x="100" y="3"/>
                      <a:pt x="101" y="9"/>
                    </a:cubicBezTo>
                    <a:cubicBezTo>
                      <a:pt x="101" y="9"/>
                      <a:pt x="101" y="10"/>
                      <a:pt x="101" y="10"/>
                    </a:cubicBezTo>
                  </a:path>
                </a:pathLst>
              </a:custGeom>
              <a:solidFill>
                <a:srgbClr val="CCA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3" name="Freeform 391">
                <a:extLst>
                  <a:ext uri="{FF2B5EF4-FFF2-40B4-BE49-F238E27FC236}">
                    <a16:creationId xmlns:a16="http://schemas.microsoft.com/office/drawing/2014/main" id="{4749E796-94FA-4B9F-AB11-E04908C77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1605"/>
                <a:ext cx="137" cy="217"/>
              </a:xfrm>
              <a:custGeom>
                <a:avLst/>
                <a:gdLst>
                  <a:gd name="T0" fmla="*/ 307 w 82"/>
                  <a:gd name="T1" fmla="*/ 47 h 130"/>
                  <a:gd name="T2" fmla="*/ 234 w 82"/>
                  <a:gd name="T3" fmla="*/ 5 h 130"/>
                  <a:gd name="T4" fmla="*/ 159 w 82"/>
                  <a:gd name="T5" fmla="*/ 37 h 130"/>
                  <a:gd name="T6" fmla="*/ 50 w 82"/>
                  <a:gd name="T7" fmla="*/ 229 h 130"/>
                  <a:gd name="T8" fmla="*/ 22 w 82"/>
                  <a:gd name="T9" fmla="*/ 499 h 130"/>
                  <a:gd name="T10" fmla="*/ 104 w 82"/>
                  <a:gd name="T11" fmla="*/ 396 h 130"/>
                  <a:gd name="T12" fmla="*/ 140 w 82"/>
                  <a:gd name="T13" fmla="*/ 257 h 130"/>
                  <a:gd name="T14" fmla="*/ 195 w 82"/>
                  <a:gd name="T15" fmla="*/ 154 h 130"/>
                  <a:gd name="T16" fmla="*/ 284 w 82"/>
                  <a:gd name="T17" fmla="*/ 134 h 130"/>
                  <a:gd name="T18" fmla="*/ 346 w 82"/>
                  <a:gd name="T19" fmla="*/ 154 h 130"/>
                  <a:gd name="T20" fmla="*/ 361 w 82"/>
                  <a:gd name="T21" fmla="*/ 78 h 130"/>
                  <a:gd name="T22" fmla="*/ 304 w 82"/>
                  <a:gd name="T23" fmla="*/ 42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130">
                    <a:moveTo>
                      <a:pt x="66" y="10"/>
                    </a:moveTo>
                    <a:cubicBezTo>
                      <a:pt x="62" y="7"/>
                      <a:pt x="56" y="3"/>
                      <a:pt x="50" y="1"/>
                    </a:cubicBezTo>
                    <a:cubicBezTo>
                      <a:pt x="42" y="0"/>
                      <a:pt x="40" y="3"/>
                      <a:pt x="34" y="8"/>
                    </a:cubicBezTo>
                    <a:cubicBezTo>
                      <a:pt x="22" y="20"/>
                      <a:pt x="16" y="33"/>
                      <a:pt x="11" y="49"/>
                    </a:cubicBezTo>
                    <a:cubicBezTo>
                      <a:pt x="7" y="66"/>
                      <a:pt x="0" y="91"/>
                      <a:pt x="5" y="107"/>
                    </a:cubicBezTo>
                    <a:cubicBezTo>
                      <a:pt x="13" y="130"/>
                      <a:pt x="21" y="91"/>
                      <a:pt x="22" y="85"/>
                    </a:cubicBezTo>
                    <a:cubicBezTo>
                      <a:pt x="24" y="75"/>
                      <a:pt x="27" y="64"/>
                      <a:pt x="30" y="55"/>
                    </a:cubicBezTo>
                    <a:cubicBezTo>
                      <a:pt x="33" y="47"/>
                      <a:pt x="35" y="38"/>
                      <a:pt x="42" y="33"/>
                    </a:cubicBezTo>
                    <a:cubicBezTo>
                      <a:pt x="47" y="30"/>
                      <a:pt x="55" y="29"/>
                      <a:pt x="61" y="29"/>
                    </a:cubicBezTo>
                    <a:cubicBezTo>
                      <a:pt x="65" y="29"/>
                      <a:pt x="70" y="33"/>
                      <a:pt x="74" y="33"/>
                    </a:cubicBezTo>
                    <a:cubicBezTo>
                      <a:pt x="82" y="32"/>
                      <a:pt x="80" y="22"/>
                      <a:pt x="77" y="17"/>
                    </a:cubicBezTo>
                    <a:cubicBezTo>
                      <a:pt x="74" y="12"/>
                      <a:pt x="70" y="10"/>
                      <a:pt x="65" y="9"/>
                    </a:cubicBezTo>
                  </a:path>
                </a:pathLst>
              </a:custGeom>
              <a:solidFill>
                <a:srgbClr val="CCA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4" name="Freeform 392">
                <a:extLst>
                  <a:ext uri="{FF2B5EF4-FFF2-40B4-BE49-F238E27FC236}">
                    <a16:creationId xmlns:a16="http://schemas.microsoft.com/office/drawing/2014/main" id="{169EBF07-6085-44DD-A783-53F618B6B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760"/>
                <a:ext cx="223" cy="305"/>
              </a:xfrm>
              <a:custGeom>
                <a:avLst/>
                <a:gdLst>
                  <a:gd name="T0" fmla="*/ 33 w 134"/>
                  <a:gd name="T1" fmla="*/ 0 h 183"/>
                  <a:gd name="T2" fmla="*/ 88 w 134"/>
                  <a:gd name="T3" fmla="*/ 388 h 183"/>
                  <a:gd name="T4" fmla="*/ 617 w 134"/>
                  <a:gd name="T5" fmla="*/ 847 h 183"/>
                  <a:gd name="T6" fmla="*/ 213 w 134"/>
                  <a:gd name="T7" fmla="*/ 575 h 183"/>
                  <a:gd name="T8" fmla="*/ 33 w 134"/>
                  <a:gd name="T9" fmla="*/ 0 h 1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83">
                    <a:moveTo>
                      <a:pt x="7" y="0"/>
                    </a:moveTo>
                    <a:cubicBezTo>
                      <a:pt x="7" y="0"/>
                      <a:pt x="0" y="45"/>
                      <a:pt x="19" y="84"/>
                    </a:cubicBezTo>
                    <a:cubicBezTo>
                      <a:pt x="38" y="124"/>
                      <a:pt x="75" y="181"/>
                      <a:pt x="134" y="183"/>
                    </a:cubicBezTo>
                    <a:cubicBezTo>
                      <a:pt x="134" y="183"/>
                      <a:pt x="79" y="176"/>
                      <a:pt x="46" y="124"/>
                    </a:cubicBezTo>
                    <a:cubicBezTo>
                      <a:pt x="14" y="73"/>
                      <a:pt x="10" y="51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5" name="Freeform 393">
                <a:extLst>
                  <a:ext uri="{FF2B5EF4-FFF2-40B4-BE49-F238E27FC236}">
                    <a16:creationId xmlns:a16="http://schemas.microsoft.com/office/drawing/2014/main" id="{D28AB033-7F19-484E-BC2F-624D907D4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1682"/>
                <a:ext cx="45" cy="160"/>
              </a:xfrm>
              <a:custGeom>
                <a:avLst/>
                <a:gdLst>
                  <a:gd name="T0" fmla="*/ 125 w 27"/>
                  <a:gd name="T1" fmla="*/ 0 h 96"/>
                  <a:gd name="T2" fmla="*/ 28 w 27"/>
                  <a:gd name="T3" fmla="*/ 147 h 96"/>
                  <a:gd name="T4" fmla="*/ 33 w 27"/>
                  <a:gd name="T5" fmla="*/ 445 h 96"/>
                  <a:gd name="T6" fmla="*/ 13 w 27"/>
                  <a:gd name="T7" fmla="*/ 195 h 96"/>
                  <a:gd name="T8" fmla="*/ 125 w 27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96">
                    <a:moveTo>
                      <a:pt x="27" y="0"/>
                    </a:moveTo>
                    <a:cubicBezTo>
                      <a:pt x="27" y="0"/>
                      <a:pt x="4" y="7"/>
                      <a:pt x="6" y="32"/>
                    </a:cubicBezTo>
                    <a:cubicBezTo>
                      <a:pt x="8" y="57"/>
                      <a:pt x="7" y="96"/>
                      <a:pt x="7" y="96"/>
                    </a:cubicBezTo>
                    <a:cubicBezTo>
                      <a:pt x="7" y="96"/>
                      <a:pt x="7" y="50"/>
                      <a:pt x="3" y="42"/>
                    </a:cubicBezTo>
                    <a:cubicBezTo>
                      <a:pt x="0" y="33"/>
                      <a:pt x="5" y="4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6" name="Freeform 394">
                <a:extLst>
                  <a:ext uri="{FF2B5EF4-FFF2-40B4-BE49-F238E27FC236}">
                    <a16:creationId xmlns:a16="http://schemas.microsoft.com/office/drawing/2014/main" id="{6BE053AF-6F6C-422E-86B4-7AA7464B0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100"/>
                <a:ext cx="303" cy="250"/>
              </a:xfrm>
              <a:custGeom>
                <a:avLst/>
                <a:gdLst>
                  <a:gd name="T0" fmla="*/ 839 w 182"/>
                  <a:gd name="T1" fmla="*/ 347 h 150"/>
                  <a:gd name="T2" fmla="*/ 351 w 182"/>
                  <a:gd name="T3" fmla="*/ 305 h 150"/>
                  <a:gd name="T4" fmla="*/ 50 w 182"/>
                  <a:gd name="T5" fmla="*/ 0 h 150"/>
                  <a:gd name="T6" fmla="*/ 120 w 182"/>
                  <a:gd name="T7" fmla="*/ 222 h 150"/>
                  <a:gd name="T8" fmla="*/ 255 w 182"/>
                  <a:gd name="T9" fmla="*/ 467 h 150"/>
                  <a:gd name="T10" fmla="*/ 499 w 182"/>
                  <a:gd name="T11" fmla="*/ 662 h 150"/>
                  <a:gd name="T12" fmla="*/ 563 w 182"/>
                  <a:gd name="T13" fmla="*/ 563 h 150"/>
                  <a:gd name="T14" fmla="*/ 646 w 182"/>
                  <a:gd name="T15" fmla="*/ 492 h 150"/>
                  <a:gd name="T16" fmla="*/ 831 w 182"/>
                  <a:gd name="T17" fmla="*/ 362 h 1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2" h="150">
                    <a:moveTo>
                      <a:pt x="182" y="75"/>
                    </a:moveTo>
                    <a:cubicBezTo>
                      <a:pt x="146" y="74"/>
                      <a:pt x="110" y="83"/>
                      <a:pt x="76" y="66"/>
                    </a:cubicBezTo>
                    <a:cubicBezTo>
                      <a:pt x="50" y="52"/>
                      <a:pt x="41" y="6"/>
                      <a:pt x="11" y="0"/>
                    </a:cubicBezTo>
                    <a:cubicBezTo>
                      <a:pt x="0" y="16"/>
                      <a:pt x="18" y="35"/>
                      <a:pt x="26" y="48"/>
                    </a:cubicBezTo>
                    <a:cubicBezTo>
                      <a:pt x="35" y="66"/>
                      <a:pt x="44" y="84"/>
                      <a:pt x="55" y="101"/>
                    </a:cubicBezTo>
                    <a:cubicBezTo>
                      <a:pt x="63" y="113"/>
                      <a:pt x="89" y="150"/>
                      <a:pt x="108" y="143"/>
                    </a:cubicBezTo>
                    <a:cubicBezTo>
                      <a:pt x="116" y="140"/>
                      <a:pt x="117" y="128"/>
                      <a:pt x="122" y="122"/>
                    </a:cubicBezTo>
                    <a:cubicBezTo>
                      <a:pt x="127" y="116"/>
                      <a:pt x="133" y="111"/>
                      <a:pt x="140" y="106"/>
                    </a:cubicBezTo>
                    <a:cubicBezTo>
                      <a:pt x="155" y="97"/>
                      <a:pt x="165" y="87"/>
                      <a:pt x="180" y="78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7" name="Freeform 395">
                <a:extLst>
                  <a:ext uri="{FF2B5EF4-FFF2-40B4-BE49-F238E27FC236}">
                    <a16:creationId xmlns:a16="http://schemas.microsoft.com/office/drawing/2014/main" id="{D60CC0EF-8881-4FB6-A93B-E8DC4B772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2394"/>
                <a:ext cx="319" cy="201"/>
              </a:xfrm>
              <a:custGeom>
                <a:avLst/>
                <a:gdLst>
                  <a:gd name="T0" fmla="*/ 870 w 191"/>
                  <a:gd name="T1" fmla="*/ 201 h 121"/>
                  <a:gd name="T2" fmla="*/ 578 w 191"/>
                  <a:gd name="T3" fmla="*/ 262 h 121"/>
                  <a:gd name="T4" fmla="*/ 182 w 191"/>
                  <a:gd name="T5" fmla="*/ 101 h 121"/>
                  <a:gd name="T6" fmla="*/ 47 w 191"/>
                  <a:gd name="T7" fmla="*/ 22 h 121"/>
                  <a:gd name="T8" fmla="*/ 75 w 191"/>
                  <a:gd name="T9" fmla="*/ 168 h 121"/>
                  <a:gd name="T10" fmla="*/ 204 w 191"/>
                  <a:gd name="T11" fmla="*/ 297 h 121"/>
                  <a:gd name="T12" fmla="*/ 317 w 191"/>
                  <a:gd name="T13" fmla="*/ 430 h 121"/>
                  <a:gd name="T14" fmla="*/ 521 w 191"/>
                  <a:gd name="T15" fmla="*/ 522 h 121"/>
                  <a:gd name="T16" fmla="*/ 708 w 191"/>
                  <a:gd name="T17" fmla="*/ 347 h 121"/>
                  <a:gd name="T18" fmla="*/ 890 w 191"/>
                  <a:gd name="T19" fmla="*/ 209 h 121"/>
                  <a:gd name="T20" fmla="*/ 870 w 191"/>
                  <a:gd name="T21" fmla="*/ 201 h 1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1" h="121">
                    <a:moveTo>
                      <a:pt x="187" y="44"/>
                    </a:moveTo>
                    <a:cubicBezTo>
                      <a:pt x="166" y="47"/>
                      <a:pt x="145" y="55"/>
                      <a:pt x="124" y="57"/>
                    </a:cubicBezTo>
                    <a:cubicBezTo>
                      <a:pt x="88" y="60"/>
                      <a:pt x="64" y="45"/>
                      <a:pt x="39" y="22"/>
                    </a:cubicBezTo>
                    <a:cubicBezTo>
                      <a:pt x="34" y="18"/>
                      <a:pt x="18" y="0"/>
                      <a:pt x="10" y="5"/>
                    </a:cubicBezTo>
                    <a:cubicBezTo>
                      <a:pt x="0" y="11"/>
                      <a:pt x="12" y="32"/>
                      <a:pt x="16" y="37"/>
                    </a:cubicBezTo>
                    <a:cubicBezTo>
                      <a:pt x="24" y="48"/>
                      <a:pt x="35" y="56"/>
                      <a:pt x="44" y="65"/>
                    </a:cubicBezTo>
                    <a:cubicBezTo>
                      <a:pt x="52" y="74"/>
                      <a:pt x="59" y="86"/>
                      <a:pt x="68" y="94"/>
                    </a:cubicBezTo>
                    <a:cubicBezTo>
                      <a:pt x="79" y="104"/>
                      <a:pt x="99" y="121"/>
                      <a:pt x="112" y="114"/>
                    </a:cubicBezTo>
                    <a:cubicBezTo>
                      <a:pt x="124" y="109"/>
                      <a:pt x="141" y="83"/>
                      <a:pt x="152" y="76"/>
                    </a:cubicBezTo>
                    <a:cubicBezTo>
                      <a:pt x="164" y="67"/>
                      <a:pt x="188" y="61"/>
                      <a:pt x="191" y="46"/>
                    </a:cubicBezTo>
                    <a:cubicBezTo>
                      <a:pt x="188" y="47"/>
                      <a:pt x="188" y="45"/>
                      <a:pt x="187" y="44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8" name="Freeform 396">
                <a:extLst>
                  <a:ext uri="{FF2B5EF4-FFF2-40B4-BE49-F238E27FC236}">
                    <a16:creationId xmlns:a16="http://schemas.microsoft.com/office/drawing/2014/main" id="{39E5649F-7839-4D5E-90BF-CFD8D3956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740"/>
                <a:ext cx="119" cy="142"/>
              </a:xfrm>
              <a:custGeom>
                <a:avLst/>
                <a:gdLst>
                  <a:gd name="T0" fmla="*/ 307 w 71"/>
                  <a:gd name="T1" fmla="*/ 276 h 85"/>
                  <a:gd name="T2" fmla="*/ 174 w 71"/>
                  <a:gd name="T3" fmla="*/ 120 h 85"/>
                  <a:gd name="T4" fmla="*/ 20 w 71"/>
                  <a:gd name="T5" fmla="*/ 13 h 85"/>
                  <a:gd name="T6" fmla="*/ 154 w 71"/>
                  <a:gd name="T7" fmla="*/ 242 h 85"/>
                  <a:gd name="T8" fmla="*/ 325 w 71"/>
                  <a:gd name="T9" fmla="*/ 391 h 85"/>
                  <a:gd name="T10" fmla="*/ 307 w 71"/>
                  <a:gd name="T11" fmla="*/ 276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85">
                    <a:moveTo>
                      <a:pt x="65" y="59"/>
                    </a:moveTo>
                    <a:cubicBezTo>
                      <a:pt x="61" y="42"/>
                      <a:pt x="49" y="37"/>
                      <a:pt x="37" y="26"/>
                    </a:cubicBezTo>
                    <a:cubicBezTo>
                      <a:pt x="28" y="17"/>
                      <a:pt x="20" y="0"/>
                      <a:pt x="4" y="3"/>
                    </a:cubicBezTo>
                    <a:cubicBezTo>
                      <a:pt x="0" y="23"/>
                      <a:pt x="22" y="39"/>
                      <a:pt x="33" y="52"/>
                    </a:cubicBezTo>
                    <a:cubicBezTo>
                      <a:pt x="40" y="60"/>
                      <a:pt x="55" y="85"/>
                      <a:pt x="69" y="84"/>
                    </a:cubicBezTo>
                    <a:cubicBezTo>
                      <a:pt x="71" y="76"/>
                      <a:pt x="66" y="67"/>
                      <a:pt x="65" y="59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9" name="Freeform 397">
                <a:extLst>
                  <a:ext uri="{FF2B5EF4-FFF2-40B4-BE49-F238E27FC236}">
                    <a16:creationId xmlns:a16="http://schemas.microsoft.com/office/drawing/2014/main" id="{EEF41A25-8B68-40DC-ADDE-0F875B1A5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755"/>
                <a:ext cx="118" cy="218"/>
              </a:xfrm>
              <a:custGeom>
                <a:avLst/>
                <a:gdLst>
                  <a:gd name="T0" fmla="*/ 279 w 71"/>
                  <a:gd name="T1" fmla="*/ 0 h 131"/>
                  <a:gd name="T2" fmla="*/ 297 w 71"/>
                  <a:gd name="T3" fmla="*/ 125 h 131"/>
                  <a:gd name="T4" fmla="*/ 326 w 71"/>
                  <a:gd name="T5" fmla="*/ 226 h 131"/>
                  <a:gd name="T6" fmla="*/ 291 w 71"/>
                  <a:gd name="T7" fmla="*/ 313 h 131"/>
                  <a:gd name="T8" fmla="*/ 258 w 71"/>
                  <a:gd name="T9" fmla="*/ 404 h 131"/>
                  <a:gd name="T10" fmla="*/ 101 w 71"/>
                  <a:gd name="T11" fmla="*/ 513 h 131"/>
                  <a:gd name="T12" fmla="*/ 8 w 71"/>
                  <a:gd name="T13" fmla="*/ 547 h 131"/>
                  <a:gd name="T14" fmla="*/ 20 w 71"/>
                  <a:gd name="T15" fmla="*/ 484 h 131"/>
                  <a:gd name="T16" fmla="*/ 20 w 71"/>
                  <a:gd name="T17" fmla="*/ 409 h 131"/>
                  <a:gd name="T18" fmla="*/ 70 w 71"/>
                  <a:gd name="T19" fmla="*/ 263 h 131"/>
                  <a:gd name="T20" fmla="*/ 175 w 71"/>
                  <a:gd name="T21" fmla="*/ 175 h 131"/>
                  <a:gd name="T22" fmla="*/ 249 w 71"/>
                  <a:gd name="T23" fmla="*/ 92 h 131"/>
                  <a:gd name="T24" fmla="*/ 279 w 71"/>
                  <a:gd name="T25" fmla="*/ 0 h 1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1" h="131">
                    <a:moveTo>
                      <a:pt x="61" y="0"/>
                    </a:moveTo>
                    <a:cubicBezTo>
                      <a:pt x="61" y="9"/>
                      <a:pt x="64" y="18"/>
                      <a:pt x="65" y="27"/>
                    </a:cubicBezTo>
                    <a:cubicBezTo>
                      <a:pt x="66" y="34"/>
                      <a:pt x="71" y="42"/>
                      <a:pt x="71" y="49"/>
                    </a:cubicBezTo>
                    <a:cubicBezTo>
                      <a:pt x="70" y="55"/>
                      <a:pt x="65" y="62"/>
                      <a:pt x="63" y="68"/>
                    </a:cubicBezTo>
                    <a:cubicBezTo>
                      <a:pt x="61" y="75"/>
                      <a:pt x="59" y="82"/>
                      <a:pt x="56" y="88"/>
                    </a:cubicBezTo>
                    <a:cubicBezTo>
                      <a:pt x="49" y="102"/>
                      <a:pt x="33" y="102"/>
                      <a:pt x="22" y="111"/>
                    </a:cubicBezTo>
                    <a:cubicBezTo>
                      <a:pt x="16" y="116"/>
                      <a:pt x="7" y="131"/>
                      <a:pt x="2" y="119"/>
                    </a:cubicBezTo>
                    <a:cubicBezTo>
                      <a:pt x="0" y="114"/>
                      <a:pt x="3" y="110"/>
                      <a:pt x="4" y="105"/>
                    </a:cubicBezTo>
                    <a:cubicBezTo>
                      <a:pt x="5" y="100"/>
                      <a:pt x="4" y="94"/>
                      <a:pt x="4" y="89"/>
                    </a:cubicBezTo>
                    <a:cubicBezTo>
                      <a:pt x="4" y="75"/>
                      <a:pt x="4" y="66"/>
                      <a:pt x="15" y="57"/>
                    </a:cubicBezTo>
                    <a:cubicBezTo>
                      <a:pt x="22" y="50"/>
                      <a:pt x="30" y="44"/>
                      <a:pt x="38" y="38"/>
                    </a:cubicBezTo>
                    <a:cubicBezTo>
                      <a:pt x="44" y="32"/>
                      <a:pt x="50" y="27"/>
                      <a:pt x="54" y="20"/>
                    </a:cubicBezTo>
                    <a:cubicBezTo>
                      <a:pt x="57" y="14"/>
                      <a:pt x="57" y="6"/>
                      <a:pt x="61" y="0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0" name="Freeform 398">
                <a:extLst>
                  <a:ext uri="{FF2B5EF4-FFF2-40B4-BE49-F238E27FC236}">
                    <a16:creationId xmlns:a16="http://schemas.microsoft.com/office/drawing/2014/main" id="{344673A3-422E-4620-8045-70E93F4E2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1895"/>
                <a:ext cx="130" cy="40"/>
              </a:xfrm>
              <a:custGeom>
                <a:avLst/>
                <a:gdLst>
                  <a:gd name="T0" fmla="*/ 8 w 78"/>
                  <a:gd name="T1" fmla="*/ 97 h 24"/>
                  <a:gd name="T2" fmla="*/ 117 w 78"/>
                  <a:gd name="T3" fmla="*/ 37 h 24"/>
                  <a:gd name="T4" fmla="*/ 362 w 78"/>
                  <a:gd name="T5" fmla="*/ 92 h 24"/>
                  <a:gd name="T6" fmla="*/ 153 w 78"/>
                  <a:gd name="T7" fmla="*/ 70 h 24"/>
                  <a:gd name="T8" fmla="*/ 8 w 78"/>
                  <a:gd name="T9" fmla="*/ 9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24">
                    <a:moveTo>
                      <a:pt x="2" y="21"/>
                    </a:moveTo>
                    <a:cubicBezTo>
                      <a:pt x="2" y="21"/>
                      <a:pt x="0" y="0"/>
                      <a:pt x="25" y="8"/>
                    </a:cubicBezTo>
                    <a:cubicBezTo>
                      <a:pt x="50" y="16"/>
                      <a:pt x="71" y="23"/>
                      <a:pt x="78" y="20"/>
                    </a:cubicBezTo>
                    <a:cubicBezTo>
                      <a:pt x="78" y="20"/>
                      <a:pt x="56" y="24"/>
                      <a:pt x="33" y="15"/>
                    </a:cubicBezTo>
                    <a:cubicBezTo>
                      <a:pt x="10" y="6"/>
                      <a:pt x="2" y="21"/>
                      <a:pt x="2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1" name="Freeform 399">
                <a:extLst>
                  <a:ext uri="{FF2B5EF4-FFF2-40B4-BE49-F238E27FC236}">
                    <a16:creationId xmlns:a16="http://schemas.microsoft.com/office/drawing/2014/main" id="{30E66319-770A-40F6-B84A-C3CF1791D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1710"/>
                <a:ext cx="341" cy="280"/>
              </a:xfrm>
              <a:custGeom>
                <a:avLst/>
                <a:gdLst>
                  <a:gd name="T0" fmla="*/ 943 w 205"/>
                  <a:gd name="T1" fmla="*/ 172 h 168"/>
                  <a:gd name="T2" fmla="*/ 318 w 205"/>
                  <a:gd name="T3" fmla="*/ 362 h 168"/>
                  <a:gd name="T4" fmla="*/ 226 w 205"/>
                  <a:gd name="T5" fmla="*/ 578 h 168"/>
                  <a:gd name="T6" fmla="*/ 0 w 205"/>
                  <a:gd name="T7" fmla="*/ 778 h 168"/>
                  <a:gd name="T8" fmla="*/ 125 w 205"/>
                  <a:gd name="T9" fmla="*/ 662 h 168"/>
                  <a:gd name="T10" fmla="*/ 299 w 205"/>
                  <a:gd name="T11" fmla="*/ 463 h 168"/>
                  <a:gd name="T12" fmla="*/ 943 w 205"/>
                  <a:gd name="T13" fmla="*/ 172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5" h="168">
                    <a:moveTo>
                      <a:pt x="205" y="37"/>
                    </a:moveTo>
                    <a:cubicBezTo>
                      <a:pt x="205" y="37"/>
                      <a:pt x="154" y="0"/>
                      <a:pt x="69" y="78"/>
                    </a:cubicBezTo>
                    <a:cubicBezTo>
                      <a:pt x="58" y="88"/>
                      <a:pt x="61" y="113"/>
                      <a:pt x="49" y="125"/>
                    </a:cubicBezTo>
                    <a:cubicBezTo>
                      <a:pt x="37" y="138"/>
                      <a:pt x="1" y="146"/>
                      <a:pt x="0" y="168"/>
                    </a:cubicBezTo>
                    <a:cubicBezTo>
                      <a:pt x="0" y="168"/>
                      <a:pt x="8" y="148"/>
                      <a:pt x="27" y="143"/>
                    </a:cubicBezTo>
                    <a:cubicBezTo>
                      <a:pt x="47" y="138"/>
                      <a:pt x="65" y="126"/>
                      <a:pt x="65" y="100"/>
                    </a:cubicBezTo>
                    <a:cubicBezTo>
                      <a:pt x="66" y="73"/>
                      <a:pt x="149" y="18"/>
                      <a:pt x="205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2" name="Freeform 400">
                <a:extLst>
                  <a:ext uri="{FF2B5EF4-FFF2-40B4-BE49-F238E27FC236}">
                    <a16:creationId xmlns:a16="http://schemas.microsoft.com/office/drawing/2014/main" id="{946E546A-5C2C-405F-9DF5-8C766BB6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855"/>
                <a:ext cx="350" cy="359"/>
              </a:xfrm>
              <a:custGeom>
                <a:avLst/>
                <a:gdLst>
                  <a:gd name="T0" fmla="*/ 967 w 210"/>
                  <a:gd name="T1" fmla="*/ 159 h 215"/>
                  <a:gd name="T2" fmla="*/ 938 w 210"/>
                  <a:gd name="T3" fmla="*/ 453 h 215"/>
                  <a:gd name="T4" fmla="*/ 875 w 210"/>
                  <a:gd name="T5" fmla="*/ 703 h 215"/>
                  <a:gd name="T6" fmla="*/ 550 w 210"/>
                  <a:gd name="T7" fmla="*/ 982 h 215"/>
                  <a:gd name="T8" fmla="*/ 278 w 210"/>
                  <a:gd name="T9" fmla="*/ 992 h 215"/>
                  <a:gd name="T10" fmla="*/ 47 w 210"/>
                  <a:gd name="T11" fmla="*/ 798 h 215"/>
                  <a:gd name="T12" fmla="*/ 103 w 210"/>
                  <a:gd name="T13" fmla="*/ 653 h 215"/>
                  <a:gd name="T14" fmla="*/ 383 w 210"/>
                  <a:gd name="T15" fmla="*/ 653 h 215"/>
                  <a:gd name="T16" fmla="*/ 703 w 210"/>
                  <a:gd name="T17" fmla="*/ 200 h 215"/>
                  <a:gd name="T18" fmla="*/ 972 w 210"/>
                  <a:gd name="T19" fmla="*/ 190 h 2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0" h="215">
                    <a:moveTo>
                      <a:pt x="209" y="34"/>
                    </a:moveTo>
                    <a:cubicBezTo>
                      <a:pt x="210" y="54"/>
                      <a:pt x="206" y="77"/>
                      <a:pt x="203" y="97"/>
                    </a:cubicBezTo>
                    <a:cubicBezTo>
                      <a:pt x="200" y="114"/>
                      <a:pt x="197" y="136"/>
                      <a:pt x="189" y="151"/>
                    </a:cubicBezTo>
                    <a:cubicBezTo>
                      <a:pt x="176" y="177"/>
                      <a:pt x="149" y="205"/>
                      <a:pt x="119" y="211"/>
                    </a:cubicBezTo>
                    <a:cubicBezTo>
                      <a:pt x="99" y="215"/>
                      <a:pt x="79" y="215"/>
                      <a:pt x="60" y="213"/>
                    </a:cubicBezTo>
                    <a:cubicBezTo>
                      <a:pt x="30" y="210"/>
                      <a:pt x="21" y="199"/>
                      <a:pt x="10" y="171"/>
                    </a:cubicBezTo>
                    <a:cubicBezTo>
                      <a:pt x="4" y="154"/>
                      <a:pt x="0" y="141"/>
                      <a:pt x="22" y="140"/>
                    </a:cubicBezTo>
                    <a:cubicBezTo>
                      <a:pt x="43" y="139"/>
                      <a:pt x="61" y="147"/>
                      <a:pt x="83" y="140"/>
                    </a:cubicBezTo>
                    <a:cubicBezTo>
                      <a:pt x="120" y="128"/>
                      <a:pt x="137" y="76"/>
                      <a:pt x="152" y="43"/>
                    </a:cubicBezTo>
                    <a:cubicBezTo>
                      <a:pt x="169" y="9"/>
                      <a:pt x="202" y="0"/>
                      <a:pt x="210" y="41"/>
                    </a:cubicBezTo>
                  </a:path>
                </a:pathLst>
              </a:custGeom>
              <a:solidFill>
                <a:srgbClr val="CCA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3" name="Freeform 401">
                <a:extLst>
                  <a:ext uri="{FF2B5EF4-FFF2-40B4-BE49-F238E27FC236}">
                    <a16:creationId xmlns:a16="http://schemas.microsoft.com/office/drawing/2014/main" id="{5287C03D-0563-4B72-9E0C-4FDBF605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2179"/>
                <a:ext cx="336" cy="298"/>
              </a:xfrm>
              <a:custGeom>
                <a:avLst/>
                <a:gdLst>
                  <a:gd name="T0" fmla="*/ 91 w 202"/>
                  <a:gd name="T1" fmla="*/ 599 h 179"/>
                  <a:gd name="T2" fmla="*/ 547 w 202"/>
                  <a:gd name="T3" fmla="*/ 776 h 179"/>
                  <a:gd name="T4" fmla="*/ 800 w 202"/>
                  <a:gd name="T5" fmla="*/ 738 h 179"/>
                  <a:gd name="T6" fmla="*/ 910 w 202"/>
                  <a:gd name="T7" fmla="*/ 516 h 179"/>
                  <a:gd name="T8" fmla="*/ 838 w 202"/>
                  <a:gd name="T9" fmla="*/ 416 h 179"/>
                  <a:gd name="T10" fmla="*/ 755 w 202"/>
                  <a:gd name="T11" fmla="*/ 268 h 179"/>
                  <a:gd name="T12" fmla="*/ 484 w 202"/>
                  <a:gd name="T13" fmla="*/ 42 h 179"/>
                  <a:gd name="T14" fmla="*/ 487 w 202"/>
                  <a:gd name="T15" fmla="*/ 346 h 179"/>
                  <a:gd name="T16" fmla="*/ 258 w 202"/>
                  <a:gd name="T17" fmla="*/ 416 h 179"/>
                  <a:gd name="T18" fmla="*/ 111 w 202"/>
                  <a:gd name="T19" fmla="*/ 613 h 1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2" h="179">
                    <a:moveTo>
                      <a:pt x="20" y="130"/>
                    </a:moveTo>
                    <a:cubicBezTo>
                      <a:pt x="50" y="154"/>
                      <a:pt x="79" y="179"/>
                      <a:pt x="119" y="168"/>
                    </a:cubicBezTo>
                    <a:cubicBezTo>
                      <a:pt x="137" y="164"/>
                      <a:pt x="156" y="163"/>
                      <a:pt x="174" y="160"/>
                    </a:cubicBezTo>
                    <a:cubicBezTo>
                      <a:pt x="191" y="156"/>
                      <a:pt x="202" y="131"/>
                      <a:pt x="198" y="112"/>
                    </a:cubicBezTo>
                    <a:cubicBezTo>
                      <a:pt x="196" y="103"/>
                      <a:pt x="188" y="98"/>
                      <a:pt x="182" y="90"/>
                    </a:cubicBezTo>
                    <a:cubicBezTo>
                      <a:pt x="174" y="80"/>
                      <a:pt x="170" y="69"/>
                      <a:pt x="164" y="58"/>
                    </a:cubicBezTo>
                    <a:cubicBezTo>
                      <a:pt x="156" y="46"/>
                      <a:pt x="124" y="0"/>
                      <a:pt x="105" y="9"/>
                    </a:cubicBezTo>
                    <a:cubicBezTo>
                      <a:pt x="89" y="17"/>
                      <a:pt x="112" y="60"/>
                      <a:pt x="106" y="75"/>
                    </a:cubicBezTo>
                    <a:cubicBezTo>
                      <a:pt x="99" y="95"/>
                      <a:pt x="75" y="89"/>
                      <a:pt x="56" y="90"/>
                    </a:cubicBezTo>
                    <a:cubicBezTo>
                      <a:pt x="32" y="91"/>
                      <a:pt x="0" y="108"/>
                      <a:pt x="24" y="133"/>
                    </a:cubicBezTo>
                  </a:path>
                </a:pathLst>
              </a:custGeom>
              <a:solidFill>
                <a:srgbClr val="CCA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4" name="Freeform 402">
                <a:extLst>
                  <a:ext uri="{FF2B5EF4-FFF2-40B4-BE49-F238E27FC236}">
                    <a16:creationId xmlns:a16="http://schemas.microsoft.com/office/drawing/2014/main" id="{496623A6-7A6B-4475-9987-6D14F256E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477"/>
                <a:ext cx="117" cy="290"/>
              </a:xfrm>
              <a:custGeom>
                <a:avLst/>
                <a:gdLst>
                  <a:gd name="T0" fmla="*/ 33 w 70"/>
                  <a:gd name="T1" fmla="*/ 588 h 174"/>
                  <a:gd name="T2" fmla="*/ 284 w 70"/>
                  <a:gd name="T3" fmla="*/ 783 h 174"/>
                  <a:gd name="T4" fmla="*/ 284 w 70"/>
                  <a:gd name="T5" fmla="*/ 570 h 174"/>
                  <a:gd name="T6" fmla="*/ 299 w 70"/>
                  <a:gd name="T7" fmla="*/ 388 h 174"/>
                  <a:gd name="T8" fmla="*/ 13 w 70"/>
                  <a:gd name="T9" fmla="*/ 153 h 174"/>
                  <a:gd name="T10" fmla="*/ 84 w 70"/>
                  <a:gd name="T11" fmla="*/ 438 h 174"/>
                  <a:gd name="T12" fmla="*/ 20 w 70"/>
                  <a:gd name="T13" fmla="*/ 520 h 174"/>
                  <a:gd name="T14" fmla="*/ 42 w 70"/>
                  <a:gd name="T15" fmla="*/ 603 h 1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174">
                    <a:moveTo>
                      <a:pt x="7" y="127"/>
                    </a:moveTo>
                    <a:cubicBezTo>
                      <a:pt x="16" y="139"/>
                      <a:pt x="46" y="174"/>
                      <a:pt x="61" y="169"/>
                    </a:cubicBezTo>
                    <a:cubicBezTo>
                      <a:pt x="63" y="154"/>
                      <a:pt x="58" y="138"/>
                      <a:pt x="61" y="123"/>
                    </a:cubicBezTo>
                    <a:cubicBezTo>
                      <a:pt x="63" y="107"/>
                      <a:pt x="70" y="101"/>
                      <a:pt x="64" y="84"/>
                    </a:cubicBezTo>
                    <a:cubicBezTo>
                      <a:pt x="60" y="71"/>
                      <a:pt x="8" y="0"/>
                      <a:pt x="3" y="33"/>
                    </a:cubicBezTo>
                    <a:cubicBezTo>
                      <a:pt x="0" y="53"/>
                      <a:pt x="31" y="71"/>
                      <a:pt x="18" y="95"/>
                    </a:cubicBezTo>
                    <a:cubicBezTo>
                      <a:pt x="14" y="102"/>
                      <a:pt x="7" y="102"/>
                      <a:pt x="4" y="112"/>
                    </a:cubicBezTo>
                    <a:cubicBezTo>
                      <a:pt x="3" y="119"/>
                      <a:pt x="3" y="126"/>
                      <a:pt x="9" y="130"/>
                    </a:cubicBezTo>
                  </a:path>
                </a:pathLst>
              </a:custGeom>
              <a:solidFill>
                <a:srgbClr val="CCA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5" name="Freeform 403">
                <a:extLst>
                  <a:ext uri="{FF2B5EF4-FFF2-40B4-BE49-F238E27FC236}">
                    <a16:creationId xmlns:a16="http://schemas.microsoft.com/office/drawing/2014/main" id="{54C9CA68-919D-4AA5-AD7F-2F882A7B2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890"/>
                <a:ext cx="104" cy="204"/>
              </a:xfrm>
              <a:custGeom>
                <a:avLst/>
                <a:gdLst>
                  <a:gd name="T0" fmla="*/ 75 w 62"/>
                  <a:gd name="T1" fmla="*/ 125 h 122"/>
                  <a:gd name="T2" fmla="*/ 245 w 62"/>
                  <a:gd name="T3" fmla="*/ 64 h 122"/>
                  <a:gd name="T4" fmla="*/ 237 w 62"/>
                  <a:gd name="T5" fmla="*/ 349 h 122"/>
                  <a:gd name="T6" fmla="*/ 75 w 62"/>
                  <a:gd name="T7" fmla="*/ 120 h 1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122">
                    <a:moveTo>
                      <a:pt x="16" y="27"/>
                    </a:moveTo>
                    <a:cubicBezTo>
                      <a:pt x="21" y="13"/>
                      <a:pt x="41" y="0"/>
                      <a:pt x="52" y="14"/>
                    </a:cubicBezTo>
                    <a:cubicBezTo>
                      <a:pt x="62" y="26"/>
                      <a:pt x="57" y="63"/>
                      <a:pt x="50" y="75"/>
                    </a:cubicBezTo>
                    <a:cubicBezTo>
                      <a:pt x="23" y="122"/>
                      <a:pt x="0" y="53"/>
                      <a:pt x="16" y="26"/>
                    </a:cubicBezTo>
                  </a:path>
                </a:pathLst>
              </a:custGeom>
              <a:solidFill>
                <a:srgbClr val="DE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6" name="Freeform 404">
                <a:extLst>
                  <a:ext uri="{FF2B5EF4-FFF2-40B4-BE49-F238E27FC236}">
                    <a16:creationId xmlns:a16="http://schemas.microsoft.com/office/drawing/2014/main" id="{F9408726-E333-44ED-970C-F4A9E0815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209"/>
                <a:ext cx="97" cy="141"/>
              </a:xfrm>
              <a:custGeom>
                <a:avLst/>
                <a:gdLst>
                  <a:gd name="T0" fmla="*/ 8 w 58"/>
                  <a:gd name="T1" fmla="*/ 109 h 85"/>
                  <a:gd name="T2" fmla="*/ 5 w 58"/>
                  <a:gd name="T3" fmla="*/ 22 h 85"/>
                  <a:gd name="T4" fmla="*/ 258 w 58"/>
                  <a:gd name="T5" fmla="*/ 284 h 85"/>
                  <a:gd name="T6" fmla="*/ 140 w 58"/>
                  <a:gd name="T7" fmla="*/ 338 h 85"/>
                  <a:gd name="T8" fmla="*/ 37 w 58"/>
                  <a:gd name="T9" fmla="*/ 166 h 85"/>
                  <a:gd name="T10" fmla="*/ 5 w 58"/>
                  <a:gd name="T11" fmla="*/ 105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85">
                    <a:moveTo>
                      <a:pt x="2" y="24"/>
                    </a:moveTo>
                    <a:cubicBezTo>
                      <a:pt x="0" y="18"/>
                      <a:pt x="0" y="11"/>
                      <a:pt x="1" y="5"/>
                    </a:cubicBezTo>
                    <a:cubicBezTo>
                      <a:pt x="23" y="0"/>
                      <a:pt x="53" y="43"/>
                      <a:pt x="55" y="62"/>
                    </a:cubicBezTo>
                    <a:cubicBezTo>
                      <a:pt x="58" y="79"/>
                      <a:pt x="43" y="85"/>
                      <a:pt x="30" y="74"/>
                    </a:cubicBezTo>
                    <a:cubicBezTo>
                      <a:pt x="22" y="68"/>
                      <a:pt x="10" y="45"/>
                      <a:pt x="8" y="36"/>
                    </a:cubicBezTo>
                    <a:cubicBezTo>
                      <a:pt x="2" y="33"/>
                      <a:pt x="2" y="29"/>
                      <a:pt x="1" y="23"/>
                    </a:cubicBezTo>
                  </a:path>
                </a:pathLst>
              </a:custGeom>
              <a:solidFill>
                <a:srgbClr val="DE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7" name="Freeform 405">
                <a:extLst>
                  <a:ext uri="{FF2B5EF4-FFF2-40B4-BE49-F238E27FC236}">
                    <a16:creationId xmlns:a16="http://schemas.microsoft.com/office/drawing/2014/main" id="{0A83E551-3CF1-45AB-80EB-9AE349C60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522"/>
                <a:ext cx="65" cy="83"/>
              </a:xfrm>
              <a:custGeom>
                <a:avLst/>
                <a:gdLst>
                  <a:gd name="T0" fmla="*/ 8 w 39"/>
                  <a:gd name="T1" fmla="*/ 70 h 50"/>
                  <a:gd name="T2" fmla="*/ 180 w 39"/>
                  <a:gd name="T3" fmla="*/ 229 h 50"/>
                  <a:gd name="T4" fmla="*/ 0 w 39"/>
                  <a:gd name="T5" fmla="*/ 7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0">
                    <a:moveTo>
                      <a:pt x="2" y="15"/>
                    </a:moveTo>
                    <a:cubicBezTo>
                      <a:pt x="19" y="0"/>
                      <a:pt x="38" y="36"/>
                      <a:pt x="39" y="50"/>
                    </a:cubicBezTo>
                    <a:cubicBezTo>
                      <a:pt x="26" y="50"/>
                      <a:pt x="5" y="26"/>
                      <a:pt x="0" y="15"/>
                    </a:cubicBezTo>
                  </a:path>
                </a:pathLst>
              </a:custGeom>
              <a:solidFill>
                <a:srgbClr val="DE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8" name="Freeform 406">
                <a:extLst>
                  <a:ext uri="{FF2B5EF4-FFF2-40B4-BE49-F238E27FC236}">
                    <a16:creationId xmlns:a16="http://schemas.microsoft.com/office/drawing/2014/main" id="{9F9FC659-804D-4515-9F34-CFD4CA47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3377"/>
                <a:ext cx="1065" cy="202"/>
              </a:xfrm>
              <a:custGeom>
                <a:avLst/>
                <a:gdLst>
                  <a:gd name="T0" fmla="*/ 2958 w 639"/>
                  <a:gd name="T1" fmla="*/ 317 h 121"/>
                  <a:gd name="T2" fmla="*/ 2408 w 639"/>
                  <a:gd name="T3" fmla="*/ 563 h 121"/>
                  <a:gd name="T4" fmla="*/ 0 w 639"/>
                  <a:gd name="T5" fmla="*/ 0 h 121"/>
                  <a:gd name="T6" fmla="*/ 2412 w 639"/>
                  <a:gd name="T7" fmla="*/ 471 h 121"/>
                  <a:gd name="T8" fmla="*/ 2958 w 639"/>
                  <a:gd name="T9" fmla="*/ 317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9" h="121">
                    <a:moveTo>
                      <a:pt x="639" y="68"/>
                    </a:moveTo>
                    <a:cubicBezTo>
                      <a:pt x="639" y="68"/>
                      <a:pt x="563" y="121"/>
                      <a:pt x="520" y="121"/>
                    </a:cubicBezTo>
                    <a:cubicBezTo>
                      <a:pt x="476" y="121"/>
                      <a:pt x="52" y="44"/>
                      <a:pt x="0" y="0"/>
                    </a:cubicBezTo>
                    <a:cubicBezTo>
                      <a:pt x="0" y="0"/>
                      <a:pt x="450" y="107"/>
                      <a:pt x="521" y="101"/>
                    </a:cubicBezTo>
                    <a:cubicBezTo>
                      <a:pt x="593" y="96"/>
                      <a:pt x="607" y="80"/>
                      <a:pt x="639" y="68"/>
                    </a:cubicBezTo>
                    <a:close/>
                  </a:path>
                </a:pathLst>
              </a:custGeom>
              <a:solidFill>
                <a:srgbClr val="EAB1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9" name="Freeform 407">
                <a:extLst>
                  <a:ext uri="{FF2B5EF4-FFF2-40B4-BE49-F238E27FC236}">
                    <a16:creationId xmlns:a16="http://schemas.microsoft.com/office/drawing/2014/main" id="{D789789B-446A-45CC-ADD9-897389D08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987"/>
                <a:ext cx="488" cy="277"/>
              </a:xfrm>
              <a:custGeom>
                <a:avLst/>
                <a:gdLst>
                  <a:gd name="T0" fmla="*/ 13 w 293"/>
                  <a:gd name="T1" fmla="*/ 400 h 166"/>
                  <a:gd name="T2" fmla="*/ 361 w 293"/>
                  <a:gd name="T3" fmla="*/ 604 h 166"/>
                  <a:gd name="T4" fmla="*/ 1076 w 293"/>
                  <a:gd name="T5" fmla="*/ 259 h 166"/>
                  <a:gd name="T6" fmla="*/ 1354 w 293"/>
                  <a:gd name="T7" fmla="*/ 22 h 166"/>
                  <a:gd name="T8" fmla="*/ 1083 w 293"/>
                  <a:gd name="T9" fmla="*/ 370 h 166"/>
                  <a:gd name="T10" fmla="*/ 313 w 293"/>
                  <a:gd name="T11" fmla="*/ 682 h 166"/>
                  <a:gd name="T12" fmla="*/ 13 w 293"/>
                  <a:gd name="T13" fmla="*/ 400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3" h="166">
                    <a:moveTo>
                      <a:pt x="3" y="86"/>
                    </a:moveTo>
                    <a:cubicBezTo>
                      <a:pt x="3" y="86"/>
                      <a:pt x="3" y="116"/>
                      <a:pt x="78" y="130"/>
                    </a:cubicBezTo>
                    <a:cubicBezTo>
                      <a:pt x="153" y="143"/>
                      <a:pt x="217" y="81"/>
                      <a:pt x="233" y="56"/>
                    </a:cubicBezTo>
                    <a:cubicBezTo>
                      <a:pt x="250" y="30"/>
                      <a:pt x="276" y="0"/>
                      <a:pt x="293" y="5"/>
                    </a:cubicBezTo>
                    <a:cubicBezTo>
                      <a:pt x="293" y="5"/>
                      <a:pt x="255" y="21"/>
                      <a:pt x="234" y="80"/>
                    </a:cubicBezTo>
                    <a:cubicBezTo>
                      <a:pt x="213" y="140"/>
                      <a:pt x="110" y="166"/>
                      <a:pt x="68" y="147"/>
                    </a:cubicBezTo>
                    <a:cubicBezTo>
                      <a:pt x="26" y="128"/>
                      <a:pt x="0" y="112"/>
                      <a:pt x="3" y="86"/>
                    </a:cubicBezTo>
                    <a:close/>
                  </a:path>
                </a:pathLst>
              </a:custGeom>
              <a:solidFill>
                <a:srgbClr val="F0E9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0" name="Freeform 408">
                <a:extLst>
                  <a:ext uri="{FF2B5EF4-FFF2-40B4-BE49-F238E27FC236}">
                    <a16:creationId xmlns:a16="http://schemas.microsoft.com/office/drawing/2014/main" id="{B2C98316-B05A-4557-B9AC-9C70117F5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2149"/>
                <a:ext cx="255" cy="125"/>
              </a:xfrm>
              <a:custGeom>
                <a:avLst/>
                <a:gdLst>
                  <a:gd name="T0" fmla="*/ 0 w 153"/>
                  <a:gd name="T1" fmla="*/ 125 h 75"/>
                  <a:gd name="T2" fmla="*/ 708 w 153"/>
                  <a:gd name="T3" fmla="*/ 0 h 75"/>
                  <a:gd name="T4" fmla="*/ 0 w 153"/>
                  <a:gd name="T5" fmla="*/ 125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75">
                    <a:moveTo>
                      <a:pt x="0" y="27"/>
                    </a:moveTo>
                    <a:cubicBezTo>
                      <a:pt x="0" y="27"/>
                      <a:pt x="93" y="62"/>
                      <a:pt x="153" y="0"/>
                    </a:cubicBezTo>
                    <a:cubicBezTo>
                      <a:pt x="153" y="0"/>
                      <a:pt x="109" y="75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1" name="Freeform 409">
                <a:extLst>
                  <a:ext uri="{FF2B5EF4-FFF2-40B4-BE49-F238E27FC236}">
                    <a16:creationId xmlns:a16="http://schemas.microsoft.com/office/drawing/2014/main" id="{417BE959-6705-4394-B9AA-8ED5A7FDF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3157"/>
                <a:ext cx="140" cy="317"/>
              </a:xfrm>
              <a:custGeom>
                <a:avLst/>
                <a:gdLst>
                  <a:gd name="T0" fmla="*/ 0 w 84"/>
                  <a:gd name="T1" fmla="*/ 0 h 190"/>
                  <a:gd name="T2" fmla="*/ 237 w 84"/>
                  <a:gd name="T3" fmla="*/ 883 h 190"/>
                  <a:gd name="T4" fmla="*/ 0 w 84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190">
                    <a:moveTo>
                      <a:pt x="0" y="0"/>
                    </a:moveTo>
                    <a:cubicBezTo>
                      <a:pt x="0" y="0"/>
                      <a:pt x="84" y="81"/>
                      <a:pt x="51" y="190"/>
                    </a:cubicBezTo>
                    <a:cubicBezTo>
                      <a:pt x="51" y="190"/>
                      <a:pt x="53" y="87"/>
                      <a:pt x="0" y="0"/>
                    </a:cubicBezTo>
                    <a:close/>
                  </a:path>
                </a:pathLst>
              </a:custGeom>
              <a:solidFill>
                <a:srgbClr val="F0E9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2" name="Freeform 410">
                <a:extLst>
                  <a:ext uri="{FF2B5EF4-FFF2-40B4-BE49-F238E27FC236}">
                    <a16:creationId xmlns:a16="http://schemas.microsoft.com/office/drawing/2014/main" id="{D263E75D-EBFC-4AD7-A6FC-561A840D5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3261"/>
                <a:ext cx="71" cy="238"/>
              </a:xfrm>
              <a:custGeom>
                <a:avLst/>
                <a:gdLst>
                  <a:gd name="T0" fmla="*/ 0 w 43"/>
                  <a:gd name="T1" fmla="*/ 0 h 143"/>
                  <a:gd name="T2" fmla="*/ 5 w 43"/>
                  <a:gd name="T3" fmla="*/ 659 h 143"/>
                  <a:gd name="T4" fmla="*/ 0 w 43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43">
                    <a:moveTo>
                      <a:pt x="0" y="0"/>
                    </a:moveTo>
                    <a:cubicBezTo>
                      <a:pt x="0" y="0"/>
                      <a:pt x="43" y="106"/>
                      <a:pt x="1" y="143"/>
                    </a:cubicBezTo>
                    <a:cubicBezTo>
                      <a:pt x="1" y="143"/>
                      <a:pt x="33" y="10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3" name="Freeform 411">
                <a:extLst>
                  <a:ext uri="{FF2B5EF4-FFF2-40B4-BE49-F238E27FC236}">
                    <a16:creationId xmlns:a16="http://schemas.microsoft.com/office/drawing/2014/main" id="{E7945819-2A40-47ED-8FFD-ACE098DBA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2505"/>
                <a:ext cx="283" cy="544"/>
              </a:xfrm>
              <a:custGeom>
                <a:avLst/>
                <a:gdLst>
                  <a:gd name="T0" fmla="*/ 784 w 170"/>
                  <a:gd name="T1" fmla="*/ 0 h 326"/>
                  <a:gd name="T2" fmla="*/ 576 w 170"/>
                  <a:gd name="T3" fmla="*/ 1515 h 326"/>
                  <a:gd name="T4" fmla="*/ 784 w 170"/>
                  <a:gd name="T5" fmla="*/ 0 h 3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326">
                    <a:moveTo>
                      <a:pt x="170" y="0"/>
                    </a:moveTo>
                    <a:cubicBezTo>
                      <a:pt x="170" y="0"/>
                      <a:pt x="0" y="68"/>
                      <a:pt x="125" y="326"/>
                    </a:cubicBezTo>
                    <a:cubicBezTo>
                      <a:pt x="125" y="326"/>
                      <a:pt x="40" y="108"/>
                      <a:pt x="170" y="0"/>
                    </a:cubicBezTo>
                    <a:close/>
                  </a:path>
                </a:pathLst>
              </a:custGeom>
              <a:solidFill>
                <a:srgbClr val="EAB1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4" name="Freeform 412">
                <a:extLst>
                  <a:ext uri="{FF2B5EF4-FFF2-40B4-BE49-F238E27FC236}">
                    <a16:creationId xmlns:a16="http://schemas.microsoft.com/office/drawing/2014/main" id="{DD49C927-0933-4407-B04D-066CA801C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222"/>
                <a:ext cx="147" cy="150"/>
              </a:xfrm>
              <a:custGeom>
                <a:avLst/>
                <a:gdLst>
                  <a:gd name="T0" fmla="*/ 0 w 88"/>
                  <a:gd name="T1" fmla="*/ 417 h 90"/>
                  <a:gd name="T2" fmla="*/ 140 w 88"/>
                  <a:gd name="T3" fmla="*/ 203 h 90"/>
                  <a:gd name="T4" fmla="*/ 411 w 88"/>
                  <a:gd name="T5" fmla="*/ 0 h 90"/>
                  <a:gd name="T6" fmla="*/ 209 w 88"/>
                  <a:gd name="T7" fmla="*/ 203 h 90"/>
                  <a:gd name="T8" fmla="*/ 0 w 88"/>
                  <a:gd name="T9" fmla="*/ 417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90">
                    <a:moveTo>
                      <a:pt x="0" y="90"/>
                    </a:moveTo>
                    <a:cubicBezTo>
                      <a:pt x="0" y="90"/>
                      <a:pt x="19" y="51"/>
                      <a:pt x="30" y="44"/>
                    </a:cubicBezTo>
                    <a:cubicBezTo>
                      <a:pt x="41" y="36"/>
                      <a:pt x="81" y="12"/>
                      <a:pt x="88" y="0"/>
                    </a:cubicBezTo>
                    <a:cubicBezTo>
                      <a:pt x="88" y="0"/>
                      <a:pt x="80" y="24"/>
                      <a:pt x="45" y="44"/>
                    </a:cubicBezTo>
                    <a:cubicBezTo>
                      <a:pt x="10" y="63"/>
                      <a:pt x="0" y="90"/>
                      <a:pt x="0" y="90"/>
                    </a:cubicBezTo>
                    <a:close/>
                  </a:path>
                </a:pathLst>
              </a:custGeom>
              <a:solidFill>
                <a:srgbClr val="EAB1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5" name="Freeform 413">
                <a:extLst>
                  <a:ext uri="{FF2B5EF4-FFF2-40B4-BE49-F238E27FC236}">
                    <a16:creationId xmlns:a16="http://schemas.microsoft.com/office/drawing/2014/main" id="{5D108FE3-30FE-4C8D-BE41-728A42E22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2557"/>
                <a:ext cx="40" cy="77"/>
              </a:xfrm>
              <a:custGeom>
                <a:avLst/>
                <a:gdLst>
                  <a:gd name="T0" fmla="*/ 112 w 24"/>
                  <a:gd name="T1" fmla="*/ 0 h 46"/>
                  <a:gd name="T2" fmla="*/ 20 w 24"/>
                  <a:gd name="T3" fmla="*/ 216 h 46"/>
                  <a:gd name="T4" fmla="*/ 112 w 24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4" y="0"/>
                    </a:moveTo>
                    <a:cubicBezTo>
                      <a:pt x="24" y="0"/>
                      <a:pt x="4" y="27"/>
                      <a:pt x="4" y="46"/>
                    </a:cubicBezTo>
                    <a:cubicBezTo>
                      <a:pt x="4" y="46"/>
                      <a:pt x="0" y="22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6" name="Freeform 414">
                <a:extLst>
                  <a:ext uri="{FF2B5EF4-FFF2-40B4-BE49-F238E27FC236}">
                    <a16:creationId xmlns:a16="http://schemas.microsoft.com/office/drawing/2014/main" id="{EDEE0F8D-C24D-4A68-B713-1BFEEADFB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205"/>
                <a:ext cx="60" cy="185"/>
              </a:xfrm>
              <a:custGeom>
                <a:avLst/>
                <a:gdLst>
                  <a:gd name="T0" fmla="*/ 8 w 36"/>
                  <a:gd name="T1" fmla="*/ 0 h 111"/>
                  <a:gd name="T2" fmla="*/ 105 w 36"/>
                  <a:gd name="T3" fmla="*/ 228 h 111"/>
                  <a:gd name="T4" fmla="*/ 37 w 36"/>
                  <a:gd name="T5" fmla="*/ 513 h 111"/>
                  <a:gd name="T6" fmla="*/ 47 w 36"/>
                  <a:gd name="T7" fmla="*/ 333 h 111"/>
                  <a:gd name="T8" fmla="*/ 8 w 36"/>
                  <a:gd name="T9" fmla="*/ 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11">
                    <a:moveTo>
                      <a:pt x="2" y="0"/>
                    </a:moveTo>
                    <a:cubicBezTo>
                      <a:pt x="2" y="0"/>
                      <a:pt x="36" y="12"/>
                      <a:pt x="23" y="49"/>
                    </a:cubicBezTo>
                    <a:cubicBezTo>
                      <a:pt x="9" y="86"/>
                      <a:pt x="1" y="91"/>
                      <a:pt x="8" y="111"/>
                    </a:cubicBezTo>
                    <a:cubicBezTo>
                      <a:pt x="8" y="111"/>
                      <a:pt x="0" y="102"/>
                      <a:pt x="10" y="72"/>
                    </a:cubicBezTo>
                    <a:cubicBezTo>
                      <a:pt x="21" y="42"/>
                      <a:pt x="35" y="27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7" name="Freeform 415">
                <a:extLst>
                  <a:ext uri="{FF2B5EF4-FFF2-40B4-BE49-F238E27FC236}">
                    <a16:creationId xmlns:a16="http://schemas.microsoft.com/office/drawing/2014/main" id="{9C764751-668E-4B06-983B-C53D16DC0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37"/>
                <a:ext cx="47" cy="67"/>
              </a:xfrm>
              <a:custGeom>
                <a:avLst/>
                <a:gdLst>
                  <a:gd name="T0" fmla="*/ 0 w 28"/>
                  <a:gd name="T1" fmla="*/ 0 h 40"/>
                  <a:gd name="T2" fmla="*/ 133 w 28"/>
                  <a:gd name="T3" fmla="*/ 188 h 40"/>
                  <a:gd name="T4" fmla="*/ 0 w 28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0">
                    <a:moveTo>
                      <a:pt x="0" y="0"/>
                    </a:moveTo>
                    <a:cubicBezTo>
                      <a:pt x="0" y="0"/>
                      <a:pt x="25" y="11"/>
                      <a:pt x="28" y="40"/>
                    </a:cubicBezTo>
                    <a:cubicBezTo>
                      <a:pt x="28" y="40"/>
                      <a:pt x="23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8" name="Freeform 416">
                <a:extLst>
                  <a:ext uri="{FF2B5EF4-FFF2-40B4-BE49-F238E27FC236}">
                    <a16:creationId xmlns:a16="http://schemas.microsoft.com/office/drawing/2014/main" id="{B88F1BD7-4F6E-4DC4-A660-13836AE8C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2919"/>
                <a:ext cx="98" cy="28"/>
              </a:xfrm>
              <a:custGeom>
                <a:avLst/>
                <a:gdLst>
                  <a:gd name="T0" fmla="*/ 0 w 59"/>
                  <a:gd name="T1" fmla="*/ 0 h 17"/>
                  <a:gd name="T2" fmla="*/ 271 w 59"/>
                  <a:gd name="T3" fmla="*/ 41 h 17"/>
                  <a:gd name="T4" fmla="*/ 0 w 5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7">
                    <a:moveTo>
                      <a:pt x="0" y="0"/>
                    </a:moveTo>
                    <a:cubicBezTo>
                      <a:pt x="0" y="0"/>
                      <a:pt x="30" y="15"/>
                      <a:pt x="59" y="9"/>
                    </a:cubicBezTo>
                    <a:cubicBezTo>
                      <a:pt x="59" y="9"/>
                      <a:pt x="32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9" name="Freeform 417">
                <a:extLst>
                  <a:ext uri="{FF2B5EF4-FFF2-40B4-BE49-F238E27FC236}">
                    <a16:creationId xmlns:a16="http://schemas.microsoft.com/office/drawing/2014/main" id="{9D17CCC4-A3EB-4538-A3D6-8C3D1157E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2432"/>
                <a:ext cx="183" cy="245"/>
              </a:xfrm>
              <a:custGeom>
                <a:avLst/>
                <a:gdLst>
                  <a:gd name="T0" fmla="*/ 506 w 110"/>
                  <a:gd name="T1" fmla="*/ 0 h 147"/>
                  <a:gd name="T2" fmla="*/ 291 w 110"/>
                  <a:gd name="T3" fmla="*/ 237 h 147"/>
                  <a:gd name="T4" fmla="*/ 0 w 110"/>
                  <a:gd name="T5" fmla="*/ 680 h 147"/>
                  <a:gd name="T6" fmla="*/ 266 w 110"/>
                  <a:gd name="T7" fmla="*/ 287 h 147"/>
                  <a:gd name="T8" fmla="*/ 506 w 110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47">
                    <a:moveTo>
                      <a:pt x="110" y="0"/>
                    </a:moveTo>
                    <a:cubicBezTo>
                      <a:pt x="110" y="0"/>
                      <a:pt x="93" y="32"/>
                      <a:pt x="63" y="51"/>
                    </a:cubicBezTo>
                    <a:cubicBezTo>
                      <a:pt x="32" y="71"/>
                      <a:pt x="3" y="129"/>
                      <a:pt x="0" y="147"/>
                    </a:cubicBezTo>
                    <a:cubicBezTo>
                      <a:pt x="0" y="147"/>
                      <a:pt x="25" y="86"/>
                      <a:pt x="58" y="62"/>
                    </a:cubicBezTo>
                    <a:cubicBezTo>
                      <a:pt x="74" y="51"/>
                      <a:pt x="107" y="19"/>
                      <a:pt x="1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0" name="Freeform 418">
                <a:extLst>
                  <a:ext uri="{FF2B5EF4-FFF2-40B4-BE49-F238E27FC236}">
                    <a16:creationId xmlns:a16="http://schemas.microsoft.com/office/drawing/2014/main" id="{58DB6DEE-2F07-4DF5-9874-BB3D6BD3D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972"/>
                <a:ext cx="195" cy="274"/>
              </a:xfrm>
              <a:custGeom>
                <a:avLst/>
                <a:gdLst>
                  <a:gd name="T0" fmla="*/ 0 w 117"/>
                  <a:gd name="T1" fmla="*/ 0 h 164"/>
                  <a:gd name="T2" fmla="*/ 542 w 117"/>
                  <a:gd name="T3" fmla="*/ 765 h 164"/>
                  <a:gd name="T4" fmla="*/ 0 w 117"/>
                  <a:gd name="T5" fmla="*/ 0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164">
                    <a:moveTo>
                      <a:pt x="0" y="0"/>
                    </a:moveTo>
                    <a:cubicBezTo>
                      <a:pt x="0" y="0"/>
                      <a:pt x="5" y="95"/>
                      <a:pt x="117" y="164"/>
                    </a:cubicBezTo>
                    <a:cubicBezTo>
                      <a:pt x="117" y="164"/>
                      <a:pt x="24" y="10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1" name="Freeform 419">
                <a:extLst>
                  <a:ext uri="{FF2B5EF4-FFF2-40B4-BE49-F238E27FC236}">
                    <a16:creationId xmlns:a16="http://schemas.microsoft.com/office/drawing/2014/main" id="{8BC7D018-358E-48B6-930E-DCBD8230B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268"/>
                <a:ext cx="192" cy="519"/>
              </a:xfrm>
              <a:custGeom>
                <a:avLst/>
                <a:gdLst>
                  <a:gd name="T0" fmla="*/ 270 w 115"/>
                  <a:gd name="T1" fmla="*/ 1445 h 311"/>
                  <a:gd name="T2" fmla="*/ 536 w 115"/>
                  <a:gd name="T3" fmla="*/ 0 h 311"/>
                  <a:gd name="T4" fmla="*/ 270 w 115"/>
                  <a:gd name="T5" fmla="*/ 1445 h 3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311">
                    <a:moveTo>
                      <a:pt x="58" y="311"/>
                    </a:moveTo>
                    <a:cubicBezTo>
                      <a:pt x="58" y="311"/>
                      <a:pt x="0" y="130"/>
                      <a:pt x="115" y="0"/>
                    </a:cubicBezTo>
                    <a:cubicBezTo>
                      <a:pt x="115" y="0"/>
                      <a:pt x="35" y="126"/>
                      <a:pt x="58" y="311"/>
                    </a:cubicBez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2" name="Freeform 420">
                <a:extLst>
                  <a:ext uri="{FF2B5EF4-FFF2-40B4-BE49-F238E27FC236}">
                    <a16:creationId xmlns:a16="http://schemas.microsoft.com/office/drawing/2014/main" id="{5035A153-D853-4DAE-BA27-91C63D0BA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342"/>
                <a:ext cx="98" cy="378"/>
              </a:xfrm>
              <a:custGeom>
                <a:avLst/>
                <a:gdLst>
                  <a:gd name="T0" fmla="*/ 271 w 59"/>
                  <a:gd name="T1" fmla="*/ 0 h 227"/>
                  <a:gd name="T2" fmla="*/ 105 w 59"/>
                  <a:gd name="T3" fmla="*/ 1047 h 227"/>
                  <a:gd name="T4" fmla="*/ 271 w 59"/>
                  <a:gd name="T5" fmla="*/ 0 h 2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27">
                    <a:moveTo>
                      <a:pt x="59" y="0"/>
                    </a:moveTo>
                    <a:cubicBezTo>
                      <a:pt x="59" y="0"/>
                      <a:pt x="0" y="88"/>
                      <a:pt x="23" y="227"/>
                    </a:cubicBezTo>
                    <a:cubicBezTo>
                      <a:pt x="23" y="227"/>
                      <a:pt x="6" y="102"/>
                      <a:pt x="5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3" name="Freeform 421">
                <a:extLst>
                  <a:ext uri="{FF2B5EF4-FFF2-40B4-BE49-F238E27FC236}">
                    <a16:creationId xmlns:a16="http://schemas.microsoft.com/office/drawing/2014/main" id="{571811B7-CB62-4D64-B1B0-C58FF22E7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898"/>
                <a:ext cx="62" cy="185"/>
              </a:xfrm>
              <a:custGeom>
                <a:avLst/>
                <a:gdLst>
                  <a:gd name="T0" fmla="*/ 0 w 37"/>
                  <a:gd name="T1" fmla="*/ 42 h 111"/>
                  <a:gd name="T2" fmla="*/ 57 w 37"/>
                  <a:gd name="T3" fmla="*/ 513 h 111"/>
                  <a:gd name="T4" fmla="*/ 70 w 37"/>
                  <a:gd name="T5" fmla="*/ 0 h 111"/>
                  <a:gd name="T6" fmla="*/ 0 w 37"/>
                  <a:gd name="T7" fmla="*/ 42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11">
                    <a:moveTo>
                      <a:pt x="0" y="9"/>
                    </a:moveTo>
                    <a:cubicBezTo>
                      <a:pt x="0" y="9"/>
                      <a:pt x="32" y="49"/>
                      <a:pt x="12" y="111"/>
                    </a:cubicBezTo>
                    <a:cubicBezTo>
                      <a:pt x="12" y="111"/>
                      <a:pt x="37" y="95"/>
                      <a:pt x="15" y="0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4" name="Freeform 422">
                <a:extLst>
                  <a:ext uri="{FF2B5EF4-FFF2-40B4-BE49-F238E27FC236}">
                    <a16:creationId xmlns:a16="http://schemas.microsoft.com/office/drawing/2014/main" id="{484C5C38-FC78-4019-A987-3EB405B74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778"/>
                <a:ext cx="106" cy="143"/>
              </a:xfrm>
              <a:custGeom>
                <a:avLst/>
                <a:gdLst>
                  <a:gd name="T0" fmla="*/ 222 w 64"/>
                  <a:gd name="T1" fmla="*/ 0 h 86"/>
                  <a:gd name="T2" fmla="*/ 0 w 64"/>
                  <a:gd name="T3" fmla="*/ 396 h 86"/>
                  <a:gd name="T4" fmla="*/ 292 w 64"/>
                  <a:gd name="T5" fmla="*/ 5 h 86"/>
                  <a:gd name="T6" fmla="*/ 222 w 64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86">
                    <a:moveTo>
                      <a:pt x="49" y="0"/>
                    </a:moveTo>
                    <a:cubicBezTo>
                      <a:pt x="49" y="0"/>
                      <a:pt x="27" y="14"/>
                      <a:pt x="0" y="86"/>
                    </a:cubicBezTo>
                    <a:cubicBezTo>
                      <a:pt x="0" y="86"/>
                      <a:pt x="47" y="8"/>
                      <a:pt x="64" y="1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5" name="Freeform 423">
                <a:extLst>
                  <a:ext uri="{FF2B5EF4-FFF2-40B4-BE49-F238E27FC236}">
                    <a16:creationId xmlns:a16="http://schemas.microsoft.com/office/drawing/2014/main" id="{052BC91F-5321-433A-9414-817CE4D0D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856"/>
                <a:ext cx="95" cy="122"/>
              </a:xfrm>
              <a:custGeom>
                <a:avLst/>
                <a:gdLst>
                  <a:gd name="T0" fmla="*/ 203 w 57"/>
                  <a:gd name="T1" fmla="*/ 5 h 73"/>
                  <a:gd name="T2" fmla="*/ 0 w 57"/>
                  <a:gd name="T3" fmla="*/ 341 h 73"/>
                  <a:gd name="T4" fmla="*/ 263 w 57"/>
                  <a:gd name="T5" fmla="*/ 0 h 73"/>
                  <a:gd name="T6" fmla="*/ 203 w 57"/>
                  <a:gd name="T7" fmla="*/ 5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73">
                    <a:moveTo>
                      <a:pt x="44" y="1"/>
                    </a:moveTo>
                    <a:cubicBezTo>
                      <a:pt x="44" y="1"/>
                      <a:pt x="27" y="48"/>
                      <a:pt x="0" y="73"/>
                    </a:cubicBezTo>
                    <a:cubicBezTo>
                      <a:pt x="0" y="73"/>
                      <a:pt x="35" y="55"/>
                      <a:pt x="57" y="0"/>
                    </a:cubicBezTo>
                    <a:lnTo>
                      <a:pt x="44" y="1"/>
                    </a:ln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6" name="Freeform 424">
                <a:extLst>
                  <a:ext uri="{FF2B5EF4-FFF2-40B4-BE49-F238E27FC236}">
                    <a16:creationId xmlns:a16="http://schemas.microsoft.com/office/drawing/2014/main" id="{4148BA7E-10C3-46F7-9BEC-D7C779C4A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920"/>
                <a:ext cx="50" cy="143"/>
              </a:xfrm>
              <a:custGeom>
                <a:avLst/>
                <a:gdLst>
                  <a:gd name="T0" fmla="*/ 0 w 30"/>
                  <a:gd name="T1" fmla="*/ 0 h 86"/>
                  <a:gd name="T2" fmla="*/ 62 w 30"/>
                  <a:gd name="T3" fmla="*/ 396 h 86"/>
                  <a:gd name="T4" fmla="*/ 0 w 30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86">
                    <a:moveTo>
                      <a:pt x="0" y="0"/>
                    </a:moveTo>
                    <a:cubicBezTo>
                      <a:pt x="0" y="0"/>
                      <a:pt x="25" y="38"/>
                      <a:pt x="13" y="86"/>
                    </a:cubicBezTo>
                    <a:cubicBezTo>
                      <a:pt x="13" y="86"/>
                      <a:pt x="30" y="4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7" name="Freeform 425">
                <a:extLst>
                  <a:ext uri="{FF2B5EF4-FFF2-40B4-BE49-F238E27FC236}">
                    <a16:creationId xmlns:a16="http://schemas.microsoft.com/office/drawing/2014/main" id="{F99090AB-92DA-4773-A837-632FADE20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783"/>
                <a:ext cx="60" cy="97"/>
              </a:xfrm>
              <a:custGeom>
                <a:avLst/>
                <a:gdLst>
                  <a:gd name="T0" fmla="*/ 167 w 36"/>
                  <a:gd name="T1" fmla="*/ 0 h 58"/>
                  <a:gd name="T2" fmla="*/ 0 w 36"/>
                  <a:gd name="T3" fmla="*/ 271 h 58"/>
                  <a:gd name="T4" fmla="*/ 167 w 36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58">
                    <a:moveTo>
                      <a:pt x="36" y="0"/>
                    </a:moveTo>
                    <a:cubicBezTo>
                      <a:pt x="36" y="0"/>
                      <a:pt x="13" y="26"/>
                      <a:pt x="0" y="58"/>
                    </a:cubicBezTo>
                    <a:cubicBezTo>
                      <a:pt x="0" y="58"/>
                      <a:pt x="27" y="8"/>
                      <a:pt x="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8" name="Freeform 426">
                <a:extLst>
                  <a:ext uri="{FF2B5EF4-FFF2-40B4-BE49-F238E27FC236}">
                    <a16:creationId xmlns:a16="http://schemas.microsoft.com/office/drawing/2014/main" id="{EBFCE579-C760-4B45-A776-3BBDC1B2E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863"/>
                <a:ext cx="55" cy="97"/>
              </a:xfrm>
              <a:custGeom>
                <a:avLst/>
                <a:gdLst>
                  <a:gd name="T0" fmla="*/ 153 w 33"/>
                  <a:gd name="T1" fmla="*/ 0 h 58"/>
                  <a:gd name="T2" fmla="*/ 0 w 33"/>
                  <a:gd name="T3" fmla="*/ 271 h 58"/>
                  <a:gd name="T4" fmla="*/ 153 w 33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8">
                    <a:moveTo>
                      <a:pt x="33" y="0"/>
                    </a:moveTo>
                    <a:cubicBezTo>
                      <a:pt x="33" y="0"/>
                      <a:pt x="13" y="45"/>
                      <a:pt x="0" y="58"/>
                    </a:cubicBezTo>
                    <a:cubicBezTo>
                      <a:pt x="0" y="58"/>
                      <a:pt x="22" y="32"/>
                      <a:pt x="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9" name="Freeform 427">
                <a:extLst>
                  <a:ext uri="{FF2B5EF4-FFF2-40B4-BE49-F238E27FC236}">
                    <a16:creationId xmlns:a16="http://schemas.microsoft.com/office/drawing/2014/main" id="{ADC24B5B-E481-4F6C-BE4A-01C1CAF6C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755"/>
                <a:ext cx="483" cy="459"/>
              </a:xfrm>
              <a:custGeom>
                <a:avLst/>
                <a:gdLst>
                  <a:gd name="T0" fmla="*/ 1339 w 290"/>
                  <a:gd name="T1" fmla="*/ 619 h 275"/>
                  <a:gd name="T2" fmla="*/ 1166 w 290"/>
                  <a:gd name="T3" fmla="*/ 696 h 275"/>
                  <a:gd name="T4" fmla="*/ 610 w 290"/>
                  <a:gd name="T5" fmla="*/ 1162 h 275"/>
                  <a:gd name="T6" fmla="*/ 13 w 290"/>
                  <a:gd name="T7" fmla="*/ 1033 h 275"/>
                  <a:gd name="T8" fmla="*/ 37 w 290"/>
                  <a:gd name="T9" fmla="*/ 641 h 275"/>
                  <a:gd name="T10" fmla="*/ 1146 w 290"/>
                  <a:gd name="T11" fmla="*/ 0 h 275"/>
                  <a:gd name="T12" fmla="*/ 1339 w 290"/>
                  <a:gd name="T13" fmla="*/ 619 h 2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0" h="275">
                    <a:moveTo>
                      <a:pt x="290" y="133"/>
                    </a:moveTo>
                    <a:cubicBezTo>
                      <a:pt x="290" y="133"/>
                      <a:pt x="261" y="133"/>
                      <a:pt x="252" y="150"/>
                    </a:cubicBezTo>
                    <a:cubicBezTo>
                      <a:pt x="243" y="166"/>
                      <a:pt x="200" y="225"/>
                      <a:pt x="132" y="250"/>
                    </a:cubicBezTo>
                    <a:cubicBezTo>
                      <a:pt x="64" y="275"/>
                      <a:pt x="0" y="243"/>
                      <a:pt x="3" y="222"/>
                    </a:cubicBezTo>
                    <a:cubicBezTo>
                      <a:pt x="4" y="207"/>
                      <a:pt x="12" y="159"/>
                      <a:pt x="8" y="138"/>
                    </a:cubicBezTo>
                    <a:cubicBezTo>
                      <a:pt x="4" y="118"/>
                      <a:pt x="160" y="260"/>
                      <a:pt x="248" y="0"/>
                    </a:cubicBezTo>
                    <a:cubicBezTo>
                      <a:pt x="248" y="0"/>
                      <a:pt x="238" y="67"/>
                      <a:pt x="290" y="133"/>
                    </a:cubicBezTo>
                    <a:close/>
                  </a:path>
                </a:pathLst>
              </a:custGeom>
              <a:solidFill>
                <a:srgbClr val="81B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0" name="Freeform 428">
                <a:extLst>
                  <a:ext uri="{FF2B5EF4-FFF2-40B4-BE49-F238E27FC236}">
                    <a16:creationId xmlns:a16="http://schemas.microsoft.com/office/drawing/2014/main" id="{0F9D89DD-37E8-441A-B386-BFE010E7A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318"/>
                <a:ext cx="120" cy="77"/>
              </a:xfrm>
              <a:custGeom>
                <a:avLst/>
                <a:gdLst>
                  <a:gd name="T0" fmla="*/ 0 w 72"/>
                  <a:gd name="T1" fmla="*/ 0 h 46"/>
                  <a:gd name="T2" fmla="*/ 333 w 72"/>
                  <a:gd name="T3" fmla="*/ 75 h 46"/>
                  <a:gd name="T4" fmla="*/ 0 w 72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46">
                    <a:moveTo>
                      <a:pt x="0" y="0"/>
                    </a:moveTo>
                    <a:cubicBezTo>
                      <a:pt x="0" y="0"/>
                      <a:pt x="26" y="30"/>
                      <a:pt x="72" y="16"/>
                    </a:cubicBezTo>
                    <a:cubicBezTo>
                      <a:pt x="72" y="16"/>
                      <a:pt x="34" y="4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1" name="Freeform 429">
                <a:extLst>
                  <a:ext uri="{FF2B5EF4-FFF2-40B4-BE49-F238E27FC236}">
                    <a16:creationId xmlns:a16="http://schemas.microsoft.com/office/drawing/2014/main" id="{BC2A871E-1C17-41C5-A2AD-17E551188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497"/>
                <a:ext cx="153" cy="135"/>
              </a:xfrm>
              <a:custGeom>
                <a:avLst/>
                <a:gdLst>
                  <a:gd name="T0" fmla="*/ 0 w 92"/>
                  <a:gd name="T1" fmla="*/ 375 h 81"/>
                  <a:gd name="T2" fmla="*/ 422 w 92"/>
                  <a:gd name="T3" fmla="*/ 338 h 81"/>
                  <a:gd name="T4" fmla="*/ 0 w 92"/>
                  <a:gd name="T5" fmla="*/ 375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81">
                    <a:moveTo>
                      <a:pt x="0" y="81"/>
                    </a:moveTo>
                    <a:cubicBezTo>
                      <a:pt x="0" y="81"/>
                      <a:pt x="25" y="16"/>
                      <a:pt x="92" y="73"/>
                    </a:cubicBezTo>
                    <a:cubicBezTo>
                      <a:pt x="92" y="73"/>
                      <a:pt x="31" y="0"/>
                      <a:pt x="0" y="81"/>
                    </a:cubicBezTo>
                    <a:close/>
                  </a:path>
                </a:pathLst>
              </a:custGeom>
              <a:solidFill>
                <a:srgbClr val="D5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2" name="Freeform 430">
                <a:extLst>
                  <a:ext uri="{FF2B5EF4-FFF2-40B4-BE49-F238E27FC236}">
                    <a16:creationId xmlns:a16="http://schemas.microsoft.com/office/drawing/2014/main" id="{B5A240D0-846F-4A73-A389-559191118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650"/>
                <a:ext cx="95" cy="180"/>
              </a:xfrm>
              <a:custGeom>
                <a:avLst/>
                <a:gdLst>
                  <a:gd name="T0" fmla="*/ 230 w 57"/>
                  <a:gd name="T1" fmla="*/ 0 h 108"/>
                  <a:gd name="T2" fmla="*/ 255 w 57"/>
                  <a:gd name="T3" fmla="*/ 222 h 108"/>
                  <a:gd name="T4" fmla="*/ 213 w 57"/>
                  <a:gd name="T5" fmla="*/ 347 h 108"/>
                  <a:gd name="T6" fmla="*/ 55 w 57"/>
                  <a:gd name="T7" fmla="*/ 487 h 108"/>
                  <a:gd name="T8" fmla="*/ 230 w 57"/>
                  <a:gd name="T9" fmla="*/ 0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08">
                    <a:moveTo>
                      <a:pt x="50" y="0"/>
                    </a:moveTo>
                    <a:cubicBezTo>
                      <a:pt x="50" y="0"/>
                      <a:pt x="53" y="38"/>
                      <a:pt x="55" y="48"/>
                    </a:cubicBezTo>
                    <a:cubicBezTo>
                      <a:pt x="56" y="54"/>
                      <a:pt x="50" y="66"/>
                      <a:pt x="46" y="75"/>
                    </a:cubicBezTo>
                    <a:cubicBezTo>
                      <a:pt x="42" y="85"/>
                      <a:pt x="25" y="101"/>
                      <a:pt x="12" y="105"/>
                    </a:cubicBezTo>
                    <a:cubicBezTo>
                      <a:pt x="0" y="108"/>
                      <a:pt x="57" y="66"/>
                      <a:pt x="50" y="0"/>
                    </a:cubicBezTo>
                    <a:close/>
                  </a:path>
                </a:pathLst>
              </a:custGeom>
              <a:solidFill>
                <a:srgbClr val="81B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3" name="Freeform 431">
                <a:extLst>
                  <a:ext uri="{FF2B5EF4-FFF2-40B4-BE49-F238E27FC236}">
                    <a16:creationId xmlns:a16="http://schemas.microsoft.com/office/drawing/2014/main" id="{2A1ED699-6C19-4981-BF7B-48221B29C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1412"/>
                <a:ext cx="55" cy="468"/>
              </a:xfrm>
              <a:custGeom>
                <a:avLst/>
                <a:gdLst>
                  <a:gd name="T0" fmla="*/ 0 w 33"/>
                  <a:gd name="T1" fmla="*/ 0 h 281"/>
                  <a:gd name="T2" fmla="*/ 47 w 33"/>
                  <a:gd name="T3" fmla="*/ 1297 h 281"/>
                  <a:gd name="T4" fmla="*/ 153 w 33"/>
                  <a:gd name="T5" fmla="*/ 47 h 281"/>
                  <a:gd name="T6" fmla="*/ 0 w 33"/>
                  <a:gd name="T7" fmla="*/ 0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81">
                    <a:moveTo>
                      <a:pt x="0" y="0"/>
                    </a:moveTo>
                    <a:cubicBezTo>
                      <a:pt x="0" y="0"/>
                      <a:pt x="13" y="260"/>
                      <a:pt x="10" y="281"/>
                    </a:cubicBezTo>
                    <a:cubicBezTo>
                      <a:pt x="10" y="281"/>
                      <a:pt x="7" y="10"/>
                      <a:pt x="33" y="10"/>
                    </a:cubicBezTo>
                    <a:cubicBezTo>
                      <a:pt x="33" y="10"/>
                      <a:pt x="6" y="8"/>
                      <a:pt x="0" y="0"/>
                    </a:cubicBezTo>
                    <a:close/>
                  </a:path>
                </a:pathLst>
              </a:custGeom>
              <a:solidFill>
                <a:srgbClr val="D5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4" name="Freeform 432">
                <a:extLst>
                  <a:ext uri="{FF2B5EF4-FFF2-40B4-BE49-F238E27FC236}">
                    <a16:creationId xmlns:a16="http://schemas.microsoft.com/office/drawing/2014/main" id="{7B4E8C20-7872-4079-9AD3-4350D98B6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1437"/>
                <a:ext cx="13" cy="281"/>
              </a:xfrm>
              <a:custGeom>
                <a:avLst/>
                <a:gdLst>
                  <a:gd name="T0" fmla="*/ 0 w 8"/>
                  <a:gd name="T1" fmla="*/ 0 h 169"/>
                  <a:gd name="T2" fmla="*/ 26 w 8"/>
                  <a:gd name="T3" fmla="*/ 776 h 169"/>
                  <a:gd name="T4" fmla="*/ 0 w 8"/>
                  <a:gd name="T5" fmla="*/ 0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9">
                    <a:moveTo>
                      <a:pt x="0" y="0"/>
                    </a:moveTo>
                    <a:cubicBezTo>
                      <a:pt x="6" y="169"/>
                      <a:pt x="6" y="169"/>
                      <a:pt x="6" y="169"/>
                    </a:cubicBezTo>
                    <a:cubicBezTo>
                      <a:pt x="6" y="169"/>
                      <a:pt x="8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5" name="Freeform 433">
                <a:extLst>
                  <a:ext uri="{FF2B5EF4-FFF2-40B4-BE49-F238E27FC236}">
                    <a16:creationId xmlns:a16="http://schemas.microsoft.com/office/drawing/2014/main" id="{A3557813-4A87-4B50-A2AD-8D62496CA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3070"/>
                <a:ext cx="88" cy="49"/>
              </a:xfrm>
              <a:custGeom>
                <a:avLst/>
                <a:gdLst>
                  <a:gd name="T0" fmla="*/ 141 w 53"/>
                  <a:gd name="T1" fmla="*/ 0 h 29"/>
                  <a:gd name="T2" fmla="*/ 0 w 53"/>
                  <a:gd name="T3" fmla="*/ 0 h 29"/>
                  <a:gd name="T4" fmla="*/ 141 w 53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9">
                    <a:moveTo>
                      <a:pt x="31" y="0"/>
                    </a:moveTo>
                    <a:cubicBezTo>
                      <a:pt x="31" y="0"/>
                      <a:pt x="53" y="29"/>
                      <a:pt x="0" y="0"/>
                    </a:cubicBezTo>
                    <a:cubicBezTo>
                      <a:pt x="0" y="0"/>
                      <a:pt x="46" y="21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6" name="Freeform 434">
                <a:extLst>
                  <a:ext uri="{FF2B5EF4-FFF2-40B4-BE49-F238E27FC236}">
                    <a16:creationId xmlns:a16="http://schemas.microsoft.com/office/drawing/2014/main" id="{C07DF174-45D3-4F63-98E7-4746AB16C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3045"/>
                <a:ext cx="80" cy="399"/>
              </a:xfrm>
              <a:custGeom>
                <a:avLst/>
                <a:gdLst>
                  <a:gd name="T0" fmla="*/ 120 w 48"/>
                  <a:gd name="T1" fmla="*/ 1090 h 239"/>
                  <a:gd name="T2" fmla="*/ 0 w 48"/>
                  <a:gd name="T3" fmla="*/ 0 h 239"/>
                  <a:gd name="T4" fmla="*/ 172 w 48"/>
                  <a:gd name="T5" fmla="*/ 88 h 239"/>
                  <a:gd name="T6" fmla="*/ 172 w 48"/>
                  <a:gd name="T7" fmla="*/ 1112 h 239"/>
                  <a:gd name="T8" fmla="*/ 120 w 48"/>
                  <a:gd name="T9" fmla="*/ 1090 h 2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39">
                    <a:moveTo>
                      <a:pt x="26" y="234"/>
                    </a:moveTo>
                    <a:cubicBezTo>
                      <a:pt x="26" y="234"/>
                      <a:pt x="36" y="201"/>
                      <a:pt x="0" y="0"/>
                    </a:cubicBezTo>
                    <a:cubicBezTo>
                      <a:pt x="0" y="0"/>
                      <a:pt x="27" y="14"/>
                      <a:pt x="37" y="19"/>
                    </a:cubicBezTo>
                    <a:cubicBezTo>
                      <a:pt x="48" y="24"/>
                      <a:pt x="29" y="223"/>
                      <a:pt x="37" y="239"/>
                    </a:cubicBezTo>
                    <a:cubicBezTo>
                      <a:pt x="37" y="239"/>
                      <a:pt x="29" y="236"/>
                      <a:pt x="26" y="234"/>
                    </a:cubicBezTo>
                    <a:close/>
                  </a:path>
                </a:pathLst>
              </a:custGeom>
              <a:solidFill>
                <a:srgbClr val="D5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7" name="Freeform 435">
                <a:extLst>
                  <a:ext uri="{FF2B5EF4-FFF2-40B4-BE49-F238E27FC236}">
                    <a16:creationId xmlns:a16="http://schemas.microsoft.com/office/drawing/2014/main" id="{2FCC8C89-41F5-46E4-B23D-11BF7ABBB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3062"/>
                <a:ext cx="42" cy="297"/>
              </a:xfrm>
              <a:custGeom>
                <a:avLst/>
                <a:gdLst>
                  <a:gd name="T0" fmla="*/ 0 w 25"/>
                  <a:gd name="T1" fmla="*/ 0 h 178"/>
                  <a:gd name="T2" fmla="*/ 119 w 25"/>
                  <a:gd name="T3" fmla="*/ 828 h 178"/>
                  <a:gd name="T4" fmla="*/ 0 w 25"/>
                  <a:gd name="T5" fmla="*/ 0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78">
                    <a:moveTo>
                      <a:pt x="0" y="0"/>
                    </a:moveTo>
                    <a:cubicBezTo>
                      <a:pt x="0" y="0"/>
                      <a:pt x="21" y="135"/>
                      <a:pt x="25" y="178"/>
                    </a:cubicBezTo>
                    <a:cubicBezTo>
                      <a:pt x="25" y="178"/>
                      <a:pt x="13" y="3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8" name="Freeform 436">
                <a:extLst>
                  <a:ext uri="{FF2B5EF4-FFF2-40B4-BE49-F238E27FC236}">
                    <a16:creationId xmlns:a16="http://schemas.microsoft.com/office/drawing/2014/main" id="{E314642E-BA4B-4283-ABAB-98EA3398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3107"/>
                <a:ext cx="199" cy="219"/>
              </a:xfrm>
              <a:custGeom>
                <a:avLst/>
                <a:gdLst>
                  <a:gd name="T0" fmla="*/ 0 w 120"/>
                  <a:gd name="T1" fmla="*/ 0 h 131"/>
                  <a:gd name="T2" fmla="*/ 547 w 120"/>
                  <a:gd name="T3" fmla="*/ 491 h 131"/>
                  <a:gd name="T4" fmla="*/ 547 w 120"/>
                  <a:gd name="T5" fmla="*/ 612 h 131"/>
                  <a:gd name="T6" fmla="*/ 0 w 120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131">
                    <a:moveTo>
                      <a:pt x="0" y="0"/>
                    </a:moveTo>
                    <a:cubicBezTo>
                      <a:pt x="0" y="0"/>
                      <a:pt x="60" y="78"/>
                      <a:pt x="120" y="105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3" y="48"/>
                      <a:pt x="0" y="0"/>
                    </a:cubicBezTo>
                    <a:close/>
                  </a:path>
                </a:pathLst>
              </a:custGeom>
              <a:solidFill>
                <a:srgbClr val="81B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9" name="Freeform 437">
                <a:extLst>
                  <a:ext uri="{FF2B5EF4-FFF2-40B4-BE49-F238E27FC236}">
                    <a16:creationId xmlns:a16="http://schemas.microsoft.com/office/drawing/2014/main" id="{878AEF7F-41A1-4F8A-AB37-2B4E3F219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413"/>
                <a:ext cx="80" cy="200"/>
              </a:xfrm>
              <a:custGeom>
                <a:avLst/>
                <a:gdLst>
                  <a:gd name="T0" fmla="*/ 222 w 48"/>
                  <a:gd name="T1" fmla="*/ 0 h 120"/>
                  <a:gd name="T2" fmla="*/ 75 w 48"/>
                  <a:gd name="T3" fmla="*/ 555 h 120"/>
                  <a:gd name="T4" fmla="*/ 222 w 48"/>
                  <a:gd name="T5" fmla="*/ 0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20">
                    <a:moveTo>
                      <a:pt x="48" y="0"/>
                    </a:moveTo>
                    <a:cubicBezTo>
                      <a:pt x="48" y="0"/>
                      <a:pt x="0" y="45"/>
                      <a:pt x="16" y="120"/>
                    </a:cubicBezTo>
                    <a:cubicBezTo>
                      <a:pt x="16" y="120"/>
                      <a:pt x="13" y="38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0" name="Freeform 438">
                <a:extLst>
                  <a:ext uri="{FF2B5EF4-FFF2-40B4-BE49-F238E27FC236}">
                    <a16:creationId xmlns:a16="http://schemas.microsoft.com/office/drawing/2014/main" id="{1DF7B617-8F11-4F31-B9A9-1693578A7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097"/>
                <a:ext cx="175" cy="42"/>
              </a:xfrm>
              <a:custGeom>
                <a:avLst/>
                <a:gdLst>
                  <a:gd name="T0" fmla="*/ 0 w 105"/>
                  <a:gd name="T1" fmla="*/ 5 h 25"/>
                  <a:gd name="T2" fmla="*/ 487 w 105"/>
                  <a:gd name="T3" fmla="*/ 119 h 25"/>
                  <a:gd name="T4" fmla="*/ 0 w 10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25">
                    <a:moveTo>
                      <a:pt x="0" y="1"/>
                    </a:moveTo>
                    <a:cubicBezTo>
                      <a:pt x="0" y="1"/>
                      <a:pt x="36" y="20"/>
                      <a:pt x="105" y="25"/>
                    </a:cubicBezTo>
                    <a:cubicBezTo>
                      <a:pt x="105" y="25"/>
                      <a:pt x="18" y="10"/>
                      <a:pt x="0" y="0"/>
                    </a:cubicBezTo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1" name="Freeform 439">
                <a:extLst>
                  <a:ext uri="{FF2B5EF4-FFF2-40B4-BE49-F238E27FC236}">
                    <a16:creationId xmlns:a16="http://schemas.microsoft.com/office/drawing/2014/main" id="{D311589F-6E8D-400A-A81A-36E38D64B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160"/>
                <a:ext cx="127" cy="72"/>
              </a:xfrm>
              <a:custGeom>
                <a:avLst/>
                <a:gdLst>
                  <a:gd name="T0" fmla="*/ 354 w 76"/>
                  <a:gd name="T1" fmla="*/ 203 h 43"/>
                  <a:gd name="T2" fmla="*/ 0 w 76"/>
                  <a:gd name="T3" fmla="*/ 0 h 43"/>
                  <a:gd name="T4" fmla="*/ 354 w 76"/>
                  <a:gd name="T5" fmla="*/ 20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43">
                    <a:moveTo>
                      <a:pt x="76" y="43"/>
                    </a:moveTo>
                    <a:cubicBezTo>
                      <a:pt x="76" y="43"/>
                      <a:pt x="53" y="17"/>
                      <a:pt x="0" y="0"/>
                    </a:cubicBezTo>
                    <a:cubicBezTo>
                      <a:pt x="0" y="0"/>
                      <a:pt x="65" y="14"/>
                      <a:pt x="76" y="43"/>
                    </a:cubicBezTo>
                    <a:close/>
                  </a:path>
                </a:pathLst>
              </a:custGeom>
              <a:solidFill>
                <a:srgbClr val="F1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2" name="Freeform 440">
                <a:extLst>
                  <a:ext uri="{FF2B5EF4-FFF2-40B4-BE49-F238E27FC236}">
                    <a16:creationId xmlns:a16="http://schemas.microsoft.com/office/drawing/2014/main" id="{CC3F1EFD-7CC6-4D59-AA64-D8A891E05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100"/>
                <a:ext cx="176" cy="39"/>
              </a:xfrm>
              <a:custGeom>
                <a:avLst/>
                <a:gdLst>
                  <a:gd name="T0" fmla="*/ 0 w 106"/>
                  <a:gd name="T1" fmla="*/ 0 h 23"/>
                  <a:gd name="T2" fmla="*/ 485 w 106"/>
                  <a:gd name="T3" fmla="*/ 112 h 23"/>
                  <a:gd name="T4" fmla="*/ 0 w 10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23">
                    <a:moveTo>
                      <a:pt x="0" y="0"/>
                    </a:moveTo>
                    <a:cubicBezTo>
                      <a:pt x="0" y="0"/>
                      <a:pt x="62" y="21"/>
                      <a:pt x="106" y="23"/>
                    </a:cubicBezTo>
                    <a:cubicBezTo>
                      <a:pt x="106" y="23"/>
                      <a:pt x="28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3" name="Freeform 441">
                <a:extLst>
                  <a:ext uri="{FF2B5EF4-FFF2-40B4-BE49-F238E27FC236}">
                    <a16:creationId xmlns:a16="http://schemas.microsoft.com/office/drawing/2014/main" id="{980A2E83-8EEF-4253-9D0F-2849D685E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172"/>
                <a:ext cx="90" cy="58"/>
              </a:xfrm>
              <a:custGeom>
                <a:avLst/>
                <a:gdLst>
                  <a:gd name="T0" fmla="*/ 0 w 54"/>
                  <a:gd name="T1" fmla="*/ 0 h 35"/>
                  <a:gd name="T2" fmla="*/ 250 w 54"/>
                  <a:gd name="T3" fmla="*/ 159 h 35"/>
                  <a:gd name="T4" fmla="*/ 0 w 54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5">
                    <a:moveTo>
                      <a:pt x="0" y="0"/>
                    </a:moveTo>
                    <a:cubicBezTo>
                      <a:pt x="0" y="0"/>
                      <a:pt x="46" y="19"/>
                      <a:pt x="54" y="35"/>
                    </a:cubicBezTo>
                    <a:cubicBezTo>
                      <a:pt x="54" y="35"/>
                      <a:pt x="53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4" name="Freeform 442">
                <a:extLst>
                  <a:ext uri="{FF2B5EF4-FFF2-40B4-BE49-F238E27FC236}">
                    <a16:creationId xmlns:a16="http://schemas.microsoft.com/office/drawing/2014/main" id="{7322AF2F-B93F-4A3D-BFCB-DBC6EE71E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987"/>
                <a:ext cx="673" cy="1412"/>
              </a:xfrm>
              <a:custGeom>
                <a:avLst/>
                <a:gdLst>
                  <a:gd name="T0" fmla="*/ 230 w 404"/>
                  <a:gd name="T1" fmla="*/ 200 h 847"/>
                  <a:gd name="T2" fmla="*/ 237 w 404"/>
                  <a:gd name="T3" fmla="*/ 203 h 847"/>
                  <a:gd name="T4" fmla="*/ 813 w 404"/>
                  <a:gd name="T5" fmla="*/ 380 h 847"/>
                  <a:gd name="T6" fmla="*/ 1458 w 404"/>
                  <a:gd name="T7" fmla="*/ 592 h 847"/>
                  <a:gd name="T8" fmla="*/ 1499 w 404"/>
                  <a:gd name="T9" fmla="*/ 722 h 847"/>
                  <a:gd name="T10" fmla="*/ 1499 w 404"/>
                  <a:gd name="T11" fmla="*/ 722 h 847"/>
                  <a:gd name="T12" fmla="*/ 805 w 404"/>
                  <a:gd name="T13" fmla="*/ 437 h 847"/>
                  <a:gd name="T14" fmla="*/ 320 w 404"/>
                  <a:gd name="T15" fmla="*/ 305 h 847"/>
                  <a:gd name="T16" fmla="*/ 675 w 404"/>
                  <a:gd name="T17" fmla="*/ 537 h 847"/>
                  <a:gd name="T18" fmla="*/ 1034 w 404"/>
                  <a:gd name="T19" fmla="*/ 1130 h 847"/>
                  <a:gd name="T20" fmla="*/ 1424 w 404"/>
                  <a:gd name="T21" fmla="*/ 1454 h 847"/>
                  <a:gd name="T22" fmla="*/ 1613 w 404"/>
                  <a:gd name="T23" fmla="*/ 1682 h 847"/>
                  <a:gd name="T24" fmla="*/ 1388 w 404"/>
                  <a:gd name="T25" fmla="*/ 1440 h 847"/>
                  <a:gd name="T26" fmla="*/ 985 w 404"/>
                  <a:gd name="T27" fmla="*/ 1130 h 847"/>
                  <a:gd name="T28" fmla="*/ 810 w 404"/>
                  <a:gd name="T29" fmla="*/ 755 h 847"/>
                  <a:gd name="T30" fmla="*/ 758 w 404"/>
                  <a:gd name="T31" fmla="*/ 945 h 847"/>
                  <a:gd name="T32" fmla="*/ 771 w 404"/>
                  <a:gd name="T33" fmla="*/ 1409 h 847"/>
                  <a:gd name="T34" fmla="*/ 1041 w 404"/>
                  <a:gd name="T35" fmla="*/ 1940 h 847"/>
                  <a:gd name="T36" fmla="*/ 1349 w 404"/>
                  <a:gd name="T37" fmla="*/ 2179 h 847"/>
                  <a:gd name="T38" fmla="*/ 1706 w 404"/>
                  <a:gd name="T39" fmla="*/ 2391 h 847"/>
                  <a:gd name="T40" fmla="*/ 1862 w 404"/>
                  <a:gd name="T41" fmla="*/ 2417 h 847"/>
                  <a:gd name="T42" fmla="*/ 1683 w 404"/>
                  <a:gd name="T43" fmla="*/ 2417 h 847"/>
                  <a:gd name="T44" fmla="*/ 1354 w 404"/>
                  <a:gd name="T45" fmla="*/ 2221 h 847"/>
                  <a:gd name="T46" fmla="*/ 1113 w 404"/>
                  <a:gd name="T47" fmla="*/ 2141 h 847"/>
                  <a:gd name="T48" fmla="*/ 1179 w 404"/>
                  <a:gd name="T49" fmla="*/ 2521 h 847"/>
                  <a:gd name="T50" fmla="*/ 1318 w 404"/>
                  <a:gd name="T51" fmla="*/ 2854 h 847"/>
                  <a:gd name="T52" fmla="*/ 1751 w 404"/>
                  <a:gd name="T53" fmla="*/ 3516 h 847"/>
                  <a:gd name="T54" fmla="*/ 1867 w 404"/>
                  <a:gd name="T55" fmla="*/ 3924 h 847"/>
                  <a:gd name="T56" fmla="*/ 1701 w 404"/>
                  <a:gd name="T57" fmla="*/ 3492 h 847"/>
                  <a:gd name="T58" fmla="*/ 1276 w 404"/>
                  <a:gd name="T59" fmla="*/ 2854 h 847"/>
                  <a:gd name="T60" fmla="*/ 1188 w 404"/>
                  <a:gd name="T61" fmla="*/ 2604 h 847"/>
                  <a:gd name="T62" fmla="*/ 1159 w 404"/>
                  <a:gd name="T63" fmla="*/ 2779 h 847"/>
                  <a:gd name="T64" fmla="*/ 960 w 404"/>
                  <a:gd name="T65" fmla="*/ 3041 h 847"/>
                  <a:gd name="T66" fmla="*/ 771 w 404"/>
                  <a:gd name="T67" fmla="*/ 3391 h 847"/>
                  <a:gd name="T68" fmla="*/ 313 w 404"/>
                  <a:gd name="T69" fmla="*/ 3558 h 847"/>
                  <a:gd name="T70" fmla="*/ 561 w 404"/>
                  <a:gd name="T71" fmla="*/ 3417 h 847"/>
                  <a:gd name="T72" fmla="*/ 893 w 404"/>
                  <a:gd name="T73" fmla="*/ 3096 h 847"/>
                  <a:gd name="T74" fmla="*/ 1104 w 404"/>
                  <a:gd name="T75" fmla="*/ 2779 h 847"/>
                  <a:gd name="T76" fmla="*/ 1084 w 404"/>
                  <a:gd name="T77" fmla="*/ 2501 h 847"/>
                  <a:gd name="T78" fmla="*/ 1029 w 404"/>
                  <a:gd name="T79" fmla="*/ 2159 h 847"/>
                  <a:gd name="T80" fmla="*/ 910 w 404"/>
                  <a:gd name="T81" fmla="*/ 1899 h 847"/>
                  <a:gd name="T82" fmla="*/ 721 w 404"/>
                  <a:gd name="T83" fmla="*/ 1390 h 847"/>
                  <a:gd name="T84" fmla="*/ 486 w 404"/>
                  <a:gd name="T85" fmla="*/ 1779 h 847"/>
                  <a:gd name="T86" fmla="*/ 353 w 404"/>
                  <a:gd name="T87" fmla="*/ 2234 h 847"/>
                  <a:gd name="T88" fmla="*/ 450 w 404"/>
                  <a:gd name="T89" fmla="*/ 1815 h 847"/>
                  <a:gd name="T90" fmla="*/ 708 w 404"/>
                  <a:gd name="T91" fmla="*/ 1274 h 847"/>
                  <a:gd name="T92" fmla="*/ 675 w 404"/>
                  <a:gd name="T93" fmla="*/ 980 h 847"/>
                  <a:gd name="T94" fmla="*/ 701 w 404"/>
                  <a:gd name="T95" fmla="*/ 625 h 847"/>
                  <a:gd name="T96" fmla="*/ 0 w 404"/>
                  <a:gd name="T97" fmla="*/ 0 h 84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04" h="847">
                    <a:moveTo>
                      <a:pt x="50" y="43"/>
                    </a:moveTo>
                    <a:cubicBezTo>
                      <a:pt x="50" y="43"/>
                      <a:pt x="51" y="44"/>
                      <a:pt x="51" y="44"/>
                    </a:cubicBezTo>
                    <a:cubicBezTo>
                      <a:pt x="51" y="44"/>
                      <a:pt x="96" y="73"/>
                      <a:pt x="176" y="82"/>
                    </a:cubicBezTo>
                    <a:cubicBezTo>
                      <a:pt x="246" y="89"/>
                      <a:pt x="301" y="118"/>
                      <a:pt x="315" y="128"/>
                    </a:cubicBezTo>
                    <a:cubicBezTo>
                      <a:pt x="335" y="142"/>
                      <a:pt x="324" y="156"/>
                      <a:pt x="324" y="156"/>
                    </a:cubicBezTo>
                    <a:cubicBezTo>
                      <a:pt x="324" y="156"/>
                      <a:pt x="324" y="156"/>
                      <a:pt x="324" y="156"/>
                    </a:cubicBezTo>
                    <a:cubicBezTo>
                      <a:pt x="289" y="115"/>
                      <a:pt x="232" y="100"/>
                      <a:pt x="174" y="94"/>
                    </a:cubicBezTo>
                    <a:cubicBezTo>
                      <a:pt x="116" y="88"/>
                      <a:pt x="69" y="66"/>
                      <a:pt x="69" y="66"/>
                    </a:cubicBezTo>
                    <a:cubicBezTo>
                      <a:pt x="87" y="83"/>
                      <a:pt x="109" y="96"/>
                      <a:pt x="146" y="116"/>
                    </a:cubicBezTo>
                    <a:cubicBezTo>
                      <a:pt x="191" y="140"/>
                      <a:pt x="207" y="195"/>
                      <a:pt x="224" y="244"/>
                    </a:cubicBezTo>
                    <a:cubicBezTo>
                      <a:pt x="241" y="294"/>
                      <a:pt x="289" y="256"/>
                      <a:pt x="308" y="314"/>
                    </a:cubicBezTo>
                    <a:cubicBezTo>
                      <a:pt x="327" y="371"/>
                      <a:pt x="328" y="364"/>
                      <a:pt x="349" y="363"/>
                    </a:cubicBezTo>
                    <a:cubicBezTo>
                      <a:pt x="349" y="363"/>
                      <a:pt x="320" y="402"/>
                      <a:pt x="300" y="311"/>
                    </a:cubicBezTo>
                    <a:cubicBezTo>
                      <a:pt x="292" y="273"/>
                      <a:pt x="231" y="299"/>
                      <a:pt x="213" y="244"/>
                    </a:cubicBezTo>
                    <a:cubicBezTo>
                      <a:pt x="191" y="176"/>
                      <a:pt x="191" y="182"/>
                      <a:pt x="175" y="163"/>
                    </a:cubicBezTo>
                    <a:cubicBezTo>
                      <a:pt x="175" y="163"/>
                      <a:pt x="173" y="192"/>
                      <a:pt x="164" y="204"/>
                    </a:cubicBezTo>
                    <a:cubicBezTo>
                      <a:pt x="146" y="229"/>
                      <a:pt x="175" y="272"/>
                      <a:pt x="167" y="304"/>
                    </a:cubicBezTo>
                    <a:cubicBezTo>
                      <a:pt x="159" y="336"/>
                      <a:pt x="196" y="399"/>
                      <a:pt x="225" y="419"/>
                    </a:cubicBezTo>
                    <a:cubicBezTo>
                      <a:pt x="255" y="439"/>
                      <a:pt x="241" y="466"/>
                      <a:pt x="292" y="470"/>
                    </a:cubicBezTo>
                    <a:cubicBezTo>
                      <a:pt x="343" y="474"/>
                      <a:pt x="348" y="492"/>
                      <a:pt x="369" y="516"/>
                    </a:cubicBezTo>
                    <a:cubicBezTo>
                      <a:pt x="391" y="540"/>
                      <a:pt x="403" y="522"/>
                      <a:pt x="403" y="522"/>
                    </a:cubicBezTo>
                    <a:cubicBezTo>
                      <a:pt x="403" y="522"/>
                      <a:pt x="391" y="544"/>
                      <a:pt x="364" y="522"/>
                    </a:cubicBezTo>
                    <a:cubicBezTo>
                      <a:pt x="337" y="499"/>
                      <a:pt x="339" y="479"/>
                      <a:pt x="293" y="479"/>
                    </a:cubicBezTo>
                    <a:cubicBezTo>
                      <a:pt x="248" y="479"/>
                      <a:pt x="241" y="462"/>
                      <a:pt x="241" y="462"/>
                    </a:cubicBezTo>
                    <a:cubicBezTo>
                      <a:pt x="241" y="462"/>
                      <a:pt x="211" y="511"/>
                      <a:pt x="255" y="544"/>
                    </a:cubicBezTo>
                    <a:cubicBezTo>
                      <a:pt x="299" y="578"/>
                      <a:pt x="272" y="581"/>
                      <a:pt x="285" y="616"/>
                    </a:cubicBezTo>
                    <a:cubicBezTo>
                      <a:pt x="313" y="690"/>
                      <a:pt x="373" y="706"/>
                      <a:pt x="379" y="759"/>
                    </a:cubicBezTo>
                    <a:cubicBezTo>
                      <a:pt x="384" y="812"/>
                      <a:pt x="384" y="836"/>
                      <a:pt x="404" y="847"/>
                    </a:cubicBezTo>
                    <a:cubicBezTo>
                      <a:pt x="404" y="847"/>
                      <a:pt x="374" y="840"/>
                      <a:pt x="368" y="754"/>
                    </a:cubicBezTo>
                    <a:cubicBezTo>
                      <a:pt x="365" y="715"/>
                      <a:pt x="297" y="681"/>
                      <a:pt x="276" y="616"/>
                    </a:cubicBezTo>
                    <a:cubicBezTo>
                      <a:pt x="268" y="592"/>
                      <a:pt x="280" y="568"/>
                      <a:pt x="257" y="562"/>
                    </a:cubicBezTo>
                    <a:cubicBezTo>
                      <a:pt x="257" y="562"/>
                      <a:pt x="249" y="580"/>
                      <a:pt x="251" y="600"/>
                    </a:cubicBezTo>
                    <a:cubicBezTo>
                      <a:pt x="251" y="609"/>
                      <a:pt x="241" y="636"/>
                      <a:pt x="208" y="656"/>
                    </a:cubicBezTo>
                    <a:cubicBezTo>
                      <a:pt x="192" y="666"/>
                      <a:pt x="217" y="707"/>
                      <a:pt x="167" y="732"/>
                    </a:cubicBezTo>
                    <a:cubicBezTo>
                      <a:pt x="119" y="756"/>
                      <a:pt x="85" y="738"/>
                      <a:pt x="68" y="768"/>
                    </a:cubicBezTo>
                    <a:cubicBezTo>
                      <a:pt x="68" y="768"/>
                      <a:pt x="76" y="743"/>
                      <a:pt x="121" y="738"/>
                    </a:cubicBezTo>
                    <a:cubicBezTo>
                      <a:pt x="167" y="732"/>
                      <a:pt x="191" y="717"/>
                      <a:pt x="193" y="668"/>
                    </a:cubicBezTo>
                    <a:cubicBezTo>
                      <a:pt x="195" y="638"/>
                      <a:pt x="234" y="645"/>
                      <a:pt x="239" y="600"/>
                    </a:cubicBezTo>
                    <a:cubicBezTo>
                      <a:pt x="240" y="586"/>
                      <a:pt x="255" y="562"/>
                      <a:pt x="235" y="540"/>
                    </a:cubicBezTo>
                    <a:cubicBezTo>
                      <a:pt x="215" y="519"/>
                      <a:pt x="217" y="494"/>
                      <a:pt x="223" y="466"/>
                    </a:cubicBezTo>
                    <a:cubicBezTo>
                      <a:pt x="228" y="438"/>
                      <a:pt x="217" y="427"/>
                      <a:pt x="197" y="410"/>
                    </a:cubicBezTo>
                    <a:cubicBezTo>
                      <a:pt x="177" y="392"/>
                      <a:pt x="148" y="344"/>
                      <a:pt x="156" y="300"/>
                    </a:cubicBezTo>
                    <a:cubicBezTo>
                      <a:pt x="156" y="300"/>
                      <a:pt x="103" y="340"/>
                      <a:pt x="105" y="384"/>
                    </a:cubicBezTo>
                    <a:cubicBezTo>
                      <a:pt x="108" y="428"/>
                      <a:pt x="100" y="479"/>
                      <a:pt x="76" y="482"/>
                    </a:cubicBezTo>
                    <a:cubicBezTo>
                      <a:pt x="76" y="482"/>
                      <a:pt x="97" y="472"/>
                      <a:pt x="97" y="392"/>
                    </a:cubicBezTo>
                    <a:cubicBezTo>
                      <a:pt x="97" y="312"/>
                      <a:pt x="148" y="311"/>
                      <a:pt x="153" y="275"/>
                    </a:cubicBezTo>
                    <a:cubicBezTo>
                      <a:pt x="157" y="253"/>
                      <a:pt x="137" y="236"/>
                      <a:pt x="146" y="212"/>
                    </a:cubicBezTo>
                    <a:cubicBezTo>
                      <a:pt x="156" y="188"/>
                      <a:pt x="177" y="158"/>
                      <a:pt x="152" y="135"/>
                    </a:cubicBezTo>
                    <a:cubicBezTo>
                      <a:pt x="127" y="113"/>
                      <a:pt x="53" y="10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32" name="Group 443">
              <a:extLst>
                <a:ext uri="{FF2B5EF4-FFF2-40B4-BE49-F238E27FC236}">
                  <a16:creationId xmlns:a16="http://schemas.microsoft.com/office/drawing/2014/main" id="{9C6E0483-6763-412F-9EE1-C093E78ECB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0238" y="2646363"/>
              <a:ext cx="1068387" cy="1212850"/>
              <a:chOff x="1701" y="1202"/>
              <a:chExt cx="2231" cy="2532"/>
            </a:xfrm>
          </p:grpSpPr>
          <p:grpSp>
            <p:nvGrpSpPr>
              <p:cNvPr id="130095" name="Group 444">
                <a:extLst>
                  <a:ext uri="{FF2B5EF4-FFF2-40B4-BE49-F238E27FC236}">
                    <a16:creationId xmlns:a16="http://schemas.microsoft.com/office/drawing/2014/main" id="{CF0116E9-B7FD-46EA-8BED-066847AF8A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1" y="1202"/>
                <a:ext cx="2231" cy="2532"/>
                <a:chOff x="1701" y="1202"/>
                <a:chExt cx="2231" cy="2532"/>
              </a:xfrm>
            </p:grpSpPr>
            <p:sp>
              <p:nvSpPr>
                <p:cNvPr id="130132" name="Freeform 445">
                  <a:extLst>
                    <a:ext uri="{FF2B5EF4-FFF2-40B4-BE49-F238E27FC236}">
                      <a16:creationId xmlns:a16="http://schemas.microsoft.com/office/drawing/2014/main" id="{0AD6EF03-C71A-45F4-936C-43998EE0A7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711"/>
                  <a:ext cx="197" cy="75"/>
                </a:xfrm>
                <a:custGeom>
                  <a:avLst/>
                  <a:gdLst>
                    <a:gd name="T0" fmla="*/ 400 w 98"/>
                    <a:gd name="T1" fmla="*/ 345 h 35"/>
                    <a:gd name="T2" fmla="*/ 724 w 98"/>
                    <a:gd name="T3" fmla="*/ 266 h 35"/>
                    <a:gd name="T4" fmla="*/ 732 w 98"/>
                    <a:gd name="T5" fmla="*/ 28 h 35"/>
                    <a:gd name="T6" fmla="*/ 400 w 98"/>
                    <a:gd name="T7" fmla="*/ 51 h 35"/>
                    <a:gd name="T8" fmla="*/ 400 w 98"/>
                    <a:gd name="T9" fmla="*/ 51 h 35"/>
                    <a:gd name="T10" fmla="*/ 64 w 98"/>
                    <a:gd name="T11" fmla="*/ 28 h 35"/>
                    <a:gd name="T12" fmla="*/ 72 w 98"/>
                    <a:gd name="T13" fmla="*/ 266 h 35"/>
                    <a:gd name="T14" fmla="*/ 400 w 98"/>
                    <a:gd name="T15" fmla="*/ 345 h 3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5">
                      <a:moveTo>
                        <a:pt x="49" y="35"/>
                      </a:moveTo>
                      <a:cubicBezTo>
                        <a:pt x="69" y="35"/>
                        <a:pt x="83" y="34"/>
                        <a:pt x="89" y="27"/>
                      </a:cubicBezTo>
                      <a:cubicBezTo>
                        <a:pt x="96" y="21"/>
                        <a:pt x="98" y="9"/>
                        <a:pt x="90" y="3"/>
                      </a:cubicBezTo>
                      <a:cubicBezTo>
                        <a:pt x="84" y="0"/>
                        <a:pt x="82" y="5"/>
                        <a:pt x="49" y="5"/>
                      </a:cubicBezTo>
                      <a:cubicBezTo>
                        <a:pt x="49" y="5"/>
                        <a:pt x="49" y="5"/>
                        <a:pt x="49" y="5"/>
                      </a:cubicBezTo>
                      <a:cubicBezTo>
                        <a:pt x="16" y="5"/>
                        <a:pt x="14" y="0"/>
                        <a:pt x="8" y="3"/>
                      </a:cubicBezTo>
                      <a:cubicBezTo>
                        <a:pt x="0" y="9"/>
                        <a:pt x="2" y="21"/>
                        <a:pt x="9" y="27"/>
                      </a:cubicBezTo>
                      <a:cubicBezTo>
                        <a:pt x="15" y="34"/>
                        <a:pt x="29" y="35"/>
                        <a:pt x="49" y="35"/>
                      </a:cubicBezTo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33" name="Freeform 446">
                  <a:extLst>
                    <a:ext uri="{FF2B5EF4-FFF2-40B4-BE49-F238E27FC236}">
                      <a16:creationId xmlns:a16="http://schemas.microsoft.com/office/drawing/2014/main" id="{9DD7603D-2B70-4845-9412-C46A7F5A0B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610"/>
                  <a:ext cx="197" cy="88"/>
                </a:xfrm>
                <a:custGeom>
                  <a:avLst/>
                  <a:gdLst>
                    <a:gd name="T0" fmla="*/ 400 w 98"/>
                    <a:gd name="T1" fmla="*/ 406 h 41"/>
                    <a:gd name="T2" fmla="*/ 724 w 98"/>
                    <a:gd name="T3" fmla="*/ 337 h 41"/>
                    <a:gd name="T4" fmla="*/ 732 w 98"/>
                    <a:gd name="T5" fmla="*/ 28 h 41"/>
                    <a:gd name="T6" fmla="*/ 400 w 98"/>
                    <a:gd name="T7" fmla="*/ 52 h 41"/>
                    <a:gd name="T8" fmla="*/ 400 w 98"/>
                    <a:gd name="T9" fmla="*/ 52 h 41"/>
                    <a:gd name="T10" fmla="*/ 64 w 98"/>
                    <a:gd name="T11" fmla="*/ 28 h 41"/>
                    <a:gd name="T12" fmla="*/ 72 w 98"/>
                    <a:gd name="T13" fmla="*/ 337 h 41"/>
                    <a:gd name="T14" fmla="*/ 400 w 98"/>
                    <a:gd name="T15" fmla="*/ 406 h 4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1">
                      <a:moveTo>
                        <a:pt x="49" y="41"/>
                      </a:moveTo>
                      <a:cubicBezTo>
                        <a:pt x="69" y="41"/>
                        <a:pt x="83" y="40"/>
                        <a:pt x="89" y="34"/>
                      </a:cubicBezTo>
                      <a:cubicBezTo>
                        <a:pt x="96" y="27"/>
                        <a:pt x="98" y="9"/>
                        <a:pt x="90" y="3"/>
                      </a:cubicBezTo>
                      <a:cubicBezTo>
                        <a:pt x="84" y="0"/>
                        <a:pt x="82" y="5"/>
                        <a:pt x="49" y="5"/>
                      </a:cubicBezTo>
                      <a:cubicBezTo>
                        <a:pt x="49" y="5"/>
                        <a:pt x="49" y="5"/>
                        <a:pt x="49" y="5"/>
                      </a:cubicBezTo>
                      <a:cubicBezTo>
                        <a:pt x="16" y="5"/>
                        <a:pt x="14" y="0"/>
                        <a:pt x="8" y="3"/>
                      </a:cubicBezTo>
                      <a:cubicBezTo>
                        <a:pt x="0" y="9"/>
                        <a:pt x="2" y="27"/>
                        <a:pt x="9" y="34"/>
                      </a:cubicBezTo>
                      <a:cubicBezTo>
                        <a:pt x="15" y="40"/>
                        <a:pt x="29" y="41"/>
                        <a:pt x="49" y="41"/>
                      </a:cubicBezTo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34" name="Freeform 447">
                  <a:extLst>
                    <a:ext uri="{FF2B5EF4-FFF2-40B4-BE49-F238E27FC236}">
                      <a16:creationId xmlns:a16="http://schemas.microsoft.com/office/drawing/2014/main" id="{106F6841-346F-4B61-9108-9D3566F89F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518"/>
                  <a:ext cx="197" cy="79"/>
                </a:xfrm>
                <a:custGeom>
                  <a:avLst/>
                  <a:gdLst>
                    <a:gd name="T0" fmla="*/ 400 w 98"/>
                    <a:gd name="T1" fmla="*/ 361 h 37"/>
                    <a:gd name="T2" fmla="*/ 724 w 98"/>
                    <a:gd name="T3" fmla="*/ 293 h 37"/>
                    <a:gd name="T4" fmla="*/ 732 w 98"/>
                    <a:gd name="T5" fmla="*/ 41 h 37"/>
                    <a:gd name="T6" fmla="*/ 400 w 98"/>
                    <a:gd name="T7" fmla="*/ 60 h 37"/>
                    <a:gd name="T8" fmla="*/ 400 w 98"/>
                    <a:gd name="T9" fmla="*/ 60 h 37"/>
                    <a:gd name="T10" fmla="*/ 64 w 98"/>
                    <a:gd name="T11" fmla="*/ 41 h 37"/>
                    <a:gd name="T12" fmla="*/ 72 w 98"/>
                    <a:gd name="T13" fmla="*/ 293 h 37"/>
                    <a:gd name="T14" fmla="*/ 400 w 98"/>
                    <a:gd name="T15" fmla="*/ 361 h 3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7">
                      <a:moveTo>
                        <a:pt x="49" y="37"/>
                      </a:moveTo>
                      <a:cubicBezTo>
                        <a:pt x="69" y="37"/>
                        <a:pt x="83" y="36"/>
                        <a:pt x="89" y="30"/>
                      </a:cubicBezTo>
                      <a:cubicBezTo>
                        <a:pt x="96" y="23"/>
                        <a:pt x="98" y="9"/>
                        <a:pt x="90" y="4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4"/>
                      </a:cubicBezTo>
                      <a:cubicBezTo>
                        <a:pt x="0" y="9"/>
                        <a:pt x="2" y="23"/>
                        <a:pt x="9" y="30"/>
                      </a:cubicBezTo>
                      <a:cubicBezTo>
                        <a:pt x="15" y="36"/>
                        <a:pt x="29" y="37"/>
                        <a:pt x="49" y="37"/>
                      </a:cubicBezTo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35" name="Freeform 448">
                  <a:extLst>
                    <a:ext uri="{FF2B5EF4-FFF2-40B4-BE49-F238E27FC236}">
                      <a16:creationId xmlns:a16="http://schemas.microsoft.com/office/drawing/2014/main" id="{D5889B4C-D1B9-4D5D-8F5C-9A7B6BD4E0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415"/>
                  <a:ext cx="197" cy="90"/>
                </a:xfrm>
                <a:custGeom>
                  <a:avLst/>
                  <a:gdLst>
                    <a:gd name="T0" fmla="*/ 400 w 98"/>
                    <a:gd name="T1" fmla="*/ 414 h 42"/>
                    <a:gd name="T2" fmla="*/ 724 w 98"/>
                    <a:gd name="T3" fmla="*/ 334 h 42"/>
                    <a:gd name="T4" fmla="*/ 732 w 98"/>
                    <a:gd name="T5" fmla="*/ 28 h 42"/>
                    <a:gd name="T6" fmla="*/ 400 w 98"/>
                    <a:gd name="T7" fmla="*/ 60 h 42"/>
                    <a:gd name="T8" fmla="*/ 400 w 98"/>
                    <a:gd name="T9" fmla="*/ 60 h 42"/>
                    <a:gd name="T10" fmla="*/ 64 w 98"/>
                    <a:gd name="T11" fmla="*/ 28 h 42"/>
                    <a:gd name="T12" fmla="*/ 72 w 98"/>
                    <a:gd name="T13" fmla="*/ 334 h 42"/>
                    <a:gd name="T14" fmla="*/ 400 w 98"/>
                    <a:gd name="T15" fmla="*/ 414 h 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2">
                      <a:moveTo>
                        <a:pt x="49" y="42"/>
                      </a:moveTo>
                      <a:cubicBezTo>
                        <a:pt x="69" y="42"/>
                        <a:pt x="83" y="40"/>
                        <a:pt x="89" y="34"/>
                      </a:cubicBezTo>
                      <a:cubicBezTo>
                        <a:pt x="96" y="27"/>
                        <a:pt x="98" y="9"/>
                        <a:pt x="90" y="3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3"/>
                      </a:cubicBezTo>
                      <a:cubicBezTo>
                        <a:pt x="0" y="9"/>
                        <a:pt x="2" y="27"/>
                        <a:pt x="9" y="34"/>
                      </a:cubicBezTo>
                      <a:cubicBezTo>
                        <a:pt x="15" y="40"/>
                        <a:pt x="29" y="42"/>
                        <a:pt x="49" y="42"/>
                      </a:cubicBezTo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36" name="Freeform 449">
                  <a:extLst>
                    <a:ext uri="{FF2B5EF4-FFF2-40B4-BE49-F238E27FC236}">
                      <a16:creationId xmlns:a16="http://schemas.microsoft.com/office/drawing/2014/main" id="{90053066-E307-40BF-B271-6031EB1A52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322"/>
                  <a:ext cx="197" cy="82"/>
                </a:xfrm>
                <a:custGeom>
                  <a:avLst/>
                  <a:gdLst>
                    <a:gd name="T0" fmla="*/ 400 w 98"/>
                    <a:gd name="T1" fmla="*/ 382 h 38"/>
                    <a:gd name="T2" fmla="*/ 724 w 98"/>
                    <a:gd name="T3" fmla="*/ 302 h 38"/>
                    <a:gd name="T4" fmla="*/ 732 w 98"/>
                    <a:gd name="T5" fmla="*/ 41 h 38"/>
                    <a:gd name="T6" fmla="*/ 400 w 98"/>
                    <a:gd name="T7" fmla="*/ 60 h 38"/>
                    <a:gd name="T8" fmla="*/ 400 w 98"/>
                    <a:gd name="T9" fmla="*/ 60 h 38"/>
                    <a:gd name="T10" fmla="*/ 64 w 98"/>
                    <a:gd name="T11" fmla="*/ 41 h 38"/>
                    <a:gd name="T12" fmla="*/ 72 w 98"/>
                    <a:gd name="T13" fmla="*/ 302 h 38"/>
                    <a:gd name="T14" fmla="*/ 400 w 98"/>
                    <a:gd name="T15" fmla="*/ 382 h 3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8">
                      <a:moveTo>
                        <a:pt x="49" y="38"/>
                      </a:moveTo>
                      <a:cubicBezTo>
                        <a:pt x="69" y="38"/>
                        <a:pt x="83" y="37"/>
                        <a:pt x="89" y="30"/>
                      </a:cubicBezTo>
                      <a:cubicBezTo>
                        <a:pt x="96" y="23"/>
                        <a:pt x="98" y="9"/>
                        <a:pt x="90" y="4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4"/>
                      </a:cubicBezTo>
                      <a:cubicBezTo>
                        <a:pt x="0" y="9"/>
                        <a:pt x="2" y="23"/>
                        <a:pt x="9" y="30"/>
                      </a:cubicBezTo>
                      <a:cubicBezTo>
                        <a:pt x="15" y="37"/>
                        <a:pt x="29" y="38"/>
                        <a:pt x="49" y="38"/>
                      </a:cubicBezTo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37" name="Freeform 450">
                  <a:extLst>
                    <a:ext uri="{FF2B5EF4-FFF2-40B4-BE49-F238E27FC236}">
                      <a16:creationId xmlns:a16="http://schemas.microsoft.com/office/drawing/2014/main" id="{DB0E6CE4-75DB-4C45-B55B-91D193CECC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228"/>
                  <a:ext cx="197" cy="82"/>
                </a:xfrm>
                <a:custGeom>
                  <a:avLst/>
                  <a:gdLst>
                    <a:gd name="T0" fmla="*/ 400 w 98"/>
                    <a:gd name="T1" fmla="*/ 382 h 38"/>
                    <a:gd name="T2" fmla="*/ 724 w 98"/>
                    <a:gd name="T3" fmla="*/ 302 h 38"/>
                    <a:gd name="T4" fmla="*/ 732 w 98"/>
                    <a:gd name="T5" fmla="*/ 41 h 38"/>
                    <a:gd name="T6" fmla="*/ 400 w 98"/>
                    <a:gd name="T7" fmla="*/ 60 h 38"/>
                    <a:gd name="T8" fmla="*/ 400 w 98"/>
                    <a:gd name="T9" fmla="*/ 60 h 38"/>
                    <a:gd name="T10" fmla="*/ 64 w 98"/>
                    <a:gd name="T11" fmla="*/ 41 h 38"/>
                    <a:gd name="T12" fmla="*/ 72 w 98"/>
                    <a:gd name="T13" fmla="*/ 302 h 38"/>
                    <a:gd name="T14" fmla="*/ 400 w 98"/>
                    <a:gd name="T15" fmla="*/ 382 h 3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8">
                      <a:moveTo>
                        <a:pt x="49" y="38"/>
                      </a:moveTo>
                      <a:cubicBezTo>
                        <a:pt x="69" y="38"/>
                        <a:pt x="83" y="37"/>
                        <a:pt x="89" y="30"/>
                      </a:cubicBezTo>
                      <a:cubicBezTo>
                        <a:pt x="96" y="23"/>
                        <a:pt x="98" y="9"/>
                        <a:pt x="90" y="4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4"/>
                      </a:cubicBezTo>
                      <a:cubicBezTo>
                        <a:pt x="0" y="9"/>
                        <a:pt x="2" y="23"/>
                        <a:pt x="9" y="30"/>
                      </a:cubicBezTo>
                      <a:cubicBezTo>
                        <a:pt x="15" y="37"/>
                        <a:pt x="29" y="38"/>
                        <a:pt x="49" y="38"/>
                      </a:cubicBezTo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38" name="Freeform 451">
                  <a:extLst>
                    <a:ext uri="{FF2B5EF4-FFF2-40B4-BE49-F238E27FC236}">
                      <a16:creationId xmlns:a16="http://schemas.microsoft.com/office/drawing/2014/main" id="{7514931E-79AF-4C51-8D7D-60EADE40A9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792"/>
                  <a:ext cx="197" cy="84"/>
                </a:xfrm>
                <a:custGeom>
                  <a:avLst/>
                  <a:gdLst>
                    <a:gd name="T0" fmla="*/ 400 w 98"/>
                    <a:gd name="T1" fmla="*/ 60 h 39"/>
                    <a:gd name="T2" fmla="*/ 732 w 98"/>
                    <a:gd name="T3" fmla="*/ 41 h 39"/>
                    <a:gd name="T4" fmla="*/ 724 w 98"/>
                    <a:gd name="T5" fmla="*/ 278 h 39"/>
                    <a:gd name="T6" fmla="*/ 400 w 98"/>
                    <a:gd name="T7" fmla="*/ 390 h 39"/>
                    <a:gd name="T8" fmla="*/ 400 w 98"/>
                    <a:gd name="T9" fmla="*/ 390 h 39"/>
                    <a:gd name="T10" fmla="*/ 72 w 98"/>
                    <a:gd name="T11" fmla="*/ 278 h 39"/>
                    <a:gd name="T12" fmla="*/ 64 w 98"/>
                    <a:gd name="T13" fmla="*/ 41 h 39"/>
                    <a:gd name="T14" fmla="*/ 400 w 98"/>
                    <a:gd name="T15" fmla="*/ 60 h 3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9">
                      <a:moveTo>
                        <a:pt x="49" y="6"/>
                      </a:moveTo>
                      <a:cubicBezTo>
                        <a:pt x="82" y="6"/>
                        <a:pt x="84" y="0"/>
                        <a:pt x="90" y="4"/>
                      </a:cubicBezTo>
                      <a:cubicBezTo>
                        <a:pt x="98" y="9"/>
                        <a:pt x="96" y="21"/>
                        <a:pt x="89" y="28"/>
                      </a:cubicBezTo>
                      <a:cubicBezTo>
                        <a:pt x="83" y="35"/>
                        <a:pt x="69" y="39"/>
                        <a:pt x="49" y="39"/>
                      </a:cubicBezTo>
                      <a:cubicBezTo>
                        <a:pt x="49" y="39"/>
                        <a:pt x="49" y="39"/>
                        <a:pt x="49" y="39"/>
                      </a:cubicBezTo>
                      <a:cubicBezTo>
                        <a:pt x="29" y="39"/>
                        <a:pt x="15" y="35"/>
                        <a:pt x="9" y="28"/>
                      </a:cubicBezTo>
                      <a:cubicBezTo>
                        <a:pt x="2" y="21"/>
                        <a:pt x="0" y="9"/>
                        <a:pt x="8" y="4"/>
                      </a:cubicBezTo>
                      <a:cubicBezTo>
                        <a:pt x="14" y="0"/>
                        <a:pt x="16" y="6"/>
                        <a:pt x="49" y="6"/>
                      </a:cubicBezTo>
                      <a:close/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39" name="Freeform 452">
                  <a:extLst>
                    <a:ext uri="{FF2B5EF4-FFF2-40B4-BE49-F238E27FC236}">
                      <a16:creationId xmlns:a16="http://schemas.microsoft.com/office/drawing/2014/main" id="{5CA1B2E8-84CE-4E01-A69C-95F879E080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872"/>
                  <a:ext cx="197" cy="85"/>
                </a:xfrm>
                <a:custGeom>
                  <a:avLst/>
                  <a:gdLst>
                    <a:gd name="T0" fmla="*/ 400 w 98"/>
                    <a:gd name="T1" fmla="*/ 385 h 40"/>
                    <a:gd name="T2" fmla="*/ 724 w 98"/>
                    <a:gd name="T3" fmla="*/ 272 h 40"/>
                    <a:gd name="T4" fmla="*/ 732 w 98"/>
                    <a:gd name="T5" fmla="*/ 40 h 40"/>
                    <a:gd name="T6" fmla="*/ 400 w 98"/>
                    <a:gd name="T7" fmla="*/ 96 h 40"/>
                    <a:gd name="T8" fmla="*/ 400 w 98"/>
                    <a:gd name="T9" fmla="*/ 96 h 40"/>
                    <a:gd name="T10" fmla="*/ 64 w 98"/>
                    <a:gd name="T11" fmla="*/ 40 h 40"/>
                    <a:gd name="T12" fmla="*/ 72 w 98"/>
                    <a:gd name="T13" fmla="*/ 272 h 40"/>
                    <a:gd name="T14" fmla="*/ 400 w 98"/>
                    <a:gd name="T15" fmla="*/ 385 h 4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0">
                      <a:moveTo>
                        <a:pt x="49" y="40"/>
                      </a:moveTo>
                      <a:cubicBezTo>
                        <a:pt x="69" y="40"/>
                        <a:pt x="83" y="35"/>
                        <a:pt x="89" y="28"/>
                      </a:cubicBezTo>
                      <a:cubicBezTo>
                        <a:pt x="96" y="21"/>
                        <a:pt x="98" y="9"/>
                        <a:pt x="90" y="4"/>
                      </a:cubicBezTo>
                      <a:cubicBezTo>
                        <a:pt x="84" y="0"/>
                        <a:pt x="82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16" y="10"/>
                        <a:pt x="14" y="0"/>
                        <a:pt x="8" y="4"/>
                      </a:cubicBezTo>
                      <a:cubicBezTo>
                        <a:pt x="0" y="9"/>
                        <a:pt x="2" y="21"/>
                        <a:pt x="9" y="28"/>
                      </a:cubicBezTo>
                      <a:cubicBezTo>
                        <a:pt x="15" y="35"/>
                        <a:pt x="29" y="40"/>
                        <a:pt x="49" y="40"/>
                      </a:cubicBezTo>
                      <a:close/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40" name="Freeform 453">
                  <a:extLst>
                    <a:ext uri="{FF2B5EF4-FFF2-40B4-BE49-F238E27FC236}">
                      <a16:creationId xmlns:a16="http://schemas.microsoft.com/office/drawing/2014/main" id="{C534D049-71CF-417D-887B-F101E8B675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953"/>
                  <a:ext cx="197" cy="90"/>
                </a:xfrm>
                <a:custGeom>
                  <a:avLst/>
                  <a:gdLst>
                    <a:gd name="T0" fmla="*/ 400 w 98"/>
                    <a:gd name="T1" fmla="*/ 414 h 42"/>
                    <a:gd name="T2" fmla="*/ 724 w 98"/>
                    <a:gd name="T3" fmla="*/ 276 h 42"/>
                    <a:gd name="T4" fmla="*/ 732 w 98"/>
                    <a:gd name="T5" fmla="*/ 41 h 42"/>
                    <a:gd name="T6" fmla="*/ 400 w 98"/>
                    <a:gd name="T7" fmla="*/ 96 h 42"/>
                    <a:gd name="T8" fmla="*/ 400 w 98"/>
                    <a:gd name="T9" fmla="*/ 96 h 42"/>
                    <a:gd name="T10" fmla="*/ 64 w 98"/>
                    <a:gd name="T11" fmla="*/ 41 h 42"/>
                    <a:gd name="T12" fmla="*/ 72 w 98"/>
                    <a:gd name="T13" fmla="*/ 276 h 42"/>
                    <a:gd name="T14" fmla="*/ 400 w 98"/>
                    <a:gd name="T15" fmla="*/ 414 h 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2">
                      <a:moveTo>
                        <a:pt x="49" y="42"/>
                      </a:moveTo>
                      <a:cubicBezTo>
                        <a:pt x="69" y="42"/>
                        <a:pt x="83" y="35"/>
                        <a:pt x="89" y="28"/>
                      </a:cubicBezTo>
                      <a:cubicBezTo>
                        <a:pt x="96" y="21"/>
                        <a:pt x="98" y="9"/>
                        <a:pt x="90" y="4"/>
                      </a:cubicBezTo>
                      <a:cubicBezTo>
                        <a:pt x="84" y="0"/>
                        <a:pt x="82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16" y="10"/>
                        <a:pt x="14" y="0"/>
                        <a:pt x="8" y="4"/>
                      </a:cubicBezTo>
                      <a:cubicBezTo>
                        <a:pt x="0" y="9"/>
                        <a:pt x="2" y="21"/>
                        <a:pt x="9" y="28"/>
                      </a:cubicBezTo>
                      <a:cubicBezTo>
                        <a:pt x="15" y="35"/>
                        <a:pt x="29" y="42"/>
                        <a:pt x="49" y="42"/>
                      </a:cubicBezTo>
                      <a:close/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41" name="Freeform 454">
                  <a:extLst>
                    <a:ext uri="{FF2B5EF4-FFF2-40B4-BE49-F238E27FC236}">
                      <a16:creationId xmlns:a16="http://schemas.microsoft.com/office/drawing/2014/main" id="{A38DEECE-01FE-4930-81CC-644419E2DB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850"/>
                  <a:ext cx="161" cy="43"/>
                </a:xfrm>
                <a:custGeom>
                  <a:avLst/>
                  <a:gdLst>
                    <a:gd name="T0" fmla="*/ 316 w 80"/>
                    <a:gd name="T1" fmla="*/ 120 h 20"/>
                    <a:gd name="T2" fmla="*/ 316 w 80"/>
                    <a:gd name="T3" fmla="*/ 120 h 20"/>
                    <a:gd name="T4" fmla="*/ 0 w 80"/>
                    <a:gd name="T5" fmla="*/ 19 h 20"/>
                    <a:gd name="T6" fmla="*/ 0 w 80"/>
                    <a:gd name="T7" fmla="*/ 129 h 20"/>
                    <a:gd name="T8" fmla="*/ 316 w 80"/>
                    <a:gd name="T9" fmla="*/ 198 h 20"/>
                    <a:gd name="T10" fmla="*/ 316 w 80"/>
                    <a:gd name="T11" fmla="*/ 198 h 20"/>
                    <a:gd name="T12" fmla="*/ 652 w 80"/>
                    <a:gd name="T13" fmla="*/ 140 h 20"/>
                    <a:gd name="T14" fmla="*/ 652 w 80"/>
                    <a:gd name="T15" fmla="*/ 0 h 20"/>
                    <a:gd name="T16" fmla="*/ 652 w 80"/>
                    <a:gd name="T17" fmla="*/ 0 h 20"/>
                    <a:gd name="T18" fmla="*/ 644 w 80"/>
                    <a:gd name="T19" fmla="*/ 9 h 20"/>
                    <a:gd name="T20" fmla="*/ 316 w 80"/>
                    <a:gd name="T21" fmla="*/ 120 h 2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0" h="20">
                      <a:moveTo>
                        <a:pt x="39" y="12"/>
                      </a:moveTo>
                      <a:cubicBezTo>
                        <a:pt x="39" y="12"/>
                        <a:pt x="39" y="12"/>
                        <a:pt x="39" y="12"/>
                      </a:cubicBezTo>
                      <a:cubicBezTo>
                        <a:pt x="20" y="12"/>
                        <a:pt x="7" y="8"/>
                        <a:pt x="0" y="2"/>
                      </a:cubicBezTo>
                      <a:cubicBezTo>
                        <a:pt x="1" y="3"/>
                        <a:pt x="3" y="8"/>
                        <a:pt x="0" y="13"/>
                      </a:cubicBezTo>
                      <a:cubicBezTo>
                        <a:pt x="5" y="12"/>
                        <a:pt x="10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72" y="20"/>
                        <a:pt x="74" y="10"/>
                        <a:pt x="80" y="14"/>
                      </a:cubicBezTo>
                      <a:cubicBezTo>
                        <a:pt x="76" y="8"/>
                        <a:pt x="76" y="5"/>
                        <a:pt x="80" y="0"/>
                      </a:cubicBezTo>
                      <a:cubicBezTo>
                        <a:pt x="80" y="0"/>
                        <a:pt x="80" y="0"/>
                        <a:pt x="80" y="0"/>
                      </a:cubicBezTo>
                      <a:cubicBezTo>
                        <a:pt x="80" y="0"/>
                        <a:pt x="80" y="0"/>
                        <a:pt x="79" y="1"/>
                      </a:cubicBezTo>
                      <a:cubicBezTo>
                        <a:pt x="73" y="8"/>
                        <a:pt x="59" y="12"/>
                        <a:pt x="39" y="12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42" name="Freeform 455">
                  <a:extLst>
                    <a:ext uri="{FF2B5EF4-FFF2-40B4-BE49-F238E27FC236}">
                      <a16:creationId xmlns:a16="http://schemas.microsoft.com/office/drawing/2014/main" id="{CDA1F34A-53FB-4170-BB4D-782F7B49B8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769"/>
                  <a:ext cx="169" cy="36"/>
                </a:xfrm>
                <a:custGeom>
                  <a:avLst/>
                  <a:gdLst>
                    <a:gd name="T0" fmla="*/ 660 w 84"/>
                    <a:gd name="T1" fmla="*/ 0 h 17"/>
                    <a:gd name="T2" fmla="*/ 332 w 84"/>
                    <a:gd name="T3" fmla="*/ 76 h 17"/>
                    <a:gd name="T4" fmla="*/ 332 w 84"/>
                    <a:gd name="T5" fmla="*/ 76 h 17"/>
                    <a:gd name="T6" fmla="*/ 8 w 84"/>
                    <a:gd name="T7" fmla="*/ 0 h 17"/>
                    <a:gd name="T8" fmla="*/ 0 w 84"/>
                    <a:gd name="T9" fmla="*/ 144 h 17"/>
                    <a:gd name="T10" fmla="*/ 332 w 84"/>
                    <a:gd name="T11" fmla="*/ 161 h 17"/>
                    <a:gd name="T12" fmla="*/ 332 w 84"/>
                    <a:gd name="T13" fmla="*/ 161 h 17"/>
                    <a:gd name="T14" fmla="*/ 668 w 84"/>
                    <a:gd name="T15" fmla="*/ 144 h 17"/>
                    <a:gd name="T16" fmla="*/ 684 w 84"/>
                    <a:gd name="T17" fmla="*/ 152 h 17"/>
                    <a:gd name="T18" fmla="*/ 684 w 84"/>
                    <a:gd name="T19" fmla="*/ 152 h 17"/>
                    <a:gd name="T20" fmla="*/ 668 w 84"/>
                    <a:gd name="T21" fmla="*/ 0 h 17"/>
                    <a:gd name="T22" fmla="*/ 660 w 84"/>
                    <a:gd name="T23" fmla="*/ 0 h 17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84" h="17">
                      <a:moveTo>
                        <a:pt x="81" y="0"/>
                      </a:moveTo>
                      <a:cubicBezTo>
                        <a:pt x="75" y="7"/>
                        <a:pt x="6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21" y="8"/>
                        <a:pt x="7" y="7"/>
                        <a:pt x="1" y="0"/>
                      </a:cubicBezTo>
                      <a:cubicBezTo>
                        <a:pt x="3" y="6"/>
                        <a:pt x="3" y="10"/>
                        <a:pt x="0" y="15"/>
                      </a:cubicBezTo>
                      <a:cubicBezTo>
                        <a:pt x="6" y="11"/>
                        <a:pt x="8" y="17"/>
                        <a:pt x="41" y="17"/>
                      </a:cubicBezTo>
                      <a:cubicBezTo>
                        <a:pt x="41" y="17"/>
                        <a:pt x="41" y="17"/>
                        <a:pt x="41" y="17"/>
                      </a:cubicBezTo>
                      <a:cubicBezTo>
                        <a:pt x="74" y="17"/>
                        <a:pt x="76" y="11"/>
                        <a:pt x="82" y="15"/>
                      </a:cubicBezTo>
                      <a:cubicBezTo>
                        <a:pt x="83" y="15"/>
                        <a:pt x="83" y="16"/>
                        <a:pt x="84" y="16"/>
                      </a:cubicBezTo>
                      <a:cubicBezTo>
                        <a:pt x="84" y="16"/>
                        <a:pt x="84" y="16"/>
                        <a:pt x="84" y="16"/>
                      </a:cubicBezTo>
                      <a:cubicBezTo>
                        <a:pt x="81" y="12"/>
                        <a:pt x="80" y="5"/>
                        <a:pt x="82" y="0"/>
                      </a:cubicBezTo>
                      <a:cubicBezTo>
                        <a:pt x="82" y="0"/>
                        <a:pt x="82" y="0"/>
                        <a:pt x="81" y="0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43" name="Freeform 456">
                  <a:extLst>
                    <a:ext uri="{FF2B5EF4-FFF2-40B4-BE49-F238E27FC236}">
                      <a16:creationId xmlns:a16="http://schemas.microsoft.com/office/drawing/2014/main" id="{618D8F54-649F-4AD7-84BD-B83FCA7C39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850"/>
                  <a:ext cx="161" cy="43"/>
                </a:xfrm>
                <a:custGeom>
                  <a:avLst/>
                  <a:gdLst>
                    <a:gd name="T0" fmla="*/ 316 w 80"/>
                    <a:gd name="T1" fmla="*/ 120 h 20"/>
                    <a:gd name="T2" fmla="*/ 316 w 80"/>
                    <a:gd name="T3" fmla="*/ 120 h 20"/>
                    <a:gd name="T4" fmla="*/ 0 w 80"/>
                    <a:gd name="T5" fmla="*/ 19 h 20"/>
                    <a:gd name="T6" fmla="*/ 0 w 80"/>
                    <a:gd name="T7" fmla="*/ 129 h 20"/>
                    <a:gd name="T8" fmla="*/ 316 w 80"/>
                    <a:gd name="T9" fmla="*/ 198 h 20"/>
                    <a:gd name="T10" fmla="*/ 316 w 80"/>
                    <a:gd name="T11" fmla="*/ 198 h 20"/>
                    <a:gd name="T12" fmla="*/ 652 w 80"/>
                    <a:gd name="T13" fmla="*/ 140 h 20"/>
                    <a:gd name="T14" fmla="*/ 652 w 80"/>
                    <a:gd name="T15" fmla="*/ 0 h 20"/>
                    <a:gd name="T16" fmla="*/ 652 w 80"/>
                    <a:gd name="T17" fmla="*/ 0 h 20"/>
                    <a:gd name="T18" fmla="*/ 644 w 80"/>
                    <a:gd name="T19" fmla="*/ 9 h 20"/>
                    <a:gd name="T20" fmla="*/ 316 w 80"/>
                    <a:gd name="T21" fmla="*/ 120 h 2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0" h="20">
                      <a:moveTo>
                        <a:pt x="39" y="12"/>
                      </a:moveTo>
                      <a:cubicBezTo>
                        <a:pt x="39" y="12"/>
                        <a:pt x="39" y="12"/>
                        <a:pt x="39" y="12"/>
                      </a:cubicBezTo>
                      <a:cubicBezTo>
                        <a:pt x="20" y="12"/>
                        <a:pt x="7" y="8"/>
                        <a:pt x="0" y="2"/>
                      </a:cubicBezTo>
                      <a:cubicBezTo>
                        <a:pt x="1" y="3"/>
                        <a:pt x="3" y="8"/>
                        <a:pt x="0" y="13"/>
                      </a:cubicBezTo>
                      <a:cubicBezTo>
                        <a:pt x="5" y="12"/>
                        <a:pt x="10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72" y="20"/>
                        <a:pt x="74" y="10"/>
                        <a:pt x="80" y="14"/>
                      </a:cubicBezTo>
                      <a:cubicBezTo>
                        <a:pt x="76" y="8"/>
                        <a:pt x="76" y="5"/>
                        <a:pt x="80" y="0"/>
                      </a:cubicBezTo>
                      <a:cubicBezTo>
                        <a:pt x="80" y="0"/>
                        <a:pt x="80" y="0"/>
                        <a:pt x="80" y="0"/>
                      </a:cubicBezTo>
                      <a:cubicBezTo>
                        <a:pt x="80" y="0"/>
                        <a:pt x="80" y="0"/>
                        <a:pt x="79" y="1"/>
                      </a:cubicBezTo>
                      <a:cubicBezTo>
                        <a:pt x="73" y="8"/>
                        <a:pt x="59" y="12"/>
                        <a:pt x="39" y="12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44" name="Freeform 457">
                  <a:extLst>
                    <a:ext uri="{FF2B5EF4-FFF2-40B4-BE49-F238E27FC236}">
                      <a16:creationId xmlns:a16="http://schemas.microsoft.com/office/drawing/2014/main" id="{D243347C-FE49-4754-AA13-4BE964FBD4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769"/>
                  <a:ext cx="169" cy="36"/>
                </a:xfrm>
                <a:custGeom>
                  <a:avLst/>
                  <a:gdLst>
                    <a:gd name="T0" fmla="*/ 660 w 84"/>
                    <a:gd name="T1" fmla="*/ 0 h 17"/>
                    <a:gd name="T2" fmla="*/ 332 w 84"/>
                    <a:gd name="T3" fmla="*/ 76 h 17"/>
                    <a:gd name="T4" fmla="*/ 332 w 84"/>
                    <a:gd name="T5" fmla="*/ 76 h 17"/>
                    <a:gd name="T6" fmla="*/ 8 w 84"/>
                    <a:gd name="T7" fmla="*/ 0 h 17"/>
                    <a:gd name="T8" fmla="*/ 0 w 84"/>
                    <a:gd name="T9" fmla="*/ 144 h 17"/>
                    <a:gd name="T10" fmla="*/ 332 w 84"/>
                    <a:gd name="T11" fmla="*/ 161 h 17"/>
                    <a:gd name="T12" fmla="*/ 332 w 84"/>
                    <a:gd name="T13" fmla="*/ 161 h 17"/>
                    <a:gd name="T14" fmla="*/ 668 w 84"/>
                    <a:gd name="T15" fmla="*/ 144 h 17"/>
                    <a:gd name="T16" fmla="*/ 684 w 84"/>
                    <a:gd name="T17" fmla="*/ 152 h 17"/>
                    <a:gd name="T18" fmla="*/ 684 w 84"/>
                    <a:gd name="T19" fmla="*/ 152 h 17"/>
                    <a:gd name="T20" fmla="*/ 668 w 84"/>
                    <a:gd name="T21" fmla="*/ 0 h 17"/>
                    <a:gd name="T22" fmla="*/ 660 w 84"/>
                    <a:gd name="T23" fmla="*/ 0 h 17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84" h="17">
                      <a:moveTo>
                        <a:pt x="81" y="0"/>
                      </a:moveTo>
                      <a:cubicBezTo>
                        <a:pt x="75" y="7"/>
                        <a:pt x="6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21" y="8"/>
                        <a:pt x="7" y="7"/>
                        <a:pt x="1" y="0"/>
                      </a:cubicBezTo>
                      <a:cubicBezTo>
                        <a:pt x="3" y="6"/>
                        <a:pt x="3" y="10"/>
                        <a:pt x="0" y="15"/>
                      </a:cubicBezTo>
                      <a:cubicBezTo>
                        <a:pt x="6" y="11"/>
                        <a:pt x="8" y="17"/>
                        <a:pt x="41" y="17"/>
                      </a:cubicBezTo>
                      <a:cubicBezTo>
                        <a:pt x="41" y="17"/>
                        <a:pt x="41" y="17"/>
                        <a:pt x="41" y="17"/>
                      </a:cubicBezTo>
                      <a:cubicBezTo>
                        <a:pt x="74" y="17"/>
                        <a:pt x="76" y="11"/>
                        <a:pt x="82" y="15"/>
                      </a:cubicBezTo>
                      <a:cubicBezTo>
                        <a:pt x="83" y="15"/>
                        <a:pt x="83" y="16"/>
                        <a:pt x="84" y="16"/>
                      </a:cubicBezTo>
                      <a:cubicBezTo>
                        <a:pt x="84" y="16"/>
                        <a:pt x="84" y="16"/>
                        <a:pt x="84" y="16"/>
                      </a:cubicBezTo>
                      <a:cubicBezTo>
                        <a:pt x="81" y="12"/>
                        <a:pt x="80" y="5"/>
                        <a:pt x="82" y="0"/>
                      </a:cubicBezTo>
                      <a:cubicBezTo>
                        <a:pt x="82" y="0"/>
                        <a:pt x="82" y="0"/>
                        <a:pt x="81" y="0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45" name="Freeform 458">
                  <a:extLst>
                    <a:ext uri="{FF2B5EF4-FFF2-40B4-BE49-F238E27FC236}">
                      <a16:creationId xmlns:a16="http://schemas.microsoft.com/office/drawing/2014/main" id="{A945E0DF-5041-4F10-9EE2-8BD7B2F9BA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89"/>
                  <a:ext cx="163" cy="39"/>
                </a:xfrm>
                <a:custGeom>
                  <a:avLst/>
                  <a:gdLst>
                    <a:gd name="T0" fmla="*/ 636 w 81"/>
                    <a:gd name="T1" fmla="*/ 0 h 18"/>
                    <a:gd name="T2" fmla="*/ 316 w 81"/>
                    <a:gd name="T3" fmla="*/ 72 h 18"/>
                    <a:gd name="T4" fmla="*/ 316 w 81"/>
                    <a:gd name="T5" fmla="*/ 72 h 18"/>
                    <a:gd name="T6" fmla="*/ 16 w 81"/>
                    <a:gd name="T7" fmla="*/ 9 h 18"/>
                    <a:gd name="T8" fmla="*/ 0 w 81"/>
                    <a:gd name="T9" fmla="*/ 156 h 18"/>
                    <a:gd name="T10" fmla="*/ 316 w 81"/>
                    <a:gd name="T11" fmla="*/ 184 h 18"/>
                    <a:gd name="T12" fmla="*/ 316 w 81"/>
                    <a:gd name="T13" fmla="*/ 184 h 18"/>
                    <a:gd name="T14" fmla="*/ 652 w 81"/>
                    <a:gd name="T15" fmla="*/ 156 h 18"/>
                    <a:gd name="T16" fmla="*/ 660 w 81"/>
                    <a:gd name="T17" fmla="*/ 173 h 18"/>
                    <a:gd name="T18" fmla="*/ 660 w 81"/>
                    <a:gd name="T19" fmla="*/ 165 h 18"/>
                    <a:gd name="T20" fmla="*/ 636 w 81"/>
                    <a:gd name="T21" fmla="*/ 0 h 1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1" h="18">
                      <a:moveTo>
                        <a:pt x="78" y="0"/>
                      </a:moveTo>
                      <a:cubicBezTo>
                        <a:pt x="71" y="6"/>
                        <a:pt x="58" y="7"/>
                        <a:pt x="39" y="7"/>
                      </a:cubicBezTo>
                      <a:cubicBezTo>
                        <a:pt x="39" y="7"/>
                        <a:pt x="39" y="7"/>
                        <a:pt x="39" y="7"/>
                      </a:cubicBezTo>
                      <a:cubicBezTo>
                        <a:pt x="22" y="7"/>
                        <a:pt x="9" y="6"/>
                        <a:pt x="2" y="1"/>
                      </a:cubicBezTo>
                      <a:cubicBezTo>
                        <a:pt x="4" y="6"/>
                        <a:pt x="2" y="11"/>
                        <a:pt x="0" y="15"/>
                      </a:cubicBezTo>
                      <a:cubicBezTo>
                        <a:pt x="5" y="13"/>
                        <a:pt x="9" y="18"/>
                        <a:pt x="39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72" y="18"/>
                        <a:pt x="74" y="12"/>
                        <a:pt x="80" y="15"/>
                      </a:cubicBezTo>
                      <a:cubicBezTo>
                        <a:pt x="81" y="16"/>
                        <a:pt x="81" y="16"/>
                        <a:pt x="81" y="17"/>
                      </a:cubicBezTo>
                      <a:cubicBezTo>
                        <a:pt x="81" y="16"/>
                        <a:pt x="81" y="16"/>
                        <a:pt x="81" y="16"/>
                      </a:cubicBezTo>
                      <a:cubicBezTo>
                        <a:pt x="77" y="14"/>
                        <a:pt x="75" y="6"/>
                        <a:pt x="78" y="0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46" name="Freeform 459">
                  <a:extLst>
                    <a:ext uri="{FF2B5EF4-FFF2-40B4-BE49-F238E27FC236}">
                      <a16:creationId xmlns:a16="http://schemas.microsoft.com/office/drawing/2014/main" id="{01360C4E-4E24-46FC-BDCB-48ADC514D8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292"/>
                  <a:ext cx="167" cy="43"/>
                </a:xfrm>
                <a:custGeom>
                  <a:avLst/>
                  <a:gdLst>
                    <a:gd name="T0" fmla="*/ 660 w 83"/>
                    <a:gd name="T1" fmla="*/ 0 h 20"/>
                    <a:gd name="T2" fmla="*/ 332 w 83"/>
                    <a:gd name="T3" fmla="*/ 80 h 20"/>
                    <a:gd name="T4" fmla="*/ 332 w 83"/>
                    <a:gd name="T5" fmla="*/ 80 h 20"/>
                    <a:gd name="T6" fmla="*/ 32 w 83"/>
                    <a:gd name="T7" fmla="*/ 19 h 20"/>
                    <a:gd name="T8" fmla="*/ 0 w 83"/>
                    <a:gd name="T9" fmla="*/ 181 h 20"/>
                    <a:gd name="T10" fmla="*/ 332 w 83"/>
                    <a:gd name="T11" fmla="*/ 198 h 20"/>
                    <a:gd name="T12" fmla="*/ 332 w 83"/>
                    <a:gd name="T13" fmla="*/ 198 h 20"/>
                    <a:gd name="T14" fmla="*/ 668 w 83"/>
                    <a:gd name="T15" fmla="*/ 181 h 20"/>
                    <a:gd name="T16" fmla="*/ 676 w 83"/>
                    <a:gd name="T17" fmla="*/ 189 h 20"/>
                    <a:gd name="T18" fmla="*/ 676 w 83"/>
                    <a:gd name="T19" fmla="*/ 181 h 20"/>
                    <a:gd name="T20" fmla="*/ 660 w 83"/>
                    <a:gd name="T21" fmla="*/ 0 h 2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3" h="20">
                      <a:moveTo>
                        <a:pt x="81" y="0"/>
                      </a:moveTo>
                      <a:cubicBezTo>
                        <a:pt x="74" y="7"/>
                        <a:pt x="6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23" y="8"/>
                        <a:pt x="11" y="7"/>
                        <a:pt x="4" y="2"/>
                      </a:cubicBezTo>
                      <a:cubicBezTo>
                        <a:pt x="6" y="8"/>
                        <a:pt x="4" y="15"/>
                        <a:pt x="0" y="18"/>
                      </a:cubicBezTo>
                      <a:cubicBezTo>
                        <a:pt x="6" y="14"/>
                        <a:pt x="8" y="20"/>
                        <a:pt x="41" y="20"/>
                      </a:cubicBezTo>
                      <a:cubicBezTo>
                        <a:pt x="41" y="20"/>
                        <a:pt x="41" y="20"/>
                        <a:pt x="41" y="20"/>
                      </a:cubicBezTo>
                      <a:cubicBezTo>
                        <a:pt x="74" y="20"/>
                        <a:pt x="76" y="14"/>
                        <a:pt x="82" y="18"/>
                      </a:cubicBezTo>
                      <a:cubicBezTo>
                        <a:pt x="83" y="18"/>
                        <a:pt x="83" y="19"/>
                        <a:pt x="83" y="19"/>
                      </a:cubicBezTo>
                      <a:cubicBezTo>
                        <a:pt x="83" y="18"/>
                        <a:pt x="83" y="18"/>
                        <a:pt x="83" y="18"/>
                      </a:cubicBezTo>
                      <a:cubicBezTo>
                        <a:pt x="79" y="15"/>
                        <a:pt x="77" y="6"/>
                        <a:pt x="81" y="0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47" name="Freeform 460">
                  <a:extLst>
                    <a:ext uri="{FF2B5EF4-FFF2-40B4-BE49-F238E27FC236}">
                      <a16:creationId xmlns:a16="http://schemas.microsoft.com/office/drawing/2014/main" id="{1244356C-33BE-4B2D-B301-4DFABAB0C6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83"/>
                  <a:ext cx="161" cy="38"/>
                </a:xfrm>
                <a:custGeom>
                  <a:avLst/>
                  <a:gdLst>
                    <a:gd name="T0" fmla="*/ 316 w 80"/>
                    <a:gd name="T1" fmla="*/ 169 h 18"/>
                    <a:gd name="T2" fmla="*/ 316 w 80"/>
                    <a:gd name="T3" fmla="*/ 169 h 18"/>
                    <a:gd name="T4" fmla="*/ 652 w 80"/>
                    <a:gd name="T5" fmla="*/ 152 h 18"/>
                    <a:gd name="T6" fmla="*/ 644 w 80"/>
                    <a:gd name="T7" fmla="*/ 0 h 18"/>
                    <a:gd name="T8" fmla="*/ 316 w 80"/>
                    <a:gd name="T9" fmla="*/ 68 h 18"/>
                    <a:gd name="T10" fmla="*/ 316 w 80"/>
                    <a:gd name="T11" fmla="*/ 68 h 18"/>
                    <a:gd name="T12" fmla="*/ 16 w 80"/>
                    <a:gd name="T13" fmla="*/ 17 h 18"/>
                    <a:gd name="T14" fmla="*/ 0 w 80"/>
                    <a:gd name="T15" fmla="*/ 144 h 18"/>
                    <a:gd name="T16" fmla="*/ 316 w 80"/>
                    <a:gd name="T17" fmla="*/ 169 h 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80" h="18">
                      <a:moveTo>
                        <a:pt x="39" y="18"/>
                      </a:move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72" y="18"/>
                        <a:pt x="74" y="13"/>
                        <a:pt x="80" y="16"/>
                      </a:cubicBezTo>
                      <a:cubicBezTo>
                        <a:pt x="77" y="12"/>
                        <a:pt x="76" y="5"/>
                        <a:pt x="79" y="0"/>
                      </a:cubicBezTo>
                      <a:cubicBezTo>
                        <a:pt x="72" y="6"/>
                        <a:pt x="59" y="7"/>
                        <a:pt x="39" y="7"/>
                      </a:cubicBezTo>
                      <a:cubicBezTo>
                        <a:pt x="39" y="7"/>
                        <a:pt x="39" y="7"/>
                        <a:pt x="39" y="7"/>
                      </a:cubicBezTo>
                      <a:cubicBezTo>
                        <a:pt x="21" y="7"/>
                        <a:pt x="9" y="7"/>
                        <a:pt x="2" y="2"/>
                      </a:cubicBezTo>
                      <a:cubicBezTo>
                        <a:pt x="4" y="7"/>
                        <a:pt x="3" y="12"/>
                        <a:pt x="0" y="15"/>
                      </a:cubicBezTo>
                      <a:cubicBezTo>
                        <a:pt x="5" y="14"/>
                        <a:pt x="10" y="18"/>
                        <a:pt x="39" y="18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48" name="Freeform 461">
                  <a:extLst>
                    <a:ext uri="{FF2B5EF4-FFF2-40B4-BE49-F238E27FC236}">
                      <a16:creationId xmlns:a16="http://schemas.microsoft.com/office/drawing/2014/main" id="{DFA0C028-7001-40BA-B793-1C879A0443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3" y="1576"/>
                  <a:ext cx="161" cy="45"/>
                </a:xfrm>
                <a:custGeom>
                  <a:avLst/>
                  <a:gdLst>
                    <a:gd name="T0" fmla="*/ 308 w 80"/>
                    <a:gd name="T1" fmla="*/ 96 h 21"/>
                    <a:gd name="T2" fmla="*/ 308 w 80"/>
                    <a:gd name="T3" fmla="*/ 96 h 21"/>
                    <a:gd name="T4" fmla="*/ 0 w 80"/>
                    <a:gd name="T5" fmla="*/ 51 h 21"/>
                    <a:gd name="T6" fmla="*/ 0 w 80"/>
                    <a:gd name="T7" fmla="*/ 180 h 21"/>
                    <a:gd name="T8" fmla="*/ 308 w 80"/>
                    <a:gd name="T9" fmla="*/ 206 h 21"/>
                    <a:gd name="T10" fmla="*/ 308 w 80"/>
                    <a:gd name="T11" fmla="*/ 206 h 21"/>
                    <a:gd name="T12" fmla="*/ 636 w 80"/>
                    <a:gd name="T13" fmla="*/ 189 h 21"/>
                    <a:gd name="T14" fmla="*/ 652 w 80"/>
                    <a:gd name="T15" fmla="*/ 9 h 21"/>
                    <a:gd name="T16" fmla="*/ 652 w 80"/>
                    <a:gd name="T17" fmla="*/ 0 h 21"/>
                    <a:gd name="T18" fmla="*/ 636 w 80"/>
                    <a:gd name="T19" fmla="*/ 28 h 21"/>
                    <a:gd name="T20" fmla="*/ 308 w 80"/>
                    <a:gd name="T21" fmla="*/ 96 h 2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0" h="21">
                      <a:moveTo>
                        <a:pt x="38" y="10"/>
                      </a:moveTo>
                      <a:cubicBezTo>
                        <a:pt x="38" y="10"/>
                        <a:pt x="38" y="10"/>
                        <a:pt x="38" y="10"/>
                      </a:cubicBezTo>
                      <a:cubicBezTo>
                        <a:pt x="20" y="10"/>
                        <a:pt x="8" y="10"/>
                        <a:pt x="0" y="5"/>
                      </a:cubicBezTo>
                      <a:cubicBezTo>
                        <a:pt x="2" y="9"/>
                        <a:pt x="2" y="15"/>
                        <a:pt x="0" y="18"/>
                      </a:cubicBezTo>
                      <a:cubicBezTo>
                        <a:pt x="5" y="17"/>
                        <a:pt x="10" y="21"/>
                        <a:pt x="38" y="21"/>
                      </a:cubicBezTo>
                      <a:cubicBezTo>
                        <a:pt x="38" y="21"/>
                        <a:pt x="38" y="21"/>
                        <a:pt x="38" y="21"/>
                      </a:cubicBezTo>
                      <a:cubicBezTo>
                        <a:pt x="70" y="21"/>
                        <a:pt x="73" y="16"/>
                        <a:pt x="78" y="19"/>
                      </a:cubicBezTo>
                      <a:cubicBezTo>
                        <a:pt x="75" y="14"/>
                        <a:pt x="74" y="6"/>
                        <a:pt x="80" y="1"/>
                      </a:cubicBezTo>
                      <a:cubicBezTo>
                        <a:pt x="80" y="0"/>
                        <a:pt x="80" y="0"/>
                        <a:pt x="80" y="0"/>
                      </a:cubicBezTo>
                      <a:cubicBezTo>
                        <a:pt x="80" y="1"/>
                        <a:pt x="79" y="2"/>
                        <a:pt x="78" y="3"/>
                      </a:cubicBezTo>
                      <a:cubicBezTo>
                        <a:pt x="72" y="9"/>
                        <a:pt x="58" y="10"/>
                        <a:pt x="38" y="10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49" name="Freeform 462">
                  <a:extLst>
                    <a:ext uri="{FF2B5EF4-FFF2-40B4-BE49-F238E27FC236}">
                      <a16:creationId xmlns:a16="http://schemas.microsoft.com/office/drawing/2014/main" id="{CADB197C-AB41-4448-9930-1292226FFC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81"/>
                  <a:ext cx="163" cy="50"/>
                </a:xfrm>
                <a:custGeom>
                  <a:avLst/>
                  <a:gdLst>
                    <a:gd name="T0" fmla="*/ 660 w 81"/>
                    <a:gd name="T1" fmla="*/ 0 h 23"/>
                    <a:gd name="T2" fmla="*/ 644 w 81"/>
                    <a:gd name="T3" fmla="*/ 33 h 23"/>
                    <a:gd name="T4" fmla="*/ 316 w 81"/>
                    <a:gd name="T5" fmla="*/ 113 h 23"/>
                    <a:gd name="T6" fmla="*/ 316 w 81"/>
                    <a:gd name="T7" fmla="*/ 113 h 23"/>
                    <a:gd name="T8" fmla="*/ 8 w 81"/>
                    <a:gd name="T9" fmla="*/ 43 h 23"/>
                    <a:gd name="T10" fmla="*/ 0 w 81"/>
                    <a:gd name="T11" fmla="*/ 202 h 23"/>
                    <a:gd name="T12" fmla="*/ 316 w 81"/>
                    <a:gd name="T13" fmla="*/ 237 h 23"/>
                    <a:gd name="T14" fmla="*/ 316 w 81"/>
                    <a:gd name="T15" fmla="*/ 237 h 23"/>
                    <a:gd name="T16" fmla="*/ 652 w 81"/>
                    <a:gd name="T17" fmla="*/ 217 h 23"/>
                    <a:gd name="T18" fmla="*/ 660 w 81"/>
                    <a:gd name="T19" fmla="*/ 226 h 23"/>
                    <a:gd name="T20" fmla="*/ 660 w 81"/>
                    <a:gd name="T21" fmla="*/ 226 h 23"/>
                    <a:gd name="T22" fmla="*/ 660 w 81"/>
                    <a:gd name="T23" fmla="*/ 9 h 23"/>
                    <a:gd name="T24" fmla="*/ 660 w 81"/>
                    <a:gd name="T25" fmla="*/ 0 h 2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81" h="23">
                      <a:moveTo>
                        <a:pt x="81" y="0"/>
                      </a:moveTo>
                      <a:cubicBezTo>
                        <a:pt x="81" y="1"/>
                        <a:pt x="80" y="2"/>
                        <a:pt x="79" y="3"/>
                      </a:cubicBezTo>
                      <a:cubicBezTo>
                        <a:pt x="73" y="9"/>
                        <a:pt x="59" y="11"/>
                        <a:pt x="39" y="11"/>
                      </a:cubicBezTo>
                      <a:cubicBezTo>
                        <a:pt x="39" y="11"/>
                        <a:pt x="39" y="11"/>
                        <a:pt x="39" y="11"/>
                      </a:cubicBezTo>
                      <a:cubicBezTo>
                        <a:pt x="21" y="11"/>
                        <a:pt x="8" y="10"/>
                        <a:pt x="1" y="4"/>
                      </a:cubicBezTo>
                      <a:cubicBezTo>
                        <a:pt x="4" y="10"/>
                        <a:pt x="3" y="16"/>
                        <a:pt x="0" y="20"/>
                      </a:cubicBezTo>
                      <a:cubicBezTo>
                        <a:pt x="5" y="18"/>
                        <a:pt x="9" y="23"/>
                        <a:pt x="39" y="23"/>
                      </a:cubicBezTo>
                      <a:cubicBezTo>
                        <a:pt x="39" y="23"/>
                        <a:pt x="39" y="23"/>
                        <a:pt x="39" y="23"/>
                      </a:cubicBezTo>
                      <a:cubicBezTo>
                        <a:pt x="72" y="23"/>
                        <a:pt x="74" y="17"/>
                        <a:pt x="80" y="21"/>
                      </a:cubicBezTo>
                      <a:cubicBezTo>
                        <a:pt x="81" y="21"/>
                        <a:pt x="81" y="22"/>
                        <a:pt x="81" y="22"/>
                      </a:cubicBezTo>
                      <a:cubicBezTo>
                        <a:pt x="81" y="22"/>
                        <a:pt x="81" y="22"/>
                        <a:pt x="81" y="22"/>
                      </a:cubicBezTo>
                      <a:cubicBezTo>
                        <a:pt x="77" y="18"/>
                        <a:pt x="74" y="7"/>
                        <a:pt x="81" y="1"/>
                      </a:cubicBez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50" name="Freeform 463">
                  <a:extLst>
                    <a:ext uri="{FF2B5EF4-FFF2-40B4-BE49-F238E27FC236}">
                      <a16:creationId xmlns:a16="http://schemas.microsoft.com/office/drawing/2014/main" id="{907E9D98-655A-43B5-8757-C289B1C82B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3" y="1202"/>
                  <a:ext cx="155" cy="39"/>
                </a:xfrm>
                <a:custGeom>
                  <a:avLst/>
                  <a:gdLst>
                    <a:gd name="T0" fmla="*/ 8 w 77"/>
                    <a:gd name="T1" fmla="*/ 156 h 18"/>
                    <a:gd name="T2" fmla="*/ 308 w 77"/>
                    <a:gd name="T3" fmla="*/ 184 h 18"/>
                    <a:gd name="T4" fmla="*/ 308 w 77"/>
                    <a:gd name="T5" fmla="*/ 184 h 18"/>
                    <a:gd name="T6" fmla="*/ 628 w 77"/>
                    <a:gd name="T7" fmla="*/ 156 h 18"/>
                    <a:gd name="T8" fmla="*/ 628 w 77"/>
                    <a:gd name="T9" fmla="*/ 156 h 18"/>
                    <a:gd name="T10" fmla="*/ 604 w 77"/>
                    <a:gd name="T11" fmla="*/ 0 h 18"/>
                    <a:gd name="T12" fmla="*/ 24 w 77"/>
                    <a:gd name="T13" fmla="*/ 0 h 18"/>
                    <a:gd name="T14" fmla="*/ 0 w 77"/>
                    <a:gd name="T15" fmla="*/ 141 h 18"/>
                    <a:gd name="T16" fmla="*/ 8 w 77"/>
                    <a:gd name="T17" fmla="*/ 156 h 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77" h="18">
                      <a:moveTo>
                        <a:pt x="1" y="15"/>
                      </a:moveTo>
                      <a:cubicBezTo>
                        <a:pt x="5" y="14"/>
                        <a:pt x="12" y="18"/>
                        <a:pt x="38" y="18"/>
                      </a:cubicBezTo>
                      <a:cubicBezTo>
                        <a:pt x="38" y="18"/>
                        <a:pt x="38" y="18"/>
                        <a:pt x="38" y="18"/>
                      </a:cubicBezTo>
                      <a:cubicBezTo>
                        <a:pt x="67" y="18"/>
                        <a:pt x="72" y="14"/>
                        <a:pt x="77" y="15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72" y="11"/>
                        <a:pt x="74" y="0"/>
                        <a:pt x="74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5" y="5"/>
                        <a:pt x="4" y="11"/>
                        <a:pt x="0" y="14"/>
                      </a:cubicBezTo>
                      <a:lnTo>
                        <a:pt x="1" y="15"/>
                      </a:ln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51" name="Freeform 464">
                  <a:extLst>
                    <a:ext uri="{FF2B5EF4-FFF2-40B4-BE49-F238E27FC236}">
                      <a16:creationId xmlns:a16="http://schemas.microsoft.com/office/drawing/2014/main" id="{8651D73D-02F3-4BDA-8FA3-AFB09C5D71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1" y="1245"/>
                  <a:ext cx="121" cy="41"/>
                </a:xfrm>
                <a:custGeom>
                  <a:avLst/>
                  <a:gdLst>
                    <a:gd name="T0" fmla="*/ 492 w 60"/>
                    <a:gd name="T1" fmla="*/ 28 h 19"/>
                    <a:gd name="T2" fmla="*/ 163 w 60"/>
                    <a:gd name="T3" fmla="*/ 9 h 19"/>
                    <a:gd name="T4" fmla="*/ 56 w 60"/>
                    <a:gd name="T5" fmla="*/ 19 h 19"/>
                    <a:gd name="T6" fmla="*/ 97 w 60"/>
                    <a:gd name="T7" fmla="*/ 190 h 19"/>
                    <a:gd name="T8" fmla="*/ 89 w 60"/>
                    <a:gd name="T9" fmla="*/ 69 h 19"/>
                    <a:gd name="T10" fmla="*/ 264 w 60"/>
                    <a:gd name="T11" fmla="*/ 52 h 19"/>
                    <a:gd name="T12" fmla="*/ 492 w 60"/>
                    <a:gd name="T13" fmla="*/ 41 h 1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0" h="19">
                      <a:moveTo>
                        <a:pt x="60" y="3"/>
                      </a:moveTo>
                      <a:cubicBezTo>
                        <a:pt x="47" y="6"/>
                        <a:pt x="33" y="2"/>
                        <a:pt x="20" y="1"/>
                      </a:cubicBezTo>
                      <a:cubicBezTo>
                        <a:pt x="16" y="1"/>
                        <a:pt x="11" y="0"/>
                        <a:pt x="7" y="2"/>
                      </a:cubicBezTo>
                      <a:cubicBezTo>
                        <a:pt x="0" y="6"/>
                        <a:pt x="6" y="18"/>
                        <a:pt x="12" y="19"/>
                      </a:cubicBezTo>
                      <a:cubicBezTo>
                        <a:pt x="10" y="15"/>
                        <a:pt x="7" y="10"/>
                        <a:pt x="11" y="7"/>
                      </a:cubicBezTo>
                      <a:cubicBezTo>
                        <a:pt x="16" y="4"/>
                        <a:pt x="27" y="5"/>
                        <a:pt x="32" y="5"/>
                      </a:cubicBezTo>
                      <a:cubicBezTo>
                        <a:pt x="41" y="5"/>
                        <a:pt x="52" y="7"/>
                        <a:pt x="60" y="4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52" name="Freeform 465">
                  <a:extLst>
                    <a:ext uri="{FF2B5EF4-FFF2-40B4-BE49-F238E27FC236}">
                      <a16:creationId xmlns:a16="http://schemas.microsoft.com/office/drawing/2014/main" id="{64E21F68-7743-4FA4-8293-049B11966A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9" y="1337"/>
                  <a:ext cx="123" cy="41"/>
                </a:xfrm>
                <a:custGeom>
                  <a:avLst/>
                  <a:gdLst>
                    <a:gd name="T0" fmla="*/ 492 w 61"/>
                    <a:gd name="T1" fmla="*/ 28 h 19"/>
                    <a:gd name="T2" fmla="*/ 163 w 61"/>
                    <a:gd name="T3" fmla="*/ 19 h 19"/>
                    <a:gd name="T4" fmla="*/ 56 w 61"/>
                    <a:gd name="T5" fmla="*/ 19 h 19"/>
                    <a:gd name="T6" fmla="*/ 97 w 61"/>
                    <a:gd name="T7" fmla="*/ 190 h 19"/>
                    <a:gd name="T8" fmla="*/ 97 w 61"/>
                    <a:gd name="T9" fmla="*/ 69 h 19"/>
                    <a:gd name="T10" fmla="*/ 264 w 61"/>
                    <a:gd name="T11" fmla="*/ 52 h 19"/>
                    <a:gd name="T12" fmla="*/ 500 w 61"/>
                    <a:gd name="T13" fmla="*/ 41 h 1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1" h="19">
                      <a:moveTo>
                        <a:pt x="60" y="3"/>
                      </a:moveTo>
                      <a:cubicBezTo>
                        <a:pt x="47" y="6"/>
                        <a:pt x="33" y="2"/>
                        <a:pt x="20" y="2"/>
                      </a:cubicBezTo>
                      <a:cubicBezTo>
                        <a:pt x="16" y="1"/>
                        <a:pt x="11" y="0"/>
                        <a:pt x="7" y="2"/>
                      </a:cubicBezTo>
                      <a:cubicBezTo>
                        <a:pt x="0" y="6"/>
                        <a:pt x="6" y="18"/>
                        <a:pt x="12" y="19"/>
                      </a:cubicBezTo>
                      <a:cubicBezTo>
                        <a:pt x="10" y="15"/>
                        <a:pt x="7" y="10"/>
                        <a:pt x="12" y="7"/>
                      </a:cubicBezTo>
                      <a:cubicBezTo>
                        <a:pt x="16" y="4"/>
                        <a:pt x="27" y="5"/>
                        <a:pt x="32" y="5"/>
                      </a:cubicBezTo>
                      <a:cubicBezTo>
                        <a:pt x="41" y="5"/>
                        <a:pt x="52" y="7"/>
                        <a:pt x="61" y="4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53" name="Freeform 466">
                  <a:extLst>
                    <a:ext uri="{FF2B5EF4-FFF2-40B4-BE49-F238E27FC236}">
                      <a16:creationId xmlns:a16="http://schemas.microsoft.com/office/drawing/2014/main" id="{2136C3B8-425B-497B-ADFF-7E302187D4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0"/>
                  <a:ext cx="121" cy="49"/>
                </a:xfrm>
                <a:custGeom>
                  <a:avLst/>
                  <a:gdLst>
                    <a:gd name="T0" fmla="*/ 492 w 60"/>
                    <a:gd name="T1" fmla="*/ 28 h 23"/>
                    <a:gd name="T2" fmla="*/ 163 w 60"/>
                    <a:gd name="T3" fmla="*/ 9 h 23"/>
                    <a:gd name="T4" fmla="*/ 56 w 60"/>
                    <a:gd name="T5" fmla="*/ 19 h 23"/>
                    <a:gd name="T6" fmla="*/ 89 w 60"/>
                    <a:gd name="T7" fmla="*/ 222 h 23"/>
                    <a:gd name="T8" fmla="*/ 97 w 60"/>
                    <a:gd name="T9" fmla="*/ 68 h 23"/>
                    <a:gd name="T10" fmla="*/ 264 w 60"/>
                    <a:gd name="T11" fmla="*/ 49 h 23"/>
                    <a:gd name="T12" fmla="*/ 492 w 60"/>
                    <a:gd name="T13" fmla="*/ 40 h 2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0" h="23">
                      <a:moveTo>
                        <a:pt x="60" y="3"/>
                      </a:moveTo>
                      <a:cubicBezTo>
                        <a:pt x="47" y="6"/>
                        <a:pt x="33" y="2"/>
                        <a:pt x="20" y="1"/>
                      </a:cubicBezTo>
                      <a:cubicBezTo>
                        <a:pt x="16" y="1"/>
                        <a:pt x="11" y="0"/>
                        <a:pt x="7" y="2"/>
                      </a:cubicBezTo>
                      <a:cubicBezTo>
                        <a:pt x="0" y="6"/>
                        <a:pt x="5" y="21"/>
                        <a:pt x="11" y="23"/>
                      </a:cubicBezTo>
                      <a:cubicBezTo>
                        <a:pt x="9" y="19"/>
                        <a:pt x="7" y="10"/>
                        <a:pt x="12" y="7"/>
                      </a:cubicBezTo>
                      <a:cubicBezTo>
                        <a:pt x="16" y="3"/>
                        <a:pt x="27" y="5"/>
                        <a:pt x="32" y="5"/>
                      </a:cubicBezTo>
                      <a:cubicBezTo>
                        <a:pt x="41" y="5"/>
                        <a:pt x="52" y="7"/>
                        <a:pt x="60" y="4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54" name="Freeform 467">
                  <a:extLst>
                    <a:ext uri="{FF2B5EF4-FFF2-40B4-BE49-F238E27FC236}">
                      <a16:creationId xmlns:a16="http://schemas.microsoft.com/office/drawing/2014/main" id="{A1762215-E30B-48BF-A43D-42D771F4E6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33"/>
                  <a:ext cx="121" cy="40"/>
                </a:xfrm>
                <a:custGeom>
                  <a:avLst/>
                  <a:gdLst>
                    <a:gd name="T0" fmla="*/ 492 w 60"/>
                    <a:gd name="T1" fmla="*/ 27 h 19"/>
                    <a:gd name="T2" fmla="*/ 163 w 60"/>
                    <a:gd name="T3" fmla="*/ 17 h 19"/>
                    <a:gd name="T4" fmla="*/ 56 w 60"/>
                    <a:gd name="T5" fmla="*/ 17 h 19"/>
                    <a:gd name="T6" fmla="*/ 97 w 60"/>
                    <a:gd name="T7" fmla="*/ 177 h 19"/>
                    <a:gd name="T8" fmla="*/ 89 w 60"/>
                    <a:gd name="T9" fmla="*/ 67 h 19"/>
                    <a:gd name="T10" fmla="*/ 256 w 60"/>
                    <a:gd name="T11" fmla="*/ 48 h 19"/>
                    <a:gd name="T12" fmla="*/ 492 w 60"/>
                    <a:gd name="T13" fmla="*/ 36 h 1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0" h="19">
                      <a:moveTo>
                        <a:pt x="60" y="3"/>
                      </a:moveTo>
                      <a:cubicBezTo>
                        <a:pt x="47" y="6"/>
                        <a:pt x="33" y="2"/>
                        <a:pt x="20" y="2"/>
                      </a:cubicBezTo>
                      <a:cubicBezTo>
                        <a:pt x="15" y="1"/>
                        <a:pt x="11" y="0"/>
                        <a:pt x="7" y="2"/>
                      </a:cubicBezTo>
                      <a:cubicBezTo>
                        <a:pt x="0" y="6"/>
                        <a:pt x="6" y="18"/>
                        <a:pt x="12" y="19"/>
                      </a:cubicBezTo>
                      <a:cubicBezTo>
                        <a:pt x="10" y="15"/>
                        <a:pt x="7" y="10"/>
                        <a:pt x="11" y="7"/>
                      </a:cubicBezTo>
                      <a:cubicBezTo>
                        <a:pt x="16" y="4"/>
                        <a:pt x="26" y="5"/>
                        <a:pt x="31" y="5"/>
                      </a:cubicBezTo>
                      <a:cubicBezTo>
                        <a:pt x="41" y="5"/>
                        <a:pt x="51" y="7"/>
                        <a:pt x="60" y="4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55" name="Freeform 468">
                  <a:extLst>
                    <a:ext uri="{FF2B5EF4-FFF2-40B4-BE49-F238E27FC236}">
                      <a16:creationId xmlns:a16="http://schemas.microsoft.com/office/drawing/2014/main" id="{08DEA738-6257-4E55-8D01-E82B8519D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5" y="1726"/>
                  <a:ext cx="123" cy="41"/>
                </a:xfrm>
                <a:custGeom>
                  <a:avLst/>
                  <a:gdLst>
                    <a:gd name="T0" fmla="*/ 492 w 61"/>
                    <a:gd name="T1" fmla="*/ 19 h 19"/>
                    <a:gd name="T2" fmla="*/ 163 w 61"/>
                    <a:gd name="T3" fmla="*/ 9 h 19"/>
                    <a:gd name="T4" fmla="*/ 56 w 61"/>
                    <a:gd name="T5" fmla="*/ 19 h 19"/>
                    <a:gd name="T6" fmla="*/ 97 w 61"/>
                    <a:gd name="T7" fmla="*/ 190 h 19"/>
                    <a:gd name="T8" fmla="*/ 97 w 61"/>
                    <a:gd name="T9" fmla="*/ 60 h 19"/>
                    <a:gd name="T10" fmla="*/ 264 w 61"/>
                    <a:gd name="T11" fmla="*/ 41 h 19"/>
                    <a:gd name="T12" fmla="*/ 500 w 61"/>
                    <a:gd name="T13" fmla="*/ 28 h 1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1" h="19">
                      <a:moveTo>
                        <a:pt x="60" y="2"/>
                      </a:moveTo>
                      <a:cubicBezTo>
                        <a:pt x="47" y="5"/>
                        <a:pt x="33" y="2"/>
                        <a:pt x="20" y="1"/>
                      </a:cubicBezTo>
                      <a:cubicBezTo>
                        <a:pt x="16" y="1"/>
                        <a:pt x="11" y="0"/>
                        <a:pt x="7" y="2"/>
                      </a:cubicBezTo>
                      <a:cubicBezTo>
                        <a:pt x="0" y="5"/>
                        <a:pt x="6" y="17"/>
                        <a:pt x="12" y="19"/>
                      </a:cubicBezTo>
                      <a:cubicBezTo>
                        <a:pt x="11" y="15"/>
                        <a:pt x="7" y="9"/>
                        <a:pt x="12" y="6"/>
                      </a:cubicBezTo>
                      <a:cubicBezTo>
                        <a:pt x="16" y="3"/>
                        <a:pt x="27" y="4"/>
                        <a:pt x="32" y="4"/>
                      </a:cubicBezTo>
                      <a:cubicBezTo>
                        <a:pt x="41" y="5"/>
                        <a:pt x="52" y="7"/>
                        <a:pt x="61" y="3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56" name="Freeform 469">
                  <a:extLst>
                    <a:ext uri="{FF2B5EF4-FFF2-40B4-BE49-F238E27FC236}">
                      <a16:creationId xmlns:a16="http://schemas.microsoft.com/office/drawing/2014/main" id="{3AA038DB-76D4-4F2B-BA7A-77765C8492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5" y="1807"/>
                  <a:ext cx="123" cy="41"/>
                </a:xfrm>
                <a:custGeom>
                  <a:avLst/>
                  <a:gdLst>
                    <a:gd name="T0" fmla="*/ 492 w 61"/>
                    <a:gd name="T1" fmla="*/ 28 h 19"/>
                    <a:gd name="T2" fmla="*/ 163 w 61"/>
                    <a:gd name="T3" fmla="*/ 9 h 19"/>
                    <a:gd name="T4" fmla="*/ 56 w 61"/>
                    <a:gd name="T5" fmla="*/ 19 h 19"/>
                    <a:gd name="T6" fmla="*/ 97 w 61"/>
                    <a:gd name="T7" fmla="*/ 190 h 19"/>
                    <a:gd name="T8" fmla="*/ 97 w 61"/>
                    <a:gd name="T9" fmla="*/ 60 h 19"/>
                    <a:gd name="T10" fmla="*/ 264 w 61"/>
                    <a:gd name="T11" fmla="*/ 52 h 19"/>
                    <a:gd name="T12" fmla="*/ 500 w 61"/>
                    <a:gd name="T13" fmla="*/ 28 h 1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1" h="19">
                      <a:moveTo>
                        <a:pt x="60" y="3"/>
                      </a:moveTo>
                      <a:cubicBezTo>
                        <a:pt x="47" y="6"/>
                        <a:pt x="33" y="2"/>
                        <a:pt x="20" y="1"/>
                      </a:cubicBezTo>
                      <a:cubicBezTo>
                        <a:pt x="16" y="1"/>
                        <a:pt x="11" y="0"/>
                        <a:pt x="7" y="2"/>
                      </a:cubicBezTo>
                      <a:cubicBezTo>
                        <a:pt x="0" y="5"/>
                        <a:pt x="6" y="17"/>
                        <a:pt x="12" y="19"/>
                      </a:cubicBezTo>
                      <a:cubicBezTo>
                        <a:pt x="11" y="15"/>
                        <a:pt x="7" y="9"/>
                        <a:pt x="12" y="6"/>
                      </a:cubicBezTo>
                      <a:cubicBezTo>
                        <a:pt x="16" y="3"/>
                        <a:pt x="27" y="4"/>
                        <a:pt x="32" y="5"/>
                      </a:cubicBezTo>
                      <a:cubicBezTo>
                        <a:pt x="41" y="5"/>
                        <a:pt x="52" y="7"/>
                        <a:pt x="61" y="3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57" name="Freeform 470">
                  <a:extLst>
                    <a:ext uri="{FF2B5EF4-FFF2-40B4-BE49-F238E27FC236}">
                      <a16:creationId xmlns:a16="http://schemas.microsoft.com/office/drawing/2014/main" id="{7953E358-E570-44F3-90CA-5B6B718EB5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887"/>
                  <a:ext cx="121" cy="40"/>
                </a:xfrm>
                <a:custGeom>
                  <a:avLst/>
                  <a:gdLst>
                    <a:gd name="T0" fmla="*/ 492 w 60"/>
                    <a:gd name="T1" fmla="*/ 57 h 19"/>
                    <a:gd name="T2" fmla="*/ 155 w 60"/>
                    <a:gd name="T3" fmla="*/ 27 h 19"/>
                    <a:gd name="T4" fmla="*/ 56 w 60"/>
                    <a:gd name="T5" fmla="*/ 17 h 19"/>
                    <a:gd name="T6" fmla="*/ 97 w 60"/>
                    <a:gd name="T7" fmla="*/ 177 h 19"/>
                    <a:gd name="T8" fmla="*/ 89 w 60"/>
                    <a:gd name="T9" fmla="*/ 76 h 19"/>
                    <a:gd name="T10" fmla="*/ 264 w 60"/>
                    <a:gd name="T11" fmla="*/ 84 h 19"/>
                    <a:gd name="T12" fmla="*/ 492 w 60"/>
                    <a:gd name="T13" fmla="*/ 67 h 1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0" h="19">
                      <a:moveTo>
                        <a:pt x="60" y="6"/>
                      </a:moveTo>
                      <a:cubicBezTo>
                        <a:pt x="47" y="9"/>
                        <a:pt x="32" y="6"/>
                        <a:pt x="19" y="3"/>
                      </a:cubicBezTo>
                      <a:cubicBezTo>
                        <a:pt x="15" y="2"/>
                        <a:pt x="11" y="0"/>
                        <a:pt x="7" y="2"/>
                      </a:cubicBezTo>
                      <a:cubicBezTo>
                        <a:pt x="0" y="6"/>
                        <a:pt x="6" y="18"/>
                        <a:pt x="12" y="19"/>
                      </a:cubicBezTo>
                      <a:cubicBezTo>
                        <a:pt x="10" y="15"/>
                        <a:pt x="7" y="11"/>
                        <a:pt x="11" y="8"/>
                      </a:cubicBezTo>
                      <a:cubicBezTo>
                        <a:pt x="16" y="5"/>
                        <a:pt x="27" y="9"/>
                        <a:pt x="32" y="9"/>
                      </a:cubicBezTo>
                      <a:cubicBezTo>
                        <a:pt x="42" y="9"/>
                        <a:pt x="52" y="11"/>
                        <a:pt x="60" y="7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58" name="Freeform 471">
                  <a:extLst>
                    <a:ext uri="{FF2B5EF4-FFF2-40B4-BE49-F238E27FC236}">
                      <a16:creationId xmlns:a16="http://schemas.microsoft.com/office/drawing/2014/main" id="{4F01DC77-2696-49A3-9FDA-D910F83E18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25"/>
                  <a:ext cx="121" cy="49"/>
                </a:xfrm>
                <a:custGeom>
                  <a:avLst/>
                  <a:gdLst>
                    <a:gd name="T0" fmla="*/ 492 w 60"/>
                    <a:gd name="T1" fmla="*/ 19 h 23"/>
                    <a:gd name="T2" fmla="*/ 163 w 60"/>
                    <a:gd name="T3" fmla="*/ 9 h 23"/>
                    <a:gd name="T4" fmla="*/ 56 w 60"/>
                    <a:gd name="T5" fmla="*/ 19 h 23"/>
                    <a:gd name="T6" fmla="*/ 89 w 60"/>
                    <a:gd name="T7" fmla="*/ 222 h 23"/>
                    <a:gd name="T8" fmla="*/ 89 w 60"/>
                    <a:gd name="T9" fmla="*/ 60 h 23"/>
                    <a:gd name="T10" fmla="*/ 256 w 60"/>
                    <a:gd name="T11" fmla="*/ 40 h 23"/>
                    <a:gd name="T12" fmla="*/ 492 w 60"/>
                    <a:gd name="T13" fmla="*/ 28 h 2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0" h="23">
                      <a:moveTo>
                        <a:pt x="60" y="2"/>
                      </a:moveTo>
                      <a:cubicBezTo>
                        <a:pt x="47" y="5"/>
                        <a:pt x="33" y="2"/>
                        <a:pt x="20" y="1"/>
                      </a:cubicBezTo>
                      <a:cubicBezTo>
                        <a:pt x="15" y="1"/>
                        <a:pt x="11" y="0"/>
                        <a:pt x="7" y="2"/>
                      </a:cubicBezTo>
                      <a:cubicBezTo>
                        <a:pt x="0" y="5"/>
                        <a:pt x="5" y="22"/>
                        <a:pt x="11" y="23"/>
                      </a:cubicBezTo>
                      <a:cubicBezTo>
                        <a:pt x="9" y="19"/>
                        <a:pt x="7" y="9"/>
                        <a:pt x="11" y="6"/>
                      </a:cubicBezTo>
                      <a:cubicBezTo>
                        <a:pt x="16" y="3"/>
                        <a:pt x="26" y="4"/>
                        <a:pt x="31" y="4"/>
                      </a:cubicBezTo>
                      <a:cubicBezTo>
                        <a:pt x="41" y="5"/>
                        <a:pt x="51" y="7"/>
                        <a:pt x="60" y="3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59" name="Freeform 472">
                  <a:extLst>
                    <a:ext uri="{FF2B5EF4-FFF2-40B4-BE49-F238E27FC236}">
                      <a16:creationId xmlns:a16="http://schemas.microsoft.com/office/drawing/2014/main" id="{420BF1DA-A035-428A-887E-A3687FE877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1" y="1968"/>
                  <a:ext cx="111" cy="65"/>
                </a:xfrm>
                <a:custGeom>
                  <a:avLst/>
                  <a:gdLst>
                    <a:gd name="T0" fmla="*/ 452 w 55"/>
                    <a:gd name="T1" fmla="*/ 80 h 30"/>
                    <a:gd name="T2" fmla="*/ 89 w 55"/>
                    <a:gd name="T3" fmla="*/ 113 h 30"/>
                    <a:gd name="T4" fmla="*/ 180 w 55"/>
                    <a:gd name="T5" fmla="*/ 306 h 30"/>
                    <a:gd name="T6" fmla="*/ 81 w 55"/>
                    <a:gd name="T7" fmla="*/ 202 h 30"/>
                    <a:gd name="T8" fmla="*/ 40 w 55"/>
                    <a:gd name="T9" fmla="*/ 33 h 30"/>
                    <a:gd name="T10" fmla="*/ 180 w 55"/>
                    <a:gd name="T11" fmla="*/ 61 h 30"/>
                    <a:gd name="T12" fmla="*/ 452 w 55"/>
                    <a:gd name="T13" fmla="*/ 80 h 3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5" h="30">
                      <a:moveTo>
                        <a:pt x="55" y="8"/>
                      </a:moveTo>
                      <a:cubicBezTo>
                        <a:pt x="32" y="16"/>
                        <a:pt x="15" y="8"/>
                        <a:pt x="11" y="11"/>
                      </a:cubicBezTo>
                      <a:cubicBezTo>
                        <a:pt x="8" y="13"/>
                        <a:pt x="16" y="24"/>
                        <a:pt x="22" y="30"/>
                      </a:cubicBezTo>
                      <a:cubicBezTo>
                        <a:pt x="22" y="30"/>
                        <a:pt x="20" y="28"/>
                        <a:pt x="10" y="20"/>
                      </a:cubicBezTo>
                      <a:cubicBezTo>
                        <a:pt x="0" y="12"/>
                        <a:pt x="0" y="7"/>
                        <a:pt x="5" y="3"/>
                      </a:cubicBezTo>
                      <a:cubicBezTo>
                        <a:pt x="9" y="0"/>
                        <a:pt x="11" y="5"/>
                        <a:pt x="22" y="6"/>
                      </a:cubicBezTo>
                      <a:cubicBezTo>
                        <a:pt x="34" y="7"/>
                        <a:pt x="48" y="10"/>
                        <a:pt x="55" y="8"/>
                      </a:cubicBezTo>
                      <a:close/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60" name="Freeform 473">
                  <a:extLst>
                    <a:ext uri="{FF2B5EF4-FFF2-40B4-BE49-F238E27FC236}">
                      <a16:creationId xmlns:a16="http://schemas.microsoft.com/office/drawing/2014/main" id="{038C205A-0706-4835-989D-6116FBDFD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1" y="1247"/>
                  <a:ext cx="103" cy="65"/>
                </a:xfrm>
                <a:custGeom>
                  <a:avLst/>
                  <a:gdLst>
                    <a:gd name="T0" fmla="*/ 0 w 51"/>
                    <a:gd name="T1" fmla="*/ 234 h 30"/>
                    <a:gd name="T2" fmla="*/ 355 w 51"/>
                    <a:gd name="T3" fmla="*/ 0 h 30"/>
                    <a:gd name="T4" fmla="*/ 196 w 51"/>
                    <a:gd name="T5" fmla="*/ 173 h 30"/>
                    <a:gd name="T6" fmla="*/ 0 w 51"/>
                    <a:gd name="T7" fmla="*/ 234 h 3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1" h="30">
                      <a:moveTo>
                        <a:pt x="0" y="23"/>
                      </a:moveTo>
                      <a:cubicBezTo>
                        <a:pt x="15" y="20"/>
                        <a:pt x="51" y="30"/>
                        <a:pt x="43" y="0"/>
                      </a:cubicBezTo>
                      <a:cubicBezTo>
                        <a:pt x="42" y="10"/>
                        <a:pt x="32" y="15"/>
                        <a:pt x="24" y="17"/>
                      </a:cubicBezTo>
                      <a:cubicBezTo>
                        <a:pt x="16" y="20"/>
                        <a:pt x="8" y="22"/>
                        <a:pt x="0" y="23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61" name="Freeform 474">
                  <a:extLst>
                    <a:ext uri="{FF2B5EF4-FFF2-40B4-BE49-F238E27FC236}">
                      <a16:creationId xmlns:a16="http://schemas.microsoft.com/office/drawing/2014/main" id="{B03474E5-A5A2-4696-BED0-AB8F025285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1" y="1340"/>
                  <a:ext cx="103" cy="64"/>
                </a:xfrm>
                <a:custGeom>
                  <a:avLst/>
                  <a:gdLst>
                    <a:gd name="T0" fmla="*/ 8 w 51"/>
                    <a:gd name="T1" fmla="*/ 224 h 30"/>
                    <a:gd name="T2" fmla="*/ 364 w 51"/>
                    <a:gd name="T3" fmla="*/ 0 h 30"/>
                    <a:gd name="T4" fmla="*/ 196 w 51"/>
                    <a:gd name="T5" fmla="*/ 173 h 30"/>
                    <a:gd name="T6" fmla="*/ 0 w 51"/>
                    <a:gd name="T7" fmla="*/ 224 h 3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1" h="30">
                      <a:moveTo>
                        <a:pt x="1" y="23"/>
                      </a:moveTo>
                      <a:cubicBezTo>
                        <a:pt x="15" y="20"/>
                        <a:pt x="51" y="30"/>
                        <a:pt x="44" y="0"/>
                      </a:cubicBezTo>
                      <a:cubicBezTo>
                        <a:pt x="42" y="10"/>
                        <a:pt x="33" y="15"/>
                        <a:pt x="24" y="18"/>
                      </a:cubicBezTo>
                      <a:cubicBezTo>
                        <a:pt x="16" y="20"/>
                        <a:pt x="8" y="22"/>
                        <a:pt x="0" y="23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62" name="Freeform 475">
                  <a:extLst>
                    <a:ext uri="{FF2B5EF4-FFF2-40B4-BE49-F238E27FC236}">
                      <a16:creationId xmlns:a16="http://schemas.microsoft.com/office/drawing/2014/main" id="{B7812620-BECA-4B9B-BE46-2E812D91D3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1" y="1535"/>
                  <a:ext cx="103" cy="64"/>
                </a:xfrm>
                <a:custGeom>
                  <a:avLst/>
                  <a:gdLst>
                    <a:gd name="T0" fmla="*/ 8 w 51"/>
                    <a:gd name="T1" fmla="*/ 224 h 30"/>
                    <a:gd name="T2" fmla="*/ 364 w 51"/>
                    <a:gd name="T3" fmla="*/ 0 h 30"/>
                    <a:gd name="T4" fmla="*/ 196 w 51"/>
                    <a:gd name="T5" fmla="*/ 173 h 30"/>
                    <a:gd name="T6" fmla="*/ 0 w 51"/>
                    <a:gd name="T7" fmla="*/ 224 h 3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1" h="30">
                      <a:moveTo>
                        <a:pt x="1" y="23"/>
                      </a:moveTo>
                      <a:cubicBezTo>
                        <a:pt x="15" y="20"/>
                        <a:pt x="51" y="30"/>
                        <a:pt x="44" y="0"/>
                      </a:cubicBezTo>
                      <a:cubicBezTo>
                        <a:pt x="42" y="10"/>
                        <a:pt x="33" y="15"/>
                        <a:pt x="24" y="18"/>
                      </a:cubicBezTo>
                      <a:cubicBezTo>
                        <a:pt x="16" y="20"/>
                        <a:pt x="8" y="22"/>
                        <a:pt x="0" y="23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63" name="Freeform 476">
                  <a:extLst>
                    <a:ext uri="{FF2B5EF4-FFF2-40B4-BE49-F238E27FC236}">
                      <a16:creationId xmlns:a16="http://schemas.microsoft.com/office/drawing/2014/main" id="{9318DDB9-6700-4431-B386-898A2EEEFA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1636"/>
                  <a:ext cx="103" cy="64"/>
                </a:xfrm>
                <a:custGeom>
                  <a:avLst/>
                  <a:gdLst>
                    <a:gd name="T0" fmla="*/ 8 w 51"/>
                    <a:gd name="T1" fmla="*/ 224 h 30"/>
                    <a:gd name="T2" fmla="*/ 364 w 51"/>
                    <a:gd name="T3" fmla="*/ 0 h 30"/>
                    <a:gd name="T4" fmla="*/ 196 w 51"/>
                    <a:gd name="T5" fmla="*/ 173 h 30"/>
                    <a:gd name="T6" fmla="*/ 0 w 51"/>
                    <a:gd name="T7" fmla="*/ 224 h 3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1" h="30">
                      <a:moveTo>
                        <a:pt x="1" y="23"/>
                      </a:moveTo>
                      <a:cubicBezTo>
                        <a:pt x="15" y="20"/>
                        <a:pt x="51" y="30"/>
                        <a:pt x="44" y="0"/>
                      </a:cubicBezTo>
                      <a:cubicBezTo>
                        <a:pt x="42" y="10"/>
                        <a:pt x="33" y="15"/>
                        <a:pt x="24" y="18"/>
                      </a:cubicBezTo>
                      <a:cubicBezTo>
                        <a:pt x="16" y="20"/>
                        <a:pt x="8" y="22"/>
                        <a:pt x="0" y="23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64" name="Freeform 477">
                  <a:extLst>
                    <a:ext uri="{FF2B5EF4-FFF2-40B4-BE49-F238E27FC236}">
                      <a16:creationId xmlns:a16="http://schemas.microsoft.com/office/drawing/2014/main" id="{9B339B23-2E81-45AB-9537-DD46371C29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1728"/>
                  <a:ext cx="103" cy="64"/>
                </a:xfrm>
                <a:custGeom>
                  <a:avLst/>
                  <a:gdLst>
                    <a:gd name="T0" fmla="*/ 0 w 51"/>
                    <a:gd name="T1" fmla="*/ 224 h 30"/>
                    <a:gd name="T2" fmla="*/ 355 w 51"/>
                    <a:gd name="T3" fmla="*/ 0 h 30"/>
                    <a:gd name="T4" fmla="*/ 196 w 51"/>
                    <a:gd name="T5" fmla="*/ 164 h 30"/>
                    <a:gd name="T6" fmla="*/ 0 w 51"/>
                    <a:gd name="T7" fmla="*/ 224 h 3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1" h="30">
                      <a:moveTo>
                        <a:pt x="0" y="23"/>
                      </a:moveTo>
                      <a:cubicBezTo>
                        <a:pt x="14" y="20"/>
                        <a:pt x="51" y="30"/>
                        <a:pt x="43" y="0"/>
                      </a:cubicBezTo>
                      <a:cubicBezTo>
                        <a:pt x="42" y="10"/>
                        <a:pt x="32" y="15"/>
                        <a:pt x="24" y="17"/>
                      </a:cubicBezTo>
                      <a:cubicBezTo>
                        <a:pt x="16" y="20"/>
                        <a:pt x="8" y="22"/>
                        <a:pt x="0" y="23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65" name="Freeform 478">
                  <a:extLst>
                    <a:ext uri="{FF2B5EF4-FFF2-40B4-BE49-F238E27FC236}">
                      <a16:creationId xmlns:a16="http://schemas.microsoft.com/office/drawing/2014/main" id="{B64CF069-C0D7-425E-A303-FD21ADD655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1807"/>
                  <a:ext cx="103" cy="65"/>
                </a:xfrm>
                <a:custGeom>
                  <a:avLst/>
                  <a:gdLst>
                    <a:gd name="T0" fmla="*/ 0 w 51"/>
                    <a:gd name="T1" fmla="*/ 286 h 30"/>
                    <a:gd name="T2" fmla="*/ 364 w 51"/>
                    <a:gd name="T3" fmla="*/ 0 h 30"/>
                    <a:gd name="T4" fmla="*/ 224 w 51"/>
                    <a:gd name="T5" fmla="*/ 202 h 30"/>
                    <a:gd name="T6" fmla="*/ 0 w 51"/>
                    <a:gd name="T7" fmla="*/ 286 h 3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1" h="30">
                      <a:moveTo>
                        <a:pt x="0" y="28"/>
                      </a:moveTo>
                      <a:cubicBezTo>
                        <a:pt x="14" y="25"/>
                        <a:pt x="51" y="30"/>
                        <a:pt x="44" y="0"/>
                      </a:cubicBezTo>
                      <a:cubicBezTo>
                        <a:pt x="42" y="10"/>
                        <a:pt x="37" y="14"/>
                        <a:pt x="27" y="20"/>
                      </a:cubicBezTo>
                      <a:cubicBezTo>
                        <a:pt x="20" y="24"/>
                        <a:pt x="8" y="28"/>
                        <a:pt x="0" y="28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66" name="Freeform 479">
                  <a:extLst>
                    <a:ext uri="{FF2B5EF4-FFF2-40B4-BE49-F238E27FC236}">
                      <a16:creationId xmlns:a16="http://schemas.microsoft.com/office/drawing/2014/main" id="{5A96302A-BCE2-419E-AF90-0B1A9AD951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1887"/>
                  <a:ext cx="103" cy="64"/>
                </a:xfrm>
                <a:custGeom>
                  <a:avLst/>
                  <a:gdLst>
                    <a:gd name="T0" fmla="*/ 0 w 51"/>
                    <a:gd name="T1" fmla="*/ 273 h 30"/>
                    <a:gd name="T2" fmla="*/ 364 w 51"/>
                    <a:gd name="T3" fmla="*/ 0 h 30"/>
                    <a:gd name="T4" fmla="*/ 224 w 51"/>
                    <a:gd name="T5" fmla="*/ 196 h 30"/>
                    <a:gd name="T6" fmla="*/ 0 w 51"/>
                    <a:gd name="T7" fmla="*/ 273 h 3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1" h="30">
                      <a:moveTo>
                        <a:pt x="0" y="28"/>
                      </a:moveTo>
                      <a:cubicBezTo>
                        <a:pt x="14" y="25"/>
                        <a:pt x="51" y="30"/>
                        <a:pt x="44" y="0"/>
                      </a:cubicBezTo>
                      <a:cubicBezTo>
                        <a:pt x="42" y="10"/>
                        <a:pt x="37" y="14"/>
                        <a:pt x="27" y="20"/>
                      </a:cubicBezTo>
                      <a:cubicBezTo>
                        <a:pt x="20" y="24"/>
                        <a:pt x="8" y="27"/>
                        <a:pt x="0" y="28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67" name="Freeform 480">
                  <a:extLst>
                    <a:ext uri="{FF2B5EF4-FFF2-40B4-BE49-F238E27FC236}">
                      <a16:creationId xmlns:a16="http://schemas.microsoft.com/office/drawing/2014/main" id="{94B52B40-2AD9-41A2-890A-F3E9064E77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1434"/>
                  <a:ext cx="101" cy="66"/>
                </a:xfrm>
                <a:custGeom>
                  <a:avLst/>
                  <a:gdLst>
                    <a:gd name="T0" fmla="*/ 0 w 50"/>
                    <a:gd name="T1" fmla="*/ 281 h 31"/>
                    <a:gd name="T2" fmla="*/ 347 w 50"/>
                    <a:gd name="T3" fmla="*/ 0 h 31"/>
                    <a:gd name="T4" fmla="*/ 188 w 50"/>
                    <a:gd name="T5" fmla="*/ 204 h 31"/>
                    <a:gd name="T6" fmla="*/ 0 w 50"/>
                    <a:gd name="T7" fmla="*/ 281 h 3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0" h="31">
                      <a:moveTo>
                        <a:pt x="0" y="29"/>
                      </a:moveTo>
                      <a:cubicBezTo>
                        <a:pt x="14" y="26"/>
                        <a:pt x="50" y="31"/>
                        <a:pt x="42" y="0"/>
                      </a:cubicBezTo>
                      <a:cubicBezTo>
                        <a:pt x="41" y="10"/>
                        <a:pt x="32" y="18"/>
                        <a:pt x="23" y="21"/>
                      </a:cubicBezTo>
                      <a:cubicBezTo>
                        <a:pt x="15" y="23"/>
                        <a:pt x="8" y="28"/>
                        <a:pt x="0" y="29"/>
                      </a:cubicBezTo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68" name="Freeform 481">
                  <a:extLst>
                    <a:ext uri="{FF2B5EF4-FFF2-40B4-BE49-F238E27FC236}">
                      <a16:creationId xmlns:a16="http://schemas.microsoft.com/office/drawing/2014/main" id="{B0560481-B56E-40C3-994B-8E9EC5A6AB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1968"/>
                  <a:ext cx="64" cy="60"/>
                </a:xfrm>
                <a:custGeom>
                  <a:avLst/>
                  <a:gdLst>
                    <a:gd name="T0" fmla="*/ 0 w 32"/>
                    <a:gd name="T1" fmla="*/ 276 h 28"/>
                    <a:gd name="T2" fmla="*/ 240 w 32"/>
                    <a:gd name="T3" fmla="*/ 60 h 28"/>
                    <a:gd name="T4" fmla="*/ 152 w 32"/>
                    <a:gd name="T5" fmla="*/ 51 h 28"/>
                    <a:gd name="T6" fmla="*/ 0 w 32"/>
                    <a:gd name="T7" fmla="*/ 276 h 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2" h="28">
                      <a:moveTo>
                        <a:pt x="0" y="28"/>
                      </a:moveTo>
                      <a:cubicBezTo>
                        <a:pt x="24" y="20"/>
                        <a:pt x="32" y="11"/>
                        <a:pt x="30" y="6"/>
                      </a:cubicBezTo>
                      <a:cubicBezTo>
                        <a:pt x="27" y="0"/>
                        <a:pt x="21" y="3"/>
                        <a:pt x="19" y="5"/>
                      </a:cubicBezTo>
                      <a:cubicBezTo>
                        <a:pt x="17" y="6"/>
                        <a:pt x="31" y="10"/>
                        <a:pt x="0" y="28"/>
                      </a:cubicBezTo>
                      <a:close/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69" name="Freeform 482">
                  <a:extLst>
                    <a:ext uri="{FF2B5EF4-FFF2-40B4-BE49-F238E27FC236}">
                      <a16:creationId xmlns:a16="http://schemas.microsoft.com/office/drawing/2014/main" id="{AFF4791C-EDE3-4F5C-A9D8-CF80A43A9A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9" y="1932"/>
                  <a:ext cx="161" cy="43"/>
                </a:xfrm>
                <a:custGeom>
                  <a:avLst/>
                  <a:gdLst>
                    <a:gd name="T0" fmla="*/ 328 w 80"/>
                    <a:gd name="T1" fmla="*/ 120 h 20"/>
                    <a:gd name="T2" fmla="*/ 328 w 80"/>
                    <a:gd name="T3" fmla="*/ 120 h 20"/>
                    <a:gd name="T4" fmla="*/ 0 w 80"/>
                    <a:gd name="T5" fmla="*/ 0 h 20"/>
                    <a:gd name="T6" fmla="*/ 8 w 80"/>
                    <a:gd name="T7" fmla="*/ 140 h 20"/>
                    <a:gd name="T8" fmla="*/ 328 w 80"/>
                    <a:gd name="T9" fmla="*/ 198 h 20"/>
                    <a:gd name="T10" fmla="*/ 328 w 80"/>
                    <a:gd name="T11" fmla="*/ 198 h 20"/>
                    <a:gd name="T12" fmla="*/ 644 w 80"/>
                    <a:gd name="T13" fmla="*/ 140 h 20"/>
                    <a:gd name="T14" fmla="*/ 652 w 80"/>
                    <a:gd name="T15" fmla="*/ 0 h 20"/>
                    <a:gd name="T16" fmla="*/ 328 w 80"/>
                    <a:gd name="T17" fmla="*/ 120 h 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80" h="20">
                      <a:moveTo>
                        <a:pt x="40" y="12"/>
                      </a:moveTo>
                      <a:cubicBezTo>
                        <a:pt x="40" y="12"/>
                        <a:pt x="40" y="12"/>
                        <a:pt x="40" y="12"/>
                      </a:cubicBezTo>
                      <a:cubicBezTo>
                        <a:pt x="20" y="12"/>
                        <a:pt x="6" y="7"/>
                        <a:pt x="0" y="0"/>
                      </a:cubicBezTo>
                      <a:cubicBezTo>
                        <a:pt x="3" y="4"/>
                        <a:pt x="3" y="10"/>
                        <a:pt x="1" y="14"/>
                      </a:cubicBezTo>
                      <a:cubicBezTo>
                        <a:pt x="6" y="12"/>
                        <a:pt x="1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70" y="20"/>
                        <a:pt x="74" y="12"/>
                        <a:pt x="79" y="14"/>
                      </a:cubicBezTo>
                      <a:cubicBezTo>
                        <a:pt x="76" y="9"/>
                        <a:pt x="77" y="5"/>
                        <a:pt x="80" y="0"/>
                      </a:cubicBezTo>
                      <a:cubicBezTo>
                        <a:pt x="74" y="7"/>
                        <a:pt x="60" y="12"/>
                        <a:pt x="40" y="12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70" name="Freeform 483">
                  <a:extLst>
                    <a:ext uri="{FF2B5EF4-FFF2-40B4-BE49-F238E27FC236}">
                      <a16:creationId xmlns:a16="http://schemas.microsoft.com/office/drawing/2014/main" id="{D36F90E9-C990-4C53-A198-BF130B241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985"/>
                  <a:ext cx="408" cy="303"/>
                </a:xfrm>
                <a:custGeom>
                  <a:avLst/>
                  <a:gdLst>
                    <a:gd name="T0" fmla="*/ 1616 w 203"/>
                    <a:gd name="T1" fmla="*/ 475 h 141"/>
                    <a:gd name="T2" fmla="*/ 1495 w 203"/>
                    <a:gd name="T3" fmla="*/ 466 h 141"/>
                    <a:gd name="T4" fmla="*/ 1640 w 203"/>
                    <a:gd name="T5" fmla="*/ 269 h 141"/>
                    <a:gd name="T6" fmla="*/ 1624 w 203"/>
                    <a:gd name="T7" fmla="*/ 217 h 141"/>
                    <a:gd name="T8" fmla="*/ 1584 w 203"/>
                    <a:gd name="T9" fmla="*/ 249 h 141"/>
                    <a:gd name="T10" fmla="*/ 1455 w 203"/>
                    <a:gd name="T11" fmla="*/ 415 h 141"/>
                    <a:gd name="T12" fmla="*/ 1373 w 203"/>
                    <a:gd name="T13" fmla="*/ 447 h 141"/>
                    <a:gd name="T14" fmla="*/ 957 w 203"/>
                    <a:gd name="T15" fmla="*/ 546 h 141"/>
                    <a:gd name="T16" fmla="*/ 973 w 203"/>
                    <a:gd name="T17" fmla="*/ 329 h 141"/>
                    <a:gd name="T18" fmla="*/ 981 w 203"/>
                    <a:gd name="T19" fmla="*/ 217 h 141"/>
                    <a:gd name="T20" fmla="*/ 1095 w 203"/>
                    <a:gd name="T21" fmla="*/ 80 h 141"/>
                    <a:gd name="T22" fmla="*/ 1119 w 203"/>
                    <a:gd name="T23" fmla="*/ 28 h 141"/>
                    <a:gd name="T24" fmla="*/ 1087 w 203"/>
                    <a:gd name="T25" fmla="*/ 0 h 141"/>
                    <a:gd name="T26" fmla="*/ 933 w 203"/>
                    <a:gd name="T27" fmla="*/ 172 h 141"/>
                    <a:gd name="T28" fmla="*/ 884 w 203"/>
                    <a:gd name="T29" fmla="*/ 41 h 141"/>
                    <a:gd name="T30" fmla="*/ 836 w 203"/>
                    <a:gd name="T31" fmla="*/ 28 h 141"/>
                    <a:gd name="T32" fmla="*/ 828 w 203"/>
                    <a:gd name="T33" fmla="*/ 80 h 141"/>
                    <a:gd name="T34" fmla="*/ 876 w 203"/>
                    <a:gd name="T35" fmla="*/ 398 h 141"/>
                    <a:gd name="T36" fmla="*/ 804 w 203"/>
                    <a:gd name="T37" fmla="*/ 724 h 141"/>
                    <a:gd name="T38" fmla="*/ 772 w 203"/>
                    <a:gd name="T39" fmla="*/ 836 h 141"/>
                    <a:gd name="T40" fmla="*/ 764 w 203"/>
                    <a:gd name="T41" fmla="*/ 836 h 141"/>
                    <a:gd name="T42" fmla="*/ 496 w 203"/>
                    <a:gd name="T43" fmla="*/ 655 h 141"/>
                    <a:gd name="T44" fmla="*/ 283 w 203"/>
                    <a:gd name="T45" fmla="*/ 554 h 141"/>
                    <a:gd name="T46" fmla="*/ 227 w 203"/>
                    <a:gd name="T47" fmla="*/ 486 h 141"/>
                    <a:gd name="T48" fmla="*/ 177 w 203"/>
                    <a:gd name="T49" fmla="*/ 406 h 141"/>
                    <a:gd name="T50" fmla="*/ 137 w 203"/>
                    <a:gd name="T51" fmla="*/ 406 h 141"/>
                    <a:gd name="T52" fmla="*/ 129 w 203"/>
                    <a:gd name="T53" fmla="*/ 466 h 141"/>
                    <a:gd name="T54" fmla="*/ 177 w 203"/>
                    <a:gd name="T55" fmla="*/ 535 h 141"/>
                    <a:gd name="T56" fmla="*/ 219 w 203"/>
                    <a:gd name="T57" fmla="*/ 595 h 141"/>
                    <a:gd name="T58" fmla="*/ 32 w 203"/>
                    <a:gd name="T59" fmla="*/ 578 h 141"/>
                    <a:gd name="T60" fmla="*/ 0 w 203"/>
                    <a:gd name="T61" fmla="*/ 615 h 141"/>
                    <a:gd name="T62" fmla="*/ 32 w 203"/>
                    <a:gd name="T63" fmla="*/ 655 h 141"/>
                    <a:gd name="T64" fmla="*/ 193 w 203"/>
                    <a:gd name="T65" fmla="*/ 664 h 141"/>
                    <a:gd name="T66" fmla="*/ 521 w 203"/>
                    <a:gd name="T67" fmla="*/ 795 h 141"/>
                    <a:gd name="T68" fmla="*/ 812 w 203"/>
                    <a:gd name="T69" fmla="*/ 1182 h 141"/>
                    <a:gd name="T70" fmla="*/ 868 w 203"/>
                    <a:gd name="T71" fmla="*/ 1347 h 141"/>
                    <a:gd name="T72" fmla="*/ 1055 w 203"/>
                    <a:gd name="T73" fmla="*/ 1399 h 141"/>
                    <a:gd name="T74" fmla="*/ 1055 w 203"/>
                    <a:gd name="T75" fmla="*/ 1390 h 141"/>
                    <a:gd name="T76" fmla="*/ 900 w 203"/>
                    <a:gd name="T77" fmla="*/ 984 h 141"/>
                    <a:gd name="T78" fmla="*/ 868 w 203"/>
                    <a:gd name="T79" fmla="*/ 864 h 141"/>
                    <a:gd name="T80" fmla="*/ 876 w 203"/>
                    <a:gd name="T81" fmla="*/ 804 h 141"/>
                    <a:gd name="T82" fmla="*/ 884 w 203"/>
                    <a:gd name="T83" fmla="*/ 804 h 141"/>
                    <a:gd name="T84" fmla="*/ 892 w 203"/>
                    <a:gd name="T85" fmla="*/ 776 h 141"/>
                    <a:gd name="T86" fmla="*/ 908 w 203"/>
                    <a:gd name="T87" fmla="*/ 752 h 141"/>
                    <a:gd name="T88" fmla="*/ 1192 w 203"/>
                    <a:gd name="T89" fmla="*/ 587 h 141"/>
                    <a:gd name="T90" fmla="*/ 1608 w 203"/>
                    <a:gd name="T91" fmla="*/ 554 h 141"/>
                    <a:gd name="T92" fmla="*/ 1640 w 203"/>
                    <a:gd name="T93" fmla="*/ 518 h 141"/>
                    <a:gd name="T94" fmla="*/ 1616 w 203"/>
                    <a:gd name="T95" fmla="*/ 475 h 141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0" t="0" r="r" b="b"/>
                  <a:pathLst>
                    <a:path w="203" h="141">
                      <a:moveTo>
                        <a:pt x="199" y="48"/>
                      </a:moveTo>
                      <a:cubicBezTo>
                        <a:pt x="194" y="47"/>
                        <a:pt x="189" y="47"/>
                        <a:pt x="184" y="47"/>
                      </a:cubicBezTo>
                      <a:cubicBezTo>
                        <a:pt x="192" y="43"/>
                        <a:pt x="199" y="37"/>
                        <a:pt x="202" y="27"/>
                      </a:cubicBezTo>
                      <a:cubicBezTo>
                        <a:pt x="203" y="25"/>
                        <a:pt x="202" y="23"/>
                        <a:pt x="200" y="22"/>
                      </a:cubicBezTo>
                      <a:cubicBezTo>
                        <a:pt x="197" y="21"/>
                        <a:pt x="195" y="23"/>
                        <a:pt x="195" y="25"/>
                      </a:cubicBezTo>
                      <a:cubicBezTo>
                        <a:pt x="192" y="32"/>
                        <a:pt x="187" y="37"/>
                        <a:pt x="179" y="42"/>
                      </a:cubicBezTo>
                      <a:cubicBezTo>
                        <a:pt x="177" y="42"/>
                        <a:pt x="173" y="44"/>
                        <a:pt x="169" y="45"/>
                      </a:cubicBezTo>
                      <a:cubicBezTo>
                        <a:pt x="145" y="45"/>
                        <a:pt x="129" y="50"/>
                        <a:pt x="118" y="55"/>
                      </a:cubicBezTo>
                      <a:cubicBezTo>
                        <a:pt x="120" y="48"/>
                        <a:pt x="120" y="40"/>
                        <a:pt x="120" y="33"/>
                      </a:cubicBezTo>
                      <a:cubicBezTo>
                        <a:pt x="120" y="31"/>
                        <a:pt x="120" y="26"/>
                        <a:pt x="121" y="22"/>
                      </a:cubicBezTo>
                      <a:cubicBezTo>
                        <a:pt x="125" y="15"/>
                        <a:pt x="129" y="9"/>
                        <a:pt x="135" y="8"/>
                      </a:cubicBezTo>
                      <a:cubicBezTo>
                        <a:pt x="137" y="8"/>
                        <a:pt x="139" y="6"/>
                        <a:pt x="138" y="3"/>
                      </a:cubicBezTo>
                      <a:cubicBezTo>
                        <a:pt x="138" y="1"/>
                        <a:pt x="136" y="0"/>
                        <a:pt x="134" y="0"/>
                      </a:cubicBezTo>
                      <a:cubicBezTo>
                        <a:pt x="125" y="1"/>
                        <a:pt x="119" y="9"/>
                        <a:pt x="115" y="17"/>
                      </a:cubicBezTo>
                      <a:cubicBezTo>
                        <a:pt x="113" y="12"/>
                        <a:pt x="111" y="7"/>
                        <a:pt x="109" y="4"/>
                      </a:cubicBezTo>
                      <a:cubicBezTo>
                        <a:pt x="107" y="2"/>
                        <a:pt x="105" y="1"/>
                        <a:pt x="103" y="3"/>
                      </a:cubicBezTo>
                      <a:cubicBezTo>
                        <a:pt x="101" y="4"/>
                        <a:pt x="101" y="7"/>
                        <a:pt x="102" y="8"/>
                      </a:cubicBezTo>
                      <a:cubicBezTo>
                        <a:pt x="105" y="13"/>
                        <a:pt x="108" y="25"/>
                        <a:pt x="108" y="40"/>
                      </a:cubicBezTo>
                      <a:cubicBezTo>
                        <a:pt x="107" y="51"/>
                        <a:pt x="104" y="63"/>
                        <a:pt x="99" y="73"/>
                      </a:cubicBezTo>
                      <a:cubicBezTo>
                        <a:pt x="97" y="76"/>
                        <a:pt x="96" y="80"/>
                        <a:pt x="95" y="84"/>
                      </a:cubicBezTo>
                      <a:cubicBezTo>
                        <a:pt x="94" y="84"/>
                        <a:pt x="95" y="84"/>
                        <a:pt x="94" y="84"/>
                      </a:cubicBezTo>
                      <a:cubicBezTo>
                        <a:pt x="85" y="77"/>
                        <a:pt x="73" y="71"/>
                        <a:pt x="61" y="66"/>
                      </a:cubicBezTo>
                      <a:cubicBezTo>
                        <a:pt x="56" y="65"/>
                        <a:pt x="39" y="60"/>
                        <a:pt x="35" y="56"/>
                      </a:cubicBezTo>
                      <a:cubicBezTo>
                        <a:pt x="33" y="54"/>
                        <a:pt x="31" y="51"/>
                        <a:pt x="28" y="49"/>
                      </a:cubicBezTo>
                      <a:cubicBezTo>
                        <a:pt x="22" y="41"/>
                        <a:pt x="22" y="41"/>
                        <a:pt x="22" y="41"/>
                      </a:cubicBezTo>
                      <a:cubicBezTo>
                        <a:pt x="21" y="40"/>
                        <a:pt x="18" y="39"/>
                        <a:pt x="17" y="41"/>
                      </a:cubicBezTo>
                      <a:cubicBezTo>
                        <a:pt x="15" y="42"/>
                        <a:pt x="15" y="45"/>
                        <a:pt x="16" y="47"/>
                      </a:cubicBezTo>
                      <a:cubicBezTo>
                        <a:pt x="22" y="54"/>
                        <a:pt x="22" y="54"/>
                        <a:pt x="22" y="54"/>
                      </a:cubicBezTo>
                      <a:cubicBezTo>
                        <a:pt x="24" y="56"/>
                        <a:pt x="25" y="58"/>
                        <a:pt x="27" y="60"/>
                      </a:cubicBezTo>
                      <a:cubicBezTo>
                        <a:pt x="20" y="59"/>
                        <a:pt x="12" y="58"/>
                        <a:pt x="4" y="58"/>
                      </a:cubicBezTo>
                      <a:cubicBezTo>
                        <a:pt x="2" y="58"/>
                        <a:pt x="0" y="60"/>
                        <a:pt x="0" y="62"/>
                      </a:cubicBezTo>
                      <a:cubicBezTo>
                        <a:pt x="0" y="64"/>
                        <a:pt x="2" y="66"/>
                        <a:pt x="4" y="66"/>
                      </a:cubicBezTo>
                      <a:cubicBezTo>
                        <a:pt x="11" y="66"/>
                        <a:pt x="18" y="66"/>
                        <a:pt x="24" y="67"/>
                      </a:cubicBezTo>
                      <a:cubicBezTo>
                        <a:pt x="41" y="68"/>
                        <a:pt x="57" y="76"/>
                        <a:pt x="64" y="80"/>
                      </a:cubicBezTo>
                      <a:cubicBezTo>
                        <a:pt x="73" y="84"/>
                        <a:pt x="86" y="95"/>
                        <a:pt x="100" y="119"/>
                      </a:cubicBezTo>
                      <a:cubicBezTo>
                        <a:pt x="103" y="125"/>
                        <a:pt x="105" y="130"/>
                        <a:pt x="107" y="136"/>
                      </a:cubicBezTo>
                      <a:cubicBezTo>
                        <a:pt x="116" y="138"/>
                        <a:pt x="124" y="140"/>
                        <a:pt x="130" y="141"/>
                      </a:cubicBezTo>
                      <a:cubicBezTo>
                        <a:pt x="130" y="140"/>
                        <a:pt x="130" y="140"/>
                        <a:pt x="130" y="140"/>
                      </a:cubicBezTo>
                      <a:cubicBezTo>
                        <a:pt x="126" y="128"/>
                        <a:pt x="120" y="113"/>
                        <a:pt x="111" y="99"/>
                      </a:cubicBezTo>
                      <a:cubicBezTo>
                        <a:pt x="109" y="97"/>
                        <a:pt x="106" y="92"/>
                        <a:pt x="107" y="87"/>
                      </a:cubicBezTo>
                      <a:cubicBezTo>
                        <a:pt x="107" y="85"/>
                        <a:pt x="107" y="83"/>
                        <a:pt x="108" y="81"/>
                      </a:cubicBezTo>
                      <a:cubicBezTo>
                        <a:pt x="108" y="81"/>
                        <a:pt x="109" y="81"/>
                        <a:pt x="109" y="81"/>
                      </a:cubicBezTo>
                      <a:cubicBezTo>
                        <a:pt x="109" y="80"/>
                        <a:pt x="109" y="79"/>
                        <a:pt x="110" y="78"/>
                      </a:cubicBezTo>
                      <a:cubicBezTo>
                        <a:pt x="110" y="77"/>
                        <a:pt x="111" y="77"/>
                        <a:pt x="112" y="76"/>
                      </a:cubicBezTo>
                      <a:cubicBezTo>
                        <a:pt x="118" y="67"/>
                        <a:pt x="130" y="61"/>
                        <a:pt x="147" y="59"/>
                      </a:cubicBezTo>
                      <a:cubicBezTo>
                        <a:pt x="155" y="57"/>
                        <a:pt x="192" y="55"/>
                        <a:pt x="198" y="56"/>
                      </a:cubicBezTo>
                      <a:cubicBezTo>
                        <a:pt x="200" y="56"/>
                        <a:pt x="202" y="54"/>
                        <a:pt x="202" y="52"/>
                      </a:cubicBezTo>
                      <a:cubicBezTo>
                        <a:pt x="203" y="50"/>
                        <a:pt x="201" y="48"/>
                        <a:pt x="199" y="48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71" name="Freeform 484">
                  <a:extLst>
                    <a:ext uri="{FF2B5EF4-FFF2-40B4-BE49-F238E27FC236}">
                      <a16:creationId xmlns:a16="http://schemas.microsoft.com/office/drawing/2014/main" id="{EA19904F-B76A-4617-AD0F-0093E1FC12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985"/>
                  <a:ext cx="408" cy="303"/>
                </a:xfrm>
                <a:custGeom>
                  <a:avLst/>
                  <a:gdLst>
                    <a:gd name="T0" fmla="*/ 1616 w 203"/>
                    <a:gd name="T1" fmla="*/ 475 h 141"/>
                    <a:gd name="T2" fmla="*/ 1495 w 203"/>
                    <a:gd name="T3" fmla="*/ 466 h 141"/>
                    <a:gd name="T4" fmla="*/ 1640 w 203"/>
                    <a:gd name="T5" fmla="*/ 269 h 141"/>
                    <a:gd name="T6" fmla="*/ 1624 w 203"/>
                    <a:gd name="T7" fmla="*/ 217 h 141"/>
                    <a:gd name="T8" fmla="*/ 1584 w 203"/>
                    <a:gd name="T9" fmla="*/ 249 h 141"/>
                    <a:gd name="T10" fmla="*/ 1455 w 203"/>
                    <a:gd name="T11" fmla="*/ 415 h 141"/>
                    <a:gd name="T12" fmla="*/ 1373 w 203"/>
                    <a:gd name="T13" fmla="*/ 447 h 141"/>
                    <a:gd name="T14" fmla="*/ 957 w 203"/>
                    <a:gd name="T15" fmla="*/ 546 h 141"/>
                    <a:gd name="T16" fmla="*/ 973 w 203"/>
                    <a:gd name="T17" fmla="*/ 329 h 141"/>
                    <a:gd name="T18" fmla="*/ 981 w 203"/>
                    <a:gd name="T19" fmla="*/ 217 h 141"/>
                    <a:gd name="T20" fmla="*/ 1095 w 203"/>
                    <a:gd name="T21" fmla="*/ 80 h 141"/>
                    <a:gd name="T22" fmla="*/ 1119 w 203"/>
                    <a:gd name="T23" fmla="*/ 28 h 141"/>
                    <a:gd name="T24" fmla="*/ 1087 w 203"/>
                    <a:gd name="T25" fmla="*/ 0 h 141"/>
                    <a:gd name="T26" fmla="*/ 933 w 203"/>
                    <a:gd name="T27" fmla="*/ 172 h 141"/>
                    <a:gd name="T28" fmla="*/ 884 w 203"/>
                    <a:gd name="T29" fmla="*/ 41 h 141"/>
                    <a:gd name="T30" fmla="*/ 836 w 203"/>
                    <a:gd name="T31" fmla="*/ 28 h 141"/>
                    <a:gd name="T32" fmla="*/ 828 w 203"/>
                    <a:gd name="T33" fmla="*/ 80 h 141"/>
                    <a:gd name="T34" fmla="*/ 876 w 203"/>
                    <a:gd name="T35" fmla="*/ 398 h 141"/>
                    <a:gd name="T36" fmla="*/ 804 w 203"/>
                    <a:gd name="T37" fmla="*/ 724 h 141"/>
                    <a:gd name="T38" fmla="*/ 772 w 203"/>
                    <a:gd name="T39" fmla="*/ 836 h 141"/>
                    <a:gd name="T40" fmla="*/ 764 w 203"/>
                    <a:gd name="T41" fmla="*/ 836 h 141"/>
                    <a:gd name="T42" fmla="*/ 496 w 203"/>
                    <a:gd name="T43" fmla="*/ 655 h 141"/>
                    <a:gd name="T44" fmla="*/ 283 w 203"/>
                    <a:gd name="T45" fmla="*/ 554 h 141"/>
                    <a:gd name="T46" fmla="*/ 227 w 203"/>
                    <a:gd name="T47" fmla="*/ 486 h 141"/>
                    <a:gd name="T48" fmla="*/ 177 w 203"/>
                    <a:gd name="T49" fmla="*/ 406 h 141"/>
                    <a:gd name="T50" fmla="*/ 137 w 203"/>
                    <a:gd name="T51" fmla="*/ 406 h 141"/>
                    <a:gd name="T52" fmla="*/ 129 w 203"/>
                    <a:gd name="T53" fmla="*/ 466 h 141"/>
                    <a:gd name="T54" fmla="*/ 177 w 203"/>
                    <a:gd name="T55" fmla="*/ 535 h 141"/>
                    <a:gd name="T56" fmla="*/ 219 w 203"/>
                    <a:gd name="T57" fmla="*/ 595 h 141"/>
                    <a:gd name="T58" fmla="*/ 32 w 203"/>
                    <a:gd name="T59" fmla="*/ 578 h 141"/>
                    <a:gd name="T60" fmla="*/ 0 w 203"/>
                    <a:gd name="T61" fmla="*/ 615 h 141"/>
                    <a:gd name="T62" fmla="*/ 32 w 203"/>
                    <a:gd name="T63" fmla="*/ 655 h 141"/>
                    <a:gd name="T64" fmla="*/ 193 w 203"/>
                    <a:gd name="T65" fmla="*/ 664 h 141"/>
                    <a:gd name="T66" fmla="*/ 521 w 203"/>
                    <a:gd name="T67" fmla="*/ 795 h 141"/>
                    <a:gd name="T68" fmla="*/ 812 w 203"/>
                    <a:gd name="T69" fmla="*/ 1182 h 141"/>
                    <a:gd name="T70" fmla="*/ 868 w 203"/>
                    <a:gd name="T71" fmla="*/ 1347 h 141"/>
                    <a:gd name="T72" fmla="*/ 1055 w 203"/>
                    <a:gd name="T73" fmla="*/ 1399 h 141"/>
                    <a:gd name="T74" fmla="*/ 1055 w 203"/>
                    <a:gd name="T75" fmla="*/ 1390 h 141"/>
                    <a:gd name="T76" fmla="*/ 900 w 203"/>
                    <a:gd name="T77" fmla="*/ 984 h 141"/>
                    <a:gd name="T78" fmla="*/ 868 w 203"/>
                    <a:gd name="T79" fmla="*/ 864 h 141"/>
                    <a:gd name="T80" fmla="*/ 876 w 203"/>
                    <a:gd name="T81" fmla="*/ 804 h 141"/>
                    <a:gd name="T82" fmla="*/ 884 w 203"/>
                    <a:gd name="T83" fmla="*/ 804 h 141"/>
                    <a:gd name="T84" fmla="*/ 892 w 203"/>
                    <a:gd name="T85" fmla="*/ 776 h 141"/>
                    <a:gd name="T86" fmla="*/ 908 w 203"/>
                    <a:gd name="T87" fmla="*/ 752 h 141"/>
                    <a:gd name="T88" fmla="*/ 1192 w 203"/>
                    <a:gd name="T89" fmla="*/ 587 h 141"/>
                    <a:gd name="T90" fmla="*/ 1608 w 203"/>
                    <a:gd name="T91" fmla="*/ 554 h 141"/>
                    <a:gd name="T92" fmla="*/ 1640 w 203"/>
                    <a:gd name="T93" fmla="*/ 518 h 141"/>
                    <a:gd name="T94" fmla="*/ 1616 w 203"/>
                    <a:gd name="T95" fmla="*/ 475 h 141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0" t="0" r="r" b="b"/>
                  <a:pathLst>
                    <a:path w="203" h="141">
                      <a:moveTo>
                        <a:pt x="199" y="48"/>
                      </a:moveTo>
                      <a:cubicBezTo>
                        <a:pt x="194" y="47"/>
                        <a:pt x="189" y="47"/>
                        <a:pt x="184" y="47"/>
                      </a:cubicBezTo>
                      <a:cubicBezTo>
                        <a:pt x="192" y="43"/>
                        <a:pt x="199" y="37"/>
                        <a:pt x="202" y="27"/>
                      </a:cubicBezTo>
                      <a:cubicBezTo>
                        <a:pt x="203" y="25"/>
                        <a:pt x="202" y="23"/>
                        <a:pt x="200" y="22"/>
                      </a:cubicBezTo>
                      <a:cubicBezTo>
                        <a:pt x="197" y="21"/>
                        <a:pt x="195" y="23"/>
                        <a:pt x="195" y="25"/>
                      </a:cubicBezTo>
                      <a:cubicBezTo>
                        <a:pt x="192" y="32"/>
                        <a:pt x="187" y="37"/>
                        <a:pt x="179" y="42"/>
                      </a:cubicBezTo>
                      <a:cubicBezTo>
                        <a:pt x="177" y="42"/>
                        <a:pt x="173" y="44"/>
                        <a:pt x="169" y="45"/>
                      </a:cubicBezTo>
                      <a:cubicBezTo>
                        <a:pt x="145" y="45"/>
                        <a:pt x="129" y="50"/>
                        <a:pt x="118" y="55"/>
                      </a:cubicBezTo>
                      <a:cubicBezTo>
                        <a:pt x="120" y="48"/>
                        <a:pt x="120" y="40"/>
                        <a:pt x="120" y="33"/>
                      </a:cubicBezTo>
                      <a:cubicBezTo>
                        <a:pt x="120" y="31"/>
                        <a:pt x="120" y="26"/>
                        <a:pt x="121" y="22"/>
                      </a:cubicBezTo>
                      <a:cubicBezTo>
                        <a:pt x="125" y="15"/>
                        <a:pt x="129" y="9"/>
                        <a:pt x="135" y="8"/>
                      </a:cubicBezTo>
                      <a:cubicBezTo>
                        <a:pt x="137" y="8"/>
                        <a:pt x="139" y="6"/>
                        <a:pt x="138" y="3"/>
                      </a:cubicBezTo>
                      <a:cubicBezTo>
                        <a:pt x="138" y="1"/>
                        <a:pt x="136" y="0"/>
                        <a:pt x="134" y="0"/>
                      </a:cubicBezTo>
                      <a:cubicBezTo>
                        <a:pt x="125" y="1"/>
                        <a:pt x="119" y="9"/>
                        <a:pt x="115" y="17"/>
                      </a:cubicBezTo>
                      <a:cubicBezTo>
                        <a:pt x="113" y="12"/>
                        <a:pt x="111" y="7"/>
                        <a:pt x="109" y="4"/>
                      </a:cubicBezTo>
                      <a:cubicBezTo>
                        <a:pt x="107" y="2"/>
                        <a:pt x="105" y="1"/>
                        <a:pt x="103" y="3"/>
                      </a:cubicBezTo>
                      <a:cubicBezTo>
                        <a:pt x="101" y="4"/>
                        <a:pt x="101" y="7"/>
                        <a:pt x="102" y="8"/>
                      </a:cubicBezTo>
                      <a:cubicBezTo>
                        <a:pt x="105" y="13"/>
                        <a:pt x="108" y="25"/>
                        <a:pt x="108" y="40"/>
                      </a:cubicBezTo>
                      <a:cubicBezTo>
                        <a:pt x="107" y="51"/>
                        <a:pt x="104" y="63"/>
                        <a:pt x="99" y="73"/>
                      </a:cubicBezTo>
                      <a:cubicBezTo>
                        <a:pt x="97" y="76"/>
                        <a:pt x="96" y="80"/>
                        <a:pt x="95" y="84"/>
                      </a:cubicBezTo>
                      <a:cubicBezTo>
                        <a:pt x="94" y="84"/>
                        <a:pt x="95" y="84"/>
                        <a:pt x="94" y="84"/>
                      </a:cubicBezTo>
                      <a:cubicBezTo>
                        <a:pt x="85" y="77"/>
                        <a:pt x="73" y="71"/>
                        <a:pt x="61" y="66"/>
                      </a:cubicBezTo>
                      <a:cubicBezTo>
                        <a:pt x="56" y="65"/>
                        <a:pt x="39" y="60"/>
                        <a:pt x="35" y="56"/>
                      </a:cubicBezTo>
                      <a:cubicBezTo>
                        <a:pt x="33" y="54"/>
                        <a:pt x="31" y="51"/>
                        <a:pt x="28" y="49"/>
                      </a:cubicBezTo>
                      <a:cubicBezTo>
                        <a:pt x="22" y="41"/>
                        <a:pt x="22" y="41"/>
                        <a:pt x="22" y="41"/>
                      </a:cubicBezTo>
                      <a:cubicBezTo>
                        <a:pt x="21" y="40"/>
                        <a:pt x="18" y="39"/>
                        <a:pt x="17" y="41"/>
                      </a:cubicBezTo>
                      <a:cubicBezTo>
                        <a:pt x="15" y="42"/>
                        <a:pt x="15" y="45"/>
                        <a:pt x="16" y="47"/>
                      </a:cubicBezTo>
                      <a:cubicBezTo>
                        <a:pt x="22" y="54"/>
                        <a:pt x="22" y="54"/>
                        <a:pt x="22" y="54"/>
                      </a:cubicBezTo>
                      <a:cubicBezTo>
                        <a:pt x="24" y="56"/>
                        <a:pt x="25" y="58"/>
                        <a:pt x="27" y="60"/>
                      </a:cubicBezTo>
                      <a:cubicBezTo>
                        <a:pt x="20" y="59"/>
                        <a:pt x="12" y="58"/>
                        <a:pt x="4" y="58"/>
                      </a:cubicBezTo>
                      <a:cubicBezTo>
                        <a:pt x="2" y="58"/>
                        <a:pt x="0" y="60"/>
                        <a:pt x="0" y="62"/>
                      </a:cubicBezTo>
                      <a:cubicBezTo>
                        <a:pt x="0" y="64"/>
                        <a:pt x="2" y="66"/>
                        <a:pt x="4" y="66"/>
                      </a:cubicBezTo>
                      <a:cubicBezTo>
                        <a:pt x="11" y="66"/>
                        <a:pt x="18" y="66"/>
                        <a:pt x="24" y="67"/>
                      </a:cubicBezTo>
                      <a:cubicBezTo>
                        <a:pt x="41" y="68"/>
                        <a:pt x="57" y="76"/>
                        <a:pt x="64" y="80"/>
                      </a:cubicBezTo>
                      <a:cubicBezTo>
                        <a:pt x="73" y="84"/>
                        <a:pt x="86" y="95"/>
                        <a:pt x="100" y="119"/>
                      </a:cubicBezTo>
                      <a:cubicBezTo>
                        <a:pt x="103" y="125"/>
                        <a:pt x="105" y="130"/>
                        <a:pt x="107" y="136"/>
                      </a:cubicBezTo>
                      <a:cubicBezTo>
                        <a:pt x="116" y="138"/>
                        <a:pt x="124" y="140"/>
                        <a:pt x="130" y="141"/>
                      </a:cubicBezTo>
                      <a:cubicBezTo>
                        <a:pt x="130" y="140"/>
                        <a:pt x="130" y="140"/>
                        <a:pt x="130" y="140"/>
                      </a:cubicBezTo>
                      <a:cubicBezTo>
                        <a:pt x="126" y="128"/>
                        <a:pt x="120" y="113"/>
                        <a:pt x="111" y="99"/>
                      </a:cubicBezTo>
                      <a:cubicBezTo>
                        <a:pt x="109" y="97"/>
                        <a:pt x="106" y="92"/>
                        <a:pt x="107" y="87"/>
                      </a:cubicBezTo>
                      <a:cubicBezTo>
                        <a:pt x="107" y="85"/>
                        <a:pt x="107" y="83"/>
                        <a:pt x="108" y="81"/>
                      </a:cubicBezTo>
                      <a:cubicBezTo>
                        <a:pt x="108" y="81"/>
                        <a:pt x="109" y="81"/>
                        <a:pt x="109" y="81"/>
                      </a:cubicBezTo>
                      <a:cubicBezTo>
                        <a:pt x="109" y="80"/>
                        <a:pt x="109" y="79"/>
                        <a:pt x="110" y="78"/>
                      </a:cubicBezTo>
                      <a:cubicBezTo>
                        <a:pt x="110" y="77"/>
                        <a:pt x="111" y="77"/>
                        <a:pt x="112" y="76"/>
                      </a:cubicBezTo>
                      <a:cubicBezTo>
                        <a:pt x="118" y="67"/>
                        <a:pt x="130" y="61"/>
                        <a:pt x="147" y="59"/>
                      </a:cubicBezTo>
                      <a:cubicBezTo>
                        <a:pt x="155" y="57"/>
                        <a:pt x="192" y="55"/>
                        <a:pt x="198" y="56"/>
                      </a:cubicBezTo>
                      <a:cubicBezTo>
                        <a:pt x="200" y="56"/>
                        <a:pt x="202" y="54"/>
                        <a:pt x="202" y="52"/>
                      </a:cubicBezTo>
                      <a:cubicBezTo>
                        <a:pt x="203" y="50"/>
                        <a:pt x="201" y="48"/>
                        <a:pt x="199" y="48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72" name="Freeform 485">
                  <a:extLst>
                    <a:ext uri="{FF2B5EF4-FFF2-40B4-BE49-F238E27FC236}">
                      <a16:creationId xmlns:a16="http://schemas.microsoft.com/office/drawing/2014/main" id="{C7E781C4-66C4-44FD-8024-61B2B63766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19" y="2466"/>
                  <a:ext cx="393" cy="365"/>
                </a:xfrm>
                <a:custGeom>
                  <a:avLst/>
                  <a:gdLst>
                    <a:gd name="T0" fmla="*/ 736 w 195"/>
                    <a:gd name="T1" fmla="*/ 60 h 170"/>
                    <a:gd name="T2" fmla="*/ 784 w 195"/>
                    <a:gd name="T3" fmla="*/ 217 h 170"/>
                    <a:gd name="T4" fmla="*/ 844 w 195"/>
                    <a:gd name="T5" fmla="*/ 129 h 170"/>
                    <a:gd name="T6" fmla="*/ 917 w 195"/>
                    <a:gd name="T7" fmla="*/ 208 h 170"/>
                    <a:gd name="T8" fmla="*/ 828 w 195"/>
                    <a:gd name="T9" fmla="*/ 447 h 170"/>
                    <a:gd name="T10" fmla="*/ 836 w 195"/>
                    <a:gd name="T11" fmla="*/ 803 h 170"/>
                    <a:gd name="T12" fmla="*/ 885 w 195"/>
                    <a:gd name="T13" fmla="*/ 852 h 170"/>
                    <a:gd name="T14" fmla="*/ 1177 w 195"/>
                    <a:gd name="T15" fmla="*/ 760 h 170"/>
                    <a:gd name="T16" fmla="*/ 1475 w 195"/>
                    <a:gd name="T17" fmla="*/ 603 h 170"/>
                    <a:gd name="T18" fmla="*/ 1548 w 195"/>
                    <a:gd name="T19" fmla="*/ 575 h 170"/>
                    <a:gd name="T20" fmla="*/ 1564 w 195"/>
                    <a:gd name="T21" fmla="*/ 646 h 170"/>
                    <a:gd name="T22" fmla="*/ 1564 w 195"/>
                    <a:gd name="T23" fmla="*/ 663 h 170"/>
                    <a:gd name="T24" fmla="*/ 1393 w 195"/>
                    <a:gd name="T25" fmla="*/ 844 h 170"/>
                    <a:gd name="T26" fmla="*/ 1580 w 195"/>
                    <a:gd name="T27" fmla="*/ 992 h 170"/>
                    <a:gd name="T28" fmla="*/ 1588 w 195"/>
                    <a:gd name="T29" fmla="*/ 1037 h 170"/>
                    <a:gd name="T30" fmla="*/ 1580 w 195"/>
                    <a:gd name="T31" fmla="*/ 1069 h 170"/>
                    <a:gd name="T32" fmla="*/ 1508 w 195"/>
                    <a:gd name="T33" fmla="*/ 1069 h 170"/>
                    <a:gd name="T34" fmla="*/ 1219 w 195"/>
                    <a:gd name="T35" fmla="*/ 940 h 170"/>
                    <a:gd name="T36" fmla="*/ 836 w 195"/>
                    <a:gd name="T37" fmla="*/ 1097 h 170"/>
                    <a:gd name="T38" fmla="*/ 760 w 195"/>
                    <a:gd name="T39" fmla="*/ 1157 h 170"/>
                    <a:gd name="T40" fmla="*/ 468 w 195"/>
                    <a:gd name="T41" fmla="*/ 1327 h 170"/>
                    <a:gd name="T42" fmla="*/ 244 w 195"/>
                    <a:gd name="T43" fmla="*/ 1443 h 170"/>
                    <a:gd name="T44" fmla="*/ 195 w 195"/>
                    <a:gd name="T45" fmla="*/ 1535 h 170"/>
                    <a:gd name="T46" fmla="*/ 129 w 195"/>
                    <a:gd name="T47" fmla="*/ 1664 h 170"/>
                    <a:gd name="T48" fmla="*/ 56 w 195"/>
                    <a:gd name="T49" fmla="*/ 1664 h 170"/>
                    <a:gd name="T50" fmla="*/ 48 w 195"/>
                    <a:gd name="T51" fmla="*/ 1604 h 170"/>
                    <a:gd name="T52" fmla="*/ 64 w 195"/>
                    <a:gd name="T53" fmla="*/ 1572 h 170"/>
                    <a:gd name="T54" fmla="*/ 105 w 195"/>
                    <a:gd name="T55" fmla="*/ 1484 h 170"/>
                    <a:gd name="T56" fmla="*/ 179 w 195"/>
                    <a:gd name="T57" fmla="*/ 1355 h 170"/>
                    <a:gd name="T58" fmla="*/ 32 w 195"/>
                    <a:gd name="T59" fmla="*/ 1286 h 170"/>
                    <a:gd name="T60" fmla="*/ 16 w 195"/>
                    <a:gd name="T61" fmla="*/ 1209 h 170"/>
                    <a:gd name="T62" fmla="*/ 81 w 195"/>
                    <a:gd name="T63" fmla="*/ 1189 h 170"/>
                    <a:gd name="T64" fmla="*/ 337 w 195"/>
                    <a:gd name="T65" fmla="*/ 1209 h 170"/>
                    <a:gd name="T66" fmla="*/ 653 w 195"/>
                    <a:gd name="T67" fmla="*/ 1001 h 170"/>
                    <a:gd name="T68" fmla="*/ 679 w 195"/>
                    <a:gd name="T69" fmla="*/ 932 h 170"/>
                    <a:gd name="T70" fmla="*/ 679 w 195"/>
                    <a:gd name="T71" fmla="*/ 414 h 170"/>
                    <a:gd name="T72" fmla="*/ 663 w 195"/>
                    <a:gd name="T73" fmla="*/ 120 h 170"/>
                    <a:gd name="T74" fmla="*/ 736 w 195"/>
                    <a:gd name="T75" fmla="*/ 60 h 17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195" h="170">
                      <a:moveTo>
                        <a:pt x="90" y="6"/>
                      </a:moveTo>
                      <a:cubicBezTo>
                        <a:pt x="93" y="11"/>
                        <a:pt x="95" y="16"/>
                        <a:pt x="96" y="22"/>
                      </a:cubicBezTo>
                      <a:cubicBezTo>
                        <a:pt x="98" y="19"/>
                        <a:pt x="101" y="16"/>
                        <a:pt x="103" y="13"/>
                      </a:cubicBezTo>
                      <a:cubicBezTo>
                        <a:pt x="107" y="7"/>
                        <a:pt x="117" y="14"/>
                        <a:pt x="112" y="21"/>
                      </a:cubicBezTo>
                      <a:cubicBezTo>
                        <a:pt x="106" y="29"/>
                        <a:pt x="101" y="37"/>
                        <a:pt x="101" y="45"/>
                      </a:cubicBezTo>
                      <a:cubicBezTo>
                        <a:pt x="100" y="58"/>
                        <a:pt x="100" y="70"/>
                        <a:pt x="102" y="81"/>
                      </a:cubicBezTo>
                      <a:cubicBezTo>
                        <a:pt x="102" y="84"/>
                        <a:pt x="101" y="89"/>
                        <a:pt x="108" y="86"/>
                      </a:cubicBezTo>
                      <a:cubicBezTo>
                        <a:pt x="120" y="81"/>
                        <a:pt x="130" y="79"/>
                        <a:pt x="144" y="77"/>
                      </a:cubicBezTo>
                      <a:cubicBezTo>
                        <a:pt x="147" y="77"/>
                        <a:pt x="175" y="70"/>
                        <a:pt x="180" y="61"/>
                      </a:cubicBezTo>
                      <a:cubicBezTo>
                        <a:pt x="182" y="58"/>
                        <a:pt x="186" y="57"/>
                        <a:pt x="189" y="58"/>
                      </a:cubicBezTo>
                      <a:cubicBezTo>
                        <a:pt x="191" y="60"/>
                        <a:pt x="192" y="63"/>
                        <a:pt x="191" y="65"/>
                      </a:cubicBezTo>
                      <a:cubicBezTo>
                        <a:pt x="191" y="66"/>
                        <a:pt x="191" y="66"/>
                        <a:pt x="191" y="67"/>
                      </a:cubicBezTo>
                      <a:cubicBezTo>
                        <a:pt x="186" y="75"/>
                        <a:pt x="178" y="81"/>
                        <a:pt x="170" y="85"/>
                      </a:cubicBezTo>
                      <a:cubicBezTo>
                        <a:pt x="179" y="88"/>
                        <a:pt x="187" y="93"/>
                        <a:pt x="193" y="100"/>
                      </a:cubicBezTo>
                      <a:cubicBezTo>
                        <a:pt x="195" y="101"/>
                        <a:pt x="195" y="103"/>
                        <a:pt x="194" y="105"/>
                      </a:cubicBezTo>
                      <a:cubicBezTo>
                        <a:pt x="194" y="106"/>
                        <a:pt x="194" y="107"/>
                        <a:pt x="193" y="108"/>
                      </a:cubicBezTo>
                      <a:cubicBezTo>
                        <a:pt x="190" y="110"/>
                        <a:pt x="186" y="110"/>
                        <a:pt x="184" y="108"/>
                      </a:cubicBezTo>
                      <a:cubicBezTo>
                        <a:pt x="177" y="99"/>
                        <a:pt x="159" y="93"/>
                        <a:pt x="149" y="95"/>
                      </a:cubicBezTo>
                      <a:cubicBezTo>
                        <a:pt x="131" y="97"/>
                        <a:pt x="118" y="103"/>
                        <a:pt x="102" y="111"/>
                      </a:cubicBezTo>
                      <a:cubicBezTo>
                        <a:pt x="93" y="117"/>
                        <a:pt x="93" y="117"/>
                        <a:pt x="93" y="117"/>
                      </a:cubicBezTo>
                      <a:cubicBezTo>
                        <a:pt x="81" y="124"/>
                        <a:pt x="70" y="130"/>
                        <a:pt x="57" y="134"/>
                      </a:cubicBezTo>
                      <a:cubicBezTo>
                        <a:pt x="53" y="136"/>
                        <a:pt x="38" y="138"/>
                        <a:pt x="30" y="146"/>
                      </a:cubicBezTo>
                      <a:cubicBezTo>
                        <a:pt x="27" y="148"/>
                        <a:pt x="26" y="152"/>
                        <a:pt x="24" y="155"/>
                      </a:cubicBezTo>
                      <a:cubicBezTo>
                        <a:pt x="22" y="160"/>
                        <a:pt x="20" y="164"/>
                        <a:pt x="16" y="168"/>
                      </a:cubicBezTo>
                      <a:cubicBezTo>
                        <a:pt x="13" y="170"/>
                        <a:pt x="9" y="170"/>
                        <a:pt x="7" y="168"/>
                      </a:cubicBezTo>
                      <a:cubicBezTo>
                        <a:pt x="6" y="166"/>
                        <a:pt x="5" y="164"/>
                        <a:pt x="6" y="162"/>
                      </a:cubicBezTo>
                      <a:cubicBezTo>
                        <a:pt x="6" y="161"/>
                        <a:pt x="7" y="160"/>
                        <a:pt x="8" y="159"/>
                      </a:cubicBezTo>
                      <a:cubicBezTo>
                        <a:pt x="10" y="157"/>
                        <a:pt x="11" y="154"/>
                        <a:pt x="13" y="150"/>
                      </a:cubicBezTo>
                      <a:cubicBezTo>
                        <a:pt x="15" y="146"/>
                        <a:pt x="17" y="141"/>
                        <a:pt x="22" y="137"/>
                      </a:cubicBezTo>
                      <a:cubicBezTo>
                        <a:pt x="16" y="136"/>
                        <a:pt x="10" y="134"/>
                        <a:pt x="4" y="130"/>
                      </a:cubicBezTo>
                      <a:cubicBezTo>
                        <a:pt x="1" y="129"/>
                        <a:pt x="0" y="125"/>
                        <a:pt x="2" y="122"/>
                      </a:cubicBezTo>
                      <a:cubicBezTo>
                        <a:pt x="4" y="119"/>
                        <a:pt x="7" y="118"/>
                        <a:pt x="10" y="120"/>
                      </a:cubicBezTo>
                      <a:cubicBezTo>
                        <a:pt x="17" y="124"/>
                        <a:pt x="29" y="126"/>
                        <a:pt x="41" y="122"/>
                      </a:cubicBezTo>
                      <a:cubicBezTo>
                        <a:pt x="52" y="119"/>
                        <a:pt x="66" y="110"/>
                        <a:pt x="80" y="101"/>
                      </a:cubicBezTo>
                      <a:cubicBezTo>
                        <a:pt x="84" y="98"/>
                        <a:pt x="83" y="95"/>
                        <a:pt x="83" y="94"/>
                      </a:cubicBezTo>
                      <a:cubicBezTo>
                        <a:pt x="81" y="77"/>
                        <a:pt x="82" y="60"/>
                        <a:pt x="83" y="42"/>
                      </a:cubicBezTo>
                      <a:cubicBezTo>
                        <a:pt x="84" y="33"/>
                        <a:pt x="84" y="20"/>
                        <a:pt x="81" y="12"/>
                      </a:cubicBezTo>
                      <a:cubicBezTo>
                        <a:pt x="78" y="6"/>
                        <a:pt x="87" y="0"/>
                        <a:pt x="90" y="6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73" name="Freeform 486">
                  <a:extLst>
                    <a:ext uri="{FF2B5EF4-FFF2-40B4-BE49-F238E27FC236}">
                      <a16:creationId xmlns:a16="http://schemas.microsoft.com/office/drawing/2014/main" id="{7171C932-9CAC-41FB-9472-B294E20C2B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19" y="2466"/>
                  <a:ext cx="393" cy="365"/>
                </a:xfrm>
                <a:custGeom>
                  <a:avLst/>
                  <a:gdLst>
                    <a:gd name="T0" fmla="*/ 736 w 195"/>
                    <a:gd name="T1" fmla="*/ 60 h 170"/>
                    <a:gd name="T2" fmla="*/ 784 w 195"/>
                    <a:gd name="T3" fmla="*/ 217 h 170"/>
                    <a:gd name="T4" fmla="*/ 844 w 195"/>
                    <a:gd name="T5" fmla="*/ 129 h 170"/>
                    <a:gd name="T6" fmla="*/ 917 w 195"/>
                    <a:gd name="T7" fmla="*/ 208 h 170"/>
                    <a:gd name="T8" fmla="*/ 828 w 195"/>
                    <a:gd name="T9" fmla="*/ 447 h 170"/>
                    <a:gd name="T10" fmla="*/ 836 w 195"/>
                    <a:gd name="T11" fmla="*/ 803 h 170"/>
                    <a:gd name="T12" fmla="*/ 885 w 195"/>
                    <a:gd name="T13" fmla="*/ 852 h 170"/>
                    <a:gd name="T14" fmla="*/ 1177 w 195"/>
                    <a:gd name="T15" fmla="*/ 760 h 170"/>
                    <a:gd name="T16" fmla="*/ 1475 w 195"/>
                    <a:gd name="T17" fmla="*/ 603 h 170"/>
                    <a:gd name="T18" fmla="*/ 1548 w 195"/>
                    <a:gd name="T19" fmla="*/ 575 h 170"/>
                    <a:gd name="T20" fmla="*/ 1564 w 195"/>
                    <a:gd name="T21" fmla="*/ 646 h 170"/>
                    <a:gd name="T22" fmla="*/ 1564 w 195"/>
                    <a:gd name="T23" fmla="*/ 663 h 170"/>
                    <a:gd name="T24" fmla="*/ 1393 w 195"/>
                    <a:gd name="T25" fmla="*/ 844 h 170"/>
                    <a:gd name="T26" fmla="*/ 1580 w 195"/>
                    <a:gd name="T27" fmla="*/ 992 h 170"/>
                    <a:gd name="T28" fmla="*/ 1588 w 195"/>
                    <a:gd name="T29" fmla="*/ 1037 h 170"/>
                    <a:gd name="T30" fmla="*/ 1580 w 195"/>
                    <a:gd name="T31" fmla="*/ 1069 h 170"/>
                    <a:gd name="T32" fmla="*/ 1508 w 195"/>
                    <a:gd name="T33" fmla="*/ 1069 h 170"/>
                    <a:gd name="T34" fmla="*/ 1219 w 195"/>
                    <a:gd name="T35" fmla="*/ 940 h 170"/>
                    <a:gd name="T36" fmla="*/ 836 w 195"/>
                    <a:gd name="T37" fmla="*/ 1097 h 170"/>
                    <a:gd name="T38" fmla="*/ 760 w 195"/>
                    <a:gd name="T39" fmla="*/ 1157 h 170"/>
                    <a:gd name="T40" fmla="*/ 468 w 195"/>
                    <a:gd name="T41" fmla="*/ 1327 h 170"/>
                    <a:gd name="T42" fmla="*/ 244 w 195"/>
                    <a:gd name="T43" fmla="*/ 1443 h 170"/>
                    <a:gd name="T44" fmla="*/ 195 w 195"/>
                    <a:gd name="T45" fmla="*/ 1535 h 170"/>
                    <a:gd name="T46" fmla="*/ 129 w 195"/>
                    <a:gd name="T47" fmla="*/ 1664 h 170"/>
                    <a:gd name="T48" fmla="*/ 56 w 195"/>
                    <a:gd name="T49" fmla="*/ 1664 h 170"/>
                    <a:gd name="T50" fmla="*/ 48 w 195"/>
                    <a:gd name="T51" fmla="*/ 1604 h 170"/>
                    <a:gd name="T52" fmla="*/ 64 w 195"/>
                    <a:gd name="T53" fmla="*/ 1572 h 170"/>
                    <a:gd name="T54" fmla="*/ 105 w 195"/>
                    <a:gd name="T55" fmla="*/ 1484 h 170"/>
                    <a:gd name="T56" fmla="*/ 179 w 195"/>
                    <a:gd name="T57" fmla="*/ 1355 h 170"/>
                    <a:gd name="T58" fmla="*/ 32 w 195"/>
                    <a:gd name="T59" fmla="*/ 1286 h 170"/>
                    <a:gd name="T60" fmla="*/ 16 w 195"/>
                    <a:gd name="T61" fmla="*/ 1209 h 170"/>
                    <a:gd name="T62" fmla="*/ 81 w 195"/>
                    <a:gd name="T63" fmla="*/ 1189 h 170"/>
                    <a:gd name="T64" fmla="*/ 337 w 195"/>
                    <a:gd name="T65" fmla="*/ 1209 h 170"/>
                    <a:gd name="T66" fmla="*/ 653 w 195"/>
                    <a:gd name="T67" fmla="*/ 1001 h 170"/>
                    <a:gd name="T68" fmla="*/ 679 w 195"/>
                    <a:gd name="T69" fmla="*/ 932 h 170"/>
                    <a:gd name="T70" fmla="*/ 679 w 195"/>
                    <a:gd name="T71" fmla="*/ 414 h 170"/>
                    <a:gd name="T72" fmla="*/ 663 w 195"/>
                    <a:gd name="T73" fmla="*/ 120 h 170"/>
                    <a:gd name="T74" fmla="*/ 736 w 195"/>
                    <a:gd name="T75" fmla="*/ 60 h 17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195" h="170">
                      <a:moveTo>
                        <a:pt x="90" y="6"/>
                      </a:moveTo>
                      <a:cubicBezTo>
                        <a:pt x="93" y="11"/>
                        <a:pt x="95" y="16"/>
                        <a:pt x="96" y="22"/>
                      </a:cubicBezTo>
                      <a:cubicBezTo>
                        <a:pt x="98" y="19"/>
                        <a:pt x="101" y="16"/>
                        <a:pt x="103" y="13"/>
                      </a:cubicBezTo>
                      <a:cubicBezTo>
                        <a:pt x="107" y="7"/>
                        <a:pt x="117" y="14"/>
                        <a:pt x="112" y="21"/>
                      </a:cubicBezTo>
                      <a:cubicBezTo>
                        <a:pt x="106" y="29"/>
                        <a:pt x="101" y="37"/>
                        <a:pt x="101" y="45"/>
                      </a:cubicBezTo>
                      <a:cubicBezTo>
                        <a:pt x="100" y="58"/>
                        <a:pt x="100" y="70"/>
                        <a:pt x="102" y="81"/>
                      </a:cubicBezTo>
                      <a:cubicBezTo>
                        <a:pt x="102" y="84"/>
                        <a:pt x="101" y="89"/>
                        <a:pt x="108" y="86"/>
                      </a:cubicBezTo>
                      <a:cubicBezTo>
                        <a:pt x="120" y="81"/>
                        <a:pt x="130" y="79"/>
                        <a:pt x="144" y="77"/>
                      </a:cubicBezTo>
                      <a:cubicBezTo>
                        <a:pt x="147" y="77"/>
                        <a:pt x="175" y="70"/>
                        <a:pt x="180" y="61"/>
                      </a:cubicBezTo>
                      <a:cubicBezTo>
                        <a:pt x="182" y="58"/>
                        <a:pt x="186" y="57"/>
                        <a:pt x="189" y="58"/>
                      </a:cubicBezTo>
                      <a:cubicBezTo>
                        <a:pt x="191" y="60"/>
                        <a:pt x="192" y="63"/>
                        <a:pt x="191" y="65"/>
                      </a:cubicBezTo>
                      <a:cubicBezTo>
                        <a:pt x="191" y="66"/>
                        <a:pt x="191" y="66"/>
                        <a:pt x="191" y="67"/>
                      </a:cubicBezTo>
                      <a:cubicBezTo>
                        <a:pt x="186" y="75"/>
                        <a:pt x="178" y="81"/>
                        <a:pt x="170" y="85"/>
                      </a:cubicBezTo>
                      <a:cubicBezTo>
                        <a:pt x="179" y="88"/>
                        <a:pt x="187" y="93"/>
                        <a:pt x="193" y="100"/>
                      </a:cubicBezTo>
                      <a:cubicBezTo>
                        <a:pt x="195" y="101"/>
                        <a:pt x="195" y="103"/>
                        <a:pt x="194" y="105"/>
                      </a:cubicBezTo>
                      <a:cubicBezTo>
                        <a:pt x="194" y="106"/>
                        <a:pt x="194" y="107"/>
                        <a:pt x="193" y="108"/>
                      </a:cubicBezTo>
                      <a:cubicBezTo>
                        <a:pt x="190" y="110"/>
                        <a:pt x="186" y="110"/>
                        <a:pt x="184" y="108"/>
                      </a:cubicBezTo>
                      <a:cubicBezTo>
                        <a:pt x="177" y="99"/>
                        <a:pt x="159" y="93"/>
                        <a:pt x="149" y="95"/>
                      </a:cubicBezTo>
                      <a:cubicBezTo>
                        <a:pt x="131" y="97"/>
                        <a:pt x="118" y="103"/>
                        <a:pt x="102" y="111"/>
                      </a:cubicBezTo>
                      <a:cubicBezTo>
                        <a:pt x="93" y="117"/>
                        <a:pt x="93" y="117"/>
                        <a:pt x="93" y="117"/>
                      </a:cubicBezTo>
                      <a:cubicBezTo>
                        <a:pt x="81" y="124"/>
                        <a:pt x="70" y="130"/>
                        <a:pt x="57" y="134"/>
                      </a:cubicBezTo>
                      <a:cubicBezTo>
                        <a:pt x="53" y="136"/>
                        <a:pt x="38" y="138"/>
                        <a:pt x="30" y="146"/>
                      </a:cubicBezTo>
                      <a:cubicBezTo>
                        <a:pt x="27" y="148"/>
                        <a:pt x="26" y="152"/>
                        <a:pt x="24" y="155"/>
                      </a:cubicBezTo>
                      <a:cubicBezTo>
                        <a:pt x="22" y="160"/>
                        <a:pt x="20" y="164"/>
                        <a:pt x="16" y="168"/>
                      </a:cubicBezTo>
                      <a:cubicBezTo>
                        <a:pt x="13" y="170"/>
                        <a:pt x="9" y="170"/>
                        <a:pt x="7" y="168"/>
                      </a:cubicBezTo>
                      <a:cubicBezTo>
                        <a:pt x="6" y="166"/>
                        <a:pt x="5" y="164"/>
                        <a:pt x="6" y="162"/>
                      </a:cubicBezTo>
                      <a:cubicBezTo>
                        <a:pt x="6" y="161"/>
                        <a:pt x="7" y="160"/>
                        <a:pt x="8" y="159"/>
                      </a:cubicBezTo>
                      <a:cubicBezTo>
                        <a:pt x="10" y="157"/>
                        <a:pt x="11" y="154"/>
                        <a:pt x="13" y="150"/>
                      </a:cubicBezTo>
                      <a:cubicBezTo>
                        <a:pt x="15" y="146"/>
                        <a:pt x="17" y="141"/>
                        <a:pt x="22" y="137"/>
                      </a:cubicBezTo>
                      <a:cubicBezTo>
                        <a:pt x="16" y="136"/>
                        <a:pt x="10" y="134"/>
                        <a:pt x="4" y="130"/>
                      </a:cubicBezTo>
                      <a:cubicBezTo>
                        <a:pt x="1" y="129"/>
                        <a:pt x="0" y="125"/>
                        <a:pt x="2" y="122"/>
                      </a:cubicBezTo>
                      <a:cubicBezTo>
                        <a:pt x="4" y="119"/>
                        <a:pt x="7" y="118"/>
                        <a:pt x="10" y="120"/>
                      </a:cubicBezTo>
                      <a:cubicBezTo>
                        <a:pt x="17" y="124"/>
                        <a:pt x="29" y="126"/>
                        <a:pt x="41" y="122"/>
                      </a:cubicBezTo>
                      <a:cubicBezTo>
                        <a:pt x="52" y="119"/>
                        <a:pt x="66" y="110"/>
                        <a:pt x="80" y="101"/>
                      </a:cubicBezTo>
                      <a:cubicBezTo>
                        <a:pt x="84" y="98"/>
                        <a:pt x="83" y="95"/>
                        <a:pt x="83" y="94"/>
                      </a:cubicBezTo>
                      <a:cubicBezTo>
                        <a:pt x="81" y="77"/>
                        <a:pt x="82" y="60"/>
                        <a:pt x="83" y="42"/>
                      </a:cubicBezTo>
                      <a:cubicBezTo>
                        <a:pt x="84" y="33"/>
                        <a:pt x="84" y="20"/>
                        <a:pt x="81" y="12"/>
                      </a:cubicBezTo>
                      <a:cubicBezTo>
                        <a:pt x="78" y="6"/>
                        <a:pt x="87" y="0"/>
                        <a:pt x="90" y="6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74" name="Freeform 487">
                  <a:extLst>
                    <a:ext uri="{FF2B5EF4-FFF2-40B4-BE49-F238E27FC236}">
                      <a16:creationId xmlns:a16="http://schemas.microsoft.com/office/drawing/2014/main" id="{C666F254-1286-4E94-A6B7-C5FE709189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2" y="2749"/>
                  <a:ext cx="20" cy="13"/>
                </a:xfrm>
                <a:custGeom>
                  <a:avLst/>
                  <a:gdLst>
                    <a:gd name="T0" fmla="*/ 80 w 10"/>
                    <a:gd name="T1" fmla="*/ 0 h 6"/>
                    <a:gd name="T2" fmla="*/ 0 w 10"/>
                    <a:gd name="T3" fmla="*/ 61 h 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" h="6">
                      <a:moveTo>
                        <a:pt x="10" y="0"/>
                      </a:moveTo>
                      <a:cubicBezTo>
                        <a:pt x="5" y="1"/>
                        <a:pt x="2" y="4"/>
                        <a:pt x="0" y="6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75" name="Freeform 488">
                  <a:extLst>
                    <a:ext uri="{FF2B5EF4-FFF2-40B4-BE49-F238E27FC236}">
                      <a16:creationId xmlns:a16="http://schemas.microsoft.com/office/drawing/2014/main" id="{1D436FF9-5A98-4478-AB2B-3C2D583AE2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45" y="2648"/>
                  <a:ext cx="18" cy="2"/>
                </a:xfrm>
                <a:custGeom>
                  <a:avLst/>
                  <a:gdLst>
                    <a:gd name="T0" fmla="*/ 0 w 9"/>
                    <a:gd name="T1" fmla="*/ 8 h 1"/>
                    <a:gd name="T2" fmla="*/ 72 w 9"/>
                    <a:gd name="T3" fmla="*/ 8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1">
                      <a:moveTo>
                        <a:pt x="0" y="1"/>
                      </a:moveTo>
                      <a:cubicBezTo>
                        <a:pt x="5" y="0"/>
                        <a:pt x="9" y="1"/>
                        <a:pt x="9" y="1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76" name="Freeform 489">
                  <a:extLst>
                    <a:ext uri="{FF2B5EF4-FFF2-40B4-BE49-F238E27FC236}">
                      <a16:creationId xmlns:a16="http://schemas.microsoft.com/office/drawing/2014/main" id="{B6A9B641-9C2E-4651-8635-8D1596C297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2" y="2101"/>
                  <a:ext cx="8" cy="28"/>
                </a:xfrm>
                <a:custGeom>
                  <a:avLst/>
                  <a:gdLst>
                    <a:gd name="T0" fmla="*/ 32 w 4"/>
                    <a:gd name="T1" fmla="*/ 0 h 13"/>
                    <a:gd name="T2" fmla="*/ 0 w 4"/>
                    <a:gd name="T3" fmla="*/ 129 h 1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" h="13">
                      <a:moveTo>
                        <a:pt x="4" y="0"/>
                      </a:moveTo>
                      <a:cubicBezTo>
                        <a:pt x="3" y="4"/>
                        <a:pt x="1" y="10"/>
                        <a:pt x="0" y="13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77" name="Freeform 490">
                  <a:extLst>
                    <a:ext uri="{FF2B5EF4-FFF2-40B4-BE49-F238E27FC236}">
                      <a16:creationId xmlns:a16="http://schemas.microsoft.com/office/drawing/2014/main" id="{C208B5F8-FA3F-4E1B-A8E6-1851BE8EB0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18" y="2018"/>
                  <a:ext cx="8" cy="34"/>
                </a:xfrm>
                <a:custGeom>
                  <a:avLst/>
                  <a:gdLst>
                    <a:gd name="T0" fmla="*/ 32 w 4"/>
                    <a:gd name="T1" fmla="*/ 0 h 16"/>
                    <a:gd name="T2" fmla="*/ 8 w 4"/>
                    <a:gd name="T3" fmla="*/ 153 h 1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" h="16">
                      <a:moveTo>
                        <a:pt x="4" y="0"/>
                      </a:moveTo>
                      <a:cubicBezTo>
                        <a:pt x="2" y="5"/>
                        <a:pt x="0" y="11"/>
                        <a:pt x="1" y="16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78" name="Freeform 491">
                  <a:extLst>
                    <a:ext uri="{FF2B5EF4-FFF2-40B4-BE49-F238E27FC236}">
                      <a16:creationId xmlns:a16="http://schemas.microsoft.com/office/drawing/2014/main" id="{3D575B1A-F9E3-41F4-AF4D-11605EFC7F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12" y="2440"/>
                  <a:ext cx="398" cy="361"/>
                </a:xfrm>
                <a:custGeom>
                  <a:avLst/>
                  <a:gdLst>
                    <a:gd name="T0" fmla="*/ 1592 w 198"/>
                    <a:gd name="T1" fmla="*/ 1547 h 168"/>
                    <a:gd name="T2" fmla="*/ 1536 w 198"/>
                    <a:gd name="T3" fmla="*/ 1478 h 168"/>
                    <a:gd name="T4" fmla="*/ 1455 w 198"/>
                    <a:gd name="T5" fmla="*/ 1371 h 168"/>
                    <a:gd name="T6" fmla="*/ 1439 w 198"/>
                    <a:gd name="T7" fmla="*/ 1358 h 168"/>
                    <a:gd name="T8" fmla="*/ 1592 w 198"/>
                    <a:gd name="T9" fmla="*/ 1261 h 168"/>
                    <a:gd name="T10" fmla="*/ 1608 w 198"/>
                    <a:gd name="T11" fmla="*/ 1218 h 168"/>
                    <a:gd name="T12" fmla="*/ 1600 w 198"/>
                    <a:gd name="T13" fmla="*/ 1182 h 168"/>
                    <a:gd name="T14" fmla="*/ 1536 w 198"/>
                    <a:gd name="T15" fmla="*/ 1173 h 168"/>
                    <a:gd name="T16" fmla="*/ 1325 w 198"/>
                    <a:gd name="T17" fmla="*/ 1251 h 168"/>
                    <a:gd name="T18" fmla="*/ 965 w 198"/>
                    <a:gd name="T19" fmla="*/ 1113 h 168"/>
                    <a:gd name="T20" fmla="*/ 901 w 198"/>
                    <a:gd name="T21" fmla="*/ 993 h 168"/>
                    <a:gd name="T22" fmla="*/ 820 w 198"/>
                    <a:gd name="T23" fmla="*/ 458 h 168"/>
                    <a:gd name="T24" fmla="*/ 909 w 198"/>
                    <a:gd name="T25" fmla="*/ 120 h 168"/>
                    <a:gd name="T26" fmla="*/ 925 w 198"/>
                    <a:gd name="T27" fmla="*/ 69 h 168"/>
                    <a:gd name="T28" fmla="*/ 909 w 198"/>
                    <a:gd name="T29" fmla="*/ 28 h 168"/>
                    <a:gd name="T30" fmla="*/ 836 w 198"/>
                    <a:gd name="T31" fmla="*/ 28 h 168"/>
                    <a:gd name="T32" fmla="*/ 740 w 198"/>
                    <a:gd name="T33" fmla="*/ 329 h 168"/>
                    <a:gd name="T34" fmla="*/ 416 w 198"/>
                    <a:gd name="T35" fmla="*/ 19 h 168"/>
                    <a:gd name="T36" fmla="*/ 348 w 198"/>
                    <a:gd name="T37" fmla="*/ 52 h 168"/>
                    <a:gd name="T38" fmla="*/ 348 w 198"/>
                    <a:gd name="T39" fmla="*/ 69 h 168"/>
                    <a:gd name="T40" fmla="*/ 380 w 198"/>
                    <a:gd name="T41" fmla="*/ 129 h 168"/>
                    <a:gd name="T42" fmla="*/ 635 w 198"/>
                    <a:gd name="T43" fmla="*/ 370 h 168"/>
                    <a:gd name="T44" fmla="*/ 748 w 198"/>
                    <a:gd name="T45" fmla="*/ 905 h 168"/>
                    <a:gd name="T46" fmla="*/ 691 w 198"/>
                    <a:gd name="T47" fmla="*/ 993 h 168"/>
                    <a:gd name="T48" fmla="*/ 332 w 198"/>
                    <a:gd name="T49" fmla="*/ 961 h 168"/>
                    <a:gd name="T50" fmla="*/ 88 w 198"/>
                    <a:gd name="T51" fmla="*/ 804 h 168"/>
                    <a:gd name="T52" fmla="*/ 24 w 198"/>
                    <a:gd name="T53" fmla="*/ 795 h 168"/>
                    <a:gd name="T54" fmla="*/ 0 w 198"/>
                    <a:gd name="T55" fmla="*/ 844 h 168"/>
                    <a:gd name="T56" fmla="*/ 8 w 198"/>
                    <a:gd name="T57" fmla="*/ 872 h 168"/>
                    <a:gd name="T58" fmla="*/ 193 w 198"/>
                    <a:gd name="T59" fmla="*/ 1029 h 168"/>
                    <a:gd name="T60" fmla="*/ 24 w 198"/>
                    <a:gd name="T61" fmla="*/ 1201 h 168"/>
                    <a:gd name="T62" fmla="*/ 16 w 198"/>
                    <a:gd name="T63" fmla="*/ 1242 h 168"/>
                    <a:gd name="T64" fmla="*/ 32 w 198"/>
                    <a:gd name="T65" fmla="*/ 1289 h 168"/>
                    <a:gd name="T66" fmla="*/ 105 w 198"/>
                    <a:gd name="T67" fmla="*/ 1270 h 168"/>
                    <a:gd name="T68" fmla="*/ 316 w 198"/>
                    <a:gd name="T69" fmla="*/ 1113 h 168"/>
                    <a:gd name="T70" fmla="*/ 496 w 198"/>
                    <a:gd name="T71" fmla="*/ 1122 h 168"/>
                    <a:gd name="T72" fmla="*/ 764 w 198"/>
                    <a:gd name="T73" fmla="*/ 1218 h 168"/>
                    <a:gd name="T74" fmla="*/ 844 w 198"/>
                    <a:gd name="T75" fmla="*/ 1261 h 168"/>
                    <a:gd name="T76" fmla="*/ 1301 w 198"/>
                    <a:gd name="T77" fmla="*/ 1427 h 168"/>
                    <a:gd name="T78" fmla="*/ 1389 w 198"/>
                    <a:gd name="T79" fmla="*/ 1459 h 168"/>
                    <a:gd name="T80" fmla="*/ 1455 w 198"/>
                    <a:gd name="T81" fmla="*/ 1547 h 168"/>
                    <a:gd name="T82" fmla="*/ 1536 w 198"/>
                    <a:gd name="T83" fmla="*/ 1648 h 168"/>
                    <a:gd name="T84" fmla="*/ 1600 w 198"/>
                    <a:gd name="T85" fmla="*/ 1640 h 168"/>
                    <a:gd name="T86" fmla="*/ 1608 w 198"/>
                    <a:gd name="T87" fmla="*/ 1597 h 168"/>
                    <a:gd name="T88" fmla="*/ 1592 w 198"/>
                    <a:gd name="T89" fmla="*/ 1547 h 168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198" h="168">
                      <a:moveTo>
                        <a:pt x="196" y="156"/>
                      </a:moveTo>
                      <a:cubicBezTo>
                        <a:pt x="193" y="154"/>
                        <a:pt x="191" y="152"/>
                        <a:pt x="189" y="149"/>
                      </a:cubicBezTo>
                      <a:cubicBezTo>
                        <a:pt x="186" y="145"/>
                        <a:pt x="183" y="141"/>
                        <a:pt x="179" y="138"/>
                      </a:cubicBezTo>
                      <a:cubicBezTo>
                        <a:pt x="178" y="137"/>
                        <a:pt x="178" y="137"/>
                        <a:pt x="177" y="137"/>
                      </a:cubicBezTo>
                      <a:cubicBezTo>
                        <a:pt x="183" y="135"/>
                        <a:pt x="190" y="132"/>
                        <a:pt x="196" y="127"/>
                      </a:cubicBezTo>
                      <a:cubicBezTo>
                        <a:pt x="197" y="126"/>
                        <a:pt x="198" y="124"/>
                        <a:pt x="198" y="123"/>
                      </a:cubicBezTo>
                      <a:cubicBezTo>
                        <a:pt x="198" y="121"/>
                        <a:pt x="198" y="120"/>
                        <a:pt x="197" y="119"/>
                      </a:cubicBezTo>
                      <a:cubicBezTo>
                        <a:pt x="195" y="116"/>
                        <a:pt x="191" y="116"/>
                        <a:pt x="189" y="118"/>
                      </a:cubicBezTo>
                      <a:cubicBezTo>
                        <a:pt x="181" y="123"/>
                        <a:pt x="166" y="126"/>
                        <a:pt x="163" y="126"/>
                      </a:cubicBezTo>
                      <a:cubicBezTo>
                        <a:pt x="150" y="126"/>
                        <a:pt x="133" y="118"/>
                        <a:pt x="119" y="112"/>
                      </a:cubicBezTo>
                      <a:cubicBezTo>
                        <a:pt x="117" y="111"/>
                        <a:pt x="112" y="108"/>
                        <a:pt x="111" y="100"/>
                      </a:cubicBezTo>
                      <a:cubicBezTo>
                        <a:pt x="110" y="82"/>
                        <a:pt x="102" y="59"/>
                        <a:pt x="101" y="46"/>
                      </a:cubicBezTo>
                      <a:cubicBezTo>
                        <a:pt x="102" y="32"/>
                        <a:pt x="105" y="18"/>
                        <a:pt x="112" y="12"/>
                      </a:cubicBezTo>
                      <a:cubicBezTo>
                        <a:pt x="113" y="10"/>
                        <a:pt x="114" y="9"/>
                        <a:pt x="114" y="7"/>
                      </a:cubicBezTo>
                      <a:cubicBezTo>
                        <a:pt x="114" y="6"/>
                        <a:pt x="113" y="4"/>
                        <a:pt x="112" y="3"/>
                      </a:cubicBezTo>
                      <a:cubicBezTo>
                        <a:pt x="110" y="1"/>
                        <a:pt x="106" y="1"/>
                        <a:pt x="103" y="3"/>
                      </a:cubicBezTo>
                      <a:cubicBezTo>
                        <a:pt x="96" y="10"/>
                        <a:pt x="92" y="22"/>
                        <a:pt x="91" y="33"/>
                      </a:cubicBezTo>
                      <a:cubicBezTo>
                        <a:pt x="78" y="18"/>
                        <a:pt x="60" y="6"/>
                        <a:pt x="51" y="2"/>
                      </a:cubicBezTo>
                      <a:cubicBezTo>
                        <a:pt x="48" y="0"/>
                        <a:pt x="45" y="2"/>
                        <a:pt x="43" y="5"/>
                      </a:cubicBezTo>
                      <a:cubicBezTo>
                        <a:pt x="43" y="6"/>
                        <a:pt x="43" y="6"/>
                        <a:pt x="43" y="7"/>
                      </a:cubicBezTo>
                      <a:cubicBezTo>
                        <a:pt x="43" y="10"/>
                        <a:pt x="44" y="12"/>
                        <a:pt x="47" y="13"/>
                      </a:cubicBezTo>
                      <a:cubicBezTo>
                        <a:pt x="55" y="16"/>
                        <a:pt x="68" y="26"/>
                        <a:pt x="78" y="37"/>
                      </a:cubicBezTo>
                      <a:cubicBezTo>
                        <a:pt x="88" y="48"/>
                        <a:pt x="91" y="74"/>
                        <a:pt x="92" y="91"/>
                      </a:cubicBezTo>
                      <a:cubicBezTo>
                        <a:pt x="92" y="95"/>
                        <a:pt x="91" y="99"/>
                        <a:pt x="85" y="100"/>
                      </a:cubicBezTo>
                      <a:cubicBezTo>
                        <a:pt x="70" y="99"/>
                        <a:pt x="53" y="98"/>
                        <a:pt x="41" y="97"/>
                      </a:cubicBezTo>
                      <a:cubicBezTo>
                        <a:pt x="29" y="94"/>
                        <a:pt x="18" y="90"/>
                        <a:pt x="11" y="81"/>
                      </a:cubicBezTo>
                      <a:cubicBezTo>
                        <a:pt x="9" y="78"/>
                        <a:pt x="5" y="78"/>
                        <a:pt x="3" y="80"/>
                      </a:cubicBezTo>
                      <a:cubicBezTo>
                        <a:pt x="1" y="81"/>
                        <a:pt x="0" y="83"/>
                        <a:pt x="0" y="85"/>
                      </a:cubicBezTo>
                      <a:cubicBezTo>
                        <a:pt x="0" y="86"/>
                        <a:pt x="1" y="87"/>
                        <a:pt x="1" y="88"/>
                      </a:cubicBezTo>
                      <a:cubicBezTo>
                        <a:pt x="7" y="96"/>
                        <a:pt x="15" y="101"/>
                        <a:pt x="24" y="104"/>
                      </a:cubicBezTo>
                      <a:cubicBezTo>
                        <a:pt x="16" y="108"/>
                        <a:pt x="8" y="113"/>
                        <a:pt x="3" y="121"/>
                      </a:cubicBezTo>
                      <a:cubicBezTo>
                        <a:pt x="2" y="122"/>
                        <a:pt x="2" y="123"/>
                        <a:pt x="2" y="125"/>
                      </a:cubicBezTo>
                      <a:cubicBezTo>
                        <a:pt x="2" y="126"/>
                        <a:pt x="3" y="128"/>
                        <a:pt x="4" y="130"/>
                      </a:cubicBezTo>
                      <a:cubicBezTo>
                        <a:pt x="7" y="131"/>
                        <a:pt x="11" y="131"/>
                        <a:pt x="13" y="128"/>
                      </a:cubicBezTo>
                      <a:cubicBezTo>
                        <a:pt x="18" y="120"/>
                        <a:pt x="29" y="114"/>
                        <a:pt x="39" y="112"/>
                      </a:cubicBezTo>
                      <a:cubicBezTo>
                        <a:pt x="45" y="111"/>
                        <a:pt x="53" y="112"/>
                        <a:pt x="61" y="113"/>
                      </a:cubicBezTo>
                      <a:cubicBezTo>
                        <a:pt x="72" y="115"/>
                        <a:pt x="85" y="119"/>
                        <a:pt x="94" y="123"/>
                      </a:cubicBezTo>
                      <a:cubicBezTo>
                        <a:pt x="94" y="123"/>
                        <a:pt x="104" y="127"/>
                        <a:pt x="104" y="127"/>
                      </a:cubicBezTo>
                      <a:cubicBezTo>
                        <a:pt x="122" y="135"/>
                        <a:pt x="141" y="144"/>
                        <a:pt x="160" y="144"/>
                      </a:cubicBezTo>
                      <a:cubicBezTo>
                        <a:pt x="164" y="144"/>
                        <a:pt x="169" y="146"/>
                        <a:pt x="171" y="147"/>
                      </a:cubicBezTo>
                      <a:cubicBezTo>
                        <a:pt x="174" y="150"/>
                        <a:pt x="177" y="153"/>
                        <a:pt x="179" y="156"/>
                      </a:cubicBezTo>
                      <a:cubicBezTo>
                        <a:pt x="182" y="159"/>
                        <a:pt x="185" y="163"/>
                        <a:pt x="189" y="166"/>
                      </a:cubicBezTo>
                      <a:cubicBezTo>
                        <a:pt x="191" y="168"/>
                        <a:pt x="195" y="167"/>
                        <a:pt x="197" y="165"/>
                      </a:cubicBezTo>
                      <a:cubicBezTo>
                        <a:pt x="198" y="164"/>
                        <a:pt x="198" y="162"/>
                        <a:pt x="198" y="161"/>
                      </a:cubicBezTo>
                      <a:cubicBezTo>
                        <a:pt x="198" y="159"/>
                        <a:pt x="197" y="158"/>
                        <a:pt x="196" y="156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79" name="Freeform 492">
                  <a:extLst>
                    <a:ext uri="{FF2B5EF4-FFF2-40B4-BE49-F238E27FC236}">
                      <a16:creationId xmlns:a16="http://schemas.microsoft.com/office/drawing/2014/main" id="{131251A8-405E-45B9-AFDA-9AA828B724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12" y="2440"/>
                  <a:ext cx="398" cy="361"/>
                </a:xfrm>
                <a:custGeom>
                  <a:avLst/>
                  <a:gdLst>
                    <a:gd name="T0" fmla="*/ 1592 w 198"/>
                    <a:gd name="T1" fmla="*/ 1547 h 168"/>
                    <a:gd name="T2" fmla="*/ 1536 w 198"/>
                    <a:gd name="T3" fmla="*/ 1478 h 168"/>
                    <a:gd name="T4" fmla="*/ 1455 w 198"/>
                    <a:gd name="T5" fmla="*/ 1371 h 168"/>
                    <a:gd name="T6" fmla="*/ 1439 w 198"/>
                    <a:gd name="T7" fmla="*/ 1358 h 168"/>
                    <a:gd name="T8" fmla="*/ 1592 w 198"/>
                    <a:gd name="T9" fmla="*/ 1261 h 168"/>
                    <a:gd name="T10" fmla="*/ 1608 w 198"/>
                    <a:gd name="T11" fmla="*/ 1218 h 168"/>
                    <a:gd name="T12" fmla="*/ 1600 w 198"/>
                    <a:gd name="T13" fmla="*/ 1182 h 168"/>
                    <a:gd name="T14" fmla="*/ 1536 w 198"/>
                    <a:gd name="T15" fmla="*/ 1173 h 168"/>
                    <a:gd name="T16" fmla="*/ 1325 w 198"/>
                    <a:gd name="T17" fmla="*/ 1251 h 168"/>
                    <a:gd name="T18" fmla="*/ 965 w 198"/>
                    <a:gd name="T19" fmla="*/ 1113 h 168"/>
                    <a:gd name="T20" fmla="*/ 901 w 198"/>
                    <a:gd name="T21" fmla="*/ 993 h 168"/>
                    <a:gd name="T22" fmla="*/ 820 w 198"/>
                    <a:gd name="T23" fmla="*/ 458 h 168"/>
                    <a:gd name="T24" fmla="*/ 909 w 198"/>
                    <a:gd name="T25" fmla="*/ 120 h 168"/>
                    <a:gd name="T26" fmla="*/ 925 w 198"/>
                    <a:gd name="T27" fmla="*/ 69 h 168"/>
                    <a:gd name="T28" fmla="*/ 909 w 198"/>
                    <a:gd name="T29" fmla="*/ 28 h 168"/>
                    <a:gd name="T30" fmla="*/ 836 w 198"/>
                    <a:gd name="T31" fmla="*/ 28 h 168"/>
                    <a:gd name="T32" fmla="*/ 740 w 198"/>
                    <a:gd name="T33" fmla="*/ 329 h 168"/>
                    <a:gd name="T34" fmla="*/ 416 w 198"/>
                    <a:gd name="T35" fmla="*/ 19 h 168"/>
                    <a:gd name="T36" fmla="*/ 348 w 198"/>
                    <a:gd name="T37" fmla="*/ 52 h 168"/>
                    <a:gd name="T38" fmla="*/ 348 w 198"/>
                    <a:gd name="T39" fmla="*/ 69 h 168"/>
                    <a:gd name="T40" fmla="*/ 380 w 198"/>
                    <a:gd name="T41" fmla="*/ 129 h 168"/>
                    <a:gd name="T42" fmla="*/ 635 w 198"/>
                    <a:gd name="T43" fmla="*/ 370 h 168"/>
                    <a:gd name="T44" fmla="*/ 748 w 198"/>
                    <a:gd name="T45" fmla="*/ 905 h 168"/>
                    <a:gd name="T46" fmla="*/ 691 w 198"/>
                    <a:gd name="T47" fmla="*/ 993 h 168"/>
                    <a:gd name="T48" fmla="*/ 332 w 198"/>
                    <a:gd name="T49" fmla="*/ 961 h 168"/>
                    <a:gd name="T50" fmla="*/ 88 w 198"/>
                    <a:gd name="T51" fmla="*/ 804 h 168"/>
                    <a:gd name="T52" fmla="*/ 24 w 198"/>
                    <a:gd name="T53" fmla="*/ 795 h 168"/>
                    <a:gd name="T54" fmla="*/ 0 w 198"/>
                    <a:gd name="T55" fmla="*/ 844 h 168"/>
                    <a:gd name="T56" fmla="*/ 8 w 198"/>
                    <a:gd name="T57" fmla="*/ 872 h 168"/>
                    <a:gd name="T58" fmla="*/ 193 w 198"/>
                    <a:gd name="T59" fmla="*/ 1029 h 168"/>
                    <a:gd name="T60" fmla="*/ 24 w 198"/>
                    <a:gd name="T61" fmla="*/ 1201 h 168"/>
                    <a:gd name="T62" fmla="*/ 16 w 198"/>
                    <a:gd name="T63" fmla="*/ 1242 h 168"/>
                    <a:gd name="T64" fmla="*/ 32 w 198"/>
                    <a:gd name="T65" fmla="*/ 1289 h 168"/>
                    <a:gd name="T66" fmla="*/ 105 w 198"/>
                    <a:gd name="T67" fmla="*/ 1270 h 168"/>
                    <a:gd name="T68" fmla="*/ 316 w 198"/>
                    <a:gd name="T69" fmla="*/ 1113 h 168"/>
                    <a:gd name="T70" fmla="*/ 496 w 198"/>
                    <a:gd name="T71" fmla="*/ 1122 h 168"/>
                    <a:gd name="T72" fmla="*/ 764 w 198"/>
                    <a:gd name="T73" fmla="*/ 1218 h 168"/>
                    <a:gd name="T74" fmla="*/ 844 w 198"/>
                    <a:gd name="T75" fmla="*/ 1261 h 168"/>
                    <a:gd name="T76" fmla="*/ 1301 w 198"/>
                    <a:gd name="T77" fmla="*/ 1427 h 168"/>
                    <a:gd name="T78" fmla="*/ 1389 w 198"/>
                    <a:gd name="T79" fmla="*/ 1459 h 168"/>
                    <a:gd name="T80" fmla="*/ 1455 w 198"/>
                    <a:gd name="T81" fmla="*/ 1547 h 168"/>
                    <a:gd name="T82" fmla="*/ 1536 w 198"/>
                    <a:gd name="T83" fmla="*/ 1648 h 168"/>
                    <a:gd name="T84" fmla="*/ 1600 w 198"/>
                    <a:gd name="T85" fmla="*/ 1640 h 168"/>
                    <a:gd name="T86" fmla="*/ 1608 w 198"/>
                    <a:gd name="T87" fmla="*/ 1597 h 168"/>
                    <a:gd name="T88" fmla="*/ 1592 w 198"/>
                    <a:gd name="T89" fmla="*/ 1547 h 168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198" h="168">
                      <a:moveTo>
                        <a:pt x="196" y="156"/>
                      </a:moveTo>
                      <a:cubicBezTo>
                        <a:pt x="193" y="154"/>
                        <a:pt x="191" y="152"/>
                        <a:pt x="189" y="149"/>
                      </a:cubicBezTo>
                      <a:cubicBezTo>
                        <a:pt x="186" y="145"/>
                        <a:pt x="183" y="141"/>
                        <a:pt x="179" y="138"/>
                      </a:cubicBezTo>
                      <a:cubicBezTo>
                        <a:pt x="178" y="137"/>
                        <a:pt x="178" y="137"/>
                        <a:pt x="177" y="137"/>
                      </a:cubicBezTo>
                      <a:cubicBezTo>
                        <a:pt x="183" y="135"/>
                        <a:pt x="190" y="132"/>
                        <a:pt x="196" y="127"/>
                      </a:cubicBezTo>
                      <a:cubicBezTo>
                        <a:pt x="197" y="126"/>
                        <a:pt x="198" y="124"/>
                        <a:pt x="198" y="123"/>
                      </a:cubicBezTo>
                      <a:cubicBezTo>
                        <a:pt x="198" y="121"/>
                        <a:pt x="198" y="120"/>
                        <a:pt x="197" y="119"/>
                      </a:cubicBezTo>
                      <a:cubicBezTo>
                        <a:pt x="195" y="116"/>
                        <a:pt x="191" y="116"/>
                        <a:pt x="189" y="118"/>
                      </a:cubicBezTo>
                      <a:cubicBezTo>
                        <a:pt x="181" y="123"/>
                        <a:pt x="166" y="126"/>
                        <a:pt x="163" y="126"/>
                      </a:cubicBezTo>
                      <a:cubicBezTo>
                        <a:pt x="150" y="126"/>
                        <a:pt x="133" y="118"/>
                        <a:pt x="119" y="112"/>
                      </a:cubicBezTo>
                      <a:cubicBezTo>
                        <a:pt x="117" y="111"/>
                        <a:pt x="112" y="108"/>
                        <a:pt x="111" y="100"/>
                      </a:cubicBezTo>
                      <a:cubicBezTo>
                        <a:pt x="110" y="82"/>
                        <a:pt x="102" y="59"/>
                        <a:pt x="101" y="46"/>
                      </a:cubicBezTo>
                      <a:cubicBezTo>
                        <a:pt x="102" y="32"/>
                        <a:pt x="105" y="18"/>
                        <a:pt x="112" y="12"/>
                      </a:cubicBezTo>
                      <a:cubicBezTo>
                        <a:pt x="113" y="10"/>
                        <a:pt x="114" y="9"/>
                        <a:pt x="114" y="7"/>
                      </a:cubicBezTo>
                      <a:cubicBezTo>
                        <a:pt x="114" y="6"/>
                        <a:pt x="113" y="4"/>
                        <a:pt x="112" y="3"/>
                      </a:cubicBezTo>
                      <a:cubicBezTo>
                        <a:pt x="110" y="1"/>
                        <a:pt x="106" y="1"/>
                        <a:pt x="103" y="3"/>
                      </a:cubicBezTo>
                      <a:cubicBezTo>
                        <a:pt x="96" y="10"/>
                        <a:pt x="92" y="22"/>
                        <a:pt x="91" y="33"/>
                      </a:cubicBezTo>
                      <a:cubicBezTo>
                        <a:pt x="78" y="18"/>
                        <a:pt x="60" y="6"/>
                        <a:pt x="51" y="2"/>
                      </a:cubicBezTo>
                      <a:cubicBezTo>
                        <a:pt x="48" y="0"/>
                        <a:pt x="45" y="2"/>
                        <a:pt x="43" y="5"/>
                      </a:cubicBezTo>
                      <a:cubicBezTo>
                        <a:pt x="43" y="6"/>
                        <a:pt x="43" y="6"/>
                        <a:pt x="43" y="7"/>
                      </a:cubicBezTo>
                      <a:cubicBezTo>
                        <a:pt x="43" y="10"/>
                        <a:pt x="44" y="12"/>
                        <a:pt x="47" y="13"/>
                      </a:cubicBezTo>
                      <a:cubicBezTo>
                        <a:pt x="55" y="16"/>
                        <a:pt x="68" y="26"/>
                        <a:pt x="78" y="37"/>
                      </a:cubicBezTo>
                      <a:cubicBezTo>
                        <a:pt x="88" y="48"/>
                        <a:pt x="91" y="74"/>
                        <a:pt x="92" y="91"/>
                      </a:cubicBezTo>
                      <a:cubicBezTo>
                        <a:pt x="92" y="95"/>
                        <a:pt x="91" y="99"/>
                        <a:pt x="85" y="100"/>
                      </a:cubicBezTo>
                      <a:cubicBezTo>
                        <a:pt x="70" y="99"/>
                        <a:pt x="53" y="98"/>
                        <a:pt x="41" y="97"/>
                      </a:cubicBezTo>
                      <a:cubicBezTo>
                        <a:pt x="29" y="94"/>
                        <a:pt x="18" y="90"/>
                        <a:pt x="11" y="81"/>
                      </a:cubicBezTo>
                      <a:cubicBezTo>
                        <a:pt x="9" y="78"/>
                        <a:pt x="5" y="78"/>
                        <a:pt x="3" y="80"/>
                      </a:cubicBezTo>
                      <a:cubicBezTo>
                        <a:pt x="1" y="81"/>
                        <a:pt x="0" y="83"/>
                        <a:pt x="0" y="85"/>
                      </a:cubicBezTo>
                      <a:cubicBezTo>
                        <a:pt x="0" y="86"/>
                        <a:pt x="1" y="87"/>
                        <a:pt x="1" y="88"/>
                      </a:cubicBezTo>
                      <a:cubicBezTo>
                        <a:pt x="7" y="96"/>
                        <a:pt x="15" y="101"/>
                        <a:pt x="24" y="104"/>
                      </a:cubicBezTo>
                      <a:cubicBezTo>
                        <a:pt x="16" y="108"/>
                        <a:pt x="8" y="113"/>
                        <a:pt x="3" y="121"/>
                      </a:cubicBezTo>
                      <a:cubicBezTo>
                        <a:pt x="2" y="122"/>
                        <a:pt x="2" y="123"/>
                        <a:pt x="2" y="125"/>
                      </a:cubicBezTo>
                      <a:cubicBezTo>
                        <a:pt x="2" y="126"/>
                        <a:pt x="3" y="128"/>
                        <a:pt x="4" y="130"/>
                      </a:cubicBezTo>
                      <a:cubicBezTo>
                        <a:pt x="7" y="131"/>
                        <a:pt x="11" y="131"/>
                        <a:pt x="13" y="128"/>
                      </a:cubicBezTo>
                      <a:cubicBezTo>
                        <a:pt x="18" y="120"/>
                        <a:pt x="29" y="114"/>
                        <a:pt x="39" y="112"/>
                      </a:cubicBezTo>
                      <a:cubicBezTo>
                        <a:pt x="45" y="111"/>
                        <a:pt x="53" y="112"/>
                        <a:pt x="61" y="113"/>
                      </a:cubicBezTo>
                      <a:cubicBezTo>
                        <a:pt x="72" y="115"/>
                        <a:pt x="85" y="119"/>
                        <a:pt x="94" y="123"/>
                      </a:cubicBezTo>
                      <a:cubicBezTo>
                        <a:pt x="94" y="123"/>
                        <a:pt x="104" y="127"/>
                        <a:pt x="104" y="127"/>
                      </a:cubicBezTo>
                      <a:cubicBezTo>
                        <a:pt x="122" y="135"/>
                        <a:pt x="141" y="144"/>
                        <a:pt x="160" y="144"/>
                      </a:cubicBezTo>
                      <a:cubicBezTo>
                        <a:pt x="164" y="144"/>
                        <a:pt x="169" y="146"/>
                        <a:pt x="171" y="147"/>
                      </a:cubicBezTo>
                      <a:cubicBezTo>
                        <a:pt x="174" y="150"/>
                        <a:pt x="177" y="153"/>
                        <a:pt x="179" y="156"/>
                      </a:cubicBezTo>
                      <a:cubicBezTo>
                        <a:pt x="182" y="159"/>
                        <a:pt x="185" y="163"/>
                        <a:pt x="189" y="166"/>
                      </a:cubicBezTo>
                      <a:cubicBezTo>
                        <a:pt x="191" y="168"/>
                        <a:pt x="195" y="167"/>
                        <a:pt x="197" y="165"/>
                      </a:cubicBezTo>
                      <a:cubicBezTo>
                        <a:pt x="198" y="164"/>
                        <a:pt x="198" y="162"/>
                        <a:pt x="198" y="161"/>
                      </a:cubicBezTo>
                      <a:cubicBezTo>
                        <a:pt x="198" y="159"/>
                        <a:pt x="197" y="158"/>
                        <a:pt x="196" y="156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80" name="Freeform 493">
                  <a:extLst>
                    <a:ext uri="{FF2B5EF4-FFF2-40B4-BE49-F238E27FC236}">
                      <a16:creationId xmlns:a16="http://schemas.microsoft.com/office/drawing/2014/main" id="{03E1B657-CF66-4ABE-8415-9EBCDCE520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8" y="2657"/>
                  <a:ext cx="33" cy="8"/>
                </a:xfrm>
                <a:custGeom>
                  <a:avLst/>
                  <a:gdLst>
                    <a:gd name="T0" fmla="*/ 0 w 16"/>
                    <a:gd name="T1" fmla="*/ 32 h 4"/>
                    <a:gd name="T2" fmla="*/ 140 w 16"/>
                    <a:gd name="T3" fmla="*/ 0 h 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6" h="4">
                      <a:moveTo>
                        <a:pt x="0" y="4"/>
                      </a:moveTo>
                      <a:cubicBezTo>
                        <a:pt x="7" y="2"/>
                        <a:pt x="12" y="0"/>
                        <a:pt x="16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81" name="Freeform 494">
                  <a:extLst>
                    <a:ext uri="{FF2B5EF4-FFF2-40B4-BE49-F238E27FC236}">
                      <a16:creationId xmlns:a16="http://schemas.microsoft.com/office/drawing/2014/main" id="{9A91C419-DFC0-4C95-AD71-C5EDD5EF08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93" y="2509"/>
                  <a:ext cx="10" cy="30"/>
                </a:xfrm>
                <a:custGeom>
                  <a:avLst/>
                  <a:gdLst>
                    <a:gd name="T0" fmla="*/ 0 w 5"/>
                    <a:gd name="T1" fmla="*/ 0 h 14"/>
                    <a:gd name="T2" fmla="*/ 40 w 5"/>
                    <a:gd name="T3" fmla="*/ 137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cubicBezTo>
                        <a:pt x="3" y="6"/>
                        <a:pt x="5" y="14"/>
                        <a:pt x="5" y="14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82" name="Freeform 495">
                  <a:extLst>
                    <a:ext uri="{FF2B5EF4-FFF2-40B4-BE49-F238E27FC236}">
                      <a16:creationId xmlns:a16="http://schemas.microsoft.com/office/drawing/2014/main" id="{2F3206A7-09EA-46D9-95AC-37C68EDBE4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34" y="2005"/>
                  <a:ext cx="255" cy="92"/>
                </a:xfrm>
                <a:custGeom>
                  <a:avLst/>
                  <a:gdLst>
                    <a:gd name="T0" fmla="*/ 980 w 127"/>
                    <a:gd name="T1" fmla="*/ 421 h 43"/>
                    <a:gd name="T2" fmla="*/ 1028 w 127"/>
                    <a:gd name="T3" fmla="*/ 293 h 43"/>
                    <a:gd name="T4" fmla="*/ 761 w 127"/>
                    <a:gd name="T5" fmla="*/ 68 h 43"/>
                    <a:gd name="T6" fmla="*/ 339 w 127"/>
                    <a:gd name="T7" fmla="*/ 9 h 43"/>
                    <a:gd name="T8" fmla="*/ 40 w 127"/>
                    <a:gd name="T9" fmla="*/ 68 h 43"/>
                    <a:gd name="T10" fmla="*/ 0 w 127"/>
                    <a:gd name="T11" fmla="*/ 120 h 43"/>
                    <a:gd name="T12" fmla="*/ 56 w 127"/>
                    <a:gd name="T13" fmla="*/ 178 h 43"/>
                    <a:gd name="T14" fmla="*/ 193 w 127"/>
                    <a:gd name="T15" fmla="*/ 145 h 43"/>
                    <a:gd name="T16" fmla="*/ 307 w 127"/>
                    <a:gd name="T17" fmla="*/ 128 h 43"/>
                    <a:gd name="T18" fmla="*/ 729 w 127"/>
                    <a:gd name="T19" fmla="*/ 188 h 43"/>
                    <a:gd name="T20" fmla="*/ 980 w 127"/>
                    <a:gd name="T21" fmla="*/ 421 h 4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27" h="43">
                      <a:moveTo>
                        <a:pt x="121" y="43"/>
                      </a:moveTo>
                      <a:cubicBezTo>
                        <a:pt x="123" y="39"/>
                        <a:pt x="125" y="34"/>
                        <a:pt x="127" y="30"/>
                      </a:cubicBezTo>
                      <a:cubicBezTo>
                        <a:pt x="118" y="18"/>
                        <a:pt x="102" y="10"/>
                        <a:pt x="94" y="7"/>
                      </a:cubicBezTo>
                      <a:cubicBezTo>
                        <a:pt x="75" y="0"/>
                        <a:pt x="57" y="1"/>
                        <a:pt x="42" y="1"/>
                      </a:cubicBezTo>
                      <a:cubicBezTo>
                        <a:pt x="38" y="2"/>
                        <a:pt x="16" y="3"/>
                        <a:pt x="5" y="7"/>
                      </a:cubicBezTo>
                      <a:cubicBezTo>
                        <a:pt x="1" y="8"/>
                        <a:pt x="0" y="11"/>
                        <a:pt x="0" y="12"/>
                      </a:cubicBezTo>
                      <a:cubicBezTo>
                        <a:pt x="0" y="15"/>
                        <a:pt x="3" y="18"/>
                        <a:pt x="7" y="18"/>
                      </a:cubicBezTo>
                      <a:cubicBezTo>
                        <a:pt x="12" y="18"/>
                        <a:pt x="18" y="16"/>
                        <a:pt x="24" y="15"/>
                      </a:cubicBezTo>
                      <a:cubicBezTo>
                        <a:pt x="29" y="14"/>
                        <a:pt x="33" y="13"/>
                        <a:pt x="38" y="13"/>
                      </a:cubicBezTo>
                      <a:cubicBezTo>
                        <a:pt x="58" y="12"/>
                        <a:pt x="76" y="14"/>
                        <a:pt x="90" y="19"/>
                      </a:cubicBezTo>
                      <a:cubicBezTo>
                        <a:pt x="100" y="22"/>
                        <a:pt x="117" y="33"/>
                        <a:pt x="121" y="43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83" name="Freeform 496">
                  <a:extLst>
                    <a:ext uri="{FF2B5EF4-FFF2-40B4-BE49-F238E27FC236}">
                      <a16:creationId xmlns:a16="http://schemas.microsoft.com/office/drawing/2014/main" id="{9A5F3CFE-319F-4CB8-92CE-3DA511F573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34" y="2005"/>
                  <a:ext cx="255" cy="92"/>
                </a:xfrm>
                <a:custGeom>
                  <a:avLst/>
                  <a:gdLst>
                    <a:gd name="T0" fmla="*/ 980 w 127"/>
                    <a:gd name="T1" fmla="*/ 421 h 43"/>
                    <a:gd name="T2" fmla="*/ 1028 w 127"/>
                    <a:gd name="T3" fmla="*/ 293 h 43"/>
                    <a:gd name="T4" fmla="*/ 761 w 127"/>
                    <a:gd name="T5" fmla="*/ 68 h 43"/>
                    <a:gd name="T6" fmla="*/ 339 w 127"/>
                    <a:gd name="T7" fmla="*/ 9 h 43"/>
                    <a:gd name="T8" fmla="*/ 40 w 127"/>
                    <a:gd name="T9" fmla="*/ 68 h 43"/>
                    <a:gd name="T10" fmla="*/ 0 w 127"/>
                    <a:gd name="T11" fmla="*/ 120 h 43"/>
                    <a:gd name="T12" fmla="*/ 56 w 127"/>
                    <a:gd name="T13" fmla="*/ 178 h 43"/>
                    <a:gd name="T14" fmla="*/ 193 w 127"/>
                    <a:gd name="T15" fmla="*/ 145 h 43"/>
                    <a:gd name="T16" fmla="*/ 307 w 127"/>
                    <a:gd name="T17" fmla="*/ 128 h 43"/>
                    <a:gd name="T18" fmla="*/ 729 w 127"/>
                    <a:gd name="T19" fmla="*/ 188 h 43"/>
                    <a:gd name="T20" fmla="*/ 980 w 127"/>
                    <a:gd name="T21" fmla="*/ 421 h 4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27" h="43">
                      <a:moveTo>
                        <a:pt x="121" y="43"/>
                      </a:moveTo>
                      <a:cubicBezTo>
                        <a:pt x="123" y="39"/>
                        <a:pt x="125" y="34"/>
                        <a:pt x="127" y="30"/>
                      </a:cubicBezTo>
                      <a:cubicBezTo>
                        <a:pt x="118" y="18"/>
                        <a:pt x="102" y="10"/>
                        <a:pt x="94" y="7"/>
                      </a:cubicBezTo>
                      <a:cubicBezTo>
                        <a:pt x="75" y="0"/>
                        <a:pt x="57" y="1"/>
                        <a:pt x="42" y="1"/>
                      </a:cubicBezTo>
                      <a:cubicBezTo>
                        <a:pt x="38" y="2"/>
                        <a:pt x="16" y="3"/>
                        <a:pt x="5" y="7"/>
                      </a:cubicBezTo>
                      <a:cubicBezTo>
                        <a:pt x="1" y="8"/>
                        <a:pt x="0" y="11"/>
                        <a:pt x="0" y="12"/>
                      </a:cubicBezTo>
                      <a:cubicBezTo>
                        <a:pt x="0" y="15"/>
                        <a:pt x="3" y="18"/>
                        <a:pt x="7" y="18"/>
                      </a:cubicBezTo>
                      <a:cubicBezTo>
                        <a:pt x="12" y="18"/>
                        <a:pt x="18" y="16"/>
                        <a:pt x="24" y="15"/>
                      </a:cubicBezTo>
                      <a:cubicBezTo>
                        <a:pt x="29" y="14"/>
                        <a:pt x="33" y="13"/>
                        <a:pt x="38" y="13"/>
                      </a:cubicBezTo>
                      <a:cubicBezTo>
                        <a:pt x="58" y="12"/>
                        <a:pt x="76" y="14"/>
                        <a:pt x="90" y="19"/>
                      </a:cubicBezTo>
                      <a:cubicBezTo>
                        <a:pt x="100" y="22"/>
                        <a:pt x="117" y="33"/>
                        <a:pt x="121" y="43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84" name="Freeform 497">
                  <a:extLst>
                    <a:ext uri="{FF2B5EF4-FFF2-40B4-BE49-F238E27FC236}">
                      <a16:creationId xmlns:a16="http://schemas.microsoft.com/office/drawing/2014/main" id="{65E906AC-8066-4ACF-9573-5F592970B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1726"/>
                  <a:ext cx="2231" cy="2008"/>
                </a:xfrm>
                <a:custGeom>
                  <a:avLst/>
                  <a:gdLst>
                    <a:gd name="T0" fmla="*/ 7427 w 1109"/>
                    <a:gd name="T1" fmla="*/ 3889 h 936"/>
                    <a:gd name="T2" fmla="*/ 8053 w 1109"/>
                    <a:gd name="T3" fmla="*/ 3681 h 936"/>
                    <a:gd name="T4" fmla="*/ 8449 w 1109"/>
                    <a:gd name="T5" fmla="*/ 3347 h 936"/>
                    <a:gd name="T6" fmla="*/ 7952 w 1109"/>
                    <a:gd name="T7" fmla="*/ 2894 h 936"/>
                    <a:gd name="T8" fmla="*/ 8892 w 1109"/>
                    <a:gd name="T9" fmla="*/ 2991 h 936"/>
                    <a:gd name="T10" fmla="*/ 8548 w 1109"/>
                    <a:gd name="T11" fmla="*/ 2302 h 936"/>
                    <a:gd name="T12" fmla="*/ 7960 w 1109"/>
                    <a:gd name="T13" fmla="*/ 2310 h 936"/>
                    <a:gd name="T14" fmla="*/ 7832 w 1109"/>
                    <a:gd name="T15" fmla="*/ 1965 h 936"/>
                    <a:gd name="T16" fmla="*/ 7645 w 1109"/>
                    <a:gd name="T17" fmla="*/ 1828 h 936"/>
                    <a:gd name="T18" fmla="*/ 7588 w 1109"/>
                    <a:gd name="T19" fmla="*/ 1105 h 936"/>
                    <a:gd name="T20" fmla="*/ 6864 w 1109"/>
                    <a:gd name="T21" fmla="*/ 1688 h 936"/>
                    <a:gd name="T22" fmla="*/ 7268 w 1109"/>
                    <a:gd name="T23" fmla="*/ 189 h 936"/>
                    <a:gd name="T24" fmla="*/ 6349 w 1109"/>
                    <a:gd name="T25" fmla="*/ 337 h 936"/>
                    <a:gd name="T26" fmla="*/ 6148 w 1109"/>
                    <a:gd name="T27" fmla="*/ 345 h 936"/>
                    <a:gd name="T28" fmla="*/ 4772 w 1109"/>
                    <a:gd name="T29" fmla="*/ 1322 h 936"/>
                    <a:gd name="T30" fmla="*/ 2533 w 1109"/>
                    <a:gd name="T31" fmla="*/ 2002 h 936"/>
                    <a:gd name="T32" fmla="*/ 3060 w 1109"/>
                    <a:gd name="T33" fmla="*/ 148 h 936"/>
                    <a:gd name="T34" fmla="*/ 2857 w 1109"/>
                    <a:gd name="T35" fmla="*/ 60 h 936"/>
                    <a:gd name="T36" fmla="*/ 2525 w 1109"/>
                    <a:gd name="T37" fmla="*/ 1294 h 936"/>
                    <a:gd name="T38" fmla="*/ 2068 w 1109"/>
                    <a:gd name="T39" fmla="*/ 483 h 936"/>
                    <a:gd name="T40" fmla="*/ 2044 w 1109"/>
                    <a:gd name="T41" fmla="*/ 792 h 936"/>
                    <a:gd name="T42" fmla="*/ 976 w 1109"/>
                    <a:gd name="T43" fmla="*/ 1965 h 936"/>
                    <a:gd name="T44" fmla="*/ 732 w 1109"/>
                    <a:gd name="T45" fmla="*/ 2516 h 936"/>
                    <a:gd name="T46" fmla="*/ 724 w 1109"/>
                    <a:gd name="T47" fmla="*/ 2647 h 936"/>
                    <a:gd name="T48" fmla="*/ 1271 w 1109"/>
                    <a:gd name="T49" fmla="*/ 3308 h 936"/>
                    <a:gd name="T50" fmla="*/ 2360 w 1109"/>
                    <a:gd name="T51" fmla="*/ 4915 h 936"/>
                    <a:gd name="T52" fmla="*/ 400 w 1109"/>
                    <a:gd name="T53" fmla="*/ 4509 h 936"/>
                    <a:gd name="T54" fmla="*/ 8 w 1109"/>
                    <a:gd name="T55" fmla="*/ 5320 h 936"/>
                    <a:gd name="T56" fmla="*/ 612 w 1109"/>
                    <a:gd name="T57" fmla="*/ 5136 h 936"/>
                    <a:gd name="T58" fmla="*/ 1676 w 1109"/>
                    <a:gd name="T59" fmla="*/ 6208 h 936"/>
                    <a:gd name="T60" fmla="*/ 764 w 1109"/>
                    <a:gd name="T61" fmla="*/ 6084 h 936"/>
                    <a:gd name="T62" fmla="*/ 497 w 1109"/>
                    <a:gd name="T63" fmla="*/ 6498 h 936"/>
                    <a:gd name="T64" fmla="*/ 829 w 1109"/>
                    <a:gd name="T65" fmla="*/ 7502 h 936"/>
                    <a:gd name="T66" fmla="*/ 1595 w 1109"/>
                    <a:gd name="T67" fmla="*/ 7663 h 936"/>
                    <a:gd name="T68" fmla="*/ 861 w 1109"/>
                    <a:gd name="T69" fmla="*/ 7888 h 936"/>
                    <a:gd name="T70" fmla="*/ 416 w 1109"/>
                    <a:gd name="T71" fmla="*/ 8068 h 936"/>
                    <a:gd name="T72" fmla="*/ 1619 w 1109"/>
                    <a:gd name="T73" fmla="*/ 7888 h 936"/>
                    <a:gd name="T74" fmla="*/ 903 w 1109"/>
                    <a:gd name="T75" fmla="*/ 8957 h 936"/>
                    <a:gd name="T76" fmla="*/ 2460 w 1109"/>
                    <a:gd name="T77" fmla="*/ 6981 h 936"/>
                    <a:gd name="T78" fmla="*/ 1889 w 1109"/>
                    <a:gd name="T79" fmla="*/ 9094 h 936"/>
                    <a:gd name="T80" fmla="*/ 2565 w 1109"/>
                    <a:gd name="T81" fmla="*/ 8579 h 936"/>
                    <a:gd name="T82" fmla="*/ 3339 w 1109"/>
                    <a:gd name="T83" fmla="*/ 8114 h 936"/>
                    <a:gd name="T84" fmla="*/ 2647 w 1109"/>
                    <a:gd name="T85" fmla="*/ 6526 h 936"/>
                    <a:gd name="T86" fmla="*/ 3388 w 1109"/>
                    <a:gd name="T87" fmla="*/ 6378 h 936"/>
                    <a:gd name="T88" fmla="*/ 4528 w 1109"/>
                    <a:gd name="T89" fmla="*/ 2085 h 936"/>
                    <a:gd name="T90" fmla="*/ 6269 w 1109"/>
                    <a:gd name="T91" fmla="*/ 7723 h 936"/>
                    <a:gd name="T92" fmla="*/ 6528 w 1109"/>
                    <a:gd name="T93" fmla="*/ 7948 h 936"/>
                    <a:gd name="T94" fmla="*/ 6936 w 1109"/>
                    <a:gd name="T95" fmla="*/ 8708 h 936"/>
                    <a:gd name="T96" fmla="*/ 7204 w 1109"/>
                    <a:gd name="T97" fmla="*/ 6844 h 936"/>
                    <a:gd name="T98" fmla="*/ 8013 w 1109"/>
                    <a:gd name="T99" fmla="*/ 8362 h 936"/>
                    <a:gd name="T100" fmla="*/ 7880 w 1109"/>
                    <a:gd name="T101" fmla="*/ 7837 h 936"/>
                    <a:gd name="T102" fmla="*/ 8433 w 1109"/>
                    <a:gd name="T103" fmla="*/ 8105 h 936"/>
                    <a:gd name="T104" fmla="*/ 7321 w 1109"/>
                    <a:gd name="T105" fmla="*/ 6417 h 936"/>
                    <a:gd name="T106" fmla="*/ 7524 w 1109"/>
                    <a:gd name="T107" fmla="*/ 5430 h 936"/>
                    <a:gd name="T108" fmla="*/ 8013 w 1109"/>
                    <a:gd name="T109" fmla="*/ 4966 h 936"/>
                    <a:gd name="T110" fmla="*/ 8224 w 1109"/>
                    <a:gd name="T111" fmla="*/ 4855 h 936"/>
                    <a:gd name="T112" fmla="*/ 8160 w 1109"/>
                    <a:gd name="T113" fmla="*/ 4413 h 936"/>
                    <a:gd name="T114" fmla="*/ 8745 w 1109"/>
                    <a:gd name="T115" fmla="*/ 5123 h 936"/>
                    <a:gd name="T116" fmla="*/ 8705 w 1109"/>
                    <a:gd name="T117" fmla="*/ 4385 h 9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0" t="0" r="r" b="b"/>
                  <a:pathLst>
                    <a:path w="1109" h="936">
                      <a:moveTo>
                        <a:pt x="1107" y="453"/>
                      </a:moveTo>
                      <a:cubicBezTo>
                        <a:pt x="1096" y="446"/>
                        <a:pt x="1087" y="440"/>
                        <a:pt x="1079" y="436"/>
                      </a:cubicBezTo>
                      <a:cubicBezTo>
                        <a:pt x="1088" y="435"/>
                        <a:pt x="1098" y="432"/>
                        <a:pt x="1103" y="423"/>
                      </a:cubicBezTo>
                      <a:cubicBezTo>
                        <a:pt x="1103" y="422"/>
                        <a:pt x="1104" y="421"/>
                        <a:pt x="1104" y="421"/>
                      </a:cubicBezTo>
                      <a:cubicBezTo>
                        <a:pt x="1104" y="419"/>
                        <a:pt x="1103" y="418"/>
                        <a:pt x="1102" y="417"/>
                      </a:cubicBezTo>
                      <a:cubicBezTo>
                        <a:pt x="1100" y="416"/>
                        <a:pt x="1097" y="417"/>
                        <a:pt x="1096" y="419"/>
                      </a:cubicBezTo>
                      <a:cubicBezTo>
                        <a:pt x="1094" y="422"/>
                        <a:pt x="1091" y="424"/>
                        <a:pt x="1087" y="426"/>
                      </a:cubicBezTo>
                      <a:cubicBezTo>
                        <a:pt x="1082" y="428"/>
                        <a:pt x="1068" y="429"/>
                        <a:pt x="1047" y="427"/>
                      </a:cubicBezTo>
                      <a:cubicBezTo>
                        <a:pt x="1027" y="424"/>
                        <a:pt x="998" y="420"/>
                        <a:pt x="977" y="416"/>
                      </a:cubicBezTo>
                      <a:cubicBezTo>
                        <a:pt x="964" y="412"/>
                        <a:pt x="954" y="410"/>
                        <a:pt x="933" y="403"/>
                      </a:cubicBezTo>
                      <a:cubicBezTo>
                        <a:pt x="927" y="401"/>
                        <a:pt x="920" y="398"/>
                        <a:pt x="912" y="394"/>
                      </a:cubicBezTo>
                      <a:cubicBezTo>
                        <a:pt x="906" y="391"/>
                        <a:pt x="892" y="384"/>
                        <a:pt x="880" y="370"/>
                      </a:cubicBezTo>
                      <a:cubicBezTo>
                        <a:pt x="868" y="356"/>
                        <a:pt x="850" y="338"/>
                        <a:pt x="829" y="325"/>
                      </a:cubicBezTo>
                      <a:cubicBezTo>
                        <a:pt x="823" y="322"/>
                        <a:pt x="827" y="320"/>
                        <a:pt x="829" y="319"/>
                      </a:cubicBezTo>
                      <a:cubicBezTo>
                        <a:pt x="839" y="313"/>
                        <a:pt x="849" y="305"/>
                        <a:pt x="858" y="296"/>
                      </a:cubicBezTo>
                      <a:cubicBezTo>
                        <a:pt x="880" y="280"/>
                        <a:pt x="908" y="291"/>
                        <a:pt x="923" y="298"/>
                      </a:cubicBezTo>
                      <a:cubicBezTo>
                        <a:pt x="937" y="305"/>
                        <a:pt x="946" y="316"/>
                        <a:pt x="954" y="323"/>
                      </a:cubicBezTo>
                      <a:cubicBezTo>
                        <a:pt x="961" y="330"/>
                        <a:pt x="969" y="338"/>
                        <a:pt x="973" y="346"/>
                      </a:cubicBezTo>
                      <a:cubicBezTo>
                        <a:pt x="980" y="357"/>
                        <a:pt x="982" y="375"/>
                        <a:pt x="981" y="378"/>
                      </a:cubicBezTo>
                      <a:cubicBezTo>
                        <a:pt x="980" y="380"/>
                        <a:pt x="981" y="383"/>
                        <a:pt x="983" y="384"/>
                      </a:cubicBezTo>
                      <a:cubicBezTo>
                        <a:pt x="985" y="384"/>
                        <a:pt x="987" y="384"/>
                        <a:pt x="988" y="382"/>
                      </a:cubicBezTo>
                      <a:cubicBezTo>
                        <a:pt x="989" y="380"/>
                        <a:pt x="989" y="377"/>
                        <a:pt x="989" y="373"/>
                      </a:cubicBezTo>
                      <a:cubicBezTo>
                        <a:pt x="989" y="364"/>
                        <a:pt x="985" y="353"/>
                        <a:pt x="982" y="343"/>
                      </a:cubicBezTo>
                      <a:cubicBezTo>
                        <a:pt x="991" y="349"/>
                        <a:pt x="1002" y="356"/>
                        <a:pt x="1005" y="366"/>
                      </a:cubicBezTo>
                      <a:cubicBezTo>
                        <a:pt x="1006" y="368"/>
                        <a:pt x="1008" y="369"/>
                        <a:pt x="1010" y="369"/>
                      </a:cubicBezTo>
                      <a:cubicBezTo>
                        <a:pt x="1013" y="368"/>
                        <a:pt x="1014" y="366"/>
                        <a:pt x="1013" y="364"/>
                      </a:cubicBezTo>
                      <a:cubicBezTo>
                        <a:pt x="1008" y="347"/>
                        <a:pt x="991" y="337"/>
                        <a:pt x="979" y="330"/>
                      </a:cubicBezTo>
                      <a:cubicBezTo>
                        <a:pt x="977" y="328"/>
                        <a:pt x="974" y="325"/>
                        <a:pt x="972" y="323"/>
                      </a:cubicBezTo>
                      <a:cubicBezTo>
                        <a:pt x="978" y="325"/>
                        <a:pt x="993" y="327"/>
                        <a:pt x="1003" y="328"/>
                      </a:cubicBezTo>
                      <a:cubicBezTo>
                        <a:pt x="1008" y="329"/>
                        <a:pt x="1021" y="332"/>
                        <a:pt x="1025" y="334"/>
                      </a:cubicBezTo>
                      <a:cubicBezTo>
                        <a:pt x="1027" y="336"/>
                        <a:pt x="1029" y="338"/>
                        <a:pt x="1031" y="341"/>
                      </a:cubicBezTo>
                      <a:cubicBezTo>
                        <a:pt x="1032" y="343"/>
                        <a:pt x="1035" y="343"/>
                        <a:pt x="1036" y="342"/>
                      </a:cubicBezTo>
                      <a:cubicBezTo>
                        <a:pt x="1038" y="342"/>
                        <a:pt x="1038" y="340"/>
                        <a:pt x="1038" y="339"/>
                      </a:cubicBezTo>
                      <a:cubicBezTo>
                        <a:pt x="1038" y="338"/>
                        <a:pt x="1038" y="337"/>
                        <a:pt x="1038" y="337"/>
                      </a:cubicBezTo>
                      <a:cubicBezTo>
                        <a:pt x="1033" y="330"/>
                        <a:pt x="1027" y="326"/>
                        <a:pt x="1021" y="323"/>
                      </a:cubicBezTo>
                      <a:cubicBezTo>
                        <a:pt x="1027" y="321"/>
                        <a:pt x="1033" y="319"/>
                        <a:pt x="1038" y="315"/>
                      </a:cubicBezTo>
                      <a:cubicBezTo>
                        <a:pt x="1039" y="314"/>
                        <a:pt x="1039" y="313"/>
                        <a:pt x="1039" y="312"/>
                      </a:cubicBezTo>
                      <a:cubicBezTo>
                        <a:pt x="1039" y="311"/>
                        <a:pt x="1039" y="310"/>
                        <a:pt x="1038" y="309"/>
                      </a:cubicBezTo>
                      <a:cubicBezTo>
                        <a:pt x="1037" y="308"/>
                        <a:pt x="1035" y="307"/>
                        <a:pt x="1033" y="309"/>
                      </a:cubicBezTo>
                      <a:cubicBezTo>
                        <a:pt x="1027" y="313"/>
                        <a:pt x="1020" y="317"/>
                        <a:pt x="1013" y="317"/>
                      </a:cubicBezTo>
                      <a:cubicBezTo>
                        <a:pt x="1007" y="318"/>
                        <a:pt x="1001" y="317"/>
                        <a:pt x="1001" y="317"/>
                      </a:cubicBezTo>
                      <a:cubicBezTo>
                        <a:pt x="985" y="314"/>
                        <a:pt x="962" y="310"/>
                        <a:pt x="951" y="302"/>
                      </a:cubicBezTo>
                      <a:cubicBezTo>
                        <a:pt x="950" y="302"/>
                        <a:pt x="945" y="297"/>
                        <a:pt x="943" y="295"/>
                      </a:cubicBezTo>
                      <a:cubicBezTo>
                        <a:pt x="954" y="297"/>
                        <a:pt x="966" y="295"/>
                        <a:pt x="977" y="293"/>
                      </a:cubicBezTo>
                      <a:cubicBezTo>
                        <a:pt x="1008" y="287"/>
                        <a:pt x="1039" y="292"/>
                        <a:pt x="1057" y="297"/>
                      </a:cubicBezTo>
                      <a:cubicBezTo>
                        <a:pt x="1065" y="299"/>
                        <a:pt x="1069" y="306"/>
                        <a:pt x="1071" y="308"/>
                      </a:cubicBezTo>
                      <a:cubicBezTo>
                        <a:pt x="1073" y="311"/>
                        <a:pt x="1075" y="314"/>
                        <a:pt x="1077" y="316"/>
                      </a:cubicBezTo>
                      <a:cubicBezTo>
                        <a:pt x="1082" y="324"/>
                        <a:pt x="1082" y="324"/>
                        <a:pt x="1082" y="324"/>
                      </a:cubicBezTo>
                      <a:cubicBezTo>
                        <a:pt x="1083" y="326"/>
                        <a:pt x="1086" y="326"/>
                        <a:pt x="1088" y="325"/>
                      </a:cubicBezTo>
                      <a:cubicBezTo>
                        <a:pt x="1089" y="324"/>
                        <a:pt x="1089" y="323"/>
                        <a:pt x="1089" y="322"/>
                      </a:cubicBezTo>
                      <a:cubicBezTo>
                        <a:pt x="1089" y="321"/>
                        <a:pt x="1089" y="320"/>
                        <a:pt x="1089" y="320"/>
                      </a:cubicBezTo>
                      <a:cubicBezTo>
                        <a:pt x="1084" y="312"/>
                        <a:pt x="1084" y="312"/>
                        <a:pt x="1084" y="312"/>
                      </a:cubicBezTo>
                      <a:cubicBezTo>
                        <a:pt x="1081" y="309"/>
                        <a:pt x="1079" y="306"/>
                        <a:pt x="1077" y="302"/>
                      </a:cubicBezTo>
                      <a:cubicBezTo>
                        <a:pt x="1080" y="303"/>
                        <a:pt x="1084" y="304"/>
                        <a:pt x="1087" y="306"/>
                      </a:cubicBezTo>
                      <a:cubicBezTo>
                        <a:pt x="1089" y="306"/>
                        <a:pt x="1091" y="305"/>
                        <a:pt x="1092" y="303"/>
                      </a:cubicBezTo>
                      <a:cubicBezTo>
                        <a:pt x="1093" y="301"/>
                        <a:pt x="1092" y="299"/>
                        <a:pt x="1090" y="298"/>
                      </a:cubicBezTo>
                      <a:cubicBezTo>
                        <a:pt x="1083" y="295"/>
                        <a:pt x="1041" y="283"/>
                        <a:pt x="1026" y="282"/>
                      </a:cubicBezTo>
                      <a:cubicBezTo>
                        <a:pt x="1036" y="276"/>
                        <a:pt x="1046" y="269"/>
                        <a:pt x="1052" y="261"/>
                      </a:cubicBezTo>
                      <a:cubicBezTo>
                        <a:pt x="1055" y="257"/>
                        <a:pt x="1058" y="254"/>
                        <a:pt x="1058" y="254"/>
                      </a:cubicBezTo>
                      <a:cubicBezTo>
                        <a:pt x="1064" y="251"/>
                        <a:pt x="1068" y="250"/>
                        <a:pt x="1073" y="252"/>
                      </a:cubicBezTo>
                      <a:cubicBezTo>
                        <a:pt x="1075" y="252"/>
                        <a:pt x="1077" y="251"/>
                        <a:pt x="1078" y="249"/>
                      </a:cubicBezTo>
                      <a:cubicBezTo>
                        <a:pt x="1079" y="247"/>
                        <a:pt x="1078" y="245"/>
                        <a:pt x="1076" y="244"/>
                      </a:cubicBezTo>
                      <a:cubicBezTo>
                        <a:pt x="1068" y="241"/>
                        <a:pt x="1062" y="244"/>
                        <a:pt x="1056" y="247"/>
                      </a:cubicBezTo>
                      <a:cubicBezTo>
                        <a:pt x="1056" y="246"/>
                        <a:pt x="1056" y="245"/>
                        <a:pt x="1056" y="245"/>
                      </a:cubicBezTo>
                      <a:cubicBezTo>
                        <a:pt x="1056" y="242"/>
                        <a:pt x="1056" y="239"/>
                        <a:pt x="1055" y="236"/>
                      </a:cubicBezTo>
                      <a:cubicBezTo>
                        <a:pt x="1055" y="234"/>
                        <a:pt x="1053" y="233"/>
                        <a:pt x="1050" y="233"/>
                      </a:cubicBezTo>
                      <a:cubicBezTo>
                        <a:pt x="1048" y="234"/>
                        <a:pt x="1047" y="236"/>
                        <a:pt x="1047" y="238"/>
                      </a:cubicBezTo>
                      <a:cubicBezTo>
                        <a:pt x="1049" y="242"/>
                        <a:pt x="1049" y="247"/>
                        <a:pt x="1047" y="252"/>
                      </a:cubicBezTo>
                      <a:cubicBezTo>
                        <a:pt x="1047" y="253"/>
                        <a:pt x="1047" y="253"/>
                        <a:pt x="1047" y="253"/>
                      </a:cubicBezTo>
                      <a:cubicBezTo>
                        <a:pt x="1044" y="260"/>
                        <a:pt x="1037" y="266"/>
                        <a:pt x="1029" y="271"/>
                      </a:cubicBezTo>
                      <a:cubicBezTo>
                        <a:pt x="1024" y="274"/>
                        <a:pt x="986" y="278"/>
                        <a:pt x="977" y="280"/>
                      </a:cubicBezTo>
                      <a:cubicBezTo>
                        <a:pt x="968" y="281"/>
                        <a:pt x="957" y="281"/>
                        <a:pt x="948" y="281"/>
                      </a:cubicBezTo>
                      <a:cubicBezTo>
                        <a:pt x="958" y="275"/>
                        <a:pt x="966" y="269"/>
                        <a:pt x="969" y="259"/>
                      </a:cubicBezTo>
                      <a:cubicBezTo>
                        <a:pt x="971" y="253"/>
                        <a:pt x="979" y="246"/>
                        <a:pt x="979" y="246"/>
                      </a:cubicBezTo>
                      <a:cubicBezTo>
                        <a:pt x="984" y="240"/>
                        <a:pt x="984" y="240"/>
                        <a:pt x="984" y="240"/>
                      </a:cubicBezTo>
                      <a:cubicBezTo>
                        <a:pt x="986" y="238"/>
                        <a:pt x="986" y="235"/>
                        <a:pt x="984" y="234"/>
                      </a:cubicBezTo>
                      <a:cubicBezTo>
                        <a:pt x="982" y="232"/>
                        <a:pt x="980" y="233"/>
                        <a:pt x="978" y="234"/>
                      </a:cubicBezTo>
                      <a:cubicBezTo>
                        <a:pt x="973" y="241"/>
                        <a:pt x="973" y="241"/>
                        <a:pt x="973" y="241"/>
                      </a:cubicBezTo>
                      <a:cubicBezTo>
                        <a:pt x="973" y="241"/>
                        <a:pt x="971" y="243"/>
                        <a:pt x="969" y="245"/>
                      </a:cubicBezTo>
                      <a:cubicBezTo>
                        <a:pt x="969" y="244"/>
                        <a:pt x="969" y="242"/>
                        <a:pt x="969" y="241"/>
                      </a:cubicBezTo>
                      <a:cubicBezTo>
                        <a:pt x="969" y="235"/>
                        <a:pt x="968" y="228"/>
                        <a:pt x="965" y="221"/>
                      </a:cubicBezTo>
                      <a:cubicBezTo>
                        <a:pt x="964" y="219"/>
                        <a:pt x="961" y="218"/>
                        <a:pt x="960" y="219"/>
                      </a:cubicBezTo>
                      <a:cubicBezTo>
                        <a:pt x="958" y="220"/>
                        <a:pt x="957" y="223"/>
                        <a:pt x="958" y="225"/>
                      </a:cubicBezTo>
                      <a:cubicBezTo>
                        <a:pt x="961" y="231"/>
                        <a:pt x="961" y="238"/>
                        <a:pt x="961" y="245"/>
                      </a:cubicBezTo>
                      <a:cubicBezTo>
                        <a:pt x="961" y="245"/>
                        <a:pt x="962" y="265"/>
                        <a:pt x="938" y="272"/>
                      </a:cubicBezTo>
                      <a:cubicBezTo>
                        <a:pt x="928" y="276"/>
                        <a:pt x="900" y="262"/>
                        <a:pt x="870" y="267"/>
                      </a:cubicBezTo>
                      <a:cubicBezTo>
                        <a:pt x="881" y="249"/>
                        <a:pt x="905" y="223"/>
                        <a:pt x="924" y="210"/>
                      </a:cubicBezTo>
                      <a:cubicBezTo>
                        <a:pt x="935" y="203"/>
                        <a:pt x="949" y="197"/>
                        <a:pt x="962" y="199"/>
                      </a:cubicBezTo>
                      <a:cubicBezTo>
                        <a:pt x="972" y="200"/>
                        <a:pt x="979" y="201"/>
                        <a:pt x="983" y="203"/>
                      </a:cubicBezTo>
                      <a:cubicBezTo>
                        <a:pt x="985" y="203"/>
                        <a:pt x="987" y="202"/>
                        <a:pt x="988" y="200"/>
                      </a:cubicBezTo>
                      <a:cubicBezTo>
                        <a:pt x="989" y="198"/>
                        <a:pt x="988" y="196"/>
                        <a:pt x="986" y="195"/>
                      </a:cubicBezTo>
                      <a:cubicBezTo>
                        <a:pt x="980" y="193"/>
                        <a:pt x="963" y="188"/>
                        <a:pt x="946" y="190"/>
                      </a:cubicBezTo>
                      <a:cubicBezTo>
                        <a:pt x="951" y="185"/>
                        <a:pt x="956" y="180"/>
                        <a:pt x="961" y="175"/>
                      </a:cubicBezTo>
                      <a:cubicBezTo>
                        <a:pt x="974" y="163"/>
                        <a:pt x="974" y="163"/>
                        <a:pt x="974" y="163"/>
                      </a:cubicBezTo>
                      <a:cubicBezTo>
                        <a:pt x="975" y="162"/>
                        <a:pt x="975" y="161"/>
                        <a:pt x="975" y="160"/>
                      </a:cubicBezTo>
                      <a:cubicBezTo>
                        <a:pt x="975" y="159"/>
                        <a:pt x="975" y="158"/>
                        <a:pt x="974" y="157"/>
                      </a:cubicBezTo>
                      <a:cubicBezTo>
                        <a:pt x="973" y="156"/>
                        <a:pt x="970" y="155"/>
                        <a:pt x="969" y="157"/>
                      </a:cubicBezTo>
                      <a:cubicBezTo>
                        <a:pt x="955" y="170"/>
                        <a:pt x="955" y="170"/>
                        <a:pt x="955" y="170"/>
                      </a:cubicBezTo>
                      <a:cubicBezTo>
                        <a:pt x="950" y="175"/>
                        <a:pt x="945" y="180"/>
                        <a:pt x="939" y="185"/>
                      </a:cubicBezTo>
                      <a:cubicBezTo>
                        <a:pt x="936" y="188"/>
                        <a:pt x="925" y="195"/>
                        <a:pt x="922" y="197"/>
                      </a:cubicBezTo>
                      <a:cubicBezTo>
                        <a:pt x="909" y="204"/>
                        <a:pt x="894" y="216"/>
                        <a:pt x="882" y="230"/>
                      </a:cubicBezTo>
                      <a:cubicBezTo>
                        <a:pt x="884" y="221"/>
                        <a:pt x="887" y="212"/>
                        <a:pt x="889" y="203"/>
                      </a:cubicBezTo>
                      <a:cubicBezTo>
                        <a:pt x="894" y="185"/>
                        <a:pt x="894" y="185"/>
                        <a:pt x="894" y="185"/>
                      </a:cubicBezTo>
                      <a:cubicBezTo>
                        <a:pt x="900" y="163"/>
                        <a:pt x="907" y="143"/>
                        <a:pt x="926" y="126"/>
                      </a:cubicBezTo>
                      <a:cubicBezTo>
                        <a:pt x="928" y="125"/>
                        <a:pt x="935" y="118"/>
                        <a:pt x="948" y="117"/>
                      </a:cubicBezTo>
                      <a:cubicBezTo>
                        <a:pt x="951" y="117"/>
                        <a:pt x="955" y="117"/>
                        <a:pt x="959" y="117"/>
                      </a:cubicBezTo>
                      <a:cubicBezTo>
                        <a:pt x="961" y="117"/>
                        <a:pt x="963" y="115"/>
                        <a:pt x="963" y="113"/>
                      </a:cubicBezTo>
                      <a:cubicBezTo>
                        <a:pt x="963" y="111"/>
                        <a:pt x="961" y="109"/>
                        <a:pt x="959" y="109"/>
                      </a:cubicBezTo>
                      <a:cubicBezTo>
                        <a:pt x="951" y="109"/>
                        <a:pt x="942" y="109"/>
                        <a:pt x="934" y="111"/>
                      </a:cubicBezTo>
                      <a:cubicBezTo>
                        <a:pt x="934" y="111"/>
                        <a:pt x="933" y="112"/>
                        <a:pt x="932" y="112"/>
                      </a:cubicBezTo>
                      <a:cubicBezTo>
                        <a:pt x="933" y="111"/>
                        <a:pt x="934" y="110"/>
                        <a:pt x="935" y="109"/>
                      </a:cubicBezTo>
                      <a:cubicBezTo>
                        <a:pt x="938" y="104"/>
                        <a:pt x="942" y="98"/>
                        <a:pt x="945" y="93"/>
                      </a:cubicBezTo>
                      <a:cubicBezTo>
                        <a:pt x="945" y="92"/>
                        <a:pt x="945" y="91"/>
                        <a:pt x="945" y="91"/>
                      </a:cubicBezTo>
                      <a:cubicBezTo>
                        <a:pt x="945" y="89"/>
                        <a:pt x="944" y="88"/>
                        <a:pt x="943" y="87"/>
                      </a:cubicBezTo>
                      <a:cubicBezTo>
                        <a:pt x="941" y="86"/>
                        <a:pt x="939" y="87"/>
                        <a:pt x="938" y="89"/>
                      </a:cubicBezTo>
                      <a:cubicBezTo>
                        <a:pt x="935" y="94"/>
                        <a:pt x="932" y="99"/>
                        <a:pt x="928" y="104"/>
                      </a:cubicBezTo>
                      <a:cubicBezTo>
                        <a:pt x="925" y="108"/>
                        <a:pt x="908" y="127"/>
                        <a:pt x="904" y="133"/>
                      </a:cubicBezTo>
                      <a:cubicBezTo>
                        <a:pt x="893" y="147"/>
                        <a:pt x="885" y="169"/>
                        <a:pt x="880" y="182"/>
                      </a:cubicBezTo>
                      <a:cubicBezTo>
                        <a:pt x="876" y="194"/>
                        <a:pt x="862" y="232"/>
                        <a:pt x="855" y="251"/>
                      </a:cubicBezTo>
                      <a:cubicBezTo>
                        <a:pt x="855" y="231"/>
                        <a:pt x="852" y="216"/>
                        <a:pt x="847" y="201"/>
                      </a:cubicBezTo>
                      <a:cubicBezTo>
                        <a:pt x="843" y="190"/>
                        <a:pt x="843" y="176"/>
                        <a:pt x="843" y="171"/>
                      </a:cubicBezTo>
                      <a:cubicBezTo>
                        <a:pt x="844" y="142"/>
                        <a:pt x="850" y="119"/>
                        <a:pt x="860" y="96"/>
                      </a:cubicBezTo>
                      <a:cubicBezTo>
                        <a:pt x="864" y="88"/>
                        <a:pt x="869" y="80"/>
                        <a:pt x="874" y="72"/>
                      </a:cubicBezTo>
                      <a:cubicBezTo>
                        <a:pt x="876" y="68"/>
                        <a:pt x="878" y="64"/>
                        <a:pt x="880" y="61"/>
                      </a:cubicBezTo>
                      <a:cubicBezTo>
                        <a:pt x="883" y="57"/>
                        <a:pt x="888" y="48"/>
                        <a:pt x="895" y="44"/>
                      </a:cubicBezTo>
                      <a:cubicBezTo>
                        <a:pt x="901" y="39"/>
                        <a:pt x="915" y="35"/>
                        <a:pt x="923" y="36"/>
                      </a:cubicBezTo>
                      <a:cubicBezTo>
                        <a:pt x="925" y="36"/>
                        <a:pt x="927" y="34"/>
                        <a:pt x="927" y="32"/>
                      </a:cubicBezTo>
                      <a:cubicBezTo>
                        <a:pt x="928" y="30"/>
                        <a:pt x="926" y="28"/>
                        <a:pt x="924" y="28"/>
                      </a:cubicBezTo>
                      <a:cubicBezTo>
                        <a:pt x="915" y="27"/>
                        <a:pt x="902" y="29"/>
                        <a:pt x="892" y="35"/>
                      </a:cubicBezTo>
                      <a:cubicBezTo>
                        <a:pt x="892" y="35"/>
                        <a:pt x="891" y="35"/>
                        <a:pt x="891" y="34"/>
                      </a:cubicBezTo>
                      <a:cubicBezTo>
                        <a:pt x="891" y="33"/>
                        <a:pt x="891" y="32"/>
                        <a:pt x="891" y="31"/>
                      </a:cubicBezTo>
                      <a:cubicBezTo>
                        <a:pt x="892" y="27"/>
                        <a:pt x="893" y="23"/>
                        <a:pt x="893" y="19"/>
                      </a:cubicBezTo>
                      <a:cubicBezTo>
                        <a:pt x="893" y="16"/>
                        <a:pt x="893" y="14"/>
                        <a:pt x="892" y="12"/>
                      </a:cubicBezTo>
                      <a:cubicBezTo>
                        <a:pt x="891" y="9"/>
                        <a:pt x="889" y="8"/>
                        <a:pt x="887" y="9"/>
                      </a:cubicBezTo>
                      <a:cubicBezTo>
                        <a:pt x="885" y="10"/>
                        <a:pt x="884" y="12"/>
                        <a:pt x="885" y="14"/>
                      </a:cubicBezTo>
                      <a:cubicBezTo>
                        <a:pt x="886" y="19"/>
                        <a:pt x="880" y="33"/>
                        <a:pt x="880" y="35"/>
                      </a:cubicBezTo>
                      <a:cubicBezTo>
                        <a:pt x="876" y="46"/>
                        <a:pt x="870" y="55"/>
                        <a:pt x="864" y="65"/>
                      </a:cubicBezTo>
                      <a:cubicBezTo>
                        <a:pt x="858" y="73"/>
                        <a:pt x="853" y="82"/>
                        <a:pt x="849" y="91"/>
                      </a:cubicBezTo>
                      <a:cubicBezTo>
                        <a:pt x="839" y="114"/>
                        <a:pt x="833" y="135"/>
                        <a:pt x="831" y="162"/>
                      </a:cubicBezTo>
                      <a:cubicBezTo>
                        <a:pt x="824" y="146"/>
                        <a:pt x="816" y="132"/>
                        <a:pt x="807" y="117"/>
                      </a:cubicBezTo>
                      <a:cubicBezTo>
                        <a:pt x="798" y="102"/>
                        <a:pt x="798" y="102"/>
                        <a:pt x="798" y="102"/>
                      </a:cubicBezTo>
                      <a:cubicBezTo>
                        <a:pt x="789" y="88"/>
                        <a:pt x="781" y="74"/>
                        <a:pt x="777" y="59"/>
                      </a:cubicBezTo>
                      <a:cubicBezTo>
                        <a:pt x="776" y="55"/>
                        <a:pt x="774" y="43"/>
                        <a:pt x="780" y="34"/>
                      </a:cubicBezTo>
                      <a:cubicBezTo>
                        <a:pt x="785" y="24"/>
                        <a:pt x="792" y="13"/>
                        <a:pt x="800" y="8"/>
                      </a:cubicBezTo>
                      <a:cubicBezTo>
                        <a:pt x="802" y="7"/>
                        <a:pt x="803" y="5"/>
                        <a:pt x="802" y="3"/>
                      </a:cubicBezTo>
                      <a:cubicBezTo>
                        <a:pt x="801" y="1"/>
                        <a:pt x="798" y="0"/>
                        <a:pt x="796" y="1"/>
                      </a:cubicBezTo>
                      <a:cubicBezTo>
                        <a:pt x="784" y="9"/>
                        <a:pt x="769" y="35"/>
                        <a:pt x="768" y="35"/>
                      </a:cubicBezTo>
                      <a:cubicBezTo>
                        <a:pt x="768" y="35"/>
                        <a:pt x="768" y="35"/>
                        <a:pt x="768" y="35"/>
                      </a:cubicBezTo>
                      <a:cubicBezTo>
                        <a:pt x="763" y="30"/>
                        <a:pt x="756" y="26"/>
                        <a:pt x="750" y="23"/>
                      </a:cubicBezTo>
                      <a:cubicBezTo>
                        <a:pt x="749" y="22"/>
                        <a:pt x="749" y="22"/>
                        <a:pt x="749" y="22"/>
                      </a:cubicBezTo>
                      <a:cubicBezTo>
                        <a:pt x="747" y="21"/>
                        <a:pt x="745" y="22"/>
                        <a:pt x="744" y="24"/>
                      </a:cubicBezTo>
                      <a:cubicBezTo>
                        <a:pt x="743" y="26"/>
                        <a:pt x="743" y="28"/>
                        <a:pt x="745" y="29"/>
                      </a:cubicBezTo>
                      <a:cubicBezTo>
                        <a:pt x="746" y="30"/>
                        <a:pt x="746" y="30"/>
                        <a:pt x="746" y="30"/>
                      </a:cubicBezTo>
                      <a:cubicBezTo>
                        <a:pt x="749" y="32"/>
                        <a:pt x="752" y="33"/>
                        <a:pt x="755" y="35"/>
                      </a:cubicBezTo>
                      <a:cubicBezTo>
                        <a:pt x="763" y="41"/>
                        <a:pt x="763" y="50"/>
                        <a:pt x="763" y="54"/>
                      </a:cubicBezTo>
                      <a:cubicBezTo>
                        <a:pt x="766" y="75"/>
                        <a:pt x="776" y="91"/>
                        <a:pt x="784" y="108"/>
                      </a:cubicBezTo>
                      <a:cubicBezTo>
                        <a:pt x="794" y="129"/>
                        <a:pt x="813" y="169"/>
                        <a:pt x="823" y="199"/>
                      </a:cubicBezTo>
                      <a:cubicBezTo>
                        <a:pt x="825" y="206"/>
                        <a:pt x="831" y="225"/>
                        <a:pt x="833" y="237"/>
                      </a:cubicBezTo>
                      <a:cubicBezTo>
                        <a:pt x="835" y="253"/>
                        <a:pt x="832" y="270"/>
                        <a:pt x="824" y="282"/>
                      </a:cubicBezTo>
                      <a:cubicBezTo>
                        <a:pt x="819" y="289"/>
                        <a:pt x="813" y="295"/>
                        <a:pt x="806" y="298"/>
                      </a:cubicBezTo>
                      <a:cubicBezTo>
                        <a:pt x="798" y="300"/>
                        <a:pt x="781" y="304"/>
                        <a:pt x="761" y="303"/>
                      </a:cubicBezTo>
                      <a:cubicBezTo>
                        <a:pt x="745" y="301"/>
                        <a:pt x="723" y="291"/>
                        <a:pt x="704" y="278"/>
                      </a:cubicBezTo>
                      <a:cubicBezTo>
                        <a:pt x="700" y="275"/>
                        <a:pt x="668" y="244"/>
                        <a:pt x="658" y="233"/>
                      </a:cubicBezTo>
                      <a:cubicBezTo>
                        <a:pt x="622" y="192"/>
                        <a:pt x="594" y="158"/>
                        <a:pt x="589" y="131"/>
                      </a:cubicBezTo>
                      <a:cubicBezTo>
                        <a:pt x="588" y="132"/>
                        <a:pt x="587" y="133"/>
                        <a:pt x="586" y="134"/>
                      </a:cubicBezTo>
                      <a:cubicBezTo>
                        <a:pt x="580" y="141"/>
                        <a:pt x="566" y="148"/>
                        <a:pt x="546" y="148"/>
                      </a:cubicBezTo>
                      <a:cubicBezTo>
                        <a:pt x="546" y="148"/>
                        <a:pt x="546" y="148"/>
                        <a:pt x="546" y="148"/>
                      </a:cubicBezTo>
                      <a:cubicBezTo>
                        <a:pt x="526" y="148"/>
                        <a:pt x="512" y="141"/>
                        <a:pt x="506" y="134"/>
                      </a:cubicBezTo>
                      <a:cubicBezTo>
                        <a:pt x="505" y="134"/>
                        <a:pt x="505" y="133"/>
                        <a:pt x="504" y="133"/>
                      </a:cubicBezTo>
                      <a:cubicBezTo>
                        <a:pt x="501" y="142"/>
                        <a:pt x="485" y="180"/>
                        <a:pt x="472" y="198"/>
                      </a:cubicBezTo>
                      <a:cubicBezTo>
                        <a:pt x="466" y="207"/>
                        <a:pt x="459" y="216"/>
                        <a:pt x="453" y="226"/>
                      </a:cubicBezTo>
                      <a:cubicBezTo>
                        <a:pt x="450" y="230"/>
                        <a:pt x="441" y="242"/>
                        <a:pt x="439" y="244"/>
                      </a:cubicBezTo>
                      <a:cubicBezTo>
                        <a:pt x="406" y="280"/>
                        <a:pt x="368" y="283"/>
                        <a:pt x="325" y="274"/>
                      </a:cubicBezTo>
                      <a:cubicBezTo>
                        <a:pt x="322" y="274"/>
                        <a:pt x="315" y="271"/>
                        <a:pt x="312" y="261"/>
                      </a:cubicBezTo>
                      <a:cubicBezTo>
                        <a:pt x="309" y="250"/>
                        <a:pt x="306" y="232"/>
                        <a:pt x="311" y="206"/>
                      </a:cubicBezTo>
                      <a:cubicBezTo>
                        <a:pt x="311" y="203"/>
                        <a:pt x="311" y="203"/>
                        <a:pt x="311" y="203"/>
                      </a:cubicBezTo>
                      <a:cubicBezTo>
                        <a:pt x="313" y="189"/>
                        <a:pt x="317" y="170"/>
                        <a:pt x="321" y="149"/>
                      </a:cubicBezTo>
                      <a:cubicBezTo>
                        <a:pt x="321" y="146"/>
                        <a:pt x="325" y="129"/>
                        <a:pt x="333" y="118"/>
                      </a:cubicBezTo>
                      <a:cubicBezTo>
                        <a:pt x="341" y="107"/>
                        <a:pt x="350" y="94"/>
                        <a:pt x="354" y="75"/>
                      </a:cubicBezTo>
                      <a:cubicBezTo>
                        <a:pt x="355" y="69"/>
                        <a:pt x="359" y="59"/>
                        <a:pt x="362" y="54"/>
                      </a:cubicBezTo>
                      <a:cubicBezTo>
                        <a:pt x="368" y="45"/>
                        <a:pt x="375" y="40"/>
                        <a:pt x="382" y="34"/>
                      </a:cubicBezTo>
                      <a:cubicBezTo>
                        <a:pt x="391" y="28"/>
                        <a:pt x="391" y="28"/>
                        <a:pt x="391" y="28"/>
                      </a:cubicBezTo>
                      <a:cubicBezTo>
                        <a:pt x="393" y="26"/>
                        <a:pt x="393" y="24"/>
                        <a:pt x="392" y="22"/>
                      </a:cubicBezTo>
                      <a:cubicBezTo>
                        <a:pt x="391" y="20"/>
                        <a:pt x="388" y="20"/>
                        <a:pt x="386" y="21"/>
                      </a:cubicBezTo>
                      <a:cubicBezTo>
                        <a:pt x="378" y="28"/>
                        <a:pt x="378" y="28"/>
                        <a:pt x="378" y="28"/>
                      </a:cubicBezTo>
                      <a:cubicBezTo>
                        <a:pt x="378" y="28"/>
                        <a:pt x="377" y="28"/>
                        <a:pt x="377" y="28"/>
                      </a:cubicBezTo>
                      <a:cubicBezTo>
                        <a:pt x="378" y="23"/>
                        <a:pt x="377" y="19"/>
                        <a:pt x="376" y="15"/>
                      </a:cubicBezTo>
                      <a:cubicBezTo>
                        <a:pt x="376" y="13"/>
                        <a:pt x="376" y="13"/>
                        <a:pt x="376" y="13"/>
                      </a:cubicBezTo>
                      <a:cubicBezTo>
                        <a:pt x="376" y="11"/>
                        <a:pt x="374" y="9"/>
                        <a:pt x="371" y="10"/>
                      </a:cubicBezTo>
                      <a:cubicBezTo>
                        <a:pt x="369" y="10"/>
                        <a:pt x="368" y="12"/>
                        <a:pt x="368" y="14"/>
                      </a:cubicBezTo>
                      <a:cubicBezTo>
                        <a:pt x="368" y="17"/>
                        <a:pt x="368" y="17"/>
                        <a:pt x="368" y="17"/>
                      </a:cubicBezTo>
                      <a:cubicBezTo>
                        <a:pt x="369" y="23"/>
                        <a:pt x="371" y="32"/>
                        <a:pt x="365" y="38"/>
                      </a:cubicBezTo>
                      <a:cubicBezTo>
                        <a:pt x="365" y="38"/>
                        <a:pt x="365" y="38"/>
                        <a:pt x="365" y="38"/>
                      </a:cubicBezTo>
                      <a:cubicBezTo>
                        <a:pt x="360" y="43"/>
                        <a:pt x="356" y="48"/>
                        <a:pt x="352" y="55"/>
                      </a:cubicBezTo>
                      <a:cubicBezTo>
                        <a:pt x="352" y="45"/>
                        <a:pt x="349" y="39"/>
                        <a:pt x="345" y="33"/>
                      </a:cubicBezTo>
                      <a:cubicBezTo>
                        <a:pt x="344" y="33"/>
                        <a:pt x="342" y="30"/>
                        <a:pt x="344" y="27"/>
                      </a:cubicBezTo>
                      <a:cubicBezTo>
                        <a:pt x="345" y="23"/>
                        <a:pt x="347" y="17"/>
                        <a:pt x="351" y="12"/>
                      </a:cubicBezTo>
                      <a:cubicBezTo>
                        <a:pt x="353" y="10"/>
                        <a:pt x="353" y="7"/>
                        <a:pt x="351" y="6"/>
                      </a:cubicBezTo>
                      <a:cubicBezTo>
                        <a:pt x="349" y="5"/>
                        <a:pt x="347" y="5"/>
                        <a:pt x="345" y="7"/>
                      </a:cubicBezTo>
                      <a:cubicBezTo>
                        <a:pt x="341" y="12"/>
                        <a:pt x="338" y="18"/>
                        <a:pt x="337" y="23"/>
                      </a:cubicBezTo>
                      <a:cubicBezTo>
                        <a:pt x="336" y="23"/>
                        <a:pt x="336" y="23"/>
                        <a:pt x="335" y="22"/>
                      </a:cubicBezTo>
                      <a:cubicBezTo>
                        <a:pt x="330" y="16"/>
                        <a:pt x="330" y="16"/>
                        <a:pt x="330" y="16"/>
                      </a:cubicBezTo>
                      <a:cubicBezTo>
                        <a:pt x="328" y="14"/>
                        <a:pt x="326" y="14"/>
                        <a:pt x="324" y="16"/>
                      </a:cubicBezTo>
                      <a:cubicBezTo>
                        <a:pt x="322" y="17"/>
                        <a:pt x="322" y="20"/>
                        <a:pt x="324" y="21"/>
                      </a:cubicBezTo>
                      <a:cubicBezTo>
                        <a:pt x="329" y="28"/>
                        <a:pt x="329" y="28"/>
                        <a:pt x="329" y="28"/>
                      </a:cubicBezTo>
                      <a:cubicBezTo>
                        <a:pt x="340" y="39"/>
                        <a:pt x="347" y="46"/>
                        <a:pt x="343" y="67"/>
                      </a:cubicBezTo>
                      <a:cubicBezTo>
                        <a:pt x="343" y="68"/>
                        <a:pt x="343" y="71"/>
                        <a:pt x="342" y="72"/>
                      </a:cubicBezTo>
                      <a:cubicBezTo>
                        <a:pt x="339" y="89"/>
                        <a:pt x="331" y="100"/>
                        <a:pt x="323" y="111"/>
                      </a:cubicBezTo>
                      <a:cubicBezTo>
                        <a:pt x="318" y="117"/>
                        <a:pt x="314" y="124"/>
                        <a:pt x="310" y="131"/>
                      </a:cubicBezTo>
                      <a:cubicBezTo>
                        <a:pt x="305" y="114"/>
                        <a:pt x="295" y="98"/>
                        <a:pt x="281" y="86"/>
                      </a:cubicBezTo>
                      <a:cubicBezTo>
                        <a:pt x="271" y="78"/>
                        <a:pt x="266" y="71"/>
                        <a:pt x="265" y="68"/>
                      </a:cubicBezTo>
                      <a:cubicBezTo>
                        <a:pt x="260" y="53"/>
                        <a:pt x="261" y="37"/>
                        <a:pt x="266" y="18"/>
                      </a:cubicBezTo>
                      <a:cubicBezTo>
                        <a:pt x="267" y="16"/>
                        <a:pt x="266" y="13"/>
                        <a:pt x="264" y="13"/>
                      </a:cubicBezTo>
                      <a:cubicBezTo>
                        <a:pt x="262" y="12"/>
                        <a:pt x="259" y="13"/>
                        <a:pt x="259" y="15"/>
                      </a:cubicBezTo>
                      <a:cubicBezTo>
                        <a:pt x="258" y="18"/>
                        <a:pt x="257" y="21"/>
                        <a:pt x="257" y="23"/>
                      </a:cubicBezTo>
                      <a:cubicBezTo>
                        <a:pt x="254" y="20"/>
                        <a:pt x="250" y="16"/>
                        <a:pt x="246" y="13"/>
                      </a:cubicBezTo>
                      <a:cubicBezTo>
                        <a:pt x="244" y="11"/>
                        <a:pt x="242" y="12"/>
                        <a:pt x="240" y="13"/>
                      </a:cubicBezTo>
                      <a:cubicBezTo>
                        <a:pt x="239" y="15"/>
                        <a:pt x="239" y="18"/>
                        <a:pt x="241" y="19"/>
                      </a:cubicBezTo>
                      <a:cubicBezTo>
                        <a:pt x="249" y="26"/>
                        <a:pt x="253" y="30"/>
                        <a:pt x="253" y="35"/>
                      </a:cubicBezTo>
                      <a:cubicBezTo>
                        <a:pt x="253" y="36"/>
                        <a:pt x="254" y="45"/>
                        <a:pt x="254" y="49"/>
                      </a:cubicBezTo>
                      <a:cubicBezTo>
                        <a:pt x="254" y="58"/>
                        <a:pt x="256" y="67"/>
                        <a:pt x="259" y="75"/>
                      </a:cubicBezTo>
                      <a:cubicBezTo>
                        <a:pt x="250" y="70"/>
                        <a:pt x="239" y="66"/>
                        <a:pt x="228" y="64"/>
                      </a:cubicBezTo>
                      <a:cubicBezTo>
                        <a:pt x="227" y="63"/>
                        <a:pt x="224" y="62"/>
                        <a:pt x="224" y="60"/>
                      </a:cubicBezTo>
                      <a:cubicBezTo>
                        <a:pt x="223" y="57"/>
                        <a:pt x="221" y="53"/>
                        <a:pt x="222" y="48"/>
                      </a:cubicBezTo>
                      <a:cubicBezTo>
                        <a:pt x="223" y="46"/>
                        <a:pt x="221" y="43"/>
                        <a:pt x="219" y="43"/>
                      </a:cubicBezTo>
                      <a:cubicBezTo>
                        <a:pt x="217" y="43"/>
                        <a:pt x="215" y="44"/>
                        <a:pt x="214" y="46"/>
                      </a:cubicBezTo>
                      <a:cubicBezTo>
                        <a:pt x="213" y="52"/>
                        <a:pt x="214" y="58"/>
                        <a:pt x="216" y="62"/>
                      </a:cubicBezTo>
                      <a:cubicBezTo>
                        <a:pt x="212" y="61"/>
                        <a:pt x="208" y="61"/>
                        <a:pt x="204" y="60"/>
                      </a:cubicBezTo>
                      <a:cubicBezTo>
                        <a:pt x="201" y="60"/>
                        <a:pt x="200" y="62"/>
                        <a:pt x="199" y="64"/>
                      </a:cubicBezTo>
                      <a:cubicBezTo>
                        <a:pt x="199" y="66"/>
                        <a:pt x="201" y="68"/>
                        <a:pt x="203" y="68"/>
                      </a:cubicBezTo>
                      <a:cubicBezTo>
                        <a:pt x="220" y="69"/>
                        <a:pt x="237" y="73"/>
                        <a:pt x="251" y="80"/>
                      </a:cubicBezTo>
                      <a:cubicBezTo>
                        <a:pt x="265" y="86"/>
                        <a:pt x="278" y="99"/>
                        <a:pt x="283" y="105"/>
                      </a:cubicBezTo>
                      <a:cubicBezTo>
                        <a:pt x="288" y="111"/>
                        <a:pt x="293" y="119"/>
                        <a:pt x="297" y="129"/>
                      </a:cubicBezTo>
                      <a:cubicBezTo>
                        <a:pt x="299" y="134"/>
                        <a:pt x="300" y="147"/>
                        <a:pt x="298" y="159"/>
                      </a:cubicBezTo>
                      <a:cubicBezTo>
                        <a:pt x="295" y="175"/>
                        <a:pt x="293" y="189"/>
                        <a:pt x="291" y="200"/>
                      </a:cubicBezTo>
                      <a:cubicBezTo>
                        <a:pt x="291" y="203"/>
                        <a:pt x="291" y="203"/>
                        <a:pt x="291" y="203"/>
                      </a:cubicBezTo>
                      <a:cubicBezTo>
                        <a:pt x="287" y="226"/>
                        <a:pt x="288" y="245"/>
                        <a:pt x="291" y="259"/>
                      </a:cubicBezTo>
                      <a:cubicBezTo>
                        <a:pt x="291" y="262"/>
                        <a:pt x="293" y="267"/>
                        <a:pt x="287" y="265"/>
                      </a:cubicBezTo>
                      <a:cubicBezTo>
                        <a:pt x="272" y="261"/>
                        <a:pt x="226" y="250"/>
                        <a:pt x="196" y="244"/>
                      </a:cubicBezTo>
                      <a:cubicBezTo>
                        <a:pt x="176" y="241"/>
                        <a:pt x="153" y="237"/>
                        <a:pt x="147" y="234"/>
                      </a:cubicBezTo>
                      <a:cubicBezTo>
                        <a:pt x="140" y="231"/>
                        <a:pt x="124" y="221"/>
                        <a:pt x="121" y="212"/>
                      </a:cubicBezTo>
                      <a:cubicBezTo>
                        <a:pt x="120" y="207"/>
                        <a:pt x="119" y="202"/>
                        <a:pt x="120" y="199"/>
                      </a:cubicBezTo>
                      <a:cubicBezTo>
                        <a:pt x="121" y="197"/>
                        <a:pt x="120" y="195"/>
                        <a:pt x="118" y="194"/>
                      </a:cubicBezTo>
                      <a:cubicBezTo>
                        <a:pt x="115" y="193"/>
                        <a:pt x="113" y="195"/>
                        <a:pt x="113" y="197"/>
                      </a:cubicBezTo>
                      <a:cubicBezTo>
                        <a:pt x="112" y="198"/>
                        <a:pt x="112" y="200"/>
                        <a:pt x="112" y="202"/>
                      </a:cubicBezTo>
                      <a:cubicBezTo>
                        <a:pt x="112" y="208"/>
                        <a:pt x="113" y="213"/>
                        <a:pt x="115" y="219"/>
                      </a:cubicBezTo>
                      <a:cubicBezTo>
                        <a:pt x="110" y="216"/>
                        <a:pt x="104" y="215"/>
                        <a:pt x="99" y="214"/>
                      </a:cubicBezTo>
                      <a:cubicBezTo>
                        <a:pt x="97" y="214"/>
                        <a:pt x="95" y="215"/>
                        <a:pt x="94" y="217"/>
                      </a:cubicBezTo>
                      <a:cubicBezTo>
                        <a:pt x="94" y="220"/>
                        <a:pt x="96" y="222"/>
                        <a:pt x="98" y="222"/>
                      </a:cubicBezTo>
                      <a:cubicBezTo>
                        <a:pt x="102" y="222"/>
                        <a:pt x="107" y="224"/>
                        <a:pt x="111" y="226"/>
                      </a:cubicBezTo>
                      <a:cubicBezTo>
                        <a:pt x="114" y="227"/>
                        <a:pt x="120" y="232"/>
                        <a:pt x="121" y="233"/>
                      </a:cubicBezTo>
                      <a:cubicBezTo>
                        <a:pt x="128" y="238"/>
                        <a:pt x="135" y="242"/>
                        <a:pt x="143" y="246"/>
                      </a:cubicBezTo>
                      <a:cubicBezTo>
                        <a:pt x="125" y="247"/>
                        <a:pt x="106" y="250"/>
                        <a:pt x="90" y="255"/>
                      </a:cubicBezTo>
                      <a:cubicBezTo>
                        <a:pt x="86" y="256"/>
                        <a:pt x="74" y="259"/>
                        <a:pt x="72" y="260"/>
                      </a:cubicBezTo>
                      <a:cubicBezTo>
                        <a:pt x="67" y="260"/>
                        <a:pt x="62" y="260"/>
                        <a:pt x="57" y="260"/>
                      </a:cubicBezTo>
                      <a:cubicBezTo>
                        <a:pt x="55" y="260"/>
                        <a:pt x="53" y="261"/>
                        <a:pt x="53" y="263"/>
                      </a:cubicBezTo>
                      <a:cubicBezTo>
                        <a:pt x="52" y="266"/>
                        <a:pt x="54" y="268"/>
                        <a:pt x="56" y="268"/>
                      </a:cubicBezTo>
                      <a:cubicBezTo>
                        <a:pt x="61" y="268"/>
                        <a:pt x="65" y="268"/>
                        <a:pt x="70" y="268"/>
                      </a:cubicBezTo>
                      <a:cubicBezTo>
                        <a:pt x="62" y="273"/>
                        <a:pt x="55" y="280"/>
                        <a:pt x="50" y="287"/>
                      </a:cubicBezTo>
                      <a:cubicBezTo>
                        <a:pt x="50" y="287"/>
                        <a:pt x="50" y="288"/>
                        <a:pt x="50" y="289"/>
                      </a:cubicBezTo>
                      <a:cubicBezTo>
                        <a:pt x="50" y="290"/>
                        <a:pt x="50" y="291"/>
                        <a:pt x="51" y="292"/>
                      </a:cubicBezTo>
                      <a:cubicBezTo>
                        <a:pt x="53" y="293"/>
                        <a:pt x="56" y="293"/>
                        <a:pt x="57" y="291"/>
                      </a:cubicBezTo>
                      <a:cubicBezTo>
                        <a:pt x="59" y="288"/>
                        <a:pt x="63" y="284"/>
                        <a:pt x="67" y="280"/>
                      </a:cubicBezTo>
                      <a:cubicBezTo>
                        <a:pt x="75" y="273"/>
                        <a:pt x="86" y="269"/>
                        <a:pt x="89" y="268"/>
                      </a:cubicBezTo>
                      <a:cubicBezTo>
                        <a:pt x="107" y="262"/>
                        <a:pt x="133" y="258"/>
                        <a:pt x="154" y="257"/>
                      </a:cubicBezTo>
                      <a:cubicBezTo>
                        <a:pt x="175" y="255"/>
                        <a:pt x="187" y="261"/>
                        <a:pt x="192" y="261"/>
                      </a:cubicBezTo>
                      <a:cubicBezTo>
                        <a:pt x="179" y="267"/>
                        <a:pt x="168" y="275"/>
                        <a:pt x="158" y="284"/>
                      </a:cubicBezTo>
                      <a:cubicBezTo>
                        <a:pt x="148" y="293"/>
                        <a:pt x="136" y="309"/>
                        <a:pt x="136" y="309"/>
                      </a:cubicBezTo>
                      <a:cubicBezTo>
                        <a:pt x="125" y="323"/>
                        <a:pt x="125" y="323"/>
                        <a:pt x="125" y="323"/>
                      </a:cubicBezTo>
                      <a:cubicBezTo>
                        <a:pt x="123" y="325"/>
                        <a:pt x="123" y="327"/>
                        <a:pt x="125" y="329"/>
                      </a:cubicBezTo>
                      <a:cubicBezTo>
                        <a:pt x="127" y="330"/>
                        <a:pt x="129" y="330"/>
                        <a:pt x="131" y="328"/>
                      </a:cubicBezTo>
                      <a:cubicBezTo>
                        <a:pt x="143" y="314"/>
                        <a:pt x="143" y="314"/>
                        <a:pt x="143" y="314"/>
                      </a:cubicBezTo>
                      <a:cubicBezTo>
                        <a:pt x="147" y="308"/>
                        <a:pt x="147" y="308"/>
                        <a:pt x="147" y="308"/>
                      </a:cubicBezTo>
                      <a:cubicBezTo>
                        <a:pt x="147" y="317"/>
                        <a:pt x="148" y="325"/>
                        <a:pt x="151" y="333"/>
                      </a:cubicBezTo>
                      <a:cubicBezTo>
                        <a:pt x="152" y="335"/>
                        <a:pt x="154" y="336"/>
                        <a:pt x="156" y="335"/>
                      </a:cubicBezTo>
                      <a:cubicBezTo>
                        <a:pt x="158" y="334"/>
                        <a:pt x="159" y="332"/>
                        <a:pt x="158" y="330"/>
                      </a:cubicBezTo>
                      <a:cubicBezTo>
                        <a:pt x="156" y="324"/>
                        <a:pt x="155" y="317"/>
                        <a:pt x="155" y="311"/>
                      </a:cubicBezTo>
                      <a:cubicBezTo>
                        <a:pt x="155" y="300"/>
                        <a:pt x="162" y="295"/>
                        <a:pt x="168" y="289"/>
                      </a:cubicBezTo>
                      <a:cubicBezTo>
                        <a:pt x="178" y="280"/>
                        <a:pt x="190" y="274"/>
                        <a:pt x="207" y="270"/>
                      </a:cubicBezTo>
                      <a:cubicBezTo>
                        <a:pt x="213" y="268"/>
                        <a:pt x="220" y="269"/>
                        <a:pt x="223" y="270"/>
                      </a:cubicBezTo>
                      <a:cubicBezTo>
                        <a:pt x="241" y="276"/>
                        <a:pt x="270" y="286"/>
                        <a:pt x="273" y="287"/>
                      </a:cubicBezTo>
                      <a:cubicBezTo>
                        <a:pt x="301" y="295"/>
                        <a:pt x="342" y="314"/>
                        <a:pt x="379" y="317"/>
                      </a:cubicBezTo>
                      <a:cubicBezTo>
                        <a:pt x="390" y="317"/>
                        <a:pt x="392" y="327"/>
                        <a:pt x="389" y="332"/>
                      </a:cubicBezTo>
                      <a:cubicBezTo>
                        <a:pt x="376" y="357"/>
                        <a:pt x="363" y="385"/>
                        <a:pt x="351" y="414"/>
                      </a:cubicBezTo>
                      <a:cubicBezTo>
                        <a:pt x="346" y="428"/>
                        <a:pt x="330" y="461"/>
                        <a:pt x="328" y="464"/>
                      </a:cubicBezTo>
                      <a:cubicBezTo>
                        <a:pt x="320" y="477"/>
                        <a:pt x="305" y="490"/>
                        <a:pt x="290" y="498"/>
                      </a:cubicBezTo>
                      <a:cubicBezTo>
                        <a:pt x="269" y="508"/>
                        <a:pt x="251" y="510"/>
                        <a:pt x="242" y="510"/>
                      </a:cubicBezTo>
                      <a:cubicBezTo>
                        <a:pt x="201" y="514"/>
                        <a:pt x="157" y="515"/>
                        <a:pt x="120" y="502"/>
                      </a:cubicBezTo>
                      <a:cubicBezTo>
                        <a:pt x="117" y="500"/>
                        <a:pt x="107" y="497"/>
                        <a:pt x="100" y="491"/>
                      </a:cubicBezTo>
                      <a:cubicBezTo>
                        <a:pt x="97" y="488"/>
                        <a:pt x="93" y="485"/>
                        <a:pt x="90" y="481"/>
                      </a:cubicBezTo>
                      <a:cubicBezTo>
                        <a:pt x="82" y="474"/>
                        <a:pt x="74" y="467"/>
                        <a:pt x="66" y="461"/>
                      </a:cubicBezTo>
                      <a:cubicBezTo>
                        <a:pt x="64" y="460"/>
                        <a:pt x="57" y="456"/>
                        <a:pt x="54" y="449"/>
                      </a:cubicBezTo>
                      <a:cubicBezTo>
                        <a:pt x="51" y="444"/>
                        <a:pt x="50" y="439"/>
                        <a:pt x="51" y="433"/>
                      </a:cubicBezTo>
                      <a:cubicBezTo>
                        <a:pt x="51" y="431"/>
                        <a:pt x="50" y="429"/>
                        <a:pt x="47" y="429"/>
                      </a:cubicBezTo>
                      <a:cubicBezTo>
                        <a:pt x="45" y="428"/>
                        <a:pt x="43" y="430"/>
                        <a:pt x="43" y="432"/>
                      </a:cubicBezTo>
                      <a:cubicBezTo>
                        <a:pt x="43" y="434"/>
                        <a:pt x="43" y="435"/>
                        <a:pt x="43" y="436"/>
                      </a:cubicBezTo>
                      <a:cubicBezTo>
                        <a:pt x="43" y="444"/>
                        <a:pt x="45" y="451"/>
                        <a:pt x="49" y="457"/>
                      </a:cubicBezTo>
                      <a:cubicBezTo>
                        <a:pt x="39" y="455"/>
                        <a:pt x="28" y="455"/>
                        <a:pt x="20" y="457"/>
                      </a:cubicBezTo>
                      <a:cubicBezTo>
                        <a:pt x="17" y="457"/>
                        <a:pt x="16" y="459"/>
                        <a:pt x="16" y="461"/>
                      </a:cubicBezTo>
                      <a:cubicBezTo>
                        <a:pt x="17" y="463"/>
                        <a:pt x="19" y="465"/>
                        <a:pt x="21" y="465"/>
                      </a:cubicBezTo>
                      <a:cubicBezTo>
                        <a:pt x="26" y="464"/>
                        <a:pt x="32" y="463"/>
                        <a:pt x="39" y="464"/>
                      </a:cubicBezTo>
                      <a:cubicBezTo>
                        <a:pt x="44" y="464"/>
                        <a:pt x="52" y="467"/>
                        <a:pt x="62" y="473"/>
                      </a:cubicBezTo>
                      <a:cubicBezTo>
                        <a:pt x="69" y="478"/>
                        <a:pt x="75" y="484"/>
                        <a:pt x="81" y="490"/>
                      </a:cubicBezTo>
                      <a:cubicBezTo>
                        <a:pt x="85" y="494"/>
                        <a:pt x="90" y="498"/>
                        <a:pt x="94" y="501"/>
                      </a:cubicBezTo>
                      <a:cubicBezTo>
                        <a:pt x="80" y="505"/>
                        <a:pt x="65" y="510"/>
                        <a:pt x="53" y="518"/>
                      </a:cubicBezTo>
                      <a:cubicBezTo>
                        <a:pt x="49" y="521"/>
                        <a:pt x="31" y="535"/>
                        <a:pt x="25" y="537"/>
                      </a:cubicBezTo>
                      <a:cubicBezTo>
                        <a:pt x="18" y="538"/>
                        <a:pt x="10" y="538"/>
                        <a:pt x="6" y="537"/>
                      </a:cubicBezTo>
                      <a:cubicBezTo>
                        <a:pt x="3" y="536"/>
                        <a:pt x="1" y="537"/>
                        <a:pt x="1" y="539"/>
                      </a:cubicBezTo>
                      <a:cubicBezTo>
                        <a:pt x="0" y="541"/>
                        <a:pt x="1" y="544"/>
                        <a:pt x="3" y="544"/>
                      </a:cubicBezTo>
                      <a:cubicBezTo>
                        <a:pt x="13" y="547"/>
                        <a:pt x="26" y="545"/>
                        <a:pt x="37" y="541"/>
                      </a:cubicBezTo>
                      <a:cubicBezTo>
                        <a:pt x="33" y="550"/>
                        <a:pt x="31" y="561"/>
                        <a:pt x="29" y="570"/>
                      </a:cubicBezTo>
                      <a:cubicBezTo>
                        <a:pt x="28" y="576"/>
                        <a:pt x="28" y="576"/>
                        <a:pt x="28" y="576"/>
                      </a:cubicBezTo>
                      <a:cubicBezTo>
                        <a:pt x="28" y="576"/>
                        <a:pt x="28" y="576"/>
                        <a:pt x="28" y="577"/>
                      </a:cubicBezTo>
                      <a:cubicBezTo>
                        <a:pt x="28" y="578"/>
                        <a:pt x="30" y="580"/>
                        <a:pt x="32" y="581"/>
                      </a:cubicBezTo>
                      <a:cubicBezTo>
                        <a:pt x="34" y="581"/>
                        <a:pt x="36" y="580"/>
                        <a:pt x="36" y="577"/>
                      </a:cubicBezTo>
                      <a:cubicBezTo>
                        <a:pt x="37" y="572"/>
                        <a:pt x="37" y="572"/>
                        <a:pt x="37" y="572"/>
                      </a:cubicBezTo>
                      <a:cubicBezTo>
                        <a:pt x="39" y="564"/>
                        <a:pt x="40" y="557"/>
                        <a:pt x="42" y="550"/>
                      </a:cubicBezTo>
                      <a:cubicBezTo>
                        <a:pt x="47" y="537"/>
                        <a:pt x="56" y="531"/>
                        <a:pt x="59" y="529"/>
                      </a:cubicBezTo>
                      <a:cubicBezTo>
                        <a:pt x="64" y="525"/>
                        <a:pt x="69" y="523"/>
                        <a:pt x="75" y="520"/>
                      </a:cubicBezTo>
                      <a:cubicBezTo>
                        <a:pt x="83" y="517"/>
                        <a:pt x="95" y="516"/>
                        <a:pt x="125" y="524"/>
                      </a:cubicBezTo>
                      <a:cubicBezTo>
                        <a:pt x="160" y="534"/>
                        <a:pt x="197" y="534"/>
                        <a:pt x="233" y="531"/>
                      </a:cubicBezTo>
                      <a:cubicBezTo>
                        <a:pt x="236" y="531"/>
                        <a:pt x="237" y="533"/>
                        <a:pt x="235" y="534"/>
                      </a:cubicBezTo>
                      <a:cubicBezTo>
                        <a:pt x="218" y="547"/>
                        <a:pt x="201" y="564"/>
                        <a:pt x="190" y="581"/>
                      </a:cubicBezTo>
                      <a:cubicBezTo>
                        <a:pt x="189" y="582"/>
                        <a:pt x="170" y="609"/>
                        <a:pt x="163" y="623"/>
                      </a:cubicBezTo>
                      <a:cubicBezTo>
                        <a:pt x="161" y="626"/>
                        <a:pt x="163" y="630"/>
                        <a:pt x="166" y="631"/>
                      </a:cubicBezTo>
                      <a:cubicBezTo>
                        <a:pt x="169" y="633"/>
                        <a:pt x="172" y="632"/>
                        <a:pt x="174" y="629"/>
                      </a:cubicBezTo>
                      <a:cubicBezTo>
                        <a:pt x="179" y="618"/>
                        <a:pt x="186" y="610"/>
                        <a:pt x="193" y="602"/>
                      </a:cubicBezTo>
                      <a:cubicBezTo>
                        <a:pt x="193" y="603"/>
                        <a:pt x="193" y="603"/>
                        <a:pt x="193" y="603"/>
                      </a:cubicBezTo>
                      <a:cubicBezTo>
                        <a:pt x="193" y="612"/>
                        <a:pt x="195" y="620"/>
                        <a:pt x="198" y="626"/>
                      </a:cubicBezTo>
                      <a:cubicBezTo>
                        <a:pt x="199" y="629"/>
                        <a:pt x="203" y="630"/>
                        <a:pt x="206" y="629"/>
                      </a:cubicBezTo>
                      <a:cubicBezTo>
                        <a:pt x="209" y="627"/>
                        <a:pt x="210" y="623"/>
                        <a:pt x="208" y="620"/>
                      </a:cubicBezTo>
                      <a:cubicBezTo>
                        <a:pt x="206" y="616"/>
                        <a:pt x="205" y="611"/>
                        <a:pt x="205" y="605"/>
                      </a:cubicBezTo>
                      <a:cubicBezTo>
                        <a:pt x="205" y="601"/>
                        <a:pt x="206" y="593"/>
                        <a:pt x="212" y="584"/>
                      </a:cubicBezTo>
                      <a:cubicBezTo>
                        <a:pt x="220" y="573"/>
                        <a:pt x="232" y="563"/>
                        <a:pt x="243" y="554"/>
                      </a:cubicBezTo>
                      <a:cubicBezTo>
                        <a:pt x="265" y="535"/>
                        <a:pt x="287" y="534"/>
                        <a:pt x="304" y="525"/>
                      </a:cubicBezTo>
                      <a:cubicBezTo>
                        <a:pt x="308" y="522"/>
                        <a:pt x="312" y="520"/>
                        <a:pt x="316" y="518"/>
                      </a:cubicBezTo>
                      <a:cubicBezTo>
                        <a:pt x="308" y="548"/>
                        <a:pt x="302" y="577"/>
                        <a:pt x="298" y="602"/>
                      </a:cubicBezTo>
                      <a:cubicBezTo>
                        <a:pt x="286" y="617"/>
                        <a:pt x="253" y="639"/>
                        <a:pt x="224" y="649"/>
                      </a:cubicBezTo>
                      <a:cubicBezTo>
                        <a:pt x="188" y="659"/>
                        <a:pt x="146" y="652"/>
                        <a:pt x="124" y="640"/>
                      </a:cubicBezTo>
                      <a:cubicBezTo>
                        <a:pt x="124" y="640"/>
                        <a:pt x="124" y="640"/>
                        <a:pt x="124" y="640"/>
                      </a:cubicBezTo>
                      <a:cubicBezTo>
                        <a:pt x="114" y="633"/>
                        <a:pt x="104" y="625"/>
                        <a:pt x="94" y="616"/>
                      </a:cubicBezTo>
                      <a:cubicBezTo>
                        <a:pt x="92" y="614"/>
                        <a:pt x="92" y="614"/>
                        <a:pt x="92" y="614"/>
                      </a:cubicBezTo>
                      <a:cubicBezTo>
                        <a:pt x="90" y="612"/>
                        <a:pt x="86" y="613"/>
                        <a:pt x="84" y="615"/>
                      </a:cubicBezTo>
                      <a:cubicBezTo>
                        <a:pt x="83" y="616"/>
                        <a:pt x="82" y="618"/>
                        <a:pt x="82" y="619"/>
                      </a:cubicBezTo>
                      <a:cubicBezTo>
                        <a:pt x="82" y="621"/>
                        <a:pt x="83" y="622"/>
                        <a:pt x="84" y="623"/>
                      </a:cubicBezTo>
                      <a:cubicBezTo>
                        <a:pt x="87" y="625"/>
                        <a:pt x="87" y="625"/>
                        <a:pt x="87" y="625"/>
                      </a:cubicBezTo>
                      <a:cubicBezTo>
                        <a:pt x="94" y="631"/>
                        <a:pt x="101" y="637"/>
                        <a:pt x="108" y="643"/>
                      </a:cubicBezTo>
                      <a:cubicBezTo>
                        <a:pt x="107" y="643"/>
                        <a:pt x="106" y="642"/>
                        <a:pt x="106" y="642"/>
                      </a:cubicBezTo>
                      <a:cubicBezTo>
                        <a:pt x="97" y="642"/>
                        <a:pt x="89" y="643"/>
                        <a:pt x="81" y="644"/>
                      </a:cubicBezTo>
                      <a:cubicBezTo>
                        <a:pt x="75" y="646"/>
                        <a:pt x="68" y="647"/>
                        <a:pt x="62" y="646"/>
                      </a:cubicBezTo>
                      <a:cubicBezTo>
                        <a:pt x="59" y="646"/>
                        <a:pt x="56" y="649"/>
                        <a:pt x="56" y="652"/>
                      </a:cubicBezTo>
                      <a:cubicBezTo>
                        <a:pt x="55" y="655"/>
                        <a:pt x="58" y="658"/>
                        <a:pt x="61" y="658"/>
                      </a:cubicBezTo>
                      <a:cubicBezTo>
                        <a:pt x="69" y="659"/>
                        <a:pt x="76" y="657"/>
                        <a:pt x="83" y="656"/>
                      </a:cubicBezTo>
                      <a:cubicBezTo>
                        <a:pt x="91" y="655"/>
                        <a:pt x="98" y="654"/>
                        <a:pt x="105" y="654"/>
                      </a:cubicBezTo>
                      <a:cubicBezTo>
                        <a:pt x="105" y="654"/>
                        <a:pt x="113" y="655"/>
                        <a:pt x="120" y="657"/>
                      </a:cubicBezTo>
                      <a:cubicBezTo>
                        <a:pt x="141" y="665"/>
                        <a:pt x="158" y="670"/>
                        <a:pt x="179" y="673"/>
                      </a:cubicBezTo>
                      <a:cubicBezTo>
                        <a:pt x="176" y="676"/>
                        <a:pt x="134" y="703"/>
                        <a:pt x="127" y="706"/>
                      </a:cubicBezTo>
                      <a:cubicBezTo>
                        <a:pt x="125" y="707"/>
                        <a:pt x="92" y="724"/>
                        <a:pt x="77" y="725"/>
                      </a:cubicBezTo>
                      <a:cubicBezTo>
                        <a:pt x="74" y="725"/>
                        <a:pt x="71" y="728"/>
                        <a:pt x="72" y="731"/>
                      </a:cubicBezTo>
                      <a:cubicBezTo>
                        <a:pt x="72" y="735"/>
                        <a:pt x="75" y="737"/>
                        <a:pt x="78" y="737"/>
                      </a:cubicBezTo>
                      <a:cubicBezTo>
                        <a:pt x="88" y="736"/>
                        <a:pt x="101" y="734"/>
                        <a:pt x="112" y="730"/>
                      </a:cubicBezTo>
                      <a:cubicBezTo>
                        <a:pt x="106" y="741"/>
                        <a:pt x="104" y="752"/>
                        <a:pt x="102" y="759"/>
                      </a:cubicBezTo>
                      <a:cubicBezTo>
                        <a:pt x="102" y="760"/>
                        <a:pt x="102" y="760"/>
                        <a:pt x="102" y="760"/>
                      </a:cubicBezTo>
                      <a:cubicBezTo>
                        <a:pt x="102" y="763"/>
                        <a:pt x="104" y="766"/>
                        <a:pt x="107" y="766"/>
                      </a:cubicBezTo>
                      <a:cubicBezTo>
                        <a:pt x="111" y="767"/>
                        <a:pt x="114" y="765"/>
                        <a:pt x="114" y="761"/>
                      </a:cubicBezTo>
                      <a:cubicBezTo>
                        <a:pt x="115" y="754"/>
                        <a:pt x="119" y="740"/>
                        <a:pt x="127" y="731"/>
                      </a:cubicBezTo>
                      <a:cubicBezTo>
                        <a:pt x="129" y="728"/>
                        <a:pt x="171" y="701"/>
                        <a:pt x="179" y="697"/>
                      </a:cubicBezTo>
                      <a:cubicBezTo>
                        <a:pt x="184" y="695"/>
                        <a:pt x="209" y="684"/>
                        <a:pt x="229" y="677"/>
                      </a:cubicBezTo>
                      <a:cubicBezTo>
                        <a:pt x="250" y="670"/>
                        <a:pt x="272" y="658"/>
                        <a:pt x="291" y="645"/>
                      </a:cubicBezTo>
                      <a:cubicBezTo>
                        <a:pt x="290" y="652"/>
                        <a:pt x="289" y="659"/>
                        <a:pt x="288" y="665"/>
                      </a:cubicBezTo>
                      <a:cubicBezTo>
                        <a:pt x="286" y="676"/>
                        <a:pt x="275" y="686"/>
                        <a:pt x="275" y="686"/>
                      </a:cubicBezTo>
                      <a:cubicBezTo>
                        <a:pt x="275" y="687"/>
                        <a:pt x="275" y="687"/>
                        <a:pt x="275" y="687"/>
                      </a:cubicBezTo>
                      <a:cubicBezTo>
                        <a:pt x="261" y="701"/>
                        <a:pt x="242" y="721"/>
                        <a:pt x="226" y="745"/>
                      </a:cubicBezTo>
                      <a:cubicBezTo>
                        <a:pt x="225" y="747"/>
                        <a:pt x="205" y="769"/>
                        <a:pt x="196" y="776"/>
                      </a:cubicBezTo>
                      <a:cubicBezTo>
                        <a:pt x="185" y="785"/>
                        <a:pt x="175" y="792"/>
                        <a:pt x="165" y="797"/>
                      </a:cubicBezTo>
                      <a:cubicBezTo>
                        <a:pt x="162" y="798"/>
                        <a:pt x="158" y="801"/>
                        <a:pt x="152" y="799"/>
                      </a:cubicBezTo>
                      <a:cubicBezTo>
                        <a:pt x="140" y="794"/>
                        <a:pt x="130" y="781"/>
                        <a:pt x="122" y="773"/>
                      </a:cubicBezTo>
                      <a:cubicBezTo>
                        <a:pt x="121" y="771"/>
                        <a:pt x="121" y="771"/>
                        <a:pt x="121" y="771"/>
                      </a:cubicBezTo>
                      <a:cubicBezTo>
                        <a:pt x="118" y="768"/>
                        <a:pt x="115" y="768"/>
                        <a:pt x="112" y="770"/>
                      </a:cubicBezTo>
                      <a:cubicBezTo>
                        <a:pt x="111" y="771"/>
                        <a:pt x="110" y="772"/>
                        <a:pt x="110" y="774"/>
                      </a:cubicBezTo>
                      <a:cubicBezTo>
                        <a:pt x="110" y="776"/>
                        <a:pt x="110" y="777"/>
                        <a:pt x="112" y="779"/>
                      </a:cubicBezTo>
                      <a:cubicBezTo>
                        <a:pt x="114" y="781"/>
                        <a:pt x="114" y="781"/>
                        <a:pt x="114" y="781"/>
                      </a:cubicBezTo>
                      <a:cubicBezTo>
                        <a:pt x="120" y="788"/>
                        <a:pt x="126" y="795"/>
                        <a:pt x="132" y="801"/>
                      </a:cubicBezTo>
                      <a:cubicBezTo>
                        <a:pt x="132" y="801"/>
                        <a:pt x="131" y="801"/>
                        <a:pt x="131" y="801"/>
                      </a:cubicBezTo>
                      <a:cubicBezTo>
                        <a:pt x="122" y="798"/>
                        <a:pt x="114" y="799"/>
                        <a:pt x="106" y="799"/>
                      </a:cubicBezTo>
                      <a:cubicBezTo>
                        <a:pt x="99" y="799"/>
                        <a:pt x="92" y="799"/>
                        <a:pt x="86" y="798"/>
                      </a:cubicBezTo>
                      <a:cubicBezTo>
                        <a:pt x="83" y="797"/>
                        <a:pt x="80" y="799"/>
                        <a:pt x="79" y="803"/>
                      </a:cubicBezTo>
                      <a:cubicBezTo>
                        <a:pt x="78" y="806"/>
                        <a:pt x="81" y="809"/>
                        <a:pt x="84" y="810"/>
                      </a:cubicBezTo>
                      <a:cubicBezTo>
                        <a:pt x="91" y="811"/>
                        <a:pt x="99" y="811"/>
                        <a:pt x="106" y="811"/>
                      </a:cubicBezTo>
                      <a:cubicBezTo>
                        <a:pt x="113" y="811"/>
                        <a:pt x="120" y="810"/>
                        <a:pt x="127" y="812"/>
                      </a:cubicBezTo>
                      <a:cubicBezTo>
                        <a:pt x="117" y="815"/>
                        <a:pt x="105" y="818"/>
                        <a:pt x="91" y="817"/>
                      </a:cubicBezTo>
                      <a:cubicBezTo>
                        <a:pt x="82" y="816"/>
                        <a:pt x="82" y="816"/>
                        <a:pt x="82" y="816"/>
                      </a:cubicBezTo>
                      <a:cubicBezTo>
                        <a:pt x="74" y="815"/>
                        <a:pt x="64" y="813"/>
                        <a:pt x="60" y="809"/>
                      </a:cubicBezTo>
                      <a:cubicBezTo>
                        <a:pt x="58" y="807"/>
                        <a:pt x="54" y="806"/>
                        <a:pt x="51" y="809"/>
                      </a:cubicBezTo>
                      <a:cubicBezTo>
                        <a:pt x="50" y="810"/>
                        <a:pt x="49" y="811"/>
                        <a:pt x="49" y="813"/>
                      </a:cubicBezTo>
                      <a:cubicBezTo>
                        <a:pt x="49" y="815"/>
                        <a:pt x="50" y="816"/>
                        <a:pt x="51" y="817"/>
                      </a:cubicBezTo>
                      <a:cubicBezTo>
                        <a:pt x="57" y="825"/>
                        <a:pt x="70" y="826"/>
                        <a:pt x="80" y="828"/>
                      </a:cubicBezTo>
                      <a:cubicBezTo>
                        <a:pt x="88" y="829"/>
                        <a:pt x="88" y="829"/>
                        <a:pt x="88" y="829"/>
                      </a:cubicBezTo>
                      <a:cubicBezTo>
                        <a:pt x="89" y="829"/>
                        <a:pt x="89" y="829"/>
                        <a:pt x="89" y="829"/>
                      </a:cubicBezTo>
                      <a:cubicBezTo>
                        <a:pt x="73" y="834"/>
                        <a:pt x="58" y="843"/>
                        <a:pt x="40" y="856"/>
                      </a:cubicBezTo>
                      <a:cubicBezTo>
                        <a:pt x="38" y="857"/>
                        <a:pt x="37" y="859"/>
                        <a:pt x="37" y="861"/>
                      </a:cubicBezTo>
                      <a:cubicBezTo>
                        <a:pt x="37" y="862"/>
                        <a:pt x="37" y="863"/>
                        <a:pt x="38" y="864"/>
                      </a:cubicBezTo>
                      <a:cubicBezTo>
                        <a:pt x="40" y="867"/>
                        <a:pt x="44" y="868"/>
                        <a:pt x="47" y="866"/>
                      </a:cubicBezTo>
                      <a:cubicBezTo>
                        <a:pt x="64" y="853"/>
                        <a:pt x="79" y="845"/>
                        <a:pt x="94" y="840"/>
                      </a:cubicBezTo>
                      <a:cubicBezTo>
                        <a:pt x="108" y="836"/>
                        <a:pt x="108" y="836"/>
                        <a:pt x="108" y="836"/>
                      </a:cubicBezTo>
                      <a:cubicBezTo>
                        <a:pt x="111" y="835"/>
                        <a:pt x="125" y="833"/>
                        <a:pt x="129" y="832"/>
                      </a:cubicBezTo>
                      <a:cubicBezTo>
                        <a:pt x="149" y="827"/>
                        <a:pt x="174" y="817"/>
                        <a:pt x="199" y="799"/>
                      </a:cubicBezTo>
                      <a:cubicBezTo>
                        <a:pt x="200" y="798"/>
                        <a:pt x="202" y="799"/>
                        <a:pt x="201" y="801"/>
                      </a:cubicBezTo>
                      <a:cubicBezTo>
                        <a:pt x="198" y="808"/>
                        <a:pt x="195" y="815"/>
                        <a:pt x="192" y="821"/>
                      </a:cubicBezTo>
                      <a:cubicBezTo>
                        <a:pt x="191" y="823"/>
                        <a:pt x="188" y="828"/>
                        <a:pt x="181" y="833"/>
                      </a:cubicBezTo>
                      <a:cubicBezTo>
                        <a:pt x="180" y="833"/>
                        <a:pt x="179" y="834"/>
                        <a:pt x="177" y="835"/>
                      </a:cubicBezTo>
                      <a:cubicBezTo>
                        <a:pt x="177" y="836"/>
                        <a:pt x="177" y="836"/>
                        <a:pt x="177" y="836"/>
                      </a:cubicBezTo>
                      <a:cubicBezTo>
                        <a:pt x="151" y="853"/>
                        <a:pt x="128" y="861"/>
                        <a:pt x="108" y="860"/>
                      </a:cubicBezTo>
                      <a:cubicBezTo>
                        <a:pt x="104" y="860"/>
                        <a:pt x="102" y="862"/>
                        <a:pt x="101" y="866"/>
                      </a:cubicBezTo>
                      <a:cubicBezTo>
                        <a:pt x="101" y="869"/>
                        <a:pt x="104" y="872"/>
                        <a:pt x="107" y="872"/>
                      </a:cubicBezTo>
                      <a:cubicBezTo>
                        <a:pt x="127" y="873"/>
                        <a:pt x="150" y="866"/>
                        <a:pt x="174" y="851"/>
                      </a:cubicBezTo>
                      <a:cubicBezTo>
                        <a:pt x="161" y="872"/>
                        <a:pt x="150" y="880"/>
                        <a:pt x="150" y="880"/>
                      </a:cubicBezTo>
                      <a:cubicBezTo>
                        <a:pt x="148" y="882"/>
                        <a:pt x="123" y="903"/>
                        <a:pt x="111" y="907"/>
                      </a:cubicBezTo>
                      <a:cubicBezTo>
                        <a:pt x="108" y="908"/>
                        <a:pt x="106" y="912"/>
                        <a:pt x="107" y="915"/>
                      </a:cubicBezTo>
                      <a:cubicBezTo>
                        <a:pt x="108" y="918"/>
                        <a:pt x="112" y="920"/>
                        <a:pt x="115" y="919"/>
                      </a:cubicBezTo>
                      <a:cubicBezTo>
                        <a:pt x="123" y="916"/>
                        <a:pt x="131" y="912"/>
                        <a:pt x="138" y="907"/>
                      </a:cubicBezTo>
                      <a:cubicBezTo>
                        <a:pt x="135" y="914"/>
                        <a:pt x="133" y="922"/>
                        <a:pt x="133" y="929"/>
                      </a:cubicBezTo>
                      <a:cubicBezTo>
                        <a:pt x="133" y="929"/>
                        <a:pt x="133" y="930"/>
                        <a:pt x="133" y="930"/>
                      </a:cubicBezTo>
                      <a:cubicBezTo>
                        <a:pt x="133" y="933"/>
                        <a:pt x="136" y="936"/>
                        <a:pt x="139" y="936"/>
                      </a:cubicBezTo>
                      <a:cubicBezTo>
                        <a:pt x="142" y="935"/>
                        <a:pt x="145" y="933"/>
                        <a:pt x="145" y="929"/>
                      </a:cubicBezTo>
                      <a:cubicBezTo>
                        <a:pt x="144" y="922"/>
                        <a:pt x="156" y="900"/>
                        <a:pt x="163" y="890"/>
                      </a:cubicBezTo>
                      <a:cubicBezTo>
                        <a:pt x="172" y="876"/>
                        <a:pt x="202" y="852"/>
                        <a:pt x="222" y="797"/>
                      </a:cubicBezTo>
                      <a:cubicBezTo>
                        <a:pt x="229" y="778"/>
                        <a:pt x="282" y="720"/>
                        <a:pt x="297" y="705"/>
                      </a:cubicBezTo>
                      <a:cubicBezTo>
                        <a:pt x="300" y="701"/>
                        <a:pt x="301" y="705"/>
                        <a:pt x="302" y="707"/>
                      </a:cubicBezTo>
                      <a:cubicBezTo>
                        <a:pt x="304" y="713"/>
                        <a:pt x="306" y="719"/>
                        <a:pt x="309" y="724"/>
                      </a:cubicBezTo>
                      <a:cubicBezTo>
                        <a:pt x="311" y="728"/>
                        <a:pt x="316" y="740"/>
                        <a:pt x="313" y="755"/>
                      </a:cubicBezTo>
                      <a:cubicBezTo>
                        <a:pt x="306" y="791"/>
                        <a:pt x="290" y="843"/>
                        <a:pt x="251" y="867"/>
                      </a:cubicBezTo>
                      <a:cubicBezTo>
                        <a:pt x="245" y="870"/>
                        <a:pt x="237" y="874"/>
                        <a:pt x="232" y="875"/>
                      </a:cubicBezTo>
                      <a:cubicBezTo>
                        <a:pt x="222" y="879"/>
                        <a:pt x="213" y="881"/>
                        <a:pt x="206" y="880"/>
                      </a:cubicBezTo>
                      <a:cubicBezTo>
                        <a:pt x="202" y="880"/>
                        <a:pt x="199" y="883"/>
                        <a:pt x="199" y="886"/>
                      </a:cubicBezTo>
                      <a:cubicBezTo>
                        <a:pt x="199" y="889"/>
                        <a:pt x="202" y="892"/>
                        <a:pt x="205" y="892"/>
                      </a:cubicBezTo>
                      <a:cubicBezTo>
                        <a:pt x="217" y="893"/>
                        <a:pt x="231" y="889"/>
                        <a:pt x="244" y="884"/>
                      </a:cubicBezTo>
                      <a:cubicBezTo>
                        <a:pt x="245" y="883"/>
                        <a:pt x="247" y="885"/>
                        <a:pt x="246" y="886"/>
                      </a:cubicBezTo>
                      <a:cubicBezTo>
                        <a:pt x="244" y="891"/>
                        <a:pt x="242" y="896"/>
                        <a:pt x="241" y="901"/>
                      </a:cubicBezTo>
                      <a:cubicBezTo>
                        <a:pt x="239" y="909"/>
                        <a:pt x="236" y="917"/>
                        <a:pt x="232" y="921"/>
                      </a:cubicBezTo>
                      <a:cubicBezTo>
                        <a:pt x="231" y="922"/>
                        <a:pt x="231" y="924"/>
                        <a:pt x="231" y="925"/>
                      </a:cubicBezTo>
                      <a:cubicBezTo>
                        <a:pt x="231" y="927"/>
                        <a:pt x="232" y="928"/>
                        <a:pt x="233" y="929"/>
                      </a:cubicBezTo>
                      <a:cubicBezTo>
                        <a:pt x="235" y="932"/>
                        <a:pt x="239" y="932"/>
                        <a:pt x="241" y="929"/>
                      </a:cubicBezTo>
                      <a:cubicBezTo>
                        <a:pt x="247" y="923"/>
                        <a:pt x="250" y="913"/>
                        <a:pt x="253" y="904"/>
                      </a:cubicBezTo>
                      <a:cubicBezTo>
                        <a:pt x="254" y="900"/>
                        <a:pt x="255" y="895"/>
                        <a:pt x="257" y="891"/>
                      </a:cubicBezTo>
                      <a:cubicBezTo>
                        <a:pt x="261" y="882"/>
                        <a:pt x="266" y="880"/>
                        <a:pt x="268" y="878"/>
                      </a:cubicBezTo>
                      <a:cubicBezTo>
                        <a:pt x="304" y="852"/>
                        <a:pt x="321" y="805"/>
                        <a:pt x="330" y="769"/>
                      </a:cubicBezTo>
                      <a:cubicBezTo>
                        <a:pt x="333" y="785"/>
                        <a:pt x="333" y="797"/>
                        <a:pt x="330" y="821"/>
                      </a:cubicBezTo>
                      <a:cubicBezTo>
                        <a:pt x="329" y="838"/>
                        <a:pt x="320" y="856"/>
                        <a:pt x="313" y="857"/>
                      </a:cubicBezTo>
                      <a:cubicBezTo>
                        <a:pt x="310" y="858"/>
                        <a:pt x="307" y="861"/>
                        <a:pt x="308" y="864"/>
                      </a:cubicBezTo>
                      <a:cubicBezTo>
                        <a:pt x="308" y="867"/>
                        <a:pt x="311" y="870"/>
                        <a:pt x="315" y="869"/>
                      </a:cubicBezTo>
                      <a:cubicBezTo>
                        <a:pt x="328" y="867"/>
                        <a:pt x="335" y="852"/>
                        <a:pt x="340" y="838"/>
                      </a:cubicBezTo>
                      <a:cubicBezTo>
                        <a:pt x="344" y="855"/>
                        <a:pt x="349" y="866"/>
                        <a:pt x="353" y="873"/>
                      </a:cubicBezTo>
                      <a:cubicBezTo>
                        <a:pt x="354" y="875"/>
                        <a:pt x="354" y="875"/>
                        <a:pt x="354" y="875"/>
                      </a:cubicBezTo>
                      <a:cubicBezTo>
                        <a:pt x="356" y="878"/>
                        <a:pt x="359" y="879"/>
                        <a:pt x="362" y="877"/>
                      </a:cubicBezTo>
                      <a:cubicBezTo>
                        <a:pt x="365" y="876"/>
                        <a:pt x="366" y="872"/>
                        <a:pt x="365" y="869"/>
                      </a:cubicBezTo>
                      <a:cubicBezTo>
                        <a:pt x="364" y="867"/>
                        <a:pt x="364" y="867"/>
                        <a:pt x="364" y="867"/>
                      </a:cubicBezTo>
                      <a:cubicBezTo>
                        <a:pt x="361" y="862"/>
                        <a:pt x="356" y="853"/>
                        <a:pt x="353" y="841"/>
                      </a:cubicBezTo>
                      <a:cubicBezTo>
                        <a:pt x="349" y="822"/>
                        <a:pt x="351" y="811"/>
                        <a:pt x="352" y="806"/>
                      </a:cubicBezTo>
                      <a:cubicBezTo>
                        <a:pt x="353" y="790"/>
                        <a:pt x="350" y="777"/>
                        <a:pt x="348" y="766"/>
                      </a:cubicBezTo>
                      <a:cubicBezTo>
                        <a:pt x="359" y="775"/>
                        <a:pt x="379" y="781"/>
                        <a:pt x="388" y="791"/>
                      </a:cubicBezTo>
                      <a:cubicBezTo>
                        <a:pt x="398" y="801"/>
                        <a:pt x="405" y="812"/>
                        <a:pt x="410" y="822"/>
                      </a:cubicBezTo>
                      <a:cubicBezTo>
                        <a:pt x="411" y="825"/>
                        <a:pt x="415" y="827"/>
                        <a:pt x="418" y="825"/>
                      </a:cubicBezTo>
                      <a:cubicBezTo>
                        <a:pt x="420" y="824"/>
                        <a:pt x="421" y="822"/>
                        <a:pt x="421" y="820"/>
                      </a:cubicBezTo>
                      <a:cubicBezTo>
                        <a:pt x="421" y="819"/>
                        <a:pt x="421" y="818"/>
                        <a:pt x="421" y="817"/>
                      </a:cubicBezTo>
                      <a:cubicBezTo>
                        <a:pt x="416" y="808"/>
                        <a:pt x="410" y="797"/>
                        <a:pt x="402" y="788"/>
                      </a:cubicBezTo>
                      <a:cubicBezTo>
                        <a:pt x="410" y="790"/>
                        <a:pt x="417" y="791"/>
                        <a:pt x="425" y="791"/>
                      </a:cubicBezTo>
                      <a:cubicBezTo>
                        <a:pt x="428" y="791"/>
                        <a:pt x="431" y="788"/>
                        <a:pt x="431" y="785"/>
                      </a:cubicBezTo>
                      <a:cubicBezTo>
                        <a:pt x="430" y="781"/>
                        <a:pt x="428" y="779"/>
                        <a:pt x="424" y="779"/>
                      </a:cubicBezTo>
                      <a:cubicBezTo>
                        <a:pt x="415" y="779"/>
                        <a:pt x="393" y="772"/>
                        <a:pt x="392" y="772"/>
                      </a:cubicBezTo>
                      <a:cubicBezTo>
                        <a:pt x="380" y="767"/>
                        <a:pt x="369" y="758"/>
                        <a:pt x="358" y="747"/>
                      </a:cubicBezTo>
                      <a:cubicBezTo>
                        <a:pt x="354" y="744"/>
                        <a:pt x="334" y="719"/>
                        <a:pt x="327" y="690"/>
                      </a:cubicBezTo>
                      <a:cubicBezTo>
                        <a:pt x="327" y="690"/>
                        <a:pt x="322" y="677"/>
                        <a:pt x="325" y="661"/>
                      </a:cubicBezTo>
                      <a:cubicBezTo>
                        <a:pt x="329" y="638"/>
                        <a:pt x="335" y="613"/>
                        <a:pt x="342" y="585"/>
                      </a:cubicBezTo>
                      <a:cubicBezTo>
                        <a:pt x="354" y="606"/>
                        <a:pt x="366" y="624"/>
                        <a:pt x="371" y="633"/>
                      </a:cubicBezTo>
                      <a:cubicBezTo>
                        <a:pt x="380" y="648"/>
                        <a:pt x="392" y="672"/>
                        <a:pt x="384" y="688"/>
                      </a:cubicBezTo>
                      <a:cubicBezTo>
                        <a:pt x="382" y="691"/>
                        <a:pt x="383" y="694"/>
                        <a:pt x="386" y="696"/>
                      </a:cubicBezTo>
                      <a:cubicBezTo>
                        <a:pt x="389" y="698"/>
                        <a:pt x="392" y="697"/>
                        <a:pt x="394" y="694"/>
                      </a:cubicBezTo>
                      <a:cubicBezTo>
                        <a:pt x="398" y="688"/>
                        <a:pt x="399" y="681"/>
                        <a:pt x="399" y="674"/>
                      </a:cubicBezTo>
                      <a:cubicBezTo>
                        <a:pt x="399" y="667"/>
                        <a:pt x="393" y="644"/>
                        <a:pt x="394" y="644"/>
                      </a:cubicBezTo>
                      <a:cubicBezTo>
                        <a:pt x="394" y="644"/>
                        <a:pt x="413" y="660"/>
                        <a:pt x="418" y="665"/>
                      </a:cubicBezTo>
                      <a:cubicBezTo>
                        <a:pt x="420" y="668"/>
                        <a:pt x="424" y="668"/>
                        <a:pt x="426" y="666"/>
                      </a:cubicBezTo>
                      <a:cubicBezTo>
                        <a:pt x="429" y="664"/>
                        <a:pt x="429" y="660"/>
                        <a:pt x="427" y="658"/>
                      </a:cubicBezTo>
                      <a:cubicBezTo>
                        <a:pt x="425" y="655"/>
                        <a:pt x="418" y="649"/>
                        <a:pt x="416" y="646"/>
                      </a:cubicBezTo>
                      <a:cubicBezTo>
                        <a:pt x="413" y="643"/>
                        <a:pt x="388" y="613"/>
                        <a:pt x="384" y="607"/>
                      </a:cubicBezTo>
                      <a:cubicBezTo>
                        <a:pt x="383" y="605"/>
                        <a:pt x="385" y="603"/>
                        <a:pt x="387" y="604"/>
                      </a:cubicBezTo>
                      <a:cubicBezTo>
                        <a:pt x="397" y="608"/>
                        <a:pt x="408" y="611"/>
                        <a:pt x="419" y="612"/>
                      </a:cubicBezTo>
                      <a:cubicBezTo>
                        <a:pt x="424" y="612"/>
                        <a:pt x="429" y="610"/>
                        <a:pt x="430" y="604"/>
                      </a:cubicBezTo>
                      <a:cubicBezTo>
                        <a:pt x="430" y="599"/>
                        <a:pt x="426" y="597"/>
                        <a:pt x="420" y="596"/>
                      </a:cubicBezTo>
                      <a:cubicBezTo>
                        <a:pt x="406" y="595"/>
                        <a:pt x="393" y="589"/>
                        <a:pt x="378" y="583"/>
                      </a:cubicBezTo>
                      <a:cubicBezTo>
                        <a:pt x="378" y="583"/>
                        <a:pt x="365" y="577"/>
                        <a:pt x="362" y="567"/>
                      </a:cubicBezTo>
                      <a:cubicBezTo>
                        <a:pt x="359" y="559"/>
                        <a:pt x="353" y="545"/>
                        <a:pt x="358" y="525"/>
                      </a:cubicBezTo>
                      <a:cubicBezTo>
                        <a:pt x="395" y="391"/>
                        <a:pt x="483" y="294"/>
                        <a:pt x="529" y="231"/>
                      </a:cubicBezTo>
                      <a:cubicBezTo>
                        <a:pt x="534" y="225"/>
                        <a:pt x="538" y="217"/>
                        <a:pt x="542" y="211"/>
                      </a:cubicBezTo>
                      <a:cubicBezTo>
                        <a:pt x="545" y="206"/>
                        <a:pt x="552" y="206"/>
                        <a:pt x="556" y="211"/>
                      </a:cubicBezTo>
                      <a:cubicBezTo>
                        <a:pt x="560" y="217"/>
                        <a:pt x="572" y="232"/>
                        <a:pt x="578" y="237"/>
                      </a:cubicBezTo>
                      <a:cubicBezTo>
                        <a:pt x="599" y="259"/>
                        <a:pt x="624" y="284"/>
                        <a:pt x="656" y="316"/>
                      </a:cubicBezTo>
                      <a:cubicBezTo>
                        <a:pt x="700" y="360"/>
                        <a:pt x="749" y="397"/>
                        <a:pt x="780" y="451"/>
                      </a:cubicBezTo>
                      <a:cubicBezTo>
                        <a:pt x="810" y="504"/>
                        <a:pt x="833" y="548"/>
                        <a:pt x="847" y="601"/>
                      </a:cubicBezTo>
                      <a:cubicBezTo>
                        <a:pt x="851" y="617"/>
                        <a:pt x="859" y="650"/>
                        <a:pt x="853" y="674"/>
                      </a:cubicBezTo>
                      <a:cubicBezTo>
                        <a:pt x="846" y="695"/>
                        <a:pt x="831" y="722"/>
                        <a:pt x="811" y="731"/>
                      </a:cubicBezTo>
                      <a:cubicBezTo>
                        <a:pt x="796" y="737"/>
                        <a:pt x="777" y="745"/>
                        <a:pt x="768" y="744"/>
                      </a:cubicBezTo>
                      <a:cubicBezTo>
                        <a:pt x="765" y="744"/>
                        <a:pt x="762" y="746"/>
                        <a:pt x="762" y="749"/>
                      </a:cubicBezTo>
                      <a:cubicBezTo>
                        <a:pt x="762" y="753"/>
                        <a:pt x="764" y="756"/>
                        <a:pt x="767" y="756"/>
                      </a:cubicBezTo>
                      <a:cubicBezTo>
                        <a:pt x="776" y="756"/>
                        <a:pt x="788" y="753"/>
                        <a:pt x="801" y="748"/>
                      </a:cubicBezTo>
                      <a:cubicBezTo>
                        <a:pt x="788" y="760"/>
                        <a:pt x="775" y="774"/>
                        <a:pt x="770" y="782"/>
                      </a:cubicBezTo>
                      <a:cubicBezTo>
                        <a:pt x="770" y="783"/>
                        <a:pt x="770" y="784"/>
                        <a:pt x="770" y="785"/>
                      </a:cubicBezTo>
                      <a:cubicBezTo>
                        <a:pt x="770" y="787"/>
                        <a:pt x="771" y="789"/>
                        <a:pt x="773" y="790"/>
                      </a:cubicBezTo>
                      <a:cubicBezTo>
                        <a:pt x="776" y="792"/>
                        <a:pt x="780" y="791"/>
                        <a:pt x="781" y="788"/>
                      </a:cubicBezTo>
                      <a:cubicBezTo>
                        <a:pt x="785" y="781"/>
                        <a:pt x="796" y="769"/>
                        <a:pt x="808" y="758"/>
                      </a:cubicBezTo>
                      <a:cubicBezTo>
                        <a:pt x="804" y="767"/>
                        <a:pt x="790" y="809"/>
                        <a:pt x="768" y="830"/>
                      </a:cubicBezTo>
                      <a:cubicBezTo>
                        <a:pt x="766" y="831"/>
                        <a:pt x="766" y="831"/>
                        <a:pt x="766" y="831"/>
                      </a:cubicBezTo>
                      <a:cubicBezTo>
                        <a:pt x="765" y="833"/>
                        <a:pt x="764" y="835"/>
                        <a:pt x="766" y="837"/>
                      </a:cubicBezTo>
                      <a:cubicBezTo>
                        <a:pt x="767" y="839"/>
                        <a:pt x="770" y="839"/>
                        <a:pt x="772" y="837"/>
                      </a:cubicBezTo>
                      <a:cubicBezTo>
                        <a:pt x="773" y="836"/>
                        <a:pt x="773" y="836"/>
                        <a:pt x="773" y="836"/>
                      </a:cubicBezTo>
                      <a:cubicBezTo>
                        <a:pt x="780" y="830"/>
                        <a:pt x="790" y="821"/>
                        <a:pt x="801" y="804"/>
                      </a:cubicBezTo>
                      <a:cubicBezTo>
                        <a:pt x="801" y="804"/>
                        <a:pt x="802" y="805"/>
                        <a:pt x="802" y="805"/>
                      </a:cubicBezTo>
                      <a:cubicBezTo>
                        <a:pt x="802" y="806"/>
                        <a:pt x="802" y="807"/>
                        <a:pt x="802" y="808"/>
                      </a:cubicBezTo>
                      <a:cubicBezTo>
                        <a:pt x="802" y="811"/>
                        <a:pt x="802" y="815"/>
                        <a:pt x="802" y="818"/>
                      </a:cubicBezTo>
                      <a:cubicBezTo>
                        <a:pt x="802" y="830"/>
                        <a:pt x="803" y="842"/>
                        <a:pt x="812" y="847"/>
                      </a:cubicBezTo>
                      <a:cubicBezTo>
                        <a:pt x="814" y="848"/>
                        <a:pt x="817" y="848"/>
                        <a:pt x="818" y="846"/>
                      </a:cubicBezTo>
                      <a:cubicBezTo>
                        <a:pt x="819" y="844"/>
                        <a:pt x="818" y="841"/>
                        <a:pt x="816" y="840"/>
                      </a:cubicBezTo>
                      <a:cubicBezTo>
                        <a:pt x="809" y="836"/>
                        <a:pt x="814" y="801"/>
                        <a:pt x="815" y="798"/>
                      </a:cubicBezTo>
                      <a:cubicBezTo>
                        <a:pt x="822" y="775"/>
                        <a:pt x="826" y="764"/>
                        <a:pt x="834" y="751"/>
                      </a:cubicBezTo>
                      <a:cubicBezTo>
                        <a:pt x="831" y="771"/>
                        <a:pt x="830" y="797"/>
                        <a:pt x="833" y="822"/>
                      </a:cubicBezTo>
                      <a:cubicBezTo>
                        <a:pt x="834" y="826"/>
                        <a:pt x="840" y="875"/>
                        <a:pt x="843" y="883"/>
                      </a:cubicBezTo>
                      <a:cubicBezTo>
                        <a:pt x="843" y="885"/>
                        <a:pt x="847" y="887"/>
                        <a:pt x="849" y="886"/>
                      </a:cubicBezTo>
                      <a:cubicBezTo>
                        <a:pt x="850" y="886"/>
                        <a:pt x="852" y="883"/>
                        <a:pt x="852" y="882"/>
                      </a:cubicBezTo>
                      <a:cubicBezTo>
                        <a:pt x="852" y="881"/>
                        <a:pt x="852" y="881"/>
                        <a:pt x="852" y="880"/>
                      </a:cubicBezTo>
                      <a:cubicBezTo>
                        <a:pt x="851" y="878"/>
                        <a:pt x="849" y="855"/>
                        <a:pt x="847" y="841"/>
                      </a:cubicBezTo>
                      <a:cubicBezTo>
                        <a:pt x="847" y="837"/>
                        <a:pt x="851" y="838"/>
                        <a:pt x="854" y="841"/>
                      </a:cubicBezTo>
                      <a:cubicBezTo>
                        <a:pt x="864" y="851"/>
                        <a:pt x="876" y="862"/>
                        <a:pt x="887" y="866"/>
                      </a:cubicBezTo>
                      <a:cubicBezTo>
                        <a:pt x="889" y="867"/>
                        <a:pt x="895" y="868"/>
                        <a:pt x="896" y="862"/>
                      </a:cubicBezTo>
                      <a:cubicBezTo>
                        <a:pt x="898" y="857"/>
                        <a:pt x="894" y="855"/>
                        <a:pt x="892" y="854"/>
                      </a:cubicBezTo>
                      <a:cubicBezTo>
                        <a:pt x="885" y="852"/>
                        <a:pt x="877" y="847"/>
                        <a:pt x="871" y="841"/>
                      </a:cubicBezTo>
                      <a:cubicBezTo>
                        <a:pt x="864" y="836"/>
                        <a:pt x="853" y="822"/>
                        <a:pt x="852" y="803"/>
                      </a:cubicBezTo>
                      <a:cubicBezTo>
                        <a:pt x="850" y="773"/>
                        <a:pt x="858" y="745"/>
                        <a:pt x="865" y="732"/>
                      </a:cubicBezTo>
                      <a:cubicBezTo>
                        <a:pt x="874" y="717"/>
                        <a:pt x="877" y="702"/>
                        <a:pt x="882" y="689"/>
                      </a:cubicBezTo>
                      <a:cubicBezTo>
                        <a:pt x="883" y="691"/>
                        <a:pt x="884" y="692"/>
                        <a:pt x="885" y="693"/>
                      </a:cubicBezTo>
                      <a:cubicBezTo>
                        <a:pt x="898" y="710"/>
                        <a:pt x="910" y="725"/>
                        <a:pt x="923" y="749"/>
                      </a:cubicBezTo>
                      <a:cubicBezTo>
                        <a:pt x="942" y="778"/>
                        <a:pt x="960" y="826"/>
                        <a:pt x="970" y="852"/>
                      </a:cubicBezTo>
                      <a:cubicBezTo>
                        <a:pt x="972" y="855"/>
                        <a:pt x="982" y="893"/>
                        <a:pt x="978" y="902"/>
                      </a:cubicBezTo>
                      <a:cubicBezTo>
                        <a:pt x="977" y="904"/>
                        <a:pt x="977" y="906"/>
                        <a:pt x="979" y="907"/>
                      </a:cubicBezTo>
                      <a:cubicBezTo>
                        <a:pt x="981" y="908"/>
                        <a:pt x="984" y="907"/>
                        <a:pt x="985" y="905"/>
                      </a:cubicBezTo>
                      <a:cubicBezTo>
                        <a:pt x="987" y="900"/>
                        <a:pt x="988" y="892"/>
                        <a:pt x="988" y="884"/>
                      </a:cubicBezTo>
                      <a:cubicBezTo>
                        <a:pt x="988" y="881"/>
                        <a:pt x="988" y="878"/>
                        <a:pt x="988" y="875"/>
                      </a:cubicBezTo>
                      <a:cubicBezTo>
                        <a:pt x="994" y="885"/>
                        <a:pt x="1001" y="894"/>
                        <a:pt x="1009" y="901"/>
                      </a:cubicBezTo>
                      <a:cubicBezTo>
                        <a:pt x="1010" y="902"/>
                        <a:pt x="1013" y="902"/>
                        <a:pt x="1014" y="901"/>
                      </a:cubicBezTo>
                      <a:cubicBezTo>
                        <a:pt x="1016" y="899"/>
                        <a:pt x="1016" y="897"/>
                        <a:pt x="1014" y="895"/>
                      </a:cubicBezTo>
                      <a:cubicBezTo>
                        <a:pt x="1002" y="885"/>
                        <a:pt x="992" y="862"/>
                        <a:pt x="984" y="847"/>
                      </a:cubicBezTo>
                      <a:cubicBezTo>
                        <a:pt x="986" y="845"/>
                        <a:pt x="1022" y="866"/>
                        <a:pt x="1022" y="881"/>
                      </a:cubicBezTo>
                      <a:cubicBezTo>
                        <a:pt x="1022" y="883"/>
                        <a:pt x="1024" y="885"/>
                        <a:pt x="1026" y="885"/>
                      </a:cubicBezTo>
                      <a:cubicBezTo>
                        <a:pt x="1028" y="885"/>
                        <a:pt x="1030" y="884"/>
                        <a:pt x="1030" y="881"/>
                      </a:cubicBezTo>
                      <a:cubicBezTo>
                        <a:pt x="1031" y="874"/>
                        <a:pt x="1026" y="867"/>
                        <a:pt x="1021" y="862"/>
                      </a:cubicBezTo>
                      <a:cubicBezTo>
                        <a:pt x="1025" y="862"/>
                        <a:pt x="1028" y="862"/>
                        <a:pt x="1033" y="862"/>
                      </a:cubicBezTo>
                      <a:cubicBezTo>
                        <a:pt x="1034" y="863"/>
                        <a:pt x="1034" y="863"/>
                        <a:pt x="1034" y="863"/>
                      </a:cubicBezTo>
                      <a:cubicBezTo>
                        <a:pt x="1036" y="863"/>
                        <a:pt x="1038" y="861"/>
                        <a:pt x="1038" y="859"/>
                      </a:cubicBezTo>
                      <a:cubicBezTo>
                        <a:pt x="1038" y="857"/>
                        <a:pt x="1037" y="855"/>
                        <a:pt x="1035" y="855"/>
                      </a:cubicBezTo>
                      <a:cubicBezTo>
                        <a:pt x="1033" y="854"/>
                        <a:pt x="1033" y="854"/>
                        <a:pt x="1033" y="854"/>
                      </a:cubicBezTo>
                      <a:cubicBezTo>
                        <a:pt x="1018" y="854"/>
                        <a:pt x="1004" y="842"/>
                        <a:pt x="994" y="835"/>
                      </a:cubicBezTo>
                      <a:cubicBezTo>
                        <a:pt x="983" y="828"/>
                        <a:pt x="971" y="805"/>
                        <a:pt x="968" y="794"/>
                      </a:cubicBezTo>
                      <a:cubicBezTo>
                        <a:pt x="984" y="814"/>
                        <a:pt x="1010" y="818"/>
                        <a:pt x="1020" y="823"/>
                      </a:cubicBezTo>
                      <a:cubicBezTo>
                        <a:pt x="1023" y="824"/>
                        <a:pt x="1025" y="825"/>
                        <a:pt x="1028" y="826"/>
                      </a:cubicBezTo>
                      <a:cubicBezTo>
                        <a:pt x="1041" y="831"/>
                        <a:pt x="1041" y="831"/>
                        <a:pt x="1041" y="831"/>
                      </a:cubicBezTo>
                      <a:cubicBezTo>
                        <a:pt x="1051" y="836"/>
                        <a:pt x="1055" y="841"/>
                        <a:pt x="1059" y="847"/>
                      </a:cubicBezTo>
                      <a:cubicBezTo>
                        <a:pt x="1063" y="851"/>
                        <a:pt x="1066" y="855"/>
                        <a:pt x="1072" y="860"/>
                      </a:cubicBezTo>
                      <a:cubicBezTo>
                        <a:pt x="1073" y="862"/>
                        <a:pt x="1076" y="862"/>
                        <a:pt x="1077" y="860"/>
                      </a:cubicBezTo>
                      <a:cubicBezTo>
                        <a:pt x="1078" y="859"/>
                        <a:pt x="1078" y="858"/>
                        <a:pt x="1078" y="857"/>
                      </a:cubicBezTo>
                      <a:cubicBezTo>
                        <a:pt x="1078" y="856"/>
                        <a:pt x="1078" y="855"/>
                        <a:pt x="1077" y="854"/>
                      </a:cubicBezTo>
                      <a:cubicBezTo>
                        <a:pt x="1072" y="850"/>
                        <a:pt x="1069" y="846"/>
                        <a:pt x="1066" y="842"/>
                      </a:cubicBezTo>
                      <a:cubicBezTo>
                        <a:pt x="1061" y="835"/>
                        <a:pt x="1056" y="829"/>
                        <a:pt x="1045" y="824"/>
                      </a:cubicBezTo>
                      <a:cubicBezTo>
                        <a:pt x="1045" y="824"/>
                        <a:pt x="1040" y="822"/>
                        <a:pt x="1036" y="821"/>
                      </a:cubicBezTo>
                      <a:cubicBezTo>
                        <a:pt x="1040" y="821"/>
                        <a:pt x="1044" y="821"/>
                        <a:pt x="1047" y="821"/>
                      </a:cubicBezTo>
                      <a:cubicBezTo>
                        <a:pt x="1055" y="820"/>
                        <a:pt x="1055" y="820"/>
                        <a:pt x="1055" y="820"/>
                      </a:cubicBezTo>
                      <a:cubicBezTo>
                        <a:pt x="1065" y="820"/>
                        <a:pt x="1077" y="820"/>
                        <a:pt x="1084" y="814"/>
                      </a:cubicBezTo>
                      <a:cubicBezTo>
                        <a:pt x="1086" y="812"/>
                        <a:pt x="1086" y="810"/>
                        <a:pt x="1084" y="808"/>
                      </a:cubicBezTo>
                      <a:cubicBezTo>
                        <a:pt x="1083" y="806"/>
                        <a:pt x="1080" y="806"/>
                        <a:pt x="1079" y="808"/>
                      </a:cubicBezTo>
                      <a:cubicBezTo>
                        <a:pt x="1074" y="812"/>
                        <a:pt x="1063" y="812"/>
                        <a:pt x="1055" y="812"/>
                      </a:cubicBezTo>
                      <a:cubicBezTo>
                        <a:pt x="1046" y="813"/>
                        <a:pt x="1046" y="813"/>
                        <a:pt x="1046" y="813"/>
                      </a:cubicBezTo>
                      <a:cubicBezTo>
                        <a:pt x="1041" y="813"/>
                        <a:pt x="1007" y="807"/>
                        <a:pt x="981" y="783"/>
                      </a:cubicBezTo>
                      <a:cubicBezTo>
                        <a:pt x="973" y="775"/>
                        <a:pt x="952" y="743"/>
                        <a:pt x="951" y="741"/>
                      </a:cubicBezTo>
                      <a:cubicBezTo>
                        <a:pt x="937" y="715"/>
                        <a:pt x="923" y="699"/>
                        <a:pt x="912" y="682"/>
                      </a:cubicBezTo>
                      <a:cubicBezTo>
                        <a:pt x="907" y="674"/>
                        <a:pt x="902" y="660"/>
                        <a:pt x="899" y="650"/>
                      </a:cubicBezTo>
                      <a:cubicBezTo>
                        <a:pt x="886" y="584"/>
                        <a:pt x="862" y="510"/>
                        <a:pt x="821" y="437"/>
                      </a:cubicBezTo>
                      <a:cubicBezTo>
                        <a:pt x="803" y="406"/>
                        <a:pt x="782" y="376"/>
                        <a:pt x="759" y="347"/>
                      </a:cubicBezTo>
                      <a:cubicBezTo>
                        <a:pt x="756" y="345"/>
                        <a:pt x="756" y="339"/>
                        <a:pt x="760" y="340"/>
                      </a:cubicBezTo>
                      <a:cubicBezTo>
                        <a:pt x="767" y="340"/>
                        <a:pt x="791" y="342"/>
                        <a:pt x="807" y="350"/>
                      </a:cubicBezTo>
                      <a:cubicBezTo>
                        <a:pt x="825" y="360"/>
                        <a:pt x="846" y="377"/>
                        <a:pt x="857" y="389"/>
                      </a:cubicBezTo>
                      <a:cubicBezTo>
                        <a:pt x="864" y="397"/>
                        <a:pt x="917" y="449"/>
                        <a:pt x="929" y="477"/>
                      </a:cubicBezTo>
                      <a:cubicBezTo>
                        <a:pt x="933" y="487"/>
                        <a:pt x="937" y="504"/>
                        <a:pt x="936" y="517"/>
                      </a:cubicBezTo>
                      <a:cubicBezTo>
                        <a:pt x="936" y="522"/>
                        <a:pt x="933" y="532"/>
                        <a:pt x="930" y="535"/>
                      </a:cubicBezTo>
                      <a:cubicBezTo>
                        <a:pt x="928" y="538"/>
                        <a:pt x="925" y="541"/>
                        <a:pt x="921" y="542"/>
                      </a:cubicBezTo>
                      <a:cubicBezTo>
                        <a:pt x="919" y="543"/>
                        <a:pt x="918" y="545"/>
                        <a:pt x="919" y="547"/>
                      </a:cubicBezTo>
                      <a:cubicBezTo>
                        <a:pt x="919" y="549"/>
                        <a:pt x="922" y="550"/>
                        <a:pt x="924" y="550"/>
                      </a:cubicBezTo>
                      <a:cubicBezTo>
                        <a:pt x="929" y="548"/>
                        <a:pt x="933" y="544"/>
                        <a:pt x="936" y="540"/>
                      </a:cubicBezTo>
                      <a:cubicBezTo>
                        <a:pt x="937" y="539"/>
                        <a:pt x="938" y="538"/>
                        <a:pt x="939" y="537"/>
                      </a:cubicBezTo>
                      <a:cubicBezTo>
                        <a:pt x="940" y="537"/>
                        <a:pt x="941" y="537"/>
                        <a:pt x="941" y="537"/>
                      </a:cubicBezTo>
                      <a:cubicBezTo>
                        <a:pt x="944" y="542"/>
                        <a:pt x="946" y="548"/>
                        <a:pt x="953" y="550"/>
                      </a:cubicBezTo>
                      <a:cubicBezTo>
                        <a:pt x="955" y="550"/>
                        <a:pt x="958" y="549"/>
                        <a:pt x="958" y="547"/>
                      </a:cubicBezTo>
                      <a:cubicBezTo>
                        <a:pt x="959" y="545"/>
                        <a:pt x="958" y="543"/>
                        <a:pt x="955" y="542"/>
                      </a:cubicBezTo>
                      <a:cubicBezTo>
                        <a:pt x="952" y="541"/>
                        <a:pt x="946" y="530"/>
                        <a:pt x="947" y="523"/>
                      </a:cubicBezTo>
                      <a:cubicBezTo>
                        <a:pt x="948" y="518"/>
                        <a:pt x="949" y="512"/>
                        <a:pt x="949" y="506"/>
                      </a:cubicBezTo>
                      <a:cubicBezTo>
                        <a:pt x="949" y="499"/>
                        <a:pt x="948" y="492"/>
                        <a:pt x="947" y="485"/>
                      </a:cubicBezTo>
                      <a:cubicBezTo>
                        <a:pt x="955" y="490"/>
                        <a:pt x="963" y="493"/>
                        <a:pt x="970" y="496"/>
                      </a:cubicBezTo>
                      <a:cubicBezTo>
                        <a:pt x="970" y="496"/>
                        <a:pt x="978" y="499"/>
                        <a:pt x="984" y="503"/>
                      </a:cubicBezTo>
                      <a:cubicBezTo>
                        <a:pt x="989" y="508"/>
                        <a:pt x="992" y="517"/>
                        <a:pt x="995" y="523"/>
                      </a:cubicBezTo>
                      <a:cubicBezTo>
                        <a:pt x="996" y="525"/>
                        <a:pt x="996" y="525"/>
                        <a:pt x="996" y="525"/>
                      </a:cubicBezTo>
                      <a:cubicBezTo>
                        <a:pt x="997" y="527"/>
                        <a:pt x="999" y="528"/>
                        <a:pt x="1001" y="527"/>
                      </a:cubicBezTo>
                      <a:cubicBezTo>
                        <a:pt x="1003" y="526"/>
                        <a:pt x="1004" y="525"/>
                        <a:pt x="1004" y="523"/>
                      </a:cubicBezTo>
                      <a:cubicBezTo>
                        <a:pt x="1004" y="523"/>
                        <a:pt x="1004" y="522"/>
                        <a:pt x="1003" y="522"/>
                      </a:cubicBezTo>
                      <a:cubicBezTo>
                        <a:pt x="1003" y="520"/>
                        <a:pt x="1003" y="520"/>
                        <a:pt x="1003" y="520"/>
                      </a:cubicBezTo>
                      <a:cubicBezTo>
                        <a:pt x="1000" y="514"/>
                        <a:pt x="996" y="505"/>
                        <a:pt x="991" y="499"/>
                      </a:cubicBezTo>
                      <a:cubicBezTo>
                        <a:pt x="995" y="499"/>
                        <a:pt x="999" y="498"/>
                        <a:pt x="1003" y="497"/>
                      </a:cubicBezTo>
                      <a:cubicBezTo>
                        <a:pt x="1007" y="497"/>
                        <a:pt x="1007" y="497"/>
                        <a:pt x="1007" y="497"/>
                      </a:cubicBezTo>
                      <a:cubicBezTo>
                        <a:pt x="1009" y="496"/>
                        <a:pt x="1010" y="494"/>
                        <a:pt x="1010" y="493"/>
                      </a:cubicBezTo>
                      <a:cubicBezTo>
                        <a:pt x="1010" y="492"/>
                        <a:pt x="1010" y="492"/>
                        <a:pt x="1010" y="492"/>
                      </a:cubicBezTo>
                      <a:cubicBezTo>
                        <a:pt x="1010" y="490"/>
                        <a:pt x="1008" y="488"/>
                        <a:pt x="1006" y="489"/>
                      </a:cubicBezTo>
                      <a:cubicBezTo>
                        <a:pt x="1001" y="489"/>
                        <a:pt x="1001" y="489"/>
                        <a:pt x="1001" y="489"/>
                      </a:cubicBezTo>
                      <a:cubicBezTo>
                        <a:pt x="997" y="490"/>
                        <a:pt x="993" y="492"/>
                        <a:pt x="988" y="490"/>
                      </a:cubicBezTo>
                      <a:cubicBezTo>
                        <a:pt x="975" y="485"/>
                        <a:pt x="975" y="485"/>
                        <a:pt x="975" y="485"/>
                      </a:cubicBezTo>
                      <a:cubicBezTo>
                        <a:pt x="969" y="482"/>
                        <a:pt x="963" y="480"/>
                        <a:pt x="958" y="478"/>
                      </a:cubicBezTo>
                      <a:cubicBezTo>
                        <a:pt x="954" y="475"/>
                        <a:pt x="947" y="469"/>
                        <a:pt x="943" y="460"/>
                      </a:cubicBezTo>
                      <a:cubicBezTo>
                        <a:pt x="936" y="446"/>
                        <a:pt x="928" y="434"/>
                        <a:pt x="920" y="423"/>
                      </a:cubicBezTo>
                      <a:cubicBezTo>
                        <a:pt x="919" y="421"/>
                        <a:pt x="921" y="420"/>
                        <a:pt x="923" y="421"/>
                      </a:cubicBezTo>
                      <a:cubicBezTo>
                        <a:pt x="924" y="421"/>
                        <a:pt x="926" y="422"/>
                        <a:pt x="927" y="422"/>
                      </a:cubicBezTo>
                      <a:cubicBezTo>
                        <a:pt x="949" y="429"/>
                        <a:pt x="954" y="429"/>
                        <a:pt x="967" y="433"/>
                      </a:cubicBezTo>
                      <a:cubicBezTo>
                        <a:pt x="979" y="437"/>
                        <a:pt x="988" y="438"/>
                        <a:pt x="1002" y="447"/>
                      </a:cubicBezTo>
                      <a:cubicBezTo>
                        <a:pt x="1010" y="455"/>
                        <a:pt x="1016" y="464"/>
                        <a:pt x="1022" y="474"/>
                      </a:cubicBezTo>
                      <a:cubicBezTo>
                        <a:pt x="1026" y="480"/>
                        <a:pt x="1030" y="486"/>
                        <a:pt x="1035" y="492"/>
                      </a:cubicBezTo>
                      <a:cubicBezTo>
                        <a:pt x="1040" y="500"/>
                        <a:pt x="1044" y="507"/>
                        <a:pt x="1044" y="510"/>
                      </a:cubicBezTo>
                      <a:cubicBezTo>
                        <a:pt x="1045" y="515"/>
                        <a:pt x="1045" y="520"/>
                        <a:pt x="1045" y="526"/>
                      </a:cubicBezTo>
                      <a:cubicBezTo>
                        <a:pt x="1045" y="530"/>
                        <a:pt x="1045" y="530"/>
                        <a:pt x="1045" y="530"/>
                      </a:cubicBezTo>
                      <a:cubicBezTo>
                        <a:pt x="1045" y="532"/>
                        <a:pt x="1047" y="534"/>
                        <a:pt x="1049" y="534"/>
                      </a:cubicBezTo>
                      <a:cubicBezTo>
                        <a:pt x="1051" y="534"/>
                        <a:pt x="1053" y="532"/>
                        <a:pt x="1053" y="530"/>
                      </a:cubicBezTo>
                      <a:cubicBezTo>
                        <a:pt x="1053" y="530"/>
                        <a:pt x="1053" y="525"/>
                        <a:pt x="1053" y="524"/>
                      </a:cubicBezTo>
                      <a:cubicBezTo>
                        <a:pt x="1053" y="517"/>
                        <a:pt x="1053" y="511"/>
                        <a:pt x="1051" y="504"/>
                      </a:cubicBezTo>
                      <a:cubicBezTo>
                        <a:pt x="1052" y="505"/>
                        <a:pt x="1054" y="506"/>
                        <a:pt x="1055" y="507"/>
                      </a:cubicBezTo>
                      <a:cubicBezTo>
                        <a:pt x="1061" y="513"/>
                        <a:pt x="1067" y="519"/>
                        <a:pt x="1074" y="519"/>
                      </a:cubicBezTo>
                      <a:cubicBezTo>
                        <a:pt x="1076" y="519"/>
                        <a:pt x="1078" y="518"/>
                        <a:pt x="1078" y="515"/>
                      </a:cubicBezTo>
                      <a:cubicBezTo>
                        <a:pt x="1078" y="513"/>
                        <a:pt x="1077" y="511"/>
                        <a:pt x="1074" y="511"/>
                      </a:cubicBezTo>
                      <a:cubicBezTo>
                        <a:pt x="1071" y="511"/>
                        <a:pt x="1065" y="506"/>
                        <a:pt x="1060" y="501"/>
                      </a:cubicBezTo>
                      <a:cubicBezTo>
                        <a:pt x="1057" y="498"/>
                        <a:pt x="1047" y="488"/>
                        <a:pt x="1045" y="485"/>
                      </a:cubicBezTo>
                      <a:cubicBezTo>
                        <a:pt x="1041" y="480"/>
                        <a:pt x="1036" y="474"/>
                        <a:pt x="1032" y="467"/>
                      </a:cubicBezTo>
                      <a:cubicBezTo>
                        <a:pt x="1026" y="458"/>
                        <a:pt x="1020" y="448"/>
                        <a:pt x="1012" y="440"/>
                      </a:cubicBezTo>
                      <a:cubicBezTo>
                        <a:pt x="1011" y="439"/>
                        <a:pt x="1012" y="437"/>
                        <a:pt x="1013" y="437"/>
                      </a:cubicBezTo>
                      <a:cubicBezTo>
                        <a:pt x="1015" y="437"/>
                        <a:pt x="1016" y="438"/>
                        <a:pt x="1017" y="438"/>
                      </a:cubicBezTo>
                      <a:cubicBezTo>
                        <a:pt x="1034" y="441"/>
                        <a:pt x="1034" y="441"/>
                        <a:pt x="1034" y="441"/>
                      </a:cubicBezTo>
                      <a:cubicBezTo>
                        <a:pt x="1039" y="442"/>
                        <a:pt x="1044" y="442"/>
                        <a:pt x="1049" y="442"/>
                      </a:cubicBezTo>
                      <a:cubicBezTo>
                        <a:pt x="1056" y="442"/>
                        <a:pt x="1063" y="442"/>
                        <a:pt x="1069" y="444"/>
                      </a:cubicBezTo>
                      <a:cubicBezTo>
                        <a:pt x="1071" y="444"/>
                        <a:pt x="1081" y="447"/>
                        <a:pt x="1085" y="449"/>
                      </a:cubicBezTo>
                      <a:cubicBezTo>
                        <a:pt x="1091" y="452"/>
                        <a:pt x="1096" y="455"/>
                        <a:pt x="1103" y="460"/>
                      </a:cubicBezTo>
                      <a:cubicBezTo>
                        <a:pt x="1104" y="461"/>
                        <a:pt x="1107" y="461"/>
                        <a:pt x="1108" y="459"/>
                      </a:cubicBezTo>
                      <a:cubicBezTo>
                        <a:pt x="1109" y="458"/>
                        <a:pt x="1109" y="457"/>
                        <a:pt x="1109" y="457"/>
                      </a:cubicBezTo>
                      <a:cubicBezTo>
                        <a:pt x="1109" y="455"/>
                        <a:pt x="1108" y="454"/>
                        <a:pt x="1107" y="453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85" name="Freeform 498">
                  <a:extLst>
                    <a:ext uri="{FF2B5EF4-FFF2-40B4-BE49-F238E27FC236}">
                      <a16:creationId xmlns:a16="http://schemas.microsoft.com/office/drawing/2014/main" id="{45B091F2-9C98-469B-91FF-6A48FB1CA8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7" y="2466"/>
                  <a:ext cx="121" cy="277"/>
                </a:xfrm>
                <a:custGeom>
                  <a:avLst/>
                  <a:gdLst>
                    <a:gd name="T0" fmla="*/ 492 w 60"/>
                    <a:gd name="T1" fmla="*/ 0 h 129"/>
                    <a:gd name="T2" fmla="*/ 0 w 60"/>
                    <a:gd name="T3" fmla="*/ 1278 h 129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0" h="129">
                      <a:moveTo>
                        <a:pt x="60" y="0"/>
                      </a:moveTo>
                      <a:cubicBezTo>
                        <a:pt x="46" y="20"/>
                        <a:pt x="8" y="99"/>
                        <a:pt x="0" y="129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86" name="Freeform 499">
                  <a:extLst>
                    <a:ext uri="{FF2B5EF4-FFF2-40B4-BE49-F238E27FC236}">
                      <a16:creationId xmlns:a16="http://schemas.microsoft.com/office/drawing/2014/main" id="{57D63136-3A3A-46D1-82DD-142C36F378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3" y="2331"/>
                  <a:ext cx="402" cy="577"/>
                </a:xfrm>
                <a:custGeom>
                  <a:avLst/>
                  <a:gdLst>
                    <a:gd name="T0" fmla="*/ 0 w 200"/>
                    <a:gd name="T1" fmla="*/ 0 h 269"/>
                    <a:gd name="T2" fmla="*/ 732 w 200"/>
                    <a:gd name="T3" fmla="*/ 888 h 269"/>
                    <a:gd name="T4" fmla="*/ 1624 w 200"/>
                    <a:gd name="T5" fmla="*/ 2655 h 269"/>
                    <a:gd name="T6" fmla="*/ 917 w 200"/>
                    <a:gd name="T7" fmla="*/ 1008 h 269"/>
                    <a:gd name="T8" fmla="*/ 0 w 200"/>
                    <a:gd name="T9" fmla="*/ 0 h 26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00" h="269">
                      <a:moveTo>
                        <a:pt x="0" y="0"/>
                      </a:moveTo>
                      <a:cubicBezTo>
                        <a:pt x="10" y="20"/>
                        <a:pt x="59" y="60"/>
                        <a:pt x="90" y="90"/>
                      </a:cubicBezTo>
                      <a:cubicBezTo>
                        <a:pt x="121" y="120"/>
                        <a:pt x="159" y="172"/>
                        <a:pt x="200" y="269"/>
                      </a:cubicBezTo>
                      <a:cubicBezTo>
                        <a:pt x="186" y="220"/>
                        <a:pt x="162" y="157"/>
                        <a:pt x="113" y="102"/>
                      </a:cubicBezTo>
                      <a:cubicBezTo>
                        <a:pt x="64" y="47"/>
                        <a:pt x="7" y="1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87" name="Freeform 500">
                  <a:extLst>
                    <a:ext uri="{FF2B5EF4-FFF2-40B4-BE49-F238E27FC236}">
                      <a16:creationId xmlns:a16="http://schemas.microsoft.com/office/drawing/2014/main" id="{01CE52A2-A53E-4ED8-8525-FBE6B99B13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7" y="2226"/>
                  <a:ext cx="231" cy="143"/>
                </a:xfrm>
                <a:custGeom>
                  <a:avLst/>
                  <a:gdLst>
                    <a:gd name="T0" fmla="*/ 0 w 115"/>
                    <a:gd name="T1" fmla="*/ 455 h 67"/>
                    <a:gd name="T2" fmla="*/ 585 w 115"/>
                    <a:gd name="T3" fmla="*/ 386 h 67"/>
                    <a:gd name="T4" fmla="*/ 932 w 115"/>
                    <a:gd name="T5" fmla="*/ 0 h 67"/>
                    <a:gd name="T6" fmla="*/ 0 w 115"/>
                    <a:gd name="T7" fmla="*/ 455 h 6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5" h="67">
                      <a:moveTo>
                        <a:pt x="0" y="47"/>
                      </a:moveTo>
                      <a:cubicBezTo>
                        <a:pt x="24" y="52"/>
                        <a:pt x="56" y="51"/>
                        <a:pt x="72" y="40"/>
                      </a:cubicBezTo>
                      <a:cubicBezTo>
                        <a:pt x="86" y="31"/>
                        <a:pt x="103" y="21"/>
                        <a:pt x="115" y="0"/>
                      </a:cubicBezTo>
                      <a:cubicBezTo>
                        <a:pt x="103" y="30"/>
                        <a:pt x="72" y="67"/>
                        <a:pt x="0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88" name="Freeform 501">
                  <a:extLst>
                    <a:ext uri="{FF2B5EF4-FFF2-40B4-BE49-F238E27FC236}">
                      <a16:creationId xmlns:a16="http://schemas.microsoft.com/office/drawing/2014/main" id="{2BF52258-7F0C-4E8C-90B5-947B811CD9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8" y="2069"/>
                  <a:ext cx="31" cy="178"/>
                </a:xfrm>
                <a:custGeom>
                  <a:avLst/>
                  <a:gdLst>
                    <a:gd name="T0" fmla="*/ 132 w 15"/>
                    <a:gd name="T1" fmla="*/ 0 h 83"/>
                    <a:gd name="T2" fmla="*/ 52 w 15"/>
                    <a:gd name="T3" fmla="*/ 819 h 8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5" h="83">
                      <a:moveTo>
                        <a:pt x="15" y="0"/>
                      </a:moveTo>
                      <a:cubicBezTo>
                        <a:pt x="11" y="20"/>
                        <a:pt x="0" y="63"/>
                        <a:pt x="6" y="8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89" name="Freeform 502">
                  <a:extLst>
                    <a:ext uri="{FF2B5EF4-FFF2-40B4-BE49-F238E27FC236}">
                      <a16:creationId xmlns:a16="http://schemas.microsoft.com/office/drawing/2014/main" id="{C4ECDC95-0445-4557-84BB-44B1E09C1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6" y="3037"/>
                  <a:ext cx="143" cy="92"/>
                </a:xfrm>
                <a:custGeom>
                  <a:avLst/>
                  <a:gdLst>
                    <a:gd name="T0" fmla="*/ 0 w 71"/>
                    <a:gd name="T1" fmla="*/ 421 h 43"/>
                    <a:gd name="T2" fmla="*/ 580 w 71"/>
                    <a:gd name="T3" fmla="*/ 0 h 43"/>
                    <a:gd name="T4" fmla="*/ 0 w 71"/>
                    <a:gd name="T5" fmla="*/ 421 h 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43">
                      <a:moveTo>
                        <a:pt x="0" y="43"/>
                      </a:moveTo>
                      <a:cubicBezTo>
                        <a:pt x="37" y="33"/>
                        <a:pt x="63" y="9"/>
                        <a:pt x="71" y="0"/>
                      </a:cubicBezTo>
                      <a:cubicBezTo>
                        <a:pt x="63" y="7"/>
                        <a:pt x="22" y="35"/>
                        <a:pt x="0" y="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90" name="Freeform 503">
                  <a:extLst>
                    <a:ext uri="{FF2B5EF4-FFF2-40B4-BE49-F238E27FC236}">
                      <a16:creationId xmlns:a16="http://schemas.microsoft.com/office/drawing/2014/main" id="{585A0445-1FFD-4B3F-B82E-7DEE741D19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4" y="3204"/>
                  <a:ext cx="112" cy="139"/>
                </a:xfrm>
                <a:custGeom>
                  <a:avLst/>
                  <a:gdLst>
                    <a:gd name="T0" fmla="*/ 0 w 56"/>
                    <a:gd name="T1" fmla="*/ 635 h 65"/>
                    <a:gd name="T2" fmla="*/ 448 w 56"/>
                    <a:gd name="T3" fmla="*/ 0 h 6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6" h="65">
                      <a:moveTo>
                        <a:pt x="0" y="65"/>
                      </a:moveTo>
                      <a:cubicBezTo>
                        <a:pt x="8" y="48"/>
                        <a:pt x="45" y="8"/>
                        <a:pt x="56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91" name="Freeform 504">
                  <a:extLst>
                    <a:ext uri="{FF2B5EF4-FFF2-40B4-BE49-F238E27FC236}">
                      <a16:creationId xmlns:a16="http://schemas.microsoft.com/office/drawing/2014/main" id="{F1FACFA4-C5A3-4CFA-AE37-5F1F083C49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3" y="3163"/>
                  <a:ext cx="96" cy="208"/>
                </a:xfrm>
                <a:custGeom>
                  <a:avLst/>
                  <a:gdLst>
                    <a:gd name="T0" fmla="*/ 384 w 48"/>
                    <a:gd name="T1" fmla="*/ 0 h 97"/>
                    <a:gd name="T2" fmla="*/ 120 w 48"/>
                    <a:gd name="T3" fmla="*/ 603 h 97"/>
                    <a:gd name="T4" fmla="*/ 0 w 48"/>
                    <a:gd name="T5" fmla="*/ 956 h 97"/>
                    <a:gd name="T6" fmla="*/ 200 w 48"/>
                    <a:gd name="T7" fmla="*/ 543 h 97"/>
                    <a:gd name="T8" fmla="*/ 384 w 48"/>
                    <a:gd name="T9" fmla="*/ 0 h 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8" h="97">
                      <a:moveTo>
                        <a:pt x="48" y="0"/>
                      </a:moveTo>
                      <a:cubicBezTo>
                        <a:pt x="45" y="19"/>
                        <a:pt x="24" y="43"/>
                        <a:pt x="15" y="61"/>
                      </a:cubicBezTo>
                      <a:cubicBezTo>
                        <a:pt x="6" y="79"/>
                        <a:pt x="2" y="87"/>
                        <a:pt x="0" y="97"/>
                      </a:cubicBezTo>
                      <a:cubicBezTo>
                        <a:pt x="7" y="79"/>
                        <a:pt x="15" y="70"/>
                        <a:pt x="25" y="55"/>
                      </a:cubicBezTo>
                      <a:cubicBezTo>
                        <a:pt x="35" y="40"/>
                        <a:pt x="48" y="11"/>
                        <a:pt x="4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92" name="Freeform 505">
                  <a:extLst>
                    <a:ext uri="{FF2B5EF4-FFF2-40B4-BE49-F238E27FC236}">
                      <a16:creationId xmlns:a16="http://schemas.microsoft.com/office/drawing/2014/main" id="{7C4B83D2-E1B6-4685-90D0-25743132B1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53" y="2466"/>
                  <a:ext cx="94" cy="99"/>
                </a:xfrm>
                <a:custGeom>
                  <a:avLst/>
                  <a:gdLst>
                    <a:gd name="T0" fmla="*/ 0 w 47"/>
                    <a:gd name="T1" fmla="*/ 0 h 46"/>
                    <a:gd name="T2" fmla="*/ 376 w 47"/>
                    <a:gd name="T3" fmla="*/ 458 h 4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7" h="46">
                      <a:moveTo>
                        <a:pt x="0" y="0"/>
                      </a:moveTo>
                      <a:cubicBezTo>
                        <a:pt x="19" y="9"/>
                        <a:pt x="41" y="34"/>
                        <a:pt x="47" y="46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93" name="Freeform 506">
                  <a:extLst>
                    <a:ext uri="{FF2B5EF4-FFF2-40B4-BE49-F238E27FC236}">
                      <a16:creationId xmlns:a16="http://schemas.microsoft.com/office/drawing/2014/main" id="{D3165366-4E71-40A1-A49B-27F0133920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19" y="2219"/>
                  <a:ext cx="50" cy="82"/>
                </a:xfrm>
                <a:custGeom>
                  <a:avLst/>
                  <a:gdLst>
                    <a:gd name="T0" fmla="*/ 120 w 25"/>
                    <a:gd name="T1" fmla="*/ 0 h 38"/>
                    <a:gd name="T2" fmla="*/ 56 w 25"/>
                    <a:gd name="T3" fmla="*/ 313 h 38"/>
                    <a:gd name="T4" fmla="*/ 200 w 25"/>
                    <a:gd name="T5" fmla="*/ 121 h 38"/>
                    <a:gd name="T6" fmla="*/ 144 w 25"/>
                    <a:gd name="T7" fmla="*/ 173 h 38"/>
                    <a:gd name="T8" fmla="*/ 128 w 25"/>
                    <a:gd name="T9" fmla="*/ 60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" h="38">
                      <a:moveTo>
                        <a:pt x="15" y="0"/>
                      </a:moveTo>
                      <a:cubicBezTo>
                        <a:pt x="14" y="7"/>
                        <a:pt x="0" y="25"/>
                        <a:pt x="7" y="31"/>
                      </a:cubicBezTo>
                      <a:cubicBezTo>
                        <a:pt x="13" y="38"/>
                        <a:pt x="22" y="16"/>
                        <a:pt x="25" y="12"/>
                      </a:cubicBezTo>
                      <a:cubicBezTo>
                        <a:pt x="24" y="14"/>
                        <a:pt x="21" y="16"/>
                        <a:pt x="18" y="17"/>
                      </a:cubicBezTo>
                      <a:cubicBezTo>
                        <a:pt x="17" y="14"/>
                        <a:pt x="17" y="10"/>
                        <a:pt x="16" y="6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94" name="Freeform 507">
                  <a:extLst>
                    <a:ext uri="{FF2B5EF4-FFF2-40B4-BE49-F238E27FC236}">
                      <a16:creationId xmlns:a16="http://schemas.microsoft.com/office/drawing/2014/main" id="{AFC2AA26-3FA1-491F-91ED-02A35CAFAF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8" y="3202"/>
                  <a:ext cx="38" cy="60"/>
                </a:xfrm>
                <a:custGeom>
                  <a:avLst/>
                  <a:gdLst>
                    <a:gd name="T0" fmla="*/ 88 w 19"/>
                    <a:gd name="T1" fmla="*/ 0 h 28"/>
                    <a:gd name="T2" fmla="*/ 56 w 19"/>
                    <a:gd name="T3" fmla="*/ 276 h 28"/>
                    <a:gd name="T4" fmla="*/ 152 w 19"/>
                    <a:gd name="T5" fmla="*/ 88 h 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" h="28">
                      <a:moveTo>
                        <a:pt x="11" y="0"/>
                      </a:moveTo>
                      <a:cubicBezTo>
                        <a:pt x="10" y="7"/>
                        <a:pt x="0" y="24"/>
                        <a:pt x="7" y="28"/>
                      </a:cubicBezTo>
                      <a:cubicBezTo>
                        <a:pt x="12" y="23"/>
                        <a:pt x="15" y="15"/>
                        <a:pt x="19" y="9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95" name="Freeform 508">
                  <a:extLst>
                    <a:ext uri="{FF2B5EF4-FFF2-40B4-BE49-F238E27FC236}">
                      <a16:creationId xmlns:a16="http://schemas.microsoft.com/office/drawing/2014/main" id="{DE411F33-C9E9-4043-A2F7-60E1D17090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6" y="3288"/>
                  <a:ext cx="29" cy="73"/>
                </a:xfrm>
                <a:custGeom>
                  <a:avLst/>
                  <a:gdLst>
                    <a:gd name="T0" fmla="*/ 0 w 14"/>
                    <a:gd name="T1" fmla="*/ 112 h 34"/>
                    <a:gd name="T2" fmla="*/ 8 w 14"/>
                    <a:gd name="T3" fmla="*/ 337 h 34"/>
                    <a:gd name="T4" fmla="*/ 124 w 14"/>
                    <a:gd name="T5" fmla="*/ 0 h 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" h="34">
                      <a:moveTo>
                        <a:pt x="0" y="11"/>
                      </a:moveTo>
                      <a:cubicBezTo>
                        <a:pt x="5" y="19"/>
                        <a:pt x="0" y="27"/>
                        <a:pt x="1" y="34"/>
                      </a:cubicBezTo>
                      <a:cubicBezTo>
                        <a:pt x="5" y="23"/>
                        <a:pt x="8" y="11"/>
                        <a:pt x="14" y="0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96" name="Freeform 509">
                  <a:extLst>
                    <a:ext uri="{FF2B5EF4-FFF2-40B4-BE49-F238E27FC236}">
                      <a16:creationId xmlns:a16="http://schemas.microsoft.com/office/drawing/2014/main" id="{A26B1FB4-C3EC-471D-9A22-6920E33C69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0" y="3206"/>
                  <a:ext cx="25" cy="58"/>
                </a:xfrm>
                <a:custGeom>
                  <a:avLst/>
                  <a:gdLst>
                    <a:gd name="T0" fmla="*/ 44 w 12"/>
                    <a:gd name="T1" fmla="*/ 9 h 27"/>
                    <a:gd name="T2" fmla="*/ 0 w 12"/>
                    <a:gd name="T3" fmla="*/ 269 h 27"/>
                    <a:gd name="T4" fmla="*/ 92 w 12"/>
                    <a:gd name="T5" fmla="*/ 129 h 27"/>
                    <a:gd name="T6" fmla="*/ 92 w 12"/>
                    <a:gd name="T7" fmla="*/ 0 h 2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" h="27">
                      <a:moveTo>
                        <a:pt x="5" y="1"/>
                      </a:moveTo>
                      <a:cubicBezTo>
                        <a:pt x="3" y="10"/>
                        <a:pt x="4" y="18"/>
                        <a:pt x="0" y="27"/>
                      </a:cubicBezTo>
                      <a:cubicBezTo>
                        <a:pt x="2" y="26"/>
                        <a:pt x="9" y="16"/>
                        <a:pt x="10" y="13"/>
                      </a:cubicBezTo>
                      <a:cubicBezTo>
                        <a:pt x="12" y="7"/>
                        <a:pt x="10" y="6"/>
                        <a:pt x="10" y="0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97" name="Freeform 510">
                  <a:extLst>
                    <a:ext uri="{FF2B5EF4-FFF2-40B4-BE49-F238E27FC236}">
                      <a16:creationId xmlns:a16="http://schemas.microsoft.com/office/drawing/2014/main" id="{9ACF7528-F2DB-46FB-91B0-C345E5701C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7" y="3343"/>
                  <a:ext cx="34" cy="97"/>
                </a:xfrm>
                <a:custGeom>
                  <a:avLst/>
                  <a:gdLst>
                    <a:gd name="T0" fmla="*/ 8 w 17"/>
                    <a:gd name="T1" fmla="*/ 0 h 45"/>
                    <a:gd name="T2" fmla="*/ 112 w 17"/>
                    <a:gd name="T3" fmla="*/ 209 h 45"/>
                    <a:gd name="T4" fmla="*/ 136 w 17"/>
                    <a:gd name="T5" fmla="*/ 451 h 45"/>
                    <a:gd name="T6" fmla="*/ 0 w 17"/>
                    <a:gd name="T7" fmla="*/ 52 h 4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45">
                      <a:moveTo>
                        <a:pt x="1" y="0"/>
                      </a:moveTo>
                      <a:cubicBezTo>
                        <a:pt x="11" y="9"/>
                        <a:pt x="12" y="10"/>
                        <a:pt x="14" y="21"/>
                      </a:cubicBezTo>
                      <a:cubicBezTo>
                        <a:pt x="15" y="29"/>
                        <a:pt x="16" y="38"/>
                        <a:pt x="17" y="45"/>
                      </a:cubicBezTo>
                      <a:cubicBezTo>
                        <a:pt x="10" y="33"/>
                        <a:pt x="10" y="17"/>
                        <a:pt x="0" y="5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98" name="Freeform 511">
                  <a:extLst>
                    <a:ext uri="{FF2B5EF4-FFF2-40B4-BE49-F238E27FC236}">
                      <a16:creationId xmlns:a16="http://schemas.microsoft.com/office/drawing/2014/main" id="{82E343A2-176F-4F62-9083-ED744092E6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6" y="2213"/>
                  <a:ext cx="34" cy="64"/>
                </a:xfrm>
                <a:custGeom>
                  <a:avLst/>
                  <a:gdLst>
                    <a:gd name="T0" fmla="*/ 0 w 17"/>
                    <a:gd name="T1" fmla="*/ 173 h 30"/>
                    <a:gd name="T2" fmla="*/ 24 w 17"/>
                    <a:gd name="T3" fmla="*/ 273 h 30"/>
                    <a:gd name="T4" fmla="*/ 136 w 17"/>
                    <a:gd name="T5" fmla="*/ 292 h 30"/>
                    <a:gd name="T6" fmla="*/ 40 w 17"/>
                    <a:gd name="T7" fmla="*/ 0 h 30"/>
                    <a:gd name="T8" fmla="*/ 16 w 17"/>
                    <a:gd name="T9" fmla="*/ 105 h 3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7" h="30">
                      <a:moveTo>
                        <a:pt x="0" y="18"/>
                      </a:moveTo>
                      <a:cubicBezTo>
                        <a:pt x="1" y="22"/>
                        <a:pt x="2" y="25"/>
                        <a:pt x="3" y="28"/>
                      </a:cubicBezTo>
                      <a:cubicBezTo>
                        <a:pt x="8" y="26"/>
                        <a:pt x="13" y="28"/>
                        <a:pt x="17" y="30"/>
                      </a:cubicBezTo>
                      <a:cubicBezTo>
                        <a:pt x="15" y="22"/>
                        <a:pt x="10" y="7"/>
                        <a:pt x="5" y="0"/>
                      </a:cubicBezTo>
                      <a:cubicBezTo>
                        <a:pt x="5" y="4"/>
                        <a:pt x="3" y="11"/>
                        <a:pt x="2" y="11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199" name="Freeform 512">
                  <a:extLst>
                    <a:ext uri="{FF2B5EF4-FFF2-40B4-BE49-F238E27FC236}">
                      <a16:creationId xmlns:a16="http://schemas.microsoft.com/office/drawing/2014/main" id="{538FF4BD-C2F3-4937-9605-EE80A8BCDC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8" y="2093"/>
                  <a:ext cx="15" cy="17"/>
                </a:xfrm>
                <a:custGeom>
                  <a:avLst/>
                  <a:gdLst>
                    <a:gd name="T0" fmla="*/ 9 w 7"/>
                    <a:gd name="T1" fmla="*/ 0 h 8"/>
                    <a:gd name="T2" fmla="*/ 0 w 7"/>
                    <a:gd name="T3" fmla="*/ 77 h 8"/>
                    <a:gd name="T4" fmla="*/ 69 w 7"/>
                    <a:gd name="T5" fmla="*/ 49 h 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" h="8">
                      <a:moveTo>
                        <a:pt x="1" y="0"/>
                      </a:moveTo>
                      <a:cubicBezTo>
                        <a:pt x="0" y="2"/>
                        <a:pt x="0" y="6"/>
                        <a:pt x="0" y="8"/>
                      </a:cubicBezTo>
                      <a:cubicBezTo>
                        <a:pt x="2" y="8"/>
                        <a:pt x="5" y="7"/>
                        <a:pt x="7" y="5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00" name="Freeform 513">
                  <a:extLst>
                    <a:ext uri="{FF2B5EF4-FFF2-40B4-BE49-F238E27FC236}">
                      <a16:creationId xmlns:a16="http://schemas.microsoft.com/office/drawing/2014/main" id="{7DB4C403-8A53-4191-9899-6E2E37DD1C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4" y="2022"/>
                  <a:ext cx="72" cy="64"/>
                </a:xfrm>
                <a:custGeom>
                  <a:avLst/>
                  <a:gdLst>
                    <a:gd name="T0" fmla="*/ 168 w 36"/>
                    <a:gd name="T1" fmla="*/ 0 h 30"/>
                    <a:gd name="T2" fmla="*/ 0 w 36"/>
                    <a:gd name="T3" fmla="*/ 292 h 30"/>
                    <a:gd name="T4" fmla="*/ 176 w 36"/>
                    <a:gd name="T5" fmla="*/ 60 h 3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" h="30">
                      <a:moveTo>
                        <a:pt x="21" y="0"/>
                      </a:moveTo>
                      <a:cubicBezTo>
                        <a:pt x="36" y="25"/>
                        <a:pt x="18" y="20"/>
                        <a:pt x="0" y="30"/>
                      </a:cubicBezTo>
                      <a:cubicBezTo>
                        <a:pt x="8" y="28"/>
                        <a:pt x="19" y="14"/>
                        <a:pt x="22" y="6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01" name="Freeform 514">
                  <a:extLst>
                    <a:ext uri="{FF2B5EF4-FFF2-40B4-BE49-F238E27FC236}">
                      <a16:creationId xmlns:a16="http://schemas.microsoft.com/office/drawing/2014/main" id="{9BB0119F-46F4-4CC5-996D-9C883ABD34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2140"/>
                  <a:ext cx="61" cy="49"/>
                </a:xfrm>
                <a:custGeom>
                  <a:avLst/>
                  <a:gdLst>
                    <a:gd name="T0" fmla="*/ 100 w 30"/>
                    <a:gd name="T1" fmla="*/ 0 h 23"/>
                    <a:gd name="T2" fmla="*/ 0 w 30"/>
                    <a:gd name="T3" fmla="*/ 222 h 23"/>
                    <a:gd name="T4" fmla="*/ 67 w 30"/>
                    <a:gd name="T5" fmla="*/ 19 h 2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" h="23">
                      <a:moveTo>
                        <a:pt x="12" y="0"/>
                      </a:moveTo>
                      <a:cubicBezTo>
                        <a:pt x="30" y="8"/>
                        <a:pt x="4" y="18"/>
                        <a:pt x="0" y="23"/>
                      </a:cubicBezTo>
                      <a:cubicBezTo>
                        <a:pt x="3" y="17"/>
                        <a:pt x="5" y="8"/>
                        <a:pt x="8" y="2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02" name="Freeform 515">
                  <a:extLst>
                    <a:ext uri="{FF2B5EF4-FFF2-40B4-BE49-F238E27FC236}">
                      <a16:creationId xmlns:a16="http://schemas.microsoft.com/office/drawing/2014/main" id="{7C3001FB-1F44-4363-8CB5-E8A2DBE7B2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187"/>
                  <a:ext cx="44" cy="26"/>
                </a:xfrm>
                <a:custGeom>
                  <a:avLst/>
                  <a:gdLst>
                    <a:gd name="T0" fmla="*/ 0 w 22"/>
                    <a:gd name="T1" fmla="*/ 20 h 12"/>
                    <a:gd name="T2" fmla="*/ 176 w 22"/>
                    <a:gd name="T3" fmla="*/ 0 h 1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2" h="12">
                      <a:moveTo>
                        <a:pt x="0" y="2"/>
                      </a:moveTo>
                      <a:cubicBezTo>
                        <a:pt x="7" y="7"/>
                        <a:pt x="19" y="12"/>
                        <a:pt x="22" y="0"/>
                      </a:cubicBezTo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03" name="Freeform 516">
                  <a:extLst>
                    <a:ext uri="{FF2B5EF4-FFF2-40B4-BE49-F238E27FC236}">
                      <a16:creationId xmlns:a16="http://schemas.microsoft.com/office/drawing/2014/main" id="{6AA75FF5-5AF1-4888-8545-D6552E9212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22" y="2254"/>
                  <a:ext cx="191" cy="313"/>
                </a:xfrm>
                <a:custGeom>
                  <a:avLst/>
                  <a:gdLst>
                    <a:gd name="T0" fmla="*/ 537 w 95"/>
                    <a:gd name="T1" fmla="*/ 0 h 146"/>
                    <a:gd name="T2" fmla="*/ 772 w 95"/>
                    <a:gd name="T3" fmla="*/ 96 h 146"/>
                    <a:gd name="T4" fmla="*/ 0 w 95"/>
                    <a:gd name="T5" fmla="*/ 1439 h 146"/>
                    <a:gd name="T6" fmla="*/ 619 w 95"/>
                    <a:gd name="T7" fmla="*/ 197 h 146"/>
                    <a:gd name="T8" fmla="*/ 537 w 95"/>
                    <a:gd name="T9" fmla="*/ 0 h 1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95" h="146">
                      <a:moveTo>
                        <a:pt x="66" y="0"/>
                      </a:moveTo>
                      <a:cubicBezTo>
                        <a:pt x="77" y="9"/>
                        <a:pt x="95" y="10"/>
                        <a:pt x="95" y="10"/>
                      </a:cubicBezTo>
                      <a:cubicBezTo>
                        <a:pt x="87" y="19"/>
                        <a:pt x="26" y="94"/>
                        <a:pt x="0" y="146"/>
                      </a:cubicBezTo>
                      <a:cubicBezTo>
                        <a:pt x="16" y="99"/>
                        <a:pt x="72" y="33"/>
                        <a:pt x="76" y="20"/>
                      </a:cubicBezTo>
                      <a:cubicBezTo>
                        <a:pt x="80" y="7"/>
                        <a:pt x="71" y="3"/>
                        <a:pt x="66" y="0"/>
                      </a:cubicBezTo>
                      <a:close/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04" name="Freeform 517">
                  <a:extLst>
                    <a:ext uri="{FF2B5EF4-FFF2-40B4-BE49-F238E27FC236}">
                      <a16:creationId xmlns:a16="http://schemas.microsoft.com/office/drawing/2014/main" id="{96F4977E-939C-47D4-9421-7CD6848C71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63" y="2970"/>
                  <a:ext cx="43" cy="165"/>
                </a:xfrm>
                <a:custGeom>
                  <a:avLst/>
                  <a:gdLst>
                    <a:gd name="T0" fmla="*/ 0 w 21"/>
                    <a:gd name="T1" fmla="*/ 0 h 77"/>
                    <a:gd name="T2" fmla="*/ 180 w 21"/>
                    <a:gd name="T3" fmla="*/ 759 h 77"/>
                    <a:gd name="T4" fmla="*/ 0 w 21"/>
                    <a:gd name="T5" fmla="*/ 0 h 7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" h="77">
                      <a:moveTo>
                        <a:pt x="0" y="0"/>
                      </a:moveTo>
                      <a:cubicBezTo>
                        <a:pt x="8" y="15"/>
                        <a:pt x="20" y="70"/>
                        <a:pt x="21" y="77"/>
                      </a:cubicBezTo>
                      <a:cubicBezTo>
                        <a:pt x="11" y="58"/>
                        <a:pt x="2" y="14"/>
                        <a:pt x="0" y="0"/>
                      </a:cubicBezTo>
                      <a:close/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05" name="Freeform 518">
                  <a:extLst>
                    <a:ext uri="{FF2B5EF4-FFF2-40B4-BE49-F238E27FC236}">
                      <a16:creationId xmlns:a16="http://schemas.microsoft.com/office/drawing/2014/main" id="{BD2D4ED1-30E2-4C5F-80A7-5626DFD4C0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5" y="2979"/>
                  <a:ext cx="44" cy="210"/>
                </a:xfrm>
                <a:custGeom>
                  <a:avLst/>
                  <a:gdLst>
                    <a:gd name="T0" fmla="*/ 176 w 22"/>
                    <a:gd name="T1" fmla="*/ 0 h 98"/>
                    <a:gd name="T2" fmla="*/ 32 w 22"/>
                    <a:gd name="T3" fmla="*/ 964 h 98"/>
                    <a:gd name="T4" fmla="*/ 176 w 22"/>
                    <a:gd name="T5" fmla="*/ 0 h 9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" h="98">
                      <a:moveTo>
                        <a:pt x="22" y="0"/>
                      </a:moveTo>
                      <a:cubicBezTo>
                        <a:pt x="17" y="21"/>
                        <a:pt x="0" y="79"/>
                        <a:pt x="4" y="98"/>
                      </a:cubicBezTo>
                      <a:cubicBezTo>
                        <a:pt x="0" y="62"/>
                        <a:pt x="8" y="19"/>
                        <a:pt x="22" y="0"/>
                      </a:cubicBezTo>
                      <a:close/>
                    </a:path>
                  </a:pathLst>
                </a:custGeom>
                <a:solidFill>
                  <a:srgbClr val="F9C6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06" name="Freeform 519">
                  <a:extLst>
                    <a:ext uri="{FF2B5EF4-FFF2-40B4-BE49-F238E27FC236}">
                      <a16:creationId xmlns:a16="http://schemas.microsoft.com/office/drawing/2014/main" id="{368973CD-6430-49AA-A3F0-E7267A542A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3065"/>
                  <a:ext cx="14" cy="12"/>
                </a:xfrm>
                <a:custGeom>
                  <a:avLst/>
                  <a:gdLst>
                    <a:gd name="T0" fmla="*/ 0 w 7"/>
                    <a:gd name="T1" fmla="*/ 16 h 6"/>
                    <a:gd name="T2" fmla="*/ 32 w 7"/>
                    <a:gd name="T3" fmla="*/ 8 h 6"/>
                    <a:gd name="T4" fmla="*/ 56 w 7"/>
                    <a:gd name="T5" fmla="*/ 32 h 6"/>
                    <a:gd name="T6" fmla="*/ 24 w 7"/>
                    <a:gd name="T7" fmla="*/ 40 h 6"/>
                    <a:gd name="T8" fmla="*/ 0 w 7"/>
                    <a:gd name="T9" fmla="*/ 16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0" y="2"/>
                      </a:moveTo>
                      <a:cubicBezTo>
                        <a:pt x="1" y="1"/>
                        <a:pt x="2" y="0"/>
                        <a:pt x="4" y="1"/>
                      </a:cubicBezTo>
                      <a:cubicBezTo>
                        <a:pt x="6" y="1"/>
                        <a:pt x="7" y="3"/>
                        <a:pt x="7" y="4"/>
                      </a:cubicBezTo>
                      <a:cubicBezTo>
                        <a:pt x="7" y="5"/>
                        <a:pt x="5" y="6"/>
                        <a:pt x="3" y="5"/>
                      </a:cubicBezTo>
                      <a:cubicBezTo>
                        <a:pt x="1" y="5"/>
                        <a:pt x="0" y="3"/>
                        <a:pt x="0" y="2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07" name="Freeform 520">
                  <a:extLst>
                    <a:ext uri="{FF2B5EF4-FFF2-40B4-BE49-F238E27FC236}">
                      <a16:creationId xmlns:a16="http://schemas.microsoft.com/office/drawing/2014/main" id="{2B21C6E0-A6CE-4167-B8AC-E11A266281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3060"/>
                  <a:ext cx="17" cy="11"/>
                </a:xfrm>
                <a:custGeom>
                  <a:avLst/>
                  <a:gdLst>
                    <a:gd name="T0" fmla="*/ 9 w 8"/>
                    <a:gd name="T1" fmla="*/ 44 h 5"/>
                    <a:gd name="T2" fmla="*/ 28 w 8"/>
                    <a:gd name="T3" fmla="*/ 0 h 5"/>
                    <a:gd name="T4" fmla="*/ 68 w 8"/>
                    <a:gd name="T5" fmla="*/ 9 h 5"/>
                    <a:gd name="T6" fmla="*/ 49 w 8"/>
                    <a:gd name="T7" fmla="*/ 53 h 5"/>
                    <a:gd name="T8" fmla="*/ 9 w 8"/>
                    <a:gd name="T9" fmla="*/ 44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" h="5">
                      <a:moveTo>
                        <a:pt x="1" y="4"/>
                      </a:moveTo>
                      <a:cubicBezTo>
                        <a:pt x="0" y="3"/>
                        <a:pt x="1" y="1"/>
                        <a:pt x="3" y="0"/>
                      </a:cubicBezTo>
                      <a:cubicBezTo>
                        <a:pt x="5" y="0"/>
                        <a:pt x="7" y="0"/>
                        <a:pt x="7" y="1"/>
                      </a:cubicBezTo>
                      <a:cubicBezTo>
                        <a:pt x="8" y="2"/>
                        <a:pt x="7" y="4"/>
                        <a:pt x="5" y="5"/>
                      </a:cubicBezTo>
                      <a:cubicBezTo>
                        <a:pt x="3" y="5"/>
                        <a:pt x="1" y="5"/>
                        <a:pt x="1" y="4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08" name="Freeform 521">
                  <a:extLst>
                    <a:ext uri="{FF2B5EF4-FFF2-40B4-BE49-F238E27FC236}">
                      <a16:creationId xmlns:a16="http://schemas.microsoft.com/office/drawing/2014/main" id="{999C2EAA-2361-4F8D-829E-2862908019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2" y="3352"/>
                  <a:ext cx="14" cy="11"/>
                </a:xfrm>
                <a:custGeom>
                  <a:avLst/>
                  <a:gdLst>
                    <a:gd name="T0" fmla="*/ 0 w 7"/>
                    <a:gd name="T1" fmla="*/ 33 h 5"/>
                    <a:gd name="T2" fmla="*/ 24 w 7"/>
                    <a:gd name="T3" fmla="*/ 0 h 5"/>
                    <a:gd name="T4" fmla="*/ 56 w 7"/>
                    <a:gd name="T5" fmla="*/ 33 h 5"/>
                    <a:gd name="T6" fmla="*/ 24 w 7"/>
                    <a:gd name="T7" fmla="*/ 53 h 5"/>
                    <a:gd name="T8" fmla="*/ 0 w 7"/>
                    <a:gd name="T9" fmla="*/ 33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5">
                      <a:moveTo>
                        <a:pt x="0" y="3"/>
                      </a:moveTo>
                      <a:cubicBezTo>
                        <a:pt x="0" y="1"/>
                        <a:pt x="1" y="0"/>
                        <a:pt x="3" y="0"/>
                      </a:cubicBezTo>
                      <a:cubicBezTo>
                        <a:pt x="5" y="0"/>
                        <a:pt x="7" y="2"/>
                        <a:pt x="7" y="3"/>
                      </a:cubicBezTo>
                      <a:cubicBezTo>
                        <a:pt x="7" y="4"/>
                        <a:pt x="5" y="5"/>
                        <a:pt x="3" y="5"/>
                      </a:cubicBezTo>
                      <a:cubicBezTo>
                        <a:pt x="1" y="5"/>
                        <a:pt x="0" y="4"/>
                        <a:pt x="0" y="3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09" name="Freeform 522">
                  <a:extLst>
                    <a:ext uri="{FF2B5EF4-FFF2-40B4-BE49-F238E27FC236}">
                      <a16:creationId xmlns:a16="http://schemas.microsoft.com/office/drawing/2014/main" id="{3153A617-D3A5-4A5F-9281-D1469884C1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0" y="3567"/>
                  <a:ext cx="14" cy="15"/>
                </a:xfrm>
                <a:custGeom>
                  <a:avLst/>
                  <a:gdLst>
                    <a:gd name="T0" fmla="*/ 8 w 7"/>
                    <a:gd name="T1" fmla="*/ 9 h 7"/>
                    <a:gd name="T2" fmla="*/ 40 w 7"/>
                    <a:gd name="T3" fmla="*/ 9 h 7"/>
                    <a:gd name="T4" fmla="*/ 48 w 7"/>
                    <a:gd name="T5" fmla="*/ 51 h 7"/>
                    <a:gd name="T6" fmla="*/ 16 w 7"/>
                    <a:gd name="T7" fmla="*/ 51 h 7"/>
                    <a:gd name="T8" fmla="*/ 8 w 7"/>
                    <a:gd name="T9" fmla="*/ 9 h 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7">
                      <a:moveTo>
                        <a:pt x="1" y="1"/>
                      </a:moveTo>
                      <a:cubicBezTo>
                        <a:pt x="1" y="0"/>
                        <a:pt x="3" y="0"/>
                        <a:pt x="5" y="1"/>
                      </a:cubicBezTo>
                      <a:cubicBezTo>
                        <a:pt x="6" y="2"/>
                        <a:pt x="7" y="4"/>
                        <a:pt x="6" y="5"/>
                      </a:cubicBezTo>
                      <a:cubicBezTo>
                        <a:pt x="6" y="7"/>
                        <a:pt x="4" y="7"/>
                        <a:pt x="2" y="5"/>
                      </a:cubicBezTo>
                      <a:cubicBezTo>
                        <a:pt x="1" y="4"/>
                        <a:pt x="0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10" name="Freeform 523">
                  <a:extLst>
                    <a:ext uri="{FF2B5EF4-FFF2-40B4-BE49-F238E27FC236}">
                      <a16:creationId xmlns:a16="http://schemas.microsoft.com/office/drawing/2014/main" id="{A289AA39-C875-4CB7-B694-49D060FE00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3" y="3717"/>
                  <a:ext cx="14" cy="10"/>
                </a:xfrm>
                <a:custGeom>
                  <a:avLst/>
                  <a:gdLst>
                    <a:gd name="T0" fmla="*/ 0 w 7"/>
                    <a:gd name="T1" fmla="*/ 24 h 5"/>
                    <a:gd name="T2" fmla="*/ 24 w 7"/>
                    <a:gd name="T3" fmla="*/ 0 h 5"/>
                    <a:gd name="T4" fmla="*/ 56 w 7"/>
                    <a:gd name="T5" fmla="*/ 16 h 5"/>
                    <a:gd name="T6" fmla="*/ 32 w 7"/>
                    <a:gd name="T7" fmla="*/ 40 h 5"/>
                    <a:gd name="T8" fmla="*/ 0 w 7"/>
                    <a:gd name="T9" fmla="*/ 24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5">
                      <a:moveTo>
                        <a:pt x="0" y="3"/>
                      </a:moveTo>
                      <a:cubicBezTo>
                        <a:pt x="0" y="2"/>
                        <a:pt x="1" y="0"/>
                        <a:pt x="3" y="0"/>
                      </a:cubicBezTo>
                      <a:cubicBezTo>
                        <a:pt x="5" y="0"/>
                        <a:pt x="7" y="0"/>
                        <a:pt x="7" y="2"/>
                      </a:cubicBezTo>
                      <a:cubicBezTo>
                        <a:pt x="7" y="3"/>
                        <a:pt x="6" y="4"/>
                        <a:pt x="4" y="5"/>
                      </a:cubicBezTo>
                      <a:cubicBezTo>
                        <a:pt x="2" y="5"/>
                        <a:pt x="0" y="4"/>
                        <a:pt x="0" y="3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11" name="Freeform 524">
                  <a:extLst>
                    <a:ext uri="{FF2B5EF4-FFF2-40B4-BE49-F238E27FC236}">
                      <a16:creationId xmlns:a16="http://schemas.microsoft.com/office/drawing/2014/main" id="{767B0830-57EA-40AF-B608-6DFE30A77B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3706"/>
                  <a:ext cx="16" cy="13"/>
                </a:xfrm>
                <a:custGeom>
                  <a:avLst/>
                  <a:gdLst>
                    <a:gd name="T0" fmla="*/ 8 w 8"/>
                    <a:gd name="T1" fmla="*/ 9 h 6"/>
                    <a:gd name="T2" fmla="*/ 40 w 8"/>
                    <a:gd name="T3" fmla="*/ 9 h 6"/>
                    <a:gd name="T4" fmla="*/ 56 w 8"/>
                    <a:gd name="T5" fmla="*/ 52 h 6"/>
                    <a:gd name="T6" fmla="*/ 24 w 8"/>
                    <a:gd name="T7" fmla="*/ 52 h 6"/>
                    <a:gd name="T8" fmla="*/ 8 w 8"/>
                    <a:gd name="T9" fmla="*/ 9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" h="6">
                      <a:moveTo>
                        <a:pt x="1" y="1"/>
                      </a:moveTo>
                      <a:cubicBezTo>
                        <a:pt x="1" y="0"/>
                        <a:pt x="3" y="0"/>
                        <a:pt x="5" y="1"/>
                      </a:cubicBezTo>
                      <a:cubicBezTo>
                        <a:pt x="7" y="2"/>
                        <a:pt x="8" y="4"/>
                        <a:pt x="7" y="5"/>
                      </a:cubicBezTo>
                      <a:cubicBezTo>
                        <a:pt x="6" y="6"/>
                        <a:pt x="5" y="6"/>
                        <a:pt x="3" y="5"/>
                      </a:cubicBezTo>
                      <a:cubicBezTo>
                        <a:pt x="1" y="4"/>
                        <a:pt x="0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12" name="Freeform 525">
                  <a:extLst>
                    <a:ext uri="{FF2B5EF4-FFF2-40B4-BE49-F238E27FC236}">
                      <a16:creationId xmlns:a16="http://schemas.microsoft.com/office/drawing/2014/main" id="{86B606FA-C68B-4C86-B708-316A9B8A8E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" y="3592"/>
                  <a:ext cx="16" cy="13"/>
                </a:xfrm>
                <a:custGeom>
                  <a:avLst/>
                  <a:gdLst>
                    <a:gd name="T0" fmla="*/ 8 w 8"/>
                    <a:gd name="T1" fmla="*/ 43 h 6"/>
                    <a:gd name="T2" fmla="*/ 24 w 8"/>
                    <a:gd name="T3" fmla="*/ 9 h 6"/>
                    <a:gd name="T4" fmla="*/ 56 w 8"/>
                    <a:gd name="T5" fmla="*/ 9 h 6"/>
                    <a:gd name="T6" fmla="*/ 40 w 8"/>
                    <a:gd name="T7" fmla="*/ 52 h 6"/>
                    <a:gd name="T8" fmla="*/ 8 w 8"/>
                    <a:gd name="T9" fmla="*/ 43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" h="6">
                      <a:moveTo>
                        <a:pt x="1" y="4"/>
                      </a:moveTo>
                      <a:cubicBezTo>
                        <a:pt x="0" y="3"/>
                        <a:pt x="1" y="2"/>
                        <a:pt x="3" y="1"/>
                      </a:cubicBezTo>
                      <a:cubicBezTo>
                        <a:pt x="4" y="0"/>
                        <a:pt x="6" y="0"/>
                        <a:pt x="7" y="1"/>
                      </a:cubicBezTo>
                      <a:cubicBezTo>
                        <a:pt x="8" y="3"/>
                        <a:pt x="7" y="4"/>
                        <a:pt x="5" y="5"/>
                      </a:cubicBezTo>
                      <a:cubicBezTo>
                        <a:pt x="3" y="6"/>
                        <a:pt x="1" y="5"/>
                        <a:pt x="1" y="4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13" name="Freeform 526">
                  <a:extLst>
                    <a:ext uri="{FF2B5EF4-FFF2-40B4-BE49-F238E27FC236}">
                      <a16:creationId xmlns:a16="http://schemas.microsoft.com/office/drawing/2014/main" id="{224E2064-196E-4898-BC88-1E401FE0E9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30" y="3481"/>
                  <a:ext cx="16" cy="10"/>
                </a:xfrm>
                <a:custGeom>
                  <a:avLst/>
                  <a:gdLst>
                    <a:gd name="T0" fmla="*/ 8 w 8"/>
                    <a:gd name="T1" fmla="*/ 32 h 5"/>
                    <a:gd name="T2" fmla="*/ 24 w 8"/>
                    <a:gd name="T3" fmla="*/ 0 h 5"/>
                    <a:gd name="T4" fmla="*/ 56 w 8"/>
                    <a:gd name="T5" fmla="*/ 8 h 5"/>
                    <a:gd name="T6" fmla="*/ 40 w 8"/>
                    <a:gd name="T7" fmla="*/ 40 h 5"/>
                    <a:gd name="T8" fmla="*/ 8 w 8"/>
                    <a:gd name="T9" fmla="*/ 32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" h="5">
                      <a:moveTo>
                        <a:pt x="1" y="4"/>
                      </a:moveTo>
                      <a:cubicBezTo>
                        <a:pt x="0" y="3"/>
                        <a:pt x="1" y="1"/>
                        <a:pt x="3" y="0"/>
                      </a:cubicBezTo>
                      <a:cubicBezTo>
                        <a:pt x="5" y="0"/>
                        <a:pt x="7" y="0"/>
                        <a:pt x="7" y="1"/>
                      </a:cubicBezTo>
                      <a:cubicBezTo>
                        <a:pt x="8" y="2"/>
                        <a:pt x="7" y="4"/>
                        <a:pt x="5" y="5"/>
                      </a:cubicBezTo>
                      <a:cubicBezTo>
                        <a:pt x="4" y="5"/>
                        <a:pt x="2" y="5"/>
                        <a:pt x="1" y="4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14" name="Freeform 527">
                  <a:extLst>
                    <a:ext uri="{FF2B5EF4-FFF2-40B4-BE49-F238E27FC236}">
                      <a16:creationId xmlns:a16="http://schemas.microsoft.com/office/drawing/2014/main" id="{CABDEAB6-4B3B-455E-8320-CB005C886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6" y="3204"/>
                  <a:ext cx="14" cy="13"/>
                </a:xfrm>
                <a:custGeom>
                  <a:avLst/>
                  <a:gdLst>
                    <a:gd name="T0" fmla="*/ 0 w 7"/>
                    <a:gd name="T1" fmla="*/ 9 h 6"/>
                    <a:gd name="T2" fmla="*/ 32 w 7"/>
                    <a:gd name="T3" fmla="*/ 0 h 6"/>
                    <a:gd name="T4" fmla="*/ 56 w 7"/>
                    <a:gd name="T5" fmla="*/ 43 h 6"/>
                    <a:gd name="T6" fmla="*/ 24 w 7"/>
                    <a:gd name="T7" fmla="*/ 52 h 6"/>
                    <a:gd name="T8" fmla="*/ 0 w 7"/>
                    <a:gd name="T9" fmla="*/ 9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0" y="1"/>
                      </a:moveTo>
                      <a:cubicBezTo>
                        <a:pt x="1" y="0"/>
                        <a:pt x="2" y="0"/>
                        <a:pt x="4" y="0"/>
                      </a:cubicBezTo>
                      <a:cubicBezTo>
                        <a:pt x="6" y="1"/>
                        <a:pt x="7" y="3"/>
                        <a:pt x="7" y="4"/>
                      </a:cubicBezTo>
                      <a:cubicBezTo>
                        <a:pt x="7" y="5"/>
                        <a:pt x="5" y="6"/>
                        <a:pt x="3" y="5"/>
                      </a:cubicBezTo>
                      <a:cubicBezTo>
                        <a:pt x="1" y="4"/>
                        <a:pt x="0" y="3"/>
                        <a:pt x="0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15" name="Freeform 528">
                  <a:extLst>
                    <a:ext uri="{FF2B5EF4-FFF2-40B4-BE49-F238E27FC236}">
                      <a16:creationId xmlns:a16="http://schemas.microsoft.com/office/drawing/2014/main" id="{19E81799-098C-4DF7-ACB6-796944622F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0" y="2704"/>
                  <a:ext cx="14" cy="13"/>
                </a:xfrm>
                <a:custGeom>
                  <a:avLst/>
                  <a:gdLst>
                    <a:gd name="T0" fmla="*/ 0 w 7"/>
                    <a:gd name="T1" fmla="*/ 9 h 6"/>
                    <a:gd name="T2" fmla="*/ 32 w 7"/>
                    <a:gd name="T3" fmla="*/ 9 h 6"/>
                    <a:gd name="T4" fmla="*/ 48 w 7"/>
                    <a:gd name="T5" fmla="*/ 52 h 6"/>
                    <a:gd name="T6" fmla="*/ 16 w 7"/>
                    <a:gd name="T7" fmla="*/ 52 h 6"/>
                    <a:gd name="T8" fmla="*/ 0 w 7"/>
                    <a:gd name="T9" fmla="*/ 9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0" y="1"/>
                      </a:moveTo>
                      <a:cubicBezTo>
                        <a:pt x="1" y="0"/>
                        <a:pt x="3" y="0"/>
                        <a:pt x="4" y="1"/>
                      </a:cubicBezTo>
                      <a:cubicBezTo>
                        <a:pt x="6" y="2"/>
                        <a:pt x="7" y="3"/>
                        <a:pt x="6" y="5"/>
                      </a:cubicBezTo>
                      <a:cubicBezTo>
                        <a:pt x="6" y="6"/>
                        <a:pt x="4" y="6"/>
                        <a:pt x="2" y="5"/>
                      </a:cubicBezTo>
                      <a:cubicBezTo>
                        <a:pt x="1" y="4"/>
                        <a:pt x="0" y="2"/>
                        <a:pt x="0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16" name="Freeform 529">
                  <a:extLst>
                    <a:ext uri="{FF2B5EF4-FFF2-40B4-BE49-F238E27FC236}">
                      <a16:creationId xmlns:a16="http://schemas.microsoft.com/office/drawing/2014/main" id="{8FCDD97E-3318-44C7-B0B6-031588F38D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2781"/>
                  <a:ext cx="16" cy="13"/>
                </a:xfrm>
                <a:custGeom>
                  <a:avLst/>
                  <a:gdLst>
                    <a:gd name="T0" fmla="*/ 8 w 8"/>
                    <a:gd name="T1" fmla="*/ 43 h 6"/>
                    <a:gd name="T2" fmla="*/ 16 w 8"/>
                    <a:gd name="T3" fmla="*/ 9 h 6"/>
                    <a:gd name="T4" fmla="*/ 56 w 8"/>
                    <a:gd name="T5" fmla="*/ 9 h 6"/>
                    <a:gd name="T6" fmla="*/ 40 w 8"/>
                    <a:gd name="T7" fmla="*/ 52 h 6"/>
                    <a:gd name="T8" fmla="*/ 8 w 8"/>
                    <a:gd name="T9" fmla="*/ 43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" h="6">
                      <a:moveTo>
                        <a:pt x="1" y="4"/>
                      </a:moveTo>
                      <a:cubicBezTo>
                        <a:pt x="0" y="3"/>
                        <a:pt x="1" y="2"/>
                        <a:pt x="2" y="1"/>
                      </a:cubicBezTo>
                      <a:cubicBezTo>
                        <a:pt x="4" y="0"/>
                        <a:pt x="6" y="0"/>
                        <a:pt x="7" y="1"/>
                      </a:cubicBezTo>
                      <a:cubicBezTo>
                        <a:pt x="8" y="2"/>
                        <a:pt x="7" y="4"/>
                        <a:pt x="5" y="5"/>
                      </a:cubicBezTo>
                      <a:cubicBezTo>
                        <a:pt x="3" y="6"/>
                        <a:pt x="1" y="5"/>
                        <a:pt x="1" y="4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17" name="Freeform 530">
                  <a:extLst>
                    <a:ext uri="{FF2B5EF4-FFF2-40B4-BE49-F238E27FC236}">
                      <a16:creationId xmlns:a16="http://schemas.microsoft.com/office/drawing/2014/main" id="{85DB2997-9D6D-4202-A428-42818DFA97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3" y="2811"/>
                  <a:ext cx="16" cy="13"/>
                </a:xfrm>
                <a:custGeom>
                  <a:avLst/>
                  <a:gdLst>
                    <a:gd name="T0" fmla="*/ 8 w 8"/>
                    <a:gd name="T1" fmla="*/ 9 h 6"/>
                    <a:gd name="T2" fmla="*/ 40 w 8"/>
                    <a:gd name="T3" fmla="*/ 9 h 6"/>
                    <a:gd name="T4" fmla="*/ 56 w 8"/>
                    <a:gd name="T5" fmla="*/ 52 h 6"/>
                    <a:gd name="T6" fmla="*/ 24 w 8"/>
                    <a:gd name="T7" fmla="*/ 52 h 6"/>
                    <a:gd name="T8" fmla="*/ 8 w 8"/>
                    <a:gd name="T9" fmla="*/ 9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" h="6">
                      <a:moveTo>
                        <a:pt x="1" y="1"/>
                      </a:moveTo>
                      <a:cubicBezTo>
                        <a:pt x="2" y="0"/>
                        <a:pt x="3" y="0"/>
                        <a:pt x="5" y="1"/>
                      </a:cubicBezTo>
                      <a:cubicBezTo>
                        <a:pt x="7" y="2"/>
                        <a:pt x="8" y="4"/>
                        <a:pt x="7" y="5"/>
                      </a:cubicBezTo>
                      <a:cubicBezTo>
                        <a:pt x="6" y="6"/>
                        <a:pt x="4" y="6"/>
                        <a:pt x="3" y="5"/>
                      </a:cubicBezTo>
                      <a:cubicBezTo>
                        <a:pt x="1" y="4"/>
                        <a:pt x="0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18" name="Freeform 531">
                  <a:extLst>
                    <a:ext uri="{FF2B5EF4-FFF2-40B4-BE49-F238E27FC236}">
                      <a16:creationId xmlns:a16="http://schemas.microsoft.com/office/drawing/2014/main" id="{CF499E6E-CDF2-4D12-BFC8-7C4E69A2E8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54" y="3406"/>
                  <a:ext cx="14" cy="15"/>
                </a:xfrm>
                <a:custGeom>
                  <a:avLst/>
                  <a:gdLst>
                    <a:gd name="T0" fmla="*/ 8 w 7"/>
                    <a:gd name="T1" fmla="*/ 9 h 7"/>
                    <a:gd name="T2" fmla="*/ 40 w 7"/>
                    <a:gd name="T3" fmla="*/ 9 h 7"/>
                    <a:gd name="T4" fmla="*/ 56 w 7"/>
                    <a:gd name="T5" fmla="*/ 51 h 7"/>
                    <a:gd name="T6" fmla="*/ 16 w 7"/>
                    <a:gd name="T7" fmla="*/ 60 h 7"/>
                    <a:gd name="T8" fmla="*/ 8 w 7"/>
                    <a:gd name="T9" fmla="*/ 9 h 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7">
                      <a:moveTo>
                        <a:pt x="1" y="1"/>
                      </a:moveTo>
                      <a:cubicBezTo>
                        <a:pt x="1" y="0"/>
                        <a:pt x="3" y="0"/>
                        <a:pt x="5" y="1"/>
                      </a:cubicBezTo>
                      <a:cubicBezTo>
                        <a:pt x="6" y="2"/>
                        <a:pt x="7" y="4"/>
                        <a:pt x="7" y="5"/>
                      </a:cubicBezTo>
                      <a:cubicBezTo>
                        <a:pt x="6" y="7"/>
                        <a:pt x="4" y="7"/>
                        <a:pt x="2" y="6"/>
                      </a:cubicBezTo>
                      <a:cubicBezTo>
                        <a:pt x="1" y="4"/>
                        <a:pt x="0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19" name="Freeform 532">
                  <a:extLst>
                    <a:ext uri="{FF2B5EF4-FFF2-40B4-BE49-F238E27FC236}">
                      <a16:creationId xmlns:a16="http://schemas.microsoft.com/office/drawing/2014/main" id="{5D4E2841-E077-47C3-84A3-EC95865059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87" y="3564"/>
                  <a:ext cx="13" cy="18"/>
                </a:xfrm>
                <a:custGeom>
                  <a:avLst/>
                  <a:gdLst>
                    <a:gd name="T0" fmla="*/ 9 w 6"/>
                    <a:gd name="T1" fmla="*/ 81 h 8"/>
                    <a:gd name="T2" fmla="*/ 0 w 6"/>
                    <a:gd name="T3" fmla="*/ 36 h 8"/>
                    <a:gd name="T4" fmla="*/ 43 w 6"/>
                    <a:gd name="T5" fmla="*/ 11 h 8"/>
                    <a:gd name="T6" fmla="*/ 52 w 6"/>
                    <a:gd name="T7" fmla="*/ 56 h 8"/>
                    <a:gd name="T8" fmla="*/ 9 w 6"/>
                    <a:gd name="T9" fmla="*/ 81 h 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" h="8">
                      <a:moveTo>
                        <a:pt x="1" y="7"/>
                      </a:moveTo>
                      <a:cubicBezTo>
                        <a:pt x="0" y="6"/>
                        <a:pt x="0" y="5"/>
                        <a:pt x="0" y="3"/>
                      </a:cubicBezTo>
                      <a:cubicBezTo>
                        <a:pt x="1" y="1"/>
                        <a:pt x="3" y="0"/>
                        <a:pt x="4" y="1"/>
                      </a:cubicBezTo>
                      <a:cubicBezTo>
                        <a:pt x="6" y="1"/>
                        <a:pt x="6" y="3"/>
                        <a:pt x="5" y="5"/>
                      </a:cubicBezTo>
                      <a:cubicBezTo>
                        <a:pt x="4" y="7"/>
                        <a:pt x="2" y="8"/>
                        <a:pt x="1" y="7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20" name="Freeform 533">
                  <a:extLst>
                    <a:ext uri="{FF2B5EF4-FFF2-40B4-BE49-F238E27FC236}">
                      <a16:creationId xmlns:a16="http://schemas.microsoft.com/office/drawing/2014/main" id="{1C1EAB2D-C88A-4775-90E8-8F8A6118EE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71" y="3655"/>
                  <a:ext cx="10" cy="15"/>
                </a:xfrm>
                <a:custGeom>
                  <a:avLst/>
                  <a:gdLst>
                    <a:gd name="T0" fmla="*/ 16 w 5"/>
                    <a:gd name="T1" fmla="*/ 9 h 7"/>
                    <a:gd name="T2" fmla="*/ 40 w 5"/>
                    <a:gd name="T3" fmla="*/ 19 h 7"/>
                    <a:gd name="T4" fmla="*/ 24 w 5"/>
                    <a:gd name="T5" fmla="*/ 60 h 7"/>
                    <a:gd name="T6" fmla="*/ 0 w 5"/>
                    <a:gd name="T7" fmla="*/ 51 h 7"/>
                    <a:gd name="T8" fmla="*/ 16 w 5"/>
                    <a:gd name="T9" fmla="*/ 9 h 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7">
                      <a:moveTo>
                        <a:pt x="2" y="1"/>
                      </a:moveTo>
                      <a:cubicBezTo>
                        <a:pt x="3" y="0"/>
                        <a:pt x="4" y="1"/>
                        <a:pt x="5" y="2"/>
                      </a:cubicBezTo>
                      <a:cubicBezTo>
                        <a:pt x="5" y="4"/>
                        <a:pt x="4" y="6"/>
                        <a:pt x="3" y="6"/>
                      </a:cubicBezTo>
                      <a:cubicBezTo>
                        <a:pt x="2" y="7"/>
                        <a:pt x="1" y="6"/>
                        <a:pt x="0" y="5"/>
                      </a:cubicBezTo>
                      <a:cubicBezTo>
                        <a:pt x="0" y="3"/>
                        <a:pt x="1" y="2"/>
                        <a:pt x="2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21" name="Freeform 534">
                  <a:extLst>
                    <a:ext uri="{FF2B5EF4-FFF2-40B4-BE49-F238E27FC236}">
                      <a16:creationId xmlns:a16="http://schemas.microsoft.com/office/drawing/2014/main" id="{7111DDEE-ED80-469D-ADAB-221C36455D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91" y="2683"/>
                  <a:ext cx="15" cy="13"/>
                </a:xfrm>
                <a:custGeom>
                  <a:avLst/>
                  <a:gdLst>
                    <a:gd name="T0" fmla="*/ 9 w 7"/>
                    <a:gd name="T1" fmla="*/ 52 h 6"/>
                    <a:gd name="T2" fmla="*/ 19 w 7"/>
                    <a:gd name="T3" fmla="*/ 9 h 6"/>
                    <a:gd name="T4" fmla="*/ 60 w 7"/>
                    <a:gd name="T5" fmla="*/ 9 h 6"/>
                    <a:gd name="T6" fmla="*/ 51 w 7"/>
                    <a:gd name="T7" fmla="*/ 52 h 6"/>
                    <a:gd name="T8" fmla="*/ 9 w 7"/>
                    <a:gd name="T9" fmla="*/ 52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1" y="5"/>
                      </a:moveTo>
                      <a:cubicBezTo>
                        <a:pt x="0" y="4"/>
                        <a:pt x="0" y="2"/>
                        <a:pt x="2" y="1"/>
                      </a:cubicBezTo>
                      <a:cubicBezTo>
                        <a:pt x="3" y="0"/>
                        <a:pt x="5" y="0"/>
                        <a:pt x="6" y="1"/>
                      </a:cubicBezTo>
                      <a:cubicBezTo>
                        <a:pt x="7" y="2"/>
                        <a:pt x="7" y="3"/>
                        <a:pt x="5" y="5"/>
                      </a:cubicBezTo>
                      <a:cubicBezTo>
                        <a:pt x="4" y="6"/>
                        <a:pt x="2" y="6"/>
                        <a:pt x="1" y="5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22" name="Freeform 535">
                  <a:extLst>
                    <a:ext uri="{FF2B5EF4-FFF2-40B4-BE49-F238E27FC236}">
                      <a16:creationId xmlns:a16="http://schemas.microsoft.com/office/drawing/2014/main" id="{9ECE2B27-1004-4686-B423-4E913A7B0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5" y="2075"/>
                  <a:ext cx="12" cy="9"/>
                </a:xfrm>
                <a:custGeom>
                  <a:avLst/>
                  <a:gdLst>
                    <a:gd name="T0" fmla="*/ 8 w 6"/>
                    <a:gd name="T1" fmla="*/ 36 h 4"/>
                    <a:gd name="T2" fmla="*/ 16 w 6"/>
                    <a:gd name="T3" fmla="*/ 0 h 4"/>
                    <a:gd name="T4" fmla="*/ 48 w 6"/>
                    <a:gd name="T5" fmla="*/ 11 h 4"/>
                    <a:gd name="T6" fmla="*/ 32 w 6"/>
                    <a:gd name="T7" fmla="*/ 36 h 4"/>
                    <a:gd name="T8" fmla="*/ 8 w 6"/>
                    <a:gd name="T9" fmla="*/ 36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" h="4">
                      <a:moveTo>
                        <a:pt x="1" y="3"/>
                      </a:moveTo>
                      <a:cubicBezTo>
                        <a:pt x="0" y="2"/>
                        <a:pt x="1" y="1"/>
                        <a:pt x="2" y="0"/>
                      </a:cubicBezTo>
                      <a:cubicBezTo>
                        <a:pt x="4" y="0"/>
                        <a:pt x="5" y="0"/>
                        <a:pt x="6" y="1"/>
                      </a:cubicBezTo>
                      <a:cubicBezTo>
                        <a:pt x="6" y="1"/>
                        <a:pt x="5" y="3"/>
                        <a:pt x="4" y="3"/>
                      </a:cubicBezTo>
                      <a:cubicBezTo>
                        <a:pt x="3" y="4"/>
                        <a:pt x="1" y="4"/>
                        <a:pt x="1" y="3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23" name="Freeform 536">
                  <a:extLst>
                    <a:ext uri="{FF2B5EF4-FFF2-40B4-BE49-F238E27FC236}">
                      <a16:creationId xmlns:a16="http://schemas.microsoft.com/office/drawing/2014/main" id="{D9491E2C-5D2B-4324-947A-A69F2AA574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4" y="2187"/>
                  <a:ext cx="8" cy="13"/>
                </a:xfrm>
                <a:custGeom>
                  <a:avLst/>
                  <a:gdLst>
                    <a:gd name="T0" fmla="*/ 8 w 4"/>
                    <a:gd name="T1" fmla="*/ 61 h 6"/>
                    <a:gd name="T2" fmla="*/ 8 w 4"/>
                    <a:gd name="T3" fmla="*/ 33 h 6"/>
                    <a:gd name="T4" fmla="*/ 24 w 4"/>
                    <a:gd name="T5" fmla="*/ 9 h 6"/>
                    <a:gd name="T6" fmla="*/ 32 w 4"/>
                    <a:gd name="T7" fmla="*/ 43 h 6"/>
                    <a:gd name="T8" fmla="*/ 8 w 4"/>
                    <a:gd name="T9" fmla="*/ 61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" h="6">
                      <a:moveTo>
                        <a:pt x="1" y="6"/>
                      </a:moveTo>
                      <a:cubicBezTo>
                        <a:pt x="0" y="5"/>
                        <a:pt x="0" y="4"/>
                        <a:pt x="1" y="3"/>
                      </a:cubicBezTo>
                      <a:cubicBezTo>
                        <a:pt x="1" y="1"/>
                        <a:pt x="2" y="0"/>
                        <a:pt x="3" y="1"/>
                      </a:cubicBezTo>
                      <a:cubicBezTo>
                        <a:pt x="4" y="1"/>
                        <a:pt x="4" y="2"/>
                        <a:pt x="4" y="4"/>
                      </a:cubicBezTo>
                      <a:cubicBezTo>
                        <a:pt x="3" y="5"/>
                        <a:pt x="2" y="6"/>
                        <a:pt x="1" y="6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24" name="Freeform 537">
                  <a:extLst>
                    <a:ext uri="{FF2B5EF4-FFF2-40B4-BE49-F238E27FC236}">
                      <a16:creationId xmlns:a16="http://schemas.microsoft.com/office/drawing/2014/main" id="{5C853AB8-2BD4-4000-A315-0A13D4236D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4" y="2339"/>
                  <a:ext cx="10" cy="11"/>
                </a:xfrm>
                <a:custGeom>
                  <a:avLst/>
                  <a:gdLst>
                    <a:gd name="T0" fmla="*/ 0 w 5"/>
                    <a:gd name="T1" fmla="*/ 9 h 5"/>
                    <a:gd name="T2" fmla="*/ 24 w 5"/>
                    <a:gd name="T3" fmla="*/ 9 h 5"/>
                    <a:gd name="T4" fmla="*/ 40 w 5"/>
                    <a:gd name="T5" fmla="*/ 44 h 5"/>
                    <a:gd name="T6" fmla="*/ 16 w 5"/>
                    <a:gd name="T7" fmla="*/ 44 h 5"/>
                    <a:gd name="T8" fmla="*/ 0 w 5"/>
                    <a:gd name="T9" fmla="*/ 9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0" y="1"/>
                      </a:moveTo>
                      <a:cubicBezTo>
                        <a:pt x="1" y="0"/>
                        <a:pt x="2" y="0"/>
                        <a:pt x="3" y="1"/>
                      </a:cubicBezTo>
                      <a:cubicBezTo>
                        <a:pt x="5" y="2"/>
                        <a:pt x="5" y="3"/>
                        <a:pt x="5" y="4"/>
                      </a:cubicBezTo>
                      <a:cubicBezTo>
                        <a:pt x="4" y="5"/>
                        <a:pt x="3" y="5"/>
                        <a:pt x="2" y="4"/>
                      </a:cubicBezTo>
                      <a:cubicBezTo>
                        <a:pt x="1" y="3"/>
                        <a:pt x="0" y="2"/>
                        <a:pt x="0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25" name="Freeform 538">
                  <a:extLst>
                    <a:ext uri="{FF2B5EF4-FFF2-40B4-BE49-F238E27FC236}">
                      <a16:creationId xmlns:a16="http://schemas.microsoft.com/office/drawing/2014/main" id="{9AEEED27-8169-4E15-9991-2745A59008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5" y="2432"/>
                  <a:ext cx="12" cy="8"/>
                </a:xfrm>
                <a:custGeom>
                  <a:avLst/>
                  <a:gdLst>
                    <a:gd name="T0" fmla="*/ 8 w 6"/>
                    <a:gd name="T1" fmla="*/ 24 h 4"/>
                    <a:gd name="T2" fmla="*/ 16 w 6"/>
                    <a:gd name="T3" fmla="*/ 8 h 4"/>
                    <a:gd name="T4" fmla="*/ 48 w 6"/>
                    <a:gd name="T5" fmla="*/ 8 h 4"/>
                    <a:gd name="T6" fmla="*/ 32 w 6"/>
                    <a:gd name="T7" fmla="*/ 32 h 4"/>
                    <a:gd name="T8" fmla="*/ 8 w 6"/>
                    <a:gd name="T9" fmla="*/ 24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" h="4">
                      <a:moveTo>
                        <a:pt x="1" y="3"/>
                      </a:moveTo>
                      <a:cubicBezTo>
                        <a:pt x="0" y="2"/>
                        <a:pt x="1" y="1"/>
                        <a:pt x="2" y="1"/>
                      </a:cubicBezTo>
                      <a:cubicBezTo>
                        <a:pt x="4" y="0"/>
                        <a:pt x="5" y="0"/>
                        <a:pt x="6" y="1"/>
                      </a:cubicBezTo>
                      <a:cubicBezTo>
                        <a:pt x="6" y="2"/>
                        <a:pt x="5" y="3"/>
                        <a:pt x="4" y="4"/>
                      </a:cubicBezTo>
                      <a:cubicBezTo>
                        <a:pt x="3" y="4"/>
                        <a:pt x="1" y="4"/>
                        <a:pt x="1" y="3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26" name="Freeform 539">
                  <a:extLst>
                    <a:ext uri="{FF2B5EF4-FFF2-40B4-BE49-F238E27FC236}">
                      <a16:creationId xmlns:a16="http://schemas.microsoft.com/office/drawing/2014/main" id="{29CDD2DE-0E17-4488-BFB2-FBE28433E7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87" y="2037"/>
                  <a:ext cx="10" cy="6"/>
                </a:xfrm>
                <a:custGeom>
                  <a:avLst/>
                  <a:gdLst>
                    <a:gd name="T0" fmla="*/ 0 w 5"/>
                    <a:gd name="T1" fmla="*/ 16 h 3"/>
                    <a:gd name="T2" fmla="*/ 16 w 5"/>
                    <a:gd name="T3" fmla="*/ 0 h 3"/>
                    <a:gd name="T4" fmla="*/ 40 w 5"/>
                    <a:gd name="T5" fmla="*/ 8 h 3"/>
                    <a:gd name="T6" fmla="*/ 24 w 5"/>
                    <a:gd name="T7" fmla="*/ 24 h 3"/>
                    <a:gd name="T8" fmla="*/ 0 w 5"/>
                    <a:gd name="T9" fmla="*/ 16 h 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3">
                      <a:moveTo>
                        <a:pt x="0" y="2"/>
                      </a:moveTo>
                      <a:cubicBezTo>
                        <a:pt x="0" y="1"/>
                        <a:pt x="1" y="0"/>
                        <a:pt x="2" y="0"/>
                      </a:cubicBezTo>
                      <a:cubicBezTo>
                        <a:pt x="4" y="0"/>
                        <a:pt x="5" y="0"/>
                        <a:pt x="5" y="1"/>
                      </a:cubicBezTo>
                      <a:cubicBezTo>
                        <a:pt x="5" y="2"/>
                        <a:pt x="4" y="3"/>
                        <a:pt x="3" y="3"/>
                      </a:cubicBezTo>
                      <a:cubicBezTo>
                        <a:pt x="1" y="3"/>
                        <a:pt x="0" y="3"/>
                        <a:pt x="0" y="2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27" name="Freeform 540">
                  <a:extLst>
                    <a:ext uri="{FF2B5EF4-FFF2-40B4-BE49-F238E27FC236}">
                      <a16:creationId xmlns:a16="http://schemas.microsoft.com/office/drawing/2014/main" id="{DC52760C-3FA2-4317-9113-77FCE36E24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8" y="1988"/>
                  <a:ext cx="8" cy="12"/>
                </a:xfrm>
                <a:custGeom>
                  <a:avLst/>
                  <a:gdLst>
                    <a:gd name="T0" fmla="*/ 8 w 4"/>
                    <a:gd name="T1" fmla="*/ 8 h 6"/>
                    <a:gd name="T2" fmla="*/ 24 w 4"/>
                    <a:gd name="T3" fmla="*/ 16 h 6"/>
                    <a:gd name="T4" fmla="*/ 24 w 4"/>
                    <a:gd name="T5" fmla="*/ 40 h 6"/>
                    <a:gd name="T6" fmla="*/ 0 w 4"/>
                    <a:gd name="T7" fmla="*/ 32 h 6"/>
                    <a:gd name="T8" fmla="*/ 8 w 4"/>
                    <a:gd name="T9" fmla="*/ 8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" h="6">
                      <a:moveTo>
                        <a:pt x="1" y="1"/>
                      </a:moveTo>
                      <a:cubicBezTo>
                        <a:pt x="1" y="0"/>
                        <a:pt x="3" y="0"/>
                        <a:pt x="3" y="2"/>
                      </a:cubicBezTo>
                      <a:cubicBezTo>
                        <a:pt x="4" y="3"/>
                        <a:pt x="4" y="4"/>
                        <a:pt x="3" y="5"/>
                      </a:cubicBezTo>
                      <a:cubicBezTo>
                        <a:pt x="3" y="6"/>
                        <a:pt x="1" y="5"/>
                        <a:pt x="0" y="4"/>
                      </a:cubicBezTo>
                      <a:cubicBezTo>
                        <a:pt x="0" y="3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28" name="Freeform 541">
                  <a:extLst>
                    <a:ext uri="{FF2B5EF4-FFF2-40B4-BE49-F238E27FC236}">
                      <a16:creationId xmlns:a16="http://schemas.microsoft.com/office/drawing/2014/main" id="{F92E81FD-3393-4EB1-9350-1A4D7E93EC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6" y="1754"/>
                  <a:ext cx="10" cy="10"/>
                </a:xfrm>
                <a:custGeom>
                  <a:avLst/>
                  <a:gdLst>
                    <a:gd name="T0" fmla="*/ 0 w 5"/>
                    <a:gd name="T1" fmla="*/ 32 h 5"/>
                    <a:gd name="T2" fmla="*/ 8 w 5"/>
                    <a:gd name="T3" fmla="*/ 8 h 5"/>
                    <a:gd name="T4" fmla="*/ 32 w 5"/>
                    <a:gd name="T5" fmla="*/ 8 h 5"/>
                    <a:gd name="T6" fmla="*/ 32 w 5"/>
                    <a:gd name="T7" fmla="*/ 32 h 5"/>
                    <a:gd name="T8" fmla="*/ 0 w 5"/>
                    <a:gd name="T9" fmla="*/ 32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0" y="4"/>
                      </a:moveTo>
                      <a:cubicBezTo>
                        <a:pt x="0" y="4"/>
                        <a:pt x="0" y="2"/>
                        <a:pt x="1" y="1"/>
                      </a:cubicBezTo>
                      <a:cubicBezTo>
                        <a:pt x="2" y="0"/>
                        <a:pt x="3" y="0"/>
                        <a:pt x="4" y="1"/>
                      </a:cubicBezTo>
                      <a:cubicBezTo>
                        <a:pt x="5" y="1"/>
                        <a:pt x="5" y="3"/>
                        <a:pt x="4" y="4"/>
                      </a:cubicBezTo>
                      <a:cubicBezTo>
                        <a:pt x="3" y="5"/>
                        <a:pt x="1" y="5"/>
                        <a:pt x="0" y="4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29" name="Freeform 542">
                  <a:extLst>
                    <a:ext uri="{FF2B5EF4-FFF2-40B4-BE49-F238E27FC236}">
                      <a16:creationId xmlns:a16="http://schemas.microsoft.com/office/drawing/2014/main" id="{83279775-657E-4A9C-BAF0-3935436FF1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1749"/>
                  <a:ext cx="10" cy="9"/>
                </a:xfrm>
                <a:custGeom>
                  <a:avLst/>
                  <a:gdLst>
                    <a:gd name="T0" fmla="*/ 0 w 5"/>
                    <a:gd name="T1" fmla="*/ 36 h 4"/>
                    <a:gd name="T2" fmla="*/ 16 w 5"/>
                    <a:gd name="T3" fmla="*/ 0 h 4"/>
                    <a:gd name="T4" fmla="*/ 40 w 5"/>
                    <a:gd name="T5" fmla="*/ 25 h 4"/>
                    <a:gd name="T6" fmla="*/ 24 w 5"/>
                    <a:gd name="T7" fmla="*/ 45 h 4"/>
                    <a:gd name="T8" fmla="*/ 0 w 5"/>
                    <a:gd name="T9" fmla="*/ 36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4">
                      <a:moveTo>
                        <a:pt x="0" y="3"/>
                      </a:moveTo>
                      <a:cubicBezTo>
                        <a:pt x="0" y="2"/>
                        <a:pt x="1" y="1"/>
                        <a:pt x="2" y="0"/>
                      </a:cubicBezTo>
                      <a:cubicBezTo>
                        <a:pt x="3" y="0"/>
                        <a:pt x="5" y="1"/>
                        <a:pt x="5" y="2"/>
                      </a:cubicBezTo>
                      <a:cubicBezTo>
                        <a:pt x="5" y="3"/>
                        <a:pt x="4" y="4"/>
                        <a:pt x="3" y="4"/>
                      </a:cubicBezTo>
                      <a:cubicBezTo>
                        <a:pt x="2" y="4"/>
                        <a:pt x="0" y="4"/>
                        <a:pt x="0" y="3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30" name="Freeform 543">
                  <a:extLst>
                    <a:ext uri="{FF2B5EF4-FFF2-40B4-BE49-F238E27FC236}">
                      <a16:creationId xmlns:a16="http://schemas.microsoft.com/office/drawing/2014/main" id="{12AB2C5B-CA85-44A8-AD51-E1617EF150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02" y="1730"/>
                  <a:ext cx="10" cy="11"/>
                </a:xfrm>
                <a:custGeom>
                  <a:avLst/>
                  <a:gdLst>
                    <a:gd name="T0" fmla="*/ 8 w 5"/>
                    <a:gd name="T1" fmla="*/ 9 h 5"/>
                    <a:gd name="T2" fmla="*/ 32 w 5"/>
                    <a:gd name="T3" fmla="*/ 9 h 5"/>
                    <a:gd name="T4" fmla="*/ 32 w 5"/>
                    <a:gd name="T5" fmla="*/ 53 h 5"/>
                    <a:gd name="T6" fmla="*/ 8 w 5"/>
                    <a:gd name="T7" fmla="*/ 44 h 5"/>
                    <a:gd name="T8" fmla="*/ 8 w 5"/>
                    <a:gd name="T9" fmla="*/ 9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1" y="1"/>
                      </a:moveTo>
                      <a:cubicBezTo>
                        <a:pt x="1" y="0"/>
                        <a:pt x="2" y="0"/>
                        <a:pt x="4" y="1"/>
                      </a:cubicBezTo>
                      <a:cubicBezTo>
                        <a:pt x="5" y="2"/>
                        <a:pt x="5" y="4"/>
                        <a:pt x="4" y="5"/>
                      </a:cubicBezTo>
                      <a:cubicBezTo>
                        <a:pt x="4" y="5"/>
                        <a:pt x="2" y="5"/>
                        <a:pt x="1" y="4"/>
                      </a:cubicBezTo>
                      <a:cubicBezTo>
                        <a:pt x="0" y="3"/>
                        <a:pt x="0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31" name="Freeform 544">
                  <a:extLst>
                    <a:ext uri="{FF2B5EF4-FFF2-40B4-BE49-F238E27FC236}">
                      <a16:creationId xmlns:a16="http://schemas.microsoft.com/office/drawing/2014/main" id="{BFBDC32D-B6B5-47A1-A106-D0DBBBD226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6" y="1788"/>
                  <a:ext cx="8" cy="13"/>
                </a:xfrm>
                <a:custGeom>
                  <a:avLst/>
                  <a:gdLst>
                    <a:gd name="T0" fmla="*/ 8 w 4"/>
                    <a:gd name="T1" fmla="*/ 9 h 6"/>
                    <a:gd name="T2" fmla="*/ 24 w 4"/>
                    <a:gd name="T3" fmla="*/ 20 h 6"/>
                    <a:gd name="T4" fmla="*/ 24 w 4"/>
                    <a:gd name="T5" fmla="*/ 52 h 6"/>
                    <a:gd name="T6" fmla="*/ 0 w 4"/>
                    <a:gd name="T7" fmla="*/ 43 h 6"/>
                    <a:gd name="T8" fmla="*/ 8 w 4"/>
                    <a:gd name="T9" fmla="*/ 9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" h="6">
                      <a:moveTo>
                        <a:pt x="1" y="1"/>
                      </a:moveTo>
                      <a:cubicBezTo>
                        <a:pt x="2" y="0"/>
                        <a:pt x="3" y="1"/>
                        <a:pt x="3" y="2"/>
                      </a:cubicBezTo>
                      <a:cubicBezTo>
                        <a:pt x="4" y="4"/>
                        <a:pt x="3" y="5"/>
                        <a:pt x="3" y="5"/>
                      </a:cubicBezTo>
                      <a:cubicBezTo>
                        <a:pt x="2" y="6"/>
                        <a:pt x="1" y="5"/>
                        <a:pt x="0" y="4"/>
                      </a:cubicBezTo>
                      <a:cubicBezTo>
                        <a:pt x="0" y="2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32" name="Freeform 545">
                  <a:extLst>
                    <a:ext uri="{FF2B5EF4-FFF2-40B4-BE49-F238E27FC236}">
                      <a16:creationId xmlns:a16="http://schemas.microsoft.com/office/drawing/2014/main" id="{A6624D3D-9288-4790-B9C4-B89BB9F23F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26" y="1962"/>
                  <a:ext cx="10" cy="10"/>
                </a:xfrm>
                <a:custGeom>
                  <a:avLst/>
                  <a:gdLst>
                    <a:gd name="T0" fmla="*/ 16 w 5"/>
                    <a:gd name="T1" fmla="*/ 0 h 5"/>
                    <a:gd name="T2" fmla="*/ 32 w 5"/>
                    <a:gd name="T3" fmla="*/ 16 h 5"/>
                    <a:gd name="T4" fmla="*/ 24 w 5"/>
                    <a:gd name="T5" fmla="*/ 40 h 5"/>
                    <a:gd name="T6" fmla="*/ 8 w 5"/>
                    <a:gd name="T7" fmla="*/ 24 h 5"/>
                    <a:gd name="T8" fmla="*/ 16 w 5"/>
                    <a:gd name="T9" fmla="*/ 0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2" y="0"/>
                      </a:moveTo>
                      <a:cubicBezTo>
                        <a:pt x="3" y="0"/>
                        <a:pt x="4" y="0"/>
                        <a:pt x="4" y="2"/>
                      </a:cubicBezTo>
                      <a:cubicBezTo>
                        <a:pt x="5" y="3"/>
                        <a:pt x="4" y="5"/>
                        <a:pt x="3" y="5"/>
                      </a:cubicBezTo>
                      <a:cubicBezTo>
                        <a:pt x="3" y="5"/>
                        <a:pt x="1" y="5"/>
                        <a:pt x="1" y="3"/>
                      </a:cubicBezTo>
                      <a:cubicBezTo>
                        <a:pt x="0" y="2"/>
                        <a:pt x="1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33" name="Freeform 546">
                  <a:extLst>
                    <a:ext uri="{FF2B5EF4-FFF2-40B4-BE49-F238E27FC236}">
                      <a16:creationId xmlns:a16="http://schemas.microsoft.com/office/drawing/2014/main" id="{737F47ED-C096-4F17-BE4C-7F34C2C19A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79" y="2146"/>
                  <a:ext cx="8" cy="13"/>
                </a:xfrm>
                <a:custGeom>
                  <a:avLst/>
                  <a:gdLst>
                    <a:gd name="T0" fmla="*/ 16 w 4"/>
                    <a:gd name="T1" fmla="*/ 0 h 6"/>
                    <a:gd name="T2" fmla="*/ 32 w 4"/>
                    <a:gd name="T3" fmla="*/ 33 h 6"/>
                    <a:gd name="T4" fmla="*/ 16 w 4"/>
                    <a:gd name="T5" fmla="*/ 61 h 6"/>
                    <a:gd name="T6" fmla="*/ 0 w 4"/>
                    <a:gd name="T7" fmla="*/ 33 h 6"/>
                    <a:gd name="T8" fmla="*/ 16 w 4"/>
                    <a:gd name="T9" fmla="*/ 0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" h="6">
                      <a:moveTo>
                        <a:pt x="2" y="0"/>
                      </a:moveTo>
                      <a:cubicBezTo>
                        <a:pt x="3" y="0"/>
                        <a:pt x="4" y="1"/>
                        <a:pt x="4" y="3"/>
                      </a:cubicBezTo>
                      <a:cubicBezTo>
                        <a:pt x="4" y="4"/>
                        <a:pt x="3" y="6"/>
                        <a:pt x="2" y="6"/>
                      </a:cubicBezTo>
                      <a:cubicBezTo>
                        <a:pt x="1" y="6"/>
                        <a:pt x="0" y="5"/>
                        <a:pt x="0" y="3"/>
                      </a:cubicBezTo>
                      <a:cubicBezTo>
                        <a:pt x="0" y="2"/>
                        <a:pt x="1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34" name="Freeform 547">
                  <a:extLst>
                    <a:ext uri="{FF2B5EF4-FFF2-40B4-BE49-F238E27FC236}">
                      <a16:creationId xmlns:a16="http://schemas.microsoft.com/office/drawing/2014/main" id="{88FA85A9-B6EA-40D8-8E88-4C075F75A5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0" y="2200"/>
                  <a:ext cx="12" cy="8"/>
                </a:xfrm>
                <a:custGeom>
                  <a:avLst/>
                  <a:gdLst>
                    <a:gd name="T0" fmla="*/ 0 w 6"/>
                    <a:gd name="T1" fmla="*/ 16 h 4"/>
                    <a:gd name="T2" fmla="*/ 16 w 6"/>
                    <a:gd name="T3" fmla="*/ 0 h 4"/>
                    <a:gd name="T4" fmla="*/ 40 w 6"/>
                    <a:gd name="T5" fmla="*/ 16 h 4"/>
                    <a:gd name="T6" fmla="*/ 24 w 6"/>
                    <a:gd name="T7" fmla="*/ 32 h 4"/>
                    <a:gd name="T8" fmla="*/ 0 w 6"/>
                    <a:gd name="T9" fmla="*/ 16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" h="4">
                      <a:moveTo>
                        <a:pt x="0" y="2"/>
                      </a:moveTo>
                      <a:cubicBezTo>
                        <a:pt x="0" y="1"/>
                        <a:pt x="1" y="0"/>
                        <a:pt x="2" y="0"/>
                      </a:cubicBezTo>
                      <a:cubicBezTo>
                        <a:pt x="4" y="0"/>
                        <a:pt x="5" y="1"/>
                        <a:pt x="5" y="2"/>
                      </a:cubicBezTo>
                      <a:cubicBezTo>
                        <a:pt x="6" y="3"/>
                        <a:pt x="5" y="4"/>
                        <a:pt x="3" y="4"/>
                      </a:cubicBezTo>
                      <a:cubicBezTo>
                        <a:pt x="2" y="4"/>
                        <a:pt x="1" y="3"/>
                        <a:pt x="0" y="2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35" name="Freeform 548">
                  <a:extLst>
                    <a:ext uri="{FF2B5EF4-FFF2-40B4-BE49-F238E27FC236}">
                      <a16:creationId xmlns:a16="http://schemas.microsoft.com/office/drawing/2014/main" id="{84BA10E6-BC17-415C-B7EB-BE1262B42E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58" y="2251"/>
                  <a:ext cx="8" cy="13"/>
                </a:xfrm>
                <a:custGeom>
                  <a:avLst/>
                  <a:gdLst>
                    <a:gd name="T0" fmla="*/ 24 w 4"/>
                    <a:gd name="T1" fmla="*/ 0 h 6"/>
                    <a:gd name="T2" fmla="*/ 32 w 4"/>
                    <a:gd name="T3" fmla="*/ 33 h 6"/>
                    <a:gd name="T4" fmla="*/ 16 w 4"/>
                    <a:gd name="T5" fmla="*/ 52 h 6"/>
                    <a:gd name="T6" fmla="*/ 0 w 4"/>
                    <a:gd name="T7" fmla="*/ 33 h 6"/>
                    <a:gd name="T8" fmla="*/ 24 w 4"/>
                    <a:gd name="T9" fmla="*/ 0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" h="6">
                      <a:moveTo>
                        <a:pt x="3" y="0"/>
                      </a:moveTo>
                      <a:cubicBezTo>
                        <a:pt x="4" y="0"/>
                        <a:pt x="4" y="2"/>
                        <a:pt x="4" y="3"/>
                      </a:cubicBezTo>
                      <a:cubicBezTo>
                        <a:pt x="4" y="4"/>
                        <a:pt x="3" y="6"/>
                        <a:pt x="2" y="5"/>
                      </a:cubicBezTo>
                      <a:cubicBezTo>
                        <a:pt x="1" y="5"/>
                        <a:pt x="0" y="4"/>
                        <a:pt x="0" y="3"/>
                      </a:cubicBezTo>
                      <a:cubicBezTo>
                        <a:pt x="1" y="1"/>
                        <a:pt x="2" y="0"/>
                        <a:pt x="3" y="0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36" name="Freeform 549">
                  <a:extLst>
                    <a:ext uri="{FF2B5EF4-FFF2-40B4-BE49-F238E27FC236}">
                      <a16:creationId xmlns:a16="http://schemas.microsoft.com/office/drawing/2014/main" id="{B3FF5847-5694-4C5E-AB47-A77E492F16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78" y="2412"/>
                  <a:ext cx="10" cy="11"/>
                </a:xfrm>
                <a:custGeom>
                  <a:avLst/>
                  <a:gdLst>
                    <a:gd name="T0" fmla="*/ 40 w 5"/>
                    <a:gd name="T1" fmla="*/ 9 h 5"/>
                    <a:gd name="T2" fmla="*/ 32 w 5"/>
                    <a:gd name="T3" fmla="*/ 44 h 5"/>
                    <a:gd name="T4" fmla="*/ 8 w 5"/>
                    <a:gd name="T5" fmla="*/ 44 h 5"/>
                    <a:gd name="T6" fmla="*/ 16 w 5"/>
                    <a:gd name="T7" fmla="*/ 9 h 5"/>
                    <a:gd name="T8" fmla="*/ 40 w 5"/>
                    <a:gd name="T9" fmla="*/ 9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5" y="1"/>
                      </a:moveTo>
                      <a:cubicBezTo>
                        <a:pt x="5" y="2"/>
                        <a:pt x="5" y="3"/>
                        <a:pt x="4" y="4"/>
                      </a:cubicBezTo>
                      <a:cubicBezTo>
                        <a:pt x="3" y="5"/>
                        <a:pt x="1" y="5"/>
                        <a:pt x="1" y="4"/>
                      </a:cubicBezTo>
                      <a:cubicBezTo>
                        <a:pt x="0" y="3"/>
                        <a:pt x="0" y="2"/>
                        <a:pt x="2" y="1"/>
                      </a:cubicBezTo>
                      <a:cubicBezTo>
                        <a:pt x="3" y="0"/>
                        <a:pt x="4" y="0"/>
                        <a:pt x="5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37" name="Freeform 550">
                  <a:extLst>
                    <a:ext uri="{FF2B5EF4-FFF2-40B4-BE49-F238E27FC236}">
                      <a16:creationId xmlns:a16="http://schemas.microsoft.com/office/drawing/2014/main" id="{A511D86F-9622-4EA0-A1A5-2D635DA558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77" y="2447"/>
                  <a:ext cx="10" cy="10"/>
                </a:xfrm>
                <a:custGeom>
                  <a:avLst/>
                  <a:gdLst>
                    <a:gd name="T0" fmla="*/ 40 w 5"/>
                    <a:gd name="T1" fmla="*/ 8 h 5"/>
                    <a:gd name="T2" fmla="*/ 32 w 5"/>
                    <a:gd name="T3" fmla="*/ 32 h 5"/>
                    <a:gd name="T4" fmla="*/ 8 w 5"/>
                    <a:gd name="T5" fmla="*/ 32 h 5"/>
                    <a:gd name="T6" fmla="*/ 8 w 5"/>
                    <a:gd name="T7" fmla="*/ 8 h 5"/>
                    <a:gd name="T8" fmla="*/ 40 w 5"/>
                    <a:gd name="T9" fmla="*/ 8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5" y="1"/>
                      </a:moveTo>
                      <a:cubicBezTo>
                        <a:pt x="5" y="2"/>
                        <a:pt x="5" y="3"/>
                        <a:pt x="4" y="4"/>
                      </a:cubicBezTo>
                      <a:cubicBezTo>
                        <a:pt x="3" y="5"/>
                        <a:pt x="1" y="5"/>
                        <a:pt x="1" y="4"/>
                      </a:cubicBezTo>
                      <a:cubicBezTo>
                        <a:pt x="0" y="3"/>
                        <a:pt x="0" y="2"/>
                        <a:pt x="1" y="1"/>
                      </a:cubicBezTo>
                      <a:cubicBezTo>
                        <a:pt x="2" y="0"/>
                        <a:pt x="4" y="0"/>
                        <a:pt x="5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38" name="Freeform 551">
                  <a:extLst>
                    <a:ext uri="{FF2B5EF4-FFF2-40B4-BE49-F238E27FC236}">
                      <a16:creationId xmlns:a16="http://schemas.microsoft.com/office/drawing/2014/main" id="{4935EDE8-19F8-4D53-A251-D62CA5CD0A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77" y="2535"/>
                  <a:ext cx="10" cy="10"/>
                </a:xfrm>
                <a:custGeom>
                  <a:avLst/>
                  <a:gdLst>
                    <a:gd name="T0" fmla="*/ 40 w 5"/>
                    <a:gd name="T1" fmla="*/ 24 h 5"/>
                    <a:gd name="T2" fmla="*/ 16 w 5"/>
                    <a:gd name="T3" fmla="*/ 32 h 5"/>
                    <a:gd name="T4" fmla="*/ 0 w 5"/>
                    <a:gd name="T5" fmla="*/ 16 h 5"/>
                    <a:gd name="T6" fmla="*/ 24 w 5"/>
                    <a:gd name="T7" fmla="*/ 8 h 5"/>
                    <a:gd name="T8" fmla="*/ 40 w 5"/>
                    <a:gd name="T9" fmla="*/ 24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5" y="3"/>
                      </a:moveTo>
                      <a:cubicBezTo>
                        <a:pt x="5" y="4"/>
                        <a:pt x="4" y="5"/>
                        <a:pt x="2" y="4"/>
                      </a:cubicBezTo>
                      <a:cubicBezTo>
                        <a:pt x="1" y="4"/>
                        <a:pt x="0" y="3"/>
                        <a:pt x="0" y="2"/>
                      </a:cubicBezTo>
                      <a:cubicBezTo>
                        <a:pt x="0" y="1"/>
                        <a:pt x="1" y="0"/>
                        <a:pt x="3" y="1"/>
                      </a:cubicBezTo>
                      <a:cubicBezTo>
                        <a:pt x="4" y="1"/>
                        <a:pt x="5" y="2"/>
                        <a:pt x="5" y="3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39" name="Freeform 552">
                  <a:extLst>
                    <a:ext uri="{FF2B5EF4-FFF2-40B4-BE49-F238E27FC236}">
                      <a16:creationId xmlns:a16="http://schemas.microsoft.com/office/drawing/2014/main" id="{C2B77DA7-7BBE-47E7-9A3E-938125A8AE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18" y="2700"/>
                  <a:ext cx="10" cy="11"/>
                </a:xfrm>
                <a:custGeom>
                  <a:avLst/>
                  <a:gdLst>
                    <a:gd name="T0" fmla="*/ 32 w 5"/>
                    <a:gd name="T1" fmla="*/ 0 h 5"/>
                    <a:gd name="T2" fmla="*/ 32 w 5"/>
                    <a:gd name="T3" fmla="*/ 33 h 5"/>
                    <a:gd name="T4" fmla="*/ 8 w 5"/>
                    <a:gd name="T5" fmla="*/ 44 h 5"/>
                    <a:gd name="T6" fmla="*/ 8 w 5"/>
                    <a:gd name="T7" fmla="*/ 9 h 5"/>
                    <a:gd name="T8" fmla="*/ 32 w 5"/>
                    <a:gd name="T9" fmla="*/ 0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4" y="0"/>
                      </a:moveTo>
                      <a:cubicBezTo>
                        <a:pt x="5" y="1"/>
                        <a:pt x="5" y="2"/>
                        <a:pt x="4" y="3"/>
                      </a:cubicBezTo>
                      <a:cubicBezTo>
                        <a:pt x="3" y="5"/>
                        <a:pt x="2" y="5"/>
                        <a:pt x="1" y="4"/>
                      </a:cubicBezTo>
                      <a:cubicBezTo>
                        <a:pt x="0" y="4"/>
                        <a:pt x="0" y="2"/>
                        <a:pt x="1" y="1"/>
                      </a:cubicBezTo>
                      <a:cubicBezTo>
                        <a:pt x="2" y="0"/>
                        <a:pt x="3" y="0"/>
                        <a:pt x="4" y="0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40" name="Freeform 553">
                  <a:extLst>
                    <a:ext uri="{FF2B5EF4-FFF2-40B4-BE49-F238E27FC236}">
                      <a16:creationId xmlns:a16="http://schemas.microsoft.com/office/drawing/2014/main" id="{D6E45FD1-80B0-4D4C-980C-237C41BBC9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58" y="2826"/>
                  <a:ext cx="8" cy="11"/>
                </a:xfrm>
                <a:custGeom>
                  <a:avLst/>
                  <a:gdLst>
                    <a:gd name="T0" fmla="*/ 16 w 4"/>
                    <a:gd name="T1" fmla="*/ 0 h 5"/>
                    <a:gd name="T2" fmla="*/ 24 w 4"/>
                    <a:gd name="T3" fmla="*/ 33 h 5"/>
                    <a:gd name="T4" fmla="*/ 8 w 4"/>
                    <a:gd name="T5" fmla="*/ 53 h 5"/>
                    <a:gd name="T6" fmla="*/ 0 w 4"/>
                    <a:gd name="T7" fmla="*/ 20 h 5"/>
                    <a:gd name="T8" fmla="*/ 16 w 4"/>
                    <a:gd name="T9" fmla="*/ 0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" h="5">
                      <a:moveTo>
                        <a:pt x="2" y="0"/>
                      </a:moveTo>
                      <a:cubicBezTo>
                        <a:pt x="3" y="0"/>
                        <a:pt x="4" y="1"/>
                        <a:pt x="3" y="3"/>
                      </a:cubicBezTo>
                      <a:cubicBezTo>
                        <a:pt x="3" y="4"/>
                        <a:pt x="2" y="5"/>
                        <a:pt x="1" y="5"/>
                      </a:cubicBezTo>
                      <a:cubicBezTo>
                        <a:pt x="0" y="5"/>
                        <a:pt x="0" y="3"/>
                        <a:pt x="0" y="2"/>
                      </a:cubicBezTo>
                      <a:cubicBezTo>
                        <a:pt x="0" y="1"/>
                        <a:pt x="1" y="0"/>
                        <a:pt x="2" y="0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41" name="Freeform 554">
                  <a:extLst>
                    <a:ext uri="{FF2B5EF4-FFF2-40B4-BE49-F238E27FC236}">
                      <a16:creationId xmlns:a16="http://schemas.microsoft.com/office/drawing/2014/main" id="{E314A386-401B-45F1-B3C5-39BB9F6668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07" y="2844"/>
                  <a:ext cx="10" cy="10"/>
                </a:xfrm>
                <a:custGeom>
                  <a:avLst/>
                  <a:gdLst>
                    <a:gd name="T0" fmla="*/ 40 w 5"/>
                    <a:gd name="T1" fmla="*/ 8 h 5"/>
                    <a:gd name="T2" fmla="*/ 32 w 5"/>
                    <a:gd name="T3" fmla="*/ 32 h 5"/>
                    <a:gd name="T4" fmla="*/ 8 w 5"/>
                    <a:gd name="T5" fmla="*/ 32 h 5"/>
                    <a:gd name="T6" fmla="*/ 8 w 5"/>
                    <a:gd name="T7" fmla="*/ 8 h 5"/>
                    <a:gd name="T8" fmla="*/ 40 w 5"/>
                    <a:gd name="T9" fmla="*/ 8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5" y="1"/>
                      </a:moveTo>
                      <a:cubicBezTo>
                        <a:pt x="5" y="2"/>
                        <a:pt x="5" y="3"/>
                        <a:pt x="4" y="4"/>
                      </a:cubicBezTo>
                      <a:cubicBezTo>
                        <a:pt x="3" y="5"/>
                        <a:pt x="1" y="5"/>
                        <a:pt x="1" y="4"/>
                      </a:cubicBezTo>
                      <a:cubicBezTo>
                        <a:pt x="0" y="4"/>
                        <a:pt x="0" y="2"/>
                        <a:pt x="1" y="1"/>
                      </a:cubicBezTo>
                      <a:cubicBezTo>
                        <a:pt x="2" y="0"/>
                        <a:pt x="4" y="0"/>
                        <a:pt x="5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42" name="Freeform 555">
                  <a:extLst>
                    <a:ext uri="{FF2B5EF4-FFF2-40B4-BE49-F238E27FC236}">
                      <a16:creationId xmlns:a16="http://schemas.microsoft.com/office/drawing/2014/main" id="{27A9E17E-0B7C-4BF4-8900-D8D2CCA18F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6" y="2891"/>
                  <a:ext cx="10" cy="10"/>
                </a:xfrm>
                <a:custGeom>
                  <a:avLst/>
                  <a:gdLst>
                    <a:gd name="T0" fmla="*/ 32 w 5"/>
                    <a:gd name="T1" fmla="*/ 8 h 5"/>
                    <a:gd name="T2" fmla="*/ 32 w 5"/>
                    <a:gd name="T3" fmla="*/ 32 h 5"/>
                    <a:gd name="T4" fmla="*/ 8 w 5"/>
                    <a:gd name="T5" fmla="*/ 40 h 5"/>
                    <a:gd name="T6" fmla="*/ 8 w 5"/>
                    <a:gd name="T7" fmla="*/ 16 h 5"/>
                    <a:gd name="T8" fmla="*/ 32 w 5"/>
                    <a:gd name="T9" fmla="*/ 8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4" y="1"/>
                      </a:moveTo>
                      <a:cubicBezTo>
                        <a:pt x="5" y="1"/>
                        <a:pt x="5" y="3"/>
                        <a:pt x="4" y="4"/>
                      </a:cubicBezTo>
                      <a:cubicBezTo>
                        <a:pt x="3" y="5"/>
                        <a:pt x="2" y="5"/>
                        <a:pt x="1" y="5"/>
                      </a:cubicBezTo>
                      <a:cubicBezTo>
                        <a:pt x="0" y="4"/>
                        <a:pt x="0" y="3"/>
                        <a:pt x="1" y="2"/>
                      </a:cubicBezTo>
                      <a:cubicBezTo>
                        <a:pt x="2" y="1"/>
                        <a:pt x="3" y="0"/>
                        <a:pt x="4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43" name="Freeform 556">
                  <a:extLst>
                    <a:ext uri="{FF2B5EF4-FFF2-40B4-BE49-F238E27FC236}">
                      <a16:creationId xmlns:a16="http://schemas.microsoft.com/office/drawing/2014/main" id="{7B0AA619-206B-4541-8E29-7272FCD353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14" y="1773"/>
                  <a:ext cx="4" cy="15"/>
                </a:xfrm>
                <a:custGeom>
                  <a:avLst/>
                  <a:gdLst>
                    <a:gd name="T0" fmla="*/ 16 w 2"/>
                    <a:gd name="T1" fmla="*/ 0 h 7"/>
                    <a:gd name="T2" fmla="*/ 0 w 2"/>
                    <a:gd name="T3" fmla="*/ 69 h 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7">
                      <a:moveTo>
                        <a:pt x="2" y="0"/>
                      </a:moveTo>
                      <a:cubicBezTo>
                        <a:pt x="1" y="5"/>
                        <a:pt x="0" y="7"/>
                        <a:pt x="0" y="7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44" name="Freeform 557">
                  <a:extLst>
                    <a:ext uri="{FF2B5EF4-FFF2-40B4-BE49-F238E27FC236}">
                      <a16:creationId xmlns:a16="http://schemas.microsoft.com/office/drawing/2014/main" id="{DB9E38F8-5EE6-4DF8-938B-718787AA3F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5" y="1773"/>
                  <a:ext cx="8" cy="11"/>
                </a:xfrm>
                <a:custGeom>
                  <a:avLst/>
                  <a:gdLst>
                    <a:gd name="T0" fmla="*/ 0 w 4"/>
                    <a:gd name="T1" fmla="*/ 0 h 5"/>
                    <a:gd name="T2" fmla="*/ 32 w 4"/>
                    <a:gd name="T3" fmla="*/ 53 h 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" h="5">
                      <a:moveTo>
                        <a:pt x="0" y="0"/>
                      </a:moveTo>
                      <a:cubicBezTo>
                        <a:pt x="3" y="3"/>
                        <a:pt x="4" y="5"/>
                        <a:pt x="4" y="5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45" name="Freeform 558">
                  <a:extLst>
                    <a:ext uri="{FF2B5EF4-FFF2-40B4-BE49-F238E27FC236}">
                      <a16:creationId xmlns:a16="http://schemas.microsoft.com/office/drawing/2014/main" id="{6252A356-BBF4-46A0-91F0-B29163AA14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3" y="1786"/>
                  <a:ext cx="9" cy="6"/>
                </a:xfrm>
                <a:custGeom>
                  <a:avLst/>
                  <a:gdLst>
                    <a:gd name="T0" fmla="*/ 45 w 4"/>
                    <a:gd name="T1" fmla="*/ 0 h 3"/>
                    <a:gd name="T2" fmla="*/ 0 w 4"/>
                    <a:gd name="T3" fmla="*/ 24 h 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" h="3">
                      <a:moveTo>
                        <a:pt x="4" y="0"/>
                      </a:moveTo>
                      <a:cubicBezTo>
                        <a:pt x="2" y="1"/>
                        <a:pt x="0" y="3"/>
                        <a:pt x="0" y="3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46" name="Freeform 559">
                  <a:extLst>
                    <a:ext uri="{FF2B5EF4-FFF2-40B4-BE49-F238E27FC236}">
                      <a16:creationId xmlns:a16="http://schemas.microsoft.com/office/drawing/2014/main" id="{F47E1F34-EBC3-4BF9-BE7B-63A3BE680A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4" y="1857"/>
                  <a:ext cx="28" cy="6"/>
                </a:xfrm>
                <a:custGeom>
                  <a:avLst/>
                  <a:gdLst>
                    <a:gd name="T0" fmla="*/ 0 w 14"/>
                    <a:gd name="T1" fmla="*/ 0 h 3"/>
                    <a:gd name="T2" fmla="*/ 112 w 14"/>
                    <a:gd name="T3" fmla="*/ 24 h 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3">
                      <a:moveTo>
                        <a:pt x="0" y="0"/>
                      </a:moveTo>
                      <a:cubicBezTo>
                        <a:pt x="5" y="1"/>
                        <a:pt x="10" y="2"/>
                        <a:pt x="14" y="3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47" name="Freeform 560">
                  <a:extLst>
                    <a:ext uri="{FF2B5EF4-FFF2-40B4-BE49-F238E27FC236}">
                      <a16:creationId xmlns:a16="http://schemas.microsoft.com/office/drawing/2014/main" id="{072C43C4-56B9-4917-8824-2FA5F0A9C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2" y="2284"/>
                  <a:ext cx="32" cy="17"/>
                </a:xfrm>
                <a:custGeom>
                  <a:avLst/>
                  <a:gdLst>
                    <a:gd name="T0" fmla="*/ 0 w 16"/>
                    <a:gd name="T1" fmla="*/ 77 h 8"/>
                    <a:gd name="T2" fmla="*/ 128 w 16"/>
                    <a:gd name="T3" fmla="*/ 0 h 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6" h="8">
                      <a:moveTo>
                        <a:pt x="0" y="8"/>
                      </a:moveTo>
                      <a:cubicBezTo>
                        <a:pt x="4" y="5"/>
                        <a:pt x="11" y="2"/>
                        <a:pt x="16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48" name="Freeform 561">
                  <a:extLst>
                    <a:ext uri="{FF2B5EF4-FFF2-40B4-BE49-F238E27FC236}">
                      <a16:creationId xmlns:a16="http://schemas.microsoft.com/office/drawing/2014/main" id="{A6AEA06F-27D9-4A80-AFBB-C8D0AF0AA6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7" y="2365"/>
                  <a:ext cx="6" cy="26"/>
                </a:xfrm>
                <a:custGeom>
                  <a:avLst/>
                  <a:gdLst>
                    <a:gd name="T0" fmla="*/ 24 w 3"/>
                    <a:gd name="T1" fmla="*/ 0 h 12"/>
                    <a:gd name="T2" fmla="*/ 0 w 3"/>
                    <a:gd name="T3" fmla="*/ 121 h 1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12">
                      <a:moveTo>
                        <a:pt x="3" y="0"/>
                      </a:moveTo>
                      <a:cubicBezTo>
                        <a:pt x="1" y="4"/>
                        <a:pt x="0" y="9"/>
                        <a:pt x="0" y="12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49" name="Freeform 562">
                  <a:extLst>
                    <a:ext uri="{FF2B5EF4-FFF2-40B4-BE49-F238E27FC236}">
                      <a16:creationId xmlns:a16="http://schemas.microsoft.com/office/drawing/2014/main" id="{782B0A45-BC89-4F66-B098-BEEDDB3267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4" y="3009"/>
                  <a:ext cx="14" cy="23"/>
                </a:xfrm>
                <a:custGeom>
                  <a:avLst/>
                  <a:gdLst>
                    <a:gd name="T0" fmla="*/ 0 w 7"/>
                    <a:gd name="T1" fmla="*/ 0 h 11"/>
                    <a:gd name="T2" fmla="*/ 56 w 7"/>
                    <a:gd name="T3" fmla="*/ 100 h 1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7" h="11">
                      <a:moveTo>
                        <a:pt x="0" y="0"/>
                      </a:moveTo>
                      <a:cubicBezTo>
                        <a:pt x="3" y="7"/>
                        <a:pt x="7" y="11"/>
                        <a:pt x="7" y="11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50" name="Freeform 563">
                  <a:extLst>
                    <a:ext uri="{FF2B5EF4-FFF2-40B4-BE49-F238E27FC236}">
                      <a16:creationId xmlns:a16="http://schemas.microsoft.com/office/drawing/2014/main" id="{008C48ED-EB35-45BB-99A3-420B2AE203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8" y="3065"/>
                  <a:ext cx="16" cy="45"/>
                </a:xfrm>
                <a:custGeom>
                  <a:avLst/>
                  <a:gdLst>
                    <a:gd name="T0" fmla="*/ 0 w 8"/>
                    <a:gd name="T1" fmla="*/ 0 h 21"/>
                    <a:gd name="T2" fmla="*/ 64 w 8"/>
                    <a:gd name="T3" fmla="*/ 206 h 2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8" h="21">
                      <a:moveTo>
                        <a:pt x="0" y="0"/>
                      </a:moveTo>
                      <a:cubicBezTo>
                        <a:pt x="2" y="4"/>
                        <a:pt x="7" y="15"/>
                        <a:pt x="8" y="21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51" name="Freeform 564">
                  <a:extLst>
                    <a:ext uri="{FF2B5EF4-FFF2-40B4-BE49-F238E27FC236}">
                      <a16:creationId xmlns:a16="http://schemas.microsoft.com/office/drawing/2014/main" id="{29F24940-FF68-4D11-98CE-827CB497F3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3" y="3313"/>
                  <a:ext cx="42" cy="58"/>
                </a:xfrm>
                <a:custGeom>
                  <a:avLst/>
                  <a:gdLst>
                    <a:gd name="T0" fmla="*/ 0 w 21"/>
                    <a:gd name="T1" fmla="*/ 0 h 27"/>
                    <a:gd name="T2" fmla="*/ 168 w 21"/>
                    <a:gd name="T3" fmla="*/ 269 h 2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1" h="27">
                      <a:moveTo>
                        <a:pt x="0" y="0"/>
                      </a:moveTo>
                      <a:cubicBezTo>
                        <a:pt x="4" y="8"/>
                        <a:pt x="12" y="20"/>
                        <a:pt x="21" y="27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52" name="Freeform 565">
                  <a:extLst>
                    <a:ext uri="{FF2B5EF4-FFF2-40B4-BE49-F238E27FC236}">
                      <a16:creationId xmlns:a16="http://schemas.microsoft.com/office/drawing/2014/main" id="{A2CC7CE2-99A4-41E8-ACC1-09E8CB8277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5" y="3361"/>
                  <a:ext cx="2" cy="21"/>
                </a:xfrm>
                <a:custGeom>
                  <a:avLst/>
                  <a:gdLst>
                    <a:gd name="T0" fmla="*/ 8 w 1"/>
                    <a:gd name="T1" fmla="*/ 0 h 10"/>
                    <a:gd name="T2" fmla="*/ 0 w 1"/>
                    <a:gd name="T3" fmla="*/ 92 h 1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0">
                      <a:moveTo>
                        <a:pt x="1" y="0"/>
                      </a:moveTo>
                      <a:cubicBezTo>
                        <a:pt x="1" y="4"/>
                        <a:pt x="0" y="10"/>
                        <a:pt x="0" y="1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53" name="Freeform 566">
                  <a:extLst>
                    <a:ext uri="{FF2B5EF4-FFF2-40B4-BE49-F238E27FC236}">
                      <a16:creationId xmlns:a16="http://schemas.microsoft.com/office/drawing/2014/main" id="{6BCD9045-F68C-4900-884F-A46383190B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83" y="3487"/>
                  <a:ext cx="4" cy="39"/>
                </a:xfrm>
                <a:custGeom>
                  <a:avLst/>
                  <a:gdLst>
                    <a:gd name="T0" fmla="*/ 0 w 2"/>
                    <a:gd name="T1" fmla="*/ 0 h 18"/>
                    <a:gd name="T2" fmla="*/ 16 w 2"/>
                    <a:gd name="T3" fmla="*/ 184 h 1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18">
                      <a:moveTo>
                        <a:pt x="0" y="0"/>
                      </a:moveTo>
                      <a:cubicBezTo>
                        <a:pt x="0" y="5"/>
                        <a:pt x="1" y="16"/>
                        <a:pt x="2" y="18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54" name="Freeform 567">
                  <a:extLst>
                    <a:ext uri="{FF2B5EF4-FFF2-40B4-BE49-F238E27FC236}">
                      <a16:creationId xmlns:a16="http://schemas.microsoft.com/office/drawing/2014/main" id="{E5DE34AC-B29A-4D4F-9691-B7AB86B5A6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6" y="3607"/>
                  <a:ext cx="4" cy="20"/>
                </a:xfrm>
                <a:custGeom>
                  <a:avLst/>
                  <a:gdLst>
                    <a:gd name="T0" fmla="*/ 8 w 2"/>
                    <a:gd name="T1" fmla="*/ 0 h 9"/>
                    <a:gd name="T2" fmla="*/ 0 w 2"/>
                    <a:gd name="T3" fmla="*/ 98 h 9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9">
                      <a:moveTo>
                        <a:pt x="1" y="0"/>
                      </a:moveTo>
                      <a:cubicBezTo>
                        <a:pt x="2" y="3"/>
                        <a:pt x="1" y="5"/>
                        <a:pt x="0" y="9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55" name="Freeform 568">
                  <a:extLst>
                    <a:ext uri="{FF2B5EF4-FFF2-40B4-BE49-F238E27FC236}">
                      <a16:creationId xmlns:a16="http://schemas.microsoft.com/office/drawing/2014/main" id="{01311632-B3CE-4375-809C-330A613EC4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3406"/>
                  <a:ext cx="18" cy="15"/>
                </a:xfrm>
                <a:custGeom>
                  <a:avLst/>
                  <a:gdLst>
                    <a:gd name="T0" fmla="*/ 0 w 9"/>
                    <a:gd name="T1" fmla="*/ 0 h 7"/>
                    <a:gd name="T2" fmla="*/ 72 w 9"/>
                    <a:gd name="T3" fmla="*/ 69 h 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7">
                      <a:moveTo>
                        <a:pt x="0" y="0"/>
                      </a:moveTo>
                      <a:cubicBezTo>
                        <a:pt x="4" y="2"/>
                        <a:pt x="9" y="7"/>
                        <a:pt x="9" y="7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56" name="Freeform 569">
                  <a:extLst>
                    <a:ext uri="{FF2B5EF4-FFF2-40B4-BE49-F238E27FC236}">
                      <a16:creationId xmlns:a16="http://schemas.microsoft.com/office/drawing/2014/main" id="{50AF0BEB-291C-4D9C-B12A-4DE06BA8E5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3633"/>
                  <a:ext cx="22" cy="41"/>
                </a:xfrm>
                <a:custGeom>
                  <a:avLst/>
                  <a:gdLst>
                    <a:gd name="T0" fmla="*/ 0 w 11"/>
                    <a:gd name="T1" fmla="*/ 190 h 19"/>
                    <a:gd name="T2" fmla="*/ 88 w 11"/>
                    <a:gd name="T3" fmla="*/ 0 h 19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1" h="19">
                      <a:moveTo>
                        <a:pt x="0" y="19"/>
                      </a:moveTo>
                      <a:cubicBezTo>
                        <a:pt x="3" y="12"/>
                        <a:pt x="9" y="2"/>
                        <a:pt x="11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57" name="Freeform 570">
                  <a:extLst>
                    <a:ext uri="{FF2B5EF4-FFF2-40B4-BE49-F238E27FC236}">
                      <a16:creationId xmlns:a16="http://schemas.microsoft.com/office/drawing/2014/main" id="{71B0AEEC-81AA-498D-9E4A-371288C952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7" y="3438"/>
                  <a:ext cx="74" cy="30"/>
                </a:xfrm>
                <a:custGeom>
                  <a:avLst/>
                  <a:gdLst>
                    <a:gd name="T0" fmla="*/ 0 w 37"/>
                    <a:gd name="T1" fmla="*/ 137 h 14"/>
                    <a:gd name="T2" fmla="*/ 296 w 37"/>
                    <a:gd name="T3" fmla="*/ 0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7" h="14">
                      <a:moveTo>
                        <a:pt x="0" y="14"/>
                      </a:moveTo>
                      <a:cubicBezTo>
                        <a:pt x="8" y="12"/>
                        <a:pt x="25" y="6"/>
                        <a:pt x="37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58" name="Freeform 571">
                  <a:extLst>
                    <a:ext uri="{FF2B5EF4-FFF2-40B4-BE49-F238E27FC236}">
                      <a16:creationId xmlns:a16="http://schemas.microsoft.com/office/drawing/2014/main" id="{B2E52CCE-1279-400B-B2E7-B39056620D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3504"/>
                  <a:ext cx="22" cy="1"/>
                </a:xfrm>
                <a:custGeom>
                  <a:avLst/>
                  <a:gdLst>
                    <a:gd name="T0" fmla="*/ 0 w 11"/>
                    <a:gd name="T1" fmla="*/ 0 h 1"/>
                    <a:gd name="T2" fmla="*/ 88 w 11"/>
                    <a:gd name="T3" fmla="*/ 0 h 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1" h="1">
                      <a:moveTo>
                        <a:pt x="0" y="0"/>
                      </a:moveTo>
                      <a:cubicBezTo>
                        <a:pt x="6" y="0"/>
                        <a:pt x="9" y="0"/>
                        <a:pt x="11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59" name="Freeform 572">
                  <a:extLst>
                    <a:ext uri="{FF2B5EF4-FFF2-40B4-BE49-F238E27FC236}">
                      <a16:creationId xmlns:a16="http://schemas.microsoft.com/office/drawing/2014/main" id="{949DDDB0-7894-4E10-A79B-83EF573399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3187"/>
                  <a:ext cx="14" cy="56"/>
                </a:xfrm>
                <a:custGeom>
                  <a:avLst/>
                  <a:gdLst>
                    <a:gd name="T0" fmla="*/ 0 w 7"/>
                    <a:gd name="T1" fmla="*/ 0 h 26"/>
                    <a:gd name="T2" fmla="*/ 56 w 7"/>
                    <a:gd name="T3" fmla="*/ 261 h 2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7" h="26">
                      <a:moveTo>
                        <a:pt x="0" y="0"/>
                      </a:moveTo>
                      <a:cubicBezTo>
                        <a:pt x="1" y="10"/>
                        <a:pt x="6" y="22"/>
                        <a:pt x="7" y="26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60" name="Freeform 573">
                  <a:extLst>
                    <a:ext uri="{FF2B5EF4-FFF2-40B4-BE49-F238E27FC236}">
                      <a16:creationId xmlns:a16="http://schemas.microsoft.com/office/drawing/2014/main" id="{C1F30C29-F5B0-483F-B5D9-46C9B37BFD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7" y="2816"/>
                  <a:ext cx="38" cy="21"/>
                </a:xfrm>
                <a:custGeom>
                  <a:avLst/>
                  <a:gdLst>
                    <a:gd name="T0" fmla="*/ 0 w 19"/>
                    <a:gd name="T1" fmla="*/ 92 h 10"/>
                    <a:gd name="T2" fmla="*/ 152 w 19"/>
                    <a:gd name="T3" fmla="*/ 0 h 1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" h="10">
                      <a:moveTo>
                        <a:pt x="0" y="10"/>
                      </a:moveTo>
                      <a:cubicBezTo>
                        <a:pt x="6" y="6"/>
                        <a:pt x="17" y="0"/>
                        <a:pt x="19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61" name="Freeform 574">
                  <a:extLst>
                    <a:ext uri="{FF2B5EF4-FFF2-40B4-BE49-F238E27FC236}">
                      <a16:creationId xmlns:a16="http://schemas.microsoft.com/office/drawing/2014/main" id="{A416DE7B-3E3B-4659-9523-BF1F9FC04E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5" y="2947"/>
                  <a:ext cx="14" cy="36"/>
                </a:xfrm>
                <a:custGeom>
                  <a:avLst/>
                  <a:gdLst>
                    <a:gd name="T0" fmla="*/ 0 w 7"/>
                    <a:gd name="T1" fmla="*/ 0 h 17"/>
                    <a:gd name="T2" fmla="*/ 56 w 7"/>
                    <a:gd name="T3" fmla="*/ 161 h 1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7" h="17">
                      <a:moveTo>
                        <a:pt x="0" y="0"/>
                      </a:moveTo>
                      <a:cubicBezTo>
                        <a:pt x="4" y="9"/>
                        <a:pt x="7" y="17"/>
                        <a:pt x="7" y="17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62" name="Freeform 575">
                  <a:extLst>
                    <a:ext uri="{FF2B5EF4-FFF2-40B4-BE49-F238E27FC236}">
                      <a16:creationId xmlns:a16="http://schemas.microsoft.com/office/drawing/2014/main" id="{99754529-4202-474D-A8A3-1D05718262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9" y="2296"/>
                  <a:ext cx="46" cy="22"/>
                </a:xfrm>
                <a:custGeom>
                  <a:avLst/>
                  <a:gdLst>
                    <a:gd name="T0" fmla="*/ 0 w 23"/>
                    <a:gd name="T1" fmla="*/ 106 h 10"/>
                    <a:gd name="T2" fmla="*/ 184 w 23"/>
                    <a:gd name="T3" fmla="*/ 0 h 1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3" h="10">
                      <a:moveTo>
                        <a:pt x="0" y="10"/>
                      </a:moveTo>
                      <a:cubicBezTo>
                        <a:pt x="10" y="4"/>
                        <a:pt x="17" y="1"/>
                        <a:pt x="23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63" name="Freeform 576">
                  <a:extLst>
                    <a:ext uri="{FF2B5EF4-FFF2-40B4-BE49-F238E27FC236}">
                      <a16:creationId xmlns:a16="http://schemas.microsoft.com/office/drawing/2014/main" id="{CC0197C7-76B1-4532-9E2B-11E3F16F83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1" y="2326"/>
                  <a:ext cx="38" cy="5"/>
                </a:xfrm>
                <a:custGeom>
                  <a:avLst/>
                  <a:gdLst>
                    <a:gd name="T0" fmla="*/ 0 w 19"/>
                    <a:gd name="T1" fmla="*/ 33 h 2"/>
                    <a:gd name="T2" fmla="*/ 152 w 19"/>
                    <a:gd name="T3" fmla="*/ 33 h 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" h="2">
                      <a:moveTo>
                        <a:pt x="0" y="2"/>
                      </a:moveTo>
                      <a:cubicBezTo>
                        <a:pt x="8" y="0"/>
                        <a:pt x="19" y="2"/>
                        <a:pt x="19" y="2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64" name="Freeform 577">
                  <a:extLst>
                    <a:ext uri="{FF2B5EF4-FFF2-40B4-BE49-F238E27FC236}">
                      <a16:creationId xmlns:a16="http://schemas.microsoft.com/office/drawing/2014/main" id="{38875480-C681-4D60-8B92-EC1C976ADF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9" y="2985"/>
                  <a:ext cx="24" cy="37"/>
                </a:xfrm>
                <a:custGeom>
                  <a:avLst/>
                  <a:gdLst>
                    <a:gd name="T0" fmla="*/ 96 w 12"/>
                    <a:gd name="T1" fmla="*/ 0 h 17"/>
                    <a:gd name="T2" fmla="*/ 0 w 12"/>
                    <a:gd name="T3" fmla="*/ 176 h 1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2" h="17">
                      <a:moveTo>
                        <a:pt x="12" y="0"/>
                      </a:moveTo>
                      <a:cubicBezTo>
                        <a:pt x="11" y="5"/>
                        <a:pt x="4" y="13"/>
                        <a:pt x="0" y="17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65" name="Freeform 578">
                  <a:extLst>
                    <a:ext uri="{FF2B5EF4-FFF2-40B4-BE49-F238E27FC236}">
                      <a16:creationId xmlns:a16="http://schemas.microsoft.com/office/drawing/2014/main" id="{345A41D1-5272-46C9-8E0D-C829F70B5D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7" y="3092"/>
                  <a:ext cx="26" cy="18"/>
                </a:xfrm>
                <a:custGeom>
                  <a:avLst/>
                  <a:gdLst>
                    <a:gd name="T0" fmla="*/ 0 w 13"/>
                    <a:gd name="T1" fmla="*/ 92 h 8"/>
                    <a:gd name="T2" fmla="*/ 104 w 13"/>
                    <a:gd name="T3" fmla="*/ 0 h 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3" h="8">
                      <a:moveTo>
                        <a:pt x="0" y="8"/>
                      </a:moveTo>
                      <a:cubicBezTo>
                        <a:pt x="8" y="2"/>
                        <a:pt x="13" y="0"/>
                        <a:pt x="13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66" name="Freeform 579">
                  <a:extLst>
                    <a:ext uri="{FF2B5EF4-FFF2-40B4-BE49-F238E27FC236}">
                      <a16:creationId xmlns:a16="http://schemas.microsoft.com/office/drawing/2014/main" id="{F660065C-DCF6-4FA9-B92A-906F5BCA06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21" y="2264"/>
                  <a:ext cx="2" cy="26"/>
                </a:xfrm>
                <a:custGeom>
                  <a:avLst/>
                  <a:gdLst>
                    <a:gd name="T0" fmla="*/ 0 w 1"/>
                    <a:gd name="T1" fmla="*/ 0 h 12"/>
                    <a:gd name="T2" fmla="*/ 8 w 1"/>
                    <a:gd name="T3" fmla="*/ 121 h 1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12">
                      <a:moveTo>
                        <a:pt x="0" y="0"/>
                      </a:moveTo>
                      <a:cubicBezTo>
                        <a:pt x="0" y="5"/>
                        <a:pt x="0" y="11"/>
                        <a:pt x="1" y="12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67" name="Freeform 580">
                  <a:extLst>
                    <a:ext uri="{FF2B5EF4-FFF2-40B4-BE49-F238E27FC236}">
                      <a16:creationId xmlns:a16="http://schemas.microsoft.com/office/drawing/2014/main" id="{B3A74F62-D013-4738-AAD5-729C1A5BE7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2" y="2344"/>
                  <a:ext cx="18" cy="17"/>
                </a:xfrm>
                <a:custGeom>
                  <a:avLst/>
                  <a:gdLst>
                    <a:gd name="T0" fmla="*/ 0 w 9"/>
                    <a:gd name="T1" fmla="*/ 0 h 8"/>
                    <a:gd name="T2" fmla="*/ 72 w 9"/>
                    <a:gd name="T3" fmla="*/ 77 h 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8">
                      <a:moveTo>
                        <a:pt x="0" y="0"/>
                      </a:moveTo>
                      <a:cubicBezTo>
                        <a:pt x="3" y="4"/>
                        <a:pt x="9" y="8"/>
                        <a:pt x="9" y="8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68" name="Freeform 581">
                  <a:extLst>
                    <a:ext uri="{FF2B5EF4-FFF2-40B4-BE49-F238E27FC236}">
                      <a16:creationId xmlns:a16="http://schemas.microsoft.com/office/drawing/2014/main" id="{40ECAFF0-5110-4346-8F28-411E0BEDB6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22" y="3260"/>
                  <a:ext cx="51" cy="98"/>
                </a:xfrm>
                <a:custGeom>
                  <a:avLst/>
                  <a:gdLst>
                    <a:gd name="T0" fmla="*/ 212 w 25"/>
                    <a:gd name="T1" fmla="*/ 0 h 46"/>
                    <a:gd name="T2" fmla="*/ 0 w 25"/>
                    <a:gd name="T3" fmla="*/ 445 h 4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5" h="46">
                      <a:moveTo>
                        <a:pt x="25" y="0"/>
                      </a:moveTo>
                      <a:cubicBezTo>
                        <a:pt x="12" y="17"/>
                        <a:pt x="6" y="32"/>
                        <a:pt x="0" y="46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69" name="Freeform 582">
                  <a:extLst>
                    <a:ext uri="{FF2B5EF4-FFF2-40B4-BE49-F238E27FC236}">
                      <a16:creationId xmlns:a16="http://schemas.microsoft.com/office/drawing/2014/main" id="{89B84E96-A57E-4641-A191-DBD871182C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" y="3380"/>
                  <a:ext cx="16" cy="51"/>
                </a:xfrm>
                <a:custGeom>
                  <a:avLst/>
                  <a:gdLst>
                    <a:gd name="T0" fmla="*/ 0 w 8"/>
                    <a:gd name="T1" fmla="*/ 0 h 24"/>
                    <a:gd name="T2" fmla="*/ 64 w 8"/>
                    <a:gd name="T3" fmla="*/ 230 h 2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8" h="24">
                      <a:moveTo>
                        <a:pt x="0" y="0"/>
                      </a:moveTo>
                      <a:cubicBezTo>
                        <a:pt x="4" y="9"/>
                        <a:pt x="8" y="24"/>
                        <a:pt x="8" y="24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70" name="Freeform 583">
                  <a:extLst>
                    <a:ext uri="{FF2B5EF4-FFF2-40B4-BE49-F238E27FC236}">
                      <a16:creationId xmlns:a16="http://schemas.microsoft.com/office/drawing/2014/main" id="{1147EB4A-14C6-4FDA-A018-874F044D50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71" y="3511"/>
                  <a:ext cx="12" cy="34"/>
                </a:xfrm>
                <a:custGeom>
                  <a:avLst/>
                  <a:gdLst>
                    <a:gd name="T0" fmla="*/ 0 w 6"/>
                    <a:gd name="T1" fmla="*/ 0 h 16"/>
                    <a:gd name="T2" fmla="*/ 48 w 6"/>
                    <a:gd name="T3" fmla="*/ 153 h 1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6">
                      <a:moveTo>
                        <a:pt x="0" y="0"/>
                      </a:moveTo>
                      <a:cubicBezTo>
                        <a:pt x="0" y="7"/>
                        <a:pt x="4" y="11"/>
                        <a:pt x="6" y="16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71" name="Freeform 584">
                  <a:extLst>
                    <a:ext uri="{FF2B5EF4-FFF2-40B4-BE49-F238E27FC236}">
                      <a16:creationId xmlns:a16="http://schemas.microsoft.com/office/drawing/2014/main" id="{F0B5C463-67EF-461B-A78A-CBDEE8F679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1" y="3472"/>
                  <a:ext cx="24" cy="15"/>
                </a:xfrm>
                <a:custGeom>
                  <a:avLst/>
                  <a:gdLst>
                    <a:gd name="T0" fmla="*/ 0 w 12"/>
                    <a:gd name="T1" fmla="*/ 0 h 7"/>
                    <a:gd name="T2" fmla="*/ 96 w 12"/>
                    <a:gd name="T3" fmla="*/ 69 h 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2" h="7">
                      <a:moveTo>
                        <a:pt x="0" y="0"/>
                      </a:moveTo>
                      <a:cubicBezTo>
                        <a:pt x="4" y="4"/>
                        <a:pt x="6" y="5"/>
                        <a:pt x="12" y="7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72" name="Freeform 585">
                  <a:extLst>
                    <a:ext uri="{FF2B5EF4-FFF2-40B4-BE49-F238E27FC236}">
                      <a16:creationId xmlns:a16="http://schemas.microsoft.com/office/drawing/2014/main" id="{A4091121-43BC-475D-BC19-0FB73B0D3A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1" y="3483"/>
                  <a:ext cx="6" cy="56"/>
                </a:xfrm>
                <a:custGeom>
                  <a:avLst/>
                  <a:gdLst>
                    <a:gd name="T0" fmla="*/ 16 w 3"/>
                    <a:gd name="T1" fmla="*/ 0 h 26"/>
                    <a:gd name="T2" fmla="*/ 24 w 3"/>
                    <a:gd name="T3" fmla="*/ 261 h 2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26">
                      <a:moveTo>
                        <a:pt x="2" y="0"/>
                      </a:moveTo>
                      <a:cubicBezTo>
                        <a:pt x="0" y="3"/>
                        <a:pt x="2" y="13"/>
                        <a:pt x="3" y="26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73" name="Freeform 586">
                  <a:extLst>
                    <a:ext uri="{FF2B5EF4-FFF2-40B4-BE49-F238E27FC236}">
                      <a16:creationId xmlns:a16="http://schemas.microsoft.com/office/drawing/2014/main" id="{20296D9C-6BF4-4DCF-8ADC-166D895EEF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4" y="3416"/>
                  <a:ext cx="6" cy="39"/>
                </a:xfrm>
                <a:custGeom>
                  <a:avLst/>
                  <a:gdLst>
                    <a:gd name="T0" fmla="*/ 24 w 3"/>
                    <a:gd name="T1" fmla="*/ 0 h 18"/>
                    <a:gd name="T2" fmla="*/ 0 w 3"/>
                    <a:gd name="T3" fmla="*/ 184 h 1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18">
                      <a:moveTo>
                        <a:pt x="3" y="0"/>
                      </a:moveTo>
                      <a:cubicBezTo>
                        <a:pt x="0" y="11"/>
                        <a:pt x="0" y="18"/>
                        <a:pt x="0" y="18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74" name="Freeform 587">
                  <a:extLst>
                    <a:ext uri="{FF2B5EF4-FFF2-40B4-BE49-F238E27FC236}">
                      <a16:creationId xmlns:a16="http://schemas.microsoft.com/office/drawing/2014/main" id="{B868C8D8-9C46-4084-8D73-E0E7F43970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2" y="2743"/>
                  <a:ext cx="4" cy="25"/>
                </a:xfrm>
                <a:custGeom>
                  <a:avLst/>
                  <a:gdLst>
                    <a:gd name="T0" fmla="*/ 0 w 2"/>
                    <a:gd name="T1" fmla="*/ 0 h 12"/>
                    <a:gd name="T2" fmla="*/ 16 w 2"/>
                    <a:gd name="T3" fmla="*/ 108 h 1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12">
                      <a:moveTo>
                        <a:pt x="0" y="0"/>
                      </a:moveTo>
                      <a:cubicBezTo>
                        <a:pt x="2" y="6"/>
                        <a:pt x="2" y="12"/>
                        <a:pt x="2" y="12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75" name="Freeform 588">
                  <a:extLst>
                    <a:ext uri="{FF2B5EF4-FFF2-40B4-BE49-F238E27FC236}">
                      <a16:creationId xmlns:a16="http://schemas.microsoft.com/office/drawing/2014/main" id="{4320305A-C309-4B52-BB3F-EA55AE72AA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8" y="2655"/>
                  <a:ext cx="26" cy="6"/>
                </a:xfrm>
                <a:custGeom>
                  <a:avLst/>
                  <a:gdLst>
                    <a:gd name="T0" fmla="*/ 0 w 13"/>
                    <a:gd name="T1" fmla="*/ 0 h 3"/>
                    <a:gd name="T2" fmla="*/ 104 w 13"/>
                    <a:gd name="T3" fmla="*/ 24 h 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3" h="3">
                      <a:moveTo>
                        <a:pt x="0" y="0"/>
                      </a:moveTo>
                      <a:cubicBezTo>
                        <a:pt x="6" y="1"/>
                        <a:pt x="13" y="3"/>
                        <a:pt x="13" y="3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76" name="Freeform 589">
                  <a:extLst>
                    <a:ext uri="{FF2B5EF4-FFF2-40B4-BE49-F238E27FC236}">
                      <a16:creationId xmlns:a16="http://schemas.microsoft.com/office/drawing/2014/main" id="{5E178354-9300-488B-ABA7-912A287BFF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34" y="2610"/>
                  <a:ext cx="18" cy="23"/>
                </a:xfrm>
                <a:custGeom>
                  <a:avLst/>
                  <a:gdLst>
                    <a:gd name="T0" fmla="*/ 0 w 9"/>
                    <a:gd name="T1" fmla="*/ 0 h 11"/>
                    <a:gd name="T2" fmla="*/ 72 w 9"/>
                    <a:gd name="T3" fmla="*/ 100 h 1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11">
                      <a:moveTo>
                        <a:pt x="0" y="0"/>
                      </a:moveTo>
                      <a:cubicBezTo>
                        <a:pt x="5" y="6"/>
                        <a:pt x="9" y="11"/>
                        <a:pt x="9" y="11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77" name="Freeform 590">
                  <a:extLst>
                    <a:ext uri="{FF2B5EF4-FFF2-40B4-BE49-F238E27FC236}">
                      <a16:creationId xmlns:a16="http://schemas.microsoft.com/office/drawing/2014/main" id="{6231102C-9636-41E4-863E-D17E9B763C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75" y="3176"/>
                  <a:ext cx="6" cy="28"/>
                </a:xfrm>
                <a:custGeom>
                  <a:avLst/>
                  <a:gdLst>
                    <a:gd name="T0" fmla="*/ 24 w 3"/>
                    <a:gd name="T1" fmla="*/ 0 h 13"/>
                    <a:gd name="T2" fmla="*/ 0 w 3"/>
                    <a:gd name="T3" fmla="*/ 129 h 1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13">
                      <a:moveTo>
                        <a:pt x="3" y="0"/>
                      </a:moveTo>
                      <a:cubicBezTo>
                        <a:pt x="3" y="5"/>
                        <a:pt x="0" y="13"/>
                        <a:pt x="0" y="13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78" name="Freeform 591">
                  <a:extLst>
                    <a:ext uri="{FF2B5EF4-FFF2-40B4-BE49-F238E27FC236}">
                      <a16:creationId xmlns:a16="http://schemas.microsoft.com/office/drawing/2014/main" id="{9C0E2BEF-E62C-4680-9DF5-7C1DF5BDED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69" y="1801"/>
                  <a:ext cx="26" cy="32"/>
                </a:xfrm>
                <a:custGeom>
                  <a:avLst/>
                  <a:gdLst>
                    <a:gd name="T0" fmla="*/ 104 w 13"/>
                    <a:gd name="T1" fmla="*/ 0 h 15"/>
                    <a:gd name="T2" fmla="*/ 0 w 13"/>
                    <a:gd name="T3" fmla="*/ 145 h 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3" h="15">
                      <a:moveTo>
                        <a:pt x="13" y="0"/>
                      </a:moveTo>
                      <a:cubicBezTo>
                        <a:pt x="9" y="3"/>
                        <a:pt x="3" y="9"/>
                        <a:pt x="0" y="15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79" name="Freeform 592">
                  <a:extLst>
                    <a:ext uri="{FF2B5EF4-FFF2-40B4-BE49-F238E27FC236}">
                      <a16:creationId xmlns:a16="http://schemas.microsoft.com/office/drawing/2014/main" id="{8EB89162-38D0-4FBF-98B7-190B1159C6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46" y="1801"/>
                  <a:ext cx="6" cy="19"/>
                </a:xfrm>
                <a:custGeom>
                  <a:avLst/>
                  <a:gdLst>
                    <a:gd name="T0" fmla="*/ 0 w 3"/>
                    <a:gd name="T1" fmla="*/ 0 h 9"/>
                    <a:gd name="T2" fmla="*/ 24 w 3"/>
                    <a:gd name="T3" fmla="*/ 84 h 9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">
                      <a:moveTo>
                        <a:pt x="0" y="0"/>
                      </a:moveTo>
                      <a:cubicBezTo>
                        <a:pt x="1" y="2"/>
                        <a:pt x="3" y="9"/>
                        <a:pt x="3" y="9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80" name="Freeform 593">
                  <a:extLst>
                    <a:ext uri="{FF2B5EF4-FFF2-40B4-BE49-F238E27FC236}">
                      <a16:creationId xmlns:a16="http://schemas.microsoft.com/office/drawing/2014/main" id="{3BD23478-2A02-48BB-83FE-DBE16D0D30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8" y="1966"/>
                  <a:ext cx="20" cy="19"/>
                </a:xfrm>
                <a:custGeom>
                  <a:avLst/>
                  <a:gdLst>
                    <a:gd name="T0" fmla="*/ 80 w 10"/>
                    <a:gd name="T1" fmla="*/ 0 h 9"/>
                    <a:gd name="T2" fmla="*/ 0 w 10"/>
                    <a:gd name="T3" fmla="*/ 84 h 9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0" h="9">
                      <a:moveTo>
                        <a:pt x="10" y="0"/>
                      </a:moveTo>
                      <a:cubicBezTo>
                        <a:pt x="6" y="3"/>
                        <a:pt x="1" y="7"/>
                        <a:pt x="0" y="9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81" name="Freeform 594">
                  <a:extLst>
                    <a:ext uri="{FF2B5EF4-FFF2-40B4-BE49-F238E27FC236}">
                      <a16:creationId xmlns:a16="http://schemas.microsoft.com/office/drawing/2014/main" id="{2C01C621-58DF-4ECE-BDD7-12A63D8D9E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6" y="2131"/>
                  <a:ext cx="22" cy="7"/>
                </a:xfrm>
                <a:custGeom>
                  <a:avLst/>
                  <a:gdLst>
                    <a:gd name="T0" fmla="*/ 0 w 11"/>
                    <a:gd name="T1" fmla="*/ 37 h 3"/>
                    <a:gd name="T2" fmla="*/ 88 w 11"/>
                    <a:gd name="T3" fmla="*/ 0 h 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1" h="3">
                      <a:moveTo>
                        <a:pt x="0" y="3"/>
                      </a:moveTo>
                      <a:cubicBezTo>
                        <a:pt x="4" y="1"/>
                        <a:pt x="11" y="0"/>
                        <a:pt x="11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82" name="Freeform 595">
                  <a:extLst>
                    <a:ext uri="{FF2B5EF4-FFF2-40B4-BE49-F238E27FC236}">
                      <a16:creationId xmlns:a16="http://schemas.microsoft.com/office/drawing/2014/main" id="{EBC11BE8-C2B4-4A3A-8C7D-781CFE635C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6" y="2322"/>
                  <a:ext cx="26" cy="7"/>
                </a:xfrm>
                <a:custGeom>
                  <a:avLst/>
                  <a:gdLst>
                    <a:gd name="T0" fmla="*/ 0 w 13"/>
                    <a:gd name="T1" fmla="*/ 0 h 3"/>
                    <a:gd name="T2" fmla="*/ 104 w 13"/>
                    <a:gd name="T3" fmla="*/ 37 h 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3" h="3">
                      <a:moveTo>
                        <a:pt x="0" y="0"/>
                      </a:moveTo>
                      <a:cubicBezTo>
                        <a:pt x="5" y="2"/>
                        <a:pt x="8" y="3"/>
                        <a:pt x="13" y="3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83" name="Freeform 596">
                  <a:extLst>
                    <a:ext uri="{FF2B5EF4-FFF2-40B4-BE49-F238E27FC236}">
                      <a16:creationId xmlns:a16="http://schemas.microsoft.com/office/drawing/2014/main" id="{01BD880D-7A8E-408E-B3E2-C6A6E7274F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711"/>
                  <a:ext cx="197" cy="75"/>
                </a:xfrm>
                <a:custGeom>
                  <a:avLst/>
                  <a:gdLst>
                    <a:gd name="T0" fmla="*/ 400 w 98"/>
                    <a:gd name="T1" fmla="*/ 345 h 35"/>
                    <a:gd name="T2" fmla="*/ 724 w 98"/>
                    <a:gd name="T3" fmla="*/ 266 h 35"/>
                    <a:gd name="T4" fmla="*/ 732 w 98"/>
                    <a:gd name="T5" fmla="*/ 28 h 35"/>
                    <a:gd name="T6" fmla="*/ 400 w 98"/>
                    <a:gd name="T7" fmla="*/ 51 h 35"/>
                    <a:gd name="T8" fmla="*/ 400 w 98"/>
                    <a:gd name="T9" fmla="*/ 51 h 35"/>
                    <a:gd name="T10" fmla="*/ 64 w 98"/>
                    <a:gd name="T11" fmla="*/ 28 h 35"/>
                    <a:gd name="T12" fmla="*/ 72 w 98"/>
                    <a:gd name="T13" fmla="*/ 266 h 35"/>
                    <a:gd name="T14" fmla="*/ 400 w 98"/>
                    <a:gd name="T15" fmla="*/ 345 h 3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5">
                      <a:moveTo>
                        <a:pt x="49" y="35"/>
                      </a:moveTo>
                      <a:cubicBezTo>
                        <a:pt x="69" y="35"/>
                        <a:pt x="83" y="34"/>
                        <a:pt x="89" y="27"/>
                      </a:cubicBezTo>
                      <a:cubicBezTo>
                        <a:pt x="96" y="21"/>
                        <a:pt x="98" y="9"/>
                        <a:pt x="90" y="3"/>
                      </a:cubicBezTo>
                      <a:cubicBezTo>
                        <a:pt x="84" y="0"/>
                        <a:pt x="82" y="5"/>
                        <a:pt x="49" y="5"/>
                      </a:cubicBezTo>
                      <a:cubicBezTo>
                        <a:pt x="49" y="5"/>
                        <a:pt x="49" y="5"/>
                        <a:pt x="49" y="5"/>
                      </a:cubicBezTo>
                      <a:cubicBezTo>
                        <a:pt x="16" y="5"/>
                        <a:pt x="14" y="0"/>
                        <a:pt x="8" y="3"/>
                      </a:cubicBezTo>
                      <a:cubicBezTo>
                        <a:pt x="0" y="9"/>
                        <a:pt x="2" y="21"/>
                        <a:pt x="9" y="27"/>
                      </a:cubicBezTo>
                      <a:cubicBezTo>
                        <a:pt x="15" y="34"/>
                        <a:pt x="29" y="35"/>
                        <a:pt x="49" y="35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84" name="Freeform 597">
                  <a:extLst>
                    <a:ext uri="{FF2B5EF4-FFF2-40B4-BE49-F238E27FC236}">
                      <a16:creationId xmlns:a16="http://schemas.microsoft.com/office/drawing/2014/main" id="{8FAC20C6-D493-46CF-B98B-B1640DB837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610"/>
                  <a:ext cx="197" cy="88"/>
                </a:xfrm>
                <a:custGeom>
                  <a:avLst/>
                  <a:gdLst>
                    <a:gd name="T0" fmla="*/ 400 w 98"/>
                    <a:gd name="T1" fmla="*/ 406 h 41"/>
                    <a:gd name="T2" fmla="*/ 724 w 98"/>
                    <a:gd name="T3" fmla="*/ 337 h 41"/>
                    <a:gd name="T4" fmla="*/ 732 w 98"/>
                    <a:gd name="T5" fmla="*/ 28 h 41"/>
                    <a:gd name="T6" fmla="*/ 400 w 98"/>
                    <a:gd name="T7" fmla="*/ 52 h 41"/>
                    <a:gd name="T8" fmla="*/ 400 w 98"/>
                    <a:gd name="T9" fmla="*/ 52 h 41"/>
                    <a:gd name="T10" fmla="*/ 64 w 98"/>
                    <a:gd name="T11" fmla="*/ 28 h 41"/>
                    <a:gd name="T12" fmla="*/ 72 w 98"/>
                    <a:gd name="T13" fmla="*/ 337 h 41"/>
                    <a:gd name="T14" fmla="*/ 400 w 98"/>
                    <a:gd name="T15" fmla="*/ 406 h 4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1">
                      <a:moveTo>
                        <a:pt x="49" y="41"/>
                      </a:moveTo>
                      <a:cubicBezTo>
                        <a:pt x="69" y="41"/>
                        <a:pt x="83" y="40"/>
                        <a:pt x="89" y="34"/>
                      </a:cubicBezTo>
                      <a:cubicBezTo>
                        <a:pt x="96" y="27"/>
                        <a:pt x="98" y="9"/>
                        <a:pt x="90" y="3"/>
                      </a:cubicBezTo>
                      <a:cubicBezTo>
                        <a:pt x="84" y="0"/>
                        <a:pt x="82" y="5"/>
                        <a:pt x="49" y="5"/>
                      </a:cubicBezTo>
                      <a:cubicBezTo>
                        <a:pt x="49" y="5"/>
                        <a:pt x="49" y="5"/>
                        <a:pt x="49" y="5"/>
                      </a:cubicBezTo>
                      <a:cubicBezTo>
                        <a:pt x="16" y="5"/>
                        <a:pt x="14" y="0"/>
                        <a:pt x="8" y="3"/>
                      </a:cubicBezTo>
                      <a:cubicBezTo>
                        <a:pt x="0" y="9"/>
                        <a:pt x="2" y="27"/>
                        <a:pt x="9" y="34"/>
                      </a:cubicBezTo>
                      <a:cubicBezTo>
                        <a:pt x="15" y="40"/>
                        <a:pt x="29" y="41"/>
                        <a:pt x="49" y="41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85" name="Freeform 598">
                  <a:extLst>
                    <a:ext uri="{FF2B5EF4-FFF2-40B4-BE49-F238E27FC236}">
                      <a16:creationId xmlns:a16="http://schemas.microsoft.com/office/drawing/2014/main" id="{EEC8AA1C-5EE6-487A-8923-D1AA8BBCEA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518"/>
                  <a:ext cx="197" cy="79"/>
                </a:xfrm>
                <a:custGeom>
                  <a:avLst/>
                  <a:gdLst>
                    <a:gd name="T0" fmla="*/ 400 w 98"/>
                    <a:gd name="T1" fmla="*/ 361 h 37"/>
                    <a:gd name="T2" fmla="*/ 724 w 98"/>
                    <a:gd name="T3" fmla="*/ 293 h 37"/>
                    <a:gd name="T4" fmla="*/ 732 w 98"/>
                    <a:gd name="T5" fmla="*/ 41 h 37"/>
                    <a:gd name="T6" fmla="*/ 400 w 98"/>
                    <a:gd name="T7" fmla="*/ 60 h 37"/>
                    <a:gd name="T8" fmla="*/ 400 w 98"/>
                    <a:gd name="T9" fmla="*/ 60 h 37"/>
                    <a:gd name="T10" fmla="*/ 64 w 98"/>
                    <a:gd name="T11" fmla="*/ 41 h 37"/>
                    <a:gd name="T12" fmla="*/ 72 w 98"/>
                    <a:gd name="T13" fmla="*/ 293 h 37"/>
                    <a:gd name="T14" fmla="*/ 400 w 98"/>
                    <a:gd name="T15" fmla="*/ 361 h 3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7">
                      <a:moveTo>
                        <a:pt x="49" y="37"/>
                      </a:moveTo>
                      <a:cubicBezTo>
                        <a:pt x="69" y="37"/>
                        <a:pt x="83" y="36"/>
                        <a:pt x="89" y="30"/>
                      </a:cubicBezTo>
                      <a:cubicBezTo>
                        <a:pt x="96" y="23"/>
                        <a:pt x="98" y="9"/>
                        <a:pt x="90" y="4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4"/>
                      </a:cubicBezTo>
                      <a:cubicBezTo>
                        <a:pt x="0" y="9"/>
                        <a:pt x="2" y="23"/>
                        <a:pt x="9" y="30"/>
                      </a:cubicBezTo>
                      <a:cubicBezTo>
                        <a:pt x="15" y="36"/>
                        <a:pt x="29" y="37"/>
                        <a:pt x="49" y="37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86" name="Freeform 599">
                  <a:extLst>
                    <a:ext uri="{FF2B5EF4-FFF2-40B4-BE49-F238E27FC236}">
                      <a16:creationId xmlns:a16="http://schemas.microsoft.com/office/drawing/2014/main" id="{47A8CA1D-0240-422D-81D0-9D00D97E79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415"/>
                  <a:ext cx="197" cy="90"/>
                </a:xfrm>
                <a:custGeom>
                  <a:avLst/>
                  <a:gdLst>
                    <a:gd name="T0" fmla="*/ 400 w 98"/>
                    <a:gd name="T1" fmla="*/ 414 h 42"/>
                    <a:gd name="T2" fmla="*/ 724 w 98"/>
                    <a:gd name="T3" fmla="*/ 334 h 42"/>
                    <a:gd name="T4" fmla="*/ 732 w 98"/>
                    <a:gd name="T5" fmla="*/ 28 h 42"/>
                    <a:gd name="T6" fmla="*/ 400 w 98"/>
                    <a:gd name="T7" fmla="*/ 60 h 42"/>
                    <a:gd name="T8" fmla="*/ 400 w 98"/>
                    <a:gd name="T9" fmla="*/ 60 h 42"/>
                    <a:gd name="T10" fmla="*/ 64 w 98"/>
                    <a:gd name="T11" fmla="*/ 28 h 42"/>
                    <a:gd name="T12" fmla="*/ 72 w 98"/>
                    <a:gd name="T13" fmla="*/ 334 h 42"/>
                    <a:gd name="T14" fmla="*/ 400 w 98"/>
                    <a:gd name="T15" fmla="*/ 414 h 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2">
                      <a:moveTo>
                        <a:pt x="49" y="42"/>
                      </a:moveTo>
                      <a:cubicBezTo>
                        <a:pt x="69" y="42"/>
                        <a:pt x="83" y="40"/>
                        <a:pt x="89" y="34"/>
                      </a:cubicBezTo>
                      <a:cubicBezTo>
                        <a:pt x="96" y="27"/>
                        <a:pt x="98" y="9"/>
                        <a:pt x="90" y="3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3"/>
                      </a:cubicBezTo>
                      <a:cubicBezTo>
                        <a:pt x="0" y="9"/>
                        <a:pt x="2" y="27"/>
                        <a:pt x="9" y="34"/>
                      </a:cubicBezTo>
                      <a:cubicBezTo>
                        <a:pt x="15" y="40"/>
                        <a:pt x="29" y="42"/>
                        <a:pt x="49" y="42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87" name="Freeform 600">
                  <a:extLst>
                    <a:ext uri="{FF2B5EF4-FFF2-40B4-BE49-F238E27FC236}">
                      <a16:creationId xmlns:a16="http://schemas.microsoft.com/office/drawing/2014/main" id="{125B4A81-D986-46F3-B7AA-96367337B3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322"/>
                  <a:ext cx="197" cy="82"/>
                </a:xfrm>
                <a:custGeom>
                  <a:avLst/>
                  <a:gdLst>
                    <a:gd name="T0" fmla="*/ 400 w 98"/>
                    <a:gd name="T1" fmla="*/ 382 h 38"/>
                    <a:gd name="T2" fmla="*/ 724 w 98"/>
                    <a:gd name="T3" fmla="*/ 302 h 38"/>
                    <a:gd name="T4" fmla="*/ 732 w 98"/>
                    <a:gd name="T5" fmla="*/ 41 h 38"/>
                    <a:gd name="T6" fmla="*/ 400 w 98"/>
                    <a:gd name="T7" fmla="*/ 60 h 38"/>
                    <a:gd name="T8" fmla="*/ 400 w 98"/>
                    <a:gd name="T9" fmla="*/ 60 h 38"/>
                    <a:gd name="T10" fmla="*/ 64 w 98"/>
                    <a:gd name="T11" fmla="*/ 41 h 38"/>
                    <a:gd name="T12" fmla="*/ 72 w 98"/>
                    <a:gd name="T13" fmla="*/ 302 h 38"/>
                    <a:gd name="T14" fmla="*/ 400 w 98"/>
                    <a:gd name="T15" fmla="*/ 382 h 3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8">
                      <a:moveTo>
                        <a:pt x="49" y="38"/>
                      </a:moveTo>
                      <a:cubicBezTo>
                        <a:pt x="69" y="38"/>
                        <a:pt x="83" y="37"/>
                        <a:pt x="89" y="30"/>
                      </a:cubicBezTo>
                      <a:cubicBezTo>
                        <a:pt x="96" y="23"/>
                        <a:pt x="98" y="9"/>
                        <a:pt x="90" y="4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4"/>
                      </a:cubicBezTo>
                      <a:cubicBezTo>
                        <a:pt x="0" y="9"/>
                        <a:pt x="2" y="23"/>
                        <a:pt x="9" y="30"/>
                      </a:cubicBezTo>
                      <a:cubicBezTo>
                        <a:pt x="15" y="37"/>
                        <a:pt x="29" y="38"/>
                        <a:pt x="49" y="38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88" name="Freeform 601">
                  <a:extLst>
                    <a:ext uri="{FF2B5EF4-FFF2-40B4-BE49-F238E27FC236}">
                      <a16:creationId xmlns:a16="http://schemas.microsoft.com/office/drawing/2014/main" id="{8E029FE7-2E41-46E9-9231-80EBF501CD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228"/>
                  <a:ext cx="197" cy="82"/>
                </a:xfrm>
                <a:custGeom>
                  <a:avLst/>
                  <a:gdLst>
                    <a:gd name="T0" fmla="*/ 400 w 98"/>
                    <a:gd name="T1" fmla="*/ 382 h 38"/>
                    <a:gd name="T2" fmla="*/ 724 w 98"/>
                    <a:gd name="T3" fmla="*/ 302 h 38"/>
                    <a:gd name="T4" fmla="*/ 732 w 98"/>
                    <a:gd name="T5" fmla="*/ 41 h 38"/>
                    <a:gd name="T6" fmla="*/ 400 w 98"/>
                    <a:gd name="T7" fmla="*/ 60 h 38"/>
                    <a:gd name="T8" fmla="*/ 400 w 98"/>
                    <a:gd name="T9" fmla="*/ 60 h 38"/>
                    <a:gd name="T10" fmla="*/ 64 w 98"/>
                    <a:gd name="T11" fmla="*/ 41 h 38"/>
                    <a:gd name="T12" fmla="*/ 72 w 98"/>
                    <a:gd name="T13" fmla="*/ 302 h 38"/>
                    <a:gd name="T14" fmla="*/ 400 w 98"/>
                    <a:gd name="T15" fmla="*/ 382 h 3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8">
                      <a:moveTo>
                        <a:pt x="49" y="38"/>
                      </a:moveTo>
                      <a:cubicBezTo>
                        <a:pt x="69" y="38"/>
                        <a:pt x="83" y="37"/>
                        <a:pt x="89" y="30"/>
                      </a:cubicBezTo>
                      <a:cubicBezTo>
                        <a:pt x="96" y="23"/>
                        <a:pt x="98" y="9"/>
                        <a:pt x="90" y="4"/>
                      </a:cubicBezTo>
                      <a:cubicBezTo>
                        <a:pt x="84" y="0"/>
                        <a:pt x="82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16" y="6"/>
                        <a:pt x="14" y="0"/>
                        <a:pt x="8" y="4"/>
                      </a:cubicBezTo>
                      <a:cubicBezTo>
                        <a:pt x="0" y="9"/>
                        <a:pt x="2" y="23"/>
                        <a:pt x="9" y="30"/>
                      </a:cubicBezTo>
                      <a:cubicBezTo>
                        <a:pt x="15" y="37"/>
                        <a:pt x="29" y="38"/>
                        <a:pt x="49" y="38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89" name="Freeform 602">
                  <a:extLst>
                    <a:ext uri="{FF2B5EF4-FFF2-40B4-BE49-F238E27FC236}">
                      <a16:creationId xmlns:a16="http://schemas.microsoft.com/office/drawing/2014/main" id="{B248037D-784B-4ACD-A2F4-6EB2F3B2CB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792"/>
                  <a:ext cx="197" cy="84"/>
                </a:xfrm>
                <a:custGeom>
                  <a:avLst/>
                  <a:gdLst>
                    <a:gd name="T0" fmla="*/ 400 w 98"/>
                    <a:gd name="T1" fmla="*/ 60 h 39"/>
                    <a:gd name="T2" fmla="*/ 732 w 98"/>
                    <a:gd name="T3" fmla="*/ 41 h 39"/>
                    <a:gd name="T4" fmla="*/ 724 w 98"/>
                    <a:gd name="T5" fmla="*/ 278 h 39"/>
                    <a:gd name="T6" fmla="*/ 400 w 98"/>
                    <a:gd name="T7" fmla="*/ 390 h 39"/>
                    <a:gd name="T8" fmla="*/ 400 w 98"/>
                    <a:gd name="T9" fmla="*/ 390 h 39"/>
                    <a:gd name="T10" fmla="*/ 72 w 98"/>
                    <a:gd name="T11" fmla="*/ 278 h 39"/>
                    <a:gd name="T12" fmla="*/ 64 w 98"/>
                    <a:gd name="T13" fmla="*/ 41 h 39"/>
                    <a:gd name="T14" fmla="*/ 400 w 98"/>
                    <a:gd name="T15" fmla="*/ 60 h 3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39">
                      <a:moveTo>
                        <a:pt x="49" y="6"/>
                      </a:moveTo>
                      <a:cubicBezTo>
                        <a:pt x="82" y="6"/>
                        <a:pt x="84" y="0"/>
                        <a:pt x="90" y="4"/>
                      </a:cubicBezTo>
                      <a:cubicBezTo>
                        <a:pt x="98" y="9"/>
                        <a:pt x="96" y="21"/>
                        <a:pt x="89" y="28"/>
                      </a:cubicBezTo>
                      <a:cubicBezTo>
                        <a:pt x="83" y="35"/>
                        <a:pt x="69" y="39"/>
                        <a:pt x="49" y="39"/>
                      </a:cubicBezTo>
                      <a:cubicBezTo>
                        <a:pt x="49" y="39"/>
                        <a:pt x="49" y="39"/>
                        <a:pt x="49" y="39"/>
                      </a:cubicBezTo>
                      <a:cubicBezTo>
                        <a:pt x="29" y="39"/>
                        <a:pt x="15" y="35"/>
                        <a:pt x="9" y="28"/>
                      </a:cubicBezTo>
                      <a:cubicBezTo>
                        <a:pt x="2" y="21"/>
                        <a:pt x="0" y="9"/>
                        <a:pt x="8" y="4"/>
                      </a:cubicBezTo>
                      <a:cubicBezTo>
                        <a:pt x="14" y="0"/>
                        <a:pt x="16" y="6"/>
                        <a:pt x="49" y="6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90" name="Freeform 603">
                  <a:extLst>
                    <a:ext uri="{FF2B5EF4-FFF2-40B4-BE49-F238E27FC236}">
                      <a16:creationId xmlns:a16="http://schemas.microsoft.com/office/drawing/2014/main" id="{5AAD2A4F-52C7-43A5-97CA-25A514D958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872"/>
                  <a:ext cx="197" cy="85"/>
                </a:xfrm>
                <a:custGeom>
                  <a:avLst/>
                  <a:gdLst>
                    <a:gd name="T0" fmla="*/ 400 w 98"/>
                    <a:gd name="T1" fmla="*/ 385 h 40"/>
                    <a:gd name="T2" fmla="*/ 724 w 98"/>
                    <a:gd name="T3" fmla="*/ 272 h 40"/>
                    <a:gd name="T4" fmla="*/ 732 w 98"/>
                    <a:gd name="T5" fmla="*/ 40 h 40"/>
                    <a:gd name="T6" fmla="*/ 400 w 98"/>
                    <a:gd name="T7" fmla="*/ 96 h 40"/>
                    <a:gd name="T8" fmla="*/ 400 w 98"/>
                    <a:gd name="T9" fmla="*/ 96 h 40"/>
                    <a:gd name="T10" fmla="*/ 64 w 98"/>
                    <a:gd name="T11" fmla="*/ 40 h 40"/>
                    <a:gd name="T12" fmla="*/ 72 w 98"/>
                    <a:gd name="T13" fmla="*/ 272 h 40"/>
                    <a:gd name="T14" fmla="*/ 400 w 98"/>
                    <a:gd name="T15" fmla="*/ 385 h 4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0">
                      <a:moveTo>
                        <a:pt x="49" y="40"/>
                      </a:moveTo>
                      <a:cubicBezTo>
                        <a:pt x="69" y="40"/>
                        <a:pt x="83" y="35"/>
                        <a:pt x="89" y="28"/>
                      </a:cubicBezTo>
                      <a:cubicBezTo>
                        <a:pt x="96" y="21"/>
                        <a:pt x="98" y="9"/>
                        <a:pt x="90" y="4"/>
                      </a:cubicBezTo>
                      <a:cubicBezTo>
                        <a:pt x="84" y="0"/>
                        <a:pt x="82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16" y="10"/>
                        <a:pt x="14" y="0"/>
                        <a:pt x="8" y="4"/>
                      </a:cubicBezTo>
                      <a:cubicBezTo>
                        <a:pt x="0" y="9"/>
                        <a:pt x="2" y="21"/>
                        <a:pt x="9" y="28"/>
                      </a:cubicBezTo>
                      <a:cubicBezTo>
                        <a:pt x="15" y="35"/>
                        <a:pt x="29" y="40"/>
                        <a:pt x="49" y="4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91" name="Freeform 604">
                  <a:extLst>
                    <a:ext uri="{FF2B5EF4-FFF2-40B4-BE49-F238E27FC236}">
                      <a16:creationId xmlns:a16="http://schemas.microsoft.com/office/drawing/2014/main" id="{C9989727-D9C2-46D9-8A80-F314A80EC2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9" y="1932"/>
                  <a:ext cx="161" cy="43"/>
                </a:xfrm>
                <a:custGeom>
                  <a:avLst/>
                  <a:gdLst>
                    <a:gd name="T0" fmla="*/ 328 w 80"/>
                    <a:gd name="T1" fmla="*/ 120 h 20"/>
                    <a:gd name="T2" fmla="*/ 328 w 80"/>
                    <a:gd name="T3" fmla="*/ 120 h 20"/>
                    <a:gd name="T4" fmla="*/ 0 w 80"/>
                    <a:gd name="T5" fmla="*/ 0 h 20"/>
                    <a:gd name="T6" fmla="*/ 8 w 80"/>
                    <a:gd name="T7" fmla="*/ 140 h 20"/>
                    <a:gd name="T8" fmla="*/ 328 w 80"/>
                    <a:gd name="T9" fmla="*/ 198 h 20"/>
                    <a:gd name="T10" fmla="*/ 328 w 80"/>
                    <a:gd name="T11" fmla="*/ 198 h 20"/>
                    <a:gd name="T12" fmla="*/ 644 w 80"/>
                    <a:gd name="T13" fmla="*/ 140 h 20"/>
                    <a:gd name="T14" fmla="*/ 652 w 80"/>
                    <a:gd name="T15" fmla="*/ 0 h 20"/>
                    <a:gd name="T16" fmla="*/ 328 w 80"/>
                    <a:gd name="T17" fmla="*/ 120 h 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80" h="20">
                      <a:moveTo>
                        <a:pt x="40" y="12"/>
                      </a:moveTo>
                      <a:cubicBezTo>
                        <a:pt x="40" y="12"/>
                        <a:pt x="40" y="12"/>
                        <a:pt x="40" y="12"/>
                      </a:cubicBezTo>
                      <a:cubicBezTo>
                        <a:pt x="20" y="12"/>
                        <a:pt x="6" y="7"/>
                        <a:pt x="0" y="0"/>
                      </a:cubicBezTo>
                      <a:cubicBezTo>
                        <a:pt x="3" y="4"/>
                        <a:pt x="3" y="10"/>
                        <a:pt x="1" y="14"/>
                      </a:cubicBezTo>
                      <a:cubicBezTo>
                        <a:pt x="6" y="12"/>
                        <a:pt x="1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70" y="20"/>
                        <a:pt x="74" y="12"/>
                        <a:pt x="79" y="14"/>
                      </a:cubicBezTo>
                      <a:cubicBezTo>
                        <a:pt x="76" y="9"/>
                        <a:pt x="77" y="5"/>
                        <a:pt x="80" y="0"/>
                      </a:cubicBezTo>
                      <a:cubicBezTo>
                        <a:pt x="74" y="7"/>
                        <a:pt x="60" y="12"/>
                        <a:pt x="40" y="12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92" name="Freeform 605">
                  <a:extLst>
                    <a:ext uri="{FF2B5EF4-FFF2-40B4-BE49-F238E27FC236}">
                      <a16:creationId xmlns:a16="http://schemas.microsoft.com/office/drawing/2014/main" id="{4D19464D-857E-4E86-9CD4-9DE954F438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1" y="1953"/>
                  <a:ext cx="197" cy="90"/>
                </a:xfrm>
                <a:custGeom>
                  <a:avLst/>
                  <a:gdLst>
                    <a:gd name="T0" fmla="*/ 400 w 98"/>
                    <a:gd name="T1" fmla="*/ 414 h 42"/>
                    <a:gd name="T2" fmla="*/ 724 w 98"/>
                    <a:gd name="T3" fmla="*/ 276 h 42"/>
                    <a:gd name="T4" fmla="*/ 732 w 98"/>
                    <a:gd name="T5" fmla="*/ 41 h 42"/>
                    <a:gd name="T6" fmla="*/ 400 w 98"/>
                    <a:gd name="T7" fmla="*/ 96 h 42"/>
                    <a:gd name="T8" fmla="*/ 400 w 98"/>
                    <a:gd name="T9" fmla="*/ 96 h 42"/>
                    <a:gd name="T10" fmla="*/ 64 w 98"/>
                    <a:gd name="T11" fmla="*/ 41 h 42"/>
                    <a:gd name="T12" fmla="*/ 72 w 98"/>
                    <a:gd name="T13" fmla="*/ 276 h 42"/>
                    <a:gd name="T14" fmla="*/ 400 w 98"/>
                    <a:gd name="T15" fmla="*/ 414 h 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8" h="42">
                      <a:moveTo>
                        <a:pt x="49" y="42"/>
                      </a:moveTo>
                      <a:cubicBezTo>
                        <a:pt x="69" y="42"/>
                        <a:pt x="83" y="35"/>
                        <a:pt x="89" y="28"/>
                      </a:cubicBezTo>
                      <a:cubicBezTo>
                        <a:pt x="96" y="21"/>
                        <a:pt x="98" y="9"/>
                        <a:pt x="90" y="4"/>
                      </a:cubicBezTo>
                      <a:cubicBezTo>
                        <a:pt x="84" y="0"/>
                        <a:pt x="82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16" y="10"/>
                        <a:pt x="14" y="0"/>
                        <a:pt x="8" y="4"/>
                      </a:cubicBezTo>
                      <a:cubicBezTo>
                        <a:pt x="0" y="9"/>
                        <a:pt x="2" y="21"/>
                        <a:pt x="9" y="28"/>
                      </a:cubicBezTo>
                      <a:cubicBezTo>
                        <a:pt x="15" y="35"/>
                        <a:pt x="29" y="42"/>
                        <a:pt x="49" y="42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93" name="Freeform 606">
                  <a:extLst>
                    <a:ext uri="{FF2B5EF4-FFF2-40B4-BE49-F238E27FC236}">
                      <a16:creationId xmlns:a16="http://schemas.microsoft.com/office/drawing/2014/main" id="{B9B6ED01-01C8-4FBB-80E9-CACCDDC74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1726"/>
                  <a:ext cx="2231" cy="2008"/>
                </a:xfrm>
                <a:custGeom>
                  <a:avLst/>
                  <a:gdLst>
                    <a:gd name="T0" fmla="*/ 7427 w 1109"/>
                    <a:gd name="T1" fmla="*/ 3889 h 936"/>
                    <a:gd name="T2" fmla="*/ 8053 w 1109"/>
                    <a:gd name="T3" fmla="*/ 3681 h 936"/>
                    <a:gd name="T4" fmla="*/ 8449 w 1109"/>
                    <a:gd name="T5" fmla="*/ 3347 h 936"/>
                    <a:gd name="T6" fmla="*/ 7952 w 1109"/>
                    <a:gd name="T7" fmla="*/ 2894 h 936"/>
                    <a:gd name="T8" fmla="*/ 8892 w 1109"/>
                    <a:gd name="T9" fmla="*/ 2991 h 936"/>
                    <a:gd name="T10" fmla="*/ 8548 w 1109"/>
                    <a:gd name="T11" fmla="*/ 2302 h 936"/>
                    <a:gd name="T12" fmla="*/ 7960 w 1109"/>
                    <a:gd name="T13" fmla="*/ 2310 h 936"/>
                    <a:gd name="T14" fmla="*/ 7832 w 1109"/>
                    <a:gd name="T15" fmla="*/ 1965 h 936"/>
                    <a:gd name="T16" fmla="*/ 7645 w 1109"/>
                    <a:gd name="T17" fmla="*/ 1828 h 936"/>
                    <a:gd name="T18" fmla="*/ 7588 w 1109"/>
                    <a:gd name="T19" fmla="*/ 1105 h 936"/>
                    <a:gd name="T20" fmla="*/ 6864 w 1109"/>
                    <a:gd name="T21" fmla="*/ 1688 h 936"/>
                    <a:gd name="T22" fmla="*/ 7268 w 1109"/>
                    <a:gd name="T23" fmla="*/ 189 h 936"/>
                    <a:gd name="T24" fmla="*/ 6349 w 1109"/>
                    <a:gd name="T25" fmla="*/ 337 h 936"/>
                    <a:gd name="T26" fmla="*/ 6148 w 1109"/>
                    <a:gd name="T27" fmla="*/ 345 h 936"/>
                    <a:gd name="T28" fmla="*/ 4772 w 1109"/>
                    <a:gd name="T29" fmla="*/ 1322 h 936"/>
                    <a:gd name="T30" fmla="*/ 2533 w 1109"/>
                    <a:gd name="T31" fmla="*/ 2002 h 936"/>
                    <a:gd name="T32" fmla="*/ 3060 w 1109"/>
                    <a:gd name="T33" fmla="*/ 148 h 936"/>
                    <a:gd name="T34" fmla="*/ 2857 w 1109"/>
                    <a:gd name="T35" fmla="*/ 60 h 936"/>
                    <a:gd name="T36" fmla="*/ 2525 w 1109"/>
                    <a:gd name="T37" fmla="*/ 1294 h 936"/>
                    <a:gd name="T38" fmla="*/ 2068 w 1109"/>
                    <a:gd name="T39" fmla="*/ 483 h 936"/>
                    <a:gd name="T40" fmla="*/ 2044 w 1109"/>
                    <a:gd name="T41" fmla="*/ 792 h 936"/>
                    <a:gd name="T42" fmla="*/ 976 w 1109"/>
                    <a:gd name="T43" fmla="*/ 1965 h 936"/>
                    <a:gd name="T44" fmla="*/ 732 w 1109"/>
                    <a:gd name="T45" fmla="*/ 2516 h 936"/>
                    <a:gd name="T46" fmla="*/ 724 w 1109"/>
                    <a:gd name="T47" fmla="*/ 2647 h 936"/>
                    <a:gd name="T48" fmla="*/ 1271 w 1109"/>
                    <a:gd name="T49" fmla="*/ 3308 h 936"/>
                    <a:gd name="T50" fmla="*/ 2360 w 1109"/>
                    <a:gd name="T51" fmla="*/ 4915 h 936"/>
                    <a:gd name="T52" fmla="*/ 400 w 1109"/>
                    <a:gd name="T53" fmla="*/ 4509 h 936"/>
                    <a:gd name="T54" fmla="*/ 8 w 1109"/>
                    <a:gd name="T55" fmla="*/ 5320 h 936"/>
                    <a:gd name="T56" fmla="*/ 612 w 1109"/>
                    <a:gd name="T57" fmla="*/ 5136 h 936"/>
                    <a:gd name="T58" fmla="*/ 1676 w 1109"/>
                    <a:gd name="T59" fmla="*/ 6208 h 936"/>
                    <a:gd name="T60" fmla="*/ 764 w 1109"/>
                    <a:gd name="T61" fmla="*/ 6084 h 936"/>
                    <a:gd name="T62" fmla="*/ 497 w 1109"/>
                    <a:gd name="T63" fmla="*/ 6498 h 936"/>
                    <a:gd name="T64" fmla="*/ 829 w 1109"/>
                    <a:gd name="T65" fmla="*/ 7502 h 936"/>
                    <a:gd name="T66" fmla="*/ 1595 w 1109"/>
                    <a:gd name="T67" fmla="*/ 7663 h 936"/>
                    <a:gd name="T68" fmla="*/ 861 w 1109"/>
                    <a:gd name="T69" fmla="*/ 7888 h 936"/>
                    <a:gd name="T70" fmla="*/ 416 w 1109"/>
                    <a:gd name="T71" fmla="*/ 8068 h 936"/>
                    <a:gd name="T72" fmla="*/ 1619 w 1109"/>
                    <a:gd name="T73" fmla="*/ 7888 h 936"/>
                    <a:gd name="T74" fmla="*/ 903 w 1109"/>
                    <a:gd name="T75" fmla="*/ 8957 h 936"/>
                    <a:gd name="T76" fmla="*/ 2460 w 1109"/>
                    <a:gd name="T77" fmla="*/ 6981 h 936"/>
                    <a:gd name="T78" fmla="*/ 1889 w 1109"/>
                    <a:gd name="T79" fmla="*/ 9094 h 936"/>
                    <a:gd name="T80" fmla="*/ 2565 w 1109"/>
                    <a:gd name="T81" fmla="*/ 8579 h 936"/>
                    <a:gd name="T82" fmla="*/ 3339 w 1109"/>
                    <a:gd name="T83" fmla="*/ 8114 h 936"/>
                    <a:gd name="T84" fmla="*/ 2647 w 1109"/>
                    <a:gd name="T85" fmla="*/ 6526 h 936"/>
                    <a:gd name="T86" fmla="*/ 3388 w 1109"/>
                    <a:gd name="T87" fmla="*/ 6378 h 936"/>
                    <a:gd name="T88" fmla="*/ 4528 w 1109"/>
                    <a:gd name="T89" fmla="*/ 2085 h 936"/>
                    <a:gd name="T90" fmla="*/ 6269 w 1109"/>
                    <a:gd name="T91" fmla="*/ 7723 h 936"/>
                    <a:gd name="T92" fmla="*/ 6528 w 1109"/>
                    <a:gd name="T93" fmla="*/ 7948 h 936"/>
                    <a:gd name="T94" fmla="*/ 6936 w 1109"/>
                    <a:gd name="T95" fmla="*/ 8708 h 936"/>
                    <a:gd name="T96" fmla="*/ 7204 w 1109"/>
                    <a:gd name="T97" fmla="*/ 6844 h 936"/>
                    <a:gd name="T98" fmla="*/ 8013 w 1109"/>
                    <a:gd name="T99" fmla="*/ 8362 h 936"/>
                    <a:gd name="T100" fmla="*/ 7880 w 1109"/>
                    <a:gd name="T101" fmla="*/ 7837 h 936"/>
                    <a:gd name="T102" fmla="*/ 8433 w 1109"/>
                    <a:gd name="T103" fmla="*/ 8105 h 936"/>
                    <a:gd name="T104" fmla="*/ 7321 w 1109"/>
                    <a:gd name="T105" fmla="*/ 6417 h 936"/>
                    <a:gd name="T106" fmla="*/ 7524 w 1109"/>
                    <a:gd name="T107" fmla="*/ 5430 h 936"/>
                    <a:gd name="T108" fmla="*/ 8013 w 1109"/>
                    <a:gd name="T109" fmla="*/ 4966 h 936"/>
                    <a:gd name="T110" fmla="*/ 8224 w 1109"/>
                    <a:gd name="T111" fmla="*/ 4855 h 936"/>
                    <a:gd name="T112" fmla="*/ 8160 w 1109"/>
                    <a:gd name="T113" fmla="*/ 4413 h 936"/>
                    <a:gd name="T114" fmla="*/ 8745 w 1109"/>
                    <a:gd name="T115" fmla="*/ 5123 h 936"/>
                    <a:gd name="T116" fmla="*/ 8705 w 1109"/>
                    <a:gd name="T117" fmla="*/ 4385 h 9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0" t="0" r="r" b="b"/>
                  <a:pathLst>
                    <a:path w="1109" h="936">
                      <a:moveTo>
                        <a:pt x="1107" y="453"/>
                      </a:moveTo>
                      <a:cubicBezTo>
                        <a:pt x="1096" y="446"/>
                        <a:pt x="1087" y="440"/>
                        <a:pt x="1079" y="436"/>
                      </a:cubicBezTo>
                      <a:cubicBezTo>
                        <a:pt x="1088" y="435"/>
                        <a:pt x="1098" y="432"/>
                        <a:pt x="1103" y="423"/>
                      </a:cubicBezTo>
                      <a:cubicBezTo>
                        <a:pt x="1103" y="422"/>
                        <a:pt x="1104" y="421"/>
                        <a:pt x="1104" y="421"/>
                      </a:cubicBezTo>
                      <a:cubicBezTo>
                        <a:pt x="1104" y="419"/>
                        <a:pt x="1103" y="418"/>
                        <a:pt x="1102" y="417"/>
                      </a:cubicBezTo>
                      <a:cubicBezTo>
                        <a:pt x="1100" y="416"/>
                        <a:pt x="1097" y="417"/>
                        <a:pt x="1096" y="419"/>
                      </a:cubicBezTo>
                      <a:cubicBezTo>
                        <a:pt x="1094" y="422"/>
                        <a:pt x="1091" y="424"/>
                        <a:pt x="1087" y="426"/>
                      </a:cubicBezTo>
                      <a:cubicBezTo>
                        <a:pt x="1082" y="428"/>
                        <a:pt x="1068" y="429"/>
                        <a:pt x="1047" y="427"/>
                      </a:cubicBezTo>
                      <a:cubicBezTo>
                        <a:pt x="1027" y="424"/>
                        <a:pt x="998" y="420"/>
                        <a:pt x="977" y="416"/>
                      </a:cubicBezTo>
                      <a:cubicBezTo>
                        <a:pt x="964" y="412"/>
                        <a:pt x="954" y="410"/>
                        <a:pt x="933" y="403"/>
                      </a:cubicBezTo>
                      <a:cubicBezTo>
                        <a:pt x="927" y="401"/>
                        <a:pt x="920" y="398"/>
                        <a:pt x="912" y="394"/>
                      </a:cubicBezTo>
                      <a:cubicBezTo>
                        <a:pt x="906" y="391"/>
                        <a:pt x="892" y="384"/>
                        <a:pt x="880" y="370"/>
                      </a:cubicBezTo>
                      <a:cubicBezTo>
                        <a:pt x="868" y="356"/>
                        <a:pt x="850" y="338"/>
                        <a:pt x="829" y="325"/>
                      </a:cubicBezTo>
                      <a:cubicBezTo>
                        <a:pt x="823" y="322"/>
                        <a:pt x="827" y="320"/>
                        <a:pt x="829" y="319"/>
                      </a:cubicBezTo>
                      <a:cubicBezTo>
                        <a:pt x="839" y="313"/>
                        <a:pt x="849" y="305"/>
                        <a:pt x="858" y="296"/>
                      </a:cubicBezTo>
                      <a:cubicBezTo>
                        <a:pt x="880" y="280"/>
                        <a:pt x="908" y="291"/>
                        <a:pt x="923" y="298"/>
                      </a:cubicBezTo>
                      <a:cubicBezTo>
                        <a:pt x="937" y="305"/>
                        <a:pt x="946" y="316"/>
                        <a:pt x="954" y="323"/>
                      </a:cubicBezTo>
                      <a:cubicBezTo>
                        <a:pt x="961" y="330"/>
                        <a:pt x="969" y="338"/>
                        <a:pt x="973" y="346"/>
                      </a:cubicBezTo>
                      <a:cubicBezTo>
                        <a:pt x="980" y="357"/>
                        <a:pt x="982" y="375"/>
                        <a:pt x="981" y="378"/>
                      </a:cubicBezTo>
                      <a:cubicBezTo>
                        <a:pt x="980" y="380"/>
                        <a:pt x="981" y="383"/>
                        <a:pt x="983" y="384"/>
                      </a:cubicBezTo>
                      <a:cubicBezTo>
                        <a:pt x="985" y="384"/>
                        <a:pt x="987" y="384"/>
                        <a:pt x="988" y="382"/>
                      </a:cubicBezTo>
                      <a:cubicBezTo>
                        <a:pt x="989" y="380"/>
                        <a:pt x="989" y="377"/>
                        <a:pt x="989" y="373"/>
                      </a:cubicBezTo>
                      <a:cubicBezTo>
                        <a:pt x="989" y="364"/>
                        <a:pt x="985" y="353"/>
                        <a:pt x="982" y="343"/>
                      </a:cubicBezTo>
                      <a:cubicBezTo>
                        <a:pt x="991" y="349"/>
                        <a:pt x="1002" y="356"/>
                        <a:pt x="1005" y="366"/>
                      </a:cubicBezTo>
                      <a:cubicBezTo>
                        <a:pt x="1006" y="368"/>
                        <a:pt x="1008" y="369"/>
                        <a:pt x="1010" y="369"/>
                      </a:cubicBezTo>
                      <a:cubicBezTo>
                        <a:pt x="1013" y="368"/>
                        <a:pt x="1014" y="366"/>
                        <a:pt x="1013" y="364"/>
                      </a:cubicBezTo>
                      <a:cubicBezTo>
                        <a:pt x="1008" y="347"/>
                        <a:pt x="991" y="337"/>
                        <a:pt x="979" y="330"/>
                      </a:cubicBezTo>
                      <a:cubicBezTo>
                        <a:pt x="977" y="328"/>
                        <a:pt x="974" y="325"/>
                        <a:pt x="972" y="323"/>
                      </a:cubicBezTo>
                      <a:cubicBezTo>
                        <a:pt x="978" y="325"/>
                        <a:pt x="993" y="327"/>
                        <a:pt x="1003" y="328"/>
                      </a:cubicBezTo>
                      <a:cubicBezTo>
                        <a:pt x="1008" y="329"/>
                        <a:pt x="1021" y="332"/>
                        <a:pt x="1025" y="334"/>
                      </a:cubicBezTo>
                      <a:cubicBezTo>
                        <a:pt x="1027" y="336"/>
                        <a:pt x="1029" y="338"/>
                        <a:pt x="1031" y="341"/>
                      </a:cubicBezTo>
                      <a:cubicBezTo>
                        <a:pt x="1032" y="343"/>
                        <a:pt x="1035" y="343"/>
                        <a:pt x="1036" y="342"/>
                      </a:cubicBezTo>
                      <a:cubicBezTo>
                        <a:pt x="1038" y="342"/>
                        <a:pt x="1038" y="340"/>
                        <a:pt x="1038" y="339"/>
                      </a:cubicBezTo>
                      <a:cubicBezTo>
                        <a:pt x="1038" y="338"/>
                        <a:pt x="1038" y="337"/>
                        <a:pt x="1038" y="337"/>
                      </a:cubicBezTo>
                      <a:cubicBezTo>
                        <a:pt x="1033" y="330"/>
                        <a:pt x="1027" y="326"/>
                        <a:pt x="1021" y="323"/>
                      </a:cubicBezTo>
                      <a:cubicBezTo>
                        <a:pt x="1027" y="321"/>
                        <a:pt x="1033" y="319"/>
                        <a:pt x="1038" y="315"/>
                      </a:cubicBezTo>
                      <a:cubicBezTo>
                        <a:pt x="1039" y="314"/>
                        <a:pt x="1039" y="313"/>
                        <a:pt x="1039" y="312"/>
                      </a:cubicBezTo>
                      <a:cubicBezTo>
                        <a:pt x="1039" y="311"/>
                        <a:pt x="1039" y="310"/>
                        <a:pt x="1038" y="309"/>
                      </a:cubicBezTo>
                      <a:cubicBezTo>
                        <a:pt x="1037" y="308"/>
                        <a:pt x="1035" y="307"/>
                        <a:pt x="1033" y="309"/>
                      </a:cubicBezTo>
                      <a:cubicBezTo>
                        <a:pt x="1027" y="313"/>
                        <a:pt x="1020" y="317"/>
                        <a:pt x="1013" y="317"/>
                      </a:cubicBezTo>
                      <a:cubicBezTo>
                        <a:pt x="1007" y="318"/>
                        <a:pt x="1001" y="317"/>
                        <a:pt x="1001" y="317"/>
                      </a:cubicBezTo>
                      <a:cubicBezTo>
                        <a:pt x="985" y="314"/>
                        <a:pt x="962" y="310"/>
                        <a:pt x="951" y="302"/>
                      </a:cubicBezTo>
                      <a:cubicBezTo>
                        <a:pt x="950" y="302"/>
                        <a:pt x="945" y="297"/>
                        <a:pt x="943" y="295"/>
                      </a:cubicBezTo>
                      <a:cubicBezTo>
                        <a:pt x="954" y="297"/>
                        <a:pt x="966" y="295"/>
                        <a:pt x="977" y="293"/>
                      </a:cubicBezTo>
                      <a:cubicBezTo>
                        <a:pt x="1008" y="287"/>
                        <a:pt x="1039" y="292"/>
                        <a:pt x="1057" y="297"/>
                      </a:cubicBezTo>
                      <a:cubicBezTo>
                        <a:pt x="1065" y="299"/>
                        <a:pt x="1069" y="306"/>
                        <a:pt x="1071" y="308"/>
                      </a:cubicBezTo>
                      <a:cubicBezTo>
                        <a:pt x="1073" y="311"/>
                        <a:pt x="1075" y="314"/>
                        <a:pt x="1077" y="316"/>
                      </a:cubicBezTo>
                      <a:cubicBezTo>
                        <a:pt x="1082" y="324"/>
                        <a:pt x="1082" y="324"/>
                        <a:pt x="1082" y="324"/>
                      </a:cubicBezTo>
                      <a:cubicBezTo>
                        <a:pt x="1083" y="326"/>
                        <a:pt x="1086" y="326"/>
                        <a:pt x="1088" y="325"/>
                      </a:cubicBezTo>
                      <a:cubicBezTo>
                        <a:pt x="1089" y="324"/>
                        <a:pt x="1089" y="323"/>
                        <a:pt x="1089" y="322"/>
                      </a:cubicBezTo>
                      <a:cubicBezTo>
                        <a:pt x="1089" y="321"/>
                        <a:pt x="1089" y="320"/>
                        <a:pt x="1089" y="320"/>
                      </a:cubicBezTo>
                      <a:cubicBezTo>
                        <a:pt x="1084" y="312"/>
                        <a:pt x="1084" y="312"/>
                        <a:pt x="1084" y="312"/>
                      </a:cubicBezTo>
                      <a:cubicBezTo>
                        <a:pt x="1081" y="309"/>
                        <a:pt x="1079" y="306"/>
                        <a:pt x="1077" y="302"/>
                      </a:cubicBezTo>
                      <a:cubicBezTo>
                        <a:pt x="1080" y="303"/>
                        <a:pt x="1084" y="304"/>
                        <a:pt x="1087" y="306"/>
                      </a:cubicBezTo>
                      <a:cubicBezTo>
                        <a:pt x="1089" y="306"/>
                        <a:pt x="1091" y="305"/>
                        <a:pt x="1092" y="303"/>
                      </a:cubicBezTo>
                      <a:cubicBezTo>
                        <a:pt x="1093" y="301"/>
                        <a:pt x="1092" y="299"/>
                        <a:pt x="1090" y="298"/>
                      </a:cubicBezTo>
                      <a:cubicBezTo>
                        <a:pt x="1083" y="295"/>
                        <a:pt x="1041" y="283"/>
                        <a:pt x="1026" y="282"/>
                      </a:cubicBezTo>
                      <a:cubicBezTo>
                        <a:pt x="1036" y="276"/>
                        <a:pt x="1046" y="269"/>
                        <a:pt x="1052" y="261"/>
                      </a:cubicBezTo>
                      <a:cubicBezTo>
                        <a:pt x="1055" y="257"/>
                        <a:pt x="1058" y="254"/>
                        <a:pt x="1058" y="254"/>
                      </a:cubicBezTo>
                      <a:cubicBezTo>
                        <a:pt x="1064" y="251"/>
                        <a:pt x="1068" y="250"/>
                        <a:pt x="1073" y="252"/>
                      </a:cubicBezTo>
                      <a:cubicBezTo>
                        <a:pt x="1075" y="252"/>
                        <a:pt x="1077" y="251"/>
                        <a:pt x="1078" y="249"/>
                      </a:cubicBezTo>
                      <a:cubicBezTo>
                        <a:pt x="1079" y="247"/>
                        <a:pt x="1078" y="245"/>
                        <a:pt x="1076" y="244"/>
                      </a:cubicBezTo>
                      <a:cubicBezTo>
                        <a:pt x="1068" y="241"/>
                        <a:pt x="1062" y="244"/>
                        <a:pt x="1056" y="247"/>
                      </a:cubicBezTo>
                      <a:cubicBezTo>
                        <a:pt x="1056" y="246"/>
                        <a:pt x="1056" y="245"/>
                        <a:pt x="1056" y="245"/>
                      </a:cubicBezTo>
                      <a:cubicBezTo>
                        <a:pt x="1056" y="242"/>
                        <a:pt x="1056" y="239"/>
                        <a:pt x="1055" y="236"/>
                      </a:cubicBezTo>
                      <a:cubicBezTo>
                        <a:pt x="1055" y="234"/>
                        <a:pt x="1053" y="233"/>
                        <a:pt x="1050" y="233"/>
                      </a:cubicBezTo>
                      <a:cubicBezTo>
                        <a:pt x="1048" y="234"/>
                        <a:pt x="1047" y="236"/>
                        <a:pt x="1047" y="238"/>
                      </a:cubicBezTo>
                      <a:cubicBezTo>
                        <a:pt x="1049" y="242"/>
                        <a:pt x="1049" y="247"/>
                        <a:pt x="1047" y="252"/>
                      </a:cubicBezTo>
                      <a:cubicBezTo>
                        <a:pt x="1047" y="253"/>
                        <a:pt x="1047" y="253"/>
                        <a:pt x="1047" y="253"/>
                      </a:cubicBezTo>
                      <a:cubicBezTo>
                        <a:pt x="1044" y="260"/>
                        <a:pt x="1037" y="266"/>
                        <a:pt x="1029" y="271"/>
                      </a:cubicBezTo>
                      <a:cubicBezTo>
                        <a:pt x="1024" y="274"/>
                        <a:pt x="986" y="278"/>
                        <a:pt x="977" y="280"/>
                      </a:cubicBezTo>
                      <a:cubicBezTo>
                        <a:pt x="968" y="281"/>
                        <a:pt x="957" y="281"/>
                        <a:pt x="948" y="281"/>
                      </a:cubicBezTo>
                      <a:cubicBezTo>
                        <a:pt x="958" y="275"/>
                        <a:pt x="966" y="269"/>
                        <a:pt x="969" y="259"/>
                      </a:cubicBezTo>
                      <a:cubicBezTo>
                        <a:pt x="971" y="253"/>
                        <a:pt x="979" y="246"/>
                        <a:pt x="979" y="246"/>
                      </a:cubicBezTo>
                      <a:cubicBezTo>
                        <a:pt x="984" y="240"/>
                        <a:pt x="984" y="240"/>
                        <a:pt x="984" y="240"/>
                      </a:cubicBezTo>
                      <a:cubicBezTo>
                        <a:pt x="986" y="238"/>
                        <a:pt x="986" y="235"/>
                        <a:pt x="984" y="234"/>
                      </a:cubicBezTo>
                      <a:cubicBezTo>
                        <a:pt x="982" y="232"/>
                        <a:pt x="980" y="233"/>
                        <a:pt x="978" y="234"/>
                      </a:cubicBezTo>
                      <a:cubicBezTo>
                        <a:pt x="973" y="241"/>
                        <a:pt x="973" y="241"/>
                        <a:pt x="973" y="241"/>
                      </a:cubicBezTo>
                      <a:cubicBezTo>
                        <a:pt x="973" y="241"/>
                        <a:pt x="971" y="243"/>
                        <a:pt x="969" y="245"/>
                      </a:cubicBezTo>
                      <a:cubicBezTo>
                        <a:pt x="969" y="244"/>
                        <a:pt x="969" y="242"/>
                        <a:pt x="969" y="241"/>
                      </a:cubicBezTo>
                      <a:cubicBezTo>
                        <a:pt x="969" y="235"/>
                        <a:pt x="968" y="228"/>
                        <a:pt x="965" y="221"/>
                      </a:cubicBezTo>
                      <a:cubicBezTo>
                        <a:pt x="964" y="219"/>
                        <a:pt x="961" y="218"/>
                        <a:pt x="960" y="219"/>
                      </a:cubicBezTo>
                      <a:cubicBezTo>
                        <a:pt x="958" y="220"/>
                        <a:pt x="957" y="223"/>
                        <a:pt x="958" y="225"/>
                      </a:cubicBezTo>
                      <a:cubicBezTo>
                        <a:pt x="961" y="231"/>
                        <a:pt x="961" y="238"/>
                        <a:pt x="961" y="245"/>
                      </a:cubicBezTo>
                      <a:cubicBezTo>
                        <a:pt x="961" y="245"/>
                        <a:pt x="962" y="265"/>
                        <a:pt x="938" y="272"/>
                      </a:cubicBezTo>
                      <a:cubicBezTo>
                        <a:pt x="928" y="276"/>
                        <a:pt x="900" y="262"/>
                        <a:pt x="870" y="267"/>
                      </a:cubicBezTo>
                      <a:cubicBezTo>
                        <a:pt x="881" y="249"/>
                        <a:pt x="905" y="223"/>
                        <a:pt x="924" y="210"/>
                      </a:cubicBezTo>
                      <a:cubicBezTo>
                        <a:pt x="935" y="203"/>
                        <a:pt x="949" y="197"/>
                        <a:pt x="962" y="199"/>
                      </a:cubicBezTo>
                      <a:cubicBezTo>
                        <a:pt x="972" y="200"/>
                        <a:pt x="979" y="201"/>
                        <a:pt x="983" y="203"/>
                      </a:cubicBezTo>
                      <a:cubicBezTo>
                        <a:pt x="985" y="203"/>
                        <a:pt x="987" y="202"/>
                        <a:pt x="988" y="200"/>
                      </a:cubicBezTo>
                      <a:cubicBezTo>
                        <a:pt x="989" y="198"/>
                        <a:pt x="988" y="196"/>
                        <a:pt x="986" y="195"/>
                      </a:cubicBezTo>
                      <a:cubicBezTo>
                        <a:pt x="980" y="193"/>
                        <a:pt x="963" y="188"/>
                        <a:pt x="946" y="190"/>
                      </a:cubicBezTo>
                      <a:cubicBezTo>
                        <a:pt x="951" y="185"/>
                        <a:pt x="956" y="180"/>
                        <a:pt x="961" y="175"/>
                      </a:cubicBezTo>
                      <a:cubicBezTo>
                        <a:pt x="974" y="163"/>
                        <a:pt x="974" y="163"/>
                        <a:pt x="974" y="163"/>
                      </a:cubicBezTo>
                      <a:cubicBezTo>
                        <a:pt x="975" y="162"/>
                        <a:pt x="975" y="161"/>
                        <a:pt x="975" y="160"/>
                      </a:cubicBezTo>
                      <a:cubicBezTo>
                        <a:pt x="975" y="159"/>
                        <a:pt x="975" y="158"/>
                        <a:pt x="974" y="157"/>
                      </a:cubicBezTo>
                      <a:cubicBezTo>
                        <a:pt x="973" y="156"/>
                        <a:pt x="970" y="155"/>
                        <a:pt x="969" y="157"/>
                      </a:cubicBezTo>
                      <a:cubicBezTo>
                        <a:pt x="955" y="170"/>
                        <a:pt x="955" y="170"/>
                        <a:pt x="955" y="170"/>
                      </a:cubicBezTo>
                      <a:cubicBezTo>
                        <a:pt x="950" y="175"/>
                        <a:pt x="945" y="180"/>
                        <a:pt x="939" y="185"/>
                      </a:cubicBezTo>
                      <a:cubicBezTo>
                        <a:pt x="936" y="188"/>
                        <a:pt x="925" y="195"/>
                        <a:pt x="922" y="197"/>
                      </a:cubicBezTo>
                      <a:cubicBezTo>
                        <a:pt x="909" y="204"/>
                        <a:pt x="894" y="216"/>
                        <a:pt x="882" y="230"/>
                      </a:cubicBezTo>
                      <a:cubicBezTo>
                        <a:pt x="884" y="221"/>
                        <a:pt x="887" y="212"/>
                        <a:pt x="889" y="203"/>
                      </a:cubicBezTo>
                      <a:cubicBezTo>
                        <a:pt x="894" y="185"/>
                        <a:pt x="894" y="185"/>
                        <a:pt x="894" y="185"/>
                      </a:cubicBezTo>
                      <a:cubicBezTo>
                        <a:pt x="900" y="163"/>
                        <a:pt x="907" y="143"/>
                        <a:pt x="926" y="126"/>
                      </a:cubicBezTo>
                      <a:cubicBezTo>
                        <a:pt x="928" y="125"/>
                        <a:pt x="935" y="118"/>
                        <a:pt x="948" y="117"/>
                      </a:cubicBezTo>
                      <a:cubicBezTo>
                        <a:pt x="951" y="117"/>
                        <a:pt x="955" y="117"/>
                        <a:pt x="959" y="117"/>
                      </a:cubicBezTo>
                      <a:cubicBezTo>
                        <a:pt x="961" y="117"/>
                        <a:pt x="963" y="115"/>
                        <a:pt x="963" y="113"/>
                      </a:cubicBezTo>
                      <a:cubicBezTo>
                        <a:pt x="963" y="111"/>
                        <a:pt x="961" y="109"/>
                        <a:pt x="959" y="109"/>
                      </a:cubicBezTo>
                      <a:cubicBezTo>
                        <a:pt x="951" y="109"/>
                        <a:pt x="942" y="109"/>
                        <a:pt x="934" y="111"/>
                      </a:cubicBezTo>
                      <a:cubicBezTo>
                        <a:pt x="934" y="111"/>
                        <a:pt x="933" y="112"/>
                        <a:pt x="932" y="112"/>
                      </a:cubicBezTo>
                      <a:cubicBezTo>
                        <a:pt x="933" y="111"/>
                        <a:pt x="934" y="110"/>
                        <a:pt x="935" y="109"/>
                      </a:cubicBezTo>
                      <a:cubicBezTo>
                        <a:pt x="938" y="104"/>
                        <a:pt x="942" y="98"/>
                        <a:pt x="945" y="93"/>
                      </a:cubicBezTo>
                      <a:cubicBezTo>
                        <a:pt x="945" y="92"/>
                        <a:pt x="945" y="91"/>
                        <a:pt x="945" y="91"/>
                      </a:cubicBezTo>
                      <a:cubicBezTo>
                        <a:pt x="945" y="89"/>
                        <a:pt x="944" y="88"/>
                        <a:pt x="943" y="87"/>
                      </a:cubicBezTo>
                      <a:cubicBezTo>
                        <a:pt x="941" y="86"/>
                        <a:pt x="939" y="87"/>
                        <a:pt x="938" y="89"/>
                      </a:cubicBezTo>
                      <a:cubicBezTo>
                        <a:pt x="935" y="94"/>
                        <a:pt x="932" y="99"/>
                        <a:pt x="928" y="104"/>
                      </a:cubicBezTo>
                      <a:cubicBezTo>
                        <a:pt x="925" y="108"/>
                        <a:pt x="908" y="127"/>
                        <a:pt x="904" y="133"/>
                      </a:cubicBezTo>
                      <a:cubicBezTo>
                        <a:pt x="893" y="147"/>
                        <a:pt x="885" y="169"/>
                        <a:pt x="880" y="182"/>
                      </a:cubicBezTo>
                      <a:cubicBezTo>
                        <a:pt x="876" y="194"/>
                        <a:pt x="862" y="232"/>
                        <a:pt x="855" y="251"/>
                      </a:cubicBezTo>
                      <a:cubicBezTo>
                        <a:pt x="855" y="231"/>
                        <a:pt x="852" y="216"/>
                        <a:pt x="847" y="201"/>
                      </a:cubicBezTo>
                      <a:cubicBezTo>
                        <a:pt x="843" y="190"/>
                        <a:pt x="843" y="176"/>
                        <a:pt x="843" y="171"/>
                      </a:cubicBezTo>
                      <a:cubicBezTo>
                        <a:pt x="844" y="142"/>
                        <a:pt x="850" y="119"/>
                        <a:pt x="860" y="96"/>
                      </a:cubicBezTo>
                      <a:cubicBezTo>
                        <a:pt x="864" y="88"/>
                        <a:pt x="869" y="80"/>
                        <a:pt x="874" y="72"/>
                      </a:cubicBezTo>
                      <a:cubicBezTo>
                        <a:pt x="876" y="68"/>
                        <a:pt x="878" y="64"/>
                        <a:pt x="880" y="61"/>
                      </a:cubicBezTo>
                      <a:cubicBezTo>
                        <a:pt x="883" y="57"/>
                        <a:pt x="888" y="48"/>
                        <a:pt x="895" y="44"/>
                      </a:cubicBezTo>
                      <a:cubicBezTo>
                        <a:pt x="901" y="39"/>
                        <a:pt x="915" y="35"/>
                        <a:pt x="923" y="36"/>
                      </a:cubicBezTo>
                      <a:cubicBezTo>
                        <a:pt x="925" y="36"/>
                        <a:pt x="927" y="34"/>
                        <a:pt x="927" y="32"/>
                      </a:cubicBezTo>
                      <a:cubicBezTo>
                        <a:pt x="928" y="30"/>
                        <a:pt x="926" y="28"/>
                        <a:pt x="924" y="28"/>
                      </a:cubicBezTo>
                      <a:cubicBezTo>
                        <a:pt x="915" y="27"/>
                        <a:pt x="902" y="29"/>
                        <a:pt x="892" y="35"/>
                      </a:cubicBezTo>
                      <a:cubicBezTo>
                        <a:pt x="892" y="35"/>
                        <a:pt x="891" y="35"/>
                        <a:pt x="891" y="34"/>
                      </a:cubicBezTo>
                      <a:cubicBezTo>
                        <a:pt x="891" y="33"/>
                        <a:pt x="891" y="32"/>
                        <a:pt x="891" y="31"/>
                      </a:cubicBezTo>
                      <a:cubicBezTo>
                        <a:pt x="892" y="27"/>
                        <a:pt x="893" y="23"/>
                        <a:pt x="893" y="19"/>
                      </a:cubicBezTo>
                      <a:cubicBezTo>
                        <a:pt x="893" y="16"/>
                        <a:pt x="893" y="14"/>
                        <a:pt x="892" y="12"/>
                      </a:cubicBezTo>
                      <a:cubicBezTo>
                        <a:pt x="891" y="9"/>
                        <a:pt x="889" y="8"/>
                        <a:pt x="887" y="9"/>
                      </a:cubicBezTo>
                      <a:cubicBezTo>
                        <a:pt x="885" y="10"/>
                        <a:pt x="884" y="12"/>
                        <a:pt x="885" y="14"/>
                      </a:cubicBezTo>
                      <a:cubicBezTo>
                        <a:pt x="886" y="19"/>
                        <a:pt x="880" y="33"/>
                        <a:pt x="880" y="35"/>
                      </a:cubicBezTo>
                      <a:cubicBezTo>
                        <a:pt x="876" y="46"/>
                        <a:pt x="870" y="55"/>
                        <a:pt x="864" y="65"/>
                      </a:cubicBezTo>
                      <a:cubicBezTo>
                        <a:pt x="858" y="73"/>
                        <a:pt x="853" y="82"/>
                        <a:pt x="849" y="91"/>
                      </a:cubicBezTo>
                      <a:cubicBezTo>
                        <a:pt x="839" y="114"/>
                        <a:pt x="833" y="135"/>
                        <a:pt x="831" y="162"/>
                      </a:cubicBezTo>
                      <a:cubicBezTo>
                        <a:pt x="824" y="146"/>
                        <a:pt x="816" y="132"/>
                        <a:pt x="807" y="117"/>
                      </a:cubicBezTo>
                      <a:cubicBezTo>
                        <a:pt x="798" y="102"/>
                        <a:pt x="798" y="102"/>
                        <a:pt x="798" y="102"/>
                      </a:cubicBezTo>
                      <a:cubicBezTo>
                        <a:pt x="789" y="88"/>
                        <a:pt x="781" y="74"/>
                        <a:pt x="777" y="59"/>
                      </a:cubicBezTo>
                      <a:cubicBezTo>
                        <a:pt x="776" y="55"/>
                        <a:pt x="774" y="43"/>
                        <a:pt x="780" y="34"/>
                      </a:cubicBezTo>
                      <a:cubicBezTo>
                        <a:pt x="785" y="24"/>
                        <a:pt x="792" y="13"/>
                        <a:pt x="800" y="8"/>
                      </a:cubicBezTo>
                      <a:cubicBezTo>
                        <a:pt x="802" y="7"/>
                        <a:pt x="803" y="5"/>
                        <a:pt x="802" y="3"/>
                      </a:cubicBezTo>
                      <a:cubicBezTo>
                        <a:pt x="801" y="1"/>
                        <a:pt x="798" y="0"/>
                        <a:pt x="796" y="1"/>
                      </a:cubicBezTo>
                      <a:cubicBezTo>
                        <a:pt x="784" y="9"/>
                        <a:pt x="769" y="35"/>
                        <a:pt x="768" y="35"/>
                      </a:cubicBezTo>
                      <a:cubicBezTo>
                        <a:pt x="768" y="35"/>
                        <a:pt x="768" y="35"/>
                        <a:pt x="768" y="35"/>
                      </a:cubicBezTo>
                      <a:cubicBezTo>
                        <a:pt x="763" y="30"/>
                        <a:pt x="756" y="26"/>
                        <a:pt x="750" y="23"/>
                      </a:cubicBezTo>
                      <a:cubicBezTo>
                        <a:pt x="749" y="22"/>
                        <a:pt x="749" y="22"/>
                        <a:pt x="749" y="22"/>
                      </a:cubicBezTo>
                      <a:cubicBezTo>
                        <a:pt x="747" y="21"/>
                        <a:pt x="745" y="22"/>
                        <a:pt x="744" y="24"/>
                      </a:cubicBezTo>
                      <a:cubicBezTo>
                        <a:pt x="743" y="26"/>
                        <a:pt x="743" y="28"/>
                        <a:pt x="745" y="29"/>
                      </a:cubicBezTo>
                      <a:cubicBezTo>
                        <a:pt x="746" y="30"/>
                        <a:pt x="746" y="30"/>
                        <a:pt x="746" y="30"/>
                      </a:cubicBezTo>
                      <a:cubicBezTo>
                        <a:pt x="749" y="32"/>
                        <a:pt x="752" y="33"/>
                        <a:pt x="755" y="35"/>
                      </a:cubicBezTo>
                      <a:cubicBezTo>
                        <a:pt x="763" y="41"/>
                        <a:pt x="763" y="50"/>
                        <a:pt x="763" y="54"/>
                      </a:cubicBezTo>
                      <a:cubicBezTo>
                        <a:pt x="766" y="75"/>
                        <a:pt x="776" y="91"/>
                        <a:pt x="784" y="108"/>
                      </a:cubicBezTo>
                      <a:cubicBezTo>
                        <a:pt x="794" y="129"/>
                        <a:pt x="813" y="169"/>
                        <a:pt x="823" y="199"/>
                      </a:cubicBezTo>
                      <a:cubicBezTo>
                        <a:pt x="825" y="206"/>
                        <a:pt x="831" y="225"/>
                        <a:pt x="833" y="237"/>
                      </a:cubicBezTo>
                      <a:cubicBezTo>
                        <a:pt x="835" y="253"/>
                        <a:pt x="832" y="270"/>
                        <a:pt x="824" y="282"/>
                      </a:cubicBezTo>
                      <a:cubicBezTo>
                        <a:pt x="819" y="289"/>
                        <a:pt x="813" y="295"/>
                        <a:pt x="806" y="298"/>
                      </a:cubicBezTo>
                      <a:cubicBezTo>
                        <a:pt x="798" y="300"/>
                        <a:pt x="781" y="304"/>
                        <a:pt x="761" y="303"/>
                      </a:cubicBezTo>
                      <a:cubicBezTo>
                        <a:pt x="745" y="301"/>
                        <a:pt x="723" y="291"/>
                        <a:pt x="704" y="278"/>
                      </a:cubicBezTo>
                      <a:cubicBezTo>
                        <a:pt x="700" y="275"/>
                        <a:pt x="668" y="244"/>
                        <a:pt x="658" y="233"/>
                      </a:cubicBezTo>
                      <a:cubicBezTo>
                        <a:pt x="622" y="192"/>
                        <a:pt x="594" y="158"/>
                        <a:pt x="589" y="131"/>
                      </a:cubicBezTo>
                      <a:cubicBezTo>
                        <a:pt x="588" y="132"/>
                        <a:pt x="587" y="133"/>
                        <a:pt x="586" y="134"/>
                      </a:cubicBezTo>
                      <a:cubicBezTo>
                        <a:pt x="580" y="141"/>
                        <a:pt x="566" y="148"/>
                        <a:pt x="546" y="148"/>
                      </a:cubicBezTo>
                      <a:cubicBezTo>
                        <a:pt x="546" y="148"/>
                        <a:pt x="546" y="148"/>
                        <a:pt x="546" y="148"/>
                      </a:cubicBezTo>
                      <a:cubicBezTo>
                        <a:pt x="526" y="148"/>
                        <a:pt x="512" y="141"/>
                        <a:pt x="506" y="134"/>
                      </a:cubicBezTo>
                      <a:cubicBezTo>
                        <a:pt x="505" y="134"/>
                        <a:pt x="505" y="133"/>
                        <a:pt x="504" y="133"/>
                      </a:cubicBezTo>
                      <a:cubicBezTo>
                        <a:pt x="501" y="142"/>
                        <a:pt x="485" y="180"/>
                        <a:pt x="472" y="198"/>
                      </a:cubicBezTo>
                      <a:cubicBezTo>
                        <a:pt x="466" y="207"/>
                        <a:pt x="459" y="216"/>
                        <a:pt x="453" y="226"/>
                      </a:cubicBezTo>
                      <a:cubicBezTo>
                        <a:pt x="450" y="230"/>
                        <a:pt x="441" y="242"/>
                        <a:pt x="439" y="244"/>
                      </a:cubicBezTo>
                      <a:cubicBezTo>
                        <a:pt x="406" y="280"/>
                        <a:pt x="368" y="283"/>
                        <a:pt x="325" y="274"/>
                      </a:cubicBezTo>
                      <a:cubicBezTo>
                        <a:pt x="322" y="274"/>
                        <a:pt x="315" y="271"/>
                        <a:pt x="312" y="261"/>
                      </a:cubicBezTo>
                      <a:cubicBezTo>
                        <a:pt x="309" y="250"/>
                        <a:pt x="306" y="232"/>
                        <a:pt x="311" y="206"/>
                      </a:cubicBezTo>
                      <a:cubicBezTo>
                        <a:pt x="311" y="203"/>
                        <a:pt x="311" y="203"/>
                        <a:pt x="311" y="203"/>
                      </a:cubicBezTo>
                      <a:cubicBezTo>
                        <a:pt x="313" y="189"/>
                        <a:pt x="317" y="170"/>
                        <a:pt x="321" y="149"/>
                      </a:cubicBezTo>
                      <a:cubicBezTo>
                        <a:pt x="321" y="146"/>
                        <a:pt x="325" y="129"/>
                        <a:pt x="333" y="118"/>
                      </a:cubicBezTo>
                      <a:cubicBezTo>
                        <a:pt x="341" y="107"/>
                        <a:pt x="350" y="94"/>
                        <a:pt x="354" y="75"/>
                      </a:cubicBezTo>
                      <a:cubicBezTo>
                        <a:pt x="355" y="69"/>
                        <a:pt x="359" y="59"/>
                        <a:pt x="362" y="54"/>
                      </a:cubicBezTo>
                      <a:cubicBezTo>
                        <a:pt x="368" y="45"/>
                        <a:pt x="375" y="40"/>
                        <a:pt x="382" y="34"/>
                      </a:cubicBezTo>
                      <a:cubicBezTo>
                        <a:pt x="391" y="28"/>
                        <a:pt x="391" y="28"/>
                        <a:pt x="391" y="28"/>
                      </a:cubicBezTo>
                      <a:cubicBezTo>
                        <a:pt x="393" y="26"/>
                        <a:pt x="393" y="24"/>
                        <a:pt x="392" y="22"/>
                      </a:cubicBezTo>
                      <a:cubicBezTo>
                        <a:pt x="391" y="20"/>
                        <a:pt x="388" y="20"/>
                        <a:pt x="386" y="21"/>
                      </a:cubicBezTo>
                      <a:cubicBezTo>
                        <a:pt x="378" y="28"/>
                        <a:pt x="378" y="28"/>
                        <a:pt x="378" y="28"/>
                      </a:cubicBezTo>
                      <a:cubicBezTo>
                        <a:pt x="378" y="28"/>
                        <a:pt x="377" y="28"/>
                        <a:pt x="377" y="28"/>
                      </a:cubicBezTo>
                      <a:cubicBezTo>
                        <a:pt x="378" y="23"/>
                        <a:pt x="377" y="19"/>
                        <a:pt x="376" y="15"/>
                      </a:cubicBezTo>
                      <a:cubicBezTo>
                        <a:pt x="376" y="13"/>
                        <a:pt x="376" y="13"/>
                        <a:pt x="376" y="13"/>
                      </a:cubicBezTo>
                      <a:cubicBezTo>
                        <a:pt x="376" y="11"/>
                        <a:pt x="374" y="9"/>
                        <a:pt x="371" y="10"/>
                      </a:cubicBezTo>
                      <a:cubicBezTo>
                        <a:pt x="369" y="10"/>
                        <a:pt x="368" y="12"/>
                        <a:pt x="368" y="14"/>
                      </a:cubicBezTo>
                      <a:cubicBezTo>
                        <a:pt x="368" y="17"/>
                        <a:pt x="368" y="17"/>
                        <a:pt x="368" y="17"/>
                      </a:cubicBezTo>
                      <a:cubicBezTo>
                        <a:pt x="369" y="23"/>
                        <a:pt x="371" y="32"/>
                        <a:pt x="365" y="38"/>
                      </a:cubicBezTo>
                      <a:cubicBezTo>
                        <a:pt x="365" y="38"/>
                        <a:pt x="365" y="38"/>
                        <a:pt x="365" y="38"/>
                      </a:cubicBezTo>
                      <a:cubicBezTo>
                        <a:pt x="360" y="43"/>
                        <a:pt x="356" y="48"/>
                        <a:pt x="352" y="55"/>
                      </a:cubicBezTo>
                      <a:cubicBezTo>
                        <a:pt x="352" y="45"/>
                        <a:pt x="349" y="39"/>
                        <a:pt x="345" y="33"/>
                      </a:cubicBezTo>
                      <a:cubicBezTo>
                        <a:pt x="344" y="33"/>
                        <a:pt x="342" y="30"/>
                        <a:pt x="344" y="27"/>
                      </a:cubicBezTo>
                      <a:cubicBezTo>
                        <a:pt x="345" y="23"/>
                        <a:pt x="347" y="17"/>
                        <a:pt x="351" y="12"/>
                      </a:cubicBezTo>
                      <a:cubicBezTo>
                        <a:pt x="353" y="10"/>
                        <a:pt x="353" y="7"/>
                        <a:pt x="351" y="6"/>
                      </a:cubicBezTo>
                      <a:cubicBezTo>
                        <a:pt x="349" y="5"/>
                        <a:pt x="347" y="5"/>
                        <a:pt x="345" y="7"/>
                      </a:cubicBezTo>
                      <a:cubicBezTo>
                        <a:pt x="341" y="12"/>
                        <a:pt x="338" y="18"/>
                        <a:pt x="337" y="23"/>
                      </a:cubicBezTo>
                      <a:cubicBezTo>
                        <a:pt x="336" y="23"/>
                        <a:pt x="336" y="23"/>
                        <a:pt x="335" y="22"/>
                      </a:cubicBezTo>
                      <a:cubicBezTo>
                        <a:pt x="330" y="16"/>
                        <a:pt x="330" y="16"/>
                        <a:pt x="330" y="16"/>
                      </a:cubicBezTo>
                      <a:cubicBezTo>
                        <a:pt x="328" y="14"/>
                        <a:pt x="326" y="14"/>
                        <a:pt x="324" y="16"/>
                      </a:cubicBezTo>
                      <a:cubicBezTo>
                        <a:pt x="322" y="17"/>
                        <a:pt x="322" y="20"/>
                        <a:pt x="324" y="21"/>
                      </a:cubicBezTo>
                      <a:cubicBezTo>
                        <a:pt x="329" y="28"/>
                        <a:pt x="329" y="28"/>
                        <a:pt x="329" y="28"/>
                      </a:cubicBezTo>
                      <a:cubicBezTo>
                        <a:pt x="340" y="39"/>
                        <a:pt x="347" y="46"/>
                        <a:pt x="343" y="67"/>
                      </a:cubicBezTo>
                      <a:cubicBezTo>
                        <a:pt x="343" y="68"/>
                        <a:pt x="343" y="71"/>
                        <a:pt x="342" y="72"/>
                      </a:cubicBezTo>
                      <a:cubicBezTo>
                        <a:pt x="339" y="89"/>
                        <a:pt x="331" y="100"/>
                        <a:pt x="323" y="111"/>
                      </a:cubicBezTo>
                      <a:cubicBezTo>
                        <a:pt x="318" y="117"/>
                        <a:pt x="314" y="124"/>
                        <a:pt x="310" y="131"/>
                      </a:cubicBezTo>
                      <a:cubicBezTo>
                        <a:pt x="305" y="114"/>
                        <a:pt x="295" y="98"/>
                        <a:pt x="281" y="86"/>
                      </a:cubicBezTo>
                      <a:cubicBezTo>
                        <a:pt x="271" y="78"/>
                        <a:pt x="266" y="71"/>
                        <a:pt x="265" y="68"/>
                      </a:cubicBezTo>
                      <a:cubicBezTo>
                        <a:pt x="260" y="53"/>
                        <a:pt x="261" y="37"/>
                        <a:pt x="266" y="18"/>
                      </a:cubicBezTo>
                      <a:cubicBezTo>
                        <a:pt x="267" y="16"/>
                        <a:pt x="266" y="13"/>
                        <a:pt x="264" y="13"/>
                      </a:cubicBezTo>
                      <a:cubicBezTo>
                        <a:pt x="262" y="12"/>
                        <a:pt x="259" y="13"/>
                        <a:pt x="259" y="15"/>
                      </a:cubicBezTo>
                      <a:cubicBezTo>
                        <a:pt x="258" y="18"/>
                        <a:pt x="257" y="21"/>
                        <a:pt x="257" y="23"/>
                      </a:cubicBezTo>
                      <a:cubicBezTo>
                        <a:pt x="254" y="20"/>
                        <a:pt x="250" y="16"/>
                        <a:pt x="246" y="13"/>
                      </a:cubicBezTo>
                      <a:cubicBezTo>
                        <a:pt x="244" y="11"/>
                        <a:pt x="242" y="12"/>
                        <a:pt x="240" y="13"/>
                      </a:cubicBezTo>
                      <a:cubicBezTo>
                        <a:pt x="239" y="15"/>
                        <a:pt x="239" y="18"/>
                        <a:pt x="241" y="19"/>
                      </a:cubicBezTo>
                      <a:cubicBezTo>
                        <a:pt x="249" y="26"/>
                        <a:pt x="253" y="30"/>
                        <a:pt x="253" y="35"/>
                      </a:cubicBezTo>
                      <a:cubicBezTo>
                        <a:pt x="253" y="36"/>
                        <a:pt x="254" y="45"/>
                        <a:pt x="254" y="49"/>
                      </a:cubicBezTo>
                      <a:cubicBezTo>
                        <a:pt x="254" y="58"/>
                        <a:pt x="256" y="67"/>
                        <a:pt x="259" y="75"/>
                      </a:cubicBezTo>
                      <a:cubicBezTo>
                        <a:pt x="250" y="70"/>
                        <a:pt x="239" y="66"/>
                        <a:pt x="228" y="64"/>
                      </a:cubicBezTo>
                      <a:cubicBezTo>
                        <a:pt x="227" y="63"/>
                        <a:pt x="224" y="62"/>
                        <a:pt x="224" y="60"/>
                      </a:cubicBezTo>
                      <a:cubicBezTo>
                        <a:pt x="223" y="57"/>
                        <a:pt x="221" y="53"/>
                        <a:pt x="222" y="48"/>
                      </a:cubicBezTo>
                      <a:cubicBezTo>
                        <a:pt x="223" y="46"/>
                        <a:pt x="221" y="43"/>
                        <a:pt x="219" y="43"/>
                      </a:cubicBezTo>
                      <a:cubicBezTo>
                        <a:pt x="217" y="43"/>
                        <a:pt x="215" y="44"/>
                        <a:pt x="214" y="46"/>
                      </a:cubicBezTo>
                      <a:cubicBezTo>
                        <a:pt x="213" y="52"/>
                        <a:pt x="214" y="58"/>
                        <a:pt x="216" y="62"/>
                      </a:cubicBezTo>
                      <a:cubicBezTo>
                        <a:pt x="212" y="61"/>
                        <a:pt x="208" y="61"/>
                        <a:pt x="204" y="60"/>
                      </a:cubicBezTo>
                      <a:cubicBezTo>
                        <a:pt x="201" y="60"/>
                        <a:pt x="200" y="62"/>
                        <a:pt x="199" y="64"/>
                      </a:cubicBezTo>
                      <a:cubicBezTo>
                        <a:pt x="199" y="66"/>
                        <a:pt x="201" y="68"/>
                        <a:pt x="203" y="68"/>
                      </a:cubicBezTo>
                      <a:cubicBezTo>
                        <a:pt x="220" y="69"/>
                        <a:pt x="237" y="73"/>
                        <a:pt x="251" y="80"/>
                      </a:cubicBezTo>
                      <a:cubicBezTo>
                        <a:pt x="265" y="86"/>
                        <a:pt x="278" y="99"/>
                        <a:pt x="283" y="105"/>
                      </a:cubicBezTo>
                      <a:cubicBezTo>
                        <a:pt x="288" y="111"/>
                        <a:pt x="293" y="119"/>
                        <a:pt x="297" y="129"/>
                      </a:cubicBezTo>
                      <a:cubicBezTo>
                        <a:pt x="299" y="134"/>
                        <a:pt x="300" y="147"/>
                        <a:pt x="298" y="159"/>
                      </a:cubicBezTo>
                      <a:cubicBezTo>
                        <a:pt x="295" y="175"/>
                        <a:pt x="293" y="189"/>
                        <a:pt x="291" y="200"/>
                      </a:cubicBezTo>
                      <a:cubicBezTo>
                        <a:pt x="291" y="203"/>
                        <a:pt x="291" y="203"/>
                        <a:pt x="291" y="203"/>
                      </a:cubicBezTo>
                      <a:cubicBezTo>
                        <a:pt x="287" y="226"/>
                        <a:pt x="288" y="245"/>
                        <a:pt x="291" y="259"/>
                      </a:cubicBezTo>
                      <a:cubicBezTo>
                        <a:pt x="291" y="262"/>
                        <a:pt x="293" y="267"/>
                        <a:pt x="287" y="265"/>
                      </a:cubicBezTo>
                      <a:cubicBezTo>
                        <a:pt x="272" y="261"/>
                        <a:pt x="226" y="250"/>
                        <a:pt x="196" y="244"/>
                      </a:cubicBezTo>
                      <a:cubicBezTo>
                        <a:pt x="176" y="241"/>
                        <a:pt x="153" y="237"/>
                        <a:pt x="147" y="234"/>
                      </a:cubicBezTo>
                      <a:cubicBezTo>
                        <a:pt x="140" y="231"/>
                        <a:pt x="124" y="221"/>
                        <a:pt x="121" y="212"/>
                      </a:cubicBezTo>
                      <a:cubicBezTo>
                        <a:pt x="120" y="207"/>
                        <a:pt x="119" y="202"/>
                        <a:pt x="120" y="199"/>
                      </a:cubicBezTo>
                      <a:cubicBezTo>
                        <a:pt x="121" y="197"/>
                        <a:pt x="120" y="195"/>
                        <a:pt x="118" y="194"/>
                      </a:cubicBezTo>
                      <a:cubicBezTo>
                        <a:pt x="115" y="193"/>
                        <a:pt x="113" y="195"/>
                        <a:pt x="113" y="197"/>
                      </a:cubicBezTo>
                      <a:cubicBezTo>
                        <a:pt x="112" y="198"/>
                        <a:pt x="112" y="200"/>
                        <a:pt x="112" y="202"/>
                      </a:cubicBezTo>
                      <a:cubicBezTo>
                        <a:pt x="112" y="208"/>
                        <a:pt x="113" y="213"/>
                        <a:pt x="115" y="219"/>
                      </a:cubicBezTo>
                      <a:cubicBezTo>
                        <a:pt x="110" y="216"/>
                        <a:pt x="104" y="215"/>
                        <a:pt x="99" y="214"/>
                      </a:cubicBezTo>
                      <a:cubicBezTo>
                        <a:pt x="97" y="214"/>
                        <a:pt x="95" y="215"/>
                        <a:pt x="94" y="217"/>
                      </a:cubicBezTo>
                      <a:cubicBezTo>
                        <a:pt x="94" y="220"/>
                        <a:pt x="96" y="222"/>
                        <a:pt x="98" y="222"/>
                      </a:cubicBezTo>
                      <a:cubicBezTo>
                        <a:pt x="102" y="222"/>
                        <a:pt x="107" y="224"/>
                        <a:pt x="111" y="226"/>
                      </a:cubicBezTo>
                      <a:cubicBezTo>
                        <a:pt x="114" y="227"/>
                        <a:pt x="120" y="232"/>
                        <a:pt x="121" y="233"/>
                      </a:cubicBezTo>
                      <a:cubicBezTo>
                        <a:pt x="128" y="238"/>
                        <a:pt x="135" y="242"/>
                        <a:pt x="143" y="246"/>
                      </a:cubicBezTo>
                      <a:cubicBezTo>
                        <a:pt x="125" y="247"/>
                        <a:pt x="106" y="250"/>
                        <a:pt x="90" y="255"/>
                      </a:cubicBezTo>
                      <a:cubicBezTo>
                        <a:pt x="86" y="256"/>
                        <a:pt x="74" y="259"/>
                        <a:pt x="72" y="260"/>
                      </a:cubicBezTo>
                      <a:cubicBezTo>
                        <a:pt x="67" y="260"/>
                        <a:pt x="62" y="260"/>
                        <a:pt x="57" y="260"/>
                      </a:cubicBezTo>
                      <a:cubicBezTo>
                        <a:pt x="55" y="260"/>
                        <a:pt x="53" y="261"/>
                        <a:pt x="53" y="263"/>
                      </a:cubicBezTo>
                      <a:cubicBezTo>
                        <a:pt x="52" y="266"/>
                        <a:pt x="54" y="268"/>
                        <a:pt x="56" y="268"/>
                      </a:cubicBezTo>
                      <a:cubicBezTo>
                        <a:pt x="61" y="268"/>
                        <a:pt x="65" y="268"/>
                        <a:pt x="70" y="268"/>
                      </a:cubicBezTo>
                      <a:cubicBezTo>
                        <a:pt x="62" y="273"/>
                        <a:pt x="55" y="280"/>
                        <a:pt x="50" y="287"/>
                      </a:cubicBezTo>
                      <a:cubicBezTo>
                        <a:pt x="50" y="287"/>
                        <a:pt x="50" y="288"/>
                        <a:pt x="50" y="289"/>
                      </a:cubicBezTo>
                      <a:cubicBezTo>
                        <a:pt x="50" y="290"/>
                        <a:pt x="50" y="291"/>
                        <a:pt x="51" y="292"/>
                      </a:cubicBezTo>
                      <a:cubicBezTo>
                        <a:pt x="53" y="293"/>
                        <a:pt x="56" y="293"/>
                        <a:pt x="57" y="291"/>
                      </a:cubicBezTo>
                      <a:cubicBezTo>
                        <a:pt x="59" y="288"/>
                        <a:pt x="63" y="284"/>
                        <a:pt x="67" y="280"/>
                      </a:cubicBezTo>
                      <a:cubicBezTo>
                        <a:pt x="75" y="273"/>
                        <a:pt x="86" y="269"/>
                        <a:pt x="89" y="268"/>
                      </a:cubicBezTo>
                      <a:cubicBezTo>
                        <a:pt x="107" y="262"/>
                        <a:pt x="133" y="258"/>
                        <a:pt x="154" y="257"/>
                      </a:cubicBezTo>
                      <a:cubicBezTo>
                        <a:pt x="175" y="255"/>
                        <a:pt x="187" y="261"/>
                        <a:pt x="192" y="261"/>
                      </a:cubicBezTo>
                      <a:cubicBezTo>
                        <a:pt x="179" y="267"/>
                        <a:pt x="168" y="275"/>
                        <a:pt x="158" y="284"/>
                      </a:cubicBezTo>
                      <a:cubicBezTo>
                        <a:pt x="148" y="293"/>
                        <a:pt x="136" y="309"/>
                        <a:pt x="136" y="309"/>
                      </a:cubicBezTo>
                      <a:cubicBezTo>
                        <a:pt x="125" y="323"/>
                        <a:pt x="125" y="323"/>
                        <a:pt x="125" y="323"/>
                      </a:cubicBezTo>
                      <a:cubicBezTo>
                        <a:pt x="123" y="325"/>
                        <a:pt x="123" y="327"/>
                        <a:pt x="125" y="329"/>
                      </a:cubicBezTo>
                      <a:cubicBezTo>
                        <a:pt x="127" y="330"/>
                        <a:pt x="129" y="330"/>
                        <a:pt x="131" y="328"/>
                      </a:cubicBezTo>
                      <a:cubicBezTo>
                        <a:pt x="143" y="314"/>
                        <a:pt x="143" y="314"/>
                        <a:pt x="143" y="314"/>
                      </a:cubicBezTo>
                      <a:cubicBezTo>
                        <a:pt x="147" y="308"/>
                        <a:pt x="147" y="308"/>
                        <a:pt x="147" y="308"/>
                      </a:cubicBezTo>
                      <a:cubicBezTo>
                        <a:pt x="147" y="317"/>
                        <a:pt x="148" y="325"/>
                        <a:pt x="151" y="333"/>
                      </a:cubicBezTo>
                      <a:cubicBezTo>
                        <a:pt x="152" y="335"/>
                        <a:pt x="154" y="336"/>
                        <a:pt x="156" y="335"/>
                      </a:cubicBezTo>
                      <a:cubicBezTo>
                        <a:pt x="158" y="334"/>
                        <a:pt x="159" y="332"/>
                        <a:pt x="158" y="330"/>
                      </a:cubicBezTo>
                      <a:cubicBezTo>
                        <a:pt x="156" y="324"/>
                        <a:pt x="155" y="317"/>
                        <a:pt x="155" y="311"/>
                      </a:cubicBezTo>
                      <a:cubicBezTo>
                        <a:pt x="155" y="300"/>
                        <a:pt x="162" y="295"/>
                        <a:pt x="168" y="289"/>
                      </a:cubicBezTo>
                      <a:cubicBezTo>
                        <a:pt x="178" y="280"/>
                        <a:pt x="190" y="274"/>
                        <a:pt x="207" y="270"/>
                      </a:cubicBezTo>
                      <a:cubicBezTo>
                        <a:pt x="213" y="268"/>
                        <a:pt x="220" y="269"/>
                        <a:pt x="223" y="270"/>
                      </a:cubicBezTo>
                      <a:cubicBezTo>
                        <a:pt x="241" y="276"/>
                        <a:pt x="270" y="286"/>
                        <a:pt x="273" y="287"/>
                      </a:cubicBezTo>
                      <a:cubicBezTo>
                        <a:pt x="301" y="295"/>
                        <a:pt x="342" y="314"/>
                        <a:pt x="379" y="317"/>
                      </a:cubicBezTo>
                      <a:cubicBezTo>
                        <a:pt x="390" y="317"/>
                        <a:pt x="392" y="327"/>
                        <a:pt x="389" y="332"/>
                      </a:cubicBezTo>
                      <a:cubicBezTo>
                        <a:pt x="376" y="357"/>
                        <a:pt x="363" y="385"/>
                        <a:pt x="351" y="414"/>
                      </a:cubicBezTo>
                      <a:cubicBezTo>
                        <a:pt x="346" y="428"/>
                        <a:pt x="330" y="461"/>
                        <a:pt x="328" y="464"/>
                      </a:cubicBezTo>
                      <a:cubicBezTo>
                        <a:pt x="320" y="477"/>
                        <a:pt x="305" y="490"/>
                        <a:pt x="290" y="498"/>
                      </a:cubicBezTo>
                      <a:cubicBezTo>
                        <a:pt x="269" y="508"/>
                        <a:pt x="251" y="510"/>
                        <a:pt x="242" y="510"/>
                      </a:cubicBezTo>
                      <a:cubicBezTo>
                        <a:pt x="201" y="514"/>
                        <a:pt x="157" y="515"/>
                        <a:pt x="120" y="502"/>
                      </a:cubicBezTo>
                      <a:cubicBezTo>
                        <a:pt x="117" y="500"/>
                        <a:pt x="107" y="497"/>
                        <a:pt x="100" y="491"/>
                      </a:cubicBezTo>
                      <a:cubicBezTo>
                        <a:pt x="97" y="488"/>
                        <a:pt x="93" y="485"/>
                        <a:pt x="90" y="481"/>
                      </a:cubicBezTo>
                      <a:cubicBezTo>
                        <a:pt x="82" y="474"/>
                        <a:pt x="74" y="467"/>
                        <a:pt x="66" y="461"/>
                      </a:cubicBezTo>
                      <a:cubicBezTo>
                        <a:pt x="64" y="460"/>
                        <a:pt x="57" y="456"/>
                        <a:pt x="54" y="449"/>
                      </a:cubicBezTo>
                      <a:cubicBezTo>
                        <a:pt x="51" y="444"/>
                        <a:pt x="50" y="439"/>
                        <a:pt x="51" y="433"/>
                      </a:cubicBezTo>
                      <a:cubicBezTo>
                        <a:pt x="51" y="431"/>
                        <a:pt x="50" y="429"/>
                        <a:pt x="47" y="429"/>
                      </a:cubicBezTo>
                      <a:cubicBezTo>
                        <a:pt x="45" y="428"/>
                        <a:pt x="43" y="430"/>
                        <a:pt x="43" y="432"/>
                      </a:cubicBezTo>
                      <a:cubicBezTo>
                        <a:pt x="43" y="434"/>
                        <a:pt x="43" y="435"/>
                        <a:pt x="43" y="436"/>
                      </a:cubicBezTo>
                      <a:cubicBezTo>
                        <a:pt x="43" y="444"/>
                        <a:pt x="45" y="451"/>
                        <a:pt x="49" y="457"/>
                      </a:cubicBezTo>
                      <a:cubicBezTo>
                        <a:pt x="39" y="455"/>
                        <a:pt x="28" y="455"/>
                        <a:pt x="20" y="457"/>
                      </a:cubicBezTo>
                      <a:cubicBezTo>
                        <a:pt x="17" y="457"/>
                        <a:pt x="16" y="459"/>
                        <a:pt x="16" y="461"/>
                      </a:cubicBezTo>
                      <a:cubicBezTo>
                        <a:pt x="17" y="463"/>
                        <a:pt x="19" y="465"/>
                        <a:pt x="21" y="465"/>
                      </a:cubicBezTo>
                      <a:cubicBezTo>
                        <a:pt x="26" y="464"/>
                        <a:pt x="32" y="463"/>
                        <a:pt x="39" y="464"/>
                      </a:cubicBezTo>
                      <a:cubicBezTo>
                        <a:pt x="44" y="464"/>
                        <a:pt x="52" y="467"/>
                        <a:pt x="62" y="473"/>
                      </a:cubicBezTo>
                      <a:cubicBezTo>
                        <a:pt x="69" y="478"/>
                        <a:pt x="75" y="484"/>
                        <a:pt x="81" y="490"/>
                      </a:cubicBezTo>
                      <a:cubicBezTo>
                        <a:pt x="85" y="494"/>
                        <a:pt x="90" y="498"/>
                        <a:pt x="94" y="501"/>
                      </a:cubicBezTo>
                      <a:cubicBezTo>
                        <a:pt x="80" y="505"/>
                        <a:pt x="65" y="510"/>
                        <a:pt x="53" y="518"/>
                      </a:cubicBezTo>
                      <a:cubicBezTo>
                        <a:pt x="49" y="521"/>
                        <a:pt x="31" y="535"/>
                        <a:pt x="25" y="537"/>
                      </a:cubicBezTo>
                      <a:cubicBezTo>
                        <a:pt x="18" y="538"/>
                        <a:pt x="10" y="538"/>
                        <a:pt x="6" y="537"/>
                      </a:cubicBezTo>
                      <a:cubicBezTo>
                        <a:pt x="3" y="536"/>
                        <a:pt x="1" y="537"/>
                        <a:pt x="1" y="539"/>
                      </a:cubicBezTo>
                      <a:cubicBezTo>
                        <a:pt x="0" y="541"/>
                        <a:pt x="1" y="544"/>
                        <a:pt x="3" y="544"/>
                      </a:cubicBezTo>
                      <a:cubicBezTo>
                        <a:pt x="13" y="547"/>
                        <a:pt x="26" y="545"/>
                        <a:pt x="37" y="541"/>
                      </a:cubicBezTo>
                      <a:cubicBezTo>
                        <a:pt x="33" y="550"/>
                        <a:pt x="31" y="561"/>
                        <a:pt x="29" y="570"/>
                      </a:cubicBezTo>
                      <a:cubicBezTo>
                        <a:pt x="28" y="576"/>
                        <a:pt x="28" y="576"/>
                        <a:pt x="28" y="576"/>
                      </a:cubicBezTo>
                      <a:cubicBezTo>
                        <a:pt x="28" y="576"/>
                        <a:pt x="28" y="576"/>
                        <a:pt x="28" y="577"/>
                      </a:cubicBezTo>
                      <a:cubicBezTo>
                        <a:pt x="28" y="578"/>
                        <a:pt x="30" y="580"/>
                        <a:pt x="32" y="581"/>
                      </a:cubicBezTo>
                      <a:cubicBezTo>
                        <a:pt x="34" y="581"/>
                        <a:pt x="36" y="580"/>
                        <a:pt x="36" y="577"/>
                      </a:cubicBezTo>
                      <a:cubicBezTo>
                        <a:pt x="37" y="572"/>
                        <a:pt x="37" y="572"/>
                        <a:pt x="37" y="572"/>
                      </a:cubicBezTo>
                      <a:cubicBezTo>
                        <a:pt x="39" y="564"/>
                        <a:pt x="40" y="557"/>
                        <a:pt x="42" y="550"/>
                      </a:cubicBezTo>
                      <a:cubicBezTo>
                        <a:pt x="47" y="537"/>
                        <a:pt x="56" y="531"/>
                        <a:pt x="59" y="529"/>
                      </a:cubicBezTo>
                      <a:cubicBezTo>
                        <a:pt x="64" y="525"/>
                        <a:pt x="69" y="523"/>
                        <a:pt x="75" y="520"/>
                      </a:cubicBezTo>
                      <a:cubicBezTo>
                        <a:pt x="83" y="517"/>
                        <a:pt x="95" y="516"/>
                        <a:pt x="125" y="524"/>
                      </a:cubicBezTo>
                      <a:cubicBezTo>
                        <a:pt x="160" y="534"/>
                        <a:pt x="197" y="534"/>
                        <a:pt x="233" y="531"/>
                      </a:cubicBezTo>
                      <a:cubicBezTo>
                        <a:pt x="236" y="531"/>
                        <a:pt x="237" y="533"/>
                        <a:pt x="235" y="534"/>
                      </a:cubicBezTo>
                      <a:cubicBezTo>
                        <a:pt x="218" y="547"/>
                        <a:pt x="201" y="564"/>
                        <a:pt x="190" y="581"/>
                      </a:cubicBezTo>
                      <a:cubicBezTo>
                        <a:pt x="189" y="582"/>
                        <a:pt x="170" y="609"/>
                        <a:pt x="163" y="623"/>
                      </a:cubicBezTo>
                      <a:cubicBezTo>
                        <a:pt x="161" y="626"/>
                        <a:pt x="163" y="630"/>
                        <a:pt x="166" y="631"/>
                      </a:cubicBezTo>
                      <a:cubicBezTo>
                        <a:pt x="169" y="633"/>
                        <a:pt x="172" y="632"/>
                        <a:pt x="174" y="629"/>
                      </a:cubicBezTo>
                      <a:cubicBezTo>
                        <a:pt x="179" y="618"/>
                        <a:pt x="186" y="610"/>
                        <a:pt x="193" y="602"/>
                      </a:cubicBezTo>
                      <a:cubicBezTo>
                        <a:pt x="193" y="603"/>
                        <a:pt x="193" y="603"/>
                        <a:pt x="193" y="603"/>
                      </a:cubicBezTo>
                      <a:cubicBezTo>
                        <a:pt x="193" y="612"/>
                        <a:pt x="195" y="620"/>
                        <a:pt x="198" y="626"/>
                      </a:cubicBezTo>
                      <a:cubicBezTo>
                        <a:pt x="199" y="629"/>
                        <a:pt x="203" y="630"/>
                        <a:pt x="206" y="629"/>
                      </a:cubicBezTo>
                      <a:cubicBezTo>
                        <a:pt x="209" y="627"/>
                        <a:pt x="210" y="623"/>
                        <a:pt x="208" y="620"/>
                      </a:cubicBezTo>
                      <a:cubicBezTo>
                        <a:pt x="206" y="616"/>
                        <a:pt x="205" y="611"/>
                        <a:pt x="205" y="605"/>
                      </a:cubicBezTo>
                      <a:cubicBezTo>
                        <a:pt x="205" y="601"/>
                        <a:pt x="206" y="593"/>
                        <a:pt x="212" y="584"/>
                      </a:cubicBezTo>
                      <a:cubicBezTo>
                        <a:pt x="220" y="573"/>
                        <a:pt x="232" y="563"/>
                        <a:pt x="243" y="554"/>
                      </a:cubicBezTo>
                      <a:cubicBezTo>
                        <a:pt x="265" y="535"/>
                        <a:pt x="287" y="534"/>
                        <a:pt x="304" y="525"/>
                      </a:cubicBezTo>
                      <a:cubicBezTo>
                        <a:pt x="308" y="522"/>
                        <a:pt x="312" y="520"/>
                        <a:pt x="316" y="518"/>
                      </a:cubicBezTo>
                      <a:cubicBezTo>
                        <a:pt x="308" y="548"/>
                        <a:pt x="302" y="577"/>
                        <a:pt x="298" y="602"/>
                      </a:cubicBezTo>
                      <a:cubicBezTo>
                        <a:pt x="286" y="617"/>
                        <a:pt x="253" y="639"/>
                        <a:pt x="224" y="649"/>
                      </a:cubicBezTo>
                      <a:cubicBezTo>
                        <a:pt x="188" y="659"/>
                        <a:pt x="146" y="652"/>
                        <a:pt x="124" y="640"/>
                      </a:cubicBezTo>
                      <a:cubicBezTo>
                        <a:pt x="124" y="640"/>
                        <a:pt x="124" y="640"/>
                        <a:pt x="124" y="640"/>
                      </a:cubicBezTo>
                      <a:cubicBezTo>
                        <a:pt x="114" y="633"/>
                        <a:pt x="104" y="625"/>
                        <a:pt x="94" y="616"/>
                      </a:cubicBezTo>
                      <a:cubicBezTo>
                        <a:pt x="92" y="614"/>
                        <a:pt x="92" y="614"/>
                        <a:pt x="92" y="614"/>
                      </a:cubicBezTo>
                      <a:cubicBezTo>
                        <a:pt x="90" y="612"/>
                        <a:pt x="86" y="613"/>
                        <a:pt x="84" y="615"/>
                      </a:cubicBezTo>
                      <a:cubicBezTo>
                        <a:pt x="83" y="616"/>
                        <a:pt x="82" y="618"/>
                        <a:pt x="82" y="619"/>
                      </a:cubicBezTo>
                      <a:cubicBezTo>
                        <a:pt x="82" y="621"/>
                        <a:pt x="83" y="622"/>
                        <a:pt x="84" y="623"/>
                      </a:cubicBezTo>
                      <a:cubicBezTo>
                        <a:pt x="87" y="625"/>
                        <a:pt x="87" y="625"/>
                        <a:pt x="87" y="625"/>
                      </a:cubicBezTo>
                      <a:cubicBezTo>
                        <a:pt x="94" y="631"/>
                        <a:pt x="101" y="637"/>
                        <a:pt x="108" y="643"/>
                      </a:cubicBezTo>
                      <a:cubicBezTo>
                        <a:pt x="107" y="643"/>
                        <a:pt x="106" y="642"/>
                        <a:pt x="106" y="642"/>
                      </a:cubicBezTo>
                      <a:cubicBezTo>
                        <a:pt x="97" y="642"/>
                        <a:pt x="89" y="643"/>
                        <a:pt x="81" y="644"/>
                      </a:cubicBezTo>
                      <a:cubicBezTo>
                        <a:pt x="75" y="646"/>
                        <a:pt x="68" y="647"/>
                        <a:pt x="62" y="646"/>
                      </a:cubicBezTo>
                      <a:cubicBezTo>
                        <a:pt x="59" y="646"/>
                        <a:pt x="56" y="649"/>
                        <a:pt x="56" y="652"/>
                      </a:cubicBezTo>
                      <a:cubicBezTo>
                        <a:pt x="55" y="655"/>
                        <a:pt x="58" y="658"/>
                        <a:pt x="61" y="658"/>
                      </a:cubicBezTo>
                      <a:cubicBezTo>
                        <a:pt x="69" y="659"/>
                        <a:pt x="76" y="657"/>
                        <a:pt x="83" y="656"/>
                      </a:cubicBezTo>
                      <a:cubicBezTo>
                        <a:pt x="91" y="655"/>
                        <a:pt x="98" y="654"/>
                        <a:pt x="105" y="654"/>
                      </a:cubicBezTo>
                      <a:cubicBezTo>
                        <a:pt x="105" y="654"/>
                        <a:pt x="113" y="655"/>
                        <a:pt x="120" y="657"/>
                      </a:cubicBezTo>
                      <a:cubicBezTo>
                        <a:pt x="141" y="665"/>
                        <a:pt x="158" y="670"/>
                        <a:pt x="179" y="673"/>
                      </a:cubicBezTo>
                      <a:cubicBezTo>
                        <a:pt x="176" y="676"/>
                        <a:pt x="134" y="703"/>
                        <a:pt x="127" y="706"/>
                      </a:cubicBezTo>
                      <a:cubicBezTo>
                        <a:pt x="125" y="707"/>
                        <a:pt x="92" y="724"/>
                        <a:pt x="77" y="725"/>
                      </a:cubicBezTo>
                      <a:cubicBezTo>
                        <a:pt x="74" y="725"/>
                        <a:pt x="71" y="728"/>
                        <a:pt x="72" y="731"/>
                      </a:cubicBezTo>
                      <a:cubicBezTo>
                        <a:pt x="72" y="735"/>
                        <a:pt x="75" y="737"/>
                        <a:pt x="78" y="737"/>
                      </a:cubicBezTo>
                      <a:cubicBezTo>
                        <a:pt x="88" y="736"/>
                        <a:pt x="101" y="734"/>
                        <a:pt x="112" y="730"/>
                      </a:cubicBezTo>
                      <a:cubicBezTo>
                        <a:pt x="106" y="741"/>
                        <a:pt x="104" y="752"/>
                        <a:pt x="102" y="759"/>
                      </a:cubicBezTo>
                      <a:cubicBezTo>
                        <a:pt x="102" y="760"/>
                        <a:pt x="102" y="760"/>
                        <a:pt x="102" y="760"/>
                      </a:cubicBezTo>
                      <a:cubicBezTo>
                        <a:pt x="102" y="763"/>
                        <a:pt x="104" y="766"/>
                        <a:pt x="107" y="766"/>
                      </a:cubicBezTo>
                      <a:cubicBezTo>
                        <a:pt x="111" y="767"/>
                        <a:pt x="114" y="765"/>
                        <a:pt x="114" y="761"/>
                      </a:cubicBezTo>
                      <a:cubicBezTo>
                        <a:pt x="115" y="754"/>
                        <a:pt x="119" y="740"/>
                        <a:pt x="127" y="731"/>
                      </a:cubicBezTo>
                      <a:cubicBezTo>
                        <a:pt x="129" y="728"/>
                        <a:pt x="171" y="701"/>
                        <a:pt x="179" y="697"/>
                      </a:cubicBezTo>
                      <a:cubicBezTo>
                        <a:pt x="184" y="695"/>
                        <a:pt x="209" y="684"/>
                        <a:pt x="229" y="677"/>
                      </a:cubicBezTo>
                      <a:cubicBezTo>
                        <a:pt x="250" y="670"/>
                        <a:pt x="272" y="658"/>
                        <a:pt x="291" y="645"/>
                      </a:cubicBezTo>
                      <a:cubicBezTo>
                        <a:pt x="290" y="652"/>
                        <a:pt x="289" y="659"/>
                        <a:pt x="288" y="665"/>
                      </a:cubicBezTo>
                      <a:cubicBezTo>
                        <a:pt x="286" y="676"/>
                        <a:pt x="275" y="686"/>
                        <a:pt x="275" y="686"/>
                      </a:cubicBezTo>
                      <a:cubicBezTo>
                        <a:pt x="275" y="687"/>
                        <a:pt x="275" y="687"/>
                        <a:pt x="275" y="687"/>
                      </a:cubicBezTo>
                      <a:cubicBezTo>
                        <a:pt x="261" y="701"/>
                        <a:pt x="242" y="721"/>
                        <a:pt x="226" y="745"/>
                      </a:cubicBezTo>
                      <a:cubicBezTo>
                        <a:pt x="225" y="747"/>
                        <a:pt x="205" y="769"/>
                        <a:pt x="196" y="776"/>
                      </a:cubicBezTo>
                      <a:cubicBezTo>
                        <a:pt x="185" y="785"/>
                        <a:pt x="175" y="792"/>
                        <a:pt x="165" y="797"/>
                      </a:cubicBezTo>
                      <a:cubicBezTo>
                        <a:pt x="162" y="798"/>
                        <a:pt x="158" y="801"/>
                        <a:pt x="152" y="799"/>
                      </a:cubicBezTo>
                      <a:cubicBezTo>
                        <a:pt x="140" y="794"/>
                        <a:pt x="130" y="781"/>
                        <a:pt x="122" y="773"/>
                      </a:cubicBezTo>
                      <a:cubicBezTo>
                        <a:pt x="121" y="771"/>
                        <a:pt x="121" y="771"/>
                        <a:pt x="121" y="771"/>
                      </a:cubicBezTo>
                      <a:cubicBezTo>
                        <a:pt x="118" y="768"/>
                        <a:pt x="115" y="768"/>
                        <a:pt x="112" y="770"/>
                      </a:cubicBezTo>
                      <a:cubicBezTo>
                        <a:pt x="111" y="771"/>
                        <a:pt x="110" y="772"/>
                        <a:pt x="110" y="774"/>
                      </a:cubicBezTo>
                      <a:cubicBezTo>
                        <a:pt x="110" y="776"/>
                        <a:pt x="110" y="777"/>
                        <a:pt x="112" y="779"/>
                      </a:cubicBezTo>
                      <a:cubicBezTo>
                        <a:pt x="114" y="781"/>
                        <a:pt x="114" y="781"/>
                        <a:pt x="114" y="781"/>
                      </a:cubicBezTo>
                      <a:cubicBezTo>
                        <a:pt x="120" y="788"/>
                        <a:pt x="126" y="795"/>
                        <a:pt x="132" y="801"/>
                      </a:cubicBezTo>
                      <a:cubicBezTo>
                        <a:pt x="132" y="801"/>
                        <a:pt x="131" y="801"/>
                        <a:pt x="131" y="801"/>
                      </a:cubicBezTo>
                      <a:cubicBezTo>
                        <a:pt x="122" y="798"/>
                        <a:pt x="114" y="799"/>
                        <a:pt x="106" y="799"/>
                      </a:cubicBezTo>
                      <a:cubicBezTo>
                        <a:pt x="99" y="799"/>
                        <a:pt x="92" y="799"/>
                        <a:pt x="86" y="798"/>
                      </a:cubicBezTo>
                      <a:cubicBezTo>
                        <a:pt x="83" y="797"/>
                        <a:pt x="80" y="799"/>
                        <a:pt x="79" y="803"/>
                      </a:cubicBezTo>
                      <a:cubicBezTo>
                        <a:pt x="78" y="806"/>
                        <a:pt x="81" y="809"/>
                        <a:pt x="84" y="810"/>
                      </a:cubicBezTo>
                      <a:cubicBezTo>
                        <a:pt x="91" y="811"/>
                        <a:pt x="99" y="811"/>
                        <a:pt x="106" y="811"/>
                      </a:cubicBezTo>
                      <a:cubicBezTo>
                        <a:pt x="113" y="811"/>
                        <a:pt x="120" y="810"/>
                        <a:pt x="127" y="812"/>
                      </a:cubicBezTo>
                      <a:cubicBezTo>
                        <a:pt x="117" y="815"/>
                        <a:pt x="105" y="818"/>
                        <a:pt x="91" y="817"/>
                      </a:cubicBezTo>
                      <a:cubicBezTo>
                        <a:pt x="82" y="816"/>
                        <a:pt x="82" y="816"/>
                        <a:pt x="82" y="816"/>
                      </a:cubicBezTo>
                      <a:cubicBezTo>
                        <a:pt x="74" y="815"/>
                        <a:pt x="64" y="813"/>
                        <a:pt x="60" y="809"/>
                      </a:cubicBezTo>
                      <a:cubicBezTo>
                        <a:pt x="58" y="807"/>
                        <a:pt x="54" y="806"/>
                        <a:pt x="51" y="809"/>
                      </a:cubicBezTo>
                      <a:cubicBezTo>
                        <a:pt x="50" y="810"/>
                        <a:pt x="49" y="811"/>
                        <a:pt x="49" y="813"/>
                      </a:cubicBezTo>
                      <a:cubicBezTo>
                        <a:pt x="49" y="815"/>
                        <a:pt x="50" y="816"/>
                        <a:pt x="51" y="817"/>
                      </a:cubicBezTo>
                      <a:cubicBezTo>
                        <a:pt x="57" y="825"/>
                        <a:pt x="70" y="826"/>
                        <a:pt x="80" y="828"/>
                      </a:cubicBezTo>
                      <a:cubicBezTo>
                        <a:pt x="88" y="829"/>
                        <a:pt x="88" y="829"/>
                        <a:pt x="88" y="829"/>
                      </a:cubicBezTo>
                      <a:cubicBezTo>
                        <a:pt x="89" y="829"/>
                        <a:pt x="89" y="829"/>
                        <a:pt x="89" y="829"/>
                      </a:cubicBezTo>
                      <a:cubicBezTo>
                        <a:pt x="73" y="834"/>
                        <a:pt x="58" y="843"/>
                        <a:pt x="40" y="856"/>
                      </a:cubicBezTo>
                      <a:cubicBezTo>
                        <a:pt x="38" y="857"/>
                        <a:pt x="37" y="859"/>
                        <a:pt x="37" y="861"/>
                      </a:cubicBezTo>
                      <a:cubicBezTo>
                        <a:pt x="37" y="862"/>
                        <a:pt x="37" y="863"/>
                        <a:pt x="38" y="864"/>
                      </a:cubicBezTo>
                      <a:cubicBezTo>
                        <a:pt x="40" y="867"/>
                        <a:pt x="44" y="868"/>
                        <a:pt x="47" y="866"/>
                      </a:cubicBezTo>
                      <a:cubicBezTo>
                        <a:pt x="64" y="853"/>
                        <a:pt x="79" y="845"/>
                        <a:pt x="94" y="840"/>
                      </a:cubicBezTo>
                      <a:cubicBezTo>
                        <a:pt x="108" y="836"/>
                        <a:pt x="108" y="836"/>
                        <a:pt x="108" y="836"/>
                      </a:cubicBezTo>
                      <a:cubicBezTo>
                        <a:pt x="111" y="835"/>
                        <a:pt x="125" y="833"/>
                        <a:pt x="129" y="832"/>
                      </a:cubicBezTo>
                      <a:cubicBezTo>
                        <a:pt x="149" y="827"/>
                        <a:pt x="174" y="817"/>
                        <a:pt x="199" y="799"/>
                      </a:cubicBezTo>
                      <a:cubicBezTo>
                        <a:pt x="200" y="798"/>
                        <a:pt x="202" y="799"/>
                        <a:pt x="201" y="801"/>
                      </a:cubicBezTo>
                      <a:cubicBezTo>
                        <a:pt x="198" y="808"/>
                        <a:pt x="195" y="815"/>
                        <a:pt x="192" y="821"/>
                      </a:cubicBezTo>
                      <a:cubicBezTo>
                        <a:pt x="191" y="823"/>
                        <a:pt x="188" y="828"/>
                        <a:pt x="181" y="833"/>
                      </a:cubicBezTo>
                      <a:cubicBezTo>
                        <a:pt x="180" y="833"/>
                        <a:pt x="179" y="834"/>
                        <a:pt x="177" y="835"/>
                      </a:cubicBezTo>
                      <a:cubicBezTo>
                        <a:pt x="177" y="836"/>
                        <a:pt x="177" y="836"/>
                        <a:pt x="177" y="836"/>
                      </a:cubicBezTo>
                      <a:cubicBezTo>
                        <a:pt x="151" y="853"/>
                        <a:pt x="128" y="861"/>
                        <a:pt x="108" y="860"/>
                      </a:cubicBezTo>
                      <a:cubicBezTo>
                        <a:pt x="104" y="860"/>
                        <a:pt x="102" y="862"/>
                        <a:pt x="101" y="866"/>
                      </a:cubicBezTo>
                      <a:cubicBezTo>
                        <a:pt x="101" y="869"/>
                        <a:pt x="104" y="872"/>
                        <a:pt x="107" y="872"/>
                      </a:cubicBezTo>
                      <a:cubicBezTo>
                        <a:pt x="127" y="873"/>
                        <a:pt x="150" y="866"/>
                        <a:pt x="174" y="851"/>
                      </a:cubicBezTo>
                      <a:cubicBezTo>
                        <a:pt x="161" y="872"/>
                        <a:pt x="150" y="880"/>
                        <a:pt x="150" y="880"/>
                      </a:cubicBezTo>
                      <a:cubicBezTo>
                        <a:pt x="148" y="882"/>
                        <a:pt x="123" y="903"/>
                        <a:pt x="111" y="907"/>
                      </a:cubicBezTo>
                      <a:cubicBezTo>
                        <a:pt x="108" y="908"/>
                        <a:pt x="106" y="912"/>
                        <a:pt x="107" y="915"/>
                      </a:cubicBezTo>
                      <a:cubicBezTo>
                        <a:pt x="108" y="918"/>
                        <a:pt x="112" y="920"/>
                        <a:pt x="115" y="919"/>
                      </a:cubicBezTo>
                      <a:cubicBezTo>
                        <a:pt x="123" y="916"/>
                        <a:pt x="131" y="912"/>
                        <a:pt x="138" y="907"/>
                      </a:cubicBezTo>
                      <a:cubicBezTo>
                        <a:pt x="135" y="914"/>
                        <a:pt x="133" y="922"/>
                        <a:pt x="133" y="929"/>
                      </a:cubicBezTo>
                      <a:cubicBezTo>
                        <a:pt x="133" y="929"/>
                        <a:pt x="133" y="930"/>
                        <a:pt x="133" y="930"/>
                      </a:cubicBezTo>
                      <a:cubicBezTo>
                        <a:pt x="133" y="933"/>
                        <a:pt x="136" y="936"/>
                        <a:pt x="139" y="936"/>
                      </a:cubicBezTo>
                      <a:cubicBezTo>
                        <a:pt x="142" y="935"/>
                        <a:pt x="145" y="933"/>
                        <a:pt x="145" y="929"/>
                      </a:cubicBezTo>
                      <a:cubicBezTo>
                        <a:pt x="144" y="922"/>
                        <a:pt x="156" y="900"/>
                        <a:pt x="163" y="890"/>
                      </a:cubicBezTo>
                      <a:cubicBezTo>
                        <a:pt x="172" y="876"/>
                        <a:pt x="202" y="852"/>
                        <a:pt x="222" y="797"/>
                      </a:cubicBezTo>
                      <a:cubicBezTo>
                        <a:pt x="229" y="778"/>
                        <a:pt x="282" y="720"/>
                        <a:pt x="297" y="705"/>
                      </a:cubicBezTo>
                      <a:cubicBezTo>
                        <a:pt x="300" y="701"/>
                        <a:pt x="301" y="705"/>
                        <a:pt x="302" y="707"/>
                      </a:cubicBezTo>
                      <a:cubicBezTo>
                        <a:pt x="304" y="713"/>
                        <a:pt x="306" y="719"/>
                        <a:pt x="309" y="724"/>
                      </a:cubicBezTo>
                      <a:cubicBezTo>
                        <a:pt x="311" y="728"/>
                        <a:pt x="316" y="740"/>
                        <a:pt x="313" y="755"/>
                      </a:cubicBezTo>
                      <a:cubicBezTo>
                        <a:pt x="306" y="791"/>
                        <a:pt x="290" y="843"/>
                        <a:pt x="251" y="867"/>
                      </a:cubicBezTo>
                      <a:cubicBezTo>
                        <a:pt x="245" y="870"/>
                        <a:pt x="237" y="874"/>
                        <a:pt x="232" y="875"/>
                      </a:cubicBezTo>
                      <a:cubicBezTo>
                        <a:pt x="222" y="879"/>
                        <a:pt x="213" y="881"/>
                        <a:pt x="206" y="880"/>
                      </a:cubicBezTo>
                      <a:cubicBezTo>
                        <a:pt x="202" y="880"/>
                        <a:pt x="199" y="883"/>
                        <a:pt x="199" y="886"/>
                      </a:cubicBezTo>
                      <a:cubicBezTo>
                        <a:pt x="199" y="889"/>
                        <a:pt x="202" y="892"/>
                        <a:pt x="205" y="892"/>
                      </a:cubicBezTo>
                      <a:cubicBezTo>
                        <a:pt x="217" y="893"/>
                        <a:pt x="231" y="889"/>
                        <a:pt x="244" y="884"/>
                      </a:cubicBezTo>
                      <a:cubicBezTo>
                        <a:pt x="245" y="883"/>
                        <a:pt x="247" y="885"/>
                        <a:pt x="246" y="886"/>
                      </a:cubicBezTo>
                      <a:cubicBezTo>
                        <a:pt x="244" y="891"/>
                        <a:pt x="242" y="896"/>
                        <a:pt x="241" y="901"/>
                      </a:cubicBezTo>
                      <a:cubicBezTo>
                        <a:pt x="239" y="909"/>
                        <a:pt x="236" y="917"/>
                        <a:pt x="232" y="921"/>
                      </a:cubicBezTo>
                      <a:cubicBezTo>
                        <a:pt x="231" y="922"/>
                        <a:pt x="231" y="924"/>
                        <a:pt x="231" y="925"/>
                      </a:cubicBezTo>
                      <a:cubicBezTo>
                        <a:pt x="231" y="927"/>
                        <a:pt x="232" y="928"/>
                        <a:pt x="233" y="929"/>
                      </a:cubicBezTo>
                      <a:cubicBezTo>
                        <a:pt x="235" y="932"/>
                        <a:pt x="239" y="932"/>
                        <a:pt x="241" y="929"/>
                      </a:cubicBezTo>
                      <a:cubicBezTo>
                        <a:pt x="247" y="923"/>
                        <a:pt x="250" y="913"/>
                        <a:pt x="253" y="904"/>
                      </a:cubicBezTo>
                      <a:cubicBezTo>
                        <a:pt x="254" y="900"/>
                        <a:pt x="255" y="895"/>
                        <a:pt x="257" y="891"/>
                      </a:cubicBezTo>
                      <a:cubicBezTo>
                        <a:pt x="261" y="882"/>
                        <a:pt x="266" y="880"/>
                        <a:pt x="268" y="878"/>
                      </a:cubicBezTo>
                      <a:cubicBezTo>
                        <a:pt x="304" y="852"/>
                        <a:pt x="321" y="805"/>
                        <a:pt x="330" y="769"/>
                      </a:cubicBezTo>
                      <a:cubicBezTo>
                        <a:pt x="333" y="785"/>
                        <a:pt x="333" y="797"/>
                        <a:pt x="330" y="821"/>
                      </a:cubicBezTo>
                      <a:cubicBezTo>
                        <a:pt x="329" y="838"/>
                        <a:pt x="320" y="856"/>
                        <a:pt x="313" y="857"/>
                      </a:cubicBezTo>
                      <a:cubicBezTo>
                        <a:pt x="310" y="858"/>
                        <a:pt x="307" y="861"/>
                        <a:pt x="308" y="864"/>
                      </a:cubicBezTo>
                      <a:cubicBezTo>
                        <a:pt x="308" y="867"/>
                        <a:pt x="311" y="870"/>
                        <a:pt x="315" y="869"/>
                      </a:cubicBezTo>
                      <a:cubicBezTo>
                        <a:pt x="328" y="867"/>
                        <a:pt x="335" y="852"/>
                        <a:pt x="340" y="838"/>
                      </a:cubicBezTo>
                      <a:cubicBezTo>
                        <a:pt x="344" y="855"/>
                        <a:pt x="349" y="866"/>
                        <a:pt x="353" y="873"/>
                      </a:cubicBezTo>
                      <a:cubicBezTo>
                        <a:pt x="354" y="875"/>
                        <a:pt x="354" y="875"/>
                        <a:pt x="354" y="875"/>
                      </a:cubicBezTo>
                      <a:cubicBezTo>
                        <a:pt x="356" y="878"/>
                        <a:pt x="359" y="879"/>
                        <a:pt x="362" y="877"/>
                      </a:cubicBezTo>
                      <a:cubicBezTo>
                        <a:pt x="365" y="876"/>
                        <a:pt x="366" y="872"/>
                        <a:pt x="365" y="869"/>
                      </a:cubicBezTo>
                      <a:cubicBezTo>
                        <a:pt x="364" y="867"/>
                        <a:pt x="364" y="867"/>
                        <a:pt x="364" y="867"/>
                      </a:cubicBezTo>
                      <a:cubicBezTo>
                        <a:pt x="361" y="862"/>
                        <a:pt x="356" y="853"/>
                        <a:pt x="353" y="841"/>
                      </a:cubicBezTo>
                      <a:cubicBezTo>
                        <a:pt x="349" y="822"/>
                        <a:pt x="351" y="811"/>
                        <a:pt x="352" y="806"/>
                      </a:cubicBezTo>
                      <a:cubicBezTo>
                        <a:pt x="353" y="790"/>
                        <a:pt x="350" y="777"/>
                        <a:pt x="348" y="766"/>
                      </a:cubicBezTo>
                      <a:cubicBezTo>
                        <a:pt x="359" y="775"/>
                        <a:pt x="379" y="781"/>
                        <a:pt x="388" y="791"/>
                      </a:cubicBezTo>
                      <a:cubicBezTo>
                        <a:pt x="398" y="801"/>
                        <a:pt x="405" y="812"/>
                        <a:pt x="410" y="822"/>
                      </a:cubicBezTo>
                      <a:cubicBezTo>
                        <a:pt x="411" y="825"/>
                        <a:pt x="415" y="827"/>
                        <a:pt x="418" y="825"/>
                      </a:cubicBezTo>
                      <a:cubicBezTo>
                        <a:pt x="420" y="824"/>
                        <a:pt x="421" y="822"/>
                        <a:pt x="421" y="820"/>
                      </a:cubicBezTo>
                      <a:cubicBezTo>
                        <a:pt x="421" y="819"/>
                        <a:pt x="421" y="818"/>
                        <a:pt x="421" y="817"/>
                      </a:cubicBezTo>
                      <a:cubicBezTo>
                        <a:pt x="416" y="808"/>
                        <a:pt x="410" y="797"/>
                        <a:pt x="402" y="788"/>
                      </a:cubicBezTo>
                      <a:cubicBezTo>
                        <a:pt x="410" y="790"/>
                        <a:pt x="417" y="791"/>
                        <a:pt x="425" y="791"/>
                      </a:cubicBezTo>
                      <a:cubicBezTo>
                        <a:pt x="428" y="791"/>
                        <a:pt x="431" y="788"/>
                        <a:pt x="431" y="785"/>
                      </a:cubicBezTo>
                      <a:cubicBezTo>
                        <a:pt x="430" y="781"/>
                        <a:pt x="428" y="779"/>
                        <a:pt x="424" y="779"/>
                      </a:cubicBezTo>
                      <a:cubicBezTo>
                        <a:pt x="415" y="779"/>
                        <a:pt x="393" y="772"/>
                        <a:pt x="392" y="772"/>
                      </a:cubicBezTo>
                      <a:cubicBezTo>
                        <a:pt x="380" y="767"/>
                        <a:pt x="369" y="758"/>
                        <a:pt x="358" y="747"/>
                      </a:cubicBezTo>
                      <a:cubicBezTo>
                        <a:pt x="354" y="744"/>
                        <a:pt x="334" y="719"/>
                        <a:pt x="327" y="690"/>
                      </a:cubicBezTo>
                      <a:cubicBezTo>
                        <a:pt x="327" y="690"/>
                        <a:pt x="322" y="677"/>
                        <a:pt x="325" y="661"/>
                      </a:cubicBezTo>
                      <a:cubicBezTo>
                        <a:pt x="329" y="638"/>
                        <a:pt x="335" y="613"/>
                        <a:pt x="342" y="585"/>
                      </a:cubicBezTo>
                      <a:cubicBezTo>
                        <a:pt x="354" y="606"/>
                        <a:pt x="366" y="624"/>
                        <a:pt x="371" y="633"/>
                      </a:cubicBezTo>
                      <a:cubicBezTo>
                        <a:pt x="380" y="648"/>
                        <a:pt x="392" y="672"/>
                        <a:pt x="384" y="688"/>
                      </a:cubicBezTo>
                      <a:cubicBezTo>
                        <a:pt x="382" y="691"/>
                        <a:pt x="383" y="694"/>
                        <a:pt x="386" y="696"/>
                      </a:cubicBezTo>
                      <a:cubicBezTo>
                        <a:pt x="389" y="698"/>
                        <a:pt x="392" y="697"/>
                        <a:pt x="394" y="694"/>
                      </a:cubicBezTo>
                      <a:cubicBezTo>
                        <a:pt x="398" y="688"/>
                        <a:pt x="399" y="681"/>
                        <a:pt x="399" y="674"/>
                      </a:cubicBezTo>
                      <a:cubicBezTo>
                        <a:pt x="399" y="667"/>
                        <a:pt x="393" y="644"/>
                        <a:pt x="394" y="644"/>
                      </a:cubicBezTo>
                      <a:cubicBezTo>
                        <a:pt x="394" y="644"/>
                        <a:pt x="413" y="660"/>
                        <a:pt x="418" y="665"/>
                      </a:cubicBezTo>
                      <a:cubicBezTo>
                        <a:pt x="420" y="668"/>
                        <a:pt x="424" y="668"/>
                        <a:pt x="426" y="666"/>
                      </a:cubicBezTo>
                      <a:cubicBezTo>
                        <a:pt x="429" y="664"/>
                        <a:pt x="429" y="660"/>
                        <a:pt x="427" y="658"/>
                      </a:cubicBezTo>
                      <a:cubicBezTo>
                        <a:pt x="425" y="655"/>
                        <a:pt x="418" y="649"/>
                        <a:pt x="416" y="646"/>
                      </a:cubicBezTo>
                      <a:cubicBezTo>
                        <a:pt x="413" y="643"/>
                        <a:pt x="388" y="613"/>
                        <a:pt x="384" y="607"/>
                      </a:cubicBezTo>
                      <a:cubicBezTo>
                        <a:pt x="383" y="605"/>
                        <a:pt x="385" y="603"/>
                        <a:pt x="387" y="604"/>
                      </a:cubicBezTo>
                      <a:cubicBezTo>
                        <a:pt x="397" y="608"/>
                        <a:pt x="408" y="611"/>
                        <a:pt x="419" y="612"/>
                      </a:cubicBezTo>
                      <a:cubicBezTo>
                        <a:pt x="424" y="612"/>
                        <a:pt x="429" y="610"/>
                        <a:pt x="430" y="604"/>
                      </a:cubicBezTo>
                      <a:cubicBezTo>
                        <a:pt x="430" y="599"/>
                        <a:pt x="426" y="597"/>
                        <a:pt x="420" y="596"/>
                      </a:cubicBezTo>
                      <a:cubicBezTo>
                        <a:pt x="406" y="595"/>
                        <a:pt x="393" y="589"/>
                        <a:pt x="378" y="583"/>
                      </a:cubicBezTo>
                      <a:cubicBezTo>
                        <a:pt x="378" y="583"/>
                        <a:pt x="365" y="577"/>
                        <a:pt x="362" y="567"/>
                      </a:cubicBezTo>
                      <a:cubicBezTo>
                        <a:pt x="359" y="559"/>
                        <a:pt x="353" y="545"/>
                        <a:pt x="358" y="525"/>
                      </a:cubicBezTo>
                      <a:cubicBezTo>
                        <a:pt x="395" y="391"/>
                        <a:pt x="483" y="294"/>
                        <a:pt x="529" y="231"/>
                      </a:cubicBezTo>
                      <a:cubicBezTo>
                        <a:pt x="534" y="225"/>
                        <a:pt x="538" y="217"/>
                        <a:pt x="542" y="211"/>
                      </a:cubicBezTo>
                      <a:cubicBezTo>
                        <a:pt x="545" y="206"/>
                        <a:pt x="552" y="206"/>
                        <a:pt x="556" y="211"/>
                      </a:cubicBezTo>
                      <a:cubicBezTo>
                        <a:pt x="560" y="217"/>
                        <a:pt x="572" y="232"/>
                        <a:pt x="578" y="237"/>
                      </a:cubicBezTo>
                      <a:cubicBezTo>
                        <a:pt x="599" y="259"/>
                        <a:pt x="624" y="284"/>
                        <a:pt x="656" y="316"/>
                      </a:cubicBezTo>
                      <a:cubicBezTo>
                        <a:pt x="700" y="360"/>
                        <a:pt x="749" y="397"/>
                        <a:pt x="780" y="451"/>
                      </a:cubicBezTo>
                      <a:cubicBezTo>
                        <a:pt x="810" y="504"/>
                        <a:pt x="833" y="548"/>
                        <a:pt x="847" y="601"/>
                      </a:cubicBezTo>
                      <a:cubicBezTo>
                        <a:pt x="851" y="617"/>
                        <a:pt x="859" y="650"/>
                        <a:pt x="853" y="674"/>
                      </a:cubicBezTo>
                      <a:cubicBezTo>
                        <a:pt x="846" y="695"/>
                        <a:pt x="831" y="722"/>
                        <a:pt x="811" y="731"/>
                      </a:cubicBezTo>
                      <a:cubicBezTo>
                        <a:pt x="796" y="737"/>
                        <a:pt x="777" y="745"/>
                        <a:pt x="768" y="744"/>
                      </a:cubicBezTo>
                      <a:cubicBezTo>
                        <a:pt x="765" y="744"/>
                        <a:pt x="762" y="746"/>
                        <a:pt x="762" y="749"/>
                      </a:cubicBezTo>
                      <a:cubicBezTo>
                        <a:pt x="762" y="753"/>
                        <a:pt x="764" y="756"/>
                        <a:pt x="767" y="756"/>
                      </a:cubicBezTo>
                      <a:cubicBezTo>
                        <a:pt x="776" y="756"/>
                        <a:pt x="788" y="753"/>
                        <a:pt x="801" y="748"/>
                      </a:cubicBezTo>
                      <a:cubicBezTo>
                        <a:pt x="788" y="760"/>
                        <a:pt x="775" y="774"/>
                        <a:pt x="770" y="782"/>
                      </a:cubicBezTo>
                      <a:cubicBezTo>
                        <a:pt x="770" y="783"/>
                        <a:pt x="770" y="784"/>
                        <a:pt x="770" y="785"/>
                      </a:cubicBezTo>
                      <a:cubicBezTo>
                        <a:pt x="770" y="787"/>
                        <a:pt x="771" y="789"/>
                        <a:pt x="773" y="790"/>
                      </a:cubicBezTo>
                      <a:cubicBezTo>
                        <a:pt x="776" y="792"/>
                        <a:pt x="780" y="791"/>
                        <a:pt x="781" y="788"/>
                      </a:cubicBezTo>
                      <a:cubicBezTo>
                        <a:pt x="785" y="781"/>
                        <a:pt x="796" y="769"/>
                        <a:pt x="808" y="758"/>
                      </a:cubicBezTo>
                      <a:cubicBezTo>
                        <a:pt x="804" y="767"/>
                        <a:pt x="790" y="809"/>
                        <a:pt x="768" y="830"/>
                      </a:cubicBezTo>
                      <a:cubicBezTo>
                        <a:pt x="766" y="831"/>
                        <a:pt x="766" y="831"/>
                        <a:pt x="766" y="831"/>
                      </a:cubicBezTo>
                      <a:cubicBezTo>
                        <a:pt x="765" y="833"/>
                        <a:pt x="764" y="835"/>
                        <a:pt x="766" y="837"/>
                      </a:cubicBezTo>
                      <a:cubicBezTo>
                        <a:pt x="767" y="839"/>
                        <a:pt x="770" y="839"/>
                        <a:pt x="772" y="837"/>
                      </a:cubicBezTo>
                      <a:cubicBezTo>
                        <a:pt x="773" y="836"/>
                        <a:pt x="773" y="836"/>
                        <a:pt x="773" y="836"/>
                      </a:cubicBezTo>
                      <a:cubicBezTo>
                        <a:pt x="780" y="830"/>
                        <a:pt x="790" y="821"/>
                        <a:pt x="801" y="804"/>
                      </a:cubicBezTo>
                      <a:cubicBezTo>
                        <a:pt x="801" y="804"/>
                        <a:pt x="802" y="805"/>
                        <a:pt x="802" y="805"/>
                      </a:cubicBezTo>
                      <a:cubicBezTo>
                        <a:pt x="802" y="806"/>
                        <a:pt x="802" y="807"/>
                        <a:pt x="802" y="808"/>
                      </a:cubicBezTo>
                      <a:cubicBezTo>
                        <a:pt x="802" y="811"/>
                        <a:pt x="802" y="815"/>
                        <a:pt x="802" y="818"/>
                      </a:cubicBezTo>
                      <a:cubicBezTo>
                        <a:pt x="802" y="830"/>
                        <a:pt x="803" y="842"/>
                        <a:pt x="812" y="847"/>
                      </a:cubicBezTo>
                      <a:cubicBezTo>
                        <a:pt x="814" y="848"/>
                        <a:pt x="817" y="848"/>
                        <a:pt x="818" y="846"/>
                      </a:cubicBezTo>
                      <a:cubicBezTo>
                        <a:pt x="819" y="844"/>
                        <a:pt x="818" y="841"/>
                        <a:pt x="816" y="840"/>
                      </a:cubicBezTo>
                      <a:cubicBezTo>
                        <a:pt x="809" y="836"/>
                        <a:pt x="814" y="801"/>
                        <a:pt x="815" y="798"/>
                      </a:cubicBezTo>
                      <a:cubicBezTo>
                        <a:pt x="822" y="775"/>
                        <a:pt x="826" y="764"/>
                        <a:pt x="834" y="751"/>
                      </a:cubicBezTo>
                      <a:cubicBezTo>
                        <a:pt x="831" y="771"/>
                        <a:pt x="830" y="797"/>
                        <a:pt x="833" y="822"/>
                      </a:cubicBezTo>
                      <a:cubicBezTo>
                        <a:pt x="834" y="826"/>
                        <a:pt x="840" y="875"/>
                        <a:pt x="843" y="883"/>
                      </a:cubicBezTo>
                      <a:cubicBezTo>
                        <a:pt x="843" y="885"/>
                        <a:pt x="847" y="887"/>
                        <a:pt x="849" y="886"/>
                      </a:cubicBezTo>
                      <a:cubicBezTo>
                        <a:pt x="850" y="886"/>
                        <a:pt x="852" y="883"/>
                        <a:pt x="852" y="882"/>
                      </a:cubicBezTo>
                      <a:cubicBezTo>
                        <a:pt x="852" y="881"/>
                        <a:pt x="852" y="881"/>
                        <a:pt x="852" y="880"/>
                      </a:cubicBezTo>
                      <a:cubicBezTo>
                        <a:pt x="851" y="878"/>
                        <a:pt x="849" y="855"/>
                        <a:pt x="847" y="841"/>
                      </a:cubicBezTo>
                      <a:cubicBezTo>
                        <a:pt x="847" y="837"/>
                        <a:pt x="851" y="838"/>
                        <a:pt x="854" y="841"/>
                      </a:cubicBezTo>
                      <a:cubicBezTo>
                        <a:pt x="864" y="851"/>
                        <a:pt x="876" y="862"/>
                        <a:pt x="887" y="866"/>
                      </a:cubicBezTo>
                      <a:cubicBezTo>
                        <a:pt x="889" y="867"/>
                        <a:pt x="895" y="868"/>
                        <a:pt x="896" y="862"/>
                      </a:cubicBezTo>
                      <a:cubicBezTo>
                        <a:pt x="898" y="857"/>
                        <a:pt x="894" y="855"/>
                        <a:pt x="892" y="854"/>
                      </a:cubicBezTo>
                      <a:cubicBezTo>
                        <a:pt x="885" y="852"/>
                        <a:pt x="877" y="847"/>
                        <a:pt x="871" y="841"/>
                      </a:cubicBezTo>
                      <a:cubicBezTo>
                        <a:pt x="864" y="836"/>
                        <a:pt x="853" y="822"/>
                        <a:pt x="852" y="803"/>
                      </a:cubicBezTo>
                      <a:cubicBezTo>
                        <a:pt x="850" y="773"/>
                        <a:pt x="858" y="745"/>
                        <a:pt x="865" y="732"/>
                      </a:cubicBezTo>
                      <a:cubicBezTo>
                        <a:pt x="874" y="717"/>
                        <a:pt x="877" y="702"/>
                        <a:pt x="882" y="689"/>
                      </a:cubicBezTo>
                      <a:cubicBezTo>
                        <a:pt x="883" y="691"/>
                        <a:pt x="884" y="692"/>
                        <a:pt x="885" y="693"/>
                      </a:cubicBezTo>
                      <a:cubicBezTo>
                        <a:pt x="898" y="710"/>
                        <a:pt x="910" y="725"/>
                        <a:pt x="923" y="749"/>
                      </a:cubicBezTo>
                      <a:cubicBezTo>
                        <a:pt x="942" y="778"/>
                        <a:pt x="960" y="826"/>
                        <a:pt x="970" y="852"/>
                      </a:cubicBezTo>
                      <a:cubicBezTo>
                        <a:pt x="972" y="855"/>
                        <a:pt x="982" y="893"/>
                        <a:pt x="978" y="902"/>
                      </a:cubicBezTo>
                      <a:cubicBezTo>
                        <a:pt x="977" y="904"/>
                        <a:pt x="977" y="906"/>
                        <a:pt x="979" y="907"/>
                      </a:cubicBezTo>
                      <a:cubicBezTo>
                        <a:pt x="981" y="908"/>
                        <a:pt x="984" y="907"/>
                        <a:pt x="985" y="905"/>
                      </a:cubicBezTo>
                      <a:cubicBezTo>
                        <a:pt x="987" y="900"/>
                        <a:pt x="988" y="892"/>
                        <a:pt x="988" y="884"/>
                      </a:cubicBezTo>
                      <a:cubicBezTo>
                        <a:pt x="988" y="881"/>
                        <a:pt x="988" y="878"/>
                        <a:pt x="988" y="875"/>
                      </a:cubicBezTo>
                      <a:cubicBezTo>
                        <a:pt x="994" y="885"/>
                        <a:pt x="1001" y="894"/>
                        <a:pt x="1009" y="901"/>
                      </a:cubicBezTo>
                      <a:cubicBezTo>
                        <a:pt x="1010" y="902"/>
                        <a:pt x="1013" y="902"/>
                        <a:pt x="1014" y="901"/>
                      </a:cubicBezTo>
                      <a:cubicBezTo>
                        <a:pt x="1016" y="899"/>
                        <a:pt x="1016" y="897"/>
                        <a:pt x="1014" y="895"/>
                      </a:cubicBezTo>
                      <a:cubicBezTo>
                        <a:pt x="1002" y="885"/>
                        <a:pt x="992" y="862"/>
                        <a:pt x="984" y="847"/>
                      </a:cubicBezTo>
                      <a:cubicBezTo>
                        <a:pt x="986" y="845"/>
                        <a:pt x="1022" y="866"/>
                        <a:pt x="1022" y="881"/>
                      </a:cubicBezTo>
                      <a:cubicBezTo>
                        <a:pt x="1022" y="883"/>
                        <a:pt x="1024" y="885"/>
                        <a:pt x="1026" y="885"/>
                      </a:cubicBezTo>
                      <a:cubicBezTo>
                        <a:pt x="1028" y="885"/>
                        <a:pt x="1030" y="884"/>
                        <a:pt x="1030" y="881"/>
                      </a:cubicBezTo>
                      <a:cubicBezTo>
                        <a:pt x="1031" y="874"/>
                        <a:pt x="1026" y="867"/>
                        <a:pt x="1021" y="862"/>
                      </a:cubicBezTo>
                      <a:cubicBezTo>
                        <a:pt x="1025" y="862"/>
                        <a:pt x="1028" y="862"/>
                        <a:pt x="1033" y="862"/>
                      </a:cubicBezTo>
                      <a:cubicBezTo>
                        <a:pt x="1034" y="863"/>
                        <a:pt x="1034" y="863"/>
                        <a:pt x="1034" y="863"/>
                      </a:cubicBezTo>
                      <a:cubicBezTo>
                        <a:pt x="1036" y="863"/>
                        <a:pt x="1038" y="861"/>
                        <a:pt x="1038" y="859"/>
                      </a:cubicBezTo>
                      <a:cubicBezTo>
                        <a:pt x="1038" y="857"/>
                        <a:pt x="1037" y="855"/>
                        <a:pt x="1035" y="855"/>
                      </a:cubicBezTo>
                      <a:cubicBezTo>
                        <a:pt x="1033" y="854"/>
                        <a:pt x="1033" y="854"/>
                        <a:pt x="1033" y="854"/>
                      </a:cubicBezTo>
                      <a:cubicBezTo>
                        <a:pt x="1018" y="854"/>
                        <a:pt x="1004" y="842"/>
                        <a:pt x="994" y="835"/>
                      </a:cubicBezTo>
                      <a:cubicBezTo>
                        <a:pt x="983" y="828"/>
                        <a:pt x="971" y="805"/>
                        <a:pt x="968" y="794"/>
                      </a:cubicBezTo>
                      <a:cubicBezTo>
                        <a:pt x="984" y="814"/>
                        <a:pt x="1010" y="818"/>
                        <a:pt x="1020" y="823"/>
                      </a:cubicBezTo>
                      <a:cubicBezTo>
                        <a:pt x="1023" y="824"/>
                        <a:pt x="1025" y="825"/>
                        <a:pt x="1028" y="826"/>
                      </a:cubicBezTo>
                      <a:cubicBezTo>
                        <a:pt x="1041" y="831"/>
                        <a:pt x="1041" y="831"/>
                        <a:pt x="1041" y="831"/>
                      </a:cubicBezTo>
                      <a:cubicBezTo>
                        <a:pt x="1051" y="836"/>
                        <a:pt x="1055" y="841"/>
                        <a:pt x="1059" y="847"/>
                      </a:cubicBezTo>
                      <a:cubicBezTo>
                        <a:pt x="1063" y="851"/>
                        <a:pt x="1066" y="855"/>
                        <a:pt x="1072" y="860"/>
                      </a:cubicBezTo>
                      <a:cubicBezTo>
                        <a:pt x="1073" y="862"/>
                        <a:pt x="1076" y="862"/>
                        <a:pt x="1077" y="860"/>
                      </a:cubicBezTo>
                      <a:cubicBezTo>
                        <a:pt x="1078" y="859"/>
                        <a:pt x="1078" y="858"/>
                        <a:pt x="1078" y="857"/>
                      </a:cubicBezTo>
                      <a:cubicBezTo>
                        <a:pt x="1078" y="856"/>
                        <a:pt x="1078" y="855"/>
                        <a:pt x="1077" y="854"/>
                      </a:cubicBezTo>
                      <a:cubicBezTo>
                        <a:pt x="1072" y="850"/>
                        <a:pt x="1069" y="846"/>
                        <a:pt x="1066" y="842"/>
                      </a:cubicBezTo>
                      <a:cubicBezTo>
                        <a:pt x="1061" y="835"/>
                        <a:pt x="1056" y="829"/>
                        <a:pt x="1045" y="824"/>
                      </a:cubicBezTo>
                      <a:cubicBezTo>
                        <a:pt x="1045" y="824"/>
                        <a:pt x="1040" y="822"/>
                        <a:pt x="1036" y="821"/>
                      </a:cubicBezTo>
                      <a:cubicBezTo>
                        <a:pt x="1040" y="821"/>
                        <a:pt x="1044" y="821"/>
                        <a:pt x="1047" y="821"/>
                      </a:cubicBezTo>
                      <a:cubicBezTo>
                        <a:pt x="1055" y="820"/>
                        <a:pt x="1055" y="820"/>
                        <a:pt x="1055" y="820"/>
                      </a:cubicBezTo>
                      <a:cubicBezTo>
                        <a:pt x="1065" y="820"/>
                        <a:pt x="1077" y="820"/>
                        <a:pt x="1084" y="814"/>
                      </a:cubicBezTo>
                      <a:cubicBezTo>
                        <a:pt x="1086" y="812"/>
                        <a:pt x="1086" y="810"/>
                        <a:pt x="1084" y="808"/>
                      </a:cubicBezTo>
                      <a:cubicBezTo>
                        <a:pt x="1083" y="806"/>
                        <a:pt x="1080" y="806"/>
                        <a:pt x="1079" y="808"/>
                      </a:cubicBezTo>
                      <a:cubicBezTo>
                        <a:pt x="1074" y="812"/>
                        <a:pt x="1063" y="812"/>
                        <a:pt x="1055" y="812"/>
                      </a:cubicBezTo>
                      <a:cubicBezTo>
                        <a:pt x="1046" y="813"/>
                        <a:pt x="1046" y="813"/>
                        <a:pt x="1046" y="813"/>
                      </a:cubicBezTo>
                      <a:cubicBezTo>
                        <a:pt x="1041" y="813"/>
                        <a:pt x="1007" y="807"/>
                        <a:pt x="981" y="783"/>
                      </a:cubicBezTo>
                      <a:cubicBezTo>
                        <a:pt x="973" y="775"/>
                        <a:pt x="952" y="743"/>
                        <a:pt x="951" y="741"/>
                      </a:cubicBezTo>
                      <a:cubicBezTo>
                        <a:pt x="937" y="715"/>
                        <a:pt x="923" y="699"/>
                        <a:pt x="912" y="682"/>
                      </a:cubicBezTo>
                      <a:cubicBezTo>
                        <a:pt x="907" y="674"/>
                        <a:pt x="902" y="660"/>
                        <a:pt x="899" y="650"/>
                      </a:cubicBezTo>
                      <a:cubicBezTo>
                        <a:pt x="886" y="584"/>
                        <a:pt x="862" y="510"/>
                        <a:pt x="821" y="437"/>
                      </a:cubicBezTo>
                      <a:cubicBezTo>
                        <a:pt x="803" y="406"/>
                        <a:pt x="782" y="376"/>
                        <a:pt x="759" y="347"/>
                      </a:cubicBezTo>
                      <a:cubicBezTo>
                        <a:pt x="756" y="345"/>
                        <a:pt x="756" y="339"/>
                        <a:pt x="760" y="340"/>
                      </a:cubicBezTo>
                      <a:cubicBezTo>
                        <a:pt x="767" y="340"/>
                        <a:pt x="791" y="342"/>
                        <a:pt x="807" y="350"/>
                      </a:cubicBezTo>
                      <a:cubicBezTo>
                        <a:pt x="825" y="360"/>
                        <a:pt x="846" y="377"/>
                        <a:pt x="857" y="389"/>
                      </a:cubicBezTo>
                      <a:cubicBezTo>
                        <a:pt x="864" y="397"/>
                        <a:pt x="917" y="449"/>
                        <a:pt x="929" y="477"/>
                      </a:cubicBezTo>
                      <a:cubicBezTo>
                        <a:pt x="933" y="487"/>
                        <a:pt x="937" y="504"/>
                        <a:pt x="936" y="517"/>
                      </a:cubicBezTo>
                      <a:cubicBezTo>
                        <a:pt x="936" y="522"/>
                        <a:pt x="933" y="532"/>
                        <a:pt x="930" y="535"/>
                      </a:cubicBezTo>
                      <a:cubicBezTo>
                        <a:pt x="928" y="538"/>
                        <a:pt x="925" y="541"/>
                        <a:pt x="921" y="542"/>
                      </a:cubicBezTo>
                      <a:cubicBezTo>
                        <a:pt x="919" y="543"/>
                        <a:pt x="918" y="545"/>
                        <a:pt x="919" y="547"/>
                      </a:cubicBezTo>
                      <a:cubicBezTo>
                        <a:pt x="919" y="549"/>
                        <a:pt x="922" y="550"/>
                        <a:pt x="924" y="550"/>
                      </a:cubicBezTo>
                      <a:cubicBezTo>
                        <a:pt x="929" y="548"/>
                        <a:pt x="933" y="544"/>
                        <a:pt x="936" y="540"/>
                      </a:cubicBezTo>
                      <a:cubicBezTo>
                        <a:pt x="937" y="539"/>
                        <a:pt x="938" y="538"/>
                        <a:pt x="939" y="537"/>
                      </a:cubicBezTo>
                      <a:cubicBezTo>
                        <a:pt x="940" y="537"/>
                        <a:pt x="941" y="537"/>
                        <a:pt x="941" y="537"/>
                      </a:cubicBezTo>
                      <a:cubicBezTo>
                        <a:pt x="944" y="542"/>
                        <a:pt x="946" y="548"/>
                        <a:pt x="953" y="550"/>
                      </a:cubicBezTo>
                      <a:cubicBezTo>
                        <a:pt x="955" y="550"/>
                        <a:pt x="958" y="549"/>
                        <a:pt x="958" y="547"/>
                      </a:cubicBezTo>
                      <a:cubicBezTo>
                        <a:pt x="959" y="545"/>
                        <a:pt x="958" y="543"/>
                        <a:pt x="955" y="542"/>
                      </a:cubicBezTo>
                      <a:cubicBezTo>
                        <a:pt x="952" y="541"/>
                        <a:pt x="946" y="530"/>
                        <a:pt x="947" y="523"/>
                      </a:cubicBezTo>
                      <a:cubicBezTo>
                        <a:pt x="948" y="518"/>
                        <a:pt x="949" y="512"/>
                        <a:pt x="949" y="506"/>
                      </a:cubicBezTo>
                      <a:cubicBezTo>
                        <a:pt x="949" y="499"/>
                        <a:pt x="948" y="492"/>
                        <a:pt x="947" y="485"/>
                      </a:cubicBezTo>
                      <a:cubicBezTo>
                        <a:pt x="955" y="490"/>
                        <a:pt x="963" y="493"/>
                        <a:pt x="970" y="496"/>
                      </a:cubicBezTo>
                      <a:cubicBezTo>
                        <a:pt x="970" y="496"/>
                        <a:pt x="978" y="499"/>
                        <a:pt x="984" y="503"/>
                      </a:cubicBezTo>
                      <a:cubicBezTo>
                        <a:pt x="989" y="508"/>
                        <a:pt x="992" y="517"/>
                        <a:pt x="995" y="523"/>
                      </a:cubicBezTo>
                      <a:cubicBezTo>
                        <a:pt x="996" y="525"/>
                        <a:pt x="996" y="525"/>
                        <a:pt x="996" y="525"/>
                      </a:cubicBezTo>
                      <a:cubicBezTo>
                        <a:pt x="997" y="527"/>
                        <a:pt x="999" y="528"/>
                        <a:pt x="1001" y="527"/>
                      </a:cubicBezTo>
                      <a:cubicBezTo>
                        <a:pt x="1003" y="526"/>
                        <a:pt x="1004" y="525"/>
                        <a:pt x="1004" y="523"/>
                      </a:cubicBezTo>
                      <a:cubicBezTo>
                        <a:pt x="1004" y="523"/>
                        <a:pt x="1004" y="522"/>
                        <a:pt x="1003" y="522"/>
                      </a:cubicBezTo>
                      <a:cubicBezTo>
                        <a:pt x="1003" y="520"/>
                        <a:pt x="1003" y="520"/>
                        <a:pt x="1003" y="520"/>
                      </a:cubicBezTo>
                      <a:cubicBezTo>
                        <a:pt x="1000" y="514"/>
                        <a:pt x="996" y="505"/>
                        <a:pt x="991" y="499"/>
                      </a:cubicBezTo>
                      <a:cubicBezTo>
                        <a:pt x="995" y="499"/>
                        <a:pt x="999" y="498"/>
                        <a:pt x="1003" y="497"/>
                      </a:cubicBezTo>
                      <a:cubicBezTo>
                        <a:pt x="1007" y="497"/>
                        <a:pt x="1007" y="497"/>
                        <a:pt x="1007" y="497"/>
                      </a:cubicBezTo>
                      <a:cubicBezTo>
                        <a:pt x="1009" y="496"/>
                        <a:pt x="1010" y="494"/>
                        <a:pt x="1010" y="493"/>
                      </a:cubicBezTo>
                      <a:cubicBezTo>
                        <a:pt x="1010" y="492"/>
                        <a:pt x="1010" y="492"/>
                        <a:pt x="1010" y="492"/>
                      </a:cubicBezTo>
                      <a:cubicBezTo>
                        <a:pt x="1010" y="490"/>
                        <a:pt x="1008" y="488"/>
                        <a:pt x="1006" y="489"/>
                      </a:cubicBezTo>
                      <a:cubicBezTo>
                        <a:pt x="1001" y="489"/>
                        <a:pt x="1001" y="489"/>
                        <a:pt x="1001" y="489"/>
                      </a:cubicBezTo>
                      <a:cubicBezTo>
                        <a:pt x="997" y="490"/>
                        <a:pt x="993" y="492"/>
                        <a:pt x="988" y="490"/>
                      </a:cubicBezTo>
                      <a:cubicBezTo>
                        <a:pt x="975" y="485"/>
                        <a:pt x="975" y="485"/>
                        <a:pt x="975" y="485"/>
                      </a:cubicBezTo>
                      <a:cubicBezTo>
                        <a:pt x="969" y="482"/>
                        <a:pt x="963" y="480"/>
                        <a:pt x="958" y="478"/>
                      </a:cubicBezTo>
                      <a:cubicBezTo>
                        <a:pt x="954" y="475"/>
                        <a:pt x="947" y="469"/>
                        <a:pt x="943" y="460"/>
                      </a:cubicBezTo>
                      <a:cubicBezTo>
                        <a:pt x="936" y="446"/>
                        <a:pt x="928" y="434"/>
                        <a:pt x="920" y="423"/>
                      </a:cubicBezTo>
                      <a:cubicBezTo>
                        <a:pt x="919" y="421"/>
                        <a:pt x="921" y="420"/>
                        <a:pt x="923" y="421"/>
                      </a:cubicBezTo>
                      <a:cubicBezTo>
                        <a:pt x="924" y="421"/>
                        <a:pt x="926" y="422"/>
                        <a:pt x="927" y="422"/>
                      </a:cubicBezTo>
                      <a:cubicBezTo>
                        <a:pt x="949" y="429"/>
                        <a:pt x="954" y="429"/>
                        <a:pt x="967" y="433"/>
                      </a:cubicBezTo>
                      <a:cubicBezTo>
                        <a:pt x="979" y="437"/>
                        <a:pt x="988" y="438"/>
                        <a:pt x="1002" y="447"/>
                      </a:cubicBezTo>
                      <a:cubicBezTo>
                        <a:pt x="1010" y="455"/>
                        <a:pt x="1016" y="464"/>
                        <a:pt x="1022" y="474"/>
                      </a:cubicBezTo>
                      <a:cubicBezTo>
                        <a:pt x="1026" y="480"/>
                        <a:pt x="1030" y="486"/>
                        <a:pt x="1035" y="492"/>
                      </a:cubicBezTo>
                      <a:cubicBezTo>
                        <a:pt x="1040" y="500"/>
                        <a:pt x="1044" y="507"/>
                        <a:pt x="1044" y="510"/>
                      </a:cubicBezTo>
                      <a:cubicBezTo>
                        <a:pt x="1045" y="515"/>
                        <a:pt x="1045" y="520"/>
                        <a:pt x="1045" y="526"/>
                      </a:cubicBezTo>
                      <a:cubicBezTo>
                        <a:pt x="1045" y="530"/>
                        <a:pt x="1045" y="530"/>
                        <a:pt x="1045" y="530"/>
                      </a:cubicBezTo>
                      <a:cubicBezTo>
                        <a:pt x="1045" y="532"/>
                        <a:pt x="1047" y="534"/>
                        <a:pt x="1049" y="534"/>
                      </a:cubicBezTo>
                      <a:cubicBezTo>
                        <a:pt x="1051" y="534"/>
                        <a:pt x="1053" y="532"/>
                        <a:pt x="1053" y="530"/>
                      </a:cubicBezTo>
                      <a:cubicBezTo>
                        <a:pt x="1053" y="530"/>
                        <a:pt x="1053" y="525"/>
                        <a:pt x="1053" y="524"/>
                      </a:cubicBezTo>
                      <a:cubicBezTo>
                        <a:pt x="1053" y="517"/>
                        <a:pt x="1053" y="511"/>
                        <a:pt x="1051" y="504"/>
                      </a:cubicBezTo>
                      <a:cubicBezTo>
                        <a:pt x="1052" y="505"/>
                        <a:pt x="1054" y="506"/>
                        <a:pt x="1055" y="507"/>
                      </a:cubicBezTo>
                      <a:cubicBezTo>
                        <a:pt x="1061" y="513"/>
                        <a:pt x="1067" y="519"/>
                        <a:pt x="1074" y="519"/>
                      </a:cubicBezTo>
                      <a:cubicBezTo>
                        <a:pt x="1076" y="519"/>
                        <a:pt x="1078" y="518"/>
                        <a:pt x="1078" y="515"/>
                      </a:cubicBezTo>
                      <a:cubicBezTo>
                        <a:pt x="1078" y="513"/>
                        <a:pt x="1077" y="511"/>
                        <a:pt x="1074" y="511"/>
                      </a:cubicBezTo>
                      <a:cubicBezTo>
                        <a:pt x="1071" y="511"/>
                        <a:pt x="1065" y="506"/>
                        <a:pt x="1060" y="501"/>
                      </a:cubicBezTo>
                      <a:cubicBezTo>
                        <a:pt x="1057" y="498"/>
                        <a:pt x="1047" y="488"/>
                        <a:pt x="1045" y="485"/>
                      </a:cubicBezTo>
                      <a:cubicBezTo>
                        <a:pt x="1041" y="480"/>
                        <a:pt x="1036" y="474"/>
                        <a:pt x="1032" y="467"/>
                      </a:cubicBezTo>
                      <a:cubicBezTo>
                        <a:pt x="1026" y="458"/>
                        <a:pt x="1020" y="448"/>
                        <a:pt x="1012" y="440"/>
                      </a:cubicBezTo>
                      <a:cubicBezTo>
                        <a:pt x="1011" y="439"/>
                        <a:pt x="1012" y="437"/>
                        <a:pt x="1013" y="437"/>
                      </a:cubicBezTo>
                      <a:cubicBezTo>
                        <a:pt x="1015" y="437"/>
                        <a:pt x="1016" y="438"/>
                        <a:pt x="1017" y="438"/>
                      </a:cubicBezTo>
                      <a:cubicBezTo>
                        <a:pt x="1034" y="441"/>
                        <a:pt x="1034" y="441"/>
                        <a:pt x="1034" y="441"/>
                      </a:cubicBezTo>
                      <a:cubicBezTo>
                        <a:pt x="1039" y="442"/>
                        <a:pt x="1044" y="442"/>
                        <a:pt x="1049" y="442"/>
                      </a:cubicBezTo>
                      <a:cubicBezTo>
                        <a:pt x="1056" y="442"/>
                        <a:pt x="1063" y="442"/>
                        <a:pt x="1069" y="444"/>
                      </a:cubicBezTo>
                      <a:cubicBezTo>
                        <a:pt x="1071" y="444"/>
                        <a:pt x="1081" y="447"/>
                        <a:pt x="1085" y="449"/>
                      </a:cubicBezTo>
                      <a:cubicBezTo>
                        <a:pt x="1091" y="452"/>
                        <a:pt x="1096" y="455"/>
                        <a:pt x="1103" y="460"/>
                      </a:cubicBezTo>
                      <a:cubicBezTo>
                        <a:pt x="1104" y="461"/>
                        <a:pt x="1107" y="461"/>
                        <a:pt x="1108" y="459"/>
                      </a:cubicBezTo>
                      <a:cubicBezTo>
                        <a:pt x="1109" y="458"/>
                        <a:pt x="1109" y="457"/>
                        <a:pt x="1109" y="457"/>
                      </a:cubicBezTo>
                      <a:cubicBezTo>
                        <a:pt x="1109" y="455"/>
                        <a:pt x="1108" y="454"/>
                        <a:pt x="1107" y="453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94" name="Freeform 607">
                  <a:extLst>
                    <a:ext uri="{FF2B5EF4-FFF2-40B4-BE49-F238E27FC236}">
                      <a16:creationId xmlns:a16="http://schemas.microsoft.com/office/drawing/2014/main" id="{F00A5794-6CDB-4026-AC9F-541C6F340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850"/>
                  <a:ext cx="161" cy="43"/>
                </a:xfrm>
                <a:custGeom>
                  <a:avLst/>
                  <a:gdLst>
                    <a:gd name="T0" fmla="*/ 316 w 80"/>
                    <a:gd name="T1" fmla="*/ 120 h 20"/>
                    <a:gd name="T2" fmla="*/ 316 w 80"/>
                    <a:gd name="T3" fmla="*/ 120 h 20"/>
                    <a:gd name="T4" fmla="*/ 0 w 80"/>
                    <a:gd name="T5" fmla="*/ 19 h 20"/>
                    <a:gd name="T6" fmla="*/ 0 w 80"/>
                    <a:gd name="T7" fmla="*/ 129 h 20"/>
                    <a:gd name="T8" fmla="*/ 316 w 80"/>
                    <a:gd name="T9" fmla="*/ 198 h 20"/>
                    <a:gd name="T10" fmla="*/ 316 w 80"/>
                    <a:gd name="T11" fmla="*/ 198 h 20"/>
                    <a:gd name="T12" fmla="*/ 652 w 80"/>
                    <a:gd name="T13" fmla="*/ 140 h 20"/>
                    <a:gd name="T14" fmla="*/ 652 w 80"/>
                    <a:gd name="T15" fmla="*/ 0 h 20"/>
                    <a:gd name="T16" fmla="*/ 652 w 80"/>
                    <a:gd name="T17" fmla="*/ 0 h 20"/>
                    <a:gd name="T18" fmla="*/ 644 w 80"/>
                    <a:gd name="T19" fmla="*/ 9 h 20"/>
                    <a:gd name="T20" fmla="*/ 316 w 80"/>
                    <a:gd name="T21" fmla="*/ 120 h 2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0" h="20">
                      <a:moveTo>
                        <a:pt x="39" y="12"/>
                      </a:moveTo>
                      <a:cubicBezTo>
                        <a:pt x="39" y="12"/>
                        <a:pt x="39" y="12"/>
                        <a:pt x="39" y="12"/>
                      </a:cubicBezTo>
                      <a:cubicBezTo>
                        <a:pt x="20" y="12"/>
                        <a:pt x="7" y="8"/>
                        <a:pt x="0" y="2"/>
                      </a:cubicBezTo>
                      <a:cubicBezTo>
                        <a:pt x="1" y="3"/>
                        <a:pt x="3" y="8"/>
                        <a:pt x="0" y="13"/>
                      </a:cubicBezTo>
                      <a:cubicBezTo>
                        <a:pt x="5" y="12"/>
                        <a:pt x="10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72" y="20"/>
                        <a:pt x="74" y="10"/>
                        <a:pt x="80" y="14"/>
                      </a:cubicBezTo>
                      <a:cubicBezTo>
                        <a:pt x="76" y="8"/>
                        <a:pt x="76" y="5"/>
                        <a:pt x="80" y="0"/>
                      </a:cubicBezTo>
                      <a:cubicBezTo>
                        <a:pt x="80" y="0"/>
                        <a:pt x="80" y="0"/>
                        <a:pt x="80" y="0"/>
                      </a:cubicBezTo>
                      <a:cubicBezTo>
                        <a:pt x="80" y="0"/>
                        <a:pt x="80" y="0"/>
                        <a:pt x="79" y="1"/>
                      </a:cubicBezTo>
                      <a:cubicBezTo>
                        <a:pt x="73" y="8"/>
                        <a:pt x="59" y="12"/>
                        <a:pt x="39" y="12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95" name="Freeform 608">
                  <a:extLst>
                    <a:ext uri="{FF2B5EF4-FFF2-40B4-BE49-F238E27FC236}">
                      <a16:creationId xmlns:a16="http://schemas.microsoft.com/office/drawing/2014/main" id="{B588B808-FCF3-4B3B-9297-E874B0111F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769"/>
                  <a:ext cx="169" cy="36"/>
                </a:xfrm>
                <a:custGeom>
                  <a:avLst/>
                  <a:gdLst>
                    <a:gd name="T0" fmla="*/ 660 w 84"/>
                    <a:gd name="T1" fmla="*/ 0 h 17"/>
                    <a:gd name="T2" fmla="*/ 332 w 84"/>
                    <a:gd name="T3" fmla="*/ 76 h 17"/>
                    <a:gd name="T4" fmla="*/ 332 w 84"/>
                    <a:gd name="T5" fmla="*/ 76 h 17"/>
                    <a:gd name="T6" fmla="*/ 8 w 84"/>
                    <a:gd name="T7" fmla="*/ 0 h 17"/>
                    <a:gd name="T8" fmla="*/ 0 w 84"/>
                    <a:gd name="T9" fmla="*/ 144 h 17"/>
                    <a:gd name="T10" fmla="*/ 332 w 84"/>
                    <a:gd name="T11" fmla="*/ 161 h 17"/>
                    <a:gd name="T12" fmla="*/ 332 w 84"/>
                    <a:gd name="T13" fmla="*/ 161 h 17"/>
                    <a:gd name="T14" fmla="*/ 668 w 84"/>
                    <a:gd name="T15" fmla="*/ 144 h 17"/>
                    <a:gd name="T16" fmla="*/ 684 w 84"/>
                    <a:gd name="T17" fmla="*/ 152 h 17"/>
                    <a:gd name="T18" fmla="*/ 684 w 84"/>
                    <a:gd name="T19" fmla="*/ 152 h 17"/>
                    <a:gd name="T20" fmla="*/ 668 w 84"/>
                    <a:gd name="T21" fmla="*/ 0 h 17"/>
                    <a:gd name="T22" fmla="*/ 660 w 84"/>
                    <a:gd name="T23" fmla="*/ 0 h 17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84" h="17">
                      <a:moveTo>
                        <a:pt x="81" y="0"/>
                      </a:moveTo>
                      <a:cubicBezTo>
                        <a:pt x="75" y="7"/>
                        <a:pt x="6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21" y="8"/>
                        <a:pt x="7" y="7"/>
                        <a:pt x="1" y="0"/>
                      </a:cubicBezTo>
                      <a:cubicBezTo>
                        <a:pt x="3" y="6"/>
                        <a:pt x="3" y="10"/>
                        <a:pt x="0" y="15"/>
                      </a:cubicBezTo>
                      <a:cubicBezTo>
                        <a:pt x="6" y="11"/>
                        <a:pt x="8" y="17"/>
                        <a:pt x="41" y="17"/>
                      </a:cubicBezTo>
                      <a:cubicBezTo>
                        <a:pt x="41" y="17"/>
                        <a:pt x="41" y="17"/>
                        <a:pt x="41" y="17"/>
                      </a:cubicBezTo>
                      <a:cubicBezTo>
                        <a:pt x="74" y="17"/>
                        <a:pt x="76" y="11"/>
                        <a:pt x="82" y="15"/>
                      </a:cubicBezTo>
                      <a:cubicBezTo>
                        <a:pt x="83" y="15"/>
                        <a:pt x="83" y="16"/>
                        <a:pt x="84" y="16"/>
                      </a:cubicBezTo>
                      <a:cubicBezTo>
                        <a:pt x="84" y="16"/>
                        <a:pt x="84" y="16"/>
                        <a:pt x="84" y="16"/>
                      </a:cubicBezTo>
                      <a:cubicBezTo>
                        <a:pt x="81" y="12"/>
                        <a:pt x="80" y="5"/>
                        <a:pt x="82" y="0"/>
                      </a:cubicBezTo>
                      <a:cubicBezTo>
                        <a:pt x="82" y="0"/>
                        <a:pt x="82" y="0"/>
                        <a:pt x="81" y="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96" name="Freeform 609">
                  <a:extLst>
                    <a:ext uri="{FF2B5EF4-FFF2-40B4-BE49-F238E27FC236}">
                      <a16:creationId xmlns:a16="http://schemas.microsoft.com/office/drawing/2014/main" id="{3F14ACF5-8F21-4CF8-8CBB-9ED978BDF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89"/>
                  <a:ext cx="163" cy="39"/>
                </a:xfrm>
                <a:custGeom>
                  <a:avLst/>
                  <a:gdLst>
                    <a:gd name="T0" fmla="*/ 636 w 81"/>
                    <a:gd name="T1" fmla="*/ 0 h 18"/>
                    <a:gd name="T2" fmla="*/ 316 w 81"/>
                    <a:gd name="T3" fmla="*/ 72 h 18"/>
                    <a:gd name="T4" fmla="*/ 316 w 81"/>
                    <a:gd name="T5" fmla="*/ 72 h 18"/>
                    <a:gd name="T6" fmla="*/ 16 w 81"/>
                    <a:gd name="T7" fmla="*/ 9 h 18"/>
                    <a:gd name="T8" fmla="*/ 0 w 81"/>
                    <a:gd name="T9" fmla="*/ 156 h 18"/>
                    <a:gd name="T10" fmla="*/ 316 w 81"/>
                    <a:gd name="T11" fmla="*/ 184 h 18"/>
                    <a:gd name="T12" fmla="*/ 316 w 81"/>
                    <a:gd name="T13" fmla="*/ 184 h 18"/>
                    <a:gd name="T14" fmla="*/ 652 w 81"/>
                    <a:gd name="T15" fmla="*/ 156 h 18"/>
                    <a:gd name="T16" fmla="*/ 660 w 81"/>
                    <a:gd name="T17" fmla="*/ 173 h 18"/>
                    <a:gd name="T18" fmla="*/ 660 w 81"/>
                    <a:gd name="T19" fmla="*/ 165 h 18"/>
                    <a:gd name="T20" fmla="*/ 636 w 81"/>
                    <a:gd name="T21" fmla="*/ 0 h 1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1" h="18">
                      <a:moveTo>
                        <a:pt x="78" y="0"/>
                      </a:moveTo>
                      <a:cubicBezTo>
                        <a:pt x="71" y="6"/>
                        <a:pt x="58" y="7"/>
                        <a:pt x="39" y="7"/>
                      </a:cubicBezTo>
                      <a:cubicBezTo>
                        <a:pt x="39" y="7"/>
                        <a:pt x="39" y="7"/>
                        <a:pt x="39" y="7"/>
                      </a:cubicBezTo>
                      <a:cubicBezTo>
                        <a:pt x="22" y="7"/>
                        <a:pt x="9" y="6"/>
                        <a:pt x="2" y="1"/>
                      </a:cubicBezTo>
                      <a:cubicBezTo>
                        <a:pt x="4" y="6"/>
                        <a:pt x="2" y="11"/>
                        <a:pt x="0" y="15"/>
                      </a:cubicBezTo>
                      <a:cubicBezTo>
                        <a:pt x="5" y="13"/>
                        <a:pt x="9" y="18"/>
                        <a:pt x="39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72" y="18"/>
                        <a:pt x="74" y="12"/>
                        <a:pt x="80" y="15"/>
                      </a:cubicBezTo>
                      <a:cubicBezTo>
                        <a:pt x="81" y="16"/>
                        <a:pt x="81" y="16"/>
                        <a:pt x="81" y="17"/>
                      </a:cubicBezTo>
                      <a:cubicBezTo>
                        <a:pt x="81" y="16"/>
                        <a:pt x="81" y="16"/>
                        <a:pt x="81" y="16"/>
                      </a:cubicBezTo>
                      <a:cubicBezTo>
                        <a:pt x="77" y="14"/>
                        <a:pt x="75" y="6"/>
                        <a:pt x="78" y="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97" name="Freeform 610">
                  <a:extLst>
                    <a:ext uri="{FF2B5EF4-FFF2-40B4-BE49-F238E27FC236}">
                      <a16:creationId xmlns:a16="http://schemas.microsoft.com/office/drawing/2014/main" id="{E431124D-014B-41CF-B176-AEDF8FDEE6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292"/>
                  <a:ext cx="167" cy="43"/>
                </a:xfrm>
                <a:custGeom>
                  <a:avLst/>
                  <a:gdLst>
                    <a:gd name="T0" fmla="*/ 660 w 83"/>
                    <a:gd name="T1" fmla="*/ 0 h 20"/>
                    <a:gd name="T2" fmla="*/ 332 w 83"/>
                    <a:gd name="T3" fmla="*/ 80 h 20"/>
                    <a:gd name="T4" fmla="*/ 332 w 83"/>
                    <a:gd name="T5" fmla="*/ 80 h 20"/>
                    <a:gd name="T6" fmla="*/ 32 w 83"/>
                    <a:gd name="T7" fmla="*/ 19 h 20"/>
                    <a:gd name="T8" fmla="*/ 0 w 83"/>
                    <a:gd name="T9" fmla="*/ 181 h 20"/>
                    <a:gd name="T10" fmla="*/ 332 w 83"/>
                    <a:gd name="T11" fmla="*/ 198 h 20"/>
                    <a:gd name="T12" fmla="*/ 332 w 83"/>
                    <a:gd name="T13" fmla="*/ 198 h 20"/>
                    <a:gd name="T14" fmla="*/ 668 w 83"/>
                    <a:gd name="T15" fmla="*/ 181 h 20"/>
                    <a:gd name="T16" fmla="*/ 676 w 83"/>
                    <a:gd name="T17" fmla="*/ 189 h 20"/>
                    <a:gd name="T18" fmla="*/ 676 w 83"/>
                    <a:gd name="T19" fmla="*/ 181 h 20"/>
                    <a:gd name="T20" fmla="*/ 660 w 83"/>
                    <a:gd name="T21" fmla="*/ 0 h 2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3" h="20">
                      <a:moveTo>
                        <a:pt x="81" y="0"/>
                      </a:moveTo>
                      <a:cubicBezTo>
                        <a:pt x="74" y="7"/>
                        <a:pt x="6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23" y="8"/>
                        <a:pt x="11" y="7"/>
                        <a:pt x="4" y="2"/>
                      </a:cubicBezTo>
                      <a:cubicBezTo>
                        <a:pt x="6" y="8"/>
                        <a:pt x="4" y="15"/>
                        <a:pt x="0" y="18"/>
                      </a:cubicBezTo>
                      <a:cubicBezTo>
                        <a:pt x="6" y="14"/>
                        <a:pt x="8" y="20"/>
                        <a:pt x="41" y="20"/>
                      </a:cubicBezTo>
                      <a:cubicBezTo>
                        <a:pt x="41" y="20"/>
                        <a:pt x="41" y="20"/>
                        <a:pt x="41" y="20"/>
                      </a:cubicBezTo>
                      <a:cubicBezTo>
                        <a:pt x="74" y="20"/>
                        <a:pt x="76" y="14"/>
                        <a:pt x="82" y="18"/>
                      </a:cubicBezTo>
                      <a:cubicBezTo>
                        <a:pt x="83" y="18"/>
                        <a:pt x="83" y="19"/>
                        <a:pt x="83" y="19"/>
                      </a:cubicBezTo>
                      <a:cubicBezTo>
                        <a:pt x="83" y="18"/>
                        <a:pt x="83" y="18"/>
                        <a:pt x="83" y="18"/>
                      </a:cubicBezTo>
                      <a:cubicBezTo>
                        <a:pt x="79" y="15"/>
                        <a:pt x="77" y="6"/>
                        <a:pt x="81" y="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98" name="Freeform 611">
                  <a:extLst>
                    <a:ext uri="{FF2B5EF4-FFF2-40B4-BE49-F238E27FC236}">
                      <a16:creationId xmlns:a16="http://schemas.microsoft.com/office/drawing/2014/main" id="{2F626630-9C6F-4F5F-A4FB-E3590B718C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83"/>
                  <a:ext cx="161" cy="38"/>
                </a:xfrm>
                <a:custGeom>
                  <a:avLst/>
                  <a:gdLst>
                    <a:gd name="T0" fmla="*/ 316 w 80"/>
                    <a:gd name="T1" fmla="*/ 169 h 18"/>
                    <a:gd name="T2" fmla="*/ 316 w 80"/>
                    <a:gd name="T3" fmla="*/ 169 h 18"/>
                    <a:gd name="T4" fmla="*/ 652 w 80"/>
                    <a:gd name="T5" fmla="*/ 152 h 18"/>
                    <a:gd name="T6" fmla="*/ 644 w 80"/>
                    <a:gd name="T7" fmla="*/ 0 h 18"/>
                    <a:gd name="T8" fmla="*/ 316 w 80"/>
                    <a:gd name="T9" fmla="*/ 68 h 18"/>
                    <a:gd name="T10" fmla="*/ 316 w 80"/>
                    <a:gd name="T11" fmla="*/ 68 h 18"/>
                    <a:gd name="T12" fmla="*/ 16 w 80"/>
                    <a:gd name="T13" fmla="*/ 17 h 18"/>
                    <a:gd name="T14" fmla="*/ 0 w 80"/>
                    <a:gd name="T15" fmla="*/ 144 h 18"/>
                    <a:gd name="T16" fmla="*/ 316 w 80"/>
                    <a:gd name="T17" fmla="*/ 169 h 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80" h="18">
                      <a:moveTo>
                        <a:pt x="39" y="18"/>
                      </a:move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72" y="18"/>
                        <a:pt x="74" y="13"/>
                        <a:pt x="80" y="16"/>
                      </a:cubicBezTo>
                      <a:cubicBezTo>
                        <a:pt x="77" y="12"/>
                        <a:pt x="76" y="5"/>
                        <a:pt x="79" y="0"/>
                      </a:cubicBezTo>
                      <a:cubicBezTo>
                        <a:pt x="72" y="6"/>
                        <a:pt x="59" y="7"/>
                        <a:pt x="39" y="7"/>
                      </a:cubicBezTo>
                      <a:cubicBezTo>
                        <a:pt x="39" y="7"/>
                        <a:pt x="39" y="7"/>
                        <a:pt x="39" y="7"/>
                      </a:cubicBezTo>
                      <a:cubicBezTo>
                        <a:pt x="21" y="7"/>
                        <a:pt x="9" y="7"/>
                        <a:pt x="2" y="2"/>
                      </a:cubicBezTo>
                      <a:cubicBezTo>
                        <a:pt x="4" y="7"/>
                        <a:pt x="3" y="12"/>
                        <a:pt x="0" y="15"/>
                      </a:cubicBezTo>
                      <a:cubicBezTo>
                        <a:pt x="5" y="14"/>
                        <a:pt x="10" y="18"/>
                        <a:pt x="39" y="18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299" name="Freeform 612">
                  <a:extLst>
                    <a:ext uri="{FF2B5EF4-FFF2-40B4-BE49-F238E27FC236}">
                      <a16:creationId xmlns:a16="http://schemas.microsoft.com/office/drawing/2014/main" id="{B3859F65-5019-498D-BBB1-2F845EA6C8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3" y="1576"/>
                  <a:ext cx="161" cy="45"/>
                </a:xfrm>
                <a:custGeom>
                  <a:avLst/>
                  <a:gdLst>
                    <a:gd name="T0" fmla="*/ 308 w 80"/>
                    <a:gd name="T1" fmla="*/ 96 h 21"/>
                    <a:gd name="T2" fmla="*/ 308 w 80"/>
                    <a:gd name="T3" fmla="*/ 96 h 21"/>
                    <a:gd name="T4" fmla="*/ 0 w 80"/>
                    <a:gd name="T5" fmla="*/ 51 h 21"/>
                    <a:gd name="T6" fmla="*/ 0 w 80"/>
                    <a:gd name="T7" fmla="*/ 180 h 21"/>
                    <a:gd name="T8" fmla="*/ 308 w 80"/>
                    <a:gd name="T9" fmla="*/ 206 h 21"/>
                    <a:gd name="T10" fmla="*/ 308 w 80"/>
                    <a:gd name="T11" fmla="*/ 206 h 21"/>
                    <a:gd name="T12" fmla="*/ 636 w 80"/>
                    <a:gd name="T13" fmla="*/ 189 h 21"/>
                    <a:gd name="T14" fmla="*/ 652 w 80"/>
                    <a:gd name="T15" fmla="*/ 9 h 21"/>
                    <a:gd name="T16" fmla="*/ 652 w 80"/>
                    <a:gd name="T17" fmla="*/ 0 h 21"/>
                    <a:gd name="T18" fmla="*/ 636 w 80"/>
                    <a:gd name="T19" fmla="*/ 28 h 21"/>
                    <a:gd name="T20" fmla="*/ 308 w 80"/>
                    <a:gd name="T21" fmla="*/ 96 h 2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0" h="21">
                      <a:moveTo>
                        <a:pt x="38" y="10"/>
                      </a:moveTo>
                      <a:cubicBezTo>
                        <a:pt x="38" y="10"/>
                        <a:pt x="38" y="10"/>
                        <a:pt x="38" y="10"/>
                      </a:cubicBezTo>
                      <a:cubicBezTo>
                        <a:pt x="20" y="10"/>
                        <a:pt x="8" y="10"/>
                        <a:pt x="0" y="5"/>
                      </a:cubicBezTo>
                      <a:cubicBezTo>
                        <a:pt x="2" y="9"/>
                        <a:pt x="2" y="15"/>
                        <a:pt x="0" y="18"/>
                      </a:cubicBezTo>
                      <a:cubicBezTo>
                        <a:pt x="5" y="17"/>
                        <a:pt x="10" y="21"/>
                        <a:pt x="38" y="21"/>
                      </a:cubicBezTo>
                      <a:cubicBezTo>
                        <a:pt x="38" y="21"/>
                        <a:pt x="38" y="21"/>
                        <a:pt x="38" y="21"/>
                      </a:cubicBezTo>
                      <a:cubicBezTo>
                        <a:pt x="70" y="21"/>
                        <a:pt x="73" y="16"/>
                        <a:pt x="78" y="19"/>
                      </a:cubicBezTo>
                      <a:cubicBezTo>
                        <a:pt x="75" y="14"/>
                        <a:pt x="74" y="6"/>
                        <a:pt x="80" y="1"/>
                      </a:cubicBezTo>
                      <a:cubicBezTo>
                        <a:pt x="80" y="0"/>
                        <a:pt x="80" y="0"/>
                        <a:pt x="80" y="0"/>
                      </a:cubicBezTo>
                      <a:cubicBezTo>
                        <a:pt x="80" y="1"/>
                        <a:pt x="79" y="2"/>
                        <a:pt x="78" y="3"/>
                      </a:cubicBezTo>
                      <a:cubicBezTo>
                        <a:pt x="72" y="9"/>
                        <a:pt x="58" y="10"/>
                        <a:pt x="38" y="1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00" name="Freeform 613">
                  <a:extLst>
                    <a:ext uri="{FF2B5EF4-FFF2-40B4-BE49-F238E27FC236}">
                      <a16:creationId xmlns:a16="http://schemas.microsoft.com/office/drawing/2014/main" id="{33F0FFEC-0B6B-4F19-A1CB-8C2381D736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81"/>
                  <a:ext cx="163" cy="50"/>
                </a:xfrm>
                <a:custGeom>
                  <a:avLst/>
                  <a:gdLst>
                    <a:gd name="T0" fmla="*/ 660 w 81"/>
                    <a:gd name="T1" fmla="*/ 0 h 23"/>
                    <a:gd name="T2" fmla="*/ 644 w 81"/>
                    <a:gd name="T3" fmla="*/ 33 h 23"/>
                    <a:gd name="T4" fmla="*/ 316 w 81"/>
                    <a:gd name="T5" fmla="*/ 113 h 23"/>
                    <a:gd name="T6" fmla="*/ 316 w 81"/>
                    <a:gd name="T7" fmla="*/ 113 h 23"/>
                    <a:gd name="T8" fmla="*/ 8 w 81"/>
                    <a:gd name="T9" fmla="*/ 43 h 23"/>
                    <a:gd name="T10" fmla="*/ 0 w 81"/>
                    <a:gd name="T11" fmla="*/ 202 h 23"/>
                    <a:gd name="T12" fmla="*/ 316 w 81"/>
                    <a:gd name="T13" fmla="*/ 237 h 23"/>
                    <a:gd name="T14" fmla="*/ 316 w 81"/>
                    <a:gd name="T15" fmla="*/ 237 h 23"/>
                    <a:gd name="T16" fmla="*/ 652 w 81"/>
                    <a:gd name="T17" fmla="*/ 217 h 23"/>
                    <a:gd name="T18" fmla="*/ 660 w 81"/>
                    <a:gd name="T19" fmla="*/ 226 h 23"/>
                    <a:gd name="T20" fmla="*/ 660 w 81"/>
                    <a:gd name="T21" fmla="*/ 226 h 23"/>
                    <a:gd name="T22" fmla="*/ 660 w 81"/>
                    <a:gd name="T23" fmla="*/ 9 h 23"/>
                    <a:gd name="T24" fmla="*/ 660 w 81"/>
                    <a:gd name="T25" fmla="*/ 0 h 2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81" h="23">
                      <a:moveTo>
                        <a:pt x="81" y="0"/>
                      </a:moveTo>
                      <a:cubicBezTo>
                        <a:pt x="81" y="1"/>
                        <a:pt x="80" y="2"/>
                        <a:pt x="79" y="3"/>
                      </a:cubicBezTo>
                      <a:cubicBezTo>
                        <a:pt x="73" y="9"/>
                        <a:pt x="59" y="11"/>
                        <a:pt x="39" y="11"/>
                      </a:cubicBezTo>
                      <a:cubicBezTo>
                        <a:pt x="39" y="11"/>
                        <a:pt x="39" y="11"/>
                        <a:pt x="39" y="11"/>
                      </a:cubicBezTo>
                      <a:cubicBezTo>
                        <a:pt x="21" y="11"/>
                        <a:pt x="8" y="10"/>
                        <a:pt x="1" y="4"/>
                      </a:cubicBezTo>
                      <a:cubicBezTo>
                        <a:pt x="4" y="10"/>
                        <a:pt x="3" y="16"/>
                        <a:pt x="0" y="20"/>
                      </a:cubicBezTo>
                      <a:cubicBezTo>
                        <a:pt x="5" y="18"/>
                        <a:pt x="9" y="23"/>
                        <a:pt x="39" y="23"/>
                      </a:cubicBezTo>
                      <a:cubicBezTo>
                        <a:pt x="39" y="23"/>
                        <a:pt x="39" y="23"/>
                        <a:pt x="39" y="23"/>
                      </a:cubicBezTo>
                      <a:cubicBezTo>
                        <a:pt x="72" y="23"/>
                        <a:pt x="74" y="17"/>
                        <a:pt x="80" y="21"/>
                      </a:cubicBezTo>
                      <a:cubicBezTo>
                        <a:pt x="81" y="21"/>
                        <a:pt x="81" y="22"/>
                        <a:pt x="81" y="22"/>
                      </a:cubicBezTo>
                      <a:cubicBezTo>
                        <a:pt x="81" y="22"/>
                        <a:pt x="81" y="22"/>
                        <a:pt x="81" y="22"/>
                      </a:cubicBezTo>
                      <a:cubicBezTo>
                        <a:pt x="77" y="18"/>
                        <a:pt x="74" y="7"/>
                        <a:pt x="81" y="1"/>
                      </a:cubicBezTo>
                      <a:lnTo>
                        <a:pt x="81" y="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01" name="Freeform 614">
                  <a:extLst>
                    <a:ext uri="{FF2B5EF4-FFF2-40B4-BE49-F238E27FC236}">
                      <a16:creationId xmlns:a16="http://schemas.microsoft.com/office/drawing/2014/main" id="{10CE3E02-8D30-4C7D-BFB8-0BD337C17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3" y="2048"/>
                  <a:ext cx="281" cy="141"/>
                </a:xfrm>
                <a:custGeom>
                  <a:avLst/>
                  <a:gdLst>
                    <a:gd name="T0" fmla="*/ 0 w 140"/>
                    <a:gd name="T1" fmla="*/ 361 h 66"/>
                    <a:gd name="T2" fmla="*/ 492 w 140"/>
                    <a:gd name="T3" fmla="*/ 635 h 66"/>
                    <a:gd name="T4" fmla="*/ 576 w 140"/>
                    <a:gd name="T5" fmla="*/ 575 h 66"/>
                    <a:gd name="T6" fmla="*/ 640 w 140"/>
                    <a:gd name="T7" fmla="*/ 602 h 66"/>
                    <a:gd name="T8" fmla="*/ 1124 w 140"/>
                    <a:gd name="T9" fmla="*/ 333 h 66"/>
                    <a:gd name="T10" fmla="*/ 1068 w 140"/>
                    <a:gd name="T11" fmla="*/ 197 h 66"/>
                    <a:gd name="T12" fmla="*/ 988 w 140"/>
                    <a:gd name="T13" fmla="*/ 77 h 66"/>
                    <a:gd name="T14" fmla="*/ 568 w 140"/>
                    <a:gd name="T15" fmla="*/ 241 h 66"/>
                    <a:gd name="T16" fmla="*/ 136 w 140"/>
                    <a:gd name="T17" fmla="*/ 51 h 66"/>
                    <a:gd name="T18" fmla="*/ 0 w 140"/>
                    <a:gd name="T19" fmla="*/ 361 h 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40" h="66">
                      <a:moveTo>
                        <a:pt x="0" y="37"/>
                      </a:moveTo>
                      <a:cubicBezTo>
                        <a:pt x="0" y="50"/>
                        <a:pt x="56" y="66"/>
                        <a:pt x="61" y="65"/>
                      </a:cubicBezTo>
                      <a:cubicBezTo>
                        <a:pt x="67" y="65"/>
                        <a:pt x="66" y="59"/>
                        <a:pt x="71" y="59"/>
                      </a:cubicBezTo>
                      <a:cubicBezTo>
                        <a:pt x="76" y="59"/>
                        <a:pt x="75" y="61"/>
                        <a:pt x="79" y="62"/>
                      </a:cubicBezTo>
                      <a:cubicBezTo>
                        <a:pt x="87" y="63"/>
                        <a:pt x="134" y="57"/>
                        <a:pt x="139" y="34"/>
                      </a:cubicBezTo>
                      <a:cubicBezTo>
                        <a:pt x="140" y="31"/>
                        <a:pt x="136" y="25"/>
                        <a:pt x="132" y="20"/>
                      </a:cubicBezTo>
                      <a:cubicBezTo>
                        <a:pt x="128" y="14"/>
                        <a:pt x="125" y="7"/>
                        <a:pt x="122" y="8"/>
                      </a:cubicBezTo>
                      <a:cubicBezTo>
                        <a:pt x="117" y="9"/>
                        <a:pt x="98" y="25"/>
                        <a:pt x="70" y="25"/>
                      </a:cubicBezTo>
                      <a:cubicBezTo>
                        <a:pt x="43" y="25"/>
                        <a:pt x="20" y="12"/>
                        <a:pt x="17" y="5"/>
                      </a:cubicBezTo>
                      <a:cubicBezTo>
                        <a:pt x="15" y="0"/>
                        <a:pt x="0" y="29"/>
                        <a:pt x="0" y="37"/>
                      </a:cubicBezTo>
                      <a:close/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02" name="Freeform 615">
                  <a:extLst>
                    <a:ext uri="{FF2B5EF4-FFF2-40B4-BE49-F238E27FC236}">
                      <a16:creationId xmlns:a16="http://schemas.microsoft.com/office/drawing/2014/main" id="{52990926-D4EB-4355-928B-49243EA8F9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" y="2078"/>
                  <a:ext cx="94" cy="94"/>
                </a:xfrm>
                <a:custGeom>
                  <a:avLst/>
                  <a:gdLst>
                    <a:gd name="T0" fmla="*/ 248 w 47"/>
                    <a:gd name="T1" fmla="*/ 265 h 44"/>
                    <a:gd name="T2" fmla="*/ 264 w 47"/>
                    <a:gd name="T3" fmla="*/ 0 h 44"/>
                    <a:gd name="T4" fmla="*/ 336 w 47"/>
                    <a:gd name="T5" fmla="*/ 241 h 44"/>
                    <a:gd name="T6" fmla="*/ 0 w 47"/>
                    <a:gd name="T7" fmla="*/ 429 h 44"/>
                    <a:gd name="T8" fmla="*/ 248 w 47"/>
                    <a:gd name="T9" fmla="*/ 265 h 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7" h="44">
                      <a:moveTo>
                        <a:pt x="31" y="27"/>
                      </a:moveTo>
                      <a:cubicBezTo>
                        <a:pt x="42" y="17"/>
                        <a:pt x="36" y="9"/>
                        <a:pt x="33" y="0"/>
                      </a:cubicBezTo>
                      <a:cubicBezTo>
                        <a:pt x="33" y="0"/>
                        <a:pt x="47" y="15"/>
                        <a:pt x="42" y="25"/>
                      </a:cubicBezTo>
                      <a:cubicBezTo>
                        <a:pt x="37" y="34"/>
                        <a:pt x="18" y="40"/>
                        <a:pt x="0" y="44"/>
                      </a:cubicBezTo>
                      <a:cubicBezTo>
                        <a:pt x="7" y="41"/>
                        <a:pt x="22" y="35"/>
                        <a:pt x="31" y="27"/>
                      </a:cubicBezTo>
                      <a:close/>
                    </a:path>
                  </a:pathLst>
                </a:custGeom>
                <a:solidFill>
                  <a:srgbClr val="7AA9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03" name="Freeform 616">
                  <a:extLst>
                    <a:ext uri="{FF2B5EF4-FFF2-40B4-BE49-F238E27FC236}">
                      <a16:creationId xmlns:a16="http://schemas.microsoft.com/office/drawing/2014/main" id="{95DCDE21-BBD0-4126-B0EA-2EBE33AC8B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7" y="2078"/>
                  <a:ext cx="141" cy="40"/>
                </a:xfrm>
                <a:custGeom>
                  <a:avLst/>
                  <a:gdLst>
                    <a:gd name="T0" fmla="*/ 0 w 70"/>
                    <a:gd name="T1" fmla="*/ 177 h 19"/>
                    <a:gd name="T2" fmla="*/ 89 w 70"/>
                    <a:gd name="T3" fmla="*/ 8 h 19"/>
                    <a:gd name="T4" fmla="*/ 137 w 70"/>
                    <a:gd name="T5" fmla="*/ 48 h 19"/>
                    <a:gd name="T6" fmla="*/ 212 w 70"/>
                    <a:gd name="T7" fmla="*/ 84 h 19"/>
                    <a:gd name="T8" fmla="*/ 572 w 70"/>
                    <a:gd name="T9" fmla="*/ 141 h 19"/>
                    <a:gd name="T10" fmla="*/ 483 w 70"/>
                    <a:gd name="T11" fmla="*/ 160 h 19"/>
                    <a:gd name="T12" fmla="*/ 268 w 70"/>
                    <a:gd name="T13" fmla="*/ 160 h 19"/>
                    <a:gd name="T14" fmla="*/ 73 w 70"/>
                    <a:gd name="T15" fmla="*/ 93 h 19"/>
                    <a:gd name="T16" fmla="*/ 0 w 70"/>
                    <a:gd name="T17" fmla="*/ 177 h 1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70" h="19">
                      <a:moveTo>
                        <a:pt x="0" y="19"/>
                      </a:moveTo>
                      <a:cubicBezTo>
                        <a:pt x="0" y="14"/>
                        <a:pt x="6" y="0"/>
                        <a:pt x="11" y="1"/>
                      </a:cubicBezTo>
                      <a:cubicBezTo>
                        <a:pt x="13" y="1"/>
                        <a:pt x="16" y="3"/>
                        <a:pt x="17" y="5"/>
                      </a:cubicBezTo>
                      <a:cubicBezTo>
                        <a:pt x="20" y="7"/>
                        <a:pt x="23" y="8"/>
                        <a:pt x="26" y="9"/>
                      </a:cubicBezTo>
                      <a:cubicBezTo>
                        <a:pt x="40" y="15"/>
                        <a:pt x="56" y="16"/>
                        <a:pt x="70" y="15"/>
                      </a:cubicBezTo>
                      <a:cubicBezTo>
                        <a:pt x="66" y="15"/>
                        <a:pt x="63" y="17"/>
                        <a:pt x="59" y="17"/>
                      </a:cubicBezTo>
                      <a:cubicBezTo>
                        <a:pt x="51" y="19"/>
                        <a:pt x="41" y="19"/>
                        <a:pt x="33" y="17"/>
                      </a:cubicBezTo>
                      <a:cubicBezTo>
                        <a:pt x="27" y="15"/>
                        <a:pt x="16" y="8"/>
                        <a:pt x="9" y="10"/>
                      </a:cubicBezTo>
                      <a:cubicBezTo>
                        <a:pt x="5" y="11"/>
                        <a:pt x="4" y="17"/>
                        <a:pt x="0" y="19"/>
                      </a:cubicBezTo>
                    </a:path>
                  </a:pathLst>
                </a:custGeom>
                <a:solidFill>
                  <a:srgbClr val="EBF1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04" name="Freeform 617">
                  <a:extLst>
                    <a:ext uri="{FF2B5EF4-FFF2-40B4-BE49-F238E27FC236}">
                      <a16:creationId xmlns:a16="http://schemas.microsoft.com/office/drawing/2014/main" id="{A7EA54AB-36AF-4BFB-AB21-D548CF20F5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2151"/>
                  <a:ext cx="155" cy="124"/>
                </a:xfrm>
                <a:custGeom>
                  <a:avLst/>
                  <a:gdLst>
                    <a:gd name="T0" fmla="*/ 129 w 77"/>
                    <a:gd name="T1" fmla="*/ 28 h 58"/>
                    <a:gd name="T2" fmla="*/ 628 w 77"/>
                    <a:gd name="T3" fmla="*/ 310 h 58"/>
                    <a:gd name="T4" fmla="*/ 483 w 77"/>
                    <a:gd name="T5" fmla="*/ 539 h 58"/>
                    <a:gd name="T6" fmla="*/ 8 w 77"/>
                    <a:gd name="T7" fmla="*/ 242 h 58"/>
                    <a:gd name="T8" fmla="*/ 129 w 77"/>
                    <a:gd name="T9" fmla="*/ 28 h 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7" h="58">
                      <a:moveTo>
                        <a:pt x="16" y="3"/>
                      </a:moveTo>
                      <a:cubicBezTo>
                        <a:pt x="18" y="11"/>
                        <a:pt x="55" y="33"/>
                        <a:pt x="77" y="32"/>
                      </a:cubicBezTo>
                      <a:cubicBezTo>
                        <a:pt x="75" y="40"/>
                        <a:pt x="66" y="53"/>
                        <a:pt x="59" y="55"/>
                      </a:cubicBezTo>
                      <a:cubicBezTo>
                        <a:pt x="51" y="58"/>
                        <a:pt x="1" y="39"/>
                        <a:pt x="1" y="25"/>
                      </a:cubicBezTo>
                      <a:cubicBezTo>
                        <a:pt x="0" y="20"/>
                        <a:pt x="14" y="0"/>
                        <a:pt x="16" y="3"/>
                      </a:cubicBezTo>
                      <a:close/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05" name="Freeform 618">
                  <a:extLst>
                    <a:ext uri="{FF2B5EF4-FFF2-40B4-BE49-F238E27FC236}">
                      <a16:creationId xmlns:a16="http://schemas.microsoft.com/office/drawing/2014/main" id="{98C51958-E87D-47F7-BB78-A48B62E4EC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4" y="2151"/>
                  <a:ext cx="149" cy="122"/>
                </a:xfrm>
                <a:custGeom>
                  <a:avLst/>
                  <a:gdLst>
                    <a:gd name="T0" fmla="*/ 475 w 74"/>
                    <a:gd name="T1" fmla="*/ 28 h 57"/>
                    <a:gd name="T2" fmla="*/ 0 w 74"/>
                    <a:gd name="T3" fmla="*/ 345 h 57"/>
                    <a:gd name="T4" fmla="*/ 163 w 74"/>
                    <a:gd name="T5" fmla="*/ 542 h 57"/>
                    <a:gd name="T6" fmla="*/ 588 w 74"/>
                    <a:gd name="T7" fmla="*/ 205 h 57"/>
                    <a:gd name="T8" fmla="*/ 475 w 74"/>
                    <a:gd name="T9" fmla="*/ 28 h 5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4" h="57">
                      <a:moveTo>
                        <a:pt x="58" y="3"/>
                      </a:moveTo>
                      <a:cubicBezTo>
                        <a:pt x="56" y="11"/>
                        <a:pt x="21" y="34"/>
                        <a:pt x="0" y="35"/>
                      </a:cubicBezTo>
                      <a:cubicBezTo>
                        <a:pt x="3" y="43"/>
                        <a:pt x="13" y="53"/>
                        <a:pt x="20" y="55"/>
                      </a:cubicBezTo>
                      <a:cubicBezTo>
                        <a:pt x="28" y="57"/>
                        <a:pt x="74" y="35"/>
                        <a:pt x="72" y="21"/>
                      </a:cubicBezTo>
                      <a:cubicBezTo>
                        <a:pt x="73" y="16"/>
                        <a:pt x="59" y="0"/>
                        <a:pt x="58" y="3"/>
                      </a:cubicBezTo>
                      <a:close/>
                    </a:path>
                  </a:pathLst>
                </a:custGeom>
                <a:solidFill>
                  <a:srgbClr val="B6CF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06" name="Freeform 619">
                  <a:extLst>
                    <a:ext uri="{FF2B5EF4-FFF2-40B4-BE49-F238E27FC236}">
                      <a16:creationId xmlns:a16="http://schemas.microsoft.com/office/drawing/2014/main" id="{D0038ABD-FCEC-4713-ADE8-D61361522D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3" y="2048"/>
                  <a:ext cx="281" cy="141"/>
                </a:xfrm>
                <a:custGeom>
                  <a:avLst/>
                  <a:gdLst>
                    <a:gd name="T0" fmla="*/ 0 w 140"/>
                    <a:gd name="T1" fmla="*/ 361 h 66"/>
                    <a:gd name="T2" fmla="*/ 492 w 140"/>
                    <a:gd name="T3" fmla="*/ 635 h 66"/>
                    <a:gd name="T4" fmla="*/ 576 w 140"/>
                    <a:gd name="T5" fmla="*/ 575 h 66"/>
                    <a:gd name="T6" fmla="*/ 640 w 140"/>
                    <a:gd name="T7" fmla="*/ 602 h 66"/>
                    <a:gd name="T8" fmla="*/ 1124 w 140"/>
                    <a:gd name="T9" fmla="*/ 333 h 66"/>
                    <a:gd name="T10" fmla="*/ 1068 w 140"/>
                    <a:gd name="T11" fmla="*/ 197 h 66"/>
                    <a:gd name="T12" fmla="*/ 988 w 140"/>
                    <a:gd name="T13" fmla="*/ 77 h 66"/>
                    <a:gd name="T14" fmla="*/ 568 w 140"/>
                    <a:gd name="T15" fmla="*/ 241 h 66"/>
                    <a:gd name="T16" fmla="*/ 136 w 140"/>
                    <a:gd name="T17" fmla="*/ 51 h 66"/>
                    <a:gd name="T18" fmla="*/ 0 w 140"/>
                    <a:gd name="T19" fmla="*/ 361 h 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40" h="66">
                      <a:moveTo>
                        <a:pt x="0" y="37"/>
                      </a:moveTo>
                      <a:cubicBezTo>
                        <a:pt x="0" y="50"/>
                        <a:pt x="56" y="66"/>
                        <a:pt x="61" y="65"/>
                      </a:cubicBezTo>
                      <a:cubicBezTo>
                        <a:pt x="67" y="65"/>
                        <a:pt x="66" y="59"/>
                        <a:pt x="71" y="59"/>
                      </a:cubicBezTo>
                      <a:cubicBezTo>
                        <a:pt x="76" y="59"/>
                        <a:pt x="75" y="61"/>
                        <a:pt x="79" y="62"/>
                      </a:cubicBezTo>
                      <a:cubicBezTo>
                        <a:pt x="87" y="63"/>
                        <a:pt x="134" y="57"/>
                        <a:pt x="139" y="34"/>
                      </a:cubicBezTo>
                      <a:cubicBezTo>
                        <a:pt x="140" y="31"/>
                        <a:pt x="136" y="25"/>
                        <a:pt x="132" y="20"/>
                      </a:cubicBezTo>
                      <a:cubicBezTo>
                        <a:pt x="128" y="14"/>
                        <a:pt x="125" y="7"/>
                        <a:pt x="122" y="8"/>
                      </a:cubicBezTo>
                      <a:cubicBezTo>
                        <a:pt x="117" y="9"/>
                        <a:pt x="98" y="25"/>
                        <a:pt x="70" y="25"/>
                      </a:cubicBezTo>
                      <a:cubicBezTo>
                        <a:pt x="43" y="25"/>
                        <a:pt x="20" y="12"/>
                        <a:pt x="17" y="5"/>
                      </a:cubicBezTo>
                      <a:cubicBezTo>
                        <a:pt x="15" y="0"/>
                        <a:pt x="0" y="29"/>
                        <a:pt x="0" y="37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07" name="Freeform 620">
                  <a:extLst>
                    <a:ext uri="{FF2B5EF4-FFF2-40B4-BE49-F238E27FC236}">
                      <a16:creationId xmlns:a16="http://schemas.microsoft.com/office/drawing/2014/main" id="{3C07FB32-34B8-4C80-980A-B5ED0DE8DF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2151"/>
                  <a:ext cx="155" cy="124"/>
                </a:xfrm>
                <a:custGeom>
                  <a:avLst/>
                  <a:gdLst>
                    <a:gd name="T0" fmla="*/ 129 w 77"/>
                    <a:gd name="T1" fmla="*/ 28 h 58"/>
                    <a:gd name="T2" fmla="*/ 628 w 77"/>
                    <a:gd name="T3" fmla="*/ 310 h 58"/>
                    <a:gd name="T4" fmla="*/ 483 w 77"/>
                    <a:gd name="T5" fmla="*/ 539 h 58"/>
                    <a:gd name="T6" fmla="*/ 8 w 77"/>
                    <a:gd name="T7" fmla="*/ 242 h 58"/>
                    <a:gd name="T8" fmla="*/ 129 w 77"/>
                    <a:gd name="T9" fmla="*/ 28 h 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7" h="58">
                      <a:moveTo>
                        <a:pt x="16" y="3"/>
                      </a:moveTo>
                      <a:cubicBezTo>
                        <a:pt x="18" y="11"/>
                        <a:pt x="55" y="33"/>
                        <a:pt x="77" y="32"/>
                      </a:cubicBezTo>
                      <a:cubicBezTo>
                        <a:pt x="75" y="40"/>
                        <a:pt x="66" y="53"/>
                        <a:pt x="59" y="55"/>
                      </a:cubicBezTo>
                      <a:cubicBezTo>
                        <a:pt x="51" y="58"/>
                        <a:pt x="1" y="39"/>
                        <a:pt x="1" y="25"/>
                      </a:cubicBezTo>
                      <a:cubicBezTo>
                        <a:pt x="0" y="20"/>
                        <a:pt x="14" y="0"/>
                        <a:pt x="16" y="3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08" name="Freeform 621">
                  <a:extLst>
                    <a:ext uri="{FF2B5EF4-FFF2-40B4-BE49-F238E27FC236}">
                      <a16:creationId xmlns:a16="http://schemas.microsoft.com/office/drawing/2014/main" id="{5EEEEB63-393D-4DE4-8CA2-36D794435D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4" y="2151"/>
                  <a:ext cx="149" cy="122"/>
                </a:xfrm>
                <a:custGeom>
                  <a:avLst/>
                  <a:gdLst>
                    <a:gd name="T0" fmla="*/ 475 w 74"/>
                    <a:gd name="T1" fmla="*/ 28 h 57"/>
                    <a:gd name="T2" fmla="*/ 0 w 74"/>
                    <a:gd name="T3" fmla="*/ 345 h 57"/>
                    <a:gd name="T4" fmla="*/ 163 w 74"/>
                    <a:gd name="T5" fmla="*/ 542 h 57"/>
                    <a:gd name="T6" fmla="*/ 588 w 74"/>
                    <a:gd name="T7" fmla="*/ 205 h 57"/>
                    <a:gd name="T8" fmla="*/ 475 w 74"/>
                    <a:gd name="T9" fmla="*/ 28 h 5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4" h="57">
                      <a:moveTo>
                        <a:pt x="58" y="3"/>
                      </a:moveTo>
                      <a:cubicBezTo>
                        <a:pt x="56" y="11"/>
                        <a:pt x="21" y="34"/>
                        <a:pt x="0" y="35"/>
                      </a:cubicBezTo>
                      <a:cubicBezTo>
                        <a:pt x="3" y="43"/>
                        <a:pt x="13" y="53"/>
                        <a:pt x="20" y="55"/>
                      </a:cubicBezTo>
                      <a:cubicBezTo>
                        <a:pt x="28" y="57"/>
                        <a:pt x="74" y="35"/>
                        <a:pt x="72" y="21"/>
                      </a:cubicBezTo>
                      <a:cubicBezTo>
                        <a:pt x="73" y="16"/>
                        <a:pt x="59" y="0"/>
                        <a:pt x="58" y="3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09" name="Freeform 622">
                  <a:extLst>
                    <a:ext uri="{FF2B5EF4-FFF2-40B4-BE49-F238E27FC236}">
                      <a16:creationId xmlns:a16="http://schemas.microsoft.com/office/drawing/2014/main" id="{681D7670-27E4-4CE2-8A1F-E2DEC1DBC9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15" y="2854"/>
                  <a:ext cx="350" cy="468"/>
                </a:xfrm>
                <a:custGeom>
                  <a:avLst/>
                  <a:gdLst>
                    <a:gd name="T0" fmla="*/ 1416 w 174"/>
                    <a:gd name="T1" fmla="*/ 811 h 218"/>
                    <a:gd name="T2" fmla="*/ 1368 w 174"/>
                    <a:gd name="T3" fmla="*/ 792 h 218"/>
                    <a:gd name="T4" fmla="*/ 780 w 174"/>
                    <a:gd name="T5" fmla="*/ 655 h 218"/>
                    <a:gd name="T6" fmla="*/ 376 w 174"/>
                    <a:gd name="T7" fmla="*/ 240 h 218"/>
                    <a:gd name="T8" fmla="*/ 89 w 174"/>
                    <a:gd name="T9" fmla="*/ 0 h 218"/>
                    <a:gd name="T10" fmla="*/ 16 w 174"/>
                    <a:gd name="T11" fmla="*/ 208 h 218"/>
                    <a:gd name="T12" fmla="*/ 97 w 174"/>
                    <a:gd name="T13" fmla="*/ 386 h 218"/>
                    <a:gd name="T14" fmla="*/ 384 w 174"/>
                    <a:gd name="T15" fmla="*/ 751 h 218"/>
                    <a:gd name="T16" fmla="*/ 376 w 174"/>
                    <a:gd name="T17" fmla="*/ 1337 h 218"/>
                    <a:gd name="T18" fmla="*/ 161 w 174"/>
                    <a:gd name="T19" fmla="*/ 2018 h 218"/>
                    <a:gd name="T20" fmla="*/ 187 w 174"/>
                    <a:gd name="T21" fmla="*/ 2130 h 218"/>
                    <a:gd name="T22" fmla="*/ 276 w 174"/>
                    <a:gd name="T23" fmla="*/ 2078 h 218"/>
                    <a:gd name="T24" fmla="*/ 489 w 174"/>
                    <a:gd name="T25" fmla="*/ 1456 h 218"/>
                    <a:gd name="T26" fmla="*/ 716 w 174"/>
                    <a:gd name="T27" fmla="*/ 1724 h 218"/>
                    <a:gd name="T28" fmla="*/ 813 w 174"/>
                    <a:gd name="T29" fmla="*/ 1700 h 218"/>
                    <a:gd name="T30" fmla="*/ 772 w 174"/>
                    <a:gd name="T31" fmla="*/ 1571 h 218"/>
                    <a:gd name="T32" fmla="*/ 644 w 174"/>
                    <a:gd name="T33" fmla="*/ 1395 h 218"/>
                    <a:gd name="T34" fmla="*/ 579 w 174"/>
                    <a:gd name="T35" fmla="*/ 820 h 218"/>
                    <a:gd name="T36" fmla="*/ 611 w 174"/>
                    <a:gd name="T37" fmla="*/ 792 h 218"/>
                    <a:gd name="T38" fmla="*/ 789 w 174"/>
                    <a:gd name="T39" fmla="*/ 1050 h 218"/>
                    <a:gd name="T40" fmla="*/ 976 w 174"/>
                    <a:gd name="T41" fmla="*/ 1318 h 218"/>
                    <a:gd name="T42" fmla="*/ 1024 w 174"/>
                    <a:gd name="T43" fmla="*/ 1234 h 218"/>
                    <a:gd name="T44" fmla="*/ 903 w 174"/>
                    <a:gd name="T45" fmla="*/ 1028 h 218"/>
                    <a:gd name="T46" fmla="*/ 968 w 174"/>
                    <a:gd name="T47" fmla="*/ 960 h 218"/>
                    <a:gd name="T48" fmla="*/ 1320 w 174"/>
                    <a:gd name="T49" fmla="*/ 1267 h 218"/>
                    <a:gd name="T50" fmla="*/ 1360 w 174"/>
                    <a:gd name="T51" fmla="*/ 1286 h 218"/>
                    <a:gd name="T52" fmla="*/ 1384 w 174"/>
                    <a:gd name="T53" fmla="*/ 1258 h 218"/>
                    <a:gd name="T54" fmla="*/ 1384 w 174"/>
                    <a:gd name="T55" fmla="*/ 1245 h 218"/>
                    <a:gd name="T56" fmla="*/ 1229 w 174"/>
                    <a:gd name="T57" fmla="*/ 949 h 218"/>
                    <a:gd name="T58" fmla="*/ 1229 w 174"/>
                    <a:gd name="T59" fmla="*/ 932 h 218"/>
                    <a:gd name="T60" fmla="*/ 1239 w 174"/>
                    <a:gd name="T61" fmla="*/ 921 h 218"/>
                    <a:gd name="T62" fmla="*/ 1400 w 174"/>
                    <a:gd name="T63" fmla="*/ 861 h 218"/>
                    <a:gd name="T64" fmla="*/ 1416 w 174"/>
                    <a:gd name="T65" fmla="*/ 829 h 218"/>
                    <a:gd name="T66" fmla="*/ 1416 w 174"/>
                    <a:gd name="T67" fmla="*/ 811 h 21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174" h="218">
                      <a:moveTo>
                        <a:pt x="174" y="82"/>
                      </a:moveTo>
                      <a:cubicBezTo>
                        <a:pt x="173" y="80"/>
                        <a:pt x="170" y="79"/>
                        <a:pt x="168" y="80"/>
                      </a:cubicBezTo>
                      <a:cubicBezTo>
                        <a:pt x="153" y="85"/>
                        <a:pt x="115" y="82"/>
                        <a:pt x="96" y="66"/>
                      </a:cubicBezTo>
                      <a:cubicBezTo>
                        <a:pt x="94" y="65"/>
                        <a:pt x="68" y="39"/>
                        <a:pt x="46" y="24"/>
                      </a:cubicBezTo>
                      <a:cubicBezTo>
                        <a:pt x="25" y="9"/>
                        <a:pt x="13" y="7"/>
                        <a:pt x="11" y="0"/>
                      </a:cubicBezTo>
                      <a:cubicBezTo>
                        <a:pt x="6" y="1"/>
                        <a:pt x="4" y="17"/>
                        <a:pt x="2" y="21"/>
                      </a:cubicBezTo>
                      <a:cubicBezTo>
                        <a:pt x="0" y="29"/>
                        <a:pt x="4" y="36"/>
                        <a:pt x="12" y="39"/>
                      </a:cubicBezTo>
                      <a:cubicBezTo>
                        <a:pt x="30" y="44"/>
                        <a:pt x="43" y="58"/>
                        <a:pt x="47" y="76"/>
                      </a:cubicBezTo>
                      <a:cubicBezTo>
                        <a:pt x="49" y="84"/>
                        <a:pt x="51" y="114"/>
                        <a:pt x="46" y="135"/>
                      </a:cubicBezTo>
                      <a:cubicBezTo>
                        <a:pt x="41" y="156"/>
                        <a:pt x="32" y="179"/>
                        <a:pt x="20" y="204"/>
                      </a:cubicBezTo>
                      <a:cubicBezTo>
                        <a:pt x="18" y="209"/>
                        <a:pt x="18" y="213"/>
                        <a:pt x="23" y="215"/>
                      </a:cubicBezTo>
                      <a:cubicBezTo>
                        <a:pt x="28" y="218"/>
                        <a:pt x="32" y="215"/>
                        <a:pt x="34" y="210"/>
                      </a:cubicBezTo>
                      <a:cubicBezTo>
                        <a:pt x="43" y="192"/>
                        <a:pt x="53" y="170"/>
                        <a:pt x="60" y="147"/>
                      </a:cubicBezTo>
                      <a:cubicBezTo>
                        <a:pt x="65" y="157"/>
                        <a:pt x="76" y="167"/>
                        <a:pt x="88" y="174"/>
                      </a:cubicBezTo>
                      <a:cubicBezTo>
                        <a:pt x="93" y="177"/>
                        <a:pt x="98" y="176"/>
                        <a:pt x="100" y="172"/>
                      </a:cubicBezTo>
                      <a:cubicBezTo>
                        <a:pt x="103" y="167"/>
                        <a:pt x="100" y="162"/>
                        <a:pt x="95" y="159"/>
                      </a:cubicBezTo>
                      <a:cubicBezTo>
                        <a:pt x="90" y="156"/>
                        <a:pt x="82" y="149"/>
                        <a:pt x="79" y="141"/>
                      </a:cubicBezTo>
                      <a:cubicBezTo>
                        <a:pt x="70" y="120"/>
                        <a:pt x="72" y="86"/>
                        <a:pt x="71" y="83"/>
                      </a:cubicBezTo>
                      <a:cubicBezTo>
                        <a:pt x="71" y="81"/>
                        <a:pt x="72" y="76"/>
                        <a:pt x="75" y="80"/>
                      </a:cubicBezTo>
                      <a:cubicBezTo>
                        <a:pt x="84" y="87"/>
                        <a:pt x="95" y="101"/>
                        <a:pt x="97" y="106"/>
                      </a:cubicBezTo>
                      <a:cubicBezTo>
                        <a:pt x="102" y="117"/>
                        <a:pt x="109" y="127"/>
                        <a:pt x="120" y="133"/>
                      </a:cubicBezTo>
                      <a:cubicBezTo>
                        <a:pt x="127" y="136"/>
                        <a:pt x="131" y="127"/>
                        <a:pt x="126" y="125"/>
                      </a:cubicBezTo>
                      <a:cubicBezTo>
                        <a:pt x="120" y="123"/>
                        <a:pt x="116" y="113"/>
                        <a:pt x="111" y="104"/>
                      </a:cubicBezTo>
                      <a:cubicBezTo>
                        <a:pt x="109" y="99"/>
                        <a:pt x="111" y="97"/>
                        <a:pt x="119" y="97"/>
                      </a:cubicBezTo>
                      <a:cubicBezTo>
                        <a:pt x="141" y="94"/>
                        <a:pt x="160" y="117"/>
                        <a:pt x="162" y="128"/>
                      </a:cubicBezTo>
                      <a:cubicBezTo>
                        <a:pt x="163" y="130"/>
                        <a:pt x="165" y="131"/>
                        <a:pt x="167" y="130"/>
                      </a:cubicBezTo>
                      <a:cubicBezTo>
                        <a:pt x="169" y="130"/>
                        <a:pt x="170" y="128"/>
                        <a:pt x="170" y="127"/>
                      </a:cubicBezTo>
                      <a:cubicBezTo>
                        <a:pt x="170" y="126"/>
                        <a:pt x="170" y="126"/>
                        <a:pt x="170" y="126"/>
                      </a:cubicBezTo>
                      <a:cubicBezTo>
                        <a:pt x="167" y="113"/>
                        <a:pt x="160" y="104"/>
                        <a:pt x="151" y="96"/>
                      </a:cubicBezTo>
                      <a:cubicBezTo>
                        <a:pt x="151" y="95"/>
                        <a:pt x="151" y="94"/>
                        <a:pt x="151" y="94"/>
                      </a:cubicBezTo>
                      <a:cubicBezTo>
                        <a:pt x="152" y="94"/>
                        <a:pt x="152" y="93"/>
                        <a:pt x="152" y="93"/>
                      </a:cubicBezTo>
                      <a:cubicBezTo>
                        <a:pt x="159" y="93"/>
                        <a:pt x="165" y="91"/>
                        <a:pt x="172" y="87"/>
                      </a:cubicBezTo>
                      <a:cubicBezTo>
                        <a:pt x="174" y="87"/>
                        <a:pt x="174" y="85"/>
                        <a:pt x="174" y="84"/>
                      </a:cubicBezTo>
                      <a:cubicBezTo>
                        <a:pt x="174" y="83"/>
                        <a:pt x="174" y="83"/>
                        <a:pt x="174" y="82"/>
                      </a:cubicBezTo>
                      <a:close/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10" name="Freeform 623">
                  <a:extLst>
                    <a:ext uri="{FF2B5EF4-FFF2-40B4-BE49-F238E27FC236}">
                      <a16:creationId xmlns:a16="http://schemas.microsoft.com/office/drawing/2014/main" id="{4FEA98FA-732C-447B-B08D-68629DEF21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7" y="3296"/>
                  <a:ext cx="20" cy="17"/>
                </a:xfrm>
                <a:custGeom>
                  <a:avLst/>
                  <a:gdLst>
                    <a:gd name="T0" fmla="*/ 8 w 10"/>
                    <a:gd name="T1" fmla="*/ 9 h 8"/>
                    <a:gd name="T2" fmla="*/ 56 w 10"/>
                    <a:gd name="T3" fmla="*/ 9 h 8"/>
                    <a:gd name="T4" fmla="*/ 72 w 10"/>
                    <a:gd name="T5" fmla="*/ 60 h 8"/>
                    <a:gd name="T6" fmla="*/ 32 w 10"/>
                    <a:gd name="T7" fmla="*/ 60 h 8"/>
                    <a:gd name="T8" fmla="*/ 8 w 10"/>
                    <a:gd name="T9" fmla="*/ 9 h 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0" h="8">
                      <a:moveTo>
                        <a:pt x="1" y="1"/>
                      </a:moveTo>
                      <a:cubicBezTo>
                        <a:pt x="2" y="0"/>
                        <a:pt x="4" y="0"/>
                        <a:pt x="7" y="1"/>
                      </a:cubicBezTo>
                      <a:cubicBezTo>
                        <a:pt x="9" y="2"/>
                        <a:pt x="10" y="5"/>
                        <a:pt x="9" y="6"/>
                      </a:cubicBezTo>
                      <a:cubicBezTo>
                        <a:pt x="8" y="8"/>
                        <a:pt x="6" y="8"/>
                        <a:pt x="4" y="6"/>
                      </a:cubicBezTo>
                      <a:cubicBezTo>
                        <a:pt x="1" y="5"/>
                        <a:pt x="0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15A3F"/>
                </a:solidFill>
                <a:ln w="3175" cap="flat">
                  <a:solidFill>
                    <a:srgbClr val="333333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11" name="Freeform 624">
                  <a:extLst>
                    <a:ext uri="{FF2B5EF4-FFF2-40B4-BE49-F238E27FC236}">
                      <a16:creationId xmlns:a16="http://schemas.microsoft.com/office/drawing/2014/main" id="{41019DA7-8BD6-469E-A06E-3D3DEFBEB0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37" y="2854"/>
                  <a:ext cx="328" cy="468"/>
                </a:xfrm>
                <a:custGeom>
                  <a:avLst/>
                  <a:gdLst>
                    <a:gd name="T0" fmla="*/ 8 w 163"/>
                    <a:gd name="T1" fmla="*/ 386 h 218"/>
                    <a:gd name="T2" fmla="*/ 292 w 163"/>
                    <a:gd name="T3" fmla="*/ 751 h 218"/>
                    <a:gd name="T4" fmla="*/ 284 w 163"/>
                    <a:gd name="T5" fmla="*/ 1337 h 218"/>
                    <a:gd name="T6" fmla="*/ 72 w 163"/>
                    <a:gd name="T7" fmla="*/ 2018 h 218"/>
                    <a:gd name="T8" fmla="*/ 97 w 163"/>
                    <a:gd name="T9" fmla="*/ 2130 h 218"/>
                    <a:gd name="T10" fmla="*/ 187 w 163"/>
                    <a:gd name="T11" fmla="*/ 2078 h 218"/>
                    <a:gd name="T12" fmla="*/ 400 w 163"/>
                    <a:gd name="T13" fmla="*/ 1456 h 218"/>
                    <a:gd name="T14" fmla="*/ 628 w 163"/>
                    <a:gd name="T15" fmla="*/ 1724 h 218"/>
                    <a:gd name="T16" fmla="*/ 724 w 163"/>
                    <a:gd name="T17" fmla="*/ 1700 h 218"/>
                    <a:gd name="T18" fmla="*/ 684 w 163"/>
                    <a:gd name="T19" fmla="*/ 1571 h 218"/>
                    <a:gd name="T20" fmla="*/ 555 w 163"/>
                    <a:gd name="T21" fmla="*/ 1395 h 218"/>
                    <a:gd name="T22" fmla="*/ 489 w 163"/>
                    <a:gd name="T23" fmla="*/ 820 h 218"/>
                    <a:gd name="T24" fmla="*/ 523 w 163"/>
                    <a:gd name="T25" fmla="*/ 792 h 218"/>
                    <a:gd name="T26" fmla="*/ 700 w 163"/>
                    <a:gd name="T27" fmla="*/ 1050 h 218"/>
                    <a:gd name="T28" fmla="*/ 887 w 163"/>
                    <a:gd name="T29" fmla="*/ 1318 h 218"/>
                    <a:gd name="T30" fmla="*/ 936 w 163"/>
                    <a:gd name="T31" fmla="*/ 1234 h 218"/>
                    <a:gd name="T32" fmla="*/ 813 w 163"/>
                    <a:gd name="T33" fmla="*/ 1028 h 218"/>
                    <a:gd name="T34" fmla="*/ 879 w 163"/>
                    <a:gd name="T35" fmla="*/ 960 h 218"/>
                    <a:gd name="T36" fmla="*/ 1232 w 163"/>
                    <a:gd name="T37" fmla="*/ 1267 h 218"/>
                    <a:gd name="T38" fmla="*/ 1272 w 163"/>
                    <a:gd name="T39" fmla="*/ 1286 h 218"/>
                    <a:gd name="T40" fmla="*/ 1296 w 163"/>
                    <a:gd name="T41" fmla="*/ 1258 h 218"/>
                    <a:gd name="T42" fmla="*/ 1296 w 163"/>
                    <a:gd name="T43" fmla="*/ 1245 h 218"/>
                    <a:gd name="T44" fmla="*/ 1141 w 163"/>
                    <a:gd name="T45" fmla="*/ 949 h 218"/>
                    <a:gd name="T46" fmla="*/ 1141 w 163"/>
                    <a:gd name="T47" fmla="*/ 932 h 218"/>
                    <a:gd name="T48" fmla="*/ 1149 w 163"/>
                    <a:gd name="T49" fmla="*/ 921 h 218"/>
                    <a:gd name="T50" fmla="*/ 1312 w 163"/>
                    <a:gd name="T51" fmla="*/ 861 h 218"/>
                    <a:gd name="T52" fmla="*/ 1328 w 163"/>
                    <a:gd name="T53" fmla="*/ 829 h 218"/>
                    <a:gd name="T54" fmla="*/ 1328 w 163"/>
                    <a:gd name="T55" fmla="*/ 811 h 218"/>
                    <a:gd name="T56" fmla="*/ 1280 w 163"/>
                    <a:gd name="T57" fmla="*/ 792 h 218"/>
                    <a:gd name="T58" fmla="*/ 692 w 163"/>
                    <a:gd name="T59" fmla="*/ 655 h 218"/>
                    <a:gd name="T60" fmla="*/ 284 w 163"/>
                    <a:gd name="T61" fmla="*/ 240 h 218"/>
                    <a:gd name="T62" fmla="*/ 0 w 163"/>
                    <a:gd name="T63" fmla="*/ 0 h 218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163" h="218">
                      <a:moveTo>
                        <a:pt x="1" y="39"/>
                      </a:moveTo>
                      <a:cubicBezTo>
                        <a:pt x="19" y="44"/>
                        <a:pt x="32" y="58"/>
                        <a:pt x="36" y="76"/>
                      </a:cubicBezTo>
                      <a:cubicBezTo>
                        <a:pt x="38" y="84"/>
                        <a:pt x="40" y="114"/>
                        <a:pt x="35" y="135"/>
                      </a:cubicBezTo>
                      <a:cubicBezTo>
                        <a:pt x="30" y="156"/>
                        <a:pt x="21" y="179"/>
                        <a:pt x="9" y="204"/>
                      </a:cubicBezTo>
                      <a:cubicBezTo>
                        <a:pt x="7" y="209"/>
                        <a:pt x="7" y="213"/>
                        <a:pt x="12" y="215"/>
                      </a:cubicBezTo>
                      <a:cubicBezTo>
                        <a:pt x="17" y="218"/>
                        <a:pt x="21" y="215"/>
                        <a:pt x="23" y="210"/>
                      </a:cubicBezTo>
                      <a:cubicBezTo>
                        <a:pt x="32" y="192"/>
                        <a:pt x="42" y="170"/>
                        <a:pt x="49" y="147"/>
                      </a:cubicBezTo>
                      <a:cubicBezTo>
                        <a:pt x="54" y="157"/>
                        <a:pt x="65" y="167"/>
                        <a:pt x="77" y="174"/>
                      </a:cubicBezTo>
                      <a:cubicBezTo>
                        <a:pt x="82" y="177"/>
                        <a:pt x="87" y="176"/>
                        <a:pt x="89" y="172"/>
                      </a:cubicBezTo>
                      <a:cubicBezTo>
                        <a:pt x="92" y="167"/>
                        <a:pt x="89" y="162"/>
                        <a:pt x="84" y="159"/>
                      </a:cubicBezTo>
                      <a:cubicBezTo>
                        <a:pt x="79" y="156"/>
                        <a:pt x="71" y="149"/>
                        <a:pt x="68" y="141"/>
                      </a:cubicBezTo>
                      <a:cubicBezTo>
                        <a:pt x="59" y="120"/>
                        <a:pt x="61" y="86"/>
                        <a:pt x="60" y="83"/>
                      </a:cubicBezTo>
                      <a:cubicBezTo>
                        <a:pt x="60" y="81"/>
                        <a:pt x="61" y="76"/>
                        <a:pt x="64" y="80"/>
                      </a:cubicBezTo>
                      <a:cubicBezTo>
                        <a:pt x="73" y="87"/>
                        <a:pt x="84" y="101"/>
                        <a:pt x="86" y="106"/>
                      </a:cubicBezTo>
                      <a:cubicBezTo>
                        <a:pt x="91" y="117"/>
                        <a:pt x="98" y="127"/>
                        <a:pt x="109" y="133"/>
                      </a:cubicBezTo>
                      <a:cubicBezTo>
                        <a:pt x="116" y="136"/>
                        <a:pt x="120" y="127"/>
                        <a:pt x="115" y="125"/>
                      </a:cubicBezTo>
                      <a:cubicBezTo>
                        <a:pt x="109" y="123"/>
                        <a:pt x="105" y="113"/>
                        <a:pt x="100" y="104"/>
                      </a:cubicBezTo>
                      <a:cubicBezTo>
                        <a:pt x="98" y="99"/>
                        <a:pt x="100" y="97"/>
                        <a:pt x="108" y="97"/>
                      </a:cubicBezTo>
                      <a:cubicBezTo>
                        <a:pt x="130" y="94"/>
                        <a:pt x="149" y="117"/>
                        <a:pt x="151" y="128"/>
                      </a:cubicBezTo>
                      <a:cubicBezTo>
                        <a:pt x="152" y="130"/>
                        <a:pt x="154" y="131"/>
                        <a:pt x="156" y="130"/>
                      </a:cubicBezTo>
                      <a:cubicBezTo>
                        <a:pt x="158" y="130"/>
                        <a:pt x="159" y="128"/>
                        <a:pt x="159" y="127"/>
                      </a:cubicBezTo>
                      <a:cubicBezTo>
                        <a:pt x="159" y="126"/>
                        <a:pt x="159" y="126"/>
                        <a:pt x="159" y="126"/>
                      </a:cubicBezTo>
                      <a:cubicBezTo>
                        <a:pt x="156" y="113"/>
                        <a:pt x="149" y="104"/>
                        <a:pt x="140" y="96"/>
                      </a:cubicBezTo>
                      <a:cubicBezTo>
                        <a:pt x="140" y="95"/>
                        <a:pt x="140" y="94"/>
                        <a:pt x="140" y="94"/>
                      </a:cubicBezTo>
                      <a:cubicBezTo>
                        <a:pt x="141" y="94"/>
                        <a:pt x="141" y="93"/>
                        <a:pt x="141" y="93"/>
                      </a:cubicBezTo>
                      <a:cubicBezTo>
                        <a:pt x="148" y="93"/>
                        <a:pt x="154" y="91"/>
                        <a:pt x="161" y="87"/>
                      </a:cubicBezTo>
                      <a:cubicBezTo>
                        <a:pt x="163" y="87"/>
                        <a:pt x="163" y="85"/>
                        <a:pt x="163" y="84"/>
                      </a:cubicBezTo>
                      <a:cubicBezTo>
                        <a:pt x="163" y="83"/>
                        <a:pt x="163" y="83"/>
                        <a:pt x="163" y="82"/>
                      </a:cubicBezTo>
                      <a:cubicBezTo>
                        <a:pt x="162" y="80"/>
                        <a:pt x="159" y="79"/>
                        <a:pt x="157" y="80"/>
                      </a:cubicBezTo>
                      <a:cubicBezTo>
                        <a:pt x="142" y="85"/>
                        <a:pt x="104" y="82"/>
                        <a:pt x="85" y="66"/>
                      </a:cubicBezTo>
                      <a:cubicBezTo>
                        <a:pt x="83" y="65"/>
                        <a:pt x="57" y="39"/>
                        <a:pt x="35" y="24"/>
                      </a:cubicBezTo>
                      <a:cubicBezTo>
                        <a:pt x="14" y="9"/>
                        <a:pt x="2" y="7"/>
                        <a:pt x="0" y="0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12" name="Freeform 625">
                  <a:extLst>
                    <a:ext uri="{FF2B5EF4-FFF2-40B4-BE49-F238E27FC236}">
                      <a16:creationId xmlns:a16="http://schemas.microsoft.com/office/drawing/2014/main" id="{59D0770B-8A4B-4B78-87CA-31ECBAE0B0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6" y="2977"/>
                  <a:ext cx="12" cy="53"/>
                </a:xfrm>
                <a:custGeom>
                  <a:avLst/>
                  <a:gdLst>
                    <a:gd name="T0" fmla="*/ 0 w 6"/>
                    <a:gd name="T1" fmla="*/ 0 h 25"/>
                    <a:gd name="T2" fmla="*/ 48 w 6"/>
                    <a:gd name="T3" fmla="*/ 237 h 2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25">
                      <a:moveTo>
                        <a:pt x="0" y="0"/>
                      </a:moveTo>
                      <a:cubicBezTo>
                        <a:pt x="5" y="8"/>
                        <a:pt x="6" y="19"/>
                        <a:pt x="6" y="25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13" name="Freeform 626">
                  <a:extLst>
                    <a:ext uri="{FF2B5EF4-FFF2-40B4-BE49-F238E27FC236}">
                      <a16:creationId xmlns:a16="http://schemas.microsoft.com/office/drawing/2014/main" id="{ED199B05-0D18-4D7B-8586-60F7E4E260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36" y="3150"/>
                  <a:ext cx="4" cy="24"/>
                </a:xfrm>
                <a:custGeom>
                  <a:avLst/>
                  <a:gdLst>
                    <a:gd name="T0" fmla="*/ 16 w 2"/>
                    <a:gd name="T1" fmla="*/ 0 h 11"/>
                    <a:gd name="T2" fmla="*/ 0 w 2"/>
                    <a:gd name="T3" fmla="*/ 113 h 1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11">
                      <a:moveTo>
                        <a:pt x="2" y="0"/>
                      </a:moveTo>
                      <a:cubicBezTo>
                        <a:pt x="1" y="5"/>
                        <a:pt x="0" y="11"/>
                        <a:pt x="0" y="11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14" name="Freeform 627">
                  <a:extLst>
                    <a:ext uri="{FF2B5EF4-FFF2-40B4-BE49-F238E27FC236}">
                      <a16:creationId xmlns:a16="http://schemas.microsoft.com/office/drawing/2014/main" id="{452C817B-D5A3-4A7B-AE4C-9776ECDCB2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7" y="3047"/>
                  <a:ext cx="22" cy="13"/>
                </a:xfrm>
                <a:custGeom>
                  <a:avLst/>
                  <a:gdLst>
                    <a:gd name="T0" fmla="*/ 0 w 11"/>
                    <a:gd name="T1" fmla="*/ 0 h 6"/>
                    <a:gd name="T2" fmla="*/ 88 w 11"/>
                    <a:gd name="T3" fmla="*/ 61 h 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1" h="6">
                      <a:moveTo>
                        <a:pt x="0" y="0"/>
                      </a:moveTo>
                      <a:cubicBezTo>
                        <a:pt x="6" y="2"/>
                        <a:pt x="11" y="6"/>
                        <a:pt x="11" y="6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15" name="Freeform 628">
                  <a:extLst>
                    <a:ext uri="{FF2B5EF4-FFF2-40B4-BE49-F238E27FC236}">
                      <a16:creationId xmlns:a16="http://schemas.microsoft.com/office/drawing/2014/main" id="{10080CAD-A92D-4542-90BE-DA18BD80F2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4" y="3043"/>
                  <a:ext cx="4" cy="30"/>
                </a:xfrm>
                <a:custGeom>
                  <a:avLst/>
                  <a:gdLst>
                    <a:gd name="T0" fmla="*/ 0 w 2"/>
                    <a:gd name="T1" fmla="*/ 0 h 14"/>
                    <a:gd name="T2" fmla="*/ 16 w 2"/>
                    <a:gd name="T3" fmla="*/ 137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" h="14">
                      <a:moveTo>
                        <a:pt x="0" y="0"/>
                      </a:moveTo>
                      <a:cubicBezTo>
                        <a:pt x="0" y="6"/>
                        <a:pt x="0" y="11"/>
                        <a:pt x="2" y="14"/>
                      </a:cubicBezTo>
                    </a:path>
                  </a:pathLst>
                </a:custGeom>
                <a:noFill/>
                <a:ln w="6350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16" name="Freeform 629">
                  <a:extLst>
                    <a:ext uri="{FF2B5EF4-FFF2-40B4-BE49-F238E27FC236}">
                      <a16:creationId xmlns:a16="http://schemas.microsoft.com/office/drawing/2014/main" id="{EBCB207A-905B-409D-98B1-DFB2FBE494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75" y="2067"/>
                  <a:ext cx="18" cy="32"/>
                </a:xfrm>
                <a:custGeom>
                  <a:avLst/>
                  <a:gdLst>
                    <a:gd name="T0" fmla="*/ 40 w 9"/>
                    <a:gd name="T1" fmla="*/ 0 h 15"/>
                    <a:gd name="T2" fmla="*/ 72 w 9"/>
                    <a:gd name="T3" fmla="*/ 41 h 15"/>
                    <a:gd name="T4" fmla="*/ 24 w 9"/>
                    <a:gd name="T5" fmla="*/ 137 h 15"/>
                    <a:gd name="T6" fmla="*/ 24 w 9"/>
                    <a:gd name="T7" fmla="*/ 145 h 15"/>
                    <a:gd name="T8" fmla="*/ 0 w 9"/>
                    <a:gd name="T9" fmla="*/ 87 h 1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5" y="0"/>
                      </a:moveTo>
                      <a:cubicBezTo>
                        <a:pt x="7" y="2"/>
                        <a:pt x="9" y="4"/>
                        <a:pt x="9" y="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1" y="12"/>
                        <a:pt x="1" y="11"/>
                        <a:pt x="0" y="9"/>
                      </a:cubicBezTo>
                    </a:path>
                  </a:pathLst>
                </a:custGeom>
                <a:solidFill>
                  <a:srgbClr val="FBD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17" name="Freeform 630">
                  <a:extLst>
                    <a:ext uri="{FF2B5EF4-FFF2-40B4-BE49-F238E27FC236}">
                      <a16:creationId xmlns:a16="http://schemas.microsoft.com/office/drawing/2014/main" id="{AC062C69-D81D-4708-9BA4-D63709E276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8" y="2125"/>
                  <a:ext cx="12" cy="19"/>
                </a:xfrm>
                <a:custGeom>
                  <a:avLst/>
                  <a:gdLst>
                    <a:gd name="T0" fmla="*/ 0 w 6"/>
                    <a:gd name="T1" fmla="*/ 27 h 9"/>
                    <a:gd name="T2" fmla="*/ 24 w 6"/>
                    <a:gd name="T3" fmla="*/ 68 h 9"/>
                    <a:gd name="T4" fmla="*/ 32 w 6"/>
                    <a:gd name="T5" fmla="*/ 0 h 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" h="9">
                      <a:moveTo>
                        <a:pt x="0" y="3"/>
                      </a:moveTo>
                      <a:cubicBezTo>
                        <a:pt x="0" y="5"/>
                        <a:pt x="1" y="9"/>
                        <a:pt x="3" y="7"/>
                      </a:cubicBezTo>
                      <a:cubicBezTo>
                        <a:pt x="6" y="6"/>
                        <a:pt x="5" y="2"/>
                        <a:pt x="4" y="0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18" name="Freeform 631">
                  <a:extLst>
                    <a:ext uri="{FF2B5EF4-FFF2-40B4-BE49-F238E27FC236}">
                      <a16:creationId xmlns:a16="http://schemas.microsoft.com/office/drawing/2014/main" id="{9E231259-DD6B-4807-8453-FB8DB9FBCA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8" y="2316"/>
                  <a:ext cx="10" cy="15"/>
                </a:xfrm>
                <a:custGeom>
                  <a:avLst/>
                  <a:gdLst>
                    <a:gd name="T0" fmla="*/ 8 w 5"/>
                    <a:gd name="T1" fmla="*/ 19 h 7"/>
                    <a:gd name="T2" fmla="*/ 0 w 5"/>
                    <a:gd name="T3" fmla="*/ 60 h 7"/>
                    <a:gd name="T4" fmla="*/ 40 w 5"/>
                    <a:gd name="T5" fmla="*/ 0 h 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" h="7">
                      <a:moveTo>
                        <a:pt x="1" y="2"/>
                      </a:moveTo>
                      <a:cubicBezTo>
                        <a:pt x="0" y="3"/>
                        <a:pt x="0" y="5"/>
                        <a:pt x="0" y="6"/>
                      </a:cubicBezTo>
                      <a:cubicBezTo>
                        <a:pt x="4" y="7"/>
                        <a:pt x="5" y="3"/>
                        <a:pt x="5" y="0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19" name="Freeform 632">
                  <a:extLst>
                    <a:ext uri="{FF2B5EF4-FFF2-40B4-BE49-F238E27FC236}">
                      <a16:creationId xmlns:a16="http://schemas.microsoft.com/office/drawing/2014/main" id="{FBFB1E75-BBCD-43F0-B88E-EA4AE99261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2" y="2342"/>
                  <a:ext cx="12" cy="12"/>
                </a:xfrm>
                <a:custGeom>
                  <a:avLst/>
                  <a:gdLst>
                    <a:gd name="T0" fmla="*/ 32 w 6"/>
                    <a:gd name="T1" fmla="*/ 0 h 6"/>
                    <a:gd name="T2" fmla="*/ 8 w 6"/>
                    <a:gd name="T3" fmla="*/ 48 h 6"/>
                    <a:gd name="T4" fmla="*/ 48 w 6"/>
                    <a:gd name="T5" fmla="*/ 24 h 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" h="6">
                      <a:moveTo>
                        <a:pt x="4" y="0"/>
                      </a:moveTo>
                      <a:cubicBezTo>
                        <a:pt x="2" y="1"/>
                        <a:pt x="0" y="3"/>
                        <a:pt x="1" y="6"/>
                      </a:cubicBezTo>
                      <a:cubicBezTo>
                        <a:pt x="3" y="6"/>
                        <a:pt x="4" y="4"/>
                        <a:pt x="6" y="3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20" name="Freeform 633">
                  <a:extLst>
                    <a:ext uri="{FF2B5EF4-FFF2-40B4-BE49-F238E27FC236}">
                      <a16:creationId xmlns:a16="http://schemas.microsoft.com/office/drawing/2014/main" id="{D8343355-5934-4A48-A9F4-D61E006EA9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5" y="2320"/>
                  <a:ext cx="16" cy="15"/>
                </a:xfrm>
                <a:custGeom>
                  <a:avLst/>
                  <a:gdLst>
                    <a:gd name="T0" fmla="*/ 0 w 8"/>
                    <a:gd name="T1" fmla="*/ 28 h 7"/>
                    <a:gd name="T2" fmla="*/ 8 w 8"/>
                    <a:gd name="T3" fmla="*/ 69 h 7"/>
                    <a:gd name="T4" fmla="*/ 40 w 8"/>
                    <a:gd name="T5" fmla="*/ 0 h 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7">
                      <a:moveTo>
                        <a:pt x="0" y="3"/>
                      </a:moveTo>
                      <a:cubicBezTo>
                        <a:pt x="1" y="4"/>
                        <a:pt x="1" y="5"/>
                        <a:pt x="1" y="7"/>
                      </a:cubicBezTo>
                      <a:cubicBezTo>
                        <a:pt x="4" y="7"/>
                        <a:pt x="8" y="2"/>
                        <a:pt x="5" y="0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21" name="Freeform 634">
                  <a:extLst>
                    <a:ext uri="{FF2B5EF4-FFF2-40B4-BE49-F238E27FC236}">
                      <a16:creationId xmlns:a16="http://schemas.microsoft.com/office/drawing/2014/main" id="{1F95F9D4-FF2D-4C9E-9076-071B60EC9C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30" y="2612"/>
                  <a:ext cx="22" cy="19"/>
                </a:xfrm>
                <a:custGeom>
                  <a:avLst/>
                  <a:gdLst>
                    <a:gd name="T0" fmla="*/ 48 w 11"/>
                    <a:gd name="T1" fmla="*/ 0 h 9"/>
                    <a:gd name="T2" fmla="*/ 8 w 11"/>
                    <a:gd name="T3" fmla="*/ 57 h 9"/>
                    <a:gd name="T4" fmla="*/ 88 w 11"/>
                    <a:gd name="T5" fmla="*/ 0 h 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" h="9">
                      <a:moveTo>
                        <a:pt x="6" y="0"/>
                      </a:moveTo>
                      <a:cubicBezTo>
                        <a:pt x="4" y="1"/>
                        <a:pt x="0" y="4"/>
                        <a:pt x="1" y="6"/>
                      </a:cubicBezTo>
                      <a:cubicBezTo>
                        <a:pt x="3" y="9"/>
                        <a:pt x="10" y="1"/>
                        <a:pt x="11" y="0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22" name="Freeform 635">
                  <a:extLst>
                    <a:ext uri="{FF2B5EF4-FFF2-40B4-BE49-F238E27FC236}">
                      <a16:creationId xmlns:a16="http://schemas.microsoft.com/office/drawing/2014/main" id="{A6E46FB2-B43C-4DD8-96CA-C2C4FACE8D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8" y="2650"/>
                  <a:ext cx="16" cy="13"/>
                </a:xfrm>
                <a:custGeom>
                  <a:avLst/>
                  <a:gdLst>
                    <a:gd name="T0" fmla="*/ 24 w 8"/>
                    <a:gd name="T1" fmla="*/ 9 h 6"/>
                    <a:gd name="T2" fmla="*/ 64 w 8"/>
                    <a:gd name="T3" fmla="*/ 0 h 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8" h="6">
                      <a:moveTo>
                        <a:pt x="3" y="1"/>
                      </a:moveTo>
                      <a:cubicBezTo>
                        <a:pt x="0" y="6"/>
                        <a:pt x="7" y="6"/>
                        <a:pt x="8" y="0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23" name="Freeform 636">
                  <a:extLst>
                    <a:ext uri="{FF2B5EF4-FFF2-40B4-BE49-F238E27FC236}">
                      <a16:creationId xmlns:a16="http://schemas.microsoft.com/office/drawing/2014/main" id="{F33C396F-2A78-4849-B7E6-D750F85FB5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96" y="2749"/>
                  <a:ext cx="16" cy="19"/>
                </a:xfrm>
                <a:custGeom>
                  <a:avLst/>
                  <a:gdLst>
                    <a:gd name="T0" fmla="*/ 48 w 8"/>
                    <a:gd name="T1" fmla="*/ 8 h 9"/>
                    <a:gd name="T2" fmla="*/ 64 w 8"/>
                    <a:gd name="T3" fmla="*/ 36 h 9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8" h="9">
                      <a:moveTo>
                        <a:pt x="6" y="1"/>
                      </a:moveTo>
                      <a:cubicBezTo>
                        <a:pt x="0" y="0"/>
                        <a:pt x="0" y="9"/>
                        <a:pt x="8" y="4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24" name="Freeform 637">
                  <a:extLst>
                    <a:ext uri="{FF2B5EF4-FFF2-40B4-BE49-F238E27FC236}">
                      <a16:creationId xmlns:a16="http://schemas.microsoft.com/office/drawing/2014/main" id="{47BDC91B-2A68-46D7-B0C2-F2039C8E09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37" y="2931"/>
                  <a:ext cx="20" cy="16"/>
                </a:xfrm>
                <a:custGeom>
                  <a:avLst/>
                  <a:gdLst>
                    <a:gd name="T0" fmla="*/ 32 w 10"/>
                    <a:gd name="T1" fmla="*/ 0 h 7"/>
                    <a:gd name="T2" fmla="*/ 32 w 10"/>
                    <a:gd name="T3" fmla="*/ 85 h 7"/>
                    <a:gd name="T4" fmla="*/ 80 w 10"/>
                    <a:gd name="T5" fmla="*/ 0 h 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" h="7">
                      <a:moveTo>
                        <a:pt x="4" y="0"/>
                      </a:moveTo>
                      <a:cubicBezTo>
                        <a:pt x="2" y="2"/>
                        <a:pt x="0" y="6"/>
                        <a:pt x="4" y="7"/>
                      </a:cubicBezTo>
                      <a:cubicBezTo>
                        <a:pt x="7" y="7"/>
                        <a:pt x="9" y="2"/>
                        <a:pt x="10" y="0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25" name="Freeform 638">
                  <a:extLst>
                    <a:ext uri="{FF2B5EF4-FFF2-40B4-BE49-F238E27FC236}">
                      <a16:creationId xmlns:a16="http://schemas.microsoft.com/office/drawing/2014/main" id="{B6CC81EB-A3E1-4E61-8579-BA67A8D2C9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979"/>
                  <a:ext cx="16" cy="19"/>
                </a:xfrm>
                <a:custGeom>
                  <a:avLst/>
                  <a:gdLst>
                    <a:gd name="T0" fmla="*/ 32 w 8"/>
                    <a:gd name="T1" fmla="*/ 0 h 9"/>
                    <a:gd name="T2" fmla="*/ 8 w 8"/>
                    <a:gd name="T3" fmla="*/ 49 h 9"/>
                    <a:gd name="T4" fmla="*/ 56 w 8"/>
                    <a:gd name="T5" fmla="*/ 27 h 9"/>
                    <a:gd name="T6" fmla="*/ 8 w 8"/>
                    <a:gd name="T7" fmla="*/ 84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" h="9">
                      <a:moveTo>
                        <a:pt x="4" y="0"/>
                      </a:moveTo>
                      <a:cubicBezTo>
                        <a:pt x="2" y="1"/>
                        <a:pt x="0" y="3"/>
                        <a:pt x="1" y="5"/>
                      </a:cubicBezTo>
                      <a:cubicBezTo>
                        <a:pt x="3" y="5"/>
                        <a:pt x="5" y="3"/>
                        <a:pt x="7" y="3"/>
                      </a:cubicBezTo>
                      <a:cubicBezTo>
                        <a:pt x="8" y="6"/>
                        <a:pt x="4" y="9"/>
                        <a:pt x="1" y="9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26" name="Freeform 639">
                  <a:extLst>
                    <a:ext uri="{FF2B5EF4-FFF2-40B4-BE49-F238E27FC236}">
                      <a16:creationId xmlns:a16="http://schemas.microsoft.com/office/drawing/2014/main" id="{3E14D015-250E-4ABE-AAAF-ADBBEDA1E7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24" y="3041"/>
                  <a:ext cx="16" cy="21"/>
                </a:xfrm>
                <a:custGeom>
                  <a:avLst/>
                  <a:gdLst>
                    <a:gd name="T0" fmla="*/ 56 w 8"/>
                    <a:gd name="T1" fmla="*/ 17 h 10"/>
                    <a:gd name="T2" fmla="*/ 64 w 8"/>
                    <a:gd name="T3" fmla="*/ 48 h 1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8" h="10">
                      <a:moveTo>
                        <a:pt x="7" y="2"/>
                      </a:moveTo>
                      <a:cubicBezTo>
                        <a:pt x="1" y="0"/>
                        <a:pt x="0" y="10"/>
                        <a:pt x="8" y="5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27" name="Freeform 640">
                  <a:extLst>
                    <a:ext uri="{FF2B5EF4-FFF2-40B4-BE49-F238E27FC236}">
                      <a16:creationId xmlns:a16="http://schemas.microsoft.com/office/drawing/2014/main" id="{7C399B41-B57A-406C-AC6A-309091AB03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9" y="3041"/>
                  <a:ext cx="8" cy="13"/>
                </a:xfrm>
                <a:custGeom>
                  <a:avLst/>
                  <a:gdLst>
                    <a:gd name="T0" fmla="*/ 0 w 4"/>
                    <a:gd name="T1" fmla="*/ 52 h 6"/>
                    <a:gd name="T2" fmla="*/ 32 w 4"/>
                    <a:gd name="T3" fmla="*/ 0 h 6"/>
                    <a:gd name="T4" fmla="*/ 32 w 4"/>
                    <a:gd name="T5" fmla="*/ 61 h 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" h="6">
                      <a:moveTo>
                        <a:pt x="0" y="5"/>
                      </a:moveTo>
                      <a:cubicBezTo>
                        <a:pt x="1" y="3"/>
                        <a:pt x="2" y="0"/>
                        <a:pt x="4" y="0"/>
                      </a:cubicBezTo>
                      <a:cubicBezTo>
                        <a:pt x="4" y="2"/>
                        <a:pt x="4" y="4"/>
                        <a:pt x="4" y="6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28" name="Freeform 641">
                  <a:extLst>
                    <a:ext uri="{FF2B5EF4-FFF2-40B4-BE49-F238E27FC236}">
                      <a16:creationId xmlns:a16="http://schemas.microsoft.com/office/drawing/2014/main" id="{431EA1A5-4F50-4657-8D2D-4E6098F4F8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6" y="3148"/>
                  <a:ext cx="18" cy="15"/>
                </a:xfrm>
                <a:custGeom>
                  <a:avLst/>
                  <a:gdLst>
                    <a:gd name="T0" fmla="*/ 64 w 9"/>
                    <a:gd name="T1" fmla="*/ 19 h 7"/>
                    <a:gd name="T2" fmla="*/ 72 w 9"/>
                    <a:gd name="T3" fmla="*/ 60 h 7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7">
                      <a:moveTo>
                        <a:pt x="8" y="2"/>
                      </a:moveTo>
                      <a:cubicBezTo>
                        <a:pt x="2" y="0"/>
                        <a:pt x="0" y="7"/>
                        <a:pt x="9" y="6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29" name="Freeform 642">
                  <a:extLst>
                    <a:ext uri="{FF2B5EF4-FFF2-40B4-BE49-F238E27FC236}">
                      <a16:creationId xmlns:a16="http://schemas.microsoft.com/office/drawing/2014/main" id="{102E9DCA-D9FF-49C8-B7F5-937AAD39A7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73" y="3178"/>
                  <a:ext cx="16" cy="17"/>
                </a:xfrm>
                <a:custGeom>
                  <a:avLst/>
                  <a:gdLst>
                    <a:gd name="T0" fmla="*/ 64 w 8"/>
                    <a:gd name="T1" fmla="*/ 28 h 8"/>
                    <a:gd name="T2" fmla="*/ 24 w 8"/>
                    <a:gd name="T3" fmla="*/ 0 h 8"/>
                    <a:gd name="T4" fmla="*/ 48 w 8"/>
                    <a:gd name="T5" fmla="*/ 60 h 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8">
                      <a:moveTo>
                        <a:pt x="8" y="3"/>
                      </a:moveTo>
                      <a:cubicBezTo>
                        <a:pt x="6" y="1"/>
                        <a:pt x="4" y="1"/>
                        <a:pt x="3" y="0"/>
                      </a:cubicBezTo>
                      <a:cubicBezTo>
                        <a:pt x="0" y="3"/>
                        <a:pt x="2" y="8"/>
                        <a:pt x="6" y="6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30" name="Freeform 643">
                  <a:extLst>
                    <a:ext uri="{FF2B5EF4-FFF2-40B4-BE49-F238E27FC236}">
                      <a16:creationId xmlns:a16="http://schemas.microsoft.com/office/drawing/2014/main" id="{D14FA547-4C56-4A63-A6BF-85A82498DE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0" y="3421"/>
                  <a:ext cx="12" cy="15"/>
                </a:xfrm>
                <a:custGeom>
                  <a:avLst/>
                  <a:gdLst>
                    <a:gd name="T0" fmla="*/ 48 w 6"/>
                    <a:gd name="T1" fmla="*/ 9 h 7"/>
                    <a:gd name="T2" fmla="*/ 8 w 6"/>
                    <a:gd name="T3" fmla="*/ 41 h 7"/>
                    <a:gd name="T4" fmla="*/ 40 w 6"/>
                    <a:gd name="T5" fmla="*/ 60 h 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" h="7">
                      <a:moveTo>
                        <a:pt x="6" y="1"/>
                      </a:moveTo>
                      <a:cubicBezTo>
                        <a:pt x="4" y="0"/>
                        <a:pt x="0" y="0"/>
                        <a:pt x="1" y="4"/>
                      </a:cubicBezTo>
                      <a:cubicBezTo>
                        <a:pt x="1" y="7"/>
                        <a:pt x="3" y="6"/>
                        <a:pt x="5" y="6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331" name="Freeform 644">
                  <a:extLst>
                    <a:ext uri="{FF2B5EF4-FFF2-40B4-BE49-F238E27FC236}">
                      <a16:creationId xmlns:a16="http://schemas.microsoft.com/office/drawing/2014/main" id="{E7D4FA31-419F-4741-9769-7B662495A1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1" y="3491"/>
                  <a:ext cx="18" cy="13"/>
                </a:xfrm>
                <a:custGeom>
                  <a:avLst/>
                  <a:gdLst>
                    <a:gd name="T0" fmla="*/ 72 w 9"/>
                    <a:gd name="T1" fmla="*/ 0 h 6"/>
                    <a:gd name="T2" fmla="*/ 64 w 9"/>
                    <a:gd name="T3" fmla="*/ 52 h 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" h="6">
                      <a:moveTo>
                        <a:pt x="9" y="0"/>
                      </a:moveTo>
                      <a:cubicBezTo>
                        <a:pt x="3" y="0"/>
                        <a:pt x="0" y="6"/>
                        <a:pt x="8" y="5"/>
                      </a:cubicBezTo>
                    </a:path>
                  </a:pathLst>
                </a:custGeom>
                <a:noFill/>
                <a:ln w="6350" cap="rnd">
                  <a:solidFill>
                    <a:srgbClr val="FBDDC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096" name="Freeform 645">
                <a:extLst>
                  <a:ext uri="{FF2B5EF4-FFF2-40B4-BE49-F238E27FC236}">
                    <a16:creationId xmlns:a16="http://schemas.microsoft.com/office/drawing/2014/main" id="{CA3AFBD3-E292-4654-A889-337D89C3C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3384"/>
                <a:ext cx="16" cy="13"/>
              </a:xfrm>
              <a:custGeom>
                <a:avLst/>
                <a:gdLst>
                  <a:gd name="T0" fmla="*/ 40 w 8"/>
                  <a:gd name="T1" fmla="*/ 0 h 6"/>
                  <a:gd name="T2" fmla="*/ 8 w 8"/>
                  <a:gd name="T3" fmla="*/ 52 h 6"/>
                  <a:gd name="T4" fmla="*/ 64 w 8"/>
                  <a:gd name="T5" fmla="*/ 5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cubicBezTo>
                      <a:pt x="3" y="0"/>
                      <a:pt x="0" y="2"/>
                      <a:pt x="1" y="5"/>
                    </a:cubicBezTo>
                    <a:cubicBezTo>
                      <a:pt x="3" y="6"/>
                      <a:pt x="6" y="4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7" name="Freeform 646">
                <a:extLst>
                  <a:ext uri="{FF2B5EF4-FFF2-40B4-BE49-F238E27FC236}">
                    <a16:creationId xmlns:a16="http://schemas.microsoft.com/office/drawing/2014/main" id="{3350C956-3930-4E58-85E0-B190168BF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513"/>
                <a:ext cx="17" cy="17"/>
              </a:xfrm>
              <a:custGeom>
                <a:avLst/>
                <a:gdLst>
                  <a:gd name="T0" fmla="*/ 68 w 8"/>
                  <a:gd name="T1" fmla="*/ 0 h 8"/>
                  <a:gd name="T2" fmla="*/ 77 w 8"/>
                  <a:gd name="T3" fmla="*/ 4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7" y="0"/>
                    </a:moveTo>
                    <a:cubicBezTo>
                      <a:pt x="0" y="1"/>
                      <a:pt x="1" y="8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8" name="Freeform 647">
                <a:extLst>
                  <a:ext uri="{FF2B5EF4-FFF2-40B4-BE49-F238E27FC236}">
                    <a16:creationId xmlns:a16="http://schemas.microsoft.com/office/drawing/2014/main" id="{FB62121F-956A-4924-BF3A-A3E0CEF9C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474"/>
                <a:ext cx="6" cy="5"/>
              </a:xfrm>
              <a:custGeom>
                <a:avLst/>
                <a:gdLst>
                  <a:gd name="T0" fmla="*/ 24 w 3"/>
                  <a:gd name="T1" fmla="*/ 0 h 2"/>
                  <a:gd name="T2" fmla="*/ 0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9" name="Freeform 648">
                <a:extLst>
                  <a:ext uri="{FF2B5EF4-FFF2-40B4-BE49-F238E27FC236}">
                    <a16:creationId xmlns:a16="http://schemas.microsoft.com/office/drawing/2014/main" id="{BB3CE1DE-CB4B-4157-9042-231C86003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303"/>
                <a:ext cx="22" cy="19"/>
              </a:xfrm>
              <a:custGeom>
                <a:avLst/>
                <a:gdLst>
                  <a:gd name="T0" fmla="*/ 8 w 11"/>
                  <a:gd name="T1" fmla="*/ 36 h 9"/>
                  <a:gd name="T2" fmla="*/ 48 w 1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" y="4"/>
                    </a:moveTo>
                    <a:cubicBezTo>
                      <a:pt x="0" y="9"/>
                      <a:pt x="11" y="8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0" name="Freeform 649">
                <a:extLst>
                  <a:ext uri="{FF2B5EF4-FFF2-40B4-BE49-F238E27FC236}">
                    <a16:creationId xmlns:a16="http://schemas.microsoft.com/office/drawing/2014/main" id="{9CDD0C17-59D5-4525-9B5E-7998716F3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277"/>
                <a:ext cx="14" cy="11"/>
              </a:xfrm>
              <a:custGeom>
                <a:avLst/>
                <a:gdLst>
                  <a:gd name="T0" fmla="*/ 0 w 7"/>
                  <a:gd name="T1" fmla="*/ 53 h 5"/>
                  <a:gd name="T2" fmla="*/ 56 w 7"/>
                  <a:gd name="T3" fmla="*/ 20 h 5"/>
                  <a:gd name="T4" fmla="*/ 0 w 7"/>
                  <a:gd name="T5" fmla="*/ 2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5"/>
                      <a:pt x="5" y="3"/>
                      <a:pt x="7" y="2"/>
                    </a:cubicBezTo>
                    <a:cubicBezTo>
                      <a:pt x="5" y="0"/>
                      <a:pt x="2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1" name="Freeform 650">
                <a:extLst>
                  <a:ext uri="{FF2B5EF4-FFF2-40B4-BE49-F238E27FC236}">
                    <a16:creationId xmlns:a16="http://schemas.microsoft.com/office/drawing/2014/main" id="{DA5247F2-60D3-482F-A8AD-6E55D1D71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968"/>
                <a:ext cx="14" cy="17"/>
              </a:xfrm>
              <a:custGeom>
                <a:avLst/>
                <a:gdLst>
                  <a:gd name="T0" fmla="*/ 0 w 7"/>
                  <a:gd name="T1" fmla="*/ 49 h 8"/>
                  <a:gd name="T2" fmla="*/ 48 w 7"/>
                  <a:gd name="T3" fmla="*/ 60 h 8"/>
                  <a:gd name="T4" fmla="*/ 16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1" y="6"/>
                      <a:pt x="4" y="8"/>
                      <a:pt x="6" y="6"/>
                    </a:cubicBezTo>
                    <a:cubicBezTo>
                      <a:pt x="7" y="4"/>
                      <a:pt x="4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2" name="Freeform 651">
                <a:extLst>
                  <a:ext uri="{FF2B5EF4-FFF2-40B4-BE49-F238E27FC236}">
                    <a16:creationId xmlns:a16="http://schemas.microsoft.com/office/drawing/2014/main" id="{D0E13B07-D41E-48B9-99DC-BEC4D7503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814"/>
                <a:ext cx="14" cy="17"/>
              </a:xfrm>
              <a:custGeom>
                <a:avLst/>
                <a:gdLst>
                  <a:gd name="T0" fmla="*/ 0 w 7"/>
                  <a:gd name="T1" fmla="*/ 60 h 8"/>
                  <a:gd name="T2" fmla="*/ 8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6"/>
                    </a:moveTo>
                    <a:cubicBezTo>
                      <a:pt x="7" y="8"/>
                      <a:pt x="5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3" name="Freeform 652">
                <a:extLst>
                  <a:ext uri="{FF2B5EF4-FFF2-40B4-BE49-F238E27FC236}">
                    <a16:creationId xmlns:a16="http://schemas.microsoft.com/office/drawing/2014/main" id="{1CA6175A-C65A-4E10-AA33-379C658AC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812"/>
                <a:ext cx="8" cy="8"/>
              </a:xfrm>
              <a:custGeom>
                <a:avLst/>
                <a:gdLst>
                  <a:gd name="T0" fmla="*/ 0 w 4"/>
                  <a:gd name="T1" fmla="*/ 32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4" name="Freeform 653">
                <a:extLst>
                  <a:ext uri="{FF2B5EF4-FFF2-40B4-BE49-F238E27FC236}">
                    <a16:creationId xmlns:a16="http://schemas.microsoft.com/office/drawing/2014/main" id="{09D18940-5E50-434C-8ED0-A1F3EC606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511"/>
                <a:ext cx="18" cy="26"/>
              </a:xfrm>
              <a:custGeom>
                <a:avLst/>
                <a:gdLst>
                  <a:gd name="T0" fmla="*/ 16 w 9"/>
                  <a:gd name="T1" fmla="*/ 121 h 12"/>
                  <a:gd name="T2" fmla="*/ 0 w 9"/>
                  <a:gd name="T3" fmla="*/ 9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2" y="12"/>
                    </a:moveTo>
                    <a:cubicBezTo>
                      <a:pt x="9" y="11"/>
                      <a:pt x="8" y="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5" name="Freeform 654">
                <a:extLst>
                  <a:ext uri="{FF2B5EF4-FFF2-40B4-BE49-F238E27FC236}">
                    <a16:creationId xmlns:a16="http://schemas.microsoft.com/office/drawing/2014/main" id="{DFB5451A-A8F9-4F3D-8C27-2064B1326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653"/>
                <a:ext cx="17" cy="12"/>
              </a:xfrm>
              <a:custGeom>
                <a:avLst/>
                <a:gdLst>
                  <a:gd name="T0" fmla="*/ 77 w 8"/>
                  <a:gd name="T1" fmla="*/ 32 h 6"/>
                  <a:gd name="T2" fmla="*/ 60 w 8"/>
                  <a:gd name="T3" fmla="*/ 0 h 6"/>
                  <a:gd name="T4" fmla="*/ 40 w 8"/>
                  <a:gd name="T5" fmla="*/ 48 h 6"/>
                  <a:gd name="T6" fmla="*/ 19 w 8"/>
                  <a:gd name="T7" fmla="*/ 0 h 6"/>
                  <a:gd name="T8" fmla="*/ 0 w 8"/>
                  <a:gd name="T9" fmla="*/ 4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7" y="3"/>
                      <a:pt x="7" y="1"/>
                      <a:pt x="6" y="0"/>
                    </a:cubicBezTo>
                    <a:cubicBezTo>
                      <a:pt x="5" y="1"/>
                      <a:pt x="5" y="4"/>
                      <a:pt x="4" y="6"/>
                    </a:cubicBezTo>
                    <a:cubicBezTo>
                      <a:pt x="4" y="4"/>
                      <a:pt x="4" y="1"/>
                      <a:pt x="2" y="0"/>
                    </a:cubicBezTo>
                    <a:cubicBezTo>
                      <a:pt x="0" y="1"/>
                      <a:pt x="0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6" name="Freeform 655">
                <a:extLst>
                  <a:ext uri="{FF2B5EF4-FFF2-40B4-BE49-F238E27FC236}">
                    <a16:creationId xmlns:a16="http://schemas.microsoft.com/office/drawing/2014/main" id="{4D1BC9CC-06D1-45AD-B207-E9C68A29E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369"/>
                <a:ext cx="6" cy="1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7" name="Freeform 656">
                <a:extLst>
                  <a:ext uri="{FF2B5EF4-FFF2-40B4-BE49-F238E27FC236}">
                    <a16:creationId xmlns:a16="http://schemas.microsoft.com/office/drawing/2014/main" id="{0C0AA95C-87FC-49F3-9893-F640CEA55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782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4" y="0"/>
                      <a:pt x="4" y="1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8" name="Freeform 657">
                <a:extLst>
                  <a:ext uri="{FF2B5EF4-FFF2-40B4-BE49-F238E27FC236}">
                    <a16:creationId xmlns:a16="http://schemas.microsoft.com/office/drawing/2014/main" id="{0F64C7A3-33F1-44D3-B1C1-B2E4CCE0C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786"/>
                <a:ext cx="7" cy="6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24 h 3"/>
                  <a:gd name="T4" fmla="*/ 2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2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9" name="Freeform 658">
                <a:extLst>
                  <a:ext uri="{FF2B5EF4-FFF2-40B4-BE49-F238E27FC236}">
                    <a16:creationId xmlns:a16="http://schemas.microsoft.com/office/drawing/2014/main" id="{0AF09A94-3BAD-47DB-884D-A84DCC1D9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284"/>
                <a:ext cx="12" cy="12"/>
              </a:xfrm>
              <a:custGeom>
                <a:avLst/>
                <a:gdLst>
                  <a:gd name="T0" fmla="*/ 40 w 6"/>
                  <a:gd name="T1" fmla="*/ 0 h 6"/>
                  <a:gd name="T2" fmla="*/ 48 w 6"/>
                  <a:gd name="T3" fmla="*/ 48 h 6"/>
                  <a:gd name="T4" fmla="*/ 0 w 6"/>
                  <a:gd name="T5" fmla="*/ 1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5" y="2"/>
                      <a:pt x="5" y="4"/>
                      <a:pt x="6" y="6"/>
                    </a:cubicBezTo>
                    <a:cubicBezTo>
                      <a:pt x="2" y="6"/>
                      <a:pt x="0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0" name="Freeform 659">
                <a:extLst>
                  <a:ext uri="{FF2B5EF4-FFF2-40B4-BE49-F238E27FC236}">
                    <a16:creationId xmlns:a16="http://schemas.microsoft.com/office/drawing/2014/main" id="{E5B549F6-DB33-4401-B55D-6AD613EEE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805"/>
                <a:ext cx="18" cy="26"/>
              </a:xfrm>
              <a:custGeom>
                <a:avLst/>
                <a:gdLst>
                  <a:gd name="T0" fmla="*/ 32 w 9"/>
                  <a:gd name="T1" fmla="*/ 0 h 12"/>
                  <a:gd name="T2" fmla="*/ 48 w 9"/>
                  <a:gd name="T3" fmla="*/ 113 h 12"/>
                  <a:gd name="T4" fmla="*/ 0 w 9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4" y="0"/>
                    </a:moveTo>
                    <a:cubicBezTo>
                      <a:pt x="5" y="2"/>
                      <a:pt x="9" y="9"/>
                      <a:pt x="6" y="11"/>
                    </a:cubicBezTo>
                    <a:cubicBezTo>
                      <a:pt x="3" y="12"/>
                      <a:pt x="0" y="5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1" name="Freeform 660">
                <a:extLst>
                  <a:ext uri="{FF2B5EF4-FFF2-40B4-BE49-F238E27FC236}">
                    <a16:creationId xmlns:a16="http://schemas.microsoft.com/office/drawing/2014/main" id="{14172C5B-89A2-4604-86B6-0BEDDF2E6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942"/>
                <a:ext cx="16" cy="17"/>
              </a:xfrm>
              <a:custGeom>
                <a:avLst/>
                <a:gdLst>
                  <a:gd name="T0" fmla="*/ 0 w 8"/>
                  <a:gd name="T1" fmla="*/ 40 h 8"/>
                  <a:gd name="T2" fmla="*/ 56 w 8"/>
                  <a:gd name="T3" fmla="*/ 9 h 8"/>
                  <a:gd name="T4" fmla="*/ 16 w 8"/>
                  <a:gd name="T5" fmla="*/ 7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2" y="3"/>
                      <a:pt x="4" y="0"/>
                      <a:pt x="7" y="1"/>
                    </a:cubicBezTo>
                    <a:cubicBezTo>
                      <a:pt x="8" y="5"/>
                      <a:pt x="4" y="6"/>
                      <a:pt x="2" y="8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2" name="Freeform 661">
                <a:extLst>
                  <a:ext uri="{FF2B5EF4-FFF2-40B4-BE49-F238E27FC236}">
                    <a16:creationId xmlns:a16="http://schemas.microsoft.com/office/drawing/2014/main" id="{3B1A18A0-348D-4169-BEDE-8FA15B554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3067"/>
                <a:ext cx="16" cy="10"/>
              </a:xfrm>
              <a:custGeom>
                <a:avLst/>
                <a:gdLst>
                  <a:gd name="T0" fmla="*/ 32 w 8"/>
                  <a:gd name="T1" fmla="*/ 0 h 5"/>
                  <a:gd name="T2" fmla="*/ 0 w 8"/>
                  <a:gd name="T3" fmla="*/ 24 h 5"/>
                  <a:gd name="T4" fmla="*/ 64 w 8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2" y="5"/>
                      <a:pt x="5" y="4"/>
                      <a:pt x="8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3" name="Freeform 662">
                <a:extLst>
                  <a:ext uri="{FF2B5EF4-FFF2-40B4-BE49-F238E27FC236}">
                    <a16:creationId xmlns:a16="http://schemas.microsoft.com/office/drawing/2014/main" id="{111C82C6-7A53-4BBC-A769-924E46997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987"/>
                <a:ext cx="14" cy="9"/>
              </a:xfrm>
              <a:custGeom>
                <a:avLst/>
                <a:gdLst>
                  <a:gd name="T0" fmla="*/ 0 w 7"/>
                  <a:gd name="T1" fmla="*/ 0 h 4"/>
                  <a:gd name="T2" fmla="*/ 48 w 7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7" y="2"/>
                      <a:pt x="6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4" name="Freeform 663">
                <a:extLst>
                  <a:ext uri="{FF2B5EF4-FFF2-40B4-BE49-F238E27FC236}">
                    <a16:creationId xmlns:a16="http://schemas.microsoft.com/office/drawing/2014/main" id="{8D7C7836-2402-40AA-9B6F-53E591905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086"/>
                <a:ext cx="14" cy="19"/>
              </a:xfrm>
              <a:custGeom>
                <a:avLst/>
                <a:gdLst>
                  <a:gd name="T0" fmla="*/ 40 w 7"/>
                  <a:gd name="T1" fmla="*/ 0 h 9"/>
                  <a:gd name="T2" fmla="*/ 40 w 7"/>
                  <a:gd name="T3" fmla="*/ 84 h 9"/>
                  <a:gd name="T4" fmla="*/ 0 w 7"/>
                  <a:gd name="T5" fmla="*/ 2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cubicBezTo>
                      <a:pt x="6" y="2"/>
                      <a:pt x="7" y="8"/>
                      <a:pt x="5" y="9"/>
                    </a:cubicBezTo>
                    <a:cubicBezTo>
                      <a:pt x="3" y="8"/>
                      <a:pt x="1" y="5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5" name="Freeform 664">
                <a:extLst>
                  <a:ext uri="{FF2B5EF4-FFF2-40B4-BE49-F238E27FC236}">
                    <a16:creationId xmlns:a16="http://schemas.microsoft.com/office/drawing/2014/main" id="{1C2B5CDE-734B-4B31-9DDA-7A9D9065C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500"/>
                <a:ext cx="2" cy="13"/>
              </a:xfrm>
              <a:custGeom>
                <a:avLst/>
                <a:gdLst>
                  <a:gd name="T0" fmla="*/ 8 w 1"/>
                  <a:gd name="T1" fmla="*/ 0 h 6"/>
                  <a:gd name="T2" fmla="*/ 0 w 1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6" name="Freeform 665">
                <a:extLst>
                  <a:ext uri="{FF2B5EF4-FFF2-40B4-BE49-F238E27FC236}">
                    <a16:creationId xmlns:a16="http://schemas.microsoft.com/office/drawing/2014/main" id="{927F3943-E165-4C63-BE17-6F3B0C05C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3624"/>
                <a:ext cx="16" cy="20"/>
              </a:xfrm>
              <a:custGeom>
                <a:avLst/>
                <a:gdLst>
                  <a:gd name="T0" fmla="*/ 64 w 8"/>
                  <a:gd name="T1" fmla="*/ 53 h 9"/>
                  <a:gd name="T2" fmla="*/ 64 w 8"/>
                  <a:gd name="T3" fmla="*/ 9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4" y="0"/>
                      <a:pt x="0" y="9"/>
                      <a:pt x="8" y="9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7" name="Freeform 666">
                <a:extLst>
                  <a:ext uri="{FF2B5EF4-FFF2-40B4-BE49-F238E27FC236}">
                    <a16:creationId xmlns:a16="http://schemas.microsoft.com/office/drawing/2014/main" id="{5C34FB42-07C4-4263-BF12-3AD7A2050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607"/>
                <a:ext cx="8" cy="5"/>
              </a:xfrm>
              <a:custGeom>
                <a:avLst/>
                <a:gdLst>
                  <a:gd name="T0" fmla="*/ 0 w 4"/>
                  <a:gd name="T1" fmla="*/ 33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8" name="Freeform 667">
                <a:extLst>
                  <a:ext uri="{FF2B5EF4-FFF2-40B4-BE49-F238E27FC236}">
                    <a16:creationId xmlns:a16="http://schemas.microsoft.com/office/drawing/2014/main" id="{A5447C6C-F45D-4971-83BD-01A84876C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3487"/>
                <a:ext cx="14" cy="19"/>
              </a:xfrm>
              <a:custGeom>
                <a:avLst/>
                <a:gdLst>
                  <a:gd name="T0" fmla="*/ 16 w 7"/>
                  <a:gd name="T1" fmla="*/ 36 h 9"/>
                  <a:gd name="T2" fmla="*/ 0 w 7"/>
                  <a:gd name="T3" fmla="*/ 7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2" y="4"/>
                    </a:moveTo>
                    <a:cubicBezTo>
                      <a:pt x="7" y="0"/>
                      <a:pt x="7" y="9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9" name="Freeform 668">
                <a:extLst>
                  <a:ext uri="{FF2B5EF4-FFF2-40B4-BE49-F238E27FC236}">
                    <a16:creationId xmlns:a16="http://schemas.microsoft.com/office/drawing/2014/main" id="{B403C330-AF6B-4AF0-9BC2-3F14D0314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3403"/>
                <a:ext cx="8" cy="9"/>
              </a:xfrm>
              <a:custGeom>
                <a:avLst/>
                <a:gdLst>
                  <a:gd name="T0" fmla="*/ 0 w 4"/>
                  <a:gd name="T1" fmla="*/ 45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3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0" name="Freeform 669">
                <a:extLst>
                  <a:ext uri="{FF2B5EF4-FFF2-40B4-BE49-F238E27FC236}">
                    <a16:creationId xmlns:a16="http://schemas.microsoft.com/office/drawing/2014/main" id="{D44C6A3A-A09C-4785-8E72-E7BC28707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3313"/>
                <a:ext cx="20" cy="26"/>
              </a:xfrm>
              <a:custGeom>
                <a:avLst/>
                <a:gdLst>
                  <a:gd name="T0" fmla="*/ 48 w 10"/>
                  <a:gd name="T1" fmla="*/ 0 h 12"/>
                  <a:gd name="T2" fmla="*/ 8 w 10"/>
                  <a:gd name="T3" fmla="*/ 52 h 12"/>
                  <a:gd name="T4" fmla="*/ 64 w 10"/>
                  <a:gd name="T5" fmla="*/ 43 h 12"/>
                  <a:gd name="T6" fmla="*/ 40 w 10"/>
                  <a:gd name="T7" fmla="*/ 12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cubicBezTo>
                      <a:pt x="4" y="1"/>
                      <a:pt x="0" y="2"/>
                      <a:pt x="1" y="5"/>
                    </a:cubicBezTo>
                    <a:cubicBezTo>
                      <a:pt x="3" y="6"/>
                      <a:pt x="6" y="5"/>
                      <a:pt x="8" y="4"/>
                    </a:cubicBezTo>
                    <a:cubicBezTo>
                      <a:pt x="10" y="7"/>
                      <a:pt x="8" y="11"/>
                      <a:pt x="5" y="12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1" name="Freeform 670">
                <a:extLst>
                  <a:ext uri="{FF2B5EF4-FFF2-40B4-BE49-F238E27FC236}">
                    <a16:creationId xmlns:a16="http://schemas.microsoft.com/office/drawing/2014/main" id="{59229543-3ECF-4F0D-A6B2-B0D809760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3187"/>
                <a:ext cx="18" cy="15"/>
              </a:xfrm>
              <a:custGeom>
                <a:avLst/>
                <a:gdLst>
                  <a:gd name="T0" fmla="*/ 48 w 9"/>
                  <a:gd name="T1" fmla="*/ 0 h 7"/>
                  <a:gd name="T2" fmla="*/ 8 w 9"/>
                  <a:gd name="T3" fmla="*/ 51 h 7"/>
                  <a:gd name="T4" fmla="*/ 72 w 9"/>
                  <a:gd name="T5" fmla="*/ 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6" y="0"/>
                    </a:moveTo>
                    <a:cubicBezTo>
                      <a:pt x="5" y="1"/>
                      <a:pt x="0" y="3"/>
                      <a:pt x="1" y="5"/>
                    </a:cubicBezTo>
                    <a:cubicBezTo>
                      <a:pt x="2" y="7"/>
                      <a:pt x="8" y="5"/>
                      <a:pt x="9" y="4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2" name="Freeform 671">
                <a:extLst>
                  <a:ext uri="{FF2B5EF4-FFF2-40B4-BE49-F238E27FC236}">
                    <a16:creationId xmlns:a16="http://schemas.microsoft.com/office/drawing/2014/main" id="{FE24BCDA-E155-41C7-898D-AC5771419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992"/>
                <a:ext cx="6" cy="30"/>
              </a:xfrm>
              <a:custGeom>
                <a:avLst/>
                <a:gdLst>
                  <a:gd name="T0" fmla="*/ 24 w 3"/>
                  <a:gd name="T1" fmla="*/ 0 h 14"/>
                  <a:gd name="T2" fmla="*/ 0 w 3"/>
                  <a:gd name="T3" fmla="*/ 13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0" y="7"/>
                      <a:pt x="0" y="14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3" name="Freeform 672">
                <a:extLst>
                  <a:ext uri="{FF2B5EF4-FFF2-40B4-BE49-F238E27FC236}">
                    <a16:creationId xmlns:a16="http://schemas.microsoft.com/office/drawing/2014/main" id="{BE263C8F-8F98-4D5A-B513-BB584E5CF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3103"/>
                <a:ext cx="29" cy="7"/>
              </a:xfrm>
              <a:custGeom>
                <a:avLst/>
                <a:gdLst>
                  <a:gd name="T0" fmla="*/ 0 w 14"/>
                  <a:gd name="T1" fmla="*/ 0 h 3"/>
                  <a:gd name="T2" fmla="*/ 124 w 14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4" y="0"/>
                      <a:pt x="10" y="2"/>
                      <a:pt x="14" y="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4" name="Freeform 673">
                <a:extLst>
                  <a:ext uri="{FF2B5EF4-FFF2-40B4-BE49-F238E27FC236}">
                    <a16:creationId xmlns:a16="http://schemas.microsoft.com/office/drawing/2014/main" id="{E504CB9B-1E11-4FD2-BC0E-0CFA88B2C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3105"/>
                <a:ext cx="5" cy="13"/>
              </a:xfrm>
              <a:custGeom>
                <a:avLst/>
                <a:gdLst>
                  <a:gd name="T0" fmla="*/ 33 w 2"/>
                  <a:gd name="T1" fmla="*/ 0 h 6"/>
                  <a:gd name="T2" fmla="*/ 20 w 2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1" y="6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5" name="Freeform 674">
                <a:extLst>
                  <a:ext uri="{FF2B5EF4-FFF2-40B4-BE49-F238E27FC236}">
                    <a16:creationId xmlns:a16="http://schemas.microsoft.com/office/drawing/2014/main" id="{06647D96-22C7-4575-AB41-9363024AD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998"/>
                <a:ext cx="10" cy="4"/>
              </a:xfrm>
              <a:custGeom>
                <a:avLst/>
                <a:gdLst>
                  <a:gd name="T0" fmla="*/ 0 w 5"/>
                  <a:gd name="T1" fmla="*/ 16 h 2"/>
                  <a:gd name="T2" fmla="*/ 4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BDD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6" name="Freeform 675">
                <a:extLst>
                  <a:ext uri="{FF2B5EF4-FFF2-40B4-BE49-F238E27FC236}">
                    <a16:creationId xmlns:a16="http://schemas.microsoft.com/office/drawing/2014/main" id="{E688E4D0-35D6-44F4-A055-473C39153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163"/>
                <a:ext cx="85" cy="50"/>
              </a:xfrm>
              <a:custGeom>
                <a:avLst/>
                <a:gdLst>
                  <a:gd name="T0" fmla="*/ 0 w 42"/>
                  <a:gd name="T1" fmla="*/ 165 h 23"/>
                  <a:gd name="T2" fmla="*/ 107 w 42"/>
                  <a:gd name="T3" fmla="*/ 61 h 23"/>
                  <a:gd name="T4" fmla="*/ 184 w 42"/>
                  <a:gd name="T5" fmla="*/ 157 h 23"/>
                  <a:gd name="T6" fmla="*/ 348 w 42"/>
                  <a:gd name="T7" fmla="*/ 237 h 23"/>
                  <a:gd name="T8" fmla="*/ 140 w 42"/>
                  <a:gd name="T9" fmla="*/ 157 h 23"/>
                  <a:gd name="T10" fmla="*/ 0 w 42"/>
                  <a:gd name="T11" fmla="*/ 174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3">
                    <a:moveTo>
                      <a:pt x="0" y="16"/>
                    </a:moveTo>
                    <a:cubicBezTo>
                      <a:pt x="1" y="10"/>
                      <a:pt x="7" y="0"/>
                      <a:pt x="13" y="6"/>
                    </a:cubicBezTo>
                    <a:cubicBezTo>
                      <a:pt x="16" y="9"/>
                      <a:pt x="18" y="12"/>
                      <a:pt x="22" y="15"/>
                    </a:cubicBezTo>
                    <a:cubicBezTo>
                      <a:pt x="28" y="18"/>
                      <a:pt x="36" y="19"/>
                      <a:pt x="42" y="23"/>
                    </a:cubicBezTo>
                    <a:cubicBezTo>
                      <a:pt x="33" y="22"/>
                      <a:pt x="24" y="20"/>
                      <a:pt x="17" y="15"/>
                    </a:cubicBezTo>
                    <a:cubicBezTo>
                      <a:pt x="11" y="12"/>
                      <a:pt x="4" y="14"/>
                      <a:pt x="0" y="17"/>
                    </a:cubicBezTo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7" name="Freeform 676">
                <a:extLst>
                  <a:ext uri="{FF2B5EF4-FFF2-40B4-BE49-F238E27FC236}">
                    <a16:creationId xmlns:a16="http://schemas.microsoft.com/office/drawing/2014/main" id="{8C99EEB5-30E1-4900-A970-B40D81295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187"/>
                <a:ext cx="96" cy="73"/>
              </a:xfrm>
              <a:custGeom>
                <a:avLst/>
                <a:gdLst>
                  <a:gd name="T0" fmla="*/ 160 w 48"/>
                  <a:gd name="T1" fmla="*/ 217 h 34"/>
                  <a:gd name="T2" fmla="*/ 384 w 48"/>
                  <a:gd name="T3" fmla="*/ 0 h 34"/>
                  <a:gd name="T4" fmla="*/ 48 w 48"/>
                  <a:gd name="T5" fmla="*/ 198 h 34"/>
                  <a:gd name="T6" fmla="*/ 128 w 48"/>
                  <a:gd name="T7" fmla="*/ 337 h 34"/>
                  <a:gd name="T8" fmla="*/ 160 w 48"/>
                  <a:gd name="T9" fmla="*/ 21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4">
                    <a:moveTo>
                      <a:pt x="20" y="22"/>
                    </a:moveTo>
                    <a:cubicBezTo>
                      <a:pt x="27" y="19"/>
                      <a:pt x="44" y="7"/>
                      <a:pt x="48" y="0"/>
                    </a:cubicBezTo>
                    <a:cubicBezTo>
                      <a:pt x="34" y="14"/>
                      <a:pt x="12" y="18"/>
                      <a:pt x="6" y="20"/>
                    </a:cubicBezTo>
                    <a:cubicBezTo>
                      <a:pt x="0" y="23"/>
                      <a:pt x="10" y="33"/>
                      <a:pt x="16" y="34"/>
                    </a:cubicBezTo>
                    <a:cubicBezTo>
                      <a:pt x="12" y="32"/>
                      <a:pt x="12" y="26"/>
                      <a:pt x="20" y="22"/>
                    </a:cubicBezTo>
                    <a:close/>
                  </a:path>
                </a:pathLst>
              </a:custGeom>
              <a:solidFill>
                <a:srgbClr val="EB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8" name="Freeform 677">
                <a:extLst>
                  <a:ext uri="{FF2B5EF4-FFF2-40B4-BE49-F238E27FC236}">
                    <a16:creationId xmlns:a16="http://schemas.microsoft.com/office/drawing/2014/main" id="{FD1C8EB0-3237-4665-A14B-2B5DE8929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170"/>
                <a:ext cx="49" cy="71"/>
              </a:xfrm>
              <a:custGeom>
                <a:avLst/>
                <a:gdLst>
                  <a:gd name="T0" fmla="*/ 0 w 24"/>
                  <a:gd name="T1" fmla="*/ 329 h 33"/>
                  <a:gd name="T2" fmla="*/ 196 w 24"/>
                  <a:gd name="T3" fmla="*/ 120 h 33"/>
                  <a:gd name="T4" fmla="*/ 129 w 24"/>
                  <a:gd name="T5" fmla="*/ 0 h 33"/>
                  <a:gd name="T6" fmla="*/ 145 w 24"/>
                  <a:gd name="T7" fmla="*/ 157 h 33"/>
                  <a:gd name="T8" fmla="*/ 0 w 24"/>
                  <a:gd name="T9" fmla="*/ 32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3">
                    <a:moveTo>
                      <a:pt x="0" y="33"/>
                    </a:moveTo>
                    <a:cubicBezTo>
                      <a:pt x="13" y="24"/>
                      <a:pt x="22" y="18"/>
                      <a:pt x="23" y="12"/>
                    </a:cubicBezTo>
                    <a:cubicBezTo>
                      <a:pt x="24" y="6"/>
                      <a:pt x="15" y="0"/>
                      <a:pt x="15" y="0"/>
                    </a:cubicBezTo>
                    <a:cubicBezTo>
                      <a:pt x="18" y="4"/>
                      <a:pt x="21" y="11"/>
                      <a:pt x="17" y="16"/>
                    </a:cubicBezTo>
                    <a:cubicBezTo>
                      <a:pt x="13" y="21"/>
                      <a:pt x="0" y="33"/>
                      <a:pt x="0" y="33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9" name="Freeform 678">
                <a:extLst>
                  <a:ext uri="{FF2B5EF4-FFF2-40B4-BE49-F238E27FC236}">
                    <a16:creationId xmlns:a16="http://schemas.microsoft.com/office/drawing/2014/main" id="{74D3F5C4-A59B-434D-BF32-C04F8774A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232"/>
                <a:ext cx="94" cy="30"/>
              </a:xfrm>
              <a:custGeom>
                <a:avLst/>
                <a:gdLst>
                  <a:gd name="T0" fmla="*/ 0 w 47"/>
                  <a:gd name="T1" fmla="*/ 9 h 14"/>
                  <a:gd name="T2" fmla="*/ 280 w 47"/>
                  <a:gd name="T3" fmla="*/ 129 h 14"/>
                  <a:gd name="T4" fmla="*/ 376 w 47"/>
                  <a:gd name="T5" fmla="*/ 0 h 14"/>
                  <a:gd name="T6" fmla="*/ 192 w 47"/>
                  <a:gd name="T7" fmla="*/ 69 h 14"/>
                  <a:gd name="T8" fmla="*/ 0 w 47"/>
                  <a:gd name="T9" fmla="*/ 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4">
                    <a:moveTo>
                      <a:pt x="0" y="1"/>
                    </a:moveTo>
                    <a:cubicBezTo>
                      <a:pt x="7" y="8"/>
                      <a:pt x="29" y="14"/>
                      <a:pt x="35" y="13"/>
                    </a:cubicBezTo>
                    <a:cubicBezTo>
                      <a:pt x="41" y="12"/>
                      <a:pt x="47" y="0"/>
                      <a:pt x="47" y="0"/>
                    </a:cubicBezTo>
                    <a:cubicBezTo>
                      <a:pt x="45" y="4"/>
                      <a:pt x="32" y="9"/>
                      <a:pt x="24" y="7"/>
                    </a:cubicBezTo>
                    <a:cubicBezTo>
                      <a:pt x="16" y="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0" name="Freeform 679">
                <a:extLst>
                  <a:ext uri="{FF2B5EF4-FFF2-40B4-BE49-F238E27FC236}">
                    <a16:creationId xmlns:a16="http://schemas.microsoft.com/office/drawing/2014/main" id="{0DC40E14-F3AF-4008-9C20-F61A8A20C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202"/>
                <a:ext cx="10" cy="30"/>
              </a:xfrm>
              <a:custGeom>
                <a:avLst/>
                <a:gdLst>
                  <a:gd name="T0" fmla="*/ 24 w 5"/>
                  <a:gd name="T1" fmla="*/ 0 h 14"/>
                  <a:gd name="T2" fmla="*/ 0 w 5"/>
                  <a:gd name="T3" fmla="*/ 13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3" y="0"/>
                    </a:moveTo>
                    <a:cubicBezTo>
                      <a:pt x="5" y="5"/>
                      <a:pt x="4" y="11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1" name="Freeform 680">
                <a:extLst>
                  <a:ext uri="{FF2B5EF4-FFF2-40B4-BE49-F238E27FC236}">
                    <a16:creationId xmlns:a16="http://schemas.microsoft.com/office/drawing/2014/main" id="{70CD3F8E-AF24-4136-8425-7FD4955F5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202"/>
                <a:ext cx="10" cy="32"/>
              </a:xfrm>
              <a:custGeom>
                <a:avLst/>
                <a:gdLst>
                  <a:gd name="T0" fmla="*/ 40 w 5"/>
                  <a:gd name="T1" fmla="*/ 145 h 15"/>
                  <a:gd name="T2" fmla="*/ 16 w 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5" y="15"/>
                    </a:moveTo>
                    <a:cubicBezTo>
                      <a:pt x="0" y="11"/>
                      <a:pt x="2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33" name="Group 681">
              <a:extLst>
                <a:ext uri="{FF2B5EF4-FFF2-40B4-BE49-F238E27FC236}">
                  <a16:creationId xmlns:a16="http://schemas.microsoft.com/office/drawing/2014/main" id="{A4D1D381-0AB2-4BD6-B9D4-FEBA305BF3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89575" y="3403600"/>
              <a:ext cx="685800" cy="595313"/>
              <a:chOff x="1680" y="2067"/>
              <a:chExt cx="432" cy="375"/>
            </a:xfrm>
          </p:grpSpPr>
          <p:sp>
            <p:nvSpPr>
              <p:cNvPr id="130067" name="Freeform 682">
                <a:extLst>
                  <a:ext uri="{FF2B5EF4-FFF2-40B4-BE49-F238E27FC236}">
                    <a16:creationId xmlns:a16="http://schemas.microsoft.com/office/drawing/2014/main" id="{812A1902-0079-449D-80CD-2C4364521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134"/>
                <a:ext cx="417" cy="304"/>
              </a:xfrm>
              <a:custGeom>
                <a:avLst/>
                <a:gdLst>
                  <a:gd name="T0" fmla="*/ 41 w 563"/>
                  <a:gd name="T1" fmla="*/ 174 h 385"/>
                  <a:gd name="T2" fmla="*/ 71 w 563"/>
                  <a:gd name="T3" fmla="*/ 139 h 385"/>
                  <a:gd name="T4" fmla="*/ 102 w 563"/>
                  <a:gd name="T5" fmla="*/ 108 h 385"/>
                  <a:gd name="T6" fmla="*/ 134 w 563"/>
                  <a:gd name="T7" fmla="*/ 81 h 385"/>
                  <a:gd name="T8" fmla="*/ 184 w 563"/>
                  <a:gd name="T9" fmla="*/ 48 h 385"/>
                  <a:gd name="T10" fmla="*/ 204 w 563"/>
                  <a:gd name="T11" fmla="*/ 34 h 385"/>
                  <a:gd name="T12" fmla="*/ 225 w 563"/>
                  <a:gd name="T13" fmla="*/ 6 h 385"/>
                  <a:gd name="T14" fmla="*/ 185 w 563"/>
                  <a:gd name="T15" fmla="*/ 28 h 385"/>
                  <a:gd name="T16" fmla="*/ 147 w 563"/>
                  <a:gd name="T17" fmla="*/ 39 h 385"/>
                  <a:gd name="T18" fmla="*/ 119 w 563"/>
                  <a:gd name="T19" fmla="*/ 46 h 385"/>
                  <a:gd name="T20" fmla="*/ 87 w 563"/>
                  <a:gd name="T21" fmla="*/ 71 h 385"/>
                  <a:gd name="T22" fmla="*/ 54 w 563"/>
                  <a:gd name="T23" fmla="*/ 82 h 385"/>
                  <a:gd name="T24" fmla="*/ 37 w 563"/>
                  <a:gd name="T25" fmla="*/ 126 h 385"/>
                  <a:gd name="T26" fmla="*/ 16 w 563"/>
                  <a:gd name="T27" fmla="*/ 156 h 385"/>
                  <a:gd name="T28" fmla="*/ 6 w 563"/>
                  <a:gd name="T29" fmla="*/ 184 h 385"/>
                  <a:gd name="T30" fmla="*/ 41 w 563"/>
                  <a:gd name="T31" fmla="*/ 174 h 3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63" h="385">
                    <a:moveTo>
                      <a:pt x="101" y="353"/>
                    </a:moveTo>
                    <a:cubicBezTo>
                      <a:pt x="144" y="322"/>
                      <a:pt x="147" y="302"/>
                      <a:pt x="174" y="283"/>
                    </a:cubicBezTo>
                    <a:cubicBezTo>
                      <a:pt x="200" y="264"/>
                      <a:pt x="217" y="247"/>
                      <a:pt x="251" y="219"/>
                    </a:cubicBezTo>
                    <a:cubicBezTo>
                      <a:pt x="276" y="198"/>
                      <a:pt x="318" y="178"/>
                      <a:pt x="329" y="163"/>
                    </a:cubicBezTo>
                    <a:cubicBezTo>
                      <a:pt x="372" y="166"/>
                      <a:pt x="394" y="137"/>
                      <a:pt x="453" y="97"/>
                    </a:cubicBezTo>
                    <a:cubicBezTo>
                      <a:pt x="466" y="88"/>
                      <a:pt x="491" y="80"/>
                      <a:pt x="502" y="69"/>
                    </a:cubicBezTo>
                    <a:cubicBezTo>
                      <a:pt x="539" y="32"/>
                      <a:pt x="563" y="19"/>
                      <a:pt x="554" y="11"/>
                    </a:cubicBezTo>
                    <a:cubicBezTo>
                      <a:pt x="542" y="0"/>
                      <a:pt x="505" y="38"/>
                      <a:pt x="455" y="57"/>
                    </a:cubicBezTo>
                    <a:cubicBezTo>
                      <a:pt x="405" y="76"/>
                      <a:pt x="399" y="73"/>
                      <a:pt x="362" y="78"/>
                    </a:cubicBezTo>
                    <a:cubicBezTo>
                      <a:pt x="326" y="82"/>
                      <a:pt x="317" y="81"/>
                      <a:pt x="293" y="94"/>
                    </a:cubicBezTo>
                    <a:cubicBezTo>
                      <a:pt x="269" y="108"/>
                      <a:pt x="239" y="128"/>
                      <a:pt x="213" y="144"/>
                    </a:cubicBezTo>
                    <a:cubicBezTo>
                      <a:pt x="186" y="159"/>
                      <a:pt x="167" y="144"/>
                      <a:pt x="133" y="167"/>
                    </a:cubicBezTo>
                    <a:cubicBezTo>
                      <a:pt x="99" y="190"/>
                      <a:pt x="93" y="234"/>
                      <a:pt x="91" y="256"/>
                    </a:cubicBezTo>
                    <a:cubicBezTo>
                      <a:pt x="89" y="278"/>
                      <a:pt x="60" y="296"/>
                      <a:pt x="41" y="316"/>
                    </a:cubicBezTo>
                    <a:cubicBezTo>
                      <a:pt x="16" y="340"/>
                      <a:pt x="0" y="358"/>
                      <a:pt x="15" y="373"/>
                    </a:cubicBezTo>
                    <a:cubicBezTo>
                      <a:pt x="26" y="385"/>
                      <a:pt x="58" y="384"/>
                      <a:pt x="101" y="353"/>
                    </a:cubicBezTo>
                    <a:close/>
                  </a:path>
                </a:pathLst>
              </a:custGeom>
              <a:solidFill>
                <a:srgbClr val="7D4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68" name="Freeform 683">
                <a:extLst>
                  <a:ext uri="{FF2B5EF4-FFF2-40B4-BE49-F238E27FC236}">
                    <a16:creationId xmlns:a16="http://schemas.microsoft.com/office/drawing/2014/main" id="{7200CA9B-67EC-44D7-8560-7E238B2E0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067"/>
                <a:ext cx="426" cy="361"/>
              </a:xfrm>
              <a:custGeom>
                <a:avLst/>
                <a:gdLst>
                  <a:gd name="T0" fmla="*/ 24 w 575"/>
                  <a:gd name="T1" fmla="*/ 196 h 458"/>
                  <a:gd name="T2" fmla="*/ 45 w 575"/>
                  <a:gd name="T3" fmla="*/ 167 h 458"/>
                  <a:gd name="T4" fmla="*/ 62 w 575"/>
                  <a:gd name="T5" fmla="*/ 124 h 458"/>
                  <a:gd name="T6" fmla="*/ 95 w 575"/>
                  <a:gd name="T7" fmla="*/ 113 h 458"/>
                  <a:gd name="T8" fmla="*/ 127 w 575"/>
                  <a:gd name="T9" fmla="*/ 87 h 458"/>
                  <a:gd name="T10" fmla="*/ 156 w 575"/>
                  <a:gd name="T11" fmla="*/ 80 h 458"/>
                  <a:gd name="T12" fmla="*/ 193 w 575"/>
                  <a:gd name="T13" fmla="*/ 69 h 458"/>
                  <a:gd name="T14" fmla="*/ 233 w 575"/>
                  <a:gd name="T15" fmla="*/ 47 h 458"/>
                  <a:gd name="T16" fmla="*/ 234 w 575"/>
                  <a:gd name="T17" fmla="*/ 47 h 458"/>
                  <a:gd name="T18" fmla="*/ 200 w 575"/>
                  <a:gd name="T19" fmla="*/ 29 h 458"/>
                  <a:gd name="T20" fmla="*/ 166 w 575"/>
                  <a:gd name="T21" fmla="*/ 27 h 458"/>
                  <a:gd name="T22" fmla="*/ 155 w 575"/>
                  <a:gd name="T23" fmla="*/ 29 h 458"/>
                  <a:gd name="T24" fmla="*/ 39 w 575"/>
                  <a:gd name="T25" fmla="*/ 17 h 458"/>
                  <a:gd name="T26" fmla="*/ 4 w 575"/>
                  <a:gd name="T27" fmla="*/ 84 h 458"/>
                  <a:gd name="T28" fmla="*/ 7 w 575"/>
                  <a:gd name="T29" fmla="*/ 164 h 458"/>
                  <a:gd name="T30" fmla="*/ 14 w 575"/>
                  <a:gd name="T31" fmla="*/ 225 h 458"/>
                  <a:gd name="T32" fmla="*/ 24 w 575"/>
                  <a:gd name="T33" fmla="*/ 196 h 4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5" h="458">
                    <a:moveTo>
                      <a:pt x="61" y="401"/>
                    </a:moveTo>
                    <a:cubicBezTo>
                      <a:pt x="80" y="381"/>
                      <a:pt x="109" y="363"/>
                      <a:pt x="111" y="341"/>
                    </a:cubicBezTo>
                    <a:cubicBezTo>
                      <a:pt x="113" y="319"/>
                      <a:pt x="119" y="275"/>
                      <a:pt x="153" y="252"/>
                    </a:cubicBezTo>
                    <a:cubicBezTo>
                      <a:pt x="187" y="229"/>
                      <a:pt x="206" y="244"/>
                      <a:pt x="233" y="229"/>
                    </a:cubicBezTo>
                    <a:cubicBezTo>
                      <a:pt x="259" y="213"/>
                      <a:pt x="289" y="193"/>
                      <a:pt x="313" y="179"/>
                    </a:cubicBezTo>
                    <a:cubicBezTo>
                      <a:pt x="337" y="166"/>
                      <a:pt x="346" y="167"/>
                      <a:pt x="382" y="163"/>
                    </a:cubicBezTo>
                    <a:cubicBezTo>
                      <a:pt x="419" y="158"/>
                      <a:pt x="425" y="161"/>
                      <a:pt x="475" y="142"/>
                    </a:cubicBezTo>
                    <a:cubicBezTo>
                      <a:pt x="525" y="123"/>
                      <a:pt x="562" y="85"/>
                      <a:pt x="574" y="96"/>
                    </a:cubicBezTo>
                    <a:cubicBezTo>
                      <a:pt x="574" y="96"/>
                      <a:pt x="574" y="96"/>
                      <a:pt x="575" y="96"/>
                    </a:cubicBezTo>
                    <a:cubicBezTo>
                      <a:pt x="573" y="75"/>
                      <a:pt x="536" y="70"/>
                      <a:pt x="493" y="60"/>
                    </a:cubicBezTo>
                    <a:cubicBezTo>
                      <a:pt x="465" y="54"/>
                      <a:pt x="428" y="48"/>
                      <a:pt x="407" y="54"/>
                    </a:cubicBezTo>
                    <a:cubicBezTo>
                      <a:pt x="398" y="56"/>
                      <a:pt x="389" y="60"/>
                      <a:pt x="380" y="59"/>
                    </a:cubicBezTo>
                    <a:cubicBezTo>
                      <a:pt x="341" y="53"/>
                      <a:pt x="187" y="0"/>
                      <a:pt x="94" y="35"/>
                    </a:cubicBezTo>
                    <a:cubicBezTo>
                      <a:pt x="40" y="55"/>
                      <a:pt x="20" y="107"/>
                      <a:pt x="11" y="171"/>
                    </a:cubicBezTo>
                    <a:cubicBezTo>
                      <a:pt x="0" y="255"/>
                      <a:pt x="15" y="306"/>
                      <a:pt x="17" y="335"/>
                    </a:cubicBezTo>
                    <a:cubicBezTo>
                      <a:pt x="19" y="362"/>
                      <a:pt x="3" y="434"/>
                      <a:pt x="35" y="458"/>
                    </a:cubicBezTo>
                    <a:cubicBezTo>
                      <a:pt x="20" y="443"/>
                      <a:pt x="36" y="425"/>
                      <a:pt x="61" y="401"/>
                    </a:cubicBezTo>
                    <a:close/>
                  </a:path>
                </a:pathLst>
              </a:custGeom>
              <a:solidFill>
                <a:srgbClr val="9C71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69" name="Freeform 684">
                <a:extLst>
                  <a:ext uri="{FF2B5EF4-FFF2-40B4-BE49-F238E27FC236}">
                    <a16:creationId xmlns:a16="http://schemas.microsoft.com/office/drawing/2014/main" id="{0828F625-7091-4BD0-9894-66B4F944B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084"/>
                <a:ext cx="180" cy="138"/>
              </a:xfrm>
              <a:custGeom>
                <a:avLst/>
                <a:gdLst>
                  <a:gd name="T0" fmla="*/ 98 w 244"/>
                  <a:gd name="T1" fmla="*/ 13 h 176"/>
                  <a:gd name="T2" fmla="*/ 26 w 244"/>
                  <a:gd name="T3" fmla="*/ 13 h 176"/>
                  <a:gd name="T4" fmla="*/ 0 w 244"/>
                  <a:gd name="T5" fmla="*/ 85 h 176"/>
                  <a:gd name="T6" fmla="*/ 30 w 244"/>
                  <a:gd name="T7" fmla="*/ 15 h 176"/>
                  <a:gd name="T8" fmla="*/ 98 w 244"/>
                  <a:gd name="T9" fmla="*/ 13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176">
                    <a:moveTo>
                      <a:pt x="244" y="25"/>
                    </a:moveTo>
                    <a:cubicBezTo>
                      <a:pt x="208" y="14"/>
                      <a:pt x="112" y="0"/>
                      <a:pt x="65" y="28"/>
                    </a:cubicBezTo>
                    <a:cubicBezTo>
                      <a:pt x="19" y="56"/>
                      <a:pt x="4" y="113"/>
                      <a:pt x="0" y="176"/>
                    </a:cubicBezTo>
                    <a:cubicBezTo>
                      <a:pt x="7" y="144"/>
                      <a:pt x="19" y="53"/>
                      <a:pt x="75" y="31"/>
                    </a:cubicBezTo>
                    <a:cubicBezTo>
                      <a:pt x="130" y="8"/>
                      <a:pt x="188" y="15"/>
                      <a:pt x="244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0" name="Freeform 685">
                <a:extLst>
                  <a:ext uri="{FF2B5EF4-FFF2-40B4-BE49-F238E27FC236}">
                    <a16:creationId xmlns:a16="http://schemas.microsoft.com/office/drawing/2014/main" id="{2B79C875-4AD8-41EB-A00D-9138960D7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085"/>
                <a:ext cx="197" cy="262"/>
              </a:xfrm>
              <a:custGeom>
                <a:avLst/>
                <a:gdLst>
                  <a:gd name="T0" fmla="*/ 39 w 266"/>
                  <a:gd name="T1" fmla="*/ 22 h 332"/>
                  <a:gd name="T2" fmla="*/ 10 w 266"/>
                  <a:gd name="T3" fmla="*/ 84 h 332"/>
                  <a:gd name="T4" fmla="*/ 5 w 266"/>
                  <a:gd name="T5" fmla="*/ 163 h 332"/>
                  <a:gd name="T6" fmla="*/ 1 w 266"/>
                  <a:gd name="T7" fmla="*/ 85 h 332"/>
                  <a:gd name="T8" fmla="*/ 30 w 266"/>
                  <a:gd name="T9" fmla="*/ 13 h 332"/>
                  <a:gd name="T10" fmla="*/ 108 w 266"/>
                  <a:gd name="T11" fmla="*/ 13 h 332"/>
                  <a:gd name="T12" fmla="*/ 39 w 266"/>
                  <a:gd name="T13" fmla="*/ 22 h 3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6" h="332">
                    <a:moveTo>
                      <a:pt x="97" y="44"/>
                    </a:moveTo>
                    <a:cubicBezTo>
                      <a:pt x="39" y="69"/>
                      <a:pt x="27" y="134"/>
                      <a:pt x="23" y="172"/>
                    </a:cubicBezTo>
                    <a:cubicBezTo>
                      <a:pt x="19" y="209"/>
                      <a:pt x="20" y="303"/>
                      <a:pt x="12" y="332"/>
                    </a:cubicBezTo>
                    <a:cubicBezTo>
                      <a:pt x="15" y="310"/>
                      <a:pt x="0" y="237"/>
                      <a:pt x="4" y="174"/>
                    </a:cubicBezTo>
                    <a:cubicBezTo>
                      <a:pt x="8" y="111"/>
                      <a:pt x="27" y="56"/>
                      <a:pt x="73" y="28"/>
                    </a:cubicBezTo>
                    <a:cubicBezTo>
                      <a:pt x="120" y="0"/>
                      <a:pt x="231" y="13"/>
                      <a:pt x="266" y="25"/>
                    </a:cubicBezTo>
                    <a:cubicBezTo>
                      <a:pt x="245" y="21"/>
                      <a:pt x="153" y="20"/>
                      <a:pt x="97" y="44"/>
                    </a:cubicBezTo>
                    <a:close/>
                  </a:path>
                </a:pathLst>
              </a:custGeom>
              <a:solidFill>
                <a:srgbClr val="B39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1" name="Freeform 686">
                <a:extLst>
                  <a:ext uri="{FF2B5EF4-FFF2-40B4-BE49-F238E27FC236}">
                    <a16:creationId xmlns:a16="http://schemas.microsoft.com/office/drawing/2014/main" id="{AB1392F3-30CD-421B-9A2D-4B1B30E9F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111"/>
                <a:ext cx="130" cy="78"/>
              </a:xfrm>
              <a:custGeom>
                <a:avLst/>
                <a:gdLst>
                  <a:gd name="T0" fmla="*/ 71 w 176"/>
                  <a:gd name="T1" fmla="*/ 9 h 100"/>
                  <a:gd name="T2" fmla="*/ 38 w 176"/>
                  <a:gd name="T3" fmla="*/ 2 h 100"/>
                  <a:gd name="T4" fmla="*/ 22 w 176"/>
                  <a:gd name="T5" fmla="*/ 10 h 100"/>
                  <a:gd name="T6" fmla="*/ 10 w 176"/>
                  <a:gd name="T7" fmla="*/ 32 h 100"/>
                  <a:gd name="T8" fmla="*/ 0 w 176"/>
                  <a:gd name="T9" fmla="*/ 48 h 100"/>
                  <a:gd name="T10" fmla="*/ 21 w 176"/>
                  <a:gd name="T11" fmla="*/ 25 h 100"/>
                  <a:gd name="T12" fmla="*/ 71 w 176"/>
                  <a:gd name="T13" fmla="*/ 9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100">
                    <a:moveTo>
                      <a:pt x="176" y="18"/>
                    </a:moveTo>
                    <a:cubicBezTo>
                      <a:pt x="150" y="8"/>
                      <a:pt x="109" y="3"/>
                      <a:pt x="94" y="3"/>
                    </a:cubicBezTo>
                    <a:cubicBezTo>
                      <a:pt x="75" y="4"/>
                      <a:pt x="60" y="10"/>
                      <a:pt x="55" y="22"/>
                    </a:cubicBezTo>
                    <a:cubicBezTo>
                      <a:pt x="50" y="34"/>
                      <a:pt x="38" y="53"/>
                      <a:pt x="25" y="67"/>
                    </a:cubicBezTo>
                    <a:cubicBezTo>
                      <a:pt x="12" y="81"/>
                      <a:pt x="3" y="91"/>
                      <a:pt x="0" y="100"/>
                    </a:cubicBezTo>
                    <a:cubicBezTo>
                      <a:pt x="14" y="86"/>
                      <a:pt x="40" y="71"/>
                      <a:pt x="52" y="52"/>
                    </a:cubicBezTo>
                    <a:cubicBezTo>
                      <a:pt x="64" y="33"/>
                      <a:pt x="89" y="0"/>
                      <a:pt x="176" y="18"/>
                    </a:cubicBezTo>
                    <a:close/>
                  </a:path>
                </a:pathLst>
              </a:custGeom>
              <a:solidFill>
                <a:srgbClr val="B39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2" name="Freeform 687">
                <a:extLst>
                  <a:ext uri="{FF2B5EF4-FFF2-40B4-BE49-F238E27FC236}">
                    <a16:creationId xmlns:a16="http://schemas.microsoft.com/office/drawing/2014/main" id="{FC223B70-CDD5-495A-B8B3-150053379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109"/>
                <a:ext cx="69" cy="57"/>
              </a:xfrm>
              <a:custGeom>
                <a:avLst/>
                <a:gdLst>
                  <a:gd name="T0" fmla="*/ 0 w 93"/>
                  <a:gd name="T1" fmla="*/ 35 h 73"/>
                  <a:gd name="T2" fmla="*/ 13 w 93"/>
                  <a:gd name="T3" fmla="*/ 10 h 73"/>
                  <a:gd name="T4" fmla="*/ 38 w 93"/>
                  <a:gd name="T5" fmla="*/ 3 h 73"/>
                  <a:gd name="T6" fmla="*/ 14 w 93"/>
                  <a:gd name="T7" fmla="*/ 12 h 73"/>
                  <a:gd name="T8" fmla="*/ 0 w 93"/>
                  <a:gd name="T9" fmla="*/ 35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73">
                    <a:moveTo>
                      <a:pt x="0" y="73"/>
                    </a:moveTo>
                    <a:cubicBezTo>
                      <a:pt x="13" y="57"/>
                      <a:pt x="23" y="36"/>
                      <a:pt x="32" y="22"/>
                    </a:cubicBezTo>
                    <a:cubicBezTo>
                      <a:pt x="41" y="9"/>
                      <a:pt x="59" y="0"/>
                      <a:pt x="93" y="6"/>
                    </a:cubicBezTo>
                    <a:cubicBezTo>
                      <a:pt x="73" y="5"/>
                      <a:pt x="49" y="6"/>
                      <a:pt x="35" y="25"/>
                    </a:cubicBezTo>
                    <a:cubicBezTo>
                      <a:pt x="21" y="47"/>
                      <a:pt x="9" y="66"/>
                      <a:pt x="0" y="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3" name="Freeform 688">
                <a:extLst>
                  <a:ext uri="{FF2B5EF4-FFF2-40B4-BE49-F238E27FC236}">
                    <a16:creationId xmlns:a16="http://schemas.microsoft.com/office/drawing/2014/main" id="{1D0D8B28-5F8C-43C5-8317-1E10D6E41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282"/>
                <a:ext cx="206" cy="160"/>
              </a:xfrm>
              <a:custGeom>
                <a:avLst/>
                <a:gdLst>
                  <a:gd name="T0" fmla="*/ 15 w 278"/>
                  <a:gd name="T1" fmla="*/ 92 h 202"/>
                  <a:gd name="T2" fmla="*/ 2 w 278"/>
                  <a:gd name="T3" fmla="*/ 89 h 202"/>
                  <a:gd name="T4" fmla="*/ 5 w 278"/>
                  <a:gd name="T5" fmla="*/ 74 h 202"/>
                  <a:gd name="T6" fmla="*/ 29 w 278"/>
                  <a:gd name="T7" fmla="*/ 48 h 202"/>
                  <a:gd name="T8" fmla="*/ 34 w 278"/>
                  <a:gd name="T9" fmla="*/ 38 h 202"/>
                  <a:gd name="T10" fmla="*/ 35 w 278"/>
                  <a:gd name="T11" fmla="*/ 30 h 202"/>
                  <a:gd name="T12" fmla="*/ 40 w 278"/>
                  <a:gd name="T13" fmla="*/ 31 h 202"/>
                  <a:gd name="T14" fmla="*/ 39 w 278"/>
                  <a:gd name="T15" fmla="*/ 44 h 202"/>
                  <a:gd name="T16" fmla="*/ 18 w 278"/>
                  <a:gd name="T17" fmla="*/ 70 h 202"/>
                  <a:gd name="T18" fmla="*/ 14 w 278"/>
                  <a:gd name="T19" fmla="*/ 86 h 202"/>
                  <a:gd name="T20" fmla="*/ 36 w 278"/>
                  <a:gd name="T21" fmla="*/ 75 h 202"/>
                  <a:gd name="T22" fmla="*/ 50 w 278"/>
                  <a:gd name="T23" fmla="*/ 55 h 202"/>
                  <a:gd name="T24" fmla="*/ 59 w 278"/>
                  <a:gd name="T25" fmla="*/ 45 h 202"/>
                  <a:gd name="T26" fmla="*/ 68 w 278"/>
                  <a:gd name="T27" fmla="*/ 37 h 202"/>
                  <a:gd name="T28" fmla="*/ 113 w 278"/>
                  <a:gd name="T29" fmla="*/ 0 h 202"/>
                  <a:gd name="T30" fmla="*/ 113 w 278"/>
                  <a:gd name="T31" fmla="*/ 2 h 202"/>
                  <a:gd name="T32" fmla="*/ 77 w 278"/>
                  <a:gd name="T33" fmla="*/ 35 h 202"/>
                  <a:gd name="T34" fmla="*/ 67 w 278"/>
                  <a:gd name="T35" fmla="*/ 47 h 202"/>
                  <a:gd name="T36" fmla="*/ 56 w 278"/>
                  <a:gd name="T37" fmla="*/ 59 h 202"/>
                  <a:gd name="T38" fmla="*/ 29 w 278"/>
                  <a:gd name="T39" fmla="*/ 87 h 202"/>
                  <a:gd name="T40" fmla="*/ 3 w 278"/>
                  <a:gd name="T41" fmla="*/ 87 h 20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78" h="202">
                    <a:moveTo>
                      <a:pt x="36" y="185"/>
                    </a:moveTo>
                    <a:cubicBezTo>
                      <a:pt x="26" y="189"/>
                      <a:pt x="12" y="189"/>
                      <a:pt x="6" y="179"/>
                    </a:cubicBezTo>
                    <a:cubicBezTo>
                      <a:pt x="0" y="170"/>
                      <a:pt x="8" y="158"/>
                      <a:pt x="14" y="150"/>
                    </a:cubicBezTo>
                    <a:cubicBezTo>
                      <a:pt x="30" y="129"/>
                      <a:pt x="52" y="114"/>
                      <a:pt x="70" y="96"/>
                    </a:cubicBezTo>
                    <a:cubicBezTo>
                      <a:pt x="76" y="90"/>
                      <a:pt x="80" y="84"/>
                      <a:pt x="83" y="77"/>
                    </a:cubicBezTo>
                    <a:cubicBezTo>
                      <a:pt x="86" y="72"/>
                      <a:pt x="85" y="66"/>
                      <a:pt x="87" y="60"/>
                    </a:cubicBezTo>
                    <a:cubicBezTo>
                      <a:pt x="90" y="53"/>
                      <a:pt x="95" y="56"/>
                      <a:pt x="98" y="62"/>
                    </a:cubicBezTo>
                    <a:cubicBezTo>
                      <a:pt x="102" y="70"/>
                      <a:pt x="100" y="80"/>
                      <a:pt x="96" y="88"/>
                    </a:cubicBezTo>
                    <a:cubicBezTo>
                      <a:pt x="84" y="110"/>
                      <a:pt x="62" y="125"/>
                      <a:pt x="44" y="142"/>
                    </a:cubicBezTo>
                    <a:cubicBezTo>
                      <a:pt x="35" y="151"/>
                      <a:pt x="13" y="171"/>
                      <a:pt x="34" y="174"/>
                    </a:cubicBezTo>
                    <a:cubicBezTo>
                      <a:pt x="52" y="177"/>
                      <a:pt x="76" y="164"/>
                      <a:pt x="89" y="152"/>
                    </a:cubicBezTo>
                    <a:cubicBezTo>
                      <a:pt x="96" y="146"/>
                      <a:pt x="117" y="119"/>
                      <a:pt x="123" y="112"/>
                    </a:cubicBezTo>
                    <a:cubicBezTo>
                      <a:pt x="130" y="104"/>
                      <a:pt x="136" y="97"/>
                      <a:pt x="144" y="91"/>
                    </a:cubicBezTo>
                    <a:cubicBezTo>
                      <a:pt x="152" y="86"/>
                      <a:pt x="161" y="81"/>
                      <a:pt x="167" y="74"/>
                    </a:cubicBezTo>
                    <a:cubicBezTo>
                      <a:pt x="190" y="49"/>
                      <a:pt x="272" y="2"/>
                      <a:pt x="278" y="0"/>
                    </a:cubicBezTo>
                    <a:cubicBezTo>
                      <a:pt x="277" y="2"/>
                      <a:pt x="277" y="2"/>
                      <a:pt x="277" y="2"/>
                    </a:cubicBezTo>
                    <a:cubicBezTo>
                      <a:pt x="255" y="17"/>
                      <a:pt x="204" y="56"/>
                      <a:pt x="190" y="71"/>
                    </a:cubicBezTo>
                    <a:cubicBezTo>
                      <a:pt x="181" y="78"/>
                      <a:pt x="174" y="87"/>
                      <a:pt x="165" y="94"/>
                    </a:cubicBezTo>
                    <a:cubicBezTo>
                      <a:pt x="156" y="102"/>
                      <a:pt x="144" y="110"/>
                      <a:pt x="136" y="119"/>
                    </a:cubicBezTo>
                    <a:cubicBezTo>
                      <a:pt x="118" y="140"/>
                      <a:pt x="97" y="162"/>
                      <a:pt x="72" y="175"/>
                    </a:cubicBezTo>
                    <a:cubicBezTo>
                      <a:pt x="62" y="180"/>
                      <a:pt x="3" y="202"/>
                      <a:pt x="7" y="176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4" name="Freeform 689">
                <a:extLst>
                  <a:ext uri="{FF2B5EF4-FFF2-40B4-BE49-F238E27FC236}">
                    <a16:creationId xmlns:a16="http://schemas.microsoft.com/office/drawing/2014/main" id="{98D98ACE-8807-4C3B-9341-A6C15F278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141"/>
                <a:ext cx="190" cy="121"/>
              </a:xfrm>
              <a:custGeom>
                <a:avLst/>
                <a:gdLst>
                  <a:gd name="T0" fmla="*/ 80 w 256"/>
                  <a:gd name="T1" fmla="*/ 32 h 153"/>
                  <a:gd name="T2" fmla="*/ 102 w 256"/>
                  <a:gd name="T3" fmla="*/ 8 h 153"/>
                  <a:gd name="T4" fmla="*/ 100 w 256"/>
                  <a:gd name="T5" fmla="*/ 2 h 153"/>
                  <a:gd name="T6" fmla="*/ 82 w 256"/>
                  <a:gd name="T7" fmla="*/ 25 h 153"/>
                  <a:gd name="T8" fmla="*/ 59 w 256"/>
                  <a:gd name="T9" fmla="*/ 41 h 153"/>
                  <a:gd name="T10" fmla="*/ 27 w 256"/>
                  <a:gd name="T11" fmla="*/ 63 h 153"/>
                  <a:gd name="T12" fmla="*/ 16 w 256"/>
                  <a:gd name="T13" fmla="*/ 47 h 153"/>
                  <a:gd name="T14" fmla="*/ 49 w 256"/>
                  <a:gd name="T15" fmla="*/ 37 h 153"/>
                  <a:gd name="T16" fmla="*/ 88 w 256"/>
                  <a:gd name="T17" fmla="*/ 9 h 153"/>
                  <a:gd name="T18" fmla="*/ 94 w 256"/>
                  <a:gd name="T19" fmla="*/ 3 h 153"/>
                  <a:gd name="T20" fmla="*/ 63 w 256"/>
                  <a:gd name="T21" fmla="*/ 24 h 153"/>
                  <a:gd name="T22" fmla="*/ 24 w 256"/>
                  <a:gd name="T23" fmla="*/ 34 h 153"/>
                  <a:gd name="T24" fmla="*/ 2 w 256"/>
                  <a:gd name="T25" fmla="*/ 39 h 153"/>
                  <a:gd name="T26" fmla="*/ 1 w 256"/>
                  <a:gd name="T27" fmla="*/ 41 h 153"/>
                  <a:gd name="T28" fmla="*/ 4 w 256"/>
                  <a:gd name="T29" fmla="*/ 57 h 153"/>
                  <a:gd name="T30" fmla="*/ 16 w 256"/>
                  <a:gd name="T31" fmla="*/ 76 h 153"/>
                  <a:gd name="T32" fmla="*/ 27 w 256"/>
                  <a:gd name="T33" fmla="*/ 73 h 153"/>
                  <a:gd name="T34" fmla="*/ 62 w 256"/>
                  <a:gd name="T35" fmla="*/ 43 h 153"/>
                  <a:gd name="T36" fmla="*/ 80 w 256"/>
                  <a:gd name="T37" fmla="*/ 32 h 15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56" h="153">
                    <a:moveTo>
                      <a:pt x="195" y="64"/>
                    </a:moveTo>
                    <a:cubicBezTo>
                      <a:pt x="215" y="41"/>
                      <a:pt x="244" y="23"/>
                      <a:pt x="248" y="16"/>
                    </a:cubicBezTo>
                    <a:cubicBezTo>
                      <a:pt x="256" y="5"/>
                      <a:pt x="249" y="0"/>
                      <a:pt x="245" y="2"/>
                    </a:cubicBezTo>
                    <a:cubicBezTo>
                      <a:pt x="248" y="6"/>
                      <a:pt x="217" y="38"/>
                      <a:pt x="199" y="49"/>
                    </a:cubicBezTo>
                    <a:cubicBezTo>
                      <a:pt x="181" y="60"/>
                      <a:pt x="172" y="63"/>
                      <a:pt x="143" y="83"/>
                    </a:cubicBezTo>
                    <a:cubicBezTo>
                      <a:pt x="120" y="99"/>
                      <a:pt x="83" y="123"/>
                      <a:pt x="66" y="128"/>
                    </a:cubicBezTo>
                    <a:cubicBezTo>
                      <a:pt x="49" y="133"/>
                      <a:pt x="37" y="115"/>
                      <a:pt x="40" y="95"/>
                    </a:cubicBezTo>
                    <a:cubicBezTo>
                      <a:pt x="43" y="75"/>
                      <a:pt x="76" y="90"/>
                      <a:pt x="120" y="76"/>
                    </a:cubicBezTo>
                    <a:cubicBezTo>
                      <a:pt x="164" y="62"/>
                      <a:pt x="205" y="29"/>
                      <a:pt x="216" y="19"/>
                    </a:cubicBezTo>
                    <a:cubicBezTo>
                      <a:pt x="222" y="15"/>
                      <a:pt x="229" y="8"/>
                      <a:pt x="231" y="6"/>
                    </a:cubicBezTo>
                    <a:cubicBezTo>
                      <a:pt x="212" y="16"/>
                      <a:pt x="186" y="36"/>
                      <a:pt x="154" y="48"/>
                    </a:cubicBezTo>
                    <a:cubicBezTo>
                      <a:pt x="104" y="67"/>
                      <a:pt x="98" y="64"/>
                      <a:pt x="61" y="69"/>
                    </a:cubicBezTo>
                    <a:cubicBezTo>
                      <a:pt x="33" y="72"/>
                      <a:pt x="21" y="72"/>
                      <a:pt x="5" y="79"/>
                    </a:cubicBezTo>
                    <a:cubicBezTo>
                      <a:pt x="3" y="80"/>
                      <a:pt x="1" y="82"/>
                      <a:pt x="1" y="84"/>
                    </a:cubicBezTo>
                    <a:cubicBezTo>
                      <a:pt x="0" y="93"/>
                      <a:pt x="9" y="107"/>
                      <a:pt x="9" y="115"/>
                    </a:cubicBezTo>
                    <a:cubicBezTo>
                      <a:pt x="10" y="137"/>
                      <a:pt x="20" y="153"/>
                      <a:pt x="40" y="153"/>
                    </a:cubicBezTo>
                    <a:cubicBezTo>
                      <a:pt x="47" y="153"/>
                      <a:pt x="56" y="148"/>
                      <a:pt x="65" y="147"/>
                    </a:cubicBezTo>
                    <a:cubicBezTo>
                      <a:pt x="89" y="137"/>
                      <a:pt x="112" y="115"/>
                      <a:pt x="152" y="88"/>
                    </a:cubicBezTo>
                    <a:cubicBezTo>
                      <a:pt x="163" y="80"/>
                      <a:pt x="182" y="72"/>
                      <a:pt x="195" y="64"/>
                    </a:cubicBezTo>
                    <a:close/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5" name="Freeform 690">
                <a:extLst>
                  <a:ext uri="{FF2B5EF4-FFF2-40B4-BE49-F238E27FC236}">
                    <a16:creationId xmlns:a16="http://schemas.microsoft.com/office/drawing/2014/main" id="{8E5A16F4-B3B3-4C86-B55F-5E318CC3D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29"/>
                <a:ext cx="38" cy="61"/>
              </a:xfrm>
              <a:custGeom>
                <a:avLst/>
                <a:gdLst>
                  <a:gd name="T0" fmla="*/ 16 w 51"/>
                  <a:gd name="T1" fmla="*/ 0 h 78"/>
                  <a:gd name="T2" fmla="*/ 17 w 51"/>
                  <a:gd name="T3" fmla="*/ 10 h 78"/>
                  <a:gd name="T4" fmla="*/ 21 w 51"/>
                  <a:gd name="T5" fmla="*/ 21 h 78"/>
                  <a:gd name="T6" fmla="*/ 13 w 51"/>
                  <a:gd name="T7" fmla="*/ 29 h 78"/>
                  <a:gd name="T8" fmla="*/ 0 w 51"/>
                  <a:gd name="T9" fmla="*/ 38 h 78"/>
                  <a:gd name="T10" fmla="*/ 16 w 51"/>
                  <a:gd name="T11" fmla="*/ 20 h 78"/>
                  <a:gd name="T12" fmla="*/ 14 w 51"/>
                  <a:gd name="T13" fmla="*/ 2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78">
                    <a:moveTo>
                      <a:pt x="37" y="0"/>
                    </a:moveTo>
                    <a:cubicBezTo>
                      <a:pt x="39" y="7"/>
                      <a:pt x="39" y="15"/>
                      <a:pt x="42" y="22"/>
                    </a:cubicBezTo>
                    <a:cubicBezTo>
                      <a:pt x="45" y="29"/>
                      <a:pt x="51" y="35"/>
                      <a:pt x="49" y="43"/>
                    </a:cubicBezTo>
                    <a:cubicBezTo>
                      <a:pt x="48" y="50"/>
                      <a:pt x="38" y="56"/>
                      <a:pt x="32" y="60"/>
                    </a:cubicBezTo>
                    <a:cubicBezTo>
                      <a:pt x="23" y="66"/>
                      <a:pt x="11" y="76"/>
                      <a:pt x="0" y="78"/>
                    </a:cubicBezTo>
                    <a:cubicBezTo>
                      <a:pt x="13" y="73"/>
                      <a:pt x="34" y="56"/>
                      <a:pt x="37" y="42"/>
                    </a:cubicBezTo>
                    <a:cubicBezTo>
                      <a:pt x="40" y="29"/>
                      <a:pt x="29" y="15"/>
                      <a:pt x="35" y="2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6" name="Freeform 691">
                <a:extLst>
                  <a:ext uri="{FF2B5EF4-FFF2-40B4-BE49-F238E27FC236}">
                    <a16:creationId xmlns:a16="http://schemas.microsoft.com/office/drawing/2014/main" id="{D7811E6D-3106-4082-84C5-9C85781BC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211"/>
                <a:ext cx="168" cy="147"/>
              </a:xfrm>
              <a:custGeom>
                <a:avLst/>
                <a:gdLst>
                  <a:gd name="T0" fmla="*/ 88 w 226"/>
                  <a:gd name="T1" fmla="*/ 1 h 186"/>
                  <a:gd name="T2" fmla="*/ 80 w 226"/>
                  <a:gd name="T3" fmla="*/ 6 h 186"/>
                  <a:gd name="T4" fmla="*/ 59 w 226"/>
                  <a:gd name="T5" fmla="*/ 21 h 186"/>
                  <a:gd name="T6" fmla="*/ 50 w 226"/>
                  <a:gd name="T7" fmla="*/ 25 h 186"/>
                  <a:gd name="T8" fmla="*/ 48 w 226"/>
                  <a:gd name="T9" fmla="*/ 26 h 186"/>
                  <a:gd name="T10" fmla="*/ 46 w 226"/>
                  <a:gd name="T11" fmla="*/ 27 h 186"/>
                  <a:gd name="T12" fmla="*/ 42 w 226"/>
                  <a:gd name="T13" fmla="*/ 28 h 186"/>
                  <a:gd name="T14" fmla="*/ 42 w 226"/>
                  <a:gd name="T15" fmla="*/ 27 h 186"/>
                  <a:gd name="T16" fmla="*/ 23 w 226"/>
                  <a:gd name="T17" fmla="*/ 34 h 186"/>
                  <a:gd name="T18" fmla="*/ 6 w 226"/>
                  <a:gd name="T19" fmla="*/ 78 h 186"/>
                  <a:gd name="T20" fmla="*/ 0 w 226"/>
                  <a:gd name="T21" fmla="*/ 92 h 186"/>
                  <a:gd name="T22" fmla="*/ 10 w 226"/>
                  <a:gd name="T23" fmla="*/ 85 h 186"/>
                  <a:gd name="T24" fmla="*/ 33 w 226"/>
                  <a:gd name="T25" fmla="*/ 61 h 186"/>
                  <a:gd name="T26" fmla="*/ 42 w 226"/>
                  <a:gd name="T27" fmla="*/ 35 h 186"/>
                  <a:gd name="T28" fmla="*/ 58 w 226"/>
                  <a:gd name="T29" fmla="*/ 28 h 186"/>
                  <a:gd name="T30" fmla="*/ 68 w 226"/>
                  <a:gd name="T31" fmla="*/ 21 h 186"/>
                  <a:gd name="T32" fmla="*/ 76 w 226"/>
                  <a:gd name="T33" fmla="*/ 13 h 186"/>
                  <a:gd name="T34" fmla="*/ 87 w 226"/>
                  <a:gd name="T35" fmla="*/ 7 h 186"/>
                  <a:gd name="T36" fmla="*/ 92 w 226"/>
                  <a:gd name="T37" fmla="*/ 21 h 186"/>
                  <a:gd name="T38" fmla="*/ 91 w 226"/>
                  <a:gd name="T39" fmla="*/ 5 h 186"/>
                  <a:gd name="T40" fmla="*/ 88 w 226"/>
                  <a:gd name="T41" fmla="*/ 1 h 18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26" h="186">
                    <a:moveTo>
                      <a:pt x="214" y="1"/>
                    </a:moveTo>
                    <a:cubicBezTo>
                      <a:pt x="207" y="3"/>
                      <a:pt x="199" y="7"/>
                      <a:pt x="194" y="11"/>
                    </a:cubicBezTo>
                    <a:cubicBezTo>
                      <a:pt x="179" y="22"/>
                      <a:pt x="159" y="35"/>
                      <a:pt x="143" y="43"/>
                    </a:cubicBezTo>
                    <a:cubicBezTo>
                      <a:pt x="134" y="47"/>
                      <a:pt x="130" y="50"/>
                      <a:pt x="121" y="52"/>
                    </a:cubicBezTo>
                    <a:cubicBezTo>
                      <a:pt x="120" y="53"/>
                      <a:pt x="118" y="53"/>
                      <a:pt x="117" y="53"/>
                    </a:cubicBezTo>
                    <a:cubicBezTo>
                      <a:pt x="115" y="53"/>
                      <a:pt x="113" y="54"/>
                      <a:pt x="111" y="54"/>
                    </a:cubicBezTo>
                    <a:cubicBezTo>
                      <a:pt x="107" y="54"/>
                      <a:pt x="104" y="55"/>
                      <a:pt x="101" y="56"/>
                    </a:cubicBezTo>
                    <a:cubicBezTo>
                      <a:pt x="102" y="54"/>
                      <a:pt x="102" y="54"/>
                      <a:pt x="102" y="54"/>
                    </a:cubicBezTo>
                    <a:cubicBezTo>
                      <a:pt x="89" y="55"/>
                      <a:pt x="75" y="57"/>
                      <a:pt x="57" y="69"/>
                    </a:cubicBezTo>
                    <a:cubicBezTo>
                      <a:pt x="23" y="92"/>
                      <a:pt x="17" y="136"/>
                      <a:pt x="15" y="158"/>
                    </a:cubicBezTo>
                    <a:cubicBezTo>
                      <a:pt x="14" y="168"/>
                      <a:pt x="8" y="177"/>
                      <a:pt x="0" y="186"/>
                    </a:cubicBezTo>
                    <a:cubicBezTo>
                      <a:pt x="8" y="185"/>
                      <a:pt x="18" y="182"/>
                      <a:pt x="24" y="173"/>
                    </a:cubicBezTo>
                    <a:cubicBezTo>
                      <a:pt x="38" y="152"/>
                      <a:pt x="69" y="149"/>
                      <a:pt x="82" y="124"/>
                    </a:cubicBezTo>
                    <a:cubicBezTo>
                      <a:pt x="95" y="99"/>
                      <a:pt x="79" y="79"/>
                      <a:pt x="102" y="71"/>
                    </a:cubicBezTo>
                    <a:cubicBezTo>
                      <a:pt x="115" y="66"/>
                      <a:pt x="129" y="60"/>
                      <a:pt x="141" y="56"/>
                    </a:cubicBezTo>
                    <a:cubicBezTo>
                      <a:pt x="149" y="52"/>
                      <a:pt x="157" y="48"/>
                      <a:pt x="164" y="43"/>
                    </a:cubicBezTo>
                    <a:cubicBezTo>
                      <a:pt x="171" y="38"/>
                      <a:pt x="177" y="32"/>
                      <a:pt x="184" y="27"/>
                    </a:cubicBezTo>
                    <a:cubicBezTo>
                      <a:pt x="192" y="22"/>
                      <a:pt x="203" y="8"/>
                      <a:pt x="213" y="15"/>
                    </a:cubicBezTo>
                    <a:cubicBezTo>
                      <a:pt x="221" y="21"/>
                      <a:pt x="217" y="38"/>
                      <a:pt x="225" y="43"/>
                    </a:cubicBezTo>
                    <a:cubicBezTo>
                      <a:pt x="226" y="33"/>
                      <a:pt x="224" y="20"/>
                      <a:pt x="222" y="10"/>
                    </a:cubicBezTo>
                    <a:cubicBezTo>
                      <a:pt x="221" y="5"/>
                      <a:pt x="221" y="0"/>
                      <a:pt x="214" y="1"/>
                    </a:cubicBezTo>
                    <a:close/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7" name="Freeform 692">
                <a:extLst>
                  <a:ext uri="{FF2B5EF4-FFF2-40B4-BE49-F238E27FC236}">
                    <a16:creationId xmlns:a16="http://schemas.microsoft.com/office/drawing/2014/main" id="{89E1077F-1B25-44E1-954B-002EE3C91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118"/>
                <a:ext cx="48" cy="84"/>
              </a:xfrm>
              <a:custGeom>
                <a:avLst/>
                <a:gdLst>
                  <a:gd name="T0" fmla="*/ 26 w 65"/>
                  <a:gd name="T1" fmla="*/ 0 h 106"/>
                  <a:gd name="T2" fmla="*/ 15 w 65"/>
                  <a:gd name="T3" fmla="*/ 25 h 106"/>
                  <a:gd name="T4" fmla="*/ 3 w 65"/>
                  <a:gd name="T5" fmla="*/ 53 h 106"/>
                  <a:gd name="T6" fmla="*/ 10 w 65"/>
                  <a:gd name="T7" fmla="*/ 26 h 106"/>
                  <a:gd name="T8" fmla="*/ 26 w 65"/>
                  <a:gd name="T9" fmla="*/ 0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06">
                    <a:moveTo>
                      <a:pt x="65" y="0"/>
                    </a:moveTo>
                    <a:cubicBezTo>
                      <a:pt x="65" y="12"/>
                      <a:pt x="57" y="32"/>
                      <a:pt x="36" y="52"/>
                    </a:cubicBezTo>
                    <a:cubicBezTo>
                      <a:pt x="15" y="72"/>
                      <a:pt x="5" y="94"/>
                      <a:pt x="8" y="106"/>
                    </a:cubicBezTo>
                    <a:cubicBezTo>
                      <a:pt x="0" y="90"/>
                      <a:pt x="13" y="67"/>
                      <a:pt x="25" y="53"/>
                    </a:cubicBezTo>
                    <a:cubicBezTo>
                      <a:pt x="45" y="28"/>
                      <a:pt x="63" y="24"/>
                      <a:pt x="65" y="0"/>
                    </a:cubicBezTo>
                    <a:close/>
                  </a:path>
                </a:pathLst>
              </a:custGeom>
              <a:solidFill>
                <a:srgbClr val="7D4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8" name="Freeform 693">
                <a:extLst>
                  <a:ext uri="{FF2B5EF4-FFF2-40B4-BE49-F238E27FC236}">
                    <a16:creationId xmlns:a16="http://schemas.microsoft.com/office/drawing/2014/main" id="{BF4213D0-2BF5-4697-AF69-ABA630F5A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139"/>
                <a:ext cx="129" cy="50"/>
              </a:xfrm>
              <a:custGeom>
                <a:avLst/>
                <a:gdLst>
                  <a:gd name="T0" fmla="*/ 0 w 175"/>
                  <a:gd name="T1" fmla="*/ 30 h 64"/>
                  <a:gd name="T2" fmla="*/ 28 w 175"/>
                  <a:gd name="T3" fmla="*/ 25 h 64"/>
                  <a:gd name="T4" fmla="*/ 55 w 175"/>
                  <a:gd name="T5" fmla="*/ 10 h 64"/>
                  <a:gd name="T6" fmla="*/ 70 w 175"/>
                  <a:gd name="T7" fmla="*/ 0 h 64"/>
                  <a:gd name="T8" fmla="*/ 53 w 175"/>
                  <a:gd name="T9" fmla="*/ 6 h 64"/>
                  <a:gd name="T10" fmla="*/ 36 w 175"/>
                  <a:gd name="T11" fmla="*/ 16 h 64"/>
                  <a:gd name="T12" fmla="*/ 19 w 175"/>
                  <a:gd name="T13" fmla="*/ 23 h 64"/>
                  <a:gd name="T14" fmla="*/ 0 w 175"/>
                  <a:gd name="T15" fmla="*/ 3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5" h="64">
                    <a:moveTo>
                      <a:pt x="0" y="64"/>
                    </a:moveTo>
                    <a:cubicBezTo>
                      <a:pt x="26" y="58"/>
                      <a:pt x="38" y="64"/>
                      <a:pt x="71" y="52"/>
                    </a:cubicBezTo>
                    <a:cubicBezTo>
                      <a:pt x="96" y="42"/>
                      <a:pt x="114" y="28"/>
                      <a:pt x="135" y="20"/>
                    </a:cubicBezTo>
                    <a:cubicBezTo>
                      <a:pt x="156" y="13"/>
                      <a:pt x="169" y="3"/>
                      <a:pt x="175" y="0"/>
                    </a:cubicBezTo>
                    <a:cubicBezTo>
                      <a:pt x="158" y="2"/>
                      <a:pt x="150" y="8"/>
                      <a:pt x="133" y="13"/>
                    </a:cubicBezTo>
                    <a:cubicBezTo>
                      <a:pt x="116" y="18"/>
                      <a:pt x="102" y="22"/>
                      <a:pt x="90" y="32"/>
                    </a:cubicBezTo>
                    <a:cubicBezTo>
                      <a:pt x="78" y="41"/>
                      <a:pt x="68" y="45"/>
                      <a:pt x="48" y="50"/>
                    </a:cubicBezTo>
                    <a:cubicBezTo>
                      <a:pt x="28" y="56"/>
                      <a:pt x="4" y="60"/>
                      <a:pt x="0" y="64"/>
                    </a:cubicBezTo>
                    <a:close/>
                  </a:path>
                </a:pathLst>
              </a:custGeom>
              <a:solidFill>
                <a:srgbClr val="7D4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9" name="Freeform 694">
                <a:extLst>
                  <a:ext uri="{FF2B5EF4-FFF2-40B4-BE49-F238E27FC236}">
                    <a16:creationId xmlns:a16="http://schemas.microsoft.com/office/drawing/2014/main" id="{4111B579-FDFE-46C4-A17A-F2D5F10BF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171"/>
                <a:ext cx="69" cy="48"/>
              </a:xfrm>
              <a:custGeom>
                <a:avLst/>
                <a:gdLst>
                  <a:gd name="T0" fmla="*/ 0 w 93"/>
                  <a:gd name="T1" fmla="*/ 30 h 60"/>
                  <a:gd name="T2" fmla="*/ 4 w 93"/>
                  <a:gd name="T3" fmla="*/ 21 h 60"/>
                  <a:gd name="T4" fmla="*/ 10 w 93"/>
                  <a:gd name="T5" fmla="*/ 11 h 60"/>
                  <a:gd name="T6" fmla="*/ 29 w 93"/>
                  <a:gd name="T7" fmla="*/ 1 h 60"/>
                  <a:gd name="T8" fmla="*/ 34 w 93"/>
                  <a:gd name="T9" fmla="*/ 5 h 60"/>
                  <a:gd name="T10" fmla="*/ 24 w 93"/>
                  <a:gd name="T11" fmla="*/ 12 h 60"/>
                  <a:gd name="T12" fmla="*/ 2 w 93"/>
                  <a:gd name="T13" fmla="*/ 3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60">
                    <a:moveTo>
                      <a:pt x="0" y="60"/>
                    </a:moveTo>
                    <a:cubicBezTo>
                      <a:pt x="5" y="55"/>
                      <a:pt x="6" y="47"/>
                      <a:pt x="10" y="41"/>
                    </a:cubicBezTo>
                    <a:cubicBezTo>
                      <a:pt x="14" y="34"/>
                      <a:pt x="21" y="27"/>
                      <a:pt x="26" y="22"/>
                    </a:cubicBezTo>
                    <a:cubicBezTo>
                      <a:pt x="38" y="10"/>
                      <a:pt x="56" y="3"/>
                      <a:pt x="72" y="1"/>
                    </a:cubicBezTo>
                    <a:cubicBezTo>
                      <a:pt x="79" y="1"/>
                      <a:pt x="93" y="0"/>
                      <a:pt x="84" y="9"/>
                    </a:cubicBezTo>
                    <a:cubicBezTo>
                      <a:pt x="78" y="16"/>
                      <a:pt x="68" y="20"/>
                      <a:pt x="60" y="24"/>
                    </a:cubicBezTo>
                    <a:cubicBezTo>
                      <a:pt x="41" y="34"/>
                      <a:pt x="24" y="46"/>
                      <a:pt x="6" y="58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0" name="Freeform 695">
                <a:extLst>
                  <a:ext uri="{FF2B5EF4-FFF2-40B4-BE49-F238E27FC236}">
                    <a16:creationId xmlns:a16="http://schemas.microsoft.com/office/drawing/2014/main" id="{491C9480-51A6-4003-A26F-D22A768C1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222"/>
                <a:ext cx="52" cy="35"/>
              </a:xfrm>
              <a:custGeom>
                <a:avLst/>
                <a:gdLst>
                  <a:gd name="T0" fmla="*/ 0 w 71"/>
                  <a:gd name="T1" fmla="*/ 5 h 44"/>
                  <a:gd name="T2" fmla="*/ 28 w 71"/>
                  <a:gd name="T3" fmla="*/ 0 h 44"/>
                  <a:gd name="T4" fmla="*/ 0 w 71"/>
                  <a:gd name="T5" fmla="*/ 5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44">
                    <a:moveTo>
                      <a:pt x="0" y="9"/>
                    </a:moveTo>
                    <a:cubicBezTo>
                      <a:pt x="5" y="20"/>
                      <a:pt x="12" y="44"/>
                      <a:pt x="71" y="0"/>
                    </a:cubicBezTo>
                    <a:cubicBezTo>
                      <a:pt x="56" y="9"/>
                      <a:pt x="11" y="33"/>
                      <a:pt x="0" y="9"/>
                    </a:cubicBezTo>
                    <a:close/>
                  </a:path>
                </a:pathLst>
              </a:custGeom>
              <a:solidFill>
                <a:srgbClr val="9C71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1" name="Freeform 696">
                <a:extLst>
                  <a:ext uri="{FF2B5EF4-FFF2-40B4-BE49-F238E27FC236}">
                    <a16:creationId xmlns:a16="http://schemas.microsoft.com/office/drawing/2014/main" id="{9E060884-2E53-443A-AD91-01CE183C1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245"/>
                <a:ext cx="84" cy="106"/>
              </a:xfrm>
              <a:custGeom>
                <a:avLst/>
                <a:gdLst>
                  <a:gd name="T0" fmla="*/ 0 w 113"/>
                  <a:gd name="T1" fmla="*/ 66 h 134"/>
                  <a:gd name="T2" fmla="*/ 8 w 113"/>
                  <a:gd name="T3" fmla="*/ 39 h 134"/>
                  <a:gd name="T4" fmla="*/ 46 w 113"/>
                  <a:gd name="T5" fmla="*/ 2 h 134"/>
                  <a:gd name="T6" fmla="*/ 17 w 113"/>
                  <a:gd name="T7" fmla="*/ 9 h 134"/>
                  <a:gd name="T8" fmla="*/ 7 w 113"/>
                  <a:gd name="T9" fmla="*/ 37 h 134"/>
                  <a:gd name="T10" fmla="*/ 0 w 113"/>
                  <a:gd name="T11" fmla="*/ 66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134">
                    <a:moveTo>
                      <a:pt x="0" y="134"/>
                    </a:moveTo>
                    <a:cubicBezTo>
                      <a:pt x="9" y="126"/>
                      <a:pt x="11" y="114"/>
                      <a:pt x="20" y="79"/>
                    </a:cubicBezTo>
                    <a:cubicBezTo>
                      <a:pt x="29" y="45"/>
                      <a:pt x="46" y="4"/>
                      <a:pt x="113" y="5"/>
                    </a:cubicBezTo>
                    <a:cubicBezTo>
                      <a:pt x="87" y="3"/>
                      <a:pt x="60" y="0"/>
                      <a:pt x="42" y="18"/>
                    </a:cubicBezTo>
                    <a:cubicBezTo>
                      <a:pt x="23" y="35"/>
                      <a:pt x="23" y="41"/>
                      <a:pt x="16" y="74"/>
                    </a:cubicBezTo>
                    <a:cubicBezTo>
                      <a:pt x="9" y="107"/>
                      <a:pt x="8" y="124"/>
                      <a:pt x="0" y="134"/>
                    </a:cubicBezTo>
                    <a:close/>
                  </a:path>
                </a:pathLst>
              </a:custGeom>
              <a:solidFill>
                <a:srgbClr val="B39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2" name="Freeform 697">
                <a:extLst>
                  <a:ext uri="{FF2B5EF4-FFF2-40B4-BE49-F238E27FC236}">
                    <a16:creationId xmlns:a16="http://schemas.microsoft.com/office/drawing/2014/main" id="{A751AEFE-C151-4187-B2F7-F16A47259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134"/>
                <a:ext cx="417" cy="304"/>
              </a:xfrm>
              <a:custGeom>
                <a:avLst/>
                <a:gdLst>
                  <a:gd name="T0" fmla="*/ 41 w 563"/>
                  <a:gd name="T1" fmla="*/ 174 h 385"/>
                  <a:gd name="T2" fmla="*/ 71 w 563"/>
                  <a:gd name="T3" fmla="*/ 139 h 385"/>
                  <a:gd name="T4" fmla="*/ 102 w 563"/>
                  <a:gd name="T5" fmla="*/ 108 h 385"/>
                  <a:gd name="T6" fmla="*/ 134 w 563"/>
                  <a:gd name="T7" fmla="*/ 81 h 385"/>
                  <a:gd name="T8" fmla="*/ 184 w 563"/>
                  <a:gd name="T9" fmla="*/ 48 h 385"/>
                  <a:gd name="T10" fmla="*/ 204 w 563"/>
                  <a:gd name="T11" fmla="*/ 34 h 385"/>
                  <a:gd name="T12" fmla="*/ 225 w 563"/>
                  <a:gd name="T13" fmla="*/ 6 h 385"/>
                  <a:gd name="T14" fmla="*/ 185 w 563"/>
                  <a:gd name="T15" fmla="*/ 28 h 385"/>
                  <a:gd name="T16" fmla="*/ 147 w 563"/>
                  <a:gd name="T17" fmla="*/ 39 h 385"/>
                  <a:gd name="T18" fmla="*/ 119 w 563"/>
                  <a:gd name="T19" fmla="*/ 46 h 385"/>
                  <a:gd name="T20" fmla="*/ 87 w 563"/>
                  <a:gd name="T21" fmla="*/ 71 h 385"/>
                  <a:gd name="T22" fmla="*/ 54 w 563"/>
                  <a:gd name="T23" fmla="*/ 82 h 385"/>
                  <a:gd name="T24" fmla="*/ 37 w 563"/>
                  <a:gd name="T25" fmla="*/ 126 h 385"/>
                  <a:gd name="T26" fmla="*/ 16 w 563"/>
                  <a:gd name="T27" fmla="*/ 156 h 385"/>
                  <a:gd name="T28" fmla="*/ 6 w 563"/>
                  <a:gd name="T29" fmla="*/ 184 h 385"/>
                  <a:gd name="T30" fmla="*/ 41 w 563"/>
                  <a:gd name="T31" fmla="*/ 174 h 3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63" h="385">
                    <a:moveTo>
                      <a:pt x="101" y="353"/>
                    </a:moveTo>
                    <a:cubicBezTo>
                      <a:pt x="144" y="322"/>
                      <a:pt x="147" y="302"/>
                      <a:pt x="174" y="283"/>
                    </a:cubicBezTo>
                    <a:cubicBezTo>
                      <a:pt x="200" y="264"/>
                      <a:pt x="217" y="247"/>
                      <a:pt x="251" y="219"/>
                    </a:cubicBezTo>
                    <a:cubicBezTo>
                      <a:pt x="276" y="198"/>
                      <a:pt x="318" y="178"/>
                      <a:pt x="329" y="163"/>
                    </a:cubicBezTo>
                    <a:cubicBezTo>
                      <a:pt x="372" y="166"/>
                      <a:pt x="394" y="137"/>
                      <a:pt x="453" y="97"/>
                    </a:cubicBezTo>
                    <a:cubicBezTo>
                      <a:pt x="466" y="88"/>
                      <a:pt x="491" y="80"/>
                      <a:pt x="502" y="69"/>
                    </a:cubicBezTo>
                    <a:cubicBezTo>
                      <a:pt x="539" y="32"/>
                      <a:pt x="563" y="19"/>
                      <a:pt x="554" y="11"/>
                    </a:cubicBezTo>
                    <a:cubicBezTo>
                      <a:pt x="542" y="0"/>
                      <a:pt x="505" y="38"/>
                      <a:pt x="455" y="57"/>
                    </a:cubicBezTo>
                    <a:cubicBezTo>
                      <a:pt x="405" y="76"/>
                      <a:pt x="399" y="73"/>
                      <a:pt x="362" y="78"/>
                    </a:cubicBezTo>
                    <a:cubicBezTo>
                      <a:pt x="326" y="82"/>
                      <a:pt x="317" y="81"/>
                      <a:pt x="293" y="94"/>
                    </a:cubicBezTo>
                    <a:cubicBezTo>
                      <a:pt x="269" y="108"/>
                      <a:pt x="239" y="128"/>
                      <a:pt x="213" y="144"/>
                    </a:cubicBezTo>
                    <a:cubicBezTo>
                      <a:pt x="186" y="159"/>
                      <a:pt x="167" y="144"/>
                      <a:pt x="133" y="167"/>
                    </a:cubicBezTo>
                    <a:cubicBezTo>
                      <a:pt x="99" y="190"/>
                      <a:pt x="93" y="234"/>
                      <a:pt x="91" y="256"/>
                    </a:cubicBezTo>
                    <a:cubicBezTo>
                      <a:pt x="89" y="278"/>
                      <a:pt x="60" y="296"/>
                      <a:pt x="41" y="316"/>
                    </a:cubicBezTo>
                    <a:cubicBezTo>
                      <a:pt x="16" y="340"/>
                      <a:pt x="0" y="358"/>
                      <a:pt x="15" y="373"/>
                    </a:cubicBezTo>
                    <a:cubicBezTo>
                      <a:pt x="26" y="385"/>
                      <a:pt x="58" y="384"/>
                      <a:pt x="101" y="35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3" name="Freeform 698">
                <a:extLst>
                  <a:ext uri="{FF2B5EF4-FFF2-40B4-BE49-F238E27FC236}">
                    <a16:creationId xmlns:a16="http://schemas.microsoft.com/office/drawing/2014/main" id="{656C17B4-FBA6-4890-B3D2-751C0145F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067"/>
                <a:ext cx="426" cy="361"/>
              </a:xfrm>
              <a:custGeom>
                <a:avLst/>
                <a:gdLst>
                  <a:gd name="T0" fmla="*/ 24 w 575"/>
                  <a:gd name="T1" fmla="*/ 196 h 458"/>
                  <a:gd name="T2" fmla="*/ 45 w 575"/>
                  <a:gd name="T3" fmla="*/ 167 h 458"/>
                  <a:gd name="T4" fmla="*/ 62 w 575"/>
                  <a:gd name="T5" fmla="*/ 124 h 458"/>
                  <a:gd name="T6" fmla="*/ 95 w 575"/>
                  <a:gd name="T7" fmla="*/ 113 h 458"/>
                  <a:gd name="T8" fmla="*/ 127 w 575"/>
                  <a:gd name="T9" fmla="*/ 87 h 458"/>
                  <a:gd name="T10" fmla="*/ 156 w 575"/>
                  <a:gd name="T11" fmla="*/ 80 h 458"/>
                  <a:gd name="T12" fmla="*/ 193 w 575"/>
                  <a:gd name="T13" fmla="*/ 69 h 458"/>
                  <a:gd name="T14" fmla="*/ 233 w 575"/>
                  <a:gd name="T15" fmla="*/ 47 h 458"/>
                  <a:gd name="T16" fmla="*/ 234 w 575"/>
                  <a:gd name="T17" fmla="*/ 47 h 458"/>
                  <a:gd name="T18" fmla="*/ 200 w 575"/>
                  <a:gd name="T19" fmla="*/ 29 h 458"/>
                  <a:gd name="T20" fmla="*/ 166 w 575"/>
                  <a:gd name="T21" fmla="*/ 27 h 458"/>
                  <a:gd name="T22" fmla="*/ 155 w 575"/>
                  <a:gd name="T23" fmla="*/ 29 h 458"/>
                  <a:gd name="T24" fmla="*/ 39 w 575"/>
                  <a:gd name="T25" fmla="*/ 17 h 458"/>
                  <a:gd name="T26" fmla="*/ 4 w 575"/>
                  <a:gd name="T27" fmla="*/ 84 h 458"/>
                  <a:gd name="T28" fmla="*/ 7 w 575"/>
                  <a:gd name="T29" fmla="*/ 164 h 458"/>
                  <a:gd name="T30" fmla="*/ 14 w 575"/>
                  <a:gd name="T31" fmla="*/ 225 h 458"/>
                  <a:gd name="T32" fmla="*/ 24 w 575"/>
                  <a:gd name="T33" fmla="*/ 196 h 4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5" h="458">
                    <a:moveTo>
                      <a:pt x="61" y="401"/>
                    </a:moveTo>
                    <a:cubicBezTo>
                      <a:pt x="80" y="381"/>
                      <a:pt x="109" y="363"/>
                      <a:pt x="111" y="341"/>
                    </a:cubicBezTo>
                    <a:cubicBezTo>
                      <a:pt x="113" y="319"/>
                      <a:pt x="119" y="275"/>
                      <a:pt x="153" y="252"/>
                    </a:cubicBezTo>
                    <a:cubicBezTo>
                      <a:pt x="187" y="229"/>
                      <a:pt x="206" y="244"/>
                      <a:pt x="233" y="229"/>
                    </a:cubicBezTo>
                    <a:cubicBezTo>
                      <a:pt x="259" y="213"/>
                      <a:pt x="289" y="193"/>
                      <a:pt x="313" y="179"/>
                    </a:cubicBezTo>
                    <a:cubicBezTo>
                      <a:pt x="337" y="166"/>
                      <a:pt x="346" y="167"/>
                      <a:pt x="382" y="163"/>
                    </a:cubicBezTo>
                    <a:cubicBezTo>
                      <a:pt x="419" y="158"/>
                      <a:pt x="425" y="161"/>
                      <a:pt x="475" y="142"/>
                    </a:cubicBezTo>
                    <a:cubicBezTo>
                      <a:pt x="525" y="123"/>
                      <a:pt x="562" y="85"/>
                      <a:pt x="574" y="96"/>
                    </a:cubicBezTo>
                    <a:cubicBezTo>
                      <a:pt x="574" y="96"/>
                      <a:pt x="574" y="96"/>
                      <a:pt x="575" y="96"/>
                    </a:cubicBezTo>
                    <a:cubicBezTo>
                      <a:pt x="573" y="75"/>
                      <a:pt x="536" y="70"/>
                      <a:pt x="493" y="60"/>
                    </a:cubicBezTo>
                    <a:cubicBezTo>
                      <a:pt x="465" y="54"/>
                      <a:pt x="428" y="48"/>
                      <a:pt x="407" y="54"/>
                    </a:cubicBezTo>
                    <a:cubicBezTo>
                      <a:pt x="398" y="56"/>
                      <a:pt x="389" y="60"/>
                      <a:pt x="380" y="59"/>
                    </a:cubicBezTo>
                    <a:cubicBezTo>
                      <a:pt x="341" y="53"/>
                      <a:pt x="187" y="0"/>
                      <a:pt x="94" y="35"/>
                    </a:cubicBezTo>
                    <a:cubicBezTo>
                      <a:pt x="40" y="55"/>
                      <a:pt x="20" y="107"/>
                      <a:pt x="11" y="171"/>
                    </a:cubicBezTo>
                    <a:cubicBezTo>
                      <a:pt x="0" y="255"/>
                      <a:pt x="15" y="306"/>
                      <a:pt x="17" y="335"/>
                    </a:cubicBezTo>
                    <a:cubicBezTo>
                      <a:pt x="19" y="362"/>
                      <a:pt x="3" y="434"/>
                      <a:pt x="35" y="458"/>
                    </a:cubicBezTo>
                    <a:cubicBezTo>
                      <a:pt x="20" y="443"/>
                      <a:pt x="36" y="425"/>
                      <a:pt x="61" y="40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4" name="Freeform 699">
                <a:extLst>
                  <a:ext uri="{FF2B5EF4-FFF2-40B4-BE49-F238E27FC236}">
                    <a16:creationId xmlns:a16="http://schemas.microsoft.com/office/drawing/2014/main" id="{62F49C00-0DAD-4943-B2D2-23FDC467C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118"/>
                <a:ext cx="47" cy="85"/>
              </a:xfrm>
              <a:custGeom>
                <a:avLst/>
                <a:gdLst>
                  <a:gd name="T0" fmla="*/ 24 w 63"/>
                  <a:gd name="T1" fmla="*/ 0 h 108"/>
                  <a:gd name="T2" fmla="*/ 8 w 63"/>
                  <a:gd name="T3" fmla="*/ 32 h 108"/>
                  <a:gd name="T4" fmla="*/ 1 w 63"/>
                  <a:gd name="T5" fmla="*/ 53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08">
                    <a:moveTo>
                      <a:pt x="58" y="0"/>
                    </a:moveTo>
                    <a:cubicBezTo>
                      <a:pt x="63" y="16"/>
                      <a:pt x="38" y="43"/>
                      <a:pt x="20" y="66"/>
                    </a:cubicBezTo>
                    <a:cubicBezTo>
                      <a:pt x="2" y="89"/>
                      <a:pt x="0" y="103"/>
                      <a:pt x="2" y="108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5" name="Freeform 700">
                <a:extLst>
                  <a:ext uri="{FF2B5EF4-FFF2-40B4-BE49-F238E27FC236}">
                    <a16:creationId xmlns:a16="http://schemas.microsoft.com/office/drawing/2014/main" id="{05CAE02A-E7A4-4D03-8153-3DFFFCE07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206"/>
                <a:ext cx="27" cy="56"/>
              </a:xfrm>
              <a:custGeom>
                <a:avLst/>
                <a:gdLst>
                  <a:gd name="T0" fmla="*/ 0 w 36"/>
                  <a:gd name="T1" fmla="*/ 0 h 71"/>
                  <a:gd name="T2" fmla="*/ 15 w 36"/>
                  <a:gd name="T3" fmla="*/ 35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1">
                    <a:moveTo>
                      <a:pt x="0" y="0"/>
                    </a:moveTo>
                    <a:cubicBezTo>
                      <a:pt x="14" y="8"/>
                      <a:pt x="8" y="63"/>
                      <a:pt x="36" y="71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6" name="Freeform 701">
                <a:extLst>
                  <a:ext uri="{FF2B5EF4-FFF2-40B4-BE49-F238E27FC236}">
                    <a16:creationId xmlns:a16="http://schemas.microsoft.com/office/drawing/2014/main" id="{06CFA582-3BB5-47D2-B60E-5DE48DD68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267"/>
                <a:ext cx="134" cy="157"/>
              </a:xfrm>
              <a:custGeom>
                <a:avLst/>
                <a:gdLst>
                  <a:gd name="T0" fmla="*/ 67 w 175"/>
                  <a:gd name="T1" fmla="*/ 45 h 192"/>
                  <a:gd name="T2" fmla="*/ 71 w 175"/>
                  <a:gd name="T3" fmla="*/ 60 h 192"/>
                  <a:gd name="T4" fmla="*/ 71 w 175"/>
                  <a:gd name="T5" fmla="*/ 105 h 192"/>
                  <a:gd name="T6" fmla="*/ 77 w 175"/>
                  <a:gd name="T7" fmla="*/ 105 h 192"/>
                  <a:gd name="T8" fmla="*/ 78 w 175"/>
                  <a:gd name="T9" fmla="*/ 76 h 192"/>
                  <a:gd name="T10" fmla="*/ 70 w 175"/>
                  <a:gd name="T11" fmla="*/ 11 h 192"/>
                  <a:gd name="T12" fmla="*/ 64 w 175"/>
                  <a:gd name="T13" fmla="*/ 11 h 192"/>
                  <a:gd name="T14" fmla="*/ 68 w 175"/>
                  <a:gd name="T15" fmla="*/ 37 h 192"/>
                  <a:gd name="T16" fmla="*/ 53 w 175"/>
                  <a:gd name="T17" fmla="*/ 18 h 192"/>
                  <a:gd name="T18" fmla="*/ 34 w 175"/>
                  <a:gd name="T19" fmla="*/ 6 h 192"/>
                  <a:gd name="T20" fmla="*/ 5 w 175"/>
                  <a:gd name="T21" fmla="*/ 20 h 192"/>
                  <a:gd name="T22" fmla="*/ 28 w 175"/>
                  <a:gd name="T23" fmla="*/ 44 h 192"/>
                  <a:gd name="T24" fmla="*/ 51 w 175"/>
                  <a:gd name="T25" fmla="*/ 38 h 192"/>
                  <a:gd name="T26" fmla="*/ 67 w 175"/>
                  <a:gd name="T27" fmla="*/ 45 h 1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5" h="192">
                    <a:moveTo>
                      <a:pt x="149" y="82"/>
                    </a:moveTo>
                    <a:cubicBezTo>
                      <a:pt x="152" y="88"/>
                      <a:pt x="155" y="100"/>
                      <a:pt x="158" y="109"/>
                    </a:cubicBezTo>
                    <a:cubicBezTo>
                      <a:pt x="164" y="127"/>
                      <a:pt x="161" y="176"/>
                      <a:pt x="158" y="192"/>
                    </a:cubicBezTo>
                    <a:cubicBezTo>
                      <a:pt x="158" y="192"/>
                      <a:pt x="171" y="192"/>
                      <a:pt x="172" y="192"/>
                    </a:cubicBezTo>
                    <a:cubicBezTo>
                      <a:pt x="174" y="176"/>
                      <a:pt x="174" y="140"/>
                      <a:pt x="174" y="140"/>
                    </a:cubicBezTo>
                    <a:cubicBezTo>
                      <a:pt x="175" y="105"/>
                      <a:pt x="163" y="51"/>
                      <a:pt x="155" y="20"/>
                    </a:cubicBezTo>
                    <a:cubicBezTo>
                      <a:pt x="154" y="20"/>
                      <a:pt x="145" y="20"/>
                      <a:pt x="142" y="20"/>
                    </a:cubicBezTo>
                    <a:cubicBezTo>
                      <a:pt x="146" y="33"/>
                      <a:pt x="149" y="52"/>
                      <a:pt x="152" y="67"/>
                    </a:cubicBezTo>
                    <a:cubicBezTo>
                      <a:pt x="146" y="52"/>
                      <a:pt x="139" y="39"/>
                      <a:pt x="117" y="33"/>
                    </a:cubicBezTo>
                    <a:cubicBezTo>
                      <a:pt x="93" y="26"/>
                      <a:pt x="97" y="22"/>
                      <a:pt x="74" y="11"/>
                    </a:cubicBezTo>
                    <a:cubicBezTo>
                      <a:pt x="50" y="0"/>
                      <a:pt x="18" y="6"/>
                      <a:pt x="11" y="35"/>
                    </a:cubicBezTo>
                    <a:cubicBezTo>
                      <a:pt x="0" y="77"/>
                      <a:pt x="30" y="84"/>
                      <a:pt x="61" y="81"/>
                    </a:cubicBezTo>
                    <a:cubicBezTo>
                      <a:pt x="91" y="78"/>
                      <a:pt x="99" y="68"/>
                      <a:pt x="114" y="68"/>
                    </a:cubicBezTo>
                    <a:cubicBezTo>
                      <a:pt x="132" y="68"/>
                      <a:pt x="138" y="62"/>
                      <a:pt x="149" y="82"/>
                    </a:cubicBezTo>
                    <a:close/>
                  </a:path>
                </a:pathLst>
              </a:custGeom>
              <a:solidFill>
                <a:srgbClr val="74AA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7" name="Freeform 702">
                <a:extLst>
                  <a:ext uri="{FF2B5EF4-FFF2-40B4-BE49-F238E27FC236}">
                    <a16:creationId xmlns:a16="http://schemas.microsoft.com/office/drawing/2014/main" id="{0A5FA631-5F25-4468-A72D-623144C49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283"/>
                <a:ext cx="15" cy="141"/>
              </a:xfrm>
              <a:custGeom>
                <a:avLst/>
                <a:gdLst>
                  <a:gd name="T0" fmla="*/ 8 w 20"/>
                  <a:gd name="T1" fmla="*/ 95 h 172"/>
                  <a:gd name="T2" fmla="*/ 8 w 20"/>
                  <a:gd name="T3" fmla="*/ 66 h 172"/>
                  <a:gd name="T4" fmla="*/ 0 w 20"/>
                  <a:gd name="T5" fmla="*/ 0 h 1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2">
                    <a:moveTo>
                      <a:pt x="17" y="172"/>
                    </a:moveTo>
                    <a:cubicBezTo>
                      <a:pt x="19" y="156"/>
                      <a:pt x="19" y="120"/>
                      <a:pt x="19" y="120"/>
                    </a:cubicBezTo>
                    <a:cubicBezTo>
                      <a:pt x="20" y="85"/>
                      <a:pt x="8" y="3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8" name="Freeform 703">
                <a:extLst>
                  <a:ext uri="{FF2B5EF4-FFF2-40B4-BE49-F238E27FC236}">
                    <a16:creationId xmlns:a16="http://schemas.microsoft.com/office/drawing/2014/main" id="{D31F407B-50A3-4B49-A73B-C14F16C66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267"/>
                <a:ext cx="125" cy="157"/>
              </a:xfrm>
              <a:custGeom>
                <a:avLst/>
                <a:gdLst>
                  <a:gd name="T0" fmla="*/ 63 w 164"/>
                  <a:gd name="T1" fmla="*/ 11 h 192"/>
                  <a:gd name="T2" fmla="*/ 67 w 164"/>
                  <a:gd name="T3" fmla="*/ 37 h 192"/>
                  <a:gd name="T4" fmla="*/ 52 w 164"/>
                  <a:gd name="T5" fmla="*/ 18 h 192"/>
                  <a:gd name="T6" fmla="*/ 33 w 164"/>
                  <a:gd name="T7" fmla="*/ 6 h 192"/>
                  <a:gd name="T8" fmla="*/ 5 w 164"/>
                  <a:gd name="T9" fmla="*/ 20 h 192"/>
                  <a:gd name="T10" fmla="*/ 27 w 164"/>
                  <a:gd name="T11" fmla="*/ 44 h 192"/>
                  <a:gd name="T12" fmla="*/ 50 w 164"/>
                  <a:gd name="T13" fmla="*/ 38 h 192"/>
                  <a:gd name="T14" fmla="*/ 66 w 164"/>
                  <a:gd name="T15" fmla="*/ 45 h 192"/>
                  <a:gd name="T16" fmla="*/ 69 w 164"/>
                  <a:gd name="T17" fmla="*/ 60 h 192"/>
                  <a:gd name="T18" fmla="*/ 69 w 164"/>
                  <a:gd name="T19" fmla="*/ 105 h 1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4" h="192">
                    <a:moveTo>
                      <a:pt x="142" y="20"/>
                    </a:moveTo>
                    <a:cubicBezTo>
                      <a:pt x="146" y="33"/>
                      <a:pt x="149" y="52"/>
                      <a:pt x="152" y="67"/>
                    </a:cubicBezTo>
                    <a:cubicBezTo>
                      <a:pt x="146" y="52"/>
                      <a:pt x="139" y="39"/>
                      <a:pt x="117" y="33"/>
                    </a:cubicBezTo>
                    <a:cubicBezTo>
                      <a:pt x="93" y="26"/>
                      <a:pt x="97" y="22"/>
                      <a:pt x="74" y="11"/>
                    </a:cubicBezTo>
                    <a:cubicBezTo>
                      <a:pt x="50" y="0"/>
                      <a:pt x="18" y="6"/>
                      <a:pt x="11" y="35"/>
                    </a:cubicBezTo>
                    <a:cubicBezTo>
                      <a:pt x="0" y="77"/>
                      <a:pt x="30" y="84"/>
                      <a:pt x="61" y="81"/>
                    </a:cubicBezTo>
                    <a:cubicBezTo>
                      <a:pt x="91" y="78"/>
                      <a:pt x="99" y="68"/>
                      <a:pt x="114" y="68"/>
                    </a:cubicBezTo>
                    <a:cubicBezTo>
                      <a:pt x="132" y="68"/>
                      <a:pt x="138" y="62"/>
                      <a:pt x="149" y="82"/>
                    </a:cubicBezTo>
                    <a:cubicBezTo>
                      <a:pt x="152" y="88"/>
                      <a:pt x="155" y="100"/>
                      <a:pt x="158" y="109"/>
                    </a:cubicBezTo>
                    <a:cubicBezTo>
                      <a:pt x="164" y="127"/>
                      <a:pt x="161" y="176"/>
                      <a:pt x="158" y="192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9" name="Freeform 704">
                <a:extLst>
                  <a:ext uri="{FF2B5EF4-FFF2-40B4-BE49-F238E27FC236}">
                    <a16:creationId xmlns:a16="http://schemas.microsoft.com/office/drawing/2014/main" id="{E8518A2B-AFE1-4D21-89CC-0D64AF610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271"/>
                <a:ext cx="59" cy="41"/>
              </a:xfrm>
              <a:custGeom>
                <a:avLst/>
                <a:gdLst>
                  <a:gd name="T0" fmla="*/ 0 w 78"/>
                  <a:gd name="T1" fmla="*/ 28 h 50"/>
                  <a:gd name="T2" fmla="*/ 13 w 78"/>
                  <a:gd name="T3" fmla="*/ 5 h 50"/>
                  <a:gd name="T4" fmla="*/ 34 w 78"/>
                  <a:gd name="T5" fmla="*/ 14 h 50"/>
                  <a:gd name="T6" fmla="*/ 0 w 78"/>
                  <a:gd name="T7" fmla="*/ 2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50">
                    <a:moveTo>
                      <a:pt x="0" y="50"/>
                    </a:moveTo>
                    <a:cubicBezTo>
                      <a:pt x="0" y="31"/>
                      <a:pt x="7" y="11"/>
                      <a:pt x="31" y="8"/>
                    </a:cubicBezTo>
                    <a:cubicBezTo>
                      <a:pt x="55" y="6"/>
                      <a:pt x="61" y="16"/>
                      <a:pt x="78" y="25"/>
                    </a:cubicBezTo>
                    <a:cubicBezTo>
                      <a:pt x="65" y="19"/>
                      <a:pt x="17" y="0"/>
                      <a:pt x="0" y="50"/>
                    </a:cubicBezTo>
                    <a:close/>
                  </a:path>
                </a:pathLst>
              </a:custGeom>
              <a:solidFill>
                <a:srgbClr val="BFD3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0" name="Freeform 705">
                <a:extLst>
                  <a:ext uri="{FF2B5EF4-FFF2-40B4-BE49-F238E27FC236}">
                    <a16:creationId xmlns:a16="http://schemas.microsoft.com/office/drawing/2014/main" id="{3E4CB8DE-057F-41FE-B90C-24E8823BF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271"/>
                <a:ext cx="48" cy="25"/>
              </a:xfrm>
              <a:custGeom>
                <a:avLst/>
                <a:gdLst>
                  <a:gd name="T0" fmla="*/ 28 w 63"/>
                  <a:gd name="T1" fmla="*/ 10 h 31"/>
                  <a:gd name="T2" fmla="*/ 12 w 63"/>
                  <a:gd name="T3" fmla="*/ 4 h 31"/>
                  <a:gd name="T4" fmla="*/ 0 w 63"/>
                  <a:gd name="T5" fmla="*/ 16 h 31"/>
                  <a:gd name="T6" fmla="*/ 28 w 63"/>
                  <a:gd name="T7" fmla="*/ 1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31">
                    <a:moveTo>
                      <a:pt x="63" y="18"/>
                    </a:moveTo>
                    <a:cubicBezTo>
                      <a:pt x="53" y="12"/>
                      <a:pt x="45" y="7"/>
                      <a:pt x="28" y="8"/>
                    </a:cubicBezTo>
                    <a:cubicBezTo>
                      <a:pt x="12" y="10"/>
                      <a:pt x="4" y="19"/>
                      <a:pt x="0" y="31"/>
                    </a:cubicBezTo>
                    <a:cubicBezTo>
                      <a:pt x="10" y="16"/>
                      <a:pt x="30" y="0"/>
                      <a:pt x="6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1" name="Freeform 706">
                <a:extLst>
                  <a:ext uri="{FF2B5EF4-FFF2-40B4-BE49-F238E27FC236}">
                    <a16:creationId xmlns:a16="http://schemas.microsoft.com/office/drawing/2014/main" id="{D1F775BD-3B33-4BDB-845E-05A30797F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314"/>
                <a:ext cx="18" cy="9"/>
              </a:xfrm>
              <a:custGeom>
                <a:avLst/>
                <a:gdLst>
                  <a:gd name="T0" fmla="*/ 11 w 23"/>
                  <a:gd name="T1" fmla="*/ 0 h 11"/>
                  <a:gd name="T2" fmla="*/ 0 w 23"/>
                  <a:gd name="T3" fmla="*/ 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23" y="0"/>
                    </a:moveTo>
                    <a:cubicBezTo>
                      <a:pt x="19" y="8"/>
                      <a:pt x="15" y="9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2" name="Freeform 707">
                <a:extLst>
                  <a:ext uri="{FF2B5EF4-FFF2-40B4-BE49-F238E27FC236}">
                    <a16:creationId xmlns:a16="http://schemas.microsoft.com/office/drawing/2014/main" id="{97A620D9-FFD6-4DF2-A35A-0CEE95034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304"/>
                <a:ext cx="78" cy="28"/>
              </a:xfrm>
              <a:custGeom>
                <a:avLst/>
                <a:gdLst>
                  <a:gd name="T0" fmla="*/ 0 w 102"/>
                  <a:gd name="T1" fmla="*/ 14 h 35"/>
                  <a:gd name="T2" fmla="*/ 24 w 102"/>
                  <a:gd name="T3" fmla="*/ 13 h 35"/>
                  <a:gd name="T4" fmla="*/ 43 w 102"/>
                  <a:gd name="T5" fmla="*/ 8 h 35"/>
                  <a:gd name="T6" fmla="*/ 44 w 102"/>
                  <a:gd name="T7" fmla="*/ 0 h 35"/>
                  <a:gd name="T8" fmla="*/ 35 w 102"/>
                  <a:gd name="T9" fmla="*/ 6 h 35"/>
                  <a:gd name="T10" fmla="*/ 21 w 102"/>
                  <a:gd name="T11" fmla="*/ 9 h 35"/>
                  <a:gd name="T12" fmla="*/ 0 w 102"/>
                  <a:gd name="T13" fmla="*/ 14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35">
                    <a:moveTo>
                      <a:pt x="0" y="28"/>
                    </a:moveTo>
                    <a:cubicBezTo>
                      <a:pt x="14" y="31"/>
                      <a:pt x="31" y="35"/>
                      <a:pt x="54" y="25"/>
                    </a:cubicBezTo>
                    <a:cubicBezTo>
                      <a:pt x="79" y="14"/>
                      <a:pt x="89" y="19"/>
                      <a:pt x="95" y="15"/>
                    </a:cubicBezTo>
                    <a:cubicBezTo>
                      <a:pt x="102" y="11"/>
                      <a:pt x="101" y="3"/>
                      <a:pt x="98" y="0"/>
                    </a:cubicBezTo>
                    <a:cubicBezTo>
                      <a:pt x="101" y="3"/>
                      <a:pt x="93" y="9"/>
                      <a:pt x="79" y="11"/>
                    </a:cubicBezTo>
                    <a:cubicBezTo>
                      <a:pt x="65" y="13"/>
                      <a:pt x="56" y="13"/>
                      <a:pt x="46" y="18"/>
                    </a:cubicBezTo>
                    <a:cubicBezTo>
                      <a:pt x="35" y="22"/>
                      <a:pt x="14" y="31"/>
                      <a:pt x="0" y="28"/>
                    </a:cubicBezTo>
                    <a:close/>
                  </a:path>
                </a:pathLst>
              </a:custGeom>
              <a:solidFill>
                <a:srgbClr val="2993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3" name="Freeform 708">
                <a:extLst>
                  <a:ext uri="{FF2B5EF4-FFF2-40B4-BE49-F238E27FC236}">
                    <a16:creationId xmlns:a16="http://schemas.microsoft.com/office/drawing/2014/main" id="{87EF0471-8522-4A77-98F7-4983193D7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339"/>
                <a:ext cx="8" cy="64"/>
              </a:xfrm>
              <a:custGeom>
                <a:avLst/>
                <a:gdLst>
                  <a:gd name="T0" fmla="*/ 3 w 11"/>
                  <a:gd name="T1" fmla="*/ 17 h 78"/>
                  <a:gd name="T2" fmla="*/ 4 w 11"/>
                  <a:gd name="T3" fmla="*/ 43 h 78"/>
                  <a:gd name="T4" fmla="*/ 4 w 11"/>
                  <a:gd name="T5" fmla="*/ 17 h 78"/>
                  <a:gd name="T6" fmla="*/ 0 w 11"/>
                  <a:gd name="T7" fmla="*/ 0 h 78"/>
                  <a:gd name="T8" fmla="*/ 3 w 11"/>
                  <a:gd name="T9" fmla="*/ 17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8">
                    <a:moveTo>
                      <a:pt x="7" y="31"/>
                    </a:moveTo>
                    <a:cubicBezTo>
                      <a:pt x="9" y="48"/>
                      <a:pt x="10" y="68"/>
                      <a:pt x="9" y="78"/>
                    </a:cubicBezTo>
                    <a:cubicBezTo>
                      <a:pt x="11" y="64"/>
                      <a:pt x="11" y="45"/>
                      <a:pt x="9" y="31"/>
                    </a:cubicBezTo>
                    <a:cubicBezTo>
                      <a:pt x="8" y="18"/>
                      <a:pt x="4" y="8"/>
                      <a:pt x="0" y="0"/>
                    </a:cubicBezTo>
                    <a:cubicBezTo>
                      <a:pt x="2" y="5"/>
                      <a:pt x="5" y="17"/>
                      <a:pt x="7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4" name="Freeform 709">
                <a:extLst>
                  <a:ext uri="{FF2B5EF4-FFF2-40B4-BE49-F238E27FC236}">
                    <a16:creationId xmlns:a16="http://schemas.microsoft.com/office/drawing/2014/main" id="{AC6A1B99-353D-4186-9087-88FB1ECBF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313"/>
                <a:ext cx="7" cy="6"/>
              </a:xfrm>
              <a:custGeom>
                <a:avLst/>
                <a:gdLst>
                  <a:gd name="T0" fmla="*/ 5 w 8"/>
                  <a:gd name="T1" fmla="*/ 3 h 7"/>
                  <a:gd name="T2" fmla="*/ 4 w 8"/>
                  <a:gd name="T3" fmla="*/ 1 h 7"/>
                  <a:gd name="T4" fmla="*/ 5 w 8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3"/>
                    </a:moveTo>
                    <a:cubicBezTo>
                      <a:pt x="8" y="2"/>
                      <a:pt x="5" y="0"/>
                      <a:pt x="4" y="1"/>
                    </a:cubicBezTo>
                    <a:cubicBezTo>
                      <a:pt x="0" y="3"/>
                      <a:pt x="5" y="7"/>
                      <a:pt x="8" y="7"/>
                    </a:cubicBezTo>
                  </a:path>
                </a:pathLst>
              </a:custGeom>
              <a:noFill/>
              <a:ln w="7938" cap="rnd">
                <a:solidFill>
                  <a:srgbClr val="74AA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34" name="Group 710">
              <a:extLst>
                <a:ext uri="{FF2B5EF4-FFF2-40B4-BE49-F238E27FC236}">
                  <a16:creationId xmlns:a16="http://schemas.microsoft.com/office/drawing/2014/main" id="{C3D14594-A943-4A00-877F-DB9A2D593F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2050" y="3622675"/>
              <a:ext cx="503238" cy="546100"/>
              <a:chOff x="2370" y="1601"/>
              <a:chExt cx="1032" cy="1115"/>
            </a:xfrm>
          </p:grpSpPr>
          <p:sp>
            <p:nvSpPr>
              <p:cNvPr id="130054" name="Freeform 711">
                <a:extLst>
                  <a:ext uri="{FF2B5EF4-FFF2-40B4-BE49-F238E27FC236}">
                    <a16:creationId xmlns:a16="http://schemas.microsoft.com/office/drawing/2014/main" id="{221B2B79-D0A1-4C11-91A3-B63171E05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601"/>
                <a:ext cx="1032" cy="1115"/>
              </a:xfrm>
              <a:custGeom>
                <a:avLst/>
                <a:gdLst>
                  <a:gd name="T0" fmla="*/ 230 w 413"/>
                  <a:gd name="T1" fmla="*/ 6205 h 418"/>
                  <a:gd name="T2" fmla="*/ 542 w 413"/>
                  <a:gd name="T3" fmla="*/ 6431 h 418"/>
                  <a:gd name="T4" fmla="*/ 917 w 413"/>
                  <a:gd name="T5" fmla="*/ 7058 h 418"/>
                  <a:gd name="T6" fmla="*/ 1824 w 413"/>
                  <a:gd name="T7" fmla="*/ 7386 h 418"/>
                  <a:gd name="T8" fmla="*/ 3041 w 413"/>
                  <a:gd name="T9" fmla="*/ 7842 h 418"/>
                  <a:gd name="T10" fmla="*/ 6120 w 413"/>
                  <a:gd name="T11" fmla="*/ 4156 h 418"/>
                  <a:gd name="T12" fmla="*/ 5058 w 413"/>
                  <a:gd name="T13" fmla="*/ 149 h 418"/>
                  <a:gd name="T14" fmla="*/ 3696 w 413"/>
                  <a:gd name="T15" fmla="*/ 683 h 418"/>
                  <a:gd name="T16" fmla="*/ 3258 w 413"/>
                  <a:gd name="T17" fmla="*/ 1422 h 418"/>
                  <a:gd name="T18" fmla="*/ 3133 w 413"/>
                  <a:gd name="T19" fmla="*/ 1400 h 418"/>
                  <a:gd name="T20" fmla="*/ 3133 w 413"/>
                  <a:gd name="T21" fmla="*/ 1422 h 418"/>
                  <a:gd name="T22" fmla="*/ 3133 w 413"/>
                  <a:gd name="T23" fmla="*/ 1400 h 418"/>
                  <a:gd name="T24" fmla="*/ 2841 w 413"/>
                  <a:gd name="T25" fmla="*/ 683 h 418"/>
                  <a:gd name="T26" fmla="*/ 2499 w 413"/>
                  <a:gd name="T27" fmla="*/ 931 h 418"/>
                  <a:gd name="T28" fmla="*/ 2074 w 413"/>
                  <a:gd name="T29" fmla="*/ 888 h 418"/>
                  <a:gd name="T30" fmla="*/ 2416 w 413"/>
                  <a:gd name="T31" fmla="*/ 1993 h 418"/>
                  <a:gd name="T32" fmla="*/ 2416 w 413"/>
                  <a:gd name="T33" fmla="*/ 1993 h 418"/>
                  <a:gd name="T34" fmla="*/ 2416 w 413"/>
                  <a:gd name="T35" fmla="*/ 1993 h 418"/>
                  <a:gd name="T36" fmla="*/ 2479 w 413"/>
                  <a:gd name="T37" fmla="*/ 2070 h 418"/>
                  <a:gd name="T38" fmla="*/ 2946 w 413"/>
                  <a:gd name="T39" fmla="*/ 3052 h 418"/>
                  <a:gd name="T40" fmla="*/ 2684 w 413"/>
                  <a:gd name="T41" fmla="*/ 4497 h 418"/>
                  <a:gd name="T42" fmla="*/ 1887 w 413"/>
                  <a:gd name="T43" fmla="*/ 5543 h 418"/>
                  <a:gd name="T44" fmla="*/ 1312 w 413"/>
                  <a:gd name="T45" fmla="*/ 5351 h 418"/>
                  <a:gd name="T46" fmla="*/ 887 w 413"/>
                  <a:gd name="T47" fmla="*/ 5351 h 418"/>
                  <a:gd name="T48" fmla="*/ 355 w 413"/>
                  <a:gd name="T49" fmla="*/ 5087 h 418"/>
                  <a:gd name="T50" fmla="*/ 230 w 413"/>
                  <a:gd name="T51" fmla="*/ 6205 h 4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3" h="418">
                    <a:moveTo>
                      <a:pt x="15" y="327"/>
                    </a:moveTo>
                    <a:cubicBezTo>
                      <a:pt x="24" y="329"/>
                      <a:pt x="30" y="333"/>
                      <a:pt x="35" y="339"/>
                    </a:cubicBezTo>
                    <a:cubicBezTo>
                      <a:pt x="42" y="347"/>
                      <a:pt x="47" y="363"/>
                      <a:pt x="59" y="372"/>
                    </a:cubicBezTo>
                    <a:cubicBezTo>
                      <a:pt x="82" y="391"/>
                      <a:pt x="98" y="388"/>
                      <a:pt x="117" y="389"/>
                    </a:cubicBezTo>
                    <a:cubicBezTo>
                      <a:pt x="137" y="390"/>
                      <a:pt x="137" y="408"/>
                      <a:pt x="195" y="413"/>
                    </a:cubicBezTo>
                    <a:cubicBezTo>
                      <a:pt x="253" y="418"/>
                      <a:pt x="370" y="325"/>
                      <a:pt x="392" y="219"/>
                    </a:cubicBezTo>
                    <a:cubicBezTo>
                      <a:pt x="413" y="113"/>
                      <a:pt x="399" y="26"/>
                      <a:pt x="324" y="8"/>
                    </a:cubicBezTo>
                    <a:cubicBezTo>
                      <a:pt x="288" y="0"/>
                      <a:pt x="258" y="14"/>
                      <a:pt x="237" y="36"/>
                    </a:cubicBezTo>
                    <a:cubicBezTo>
                      <a:pt x="224" y="50"/>
                      <a:pt x="216" y="71"/>
                      <a:pt x="209" y="75"/>
                    </a:cubicBezTo>
                    <a:cubicBezTo>
                      <a:pt x="206" y="76"/>
                      <a:pt x="204" y="76"/>
                      <a:pt x="201" y="74"/>
                    </a:cubicBezTo>
                    <a:cubicBezTo>
                      <a:pt x="201" y="75"/>
                      <a:pt x="201" y="75"/>
                      <a:pt x="201" y="75"/>
                    </a:cubicBezTo>
                    <a:cubicBezTo>
                      <a:pt x="201" y="74"/>
                      <a:pt x="201" y="74"/>
                      <a:pt x="201" y="74"/>
                    </a:cubicBezTo>
                    <a:cubicBezTo>
                      <a:pt x="193" y="70"/>
                      <a:pt x="187" y="54"/>
                      <a:pt x="182" y="36"/>
                    </a:cubicBezTo>
                    <a:cubicBezTo>
                      <a:pt x="182" y="42"/>
                      <a:pt x="174" y="45"/>
                      <a:pt x="160" y="49"/>
                    </a:cubicBezTo>
                    <a:cubicBezTo>
                      <a:pt x="147" y="54"/>
                      <a:pt x="135" y="54"/>
                      <a:pt x="133" y="47"/>
                    </a:cubicBezTo>
                    <a:cubicBezTo>
                      <a:pt x="137" y="69"/>
                      <a:pt x="144" y="91"/>
                      <a:pt x="155" y="105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57" y="106"/>
                      <a:pt x="158" y="108"/>
                      <a:pt x="159" y="109"/>
                    </a:cubicBezTo>
                    <a:cubicBezTo>
                      <a:pt x="184" y="133"/>
                      <a:pt x="192" y="136"/>
                      <a:pt x="189" y="161"/>
                    </a:cubicBezTo>
                    <a:cubicBezTo>
                      <a:pt x="185" y="185"/>
                      <a:pt x="177" y="215"/>
                      <a:pt x="172" y="237"/>
                    </a:cubicBezTo>
                    <a:cubicBezTo>
                      <a:pt x="165" y="264"/>
                      <a:pt x="152" y="290"/>
                      <a:pt x="121" y="292"/>
                    </a:cubicBezTo>
                    <a:cubicBezTo>
                      <a:pt x="97" y="293"/>
                      <a:pt x="100" y="285"/>
                      <a:pt x="84" y="282"/>
                    </a:cubicBezTo>
                    <a:cubicBezTo>
                      <a:pt x="68" y="279"/>
                      <a:pt x="66" y="285"/>
                      <a:pt x="57" y="282"/>
                    </a:cubicBezTo>
                    <a:cubicBezTo>
                      <a:pt x="53" y="281"/>
                      <a:pt x="41" y="273"/>
                      <a:pt x="23" y="268"/>
                    </a:cubicBezTo>
                    <a:cubicBezTo>
                      <a:pt x="12" y="271"/>
                      <a:pt x="0" y="322"/>
                      <a:pt x="15" y="327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55" name="Freeform 712">
                <a:extLst>
                  <a:ext uri="{FF2B5EF4-FFF2-40B4-BE49-F238E27FC236}">
                    <a16:creationId xmlns:a16="http://schemas.microsoft.com/office/drawing/2014/main" id="{E498159C-F4C6-41FB-859B-051805952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703"/>
                <a:ext cx="938" cy="1000"/>
              </a:xfrm>
              <a:custGeom>
                <a:avLst/>
                <a:gdLst>
                  <a:gd name="T0" fmla="*/ 50 w 375"/>
                  <a:gd name="T1" fmla="*/ 5461 h 375"/>
                  <a:gd name="T2" fmla="*/ 208 w 375"/>
                  <a:gd name="T3" fmla="*/ 5632 h 375"/>
                  <a:gd name="T4" fmla="*/ 563 w 375"/>
                  <a:gd name="T5" fmla="*/ 6237 h 375"/>
                  <a:gd name="T6" fmla="*/ 1438 w 375"/>
                  <a:gd name="T7" fmla="*/ 6563 h 375"/>
                  <a:gd name="T8" fmla="*/ 2596 w 375"/>
                  <a:gd name="T9" fmla="*/ 6997 h 375"/>
                  <a:gd name="T10" fmla="*/ 5555 w 375"/>
                  <a:gd name="T11" fmla="*/ 3491 h 375"/>
                  <a:gd name="T12" fmla="*/ 5163 w 375"/>
                  <a:gd name="T13" fmla="*/ 0 h 375"/>
                  <a:gd name="T14" fmla="*/ 4943 w 375"/>
                  <a:gd name="T15" fmla="*/ 4437 h 375"/>
                  <a:gd name="T16" fmla="*/ 2429 w 375"/>
                  <a:gd name="T17" fmla="*/ 6280 h 375"/>
                  <a:gd name="T18" fmla="*/ 1501 w 375"/>
                  <a:gd name="T19" fmla="*/ 5896 h 375"/>
                  <a:gd name="T20" fmla="*/ 395 w 375"/>
                  <a:gd name="T21" fmla="*/ 5653 h 375"/>
                  <a:gd name="T22" fmla="*/ 50 w 375"/>
                  <a:gd name="T23" fmla="*/ 5461 h 3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5" h="375">
                    <a:moveTo>
                      <a:pt x="3" y="288"/>
                    </a:moveTo>
                    <a:cubicBezTo>
                      <a:pt x="7" y="291"/>
                      <a:pt x="10" y="294"/>
                      <a:pt x="13" y="297"/>
                    </a:cubicBezTo>
                    <a:cubicBezTo>
                      <a:pt x="20" y="305"/>
                      <a:pt x="25" y="320"/>
                      <a:pt x="36" y="329"/>
                    </a:cubicBezTo>
                    <a:cubicBezTo>
                      <a:pt x="59" y="348"/>
                      <a:pt x="73" y="345"/>
                      <a:pt x="92" y="346"/>
                    </a:cubicBezTo>
                    <a:cubicBezTo>
                      <a:pt x="112" y="348"/>
                      <a:pt x="114" y="364"/>
                      <a:pt x="166" y="369"/>
                    </a:cubicBezTo>
                    <a:cubicBezTo>
                      <a:pt x="224" y="375"/>
                      <a:pt x="334" y="291"/>
                      <a:pt x="355" y="184"/>
                    </a:cubicBezTo>
                    <a:cubicBezTo>
                      <a:pt x="371" y="106"/>
                      <a:pt x="370" y="30"/>
                      <a:pt x="330" y="0"/>
                    </a:cubicBezTo>
                    <a:cubicBezTo>
                      <a:pt x="365" y="30"/>
                      <a:pt x="375" y="135"/>
                      <a:pt x="316" y="234"/>
                    </a:cubicBezTo>
                    <a:cubicBezTo>
                      <a:pt x="257" y="333"/>
                      <a:pt x="182" y="344"/>
                      <a:pt x="155" y="331"/>
                    </a:cubicBezTo>
                    <a:cubicBezTo>
                      <a:pt x="128" y="318"/>
                      <a:pt x="116" y="310"/>
                      <a:pt x="96" y="311"/>
                    </a:cubicBezTo>
                    <a:cubicBezTo>
                      <a:pt x="75" y="312"/>
                      <a:pt x="38" y="318"/>
                      <a:pt x="25" y="298"/>
                    </a:cubicBezTo>
                    <a:cubicBezTo>
                      <a:pt x="16" y="286"/>
                      <a:pt x="0" y="287"/>
                      <a:pt x="3" y="288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56" name="Freeform 713">
                <a:extLst>
                  <a:ext uri="{FF2B5EF4-FFF2-40B4-BE49-F238E27FC236}">
                    <a16:creationId xmlns:a16="http://schemas.microsoft.com/office/drawing/2014/main" id="{DAAC9F6B-0E90-4B3F-A6FC-82D215C8E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383"/>
                <a:ext cx="17" cy="2"/>
              </a:xfrm>
              <a:custGeom>
                <a:avLst/>
                <a:gdLst>
                  <a:gd name="T0" fmla="*/ 100 w 7"/>
                  <a:gd name="T1" fmla="*/ 0 h 1"/>
                  <a:gd name="T2" fmla="*/ 0 w 7"/>
                  <a:gd name="T3" fmla="*/ 8 h 1"/>
                  <a:gd name="T4" fmla="*/ 100 w 7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2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57" name="Freeform 714">
                <a:extLst>
                  <a:ext uri="{FF2B5EF4-FFF2-40B4-BE49-F238E27FC236}">
                    <a16:creationId xmlns:a16="http://schemas.microsoft.com/office/drawing/2014/main" id="{C7B62FD8-2527-4B8E-80A0-D19D4D61A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764"/>
                <a:ext cx="193" cy="619"/>
              </a:xfrm>
              <a:custGeom>
                <a:avLst/>
                <a:gdLst>
                  <a:gd name="T0" fmla="*/ 346 w 77"/>
                  <a:gd name="T1" fmla="*/ 760 h 232"/>
                  <a:gd name="T2" fmla="*/ 409 w 77"/>
                  <a:gd name="T3" fmla="*/ 832 h 232"/>
                  <a:gd name="T4" fmla="*/ 880 w 77"/>
                  <a:gd name="T5" fmla="*/ 1900 h 232"/>
                  <a:gd name="T6" fmla="*/ 617 w 77"/>
                  <a:gd name="T7" fmla="*/ 3324 h 232"/>
                  <a:gd name="T8" fmla="*/ 0 w 77"/>
                  <a:gd name="T9" fmla="*/ 4408 h 232"/>
                  <a:gd name="T10" fmla="*/ 566 w 77"/>
                  <a:gd name="T11" fmla="*/ 3951 h 232"/>
                  <a:gd name="T12" fmla="*/ 1100 w 77"/>
                  <a:gd name="T13" fmla="*/ 1958 h 232"/>
                  <a:gd name="T14" fmla="*/ 491 w 77"/>
                  <a:gd name="T15" fmla="*/ 662 h 232"/>
                  <a:gd name="T16" fmla="*/ 95 w 77"/>
                  <a:gd name="T17" fmla="*/ 0 h 232"/>
                  <a:gd name="T18" fmla="*/ 346 w 77"/>
                  <a:gd name="T19" fmla="*/ 760 h 2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232">
                    <a:moveTo>
                      <a:pt x="22" y="40"/>
                    </a:moveTo>
                    <a:cubicBezTo>
                      <a:pt x="23" y="42"/>
                      <a:pt x="24" y="43"/>
                      <a:pt x="26" y="44"/>
                    </a:cubicBezTo>
                    <a:cubicBezTo>
                      <a:pt x="51" y="68"/>
                      <a:pt x="59" y="75"/>
                      <a:pt x="56" y="100"/>
                    </a:cubicBezTo>
                    <a:cubicBezTo>
                      <a:pt x="53" y="124"/>
                      <a:pt x="44" y="154"/>
                      <a:pt x="39" y="175"/>
                    </a:cubicBezTo>
                    <a:cubicBezTo>
                      <a:pt x="33" y="199"/>
                      <a:pt x="23" y="225"/>
                      <a:pt x="0" y="232"/>
                    </a:cubicBezTo>
                    <a:cubicBezTo>
                      <a:pt x="11" y="229"/>
                      <a:pt x="28" y="222"/>
                      <a:pt x="36" y="208"/>
                    </a:cubicBezTo>
                    <a:cubicBezTo>
                      <a:pt x="47" y="190"/>
                      <a:pt x="63" y="148"/>
                      <a:pt x="70" y="103"/>
                    </a:cubicBezTo>
                    <a:cubicBezTo>
                      <a:pt x="77" y="59"/>
                      <a:pt x="52" y="57"/>
                      <a:pt x="31" y="35"/>
                    </a:cubicBezTo>
                    <a:cubicBezTo>
                      <a:pt x="19" y="26"/>
                      <a:pt x="9" y="13"/>
                      <a:pt x="6" y="0"/>
                    </a:cubicBezTo>
                    <a:cubicBezTo>
                      <a:pt x="7" y="9"/>
                      <a:pt x="11" y="29"/>
                      <a:pt x="22" y="4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58" name="Freeform 715">
                <a:extLst>
                  <a:ext uri="{FF2B5EF4-FFF2-40B4-BE49-F238E27FC236}">
                    <a16:creationId xmlns:a16="http://schemas.microsoft.com/office/drawing/2014/main" id="{5F9923C9-D599-4F22-92A0-FE71CCF1B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385"/>
                <a:ext cx="10" cy="1"/>
              </a:xfrm>
              <a:custGeom>
                <a:avLst/>
                <a:gdLst>
                  <a:gd name="T0" fmla="*/ 63 w 4"/>
                  <a:gd name="T1" fmla="*/ 0 h 1"/>
                  <a:gd name="T2" fmla="*/ 0 w 4"/>
                  <a:gd name="T3" fmla="*/ 0 h 1"/>
                  <a:gd name="T4" fmla="*/ 63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59" name="Freeform 716">
                <a:extLst>
                  <a:ext uri="{FF2B5EF4-FFF2-40B4-BE49-F238E27FC236}">
                    <a16:creationId xmlns:a16="http://schemas.microsoft.com/office/drawing/2014/main" id="{14440DA7-340F-4FDF-9ABB-B6265E3EA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881"/>
                <a:ext cx="95" cy="350"/>
              </a:xfrm>
              <a:custGeom>
                <a:avLst/>
                <a:gdLst>
                  <a:gd name="T0" fmla="*/ 208 w 38"/>
                  <a:gd name="T1" fmla="*/ 2498 h 131"/>
                  <a:gd name="T2" fmla="*/ 470 w 38"/>
                  <a:gd name="T3" fmla="*/ 1071 h 131"/>
                  <a:gd name="T4" fmla="*/ 0 w 38"/>
                  <a:gd name="T5" fmla="*/ 0 h 131"/>
                  <a:gd name="T6" fmla="*/ 550 w 38"/>
                  <a:gd name="T7" fmla="*/ 1085 h 131"/>
                  <a:gd name="T8" fmla="*/ 208 w 38"/>
                  <a:gd name="T9" fmla="*/ 2498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31">
                    <a:moveTo>
                      <a:pt x="13" y="131"/>
                    </a:moveTo>
                    <a:cubicBezTo>
                      <a:pt x="18" y="110"/>
                      <a:pt x="27" y="80"/>
                      <a:pt x="30" y="56"/>
                    </a:cubicBezTo>
                    <a:cubicBezTo>
                      <a:pt x="33" y="31"/>
                      <a:pt x="25" y="24"/>
                      <a:pt x="0" y="0"/>
                    </a:cubicBezTo>
                    <a:cubicBezTo>
                      <a:pt x="17" y="11"/>
                      <a:pt x="38" y="26"/>
                      <a:pt x="35" y="57"/>
                    </a:cubicBezTo>
                    <a:cubicBezTo>
                      <a:pt x="32" y="85"/>
                      <a:pt x="13" y="131"/>
                      <a:pt x="13" y="1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60" name="Freeform 717">
                <a:extLst>
                  <a:ext uri="{FF2B5EF4-FFF2-40B4-BE49-F238E27FC236}">
                    <a16:creationId xmlns:a16="http://schemas.microsoft.com/office/drawing/2014/main" id="{79A89913-FA23-4B63-ADE7-7932E4492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201"/>
                <a:ext cx="658" cy="502"/>
              </a:xfrm>
              <a:custGeom>
                <a:avLst/>
                <a:gdLst>
                  <a:gd name="T0" fmla="*/ 0 w 263"/>
                  <a:gd name="T1" fmla="*/ 3031 h 188"/>
                  <a:gd name="T2" fmla="*/ 1158 w 263"/>
                  <a:gd name="T3" fmla="*/ 3466 h 188"/>
                  <a:gd name="T4" fmla="*/ 4118 w 263"/>
                  <a:gd name="T5" fmla="*/ 0 h 188"/>
                  <a:gd name="T6" fmla="*/ 1208 w 263"/>
                  <a:gd name="T7" fmla="*/ 3274 h 188"/>
                  <a:gd name="T8" fmla="*/ 0 w 263"/>
                  <a:gd name="T9" fmla="*/ 3031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3" h="188">
                    <a:moveTo>
                      <a:pt x="0" y="159"/>
                    </a:moveTo>
                    <a:cubicBezTo>
                      <a:pt x="20" y="161"/>
                      <a:pt x="22" y="177"/>
                      <a:pt x="74" y="182"/>
                    </a:cubicBezTo>
                    <a:cubicBezTo>
                      <a:pt x="132" y="188"/>
                      <a:pt x="241" y="106"/>
                      <a:pt x="263" y="0"/>
                    </a:cubicBezTo>
                    <a:cubicBezTo>
                      <a:pt x="252" y="29"/>
                      <a:pt x="199" y="164"/>
                      <a:pt x="77" y="172"/>
                    </a:cubicBezTo>
                    <a:cubicBezTo>
                      <a:pt x="50" y="173"/>
                      <a:pt x="21" y="155"/>
                      <a:pt x="0" y="159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61" name="Freeform 718">
                <a:extLst>
                  <a:ext uri="{FF2B5EF4-FFF2-40B4-BE49-F238E27FC236}">
                    <a16:creationId xmlns:a16="http://schemas.microsoft.com/office/drawing/2014/main" id="{4CE152BA-A8CD-4944-B071-CD81172F8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604"/>
                <a:ext cx="250" cy="173"/>
              </a:xfrm>
              <a:custGeom>
                <a:avLst/>
                <a:gdLst>
                  <a:gd name="T0" fmla="*/ 1563 w 100"/>
                  <a:gd name="T1" fmla="*/ 261 h 65"/>
                  <a:gd name="T2" fmla="*/ 0 w 100"/>
                  <a:gd name="T3" fmla="*/ 1224 h 65"/>
                  <a:gd name="T4" fmla="*/ 1563 w 100"/>
                  <a:gd name="T5" fmla="*/ 26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65">
                    <a:moveTo>
                      <a:pt x="100" y="14"/>
                    </a:moveTo>
                    <a:cubicBezTo>
                      <a:pt x="51" y="0"/>
                      <a:pt x="9" y="39"/>
                      <a:pt x="0" y="65"/>
                    </a:cubicBezTo>
                    <a:cubicBezTo>
                      <a:pt x="13" y="46"/>
                      <a:pt x="50" y="8"/>
                      <a:pt x="10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62" name="Freeform 719">
                <a:extLst>
                  <a:ext uri="{FF2B5EF4-FFF2-40B4-BE49-F238E27FC236}">
                    <a16:creationId xmlns:a16="http://schemas.microsoft.com/office/drawing/2014/main" id="{839B288E-6483-42E5-96EB-0B9792524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673"/>
                <a:ext cx="127" cy="72"/>
              </a:xfrm>
              <a:custGeom>
                <a:avLst/>
                <a:gdLst>
                  <a:gd name="T0" fmla="*/ 12 w 51"/>
                  <a:gd name="T1" fmla="*/ 363 h 27"/>
                  <a:gd name="T2" fmla="*/ 433 w 51"/>
                  <a:gd name="T3" fmla="*/ 419 h 27"/>
                  <a:gd name="T4" fmla="*/ 774 w 51"/>
                  <a:gd name="T5" fmla="*/ 136 h 27"/>
                  <a:gd name="T6" fmla="*/ 371 w 51"/>
                  <a:gd name="T7" fmla="*/ 115 h 27"/>
                  <a:gd name="T8" fmla="*/ 12 w 51"/>
                  <a:gd name="T9" fmla="*/ 3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1" y="19"/>
                    </a:moveTo>
                    <a:cubicBezTo>
                      <a:pt x="2" y="27"/>
                      <a:pt x="14" y="27"/>
                      <a:pt x="28" y="22"/>
                    </a:cubicBezTo>
                    <a:cubicBezTo>
                      <a:pt x="43" y="18"/>
                      <a:pt x="51" y="14"/>
                      <a:pt x="50" y="7"/>
                    </a:cubicBezTo>
                    <a:cubicBezTo>
                      <a:pt x="48" y="0"/>
                      <a:pt x="32" y="4"/>
                      <a:pt x="24" y="6"/>
                    </a:cubicBezTo>
                    <a:cubicBezTo>
                      <a:pt x="16" y="9"/>
                      <a:pt x="0" y="10"/>
                      <a:pt x="1" y="19"/>
                    </a:cubicBezTo>
                    <a:close/>
                  </a:path>
                </a:pathLst>
              </a:custGeom>
              <a:solidFill>
                <a:srgbClr val="F7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63" name="Freeform 720">
                <a:extLst>
                  <a:ext uri="{FF2B5EF4-FFF2-40B4-BE49-F238E27FC236}">
                    <a16:creationId xmlns:a16="http://schemas.microsoft.com/office/drawing/2014/main" id="{ABD61955-5EC4-463F-ADCE-00C9F0300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692"/>
                <a:ext cx="92" cy="37"/>
              </a:xfrm>
              <a:custGeom>
                <a:avLst/>
                <a:gdLst>
                  <a:gd name="T0" fmla="*/ 30 w 37"/>
                  <a:gd name="T1" fmla="*/ 225 h 14"/>
                  <a:gd name="T2" fmla="*/ 124 w 37"/>
                  <a:gd name="T3" fmla="*/ 238 h 14"/>
                  <a:gd name="T4" fmla="*/ 167 w 37"/>
                  <a:gd name="T5" fmla="*/ 225 h 14"/>
                  <a:gd name="T6" fmla="*/ 186 w 37"/>
                  <a:gd name="T7" fmla="*/ 225 h 14"/>
                  <a:gd name="T8" fmla="*/ 308 w 37"/>
                  <a:gd name="T9" fmla="*/ 182 h 14"/>
                  <a:gd name="T10" fmla="*/ 353 w 37"/>
                  <a:gd name="T11" fmla="*/ 167 h 14"/>
                  <a:gd name="T12" fmla="*/ 415 w 37"/>
                  <a:gd name="T13" fmla="*/ 148 h 14"/>
                  <a:gd name="T14" fmla="*/ 475 w 37"/>
                  <a:gd name="T15" fmla="*/ 132 h 14"/>
                  <a:gd name="T16" fmla="*/ 507 w 37"/>
                  <a:gd name="T17" fmla="*/ 90 h 14"/>
                  <a:gd name="T18" fmla="*/ 537 w 37"/>
                  <a:gd name="T19" fmla="*/ 90 h 14"/>
                  <a:gd name="T20" fmla="*/ 557 w 37"/>
                  <a:gd name="T21" fmla="*/ 21 h 14"/>
                  <a:gd name="T22" fmla="*/ 433 w 37"/>
                  <a:gd name="T23" fmla="*/ 34 h 14"/>
                  <a:gd name="T24" fmla="*/ 341 w 37"/>
                  <a:gd name="T25" fmla="*/ 56 h 14"/>
                  <a:gd name="T26" fmla="*/ 278 w 37"/>
                  <a:gd name="T27" fmla="*/ 77 h 14"/>
                  <a:gd name="T28" fmla="*/ 167 w 37"/>
                  <a:gd name="T29" fmla="*/ 90 h 14"/>
                  <a:gd name="T30" fmla="*/ 124 w 37"/>
                  <a:gd name="T31" fmla="*/ 132 h 14"/>
                  <a:gd name="T32" fmla="*/ 30 w 37"/>
                  <a:gd name="T33" fmla="*/ 225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7" h="14">
                    <a:moveTo>
                      <a:pt x="2" y="12"/>
                    </a:moveTo>
                    <a:cubicBezTo>
                      <a:pt x="3" y="13"/>
                      <a:pt x="7" y="14"/>
                      <a:pt x="8" y="13"/>
                    </a:cubicBezTo>
                    <a:cubicBezTo>
                      <a:pt x="9" y="13"/>
                      <a:pt x="10" y="12"/>
                      <a:pt x="11" y="12"/>
                    </a:cubicBezTo>
                    <a:cubicBezTo>
                      <a:pt x="11" y="12"/>
                      <a:pt x="12" y="12"/>
                      <a:pt x="12" y="12"/>
                    </a:cubicBezTo>
                    <a:cubicBezTo>
                      <a:pt x="15" y="13"/>
                      <a:pt x="18" y="11"/>
                      <a:pt x="20" y="10"/>
                    </a:cubicBezTo>
                    <a:cubicBezTo>
                      <a:pt x="21" y="10"/>
                      <a:pt x="22" y="10"/>
                      <a:pt x="23" y="9"/>
                    </a:cubicBezTo>
                    <a:cubicBezTo>
                      <a:pt x="25" y="9"/>
                      <a:pt x="26" y="8"/>
                      <a:pt x="27" y="8"/>
                    </a:cubicBezTo>
                    <a:cubicBezTo>
                      <a:pt x="29" y="7"/>
                      <a:pt x="30" y="8"/>
                      <a:pt x="31" y="7"/>
                    </a:cubicBezTo>
                    <a:cubicBezTo>
                      <a:pt x="32" y="7"/>
                      <a:pt x="32" y="6"/>
                      <a:pt x="33" y="5"/>
                    </a:cubicBezTo>
                    <a:cubicBezTo>
                      <a:pt x="33" y="5"/>
                      <a:pt x="34" y="5"/>
                      <a:pt x="35" y="5"/>
                    </a:cubicBezTo>
                    <a:cubicBezTo>
                      <a:pt x="36" y="4"/>
                      <a:pt x="37" y="2"/>
                      <a:pt x="36" y="1"/>
                    </a:cubicBezTo>
                    <a:cubicBezTo>
                      <a:pt x="33" y="0"/>
                      <a:pt x="31" y="1"/>
                      <a:pt x="28" y="2"/>
                    </a:cubicBezTo>
                    <a:cubicBezTo>
                      <a:pt x="26" y="2"/>
                      <a:pt x="23" y="2"/>
                      <a:pt x="22" y="3"/>
                    </a:cubicBezTo>
                    <a:cubicBezTo>
                      <a:pt x="20" y="4"/>
                      <a:pt x="20" y="4"/>
                      <a:pt x="18" y="4"/>
                    </a:cubicBezTo>
                    <a:cubicBezTo>
                      <a:pt x="17" y="5"/>
                      <a:pt x="13" y="5"/>
                      <a:pt x="11" y="5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7" y="7"/>
                      <a:pt x="0" y="10"/>
                      <a:pt x="2" y="12"/>
                    </a:cubicBez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64" name="Freeform 721">
                <a:extLst>
                  <a:ext uri="{FF2B5EF4-FFF2-40B4-BE49-F238E27FC236}">
                    <a16:creationId xmlns:a16="http://schemas.microsoft.com/office/drawing/2014/main" id="{18110F6F-8BA6-457D-80BB-A12207825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673"/>
                <a:ext cx="127" cy="72"/>
              </a:xfrm>
              <a:custGeom>
                <a:avLst/>
                <a:gdLst>
                  <a:gd name="T0" fmla="*/ 12 w 51"/>
                  <a:gd name="T1" fmla="*/ 363 h 27"/>
                  <a:gd name="T2" fmla="*/ 433 w 51"/>
                  <a:gd name="T3" fmla="*/ 419 h 27"/>
                  <a:gd name="T4" fmla="*/ 774 w 51"/>
                  <a:gd name="T5" fmla="*/ 136 h 27"/>
                  <a:gd name="T6" fmla="*/ 371 w 51"/>
                  <a:gd name="T7" fmla="*/ 115 h 27"/>
                  <a:gd name="T8" fmla="*/ 12 w 51"/>
                  <a:gd name="T9" fmla="*/ 3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1" y="19"/>
                    </a:moveTo>
                    <a:cubicBezTo>
                      <a:pt x="2" y="27"/>
                      <a:pt x="14" y="27"/>
                      <a:pt x="28" y="22"/>
                    </a:cubicBezTo>
                    <a:cubicBezTo>
                      <a:pt x="43" y="18"/>
                      <a:pt x="51" y="14"/>
                      <a:pt x="50" y="7"/>
                    </a:cubicBezTo>
                    <a:cubicBezTo>
                      <a:pt x="48" y="0"/>
                      <a:pt x="32" y="4"/>
                      <a:pt x="24" y="6"/>
                    </a:cubicBezTo>
                    <a:cubicBezTo>
                      <a:pt x="16" y="9"/>
                      <a:pt x="0" y="10"/>
                      <a:pt x="1" y="1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65" name="Freeform 722">
                <a:extLst>
                  <a:ext uri="{FF2B5EF4-FFF2-40B4-BE49-F238E27FC236}">
                    <a16:creationId xmlns:a16="http://schemas.microsoft.com/office/drawing/2014/main" id="{77070596-CB21-42E8-9F89-A4D0FCCC4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692"/>
                <a:ext cx="92" cy="37"/>
              </a:xfrm>
              <a:custGeom>
                <a:avLst/>
                <a:gdLst>
                  <a:gd name="T0" fmla="*/ 30 w 37"/>
                  <a:gd name="T1" fmla="*/ 225 h 14"/>
                  <a:gd name="T2" fmla="*/ 124 w 37"/>
                  <a:gd name="T3" fmla="*/ 238 h 14"/>
                  <a:gd name="T4" fmla="*/ 167 w 37"/>
                  <a:gd name="T5" fmla="*/ 225 h 14"/>
                  <a:gd name="T6" fmla="*/ 186 w 37"/>
                  <a:gd name="T7" fmla="*/ 225 h 14"/>
                  <a:gd name="T8" fmla="*/ 308 w 37"/>
                  <a:gd name="T9" fmla="*/ 182 h 14"/>
                  <a:gd name="T10" fmla="*/ 353 w 37"/>
                  <a:gd name="T11" fmla="*/ 167 h 14"/>
                  <a:gd name="T12" fmla="*/ 415 w 37"/>
                  <a:gd name="T13" fmla="*/ 148 h 14"/>
                  <a:gd name="T14" fmla="*/ 475 w 37"/>
                  <a:gd name="T15" fmla="*/ 132 h 14"/>
                  <a:gd name="T16" fmla="*/ 507 w 37"/>
                  <a:gd name="T17" fmla="*/ 90 h 14"/>
                  <a:gd name="T18" fmla="*/ 537 w 37"/>
                  <a:gd name="T19" fmla="*/ 90 h 14"/>
                  <a:gd name="T20" fmla="*/ 557 w 37"/>
                  <a:gd name="T21" fmla="*/ 21 h 14"/>
                  <a:gd name="T22" fmla="*/ 433 w 37"/>
                  <a:gd name="T23" fmla="*/ 34 h 14"/>
                  <a:gd name="T24" fmla="*/ 341 w 37"/>
                  <a:gd name="T25" fmla="*/ 56 h 14"/>
                  <a:gd name="T26" fmla="*/ 278 w 37"/>
                  <a:gd name="T27" fmla="*/ 77 h 14"/>
                  <a:gd name="T28" fmla="*/ 167 w 37"/>
                  <a:gd name="T29" fmla="*/ 90 h 14"/>
                  <a:gd name="T30" fmla="*/ 124 w 37"/>
                  <a:gd name="T31" fmla="*/ 132 h 14"/>
                  <a:gd name="T32" fmla="*/ 30 w 37"/>
                  <a:gd name="T33" fmla="*/ 225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7" h="14">
                    <a:moveTo>
                      <a:pt x="2" y="12"/>
                    </a:moveTo>
                    <a:cubicBezTo>
                      <a:pt x="3" y="13"/>
                      <a:pt x="7" y="14"/>
                      <a:pt x="8" y="13"/>
                    </a:cubicBezTo>
                    <a:cubicBezTo>
                      <a:pt x="9" y="13"/>
                      <a:pt x="10" y="12"/>
                      <a:pt x="11" y="12"/>
                    </a:cubicBezTo>
                    <a:cubicBezTo>
                      <a:pt x="11" y="12"/>
                      <a:pt x="12" y="12"/>
                      <a:pt x="12" y="12"/>
                    </a:cubicBezTo>
                    <a:cubicBezTo>
                      <a:pt x="15" y="13"/>
                      <a:pt x="18" y="11"/>
                      <a:pt x="20" y="10"/>
                    </a:cubicBezTo>
                    <a:cubicBezTo>
                      <a:pt x="21" y="10"/>
                      <a:pt x="22" y="10"/>
                      <a:pt x="23" y="9"/>
                    </a:cubicBezTo>
                    <a:cubicBezTo>
                      <a:pt x="25" y="9"/>
                      <a:pt x="26" y="8"/>
                      <a:pt x="27" y="8"/>
                    </a:cubicBezTo>
                    <a:cubicBezTo>
                      <a:pt x="29" y="7"/>
                      <a:pt x="30" y="8"/>
                      <a:pt x="31" y="7"/>
                    </a:cubicBezTo>
                    <a:cubicBezTo>
                      <a:pt x="32" y="7"/>
                      <a:pt x="32" y="6"/>
                      <a:pt x="33" y="5"/>
                    </a:cubicBezTo>
                    <a:cubicBezTo>
                      <a:pt x="33" y="5"/>
                      <a:pt x="34" y="5"/>
                      <a:pt x="35" y="5"/>
                    </a:cubicBezTo>
                    <a:cubicBezTo>
                      <a:pt x="36" y="4"/>
                      <a:pt x="37" y="2"/>
                      <a:pt x="36" y="1"/>
                    </a:cubicBezTo>
                    <a:cubicBezTo>
                      <a:pt x="33" y="0"/>
                      <a:pt x="31" y="1"/>
                      <a:pt x="28" y="2"/>
                    </a:cubicBezTo>
                    <a:cubicBezTo>
                      <a:pt x="26" y="2"/>
                      <a:pt x="23" y="2"/>
                      <a:pt x="22" y="3"/>
                    </a:cubicBezTo>
                    <a:cubicBezTo>
                      <a:pt x="20" y="4"/>
                      <a:pt x="20" y="4"/>
                      <a:pt x="18" y="4"/>
                    </a:cubicBezTo>
                    <a:cubicBezTo>
                      <a:pt x="17" y="5"/>
                      <a:pt x="13" y="5"/>
                      <a:pt x="11" y="5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7" y="7"/>
                      <a:pt x="0" y="10"/>
                      <a:pt x="2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66" name="Freeform 723">
                <a:extLst>
                  <a:ext uri="{FF2B5EF4-FFF2-40B4-BE49-F238E27FC236}">
                    <a16:creationId xmlns:a16="http://schemas.microsoft.com/office/drawing/2014/main" id="{7AA9ACD6-5999-419D-B2B3-6CBB3E9F6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601"/>
                <a:ext cx="1032" cy="1115"/>
              </a:xfrm>
              <a:custGeom>
                <a:avLst/>
                <a:gdLst>
                  <a:gd name="T0" fmla="*/ 230 w 413"/>
                  <a:gd name="T1" fmla="*/ 6205 h 418"/>
                  <a:gd name="T2" fmla="*/ 542 w 413"/>
                  <a:gd name="T3" fmla="*/ 6431 h 418"/>
                  <a:gd name="T4" fmla="*/ 917 w 413"/>
                  <a:gd name="T5" fmla="*/ 7058 h 418"/>
                  <a:gd name="T6" fmla="*/ 1824 w 413"/>
                  <a:gd name="T7" fmla="*/ 7386 h 418"/>
                  <a:gd name="T8" fmla="*/ 3041 w 413"/>
                  <a:gd name="T9" fmla="*/ 7842 h 418"/>
                  <a:gd name="T10" fmla="*/ 6120 w 413"/>
                  <a:gd name="T11" fmla="*/ 4156 h 418"/>
                  <a:gd name="T12" fmla="*/ 5058 w 413"/>
                  <a:gd name="T13" fmla="*/ 149 h 418"/>
                  <a:gd name="T14" fmla="*/ 3696 w 413"/>
                  <a:gd name="T15" fmla="*/ 683 h 418"/>
                  <a:gd name="T16" fmla="*/ 3258 w 413"/>
                  <a:gd name="T17" fmla="*/ 1422 h 418"/>
                  <a:gd name="T18" fmla="*/ 3133 w 413"/>
                  <a:gd name="T19" fmla="*/ 1400 h 418"/>
                  <a:gd name="T20" fmla="*/ 3133 w 413"/>
                  <a:gd name="T21" fmla="*/ 1422 h 418"/>
                  <a:gd name="T22" fmla="*/ 3133 w 413"/>
                  <a:gd name="T23" fmla="*/ 1400 h 418"/>
                  <a:gd name="T24" fmla="*/ 2841 w 413"/>
                  <a:gd name="T25" fmla="*/ 683 h 418"/>
                  <a:gd name="T26" fmla="*/ 2499 w 413"/>
                  <a:gd name="T27" fmla="*/ 931 h 418"/>
                  <a:gd name="T28" fmla="*/ 2074 w 413"/>
                  <a:gd name="T29" fmla="*/ 888 h 418"/>
                  <a:gd name="T30" fmla="*/ 2416 w 413"/>
                  <a:gd name="T31" fmla="*/ 1993 h 418"/>
                  <a:gd name="T32" fmla="*/ 2416 w 413"/>
                  <a:gd name="T33" fmla="*/ 1993 h 418"/>
                  <a:gd name="T34" fmla="*/ 2416 w 413"/>
                  <a:gd name="T35" fmla="*/ 1993 h 418"/>
                  <a:gd name="T36" fmla="*/ 2479 w 413"/>
                  <a:gd name="T37" fmla="*/ 2070 h 418"/>
                  <a:gd name="T38" fmla="*/ 2946 w 413"/>
                  <a:gd name="T39" fmla="*/ 3052 h 418"/>
                  <a:gd name="T40" fmla="*/ 2684 w 413"/>
                  <a:gd name="T41" fmla="*/ 4497 h 418"/>
                  <a:gd name="T42" fmla="*/ 1887 w 413"/>
                  <a:gd name="T43" fmla="*/ 5543 h 418"/>
                  <a:gd name="T44" fmla="*/ 1312 w 413"/>
                  <a:gd name="T45" fmla="*/ 5351 h 418"/>
                  <a:gd name="T46" fmla="*/ 887 w 413"/>
                  <a:gd name="T47" fmla="*/ 5351 h 418"/>
                  <a:gd name="T48" fmla="*/ 355 w 413"/>
                  <a:gd name="T49" fmla="*/ 5087 h 418"/>
                  <a:gd name="T50" fmla="*/ 230 w 413"/>
                  <a:gd name="T51" fmla="*/ 6205 h 4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3" h="418">
                    <a:moveTo>
                      <a:pt x="15" y="327"/>
                    </a:moveTo>
                    <a:cubicBezTo>
                      <a:pt x="24" y="329"/>
                      <a:pt x="30" y="333"/>
                      <a:pt x="35" y="339"/>
                    </a:cubicBezTo>
                    <a:cubicBezTo>
                      <a:pt x="42" y="347"/>
                      <a:pt x="47" y="363"/>
                      <a:pt x="59" y="372"/>
                    </a:cubicBezTo>
                    <a:cubicBezTo>
                      <a:pt x="82" y="391"/>
                      <a:pt x="98" y="388"/>
                      <a:pt x="117" y="389"/>
                    </a:cubicBezTo>
                    <a:cubicBezTo>
                      <a:pt x="137" y="390"/>
                      <a:pt x="137" y="408"/>
                      <a:pt x="195" y="413"/>
                    </a:cubicBezTo>
                    <a:cubicBezTo>
                      <a:pt x="253" y="418"/>
                      <a:pt x="370" y="325"/>
                      <a:pt x="392" y="219"/>
                    </a:cubicBezTo>
                    <a:cubicBezTo>
                      <a:pt x="413" y="113"/>
                      <a:pt x="399" y="26"/>
                      <a:pt x="324" y="8"/>
                    </a:cubicBezTo>
                    <a:cubicBezTo>
                      <a:pt x="288" y="0"/>
                      <a:pt x="258" y="14"/>
                      <a:pt x="237" y="36"/>
                    </a:cubicBezTo>
                    <a:cubicBezTo>
                      <a:pt x="224" y="50"/>
                      <a:pt x="216" y="71"/>
                      <a:pt x="209" y="75"/>
                    </a:cubicBezTo>
                    <a:cubicBezTo>
                      <a:pt x="206" y="76"/>
                      <a:pt x="204" y="76"/>
                      <a:pt x="201" y="74"/>
                    </a:cubicBezTo>
                    <a:cubicBezTo>
                      <a:pt x="201" y="75"/>
                      <a:pt x="201" y="75"/>
                      <a:pt x="201" y="75"/>
                    </a:cubicBezTo>
                    <a:cubicBezTo>
                      <a:pt x="201" y="74"/>
                      <a:pt x="201" y="74"/>
                      <a:pt x="201" y="74"/>
                    </a:cubicBezTo>
                    <a:cubicBezTo>
                      <a:pt x="193" y="70"/>
                      <a:pt x="187" y="54"/>
                      <a:pt x="182" y="36"/>
                    </a:cubicBezTo>
                    <a:cubicBezTo>
                      <a:pt x="182" y="42"/>
                      <a:pt x="174" y="45"/>
                      <a:pt x="160" y="49"/>
                    </a:cubicBezTo>
                    <a:cubicBezTo>
                      <a:pt x="147" y="54"/>
                      <a:pt x="135" y="54"/>
                      <a:pt x="133" y="47"/>
                    </a:cubicBezTo>
                    <a:cubicBezTo>
                      <a:pt x="137" y="69"/>
                      <a:pt x="144" y="91"/>
                      <a:pt x="155" y="105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57" y="106"/>
                      <a:pt x="158" y="108"/>
                      <a:pt x="159" y="109"/>
                    </a:cubicBezTo>
                    <a:cubicBezTo>
                      <a:pt x="184" y="133"/>
                      <a:pt x="192" y="136"/>
                      <a:pt x="189" y="161"/>
                    </a:cubicBezTo>
                    <a:cubicBezTo>
                      <a:pt x="185" y="185"/>
                      <a:pt x="177" y="215"/>
                      <a:pt x="172" y="237"/>
                    </a:cubicBezTo>
                    <a:cubicBezTo>
                      <a:pt x="165" y="264"/>
                      <a:pt x="152" y="290"/>
                      <a:pt x="121" y="292"/>
                    </a:cubicBezTo>
                    <a:cubicBezTo>
                      <a:pt x="97" y="293"/>
                      <a:pt x="100" y="285"/>
                      <a:pt x="84" y="282"/>
                    </a:cubicBezTo>
                    <a:cubicBezTo>
                      <a:pt x="68" y="279"/>
                      <a:pt x="66" y="285"/>
                      <a:pt x="57" y="282"/>
                    </a:cubicBezTo>
                    <a:cubicBezTo>
                      <a:pt x="53" y="281"/>
                      <a:pt x="41" y="273"/>
                      <a:pt x="23" y="268"/>
                    </a:cubicBezTo>
                    <a:cubicBezTo>
                      <a:pt x="12" y="271"/>
                      <a:pt x="0" y="322"/>
                      <a:pt x="15" y="32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35" name="Group 724">
              <a:extLst>
                <a:ext uri="{FF2B5EF4-FFF2-40B4-BE49-F238E27FC236}">
                  <a16:creationId xmlns:a16="http://schemas.microsoft.com/office/drawing/2014/main" id="{9139D286-AAC3-4758-A23B-7DED1397D5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11950" y="4722813"/>
              <a:ext cx="609600" cy="893762"/>
              <a:chOff x="2400" y="2880"/>
              <a:chExt cx="384" cy="563"/>
            </a:xfrm>
          </p:grpSpPr>
          <p:sp>
            <p:nvSpPr>
              <p:cNvPr id="78589" name="Freeform 725">
                <a:extLst>
                  <a:ext uri="{FF2B5EF4-FFF2-40B4-BE49-F238E27FC236}">
                    <a16:creationId xmlns:a16="http://schemas.microsoft.com/office/drawing/2014/main" id="{7FC8220E-DF66-46FD-BC66-43B5A5F12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3179"/>
                <a:ext cx="9" cy="20"/>
              </a:xfrm>
              <a:custGeom>
                <a:avLst/>
                <a:gdLst>
                  <a:gd name="T0" fmla="*/ 2 w 15"/>
                  <a:gd name="T1" fmla="*/ 0 h 34"/>
                  <a:gd name="T2" fmla="*/ 3 w 15"/>
                  <a:gd name="T3" fmla="*/ 5 h 34"/>
                  <a:gd name="T4" fmla="*/ 0 w 15"/>
                  <a:gd name="T5" fmla="*/ 6 h 34"/>
                  <a:gd name="T6" fmla="*/ 2 w 15"/>
                  <a:gd name="T7" fmla="*/ 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4">
                    <a:moveTo>
                      <a:pt x="12" y="0"/>
                    </a:moveTo>
                    <a:cubicBezTo>
                      <a:pt x="13" y="7"/>
                      <a:pt x="15" y="15"/>
                      <a:pt x="14" y="22"/>
                    </a:cubicBezTo>
                    <a:cubicBezTo>
                      <a:pt x="13" y="34"/>
                      <a:pt x="10" y="32"/>
                      <a:pt x="0" y="30"/>
                    </a:cubicBezTo>
                    <a:cubicBezTo>
                      <a:pt x="10" y="28"/>
                      <a:pt x="10" y="21"/>
                      <a:pt x="11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0" name="Freeform 726">
                <a:extLst>
                  <a:ext uri="{FF2B5EF4-FFF2-40B4-BE49-F238E27FC236}">
                    <a16:creationId xmlns:a16="http://schemas.microsoft.com/office/drawing/2014/main" id="{87C36042-BCF7-42CC-9F05-858A988D6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880"/>
                <a:ext cx="384" cy="563"/>
              </a:xfrm>
              <a:custGeom>
                <a:avLst/>
                <a:gdLst>
                  <a:gd name="T0" fmla="*/ 113 w 701"/>
                  <a:gd name="T1" fmla="*/ 99 h 963"/>
                  <a:gd name="T2" fmla="*/ 110 w 701"/>
                  <a:gd name="T3" fmla="*/ 82 h 963"/>
                  <a:gd name="T4" fmla="*/ 107 w 701"/>
                  <a:gd name="T5" fmla="*/ 62 h 963"/>
                  <a:gd name="T6" fmla="*/ 106 w 701"/>
                  <a:gd name="T7" fmla="*/ 47 h 963"/>
                  <a:gd name="T8" fmla="*/ 106 w 701"/>
                  <a:gd name="T9" fmla="*/ 31 h 963"/>
                  <a:gd name="T10" fmla="*/ 106 w 701"/>
                  <a:gd name="T11" fmla="*/ 13 h 963"/>
                  <a:gd name="T12" fmla="*/ 96 w 701"/>
                  <a:gd name="T13" fmla="*/ 1 h 963"/>
                  <a:gd name="T14" fmla="*/ 85 w 701"/>
                  <a:gd name="T15" fmla="*/ 11 h 963"/>
                  <a:gd name="T16" fmla="*/ 79 w 701"/>
                  <a:gd name="T17" fmla="*/ 23 h 963"/>
                  <a:gd name="T18" fmla="*/ 70 w 701"/>
                  <a:gd name="T19" fmla="*/ 33 h 963"/>
                  <a:gd name="T20" fmla="*/ 54 w 701"/>
                  <a:gd name="T21" fmla="*/ 35 h 963"/>
                  <a:gd name="T22" fmla="*/ 39 w 701"/>
                  <a:gd name="T23" fmla="*/ 33 h 963"/>
                  <a:gd name="T24" fmla="*/ 26 w 701"/>
                  <a:gd name="T25" fmla="*/ 24 h 963"/>
                  <a:gd name="T26" fmla="*/ 12 w 701"/>
                  <a:gd name="T27" fmla="*/ 17 h 963"/>
                  <a:gd name="T28" fmla="*/ 4 w 701"/>
                  <a:gd name="T29" fmla="*/ 25 h 963"/>
                  <a:gd name="T30" fmla="*/ 4 w 701"/>
                  <a:gd name="T31" fmla="*/ 51 h 963"/>
                  <a:gd name="T32" fmla="*/ 4 w 701"/>
                  <a:gd name="T33" fmla="*/ 74 h 963"/>
                  <a:gd name="T34" fmla="*/ 2 w 701"/>
                  <a:gd name="T35" fmla="*/ 95 h 963"/>
                  <a:gd name="T36" fmla="*/ 8 w 701"/>
                  <a:gd name="T37" fmla="*/ 122 h 963"/>
                  <a:gd name="T38" fmla="*/ 27 w 701"/>
                  <a:gd name="T39" fmla="*/ 140 h 963"/>
                  <a:gd name="T40" fmla="*/ 33 w 701"/>
                  <a:gd name="T41" fmla="*/ 132 h 963"/>
                  <a:gd name="T42" fmla="*/ 32 w 701"/>
                  <a:gd name="T43" fmla="*/ 130 h 963"/>
                  <a:gd name="T44" fmla="*/ 34 w 701"/>
                  <a:gd name="T45" fmla="*/ 130 h 963"/>
                  <a:gd name="T46" fmla="*/ 26 w 701"/>
                  <a:gd name="T47" fmla="*/ 110 h 963"/>
                  <a:gd name="T48" fmla="*/ 21 w 701"/>
                  <a:gd name="T49" fmla="*/ 92 h 963"/>
                  <a:gd name="T50" fmla="*/ 20 w 701"/>
                  <a:gd name="T51" fmla="*/ 73 h 963"/>
                  <a:gd name="T52" fmla="*/ 21 w 701"/>
                  <a:gd name="T53" fmla="*/ 55 h 963"/>
                  <a:gd name="T54" fmla="*/ 29 w 701"/>
                  <a:gd name="T55" fmla="*/ 53 h 963"/>
                  <a:gd name="T56" fmla="*/ 46 w 701"/>
                  <a:gd name="T57" fmla="*/ 57 h 963"/>
                  <a:gd name="T58" fmla="*/ 62 w 701"/>
                  <a:gd name="T59" fmla="*/ 58 h 963"/>
                  <a:gd name="T60" fmla="*/ 77 w 701"/>
                  <a:gd name="T61" fmla="*/ 53 h 963"/>
                  <a:gd name="T62" fmla="*/ 89 w 701"/>
                  <a:gd name="T63" fmla="*/ 41 h 963"/>
                  <a:gd name="T64" fmla="*/ 90 w 701"/>
                  <a:gd name="T65" fmla="*/ 56 h 963"/>
                  <a:gd name="T66" fmla="*/ 93 w 701"/>
                  <a:gd name="T67" fmla="*/ 76 h 963"/>
                  <a:gd name="T68" fmla="*/ 95 w 701"/>
                  <a:gd name="T69" fmla="*/ 92 h 963"/>
                  <a:gd name="T70" fmla="*/ 96 w 701"/>
                  <a:gd name="T71" fmla="*/ 102 h 963"/>
                  <a:gd name="T72" fmla="*/ 98 w 701"/>
                  <a:gd name="T73" fmla="*/ 112 h 963"/>
                  <a:gd name="T74" fmla="*/ 95 w 701"/>
                  <a:gd name="T75" fmla="*/ 123 h 963"/>
                  <a:gd name="T76" fmla="*/ 91 w 701"/>
                  <a:gd name="T77" fmla="*/ 130 h 963"/>
                  <a:gd name="T78" fmla="*/ 75 w 701"/>
                  <a:gd name="T79" fmla="*/ 130 h 963"/>
                  <a:gd name="T80" fmla="*/ 49 w 701"/>
                  <a:gd name="T81" fmla="*/ 153 h 963"/>
                  <a:gd name="T82" fmla="*/ 54 w 701"/>
                  <a:gd name="T83" fmla="*/ 182 h 963"/>
                  <a:gd name="T84" fmla="*/ 61 w 701"/>
                  <a:gd name="T85" fmla="*/ 191 h 963"/>
                  <a:gd name="T86" fmla="*/ 68 w 701"/>
                  <a:gd name="T87" fmla="*/ 163 h 963"/>
                  <a:gd name="T88" fmla="*/ 67 w 701"/>
                  <a:gd name="T89" fmla="*/ 147 h 963"/>
                  <a:gd name="T90" fmla="*/ 91 w 701"/>
                  <a:gd name="T91" fmla="*/ 153 h 963"/>
                  <a:gd name="T92" fmla="*/ 106 w 701"/>
                  <a:gd name="T93" fmla="*/ 133 h 963"/>
                  <a:gd name="T94" fmla="*/ 114 w 701"/>
                  <a:gd name="T95" fmla="*/ 110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4" y="550"/>
                    </a:moveTo>
                    <a:cubicBezTo>
                      <a:pt x="699" y="541"/>
                      <a:pt x="697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5" y="365"/>
                    </a:cubicBezTo>
                    <a:cubicBezTo>
                      <a:pt x="663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5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6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4" y="1"/>
                      <a:pt x="547" y="10"/>
                    </a:cubicBezTo>
                    <a:cubicBezTo>
                      <a:pt x="519" y="23"/>
                      <a:pt x="515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3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7" y="175"/>
                    </a:cubicBezTo>
                    <a:cubicBezTo>
                      <a:pt x="313" y="166"/>
                      <a:pt x="293" y="167"/>
                      <a:pt x="278" y="174"/>
                    </a:cubicBezTo>
                    <a:cubicBezTo>
                      <a:pt x="275" y="165"/>
                      <a:pt x="243" y="159"/>
                      <a:pt x="235" y="167"/>
                    </a:cubicBezTo>
                    <a:cubicBezTo>
                      <a:pt x="225" y="153"/>
                      <a:pt x="203" y="141"/>
                      <a:pt x="193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1" y="93"/>
                      <a:pt x="55" y="95"/>
                    </a:cubicBezTo>
                    <a:cubicBezTo>
                      <a:pt x="42" y="99"/>
                      <a:pt x="28" y="109"/>
                      <a:pt x="22" y="127"/>
                    </a:cubicBezTo>
                    <a:cubicBezTo>
                      <a:pt x="16" y="144"/>
                      <a:pt x="9" y="168"/>
                      <a:pt x="22" y="189"/>
                    </a:cubicBezTo>
                    <a:cubicBezTo>
                      <a:pt x="14" y="202"/>
                      <a:pt x="15" y="247"/>
                      <a:pt x="27" y="256"/>
                    </a:cubicBezTo>
                    <a:cubicBezTo>
                      <a:pt x="16" y="269"/>
                      <a:pt x="23" y="295"/>
                      <a:pt x="28" y="309"/>
                    </a:cubicBezTo>
                    <a:cubicBezTo>
                      <a:pt x="16" y="319"/>
                      <a:pt x="16" y="359"/>
                      <a:pt x="22" y="367"/>
                    </a:cubicBezTo>
                    <a:cubicBezTo>
                      <a:pt x="8" y="376"/>
                      <a:pt x="9" y="406"/>
                      <a:pt x="16" y="422"/>
                    </a:cubicBezTo>
                    <a:cubicBezTo>
                      <a:pt x="2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9" y="668"/>
                    </a:cubicBezTo>
                    <a:cubicBezTo>
                      <a:pt x="94" y="687"/>
                      <a:pt x="135" y="718"/>
                      <a:pt x="162" y="703"/>
                    </a:cubicBezTo>
                    <a:cubicBezTo>
                      <a:pt x="183" y="690"/>
                      <a:pt x="181" y="682"/>
                      <a:pt x="189" y="670"/>
                    </a:cubicBezTo>
                    <a:cubicBezTo>
                      <a:pt x="192" y="666"/>
                      <a:pt x="196" y="662"/>
                      <a:pt x="200" y="658"/>
                    </a:cubicBezTo>
                    <a:cubicBezTo>
                      <a:pt x="199" y="658"/>
                      <a:pt x="199" y="658"/>
                      <a:pt x="198" y="658"/>
                    </a:cubicBezTo>
                    <a:cubicBezTo>
                      <a:pt x="195" y="659"/>
                      <a:pt x="192" y="657"/>
                      <a:pt x="192" y="654"/>
                    </a:cubicBezTo>
                    <a:cubicBezTo>
                      <a:pt x="191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7" y="649"/>
                    </a:cubicBezTo>
                    <a:cubicBezTo>
                      <a:pt x="211" y="642"/>
                      <a:pt x="216" y="634"/>
                      <a:pt x="218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8" y="517"/>
                      <a:pt x="127" y="508"/>
                    </a:cubicBezTo>
                    <a:cubicBezTo>
                      <a:pt x="138" y="489"/>
                      <a:pt x="129" y="463"/>
                      <a:pt x="129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4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3" y="315"/>
                    </a:cubicBezTo>
                    <a:cubicBezTo>
                      <a:pt x="136" y="302"/>
                      <a:pt x="137" y="291"/>
                      <a:pt x="132" y="276"/>
                    </a:cubicBezTo>
                    <a:cubicBezTo>
                      <a:pt x="142" y="265"/>
                      <a:pt x="132" y="241"/>
                      <a:pt x="128" y="232"/>
                    </a:cubicBezTo>
                    <a:cubicBezTo>
                      <a:pt x="135" y="242"/>
                      <a:pt x="148" y="264"/>
                      <a:pt x="176" y="265"/>
                    </a:cubicBezTo>
                    <a:cubicBezTo>
                      <a:pt x="200" y="285"/>
                      <a:pt x="207" y="280"/>
                      <a:pt x="227" y="282"/>
                    </a:cubicBezTo>
                    <a:cubicBezTo>
                      <a:pt x="233" y="295"/>
                      <a:pt x="272" y="296"/>
                      <a:pt x="282" y="288"/>
                    </a:cubicBezTo>
                    <a:cubicBezTo>
                      <a:pt x="288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5" y="274"/>
                      <a:pt x="509" y="250"/>
                      <a:pt x="509" y="239"/>
                    </a:cubicBezTo>
                    <a:cubicBezTo>
                      <a:pt x="514" y="247"/>
                      <a:pt x="537" y="217"/>
                      <a:pt x="541" y="204"/>
                    </a:cubicBezTo>
                    <a:cubicBezTo>
                      <a:pt x="541" y="204"/>
                      <a:pt x="534" y="232"/>
                      <a:pt x="541" y="235"/>
                    </a:cubicBezTo>
                    <a:cubicBezTo>
                      <a:pt x="536" y="238"/>
                      <a:pt x="538" y="275"/>
                      <a:pt x="548" y="280"/>
                    </a:cubicBezTo>
                    <a:cubicBezTo>
                      <a:pt x="541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4" y="464"/>
                      <a:pt x="577" y="464"/>
                    </a:cubicBezTo>
                    <a:cubicBezTo>
                      <a:pt x="568" y="469"/>
                      <a:pt x="577" y="500"/>
                      <a:pt x="587" y="498"/>
                    </a:cubicBezTo>
                    <a:cubicBezTo>
                      <a:pt x="587" y="498"/>
                      <a:pt x="583" y="504"/>
                      <a:pt x="584" y="511"/>
                    </a:cubicBezTo>
                    <a:cubicBezTo>
                      <a:pt x="585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90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4" y="650"/>
                    </a:cubicBezTo>
                    <a:cubicBezTo>
                      <a:pt x="553" y="650"/>
                      <a:pt x="553" y="650"/>
                      <a:pt x="553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8" y="646"/>
                    </a:cubicBezTo>
                    <a:cubicBezTo>
                      <a:pt x="271" y="686"/>
                      <a:pt x="287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5" y="899"/>
                      <a:pt x="326" y="914"/>
                    </a:cubicBezTo>
                    <a:cubicBezTo>
                      <a:pt x="339" y="930"/>
                      <a:pt x="347" y="940"/>
                      <a:pt x="347" y="952"/>
                    </a:cubicBezTo>
                    <a:cubicBezTo>
                      <a:pt x="347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8" y="774"/>
                      <a:pt x="547" y="776"/>
                      <a:pt x="556" y="763"/>
                    </a:cubicBezTo>
                    <a:cubicBezTo>
                      <a:pt x="564" y="766"/>
                      <a:pt x="614" y="731"/>
                      <a:pt x="609" y="712"/>
                    </a:cubicBezTo>
                    <a:cubicBezTo>
                      <a:pt x="625" y="717"/>
                      <a:pt x="657" y="686"/>
                      <a:pt x="648" y="663"/>
                    </a:cubicBezTo>
                    <a:cubicBezTo>
                      <a:pt x="663" y="665"/>
                      <a:pt x="687" y="623"/>
                      <a:pt x="685" y="600"/>
                    </a:cubicBezTo>
                    <a:cubicBezTo>
                      <a:pt x="692" y="601"/>
                      <a:pt x="701" y="561"/>
                      <a:pt x="694" y="550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1" name="Freeform 727">
                <a:extLst>
                  <a:ext uri="{FF2B5EF4-FFF2-40B4-BE49-F238E27FC236}">
                    <a16:creationId xmlns:a16="http://schemas.microsoft.com/office/drawing/2014/main" id="{0236E9BF-DBBB-482E-A098-014D85731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3175"/>
                <a:ext cx="30" cy="70"/>
              </a:xfrm>
              <a:custGeom>
                <a:avLst/>
                <a:gdLst>
                  <a:gd name="T0" fmla="*/ 0 w 56"/>
                  <a:gd name="T1" fmla="*/ 5 h 121"/>
                  <a:gd name="T2" fmla="*/ 3 w 56"/>
                  <a:gd name="T3" fmla="*/ 10 h 121"/>
                  <a:gd name="T4" fmla="*/ 3 w 56"/>
                  <a:gd name="T5" fmla="*/ 16 h 121"/>
                  <a:gd name="T6" fmla="*/ 9 w 56"/>
                  <a:gd name="T7" fmla="*/ 23 h 121"/>
                  <a:gd name="T8" fmla="*/ 8 w 56"/>
                  <a:gd name="T9" fmla="*/ 18 h 121"/>
                  <a:gd name="T10" fmla="*/ 5 w 56"/>
                  <a:gd name="T11" fmla="*/ 12 h 121"/>
                  <a:gd name="T12" fmla="*/ 3 w 56"/>
                  <a:gd name="T13" fmla="*/ 7 h 121"/>
                  <a:gd name="T14" fmla="*/ 2 w 56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21">
                    <a:moveTo>
                      <a:pt x="0" y="24"/>
                    </a:moveTo>
                    <a:cubicBezTo>
                      <a:pt x="7" y="31"/>
                      <a:pt x="11" y="45"/>
                      <a:pt x="16" y="54"/>
                    </a:cubicBezTo>
                    <a:cubicBezTo>
                      <a:pt x="22" y="64"/>
                      <a:pt x="25" y="74"/>
                      <a:pt x="21" y="85"/>
                    </a:cubicBezTo>
                    <a:cubicBezTo>
                      <a:pt x="31" y="85"/>
                      <a:pt x="47" y="113"/>
                      <a:pt x="54" y="121"/>
                    </a:cubicBezTo>
                    <a:cubicBezTo>
                      <a:pt x="52" y="112"/>
                      <a:pt x="56" y="101"/>
                      <a:pt x="53" y="92"/>
                    </a:cubicBezTo>
                    <a:cubicBezTo>
                      <a:pt x="49" y="82"/>
                      <a:pt x="39" y="71"/>
                      <a:pt x="33" y="62"/>
                    </a:cubicBezTo>
                    <a:cubicBezTo>
                      <a:pt x="28" y="54"/>
                      <a:pt x="22" y="45"/>
                      <a:pt x="18" y="36"/>
                    </a:cubicBezTo>
                    <a:cubicBezTo>
                      <a:pt x="14" y="24"/>
                      <a:pt x="18" y="10"/>
                      <a:pt x="14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2" name="Freeform 728">
                <a:extLst>
                  <a:ext uri="{FF2B5EF4-FFF2-40B4-BE49-F238E27FC236}">
                    <a16:creationId xmlns:a16="http://schemas.microsoft.com/office/drawing/2014/main" id="{F83AFA12-4915-476F-8BB6-72E283ED8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3089"/>
                <a:ext cx="23" cy="101"/>
              </a:xfrm>
              <a:custGeom>
                <a:avLst/>
                <a:gdLst>
                  <a:gd name="T0" fmla="*/ 3 w 42"/>
                  <a:gd name="T1" fmla="*/ 2 h 174"/>
                  <a:gd name="T2" fmla="*/ 3 w 42"/>
                  <a:gd name="T3" fmla="*/ 8 h 174"/>
                  <a:gd name="T4" fmla="*/ 0 w 42"/>
                  <a:gd name="T5" fmla="*/ 12 h 174"/>
                  <a:gd name="T6" fmla="*/ 2 w 42"/>
                  <a:gd name="T7" fmla="*/ 17 h 174"/>
                  <a:gd name="T8" fmla="*/ 1 w 42"/>
                  <a:gd name="T9" fmla="*/ 23 h 174"/>
                  <a:gd name="T10" fmla="*/ 1 w 42"/>
                  <a:gd name="T11" fmla="*/ 27 h 174"/>
                  <a:gd name="T12" fmla="*/ 1 w 42"/>
                  <a:gd name="T13" fmla="*/ 34 h 174"/>
                  <a:gd name="T14" fmla="*/ 4 w 42"/>
                  <a:gd name="T15" fmla="*/ 34 h 174"/>
                  <a:gd name="T16" fmla="*/ 3 w 42"/>
                  <a:gd name="T17" fmla="*/ 23 h 174"/>
                  <a:gd name="T18" fmla="*/ 7 w 42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74">
                    <a:moveTo>
                      <a:pt x="20" y="9"/>
                    </a:moveTo>
                    <a:cubicBezTo>
                      <a:pt x="31" y="18"/>
                      <a:pt x="20" y="31"/>
                      <a:pt x="18" y="41"/>
                    </a:cubicBezTo>
                    <a:cubicBezTo>
                      <a:pt x="15" y="57"/>
                      <a:pt x="16" y="57"/>
                      <a:pt x="0" y="62"/>
                    </a:cubicBezTo>
                    <a:cubicBezTo>
                      <a:pt x="13" y="66"/>
                      <a:pt x="15" y="73"/>
                      <a:pt x="15" y="87"/>
                    </a:cubicBezTo>
                    <a:cubicBezTo>
                      <a:pt x="15" y="97"/>
                      <a:pt x="13" y="113"/>
                      <a:pt x="1" y="116"/>
                    </a:cubicBezTo>
                    <a:cubicBezTo>
                      <a:pt x="21" y="107"/>
                      <a:pt x="8" y="135"/>
                      <a:pt x="8" y="140"/>
                    </a:cubicBezTo>
                    <a:cubicBezTo>
                      <a:pt x="7" y="154"/>
                      <a:pt x="18" y="159"/>
                      <a:pt x="5" y="174"/>
                    </a:cubicBezTo>
                    <a:cubicBezTo>
                      <a:pt x="13" y="171"/>
                      <a:pt x="19" y="172"/>
                      <a:pt x="27" y="172"/>
                    </a:cubicBezTo>
                    <a:cubicBezTo>
                      <a:pt x="21" y="154"/>
                      <a:pt x="17" y="137"/>
                      <a:pt x="19" y="118"/>
                    </a:cubicBezTo>
                    <a:cubicBezTo>
                      <a:pt x="22" y="99"/>
                      <a:pt x="40" y="20"/>
                      <a:pt x="4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3" name="Freeform 729">
                <a:extLst>
                  <a:ext uri="{FF2B5EF4-FFF2-40B4-BE49-F238E27FC236}">
                    <a16:creationId xmlns:a16="http://schemas.microsoft.com/office/drawing/2014/main" id="{7EEBA0E4-403A-4755-8398-F6DF5FB71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978"/>
                <a:ext cx="26" cy="123"/>
              </a:xfrm>
              <a:custGeom>
                <a:avLst/>
                <a:gdLst>
                  <a:gd name="T0" fmla="*/ 0 w 47"/>
                  <a:gd name="T1" fmla="*/ 0 h 212"/>
                  <a:gd name="T2" fmla="*/ 3 w 47"/>
                  <a:gd name="T3" fmla="*/ 3 h 212"/>
                  <a:gd name="T4" fmla="*/ 6 w 47"/>
                  <a:gd name="T5" fmla="*/ 6 h 212"/>
                  <a:gd name="T6" fmla="*/ 8 w 47"/>
                  <a:gd name="T7" fmla="*/ 16 h 212"/>
                  <a:gd name="T8" fmla="*/ 7 w 47"/>
                  <a:gd name="T9" fmla="*/ 28 h 212"/>
                  <a:gd name="T10" fmla="*/ 5 w 47"/>
                  <a:gd name="T11" fmla="*/ 41 h 212"/>
                  <a:gd name="T12" fmla="*/ 1 w 47"/>
                  <a:gd name="T13" fmla="*/ 39 h 212"/>
                  <a:gd name="T14" fmla="*/ 4 w 47"/>
                  <a:gd name="T15" fmla="*/ 36 h 212"/>
                  <a:gd name="T16" fmla="*/ 4 w 47"/>
                  <a:gd name="T17" fmla="*/ 28 h 212"/>
                  <a:gd name="T18" fmla="*/ 2 w 47"/>
                  <a:gd name="T19" fmla="*/ 27 h 212"/>
                  <a:gd name="T20" fmla="*/ 1 w 47"/>
                  <a:gd name="T21" fmla="*/ 17 h 212"/>
                  <a:gd name="T22" fmla="*/ 5 w 47"/>
                  <a:gd name="T23" fmla="*/ 13 h 212"/>
                  <a:gd name="T24" fmla="*/ 5 w 47"/>
                  <a:gd name="T25" fmla="*/ 9 h 212"/>
                  <a:gd name="T26" fmla="*/ 3 w 47"/>
                  <a:gd name="T27" fmla="*/ 9 h 212"/>
                  <a:gd name="T28" fmla="*/ 1 w 47"/>
                  <a:gd name="T29" fmla="*/ 2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12">
                    <a:moveTo>
                      <a:pt x="0" y="0"/>
                    </a:moveTo>
                    <a:cubicBezTo>
                      <a:pt x="3" y="11"/>
                      <a:pt x="11" y="10"/>
                      <a:pt x="18" y="15"/>
                    </a:cubicBezTo>
                    <a:cubicBezTo>
                      <a:pt x="23" y="18"/>
                      <a:pt x="29" y="25"/>
                      <a:pt x="33" y="29"/>
                    </a:cubicBezTo>
                    <a:cubicBezTo>
                      <a:pt x="47" y="43"/>
                      <a:pt x="47" y="65"/>
                      <a:pt x="45" y="84"/>
                    </a:cubicBezTo>
                    <a:cubicBezTo>
                      <a:pt x="42" y="106"/>
                      <a:pt x="38" y="125"/>
                      <a:pt x="39" y="147"/>
                    </a:cubicBezTo>
                    <a:cubicBezTo>
                      <a:pt x="40" y="169"/>
                      <a:pt x="38" y="190"/>
                      <a:pt x="30" y="212"/>
                    </a:cubicBezTo>
                    <a:cubicBezTo>
                      <a:pt x="29" y="201"/>
                      <a:pt x="10" y="198"/>
                      <a:pt x="1" y="198"/>
                    </a:cubicBezTo>
                    <a:cubicBezTo>
                      <a:pt x="15" y="193"/>
                      <a:pt x="19" y="194"/>
                      <a:pt x="23" y="182"/>
                    </a:cubicBezTo>
                    <a:cubicBezTo>
                      <a:pt x="25" y="175"/>
                      <a:pt x="25" y="149"/>
                      <a:pt x="24" y="142"/>
                    </a:cubicBezTo>
                    <a:cubicBezTo>
                      <a:pt x="22" y="133"/>
                      <a:pt x="19" y="135"/>
                      <a:pt x="10" y="138"/>
                    </a:cubicBezTo>
                    <a:cubicBezTo>
                      <a:pt x="33" y="128"/>
                      <a:pt x="30" y="71"/>
                      <a:pt x="4" y="89"/>
                    </a:cubicBezTo>
                    <a:cubicBezTo>
                      <a:pt x="11" y="79"/>
                      <a:pt x="26" y="78"/>
                      <a:pt x="31" y="66"/>
                    </a:cubicBezTo>
                    <a:cubicBezTo>
                      <a:pt x="33" y="62"/>
                      <a:pt x="33" y="52"/>
                      <a:pt x="31" y="48"/>
                    </a:cubicBezTo>
                    <a:cubicBezTo>
                      <a:pt x="27" y="41"/>
                      <a:pt x="24" y="44"/>
                      <a:pt x="17" y="43"/>
                    </a:cubicBezTo>
                    <a:cubicBezTo>
                      <a:pt x="28" y="29"/>
                      <a:pt x="6" y="25"/>
                      <a:pt x="8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4" name="Freeform 730">
                <a:extLst>
                  <a:ext uri="{FF2B5EF4-FFF2-40B4-BE49-F238E27FC236}">
                    <a16:creationId xmlns:a16="http://schemas.microsoft.com/office/drawing/2014/main" id="{F5A2C41B-6B51-4162-AEB2-2F0F37FE9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001"/>
                <a:ext cx="19" cy="70"/>
              </a:xfrm>
              <a:custGeom>
                <a:avLst/>
                <a:gdLst>
                  <a:gd name="T0" fmla="*/ 6 w 33"/>
                  <a:gd name="T1" fmla="*/ 7 h 118"/>
                  <a:gd name="T2" fmla="*/ 3 w 33"/>
                  <a:gd name="T3" fmla="*/ 15 h 118"/>
                  <a:gd name="T4" fmla="*/ 3 w 33"/>
                  <a:gd name="T5" fmla="*/ 20 h 118"/>
                  <a:gd name="T6" fmla="*/ 1 w 33"/>
                  <a:gd name="T7" fmla="*/ 25 h 118"/>
                  <a:gd name="T8" fmla="*/ 1 w 33"/>
                  <a:gd name="T9" fmla="*/ 11 h 118"/>
                  <a:gd name="T10" fmla="*/ 1 w 33"/>
                  <a:gd name="T11" fmla="*/ 4 h 118"/>
                  <a:gd name="T12" fmla="*/ 1 w 33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18">
                    <a:moveTo>
                      <a:pt x="33" y="31"/>
                    </a:moveTo>
                    <a:cubicBezTo>
                      <a:pt x="16" y="27"/>
                      <a:pt x="15" y="60"/>
                      <a:pt x="15" y="71"/>
                    </a:cubicBezTo>
                    <a:cubicBezTo>
                      <a:pt x="16" y="80"/>
                      <a:pt x="17" y="86"/>
                      <a:pt x="14" y="95"/>
                    </a:cubicBezTo>
                    <a:cubicBezTo>
                      <a:pt x="11" y="103"/>
                      <a:pt x="8" y="110"/>
                      <a:pt x="5" y="118"/>
                    </a:cubicBezTo>
                    <a:cubicBezTo>
                      <a:pt x="0" y="96"/>
                      <a:pt x="1" y="73"/>
                      <a:pt x="2" y="51"/>
                    </a:cubicBezTo>
                    <a:cubicBezTo>
                      <a:pt x="3" y="40"/>
                      <a:pt x="6" y="30"/>
                      <a:pt x="7" y="20"/>
                    </a:cubicBezTo>
                    <a:cubicBezTo>
                      <a:pt x="8" y="13"/>
                      <a:pt x="4" y="6"/>
                      <a:pt x="7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5" name="Freeform 731">
                <a:extLst>
                  <a:ext uri="{FF2B5EF4-FFF2-40B4-BE49-F238E27FC236}">
                    <a16:creationId xmlns:a16="http://schemas.microsoft.com/office/drawing/2014/main" id="{592A98E4-7DC8-4A9C-812F-C56A4170E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172"/>
                <a:ext cx="95" cy="114"/>
              </a:xfrm>
              <a:custGeom>
                <a:avLst/>
                <a:gdLst>
                  <a:gd name="T0" fmla="*/ 18 w 173"/>
                  <a:gd name="T1" fmla="*/ 36 h 194"/>
                  <a:gd name="T2" fmla="*/ 13 w 173"/>
                  <a:gd name="T3" fmla="*/ 38 h 194"/>
                  <a:gd name="T4" fmla="*/ 7 w 173"/>
                  <a:gd name="T5" fmla="*/ 39 h 194"/>
                  <a:gd name="T6" fmla="*/ 3 w 173"/>
                  <a:gd name="T7" fmla="*/ 39 h 194"/>
                  <a:gd name="T8" fmla="*/ 0 w 173"/>
                  <a:gd name="T9" fmla="*/ 37 h 194"/>
                  <a:gd name="T10" fmla="*/ 7 w 173"/>
                  <a:gd name="T11" fmla="*/ 36 h 194"/>
                  <a:gd name="T12" fmla="*/ 14 w 173"/>
                  <a:gd name="T13" fmla="*/ 34 h 194"/>
                  <a:gd name="T14" fmla="*/ 17 w 173"/>
                  <a:gd name="T15" fmla="*/ 32 h 194"/>
                  <a:gd name="T16" fmla="*/ 20 w 173"/>
                  <a:gd name="T17" fmla="*/ 29 h 194"/>
                  <a:gd name="T18" fmla="*/ 23 w 173"/>
                  <a:gd name="T19" fmla="*/ 22 h 194"/>
                  <a:gd name="T20" fmla="*/ 25 w 173"/>
                  <a:gd name="T21" fmla="*/ 15 h 194"/>
                  <a:gd name="T22" fmla="*/ 26 w 173"/>
                  <a:gd name="T23" fmla="*/ 7 h 194"/>
                  <a:gd name="T24" fmla="*/ 26 w 173"/>
                  <a:gd name="T25" fmla="*/ 1 h 194"/>
                  <a:gd name="T26" fmla="*/ 28 w 173"/>
                  <a:gd name="T27" fmla="*/ 0 h 194"/>
                  <a:gd name="T28" fmla="*/ 29 w 173"/>
                  <a:gd name="T29" fmla="*/ 15 h 194"/>
                  <a:gd name="T30" fmla="*/ 26 w 173"/>
                  <a:gd name="T31" fmla="*/ 24 h 194"/>
                  <a:gd name="T32" fmla="*/ 24 w 173"/>
                  <a:gd name="T33" fmla="*/ 29 h 1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3" h="194">
                    <a:moveTo>
                      <a:pt x="107" y="177"/>
                    </a:moveTo>
                    <a:cubicBezTo>
                      <a:pt x="97" y="180"/>
                      <a:pt x="87" y="183"/>
                      <a:pt x="77" y="187"/>
                    </a:cubicBezTo>
                    <a:cubicBezTo>
                      <a:pt x="66" y="192"/>
                      <a:pt x="56" y="191"/>
                      <a:pt x="44" y="193"/>
                    </a:cubicBezTo>
                    <a:cubicBezTo>
                      <a:pt x="35" y="194"/>
                      <a:pt x="26" y="194"/>
                      <a:pt x="17" y="194"/>
                    </a:cubicBezTo>
                    <a:cubicBezTo>
                      <a:pt x="8" y="194"/>
                      <a:pt x="5" y="190"/>
                      <a:pt x="0" y="183"/>
                    </a:cubicBezTo>
                    <a:cubicBezTo>
                      <a:pt x="7" y="191"/>
                      <a:pt x="34" y="186"/>
                      <a:pt x="41" y="178"/>
                    </a:cubicBezTo>
                    <a:cubicBezTo>
                      <a:pt x="50" y="193"/>
                      <a:pt x="77" y="180"/>
                      <a:pt x="83" y="169"/>
                    </a:cubicBezTo>
                    <a:cubicBezTo>
                      <a:pt x="93" y="175"/>
                      <a:pt x="96" y="163"/>
                      <a:pt x="103" y="159"/>
                    </a:cubicBezTo>
                    <a:cubicBezTo>
                      <a:pt x="109" y="155"/>
                      <a:pt x="124" y="151"/>
                      <a:pt x="121" y="142"/>
                    </a:cubicBezTo>
                    <a:cubicBezTo>
                      <a:pt x="136" y="146"/>
                      <a:pt x="143" y="121"/>
                      <a:pt x="136" y="111"/>
                    </a:cubicBezTo>
                    <a:cubicBezTo>
                      <a:pt x="152" y="103"/>
                      <a:pt x="155" y="91"/>
                      <a:pt x="153" y="73"/>
                    </a:cubicBezTo>
                    <a:cubicBezTo>
                      <a:pt x="163" y="69"/>
                      <a:pt x="167" y="41"/>
                      <a:pt x="158" y="35"/>
                    </a:cubicBezTo>
                    <a:cubicBezTo>
                      <a:pt x="165" y="25"/>
                      <a:pt x="158" y="12"/>
                      <a:pt x="159" y="1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57" y="119"/>
                      <a:pt x="157" y="119"/>
                      <a:pt x="157" y="119"/>
                    </a:cubicBezTo>
                    <a:cubicBezTo>
                      <a:pt x="145" y="143"/>
                      <a:pt x="145" y="143"/>
                      <a:pt x="145" y="14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6" name="Freeform 732">
                <a:extLst>
                  <a:ext uri="{FF2B5EF4-FFF2-40B4-BE49-F238E27FC236}">
                    <a16:creationId xmlns:a16="http://schemas.microsoft.com/office/drawing/2014/main" id="{CF563A6C-438E-428E-85DB-A9BFC6B61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934"/>
                <a:ext cx="62" cy="259"/>
              </a:xfrm>
              <a:custGeom>
                <a:avLst/>
                <a:gdLst>
                  <a:gd name="T0" fmla="*/ 0 w 113"/>
                  <a:gd name="T1" fmla="*/ 22 h 444"/>
                  <a:gd name="T2" fmla="*/ 6 w 113"/>
                  <a:gd name="T3" fmla="*/ 20 h 444"/>
                  <a:gd name="T4" fmla="*/ 5 w 113"/>
                  <a:gd name="T5" fmla="*/ 27 h 444"/>
                  <a:gd name="T6" fmla="*/ 7 w 113"/>
                  <a:gd name="T7" fmla="*/ 32 h 444"/>
                  <a:gd name="T8" fmla="*/ 7 w 113"/>
                  <a:gd name="T9" fmla="*/ 37 h 444"/>
                  <a:gd name="T10" fmla="*/ 8 w 113"/>
                  <a:gd name="T11" fmla="*/ 47 h 444"/>
                  <a:gd name="T12" fmla="*/ 9 w 113"/>
                  <a:gd name="T13" fmla="*/ 52 h 444"/>
                  <a:gd name="T14" fmla="*/ 8 w 113"/>
                  <a:gd name="T15" fmla="*/ 57 h 444"/>
                  <a:gd name="T16" fmla="*/ 9 w 113"/>
                  <a:gd name="T17" fmla="*/ 66 h 444"/>
                  <a:gd name="T18" fmla="*/ 12 w 113"/>
                  <a:gd name="T19" fmla="*/ 69 h 444"/>
                  <a:gd name="T20" fmla="*/ 11 w 113"/>
                  <a:gd name="T21" fmla="*/ 74 h 444"/>
                  <a:gd name="T22" fmla="*/ 14 w 113"/>
                  <a:gd name="T23" fmla="*/ 81 h 444"/>
                  <a:gd name="T24" fmla="*/ 16 w 113"/>
                  <a:gd name="T25" fmla="*/ 88 h 444"/>
                  <a:gd name="T26" fmla="*/ 17 w 113"/>
                  <a:gd name="T27" fmla="*/ 80 h 444"/>
                  <a:gd name="T28" fmla="*/ 14 w 113"/>
                  <a:gd name="T29" fmla="*/ 67 h 444"/>
                  <a:gd name="T30" fmla="*/ 10 w 113"/>
                  <a:gd name="T31" fmla="*/ 37 h 444"/>
                  <a:gd name="T32" fmla="*/ 10 w 113"/>
                  <a:gd name="T33" fmla="*/ 24 h 444"/>
                  <a:gd name="T34" fmla="*/ 10 w 113"/>
                  <a:gd name="T35" fmla="*/ 18 h 444"/>
                  <a:gd name="T36" fmla="*/ 12 w 113"/>
                  <a:gd name="T37" fmla="*/ 12 h 444"/>
                  <a:gd name="T38" fmla="*/ 12 w 113"/>
                  <a:gd name="T39" fmla="*/ 5 h 444"/>
                  <a:gd name="T40" fmla="*/ 10 w 113"/>
                  <a:gd name="T41" fmla="*/ 0 h 444"/>
                  <a:gd name="T42" fmla="*/ 7 w 113"/>
                  <a:gd name="T43" fmla="*/ 9 h 444"/>
                  <a:gd name="T44" fmla="*/ 3 w 113"/>
                  <a:gd name="T45" fmla="*/ 18 h 444"/>
                  <a:gd name="T46" fmla="*/ 2 w 113"/>
                  <a:gd name="T47" fmla="*/ 20 h 4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3" h="444">
                    <a:moveTo>
                      <a:pt x="0" y="112"/>
                    </a:moveTo>
                    <a:cubicBezTo>
                      <a:pt x="8" y="107"/>
                      <a:pt x="27" y="92"/>
                      <a:pt x="37" y="103"/>
                    </a:cubicBezTo>
                    <a:cubicBezTo>
                      <a:pt x="45" y="111"/>
                      <a:pt x="43" y="132"/>
                      <a:pt x="33" y="137"/>
                    </a:cubicBezTo>
                    <a:cubicBezTo>
                      <a:pt x="43" y="141"/>
                      <a:pt x="43" y="153"/>
                      <a:pt x="44" y="162"/>
                    </a:cubicBezTo>
                    <a:cubicBezTo>
                      <a:pt x="45" y="171"/>
                      <a:pt x="48" y="181"/>
                      <a:pt x="40" y="187"/>
                    </a:cubicBezTo>
                    <a:cubicBezTo>
                      <a:pt x="47" y="186"/>
                      <a:pt x="51" y="228"/>
                      <a:pt x="45" y="234"/>
                    </a:cubicBezTo>
                    <a:cubicBezTo>
                      <a:pt x="53" y="232"/>
                      <a:pt x="55" y="255"/>
                      <a:pt x="55" y="261"/>
                    </a:cubicBezTo>
                    <a:cubicBezTo>
                      <a:pt x="55" y="270"/>
                      <a:pt x="54" y="279"/>
                      <a:pt x="50" y="287"/>
                    </a:cubicBezTo>
                    <a:cubicBezTo>
                      <a:pt x="62" y="291"/>
                      <a:pt x="61" y="323"/>
                      <a:pt x="56" y="331"/>
                    </a:cubicBezTo>
                    <a:cubicBezTo>
                      <a:pt x="59" y="323"/>
                      <a:pt x="68" y="344"/>
                      <a:pt x="69" y="347"/>
                    </a:cubicBezTo>
                    <a:cubicBezTo>
                      <a:pt x="71" y="354"/>
                      <a:pt x="73" y="364"/>
                      <a:pt x="68" y="371"/>
                    </a:cubicBezTo>
                    <a:cubicBezTo>
                      <a:pt x="79" y="367"/>
                      <a:pt x="90" y="397"/>
                      <a:pt x="84" y="405"/>
                    </a:cubicBezTo>
                    <a:cubicBezTo>
                      <a:pt x="97" y="415"/>
                      <a:pt x="101" y="429"/>
                      <a:pt x="97" y="444"/>
                    </a:cubicBezTo>
                    <a:cubicBezTo>
                      <a:pt x="113" y="438"/>
                      <a:pt x="103" y="414"/>
                      <a:pt x="102" y="401"/>
                    </a:cubicBezTo>
                    <a:cubicBezTo>
                      <a:pt x="101" y="380"/>
                      <a:pt x="93" y="358"/>
                      <a:pt x="87" y="338"/>
                    </a:cubicBezTo>
                    <a:cubicBezTo>
                      <a:pt x="73" y="289"/>
                      <a:pt x="65" y="240"/>
                      <a:pt x="61" y="189"/>
                    </a:cubicBezTo>
                    <a:cubicBezTo>
                      <a:pt x="59" y="167"/>
                      <a:pt x="56" y="142"/>
                      <a:pt x="60" y="120"/>
                    </a:cubicBezTo>
                    <a:cubicBezTo>
                      <a:pt x="61" y="109"/>
                      <a:pt x="61" y="99"/>
                      <a:pt x="63" y="88"/>
                    </a:cubicBezTo>
                    <a:cubicBezTo>
                      <a:pt x="65" y="78"/>
                      <a:pt x="70" y="69"/>
                      <a:pt x="71" y="59"/>
                    </a:cubicBezTo>
                    <a:cubicBezTo>
                      <a:pt x="72" y="47"/>
                      <a:pt x="72" y="33"/>
                      <a:pt x="70" y="22"/>
                    </a:cubicBezTo>
                    <a:cubicBezTo>
                      <a:pt x="69" y="16"/>
                      <a:pt x="67" y="1"/>
                      <a:pt x="60" y="0"/>
                    </a:cubicBezTo>
                    <a:cubicBezTo>
                      <a:pt x="67" y="19"/>
                      <a:pt x="51" y="33"/>
                      <a:pt x="44" y="47"/>
                    </a:cubicBezTo>
                    <a:cubicBezTo>
                      <a:pt x="38" y="58"/>
                      <a:pt x="31" y="86"/>
                      <a:pt x="16" y="87"/>
                    </a:cubicBezTo>
                    <a:cubicBezTo>
                      <a:pt x="16" y="91"/>
                      <a:pt x="12" y="97"/>
                      <a:pt x="10" y="10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7" name="Freeform 733">
                <a:extLst>
                  <a:ext uri="{FF2B5EF4-FFF2-40B4-BE49-F238E27FC236}">
                    <a16:creationId xmlns:a16="http://schemas.microsoft.com/office/drawing/2014/main" id="{C4679F87-2E91-483C-B434-C343D2770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3257"/>
                <a:ext cx="42" cy="18"/>
              </a:xfrm>
              <a:custGeom>
                <a:avLst/>
                <a:gdLst>
                  <a:gd name="T0" fmla="*/ 1 w 78"/>
                  <a:gd name="T1" fmla="*/ 1 h 31"/>
                  <a:gd name="T2" fmla="*/ 1 w 78"/>
                  <a:gd name="T3" fmla="*/ 2 h 31"/>
                  <a:gd name="T4" fmla="*/ 1 w 78"/>
                  <a:gd name="T5" fmla="*/ 3 h 31"/>
                  <a:gd name="T6" fmla="*/ 2 w 78"/>
                  <a:gd name="T7" fmla="*/ 3 h 31"/>
                  <a:gd name="T8" fmla="*/ 7 w 78"/>
                  <a:gd name="T9" fmla="*/ 5 h 31"/>
                  <a:gd name="T10" fmla="*/ 11 w 78"/>
                  <a:gd name="T11" fmla="*/ 3 h 31"/>
                  <a:gd name="T12" fmla="*/ 12 w 78"/>
                  <a:gd name="T13" fmla="*/ 2 h 31"/>
                  <a:gd name="T14" fmla="*/ 12 w 78"/>
                  <a:gd name="T15" fmla="*/ 1 h 31"/>
                  <a:gd name="T16" fmla="*/ 10 w 78"/>
                  <a:gd name="T17" fmla="*/ 1 h 31"/>
                  <a:gd name="T18" fmla="*/ 6 w 78"/>
                  <a:gd name="T19" fmla="*/ 3 h 31"/>
                  <a:gd name="T20" fmla="*/ 3 w 78"/>
                  <a:gd name="T21" fmla="*/ 2 h 31"/>
                  <a:gd name="T22" fmla="*/ 1 w 78"/>
                  <a:gd name="T23" fmla="*/ 1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1">
                    <a:moveTo>
                      <a:pt x="4" y="3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4" y="14"/>
                      <a:pt x="7" y="13"/>
                    </a:cubicBezTo>
                    <a:cubicBezTo>
                      <a:pt x="9" y="13"/>
                      <a:pt x="11" y="14"/>
                      <a:pt x="15" y="18"/>
                    </a:cubicBezTo>
                    <a:cubicBezTo>
                      <a:pt x="22" y="23"/>
                      <a:pt x="31" y="31"/>
                      <a:pt x="45" y="26"/>
                    </a:cubicBezTo>
                    <a:cubicBezTo>
                      <a:pt x="57" y="22"/>
                      <a:pt x="65" y="19"/>
                      <a:pt x="69" y="16"/>
                    </a:cubicBezTo>
                    <a:cubicBezTo>
                      <a:pt x="69" y="16"/>
                      <a:pt x="76" y="12"/>
                      <a:pt x="77" y="10"/>
                    </a:cubicBezTo>
                    <a:cubicBezTo>
                      <a:pt x="78" y="7"/>
                      <a:pt x="78" y="4"/>
                      <a:pt x="75" y="3"/>
                    </a:cubicBezTo>
                    <a:cubicBezTo>
                      <a:pt x="71" y="1"/>
                      <a:pt x="68" y="3"/>
                      <a:pt x="64" y="5"/>
                    </a:cubicBezTo>
                    <a:cubicBezTo>
                      <a:pt x="60" y="8"/>
                      <a:pt x="53" y="12"/>
                      <a:pt x="42" y="16"/>
                    </a:cubicBezTo>
                    <a:cubicBezTo>
                      <a:pt x="33" y="18"/>
                      <a:pt x="28" y="14"/>
                      <a:pt x="22" y="9"/>
                    </a:cubicBezTo>
                    <a:cubicBezTo>
                      <a:pt x="17" y="5"/>
                      <a:pt x="11" y="0"/>
                      <a:pt x="4" y="3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8" name="Freeform 734">
                <a:extLst>
                  <a:ext uri="{FF2B5EF4-FFF2-40B4-BE49-F238E27FC236}">
                    <a16:creationId xmlns:a16="http://schemas.microsoft.com/office/drawing/2014/main" id="{8ACA1958-6642-4BB6-BA0D-68A4E66C6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994"/>
                <a:ext cx="88" cy="276"/>
              </a:xfrm>
              <a:custGeom>
                <a:avLst/>
                <a:gdLst>
                  <a:gd name="T0" fmla="*/ 26 w 161"/>
                  <a:gd name="T1" fmla="*/ 92 h 473"/>
                  <a:gd name="T2" fmla="*/ 25 w 161"/>
                  <a:gd name="T3" fmla="*/ 91 h 473"/>
                  <a:gd name="T4" fmla="*/ 26 w 161"/>
                  <a:gd name="T5" fmla="*/ 90 h 473"/>
                  <a:gd name="T6" fmla="*/ 20 w 161"/>
                  <a:gd name="T7" fmla="*/ 90 h 473"/>
                  <a:gd name="T8" fmla="*/ 11 w 161"/>
                  <a:gd name="T9" fmla="*/ 82 h 473"/>
                  <a:gd name="T10" fmla="*/ 7 w 161"/>
                  <a:gd name="T11" fmla="*/ 76 h 473"/>
                  <a:gd name="T12" fmla="*/ 4 w 161"/>
                  <a:gd name="T13" fmla="*/ 67 h 473"/>
                  <a:gd name="T14" fmla="*/ 3 w 161"/>
                  <a:gd name="T15" fmla="*/ 60 h 473"/>
                  <a:gd name="T16" fmla="*/ 3 w 161"/>
                  <a:gd name="T17" fmla="*/ 53 h 473"/>
                  <a:gd name="T18" fmla="*/ 3 w 161"/>
                  <a:gd name="T19" fmla="*/ 48 h 473"/>
                  <a:gd name="T20" fmla="*/ 4 w 161"/>
                  <a:gd name="T21" fmla="*/ 42 h 473"/>
                  <a:gd name="T22" fmla="*/ 5 w 161"/>
                  <a:gd name="T23" fmla="*/ 40 h 473"/>
                  <a:gd name="T24" fmla="*/ 6 w 161"/>
                  <a:gd name="T25" fmla="*/ 33 h 473"/>
                  <a:gd name="T26" fmla="*/ 6 w 161"/>
                  <a:gd name="T27" fmla="*/ 28 h 473"/>
                  <a:gd name="T28" fmla="*/ 7 w 161"/>
                  <a:gd name="T29" fmla="*/ 23 h 473"/>
                  <a:gd name="T30" fmla="*/ 7 w 161"/>
                  <a:gd name="T31" fmla="*/ 15 h 473"/>
                  <a:gd name="T32" fmla="*/ 7 w 161"/>
                  <a:gd name="T33" fmla="*/ 7 h 473"/>
                  <a:gd name="T34" fmla="*/ 7 w 161"/>
                  <a:gd name="T35" fmla="*/ 2 h 473"/>
                  <a:gd name="T36" fmla="*/ 4 w 161"/>
                  <a:gd name="T37" fmla="*/ 0 h 473"/>
                  <a:gd name="T38" fmla="*/ 4 w 161"/>
                  <a:gd name="T39" fmla="*/ 3 h 473"/>
                  <a:gd name="T40" fmla="*/ 5 w 161"/>
                  <a:gd name="T41" fmla="*/ 10 h 473"/>
                  <a:gd name="T42" fmla="*/ 4 w 161"/>
                  <a:gd name="T43" fmla="*/ 15 h 473"/>
                  <a:gd name="T44" fmla="*/ 4 w 161"/>
                  <a:gd name="T45" fmla="*/ 19 h 473"/>
                  <a:gd name="T46" fmla="*/ 4 w 161"/>
                  <a:gd name="T47" fmla="*/ 23 h 473"/>
                  <a:gd name="T48" fmla="*/ 4 w 161"/>
                  <a:gd name="T49" fmla="*/ 27 h 473"/>
                  <a:gd name="T50" fmla="*/ 3 w 161"/>
                  <a:gd name="T51" fmla="*/ 35 h 473"/>
                  <a:gd name="T52" fmla="*/ 2 w 161"/>
                  <a:gd name="T53" fmla="*/ 40 h 473"/>
                  <a:gd name="T54" fmla="*/ 2 w 161"/>
                  <a:gd name="T55" fmla="*/ 45 h 473"/>
                  <a:gd name="T56" fmla="*/ 2 w 161"/>
                  <a:gd name="T57" fmla="*/ 50 h 473"/>
                  <a:gd name="T58" fmla="*/ 1 w 161"/>
                  <a:gd name="T59" fmla="*/ 55 h 473"/>
                  <a:gd name="T60" fmla="*/ 1 w 161"/>
                  <a:gd name="T61" fmla="*/ 61 h 473"/>
                  <a:gd name="T62" fmla="*/ 1 w 161"/>
                  <a:gd name="T63" fmla="*/ 64 h 473"/>
                  <a:gd name="T64" fmla="*/ 3 w 161"/>
                  <a:gd name="T65" fmla="*/ 71 h 473"/>
                  <a:gd name="T66" fmla="*/ 5 w 161"/>
                  <a:gd name="T67" fmla="*/ 78 h 473"/>
                  <a:gd name="T68" fmla="*/ 8 w 161"/>
                  <a:gd name="T69" fmla="*/ 83 h 473"/>
                  <a:gd name="T70" fmla="*/ 11 w 161"/>
                  <a:gd name="T71" fmla="*/ 85 h 473"/>
                  <a:gd name="T72" fmla="*/ 13 w 161"/>
                  <a:gd name="T73" fmla="*/ 89 h 473"/>
                  <a:gd name="T74" fmla="*/ 25 w 161"/>
                  <a:gd name="T75" fmla="*/ 93 h 473"/>
                  <a:gd name="T76" fmla="*/ 26 w 161"/>
                  <a:gd name="T77" fmla="*/ 92 h 473"/>
                  <a:gd name="T78" fmla="*/ 26 w 161"/>
                  <a:gd name="T79" fmla="*/ 92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4" y="459"/>
                    </a:cubicBezTo>
                    <a:cubicBezTo>
                      <a:pt x="153" y="456"/>
                      <a:pt x="154" y="453"/>
                      <a:pt x="157" y="453"/>
                    </a:cubicBezTo>
                    <a:cubicBezTo>
                      <a:pt x="157" y="453"/>
                      <a:pt x="140" y="458"/>
                      <a:pt x="125" y="453"/>
                    </a:cubicBezTo>
                    <a:cubicBezTo>
                      <a:pt x="110" y="448"/>
                      <a:pt x="79" y="422"/>
                      <a:pt x="72" y="415"/>
                    </a:cubicBezTo>
                    <a:cubicBezTo>
                      <a:pt x="65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4" y="337"/>
                    </a:cubicBezTo>
                    <a:cubicBezTo>
                      <a:pt x="25" y="329"/>
                      <a:pt x="22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20" y="237"/>
                      <a:pt x="24" y="217"/>
                      <a:pt x="26" y="213"/>
                    </a:cubicBezTo>
                    <a:cubicBezTo>
                      <a:pt x="28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7" y="164"/>
                    </a:cubicBezTo>
                    <a:cubicBezTo>
                      <a:pt x="44" y="155"/>
                      <a:pt x="40" y="149"/>
                      <a:pt x="39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1" y="76"/>
                    </a:cubicBezTo>
                    <a:cubicBezTo>
                      <a:pt x="44" y="62"/>
                      <a:pt x="44" y="45"/>
                      <a:pt x="43" y="34"/>
                    </a:cubicBezTo>
                    <a:cubicBezTo>
                      <a:pt x="42" y="27"/>
                      <a:pt x="41" y="15"/>
                      <a:pt x="40" y="8"/>
                    </a:cubicBezTo>
                    <a:cubicBezTo>
                      <a:pt x="34" y="7"/>
                      <a:pt x="28" y="4"/>
                      <a:pt x="22" y="0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0" y="24"/>
                      <a:pt x="30" y="37"/>
                      <a:pt x="30" y="49"/>
                    </a:cubicBezTo>
                    <a:cubicBezTo>
                      <a:pt x="30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7" y="98"/>
                    </a:cubicBezTo>
                    <a:cubicBezTo>
                      <a:pt x="26" y="105"/>
                      <a:pt x="26" y="111"/>
                      <a:pt x="26" y="114"/>
                    </a:cubicBezTo>
                    <a:cubicBezTo>
                      <a:pt x="26" y="117"/>
                      <a:pt x="23" y="128"/>
                      <a:pt x="22" y="139"/>
                    </a:cubicBezTo>
                    <a:cubicBezTo>
                      <a:pt x="21" y="154"/>
                      <a:pt x="23" y="170"/>
                      <a:pt x="21" y="177"/>
                    </a:cubicBezTo>
                    <a:cubicBezTo>
                      <a:pt x="20" y="181"/>
                      <a:pt x="14" y="192"/>
                      <a:pt x="13" y="202"/>
                    </a:cubicBezTo>
                    <a:cubicBezTo>
                      <a:pt x="11" y="210"/>
                      <a:pt x="14" y="218"/>
                      <a:pt x="12" y="226"/>
                    </a:cubicBezTo>
                    <a:cubicBezTo>
                      <a:pt x="11" y="235"/>
                      <a:pt x="9" y="243"/>
                      <a:pt x="9" y="248"/>
                    </a:cubicBezTo>
                    <a:cubicBezTo>
                      <a:pt x="8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6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4" y="371"/>
                      <a:pt x="28" y="385"/>
                      <a:pt x="35" y="390"/>
                    </a:cubicBezTo>
                    <a:cubicBezTo>
                      <a:pt x="39" y="392"/>
                      <a:pt x="43" y="405"/>
                      <a:pt x="51" y="416"/>
                    </a:cubicBezTo>
                    <a:cubicBezTo>
                      <a:pt x="56" y="422"/>
                      <a:pt x="62" y="424"/>
                      <a:pt x="67" y="431"/>
                    </a:cubicBezTo>
                    <a:cubicBezTo>
                      <a:pt x="72" y="437"/>
                      <a:pt x="77" y="442"/>
                      <a:pt x="81" y="446"/>
                    </a:cubicBezTo>
                    <a:cubicBezTo>
                      <a:pt x="99" y="463"/>
                      <a:pt x="137" y="473"/>
                      <a:pt x="151" y="469"/>
                    </a:cubicBezTo>
                    <a:cubicBezTo>
                      <a:pt x="159" y="468"/>
                      <a:pt x="161" y="465"/>
                      <a:pt x="161" y="463"/>
                    </a:cubicBezTo>
                    <a:cubicBezTo>
                      <a:pt x="161" y="463"/>
                      <a:pt x="160" y="463"/>
                      <a:pt x="160" y="463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9" name="Freeform 735">
                <a:extLst>
                  <a:ext uri="{FF2B5EF4-FFF2-40B4-BE49-F238E27FC236}">
                    <a16:creationId xmlns:a16="http://schemas.microsoft.com/office/drawing/2014/main" id="{95EA8179-4F5F-4614-A53B-A769FEF44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912"/>
                <a:ext cx="168" cy="376"/>
              </a:xfrm>
              <a:custGeom>
                <a:avLst/>
                <a:gdLst>
                  <a:gd name="T0" fmla="*/ 0 w 306"/>
                  <a:gd name="T1" fmla="*/ 115 h 644"/>
                  <a:gd name="T2" fmla="*/ 10 w 306"/>
                  <a:gd name="T3" fmla="*/ 117 h 644"/>
                  <a:gd name="T4" fmla="*/ 18 w 306"/>
                  <a:gd name="T5" fmla="*/ 122 h 644"/>
                  <a:gd name="T6" fmla="*/ 23 w 306"/>
                  <a:gd name="T7" fmla="*/ 126 h 644"/>
                  <a:gd name="T8" fmla="*/ 38 w 306"/>
                  <a:gd name="T9" fmla="*/ 121 h 644"/>
                  <a:gd name="T10" fmla="*/ 43 w 306"/>
                  <a:gd name="T11" fmla="*/ 117 h 644"/>
                  <a:gd name="T12" fmla="*/ 46 w 306"/>
                  <a:gd name="T13" fmla="*/ 111 h 644"/>
                  <a:gd name="T14" fmla="*/ 48 w 306"/>
                  <a:gd name="T15" fmla="*/ 102 h 644"/>
                  <a:gd name="T16" fmla="*/ 48 w 306"/>
                  <a:gd name="T17" fmla="*/ 92 h 644"/>
                  <a:gd name="T18" fmla="*/ 47 w 306"/>
                  <a:gd name="T19" fmla="*/ 83 h 644"/>
                  <a:gd name="T20" fmla="*/ 44 w 306"/>
                  <a:gd name="T21" fmla="*/ 76 h 644"/>
                  <a:gd name="T22" fmla="*/ 42 w 306"/>
                  <a:gd name="T23" fmla="*/ 68 h 644"/>
                  <a:gd name="T24" fmla="*/ 42 w 306"/>
                  <a:gd name="T25" fmla="*/ 58 h 644"/>
                  <a:gd name="T26" fmla="*/ 41 w 306"/>
                  <a:gd name="T27" fmla="*/ 49 h 644"/>
                  <a:gd name="T28" fmla="*/ 40 w 306"/>
                  <a:gd name="T29" fmla="*/ 40 h 644"/>
                  <a:gd name="T30" fmla="*/ 40 w 306"/>
                  <a:gd name="T31" fmla="*/ 32 h 644"/>
                  <a:gd name="T32" fmla="*/ 41 w 306"/>
                  <a:gd name="T33" fmla="*/ 26 h 644"/>
                  <a:gd name="T34" fmla="*/ 41 w 306"/>
                  <a:gd name="T35" fmla="*/ 18 h 644"/>
                  <a:gd name="T36" fmla="*/ 42 w 306"/>
                  <a:gd name="T37" fmla="*/ 8 h 644"/>
                  <a:gd name="T38" fmla="*/ 42 w 306"/>
                  <a:gd name="T39" fmla="*/ 8 h 644"/>
                  <a:gd name="T40" fmla="*/ 42 w 306"/>
                  <a:gd name="T41" fmla="*/ 7 h 644"/>
                  <a:gd name="T42" fmla="*/ 42 w 306"/>
                  <a:gd name="T43" fmla="*/ 1 h 644"/>
                  <a:gd name="T44" fmla="*/ 42 w 306"/>
                  <a:gd name="T45" fmla="*/ 1 h 644"/>
                  <a:gd name="T46" fmla="*/ 42 w 306"/>
                  <a:gd name="T47" fmla="*/ 1 h 644"/>
                  <a:gd name="T48" fmla="*/ 43 w 306"/>
                  <a:gd name="T49" fmla="*/ 5 h 644"/>
                  <a:gd name="T50" fmla="*/ 43 w 306"/>
                  <a:gd name="T51" fmla="*/ 12 h 644"/>
                  <a:gd name="T52" fmla="*/ 43 w 306"/>
                  <a:gd name="T53" fmla="*/ 19 h 644"/>
                  <a:gd name="T54" fmla="*/ 43 w 306"/>
                  <a:gd name="T55" fmla="*/ 24 h 644"/>
                  <a:gd name="T56" fmla="*/ 43 w 306"/>
                  <a:gd name="T57" fmla="*/ 27 h 644"/>
                  <a:gd name="T58" fmla="*/ 43 w 306"/>
                  <a:gd name="T59" fmla="*/ 31 h 644"/>
                  <a:gd name="T60" fmla="*/ 42 w 306"/>
                  <a:gd name="T61" fmla="*/ 36 h 644"/>
                  <a:gd name="T62" fmla="*/ 42 w 306"/>
                  <a:gd name="T63" fmla="*/ 40 h 644"/>
                  <a:gd name="T64" fmla="*/ 43 w 306"/>
                  <a:gd name="T65" fmla="*/ 44 h 644"/>
                  <a:gd name="T66" fmla="*/ 43 w 306"/>
                  <a:gd name="T67" fmla="*/ 48 h 644"/>
                  <a:gd name="T68" fmla="*/ 43 w 306"/>
                  <a:gd name="T69" fmla="*/ 54 h 644"/>
                  <a:gd name="T70" fmla="*/ 44 w 306"/>
                  <a:gd name="T71" fmla="*/ 60 h 644"/>
                  <a:gd name="T72" fmla="*/ 44 w 306"/>
                  <a:gd name="T73" fmla="*/ 65 h 644"/>
                  <a:gd name="T74" fmla="*/ 45 w 306"/>
                  <a:gd name="T75" fmla="*/ 69 h 644"/>
                  <a:gd name="T76" fmla="*/ 46 w 306"/>
                  <a:gd name="T77" fmla="*/ 73 h 644"/>
                  <a:gd name="T78" fmla="*/ 48 w 306"/>
                  <a:gd name="T79" fmla="*/ 76 h 644"/>
                  <a:gd name="T80" fmla="*/ 48 w 306"/>
                  <a:gd name="T81" fmla="*/ 81 h 644"/>
                  <a:gd name="T82" fmla="*/ 49 w 306"/>
                  <a:gd name="T83" fmla="*/ 85 h 644"/>
                  <a:gd name="T84" fmla="*/ 50 w 306"/>
                  <a:gd name="T85" fmla="*/ 92 h 644"/>
                  <a:gd name="T86" fmla="*/ 51 w 306"/>
                  <a:gd name="T87" fmla="*/ 98 h 644"/>
                  <a:gd name="T88" fmla="*/ 50 w 306"/>
                  <a:gd name="T89" fmla="*/ 105 h 644"/>
                  <a:gd name="T90" fmla="*/ 47 w 306"/>
                  <a:gd name="T91" fmla="*/ 112 h 644"/>
                  <a:gd name="T92" fmla="*/ 44 w 306"/>
                  <a:gd name="T93" fmla="*/ 119 h 644"/>
                  <a:gd name="T94" fmla="*/ 39 w 306"/>
                  <a:gd name="T95" fmla="*/ 123 h 644"/>
                  <a:gd name="T96" fmla="*/ 32 w 306"/>
                  <a:gd name="T97" fmla="*/ 127 h 644"/>
                  <a:gd name="T98" fmla="*/ 25 w 306"/>
                  <a:gd name="T99" fmla="*/ 128 h 644"/>
                  <a:gd name="T100" fmla="*/ 19 w 306"/>
                  <a:gd name="T101" fmla="*/ 126 h 644"/>
                  <a:gd name="T102" fmla="*/ 14 w 306"/>
                  <a:gd name="T103" fmla="*/ 123 h 644"/>
                  <a:gd name="T104" fmla="*/ 8 w 306"/>
                  <a:gd name="T105" fmla="*/ 119 h 644"/>
                  <a:gd name="T106" fmla="*/ 0 w 306"/>
                  <a:gd name="T107" fmla="*/ 115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5" y="572"/>
                      <a:pt x="46" y="581"/>
                      <a:pt x="62" y="591"/>
                    </a:cubicBezTo>
                    <a:cubicBezTo>
                      <a:pt x="78" y="602"/>
                      <a:pt x="90" y="609"/>
                      <a:pt x="105" y="613"/>
                    </a:cubicBezTo>
                    <a:cubicBezTo>
                      <a:pt x="120" y="618"/>
                      <a:pt x="122" y="630"/>
                      <a:pt x="140" y="634"/>
                    </a:cubicBezTo>
                    <a:cubicBezTo>
                      <a:pt x="202" y="640"/>
                      <a:pt x="219" y="621"/>
                      <a:pt x="230" y="610"/>
                    </a:cubicBezTo>
                    <a:cubicBezTo>
                      <a:pt x="242" y="600"/>
                      <a:pt x="251" y="602"/>
                      <a:pt x="260" y="590"/>
                    </a:cubicBezTo>
                    <a:cubicBezTo>
                      <a:pt x="268" y="578"/>
                      <a:pt x="270" y="569"/>
                      <a:pt x="277" y="558"/>
                    </a:cubicBezTo>
                    <a:cubicBezTo>
                      <a:pt x="284" y="546"/>
                      <a:pt x="285" y="524"/>
                      <a:pt x="289" y="510"/>
                    </a:cubicBezTo>
                    <a:cubicBezTo>
                      <a:pt x="293" y="496"/>
                      <a:pt x="288" y="474"/>
                      <a:pt x="287" y="462"/>
                    </a:cubicBezTo>
                    <a:cubicBezTo>
                      <a:pt x="286" y="449"/>
                      <a:pt x="284" y="432"/>
                      <a:pt x="281" y="420"/>
                    </a:cubicBezTo>
                    <a:cubicBezTo>
                      <a:pt x="277" y="408"/>
                      <a:pt x="270" y="397"/>
                      <a:pt x="266" y="384"/>
                    </a:cubicBezTo>
                    <a:cubicBezTo>
                      <a:pt x="262" y="371"/>
                      <a:pt x="258" y="352"/>
                      <a:pt x="254" y="340"/>
                    </a:cubicBezTo>
                    <a:cubicBezTo>
                      <a:pt x="251" y="328"/>
                      <a:pt x="255" y="307"/>
                      <a:pt x="253" y="295"/>
                    </a:cubicBezTo>
                    <a:cubicBezTo>
                      <a:pt x="251" y="283"/>
                      <a:pt x="246" y="259"/>
                      <a:pt x="246" y="246"/>
                    </a:cubicBezTo>
                    <a:cubicBezTo>
                      <a:pt x="246" y="233"/>
                      <a:pt x="239" y="211"/>
                      <a:pt x="240" y="202"/>
                    </a:cubicBezTo>
                    <a:cubicBezTo>
                      <a:pt x="241" y="193"/>
                      <a:pt x="238" y="175"/>
                      <a:pt x="240" y="162"/>
                    </a:cubicBezTo>
                    <a:cubicBezTo>
                      <a:pt x="241" y="149"/>
                      <a:pt x="245" y="138"/>
                      <a:pt x="246" y="131"/>
                    </a:cubicBezTo>
                    <a:cubicBezTo>
                      <a:pt x="246" y="124"/>
                      <a:pt x="249" y="99"/>
                      <a:pt x="250" y="90"/>
                    </a:cubicBezTo>
                    <a:cubicBezTo>
                      <a:pt x="251" y="80"/>
                      <a:pt x="256" y="52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39"/>
                      <a:pt x="252" y="36"/>
                      <a:pt x="252" y="35"/>
                    </a:cubicBezTo>
                    <a:cubicBezTo>
                      <a:pt x="259" y="31"/>
                      <a:pt x="258" y="6"/>
                      <a:pt x="256" y="1"/>
                    </a:cubicBezTo>
                    <a:cubicBezTo>
                      <a:pt x="258" y="0"/>
                      <a:pt x="254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2" y="22"/>
                      <a:pt x="262" y="28"/>
                    </a:cubicBezTo>
                    <a:cubicBezTo>
                      <a:pt x="261" y="33"/>
                      <a:pt x="263" y="53"/>
                      <a:pt x="263" y="62"/>
                    </a:cubicBezTo>
                    <a:cubicBezTo>
                      <a:pt x="262" y="70"/>
                      <a:pt x="264" y="88"/>
                      <a:pt x="262" y="93"/>
                    </a:cubicBezTo>
                    <a:cubicBezTo>
                      <a:pt x="260" y="98"/>
                      <a:pt x="261" y="116"/>
                      <a:pt x="260" y="122"/>
                    </a:cubicBezTo>
                    <a:cubicBezTo>
                      <a:pt x="259" y="129"/>
                      <a:pt x="258" y="133"/>
                      <a:pt x="258" y="135"/>
                    </a:cubicBezTo>
                    <a:cubicBezTo>
                      <a:pt x="258" y="137"/>
                      <a:pt x="260" y="146"/>
                      <a:pt x="258" y="155"/>
                    </a:cubicBezTo>
                    <a:cubicBezTo>
                      <a:pt x="257" y="164"/>
                      <a:pt x="251" y="176"/>
                      <a:pt x="251" y="181"/>
                    </a:cubicBezTo>
                    <a:cubicBezTo>
                      <a:pt x="251" y="186"/>
                      <a:pt x="254" y="196"/>
                      <a:pt x="254" y="201"/>
                    </a:cubicBezTo>
                    <a:cubicBezTo>
                      <a:pt x="254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1" y="245"/>
                    </a:cubicBezTo>
                    <a:cubicBezTo>
                      <a:pt x="261" y="254"/>
                      <a:pt x="262" y="265"/>
                      <a:pt x="262" y="274"/>
                    </a:cubicBezTo>
                    <a:cubicBezTo>
                      <a:pt x="262" y="282"/>
                      <a:pt x="265" y="293"/>
                      <a:pt x="266" y="301"/>
                    </a:cubicBezTo>
                    <a:cubicBezTo>
                      <a:pt x="267" y="309"/>
                      <a:pt x="269" y="318"/>
                      <a:pt x="270" y="325"/>
                    </a:cubicBezTo>
                    <a:cubicBezTo>
                      <a:pt x="271" y="331"/>
                      <a:pt x="270" y="336"/>
                      <a:pt x="272" y="347"/>
                    </a:cubicBezTo>
                    <a:cubicBezTo>
                      <a:pt x="274" y="357"/>
                      <a:pt x="277" y="363"/>
                      <a:pt x="278" y="367"/>
                    </a:cubicBezTo>
                    <a:cubicBezTo>
                      <a:pt x="279" y="372"/>
                      <a:pt x="284" y="374"/>
                      <a:pt x="287" y="384"/>
                    </a:cubicBezTo>
                    <a:cubicBezTo>
                      <a:pt x="289" y="395"/>
                      <a:pt x="286" y="398"/>
                      <a:pt x="288" y="404"/>
                    </a:cubicBezTo>
                    <a:cubicBezTo>
                      <a:pt x="290" y="410"/>
                      <a:pt x="294" y="417"/>
                      <a:pt x="296" y="425"/>
                    </a:cubicBezTo>
                    <a:cubicBezTo>
                      <a:pt x="298" y="433"/>
                      <a:pt x="302" y="457"/>
                      <a:pt x="302" y="464"/>
                    </a:cubicBezTo>
                    <a:cubicBezTo>
                      <a:pt x="303" y="471"/>
                      <a:pt x="306" y="482"/>
                      <a:pt x="305" y="490"/>
                    </a:cubicBezTo>
                    <a:cubicBezTo>
                      <a:pt x="305" y="499"/>
                      <a:pt x="304" y="517"/>
                      <a:pt x="301" y="530"/>
                    </a:cubicBezTo>
                    <a:cubicBezTo>
                      <a:pt x="298" y="543"/>
                      <a:pt x="289" y="556"/>
                      <a:pt x="285" y="564"/>
                    </a:cubicBezTo>
                    <a:cubicBezTo>
                      <a:pt x="281" y="572"/>
                      <a:pt x="274" y="592"/>
                      <a:pt x="265" y="599"/>
                    </a:cubicBezTo>
                    <a:cubicBezTo>
                      <a:pt x="256" y="605"/>
                      <a:pt x="241" y="609"/>
                      <a:pt x="235" y="618"/>
                    </a:cubicBezTo>
                    <a:cubicBezTo>
                      <a:pt x="223" y="632"/>
                      <a:pt x="204" y="632"/>
                      <a:pt x="193" y="638"/>
                    </a:cubicBezTo>
                    <a:cubicBezTo>
                      <a:pt x="183" y="643"/>
                      <a:pt x="167" y="643"/>
                      <a:pt x="149" y="643"/>
                    </a:cubicBezTo>
                    <a:cubicBezTo>
                      <a:pt x="131" y="643"/>
                      <a:pt x="122" y="644"/>
                      <a:pt x="114" y="632"/>
                    </a:cubicBezTo>
                    <a:cubicBezTo>
                      <a:pt x="106" y="621"/>
                      <a:pt x="95" y="629"/>
                      <a:pt x="86" y="619"/>
                    </a:cubicBezTo>
                    <a:cubicBezTo>
                      <a:pt x="77" y="609"/>
                      <a:pt x="65" y="606"/>
                      <a:pt x="51" y="594"/>
                    </a:cubicBezTo>
                    <a:cubicBezTo>
                      <a:pt x="37" y="583"/>
                      <a:pt x="13" y="577"/>
                      <a:pt x="0" y="577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0" name="Freeform 736">
                <a:extLst>
                  <a:ext uri="{FF2B5EF4-FFF2-40B4-BE49-F238E27FC236}">
                    <a16:creationId xmlns:a16="http://schemas.microsoft.com/office/drawing/2014/main" id="{7A67B66B-82C5-4724-BBFD-7823A4B35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881"/>
                <a:ext cx="292" cy="142"/>
              </a:xfrm>
              <a:custGeom>
                <a:avLst/>
                <a:gdLst>
                  <a:gd name="T0" fmla="*/ 86 w 534"/>
                  <a:gd name="T1" fmla="*/ 3 h 242"/>
                  <a:gd name="T2" fmla="*/ 84 w 534"/>
                  <a:gd name="T3" fmla="*/ 10 h 242"/>
                  <a:gd name="T4" fmla="*/ 83 w 534"/>
                  <a:gd name="T5" fmla="*/ 15 h 242"/>
                  <a:gd name="T6" fmla="*/ 81 w 534"/>
                  <a:gd name="T7" fmla="*/ 21 h 242"/>
                  <a:gd name="T8" fmla="*/ 79 w 534"/>
                  <a:gd name="T9" fmla="*/ 27 h 242"/>
                  <a:gd name="T10" fmla="*/ 77 w 534"/>
                  <a:gd name="T11" fmla="*/ 31 h 242"/>
                  <a:gd name="T12" fmla="*/ 75 w 534"/>
                  <a:gd name="T13" fmla="*/ 37 h 242"/>
                  <a:gd name="T14" fmla="*/ 73 w 534"/>
                  <a:gd name="T15" fmla="*/ 40 h 242"/>
                  <a:gd name="T16" fmla="*/ 67 w 534"/>
                  <a:gd name="T17" fmla="*/ 45 h 242"/>
                  <a:gd name="T18" fmla="*/ 61 w 534"/>
                  <a:gd name="T19" fmla="*/ 48 h 242"/>
                  <a:gd name="T20" fmla="*/ 54 w 534"/>
                  <a:gd name="T21" fmla="*/ 49 h 242"/>
                  <a:gd name="T22" fmla="*/ 46 w 534"/>
                  <a:gd name="T23" fmla="*/ 49 h 242"/>
                  <a:gd name="T24" fmla="*/ 39 w 534"/>
                  <a:gd name="T25" fmla="*/ 48 h 242"/>
                  <a:gd name="T26" fmla="*/ 32 w 534"/>
                  <a:gd name="T27" fmla="*/ 47 h 242"/>
                  <a:gd name="T28" fmla="*/ 28 w 534"/>
                  <a:gd name="T29" fmla="*/ 45 h 242"/>
                  <a:gd name="T30" fmla="*/ 24 w 534"/>
                  <a:gd name="T31" fmla="*/ 42 h 242"/>
                  <a:gd name="T32" fmla="*/ 17 w 534"/>
                  <a:gd name="T33" fmla="*/ 34 h 242"/>
                  <a:gd name="T34" fmla="*/ 11 w 534"/>
                  <a:gd name="T35" fmla="*/ 29 h 242"/>
                  <a:gd name="T36" fmla="*/ 5 w 534"/>
                  <a:gd name="T37" fmla="*/ 23 h 242"/>
                  <a:gd name="T38" fmla="*/ 1 w 534"/>
                  <a:gd name="T39" fmla="*/ 20 h 242"/>
                  <a:gd name="T40" fmla="*/ 0 w 534"/>
                  <a:gd name="T41" fmla="*/ 19 h 242"/>
                  <a:gd name="T42" fmla="*/ 1 w 534"/>
                  <a:gd name="T43" fmla="*/ 19 h 242"/>
                  <a:gd name="T44" fmla="*/ 3 w 534"/>
                  <a:gd name="T45" fmla="*/ 17 h 242"/>
                  <a:gd name="T46" fmla="*/ 9 w 534"/>
                  <a:gd name="T47" fmla="*/ 22 h 242"/>
                  <a:gd name="T48" fmla="*/ 13 w 534"/>
                  <a:gd name="T49" fmla="*/ 25 h 242"/>
                  <a:gd name="T50" fmla="*/ 16 w 534"/>
                  <a:gd name="T51" fmla="*/ 27 h 242"/>
                  <a:gd name="T52" fmla="*/ 19 w 534"/>
                  <a:gd name="T53" fmla="*/ 31 h 242"/>
                  <a:gd name="T54" fmla="*/ 23 w 534"/>
                  <a:gd name="T55" fmla="*/ 36 h 242"/>
                  <a:gd name="T56" fmla="*/ 26 w 534"/>
                  <a:gd name="T57" fmla="*/ 40 h 242"/>
                  <a:gd name="T58" fmla="*/ 31 w 534"/>
                  <a:gd name="T59" fmla="*/ 41 h 242"/>
                  <a:gd name="T60" fmla="*/ 36 w 534"/>
                  <a:gd name="T61" fmla="*/ 45 h 242"/>
                  <a:gd name="T62" fmla="*/ 40 w 534"/>
                  <a:gd name="T63" fmla="*/ 44 h 242"/>
                  <a:gd name="T64" fmla="*/ 46 w 534"/>
                  <a:gd name="T65" fmla="*/ 45 h 242"/>
                  <a:gd name="T66" fmla="*/ 49 w 534"/>
                  <a:gd name="T67" fmla="*/ 45 h 242"/>
                  <a:gd name="T68" fmla="*/ 55 w 534"/>
                  <a:gd name="T69" fmla="*/ 44 h 242"/>
                  <a:gd name="T70" fmla="*/ 61 w 534"/>
                  <a:gd name="T71" fmla="*/ 42 h 242"/>
                  <a:gd name="T72" fmla="*/ 67 w 534"/>
                  <a:gd name="T73" fmla="*/ 41 h 242"/>
                  <a:gd name="T74" fmla="*/ 72 w 534"/>
                  <a:gd name="T75" fmla="*/ 36 h 242"/>
                  <a:gd name="T76" fmla="*/ 75 w 534"/>
                  <a:gd name="T77" fmla="*/ 32 h 242"/>
                  <a:gd name="T78" fmla="*/ 78 w 534"/>
                  <a:gd name="T79" fmla="*/ 27 h 242"/>
                  <a:gd name="T80" fmla="*/ 80 w 534"/>
                  <a:gd name="T81" fmla="*/ 19 h 242"/>
                  <a:gd name="T82" fmla="*/ 82 w 534"/>
                  <a:gd name="T83" fmla="*/ 11 h 242"/>
                  <a:gd name="T84" fmla="*/ 84 w 534"/>
                  <a:gd name="T85" fmla="*/ 6 h 242"/>
                  <a:gd name="T86" fmla="*/ 85 w 534"/>
                  <a:gd name="T87" fmla="*/ 3 h 242"/>
                  <a:gd name="T88" fmla="*/ 87 w 534"/>
                  <a:gd name="T89" fmla="*/ 1 h 242"/>
                  <a:gd name="T90" fmla="*/ 86 w 534"/>
                  <a:gd name="T91" fmla="*/ 3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4" h="242">
                    <a:moveTo>
                      <a:pt x="529" y="15"/>
                    </a:moveTo>
                    <a:cubicBezTo>
                      <a:pt x="528" y="25"/>
                      <a:pt x="514" y="37"/>
                      <a:pt x="514" y="49"/>
                    </a:cubicBezTo>
                    <a:cubicBezTo>
                      <a:pt x="513" y="61"/>
                      <a:pt x="510" y="67"/>
                      <a:pt x="506" y="75"/>
                    </a:cubicBezTo>
                    <a:cubicBezTo>
                      <a:pt x="503" y="84"/>
                      <a:pt x="504" y="93"/>
                      <a:pt x="499" y="105"/>
                    </a:cubicBezTo>
                    <a:cubicBezTo>
                      <a:pt x="495" y="116"/>
                      <a:pt x="494" y="127"/>
                      <a:pt x="487" y="133"/>
                    </a:cubicBezTo>
                    <a:cubicBezTo>
                      <a:pt x="479" y="139"/>
                      <a:pt x="476" y="145"/>
                      <a:pt x="471" y="152"/>
                    </a:cubicBezTo>
                    <a:cubicBezTo>
                      <a:pt x="467" y="160"/>
                      <a:pt x="463" y="177"/>
                      <a:pt x="458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4" y="235"/>
                    </a:cubicBezTo>
                    <a:cubicBezTo>
                      <a:pt x="365" y="231"/>
                      <a:pt x="339" y="231"/>
                      <a:pt x="328" y="240"/>
                    </a:cubicBezTo>
                    <a:cubicBezTo>
                      <a:pt x="320" y="235"/>
                      <a:pt x="296" y="238"/>
                      <a:pt x="283" y="242"/>
                    </a:cubicBezTo>
                    <a:cubicBezTo>
                      <a:pt x="277" y="240"/>
                      <a:pt x="253" y="235"/>
                      <a:pt x="238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3" y="223"/>
                      <a:pt x="174" y="221"/>
                    </a:cubicBezTo>
                    <a:cubicBezTo>
                      <a:pt x="164" y="219"/>
                      <a:pt x="153" y="217"/>
                      <a:pt x="146" y="209"/>
                    </a:cubicBezTo>
                    <a:cubicBezTo>
                      <a:pt x="138" y="200"/>
                      <a:pt x="117" y="169"/>
                      <a:pt x="103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5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6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2" y="107"/>
                      <a:pt x="56" y="109"/>
                    </a:cubicBezTo>
                    <a:cubicBezTo>
                      <a:pt x="61" y="111"/>
                      <a:pt x="73" y="120"/>
                      <a:pt x="76" y="123"/>
                    </a:cubicBezTo>
                    <a:cubicBezTo>
                      <a:pt x="79" y="127"/>
                      <a:pt x="91" y="132"/>
                      <a:pt x="97" y="135"/>
                    </a:cubicBezTo>
                    <a:cubicBezTo>
                      <a:pt x="103" y="138"/>
                      <a:pt x="111" y="147"/>
                      <a:pt x="114" y="150"/>
                    </a:cubicBezTo>
                    <a:cubicBezTo>
                      <a:pt x="116" y="153"/>
                      <a:pt x="133" y="178"/>
                      <a:pt x="139" y="181"/>
                    </a:cubicBezTo>
                    <a:cubicBezTo>
                      <a:pt x="146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1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1" y="224"/>
                    </a:cubicBezTo>
                    <a:cubicBezTo>
                      <a:pt x="288" y="223"/>
                      <a:pt x="289" y="222"/>
                      <a:pt x="301" y="219"/>
                    </a:cubicBezTo>
                    <a:cubicBezTo>
                      <a:pt x="312" y="216"/>
                      <a:pt x="323" y="218"/>
                      <a:pt x="339" y="216"/>
                    </a:cubicBezTo>
                    <a:cubicBezTo>
                      <a:pt x="354" y="214"/>
                      <a:pt x="365" y="215"/>
                      <a:pt x="375" y="210"/>
                    </a:cubicBezTo>
                    <a:cubicBezTo>
                      <a:pt x="386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40" y="178"/>
                    </a:cubicBezTo>
                    <a:cubicBezTo>
                      <a:pt x="442" y="171"/>
                      <a:pt x="456" y="157"/>
                      <a:pt x="457" y="156"/>
                    </a:cubicBezTo>
                    <a:cubicBezTo>
                      <a:pt x="468" y="146"/>
                      <a:pt x="468" y="140"/>
                      <a:pt x="473" y="133"/>
                    </a:cubicBezTo>
                    <a:cubicBezTo>
                      <a:pt x="478" y="125"/>
                      <a:pt x="486" y="109"/>
                      <a:pt x="490" y="97"/>
                    </a:cubicBezTo>
                    <a:cubicBezTo>
                      <a:pt x="495" y="85"/>
                      <a:pt x="495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6" y="5"/>
                      <a:pt x="533" y="0"/>
                      <a:pt x="534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1" name="Freeform 737">
                <a:extLst>
                  <a:ext uri="{FF2B5EF4-FFF2-40B4-BE49-F238E27FC236}">
                    <a16:creationId xmlns:a16="http://schemas.microsoft.com/office/drawing/2014/main" id="{929BB244-AE35-4E9F-A674-0E203D51A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957"/>
                <a:ext cx="97" cy="45"/>
              </a:xfrm>
              <a:custGeom>
                <a:avLst/>
                <a:gdLst>
                  <a:gd name="T0" fmla="*/ 0 w 177"/>
                  <a:gd name="T1" fmla="*/ 15 h 78"/>
                  <a:gd name="T2" fmla="*/ 5 w 177"/>
                  <a:gd name="T3" fmla="*/ 13 h 78"/>
                  <a:gd name="T4" fmla="*/ 9 w 177"/>
                  <a:gd name="T5" fmla="*/ 13 h 78"/>
                  <a:gd name="T6" fmla="*/ 14 w 177"/>
                  <a:gd name="T7" fmla="*/ 12 h 78"/>
                  <a:gd name="T8" fmla="*/ 18 w 177"/>
                  <a:gd name="T9" fmla="*/ 11 h 78"/>
                  <a:gd name="T10" fmla="*/ 21 w 177"/>
                  <a:gd name="T11" fmla="*/ 9 h 78"/>
                  <a:gd name="T12" fmla="*/ 24 w 177"/>
                  <a:gd name="T13" fmla="*/ 7 h 78"/>
                  <a:gd name="T14" fmla="*/ 27 w 177"/>
                  <a:gd name="T15" fmla="*/ 5 h 78"/>
                  <a:gd name="T16" fmla="*/ 29 w 177"/>
                  <a:gd name="T17" fmla="*/ 0 h 78"/>
                  <a:gd name="T18" fmla="*/ 27 w 177"/>
                  <a:gd name="T19" fmla="*/ 1 h 78"/>
                  <a:gd name="T20" fmla="*/ 26 w 177"/>
                  <a:gd name="T21" fmla="*/ 2 h 78"/>
                  <a:gd name="T22" fmla="*/ 25 w 177"/>
                  <a:gd name="T23" fmla="*/ 6 h 78"/>
                  <a:gd name="T24" fmla="*/ 21 w 177"/>
                  <a:gd name="T25" fmla="*/ 7 h 78"/>
                  <a:gd name="T26" fmla="*/ 18 w 177"/>
                  <a:gd name="T27" fmla="*/ 9 h 78"/>
                  <a:gd name="T28" fmla="*/ 14 w 177"/>
                  <a:gd name="T29" fmla="*/ 10 h 78"/>
                  <a:gd name="T30" fmla="*/ 10 w 177"/>
                  <a:gd name="T31" fmla="*/ 11 h 78"/>
                  <a:gd name="T32" fmla="*/ 8 w 177"/>
                  <a:gd name="T33" fmla="*/ 12 h 78"/>
                  <a:gd name="T34" fmla="*/ 7 w 177"/>
                  <a:gd name="T35" fmla="*/ 13 h 78"/>
                  <a:gd name="T36" fmla="*/ 1 w 177"/>
                  <a:gd name="T37" fmla="*/ 14 h 7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7" h="78">
                    <a:moveTo>
                      <a:pt x="0" y="78"/>
                    </a:moveTo>
                    <a:cubicBezTo>
                      <a:pt x="10" y="77"/>
                      <a:pt x="20" y="71"/>
                      <a:pt x="30" y="69"/>
                    </a:cubicBezTo>
                    <a:cubicBezTo>
                      <a:pt x="39" y="68"/>
                      <a:pt x="47" y="69"/>
                      <a:pt x="56" y="67"/>
                    </a:cubicBezTo>
                    <a:cubicBezTo>
                      <a:pt x="65" y="65"/>
                      <a:pt x="72" y="60"/>
                      <a:pt x="82" y="60"/>
                    </a:cubicBezTo>
                    <a:cubicBezTo>
                      <a:pt x="90" y="59"/>
                      <a:pt x="98" y="61"/>
                      <a:pt x="105" y="57"/>
                    </a:cubicBezTo>
                    <a:cubicBezTo>
                      <a:pt x="112" y="53"/>
                      <a:pt x="119" y="49"/>
                      <a:pt x="126" y="45"/>
                    </a:cubicBezTo>
                    <a:cubicBezTo>
                      <a:pt x="134" y="41"/>
                      <a:pt x="136" y="38"/>
                      <a:pt x="145" y="38"/>
                    </a:cubicBezTo>
                    <a:cubicBezTo>
                      <a:pt x="154" y="37"/>
                      <a:pt x="162" y="31"/>
                      <a:pt x="167" y="24"/>
                    </a:cubicBezTo>
                    <a:cubicBezTo>
                      <a:pt x="170" y="19"/>
                      <a:pt x="177" y="5"/>
                      <a:pt x="176" y="0"/>
                    </a:cubicBezTo>
                    <a:cubicBezTo>
                      <a:pt x="172" y="1"/>
                      <a:pt x="171" y="5"/>
                      <a:pt x="167" y="7"/>
                    </a:cubicBezTo>
                    <a:cubicBezTo>
                      <a:pt x="163" y="9"/>
                      <a:pt x="161" y="9"/>
                      <a:pt x="158" y="12"/>
                    </a:cubicBezTo>
                    <a:cubicBezTo>
                      <a:pt x="152" y="16"/>
                      <a:pt x="154" y="24"/>
                      <a:pt x="150" y="30"/>
                    </a:cubicBezTo>
                    <a:cubicBezTo>
                      <a:pt x="146" y="36"/>
                      <a:pt x="138" y="35"/>
                      <a:pt x="132" y="35"/>
                    </a:cubicBezTo>
                    <a:cubicBezTo>
                      <a:pt x="123" y="35"/>
                      <a:pt x="115" y="39"/>
                      <a:pt x="109" y="45"/>
                    </a:cubicBezTo>
                    <a:cubicBezTo>
                      <a:pt x="102" y="51"/>
                      <a:pt x="96" y="54"/>
                      <a:pt x="86" y="54"/>
                    </a:cubicBezTo>
                    <a:cubicBezTo>
                      <a:pt x="76" y="54"/>
                      <a:pt x="67" y="50"/>
                      <a:pt x="58" y="57"/>
                    </a:cubicBezTo>
                    <a:cubicBezTo>
                      <a:pt x="56" y="59"/>
                      <a:pt x="54" y="63"/>
                      <a:pt x="52" y="64"/>
                    </a:cubicBezTo>
                    <a:cubicBezTo>
                      <a:pt x="49" y="66"/>
                      <a:pt x="43" y="65"/>
                      <a:pt x="39" y="65"/>
                    </a:cubicBezTo>
                    <a:cubicBezTo>
                      <a:pt x="26" y="65"/>
                      <a:pt x="15" y="68"/>
                      <a:pt x="4" y="7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2" name="Freeform 738">
                <a:extLst>
                  <a:ext uri="{FF2B5EF4-FFF2-40B4-BE49-F238E27FC236}">
                    <a16:creationId xmlns:a16="http://schemas.microsoft.com/office/drawing/2014/main" id="{B2F85004-BFEC-47DE-B3BB-F422B88F1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883"/>
                <a:ext cx="37" cy="82"/>
              </a:xfrm>
              <a:custGeom>
                <a:avLst/>
                <a:gdLst>
                  <a:gd name="T0" fmla="*/ 1 w 67"/>
                  <a:gd name="T1" fmla="*/ 28 h 141"/>
                  <a:gd name="T2" fmla="*/ 6 w 67"/>
                  <a:gd name="T3" fmla="*/ 16 h 141"/>
                  <a:gd name="T4" fmla="*/ 8 w 67"/>
                  <a:gd name="T5" fmla="*/ 9 h 141"/>
                  <a:gd name="T6" fmla="*/ 9 w 67"/>
                  <a:gd name="T7" fmla="*/ 5 h 141"/>
                  <a:gd name="T8" fmla="*/ 10 w 67"/>
                  <a:gd name="T9" fmla="*/ 1 h 141"/>
                  <a:gd name="T10" fmla="*/ 4 w 67"/>
                  <a:gd name="T11" fmla="*/ 6 h 141"/>
                  <a:gd name="T12" fmla="*/ 7 w 67"/>
                  <a:gd name="T13" fmla="*/ 6 h 141"/>
                  <a:gd name="T14" fmla="*/ 7 w 67"/>
                  <a:gd name="T15" fmla="*/ 9 h 141"/>
                  <a:gd name="T16" fmla="*/ 5 w 67"/>
                  <a:gd name="T17" fmla="*/ 12 h 141"/>
                  <a:gd name="T18" fmla="*/ 4 w 67"/>
                  <a:gd name="T19" fmla="*/ 14 h 141"/>
                  <a:gd name="T20" fmla="*/ 5 w 67"/>
                  <a:gd name="T21" fmla="*/ 17 h 141"/>
                  <a:gd name="T22" fmla="*/ 3 w 67"/>
                  <a:gd name="T23" fmla="*/ 19 h 141"/>
                  <a:gd name="T24" fmla="*/ 2 w 67"/>
                  <a:gd name="T25" fmla="*/ 22 h 141"/>
                  <a:gd name="T26" fmla="*/ 0 w 67"/>
                  <a:gd name="T27" fmla="*/ 27 h 1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141">
                    <a:moveTo>
                      <a:pt x="2" y="141"/>
                    </a:moveTo>
                    <a:cubicBezTo>
                      <a:pt x="14" y="123"/>
                      <a:pt x="26" y="105"/>
                      <a:pt x="33" y="85"/>
                    </a:cubicBezTo>
                    <a:cubicBezTo>
                      <a:pt x="38" y="72"/>
                      <a:pt x="39" y="58"/>
                      <a:pt x="46" y="46"/>
                    </a:cubicBezTo>
                    <a:cubicBezTo>
                      <a:pt x="49" y="39"/>
                      <a:pt x="52" y="33"/>
                      <a:pt x="55" y="26"/>
                    </a:cubicBezTo>
                    <a:cubicBezTo>
                      <a:pt x="56" y="22"/>
                      <a:pt x="67" y="11"/>
                      <a:pt x="64" y="7"/>
                    </a:cubicBezTo>
                    <a:cubicBezTo>
                      <a:pt x="57" y="0"/>
                      <a:pt x="27" y="21"/>
                      <a:pt x="28" y="29"/>
                    </a:cubicBezTo>
                    <a:cubicBezTo>
                      <a:pt x="33" y="30"/>
                      <a:pt x="39" y="24"/>
                      <a:pt x="42" y="33"/>
                    </a:cubicBezTo>
                    <a:cubicBezTo>
                      <a:pt x="44" y="37"/>
                      <a:pt x="42" y="44"/>
                      <a:pt x="40" y="48"/>
                    </a:cubicBezTo>
                    <a:cubicBezTo>
                      <a:pt x="39" y="55"/>
                      <a:pt x="35" y="57"/>
                      <a:pt x="30" y="60"/>
                    </a:cubicBezTo>
                    <a:cubicBezTo>
                      <a:pt x="21" y="65"/>
                      <a:pt x="24" y="65"/>
                      <a:pt x="28" y="73"/>
                    </a:cubicBezTo>
                    <a:cubicBezTo>
                      <a:pt x="31" y="77"/>
                      <a:pt x="32" y="81"/>
                      <a:pt x="29" y="86"/>
                    </a:cubicBezTo>
                    <a:cubicBezTo>
                      <a:pt x="25" y="92"/>
                      <a:pt x="21" y="89"/>
                      <a:pt x="16" y="94"/>
                    </a:cubicBezTo>
                    <a:cubicBezTo>
                      <a:pt x="12" y="98"/>
                      <a:pt x="15" y="102"/>
                      <a:pt x="14" y="108"/>
                    </a:cubicBezTo>
                    <a:cubicBezTo>
                      <a:pt x="13" y="119"/>
                      <a:pt x="3" y="128"/>
                      <a:pt x="0" y="14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3" name="Freeform 739">
                <a:extLst>
                  <a:ext uri="{FF2B5EF4-FFF2-40B4-BE49-F238E27FC236}">
                    <a16:creationId xmlns:a16="http://schemas.microsoft.com/office/drawing/2014/main" id="{7BBEDC28-0EB5-48C0-98E4-8305F60B1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982"/>
                <a:ext cx="20" cy="15"/>
              </a:xfrm>
              <a:custGeom>
                <a:avLst/>
                <a:gdLst>
                  <a:gd name="T0" fmla="*/ 6 w 36"/>
                  <a:gd name="T1" fmla="*/ 1 h 25"/>
                  <a:gd name="T2" fmla="*/ 3 w 36"/>
                  <a:gd name="T3" fmla="*/ 1 h 25"/>
                  <a:gd name="T4" fmla="*/ 1 w 36"/>
                  <a:gd name="T5" fmla="*/ 5 h 25"/>
                  <a:gd name="T6" fmla="*/ 3 w 36"/>
                  <a:gd name="T7" fmla="*/ 2 h 25"/>
                  <a:gd name="T8" fmla="*/ 6 w 36"/>
                  <a:gd name="T9" fmla="*/ 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5">
                    <a:moveTo>
                      <a:pt x="36" y="2"/>
                    </a:moveTo>
                    <a:cubicBezTo>
                      <a:pt x="30" y="0"/>
                      <a:pt x="23" y="1"/>
                      <a:pt x="17" y="3"/>
                    </a:cubicBezTo>
                    <a:cubicBezTo>
                      <a:pt x="11" y="5"/>
                      <a:pt x="0" y="19"/>
                      <a:pt x="8" y="25"/>
                    </a:cubicBezTo>
                    <a:cubicBezTo>
                      <a:pt x="13" y="22"/>
                      <a:pt x="14" y="14"/>
                      <a:pt x="19" y="10"/>
                    </a:cubicBezTo>
                    <a:cubicBezTo>
                      <a:pt x="23" y="6"/>
                      <a:pt x="30" y="2"/>
                      <a:pt x="35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4" name="Freeform 740">
                <a:extLst>
                  <a:ext uri="{FF2B5EF4-FFF2-40B4-BE49-F238E27FC236}">
                    <a16:creationId xmlns:a16="http://schemas.microsoft.com/office/drawing/2014/main" id="{06B72BCE-F274-43BB-BDEB-7DAC89731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977"/>
                <a:ext cx="19" cy="19"/>
              </a:xfrm>
              <a:custGeom>
                <a:avLst/>
                <a:gdLst>
                  <a:gd name="T0" fmla="*/ 6 w 34"/>
                  <a:gd name="T1" fmla="*/ 1 h 32"/>
                  <a:gd name="T2" fmla="*/ 2 w 34"/>
                  <a:gd name="T3" fmla="*/ 7 h 32"/>
                  <a:gd name="T4" fmla="*/ 6 w 34"/>
                  <a:gd name="T5" fmla="*/ 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2">
                    <a:moveTo>
                      <a:pt x="34" y="6"/>
                    </a:moveTo>
                    <a:cubicBezTo>
                      <a:pt x="18" y="0"/>
                      <a:pt x="0" y="18"/>
                      <a:pt x="14" y="32"/>
                    </a:cubicBezTo>
                    <a:cubicBezTo>
                      <a:pt x="10" y="22"/>
                      <a:pt x="22" y="6"/>
                      <a:pt x="33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5" name="Freeform 741">
                <a:extLst>
                  <a:ext uri="{FF2B5EF4-FFF2-40B4-BE49-F238E27FC236}">
                    <a16:creationId xmlns:a16="http://schemas.microsoft.com/office/drawing/2014/main" id="{BE4C92D0-2D46-49B2-AA78-FA253DD65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975"/>
                <a:ext cx="13" cy="20"/>
              </a:xfrm>
              <a:custGeom>
                <a:avLst/>
                <a:gdLst>
                  <a:gd name="T0" fmla="*/ 4 w 24"/>
                  <a:gd name="T1" fmla="*/ 0 h 34"/>
                  <a:gd name="T2" fmla="*/ 1 w 24"/>
                  <a:gd name="T3" fmla="*/ 2 h 34"/>
                  <a:gd name="T4" fmla="*/ 1 w 24"/>
                  <a:gd name="T5" fmla="*/ 5 h 34"/>
                  <a:gd name="T6" fmla="*/ 1 w 24"/>
                  <a:gd name="T7" fmla="*/ 7 h 34"/>
                  <a:gd name="T8" fmla="*/ 3 w 24"/>
                  <a:gd name="T9" fmla="*/ 5 h 34"/>
                  <a:gd name="T10" fmla="*/ 3 w 24"/>
                  <a:gd name="T11" fmla="*/ 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24" y="0"/>
                    </a:moveTo>
                    <a:cubicBezTo>
                      <a:pt x="18" y="1"/>
                      <a:pt x="3" y="1"/>
                      <a:pt x="1" y="9"/>
                    </a:cubicBezTo>
                    <a:cubicBezTo>
                      <a:pt x="0" y="13"/>
                      <a:pt x="3" y="18"/>
                      <a:pt x="4" y="22"/>
                    </a:cubicBezTo>
                    <a:cubicBezTo>
                      <a:pt x="4" y="26"/>
                      <a:pt x="3" y="30"/>
                      <a:pt x="4" y="34"/>
                    </a:cubicBezTo>
                    <a:cubicBezTo>
                      <a:pt x="7" y="33"/>
                      <a:pt x="13" y="27"/>
                      <a:pt x="17" y="25"/>
                    </a:cubicBezTo>
                    <a:cubicBezTo>
                      <a:pt x="3" y="25"/>
                      <a:pt x="9" y="0"/>
                      <a:pt x="1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6" name="Freeform 742">
                <a:extLst>
                  <a:ext uri="{FF2B5EF4-FFF2-40B4-BE49-F238E27FC236}">
                    <a16:creationId xmlns:a16="http://schemas.microsoft.com/office/drawing/2014/main" id="{9BC6BE40-3B47-462A-9354-7B4E87350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978"/>
                <a:ext cx="19" cy="8"/>
              </a:xfrm>
              <a:custGeom>
                <a:avLst/>
                <a:gdLst>
                  <a:gd name="T0" fmla="*/ 0 w 34"/>
                  <a:gd name="T1" fmla="*/ 3 h 14"/>
                  <a:gd name="T2" fmla="*/ 6 w 34"/>
                  <a:gd name="T3" fmla="*/ 1 h 14"/>
                  <a:gd name="T4" fmla="*/ 1 w 34"/>
                  <a:gd name="T5" fmla="*/ 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4">
                    <a:moveTo>
                      <a:pt x="0" y="14"/>
                    </a:moveTo>
                    <a:cubicBezTo>
                      <a:pt x="5" y="1"/>
                      <a:pt x="24" y="0"/>
                      <a:pt x="34" y="5"/>
                    </a:cubicBezTo>
                    <a:cubicBezTo>
                      <a:pt x="22" y="2"/>
                      <a:pt x="14" y="7"/>
                      <a:pt x="4" y="1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7" name="Freeform 743">
                <a:extLst>
                  <a:ext uri="{FF2B5EF4-FFF2-40B4-BE49-F238E27FC236}">
                    <a16:creationId xmlns:a16="http://schemas.microsoft.com/office/drawing/2014/main" id="{871702E3-E577-4B19-90DB-591B45CBD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967"/>
                <a:ext cx="22" cy="8"/>
              </a:xfrm>
              <a:custGeom>
                <a:avLst/>
                <a:gdLst>
                  <a:gd name="T0" fmla="*/ 0 w 41"/>
                  <a:gd name="T1" fmla="*/ 1 h 13"/>
                  <a:gd name="T2" fmla="*/ 4 w 41"/>
                  <a:gd name="T3" fmla="*/ 1 h 13"/>
                  <a:gd name="T4" fmla="*/ 6 w 41"/>
                  <a:gd name="T5" fmla="*/ 3 h 13"/>
                  <a:gd name="T6" fmla="*/ 1 w 41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3">
                    <a:moveTo>
                      <a:pt x="0" y="7"/>
                    </a:moveTo>
                    <a:cubicBezTo>
                      <a:pt x="9" y="5"/>
                      <a:pt x="15" y="0"/>
                      <a:pt x="25" y="2"/>
                    </a:cubicBezTo>
                    <a:cubicBezTo>
                      <a:pt x="32" y="3"/>
                      <a:pt x="38" y="6"/>
                      <a:pt x="41" y="13"/>
                    </a:cubicBezTo>
                    <a:cubicBezTo>
                      <a:pt x="29" y="7"/>
                      <a:pt x="18" y="6"/>
                      <a:pt x="4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8" name="Freeform 744">
                <a:extLst>
                  <a:ext uri="{FF2B5EF4-FFF2-40B4-BE49-F238E27FC236}">
                    <a16:creationId xmlns:a16="http://schemas.microsoft.com/office/drawing/2014/main" id="{F60D2A2A-B36A-46AE-8D19-FEC58CA35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013"/>
                <a:ext cx="26" cy="15"/>
              </a:xfrm>
              <a:custGeom>
                <a:avLst/>
                <a:gdLst>
                  <a:gd name="T0" fmla="*/ 0 w 47"/>
                  <a:gd name="T1" fmla="*/ 5 h 26"/>
                  <a:gd name="T2" fmla="*/ 3 w 47"/>
                  <a:gd name="T3" fmla="*/ 1 h 26"/>
                  <a:gd name="T4" fmla="*/ 8 w 47"/>
                  <a:gd name="T5" fmla="*/ 2 h 26"/>
                  <a:gd name="T6" fmla="*/ 8 w 47"/>
                  <a:gd name="T7" fmla="*/ 2 h 26"/>
                  <a:gd name="T8" fmla="*/ 4 w 47"/>
                  <a:gd name="T9" fmla="*/ 2 h 26"/>
                  <a:gd name="T10" fmla="*/ 1 w 47"/>
                  <a:gd name="T11" fmla="*/ 3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6">
                    <a:moveTo>
                      <a:pt x="0" y="26"/>
                    </a:moveTo>
                    <a:cubicBezTo>
                      <a:pt x="1" y="16"/>
                      <a:pt x="9" y="4"/>
                      <a:pt x="20" y="2"/>
                    </a:cubicBezTo>
                    <a:cubicBezTo>
                      <a:pt x="28" y="0"/>
                      <a:pt x="39" y="7"/>
                      <a:pt x="47" y="11"/>
                    </a:cubicBezTo>
                    <a:cubicBezTo>
                      <a:pt x="47" y="13"/>
                      <a:pt x="45" y="11"/>
                      <a:pt x="45" y="13"/>
                    </a:cubicBezTo>
                    <a:cubicBezTo>
                      <a:pt x="39" y="11"/>
                      <a:pt x="35" y="9"/>
                      <a:pt x="28" y="9"/>
                    </a:cubicBezTo>
                    <a:cubicBezTo>
                      <a:pt x="22" y="8"/>
                      <a:pt x="12" y="12"/>
                      <a:pt x="8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9" name="Freeform 745">
                <a:extLst>
                  <a:ext uri="{FF2B5EF4-FFF2-40B4-BE49-F238E27FC236}">
                    <a16:creationId xmlns:a16="http://schemas.microsoft.com/office/drawing/2014/main" id="{941831BB-964B-436E-835B-9BEDBDEE2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020"/>
                <a:ext cx="24" cy="17"/>
              </a:xfrm>
              <a:custGeom>
                <a:avLst/>
                <a:gdLst>
                  <a:gd name="T0" fmla="*/ 1 w 45"/>
                  <a:gd name="T1" fmla="*/ 6 h 28"/>
                  <a:gd name="T2" fmla="*/ 2 w 45"/>
                  <a:gd name="T3" fmla="*/ 1 h 28"/>
                  <a:gd name="T4" fmla="*/ 7 w 45"/>
                  <a:gd name="T5" fmla="*/ 2 h 28"/>
                  <a:gd name="T6" fmla="*/ 3 w 45"/>
                  <a:gd name="T7" fmla="*/ 2 h 28"/>
                  <a:gd name="T8" fmla="*/ 1 w 45"/>
                  <a:gd name="T9" fmla="*/ 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4" y="28"/>
                    </a:moveTo>
                    <a:cubicBezTo>
                      <a:pt x="0" y="19"/>
                      <a:pt x="4" y="3"/>
                      <a:pt x="14" y="1"/>
                    </a:cubicBezTo>
                    <a:cubicBezTo>
                      <a:pt x="21" y="0"/>
                      <a:pt x="41" y="2"/>
                      <a:pt x="45" y="9"/>
                    </a:cubicBezTo>
                    <a:cubicBezTo>
                      <a:pt x="36" y="10"/>
                      <a:pt x="29" y="6"/>
                      <a:pt x="20" y="8"/>
                    </a:cubicBezTo>
                    <a:cubicBezTo>
                      <a:pt x="15" y="9"/>
                      <a:pt x="5" y="13"/>
                      <a:pt x="4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0" name="Freeform 746">
                <a:extLst>
                  <a:ext uri="{FF2B5EF4-FFF2-40B4-BE49-F238E27FC236}">
                    <a16:creationId xmlns:a16="http://schemas.microsoft.com/office/drawing/2014/main" id="{B9842E0F-BA5C-4041-8E37-6F64B47D0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3023"/>
                <a:ext cx="24" cy="18"/>
              </a:xfrm>
              <a:custGeom>
                <a:avLst/>
                <a:gdLst>
                  <a:gd name="T0" fmla="*/ 1 w 43"/>
                  <a:gd name="T1" fmla="*/ 6 h 31"/>
                  <a:gd name="T2" fmla="*/ 2 w 43"/>
                  <a:gd name="T3" fmla="*/ 1 h 31"/>
                  <a:gd name="T4" fmla="*/ 7 w 43"/>
                  <a:gd name="T5" fmla="*/ 1 h 31"/>
                  <a:gd name="T6" fmla="*/ 1 w 43"/>
                  <a:gd name="T7" fmla="*/ 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1">
                    <a:moveTo>
                      <a:pt x="4" y="31"/>
                    </a:moveTo>
                    <a:cubicBezTo>
                      <a:pt x="4" y="20"/>
                      <a:pt x="0" y="9"/>
                      <a:pt x="12" y="4"/>
                    </a:cubicBezTo>
                    <a:cubicBezTo>
                      <a:pt x="19" y="0"/>
                      <a:pt x="37" y="0"/>
                      <a:pt x="43" y="6"/>
                    </a:cubicBezTo>
                    <a:cubicBezTo>
                      <a:pt x="31" y="8"/>
                      <a:pt x="6" y="6"/>
                      <a:pt x="7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1" name="Freeform 747">
                <a:extLst>
                  <a:ext uri="{FF2B5EF4-FFF2-40B4-BE49-F238E27FC236}">
                    <a16:creationId xmlns:a16="http://schemas.microsoft.com/office/drawing/2014/main" id="{761A4E9B-C3F4-421D-878E-9A7A1A0B4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3023"/>
                <a:ext cx="17" cy="18"/>
              </a:xfrm>
              <a:custGeom>
                <a:avLst/>
                <a:gdLst>
                  <a:gd name="T0" fmla="*/ 1 w 32"/>
                  <a:gd name="T1" fmla="*/ 7 h 30"/>
                  <a:gd name="T2" fmla="*/ 1 w 32"/>
                  <a:gd name="T3" fmla="*/ 1 h 30"/>
                  <a:gd name="T4" fmla="*/ 5 w 32"/>
                  <a:gd name="T5" fmla="*/ 1 h 30"/>
                  <a:gd name="T6" fmla="*/ 1 w 32"/>
                  <a:gd name="T7" fmla="*/ 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0">
                    <a:moveTo>
                      <a:pt x="2" y="30"/>
                    </a:moveTo>
                    <a:cubicBezTo>
                      <a:pt x="2" y="22"/>
                      <a:pt x="0" y="11"/>
                      <a:pt x="6" y="6"/>
                    </a:cubicBezTo>
                    <a:cubicBezTo>
                      <a:pt x="13" y="0"/>
                      <a:pt x="26" y="3"/>
                      <a:pt x="32" y="7"/>
                    </a:cubicBezTo>
                    <a:cubicBezTo>
                      <a:pt x="26" y="8"/>
                      <a:pt x="0" y="2"/>
                      <a:pt x="2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2" name="Freeform 748">
                <a:extLst>
                  <a:ext uri="{FF2B5EF4-FFF2-40B4-BE49-F238E27FC236}">
                    <a16:creationId xmlns:a16="http://schemas.microsoft.com/office/drawing/2014/main" id="{1B6A244E-D61D-4D0B-8AD4-192889CC9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017"/>
                <a:ext cx="21" cy="18"/>
              </a:xfrm>
              <a:custGeom>
                <a:avLst/>
                <a:gdLst>
                  <a:gd name="T0" fmla="*/ 1 w 39"/>
                  <a:gd name="T1" fmla="*/ 6 h 32"/>
                  <a:gd name="T2" fmla="*/ 6 w 39"/>
                  <a:gd name="T3" fmla="*/ 2 h 32"/>
                  <a:gd name="T4" fmla="*/ 1 w 39"/>
                  <a:gd name="T5" fmla="*/ 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8" y="32"/>
                    </a:moveTo>
                    <a:cubicBezTo>
                      <a:pt x="0" y="11"/>
                      <a:pt x="22" y="0"/>
                      <a:pt x="39" y="11"/>
                    </a:cubicBezTo>
                    <a:cubicBezTo>
                      <a:pt x="30" y="12"/>
                      <a:pt x="3" y="12"/>
                      <a:pt x="8" y="2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3" name="Freeform 749">
                <a:extLst>
                  <a:ext uri="{FF2B5EF4-FFF2-40B4-BE49-F238E27FC236}">
                    <a16:creationId xmlns:a16="http://schemas.microsoft.com/office/drawing/2014/main" id="{54DB56D0-E021-47EF-8D4B-800625E5E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983"/>
                <a:ext cx="28" cy="26"/>
              </a:xfrm>
              <a:custGeom>
                <a:avLst/>
                <a:gdLst>
                  <a:gd name="T0" fmla="*/ 0 w 50"/>
                  <a:gd name="T1" fmla="*/ 9 h 44"/>
                  <a:gd name="T2" fmla="*/ 3 w 50"/>
                  <a:gd name="T3" fmla="*/ 2 h 44"/>
                  <a:gd name="T4" fmla="*/ 9 w 50"/>
                  <a:gd name="T5" fmla="*/ 7 h 44"/>
                  <a:gd name="T6" fmla="*/ 4 w 50"/>
                  <a:gd name="T7" fmla="*/ 4 h 44"/>
                  <a:gd name="T8" fmla="*/ 1 w 50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4">
                    <a:moveTo>
                      <a:pt x="0" y="44"/>
                    </a:moveTo>
                    <a:cubicBezTo>
                      <a:pt x="1" y="34"/>
                      <a:pt x="8" y="13"/>
                      <a:pt x="17" y="8"/>
                    </a:cubicBezTo>
                    <a:cubicBezTo>
                      <a:pt x="32" y="0"/>
                      <a:pt x="45" y="27"/>
                      <a:pt x="50" y="36"/>
                    </a:cubicBezTo>
                    <a:cubicBezTo>
                      <a:pt x="43" y="30"/>
                      <a:pt x="31" y="15"/>
                      <a:pt x="21" y="17"/>
                    </a:cubicBezTo>
                    <a:cubicBezTo>
                      <a:pt x="15" y="18"/>
                      <a:pt x="9" y="24"/>
                      <a:pt x="6" y="3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4" name="Freeform 750">
                <a:extLst>
                  <a:ext uri="{FF2B5EF4-FFF2-40B4-BE49-F238E27FC236}">
                    <a16:creationId xmlns:a16="http://schemas.microsoft.com/office/drawing/2014/main" id="{7166A3E9-B355-45D1-B7BD-02D5D1D5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971"/>
                <a:ext cx="27" cy="22"/>
              </a:xfrm>
              <a:custGeom>
                <a:avLst/>
                <a:gdLst>
                  <a:gd name="T0" fmla="*/ 1 w 49"/>
                  <a:gd name="T1" fmla="*/ 7 h 39"/>
                  <a:gd name="T2" fmla="*/ 4 w 49"/>
                  <a:gd name="T3" fmla="*/ 1 h 39"/>
                  <a:gd name="T4" fmla="*/ 8 w 49"/>
                  <a:gd name="T5" fmla="*/ 3 h 39"/>
                  <a:gd name="T6" fmla="*/ 1 w 49"/>
                  <a:gd name="T7" fmla="*/ 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9">
                    <a:moveTo>
                      <a:pt x="1" y="39"/>
                    </a:moveTo>
                    <a:cubicBezTo>
                      <a:pt x="0" y="25"/>
                      <a:pt x="14" y="6"/>
                      <a:pt x="28" y="2"/>
                    </a:cubicBezTo>
                    <a:cubicBezTo>
                      <a:pt x="36" y="0"/>
                      <a:pt x="44" y="6"/>
                      <a:pt x="49" y="17"/>
                    </a:cubicBezTo>
                    <a:cubicBezTo>
                      <a:pt x="34" y="2"/>
                      <a:pt x="11" y="15"/>
                      <a:pt x="4" y="28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5" name="Freeform 751">
                <a:extLst>
                  <a:ext uri="{FF2B5EF4-FFF2-40B4-BE49-F238E27FC236}">
                    <a16:creationId xmlns:a16="http://schemas.microsoft.com/office/drawing/2014/main" id="{CFECC936-41AF-4845-B826-3A4267119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953"/>
                <a:ext cx="29" cy="25"/>
              </a:xfrm>
              <a:custGeom>
                <a:avLst/>
                <a:gdLst>
                  <a:gd name="T0" fmla="*/ 0 w 53"/>
                  <a:gd name="T1" fmla="*/ 9 h 42"/>
                  <a:gd name="T2" fmla="*/ 5 w 53"/>
                  <a:gd name="T3" fmla="*/ 1 h 42"/>
                  <a:gd name="T4" fmla="*/ 9 w 53"/>
                  <a:gd name="T5" fmla="*/ 4 h 42"/>
                  <a:gd name="T6" fmla="*/ 0 w 53"/>
                  <a:gd name="T7" fmla="*/ 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2">
                    <a:moveTo>
                      <a:pt x="0" y="42"/>
                    </a:moveTo>
                    <a:cubicBezTo>
                      <a:pt x="2" y="14"/>
                      <a:pt x="17" y="1"/>
                      <a:pt x="32" y="5"/>
                    </a:cubicBezTo>
                    <a:cubicBezTo>
                      <a:pt x="48" y="9"/>
                      <a:pt x="53" y="20"/>
                      <a:pt x="53" y="20"/>
                    </a:cubicBezTo>
                    <a:cubicBezTo>
                      <a:pt x="44" y="15"/>
                      <a:pt x="18" y="0"/>
                      <a:pt x="0" y="4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6" name="Freeform 752">
                <a:extLst>
                  <a:ext uri="{FF2B5EF4-FFF2-40B4-BE49-F238E27FC236}">
                    <a16:creationId xmlns:a16="http://schemas.microsoft.com/office/drawing/2014/main" id="{FA0DA19E-6E1D-42B8-8EFF-C29329090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939"/>
                <a:ext cx="22" cy="20"/>
              </a:xfrm>
              <a:custGeom>
                <a:avLst/>
                <a:gdLst>
                  <a:gd name="T0" fmla="*/ 0 w 41"/>
                  <a:gd name="T1" fmla="*/ 6 h 35"/>
                  <a:gd name="T2" fmla="*/ 2 w 41"/>
                  <a:gd name="T3" fmla="*/ 2 h 35"/>
                  <a:gd name="T4" fmla="*/ 6 w 41"/>
                  <a:gd name="T5" fmla="*/ 2 h 35"/>
                  <a:gd name="T6" fmla="*/ 2 w 41"/>
                  <a:gd name="T7" fmla="*/ 4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5">
                    <a:moveTo>
                      <a:pt x="0" y="35"/>
                    </a:moveTo>
                    <a:cubicBezTo>
                      <a:pt x="2" y="25"/>
                      <a:pt x="7" y="14"/>
                      <a:pt x="15" y="8"/>
                    </a:cubicBezTo>
                    <a:cubicBezTo>
                      <a:pt x="26" y="0"/>
                      <a:pt x="33" y="5"/>
                      <a:pt x="41" y="12"/>
                    </a:cubicBezTo>
                    <a:cubicBezTo>
                      <a:pt x="29" y="8"/>
                      <a:pt x="19" y="14"/>
                      <a:pt x="9" y="2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7" name="Freeform 753">
                <a:extLst>
                  <a:ext uri="{FF2B5EF4-FFF2-40B4-BE49-F238E27FC236}">
                    <a16:creationId xmlns:a16="http://schemas.microsoft.com/office/drawing/2014/main" id="{DECAFF59-31BE-4DD4-9BB6-9261741B2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3254"/>
                <a:ext cx="43" cy="73"/>
              </a:xfrm>
              <a:custGeom>
                <a:avLst/>
                <a:gdLst>
                  <a:gd name="T0" fmla="*/ 12 w 80"/>
                  <a:gd name="T1" fmla="*/ 0 h 125"/>
                  <a:gd name="T2" fmla="*/ 5 w 80"/>
                  <a:gd name="T3" fmla="*/ 25 h 125"/>
                  <a:gd name="T4" fmla="*/ 12 w 80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25">
                    <a:moveTo>
                      <a:pt x="80" y="0"/>
                    </a:moveTo>
                    <a:cubicBezTo>
                      <a:pt x="56" y="10"/>
                      <a:pt x="0" y="55"/>
                      <a:pt x="32" y="125"/>
                    </a:cubicBezTo>
                    <a:cubicBezTo>
                      <a:pt x="26" y="97"/>
                      <a:pt x="33" y="33"/>
                      <a:pt x="80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8" name="Freeform 754">
                <a:extLst>
                  <a:ext uri="{FF2B5EF4-FFF2-40B4-BE49-F238E27FC236}">
                    <a16:creationId xmlns:a16="http://schemas.microsoft.com/office/drawing/2014/main" id="{15B60BAB-BDBB-46F7-AC27-BB730872D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3338"/>
                <a:ext cx="33" cy="97"/>
              </a:xfrm>
              <a:custGeom>
                <a:avLst/>
                <a:gdLst>
                  <a:gd name="T0" fmla="*/ 2 w 60"/>
                  <a:gd name="T1" fmla="*/ 0 h 165"/>
                  <a:gd name="T2" fmla="*/ 2 w 60"/>
                  <a:gd name="T3" fmla="*/ 15 h 165"/>
                  <a:gd name="T4" fmla="*/ 10 w 60"/>
                  <a:gd name="T5" fmla="*/ 34 h 165"/>
                  <a:gd name="T6" fmla="*/ 3 w 60"/>
                  <a:gd name="T7" fmla="*/ 15 h 165"/>
                  <a:gd name="T8" fmla="*/ 2 w 60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65">
                    <a:moveTo>
                      <a:pt x="9" y="0"/>
                    </a:moveTo>
                    <a:cubicBezTo>
                      <a:pt x="0" y="24"/>
                      <a:pt x="0" y="53"/>
                      <a:pt x="9" y="75"/>
                    </a:cubicBezTo>
                    <a:cubicBezTo>
                      <a:pt x="18" y="97"/>
                      <a:pt x="58" y="132"/>
                      <a:pt x="60" y="165"/>
                    </a:cubicBezTo>
                    <a:cubicBezTo>
                      <a:pt x="58" y="127"/>
                      <a:pt x="32" y="96"/>
                      <a:pt x="19" y="72"/>
                    </a:cubicBezTo>
                    <a:cubicBezTo>
                      <a:pt x="6" y="48"/>
                      <a:pt x="5" y="20"/>
                      <a:pt x="9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9" name="Freeform 755">
                <a:extLst>
                  <a:ext uri="{FF2B5EF4-FFF2-40B4-BE49-F238E27FC236}">
                    <a16:creationId xmlns:a16="http://schemas.microsoft.com/office/drawing/2014/main" id="{68EE2FCA-FD97-4B38-81F4-1BD0A4B56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245"/>
                <a:ext cx="7" cy="11"/>
              </a:xfrm>
              <a:custGeom>
                <a:avLst/>
                <a:gdLst>
                  <a:gd name="T0" fmla="*/ 2 w 13"/>
                  <a:gd name="T1" fmla="*/ 0 h 19"/>
                  <a:gd name="T2" fmla="*/ 0 w 13"/>
                  <a:gd name="T3" fmla="*/ 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2" y="4"/>
                      <a:pt x="0" y="11"/>
                      <a:pt x="0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0" name="Freeform 756">
                <a:extLst>
                  <a:ext uri="{FF2B5EF4-FFF2-40B4-BE49-F238E27FC236}">
                    <a16:creationId xmlns:a16="http://schemas.microsoft.com/office/drawing/2014/main" id="{07B3252B-0C9A-4D97-825A-E042B6875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3043"/>
                <a:ext cx="12" cy="22"/>
              </a:xfrm>
              <a:custGeom>
                <a:avLst/>
                <a:gdLst>
                  <a:gd name="T0" fmla="*/ 1 w 23"/>
                  <a:gd name="T1" fmla="*/ 2 h 37"/>
                  <a:gd name="T2" fmla="*/ 3 w 23"/>
                  <a:gd name="T3" fmla="*/ 0 h 37"/>
                  <a:gd name="T4" fmla="*/ 0 w 23"/>
                  <a:gd name="T5" fmla="*/ 2 h 37"/>
                  <a:gd name="T6" fmla="*/ 1 w 23"/>
                  <a:gd name="T7" fmla="*/ 8 h 37"/>
                  <a:gd name="T8" fmla="*/ 1 w 23"/>
                  <a:gd name="T9" fmla="*/ 2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1" name="Freeform 757">
                <a:extLst>
                  <a:ext uri="{FF2B5EF4-FFF2-40B4-BE49-F238E27FC236}">
                    <a16:creationId xmlns:a16="http://schemas.microsoft.com/office/drawing/2014/main" id="{2A402BA4-37A2-4DBF-9779-C43E834F9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3017"/>
                <a:ext cx="13" cy="21"/>
              </a:xfrm>
              <a:custGeom>
                <a:avLst/>
                <a:gdLst>
                  <a:gd name="T0" fmla="*/ 1 w 23"/>
                  <a:gd name="T1" fmla="*/ 2 h 37"/>
                  <a:gd name="T2" fmla="*/ 4 w 23"/>
                  <a:gd name="T3" fmla="*/ 0 h 37"/>
                  <a:gd name="T4" fmla="*/ 0 w 23"/>
                  <a:gd name="T5" fmla="*/ 2 h 37"/>
                  <a:gd name="T6" fmla="*/ 1 w 23"/>
                  <a:gd name="T7" fmla="*/ 7 h 37"/>
                  <a:gd name="T8" fmla="*/ 1 w 23"/>
                  <a:gd name="T9" fmla="*/ 2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2" name="Freeform 758">
                <a:extLst>
                  <a:ext uri="{FF2B5EF4-FFF2-40B4-BE49-F238E27FC236}">
                    <a16:creationId xmlns:a16="http://schemas.microsoft.com/office/drawing/2014/main" id="{E85AB1FE-6A95-46FD-A3EF-29B505C05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3071"/>
                <a:ext cx="13" cy="23"/>
              </a:xfrm>
              <a:custGeom>
                <a:avLst/>
                <a:gdLst>
                  <a:gd name="T0" fmla="*/ 1 w 24"/>
                  <a:gd name="T1" fmla="*/ 3 h 40"/>
                  <a:gd name="T2" fmla="*/ 4 w 24"/>
                  <a:gd name="T3" fmla="*/ 1 h 40"/>
                  <a:gd name="T4" fmla="*/ 1 w 24"/>
                  <a:gd name="T5" fmla="*/ 3 h 40"/>
                  <a:gd name="T6" fmla="*/ 1 w 24"/>
                  <a:gd name="T7" fmla="*/ 7 h 40"/>
                  <a:gd name="T8" fmla="*/ 1 w 2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7" y="15"/>
                    </a:moveTo>
                    <a:cubicBezTo>
                      <a:pt x="11" y="7"/>
                      <a:pt x="18" y="4"/>
                      <a:pt x="24" y="3"/>
                    </a:cubicBezTo>
                    <a:cubicBezTo>
                      <a:pt x="10" y="4"/>
                      <a:pt x="3" y="0"/>
                      <a:pt x="1" y="15"/>
                    </a:cubicBezTo>
                    <a:cubicBezTo>
                      <a:pt x="0" y="27"/>
                      <a:pt x="1" y="36"/>
                      <a:pt x="6" y="40"/>
                    </a:cubicBezTo>
                    <a:cubicBezTo>
                      <a:pt x="5" y="36"/>
                      <a:pt x="4" y="23"/>
                      <a:pt x="7" y="15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3" name="Freeform 759">
                <a:extLst>
                  <a:ext uri="{FF2B5EF4-FFF2-40B4-BE49-F238E27FC236}">
                    <a16:creationId xmlns:a16="http://schemas.microsoft.com/office/drawing/2014/main" id="{4AE6CC61-EA84-4053-A621-976BFE080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104"/>
                <a:ext cx="13" cy="22"/>
              </a:xfrm>
              <a:custGeom>
                <a:avLst/>
                <a:gdLst>
                  <a:gd name="T0" fmla="*/ 1 w 23"/>
                  <a:gd name="T1" fmla="*/ 2 h 37"/>
                  <a:gd name="T2" fmla="*/ 4 w 23"/>
                  <a:gd name="T3" fmla="*/ 0 h 37"/>
                  <a:gd name="T4" fmla="*/ 0 w 23"/>
                  <a:gd name="T5" fmla="*/ 2 h 37"/>
                  <a:gd name="T6" fmla="*/ 1 w 23"/>
                  <a:gd name="T7" fmla="*/ 8 h 37"/>
                  <a:gd name="T8" fmla="*/ 1 w 23"/>
                  <a:gd name="T9" fmla="*/ 2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9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3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4" name="Freeform 760">
                <a:extLst>
                  <a:ext uri="{FF2B5EF4-FFF2-40B4-BE49-F238E27FC236}">
                    <a16:creationId xmlns:a16="http://schemas.microsoft.com/office/drawing/2014/main" id="{C82F2EF1-F66B-41E2-B51C-3A6FB458D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131"/>
                <a:ext cx="10" cy="16"/>
              </a:xfrm>
              <a:custGeom>
                <a:avLst/>
                <a:gdLst>
                  <a:gd name="T0" fmla="*/ 3 w 19"/>
                  <a:gd name="T1" fmla="*/ 0 h 26"/>
                  <a:gd name="T2" fmla="*/ 1 w 19"/>
                  <a:gd name="T3" fmla="*/ 1 h 26"/>
                  <a:gd name="T4" fmla="*/ 2 w 19"/>
                  <a:gd name="T5" fmla="*/ 6 h 26"/>
                  <a:gd name="T6" fmla="*/ 1 w 19"/>
                  <a:gd name="T7" fmla="*/ 2 h 26"/>
                  <a:gd name="T8" fmla="*/ 3 w 19"/>
                  <a:gd name="T9" fmla="*/ 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0"/>
                    </a:moveTo>
                    <a:cubicBezTo>
                      <a:pt x="16" y="0"/>
                      <a:pt x="7" y="0"/>
                      <a:pt x="4" y="2"/>
                    </a:cubicBezTo>
                    <a:cubicBezTo>
                      <a:pt x="0" y="7"/>
                      <a:pt x="8" y="22"/>
                      <a:pt x="10" y="26"/>
                    </a:cubicBezTo>
                    <a:cubicBezTo>
                      <a:pt x="9" y="22"/>
                      <a:pt x="7" y="16"/>
                      <a:pt x="7" y="11"/>
                    </a:cubicBezTo>
                    <a:cubicBezTo>
                      <a:pt x="8" y="5"/>
                      <a:pt x="12" y="4"/>
                      <a:pt x="1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5" name="Freeform 761">
                <a:extLst>
                  <a:ext uri="{FF2B5EF4-FFF2-40B4-BE49-F238E27FC236}">
                    <a16:creationId xmlns:a16="http://schemas.microsoft.com/office/drawing/2014/main" id="{B7B80BF7-0847-417B-9892-37F270351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3153"/>
                <a:ext cx="20" cy="15"/>
              </a:xfrm>
              <a:custGeom>
                <a:avLst/>
                <a:gdLst>
                  <a:gd name="T0" fmla="*/ 6 w 35"/>
                  <a:gd name="T1" fmla="*/ 0 h 25"/>
                  <a:gd name="T2" fmla="*/ 2 w 35"/>
                  <a:gd name="T3" fmla="*/ 1 h 25"/>
                  <a:gd name="T4" fmla="*/ 2 w 35"/>
                  <a:gd name="T5" fmla="*/ 5 h 25"/>
                  <a:gd name="T6" fmla="*/ 5 w 35"/>
                  <a:gd name="T7" fmla="*/ 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5">
                    <a:moveTo>
                      <a:pt x="35" y="0"/>
                    </a:moveTo>
                    <a:cubicBezTo>
                      <a:pt x="26" y="2"/>
                      <a:pt x="21" y="0"/>
                      <a:pt x="12" y="2"/>
                    </a:cubicBezTo>
                    <a:cubicBezTo>
                      <a:pt x="0" y="4"/>
                      <a:pt x="9" y="18"/>
                      <a:pt x="11" y="25"/>
                    </a:cubicBezTo>
                    <a:cubicBezTo>
                      <a:pt x="4" y="11"/>
                      <a:pt x="15" y="5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6" name="Freeform 762">
                <a:extLst>
                  <a:ext uri="{FF2B5EF4-FFF2-40B4-BE49-F238E27FC236}">
                    <a16:creationId xmlns:a16="http://schemas.microsoft.com/office/drawing/2014/main" id="{DECA8F18-A68F-4008-BB31-4E09D5C23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3172"/>
                <a:ext cx="15" cy="14"/>
              </a:xfrm>
              <a:custGeom>
                <a:avLst/>
                <a:gdLst>
                  <a:gd name="T0" fmla="*/ 4 w 27"/>
                  <a:gd name="T1" fmla="*/ 1 h 23"/>
                  <a:gd name="T2" fmla="*/ 1 w 27"/>
                  <a:gd name="T3" fmla="*/ 1 h 23"/>
                  <a:gd name="T4" fmla="*/ 2 w 27"/>
                  <a:gd name="T5" fmla="*/ 5 h 23"/>
                  <a:gd name="T6" fmla="*/ 2 w 27"/>
                  <a:gd name="T7" fmla="*/ 2 h 23"/>
                  <a:gd name="T8" fmla="*/ 4 w 27"/>
                  <a:gd name="T9" fmla="*/ 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26" y="2"/>
                    </a:moveTo>
                    <a:cubicBezTo>
                      <a:pt x="22" y="2"/>
                      <a:pt x="10" y="0"/>
                      <a:pt x="6" y="3"/>
                    </a:cubicBezTo>
                    <a:cubicBezTo>
                      <a:pt x="0" y="7"/>
                      <a:pt x="6" y="21"/>
                      <a:pt x="11" y="23"/>
                    </a:cubicBezTo>
                    <a:cubicBezTo>
                      <a:pt x="8" y="20"/>
                      <a:pt x="7" y="12"/>
                      <a:pt x="10" y="8"/>
                    </a:cubicBezTo>
                    <a:cubicBezTo>
                      <a:pt x="13" y="5"/>
                      <a:pt x="23" y="2"/>
                      <a:pt x="2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7" name="Freeform 763">
                <a:extLst>
                  <a:ext uri="{FF2B5EF4-FFF2-40B4-BE49-F238E27FC236}">
                    <a16:creationId xmlns:a16="http://schemas.microsoft.com/office/drawing/2014/main" id="{28F3CE60-D39A-4BA6-B93B-B739FF8BC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3193"/>
                <a:ext cx="17" cy="13"/>
              </a:xfrm>
              <a:custGeom>
                <a:avLst/>
                <a:gdLst>
                  <a:gd name="T0" fmla="*/ 6 w 30"/>
                  <a:gd name="T1" fmla="*/ 1 h 21"/>
                  <a:gd name="T2" fmla="*/ 2 w 30"/>
                  <a:gd name="T3" fmla="*/ 1 h 21"/>
                  <a:gd name="T4" fmla="*/ 1 w 30"/>
                  <a:gd name="T5" fmla="*/ 1 h 21"/>
                  <a:gd name="T6" fmla="*/ 1 w 30"/>
                  <a:gd name="T7" fmla="*/ 5 h 21"/>
                  <a:gd name="T8" fmla="*/ 1 w 30"/>
                  <a:gd name="T9" fmla="*/ 1 h 21"/>
                  <a:gd name="T10" fmla="*/ 6 w 30"/>
                  <a:gd name="T11" fmla="*/ 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30" y="4"/>
                    </a:moveTo>
                    <a:cubicBezTo>
                      <a:pt x="23" y="5"/>
                      <a:pt x="16" y="2"/>
                      <a:pt x="9" y="1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1" y="9"/>
                      <a:pt x="0" y="18"/>
                      <a:pt x="3" y="21"/>
                    </a:cubicBezTo>
                    <a:cubicBezTo>
                      <a:pt x="3" y="16"/>
                      <a:pt x="3" y="9"/>
                      <a:pt x="7" y="6"/>
                    </a:cubicBezTo>
                    <a:cubicBezTo>
                      <a:pt x="12" y="4"/>
                      <a:pt x="26" y="6"/>
                      <a:pt x="30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8" name="Freeform 764">
                <a:extLst>
                  <a:ext uri="{FF2B5EF4-FFF2-40B4-BE49-F238E27FC236}">
                    <a16:creationId xmlns:a16="http://schemas.microsoft.com/office/drawing/2014/main" id="{2309FF75-B224-4C51-9525-4053FAB1B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3211"/>
                <a:ext cx="19" cy="16"/>
              </a:xfrm>
              <a:custGeom>
                <a:avLst/>
                <a:gdLst>
                  <a:gd name="T0" fmla="*/ 6 w 34"/>
                  <a:gd name="T1" fmla="*/ 2 h 26"/>
                  <a:gd name="T2" fmla="*/ 4 w 34"/>
                  <a:gd name="T3" fmla="*/ 1 h 26"/>
                  <a:gd name="T4" fmla="*/ 2 w 34"/>
                  <a:gd name="T5" fmla="*/ 1 h 26"/>
                  <a:gd name="T6" fmla="*/ 1 w 34"/>
                  <a:gd name="T7" fmla="*/ 6 h 26"/>
                  <a:gd name="T8" fmla="*/ 1 w 34"/>
                  <a:gd name="T9" fmla="*/ 2 h 26"/>
                  <a:gd name="T10" fmla="*/ 4 w 34"/>
                  <a:gd name="T11" fmla="*/ 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6">
                    <a:moveTo>
                      <a:pt x="34" y="10"/>
                    </a:moveTo>
                    <a:cubicBezTo>
                      <a:pt x="30" y="9"/>
                      <a:pt x="25" y="8"/>
                      <a:pt x="21" y="6"/>
                    </a:cubicBezTo>
                    <a:cubicBezTo>
                      <a:pt x="18" y="5"/>
                      <a:pt x="14" y="2"/>
                      <a:pt x="11" y="1"/>
                    </a:cubicBezTo>
                    <a:cubicBezTo>
                      <a:pt x="3" y="0"/>
                      <a:pt x="0" y="20"/>
                      <a:pt x="1" y="26"/>
                    </a:cubicBezTo>
                    <a:cubicBezTo>
                      <a:pt x="3" y="21"/>
                      <a:pt x="3" y="12"/>
                      <a:pt x="8" y="8"/>
                    </a:cubicBezTo>
                    <a:cubicBezTo>
                      <a:pt x="13" y="6"/>
                      <a:pt x="22" y="8"/>
                      <a:pt x="26" y="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9" name="Freeform 765">
                <a:extLst>
                  <a:ext uri="{FF2B5EF4-FFF2-40B4-BE49-F238E27FC236}">
                    <a16:creationId xmlns:a16="http://schemas.microsoft.com/office/drawing/2014/main" id="{20DA277E-11CB-4A7E-BAB5-DFD026B84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200"/>
                <a:ext cx="14" cy="20"/>
              </a:xfrm>
              <a:custGeom>
                <a:avLst/>
                <a:gdLst>
                  <a:gd name="T0" fmla="*/ 4 w 25"/>
                  <a:gd name="T1" fmla="*/ 1 h 34"/>
                  <a:gd name="T2" fmla="*/ 1 w 25"/>
                  <a:gd name="T3" fmla="*/ 1 h 34"/>
                  <a:gd name="T4" fmla="*/ 1 w 25"/>
                  <a:gd name="T5" fmla="*/ 7 h 34"/>
                  <a:gd name="T6" fmla="*/ 4 w 25"/>
                  <a:gd name="T7" fmla="*/ 1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25" y="5"/>
                    </a:moveTo>
                    <a:cubicBezTo>
                      <a:pt x="19" y="4"/>
                      <a:pt x="11" y="0"/>
                      <a:pt x="6" y="6"/>
                    </a:cubicBezTo>
                    <a:cubicBezTo>
                      <a:pt x="0" y="14"/>
                      <a:pt x="4" y="25"/>
                      <a:pt x="2" y="34"/>
                    </a:cubicBezTo>
                    <a:cubicBezTo>
                      <a:pt x="3" y="20"/>
                      <a:pt x="9" y="3"/>
                      <a:pt x="25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0" name="Freeform 766">
                <a:extLst>
                  <a:ext uri="{FF2B5EF4-FFF2-40B4-BE49-F238E27FC236}">
                    <a16:creationId xmlns:a16="http://schemas.microsoft.com/office/drawing/2014/main" id="{138F9801-C500-46E4-A691-1C18A64E5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3173"/>
                <a:ext cx="12" cy="17"/>
              </a:xfrm>
              <a:custGeom>
                <a:avLst/>
                <a:gdLst>
                  <a:gd name="T0" fmla="*/ 4 w 22"/>
                  <a:gd name="T1" fmla="*/ 1 h 29"/>
                  <a:gd name="T2" fmla="*/ 1 w 22"/>
                  <a:gd name="T3" fmla="*/ 1 h 29"/>
                  <a:gd name="T4" fmla="*/ 1 w 22"/>
                  <a:gd name="T5" fmla="*/ 6 h 29"/>
                  <a:gd name="T6" fmla="*/ 1 w 22"/>
                  <a:gd name="T7" fmla="*/ 2 h 29"/>
                  <a:gd name="T8" fmla="*/ 4 w 22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22" y="1"/>
                    </a:moveTo>
                    <a:cubicBezTo>
                      <a:pt x="17" y="2"/>
                      <a:pt x="10" y="0"/>
                      <a:pt x="6" y="4"/>
                    </a:cubicBezTo>
                    <a:cubicBezTo>
                      <a:pt x="0" y="11"/>
                      <a:pt x="5" y="22"/>
                      <a:pt x="7" y="29"/>
                    </a:cubicBezTo>
                    <a:cubicBezTo>
                      <a:pt x="6" y="24"/>
                      <a:pt x="5" y="13"/>
                      <a:pt x="8" y="8"/>
                    </a:cubicBezTo>
                    <a:cubicBezTo>
                      <a:pt x="11" y="4"/>
                      <a:pt x="17" y="3"/>
                      <a:pt x="22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1" name="Freeform 767">
                <a:extLst>
                  <a:ext uri="{FF2B5EF4-FFF2-40B4-BE49-F238E27FC236}">
                    <a16:creationId xmlns:a16="http://schemas.microsoft.com/office/drawing/2014/main" id="{6B9B26EB-EE1B-4065-873C-1DD17D7B5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145"/>
                <a:ext cx="16" cy="18"/>
              </a:xfrm>
              <a:custGeom>
                <a:avLst/>
                <a:gdLst>
                  <a:gd name="T0" fmla="*/ 1 w 30"/>
                  <a:gd name="T1" fmla="*/ 7 h 30"/>
                  <a:gd name="T2" fmla="*/ 1 w 30"/>
                  <a:gd name="T3" fmla="*/ 1 h 30"/>
                  <a:gd name="T4" fmla="*/ 5 w 30"/>
                  <a:gd name="T5" fmla="*/ 1 h 30"/>
                  <a:gd name="T6" fmla="*/ 2 w 30"/>
                  <a:gd name="T7" fmla="*/ 1 h 30"/>
                  <a:gd name="T8" fmla="*/ 1 w 30"/>
                  <a:gd name="T9" fmla="*/ 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7" y="30"/>
                    </a:moveTo>
                    <a:cubicBezTo>
                      <a:pt x="8" y="23"/>
                      <a:pt x="0" y="14"/>
                      <a:pt x="4" y="7"/>
                    </a:cubicBezTo>
                    <a:cubicBezTo>
                      <a:pt x="9" y="0"/>
                      <a:pt x="24" y="3"/>
                      <a:pt x="30" y="5"/>
                    </a:cubicBezTo>
                    <a:cubicBezTo>
                      <a:pt x="25" y="7"/>
                      <a:pt x="19" y="5"/>
                      <a:pt x="13" y="7"/>
                    </a:cubicBezTo>
                    <a:cubicBezTo>
                      <a:pt x="6" y="9"/>
                      <a:pt x="8" y="13"/>
                      <a:pt x="7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2" name="Freeform 768">
                <a:extLst>
                  <a:ext uri="{FF2B5EF4-FFF2-40B4-BE49-F238E27FC236}">
                    <a16:creationId xmlns:a16="http://schemas.microsoft.com/office/drawing/2014/main" id="{346B1408-4D64-4A90-9C45-F3DC63EC7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3122"/>
                <a:ext cx="12" cy="16"/>
              </a:xfrm>
              <a:custGeom>
                <a:avLst/>
                <a:gdLst>
                  <a:gd name="T0" fmla="*/ 1 w 21"/>
                  <a:gd name="T1" fmla="*/ 5 h 27"/>
                  <a:gd name="T2" fmla="*/ 1 w 21"/>
                  <a:gd name="T3" fmla="*/ 3 h 27"/>
                  <a:gd name="T4" fmla="*/ 0 w 21"/>
                  <a:gd name="T5" fmla="*/ 2 h 27"/>
                  <a:gd name="T6" fmla="*/ 4 w 21"/>
                  <a:gd name="T7" fmla="*/ 1 h 27"/>
                  <a:gd name="T8" fmla="*/ 2 w 21"/>
                  <a:gd name="T9" fmla="*/ 1 h 27"/>
                  <a:gd name="T10" fmla="*/ 1 w 21"/>
                  <a:gd name="T11" fmla="*/ 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7">
                    <a:moveTo>
                      <a:pt x="7" y="27"/>
                    </a:moveTo>
                    <a:cubicBezTo>
                      <a:pt x="6" y="23"/>
                      <a:pt x="6" y="20"/>
                      <a:pt x="4" y="16"/>
                    </a:cubicBezTo>
                    <a:cubicBezTo>
                      <a:pt x="3" y="14"/>
                      <a:pt x="0" y="10"/>
                      <a:pt x="0" y="8"/>
                    </a:cubicBezTo>
                    <a:cubicBezTo>
                      <a:pt x="2" y="2"/>
                      <a:pt x="17" y="0"/>
                      <a:pt x="21" y="2"/>
                    </a:cubicBezTo>
                    <a:cubicBezTo>
                      <a:pt x="17" y="3"/>
                      <a:pt x="12" y="2"/>
                      <a:pt x="9" y="6"/>
                    </a:cubicBezTo>
                    <a:cubicBezTo>
                      <a:pt x="7" y="9"/>
                      <a:pt x="5" y="17"/>
                      <a:pt x="6" y="2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3" name="Freeform 769">
                <a:extLst>
                  <a:ext uri="{FF2B5EF4-FFF2-40B4-BE49-F238E27FC236}">
                    <a16:creationId xmlns:a16="http://schemas.microsoft.com/office/drawing/2014/main" id="{C355A980-44DD-4C66-A836-7D2B4C6EB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097"/>
                <a:ext cx="11" cy="15"/>
              </a:xfrm>
              <a:custGeom>
                <a:avLst/>
                <a:gdLst>
                  <a:gd name="T0" fmla="*/ 1 w 20"/>
                  <a:gd name="T1" fmla="*/ 5 h 26"/>
                  <a:gd name="T2" fmla="*/ 1 w 20"/>
                  <a:gd name="T3" fmla="*/ 2 h 26"/>
                  <a:gd name="T4" fmla="*/ 3 w 20"/>
                  <a:gd name="T5" fmla="*/ 1 h 26"/>
                  <a:gd name="T6" fmla="*/ 1 w 20"/>
                  <a:gd name="T7" fmla="*/ 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3" y="26"/>
                    </a:moveTo>
                    <a:cubicBezTo>
                      <a:pt x="4" y="20"/>
                      <a:pt x="0" y="13"/>
                      <a:pt x="3" y="8"/>
                    </a:cubicBezTo>
                    <a:cubicBezTo>
                      <a:pt x="6" y="2"/>
                      <a:pt x="15" y="0"/>
                      <a:pt x="20" y="1"/>
                    </a:cubicBezTo>
                    <a:cubicBezTo>
                      <a:pt x="11" y="3"/>
                      <a:pt x="3" y="11"/>
                      <a:pt x="3" y="2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4" name="Freeform 770">
                <a:extLst>
                  <a:ext uri="{FF2B5EF4-FFF2-40B4-BE49-F238E27FC236}">
                    <a16:creationId xmlns:a16="http://schemas.microsoft.com/office/drawing/2014/main" id="{6EE0EC37-CF6C-48C0-91B3-DD47F559C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066"/>
                <a:ext cx="10" cy="24"/>
              </a:xfrm>
              <a:custGeom>
                <a:avLst/>
                <a:gdLst>
                  <a:gd name="T0" fmla="*/ 3 w 20"/>
                  <a:gd name="T1" fmla="*/ 0 h 40"/>
                  <a:gd name="T2" fmla="*/ 0 w 20"/>
                  <a:gd name="T3" fmla="*/ 2 h 40"/>
                  <a:gd name="T4" fmla="*/ 1 w 20"/>
                  <a:gd name="T5" fmla="*/ 8 h 40"/>
                  <a:gd name="T6" fmla="*/ 1 w 20"/>
                  <a:gd name="T7" fmla="*/ 6 h 40"/>
                  <a:gd name="T8" fmla="*/ 1 w 20"/>
                  <a:gd name="T9" fmla="*/ 4 h 40"/>
                  <a:gd name="T10" fmla="*/ 2 w 20"/>
                  <a:gd name="T11" fmla="*/ 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0">
                    <a:moveTo>
                      <a:pt x="20" y="0"/>
                    </a:moveTo>
                    <a:cubicBezTo>
                      <a:pt x="11" y="3"/>
                      <a:pt x="0" y="0"/>
                      <a:pt x="0" y="12"/>
                    </a:cubicBezTo>
                    <a:cubicBezTo>
                      <a:pt x="0" y="22"/>
                      <a:pt x="7" y="30"/>
                      <a:pt x="6" y="40"/>
                    </a:cubicBezTo>
                    <a:cubicBezTo>
                      <a:pt x="5" y="36"/>
                      <a:pt x="6" y="32"/>
                      <a:pt x="6" y="27"/>
                    </a:cubicBezTo>
                    <a:cubicBezTo>
                      <a:pt x="7" y="23"/>
                      <a:pt x="6" y="20"/>
                      <a:pt x="5" y="16"/>
                    </a:cubicBezTo>
                    <a:cubicBezTo>
                      <a:pt x="4" y="8"/>
                      <a:pt x="9" y="3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5" name="Freeform 771">
                <a:extLst>
                  <a:ext uri="{FF2B5EF4-FFF2-40B4-BE49-F238E27FC236}">
                    <a16:creationId xmlns:a16="http://schemas.microsoft.com/office/drawing/2014/main" id="{AD8A6D7B-D09F-4568-9DF8-177901AAB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3041"/>
                <a:ext cx="9" cy="17"/>
              </a:xfrm>
              <a:custGeom>
                <a:avLst/>
                <a:gdLst>
                  <a:gd name="T0" fmla="*/ 3 w 16"/>
                  <a:gd name="T1" fmla="*/ 1 h 28"/>
                  <a:gd name="T2" fmla="*/ 1 w 16"/>
                  <a:gd name="T3" fmla="*/ 1 h 28"/>
                  <a:gd name="T4" fmla="*/ 1 w 16"/>
                  <a:gd name="T5" fmla="*/ 6 h 28"/>
                  <a:gd name="T6" fmla="*/ 2 w 16"/>
                  <a:gd name="T7" fmla="*/ 2 h 28"/>
                  <a:gd name="T8" fmla="*/ 3 w 16"/>
                  <a:gd name="T9" fmla="*/ 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6" y="1"/>
                    </a:moveTo>
                    <a:cubicBezTo>
                      <a:pt x="10" y="1"/>
                      <a:pt x="6" y="0"/>
                      <a:pt x="4" y="5"/>
                    </a:cubicBezTo>
                    <a:cubicBezTo>
                      <a:pt x="0" y="13"/>
                      <a:pt x="6" y="21"/>
                      <a:pt x="6" y="28"/>
                    </a:cubicBezTo>
                    <a:cubicBezTo>
                      <a:pt x="6" y="22"/>
                      <a:pt x="5" y="18"/>
                      <a:pt x="8" y="11"/>
                    </a:cubicBezTo>
                    <a:cubicBezTo>
                      <a:pt x="11" y="5"/>
                      <a:pt x="11" y="4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6" name="Freeform 772">
                <a:extLst>
                  <a:ext uri="{FF2B5EF4-FFF2-40B4-BE49-F238E27FC236}">
                    <a16:creationId xmlns:a16="http://schemas.microsoft.com/office/drawing/2014/main" id="{92F47696-49EA-44C1-9DFC-1BC35FE63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017"/>
                <a:ext cx="12" cy="16"/>
              </a:xfrm>
              <a:custGeom>
                <a:avLst/>
                <a:gdLst>
                  <a:gd name="T0" fmla="*/ 4 w 21"/>
                  <a:gd name="T1" fmla="*/ 1 h 27"/>
                  <a:gd name="T2" fmla="*/ 2 w 21"/>
                  <a:gd name="T3" fmla="*/ 1 h 27"/>
                  <a:gd name="T4" fmla="*/ 1 w 21"/>
                  <a:gd name="T5" fmla="*/ 5 h 27"/>
                  <a:gd name="T6" fmla="*/ 4 w 21"/>
                  <a:gd name="T7" fmla="*/ 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21" y="4"/>
                    </a:moveTo>
                    <a:cubicBezTo>
                      <a:pt x="17" y="4"/>
                      <a:pt x="13" y="0"/>
                      <a:pt x="8" y="2"/>
                    </a:cubicBezTo>
                    <a:cubicBezTo>
                      <a:pt x="0" y="6"/>
                      <a:pt x="4" y="21"/>
                      <a:pt x="7" y="27"/>
                    </a:cubicBezTo>
                    <a:cubicBezTo>
                      <a:pt x="5" y="14"/>
                      <a:pt x="8" y="5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7" name="Freeform 773">
                <a:extLst>
                  <a:ext uri="{FF2B5EF4-FFF2-40B4-BE49-F238E27FC236}">
                    <a16:creationId xmlns:a16="http://schemas.microsoft.com/office/drawing/2014/main" id="{428FBB1C-E9E1-4CFE-842E-E64D42157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992"/>
                <a:ext cx="8" cy="17"/>
              </a:xfrm>
              <a:custGeom>
                <a:avLst/>
                <a:gdLst>
                  <a:gd name="T0" fmla="*/ 1 w 14"/>
                  <a:gd name="T1" fmla="*/ 1 h 29"/>
                  <a:gd name="T2" fmla="*/ 0 w 14"/>
                  <a:gd name="T3" fmla="*/ 6 h 29"/>
                  <a:gd name="T4" fmla="*/ 2 w 14"/>
                  <a:gd name="T5" fmla="*/ 2 h 29"/>
                  <a:gd name="T6" fmla="*/ 3 w 14"/>
                  <a:gd name="T7" fmla="*/ 1 h 29"/>
                  <a:gd name="T8" fmla="*/ 1 w 1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9">
                    <a:moveTo>
                      <a:pt x="3" y="2"/>
                    </a:moveTo>
                    <a:cubicBezTo>
                      <a:pt x="9" y="10"/>
                      <a:pt x="2" y="22"/>
                      <a:pt x="0" y="29"/>
                    </a:cubicBezTo>
                    <a:cubicBezTo>
                      <a:pt x="4" y="24"/>
                      <a:pt x="8" y="19"/>
                      <a:pt x="9" y="12"/>
                    </a:cubicBezTo>
                    <a:cubicBezTo>
                      <a:pt x="9" y="7"/>
                      <a:pt x="7" y="2"/>
                      <a:pt x="14" y="2"/>
                    </a:cubicBezTo>
                    <a:cubicBezTo>
                      <a:pt x="12" y="0"/>
                      <a:pt x="8" y="0"/>
                      <a:pt x="5" y="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8" name="Freeform 774">
                <a:extLst>
                  <a:ext uri="{FF2B5EF4-FFF2-40B4-BE49-F238E27FC236}">
                    <a16:creationId xmlns:a16="http://schemas.microsoft.com/office/drawing/2014/main" id="{F9AD4A6C-E826-4C2A-83AF-EDF4156D3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969"/>
                <a:ext cx="10" cy="16"/>
              </a:xfrm>
              <a:custGeom>
                <a:avLst/>
                <a:gdLst>
                  <a:gd name="T0" fmla="*/ 3 w 19"/>
                  <a:gd name="T1" fmla="*/ 1 h 28"/>
                  <a:gd name="T2" fmla="*/ 1 w 19"/>
                  <a:gd name="T3" fmla="*/ 1 h 28"/>
                  <a:gd name="T4" fmla="*/ 1 w 19"/>
                  <a:gd name="T5" fmla="*/ 5 h 28"/>
                  <a:gd name="T6" fmla="*/ 1 w 19"/>
                  <a:gd name="T7" fmla="*/ 2 h 28"/>
                  <a:gd name="T8" fmla="*/ 3 w 19"/>
                  <a:gd name="T9" fmla="*/ 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19" y="4"/>
                    </a:moveTo>
                    <a:cubicBezTo>
                      <a:pt x="13" y="4"/>
                      <a:pt x="8" y="0"/>
                      <a:pt x="4" y="6"/>
                    </a:cubicBezTo>
                    <a:cubicBezTo>
                      <a:pt x="0" y="12"/>
                      <a:pt x="5" y="21"/>
                      <a:pt x="1" y="28"/>
                    </a:cubicBezTo>
                    <a:cubicBezTo>
                      <a:pt x="4" y="22"/>
                      <a:pt x="5" y="18"/>
                      <a:pt x="7" y="12"/>
                    </a:cubicBezTo>
                    <a:cubicBezTo>
                      <a:pt x="9" y="5"/>
                      <a:pt x="12" y="6"/>
                      <a:pt x="18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9" name="Freeform 775">
                <a:extLst>
                  <a:ext uri="{FF2B5EF4-FFF2-40B4-BE49-F238E27FC236}">
                    <a16:creationId xmlns:a16="http://schemas.microsoft.com/office/drawing/2014/main" id="{9BA667A0-E297-4654-83F3-2CB4A3A72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947"/>
                <a:ext cx="8" cy="12"/>
              </a:xfrm>
              <a:custGeom>
                <a:avLst/>
                <a:gdLst>
                  <a:gd name="T0" fmla="*/ 3 w 14"/>
                  <a:gd name="T1" fmla="*/ 0 h 22"/>
                  <a:gd name="T2" fmla="*/ 1 w 14"/>
                  <a:gd name="T3" fmla="*/ 1 h 22"/>
                  <a:gd name="T4" fmla="*/ 1 w 14"/>
                  <a:gd name="T5" fmla="*/ 4 h 22"/>
                  <a:gd name="T6" fmla="*/ 2 w 14"/>
                  <a:gd name="T7" fmla="*/ 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14" y="0"/>
                    </a:moveTo>
                    <a:cubicBezTo>
                      <a:pt x="10" y="0"/>
                      <a:pt x="5" y="0"/>
                      <a:pt x="2" y="4"/>
                    </a:cubicBezTo>
                    <a:cubicBezTo>
                      <a:pt x="0" y="8"/>
                      <a:pt x="2" y="17"/>
                      <a:pt x="3" y="22"/>
                    </a:cubicBezTo>
                    <a:cubicBezTo>
                      <a:pt x="3" y="16"/>
                      <a:pt x="5" y="3"/>
                      <a:pt x="13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0" name="Freeform 776">
                <a:extLst>
                  <a:ext uri="{FF2B5EF4-FFF2-40B4-BE49-F238E27FC236}">
                    <a16:creationId xmlns:a16="http://schemas.microsoft.com/office/drawing/2014/main" id="{DDC2114D-0F2E-41AA-889C-7082E0E58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3090"/>
                <a:ext cx="18" cy="7"/>
              </a:xfrm>
              <a:custGeom>
                <a:avLst/>
                <a:gdLst>
                  <a:gd name="T0" fmla="*/ 0 w 33"/>
                  <a:gd name="T1" fmla="*/ 1 h 12"/>
                  <a:gd name="T2" fmla="*/ 5 w 33"/>
                  <a:gd name="T3" fmla="*/ 2 h 12"/>
                  <a:gd name="T4" fmla="*/ 1 w 33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2">
                    <a:moveTo>
                      <a:pt x="0" y="2"/>
                    </a:moveTo>
                    <a:cubicBezTo>
                      <a:pt x="10" y="6"/>
                      <a:pt x="25" y="0"/>
                      <a:pt x="33" y="12"/>
                    </a:cubicBezTo>
                    <a:cubicBezTo>
                      <a:pt x="26" y="7"/>
                      <a:pt x="15" y="6"/>
                      <a:pt x="7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1" name="Freeform 777">
                <a:extLst>
                  <a:ext uri="{FF2B5EF4-FFF2-40B4-BE49-F238E27FC236}">
                    <a16:creationId xmlns:a16="http://schemas.microsoft.com/office/drawing/2014/main" id="{9F4DBFC3-CFC6-4F8A-827E-43699309E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3119"/>
                <a:ext cx="25" cy="18"/>
              </a:xfrm>
              <a:custGeom>
                <a:avLst/>
                <a:gdLst>
                  <a:gd name="T0" fmla="*/ 8 w 45"/>
                  <a:gd name="T1" fmla="*/ 1 h 32"/>
                  <a:gd name="T2" fmla="*/ 2 w 45"/>
                  <a:gd name="T3" fmla="*/ 1 h 32"/>
                  <a:gd name="T4" fmla="*/ 1 w 45"/>
                  <a:gd name="T5" fmla="*/ 6 h 32"/>
                  <a:gd name="T6" fmla="*/ 5 w 45"/>
                  <a:gd name="T7" fmla="*/ 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2">
                    <a:moveTo>
                      <a:pt x="45" y="5"/>
                    </a:moveTo>
                    <a:cubicBezTo>
                      <a:pt x="35" y="2"/>
                      <a:pt x="21" y="0"/>
                      <a:pt x="11" y="4"/>
                    </a:cubicBezTo>
                    <a:cubicBezTo>
                      <a:pt x="1" y="8"/>
                      <a:pt x="0" y="25"/>
                      <a:pt x="7" y="32"/>
                    </a:cubicBezTo>
                    <a:cubicBezTo>
                      <a:pt x="4" y="14"/>
                      <a:pt x="12" y="5"/>
                      <a:pt x="31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2" name="Freeform 778">
                <a:extLst>
                  <a:ext uri="{FF2B5EF4-FFF2-40B4-BE49-F238E27FC236}">
                    <a16:creationId xmlns:a16="http://schemas.microsoft.com/office/drawing/2014/main" id="{A70DC215-1434-42D2-B437-A7C62CDE4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3145"/>
                <a:ext cx="28" cy="30"/>
              </a:xfrm>
              <a:custGeom>
                <a:avLst/>
                <a:gdLst>
                  <a:gd name="T0" fmla="*/ 9 w 50"/>
                  <a:gd name="T1" fmla="*/ 1 h 51"/>
                  <a:gd name="T2" fmla="*/ 2 w 50"/>
                  <a:gd name="T3" fmla="*/ 2 h 51"/>
                  <a:gd name="T4" fmla="*/ 3 w 50"/>
                  <a:gd name="T5" fmla="*/ 11 h 51"/>
                  <a:gd name="T6" fmla="*/ 7 w 50"/>
                  <a:gd name="T7" fmla="*/ 1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51">
                    <a:moveTo>
                      <a:pt x="50" y="5"/>
                    </a:moveTo>
                    <a:cubicBezTo>
                      <a:pt x="37" y="5"/>
                      <a:pt x="24" y="0"/>
                      <a:pt x="12" y="10"/>
                    </a:cubicBezTo>
                    <a:cubicBezTo>
                      <a:pt x="0" y="21"/>
                      <a:pt x="15" y="40"/>
                      <a:pt x="20" y="51"/>
                    </a:cubicBezTo>
                    <a:cubicBezTo>
                      <a:pt x="10" y="28"/>
                      <a:pt x="13" y="9"/>
                      <a:pt x="4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3" name="Freeform 779">
                <a:extLst>
                  <a:ext uri="{FF2B5EF4-FFF2-40B4-BE49-F238E27FC236}">
                    <a16:creationId xmlns:a16="http://schemas.microsoft.com/office/drawing/2014/main" id="{E4D2FD95-BFB0-4404-A8D8-212AF5FE2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178"/>
                <a:ext cx="19" cy="39"/>
              </a:xfrm>
              <a:custGeom>
                <a:avLst/>
                <a:gdLst>
                  <a:gd name="T0" fmla="*/ 6 w 34"/>
                  <a:gd name="T1" fmla="*/ 1 h 67"/>
                  <a:gd name="T2" fmla="*/ 1 w 34"/>
                  <a:gd name="T3" fmla="*/ 5 h 67"/>
                  <a:gd name="T4" fmla="*/ 2 w 34"/>
                  <a:gd name="T5" fmla="*/ 10 h 67"/>
                  <a:gd name="T6" fmla="*/ 4 w 34"/>
                  <a:gd name="T7" fmla="*/ 13 h 67"/>
                  <a:gd name="T8" fmla="*/ 2 w 34"/>
                  <a:gd name="T9" fmla="*/ 6 h 67"/>
                  <a:gd name="T10" fmla="*/ 6 w 34"/>
                  <a:gd name="T11" fmla="*/ 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7">
                    <a:moveTo>
                      <a:pt x="34" y="1"/>
                    </a:moveTo>
                    <a:cubicBezTo>
                      <a:pt x="21" y="0"/>
                      <a:pt x="0" y="11"/>
                      <a:pt x="2" y="25"/>
                    </a:cubicBezTo>
                    <a:cubicBezTo>
                      <a:pt x="3" y="33"/>
                      <a:pt x="9" y="45"/>
                      <a:pt x="14" y="51"/>
                    </a:cubicBezTo>
                    <a:cubicBezTo>
                      <a:pt x="19" y="57"/>
                      <a:pt x="25" y="59"/>
                      <a:pt x="26" y="67"/>
                    </a:cubicBezTo>
                    <a:cubicBezTo>
                      <a:pt x="24" y="53"/>
                      <a:pt x="12" y="43"/>
                      <a:pt x="11" y="29"/>
                    </a:cubicBezTo>
                    <a:cubicBezTo>
                      <a:pt x="9" y="16"/>
                      <a:pt x="20" y="9"/>
                      <a:pt x="3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4" name="Freeform 780">
                <a:extLst>
                  <a:ext uri="{FF2B5EF4-FFF2-40B4-BE49-F238E27FC236}">
                    <a16:creationId xmlns:a16="http://schemas.microsoft.com/office/drawing/2014/main" id="{FF3825B5-27C6-41EB-9FFC-7B7DD6FA3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206"/>
                <a:ext cx="39" cy="18"/>
              </a:xfrm>
              <a:custGeom>
                <a:avLst/>
                <a:gdLst>
                  <a:gd name="T0" fmla="*/ 0 w 71"/>
                  <a:gd name="T1" fmla="*/ 6 h 32"/>
                  <a:gd name="T2" fmla="*/ 5 w 71"/>
                  <a:gd name="T3" fmla="*/ 1 h 32"/>
                  <a:gd name="T4" fmla="*/ 12 w 71"/>
                  <a:gd name="T5" fmla="*/ 5 h 32"/>
                  <a:gd name="T6" fmla="*/ 7 w 71"/>
                  <a:gd name="T7" fmla="*/ 2 h 32"/>
                  <a:gd name="T8" fmla="*/ 3 w 71"/>
                  <a:gd name="T9" fmla="*/ 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2">
                    <a:moveTo>
                      <a:pt x="0" y="32"/>
                    </a:moveTo>
                    <a:cubicBezTo>
                      <a:pt x="3" y="19"/>
                      <a:pt x="18" y="3"/>
                      <a:pt x="31" y="1"/>
                    </a:cubicBezTo>
                    <a:cubicBezTo>
                      <a:pt x="44" y="0"/>
                      <a:pt x="68" y="17"/>
                      <a:pt x="71" y="29"/>
                    </a:cubicBezTo>
                    <a:cubicBezTo>
                      <a:pt x="64" y="21"/>
                      <a:pt x="51" y="13"/>
                      <a:pt x="40" y="9"/>
                    </a:cubicBezTo>
                    <a:cubicBezTo>
                      <a:pt x="30" y="4"/>
                      <a:pt x="27" y="11"/>
                      <a:pt x="18" y="1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5" name="Freeform 781">
                <a:extLst>
                  <a:ext uri="{FF2B5EF4-FFF2-40B4-BE49-F238E27FC236}">
                    <a16:creationId xmlns:a16="http://schemas.microsoft.com/office/drawing/2014/main" id="{849DF5E0-8031-445D-A318-CFD1948C0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3064"/>
                <a:ext cx="14" cy="17"/>
              </a:xfrm>
              <a:custGeom>
                <a:avLst/>
                <a:gdLst>
                  <a:gd name="T0" fmla="*/ 4 w 25"/>
                  <a:gd name="T1" fmla="*/ 1 h 30"/>
                  <a:gd name="T2" fmla="*/ 1 w 25"/>
                  <a:gd name="T3" fmla="*/ 1 h 30"/>
                  <a:gd name="T4" fmla="*/ 1 w 25"/>
                  <a:gd name="T5" fmla="*/ 6 h 30"/>
                  <a:gd name="T6" fmla="*/ 2 w 25"/>
                  <a:gd name="T7" fmla="*/ 2 h 30"/>
                  <a:gd name="T8" fmla="*/ 4 w 25"/>
                  <a:gd name="T9" fmla="*/ 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25" y="2"/>
                    </a:moveTo>
                    <a:cubicBezTo>
                      <a:pt x="18" y="1"/>
                      <a:pt x="10" y="0"/>
                      <a:pt x="5" y="7"/>
                    </a:cubicBezTo>
                    <a:cubicBezTo>
                      <a:pt x="0" y="13"/>
                      <a:pt x="2" y="23"/>
                      <a:pt x="7" y="30"/>
                    </a:cubicBezTo>
                    <a:cubicBezTo>
                      <a:pt x="4" y="18"/>
                      <a:pt x="7" y="18"/>
                      <a:pt x="13" y="10"/>
                    </a:cubicBezTo>
                    <a:cubicBezTo>
                      <a:pt x="18" y="3"/>
                      <a:pt x="16" y="3"/>
                      <a:pt x="25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6" name="Freeform 782">
                <a:extLst>
                  <a:ext uri="{FF2B5EF4-FFF2-40B4-BE49-F238E27FC236}">
                    <a16:creationId xmlns:a16="http://schemas.microsoft.com/office/drawing/2014/main" id="{6C9E2D38-B3BC-4457-95D3-825D5C68C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040"/>
                <a:ext cx="15" cy="14"/>
              </a:xfrm>
              <a:custGeom>
                <a:avLst/>
                <a:gdLst>
                  <a:gd name="T0" fmla="*/ 4 w 27"/>
                  <a:gd name="T1" fmla="*/ 1 h 25"/>
                  <a:gd name="T2" fmla="*/ 1 w 27"/>
                  <a:gd name="T3" fmla="*/ 1 h 25"/>
                  <a:gd name="T4" fmla="*/ 1 w 27"/>
                  <a:gd name="T5" fmla="*/ 4 h 25"/>
                  <a:gd name="T6" fmla="*/ 4 w 27"/>
                  <a:gd name="T7" fmla="*/ 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5">
                    <a:moveTo>
                      <a:pt x="27" y="3"/>
                    </a:moveTo>
                    <a:cubicBezTo>
                      <a:pt x="20" y="4"/>
                      <a:pt x="14" y="0"/>
                      <a:pt x="8" y="3"/>
                    </a:cubicBezTo>
                    <a:cubicBezTo>
                      <a:pt x="0" y="7"/>
                      <a:pt x="1" y="19"/>
                      <a:pt x="4" y="25"/>
                    </a:cubicBezTo>
                    <a:cubicBezTo>
                      <a:pt x="7" y="13"/>
                      <a:pt x="10" y="9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7" name="Freeform 783">
                <a:extLst>
                  <a:ext uri="{FF2B5EF4-FFF2-40B4-BE49-F238E27FC236}">
                    <a16:creationId xmlns:a16="http://schemas.microsoft.com/office/drawing/2014/main" id="{AAADA4BC-644E-41BD-83A9-910FDB4A0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028"/>
                <a:ext cx="11" cy="26"/>
              </a:xfrm>
              <a:custGeom>
                <a:avLst/>
                <a:gdLst>
                  <a:gd name="T0" fmla="*/ 3 w 20"/>
                  <a:gd name="T1" fmla="*/ 0 h 43"/>
                  <a:gd name="T2" fmla="*/ 1 w 20"/>
                  <a:gd name="T3" fmla="*/ 2 h 43"/>
                  <a:gd name="T4" fmla="*/ 1 w 20"/>
                  <a:gd name="T5" fmla="*/ 10 h 43"/>
                  <a:gd name="T6" fmla="*/ 1 w 20"/>
                  <a:gd name="T7" fmla="*/ 4 h 43"/>
                  <a:gd name="T8" fmla="*/ 3 w 20"/>
                  <a:gd name="T9" fmla="*/ 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3">
                    <a:moveTo>
                      <a:pt x="20" y="0"/>
                    </a:moveTo>
                    <a:cubicBezTo>
                      <a:pt x="13" y="4"/>
                      <a:pt x="6" y="3"/>
                      <a:pt x="3" y="12"/>
                    </a:cubicBezTo>
                    <a:cubicBezTo>
                      <a:pt x="0" y="22"/>
                      <a:pt x="2" y="34"/>
                      <a:pt x="6" y="43"/>
                    </a:cubicBezTo>
                    <a:cubicBezTo>
                      <a:pt x="9" y="36"/>
                      <a:pt x="5" y="25"/>
                      <a:pt x="7" y="17"/>
                    </a:cubicBezTo>
                    <a:cubicBezTo>
                      <a:pt x="10" y="9"/>
                      <a:pt x="13" y="6"/>
                      <a:pt x="20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8" name="Freeform 784">
                <a:extLst>
                  <a:ext uri="{FF2B5EF4-FFF2-40B4-BE49-F238E27FC236}">
                    <a16:creationId xmlns:a16="http://schemas.microsoft.com/office/drawing/2014/main" id="{AFB17ABA-2225-48C8-9628-4AB4E607B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3058"/>
                <a:ext cx="16" cy="29"/>
              </a:xfrm>
              <a:custGeom>
                <a:avLst/>
                <a:gdLst>
                  <a:gd name="T0" fmla="*/ 5 w 30"/>
                  <a:gd name="T1" fmla="*/ 0 h 49"/>
                  <a:gd name="T2" fmla="*/ 2 w 30"/>
                  <a:gd name="T3" fmla="*/ 3 h 49"/>
                  <a:gd name="T4" fmla="*/ 1 w 30"/>
                  <a:gd name="T5" fmla="*/ 10 h 49"/>
                  <a:gd name="T6" fmla="*/ 4 w 30"/>
                  <a:gd name="T7" fmla="*/ 1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9">
                    <a:moveTo>
                      <a:pt x="30" y="0"/>
                    </a:moveTo>
                    <a:cubicBezTo>
                      <a:pt x="21" y="4"/>
                      <a:pt x="14" y="5"/>
                      <a:pt x="9" y="14"/>
                    </a:cubicBezTo>
                    <a:cubicBezTo>
                      <a:pt x="6" y="21"/>
                      <a:pt x="0" y="44"/>
                      <a:pt x="6" y="49"/>
                    </a:cubicBezTo>
                    <a:cubicBezTo>
                      <a:pt x="7" y="34"/>
                      <a:pt x="12" y="6"/>
                      <a:pt x="2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9" name="Freeform 785">
                <a:extLst>
                  <a:ext uri="{FF2B5EF4-FFF2-40B4-BE49-F238E27FC236}">
                    <a16:creationId xmlns:a16="http://schemas.microsoft.com/office/drawing/2014/main" id="{BE80DA08-21F2-432B-B95B-7A4CA6B17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3097"/>
                <a:ext cx="18" cy="24"/>
              </a:xfrm>
              <a:custGeom>
                <a:avLst/>
                <a:gdLst>
                  <a:gd name="T0" fmla="*/ 6 w 32"/>
                  <a:gd name="T1" fmla="*/ 1 h 41"/>
                  <a:gd name="T2" fmla="*/ 1 w 32"/>
                  <a:gd name="T3" fmla="*/ 1 h 41"/>
                  <a:gd name="T4" fmla="*/ 1 w 32"/>
                  <a:gd name="T5" fmla="*/ 8 h 41"/>
                  <a:gd name="T6" fmla="*/ 2 w 32"/>
                  <a:gd name="T7" fmla="*/ 2 h 41"/>
                  <a:gd name="T8" fmla="*/ 5 w 32"/>
                  <a:gd name="T9" fmla="*/ 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1">
                    <a:moveTo>
                      <a:pt x="32" y="2"/>
                    </a:moveTo>
                    <a:cubicBezTo>
                      <a:pt x="26" y="0"/>
                      <a:pt x="12" y="0"/>
                      <a:pt x="6" y="6"/>
                    </a:cubicBezTo>
                    <a:cubicBezTo>
                      <a:pt x="0" y="12"/>
                      <a:pt x="0" y="34"/>
                      <a:pt x="5" y="41"/>
                    </a:cubicBezTo>
                    <a:cubicBezTo>
                      <a:pt x="6" y="30"/>
                      <a:pt x="3" y="21"/>
                      <a:pt x="10" y="12"/>
                    </a:cubicBezTo>
                    <a:cubicBezTo>
                      <a:pt x="13" y="7"/>
                      <a:pt x="20" y="2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0" name="Freeform 786">
                <a:extLst>
                  <a:ext uri="{FF2B5EF4-FFF2-40B4-BE49-F238E27FC236}">
                    <a16:creationId xmlns:a16="http://schemas.microsoft.com/office/drawing/2014/main" id="{648EF2B6-D24A-42C7-B8E3-61988DAA6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3129"/>
                <a:ext cx="14" cy="21"/>
              </a:xfrm>
              <a:custGeom>
                <a:avLst/>
                <a:gdLst>
                  <a:gd name="T0" fmla="*/ 4 w 26"/>
                  <a:gd name="T1" fmla="*/ 1 h 35"/>
                  <a:gd name="T2" fmla="*/ 1 w 26"/>
                  <a:gd name="T3" fmla="*/ 1 h 35"/>
                  <a:gd name="T4" fmla="*/ 1 w 26"/>
                  <a:gd name="T5" fmla="*/ 8 h 35"/>
                  <a:gd name="T6" fmla="*/ 3 w 26"/>
                  <a:gd name="T7" fmla="*/ 1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5">
                    <a:moveTo>
                      <a:pt x="26" y="2"/>
                    </a:moveTo>
                    <a:cubicBezTo>
                      <a:pt x="18" y="0"/>
                      <a:pt x="12" y="0"/>
                      <a:pt x="6" y="7"/>
                    </a:cubicBezTo>
                    <a:cubicBezTo>
                      <a:pt x="0" y="14"/>
                      <a:pt x="0" y="27"/>
                      <a:pt x="5" y="35"/>
                    </a:cubicBezTo>
                    <a:cubicBezTo>
                      <a:pt x="3" y="22"/>
                      <a:pt x="8" y="4"/>
                      <a:pt x="22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1" name="Freeform 787">
                <a:extLst>
                  <a:ext uri="{FF2B5EF4-FFF2-40B4-BE49-F238E27FC236}">
                    <a16:creationId xmlns:a16="http://schemas.microsoft.com/office/drawing/2014/main" id="{D5D3D43A-E61A-411D-8843-83E8CAFE2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3160"/>
                <a:ext cx="13" cy="24"/>
              </a:xfrm>
              <a:custGeom>
                <a:avLst/>
                <a:gdLst>
                  <a:gd name="T0" fmla="*/ 4 w 23"/>
                  <a:gd name="T1" fmla="*/ 0 h 41"/>
                  <a:gd name="T2" fmla="*/ 1 w 23"/>
                  <a:gd name="T3" fmla="*/ 2 h 41"/>
                  <a:gd name="T4" fmla="*/ 1 w 23"/>
                  <a:gd name="T5" fmla="*/ 8 h 41"/>
                  <a:gd name="T6" fmla="*/ 1 w 23"/>
                  <a:gd name="T7" fmla="*/ 4 h 41"/>
                  <a:gd name="T8" fmla="*/ 4 w 23"/>
                  <a:gd name="T9" fmla="*/ 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23" y="0"/>
                    </a:moveTo>
                    <a:cubicBezTo>
                      <a:pt x="15" y="1"/>
                      <a:pt x="10" y="0"/>
                      <a:pt x="6" y="8"/>
                    </a:cubicBezTo>
                    <a:cubicBezTo>
                      <a:pt x="1" y="18"/>
                      <a:pt x="0" y="31"/>
                      <a:pt x="5" y="41"/>
                    </a:cubicBezTo>
                    <a:cubicBezTo>
                      <a:pt x="7" y="35"/>
                      <a:pt x="5" y="27"/>
                      <a:pt x="7" y="20"/>
                    </a:cubicBezTo>
                    <a:cubicBezTo>
                      <a:pt x="10" y="10"/>
                      <a:pt x="13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2" name="Freeform 788">
                <a:extLst>
                  <a:ext uri="{FF2B5EF4-FFF2-40B4-BE49-F238E27FC236}">
                    <a16:creationId xmlns:a16="http://schemas.microsoft.com/office/drawing/2014/main" id="{17BB018F-33C0-41FA-BAC0-056F1492B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3193"/>
                <a:ext cx="14" cy="31"/>
              </a:xfrm>
              <a:custGeom>
                <a:avLst/>
                <a:gdLst>
                  <a:gd name="T0" fmla="*/ 4 w 26"/>
                  <a:gd name="T1" fmla="*/ 0 h 54"/>
                  <a:gd name="T2" fmla="*/ 4 w 26"/>
                  <a:gd name="T3" fmla="*/ 10 h 54"/>
                  <a:gd name="T4" fmla="*/ 4 w 26"/>
                  <a:gd name="T5" fmla="*/ 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4">
                    <a:moveTo>
                      <a:pt x="24" y="0"/>
                    </a:moveTo>
                    <a:cubicBezTo>
                      <a:pt x="0" y="10"/>
                      <a:pt x="14" y="40"/>
                      <a:pt x="26" y="54"/>
                    </a:cubicBezTo>
                    <a:cubicBezTo>
                      <a:pt x="21" y="44"/>
                      <a:pt x="8" y="8"/>
                      <a:pt x="24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3" name="Freeform 789">
                <a:extLst>
                  <a:ext uri="{FF2B5EF4-FFF2-40B4-BE49-F238E27FC236}">
                    <a16:creationId xmlns:a16="http://schemas.microsoft.com/office/drawing/2014/main" id="{793B2BA6-3092-4D5B-B345-B72AAE69C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3228"/>
                <a:ext cx="8" cy="26"/>
              </a:xfrm>
              <a:custGeom>
                <a:avLst/>
                <a:gdLst>
                  <a:gd name="T0" fmla="*/ 2 w 15"/>
                  <a:gd name="T1" fmla="*/ 0 h 45"/>
                  <a:gd name="T2" fmla="*/ 2 w 15"/>
                  <a:gd name="T3" fmla="*/ 9 h 45"/>
                  <a:gd name="T4" fmla="*/ 2 w 15"/>
                  <a:gd name="T5" fmla="*/ 1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5">
                    <a:moveTo>
                      <a:pt x="12" y="0"/>
                    </a:moveTo>
                    <a:cubicBezTo>
                      <a:pt x="0" y="12"/>
                      <a:pt x="0" y="35"/>
                      <a:pt x="15" y="45"/>
                    </a:cubicBezTo>
                    <a:cubicBezTo>
                      <a:pt x="7" y="37"/>
                      <a:pt x="6" y="17"/>
                      <a:pt x="11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4" name="Freeform 790">
                <a:extLst>
                  <a:ext uri="{FF2B5EF4-FFF2-40B4-BE49-F238E27FC236}">
                    <a16:creationId xmlns:a16="http://schemas.microsoft.com/office/drawing/2014/main" id="{ABC04284-403E-4D01-92D4-2C67A4F22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952"/>
                <a:ext cx="12" cy="3"/>
              </a:xfrm>
              <a:custGeom>
                <a:avLst/>
                <a:gdLst>
                  <a:gd name="T0" fmla="*/ 0 w 22"/>
                  <a:gd name="T1" fmla="*/ 1 h 6"/>
                  <a:gd name="T2" fmla="*/ 4 w 22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">
                    <a:moveTo>
                      <a:pt x="0" y="3"/>
                    </a:moveTo>
                    <a:cubicBezTo>
                      <a:pt x="6" y="1"/>
                      <a:pt x="17" y="0"/>
                      <a:pt x="22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5" name="Freeform 791">
                <a:extLst>
                  <a:ext uri="{FF2B5EF4-FFF2-40B4-BE49-F238E27FC236}">
                    <a16:creationId xmlns:a16="http://schemas.microsoft.com/office/drawing/2014/main" id="{7696449A-B1CC-43BC-B71C-2C729E3A7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924"/>
                <a:ext cx="16" cy="14"/>
              </a:xfrm>
              <a:custGeom>
                <a:avLst/>
                <a:gdLst>
                  <a:gd name="T0" fmla="*/ 5 w 28"/>
                  <a:gd name="T1" fmla="*/ 1 h 24"/>
                  <a:gd name="T2" fmla="*/ 2 w 28"/>
                  <a:gd name="T3" fmla="*/ 1 h 24"/>
                  <a:gd name="T4" fmla="*/ 1 w 28"/>
                  <a:gd name="T5" fmla="*/ 2 h 24"/>
                  <a:gd name="T6" fmla="*/ 1 w 28"/>
                  <a:gd name="T7" fmla="*/ 5 h 24"/>
                  <a:gd name="T8" fmla="*/ 1 w 28"/>
                  <a:gd name="T9" fmla="*/ 2 h 24"/>
                  <a:gd name="T10" fmla="*/ 4 w 28"/>
                  <a:gd name="T11" fmla="*/ 1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4">
                    <a:moveTo>
                      <a:pt x="28" y="4"/>
                    </a:moveTo>
                    <a:cubicBezTo>
                      <a:pt x="23" y="1"/>
                      <a:pt x="13" y="0"/>
                      <a:pt x="8" y="2"/>
                    </a:cubicBezTo>
                    <a:cubicBezTo>
                      <a:pt x="5" y="4"/>
                      <a:pt x="2" y="7"/>
                      <a:pt x="1" y="10"/>
                    </a:cubicBezTo>
                    <a:cubicBezTo>
                      <a:pt x="0" y="13"/>
                      <a:pt x="0" y="21"/>
                      <a:pt x="1" y="24"/>
                    </a:cubicBezTo>
                    <a:cubicBezTo>
                      <a:pt x="4" y="20"/>
                      <a:pt x="4" y="14"/>
                      <a:pt x="6" y="11"/>
                    </a:cubicBezTo>
                    <a:cubicBezTo>
                      <a:pt x="10" y="6"/>
                      <a:pt x="16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6" name="Freeform 792">
                <a:extLst>
                  <a:ext uri="{FF2B5EF4-FFF2-40B4-BE49-F238E27FC236}">
                    <a16:creationId xmlns:a16="http://schemas.microsoft.com/office/drawing/2014/main" id="{BC2404A5-0531-478F-8137-67D7F35CF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904"/>
                <a:ext cx="12" cy="13"/>
              </a:xfrm>
              <a:custGeom>
                <a:avLst/>
                <a:gdLst>
                  <a:gd name="T0" fmla="*/ 3 w 23"/>
                  <a:gd name="T1" fmla="*/ 1 h 23"/>
                  <a:gd name="T2" fmla="*/ 1 w 23"/>
                  <a:gd name="T3" fmla="*/ 1 h 23"/>
                  <a:gd name="T4" fmla="*/ 0 w 23"/>
                  <a:gd name="T5" fmla="*/ 4 h 23"/>
                  <a:gd name="T6" fmla="*/ 3 w 23"/>
                  <a:gd name="T7" fmla="*/ 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23" y="4"/>
                    </a:moveTo>
                    <a:cubicBezTo>
                      <a:pt x="18" y="0"/>
                      <a:pt x="10" y="1"/>
                      <a:pt x="6" y="4"/>
                    </a:cubicBezTo>
                    <a:cubicBezTo>
                      <a:pt x="0" y="9"/>
                      <a:pt x="2" y="17"/>
                      <a:pt x="0" y="23"/>
                    </a:cubicBezTo>
                    <a:cubicBezTo>
                      <a:pt x="4" y="14"/>
                      <a:pt x="12" y="2"/>
                      <a:pt x="23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7" name="Freeform 793">
                <a:extLst>
                  <a:ext uri="{FF2B5EF4-FFF2-40B4-BE49-F238E27FC236}">
                    <a16:creationId xmlns:a16="http://schemas.microsoft.com/office/drawing/2014/main" id="{69FE6407-F9D9-431A-9A46-E814991C1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945"/>
                <a:ext cx="14" cy="17"/>
              </a:xfrm>
              <a:custGeom>
                <a:avLst/>
                <a:gdLst>
                  <a:gd name="T0" fmla="*/ 5 w 24"/>
                  <a:gd name="T1" fmla="*/ 1 h 29"/>
                  <a:gd name="T2" fmla="*/ 2 w 24"/>
                  <a:gd name="T3" fmla="*/ 1 h 29"/>
                  <a:gd name="T4" fmla="*/ 1 w 24"/>
                  <a:gd name="T5" fmla="*/ 4 h 29"/>
                  <a:gd name="T6" fmla="*/ 0 w 24"/>
                  <a:gd name="T7" fmla="*/ 5 h 29"/>
                  <a:gd name="T8" fmla="*/ 2 w 24"/>
                  <a:gd name="T9" fmla="*/ 6 h 29"/>
                  <a:gd name="T10" fmla="*/ 4 w 24"/>
                  <a:gd name="T11" fmla="*/ 1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9">
                    <a:moveTo>
                      <a:pt x="24" y="6"/>
                    </a:moveTo>
                    <a:cubicBezTo>
                      <a:pt x="19" y="0"/>
                      <a:pt x="12" y="0"/>
                      <a:pt x="9" y="7"/>
                    </a:cubicBezTo>
                    <a:cubicBezTo>
                      <a:pt x="7" y="10"/>
                      <a:pt x="7" y="14"/>
                      <a:pt x="6" y="17"/>
                    </a:cubicBezTo>
                    <a:cubicBezTo>
                      <a:pt x="4" y="20"/>
                      <a:pt x="2" y="22"/>
                      <a:pt x="0" y="25"/>
                    </a:cubicBezTo>
                    <a:cubicBezTo>
                      <a:pt x="3" y="25"/>
                      <a:pt x="6" y="27"/>
                      <a:pt x="8" y="29"/>
                    </a:cubicBezTo>
                    <a:cubicBezTo>
                      <a:pt x="4" y="21"/>
                      <a:pt x="12" y="7"/>
                      <a:pt x="18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8" name="Freeform 794">
                <a:extLst>
                  <a:ext uri="{FF2B5EF4-FFF2-40B4-BE49-F238E27FC236}">
                    <a16:creationId xmlns:a16="http://schemas.microsoft.com/office/drawing/2014/main" id="{99085AB6-21B3-400F-8D1E-664DDE6D5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965"/>
                <a:ext cx="17" cy="27"/>
              </a:xfrm>
              <a:custGeom>
                <a:avLst/>
                <a:gdLst>
                  <a:gd name="T0" fmla="*/ 5 w 32"/>
                  <a:gd name="T1" fmla="*/ 1 h 46"/>
                  <a:gd name="T2" fmla="*/ 3 w 32"/>
                  <a:gd name="T3" fmla="*/ 2 h 46"/>
                  <a:gd name="T4" fmla="*/ 2 w 32"/>
                  <a:gd name="T5" fmla="*/ 5 h 46"/>
                  <a:gd name="T6" fmla="*/ 1 w 32"/>
                  <a:gd name="T7" fmla="*/ 8 h 46"/>
                  <a:gd name="T8" fmla="*/ 0 w 32"/>
                  <a:gd name="T9" fmla="*/ 9 h 46"/>
                  <a:gd name="T10" fmla="*/ 2 w 32"/>
                  <a:gd name="T11" fmla="*/ 8 h 46"/>
                  <a:gd name="T12" fmla="*/ 3 w 32"/>
                  <a:gd name="T13" fmla="*/ 9 h 46"/>
                  <a:gd name="T14" fmla="*/ 4 w 32"/>
                  <a:gd name="T15" fmla="*/ 3 h 46"/>
                  <a:gd name="T16" fmla="*/ 5 w 32"/>
                  <a:gd name="T17" fmla="*/ 1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30" y="4"/>
                    </a:moveTo>
                    <a:cubicBezTo>
                      <a:pt x="26" y="0"/>
                      <a:pt x="21" y="6"/>
                      <a:pt x="19" y="8"/>
                    </a:cubicBezTo>
                    <a:cubicBezTo>
                      <a:pt x="14" y="13"/>
                      <a:pt x="14" y="19"/>
                      <a:pt x="13" y="25"/>
                    </a:cubicBezTo>
                    <a:cubicBezTo>
                      <a:pt x="12" y="30"/>
                      <a:pt x="11" y="34"/>
                      <a:pt x="8" y="38"/>
                    </a:cubicBezTo>
                    <a:cubicBezTo>
                      <a:pt x="6" y="41"/>
                      <a:pt x="1" y="43"/>
                      <a:pt x="0" y="46"/>
                    </a:cubicBezTo>
                    <a:cubicBezTo>
                      <a:pt x="4" y="45"/>
                      <a:pt x="7" y="41"/>
                      <a:pt x="12" y="40"/>
                    </a:cubicBezTo>
                    <a:cubicBezTo>
                      <a:pt x="16" y="39"/>
                      <a:pt x="16" y="42"/>
                      <a:pt x="20" y="43"/>
                    </a:cubicBezTo>
                    <a:cubicBezTo>
                      <a:pt x="12" y="34"/>
                      <a:pt x="14" y="12"/>
                      <a:pt x="29" y="15"/>
                    </a:cubicBezTo>
                    <a:cubicBezTo>
                      <a:pt x="27" y="12"/>
                      <a:pt x="29" y="6"/>
                      <a:pt x="32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9" name="Freeform 795">
                <a:extLst>
                  <a:ext uri="{FF2B5EF4-FFF2-40B4-BE49-F238E27FC236}">
                    <a16:creationId xmlns:a16="http://schemas.microsoft.com/office/drawing/2014/main" id="{C9C3E387-C946-4BDC-A71B-B404A0FA4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998"/>
                <a:ext cx="20" cy="11"/>
              </a:xfrm>
              <a:custGeom>
                <a:avLst/>
                <a:gdLst>
                  <a:gd name="T0" fmla="*/ 0 w 36"/>
                  <a:gd name="T1" fmla="*/ 3 h 19"/>
                  <a:gd name="T2" fmla="*/ 1 w 36"/>
                  <a:gd name="T3" fmla="*/ 3 h 19"/>
                  <a:gd name="T4" fmla="*/ 2 w 36"/>
                  <a:gd name="T5" fmla="*/ 1 h 19"/>
                  <a:gd name="T6" fmla="*/ 6 w 36"/>
                  <a:gd name="T7" fmla="*/ 2 h 19"/>
                  <a:gd name="T8" fmla="*/ 2 w 36"/>
                  <a:gd name="T9" fmla="*/ 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9">
                    <a:moveTo>
                      <a:pt x="0" y="19"/>
                    </a:moveTo>
                    <a:cubicBezTo>
                      <a:pt x="2" y="18"/>
                      <a:pt x="2" y="16"/>
                      <a:pt x="3" y="14"/>
                    </a:cubicBezTo>
                    <a:cubicBezTo>
                      <a:pt x="6" y="10"/>
                      <a:pt x="11" y="8"/>
                      <a:pt x="15" y="7"/>
                    </a:cubicBezTo>
                    <a:cubicBezTo>
                      <a:pt x="20" y="5"/>
                      <a:pt x="34" y="0"/>
                      <a:pt x="36" y="8"/>
                    </a:cubicBezTo>
                    <a:cubicBezTo>
                      <a:pt x="27" y="5"/>
                      <a:pt x="16" y="9"/>
                      <a:pt x="10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0" name="Freeform 796">
                <a:extLst>
                  <a:ext uri="{FF2B5EF4-FFF2-40B4-BE49-F238E27FC236}">
                    <a16:creationId xmlns:a16="http://schemas.microsoft.com/office/drawing/2014/main" id="{AA5A1193-587B-4013-85C7-E4669CF3D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3313"/>
                <a:ext cx="29" cy="121"/>
              </a:xfrm>
              <a:custGeom>
                <a:avLst/>
                <a:gdLst>
                  <a:gd name="T0" fmla="*/ 8 w 52"/>
                  <a:gd name="T1" fmla="*/ 1 h 207"/>
                  <a:gd name="T2" fmla="*/ 8 w 52"/>
                  <a:gd name="T3" fmla="*/ 6 h 207"/>
                  <a:gd name="T4" fmla="*/ 8 w 52"/>
                  <a:gd name="T5" fmla="*/ 12 h 207"/>
                  <a:gd name="T6" fmla="*/ 9 w 52"/>
                  <a:gd name="T7" fmla="*/ 16 h 207"/>
                  <a:gd name="T8" fmla="*/ 6 w 52"/>
                  <a:gd name="T9" fmla="*/ 29 h 207"/>
                  <a:gd name="T10" fmla="*/ 0 w 52"/>
                  <a:gd name="T11" fmla="*/ 42 h 207"/>
                  <a:gd name="T12" fmla="*/ 2 w 52"/>
                  <a:gd name="T13" fmla="*/ 31 h 207"/>
                  <a:gd name="T14" fmla="*/ 6 w 52"/>
                  <a:gd name="T15" fmla="*/ 15 h 207"/>
                  <a:gd name="T16" fmla="*/ 6 w 52"/>
                  <a:gd name="T17" fmla="*/ 4 h 207"/>
                  <a:gd name="T18" fmla="*/ 8 w 52"/>
                  <a:gd name="T19" fmla="*/ 1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07">
                    <a:moveTo>
                      <a:pt x="46" y="4"/>
                    </a:moveTo>
                    <a:cubicBezTo>
                      <a:pt x="52" y="14"/>
                      <a:pt x="49" y="21"/>
                      <a:pt x="46" y="33"/>
                    </a:cubicBezTo>
                    <a:cubicBezTo>
                      <a:pt x="43" y="46"/>
                      <a:pt x="41" y="48"/>
                      <a:pt x="45" y="58"/>
                    </a:cubicBezTo>
                    <a:cubicBezTo>
                      <a:pt x="46" y="62"/>
                      <a:pt x="50" y="69"/>
                      <a:pt x="50" y="81"/>
                    </a:cubicBezTo>
                    <a:cubicBezTo>
                      <a:pt x="51" y="98"/>
                      <a:pt x="46" y="124"/>
                      <a:pt x="35" y="144"/>
                    </a:cubicBezTo>
                    <a:cubicBezTo>
                      <a:pt x="15" y="179"/>
                      <a:pt x="3" y="186"/>
                      <a:pt x="0" y="207"/>
                    </a:cubicBezTo>
                    <a:cubicBezTo>
                      <a:pt x="3" y="186"/>
                      <a:pt x="3" y="174"/>
                      <a:pt x="12" y="156"/>
                    </a:cubicBezTo>
                    <a:cubicBezTo>
                      <a:pt x="21" y="139"/>
                      <a:pt x="44" y="108"/>
                      <a:pt x="36" y="72"/>
                    </a:cubicBezTo>
                    <a:cubicBezTo>
                      <a:pt x="27" y="32"/>
                      <a:pt x="37" y="25"/>
                      <a:pt x="33" y="18"/>
                    </a:cubicBezTo>
                    <a:cubicBezTo>
                      <a:pt x="30" y="12"/>
                      <a:pt x="45" y="0"/>
                      <a:pt x="46" y="4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1" name="Freeform 797">
                <a:extLst>
                  <a:ext uri="{FF2B5EF4-FFF2-40B4-BE49-F238E27FC236}">
                    <a16:creationId xmlns:a16="http://schemas.microsoft.com/office/drawing/2014/main" id="{A75B3498-523E-41AC-A597-88DC1DA8E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3298"/>
                <a:ext cx="88" cy="31"/>
              </a:xfrm>
              <a:custGeom>
                <a:avLst/>
                <a:gdLst>
                  <a:gd name="T0" fmla="*/ 0 w 160"/>
                  <a:gd name="T1" fmla="*/ 4 h 54"/>
                  <a:gd name="T2" fmla="*/ 7 w 160"/>
                  <a:gd name="T3" fmla="*/ 4 h 54"/>
                  <a:gd name="T4" fmla="*/ 18 w 160"/>
                  <a:gd name="T5" fmla="*/ 10 h 54"/>
                  <a:gd name="T6" fmla="*/ 26 w 160"/>
                  <a:gd name="T7" fmla="*/ 8 h 54"/>
                  <a:gd name="T8" fmla="*/ 26 w 160"/>
                  <a:gd name="T9" fmla="*/ 5 h 54"/>
                  <a:gd name="T10" fmla="*/ 21 w 160"/>
                  <a:gd name="T11" fmla="*/ 8 h 54"/>
                  <a:gd name="T12" fmla="*/ 10 w 160"/>
                  <a:gd name="T13" fmla="*/ 5 h 54"/>
                  <a:gd name="T14" fmla="*/ 0 w 160"/>
                  <a:gd name="T15" fmla="*/ 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54">
                    <a:moveTo>
                      <a:pt x="0" y="22"/>
                    </a:moveTo>
                    <a:cubicBezTo>
                      <a:pt x="20" y="10"/>
                      <a:pt x="21" y="14"/>
                      <a:pt x="40" y="23"/>
                    </a:cubicBezTo>
                    <a:cubicBezTo>
                      <a:pt x="58" y="32"/>
                      <a:pt x="78" y="48"/>
                      <a:pt x="109" y="51"/>
                    </a:cubicBezTo>
                    <a:cubicBezTo>
                      <a:pt x="140" y="54"/>
                      <a:pt x="153" y="53"/>
                      <a:pt x="156" y="44"/>
                    </a:cubicBezTo>
                    <a:cubicBezTo>
                      <a:pt x="160" y="36"/>
                      <a:pt x="156" y="28"/>
                      <a:pt x="156" y="28"/>
                    </a:cubicBezTo>
                    <a:cubicBezTo>
                      <a:pt x="156" y="36"/>
                      <a:pt x="150" y="46"/>
                      <a:pt x="126" y="44"/>
                    </a:cubicBezTo>
                    <a:cubicBezTo>
                      <a:pt x="102" y="42"/>
                      <a:pt x="87" y="37"/>
                      <a:pt x="62" y="24"/>
                    </a:cubicBezTo>
                    <a:cubicBezTo>
                      <a:pt x="36" y="10"/>
                      <a:pt x="18" y="0"/>
                      <a:pt x="0" y="22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2" name="Freeform 798">
                <a:extLst>
                  <a:ext uri="{FF2B5EF4-FFF2-40B4-BE49-F238E27FC236}">
                    <a16:creationId xmlns:a16="http://schemas.microsoft.com/office/drawing/2014/main" id="{D7456B83-E3EF-4B6A-9122-12DCDEC3B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3290"/>
                <a:ext cx="26" cy="33"/>
              </a:xfrm>
              <a:custGeom>
                <a:avLst/>
                <a:gdLst>
                  <a:gd name="T0" fmla="*/ 1 w 48"/>
                  <a:gd name="T1" fmla="*/ 8 h 56"/>
                  <a:gd name="T2" fmla="*/ 2 w 48"/>
                  <a:gd name="T3" fmla="*/ 11 h 56"/>
                  <a:gd name="T4" fmla="*/ 5 w 48"/>
                  <a:gd name="T5" fmla="*/ 8 h 56"/>
                  <a:gd name="T6" fmla="*/ 7 w 48"/>
                  <a:gd name="T7" fmla="*/ 0 h 56"/>
                  <a:gd name="T8" fmla="*/ 5 w 48"/>
                  <a:gd name="T9" fmla="*/ 5 h 56"/>
                  <a:gd name="T10" fmla="*/ 1 w 48"/>
                  <a:gd name="T11" fmla="*/ 7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6">
                    <a:moveTo>
                      <a:pt x="3" y="37"/>
                    </a:moveTo>
                    <a:cubicBezTo>
                      <a:pt x="4" y="44"/>
                      <a:pt x="0" y="56"/>
                      <a:pt x="10" y="51"/>
                    </a:cubicBezTo>
                    <a:cubicBezTo>
                      <a:pt x="16" y="49"/>
                      <a:pt x="24" y="42"/>
                      <a:pt x="29" y="37"/>
                    </a:cubicBezTo>
                    <a:cubicBezTo>
                      <a:pt x="40" y="26"/>
                      <a:pt x="48" y="16"/>
                      <a:pt x="41" y="0"/>
                    </a:cubicBezTo>
                    <a:cubicBezTo>
                      <a:pt x="40" y="10"/>
                      <a:pt x="39" y="17"/>
                      <a:pt x="31" y="24"/>
                    </a:cubicBezTo>
                    <a:cubicBezTo>
                      <a:pt x="23" y="32"/>
                      <a:pt x="15" y="31"/>
                      <a:pt x="5" y="3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3" name="Freeform 799">
                <a:extLst>
                  <a:ext uri="{FF2B5EF4-FFF2-40B4-BE49-F238E27FC236}">
                    <a16:creationId xmlns:a16="http://schemas.microsoft.com/office/drawing/2014/main" id="{A125733E-90BE-43AD-B1E5-FA90B2FD5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268"/>
                <a:ext cx="24" cy="25"/>
              </a:xfrm>
              <a:custGeom>
                <a:avLst/>
                <a:gdLst>
                  <a:gd name="T0" fmla="*/ 0 w 44"/>
                  <a:gd name="T1" fmla="*/ 7 h 42"/>
                  <a:gd name="T2" fmla="*/ 2 w 44"/>
                  <a:gd name="T3" fmla="*/ 8 h 42"/>
                  <a:gd name="T4" fmla="*/ 4 w 44"/>
                  <a:gd name="T5" fmla="*/ 7 h 42"/>
                  <a:gd name="T6" fmla="*/ 5 w 44"/>
                  <a:gd name="T7" fmla="*/ 0 h 42"/>
                  <a:gd name="T8" fmla="*/ 1 w 44"/>
                  <a:gd name="T9" fmla="*/ 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2">
                    <a:moveTo>
                      <a:pt x="0" y="31"/>
                    </a:moveTo>
                    <a:cubicBezTo>
                      <a:pt x="3" y="36"/>
                      <a:pt x="3" y="42"/>
                      <a:pt x="10" y="41"/>
                    </a:cubicBezTo>
                    <a:cubicBezTo>
                      <a:pt x="16" y="41"/>
                      <a:pt x="20" y="35"/>
                      <a:pt x="24" y="31"/>
                    </a:cubicBezTo>
                    <a:cubicBezTo>
                      <a:pt x="28" y="25"/>
                      <a:pt x="44" y="6"/>
                      <a:pt x="33" y="0"/>
                    </a:cubicBezTo>
                    <a:cubicBezTo>
                      <a:pt x="37" y="13"/>
                      <a:pt x="21" y="29"/>
                      <a:pt x="8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4" name="Freeform 800">
                <a:extLst>
                  <a:ext uri="{FF2B5EF4-FFF2-40B4-BE49-F238E27FC236}">
                    <a16:creationId xmlns:a16="http://schemas.microsoft.com/office/drawing/2014/main" id="{02F9F2F4-FA50-4FA5-B680-A093BF218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235"/>
                <a:ext cx="20" cy="33"/>
              </a:xfrm>
              <a:custGeom>
                <a:avLst/>
                <a:gdLst>
                  <a:gd name="T0" fmla="*/ 1 w 37"/>
                  <a:gd name="T1" fmla="*/ 9 h 55"/>
                  <a:gd name="T2" fmla="*/ 4 w 37"/>
                  <a:gd name="T3" fmla="*/ 7 h 55"/>
                  <a:gd name="T4" fmla="*/ 6 w 37"/>
                  <a:gd name="T5" fmla="*/ 0 h 55"/>
                  <a:gd name="T6" fmla="*/ 0 w 37"/>
                  <a:gd name="T7" fmla="*/ 9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5">
                    <a:moveTo>
                      <a:pt x="2" y="41"/>
                    </a:moveTo>
                    <a:cubicBezTo>
                      <a:pt x="12" y="55"/>
                      <a:pt x="22" y="39"/>
                      <a:pt x="27" y="31"/>
                    </a:cubicBezTo>
                    <a:cubicBezTo>
                      <a:pt x="33" y="21"/>
                      <a:pt x="34" y="11"/>
                      <a:pt x="37" y="0"/>
                    </a:cubicBezTo>
                    <a:cubicBezTo>
                      <a:pt x="31" y="10"/>
                      <a:pt x="17" y="46"/>
                      <a:pt x="0" y="4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5" name="Freeform 801">
                <a:extLst>
                  <a:ext uri="{FF2B5EF4-FFF2-40B4-BE49-F238E27FC236}">
                    <a16:creationId xmlns:a16="http://schemas.microsoft.com/office/drawing/2014/main" id="{8C2A2383-1DE4-4C0D-83B6-8C3CA67B4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211"/>
                <a:ext cx="11" cy="23"/>
              </a:xfrm>
              <a:custGeom>
                <a:avLst/>
                <a:gdLst>
                  <a:gd name="T0" fmla="*/ 3 w 20"/>
                  <a:gd name="T1" fmla="*/ 0 h 39"/>
                  <a:gd name="T2" fmla="*/ 0 w 20"/>
                  <a:gd name="T3" fmla="*/ 6 h 39"/>
                  <a:gd name="T4" fmla="*/ 2 w 20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9">
                    <a:moveTo>
                      <a:pt x="19" y="0"/>
                    </a:moveTo>
                    <a:cubicBezTo>
                      <a:pt x="20" y="8"/>
                      <a:pt x="15" y="39"/>
                      <a:pt x="0" y="28"/>
                    </a:cubicBezTo>
                    <a:cubicBezTo>
                      <a:pt x="9" y="26"/>
                      <a:pt x="11" y="21"/>
                      <a:pt x="15" y="1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6" name="Freeform 802">
                <a:extLst>
                  <a:ext uri="{FF2B5EF4-FFF2-40B4-BE49-F238E27FC236}">
                    <a16:creationId xmlns:a16="http://schemas.microsoft.com/office/drawing/2014/main" id="{9F0257B3-C93E-4D50-B116-1AB8700E0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3156"/>
                <a:ext cx="8" cy="12"/>
              </a:xfrm>
              <a:custGeom>
                <a:avLst/>
                <a:gdLst>
                  <a:gd name="T0" fmla="*/ 2 w 15"/>
                  <a:gd name="T1" fmla="*/ 0 h 21"/>
                  <a:gd name="T2" fmla="*/ 2 w 15"/>
                  <a:gd name="T3" fmla="*/ 3 h 21"/>
                  <a:gd name="T4" fmla="*/ 0 w 15"/>
                  <a:gd name="T5" fmla="*/ 4 h 21"/>
                  <a:gd name="T6" fmla="*/ 2 w 15"/>
                  <a:gd name="T7" fmla="*/ 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1" y="0"/>
                    </a:moveTo>
                    <a:cubicBezTo>
                      <a:pt x="12" y="4"/>
                      <a:pt x="15" y="13"/>
                      <a:pt x="13" y="17"/>
                    </a:cubicBezTo>
                    <a:cubicBezTo>
                      <a:pt x="10" y="21"/>
                      <a:pt x="5" y="21"/>
                      <a:pt x="0" y="21"/>
                    </a:cubicBezTo>
                    <a:cubicBezTo>
                      <a:pt x="7" y="19"/>
                      <a:pt x="9" y="11"/>
                      <a:pt x="9" y="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7" name="Freeform 803">
                <a:extLst>
                  <a:ext uri="{FF2B5EF4-FFF2-40B4-BE49-F238E27FC236}">
                    <a16:creationId xmlns:a16="http://schemas.microsoft.com/office/drawing/2014/main" id="{9F1387E0-0DA7-439C-9434-33AAF86F8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3102"/>
                <a:ext cx="6" cy="18"/>
              </a:xfrm>
              <a:custGeom>
                <a:avLst/>
                <a:gdLst>
                  <a:gd name="T0" fmla="*/ 1 w 10"/>
                  <a:gd name="T1" fmla="*/ 0 h 30"/>
                  <a:gd name="T2" fmla="*/ 2 w 10"/>
                  <a:gd name="T3" fmla="*/ 4 h 30"/>
                  <a:gd name="T4" fmla="*/ 0 w 10"/>
                  <a:gd name="T5" fmla="*/ 6 h 30"/>
                  <a:gd name="T6" fmla="*/ 2 w 10"/>
                  <a:gd name="T7" fmla="*/ 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7" y="0"/>
                    </a:moveTo>
                    <a:cubicBezTo>
                      <a:pt x="10" y="6"/>
                      <a:pt x="10" y="14"/>
                      <a:pt x="10" y="20"/>
                    </a:cubicBezTo>
                    <a:cubicBezTo>
                      <a:pt x="10" y="30"/>
                      <a:pt x="9" y="27"/>
                      <a:pt x="0" y="29"/>
                    </a:cubicBezTo>
                    <a:cubicBezTo>
                      <a:pt x="9" y="26"/>
                      <a:pt x="6" y="16"/>
                      <a:pt x="9" y="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8" name="Freeform 804">
                <a:extLst>
                  <a:ext uri="{FF2B5EF4-FFF2-40B4-BE49-F238E27FC236}">
                    <a16:creationId xmlns:a16="http://schemas.microsoft.com/office/drawing/2014/main" id="{8CF56808-1F09-4CDB-9273-C6E048A62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129"/>
                <a:ext cx="8" cy="12"/>
              </a:xfrm>
              <a:custGeom>
                <a:avLst/>
                <a:gdLst>
                  <a:gd name="T0" fmla="*/ 2 w 13"/>
                  <a:gd name="T1" fmla="*/ 0 h 20"/>
                  <a:gd name="T2" fmla="*/ 2 w 13"/>
                  <a:gd name="T3" fmla="*/ 4 h 20"/>
                  <a:gd name="T4" fmla="*/ 0 w 13"/>
                  <a:gd name="T5" fmla="*/ 4 h 20"/>
                  <a:gd name="T6" fmla="*/ 2 w 13"/>
                  <a:gd name="T7" fmla="*/ 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9" y="0"/>
                    </a:moveTo>
                    <a:cubicBezTo>
                      <a:pt x="10" y="5"/>
                      <a:pt x="13" y="12"/>
                      <a:pt x="11" y="17"/>
                    </a:cubicBezTo>
                    <a:cubicBezTo>
                      <a:pt x="8" y="20"/>
                      <a:pt x="5" y="19"/>
                      <a:pt x="0" y="20"/>
                    </a:cubicBezTo>
                    <a:cubicBezTo>
                      <a:pt x="7" y="17"/>
                      <a:pt x="9" y="11"/>
                      <a:pt x="9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9" name="Freeform 805">
                <a:extLst>
                  <a:ext uri="{FF2B5EF4-FFF2-40B4-BE49-F238E27FC236}">
                    <a16:creationId xmlns:a16="http://schemas.microsoft.com/office/drawing/2014/main" id="{AE78250B-7702-408D-A83A-BA45C8015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072"/>
                <a:ext cx="10" cy="22"/>
              </a:xfrm>
              <a:custGeom>
                <a:avLst/>
                <a:gdLst>
                  <a:gd name="T0" fmla="*/ 1 w 19"/>
                  <a:gd name="T1" fmla="*/ 0 h 39"/>
                  <a:gd name="T2" fmla="*/ 0 w 19"/>
                  <a:gd name="T3" fmla="*/ 6 h 39"/>
                  <a:gd name="T4" fmla="*/ 1 w 19"/>
                  <a:gd name="T5" fmla="*/ 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8" y="0"/>
                    </a:moveTo>
                    <a:cubicBezTo>
                      <a:pt x="9" y="8"/>
                      <a:pt x="19" y="39"/>
                      <a:pt x="0" y="34"/>
                    </a:cubicBezTo>
                    <a:cubicBezTo>
                      <a:pt x="8" y="29"/>
                      <a:pt x="5" y="18"/>
                      <a:pt x="7" y="1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0" name="Freeform 806">
                <a:extLst>
                  <a:ext uri="{FF2B5EF4-FFF2-40B4-BE49-F238E27FC236}">
                    <a16:creationId xmlns:a16="http://schemas.microsoft.com/office/drawing/2014/main" id="{A1150418-43EB-4140-B2CD-4D42C6B12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047"/>
                <a:ext cx="8" cy="16"/>
              </a:xfrm>
              <a:custGeom>
                <a:avLst/>
                <a:gdLst>
                  <a:gd name="T0" fmla="*/ 2 w 14"/>
                  <a:gd name="T1" fmla="*/ 0 h 28"/>
                  <a:gd name="T2" fmla="*/ 0 w 14"/>
                  <a:gd name="T3" fmla="*/ 5 h 28"/>
                  <a:gd name="T4" fmla="*/ 2 w 14"/>
                  <a:gd name="T5" fmla="*/ 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13" y="0"/>
                    </a:moveTo>
                    <a:cubicBezTo>
                      <a:pt x="14" y="8"/>
                      <a:pt x="13" y="28"/>
                      <a:pt x="0" y="27"/>
                    </a:cubicBezTo>
                    <a:cubicBezTo>
                      <a:pt x="9" y="23"/>
                      <a:pt x="11" y="11"/>
                      <a:pt x="12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1" name="Freeform 807">
                <a:extLst>
                  <a:ext uri="{FF2B5EF4-FFF2-40B4-BE49-F238E27FC236}">
                    <a16:creationId xmlns:a16="http://schemas.microsoft.com/office/drawing/2014/main" id="{16A9DD66-E7BC-462B-BF54-9BB69F6CB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026"/>
                <a:ext cx="5" cy="12"/>
              </a:xfrm>
              <a:custGeom>
                <a:avLst/>
                <a:gdLst>
                  <a:gd name="T0" fmla="*/ 1 w 8"/>
                  <a:gd name="T1" fmla="*/ 0 h 21"/>
                  <a:gd name="T2" fmla="*/ 0 w 8"/>
                  <a:gd name="T3" fmla="*/ 3 h 21"/>
                  <a:gd name="T4" fmla="*/ 1 w 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2" y="0"/>
                    </a:moveTo>
                    <a:cubicBezTo>
                      <a:pt x="3" y="4"/>
                      <a:pt x="8" y="21"/>
                      <a:pt x="0" y="20"/>
                    </a:cubicBezTo>
                    <a:cubicBezTo>
                      <a:pt x="3" y="14"/>
                      <a:pt x="2" y="6"/>
                      <a:pt x="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2" name="Freeform 808">
                <a:extLst>
                  <a:ext uri="{FF2B5EF4-FFF2-40B4-BE49-F238E27FC236}">
                    <a16:creationId xmlns:a16="http://schemas.microsoft.com/office/drawing/2014/main" id="{103AF847-D1AE-4E4D-BAB6-9EEC62000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922"/>
                <a:ext cx="4" cy="17"/>
              </a:xfrm>
              <a:custGeom>
                <a:avLst/>
                <a:gdLst>
                  <a:gd name="T0" fmla="*/ 0 w 7"/>
                  <a:gd name="T1" fmla="*/ 0 h 29"/>
                  <a:gd name="T2" fmla="*/ 0 w 7"/>
                  <a:gd name="T3" fmla="*/ 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cubicBezTo>
                      <a:pt x="7" y="12"/>
                      <a:pt x="3" y="23"/>
                      <a:pt x="0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3" name="Freeform 809">
                <a:extLst>
                  <a:ext uri="{FF2B5EF4-FFF2-40B4-BE49-F238E27FC236}">
                    <a16:creationId xmlns:a16="http://schemas.microsoft.com/office/drawing/2014/main" id="{92CF8C22-0C26-4EE5-961E-B2464B6B9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001"/>
                <a:ext cx="4" cy="12"/>
              </a:xfrm>
              <a:custGeom>
                <a:avLst/>
                <a:gdLst>
                  <a:gd name="T0" fmla="*/ 1 w 7"/>
                  <a:gd name="T1" fmla="*/ 0 h 21"/>
                  <a:gd name="T2" fmla="*/ 0 w 7"/>
                  <a:gd name="T3" fmla="*/ 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7" y="14"/>
                      <a:pt x="5" y="20"/>
                      <a:pt x="0" y="2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4" name="Freeform 810">
                <a:extLst>
                  <a:ext uri="{FF2B5EF4-FFF2-40B4-BE49-F238E27FC236}">
                    <a16:creationId xmlns:a16="http://schemas.microsoft.com/office/drawing/2014/main" id="{D13FC105-28BE-462B-9615-AC74FB669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3013"/>
                <a:ext cx="16" cy="18"/>
              </a:xfrm>
              <a:custGeom>
                <a:avLst/>
                <a:gdLst>
                  <a:gd name="T0" fmla="*/ 0 w 30"/>
                  <a:gd name="T1" fmla="*/ 2 h 32"/>
                  <a:gd name="T2" fmla="*/ 1 w 30"/>
                  <a:gd name="T3" fmla="*/ 6 h 32"/>
                  <a:gd name="T4" fmla="*/ 4 w 30"/>
                  <a:gd name="T5" fmla="*/ 0 h 32"/>
                  <a:gd name="T6" fmla="*/ 2 w 30"/>
                  <a:gd name="T7" fmla="*/ 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0" y="8"/>
                    </a:moveTo>
                    <a:cubicBezTo>
                      <a:pt x="3" y="16"/>
                      <a:pt x="1" y="24"/>
                      <a:pt x="4" y="32"/>
                    </a:cubicBezTo>
                    <a:cubicBezTo>
                      <a:pt x="17" y="28"/>
                      <a:pt x="30" y="14"/>
                      <a:pt x="28" y="0"/>
                    </a:cubicBezTo>
                    <a:cubicBezTo>
                      <a:pt x="27" y="6"/>
                      <a:pt x="19" y="25"/>
                      <a:pt x="11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5" name="Freeform 811">
                <a:extLst>
                  <a:ext uri="{FF2B5EF4-FFF2-40B4-BE49-F238E27FC236}">
                    <a16:creationId xmlns:a16="http://schemas.microsoft.com/office/drawing/2014/main" id="{4FC9226E-DC08-46B8-A1F0-48058093A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995"/>
                <a:ext cx="10" cy="17"/>
              </a:xfrm>
              <a:custGeom>
                <a:avLst/>
                <a:gdLst>
                  <a:gd name="T0" fmla="*/ 0 w 18"/>
                  <a:gd name="T1" fmla="*/ 3 h 29"/>
                  <a:gd name="T2" fmla="*/ 0 w 18"/>
                  <a:gd name="T3" fmla="*/ 6 h 29"/>
                  <a:gd name="T4" fmla="*/ 3 w 18"/>
                  <a:gd name="T5" fmla="*/ 0 h 29"/>
                  <a:gd name="T6" fmla="*/ 1 w 18"/>
                  <a:gd name="T7" fmla="*/ 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9">
                    <a:moveTo>
                      <a:pt x="0" y="14"/>
                    </a:moveTo>
                    <a:cubicBezTo>
                      <a:pt x="0" y="19"/>
                      <a:pt x="0" y="24"/>
                      <a:pt x="0" y="29"/>
                    </a:cubicBezTo>
                    <a:cubicBezTo>
                      <a:pt x="9" y="28"/>
                      <a:pt x="18" y="9"/>
                      <a:pt x="17" y="0"/>
                    </a:cubicBezTo>
                    <a:cubicBezTo>
                      <a:pt x="15" y="6"/>
                      <a:pt x="12" y="17"/>
                      <a:pt x="4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6" name="Freeform 812">
                <a:extLst>
                  <a:ext uri="{FF2B5EF4-FFF2-40B4-BE49-F238E27FC236}">
                    <a16:creationId xmlns:a16="http://schemas.microsoft.com/office/drawing/2014/main" id="{40FE3795-8EAE-49DB-9D77-0265F5285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3021"/>
                <a:ext cx="21" cy="19"/>
              </a:xfrm>
              <a:custGeom>
                <a:avLst/>
                <a:gdLst>
                  <a:gd name="T0" fmla="*/ 1 w 38"/>
                  <a:gd name="T1" fmla="*/ 2 h 31"/>
                  <a:gd name="T2" fmla="*/ 0 w 38"/>
                  <a:gd name="T3" fmla="*/ 7 h 31"/>
                  <a:gd name="T4" fmla="*/ 4 w 38"/>
                  <a:gd name="T5" fmla="*/ 6 h 31"/>
                  <a:gd name="T6" fmla="*/ 6 w 38"/>
                  <a:gd name="T7" fmla="*/ 0 h 31"/>
                  <a:gd name="T8" fmla="*/ 3 w 38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1">
                    <a:moveTo>
                      <a:pt x="3" y="10"/>
                    </a:moveTo>
                    <a:cubicBezTo>
                      <a:pt x="4" y="17"/>
                      <a:pt x="4" y="23"/>
                      <a:pt x="0" y="29"/>
                    </a:cubicBezTo>
                    <a:cubicBezTo>
                      <a:pt x="6" y="31"/>
                      <a:pt x="22" y="26"/>
                      <a:pt x="28" y="23"/>
                    </a:cubicBezTo>
                    <a:cubicBezTo>
                      <a:pt x="38" y="17"/>
                      <a:pt x="35" y="11"/>
                      <a:pt x="34" y="0"/>
                    </a:cubicBezTo>
                    <a:cubicBezTo>
                      <a:pt x="35" y="9"/>
                      <a:pt x="29" y="21"/>
                      <a:pt x="19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7" name="Freeform 813">
                <a:extLst>
                  <a:ext uri="{FF2B5EF4-FFF2-40B4-BE49-F238E27FC236}">
                    <a16:creationId xmlns:a16="http://schemas.microsoft.com/office/drawing/2014/main" id="{4C18950A-AA67-4B4C-B683-6DB4A7035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3030"/>
                <a:ext cx="19" cy="17"/>
              </a:xfrm>
              <a:custGeom>
                <a:avLst/>
                <a:gdLst>
                  <a:gd name="T0" fmla="*/ 0 w 34"/>
                  <a:gd name="T1" fmla="*/ 3 h 29"/>
                  <a:gd name="T2" fmla="*/ 3 w 34"/>
                  <a:gd name="T3" fmla="*/ 5 h 29"/>
                  <a:gd name="T4" fmla="*/ 6 w 34"/>
                  <a:gd name="T5" fmla="*/ 0 h 29"/>
                  <a:gd name="T6" fmla="*/ 2 w 34"/>
                  <a:gd name="T7" fmla="*/ 4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9">
                    <a:moveTo>
                      <a:pt x="0" y="14"/>
                    </a:moveTo>
                    <a:cubicBezTo>
                      <a:pt x="0" y="28"/>
                      <a:pt x="5" y="29"/>
                      <a:pt x="18" y="24"/>
                    </a:cubicBezTo>
                    <a:cubicBezTo>
                      <a:pt x="28" y="20"/>
                      <a:pt x="34" y="11"/>
                      <a:pt x="32" y="0"/>
                    </a:cubicBezTo>
                    <a:cubicBezTo>
                      <a:pt x="34" y="12"/>
                      <a:pt x="25" y="18"/>
                      <a:pt x="14" y="1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8" name="Freeform 814">
                <a:extLst>
                  <a:ext uri="{FF2B5EF4-FFF2-40B4-BE49-F238E27FC236}">
                    <a16:creationId xmlns:a16="http://schemas.microsoft.com/office/drawing/2014/main" id="{A32E102F-068A-495F-B732-135980EFE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035"/>
                <a:ext cx="18" cy="15"/>
              </a:xfrm>
              <a:custGeom>
                <a:avLst/>
                <a:gdLst>
                  <a:gd name="T0" fmla="*/ 1 w 32"/>
                  <a:gd name="T1" fmla="*/ 2 h 25"/>
                  <a:gd name="T2" fmla="*/ 3 w 32"/>
                  <a:gd name="T3" fmla="*/ 5 h 25"/>
                  <a:gd name="T4" fmla="*/ 6 w 32"/>
                  <a:gd name="T5" fmla="*/ 0 h 25"/>
                  <a:gd name="T6" fmla="*/ 2 w 32"/>
                  <a:gd name="T7" fmla="*/ 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1" y="11"/>
                    </a:moveTo>
                    <a:cubicBezTo>
                      <a:pt x="0" y="24"/>
                      <a:pt x="3" y="25"/>
                      <a:pt x="17" y="23"/>
                    </a:cubicBezTo>
                    <a:cubicBezTo>
                      <a:pt x="31" y="20"/>
                      <a:pt x="31" y="14"/>
                      <a:pt x="31" y="0"/>
                    </a:cubicBezTo>
                    <a:cubicBezTo>
                      <a:pt x="32" y="13"/>
                      <a:pt x="26" y="22"/>
                      <a:pt x="13" y="18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9" name="Freeform 815">
                <a:extLst>
                  <a:ext uri="{FF2B5EF4-FFF2-40B4-BE49-F238E27FC236}">
                    <a16:creationId xmlns:a16="http://schemas.microsoft.com/office/drawing/2014/main" id="{70F68F68-E955-428E-87CF-A92B6380D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034"/>
                <a:ext cx="21" cy="18"/>
              </a:xfrm>
              <a:custGeom>
                <a:avLst/>
                <a:gdLst>
                  <a:gd name="T0" fmla="*/ 0 w 38"/>
                  <a:gd name="T1" fmla="*/ 4 h 31"/>
                  <a:gd name="T2" fmla="*/ 4 w 38"/>
                  <a:gd name="T3" fmla="*/ 5 h 31"/>
                  <a:gd name="T4" fmla="*/ 6 w 38"/>
                  <a:gd name="T5" fmla="*/ 0 h 31"/>
                  <a:gd name="T6" fmla="*/ 3 w 38"/>
                  <a:gd name="T7" fmla="*/ 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1">
                    <a:moveTo>
                      <a:pt x="0" y="20"/>
                    </a:moveTo>
                    <a:cubicBezTo>
                      <a:pt x="1" y="30"/>
                      <a:pt x="20" y="31"/>
                      <a:pt x="27" y="28"/>
                    </a:cubicBezTo>
                    <a:cubicBezTo>
                      <a:pt x="38" y="23"/>
                      <a:pt x="37" y="12"/>
                      <a:pt x="36" y="0"/>
                    </a:cubicBezTo>
                    <a:cubicBezTo>
                      <a:pt x="34" y="12"/>
                      <a:pt x="30" y="22"/>
                      <a:pt x="16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0" name="Freeform 816">
                <a:extLst>
                  <a:ext uri="{FF2B5EF4-FFF2-40B4-BE49-F238E27FC236}">
                    <a16:creationId xmlns:a16="http://schemas.microsoft.com/office/drawing/2014/main" id="{10772398-412B-44A7-A3BD-491EBA706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3032"/>
                <a:ext cx="24" cy="18"/>
              </a:xfrm>
              <a:custGeom>
                <a:avLst/>
                <a:gdLst>
                  <a:gd name="T0" fmla="*/ 0 w 44"/>
                  <a:gd name="T1" fmla="*/ 4 h 31"/>
                  <a:gd name="T2" fmla="*/ 5 w 44"/>
                  <a:gd name="T3" fmla="*/ 0 h 31"/>
                  <a:gd name="T4" fmla="*/ 1 w 44"/>
                  <a:gd name="T5" fmla="*/ 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0" y="21"/>
                    </a:moveTo>
                    <a:cubicBezTo>
                      <a:pt x="20" y="25"/>
                      <a:pt x="44" y="31"/>
                      <a:pt x="35" y="0"/>
                    </a:cubicBezTo>
                    <a:cubicBezTo>
                      <a:pt x="37" y="19"/>
                      <a:pt x="20" y="15"/>
                      <a:pt x="8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1" name="Freeform 817">
                <a:extLst>
                  <a:ext uri="{FF2B5EF4-FFF2-40B4-BE49-F238E27FC236}">
                    <a16:creationId xmlns:a16="http://schemas.microsoft.com/office/drawing/2014/main" id="{7094E56F-4031-4531-AFC8-9ACAA7E5B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3028"/>
                <a:ext cx="17" cy="14"/>
              </a:xfrm>
              <a:custGeom>
                <a:avLst/>
                <a:gdLst>
                  <a:gd name="T0" fmla="*/ 0 w 33"/>
                  <a:gd name="T1" fmla="*/ 2 h 24"/>
                  <a:gd name="T2" fmla="*/ 3 w 33"/>
                  <a:gd name="T3" fmla="*/ 5 h 24"/>
                  <a:gd name="T4" fmla="*/ 5 w 33"/>
                  <a:gd name="T5" fmla="*/ 0 h 24"/>
                  <a:gd name="T6" fmla="*/ 1 w 33"/>
                  <a:gd name="T7" fmla="*/ 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4">
                    <a:moveTo>
                      <a:pt x="0" y="11"/>
                    </a:moveTo>
                    <a:cubicBezTo>
                      <a:pt x="8" y="15"/>
                      <a:pt x="13" y="24"/>
                      <a:pt x="23" y="23"/>
                    </a:cubicBezTo>
                    <a:cubicBezTo>
                      <a:pt x="33" y="22"/>
                      <a:pt x="33" y="10"/>
                      <a:pt x="33" y="0"/>
                    </a:cubicBezTo>
                    <a:cubicBezTo>
                      <a:pt x="27" y="19"/>
                      <a:pt x="21" y="17"/>
                      <a:pt x="7" y="1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2" name="Freeform 818">
                <a:extLst>
                  <a:ext uri="{FF2B5EF4-FFF2-40B4-BE49-F238E27FC236}">
                    <a16:creationId xmlns:a16="http://schemas.microsoft.com/office/drawing/2014/main" id="{093ABE1E-A436-4738-8D82-814F9F1D3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3015"/>
                <a:ext cx="23" cy="16"/>
              </a:xfrm>
              <a:custGeom>
                <a:avLst/>
                <a:gdLst>
                  <a:gd name="T0" fmla="*/ 0 w 42"/>
                  <a:gd name="T1" fmla="*/ 1 h 27"/>
                  <a:gd name="T2" fmla="*/ 4 w 42"/>
                  <a:gd name="T3" fmla="*/ 5 h 27"/>
                  <a:gd name="T4" fmla="*/ 7 w 42"/>
                  <a:gd name="T5" fmla="*/ 0 h 27"/>
                  <a:gd name="T6" fmla="*/ 4 w 42"/>
                  <a:gd name="T7" fmla="*/ 2 h 27"/>
                  <a:gd name="T8" fmla="*/ 0 w 42"/>
                  <a:gd name="T9" fmla="*/ 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7">
                    <a:moveTo>
                      <a:pt x="0" y="1"/>
                    </a:moveTo>
                    <a:cubicBezTo>
                      <a:pt x="6" y="7"/>
                      <a:pt x="14" y="23"/>
                      <a:pt x="23" y="25"/>
                    </a:cubicBezTo>
                    <a:cubicBezTo>
                      <a:pt x="36" y="27"/>
                      <a:pt x="28" y="5"/>
                      <a:pt x="42" y="0"/>
                    </a:cubicBezTo>
                    <a:cubicBezTo>
                      <a:pt x="35" y="2"/>
                      <a:pt x="30" y="10"/>
                      <a:pt x="24" y="12"/>
                    </a:cubicBezTo>
                    <a:cubicBezTo>
                      <a:pt x="14" y="15"/>
                      <a:pt x="10" y="4"/>
                      <a:pt x="0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3" name="Freeform 819">
                <a:extLst>
                  <a:ext uri="{FF2B5EF4-FFF2-40B4-BE49-F238E27FC236}">
                    <a16:creationId xmlns:a16="http://schemas.microsoft.com/office/drawing/2014/main" id="{8F53D4F5-1129-4AD6-859D-476AEF52B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994"/>
                <a:ext cx="18" cy="19"/>
              </a:xfrm>
              <a:custGeom>
                <a:avLst/>
                <a:gdLst>
                  <a:gd name="T0" fmla="*/ 0 w 32"/>
                  <a:gd name="T1" fmla="*/ 2 h 33"/>
                  <a:gd name="T2" fmla="*/ 5 w 32"/>
                  <a:gd name="T3" fmla="*/ 5 h 33"/>
                  <a:gd name="T4" fmla="*/ 6 w 32"/>
                  <a:gd name="T5" fmla="*/ 0 h 33"/>
                  <a:gd name="T6" fmla="*/ 4 w 32"/>
                  <a:gd name="T7" fmla="*/ 3 h 33"/>
                  <a:gd name="T8" fmla="*/ 1 w 32"/>
                  <a:gd name="T9" fmla="*/ 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3">
                    <a:moveTo>
                      <a:pt x="0" y="11"/>
                    </a:moveTo>
                    <a:cubicBezTo>
                      <a:pt x="4" y="17"/>
                      <a:pt x="14" y="33"/>
                      <a:pt x="24" y="28"/>
                    </a:cubicBezTo>
                    <a:cubicBezTo>
                      <a:pt x="32" y="24"/>
                      <a:pt x="25" y="7"/>
                      <a:pt x="32" y="0"/>
                    </a:cubicBezTo>
                    <a:cubicBezTo>
                      <a:pt x="25" y="6"/>
                      <a:pt x="24" y="11"/>
                      <a:pt x="21" y="19"/>
                    </a:cubicBezTo>
                    <a:cubicBezTo>
                      <a:pt x="15" y="19"/>
                      <a:pt x="9" y="18"/>
                      <a:pt x="4" y="1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4" name="Freeform 820">
                <a:extLst>
                  <a:ext uri="{FF2B5EF4-FFF2-40B4-BE49-F238E27FC236}">
                    <a16:creationId xmlns:a16="http://schemas.microsoft.com/office/drawing/2014/main" id="{242260A9-6992-44AE-93EF-08757BFF8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980"/>
                <a:ext cx="13" cy="14"/>
              </a:xfrm>
              <a:custGeom>
                <a:avLst/>
                <a:gdLst>
                  <a:gd name="T0" fmla="*/ 0 w 23"/>
                  <a:gd name="T1" fmla="*/ 3 h 24"/>
                  <a:gd name="T2" fmla="*/ 3 w 23"/>
                  <a:gd name="T3" fmla="*/ 5 h 24"/>
                  <a:gd name="T4" fmla="*/ 4 w 23"/>
                  <a:gd name="T5" fmla="*/ 0 h 24"/>
                  <a:gd name="T6" fmla="*/ 1 w 23"/>
                  <a:gd name="T7" fmla="*/ 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0" y="14"/>
                    </a:moveTo>
                    <a:cubicBezTo>
                      <a:pt x="5" y="20"/>
                      <a:pt x="11" y="23"/>
                      <a:pt x="18" y="24"/>
                    </a:cubicBezTo>
                    <a:cubicBezTo>
                      <a:pt x="18" y="15"/>
                      <a:pt x="17" y="8"/>
                      <a:pt x="23" y="0"/>
                    </a:cubicBezTo>
                    <a:cubicBezTo>
                      <a:pt x="16" y="5"/>
                      <a:pt x="12" y="21"/>
                      <a:pt x="1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5" name="Freeform 821">
                <a:extLst>
                  <a:ext uri="{FF2B5EF4-FFF2-40B4-BE49-F238E27FC236}">
                    <a16:creationId xmlns:a16="http://schemas.microsoft.com/office/drawing/2014/main" id="{B21B222A-7BA2-4F36-8D82-43F6AAC8C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999"/>
                <a:ext cx="30" cy="36"/>
              </a:xfrm>
              <a:custGeom>
                <a:avLst/>
                <a:gdLst>
                  <a:gd name="T0" fmla="*/ 1 w 56"/>
                  <a:gd name="T1" fmla="*/ 1 h 62"/>
                  <a:gd name="T2" fmla="*/ 3 w 56"/>
                  <a:gd name="T3" fmla="*/ 7 h 62"/>
                  <a:gd name="T4" fmla="*/ 5 w 56"/>
                  <a:gd name="T5" fmla="*/ 12 h 62"/>
                  <a:gd name="T6" fmla="*/ 9 w 56"/>
                  <a:gd name="T7" fmla="*/ 12 h 62"/>
                  <a:gd name="T8" fmla="*/ 8 w 56"/>
                  <a:gd name="T9" fmla="*/ 6 h 62"/>
                  <a:gd name="T10" fmla="*/ 2 w 56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62">
                    <a:moveTo>
                      <a:pt x="5" y="2"/>
                    </a:moveTo>
                    <a:cubicBezTo>
                      <a:pt x="8" y="14"/>
                      <a:pt x="11" y="25"/>
                      <a:pt x="20" y="34"/>
                    </a:cubicBezTo>
                    <a:cubicBezTo>
                      <a:pt x="25" y="40"/>
                      <a:pt x="42" y="53"/>
                      <a:pt x="31" y="61"/>
                    </a:cubicBezTo>
                    <a:cubicBezTo>
                      <a:pt x="38" y="57"/>
                      <a:pt x="47" y="60"/>
                      <a:pt x="55" y="62"/>
                    </a:cubicBezTo>
                    <a:cubicBezTo>
                      <a:pt x="56" y="53"/>
                      <a:pt x="51" y="41"/>
                      <a:pt x="51" y="32"/>
                    </a:cubicBezTo>
                    <a:cubicBezTo>
                      <a:pt x="35" y="41"/>
                      <a:pt x="0" y="16"/>
                      <a:pt x="9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6" name="Freeform 822">
                <a:extLst>
                  <a:ext uri="{FF2B5EF4-FFF2-40B4-BE49-F238E27FC236}">
                    <a16:creationId xmlns:a16="http://schemas.microsoft.com/office/drawing/2014/main" id="{7B7A7F94-FEDE-48B1-86C3-4148A1996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3043"/>
                <a:ext cx="15" cy="19"/>
              </a:xfrm>
              <a:custGeom>
                <a:avLst/>
                <a:gdLst>
                  <a:gd name="T0" fmla="*/ 3 w 28"/>
                  <a:gd name="T1" fmla="*/ 0 h 33"/>
                  <a:gd name="T2" fmla="*/ 4 w 28"/>
                  <a:gd name="T3" fmla="*/ 5 h 33"/>
                  <a:gd name="T4" fmla="*/ 0 w 28"/>
                  <a:gd name="T5" fmla="*/ 5 h 33"/>
                  <a:gd name="T6" fmla="*/ 3 w 28"/>
                  <a:gd name="T7" fmla="*/ 1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3">
                    <a:moveTo>
                      <a:pt x="23" y="0"/>
                    </a:moveTo>
                    <a:cubicBezTo>
                      <a:pt x="26" y="6"/>
                      <a:pt x="28" y="18"/>
                      <a:pt x="24" y="24"/>
                    </a:cubicBezTo>
                    <a:cubicBezTo>
                      <a:pt x="19" y="33"/>
                      <a:pt x="10" y="26"/>
                      <a:pt x="0" y="24"/>
                    </a:cubicBezTo>
                    <a:cubicBezTo>
                      <a:pt x="13" y="28"/>
                      <a:pt x="20" y="17"/>
                      <a:pt x="22" y="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7" name="Freeform 823">
                <a:extLst>
                  <a:ext uri="{FF2B5EF4-FFF2-40B4-BE49-F238E27FC236}">
                    <a16:creationId xmlns:a16="http://schemas.microsoft.com/office/drawing/2014/main" id="{2AD9E9DA-2724-47A4-97A3-73E5CDDBE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3068"/>
                <a:ext cx="21" cy="21"/>
              </a:xfrm>
              <a:custGeom>
                <a:avLst/>
                <a:gdLst>
                  <a:gd name="T0" fmla="*/ 6 w 37"/>
                  <a:gd name="T1" fmla="*/ 0 h 36"/>
                  <a:gd name="T2" fmla="*/ 5 w 37"/>
                  <a:gd name="T3" fmla="*/ 6 h 36"/>
                  <a:gd name="T4" fmla="*/ 0 w 37"/>
                  <a:gd name="T5" fmla="*/ 6 h 36"/>
                  <a:gd name="T6" fmla="*/ 5 w 37"/>
                  <a:gd name="T7" fmla="*/ 5 h 36"/>
                  <a:gd name="T8" fmla="*/ 7 w 37"/>
                  <a:gd name="T9" fmla="*/ 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5" y="0"/>
                    </a:moveTo>
                    <a:cubicBezTo>
                      <a:pt x="35" y="6"/>
                      <a:pt x="35" y="27"/>
                      <a:pt x="29" y="31"/>
                    </a:cubicBezTo>
                    <a:cubicBezTo>
                      <a:pt x="23" y="36"/>
                      <a:pt x="9" y="27"/>
                      <a:pt x="0" y="29"/>
                    </a:cubicBezTo>
                    <a:cubicBezTo>
                      <a:pt x="8" y="25"/>
                      <a:pt x="18" y="27"/>
                      <a:pt x="25" y="24"/>
                    </a:cubicBezTo>
                    <a:cubicBezTo>
                      <a:pt x="33" y="20"/>
                      <a:pt x="33" y="9"/>
                      <a:pt x="37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8" name="Freeform 824">
                <a:extLst>
                  <a:ext uri="{FF2B5EF4-FFF2-40B4-BE49-F238E27FC236}">
                    <a16:creationId xmlns:a16="http://schemas.microsoft.com/office/drawing/2014/main" id="{4F2BA447-6FB8-4672-8479-EC2D18BAF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3101"/>
                <a:ext cx="21" cy="17"/>
              </a:xfrm>
              <a:custGeom>
                <a:avLst/>
                <a:gdLst>
                  <a:gd name="T0" fmla="*/ 5 w 39"/>
                  <a:gd name="T1" fmla="*/ 0 h 28"/>
                  <a:gd name="T2" fmla="*/ 5 w 39"/>
                  <a:gd name="T3" fmla="*/ 6 h 28"/>
                  <a:gd name="T4" fmla="*/ 0 w 39"/>
                  <a:gd name="T5" fmla="*/ 5 h 28"/>
                  <a:gd name="T6" fmla="*/ 5 w 39"/>
                  <a:gd name="T7" fmla="*/ 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8">
                    <a:moveTo>
                      <a:pt x="35" y="0"/>
                    </a:moveTo>
                    <a:cubicBezTo>
                      <a:pt x="36" y="8"/>
                      <a:pt x="39" y="23"/>
                      <a:pt x="29" y="26"/>
                    </a:cubicBezTo>
                    <a:cubicBezTo>
                      <a:pt x="21" y="28"/>
                      <a:pt x="10" y="19"/>
                      <a:pt x="0" y="22"/>
                    </a:cubicBezTo>
                    <a:cubicBezTo>
                      <a:pt x="13" y="14"/>
                      <a:pt x="35" y="24"/>
                      <a:pt x="35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9" name="Freeform 825">
                <a:extLst>
                  <a:ext uri="{FF2B5EF4-FFF2-40B4-BE49-F238E27FC236}">
                    <a16:creationId xmlns:a16="http://schemas.microsoft.com/office/drawing/2014/main" id="{34192D46-4329-48D0-8979-7819A97E0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3127"/>
                <a:ext cx="19" cy="18"/>
              </a:xfrm>
              <a:custGeom>
                <a:avLst/>
                <a:gdLst>
                  <a:gd name="T0" fmla="*/ 4 w 35"/>
                  <a:gd name="T1" fmla="*/ 0 h 30"/>
                  <a:gd name="T2" fmla="*/ 4 w 35"/>
                  <a:gd name="T3" fmla="*/ 7 h 30"/>
                  <a:gd name="T4" fmla="*/ 2 w 35"/>
                  <a:gd name="T5" fmla="*/ 5 h 30"/>
                  <a:gd name="T6" fmla="*/ 0 w 35"/>
                  <a:gd name="T7" fmla="*/ 5 h 30"/>
                  <a:gd name="T8" fmla="*/ 3 w 35"/>
                  <a:gd name="T9" fmla="*/ 5 h 30"/>
                  <a:gd name="T10" fmla="*/ 4 w 35"/>
                  <a:gd name="T11" fmla="*/ 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0">
                    <a:moveTo>
                      <a:pt x="28" y="0"/>
                    </a:moveTo>
                    <a:cubicBezTo>
                      <a:pt x="29" y="5"/>
                      <a:pt x="35" y="27"/>
                      <a:pt x="28" y="30"/>
                    </a:cubicBezTo>
                    <a:cubicBezTo>
                      <a:pt x="27" y="30"/>
                      <a:pt x="17" y="25"/>
                      <a:pt x="15" y="25"/>
                    </a:cubicBezTo>
                    <a:cubicBezTo>
                      <a:pt x="11" y="24"/>
                      <a:pt x="4" y="24"/>
                      <a:pt x="0" y="24"/>
                    </a:cubicBezTo>
                    <a:cubicBezTo>
                      <a:pt x="5" y="24"/>
                      <a:pt x="15" y="23"/>
                      <a:pt x="20" y="21"/>
                    </a:cubicBezTo>
                    <a:cubicBezTo>
                      <a:pt x="27" y="17"/>
                      <a:pt x="25" y="11"/>
                      <a:pt x="28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0" name="Freeform 826">
                <a:extLst>
                  <a:ext uri="{FF2B5EF4-FFF2-40B4-BE49-F238E27FC236}">
                    <a16:creationId xmlns:a16="http://schemas.microsoft.com/office/drawing/2014/main" id="{5B58B036-7B33-4ECC-957E-82A67CD17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154"/>
                <a:ext cx="22" cy="21"/>
              </a:xfrm>
              <a:custGeom>
                <a:avLst/>
                <a:gdLst>
                  <a:gd name="T0" fmla="*/ 6 w 41"/>
                  <a:gd name="T1" fmla="*/ 0 h 35"/>
                  <a:gd name="T2" fmla="*/ 5 w 41"/>
                  <a:gd name="T3" fmla="*/ 7 h 35"/>
                  <a:gd name="T4" fmla="*/ 2 w 41"/>
                  <a:gd name="T5" fmla="*/ 7 h 35"/>
                  <a:gd name="T6" fmla="*/ 0 w 41"/>
                  <a:gd name="T7" fmla="*/ 8 h 35"/>
                  <a:gd name="T8" fmla="*/ 4 w 41"/>
                  <a:gd name="T9" fmla="*/ 5 h 35"/>
                  <a:gd name="T10" fmla="*/ 6 w 41"/>
                  <a:gd name="T11" fmla="*/ 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5">
                    <a:moveTo>
                      <a:pt x="38" y="0"/>
                    </a:moveTo>
                    <a:cubicBezTo>
                      <a:pt x="38" y="9"/>
                      <a:pt x="41" y="27"/>
                      <a:pt x="31" y="30"/>
                    </a:cubicBezTo>
                    <a:cubicBezTo>
                      <a:pt x="28" y="31"/>
                      <a:pt x="19" y="30"/>
                      <a:pt x="15" y="31"/>
                    </a:cubicBezTo>
                    <a:cubicBezTo>
                      <a:pt x="10" y="32"/>
                      <a:pt x="5" y="33"/>
                      <a:pt x="0" y="35"/>
                    </a:cubicBezTo>
                    <a:cubicBezTo>
                      <a:pt x="8" y="32"/>
                      <a:pt x="18" y="26"/>
                      <a:pt x="25" y="23"/>
                    </a:cubicBezTo>
                    <a:cubicBezTo>
                      <a:pt x="34" y="18"/>
                      <a:pt x="35" y="12"/>
                      <a:pt x="38" y="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1" name="Freeform 827">
                <a:extLst>
                  <a:ext uri="{FF2B5EF4-FFF2-40B4-BE49-F238E27FC236}">
                    <a16:creationId xmlns:a16="http://schemas.microsoft.com/office/drawing/2014/main" id="{B599CFCD-D3CD-4B45-A8DD-BC7E62AA0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3182"/>
                <a:ext cx="14" cy="29"/>
              </a:xfrm>
              <a:custGeom>
                <a:avLst/>
                <a:gdLst>
                  <a:gd name="T0" fmla="*/ 2 w 26"/>
                  <a:gd name="T1" fmla="*/ 1 h 50"/>
                  <a:gd name="T2" fmla="*/ 4 w 26"/>
                  <a:gd name="T3" fmla="*/ 5 h 50"/>
                  <a:gd name="T4" fmla="*/ 0 w 26"/>
                  <a:gd name="T5" fmla="*/ 10 h 50"/>
                  <a:gd name="T6" fmla="*/ 2 w 26"/>
                  <a:gd name="T7" fmla="*/ 5 h 50"/>
                  <a:gd name="T8" fmla="*/ 1 w 2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0">
                    <a:moveTo>
                      <a:pt x="9" y="2"/>
                    </a:moveTo>
                    <a:cubicBezTo>
                      <a:pt x="11" y="9"/>
                      <a:pt x="26" y="20"/>
                      <a:pt x="26" y="27"/>
                    </a:cubicBezTo>
                    <a:cubicBezTo>
                      <a:pt x="25" y="35"/>
                      <a:pt x="6" y="44"/>
                      <a:pt x="0" y="50"/>
                    </a:cubicBezTo>
                    <a:cubicBezTo>
                      <a:pt x="8" y="44"/>
                      <a:pt x="12" y="33"/>
                      <a:pt x="12" y="24"/>
                    </a:cubicBezTo>
                    <a:cubicBezTo>
                      <a:pt x="12" y="15"/>
                      <a:pt x="5" y="8"/>
                      <a:pt x="6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2" name="Freeform 828">
                <a:extLst>
                  <a:ext uri="{FF2B5EF4-FFF2-40B4-BE49-F238E27FC236}">
                    <a16:creationId xmlns:a16="http://schemas.microsoft.com/office/drawing/2014/main" id="{56233B21-5E0C-46E3-8D78-E117EF8B0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3229"/>
                <a:ext cx="37" cy="26"/>
              </a:xfrm>
              <a:custGeom>
                <a:avLst/>
                <a:gdLst>
                  <a:gd name="T0" fmla="*/ 0 w 68"/>
                  <a:gd name="T1" fmla="*/ 6 h 45"/>
                  <a:gd name="T2" fmla="*/ 8 w 68"/>
                  <a:gd name="T3" fmla="*/ 8 h 45"/>
                  <a:gd name="T4" fmla="*/ 11 w 68"/>
                  <a:gd name="T5" fmla="*/ 5 h 45"/>
                  <a:gd name="T6" fmla="*/ 9 w 68"/>
                  <a:gd name="T7" fmla="*/ 0 h 45"/>
                  <a:gd name="T8" fmla="*/ 9 w 68"/>
                  <a:gd name="T9" fmla="*/ 6 h 45"/>
                  <a:gd name="T10" fmla="*/ 1 w 68"/>
                  <a:gd name="T11" fmla="*/ 6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5">
                    <a:moveTo>
                      <a:pt x="0" y="29"/>
                    </a:moveTo>
                    <a:cubicBezTo>
                      <a:pt x="9" y="45"/>
                      <a:pt x="32" y="45"/>
                      <a:pt x="47" y="44"/>
                    </a:cubicBezTo>
                    <a:cubicBezTo>
                      <a:pt x="58" y="43"/>
                      <a:pt x="66" y="39"/>
                      <a:pt x="67" y="26"/>
                    </a:cubicBezTo>
                    <a:cubicBezTo>
                      <a:pt x="68" y="18"/>
                      <a:pt x="64" y="5"/>
                      <a:pt x="58" y="0"/>
                    </a:cubicBezTo>
                    <a:cubicBezTo>
                      <a:pt x="61" y="10"/>
                      <a:pt x="65" y="26"/>
                      <a:pt x="55" y="32"/>
                    </a:cubicBezTo>
                    <a:cubicBezTo>
                      <a:pt x="42" y="40"/>
                      <a:pt x="25" y="43"/>
                      <a:pt x="1" y="3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3" name="Freeform 829">
                <a:extLst>
                  <a:ext uri="{FF2B5EF4-FFF2-40B4-BE49-F238E27FC236}">
                    <a16:creationId xmlns:a16="http://schemas.microsoft.com/office/drawing/2014/main" id="{FB037239-8A60-4381-BC17-296876C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3265"/>
                <a:ext cx="44" cy="24"/>
              </a:xfrm>
              <a:custGeom>
                <a:avLst/>
                <a:gdLst>
                  <a:gd name="T0" fmla="*/ 0 w 81"/>
                  <a:gd name="T1" fmla="*/ 4 h 40"/>
                  <a:gd name="T2" fmla="*/ 8 w 81"/>
                  <a:gd name="T3" fmla="*/ 8 h 40"/>
                  <a:gd name="T4" fmla="*/ 12 w 81"/>
                  <a:gd name="T5" fmla="*/ 2 h 40"/>
                  <a:gd name="T6" fmla="*/ 5 w 81"/>
                  <a:gd name="T7" fmla="*/ 0 h 40"/>
                  <a:gd name="T8" fmla="*/ 6 w 81"/>
                  <a:gd name="T9" fmla="*/ 4 h 40"/>
                  <a:gd name="T10" fmla="*/ 2 w 81"/>
                  <a:gd name="T11" fmla="*/ 4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40">
                    <a:moveTo>
                      <a:pt x="0" y="17"/>
                    </a:moveTo>
                    <a:cubicBezTo>
                      <a:pt x="10" y="30"/>
                      <a:pt x="31" y="40"/>
                      <a:pt x="47" y="39"/>
                    </a:cubicBezTo>
                    <a:cubicBezTo>
                      <a:pt x="59" y="38"/>
                      <a:pt x="81" y="23"/>
                      <a:pt x="79" y="10"/>
                    </a:cubicBezTo>
                    <a:cubicBezTo>
                      <a:pt x="67" y="19"/>
                      <a:pt x="43" y="6"/>
                      <a:pt x="32" y="0"/>
                    </a:cubicBezTo>
                    <a:cubicBezTo>
                      <a:pt x="38" y="5"/>
                      <a:pt x="46" y="13"/>
                      <a:pt x="38" y="20"/>
                    </a:cubicBezTo>
                    <a:cubicBezTo>
                      <a:pt x="33" y="25"/>
                      <a:pt x="19" y="24"/>
                      <a:pt x="14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4" name="Freeform 830">
                <a:extLst>
                  <a:ext uri="{FF2B5EF4-FFF2-40B4-BE49-F238E27FC236}">
                    <a16:creationId xmlns:a16="http://schemas.microsoft.com/office/drawing/2014/main" id="{7D08B98B-DF76-4D32-8F16-794C20FA3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231"/>
                <a:ext cx="15" cy="32"/>
              </a:xfrm>
              <a:custGeom>
                <a:avLst/>
                <a:gdLst>
                  <a:gd name="T0" fmla="*/ 3 w 28"/>
                  <a:gd name="T1" fmla="*/ 5 h 56"/>
                  <a:gd name="T2" fmla="*/ 1 w 28"/>
                  <a:gd name="T3" fmla="*/ 10 h 56"/>
                  <a:gd name="T4" fmla="*/ 1 w 28"/>
                  <a:gd name="T5" fmla="*/ 5 h 56"/>
                  <a:gd name="T6" fmla="*/ 1 w 28"/>
                  <a:gd name="T7" fmla="*/ 0 h 56"/>
                  <a:gd name="T8" fmla="*/ 4 w 28"/>
                  <a:gd name="T9" fmla="*/ 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6">
                    <a:moveTo>
                      <a:pt x="20" y="28"/>
                    </a:moveTo>
                    <a:cubicBezTo>
                      <a:pt x="11" y="34"/>
                      <a:pt x="7" y="46"/>
                      <a:pt x="6" y="56"/>
                    </a:cubicBezTo>
                    <a:cubicBezTo>
                      <a:pt x="2" y="45"/>
                      <a:pt x="5" y="39"/>
                      <a:pt x="6" y="28"/>
                    </a:cubicBezTo>
                    <a:cubicBezTo>
                      <a:pt x="7" y="19"/>
                      <a:pt x="0" y="10"/>
                      <a:pt x="1" y="0"/>
                    </a:cubicBezTo>
                    <a:cubicBezTo>
                      <a:pt x="7" y="10"/>
                      <a:pt x="17" y="22"/>
                      <a:pt x="28" y="2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5" name="Freeform 831">
                <a:extLst>
                  <a:ext uri="{FF2B5EF4-FFF2-40B4-BE49-F238E27FC236}">
                    <a16:creationId xmlns:a16="http://schemas.microsoft.com/office/drawing/2014/main" id="{0F575145-D703-4187-B286-6AE509E2A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086"/>
                <a:ext cx="25" cy="8"/>
              </a:xfrm>
              <a:custGeom>
                <a:avLst/>
                <a:gdLst>
                  <a:gd name="T0" fmla="*/ 0 w 46"/>
                  <a:gd name="T1" fmla="*/ 1 h 14"/>
                  <a:gd name="T2" fmla="*/ 8 w 46"/>
                  <a:gd name="T3" fmla="*/ 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">
                    <a:moveTo>
                      <a:pt x="0" y="2"/>
                    </a:moveTo>
                    <a:cubicBezTo>
                      <a:pt x="17" y="0"/>
                      <a:pt x="36" y="4"/>
                      <a:pt x="4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6" name="Freeform 832">
                <a:extLst>
                  <a:ext uri="{FF2B5EF4-FFF2-40B4-BE49-F238E27FC236}">
                    <a16:creationId xmlns:a16="http://schemas.microsoft.com/office/drawing/2014/main" id="{41FFBA58-4F26-4DBC-A35B-A9FECC085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116"/>
                <a:ext cx="27" cy="6"/>
              </a:xfrm>
              <a:custGeom>
                <a:avLst/>
                <a:gdLst>
                  <a:gd name="T0" fmla="*/ 0 w 49"/>
                  <a:gd name="T1" fmla="*/ 1 h 11"/>
                  <a:gd name="T2" fmla="*/ 8 w 49"/>
                  <a:gd name="T3" fmla="*/ 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1">
                    <a:moveTo>
                      <a:pt x="0" y="1"/>
                    </a:moveTo>
                    <a:cubicBezTo>
                      <a:pt x="13" y="0"/>
                      <a:pt x="39" y="3"/>
                      <a:pt x="49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7" name="Freeform 833">
                <a:extLst>
                  <a:ext uri="{FF2B5EF4-FFF2-40B4-BE49-F238E27FC236}">
                    <a16:creationId xmlns:a16="http://schemas.microsoft.com/office/drawing/2014/main" id="{BD5FF7F3-FF95-4FD8-80D5-2886ACD6F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143"/>
                <a:ext cx="32" cy="8"/>
              </a:xfrm>
              <a:custGeom>
                <a:avLst/>
                <a:gdLst>
                  <a:gd name="T0" fmla="*/ 0 w 58"/>
                  <a:gd name="T1" fmla="*/ 1 h 13"/>
                  <a:gd name="T2" fmla="*/ 10 w 58"/>
                  <a:gd name="T3" fmla="*/ 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3">
                    <a:moveTo>
                      <a:pt x="0" y="3"/>
                    </a:moveTo>
                    <a:cubicBezTo>
                      <a:pt x="19" y="0"/>
                      <a:pt x="43" y="2"/>
                      <a:pt x="58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8" name="Freeform 834">
                <a:extLst>
                  <a:ext uri="{FF2B5EF4-FFF2-40B4-BE49-F238E27FC236}">
                    <a16:creationId xmlns:a16="http://schemas.microsoft.com/office/drawing/2014/main" id="{4FCD19DF-1F3A-4396-8094-068BEA13C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175"/>
                <a:ext cx="28" cy="6"/>
              </a:xfrm>
              <a:custGeom>
                <a:avLst/>
                <a:gdLst>
                  <a:gd name="T0" fmla="*/ 8 w 52"/>
                  <a:gd name="T1" fmla="*/ 1 h 11"/>
                  <a:gd name="T2" fmla="*/ 0 w 52"/>
                  <a:gd name="T3" fmla="*/ 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1">
                    <a:moveTo>
                      <a:pt x="52" y="4"/>
                    </a:moveTo>
                    <a:cubicBezTo>
                      <a:pt x="37" y="1"/>
                      <a:pt x="14" y="0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9" name="Freeform 835">
                <a:extLst>
                  <a:ext uri="{FF2B5EF4-FFF2-40B4-BE49-F238E27FC236}">
                    <a16:creationId xmlns:a16="http://schemas.microsoft.com/office/drawing/2014/main" id="{0D17CA9F-068A-43A3-9CDD-5B0EE63DF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201"/>
                <a:ext cx="23" cy="24"/>
              </a:xfrm>
              <a:custGeom>
                <a:avLst/>
                <a:gdLst>
                  <a:gd name="T0" fmla="*/ 7 w 42"/>
                  <a:gd name="T1" fmla="*/ 0 h 40"/>
                  <a:gd name="T2" fmla="*/ 0 w 42"/>
                  <a:gd name="T3" fmla="*/ 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0">
                    <a:moveTo>
                      <a:pt x="42" y="0"/>
                    </a:moveTo>
                    <a:cubicBezTo>
                      <a:pt x="22" y="6"/>
                      <a:pt x="1" y="31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0" name="Freeform 836">
                <a:extLst>
                  <a:ext uri="{FF2B5EF4-FFF2-40B4-BE49-F238E27FC236}">
                    <a16:creationId xmlns:a16="http://schemas.microsoft.com/office/drawing/2014/main" id="{53135464-4764-4BFD-9D47-DCE975A64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3257"/>
                <a:ext cx="42" cy="18"/>
              </a:xfrm>
              <a:custGeom>
                <a:avLst/>
                <a:gdLst>
                  <a:gd name="T0" fmla="*/ 1 w 78"/>
                  <a:gd name="T1" fmla="*/ 1 h 31"/>
                  <a:gd name="T2" fmla="*/ 1 w 78"/>
                  <a:gd name="T3" fmla="*/ 2 h 31"/>
                  <a:gd name="T4" fmla="*/ 1 w 78"/>
                  <a:gd name="T5" fmla="*/ 3 h 31"/>
                  <a:gd name="T6" fmla="*/ 2 w 78"/>
                  <a:gd name="T7" fmla="*/ 3 h 31"/>
                  <a:gd name="T8" fmla="*/ 7 w 78"/>
                  <a:gd name="T9" fmla="*/ 5 h 31"/>
                  <a:gd name="T10" fmla="*/ 11 w 78"/>
                  <a:gd name="T11" fmla="*/ 3 h 31"/>
                  <a:gd name="T12" fmla="*/ 12 w 78"/>
                  <a:gd name="T13" fmla="*/ 2 h 31"/>
                  <a:gd name="T14" fmla="*/ 12 w 78"/>
                  <a:gd name="T15" fmla="*/ 1 h 31"/>
                  <a:gd name="T16" fmla="*/ 10 w 78"/>
                  <a:gd name="T17" fmla="*/ 1 h 31"/>
                  <a:gd name="T18" fmla="*/ 6 w 78"/>
                  <a:gd name="T19" fmla="*/ 3 h 31"/>
                  <a:gd name="T20" fmla="*/ 3 w 78"/>
                  <a:gd name="T21" fmla="*/ 2 h 31"/>
                  <a:gd name="T22" fmla="*/ 1 w 78"/>
                  <a:gd name="T23" fmla="*/ 1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1">
                    <a:moveTo>
                      <a:pt x="4" y="3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4" y="14"/>
                      <a:pt x="7" y="13"/>
                    </a:cubicBezTo>
                    <a:cubicBezTo>
                      <a:pt x="9" y="13"/>
                      <a:pt x="11" y="14"/>
                      <a:pt x="15" y="18"/>
                    </a:cubicBezTo>
                    <a:cubicBezTo>
                      <a:pt x="22" y="23"/>
                      <a:pt x="31" y="31"/>
                      <a:pt x="45" y="26"/>
                    </a:cubicBezTo>
                    <a:cubicBezTo>
                      <a:pt x="57" y="22"/>
                      <a:pt x="65" y="19"/>
                      <a:pt x="69" y="16"/>
                    </a:cubicBezTo>
                    <a:cubicBezTo>
                      <a:pt x="69" y="16"/>
                      <a:pt x="76" y="12"/>
                      <a:pt x="77" y="10"/>
                    </a:cubicBezTo>
                    <a:cubicBezTo>
                      <a:pt x="78" y="7"/>
                      <a:pt x="78" y="4"/>
                      <a:pt x="75" y="3"/>
                    </a:cubicBezTo>
                    <a:cubicBezTo>
                      <a:pt x="71" y="1"/>
                      <a:pt x="68" y="3"/>
                      <a:pt x="64" y="5"/>
                    </a:cubicBezTo>
                    <a:cubicBezTo>
                      <a:pt x="60" y="8"/>
                      <a:pt x="53" y="12"/>
                      <a:pt x="42" y="16"/>
                    </a:cubicBezTo>
                    <a:cubicBezTo>
                      <a:pt x="33" y="18"/>
                      <a:pt x="28" y="14"/>
                      <a:pt x="22" y="9"/>
                    </a:cubicBezTo>
                    <a:cubicBezTo>
                      <a:pt x="17" y="5"/>
                      <a:pt x="11" y="0"/>
                      <a:pt x="4" y="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1" name="Freeform 837">
                <a:extLst>
                  <a:ext uri="{FF2B5EF4-FFF2-40B4-BE49-F238E27FC236}">
                    <a16:creationId xmlns:a16="http://schemas.microsoft.com/office/drawing/2014/main" id="{82293491-AAEA-4E1B-89A7-5A727DE42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3222"/>
                <a:ext cx="9" cy="14"/>
              </a:xfrm>
              <a:custGeom>
                <a:avLst/>
                <a:gdLst>
                  <a:gd name="T0" fmla="*/ 3 w 16"/>
                  <a:gd name="T1" fmla="*/ 0 h 25"/>
                  <a:gd name="T2" fmla="*/ 0 w 16"/>
                  <a:gd name="T3" fmla="*/ 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8" y="7"/>
                      <a:pt x="1" y="13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2" name="Freeform 838">
                <a:extLst>
                  <a:ext uri="{FF2B5EF4-FFF2-40B4-BE49-F238E27FC236}">
                    <a16:creationId xmlns:a16="http://schemas.microsoft.com/office/drawing/2014/main" id="{49C346D1-E8D0-4832-925C-8170D8F28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253"/>
                <a:ext cx="3" cy="18"/>
              </a:xfrm>
              <a:custGeom>
                <a:avLst/>
                <a:gdLst>
                  <a:gd name="T0" fmla="*/ 1 w 6"/>
                  <a:gd name="T1" fmla="*/ 0 h 31"/>
                  <a:gd name="T2" fmla="*/ 1 w 6"/>
                  <a:gd name="T3" fmla="*/ 6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1">
                    <a:moveTo>
                      <a:pt x="6" y="0"/>
                    </a:moveTo>
                    <a:cubicBezTo>
                      <a:pt x="0" y="7"/>
                      <a:pt x="0" y="25"/>
                      <a:pt x="2" y="3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3" name="Freeform 839">
                <a:extLst>
                  <a:ext uri="{FF2B5EF4-FFF2-40B4-BE49-F238E27FC236}">
                    <a16:creationId xmlns:a16="http://schemas.microsoft.com/office/drawing/2014/main" id="{ED317EC4-3B63-46F0-B1F7-0FC10C4B1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3189"/>
                <a:ext cx="14" cy="7"/>
              </a:xfrm>
              <a:custGeom>
                <a:avLst/>
                <a:gdLst>
                  <a:gd name="T0" fmla="*/ 0 w 24"/>
                  <a:gd name="T1" fmla="*/ 2 h 12"/>
                  <a:gd name="T2" fmla="*/ 5 w 2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12"/>
                    </a:moveTo>
                    <a:cubicBezTo>
                      <a:pt x="4" y="4"/>
                      <a:pt x="20" y="1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4" name="Freeform 840">
                <a:extLst>
                  <a:ext uri="{FF2B5EF4-FFF2-40B4-BE49-F238E27FC236}">
                    <a16:creationId xmlns:a16="http://schemas.microsoft.com/office/drawing/2014/main" id="{15C5E0F8-E7ED-4F29-A9FB-DF05529DE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3154"/>
                <a:ext cx="15" cy="5"/>
              </a:xfrm>
              <a:custGeom>
                <a:avLst/>
                <a:gdLst>
                  <a:gd name="T0" fmla="*/ 0 w 27"/>
                  <a:gd name="T1" fmla="*/ 2 h 8"/>
                  <a:gd name="T2" fmla="*/ 4 w 27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10" y="0"/>
                      <a:pt x="27" y="3"/>
                      <a:pt x="2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5" name="Freeform 841">
                <a:extLst>
                  <a:ext uri="{FF2B5EF4-FFF2-40B4-BE49-F238E27FC236}">
                    <a16:creationId xmlns:a16="http://schemas.microsoft.com/office/drawing/2014/main" id="{69B5769C-FEF2-4621-8F6F-62A767037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3125"/>
                <a:ext cx="14" cy="2"/>
              </a:xfrm>
              <a:custGeom>
                <a:avLst/>
                <a:gdLst>
                  <a:gd name="T0" fmla="*/ 0 w 25"/>
                  <a:gd name="T1" fmla="*/ 1 h 4"/>
                  <a:gd name="T2" fmla="*/ 4 w 25"/>
                  <a:gd name="T3" fmla="*/ 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">
                    <a:moveTo>
                      <a:pt x="0" y="3"/>
                    </a:moveTo>
                    <a:cubicBezTo>
                      <a:pt x="9" y="0"/>
                      <a:pt x="25" y="4"/>
                      <a:pt x="2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6" name="Freeform 842">
                <a:extLst>
                  <a:ext uri="{FF2B5EF4-FFF2-40B4-BE49-F238E27FC236}">
                    <a16:creationId xmlns:a16="http://schemas.microsoft.com/office/drawing/2014/main" id="{8089E9D3-5C14-4FD7-B8B6-A814BB198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3093"/>
                <a:ext cx="18" cy="3"/>
              </a:xfrm>
              <a:custGeom>
                <a:avLst/>
                <a:gdLst>
                  <a:gd name="T0" fmla="*/ 0 w 33"/>
                  <a:gd name="T1" fmla="*/ 2 h 4"/>
                  <a:gd name="T2" fmla="*/ 5 w 33"/>
                  <a:gd name="T3" fmla="*/ 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">
                    <a:moveTo>
                      <a:pt x="0" y="2"/>
                    </a:moveTo>
                    <a:cubicBezTo>
                      <a:pt x="10" y="0"/>
                      <a:pt x="30" y="2"/>
                      <a:pt x="33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7" name="Freeform 843">
                <a:extLst>
                  <a:ext uri="{FF2B5EF4-FFF2-40B4-BE49-F238E27FC236}">
                    <a16:creationId xmlns:a16="http://schemas.microsoft.com/office/drawing/2014/main" id="{D71CF53D-F2D0-463F-8C36-BA2F71C74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056"/>
                <a:ext cx="15" cy="5"/>
              </a:xfrm>
              <a:custGeom>
                <a:avLst/>
                <a:gdLst>
                  <a:gd name="T0" fmla="*/ 0 w 26"/>
                  <a:gd name="T1" fmla="*/ 3 h 7"/>
                  <a:gd name="T2" fmla="*/ 5 w 2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7">
                    <a:moveTo>
                      <a:pt x="0" y="7"/>
                    </a:moveTo>
                    <a:cubicBezTo>
                      <a:pt x="9" y="1"/>
                      <a:pt x="26" y="0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8" name="Freeform 844">
                <a:extLst>
                  <a:ext uri="{FF2B5EF4-FFF2-40B4-BE49-F238E27FC236}">
                    <a16:creationId xmlns:a16="http://schemas.microsoft.com/office/drawing/2014/main" id="{46A2AA3F-0AB0-40D8-9A3C-0D780CC69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3061"/>
                <a:ext cx="18" cy="3"/>
              </a:xfrm>
              <a:custGeom>
                <a:avLst/>
                <a:gdLst>
                  <a:gd name="T0" fmla="*/ 0 w 33"/>
                  <a:gd name="T1" fmla="*/ 1 h 6"/>
                  <a:gd name="T2" fmla="*/ 5 w 33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">
                    <a:moveTo>
                      <a:pt x="0" y="1"/>
                    </a:moveTo>
                    <a:cubicBezTo>
                      <a:pt x="16" y="0"/>
                      <a:pt x="33" y="6"/>
                      <a:pt x="33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9" name="Freeform 845">
                <a:extLst>
                  <a:ext uri="{FF2B5EF4-FFF2-40B4-BE49-F238E27FC236}">
                    <a16:creationId xmlns:a16="http://schemas.microsoft.com/office/drawing/2014/main" id="{B2BE8EFB-43F2-4CBE-9B11-4D7BCA9AA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3038"/>
                <a:ext cx="17" cy="3"/>
              </a:xfrm>
              <a:custGeom>
                <a:avLst/>
                <a:gdLst>
                  <a:gd name="T0" fmla="*/ 0 w 32"/>
                  <a:gd name="T1" fmla="*/ 0 h 5"/>
                  <a:gd name="T2" fmla="*/ 5 w 32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">
                    <a:moveTo>
                      <a:pt x="0" y="0"/>
                    </a:moveTo>
                    <a:cubicBezTo>
                      <a:pt x="8" y="0"/>
                      <a:pt x="27" y="0"/>
                      <a:pt x="32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0" name="Freeform 846">
                <a:extLst>
                  <a:ext uri="{FF2B5EF4-FFF2-40B4-BE49-F238E27FC236}">
                    <a16:creationId xmlns:a16="http://schemas.microsoft.com/office/drawing/2014/main" id="{2F7BF65D-C3E6-4140-86DB-7485E2D5D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025"/>
                <a:ext cx="13" cy="5"/>
              </a:xfrm>
              <a:custGeom>
                <a:avLst/>
                <a:gdLst>
                  <a:gd name="T0" fmla="*/ 0 w 25"/>
                  <a:gd name="T1" fmla="*/ 2 h 8"/>
                  <a:gd name="T2" fmla="*/ 4 w 25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10" y="0"/>
                      <a:pt x="23" y="1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1" name="Freeform 847">
                <a:extLst>
                  <a:ext uri="{FF2B5EF4-FFF2-40B4-BE49-F238E27FC236}">
                    <a16:creationId xmlns:a16="http://schemas.microsoft.com/office/drawing/2014/main" id="{DCC8C394-23FC-44EE-993D-E60BA924A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971"/>
                <a:ext cx="55" cy="46"/>
              </a:xfrm>
              <a:custGeom>
                <a:avLst/>
                <a:gdLst>
                  <a:gd name="T0" fmla="*/ 0 w 101"/>
                  <a:gd name="T1" fmla="*/ 0 h 79"/>
                  <a:gd name="T2" fmla="*/ 4 w 101"/>
                  <a:gd name="T3" fmla="*/ 5 h 79"/>
                  <a:gd name="T4" fmla="*/ 9 w 101"/>
                  <a:gd name="T5" fmla="*/ 9 h 79"/>
                  <a:gd name="T6" fmla="*/ 16 w 101"/>
                  <a:gd name="T7" fmla="*/ 15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79">
                    <a:moveTo>
                      <a:pt x="0" y="0"/>
                    </a:moveTo>
                    <a:cubicBezTo>
                      <a:pt x="6" y="19"/>
                      <a:pt x="12" y="28"/>
                      <a:pt x="24" y="25"/>
                    </a:cubicBezTo>
                    <a:cubicBezTo>
                      <a:pt x="25" y="38"/>
                      <a:pt x="48" y="48"/>
                      <a:pt x="58" y="48"/>
                    </a:cubicBezTo>
                    <a:cubicBezTo>
                      <a:pt x="58" y="64"/>
                      <a:pt x="76" y="79"/>
                      <a:pt x="101" y="77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2" name="Freeform 848">
                <a:extLst>
                  <a:ext uri="{FF2B5EF4-FFF2-40B4-BE49-F238E27FC236}">
                    <a16:creationId xmlns:a16="http://schemas.microsoft.com/office/drawing/2014/main" id="{42A92961-6D08-4850-90ED-21262FD93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968"/>
                <a:ext cx="17" cy="31"/>
              </a:xfrm>
              <a:custGeom>
                <a:avLst/>
                <a:gdLst>
                  <a:gd name="T0" fmla="*/ 5 w 31"/>
                  <a:gd name="T1" fmla="*/ 0 h 54"/>
                  <a:gd name="T2" fmla="*/ 1 w 31"/>
                  <a:gd name="T3" fmla="*/ 1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4">
                    <a:moveTo>
                      <a:pt x="31" y="0"/>
                    </a:moveTo>
                    <a:cubicBezTo>
                      <a:pt x="15" y="13"/>
                      <a:pt x="0" y="32"/>
                      <a:pt x="4" y="5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3" name="Freeform 849">
                <a:extLst>
                  <a:ext uri="{FF2B5EF4-FFF2-40B4-BE49-F238E27FC236}">
                    <a16:creationId xmlns:a16="http://schemas.microsoft.com/office/drawing/2014/main" id="{A8FD7E95-3EE9-4B96-9F2A-DC5B0A11F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2982"/>
                <a:ext cx="19" cy="33"/>
              </a:xfrm>
              <a:custGeom>
                <a:avLst/>
                <a:gdLst>
                  <a:gd name="T0" fmla="*/ 6 w 34"/>
                  <a:gd name="T1" fmla="*/ 0 h 57"/>
                  <a:gd name="T2" fmla="*/ 2 w 34"/>
                  <a:gd name="T3" fmla="*/ 11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7">
                    <a:moveTo>
                      <a:pt x="34" y="0"/>
                    </a:moveTo>
                    <a:cubicBezTo>
                      <a:pt x="21" y="8"/>
                      <a:pt x="0" y="44"/>
                      <a:pt x="11" y="5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4" name="Freeform 850">
                <a:extLst>
                  <a:ext uri="{FF2B5EF4-FFF2-40B4-BE49-F238E27FC236}">
                    <a16:creationId xmlns:a16="http://schemas.microsoft.com/office/drawing/2014/main" id="{AC867568-E043-4418-9621-0C0EBA450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3008"/>
                <a:ext cx="16" cy="27"/>
              </a:xfrm>
              <a:custGeom>
                <a:avLst/>
                <a:gdLst>
                  <a:gd name="T0" fmla="*/ 5 w 29"/>
                  <a:gd name="T1" fmla="*/ 0 h 46"/>
                  <a:gd name="T2" fmla="*/ 1 w 29"/>
                  <a:gd name="T3" fmla="*/ 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6">
                    <a:moveTo>
                      <a:pt x="29" y="0"/>
                    </a:moveTo>
                    <a:cubicBezTo>
                      <a:pt x="15" y="12"/>
                      <a:pt x="0" y="12"/>
                      <a:pt x="3" y="4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5" name="Freeform 851">
                <a:extLst>
                  <a:ext uri="{FF2B5EF4-FFF2-40B4-BE49-F238E27FC236}">
                    <a16:creationId xmlns:a16="http://schemas.microsoft.com/office/drawing/2014/main" id="{ED0892BA-8C9E-47B7-89F7-1E68E3A5C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3020"/>
                <a:ext cx="6" cy="25"/>
              </a:xfrm>
              <a:custGeom>
                <a:avLst/>
                <a:gdLst>
                  <a:gd name="T0" fmla="*/ 2 w 10"/>
                  <a:gd name="T1" fmla="*/ 0 h 43"/>
                  <a:gd name="T2" fmla="*/ 1 w 10"/>
                  <a:gd name="T3" fmla="*/ 9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4" y="11"/>
                      <a:pt x="0" y="24"/>
                      <a:pt x="3" y="4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6" name="Freeform 852">
                <a:extLst>
                  <a:ext uri="{FF2B5EF4-FFF2-40B4-BE49-F238E27FC236}">
                    <a16:creationId xmlns:a16="http://schemas.microsoft.com/office/drawing/2014/main" id="{D348D8DF-6E28-438C-8FF9-13637CDF8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952"/>
                <a:ext cx="17" cy="34"/>
              </a:xfrm>
              <a:custGeom>
                <a:avLst/>
                <a:gdLst>
                  <a:gd name="T0" fmla="*/ 5 w 31"/>
                  <a:gd name="T1" fmla="*/ 0 h 58"/>
                  <a:gd name="T2" fmla="*/ 1 w 31"/>
                  <a:gd name="T3" fmla="*/ 12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8">
                    <a:moveTo>
                      <a:pt x="31" y="0"/>
                    </a:moveTo>
                    <a:cubicBezTo>
                      <a:pt x="10" y="7"/>
                      <a:pt x="0" y="32"/>
                      <a:pt x="4" y="5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7" name="Freeform 853">
                <a:extLst>
                  <a:ext uri="{FF2B5EF4-FFF2-40B4-BE49-F238E27FC236}">
                    <a16:creationId xmlns:a16="http://schemas.microsoft.com/office/drawing/2014/main" id="{24AA44D1-0CCD-4F06-B7B2-B17CE7DAF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935"/>
                <a:ext cx="10" cy="4"/>
              </a:xfrm>
              <a:custGeom>
                <a:avLst/>
                <a:gdLst>
                  <a:gd name="T0" fmla="*/ 0 w 19"/>
                  <a:gd name="T1" fmla="*/ 2 h 6"/>
                  <a:gd name="T2" fmla="*/ 3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8" y="0"/>
                      <a:pt x="19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8" name="Freeform 854">
                <a:extLst>
                  <a:ext uri="{FF2B5EF4-FFF2-40B4-BE49-F238E27FC236}">
                    <a16:creationId xmlns:a16="http://schemas.microsoft.com/office/drawing/2014/main" id="{0AD51957-70F5-4832-AA5C-8F62FCEBB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948"/>
                <a:ext cx="12" cy="6"/>
              </a:xfrm>
              <a:custGeom>
                <a:avLst/>
                <a:gdLst>
                  <a:gd name="T0" fmla="*/ 0 w 21"/>
                  <a:gd name="T1" fmla="*/ 3 h 9"/>
                  <a:gd name="T2" fmla="*/ 4 w 21"/>
                  <a:gd name="T3" fmla="*/ 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12" y="0"/>
                      <a:pt x="21" y="3"/>
                      <a:pt x="21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9" name="Freeform 855">
                <a:extLst>
                  <a:ext uri="{FF2B5EF4-FFF2-40B4-BE49-F238E27FC236}">
                    <a16:creationId xmlns:a16="http://schemas.microsoft.com/office/drawing/2014/main" id="{60D6A4A7-87FF-4FC7-A247-1B5AA6614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964"/>
                <a:ext cx="8" cy="4"/>
              </a:xfrm>
              <a:custGeom>
                <a:avLst/>
                <a:gdLst>
                  <a:gd name="T0" fmla="*/ 0 w 14"/>
                  <a:gd name="T1" fmla="*/ 1 h 7"/>
                  <a:gd name="T2" fmla="*/ 3 w 14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8" y="0"/>
                      <a:pt x="14" y="2"/>
                      <a:pt x="14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0" name="Freeform 856">
                <a:extLst>
                  <a:ext uri="{FF2B5EF4-FFF2-40B4-BE49-F238E27FC236}">
                    <a16:creationId xmlns:a16="http://schemas.microsoft.com/office/drawing/2014/main" id="{3DC3EB83-B3E5-4B5A-BD43-9760F8747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977"/>
                <a:ext cx="8" cy="9"/>
              </a:xfrm>
              <a:custGeom>
                <a:avLst/>
                <a:gdLst>
                  <a:gd name="T0" fmla="*/ 2 w 15"/>
                  <a:gd name="T1" fmla="*/ 0 h 15"/>
                  <a:gd name="T2" fmla="*/ 0 w 15"/>
                  <a:gd name="T3" fmla="*/ 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15" y="0"/>
                    </a:moveTo>
                    <a:cubicBezTo>
                      <a:pt x="6" y="1"/>
                      <a:pt x="3" y="7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1" name="Freeform 857">
                <a:extLst>
                  <a:ext uri="{FF2B5EF4-FFF2-40B4-BE49-F238E27FC236}">
                    <a16:creationId xmlns:a16="http://schemas.microsoft.com/office/drawing/2014/main" id="{F09F3401-97C6-4B07-BE87-9627B1B56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980"/>
                <a:ext cx="4" cy="15"/>
              </a:xfrm>
              <a:custGeom>
                <a:avLst/>
                <a:gdLst>
                  <a:gd name="T0" fmla="*/ 1 w 7"/>
                  <a:gd name="T1" fmla="*/ 0 h 25"/>
                  <a:gd name="T2" fmla="*/ 0 w 7"/>
                  <a:gd name="T3" fmla="*/ 5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2" y="9"/>
                      <a:pt x="0" y="25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2" name="Freeform 858">
                <a:extLst>
                  <a:ext uri="{FF2B5EF4-FFF2-40B4-BE49-F238E27FC236}">
                    <a16:creationId xmlns:a16="http://schemas.microsoft.com/office/drawing/2014/main" id="{F1736EF6-791E-42F6-BCBE-976DF6AF9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982"/>
                <a:ext cx="2" cy="14"/>
              </a:xfrm>
              <a:custGeom>
                <a:avLst/>
                <a:gdLst>
                  <a:gd name="T0" fmla="*/ 0 w 5"/>
                  <a:gd name="T1" fmla="*/ 0 h 25"/>
                  <a:gd name="T2" fmla="*/ 0 w 5"/>
                  <a:gd name="T3" fmla="*/ 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0" y="0"/>
                    </a:moveTo>
                    <a:cubicBezTo>
                      <a:pt x="3" y="7"/>
                      <a:pt x="5" y="25"/>
                      <a:pt x="5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3" name="Freeform 859">
                <a:extLst>
                  <a:ext uri="{FF2B5EF4-FFF2-40B4-BE49-F238E27FC236}">
                    <a16:creationId xmlns:a16="http://schemas.microsoft.com/office/drawing/2014/main" id="{2BF7488D-4473-4092-81DA-3098D91A3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3026"/>
                <a:ext cx="4" cy="24"/>
              </a:xfrm>
              <a:custGeom>
                <a:avLst/>
                <a:gdLst>
                  <a:gd name="T0" fmla="*/ 1 w 6"/>
                  <a:gd name="T1" fmla="*/ 0 h 41"/>
                  <a:gd name="T2" fmla="*/ 0 w 6"/>
                  <a:gd name="T3" fmla="*/ 8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1">
                    <a:moveTo>
                      <a:pt x="1" y="0"/>
                    </a:moveTo>
                    <a:cubicBezTo>
                      <a:pt x="3" y="14"/>
                      <a:pt x="6" y="21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4" name="Freeform 860">
                <a:extLst>
                  <a:ext uri="{FF2B5EF4-FFF2-40B4-BE49-F238E27FC236}">
                    <a16:creationId xmlns:a16="http://schemas.microsoft.com/office/drawing/2014/main" id="{3FB8A456-8C55-4716-BA42-F6801301B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3024"/>
                <a:ext cx="2" cy="24"/>
              </a:xfrm>
              <a:custGeom>
                <a:avLst/>
                <a:gdLst>
                  <a:gd name="T0" fmla="*/ 1 w 4"/>
                  <a:gd name="T1" fmla="*/ 0 h 41"/>
                  <a:gd name="T2" fmla="*/ 1 w 4"/>
                  <a:gd name="T3" fmla="*/ 8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4" y="0"/>
                    </a:moveTo>
                    <a:cubicBezTo>
                      <a:pt x="0" y="11"/>
                      <a:pt x="0" y="34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5" name="Freeform 861">
                <a:extLst>
                  <a:ext uri="{FF2B5EF4-FFF2-40B4-BE49-F238E27FC236}">
                    <a16:creationId xmlns:a16="http://schemas.microsoft.com/office/drawing/2014/main" id="{C8CDCC6A-3723-42EC-A5B9-0C7C82D25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979"/>
                <a:ext cx="4" cy="12"/>
              </a:xfrm>
              <a:custGeom>
                <a:avLst/>
                <a:gdLst>
                  <a:gd name="T0" fmla="*/ 0 w 7"/>
                  <a:gd name="T1" fmla="*/ 0 h 21"/>
                  <a:gd name="T2" fmla="*/ 1 w 7"/>
                  <a:gd name="T3" fmla="*/ 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5" y="10"/>
                      <a:pt x="7" y="21"/>
                      <a:pt x="7" y="2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6" name="Freeform 862">
                <a:extLst>
                  <a:ext uri="{FF2B5EF4-FFF2-40B4-BE49-F238E27FC236}">
                    <a16:creationId xmlns:a16="http://schemas.microsoft.com/office/drawing/2014/main" id="{CD0FE3A7-7D88-443C-8082-99FC8B167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025"/>
                <a:ext cx="3" cy="24"/>
              </a:xfrm>
              <a:custGeom>
                <a:avLst/>
                <a:gdLst>
                  <a:gd name="T0" fmla="*/ 1 w 5"/>
                  <a:gd name="T1" fmla="*/ 0 h 41"/>
                  <a:gd name="T2" fmla="*/ 0 w 5"/>
                  <a:gd name="T3" fmla="*/ 8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1">
                    <a:moveTo>
                      <a:pt x="2" y="0"/>
                    </a:moveTo>
                    <a:cubicBezTo>
                      <a:pt x="4" y="16"/>
                      <a:pt x="5" y="35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7" name="Freeform 863">
                <a:extLst>
                  <a:ext uri="{FF2B5EF4-FFF2-40B4-BE49-F238E27FC236}">
                    <a16:creationId xmlns:a16="http://schemas.microsoft.com/office/drawing/2014/main" id="{C3480306-102A-4C19-94E2-A61DC7329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975"/>
                <a:ext cx="4" cy="10"/>
              </a:xfrm>
              <a:custGeom>
                <a:avLst/>
                <a:gdLst>
                  <a:gd name="T0" fmla="*/ 0 w 7"/>
                  <a:gd name="T1" fmla="*/ 0 h 18"/>
                  <a:gd name="T2" fmla="*/ 1 w 7"/>
                  <a:gd name="T3" fmla="*/ 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5" y="6"/>
                      <a:pt x="6" y="15"/>
                      <a:pt x="7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8" name="Freeform 864">
                <a:extLst>
                  <a:ext uri="{FF2B5EF4-FFF2-40B4-BE49-F238E27FC236}">
                    <a16:creationId xmlns:a16="http://schemas.microsoft.com/office/drawing/2014/main" id="{F5409641-B723-4AB2-92BC-22268A205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026"/>
                <a:ext cx="4" cy="16"/>
              </a:xfrm>
              <a:custGeom>
                <a:avLst/>
                <a:gdLst>
                  <a:gd name="T0" fmla="*/ 1 w 7"/>
                  <a:gd name="T1" fmla="*/ 0 h 29"/>
                  <a:gd name="T2" fmla="*/ 0 w 7"/>
                  <a:gd name="T3" fmla="*/ 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2" y="0"/>
                    </a:moveTo>
                    <a:cubicBezTo>
                      <a:pt x="7" y="16"/>
                      <a:pt x="6" y="19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9" name="Freeform 865">
                <a:extLst>
                  <a:ext uri="{FF2B5EF4-FFF2-40B4-BE49-F238E27FC236}">
                    <a16:creationId xmlns:a16="http://schemas.microsoft.com/office/drawing/2014/main" id="{3C8D6B13-B3EF-4CBD-81B0-5AD72F8C5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013"/>
                <a:ext cx="2" cy="24"/>
              </a:xfrm>
              <a:custGeom>
                <a:avLst/>
                <a:gdLst>
                  <a:gd name="T0" fmla="*/ 0 w 4"/>
                  <a:gd name="T1" fmla="*/ 0 h 41"/>
                  <a:gd name="T2" fmla="*/ 1 w 4"/>
                  <a:gd name="T3" fmla="*/ 8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0" y="0"/>
                    </a:moveTo>
                    <a:cubicBezTo>
                      <a:pt x="2" y="11"/>
                      <a:pt x="4" y="32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0" name="Freeform 866">
                <a:extLst>
                  <a:ext uri="{FF2B5EF4-FFF2-40B4-BE49-F238E27FC236}">
                    <a16:creationId xmlns:a16="http://schemas.microsoft.com/office/drawing/2014/main" id="{819C0F45-50AF-4378-83AD-1A8E1C5C3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964"/>
                <a:ext cx="8" cy="14"/>
              </a:xfrm>
              <a:custGeom>
                <a:avLst/>
                <a:gdLst>
                  <a:gd name="T0" fmla="*/ 0 w 16"/>
                  <a:gd name="T1" fmla="*/ 0 h 25"/>
                  <a:gd name="T2" fmla="*/ 2 w 16"/>
                  <a:gd name="T3" fmla="*/ 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8" y="6"/>
                      <a:pt x="16" y="25"/>
                      <a:pt x="16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1" name="Freeform 867">
                <a:extLst>
                  <a:ext uri="{FF2B5EF4-FFF2-40B4-BE49-F238E27FC236}">
                    <a16:creationId xmlns:a16="http://schemas.microsoft.com/office/drawing/2014/main" id="{8A9575F8-F8F2-4104-B2A5-12A0C2FCC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3000"/>
                <a:ext cx="3" cy="20"/>
              </a:xfrm>
              <a:custGeom>
                <a:avLst/>
                <a:gdLst>
                  <a:gd name="T0" fmla="*/ 1 w 6"/>
                  <a:gd name="T1" fmla="*/ 0 h 35"/>
                  <a:gd name="T2" fmla="*/ 0 w 6"/>
                  <a:gd name="T3" fmla="*/ 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5">
                    <a:moveTo>
                      <a:pt x="1" y="0"/>
                    </a:moveTo>
                    <a:cubicBezTo>
                      <a:pt x="6" y="11"/>
                      <a:pt x="2" y="25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2" name="Freeform 868">
                <a:extLst>
                  <a:ext uri="{FF2B5EF4-FFF2-40B4-BE49-F238E27FC236}">
                    <a16:creationId xmlns:a16="http://schemas.microsoft.com/office/drawing/2014/main" id="{F5BA1AF2-5D80-475D-AE49-5E92C64DB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912"/>
                <a:ext cx="39" cy="87"/>
              </a:xfrm>
              <a:custGeom>
                <a:avLst/>
                <a:gdLst>
                  <a:gd name="T0" fmla="*/ 0 w 71"/>
                  <a:gd name="T1" fmla="*/ 30 h 149"/>
                  <a:gd name="T2" fmla="*/ 3 w 71"/>
                  <a:gd name="T3" fmla="*/ 24 h 149"/>
                  <a:gd name="T4" fmla="*/ 8 w 71"/>
                  <a:gd name="T5" fmla="*/ 16 h 149"/>
                  <a:gd name="T6" fmla="*/ 10 w 71"/>
                  <a:gd name="T7" fmla="*/ 7 h 149"/>
                  <a:gd name="T8" fmla="*/ 11 w 71"/>
                  <a:gd name="T9" fmla="*/ 0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49">
                    <a:moveTo>
                      <a:pt x="0" y="149"/>
                    </a:moveTo>
                    <a:cubicBezTo>
                      <a:pt x="6" y="144"/>
                      <a:pt x="18" y="132"/>
                      <a:pt x="17" y="122"/>
                    </a:cubicBezTo>
                    <a:cubicBezTo>
                      <a:pt x="31" y="124"/>
                      <a:pt x="45" y="91"/>
                      <a:pt x="45" y="80"/>
                    </a:cubicBezTo>
                    <a:cubicBezTo>
                      <a:pt x="59" y="71"/>
                      <a:pt x="66" y="44"/>
                      <a:pt x="64" y="34"/>
                    </a:cubicBezTo>
                    <a:cubicBezTo>
                      <a:pt x="71" y="30"/>
                      <a:pt x="70" y="5"/>
                      <a:pt x="68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3" name="Freeform 869">
                <a:extLst>
                  <a:ext uri="{FF2B5EF4-FFF2-40B4-BE49-F238E27FC236}">
                    <a16:creationId xmlns:a16="http://schemas.microsoft.com/office/drawing/2014/main" id="{30FD5254-6EE8-4F3B-83A0-DD5238903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902"/>
                <a:ext cx="15" cy="11"/>
              </a:xfrm>
              <a:custGeom>
                <a:avLst/>
                <a:gdLst>
                  <a:gd name="T0" fmla="*/ 0 w 27"/>
                  <a:gd name="T1" fmla="*/ 0 h 19"/>
                  <a:gd name="T2" fmla="*/ 4 w 27"/>
                  <a:gd name="T3" fmla="*/ 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16" y="1"/>
                      <a:pt x="24" y="10"/>
                      <a:pt x="27" y="1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4" name="Freeform 870">
                <a:extLst>
                  <a:ext uri="{FF2B5EF4-FFF2-40B4-BE49-F238E27FC236}">
                    <a16:creationId xmlns:a16="http://schemas.microsoft.com/office/drawing/2014/main" id="{EC829DA3-A15C-44DE-9B1D-6871C21FE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922"/>
                <a:ext cx="19" cy="10"/>
              </a:xfrm>
              <a:custGeom>
                <a:avLst/>
                <a:gdLst>
                  <a:gd name="T0" fmla="*/ 0 w 36"/>
                  <a:gd name="T1" fmla="*/ 0 h 17"/>
                  <a:gd name="T2" fmla="*/ 5 w 36"/>
                  <a:gd name="T3" fmla="*/ 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13" y="2"/>
                      <a:pt x="31" y="6"/>
                      <a:pt x="36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5" name="Freeform 871">
                <a:extLst>
                  <a:ext uri="{FF2B5EF4-FFF2-40B4-BE49-F238E27FC236}">
                    <a16:creationId xmlns:a16="http://schemas.microsoft.com/office/drawing/2014/main" id="{743AD3CC-9DBF-44FE-A69C-44C062F9E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941"/>
                <a:ext cx="18" cy="17"/>
              </a:xfrm>
              <a:custGeom>
                <a:avLst/>
                <a:gdLst>
                  <a:gd name="T0" fmla="*/ 0 w 32"/>
                  <a:gd name="T1" fmla="*/ 0 h 29"/>
                  <a:gd name="T2" fmla="*/ 6 w 32"/>
                  <a:gd name="T3" fmla="*/ 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9">
                    <a:moveTo>
                      <a:pt x="0" y="0"/>
                    </a:moveTo>
                    <a:cubicBezTo>
                      <a:pt x="18" y="2"/>
                      <a:pt x="31" y="18"/>
                      <a:pt x="32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6" name="Freeform 872">
                <a:extLst>
                  <a:ext uri="{FF2B5EF4-FFF2-40B4-BE49-F238E27FC236}">
                    <a16:creationId xmlns:a16="http://schemas.microsoft.com/office/drawing/2014/main" id="{20B1B696-CACD-45E2-A478-CF4E961CC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965"/>
                <a:ext cx="9" cy="20"/>
              </a:xfrm>
              <a:custGeom>
                <a:avLst/>
                <a:gdLst>
                  <a:gd name="T0" fmla="*/ 0 w 15"/>
                  <a:gd name="T1" fmla="*/ 0 h 33"/>
                  <a:gd name="T2" fmla="*/ 3 w 15"/>
                  <a:gd name="T3" fmla="*/ 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3">
                    <a:moveTo>
                      <a:pt x="0" y="0"/>
                    </a:moveTo>
                    <a:cubicBezTo>
                      <a:pt x="8" y="7"/>
                      <a:pt x="15" y="17"/>
                      <a:pt x="15" y="3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7" name="Freeform 873">
                <a:extLst>
                  <a:ext uri="{FF2B5EF4-FFF2-40B4-BE49-F238E27FC236}">
                    <a16:creationId xmlns:a16="http://schemas.microsoft.com/office/drawing/2014/main" id="{22A7D76A-FAEC-40F9-891E-7DFFEE293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986"/>
                <a:ext cx="16" cy="1"/>
              </a:xfrm>
              <a:custGeom>
                <a:avLst/>
                <a:gdLst>
                  <a:gd name="T0" fmla="*/ 0 w 29"/>
                  <a:gd name="T1" fmla="*/ 1 h 2"/>
                  <a:gd name="T2" fmla="*/ 5 w 29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">
                    <a:moveTo>
                      <a:pt x="0" y="2"/>
                    </a:moveTo>
                    <a:cubicBezTo>
                      <a:pt x="12" y="0"/>
                      <a:pt x="26" y="1"/>
                      <a:pt x="2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8" name="Freeform 874">
                <a:extLst>
                  <a:ext uri="{FF2B5EF4-FFF2-40B4-BE49-F238E27FC236}">
                    <a16:creationId xmlns:a16="http://schemas.microsoft.com/office/drawing/2014/main" id="{D65CE3A0-8231-4C9D-A7A7-5EF8F5F05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3014"/>
                <a:ext cx="27" cy="3"/>
              </a:xfrm>
              <a:custGeom>
                <a:avLst/>
                <a:gdLst>
                  <a:gd name="T0" fmla="*/ 0 w 48"/>
                  <a:gd name="T1" fmla="*/ 1 h 5"/>
                  <a:gd name="T2" fmla="*/ 8 w 48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cubicBezTo>
                      <a:pt x="10" y="0"/>
                      <a:pt x="46" y="1"/>
                      <a:pt x="4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9" name="Freeform 875">
                <a:extLst>
                  <a:ext uri="{FF2B5EF4-FFF2-40B4-BE49-F238E27FC236}">
                    <a16:creationId xmlns:a16="http://schemas.microsoft.com/office/drawing/2014/main" id="{6769F2BA-CCF4-4D9C-85E2-B7FA0D3E3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041"/>
                <a:ext cx="24" cy="2"/>
              </a:xfrm>
              <a:custGeom>
                <a:avLst/>
                <a:gdLst>
                  <a:gd name="T0" fmla="*/ 0 w 45"/>
                  <a:gd name="T1" fmla="*/ 1 h 3"/>
                  <a:gd name="T2" fmla="*/ 7 w 45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">
                    <a:moveTo>
                      <a:pt x="0" y="3"/>
                    </a:moveTo>
                    <a:cubicBezTo>
                      <a:pt x="8" y="0"/>
                      <a:pt x="41" y="1"/>
                      <a:pt x="4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0" name="Freeform 876">
                <a:extLst>
                  <a:ext uri="{FF2B5EF4-FFF2-40B4-BE49-F238E27FC236}">
                    <a16:creationId xmlns:a16="http://schemas.microsoft.com/office/drawing/2014/main" id="{91C5B222-73E9-4AFA-9D67-E2CEC9001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3069"/>
                <a:ext cx="22" cy="2"/>
              </a:xfrm>
              <a:custGeom>
                <a:avLst/>
                <a:gdLst>
                  <a:gd name="T0" fmla="*/ 0 w 41"/>
                  <a:gd name="T1" fmla="*/ 1 h 3"/>
                  <a:gd name="T2" fmla="*/ 6 w 4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">
                    <a:moveTo>
                      <a:pt x="0" y="2"/>
                    </a:moveTo>
                    <a:cubicBezTo>
                      <a:pt x="7" y="3"/>
                      <a:pt x="33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1" name="Freeform 877">
                <a:extLst>
                  <a:ext uri="{FF2B5EF4-FFF2-40B4-BE49-F238E27FC236}">
                    <a16:creationId xmlns:a16="http://schemas.microsoft.com/office/drawing/2014/main" id="{210C222A-21D2-49FB-BBF9-CB51AB456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015"/>
                <a:ext cx="20" cy="4"/>
              </a:xfrm>
              <a:custGeom>
                <a:avLst/>
                <a:gdLst>
                  <a:gd name="T0" fmla="*/ 0 w 37"/>
                  <a:gd name="T1" fmla="*/ 0 h 6"/>
                  <a:gd name="T2" fmla="*/ 6 w 37"/>
                  <a:gd name="T3" fmla="*/ 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">
                    <a:moveTo>
                      <a:pt x="0" y="0"/>
                    </a:moveTo>
                    <a:cubicBezTo>
                      <a:pt x="9" y="0"/>
                      <a:pt x="31" y="2"/>
                      <a:pt x="37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2" name="Freeform 878">
                <a:extLst>
                  <a:ext uri="{FF2B5EF4-FFF2-40B4-BE49-F238E27FC236}">
                    <a16:creationId xmlns:a16="http://schemas.microsoft.com/office/drawing/2014/main" id="{3F323FC1-2288-4D50-B2D2-0D1A8F222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989"/>
                <a:ext cx="18" cy="7"/>
              </a:xfrm>
              <a:custGeom>
                <a:avLst/>
                <a:gdLst>
                  <a:gd name="T0" fmla="*/ 0 w 33"/>
                  <a:gd name="T1" fmla="*/ 0 h 12"/>
                  <a:gd name="T2" fmla="*/ 5 w 33"/>
                  <a:gd name="T3" fmla="*/ 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12" y="0"/>
                      <a:pt x="30" y="6"/>
                      <a:pt x="33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3" name="Freeform 879">
                <a:extLst>
                  <a:ext uri="{FF2B5EF4-FFF2-40B4-BE49-F238E27FC236}">
                    <a16:creationId xmlns:a16="http://schemas.microsoft.com/office/drawing/2014/main" id="{32189ECE-CEF2-4678-B055-54A5AA3C1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966"/>
                <a:ext cx="13" cy="5"/>
              </a:xfrm>
              <a:custGeom>
                <a:avLst/>
                <a:gdLst>
                  <a:gd name="T0" fmla="*/ 0 w 25"/>
                  <a:gd name="T1" fmla="*/ 0 h 8"/>
                  <a:gd name="T2" fmla="*/ 4 w 25"/>
                  <a:gd name="T3" fmla="*/ 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0"/>
                    </a:moveTo>
                    <a:cubicBezTo>
                      <a:pt x="10" y="1"/>
                      <a:pt x="25" y="8"/>
                      <a:pt x="25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4" name="Freeform 880">
                <a:extLst>
                  <a:ext uri="{FF2B5EF4-FFF2-40B4-BE49-F238E27FC236}">
                    <a16:creationId xmlns:a16="http://schemas.microsoft.com/office/drawing/2014/main" id="{9A9FA8A4-2DBE-4AEF-AC55-028DB6F5D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942"/>
                <a:ext cx="12" cy="3"/>
              </a:xfrm>
              <a:custGeom>
                <a:avLst/>
                <a:gdLst>
                  <a:gd name="T0" fmla="*/ 0 w 22"/>
                  <a:gd name="T1" fmla="*/ 2 h 4"/>
                  <a:gd name="T2" fmla="*/ 4 w 22"/>
                  <a:gd name="T3" fmla="*/ 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">
                    <a:moveTo>
                      <a:pt x="0" y="4"/>
                    </a:moveTo>
                    <a:cubicBezTo>
                      <a:pt x="10" y="0"/>
                      <a:pt x="22" y="3"/>
                      <a:pt x="22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5" name="Freeform 881">
                <a:extLst>
                  <a:ext uri="{FF2B5EF4-FFF2-40B4-BE49-F238E27FC236}">
                    <a16:creationId xmlns:a16="http://schemas.microsoft.com/office/drawing/2014/main" id="{5D33CCEB-537C-4723-AF4F-331658162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916"/>
                <a:ext cx="11" cy="1"/>
              </a:xfrm>
              <a:custGeom>
                <a:avLst/>
                <a:gdLst>
                  <a:gd name="T0" fmla="*/ 0 w 19"/>
                  <a:gd name="T1" fmla="*/ 1 h 2"/>
                  <a:gd name="T2" fmla="*/ 3 w 19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7" y="0"/>
                      <a:pt x="19" y="2"/>
                      <a:pt x="1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6" name="Freeform 882">
                <a:extLst>
                  <a:ext uri="{FF2B5EF4-FFF2-40B4-BE49-F238E27FC236}">
                    <a16:creationId xmlns:a16="http://schemas.microsoft.com/office/drawing/2014/main" id="{63A38854-523B-4456-8E7A-CBC341FC2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062"/>
                <a:ext cx="16" cy="4"/>
              </a:xfrm>
              <a:custGeom>
                <a:avLst/>
                <a:gdLst>
                  <a:gd name="T0" fmla="*/ 5 w 29"/>
                  <a:gd name="T1" fmla="*/ 0 h 7"/>
                  <a:gd name="T2" fmla="*/ 0 w 29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29" y="0"/>
                    </a:moveTo>
                    <a:cubicBezTo>
                      <a:pt x="29" y="0"/>
                      <a:pt x="9" y="7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7" name="Freeform 883">
                <a:extLst>
                  <a:ext uri="{FF2B5EF4-FFF2-40B4-BE49-F238E27FC236}">
                    <a16:creationId xmlns:a16="http://schemas.microsoft.com/office/drawing/2014/main" id="{31966C4F-7F71-400F-9D84-AFBDD41B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3038"/>
                <a:ext cx="15" cy="3"/>
              </a:xfrm>
              <a:custGeom>
                <a:avLst/>
                <a:gdLst>
                  <a:gd name="T0" fmla="*/ 0 w 27"/>
                  <a:gd name="T1" fmla="*/ 2 h 4"/>
                  <a:gd name="T2" fmla="*/ 4 w 27"/>
                  <a:gd name="T3" fmla="*/ 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2"/>
                    </a:moveTo>
                    <a:cubicBezTo>
                      <a:pt x="10" y="0"/>
                      <a:pt x="27" y="4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8" name="Freeform 884">
                <a:extLst>
                  <a:ext uri="{FF2B5EF4-FFF2-40B4-BE49-F238E27FC236}">
                    <a16:creationId xmlns:a16="http://schemas.microsoft.com/office/drawing/2014/main" id="{31F8E6CA-C07C-4DB5-A58F-AFB9444B4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101"/>
                <a:ext cx="20" cy="3"/>
              </a:xfrm>
              <a:custGeom>
                <a:avLst/>
                <a:gdLst>
                  <a:gd name="T0" fmla="*/ 0 w 37"/>
                  <a:gd name="T1" fmla="*/ 1 h 5"/>
                  <a:gd name="T2" fmla="*/ 6 w 3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">
                    <a:moveTo>
                      <a:pt x="0" y="3"/>
                    </a:moveTo>
                    <a:cubicBezTo>
                      <a:pt x="9" y="5"/>
                      <a:pt x="30" y="3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9" name="Freeform 885">
                <a:extLst>
                  <a:ext uri="{FF2B5EF4-FFF2-40B4-BE49-F238E27FC236}">
                    <a16:creationId xmlns:a16="http://schemas.microsoft.com/office/drawing/2014/main" id="{47D47743-2618-4E29-BAF4-DD7F5B074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093"/>
                <a:ext cx="16" cy="3"/>
              </a:xfrm>
              <a:custGeom>
                <a:avLst/>
                <a:gdLst>
                  <a:gd name="T0" fmla="*/ 0 w 28"/>
                  <a:gd name="T1" fmla="*/ 1 h 6"/>
                  <a:gd name="T2" fmla="*/ 5 w 2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">
                    <a:moveTo>
                      <a:pt x="0" y="6"/>
                    </a:moveTo>
                    <a:cubicBezTo>
                      <a:pt x="11" y="5"/>
                      <a:pt x="24" y="3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0" name="Freeform 886">
                <a:extLst>
                  <a:ext uri="{FF2B5EF4-FFF2-40B4-BE49-F238E27FC236}">
                    <a16:creationId xmlns:a16="http://schemas.microsoft.com/office/drawing/2014/main" id="{6D8CD911-E5B6-4178-9931-41B201D0D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126"/>
                <a:ext cx="23" cy="3"/>
              </a:xfrm>
              <a:custGeom>
                <a:avLst/>
                <a:gdLst>
                  <a:gd name="T0" fmla="*/ 0 w 41"/>
                  <a:gd name="T1" fmla="*/ 0 h 7"/>
                  <a:gd name="T2" fmla="*/ 7 w 4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5"/>
                    </a:moveTo>
                    <a:cubicBezTo>
                      <a:pt x="10" y="7"/>
                      <a:pt x="35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1" name="Freeform 887">
                <a:extLst>
                  <a:ext uri="{FF2B5EF4-FFF2-40B4-BE49-F238E27FC236}">
                    <a16:creationId xmlns:a16="http://schemas.microsoft.com/office/drawing/2014/main" id="{F8B42F72-4BD7-4712-95B4-F64C11AEE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120"/>
                <a:ext cx="15" cy="2"/>
              </a:xfrm>
              <a:custGeom>
                <a:avLst/>
                <a:gdLst>
                  <a:gd name="T0" fmla="*/ 0 w 28"/>
                  <a:gd name="T1" fmla="*/ 1 h 4"/>
                  <a:gd name="T2" fmla="*/ 4 w 28"/>
                  <a:gd name="T3" fmla="*/ 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">
                    <a:moveTo>
                      <a:pt x="0" y="4"/>
                    </a:moveTo>
                    <a:cubicBezTo>
                      <a:pt x="11" y="2"/>
                      <a:pt x="21" y="0"/>
                      <a:pt x="2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2" name="Freeform 888">
                <a:extLst>
                  <a:ext uri="{FF2B5EF4-FFF2-40B4-BE49-F238E27FC236}">
                    <a16:creationId xmlns:a16="http://schemas.microsoft.com/office/drawing/2014/main" id="{D457E2CB-ED23-43D3-9CAB-E21B6F8C4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3150"/>
                <a:ext cx="20" cy="2"/>
              </a:xfrm>
              <a:custGeom>
                <a:avLst/>
                <a:gdLst>
                  <a:gd name="T0" fmla="*/ 0 w 36"/>
                  <a:gd name="T1" fmla="*/ 1 h 4"/>
                  <a:gd name="T2" fmla="*/ 6 w 3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">
                    <a:moveTo>
                      <a:pt x="0" y="2"/>
                    </a:moveTo>
                    <a:cubicBezTo>
                      <a:pt x="7" y="4"/>
                      <a:pt x="34" y="1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3" name="Freeform 889">
                <a:extLst>
                  <a:ext uri="{FF2B5EF4-FFF2-40B4-BE49-F238E27FC236}">
                    <a16:creationId xmlns:a16="http://schemas.microsoft.com/office/drawing/2014/main" id="{A70EC894-2C06-45AB-9272-020DF2ADE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142"/>
                <a:ext cx="15" cy="3"/>
              </a:xfrm>
              <a:custGeom>
                <a:avLst/>
                <a:gdLst>
                  <a:gd name="T0" fmla="*/ 0 w 27"/>
                  <a:gd name="T1" fmla="*/ 1 h 5"/>
                  <a:gd name="T2" fmla="*/ 4 w 27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">
                    <a:moveTo>
                      <a:pt x="0" y="5"/>
                    </a:moveTo>
                    <a:cubicBezTo>
                      <a:pt x="6" y="4"/>
                      <a:pt x="22" y="0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4" name="Freeform 890">
                <a:extLst>
                  <a:ext uri="{FF2B5EF4-FFF2-40B4-BE49-F238E27FC236}">
                    <a16:creationId xmlns:a16="http://schemas.microsoft.com/office/drawing/2014/main" id="{5B5DC47D-7DEA-4F73-B3A3-52BF33067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3170"/>
                <a:ext cx="20" cy="2"/>
              </a:xfrm>
              <a:custGeom>
                <a:avLst/>
                <a:gdLst>
                  <a:gd name="T0" fmla="*/ 0 w 38"/>
                  <a:gd name="T1" fmla="*/ 1 h 2"/>
                  <a:gd name="T2" fmla="*/ 6 w 3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7" y="1"/>
                      <a:pt x="32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5" name="Freeform 891">
                <a:extLst>
                  <a:ext uri="{FF2B5EF4-FFF2-40B4-BE49-F238E27FC236}">
                    <a16:creationId xmlns:a16="http://schemas.microsoft.com/office/drawing/2014/main" id="{62E571D2-8195-43FF-8EF6-1326DF39C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170"/>
                <a:ext cx="13" cy="1"/>
              </a:xfrm>
              <a:custGeom>
                <a:avLst/>
                <a:gdLst>
                  <a:gd name="T0" fmla="*/ 0 w 25"/>
                  <a:gd name="T1" fmla="*/ 1 h 1"/>
                  <a:gd name="T2" fmla="*/ 4 w 2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">
                    <a:moveTo>
                      <a:pt x="0" y="1"/>
                    </a:moveTo>
                    <a:cubicBezTo>
                      <a:pt x="11" y="1"/>
                      <a:pt x="23" y="0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6" name="Freeform 892">
                <a:extLst>
                  <a:ext uri="{FF2B5EF4-FFF2-40B4-BE49-F238E27FC236}">
                    <a16:creationId xmlns:a16="http://schemas.microsoft.com/office/drawing/2014/main" id="{B747A5F9-0AEC-49B0-BC01-124742755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191"/>
                <a:ext cx="22" cy="3"/>
              </a:xfrm>
              <a:custGeom>
                <a:avLst/>
                <a:gdLst>
                  <a:gd name="T0" fmla="*/ 0 w 41"/>
                  <a:gd name="T1" fmla="*/ 0 h 6"/>
                  <a:gd name="T2" fmla="*/ 6 w 41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0"/>
                    </a:moveTo>
                    <a:cubicBezTo>
                      <a:pt x="11" y="3"/>
                      <a:pt x="32" y="6"/>
                      <a:pt x="41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7" name="Freeform 893">
                <a:extLst>
                  <a:ext uri="{FF2B5EF4-FFF2-40B4-BE49-F238E27FC236}">
                    <a16:creationId xmlns:a16="http://schemas.microsoft.com/office/drawing/2014/main" id="{0C89830C-1845-4C24-B8DA-EAB54DE2A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198"/>
                <a:ext cx="15" cy="3"/>
              </a:xfrm>
              <a:custGeom>
                <a:avLst/>
                <a:gdLst>
                  <a:gd name="T0" fmla="*/ 0 w 27"/>
                  <a:gd name="T1" fmla="*/ 0 h 6"/>
                  <a:gd name="T2" fmla="*/ 4 w 27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">
                    <a:moveTo>
                      <a:pt x="0" y="0"/>
                    </a:moveTo>
                    <a:cubicBezTo>
                      <a:pt x="10" y="4"/>
                      <a:pt x="27" y="6"/>
                      <a:pt x="27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8" name="Freeform 894">
                <a:extLst>
                  <a:ext uri="{FF2B5EF4-FFF2-40B4-BE49-F238E27FC236}">
                    <a16:creationId xmlns:a16="http://schemas.microsoft.com/office/drawing/2014/main" id="{BFC65091-D541-4BFB-9796-7D2527924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208"/>
                <a:ext cx="19" cy="7"/>
              </a:xfrm>
              <a:custGeom>
                <a:avLst/>
                <a:gdLst>
                  <a:gd name="T0" fmla="*/ 0 w 35"/>
                  <a:gd name="T1" fmla="*/ 0 h 13"/>
                  <a:gd name="T2" fmla="*/ 5 w 35"/>
                  <a:gd name="T3" fmla="*/ 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0"/>
                    </a:moveTo>
                    <a:cubicBezTo>
                      <a:pt x="8" y="5"/>
                      <a:pt x="27" y="13"/>
                      <a:pt x="35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9" name="Freeform 895">
                <a:extLst>
                  <a:ext uri="{FF2B5EF4-FFF2-40B4-BE49-F238E27FC236}">
                    <a16:creationId xmlns:a16="http://schemas.microsoft.com/office/drawing/2014/main" id="{90B4BCF9-7DC7-4A12-8D5B-14D7727D4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226"/>
                <a:ext cx="14" cy="7"/>
              </a:xfrm>
              <a:custGeom>
                <a:avLst/>
                <a:gdLst>
                  <a:gd name="T0" fmla="*/ 0 w 26"/>
                  <a:gd name="T1" fmla="*/ 0 h 11"/>
                  <a:gd name="T2" fmla="*/ 4 w 26"/>
                  <a:gd name="T3" fmla="*/ 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10" y="4"/>
                      <a:pt x="20" y="11"/>
                      <a:pt x="26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0" name="Freeform 896">
                <a:extLst>
                  <a:ext uri="{FF2B5EF4-FFF2-40B4-BE49-F238E27FC236}">
                    <a16:creationId xmlns:a16="http://schemas.microsoft.com/office/drawing/2014/main" id="{DA2238A2-2DE5-4314-B277-C7625829A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226"/>
                <a:ext cx="13" cy="10"/>
              </a:xfrm>
              <a:custGeom>
                <a:avLst/>
                <a:gdLst>
                  <a:gd name="T0" fmla="*/ 0 w 24"/>
                  <a:gd name="T1" fmla="*/ 0 h 17"/>
                  <a:gd name="T2" fmla="*/ 4 w 24"/>
                  <a:gd name="T3" fmla="*/ 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7">
                    <a:moveTo>
                      <a:pt x="0" y="0"/>
                    </a:moveTo>
                    <a:cubicBezTo>
                      <a:pt x="5" y="10"/>
                      <a:pt x="17" y="15"/>
                      <a:pt x="24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1" name="Freeform 897">
                <a:extLst>
                  <a:ext uri="{FF2B5EF4-FFF2-40B4-BE49-F238E27FC236}">
                    <a16:creationId xmlns:a16="http://schemas.microsoft.com/office/drawing/2014/main" id="{CC6306C2-1E67-4FD4-A1F4-BE77AECED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283"/>
                <a:ext cx="8" cy="14"/>
              </a:xfrm>
              <a:custGeom>
                <a:avLst/>
                <a:gdLst>
                  <a:gd name="T0" fmla="*/ 0 w 13"/>
                  <a:gd name="T1" fmla="*/ 0 h 24"/>
                  <a:gd name="T2" fmla="*/ 3 w 13"/>
                  <a:gd name="T3" fmla="*/ 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0" y="0"/>
                    </a:moveTo>
                    <a:cubicBezTo>
                      <a:pt x="5" y="9"/>
                      <a:pt x="11" y="15"/>
                      <a:pt x="13" y="2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2" name="Freeform 898">
                <a:extLst>
                  <a:ext uri="{FF2B5EF4-FFF2-40B4-BE49-F238E27FC236}">
                    <a16:creationId xmlns:a16="http://schemas.microsoft.com/office/drawing/2014/main" id="{1854A665-FC3A-4F0D-BC8E-74B5525FC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259"/>
                <a:ext cx="9" cy="9"/>
              </a:xfrm>
              <a:custGeom>
                <a:avLst/>
                <a:gdLst>
                  <a:gd name="T0" fmla="*/ 0 w 16"/>
                  <a:gd name="T1" fmla="*/ 0 h 14"/>
                  <a:gd name="T2" fmla="*/ 3 w 16"/>
                  <a:gd name="T3" fmla="*/ 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8" y="5"/>
                      <a:pt x="16" y="14"/>
                      <a:pt x="1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3" name="Freeform 899">
                <a:extLst>
                  <a:ext uri="{FF2B5EF4-FFF2-40B4-BE49-F238E27FC236}">
                    <a16:creationId xmlns:a16="http://schemas.microsoft.com/office/drawing/2014/main" id="{0A6914FC-CC4A-412D-BF1E-83F160089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3311"/>
                <a:ext cx="3" cy="15"/>
              </a:xfrm>
              <a:custGeom>
                <a:avLst/>
                <a:gdLst>
                  <a:gd name="T0" fmla="*/ 0 w 4"/>
                  <a:gd name="T1" fmla="*/ 0 h 26"/>
                  <a:gd name="T2" fmla="*/ 2 w 4"/>
                  <a:gd name="T3" fmla="*/ 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0" y="0"/>
                    </a:moveTo>
                    <a:cubicBezTo>
                      <a:pt x="4" y="8"/>
                      <a:pt x="4" y="22"/>
                      <a:pt x="2" y="2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4" name="Freeform 900">
                <a:extLst>
                  <a:ext uri="{FF2B5EF4-FFF2-40B4-BE49-F238E27FC236}">
                    <a16:creationId xmlns:a16="http://schemas.microsoft.com/office/drawing/2014/main" id="{DFE98171-7521-4F1D-9F54-010BD4273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3311"/>
                <a:ext cx="13" cy="8"/>
              </a:xfrm>
              <a:custGeom>
                <a:avLst/>
                <a:gdLst>
                  <a:gd name="T0" fmla="*/ 0 w 24"/>
                  <a:gd name="T1" fmla="*/ 3 h 14"/>
                  <a:gd name="T2" fmla="*/ 4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14"/>
                    </a:moveTo>
                    <a:cubicBezTo>
                      <a:pt x="8" y="5"/>
                      <a:pt x="11" y="1"/>
                      <a:pt x="24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5" name="Freeform 901">
                <a:extLst>
                  <a:ext uri="{FF2B5EF4-FFF2-40B4-BE49-F238E27FC236}">
                    <a16:creationId xmlns:a16="http://schemas.microsoft.com/office/drawing/2014/main" id="{848F15B4-52EF-49D4-A563-42D03EAE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989"/>
                <a:ext cx="15" cy="11"/>
              </a:xfrm>
              <a:custGeom>
                <a:avLst/>
                <a:gdLst>
                  <a:gd name="T0" fmla="*/ 0 w 27"/>
                  <a:gd name="T1" fmla="*/ 0 h 18"/>
                  <a:gd name="T2" fmla="*/ 4 w 27"/>
                  <a:gd name="T3" fmla="*/ 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8">
                    <a:moveTo>
                      <a:pt x="0" y="0"/>
                    </a:moveTo>
                    <a:cubicBezTo>
                      <a:pt x="6" y="13"/>
                      <a:pt x="17" y="17"/>
                      <a:pt x="27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6" name="Freeform 902">
                <a:extLst>
                  <a:ext uri="{FF2B5EF4-FFF2-40B4-BE49-F238E27FC236}">
                    <a16:creationId xmlns:a16="http://schemas.microsoft.com/office/drawing/2014/main" id="{8FBBB334-93E5-4606-86CB-C3B505140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994"/>
                <a:ext cx="88" cy="276"/>
              </a:xfrm>
              <a:custGeom>
                <a:avLst/>
                <a:gdLst>
                  <a:gd name="T0" fmla="*/ 26 w 161"/>
                  <a:gd name="T1" fmla="*/ 92 h 473"/>
                  <a:gd name="T2" fmla="*/ 25 w 161"/>
                  <a:gd name="T3" fmla="*/ 91 h 473"/>
                  <a:gd name="T4" fmla="*/ 26 w 161"/>
                  <a:gd name="T5" fmla="*/ 90 h 473"/>
                  <a:gd name="T6" fmla="*/ 20 w 161"/>
                  <a:gd name="T7" fmla="*/ 90 h 473"/>
                  <a:gd name="T8" fmla="*/ 11 w 161"/>
                  <a:gd name="T9" fmla="*/ 82 h 473"/>
                  <a:gd name="T10" fmla="*/ 7 w 161"/>
                  <a:gd name="T11" fmla="*/ 76 h 473"/>
                  <a:gd name="T12" fmla="*/ 4 w 161"/>
                  <a:gd name="T13" fmla="*/ 67 h 473"/>
                  <a:gd name="T14" fmla="*/ 3 w 161"/>
                  <a:gd name="T15" fmla="*/ 60 h 473"/>
                  <a:gd name="T16" fmla="*/ 3 w 161"/>
                  <a:gd name="T17" fmla="*/ 53 h 473"/>
                  <a:gd name="T18" fmla="*/ 3 w 161"/>
                  <a:gd name="T19" fmla="*/ 48 h 473"/>
                  <a:gd name="T20" fmla="*/ 4 w 161"/>
                  <a:gd name="T21" fmla="*/ 42 h 473"/>
                  <a:gd name="T22" fmla="*/ 5 w 161"/>
                  <a:gd name="T23" fmla="*/ 40 h 473"/>
                  <a:gd name="T24" fmla="*/ 6 w 161"/>
                  <a:gd name="T25" fmla="*/ 33 h 473"/>
                  <a:gd name="T26" fmla="*/ 6 w 161"/>
                  <a:gd name="T27" fmla="*/ 28 h 473"/>
                  <a:gd name="T28" fmla="*/ 7 w 161"/>
                  <a:gd name="T29" fmla="*/ 23 h 473"/>
                  <a:gd name="T30" fmla="*/ 7 w 161"/>
                  <a:gd name="T31" fmla="*/ 15 h 473"/>
                  <a:gd name="T32" fmla="*/ 7 w 161"/>
                  <a:gd name="T33" fmla="*/ 7 h 473"/>
                  <a:gd name="T34" fmla="*/ 7 w 161"/>
                  <a:gd name="T35" fmla="*/ 2 h 473"/>
                  <a:gd name="T36" fmla="*/ 4 w 161"/>
                  <a:gd name="T37" fmla="*/ 0 h 473"/>
                  <a:gd name="T38" fmla="*/ 4 w 161"/>
                  <a:gd name="T39" fmla="*/ 3 h 473"/>
                  <a:gd name="T40" fmla="*/ 5 w 161"/>
                  <a:gd name="T41" fmla="*/ 10 h 473"/>
                  <a:gd name="T42" fmla="*/ 4 w 161"/>
                  <a:gd name="T43" fmla="*/ 15 h 473"/>
                  <a:gd name="T44" fmla="*/ 4 w 161"/>
                  <a:gd name="T45" fmla="*/ 19 h 473"/>
                  <a:gd name="T46" fmla="*/ 4 w 161"/>
                  <a:gd name="T47" fmla="*/ 23 h 473"/>
                  <a:gd name="T48" fmla="*/ 4 w 161"/>
                  <a:gd name="T49" fmla="*/ 27 h 473"/>
                  <a:gd name="T50" fmla="*/ 3 w 161"/>
                  <a:gd name="T51" fmla="*/ 35 h 473"/>
                  <a:gd name="T52" fmla="*/ 2 w 161"/>
                  <a:gd name="T53" fmla="*/ 40 h 473"/>
                  <a:gd name="T54" fmla="*/ 2 w 161"/>
                  <a:gd name="T55" fmla="*/ 45 h 473"/>
                  <a:gd name="T56" fmla="*/ 2 w 161"/>
                  <a:gd name="T57" fmla="*/ 50 h 473"/>
                  <a:gd name="T58" fmla="*/ 1 w 161"/>
                  <a:gd name="T59" fmla="*/ 55 h 473"/>
                  <a:gd name="T60" fmla="*/ 1 w 161"/>
                  <a:gd name="T61" fmla="*/ 61 h 473"/>
                  <a:gd name="T62" fmla="*/ 1 w 161"/>
                  <a:gd name="T63" fmla="*/ 64 h 473"/>
                  <a:gd name="T64" fmla="*/ 3 w 161"/>
                  <a:gd name="T65" fmla="*/ 71 h 473"/>
                  <a:gd name="T66" fmla="*/ 5 w 161"/>
                  <a:gd name="T67" fmla="*/ 78 h 473"/>
                  <a:gd name="T68" fmla="*/ 8 w 161"/>
                  <a:gd name="T69" fmla="*/ 83 h 473"/>
                  <a:gd name="T70" fmla="*/ 11 w 161"/>
                  <a:gd name="T71" fmla="*/ 85 h 473"/>
                  <a:gd name="T72" fmla="*/ 13 w 161"/>
                  <a:gd name="T73" fmla="*/ 89 h 473"/>
                  <a:gd name="T74" fmla="*/ 25 w 161"/>
                  <a:gd name="T75" fmla="*/ 93 h 473"/>
                  <a:gd name="T76" fmla="*/ 26 w 161"/>
                  <a:gd name="T77" fmla="*/ 92 h 473"/>
                  <a:gd name="T78" fmla="*/ 26 w 161"/>
                  <a:gd name="T79" fmla="*/ 92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4" y="459"/>
                    </a:cubicBezTo>
                    <a:cubicBezTo>
                      <a:pt x="153" y="456"/>
                      <a:pt x="154" y="453"/>
                      <a:pt x="157" y="453"/>
                    </a:cubicBezTo>
                    <a:cubicBezTo>
                      <a:pt x="157" y="453"/>
                      <a:pt x="140" y="458"/>
                      <a:pt x="125" y="453"/>
                    </a:cubicBezTo>
                    <a:cubicBezTo>
                      <a:pt x="110" y="448"/>
                      <a:pt x="79" y="422"/>
                      <a:pt x="72" y="415"/>
                    </a:cubicBezTo>
                    <a:cubicBezTo>
                      <a:pt x="65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4" y="337"/>
                    </a:cubicBezTo>
                    <a:cubicBezTo>
                      <a:pt x="25" y="329"/>
                      <a:pt x="22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20" y="237"/>
                      <a:pt x="24" y="217"/>
                      <a:pt x="26" y="213"/>
                    </a:cubicBezTo>
                    <a:cubicBezTo>
                      <a:pt x="28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7" y="164"/>
                    </a:cubicBezTo>
                    <a:cubicBezTo>
                      <a:pt x="44" y="155"/>
                      <a:pt x="40" y="149"/>
                      <a:pt x="39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1" y="76"/>
                    </a:cubicBezTo>
                    <a:cubicBezTo>
                      <a:pt x="44" y="62"/>
                      <a:pt x="44" y="45"/>
                      <a:pt x="43" y="34"/>
                    </a:cubicBezTo>
                    <a:cubicBezTo>
                      <a:pt x="42" y="27"/>
                      <a:pt x="41" y="15"/>
                      <a:pt x="40" y="8"/>
                    </a:cubicBezTo>
                    <a:cubicBezTo>
                      <a:pt x="34" y="7"/>
                      <a:pt x="28" y="4"/>
                      <a:pt x="22" y="0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0" y="24"/>
                      <a:pt x="30" y="37"/>
                      <a:pt x="30" y="49"/>
                    </a:cubicBezTo>
                    <a:cubicBezTo>
                      <a:pt x="30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7" y="98"/>
                    </a:cubicBezTo>
                    <a:cubicBezTo>
                      <a:pt x="26" y="105"/>
                      <a:pt x="26" y="111"/>
                      <a:pt x="26" y="114"/>
                    </a:cubicBezTo>
                    <a:cubicBezTo>
                      <a:pt x="26" y="117"/>
                      <a:pt x="23" y="128"/>
                      <a:pt x="22" y="139"/>
                    </a:cubicBezTo>
                    <a:cubicBezTo>
                      <a:pt x="21" y="154"/>
                      <a:pt x="23" y="170"/>
                      <a:pt x="21" y="177"/>
                    </a:cubicBezTo>
                    <a:cubicBezTo>
                      <a:pt x="20" y="181"/>
                      <a:pt x="14" y="192"/>
                      <a:pt x="13" y="202"/>
                    </a:cubicBezTo>
                    <a:cubicBezTo>
                      <a:pt x="11" y="210"/>
                      <a:pt x="14" y="218"/>
                      <a:pt x="12" y="226"/>
                    </a:cubicBezTo>
                    <a:cubicBezTo>
                      <a:pt x="11" y="235"/>
                      <a:pt x="9" y="243"/>
                      <a:pt x="9" y="248"/>
                    </a:cubicBezTo>
                    <a:cubicBezTo>
                      <a:pt x="8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6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4" y="371"/>
                      <a:pt x="28" y="385"/>
                      <a:pt x="35" y="390"/>
                    </a:cubicBezTo>
                    <a:cubicBezTo>
                      <a:pt x="39" y="392"/>
                      <a:pt x="43" y="405"/>
                      <a:pt x="51" y="416"/>
                    </a:cubicBezTo>
                    <a:cubicBezTo>
                      <a:pt x="56" y="422"/>
                      <a:pt x="62" y="424"/>
                      <a:pt x="67" y="431"/>
                    </a:cubicBezTo>
                    <a:cubicBezTo>
                      <a:pt x="72" y="437"/>
                      <a:pt x="77" y="442"/>
                      <a:pt x="81" y="446"/>
                    </a:cubicBezTo>
                    <a:cubicBezTo>
                      <a:pt x="99" y="463"/>
                      <a:pt x="137" y="473"/>
                      <a:pt x="151" y="469"/>
                    </a:cubicBezTo>
                    <a:cubicBezTo>
                      <a:pt x="159" y="468"/>
                      <a:pt x="161" y="465"/>
                      <a:pt x="161" y="463"/>
                    </a:cubicBezTo>
                    <a:cubicBezTo>
                      <a:pt x="161" y="463"/>
                      <a:pt x="160" y="463"/>
                      <a:pt x="160" y="46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7" name="Freeform 903">
                <a:extLst>
                  <a:ext uri="{FF2B5EF4-FFF2-40B4-BE49-F238E27FC236}">
                    <a16:creationId xmlns:a16="http://schemas.microsoft.com/office/drawing/2014/main" id="{B0A0E5F4-0388-4EFE-B066-5A1B5A666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3269"/>
                <a:ext cx="4" cy="13"/>
              </a:xfrm>
              <a:custGeom>
                <a:avLst/>
                <a:gdLst>
                  <a:gd name="T0" fmla="*/ 1 w 7"/>
                  <a:gd name="T1" fmla="*/ 0 h 22"/>
                  <a:gd name="T2" fmla="*/ 1 w 7"/>
                  <a:gd name="T3" fmla="*/ 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6"/>
                      <a:pt x="7" y="22"/>
                      <a:pt x="7" y="2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8" name="Freeform 904">
                <a:extLst>
                  <a:ext uri="{FF2B5EF4-FFF2-40B4-BE49-F238E27FC236}">
                    <a16:creationId xmlns:a16="http://schemas.microsoft.com/office/drawing/2014/main" id="{B2B89D7E-99A6-4E74-B021-183366031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328"/>
                <a:ext cx="7" cy="12"/>
              </a:xfrm>
              <a:custGeom>
                <a:avLst/>
                <a:gdLst>
                  <a:gd name="T0" fmla="*/ 0 w 13"/>
                  <a:gd name="T1" fmla="*/ 0 h 20"/>
                  <a:gd name="T2" fmla="*/ 2 w 13"/>
                  <a:gd name="T3" fmla="*/ 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cubicBezTo>
                      <a:pt x="5" y="12"/>
                      <a:pt x="13" y="20"/>
                      <a:pt x="13" y="2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9" name="Freeform 905">
                <a:extLst>
                  <a:ext uri="{FF2B5EF4-FFF2-40B4-BE49-F238E27FC236}">
                    <a16:creationId xmlns:a16="http://schemas.microsoft.com/office/drawing/2014/main" id="{C8EB2AB3-A9CB-43D6-ACC5-5C9F3F000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241"/>
                <a:ext cx="6" cy="8"/>
              </a:xfrm>
              <a:custGeom>
                <a:avLst/>
                <a:gdLst>
                  <a:gd name="T0" fmla="*/ 0 w 11"/>
                  <a:gd name="T1" fmla="*/ 0 h 15"/>
                  <a:gd name="T2" fmla="*/ 2 w 11"/>
                  <a:gd name="T3" fmla="*/ 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6"/>
                      <a:pt x="5" y="12"/>
                      <a:pt x="11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0" name="Freeform 906">
                <a:extLst>
                  <a:ext uri="{FF2B5EF4-FFF2-40B4-BE49-F238E27FC236}">
                    <a16:creationId xmlns:a16="http://schemas.microsoft.com/office/drawing/2014/main" id="{659F1AC6-C765-423F-AF44-E2AA3F6D3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912"/>
                <a:ext cx="168" cy="376"/>
              </a:xfrm>
              <a:custGeom>
                <a:avLst/>
                <a:gdLst>
                  <a:gd name="T0" fmla="*/ 0 w 306"/>
                  <a:gd name="T1" fmla="*/ 115 h 644"/>
                  <a:gd name="T2" fmla="*/ 10 w 306"/>
                  <a:gd name="T3" fmla="*/ 117 h 644"/>
                  <a:gd name="T4" fmla="*/ 18 w 306"/>
                  <a:gd name="T5" fmla="*/ 122 h 644"/>
                  <a:gd name="T6" fmla="*/ 23 w 306"/>
                  <a:gd name="T7" fmla="*/ 126 h 644"/>
                  <a:gd name="T8" fmla="*/ 38 w 306"/>
                  <a:gd name="T9" fmla="*/ 121 h 644"/>
                  <a:gd name="T10" fmla="*/ 43 w 306"/>
                  <a:gd name="T11" fmla="*/ 117 h 644"/>
                  <a:gd name="T12" fmla="*/ 46 w 306"/>
                  <a:gd name="T13" fmla="*/ 111 h 644"/>
                  <a:gd name="T14" fmla="*/ 48 w 306"/>
                  <a:gd name="T15" fmla="*/ 102 h 644"/>
                  <a:gd name="T16" fmla="*/ 48 w 306"/>
                  <a:gd name="T17" fmla="*/ 92 h 644"/>
                  <a:gd name="T18" fmla="*/ 47 w 306"/>
                  <a:gd name="T19" fmla="*/ 83 h 644"/>
                  <a:gd name="T20" fmla="*/ 44 w 306"/>
                  <a:gd name="T21" fmla="*/ 76 h 644"/>
                  <a:gd name="T22" fmla="*/ 42 w 306"/>
                  <a:gd name="T23" fmla="*/ 68 h 644"/>
                  <a:gd name="T24" fmla="*/ 42 w 306"/>
                  <a:gd name="T25" fmla="*/ 58 h 644"/>
                  <a:gd name="T26" fmla="*/ 41 w 306"/>
                  <a:gd name="T27" fmla="*/ 49 h 644"/>
                  <a:gd name="T28" fmla="*/ 40 w 306"/>
                  <a:gd name="T29" fmla="*/ 40 h 644"/>
                  <a:gd name="T30" fmla="*/ 40 w 306"/>
                  <a:gd name="T31" fmla="*/ 32 h 644"/>
                  <a:gd name="T32" fmla="*/ 41 w 306"/>
                  <a:gd name="T33" fmla="*/ 26 h 644"/>
                  <a:gd name="T34" fmla="*/ 41 w 306"/>
                  <a:gd name="T35" fmla="*/ 18 h 644"/>
                  <a:gd name="T36" fmla="*/ 42 w 306"/>
                  <a:gd name="T37" fmla="*/ 8 h 644"/>
                  <a:gd name="T38" fmla="*/ 42 w 306"/>
                  <a:gd name="T39" fmla="*/ 8 h 644"/>
                  <a:gd name="T40" fmla="*/ 42 w 306"/>
                  <a:gd name="T41" fmla="*/ 7 h 644"/>
                  <a:gd name="T42" fmla="*/ 42 w 306"/>
                  <a:gd name="T43" fmla="*/ 1 h 644"/>
                  <a:gd name="T44" fmla="*/ 42 w 306"/>
                  <a:gd name="T45" fmla="*/ 1 h 644"/>
                  <a:gd name="T46" fmla="*/ 42 w 306"/>
                  <a:gd name="T47" fmla="*/ 1 h 644"/>
                  <a:gd name="T48" fmla="*/ 43 w 306"/>
                  <a:gd name="T49" fmla="*/ 5 h 644"/>
                  <a:gd name="T50" fmla="*/ 43 w 306"/>
                  <a:gd name="T51" fmla="*/ 12 h 644"/>
                  <a:gd name="T52" fmla="*/ 43 w 306"/>
                  <a:gd name="T53" fmla="*/ 19 h 644"/>
                  <a:gd name="T54" fmla="*/ 43 w 306"/>
                  <a:gd name="T55" fmla="*/ 24 h 644"/>
                  <a:gd name="T56" fmla="*/ 43 w 306"/>
                  <a:gd name="T57" fmla="*/ 27 h 644"/>
                  <a:gd name="T58" fmla="*/ 43 w 306"/>
                  <a:gd name="T59" fmla="*/ 31 h 644"/>
                  <a:gd name="T60" fmla="*/ 42 w 306"/>
                  <a:gd name="T61" fmla="*/ 36 h 644"/>
                  <a:gd name="T62" fmla="*/ 42 w 306"/>
                  <a:gd name="T63" fmla="*/ 40 h 644"/>
                  <a:gd name="T64" fmla="*/ 43 w 306"/>
                  <a:gd name="T65" fmla="*/ 44 h 644"/>
                  <a:gd name="T66" fmla="*/ 43 w 306"/>
                  <a:gd name="T67" fmla="*/ 48 h 644"/>
                  <a:gd name="T68" fmla="*/ 43 w 306"/>
                  <a:gd name="T69" fmla="*/ 54 h 644"/>
                  <a:gd name="T70" fmla="*/ 44 w 306"/>
                  <a:gd name="T71" fmla="*/ 60 h 644"/>
                  <a:gd name="T72" fmla="*/ 44 w 306"/>
                  <a:gd name="T73" fmla="*/ 65 h 644"/>
                  <a:gd name="T74" fmla="*/ 45 w 306"/>
                  <a:gd name="T75" fmla="*/ 69 h 644"/>
                  <a:gd name="T76" fmla="*/ 46 w 306"/>
                  <a:gd name="T77" fmla="*/ 73 h 644"/>
                  <a:gd name="T78" fmla="*/ 48 w 306"/>
                  <a:gd name="T79" fmla="*/ 76 h 644"/>
                  <a:gd name="T80" fmla="*/ 48 w 306"/>
                  <a:gd name="T81" fmla="*/ 81 h 644"/>
                  <a:gd name="T82" fmla="*/ 49 w 306"/>
                  <a:gd name="T83" fmla="*/ 85 h 644"/>
                  <a:gd name="T84" fmla="*/ 50 w 306"/>
                  <a:gd name="T85" fmla="*/ 92 h 644"/>
                  <a:gd name="T86" fmla="*/ 51 w 306"/>
                  <a:gd name="T87" fmla="*/ 98 h 644"/>
                  <a:gd name="T88" fmla="*/ 50 w 306"/>
                  <a:gd name="T89" fmla="*/ 105 h 644"/>
                  <a:gd name="T90" fmla="*/ 47 w 306"/>
                  <a:gd name="T91" fmla="*/ 112 h 644"/>
                  <a:gd name="T92" fmla="*/ 44 w 306"/>
                  <a:gd name="T93" fmla="*/ 119 h 644"/>
                  <a:gd name="T94" fmla="*/ 39 w 306"/>
                  <a:gd name="T95" fmla="*/ 123 h 644"/>
                  <a:gd name="T96" fmla="*/ 32 w 306"/>
                  <a:gd name="T97" fmla="*/ 127 h 644"/>
                  <a:gd name="T98" fmla="*/ 25 w 306"/>
                  <a:gd name="T99" fmla="*/ 128 h 644"/>
                  <a:gd name="T100" fmla="*/ 19 w 306"/>
                  <a:gd name="T101" fmla="*/ 126 h 644"/>
                  <a:gd name="T102" fmla="*/ 14 w 306"/>
                  <a:gd name="T103" fmla="*/ 123 h 644"/>
                  <a:gd name="T104" fmla="*/ 8 w 306"/>
                  <a:gd name="T105" fmla="*/ 119 h 644"/>
                  <a:gd name="T106" fmla="*/ 0 w 306"/>
                  <a:gd name="T107" fmla="*/ 115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5" y="572"/>
                      <a:pt x="46" y="581"/>
                      <a:pt x="62" y="591"/>
                    </a:cubicBezTo>
                    <a:cubicBezTo>
                      <a:pt x="78" y="602"/>
                      <a:pt x="90" y="609"/>
                      <a:pt x="105" y="613"/>
                    </a:cubicBezTo>
                    <a:cubicBezTo>
                      <a:pt x="120" y="618"/>
                      <a:pt x="122" y="630"/>
                      <a:pt x="140" y="634"/>
                    </a:cubicBezTo>
                    <a:cubicBezTo>
                      <a:pt x="202" y="640"/>
                      <a:pt x="219" y="621"/>
                      <a:pt x="230" y="610"/>
                    </a:cubicBezTo>
                    <a:cubicBezTo>
                      <a:pt x="242" y="600"/>
                      <a:pt x="251" y="602"/>
                      <a:pt x="260" y="590"/>
                    </a:cubicBezTo>
                    <a:cubicBezTo>
                      <a:pt x="268" y="578"/>
                      <a:pt x="270" y="569"/>
                      <a:pt x="277" y="558"/>
                    </a:cubicBezTo>
                    <a:cubicBezTo>
                      <a:pt x="284" y="546"/>
                      <a:pt x="285" y="524"/>
                      <a:pt x="289" y="510"/>
                    </a:cubicBezTo>
                    <a:cubicBezTo>
                      <a:pt x="293" y="496"/>
                      <a:pt x="288" y="474"/>
                      <a:pt x="287" y="462"/>
                    </a:cubicBezTo>
                    <a:cubicBezTo>
                      <a:pt x="286" y="449"/>
                      <a:pt x="284" y="432"/>
                      <a:pt x="281" y="420"/>
                    </a:cubicBezTo>
                    <a:cubicBezTo>
                      <a:pt x="277" y="408"/>
                      <a:pt x="270" y="397"/>
                      <a:pt x="266" y="384"/>
                    </a:cubicBezTo>
                    <a:cubicBezTo>
                      <a:pt x="262" y="371"/>
                      <a:pt x="258" y="352"/>
                      <a:pt x="254" y="340"/>
                    </a:cubicBezTo>
                    <a:cubicBezTo>
                      <a:pt x="251" y="328"/>
                      <a:pt x="255" y="307"/>
                      <a:pt x="253" y="295"/>
                    </a:cubicBezTo>
                    <a:cubicBezTo>
                      <a:pt x="251" y="283"/>
                      <a:pt x="246" y="259"/>
                      <a:pt x="246" y="246"/>
                    </a:cubicBezTo>
                    <a:cubicBezTo>
                      <a:pt x="246" y="233"/>
                      <a:pt x="239" y="211"/>
                      <a:pt x="240" y="202"/>
                    </a:cubicBezTo>
                    <a:cubicBezTo>
                      <a:pt x="241" y="193"/>
                      <a:pt x="238" y="175"/>
                      <a:pt x="240" y="162"/>
                    </a:cubicBezTo>
                    <a:cubicBezTo>
                      <a:pt x="241" y="149"/>
                      <a:pt x="245" y="138"/>
                      <a:pt x="246" y="131"/>
                    </a:cubicBezTo>
                    <a:cubicBezTo>
                      <a:pt x="246" y="124"/>
                      <a:pt x="249" y="99"/>
                      <a:pt x="250" y="90"/>
                    </a:cubicBezTo>
                    <a:cubicBezTo>
                      <a:pt x="251" y="80"/>
                      <a:pt x="256" y="52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39"/>
                      <a:pt x="252" y="36"/>
                      <a:pt x="252" y="35"/>
                    </a:cubicBezTo>
                    <a:cubicBezTo>
                      <a:pt x="259" y="31"/>
                      <a:pt x="258" y="6"/>
                      <a:pt x="256" y="1"/>
                    </a:cubicBezTo>
                    <a:cubicBezTo>
                      <a:pt x="258" y="0"/>
                      <a:pt x="254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2" y="22"/>
                      <a:pt x="262" y="28"/>
                    </a:cubicBezTo>
                    <a:cubicBezTo>
                      <a:pt x="261" y="33"/>
                      <a:pt x="263" y="53"/>
                      <a:pt x="263" y="62"/>
                    </a:cubicBezTo>
                    <a:cubicBezTo>
                      <a:pt x="262" y="70"/>
                      <a:pt x="264" y="88"/>
                      <a:pt x="262" y="93"/>
                    </a:cubicBezTo>
                    <a:cubicBezTo>
                      <a:pt x="260" y="98"/>
                      <a:pt x="261" y="116"/>
                      <a:pt x="260" y="122"/>
                    </a:cubicBezTo>
                    <a:cubicBezTo>
                      <a:pt x="259" y="129"/>
                      <a:pt x="258" y="133"/>
                      <a:pt x="258" y="135"/>
                    </a:cubicBezTo>
                    <a:cubicBezTo>
                      <a:pt x="258" y="137"/>
                      <a:pt x="260" y="146"/>
                      <a:pt x="258" y="155"/>
                    </a:cubicBezTo>
                    <a:cubicBezTo>
                      <a:pt x="257" y="164"/>
                      <a:pt x="251" y="176"/>
                      <a:pt x="251" y="181"/>
                    </a:cubicBezTo>
                    <a:cubicBezTo>
                      <a:pt x="251" y="186"/>
                      <a:pt x="254" y="196"/>
                      <a:pt x="254" y="201"/>
                    </a:cubicBezTo>
                    <a:cubicBezTo>
                      <a:pt x="254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1" y="245"/>
                    </a:cubicBezTo>
                    <a:cubicBezTo>
                      <a:pt x="261" y="254"/>
                      <a:pt x="262" y="265"/>
                      <a:pt x="262" y="274"/>
                    </a:cubicBezTo>
                    <a:cubicBezTo>
                      <a:pt x="262" y="282"/>
                      <a:pt x="265" y="293"/>
                      <a:pt x="266" y="301"/>
                    </a:cubicBezTo>
                    <a:cubicBezTo>
                      <a:pt x="267" y="309"/>
                      <a:pt x="269" y="318"/>
                      <a:pt x="270" y="325"/>
                    </a:cubicBezTo>
                    <a:cubicBezTo>
                      <a:pt x="271" y="331"/>
                      <a:pt x="270" y="336"/>
                      <a:pt x="272" y="347"/>
                    </a:cubicBezTo>
                    <a:cubicBezTo>
                      <a:pt x="274" y="357"/>
                      <a:pt x="277" y="363"/>
                      <a:pt x="278" y="367"/>
                    </a:cubicBezTo>
                    <a:cubicBezTo>
                      <a:pt x="279" y="372"/>
                      <a:pt x="284" y="374"/>
                      <a:pt x="287" y="384"/>
                    </a:cubicBezTo>
                    <a:cubicBezTo>
                      <a:pt x="289" y="395"/>
                      <a:pt x="286" y="398"/>
                      <a:pt x="288" y="404"/>
                    </a:cubicBezTo>
                    <a:cubicBezTo>
                      <a:pt x="290" y="410"/>
                      <a:pt x="294" y="417"/>
                      <a:pt x="296" y="425"/>
                    </a:cubicBezTo>
                    <a:cubicBezTo>
                      <a:pt x="298" y="433"/>
                      <a:pt x="302" y="457"/>
                      <a:pt x="302" y="464"/>
                    </a:cubicBezTo>
                    <a:cubicBezTo>
                      <a:pt x="303" y="471"/>
                      <a:pt x="306" y="482"/>
                      <a:pt x="305" y="490"/>
                    </a:cubicBezTo>
                    <a:cubicBezTo>
                      <a:pt x="305" y="499"/>
                      <a:pt x="304" y="517"/>
                      <a:pt x="301" y="530"/>
                    </a:cubicBezTo>
                    <a:cubicBezTo>
                      <a:pt x="298" y="543"/>
                      <a:pt x="289" y="556"/>
                      <a:pt x="285" y="564"/>
                    </a:cubicBezTo>
                    <a:cubicBezTo>
                      <a:pt x="281" y="572"/>
                      <a:pt x="274" y="592"/>
                      <a:pt x="265" y="599"/>
                    </a:cubicBezTo>
                    <a:cubicBezTo>
                      <a:pt x="256" y="605"/>
                      <a:pt x="241" y="609"/>
                      <a:pt x="235" y="618"/>
                    </a:cubicBezTo>
                    <a:cubicBezTo>
                      <a:pt x="223" y="632"/>
                      <a:pt x="204" y="632"/>
                      <a:pt x="193" y="638"/>
                    </a:cubicBezTo>
                    <a:cubicBezTo>
                      <a:pt x="183" y="643"/>
                      <a:pt x="167" y="643"/>
                      <a:pt x="149" y="643"/>
                    </a:cubicBezTo>
                    <a:cubicBezTo>
                      <a:pt x="131" y="643"/>
                      <a:pt x="122" y="644"/>
                      <a:pt x="114" y="632"/>
                    </a:cubicBezTo>
                    <a:cubicBezTo>
                      <a:pt x="106" y="621"/>
                      <a:pt x="95" y="629"/>
                      <a:pt x="86" y="619"/>
                    </a:cubicBezTo>
                    <a:cubicBezTo>
                      <a:pt x="77" y="609"/>
                      <a:pt x="65" y="606"/>
                      <a:pt x="51" y="594"/>
                    </a:cubicBezTo>
                    <a:cubicBezTo>
                      <a:pt x="37" y="583"/>
                      <a:pt x="13" y="577"/>
                      <a:pt x="0" y="5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1" name="Freeform 907">
                <a:extLst>
                  <a:ext uri="{FF2B5EF4-FFF2-40B4-BE49-F238E27FC236}">
                    <a16:creationId xmlns:a16="http://schemas.microsoft.com/office/drawing/2014/main" id="{CE9BBC81-FB63-47FA-A49D-F58BA394A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3261"/>
                <a:ext cx="4" cy="7"/>
              </a:xfrm>
              <a:custGeom>
                <a:avLst/>
                <a:gdLst>
                  <a:gd name="T0" fmla="*/ 0 w 7"/>
                  <a:gd name="T1" fmla="*/ 0 h 13"/>
                  <a:gd name="T2" fmla="*/ 1 w 7"/>
                  <a:gd name="T3" fmla="*/ 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0" y="6"/>
                      <a:pt x="5" y="9"/>
                      <a:pt x="7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2" name="Freeform 908">
                <a:extLst>
                  <a:ext uri="{FF2B5EF4-FFF2-40B4-BE49-F238E27FC236}">
                    <a16:creationId xmlns:a16="http://schemas.microsoft.com/office/drawing/2014/main" id="{256E1C29-99B3-4766-AB46-33A146ECE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948"/>
                <a:ext cx="13" cy="4"/>
              </a:xfrm>
              <a:custGeom>
                <a:avLst/>
                <a:gdLst>
                  <a:gd name="T0" fmla="*/ 0 w 24"/>
                  <a:gd name="T1" fmla="*/ 1 h 7"/>
                  <a:gd name="T2" fmla="*/ 4 w 24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">
                    <a:moveTo>
                      <a:pt x="0" y="1"/>
                    </a:moveTo>
                    <a:cubicBezTo>
                      <a:pt x="11" y="0"/>
                      <a:pt x="21" y="4"/>
                      <a:pt x="24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3" name="Freeform 909">
                <a:extLst>
                  <a:ext uri="{FF2B5EF4-FFF2-40B4-BE49-F238E27FC236}">
                    <a16:creationId xmlns:a16="http://schemas.microsoft.com/office/drawing/2014/main" id="{3B5FE734-F67A-496E-99B4-11E184272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927"/>
                <a:ext cx="14" cy="3"/>
              </a:xfrm>
              <a:custGeom>
                <a:avLst/>
                <a:gdLst>
                  <a:gd name="T0" fmla="*/ 0 w 26"/>
                  <a:gd name="T1" fmla="*/ 1 h 5"/>
                  <a:gd name="T2" fmla="*/ 4 w 26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0" y="5"/>
                    </a:moveTo>
                    <a:cubicBezTo>
                      <a:pt x="16" y="0"/>
                      <a:pt x="26" y="4"/>
                      <a:pt x="26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4" name="Freeform 910">
                <a:extLst>
                  <a:ext uri="{FF2B5EF4-FFF2-40B4-BE49-F238E27FC236}">
                    <a16:creationId xmlns:a16="http://schemas.microsoft.com/office/drawing/2014/main" id="{D87303ED-8614-4489-9B45-ECE8D6632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910"/>
                <a:ext cx="13" cy="3"/>
              </a:xfrm>
              <a:custGeom>
                <a:avLst/>
                <a:gdLst>
                  <a:gd name="T0" fmla="*/ 4 w 24"/>
                  <a:gd name="T1" fmla="*/ 1 h 5"/>
                  <a:gd name="T2" fmla="*/ 0 w 24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2"/>
                    </a:moveTo>
                    <a:cubicBezTo>
                      <a:pt x="24" y="2"/>
                      <a:pt x="16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5" name="Freeform 911">
                <a:extLst>
                  <a:ext uri="{FF2B5EF4-FFF2-40B4-BE49-F238E27FC236}">
                    <a16:creationId xmlns:a16="http://schemas.microsoft.com/office/drawing/2014/main" id="{074A615A-72F8-4C68-9AC6-FDF11050F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962"/>
                <a:ext cx="4" cy="0"/>
              </a:xfrm>
              <a:custGeom>
                <a:avLst/>
                <a:gdLst>
                  <a:gd name="T0" fmla="*/ 0 w 7"/>
                  <a:gd name="T1" fmla="*/ 1 h 1"/>
                  <a:gd name="T2" fmla="*/ 1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4" y="0"/>
                      <a:pt x="7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6" name="Freeform 912">
                <a:extLst>
                  <a:ext uri="{FF2B5EF4-FFF2-40B4-BE49-F238E27FC236}">
                    <a16:creationId xmlns:a16="http://schemas.microsoft.com/office/drawing/2014/main" id="{47BA801B-5C23-47AA-B841-D095051C4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990"/>
                <a:ext cx="3" cy="10"/>
              </a:xfrm>
              <a:custGeom>
                <a:avLst/>
                <a:gdLst>
                  <a:gd name="T0" fmla="*/ 0 w 6"/>
                  <a:gd name="T1" fmla="*/ 0 h 16"/>
                  <a:gd name="T2" fmla="*/ 1 w 6"/>
                  <a:gd name="T3" fmla="*/ 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3"/>
                      <a:pt x="6" y="12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7" name="Freeform 913">
                <a:extLst>
                  <a:ext uri="{FF2B5EF4-FFF2-40B4-BE49-F238E27FC236}">
                    <a16:creationId xmlns:a16="http://schemas.microsoft.com/office/drawing/2014/main" id="{E7D51301-52DD-463F-B862-56A2F7B17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880"/>
                <a:ext cx="384" cy="563"/>
              </a:xfrm>
              <a:custGeom>
                <a:avLst/>
                <a:gdLst>
                  <a:gd name="T0" fmla="*/ 113 w 701"/>
                  <a:gd name="T1" fmla="*/ 99 h 963"/>
                  <a:gd name="T2" fmla="*/ 110 w 701"/>
                  <a:gd name="T3" fmla="*/ 82 h 963"/>
                  <a:gd name="T4" fmla="*/ 107 w 701"/>
                  <a:gd name="T5" fmla="*/ 62 h 963"/>
                  <a:gd name="T6" fmla="*/ 106 w 701"/>
                  <a:gd name="T7" fmla="*/ 47 h 963"/>
                  <a:gd name="T8" fmla="*/ 106 w 701"/>
                  <a:gd name="T9" fmla="*/ 31 h 963"/>
                  <a:gd name="T10" fmla="*/ 106 w 701"/>
                  <a:gd name="T11" fmla="*/ 13 h 963"/>
                  <a:gd name="T12" fmla="*/ 96 w 701"/>
                  <a:gd name="T13" fmla="*/ 1 h 963"/>
                  <a:gd name="T14" fmla="*/ 85 w 701"/>
                  <a:gd name="T15" fmla="*/ 11 h 963"/>
                  <a:gd name="T16" fmla="*/ 79 w 701"/>
                  <a:gd name="T17" fmla="*/ 23 h 963"/>
                  <a:gd name="T18" fmla="*/ 70 w 701"/>
                  <a:gd name="T19" fmla="*/ 33 h 963"/>
                  <a:gd name="T20" fmla="*/ 54 w 701"/>
                  <a:gd name="T21" fmla="*/ 35 h 963"/>
                  <a:gd name="T22" fmla="*/ 39 w 701"/>
                  <a:gd name="T23" fmla="*/ 33 h 963"/>
                  <a:gd name="T24" fmla="*/ 26 w 701"/>
                  <a:gd name="T25" fmla="*/ 24 h 963"/>
                  <a:gd name="T26" fmla="*/ 12 w 701"/>
                  <a:gd name="T27" fmla="*/ 17 h 963"/>
                  <a:gd name="T28" fmla="*/ 4 w 701"/>
                  <a:gd name="T29" fmla="*/ 25 h 963"/>
                  <a:gd name="T30" fmla="*/ 4 w 701"/>
                  <a:gd name="T31" fmla="*/ 51 h 963"/>
                  <a:gd name="T32" fmla="*/ 4 w 701"/>
                  <a:gd name="T33" fmla="*/ 74 h 963"/>
                  <a:gd name="T34" fmla="*/ 2 w 701"/>
                  <a:gd name="T35" fmla="*/ 95 h 963"/>
                  <a:gd name="T36" fmla="*/ 8 w 701"/>
                  <a:gd name="T37" fmla="*/ 122 h 963"/>
                  <a:gd name="T38" fmla="*/ 27 w 701"/>
                  <a:gd name="T39" fmla="*/ 140 h 963"/>
                  <a:gd name="T40" fmla="*/ 33 w 701"/>
                  <a:gd name="T41" fmla="*/ 132 h 963"/>
                  <a:gd name="T42" fmla="*/ 32 w 701"/>
                  <a:gd name="T43" fmla="*/ 130 h 963"/>
                  <a:gd name="T44" fmla="*/ 34 w 701"/>
                  <a:gd name="T45" fmla="*/ 130 h 963"/>
                  <a:gd name="T46" fmla="*/ 26 w 701"/>
                  <a:gd name="T47" fmla="*/ 110 h 963"/>
                  <a:gd name="T48" fmla="*/ 21 w 701"/>
                  <a:gd name="T49" fmla="*/ 92 h 963"/>
                  <a:gd name="T50" fmla="*/ 20 w 701"/>
                  <a:gd name="T51" fmla="*/ 73 h 963"/>
                  <a:gd name="T52" fmla="*/ 21 w 701"/>
                  <a:gd name="T53" fmla="*/ 55 h 963"/>
                  <a:gd name="T54" fmla="*/ 29 w 701"/>
                  <a:gd name="T55" fmla="*/ 53 h 963"/>
                  <a:gd name="T56" fmla="*/ 46 w 701"/>
                  <a:gd name="T57" fmla="*/ 57 h 963"/>
                  <a:gd name="T58" fmla="*/ 62 w 701"/>
                  <a:gd name="T59" fmla="*/ 58 h 963"/>
                  <a:gd name="T60" fmla="*/ 77 w 701"/>
                  <a:gd name="T61" fmla="*/ 53 h 963"/>
                  <a:gd name="T62" fmla="*/ 89 w 701"/>
                  <a:gd name="T63" fmla="*/ 41 h 963"/>
                  <a:gd name="T64" fmla="*/ 90 w 701"/>
                  <a:gd name="T65" fmla="*/ 56 h 963"/>
                  <a:gd name="T66" fmla="*/ 93 w 701"/>
                  <a:gd name="T67" fmla="*/ 76 h 963"/>
                  <a:gd name="T68" fmla="*/ 95 w 701"/>
                  <a:gd name="T69" fmla="*/ 92 h 963"/>
                  <a:gd name="T70" fmla="*/ 96 w 701"/>
                  <a:gd name="T71" fmla="*/ 102 h 963"/>
                  <a:gd name="T72" fmla="*/ 98 w 701"/>
                  <a:gd name="T73" fmla="*/ 112 h 963"/>
                  <a:gd name="T74" fmla="*/ 95 w 701"/>
                  <a:gd name="T75" fmla="*/ 123 h 963"/>
                  <a:gd name="T76" fmla="*/ 91 w 701"/>
                  <a:gd name="T77" fmla="*/ 130 h 963"/>
                  <a:gd name="T78" fmla="*/ 75 w 701"/>
                  <a:gd name="T79" fmla="*/ 130 h 963"/>
                  <a:gd name="T80" fmla="*/ 49 w 701"/>
                  <a:gd name="T81" fmla="*/ 153 h 963"/>
                  <a:gd name="T82" fmla="*/ 54 w 701"/>
                  <a:gd name="T83" fmla="*/ 182 h 963"/>
                  <a:gd name="T84" fmla="*/ 61 w 701"/>
                  <a:gd name="T85" fmla="*/ 191 h 963"/>
                  <a:gd name="T86" fmla="*/ 68 w 701"/>
                  <a:gd name="T87" fmla="*/ 163 h 963"/>
                  <a:gd name="T88" fmla="*/ 67 w 701"/>
                  <a:gd name="T89" fmla="*/ 147 h 963"/>
                  <a:gd name="T90" fmla="*/ 91 w 701"/>
                  <a:gd name="T91" fmla="*/ 153 h 963"/>
                  <a:gd name="T92" fmla="*/ 106 w 701"/>
                  <a:gd name="T93" fmla="*/ 133 h 963"/>
                  <a:gd name="T94" fmla="*/ 114 w 701"/>
                  <a:gd name="T95" fmla="*/ 110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4" y="550"/>
                    </a:moveTo>
                    <a:cubicBezTo>
                      <a:pt x="699" y="541"/>
                      <a:pt x="697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5" y="365"/>
                    </a:cubicBezTo>
                    <a:cubicBezTo>
                      <a:pt x="663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5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6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4" y="1"/>
                      <a:pt x="547" y="10"/>
                    </a:cubicBezTo>
                    <a:cubicBezTo>
                      <a:pt x="519" y="23"/>
                      <a:pt x="515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3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7" y="175"/>
                    </a:cubicBezTo>
                    <a:cubicBezTo>
                      <a:pt x="313" y="166"/>
                      <a:pt x="293" y="167"/>
                      <a:pt x="278" y="174"/>
                    </a:cubicBezTo>
                    <a:cubicBezTo>
                      <a:pt x="275" y="165"/>
                      <a:pt x="243" y="159"/>
                      <a:pt x="235" y="167"/>
                    </a:cubicBezTo>
                    <a:cubicBezTo>
                      <a:pt x="225" y="153"/>
                      <a:pt x="203" y="141"/>
                      <a:pt x="193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1" y="93"/>
                      <a:pt x="55" y="95"/>
                    </a:cubicBezTo>
                    <a:cubicBezTo>
                      <a:pt x="42" y="99"/>
                      <a:pt x="28" y="109"/>
                      <a:pt x="22" y="127"/>
                    </a:cubicBezTo>
                    <a:cubicBezTo>
                      <a:pt x="16" y="144"/>
                      <a:pt x="9" y="168"/>
                      <a:pt x="22" y="189"/>
                    </a:cubicBezTo>
                    <a:cubicBezTo>
                      <a:pt x="14" y="202"/>
                      <a:pt x="15" y="247"/>
                      <a:pt x="27" y="256"/>
                    </a:cubicBezTo>
                    <a:cubicBezTo>
                      <a:pt x="16" y="269"/>
                      <a:pt x="23" y="295"/>
                      <a:pt x="28" y="309"/>
                    </a:cubicBezTo>
                    <a:cubicBezTo>
                      <a:pt x="16" y="319"/>
                      <a:pt x="16" y="359"/>
                      <a:pt x="22" y="367"/>
                    </a:cubicBezTo>
                    <a:cubicBezTo>
                      <a:pt x="8" y="376"/>
                      <a:pt x="9" y="406"/>
                      <a:pt x="16" y="422"/>
                    </a:cubicBezTo>
                    <a:cubicBezTo>
                      <a:pt x="2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9" y="668"/>
                    </a:cubicBezTo>
                    <a:cubicBezTo>
                      <a:pt x="94" y="687"/>
                      <a:pt x="135" y="718"/>
                      <a:pt x="162" y="703"/>
                    </a:cubicBezTo>
                    <a:cubicBezTo>
                      <a:pt x="183" y="690"/>
                      <a:pt x="181" y="682"/>
                      <a:pt x="189" y="670"/>
                    </a:cubicBezTo>
                    <a:cubicBezTo>
                      <a:pt x="192" y="666"/>
                      <a:pt x="196" y="662"/>
                      <a:pt x="200" y="658"/>
                    </a:cubicBezTo>
                    <a:cubicBezTo>
                      <a:pt x="199" y="658"/>
                      <a:pt x="199" y="658"/>
                      <a:pt x="198" y="658"/>
                    </a:cubicBezTo>
                    <a:cubicBezTo>
                      <a:pt x="195" y="659"/>
                      <a:pt x="192" y="657"/>
                      <a:pt x="192" y="654"/>
                    </a:cubicBezTo>
                    <a:cubicBezTo>
                      <a:pt x="191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7" y="649"/>
                    </a:cubicBezTo>
                    <a:cubicBezTo>
                      <a:pt x="211" y="642"/>
                      <a:pt x="216" y="634"/>
                      <a:pt x="218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8" y="517"/>
                      <a:pt x="127" y="508"/>
                    </a:cubicBezTo>
                    <a:cubicBezTo>
                      <a:pt x="138" y="489"/>
                      <a:pt x="129" y="463"/>
                      <a:pt x="129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4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3" y="315"/>
                    </a:cubicBezTo>
                    <a:cubicBezTo>
                      <a:pt x="136" y="302"/>
                      <a:pt x="137" y="291"/>
                      <a:pt x="132" y="276"/>
                    </a:cubicBezTo>
                    <a:cubicBezTo>
                      <a:pt x="142" y="265"/>
                      <a:pt x="132" y="241"/>
                      <a:pt x="128" y="232"/>
                    </a:cubicBezTo>
                    <a:cubicBezTo>
                      <a:pt x="135" y="242"/>
                      <a:pt x="148" y="264"/>
                      <a:pt x="176" y="265"/>
                    </a:cubicBezTo>
                    <a:cubicBezTo>
                      <a:pt x="200" y="285"/>
                      <a:pt x="207" y="280"/>
                      <a:pt x="227" y="282"/>
                    </a:cubicBezTo>
                    <a:cubicBezTo>
                      <a:pt x="233" y="295"/>
                      <a:pt x="272" y="296"/>
                      <a:pt x="282" y="288"/>
                    </a:cubicBezTo>
                    <a:cubicBezTo>
                      <a:pt x="288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5" y="274"/>
                      <a:pt x="509" y="250"/>
                      <a:pt x="509" y="239"/>
                    </a:cubicBezTo>
                    <a:cubicBezTo>
                      <a:pt x="514" y="247"/>
                      <a:pt x="537" y="217"/>
                      <a:pt x="541" y="204"/>
                    </a:cubicBezTo>
                    <a:cubicBezTo>
                      <a:pt x="541" y="204"/>
                      <a:pt x="534" y="232"/>
                      <a:pt x="541" y="235"/>
                    </a:cubicBezTo>
                    <a:cubicBezTo>
                      <a:pt x="536" y="238"/>
                      <a:pt x="538" y="275"/>
                      <a:pt x="548" y="280"/>
                    </a:cubicBezTo>
                    <a:cubicBezTo>
                      <a:pt x="541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4" y="464"/>
                      <a:pt x="577" y="464"/>
                    </a:cubicBezTo>
                    <a:cubicBezTo>
                      <a:pt x="568" y="469"/>
                      <a:pt x="577" y="500"/>
                      <a:pt x="587" y="498"/>
                    </a:cubicBezTo>
                    <a:cubicBezTo>
                      <a:pt x="587" y="498"/>
                      <a:pt x="583" y="504"/>
                      <a:pt x="584" y="511"/>
                    </a:cubicBezTo>
                    <a:cubicBezTo>
                      <a:pt x="585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90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4" y="650"/>
                    </a:cubicBezTo>
                    <a:cubicBezTo>
                      <a:pt x="553" y="650"/>
                      <a:pt x="553" y="650"/>
                      <a:pt x="553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8" y="646"/>
                    </a:cubicBezTo>
                    <a:cubicBezTo>
                      <a:pt x="271" y="686"/>
                      <a:pt x="287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5" y="899"/>
                      <a:pt x="326" y="914"/>
                    </a:cubicBezTo>
                    <a:cubicBezTo>
                      <a:pt x="339" y="930"/>
                      <a:pt x="347" y="940"/>
                      <a:pt x="347" y="952"/>
                    </a:cubicBezTo>
                    <a:cubicBezTo>
                      <a:pt x="347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8" y="774"/>
                      <a:pt x="547" y="776"/>
                      <a:pt x="556" y="763"/>
                    </a:cubicBezTo>
                    <a:cubicBezTo>
                      <a:pt x="564" y="766"/>
                      <a:pt x="614" y="731"/>
                      <a:pt x="609" y="712"/>
                    </a:cubicBezTo>
                    <a:cubicBezTo>
                      <a:pt x="625" y="717"/>
                      <a:pt x="657" y="686"/>
                      <a:pt x="648" y="663"/>
                    </a:cubicBezTo>
                    <a:cubicBezTo>
                      <a:pt x="663" y="665"/>
                      <a:pt x="687" y="623"/>
                      <a:pt x="685" y="600"/>
                    </a:cubicBezTo>
                    <a:cubicBezTo>
                      <a:pt x="692" y="601"/>
                      <a:pt x="701" y="561"/>
                      <a:pt x="694" y="55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8" name="Freeform 914">
                <a:extLst>
                  <a:ext uri="{FF2B5EF4-FFF2-40B4-BE49-F238E27FC236}">
                    <a16:creationId xmlns:a16="http://schemas.microsoft.com/office/drawing/2014/main" id="{EAE819A2-56B9-4ECA-BDC0-2C96BA86B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881"/>
                <a:ext cx="292" cy="142"/>
              </a:xfrm>
              <a:custGeom>
                <a:avLst/>
                <a:gdLst>
                  <a:gd name="T0" fmla="*/ 86 w 534"/>
                  <a:gd name="T1" fmla="*/ 3 h 242"/>
                  <a:gd name="T2" fmla="*/ 84 w 534"/>
                  <a:gd name="T3" fmla="*/ 10 h 242"/>
                  <a:gd name="T4" fmla="*/ 83 w 534"/>
                  <a:gd name="T5" fmla="*/ 15 h 242"/>
                  <a:gd name="T6" fmla="*/ 81 w 534"/>
                  <a:gd name="T7" fmla="*/ 21 h 242"/>
                  <a:gd name="T8" fmla="*/ 79 w 534"/>
                  <a:gd name="T9" fmla="*/ 27 h 242"/>
                  <a:gd name="T10" fmla="*/ 77 w 534"/>
                  <a:gd name="T11" fmla="*/ 31 h 242"/>
                  <a:gd name="T12" fmla="*/ 75 w 534"/>
                  <a:gd name="T13" fmla="*/ 37 h 242"/>
                  <a:gd name="T14" fmla="*/ 73 w 534"/>
                  <a:gd name="T15" fmla="*/ 40 h 242"/>
                  <a:gd name="T16" fmla="*/ 67 w 534"/>
                  <a:gd name="T17" fmla="*/ 45 h 242"/>
                  <a:gd name="T18" fmla="*/ 61 w 534"/>
                  <a:gd name="T19" fmla="*/ 48 h 242"/>
                  <a:gd name="T20" fmla="*/ 54 w 534"/>
                  <a:gd name="T21" fmla="*/ 49 h 242"/>
                  <a:gd name="T22" fmla="*/ 46 w 534"/>
                  <a:gd name="T23" fmla="*/ 49 h 242"/>
                  <a:gd name="T24" fmla="*/ 39 w 534"/>
                  <a:gd name="T25" fmla="*/ 48 h 242"/>
                  <a:gd name="T26" fmla="*/ 32 w 534"/>
                  <a:gd name="T27" fmla="*/ 47 h 242"/>
                  <a:gd name="T28" fmla="*/ 28 w 534"/>
                  <a:gd name="T29" fmla="*/ 45 h 242"/>
                  <a:gd name="T30" fmla="*/ 24 w 534"/>
                  <a:gd name="T31" fmla="*/ 42 h 242"/>
                  <a:gd name="T32" fmla="*/ 17 w 534"/>
                  <a:gd name="T33" fmla="*/ 34 h 242"/>
                  <a:gd name="T34" fmla="*/ 11 w 534"/>
                  <a:gd name="T35" fmla="*/ 29 h 242"/>
                  <a:gd name="T36" fmla="*/ 5 w 534"/>
                  <a:gd name="T37" fmla="*/ 23 h 242"/>
                  <a:gd name="T38" fmla="*/ 1 w 534"/>
                  <a:gd name="T39" fmla="*/ 20 h 242"/>
                  <a:gd name="T40" fmla="*/ 0 w 534"/>
                  <a:gd name="T41" fmla="*/ 19 h 242"/>
                  <a:gd name="T42" fmla="*/ 1 w 534"/>
                  <a:gd name="T43" fmla="*/ 19 h 242"/>
                  <a:gd name="T44" fmla="*/ 3 w 534"/>
                  <a:gd name="T45" fmla="*/ 17 h 242"/>
                  <a:gd name="T46" fmla="*/ 9 w 534"/>
                  <a:gd name="T47" fmla="*/ 22 h 242"/>
                  <a:gd name="T48" fmla="*/ 13 w 534"/>
                  <a:gd name="T49" fmla="*/ 25 h 242"/>
                  <a:gd name="T50" fmla="*/ 16 w 534"/>
                  <a:gd name="T51" fmla="*/ 27 h 242"/>
                  <a:gd name="T52" fmla="*/ 19 w 534"/>
                  <a:gd name="T53" fmla="*/ 31 h 242"/>
                  <a:gd name="T54" fmla="*/ 23 w 534"/>
                  <a:gd name="T55" fmla="*/ 36 h 242"/>
                  <a:gd name="T56" fmla="*/ 26 w 534"/>
                  <a:gd name="T57" fmla="*/ 40 h 242"/>
                  <a:gd name="T58" fmla="*/ 31 w 534"/>
                  <a:gd name="T59" fmla="*/ 41 h 242"/>
                  <a:gd name="T60" fmla="*/ 36 w 534"/>
                  <a:gd name="T61" fmla="*/ 45 h 242"/>
                  <a:gd name="T62" fmla="*/ 40 w 534"/>
                  <a:gd name="T63" fmla="*/ 44 h 242"/>
                  <a:gd name="T64" fmla="*/ 46 w 534"/>
                  <a:gd name="T65" fmla="*/ 45 h 242"/>
                  <a:gd name="T66" fmla="*/ 49 w 534"/>
                  <a:gd name="T67" fmla="*/ 45 h 242"/>
                  <a:gd name="T68" fmla="*/ 55 w 534"/>
                  <a:gd name="T69" fmla="*/ 44 h 242"/>
                  <a:gd name="T70" fmla="*/ 61 w 534"/>
                  <a:gd name="T71" fmla="*/ 42 h 242"/>
                  <a:gd name="T72" fmla="*/ 67 w 534"/>
                  <a:gd name="T73" fmla="*/ 41 h 242"/>
                  <a:gd name="T74" fmla="*/ 72 w 534"/>
                  <a:gd name="T75" fmla="*/ 36 h 242"/>
                  <a:gd name="T76" fmla="*/ 75 w 534"/>
                  <a:gd name="T77" fmla="*/ 32 h 242"/>
                  <a:gd name="T78" fmla="*/ 78 w 534"/>
                  <a:gd name="T79" fmla="*/ 27 h 242"/>
                  <a:gd name="T80" fmla="*/ 80 w 534"/>
                  <a:gd name="T81" fmla="*/ 19 h 242"/>
                  <a:gd name="T82" fmla="*/ 82 w 534"/>
                  <a:gd name="T83" fmla="*/ 11 h 242"/>
                  <a:gd name="T84" fmla="*/ 84 w 534"/>
                  <a:gd name="T85" fmla="*/ 6 h 242"/>
                  <a:gd name="T86" fmla="*/ 85 w 534"/>
                  <a:gd name="T87" fmla="*/ 3 h 242"/>
                  <a:gd name="T88" fmla="*/ 87 w 534"/>
                  <a:gd name="T89" fmla="*/ 1 h 242"/>
                  <a:gd name="T90" fmla="*/ 86 w 534"/>
                  <a:gd name="T91" fmla="*/ 3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4" h="242">
                    <a:moveTo>
                      <a:pt x="529" y="15"/>
                    </a:moveTo>
                    <a:cubicBezTo>
                      <a:pt x="528" y="25"/>
                      <a:pt x="514" y="37"/>
                      <a:pt x="514" y="49"/>
                    </a:cubicBezTo>
                    <a:cubicBezTo>
                      <a:pt x="513" y="61"/>
                      <a:pt x="510" y="67"/>
                      <a:pt x="506" y="75"/>
                    </a:cubicBezTo>
                    <a:cubicBezTo>
                      <a:pt x="503" y="84"/>
                      <a:pt x="504" y="93"/>
                      <a:pt x="499" y="105"/>
                    </a:cubicBezTo>
                    <a:cubicBezTo>
                      <a:pt x="495" y="116"/>
                      <a:pt x="494" y="127"/>
                      <a:pt x="487" y="133"/>
                    </a:cubicBezTo>
                    <a:cubicBezTo>
                      <a:pt x="479" y="139"/>
                      <a:pt x="476" y="145"/>
                      <a:pt x="471" y="152"/>
                    </a:cubicBezTo>
                    <a:cubicBezTo>
                      <a:pt x="467" y="160"/>
                      <a:pt x="463" y="177"/>
                      <a:pt x="458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4" y="235"/>
                    </a:cubicBezTo>
                    <a:cubicBezTo>
                      <a:pt x="365" y="231"/>
                      <a:pt x="339" y="231"/>
                      <a:pt x="328" y="240"/>
                    </a:cubicBezTo>
                    <a:cubicBezTo>
                      <a:pt x="320" y="235"/>
                      <a:pt x="296" y="238"/>
                      <a:pt x="283" y="242"/>
                    </a:cubicBezTo>
                    <a:cubicBezTo>
                      <a:pt x="277" y="240"/>
                      <a:pt x="253" y="235"/>
                      <a:pt x="238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3" y="223"/>
                      <a:pt x="174" y="221"/>
                    </a:cubicBezTo>
                    <a:cubicBezTo>
                      <a:pt x="164" y="219"/>
                      <a:pt x="153" y="217"/>
                      <a:pt x="146" y="209"/>
                    </a:cubicBezTo>
                    <a:cubicBezTo>
                      <a:pt x="138" y="200"/>
                      <a:pt x="117" y="169"/>
                      <a:pt x="103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5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6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2" y="107"/>
                      <a:pt x="56" y="109"/>
                    </a:cubicBezTo>
                    <a:cubicBezTo>
                      <a:pt x="61" y="111"/>
                      <a:pt x="73" y="120"/>
                      <a:pt x="76" y="123"/>
                    </a:cubicBezTo>
                    <a:cubicBezTo>
                      <a:pt x="79" y="127"/>
                      <a:pt x="91" y="132"/>
                      <a:pt x="97" y="135"/>
                    </a:cubicBezTo>
                    <a:cubicBezTo>
                      <a:pt x="103" y="138"/>
                      <a:pt x="111" y="147"/>
                      <a:pt x="114" y="150"/>
                    </a:cubicBezTo>
                    <a:cubicBezTo>
                      <a:pt x="116" y="153"/>
                      <a:pt x="133" y="178"/>
                      <a:pt x="139" y="181"/>
                    </a:cubicBezTo>
                    <a:cubicBezTo>
                      <a:pt x="146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1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1" y="224"/>
                    </a:cubicBezTo>
                    <a:cubicBezTo>
                      <a:pt x="288" y="223"/>
                      <a:pt x="289" y="222"/>
                      <a:pt x="301" y="219"/>
                    </a:cubicBezTo>
                    <a:cubicBezTo>
                      <a:pt x="312" y="216"/>
                      <a:pt x="323" y="218"/>
                      <a:pt x="339" y="216"/>
                    </a:cubicBezTo>
                    <a:cubicBezTo>
                      <a:pt x="354" y="214"/>
                      <a:pt x="365" y="215"/>
                      <a:pt x="375" y="210"/>
                    </a:cubicBezTo>
                    <a:cubicBezTo>
                      <a:pt x="386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40" y="178"/>
                    </a:cubicBezTo>
                    <a:cubicBezTo>
                      <a:pt x="442" y="171"/>
                      <a:pt x="456" y="157"/>
                      <a:pt x="457" y="156"/>
                    </a:cubicBezTo>
                    <a:cubicBezTo>
                      <a:pt x="468" y="146"/>
                      <a:pt x="468" y="140"/>
                      <a:pt x="473" y="133"/>
                    </a:cubicBezTo>
                    <a:cubicBezTo>
                      <a:pt x="478" y="125"/>
                      <a:pt x="486" y="109"/>
                      <a:pt x="490" y="97"/>
                    </a:cubicBezTo>
                    <a:cubicBezTo>
                      <a:pt x="495" y="85"/>
                      <a:pt x="495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6" y="5"/>
                      <a:pt x="533" y="0"/>
                      <a:pt x="534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9" name="Freeform 915">
                <a:extLst>
                  <a:ext uri="{FF2B5EF4-FFF2-40B4-BE49-F238E27FC236}">
                    <a16:creationId xmlns:a16="http://schemas.microsoft.com/office/drawing/2014/main" id="{43A79112-D743-4B18-A8EF-0581BA6E6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896"/>
                <a:ext cx="2" cy="17"/>
              </a:xfrm>
              <a:custGeom>
                <a:avLst/>
                <a:gdLst>
                  <a:gd name="T0" fmla="*/ 1 w 4"/>
                  <a:gd name="T1" fmla="*/ 6 h 29"/>
                  <a:gd name="T2" fmla="*/ 0 w 4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1" y="29"/>
                    </a:moveTo>
                    <a:cubicBezTo>
                      <a:pt x="4" y="20"/>
                      <a:pt x="2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0" name="Freeform 916">
                <a:extLst>
                  <a:ext uri="{FF2B5EF4-FFF2-40B4-BE49-F238E27FC236}">
                    <a16:creationId xmlns:a16="http://schemas.microsoft.com/office/drawing/2014/main" id="{3F2CCAD5-138F-440A-A96D-818EF5B65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900"/>
                <a:ext cx="6" cy="6"/>
              </a:xfrm>
              <a:custGeom>
                <a:avLst/>
                <a:gdLst>
                  <a:gd name="T0" fmla="*/ 0 w 11"/>
                  <a:gd name="T1" fmla="*/ 2 h 10"/>
                  <a:gd name="T2" fmla="*/ 2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4" y="4"/>
                      <a:pt x="11" y="0"/>
                      <a:pt x="11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1" name="Freeform 917">
                <a:extLst>
                  <a:ext uri="{FF2B5EF4-FFF2-40B4-BE49-F238E27FC236}">
                    <a16:creationId xmlns:a16="http://schemas.microsoft.com/office/drawing/2014/main" id="{564AABB7-3618-4BEC-89D0-FA42A022D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979"/>
                <a:ext cx="7" cy="6"/>
              </a:xfrm>
              <a:custGeom>
                <a:avLst/>
                <a:gdLst>
                  <a:gd name="T0" fmla="*/ 1 w 14"/>
                  <a:gd name="T1" fmla="*/ 2 h 9"/>
                  <a:gd name="T2" fmla="*/ 2 w 14"/>
                  <a:gd name="T3" fmla="*/ 0 h 9"/>
                  <a:gd name="T4" fmla="*/ 0 w 14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4" y="8"/>
                    </a:moveTo>
                    <a:cubicBezTo>
                      <a:pt x="8" y="9"/>
                      <a:pt x="14" y="5"/>
                      <a:pt x="13" y="0"/>
                    </a:cubicBezTo>
                    <a:cubicBezTo>
                      <a:pt x="9" y="0"/>
                      <a:pt x="4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2" name="Freeform 918">
                <a:extLst>
                  <a:ext uri="{FF2B5EF4-FFF2-40B4-BE49-F238E27FC236}">
                    <a16:creationId xmlns:a16="http://schemas.microsoft.com/office/drawing/2014/main" id="{BFD8620D-B98B-4C16-AB01-86F354F9F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969"/>
                <a:ext cx="8" cy="7"/>
              </a:xfrm>
              <a:custGeom>
                <a:avLst/>
                <a:gdLst>
                  <a:gd name="T0" fmla="*/ 1 w 14"/>
                  <a:gd name="T1" fmla="*/ 2 h 13"/>
                  <a:gd name="T2" fmla="*/ 2 w 14"/>
                  <a:gd name="T3" fmla="*/ 1 h 13"/>
                  <a:gd name="T4" fmla="*/ 0 w 14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6" y="13"/>
                    </a:moveTo>
                    <a:cubicBezTo>
                      <a:pt x="10" y="10"/>
                      <a:pt x="14" y="7"/>
                      <a:pt x="13" y="2"/>
                    </a:cubicBezTo>
                    <a:cubicBezTo>
                      <a:pt x="9" y="0"/>
                      <a:pt x="4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3" name="Freeform 919">
                <a:extLst>
                  <a:ext uri="{FF2B5EF4-FFF2-40B4-BE49-F238E27FC236}">
                    <a16:creationId xmlns:a16="http://schemas.microsoft.com/office/drawing/2014/main" id="{5A5770A7-0005-429E-B266-70529ECD9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944"/>
                <a:ext cx="8" cy="11"/>
              </a:xfrm>
              <a:custGeom>
                <a:avLst/>
                <a:gdLst>
                  <a:gd name="T0" fmla="*/ 2 w 14"/>
                  <a:gd name="T1" fmla="*/ 4 h 18"/>
                  <a:gd name="T2" fmla="*/ 3 w 14"/>
                  <a:gd name="T3" fmla="*/ 1 h 18"/>
                  <a:gd name="T4" fmla="*/ 0 w 14"/>
                  <a:gd name="T5" fmla="*/ 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8" y="18"/>
                    </a:moveTo>
                    <a:cubicBezTo>
                      <a:pt x="10" y="13"/>
                      <a:pt x="13" y="9"/>
                      <a:pt x="14" y="4"/>
                    </a:cubicBezTo>
                    <a:cubicBezTo>
                      <a:pt x="9" y="0"/>
                      <a:pt x="2" y="10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4" name="Freeform 920">
                <a:extLst>
                  <a:ext uri="{FF2B5EF4-FFF2-40B4-BE49-F238E27FC236}">
                    <a16:creationId xmlns:a16="http://schemas.microsoft.com/office/drawing/2014/main" id="{5868922F-6833-4048-9501-ED12BD373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928"/>
                <a:ext cx="1" cy="3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5" name="Freeform 921">
                <a:extLst>
                  <a:ext uri="{FF2B5EF4-FFF2-40B4-BE49-F238E27FC236}">
                    <a16:creationId xmlns:a16="http://schemas.microsoft.com/office/drawing/2014/main" id="{E43CF211-F618-4CD4-A315-A5FB0EC02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936"/>
                <a:ext cx="7" cy="10"/>
              </a:xfrm>
              <a:custGeom>
                <a:avLst/>
                <a:gdLst>
                  <a:gd name="T0" fmla="*/ 0 w 13"/>
                  <a:gd name="T1" fmla="*/ 3 h 17"/>
                  <a:gd name="T2" fmla="*/ 2 w 13"/>
                  <a:gd name="T3" fmla="*/ 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0" y="13"/>
                    </a:moveTo>
                    <a:cubicBezTo>
                      <a:pt x="3" y="0"/>
                      <a:pt x="13" y="6"/>
                      <a:pt x="9" y="1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6" name="Freeform 922">
                <a:extLst>
                  <a:ext uri="{FF2B5EF4-FFF2-40B4-BE49-F238E27FC236}">
                    <a16:creationId xmlns:a16="http://schemas.microsoft.com/office/drawing/2014/main" id="{97B80CA2-D657-4906-AEB1-F45464BD9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920"/>
                <a:ext cx="2" cy="4"/>
              </a:xfrm>
              <a:custGeom>
                <a:avLst/>
                <a:gdLst>
                  <a:gd name="T0" fmla="*/ 1 w 4"/>
                  <a:gd name="T1" fmla="*/ 0 h 6"/>
                  <a:gd name="T2" fmla="*/ 0 w 4"/>
                  <a:gd name="T3" fmla="*/ 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1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7" name="Freeform 923">
                <a:extLst>
                  <a:ext uri="{FF2B5EF4-FFF2-40B4-BE49-F238E27FC236}">
                    <a16:creationId xmlns:a16="http://schemas.microsoft.com/office/drawing/2014/main" id="{A06B8672-3967-42D2-809C-59D206391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899"/>
                <a:ext cx="7" cy="8"/>
              </a:xfrm>
              <a:custGeom>
                <a:avLst/>
                <a:gdLst>
                  <a:gd name="T0" fmla="*/ 1 w 13"/>
                  <a:gd name="T1" fmla="*/ 1 h 13"/>
                  <a:gd name="T2" fmla="*/ 2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6" y="1"/>
                    </a:moveTo>
                    <a:cubicBezTo>
                      <a:pt x="0" y="12"/>
                      <a:pt x="11" y="13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8" name="Freeform 924">
                <a:extLst>
                  <a:ext uri="{FF2B5EF4-FFF2-40B4-BE49-F238E27FC236}">
                    <a16:creationId xmlns:a16="http://schemas.microsoft.com/office/drawing/2014/main" id="{6639A250-D233-456D-A5EF-6301303D5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899"/>
                <a:ext cx="5" cy="1"/>
              </a:xfrm>
              <a:custGeom>
                <a:avLst/>
                <a:gdLst>
                  <a:gd name="T0" fmla="*/ 2 w 9"/>
                  <a:gd name="T1" fmla="*/ 0 h 2"/>
                  <a:gd name="T2" fmla="*/ 0 w 9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cubicBezTo>
                      <a:pt x="6" y="0"/>
                      <a:pt x="3" y="0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9" name="Freeform 925">
                <a:extLst>
                  <a:ext uri="{FF2B5EF4-FFF2-40B4-BE49-F238E27FC236}">
                    <a16:creationId xmlns:a16="http://schemas.microsoft.com/office/drawing/2014/main" id="{5FC18FBB-9DC9-4BF8-8E06-1638F5F28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913"/>
                <a:ext cx="4" cy="10"/>
              </a:xfrm>
              <a:custGeom>
                <a:avLst/>
                <a:gdLst>
                  <a:gd name="T0" fmla="*/ 1 w 8"/>
                  <a:gd name="T1" fmla="*/ 2 h 17"/>
                  <a:gd name="T2" fmla="*/ 1 w 8"/>
                  <a:gd name="T3" fmla="*/ 0 h 17"/>
                  <a:gd name="T4" fmla="*/ 1 w 8"/>
                  <a:gd name="T5" fmla="*/ 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2" y="12"/>
                    </a:moveTo>
                    <a:cubicBezTo>
                      <a:pt x="0" y="8"/>
                      <a:pt x="0" y="1"/>
                      <a:pt x="5" y="0"/>
                    </a:cubicBezTo>
                    <a:cubicBezTo>
                      <a:pt x="8" y="5"/>
                      <a:pt x="7" y="11"/>
                      <a:pt x="7" y="1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0" name="Freeform 926">
                <a:extLst>
                  <a:ext uri="{FF2B5EF4-FFF2-40B4-BE49-F238E27FC236}">
                    <a16:creationId xmlns:a16="http://schemas.microsoft.com/office/drawing/2014/main" id="{7E59B0C7-A3BA-41EB-B593-0D9B3872D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942"/>
                <a:ext cx="0" cy="6"/>
              </a:xfrm>
              <a:custGeom>
                <a:avLst/>
                <a:gdLst>
                  <a:gd name="T0" fmla="*/ 0 w 1"/>
                  <a:gd name="T1" fmla="*/ 0 h 11"/>
                  <a:gd name="T2" fmla="*/ 0 w 1"/>
                  <a:gd name="T3" fmla="*/ 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1" y="4"/>
                      <a:pt x="0" y="8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1" name="Freeform 927">
                <a:extLst>
                  <a:ext uri="{FF2B5EF4-FFF2-40B4-BE49-F238E27FC236}">
                    <a16:creationId xmlns:a16="http://schemas.microsoft.com/office/drawing/2014/main" id="{33D6B31F-5B35-429E-BB99-A4DAD4020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965"/>
                <a:ext cx="1" cy="4"/>
              </a:xfrm>
              <a:custGeom>
                <a:avLst/>
                <a:gdLst>
                  <a:gd name="T0" fmla="*/ 1 w 2"/>
                  <a:gd name="T1" fmla="*/ 0 h 7"/>
                  <a:gd name="T2" fmla="*/ 1 w 2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0" y="5"/>
                      <a:pt x="1" y="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2" name="Freeform 928">
                <a:extLst>
                  <a:ext uri="{FF2B5EF4-FFF2-40B4-BE49-F238E27FC236}">
                    <a16:creationId xmlns:a16="http://schemas.microsoft.com/office/drawing/2014/main" id="{2E126003-52F5-4C87-B2D8-1DBDF2568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013"/>
                <a:ext cx="4" cy="6"/>
              </a:xfrm>
              <a:custGeom>
                <a:avLst/>
                <a:gdLst>
                  <a:gd name="T0" fmla="*/ 0 w 9"/>
                  <a:gd name="T1" fmla="*/ 1 h 10"/>
                  <a:gd name="T2" fmla="*/ 0 w 9"/>
                  <a:gd name="T3" fmla="*/ 2 h 10"/>
                  <a:gd name="T4" fmla="*/ 1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3" y="2"/>
                    </a:moveTo>
                    <a:cubicBezTo>
                      <a:pt x="1" y="4"/>
                      <a:pt x="0" y="7"/>
                      <a:pt x="1" y="10"/>
                    </a:cubicBezTo>
                    <a:cubicBezTo>
                      <a:pt x="6" y="9"/>
                      <a:pt x="6" y="3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3" name="Freeform 929">
                <a:extLst>
                  <a:ext uri="{FF2B5EF4-FFF2-40B4-BE49-F238E27FC236}">
                    <a16:creationId xmlns:a16="http://schemas.microsoft.com/office/drawing/2014/main" id="{25A30702-BCC7-41B8-844C-2978240BB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3040"/>
                <a:ext cx="1" cy="7"/>
              </a:xfrm>
              <a:custGeom>
                <a:avLst/>
                <a:gdLst>
                  <a:gd name="T0" fmla="*/ 1 w 1"/>
                  <a:gd name="T1" fmla="*/ 0 h 13"/>
                  <a:gd name="T2" fmla="*/ 0 w 1"/>
                  <a:gd name="T3" fmla="*/ 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1" y="0"/>
                    </a:moveTo>
                    <a:cubicBezTo>
                      <a:pt x="1" y="5"/>
                      <a:pt x="0" y="9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4" name="Freeform 930">
                <a:extLst>
                  <a:ext uri="{FF2B5EF4-FFF2-40B4-BE49-F238E27FC236}">
                    <a16:creationId xmlns:a16="http://schemas.microsoft.com/office/drawing/2014/main" id="{438B8E1B-2D97-438E-8090-9B87773C1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068"/>
                <a:ext cx="7" cy="8"/>
              </a:xfrm>
              <a:custGeom>
                <a:avLst/>
                <a:gdLst>
                  <a:gd name="T0" fmla="*/ 2 w 13"/>
                  <a:gd name="T1" fmla="*/ 0 h 15"/>
                  <a:gd name="T2" fmla="*/ 1 w 13"/>
                  <a:gd name="T3" fmla="*/ 2 h 15"/>
                  <a:gd name="T4" fmla="*/ 1 w 13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cubicBezTo>
                      <a:pt x="9" y="3"/>
                      <a:pt x="13" y="13"/>
                      <a:pt x="8" y="14"/>
                    </a:cubicBezTo>
                    <a:cubicBezTo>
                      <a:pt x="3" y="15"/>
                      <a:pt x="0" y="4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5" name="Freeform 931">
                <a:extLst>
                  <a:ext uri="{FF2B5EF4-FFF2-40B4-BE49-F238E27FC236}">
                    <a16:creationId xmlns:a16="http://schemas.microsoft.com/office/drawing/2014/main" id="{3A3B7287-2BE8-478D-A295-EF227D9A4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037"/>
                <a:ext cx="0" cy="4"/>
              </a:xfrm>
              <a:custGeom>
                <a:avLst/>
                <a:gdLst>
                  <a:gd name="T0" fmla="*/ 0 w 1"/>
                  <a:gd name="T1" fmla="*/ 1 h 7"/>
                  <a:gd name="T2" fmla="*/ 1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7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6" name="Freeform 932">
                <a:extLst>
                  <a:ext uri="{FF2B5EF4-FFF2-40B4-BE49-F238E27FC236}">
                    <a16:creationId xmlns:a16="http://schemas.microsoft.com/office/drawing/2014/main" id="{E3BE934B-4FB5-4517-A73C-D06FE14BC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092"/>
                <a:ext cx="5" cy="6"/>
              </a:xfrm>
              <a:custGeom>
                <a:avLst/>
                <a:gdLst>
                  <a:gd name="T0" fmla="*/ 0 w 11"/>
                  <a:gd name="T1" fmla="*/ 2 h 10"/>
                  <a:gd name="T2" fmla="*/ 0 w 11"/>
                  <a:gd name="T3" fmla="*/ 0 h 10"/>
                  <a:gd name="T4" fmla="*/ 1 w 11"/>
                  <a:gd name="T5" fmla="*/ 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2" y="10"/>
                    </a:moveTo>
                    <a:cubicBezTo>
                      <a:pt x="0" y="7"/>
                      <a:pt x="1" y="3"/>
                      <a:pt x="3" y="0"/>
                    </a:cubicBezTo>
                    <a:cubicBezTo>
                      <a:pt x="5" y="3"/>
                      <a:pt x="8" y="7"/>
                      <a:pt x="11" y="9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7" name="Freeform 933">
                <a:extLst>
                  <a:ext uri="{FF2B5EF4-FFF2-40B4-BE49-F238E27FC236}">
                    <a16:creationId xmlns:a16="http://schemas.microsoft.com/office/drawing/2014/main" id="{93533AA9-7A1E-4CF4-B6DF-ECEC98C24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3146"/>
                <a:ext cx="7" cy="6"/>
              </a:xfrm>
              <a:custGeom>
                <a:avLst/>
                <a:gdLst>
                  <a:gd name="T0" fmla="*/ 2 w 12"/>
                  <a:gd name="T1" fmla="*/ 2 h 11"/>
                  <a:gd name="T2" fmla="*/ 1 w 12"/>
                  <a:gd name="T3" fmla="*/ 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0"/>
                      <a:pt x="0" y="4"/>
                      <a:pt x="6" y="11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8" name="Freeform 934">
                <a:extLst>
                  <a:ext uri="{FF2B5EF4-FFF2-40B4-BE49-F238E27FC236}">
                    <a16:creationId xmlns:a16="http://schemas.microsoft.com/office/drawing/2014/main" id="{B88AE563-D26B-4BA8-BDF5-7B5579741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3169"/>
                <a:ext cx="2" cy="6"/>
              </a:xfrm>
              <a:custGeom>
                <a:avLst/>
                <a:gdLst>
                  <a:gd name="T0" fmla="*/ 1 w 4"/>
                  <a:gd name="T1" fmla="*/ 0 h 10"/>
                  <a:gd name="T2" fmla="*/ 1 w 4"/>
                  <a:gd name="T3" fmla="*/ 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1" y="0"/>
                    </a:moveTo>
                    <a:cubicBezTo>
                      <a:pt x="0" y="4"/>
                      <a:pt x="1" y="8"/>
                      <a:pt x="4" y="1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9" name="Freeform 935">
                <a:extLst>
                  <a:ext uri="{FF2B5EF4-FFF2-40B4-BE49-F238E27FC236}">
                    <a16:creationId xmlns:a16="http://schemas.microsoft.com/office/drawing/2014/main" id="{21976DF7-11AB-47F6-8763-45CF8FCE8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191"/>
                <a:ext cx="1" cy="7"/>
              </a:xfrm>
              <a:custGeom>
                <a:avLst/>
                <a:gdLst>
                  <a:gd name="T0" fmla="*/ 1 w 2"/>
                  <a:gd name="T1" fmla="*/ 0 h 12"/>
                  <a:gd name="T2" fmla="*/ 1 w 2"/>
                  <a:gd name="T3" fmla="*/ 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1" y="0"/>
                    </a:moveTo>
                    <a:cubicBezTo>
                      <a:pt x="1" y="4"/>
                      <a:pt x="0" y="8"/>
                      <a:pt x="2" y="12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0" name="Freeform 936">
                <a:extLst>
                  <a:ext uri="{FF2B5EF4-FFF2-40B4-BE49-F238E27FC236}">
                    <a16:creationId xmlns:a16="http://schemas.microsoft.com/office/drawing/2014/main" id="{38B93BF3-66D5-46FA-9279-1885DE15A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198"/>
                <a:ext cx="2" cy="2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2" y="3"/>
                      <a:pt x="3" y="1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1" name="Freeform 937">
                <a:extLst>
                  <a:ext uri="{FF2B5EF4-FFF2-40B4-BE49-F238E27FC236}">
                    <a16:creationId xmlns:a16="http://schemas.microsoft.com/office/drawing/2014/main" id="{8748945C-567A-4CFF-AC29-9151659FB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169"/>
                <a:ext cx="1" cy="4"/>
              </a:xfrm>
              <a:custGeom>
                <a:avLst/>
                <a:gdLst>
                  <a:gd name="T0" fmla="*/ 0 w 1"/>
                  <a:gd name="T1" fmla="*/ 1 h 7"/>
                  <a:gd name="T2" fmla="*/ 1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7"/>
                    </a:moveTo>
                    <a:cubicBezTo>
                      <a:pt x="1" y="4"/>
                      <a:pt x="1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2" name="Freeform 938">
                <a:extLst>
                  <a:ext uri="{FF2B5EF4-FFF2-40B4-BE49-F238E27FC236}">
                    <a16:creationId xmlns:a16="http://schemas.microsoft.com/office/drawing/2014/main" id="{64E887CC-C89F-4EB3-9E52-57898580A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3140"/>
                <a:ext cx="4" cy="8"/>
              </a:xfrm>
              <a:custGeom>
                <a:avLst/>
                <a:gdLst>
                  <a:gd name="T0" fmla="*/ 1 w 8"/>
                  <a:gd name="T1" fmla="*/ 1 h 13"/>
                  <a:gd name="T2" fmla="*/ 1 w 8"/>
                  <a:gd name="T3" fmla="*/ 2 h 13"/>
                  <a:gd name="T4" fmla="*/ 1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1" y="6"/>
                    </a:moveTo>
                    <a:cubicBezTo>
                      <a:pt x="0" y="8"/>
                      <a:pt x="0" y="10"/>
                      <a:pt x="1" y="12"/>
                    </a:cubicBezTo>
                    <a:cubicBezTo>
                      <a:pt x="8" y="13"/>
                      <a:pt x="8" y="5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3" name="Freeform 939">
                <a:extLst>
                  <a:ext uri="{FF2B5EF4-FFF2-40B4-BE49-F238E27FC236}">
                    <a16:creationId xmlns:a16="http://schemas.microsoft.com/office/drawing/2014/main" id="{73CEB85B-EDF4-484E-BCEF-E8CA56ED7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3121"/>
                <a:ext cx="0" cy="3"/>
              </a:xfrm>
              <a:custGeom>
                <a:avLst/>
                <a:gdLst>
                  <a:gd name="T0" fmla="*/ 0 h 6"/>
                  <a:gd name="T1" fmla="*/ 1 h 6"/>
                  <a:gd name="T2" fmla="*/ 0 60000 65536"/>
                  <a:gd name="T3" fmla="*/ 0 60000 65536"/>
                </a:gdLst>
                <a:ahLst/>
                <a:cxnLst>
                  <a:cxn ang="T2">
                    <a:pos x="0" y="T0"/>
                  </a:cxn>
                  <a:cxn ang="T3">
                    <a:pos x="0" y="T1"/>
                  </a:cxn>
                </a:cxnLst>
                <a:rect l="0" t="0" r="r" b="b"/>
                <a:pathLst>
                  <a:path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4" name="Freeform 940">
                <a:extLst>
                  <a:ext uri="{FF2B5EF4-FFF2-40B4-BE49-F238E27FC236}">
                    <a16:creationId xmlns:a16="http://schemas.microsoft.com/office/drawing/2014/main" id="{64CA1945-79FB-4B97-86F3-E2A42AD3D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3211"/>
                <a:ext cx="5" cy="5"/>
              </a:xfrm>
              <a:custGeom>
                <a:avLst/>
                <a:gdLst>
                  <a:gd name="T0" fmla="*/ 1 w 9"/>
                  <a:gd name="T1" fmla="*/ 2 h 9"/>
                  <a:gd name="T2" fmla="*/ 1 w 9"/>
                  <a:gd name="T3" fmla="*/ 0 h 9"/>
                  <a:gd name="T4" fmla="*/ 0 w 9"/>
                  <a:gd name="T5" fmla="*/ 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8" y="6"/>
                      <a:pt x="9" y="3"/>
                      <a:pt x="7" y="0"/>
                    </a:cubicBezTo>
                    <a:cubicBezTo>
                      <a:pt x="3" y="1"/>
                      <a:pt x="1" y="5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5" name="Freeform 941">
                <a:extLst>
                  <a:ext uri="{FF2B5EF4-FFF2-40B4-BE49-F238E27FC236}">
                    <a16:creationId xmlns:a16="http://schemas.microsoft.com/office/drawing/2014/main" id="{2C03A5E4-EB43-4E7C-99C3-E44E75A88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3223"/>
                <a:ext cx="8" cy="8"/>
              </a:xfrm>
              <a:custGeom>
                <a:avLst/>
                <a:gdLst>
                  <a:gd name="T0" fmla="*/ 0 w 13"/>
                  <a:gd name="T1" fmla="*/ 2 h 14"/>
                  <a:gd name="T2" fmla="*/ 2 w 13"/>
                  <a:gd name="T3" fmla="*/ 1 h 14"/>
                  <a:gd name="T4" fmla="*/ 2 w 13"/>
                  <a:gd name="T5" fmla="*/ 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9"/>
                    </a:moveTo>
                    <a:cubicBezTo>
                      <a:pt x="2" y="7"/>
                      <a:pt x="6" y="0"/>
                      <a:pt x="10" y="2"/>
                    </a:cubicBezTo>
                    <a:cubicBezTo>
                      <a:pt x="13" y="4"/>
                      <a:pt x="9" y="12"/>
                      <a:pt x="8" y="1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6" name="Freeform 942">
                <a:extLst>
                  <a:ext uri="{FF2B5EF4-FFF2-40B4-BE49-F238E27FC236}">
                    <a16:creationId xmlns:a16="http://schemas.microsoft.com/office/drawing/2014/main" id="{CCCE1E87-3BF9-4878-971D-D1487568C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255"/>
                <a:ext cx="8" cy="11"/>
              </a:xfrm>
              <a:custGeom>
                <a:avLst/>
                <a:gdLst>
                  <a:gd name="T0" fmla="*/ 0 w 16"/>
                  <a:gd name="T1" fmla="*/ 2 h 20"/>
                  <a:gd name="T2" fmla="*/ 1 w 16"/>
                  <a:gd name="T3" fmla="*/ 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0" y="13"/>
                    </a:moveTo>
                    <a:cubicBezTo>
                      <a:pt x="5" y="0"/>
                      <a:pt x="16" y="13"/>
                      <a:pt x="4" y="2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7" name="Freeform 943">
                <a:extLst>
                  <a:ext uri="{FF2B5EF4-FFF2-40B4-BE49-F238E27FC236}">
                    <a16:creationId xmlns:a16="http://schemas.microsoft.com/office/drawing/2014/main" id="{C84D64BA-D193-4F0C-BBA4-63270EE17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3229"/>
                <a:ext cx="11" cy="8"/>
              </a:xfrm>
              <a:custGeom>
                <a:avLst/>
                <a:gdLst>
                  <a:gd name="T0" fmla="*/ 2 w 20"/>
                  <a:gd name="T1" fmla="*/ 3 h 13"/>
                  <a:gd name="T2" fmla="*/ 0 w 20"/>
                  <a:gd name="T3" fmla="*/ 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11" y="13"/>
                    </a:moveTo>
                    <a:cubicBezTo>
                      <a:pt x="20" y="3"/>
                      <a:pt x="4" y="0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8" name="Freeform 944">
                <a:extLst>
                  <a:ext uri="{FF2B5EF4-FFF2-40B4-BE49-F238E27FC236}">
                    <a16:creationId xmlns:a16="http://schemas.microsoft.com/office/drawing/2014/main" id="{3EF714E8-070F-4494-9AEF-572F5115B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3246"/>
                <a:ext cx="6" cy="5"/>
              </a:xfrm>
              <a:custGeom>
                <a:avLst/>
                <a:gdLst>
                  <a:gd name="T0" fmla="*/ 0 w 10"/>
                  <a:gd name="T1" fmla="*/ 2 h 8"/>
                  <a:gd name="T2" fmla="*/ 2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1" y="3"/>
                      <a:pt x="6" y="2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9" name="Freeform 945">
                <a:extLst>
                  <a:ext uri="{FF2B5EF4-FFF2-40B4-BE49-F238E27FC236}">
                    <a16:creationId xmlns:a16="http://schemas.microsoft.com/office/drawing/2014/main" id="{1CA48041-96CC-4403-929F-9812660CD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3263"/>
                <a:ext cx="5" cy="5"/>
              </a:xfrm>
              <a:custGeom>
                <a:avLst/>
                <a:gdLst>
                  <a:gd name="T0" fmla="*/ 0 w 9"/>
                  <a:gd name="T1" fmla="*/ 2 h 9"/>
                  <a:gd name="T2" fmla="*/ 2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2" y="6"/>
                      <a:pt x="5" y="2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0" name="Freeform 946">
                <a:extLst>
                  <a:ext uri="{FF2B5EF4-FFF2-40B4-BE49-F238E27FC236}">
                    <a16:creationId xmlns:a16="http://schemas.microsoft.com/office/drawing/2014/main" id="{AD593FC1-04EF-4EA6-8978-C6CC2FC2D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280"/>
                <a:ext cx="4" cy="5"/>
              </a:xfrm>
              <a:custGeom>
                <a:avLst/>
                <a:gdLst>
                  <a:gd name="T0" fmla="*/ 0 w 7"/>
                  <a:gd name="T1" fmla="*/ 2 h 8"/>
                  <a:gd name="T2" fmla="*/ 1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3" y="6"/>
                      <a:pt x="5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1" name="Freeform 947">
                <a:extLst>
                  <a:ext uri="{FF2B5EF4-FFF2-40B4-BE49-F238E27FC236}">
                    <a16:creationId xmlns:a16="http://schemas.microsoft.com/office/drawing/2014/main" id="{AF6DB5A2-7A1D-4402-8DFE-6353ECEEC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3313"/>
                <a:ext cx="3" cy="1"/>
              </a:xfrm>
              <a:custGeom>
                <a:avLst/>
                <a:gdLst>
                  <a:gd name="T0" fmla="*/ 0 w 6"/>
                  <a:gd name="T1" fmla="*/ 1 h 2"/>
                  <a:gd name="T2" fmla="*/ 1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2" name="Freeform 948">
                <a:extLst>
                  <a:ext uri="{FF2B5EF4-FFF2-40B4-BE49-F238E27FC236}">
                    <a16:creationId xmlns:a16="http://schemas.microsoft.com/office/drawing/2014/main" id="{1A9D0AD1-96AF-4DF4-B1CD-3B7E1F1C2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3313"/>
                <a:ext cx="5" cy="5"/>
              </a:xfrm>
              <a:custGeom>
                <a:avLst/>
                <a:gdLst>
                  <a:gd name="T0" fmla="*/ 1 w 10"/>
                  <a:gd name="T1" fmla="*/ 2 h 9"/>
                  <a:gd name="T2" fmla="*/ 1 w 10"/>
                  <a:gd name="T3" fmla="*/ 0 h 9"/>
                  <a:gd name="T4" fmla="*/ 2 w 10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9"/>
                    </a:moveTo>
                    <a:cubicBezTo>
                      <a:pt x="0" y="8"/>
                      <a:pt x="0" y="3"/>
                      <a:pt x="1" y="0"/>
                    </a:cubicBezTo>
                    <a:cubicBezTo>
                      <a:pt x="4" y="0"/>
                      <a:pt x="8" y="0"/>
                      <a:pt x="10" y="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3" name="Freeform 949">
                <a:extLst>
                  <a:ext uri="{FF2B5EF4-FFF2-40B4-BE49-F238E27FC236}">
                    <a16:creationId xmlns:a16="http://schemas.microsoft.com/office/drawing/2014/main" id="{7EFBEC4A-6930-4FE5-853D-F430BCD62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333"/>
                <a:ext cx="5" cy="6"/>
              </a:xfrm>
              <a:custGeom>
                <a:avLst/>
                <a:gdLst>
                  <a:gd name="T0" fmla="*/ 0 w 9"/>
                  <a:gd name="T1" fmla="*/ 2 h 11"/>
                  <a:gd name="T2" fmla="*/ 2 w 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11"/>
                    </a:moveTo>
                    <a:cubicBezTo>
                      <a:pt x="4" y="9"/>
                      <a:pt x="6" y="4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4" name="Freeform 950">
                <a:extLst>
                  <a:ext uri="{FF2B5EF4-FFF2-40B4-BE49-F238E27FC236}">
                    <a16:creationId xmlns:a16="http://schemas.microsoft.com/office/drawing/2014/main" id="{68184AAF-36DE-4B9F-A424-A258DB086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174"/>
                <a:ext cx="6" cy="8"/>
              </a:xfrm>
              <a:custGeom>
                <a:avLst/>
                <a:gdLst>
                  <a:gd name="T0" fmla="*/ 1 w 10"/>
                  <a:gd name="T1" fmla="*/ 3 h 13"/>
                  <a:gd name="T2" fmla="*/ 1 w 10"/>
                  <a:gd name="T3" fmla="*/ 0 h 13"/>
                  <a:gd name="T4" fmla="*/ 2 w 10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" y="13"/>
                    </a:moveTo>
                    <a:cubicBezTo>
                      <a:pt x="1" y="9"/>
                      <a:pt x="0" y="4"/>
                      <a:pt x="2" y="0"/>
                    </a:cubicBezTo>
                    <a:cubicBezTo>
                      <a:pt x="5" y="3"/>
                      <a:pt x="8" y="7"/>
                      <a:pt x="10" y="11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5" name="Freeform 951">
                <a:extLst>
                  <a:ext uri="{FF2B5EF4-FFF2-40B4-BE49-F238E27FC236}">
                    <a16:creationId xmlns:a16="http://schemas.microsoft.com/office/drawing/2014/main" id="{92261C24-CC20-4AFE-BE67-D36DFA764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3140"/>
                <a:ext cx="5" cy="7"/>
              </a:xfrm>
              <a:custGeom>
                <a:avLst/>
                <a:gdLst>
                  <a:gd name="T0" fmla="*/ 0 w 9"/>
                  <a:gd name="T1" fmla="*/ 3 h 11"/>
                  <a:gd name="T2" fmla="*/ 1 w 9"/>
                  <a:gd name="T3" fmla="*/ 0 h 11"/>
                  <a:gd name="T4" fmla="*/ 2 w 9"/>
                  <a:gd name="T5" fmla="*/ 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6"/>
                      <a:pt x="2" y="2"/>
                      <a:pt x="5" y="0"/>
                    </a:cubicBezTo>
                    <a:cubicBezTo>
                      <a:pt x="7" y="3"/>
                      <a:pt x="9" y="7"/>
                      <a:pt x="9" y="11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6" name="Freeform 952">
                <a:extLst>
                  <a:ext uri="{FF2B5EF4-FFF2-40B4-BE49-F238E27FC236}">
                    <a16:creationId xmlns:a16="http://schemas.microsoft.com/office/drawing/2014/main" id="{2D3F7B0F-2E9F-400E-B7AE-E1A77CFEF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3114"/>
                <a:ext cx="5" cy="6"/>
              </a:xfrm>
              <a:custGeom>
                <a:avLst/>
                <a:gdLst>
                  <a:gd name="T0" fmla="*/ 0 w 9"/>
                  <a:gd name="T1" fmla="*/ 2 h 10"/>
                  <a:gd name="T2" fmla="*/ 1 w 9"/>
                  <a:gd name="T3" fmla="*/ 0 h 10"/>
                  <a:gd name="T4" fmla="*/ 2 w 9"/>
                  <a:gd name="T5" fmla="*/ 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1" y="6"/>
                      <a:pt x="1" y="2"/>
                      <a:pt x="5" y="0"/>
                    </a:cubicBezTo>
                    <a:cubicBezTo>
                      <a:pt x="7" y="2"/>
                      <a:pt x="8" y="4"/>
                      <a:pt x="9" y="8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7" name="Freeform 953">
                <a:extLst>
                  <a:ext uri="{FF2B5EF4-FFF2-40B4-BE49-F238E27FC236}">
                    <a16:creationId xmlns:a16="http://schemas.microsoft.com/office/drawing/2014/main" id="{F080E9CC-AFE5-4D38-B46E-41D455DD2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3083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3 h 13"/>
                  <a:gd name="T4" fmla="*/ 1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1" y="5"/>
                    </a:moveTo>
                    <a:cubicBezTo>
                      <a:pt x="0" y="8"/>
                      <a:pt x="0" y="11"/>
                      <a:pt x="3" y="13"/>
                    </a:cubicBezTo>
                    <a:cubicBezTo>
                      <a:pt x="7" y="11"/>
                      <a:pt x="9" y="5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8" name="Freeform 954">
                <a:extLst>
                  <a:ext uri="{FF2B5EF4-FFF2-40B4-BE49-F238E27FC236}">
                    <a16:creationId xmlns:a16="http://schemas.microsoft.com/office/drawing/2014/main" id="{EA09B946-C60A-460B-A4AD-9D6570E7A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3060"/>
                <a:ext cx="0" cy="2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9" name="Freeform 955">
                <a:extLst>
                  <a:ext uri="{FF2B5EF4-FFF2-40B4-BE49-F238E27FC236}">
                    <a16:creationId xmlns:a16="http://schemas.microsoft.com/office/drawing/2014/main" id="{AB2F7563-6A75-432C-A0F7-8E68435FD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3036"/>
                <a:ext cx="0" cy="4"/>
              </a:xfrm>
              <a:custGeom>
                <a:avLst/>
                <a:gdLst>
                  <a:gd name="T0" fmla="*/ 0 w 1"/>
                  <a:gd name="T1" fmla="*/ 0 h 7"/>
                  <a:gd name="T2" fmla="*/ 1 w 1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3"/>
                      <a:pt x="0" y="5"/>
                      <a:pt x="1" y="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0" name="Freeform 956">
                <a:extLst>
                  <a:ext uri="{FF2B5EF4-FFF2-40B4-BE49-F238E27FC236}">
                    <a16:creationId xmlns:a16="http://schemas.microsoft.com/office/drawing/2014/main" id="{5645A577-FEB9-4C82-ACBE-C950E00DE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220"/>
                <a:ext cx="10" cy="13"/>
              </a:xfrm>
              <a:custGeom>
                <a:avLst/>
                <a:gdLst>
                  <a:gd name="T0" fmla="*/ 4 w 17"/>
                  <a:gd name="T1" fmla="*/ 3 h 22"/>
                  <a:gd name="T2" fmla="*/ 3 w 17"/>
                  <a:gd name="T3" fmla="*/ 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2">
                    <a:moveTo>
                      <a:pt x="17" y="15"/>
                    </a:moveTo>
                    <a:cubicBezTo>
                      <a:pt x="13" y="0"/>
                      <a:pt x="0" y="22"/>
                      <a:pt x="16" y="21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1" name="Freeform 957">
                <a:extLst>
                  <a:ext uri="{FF2B5EF4-FFF2-40B4-BE49-F238E27FC236}">
                    <a16:creationId xmlns:a16="http://schemas.microsoft.com/office/drawing/2014/main" id="{C788ED35-6AC5-45E9-9F8C-067FDF4A9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250"/>
                <a:ext cx="7" cy="12"/>
              </a:xfrm>
              <a:custGeom>
                <a:avLst/>
                <a:gdLst>
                  <a:gd name="T0" fmla="*/ 1 w 13"/>
                  <a:gd name="T1" fmla="*/ 1 h 20"/>
                  <a:gd name="T2" fmla="*/ 1 w 13"/>
                  <a:gd name="T3" fmla="*/ 2 h 20"/>
                  <a:gd name="T4" fmla="*/ 2 w 13"/>
                  <a:gd name="T5" fmla="*/ 4 h 20"/>
                  <a:gd name="T6" fmla="*/ 0 w 13"/>
                  <a:gd name="T7" fmla="*/ 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8" y="7"/>
                    </a:moveTo>
                    <a:cubicBezTo>
                      <a:pt x="3" y="0"/>
                      <a:pt x="0" y="6"/>
                      <a:pt x="4" y="11"/>
                    </a:cubicBezTo>
                    <a:cubicBezTo>
                      <a:pt x="6" y="14"/>
                      <a:pt x="13" y="13"/>
                      <a:pt x="9" y="18"/>
                    </a:cubicBezTo>
                    <a:cubicBezTo>
                      <a:pt x="8" y="20"/>
                      <a:pt x="1" y="19"/>
                      <a:pt x="0" y="18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2" name="Freeform 958">
                <a:extLst>
                  <a:ext uri="{FF2B5EF4-FFF2-40B4-BE49-F238E27FC236}">
                    <a16:creationId xmlns:a16="http://schemas.microsoft.com/office/drawing/2014/main" id="{5323161D-EE8D-4D24-8B83-641356D73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021"/>
                <a:ext cx="2" cy="1"/>
              </a:xfrm>
              <a:custGeom>
                <a:avLst/>
                <a:gdLst>
                  <a:gd name="T0" fmla="*/ 0 w 5"/>
                  <a:gd name="T1" fmla="*/ 1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2"/>
                      <a:pt x="1" y="2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3" name="Freeform 959">
                <a:extLst>
                  <a:ext uri="{FF2B5EF4-FFF2-40B4-BE49-F238E27FC236}">
                    <a16:creationId xmlns:a16="http://schemas.microsoft.com/office/drawing/2014/main" id="{9A08B8AB-0A24-4B08-8113-269158847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3026"/>
                <a:ext cx="4" cy="1"/>
              </a:xfrm>
              <a:custGeom>
                <a:avLst/>
                <a:gdLst>
                  <a:gd name="T0" fmla="*/ 0 w 8"/>
                  <a:gd name="T1" fmla="*/ 1 h 1"/>
                  <a:gd name="T2" fmla="*/ 1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3" y="1"/>
                      <a:pt x="5" y="1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4" name="Freeform 960">
                <a:extLst>
                  <a:ext uri="{FF2B5EF4-FFF2-40B4-BE49-F238E27FC236}">
                    <a16:creationId xmlns:a16="http://schemas.microsoft.com/office/drawing/2014/main" id="{2D89CD7D-9B29-40A7-A527-7FBCBA912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3027"/>
                <a:ext cx="5" cy="6"/>
              </a:xfrm>
              <a:custGeom>
                <a:avLst/>
                <a:gdLst>
                  <a:gd name="T0" fmla="*/ 1 w 9"/>
                  <a:gd name="T1" fmla="*/ 0 h 10"/>
                  <a:gd name="T2" fmla="*/ 1 w 9"/>
                  <a:gd name="T3" fmla="*/ 2 h 10"/>
                  <a:gd name="T4" fmla="*/ 2 w 9"/>
                  <a:gd name="T5" fmla="*/ 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7" y="0"/>
                    </a:moveTo>
                    <a:cubicBezTo>
                      <a:pt x="2" y="0"/>
                      <a:pt x="0" y="5"/>
                      <a:pt x="2" y="9"/>
                    </a:cubicBezTo>
                    <a:cubicBezTo>
                      <a:pt x="4" y="10"/>
                      <a:pt x="7" y="9"/>
                      <a:pt x="9" y="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5" name="Freeform 961">
                <a:extLst>
                  <a:ext uri="{FF2B5EF4-FFF2-40B4-BE49-F238E27FC236}">
                    <a16:creationId xmlns:a16="http://schemas.microsoft.com/office/drawing/2014/main" id="{F81A525E-09C8-40E6-A1EA-39B1D78A1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026"/>
                <a:ext cx="5" cy="5"/>
              </a:xfrm>
              <a:custGeom>
                <a:avLst/>
                <a:gdLst>
                  <a:gd name="T0" fmla="*/ 1 w 8"/>
                  <a:gd name="T1" fmla="*/ 0 h 9"/>
                  <a:gd name="T2" fmla="*/ 1 w 8"/>
                  <a:gd name="T3" fmla="*/ 1 h 9"/>
                  <a:gd name="T4" fmla="*/ 2 w 8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4" y="3"/>
                      <a:pt x="0" y="3"/>
                      <a:pt x="1" y="7"/>
                    </a:cubicBezTo>
                    <a:cubicBezTo>
                      <a:pt x="3" y="8"/>
                      <a:pt x="5" y="9"/>
                      <a:pt x="8" y="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6" name="Freeform 962">
                <a:extLst>
                  <a:ext uri="{FF2B5EF4-FFF2-40B4-BE49-F238E27FC236}">
                    <a16:creationId xmlns:a16="http://schemas.microsoft.com/office/drawing/2014/main" id="{24CEB2CC-0BBF-4D42-A7CA-C959FE605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027"/>
                <a:ext cx="3" cy="1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3" y="3"/>
                      <a:pt x="5" y="2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7" name="Freeform 963">
                <a:extLst>
                  <a:ext uri="{FF2B5EF4-FFF2-40B4-BE49-F238E27FC236}">
                    <a16:creationId xmlns:a16="http://schemas.microsoft.com/office/drawing/2014/main" id="{5CB24B51-1A33-44CC-A6E4-11F251592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3014"/>
                <a:ext cx="8" cy="7"/>
              </a:xfrm>
              <a:custGeom>
                <a:avLst/>
                <a:gdLst>
                  <a:gd name="T0" fmla="*/ 2 w 15"/>
                  <a:gd name="T1" fmla="*/ 0 h 11"/>
                  <a:gd name="T2" fmla="*/ 2 w 15"/>
                  <a:gd name="T3" fmla="*/ 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13" y="0"/>
                    </a:moveTo>
                    <a:cubicBezTo>
                      <a:pt x="0" y="1"/>
                      <a:pt x="5" y="11"/>
                      <a:pt x="15" y="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8" name="Freeform 964">
                <a:extLst>
                  <a:ext uri="{FF2B5EF4-FFF2-40B4-BE49-F238E27FC236}">
                    <a16:creationId xmlns:a16="http://schemas.microsoft.com/office/drawing/2014/main" id="{0791E3D7-DF39-49B2-AF8C-8D23C9786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3001"/>
                <a:ext cx="1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9" name="Freeform 965">
                <a:extLst>
                  <a:ext uri="{FF2B5EF4-FFF2-40B4-BE49-F238E27FC236}">
                    <a16:creationId xmlns:a16="http://schemas.microsoft.com/office/drawing/2014/main" id="{D8644C3F-47CE-45F7-905A-276430368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991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0" name="Freeform 966">
                <a:extLst>
                  <a:ext uri="{FF2B5EF4-FFF2-40B4-BE49-F238E27FC236}">
                    <a16:creationId xmlns:a16="http://schemas.microsoft.com/office/drawing/2014/main" id="{A41A9E77-1769-4358-A294-14304C4AD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965"/>
                <a:ext cx="2" cy="4"/>
              </a:xfrm>
              <a:custGeom>
                <a:avLst/>
                <a:gdLst>
                  <a:gd name="T0" fmla="*/ 1 w 4"/>
                  <a:gd name="T1" fmla="*/ 0 h 6"/>
                  <a:gd name="T2" fmla="*/ 0 w 4"/>
                  <a:gd name="T3" fmla="*/ 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1" y="3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1" name="Freeform 967">
                <a:extLst>
                  <a:ext uri="{FF2B5EF4-FFF2-40B4-BE49-F238E27FC236}">
                    <a16:creationId xmlns:a16="http://schemas.microsoft.com/office/drawing/2014/main" id="{1F237E6C-688B-4F3D-91AF-023AADFC6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989"/>
                <a:ext cx="3" cy="0"/>
              </a:xfrm>
              <a:custGeom>
                <a:avLst/>
                <a:gdLst>
                  <a:gd name="T0" fmla="*/ 1 w 6"/>
                  <a:gd name="T1" fmla="*/ 0 w 6"/>
                  <a:gd name="T2" fmla="*/ 0 60000 65536"/>
                  <a:gd name="T3" fmla="*/ 0 60000 65536"/>
                </a:gdLst>
                <a:ahLst/>
                <a:cxnLst>
                  <a:cxn ang="T2">
                    <a:pos x="T0" y="0"/>
                  </a:cxn>
                  <a:cxn ang="T3">
                    <a:pos x="T1" y="0"/>
                  </a:cxn>
                </a:cxnLst>
                <a:rect l="0" t="0" r="r" b="b"/>
                <a:pathLst>
                  <a:path w="6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2" name="Freeform 968">
                <a:extLst>
                  <a:ext uri="{FF2B5EF4-FFF2-40B4-BE49-F238E27FC236}">
                    <a16:creationId xmlns:a16="http://schemas.microsoft.com/office/drawing/2014/main" id="{7CD10DE5-2FE4-49B2-A099-A786859A2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989"/>
                <a:ext cx="7" cy="7"/>
              </a:xfrm>
              <a:custGeom>
                <a:avLst/>
                <a:gdLst>
                  <a:gd name="T0" fmla="*/ 2 w 12"/>
                  <a:gd name="T1" fmla="*/ 2 h 13"/>
                  <a:gd name="T2" fmla="*/ 0 w 12"/>
                  <a:gd name="T3" fmla="*/ 2 h 13"/>
                  <a:gd name="T4" fmla="*/ 2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1" y="11"/>
                    </a:moveTo>
                    <a:cubicBezTo>
                      <a:pt x="8" y="12"/>
                      <a:pt x="2" y="13"/>
                      <a:pt x="0" y="9"/>
                    </a:cubicBezTo>
                    <a:cubicBezTo>
                      <a:pt x="2" y="5"/>
                      <a:pt x="12" y="6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3" name="Freeform 969">
                <a:extLst>
                  <a:ext uri="{FF2B5EF4-FFF2-40B4-BE49-F238E27FC236}">
                    <a16:creationId xmlns:a16="http://schemas.microsoft.com/office/drawing/2014/main" id="{6262EC29-070F-4BD1-835A-2E80360D5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2985"/>
                <a:ext cx="9" cy="9"/>
              </a:xfrm>
              <a:custGeom>
                <a:avLst/>
                <a:gdLst>
                  <a:gd name="T0" fmla="*/ 2 w 17"/>
                  <a:gd name="T1" fmla="*/ 3 h 15"/>
                  <a:gd name="T2" fmla="*/ 0 w 17"/>
                  <a:gd name="T3" fmla="*/ 2 h 15"/>
                  <a:gd name="T4" fmla="*/ 2 w 17"/>
                  <a:gd name="T5" fmla="*/ 1 h 15"/>
                  <a:gd name="T6" fmla="*/ 1 w 17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9" y="15"/>
                    </a:moveTo>
                    <a:cubicBezTo>
                      <a:pt x="5" y="15"/>
                      <a:pt x="1" y="14"/>
                      <a:pt x="0" y="10"/>
                    </a:cubicBezTo>
                    <a:cubicBezTo>
                      <a:pt x="3" y="7"/>
                      <a:pt x="8" y="9"/>
                      <a:pt x="11" y="7"/>
                    </a:cubicBezTo>
                    <a:cubicBezTo>
                      <a:pt x="17" y="2"/>
                      <a:pt x="7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4" name="Freeform 970">
                <a:extLst>
                  <a:ext uri="{FF2B5EF4-FFF2-40B4-BE49-F238E27FC236}">
                    <a16:creationId xmlns:a16="http://schemas.microsoft.com/office/drawing/2014/main" id="{DD71F94F-87D7-4F50-889C-8F25C9D10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983"/>
                <a:ext cx="3" cy="2"/>
              </a:xfrm>
              <a:custGeom>
                <a:avLst/>
                <a:gdLst>
                  <a:gd name="T0" fmla="*/ 1 w 6"/>
                  <a:gd name="T1" fmla="*/ 1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3" y="4"/>
                      <a:pt x="1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5" name="Freeform 971">
                <a:extLst>
                  <a:ext uri="{FF2B5EF4-FFF2-40B4-BE49-F238E27FC236}">
                    <a16:creationId xmlns:a16="http://schemas.microsoft.com/office/drawing/2014/main" id="{451723B4-4146-4349-BC85-DD5B3660B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965"/>
                <a:ext cx="3" cy="3"/>
              </a:xfrm>
              <a:custGeom>
                <a:avLst/>
                <a:gdLst>
                  <a:gd name="T0" fmla="*/ 0 w 6"/>
                  <a:gd name="T1" fmla="*/ 0 h 6"/>
                  <a:gd name="T2" fmla="*/ 1 w 6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0" y="3"/>
                      <a:pt x="2" y="5"/>
                      <a:pt x="6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6" name="Freeform 972">
                <a:extLst>
                  <a:ext uri="{FF2B5EF4-FFF2-40B4-BE49-F238E27FC236}">
                    <a16:creationId xmlns:a16="http://schemas.microsoft.com/office/drawing/2014/main" id="{8F38613A-8CA3-48A3-8169-54CCD04B7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980"/>
                <a:ext cx="7" cy="8"/>
              </a:xfrm>
              <a:custGeom>
                <a:avLst/>
                <a:gdLst>
                  <a:gd name="T0" fmla="*/ 2 w 13"/>
                  <a:gd name="T1" fmla="*/ 2 h 14"/>
                  <a:gd name="T2" fmla="*/ 2 w 13"/>
                  <a:gd name="T3" fmla="*/ 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3" y="9"/>
                    </a:moveTo>
                    <a:cubicBezTo>
                      <a:pt x="7" y="0"/>
                      <a:pt x="0" y="14"/>
                      <a:pt x="11" y="1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7" name="Freeform 973">
                <a:extLst>
                  <a:ext uri="{FF2B5EF4-FFF2-40B4-BE49-F238E27FC236}">
                    <a16:creationId xmlns:a16="http://schemas.microsoft.com/office/drawing/2014/main" id="{AE75556F-6B7E-4E9E-BD78-56922D341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3008"/>
                <a:ext cx="6" cy="5"/>
              </a:xfrm>
              <a:custGeom>
                <a:avLst/>
                <a:gdLst>
                  <a:gd name="T0" fmla="*/ 2 w 11"/>
                  <a:gd name="T1" fmla="*/ 1 h 8"/>
                  <a:gd name="T2" fmla="*/ 0 w 11"/>
                  <a:gd name="T3" fmla="*/ 1 h 8"/>
                  <a:gd name="T4" fmla="*/ 1 w 11"/>
                  <a:gd name="T5" fmla="*/ 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1" y="3"/>
                    </a:moveTo>
                    <a:cubicBezTo>
                      <a:pt x="8" y="0"/>
                      <a:pt x="4" y="0"/>
                      <a:pt x="0" y="1"/>
                    </a:cubicBezTo>
                    <a:cubicBezTo>
                      <a:pt x="1" y="4"/>
                      <a:pt x="4" y="7"/>
                      <a:pt x="8" y="8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8" name="Freeform 974">
                <a:extLst>
                  <a:ext uri="{FF2B5EF4-FFF2-40B4-BE49-F238E27FC236}">
                    <a16:creationId xmlns:a16="http://schemas.microsoft.com/office/drawing/2014/main" id="{2B70807B-CF0C-406E-9CC1-16DCA88B7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947"/>
                <a:ext cx="9" cy="10"/>
              </a:xfrm>
              <a:custGeom>
                <a:avLst/>
                <a:gdLst>
                  <a:gd name="T0" fmla="*/ 3 w 16"/>
                  <a:gd name="T1" fmla="*/ 2 h 18"/>
                  <a:gd name="T2" fmla="*/ 2 w 16"/>
                  <a:gd name="T3" fmla="*/ 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12"/>
                    </a:moveTo>
                    <a:cubicBezTo>
                      <a:pt x="10" y="0"/>
                      <a:pt x="0" y="16"/>
                      <a:pt x="13" y="18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9" name="Freeform 975">
                <a:extLst>
                  <a:ext uri="{FF2B5EF4-FFF2-40B4-BE49-F238E27FC236}">
                    <a16:creationId xmlns:a16="http://schemas.microsoft.com/office/drawing/2014/main" id="{C4EAB937-4894-4127-827D-761B2B03F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971"/>
                <a:ext cx="4" cy="4"/>
              </a:xfrm>
              <a:custGeom>
                <a:avLst/>
                <a:gdLst>
                  <a:gd name="T0" fmla="*/ 1 w 7"/>
                  <a:gd name="T1" fmla="*/ 0 h 7"/>
                  <a:gd name="T2" fmla="*/ 0 w 7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4" y="1"/>
                      <a:pt x="1" y="4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0" name="Freeform 976">
                <a:extLst>
                  <a:ext uri="{FF2B5EF4-FFF2-40B4-BE49-F238E27FC236}">
                    <a16:creationId xmlns:a16="http://schemas.microsoft.com/office/drawing/2014/main" id="{56A4F243-0C33-47E0-9FC0-4CF24CBD2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994"/>
                <a:ext cx="7" cy="10"/>
              </a:xfrm>
              <a:custGeom>
                <a:avLst/>
                <a:gdLst>
                  <a:gd name="T0" fmla="*/ 2 w 13"/>
                  <a:gd name="T1" fmla="*/ 1 h 17"/>
                  <a:gd name="T2" fmla="*/ 1 w 13"/>
                  <a:gd name="T3" fmla="*/ 4 h 17"/>
                  <a:gd name="T4" fmla="*/ 1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1" y="7"/>
                    </a:moveTo>
                    <a:cubicBezTo>
                      <a:pt x="10" y="10"/>
                      <a:pt x="13" y="17"/>
                      <a:pt x="7" y="17"/>
                    </a:cubicBezTo>
                    <a:cubicBezTo>
                      <a:pt x="0" y="16"/>
                      <a:pt x="1" y="4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1" name="Freeform 977">
                <a:extLst>
                  <a:ext uri="{FF2B5EF4-FFF2-40B4-BE49-F238E27FC236}">
                    <a16:creationId xmlns:a16="http://schemas.microsoft.com/office/drawing/2014/main" id="{48C2F476-52CE-4372-897A-94556C4CA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936"/>
                <a:ext cx="6" cy="4"/>
              </a:xfrm>
              <a:custGeom>
                <a:avLst/>
                <a:gdLst>
                  <a:gd name="T0" fmla="*/ 0 w 12"/>
                  <a:gd name="T1" fmla="*/ 0 h 7"/>
                  <a:gd name="T2" fmla="*/ 2 w 12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2" y="5"/>
                      <a:pt x="9" y="3"/>
                      <a:pt x="12" y="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2" name="Freeform 978">
                <a:extLst>
                  <a:ext uri="{FF2B5EF4-FFF2-40B4-BE49-F238E27FC236}">
                    <a16:creationId xmlns:a16="http://schemas.microsoft.com/office/drawing/2014/main" id="{91BF5CF3-C238-4B71-8060-7F0092FF4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2951"/>
                <a:ext cx="4" cy="3"/>
              </a:xfrm>
              <a:custGeom>
                <a:avLst/>
                <a:gdLst>
                  <a:gd name="T0" fmla="*/ 0 w 8"/>
                  <a:gd name="T1" fmla="*/ 0 h 6"/>
                  <a:gd name="T2" fmla="*/ 1 w 8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3" name="Freeform 979">
                <a:extLst>
                  <a:ext uri="{FF2B5EF4-FFF2-40B4-BE49-F238E27FC236}">
                    <a16:creationId xmlns:a16="http://schemas.microsoft.com/office/drawing/2014/main" id="{431CCD8A-319D-4E61-988C-F3718FFED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214"/>
                <a:ext cx="8" cy="10"/>
              </a:xfrm>
              <a:custGeom>
                <a:avLst/>
                <a:gdLst>
                  <a:gd name="T0" fmla="*/ 2 w 16"/>
                  <a:gd name="T1" fmla="*/ 4 h 17"/>
                  <a:gd name="T2" fmla="*/ 2 w 16"/>
                  <a:gd name="T3" fmla="*/ 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4" y="17"/>
                    </a:moveTo>
                    <a:cubicBezTo>
                      <a:pt x="0" y="14"/>
                      <a:pt x="12" y="0"/>
                      <a:pt x="16" y="1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4" name="Freeform 980">
                <a:extLst>
                  <a:ext uri="{FF2B5EF4-FFF2-40B4-BE49-F238E27FC236}">
                    <a16:creationId xmlns:a16="http://schemas.microsoft.com/office/drawing/2014/main" id="{ECE888EC-616E-4BA4-844B-132B264F5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3189"/>
                <a:ext cx="6" cy="10"/>
              </a:xfrm>
              <a:custGeom>
                <a:avLst/>
                <a:gdLst>
                  <a:gd name="T0" fmla="*/ 1 w 10"/>
                  <a:gd name="T1" fmla="*/ 0 h 16"/>
                  <a:gd name="T2" fmla="*/ 2 w 10"/>
                  <a:gd name="T3" fmla="*/ 2 h 16"/>
                  <a:gd name="T4" fmla="*/ 0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7" y="0"/>
                    </a:moveTo>
                    <a:cubicBezTo>
                      <a:pt x="8" y="2"/>
                      <a:pt x="10" y="6"/>
                      <a:pt x="8" y="8"/>
                    </a:cubicBezTo>
                    <a:cubicBezTo>
                      <a:pt x="3" y="16"/>
                      <a:pt x="1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5" name="Freeform 981">
                <a:extLst>
                  <a:ext uri="{FF2B5EF4-FFF2-40B4-BE49-F238E27FC236}">
                    <a16:creationId xmlns:a16="http://schemas.microsoft.com/office/drawing/2014/main" id="{D8C5E99B-7631-4171-8EBB-4BC0EAE66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153"/>
                <a:ext cx="0" cy="5"/>
              </a:xfrm>
              <a:custGeom>
                <a:avLst/>
                <a:gdLst>
                  <a:gd name="T0" fmla="*/ 2 h 9"/>
                  <a:gd name="T1" fmla="*/ 0 h 9"/>
                  <a:gd name="T2" fmla="*/ 0 60000 65536"/>
                  <a:gd name="T3" fmla="*/ 0 60000 65536"/>
                </a:gdLst>
                <a:ahLst/>
                <a:cxnLst>
                  <a:cxn ang="T2">
                    <a:pos x="0" y="T0"/>
                  </a:cxn>
                  <a:cxn ang="T3">
                    <a:pos x="0" y="T1"/>
                  </a:cxn>
                </a:cxnLst>
                <a:rect l="0" t="0" r="r" b="b"/>
                <a:pathLst>
                  <a:path h="9">
                    <a:moveTo>
                      <a:pt x="0" y="9"/>
                    </a:move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6" name="Freeform 982">
                <a:extLst>
                  <a:ext uri="{FF2B5EF4-FFF2-40B4-BE49-F238E27FC236}">
                    <a16:creationId xmlns:a16="http://schemas.microsoft.com/office/drawing/2014/main" id="{2B893832-BA28-403E-BB1C-BA401B9FF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986"/>
                <a:ext cx="1" cy="4"/>
              </a:xfrm>
              <a:custGeom>
                <a:avLst/>
                <a:gdLst>
                  <a:gd name="T0" fmla="*/ 1 w 2"/>
                  <a:gd name="T1" fmla="*/ 1 h 7"/>
                  <a:gd name="T2" fmla="*/ 1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0" y="4"/>
                      <a:pt x="0" y="2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7C2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7" name="Freeform 983">
                <a:extLst>
                  <a:ext uri="{FF2B5EF4-FFF2-40B4-BE49-F238E27FC236}">
                    <a16:creationId xmlns:a16="http://schemas.microsoft.com/office/drawing/2014/main" id="{6602FF9F-D16F-402C-ACF6-851F46DDA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014"/>
                <a:ext cx="1" cy="3"/>
              </a:xfrm>
              <a:custGeom>
                <a:avLst/>
                <a:gdLst>
                  <a:gd name="T0" fmla="*/ 1 w 1"/>
                  <a:gd name="T1" fmla="*/ 1 h 6"/>
                  <a:gd name="T2" fmla="*/ 1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7C2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48" name="Freeform 984">
                <a:extLst>
                  <a:ext uri="{FF2B5EF4-FFF2-40B4-BE49-F238E27FC236}">
                    <a16:creationId xmlns:a16="http://schemas.microsoft.com/office/drawing/2014/main" id="{D6359C8F-28FF-4BE3-92EC-16E418E07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125"/>
                <a:ext cx="1" cy="2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7C2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49" name="Freeform 985">
                <a:extLst>
                  <a:ext uri="{FF2B5EF4-FFF2-40B4-BE49-F238E27FC236}">
                    <a16:creationId xmlns:a16="http://schemas.microsoft.com/office/drawing/2014/main" id="{CD6C5BFD-4517-46A0-8968-94686D573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3055"/>
                <a:ext cx="1" cy="3"/>
              </a:xfrm>
              <a:custGeom>
                <a:avLst/>
                <a:gdLst>
                  <a:gd name="T0" fmla="*/ 1 w 2"/>
                  <a:gd name="T1" fmla="*/ 1 h 6"/>
                  <a:gd name="T2" fmla="*/ 0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7C2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50" name="Freeform 986">
                <a:extLst>
                  <a:ext uri="{FF2B5EF4-FFF2-40B4-BE49-F238E27FC236}">
                    <a16:creationId xmlns:a16="http://schemas.microsoft.com/office/drawing/2014/main" id="{5664F05E-3CC8-43C9-AB92-CD50CDDE6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024"/>
                <a:ext cx="1" cy="3"/>
              </a:xfrm>
              <a:custGeom>
                <a:avLst/>
                <a:gdLst>
                  <a:gd name="T0" fmla="*/ 1 w 2"/>
                  <a:gd name="T1" fmla="*/ 0 h 4"/>
                  <a:gd name="T2" fmla="*/ 1 w 2"/>
                  <a:gd name="T3" fmla="*/ 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F7C2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51" name="Freeform 987">
                <a:extLst>
                  <a:ext uri="{FF2B5EF4-FFF2-40B4-BE49-F238E27FC236}">
                    <a16:creationId xmlns:a16="http://schemas.microsoft.com/office/drawing/2014/main" id="{144420FD-D29E-4BEE-8751-BF9D91DE3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3124"/>
                <a:ext cx="1" cy="5"/>
              </a:xfrm>
              <a:custGeom>
                <a:avLst/>
                <a:gdLst>
                  <a:gd name="T0" fmla="*/ 0 w 2"/>
                  <a:gd name="T1" fmla="*/ 2 h 8"/>
                  <a:gd name="T2" fmla="*/ 1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cubicBezTo>
                      <a:pt x="1" y="5"/>
                      <a:pt x="1" y="2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7C2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52" name="Freeform 988">
                <a:extLst>
                  <a:ext uri="{FF2B5EF4-FFF2-40B4-BE49-F238E27FC236}">
                    <a16:creationId xmlns:a16="http://schemas.microsoft.com/office/drawing/2014/main" id="{4BCFEF2A-6379-4587-8E33-72D2B1C99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3091"/>
                <a:ext cx="3" cy="6"/>
              </a:xfrm>
              <a:custGeom>
                <a:avLst/>
                <a:gdLst>
                  <a:gd name="T0" fmla="*/ 0 w 4"/>
                  <a:gd name="T1" fmla="*/ 2 h 10"/>
                  <a:gd name="T2" fmla="*/ 2 w 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10"/>
                    </a:moveTo>
                    <a:cubicBezTo>
                      <a:pt x="1" y="7"/>
                      <a:pt x="2" y="3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7C2B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53" name="Freeform 989">
                <a:extLst>
                  <a:ext uri="{FF2B5EF4-FFF2-40B4-BE49-F238E27FC236}">
                    <a16:creationId xmlns:a16="http://schemas.microsoft.com/office/drawing/2014/main" id="{9ECEA54A-507E-481B-A018-3DE270319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968"/>
                <a:ext cx="9" cy="7"/>
              </a:xfrm>
              <a:custGeom>
                <a:avLst/>
                <a:gdLst>
                  <a:gd name="T0" fmla="*/ 3 w 16"/>
                  <a:gd name="T1" fmla="*/ 1 h 12"/>
                  <a:gd name="T2" fmla="*/ 2 w 16"/>
                  <a:gd name="T3" fmla="*/ 2 h 12"/>
                  <a:gd name="T4" fmla="*/ 0 w 16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9" y="0"/>
                      <a:pt x="5" y="3"/>
                      <a:pt x="12" y="8"/>
                    </a:cubicBezTo>
                    <a:cubicBezTo>
                      <a:pt x="8" y="12"/>
                      <a:pt x="4" y="9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36" name="Group 990">
              <a:extLst>
                <a:ext uri="{FF2B5EF4-FFF2-40B4-BE49-F238E27FC236}">
                  <a16:creationId xmlns:a16="http://schemas.microsoft.com/office/drawing/2014/main" id="{BE148C9B-6748-4B77-88FE-6C956E68F8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9175" y="5532438"/>
              <a:ext cx="427038" cy="685800"/>
              <a:chOff x="1970" y="769"/>
              <a:chExt cx="1854" cy="2975"/>
            </a:xfrm>
          </p:grpSpPr>
          <p:sp>
            <p:nvSpPr>
              <p:cNvPr id="78270" name="Freeform 991">
                <a:extLst>
                  <a:ext uri="{FF2B5EF4-FFF2-40B4-BE49-F238E27FC236}">
                    <a16:creationId xmlns:a16="http://schemas.microsoft.com/office/drawing/2014/main" id="{B8D98F03-4B8F-4A70-AD00-1A807D382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769"/>
                <a:ext cx="368" cy="1137"/>
              </a:xfrm>
              <a:custGeom>
                <a:avLst/>
                <a:gdLst>
                  <a:gd name="T0" fmla="*/ 22 w 333"/>
                  <a:gd name="T1" fmla="*/ 0 h 1029"/>
                  <a:gd name="T2" fmla="*/ 136 w 333"/>
                  <a:gd name="T3" fmla="*/ 676 h 1029"/>
                  <a:gd name="T4" fmla="*/ 320 w 333"/>
                  <a:gd name="T5" fmla="*/ 1299 h 1029"/>
                  <a:gd name="T6" fmla="*/ 450 w 333"/>
                  <a:gd name="T7" fmla="*/ 1388 h 1029"/>
                  <a:gd name="T8" fmla="*/ 255 w 333"/>
                  <a:gd name="T9" fmla="*/ 683 h 1029"/>
                  <a:gd name="T10" fmla="*/ 150 w 333"/>
                  <a:gd name="T11" fmla="*/ 1 h 1029"/>
                  <a:gd name="T12" fmla="*/ 22 w 333"/>
                  <a:gd name="T13" fmla="*/ 0 h 10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3" h="1029">
                    <a:moveTo>
                      <a:pt x="16" y="0"/>
                    </a:moveTo>
                    <a:cubicBezTo>
                      <a:pt x="16" y="0"/>
                      <a:pt x="0" y="281"/>
                      <a:pt x="100" y="501"/>
                    </a:cubicBezTo>
                    <a:cubicBezTo>
                      <a:pt x="219" y="764"/>
                      <a:pt x="237" y="963"/>
                      <a:pt x="237" y="963"/>
                    </a:cubicBezTo>
                    <a:cubicBezTo>
                      <a:pt x="333" y="1029"/>
                      <a:pt x="333" y="1029"/>
                      <a:pt x="333" y="1029"/>
                    </a:cubicBezTo>
                    <a:cubicBezTo>
                      <a:pt x="333" y="1029"/>
                      <a:pt x="296" y="718"/>
                      <a:pt x="189" y="506"/>
                    </a:cubicBezTo>
                    <a:cubicBezTo>
                      <a:pt x="128" y="386"/>
                      <a:pt x="111" y="1"/>
                      <a:pt x="111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4C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1" name="Freeform 992">
                <a:extLst>
                  <a:ext uri="{FF2B5EF4-FFF2-40B4-BE49-F238E27FC236}">
                    <a16:creationId xmlns:a16="http://schemas.microsoft.com/office/drawing/2014/main" id="{5C6940E0-5640-4D8C-AC02-180C7934C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650"/>
                <a:ext cx="113" cy="193"/>
              </a:xfrm>
              <a:custGeom>
                <a:avLst/>
                <a:gdLst>
                  <a:gd name="T0" fmla="*/ 1 w 103"/>
                  <a:gd name="T1" fmla="*/ 0 h 175"/>
                  <a:gd name="T2" fmla="*/ 16 w 103"/>
                  <a:gd name="T3" fmla="*/ 63 h 175"/>
                  <a:gd name="T4" fmla="*/ 29 w 103"/>
                  <a:gd name="T5" fmla="*/ 126 h 175"/>
                  <a:gd name="T6" fmla="*/ 124 w 103"/>
                  <a:gd name="T7" fmla="*/ 227 h 175"/>
                  <a:gd name="T8" fmla="*/ 97 w 103"/>
                  <a:gd name="T9" fmla="*/ 82 h 175"/>
                  <a:gd name="T10" fmla="*/ 1 w 103"/>
                  <a:gd name="T11" fmla="*/ 3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175">
                    <a:moveTo>
                      <a:pt x="1" y="0"/>
                    </a:moveTo>
                    <a:cubicBezTo>
                      <a:pt x="0" y="13"/>
                      <a:pt x="9" y="33"/>
                      <a:pt x="13" y="47"/>
                    </a:cubicBezTo>
                    <a:cubicBezTo>
                      <a:pt x="16" y="62"/>
                      <a:pt x="16" y="78"/>
                      <a:pt x="22" y="93"/>
                    </a:cubicBezTo>
                    <a:cubicBezTo>
                      <a:pt x="29" y="113"/>
                      <a:pt x="69" y="175"/>
                      <a:pt x="94" y="170"/>
                    </a:cubicBezTo>
                    <a:cubicBezTo>
                      <a:pt x="103" y="137"/>
                      <a:pt x="81" y="92"/>
                      <a:pt x="73" y="61"/>
                    </a:cubicBezTo>
                    <a:cubicBezTo>
                      <a:pt x="64" y="28"/>
                      <a:pt x="34" y="6"/>
                      <a:pt x="1" y="3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2" name="Freeform 993">
                <a:extLst>
                  <a:ext uri="{FF2B5EF4-FFF2-40B4-BE49-F238E27FC236}">
                    <a16:creationId xmlns:a16="http://schemas.microsoft.com/office/drawing/2014/main" id="{D66E0A93-C234-4C62-A11D-CFBA4EC23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769"/>
                <a:ext cx="368" cy="1137"/>
              </a:xfrm>
              <a:custGeom>
                <a:avLst/>
                <a:gdLst>
                  <a:gd name="T0" fmla="*/ 429 w 333"/>
                  <a:gd name="T1" fmla="*/ 0 h 1029"/>
                  <a:gd name="T2" fmla="*/ 316 w 333"/>
                  <a:gd name="T3" fmla="*/ 676 h 1029"/>
                  <a:gd name="T4" fmla="*/ 129 w 333"/>
                  <a:gd name="T5" fmla="*/ 1299 h 1029"/>
                  <a:gd name="T6" fmla="*/ 0 w 333"/>
                  <a:gd name="T7" fmla="*/ 1388 h 1029"/>
                  <a:gd name="T8" fmla="*/ 196 w 333"/>
                  <a:gd name="T9" fmla="*/ 683 h 1029"/>
                  <a:gd name="T10" fmla="*/ 299 w 333"/>
                  <a:gd name="T11" fmla="*/ 1 h 1029"/>
                  <a:gd name="T12" fmla="*/ 429 w 333"/>
                  <a:gd name="T13" fmla="*/ 0 h 10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3" h="1029">
                    <a:moveTo>
                      <a:pt x="318" y="0"/>
                    </a:moveTo>
                    <a:cubicBezTo>
                      <a:pt x="318" y="0"/>
                      <a:pt x="333" y="281"/>
                      <a:pt x="234" y="501"/>
                    </a:cubicBezTo>
                    <a:cubicBezTo>
                      <a:pt x="115" y="764"/>
                      <a:pt x="96" y="963"/>
                      <a:pt x="96" y="963"/>
                    </a:cubicBezTo>
                    <a:cubicBezTo>
                      <a:pt x="0" y="1029"/>
                      <a:pt x="0" y="1029"/>
                      <a:pt x="0" y="1029"/>
                    </a:cubicBezTo>
                    <a:cubicBezTo>
                      <a:pt x="0" y="1029"/>
                      <a:pt x="37" y="718"/>
                      <a:pt x="145" y="506"/>
                    </a:cubicBezTo>
                    <a:cubicBezTo>
                      <a:pt x="205" y="386"/>
                      <a:pt x="222" y="1"/>
                      <a:pt x="222" y="1"/>
                    </a:cubicBezTo>
                    <a:lnTo>
                      <a:pt x="318" y="0"/>
                    </a:lnTo>
                    <a:close/>
                  </a:path>
                </a:pathLst>
              </a:custGeom>
              <a:solidFill>
                <a:srgbClr val="F4C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3" name="Freeform 994">
                <a:extLst>
                  <a:ext uri="{FF2B5EF4-FFF2-40B4-BE49-F238E27FC236}">
                    <a16:creationId xmlns:a16="http://schemas.microsoft.com/office/drawing/2014/main" id="{2B16485A-CDF1-41B5-9E35-866DA8FCF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608"/>
                <a:ext cx="123" cy="224"/>
              </a:xfrm>
              <a:custGeom>
                <a:avLst/>
                <a:gdLst>
                  <a:gd name="T0" fmla="*/ 145 w 112"/>
                  <a:gd name="T1" fmla="*/ 0 h 203"/>
                  <a:gd name="T2" fmla="*/ 133 w 112"/>
                  <a:gd name="T3" fmla="*/ 57 h 203"/>
                  <a:gd name="T4" fmla="*/ 122 w 112"/>
                  <a:gd name="T5" fmla="*/ 121 h 203"/>
                  <a:gd name="T6" fmla="*/ 52 w 112"/>
                  <a:gd name="T7" fmla="*/ 243 h 203"/>
                  <a:gd name="T8" fmla="*/ 5 w 112"/>
                  <a:gd name="T9" fmla="*/ 257 h 203"/>
                  <a:gd name="T10" fmla="*/ 13 w 112"/>
                  <a:gd name="T11" fmla="*/ 193 h 203"/>
                  <a:gd name="T12" fmla="*/ 65 w 112"/>
                  <a:gd name="T13" fmla="*/ 56 h 203"/>
                  <a:gd name="T14" fmla="*/ 143 w 112"/>
                  <a:gd name="T15" fmla="*/ 0 h 2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203">
                    <a:moveTo>
                      <a:pt x="109" y="0"/>
                    </a:moveTo>
                    <a:cubicBezTo>
                      <a:pt x="112" y="5"/>
                      <a:pt x="102" y="33"/>
                      <a:pt x="100" y="43"/>
                    </a:cubicBezTo>
                    <a:cubicBezTo>
                      <a:pt x="97" y="59"/>
                      <a:pt x="95" y="75"/>
                      <a:pt x="92" y="91"/>
                    </a:cubicBezTo>
                    <a:cubicBezTo>
                      <a:pt x="85" y="127"/>
                      <a:pt x="71" y="158"/>
                      <a:pt x="39" y="180"/>
                    </a:cubicBezTo>
                    <a:cubicBezTo>
                      <a:pt x="30" y="186"/>
                      <a:pt x="12" y="203"/>
                      <a:pt x="5" y="191"/>
                    </a:cubicBezTo>
                    <a:cubicBezTo>
                      <a:pt x="0" y="182"/>
                      <a:pt x="8" y="153"/>
                      <a:pt x="10" y="144"/>
                    </a:cubicBezTo>
                    <a:cubicBezTo>
                      <a:pt x="17" y="108"/>
                      <a:pt x="21" y="69"/>
                      <a:pt x="49" y="42"/>
                    </a:cubicBezTo>
                    <a:cubicBezTo>
                      <a:pt x="67" y="24"/>
                      <a:pt x="90" y="15"/>
                      <a:pt x="107" y="0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4" name="Freeform 995">
                <a:extLst>
                  <a:ext uri="{FF2B5EF4-FFF2-40B4-BE49-F238E27FC236}">
                    <a16:creationId xmlns:a16="http://schemas.microsoft.com/office/drawing/2014/main" id="{0B8B3AD5-143F-4510-AFE9-C0A83FD4A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466"/>
                <a:ext cx="1826" cy="664"/>
              </a:xfrm>
              <a:custGeom>
                <a:avLst/>
                <a:gdLst>
                  <a:gd name="T0" fmla="*/ 0 w 1653"/>
                  <a:gd name="T1" fmla="*/ 811 h 601"/>
                  <a:gd name="T2" fmla="*/ 1106 w 1653"/>
                  <a:gd name="T3" fmla="*/ 0 h 601"/>
                  <a:gd name="T4" fmla="*/ 2228 w 1653"/>
                  <a:gd name="T5" fmla="*/ 792 h 601"/>
                  <a:gd name="T6" fmla="*/ 0 w 1653"/>
                  <a:gd name="T7" fmla="*/ 811 h 6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53" h="601">
                    <a:moveTo>
                      <a:pt x="0" y="601"/>
                    </a:moveTo>
                    <a:cubicBezTo>
                      <a:pt x="0" y="601"/>
                      <a:pt x="93" y="0"/>
                      <a:pt x="820" y="0"/>
                    </a:cubicBezTo>
                    <a:cubicBezTo>
                      <a:pt x="1546" y="0"/>
                      <a:pt x="1653" y="587"/>
                      <a:pt x="1653" y="587"/>
                    </a:cubicBezTo>
                    <a:lnTo>
                      <a:pt x="0" y="601"/>
                    </a:lnTo>
                    <a:close/>
                  </a:path>
                </a:pathLst>
              </a:custGeom>
              <a:solidFill>
                <a:srgbClr val="F4C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5" name="Freeform 996">
                <a:extLst>
                  <a:ext uri="{FF2B5EF4-FFF2-40B4-BE49-F238E27FC236}">
                    <a16:creationId xmlns:a16="http://schemas.microsoft.com/office/drawing/2014/main" id="{630BAFCA-80B4-4FE2-BAA0-95E0FBD0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783"/>
                <a:ext cx="1766" cy="1899"/>
              </a:xfrm>
              <a:custGeom>
                <a:avLst/>
                <a:gdLst>
                  <a:gd name="T0" fmla="*/ 0 w 1600"/>
                  <a:gd name="T1" fmla="*/ 373 h 1719"/>
                  <a:gd name="T2" fmla="*/ 830 w 1600"/>
                  <a:gd name="T3" fmla="*/ 31 h 1719"/>
                  <a:gd name="T4" fmla="*/ 2120 w 1600"/>
                  <a:gd name="T5" fmla="*/ 373 h 1719"/>
                  <a:gd name="T6" fmla="*/ 1635 w 1600"/>
                  <a:gd name="T7" fmla="*/ 1362 h 1719"/>
                  <a:gd name="T8" fmla="*/ 1132 w 1600"/>
                  <a:gd name="T9" fmla="*/ 1756 h 1719"/>
                  <a:gd name="T10" fmla="*/ 1022 w 1600"/>
                  <a:gd name="T11" fmla="*/ 2314 h 1719"/>
                  <a:gd name="T12" fmla="*/ 923 w 1600"/>
                  <a:gd name="T13" fmla="*/ 1595 h 1719"/>
                  <a:gd name="T14" fmla="*/ 0 w 1600"/>
                  <a:gd name="T15" fmla="*/ 373 h 17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0" h="1719">
                    <a:moveTo>
                      <a:pt x="0" y="277"/>
                    </a:moveTo>
                    <a:cubicBezTo>
                      <a:pt x="0" y="277"/>
                      <a:pt x="270" y="47"/>
                      <a:pt x="617" y="23"/>
                    </a:cubicBezTo>
                    <a:cubicBezTo>
                      <a:pt x="963" y="0"/>
                      <a:pt x="1259" y="7"/>
                      <a:pt x="1576" y="277"/>
                    </a:cubicBezTo>
                    <a:cubicBezTo>
                      <a:pt x="1576" y="277"/>
                      <a:pt x="1600" y="676"/>
                      <a:pt x="1216" y="1010"/>
                    </a:cubicBezTo>
                    <a:cubicBezTo>
                      <a:pt x="986" y="1210"/>
                      <a:pt x="790" y="1156"/>
                      <a:pt x="843" y="1303"/>
                    </a:cubicBezTo>
                    <a:cubicBezTo>
                      <a:pt x="896" y="1450"/>
                      <a:pt x="860" y="1719"/>
                      <a:pt x="760" y="1716"/>
                    </a:cubicBezTo>
                    <a:cubicBezTo>
                      <a:pt x="660" y="1713"/>
                      <a:pt x="780" y="1223"/>
                      <a:pt x="686" y="1183"/>
                    </a:cubicBezTo>
                    <a:cubicBezTo>
                      <a:pt x="593" y="1143"/>
                      <a:pt x="50" y="963"/>
                      <a:pt x="0" y="277"/>
                    </a:cubicBezTo>
                    <a:close/>
                  </a:path>
                </a:pathLst>
              </a:custGeom>
              <a:solidFill>
                <a:srgbClr val="EF6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6" name="Freeform 997">
                <a:extLst>
                  <a:ext uri="{FF2B5EF4-FFF2-40B4-BE49-F238E27FC236}">
                    <a16:creationId xmlns:a16="http://schemas.microsoft.com/office/drawing/2014/main" id="{74E90148-0990-4694-8021-7D2F9F7CB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981"/>
                <a:ext cx="1665" cy="528"/>
              </a:xfrm>
              <a:custGeom>
                <a:avLst/>
                <a:gdLst>
                  <a:gd name="T0" fmla="*/ 0 w 1508"/>
                  <a:gd name="T1" fmla="*/ 183 h 478"/>
                  <a:gd name="T2" fmla="*/ 187 w 1508"/>
                  <a:gd name="T3" fmla="*/ 54 h 478"/>
                  <a:gd name="T4" fmla="*/ 262 w 1508"/>
                  <a:gd name="T5" fmla="*/ 142 h 478"/>
                  <a:gd name="T6" fmla="*/ 386 w 1508"/>
                  <a:gd name="T7" fmla="*/ 80 h 478"/>
                  <a:gd name="T8" fmla="*/ 528 w 1508"/>
                  <a:gd name="T9" fmla="*/ 13 h 478"/>
                  <a:gd name="T10" fmla="*/ 528 w 1508"/>
                  <a:gd name="T11" fmla="*/ 65 h 478"/>
                  <a:gd name="T12" fmla="*/ 413 w 1508"/>
                  <a:gd name="T13" fmla="*/ 217 h 478"/>
                  <a:gd name="T14" fmla="*/ 388 w 1508"/>
                  <a:gd name="T15" fmla="*/ 317 h 478"/>
                  <a:gd name="T16" fmla="*/ 478 w 1508"/>
                  <a:gd name="T17" fmla="*/ 257 h 478"/>
                  <a:gd name="T18" fmla="*/ 549 w 1508"/>
                  <a:gd name="T19" fmla="*/ 261 h 478"/>
                  <a:gd name="T20" fmla="*/ 519 w 1508"/>
                  <a:gd name="T21" fmla="*/ 388 h 478"/>
                  <a:gd name="T22" fmla="*/ 797 w 1508"/>
                  <a:gd name="T23" fmla="*/ 173 h 478"/>
                  <a:gd name="T24" fmla="*/ 940 w 1508"/>
                  <a:gd name="T25" fmla="*/ 40 h 478"/>
                  <a:gd name="T26" fmla="*/ 829 w 1508"/>
                  <a:gd name="T27" fmla="*/ 250 h 478"/>
                  <a:gd name="T28" fmla="*/ 853 w 1508"/>
                  <a:gd name="T29" fmla="*/ 404 h 478"/>
                  <a:gd name="T30" fmla="*/ 994 w 1508"/>
                  <a:gd name="T31" fmla="*/ 281 h 478"/>
                  <a:gd name="T32" fmla="*/ 1077 w 1508"/>
                  <a:gd name="T33" fmla="*/ 453 h 478"/>
                  <a:gd name="T34" fmla="*/ 1115 w 1508"/>
                  <a:gd name="T35" fmla="*/ 313 h 478"/>
                  <a:gd name="T36" fmla="*/ 1167 w 1508"/>
                  <a:gd name="T37" fmla="*/ 168 h 478"/>
                  <a:gd name="T38" fmla="*/ 1191 w 1508"/>
                  <a:gd name="T39" fmla="*/ 233 h 478"/>
                  <a:gd name="T40" fmla="*/ 1291 w 1508"/>
                  <a:gd name="T41" fmla="*/ 404 h 478"/>
                  <a:gd name="T42" fmla="*/ 1344 w 1508"/>
                  <a:gd name="T43" fmla="*/ 445 h 478"/>
                  <a:gd name="T44" fmla="*/ 1321 w 1508"/>
                  <a:gd name="T45" fmla="*/ 241 h 478"/>
                  <a:gd name="T46" fmla="*/ 1366 w 1508"/>
                  <a:gd name="T47" fmla="*/ 112 h 478"/>
                  <a:gd name="T48" fmla="*/ 1475 w 1508"/>
                  <a:gd name="T49" fmla="*/ 211 h 478"/>
                  <a:gd name="T50" fmla="*/ 1686 w 1508"/>
                  <a:gd name="T51" fmla="*/ 390 h 478"/>
                  <a:gd name="T52" fmla="*/ 1573 w 1508"/>
                  <a:gd name="T53" fmla="*/ 173 h 478"/>
                  <a:gd name="T54" fmla="*/ 1826 w 1508"/>
                  <a:gd name="T55" fmla="*/ 250 h 478"/>
                  <a:gd name="T56" fmla="*/ 1792 w 1508"/>
                  <a:gd name="T57" fmla="*/ 92 h 478"/>
                  <a:gd name="T58" fmla="*/ 1896 w 1508"/>
                  <a:gd name="T59" fmla="*/ 131 h 478"/>
                  <a:gd name="T60" fmla="*/ 1979 w 1508"/>
                  <a:gd name="T61" fmla="*/ 165 h 478"/>
                  <a:gd name="T62" fmla="*/ 1962 w 1508"/>
                  <a:gd name="T63" fmla="*/ 257 h 478"/>
                  <a:gd name="T64" fmla="*/ 1849 w 1508"/>
                  <a:gd name="T65" fmla="*/ 360 h 478"/>
                  <a:gd name="T66" fmla="*/ 1709 w 1508"/>
                  <a:gd name="T67" fmla="*/ 427 h 478"/>
                  <a:gd name="T68" fmla="*/ 1495 w 1508"/>
                  <a:gd name="T69" fmla="*/ 525 h 478"/>
                  <a:gd name="T70" fmla="*/ 1231 w 1508"/>
                  <a:gd name="T71" fmla="*/ 595 h 478"/>
                  <a:gd name="T72" fmla="*/ 962 w 1508"/>
                  <a:gd name="T73" fmla="*/ 637 h 478"/>
                  <a:gd name="T74" fmla="*/ 713 w 1508"/>
                  <a:gd name="T75" fmla="*/ 617 h 478"/>
                  <a:gd name="T76" fmla="*/ 464 w 1508"/>
                  <a:gd name="T77" fmla="*/ 580 h 478"/>
                  <a:gd name="T78" fmla="*/ 320 w 1508"/>
                  <a:gd name="T79" fmla="*/ 501 h 478"/>
                  <a:gd name="T80" fmla="*/ 118 w 1508"/>
                  <a:gd name="T81" fmla="*/ 308 h 478"/>
                  <a:gd name="T82" fmla="*/ 14 w 1508"/>
                  <a:gd name="T83" fmla="*/ 197 h 4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508" h="478">
                    <a:moveTo>
                      <a:pt x="0" y="136"/>
                    </a:moveTo>
                    <a:cubicBezTo>
                      <a:pt x="40" y="98"/>
                      <a:pt x="78" y="46"/>
                      <a:pt x="139" y="40"/>
                    </a:cubicBezTo>
                    <a:cubicBezTo>
                      <a:pt x="201" y="33"/>
                      <a:pt x="161" y="105"/>
                      <a:pt x="195" y="106"/>
                    </a:cubicBezTo>
                    <a:cubicBezTo>
                      <a:pt x="214" y="107"/>
                      <a:pt x="269" y="69"/>
                      <a:pt x="287" y="59"/>
                    </a:cubicBezTo>
                    <a:cubicBezTo>
                      <a:pt x="310" y="46"/>
                      <a:pt x="362" y="0"/>
                      <a:pt x="392" y="10"/>
                    </a:cubicBezTo>
                    <a:cubicBezTo>
                      <a:pt x="413" y="17"/>
                      <a:pt x="405" y="28"/>
                      <a:pt x="392" y="48"/>
                    </a:cubicBezTo>
                    <a:cubicBezTo>
                      <a:pt x="366" y="88"/>
                      <a:pt x="327" y="116"/>
                      <a:pt x="307" y="160"/>
                    </a:cubicBezTo>
                    <a:cubicBezTo>
                      <a:pt x="299" y="176"/>
                      <a:pt x="280" y="216"/>
                      <a:pt x="288" y="235"/>
                    </a:cubicBezTo>
                    <a:cubicBezTo>
                      <a:pt x="303" y="271"/>
                      <a:pt x="339" y="203"/>
                      <a:pt x="355" y="191"/>
                    </a:cubicBezTo>
                    <a:cubicBezTo>
                      <a:pt x="376" y="176"/>
                      <a:pt x="404" y="164"/>
                      <a:pt x="408" y="194"/>
                    </a:cubicBezTo>
                    <a:cubicBezTo>
                      <a:pt x="411" y="217"/>
                      <a:pt x="364" y="264"/>
                      <a:pt x="386" y="288"/>
                    </a:cubicBezTo>
                    <a:cubicBezTo>
                      <a:pt x="413" y="318"/>
                      <a:pt x="576" y="151"/>
                      <a:pt x="592" y="129"/>
                    </a:cubicBezTo>
                    <a:cubicBezTo>
                      <a:pt x="604" y="114"/>
                      <a:pt x="670" y="6"/>
                      <a:pt x="698" y="30"/>
                    </a:cubicBezTo>
                    <a:cubicBezTo>
                      <a:pt x="714" y="44"/>
                      <a:pt x="620" y="162"/>
                      <a:pt x="616" y="186"/>
                    </a:cubicBezTo>
                    <a:cubicBezTo>
                      <a:pt x="612" y="205"/>
                      <a:pt x="595" y="306"/>
                      <a:pt x="634" y="300"/>
                    </a:cubicBezTo>
                    <a:cubicBezTo>
                      <a:pt x="663" y="296"/>
                      <a:pt x="698" y="172"/>
                      <a:pt x="738" y="208"/>
                    </a:cubicBezTo>
                    <a:cubicBezTo>
                      <a:pt x="754" y="223"/>
                      <a:pt x="747" y="360"/>
                      <a:pt x="800" y="336"/>
                    </a:cubicBezTo>
                    <a:cubicBezTo>
                      <a:pt x="823" y="325"/>
                      <a:pt x="825" y="252"/>
                      <a:pt x="829" y="232"/>
                    </a:cubicBezTo>
                    <a:cubicBezTo>
                      <a:pt x="835" y="206"/>
                      <a:pt x="835" y="136"/>
                      <a:pt x="867" y="125"/>
                    </a:cubicBezTo>
                    <a:cubicBezTo>
                      <a:pt x="893" y="115"/>
                      <a:pt x="879" y="148"/>
                      <a:pt x="885" y="173"/>
                    </a:cubicBezTo>
                    <a:cubicBezTo>
                      <a:pt x="898" y="221"/>
                      <a:pt x="934" y="257"/>
                      <a:pt x="959" y="300"/>
                    </a:cubicBezTo>
                    <a:cubicBezTo>
                      <a:pt x="966" y="311"/>
                      <a:pt x="980" y="337"/>
                      <a:pt x="998" y="330"/>
                    </a:cubicBezTo>
                    <a:cubicBezTo>
                      <a:pt x="1013" y="324"/>
                      <a:pt x="982" y="193"/>
                      <a:pt x="981" y="178"/>
                    </a:cubicBezTo>
                    <a:cubicBezTo>
                      <a:pt x="981" y="154"/>
                      <a:pt x="985" y="94"/>
                      <a:pt x="1014" y="82"/>
                    </a:cubicBezTo>
                    <a:cubicBezTo>
                      <a:pt x="1049" y="68"/>
                      <a:pt x="1080" y="136"/>
                      <a:pt x="1096" y="157"/>
                    </a:cubicBezTo>
                    <a:cubicBezTo>
                      <a:pt x="1125" y="197"/>
                      <a:pt x="1192" y="302"/>
                      <a:pt x="1253" y="290"/>
                    </a:cubicBezTo>
                    <a:cubicBezTo>
                      <a:pt x="1247" y="247"/>
                      <a:pt x="1114" y="162"/>
                      <a:pt x="1169" y="129"/>
                    </a:cubicBezTo>
                    <a:cubicBezTo>
                      <a:pt x="1220" y="99"/>
                      <a:pt x="1311" y="181"/>
                      <a:pt x="1357" y="186"/>
                    </a:cubicBezTo>
                    <a:cubicBezTo>
                      <a:pt x="1361" y="145"/>
                      <a:pt x="1325" y="110"/>
                      <a:pt x="1331" y="68"/>
                    </a:cubicBezTo>
                    <a:cubicBezTo>
                      <a:pt x="1357" y="60"/>
                      <a:pt x="1385" y="87"/>
                      <a:pt x="1408" y="98"/>
                    </a:cubicBezTo>
                    <a:cubicBezTo>
                      <a:pt x="1428" y="108"/>
                      <a:pt x="1451" y="113"/>
                      <a:pt x="1470" y="122"/>
                    </a:cubicBezTo>
                    <a:cubicBezTo>
                      <a:pt x="1508" y="142"/>
                      <a:pt x="1480" y="168"/>
                      <a:pt x="1457" y="191"/>
                    </a:cubicBezTo>
                    <a:cubicBezTo>
                      <a:pt x="1430" y="218"/>
                      <a:pt x="1407" y="247"/>
                      <a:pt x="1374" y="267"/>
                    </a:cubicBezTo>
                    <a:cubicBezTo>
                      <a:pt x="1341" y="286"/>
                      <a:pt x="1304" y="300"/>
                      <a:pt x="1270" y="317"/>
                    </a:cubicBezTo>
                    <a:cubicBezTo>
                      <a:pt x="1217" y="343"/>
                      <a:pt x="1166" y="370"/>
                      <a:pt x="1110" y="389"/>
                    </a:cubicBezTo>
                    <a:cubicBezTo>
                      <a:pt x="1046" y="411"/>
                      <a:pt x="980" y="423"/>
                      <a:pt x="915" y="442"/>
                    </a:cubicBezTo>
                    <a:cubicBezTo>
                      <a:pt x="852" y="460"/>
                      <a:pt x="780" y="467"/>
                      <a:pt x="715" y="473"/>
                    </a:cubicBezTo>
                    <a:cubicBezTo>
                      <a:pt x="650" y="478"/>
                      <a:pt x="593" y="467"/>
                      <a:pt x="530" y="458"/>
                    </a:cubicBezTo>
                    <a:cubicBezTo>
                      <a:pt x="468" y="450"/>
                      <a:pt x="403" y="454"/>
                      <a:pt x="344" y="430"/>
                    </a:cubicBezTo>
                    <a:cubicBezTo>
                      <a:pt x="306" y="414"/>
                      <a:pt x="273" y="394"/>
                      <a:pt x="238" y="372"/>
                    </a:cubicBezTo>
                    <a:cubicBezTo>
                      <a:pt x="181" y="338"/>
                      <a:pt x="133" y="278"/>
                      <a:pt x="88" y="229"/>
                    </a:cubicBezTo>
                    <a:cubicBezTo>
                      <a:pt x="65" y="204"/>
                      <a:pt x="38" y="164"/>
                      <a:pt x="11" y="146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7" name="Freeform 998">
                <a:extLst>
                  <a:ext uri="{FF2B5EF4-FFF2-40B4-BE49-F238E27FC236}">
                    <a16:creationId xmlns:a16="http://schemas.microsoft.com/office/drawing/2014/main" id="{56B961CE-AAC0-425A-A6BD-01E35A642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104"/>
                <a:ext cx="153" cy="595"/>
              </a:xfrm>
              <a:custGeom>
                <a:avLst/>
                <a:gdLst>
                  <a:gd name="T0" fmla="*/ 130 w 139"/>
                  <a:gd name="T1" fmla="*/ 0 h 538"/>
                  <a:gd name="T2" fmla="*/ 67 w 139"/>
                  <a:gd name="T3" fmla="*/ 31 h 538"/>
                  <a:gd name="T4" fmla="*/ 39 w 139"/>
                  <a:gd name="T5" fmla="*/ 119 h 538"/>
                  <a:gd name="T6" fmla="*/ 12 w 139"/>
                  <a:gd name="T7" fmla="*/ 392 h 538"/>
                  <a:gd name="T8" fmla="*/ 43 w 139"/>
                  <a:gd name="T9" fmla="*/ 605 h 538"/>
                  <a:gd name="T10" fmla="*/ 79 w 139"/>
                  <a:gd name="T11" fmla="*/ 685 h 538"/>
                  <a:gd name="T12" fmla="*/ 157 w 139"/>
                  <a:gd name="T13" fmla="*/ 610 h 538"/>
                  <a:gd name="T14" fmla="*/ 173 w 139"/>
                  <a:gd name="T15" fmla="*/ 404 h 538"/>
                  <a:gd name="T16" fmla="*/ 181 w 139"/>
                  <a:gd name="T17" fmla="*/ 216 h 538"/>
                  <a:gd name="T18" fmla="*/ 160 w 139"/>
                  <a:gd name="T19" fmla="*/ 94 h 538"/>
                  <a:gd name="T20" fmla="*/ 132 w 139"/>
                  <a:gd name="T21" fmla="*/ 13 h 5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9" h="538">
                    <a:moveTo>
                      <a:pt x="97" y="0"/>
                    </a:moveTo>
                    <a:cubicBezTo>
                      <a:pt x="86" y="12"/>
                      <a:pt x="63" y="10"/>
                      <a:pt x="50" y="23"/>
                    </a:cubicBezTo>
                    <a:cubicBezTo>
                      <a:pt x="31" y="40"/>
                      <a:pt x="31" y="65"/>
                      <a:pt x="29" y="89"/>
                    </a:cubicBezTo>
                    <a:cubicBezTo>
                      <a:pt x="23" y="155"/>
                      <a:pt x="19" y="224"/>
                      <a:pt x="9" y="289"/>
                    </a:cubicBezTo>
                    <a:cubicBezTo>
                      <a:pt x="0" y="349"/>
                      <a:pt x="13" y="393"/>
                      <a:pt x="32" y="448"/>
                    </a:cubicBezTo>
                    <a:cubicBezTo>
                      <a:pt x="38" y="466"/>
                      <a:pt x="44" y="493"/>
                      <a:pt x="59" y="506"/>
                    </a:cubicBezTo>
                    <a:cubicBezTo>
                      <a:pt x="94" y="538"/>
                      <a:pt x="110" y="477"/>
                      <a:pt x="118" y="451"/>
                    </a:cubicBezTo>
                    <a:cubicBezTo>
                      <a:pt x="133" y="401"/>
                      <a:pt x="128" y="350"/>
                      <a:pt x="130" y="298"/>
                    </a:cubicBezTo>
                    <a:cubicBezTo>
                      <a:pt x="132" y="252"/>
                      <a:pt x="139" y="206"/>
                      <a:pt x="135" y="159"/>
                    </a:cubicBezTo>
                    <a:cubicBezTo>
                      <a:pt x="132" y="130"/>
                      <a:pt x="127" y="98"/>
                      <a:pt x="120" y="70"/>
                    </a:cubicBezTo>
                    <a:cubicBezTo>
                      <a:pt x="116" y="49"/>
                      <a:pt x="103" y="29"/>
                      <a:pt x="99" y="10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8" name="Freeform 999">
                <a:extLst>
                  <a:ext uri="{FF2B5EF4-FFF2-40B4-BE49-F238E27FC236}">
                    <a16:creationId xmlns:a16="http://schemas.microsoft.com/office/drawing/2014/main" id="{E11CEE1F-D9FA-4FBE-8557-35483DEA8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816"/>
                <a:ext cx="533" cy="630"/>
              </a:xfrm>
              <a:custGeom>
                <a:avLst/>
                <a:gdLst>
                  <a:gd name="T0" fmla="*/ 381 w 483"/>
                  <a:gd name="T1" fmla="*/ 0 h 570"/>
                  <a:gd name="T2" fmla="*/ 284 w 483"/>
                  <a:gd name="T3" fmla="*/ 428 h 570"/>
                  <a:gd name="T4" fmla="*/ 55 w 483"/>
                  <a:gd name="T5" fmla="*/ 591 h 570"/>
                  <a:gd name="T6" fmla="*/ 75 w 483"/>
                  <a:gd name="T7" fmla="*/ 700 h 570"/>
                  <a:gd name="T8" fmla="*/ 170 w 483"/>
                  <a:gd name="T9" fmla="*/ 734 h 570"/>
                  <a:gd name="T10" fmla="*/ 225 w 483"/>
                  <a:gd name="T11" fmla="*/ 630 h 570"/>
                  <a:gd name="T12" fmla="*/ 333 w 483"/>
                  <a:gd name="T13" fmla="*/ 542 h 570"/>
                  <a:gd name="T14" fmla="*/ 423 w 483"/>
                  <a:gd name="T15" fmla="*/ 460 h 570"/>
                  <a:gd name="T16" fmla="*/ 467 w 483"/>
                  <a:gd name="T17" fmla="*/ 578 h 570"/>
                  <a:gd name="T18" fmla="*/ 468 w 483"/>
                  <a:gd name="T19" fmla="*/ 651 h 570"/>
                  <a:gd name="T20" fmla="*/ 455 w 483"/>
                  <a:gd name="T21" fmla="*/ 721 h 570"/>
                  <a:gd name="T22" fmla="*/ 579 w 483"/>
                  <a:gd name="T23" fmla="*/ 735 h 570"/>
                  <a:gd name="T24" fmla="*/ 620 w 483"/>
                  <a:gd name="T25" fmla="*/ 666 h 570"/>
                  <a:gd name="T26" fmla="*/ 575 w 483"/>
                  <a:gd name="T27" fmla="*/ 549 h 570"/>
                  <a:gd name="T28" fmla="*/ 540 w 483"/>
                  <a:gd name="T29" fmla="*/ 397 h 570"/>
                  <a:gd name="T30" fmla="*/ 491 w 483"/>
                  <a:gd name="T31" fmla="*/ 260 h 570"/>
                  <a:gd name="T32" fmla="*/ 467 w 483"/>
                  <a:gd name="T33" fmla="*/ 104 h 570"/>
                  <a:gd name="T34" fmla="*/ 445 w 483"/>
                  <a:gd name="T35" fmla="*/ 35 h 570"/>
                  <a:gd name="T36" fmla="*/ 387 w 483"/>
                  <a:gd name="T37" fmla="*/ 17 h 57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83" h="570">
                    <a:moveTo>
                      <a:pt x="284" y="0"/>
                    </a:moveTo>
                    <a:cubicBezTo>
                      <a:pt x="284" y="108"/>
                      <a:pt x="315" y="251"/>
                      <a:pt x="211" y="317"/>
                    </a:cubicBezTo>
                    <a:cubicBezTo>
                      <a:pt x="154" y="353"/>
                      <a:pt x="94" y="393"/>
                      <a:pt x="41" y="438"/>
                    </a:cubicBezTo>
                    <a:cubicBezTo>
                      <a:pt x="0" y="474"/>
                      <a:pt x="19" y="483"/>
                      <a:pt x="56" y="518"/>
                    </a:cubicBezTo>
                    <a:cubicBezTo>
                      <a:pt x="78" y="537"/>
                      <a:pt x="100" y="570"/>
                      <a:pt x="127" y="544"/>
                    </a:cubicBezTo>
                    <a:cubicBezTo>
                      <a:pt x="148" y="525"/>
                      <a:pt x="149" y="489"/>
                      <a:pt x="168" y="467"/>
                    </a:cubicBezTo>
                    <a:cubicBezTo>
                      <a:pt x="190" y="443"/>
                      <a:pt x="223" y="425"/>
                      <a:pt x="248" y="401"/>
                    </a:cubicBezTo>
                    <a:cubicBezTo>
                      <a:pt x="261" y="389"/>
                      <a:pt x="294" y="337"/>
                      <a:pt x="314" y="340"/>
                    </a:cubicBezTo>
                    <a:cubicBezTo>
                      <a:pt x="339" y="344"/>
                      <a:pt x="345" y="409"/>
                      <a:pt x="347" y="428"/>
                    </a:cubicBezTo>
                    <a:cubicBezTo>
                      <a:pt x="349" y="445"/>
                      <a:pt x="349" y="464"/>
                      <a:pt x="348" y="482"/>
                    </a:cubicBezTo>
                    <a:cubicBezTo>
                      <a:pt x="347" y="493"/>
                      <a:pt x="332" y="524"/>
                      <a:pt x="338" y="534"/>
                    </a:cubicBezTo>
                    <a:cubicBezTo>
                      <a:pt x="353" y="559"/>
                      <a:pt x="410" y="550"/>
                      <a:pt x="431" y="545"/>
                    </a:cubicBezTo>
                    <a:cubicBezTo>
                      <a:pt x="471" y="535"/>
                      <a:pt x="483" y="532"/>
                      <a:pt x="461" y="494"/>
                    </a:cubicBezTo>
                    <a:cubicBezTo>
                      <a:pt x="443" y="466"/>
                      <a:pt x="433" y="440"/>
                      <a:pt x="428" y="407"/>
                    </a:cubicBezTo>
                    <a:cubicBezTo>
                      <a:pt x="422" y="369"/>
                      <a:pt x="416" y="330"/>
                      <a:pt x="401" y="294"/>
                    </a:cubicBezTo>
                    <a:cubicBezTo>
                      <a:pt x="383" y="254"/>
                      <a:pt x="361" y="237"/>
                      <a:pt x="365" y="193"/>
                    </a:cubicBezTo>
                    <a:cubicBezTo>
                      <a:pt x="369" y="151"/>
                      <a:pt x="357" y="117"/>
                      <a:pt x="347" y="77"/>
                    </a:cubicBezTo>
                    <a:cubicBezTo>
                      <a:pt x="344" y="64"/>
                      <a:pt x="341" y="38"/>
                      <a:pt x="331" y="26"/>
                    </a:cubicBezTo>
                    <a:cubicBezTo>
                      <a:pt x="316" y="9"/>
                      <a:pt x="311" y="21"/>
                      <a:pt x="288" y="13"/>
                    </a:cubicBezTo>
                  </a:path>
                </a:pathLst>
              </a:custGeom>
              <a:solidFill>
                <a:srgbClr val="F48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9" name="Freeform 1000">
                <a:extLst>
                  <a:ext uri="{FF2B5EF4-FFF2-40B4-BE49-F238E27FC236}">
                    <a16:creationId xmlns:a16="http://schemas.microsoft.com/office/drawing/2014/main" id="{9B9CCF40-65FB-4690-BEDC-F25E65D39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823"/>
                <a:ext cx="362" cy="599"/>
              </a:xfrm>
              <a:custGeom>
                <a:avLst/>
                <a:gdLst>
                  <a:gd name="T0" fmla="*/ 55 w 328"/>
                  <a:gd name="T1" fmla="*/ 0 h 542"/>
                  <a:gd name="T2" fmla="*/ 64 w 328"/>
                  <a:gd name="T3" fmla="*/ 158 h 542"/>
                  <a:gd name="T4" fmla="*/ 11 w 328"/>
                  <a:gd name="T5" fmla="*/ 329 h 542"/>
                  <a:gd name="T6" fmla="*/ 51 w 328"/>
                  <a:gd name="T7" fmla="*/ 618 h 542"/>
                  <a:gd name="T8" fmla="*/ 93 w 328"/>
                  <a:gd name="T9" fmla="*/ 705 h 542"/>
                  <a:gd name="T10" fmla="*/ 209 w 328"/>
                  <a:gd name="T11" fmla="*/ 694 h 542"/>
                  <a:gd name="T12" fmla="*/ 200 w 328"/>
                  <a:gd name="T13" fmla="*/ 427 h 542"/>
                  <a:gd name="T14" fmla="*/ 278 w 328"/>
                  <a:gd name="T15" fmla="*/ 512 h 542"/>
                  <a:gd name="T16" fmla="*/ 326 w 328"/>
                  <a:gd name="T17" fmla="*/ 648 h 542"/>
                  <a:gd name="T18" fmla="*/ 441 w 328"/>
                  <a:gd name="T19" fmla="*/ 566 h 542"/>
                  <a:gd name="T20" fmla="*/ 308 w 328"/>
                  <a:gd name="T21" fmla="*/ 454 h 542"/>
                  <a:gd name="T22" fmla="*/ 184 w 328"/>
                  <a:gd name="T23" fmla="*/ 358 h 542"/>
                  <a:gd name="T24" fmla="*/ 155 w 328"/>
                  <a:gd name="T25" fmla="*/ 196 h 542"/>
                  <a:gd name="T26" fmla="*/ 212 w 328"/>
                  <a:gd name="T27" fmla="*/ 14 h 542"/>
                  <a:gd name="T28" fmla="*/ 64 w 328"/>
                  <a:gd name="T29" fmla="*/ 13 h 5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8" h="542">
                    <a:moveTo>
                      <a:pt x="41" y="0"/>
                    </a:moveTo>
                    <a:cubicBezTo>
                      <a:pt x="52" y="39"/>
                      <a:pt x="61" y="78"/>
                      <a:pt x="48" y="117"/>
                    </a:cubicBezTo>
                    <a:cubicBezTo>
                      <a:pt x="35" y="160"/>
                      <a:pt x="12" y="199"/>
                      <a:pt x="8" y="244"/>
                    </a:cubicBezTo>
                    <a:cubicBezTo>
                      <a:pt x="0" y="321"/>
                      <a:pt x="37" y="384"/>
                      <a:pt x="38" y="458"/>
                    </a:cubicBezTo>
                    <a:cubicBezTo>
                      <a:pt x="38" y="496"/>
                      <a:pt x="34" y="509"/>
                      <a:pt x="69" y="522"/>
                    </a:cubicBezTo>
                    <a:cubicBezTo>
                      <a:pt x="97" y="532"/>
                      <a:pt x="145" y="542"/>
                      <a:pt x="155" y="514"/>
                    </a:cubicBezTo>
                    <a:cubicBezTo>
                      <a:pt x="175" y="457"/>
                      <a:pt x="102" y="367"/>
                      <a:pt x="149" y="316"/>
                    </a:cubicBezTo>
                    <a:cubicBezTo>
                      <a:pt x="163" y="346"/>
                      <a:pt x="186" y="354"/>
                      <a:pt x="207" y="379"/>
                    </a:cubicBezTo>
                    <a:cubicBezTo>
                      <a:pt x="231" y="406"/>
                      <a:pt x="231" y="448"/>
                      <a:pt x="242" y="480"/>
                    </a:cubicBezTo>
                    <a:cubicBezTo>
                      <a:pt x="260" y="454"/>
                      <a:pt x="304" y="436"/>
                      <a:pt x="328" y="419"/>
                    </a:cubicBezTo>
                    <a:cubicBezTo>
                      <a:pt x="285" y="402"/>
                      <a:pt x="262" y="367"/>
                      <a:pt x="229" y="337"/>
                    </a:cubicBezTo>
                    <a:cubicBezTo>
                      <a:pt x="199" y="310"/>
                      <a:pt x="164" y="292"/>
                      <a:pt x="137" y="265"/>
                    </a:cubicBezTo>
                    <a:cubicBezTo>
                      <a:pt x="106" y="233"/>
                      <a:pt x="109" y="190"/>
                      <a:pt x="115" y="145"/>
                    </a:cubicBezTo>
                    <a:cubicBezTo>
                      <a:pt x="121" y="99"/>
                      <a:pt x="157" y="55"/>
                      <a:pt x="158" y="11"/>
                    </a:cubicBezTo>
                    <a:cubicBezTo>
                      <a:pt x="126" y="9"/>
                      <a:pt x="77" y="0"/>
                      <a:pt x="48" y="10"/>
                    </a:cubicBezTo>
                  </a:path>
                </a:pathLst>
              </a:custGeom>
              <a:solidFill>
                <a:srgbClr val="F48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0" name="Freeform 1001">
                <a:extLst>
                  <a:ext uri="{FF2B5EF4-FFF2-40B4-BE49-F238E27FC236}">
                    <a16:creationId xmlns:a16="http://schemas.microsoft.com/office/drawing/2014/main" id="{1F3448FA-36E6-4294-9934-D21FDFE85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795"/>
                <a:ext cx="575" cy="589"/>
              </a:xfrm>
              <a:custGeom>
                <a:avLst/>
                <a:gdLst>
                  <a:gd name="T0" fmla="*/ 524 w 521"/>
                  <a:gd name="T1" fmla="*/ 30 h 533"/>
                  <a:gd name="T2" fmla="*/ 116 w 521"/>
                  <a:gd name="T3" fmla="*/ 417 h 533"/>
                  <a:gd name="T4" fmla="*/ 66 w 521"/>
                  <a:gd name="T5" fmla="*/ 642 h 533"/>
                  <a:gd name="T6" fmla="*/ 156 w 521"/>
                  <a:gd name="T7" fmla="*/ 490 h 533"/>
                  <a:gd name="T8" fmla="*/ 220 w 521"/>
                  <a:gd name="T9" fmla="*/ 530 h 533"/>
                  <a:gd name="T10" fmla="*/ 148 w 521"/>
                  <a:gd name="T11" fmla="*/ 660 h 533"/>
                  <a:gd name="T12" fmla="*/ 213 w 521"/>
                  <a:gd name="T13" fmla="*/ 688 h 533"/>
                  <a:gd name="T14" fmla="*/ 273 w 521"/>
                  <a:gd name="T15" fmla="*/ 534 h 533"/>
                  <a:gd name="T16" fmla="*/ 419 w 521"/>
                  <a:gd name="T17" fmla="*/ 422 h 533"/>
                  <a:gd name="T18" fmla="*/ 384 w 521"/>
                  <a:gd name="T19" fmla="*/ 512 h 533"/>
                  <a:gd name="T20" fmla="*/ 358 w 521"/>
                  <a:gd name="T21" fmla="*/ 616 h 533"/>
                  <a:gd name="T22" fmla="*/ 398 w 521"/>
                  <a:gd name="T23" fmla="*/ 716 h 533"/>
                  <a:gd name="T24" fmla="*/ 457 w 521"/>
                  <a:gd name="T25" fmla="*/ 638 h 533"/>
                  <a:gd name="T26" fmla="*/ 522 w 521"/>
                  <a:gd name="T27" fmla="*/ 396 h 533"/>
                  <a:gd name="T28" fmla="*/ 691 w 521"/>
                  <a:gd name="T29" fmla="*/ 161 h 533"/>
                  <a:gd name="T30" fmla="*/ 678 w 521"/>
                  <a:gd name="T31" fmla="*/ 2 h 533"/>
                  <a:gd name="T32" fmla="*/ 606 w 521"/>
                  <a:gd name="T33" fmla="*/ 15 h 533"/>
                  <a:gd name="T34" fmla="*/ 532 w 521"/>
                  <a:gd name="T35" fmla="*/ 21 h 5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21" h="533">
                    <a:moveTo>
                      <a:pt x="390" y="22"/>
                    </a:moveTo>
                    <a:cubicBezTo>
                      <a:pt x="395" y="163"/>
                      <a:pt x="154" y="197"/>
                      <a:pt x="86" y="309"/>
                    </a:cubicBezTo>
                    <a:cubicBezTo>
                      <a:pt x="75" y="326"/>
                      <a:pt x="0" y="466"/>
                      <a:pt x="49" y="476"/>
                    </a:cubicBezTo>
                    <a:cubicBezTo>
                      <a:pt x="61" y="478"/>
                      <a:pt x="100" y="376"/>
                      <a:pt x="116" y="363"/>
                    </a:cubicBezTo>
                    <a:cubicBezTo>
                      <a:pt x="149" y="333"/>
                      <a:pt x="180" y="350"/>
                      <a:pt x="163" y="393"/>
                    </a:cubicBezTo>
                    <a:cubicBezTo>
                      <a:pt x="149" y="426"/>
                      <a:pt x="107" y="452"/>
                      <a:pt x="110" y="489"/>
                    </a:cubicBezTo>
                    <a:cubicBezTo>
                      <a:pt x="125" y="497"/>
                      <a:pt x="144" y="501"/>
                      <a:pt x="159" y="510"/>
                    </a:cubicBezTo>
                    <a:cubicBezTo>
                      <a:pt x="181" y="477"/>
                      <a:pt x="178" y="431"/>
                      <a:pt x="203" y="395"/>
                    </a:cubicBezTo>
                    <a:cubicBezTo>
                      <a:pt x="221" y="369"/>
                      <a:pt x="275" y="306"/>
                      <a:pt x="312" y="313"/>
                    </a:cubicBezTo>
                    <a:cubicBezTo>
                      <a:pt x="313" y="335"/>
                      <a:pt x="293" y="359"/>
                      <a:pt x="285" y="379"/>
                    </a:cubicBezTo>
                    <a:cubicBezTo>
                      <a:pt x="276" y="404"/>
                      <a:pt x="269" y="428"/>
                      <a:pt x="266" y="456"/>
                    </a:cubicBezTo>
                    <a:cubicBezTo>
                      <a:pt x="262" y="497"/>
                      <a:pt x="246" y="526"/>
                      <a:pt x="296" y="530"/>
                    </a:cubicBezTo>
                    <a:cubicBezTo>
                      <a:pt x="340" y="533"/>
                      <a:pt x="338" y="510"/>
                      <a:pt x="340" y="472"/>
                    </a:cubicBezTo>
                    <a:cubicBezTo>
                      <a:pt x="343" y="402"/>
                      <a:pt x="348" y="353"/>
                      <a:pt x="389" y="293"/>
                    </a:cubicBezTo>
                    <a:cubicBezTo>
                      <a:pt x="429" y="233"/>
                      <a:pt x="501" y="190"/>
                      <a:pt x="514" y="119"/>
                    </a:cubicBezTo>
                    <a:cubicBezTo>
                      <a:pt x="517" y="100"/>
                      <a:pt x="521" y="14"/>
                      <a:pt x="504" y="2"/>
                    </a:cubicBezTo>
                    <a:cubicBezTo>
                      <a:pt x="499" y="0"/>
                      <a:pt x="458" y="12"/>
                      <a:pt x="450" y="12"/>
                    </a:cubicBezTo>
                    <a:cubicBezTo>
                      <a:pt x="432" y="13"/>
                      <a:pt x="410" y="9"/>
                      <a:pt x="396" y="15"/>
                    </a:cubicBezTo>
                  </a:path>
                </a:pathLst>
              </a:custGeom>
              <a:solidFill>
                <a:srgbClr val="F48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1" name="Freeform 1002">
                <a:extLst>
                  <a:ext uri="{FF2B5EF4-FFF2-40B4-BE49-F238E27FC236}">
                    <a16:creationId xmlns:a16="http://schemas.microsoft.com/office/drawing/2014/main" id="{9C3B4A13-D7FD-4E66-B509-699F517F2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798"/>
                <a:ext cx="536" cy="453"/>
              </a:xfrm>
              <a:custGeom>
                <a:avLst/>
                <a:gdLst>
                  <a:gd name="T0" fmla="*/ 381 w 485"/>
                  <a:gd name="T1" fmla="*/ 98 h 410"/>
                  <a:gd name="T2" fmla="*/ 369 w 485"/>
                  <a:gd name="T3" fmla="*/ 95 h 410"/>
                  <a:gd name="T4" fmla="*/ 172 w 485"/>
                  <a:gd name="T5" fmla="*/ 316 h 410"/>
                  <a:gd name="T6" fmla="*/ 11 w 485"/>
                  <a:gd name="T7" fmla="*/ 514 h 410"/>
                  <a:gd name="T8" fmla="*/ 182 w 485"/>
                  <a:gd name="T9" fmla="*/ 393 h 410"/>
                  <a:gd name="T10" fmla="*/ 129 w 485"/>
                  <a:gd name="T11" fmla="*/ 554 h 410"/>
                  <a:gd name="T12" fmla="*/ 255 w 485"/>
                  <a:gd name="T13" fmla="*/ 410 h 410"/>
                  <a:gd name="T14" fmla="*/ 354 w 485"/>
                  <a:gd name="T15" fmla="*/ 275 h 410"/>
                  <a:gd name="T16" fmla="*/ 654 w 485"/>
                  <a:gd name="T17" fmla="*/ 0 h 410"/>
                  <a:gd name="T18" fmla="*/ 381 w 485"/>
                  <a:gd name="T19" fmla="*/ 72 h 4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5" h="410">
                    <a:moveTo>
                      <a:pt x="282" y="73"/>
                    </a:moveTo>
                    <a:cubicBezTo>
                      <a:pt x="278" y="72"/>
                      <a:pt x="278" y="68"/>
                      <a:pt x="273" y="71"/>
                    </a:cubicBezTo>
                    <a:cubicBezTo>
                      <a:pt x="280" y="144"/>
                      <a:pt x="189" y="214"/>
                      <a:pt x="128" y="234"/>
                    </a:cubicBezTo>
                    <a:cubicBezTo>
                      <a:pt x="57" y="257"/>
                      <a:pt x="0" y="304"/>
                      <a:pt x="8" y="381"/>
                    </a:cubicBezTo>
                    <a:cubicBezTo>
                      <a:pt x="38" y="340"/>
                      <a:pt x="78" y="294"/>
                      <a:pt x="135" y="291"/>
                    </a:cubicBezTo>
                    <a:cubicBezTo>
                      <a:pt x="129" y="332"/>
                      <a:pt x="101" y="368"/>
                      <a:pt x="96" y="410"/>
                    </a:cubicBezTo>
                    <a:cubicBezTo>
                      <a:pt x="142" y="402"/>
                      <a:pt x="173" y="343"/>
                      <a:pt x="189" y="304"/>
                    </a:cubicBezTo>
                    <a:cubicBezTo>
                      <a:pt x="208" y="262"/>
                      <a:pt x="221" y="229"/>
                      <a:pt x="262" y="204"/>
                    </a:cubicBezTo>
                    <a:cubicBezTo>
                      <a:pt x="351" y="149"/>
                      <a:pt x="455" y="109"/>
                      <a:pt x="485" y="0"/>
                    </a:cubicBezTo>
                    <a:cubicBezTo>
                      <a:pt x="414" y="7"/>
                      <a:pt x="349" y="42"/>
                      <a:pt x="282" y="53"/>
                    </a:cubicBezTo>
                  </a:path>
                </a:pathLst>
              </a:custGeom>
              <a:solidFill>
                <a:srgbClr val="F48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2" name="Freeform 1003">
                <a:extLst>
                  <a:ext uri="{FF2B5EF4-FFF2-40B4-BE49-F238E27FC236}">
                    <a16:creationId xmlns:a16="http://schemas.microsoft.com/office/drawing/2014/main" id="{8C7CAF13-842D-4A6E-A2E6-D045244FD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801"/>
                <a:ext cx="161" cy="326"/>
              </a:xfrm>
              <a:custGeom>
                <a:avLst/>
                <a:gdLst>
                  <a:gd name="T0" fmla="*/ 0 w 146"/>
                  <a:gd name="T1" fmla="*/ 10 h 295"/>
                  <a:gd name="T2" fmla="*/ 51 w 146"/>
                  <a:gd name="T3" fmla="*/ 81 h 295"/>
                  <a:gd name="T4" fmla="*/ 63 w 146"/>
                  <a:gd name="T5" fmla="*/ 189 h 295"/>
                  <a:gd name="T6" fmla="*/ 107 w 146"/>
                  <a:gd name="T7" fmla="*/ 387 h 295"/>
                  <a:gd name="T8" fmla="*/ 161 w 146"/>
                  <a:gd name="T9" fmla="*/ 177 h 295"/>
                  <a:gd name="T10" fmla="*/ 179 w 146"/>
                  <a:gd name="T11" fmla="*/ 24 h 295"/>
                  <a:gd name="T12" fmla="*/ 13 w 146"/>
                  <a:gd name="T13" fmla="*/ 23 h 2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295">
                    <a:moveTo>
                      <a:pt x="0" y="7"/>
                    </a:moveTo>
                    <a:cubicBezTo>
                      <a:pt x="10" y="27"/>
                      <a:pt x="29" y="39"/>
                      <a:pt x="38" y="60"/>
                    </a:cubicBezTo>
                    <a:cubicBezTo>
                      <a:pt x="49" y="84"/>
                      <a:pt x="47" y="114"/>
                      <a:pt x="47" y="140"/>
                    </a:cubicBezTo>
                    <a:cubicBezTo>
                      <a:pt x="47" y="162"/>
                      <a:pt x="40" y="295"/>
                      <a:pt x="80" y="287"/>
                    </a:cubicBezTo>
                    <a:cubicBezTo>
                      <a:pt x="110" y="281"/>
                      <a:pt x="114" y="157"/>
                      <a:pt x="120" y="131"/>
                    </a:cubicBezTo>
                    <a:cubicBezTo>
                      <a:pt x="129" y="97"/>
                      <a:pt x="146" y="52"/>
                      <a:pt x="133" y="18"/>
                    </a:cubicBezTo>
                    <a:cubicBezTo>
                      <a:pt x="105" y="0"/>
                      <a:pt x="38" y="8"/>
                      <a:pt x="10" y="17"/>
                    </a:cubicBezTo>
                  </a:path>
                </a:pathLst>
              </a:custGeom>
              <a:solidFill>
                <a:srgbClr val="F48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3" name="Freeform 1004">
                <a:extLst>
                  <a:ext uri="{FF2B5EF4-FFF2-40B4-BE49-F238E27FC236}">
                    <a16:creationId xmlns:a16="http://schemas.microsoft.com/office/drawing/2014/main" id="{39DC0F97-F169-44DB-B13F-AFC9A8BA5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789"/>
                <a:ext cx="511" cy="499"/>
              </a:xfrm>
              <a:custGeom>
                <a:avLst/>
                <a:gdLst>
                  <a:gd name="T0" fmla="*/ 220 w 463"/>
                  <a:gd name="T1" fmla="*/ 82 h 452"/>
                  <a:gd name="T2" fmla="*/ 339 w 463"/>
                  <a:gd name="T3" fmla="*/ 371 h 452"/>
                  <a:gd name="T4" fmla="*/ 510 w 463"/>
                  <a:gd name="T5" fmla="*/ 466 h 452"/>
                  <a:gd name="T6" fmla="*/ 622 w 463"/>
                  <a:gd name="T7" fmla="*/ 549 h 452"/>
                  <a:gd name="T8" fmla="*/ 493 w 463"/>
                  <a:gd name="T9" fmla="*/ 549 h 452"/>
                  <a:gd name="T10" fmla="*/ 373 w 463"/>
                  <a:gd name="T11" fmla="*/ 469 h 452"/>
                  <a:gd name="T12" fmla="*/ 402 w 463"/>
                  <a:gd name="T13" fmla="*/ 608 h 452"/>
                  <a:gd name="T14" fmla="*/ 283 w 463"/>
                  <a:gd name="T15" fmla="*/ 433 h 452"/>
                  <a:gd name="T16" fmla="*/ 134 w 463"/>
                  <a:gd name="T17" fmla="*/ 297 h 452"/>
                  <a:gd name="T18" fmla="*/ 15 w 463"/>
                  <a:gd name="T19" fmla="*/ 73 h 452"/>
                  <a:gd name="T20" fmla="*/ 196 w 463"/>
                  <a:gd name="T21" fmla="*/ 68 h 4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3" h="452">
                    <a:moveTo>
                      <a:pt x="163" y="61"/>
                    </a:moveTo>
                    <a:cubicBezTo>
                      <a:pt x="132" y="158"/>
                      <a:pt x="162" y="227"/>
                      <a:pt x="252" y="275"/>
                    </a:cubicBezTo>
                    <a:cubicBezTo>
                      <a:pt x="295" y="298"/>
                      <a:pt x="338" y="321"/>
                      <a:pt x="380" y="346"/>
                    </a:cubicBezTo>
                    <a:cubicBezTo>
                      <a:pt x="404" y="360"/>
                      <a:pt x="455" y="380"/>
                      <a:pt x="463" y="408"/>
                    </a:cubicBezTo>
                    <a:cubicBezTo>
                      <a:pt x="436" y="410"/>
                      <a:pt x="393" y="417"/>
                      <a:pt x="367" y="408"/>
                    </a:cubicBezTo>
                    <a:cubicBezTo>
                      <a:pt x="334" y="398"/>
                      <a:pt x="314" y="359"/>
                      <a:pt x="277" y="349"/>
                    </a:cubicBezTo>
                    <a:cubicBezTo>
                      <a:pt x="257" y="370"/>
                      <a:pt x="297" y="426"/>
                      <a:pt x="299" y="452"/>
                    </a:cubicBezTo>
                    <a:cubicBezTo>
                      <a:pt x="249" y="416"/>
                      <a:pt x="241" y="372"/>
                      <a:pt x="210" y="322"/>
                    </a:cubicBezTo>
                    <a:cubicBezTo>
                      <a:pt x="181" y="274"/>
                      <a:pt x="137" y="259"/>
                      <a:pt x="100" y="221"/>
                    </a:cubicBezTo>
                    <a:cubicBezTo>
                      <a:pt x="65" y="185"/>
                      <a:pt x="0" y="112"/>
                      <a:pt x="12" y="54"/>
                    </a:cubicBezTo>
                    <a:cubicBezTo>
                      <a:pt x="24" y="0"/>
                      <a:pt x="114" y="29"/>
                      <a:pt x="146" y="51"/>
                    </a:cubicBezTo>
                  </a:path>
                </a:pathLst>
              </a:custGeom>
              <a:solidFill>
                <a:srgbClr val="F48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4" name="Freeform 1005">
                <a:extLst>
                  <a:ext uri="{FF2B5EF4-FFF2-40B4-BE49-F238E27FC236}">
                    <a16:creationId xmlns:a16="http://schemas.microsoft.com/office/drawing/2014/main" id="{C921E18B-5D83-4436-A1A3-FDD530C00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872"/>
                <a:ext cx="321" cy="435"/>
              </a:xfrm>
              <a:custGeom>
                <a:avLst/>
                <a:gdLst>
                  <a:gd name="T0" fmla="*/ 0 w 291"/>
                  <a:gd name="T1" fmla="*/ 0 h 394"/>
                  <a:gd name="T2" fmla="*/ 79 w 291"/>
                  <a:gd name="T3" fmla="*/ 153 h 394"/>
                  <a:gd name="T4" fmla="*/ 89 w 291"/>
                  <a:gd name="T5" fmla="*/ 318 h 394"/>
                  <a:gd name="T6" fmla="*/ 178 w 291"/>
                  <a:gd name="T7" fmla="*/ 530 h 394"/>
                  <a:gd name="T8" fmla="*/ 272 w 291"/>
                  <a:gd name="T9" fmla="*/ 445 h 394"/>
                  <a:gd name="T10" fmla="*/ 139 w 291"/>
                  <a:gd name="T11" fmla="*/ 268 h 394"/>
                  <a:gd name="T12" fmla="*/ 323 w 291"/>
                  <a:gd name="T13" fmla="*/ 383 h 394"/>
                  <a:gd name="T14" fmla="*/ 353 w 291"/>
                  <a:gd name="T15" fmla="*/ 280 h 394"/>
                  <a:gd name="T16" fmla="*/ 220 w 291"/>
                  <a:gd name="T17" fmla="*/ 169 h 394"/>
                  <a:gd name="T18" fmla="*/ 3 w 291"/>
                  <a:gd name="T19" fmla="*/ 3 h 3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1" h="394">
                    <a:moveTo>
                      <a:pt x="0" y="0"/>
                    </a:moveTo>
                    <a:cubicBezTo>
                      <a:pt x="21" y="38"/>
                      <a:pt x="50" y="70"/>
                      <a:pt x="59" y="114"/>
                    </a:cubicBezTo>
                    <a:cubicBezTo>
                      <a:pt x="67" y="154"/>
                      <a:pt x="61" y="196"/>
                      <a:pt x="66" y="236"/>
                    </a:cubicBezTo>
                    <a:cubicBezTo>
                      <a:pt x="74" y="287"/>
                      <a:pt x="95" y="359"/>
                      <a:pt x="132" y="394"/>
                    </a:cubicBezTo>
                    <a:cubicBezTo>
                      <a:pt x="143" y="362"/>
                      <a:pt x="181" y="353"/>
                      <a:pt x="203" y="331"/>
                    </a:cubicBezTo>
                    <a:cubicBezTo>
                      <a:pt x="144" y="332"/>
                      <a:pt x="86" y="258"/>
                      <a:pt x="103" y="199"/>
                    </a:cubicBezTo>
                    <a:cubicBezTo>
                      <a:pt x="119" y="142"/>
                      <a:pt x="228" y="250"/>
                      <a:pt x="241" y="284"/>
                    </a:cubicBezTo>
                    <a:cubicBezTo>
                      <a:pt x="273" y="258"/>
                      <a:pt x="291" y="242"/>
                      <a:pt x="263" y="208"/>
                    </a:cubicBezTo>
                    <a:cubicBezTo>
                      <a:pt x="234" y="174"/>
                      <a:pt x="200" y="150"/>
                      <a:pt x="163" y="126"/>
                    </a:cubicBezTo>
                    <a:cubicBezTo>
                      <a:pt x="101" y="84"/>
                      <a:pt x="75" y="22"/>
                      <a:pt x="3" y="3"/>
                    </a:cubicBezTo>
                  </a:path>
                </a:pathLst>
              </a:custGeom>
              <a:solidFill>
                <a:srgbClr val="F48C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5" name="Freeform 1006">
                <a:extLst>
                  <a:ext uri="{FF2B5EF4-FFF2-40B4-BE49-F238E27FC236}">
                    <a16:creationId xmlns:a16="http://schemas.microsoft.com/office/drawing/2014/main" id="{2EA9DB40-46EE-4A85-B11C-5662D450F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087"/>
                <a:ext cx="1767" cy="1586"/>
              </a:xfrm>
              <a:custGeom>
                <a:avLst/>
                <a:gdLst>
                  <a:gd name="T0" fmla="*/ 0 w 1600"/>
                  <a:gd name="T1" fmla="*/ 1 h 1436"/>
                  <a:gd name="T2" fmla="*/ 61 w 1600"/>
                  <a:gd name="T3" fmla="*/ 24 h 1436"/>
                  <a:gd name="T4" fmla="*/ 152 w 1600"/>
                  <a:gd name="T5" fmla="*/ 88 h 1436"/>
                  <a:gd name="T6" fmla="*/ 244 w 1600"/>
                  <a:gd name="T7" fmla="*/ 133 h 1436"/>
                  <a:gd name="T8" fmla="*/ 366 w 1600"/>
                  <a:gd name="T9" fmla="*/ 243 h 1436"/>
                  <a:gd name="T10" fmla="*/ 532 w 1600"/>
                  <a:gd name="T11" fmla="*/ 293 h 1436"/>
                  <a:gd name="T12" fmla="*/ 575 w 1600"/>
                  <a:gd name="T13" fmla="*/ 307 h 1436"/>
                  <a:gd name="T14" fmla="*/ 662 w 1600"/>
                  <a:gd name="T15" fmla="*/ 285 h 1436"/>
                  <a:gd name="T16" fmla="*/ 766 w 1600"/>
                  <a:gd name="T17" fmla="*/ 336 h 1436"/>
                  <a:gd name="T18" fmla="*/ 931 w 1600"/>
                  <a:gd name="T19" fmla="*/ 347 h 1436"/>
                  <a:gd name="T20" fmla="*/ 1020 w 1600"/>
                  <a:gd name="T21" fmla="*/ 324 h 1436"/>
                  <a:gd name="T22" fmla="*/ 1139 w 1600"/>
                  <a:gd name="T23" fmla="*/ 328 h 1436"/>
                  <a:gd name="T24" fmla="*/ 1341 w 1600"/>
                  <a:gd name="T25" fmla="*/ 319 h 1436"/>
                  <a:gd name="T26" fmla="*/ 1648 w 1600"/>
                  <a:gd name="T27" fmla="*/ 260 h 1436"/>
                  <a:gd name="T28" fmla="*/ 1742 w 1600"/>
                  <a:gd name="T29" fmla="*/ 223 h 1436"/>
                  <a:gd name="T30" fmla="*/ 1838 w 1600"/>
                  <a:gd name="T31" fmla="*/ 189 h 1436"/>
                  <a:gd name="T32" fmla="*/ 1882 w 1600"/>
                  <a:gd name="T33" fmla="*/ 160 h 1436"/>
                  <a:gd name="T34" fmla="*/ 1939 w 1600"/>
                  <a:gd name="T35" fmla="*/ 156 h 1436"/>
                  <a:gd name="T36" fmla="*/ 1998 w 1600"/>
                  <a:gd name="T37" fmla="*/ 78 h 1436"/>
                  <a:gd name="T38" fmla="*/ 2065 w 1600"/>
                  <a:gd name="T39" fmla="*/ 38 h 1436"/>
                  <a:gd name="T40" fmla="*/ 2118 w 1600"/>
                  <a:gd name="T41" fmla="*/ 1 h 1436"/>
                  <a:gd name="T42" fmla="*/ 2119 w 1600"/>
                  <a:gd name="T43" fmla="*/ 2 h 1436"/>
                  <a:gd name="T44" fmla="*/ 1638 w 1600"/>
                  <a:gd name="T45" fmla="*/ 980 h 1436"/>
                  <a:gd name="T46" fmla="*/ 1135 w 1600"/>
                  <a:gd name="T47" fmla="*/ 1375 h 1436"/>
                  <a:gd name="T48" fmla="*/ 1024 w 1600"/>
                  <a:gd name="T49" fmla="*/ 1931 h 1436"/>
                  <a:gd name="T50" fmla="*/ 924 w 1600"/>
                  <a:gd name="T51" fmla="*/ 1213 h 1436"/>
                  <a:gd name="T52" fmla="*/ 1 w 1600"/>
                  <a:gd name="T53" fmla="*/ 4 h 1436"/>
                  <a:gd name="T54" fmla="*/ 0 w 1600"/>
                  <a:gd name="T55" fmla="*/ 1 h 14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600" h="1436">
                    <a:moveTo>
                      <a:pt x="0" y="1"/>
                    </a:moveTo>
                    <a:cubicBezTo>
                      <a:pt x="17" y="0"/>
                      <a:pt x="31" y="9"/>
                      <a:pt x="45" y="18"/>
                    </a:cubicBezTo>
                    <a:cubicBezTo>
                      <a:pt x="54" y="45"/>
                      <a:pt x="88" y="56"/>
                      <a:pt x="113" y="65"/>
                    </a:cubicBezTo>
                    <a:cubicBezTo>
                      <a:pt x="138" y="74"/>
                      <a:pt x="160" y="82"/>
                      <a:pt x="181" y="99"/>
                    </a:cubicBezTo>
                    <a:cubicBezTo>
                      <a:pt x="212" y="125"/>
                      <a:pt x="233" y="165"/>
                      <a:pt x="272" y="180"/>
                    </a:cubicBezTo>
                    <a:cubicBezTo>
                      <a:pt x="316" y="197"/>
                      <a:pt x="354" y="191"/>
                      <a:pt x="395" y="217"/>
                    </a:cubicBezTo>
                    <a:cubicBezTo>
                      <a:pt x="411" y="227"/>
                      <a:pt x="408" y="230"/>
                      <a:pt x="427" y="228"/>
                    </a:cubicBezTo>
                    <a:cubicBezTo>
                      <a:pt x="449" y="225"/>
                      <a:pt x="466" y="211"/>
                      <a:pt x="491" y="212"/>
                    </a:cubicBezTo>
                    <a:cubicBezTo>
                      <a:pt x="524" y="213"/>
                      <a:pt x="542" y="233"/>
                      <a:pt x="569" y="249"/>
                    </a:cubicBezTo>
                    <a:cubicBezTo>
                      <a:pt x="606" y="271"/>
                      <a:pt x="652" y="273"/>
                      <a:pt x="691" y="257"/>
                    </a:cubicBezTo>
                    <a:cubicBezTo>
                      <a:pt x="717" y="247"/>
                      <a:pt x="730" y="237"/>
                      <a:pt x="758" y="240"/>
                    </a:cubicBezTo>
                    <a:cubicBezTo>
                      <a:pt x="789" y="244"/>
                      <a:pt x="815" y="250"/>
                      <a:pt x="846" y="244"/>
                    </a:cubicBezTo>
                    <a:cubicBezTo>
                      <a:pt x="896" y="236"/>
                      <a:pt x="946" y="243"/>
                      <a:pt x="995" y="237"/>
                    </a:cubicBezTo>
                    <a:cubicBezTo>
                      <a:pt x="1077" y="226"/>
                      <a:pt x="1156" y="245"/>
                      <a:pt x="1223" y="193"/>
                    </a:cubicBezTo>
                    <a:cubicBezTo>
                      <a:pt x="1245" y="176"/>
                      <a:pt x="1265" y="167"/>
                      <a:pt x="1293" y="166"/>
                    </a:cubicBezTo>
                    <a:cubicBezTo>
                      <a:pt x="1330" y="166"/>
                      <a:pt x="1336" y="165"/>
                      <a:pt x="1365" y="140"/>
                    </a:cubicBezTo>
                    <a:cubicBezTo>
                      <a:pt x="1377" y="130"/>
                      <a:pt x="1382" y="124"/>
                      <a:pt x="1397" y="119"/>
                    </a:cubicBezTo>
                    <a:cubicBezTo>
                      <a:pt x="1412" y="115"/>
                      <a:pt x="1428" y="122"/>
                      <a:pt x="1440" y="116"/>
                    </a:cubicBezTo>
                    <a:cubicBezTo>
                      <a:pt x="1461" y="105"/>
                      <a:pt x="1465" y="72"/>
                      <a:pt x="1483" y="58"/>
                    </a:cubicBezTo>
                    <a:cubicBezTo>
                      <a:pt x="1498" y="46"/>
                      <a:pt x="1517" y="40"/>
                      <a:pt x="1533" y="28"/>
                    </a:cubicBezTo>
                    <a:cubicBezTo>
                      <a:pt x="1547" y="17"/>
                      <a:pt x="1559" y="11"/>
                      <a:pt x="1573" y="1"/>
                    </a:cubicBezTo>
                    <a:cubicBezTo>
                      <a:pt x="1574" y="2"/>
                      <a:pt x="1574" y="2"/>
                      <a:pt x="1574" y="2"/>
                    </a:cubicBezTo>
                    <a:cubicBezTo>
                      <a:pt x="1574" y="2"/>
                      <a:pt x="1600" y="393"/>
                      <a:pt x="1216" y="727"/>
                    </a:cubicBezTo>
                    <a:cubicBezTo>
                      <a:pt x="986" y="927"/>
                      <a:pt x="790" y="873"/>
                      <a:pt x="843" y="1020"/>
                    </a:cubicBezTo>
                    <a:cubicBezTo>
                      <a:pt x="896" y="1167"/>
                      <a:pt x="860" y="1436"/>
                      <a:pt x="760" y="1433"/>
                    </a:cubicBezTo>
                    <a:cubicBezTo>
                      <a:pt x="660" y="1430"/>
                      <a:pt x="780" y="940"/>
                      <a:pt x="686" y="900"/>
                    </a:cubicBezTo>
                    <a:cubicBezTo>
                      <a:pt x="593" y="860"/>
                      <a:pt x="51" y="691"/>
                      <a:pt x="1" y="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7C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6" name="Freeform 1007">
                <a:extLst>
                  <a:ext uri="{FF2B5EF4-FFF2-40B4-BE49-F238E27FC236}">
                    <a16:creationId xmlns:a16="http://schemas.microsoft.com/office/drawing/2014/main" id="{08BD27C4-3A27-4F92-8FF9-162B4A1CC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774"/>
                <a:ext cx="221" cy="845"/>
              </a:xfrm>
              <a:custGeom>
                <a:avLst/>
                <a:gdLst>
                  <a:gd name="T0" fmla="*/ 225 w 201"/>
                  <a:gd name="T1" fmla="*/ 2 h 765"/>
                  <a:gd name="T2" fmla="*/ 228 w 201"/>
                  <a:gd name="T3" fmla="*/ 80 h 765"/>
                  <a:gd name="T4" fmla="*/ 230 w 201"/>
                  <a:gd name="T5" fmla="*/ 166 h 765"/>
                  <a:gd name="T6" fmla="*/ 230 w 201"/>
                  <a:gd name="T7" fmla="*/ 305 h 765"/>
                  <a:gd name="T8" fmla="*/ 155 w 201"/>
                  <a:gd name="T9" fmla="*/ 571 h 765"/>
                  <a:gd name="T10" fmla="*/ 66 w 201"/>
                  <a:gd name="T11" fmla="*/ 816 h 765"/>
                  <a:gd name="T12" fmla="*/ 5 w 201"/>
                  <a:gd name="T13" fmla="*/ 984 h 765"/>
                  <a:gd name="T14" fmla="*/ 1 w 201"/>
                  <a:gd name="T15" fmla="*/ 1031 h 765"/>
                  <a:gd name="T16" fmla="*/ 75 w 201"/>
                  <a:gd name="T17" fmla="*/ 888 h 765"/>
                  <a:gd name="T18" fmla="*/ 135 w 201"/>
                  <a:gd name="T19" fmla="*/ 721 h 765"/>
                  <a:gd name="T20" fmla="*/ 237 w 201"/>
                  <a:gd name="T21" fmla="*/ 399 h 765"/>
                  <a:gd name="T22" fmla="*/ 255 w 201"/>
                  <a:gd name="T23" fmla="*/ 156 h 765"/>
                  <a:gd name="T24" fmla="*/ 241 w 201"/>
                  <a:gd name="T25" fmla="*/ 2 h 765"/>
                  <a:gd name="T26" fmla="*/ 222 w 201"/>
                  <a:gd name="T27" fmla="*/ 9 h 76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1" h="765">
                    <a:moveTo>
                      <a:pt x="169" y="2"/>
                    </a:moveTo>
                    <a:cubicBezTo>
                      <a:pt x="164" y="17"/>
                      <a:pt x="170" y="42"/>
                      <a:pt x="171" y="59"/>
                    </a:cubicBezTo>
                    <a:cubicBezTo>
                      <a:pt x="171" y="81"/>
                      <a:pt x="173" y="101"/>
                      <a:pt x="173" y="123"/>
                    </a:cubicBezTo>
                    <a:cubicBezTo>
                      <a:pt x="173" y="157"/>
                      <a:pt x="177" y="192"/>
                      <a:pt x="173" y="226"/>
                    </a:cubicBezTo>
                    <a:cubicBezTo>
                      <a:pt x="165" y="293"/>
                      <a:pt x="134" y="360"/>
                      <a:pt x="116" y="424"/>
                    </a:cubicBezTo>
                    <a:cubicBezTo>
                      <a:pt x="98" y="486"/>
                      <a:pt x="79" y="548"/>
                      <a:pt x="50" y="606"/>
                    </a:cubicBezTo>
                    <a:cubicBezTo>
                      <a:pt x="31" y="646"/>
                      <a:pt x="15" y="688"/>
                      <a:pt x="5" y="731"/>
                    </a:cubicBezTo>
                    <a:cubicBezTo>
                      <a:pt x="3" y="743"/>
                      <a:pt x="0" y="753"/>
                      <a:pt x="1" y="765"/>
                    </a:cubicBezTo>
                    <a:cubicBezTo>
                      <a:pt x="27" y="741"/>
                      <a:pt x="41" y="692"/>
                      <a:pt x="56" y="659"/>
                    </a:cubicBezTo>
                    <a:cubicBezTo>
                      <a:pt x="74" y="619"/>
                      <a:pt x="90" y="577"/>
                      <a:pt x="102" y="535"/>
                    </a:cubicBezTo>
                    <a:cubicBezTo>
                      <a:pt x="125" y="454"/>
                      <a:pt x="158" y="377"/>
                      <a:pt x="178" y="296"/>
                    </a:cubicBezTo>
                    <a:cubicBezTo>
                      <a:pt x="192" y="238"/>
                      <a:pt x="201" y="176"/>
                      <a:pt x="192" y="116"/>
                    </a:cubicBezTo>
                    <a:cubicBezTo>
                      <a:pt x="186" y="76"/>
                      <a:pt x="189" y="41"/>
                      <a:pt x="181" y="2"/>
                    </a:cubicBezTo>
                    <a:cubicBezTo>
                      <a:pt x="175" y="2"/>
                      <a:pt x="169" y="0"/>
                      <a:pt x="167" y="6"/>
                    </a:cubicBezTo>
                  </a:path>
                </a:pathLst>
              </a:custGeom>
              <a:solidFill>
                <a:srgbClr val="F4D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7" name="Freeform 1008">
                <a:extLst>
                  <a:ext uri="{FF2B5EF4-FFF2-40B4-BE49-F238E27FC236}">
                    <a16:creationId xmlns:a16="http://schemas.microsoft.com/office/drawing/2014/main" id="{7A61FF63-685D-417A-9545-95E7C5AF1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778"/>
                <a:ext cx="252" cy="876"/>
              </a:xfrm>
              <a:custGeom>
                <a:avLst/>
                <a:gdLst>
                  <a:gd name="T0" fmla="*/ 1 w 229"/>
                  <a:gd name="T1" fmla="*/ 14 h 793"/>
                  <a:gd name="T2" fmla="*/ 1 w 229"/>
                  <a:gd name="T3" fmla="*/ 9 h 793"/>
                  <a:gd name="T4" fmla="*/ 17 w 229"/>
                  <a:gd name="T5" fmla="*/ 285 h 793"/>
                  <a:gd name="T6" fmla="*/ 85 w 229"/>
                  <a:gd name="T7" fmla="*/ 603 h 793"/>
                  <a:gd name="T8" fmla="*/ 178 w 229"/>
                  <a:gd name="T9" fmla="*/ 842 h 793"/>
                  <a:gd name="T10" fmla="*/ 252 w 229"/>
                  <a:gd name="T11" fmla="*/ 1027 h 793"/>
                  <a:gd name="T12" fmla="*/ 250 w 229"/>
                  <a:gd name="T13" fmla="*/ 946 h 793"/>
                  <a:gd name="T14" fmla="*/ 185 w 229"/>
                  <a:gd name="T15" fmla="*/ 774 h 793"/>
                  <a:gd name="T16" fmla="*/ 146 w 229"/>
                  <a:gd name="T17" fmla="*/ 630 h 793"/>
                  <a:gd name="T18" fmla="*/ 92 w 229"/>
                  <a:gd name="T19" fmla="*/ 510 h 793"/>
                  <a:gd name="T20" fmla="*/ 37 w 229"/>
                  <a:gd name="T21" fmla="*/ 193 h 793"/>
                  <a:gd name="T22" fmla="*/ 26 w 229"/>
                  <a:gd name="T23" fmla="*/ 67 h 793"/>
                  <a:gd name="T24" fmla="*/ 11 w 229"/>
                  <a:gd name="T25" fmla="*/ 2 h 793"/>
                  <a:gd name="T26" fmla="*/ 4 w 229"/>
                  <a:gd name="T27" fmla="*/ 10 h 79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9" h="793">
                    <a:moveTo>
                      <a:pt x="1" y="11"/>
                    </a:moveTo>
                    <a:cubicBezTo>
                      <a:pt x="1" y="15"/>
                      <a:pt x="1" y="0"/>
                      <a:pt x="1" y="6"/>
                    </a:cubicBezTo>
                    <a:cubicBezTo>
                      <a:pt x="1" y="76"/>
                      <a:pt x="0" y="145"/>
                      <a:pt x="13" y="212"/>
                    </a:cubicBezTo>
                    <a:cubicBezTo>
                      <a:pt x="28" y="290"/>
                      <a:pt x="33" y="373"/>
                      <a:pt x="64" y="447"/>
                    </a:cubicBezTo>
                    <a:cubicBezTo>
                      <a:pt x="89" y="506"/>
                      <a:pt x="116" y="564"/>
                      <a:pt x="134" y="625"/>
                    </a:cubicBezTo>
                    <a:cubicBezTo>
                      <a:pt x="145" y="662"/>
                      <a:pt x="157" y="737"/>
                      <a:pt x="189" y="762"/>
                    </a:cubicBezTo>
                    <a:cubicBezTo>
                      <a:pt x="229" y="793"/>
                      <a:pt x="193" y="714"/>
                      <a:pt x="187" y="702"/>
                    </a:cubicBezTo>
                    <a:cubicBezTo>
                      <a:pt x="166" y="661"/>
                      <a:pt x="149" y="619"/>
                      <a:pt x="139" y="575"/>
                    </a:cubicBezTo>
                    <a:cubicBezTo>
                      <a:pt x="130" y="538"/>
                      <a:pt x="122" y="503"/>
                      <a:pt x="110" y="467"/>
                    </a:cubicBezTo>
                    <a:cubicBezTo>
                      <a:pt x="99" y="436"/>
                      <a:pt x="80" y="409"/>
                      <a:pt x="69" y="378"/>
                    </a:cubicBezTo>
                    <a:cubicBezTo>
                      <a:pt x="43" y="306"/>
                      <a:pt x="38" y="218"/>
                      <a:pt x="28" y="143"/>
                    </a:cubicBezTo>
                    <a:cubicBezTo>
                      <a:pt x="25" y="112"/>
                      <a:pt x="23" y="81"/>
                      <a:pt x="20" y="50"/>
                    </a:cubicBezTo>
                    <a:cubicBezTo>
                      <a:pt x="18" y="34"/>
                      <a:pt x="21" y="12"/>
                      <a:pt x="8" y="2"/>
                    </a:cubicBezTo>
                    <a:cubicBezTo>
                      <a:pt x="5" y="3"/>
                      <a:pt x="6" y="5"/>
                      <a:pt x="4" y="7"/>
                    </a:cubicBezTo>
                  </a:path>
                </a:pathLst>
              </a:custGeom>
              <a:solidFill>
                <a:srgbClr val="F4D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8" name="Freeform 1009">
                <a:extLst>
                  <a:ext uri="{FF2B5EF4-FFF2-40B4-BE49-F238E27FC236}">
                    <a16:creationId xmlns:a16="http://schemas.microsoft.com/office/drawing/2014/main" id="{5264981F-AE22-4040-9013-FFAC7530D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791"/>
                <a:ext cx="25" cy="304"/>
              </a:xfrm>
              <a:custGeom>
                <a:avLst/>
                <a:gdLst>
                  <a:gd name="T0" fmla="*/ 13 w 23"/>
                  <a:gd name="T1" fmla="*/ 0 h 275"/>
                  <a:gd name="T2" fmla="*/ 25 w 23"/>
                  <a:gd name="T3" fmla="*/ 80 h 275"/>
                  <a:gd name="T4" fmla="*/ 26 w 23"/>
                  <a:gd name="T5" fmla="*/ 172 h 275"/>
                  <a:gd name="T6" fmla="*/ 0 w 23"/>
                  <a:gd name="T7" fmla="*/ 371 h 275"/>
                  <a:gd name="T8" fmla="*/ 22 w 23"/>
                  <a:gd name="T9" fmla="*/ 141 h 275"/>
                  <a:gd name="T10" fmla="*/ 12 w 23"/>
                  <a:gd name="T11" fmla="*/ 1 h 2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75">
                    <a:moveTo>
                      <a:pt x="10" y="0"/>
                    </a:moveTo>
                    <a:cubicBezTo>
                      <a:pt x="11" y="19"/>
                      <a:pt x="17" y="40"/>
                      <a:pt x="19" y="59"/>
                    </a:cubicBezTo>
                    <a:cubicBezTo>
                      <a:pt x="23" y="82"/>
                      <a:pt x="22" y="104"/>
                      <a:pt x="20" y="128"/>
                    </a:cubicBezTo>
                    <a:cubicBezTo>
                      <a:pt x="16" y="178"/>
                      <a:pt x="20" y="227"/>
                      <a:pt x="0" y="275"/>
                    </a:cubicBezTo>
                    <a:cubicBezTo>
                      <a:pt x="14" y="220"/>
                      <a:pt x="17" y="161"/>
                      <a:pt x="17" y="105"/>
                    </a:cubicBezTo>
                    <a:cubicBezTo>
                      <a:pt x="17" y="70"/>
                      <a:pt x="8" y="35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9" name="Freeform 1010">
                <a:extLst>
                  <a:ext uri="{FF2B5EF4-FFF2-40B4-BE49-F238E27FC236}">
                    <a16:creationId xmlns:a16="http://schemas.microsoft.com/office/drawing/2014/main" id="{F96FAEA7-93F3-40CD-9F0F-C04049228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164"/>
                <a:ext cx="146" cy="412"/>
              </a:xfrm>
              <a:custGeom>
                <a:avLst/>
                <a:gdLst>
                  <a:gd name="T0" fmla="*/ 178 w 132"/>
                  <a:gd name="T1" fmla="*/ 0 h 373"/>
                  <a:gd name="T2" fmla="*/ 138 w 132"/>
                  <a:gd name="T3" fmla="*/ 120 h 373"/>
                  <a:gd name="T4" fmla="*/ 101 w 132"/>
                  <a:gd name="T5" fmla="*/ 246 h 373"/>
                  <a:gd name="T6" fmla="*/ 0 w 132"/>
                  <a:gd name="T7" fmla="*/ 503 h 373"/>
                  <a:gd name="T8" fmla="*/ 64 w 132"/>
                  <a:gd name="T9" fmla="*/ 342 h 373"/>
                  <a:gd name="T10" fmla="*/ 114 w 132"/>
                  <a:gd name="T11" fmla="*/ 226 h 373"/>
                  <a:gd name="T12" fmla="*/ 149 w 132"/>
                  <a:gd name="T13" fmla="*/ 98 h 373"/>
                  <a:gd name="T14" fmla="*/ 177 w 132"/>
                  <a:gd name="T15" fmla="*/ 4 h 3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2" h="373">
                    <a:moveTo>
                      <a:pt x="132" y="0"/>
                    </a:moveTo>
                    <a:cubicBezTo>
                      <a:pt x="125" y="32"/>
                      <a:pt x="112" y="60"/>
                      <a:pt x="102" y="90"/>
                    </a:cubicBezTo>
                    <a:cubicBezTo>
                      <a:pt x="92" y="120"/>
                      <a:pt x="88" y="154"/>
                      <a:pt x="74" y="183"/>
                    </a:cubicBezTo>
                    <a:cubicBezTo>
                      <a:pt x="45" y="244"/>
                      <a:pt x="18" y="307"/>
                      <a:pt x="0" y="373"/>
                    </a:cubicBezTo>
                    <a:cubicBezTo>
                      <a:pt x="24" y="338"/>
                      <a:pt x="33" y="293"/>
                      <a:pt x="47" y="254"/>
                    </a:cubicBezTo>
                    <a:cubicBezTo>
                      <a:pt x="58" y="225"/>
                      <a:pt x="73" y="197"/>
                      <a:pt x="84" y="168"/>
                    </a:cubicBezTo>
                    <a:cubicBezTo>
                      <a:pt x="96" y="137"/>
                      <a:pt x="99" y="104"/>
                      <a:pt x="110" y="73"/>
                    </a:cubicBezTo>
                    <a:cubicBezTo>
                      <a:pt x="119" y="50"/>
                      <a:pt x="129" y="28"/>
                      <a:pt x="13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0" name="Oval 1011">
                <a:extLst>
                  <a:ext uri="{FF2B5EF4-FFF2-40B4-BE49-F238E27FC236}">
                    <a16:creationId xmlns:a16="http://schemas.microsoft.com/office/drawing/2014/main" id="{C950A63B-F88D-43C0-853A-D836ECA60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4" y="1317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8291" name="Oval 1012">
                <a:extLst>
                  <a:ext uri="{FF2B5EF4-FFF2-40B4-BE49-F238E27FC236}">
                    <a16:creationId xmlns:a16="http://schemas.microsoft.com/office/drawing/2014/main" id="{BC8B95AE-9A52-438E-B6F6-94B602674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294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8292" name="Oval 1013">
                <a:extLst>
                  <a:ext uri="{FF2B5EF4-FFF2-40B4-BE49-F238E27FC236}">
                    <a16:creationId xmlns:a16="http://schemas.microsoft.com/office/drawing/2014/main" id="{1E7684C3-BA90-4117-8B10-462822E3A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1" y="872"/>
                <a:ext cx="22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8293" name="Oval 1014">
                <a:extLst>
                  <a:ext uri="{FF2B5EF4-FFF2-40B4-BE49-F238E27FC236}">
                    <a16:creationId xmlns:a16="http://schemas.microsoft.com/office/drawing/2014/main" id="{C10025C5-69C5-428D-88E7-42EAC28F0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919"/>
                <a:ext cx="9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8294" name="Freeform 1015">
                <a:extLst>
                  <a:ext uri="{FF2B5EF4-FFF2-40B4-BE49-F238E27FC236}">
                    <a16:creationId xmlns:a16="http://schemas.microsoft.com/office/drawing/2014/main" id="{0489521A-3831-4747-ABEC-35DD4E4F6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802"/>
                <a:ext cx="84" cy="486"/>
              </a:xfrm>
              <a:custGeom>
                <a:avLst/>
                <a:gdLst>
                  <a:gd name="T0" fmla="*/ 0 w 76"/>
                  <a:gd name="T1" fmla="*/ 0 h 440"/>
                  <a:gd name="T2" fmla="*/ 30 w 76"/>
                  <a:gd name="T3" fmla="*/ 336 h 440"/>
                  <a:gd name="T4" fmla="*/ 61 w 76"/>
                  <a:gd name="T5" fmla="*/ 488 h 440"/>
                  <a:gd name="T6" fmla="*/ 103 w 76"/>
                  <a:gd name="T7" fmla="*/ 593 h 440"/>
                  <a:gd name="T8" fmla="*/ 53 w 76"/>
                  <a:gd name="T9" fmla="*/ 385 h 440"/>
                  <a:gd name="T10" fmla="*/ 17 w 76"/>
                  <a:gd name="T11" fmla="*/ 222 h 440"/>
                  <a:gd name="T12" fmla="*/ 2 w 76"/>
                  <a:gd name="T13" fmla="*/ 0 h 4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440">
                    <a:moveTo>
                      <a:pt x="0" y="0"/>
                    </a:moveTo>
                    <a:cubicBezTo>
                      <a:pt x="0" y="83"/>
                      <a:pt x="13" y="166"/>
                      <a:pt x="22" y="249"/>
                    </a:cubicBezTo>
                    <a:cubicBezTo>
                      <a:pt x="25" y="288"/>
                      <a:pt x="33" y="325"/>
                      <a:pt x="45" y="362"/>
                    </a:cubicBezTo>
                    <a:cubicBezTo>
                      <a:pt x="52" y="387"/>
                      <a:pt x="73" y="419"/>
                      <a:pt x="76" y="440"/>
                    </a:cubicBezTo>
                    <a:cubicBezTo>
                      <a:pt x="56" y="389"/>
                      <a:pt x="48" y="339"/>
                      <a:pt x="39" y="286"/>
                    </a:cubicBezTo>
                    <a:cubicBezTo>
                      <a:pt x="33" y="245"/>
                      <a:pt x="19" y="205"/>
                      <a:pt x="13" y="165"/>
                    </a:cubicBezTo>
                    <a:cubicBezTo>
                      <a:pt x="5" y="111"/>
                      <a:pt x="13" y="5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5" name="Freeform 1016">
                <a:extLst>
                  <a:ext uri="{FF2B5EF4-FFF2-40B4-BE49-F238E27FC236}">
                    <a16:creationId xmlns:a16="http://schemas.microsoft.com/office/drawing/2014/main" id="{5E7A6D81-CAC4-4599-84F6-187951F3B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379"/>
                <a:ext cx="82" cy="236"/>
              </a:xfrm>
              <a:custGeom>
                <a:avLst/>
                <a:gdLst>
                  <a:gd name="T0" fmla="*/ 0 w 74"/>
                  <a:gd name="T1" fmla="*/ 0 h 214"/>
                  <a:gd name="T2" fmla="*/ 53 w 74"/>
                  <a:gd name="T3" fmla="*/ 174 h 214"/>
                  <a:gd name="T4" fmla="*/ 101 w 74"/>
                  <a:gd name="T5" fmla="*/ 287 h 214"/>
                  <a:gd name="T6" fmla="*/ 4 w 74"/>
                  <a:gd name="T7" fmla="*/ 17 h 2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214">
                    <a:moveTo>
                      <a:pt x="0" y="0"/>
                    </a:moveTo>
                    <a:cubicBezTo>
                      <a:pt x="1" y="41"/>
                      <a:pt x="24" y="91"/>
                      <a:pt x="39" y="130"/>
                    </a:cubicBezTo>
                    <a:cubicBezTo>
                      <a:pt x="49" y="158"/>
                      <a:pt x="61" y="186"/>
                      <a:pt x="74" y="214"/>
                    </a:cubicBezTo>
                    <a:cubicBezTo>
                      <a:pt x="45" y="149"/>
                      <a:pt x="34" y="73"/>
                      <a:pt x="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6" name="Oval 1017">
                <a:extLst>
                  <a:ext uri="{FF2B5EF4-FFF2-40B4-BE49-F238E27FC236}">
                    <a16:creationId xmlns:a16="http://schemas.microsoft.com/office/drawing/2014/main" id="{44DA8100-739A-4BDD-936C-1A260FD61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1020"/>
                <a:ext cx="21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8297" name="Oval 1018">
                <a:extLst>
                  <a:ext uri="{FF2B5EF4-FFF2-40B4-BE49-F238E27FC236}">
                    <a16:creationId xmlns:a16="http://schemas.microsoft.com/office/drawing/2014/main" id="{DC8C857D-2306-4763-9926-8F5BA8176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6" y="975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8298" name="Oval 1019">
                <a:extLst>
                  <a:ext uri="{FF2B5EF4-FFF2-40B4-BE49-F238E27FC236}">
                    <a16:creationId xmlns:a16="http://schemas.microsoft.com/office/drawing/2014/main" id="{86A9484F-9371-4BD2-8884-353016A4A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1529"/>
                <a:ext cx="19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8299" name="Oval 1020">
                <a:extLst>
                  <a:ext uri="{FF2B5EF4-FFF2-40B4-BE49-F238E27FC236}">
                    <a16:creationId xmlns:a16="http://schemas.microsoft.com/office/drawing/2014/main" id="{61EAAD4C-C0C8-48D2-86C6-BFA028FAD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4" y="1570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8300" name="Freeform 1021">
                <a:extLst>
                  <a:ext uri="{FF2B5EF4-FFF2-40B4-BE49-F238E27FC236}">
                    <a16:creationId xmlns:a16="http://schemas.microsoft.com/office/drawing/2014/main" id="{3A33ED1F-A891-4371-B2AA-EFCD4ABD5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128"/>
                <a:ext cx="128" cy="356"/>
              </a:xfrm>
              <a:custGeom>
                <a:avLst/>
                <a:gdLst>
                  <a:gd name="T0" fmla="*/ 0 w 116"/>
                  <a:gd name="T1" fmla="*/ 0 h 322"/>
                  <a:gd name="T2" fmla="*/ 31 w 116"/>
                  <a:gd name="T3" fmla="*/ 103 h 322"/>
                  <a:gd name="T4" fmla="*/ 60 w 116"/>
                  <a:gd name="T5" fmla="*/ 200 h 322"/>
                  <a:gd name="T6" fmla="*/ 156 w 116"/>
                  <a:gd name="T7" fmla="*/ 436 h 322"/>
                  <a:gd name="T8" fmla="*/ 98 w 116"/>
                  <a:gd name="T9" fmla="*/ 269 h 322"/>
                  <a:gd name="T10" fmla="*/ 63 w 116"/>
                  <a:gd name="T11" fmla="*/ 176 h 322"/>
                  <a:gd name="T12" fmla="*/ 2 w 116"/>
                  <a:gd name="T13" fmla="*/ 19 h 3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22">
                    <a:moveTo>
                      <a:pt x="0" y="0"/>
                    </a:moveTo>
                    <a:cubicBezTo>
                      <a:pt x="4" y="25"/>
                      <a:pt x="17" y="51"/>
                      <a:pt x="23" y="76"/>
                    </a:cubicBezTo>
                    <a:cubicBezTo>
                      <a:pt x="30" y="100"/>
                      <a:pt x="37" y="123"/>
                      <a:pt x="44" y="148"/>
                    </a:cubicBezTo>
                    <a:cubicBezTo>
                      <a:pt x="60" y="210"/>
                      <a:pt x="94" y="263"/>
                      <a:pt x="116" y="322"/>
                    </a:cubicBezTo>
                    <a:cubicBezTo>
                      <a:pt x="106" y="281"/>
                      <a:pt x="87" y="238"/>
                      <a:pt x="73" y="199"/>
                    </a:cubicBezTo>
                    <a:cubicBezTo>
                      <a:pt x="64" y="176"/>
                      <a:pt x="56" y="153"/>
                      <a:pt x="47" y="130"/>
                    </a:cubicBezTo>
                    <a:cubicBezTo>
                      <a:pt x="30" y="92"/>
                      <a:pt x="13" y="54"/>
                      <a:pt x="2" y="14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1" name="Freeform 1022">
                <a:extLst>
                  <a:ext uri="{FF2B5EF4-FFF2-40B4-BE49-F238E27FC236}">
                    <a16:creationId xmlns:a16="http://schemas.microsoft.com/office/drawing/2014/main" id="{8AA58079-533C-4849-8356-B24C21C0D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059"/>
                <a:ext cx="119" cy="335"/>
              </a:xfrm>
              <a:custGeom>
                <a:avLst/>
                <a:gdLst>
                  <a:gd name="T0" fmla="*/ 133 w 108"/>
                  <a:gd name="T1" fmla="*/ 0 h 304"/>
                  <a:gd name="T2" fmla="*/ 115 w 108"/>
                  <a:gd name="T3" fmla="*/ 100 h 304"/>
                  <a:gd name="T4" fmla="*/ 86 w 108"/>
                  <a:gd name="T5" fmla="*/ 213 h 304"/>
                  <a:gd name="T6" fmla="*/ 52 w 108"/>
                  <a:gd name="T7" fmla="*/ 307 h 304"/>
                  <a:gd name="T8" fmla="*/ 28 w 108"/>
                  <a:gd name="T9" fmla="*/ 353 h 304"/>
                  <a:gd name="T10" fmla="*/ 1 w 108"/>
                  <a:gd name="T11" fmla="*/ 406 h 304"/>
                  <a:gd name="T12" fmla="*/ 0 w 108"/>
                  <a:gd name="T13" fmla="*/ 407 h 304"/>
                  <a:gd name="T14" fmla="*/ 64 w 108"/>
                  <a:gd name="T15" fmla="*/ 206 h 304"/>
                  <a:gd name="T16" fmla="*/ 102 w 108"/>
                  <a:gd name="T17" fmla="*/ 84 h 304"/>
                  <a:gd name="T18" fmla="*/ 131 w 108"/>
                  <a:gd name="T19" fmla="*/ 2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8" h="304">
                    <a:moveTo>
                      <a:pt x="100" y="0"/>
                    </a:moveTo>
                    <a:cubicBezTo>
                      <a:pt x="108" y="18"/>
                      <a:pt x="89" y="56"/>
                      <a:pt x="85" y="75"/>
                    </a:cubicBezTo>
                    <a:cubicBezTo>
                      <a:pt x="79" y="103"/>
                      <a:pt x="72" y="131"/>
                      <a:pt x="64" y="159"/>
                    </a:cubicBezTo>
                    <a:cubicBezTo>
                      <a:pt x="57" y="182"/>
                      <a:pt x="49" y="207"/>
                      <a:pt x="39" y="230"/>
                    </a:cubicBezTo>
                    <a:cubicBezTo>
                      <a:pt x="34" y="241"/>
                      <a:pt x="27" y="252"/>
                      <a:pt x="21" y="263"/>
                    </a:cubicBezTo>
                    <a:cubicBezTo>
                      <a:pt x="14" y="275"/>
                      <a:pt x="10" y="293"/>
                      <a:pt x="1" y="303"/>
                    </a:cubicBezTo>
                    <a:cubicBezTo>
                      <a:pt x="1" y="304"/>
                      <a:pt x="0" y="304"/>
                      <a:pt x="0" y="304"/>
                    </a:cubicBezTo>
                    <a:cubicBezTo>
                      <a:pt x="28" y="259"/>
                      <a:pt x="38" y="205"/>
                      <a:pt x="48" y="154"/>
                    </a:cubicBezTo>
                    <a:cubicBezTo>
                      <a:pt x="54" y="123"/>
                      <a:pt x="65" y="93"/>
                      <a:pt x="76" y="63"/>
                    </a:cubicBezTo>
                    <a:cubicBezTo>
                      <a:pt x="83" y="45"/>
                      <a:pt x="96" y="20"/>
                      <a:pt x="98" y="2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2" name="Freeform 1023">
                <a:extLst>
                  <a:ext uri="{FF2B5EF4-FFF2-40B4-BE49-F238E27FC236}">
                    <a16:creationId xmlns:a16="http://schemas.microsoft.com/office/drawing/2014/main" id="{B97FE5C6-FE90-4CC2-ACE5-7D7E9967A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510"/>
                <a:ext cx="695" cy="458"/>
              </a:xfrm>
              <a:custGeom>
                <a:avLst/>
                <a:gdLst>
                  <a:gd name="T0" fmla="*/ 0 w 629"/>
                  <a:gd name="T1" fmla="*/ 561 h 414"/>
                  <a:gd name="T2" fmla="*/ 717 w 629"/>
                  <a:gd name="T3" fmla="*/ 0 h 414"/>
                  <a:gd name="T4" fmla="*/ 849 w 629"/>
                  <a:gd name="T5" fmla="*/ 281 h 414"/>
                  <a:gd name="T6" fmla="*/ 0 w 629"/>
                  <a:gd name="T7" fmla="*/ 561 h 4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9" h="414">
                    <a:moveTo>
                      <a:pt x="0" y="414"/>
                    </a:moveTo>
                    <a:cubicBezTo>
                      <a:pt x="0" y="414"/>
                      <a:pt x="126" y="77"/>
                      <a:pt x="531" y="0"/>
                    </a:cubicBezTo>
                    <a:cubicBezTo>
                      <a:pt x="531" y="0"/>
                      <a:pt x="495" y="213"/>
                      <a:pt x="629" y="208"/>
                    </a:cubicBezTo>
                    <a:cubicBezTo>
                      <a:pt x="629" y="208"/>
                      <a:pt x="287" y="223"/>
                      <a:pt x="0" y="414"/>
                    </a:cubicBezTo>
                    <a:close/>
                  </a:path>
                </a:pathLst>
              </a:custGeom>
              <a:solidFill>
                <a:srgbClr val="F4D3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3" name="Freeform 1024">
                <a:extLst>
                  <a:ext uri="{FF2B5EF4-FFF2-40B4-BE49-F238E27FC236}">
                    <a16:creationId xmlns:a16="http://schemas.microsoft.com/office/drawing/2014/main" id="{AA3069CE-FE38-4071-A325-A7792BF85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557"/>
                <a:ext cx="456" cy="405"/>
              </a:xfrm>
              <a:custGeom>
                <a:avLst/>
                <a:gdLst>
                  <a:gd name="T0" fmla="*/ 0 w 413"/>
                  <a:gd name="T1" fmla="*/ 493 h 367"/>
                  <a:gd name="T2" fmla="*/ 555 w 413"/>
                  <a:gd name="T3" fmla="*/ 0 h 367"/>
                  <a:gd name="T4" fmla="*/ 0 w 413"/>
                  <a:gd name="T5" fmla="*/ 493 h 3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3" h="367">
                    <a:moveTo>
                      <a:pt x="0" y="367"/>
                    </a:moveTo>
                    <a:cubicBezTo>
                      <a:pt x="0" y="367"/>
                      <a:pt x="118" y="89"/>
                      <a:pt x="413" y="0"/>
                    </a:cubicBezTo>
                    <a:cubicBezTo>
                      <a:pt x="413" y="0"/>
                      <a:pt x="228" y="75"/>
                      <a:pt x="0" y="367"/>
                    </a:cubicBezTo>
                    <a:close/>
                  </a:path>
                </a:pathLst>
              </a:custGeom>
              <a:solidFill>
                <a:srgbClr val="F4E3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4" name="Freeform 1025">
                <a:extLst>
                  <a:ext uri="{FF2B5EF4-FFF2-40B4-BE49-F238E27FC236}">
                    <a16:creationId xmlns:a16="http://schemas.microsoft.com/office/drawing/2014/main" id="{4FE643C2-0663-4445-9C12-8F4F07D10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627"/>
                <a:ext cx="259" cy="256"/>
              </a:xfrm>
              <a:custGeom>
                <a:avLst/>
                <a:gdLst>
                  <a:gd name="T0" fmla="*/ 0 w 235"/>
                  <a:gd name="T1" fmla="*/ 315 h 231"/>
                  <a:gd name="T2" fmla="*/ 314 w 235"/>
                  <a:gd name="T3" fmla="*/ 0 h 231"/>
                  <a:gd name="T4" fmla="*/ 0 w 235"/>
                  <a:gd name="T5" fmla="*/ 315 h 2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5" h="231">
                    <a:moveTo>
                      <a:pt x="0" y="231"/>
                    </a:moveTo>
                    <a:cubicBezTo>
                      <a:pt x="0" y="231"/>
                      <a:pt x="116" y="68"/>
                      <a:pt x="235" y="0"/>
                    </a:cubicBezTo>
                    <a:cubicBezTo>
                      <a:pt x="235" y="0"/>
                      <a:pt x="54" y="148"/>
                      <a:pt x="0" y="2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5" name="Freeform 1026">
                <a:extLst>
                  <a:ext uri="{FF2B5EF4-FFF2-40B4-BE49-F238E27FC236}">
                    <a16:creationId xmlns:a16="http://schemas.microsoft.com/office/drawing/2014/main" id="{BB2301EA-D54C-4DB5-A5D1-8134A5FCD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727"/>
                <a:ext cx="711" cy="258"/>
              </a:xfrm>
              <a:custGeom>
                <a:avLst/>
                <a:gdLst>
                  <a:gd name="T0" fmla="*/ 0 w 644"/>
                  <a:gd name="T1" fmla="*/ 0 h 234"/>
                  <a:gd name="T2" fmla="*/ 867 w 644"/>
                  <a:gd name="T3" fmla="*/ 313 h 234"/>
                  <a:gd name="T4" fmla="*/ 0 w 644"/>
                  <a:gd name="T5" fmla="*/ 0 h 2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4" h="234">
                    <a:moveTo>
                      <a:pt x="0" y="0"/>
                    </a:moveTo>
                    <a:cubicBezTo>
                      <a:pt x="0" y="0"/>
                      <a:pt x="310" y="27"/>
                      <a:pt x="644" y="234"/>
                    </a:cubicBezTo>
                    <a:cubicBezTo>
                      <a:pt x="644" y="234"/>
                      <a:pt x="423" y="15"/>
                      <a:pt x="0" y="0"/>
                    </a:cubicBezTo>
                    <a:close/>
                  </a:path>
                </a:pathLst>
              </a:custGeom>
              <a:solidFill>
                <a:srgbClr val="F4D3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6" name="Freeform 1027">
                <a:extLst>
                  <a:ext uri="{FF2B5EF4-FFF2-40B4-BE49-F238E27FC236}">
                    <a16:creationId xmlns:a16="http://schemas.microsoft.com/office/drawing/2014/main" id="{9EC19611-537C-4A42-BDBE-82B99106E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760"/>
                <a:ext cx="440" cy="180"/>
              </a:xfrm>
              <a:custGeom>
                <a:avLst/>
                <a:gdLst>
                  <a:gd name="T0" fmla="*/ 537 w 398"/>
                  <a:gd name="T1" fmla="*/ 220 h 163"/>
                  <a:gd name="T2" fmla="*/ 0 w 398"/>
                  <a:gd name="T3" fmla="*/ 0 h 163"/>
                  <a:gd name="T4" fmla="*/ 537 w 398"/>
                  <a:gd name="T5" fmla="*/ 220 h 1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8" h="163">
                    <a:moveTo>
                      <a:pt x="398" y="163"/>
                    </a:moveTo>
                    <a:cubicBezTo>
                      <a:pt x="398" y="163"/>
                      <a:pt x="142" y="19"/>
                      <a:pt x="0" y="0"/>
                    </a:cubicBezTo>
                    <a:cubicBezTo>
                      <a:pt x="0" y="0"/>
                      <a:pt x="142" y="3"/>
                      <a:pt x="398" y="1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7" name="Freeform 1028">
                <a:extLst>
                  <a:ext uri="{FF2B5EF4-FFF2-40B4-BE49-F238E27FC236}">
                    <a16:creationId xmlns:a16="http://schemas.microsoft.com/office/drawing/2014/main" id="{CDF95976-E791-4AE6-A12A-879F60512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434"/>
                <a:ext cx="325" cy="162"/>
              </a:xfrm>
              <a:custGeom>
                <a:avLst/>
                <a:gdLst>
                  <a:gd name="T0" fmla="*/ 163 w 294"/>
                  <a:gd name="T1" fmla="*/ 110 h 147"/>
                  <a:gd name="T2" fmla="*/ 397 w 294"/>
                  <a:gd name="T3" fmla="*/ 197 h 147"/>
                  <a:gd name="T4" fmla="*/ 172 w 294"/>
                  <a:gd name="T5" fmla="*/ 57 h 147"/>
                  <a:gd name="T6" fmla="*/ 163 w 294"/>
                  <a:gd name="T7" fmla="*/ 110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4" h="147">
                    <a:moveTo>
                      <a:pt x="120" y="83"/>
                    </a:moveTo>
                    <a:cubicBezTo>
                      <a:pt x="120" y="83"/>
                      <a:pt x="235" y="8"/>
                      <a:pt x="294" y="147"/>
                    </a:cubicBezTo>
                    <a:cubicBezTo>
                      <a:pt x="294" y="147"/>
                      <a:pt x="256" y="0"/>
                      <a:pt x="128" y="43"/>
                    </a:cubicBezTo>
                    <a:cubicBezTo>
                      <a:pt x="0" y="86"/>
                      <a:pt x="86" y="72"/>
                      <a:pt x="120" y="83"/>
                    </a:cubicBezTo>
                    <a:close/>
                  </a:path>
                </a:pathLst>
              </a:custGeom>
              <a:solidFill>
                <a:srgbClr val="D84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8" name="Freeform 1029">
                <a:extLst>
                  <a:ext uri="{FF2B5EF4-FFF2-40B4-BE49-F238E27FC236}">
                    <a16:creationId xmlns:a16="http://schemas.microsoft.com/office/drawing/2014/main" id="{62573331-AD74-4FF1-B97F-F0D3793F9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434"/>
                <a:ext cx="322" cy="215"/>
              </a:xfrm>
              <a:custGeom>
                <a:avLst/>
                <a:gdLst>
                  <a:gd name="T0" fmla="*/ 264 w 291"/>
                  <a:gd name="T1" fmla="*/ 86 h 195"/>
                  <a:gd name="T2" fmla="*/ 100 w 291"/>
                  <a:gd name="T3" fmla="*/ 261 h 195"/>
                  <a:gd name="T4" fmla="*/ 272 w 291"/>
                  <a:gd name="T5" fmla="*/ 40 h 195"/>
                  <a:gd name="T6" fmla="*/ 264 w 291"/>
                  <a:gd name="T7" fmla="*/ 86 h 1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1" h="195">
                    <a:moveTo>
                      <a:pt x="195" y="64"/>
                    </a:moveTo>
                    <a:cubicBezTo>
                      <a:pt x="195" y="64"/>
                      <a:pt x="46" y="80"/>
                      <a:pt x="73" y="195"/>
                    </a:cubicBezTo>
                    <a:cubicBezTo>
                      <a:pt x="73" y="195"/>
                      <a:pt x="0" y="95"/>
                      <a:pt x="201" y="30"/>
                    </a:cubicBezTo>
                    <a:cubicBezTo>
                      <a:pt x="291" y="0"/>
                      <a:pt x="195" y="64"/>
                      <a:pt x="195" y="64"/>
                    </a:cubicBezTo>
                    <a:close/>
                  </a:path>
                </a:pathLst>
              </a:custGeom>
              <a:solidFill>
                <a:srgbClr val="D84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9" name="Freeform 1030">
                <a:extLst>
                  <a:ext uri="{FF2B5EF4-FFF2-40B4-BE49-F238E27FC236}">
                    <a16:creationId xmlns:a16="http://schemas.microsoft.com/office/drawing/2014/main" id="{80FA0582-65A0-4731-A185-C323E4A77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565"/>
                <a:ext cx="46" cy="33"/>
              </a:xfrm>
              <a:custGeom>
                <a:avLst/>
                <a:gdLst>
                  <a:gd name="T0" fmla="*/ 53 w 42"/>
                  <a:gd name="T1" fmla="*/ 29 h 30"/>
                  <a:gd name="T2" fmla="*/ 23 w 42"/>
                  <a:gd name="T3" fmla="*/ 34 h 30"/>
                  <a:gd name="T4" fmla="*/ 3 w 42"/>
                  <a:gd name="T5" fmla="*/ 10 h 30"/>
                  <a:gd name="T6" fmla="*/ 34 w 42"/>
                  <a:gd name="T7" fmla="*/ 4 h 30"/>
                  <a:gd name="T8" fmla="*/ 53 w 42"/>
                  <a:gd name="T9" fmla="*/ 2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40" y="22"/>
                    </a:moveTo>
                    <a:cubicBezTo>
                      <a:pt x="37" y="28"/>
                      <a:pt x="27" y="30"/>
                      <a:pt x="17" y="25"/>
                    </a:cubicBezTo>
                    <a:cubicBezTo>
                      <a:pt x="7" y="21"/>
                      <a:pt x="0" y="13"/>
                      <a:pt x="3" y="7"/>
                    </a:cubicBezTo>
                    <a:cubicBezTo>
                      <a:pt x="5" y="1"/>
                      <a:pt x="15" y="0"/>
                      <a:pt x="26" y="4"/>
                    </a:cubicBezTo>
                    <a:cubicBezTo>
                      <a:pt x="36" y="8"/>
                      <a:pt x="42" y="16"/>
                      <a:pt x="40" y="22"/>
                    </a:cubicBezTo>
                    <a:close/>
                  </a:path>
                </a:pathLst>
              </a:custGeom>
              <a:solidFill>
                <a:srgbClr val="BF37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0" name="Freeform 1031">
                <a:extLst>
                  <a:ext uri="{FF2B5EF4-FFF2-40B4-BE49-F238E27FC236}">
                    <a16:creationId xmlns:a16="http://schemas.microsoft.com/office/drawing/2014/main" id="{947A3E81-188B-4838-87DD-95C0EC343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566"/>
                <a:ext cx="48" cy="27"/>
              </a:xfrm>
              <a:custGeom>
                <a:avLst/>
                <a:gdLst>
                  <a:gd name="T0" fmla="*/ 58 w 43"/>
                  <a:gd name="T1" fmla="*/ 10 h 24"/>
                  <a:gd name="T2" fmla="*/ 33 w 43"/>
                  <a:gd name="T3" fmla="*/ 32 h 24"/>
                  <a:gd name="T4" fmla="*/ 1 w 43"/>
                  <a:gd name="T5" fmla="*/ 24 h 24"/>
                  <a:gd name="T6" fmla="*/ 26 w 43"/>
                  <a:gd name="T7" fmla="*/ 2 h 24"/>
                  <a:gd name="T8" fmla="*/ 58 w 43"/>
                  <a:gd name="T9" fmla="*/ 1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4">
                    <a:moveTo>
                      <a:pt x="42" y="7"/>
                    </a:moveTo>
                    <a:cubicBezTo>
                      <a:pt x="43" y="12"/>
                      <a:pt x="35" y="19"/>
                      <a:pt x="24" y="22"/>
                    </a:cubicBezTo>
                    <a:cubicBezTo>
                      <a:pt x="13" y="24"/>
                      <a:pt x="3" y="22"/>
                      <a:pt x="1" y="17"/>
                    </a:cubicBezTo>
                    <a:cubicBezTo>
                      <a:pt x="0" y="12"/>
                      <a:pt x="8" y="5"/>
                      <a:pt x="19" y="2"/>
                    </a:cubicBezTo>
                    <a:cubicBezTo>
                      <a:pt x="30" y="0"/>
                      <a:pt x="40" y="2"/>
                      <a:pt x="42" y="7"/>
                    </a:cubicBezTo>
                    <a:close/>
                  </a:path>
                </a:pathLst>
              </a:custGeom>
              <a:solidFill>
                <a:srgbClr val="BF37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1" name="Freeform 1032">
                <a:extLst>
                  <a:ext uri="{FF2B5EF4-FFF2-40B4-BE49-F238E27FC236}">
                    <a16:creationId xmlns:a16="http://schemas.microsoft.com/office/drawing/2014/main" id="{74110673-3C42-4B2E-80C2-E331E066E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743"/>
                <a:ext cx="245" cy="254"/>
              </a:xfrm>
              <a:custGeom>
                <a:avLst/>
                <a:gdLst>
                  <a:gd name="T0" fmla="*/ 12 w 222"/>
                  <a:gd name="T1" fmla="*/ 0 h 230"/>
                  <a:gd name="T2" fmla="*/ 0 w 222"/>
                  <a:gd name="T3" fmla="*/ 3 h 230"/>
                  <a:gd name="T4" fmla="*/ 35 w 222"/>
                  <a:gd name="T5" fmla="*/ 44 h 230"/>
                  <a:gd name="T6" fmla="*/ 70 w 222"/>
                  <a:gd name="T7" fmla="*/ 100 h 230"/>
                  <a:gd name="T8" fmla="*/ 126 w 222"/>
                  <a:gd name="T9" fmla="*/ 215 h 230"/>
                  <a:gd name="T10" fmla="*/ 140 w 222"/>
                  <a:gd name="T11" fmla="*/ 266 h 230"/>
                  <a:gd name="T12" fmla="*/ 152 w 222"/>
                  <a:gd name="T13" fmla="*/ 299 h 230"/>
                  <a:gd name="T14" fmla="*/ 163 w 222"/>
                  <a:gd name="T15" fmla="*/ 256 h 230"/>
                  <a:gd name="T16" fmla="*/ 179 w 222"/>
                  <a:gd name="T17" fmla="*/ 205 h 230"/>
                  <a:gd name="T18" fmla="*/ 220 w 222"/>
                  <a:gd name="T19" fmla="*/ 134 h 230"/>
                  <a:gd name="T20" fmla="*/ 298 w 222"/>
                  <a:gd name="T21" fmla="*/ 47 h 230"/>
                  <a:gd name="T22" fmla="*/ 216 w 222"/>
                  <a:gd name="T23" fmla="*/ 40 h 230"/>
                  <a:gd name="T24" fmla="*/ 125 w 222"/>
                  <a:gd name="T25" fmla="*/ 31 h 230"/>
                  <a:gd name="T26" fmla="*/ 55 w 222"/>
                  <a:gd name="T27" fmla="*/ 17 h 230"/>
                  <a:gd name="T28" fmla="*/ 0 w 222"/>
                  <a:gd name="T29" fmla="*/ 1 h 2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2" h="230">
                    <a:moveTo>
                      <a:pt x="9" y="0"/>
                    </a:moveTo>
                    <a:cubicBezTo>
                      <a:pt x="6" y="0"/>
                      <a:pt x="5" y="3"/>
                      <a:pt x="0" y="3"/>
                    </a:cubicBezTo>
                    <a:cubicBezTo>
                      <a:pt x="6" y="14"/>
                      <a:pt x="19" y="22"/>
                      <a:pt x="26" y="33"/>
                    </a:cubicBezTo>
                    <a:cubicBezTo>
                      <a:pt x="35" y="47"/>
                      <a:pt x="44" y="60"/>
                      <a:pt x="52" y="74"/>
                    </a:cubicBezTo>
                    <a:cubicBezTo>
                      <a:pt x="70" y="101"/>
                      <a:pt x="84" y="129"/>
                      <a:pt x="93" y="160"/>
                    </a:cubicBezTo>
                    <a:cubicBezTo>
                      <a:pt x="97" y="173"/>
                      <a:pt x="102" y="184"/>
                      <a:pt x="104" y="197"/>
                    </a:cubicBezTo>
                    <a:cubicBezTo>
                      <a:pt x="105" y="202"/>
                      <a:pt x="103" y="230"/>
                      <a:pt x="113" y="222"/>
                    </a:cubicBezTo>
                    <a:cubicBezTo>
                      <a:pt x="117" y="219"/>
                      <a:pt x="119" y="196"/>
                      <a:pt x="121" y="190"/>
                    </a:cubicBezTo>
                    <a:cubicBezTo>
                      <a:pt x="125" y="178"/>
                      <a:pt x="128" y="164"/>
                      <a:pt x="133" y="152"/>
                    </a:cubicBezTo>
                    <a:cubicBezTo>
                      <a:pt x="141" y="133"/>
                      <a:pt x="150" y="116"/>
                      <a:pt x="163" y="100"/>
                    </a:cubicBezTo>
                    <a:cubicBezTo>
                      <a:pt x="180" y="79"/>
                      <a:pt x="216" y="63"/>
                      <a:pt x="222" y="35"/>
                    </a:cubicBezTo>
                    <a:cubicBezTo>
                      <a:pt x="209" y="27"/>
                      <a:pt x="176" y="31"/>
                      <a:pt x="161" y="30"/>
                    </a:cubicBezTo>
                    <a:cubicBezTo>
                      <a:pt x="138" y="29"/>
                      <a:pt x="116" y="26"/>
                      <a:pt x="92" y="23"/>
                    </a:cubicBezTo>
                    <a:cubicBezTo>
                      <a:pt x="74" y="21"/>
                      <a:pt x="58" y="19"/>
                      <a:pt x="41" y="13"/>
                    </a:cubicBezTo>
                    <a:cubicBezTo>
                      <a:pt x="26" y="7"/>
                      <a:pt x="16" y="1"/>
                      <a:pt x="0" y="1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2" name="Freeform 1033">
                <a:extLst>
                  <a:ext uri="{FF2B5EF4-FFF2-40B4-BE49-F238E27FC236}">
                    <a16:creationId xmlns:a16="http://schemas.microsoft.com/office/drawing/2014/main" id="{1825D62B-517B-4E22-87FD-BC11844BA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702"/>
                <a:ext cx="134" cy="39"/>
              </a:xfrm>
              <a:custGeom>
                <a:avLst/>
                <a:gdLst>
                  <a:gd name="T0" fmla="*/ 0 w 122"/>
                  <a:gd name="T1" fmla="*/ 40 h 35"/>
                  <a:gd name="T2" fmla="*/ 52 w 122"/>
                  <a:gd name="T3" fmla="*/ 47 h 35"/>
                  <a:gd name="T4" fmla="*/ 96 w 122"/>
                  <a:gd name="T5" fmla="*/ 43 h 35"/>
                  <a:gd name="T6" fmla="*/ 161 w 122"/>
                  <a:gd name="T7" fmla="*/ 18 h 35"/>
                  <a:gd name="T8" fmla="*/ 63 w 122"/>
                  <a:gd name="T9" fmla="*/ 14 h 35"/>
                  <a:gd name="T10" fmla="*/ 0 w 122"/>
                  <a:gd name="T11" fmla="*/ 35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35">
                    <a:moveTo>
                      <a:pt x="0" y="29"/>
                    </a:moveTo>
                    <a:cubicBezTo>
                      <a:pt x="12" y="27"/>
                      <a:pt x="26" y="33"/>
                      <a:pt x="39" y="34"/>
                    </a:cubicBezTo>
                    <a:cubicBezTo>
                      <a:pt x="51" y="35"/>
                      <a:pt x="61" y="33"/>
                      <a:pt x="72" y="31"/>
                    </a:cubicBezTo>
                    <a:cubicBezTo>
                      <a:pt x="91" y="26"/>
                      <a:pt x="106" y="22"/>
                      <a:pt x="122" y="13"/>
                    </a:cubicBezTo>
                    <a:cubicBezTo>
                      <a:pt x="112" y="0"/>
                      <a:pt x="62" y="9"/>
                      <a:pt x="47" y="11"/>
                    </a:cubicBezTo>
                    <a:cubicBezTo>
                      <a:pt x="32" y="14"/>
                      <a:pt x="13" y="18"/>
                      <a:pt x="0" y="25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3" name="Freeform 1034">
                <a:extLst>
                  <a:ext uri="{FF2B5EF4-FFF2-40B4-BE49-F238E27FC236}">
                    <a16:creationId xmlns:a16="http://schemas.microsoft.com/office/drawing/2014/main" id="{813CE337-94FA-4219-9E89-CF072C217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559"/>
                <a:ext cx="311" cy="196"/>
              </a:xfrm>
              <a:custGeom>
                <a:avLst/>
                <a:gdLst>
                  <a:gd name="T0" fmla="*/ 0 w 282"/>
                  <a:gd name="T1" fmla="*/ 0 h 178"/>
                  <a:gd name="T2" fmla="*/ 69 w 282"/>
                  <a:gd name="T3" fmla="*/ 122 h 178"/>
                  <a:gd name="T4" fmla="*/ 168 w 282"/>
                  <a:gd name="T5" fmla="*/ 199 h 178"/>
                  <a:gd name="T6" fmla="*/ 285 w 282"/>
                  <a:gd name="T7" fmla="*/ 237 h 178"/>
                  <a:gd name="T8" fmla="*/ 378 w 282"/>
                  <a:gd name="T9" fmla="*/ 235 h 178"/>
                  <a:gd name="T10" fmla="*/ 128 w 282"/>
                  <a:gd name="T11" fmla="*/ 96 h 178"/>
                  <a:gd name="T12" fmla="*/ 51 w 282"/>
                  <a:gd name="T13" fmla="*/ 25 h 178"/>
                  <a:gd name="T14" fmla="*/ 3 w 282"/>
                  <a:gd name="T15" fmla="*/ 3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2" h="178">
                    <a:moveTo>
                      <a:pt x="0" y="0"/>
                    </a:moveTo>
                    <a:cubicBezTo>
                      <a:pt x="19" y="30"/>
                      <a:pt x="25" y="66"/>
                      <a:pt x="52" y="92"/>
                    </a:cubicBezTo>
                    <a:cubicBezTo>
                      <a:pt x="75" y="112"/>
                      <a:pt x="101" y="130"/>
                      <a:pt x="125" y="149"/>
                    </a:cubicBezTo>
                    <a:cubicBezTo>
                      <a:pt x="152" y="170"/>
                      <a:pt x="178" y="177"/>
                      <a:pt x="212" y="177"/>
                    </a:cubicBezTo>
                    <a:cubicBezTo>
                      <a:pt x="235" y="178"/>
                      <a:pt x="261" y="169"/>
                      <a:pt x="282" y="175"/>
                    </a:cubicBezTo>
                    <a:cubicBezTo>
                      <a:pt x="229" y="126"/>
                      <a:pt x="148" y="121"/>
                      <a:pt x="95" y="72"/>
                    </a:cubicBezTo>
                    <a:cubicBezTo>
                      <a:pt x="76" y="54"/>
                      <a:pt x="57" y="35"/>
                      <a:pt x="38" y="19"/>
                    </a:cubicBezTo>
                    <a:cubicBezTo>
                      <a:pt x="29" y="11"/>
                      <a:pt x="15" y="1"/>
                      <a:pt x="3" y="3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4" name="Freeform 1035">
                <a:extLst>
                  <a:ext uri="{FF2B5EF4-FFF2-40B4-BE49-F238E27FC236}">
                    <a16:creationId xmlns:a16="http://schemas.microsoft.com/office/drawing/2014/main" id="{B65E6190-885E-4528-928B-F59A7C2A1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792"/>
                <a:ext cx="386" cy="230"/>
              </a:xfrm>
              <a:custGeom>
                <a:avLst/>
                <a:gdLst>
                  <a:gd name="T0" fmla="*/ 0 w 350"/>
                  <a:gd name="T1" fmla="*/ 14 h 208"/>
                  <a:gd name="T2" fmla="*/ 73 w 350"/>
                  <a:gd name="T3" fmla="*/ 17 h 208"/>
                  <a:gd name="T4" fmla="*/ 149 w 350"/>
                  <a:gd name="T5" fmla="*/ 13 h 208"/>
                  <a:gd name="T6" fmla="*/ 280 w 350"/>
                  <a:gd name="T7" fmla="*/ 31 h 208"/>
                  <a:gd name="T8" fmla="*/ 341 w 350"/>
                  <a:gd name="T9" fmla="*/ 94 h 208"/>
                  <a:gd name="T10" fmla="*/ 397 w 350"/>
                  <a:gd name="T11" fmla="*/ 155 h 208"/>
                  <a:gd name="T12" fmla="*/ 470 w 350"/>
                  <a:gd name="T13" fmla="*/ 281 h 208"/>
                  <a:gd name="T14" fmla="*/ 347 w 350"/>
                  <a:gd name="T15" fmla="*/ 140 h 208"/>
                  <a:gd name="T16" fmla="*/ 192 w 350"/>
                  <a:gd name="T17" fmla="*/ 43 h 208"/>
                  <a:gd name="T18" fmla="*/ 1 w 350"/>
                  <a:gd name="T19" fmla="*/ 23 h 2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0" h="208">
                    <a:moveTo>
                      <a:pt x="0" y="11"/>
                    </a:moveTo>
                    <a:cubicBezTo>
                      <a:pt x="16" y="17"/>
                      <a:pt x="38" y="14"/>
                      <a:pt x="54" y="13"/>
                    </a:cubicBezTo>
                    <a:cubicBezTo>
                      <a:pt x="73" y="12"/>
                      <a:pt x="92" y="11"/>
                      <a:pt x="111" y="10"/>
                    </a:cubicBezTo>
                    <a:cubicBezTo>
                      <a:pt x="148" y="9"/>
                      <a:pt x="177" y="0"/>
                      <a:pt x="209" y="23"/>
                    </a:cubicBezTo>
                    <a:cubicBezTo>
                      <a:pt x="226" y="36"/>
                      <a:pt x="238" y="54"/>
                      <a:pt x="254" y="70"/>
                    </a:cubicBezTo>
                    <a:cubicBezTo>
                      <a:pt x="269" y="84"/>
                      <a:pt x="285" y="97"/>
                      <a:pt x="296" y="115"/>
                    </a:cubicBezTo>
                    <a:cubicBezTo>
                      <a:pt x="314" y="143"/>
                      <a:pt x="343" y="175"/>
                      <a:pt x="350" y="208"/>
                    </a:cubicBezTo>
                    <a:cubicBezTo>
                      <a:pt x="314" y="180"/>
                      <a:pt x="293" y="135"/>
                      <a:pt x="259" y="104"/>
                    </a:cubicBezTo>
                    <a:cubicBezTo>
                      <a:pt x="224" y="73"/>
                      <a:pt x="185" y="51"/>
                      <a:pt x="143" y="32"/>
                    </a:cubicBezTo>
                    <a:cubicBezTo>
                      <a:pt x="98" y="12"/>
                      <a:pt x="49" y="17"/>
                      <a:pt x="1" y="17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5" name="Freeform 1036">
                <a:extLst>
                  <a:ext uri="{FF2B5EF4-FFF2-40B4-BE49-F238E27FC236}">
                    <a16:creationId xmlns:a16="http://schemas.microsoft.com/office/drawing/2014/main" id="{4D3943FF-BD13-4797-BD32-F0D323700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590"/>
                <a:ext cx="323" cy="58"/>
              </a:xfrm>
              <a:custGeom>
                <a:avLst/>
                <a:gdLst>
                  <a:gd name="T0" fmla="*/ 0 w 292"/>
                  <a:gd name="T1" fmla="*/ 26 h 53"/>
                  <a:gd name="T2" fmla="*/ 51 w 292"/>
                  <a:gd name="T3" fmla="*/ 47 h 53"/>
                  <a:gd name="T4" fmla="*/ 100 w 292"/>
                  <a:gd name="T5" fmla="*/ 44 h 53"/>
                  <a:gd name="T6" fmla="*/ 206 w 292"/>
                  <a:gd name="T7" fmla="*/ 43 h 53"/>
                  <a:gd name="T8" fmla="*/ 395 w 292"/>
                  <a:gd name="T9" fmla="*/ 22 h 53"/>
                  <a:gd name="T10" fmla="*/ 270 w 292"/>
                  <a:gd name="T11" fmla="*/ 25 h 53"/>
                  <a:gd name="T12" fmla="*/ 184 w 292"/>
                  <a:gd name="T13" fmla="*/ 4 h 53"/>
                  <a:gd name="T14" fmla="*/ 77 w 292"/>
                  <a:gd name="T15" fmla="*/ 10 h 53"/>
                  <a:gd name="T16" fmla="*/ 8 w 292"/>
                  <a:gd name="T17" fmla="*/ 14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2" h="53">
                    <a:moveTo>
                      <a:pt x="0" y="20"/>
                    </a:moveTo>
                    <a:cubicBezTo>
                      <a:pt x="7" y="22"/>
                      <a:pt x="26" y="33"/>
                      <a:pt x="38" y="36"/>
                    </a:cubicBezTo>
                    <a:cubicBezTo>
                      <a:pt x="50" y="38"/>
                      <a:pt x="61" y="35"/>
                      <a:pt x="73" y="34"/>
                    </a:cubicBezTo>
                    <a:cubicBezTo>
                      <a:pt x="99" y="34"/>
                      <a:pt x="126" y="33"/>
                      <a:pt x="152" y="33"/>
                    </a:cubicBezTo>
                    <a:cubicBezTo>
                      <a:pt x="202" y="33"/>
                      <a:pt x="250" y="53"/>
                      <a:pt x="292" y="16"/>
                    </a:cubicBezTo>
                    <a:cubicBezTo>
                      <a:pt x="266" y="28"/>
                      <a:pt x="228" y="21"/>
                      <a:pt x="200" y="19"/>
                    </a:cubicBezTo>
                    <a:cubicBezTo>
                      <a:pt x="177" y="17"/>
                      <a:pt x="158" y="8"/>
                      <a:pt x="136" y="4"/>
                    </a:cubicBezTo>
                    <a:cubicBezTo>
                      <a:pt x="110" y="0"/>
                      <a:pt x="84" y="5"/>
                      <a:pt x="57" y="7"/>
                    </a:cubicBezTo>
                    <a:cubicBezTo>
                      <a:pt x="42" y="8"/>
                      <a:pt x="20" y="17"/>
                      <a:pt x="5" y="11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6" name="Freeform 1037">
                <a:extLst>
                  <a:ext uri="{FF2B5EF4-FFF2-40B4-BE49-F238E27FC236}">
                    <a16:creationId xmlns:a16="http://schemas.microsoft.com/office/drawing/2014/main" id="{F209AB7C-646F-4E92-96BA-F9F4A294D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34"/>
                <a:ext cx="297" cy="140"/>
              </a:xfrm>
              <a:custGeom>
                <a:avLst/>
                <a:gdLst>
                  <a:gd name="T0" fmla="*/ 0 w 269"/>
                  <a:gd name="T1" fmla="*/ 161 h 127"/>
                  <a:gd name="T2" fmla="*/ 145 w 269"/>
                  <a:gd name="T3" fmla="*/ 57 h 127"/>
                  <a:gd name="T4" fmla="*/ 237 w 269"/>
                  <a:gd name="T5" fmla="*/ 31 h 127"/>
                  <a:gd name="T6" fmla="*/ 315 w 269"/>
                  <a:gd name="T7" fmla="*/ 8 h 127"/>
                  <a:gd name="T8" fmla="*/ 326 w 269"/>
                  <a:gd name="T9" fmla="*/ 76 h 127"/>
                  <a:gd name="T10" fmla="*/ 215 w 269"/>
                  <a:gd name="T11" fmla="*/ 116 h 127"/>
                  <a:gd name="T12" fmla="*/ 44 w 269"/>
                  <a:gd name="T13" fmla="*/ 162 h 127"/>
                  <a:gd name="T14" fmla="*/ 0 w 269"/>
                  <a:gd name="T15" fmla="*/ 157 h 1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9" h="127">
                    <a:moveTo>
                      <a:pt x="0" y="120"/>
                    </a:moveTo>
                    <a:cubicBezTo>
                      <a:pt x="34" y="127"/>
                      <a:pt x="79" y="60"/>
                      <a:pt x="108" y="43"/>
                    </a:cubicBezTo>
                    <a:cubicBezTo>
                      <a:pt x="130" y="31"/>
                      <a:pt x="154" y="32"/>
                      <a:pt x="177" y="23"/>
                    </a:cubicBezTo>
                    <a:cubicBezTo>
                      <a:pt x="192" y="18"/>
                      <a:pt x="218" y="0"/>
                      <a:pt x="234" y="5"/>
                    </a:cubicBezTo>
                    <a:cubicBezTo>
                      <a:pt x="258" y="12"/>
                      <a:pt x="269" y="48"/>
                      <a:pt x="242" y="57"/>
                    </a:cubicBezTo>
                    <a:cubicBezTo>
                      <a:pt x="214" y="67"/>
                      <a:pt x="187" y="71"/>
                      <a:pt x="160" y="86"/>
                    </a:cubicBezTo>
                    <a:cubicBezTo>
                      <a:pt x="119" y="109"/>
                      <a:pt x="80" y="123"/>
                      <a:pt x="33" y="121"/>
                    </a:cubicBezTo>
                    <a:cubicBezTo>
                      <a:pt x="22" y="121"/>
                      <a:pt x="12" y="117"/>
                      <a:pt x="0" y="117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7" name="Freeform 1038">
                <a:extLst>
                  <a:ext uri="{FF2B5EF4-FFF2-40B4-BE49-F238E27FC236}">
                    <a16:creationId xmlns:a16="http://schemas.microsoft.com/office/drawing/2014/main" id="{5C81CD4F-81E7-48B1-8F56-A4BBA04D5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636"/>
                <a:ext cx="209" cy="215"/>
              </a:xfrm>
              <a:custGeom>
                <a:avLst/>
                <a:gdLst>
                  <a:gd name="T0" fmla="*/ 0 w 189"/>
                  <a:gd name="T1" fmla="*/ 68 h 195"/>
                  <a:gd name="T2" fmla="*/ 43 w 189"/>
                  <a:gd name="T3" fmla="*/ 44 h 195"/>
                  <a:gd name="T4" fmla="*/ 65 w 189"/>
                  <a:gd name="T5" fmla="*/ 12 h 195"/>
                  <a:gd name="T6" fmla="*/ 134 w 189"/>
                  <a:gd name="T7" fmla="*/ 88 h 195"/>
                  <a:gd name="T8" fmla="*/ 206 w 189"/>
                  <a:gd name="T9" fmla="*/ 193 h 195"/>
                  <a:gd name="T10" fmla="*/ 255 w 189"/>
                  <a:gd name="T11" fmla="*/ 261 h 195"/>
                  <a:gd name="T12" fmla="*/ 199 w 189"/>
                  <a:gd name="T13" fmla="*/ 204 h 195"/>
                  <a:gd name="T14" fmla="*/ 116 w 189"/>
                  <a:gd name="T15" fmla="*/ 140 h 195"/>
                  <a:gd name="T16" fmla="*/ 44 w 189"/>
                  <a:gd name="T17" fmla="*/ 96 h 195"/>
                  <a:gd name="T18" fmla="*/ 0 w 189"/>
                  <a:gd name="T19" fmla="*/ 71 h 1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9" h="195">
                    <a:moveTo>
                      <a:pt x="0" y="51"/>
                    </a:moveTo>
                    <a:cubicBezTo>
                      <a:pt x="13" y="47"/>
                      <a:pt x="23" y="46"/>
                      <a:pt x="32" y="33"/>
                    </a:cubicBezTo>
                    <a:cubicBezTo>
                      <a:pt x="37" y="25"/>
                      <a:pt x="37" y="12"/>
                      <a:pt x="48" y="9"/>
                    </a:cubicBezTo>
                    <a:cubicBezTo>
                      <a:pt x="72" y="0"/>
                      <a:pt x="91" y="51"/>
                      <a:pt x="99" y="66"/>
                    </a:cubicBezTo>
                    <a:cubicBezTo>
                      <a:pt x="113" y="96"/>
                      <a:pt x="131" y="119"/>
                      <a:pt x="152" y="144"/>
                    </a:cubicBezTo>
                    <a:cubicBezTo>
                      <a:pt x="165" y="160"/>
                      <a:pt x="183" y="175"/>
                      <a:pt x="189" y="195"/>
                    </a:cubicBezTo>
                    <a:cubicBezTo>
                      <a:pt x="172" y="185"/>
                      <a:pt x="161" y="165"/>
                      <a:pt x="147" y="152"/>
                    </a:cubicBezTo>
                    <a:cubicBezTo>
                      <a:pt x="127" y="135"/>
                      <a:pt x="107" y="119"/>
                      <a:pt x="86" y="104"/>
                    </a:cubicBezTo>
                    <a:cubicBezTo>
                      <a:pt x="69" y="91"/>
                      <a:pt x="52" y="81"/>
                      <a:pt x="33" y="72"/>
                    </a:cubicBezTo>
                    <a:cubicBezTo>
                      <a:pt x="24" y="68"/>
                      <a:pt x="3" y="60"/>
                      <a:pt x="0" y="53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8" name="Freeform 1039">
                <a:extLst>
                  <a:ext uri="{FF2B5EF4-FFF2-40B4-BE49-F238E27FC236}">
                    <a16:creationId xmlns:a16="http://schemas.microsoft.com/office/drawing/2014/main" id="{CB620B15-FE8A-4671-9060-A2FA0916E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613"/>
                <a:ext cx="392" cy="359"/>
              </a:xfrm>
              <a:custGeom>
                <a:avLst/>
                <a:gdLst>
                  <a:gd name="T0" fmla="*/ 352 w 355"/>
                  <a:gd name="T1" fmla="*/ 15 h 325"/>
                  <a:gd name="T2" fmla="*/ 300 w 355"/>
                  <a:gd name="T3" fmla="*/ 91 h 325"/>
                  <a:gd name="T4" fmla="*/ 247 w 355"/>
                  <a:gd name="T5" fmla="*/ 142 h 325"/>
                  <a:gd name="T6" fmla="*/ 134 w 355"/>
                  <a:gd name="T7" fmla="*/ 222 h 325"/>
                  <a:gd name="T8" fmla="*/ 55 w 355"/>
                  <a:gd name="T9" fmla="*/ 327 h 325"/>
                  <a:gd name="T10" fmla="*/ 4 w 355"/>
                  <a:gd name="T11" fmla="*/ 418 h 325"/>
                  <a:gd name="T12" fmla="*/ 0 w 355"/>
                  <a:gd name="T13" fmla="*/ 439 h 325"/>
                  <a:gd name="T14" fmla="*/ 55 w 355"/>
                  <a:gd name="T15" fmla="*/ 371 h 325"/>
                  <a:gd name="T16" fmla="*/ 127 w 355"/>
                  <a:gd name="T17" fmla="*/ 308 h 325"/>
                  <a:gd name="T18" fmla="*/ 274 w 355"/>
                  <a:gd name="T19" fmla="*/ 188 h 325"/>
                  <a:gd name="T20" fmla="*/ 398 w 355"/>
                  <a:gd name="T21" fmla="*/ 120 h 325"/>
                  <a:gd name="T22" fmla="*/ 478 w 355"/>
                  <a:gd name="T23" fmla="*/ 83 h 325"/>
                  <a:gd name="T24" fmla="*/ 426 w 355"/>
                  <a:gd name="T25" fmla="*/ 83 h 325"/>
                  <a:gd name="T26" fmla="*/ 390 w 355"/>
                  <a:gd name="T27" fmla="*/ 43 h 325"/>
                  <a:gd name="T28" fmla="*/ 371 w 355"/>
                  <a:gd name="T29" fmla="*/ 3 h 325"/>
                  <a:gd name="T30" fmla="*/ 349 w 355"/>
                  <a:gd name="T31" fmla="*/ 15 h 3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55" h="325">
                    <a:moveTo>
                      <a:pt x="262" y="12"/>
                    </a:moveTo>
                    <a:cubicBezTo>
                      <a:pt x="249" y="31"/>
                      <a:pt x="239" y="50"/>
                      <a:pt x="223" y="67"/>
                    </a:cubicBezTo>
                    <a:cubicBezTo>
                      <a:pt x="210" y="80"/>
                      <a:pt x="197" y="93"/>
                      <a:pt x="184" y="106"/>
                    </a:cubicBezTo>
                    <a:cubicBezTo>
                      <a:pt x="159" y="130"/>
                      <a:pt x="125" y="142"/>
                      <a:pt x="100" y="165"/>
                    </a:cubicBezTo>
                    <a:cubicBezTo>
                      <a:pt x="77" y="188"/>
                      <a:pt x="61" y="218"/>
                      <a:pt x="41" y="243"/>
                    </a:cubicBezTo>
                    <a:cubicBezTo>
                      <a:pt x="24" y="264"/>
                      <a:pt x="12" y="284"/>
                      <a:pt x="4" y="310"/>
                    </a:cubicBezTo>
                    <a:cubicBezTo>
                      <a:pt x="2" y="315"/>
                      <a:pt x="0" y="319"/>
                      <a:pt x="0" y="325"/>
                    </a:cubicBezTo>
                    <a:cubicBezTo>
                      <a:pt x="17" y="317"/>
                      <a:pt x="28" y="289"/>
                      <a:pt x="41" y="275"/>
                    </a:cubicBezTo>
                    <a:cubicBezTo>
                      <a:pt x="57" y="258"/>
                      <a:pt x="75" y="242"/>
                      <a:pt x="94" y="229"/>
                    </a:cubicBezTo>
                    <a:cubicBezTo>
                      <a:pt x="134" y="203"/>
                      <a:pt x="165" y="165"/>
                      <a:pt x="204" y="139"/>
                    </a:cubicBezTo>
                    <a:cubicBezTo>
                      <a:pt x="233" y="121"/>
                      <a:pt x="264" y="105"/>
                      <a:pt x="295" y="90"/>
                    </a:cubicBezTo>
                    <a:cubicBezTo>
                      <a:pt x="308" y="83"/>
                      <a:pt x="349" y="74"/>
                      <a:pt x="355" y="62"/>
                    </a:cubicBezTo>
                    <a:cubicBezTo>
                      <a:pt x="346" y="56"/>
                      <a:pt x="330" y="66"/>
                      <a:pt x="317" y="62"/>
                    </a:cubicBezTo>
                    <a:cubicBezTo>
                      <a:pt x="303" y="57"/>
                      <a:pt x="296" y="44"/>
                      <a:pt x="290" y="32"/>
                    </a:cubicBezTo>
                    <a:cubicBezTo>
                      <a:pt x="287" y="23"/>
                      <a:pt x="283" y="7"/>
                      <a:pt x="275" y="3"/>
                    </a:cubicBezTo>
                    <a:cubicBezTo>
                      <a:pt x="268" y="0"/>
                      <a:pt x="255" y="3"/>
                      <a:pt x="259" y="12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9" name="Freeform 1040">
                <a:extLst>
                  <a:ext uri="{FF2B5EF4-FFF2-40B4-BE49-F238E27FC236}">
                    <a16:creationId xmlns:a16="http://schemas.microsoft.com/office/drawing/2014/main" id="{8B4BE1A8-3661-4C55-83A1-11C020607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2734"/>
                <a:ext cx="200" cy="95"/>
              </a:xfrm>
              <a:custGeom>
                <a:avLst/>
                <a:gdLst>
                  <a:gd name="T0" fmla="*/ 220 w 181"/>
                  <a:gd name="T1" fmla="*/ 0 h 86"/>
                  <a:gd name="T2" fmla="*/ 103 w 181"/>
                  <a:gd name="T3" fmla="*/ 63 h 86"/>
                  <a:gd name="T4" fmla="*/ 0 w 181"/>
                  <a:gd name="T5" fmla="*/ 116 h 86"/>
                  <a:gd name="T6" fmla="*/ 84 w 181"/>
                  <a:gd name="T7" fmla="*/ 89 h 86"/>
                  <a:gd name="T8" fmla="*/ 150 w 181"/>
                  <a:gd name="T9" fmla="*/ 70 h 86"/>
                  <a:gd name="T10" fmla="*/ 242 w 181"/>
                  <a:gd name="T11" fmla="*/ 10 h 86"/>
                  <a:gd name="T12" fmla="*/ 222 w 181"/>
                  <a:gd name="T13" fmla="*/ 1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1" h="86">
                    <a:moveTo>
                      <a:pt x="163" y="0"/>
                    </a:moveTo>
                    <a:cubicBezTo>
                      <a:pt x="137" y="20"/>
                      <a:pt x="105" y="31"/>
                      <a:pt x="76" y="47"/>
                    </a:cubicBezTo>
                    <a:cubicBezTo>
                      <a:pt x="52" y="62"/>
                      <a:pt x="23" y="70"/>
                      <a:pt x="0" y="86"/>
                    </a:cubicBezTo>
                    <a:cubicBezTo>
                      <a:pt x="19" y="84"/>
                      <a:pt x="43" y="73"/>
                      <a:pt x="62" y="66"/>
                    </a:cubicBezTo>
                    <a:cubicBezTo>
                      <a:pt x="78" y="60"/>
                      <a:pt x="94" y="59"/>
                      <a:pt x="111" y="52"/>
                    </a:cubicBezTo>
                    <a:cubicBezTo>
                      <a:pt x="125" y="47"/>
                      <a:pt x="181" y="25"/>
                      <a:pt x="179" y="7"/>
                    </a:cubicBezTo>
                    <a:cubicBezTo>
                      <a:pt x="174" y="5"/>
                      <a:pt x="170" y="2"/>
                      <a:pt x="165" y="1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0" name="Freeform 1041">
                <a:extLst>
                  <a:ext uri="{FF2B5EF4-FFF2-40B4-BE49-F238E27FC236}">
                    <a16:creationId xmlns:a16="http://schemas.microsoft.com/office/drawing/2014/main" id="{AC4078FC-5219-4B04-8E4C-E3F18E751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822"/>
                <a:ext cx="358" cy="201"/>
              </a:xfrm>
              <a:custGeom>
                <a:avLst/>
                <a:gdLst>
                  <a:gd name="T0" fmla="*/ 434 w 324"/>
                  <a:gd name="T1" fmla="*/ 3 h 182"/>
                  <a:gd name="T2" fmla="*/ 357 w 324"/>
                  <a:gd name="T3" fmla="*/ 38 h 182"/>
                  <a:gd name="T4" fmla="*/ 283 w 324"/>
                  <a:gd name="T5" fmla="*/ 60 h 182"/>
                  <a:gd name="T6" fmla="*/ 171 w 324"/>
                  <a:gd name="T7" fmla="*/ 86 h 182"/>
                  <a:gd name="T8" fmla="*/ 78 w 324"/>
                  <a:gd name="T9" fmla="*/ 167 h 182"/>
                  <a:gd name="T10" fmla="*/ 0 w 324"/>
                  <a:gd name="T11" fmla="*/ 243 h 182"/>
                  <a:gd name="T12" fmla="*/ 51 w 324"/>
                  <a:gd name="T13" fmla="*/ 215 h 182"/>
                  <a:gd name="T14" fmla="*/ 120 w 324"/>
                  <a:gd name="T15" fmla="*/ 189 h 182"/>
                  <a:gd name="T16" fmla="*/ 310 w 324"/>
                  <a:gd name="T17" fmla="*/ 152 h 182"/>
                  <a:gd name="T18" fmla="*/ 409 w 324"/>
                  <a:gd name="T19" fmla="*/ 55 h 182"/>
                  <a:gd name="T20" fmla="*/ 434 w 324"/>
                  <a:gd name="T21" fmla="*/ 3 h 1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4" h="182">
                    <a:moveTo>
                      <a:pt x="322" y="3"/>
                    </a:moveTo>
                    <a:cubicBezTo>
                      <a:pt x="315" y="0"/>
                      <a:pt x="276" y="24"/>
                      <a:pt x="264" y="28"/>
                    </a:cubicBezTo>
                    <a:cubicBezTo>
                      <a:pt x="246" y="34"/>
                      <a:pt x="228" y="41"/>
                      <a:pt x="210" y="44"/>
                    </a:cubicBezTo>
                    <a:cubicBezTo>
                      <a:pt x="182" y="50"/>
                      <a:pt x="152" y="53"/>
                      <a:pt x="127" y="64"/>
                    </a:cubicBezTo>
                    <a:cubicBezTo>
                      <a:pt x="99" y="76"/>
                      <a:pt x="77" y="102"/>
                      <a:pt x="58" y="124"/>
                    </a:cubicBezTo>
                    <a:cubicBezTo>
                      <a:pt x="43" y="143"/>
                      <a:pt x="8" y="158"/>
                      <a:pt x="0" y="180"/>
                    </a:cubicBezTo>
                    <a:cubicBezTo>
                      <a:pt x="13" y="182"/>
                      <a:pt x="28" y="167"/>
                      <a:pt x="38" y="160"/>
                    </a:cubicBezTo>
                    <a:cubicBezTo>
                      <a:pt x="55" y="149"/>
                      <a:pt x="70" y="142"/>
                      <a:pt x="90" y="140"/>
                    </a:cubicBezTo>
                    <a:cubicBezTo>
                      <a:pt x="140" y="135"/>
                      <a:pt x="186" y="142"/>
                      <a:pt x="230" y="113"/>
                    </a:cubicBezTo>
                    <a:cubicBezTo>
                      <a:pt x="258" y="94"/>
                      <a:pt x="281" y="66"/>
                      <a:pt x="303" y="41"/>
                    </a:cubicBezTo>
                    <a:cubicBezTo>
                      <a:pt x="313" y="32"/>
                      <a:pt x="324" y="16"/>
                      <a:pt x="322" y="3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1" name="Freeform 1042">
                <a:extLst>
                  <a:ext uri="{FF2B5EF4-FFF2-40B4-BE49-F238E27FC236}">
                    <a16:creationId xmlns:a16="http://schemas.microsoft.com/office/drawing/2014/main" id="{49869D6F-665B-4479-BE92-16D8B6921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421"/>
                <a:ext cx="481" cy="137"/>
              </a:xfrm>
              <a:custGeom>
                <a:avLst/>
                <a:gdLst>
                  <a:gd name="T0" fmla="*/ 0 w 436"/>
                  <a:gd name="T1" fmla="*/ 0 h 124"/>
                  <a:gd name="T2" fmla="*/ 61 w 436"/>
                  <a:gd name="T3" fmla="*/ 53 h 124"/>
                  <a:gd name="T4" fmla="*/ 126 w 436"/>
                  <a:gd name="T5" fmla="*/ 91 h 124"/>
                  <a:gd name="T6" fmla="*/ 271 w 436"/>
                  <a:gd name="T7" fmla="*/ 154 h 124"/>
                  <a:gd name="T8" fmla="*/ 431 w 436"/>
                  <a:gd name="T9" fmla="*/ 143 h 124"/>
                  <a:gd name="T10" fmla="*/ 586 w 436"/>
                  <a:gd name="T11" fmla="*/ 62 h 124"/>
                  <a:gd name="T12" fmla="*/ 510 w 436"/>
                  <a:gd name="T13" fmla="*/ 55 h 124"/>
                  <a:gd name="T14" fmla="*/ 399 w 436"/>
                  <a:gd name="T15" fmla="*/ 72 h 124"/>
                  <a:gd name="T16" fmla="*/ 182 w 436"/>
                  <a:gd name="T17" fmla="*/ 40 h 124"/>
                  <a:gd name="T18" fmla="*/ 71 w 436"/>
                  <a:gd name="T19" fmla="*/ 12 h 124"/>
                  <a:gd name="T20" fmla="*/ 8 w 436"/>
                  <a:gd name="T21" fmla="*/ 0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6" h="124">
                    <a:moveTo>
                      <a:pt x="0" y="0"/>
                    </a:moveTo>
                    <a:cubicBezTo>
                      <a:pt x="15" y="6"/>
                      <a:pt x="32" y="28"/>
                      <a:pt x="45" y="39"/>
                    </a:cubicBezTo>
                    <a:cubicBezTo>
                      <a:pt x="59" y="51"/>
                      <a:pt x="76" y="59"/>
                      <a:pt x="93" y="67"/>
                    </a:cubicBezTo>
                    <a:cubicBezTo>
                      <a:pt x="129" y="85"/>
                      <a:pt x="162" y="104"/>
                      <a:pt x="202" y="114"/>
                    </a:cubicBezTo>
                    <a:cubicBezTo>
                      <a:pt x="237" y="124"/>
                      <a:pt x="288" y="116"/>
                      <a:pt x="321" y="106"/>
                    </a:cubicBezTo>
                    <a:cubicBezTo>
                      <a:pt x="353" y="96"/>
                      <a:pt x="421" y="81"/>
                      <a:pt x="436" y="46"/>
                    </a:cubicBezTo>
                    <a:cubicBezTo>
                      <a:pt x="421" y="40"/>
                      <a:pt x="397" y="41"/>
                      <a:pt x="380" y="41"/>
                    </a:cubicBezTo>
                    <a:cubicBezTo>
                      <a:pt x="352" y="41"/>
                      <a:pt x="325" y="55"/>
                      <a:pt x="297" y="53"/>
                    </a:cubicBezTo>
                    <a:cubicBezTo>
                      <a:pt x="242" y="47"/>
                      <a:pt x="192" y="24"/>
                      <a:pt x="136" y="30"/>
                    </a:cubicBezTo>
                    <a:cubicBezTo>
                      <a:pt x="110" y="32"/>
                      <a:pt x="79" y="14"/>
                      <a:pt x="53" y="9"/>
                    </a:cubicBezTo>
                    <a:cubicBezTo>
                      <a:pt x="38" y="6"/>
                      <a:pt x="16" y="10"/>
                      <a:pt x="5" y="0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2" name="Freeform 1043">
                <a:extLst>
                  <a:ext uri="{FF2B5EF4-FFF2-40B4-BE49-F238E27FC236}">
                    <a16:creationId xmlns:a16="http://schemas.microsoft.com/office/drawing/2014/main" id="{B753B62A-6DC7-48CD-9E19-A45DD2F2E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2771"/>
                <a:ext cx="93" cy="132"/>
              </a:xfrm>
              <a:custGeom>
                <a:avLst/>
                <a:gdLst>
                  <a:gd name="T0" fmla="*/ 0 w 84"/>
                  <a:gd name="T1" fmla="*/ 0 h 120"/>
                  <a:gd name="T2" fmla="*/ 53 w 84"/>
                  <a:gd name="T3" fmla="*/ 74 h 120"/>
                  <a:gd name="T4" fmla="*/ 91 w 84"/>
                  <a:gd name="T5" fmla="*/ 160 h 120"/>
                  <a:gd name="T6" fmla="*/ 69 w 84"/>
                  <a:gd name="T7" fmla="*/ 25 h 120"/>
                  <a:gd name="T8" fmla="*/ 33 w 84"/>
                  <a:gd name="T9" fmla="*/ 15 h 120"/>
                  <a:gd name="T10" fmla="*/ 0 w 84"/>
                  <a:gd name="T11" fmla="*/ 0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120">
                    <a:moveTo>
                      <a:pt x="0" y="0"/>
                    </a:moveTo>
                    <a:cubicBezTo>
                      <a:pt x="15" y="18"/>
                      <a:pt x="30" y="32"/>
                      <a:pt x="39" y="55"/>
                    </a:cubicBezTo>
                    <a:cubicBezTo>
                      <a:pt x="45" y="70"/>
                      <a:pt x="52" y="114"/>
                      <a:pt x="67" y="120"/>
                    </a:cubicBezTo>
                    <a:cubicBezTo>
                      <a:pt x="68" y="92"/>
                      <a:pt x="84" y="35"/>
                      <a:pt x="51" y="19"/>
                    </a:cubicBezTo>
                    <a:cubicBezTo>
                      <a:pt x="42" y="14"/>
                      <a:pt x="32" y="15"/>
                      <a:pt x="24" y="12"/>
                    </a:cubicBezTo>
                    <a:cubicBezTo>
                      <a:pt x="15" y="8"/>
                      <a:pt x="9" y="1"/>
                      <a:pt x="0" y="0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3" name="Freeform 1044">
                <a:extLst>
                  <a:ext uri="{FF2B5EF4-FFF2-40B4-BE49-F238E27FC236}">
                    <a16:creationId xmlns:a16="http://schemas.microsoft.com/office/drawing/2014/main" id="{09D94D39-99C6-44B5-A7FD-15C9A017F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719"/>
                <a:ext cx="63" cy="18"/>
              </a:xfrm>
              <a:custGeom>
                <a:avLst/>
                <a:gdLst>
                  <a:gd name="T0" fmla="*/ 0 w 57"/>
                  <a:gd name="T1" fmla="*/ 20 h 16"/>
                  <a:gd name="T2" fmla="*/ 77 w 57"/>
                  <a:gd name="T3" fmla="*/ 7 h 16"/>
                  <a:gd name="T4" fmla="*/ 0 w 57"/>
                  <a:gd name="T5" fmla="*/ 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6">
                    <a:moveTo>
                      <a:pt x="0" y="14"/>
                    </a:moveTo>
                    <a:cubicBezTo>
                      <a:pt x="18" y="14"/>
                      <a:pt x="44" y="16"/>
                      <a:pt x="57" y="4"/>
                    </a:cubicBezTo>
                    <a:cubicBezTo>
                      <a:pt x="43" y="0"/>
                      <a:pt x="13" y="3"/>
                      <a:pt x="0" y="9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4" name="Freeform 1045">
                <a:extLst>
                  <a:ext uri="{FF2B5EF4-FFF2-40B4-BE49-F238E27FC236}">
                    <a16:creationId xmlns:a16="http://schemas.microsoft.com/office/drawing/2014/main" id="{0BB1018F-3646-45CB-B5A4-667410450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460"/>
                <a:ext cx="181" cy="93"/>
              </a:xfrm>
              <a:custGeom>
                <a:avLst/>
                <a:gdLst>
                  <a:gd name="T0" fmla="*/ 0 w 164"/>
                  <a:gd name="T1" fmla="*/ 114 h 84"/>
                  <a:gd name="T2" fmla="*/ 23 w 164"/>
                  <a:gd name="T3" fmla="*/ 99 h 84"/>
                  <a:gd name="T4" fmla="*/ 49 w 164"/>
                  <a:gd name="T5" fmla="*/ 71 h 84"/>
                  <a:gd name="T6" fmla="*/ 98 w 164"/>
                  <a:gd name="T7" fmla="*/ 24 h 84"/>
                  <a:gd name="T8" fmla="*/ 168 w 164"/>
                  <a:gd name="T9" fmla="*/ 21 h 84"/>
                  <a:gd name="T10" fmla="*/ 221 w 164"/>
                  <a:gd name="T11" fmla="*/ 0 h 84"/>
                  <a:gd name="T12" fmla="*/ 156 w 164"/>
                  <a:gd name="T13" fmla="*/ 34 h 84"/>
                  <a:gd name="T14" fmla="*/ 85 w 164"/>
                  <a:gd name="T15" fmla="*/ 75 h 84"/>
                  <a:gd name="T16" fmla="*/ 9 w 164"/>
                  <a:gd name="T17" fmla="*/ 110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4" h="84">
                    <a:moveTo>
                      <a:pt x="0" y="84"/>
                    </a:moveTo>
                    <a:cubicBezTo>
                      <a:pt x="4" y="78"/>
                      <a:pt x="11" y="77"/>
                      <a:pt x="17" y="72"/>
                    </a:cubicBezTo>
                    <a:cubicBezTo>
                      <a:pt x="24" y="67"/>
                      <a:pt x="30" y="59"/>
                      <a:pt x="36" y="52"/>
                    </a:cubicBezTo>
                    <a:cubicBezTo>
                      <a:pt x="46" y="41"/>
                      <a:pt x="59" y="23"/>
                      <a:pt x="73" y="18"/>
                    </a:cubicBezTo>
                    <a:cubicBezTo>
                      <a:pt x="89" y="13"/>
                      <a:pt x="108" y="18"/>
                      <a:pt x="125" y="15"/>
                    </a:cubicBezTo>
                    <a:cubicBezTo>
                      <a:pt x="139" y="13"/>
                      <a:pt x="150" y="3"/>
                      <a:pt x="164" y="0"/>
                    </a:cubicBezTo>
                    <a:cubicBezTo>
                      <a:pt x="150" y="15"/>
                      <a:pt x="135" y="19"/>
                      <a:pt x="116" y="25"/>
                    </a:cubicBezTo>
                    <a:cubicBezTo>
                      <a:pt x="94" y="31"/>
                      <a:pt x="81" y="43"/>
                      <a:pt x="63" y="55"/>
                    </a:cubicBezTo>
                    <a:cubicBezTo>
                      <a:pt x="47" y="65"/>
                      <a:pt x="25" y="81"/>
                      <a:pt x="6" y="80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5" name="Freeform 1046">
                <a:extLst>
                  <a:ext uri="{FF2B5EF4-FFF2-40B4-BE49-F238E27FC236}">
                    <a16:creationId xmlns:a16="http://schemas.microsoft.com/office/drawing/2014/main" id="{CE2286C8-FC49-4644-B930-1AF0D81C6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585"/>
                <a:ext cx="225" cy="148"/>
              </a:xfrm>
              <a:custGeom>
                <a:avLst/>
                <a:gdLst>
                  <a:gd name="T0" fmla="*/ 8 w 204"/>
                  <a:gd name="T1" fmla="*/ 10 h 134"/>
                  <a:gd name="T2" fmla="*/ 71 w 204"/>
                  <a:gd name="T3" fmla="*/ 63 h 134"/>
                  <a:gd name="T4" fmla="*/ 129 w 204"/>
                  <a:gd name="T5" fmla="*/ 106 h 134"/>
                  <a:gd name="T6" fmla="*/ 216 w 204"/>
                  <a:gd name="T7" fmla="*/ 142 h 134"/>
                  <a:gd name="T8" fmla="*/ 274 w 204"/>
                  <a:gd name="T9" fmla="*/ 171 h 134"/>
                  <a:gd name="T10" fmla="*/ 190 w 204"/>
                  <a:gd name="T11" fmla="*/ 151 h 134"/>
                  <a:gd name="T12" fmla="*/ 98 w 204"/>
                  <a:gd name="T13" fmla="*/ 124 h 134"/>
                  <a:gd name="T14" fmla="*/ 0 w 204"/>
                  <a:gd name="T15" fmla="*/ 0 h 1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4" h="134">
                    <a:moveTo>
                      <a:pt x="5" y="7"/>
                    </a:moveTo>
                    <a:cubicBezTo>
                      <a:pt x="24" y="8"/>
                      <a:pt x="40" y="35"/>
                      <a:pt x="53" y="47"/>
                    </a:cubicBezTo>
                    <a:cubicBezTo>
                      <a:pt x="66" y="61"/>
                      <a:pt x="80" y="71"/>
                      <a:pt x="96" y="79"/>
                    </a:cubicBezTo>
                    <a:cubicBezTo>
                      <a:pt x="117" y="90"/>
                      <a:pt x="139" y="98"/>
                      <a:pt x="161" y="106"/>
                    </a:cubicBezTo>
                    <a:cubicBezTo>
                      <a:pt x="173" y="111"/>
                      <a:pt x="196" y="116"/>
                      <a:pt x="204" y="127"/>
                    </a:cubicBezTo>
                    <a:cubicBezTo>
                      <a:pt x="184" y="134"/>
                      <a:pt x="160" y="119"/>
                      <a:pt x="141" y="112"/>
                    </a:cubicBezTo>
                    <a:cubicBezTo>
                      <a:pt x="119" y="105"/>
                      <a:pt x="94" y="101"/>
                      <a:pt x="73" y="91"/>
                    </a:cubicBezTo>
                    <a:cubicBezTo>
                      <a:pt x="37" y="76"/>
                      <a:pt x="28" y="24"/>
                      <a:pt x="0" y="0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6" name="Freeform 1047">
                <a:extLst>
                  <a:ext uri="{FF2B5EF4-FFF2-40B4-BE49-F238E27FC236}">
                    <a16:creationId xmlns:a16="http://schemas.microsoft.com/office/drawing/2014/main" id="{B9815178-1FAD-4FDC-A9EF-64F82421C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648"/>
                <a:ext cx="83" cy="108"/>
              </a:xfrm>
              <a:custGeom>
                <a:avLst/>
                <a:gdLst>
                  <a:gd name="T0" fmla="*/ 3 w 75"/>
                  <a:gd name="T1" fmla="*/ 39 h 98"/>
                  <a:gd name="T2" fmla="*/ 48 w 75"/>
                  <a:gd name="T3" fmla="*/ 26 h 98"/>
                  <a:gd name="T4" fmla="*/ 102 w 75"/>
                  <a:gd name="T5" fmla="*/ 131 h 98"/>
                  <a:gd name="T6" fmla="*/ 45 w 75"/>
                  <a:gd name="T7" fmla="*/ 55 h 98"/>
                  <a:gd name="T8" fmla="*/ 4 w 75"/>
                  <a:gd name="T9" fmla="*/ 37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98">
                    <a:moveTo>
                      <a:pt x="3" y="29"/>
                    </a:moveTo>
                    <a:cubicBezTo>
                      <a:pt x="0" y="0"/>
                      <a:pt x="21" y="4"/>
                      <a:pt x="35" y="20"/>
                    </a:cubicBezTo>
                    <a:cubicBezTo>
                      <a:pt x="53" y="40"/>
                      <a:pt x="67" y="74"/>
                      <a:pt x="75" y="98"/>
                    </a:cubicBezTo>
                    <a:cubicBezTo>
                      <a:pt x="65" y="80"/>
                      <a:pt x="48" y="55"/>
                      <a:pt x="33" y="41"/>
                    </a:cubicBezTo>
                    <a:cubicBezTo>
                      <a:pt x="24" y="32"/>
                      <a:pt x="14" y="32"/>
                      <a:pt x="4" y="28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7" name="Freeform 1048">
                <a:extLst>
                  <a:ext uri="{FF2B5EF4-FFF2-40B4-BE49-F238E27FC236}">
                    <a16:creationId xmlns:a16="http://schemas.microsoft.com/office/drawing/2014/main" id="{DFC21DA3-5A98-48CA-9E30-4938041A5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808"/>
                <a:ext cx="109" cy="67"/>
              </a:xfrm>
              <a:custGeom>
                <a:avLst/>
                <a:gdLst>
                  <a:gd name="T0" fmla="*/ 3 w 98"/>
                  <a:gd name="T1" fmla="*/ 4 h 60"/>
                  <a:gd name="T2" fmla="*/ 75 w 98"/>
                  <a:gd name="T3" fmla="*/ 25 h 60"/>
                  <a:gd name="T4" fmla="*/ 135 w 98"/>
                  <a:gd name="T5" fmla="*/ 84 h 60"/>
                  <a:gd name="T6" fmla="*/ 57 w 98"/>
                  <a:gd name="T7" fmla="*/ 38 h 60"/>
                  <a:gd name="T8" fmla="*/ 0 w 98"/>
                  <a:gd name="T9" fmla="*/ 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60">
                    <a:moveTo>
                      <a:pt x="3" y="4"/>
                    </a:moveTo>
                    <a:cubicBezTo>
                      <a:pt x="18" y="0"/>
                      <a:pt x="41" y="8"/>
                      <a:pt x="54" y="18"/>
                    </a:cubicBezTo>
                    <a:cubicBezTo>
                      <a:pt x="67" y="28"/>
                      <a:pt x="89" y="44"/>
                      <a:pt x="98" y="60"/>
                    </a:cubicBezTo>
                    <a:cubicBezTo>
                      <a:pt x="78" y="59"/>
                      <a:pt x="56" y="38"/>
                      <a:pt x="41" y="27"/>
                    </a:cubicBezTo>
                    <a:cubicBezTo>
                      <a:pt x="27" y="16"/>
                      <a:pt x="14" y="12"/>
                      <a:pt x="0" y="3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8" name="Freeform 1049">
                <a:extLst>
                  <a:ext uri="{FF2B5EF4-FFF2-40B4-BE49-F238E27FC236}">
                    <a16:creationId xmlns:a16="http://schemas.microsoft.com/office/drawing/2014/main" id="{95A3A43E-18BD-411B-BD01-D7ED47CC2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648"/>
                <a:ext cx="272" cy="245"/>
              </a:xfrm>
              <a:custGeom>
                <a:avLst/>
                <a:gdLst>
                  <a:gd name="T0" fmla="*/ 289 w 247"/>
                  <a:gd name="T1" fmla="*/ 10 h 222"/>
                  <a:gd name="T2" fmla="*/ 276 w 247"/>
                  <a:gd name="T3" fmla="*/ 21 h 222"/>
                  <a:gd name="T4" fmla="*/ 252 w 247"/>
                  <a:gd name="T5" fmla="*/ 52 h 222"/>
                  <a:gd name="T6" fmla="*/ 210 w 247"/>
                  <a:gd name="T7" fmla="*/ 96 h 222"/>
                  <a:gd name="T8" fmla="*/ 127 w 247"/>
                  <a:gd name="T9" fmla="*/ 153 h 222"/>
                  <a:gd name="T10" fmla="*/ 61 w 247"/>
                  <a:gd name="T11" fmla="*/ 209 h 222"/>
                  <a:gd name="T12" fmla="*/ 0 w 247"/>
                  <a:gd name="T13" fmla="*/ 298 h 222"/>
                  <a:gd name="T14" fmla="*/ 94 w 247"/>
                  <a:gd name="T15" fmla="*/ 202 h 222"/>
                  <a:gd name="T16" fmla="*/ 213 w 247"/>
                  <a:gd name="T17" fmla="*/ 119 h 222"/>
                  <a:gd name="T18" fmla="*/ 290 w 247"/>
                  <a:gd name="T19" fmla="*/ 10 h 2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7" h="222">
                    <a:moveTo>
                      <a:pt x="216" y="7"/>
                    </a:moveTo>
                    <a:cubicBezTo>
                      <a:pt x="215" y="0"/>
                      <a:pt x="210" y="12"/>
                      <a:pt x="207" y="15"/>
                    </a:cubicBezTo>
                    <a:cubicBezTo>
                      <a:pt x="201" y="23"/>
                      <a:pt x="195" y="31"/>
                      <a:pt x="189" y="39"/>
                    </a:cubicBezTo>
                    <a:cubicBezTo>
                      <a:pt x="179" y="51"/>
                      <a:pt x="169" y="61"/>
                      <a:pt x="157" y="72"/>
                    </a:cubicBezTo>
                    <a:cubicBezTo>
                      <a:pt x="137" y="89"/>
                      <a:pt x="117" y="100"/>
                      <a:pt x="94" y="114"/>
                    </a:cubicBezTo>
                    <a:cubicBezTo>
                      <a:pt x="76" y="124"/>
                      <a:pt x="58" y="139"/>
                      <a:pt x="45" y="155"/>
                    </a:cubicBezTo>
                    <a:cubicBezTo>
                      <a:pt x="31" y="172"/>
                      <a:pt x="6" y="201"/>
                      <a:pt x="0" y="222"/>
                    </a:cubicBezTo>
                    <a:cubicBezTo>
                      <a:pt x="29" y="204"/>
                      <a:pt x="43" y="169"/>
                      <a:pt x="70" y="150"/>
                    </a:cubicBezTo>
                    <a:cubicBezTo>
                      <a:pt x="99" y="129"/>
                      <a:pt x="130" y="110"/>
                      <a:pt x="159" y="89"/>
                    </a:cubicBezTo>
                    <a:cubicBezTo>
                      <a:pt x="173" y="78"/>
                      <a:pt x="247" y="21"/>
                      <a:pt x="217" y="7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9" name="Freeform 1050">
                <a:extLst>
                  <a:ext uri="{FF2B5EF4-FFF2-40B4-BE49-F238E27FC236}">
                    <a16:creationId xmlns:a16="http://schemas.microsoft.com/office/drawing/2014/main" id="{47AEA073-15EB-4908-8326-EBC984004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749"/>
                <a:ext cx="95" cy="47"/>
              </a:xfrm>
              <a:custGeom>
                <a:avLst/>
                <a:gdLst>
                  <a:gd name="T0" fmla="*/ 115 w 86"/>
                  <a:gd name="T1" fmla="*/ 0 h 43"/>
                  <a:gd name="T2" fmla="*/ 60 w 86"/>
                  <a:gd name="T3" fmla="*/ 27 h 43"/>
                  <a:gd name="T4" fmla="*/ 0 w 86"/>
                  <a:gd name="T5" fmla="*/ 52 h 43"/>
                  <a:gd name="T6" fmla="*/ 83 w 86"/>
                  <a:gd name="T7" fmla="*/ 21 h 43"/>
                  <a:gd name="T8" fmla="*/ 115 w 86"/>
                  <a:gd name="T9" fmla="*/ 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43">
                    <a:moveTo>
                      <a:pt x="85" y="0"/>
                    </a:moveTo>
                    <a:cubicBezTo>
                      <a:pt x="75" y="1"/>
                      <a:pt x="55" y="16"/>
                      <a:pt x="44" y="21"/>
                    </a:cubicBezTo>
                    <a:cubicBezTo>
                      <a:pt x="30" y="27"/>
                      <a:pt x="13" y="32"/>
                      <a:pt x="0" y="40"/>
                    </a:cubicBezTo>
                    <a:cubicBezTo>
                      <a:pt x="22" y="43"/>
                      <a:pt x="43" y="24"/>
                      <a:pt x="62" y="16"/>
                    </a:cubicBezTo>
                    <a:cubicBezTo>
                      <a:pt x="68" y="13"/>
                      <a:pt x="86" y="9"/>
                      <a:pt x="85" y="1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0" name="Freeform 1051">
                <a:extLst>
                  <a:ext uri="{FF2B5EF4-FFF2-40B4-BE49-F238E27FC236}">
                    <a16:creationId xmlns:a16="http://schemas.microsoft.com/office/drawing/2014/main" id="{76B50CE3-7E41-4170-8290-781839E93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853"/>
                <a:ext cx="227" cy="106"/>
              </a:xfrm>
              <a:custGeom>
                <a:avLst/>
                <a:gdLst>
                  <a:gd name="T0" fmla="*/ 275 w 206"/>
                  <a:gd name="T1" fmla="*/ 10 h 96"/>
                  <a:gd name="T2" fmla="*/ 198 w 206"/>
                  <a:gd name="T3" fmla="*/ 31 h 96"/>
                  <a:gd name="T4" fmla="*/ 108 w 206"/>
                  <a:gd name="T5" fmla="*/ 50 h 96"/>
                  <a:gd name="T6" fmla="*/ 0 w 206"/>
                  <a:gd name="T7" fmla="*/ 125 h 96"/>
                  <a:gd name="T8" fmla="*/ 86 w 206"/>
                  <a:gd name="T9" fmla="*/ 88 h 96"/>
                  <a:gd name="T10" fmla="*/ 183 w 206"/>
                  <a:gd name="T11" fmla="*/ 44 h 96"/>
                  <a:gd name="T12" fmla="*/ 275 w 206"/>
                  <a:gd name="T13" fmla="*/ 12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6" h="96">
                    <a:moveTo>
                      <a:pt x="206" y="7"/>
                    </a:moveTo>
                    <a:cubicBezTo>
                      <a:pt x="195" y="0"/>
                      <a:pt x="160" y="21"/>
                      <a:pt x="148" y="23"/>
                    </a:cubicBezTo>
                    <a:cubicBezTo>
                      <a:pt x="125" y="28"/>
                      <a:pt x="103" y="29"/>
                      <a:pt x="81" y="37"/>
                    </a:cubicBezTo>
                    <a:cubicBezTo>
                      <a:pt x="56" y="46"/>
                      <a:pt x="14" y="69"/>
                      <a:pt x="0" y="92"/>
                    </a:cubicBezTo>
                    <a:cubicBezTo>
                      <a:pt x="22" y="96"/>
                      <a:pt x="45" y="72"/>
                      <a:pt x="64" y="65"/>
                    </a:cubicBezTo>
                    <a:cubicBezTo>
                      <a:pt x="89" y="55"/>
                      <a:pt x="112" y="43"/>
                      <a:pt x="137" y="33"/>
                    </a:cubicBezTo>
                    <a:cubicBezTo>
                      <a:pt x="160" y="24"/>
                      <a:pt x="187" y="24"/>
                      <a:pt x="206" y="9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1" name="Freeform 1052">
                <a:extLst>
                  <a:ext uri="{FF2B5EF4-FFF2-40B4-BE49-F238E27FC236}">
                    <a16:creationId xmlns:a16="http://schemas.microsoft.com/office/drawing/2014/main" id="{36694419-468E-4986-90F6-B25FCF235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458"/>
                <a:ext cx="333" cy="80"/>
              </a:xfrm>
              <a:custGeom>
                <a:avLst/>
                <a:gdLst>
                  <a:gd name="T0" fmla="*/ 0 w 301"/>
                  <a:gd name="T1" fmla="*/ 4 h 72"/>
                  <a:gd name="T2" fmla="*/ 93 w 301"/>
                  <a:gd name="T3" fmla="*/ 52 h 72"/>
                  <a:gd name="T4" fmla="*/ 195 w 301"/>
                  <a:gd name="T5" fmla="*/ 87 h 72"/>
                  <a:gd name="T6" fmla="*/ 407 w 301"/>
                  <a:gd name="T7" fmla="*/ 58 h 72"/>
                  <a:gd name="T8" fmla="*/ 125 w 301"/>
                  <a:gd name="T9" fmla="*/ 47 h 72"/>
                  <a:gd name="T10" fmla="*/ 11 w 301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1" h="72">
                    <a:moveTo>
                      <a:pt x="0" y="4"/>
                    </a:moveTo>
                    <a:cubicBezTo>
                      <a:pt x="17" y="0"/>
                      <a:pt x="53" y="31"/>
                      <a:pt x="69" y="38"/>
                    </a:cubicBezTo>
                    <a:cubicBezTo>
                      <a:pt x="94" y="49"/>
                      <a:pt x="117" y="59"/>
                      <a:pt x="144" y="63"/>
                    </a:cubicBezTo>
                    <a:cubicBezTo>
                      <a:pt x="196" y="72"/>
                      <a:pt x="250" y="49"/>
                      <a:pt x="301" y="42"/>
                    </a:cubicBezTo>
                    <a:cubicBezTo>
                      <a:pt x="234" y="40"/>
                      <a:pt x="160" y="45"/>
                      <a:pt x="92" y="34"/>
                    </a:cubicBezTo>
                    <a:cubicBezTo>
                      <a:pt x="60" y="29"/>
                      <a:pt x="35" y="17"/>
                      <a:pt x="8" y="0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2" name="Freeform 1053">
                <a:extLst>
                  <a:ext uri="{FF2B5EF4-FFF2-40B4-BE49-F238E27FC236}">
                    <a16:creationId xmlns:a16="http://schemas.microsoft.com/office/drawing/2014/main" id="{35139AEE-2EF3-4225-BDB5-DE0D19CDA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207"/>
                <a:ext cx="332" cy="189"/>
              </a:xfrm>
              <a:custGeom>
                <a:avLst/>
                <a:gdLst>
                  <a:gd name="T0" fmla="*/ 406 w 300"/>
                  <a:gd name="T1" fmla="*/ 193 h 171"/>
                  <a:gd name="T2" fmla="*/ 307 w 300"/>
                  <a:gd name="T3" fmla="*/ 156 h 171"/>
                  <a:gd name="T4" fmla="*/ 177 w 300"/>
                  <a:gd name="T5" fmla="*/ 116 h 171"/>
                  <a:gd name="T6" fmla="*/ 94 w 300"/>
                  <a:gd name="T7" fmla="*/ 76 h 171"/>
                  <a:gd name="T8" fmla="*/ 0 w 300"/>
                  <a:gd name="T9" fmla="*/ 0 h 171"/>
                  <a:gd name="T10" fmla="*/ 77 w 300"/>
                  <a:gd name="T11" fmla="*/ 103 h 171"/>
                  <a:gd name="T12" fmla="*/ 108 w 300"/>
                  <a:gd name="T13" fmla="*/ 158 h 171"/>
                  <a:gd name="T14" fmla="*/ 133 w 300"/>
                  <a:gd name="T15" fmla="*/ 213 h 171"/>
                  <a:gd name="T16" fmla="*/ 280 w 300"/>
                  <a:gd name="T17" fmla="*/ 209 h 171"/>
                  <a:gd name="T18" fmla="*/ 406 w 300"/>
                  <a:gd name="T19" fmla="*/ 209 h 1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0" h="171">
                    <a:moveTo>
                      <a:pt x="300" y="143"/>
                    </a:moveTo>
                    <a:cubicBezTo>
                      <a:pt x="282" y="145"/>
                      <a:pt x="247" y="122"/>
                      <a:pt x="226" y="116"/>
                    </a:cubicBezTo>
                    <a:cubicBezTo>
                      <a:pt x="196" y="107"/>
                      <a:pt x="159" y="101"/>
                      <a:pt x="131" y="86"/>
                    </a:cubicBezTo>
                    <a:cubicBezTo>
                      <a:pt x="100" y="68"/>
                      <a:pt x="97" y="80"/>
                      <a:pt x="70" y="56"/>
                    </a:cubicBezTo>
                    <a:cubicBezTo>
                      <a:pt x="43" y="32"/>
                      <a:pt x="22" y="31"/>
                      <a:pt x="0" y="0"/>
                    </a:cubicBezTo>
                    <a:cubicBezTo>
                      <a:pt x="26" y="39"/>
                      <a:pt x="47" y="60"/>
                      <a:pt x="57" y="76"/>
                    </a:cubicBezTo>
                    <a:cubicBezTo>
                      <a:pt x="67" y="92"/>
                      <a:pt x="74" y="98"/>
                      <a:pt x="80" y="117"/>
                    </a:cubicBezTo>
                    <a:cubicBezTo>
                      <a:pt x="87" y="136"/>
                      <a:pt x="81" y="150"/>
                      <a:pt x="98" y="158"/>
                    </a:cubicBezTo>
                    <a:cubicBezTo>
                      <a:pt x="127" y="171"/>
                      <a:pt x="177" y="160"/>
                      <a:pt x="207" y="155"/>
                    </a:cubicBezTo>
                    <a:cubicBezTo>
                      <a:pt x="240" y="150"/>
                      <a:pt x="268" y="155"/>
                      <a:pt x="300" y="155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3" name="Freeform 1054">
                <a:extLst>
                  <a:ext uri="{FF2B5EF4-FFF2-40B4-BE49-F238E27FC236}">
                    <a16:creationId xmlns:a16="http://schemas.microsoft.com/office/drawing/2014/main" id="{EFB6E031-8453-4EAF-98F4-1DD298E6D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405"/>
                <a:ext cx="320" cy="101"/>
              </a:xfrm>
              <a:custGeom>
                <a:avLst/>
                <a:gdLst>
                  <a:gd name="T0" fmla="*/ 390 w 290"/>
                  <a:gd name="T1" fmla="*/ 63 h 91"/>
                  <a:gd name="T2" fmla="*/ 329 w 290"/>
                  <a:gd name="T3" fmla="*/ 10 h 91"/>
                  <a:gd name="T4" fmla="*/ 235 w 290"/>
                  <a:gd name="T5" fmla="*/ 21 h 91"/>
                  <a:gd name="T6" fmla="*/ 114 w 290"/>
                  <a:gd name="T7" fmla="*/ 41 h 91"/>
                  <a:gd name="T8" fmla="*/ 0 w 290"/>
                  <a:gd name="T9" fmla="*/ 22 h 91"/>
                  <a:gd name="T10" fmla="*/ 225 w 290"/>
                  <a:gd name="T11" fmla="*/ 101 h 91"/>
                  <a:gd name="T12" fmla="*/ 309 w 290"/>
                  <a:gd name="T13" fmla="*/ 65 h 91"/>
                  <a:gd name="T14" fmla="*/ 385 w 290"/>
                  <a:gd name="T15" fmla="*/ 60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0" h="91">
                    <a:moveTo>
                      <a:pt x="290" y="46"/>
                    </a:moveTo>
                    <a:cubicBezTo>
                      <a:pt x="274" y="33"/>
                      <a:pt x="265" y="14"/>
                      <a:pt x="245" y="7"/>
                    </a:cubicBezTo>
                    <a:cubicBezTo>
                      <a:pt x="222" y="0"/>
                      <a:pt x="197" y="10"/>
                      <a:pt x="175" y="15"/>
                    </a:cubicBezTo>
                    <a:cubicBezTo>
                      <a:pt x="144" y="22"/>
                      <a:pt x="117" y="32"/>
                      <a:pt x="84" y="30"/>
                    </a:cubicBezTo>
                    <a:cubicBezTo>
                      <a:pt x="55" y="28"/>
                      <a:pt x="29" y="21"/>
                      <a:pt x="0" y="16"/>
                    </a:cubicBezTo>
                    <a:cubicBezTo>
                      <a:pt x="58" y="52"/>
                      <a:pt x="97" y="91"/>
                      <a:pt x="168" y="74"/>
                    </a:cubicBezTo>
                    <a:cubicBezTo>
                      <a:pt x="191" y="68"/>
                      <a:pt x="209" y="54"/>
                      <a:pt x="230" y="48"/>
                    </a:cubicBezTo>
                    <a:cubicBezTo>
                      <a:pt x="248" y="44"/>
                      <a:pt x="267" y="44"/>
                      <a:pt x="286" y="44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4" name="Freeform 1055">
                <a:extLst>
                  <a:ext uri="{FF2B5EF4-FFF2-40B4-BE49-F238E27FC236}">
                    <a16:creationId xmlns:a16="http://schemas.microsoft.com/office/drawing/2014/main" id="{9C8B2B65-8A0C-453B-9949-D808B3B3B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09"/>
                <a:ext cx="233" cy="308"/>
              </a:xfrm>
              <a:custGeom>
                <a:avLst/>
                <a:gdLst>
                  <a:gd name="T0" fmla="*/ 284 w 211"/>
                  <a:gd name="T1" fmla="*/ 9 h 279"/>
                  <a:gd name="T2" fmla="*/ 236 w 211"/>
                  <a:gd name="T3" fmla="*/ 43 h 279"/>
                  <a:gd name="T4" fmla="*/ 153 w 211"/>
                  <a:gd name="T5" fmla="*/ 81 h 279"/>
                  <a:gd name="T6" fmla="*/ 44 w 211"/>
                  <a:gd name="T7" fmla="*/ 152 h 279"/>
                  <a:gd name="T8" fmla="*/ 24 w 211"/>
                  <a:gd name="T9" fmla="*/ 265 h 279"/>
                  <a:gd name="T10" fmla="*/ 4 w 211"/>
                  <a:gd name="T11" fmla="*/ 375 h 279"/>
                  <a:gd name="T12" fmla="*/ 186 w 211"/>
                  <a:gd name="T13" fmla="*/ 194 h 279"/>
                  <a:gd name="T14" fmla="*/ 271 w 211"/>
                  <a:gd name="T15" fmla="*/ 0 h 2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1" h="279">
                    <a:moveTo>
                      <a:pt x="211" y="6"/>
                    </a:moveTo>
                    <a:cubicBezTo>
                      <a:pt x="204" y="4"/>
                      <a:pt x="186" y="26"/>
                      <a:pt x="176" y="32"/>
                    </a:cubicBezTo>
                    <a:cubicBezTo>
                      <a:pt x="157" y="44"/>
                      <a:pt x="135" y="52"/>
                      <a:pt x="114" y="60"/>
                    </a:cubicBezTo>
                    <a:cubicBezTo>
                      <a:pt x="83" y="72"/>
                      <a:pt x="52" y="83"/>
                      <a:pt x="33" y="113"/>
                    </a:cubicBezTo>
                    <a:cubicBezTo>
                      <a:pt x="16" y="139"/>
                      <a:pt x="20" y="167"/>
                      <a:pt x="18" y="197"/>
                    </a:cubicBezTo>
                    <a:cubicBezTo>
                      <a:pt x="16" y="224"/>
                      <a:pt x="0" y="252"/>
                      <a:pt x="4" y="279"/>
                    </a:cubicBezTo>
                    <a:cubicBezTo>
                      <a:pt x="62" y="260"/>
                      <a:pt x="105" y="193"/>
                      <a:pt x="138" y="144"/>
                    </a:cubicBezTo>
                    <a:cubicBezTo>
                      <a:pt x="164" y="103"/>
                      <a:pt x="196" y="48"/>
                      <a:pt x="201" y="0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5" name="Freeform 1056">
                <a:extLst>
                  <a:ext uri="{FF2B5EF4-FFF2-40B4-BE49-F238E27FC236}">
                    <a16:creationId xmlns:a16="http://schemas.microsoft.com/office/drawing/2014/main" id="{D9692BA9-1CBF-410D-9F93-AB91037F0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365"/>
                <a:ext cx="157" cy="208"/>
              </a:xfrm>
              <a:custGeom>
                <a:avLst/>
                <a:gdLst>
                  <a:gd name="T0" fmla="*/ 192 w 142"/>
                  <a:gd name="T1" fmla="*/ 0 h 188"/>
                  <a:gd name="T2" fmla="*/ 49 w 142"/>
                  <a:gd name="T3" fmla="*/ 79 h 188"/>
                  <a:gd name="T4" fmla="*/ 0 w 142"/>
                  <a:gd name="T5" fmla="*/ 254 h 188"/>
                  <a:gd name="T6" fmla="*/ 87 w 142"/>
                  <a:gd name="T7" fmla="*/ 81 h 188"/>
                  <a:gd name="T8" fmla="*/ 181 w 142"/>
                  <a:gd name="T9" fmla="*/ 2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188">
                    <a:moveTo>
                      <a:pt x="142" y="0"/>
                    </a:moveTo>
                    <a:cubicBezTo>
                      <a:pt x="111" y="26"/>
                      <a:pt x="66" y="28"/>
                      <a:pt x="36" y="58"/>
                    </a:cubicBezTo>
                    <a:cubicBezTo>
                      <a:pt x="0" y="94"/>
                      <a:pt x="13" y="144"/>
                      <a:pt x="0" y="188"/>
                    </a:cubicBezTo>
                    <a:cubicBezTo>
                      <a:pt x="23" y="142"/>
                      <a:pt x="26" y="98"/>
                      <a:pt x="64" y="60"/>
                    </a:cubicBezTo>
                    <a:cubicBezTo>
                      <a:pt x="85" y="38"/>
                      <a:pt x="108" y="18"/>
                      <a:pt x="134" y="2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6" name="Freeform 1057">
                <a:extLst>
                  <a:ext uri="{FF2B5EF4-FFF2-40B4-BE49-F238E27FC236}">
                    <a16:creationId xmlns:a16="http://schemas.microsoft.com/office/drawing/2014/main" id="{758200D1-E1ED-4112-A6D9-0C69E738E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251"/>
                <a:ext cx="170" cy="111"/>
              </a:xfrm>
              <a:custGeom>
                <a:avLst/>
                <a:gdLst>
                  <a:gd name="T0" fmla="*/ 0 w 154"/>
                  <a:gd name="T1" fmla="*/ 0 h 101"/>
                  <a:gd name="T2" fmla="*/ 98 w 154"/>
                  <a:gd name="T3" fmla="*/ 82 h 101"/>
                  <a:gd name="T4" fmla="*/ 153 w 154"/>
                  <a:gd name="T5" fmla="*/ 114 h 101"/>
                  <a:gd name="T6" fmla="*/ 208 w 154"/>
                  <a:gd name="T7" fmla="*/ 134 h 101"/>
                  <a:gd name="T8" fmla="*/ 86 w 154"/>
                  <a:gd name="T9" fmla="*/ 85 h 101"/>
                  <a:gd name="T10" fmla="*/ 12 w 154"/>
                  <a:gd name="T11" fmla="*/ 23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4" h="101">
                    <a:moveTo>
                      <a:pt x="0" y="0"/>
                    </a:moveTo>
                    <a:cubicBezTo>
                      <a:pt x="9" y="21"/>
                      <a:pt x="54" y="47"/>
                      <a:pt x="73" y="62"/>
                    </a:cubicBezTo>
                    <a:cubicBezTo>
                      <a:pt x="86" y="73"/>
                      <a:pt x="98" y="81"/>
                      <a:pt x="114" y="86"/>
                    </a:cubicBezTo>
                    <a:cubicBezTo>
                      <a:pt x="126" y="90"/>
                      <a:pt x="145" y="91"/>
                      <a:pt x="154" y="101"/>
                    </a:cubicBezTo>
                    <a:cubicBezTo>
                      <a:pt x="128" y="86"/>
                      <a:pt x="90" y="83"/>
                      <a:pt x="64" y="64"/>
                    </a:cubicBezTo>
                    <a:cubicBezTo>
                      <a:pt x="45" y="51"/>
                      <a:pt x="26" y="31"/>
                      <a:pt x="9" y="17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7" name="Freeform 1058">
                <a:extLst>
                  <a:ext uri="{FF2B5EF4-FFF2-40B4-BE49-F238E27FC236}">
                    <a16:creationId xmlns:a16="http://schemas.microsoft.com/office/drawing/2014/main" id="{1C54FFDD-0C3D-43FE-A57E-5A0B39D9F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505"/>
                <a:ext cx="168" cy="111"/>
              </a:xfrm>
              <a:custGeom>
                <a:avLst/>
                <a:gdLst>
                  <a:gd name="T0" fmla="*/ 181 w 152"/>
                  <a:gd name="T1" fmla="*/ 26 h 101"/>
                  <a:gd name="T2" fmla="*/ 39 w 152"/>
                  <a:gd name="T3" fmla="*/ 101 h 101"/>
                  <a:gd name="T4" fmla="*/ 78 w 152"/>
                  <a:gd name="T5" fmla="*/ 111 h 101"/>
                  <a:gd name="T6" fmla="*/ 112 w 152"/>
                  <a:gd name="T7" fmla="*/ 63 h 101"/>
                  <a:gd name="T8" fmla="*/ 170 w 152"/>
                  <a:gd name="T9" fmla="*/ 56 h 101"/>
                  <a:gd name="T10" fmla="*/ 176 w 152"/>
                  <a:gd name="T11" fmla="*/ 26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101">
                    <a:moveTo>
                      <a:pt x="134" y="20"/>
                    </a:moveTo>
                    <a:cubicBezTo>
                      <a:pt x="91" y="0"/>
                      <a:pt x="0" y="8"/>
                      <a:pt x="29" y="76"/>
                    </a:cubicBezTo>
                    <a:cubicBezTo>
                      <a:pt x="39" y="97"/>
                      <a:pt x="48" y="101"/>
                      <a:pt x="58" y="84"/>
                    </a:cubicBezTo>
                    <a:cubicBezTo>
                      <a:pt x="66" y="68"/>
                      <a:pt x="63" y="55"/>
                      <a:pt x="82" y="47"/>
                    </a:cubicBezTo>
                    <a:cubicBezTo>
                      <a:pt x="97" y="40"/>
                      <a:pt x="111" y="47"/>
                      <a:pt x="126" y="42"/>
                    </a:cubicBezTo>
                    <a:cubicBezTo>
                      <a:pt x="137" y="39"/>
                      <a:pt x="152" y="23"/>
                      <a:pt x="130" y="20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8" name="Freeform 1059">
                <a:extLst>
                  <a:ext uri="{FF2B5EF4-FFF2-40B4-BE49-F238E27FC236}">
                    <a16:creationId xmlns:a16="http://schemas.microsoft.com/office/drawing/2014/main" id="{989922A5-7133-4F3F-9514-E46210574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517"/>
                <a:ext cx="152" cy="97"/>
              </a:xfrm>
              <a:custGeom>
                <a:avLst/>
                <a:gdLst>
                  <a:gd name="T0" fmla="*/ 45 w 138"/>
                  <a:gd name="T1" fmla="*/ 64 h 88"/>
                  <a:gd name="T2" fmla="*/ 131 w 138"/>
                  <a:gd name="T3" fmla="*/ 74 h 88"/>
                  <a:gd name="T4" fmla="*/ 167 w 138"/>
                  <a:gd name="T5" fmla="*/ 100 h 88"/>
                  <a:gd name="T6" fmla="*/ 183 w 138"/>
                  <a:gd name="T7" fmla="*/ 43 h 88"/>
                  <a:gd name="T8" fmla="*/ 99 w 138"/>
                  <a:gd name="T9" fmla="*/ 12 h 88"/>
                  <a:gd name="T10" fmla="*/ 37 w 138"/>
                  <a:gd name="T11" fmla="*/ 62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88">
                    <a:moveTo>
                      <a:pt x="34" y="48"/>
                    </a:moveTo>
                    <a:cubicBezTo>
                      <a:pt x="53" y="31"/>
                      <a:pt x="85" y="36"/>
                      <a:pt x="98" y="55"/>
                    </a:cubicBezTo>
                    <a:cubicBezTo>
                      <a:pt x="105" y="66"/>
                      <a:pt x="108" y="88"/>
                      <a:pt x="125" y="75"/>
                    </a:cubicBezTo>
                    <a:cubicBezTo>
                      <a:pt x="133" y="69"/>
                      <a:pt x="138" y="42"/>
                      <a:pt x="137" y="32"/>
                    </a:cubicBezTo>
                    <a:cubicBezTo>
                      <a:pt x="135" y="0"/>
                      <a:pt x="99" y="4"/>
                      <a:pt x="74" y="9"/>
                    </a:cubicBezTo>
                    <a:cubicBezTo>
                      <a:pt x="65" y="11"/>
                      <a:pt x="0" y="35"/>
                      <a:pt x="28" y="46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9" name="Freeform 1060">
                <a:extLst>
                  <a:ext uri="{FF2B5EF4-FFF2-40B4-BE49-F238E27FC236}">
                    <a16:creationId xmlns:a16="http://schemas.microsoft.com/office/drawing/2014/main" id="{3F3405DB-1969-4265-A528-D97EA2D76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182"/>
                <a:ext cx="179" cy="182"/>
              </a:xfrm>
              <a:custGeom>
                <a:avLst/>
                <a:gdLst>
                  <a:gd name="T0" fmla="*/ 209 w 162"/>
                  <a:gd name="T1" fmla="*/ 29 h 165"/>
                  <a:gd name="T2" fmla="*/ 154 w 162"/>
                  <a:gd name="T3" fmla="*/ 60 h 165"/>
                  <a:gd name="T4" fmla="*/ 105 w 162"/>
                  <a:gd name="T5" fmla="*/ 114 h 165"/>
                  <a:gd name="T6" fmla="*/ 42 w 162"/>
                  <a:gd name="T7" fmla="*/ 161 h 165"/>
                  <a:gd name="T8" fmla="*/ 0 w 162"/>
                  <a:gd name="T9" fmla="*/ 222 h 165"/>
                  <a:gd name="T10" fmla="*/ 63 w 162"/>
                  <a:gd name="T11" fmla="*/ 172 h 165"/>
                  <a:gd name="T12" fmla="*/ 127 w 162"/>
                  <a:gd name="T13" fmla="*/ 126 h 165"/>
                  <a:gd name="T14" fmla="*/ 219 w 162"/>
                  <a:gd name="T15" fmla="*/ 43 h 165"/>
                  <a:gd name="T16" fmla="*/ 209 w 162"/>
                  <a:gd name="T17" fmla="*/ 29 h 1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2" h="165">
                    <a:moveTo>
                      <a:pt x="155" y="22"/>
                    </a:moveTo>
                    <a:cubicBezTo>
                      <a:pt x="151" y="0"/>
                      <a:pt x="119" y="39"/>
                      <a:pt x="114" y="44"/>
                    </a:cubicBezTo>
                    <a:cubicBezTo>
                      <a:pt x="101" y="59"/>
                      <a:pt x="93" y="72"/>
                      <a:pt x="78" y="84"/>
                    </a:cubicBezTo>
                    <a:cubicBezTo>
                      <a:pt x="62" y="97"/>
                      <a:pt x="46" y="107"/>
                      <a:pt x="31" y="120"/>
                    </a:cubicBezTo>
                    <a:cubicBezTo>
                      <a:pt x="17" y="133"/>
                      <a:pt x="10" y="149"/>
                      <a:pt x="0" y="165"/>
                    </a:cubicBezTo>
                    <a:cubicBezTo>
                      <a:pt x="10" y="151"/>
                      <a:pt x="33" y="139"/>
                      <a:pt x="47" y="128"/>
                    </a:cubicBezTo>
                    <a:cubicBezTo>
                      <a:pt x="63" y="117"/>
                      <a:pt x="81" y="110"/>
                      <a:pt x="94" y="93"/>
                    </a:cubicBezTo>
                    <a:cubicBezTo>
                      <a:pt x="106" y="77"/>
                      <a:pt x="135" y="21"/>
                      <a:pt x="162" y="32"/>
                    </a:cubicBezTo>
                    <a:cubicBezTo>
                      <a:pt x="160" y="28"/>
                      <a:pt x="157" y="25"/>
                      <a:pt x="155" y="22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0" name="Freeform 1061">
                <a:extLst>
                  <a:ext uri="{FF2B5EF4-FFF2-40B4-BE49-F238E27FC236}">
                    <a16:creationId xmlns:a16="http://schemas.microsoft.com/office/drawing/2014/main" id="{7F91F0DC-E982-4361-840B-C17E3725A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149"/>
                <a:ext cx="154" cy="171"/>
              </a:xfrm>
              <a:custGeom>
                <a:avLst/>
                <a:gdLst>
                  <a:gd name="T0" fmla="*/ 189 w 139"/>
                  <a:gd name="T1" fmla="*/ 0 h 155"/>
                  <a:gd name="T2" fmla="*/ 70 w 139"/>
                  <a:gd name="T3" fmla="*/ 87 h 155"/>
                  <a:gd name="T4" fmla="*/ 39 w 139"/>
                  <a:gd name="T5" fmla="*/ 209 h 155"/>
                  <a:gd name="T6" fmla="*/ 55 w 139"/>
                  <a:gd name="T7" fmla="*/ 139 h 155"/>
                  <a:gd name="T8" fmla="*/ 95 w 139"/>
                  <a:gd name="T9" fmla="*/ 74 h 155"/>
                  <a:gd name="T10" fmla="*/ 185 w 139"/>
                  <a:gd name="T11" fmla="*/ 3 h 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155">
                    <a:moveTo>
                      <a:pt x="139" y="0"/>
                    </a:moveTo>
                    <a:cubicBezTo>
                      <a:pt x="104" y="10"/>
                      <a:pt x="73" y="36"/>
                      <a:pt x="51" y="65"/>
                    </a:cubicBezTo>
                    <a:cubicBezTo>
                      <a:pt x="39" y="80"/>
                      <a:pt x="0" y="143"/>
                      <a:pt x="29" y="155"/>
                    </a:cubicBezTo>
                    <a:cubicBezTo>
                      <a:pt x="21" y="136"/>
                      <a:pt x="31" y="120"/>
                      <a:pt x="41" y="103"/>
                    </a:cubicBezTo>
                    <a:cubicBezTo>
                      <a:pt x="49" y="87"/>
                      <a:pt x="56" y="67"/>
                      <a:pt x="70" y="55"/>
                    </a:cubicBezTo>
                    <a:cubicBezTo>
                      <a:pt x="87" y="40"/>
                      <a:pt x="115" y="10"/>
                      <a:pt x="136" y="3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1" name="Freeform 1062">
                <a:extLst>
                  <a:ext uri="{FF2B5EF4-FFF2-40B4-BE49-F238E27FC236}">
                    <a16:creationId xmlns:a16="http://schemas.microsoft.com/office/drawing/2014/main" id="{9D7CCF04-8957-4837-A7B4-C7E722B24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977"/>
                <a:ext cx="155" cy="233"/>
              </a:xfrm>
              <a:custGeom>
                <a:avLst/>
                <a:gdLst>
                  <a:gd name="T0" fmla="*/ 187 w 141"/>
                  <a:gd name="T1" fmla="*/ 0 h 211"/>
                  <a:gd name="T2" fmla="*/ 132 w 141"/>
                  <a:gd name="T3" fmla="*/ 80 h 211"/>
                  <a:gd name="T4" fmla="*/ 59 w 141"/>
                  <a:gd name="T5" fmla="*/ 147 h 211"/>
                  <a:gd name="T6" fmla="*/ 20 w 141"/>
                  <a:gd name="T7" fmla="*/ 219 h 211"/>
                  <a:gd name="T8" fmla="*/ 0 w 141"/>
                  <a:gd name="T9" fmla="*/ 284 h 211"/>
                  <a:gd name="T10" fmla="*/ 96 w 141"/>
                  <a:gd name="T11" fmla="*/ 120 h 211"/>
                  <a:gd name="T12" fmla="*/ 153 w 141"/>
                  <a:gd name="T13" fmla="*/ 67 h 211"/>
                  <a:gd name="T14" fmla="*/ 178 w 141"/>
                  <a:gd name="T15" fmla="*/ 11 h 2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211">
                    <a:moveTo>
                      <a:pt x="141" y="0"/>
                    </a:moveTo>
                    <a:cubicBezTo>
                      <a:pt x="127" y="19"/>
                      <a:pt x="117" y="43"/>
                      <a:pt x="99" y="59"/>
                    </a:cubicBezTo>
                    <a:cubicBezTo>
                      <a:pt x="80" y="76"/>
                      <a:pt x="60" y="89"/>
                      <a:pt x="45" y="109"/>
                    </a:cubicBezTo>
                    <a:cubicBezTo>
                      <a:pt x="34" y="126"/>
                      <a:pt x="22" y="143"/>
                      <a:pt x="15" y="162"/>
                    </a:cubicBezTo>
                    <a:cubicBezTo>
                      <a:pt x="8" y="177"/>
                      <a:pt x="8" y="197"/>
                      <a:pt x="0" y="211"/>
                    </a:cubicBezTo>
                    <a:cubicBezTo>
                      <a:pt x="18" y="171"/>
                      <a:pt x="41" y="122"/>
                      <a:pt x="72" y="90"/>
                    </a:cubicBezTo>
                    <a:cubicBezTo>
                      <a:pt x="86" y="76"/>
                      <a:pt x="104" y="67"/>
                      <a:pt x="115" y="50"/>
                    </a:cubicBezTo>
                    <a:cubicBezTo>
                      <a:pt x="124" y="37"/>
                      <a:pt x="127" y="21"/>
                      <a:pt x="134" y="8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2" name="Freeform 1063">
                <a:extLst>
                  <a:ext uri="{FF2B5EF4-FFF2-40B4-BE49-F238E27FC236}">
                    <a16:creationId xmlns:a16="http://schemas.microsoft.com/office/drawing/2014/main" id="{32D85E7F-D9E7-4F4D-B1BF-DAF1A44EF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871"/>
                <a:ext cx="45" cy="224"/>
              </a:xfrm>
              <a:custGeom>
                <a:avLst/>
                <a:gdLst>
                  <a:gd name="T0" fmla="*/ 54 w 41"/>
                  <a:gd name="T1" fmla="*/ 0 h 203"/>
                  <a:gd name="T2" fmla="*/ 41 w 41"/>
                  <a:gd name="T3" fmla="*/ 56 h 203"/>
                  <a:gd name="T4" fmla="*/ 27 w 41"/>
                  <a:gd name="T5" fmla="*/ 117 h 203"/>
                  <a:gd name="T6" fmla="*/ 16 w 41"/>
                  <a:gd name="T7" fmla="*/ 196 h 203"/>
                  <a:gd name="T8" fmla="*/ 1 w 41"/>
                  <a:gd name="T9" fmla="*/ 273 h 203"/>
                  <a:gd name="T10" fmla="*/ 33 w 41"/>
                  <a:gd name="T11" fmla="*/ 114 h 203"/>
                  <a:gd name="T12" fmla="*/ 50 w 41"/>
                  <a:gd name="T13" fmla="*/ 8 h 2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03">
                    <a:moveTo>
                      <a:pt x="41" y="0"/>
                    </a:moveTo>
                    <a:cubicBezTo>
                      <a:pt x="36" y="14"/>
                      <a:pt x="35" y="28"/>
                      <a:pt x="31" y="42"/>
                    </a:cubicBezTo>
                    <a:cubicBezTo>
                      <a:pt x="27" y="57"/>
                      <a:pt x="22" y="71"/>
                      <a:pt x="21" y="87"/>
                    </a:cubicBezTo>
                    <a:cubicBezTo>
                      <a:pt x="20" y="108"/>
                      <a:pt x="18" y="126"/>
                      <a:pt x="13" y="146"/>
                    </a:cubicBezTo>
                    <a:cubicBezTo>
                      <a:pt x="9" y="163"/>
                      <a:pt x="0" y="185"/>
                      <a:pt x="1" y="203"/>
                    </a:cubicBezTo>
                    <a:cubicBezTo>
                      <a:pt x="23" y="166"/>
                      <a:pt x="21" y="123"/>
                      <a:pt x="25" y="84"/>
                    </a:cubicBezTo>
                    <a:cubicBezTo>
                      <a:pt x="28" y="57"/>
                      <a:pt x="38" y="32"/>
                      <a:pt x="38" y="5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3" name="Freeform 1064">
                <a:extLst>
                  <a:ext uri="{FF2B5EF4-FFF2-40B4-BE49-F238E27FC236}">
                    <a16:creationId xmlns:a16="http://schemas.microsoft.com/office/drawing/2014/main" id="{DD7CE230-FAF4-48FE-8C0F-004311884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181"/>
                <a:ext cx="33" cy="153"/>
              </a:xfrm>
              <a:custGeom>
                <a:avLst/>
                <a:gdLst>
                  <a:gd name="T0" fmla="*/ 13 w 30"/>
                  <a:gd name="T1" fmla="*/ 0 h 139"/>
                  <a:gd name="T2" fmla="*/ 8 w 30"/>
                  <a:gd name="T3" fmla="*/ 83 h 139"/>
                  <a:gd name="T4" fmla="*/ 40 w 30"/>
                  <a:gd name="T5" fmla="*/ 185 h 139"/>
                  <a:gd name="T6" fmla="*/ 15 w 30"/>
                  <a:gd name="T7" fmla="*/ 76 h 139"/>
                  <a:gd name="T8" fmla="*/ 10 w 30"/>
                  <a:gd name="T9" fmla="*/ 13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39">
                    <a:moveTo>
                      <a:pt x="10" y="0"/>
                    </a:moveTo>
                    <a:cubicBezTo>
                      <a:pt x="4" y="19"/>
                      <a:pt x="0" y="42"/>
                      <a:pt x="5" y="62"/>
                    </a:cubicBezTo>
                    <a:cubicBezTo>
                      <a:pt x="11" y="87"/>
                      <a:pt x="17" y="118"/>
                      <a:pt x="30" y="139"/>
                    </a:cubicBezTo>
                    <a:cubicBezTo>
                      <a:pt x="18" y="116"/>
                      <a:pt x="16" y="82"/>
                      <a:pt x="12" y="57"/>
                    </a:cubicBezTo>
                    <a:cubicBezTo>
                      <a:pt x="10" y="41"/>
                      <a:pt x="7" y="26"/>
                      <a:pt x="7" y="10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4" name="Freeform 1065">
                <a:extLst>
                  <a:ext uri="{FF2B5EF4-FFF2-40B4-BE49-F238E27FC236}">
                    <a16:creationId xmlns:a16="http://schemas.microsoft.com/office/drawing/2014/main" id="{A752DB55-520B-4C7F-BDE1-34943DB59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967"/>
                <a:ext cx="52" cy="164"/>
              </a:xfrm>
              <a:custGeom>
                <a:avLst/>
                <a:gdLst>
                  <a:gd name="T0" fmla="*/ 10 w 47"/>
                  <a:gd name="T1" fmla="*/ 0 h 149"/>
                  <a:gd name="T2" fmla="*/ 3 w 47"/>
                  <a:gd name="T3" fmla="*/ 55 h 149"/>
                  <a:gd name="T4" fmla="*/ 3 w 47"/>
                  <a:gd name="T5" fmla="*/ 111 h 149"/>
                  <a:gd name="T6" fmla="*/ 64 w 47"/>
                  <a:gd name="T7" fmla="*/ 199 h 149"/>
                  <a:gd name="T8" fmla="*/ 9 w 47"/>
                  <a:gd name="T9" fmla="*/ 103 h 149"/>
                  <a:gd name="T10" fmla="*/ 8 w 47"/>
                  <a:gd name="T11" fmla="*/ 52 h 149"/>
                  <a:gd name="T12" fmla="*/ 4 w 47"/>
                  <a:gd name="T13" fmla="*/ 9 h 1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49">
                    <a:moveTo>
                      <a:pt x="7" y="0"/>
                    </a:moveTo>
                    <a:cubicBezTo>
                      <a:pt x="1" y="12"/>
                      <a:pt x="4" y="28"/>
                      <a:pt x="3" y="41"/>
                    </a:cubicBezTo>
                    <a:cubicBezTo>
                      <a:pt x="3" y="56"/>
                      <a:pt x="0" y="69"/>
                      <a:pt x="3" y="84"/>
                    </a:cubicBezTo>
                    <a:cubicBezTo>
                      <a:pt x="8" y="107"/>
                      <a:pt x="26" y="136"/>
                      <a:pt x="47" y="149"/>
                    </a:cubicBezTo>
                    <a:cubicBezTo>
                      <a:pt x="26" y="137"/>
                      <a:pt x="9" y="99"/>
                      <a:pt x="6" y="77"/>
                    </a:cubicBezTo>
                    <a:cubicBezTo>
                      <a:pt x="4" y="64"/>
                      <a:pt x="6" y="51"/>
                      <a:pt x="5" y="39"/>
                    </a:cubicBezTo>
                    <a:cubicBezTo>
                      <a:pt x="5" y="28"/>
                      <a:pt x="4" y="17"/>
                      <a:pt x="4" y="6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5" name="Freeform 1066">
                <a:extLst>
                  <a:ext uri="{FF2B5EF4-FFF2-40B4-BE49-F238E27FC236}">
                    <a16:creationId xmlns:a16="http://schemas.microsoft.com/office/drawing/2014/main" id="{BA608688-604B-4CB7-9E40-1F0772C5F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907"/>
                <a:ext cx="77" cy="151"/>
              </a:xfrm>
              <a:custGeom>
                <a:avLst/>
                <a:gdLst>
                  <a:gd name="T0" fmla="*/ 1 w 70"/>
                  <a:gd name="T1" fmla="*/ 0 h 137"/>
                  <a:gd name="T2" fmla="*/ 15 w 70"/>
                  <a:gd name="T3" fmla="*/ 104 h 137"/>
                  <a:gd name="T4" fmla="*/ 94 w 70"/>
                  <a:gd name="T5" fmla="*/ 183 h 137"/>
                  <a:gd name="T6" fmla="*/ 21 w 70"/>
                  <a:gd name="T7" fmla="*/ 68 h 137"/>
                  <a:gd name="T8" fmla="*/ 3 w 70"/>
                  <a:gd name="T9" fmla="*/ 1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37">
                    <a:moveTo>
                      <a:pt x="1" y="0"/>
                    </a:moveTo>
                    <a:cubicBezTo>
                      <a:pt x="1" y="24"/>
                      <a:pt x="0" y="56"/>
                      <a:pt x="12" y="77"/>
                    </a:cubicBezTo>
                    <a:cubicBezTo>
                      <a:pt x="26" y="102"/>
                      <a:pt x="56" y="117"/>
                      <a:pt x="70" y="137"/>
                    </a:cubicBezTo>
                    <a:cubicBezTo>
                      <a:pt x="46" y="113"/>
                      <a:pt x="29" y="81"/>
                      <a:pt x="15" y="51"/>
                    </a:cubicBezTo>
                    <a:cubicBezTo>
                      <a:pt x="7" y="34"/>
                      <a:pt x="8" y="17"/>
                      <a:pt x="3" y="1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6" name="Freeform 1067">
                <a:extLst>
                  <a:ext uri="{FF2B5EF4-FFF2-40B4-BE49-F238E27FC236}">
                    <a16:creationId xmlns:a16="http://schemas.microsoft.com/office/drawing/2014/main" id="{C7948BE4-057B-43A2-80F2-909DB7ADD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080"/>
                <a:ext cx="54" cy="88"/>
              </a:xfrm>
              <a:custGeom>
                <a:avLst/>
                <a:gdLst>
                  <a:gd name="T0" fmla="*/ 21 w 49"/>
                  <a:gd name="T1" fmla="*/ 0 h 79"/>
                  <a:gd name="T2" fmla="*/ 2 w 49"/>
                  <a:gd name="T3" fmla="*/ 66 h 79"/>
                  <a:gd name="T4" fmla="*/ 23 w 49"/>
                  <a:gd name="T5" fmla="*/ 87 h 79"/>
                  <a:gd name="T6" fmla="*/ 66 w 49"/>
                  <a:gd name="T7" fmla="*/ 109 h 79"/>
                  <a:gd name="T8" fmla="*/ 19 w 49"/>
                  <a:gd name="T9" fmla="*/ 56 h 79"/>
                  <a:gd name="T10" fmla="*/ 13 w 49"/>
                  <a:gd name="T11" fmla="*/ 8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79">
                    <a:moveTo>
                      <a:pt x="15" y="0"/>
                    </a:moveTo>
                    <a:cubicBezTo>
                      <a:pt x="2" y="5"/>
                      <a:pt x="0" y="36"/>
                      <a:pt x="2" y="48"/>
                    </a:cubicBezTo>
                    <a:cubicBezTo>
                      <a:pt x="4" y="57"/>
                      <a:pt x="8" y="58"/>
                      <a:pt x="17" y="63"/>
                    </a:cubicBezTo>
                    <a:cubicBezTo>
                      <a:pt x="28" y="67"/>
                      <a:pt x="38" y="75"/>
                      <a:pt x="49" y="79"/>
                    </a:cubicBezTo>
                    <a:cubicBezTo>
                      <a:pt x="38" y="66"/>
                      <a:pt x="21" y="57"/>
                      <a:pt x="14" y="40"/>
                    </a:cubicBezTo>
                    <a:cubicBezTo>
                      <a:pt x="11" y="30"/>
                      <a:pt x="10" y="14"/>
                      <a:pt x="10" y="5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7" name="Freeform 1068">
                <a:extLst>
                  <a:ext uri="{FF2B5EF4-FFF2-40B4-BE49-F238E27FC236}">
                    <a16:creationId xmlns:a16="http://schemas.microsoft.com/office/drawing/2014/main" id="{AF262EFD-0FF0-467C-92EB-9AF4D419E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183"/>
                <a:ext cx="22" cy="62"/>
              </a:xfrm>
              <a:custGeom>
                <a:avLst/>
                <a:gdLst>
                  <a:gd name="T0" fmla="*/ 12 w 20"/>
                  <a:gd name="T1" fmla="*/ 2 h 56"/>
                  <a:gd name="T2" fmla="*/ 2 w 20"/>
                  <a:gd name="T3" fmla="*/ 1 h 56"/>
                  <a:gd name="T4" fmla="*/ 26 w 20"/>
                  <a:gd name="T5" fmla="*/ 76 h 56"/>
                  <a:gd name="T6" fmla="*/ 11 w 20"/>
                  <a:gd name="T7" fmla="*/ 3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6">
                    <a:moveTo>
                      <a:pt x="9" y="2"/>
                    </a:moveTo>
                    <a:cubicBezTo>
                      <a:pt x="7" y="1"/>
                      <a:pt x="5" y="0"/>
                      <a:pt x="2" y="1"/>
                    </a:cubicBezTo>
                    <a:cubicBezTo>
                      <a:pt x="0" y="18"/>
                      <a:pt x="13" y="42"/>
                      <a:pt x="20" y="56"/>
                    </a:cubicBezTo>
                    <a:cubicBezTo>
                      <a:pt x="20" y="41"/>
                      <a:pt x="14" y="17"/>
                      <a:pt x="8" y="3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8" name="Freeform 1069">
                <a:extLst>
                  <a:ext uri="{FF2B5EF4-FFF2-40B4-BE49-F238E27FC236}">
                    <a16:creationId xmlns:a16="http://schemas.microsoft.com/office/drawing/2014/main" id="{F6D9DCBF-9716-4093-8EF3-88E63A10D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991"/>
                <a:ext cx="176" cy="190"/>
              </a:xfrm>
              <a:custGeom>
                <a:avLst/>
                <a:gdLst>
                  <a:gd name="T0" fmla="*/ 2 w 159"/>
                  <a:gd name="T1" fmla="*/ 232 h 172"/>
                  <a:gd name="T2" fmla="*/ 64 w 159"/>
                  <a:gd name="T3" fmla="*/ 114 h 172"/>
                  <a:gd name="T4" fmla="*/ 122 w 159"/>
                  <a:gd name="T5" fmla="*/ 61 h 172"/>
                  <a:gd name="T6" fmla="*/ 216 w 159"/>
                  <a:gd name="T7" fmla="*/ 0 h 172"/>
                  <a:gd name="T8" fmla="*/ 73 w 159"/>
                  <a:gd name="T9" fmla="*/ 113 h 172"/>
                  <a:gd name="T10" fmla="*/ 0 w 159"/>
                  <a:gd name="T11" fmla="*/ 226 h 1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172">
                    <a:moveTo>
                      <a:pt x="2" y="172"/>
                    </a:moveTo>
                    <a:cubicBezTo>
                      <a:pt x="9" y="143"/>
                      <a:pt x="29" y="107"/>
                      <a:pt x="47" y="84"/>
                    </a:cubicBezTo>
                    <a:cubicBezTo>
                      <a:pt x="58" y="69"/>
                      <a:pt x="74" y="56"/>
                      <a:pt x="89" y="45"/>
                    </a:cubicBezTo>
                    <a:cubicBezTo>
                      <a:pt x="110" y="28"/>
                      <a:pt x="134" y="10"/>
                      <a:pt x="159" y="0"/>
                    </a:cubicBezTo>
                    <a:cubicBezTo>
                      <a:pt x="124" y="29"/>
                      <a:pt x="89" y="56"/>
                      <a:pt x="54" y="83"/>
                    </a:cubicBezTo>
                    <a:cubicBezTo>
                      <a:pt x="27" y="103"/>
                      <a:pt x="7" y="135"/>
                      <a:pt x="0" y="168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9" name="Freeform 1070">
                <a:extLst>
                  <a:ext uri="{FF2B5EF4-FFF2-40B4-BE49-F238E27FC236}">
                    <a16:creationId xmlns:a16="http://schemas.microsoft.com/office/drawing/2014/main" id="{2E0774C7-F3CB-47EB-86F0-853BD29A3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1925"/>
                <a:ext cx="81" cy="56"/>
              </a:xfrm>
              <a:custGeom>
                <a:avLst/>
                <a:gdLst>
                  <a:gd name="T0" fmla="*/ 98 w 73"/>
                  <a:gd name="T1" fmla="*/ 3 h 51"/>
                  <a:gd name="T2" fmla="*/ 64 w 73"/>
                  <a:gd name="T3" fmla="*/ 30 h 51"/>
                  <a:gd name="T4" fmla="*/ 30 w 73"/>
                  <a:gd name="T5" fmla="*/ 45 h 51"/>
                  <a:gd name="T6" fmla="*/ 0 w 73"/>
                  <a:gd name="T7" fmla="*/ 67 h 51"/>
                  <a:gd name="T8" fmla="*/ 44 w 73"/>
                  <a:gd name="T9" fmla="*/ 27 h 51"/>
                  <a:gd name="T10" fmla="*/ 100 w 73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51">
                    <a:moveTo>
                      <a:pt x="71" y="3"/>
                    </a:moveTo>
                    <a:cubicBezTo>
                      <a:pt x="66" y="10"/>
                      <a:pt x="55" y="18"/>
                      <a:pt x="47" y="23"/>
                    </a:cubicBezTo>
                    <a:cubicBezTo>
                      <a:pt x="39" y="28"/>
                      <a:pt x="30" y="29"/>
                      <a:pt x="22" y="34"/>
                    </a:cubicBezTo>
                    <a:cubicBezTo>
                      <a:pt x="15" y="39"/>
                      <a:pt x="8" y="47"/>
                      <a:pt x="0" y="51"/>
                    </a:cubicBezTo>
                    <a:cubicBezTo>
                      <a:pt x="10" y="43"/>
                      <a:pt x="18" y="29"/>
                      <a:pt x="32" y="21"/>
                    </a:cubicBezTo>
                    <a:cubicBezTo>
                      <a:pt x="45" y="13"/>
                      <a:pt x="58" y="3"/>
                      <a:pt x="73" y="0"/>
                    </a:cubicBezTo>
                  </a:path>
                </a:pathLst>
              </a:custGeom>
              <a:solidFill>
                <a:srgbClr val="DD5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0" name="Freeform 1071">
                <a:extLst>
                  <a:ext uri="{FF2B5EF4-FFF2-40B4-BE49-F238E27FC236}">
                    <a16:creationId xmlns:a16="http://schemas.microsoft.com/office/drawing/2014/main" id="{F73B7CB8-C69F-43D1-8B81-8C56DA3AD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043"/>
                <a:ext cx="198" cy="240"/>
              </a:xfrm>
              <a:custGeom>
                <a:avLst/>
                <a:gdLst>
                  <a:gd name="T0" fmla="*/ 0 w 179"/>
                  <a:gd name="T1" fmla="*/ 261 h 217"/>
                  <a:gd name="T2" fmla="*/ 82 w 179"/>
                  <a:gd name="T3" fmla="*/ 102 h 217"/>
                  <a:gd name="T4" fmla="*/ 153 w 179"/>
                  <a:gd name="T5" fmla="*/ 49 h 217"/>
                  <a:gd name="T6" fmla="*/ 242 w 179"/>
                  <a:gd name="T7" fmla="*/ 0 h 217"/>
                  <a:gd name="T8" fmla="*/ 116 w 179"/>
                  <a:gd name="T9" fmla="*/ 90 h 217"/>
                  <a:gd name="T10" fmla="*/ 71 w 179"/>
                  <a:gd name="T11" fmla="*/ 192 h 217"/>
                  <a:gd name="T12" fmla="*/ 2 w 179"/>
                  <a:gd name="T13" fmla="*/ 268 h 2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217">
                    <a:moveTo>
                      <a:pt x="0" y="193"/>
                    </a:moveTo>
                    <a:cubicBezTo>
                      <a:pt x="6" y="152"/>
                      <a:pt x="31" y="104"/>
                      <a:pt x="61" y="75"/>
                    </a:cubicBezTo>
                    <a:cubicBezTo>
                      <a:pt x="77" y="60"/>
                      <a:pt x="94" y="47"/>
                      <a:pt x="113" y="36"/>
                    </a:cubicBezTo>
                    <a:cubicBezTo>
                      <a:pt x="133" y="23"/>
                      <a:pt x="157" y="9"/>
                      <a:pt x="179" y="0"/>
                    </a:cubicBezTo>
                    <a:cubicBezTo>
                      <a:pt x="148" y="18"/>
                      <a:pt x="110" y="40"/>
                      <a:pt x="86" y="66"/>
                    </a:cubicBezTo>
                    <a:cubicBezTo>
                      <a:pt x="67" y="86"/>
                      <a:pt x="62" y="116"/>
                      <a:pt x="52" y="142"/>
                    </a:cubicBezTo>
                    <a:cubicBezTo>
                      <a:pt x="49" y="149"/>
                      <a:pt x="12" y="217"/>
                      <a:pt x="2" y="198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1" name="Freeform 1072">
                <a:extLst>
                  <a:ext uri="{FF2B5EF4-FFF2-40B4-BE49-F238E27FC236}">
                    <a16:creationId xmlns:a16="http://schemas.microsoft.com/office/drawing/2014/main" id="{EA6DD703-59A3-4254-AC3C-E47BE8D9C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100"/>
                <a:ext cx="126" cy="223"/>
              </a:xfrm>
              <a:custGeom>
                <a:avLst/>
                <a:gdLst>
                  <a:gd name="T0" fmla="*/ 0 w 114"/>
                  <a:gd name="T1" fmla="*/ 236 h 202"/>
                  <a:gd name="T2" fmla="*/ 43 w 114"/>
                  <a:gd name="T3" fmla="*/ 179 h 202"/>
                  <a:gd name="T4" fmla="*/ 78 w 114"/>
                  <a:gd name="T5" fmla="*/ 116 h 202"/>
                  <a:gd name="T6" fmla="*/ 154 w 114"/>
                  <a:gd name="T7" fmla="*/ 0 h 202"/>
                  <a:gd name="T8" fmla="*/ 94 w 114"/>
                  <a:gd name="T9" fmla="*/ 108 h 202"/>
                  <a:gd name="T10" fmla="*/ 54 w 114"/>
                  <a:gd name="T11" fmla="*/ 199 h 202"/>
                  <a:gd name="T12" fmla="*/ 0 w 114"/>
                  <a:gd name="T13" fmla="*/ 236 h 2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202">
                    <a:moveTo>
                      <a:pt x="0" y="176"/>
                    </a:moveTo>
                    <a:cubicBezTo>
                      <a:pt x="12" y="165"/>
                      <a:pt x="23" y="147"/>
                      <a:pt x="32" y="133"/>
                    </a:cubicBezTo>
                    <a:cubicBezTo>
                      <a:pt x="41" y="119"/>
                      <a:pt x="52" y="102"/>
                      <a:pt x="58" y="86"/>
                    </a:cubicBezTo>
                    <a:cubicBezTo>
                      <a:pt x="70" y="52"/>
                      <a:pt x="82" y="20"/>
                      <a:pt x="114" y="0"/>
                    </a:cubicBezTo>
                    <a:cubicBezTo>
                      <a:pt x="92" y="19"/>
                      <a:pt x="82" y="54"/>
                      <a:pt x="70" y="81"/>
                    </a:cubicBezTo>
                    <a:cubicBezTo>
                      <a:pt x="61" y="103"/>
                      <a:pt x="51" y="126"/>
                      <a:pt x="40" y="148"/>
                    </a:cubicBezTo>
                    <a:cubicBezTo>
                      <a:pt x="36" y="157"/>
                      <a:pt x="13" y="202"/>
                      <a:pt x="0" y="176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2" name="Freeform 1073">
                <a:extLst>
                  <a:ext uri="{FF2B5EF4-FFF2-40B4-BE49-F238E27FC236}">
                    <a16:creationId xmlns:a16="http://schemas.microsoft.com/office/drawing/2014/main" id="{FF8BA498-769A-44D7-B620-1BFB2F2A0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033"/>
                <a:ext cx="176" cy="132"/>
              </a:xfrm>
              <a:custGeom>
                <a:avLst/>
                <a:gdLst>
                  <a:gd name="T0" fmla="*/ 0 w 159"/>
                  <a:gd name="T1" fmla="*/ 133 h 120"/>
                  <a:gd name="T2" fmla="*/ 23 w 159"/>
                  <a:gd name="T3" fmla="*/ 117 h 120"/>
                  <a:gd name="T4" fmla="*/ 55 w 159"/>
                  <a:gd name="T5" fmla="*/ 100 h 120"/>
                  <a:gd name="T6" fmla="*/ 106 w 159"/>
                  <a:gd name="T7" fmla="*/ 84 h 120"/>
                  <a:gd name="T8" fmla="*/ 128 w 159"/>
                  <a:gd name="T9" fmla="*/ 160 h 120"/>
                  <a:gd name="T10" fmla="*/ 180 w 159"/>
                  <a:gd name="T11" fmla="*/ 83 h 120"/>
                  <a:gd name="T12" fmla="*/ 204 w 159"/>
                  <a:gd name="T13" fmla="*/ 32 h 120"/>
                  <a:gd name="T14" fmla="*/ 215 w 159"/>
                  <a:gd name="T15" fmla="*/ 1 h 120"/>
                  <a:gd name="T16" fmla="*/ 161 w 159"/>
                  <a:gd name="T17" fmla="*/ 24 h 120"/>
                  <a:gd name="T18" fmla="*/ 84 w 159"/>
                  <a:gd name="T19" fmla="*/ 68 h 120"/>
                  <a:gd name="T20" fmla="*/ 33 w 159"/>
                  <a:gd name="T21" fmla="*/ 91 h 120"/>
                  <a:gd name="T22" fmla="*/ 8 w 159"/>
                  <a:gd name="T23" fmla="*/ 123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9" h="120">
                    <a:moveTo>
                      <a:pt x="0" y="100"/>
                    </a:moveTo>
                    <a:cubicBezTo>
                      <a:pt x="6" y="97"/>
                      <a:pt x="11" y="91"/>
                      <a:pt x="17" y="87"/>
                    </a:cubicBezTo>
                    <a:cubicBezTo>
                      <a:pt x="24" y="81"/>
                      <a:pt x="32" y="79"/>
                      <a:pt x="41" y="75"/>
                    </a:cubicBezTo>
                    <a:cubicBezTo>
                      <a:pt x="53" y="68"/>
                      <a:pt x="64" y="63"/>
                      <a:pt x="79" y="63"/>
                    </a:cubicBezTo>
                    <a:cubicBezTo>
                      <a:pt x="113" y="62"/>
                      <a:pt x="91" y="102"/>
                      <a:pt x="95" y="120"/>
                    </a:cubicBezTo>
                    <a:cubicBezTo>
                      <a:pt x="110" y="119"/>
                      <a:pt x="128" y="74"/>
                      <a:pt x="133" y="62"/>
                    </a:cubicBezTo>
                    <a:cubicBezTo>
                      <a:pt x="139" y="49"/>
                      <a:pt x="144" y="36"/>
                      <a:pt x="150" y="24"/>
                    </a:cubicBezTo>
                    <a:cubicBezTo>
                      <a:pt x="153" y="17"/>
                      <a:pt x="159" y="9"/>
                      <a:pt x="158" y="1"/>
                    </a:cubicBezTo>
                    <a:cubicBezTo>
                      <a:pt x="147" y="0"/>
                      <a:pt x="128" y="12"/>
                      <a:pt x="118" y="18"/>
                    </a:cubicBezTo>
                    <a:cubicBezTo>
                      <a:pt x="100" y="29"/>
                      <a:pt x="82" y="43"/>
                      <a:pt x="62" y="51"/>
                    </a:cubicBezTo>
                    <a:cubicBezTo>
                      <a:pt x="49" y="56"/>
                      <a:pt x="36" y="58"/>
                      <a:pt x="24" y="68"/>
                    </a:cubicBezTo>
                    <a:cubicBezTo>
                      <a:pt x="16" y="74"/>
                      <a:pt x="9" y="86"/>
                      <a:pt x="5" y="93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3" name="Freeform 1074">
                <a:extLst>
                  <a:ext uri="{FF2B5EF4-FFF2-40B4-BE49-F238E27FC236}">
                    <a16:creationId xmlns:a16="http://schemas.microsoft.com/office/drawing/2014/main" id="{05544EFC-12BA-4F2C-929F-D5BE3C2EA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149"/>
                <a:ext cx="63" cy="111"/>
              </a:xfrm>
              <a:custGeom>
                <a:avLst/>
                <a:gdLst>
                  <a:gd name="T0" fmla="*/ 39 w 57"/>
                  <a:gd name="T1" fmla="*/ 15 h 101"/>
                  <a:gd name="T2" fmla="*/ 15 w 57"/>
                  <a:gd name="T3" fmla="*/ 85 h 101"/>
                  <a:gd name="T4" fmla="*/ 1 w 57"/>
                  <a:gd name="T5" fmla="*/ 133 h 101"/>
                  <a:gd name="T6" fmla="*/ 33 w 57"/>
                  <a:gd name="T7" fmla="*/ 107 h 101"/>
                  <a:gd name="T8" fmla="*/ 56 w 57"/>
                  <a:gd name="T9" fmla="*/ 80 h 101"/>
                  <a:gd name="T10" fmla="*/ 70 w 57"/>
                  <a:gd name="T11" fmla="*/ 1 h 101"/>
                  <a:gd name="T12" fmla="*/ 30 w 57"/>
                  <a:gd name="T13" fmla="*/ 29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01">
                    <a:moveTo>
                      <a:pt x="29" y="12"/>
                    </a:moveTo>
                    <a:cubicBezTo>
                      <a:pt x="24" y="30"/>
                      <a:pt x="17" y="46"/>
                      <a:pt x="12" y="64"/>
                    </a:cubicBezTo>
                    <a:cubicBezTo>
                      <a:pt x="8" y="74"/>
                      <a:pt x="0" y="89"/>
                      <a:pt x="1" y="100"/>
                    </a:cubicBezTo>
                    <a:cubicBezTo>
                      <a:pt x="10" y="101"/>
                      <a:pt x="18" y="85"/>
                      <a:pt x="24" y="80"/>
                    </a:cubicBezTo>
                    <a:cubicBezTo>
                      <a:pt x="32" y="73"/>
                      <a:pt x="37" y="70"/>
                      <a:pt x="42" y="60"/>
                    </a:cubicBezTo>
                    <a:cubicBezTo>
                      <a:pt x="48" y="45"/>
                      <a:pt x="57" y="17"/>
                      <a:pt x="52" y="1"/>
                    </a:cubicBezTo>
                    <a:cubicBezTo>
                      <a:pt x="40" y="0"/>
                      <a:pt x="28" y="14"/>
                      <a:pt x="22" y="22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4" name="Freeform 1075">
                <a:extLst>
                  <a:ext uri="{FF2B5EF4-FFF2-40B4-BE49-F238E27FC236}">
                    <a16:creationId xmlns:a16="http://schemas.microsoft.com/office/drawing/2014/main" id="{16BDD7FE-11C3-472C-8035-009EFBEE3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189"/>
                <a:ext cx="249" cy="143"/>
              </a:xfrm>
              <a:custGeom>
                <a:avLst/>
                <a:gdLst>
                  <a:gd name="T0" fmla="*/ 0 w 226"/>
                  <a:gd name="T1" fmla="*/ 154 h 130"/>
                  <a:gd name="T2" fmla="*/ 69 w 226"/>
                  <a:gd name="T3" fmla="*/ 141 h 130"/>
                  <a:gd name="T4" fmla="*/ 122 w 226"/>
                  <a:gd name="T5" fmla="*/ 171 h 130"/>
                  <a:gd name="T6" fmla="*/ 184 w 226"/>
                  <a:gd name="T7" fmla="*/ 118 h 130"/>
                  <a:gd name="T8" fmla="*/ 281 w 226"/>
                  <a:gd name="T9" fmla="*/ 40 h 130"/>
                  <a:gd name="T10" fmla="*/ 268 w 226"/>
                  <a:gd name="T11" fmla="*/ 2 h 130"/>
                  <a:gd name="T12" fmla="*/ 163 w 226"/>
                  <a:gd name="T13" fmla="*/ 53 h 130"/>
                  <a:gd name="T14" fmla="*/ 62 w 226"/>
                  <a:gd name="T15" fmla="*/ 108 h 130"/>
                  <a:gd name="T16" fmla="*/ 12 w 226"/>
                  <a:gd name="T17" fmla="*/ 147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6" h="130">
                    <a:moveTo>
                      <a:pt x="0" y="115"/>
                    </a:moveTo>
                    <a:cubicBezTo>
                      <a:pt x="15" y="104"/>
                      <a:pt x="33" y="100"/>
                      <a:pt x="52" y="105"/>
                    </a:cubicBezTo>
                    <a:cubicBezTo>
                      <a:pt x="65" y="109"/>
                      <a:pt x="79" y="127"/>
                      <a:pt x="92" y="128"/>
                    </a:cubicBezTo>
                    <a:cubicBezTo>
                      <a:pt x="106" y="130"/>
                      <a:pt x="125" y="96"/>
                      <a:pt x="138" y="88"/>
                    </a:cubicBezTo>
                    <a:cubicBezTo>
                      <a:pt x="163" y="71"/>
                      <a:pt x="191" y="53"/>
                      <a:pt x="210" y="30"/>
                    </a:cubicBezTo>
                    <a:cubicBezTo>
                      <a:pt x="223" y="14"/>
                      <a:pt x="226" y="0"/>
                      <a:pt x="201" y="2"/>
                    </a:cubicBezTo>
                    <a:cubicBezTo>
                      <a:pt x="173" y="4"/>
                      <a:pt x="146" y="27"/>
                      <a:pt x="122" y="40"/>
                    </a:cubicBezTo>
                    <a:cubicBezTo>
                      <a:pt x="96" y="53"/>
                      <a:pt x="70" y="65"/>
                      <a:pt x="46" y="81"/>
                    </a:cubicBezTo>
                    <a:cubicBezTo>
                      <a:pt x="33" y="89"/>
                      <a:pt x="16" y="97"/>
                      <a:pt x="9" y="111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5" name="Freeform 1076">
                <a:extLst>
                  <a:ext uri="{FF2B5EF4-FFF2-40B4-BE49-F238E27FC236}">
                    <a16:creationId xmlns:a16="http://schemas.microsoft.com/office/drawing/2014/main" id="{8D396962-19CF-487F-BEA4-CDC08EF8A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055"/>
                <a:ext cx="142" cy="291"/>
              </a:xfrm>
              <a:custGeom>
                <a:avLst/>
                <a:gdLst>
                  <a:gd name="T0" fmla="*/ 89 w 128"/>
                  <a:gd name="T1" fmla="*/ 335 h 263"/>
                  <a:gd name="T2" fmla="*/ 54 w 128"/>
                  <a:gd name="T3" fmla="*/ 169 h 263"/>
                  <a:gd name="T4" fmla="*/ 12 w 128"/>
                  <a:gd name="T5" fmla="*/ 132 h 263"/>
                  <a:gd name="T6" fmla="*/ 24 w 128"/>
                  <a:gd name="T7" fmla="*/ 35 h 263"/>
                  <a:gd name="T8" fmla="*/ 100 w 128"/>
                  <a:gd name="T9" fmla="*/ 51 h 263"/>
                  <a:gd name="T10" fmla="*/ 133 w 128"/>
                  <a:gd name="T11" fmla="*/ 174 h 263"/>
                  <a:gd name="T12" fmla="*/ 158 w 128"/>
                  <a:gd name="T13" fmla="*/ 277 h 263"/>
                  <a:gd name="T14" fmla="*/ 175 w 128"/>
                  <a:gd name="T15" fmla="*/ 344 h 263"/>
                  <a:gd name="T16" fmla="*/ 94 w 128"/>
                  <a:gd name="T17" fmla="*/ 349 h 263"/>
                  <a:gd name="T18" fmla="*/ 88 w 128"/>
                  <a:gd name="T19" fmla="*/ 326 h 2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263">
                    <a:moveTo>
                      <a:pt x="65" y="248"/>
                    </a:moveTo>
                    <a:cubicBezTo>
                      <a:pt x="65" y="209"/>
                      <a:pt x="66" y="157"/>
                      <a:pt x="40" y="125"/>
                    </a:cubicBezTo>
                    <a:cubicBezTo>
                      <a:pt x="32" y="114"/>
                      <a:pt x="16" y="110"/>
                      <a:pt x="9" y="98"/>
                    </a:cubicBezTo>
                    <a:cubicBezTo>
                      <a:pt x="0" y="81"/>
                      <a:pt x="8" y="41"/>
                      <a:pt x="18" y="26"/>
                    </a:cubicBezTo>
                    <a:cubicBezTo>
                      <a:pt x="34" y="0"/>
                      <a:pt x="60" y="19"/>
                      <a:pt x="73" y="38"/>
                    </a:cubicBezTo>
                    <a:cubicBezTo>
                      <a:pt x="90" y="62"/>
                      <a:pt x="89" y="100"/>
                      <a:pt x="97" y="128"/>
                    </a:cubicBezTo>
                    <a:cubicBezTo>
                      <a:pt x="103" y="153"/>
                      <a:pt x="109" y="179"/>
                      <a:pt x="115" y="204"/>
                    </a:cubicBezTo>
                    <a:cubicBezTo>
                      <a:pt x="119" y="220"/>
                      <a:pt x="126" y="238"/>
                      <a:pt x="128" y="254"/>
                    </a:cubicBezTo>
                    <a:cubicBezTo>
                      <a:pt x="109" y="255"/>
                      <a:pt x="88" y="263"/>
                      <a:pt x="69" y="258"/>
                    </a:cubicBezTo>
                    <a:cubicBezTo>
                      <a:pt x="68" y="252"/>
                      <a:pt x="64" y="247"/>
                      <a:pt x="64" y="241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6" name="Freeform 1077">
                <a:extLst>
                  <a:ext uri="{FF2B5EF4-FFF2-40B4-BE49-F238E27FC236}">
                    <a16:creationId xmlns:a16="http://schemas.microsoft.com/office/drawing/2014/main" id="{5DA689FB-93DC-402A-A666-C27B0C584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028"/>
                <a:ext cx="242" cy="315"/>
              </a:xfrm>
              <a:custGeom>
                <a:avLst/>
                <a:gdLst>
                  <a:gd name="T0" fmla="*/ 291 w 219"/>
                  <a:gd name="T1" fmla="*/ 329 h 285"/>
                  <a:gd name="T2" fmla="*/ 257 w 219"/>
                  <a:gd name="T3" fmla="*/ 249 h 285"/>
                  <a:gd name="T4" fmla="*/ 214 w 219"/>
                  <a:gd name="T5" fmla="*/ 213 h 285"/>
                  <a:gd name="T6" fmla="*/ 177 w 219"/>
                  <a:gd name="T7" fmla="*/ 176 h 285"/>
                  <a:gd name="T8" fmla="*/ 144 w 219"/>
                  <a:gd name="T9" fmla="*/ 171 h 285"/>
                  <a:gd name="T10" fmla="*/ 109 w 219"/>
                  <a:gd name="T11" fmla="*/ 248 h 285"/>
                  <a:gd name="T12" fmla="*/ 126 w 219"/>
                  <a:gd name="T13" fmla="*/ 329 h 285"/>
                  <a:gd name="T14" fmla="*/ 86 w 219"/>
                  <a:gd name="T15" fmla="*/ 367 h 285"/>
                  <a:gd name="T16" fmla="*/ 35 w 219"/>
                  <a:gd name="T17" fmla="*/ 355 h 285"/>
                  <a:gd name="T18" fmla="*/ 17 w 219"/>
                  <a:gd name="T19" fmla="*/ 209 h 285"/>
                  <a:gd name="T20" fmla="*/ 8 w 219"/>
                  <a:gd name="T21" fmla="*/ 86 h 285"/>
                  <a:gd name="T22" fmla="*/ 48 w 219"/>
                  <a:gd name="T23" fmla="*/ 4 h 285"/>
                  <a:gd name="T24" fmla="*/ 90 w 219"/>
                  <a:gd name="T25" fmla="*/ 80 h 285"/>
                  <a:gd name="T26" fmla="*/ 158 w 219"/>
                  <a:gd name="T27" fmla="*/ 127 h 285"/>
                  <a:gd name="T28" fmla="*/ 214 w 219"/>
                  <a:gd name="T29" fmla="*/ 187 h 285"/>
                  <a:gd name="T30" fmla="*/ 278 w 219"/>
                  <a:gd name="T31" fmla="*/ 248 h 285"/>
                  <a:gd name="T32" fmla="*/ 291 w 219"/>
                  <a:gd name="T33" fmla="*/ 329 h 2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9" h="285">
                    <a:moveTo>
                      <a:pt x="215" y="244"/>
                    </a:moveTo>
                    <a:cubicBezTo>
                      <a:pt x="217" y="226"/>
                      <a:pt x="201" y="198"/>
                      <a:pt x="191" y="185"/>
                    </a:cubicBezTo>
                    <a:cubicBezTo>
                      <a:pt x="183" y="174"/>
                      <a:pt x="170" y="167"/>
                      <a:pt x="159" y="158"/>
                    </a:cubicBezTo>
                    <a:cubicBezTo>
                      <a:pt x="148" y="150"/>
                      <a:pt x="140" y="141"/>
                      <a:pt x="131" y="130"/>
                    </a:cubicBezTo>
                    <a:cubicBezTo>
                      <a:pt x="120" y="117"/>
                      <a:pt x="118" y="112"/>
                      <a:pt x="107" y="127"/>
                    </a:cubicBezTo>
                    <a:cubicBezTo>
                      <a:pt x="94" y="143"/>
                      <a:pt x="83" y="163"/>
                      <a:pt x="81" y="184"/>
                    </a:cubicBezTo>
                    <a:cubicBezTo>
                      <a:pt x="78" y="205"/>
                      <a:pt x="89" y="224"/>
                      <a:pt x="93" y="244"/>
                    </a:cubicBezTo>
                    <a:cubicBezTo>
                      <a:pt x="97" y="265"/>
                      <a:pt x="83" y="265"/>
                      <a:pt x="64" y="271"/>
                    </a:cubicBezTo>
                    <a:cubicBezTo>
                      <a:pt x="47" y="276"/>
                      <a:pt x="30" y="285"/>
                      <a:pt x="26" y="262"/>
                    </a:cubicBezTo>
                    <a:cubicBezTo>
                      <a:pt x="20" y="227"/>
                      <a:pt x="20" y="191"/>
                      <a:pt x="13" y="155"/>
                    </a:cubicBezTo>
                    <a:cubicBezTo>
                      <a:pt x="7" y="126"/>
                      <a:pt x="0" y="95"/>
                      <a:pt x="5" y="64"/>
                    </a:cubicBezTo>
                    <a:cubicBezTo>
                      <a:pt x="7" y="51"/>
                      <a:pt x="17" y="0"/>
                      <a:pt x="35" y="4"/>
                    </a:cubicBezTo>
                    <a:cubicBezTo>
                      <a:pt x="49" y="7"/>
                      <a:pt x="56" y="47"/>
                      <a:pt x="66" y="59"/>
                    </a:cubicBezTo>
                    <a:cubicBezTo>
                      <a:pt x="79" y="75"/>
                      <a:pt x="101" y="83"/>
                      <a:pt x="117" y="94"/>
                    </a:cubicBezTo>
                    <a:cubicBezTo>
                      <a:pt x="135" y="106"/>
                      <a:pt x="143" y="125"/>
                      <a:pt x="159" y="138"/>
                    </a:cubicBezTo>
                    <a:cubicBezTo>
                      <a:pt x="176" y="152"/>
                      <a:pt x="194" y="165"/>
                      <a:pt x="206" y="184"/>
                    </a:cubicBezTo>
                    <a:cubicBezTo>
                      <a:pt x="219" y="204"/>
                      <a:pt x="207" y="225"/>
                      <a:pt x="215" y="244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7" name="Freeform 1078">
                <a:extLst>
                  <a:ext uri="{FF2B5EF4-FFF2-40B4-BE49-F238E27FC236}">
                    <a16:creationId xmlns:a16="http://schemas.microsoft.com/office/drawing/2014/main" id="{9FB07FB1-9FB0-45DE-82AA-7D6095A7D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088"/>
                <a:ext cx="85" cy="166"/>
              </a:xfrm>
              <a:custGeom>
                <a:avLst/>
                <a:gdLst>
                  <a:gd name="T0" fmla="*/ 81 w 77"/>
                  <a:gd name="T1" fmla="*/ 204 h 150"/>
                  <a:gd name="T2" fmla="*/ 61 w 77"/>
                  <a:gd name="T3" fmla="*/ 115 h 150"/>
                  <a:gd name="T4" fmla="*/ 104 w 77"/>
                  <a:gd name="T5" fmla="*/ 93 h 150"/>
                  <a:gd name="T6" fmla="*/ 94 w 77"/>
                  <a:gd name="T7" fmla="*/ 66 h 150"/>
                  <a:gd name="T8" fmla="*/ 68 w 77"/>
                  <a:gd name="T9" fmla="*/ 48 h 150"/>
                  <a:gd name="T10" fmla="*/ 4 w 77"/>
                  <a:gd name="T11" fmla="*/ 41 h 150"/>
                  <a:gd name="T12" fmla="*/ 34 w 77"/>
                  <a:gd name="T13" fmla="*/ 138 h 150"/>
                  <a:gd name="T14" fmla="*/ 74 w 77"/>
                  <a:gd name="T15" fmla="*/ 196 h 1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150">
                    <a:moveTo>
                      <a:pt x="60" y="150"/>
                    </a:moveTo>
                    <a:cubicBezTo>
                      <a:pt x="50" y="130"/>
                      <a:pt x="42" y="107"/>
                      <a:pt x="45" y="85"/>
                    </a:cubicBezTo>
                    <a:cubicBezTo>
                      <a:pt x="48" y="69"/>
                      <a:pt x="64" y="57"/>
                      <a:pt x="77" y="69"/>
                    </a:cubicBezTo>
                    <a:cubicBezTo>
                      <a:pt x="72" y="63"/>
                      <a:pt x="73" y="56"/>
                      <a:pt x="70" y="49"/>
                    </a:cubicBezTo>
                    <a:cubicBezTo>
                      <a:pt x="66" y="39"/>
                      <a:pt x="62" y="40"/>
                      <a:pt x="51" y="35"/>
                    </a:cubicBezTo>
                    <a:cubicBezTo>
                      <a:pt x="37" y="28"/>
                      <a:pt x="0" y="0"/>
                      <a:pt x="4" y="30"/>
                    </a:cubicBezTo>
                    <a:cubicBezTo>
                      <a:pt x="6" y="52"/>
                      <a:pt x="16" y="82"/>
                      <a:pt x="25" y="102"/>
                    </a:cubicBezTo>
                    <a:cubicBezTo>
                      <a:pt x="32" y="119"/>
                      <a:pt x="45" y="131"/>
                      <a:pt x="55" y="145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8" name="Freeform 1079">
                <a:extLst>
                  <a:ext uri="{FF2B5EF4-FFF2-40B4-BE49-F238E27FC236}">
                    <a16:creationId xmlns:a16="http://schemas.microsoft.com/office/drawing/2014/main" id="{019B15E6-9049-4320-97D1-24AE6C0CF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988"/>
                <a:ext cx="65" cy="248"/>
              </a:xfrm>
              <a:custGeom>
                <a:avLst/>
                <a:gdLst>
                  <a:gd name="T0" fmla="*/ 58 w 59"/>
                  <a:gd name="T1" fmla="*/ 280 h 225"/>
                  <a:gd name="T2" fmla="*/ 63 w 59"/>
                  <a:gd name="T3" fmla="*/ 285 h 225"/>
                  <a:gd name="T4" fmla="*/ 31 w 59"/>
                  <a:gd name="T5" fmla="*/ 200 h 225"/>
                  <a:gd name="T6" fmla="*/ 24 w 59"/>
                  <a:gd name="T7" fmla="*/ 130 h 225"/>
                  <a:gd name="T8" fmla="*/ 51 w 59"/>
                  <a:gd name="T9" fmla="*/ 47 h 225"/>
                  <a:gd name="T10" fmla="*/ 1 w 59"/>
                  <a:gd name="T11" fmla="*/ 145 h 225"/>
                  <a:gd name="T12" fmla="*/ 32 w 59"/>
                  <a:gd name="T13" fmla="*/ 276 h 225"/>
                  <a:gd name="T14" fmla="*/ 50 w 59"/>
                  <a:gd name="T15" fmla="*/ 301 h 225"/>
                  <a:gd name="T16" fmla="*/ 58 w 59"/>
                  <a:gd name="T17" fmla="*/ 296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225">
                    <a:moveTo>
                      <a:pt x="44" y="209"/>
                    </a:moveTo>
                    <a:cubicBezTo>
                      <a:pt x="45" y="211"/>
                      <a:pt x="46" y="212"/>
                      <a:pt x="47" y="213"/>
                    </a:cubicBezTo>
                    <a:cubicBezTo>
                      <a:pt x="30" y="200"/>
                      <a:pt x="28" y="168"/>
                      <a:pt x="23" y="149"/>
                    </a:cubicBezTo>
                    <a:cubicBezTo>
                      <a:pt x="19" y="132"/>
                      <a:pt x="16" y="115"/>
                      <a:pt x="18" y="97"/>
                    </a:cubicBezTo>
                    <a:cubicBezTo>
                      <a:pt x="21" y="73"/>
                      <a:pt x="59" y="61"/>
                      <a:pt x="38" y="35"/>
                    </a:cubicBezTo>
                    <a:cubicBezTo>
                      <a:pt x="11" y="0"/>
                      <a:pt x="1" y="96"/>
                      <a:pt x="1" y="109"/>
                    </a:cubicBezTo>
                    <a:cubicBezTo>
                      <a:pt x="0" y="143"/>
                      <a:pt x="9" y="176"/>
                      <a:pt x="24" y="206"/>
                    </a:cubicBezTo>
                    <a:cubicBezTo>
                      <a:pt x="27" y="213"/>
                      <a:pt x="30" y="221"/>
                      <a:pt x="37" y="225"/>
                    </a:cubicBezTo>
                    <a:cubicBezTo>
                      <a:pt x="39" y="223"/>
                      <a:pt x="43" y="222"/>
                      <a:pt x="44" y="221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9" name="Freeform 1080">
                <a:extLst>
                  <a:ext uri="{FF2B5EF4-FFF2-40B4-BE49-F238E27FC236}">
                    <a16:creationId xmlns:a16="http://schemas.microsoft.com/office/drawing/2014/main" id="{8B62FE9D-7CAC-418D-9715-3C4985AD8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032"/>
                <a:ext cx="126" cy="100"/>
              </a:xfrm>
              <a:custGeom>
                <a:avLst/>
                <a:gdLst>
                  <a:gd name="T0" fmla="*/ 17 w 114"/>
                  <a:gd name="T1" fmla="*/ 1 h 91"/>
                  <a:gd name="T2" fmla="*/ 0 w 114"/>
                  <a:gd name="T3" fmla="*/ 24 h 91"/>
                  <a:gd name="T4" fmla="*/ 33 w 114"/>
                  <a:gd name="T5" fmla="*/ 62 h 91"/>
                  <a:gd name="T6" fmla="*/ 78 w 114"/>
                  <a:gd name="T7" fmla="*/ 93 h 91"/>
                  <a:gd name="T8" fmla="*/ 117 w 114"/>
                  <a:gd name="T9" fmla="*/ 115 h 91"/>
                  <a:gd name="T10" fmla="*/ 77 w 114"/>
                  <a:gd name="T11" fmla="*/ 36 h 91"/>
                  <a:gd name="T12" fmla="*/ 17 w 114"/>
                  <a:gd name="T13" fmla="*/ 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1">
                    <a:moveTo>
                      <a:pt x="13" y="1"/>
                    </a:moveTo>
                    <a:cubicBezTo>
                      <a:pt x="11" y="0"/>
                      <a:pt x="0" y="11"/>
                      <a:pt x="0" y="18"/>
                    </a:cubicBezTo>
                    <a:cubicBezTo>
                      <a:pt x="0" y="30"/>
                      <a:pt x="16" y="39"/>
                      <a:pt x="24" y="46"/>
                    </a:cubicBezTo>
                    <a:cubicBezTo>
                      <a:pt x="35" y="55"/>
                      <a:pt x="47" y="62"/>
                      <a:pt x="58" y="70"/>
                    </a:cubicBezTo>
                    <a:cubicBezTo>
                      <a:pt x="65" y="75"/>
                      <a:pt x="77" y="91"/>
                      <a:pt x="87" y="87"/>
                    </a:cubicBezTo>
                    <a:cubicBezTo>
                      <a:pt x="114" y="78"/>
                      <a:pt x="65" y="35"/>
                      <a:pt x="57" y="27"/>
                    </a:cubicBezTo>
                    <a:cubicBezTo>
                      <a:pt x="44" y="15"/>
                      <a:pt x="26" y="11"/>
                      <a:pt x="13" y="0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0" name="Freeform 1081">
                <a:extLst>
                  <a:ext uri="{FF2B5EF4-FFF2-40B4-BE49-F238E27FC236}">
                    <a16:creationId xmlns:a16="http://schemas.microsoft.com/office/drawing/2014/main" id="{978017B0-FD16-4EEC-A630-B1C37CC40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165"/>
                <a:ext cx="66" cy="52"/>
              </a:xfrm>
              <a:custGeom>
                <a:avLst/>
                <a:gdLst>
                  <a:gd name="T0" fmla="*/ 0 w 60"/>
                  <a:gd name="T1" fmla="*/ 2 h 47"/>
                  <a:gd name="T2" fmla="*/ 25 w 60"/>
                  <a:gd name="T3" fmla="*/ 48 h 47"/>
                  <a:gd name="T4" fmla="*/ 69 w 60"/>
                  <a:gd name="T5" fmla="*/ 50 h 47"/>
                  <a:gd name="T6" fmla="*/ 80 w 60"/>
                  <a:gd name="T7" fmla="*/ 42 h 47"/>
                  <a:gd name="T8" fmla="*/ 2 w 60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7">
                    <a:moveTo>
                      <a:pt x="0" y="2"/>
                    </a:moveTo>
                    <a:cubicBezTo>
                      <a:pt x="0" y="18"/>
                      <a:pt x="1" y="28"/>
                      <a:pt x="19" y="35"/>
                    </a:cubicBezTo>
                    <a:cubicBezTo>
                      <a:pt x="26" y="38"/>
                      <a:pt x="47" y="47"/>
                      <a:pt x="52" y="37"/>
                    </a:cubicBezTo>
                    <a:cubicBezTo>
                      <a:pt x="56" y="36"/>
                      <a:pt x="57" y="35"/>
                      <a:pt x="60" y="31"/>
                    </a:cubicBezTo>
                    <a:cubicBezTo>
                      <a:pt x="43" y="16"/>
                      <a:pt x="20" y="9"/>
                      <a:pt x="2" y="0"/>
                    </a:cubicBezTo>
                  </a:path>
                </a:pathLst>
              </a:custGeom>
              <a:solidFill>
                <a:srgbClr val="F4A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1" name="Freeform 1082">
                <a:extLst>
                  <a:ext uri="{FF2B5EF4-FFF2-40B4-BE49-F238E27FC236}">
                    <a16:creationId xmlns:a16="http://schemas.microsoft.com/office/drawing/2014/main" id="{85146602-3A84-4DD2-93F3-9D31E7AFB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88"/>
                <a:ext cx="30" cy="28"/>
              </a:xfrm>
              <a:custGeom>
                <a:avLst/>
                <a:gdLst>
                  <a:gd name="T0" fmla="*/ 1 w 27"/>
                  <a:gd name="T1" fmla="*/ 1 h 25"/>
                  <a:gd name="T2" fmla="*/ 32 w 27"/>
                  <a:gd name="T3" fmla="*/ 35 h 25"/>
                  <a:gd name="T4" fmla="*/ 0 w 27"/>
                  <a:gd name="T5" fmla="*/ 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5">
                    <a:moveTo>
                      <a:pt x="1" y="1"/>
                    </a:moveTo>
                    <a:cubicBezTo>
                      <a:pt x="12" y="7"/>
                      <a:pt x="19" y="14"/>
                      <a:pt x="23" y="25"/>
                    </a:cubicBezTo>
                    <a:cubicBezTo>
                      <a:pt x="27" y="9"/>
                      <a:pt x="15" y="0"/>
                      <a:pt x="0" y="1"/>
                    </a:cubicBezTo>
                  </a:path>
                </a:pathLst>
              </a:custGeom>
              <a:solidFill>
                <a:srgbClr val="F4B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2" name="Freeform 1083">
                <a:extLst>
                  <a:ext uri="{FF2B5EF4-FFF2-40B4-BE49-F238E27FC236}">
                    <a16:creationId xmlns:a16="http://schemas.microsoft.com/office/drawing/2014/main" id="{152B1C8A-9F08-4EC3-AADA-23B2A1097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136"/>
                <a:ext cx="55" cy="100"/>
              </a:xfrm>
              <a:custGeom>
                <a:avLst/>
                <a:gdLst>
                  <a:gd name="T0" fmla="*/ 67 w 50"/>
                  <a:gd name="T1" fmla="*/ 0 h 91"/>
                  <a:gd name="T2" fmla="*/ 0 w 50"/>
                  <a:gd name="T3" fmla="*/ 121 h 91"/>
                  <a:gd name="T4" fmla="*/ 61 w 50"/>
                  <a:gd name="T5" fmla="*/ 4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91">
                    <a:moveTo>
                      <a:pt x="50" y="0"/>
                    </a:moveTo>
                    <a:cubicBezTo>
                      <a:pt x="29" y="29"/>
                      <a:pt x="1" y="50"/>
                      <a:pt x="0" y="91"/>
                    </a:cubicBezTo>
                    <a:cubicBezTo>
                      <a:pt x="12" y="64"/>
                      <a:pt x="19" y="19"/>
                      <a:pt x="45" y="4"/>
                    </a:cubicBezTo>
                  </a:path>
                </a:pathLst>
              </a:custGeom>
              <a:solidFill>
                <a:srgbClr val="F4B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3" name="Freeform 1084">
                <a:extLst>
                  <a:ext uri="{FF2B5EF4-FFF2-40B4-BE49-F238E27FC236}">
                    <a16:creationId xmlns:a16="http://schemas.microsoft.com/office/drawing/2014/main" id="{2D79A3EA-1A6C-41DB-B397-C704D1BC9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244"/>
                <a:ext cx="102" cy="46"/>
              </a:xfrm>
              <a:custGeom>
                <a:avLst/>
                <a:gdLst>
                  <a:gd name="T0" fmla="*/ 0 w 92"/>
                  <a:gd name="T1" fmla="*/ 55 h 42"/>
                  <a:gd name="T2" fmla="*/ 125 w 92"/>
                  <a:gd name="T3" fmla="*/ 0 h 42"/>
                  <a:gd name="T4" fmla="*/ 67 w 92"/>
                  <a:gd name="T5" fmla="*/ 36 h 42"/>
                  <a:gd name="T6" fmla="*/ 12 w 92"/>
                  <a:gd name="T7" fmla="*/ 4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42">
                    <a:moveTo>
                      <a:pt x="0" y="42"/>
                    </a:moveTo>
                    <a:cubicBezTo>
                      <a:pt x="30" y="35"/>
                      <a:pt x="68" y="17"/>
                      <a:pt x="92" y="0"/>
                    </a:cubicBezTo>
                    <a:cubicBezTo>
                      <a:pt x="79" y="9"/>
                      <a:pt x="63" y="19"/>
                      <a:pt x="49" y="27"/>
                    </a:cubicBezTo>
                    <a:cubicBezTo>
                      <a:pt x="35" y="34"/>
                      <a:pt x="20" y="32"/>
                      <a:pt x="9" y="36"/>
                    </a:cubicBezTo>
                  </a:path>
                </a:pathLst>
              </a:custGeom>
              <a:solidFill>
                <a:srgbClr val="F4B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4" name="Freeform 1085">
                <a:extLst>
                  <a:ext uri="{FF2B5EF4-FFF2-40B4-BE49-F238E27FC236}">
                    <a16:creationId xmlns:a16="http://schemas.microsoft.com/office/drawing/2014/main" id="{4BE8B57A-F08F-4EC0-818D-F72B70A7E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157"/>
                <a:ext cx="46" cy="145"/>
              </a:xfrm>
              <a:custGeom>
                <a:avLst/>
                <a:gdLst>
                  <a:gd name="T0" fmla="*/ 0 w 42"/>
                  <a:gd name="T1" fmla="*/ 0 h 132"/>
                  <a:gd name="T2" fmla="*/ 45 w 42"/>
                  <a:gd name="T3" fmla="*/ 98 h 132"/>
                  <a:gd name="T4" fmla="*/ 54 w 42"/>
                  <a:gd name="T5" fmla="*/ 175 h 132"/>
                  <a:gd name="T6" fmla="*/ 31 w 42"/>
                  <a:gd name="T7" fmla="*/ 89 h 132"/>
                  <a:gd name="T8" fmla="*/ 13 w 42"/>
                  <a:gd name="T9" fmla="*/ 3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32">
                    <a:moveTo>
                      <a:pt x="0" y="0"/>
                    </a:moveTo>
                    <a:cubicBezTo>
                      <a:pt x="19" y="10"/>
                      <a:pt x="29" y="55"/>
                      <a:pt x="34" y="74"/>
                    </a:cubicBezTo>
                    <a:cubicBezTo>
                      <a:pt x="38" y="92"/>
                      <a:pt x="42" y="113"/>
                      <a:pt x="41" y="132"/>
                    </a:cubicBezTo>
                    <a:cubicBezTo>
                      <a:pt x="30" y="117"/>
                      <a:pt x="30" y="85"/>
                      <a:pt x="24" y="67"/>
                    </a:cubicBezTo>
                    <a:cubicBezTo>
                      <a:pt x="18" y="47"/>
                      <a:pt x="17" y="21"/>
                      <a:pt x="10" y="3"/>
                    </a:cubicBezTo>
                  </a:path>
                </a:pathLst>
              </a:custGeom>
              <a:solidFill>
                <a:srgbClr val="F4B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5" name="Freeform 1086">
                <a:extLst>
                  <a:ext uri="{FF2B5EF4-FFF2-40B4-BE49-F238E27FC236}">
                    <a16:creationId xmlns:a16="http://schemas.microsoft.com/office/drawing/2014/main" id="{3B9CB91B-F9E7-4BD3-B00B-D65295690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116"/>
                <a:ext cx="27" cy="165"/>
              </a:xfrm>
              <a:custGeom>
                <a:avLst/>
                <a:gdLst>
                  <a:gd name="T0" fmla="*/ 0 w 24"/>
                  <a:gd name="T1" fmla="*/ 0 h 150"/>
                  <a:gd name="T2" fmla="*/ 18 w 24"/>
                  <a:gd name="T3" fmla="*/ 113 h 150"/>
                  <a:gd name="T4" fmla="*/ 34 w 24"/>
                  <a:gd name="T5" fmla="*/ 200 h 150"/>
                  <a:gd name="T6" fmla="*/ 20 w 24"/>
                  <a:gd name="T7" fmla="*/ 96 h 150"/>
                  <a:gd name="T8" fmla="*/ 7 w 24"/>
                  <a:gd name="T9" fmla="*/ 15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0">
                    <a:moveTo>
                      <a:pt x="0" y="0"/>
                    </a:moveTo>
                    <a:cubicBezTo>
                      <a:pt x="3" y="28"/>
                      <a:pt x="9" y="57"/>
                      <a:pt x="12" y="85"/>
                    </a:cubicBezTo>
                    <a:cubicBezTo>
                      <a:pt x="15" y="106"/>
                      <a:pt x="12" y="133"/>
                      <a:pt x="24" y="150"/>
                    </a:cubicBezTo>
                    <a:cubicBezTo>
                      <a:pt x="17" y="126"/>
                      <a:pt x="17" y="97"/>
                      <a:pt x="14" y="72"/>
                    </a:cubicBezTo>
                    <a:cubicBezTo>
                      <a:pt x="12" y="51"/>
                      <a:pt x="7" y="32"/>
                      <a:pt x="4" y="12"/>
                    </a:cubicBezTo>
                  </a:path>
                </a:pathLst>
              </a:custGeom>
              <a:solidFill>
                <a:srgbClr val="F2D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6" name="Freeform 1087">
                <a:extLst>
                  <a:ext uri="{FF2B5EF4-FFF2-40B4-BE49-F238E27FC236}">
                    <a16:creationId xmlns:a16="http://schemas.microsoft.com/office/drawing/2014/main" id="{482ABE64-E2FC-47BE-8C30-6234659B8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132"/>
                <a:ext cx="17" cy="57"/>
              </a:xfrm>
              <a:custGeom>
                <a:avLst/>
                <a:gdLst>
                  <a:gd name="T0" fmla="*/ 2 w 15"/>
                  <a:gd name="T1" fmla="*/ 0 h 51"/>
                  <a:gd name="T2" fmla="*/ 22 w 15"/>
                  <a:gd name="T3" fmla="*/ 72 h 51"/>
                  <a:gd name="T4" fmla="*/ 7 w 15"/>
                  <a:gd name="T5" fmla="*/ 11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1">
                    <a:moveTo>
                      <a:pt x="2" y="0"/>
                    </a:moveTo>
                    <a:cubicBezTo>
                      <a:pt x="0" y="16"/>
                      <a:pt x="5" y="38"/>
                      <a:pt x="15" y="51"/>
                    </a:cubicBezTo>
                    <a:cubicBezTo>
                      <a:pt x="12" y="38"/>
                      <a:pt x="9" y="21"/>
                      <a:pt x="4" y="8"/>
                    </a:cubicBezTo>
                  </a:path>
                </a:pathLst>
              </a:custGeom>
              <a:solidFill>
                <a:srgbClr val="F2D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7" name="Freeform 1088">
                <a:extLst>
                  <a:ext uri="{FF2B5EF4-FFF2-40B4-BE49-F238E27FC236}">
                    <a16:creationId xmlns:a16="http://schemas.microsoft.com/office/drawing/2014/main" id="{396B8F06-20D3-4EFE-AF48-5F94CF475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051"/>
                <a:ext cx="24" cy="110"/>
              </a:xfrm>
              <a:custGeom>
                <a:avLst/>
                <a:gdLst>
                  <a:gd name="T0" fmla="*/ 28 w 22"/>
                  <a:gd name="T1" fmla="*/ 0 h 100"/>
                  <a:gd name="T2" fmla="*/ 13 w 22"/>
                  <a:gd name="T3" fmla="*/ 133 h 100"/>
                  <a:gd name="T4" fmla="*/ 23 w 22"/>
                  <a:gd name="T5" fmla="*/ 19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00">
                    <a:moveTo>
                      <a:pt x="22" y="0"/>
                    </a:moveTo>
                    <a:cubicBezTo>
                      <a:pt x="1" y="7"/>
                      <a:pt x="0" y="83"/>
                      <a:pt x="10" y="100"/>
                    </a:cubicBezTo>
                    <a:cubicBezTo>
                      <a:pt x="10" y="77"/>
                      <a:pt x="2" y="32"/>
                      <a:pt x="17" y="14"/>
                    </a:cubicBezTo>
                  </a:path>
                </a:pathLst>
              </a:custGeom>
              <a:solidFill>
                <a:srgbClr val="F2D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8" name="Freeform 1089">
                <a:extLst>
                  <a:ext uri="{FF2B5EF4-FFF2-40B4-BE49-F238E27FC236}">
                    <a16:creationId xmlns:a16="http://schemas.microsoft.com/office/drawing/2014/main" id="{E4408A09-9E9C-4F1D-A863-1F090EAD4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097"/>
                <a:ext cx="1665" cy="292"/>
              </a:xfrm>
              <a:custGeom>
                <a:avLst/>
                <a:gdLst>
                  <a:gd name="T0" fmla="*/ 0 w 1507"/>
                  <a:gd name="T1" fmla="*/ 0 h 264"/>
                  <a:gd name="T2" fmla="*/ 22 w 1507"/>
                  <a:gd name="T3" fmla="*/ 12 h 264"/>
                  <a:gd name="T4" fmla="*/ 114 w 1507"/>
                  <a:gd name="T5" fmla="*/ 76 h 264"/>
                  <a:gd name="T6" fmla="*/ 206 w 1507"/>
                  <a:gd name="T7" fmla="*/ 123 h 264"/>
                  <a:gd name="T8" fmla="*/ 327 w 1507"/>
                  <a:gd name="T9" fmla="*/ 231 h 264"/>
                  <a:gd name="T10" fmla="*/ 493 w 1507"/>
                  <a:gd name="T11" fmla="*/ 281 h 264"/>
                  <a:gd name="T12" fmla="*/ 537 w 1507"/>
                  <a:gd name="T13" fmla="*/ 296 h 264"/>
                  <a:gd name="T14" fmla="*/ 622 w 1507"/>
                  <a:gd name="T15" fmla="*/ 275 h 264"/>
                  <a:gd name="T16" fmla="*/ 729 w 1507"/>
                  <a:gd name="T17" fmla="*/ 324 h 264"/>
                  <a:gd name="T18" fmla="*/ 893 w 1507"/>
                  <a:gd name="T19" fmla="*/ 335 h 264"/>
                  <a:gd name="T20" fmla="*/ 982 w 1507"/>
                  <a:gd name="T21" fmla="*/ 312 h 264"/>
                  <a:gd name="T22" fmla="*/ 1103 w 1507"/>
                  <a:gd name="T23" fmla="*/ 319 h 264"/>
                  <a:gd name="T24" fmla="*/ 1303 w 1507"/>
                  <a:gd name="T25" fmla="*/ 309 h 264"/>
                  <a:gd name="T26" fmla="*/ 1610 w 1507"/>
                  <a:gd name="T27" fmla="*/ 250 h 264"/>
                  <a:gd name="T28" fmla="*/ 1705 w 1507"/>
                  <a:gd name="T29" fmla="*/ 212 h 264"/>
                  <a:gd name="T30" fmla="*/ 1802 w 1507"/>
                  <a:gd name="T31" fmla="*/ 177 h 264"/>
                  <a:gd name="T32" fmla="*/ 1844 w 1507"/>
                  <a:gd name="T33" fmla="*/ 149 h 264"/>
                  <a:gd name="T34" fmla="*/ 1903 w 1507"/>
                  <a:gd name="T35" fmla="*/ 145 h 264"/>
                  <a:gd name="T36" fmla="*/ 1960 w 1507"/>
                  <a:gd name="T37" fmla="*/ 66 h 264"/>
                  <a:gd name="T38" fmla="*/ 2028 w 1507"/>
                  <a:gd name="T39" fmla="*/ 25 h 264"/>
                  <a:gd name="T40" fmla="*/ 2033 w 1507"/>
                  <a:gd name="T41" fmla="*/ 23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07" h="264">
                    <a:moveTo>
                      <a:pt x="0" y="0"/>
                    </a:moveTo>
                    <a:cubicBezTo>
                      <a:pt x="6" y="2"/>
                      <a:pt x="11" y="6"/>
                      <a:pt x="16" y="9"/>
                    </a:cubicBezTo>
                    <a:cubicBezTo>
                      <a:pt x="25" y="36"/>
                      <a:pt x="59" y="47"/>
                      <a:pt x="84" y="56"/>
                    </a:cubicBezTo>
                    <a:cubicBezTo>
                      <a:pt x="109" y="65"/>
                      <a:pt x="131" y="73"/>
                      <a:pt x="152" y="90"/>
                    </a:cubicBezTo>
                    <a:cubicBezTo>
                      <a:pt x="183" y="116"/>
                      <a:pt x="204" y="156"/>
                      <a:pt x="243" y="171"/>
                    </a:cubicBezTo>
                    <a:cubicBezTo>
                      <a:pt x="287" y="188"/>
                      <a:pt x="325" y="182"/>
                      <a:pt x="366" y="208"/>
                    </a:cubicBezTo>
                    <a:cubicBezTo>
                      <a:pt x="382" y="218"/>
                      <a:pt x="379" y="221"/>
                      <a:pt x="398" y="219"/>
                    </a:cubicBezTo>
                    <a:cubicBezTo>
                      <a:pt x="420" y="216"/>
                      <a:pt x="437" y="202"/>
                      <a:pt x="462" y="203"/>
                    </a:cubicBezTo>
                    <a:cubicBezTo>
                      <a:pt x="495" y="204"/>
                      <a:pt x="513" y="224"/>
                      <a:pt x="540" y="240"/>
                    </a:cubicBezTo>
                    <a:cubicBezTo>
                      <a:pt x="577" y="262"/>
                      <a:pt x="623" y="264"/>
                      <a:pt x="662" y="248"/>
                    </a:cubicBezTo>
                    <a:cubicBezTo>
                      <a:pt x="688" y="238"/>
                      <a:pt x="701" y="228"/>
                      <a:pt x="729" y="231"/>
                    </a:cubicBezTo>
                    <a:cubicBezTo>
                      <a:pt x="760" y="235"/>
                      <a:pt x="786" y="241"/>
                      <a:pt x="817" y="235"/>
                    </a:cubicBezTo>
                    <a:cubicBezTo>
                      <a:pt x="867" y="227"/>
                      <a:pt x="917" y="234"/>
                      <a:pt x="966" y="228"/>
                    </a:cubicBezTo>
                    <a:cubicBezTo>
                      <a:pt x="1048" y="217"/>
                      <a:pt x="1127" y="236"/>
                      <a:pt x="1194" y="184"/>
                    </a:cubicBezTo>
                    <a:cubicBezTo>
                      <a:pt x="1216" y="167"/>
                      <a:pt x="1236" y="158"/>
                      <a:pt x="1264" y="157"/>
                    </a:cubicBezTo>
                    <a:cubicBezTo>
                      <a:pt x="1301" y="157"/>
                      <a:pt x="1307" y="156"/>
                      <a:pt x="1336" y="131"/>
                    </a:cubicBezTo>
                    <a:cubicBezTo>
                      <a:pt x="1348" y="121"/>
                      <a:pt x="1353" y="115"/>
                      <a:pt x="1368" y="110"/>
                    </a:cubicBezTo>
                    <a:cubicBezTo>
                      <a:pt x="1383" y="106"/>
                      <a:pt x="1399" y="113"/>
                      <a:pt x="1411" y="107"/>
                    </a:cubicBezTo>
                    <a:cubicBezTo>
                      <a:pt x="1432" y="96"/>
                      <a:pt x="1436" y="63"/>
                      <a:pt x="1454" y="49"/>
                    </a:cubicBezTo>
                    <a:cubicBezTo>
                      <a:pt x="1469" y="37"/>
                      <a:pt x="1488" y="31"/>
                      <a:pt x="1504" y="19"/>
                    </a:cubicBezTo>
                    <a:cubicBezTo>
                      <a:pt x="1505" y="18"/>
                      <a:pt x="1506" y="17"/>
                      <a:pt x="1507" y="17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9" name="Freeform 1090">
                <a:extLst>
                  <a:ext uri="{FF2B5EF4-FFF2-40B4-BE49-F238E27FC236}">
                    <a16:creationId xmlns:a16="http://schemas.microsoft.com/office/drawing/2014/main" id="{48F58C24-8882-4AD1-AB6F-2F1D10FEB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466"/>
                <a:ext cx="1808" cy="664"/>
              </a:xfrm>
              <a:custGeom>
                <a:avLst/>
                <a:gdLst>
                  <a:gd name="T0" fmla="*/ 0 w 1638"/>
                  <a:gd name="T1" fmla="*/ 811 h 601"/>
                  <a:gd name="T2" fmla="*/ 1102 w 1638"/>
                  <a:gd name="T3" fmla="*/ 0 h 601"/>
                  <a:gd name="T4" fmla="*/ 2203 w 1638"/>
                  <a:gd name="T5" fmla="*/ 718 h 6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8" h="601">
                    <a:moveTo>
                      <a:pt x="0" y="601"/>
                    </a:moveTo>
                    <a:cubicBezTo>
                      <a:pt x="0" y="601"/>
                      <a:pt x="93" y="0"/>
                      <a:pt x="819" y="0"/>
                    </a:cubicBezTo>
                    <a:cubicBezTo>
                      <a:pt x="1409" y="0"/>
                      <a:pt x="1590" y="387"/>
                      <a:pt x="1638" y="532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0" name="Freeform 1091">
                <a:extLst>
                  <a:ext uri="{FF2B5EF4-FFF2-40B4-BE49-F238E27FC236}">
                    <a16:creationId xmlns:a16="http://schemas.microsoft.com/office/drawing/2014/main" id="{0AE72D24-2E28-4668-812E-1C9B60921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771"/>
                <a:ext cx="236" cy="923"/>
              </a:xfrm>
              <a:custGeom>
                <a:avLst/>
                <a:gdLst>
                  <a:gd name="T0" fmla="*/ 22 w 214"/>
                  <a:gd name="T1" fmla="*/ 0 h 835"/>
                  <a:gd name="T2" fmla="*/ 133 w 214"/>
                  <a:gd name="T3" fmla="*/ 676 h 835"/>
                  <a:gd name="T4" fmla="*/ 287 w 214"/>
                  <a:gd name="T5" fmla="*/ 1127 h 8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4" h="835">
                    <a:moveTo>
                      <a:pt x="16" y="0"/>
                    </a:moveTo>
                    <a:cubicBezTo>
                      <a:pt x="16" y="0"/>
                      <a:pt x="0" y="280"/>
                      <a:pt x="100" y="501"/>
                    </a:cubicBezTo>
                    <a:cubicBezTo>
                      <a:pt x="160" y="635"/>
                      <a:pt x="195" y="752"/>
                      <a:pt x="214" y="835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1" name="Freeform 1092">
                <a:extLst>
                  <a:ext uri="{FF2B5EF4-FFF2-40B4-BE49-F238E27FC236}">
                    <a16:creationId xmlns:a16="http://schemas.microsoft.com/office/drawing/2014/main" id="{F468B436-E6C9-43C3-AB0B-2507310F1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771"/>
                <a:ext cx="233" cy="1056"/>
              </a:xfrm>
              <a:custGeom>
                <a:avLst/>
                <a:gdLst>
                  <a:gd name="T0" fmla="*/ 284 w 211"/>
                  <a:gd name="T1" fmla="*/ 1288 h 956"/>
                  <a:gd name="T2" fmla="*/ 104 w 211"/>
                  <a:gd name="T3" fmla="*/ 682 h 956"/>
                  <a:gd name="T4" fmla="*/ 0 w 211"/>
                  <a:gd name="T5" fmla="*/ 0 h 9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1" h="956">
                    <a:moveTo>
                      <a:pt x="211" y="956"/>
                    </a:moveTo>
                    <a:cubicBezTo>
                      <a:pt x="193" y="852"/>
                      <a:pt x="152" y="655"/>
                      <a:pt x="77" y="506"/>
                    </a:cubicBezTo>
                    <a:cubicBezTo>
                      <a:pt x="16" y="386"/>
                      <a:pt x="0" y="0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2" name="Freeform 1093">
                <a:extLst>
                  <a:ext uri="{FF2B5EF4-FFF2-40B4-BE49-F238E27FC236}">
                    <a16:creationId xmlns:a16="http://schemas.microsoft.com/office/drawing/2014/main" id="{2C5A1AC9-EB9A-4A06-8F5E-D1CFDF0CA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771"/>
                <a:ext cx="236" cy="917"/>
              </a:xfrm>
              <a:custGeom>
                <a:avLst/>
                <a:gdLst>
                  <a:gd name="T0" fmla="*/ 269 w 213"/>
                  <a:gd name="T1" fmla="*/ 0 h 830"/>
                  <a:gd name="T2" fmla="*/ 155 w 213"/>
                  <a:gd name="T3" fmla="*/ 676 h 830"/>
                  <a:gd name="T4" fmla="*/ 0 w 213"/>
                  <a:gd name="T5" fmla="*/ 1119 h 8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3" h="830">
                    <a:moveTo>
                      <a:pt x="198" y="0"/>
                    </a:moveTo>
                    <a:cubicBezTo>
                      <a:pt x="198" y="0"/>
                      <a:pt x="213" y="280"/>
                      <a:pt x="114" y="501"/>
                    </a:cubicBezTo>
                    <a:cubicBezTo>
                      <a:pt x="54" y="632"/>
                      <a:pt x="20" y="747"/>
                      <a:pt x="0" y="830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3" name="Freeform 1094">
                <a:extLst>
                  <a:ext uri="{FF2B5EF4-FFF2-40B4-BE49-F238E27FC236}">
                    <a16:creationId xmlns:a16="http://schemas.microsoft.com/office/drawing/2014/main" id="{EF78358D-C5AC-4435-8DFD-976C25848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771"/>
                <a:ext cx="233" cy="1052"/>
              </a:xfrm>
              <a:custGeom>
                <a:avLst/>
                <a:gdLst>
                  <a:gd name="T0" fmla="*/ 0 w 211"/>
                  <a:gd name="T1" fmla="*/ 1285 h 952"/>
                  <a:gd name="T2" fmla="*/ 180 w 211"/>
                  <a:gd name="T3" fmla="*/ 683 h 952"/>
                  <a:gd name="T4" fmla="*/ 284 w 211"/>
                  <a:gd name="T5" fmla="*/ 0 h 9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1" h="952">
                    <a:moveTo>
                      <a:pt x="0" y="952"/>
                    </a:moveTo>
                    <a:cubicBezTo>
                      <a:pt x="18" y="847"/>
                      <a:pt x="59" y="653"/>
                      <a:pt x="134" y="506"/>
                    </a:cubicBezTo>
                    <a:cubicBezTo>
                      <a:pt x="195" y="386"/>
                      <a:pt x="211" y="0"/>
                      <a:pt x="211" y="0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4" name="Oval 1095">
                <a:extLst>
                  <a:ext uri="{FF2B5EF4-FFF2-40B4-BE49-F238E27FC236}">
                    <a16:creationId xmlns:a16="http://schemas.microsoft.com/office/drawing/2014/main" id="{459D5D7C-C803-4F03-B466-090F3B943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2574"/>
                <a:ext cx="28" cy="17"/>
              </a:xfrm>
              <a:prstGeom prst="ellipse">
                <a:avLst/>
              </a:prstGeom>
              <a:solidFill>
                <a:srgbClr val="9B27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8375" name="Oval 1096">
                <a:extLst>
                  <a:ext uri="{FF2B5EF4-FFF2-40B4-BE49-F238E27FC236}">
                    <a16:creationId xmlns:a16="http://schemas.microsoft.com/office/drawing/2014/main" id="{EF93B26F-A494-4343-BF7F-46ABF55AE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575"/>
                <a:ext cx="24" cy="14"/>
              </a:xfrm>
              <a:prstGeom prst="ellipse">
                <a:avLst/>
              </a:prstGeom>
              <a:solidFill>
                <a:srgbClr val="9B27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8376" name="Freeform 1097">
                <a:extLst>
                  <a:ext uri="{FF2B5EF4-FFF2-40B4-BE49-F238E27FC236}">
                    <a16:creationId xmlns:a16="http://schemas.microsoft.com/office/drawing/2014/main" id="{CF54492B-F1B1-49B7-9C26-726FA26E5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568"/>
                <a:ext cx="39" cy="29"/>
              </a:xfrm>
              <a:custGeom>
                <a:avLst/>
                <a:gdLst>
                  <a:gd name="T0" fmla="*/ 25 w 35"/>
                  <a:gd name="T1" fmla="*/ 0 h 27"/>
                  <a:gd name="T2" fmla="*/ 48 w 35"/>
                  <a:gd name="T3" fmla="*/ 33 h 27"/>
                  <a:gd name="T4" fmla="*/ 25 w 3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7">
                    <a:moveTo>
                      <a:pt x="18" y="0"/>
                    </a:moveTo>
                    <a:cubicBezTo>
                      <a:pt x="18" y="0"/>
                      <a:pt x="7" y="15"/>
                      <a:pt x="35" y="27"/>
                    </a:cubicBezTo>
                    <a:cubicBezTo>
                      <a:pt x="35" y="27"/>
                      <a:pt x="0" y="18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7" name="Freeform 1098">
                <a:extLst>
                  <a:ext uri="{FF2B5EF4-FFF2-40B4-BE49-F238E27FC236}">
                    <a16:creationId xmlns:a16="http://schemas.microsoft.com/office/drawing/2014/main" id="{8866847A-086B-47F0-BE92-1A920D711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570"/>
                <a:ext cx="42" cy="26"/>
              </a:xfrm>
              <a:custGeom>
                <a:avLst/>
                <a:gdLst>
                  <a:gd name="T0" fmla="*/ 42 w 38"/>
                  <a:gd name="T1" fmla="*/ 0 h 24"/>
                  <a:gd name="T2" fmla="*/ 51 w 38"/>
                  <a:gd name="T3" fmla="*/ 30 h 24"/>
                  <a:gd name="T4" fmla="*/ 42 w 38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4">
                    <a:moveTo>
                      <a:pt x="31" y="0"/>
                    </a:moveTo>
                    <a:cubicBezTo>
                      <a:pt x="31" y="0"/>
                      <a:pt x="7" y="19"/>
                      <a:pt x="38" y="24"/>
                    </a:cubicBezTo>
                    <a:cubicBezTo>
                      <a:pt x="38" y="24"/>
                      <a:pt x="0" y="22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8" name="Freeform 1099">
                <a:extLst>
                  <a:ext uri="{FF2B5EF4-FFF2-40B4-BE49-F238E27FC236}">
                    <a16:creationId xmlns:a16="http://schemas.microsoft.com/office/drawing/2014/main" id="{E914FDA8-EA18-4BA4-915A-B762390CC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33"/>
                <a:ext cx="256" cy="155"/>
              </a:xfrm>
              <a:custGeom>
                <a:avLst/>
                <a:gdLst>
                  <a:gd name="T0" fmla="*/ 94 w 232"/>
                  <a:gd name="T1" fmla="*/ 4 h 140"/>
                  <a:gd name="T2" fmla="*/ 56 w 232"/>
                  <a:gd name="T3" fmla="*/ 95 h 140"/>
                  <a:gd name="T4" fmla="*/ 0 w 232"/>
                  <a:gd name="T5" fmla="*/ 156 h 140"/>
                  <a:gd name="T6" fmla="*/ 138 w 232"/>
                  <a:gd name="T7" fmla="*/ 185 h 140"/>
                  <a:gd name="T8" fmla="*/ 195 w 232"/>
                  <a:gd name="T9" fmla="*/ 161 h 140"/>
                  <a:gd name="T10" fmla="*/ 245 w 232"/>
                  <a:gd name="T11" fmla="*/ 137 h 140"/>
                  <a:gd name="T12" fmla="*/ 281 w 232"/>
                  <a:gd name="T13" fmla="*/ 182 h 140"/>
                  <a:gd name="T14" fmla="*/ 309 w 232"/>
                  <a:gd name="T15" fmla="*/ 135 h 140"/>
                  <a:gd name="T16" fmla="*/ 294 w 232"/>
                  <a:gd name="T17" fmla="*/ 66 h 140"/>
                  <a:gd name="T18" fmla="*/ 278 w 232"/>
                  <a:gd name="T19" fmla="*/ 13 h 140"/>
                  <a:gd name="T20" fmla="*/ 184 w 232"/>
                  <a:gd name="T21" fmla="*/ 4 h 140"/>
                  <a:gd name="T22" fmla="*/ 89 w 232"/>
                  <a:gd name="T23" fmla="*/ 4 h 1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2" h="140">
                    <a:moveTo>
                      <a:pt x="70" y="4"/>
                    </a:moveTo>
                    <a:cubicBezTo>
                      <a:pt x="58" y="10"/>
                      <a:pt x="52" y="55"/>
                      <a:pt x="42" y="70"/>
                    </a:cubicBezTo>
                    <a:cubicBezTo>
                      <a:pt x="30" y="87"/>
                      <a:pt x="8" y="96"/>
                      <a:pt x="0" y="115"/>
                    </a:cubicBezTo>
                    <a:cubicBezTo>
                      <a:pt x="17" y="140"/>
                      <a:pt x="74" y="140"/>
                      <a:pt x="102" y="136"/>
                    </a:cubicBezTo>
                    <a:cubicBezTo>
                      <a:pt x="117" y="134"/>
                      <a:pt x="132" y="126"/>
                      <a:pt x="145" y="118"/>
                    </a:cubicBezTo>
                    <a:cubicBezTo>
                      <a:pt x="155" y="112"/>
                      <a:pt x="169" y="95"/>
                      <a:pt x="182" y="101"/>
                    </a:cubicBezTo>
                    <a:cubicBezTo>
                      <a:pt x="196" y="108"/>
                      <a:pt x="190" y="132"/>
                      <a:pt x="209" y="134"/>
                    </a:cubicBezTo>
                    <a:cubicBezTo>
                      <a:pt x="227" y="137"/>
                      <a:pt x="232" y="112"/>
                      <a:pt x="230" y="99"/>
                    </a:cubicBezTo>
                    <a:cubicBezTo>
                      <a:pt x="227" y="82"/>
                      <a:pt x="219" y="66"/>
                      <a:pt x="218" y="49"/>
                    </a:cubicBezTo>
                    <a:cubicBezTo>
                      <a:pt x="216" y="35"/>
                      <a:pt x="220" y="17"/>
                      <a:pt x="207" y="10"/>
                    </a:cubicBezTo>
                    <a:cubicBezTo>
                      <a:pt x="192" y="2"/>
                      <a:pt x="155" y="8"/>
                      <a:pt x="137" y="4"/>
                    </a:cubicBezTo>
                    <a:cubicBezTo>
                      <a:pt x="113" y="0"/>
                      <a:pt x="90" y="2"/>
                      <a:pt x="66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9" name="Freeform 1100">
                <a:extLst>
                  <a:ext uri="{FF2B5EF4-FFF2-40B4-BE49-F238E27FC236}">
                    <a16:creationId xmlns:a16="http://schemas.microsoft.com/office/drawing/2014/main" id="{14A04ECE-7900-4899-95C7-A1C833E46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831"/>
                <a:ext cx="95" cy="129"/>
              </a:xfrm>
              <a:custGeom>
                <a:avLst/>
                <a:gdLst>
                  <a:gd name="T0" fmla="*/ 0 w 86"/>
                  <a:gd name="T1" fmla="*/ 0 h 117"/>
                  <a:gd name="T2" fmla="*/ 27 w 86"/>
                  <a:gd name="T3" fmla="*/ 104 h 117"/>
                  <a:gd name="T4" fmla="*/ 46 w 86"/>
                  <a:gd name="T5" fmla="*/ 146 h 117"/>
                  <a:gd name="T6" fmla="*/ 86 w 86"/>
                  <a:gd name="T7" fmla="*/ 126 h 117"/>
                  <a:gd name="T8" fmla="*/ 98 w 86"/>
                  <a:gd name="T9" fmla="*/ 26 h 117"/>
                  <a:gd name="T10" fmla="*/ 8 w 86"/>
                  <a:gd name="T11" fmla="*/ 2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6" h="117">
                    <a:moveTo>
                      <a:pt x="0" y="0"/>
                    </a:moveTo>
                    <a:cubicBezTo>
                      <a:pt x="25" y="12"/>
                      <a:pt x="19" y="54"/>
                      <a:pt x="20" y="77"/>
                    </a:cubicBezTo>
                    <a:cubicBezTo>
                      <a:pt x="21" y="91"/>
                      <a:pt x="21" y="103"/>
                      <a:pt x="34" y="109"/>
                    </a:cubicBezTo>
                    <a:cubicBezTo>
                      <a:pt x="50" y="117"/>
                      <a:pt x="60" y="108"/>
                      <a:pt x="64" y="93"/>
                    </a:cubicBezTo>
                    <a:cubicBezTo>
                      <a:pt x="69" y="76"/>
                      <a:pt x="86" y="35"/>
                      <a:pt x="73" y="20"/>
                    </a:cubicBezTo>
                    <a:cubicBezTo>
                      <a:pt x="58" y="1"/>
                      <a:pt x="25" y="9"/>
                      <a:pt x="5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0" name="Freeform 1101">
                <a:extLst>
                  <a:ext uri="{FF2B5EF4-FFF2-40B4-BE49-F238E27FC236}">
                    <a16:creationId xmlns:a16="http://schemas.microsoft.com/office/drawing/2014/main" id="{0140A272-0E85-4BD8-AA03-999B324BA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841"/>
                <a:ext cx="218" cy="159"/>
              </a:xfrm>
              <a:custGeom>
                <a:avLst/>
                <a:gdLst>
                  <a:gd name="T0" fmla="*/ 21 w 198"/>
                  <a:gd name="T1" fmla="*/ 22 h 144"/>
                  <a:gd name="T2" fmla="*/ 25 w 198"/>
                  <a:gd name="T3" fmla="*/ 141 h 144"/>
                  <a:gd name="T4" fmla="*/ 101 w 198"/>
                  <a:gd name="T5" fmla="*/ 88 h 144"/>
                  <a:gd name="T6" fmla="*/ 151 w 198"/>
                  <a:gd name="T7" fmla="*/ 142 h 144"/>
                  <a:gd name="T8" fmla="*/ 214 w 198"/>
                  <a:gd name="T9" fmla="*/ 168 h 144"/>
                  <a:gd name="T10" fmla="*/ 253 w 198"/>
                  <a:gd name="T11" fmla="*/ 44 h 144"/>
                  <a:gd name="T12" fmla="*/ 144 w 198"/>
                  <a:gd name="T13" fmla="*/ 4 h 144"/>
                  <a:gd name="T14" fmla="*/ 23 w 198"/>
                  <a:gd name="T15" fmla="*/ 27 h 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8" h="144">
                    <a:moveTo>
                      <a:pt x="15" y="16"/>
                    </a:moveTo>
                    <a:cubicBezTo>
                      <a:pt x="36" y="44"/>
                      <a:pt x="0" y="83"/>
                      <a:pt x="19" y="105"/>
                    </a:cubicBezTo>
                    <a:cubicBezTo>
                      <a:pt x="52" y="144"/>
                      <a:pt x="49" y="61"/>
                      <a:pt x="76" y="65"/>
                    </a:cubicBezTo>
                    <a:cubicBezTo>
                      <a:pt x="89" y="67"/>
                      <a:pt x="104" y="97"/>
                      <a:pt x="113" y="106"/>
                    </a:cubicBezTo>
                    <a:cubicBezTo>
                      <a:pt x="125" y="117"/>
                      <a:pt x="143" y="126"/>
                      <a:pt x="160" y="125"/>
                    </a:cubicBezTo>
                    <a:cubicBezTo>
                      <a:pt x="198" y="121"/>
                      <a:pt x="191" y="62"/>
                      <a:pt x="190" y="33"/>
                    </a:cubicBezTo>
                    <a:cubicBezTo>
                      <a:pt x="189" y="0"/>
                      <a:pt x="134" y="3"/>
                      <a:pt x="108" y="4"/>
                    </a:cubicBezTo>
                    <a:cubicBezTo>
                      <a:pt x="82" y="5"/>
                      <a:pt x="39" y="7"/>
                      <a:pt x="17" y="2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1" name="Freeform 1102">
                <a:extLst>
                  <a:ext uri="{FF2B5EF4-FFF2-40B4-BE49-F238E27FC236}">
                    <a16:creationId xmlns:a16="http://schemas.microsoft.com/office/drawing/2014/main" id="{74381856-9051-41B6-9E02-B0539ADD6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1831"/>
                <a:ext cx="212" cy="148"/>
              </a:xfrm>
              <a:custGeom>
                <a:avLst/>
                <a:gdLst>
                  <a:gd name="T0" fmla="*/ 258 w 192"/>
                  <a:gd name="T1" fmla="*/ 0 h 134"/>
                  <a:gd name="T2" fmla="*/ 100 w 192"/>
                  <a:gd name="T3" fmla="*/ 56 h 134"/>
                  <a:gd name="T4" fmla="*/ 36 w 192"/>
                  <a:gd name="T5" fmla="*/ 86 h 134"/>
                  <a:gd name="T6" fmla="*/ 19 w 192"/>
                  <a:gd name="T7" fmla="*/ 127 h 134"/>
                  <a:gd name="T8" fmla="*/ 0 w 192"/>
                  <a:gd name="T9" fmla="*/ 157 h 134"/>
                  <a:gd name="T10" fmla="*/ 133 w 192"/>
                  <a:gd name="T11" fmla="*/ 105 h 134"/>
                  <a:gd name="T12" fmla="*/ 251 w 192"/>
                  <a:gd name="T13" fmla="*/ 10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2" h="134">
                    <a:moveTo>
                      <a:pt x="192" y="0"/>
                    </a:moveTo>
                    <a:cubicBezTo>
                      <a:pt x="152" y="12"/>
                      <a:pt x="115" y="33"/>
                      <a:pt x="74" y="42"/>
                    </a:cubicBezTo>
                    <a:cubicBezTo>
                      <a:pt x="55" y="47"/>
                      <a:pt x="37" y="46"/>
                      <a:pt x="27" y="64"/>
                    </a:cubicBezTo>
                    <a:cubicBezTo>
                      <a:pt x="21" y="74"/>
                      <a:pt x="20" y="85"/>
                      <a:pt x="14" y="94"/>
                    </a:cubicBezTo>
                    <a:cubicBezTo>
                      <a:pt x="9" y="102"/>
                      <a:pt x="3" y="108"/>
                      <a:pt x="0" y="117"/>
                    </a:cubicBezTo>
                    <a:cubicBezTo>
                      <a:pt x="34" y="134"/>
                      <a:pt x="76" y="98"/>
                      <a:pt x="99" y="78"/>
                    </a:cubicBezTo>
                    <a:cubicBezTo>
                      <a:pt x="123" y="57"/>
                      <a:pt x="158" y="16"/>
                      <a:pt x="187" y="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2" name="Freeform 1103">
                <a:extLst>
                  <a:ext uri="{FF2B5EF4-FFF2-40B4-BE49-F238E27FC236}">
                    <a16:creationId xmlns:a16="http://schemas.microsoft.com/office/drawing/2014/main" id="{B39AA20C-31D0-4962-8AF4-59EAEED0A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948"/>
                <a:ext cx="110" cy="61"/>
              </a:xfrm>
              <a:custGeom>
                <a:avLst/>
                <a:gdLst>
                  <a:gd name="T0" fmla="*/ 0 w 100"/>
                  <a:gd name="T1" fmla="*/ 0 h 55"/>
                  <a:gd name="T2" fmla="*/ 14 w 100"/>
                  <a:gd name="T3" fmla="*/ 41 h 55"/>
                  <a:gd name="T4" fmla="*/ 51 w 100"/>
                  <a:gd name="T5" fmla="*/ 47 h 55"/>
                  <a:gd name="T6" fmla="*/ 133 w 100"/>
                  <a:gd name="T7" fmla="*/ 75 h 55"/>
                  <a:gd name="T8" fmla="*/ 77 w 100"/>
                  <a:gd name="T9" fmla="*/ 14 h 55"/>
                  <a:gd name="T10" fmla="*/ 2 w 100"/>
                  <a:gd name="T11" fmla="*/ 2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55">
                    <a:moveTo>
                      <a:pt x="0" y="0"/>
                    </a:moveTo>
                    <a:cubicBezTo>
                      <a:pt x="5" y="10"/>
                      <a:pt x="6" y="22"/>
                      <a:pt x="11" y="30"/>
                    </a:cubicBezTo>
                    <a:cubicBezTo>
                      <a:pt x="21" y="47"/>
                      <a:pt x="21" y="35"/>
                      <a:pt x="38" y="34"/>
                    </a:cubicBezTo>
                    <a:cubicBezTo>
                      <a:pt x="60" y="32"/>
                      <a:pt x="81" y="46"/>
                      <a:pt x="100" y="55"/>
                    </a:cubicBezTo>
                    <a:cubicBezTo>
                      <a:pt x="96" y="43"/>
                      <a:pt x="70" y="17"/>
                      <a:pt x="58" y="11"/>
                    </a:cubicBezTo>
                    <a:cubicBezTo>
                      <a:pt x="46" y="5"/>
                      <a:pt x="14" y="1"/>
                      <a:pt x="2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3" name="Freeform 1104">
                <a:extLst>
                  <a:ext uri="{FF2B5EF4-FFF2-40B4-BE49-F238E27FC236}">
                    <a16:creationId xmlns:a16="http://schemas.microsoft.com/office/drawing/2014/main" id="{7A3B0DAB-6CCF-4591-866E-7331E72B6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869"/>
                <a:ext cx="136" cy="123"/>
              </a:xfrm>
              <a:custGeom>
                <a:avLst/>
                <a:gdLst>
                  <a:gd name="T0" fmla="*/ 3 w 123"/>
                  <a:gd name="T1" fmla="*/ 0 h 111"/>
                  <a:gd name="T2" fmla="*/ 35 w 123"/>
                  <a:gd name="T3" fmla="*/ 100 h 111"/>
                  <a:gd name="T4" fmla="*/ 102 w 123"/>
                  <a:gd name="T5" fmla="*/ 136 h 111"/>
                  <a:gd name="T6" fmla="*/ 144 w 123"/>
                  <a:gd name="T7" fmla="*/ 130 h 111"/>
                  <a:gd name="T8" fmla="*/ 90 w 123"/>
                  <a:gd name="T9" fmla="*/ 63 h 111"/>
                  <a:gd name="T10" fmla="*/ 2 w 123"/>
                  <a:gd name="T11" fmla="*/ 3 h 1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3" h="111">
                    <a:moveTo>
                      <a:pt x="3" y="0"/>
                    </a:moveTo>
                    <a:cubicBezTo>
                      <a:pt x="0" y="23"/>
                      <a:pt x="13" y="56"/>
                      <a:pt x="26" y="73"/>
                    </a:cubicBezTo>
                    <a:cubicBezTo>
                      <a:pt x="38" y="90"/>
                      <a:pt x="56" y="94"/>
                      <a:pt x="75" y="100"/>
                    </a:cubicBezTo>
                    <a:cubicBezTo>
                      <a:pt x="90" y="105"/>
                      <a:pt x="101" y="111"/>
                      <a:pt x="107" y="96"/>
                    </a:cubicBezTo>
                    <a:cubicBezTo>
                      <a:pt x="123" y="59"/>
                      <a:pt x="91" y="59"/>
                      <a:pt x="66" y="46"/>
                    </a:cubicBezTo>
                    <a:cubicBezTo>
                      <a:pt x="42" y="34"/>
                      <a:pt x="22" y="18"/>
                      <a:pt x="2" y="3"/>
                    </a:cubicBezTo>
                  </a:path>
                </a:pathLst>
              </a:custGeom>
              <a:solidFill>
                <a:srgbClr val="E03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4" name="Freeform 1105">
                <a:extLst>
                  <a:ext uri="{FF2B5EF4-FFF2-40B4-BE49-F238E27FC236}">
                    <a16:creationId xmlns:a16="http://schemas.microsoft.com/office/drawing/2014/main" id="{88B7A245-5E6B-4972-97F9-711B98772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854"/>
                <a:ext cx="64" cy="110"/>
              </a:xfrm>
              <a:custGeom>
                <a:avLst/>
                <a:gdLst>
                  <a:gd name="T0" fmla="*/ 75 w 58"/>
                  <a:gd name="T1" fmla="*/ 8 h 100"/>
                  <a:gd name="T2" fmla="*/ 73 w 58"/>
                  <a:gd name="T3" fmla="*/ 88 h 100"/>
                  <a:gd name="T4" fmla="*/ 14 w 58"/>
                  <a:gd name="T5" fmla="*/ 110 h 100"/>
                  <a:gd name="T6" fmla="*/ 21 w 58"/>
                  <a:gd name="T7" fmla="*/ 34 h 100"/>
                  <a:gd name="T8" fmla="*/ 70 w 58"/>
                  <a:gd name="T9" fmla="*/ 1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00">
                    <a:moveTo>
                      <a:pt x="56" y="5"/>
                    </a:moveTo>
                    <a:cubicBezTo>
                      <a:pt x="54" y="24"/>
                      <a:pt x="58" y="46"/>
                      <a:pt x="54" y="66"/>
                    </a:cubicBezTo>
                    <a:cubicBezTo>
                      <a:pt x="51" y="82"/>
                      <a:pt x="29" y="100"/>
                      <a:pt x="11" y="83"/>
                    </a:cubicBezTo>
                    <a:cubicBezTo>
                      <a:pt x="0" y="73"/>
                      <a:pt x="10" y="38"/>
                      <a:pt x="15" y="25"/>
                    </a:cubicBezTo>
                    <a:cubicBezTo>
                      <a:pt x="22" y="5"/>
                      <a:pt x="31" y="0"/>
                      <a:pt x="52" y="7"/>
                    </a:cubicBezTo>
                  </a:path>
                </a:pathLst>
              </a:custGeom>
              <a:solidFill>
                <a:srgbClr val="E03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5" name="Freeform 1106">
                <a:extLst>
                  <a:ext uri="{FF2B5EF4-FFF2-40B4-BE49-F238E27FC236}">
                    <a16:creationId xmlns:a16="http://schemas.microsoft.com/office/drawing/2014/main" id="{7B016A6F-3F01-468B-BC6F-00C344935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837"/>
                <a:ext cx="79" cy="125"/>
              </a:xfrm>
              <a:custGeom>
                <a:avLst/>
                <a:gdLst>
                  <a:gd name="T0" fmla="*/ 2 w 72"/>
                  <a:gd name="T1" fmla="*/ 8 h 113"/>
                  <a:gd name="T2" fmla="*/ 59 w 72"/>
                  <a:gd name="T3" fmla="*/ 8 h 113"/>
                  <a:gd name="T4" fmla="*/ 87 w 72"/>
                  <a:gd name="T5" fmla="*/ 59 h 113"/>
                  <a:gd name="T6" fmla="*/ 42 w 72"/>
                  <a:gd name="T7" fmla="*/ 145 h 113"/>
                  <a:gd name="T8" fmla="*/ 0 w 72"/>
                  <a:gd name="T9" fmla="*/ 15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13">
                    <a:moveTo>
                      <a:pt x="2" y="5"/>
                    </a:moveTo>
                    <a:cubicBezTo>
                      <a:pt x="14" y="11"/>
                      <a:pt x="31" y="0"/>
                      <a:pt x="45" y="5"/>
                    </a:cubicBezTo>
                    <a:cubicBezTo>
                      <a:pt x="56" y="8"/>
                      <a:pt x="63" y="29"/>
                      <a:pt x="66" y="43"/>
                    </a:cubicBezTo>
                    <a:cubicBezTo>
                      <a:pt x="72" y="69"/>
                      <a:pt x="70" y="113"/>
                      <a:pt x="32" y="107"/>
                    </a:cubicBezTo>
                    <a:cubicBezTo>
                      <a:pt x="24" y="78"/>
                      <a:pt x="17" y="37"/>
                      <a:pt x="0" y="12"/>
                    </a:cubicBezTo>
                  </a:path>
                </a:pathLst>
              </a:custGeom>
              <a:solidFill>
                <a:srgbClr val="E03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6" name="Freeform 1107">
                <a:extLst>
                  <a:ext uri="{FF2B5EF4-FFF2-40B4-BE49-F238E27FC236}">
                    <a16:creationId xmlns:a16="http://schemas.microsoft.com/office/drawing/2014/main" id="{776EE204-CB83-457C-933D-FBA1D84B7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822"/>
                <a:ext cx="124" cy="106"/>
              </a:xfrm>
              <a:custGeom>
                <a:avLst/>
                <a:gdLst>
                  <a:gd name="T0" fmla="*/ 151 w 112"/>
                  <a:gd name="T1" fmla="*/ 15 h 96"/>
                  <a:gd name="T2" fmla="*/ 39 w 112"/>
                  <a:gd name="T3" fmla="*/ 126 h 96"/>
                  <a:gd name="T4" fmla="*/ 18 w 112"/>
                  <a:gd name="T5" fmla="*/ 78 h 96"/>
                  <a:gd name="T6" fmla="*/ 69 w 112"/>
                  <a:gd name="T7" fmla="*/ 10 h 96"/>
                  <a:gd name="T8" fmla="*/ 145 w 112"/>
                  <a:gd name="T9" fmla="*/ 21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96">
                    <a:moveTo>
                      <a:pt x="111" y="12"/>
                    </a:moveTo>
                    <a:cubicBezTo>
                      <a:pt x="112" y="40"/>
                      <a:pt x="55" y="96"/>
                      <a:pt x="29" y="93"/>
                    </a:cubicBezTo>
                    <a:cubicBezTo>
                      <a:pt x="2" y="91"/>
                      <a:pt x="0" y="76"/>
                      <a:pt x="13" y="58"/>
                    </a:cubicBezTo>
                    <a:cubicBezTo>
                      <a:pt x="27" y="40"/>
                      <a:pt x="38" y="25"/>
                      <a:pt x="51" y="7"/>
                    </a:cubicBezTo>
                    <a:cubicBezTo>
                      <a:pt x="65" y="0"/>
                      <a:pt x="94" y="10"/>
                      <a:pt x="107" y="15"/>
                    </a:cubicBezTo>
                  </a:path>
                </a:pathLst>
              </a:custGeom>
              <a:solidFill>
                <a:srgbClr val="E03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7" name="Freeform 1108">
                <a:extLst>
                  <a:ext uri="{FF2B5EF4-FFF2-40B4-BE49-F238E27FC236}">
                    <a16:creationId xmlns:a16="http://schemas.microsoft.com/office/drawing/2014/main" id="{724E03EB-6487-49E0-A008-6DE79A861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908"/>
                <a:ext cx="90" cy="74"/>
              </a:xfrm>
              <a:custGeom>
                <a:avLst/>
                <a:gdLst>
                  <a:gd name="T0" fmla="*/ 108 w 82"/>
                  <a:gd name="T1" fmla="*/ 1 h 67"/>
                  <a:gd name="T2" fmla="*/ 83 w 82"/>
                  <a:gd name="T3" fmla="*/ 10 h 67"/>
                  <a:gd name="T4" fmla="*/ 53 w 82"/>
                  <a:gd name="T5" fmla="*/ 23 h 67"/>
                  <a:gd name="T6" fmla="*/ 38 w 82"/>
                  <a:gd name="T7" fmla="*/ 35 h 67"/>
                  <a:gd name="T8" fmla="*/ 27 w 82"/>
                  <a:gd name="T9" fmla="*/ 43 h 67"/>
                  <a:gd name="T10" fmla="*/ 10 w 82"/>
                  <a:gd name="T11" fmla="*/ 62 h 67"/>
                  <a:gd name="T12" fmla="*/ 0 w 82"/>
                  <a:gd name="T13" fmla="*/ 73 h 67"/>
                  <a:gd name="T14" fmla="*/ 13 w 82"/>
                  <a:gd name="T15" fmla="*/ 80 h 67"/>
                  <a:gd name="T16" fmla="*/ 55 w 82"/>
                  <a:gd name="T17" fmla="*/ 80 h 67"/>
                  <a:gd name="T18" fmla="*/ 67 w 82"/>
                  <a:gd name="T19" fmla="*/ 66 h 67"/>
                  <a:gd name="T20" fmla="*/ 79 w 82"/>
                  <a:gd name="T21" fmla="*/ 51 h 67"/>
                  <a:gd name="T22" fmla="*/ 97 w 82"/>
                  <a:gd name="T23" fmla="*/ 24 h 67"/>
                  <a:gd name="T24" fmla="*/ 109 w 82"/>
                  <a:gd name="T25" fmla="*/ 3 h 67"/>
                  <a:gd name="T26" fmla="*/ 108 w 82"/>
                  <a:gd name="T27" fmla="*/ 2 h 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2" h="67">
                    <a:moveTo>
                      <a:pt x="81" y="1"/>
                    </a:moveTo>
                    <a:cubicBezTo>
                      <a:pt x="76" y="0"/>
                      <a:pt x="68" y="5"/>
                      <a:pt x="63" y="7"/>
                    </a:cubicBezTo>
                    <a:cubicBezTo>
                      <a:pt x="55" y="11"/>
                      <a:pt x="47" y="13"/>
                      <a:pt x="40" y="17"/>
                    </a:cubicBezTo>
                    <a:cubicBezTo>
                      <a:pt x="35" y="20"/>
                      <a:pt x="32" y="23"/>
                      <a:pt x="29" y="26"/>
                    </a:cubicBezTo>
                    <a:cubicBezTo>
                      <a:pt x="26" y="28"/>
                      <a:pt x="23" y="30"/>
                      <a:pt x="21" y="32"/>
                    </a:cubicBezTo>
                    <a:cubicBezTo>
                      <a:pt x="15" y="36"/>
                      <a:pt x="11" y="41"/>
                      <a:pt x="7" y="46"/>
                    </a:cubicBezTo>
                    <a:cubicBezTo>
                      <a:pt x="5" y="47"/>
                      <a:pt x="0" y="52"/>
                      <a:pt x="0" y="54"/>
                    </a:cubicBezTo>
                    <a:cubicBezTo>
                      <a:pt x="0" y="57"/>
                      <a:pt x="7" y="58"/>
                      <a:pt x="10" y="59"/>
                    </a:cubicBezTo>
                    <a:cubicBezTo>
                      <a:pt x="19" y="62"/>
                      <a:pt x="33" y="67"/>
                      <a:pt x="42" y="59"/>
                    </a:cubicBezTo>
                    <a:cubicBezTo>
                      <a:pt x="45" y="57"/>
                      <a:pt x="48" y="52"/>
                      <a:pt x="51" y="49"/>
                    </a:cubicBezTo>
                    <a:cubicBezTo>
                      <a:pt x="54" y="46"/>
                      <a:pt x="57" y="41"/>
                      <a:pt x="60" y="38"/>
                    </a:cubicBezTo>
                    <a:cubicBezTo>
                      <a:pt x="65" y="31"/>
                      <a:pt x="69" y="25"/>
                      <a:pt x="73" y="18"/>
                    </a:cubicBezTo>
                    <a:cubicBezTo>
                      <a:pt x="76" y="14"/>
                      <a:pt x="82" y="8"/>
                      <a:pt x="82" y="3"/>
                    </a:cubicBezTo>
                    <a:cubicBezTo>
                      <a:pt x="81" y="3"/>
                      <a:pt x="81" y="2"/>
                      <a:pt x="81" y="2"/>
                    </a:cubicBezTo>
                  </a:path>
                </a:pathLst>
              </a:custGeom>
              <a:solidFill>
                <a:srgbClr val="E03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8" name="Freeform 1109">
                <a:extLst>
                  <a:ext uri="{FF2B5EF4-FFF2-40B4-BE49-F238E27FC236}">
                    <a16:creationId xmlns:a16="http://schemas.microsoft.com/office/drawing/2014/main" id="{5F571CF9-B802-4EFD-88F8-3CE31A08A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111"/>
                <a:ext cx="280" cy="179"/>
              </a:xfrm>
              <a:custGeom>
                <a:avLst/>
                <a:gdLst>
                  <a:gd name="T0" fmla="*/ 24 w 254"/>
                  <a:gd name="T1" fmla="*/ 0 h 162"/>
                  <a:gd name="T2" fmla="*/ 88 w 254"/>
                  <a:gd name="T3" fmla="*/ 54 h 162"/>
                  <a:gd name="T4" fmla="*/ 187 w 254"/>
                  <a:gd name="T5" fmla="*/ 93 h 162"/>
                  <a:gd name="T6" fmla="*/ 341 w 254"/>
                  <a:gd name="T7" fmla="*/ 218 h 162"/>
                  <a:gd name="T8" fmla="*/ 234 w 254"/>
                  <a:gd name="T9" fmla="*/ 196 h 162"/>
                  <a:gd name="T10" fmla="*/ 147 w 254"/>
                  <a:gd name="T11" fmla="*/ 191 h 162"/>
                  <a:gd name="T12" fmla="*/ 24 w 254"/>
                  <a:gd name="T13" fmla="*/ 3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4" h="162">
                    <a:moveTo>
                      <a:pt x="18" y="0"/>
                    </a:moveTo>
                    <a:cubicBezTo>
                      <a:pt x="39" y="5"/>
                      <a:pt x="52" y="29"/>
                      <a:pt x="66" y="40"/>
                    </a:cubicBezTo>
                    <a:cubicBezTo>
                      <a:pt x="89" y="56"/>
                      <a:pt x="114" y="60"/>
                      <a:pt x="140" y="69"/>
                    </a:cubicBezTo>
                    <a:cubicBezTo>
                      <a:pt x="183" y="85"/>
                      <a:pt x="218" y="134"/>
                      <a:pt x="254" y="161"/>
                    </a:cubicBezTo>
                    <a:cubicBezTo>
                      <a:pt x="232" y="162"/>
                      <a:pt x="195" y="152"/>
                      <a:pt x="174" y="145"/>
                    </a:cubicBezTo>
                    <a:cubicBezTo>
                      <a:pt x="149" y="136"/>
                      <a:pt x="129" y="160"/>
                      <a:pt x="110" y="142"/>
                    </a:cubicBezTo>
                    <a:cubicBezTo>
                      <a:pt x="94" y="127"/>
                      <a:pt x="0" y="86"/>
                      <a:pt x="18" y="3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9" name="Freeform 1110">
                <a:extLst>
                  <a:ext uri="{FF2B5EF4-FFF2-40B4-BE49-F238E27FC236}">
                    <a16:creationId xmlns:a16="http://schemas.microsoft.com/office/drawing/2014/main" id="{3A81DEF4-F0DF-4A55-A34B-89AB3B789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290"/>
                <a:ext cx="265" cy="156"/>
              </a:xfrm>
              <a:custGeom>
                <a:avLst/>
                <a:gdLst>
                  <a:gd name="T0" fmla="*/ 324 w 240"/>
                  <a:gd name="T1" fmla="*/ 191 h 141"/>
                  <a:gd name="T2" fmla="*/ 277 w 240"/>
                  <a:gd name="T3" fmla="*/ 100 h 141"/>
                  <a:gd name="T4" fmla="*/ 224 w 240"/>
                  <a:gd name="T5" fmla="*/ 38 h 141"/>
                  <a:gd name="T6" fmla="*/ 141 w 240"/>
                  <a:gd name="T7" fmla="*/ 24 h 141"/>
                  <a:gd name="T8" fmla="*/ 56 w 240"/>
                  <a:gd name="T9" fmla="*/ 11 h 141"/>
                  <a:gd name="T10" fmla="*/ 0 w 240"/>
                  <a:gd name="T11" fmla="*/ 0 h 141"/>
                  <a:gd name="T12" fmla="*/ 104 w 240"/>
                  <a:gd name="T13" fmla="*/ 31 h 141"/>
                  <a:gd name="T14" fmla="*/ 184 w 240"/>
                  <a:gd name="T15" fmla="*/ 65 h 141"/>
                  <a:gd name="T16" fmla="*/ 318 w 240"/>
                  <a:gd name="T17" fmla="*/ 191 h 1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0" h="141">
                    <a:moveTo>
                      <a:pt x="240" y="141"/>
                    </a:moveTo>
                    <a:cubicBezTo>
                      <a:pt x="220" y="130"/>
                      <a:pt x="214" y="93"/>
                      <a:pt x="206" y="73"/>
                    </a:cubicBezTo>
                    <a:cubicBezTo>
                      <a:pt x="200" y="55"/>
                      <a:pt x="185" y="38"/>
                      <a:pt x="167" y="28"/>
                    </a:cubicBezTo>
                    <a:cubicBezTo>
                      <a:pt x="149" y="17"/>
                      <a:pt x="126" y="20"/>
                      <a:pt x="105" y="18"/>
                    </a:cubicBezTo>
                    <a:cubicBezTo>
                      <a:pt x="84" y="16"/>
                      <a:pt x="63" y="11"/>
                      <a:pt x="42" y="8"/>
                    </a:cubicBezTo>
                    <a:cubicBezTo>
                      <a:pt x="28" y="6"/>
                      <a:pt x="14" y="2"/>
                      <a:pt x="0" y="0"/>
                    </a:cubicBezTo>
                    <a:cubicBezTo>
                      <a:pt x="25" y="11"/>
                      <a:pt x="51" y="15"/>
                      <a:pt x="77" y="23"/>
                    </a:cubicBezTo>
                    <a:cubicBezTo>
                      <a:pt x="98" y="29"/>
                      <a:pt x="117" y="40"/>
                      <a:pt x="137" y="48"/>
                    </a:cubicBezTo>
                    <a:cubicBezTo>
                      <a:pt x="179" y="67"/>
                      <a:pt x="199" y="118"/>
                      <a:pt x="236" y="141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0" name="Freeform 1111">
                <a:extLst>
                  <a:ext uri="{FF2B5EF4-FFF2-40B4-BE49-F238E27FC236}">
                    <a16:creationId xmlns:a16="http://schemas.microsoft.com/office/drawing/2014/main" id="{3A4D8B8E-D650-4995-8CDB-96196CCF8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265"/>
                <a:ext cx="1042" cy="211"/>
              </a:xfrm>
              <a:custGeom>
                <a:avLst/>
                <a:gdLst>
                  <a:gd name="T0" fmla="*/ 0 w 944"/>
                  <a:gd name="T1" fmla="*/ 98 h 191"/>
                  <a:gd name="T2" fmla="*/ 120 w 944"/>
                  <a:gd name="T3" fmla="*/ 78 h 191"/>
                  <a:gd name="T4" fmla="*/ 185 w 944"/>
                  <a:gd name="T5" fmla="*/ 108 h 191"/>
                  <a:gd name="T6" fmla="*/ 251 w 944"/>
                  <a:gd name="T7" fmla="*/ 149 h 191"/>
                  <a:gd name="T8" fmla="*/ 437 w 944"/>
                  <a:gd name="T9" fmla="*/ 117 h 191"/>
                  <a:gd name="T10" fmla="*/ 544 w 944"/>
                  <a:gd name="T11" fmla="*/ 126 h 191"/>
                  <a:gd name="T12" fmla="*/ 659 w 944"/>
                  <a:gd name="T13" fmla="*/ 115 h 191"/>
                  <a:gd name="T14" fmla="*/ 983 w 944"/>
                  <a:gd name="T15" fmla="*/ 101 h 191"/>
                  <a:gd name="T16" fmla="*/ 1153 w 944"/>
                  <a:gd name="T17" fmla="*/ 24 h 191"/>
                  <a:gd name="T18" fmla="*/ 1215 w 944"/>
                  <a:gd name="T19" fmla="*/ 19 h 191"/>
                  <a:gd name="T20" fmla="*/ 1269 w 944"/>
                  <a:gd name="T21" fmla="*/ 0 h 191"/>
                  <a:gd name="T22" fmla="*/ 1230 w 944"/>
                  <a:gd name="T23" fmla="*/ 81 h 191"/>
                  <a:gd name="T24" fmla="*/ 1176 w 944"/>
                  <a:gd name="T25" fmla="*/ 135 h 191"/>
                  <a:gd name="T26" fmla="*/ 1020 w 944"/>
                  <a:gd name="T27" fmla="*/ 188 h 191"/>
                  <a:gd name="T28" fmla="*/ 947 w 944"/>
                  <a:gd name="T29" fmla="*/ 226 h 191"/>
                  <a:gd name="T30" fmla="*/ 882 w 944"/>
                  <a:gd name="T31" fmla="*/ 179 h 191"/>
                  <a:gd name="T32" fmla="*/ 819 w 944"/>
                  <a:gd name="T33" fmla="*/ 184 h 191"/>
                  <a:gd name="T34" fmla="*/ 730 w 944"/>
                  <a:gd name="T35" fmla="*/ 197 h 191"/>
                  <a:gd name="T36" fmla="*/ 647 w 944"/>
                  <a:gd name="T37" fmla="*/ 240 h 191"/>
                  <a:gd name="T38" fmla="*/ 565 w 944"/>
                  <a:gd name="T39" fmla="*/ 235 h 191"/>
                  <a:gd name="T40" fmla="*/ 430 w 944"/>
                  <a:gd name="T41" fmla="*/ 250 h 191"/>
                  <a:gd name="T42" fmla="*/ 208 w 944"/>
                  <a:gd name="T43" fmla="*/ 219 h 191"/>
                  <a:gd name="T44" fmla="*/ 42 w 944"/>
                  <a:gd name="T45" fmla="*/ 182 h 191"/>
                  <a:gd name="T46" fmla="*/ 9 w 944"/>
                  <a:gd name="T47" fmla="*/ 117 h 19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44" h="191">
                    <a:moveTo>
                      <a:pt x="0" y="73"/>
                    </a:moveTo>
                    <a:cubicBezTo>
                      <a:pt x="25" y="75"/>
                      <a:pt x="62" y="54"/>
                      <a:pt x="90" y="58"/>
                    </a:cubicBezTo>
                    <a:cubicBezTo>
                      <a:pt x="104" y="61"/>
                      <a:pt x="125" y="75"/>
                      <a:pt x="138" y="81"/>
                    </a:cubicBezTo>
                    <a:cubicBezTo>
                      <a:pt x="154" y="89"/>
                      <a:pt x="169" y="105"/>
                      <a:pt x="187" y="110"/>
                    </a:cubicBezTo>
                    <a:cubicBezTo>
                      <a:pt x="223" y="119"/>
                      <a:pt x="290" y="99"/>
                      <a:pt x="325" y="87"/>
                    </a:cubicBezTo>
                    <a:cubicBezTo>
                      <a:pt x="370" y="73"/>
                      <a:pt x="358" y="93"/>
                      <a:pt x="405" y="93"/>
                    </a:cubicBezTo>
                    <a:cubicBezTo>
                      <a:pt x="456" y="93"/>
                      <a:pt x="441" y="88"/>
                      <a:pt x="490" y="85"/>
                    </a:cubicBezTo>
                    <a:cubicBezTo>
                      <a:pt x="544" y="82"/>
                      <a:pt x="678" y="84"/>
                      <a:pt x="731" y="74"/>
                    </a:cubicBezTo>
                    <a:cubicBezTo>
                      <a:pt x="774" y="66"/>
                      <a:pt x="818" y="30"/>
                      <a:pt x="858" y="18"/>
                    </a:cubicBezTo>
                    <a:cubicBezTo>
                      <a:pt x="874" y="13"/>
                      <a:pt x="887" y="17"/>
                      <a:pt x="903" y="14"/>
                    </a:cubicBezTo>
                    <a:cubicBezTo>
                      <a:pt x="919" y="12"/>
                      <a:pt x="932" y="7"/>
                      <a:pt x="944" y="0"/>
                    </a:cubicBezTo>
                    <a:cubicBezTo>
                      <a:pt x="938" y="18"/>
                      <a:pt x="920" y="42"/>
                      <a:pt x="914" y="60"/>
                    </a:cubicBezTo>
                    <a:cubicBezTo>
                      <a:pt x="907" y="80"/>
                      <a:pt x="896" y="92"/>
                      <a:pt x="874" y="100"/>
                    </a:cubicBezTo>
                    <a:cubicBezTo>
                      <a:pt x="835" y="114"/>
                      <a:pt x="796" y="122"/>
                      <a:pt x="758" y="139"/>
                    </a:cubicBezTo>
                    <a:cubicBezTo>
                      <a:pt x="742" y="146"/>
                      <a:pt x="719" y="167"/>
                      <a:pt x="704" y="168"/>
                    </a:cubicBezTo>
                    <a:cubicBezTo>
                      <a:pt x="680" y="169"/>
                      <a:pt x="673" y="144"/>
                      <a:pt x="656" y="133"/>
                    </a:cubicBezTo>
                    <a:cubicBezTo>
                      <a:pt x="639" y="122"/>
                      <a:pt x="628" y="134"/>
                      <a:pt x="609" y="137"/>
                    </a:cubicBezTo>
                    <a:cubicBezTo>
                      <a:pt x="588" y="139"/>
                      <a:pt x="564" y="140"/>
                      <a:pt x="543" y="146"/>
                    </a:cubicBezTo>
                    <a:cubicBezTo>
                      <a:pt x="523" y="152"/>
                      <a:pt x="500" y="170"/>
                      <a:pt x="481" y="177"/>
                    </a:cubicBezTo>
                    <a:cubicBezTo>
                      <a:pt x="460" y="183"/>
                      <a:pt x="442" y="174"/>
                      <a:pt x="420" y="175"/>
                    </a:cubicBezTo>
                    <a:cubicBezTo>
                      <a:pt x="374" y="178"/>
                      <a:pt x="367" y="191"/>
                      <a:pt x="320" y="186"/>
                    </a:cubicBezTo>
                    <a:cubicBezTo>
                      <a:pt x="275" y="182"/>
                      <a:pt x="200" y="164"/>
                      <a:pt x="154" y="162"/>
                    </a:cubicBezTo>
                    <a:cubicBezTo>
                      <a:pt x="118" y="161"/>
                      <a:pt x="60" y="140"/>
                      <a:pt x="31" y="135"/>
                    </a:cubicBezTo>
                    <a:cubicBezTo>
                      <a:pt x="21" y="133"/>
                      <a:pt x="8" y="100"/>
                      <a:pt x="6" y="87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1" name="Freeform 1112">
                <a:extLst>
                  <a:ext uri="{FF2B5EF4-FFF2-40B4-BE49-F238E27FC236}">
                    <a16:creationId xmlns:a16="http://schemas.microsoft.com/office/drawing/2014/main" id="{6D37C6B9-2D1C-44A1-ABFF-8AEAFAA8B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506"/>
                <a:ext cx="242" cy="77"/>
              </a:xfrm>
              <a:custGeom>
                <a:avLst/>
                <a:gdLst>
                  <a:gd name="T0" fmla="*/ 2 w 219"/>
                  <a:gd name="T1" fmla="*/ 84 h 70"/>
                  <a:gd name="T2" fmla="*/ 54 w 219"/>
                  <a:gd name="T3" fmla="*/ 89 h 70"/>
                  <a:gd name="T4" fmla="*/ 113 w 219"/>
                  <a:gd name="T5" fmla="*/ 80 h 70"/>
                  <a:gd name="T6" fmla="*/ 225 w 219"/>
                  <a:gd name="T7" fmla="*/ 62 h 70"/>
                  <a:gd name="T8" fmla="*/ 267 w 219"/>
                  <a:gd name="T9" fmla="*/ 35 h 70"/>
                  <a:gd name="T10" fmla="*/ 295 w 219"/>
                  <a:gd name="T11" fmla="*/ 0 h 70"/>
                  <a:gd name="T12" fmla="*/ 220 w 219"/>
                  <a:gd name="T13" fmla="*/ 48 h 70"/>
                  <a:gd name="T14" fmla="*/ 136 w 219"/>
                  <a:gd name="T15" fmla="*/ 57 h 70"/>
                  <a:gd name="T16" fmla="*/ 50 w 219"/>
                  <a:gd name="T17" fmla="*/ 77 h 70"/>
                  <a:gd name="T18" fmla="*/ 2 w 219"/>
                  <a:gd name="T19" fmla="*/ 85 h 70"/>
                  <a:gd name="T20" fmla="*/ 0 w 219"/>
                  <a:gd name="T21" fmla="*/ 85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9" h="70">
                    <a:moveTo>
                      <a:pt x="2" y="63"/>
                    </a:moveTo>
                    <a:cubicBezTo>
                      <a:pt x="14" y="70"/>
                      <a:pt x="27" y="68"/>
                      <a:pt x="40" y="67"/>
                    </a:cubicBezTo>
                    <a:cubicBezTo>
                      <a:pt x="55" y="66"/>
                      <a:pt x="69" y="63"/>
                      <a:pt x="83" y="60"/>
                    </a:cubicBezTo>
                    <a:cubicBezTo>
                      <a:pt x="111" y="56"/>
                      <a:pt x="140" y="56"/>
                      <a:pt x="167" y="46"/>
                    </a:cubicBezTo>
                    <a:cubicBezTo>
                      <a:pt x="179" y="41"/>
                      <a:pt x="189" y="36"/>
                      <a:pt x="198" y="26"/>
                    </a:cubicBezTo>
                    <a:cubicBezTo>
                      <a:pt x="205" y="18"/>
                      <a:pt x="211" y="6"/>
                      <a:pt x="219" y="0"/>
                    </a:cubicBezTo>
                    <a:cubicBezTo>
                      <a:pt x="201" y="13"/>
                      <a:pt x="187" y="31"/>
                      <a:pt x="163" y="36"/>
                    </a:cubicBezTo>
                    <a:cubicBezTo>
                      <a:pt x="142" y="40"/>
                      <a:pt x="121" y="37"/>
                      <a:pt x="100" y="43"/>
                    </a:cubicBezTo>
                    <a:cubicBezTo>
                      <a:pt x="80" y="48"/>
                      <a:pt x="58" y="55"/>
                      <a:pt x="37" y="58"/>
                    </a:cubicBezTo>
                    <a:cubicBezTo>
                      <a:pt x="25" y="59"/>
                      <a:pt x="14" y="64"/>
                      <a:pt x="2" y="64"/>
                    </a:cubicBezTo>
                    <a:cubicBezTo>
                      <a:pt x="2" y="64"/>
                      <a:pt x="1" y="64"/>
                      <a:pt x="0" y="64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2" name="Freeform 1113">
                <a:extLst>
                  <a:ext uri="{FF2B5EF4-FFF2-40B4-BE49-F238E27FC236}">
                    <a16:creationId xmlns:a16="http://schemas.microsoft.com/office/drawing/2014/main" id="{9E780C7B-0289-4056-9892-6C07671CE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129"/>
                <a:ext cx="230" cy="234"/>
              </a:xfrm>
              <a:custGeom>
                <a:avLst/>
                <a:gdLst>
                  <a:gd name="T0" fmla="*/ 281 w 208"/>
                  <a:gd name="T1" fmla="*/ 0 h 212"/>
                  <a:gd name="T2" fmla="*/ 203 w 208"/>
                  <a:gd name="T3" fmla="*/ 63 h 212"/>
                  <a:gd name="T4" fmla="*/ 149 w 208"/>
                  <a:gd name="T5" fmla="*/ 121 h 212"/>
                  <a:gd name="T6" fmla="*/ 101 w 208"/>
                  <a:gd name="T7" fmla="*/ 128 h 212"/>
                  <a:gd name="T8" fmla="*/ 66 w 208"/>
                  <a:gd name="T9" fmla="*/ 160 h 212"/>
                  <a:gd name="T10" fmla="*/ 23 w 208"/>
                  <a:gd name="T11" fmla="*/ 254 h 212"/>
                  <a:gd name="T12" fmla="*/ 0 w 208"/>
                  <a:gd name="T13" fmla="*/ 285 h 212"/>
                  <a:gd name="T14" fmla="*/ 46 w 208"/>
                  <a:gd name="T15" fmla="*/ 267 h 212"/>
                  <a:gd name="T16" fmla="*/ 85 w 208"/>
                  <a:gd name="T17" fmla="*/ 262 h 212"/>
                  <a:gd name="T18" fmla="*/ 191 w 208"/>
                  <a:gd name="T19" fmla="*/ 222 h 212"/>
                  <a:gd name="T20" fmla="*/ 242 w 208"/>
                  <a:gd name="T21" fmla="*/ 115 h 212"/>
                  <a:gd name="T22" fmla="*/ 270 w 208"/>
                  <a:gd name="T23" fmla="*/ 34 h 212"/>
                  <a:gd name="T24" fmla="*/ 279 w 208"/>
                  <a:gd name="T25" fmla="*/ 2 h 2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8" h="212">
                    <a:moveTo>
                      <a:pt x="208" y="0"/>
                    </a:moveTo>
                    <a:cubicBezTo>
                      <a:pt x="187" y="13"/>
                      <a:pt x="165" y="26"/>
                      <a:pt x="150" y="47"/>
                    </a:cubicBezTo>
                    <a:cubicBezTo>
                      <a:pt x="137" y="64"/>
                      <a:pt x="133" y="85"/>
                      <a:pt x="110" y="91"/>
                    </a:cubicBezTo>
                    <a:cubicBezTo>
                      <a:pt x="99" y="94"/>
                      <a:pt x="85" y="91"/>
                      <a:pt x="74" y="95"/>
                    </a:cubicBezTo>
                    <a:cubicBezTo>
                      <a:pt x="65" y="99"/>
                      <a:pt x="55" y="111"/>
                      <a:pt x="49" y="119"/>
                    </a:cubicBezTo>
                    <a:cubicBezTo>
                      <a:pt x="34" y="139"/>
                      <a:pt x="30" y="166"/>
                      <a:pt x="17" y="188"/>
                    </a:cubicBezTo>
                    <a:cubicBezTo>
                      <a:pt x="12" y="196"/>
                      <a:pt x="2" y="204"/>
                      <a:pt x="0" y="212"/>
                    </a:cubicBezTo>
                    <a:cubicBezTo>
                      <a:pt x="10" y="212"/>
                      <a:pt x="23" y="201"/>
                      <a:pt x="34" y="198"/>
                    </a:cubicBezTo>
                    <a:cubicBezTo>
                      <a:pt x="43" y="195"/>
                      <a:pt x="53" y="194"/>
                      <a:pt x="63" y="195"/>
                    </a:cubicBezTo>
                    <a:cubicBezTo>
                      <a:pt x="94" y="196"/>
                      <a:pt x="121" y="190"/>
                      <a:pt x="141" y="165"/>
                    </a:cubicBezTo>
                    <a:cubicBezTo>
                      <a:pt x="161" y="140"/>
                      <a:pt x="172" y="115"/>
                      <a:pt x="179" y="85"/>
                    </a:cubicBezTo>
                    <a:cubicBezTo>
                      <a:pt x="184" y="64"/>
                      <a:pt x="193" y="45"/>
                      <a:pt x="200" y="25"/>
                    </a:cubicBezTo>
                    <a:cubicBezTo>
                      <a:pt x="203" y="18"/>
                      <a:pt x="207" y="11"/>
                      <a:pt x="206" y="2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3" name="Freeform 1114">
                <a:extLst>
                  <a:ext uri="{FF2B5EF4-FFF2-40B4-BE49-F238E27FC236}">
                    <a16:creationId xmlns:a16="http://schemas.microsoft.com/office/drawing/2014/main" id="{381680D8-E264-4285-81C0-5A82EF352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448"/>
                <a:ext cx="273" cy="197"/>
              </a:xfrm>
              <a:custGeom>
                <a:avLst/>
                <a:gdLst>
                  <a:gd name="T0" fmla="*/ 334 w 247"/>
                  <a:gd name="T1" fmla="*/ 0 h 178"/>
                  <a:gd name="T2" fmla="*/ 271 w 247"/>
                  <a:gd name="T3" fmla="*/ 30 h 178"/>
                  <a:gd name="T4" fmla="*/ 218 w 247"/>
                  <a:gd name="T5" fmla="*/ 80 h 178"/>
                  <a:gd name="T6" fmla="*/ 153 w 247"/>
                  <a:gd name="T7" fmla="*/ 112 h 178"/>
                  <a:gd name="T8" fmla="*/ 86 w 247"/>
                  <a:gd name="T9" fmla="*/ 174 h 178"/>
                  <a:gd name="T10" fmla="*/ 0 w 247"/>
                  <a:gd name="T11" fmla="*/ 241 h 178"/>
                  <a:gd name="T12" fmla="*/ 106 w 247"/>
                  <a:gd name="T13" fmla="*/ 169 h 178"/>
                  <a:gd name="T14" fmla="*/ 146 w 247"/>
                  <a:gd name="T15" fmla="*/ 135 h 178"/>
                  <a:gd name="T16" fmla="*/ 193 w 247"/>
                  <a:gd name="T17" fmla="*/ 110 h 178"/>
                  <a:gd name="T18" fmla="*/ 329 w 247"/>
                  <a:gd name="T19" fmla="*/ 4 h 1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7" h="178">
                    <a:moveTo>
                      <a:pt x="247" y="0"/>
                    </a:moveTo>
                    <a:cubicBezTo>
                      <a:pt x="232" y="9"/>
                      <a:pt x="216" y="10"/>
                      <a:pt x="201" y="22"/>
                    </a:cubicBezTo>
                    <a:cubicBezTo>
                      <a:pt x="187" y="33"/>
                      <a:pt x="174" y="47"/>
                      <a:pt x="161" y="59"/>
                    </a:cubicBezTo>
                    <a:cubicBezTo>
                      <a:pt x="146" y="71"/>
                      <a:pt x="127" y="71"/>
                      <a:pt x="113" y="82"/>
                    </a:cubicBezTo>
                    <a:cubicBezTo>
                      <a:pt x="95" y="95"/>
                      <a:pt x="79" y="112"/>
                      <a:pt x="64" y="128"/>
                    </a:cubicBezTo>
                    <a:cubicBezTo>
                      <a:pt x="45" y="148"/>
                      <a:pt x="20" y="160"/>
                      <a:pt x="0" y="178"/>
                    </a:cubicBezTo>
                    <a:cubicBezTo>
                      <a:pt x="29" y="162"/>
                      <a:pt x="54" y="146"/>
                      <a:pt x="79" y="125"/>
                    </a:cubicBezTo>
                    <a:cubicBezTo>
                      <a:pt x="89" y="116"/>
                      <a:pt x="98" y="108"/>
                      <a:pt x="108" y="99"/>
                    </a:cubicBezTo>
                    <a:cubicBezTo>
                      <a:pt x="118" y="88"/>
                      <a:pt x="130" y="85"/>
                      <a:pt x="143" y="80"/>
                    </a:cubicBezTo>
                    <a:cubicBezTo>
                      <a:pt x="185" y="64"/>
                      <a:pt x="212" y="32"/>
                      <a:pt x="244" y="4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4" name="Freeform 1115">
                <a:extLst>
                  <a:ext uri="{FF2B5EF4-FFF2-40B4-BE49-F238E27FC236}">
                    <a16:creationId xmlns:a16="http://schemas.microsoft.com/office/drawing/2014/main" id="{38736A45-3B1F-49F9-8BFA-DED13BBBA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516"/>
                <a:ext cx="195" cy="139"/>
              </a:xfrm>
              <a:custGeom>
                <a:avLst/>
                <a:gdLst>
                  <a:gd name="T0" fmla="*/ 0 w 177"/>
                  <a:gd name="T1" fmla="*/ 1 h 126"/>
                  <a:gd name="T2" fmla="*/ 119 w 177"/>
                  <a:gd name="T3" fmla="*/ 50 h 126"/>
                  <a:gd name="T4" fmla="*/ 237 w 177"/>
                  <a:gd name="T5" fmla="*/ 167 h 126"/>
                  <a:gd name="T6" fmla="*/ 115 w 177"/>
                  <a:gd name="T7" fmla="*/ 74 h 126"/>
                  <a:gd name="T8" fmla="*/ 44 w 177"/>
                  <a:gd name="T9" fmla="*/ 34 h 126"/>
                  <a:gd name="T10" fmla="*/ 2 w 177"/>
                  <a:gd name="T11" fmla="*/ 0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7" h="126">
                    <a:moveTo>
                      <a:pt x="0" y="1"/>
                    </a:moveTo>
                    <a:cubicBezTo>
                      <a:pt x="31" y="1"/>
                      <a:pt x="65" y="17"/>
                      <a:pt x="89" y="37"/>
                    </a:cubicBezTo>
                    <a:cubicBezTo>
                      <a:pt x="119" y="64"/>
                      <a:pt x="142" y="107"/>
                      <a:pt x="177" y="124"/>
                    </a:cubicBezTo>
                    <a:cubicBezTo>
                      <a:pt x="141" y="126"/>
                      <a:pt x="108" y="77"/>
                      <a:pt x="85" y="55"/>
                    </a:cubicBezTo>
                    <a:cubicBezTo>
                      <a:pt x="68" y="41"/>
                      <a:pt x="52" y="34"/>
                      <a:pt x="33" y="25"/>
                    </a:cubicBezTo>
                    <a:cubicBezTo>
                      <a:pt x="23" y="20"/>
                      <a:pt x="4" y="11"/>
                      <a:pt x="2" y="0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5" name="Freeform 1116">
                <a:extLst>
                  <a:ext uri="{FF2B5EF4-FFF2-40B4-BE49-F238E27FC236}">
                    <a16:creationId xmlns:a16="http://schemas.microsoft.com/office/drawing/2014/main" id="{B8F5509D-9ABF-446A-B57D-A56A69C52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331"/>
                <a:ext cx="129" cy="58"/>
              </a:xfrm>
              <a:custGeom>
                <a:avLst/>
                <a:gdLst>
                  <a:gd name="T0" fmla="*/ 0 w 117"/>
                  <a:gd name="T1" fmla="*/ 0 h 52"/>
                  <a:gd name="T2" fmla="*/ 24 w 117"/>
                  <a:gd name="T3" fmla="*/ 10 h 52"/>
                  <a:gd name="T4" fmla="*/ 49 w 117"/>
                  <a:gd name="T5" fmla="*/ 20 h 52"/>
                  <a:gd name="T6" fmla="*/ 92 w 117"/>
                  <a:gd name="T7" fmla="*/ 44 h 52"/>
                  <a:gd name="T8" fmla="*/ 129 w 117"/>
                  <a:gd name="T9" fmla="*/ 60 h 52"/>
                  <a:gd name="T10" fmla="*/ 157 w 117"/>
                  <a:gd name="T11" fmla="*/ 73 h 52"/>
                  <a:gd name="T12" fmla="*/ 139 w 117"/>
                  <a:gd name="T13" fmla="*/ 57 h 52"/>
                  <a:gd name="T14" fmla="*/ 117 w 117"/>
                  <a:gd name="T15" fmla="*/ 41 h 52"/>
                  <a:gd name="T16" fmla="*/ 74 w 117"/>
                  <a:gd name="T17" fmla="*/ 21 h 52"/>
                  <a:gd name="T18" fmla="*/ 1 w 117"/>
                  <a:gd name="T19" fmla="*/ 2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" h="52">
                    <a:moveTo>
                      <a:pt x="0" y="0"/>
                    </a:moveTo>
                    <a:cubicBezTo>
                      <a:pt x="4" y="4"/>
                      <a:pt x="13" y="5"/>
                      <a:pt x="18" y="7"/>
                    </a:cubicBezTo>
                    <a:cubicBezTo>
                      <a:pt x="24" y="9"/>
                      <a:pt x="30" y="12"/>
                      <a:pt x="36" y="14"/>
                    </a:cubicBezTo>
                    <a:cubicBezTo>
                      <a:pt x="47" y="19"/>
                      <a:pt x="57" y="25"/>
                      <a:pt x="68" y="31"/>
                    </a:cubicBezTo>
                    <a:cubicBezTo>
                      <a:pt x="77" y="35"/>
                      <a:pt x="86" y="40"/>
                      <a:pt x="96" y="43"/>
                    </a:cubicBezTo>
                    <a:cubicBezTo>
                      <a:pt x="103" y="46"/>
                      <a:pt x="111" y="48"/>
                      <a:pt x="117" y="52"/>
                    </a:cubicBezTo>
                    <a:cubicBezTo>
                      <a:pt x="112" y="49"/>
                      <a:pt x="107" y="44"/>
                      <a:pt x="103" y="41"/>
                    </a:cubicBezTo>
                    <a:cubicBezTo>
                      <a:pt x="97" y="37"/>
                      <a:pt x="92" y="33"/>
                      <a:pt x="87" y="30"/>
                    </a:cubicBezTo>
                    <a:cubicBezTo>
                      <a:pt x="76" y="25"/>
                      <a:pt x="67" y="19"/>
                      <a:pt x="55" y="15"/>
                    </a:cubicBezTo>
                    <a:cubicBezTo>
                      <a:pt x="38" y="9"/>
                      <a:pt x="19" y="3"/>
                      <a:pt x="1" y="2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6" name="Freeform 1117">
                <a:extLst>
                  <a:ext uri="{FF2B5EF4-FFF2-40B4-BE49-F238E27FC236}">
                    <a16:creationId xmlns:a16="http://schemas.microsoft.com/office/drawing/2014/main" id="{FD562D65-2361-4C43-BDA9-B096A215E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2539"/>
                <a:ext cx="217" cy="47"/>
              </a:xfrm>
              <a:custGeom>
                <a:avLst/>
                <a:gdLst>
                  <a:gd name="T0" fmla="*/ 0 w 197"/>
                  <a:gd name="T1" fmla="*/ 44 h 43"/>
                  <a:gd name="T2" fmla="*/ 129 w 197"/>
                  <a:gd name="T3" fmla="*/ 37 h 43"/>
                  <a:gd name="T4" fmla="*/ 210 w 197"/>
                  <a:gd name="T5" fmla="*/ 19 h 43"/>
                  <a:gd name="T6" fmla="*/ 263 w 197"/>
                  <a:gd name="T7" fmla="*/ 0 h 43"/>
                  <a:gd name="T8" fmla="*/ 180 w 197"/>
                  <a:gd name="T9" fmla="*/ 40 h 43"/>
                  <a:gd name="T10" fmla="*/ 107 w 197"/>
                  <a:gd name="T11" fmla="*/ 55 h 43"/>
                  <a:gd name="T12" fmla="*/ 45 w 197"/>
                  <a:gd name="T13" fmla="*/ 47 h 43"/>
                  <a:gd name="T14" fmla="*/ 8 w 197"/>
                  <a:gd name="T15" fmla="*/ 44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7" h="43">
                    <a:moveTo>
                      <a:pt x="0" y="34"/>
                    </a:moveTo>
                    <a:cubicBezTo>
                      <a:pt x="31" y="27"/>
                      <a:pt x="64" y="31"/>
                      <a:pt x="96" y="28"/>
                    </a:cubicBezTo>
                    <a:cubicBezTo>
                      <a:pt x="117" y="25"/>
                      <a:pt x="137" y="20"/>
                      <a:pt x="157" y="15"/>
                    </a:cubicBezTo>
                    <a:cubicBezTo>
                      <a:pt x="171" y="12"/>
                      <a:pt x="184" y="4"/>
                      <a:pt x="197" y="0"/>
                    </a:cubicBezTo>
                    <a:cubicBezTo>
                      <a:pt x="178" y="14"/>
                      <a:pt x="156" y="24"/>
                      <a:pt x="134" y="31"/>
                    </a:cubicBezTo>
                    <a:cubicBezTo>
                      <a:pt x="116" y="37"/>
                      <a:pt x="99" y="43"/>
                      <a:pt x="80" y="42"/>
                    </a:cubicBezTo>
                    <a:cubicBezTo>
                      <a:pt x="64" y="41"/>
                      <a:pt x="49" y="38"/>
                      <a:pt x="34" y="36"/>
                    </a:cubicBezTo>
                    <a:cubicBezTo>
                      <a:pt x="24" y="34"/>
                      <a:pt x="15" y="35"/>
                      <a:pt x="5" y="34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7" name="Freeform 1118">
                <a:extLst>
                  <a:ext uri="{FF2B5EF4-FFF2-40B4-BE49-F238E27FC236}">
                    <a16:creationId xmlns:a16="http://schemas.microsoft.com/office/drawing/2014/main" id="{DDAEAF97-3E54-4FC0-94C2-A54374F3C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584"/>
                <a:ext cx="125" cy="93"/>
              </a:xfrm>
              <a:custGeom>
                <a:avLst/>
                <a:gdLst>
                  <a:gd name="T0" fmla="*/ 10 w 113"/>
                  <a:gd name="T1" fmla="*/ 0 h 84"/>
                  <a:gd name="T2" fmla="*/ 1 w 113"/>
                  <a:gd name="T3" fmla="*/ 58 h 84"/>
                  <a:gd name="T4" fmla="*/ 25 w 113"/>
                  <a:gd name="T5" fmla="*/ 101 h 84"/>
                  <a:gd name="T6" fmla="*/ 87 w 113"/>
                  <a:gd name="T7" fmla="*/ 111 h 84"/>
                  <a:gd name="T8" fmla="*/ 153 w 113"/>
                  <a:gd name="T9" fmla="*/ 71 h 84"/>
                  <a:gd name="T10" fmla="*/ 90 w 113"/>
                  <a:gd name="T11" fmla="*/ 91 h 84"/>
                  <a:gd name="T12" fmla="*/ 37 w 113"/>
                  <a:gd name="T13" fmla="*/ 101 h 84"/>
                  <a:gd name="T14" fmla="*/ 3 w 113"/>
                  <a:gd name="T15" fmla="*/ 53 h 84"/>
                  <a:gd name="T16" fmla="*/ 9 w 113"/>
                  <a:gd name="T17" fmla="*/ 3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84">
                    <a:moveTo>
                      <a:pt x="7" y="0"/>
                    </a:moveTo>
                    <a:cubicBezTo>
                      <a:pt x="0" y="12"/>
                      <a:pt x="0" y="28"/>
                      <a:pt x="1" y="42"/>
                    </a:cubicBezTo>
                    <a:cubicBezTo>
                      <a:pt x="1" y="56"/>
                      <a:pt x="7" y="66"/>
                      <a:pt x="19" y="74"/>
                    </a:cubicBezTo>
                    <a:cubicBezTo>
                      <a:pt x="32" y="83"/>
                      <a:pt x="48" y="84"/>
                      <a:pt x="64" y="81"/>
                    </a:cubicBezTo>
                    <a:cubicBezTo>
                      <a:pt x="83" y="77"/>
                      <a:pt x="97" y="63"/>
                      <a:pt x="113" y="52"/>
                    </a:cubicBezTo>
                    <a:cubicBezTo>
                      <a:pt x="106" y="64"/>
                      <a:pt x="79" y="65"/>
                      <a:pt x="66" y="67"/>
                    </a:cubicBezTo>
                    <a:cubicBezTo>
                      <a:pt x="56" y="70"/>
                      <a:pt x="37" y="77"/>
                      <a:pt x="27" y="74"/>
                    </a:cubicBezTo>
                    <a:cubicBezTo>
                      <a:pt x="15" y="69"/>
                      <a:pt x="5" y="50"/>
                      <a:pt x="3" y="39"/>
                    </a:cubicBezTo>
                    <a:cubicBezTo>
                      <a:pt x="2" y="30"/>
                      <a:pt x="2" y="11"/>
                      <a:pt x="6" y="3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8" name="Freeform 1119">
                <a:extLst>
                  <a:ext uri="{FF2B5EF4-FFF2-40B4-BE49-F238E27FC236}">
                    <a16:creationId xmlns:a16="http://schemas.microsoft.com/office/drawing/2014/main" id="{B24A2BF2-23C2-4396-898A-EBEE4A8DA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561"/>
                <a:ext cx="147" cy="107"/>
              </a:xfrm>
              <a:custGeom>
                <a:avLst/>
                <a:gdLst>
                  <a:gd name="T0" fmla="*/ 144 w 133"/>
                  <a:gd name="T1" fmla="*/ 0 h 97"/>
                  <a:gd name="T2" fmla="*/ 127 w 133"/>
                  <a:gd name="T3" fmla="*/ 117 h 97"/>
                  <a:gd name="T4" fmla="*/ 0 w 133"/>
                  <a:gd name="T5" fmla="*/ 76 h 97"/>
                  <a:gd name="T6" fmla="*/ 137 w 133"/>
                  <a:gd name="T7" fmla="*/ 101 h 97"/>
                  <a:gd name="T8" fmla="*/ 156 w 133"/>
                  <a:gd name="T9" fmla="*/ 51 h 97"/>
                  <a:gd name="T10" fmla="*/ 144 w 133"/>
                  <a:gd name="T11" fmla="*/ 4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97">
                    <a:moveTo>
                      <a:pt x="107" y="0"/>
                    </a:moveTo>
                    <a:cubicBezTo>
                      <a:pt x="129" y="24"/>
                      <a:pt x="133" y="77"/>
                      <a:pt x="94" y="87"/>
                    </a:cubicBezTo>
                    <a:cubicBezTo>
                      <a:pt x="59" y="96"/>
                      <a:pt x="26" y="81"/>
                      <a:pt x="0" y="57"/>
                    </a:cubicBezTo>
                    <a:cubicBezTo>
                      <a:pt x="34" y="75"/>
                      <a:pt x="63" y="97"/>
                      <a:pt x="101" y="75"/>
                    </a:cubicBezTo>
                    <a:cubicBezTo>
                      <a:pt x="115" y="66"/>
                      <a:pt x="117" y="54"/>
                      <a:pt x="116" y="38"/>
                    </a:cubicBezTo>
                    <a:cubicBezTo>
                      <a:pt x="115" y="27"/>
                      <a:pt x="114" y="14"/>
                      <a:pt x="107" y="4"/>
                    </a:cubicBezTo>
                  </a:path>
                </a:pathLst>
              </a:custGeom>
              <a:solidFill>
                <a:srgbClr val="F9C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9" name="Freeform 1120">
                <a:extLst>
                  <a:ext uri="{FF2B5EF4-FFF2-40B4-BE49-F238E27FC236}">
                    <a16:creationId xmlns:a16="http://schemas.microsoft.com/office/drawing/2014/main" id="{000BD1C3-F8F0-48E2-815E-E468196CC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332"/>
                <a:ext cx="166" cy="49"/>
              </a:xfrm>
              <a:custGeom>
                <a:avLst/>
                <a:gdLst>
                  <a:gd name="T0" fmla="*/ 2 w 151"/>
                  <a:gd name="T1" fmla="*/ 26 h 44"/>
                  <a:gd name="T2" fmla="*/ 99 w 151"/>
                  <a:gd name="T3" fmla="*/ 8 h 44"/>
                  <a:gd name="T4" fmla="*/ 150 w 151"/>
                  <a:gd name="T5" fmla="*/ 35 h 44"/>
                  <a:gd name="T6" fmla="*/ 200 w 151"/>
                  <a:gd name="T7" fmla="*/ 61 h 44"/>
                  <a:gd name="T8" fmla="*/ 97 w 151"/>
                  <a:gd name="T9" fmla="*/ 26 h 44"/>
                  <a:gd name="T10" fmla="*/ 0 w 151"/>
                  <a:gd name="T11" fmla="*/ 33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44">
                    <a:moveTo>
                      <a:pt x="2" y="19"/>
                    </a:moveTo>
                    <a:cubicBezTo>
                      <a:pt x="26" y="21"/>
                      <a:pt x="51" y="0"/>
                      <a:pt x="75" y="5"/>
                    </a:cubicBezTo>
                    <a:cubicBezTo>
                      <a:pt x="88" y="7"/>
                      <a:pt x="102" y="18"/>
                      <a:pt x="113" y="25"/>
                    </a:cubicBezTo>
                    <a:cubicBezTo>
                      <a:pt x="125" y="32"/>
                      <a:pt x="139" y="37"/>
                      <a:pt x="151" y="44"/>
                    </a:cubicBezTo>
                    <a:cubicBezTo>
                      <a:pt x="125" y="38"/>
                      <a:pt x="100" y="24"/>
                      <a:pt x="73" y="19"/>
                    </a:cubicBezTo>
                    <a:cubicBezTo>
                      <a:pt x="51" y="16"/>
                      <a:pt x="21" y="17"/>
                      <a:pt x="0" y="24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0" name="Freeform 1121">
                <a:extLst>
                  <a:ext uri="{FF2B5EF4-FFF2-40B4-BE49-F238E27FC236}">
                    <a16:creationId xmlns:a16="http://schemas.microsoft.com/office/drawing/2014/main" id="{FE692932-3338-4158-AF16-1C83E5BE0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120"/>
                <a:ext cx="190" cy="129"/>
              </a:xfrm>
              <a:custGeom>
                <a:avLst/>
                <a:gdLst>
                  <a:gd name="T0" fmla="*/ 0 w 172"/>
                  <a:gd name="T1" fmla="*/ 1 h 117"/>
                  <a:gd name="T2" fmla="*/ 46 w 172"/>
                  <a:gd name="T3" fmla="*/ 47 h 117"/>
                  <a:gd name="T4" fmla="*/ 107 w 172"/>
                  <a:gd name="T5" fmla="*/ 78 h 117"/>
                  <a:gd name="T6" fmla="*/ 232 w 172"/>
                  <a:gd name="T7" fmla="*/ 157 h 117"/>
                  <a:gd name="T8" fmla="*/ 156 w 172"/>
                  <a:gd name="T9" fmla="*/ 117 h 117"/>
                  <a:gd name="T10" fmla="*/ 56 w 172"/>
                  <a:gd name="T11" fmla="*/ 99 h 117"/>
                  <a:gd name="T12" fmla="*/ 0 w 172"/>
                  <a:gd name="T13" fmla="*/ 0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117">
                    <a:moveTo>
                      <a:pt x="0" y="1"/>
                    </a:moveTo>
                    <a:cubicBezTo>
                      <a:pt x="17" y="4"/>
                      <a:pt x="23" y="23"/>
                      <a:pt x="34" y="35"/>
                    </a:cubicBezTo>
                    <a:cubicBezTo>
                      <a:pt x="46" y="48"/>
                      <a:pt x="64" y="52"/>
                      <a:pt x="80" y="58"/>
                    </a:cubicBezTo>
                    <a:cubicBezTo>
                      <a:pt x="115" y="72"/>
                      <a:pt x="152" y="83"/>
                      <a:pt x="172" y="117"/>
                    </a:cubicBezTo>
                    <a:cubicBezTo>
                      <a:pt x="152" y="105"/>
                      <a:pt x="140" y="92"/>
                      <a:pt x="116" y="87"/>
                    </a:cubicBezTo>
                    <a:cubicBezTo>
                      <a:pt x="92" y="82"/>
                      <a:pt x="65" y="83"/>
                      <a:pt x="42" y="74"/>
                    </a:cubicBezTo>
                    <a:cubicBezTo>
                      <a:pt x="14" y="62"/>
                      <a:pt x="8" y="24"/>
                      <a:pt x="0" y="0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1" name="Freeform 1122">
                <a:extLst>
                  <a:ext uri="{FF2B5EF4-FFF2-40B4-BE49-F238E27FC236}">
                    <a16:creationId xmlns:a16="http://schemas.microsoft.com/office/drawing/2014/main" id="{2998C36F-EB2F-4414-84B9-44950C306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152"/>
                <a:ext cx="98" cy="101"/>
              </a:xfrm>
              <a:custGeom>
                <a:avLst/>
                <a:gdLst>
                  <a:gd name="T0" fmla="*/ 119 w 89"/>
                  <a:gd name="T1" fmla="*/ 1 h 91"/>
                  <a:gd name="T2" fmla="*/ 89 w 89"/>
                  <a:gd name="T3" fmla="*/ 24 h 91"/>
                  <a:gd name="T4" fmla="*/ 63 w 89"/>
                  <a:gd name="T5" fmla="*/ 61 h 91"/>
                  <a:gd name="T6" fmla="*/ 36 w 89"/>
                  <a:gd name="T7" fmla="*/ 102 h 91"/>
                  <a:gd name="T8" fmla="*/ 0 w 89"/>
                  <a:gd name="T9" fmla="*/ 123 h 91"/>
                  <a:gd name="T10" fmla="*/ 43 w 89"/>
                  <a:gd name="T11" fmla="*/ 111 h 91"/>
                  <a:gd name="T12" fmla="*/ 74 w 89"/>
                  <a:gd name="T13" fmla="*/ 71 h 91"/>
                  <a:gd name="T14" fmla="*/ 97 w 89"/>
                  <a:gd name="T15" fmla="*/ 33 h 91"/>
                  <a:gd name="T16" fmla="*/ 115 w 89"/>
                  <a:gd name="T17" fmla="*/ 8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91">
                    <a:moveTo>
                      <a:pt x="89" y="1"/>
                    </a:moveTo>
                    <a:cubicBezTo>
                      <a:pt x="78" y="0"/>
                      <a:pt x="73" y="12"/>
                      <a:pt x="67" y="18"/>
                    </a:cubicBezTo>
                    <a:cubicBezTo>
                      <a:pt x="59" y="27"/>
                      <a:pt x="53" y="34"/>
                      <a:pt x="47" y="45"/>
                    </a:cubicBezTo>
                    <a:cubicBezTo>
                      <a:pt x="42" y="55"/>
                      <a:pt x="34" y="67"/>
                      <a:pt x="27" y="75"/>
                    </a:cubicBezTo>
                    <a:cubicBezTo>
                      <a:pt x="19" y="84"/>
                      <a:pt x="4" y="84"/>
                      <a:pt x="0" y="90"/>
                    </a:cubicBezTo>
                    <a:cubicBezTo>
                      <a:pt x="12" y="91"/>
                      <a:pt x="21" y="87"/>
                      <a:pt x="32" y="81"/>
                    </a:cubicBezTo>
                    <a:cubicBezTo>
                      <a:pt x="44" y="74"/>
                      <a:pt x="48" y="64"/>
                      <a:pt x="55" y="52"/>
                    </a:cubicBezTo>
                    <a:cubicBezTo>
                      <a:pt x="60" y="43"/>
                      <a:pt x="68" y="34"/>
                      <a:pt x="73" y="24"/>
                    </a:cubicBezTo>
                    <a:cubicBezTo>
                      <a:pt x="76" y="18"/>
                      <a:pt x="78" y="7"/>
                      <a:pt x="85" y="5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2" name="Freeform 1123">
                <a:extLst>
                  <a:ext uri="{FF2B5EF4-FFF2-40B4-BE49-F238E27FC236}">
                    <a16:creationId xmlns:a16="http://schemas.microsoft.com/office/drawing/2014/main" id="{9DA2AA7D-B6CC-4CE7-ABD7-8BE7C472B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285"/>
                <a:ext cx="208" cy="87"/>
              </a:xfrm>
              <a:custGeom>
                <a:avLst/>
                <a:gdLst>
                  <a:gd name="T0" fmla="*/ 250 w 188"/>
                  <a:gd name="T1" fmla="*/ 4 h 79"/>
                  <a:gd name="T2" fmla="*/ 143 w 188"/>
                  <a:gd name="T3" fmla="*/ 40 h 79"/>
                  <a:gd name="T4" fmla="*/ 0 w 188"/>
                  <a:gd name="T5" fmla="*/ 93 h 79"/>
                  <a:gd name="T6" fmla="*/ 154 w 188"/>
                  <a:gd name="T7" fmla="*/ 50 h 79"/>
                  <a:gd name="T8" fmla="*/ 254 w 188"/>
                  <a:gd name="T9" fmla="*/ 1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79">
                    <a:moveTo>
                      <a:pt x="184" y="4"/>
                    </a:moveTo>
                    <a:cubicBezTo>
                      <a:pt x="156" y="0"/>
                      <a:pt x="129" y="17"/>
                      <a:pt x="106" y="30"/>
                    </a:cubicBezTo>
                    <a:cubicBezTo>
                      <a:pt x="73" y="48"/>
                      <a:pt x="37" y="66"/>
                      <a:pt x="0" y="69"/>
                    </a:cubicBezTo>
                    <a:cubicBezTo>
                      <a:pt x="39" y="79"/>
                      <a:pt x="83" y="60"/>
                      <a:pt x="114" y="37"/>
                    </a:cubicBezTo>
                    <a:cubicBezTo>
                      <a:pt x="132" y="23"/>
                      <a:pt x="165" y="7"/>
                      <a:pt x="188" y="8"/>
                    </a:cubicBezTo>
                  </a:path>
                </a:pathLst>
              </a:custGeom>
              <a:solidFill>
                <a:srgbClr val="CC4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3" name="Freeform 1124">
                <a:extLst>
                  <a:ext uri="{FF2B5EF4-FFF2-40B4-BE49-F238E27FC236}">
                    <a16:creationId xmlns:a16="http://schemas.microsoft.com/office/drawing/2014/main" id="{02AF7EDA-BCB8-429E-AB6B-01FE92CCA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3121"/>
                <a:ext cx="168" cy="621"/>
              </a:xfrm>
              <a:custGeom>
                <a:avLst/>
                <a:gdLst>
                  <a:gd name="T0" fmla="*/ 116 w 152"/>
                  <a:gd name="T1" fmla="*/ 23 h 562"/>
                  <a:gd name="T2" fmla="*/ 9 w 152"/>
                  <a:gd name="T3" fmla="*/ 233 h 562"/>
                  <a:gd name="T4" fmla="*/ 13 w 152"/>
                  <a:gd name="T5" fmla="*/ 519 h 562"/>
                  <a:gd name="T6" fmla="*/ 138 w 152"/>
                  <a:gd name="T7" fmla="*/ 629 h 562"/>
                  <a:gd name="T8" fmla="*/ 159 w 152"/>
                  <a:gd name="T9" fmla="*/ 168 h 562"/>
                  <a:gd name="T10" fmla="*/ 112 w 152"/>
                  <a:gd name="T11" fmla="*/ 34 h 5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562">
                    <a:moveTo>
                      <a:pt x="86" y="17"/>
                    </a:moveTo>
                    <a:cubicBezTo>
                      <a:pt x="16" y="0"/>
                      <a:pt x="12" y="120"/>
                      <a:pt x="6" y="173"/>
                    </a:cubicBezTo>
                    <a:cubicBezTo>
                      <a:pt x="0" y="239"/>
                      <a:pt x="0" y="320"/>
                      <a:pt x="10" y="385"/>
                    </a:cubicBezTo>
                    <a:cubicBezTo>
                      <a:pt x="17" y="433"/>
                      <a:pt x="61" y="562"/>
                      <a:pt x="102" y="466"/>
                    </a:cubicBezTo>
                    <a:cubicBezTo>
                      <a:pt x="145" y="367"/>
                      <a:pt x="152" y="227"/>
                      <a:pt x="118" y="125"/>
                    </a:cubicBezTo>
                    <a:cubicBezTo>
                      <a:pt x="107" y="90"/>
                      <a:pt x="96" y="58"/>
                      <a:pt x="82" y="25"/>
                    </a:cubicBezTo>
                  </a:path>
                </a:pathLst>
              </a:custGeom>
              <a:solidFill>
                <a:srgbClr val="DD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4" name="Freeform 1125">
                <a:extLst>
                  <a:ext uri="{FF2B5EF4-FFF2-40B4-BE49-F238E27FC236}">
                    <a16:creationId xmlns:a16="http://schemas.microsoft.com/office/drawing/2014/main" id="{72E29012-C452-4DEE-BBF0-8D59F3A68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3159"/>
                <a:ext cx="74" cy="493"/>
              </a:xfrm>
              <a:custGeom>
                <a:avLst/>
                <a:gdLst>
                  <a:gd name="T0" fmla="*/ 55 w 67"/>
                  <a:gd name="T1" fmla="*/ 21 h 447"/>
                  <a:gd name="T2" fmla="*/ 39 w 67"/>
                  <a:gd name="T3" fmla="*/ 76 h 447"/>
                  <a:gd name="T4" fmla="*/ 15 w 67"/>
                  <a:gd name="T5" fmla="*/ 175 h 447"/>
                  <a:gd name="T6" fmla="*/ 10 w 67"/>
                  <a:gd name="T7" fmla="*/ 350 h 447"/>
                  <a:gd name="T8" fmla="*/ 50 w 67"/>
                  <a:gd name="T9" fmla="*/ 492 h 447"/>
                  <a:gd name="T10" fmla="*/ 72 w 67"/>
                  <a:gd name="T11" fmla="*/ 559 h 447"/>
                  <a:gd name="T12" fmla="*/ 83 w 67"/>
                  <a:gd name="T13" fmla="*/ 600 h 447"/>
                  <a:gd name="T14" fmla="*/ 80 w 67"/>
                  <a:gd name="T15" fmla="*/ 535 h 447"/>
                  <a:gd name="T16" fmla="*/ 72 w 67"/>
                  <a:gd name="T17" fmla="*/ 448 h 447"/>
                  <a:gd name="T18" fmla="*/ 65 w 67"/>
                  <a:gd name="T19" fmla="*/ 350 h 447"/>
                  <a:gd name="T20" fmla="*/ 63 w 67"/>
                  <a:gd name="T21" fmla="*/ 242 h 447"/>
                  <a:gd name="T22" fmla="*/ 62 w 67"/>
                  <a:gd name="T23" fmla="*/ 68 h 447"/>
                  <a:gd name="T24" fmla="*/ 52 w 67"/>
                  <a:gd name="T25" fmla="*/ 1 h 447"/>
                  <a:gd name="T26" fmla="*/ 49 w 67"/>
                  <a:gd name="T27" fmla="*/ 3 h 4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447">
                    <a:moveTo>
                      <a:pt x="41" y="15"/>
                    </a:moveTo>
                    <a:cubicBezTo>
                      <a:pt x="33" y="20"/>
                      <a:pt x="31" y="47"/>
                      <a:pt x="29" y="57"/>
                    </a:cubicBezTo>
                    <a:cubicBezTo>
                      <a:pt x="23" y="82"/>
                      <a:pt x="17" y="106"/>
                      <a:pt x="12" y="131"/>
                    </a:cubicBezTo>
                    <a:cubicBezTo>
                      <a:pt x="4" y="174"/>
                      <a:pt x="0" y="216"/>
                      <a:pt x="7" y="260"/>
                    </a:cubicBezTo>
                    <a:cubicBezTo>
                      <a:pt x="13" y="297"/>
                      <a:pt x="24" y="333"/>
                      <a:pt x="37" y="366"/>
                    </a:cubicBezTo>
                    <a:cubicBezTo>
                      <a:pt x="43" y="383"/>
                      <a:pt x="49" y="399"/>
                      <a:pt x="53" y="417"/>
                    </a:cubicBezTo>
                    <a:cubicBezTo>
                      <a:pt x="55" y="426"/>
                      <a:pt x="56" y="440"/>
                      <a:pt x="62" y="447"/>
                    </a:cubicBezTo>
                    <a:cubicBezTo>
                      <a:pt x="67" y="435"/>
                      <a:pt x="60" y="412"/>
                      <a:pt x="59" y="399"/>
                    </a:cubicBezTo>
                    <a:cubicBezTo>
                      <a:pt x="57" y="377"/>
                      <a:pt x="54" y="356"/>
                      <a:pt x="53" y="334"/>
                    </a:cubicBezTo>
                    <a:cubicBezTo>
                      <a:pt x="52" y="309"/>
                      <a:pt x="48" y="285"/>
                      <a:pt x="48" y="260"/>
                    </a:cubicBezTo>
                    <a:cubicBezTo>
                      <a:pt x="48" y="233"/>
                      <a:pt x="48" y="207"/>
                      <a:pt x="47" y="180"/>
                    </a:cubicBezTo>
                    <a:cubicBezTo>
                      <a:pt x="45" y="136"/>
                      <a:pt x="50" y="94"/>
                      <a:pt x="46" y="51"/>
                    </a:cubicBezTo>
                    <a:cubicBezTo>
                      <a:pt x="44" y="35"/>
                      <a:pt x="45" y="16"/>
                      <a:pt x="39" y="1"/>
                    </a:cubicBezTo>
                    <a:cubicBezTo>
                      <a:pt x="37" y="0"/>
                      <a:pt x="37" y="2"/>
                      <a:pt x="36" y="3"/>
                    </a:cubicBezTo>
                  </a:path>
                </a:pathLst>
              </a:custGeom>
              <a:solidFill>
                <a:srgbClr val="C64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5" name="Freeform 1126">
                <a:extLst>
                  <a:ext uri="{FF2B5EF4-FFF2-40B4-BE49-F238E27FC236}">
                    <a16:creationId xmlns:a16="http://schemas.microsoft.com/office/drawing/2014/main" id="{BED674DA-FCF7-4497-BE68-9FC72CBA4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248"/>
                <a:ext cx="31" cy="313"/>
              </a:xfrm>
              <a:custGeom>
                <a:avLst/>
                <a:gdLst>
                  <a:gd name="T0" fmla="*/ 8 w 28"/>
                  <a:gd name="T1" fmla="*/ 0 h 283"/>
                  <a:gd name="T2" fmla="*/ 35 w 28"/>
                  <a:gd name="T3" fmla="*/ 170 h 283"/>
                  <a:gd name="T4" fmla="*/ 37 w 28"/>
                  <a:gd name="T5" fmla="*/ 259 h 283"/>
                  <a:gd name="T6" fmla="*/ 18 w 28"/>
                  <a:gd name="T7" fmla="*/ 344 h 283"/>
                  <a:gd name="T8" fmla="*/ 3 w 28"/>
                  <a:gd name="T9" fmla="*/ 383 h 283"/>
                  <a:gd name="T10" fmla="*/ 22 w 28"/>
                  <a:gd name="T11" fmla="*/ 281 h 283"/>
                  <a:gd name="T12" fmla="*/ 23 w 28"/>
                  <a:gd name="T13" fmla="*/ 170 h 283"/>
                  <a:gd name="T14" fmla="*/ 9 w 28"/>
                  <a:gd name="T15" fmla="*/ 4 h 2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83">
                    <a:moveTo>
                      <a:pt x="5" y="0"/>
                    </a:moveTo>
                    <a:cubicBezTo>
                      <a:pt x="23" y="41"/>
                      <a:pt x="23" y="82"/>
                      <a:pt x="26" y="126"/>
                    </a:cubicBezTo>
                    <a:cubicBezTo>
                      <a:pt x="27" y="147"/>
                      <a:pt x="28" y="170"/>
                      <a:pt x="27" y="192"/>
                    </a:cubicBezTo>
                    <a:cubicBezTo>
                      <a:pt x="26" y="213"/>
                      <a:pt x="17" y="233"/>
                      <a:pt x="13" y="254"/>
                    </a:cubicBezTo>
                    <a:cubicBezTo>
                      <a:pt x="10" y="263"/>
                      <a:pt x="8" y="275"/>
                      <a:pt x="3" y="283"/>
                    </a:cubicBezTo>
                    <a:cubicBezTo>
                      <a:pt x="0" y="258"/>
                      <a:pt x="12" y="233"/>
                      <a:pt x="16" y="208"/>
                    </a:cubicBezTo>
                    <a:cubicBezTo>
                      <a:pt x="20" y="180"/>
                      <a:pt x="18" y="154"/>
                      <a:pt x="17" y="126"/>
                    </a:cubicBezTo>
                    <a:cubicBezTo>
                      <a:pt x="15" y="86"/>
                      <a:pt x="15" y="42"/>
                      <a:pt x="6" y="4"/>
                    </a:cubicBezTo>
                  </a:path>
                </a:pathLst>
              </a:custGeom>
              <a:solidFill>
                <a:srgbClr val="F49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6" name="Freeform 1127">
                <a:extLst>
                  <a:ext uri="{FF2B5EF4-FFF2-40B4-BE49-F238E27FC236}">
                    <a16:creationId xmlns:a16="http://schemas.microsoft.com/office/drawing/2014/main" id="{C1299FD9-D6DD-4E9F-B4F0-0A76361F5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464"/>
                <a:ext cx="733" cy="693"/>
              </a:xfrm>
              <a:custGeom>
                <a:avLst/>
                <a:gdLst>
                  <a:gd name="T0" fmla="*/ 0 w 664"/>
                  <a:gd name="T1" fmla="*/ 0 h 628"/>
                  <a:gd name="T2" fmla="*/ 365 w 664"/>
                  <a:gd name="T3" fmla="*/ 263 h 628"/>
                  <a:gd name="T4" fmla="*/ 562 w 664"/>
                  <a:gd name="T5" fmla="*/ 349 h 628"/>
                  <a:gd name="T6" fmla="*/ 722 w 664"/>
                  <a:gd name="T7" fmla="*/ 481 h 628"/>
                  <a:gd name="T8" fmla="*/ 893 w 664"/>
                  <a:gd name="T9" fmla="*/ 844 h 6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4" h="628">
                    <a:moveTo>
                      <a:pt x="0" y="0"/>
                    </a:moveTo>
                    <a:cubicBezTo>
                      <a:pt x="100" y="47"/>
                      <a:pt x="175" y="143"/>
                      <a:pt x="272" y="196"/>
                    </a:cubicBezTo>
                    <a:cubicBezTo>
                      <a:pt x="320" y="221"/>
                      <a:pt x="373" y="228"/>
                      <a:pt x="418" y="259"/>
                    </a:cubicBezTo>
                    <a:cubicBezTo>
                      <a:pt x="459" y="287"/>
                      <a:pt x="498" y="326"/>
                      <a:pt x="536" y="358"/>
                    </a:cubicBezTo>
                    <a:cubicBezTo>
                      <a:pt x="625" y="434"/>
                      <a:pt x="638" y="524"/>
                      <a:pt x="664" y="62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7" name="Freeform 1128">
                <a:extLst>
                  <a:ext uri="{FF2B5EF4-FFF2-40B4-BE49-F238E27FC236}">
                    <a16:creationId xmlns:a16="http://schemas.microsoft.com/office/drawing/2014/main" id="{6554212B-4F3C-4079-8661-8A121794B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476"/>
                <a:ext cx="480" cy="315"/>
              </a:xfrm>
              <a:custGeom>
                <a:avLst/>
                <a:gdLst>
                  <a:gd name="T0" fmla="*/ 585 w 435"/>
                  <a:gd name="T1" fmla="*/ 374 h 285"/>
                  <a:gd name="T2" fmla="*/ 419 w 435"/>
                  <a:gd name="T3" fmla="*/ 382 h 285"/>
                  <a:gd name="T4" fmla="*/ 231 w 435"/>
                  <a:gd name="T5" fmla="*/ 321 h 285"/>
                  <a:gd name="T6" fmla="*/ 83 w 435"/>
                  <a:gd name="T7" fmla="*/ 158 h 285"/>
                  <a:gd name="T8" fmla="*/ 55 w 435"/>
                  <a:gd name="T9" fmla="*/ 82 h 285"/>
                  <a:gd name="T10" fmla="*/ 22 w 435"/>
                  <a:gd name="T11" fmla="*/ 19 h 285"/>
                  <a:gd name="T12" fmla="*/ 0 w 435"/>
                  <a:gd name="T13" fmla="*/ 0 h 2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5" h="285">
                    <a:moveTo>
                      <a:pt x="435" y="277"/>
                    </a:moveTo>
                    <a:cubicBezTo>
                      <a:pt x="401" y="257"/>
                      <a:pt x="348" y="281"/>
                      <a:pt x="312" y="283"/>
                    </a:cubicBezTo>
                    <a:cubicBezTo>
                      <a:pt x="265" y="285"/>
                      <a:pt x="209" y="268"/>
                      <a:pt x="171" y="237"/>
                    </a:cubicBezTo>
                    <a:cubicBezTo>
                      <a:pt x="128" y="202"/>
                      <a:pt x="86" y="170"/>
                      <a:pt x="62" y="117"/>
                    </a:cubicBezTo>
                    <a:cubicBezTo>
                      <a:pt x="54" y="99"/>
                      <a:pt x="49" y="78"/>
                      <a:pt x="41" y="61"/>
                    </a:cubicBezTo>
                    <a:cubicBezTo>
                      <a:pt x="33" y="45"/>
                      <a:pt x="21" y="30"/>
                      <a:pt x="16" y="14"/>
                    </a:cubicBezTo>
                    <a:cubicBezTo>
                      <a:pt x="10" y="9"/>
                      <a:pt x="6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8" name="Freeform 1129">
                <a:extLst>
                  <a:ext uri="{FF2B5EF4-FFF2-40B4-BE49-F238E27FC236}">
                    <a16:creationId xmlns:a16="http://schemas.microsoft.com/office/drawing/2014/main" id="{47E333AE-3711-4AC6-A1D6-D847E4D46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352"/>
                <a:ext cx="677" cy="789"/>
              </a:xfrm>
              <a:custGeom>
                <a:avLst/>
                <a:gdLst>
                  <a:gd name="T0" fmla="*/ 22 w 613"/>
                  <a:gd name="T1" fmla="*/ 964 h 714"/>
                  <a:gd name="T2" fmla="*/ 54 w 613"/>
                  <a:gd name="T3" fmla="*/ 728 h 714"/>
                  <a:gd name="T4" fmla="*/ 201 w 613"/>
                  <a:gd name="T5" fmla="*/ 523 h 714"/>
                  <a:gd name="T6" fmla="*/ 385 w 613"/>
                  <a:gd name="T7" fmla="*/ 335 h 714"/>
                  <a:gd name="T8" fmla="*/ 437 w 613"/>
                  <a:gd name="T9" fmla="*/ 244 h 714"/>
                  <a:gd name="T10" fmla="*/ 532 w 613"/>
                  <a:gd name="T11" fmla="*/ 165 h 714"/>
                  <a:gd name="T12" fmla="*/ 673 w 613"/>
                  <a:gd name="T13" fmla="*/ 67 h 714"/>
                  <a:gd name="T14" fmla="*/ 826 w 613"/>
                  <a:gd name="T15" fmla="*/ 0 h 7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3" h="714">
                    <a:moveTo>
                      <a:pt x="16" y="714"/>
                    </a:moveTo>
                    <a:cubicBezTo>
                      <a:pt x="0" y="666"/>
                      <a:pt x="20" y="583"/>
                      <a:pt x="40" y="539"/>
                    </a:cubicBezTo>
                    <a:cubicBezTo>
                      <a:pt x="68" y="478"/>
                      <a:pt x="97" y="430"/>
                      <a:pt x="149" y="387"/>
                    </a:cubicBezTo>
                    <a:cubicBezTo>
                      <a:pt x="203" y="342"/>
                      <a:pt x="252" y="307"/>
                      <a:pt x="286" y="248"/>
                    </a:cubicBezTo>
                    <a:cubicBezTo>
                      <a:pt x="300" y="224"/>
                      <a:pt x="306" y="200"/>
                      <a:pt x="325" y="181"/>
                    </a:cubicBezTo>
                    <a:cubicBezTo>
                      <a:pt x="347" y="158"/>
                      <a:pt x="375" y="146"/>
                      <a:pt x="395" y="122"/>
                    </a:cubicBezTo>
                    <a:cubicBezTo>
                      <a:pt x="430" y="82"/>
                      <a:pt x="444" y="58"/>
                      <a:pt x="499" y="50"/>
                    </a:cubicBezTo>
                    <a:cubicBezTo>
                      <a:pt x="545" y="44"/>
                      <a:pt x="572" y="16"/>
                      <a:pt x="61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9" name="Freeform 1130">
                <a:extLst>
                  <a:ext uri="{FF2B5EF4-FFF2-40B4-BE49-F238E27FC236}">
                    <a16:creationId xmlns:a16="http://schemas.microsoft.com/office/drawing/2014/main" id="{57225A44-5245-45E6-904D-2B4041B48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425"/>
                <a:ext cx="842" cy="170"/>
              </a:xfrm>
              <a:custGeom>
                <a:avLst/>
                <a:gdLst>
                  <a:gd name="T0" fmla="*/ 1025 w 763"/>
                  <a:gd name="T1" fmla="*/ 0 h 154"/>
                  <a:gd name="T2" fmla="*/ 936 w 763"/>
                  <a:gd name="T3" fmla="*/ 44 h 154"/>
                  <a:gd name="T4" fmla="*/ 842 w 763"/>
                  <a:gd name="T5" fmla="*/ 115 h 154"/>
                  <a:gd name="T6" fmla="*/ 717 w 763"/>
                  <a:gd name="T7" fmla="*/ 161 h 154"/>
                  <a:gd name="T8" fmla="*/ 556 w 763"/>
                  <a:gd name="T9" fmla="*/ 204 h 154"/>
                  <a:gd name="T10" fmla="*/ 351 w 763"/>
                  <a:gd name="T11" fmla="*/ 189 h 154"/>
                  <a:gd name="T12" fmla="*/ 211 w 763"/>
                  <a:gd name="T13" fmla="*/ 177 h 154"/>
                  <a:gd name="T14" fmla="*/ 32 w 763"/>
                  <a:gd name="T15" fmla="*/ 102 h 154"/>
                  <a:gd name="T16" fmla="*/ 0 w 763"/>
                  <a:gd name="T17" fmla="*/ 94 h 1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3" h="154">
                    <a:moveTo>
                      <a:pt x="763" y="0"/>
                    </a:moveTo>
                    <a:cubicBezTo>
                      <a:pt x="761" y="12"/>
                      <a:pt x="710" y="20"/>
                      <a:pt x="696" y="33"/>
                    </a:cubicBezTo>
                    <a:cubicBezTo>
                      <a:pt x="672" y="54"/>
                      <a:pt x="659" y="77"/>
                      <a:pt x="626" y="85"/>
                    </a:cubicBezTo>
                    <a:cubicBezTo>
                      <a:pt x="588" y="94"/>
                      <a:pt x="566" y="97"/>
                      <a:pt x="534" y="120"/>
                    </a:cubicBezTo>
                    <a:cubicBezTo>
                      <a:pt x="495" y="148"/>
                      <a:pt x="461" y="154"/>
                      <a:pt x="414" y="152"/>
                    </a:cubicBezTo>
                    <a:cubicBezTo>
                      <a:pt x="362" y="151"/>
                      <a:pt x="313" y="128"/>
                      <a:pt x="261" y="140"/>
                    </a:cubicBezTo>
                    <a:cubicBezTo>
                      <a:pt x="222" y="148"/>
                      <a:pt x="194" y="154"/>
                      <a:pt x="157" y="131"/>
                    </a:cubicBezTo>
                    <a:cubicBezTo>
                      <a:pt x="109" y="100"/>
                      <a:pt x="76" y="84"/>
                      <a:pt x="24" y="75"/>
                    </a:cubicBezTo>
                    <a:cubicBezTo>
                      <a:pt x="16" y="74"/>
                      <a:pt x="6" y="69"/>
                      <a:pt x="0" y="7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0" name="Freeform 1131">
                <a:extLst>
                  <a:ext uri="{FF2B5EF4-FFF2-40B4-BE49-F238E27FC236}">
                    <a16:creationId xmlns:a16="http://schemas.microsoft.com/office/drawing/2014/main" id="{30CF5142-5A13-4D3C-9A39-4E155717C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520"/>
                <a:ext cx="583" cy="155"/>
              </a:xfrm>
              <a:custGeom>
                <a:avLst/>
                <a:gdLst>
                  <a:gd name="T0" fmla="*/ 711 w 528"/>
                  <a:gd name="T1" fmla="*/ 0 h 140"/>
                  <a:gd name="T2" fmla="*/ 530 w 528"/>
                  <a:gd name="T3" fmla="*/ 141 h 140"/>
                  <a:gd name="T4" fmla="*/ 259 w 528"/>
                  <a:gd name="T5" fmla="*/ 152 h 140"/>
                  <a:gd name="T6" fmla="*/ 82 w 528"/>
                  <a:gd name="T7" fmla="*/ 99 h 140"/>
                  <a:gd name="T8" fmla="*/ 0 w 528"/>
                  <a:gd name="T9" fmla="*/ 11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8" h="140">
                    <a:moveTo>
                      <a:pt x="528" y="0"/>
                    </a:moveTo>
                    <a:cubicBezTo>
                      <a:pt x="478" y="12"/>
                      <a:pt x="439" y="78"/>
                      <a:pt x="394" y="104"/>
                    </a:cubicBezTo>
                    <a:cubicBezTo>
                      <a:pt x="333" y="140"/>
                      <a:pt x="260" y="103"/>
                      <a:pt x="193" y="112"/>
                    </a:cubicBezTo>
                    <a:cubicBezTo>
                      <a:pt x="134" y="120"/>
                      <a:pt x="100" y="118"/>
                      <a:pt x="61" y="72"/>
                    </a:cubicBezTo>
                    <a:cubicBezTo>
                      <a:pt x="42" y="49"/>
                      <a:pt x="24" y="2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1" name="Freeform 1132">
                <a:extLst>
                  <a:ext uri="{FF2B5EF4-FFF2-40B4-BE49-F238E27FC236}">
                    <a16:creationId xmlns:a16="http://schemas.microsoft.com/office/drawing/2014/main" id="{C55FB9F5-C053-4972-8F72-091655FAC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584"/>
                <a:ext cx="588" cy="189"/>
              </a:xfrm>
              <a:custGeom>
                <a:avLst/>
                <a:gdLst>
                  <a:gd name="T0" fmla="*/ 716 w 533"/>
                  <a:gd name="T1" fmla="*/ 69 h 171"/>
                  <a:gd name="T2" fmla="*/ 544 w 533"/>
                  <a:gd name="T3" fmla="*/ 175 h 171"/>
                  <a:gd name="T4" fmla="*/ 257 w 533"/>
                  <a:gd name="T5" fmla="*/ 179 h 171"/>
                  <a:gd name="T6" fmla="*/ 99 w 533"/>
                  <a:gd name="T7" fmla="*/ 94 h 171"/>
                  <a:gd name="T8" fmla="*/ 0 w 533"/>
                  <a:gd name="T9" fmla="*/ 0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3" h="171">
                    <a:moveTo>
                      <a:pt x="533" y="51"/>
                    </a:moveTo>
                    <a:cubicBezTo>
                      <a:pt x="482" y="45"/>
                      <a:pt x="444" y="104"/>
                      <a:pt x="405" y="129"/>
                    </a:cubicBezTo>
                    <a:cubicBezTo>
                      <a:pt x="339" y="171"/>
                      <a:pt x="260" y="163"/>
                      <a:pt x="191" y="133"/>
                    </a:cubicBezTo>
                    <a:cubicBezTo>
                      <a:pt x="150" y="116"/>
                      <a:pt x="115" y="88"/>
                      <a:pt x="74" y="70"/>
                    </a:cubicBezTo>
                    <a:cubicBezTo>
                      <a:pt x="40" y="54"/>
                      <a:pt x="27" y="2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2" name="Freeform 1133">
                <a:extLst>
                  <a:ext uri="{FF2B5EF4-FFF2-40B4-BE49-F238E27FC236}">
                    <a16:creationId xmlns:a16="http://schemas.microsoft.com/office/drawing/2014/main" id="{FBB4D286-C43E-4AF6-946E-2429B12F0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655"/>
                <a:ext cx="197" cy="380"/>
              </a:xfrm>
              <a:custGeom>
                <a:avLst/>
                <a:gdLst>
                  <a:gd name="T0" fmla="*/ 0 w 178"/>
                  <a:gd name="T1" fmla="*/ 0 h 344"/>
                  <a:gd name="T2" fmla="*/ 84 w 178"/>
                  <a:gd name="T3" fmla="*/ 113 h 344"/>
                  <a:gd name="T4" fmla="*/ 165 w 178"/>
                  <a:gd name="T5" fmla="*/ 226 h 344"/>
                  <a:gd name="T6" fmla="*/ 241 w 178"/>
                  <a:gd name="T7" fmla="*/ 464 h 3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8" h="344">
                    <a:moveTo>
                      <a:pt x="0" y="0"/>
                    </a:moveTo>
                    <a:cubicBezTo>
                      <a:pt x="33" y="19"/>
                      <a:pt x="44" y="53"/>
                      <a:pt x="62" y="83"/>
                    </a:cubicBezTo>
                    <a:cubicBezTo>
                      <a:pt x="80" y="114"/>
                      <a:pt x="103" y="140"/>
                      <a:pt x="122" y="168"/>
                    </a:cubicBezTo>
                    <a:cubicBezTo>
                      <a:pt x="161" y="226"/>
                      <a:pt x="160" y="282"/>
                      <a:pt x="178" y="34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3" name="Freeform 1134">
                <a:extLst>
                  <a:ext uri="{FF2B5EF4-FFF2-40B4-BE49-F238E27FC236}">
                    <a16:creationId xmlns:a16="http://schemas.microsoft.com/office/drawing/2014/main" id="{5981B59E-890D-4B3E-943A-D3CC58DCC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657"/>
                <a:ext cx="351" cy="112"/>
              </a:xfrm>
              <a:custGeom>
                <a:avLst/>
                <a:gdLst>
                  <a:gd name="T0" fmla="*/ 0 w 318"/>
                  <a:gd name="T1" fmla="*/ 38 h 101"/>
                  <a:gd name="T2" fmla="*/ 427 w 318"/>
                  <a:gd name="T3" fmla="*/ 49 h 10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8" h="101">
                    <a:moveTo>
                      <a:pt x="0" y="28"/>
                    </a:moveTo>
                    <a:cubicBezTo>
                      <a:pt x="88" y="101"/>
                      <a:pt x="223" y="0"/>
                      <a:pt x="318" y="3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4" name="Freeform 1135">
                <a:extLst>
                  <a:ext uri="{FF2B5EF4-FFF2-40B4-BE49-F238E27FC236}">
                    <a16:creationId xmlns:a16="http://schemas.microsoft.com/office/drawing/2014/main" id="{7FFA40A0-01B1-4AF4-B9D5-7332BB180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558"/>
                <a:ext cx="576" cy="589"/>
              </a:xfrm>
              <a:custGeom>
                <a:avLst/>
                <a:gdLst>
                  <a:gd name="T0" fmla="*/ 12 w 522"/>
                  <a:gd name="T1" fmla="*/ 717 h 534"/>
                  <a:gd name="T2" fmla="*/ 180 w 522"/>
                  <a:gd name="T3" fmla="*/ 441 h 534"/>
                  <a:gd name="T4" fmla="*/ 447 w 522"/>
                  <a:gd name="T5" fmla="*/ 248 h 534"/>
                  <a:gd name="T6" fmla="*/ 627 w 522"/>
                  <a:gd name="T7" fmla="*/ 135 h 534"/>
                  <a:gd name="T8" fmla="*/ 693 w 522"/>
                  <a:gd name="T9" fmla="*/ 0 h 5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2" h="534">
                    <a:moveTo>
                      <a:pt x="9" y="534"/>
                    </a:moveTo>
                    <a:cubicBezTo>
                      <a:pt x="0" y="451"/>
                      <a:pt x="82" y="378"/>
                      <a:pt x="134" y="329"/>
                    </a:cubicBezTo>
                    <a:cubicBezTo>
                      <a:pt x="191" y="274"/>
                      <a:pt x="261" y="219"/>
                      <a:pt x="333" y="185"/>
                    </a:cubicBezTo>
                    <a:cubicBezTo>
                      <a:pt x="383" y="162"/>
                      <a:pt x="430" y="141"/>
                      <a:pt x="467" y="101"/>
                    </a:cubicBezTo>
                    <a:cubicBezTo>
                      <a:pt x="489" y="79"/>
                      <a:pt x="522" y="35"/>
                      <a:pt x="51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5" name="Freeform 1136">
                <a:extLst>
                  <a:ext uri="{FF2B5EF4-FFF2-40B4-BE49-F238E27FC236}">
                    <a16:creationId xmlns:a16="http://schemas.microsoft.com/office/drawing/2014/main" id="{2CE438C1-3D35-435E-A164-8DFB8FE19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605"/>
                <a:ext cx="468" cy="274"/>
              </a:xfrm>
              <a:custGeom>
                <a:avLst/>
                <a:gdLst>
                  <a:gd name="T0" fmla="*/ 571 w 424"/>
                  <a:gd name="T1" fmla="*/ 0 h 248"/>
                  <a:gd name="T2" fmla="*/ 430 w 424"/>
                  <a:gd name="T3" fmla="*/ 105 h 248"/>
                  <a:gd name="T4" fmla="*/ 301 w 424"/>
                  <a:gd name="T5" fmla="*/ 236 h 248"/>
                  <a:gd name="T6" fmla="*/ 0 w 424"/>
                  <a:gd name="T7" fmla="*/ 335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4" h="248">
                    <a:moveTo>
                      <a:pt x="424" y="0"/>
                    </a:moveTo>
                    <a:cubicBezTo>
                      <a:pt x="388" y="25"/>
                      <a:pt x="350" y="44"/>
                      <a:pt x="320" y="78"/>
                    </a:cubicBezTo>
                    <a:cubicBezTo>
                      <a:pt x="289" y="114"/>
                      <a:pt x="266" y="150"/>
                      <a:pt x="224" y="176"/>
                    </a:cubicBezTo>
                    <a:cubicBezTo>
                      <a:pt x="156" y="218"/>
                      <a:pt x="70" y="213"/>
                      <a:pt x="0" y="24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6" name="Freeform 1137">
                <a:extLst>
                  <a:ext uri="{FF2B5EF4-FFF2-40B4-BE49-F238E27FC236}">
                    <a16:creationId xmlns:a16="http://schemas.microsoft.com/office/drawing/2014/main" id="{9E76A843-F5B8-494F-94CD-13D8A418C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275"/>
                <a:ext cx="384" cy="245"/>
              </a:xfrm>
              <a:custGeom>
                <a:avLst/>
                <a:gdLst>
                  <a:gd name="T0" fmla="*/ 468 w 348"/>
                  <a:gd name="T1" fmla="*/ 298 h 222"/>
                  <a:gd name="T2" fmla="*/ 275 w 348"/>
                  <a:gd name="T3" fmla="*/ 127 h 222"/>
                  <a:gd name="T4" fmla="*/ 129 w 348"/>
                  <a:gd name="T5" fmla="*/ 61 h 222"/>
                  <a:gd name="T6" fmla="*/ 0 w 348"/>
                  <a:gd name="T7" fmla="*/ 0 h 2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8" h="222">
                    <a:moveTo>
                      <a:pt x="348" y="222"/>
                    </a:moveTo>
                    <a:cubicBezTo>
                      <a:pt x="281" y="198"/>
                      <a:pt x="247" y="135"/>
                      <a:pt x="205" y="94"/>
                    </a:cubicBezTo>
                    <a:cubicBezTo>
                      <a:pt x="174" y="63"/>
                      <a:pt x="138" y="54"/>
                      <a:pt x="96" y="45"/>
                    </a:cubicBezTo>
                    <a:cubicBezTo>
                      <a:pt x="58" y="36"/>
                      <a:pt x="32" y="2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7" name="Freeform 1138">
                <a:extLst>
                  <a:ext uri="{FF2B5EF4-FFF2-40B4-BE49-F238E27FC236}">
                    <a16:creationId xmlns:a16="http://schemas.microsoft.com/office/drawing/2014/main" id="{E2B3416D-D162-4DB7-84B9-FE01200F5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416"/>
                <a:ext cx="321" cy="171"/>
              </a:xfrm>
              <a:custGeom>
                <a:avLst/>
                <a:gdLst>
                  <a:gd name="T0" fmla="*/ 0 w 291"/>
                  <a:gd name="T1" fmla="*/ 191 h 155"/>
                  <a:gd name="T2" fmla="*/ 178 w 291"/>
                  <a:gd name="T3" fmla="*/ 83 h 155"/>
                  <a:gd name="T4" fmla="*/ 272 w 291"/>
                  <a:gd name="T5" fmla="*/ 25 h 155"/>
                  <a:gd name="T6" fmla="*/ 390 w 291"/>
                  <a:gd name="T7" fmla="*/ 0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1" h="155">
                    <a:moveTo>
                      <a:pt x="0" y="142"/>
                    </a:moveTo>
                    <a:cubicBezTo>
                      <a:pt x="55" y="155"/>
                      <a:pt x="95" y="94"/>
                      <a:pt x="132" y="62"/>
                    </a:cubicBezTo>
                    <a:cubicBezTo>
                      <a:pt x="152" y="44"/>
                      <a:pt x="177" y="25"/>
                      <a:pt x="203" y="19"/>
                    </a:cubicBezTo>
                    <a:cubicBezTo>
                      <a:pt x="232" y="12"/>
                      <a:pt x="264" y="14"/>
                      <a:pt x="29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8" name="Freeform 1139">
                <a:extLst>
                  <a:ext uri="{FF2B5EF4-FFF2-40B4-BE49-F238E27FC236}">
                    <a16:creationId xmlns:a16="http://schemas.microsoft.com/office/drawing/2014/main" id="{347AAEAE-30A1-4EDB-95C6-6FFBACF20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381"/>
                <a:ext cx="324" cy="29"/>
              </a:xfrm>
              <a:custGeom>
                <a:avLst/>
                <a:gdLst>
                  <a:gd name="T0" fmla="*/ 396 w 293"/>
                  <a:gd name="T1" fmla="*/ 22 h 26"/>
                  <a:gd name="T2" fmla="*/ 291 w 293"/>
                  <a:gd name="T3" fmla="*/ 3 h 26"/>
                  <a:gd name="T4" fmla="*/ 146 w 293"/>
                  <a:gd name="T5" fmla="*/ 33 h 26"/>
                  <a:gd name="T6" fmla="*/ 0 w 29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3" h="26">
                    <a:moveTo>
                      <a:pt x="293" y="16"/>
                    </a:moveTo>
                    <a:cubicBezTo>
                      <a:pt x="269" y="9"/>
                      <a:pt x="244" y="1"/>
                      <a:pt x="215" y="3"/>
                    </a:cubicBezTo>
                    <a:cubicBezTo>
                      <a:pt x="178" y="6"/>
                      <a:pt x="145" y="23"/>
                      <a:pt x="108" y="24"/>
                    </a:cubicBezTo>
                    <a:cubicBezTo>
                      <a:pt x="75" y="26"/>
                      <a:pt x="24" y="2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9" name="Freeform 1140">
                <a:extLst>
                  <a:ext uri="{FF2B5EF4-FFF2-40B4-BE49-F238E27FC236}">
                    <a16:creationId xmlns:a16="http://schemas.microsoft.com/office/drawing/2014/main" id="{BAB4B352-F53C-4233-A648-11E246093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464"/>
                <a:ext cx="1853" cy="2280"/>
              </a:xfrm>
              <a:custGeom>
                <a:avLst/>
                <a:gdLst>
                  <a:gd name="T0" fmla="*/ 0 w 1678"/>
                  <a:gd name="T1" fmla="*/ 849 h 2064"/>
                  <a:gd name="T2" fmla="*/ 92 w 1678"/>
                  <a:gd name="T3" fmla="*/ 643 h 2064"/>
                  <a:gd name="T4" fmla="*/ 2114 w 1678"/>
                  <a:gd name="T5" fmla="*/ 632 h 2064"/>
                  <a:gd name="T6" fmla="*/ 2217 w 1678"/>
                  <a:gd name="T7" fmla="*/ 936 h 2064"/>
                  <a:gd name="T8" fmla="*/ 1416 w 1678"/>
                  <a:gd name="T9" fmla="*/ 1981 h 2064"/>
                  <a:gd name="T10" fmla="*/ 1250 w 1678"/>
                  <a:gd name="T11" fmla="*/ 2141 h 2064"/>
                  <a:gd name="T12" fmla="*/ 1249 w 1678"/>
                  <a:gd name="T13" fmla="*/ 2509 h 2064"/>
                  <a:gd name="T14" fmla="*/ 1173 w 1678"/>
                  <a:gd name="T15" fmla="*/ 2782 h 2064"/>
                  <a:gd name="T16" fmla="*/ 1135 w 1678"/>
                  <a:gd name="T17" fmla="*/ 2561 h 2064"/>
                  <a:gd name="T18" fmla="*/ 1131 w 1678"/>
                  <a:gd name="T19" fmla="*/ 2154 h 2064"/>
                  <a:gd name="T20" fmla="*/ 1286 w 1678"/>
                  <a:gd name="T21" fmla="*/ 1899 h 2064"/>
                  <a:gd name="T22" fmla="*/ 1593 w 1678"/>
                  <a:gd name="T23" fmla="*/ 1742 h 2064"/>
                  <a:gd name="T24" fmla="*/ 1734 w 1678"/>
                  <a:gd name="T25" fmla="*/ 1618 h 2064"/>
                  <a:gd name="T26" fmla="*/ 1908 w 1678"/>
                  <a:gd name="T27" fmla="*/ 1402 h 2064"/>
                  <a:gd name="T28" fmla="*/ 2026 w 1678"/>
                  <a:gd name="T29" fmla="*/ 1212 h 2064"/>
                  <a:gd name="T30" fmla="*/ 2092 w 1678"/>
                  <a:gd name="T31" fmla="*/ 1005 h 2064"/>
                  <a:gd name="T32" fmla="*/ 2114 w 1678"/>
                  <a:gd name="T33" fmla="*/ 769 h 2064"/>
                  <a:gd name="T34" fmla="*/ 1919 w 1678"/>
                  <a:gd name="T35" fmla="*/ 638 h 2064"/>
                  <a:gd name="T36" fmla="*/ 1692 w 1678"/>
                  <a:gd name="T37" fmla="*/ 551 h 2064"/>
                  <a:gd name="T38" fmla="*/ 1454 w 1678"/>
                  <a:gd name="T39" fmla="*/ 481 h 2064"/>
                  <a:gd name="T40" fmla="*/ 1227 w 1678"/>
                  <a:gd name="T41" fmla="*/ 465 h 2064"/>
                  <a:gd name="T42" fmla="*/ 1005 w 1678"/>
                  <a:gd name="T43" fmla="*/ 465 h 2064"/>
                  <a:gd name="T44" fmla="*/ 767 w 1678"/>
                  <a:gd name="T45" fmla="*/ 460 h 2064"/>
                  <a:gd name="T46" fmla="*/ 469 w 1678"/>
                  <a:gd name="T47" fmla="*/ 546 h 2064"/>
                  <a:gd name="T48" fmla="*/ 226 w 1678"/>
                  <a:gd name="T49" fmla="*/ 693 h 2064"/>
                  <a:gd name="T50" fmla="*/ 81 w 1678"/>
                  <a:gd name="T51" fmla="*/ 784 h 2064"/>
                  <a:gd name="T52" fmla="*/ 162 w 1678"/>
                  <a:gd name="T53" fmla="*/ 1028 h 2064"/>
                  <a:gd name="T54" fmla="*/ 205 w 1678"/>
                  <a:gd name="T55" fmla="*/ 1207 h 2064"/>
                  <a:gd name="T56" fmla="*/ 313 w 1678"/>
                  <a:gd name="T57" fmla="*/ 1450 h 2064"/>
                  <a:gd name="T58" fmla="*/ 546 w 1678"/>
                  <a:gd name="T59" fmla="*/ 1692 h 2064"/>
                  <a:gd name="T60" fmla="*/ 897 w 1678"/>
                  <a:gd name="T61" fmla="*/ 1878 h 2064"/>
                  <a:gd name="T62" fmla="*/ 1082 w 1678"/>
                  <a:gd name="T63" fmla="*/ 2149 h 2064"/>
                  <a:gd name="T64" fmla="*/ 1082 w 1678"/>
                  <a:gd name="T65" fmla="*/ 2554 h 2064"/>
                  <a:gd name="T66" fmla="*/ 1020 w 1678"/>
                  <a:gd name="T67" fmla="*/ 2775 h 2064"/>
                  <a:gd name="T68" fmla="*/ 964 w 1678"/>
                  <a:gd name="T69" fmla="*/ 2506 h 2064"/>
                  <a:gd name="T70" fmla="*/ 967 w 1678"/>
                  <a:gd name="T71" fmla="*/ 2133 h 2064"/>
                  <a:gd name="T72" fmla="*/ 805 w 1678"/>
                  <a:gd name="T73" fmla="*/ 1959 h 2064"/>
                  <a:gd name="T74" fmla="*/ 0 w 1678"/>
                  <a:gd name="T75" fmla="*/ 849 h 206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678" h="2064">
                    <a:moveTo>
                      <a:pt x="0" y="630"/>
                    </a:moveTo>
                    <a:cubicBezTo>
                      <a:pt x="0" y="630"/>
                      <a:pt x="4" y="518"/>
                      <a:pt x="68" y="477"/>
                    </a:cubicBezTo>
                    <a:cubicBezTo>
                      <a:pt x="132" y="437"/>
                      <a:pt x="807" y="0"/>
                      <a:pt x="1569" y="469"/>
                    </a:cubicBezTo>
                    <a:cubicBezTo>
                      <a:pt x="1622" y="502"/>
                      <a:pt x="1678" y="538"/>
                      <a:pt x="1646" y="694"/>
                    </a:cubicBezTo>
                    <a:cubicBezTo>
                      <a:pt x="1614" y="851"/>
                      <a:pt x="1426" y="1325"/>
                      <a:pt x="1051" y="1469"/>
                    </a:cubicBezTo>
                    <a:cubicBezTo>
                      <a:pt x="959" y="1505"/>
                      <a:pt x="898" y="1490"/>
                      <a:pt x="928" y="1588"/>
                    </a:cubicBezTo>
                    <a:cubicBezTo>
                      <a:pt x="961" y="1692"/>
                      <a:pt x="955" y="1797"/>
                      <a:pt x="927" y="1861"/>
                    </a:cubicBezTo>
                    <a:cubicBezTo>
                      <a:pt x="900" y="1926"/>
                      <a:pt x="943" y="2063"/>
                      <a:pt x="871" y="2063"/>
                    </a:cubicBezTo>
                    <a:cubicBezTo>
                      <a:pt x="798" y="2064"/>
                      <a:pt x="815" y="1971"/>
                      <a:pt x="843" y="1899"/>
                    </a:cubicBezTo>
                    <a:cubicBezTo>
                      <a:pt x="871" y="1826"/>
                      <a:pt x="883" y="1678"/>
                      <a:pt x="839" y="1598"/>
                    </a:cubicBezTo>
                    <a:cubicBezTo>
                      <a:pt x="795" y="1517"/>
                      <a:pt x="843" y="1433"/>
                      <a:pt x="955" y="1409"/>
                    </a:cubicBezTo>
                    <a:cubicBezTo>
                      <a:pt x="1068" y="1385"/>
                      <a:pt x="1172" y="1337"/>
                      <a:pt x="1184" y="1293"/>
                    </a:cubicBezTo>
                    <a:cubicBezTo>
                      <a:pt x="1196" y="1248"/>
                      <a:pt x="1256" y="1252"/>
                      <a:pt x="1288" y="1200"/>
                    </a:cubicBezTo>
                    <a:cubicBezTo>
                      <a:pt x="1320" y="1148"/>
                      <a:pt x="1401" y="1112"/>
                      <a:pt x="1417" y="1040"/>
                    </a:cubicBezTo>
                    <a:cubicBezTo>
                      <a:pt x="1433" y="967"/>
                      <a:pt x="1493" y="947"/>
                      <a:pt x="1505" y="899"/>
                    </a:cubicBezTo>
                    <a:cubicBezTo>
                      <a:pt x="1517" y="851"/>
                      <a:pt x="1565" y="799"/>
                      <a:pt x="1553" y="746"/>
                    </a:cubicBezTo>
                    <a:cubicBezTo>
                      <a:pt x="1541" y="694"/>
                      <a:pt x="1593" y="598"/>
                      <a:pt x="1569" y="570"/>
                    </a:cubicBezTo>
                    <a:cubicBezTo>
                      <a:pt x="1545" y="542"/>
                      <a:pt x="1449" y="506"/>
                      <a:pt x="1425" y="473"/>
                    </a:cubicBezTo>
                    <a:cubicBezTo>
                      <a:pt x="1401" y="441"/>
                      <a:pt x="1292" y="449"/>
                      <a:pt x="1256" y="409"/>
                    </a:cubicBezTo>
                    <a:cubicBezTo>
                      <a:pt x="1220" y="369"/>
                      <a:pt x="1136" y="333"/>
                      <a:pt x="1080" y="357"/>
                    </a:cubicBezTo>
                    <a:cubicBezTo>
                      <a:pt x="1023" y="381"/>
                      <a:pt x="955" y="361"/>
                      <a:pt x="911" y="345"/>
                    </a:cubicBezTo>
                    <a:cubicBezTo>
                      <a:pt x="867" y="329"/>
                      <a:pt x="795" y="361"/>
                      <a:pt x="746" y="345"/>
                    </a:cubicBezTo>
                    <a:cubicBezTo>
                      <a:pt x="698" y="329"/>
                      <a:pt x="626" y="349"/>
                      <a:pt x="570" y="341"/>
                    </a:cubicBezTo>
                    <a:cubicBezTo>
                      <a:pt x="513" y="333"/>
                      <a:pt x="417" y="389"/>
                      <a:pt x="349" y="405"/>
                    </a:cubicBezTo>
                    <a:cubicBezTo>
                      <a:pt x="281" y="421"/>
                      <a:pt x="228" y="514"/>
                      <a:pt x="168" y="514"/>
                    </a:cubicBezTo>
                    <a:cubicBezTo>
                      <a:pt x="108" y="514"/>
                      <a:pt x="80" y="558"/>
                      <a:pt x="60" y="582"/>
                    </a:cubicBezTo>
                    <a:cubicBezTo>
                      <a:pt x="40" y="606"/>
                      <a:pt x="76" y="718"/>
                      <a:pt x="120" y="763"/>
                    </a:cubicBezTo>
                    <a:cubicBezTo>
                      <a:pt x="164" y="807"/>
                      <a:pt x="112" y="859"/>
                      <a:pt x="152" y="895"/>
                    </a:cubicBezTo>
                    <a:cubicBezTo>
                      <a:pt x="192" y="931"/>
                      <a:pt x="188" y="1044"/>
                      <a:pt x="232" y="1076"/>
                    </a:cubicBezTo>
                    <a:cubicBezTo>
                      <a:pt x="277" y="1108"/>
                      <a:pt x="341" y="1224"/>
                      <a:pt x="405" y="1256"/>
                    </a:cubicBezTo>
                    <a:cubicBezTo>
                      <a:pt x="469" y="1288"/>
                      <a:pt x="590" y="1365"/>
                      <a:pt x="666" y="1393"/>
                    </a:cubicBezTo>
                    <a:cubicBezTo>
                      <a:pt x="742" y="1421"/>
                      <a:pt x="835" y="1453"/>
                      <a:pt x="803" y="1594"/>
                    </a:cubicBezTo>
                    <a:cubicBezTo>
                      <a:pt x="770" y="1734"/>
                      <a:pt x="782" y="1831"/>
                      <a:pt x="803" y="1895"/>
                    </a:cubicBezTo>
                    <a:cubicBezTo>
                      <a:pt x="823" y="1959"/>
                      <a:pt x="830" y="2059"/>
                      <a:pt x="758" y="2059"/>
                    </a:cubicBezTo>
                    <a:cubicBezTo>
                      <a:pt x="680" y="2059"/>
                      <a:pt x="745" y="1922"/>
                      <a:pt x="716" y="1859"/>
                    </a:cubicBezTo>
                    <a:cubicBezTo>
                      <a:pt x="666" y="1749"/>
                      <a:pt x="714" y="1638"/>
                      <a:pt x="718" y="1582"/>
                    </a:cubicBezTo>
                    <a:cubicBezTo>
                      <a:pt x="722" y="1525"/>
                      <a:pt x="670" y="1489"/>
                      <a:pt x="598" y="1453"/>
                    </a:cubicBezTo>
                    <a:cubicBezTo>
                      <a:pt x="598" y="1453"/>
                      <a:pt x="88" y="1284"/>
                      <a:pt x="0" y="630"/>
                    </a:cubicBezTo>
                    <a:close/>
                  </a:path>
                </a:pathLst>
              </a:custGeom>
              <a:solidFill>
                <a:srgbClr val="F7A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0" name="Freeform 1141">
                <a:extLst>
                  <a:ext uri="{FF2B5EF4-FFF2-40B4-BE49-F238E27FC236}">
                    <a16:creationId xmlns:a16="http://schemas.microsoft.com/office/drawing/2014/main" id="{B8634AE9-C814-44FD-99C6-6B58F20EC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463"/>
                <a:ext cx="1854" cy="2280"/>
              </a:xfrm>
              <a:custGeom>
                <a:avLst/>
                <a:gdLst>
                  <a:gd name="T0" fmla="*/ 0 w 1679"/>
                  <a:gd name="T1" fmla="*/ 849 h 2064"/>
                  <a:gd name="T2" fmla="*/ 93 w 1679"/>
                  <a:gd name="T3" fmla="*/ 644 h 2064"/>
                  <a:gd name="T4" fmla="*/ 2115 w 1679"/>
                  <a:gd name="T5" fmla="*/ 633 h 2064"/>
                  <a:gd name="T6" fmla="*/ 2218 w 1679"/>
                  <a:gd name="T7" fmla="*/ 936 h 2064"/>
                  <a:gd name="T8" fmla="*/ 1417 w 1679"/>
                  <a:gd name="T9" fmla="*/ 1981 h 2064"/>
                  <a:gd name="T10" fmla="*/ 1251 w 1679"/>
                  <a:gd name="T11" fmla="*/ 2141 h 2064"/>
                  <a:gd name="T12" fmla="*/ 1250 w 1679"/>
                  <a:gd name="T13" fmla="*/ 2509 h 2064"/>
                  <a:gd name="T14" fmla="*/ 1174 w 1679"/>
                  <a:gd name="T15" fmla="*/ 2782 h 2064"/>
                  <a:gd name="T16" fmla="*/ 1136 w 1679"/>
                  <a:gd name="T17" fmla="*/ 2561 h 2064"/>
                  <a:gd name="T18" fmla="*/ 1132 w 1679"/>
                  <a:gd name="T19" fmla="*/ 2154 h 2064"/>
                  <a:gd name="T20" fmla="*/ 1288 w 1679"/>
                  <a:gd name="T21" fmla="*/ 1899 h 2064"/>
                  <a:gd name="T22" fmla="*/ 1596 w 1679"/>
                  <a:gd name="T23" fmla="*/ 1742 h 2064"/>
                  <a:gd name="T24" fmla="*/ 1735 w 1679"/>
                  <a:gd name="T25" fmla="*/ 1618 h 2064"/>
                  <a:gd name="T26" fmla="*/ 1909 w 1679"/>
                  <a:gd name="T27" fmla="*/ 1402 h 2064"/>
                  <a:gd name="T28" fmla="*/ 2027 w 1679"/>
                  <a:gd name="T29" fmla="*/ 1212 h 2064"/>
                  <a:gd name="T30" fmla="*/ 2093 w 1679"/>
                  <a:gd name="T31" fmla="*/ 1006 h 2064"/>
                  <a:gd name="T32" fmla="*/ 2115 w 1679"/>
                  <a:gd name="T33" fmla="*/ 769 h 2064"/>
                  <a:gd name="T34" fmla="*/ 1920 w 1679"/>
                  <a:gd name="T35" fmla="*/ 640 h 2064"/>
                  <a:gd name="T36" fmla="*/ 1693 w 1679"/>
                  <a:gd name="T37" fmla="*/ 551 h 2064"/>
                  <a:gd name="T38" fmla="*/ 1454 w 1679"/>
                  <a:gd name="T39" fmla="*/ 481 h 2064"/>
                  <a:gd name="T40" fmla="*/ 1228 w 1679"/>
                  <a:gd name="T41" fmla="*/ 465 h 2064"/>
                  <a:gd name="T42" fmla="*/ 1006 w 1679"/>
                  <a:gd name="T43" fmla="*/ 465 h 2064"/>
                  <a:gd name="T44" fmla="*/ 770 w 1679"/>
                  <a:gd name="T45" fmla="*/ 460 h 2064"/>
                  <a:gd name="T46" fmla="*/ 470 w 1679"/>
                  <a:gd name="T47" fmla="*/ 546 h 2064"/>
                  <a:gd name="T48" fmla="*/ 227 w 1679"/>
                  <a:gd name="T49" fmla="*/ 693 h 2064"/>
                  <a:gd name="T50" fmla="*/ 82 w 1679"/>
                  <a:gd name="T51" fmla="*/ 784 h 2064"/>
                  <a:gd name="T52" fmla="*/ 163 w 1679"/>
                  <a:gd name="T53" fmla="*/ 1028 h 2064"/>
                  <a:gd name="T54" fmla="*/ 206 w 1679"/>
                  <a:gd name="T55" fmla="*/ 1207 h 2064"/>
                  <a:gd name="T56" fmla="*/ 314 w 1679"/>
                  <a:gd name="T57" fmla="*/ 1450 h 2064"/>
                  <a:gd name="T58" fmla="*/ 547 w 1679"/>
                  <a:gd name="T59" fmla="*/ 1692 h 2064"/>
                  <a:gd name="T60" fmla="*/ 899 w 1679"/>
                  <a:gd name="T61" fmla="*/ 1878 h 2064"/>
                  <a:gd name="T62" fmla="*/ 1081 w 1679"/>
                  <a:gd name="T63" fmla="*/ 2149 h 2064"/>
                  <a:gd name="T64" fmla="*/ 1081 w 1679"/>
                  <a:gd name="T65" fmla="*/ 2554 h 2064"/>
                  <a:gd name="T66" fmla="*/ 1021 w 1679"/>
                  <a:gd name="T67" fmla="*/ 2775 h 2064"/>
                  <a:gd name="T68" fmla="*/ 966 w 1679"/>
                  <a:gd name="T69" fmla="*/ 2506 h 2064"/>
                  <a:gd name="T70" fmla="*/ 968 w 1679"/>
                  <a:gd name="T71" fmla="*/ 2133 h 2064"/>
                  <a:gd name="T72" fmla="*/ 806 w 1679"/>
                  <a:gd name="T73" fmla="*/ 1959 h 2064"/>
                  <a:gd name="T74" fmla="*/ 0 w 1679"/>
                  <a:gd name="T75" fmla="*/ 849 h 206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679" h="2064">
                    <a:moveTo>
                      <a:pt x="0" y="630"/>
                    </a:moveTo>
                    <a:cubicBezTo>
                      <a:pt x="0" y="630"/>
                      <a:pt x="4" y="518"/>
                      <a:pt x="69" y="478"/>
                    </a:cubicBezTo>
                    <a:cubicBezTo>
                      <a:pt x="133" y="437"/>
                      <a:pt x="808" y="0"/>
                      <a:pt x="1570" y="470"/>
                    </a:cubicBezTo>
                    <a:cubicBezTo>
                      <a:pt x="1622" y="502"/>
                      <a:pt x="1679" y="538"/>
                      <a:pt x="1647" y="694"/>
                    </a:cubicBezTo>
                    <a:cubicBezTo>
                      <a:pt x="1614" y="851"/>
                      <a:pt x="1427" y="1325"/>
                      <a:pt x="1052" y="1469"/>
                    </a:cubicBezTo>
                    <a:cubicBezTo>
                      <a:pt x="960" y="1505"/>
                      <a:pt x="899" y="1490"/>
                      <a:pt x="929" y="1588"/>
                    </a:cubicBezTo>
                    <a:cubicBezTo>
                      <a:pt x="961" y="1692"/>
                      <a:pt x="955" y="1797"/>
                      <a:pt x="928" y="1861"/>
                    </a:cubicBezTo>
                    <a:cubicBezTo>
                      <a:pt x="901" y="1926"/>
                      <a:pt x="944" y="2063"/>
                      <a:pt x="872" y="2063"/>
                    </a:cubicBezTo>
                    <a:cubicBezTo>
                      <a:pt x="799" y="2064"/>
                      <a:pt x="815" y="1971"/>
                      <a:pt x="844" y="1899"/>
                    </a:cubicBezTo>
                    <a:cubicBezTo>
                      <a:pt x="872" y="1827"/>
                      <a:pt x="884" y="1678"/>
                      <a:pt x="840" y="1598"/>
                    </a:cubicBezTo>
                    <a:cubicBezTo>
                      <a:pt x="795" y="1517"/>
                      <a:pt x="844" y="1433"/>
                      <a:pt x="956" y="1409"/>
                    </a:cubicBezTo>
                    <a:cubicBezTo>
                      <a:pt x="1068" y="1385"/>
                      <a:pt x="1173" y="1337"/>
                      <a:pt x="1185" y="1293"/>
                    </a:cubicBezTo>
                    <a:cubicBezTo>
                      <a:pt x="1197" y="1248"/>
                      <a:pt x="1257" y="1252"/>
                      <a:pt x="1289" y="1200"/>
                    </a:cubicBezTo>
                    <a:cubicBezTo>
                      <a:pt x="1321" y="1148"/>
                      <a:pt x="1402" y="1112"/>
                      <a:pt x="1418" y="1040"/>
                    </a:cubicBezTo>
                    <a:cubicBezTo>
                      <a:pt x="1434" y="967"/>
                      <a:pt x="1494" y="947"/>
                      <a:pt x="1506" y="899"/>
                    </a:cubicBezTo>
                    <a:cubicBezTo>
                      <a:pt x="1518" y="851"/>
                      <a:pt x="1566" y="799"/>
                      <a:pt x="1554" y="747"/>
                    </a:cubicBezTo>
                    <a:cubicBezTo>
                      <a:pt x="1542" y="694"/>
                      <a:pt x="1594" y="598"/>
                      <a:pt x="1570" y="570"/>
                    </a:cubicBezTo>
                    <a:cubicBezTo>
                      <a:pt x="1546" y="542"/>
                      <a:pt x="1450" y="506"/>
                      <a:pt x="1426" y="474"/>
                    </a:cubicBezTo>
                    <a:cubicBezTo>
                      <a:pt x="1402" y="441"/>
                      <a:pt x="1293" y="449"/>
                      <a:pt x="1257" y="409"/>
                    </a:cubicBezTo>
                    <a:cubicBezTo>
                      <a:pt x="1221" y="369"/>
                      <a:pt x="1137" y="333"/>
                      <a:pt x="1080" y="357"/>
                    </a:cubicBezTo>
                    <a:cubicBezTo>
                      <a:pt x="1024" y="381"/>
                      <a:pt x="956" y="361"/>
                      <a:pt x="912" y="345"/>
                    </a:cubicBezTo>
                    <a:cubicBezTo>
                      <a:pt x="868" y="329"/>
                      <a:pt x="795" y="361"/>
                      <a:pt x="747" y="345"/>
                    </a:cubicBezTo>
                    <a:cubicBezTo>
                      <a:pt x="699" y="329"/>
                      <a:pt x="627" y="349"/>
                      <a:pt x="571" y="341"/>
                    </a:cubicBezTo>
                    <a:cubicBezTo>
                      <a:pt x="514" y="333"/>
                      <a:pt x="418" y="389"/>
                      <a:pt x="350" y="405"/>
                    </a:cubicBezTo>
                    <a:cubicBezTo>
                      <a:pt x="281" y="421"/>
                      <a:pt x="229" y="514"/>
                      <a:pt x="169" y="514"/>
                    </a:cubicBezTo>
                    <a:cubicBezTo>
                      <a:pt x="109" y="514"/>
                      <a:pt x="81" y="558"/>
                      <a:pt x="61" y="582"/>
                    </a:cubicBezTo>
                    <a:cubicBezTo>
                      <a:pt x="41" y="606"/>
                      <a:pt x="77" y="718"/>
                      <a:pt x="121" y="763"/>
                    </a:cubicBezTo>
                    <a:cubicBezTo>
                      <a:pt x="165" y="807"/>
                      <a:pt x="113" y="859"/>
                      <a:pt x="153" y="895"/>
                    </a:cubicBezTo>
                    <a:cubicBezTo>
                      <a:pt x="193" y="931"/>
                      <a:pt x="189" y="1044"/>
                      <a:pt x="233" y="1076"/>
                    </a:cubicBezTo>
                    <a:cubicBezTo>
                      <a:pt x="277" y="1108"/>
                      <a:pt x="342" y="1224"/>
                      <a:pt x="406" y="1256"/>
                    </a:cubicBezTo>
                    <a:cubicBezTo>
                      <a:pt x="470" y="1289"/>
                      <a:pt x="591" y="1365"/>
                      <a:pt x="667" y="1393"/>
                    </a:cubicBezTo>
                    <a:cubicBezTo>
                      <a:pt x="743" y="1421"/>
                      <a:pt x="836" y="1453"/>
                      <a:pt x="803" y="1594"/>
                    </a:cubicBezTo>
                    <a:cubicBezTo>
                      <a:pt x="771" y="1734"/>
                      <a:pt x="783" y="1831"/>
                      <a:pt x="803" y="1895"/>
                    </a:cubicBezTo>
                    <a:cubicBezTo>
                      <a:pt x="824" y="1959"/>
                      <a:pt x="831" y="2060"/>
                      <a:pt x="759" y="2059"/>
                    </a:cubicBezTo>
                    <a:cubicBezTo>
                      <a:pt x="681" y="2059"/>
                      <a:pt x="745" y="1922"/>
                      <a:pt x="717" y="1859"/>
                    </a:cubicBezTo>
                    <a:cubicBezTo>
                      <a:pt x="667" y="1749"/>
                      <a:pt x="715" y="1638"/>
                      <a:pt x="719" y="1582"/>
                    </a:cubicBezTo>
                    <a:cubicBezTo>
                      <a:pt x="723" y="1525"/>
                      <a:pt x="671" y="1489"/>
                      <a:pt x="599" y="1453"/>
                    </a:cubicBezTo>
                    <a:cubicBezTo>
                      <a:pt x="599" y="1453"/>
                      <a:pt x="89" y="1285"/>
                      <a:pt x="0" y="63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1" name="Freeform 1142">
                <a:extLst>
                  <a:ext uri="{FF2B5EF4-FFF2-40B4-BE49-F238E27FC236}">
                    <a16:creationId xmlns:a16="http://schemas.microsoft.com/office/drawing/2014/main" id="{9DBBC09F-ED77-43E3-BE7A-D5E31E45D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004"/>
                <a:ext cx="57" cy="42"/>
              </a:xfrm>
              <a:custGeom>
                <a:avLst/>
                <a:gdLst>
                  <a:gd name="T0" fmla="*/ 9 w 52"/>
                  <a:gd name="T1" fmla="*/ 0 h 38"/>
                  <a:gd name="T2" fmla="*/ 54 w 52"/>
                  <a:gd name="T3" fmla="*/ 36 h 38"/>
                  <a:gd name="T4" fmla="*/ 0 w 5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38">
                    <a:moveTo>
                      <a:pt x="6" y="0"/>
                    </a:moveTo>
                    <a:cubicBezTo>
                      <a:pt x="11" y="4"/>
                      <a:pt x="52" y="17"/>
                      <a:pt x="41" y="27"/>
                    </a:cubicBezTo>
                    <a:cubicBezTo>
                      <a:pt x="28" y="38"/>
                      <a:pt x="9" y="7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2" name="Freeform 1143">
                <a:extLst>
                  <a:ext uri="{FF2B5EF4-FFF2-40B4-BE49-F238E27FC236}">
                    <a16:creationId xmlns:a16="http://schemas.microsoft.com/office/drawing/2014/main" id="{FF746C9D-74E4-47CA-A8D7-4EA741F2B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216"/>
                <a:ext cx="60" cy="30"/>
              </a:xfrm>
              <a:custGeom>
                <a:avLst/>
                <a:gdLst>
                  <a:gd name="T0" fmla="*/ 12 w 54"/>
                  <a:gd name="T1" fmla="*/ 0 h 27"/>
                  <a:gd name="T2" fmla="*/ 74 w 54"/>
                  <a:gd name="T3" fmla="*/ 24 h 27"/>
                  <a:gd name="T4" fmla="*/ 0 w 54"/>
                  <a:gd name="T5" fmla="*/ 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7">
                    <a:moveTo>
                      <a:pt x="9" y="0"/>
                    </a:moveTo>
                    <a:cubicBezTo>
                      <a:pt x="15" y="13"/>
                      <a:pt x="43" y="4"/>
                      <a:pt x="54" y="18"/>
                    </a:cubicBezTo>
                    <a:cubicBezTo>
                      <a:pt x="35" y="26"/>
                      <a:pt x="10" y="27"/>
                      <a:pt x="0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3" name="Freeform 1144">
                <a:extLst>
                  <a:ext uri="{FF2B5EF4-FFF2-40B4-BE49-F238E27FC236}">
                    <a16:creationId xmlns:a16="http://schemas.microsoft.com/office/drawing/2014/main" id="{48310F1D-1E92-4129-A18C-211671A46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021"/>
                <a:ext cx="34" cy="21"/>
              </a:xfrm>
              <a:custGeom>
                <a:avLst/>
                <a:gdLst>
                  <a:gd name="T0" fmla="*/ 13 w 31"/>
                  <a:gd name="T1" fmla="*/ 0 h 19"/>
                  <a:gd name="T2" fmla="*/ 41 w 31"/>
                  <a:gd name="T3" fmla="*/ 24 h 19"/>
                  <a:gd name="T4" fmla="*/ 0 w 3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9">
                    <a:moveTo>
                      <a:pt x="10" y="0"/>
                    </a:moveTo>
                    <a:cubicBezTo>
                      <a:pt x="4" y="0"/>
                      <a:pt x="25" y="9"/>
                      <a:pt x="31" y="18"/>
                    </a:cubicBezTo>
                    <a:cubicBezTo>
                      <a:pt x="17" y="19"/>
                      <a:pt x="5" y="12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4" name="Freeform 1145">
                <a:extLst>
                  <a:ext uri="{FF2B5EF4-FFF2-40B4-BE49-F238E27FC236}">
                    <a16:creationId xmlns:a16="http://schemas.microsoft.com/office/drawing/2014/main" id="{1E4CA147-CCF7-482B-A195-5528A5E8A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977"/>
                <a:ext cx="66" cy="40"/>
              </a:xfrm>
              <a:custGeom>
                <a:avLst/>
                <a:gdLst>
                  <a:gd name="T0" fmla="*/ 4 w 60"/>
                  <a:gd name="T1" fmla="*/ 0 h 37"/>
                  <a:gd name="T2" fmla="*/ 39 w 60"/>
                  <a:gd name="T3" fmla="*/ 38 h 37"/>
                  <a:gd name="T4" fmla="*/ 80 w 60"/>
                  <a:gd name="T5" fmla="*/ 44 h 37"/>
                  <a:gd name="T6" fmla="*/ 61 w 60"/>
                  <a:gd name="T7" fmla="*/ 34 h 37"/>
                  <a:gd name="T8" fmla="*/ 31 w 60"/>
                  <a:gd name="T9" fmla="*/ 14 h 37"/>
                  <a:gd name="T10" fmla="*/ 1 w 60"/>
                  <a:gd name="T11" fmla="*/ 3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7">
                    <a:moveTo>
                      <a:pt x="4" y="0"/>
                    </a:moveTo>
                    <a:cubicBezTo>
                      <a:pt x="0" y="8"/>
                      <a:pt x="22" y="26"/>
                      <a:pt x="29" y="30"/>
                    </a:cubicBezTo>
                    <a:cubicBezTo>
                      <a:pt x="36" y="34"/>
                      <a:pt x="52" y="37"/>
                      <a:pt x="60" y="35"/>
                    </a:cubicBezTo>
                    <a:cubicBezTo>
                      <a:pt x="57" y="31"/>
                      <a:pt x="50" y="30"/>
                      <a:pt x="45" y="27"/>
                    </a:cubicBezTo>
                    <a:cubicBezTo>
                      <a:pt x="37" y="22"/>
                      <a:pt x="31" y="15"/>
                      <a:pt x="23" y="11"/>
                    </a:cubicBezTo>
                    <a:cubicBezTo>
                      <a:pt x="15" y="6"/>
                      <a:pt x="9" y="6"/>
                      <a:pt x="1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5" name="Freeform 1146">
                <a:extLst>
                  <a:ext uri="{FF2B5EF4-FFF2-40B4-BE49-F238E27FC236}">
                    <a16:creationId xmlns:a16="http://schemas.microsoft.com/office/drawing/2014/main" id="{4B1D0DA9-3EA6-4F42-8C39-1D0EA7859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034"/>
                <a:ext cx="40" cy="39"/>
              </a:xfrm>
              <a:custGeom>
                <a:avLst/>
                <a:gdLst>
                  <a:gd name="T0" fmla="*/ 4 w 36"/>
                  <a:gd name="T1" fmla="*/ 3 h 35"/>
                  <a:gd name="T2" fmla="*/ 23 w 36"/>
                  <a:gd name="T3" fmla="*/ 16 h 35"/>
                  <a:gd name="T4" fmla="*/ 49 w 36"/>
                  <a:gd name="T5" fmla="*/ 46 h 35"/>
                  <a:gd name="T6" fmla="*/ 47 w 36"/>
                  <a:gd name="T7" fmla="*/ 48 h 35"/>
                  <a:gd name="T8" fmla="*/ 0 w 36"/>
                  <a:gd name="T9" fmla="*/ 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4" y="3"/>
                    </a:moveTo>
                    <a:cubicBezTo>
                      <a:pt x="1" y="0"/>
                      <a:pt x="14" y="10"/>
                      <a:pt x="17" y="12"/>
                    </a:cubicBezTo>
                    <a:cubicBezTo>
                      <a:pt x="23" y="18"/>
                      <a:pt x="33" y="24"/>
                      <a:pt x="36" y="33"/>
                    </a:cubicBezTo>
                    <a:cubicBezTo>
                      <a:pt x="35" y="34"/>
                      <a:pt x="35" y="34"/>
                      <a:pt x="34" y="35"/>
                    </a:cubicBezTo>
                    <a:cubicBezTo>
                      <a:pt x="19" y="30"/>
                      <a:pt x="6" y="20"/>
                      <a:pt x="0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6" name="Freeform 1147">
                <a:extLst>
                  <a:ext uri="{FF2B5EF4-FFF2-40B4-BE49-F238E27FC236}">
                    <a16:creationId xmlns:a16="http://schemas.microsoft.com/office/drawing/2014/main" id="{B83743EB-43BA-4434-9F59-4452D3692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195"/>
                <a:ext cx="40" cy="25"/>
              </a:xfrm>
              <a:custGeom>
                <a:avLst/>
                <a:gdLst>
                  <a:gd name="T0" fmla="*/ 1 w 36"/>
                  <a:gd name="T1" fmla="*/ 10 h 22"/>
                  <a:gd name="T2" fmla="*/ 49 w 36"/>
                  <a:gd name="T3" fmla="*/ 10 h 22"/>
                  <a:gd name="T4" fmla="*/ 0 w 36"/>
                  <a:gd name="T5" fmla="*/ 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2">
                    <a:moveTo>
                      <a:pt x="1" y="7"/>
                    </a:moveTo>
                    <a:cubicBezTo>
                      <a:pt x="8" y="13"/>
                      <a:pt x="35" y="22"/>
                      <a:pt x="36" y="7"/>
                    </a:cubicBezTo>
                    <a:cubicBezTo>
                      <a:pt x="25" y="0"/>
                      <a:pt x="11" y="10"/>
                      <a:pt x="0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7" name="Freeform 1148">
                <a:extLst>
                  <a:ext uri="{FF2B5EF4-FFF2-40B4-BE49-F238E27FC236}">
                    <a16:creationId xmlns:a16="http://schemas.microsoft.com/office/drawing/2014/main" id="{2B69E1C2-7FD7-4E8E-BCC9-6F5D8ED66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163"/>
                <a:ext cx="46" cy="16"/>
              </a:xfrm>
              <a:custGeom>
                <a:avLst/>
                <a:gdLst>
                  <a:gd name="T0" fmla="*/ 4 w 42"/>
                  <a:gd name="T1" fmla="*/ 9 h 14"/>
                  <a:gd name="T2" fmla="*/ 9 w 42"/>
                  <a:gd name="T3" fmla="*/ 9 h 14"/>
                  <a:gd name="T4" fmla="*/ 33 w 42"/>
                  <a:gd name="T5" fmla="*/ 17 h 14"/>
                  <a:gd name="T6" fmla="*/ 55 w 42"/>
                  <a:gd name="T7" fmla="*/ 18 h 14"/>
                  <a:gd name="T8" fmla="*/ 1 w 42"/>
                  <a:gd name="T9" fmla="*/ 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4">
                    <a:moveTo>
                      <a:pt x="4" y="6"/>
                    </a:moveTo>
                    <a:cubicBezTo>
                      <a:pt x="0" y="6"/>
                      <a:pt x="5" y="6"/>
                      <a:pt x="6" y="6"/>
                    </a:cubicBezTo>
                    <a:cubicBezTo>
                      <a:pt x="12" y="8"/>
                      <a:pt x="18" y="10"/>
                      <a:pt x="25" y="11"/>
                    </a:cubicBezTo>
                    <a:cubicBezTo>
                      <a:pt x="31" y="12"/>
                      <a:pt x="37" y="14"/>
                      <a:pt x="42" y="12"/>
                    </a:cubicBezTo>
                    <a:cubicBezTo>
                      <a:pt x="41" y="0"/>
                      <a:pt x="11" y="5"/>
                      <a:pt x="1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8" name="Freeform 1149">
                <a:extLst>
                  <a:ext uri="{FF2B5EF4-FFF2-40B4-BE49-F238E27FC236}">
                    <a16:creationId xmlns:a16="http://schemas.microsoft.com/office/drawing/2014/main" id="{9B6BC60E-BA5B-4A3B-BF31-D052544A1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60"/>
                <a:ext cx="57" cy="52"/>
              </a:xfrm>
              <a:custGeom>
                <a:avLst/>
                <a:gdLst>
                  <a:gd name="T0" fmla="*/ 1 w 52"/>
                  <a:gd name="T1" fmla="*/ 4 h 47"/>
                  <a:gd name="T2" fmla="*/ 68 w 52"/>
                  <a:gd name="T3" fmla="*/ 64 h 47"/>
                  <a:gd name="T4" fmla="*/ 26 w 52"/>
                  <a:gd name="T5" fmla="*/ 13 h 47"/>
                  <a:gd name="T6" fmla="*/ 1 w 52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7">
                    <a:moveTo>
                      <a:pt x="1" y="4"/>
                    </a:moveTo>
                    <a:cubicBezTo>
                      <a:pt x="0" y="18"/>
                      <a:pt x="37" y="44"/>
                      <a:pt x="52" y="47"/>
                    </a:cubicBezTo>
                    <a:cubicBezTo>
                      <a:pt x="40" y="34"/>
                      <a:pt x="36" y="20"/>
                      <a:pt x="20" y="10"/>
                    </a:cubicBezTo>
                    <a:cubicBezTo>
                      <a:pt x="15" y="7"/>
                      <a:pt x="3" y="3"/>
                      <a:pt x="1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9" name="Freeform 1150">
                <a:extLst>
                  <a:ext uri="{FF2B5EF4-FFF2-40B4-BE49-F238E27FC236}">
                    <a16:creationId xmlns:a16="http://schemas.microsoft.com/office/drawing/2014/main" id="{C039557C-EB21-496B-9CC5-E97F1637A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936"/>
                <a:ext cx="31" cy="62"/>
              </a:xfrm>
              <a:custGeom>
                <a:avLst/>
                <a:gdLst>
                  <a:gd name="T0" fmla="*/ 1 w 28"/>
                  <a:gd name="T1" fmla="*/ 2 h 56"/>
                  <a:gd name="T2" fmla="*/ 0 w 28"/>
                  <a:gd name="T3" fmla="*/ 0 h 56"/>
                  <a:gd name="T4" fmla="*/ 30 w 28"/>
                  <a:gd name="T5" fmla="*/ 76 h 56"/>
                  <a:gd name="T6" fmla="*/ 8 w 28"/>
                  <a:gd name="T7" fmla="*/ 3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6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8"/>
                      <a:pt x="12" y="40"/>
                      <a:pt x="22" y="56"/>
                    </a:cubicBezTo>
                    <a:cubicBezTo>
                      <a:pt x="28" y="40"/>
                      <a:pt x="15" y="15"/>
                      <a:pt x="5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0" name="Freeform 1151">
                <a:extLst>
                  <a:ext uri="{FF2B5EF4-FFF2-40B4-BE49-F238E27FC236}">
                    <a16:creationId xmlns:a16="http://schemas.microsoft.com/office/drawing/2014/main" id="{6223D1FC-FFD1-4157-8A41-6CEB5D943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926"/>
                <a:ext cx="30" cy="58"/>
              </a:xfrm>
              <a:custGeom>
                <a:avLst/>
                <a:gdLst>
                  <a:gd name="T0" fmla="*/ 0 w 27"/>
                  <a:gd name="T1" fmla="*/ 0 h 53"/>
                  <a:gd name="T2" fmla="*/ 18 w 27"/>
                  <a:gd name="T3" fmla="*/ 69 h 53"/>
                  <a:gd name="T4" fmla="*/ 0 w 27"/>
                  <a:gd name="T5" fmla="*/ 1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53">
                    <a:moveTo>
                      <a:pt x="0" y="0"/>
                    </a:moveTo>
                    <a:cubicBezTo>
                      <a:pt x="1" y="18"/>
                      <a:pt x="6" y="37"/>
                      <a:pt x="13" y="53"/>
                    </a:cubicBezTo>
                    <a:cubicBezTo>
                      <a:pt x="27" y="36"/>
                      <a:pt x="2" y="14"/>
                      <a:pt x="0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1" name="Freeform 1152">
                <a:extLst>
                  <a:ext uri="{FF2B5EF4-FFF2-40B4-BE49-F238E27FC236}">
                    <a16:creationId xmlns:a16="http://schemas.microsoft.com/office/drawing/2014/main" id="{0653CD31-3510-4ADF-B937-BD1350E33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907"/>
                <a:ext cx="29" cy="53"/>
              </a:xfrm>
              <a:custGeom>
                <a:avLst/>
                <a:gdLst>
                  <a:gd name="T0" fmla="*/ 8 w 26"/>
                  <a:gd name="T1" fmla="*/ 0 h 48"/>
                  <a:gd name="T2" fmla="*/ 17 w 26"/>
                  <a:gd name="T3" fmla="*/ 65 h 48"/>
                  <a:gd name="T4" fmla="*/ 1 w 26"/>
                  <a:gd name="T5" fmla="*/ 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8">
                    <a:moveTo>
                      <a:pt x="5" y="0"/>
                    </a:moveTo>
                    <a:cubicBezTo>
                      <a:pt x="0" y="8"/>
                      <a:pt x="4" y="41"/>
                      <a:pt x="12" y="48"/>
                    </a:cubicBezTo>
                    <a:cubicBezTo>
                      <a:pt x="26" y="38"/>
                      <a:pt x="2" y="14"/>
                      <a:pt x="1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2" name="Freeform 1153">
                <a:extLst>
                  <a:ext uri="{FF2B5EF4-FFF2-40B4-BE49-F238E27FC236}">
                    <a16:creationId xmlns:a16="http://schemas.microsoft.com/office/drawing/2014/main" id="{86708AA2-7D0F-4AEA-9425-8884CCADB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064"/>
                <a:ext cx="29" cy="36"/>
              </a:xfrm>
              <a:custGeom>
                <a:avLst/>
                <a:gdLst>
                  <a:gd name="T0" fmla="*/ 3 w 26"/>
                  <a:gd name="T1" fmla="*/ 1 h 33"/>
                  <a:gd name="T2" fmla="*/ 10 w 26"/>
                  <a:gd name="T3" fmla="*/ 4 h 33"/>
                  <a:gd name="T4" fmla="*/ 26 w 26"/>
                  <a:gd name="T5" fmla="*/ 21 h 33"/>
                  <a:gd name="T6" fmla="*/ 35 w 26"/>
                  <a:gd name="T7" fmla="*/ 43 h 33"/>
                  <a:gd name="T8" fmla="*/ 0 w 2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3" y="1"/>
                    </a:moveTo>
                    <a:cubicBezTo>
                      <a:pt x="0" y="2"/>
                      <a:pt x="4" y="2"/>
                      <a:pt x="7" y="4"/>
                    </a:cubicBezTo>
                    <a:cubicBezTo>
                      <a:pt x="11" y="8"/>
                      <a:pt x="16" y="11"/>
                      <a:pt x="19" y="16"/>
                    </a:cubicBezTo>
                    <a:cubicBezTo>
                      <a:pt x="23" y="21"/>
                      <a:pt x="26" y="26"/>
                      <a:pt x="25" y="33"/>
                    </a:cubicBezTo>
                    <a:cubicBezTo>
                      <a:pt x="10" y="32"/>
                      <a:pt x="7" y="9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3" name="Freeform 1154">
                <a:extLst>
                  <a:ext uri="{FF2B5EF4-FFF2-40B4-BE49-F238E27FC236}">
                    <a16:creationId xmlns:a16="http://schemas.microsoft.com/office/drawing/2014/main" id="{82C59178-B4E8-4583-A980-39E1A1FA9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097"/>
                <a:ext cx="32" cy="26"/>
              </a:xfrm>
              <a:custGeom>
                <a:avLst/>
                <a:gdLst>
                  <a:gd name="T0" fmla="*/ 1 w 29"/>
                  <a:gd name="T1" fmla="*/ 0 h 24"/>
                  <a:gd name="T2" fmla="*/ 36 w 29"/>
                  <a:gd name="T3" fmla="*/ 30 h 24"/>
                  <a:gd name="T4" fmla="*/ 0 w 29"/>
                  <a:gd name="T5" fmla="*/ 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4">
                    <a:moveTo>
                      <a:pt x="1" y="0"/>
                    </a:moveTo>
                    <a:cubicBezTo>
                      <a:pt x="8" y="5"/>
                      <a:pt x="29" y="15"/>
                      <a:pt x="27" y="24"/>
                    </a:cubicBezTo>
                    <a:cubicBezTo>
                      <a:pt x="17" y="22"/>
                      <a:pt x="5" y="15"/>
                      <a:pt x="0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4" name="Freeform 1155">
                <a:extLst>
                  <a:ext uri="{FF2B5EF4-FFF2-40B4-BE49-F238E27FC236}">
                    <a16:creationId xmlns:a16="http://schemas.microsoft.com/office/drawing/2014/main" id="{9D69AF52-F596-40BD-819A-E1AC3BC41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130"/>
                <a:ext cx="49" cy="20"/>
              </a:xfrm>
              <a:custGeom>
                <a:avLst/>
                <a:gdLst>
                  <a:gd name="T0" fmla="*/ 2 w 44"/>
                  <a:gd name="T1" fmla="*/ 14 h 18"/>
                  <a:gd name="T2" fmla="*/ 36 w 44"/>
                  <a:gd name="T3" fmla="*/ 8 h 18"/>
                  <a:gd name="T4" fmla="*/ 0 w 44"/>
                  <a:gd name="T5" fmla="*/ 1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8">
                    <a:moveTo>
                      <a:pt x="2" y="11"/>
                    </a:moveTo>
                    <a:cubicBezTo>
                      <a:pt x="1" y="12"/>
                      <a:pt x="44" y="18"/>
                      <a:pt x="26" y="5"/>
                    </a:cubicBezTo>
                    <a:cubicBezTo>
                      <a:pt x="17" y="0"/>
                      <a:pt x="4" y="14"/>
                      <a:pt x="0" y="8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5" name="Freeform 1156">
                <a:extLst>
                  <a:ext uri="{FF2B5EF4-FFF2-40B4-BE49-F238E27FC236}">
                    <a16:creationId xmlns:a16="http://schemas.microsoft.com/office/drawing/2014/main" id="{28DD5A8F-8FB7-4DD8-B0C8-D084F3E4F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890"/>
                <a:ext cx="29" cy="57"/>
              </a:xfrm>
              <a:custGeom>
                <a:avLst/>
                <a:gdLst>
                  <a:gd name="T0" fmla="*/ 2 w 27"/>
                  <a:gd name="T1" fmla="*/ 8 h 51"/>
                  <a:gd name="T2" fmla="*/ 0 w 27"/>
                  <a:gd name="T3" fmla="*/ 0 h 51"/>
                  <a:gd name="T4" fmla="*/ 27 w 27"/>
                  <a:gd name="T5" fmla="*/ 47 h 51"/>
                  <a:gd name="T6" fmla="*/ 1 w 27"/>
                  <a:gd name="T7" fmla="*/ 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1">
                    <a:moveTo>
                      <a:pt x="2" y="5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4" y="6"/>
                      <a:pt x="15" y="51"/>
                      <a:pt x="21" y="34"/>
                    </a:cubicBezTo>
                    <a:cubicBezTo>
                      <a:pt x="27" y="19"/>
                      <a:pt x="5" y="15"/>
                      <a:pt x="1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6" name="Freeform 1157">
                <a:extLst>
                  <a:ext uri="{FF2B5EF4-FFF2-40B4-BE49-F238E27FC236}">
                    <a16:creationId xmlns:a16="http://schemas.microsoft.com/office/drawing/2014/main" id="{67EC8E37-142D-4D02-94BC-DEDD879AB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255"/>
                <a:ext cx="56" cy="19"/>
              </a:xfrm>
              <a:custGeom>
                <a:avLst/>
                <a:gdLst>
                  <a:gd name="T0" fmla="*/ 67 w 51"/>
                  <a:gd name="T1" fmla="*/ 11 h 17"/>
                  <a:gd name="T2" fmla="*/ 32 w 51"/>
                  <a:gd name="T3" fmla="*/ 10 h 17"/>
                  <a:gd name="T4" fmla="*/ 0 w 51"/>
                  <a:gd name="T5" fmla="*/ 13 h 17"/>
                  <a:gd name="T6" fmla="*/ 65 w 51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7">
                    <a:moveTo>
                      <a:pt x="51" y="8"/>
                    </a:moveTo>
                    <a:cubicBezTo>
                      <a:pt x="45" y="0"/>
                      <a:pt x="32" y="5"/>
                      <a:pt x="24" y="7"/>
                    </a:cubicBezTo>
                    <a:cubicBezTo>
                      <a:pt x="16" y="9"/>
                      <a:pt x="7" y="8"/>
                      <a:pt x="0" y="10"/>
                    </a:cubicBezTo>
                    <a:cubicBezTo>
                      <a:pt x="11" y="17"/>
                      <a:pt x="39" y="17"/>
                      <a:pt x="49" y="9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7" name="Freeform 1158">
                <a:extLst>
                  <a:ext uri="{FF2B5EF4-FFF2-40B4-BE49-F238E27FC236}">
                    <a16:creationId xmlns:a16="http://schemas.microsoft.com/office/drawing/2014/main" id="{1B82C810-B4DC-4540-A833-BF8EBD945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290"/>
                <a:ext cx="77" cy="20"/>
              </a:xfrm>
              <a:custGeom>
                <a:avLst/>
                <a:gdLst>
                  <a:gd name="T0" fmla="*/ 90 w 69"/>
                  <a:gd name="T1" fmla="*/ 2 h 18"/>
                  <a:gd name="T2" fmla="*/ 39 w 69"/>
                  <a:gd name="T3" fmla="*/ 8 h 18"/>
                  <a:gd name="T4" fmla="*/ 0 w 69"/>
                  <a:gd name="T5" fmla="*/ 21 h 18"/>
                  <a:gd name="T6" fmla="*/ 88 w 69"/>
                  <a:gd name="T7" fmla="*/ 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8">
                    <a:moveTo>
                      <a:pt x="65" y="2"/>
                    </a:moveTo>
                    <a:cubicBezTo>
                      <a:pt x="53" y="0"/>
                      <a:pt x="40" y="0"/>
                      <a:pt x="28" y="5"/>
                    </a:cubicBezTo>
                    <a:cubicBezTo>
                      <a:pt x="20" y="8"/>
                      <a:pt x="10" y="15"/>
                      <a:pt x="0" y="15"/>
                    </a:cubicBezTo>
                    <a:cubicBezTo>
                      <a:pt x="8" y="18"/>
                      <a:pt x="69" y="18"/>
                      <a:pt x="64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8" name="Freeform 1159">
                <a:extLst>
                  <a:ext uri="{FF2B5EF4-FFF2-40B4-BE49-F238E27FC236}">
                    <a16:creationId xmlns:a16="http://schemas.microsoft.com/office/drawing/2014/main" id="{50228173-507F-45BC-A066-B2295ADE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318"/>
                <a:ext cx="97" cy="32"/>
              </a:xfrm>
              <a:custGeom>
                <a:avLst/>
                <a:gdLst>
                  <a:gd name="T0" fmla="*/ 118 w 88"/>
                  <a:gd name="T1" fmla="*/ 11 h 29"/>
                  <a:gd name="T2" fmla="*/ 54 w 88"/>
                  <a:gd name="T3" fmla="*/ 24 h 29"/>
                  <a:gd name="T4" fmla="*/ 26 w 88"/>
                  <a:gd name="T5" fmla="*/ 34 h 29"/>
                  <a:gd name="T6" fmla="*/ 0 w 88"/>
                  <a:gd name="T7" fmla="*/ 38 h 29"/>
                  <a:gd name="T8" fmla="*/ 24 w 88"/>
                  <a:gd name="T9" fmla="*/ 39 h 29"/>
                  <a:gd name="T10" fmla="*/ 69 w 88"/>
                  <a:gd name="T11" fmla="*/ 32 h 29"/>
                  <a:gd name="T12" fmla="*/ 114 w 88"/>
                  <a:gd name="T13" fmla="*/ 1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29">
                    <a:moveTo>
                      <a:pt x="88" y="8"/>
                    </a:moveTo>
                    <a:cubicBezTo>
                      <a:pt x="74" y="0"/>
                      <a:pt x="53" y="14"/>
                      <a:pt x="40" y="18"/>
                    </a:cubicBezTo>
                    <a:cubicBezTo>
                      <a:pt x="34" y="21"/>
                      <a:pt x="27" y="24"/>
                      <a:pt x="20" y="25"/>
                    </a:cubicBezTo>
                    <a:cubicBezTo>
                      <a:pt x="14" y="27"/>
                      <a:pt x="6" y="25"/>
                      <a:pt x="0" y="28"/>
                    </a:cubicBezTo>
                    <a:cubicBezTo>
                      <a:pt x="6" y="27"/>
                      <a:pt x="12" y="28"/>
                      <a:pt x="18" y="29"/>
                    </a:cubicBezTo>
                    <a:cubicBezTo>
                      <a:pt x="30" y="29"/>
                      <a:pt x="41" y="28"/>
                      <a:pt x="52" y="24"/>
                    </a:cubicBezTo>
                    <a:cubicBezTo>
                      <a:pt x="63" y="20"/>
                      <a:pt x="72" y="11"/>
                      <a:pt x="84" y="1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9" name="Freeform 1160">
                <a:extLst>
                  <a:ext uri="{FF2B5EF4-FFF2-40B4-BE49-F238E27FC236}">
                    <a16:creationId xmlns:a16="http://schemas.microsoft.com/office/drawing/2014/main" id="{D77EBB2F-15D0-40B4-847F-6EE909B1B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874"/>
                <a:ext cx="19" cy="41"/>
              </a:xfrm>
              <a:custGeom>
                <a:avLst/>
                <a:gdLst>
                  <a:gd name="T0" fmla="*/ 21 w 17"/>
                  <a:gd name="T1" fmla="*/ 50 h 37"/>
                  <a:gd name="T2" fmla="*/ 2 w 17"/>
                  <a:gd name="T3" fmla="*/ 0 h 37"/>
                  <a:gd name="T4" fmla="*/ 22 w 17"/>
                  <a:gd name="T5" fmla="*/ 4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7">
                    <a:moveTo>
                      <a:pt x="15" y="37"/>
                    </a:moveTo>
                    <a:cubicBezTo>
                      <a:pt x="11" y="25"/>
                      <a:pt x="0" y="13"/>
                      <a:pt x="2" y="0"/>
                    </a:cubicBezTo>
                    <a:cubicBezTo>
                      <a:pt x="13" y="5"/>
                      <a:pt x="17" y="23"/>
                      <a:pt x="16" y="3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0" name="Freeform 1161">
                <a:extLst>
                  <a:ext uri="{FF2B5EF4-FFF2-40B4-BE49-F238E27FC236}">
                    <a16:creationId xmlns:a16="http://schemas.microsoft.com/office/drawing/2014/main" id="{A33BE882-FC1E-446E-91AD-368B63BCF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350"/>
                <a:ext cx="89" cy="33"/>
              </a:xfrm>
              <a:custGeom>
                <a:avLst/>
                <a:gdLst>
                  <a:gd name="T0" fmla="*/ 110 w 80"/>
                  <a:gd name="T1" fmla="*/ 0 h 30"/>
                  <a:gd name="T2" fmla="*/ 81 w 80"/>
                  <a:gd name="T3" fmla="*/ 10 h 30"/>
                  <a:gd name="T4" fmla="*/ 46 w 80"/>
                  <a:gd name="T5" fmla="*/ 22 h 30"/>
                  <a:gd name="T6" fmla="*/ 0 w 80"/>
                  <a:gd name="T7" fmla="*/ 29 h 30"/>
                  <a:gd name="T8" fmla="*/ 66 w 80"/>
                  <a:gd name="T9" fmla="*/ 29 h 30"/>
                  <a:gd name="T10" fmla="*/ 110 w 80"/>
                  <a:gd name="T11" fmla="*/ 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30">
                    <a:moveTo>
                      <a:pt x="80" y="0"/>
                    </a:moveTo>
                    <a:cubicBezTo>
                      <a:pt x="74" y="5"/>
                      <a:pt x="66" y="4"/>
                      <a:pt x="59" y="7"/>
                    </a:cubicBezTo>
                    <a:cubicBezTo>
                      <a:pt x="50" y="11"/>
                      <a:pt x="43" y="14"/>
                      <a:pt x="33" y="16"/>
                    </a:cubicBezTo>
                    <a:cubicBezTo>
                      <a:pt x="22" y="19"/>
                      <a:pt x="10" y="19"/>
                      <a:pt x="0" y="22"/>
                    </a:cubicBezTo>
                    <a:cubicBezTo>
                      <a:pt x="18" y="28"/>
                      <a:pt x="30" y="30"/>
                      <a:pt x="48" y="22"/>
                    </a:cubicBezTo>
                    <a:cubicBezTo>
                      <a:pt x="57" y="19"/>
                      <a:pt x="77" y="8"/>
                      <a:pt x="80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1" name="Freeform 1162">
                <a:extLst>
                  <a:ext uri="{FF2B5EF4-FFF2-40B4-BE49-F238E27FC236}">
                    <a16:creationId xmlns:a16="http://schemas.microsoft.com/office/drawing/2014/main" id="{6C9E1F6C-8E01-4FA9-BE33-27CBB4707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385"/>
                <a:ext cx="65" cy="26"/>
              </a:xfrm>
              <a:custGeom>
                <a:avLst/>
                <a:gdLst>
                  <a:gd name="T0" fmla="*/ 79 w 59"/>
                  <a:gd name="T1" fmla="*/ 0 h 23"/>
                  <a:gd name="T2" fmla="*/ 0 w 59"/>
                  <a:gd name="T3" fmla="*/ 33 h 23"/>
                  <a:gd name="T4" fmla="*/ 75 w 59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3">
                    <a:moveTo>
                      <a:pt x="59" y="0"/>
                    </a:moveTo>
                    <a:cubicBezTo>
                      <a:pt x="40" y="5"/>
                      <a:pt x="16" y="11"/>
                      <a:pt x="0" y="23"/>
                    </a:cubicBezTo>
                    <a:cubicBezTo>
                      <a:pt x="21" y="23"/>
                      <a:pt x="38" y="9"/>
                      <a:pt x="56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2" name="Freeform 1163">
                <a:extLst>
                  <a:ext uri="{FF2B5EF4-FFF2-40B4-BE49-F238E27FC236}">
                    <a16:creationId xmlns:a16="http://schemas.microsoft.com/office/drawing/2014/main" id="{CF7CA96C-EA80-44CA-98E6-5424C63A2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1868"/>
                <a:ext cx="22" cy="41"/>
              </a:xfrm>
              <a:custGeom>
                <a:avLst/>
                <a:gdLst>
                  <a:gd name="T0" fmla="*/ 1 w 20"/>
                  <a:gd name="T1" fmla="*/ 1 h 37"/>
                  <a:gd name="T2" fmla="*/ 15 w 20"/>
                  <a:gd name="T3" fmla="*/ 50 h 37"/>
                  <a:gd name="T4" fmla="*/ 1 w 2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7">
                    <a:moveTo>
                      <a:pt x="1" y="1"/>
                    </a:moveTo>
                    <a:cubicBezTo>
                      <a:pt x="0" y="12"/>
                      <a:pt x="3" y="30"/>
                      <a:pt x="12" y="37"/>
                    </a:cubicBezTo>
                    <a:cubicBezTo>
                      <a:pt x="20" y="26"/>
                      <a:pt x="3" y="12"/>
                      <a:pt x="1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3" name="Freeform 1164">
                <a:extLst>
                  <a:ext uri="{FF2B5EF4-FFF2-40B4-BE49-F238E27FC236}">
                    <a16:creationId xmlns:a16="http://schemas.microsoft.com/office/drawing/2014/main" id="{39B4C838-4F07-4E4B-A082-0EA9DECAC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861"/>
                <a:ext cx="13" cy="38"/>
              </a:xfrm>
              <a:custGeom>
                <a:avLst/>
                <a:gdLst>
                  <a:gd name="T0" fmla="*/ 0 w 12"/>
                  <a:gd name="T1" fmla="*/ 4 h 35"/>
                  <a:gd name="T2" fmla="*/ 0 w 12"/>
                  <a:gd name="T3" fmla="*/ 1 h 35"/>
                  <a:gd name="T4" fmla="*/ 13 w 12"/>
                  <a:gd name="T5" fmla="*/ 45 h 35"/>
                  <a:gd name="T6" fmla="*/ 0 w 12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5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1"/>
                      <a:pt x="1" y="30"/>
                      <a:pt x="10" y="35"/>
                    </a:cubicBezTo>
                    <a:cubicBezTo>
                      <a:pt x="12" y="24"/>
                      <a:pt x="6" y="8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4" name="Freeform 1165">
                <a:extLst>
                  <a:ext uri="{FF2B5EF4-FFF2-40B4-BE49-F238E27FC236}">
                    <a16:creationId xmlns:a16="http://schemas.microsoft.com/office/drawing/2014/main" id="{DB731E4E-0B13-49BE-B601-D6AE9F2D4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852"/>
                <a:ext cx="18" cy="44"/>
              </a:xfrm>
              <a:custGeom>
                <a:avLst/>
                <a:gdLst>
                  <a:gd name="T0" fmla="*/ 1 w 16"/>
                  <a:gd name="T1" fmla="*/ 2 h 40"/>
                  <a:gd name="T2" fmla="*/ 18 w 16"/>
                  <a:gd name="T3" fmla="*/ 53 h 40"/>
                  <a:gd name="T4" fmla="*/ 0 w 16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0">
                    <a:moveTo>
                      <a:pt x="1" y="2"/>
                    </a:moveTo>
                    <a:cubicBezTo>
                      <a:pt x="2" y="12"/>
                      <a:pt x="2" y="33"/>
                      <a:pt x="12" y="40"/>
                    </a:cubicBezTo>
                    <a:cubicBezTo>
                      <a:pt x="16" y="28"/>
                      <a:pt x="4" y="11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5" name="Freeform 1166">
                <a:extLst>
                  <a:ext uri="{FF2B5EF4-FFF2-40B4-BE49-F238E27FC236}">
                    <a16:creationId xmlns:a16="http://schemas.microsoft.com/office/drawing/2014/main" id="{450B7FC5-2DFF-4CE3-95F5-21FC3E4E5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843"/>
                <a:ext cx="29" cy="43"/>
              </a:xfrm>
              <a:custGeom>
                <a:avLst/>
                <a:gdLst>
                  <a:gd name="T0" fmla="*/ 8 w 26"/>
                  <a:gd name="T1" fmla="*/ 8 h 39"/>
                  <a:gd name="T2" fmla="*/ 19 w 26"/>
                  <a:gd name="T3" fmla="*/ 52 h 39"/>
                  <a:gd name="T4" fmla="*/ 0 w 26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9">
                    <a:moveTo>
                      <a:pt x="5" y="5"/>
                    </a:moveTo>
                    <a:cubicBezTo>
                      <a:pt x="5" y="11"/>
                      <a:pt x="5" y="32"/>
                      <a:pt x="13" y="39"/>
                    </a:cubicBezTo>
                    <a:cubicBezTo>
                      <a:pt x="26" y="28"/>
                      <a:pt x="2" y="12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6" name="Freeform 1167">
                <a:extLst>
                  <a:ext uri="{FF2B5EF4-FFF2-40B4-BE49-F238E27FC236}">
                    <a16:creationId xmlns:a16="http://schemas.microsoft.com/office/drawing/2014/main" id="{86CDF0C0-196D-4FA3-AD63-E8FCDA751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829"/>
                <a:ext cx="19" cy="45"/>
              </a:xfrm>
              <a:custGeom>
                <a:avLst/>
                <a:gdLst>
                  <a:gd name="T0" fmla="*/ 3 w 18"/>
                  <a:gd name="T1" fmla="*/ 0 h 41"/>
                  <a:gd name="T2" fmla="*/ 8 w 18"/>
                  <a:gd name="T3" fmla="*/ 54 h 41"/>
                  <a:gd name="T4" fmla="*/ 2 w 18"/>
                  <a:gd name="T5" fmla="*/ 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1">
                    <a:moveTo>
                      <a:pt x="3" y="0"/>
                    </a:moveTo>
                    <a:cubicBezTo>
                      <a:pt x="3" y="13"/>
                      <a:pt x="0" y="31"/>
                      <a:pt x="8" y="41"/>
                    </a:cubicBezTo>
                    <a:cubicBezTo>
                      <a:pt x="18" y="31"/>
                      <a:pt x="5" y="13"/>
                      <a:pt x="2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7" name="Freeform 1168">
                <a:extLst>
                  <a:ext uri="{FF2B5EF4-FFF2-40B4-BE49-F238E27FC236}">
                    <a16:creationId xmlns:a16="http://schemas.microsoft.com/office/drawing/2014/main" id="{74D60CB5-8514-4938-823D-980DD1A23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816"/>
                <a:ext cx="18" cy="46"/>
              </a:xfrm>
              <a:custGeom>
                <a:avLst/>
                <a:gdLst>
                  <a:gd name="T0" fmla="*/ 7 w 16"/>
                  <a:gd name="T1" fmla="*/ 9 h 41"/>
                  <a:gd name="T2" fmla="*/ 20 w 16"/>
                  <a:gd name="T3" fmla="*/ 58 h 41"/>
                  <a:gd name="T4" fmla="*/ 7 w 16"/>
                  <a:gd name="T5" fmla="*/ 2 h 41"/>
                  <a:gd name="T6" fmla="*/ 3 w 16"/>
                  <a:gd name="T7" fmla="*/ 2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1">
                    <a:moveTo>
                      <a:pt x="4" y="6"/>
                    </a:moveTo>
                    <a:cubicBezTo>
                      <a:pt x="0" y="11"/>
                      <a:pt x="7" y="36"/>
                      <a:pt x="14" y="41"/>
                    </a:cubicBezTo>
                    <a:cubicBezTo>
                      <a:pt x="16" y="28"/>
                      <a:pt x="7" y="14"/>
                      <a:pt x="4" y="2"/>
                    </a:cubicBezTo>
                    <a:cubicBezTo>
                      <a:pt x="3" y="0"/>
                      <a:pt x="4" y="2"/>
                      <a:pt x="3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8" name="Freeform 1169">
                <a:extLst>
                  <a:ext uri="{FF2B5EF4-FFF2-40B4-BE49-F238E27FC236}">
                    <a16:creationId xmlns:a16="http://schemas.microsoft.com/office/drawing/2014/main" id="{6843ED6E-55F4-426D-A068-D04A3D674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811"/>
                <a:ext cx="18" cy="39"/>
              </a:xfrm>
              <a:custGeom>
                <a:avLst/>
                <a:gdLst>
                  <a:gd name="T0" fmla="*/ 0 w 16"/>
                  <a:gd name="T1" fmla="*/ 4 h 35"/>
                  <a:gd name="T2" fmla="*/ 1 w 16"/>
                  <a:gd name="T3" fmla="*/ 22 h 35"/>
                  <a:gd name="T4" fmla="*/ 14 w 16"/>
                  <a:gd name="T5" fmla="*/ 48 h 35"/>
                  <a:gd name="T6" fmla="*/ 1 w 16"/>
                  <a:gd name="T7" fmla="*/ 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5">
                    <a:moveTo>
                      <a:pt x="0" y="4"/>
                    </a:moveTo>
                    <a:cubicBezTo>
                      <a:pt x="0" y="0"/>
                      <a:pt x="1" y="15"/>
                      <a:pt x="1" y="16"/>
                    </a:cubicBezTo>
                    <a:cubicBezTo>
                      <a:pt x="2" y="22"/>
                      <a:pt x="4" y="33"/>
                      <a:pt x="10" y="35"/>
                    </a:cubicBezTo>
                    <a:cubicBezTo>
                      <a:pt x="16" y="26"/>
                      <a:pt x="5" y="12"/>
                      <a:pt x="1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9" name="Freeform 1170">
                <a:extLst>
                  <a:ext uri="{FF2B5EF4-FFF2-40B4-BE49-F238E27FC236}">
                    <a16:creationId xmlns:a16="http://schemas.microsoft.com/office/drawing/2014/main" id="{59DF51DE-7945-4EEF-B952-661DE2FF0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804"/>
                <a:ext cx="21" cy="41"/>
              </a:xfrm>
              <a:custGeom>
                <a:avLst/>
                <a:gdLst>
                  <a:gd name="T0" fmla="*/ 15 w 19"/>
                  <a:gd name="T1" fmla="*/ 3 h 37"/>
                  <a:gd name="T2" fmla="*/ 11 w 19"/>
                  <a:gd name="T3" fmla="*/ 0 h 37"/>
                  <a:gd name="T4" fmla="*/ 22 w 19"/>
                  <a:gd name="T5" fmla="*/ 50 h 37"/>
                  <a:gd name="T6" fmla="*/ 10 w 19"/>
                  <a:gd name="T7" fmla="*/ 2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7">
                    <a:moveTo>
                      <a:pt x="12" y="3"/>
                    </a:moveTo>
                    <a:cubicBezTo>
                      <a:pt x="11" y="2"/>
                      <a:pt x="9" y="1"/>
                      <a:pt x="8" y="0"/>
                    </a:cubicBezTo>
                    <a:cubicBezTo>
                      <a:pt x="8" y="9"/>
                      <a:pt x="0" y="37"/>
                      <a:pt x="16" y="37"/>
                    </a:cubicBezTo>
                    <a:cubicBezTo>
                      <a:pt x="19" y="27"/>
                      <a:pt x="3" y="6"/>
                      <a:pt x="7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0" name="Freeform 1171">
                <a:extLst>
                  <a:ext uri="{FF2B5EF4-FFF2-40B4-BE49-F238E27FC236}">
                    <a16:creationId xmlns:a16="http://schemas.microsoft.com/office/drawing/2014/main" id="{76EAF5BA-E5D8-4460-8332-0B9C1E85D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797"/>
                <a:ext cx="18" cy="44"/>
              </a:xfrm>
              <a:custGeom>
                <a:avLst/>
                <a:gdLst>
                  <a:gd name="T0" fmla="*/ 3 w 16"/>
                  <a:gd name="T1" fmla="*/ 12 h 40"/>
                  <a:gd name="T2" fmla="*/ 0 w 16"/>
                  <a:gd name="T3" fmla="*/ 0 h 40"/>
                  <a:gd name="T4" fmla="*/ 11 w 16"/>
                  <a:gd name="T5" fmla="*/ 43 h 40"/>
                  <a:gd name="T6" fmla="*/ 0 w 16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3" y="9"/>
                    </a:moveTo>
                    <a:cubicBezTo>
                      <a:pt x="2" y="5"/>
                      <a:pt x="1" y="3"/>
                      <a:pt x="0" y="0"/>
                    </a:cubicBezTo>
                    <a:cubicBezTo>
                      <a:pt x="1" y="5"/>
                      <a:pt x="1" y="40"/>
                      <a:pt x="8" y="32"/>
                    </a:cubicBezTo>
                    <a:cubicBezTo>
                      <a:pt x="16" y="24"/>
                      <a:pt x="2" y="7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1" name="Freeform 1172">
                <a:extLst>
                  <a:ext uri="{FF2B5EF4-FFF2-40B4-BE49-F238E27FC236}">
                    <a16:creationId xmlns:a16="http://schemas.microsoft.com/office/drawing/2014/main" id="{374045CD-154E-4ED1-B4FF-3D99CC66A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793"/>
                <a:ext cx="22" cy="47"/>
              </a:xfrm>
              <a:custGeom>
                <a:avLst/>
                <a:gdLst>
                  <a:gd name="T0" fmla="*/ 11 w 20"/>
                  <a:gd name="T1" fmla="*/ 0 h 42"/>
                  <a:gd name="T2" fmla="*/ 14 w 20"/>
                  <a:gd name="T3" fmla="*/ 55 h 42"/>
                  <a:gd name="T4" fmla="*/ 10 w 20"/>
                  <a:gd name="T5" fmla="*/ 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2">
                    <a:moveTo>
                      <a:pt x="8" y="0"/>
                    </a:moveTo>
                    <a:cubicBezTo>
                      <a:pt x="6" y="5"/>
                      <a:pt x="0" y="42"/>
                      <a:pt x="11" y="39"/>
                    </a:cubicBezTo>
                    <a:cubicBezTo>
                      <a:pt x="20" y="38"/>
                      <a:pt x="7" y="5"/>
                      <a:pt x="7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2" name="Freeform 1173">
                <a:extLst>
                  <a:ext uri="{FF2B5EF4-FFF2-40B4-BE49-F238E27FC236}">
                    <a16:creationId xmlns:a16="http://schemas.microsoft.com/office/drawing/2014/main" id="{4CD5D52F-2DF1-468A-A2A8-7FE5F56E8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792"/>
                <a:ext cx="27" cy="44"/>
              </a:xfrm>
              <a:custGeom>
                <a:avLst/>
                <a:gdLst>
                  <a:gd name="T0" fmla="*/ 10 w 24"/>
                  <a:gd name="T1" fmla="*/ 1 h 40"/>
                  <a:gd name="T2" fmla="*/ 19 w 24"/>
                  <a:gd name="T3" fmla="*/ 44 h 40"/>
                  <a:gd name="T4" fmla="*/ 11 w 24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0">
                    <a:moveTo>
                      <a:pt x="7" y="1"/>
                    </a:moveTo>
                    <a:cubicBezTo>
                      <a:pt x="7" y="0"/>
                      <a:pt x="0" y="40"/>
                      <a:pt x="13" y="33"/>
                    </a:cubicBezTo>
                    <a:cubicBezTo>
                      <a:pt x="24" y="27"/>
                      <a:pt x="9" y="6"/>
                      <a:pt x="8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3" name="Freeform 1174">
                <a:extLst>
                  <a:ext uri="{FF2B5EF4-FFF2-40B4-BE49-F238E27FC236}">
                    <a16:creationId xmlns:a16="http://schemas.microsoft.com/office/drawing/2014/main" id="{415DD3B0-215A-4F99-9AD1-F46546371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777"/>
                <a:ext cx="20" cy="59"/>
              </a:xfrm>
              <a:custGeom>
                <a:avLst/>
                <a:gdLst>
                  <a:gd name="T0" fmla="*/ 2 w 18"/>
                  <a:gd name="T1" fmla="*/ 0 h 54"/>
                  <a:gd name="T2" fmla="*/ 11 w 18"/>
                  <a:gd name="T3" fmla="*/ 70 h 54"/>
                  <a:gd name="T4" fmla="*/ 8 w 18"/>
                  <a:gd name="T5" fmla="*/ 1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4">
                    <a:moveTo>
                      <a:pt x="2" y="0"/>
                    </a:moveTo>
                    <a:cubicBezTo>
                      <a:pt x="2" y="18"/>
                      <a:pt x="0" y="37"/>
                      <a:pt x="8" y="54"/>
                    </a:cubicBezTo>
                    <a:cubicBezTo>
                      <a:pt x="18" y="45"/>
                      <a:pt x="7" y="19"/>
                      <a:pt x="5" y="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4" name="Freeform 1175">
                <a:extLst>
                  <a:ext uri="{FF2B5EF4-FFF2-40B4-BE49-F238E27FC236}">
                    <a16:creationId xmlns:a16="http://schemas.microsoft.com/office/drawing/2014/main" id="{9A040A1F-6122-4ABB-A8C2-918C98C99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774"/>
                <a:ext cx="21" cy="52"/>
              </a:xfrm>
              <a:custGeom>
                <a:avLst/>
                <a:gdLst>
                  <a:gd name="T0" fmla="*/ 4 w 19"/>
                  <a:gd name="T1" fmla="*/ 4 h 47"/>
                  <a:gd name="T2" fmla="*/ 4 w 19"/>
                  <a:gd name="T3" fmla="*/ 4 h 47"/>
                  <a:gd name="T4" fmla="*/ 13 w 19"/>
                  <a:gd name="T5" fmla="*/ 64 h 47"/>
                  <a:gd name="T6" fmla="*/ 8 w 19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7">
                    <a:moveTo>
                      <a:pt x="4" y="4"/>
                    </a:moveTo>
                    <a:cubicBezTo>
                      <a:pt x="4" y="2"/>
                      <a:pt x="4" y="2"/>
                      <a:pt x="4" y="4"/>
                    </a:cubicBezTo>
                    <a:cubicBezTo>
                      <a:pt x="1" y="17"/>
                      <a:pt x="0" y="36"/>
                      <a:pt x="10" y="47"/>
                    </a:cubicBezTo>
                    <a:cubicBezTo>
                      <a:pt x="19" y="38"/>
                      <a:pt x="7" y="11"/>
                      <a:pt x="5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5" name="Freeform 1176">
                <a:extLst>
                  <a:ext uri="{FF2B5EF4-FFF2-40B4-BE49-F238E27FC236}">
                    <a16:creationId xmlns:a16="http://schemas.microsoft.com/office/drawing/2014/main" id="{5E283D93-CD36-40B4-9470-10BFBFC81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763"/>
                <a:ext cx="18" cy="60"/>
              </a:xfrm>
              <a:custGeom>
                <a:avLst/>
                <a:gdLst>
                  <a:gd name="T0" fmla="*/ 20 w 16"/>
                  <a:gd name="T1" fmla="*/ 1 h 54"/>
                  <a:gd name="T2" fmla="*/ 16 w 16"/>
                  <a:gd name="T3" fmla="*/ 0 h 54"/>
                  <a:gd name="T4" fmla="*/ 18 w 16"/>
                  <a:gd name="T5" fmla="*/ 74 h 54"/>
                  <a:gd name="T6" fmla="*/ 18 w 16"/>
                  <a:gd name="T7" fmla="*/ 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4">
                    <a:moveTo>
                      <a:pt x="14" y="1"/>
                    </a:moveTo>
                    <a:cubicBezTo>
                      <a:pt x="13" y="1"/>
                      <a:pt x="12" y="1"/>
                      <a:pt x="11" y="0"/>
                    </a:cubicBezTo>
                    <a:cubicBezTo>
                      <a:pt x="7" y="10"/>
                      <a:pt x="0" y="51"/>
                      <a:pt x="12" y="54"/>
                    </a:cubicBezTo>
                    <a:cubicBezTo>
                      <a:pt x="15" y="39"/>
                      <a:pt x="16" y="18"/>
                      <a:pt x="12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6" name="Freeform 1177">
                <a:extLst>
                  <a:ext uri="{FF2B5EF4-FFF2-40B4-BE49-F238E27FC236}">
                    <a16:creationId xmlns:a16="http://schemas.microsoft.com/office/drawing/2014/main" id="{915A7D61-C959-4993-94AC-E7136991C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764"/>
                <a:ext cx="19" cy="66"/>
              </a:xfrm>
              <a:custGeom>
                <a:avLst/>
                <a:gdLst>
                  <a:gd name="T0" fmla="*/ 11 w 17"/>
                  <a:gd name="T1" fmla="*/ 2 h 59"/>
                  <a:gd name="T2" fmla="*/ 12 w 17"/>
                  <a:gd name="T3" fmla="*/ 83 h 59"/>
                  <a:gd name="T4" fmla="*/ 12 w 17"/>
                  <a:gd name="T5" fmla="*/ 34 h 59"/>
                  <a:gd name="T6" fmla="*/ 12 w 17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9">
                    <a:moveTo>
                      <a:pt x="8" y="2"/>
                    </a:moveTo>
                    <a:cubicBezTo>
                      <a:pt x="5" y="14"/>
                      <a:pt x="0" y="46"/>
                      <a:pt x="9" y="59"/>
                    </a:cubicBezTo>
                    <a:cubicBezTo>
                      <a:pt x="17" y="54"/>
                      <a:pt x="10" y="32"/>
                      <a:pt x="9" y="24"/>
                    </a:cubicBezTo>
                    <a:cubicBezTo>
                      <a:pt x="8" y="16"/>
                      <a:pt x="9" y="8"/>
                      <a:pt x="9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7" name="Freeform 1178">
                <a:extLst>
                  <a:ext uri="{FF2B5EF4-FFF2-40B4-BE49-F238E27FC236}">
                    <a16:creationId xmlns:a16="http://schemas.microsoft.com/office/drawing/2014/main" id="{D4B0E411-97BE-45AD-9F68-D4DCA37D5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759"/>
                <a:ext cx="21" cy="74"/>
              </a:xfrm>
              <a:custGeom>
                <a:avLst/>
                <a:gdLst>
                  <a:gd name="T0" fmla="*/ 15 w 19"/>
                  <a:gd name="T1" fmla="*/ 3 h 67"/>
                  <a:gd name="T2" fmla="*/ 15 w 19"/>
                  <a:gd name="T3" fmla="*/ 0 h 67"/>
                  <a:gd name="T4" fmla="*/ 13 w 19"/>
                  <a:gd name="T5" fmla="*/ 91 h 67"/>
                  <a:gd name="T6" fmla="*/ 15 w 19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67">
                    <a:moveTo>
                      <a:pt x="12" y="3"/>
                    </a:moveTo>
                    <a:cubicBezTo>
                      <a:pt x="12" y="2"/>
                      <a:pt x="12" y="1"/>
                      <a:pt x="12" y="0"/>
                    </a:cubicBezTo>
                    <a:cubicBezTo>
                      <a:pt x="0" y="7"/>
                      <a:pt x="3" y="56"/>
                      <a:pt x="10" y="67"/>
                    </a:cubicBezTo>
                    <a:cubicBezTo>
                      <a:pt x="19" y="45"/>
                      <a:pt x="11" y="20"/>
                      <a:pt x="12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8" name="Freeform 1179">
                <a:extLst>
                  <a:ext uri="{FF2B5EF4-FFF2-40B4-BE49-F238E27FC236}">
                    <a16:creationId xmlns:a16="http://schemas.microsoft.com/office/drawing/2014/main" id="{3BEFEEF9-DEA9-4315-BC8F-29F2DFEA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759"/>
                <a:ext cx="25" cy="75"/>
              </a:xfrm>
              <a:custGeom>
                <a:avLst/>
                <a:gdLst>
                  <a:gd name="T0" fmla="*/ 15 w 23"/>
                  <a:gd name="T1" fmla="*/ 0 h 68"/>
                  <a:gd name="T2" fmla="*/ 22 w 23"/>
                  <a:gd name="T3" fmla="*/ 92 h 68"/>
                  <a:gd name="T4" fmla="*/ 18 w 23"/>
                  <a:gd name="T5" fmla="*/ 1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8">
                    <a:moveTo>
                      <a:pt x="12" y="0"/>
                    </a:moveTo>
                    <a:cubicBezTo>
                      <a:pt x="9" y="11"/>
                      <a:pt x="0" y="65"/>
                      <a:pt x="17" y="68"/>
                    </a:cubicBezTo>
                    <a:cubicBezTo>
                      <a:pt x="23" y="50"/>
                      <a:pt x="20" y="17"/>
                      <a:pt x="15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9" name="Freeform 1180">
                <a:extLst>
                  <a:ext uri="{FF2B5EF4-FFF2-40B4-BE49-F238E27FC236}">
                    <a16:creationId xmlns:a16="http://schemas.microsoft.com/office/drawing/2014/main" id="{5F50E057-E0CF-4AB8-B74C-5A52E67F5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1755"/>
                <a:ext cx="26" cy="69"/>
              </a:xfrm>
              <a:custGeom>
                <a:avLst/>
                <a:gdLst>
                  <a:gd name="T0" fmla="*/ 16 w 23"/>
                  <a:gd name="T1" fmla="*/ 2 h 63"/>
                  <a:gd name="T2" fmla="*/ 19 w 23"/>
                  <a:gd name="T3" fmla="*/ 83 h 63"/>
                  <a:gd name="T4" fmla="*/ 16 w 23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3">
                    <a:moveTo>
                      <a:pt x="11" y="2"/>
                    </a:moveTo>
                    <a:cubicBezTo>
                      <a:pt x="8" y="19"/>
                      <a:pt x="0" y="49"/>
                      <a:pt x="13" y="63"/>
                    </a:cubicBezTo>
                    <a:cubicBezTo>
                      <a:pt x="23" y="51"/>
                      <a:pt x="19" y="11"/>
                      <a:pt x="11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0" name="Freeform 1181">
                <a:extLst>
                  <a:ext uri="{FF2B5EF4-FFF2-40B4-BE49-F238E27FC236}">
                    <a16:creationId xmlns:a16="http://schemas.microsoft.com/office/drawing/2014/main" id="{5A199B45-A34E-41D1-828D-A9E8838D9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756"/>
                <a:ext cx="23" cy="59"/>
              </a:xfrm>
              <a:custGeom>
                <a:avLst/>
                <a:gdLst>
                  <a:gd name="T0" fmla="*/ 12 w 21"/>
                  <a:gd name="T1" fmla="*/ 3 h 54"/>
                  <a:gd name="T2" fmla="*/ 13 w 21"/>
                  <a:gd name="T3" fmla="*/ 2 h 54"/>
                  <a:gd name="T4" fmla="*/ 16 w 21"/>
                  <a:gd name="T5" fmla="*/ 70 h 54"/>
                  <a:gd name="T6" fmla="*/ 15 w 21"/>
                  <a:gd name="T7" fmla="*/ 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54">
                    <a:moveTo>
                      <a:pt x="9" y="3"/>
                    </a:moveTo>
                    <a:cubicBezTo>
                      <a:pt x="10" y="3"/>
                      <a:pt x="10" y="0"/>
                      <a:pt x="10" y="2"/>
                    </a:cubicBezTo>
                    <a:cubicBezTo>
                      <a:pt x="11" y="15"/>
                      <a:pt x="0" y="45"/>
                      <a:pt x="13" y="54"/>
                    </a:cubicBezTo>
                    <a:cubicBezTo>
                      <a:pt x="21" y="42"/>
                      <a:pt x="16" y="17"/>
                      <a:pt x="12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1" name="Freeform 1182">
                <a:extLst>
                  <a:ext uri="{FF2B5EF4-FFF2-40B4-BE49-F238E27FC236}">
                    <a16:creationId xmlns:a16="http://schemas.microsoft.com/office/drawing/2014/main" id="{094B7721-0BBA-4CC6-932F-9F4AFB4DB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61"/>
                <a:ext cx="11" cy="55"/>
              </a:xfrm>
              <a:custGeom>
                <a:avLst/>
                <a:gdLst>
                  <a:gd name="T0" fmla="*/ 4 w 10"/>
                  <a:gd name="T1" fmla="*/ 2 h 50"/>
                  <a:gd name="T2" fmla="*/ 12 w 10"/>
                  <a:gd name="T3" fmla="*/ 67 h 50"/>
                  <a:gd name="T4" fmla="*/ 4 w 10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0">
                    <a:moveTo>
                      <a:pt x="4" y="2"/>
                    </a:moveTo>
                    <a:cubicBezTo>
                      <a:pt x="0" y="3"/>
                      <a:pt x="2" y="45"/>
                      <a:pt x="9" y="50"/>
                    </a:cubicBezTo>
                    <a:cubicBezTo>
                      <a:pt x="9" y="33"/>
                      <a:pt x="10" y="16"/>
                      <a:pt x="4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2" name="Freeform 1183">
                <a:extLst>
                  <a:ext uri="{FF2B5EF4-FFF2-40B4-BE49-F238E27FC236}">
                    <a16:creationId xmlns:a16="http://schemas.microsoft.com/office/drawing/2014/main" id="{2F3630C4-6BB0-43DE-9765-EF1EA6F80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758"/>
                <a:ext cx="22" cy="69"/>
              </a:xfrm>
              <a:custGeom>
                <a:avLst/>
                <a:gdLst>
                  <a:gd name="T0" fmla="*/ 14 w 20"/>
                  <a:gd name="T1" fmla="*/ 2 h 63"/>
                  <a:gd name="T2" fmla="*/ 25 w 20"/>
                  <a:gd name="T3" fmla="*/ 83 h 63"/>
                  <a:gd name="T4" fmla="*/ 12 w 20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3">
                    <a:moveTo>
                      <a:pt x="11" y="2"/>
                    </a:moveTo>
                    <a:cubicBezTo>
                      <a:pt x="11" y="14"/>
                      <a:pt x="0" y="63"/>
                      <a:pt x="19" y="63"/>
                    </a:cubicBezTo>
                    <a:cubicBezTo>
                      <a:pt x="20" y="41"/>
                      <a:pt x="10" y="21"/>
                      <a:pt x="9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3" name="Freeform 1184">
                <a:extLst>
                  <a:ext uri="{FF2B5EF4-FFF2-40B4-BE49-F238E27FC236}">
                    <a16:creationId xmlns:a16="http://schemas.microsoft.com/office/drawing/2014/main" id="{EFA2CE51-AEBF-4150-B28B-E3D11F532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761"/>
                <a:ext cx="18" cy="74"/>
              </a:xfrm>
              <a:custGeom>
                <a:avLst/>
                <a:gdLst>
                  <a:gd name="T0" fmla="*/ 7 w 16"/>
                  <a:gd name="T1" fmla="*/ 15 h 67"/>
                  <a:gd name="T2" fmla="*/ 16 w 16"/>
                  <a:gd name="T3" fmla="*/ 91 h 67"/>
                  <a:gd name="T4" fmla="*/ 7 w 16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7">
                    <a:moveTo>
                      <a:pt x="4" y="12"/>
                    </a:moveTo>
                    <a:cubicBezTo>
                      <a:pt x="0" y="30"/>
                      <a:pt x="0" y="52"/>
                      <a:pt x="11" y="67"/>
                    </a:cubicBezTo>
                    <a:cubicBezTo>
                      <a:pt x="16" y="50"/>
                      <a:pt x="7" y="19"/>
                      <a:pt x="4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4" name="Freeform 1185">
                <a:extLst>
                  <a:ext uri="{FF2B5EF4-FFF2-40B4-BE49-F238E27FC236}">
                    <a16:creationId xmlns:a16="http://schemas.microsoft.com/office/drawing/2014/main" id="{520BFE40-2D7A-425A-8274-246270D9E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774"/>
                <a:ext cx="26" cy="73"/>
              </a:xfrm>
              <a:custGeom>
                <a:avLst/>
                <a:gdLst>
                  <a:gd name="T0" fmla="*/ 18 w 24"/>
                  <a:gd name="T1" fmla="*/ 0 h 66"/>
                  <a:gd name="T2" fmla="*/ 22 w 24"/>
                  <a:gd name="T3" fmla="*/ 90 h 66"/>
                  <a:gd name="T4" fmla="*/ 18 w 24"/>
                  <a:gd name="T5" fmla="*/ 2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66">
                    <a:moveTo>
                      <a:pt x="15" y="0"/>
                    </a:moveTo>
                    <a:cubicBezTo>
                      <a:pt x="0" y="10"/>
                      <a:pt x="5" y="55"/>
                      <a:pt x="17" y="66"/>
                    </a:cubicBezTo>
                    <a:cubicBezTo>
                      <a:pt x="24" y="48"/>
                      <a:pt x="15" y="22"/>
                      <a:pt x="15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5" name="Freeform 1186">
                <a:extLst>
                  <a:ext uri="{FF2B5EF4-FFF2-40B4-BE49-F238E27FC236}">
                    <a16:creationId xmlns:a16="http://schemas.microsoft.com/office/drawing/2014/main" id="{57D64DF5-942B-4F2A-B60F-C4DEBAD41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778"/>
                <a:ext cx="22" cy="70"/>
              </a:xfrm>
              <a:custGeom>
                <a:avLst/>
                <a:gdLst>
                  <a:gd name="T0" fmla="*/ 23 w 20"/>
                  <a:gd name="T1" fmla="*/ 13 h 64"/>
                  <a:gd name="T2" fmla="*/ 22 w 20"/>
                  <a:gd name="T3" fmla="*/ 4 h 64"/>
                  <a:gd name="T4" fmla="*/ 23 w 20"/>
                  <a:gd name="T5" fmla="*/ 84 h 64"/>
                  <a:gd name="T6" fmla="*/ 21 w 20"/>
                  <a:gd name="T7" fmla="*/ 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4">
                    <a:moveTo>
                      <a:pt x="17" y="10"/>
                    </a:moveTo>
                    <a:cubicBezTo>
                      <a:pt x="17" y="8"/>
                      <a:pt x="18" y="6"/>
                      <a:pt x="16" y="4"/>
                    </a:cubicBezTo>
                    <a:cubicBezTo>
                      <a:pt x="9" y="18"/>
                      <a:pt x="0" y="55"/>
                      <a:pt x="17" y="64"/>
                    </a:cubicBezTo>
                    <a:cubicBezTo>
                      <a:pt x="18" y="44"/>
                      <a:pt x="20" y="19"/>
                      <a:pt x="15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6" name="Freeform 1187">
                <a:extLst>
                  <a:ext uri="{FF2B5EF4-FFF2-40B4-BE49-F238E27FC236}">
                    <a16:creationId xmlns:a16="http://schemas.microsoft.com/office/drawing/2014/main" id="{9F13EB67-423B-4EAB-A578-5E638BCD6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783"/>
                <a:ext cx="23" cy="65"/>
              </a:xfrm>
              <a:custGeom>
                <a:avLst/>
                <a:gdLst>
                  <a:gd name="T0" fmla="*/ 15 w 21"/>
                  <a:gd name="T1" fmla="*/ 8 h 59"/>
                  <a:gd name="T2" fmla="*/ 13 w 21"/>
                  <a:gd name="T3" fmla="*/ 79 h 59"/>
                  <a:gd name="T4" fmla="*/ 18 w 21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9">
                    <a:moveTo>
                      <a:pt x="12" y="5"/>
                    </a:moveTo>
                    <a:cubicBezTo>
                      <a:pt x="1" y="16"/>
                      <a:pt x="0" y="47"/>
                      <a:pt x="10" y="59"/>
                    </a:cubicBezTo>
                    <a:cubicBezTo>
                      <a:pt x="21" y="53"/>
                      <a:pt x="17" y="12"/>
                      <a:pt x="14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7" name="Freeform 1188">
                <a:extLst>
                  <a:ext uri="{FF2B5EF4-FFF2-40B4-BE49-F238E27FC236}">
                    <a16:creationId xmlns:a16="http://schemas.microsoft.com/office/drawing/2014/main" id="{71F17897-F8BC-4C74-8861-0C9EF0F86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791"/>
                <a:ext cx="20" cy="52"/>
              </a:xfrm>
              <a:custGeom>
                <a:avLst/>
                <a:gdLst>
                  <a:gd name="T0" fmla="*/ 18 w 18"/>
                  <a:gd name="T1" fmla="*/ 0 h 47"/>
                  <a:gd name="T2" fmla="*/ 11 w 18"/>
                  <a:gd name="T3" fmla="*/ 64 h 47"/>
                  <a:gd name="T4" fmla="*/ 21 w 18"/>
                  <a:gd name="T5" fmla="*/ 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7">
                    <a:moveTo>
                      <a:pt x="13" y="0"/>
                    </a:moveTo>
                    <a:cubicBezTo>
                      <a:pt x="7" y="3"/>
                      <a:pt x="0" y="41"/>
                      <a:pt x="8" y="47"/>
                    </a:cubicBezTo>
                    <a:cubicBezTo>
                      <a:pt x="18" y="35"/>
                      <a:pt x="11" y="17"/>
                      <a:pt x="15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8" name="Freeform 1189">
                <a:extLst>
                  <a:ext uri="{FF2B5EF4-FFF2-40B4-BE49-F238E27FC236}">
                    <a16:creationId xmlns:a16="http://schemas.microsoft.com/office/drawing/2014/main" id="{19EB62AF-B215-45F9-9A85-F903D683B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794"/>
                <a:ext cx="12" cy="38"/>
              </a:xfrm>
              <a:custGeom>
                <a:avLst/>
                <a:gdLst>
                  <a:gd name="T0" fmla="*/ 12 w 11"/>
                  <a:gd name="T1" fmla="*/ 8 h 34"/>
                  <a:gd name="T2" fmla="*/ 4 w 11"/>
                  <a:gd name="T3" fmla="*/ 47 h 34"/>
                  <a:gd name="T4" fmla="*/ 14 w 11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4">
                    <a:moveTo>
                      <a:pt x="9" y="5"/>
                    </a:moveTo>
                    <a:cubicBezTo>
                      <a:pt x="0" y="9"/>
                      <a:pt x="1" y="27"/>
                      <a:pt x="4" y="34"/>
                    </a:cubicBezTo>
                    <a:cubicBezTo>
                      <a:pt x="10" y="24"/>
                      <a:pt x="11" y="12"/>
                      <a:pt x="11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9" name="Freeform 1190">
                <a:extLst>
                  <a:ext uri="{FF2B5EF4-FFF2-40B4-BE49-F238E27FC236}">
                    <a16:creationId xmlns:a16="http://schemas.microsoft.com/office/drawing/2014/main" id="{54259431-4CFA-4267-A293-632FED727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811"/>
                <a:ext cx="9" cy="25"/>
              </a:xfrm>
              <a:custGeom>
                <a:avLst/>
                <a:gdLst>
                  <a:gd name="T0" fmla="*/ 10 w 8"/>
                  <a:gd name="T1" fmla="*/ 4 h 23"/>
                  <a:gd name="T2" fmla="*/ 7 w 8"/>
                  <a:gd name="T3" fmla="*/ 0 h 23"/>
                  <a:gd name="T4" fmla="*/ 1 w 8"/>
                  <a:gd name="T5" fmla="*/ 29 h 23"/>
                  <a:gd name="T6" fmla="*/ 10 w 8"/>
                  <a:gd name="T7" fmla="*/ 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7" y="1"/>
                      <a:pt x="6" y="0"/>
                      <a:pt x="4" y="0"/>
                    </a:cubicBezTo>
                    <a:cubicBezTo>
                      <a:pt x="0" y="7"/>
                      <a:pt x="0" y="16"/>
                      <a:pt x="1" y="23"/>
                    </a:cubicBezTo>
                    <a:cubicBezTo>
                      <a:pt x="8" y="21"/>
                      <a:pt x="6" y="10"/>
                      <a:pt x="7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0" name="Freeform 1191">
                <a:extLst>
                  <a:ext uri="{FF2B5EF4-FFF2-40B4-BE49-F238E27FC236}">
                    <a16:creationId xmlns:a16="http://schemas.microsoft.com/office/drawing/2014/main" id="{893015DC-609D-4369-B8F6-03DE31158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819"/>
                <a:ext cx="14" cy="28"/>
              </a:xfrm>
              <a:custGeom>
                <a:avLst/>
                <a:gdLst>
                  <a:gd name="T0" fmla="*/ 11 w 13"/>
                  <a:gd name="T1" fmla="*/ 0 h 26"/>
                  <a:gd name="T2" fmla="*/ 1 w 13"/>
                  <a:gd name="T3" fmla="*/ 30 h 26"/>
                  <a:gd name="T4" fmla="*/ 16 w 1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6">
                    <a:moveTo>
                      <a:pt x="8" y="0"/>
                    </a:moveTo>
                    <a:cubicBezTo>
                      <a:pt x="4" y="3"/>
                      <a:pt x="0" y="16"/>
                      <a:pt x="1" y="24"/>
                    </a:cubicBezTo>
                    <a:cubicBezTo>
                      <a:pt x="13" y="26"/>
                      <a:pt x="12" y="9"/>
                      <a:pt x="13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1" name="Freeform 1192">
                <a:extLst>
                  <a:ext uri="{FF2B5EF4-FFF2-40B4-BE49-F238E27FC236}">
                    <a16:creationId xmlns:a16="http://schemas.microsoft.com/office/drawing/2014/main" id="{A38BBFF0-D7FF-4015-BF2F-B2131CC62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835"/>
                <a:ext cx="19" cy="36"/>
              </a:xfrm>
              <a:custGeom>
                <a:avLst/>
                <a:gdLst>
                  <a:gd name="T0" fmla="*/ 17 w 17"/>
                  <a:gd name="T1" fmla="*/ 10 h 32"/>
                  <a:gd name="T2" fmla="*/ 17 w 17"/>
                  <a:gd name="T3" fmla="*/ 3 h 32"/>
                  <a:gd name="T4" fmla="*/ 10 w 17"/>
                  <a:gd name="T5" fmla="*/ 46 h 32"/>
                  <a:gd name="T6" fmla="*/ 23 w 17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2" y="7"/>
                    </a:moveTo>
                    <a:cubicBezTo>
                      <a:pt x="11" y="5"/>
                      <a:pt x="16" y="4"/>
                      <a:pt x="12" y="3"/>
                    </a:cubicBezTo>
                    <a:cubicBezTo>
                      <a:pt x="2" y="6"/>
                      <a:pt x="0" y="26"/>
                      <a:pt x="7" y="32"/>
                    </a:cubicBezTo>
                    <a:cubicBezTo>
                      <a:pt x="14" y="24"/>
                      <a:pt x="14" y="10"/>
                      <a:pt x="17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2" name="Freeform 1193">
                <a:extLst>
                  <a:ext uri="{FF2B5EF4-FFF2-40B4-BE49-F238E27FC236}">
                    <a16:creationId xmlns:a16="http://schemas.microsoft.com/office/drawing/2014/main" id="{BBE0B1E3-8B73-410D-BE89-83DF4CFF7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850"/>
                <a:ext cx="30" cy="37"/>
              </a:xfrm>
              <a:custGeom>
                <a:avLst/>
                <a:gdLst>
                  <a:gd name="T0" fmla="*/ 30 w 27"/>
                  <a:gd name="T1" fmla="*/ 2 h 34"/>
                  <a:gd name="T2" fmla="*/ 13 w 27"/>
                  <a:gd name="T3" fmla="*/ 44 h 34"/>
                  <a:gd name="T4" fmla="*/ 37 w 27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4">
                    <a:moveTo>
                      <a:pt x="22" y="2"/>
                    </a:moveTo>
                    <a:cubicBezTo>
                      <a:pt x="9" y="1"/>
                      <a:pt x="0" y="26"/>
                      <a:pt x="10" y="34"/>
                    </a:cubicBezTo>
                    <a:cubicBezTo>
                      <a:pt x="17" y="25"/>
                      <a:pt x="24" y="11"/>
                      <a:pt x="27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3" name="Freeform 1194">
                <a:extLst>
                  <a:ext uri="{FF2B5EF4-FFF2-40B4-BE49-F238E27FC236}">
                    <a16:creationId xmlns:a16="http://schemas.microsoft.com/office/drawing/2014/main" id="{B7D89FB3-9C7F-493C-AFFA-69BC4EEBA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857"/>
                <a:ext cx="28" cy="53"/>
              </a:xfrm>
              <a:custGeom>
                <a:avLst/>
                <a:gdLst>
                  <a:gd name="T0" fmla="*/ 30 w 25"/>
                  <a:gd name="T1" fmla="*/ 3 h 48"/>
                  <a:gd name="T2" fmla="*/ 2 w 25"/>
                  <a:gd name="T3" fmla="*/ 65 h 48"/>
                  <a:gd name="T4" fmla="*/ 35 w 25"/>
                  <a:gd name="T5" fmla="*/ 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8">
                    <a:moveTo>
                      <a:pt x="21" y="3"/>
                    </a:moveTo>
                    <a:cubicBezTo>
                      <a:pt x="11" y="0"/>
                      <a:pt x="0" y="38"/>
                      <a:pt x="2" y="48"/>
                    </a:cubicBezTo>
                    <a:cubicBezTo>
                      <a:pt x="13" y="42"/>
                      <a:pt x="23" y="16"/>
                      <a:pt x="25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4" name="Freeform 1195">
                <a:extLst>
                  <a:ext uri="{FF2B5EF4-FFF2-40B4-BE49-F238E27FC236}">
                    <a16:creationId xmlns:a16="http://schemas.microsoft.com/office/drawing/2014/main" id="{B1F549F8-A50D-414C-863A-089330057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877"/>
                <a:ext cx="35" cy="53"/>
              </a:xfrm>
              <a:custGeom>
                <a:avLst/>
                <a:gdLst>
                  <a:gd name="T0" fmla="*/ 34 w 31"/>
                  <a:gd name="T1" fmla="*/ 4 h 48"/>
                  <a:gd name="T2" fmla="*/ 38 w 31"/>
                  <a:gd name="T3" fmla="*/ 0 h 48"/>
                  <a:gd name="T4" fmla="*/ 3 w 31"/>
                  <a:gd name="T5" fmla="*/ 65 h 48"/>
                  <a:gd name="T6" fmla="*/ 45 w 31"/>
                  <a:gd name="T7" fmla="*/ 2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8">
                    <a:moveTo>
                      <a:pt x="24" y="4"/>
                    </a:moveTo>
                    <a:cubicBezTo>
                      <a:pt x="25" y="2"/>
                      <a:pt x="26" y="1"/>
                      <a:pt x="27" y="0"/>
                    </a:cubicBezTo>
                    <a:cubicBezTo>
                      <a:pt x="13" y="13"/>
                      <a:pt x="0" y="27"/>
                      <a:pt x="3" y="48"/>
                    </a:cubicBezTo>
                    <a:cubicBezTo>
                      <a:pt x="19" y="41"/>
                      <a:pt x="21" y="13"/>
                      <a:pt x="31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5" name="Freeform 1196">
                <a:extLst>
                  <a:ext uri="{FF2B5EF4-FFF2-40B4-BE49-F238E27FC236}">
                    <a16:creationId xmlns:a16="http://schemas.microsoft.com/office/drawing/2014/main" id="{B158C019-DE5F-4FAE-8D13-8096E99C3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894"/>
                <a:ext cx="22" cy="47"/>
              </a:xfrm>
              <a:custGeom>
                <a:avLst/>
                <a:gdLst>
                  <a:gd name="T0" fmla="*/ 25 w 20"/>
                  <a:gd name="T1" fmla="*/ 4 h 43"/>
                  <a:gd name="T2" fmla="*/ 2 w 20"/>
                  <a:gd name="T3" fmla="*/ 56 h 43"/>
                  <a:gd name="T4" fmla="*/ 26 w 20"/>
                  <a:gd name="T5" fmla="*/ 5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3">
                    <a:moveTo>
                      <a:pt x="19" y="4"/>
                    </a:moveTo>
                    <a:cubicBezTo>
                      <a:pt x="11" y="0"/>
                      <a:pt x="0" y="33"/>
                      <a:pt x="2" y="43"/>
                    </a:cubicBezTo>
                    <a:cubicBezTo>
                      <a:pt x="13" y="38"/>
                      <a:pt x="17" y="17"/>
                      <a:pt x="20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6" name="Freeform 1197">
                <a:extLst>
                  <a:ext uri="{FF2B5EF4-FFF2-40B4-BE49-F238E27FC236}">
                    <a16:creationId xmlns:a16="http://schemas.microsoft.com/office/drawing/2014/main" id="{00F2E8A4-2648-4BA7-A46B-C56408BBC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918"/>
                <a:ext cx="21" cy="35"/>
              </a:xfrm>
              <a:custGeom>
                <a:avLst/>
                <a:gdLst>
                  <a:gd name="T0" fmla="*/ 23 w 19"/>
                  <a:gd name="T1" fmla="*/ 5 h 32"/>
                  <a:gd name="T2" fmla="*/ 23 w 19"/>
                  <a:gd name="T3" fmla="*/ 0 h 32"/>
                  <a:gd name="T4" fmla="*/ 4 w 19"/>
                  <a:gd name="T5" fmla="*/ 42 h 32"/>
                  <a:gd name="T6" fmla="*/ 25 w 19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2">
                    <a:moveTo>
                      <a:pt x="17" y="5"/>
                    </a:moveTo>
                    <a:cubicBezTo>
                      <a:pt x="17" y="3"/>
                      <a:pt x="17" y="2"/>
                      <a:pt x="17" y="0"/>
                    </a:cubicBezTo>
                    <a:cubicBezTo>
                      <a:pt x="8" y="6"/>
                      <a:pt x="0" y="22"/>
                      <a:pt x="4" y="32"/>
                    </a:cubicBezTo>
                    <a:cubicBezTo>
                      <a:pt x="11" y="26"/>
                      <a:pt x="18" y="9"/>
                      <a:pt x="19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7" name="Freeform 1198">
                <a:extLst>
                  <a:ext uri="{FF2B5EF4-FFF2-40B4-BE49-F238E27FC236}">
                    <a16:creationId xmlns:a16="http://schemas.microsoft.com/office/drawing/2014/main" id="{28439391-E785-4C8C-A96D-182BDAE25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926"/>
                <a:ext cx="33" cy="56"/>
              </a:xfrm>
              <a:custGeom>
                <a:avLst/>
                <a:gdLst>
                  <a:gd name="T0" fmla="*/ 40 w 30"/>
                  <a:gd name="T1" fmla="*/ 0 h 51"/>
                  <a:gd name="T2" fmla="*/ 2 w 30"/>
                  <a:gd name="T3" fmla="*/ 67 h 51"/>
                  <a:gd name="T4" fmla="*/ 40 w 30"/>
                  <a:gd name="T5" fmla="*/ 13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1">
                    <a:moveTo>
                      <a:pt x="30" y="0"/>
                    </a:moveTo>
                    <a:cubicBezTo>
                      <a:pt x="21" y="1"/>
                      <a:pt x="0" y="37"/>
                      <a:pt x="2" y="51"/>
                    </a:cubicBezTo>
                    <a:cubicBezTo>
                      <a:pt x="14" y="47"/>
                      <a:pt x="26" y="21"/>
                      <a:pt x="30" y="1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8" name="Freeform 1199">
                <a:extLst>
                  <a:ext uri="{FF2B5EF4-FFF2-40B4-BE49-F238E27FC236}">
                    <a16:creationId xmlns:a16="http://schemas.microsoft.com/office/drawing/2014/main" id="{CC77F38D-0240-4C5B-A33C-06BCB9D62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959"/>
                <a:ext cx="30" cy="45"/>
              </a:xfrm>
              <a:custGeom>
                <a:avLst/>
                <a:gdLst>
                  <a:gd name="T0" fmla="*/ 34 w 27"/>
                  <a:gd name="T1" fmla="*/ 11 h 41"/>
                  <a:gd name="T2" fmla="*/ 30 w 27"/>
                  <a:gd name="T3" fmla="*/ 4 h 41"/>
                  <a:gd name="T4" fmla="*/ 2 w 27"/>
                  <a:gd name="T5" fmla="*/ 52 h 41"/>
                  <a:gd name="T6" fmla="*/ 37 w 2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5" y="8"/>
                    </a:moveTo>
                    <a:cubicBezTo>
                      <a:pt x="25" y="6"/>
                      <a:pt x="24" y="5"/>
                      <a:pt x="22" y="4"/>
                    </a:cubicBezTo>
                    <a:cubicBezTo>
                      <a:pt x="9" y="10"/>
                      <a:pt x="0" y="25"/>
                      <a:pt x="2" y="39"/>
                    </a:cubicBezTo>
                    <a:cubicBezTo>
                      <a:pt x="16" y="41"/>
                      <a:pt x="22" y="10"/>
                      <a:pt x="27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9" name="Freeform 1200">
                <a:extLst>
                  <a:ext uri="{FF2B5EF4-FFF2-40B4-BE49-F238E27FC236}">
                    <a16:creationId xmlns:a16="http://schemas.microsoft.com/office/drawing/2014/main" id="{53C2359A-DA91-4498-BBD0-83A6CC9AC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962"/>
                <a:ext cx="41" cy="55"/>
              </a:xfrm>
              <a:custGeom>
                <a:avLst/>
                <a:gdLst>
                  <a:gd name="T0" fmla="*/ 34 w 37"/>
                  <a:gd name="T1" fmla="*/ 17 h 50"/>
                  <a:gd name="T2" fmla="*/ 2 w 37"/>
                  <a:gd name="T3" fmla="*/ 67 h 50"/>
                  <a:gd name="T4" fmla="*/ 50 w 37"/>
                  <a:gd name="T5" fmla="*/ 1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0">
                    <a:moveTo>
                      <a:pt x="25" y="13"/>
                    </a:moveTo>
                    <a:cubicBezTo>
                      <a:pt x="16" y="0"/>
                      <a:pt x="0" y="39"/>
                      <a:pt x="2" y="50"/>
                    </a:cubicBezTo>
                    <a:cubicBezTo>
                      <a:pt x="17" y="45"/>
                      <a:pt x="22" y="16"/>
                      <a:pt x="37" y="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0" name="Freeform 1201">
                <a:extLst>
                  <a:ext uri="{FF2B5EF4-FFF2-40B4-BE49-F238E27FC236}">
                    <a16:creationId xmlns:a16="http://schemas.microsoft.com/office/drawing/2014/main" id="{20E58902-8FD4-4853-B45B-545EA9533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985"/>
                <a:ext cx="38" cy="58"/>
              </a:xfrm>
              <a:custGeom>
                <a:avLst/>
                <a:gdLst>
                  <a:gd name="T0" fmla="*/ 45 w 35"/>
                  <a:gd name="T1" fmla="*/ 2 h 52"/>
                  <a:gd name="T2" fmla="*/ 2 w 35"/>
                  <a:gd name="T3" fmla="*/ 73 h 52"/>
                  <a:gd name="T4" fmla="*/ 40 w 35"/>
                  <a:gd name="T5" fmla="*/ 15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52">
                    <a:moveTo>
                      <a:pt x="35" y="2"/>
                    </a:moveTo>
                    <a:cubicBezTo>
                      <a:pt x="21" y="0"/>
                      <a:pt x="0" y="37"/>
                      <a:pt x="2" y="52"/>
                    </a:cubicBezTo>
                    <a:cubicBezTo>
                      <a:pt x="15" y="42"/>
                      <a:pt x="18" y="20"/>
                      <a:pt x="31" y="1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1" name="Freeform 1202">
                <a:extLst>
                  <a:ext uri="{FF2B5EF4-FFF2-40B4-BE49-F238E27FC236}">
                    <a16:creationId xmlns:a16="http://schemas.microsoft.com/office/drawing/2014/main" id="{34DB39E7-5A6C-4FA9-B38E-7704C6FC8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009"/>
                <a:ext cx="44" cy="53"/>
              </a:xfrm>
              <a:custGeom>
                <a:avLst/>
                <a:gdLst>
                  <a:gd name="T0" fmla="*/ 41 w 40"/>
                  <a:gd name="T1" fmla="*/ 12 h 48"/>
                  <a:gd name="T2" fmla="*/ 44 w 40"/>
                  <a:gd name="T3" fmla="*/ 0 h 48"/>
                  <a:gd name="T4" fmla="*/ 2 w 40"/>
                  <a:gd name="T5" fmla="*/ 65 h 48"/>
                  <a:gd name="T6" fmla="*/ 53 w 40"/>
                  <a:gd name="T7" fmla="*/ 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8">
                    <a:moveTo>
                      <a:pt x="31" y="9"/>
                    </a:moveTo>
                    <a:cubicBezTo>
                      <a:pt x="33" y="6"/>
                      <a:pt x="36" y="5"/>
                      <a:pt x="33" y="0"/>
                    </a:cubicBezTo>
                    <a:cubicBezTo>
                      <a:pt x="23" y="16"/>
                      <a:pt x="0" y="26"/>
                      <a:pt x="2" y="48"/>
                    </a:cubicBezTo>
                    <a:cubicBezTo>
                      <a:pt x="15" y="47"/>
                      <a:pt x="36" y="16"/>
                      <a:pt x="40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2" name="Freeform 1203">
                <a:extLst>
                  <a:ext uri="{FF2B5EF4-FFF2-40B4-BE49-F238E27FC236}">
                    <a16:creationId xmlns:a16="http://schemas.microsoft.com/office/drawing/2014/main" id="{43D7CD22-D8E5-4D84-B854-7E9F808D2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052"/>
                <a:ext cx="64" cy="32"/>
              </a:xfrm>
              <a:custGeom>
                <a:avLst/>
                <a:gdLst>
                  <a:gd name="T0" fmla="*/ 15 w 58"/>
                  <a:gd name="T1" fmla="*/ 32 h 29"/>
                  <a:gd name="T2" fmla="*/ 22 w 58"/>
                  <a:gd name="T3" fmla="*/ 29 h 29"/>
                  <a:gd name="T4" fmla="*/ 46 w 58"/>
                  <a:gd name="T5" fmla="*/ 13 h 29"/>
                  <a:gd name="T6" fmla="*/ 78 w 58"/>
                  <a:gd name="T7" fmla="*/ 1 h 29"/>
                  <a:gd name="T8" fmla="*/ 0 w 58"/>
                  <a:gd name="T9" fmla="*/ 3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29">
                    <a:moveTo>
                      <a:pt x="12" y="24"/>
                    </a:moveTo>
                    <a:cubicBezTo>
                      <a:pt x="11" y="29"/>
                      <a:pt x="12" y="24"/>
                      <a:pt x="16" y="22"/>
                    </a:cubicBezTo>
                    <a:cubicBezTo>
                      <a:pt x="22" y="18"/>
                      <a:pt x="28" y="14"/>
                      <a:pt x="34" y="10"/>
                    </a:cubicBezTo>
                    <a:cubicBezTo>
                      <a:pt x="42" y="6"/>
                      <a:pt x="49" y="0"/>
                      <a:pt x="58" y="1"/>
                    </a:cubicBezTo>
                    <a:cubicBezTo>
                      <a:pt x="43" y="17"/>
                      <a:pt x="16" y="14"/>
                      <a:pt x="0" y="29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3" name="Freeform 1204">
                <a:extLst>
                  <a:ext uri="{FF2B5EF4-FFF2-40B4-BE49-F238E27FC236}">
                    <a16:creationId xmlns:a16="http://schemas.microsoft.com/office/drawing/2014/main" id="{6CBDE88A-51AA-4727-8D4C-06A07867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088"/>
                <a:ext cx="44" cy="26"/>
              </a:xfrm>
              <a:custGeom>
                <a:avLst/>
                <a:gdLst>
                  <a:gd name="T0" fmla="*/ 8 w 40"/>
                  <a:gd name="T1" fmla="*/ 32 h 23"/>
                  <a:gd name="T2" fmla="*/ 1 w 40"/>
                  <a:gd name="T3" fmla="*/ 31 h 23"/>
                  <a:gd name="T4" fmla="*/ 53 w 40"/>
                  <a:gd name="T5" fmla="*/ 20 h 23"/>
                  <a:gd name="T6" fmla="*/ 0 w 40"/>
                  <a:gd name="T7" fmla="*/ 3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5" y="22"/>
                    </a:moveTo>
                    <a:cubicBezTo>
                      <a:pt x="3" y="22"/>
                      <a:pt x="2" y="23"/>
                      <a:pt x="1" y="21"/>
                    </a:cubicBezTo>
                    <a:cubicBezTo>
                      <a:pt x="9" y="16"/>
                      <a:pt x="39" y="0"/>
                      <a:pt x="40" y="14"/>
                    </a:cubicBezTo>
                    <a:cubicBezTo>
                      <a:pt x="27" y="17"/>
                      <a:pt x="13" y="18"/>
                      <a:pt x="0" y="2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4" name="Freeform 1205">
                <a:extLst>
                  <a:ext uri="{FF2B5EF4-FFF2-40B4-BE49-F238E27FC236}">
                    <a16:creationId xmlns:a16="http://schemas.microsoft.com/office/drawing/2014/main" id="{07DAA513-A051-4645-9278-1F0BFF87F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118"/>
                <a:ext cx="62" cy="28"/>
              </a:xfrm>
              <a:custGeom>
                <a:avLst/>
                <a:gdLst>
                  <a:gd name="T0" fmla="*/ 4 w 56"/>
                  <a:gd name="T1" fmla="*/ 28 h 25"/>
                  <a:gd name="T2" fmla="*/ 1 w 56"/>
                  <a:gd name="T3" fmla="*/ 24 h 25"/>
                  <a:gd name="T4" fmla="*/ 76 w 56"/>
                  <a:gd name="T5" fmla="*/ 21 h 25"/>
                  <a:gd name="T6" fmla="*/ 0 w 56"/>
                  <a:gd name="T7" fmla="*/ 3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25">
                    <a:moveTo>
                      <a:pt x="4" y="20"/>
                    </a:moveTo>
                    <a:cubicBezTo>
                      <a:pt x="3" y="19"/>
                      <a:pt x="2" y="18"/>
                      <a:pt x="1" y="17"/>
                    </a:cubicBezTo>
                    <a:cubicBezTo>
                      <a:pt x="19" y="13"/>
                      <a:pt x="42" y="0"/>
                      <a:pt x="56" y="15"/>
                    </a:cubicBezTo>
                    <a:cubicBezTo>
                      <a:pt x="47" y="25"/>
                      <a:pt x="14" y="24"/>
                      <a:pt x="0" y="2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5" name="Freeform 1206">
                <a:extLst>
                  <a:ext uri="{FF2B5EF4-FFF2-40B4-BE49-F238E27FC236}">
                    <a16:creationId xmlns:a16="http://schemas.microsoft.com/office/drawing/2014/main" id="{1EB94F31-0540-457A-9BFA-6B49F74E0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157"/>
                <a:ext cx="55" cy="25"/>
              </a:xfrm>
              <a:custGeom>
                <a:avLst/>
                <a:gdLst>
                  <a:gd name="T0" fmla="*/ 0 w 50"/>
                  <a:gd name="T1" fmla="*/ 17 h 23"/>
                  <a:gd name="T2" fmla="*/ 67 w 50"/>
                  <a:gd name="T3" fmla="*/ 22 h 23"/>
                  <a:gd name="T4" fmla="*/ 3 w 50"/>
                  <a:gd name="T5" fmla="*/ 2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3">
                    <a:moveTo>
                      <a:pt x="0" y="14"/>
                    </a:moveTo>
                    <a:cubicBezTo>
                      <a:pt x="17" y="14"/>
                      <a:pt x="33" y="23"/>
                      <a:pt x="50" y="17"/>
                    </a:cubicBezTo>
                    <a:cubicBezTo>
                      <a:pt x="46" y="0"/>
                      <a:pt x="11" y="17"/>
                      <a:pt x="3" y="1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6" name="Freeform 1207">
                <a:extLst>
                  <a:ext uri="{FF2B5EF4-FFF2-40B4-BE49-F238E27FC236}">
                    <a16:creationId xmlns:a16="http://schemas.microsoft.com/office/drawing/2014/main" id="{B6D4912B-716E-4C04-B477-DDE92E5D5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201"/>
                <a:ext cx="55" cy="21"/>
              </a:xfrm>
              <a:custGeom>
                <a:avLst/>
                <a:gdLst>
                  <a:gd name="T0" fmla="*/ 8 w 50"/>
                  <a:gd name="T1" fmla="*/ 0 h 19"/>
                  <a:gd name="T2" fmla="*/ 67 w 50"/>
                  <a:gd name="T3" fmla="*/ 25 h 19"/>
                  <a:gd name="T4" fmla="*/ 0 w 50"/>
                  <a:gd name="T5" fmla="*/ 1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9">
                    <a:moveTo>
                      <a:pt x="5" y="0"/>
                    </a:moveTo>
                    <a:cubicBezTo>
                      <a:pt x="13" y="6"/>
                      <a:pt x="48" y="5"/>
                      <a:pt x="50" y="19"/>
                    </a:cubicBezTo>
                    <a:cubicBezTo>
                      <a:pt x="39" y="19"/>
                      <a:pt x="1" y="18"/>
                      <a:pt x="0" y="1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7" name="Freeform 1208">
                <a:extLst>
                  <a:ext uri="{FF2B5EF4-FFF2-40B4-BE49-F238E27FC236}">
                    <a16:creationId xmlns:a16="http://schemas.microsoft.com/office/drawing/2014/main" id="{6FE9A2EB-2820-4D79-B2DA-1C424553D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239"/>
                <a:ext cx="63" cy="17"/>
              </a:xfrm>
              <a:custGeom>
                <a:avLst/>
                <a:gdLst>
                  <a:gd name="T0" fmla="*/ 2 w 57"/>
                  <a:gd name="T1" fmla="*/ 2 h 15"/>
                  <a:gd name="T2" fmla="*/ 77 w 57"/>
                  <a:gd name="T3" fmla="*/ 19 h 15"/>
                  <a:gd name="T4" fmla="*/ 8 w 57"/>
                  <a:gd name="T5" fmla="*/ 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5">
                    <a:moveTo>
                      <a:pt x="2" y="2"/>
                    </a:moveTo>
                    <a:cubicBezTo>
                      <a:pt x="0" y="5"/>
                      <a:pt x="46" y="15"/>
                      <a:pt x="57" y="13"/>
                    </a:cubicBezTo>
                    <a:cubicBezTo>
                      <a:pt x="47" y="0"/>
                      <a:pt x="20" y="5"/>
                      <a:pt x="5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8" name="Freeform 1209">
                <a:extLst>
                  <a:ext uri="{FF2B5EF4-FFF2-40B4-BE49-F238E27FC236}">
                    <a16:creationId xmlns:a16="http://schemas.microsoft.com/office/drawing/2014/main" id="{6DAF29D1-7080-45E0-9088-077859D7F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269"/>
                <a:ext cx="52" cy="33"/>
              </a:xfrm>
              <a:custGeom>
                <a:avLst/>
                <a:gdLst>
                  <a:gd name="T0" fmla="*/ 10 w 47"/>
                  <a:gd name="T1" fmla="*/ 11 h 30"/>
                  <a:gd name="T2" fmla="*/ 2 w 47"/>
                  <a:gd name="T3" fmla="*/ 4 h 30"/>
                  <a:gd name="T4" fmla="*/ 64 w 47"/>
                  <a:gd name="T5" fmla="*/ 24 h 30"/>
                  <a:gd name="T6" fmla="*/ 0 w 47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0">
                    <a:moveTo>
                      <a:pt x="7" y="8"/>
                    </a:moveTo>
                    <a:cubicBezTo>
                      <a:pt x="5" y="7"/>
                      <a:pt x="3" y="6"/>
                      <a:pt x="2" y="4"/>
                    </a:cubicBezTo>
                    <a:cubicBezTo>
                      <a:pt x="12" y="11"/>
                      <a:pt x="36" y="30"/>
                      <a:pt x="47" y="18"/>
                    </a:cubicBezTo>
                    <a:cubicBezTo>
                      <a:pt x="38" y="11"/>
                      <a:pt x="1" y="8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9" name="Freeform 1210">
                <a:extLst>
                  <a:ext uri="{FF2B5EF4-FFF2-40B4-BE49-F238E27FC236}">
                    <a16:creationId xmlns:a16="http://schemas.microsoft.com/office/drawing/2014/main" id="{ABF62B01-3989-444C-80FE-3D1642C0F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306"/>
                <a:ext cx="43" cy="16"/>
              </a:xfrm>
              <a:custGeom>
                <a:avLst/>
                <a:gdLst>
                  <a:gd name="T0" fmla="*/ 8 w 39"/>
                  <a:gd name="T1" fmla="*/ 4 h 15"/>
                  <a:gd name="T2" fmla="*/ 1 w 39"/>
                  <a:gd name="T3" fmla="*/ 4 h 15"/>
                  <a:gd name="T4" fmla="*/ 52 w 39"/>
                  <a:gd name="T5" fmla="*/ 16 h 15"/>
                  <a:gd name="T6" fmla="*/ 0 w 39"/>
                  <a:gd name="T7" fmla="*/ 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5">
                    <a:moveTo>
                      <a:pt x="5" y="4"/>
                    </a:moveTo>
                    <a:cubicBezTo>
                      <a:pt x="3" y="4"/>
                      <a:pt x="2" y="0"/>
                      <a:pt x="1" y="4"/>
                    </a:cubicBezTo>
                    <a:cubicBezTo>
                      <a:pt x="12" y="11"/>
                      <a:pt x="25" y="15"/>
                      <a:pt x="39" y="13"/>
                    </a:cubicBezTo>
                    <a:cubicBezTo>
                      <a:pt x="27" y="5"/>
                      <a:pt x="12" y="10"/>
                      <a:pt x="0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0" name="Freeform 1211">
                <a:extLst>
                  <a:ext uri="{FF2B5EF4-FFF2-40B4-BE49-F238E27FC236}">
                    <a16:creationId xmlns:a16="http://schemas.microsoft.com/office/drawing/2014/main" id="{A5B79D5D-75A7-4676-997E-A3041B04B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339"/>
                <a:ext cx="33" cy="18"/>
              </a:xfrm>
              <a:custGeom>
                <a:avLst/>
                <a:gdLst>
                  <a:gd name="T0" fmla="*/ 13 w 30"/>
                  <a:gd name="T1" fmla="*/ 0 h 16"/>
                  <a:gd name="T2" fmla="*/ 2 w 30"/>
                  <a:gd name="T3" fmla="*/ 2 h 16"/>
                  <a:gd name="T4" fmla="*/ 40 w 30"/>
                  <a:gd name="T5" fmla="*/ 21 h 16"/>
                  <a:gd name="T6" fmla="*/ 0 w 30"/>
                  <a:gd name="T7" fmla="*/ 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6">
                    <a:moveTo>
                      <a:pt x="10" y="0"/>
                    </a:moveTo>
                    <a:cubicBezTo>
                      <a:pt x="7" y="1"/>
                      <a:pt x="5" y="3"/>
                      <a:pt x="2" y="2"/>
                    </a:cubicBezTo>
                    <a:cubicBezTo>
                      <a:pt x="9" y="9"/>
                      <a:pt x="19" y="16"/>
                      <a:pt x="30" y="15"/>
                    </a:cubicBezTo>
                    <a:cubicBezTo>
                      <a:pt x="27" y="2"/>
                      <a:pt x="10" y="6"/>
                      <a:pt x="0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1" name="Freeform 1212">
                <a:extLst>
                  <a:ext uri="{FF2B5EF4-FFF2-40B4-BE49-F238E27FC236}">
                    <a16:creationId xmlns:a16="http://schemas.microsoft.com/office/drawing/2014/main" id="{2D76968D-5723-4500-B72B-C2A2FBD41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376"/>
                <a:ext cx="39" cy="23"/>
              </a:xfrm>
              <a:custGeom>
                <a:avLst/>
                <a:gdLst>
                  <a:gd name="T0" fmla="*/ 9 w 35"/>
                  <a:gd name="T1" fmla="*/ 1 h 20"/>
                  <a:gd name="T2" fmla="*/ 0 w 35"/>
                  <a:gd name="T3" fmla="*/ 0 h 20"/>
                  <a:gd name="T4" fmla="*/ 48 w 35"/>
                  <a:gd name="T5" fmla="*/ 28 h 20"/>
                  <a:gd name="T6" fmla="*/ 1 w 35"/>
                  <a:gd name="T7" fmla="*/ 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0">
                    <a:moveTo>
                      <a:pt x="6" y="1"/>
                    </a:moveTo>
                    <a:cubicBezTo>
                      <a:pt x="4" y="1"/>
                      <a:pt x="2" y="0"/>
                      <a:pt x="0" y="0"/>
                    </a:cubicBezTo>
                    <a:cubicBezTo>
                      <a:pt x="10" y="9"/>
                      <a:pt x="20" y="20"/>
                      <a:pt x="35" y="18"/>
                    </a:cubicBezTo>
                    <a:cubicBezTo>
                      <a:pt x="30" y="6"/>
                      <a:pt x="12" y="9"/>
                      <a:pt x="1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2" name="Freeform 1213">
                <a:extLst>
                  <a:ext uri="{FF2B5EF4-FFF2-40B4-BE49-F238E27FC236}">
                    <a16:creationId xmlns:a16="http://schemas.microsoft.com/office/drawing/2014/main" id="{AEAD8ED9-80BA-4826-8E02-2866973FF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411"/>
                <a:ext cx="27" cy="22"/>
              </a:xfrm>
              <a:custGeom>
                <a:avLst/>
                <a:gdLst>
                  <a:gd name="T0" fmla="*/ 1 w 24"/>
                  <a:gd name="T1" fmla="*/ 8 h 20"/>
                  <a:gd name="T2" fmla="*/ 34 w 24"/>
                  <a:gd name="T3" fmla="*/ 26 h 20"/>
                  <a:gd name="T4" fmla="*/ 0 w 2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1" y="5"/>
                    </a:moveTo>
                    <a:cubicBezTo>
                      <a:pt x="3" y="7"/>
                      <a:pt x="16" y="19"/>
                      <a:pt x="24" y="20"/>
                    </a:cubicBezTo>
                    <a:cubicBezTo>
                      <a:pt x="22" y="8"/>
                      <a:pt x="8" y="4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3" name="Freeform 1214">
                <a:extLst>
                  <a:ext uri="{FF2B5EF4-FFF2-40B4-BE49-F238E27FC236}">
                    <a16:creationId xmlns:a16="http://schemas.microsoft.com/office/drawing/2014/main" id="{16EFD879-DEE5-4A16-B0BF-E58E92E83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448"/>
                <a:ext cx="41" cy="33"/>
              </a:xfrm>
              <a:custGeom>
                <a:avLst/>
                <a:gdLst>
                  <a:gd name="T0" fmla="*/ 8 w 37"/>
                  <a:gd name="T1" fmla="*/ 8 h 30"/>
                  <a:gd name="T2" fmla="*/ 0 w 37"/>
                  <a:gd name="T3" fmla="*/ 1 h 30"/>
                  <a:gd name="T4" fmla="*/ 41 w 37"/>
                  <a:gd name="T5" fmla="*/ 40 h 30"/>
                  <a:gd name="T6" fmla="*/ 8 w 37"/>
                  <a:gd name="T7" fmla="*/ 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0">
                    <a:moveTo>
                      <a:pt x="5" y="5"/>
                    </a:moveTo>
                    <a:cubicBezTo>
                      <a:pt x="2" y="3"/>
                      <a:pt x="3" y="0"/>
                      <a:pt x="0" y="1"/>
                    </a:cubicBezTo>
                    <a:cubicBezTo>
                      <a:pt x="4" y="12"/>
                      <a:pt x="18" y="28"/>
                      <a:pt x="30" y="30"/>
                    </a:cubicBezTo>
                    <a:cubicBezTo>
                      <a:pt x="37" y="17"/>
                      <a:pt x="12" y="11"/>
                      <a:pt x="5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4" name="Freeform 1215">
                <a:extLst>
                  <a:ext uri="{FF2B5EF4-FFF2-40B4-BE49-F238E27FC236}">
                    <a16:creationId xmlns:a16="http://schemas.microsoft.com/office/drawing/2014/main" id="{7A47DFCC-EC39-4A3B-9712-72E771BCC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496"/>
                <a:ext cx="33" cy="21"/>
              </a:xfrm>
              <a:custGeom>
                <a:avLst/>
                <a:gdLst>
                  <a:gd name="T0" fmla="*/ 13 w 30"/>
                  <a:gd name="T1" fmla="*/ 3 h 19"/>
                  <a:gd name="T2" fmla="*/ 4 w 30"/>
                  <a:gd name="T3" fmla="*/ 0 h 19"/>
                  <a:gd name="T4" fmla="*/ 40 w 30"/>
                  <a:gd name="T5" fmla="*/ 24 h 19"/>
                  <a:gd name="T6" fmla="*/ 0 w 30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9">
                    <a:moveTo>
                      <a:pt x="10" y="3"/>
                    </a:moveTo>
                    <a:cubicBezTo>
                      <a:pt x="8" y="2"/>
                      <a:pt x="5" y="1"/>
                      <a:pt x="4" y="0"/>
                    </a:cubicBezTo>
                    <a:cubicBezTo>
                      <a:pt x="9" y="9"/>
                      <a:pt x="19" y="19"/>
                      <a:pt x="30" y="18"/>
                    </a:cubicBezTo>
                    <a:cubicBezTo>
                      <a:pt x="30" y="6"/>
                      <a:pt x="9" y="3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5" name="Freeform 1216">
                <a:extLst>
                  <a:ext uri="{FF2B5EF4-FFF2-40B4-BE49-F238E27FC236}">
                    <a16:creationId xmlns:a16="http://schemas.microsoft.com/office/drawing/2014/main" id="{0F154311-57F6-4E27-93F9-56100E2B9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529"/>
                <a:ext cx="40" cy="26"/>
              </a:xfrm>
              <a:custGeom>
                <a:avLst/>
                <a:gdLst>
                  <a:gd name="T0" fmla="*/ 4 w 36"/>
                  <a:gd name="T1" fmla="*/ 3 h 24"/>
                  <a:gd name="T2" fmla="*/ 0 w 36"/>
                  <a:gd name="T3" fmla="*/ 2 h 24"/>
                  <a:gd name="T4" fmla="*/ 49 w 36"/>
                  <a:gd name="T5" fmla="*/ 27 h 24"/>
                  <a:gd name="T6" fmla="*/ 3 w 36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4">
                    <a:moveTo>
                      <a:pt x="4" y="3"/>
                    </a:moveTo>
                    <a:cubicBezTo>
                      <a:pt x="3" y="2"/>
                      <a:pt x="1" y="2"/>
                      <a:pt x="0" y="2"/>
                    </a:cubicBezTo>
                    <a:cubicBezTo>
                      <a:pt x="9" y="10"/>
                      <a:pt x="22" y="24"/>
                      <a:pt x="36" y="21"/>
                    </a:cubicBezTo>
                    <a:cubicBezTo>
                      <a:pt x="33" y="9"/>
                      <a:pt x="11" y="3"/>
                      <a:pt x="3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6" name="Freeform 1217">
                <a:extLst>
                  <a:ext uri="{FF2B5EF4-FFF2-40B4-BE49-F238E27FC236}">
                    <a16:creationId xmlns:a16="http://schemas.microsoft.com/office/drawing/2014/main" id="{50EF333F-2DBD-43FB-B879-2FFBF923E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562"/>
                <a:ext cx="43" cy="21"/>
              </a:xfrm>
              <a:custGeom>
                <a:avLst/>
                <a:gdLst>
                  <a:gd name="T0" fmla="*/ 0 w 39"/>
                  <a:gd name="T1" fmla="*/ 2 h 19"/>
                  <a:gd name="T2" fmla="*/ 52 w 39"/>
                  <a:gd name="T3" fmla="*/ 25 h 19"/>
                  <a:gd name="T4" fmla="*/ 3 w 3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9">
                    <a:moveTo>
                      <a:pt x="0" y="2"/>
                    </a:moveTo>
                    <a:cubicBezTo>
                      <a:pt x="0" y="2"/>
                      <a:pt x="29" y="18"/>
                      <a:pt x="39" y="19"/>
                    </a:cubicBezTo>
                    <a:cubicBezTo>
                      <a:pt x="31" y="7"/>
                      <a:pt x="16" y="5"/>
                      <a:pt x="3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7" name="Freeform 1218">
                <a:extLst>
                  <a:ext uri="{FF2B5EF4-FFF2-40B4-BE49-F238E27FC236}">
                    <a16:creationId xmlns:a16="http://schemas.microsoft.com/office/drawing/2014/main" id="{309414AF-42C7-40B1-8BDC-F9A96C9A3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584"/>
                <a:ext cx="43" cy="35"/>
              </a:xfrm>
              <a:custGeom>
                <a:avLst/>
                <a:gdLst>
                  <a:gd name="T0" fmla="*/ 3 w 39"/>
                  <a:gd name="T1" fmla="*/ 3 h 32"/>
                  <a:gd name="T2" fmla="*/ 0 w 39"/>
                  <a:gd name="T3" fmla="*/ 3 h 32"/>
                  <a:gd name="T4" fmla="*/ 51 w 39"/>
                  <a:gd name="T5" fmla="*/ 39 h 32"/>
                  <a:gd name="T6" fmla="*/ 3 w 39"/>
                  <a:gd name="T7" fmla="*/ 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2">
                    <a:moveTo>
                      <a:pt x="3" y="3"/>
                    </a:moveTo>
                    <a:cubicBezTo>
                      <a:pt x="1" y="3"/>
                      <a:pt x="0" y="0"/>
                      <a:pt x="0" y="3"/>
                    </a:cubicBezTo>
                    <a:cubicBezTo>
                      <a:pt x="8" y="14"/>
                      <a:pt x="23" y="32"/>
                      <a:pt x="38" y="30"/>
                    </a:cubicBezTo>
                    <a:cubicBezTo>
                      <a:pt x="39" y="15"/>
                      <a:pt x="15" y="8"/>
                      <a:pt x="3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8" name="Freeform 1219">
                <a:extLst>
                  <a:ext uri="{FF2B5EF4-FFF2-40B4-BE49-F238E27FC236}">
                    <a16:creationId xmlns:a16="http://schemas.microsoft.com/office/drawing/2014/main" id="{AFE9BF4D-A6CD-431D-9EB2-37682D294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629"/>
                <a:ext cx="40" cy="29"/>
              </a:xfrm>
              <a:custGeom>
                <a:avLst/>
                <a:gdLst>
                  <a:gd name="T0" fmla="*/ 3 w 36"/>
                  <a:gd name="T1" fmla="*/ 4 h 26"/>
                  <a:gd name="T2" fmla="*/ 0 w 36"/>
                  <a:gd name="T3" fmla="*/ 0 h 26"/>
                  <a:gd name="T4" fmla="*/ 49 w 36"/>
                  <a:gd name="T5" fmla="*/ 29 h 26"/>
                  <a:gd name="T6" fmla="*/ 8 w 36"/>
                  <a:gd name="T7" fmla="*/ 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6">
                    <a:moveTo>
                      <a:pt x="3" y="4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4" y="11"/>
                      <a:pt x="25" y="26"/>
                      <a:pt x="36" y="21"/>
                    </a:cubicBezTo>
                    <a:cubicBezTo>
                      <a:pt x="35" y="8"/>
                      <a:pt x="15" y="4"/>
                      <a:pt x="5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9" name="Freeform 1220">
                <a:extLst>
                  <a:ext uri="{FF2B5EF4-FFF2-40B4-BE49-F238E27FC236}">
                    <a16:creationId xmlns:a16="http://schemas.microsoft.com/office/drawing/2014/main" id="{09144288-3628-4094-A89A-6A73F0170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663"/>
                <a:ext cx="42" cy="36"/>
              </a:xfrm>
              <a:custGeom>
                <a:avLst/>
                <a:gdLst>
                  <a:gd name="T0" fmla="*/ 8 w 38"/>
                  <a:gd name="T1" fmla="*/ 0 h 33"/>
                  <a:gd name="T2" fmla="*/ 51 w 38"/>
                  <a:gd name="T3" fmla="*/ 32 h 33"/>
                  <a:gd name="T4" fmla="*/ 0 w 38"/>
                  <a:gd name="T5" fmla="*/ 4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3">
                    <a:moveTo>
                      <a:pt x="5" y="0"/>
                    </a:moveTo>
                    <a:cubicBezTo>
                      <a:pt x="14" y="4"/>
                      <a:pt x="33" y="12"/>
                      <a:pt x="38" y="25"/>
                    </a:cubicBezTo>
                    <a:cubicBezTo>
                      <a:pt x="21" y="33"/>
                      <a:pt x="5" y="8"/>
                      <a:pt x="0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0" name="Freeform 1221">
                <a:extLst>
                  <a:ext uri="{FF2B5EF4-FFF2-40B4-BE49-F238E27FC236}">
                    <a16:creationId xmlns:a16="http://schemas.microsoft.com/office/drawing/2014/main" id="{18250233-4D63-4BD7-BCFF-7FEED7A8F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699"/>
                <a:ext cx="39" cy="38"/>
              </a:xfrm>
              <a:custGeom>
                <a:avLst/>
                <a:gdLst>
                  <a:gd name="T0" fmla="*/ 0 w 36"/>
                  <a:gd name="T1" fmla="*/ 2 h 34"/>
                  <a:gd name="T2" fmla="*/ 46 w 36"/>
                  <a:gd name="T3" fmla="*/ 40 h 34"/>
                  <a:gd name="T4" fmla="*/ 0 w 36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4">
                    <a:moveTo>
                      <a:pt x="0" y="2"/>
                    </a:moveTo>
                    <a:cubicBezTo>
                      <a:pt x="4" y="0"/>
                      <a:pt x="28" y="21"/>
                      <a:pt x="36" y="29"/>
                    </a:cubicBezTo>
                    <a:cubicBezTo>
                      <a:pt x="24" y="34"/>
                      <a:pt x="0" y="27"/>
                      <a:pt x="0" y="1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1" name="Freeform 1222">
                <a:extLst>
                  <a:ext uri="{FF2B5EF4-FFF2-40B4-BE49-F238E27FC236}">
                    <a16:creationId xmlns:a16="http://schemas.microsoft.com/office/drawing/2014/main" id="{4AA54663-C94F-4ECD-9212-D8A8E1DC8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745"/>
                <a:ext cx="39" cy="28"/>
              </a:xfrm>
              <a:custGeom>
                <a:avLst/>
                <a:gdLst>
                  <a:gd name="T0" fmla="*/ 8 w 35"/>
                  <a:gd name="T1" fmla="*/ 4 h 25"/>
                  <a:gd name="T2" fmla="*/ 0 w 35"/>
                  <a:gd name="T3" fmla="*/ 1 h 25"/>
                  <a:gd name="T4" fmla="*/ 48 w 35"/>
                  <a:gd name="T5" fmla="*/ 35 h 25"/>
                  <a:gd name="T6" fmla="*/ 3 w 35"/>
                  <a:gd name="T7" fmla="*/ 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5">
                    <a:moveTo>
                      <a:pt x="5" y="4"/>
                    </a:moveTo>
                    <a:cubicBezTo>
                      <a:pt x="3" y="2"/>
                      <a:pt x="4" y="0"/>
                      <a:pt x="0" y="1"/>
                    </a:cubicBezTo>
                    <a:cubicBezTo>
                      <a:pt x="9" y="10"/>
                      <a:pt x="22" y="24"/>
                      <a:pt x="35" y="25"/>
                    </a:cubicBezTo>
                    <a:cubicBezTo>
                      <a:pt x="33" y="11"/>
                      <a:pt x="15" y="10"/>
                      <a:pt x="3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2" name="Freeform 1223">
                <a:extLst>
                  <a:ext uri="{FF2B5EF4-FFF2-40B4-BE49-F238E27FC236}">
                    <a16:creationId xmlns:a16="http://schemas.microsoft.com/office/drawing/2014/main" id="{043F84C8-BA1B-4447-BB4A-270F5040C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2775"/>
                <a:ext cx="56" cy="39"/>
              </a:xfrm>
              <a:custGeom>
                <a:avLst/>
                <a:gdLst>
                  <a:gd name="T0" fmla="*/ 3 w 51"/>
                  <a:gd name="T1" fmla="*/ 3 h 35"/>
                  <a:gd name="T2" fmla="*/ 0 w 51"/>
                  <a:gd name="T3" fmla="*/ 0 h 35"/>
                  <a:gd name="T4" fmla="*/ 54 w 51"/>
                  <a:gd name="T5" fmla="*/ 48 h 35"/>
                  <a:gd name="T6" fmla="*/ 9 w 51"/>
                  <a:gd name="T7" fmla="*/ 8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5">
                    <a:moveTo>
                      <a:pt x="3" y="3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9" y="12"/>
                      <a:pt x="26" y="33"/>
                      <a:pt x="41" y="35"/>
                    </a:cubicBezTo>
                    <a:cubicBezTo>
                      <a:pt x="51" y="18"/>
                      <a:pt x="14" y="12"/>
                      <a:pt x="6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3" name="Freeform 1224">
                <a:extLst>
                  <a:ext uri="{FF2B5EF4-FFF2-40B4-BE49-F238E27FC236}">
                    <a16:creationId xmlns:a16="http://schemas.microsoft.com/office/drawing/2014/main" id="{85E4E2CF-479A-45CC-A201-5557A7660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817"/>
                <a:ext cx="36" cy="37"/>
              </a:xfrm>
              <a:custGeom>
                <a:avLst/>
                <a:gdLst>
                  <a:gd name="T0" fmla="*/ 3 w 32"/>
                  <a:gd name="T1" fmla="*/ 8 h 33"/>
                  <a:gd name="T2" fmla="*/ 0 w 32"/>
                  <a:gd name="T3" fmla="*/ 1 h 33"/>
                  <a:gd name="T4" fmla="*/ 46 w 32"/>
                  <a:gd name="T5" fmla="*/ 46 h 33"/>
                  <a:gd name="T6" fmla="*/ 3 w 32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3" y="5"/>
                    </a:moveTo>
                    <a:cubicBezTo>
                      <a:pt x="2" y="4"/>
                      <a:pt x="1" y="2"/>
                      <a:pt x="0" y="1"/>
                    </a:cubicBezTo>
                    <a:cubicBezTo>
                      <a:pt x="10" y="12"/>
                      <a:pt x="16" y="31"/>
                      <a:pt x="32" y="33"/>
                    </a:cubicBezTo>
                    <a:cubicBezTo>
                      <a:pt x="31" y="20"/>
                      <a:pt x="15" y="4"/>
                      <a:pt x="3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4" name="Freeform 1225">
                <a:extLst>
                  <a:ext uri="{FF2B5EF4-FFF2-40B4-BE49-F238E27FC236}">
                    <a16:creationId xmlns:a16="http://schemas.microsoft.com/office/drawing/2014/main" id="{14B6C8D1-8EEA-49D8-A6D4-7BD8EA156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844"/>
                <a:ext cx="42" cy="60"/>
              </a:xfrm>
              <a:custGeom>
                <a:avLst/>
                <a:gdLst>
                  <a:gd name="T0" fmla="*/ 10 w 38"/>
                  <a:gd name="T1" fmla="*/ 1 h 55"/>
                  <a:gd name="T2" fmla="*/ 0 w 38"/>
                  <a:gd name="T3" fmla="*/ 0 h 55"/>
                  <a:gd name="T4" fmla="*/ 48 w 38"/>
                  <a:gd name="T5" fmla="*/ 70 h 55"/>
                  <a:gd name="T6" fmla="*/ 2 w 38"/>
                  <a:gd name="T7" fmla="*/ 9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55">
                    <a:moveTo>
                      <a:pt x="7" y="1"/>
                    </a:moveTo>
                    <a:cubicBezTo>
                      <a:pt x="5" y="0"/>
                      <a:pt x="3" y="0"/>
                      <a:pt x="0" y="0"/>
                    </a:cubicBezTo>
                    <a:cubicBezTo>
                      <a:pt x="4" y="15"/>
                      <a:pt x="17" y="55"/>
                      <a:pt x="35" y="54"/>
                    </a:cubicBezTo>
                    <a:cubicBezTo>
                      <a:pt x="38" y="32"/>
                      <a:pt x="15" y="20"/>
                      <a:pt x="2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5" name="Freeform 1226">
                <a:extLst>
                  <a:ext uri="{FF2B5EF4-FFF2-40B4-BE49-F238E27FC236}">
                    <a16:creationId xmlns:a16="http://schemas.microsoft.com/office/drawing/2014/main" id="{57A169D3-6432-4B7F-9D8B-03A049A58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871"/>
                <a:ext cx="50" cy="61"/>
              </a:xfrm>
              <a:custGeom>
                <a:avLst/>
                <a:gdLst>
                  <a:gd name="T0" fmla="*/ 3 w 45"/>
                  <a:gd name="T1" fmla="*/ 9 h 55"/>
                  <a:gd name="T2" fmla="*/ 0 w 45"/>
                  <a:gd name="T3" fmla="*/ 0 h 55"/>
                  <a:gd name="T4" fmla="*/ 52 w 45"/>
                  <a:gd name="T5" fmla="*/ 75 h 55"/>
                  <a:gd name="T6" fmla="*/ 4 w 45"/>
                  <a:gd name="T7" fmla="*/ 9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5">
                    <a:moveTo>
                      <a:pt x="3" y="6"/>
                    </a:moveTo>
                    <a:cubicBezTo>
                      <a:pt x="2" y="3"/>
                      <a:pt x="5" y="0"/>
                      <a:pt x="0" y="0"/>
                    </a:cubicBezTo>
                    <a:cubicBezTo>
                      <a:pt x="3" y="19"/>
                      <a:pt x="19" y="47"/>
                      <a:pt x="38" y="55"/>
                    </a:cubicBezTo>
                    <a:cubicBezTo>
                      <a:pt x="45" y="37"/>
                      <a:pt x="23" y="8"/>
                      <a:pt x="4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6" name="Freeform 1227">
                <a:extLst>
                  <a:ext uri="{FF2B5EF4-FFF2-40B4-BE49-F238E27FC236}">
                    <a16:creationId xmlns:a16="http://schemas.microsoft.com/office/drawing/2014/main" id="{4D0AE0E7-04E3-439C-8813-D171971A3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916"/>
                <a:ext cx="35" cy="49"/>
              </a:xfrm>
              <a:custGeom>
                <a:avLst/>
                <a:gdLst>
                  <a:gd name="T0" fmla="*/ 4 w 32"/>
                  <a:gd name="T1" fmla="*/ 9 h 45"/>
                  <a:gd name="T2" fmla="*/ 1 w 32"/>
                  <a:gd name="T3" fmla="*/ 0 h 45"/>
                  <a:gd name="T4" fmla="*/ 34 w 32"/>
                  <a:gd name="T5" fmla="*/ 58 h 45"/>
                  <a:gd name="T6" fmla="*/ 3 w 32"/>
                  <a:gd name="T7" fmla="*/ 5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5">
                    <a:moveTo>
                      <a:pt x="4" y="6"/>
                    </a:moveTo>
                    <a:cubicBezTo>
                      <a:pt x="3" y="4"/>
                      <a:pt x="3" y="2"/>
                      <a:pt x="1" y="0"/>
                    </a:cubicBezTo>
                    <a:cubicBezTo>
                      <a:pt x="0" y="17"/>
                      <a:pt x="13" y="35"/>
                      <a:pt x="26" y="45"/>
                    </a:cubicBezTo>
                    <a:cubicBezTo>
                      <a:pt x="32" y="31"/>
                      <a:pt x="16" y="10"/>
                      <a:pt x="3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7" name="Freeform 1228">
                <a:extLst>
                  <a:ext uri="{FF2B5EF4-FFF2-40B4-BE49-F238E27FC236}">
                    <a16:creationId xmlns:a16="http://schemas.microsoft.com/office/drawing/2014/main" id="{29379417-0363-4904-9113-7C4B1433C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948"/>
                <a:ext cx="27" cy="37"/>
              </a:xfrm>
              <a:custGeom>
                <a:avLst/>
                <a:gdLst>
                  <a:gd name="T0" fmla="*/ 3 w 24"/>
                  <a:gd name="T1" fmla="*/ 9 h 34"/>
                  <a:gd name="T2" fmla="*/ 0 w 24"/>
                  <a:gd name="T3" fmla="*/ 1 h 34"/>
                  <a:gd name="T4" fmla="*/ 33 w 24"/>
                  <a:gd name="T5" fmla="*/ 44 h 34"/>
                  <a:gd name="T6" fmla="*/ 0 w 24"/>
                  <a:gd name="T7" fmla="*/ 1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4">
                    <a:moveTo>
                      <a:pt x="3" y="6"/>
                    </a:moveTo>
                    <a:cubicBezTo>
                      <a:pt x="2" y="4"/>
                      <a:pt x="1" y="3"/>
                      <a:pt x="0" y="1"/>
                    </a:cubicBezTo>
                    <a:cubicBezTo>
                      <a:pt x="8" y="11"/>
                      <a:pt x="11" y="27"/>
                      <a:pt x="23" y="34"/>
                    </a:cubicBezTo>
                    <a:cubicBezTo>
                      <a:pt x="24" y="21"/>
                      <a:pt x="10" y="0"/>
                      <a:pt x="0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8" name="Freeform 1229">
                <a:extLst>
                  <a:ext uri="{FF2B5EF4-FFF2-40B4-BE49-F238E27FC236}">
                    <a16:creationId xmlns:a16="http://schemas.microsoft.com/office/drawing/2014/main" id="{2FAFFFCC-B388-47A3-999E-7FE8C2639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960"/>
                <a:ext cx="27" cy="45"/>
              </a:xfrm>
              <a:custGeom>
                <a:avLst/>
                <a:gdLst>
                  <a:gd name="T0" fmla="*/ 0 w 25"/>
                  <a:gd name="T1" fmla="*/ 5 h 41"/>
                  <a:gd name="T2" fmla="*/ 0 w 25"/>
                  <a:gd name="T3" fmla="*/ 0 h 41"/>
                  <a:gd name="T4" fmla="*/ 31 w 25"/>
                  <a:gd name="T5" fmla="*/ 54 h 41"/>
                  <a:gd name="T6" fmla="*/ 0 w 25"/>
                  <a:gd name="T7" fmla="*/ 1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1">
                    <a:moveTo>
                      <a:pt x="0" y="5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0" y="13"/>
                      <a:pt x="10" y="39"/>
                      <a:pt x="25" y="41"/>
                    </a:cubicBezTo>
                    <a:cubicBezTo>
                      <a:pt x="24" y="26"/>
                      <a:pt x="8" y="19"/>
                      <a:pt x="0" y="8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9" name="Freeform 1230">
                <a:extLst>
                  <a:ext uri="{FF2B5EF4-FFF2-40B4-BE49-F238E27FC236}">
                    <a16:creationId xmlns:a16="http://schemas.microsoft.com/office/drawing/2014/main" id="{4CD1980F-8C6B-4535-B420-FB6D589F2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988"/>
                <a:ext cx="23" cy="37"/>
              </a:xfrm>
              <a:custGeom>
                <a:avLst/>
                <a:gdLst>
                  <a:gd name="T0" fmla="*/ 5 w 21"/>
                  <a:gd name="T1" fmla="*/ 2 h 33"/>
                  <a:gd name="T2" fmla="*/ 27 w 21"/>
                  <a:gd name="T3" fmla="*/ 46 h 33"/>
                  <a:gd name="T4" fmla="*/ 0 w 2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3">
                    <a:moveTo>
                      <a:pt x="5" y="2"/>
                    </a:moveTo>
                    <a:cubicBezTo>
                      <a:pt x="0" y="6"/>
                      <a:pt x="11" y="33"/>
                      <a:pt x="21" y="33"/>
                    </a:cubicBezTo>
                    <a:cubicBezTo>
                      <a:pt x="21" y="22"/>
                      <a:pt x="10" y="6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0" name="Freeform 1231">
                <a:extLst>
                  <a:ext uri="{FF2B5EF4-FFF2-40B4-BE49-F238E27FC236}">
                    <a16:creationId xmlns:a16="http://schemas.microsoft.com/office/drawing/2014/main" id="{F9D49913-825F-444B-8A40-650A09AF2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998"/>
                <a:ext cx="31" cy="45"/>
              </a:xfrm>
              <a:custGeom>
                <a:avLst/>
                <a:gdLst>
                  <a:gd name="T0" fmla="*/ 9 w 28"/>
                  <a:gd name="T1" fmla="*/ 8 h 40"/>
                  <a:gd name="T2" fmla="*/ 3 w 28"/>
                  <a:gd name="T3" fmla="*/ 2 h 40"/>
                  <a:gd name="T4" fmla="*/ 30 w 28"/>
                  <a:gd name="T5" fmla="*/ 57 h 40"/>
                  <a:gd name="T6" fmla="*/ 0 w 28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0">
                    <a:moveTo>
                      <a:pt x="6" y="5"/>
                    </a:moveTo>
                    <a:cubicBezTo>
                      <a:pt x="6" y="3"/>
                      <a:pt x="5" y="3"/>
                      <a:pt x="3" y="2"/>
                    </a:cubicBezTo>
                    <a:cubicBezTo>
                      <a:pt x="6" y="14"/>
                      <a:pt x="12" y="32"/>
                      <a:pt x="22" y="40"/>
                    </a:cubicBezTo>
                    <a:cubicBezTo>
                      <a:pt x="28" y="25"/>
                      <a:pt x="10" y="9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1" name="Freeform 1232">
                <a:extLst>
                  <a:ext uri="{FF2B5EF4-FFF2-40B4-BE49-F238E27FC236}">
                    <a16:creationId xmlns:a16="http://schemas.microsoft.com/office/drawing/2014/main" id="{2AF3D79C-1FD3-4083-9B36-BFD7606F8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3013"/>
                <a:ext cx="20" cy="42"/>
              </a:xfrm>
              <a:custGeom>
                <a:avLst/>
                <a:gdLst>
                  <a:gd name="T0" fmla="*/ 9 w 18"/>
                  <a:gd name="T1" fmla="*/ 0 h 38"/>
                  <a:gd name="T2" fmla="*/ 24 w 18"/>
                  <a:gd name="T3" fmla="*/ 51 h 38"/>
                  <a:gd name="T4" fmla="*/ 0 w 18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8">
                    <a:moveTo>
                      <a:pt x="6" y="0"/>
                    </a:moveTo>
                    <a:cubicBezTo>
                      <a:pt x="0" y="5"/>
                      <a:pt x="7" y="35"/>
                      <a:pt x="18" y="38"/>
                    </a:cubicBezTo>
                    <a:cubicBezTo>
                      <a:pt x="18" y="26"/>
                      <a:pt x="6" y="11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2" name="Freeform 1233">
                <a:extLst>
                  <a:ext uri="{FF2B5EF4-FFF2-40B4-BE49-F238E27FC236}">
                    <a16:creationId xmlns:a16="http://schemas.microsoft.com/office/drawing/2014/main" id="{82A14C39-8751-4C6B-AA47-C796966A4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3028"/>
                <a:ext cx="22" cy="43"/>
              </a:xfrm>
              <a:custGeom>
                <a:avLst/>
                <a:gdLst>
                  <a:gd name="T0" fmla="*/ 10 w 20"/>
                  <a:gd name="T1" fmla="*/ 4 h 39"/>
                  <a:gd name="T2" fmla="*/ 4 w 20"/>
                  <a:gd name="T3" fmla="*/ 1 h 39"/>
                  <a:gd name="T4" fmla="*/ 25 w 20"/>
                  <a:gd name="T5" fmla="*/ 52 h 39"/>
                  <a:gd name="T6" fmla="*/ 8 w 20"/>
                  <a:gd name="T7" fmla="*/ 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9">
                    <a:moveTo>
                      <a:pt x="7" y="4"/>
                    </a:moveTo>
                    <a:cubicBezTo>
                      <a:pt x="5" y="3"/>
                      <a:pt x="8" y="0"/>
                      <a:pt x="4" y="1"/>
                    </a:cubicBezTo>
                    <a:cubicBezTo>
                      <a:pt x="0" y="14"/>
                      <a:pt x="12" y="29"/>
                      <a:pt x="19" y="39"/>
                    </a:cubicBezTo>
                    <a:cubicBezTo>
                      <a:pt x="20" y="30"/>
                      <a:pt x="12" y="12"/>
                      <a:pt x="5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3" name="Freeform 1234">
                <a:extLst>
                  <a:ext uri="{FF2B5EF4-FFF2-40B4-BE49-F238E27FC236}">
                    <a16:creationId xmlns:a16="http://schemas.microsoft.com/office/drawing/2014/main" id="{843F19D7-5BC7-448E-9871-5FEA7A643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3037"/>
                <a:ext cx="31" cy="45"/>
              </a:xfrm>
              <a:custGeom>
                <a:avLst/>
                <a:gdLst>
                  <a:gd name="T0" fmla="*/ 10 w 28"/>
                  <a:gd name="T1" fmla="*/ 5 h 41"/>
                  <a:gd name="T2" fmla="*/ 38 w 28"/>
                  <a:gd name="T3" fmla="*/ 54 h 41"/>
                  <a:gd name="T4" fmla="*/ 0 w 28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1">
                    <a:moveTo>
                      <a:pt x="7" y="5"/>
                    </a:moveTo>
                    <a:cubicBezTo>
                      <a:pt x="12" y="16"/>
                      <a:pt x="17" y="36"/>
                      <a:pt x="28" y="41"/>
                    </a:cubicBezTo>
                    <a:cubicBezTo>
                      <a:pt x="26" y="26"/>
                      <a:pt x="11" y="5"/>
                      <a:pt x="0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4" name="Freeform 1235">
                <a:extLst>
                  <a:ext uri="{FF2B5EF4-FFF2-40B4-BE49-F238E27FC236}">
                    <a16:creationId xmlns:a16="http://schemas.microsoft.com/office/drawing/2014/main" id="{59A453E7-0504-484F-913B-F76674932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3051"/>
                <a:ext cx="41" cy="41"/>
              </a:xfrm>
              <a:custGeom>
                <a:avLst/>
                <a:gdLst>
                  <a:gd name="T0" fmla="*/ 4 w 37"/>
                  <a:gd name="T1" fmla="*/ 2 h 37"/>
                  <a:gd name="T2" fmla="*/ 2 w 37"/>
                  <a:gd name="T3" fmla="*/ 2 h 37"/>
                  <a:gd name="T4" fmla="*/ 50 w 37"/>
                  <a:gd name="T5" fmla="*/ 50 h 37"/>
                  <a:gd name="T6" fmla="*/ 2 w 37"/>
                  <a:gd name="T7" fmla="*/ 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7">
                    <a:moveTo>
                      <a:pt x="4" y="2"/>
                    </a:moveTo>
                    <a:cubicBezTo>
                      <a:pt x="1" y="0"/>
                      <a:pt x="0" y="0"/>
                      <a:pt x="2" y="2"/>
                    </a:cubicBezTo>
                    <a:cubicBezTo>
                      <a:pt x="12" y="13"/>
                      <a:pt x="22" y="32"/>
                      <a:pt x="37" y="37"/>
                    </a:cubicBezTo>
                    <a:cubicBezTo>
                      <a:pt x="30" y="24"/>
                      <a:pt x="14" y="12"/>
                      <a:pt x="2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5" name="Freeform 1236">
                <a:extLst>
                  <a:ext uri="{FF2B5EF4-FFF2-40B4-BE49-F238E27FC236}">
                    <a16:creationId xmlns:a16="http://schemas.microsoft.com/office/drawing/2014/main" id="{875F935A-214A-4EBB-8A02-6E56BB652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071"/>
                <a:ext cx="54" cy="39"/>
              </a:xfrm>
              <a:custGeom>
                <a:avLst/>
                <a:gdLst>
                  <a:gd name="T0" fmla="*/ 3 w 49"/>
                  <a:gd name="T1" fmla="*/ 0 h 35"/>
                  <a:gd name="T2" fmla="*/ 66 w 49"/>
                  <a:gd name="T3" fmla="*/ 48 h 35"/>
                  <a:gd name="T4" fmla="*/ 0 w 49"/>
                  <a:gd name="T5" fmla="*/ 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5">
                    <a:moveTo>
                      <a:pt x="3" y="0"/>
                    </a:moveTo>
                    <a:cubicBezTo>
                      <a:pt x="5" y="10"/>
                      <a:pt x="37" y="34"/>
                      <a:pt x="49" y="35"/>
                    </a:cubicBezTo>
                    <a:cubicBezTo>
                      <a:pt x="34" y="24"/>
                      <a:pt x="17" y="12"/>
                      <a:pt x="0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6" name="Freeform 1237">
                <a:extLst>
                  <a:ext uri="{FF2B5EF4-FFF2-40B4-BE49-F238E27FC236}">
                    <a16:creationId xmlns:a16="http://schemas.microsoft.com/office/drawing/2014/main" id="{6C206B37-D611-4914-A9E5-98F1BB62D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3107"/>
                <a:ext cx="66" cy="29"/>
              </a:xfrm>
              <a:custGeom>
                <a:avLst/>
                <a:gdLst>
                  <a:gd name="T0" fmla="*/ 0 w 60"/>
                  <a:gd name="T1" fmla="*/ 0 h 27"/>
                  <a:gd name="T2" fmla="*/ 80 w 60"/>
                  <a:gd name="T3" fmla="*/ 31 h 27"/>
                  <a:gd name="T4" fmla="*/ 8 w 60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27">
                    <a:moveTo>
                      <a:pt x="0" y="0"/>
                    </a:moveTo>
                    <a:cubicBezTo>
                      <a:pt x="16" y="17"/>
                      <a:pt x="37" y="27"/>
                      <a:pt x="60" y="25"/>
                    </a:cubicBezTo>
                    <a:cubicBezTo>
                      <a:pt x="49" y="2"/>
                      <a:pt x="26" y="4"/>
                      <a:pt x="5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7" name="Freeform 1238">
                <a:extLst>
                  <a:ext uri="{FF2B5EF4-FFF2-40B4-BE49-F238E27FC236}">
                    <a16:creationId xmlns:a16="http://schemas.microsoft.com/office/drawing/2014/main" id="{7F7D878D-13DC-4773-97BC-56ED0B7DA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3138"/>
                <a:ext cx="73" cy="26"/>
              </a:xfrm>
              <a:custGeom>
                <a:avLst/>
                <a:gdLst>
                  <a:gd name="T0" fmla="*/ 0 w 66"/>
                  <a:gd name="T1" fmla="*/ 2 h 24"/>
                  <a:gd name="T2" fmla="*/ 90 w 66"/>
                  <a:gd name="T3" fmla="*/ 22 h 24"/>
                  <a:gd name="T4" fmla="*/ 10 w 66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4">
                    <a:moveTo>
                      <a:pt x="0" y="2"/>
                    </a:moveTo>
                    <a:cubicBezTo>
                      <a:pt x="7" y="12"/>
                      <a:pt x="53" y="24"/>
                      <a:pt x="66" y="17"/>
                    </a:cubicBezTo>
                    <a:cubicBezTo>
                      <a:pt x="56" y="3"/>
                      <a:pt x="22" y="0"/>
                      <a:pt x="7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8" name="Freeform 1239">
                <a:extLst>
                  <a:ext uri="{FF2B5EF4-FFF2-40B4-BE49-F238E27FC236}">
                    <a16:creationId xmlns:a16="http://schemas.microsoft.com/office/drawing/2014/main" id="{4C2E5A6E-60EE-4EB6-89A9-0B667577E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3164"/>
                <a:ext cx="74" cy="39"/>
              </a:xfrm>
              <a:custGeom>
                <a:avLst/>
                <a:gdLst>
                  <a:gd name="T0" fmla="*/ 0 w 67"/>
                  <a:gd name="T1" fmla="*/ 32 h 35"/>
                  <a:gd name="T2" fmla="*/ 78 w 67"/>
                  <a:gd name="T3" fmla="*/ 22 h 35"/>
                  <a:gd name="T4" fmla="*/ 0 w 67"/>
                  <a:gd name="T5" fmla="*/ 2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35">
                    <a:moveTo>
                      <a:pt x="0" y="23"/>
                    </a:moveTo>
                    <a:cubicBezTo>
                      <a:pt x="10" y="27"/>
                      <a:pt x="67" y="35"/>
                      <a:pt x="58" y="16"/>
                    </a:cubicBezTo>
                    <a:cubicBezTo>
                      <a:pt x="49" y="0"/>
                      <a:pt x="11" y="13"/>
                      <a:pt x="0" y="1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9" name="Freeform 1240">
                <a:extLst>
                  <a:ext uri="{FF2B5EF4-FFF2-40B4-BE49-F238E27FC236}">
                    <a16:creationId xmlns:a16="http://schemas.microsoft.com/office/drawing/2014/main" id="{09E26F36-768B-4C4D-B743-A8A523F91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3203"/>
                <a:ext cx="67" cy="26"/>
              </a:xfrm>
              <a:custGeom>
                <a:avLst/>
                <a:gdLst>
                  <a:gd name="T0" fmla="*/ 9 w 60"/>
                  <a:gd name="T1" fmla="*/ 27 h 24"/>
                  <a:gd name="T2" fmla="*/ 0 w 60"/>
                  <a:gd name="T3" fmla="*/ 27 h 24"/>
                  <a:gd name="T4" fmla="*/ 84 w 60"/>
                  <a:gd name="T5" fmla="*/ 16 h 24"/>
                  <a:gd name="T6" fmla="*/ 9 w 60"/>
                  <a:gd name="T7" fmla="*/ 2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24">
                    <a:moveTo>
                      <a:pt x="6" y="21"/>
                    </a:moveTo>
                    <a:cubicBezTo>
                      <a:pt x="4" y="21"/>
                      <a:pt x="2" y="21"/>
                      <a:pt x="0" y="21"/>
                    </a:cubicBezTo>
                    <a:cubicBezTo>
                      <a:pt x="17" y="19"/>
                      <a:pt x="44" y="0"/>
                      <a:pt x="60" y="13"/>
                    </a:cubicBezTo>
                    <a:cubicBezTo>
                      <a:pt x="48" y="18"/>
                      <a:pt x="17" y="24"/>
                      <a:pt x="6" y="18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0" name="Freeform 1241">
                <a:extLst>
                  <a:ext uri="{FF2B5EF4-FFF2-40B4-BE49-F238E27FC236}">
                    <a16:creationId xmlns:a16="http://schemas.microsoft.com/office/drawing/2014/main" id="{29DD40F2-EB22-4A44-85D3-9D507251B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244"/>
                <a:ext cx="54" cy="15"/>
              </a:xfrm>
              <a:custGeom>
                <a:avLst/>
                <a:gdLst>
                  <a:gd name="T0" fmla="*/ 8 w 49"/>
                  <a:gd name="T1" fmla="*/ 16 h 14"/>
                  <a:gd name="T2" fmla="*/ 0 w 49"/>
                  <a:gd name="T3" fmla="*/ 12 h 14"/>
                  <a:gd name="T4" fmla="*/ 66 w 49"/>
                  <a:gd name="T5" fmla="*/ 12 h 14"/>
                  <a:gd name="T6" fmla="*/ 8 w 49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4">
                    <a:moveTo>
                      <a:pt x="5" y="13"/>
                    </a:moveTo>
                    <a:cubicBezTo>
                      <a:pt x="3" y="11"/>
                      <a:pt x="2" y="10"/>
                      <a:pt x="0" y="9"/>
                    </a:cubicBezTo>
                    <a:cubicBezTo>
                      <a:pt x="14" y="11"/>
                      <a:pt x="33" y="0"/>
                      <a:pt x="49" y="9"/>
                    </a:cubicBezTo>
                    <a:cubicBezTo>
                      <a:pt x="39" y="12"/>
                      <a:pt x="16" y="9"/>
                      <a:pt x="5" y="1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1" name="Freeform 1242">
                <a:extLst>
                  <a:ext uri="{FF2B5EF4-FFF2-40B4-BE49-F238E27FC236}">
                    <a16:creationId xmlns:a16="http://schemas.microsoft.com/office/drawing/2014/main" id="{00AF41B2-760B-436D-865F-19902AF70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3293"/>
                <a:ext cx="46" cy="25"/>
              </a:xfrm>
              <a:custGeom>
                <a:avLst/>
                <a:gdLst>
                  <a:gd name="T0" fmla="*/ 2 w 41"/>
                  <a:gd name="T1" fmla="*/ 13 h 22"/>
                  <a:gd name="T2" fmla="*/ 54 w 41"/>
                  <a:gd name="T3" fmla="*/ 13 h 22"/>
                  <a:gd name="T4" fmla="*/ 0 w 41"/>
                  <a:gd name="T5" fmla="*/ 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2">
                    <a:moveTo>
                      <a:pt x="2" y="9"/>
                    </a:moveTo>
                    <a:cubicBezTo>
                      <a:pt x="0" y="15"/>
                      <a:pt x="41" y="22"/>
                      <a:pt x="38" y="9"/>
                    </a:cubicBezTo>
                    <a:cubicBezTo>
                      <a:pt x="36" y="0"/>
                      <a:pt x="6" y="4"/>
                      <a:pt x="0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2" name="Freeform 1243">
                <a:extLst>
                  <a:ext uri="{FF2B5EF4-FFF2-40B4-BE49-F238E27FC236}">
                    <a16:creationId xmlns:a16="http://schemas.microsoft.com/office/drawing/2014/main" id="{DDAEB662-8711-496E-ADC2-D9556E4AC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334"/>
                <a:ext cx="52" cy="22"/>
              </a:xfrm>
              <a:custGeom>
                <a:avLst/>
                <a:gdLst>
                  <a:gd name="T0" fmla="*/ 2 w 47"/>
                  <a:gd name="T1" fmla="*/ 15 h 20"/>
                  <a:gd name="T2" fmla="*/ 64 w 47"/>
                  <a:gd name="T3" fmla="*/ 19 h 20"/>
                  <a:gd name="T4" fmla="*/ 0 w 47"/>
                  <a:gd name="T5" fmla="*/ 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0">
                    <a:moveTo>
                      <a:pt x="2" y="12"/>
                    </a:moveTo>
                    <a:cubicBezTo>
                      <a:pt x="16" y="17"/>
                      <a:pt x="32" y="20"/>
                      <a:pt x="47" y="14"/>
                    </a:cubicBezTo>
                    <a:cubicBezTo>
                      <a:pt x="42" y="0"/>
                      <a:pt x="13" y="5"/>
                      <a:pt x="0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3" name="Freeform 1244">
                <a:extLst>
                  <a:ext uri="{FF2B5EF4-FFF2-40B4-BE49-F238E27FC236}">
                    <a16:creationId xmlns:a16="http://schemas.microsoft.com/office/drawing/2014/main" id="{E4F9A0C3-3197-413A-A15D-D699FC7B4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3388"/>
                <a:ext cx="53" cy="25"/>
              </a:xfrm>
              <a:custGeom>
                <a:avLst/>
                <a:gdLst>
                  <a:gd name="T0" fmla="*/ 0 w 48"/>
                  <a:gd name="T1" fmla="*/ 9 h 22"/>
                  <a:gd name="T2" fmla="*/ 65 w 48"/>
                  <a:gd name="T3" fmla="*/ 11 h 22"/>
                  <a:gd name="T4" fmla="*/ 0 w 48"/>
                  <a:gd name="T5" fmla="*/ 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2">
                    <a:moveTo>
                      <a:pt x="0" y="6"/>
                    </a:moveTo>
                    <a:cubicBezTo>
                      <a:pt x="14" y="12"/>
                      <a:pt x="35" y="22"/>
                      <a:pt x="48" y="8"/>
                    </a:cubicBezTo>
                    <a:cubicBezTo>
                      <a:pt x="34" y="0"/>
                      <a:pt x="13" y="9"/>
                      <a:pt x="0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4" name="Freeform 1245">
                <a:extLst>
                  <a:ext uri="{FF2B5EF4-FFF2-40B4-BE49-F238E27FC236}">
                    <a16:creationId xmlns:a16="http://schemas.microsoft.com/office/drawing/2014/main" id="{B24B614A-2CA6-451A-8B1A-AF7F0047C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427"/>
                <a:ext cx="56" cy="18"/>
              </a:xfrm>
              <a:custGeom>
                <a:avLst/>
                <a:gdLst>
                  <a:gd name="T0" fmla="*/ 5 w 51"/>
                  <a:gd name="T1" fmla="*/ 9 h 16"/>
                  <a:gd name="T2" fmla="*/ 0 w 51"/>
                  <a:gd name="T3" fmla="*/ 8 h 16"/>
                  <a:gd name="T4" fmla="*/ 67 w 51"/>
                  <a:gd name="T5" fmla="*/ 11 h 16"/>
                  <a:gd name="T6" fmla="*/ 10 w 5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6">
                    <a:moveTo>
                      <a:pt x="5" y="6"/>
                    </a:moveTo>
                    <a:cubicBezTo>
                      <a:pt x="3" y="6"/>
                      <a:pt x="2" y="6"/>
                      <a:pt x="0" y="5"/>
                    </a:cubicBezTo>
                    <a:cubicBezTo>
                      <a:pt x="16" y="10"/>
                      <a:pt x="37" y="16"/>
                      <a:pt x="51" y="8"/>
                    </a:cubicBezTo>
                    <a:cubicBezTo>
                      <a:pt x="40" y="7"/>
                      <a:pt x="10" y="8"/>
                      <a:pt x="7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5" name="Freeform 1246">
                <a:extLst>
                  <a:ext uri="{FF2B5EF4-FFF2-40B4-BE49-F238E27FC236}">
                    <a16:creationId xmlns:a16="http://schemas.microsoft.com/office/drawing/2014/main" id="{F3A6D6DB-9DD3-42FF-9315-216B19569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460"/>
                <a:ext cx="44" cy="14"/>
              </a:xfrm>
              <a:custGeom>
                <a:avLst/>
                <a:gdLst>
                  <a:gd name="T0" fmla="*/ 2 w 40"/>
                  <a:gd name="T1" fmla="*/ 5 h 13"/>
                  <a:gd name="T2" fmla="*/ 1 w 40"/>
                  <a:gd name="T3" fmla="*/ 0 h 13"/>
                  <a:gd name="T4" fmla="*/ 53 w 40"/>
                  <a:gd name="T5" fmla="*/ 16 h 13"/>
                  <a:gd name="T6" fmla="*/ 8 w 40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3">
                    <a:moveTo>
                      <a:pt x="2" y="5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12" y="5"/>
                      <a:pt x="27" y="13"/>
                      <a:pt x="40" y="13"/>
                    </a:cubicBezTo>
                    <a:cubicBezTo>
                      <a:pt x="35" y="0"/>
                      <a:pt x="9" y="9"/>
                      <a:pt x="5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6" name="Freeform 1247">
                <a:extLst>
                  <a:ext uri="{FF2B5EF4-FFF2-40B4-BE49-F238E27FC236}">
                    <a16:creationId xmlns:a16="http://schemas.microsoft.com/office/drawing/2014/main" id="{101A2BD5-1A94-4A68-A244-9E4B59965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3494"/>
                <a:ext cx="45" cy="18"/>
              </a:xfrm>
              <a:custGeom>
                <a:avLst/>
                <a:gdLst>
                  <a:gd name="T0" fmla="*/ 18 w 40"/>
                  <a:gd name="T1" fmla="*/ 18 h 16"/>
                  <a:gd name="T2" fmla="*/ 9 w 40"/>
                  <a:gd name="T3" fmla="*/ 12 h 16"/>
                  <a:gd name="T4" fmla="*/ 57 w 40"/>
                  <a:gd name="T5" fmla="*/ 18 h 16"/>
                  <a:gd name="T6" fmla="*/ 2 w 40"/>
                  <a:gd name="T7" fmla="*/ 2 h 16"/>
                  <a:gd name="T8" fmla="*/ 7 w 4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6">
                    <a:moveTo>
                      <a:pt x="12" y="12"/>
                    </a:moveTo>
                    <a:cubicBezTo>
                      <a:pt x="10" y="11"/>
                      <a:pt x="8" y="11"/>
                      <a:pt x="6" y="9"/>
                    </a:cubicBezTo>
                    <a:cubicBezTo>
                      <a:pt x="17" y="10"/>
                      <a:pt x="29" y="16"/>
                      <a:pt x="40" y="12"/>
                    </a:cubicBezTo>
                    <a:cubicBezTo>
                      <a:pt x="35" y="0"/>
                      <a:pt x="13" y="6"/>
                      <a:pt x="2" y="2"/>
                    </a:cubicBezTo>
                    <a:cubicBezTo>
                      <a:pt x="0" y="2"/>
                      <a:pt x="3" y="3"/>
                      <a:pt x="4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7" name="Freeform 1248">
                <a:extLst>
                  <a:ext uri="{FF2B5EF4-FFF2-40B4-BE49-F238E27FC236}">
                    <a16:creationId xmlns:a16="http://schemas.microsoft.com/office/drawing/2014/main" id="{5AF53980-75C5-485E-ACB4-97BAF103C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531"/>
                <a:ext cx="38" cy="22"/>
              </a:xfrm>
              <a:custGeom>
                <a:avLst/>
                <a:gdLst>
                  <a:gd name="T0" fmla="*/ 9 w 34"/>
                  <a:gd name="T1" fmla="*/ 10 h 20"/>
                  <a:gd name="T2" fmla="*/ 2 w 34"/>
                  <a:gd name="T3" fmla="*/ 11 h 20"/>
                  <a:gd name="T4" fmla="*/ 47 w 34"/>
                  <a:gd name="T5" fmla="*/ 22 h 20"/>
                  <a:gd name="T6" fmla="*/ 0 w 34"/>
                  <a:gd name="T7" fmla="*/ 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6" y="7"/>
                    </a:moveTo>
                    <a:cubicBezTo>
                      <a:pt x="5" y="7"/>
                      <a:pt x="3" y="7"/>
                      <a:pt x="2" y="8"/>
                    </a:cubicBezTo>
                    <a:cubicBezTo>
                      <a:pt x="10" y="12"/>
                      <a:pt x="26" y="20"/>
                      <a:pt x="34" y="16"/>
                    </a:cubicBezTo>
                    <a:cubicBezTo>
                      <a:pt x="29" y="5"/>
                      <a:pt x="3" y="0"/>
                      <a:pt x="0" y="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8" name="Freeform 1249">
                <a:extLst>
                  <a:ext uri="{FF2B5EF4-FFF2-40B4-BE49-F238E27FC236}">
                    <a16:creationId xmlns:a16="http://schemas.microsoft.com/office/drawing/2014/main" id="{B9BFC9C6-E7BD-4E57-BFF2-C653A2971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565"/>
                <a:ext cx="47" cy="21"/>
              </a:xfrm>
              <a:custGeom>
                <a:avLst/>
                <a:gdLst>
                  <a:gd name="T0" fmla="*/ 4 w 42"/>
                  <a:gd name="T1" fmla="*/ 3 h 19"/>
                  <a:gd name="T2" fmla="*/ 2 w 42"/>
                  <a:gd name="T3" fmla="*/ 1 h 19"/>
                  <a:gd name="T4" fmla="*/ 59 w 42"/>
                  <a:gd name="T5" fmla="*/ 13 h 19"/>
                  <a:gd name="T6" fmla="*/ 0 w 42"/>
                  <a:gd name="T7" fmla="*/ 3 h 19"/>
                  <a:gd name="T8" fmla="*/ 4 w 42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9">
                    <a:moveTo>
                      <a:pt x="4" y="3"/>
                    </a:moveTo>
                    <a:cubicBezTo>
                      <a:pt x="2" y="2"/>
                      <a:pt x="2" y="1"/>
                      <a:pt x="2" y="1"/>
                    </a:cubicBezTo>
                    <a:cubicBezTo>
                      <a:pt x="13" y="1"/>
                      <a:pt x="35" y="2"/>
                      <a:pt x="42" y="10"/>
                    </a:cubicBezTo>
                    <a:cubicBezTo>
                      <a:pt x="33" y="19"/>
                      <a:pt x="9" y="11"/>
                      <a:pt x="0" y="3"/>
                    </a:cubicBezTo>
                    <a:cubicBezTo>
                      <a:pt x="0" y="0"/>
                      <a:pt x="2" y="3"/>
                      <a:pt x="4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9" name="Freeform 1250">
                <a:extLst>
                  <a:ext uri="{FF2B5EF4-FFF2-40B4-BE49-F238E27FC236}">
                    <a16:creationId xmlns:a16="http://schemas.microsoft.com/office/drawing/2014/main" id="{A79FC053-3730-4AF8-B484-1114E1361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3597"/>
                <a:ext cx="56" cy="16"/>
              </a:xfrm>
              <a:custGeom>
                <a:avLst/>
                <a:gdLst>
                  <a:gd name="T0" fmla="*/ 10 w 50"/>
                  <a:gd name="T1" fmla="*/ 2 h 14"/>
                  <a:gd name="T2" fmla="*/ 3 w 50"/>
                  <a:gd name="T3" fmla="*/ 1 h 14"/>
                  <a:gd name="T4" fmla="*/ 71 w 50"/>
                  <a:gd name="T5" fmla="*/ 15 h 14"/>
                  <a:gd name="T6" fmla="*/ 0 w 50"/>
                  <a:gd name="T7" fmla="*/ 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4">
                    <a:moveTo>
                      <a:pt x="7" y="2"/>
                    </a:moveTo>
                    <a:cubicBezTo>
                      <a:pt x="6" y="1"/>
                      <a:pt x="5" y="1"/>
                      <a:pt x="3" y="1"/>
                    </a:cubicBezTo>
                    <a:cubicBezTo>
                      <a:pt x="15" y="0"/>
                      <a:pt x="37" y="4"/>
                      <a:pt x="50" y="10"/>
                    </a:cubicBezTo>
                    <a:cubicBezTo>
                      <a:pt x="34" y="14"/>
                      <a:pt x="12" y="13"/>
                      <a:pt x="0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0" name="Freeform 1251">
                <a:extLst>
                  <a:ext uri="{FF2B5EF4-FFF2-40B4-BE49-F238E27FC236}">
                    <a16:creationId xmlns:a16="http://schemas.microsoft.com/office/drawing/2014/main" id="{ADD92D0D-B6E0-4A8B-A2BA-056607D94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627"/>
                <a:ext cx="63" cy="32"/>
              </a:xfrm>
              <a:custGeom>
                <a:avLst/>
                <a:gdLst>
                  <a:gd name="T0" fmla="*/ 10 w 57"/>
                  <a:gd name="T1" fmla="*/ 0 h 29"/>
                  <a:gd name="T2" fmla="*/ 39 w 57"/>
                  <a:gd name="T3" fmla="*/ 4 h 29"/>
                  <a:gd name="T4" fmla="*/ 77 w 57"/>
                  <a:gd name="T5" fmla="*/ 29 h 29"/>
                  <a:gd name="T6" fmla="*/ 8 w 57"/>
                  <a:gd name="T7" fmla="*/ 1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9">
                    <a:moveTo>
                      <a:pt x="7" y="0"/>
                    </a:moveTo>
                    <a:cubicBezTo>
                      <a:pt x="0" y="1"/>
                      <a:pt x="25" y="3"/>
                      <a:pt x="29" y="4"/>
                    </a:cubicBezTo>
                    <a:cubicBezTo>
                      <a:pt x="38" y="7"/>
                      <a:pt x="52" y="12"/>
                      <a:pt x="57" y="22"/>
                    </a:cubicBezTo>
                    <a:cubicBezTo>
                      <a:pt x="41" y="29"/>
                      <a:pt x="14" y="15"/>
                      <a:pt x="5" y="9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1" name="Freeform 1252">
                <a:extLst>
                  <a:ext uri="{FF2B5EF4-FFF2-40B4-BE49-F238E27FC236}">
                    <a16:creationId xmlns:a16="http://schemas.microsoft.com/office/drawing/2014/main" id="{A1B9FA54-01B4-4E5C-BC99-F15B58F42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660"/>
                <a:ext cx="69" cy="52"/>
              </a:xfrm>
              <a:custGeom>
                <a:avLst/>
                <a:gdLst>
                  <a:gd name="T0" fmla="*/ 0 w 62"/>
                  <a:gd name="T1" fmla="*/ 4 h 47"/>
                  <a:gd name="T2" fmla="*/ 51 w 62"/>
                  <a:gd name="T3" fmla="*/ 64 h 47"/>
                  <a:gd name="T4" fmla="*/ 2 w 62"/>
                  <a:gd name="T5" fmla="*/ 27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7">
                    <a:moveTo>
                      <a:pt x="0" y="4"/>
                    </a:moveTo>
                    <a:cubicBezTo>
                      <a:pt x="22" y="0"/>
                      <a:pt x="62" y="23"/>
                      <a:pt x="37" y="47"/>
                    </a:cubicBezTo>
                    <a:cubicBezTo>
                      <a:pt x="27" y="34"/>
                      <a:pt x="17" y="29"/>
                      <a:pt x="2" y="2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2" name="Freeform 1253">
                <a:extLst>
                  <a:ext uri="{FF2B5EF4-FFF2-40B4-BE49-F238E27FC236}">
                    <a16:creationId xmlns:a16="http://schemas.microsoft.com/office/drawing/2014/main" id="{6F9E8199-8AB0-4726-8B8E-62A1DBC89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407"/>
                <a:ext cx="58" cy="26"/>
              </a:xfrm>
              <a:custGeom>
                <a:avLst/>
                <a:gdLst>
                  <a:gd name="T0" fmla="*/ 0 w 53"/>
                  <a:gd name="T1" fmla="*/ 33 h 23"/>
                  <a:gd name="T2" fmla="*/ 69 w 53"/>
                  <a:gd name="T3" fmla="*/ 0 h 23"/>
                  <a:gd name="T4" fmla="*/ 3 w 53"/>
                  <a:gd name="T5" fmla="*/ 2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3">
                    <a:moveTo>
                      <a:pt x="0" y="23"/>
                    </a:moveTo>
                    <a:cubicBezTo>
                      <a:pt x="5" y="13"/>
                      <a:pt x="40" y="4"/>
                      <a:pt x="53" y="0"/>
                    </a:cubicBezTo>
                    <a:cubicBezTo>
                      <a:pt x="39" y="9"/>
                      <a:pt x="19" y="13"/>
                      <a:pt x="3" y="1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3" name="Freeform 1254">
                <a:extLst>
                  <a:ext uri="{FF2B5EF4-FFF2-40B4-BE49-F238E27FC236}">
                    <a16:creationId xmlns:a16="http://schemas.microsoft.com/office/drawing/2014/main" id="{312CB57A-7567-4153-9F98-D26FF62CB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428"/>
                <a:ext cx="51" cy="39"/>
              </a:xfrm>
              <a:custGeom>
                <a:avLst/>
                <a:gdLst>
                  <a:gd name="T0" fmla="*/ 3 w 46"/>
                  <a:gd name="T1" fmla="*/ 35 h 35"/>
                  <a:gd name="T2" fmla="*/ 63 w 46"/>
                  <a:gd name="T3" fmla="*/ 16 h 35"/>
                  <a:gd name="T4" fmla="*/ 0 w 46"/>
                  <a:gd name="T5" fmla="*/ 3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5">
                    <a:moveTo>
                      <a:pt x="3" y="25"/>
                    </a:moveTo>
                    <a:cubicBezTo>
                      <a:pt x="12" y="35"/>
                      <a:pt x="39" y="20"/>
                      <a:pt x="46" y="12"/>
                    </a:cubicBezTo>
                    <a:cubicBezTo>
                      <a:pt x="37" y="0"/>
                      <a:pt x="9" y="20"/>
                      <a:pt x="0" y="2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4" name="Freeform 1255">
                <a:extLst>
                  <a:ext uri="{FF2B5EF4-FFF2-40B4-BE49-F238E27FC236}">
                    <a16:creationId xmlns:a16="http://schemas.microsoft.com/office/drawing/2014/main" id="{58DEE905-0AE1-4292-9931-4045A125E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454"/>
                <a:ext cx="53" cy="34"/>
              </a:xfrm>
              <a:custGeom>
                <a:avLst/>
                <a:gdLst>
                  <a:gd name="T0" fmla="*/ 1 w 48"/>
                  <a:gd name="T1" fmla="*/ 39 h 31"/>
                  <a:gd name="T2" fmla="*/ 65 w 48"/>
                  <a:gd name="T3" fmla="*/ 15 h 31"/>
                  <a:gd name="T4" fmla="*/ 0 w 48"/>
                  <a:gd name="T5" fmla="*/ 36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1">
                    <a:moveTo>
                      <a:pt x="1" y="30"/>
                    </a:moveTo>
                    <a:cubicBezTo>
                      <a:pt x="16" y="31"/>
                      <a:pt x="35" y="19"/>
                      <a:pt x="48" y="12"/>
                    </a:cubicBezTo>
                    <a:cubicBezTo>
                      <a:pt x="38" y="0"/>
                      <a:pt x="10" y="23"/>
                      <a:pt x="0" y="2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5" name="Freeform 1256">
                <a:extLst>
                  <a:ext uri="{FF2B5EF4-FFF2-40B4-BE49-F238E27FC236}">
                    <a16:creationId xmlns:a16="http://schemas.microsoft.com/office/drawing/2014/main" id="{76CFA5E9-11EE-44F0-9082-80D2EBD03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481"/>
                <a:ext cx="53" cy="40"/>
              </a:xfrm>
              <a:custGeom>
                <a:avLst/>
                <a:gdLst>
                  <a:gd name="T0" fmla="*/ 1 w 48"/>
                  <a:gd name="T1" fmla="*/ 49 h 36"/>
                  <a:gd name="T2" fmla="*/ 65 w 48"/>
                  <a:gd name="T3" fmla="*/ 0 h 36"/>
                  <a:gd name="T4" fmla="*/ 0 w 48"/>
                  <a:gd name="T5" fmla="*/ 3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6">
                    <a:moveTo>
                      <a:pt x="1" y="36"/>
                    </a:moveTo>
                    <a:cubicBezTo>
                      <a:pt x="15" y="31"/>
                      <a:pt x="45" y="17"/>
                      <a:pt x="48" y="0"/>
                    </a:cubicBezTo>
                    <a:cubicBezTo>
                      <a:pt x="33" y="2"/>
                      <a:pt x="12" y="17"/>
                      <a:pt x="0" y="2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6" name="Freeform 1257">
                <a:extLst>
                  <a:ext uri="{FF2B5EF4-FFF2-40B4-BE49-F238E27FC236}">
                    <a16:creationId xmlns:a16="http://schemas.microsoft.com/office/drawing/2014/main" id="{D1948132-1AEB-4CDB-AC7C-D8FC4089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511"/>
                <a:ext cx="53" cy="47"/>
              </a:xfrm>
              <a:custGeom>
                <a:avLst/>
                <a:gdLst>
                  <a:gd name="T0" fmla="*/ 3 w 48"/>
                  <a:gd name="T1" fmla="*/ 54 h 42"/>
                  <a:gd name="T2" fmla="*/ 65 w 48"/>
                  <a:gd name="T3" fmla="*/ 12 h 42"/>
                  <a:gd name="T4" fmla="*/ 0 w 48"/>
                  <a:gd name="T5" fmla="*/ 56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2">
                    <a:moveTo>
                      <a:pt x="3" y="38"/>
                    </a:moveTo>
                    <a:cubicBezTo>
                      <a:pt x="10" y="42"/>
                      <a:pt x="40" y="16"/>
                      <a:pt x="48" y="9"/>
                    </a:cubicBezTo>
                    <a:cubicBezTo>
                      <a:pt x="39" y="0"/>
                      <a:pt x="8" y="35"/>
                      <a:pt x="0" y="4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7" name="Freeform 1258">
                <a:extLst>
                  <a:ext uri="{FF2B5EF4-FFF2-40B4-BE49-F238E27FC236}">
                    <a16:creationId xmlns:a16="http://schemas.microsoft.com/office/drawing/2014/main" id="{25ABBDE5-A9ED-4DCA-A797-661DF9E9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548"/>
                <a:ext cx="55" cy="36"/>
              </a:xfrm>
              <a:custGeom>
                <a:avLst/>
                <a:gdLst>
                  <a:gd name="T0" fmla="*/ 0 w 50"/>
                  <a:gd name="T1" fmla="*/ 43 h 33"/>
                  <a:gd name="T2" fmla="*/ 67 w 50"/>
                  <a:gd name="T3" fmla="*/ 0 h 33"/>
                  <a:gd name="T4" fmla="*/ 43 w 50"/>
                  <a:gd name="T5" fmla="*/ 28 h 33"/>
                  <a:gd name="T6" fmla="*/ 8 w 50"/>
                  <a:gd name="T7" fmla="*/ 4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3">
                    <a:moveTo>
                      <a:pt x="0" y="33"/>
                    </a:moveTo>
                    <a:cubicBezTo>
                      <a:pt x="14" y="18"/>
                      <a:pt x="29" y="4"/>
                      <a:pt x="50" y="0"/>
                    </a:cubicBezTo>
                    <a:cubicBezTo>
                      <a:pt x="45" y="8"/>
                      <a:pt x="41" y="17"/>
                      <a:pt x="32" y="22"/>
                    </a:cubicBezTo>
                    <a:cubicBezTo>
                      <a:pt x="23" y="27"/>
                      <a:pt x="13" y="27"/>
                      <a:pt x="5" y="3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8" name="Freeform 1259">
                <a:extLst>
                  <a:ext uri="{FF2B5EF4-FFF2-40B4-BE49-F238E27FC236}">
                    <a16:creationId xmlns:a16="http://schemas.microsoft.com/office/drawing/2014/main" id="{AF429C39-B8D1-4365-84E2-FB86C6609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584"/>
                <a:ext cx="52" cy="30"/>
              </a:xfrm>
              <a:custGeom>
                <a:avLst/>
                <a:gdLst>
                  <a:gd name="T0" fmla="*/ 4 w 47"/>
                  <a:gd name="T1" fmla="*/ 36 h 27"/>
                  <a:gd name="T2" fmla="*/ 64 w 47"/>
                  <a:gd name="T3" fmla="*/ 0 h 27"/>
                  <a:gd name="T4" fmla="*/ 0 w 47"/>
                  <a:gd name="T5" fmla="*/ 37 h 27"/>
                  <a:gd name="T6" fmla="*/ 2 w 47"/>
                  <a:gd name="T7" fmla="*/ 3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7">
                    <a:moveTo>
                      <a:pt x="4" y="26"/>
                    </a:moveTo>
                    <a:cubicBezTo>
                      <a:pt x="13" y="11"/>
                      <a:pt x="30" y="3"/>
                      <a:pt x="47" y="0"/>
                    </a:cubicBezTo>
                    <a:cubicBezTo>
                      <a:pt x="32" y="7"/>
                      <a:pt x="19" y="26"/>
                      <a:pt x="0" y="27"/>
                    </a:cubicBezTo>
                    <a:cubicBezTo>
                      <a:pt x="0" y="26"/>
                      <a:pt x="1" y="26"/>
                      <a:pt x="2" y="2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9" name="Freeform 1260">
                <a:extLst>
                  <a:ext uri="{FF2B5EF4-FFF2-40B4-BE49-F238E27FC236}">
                    <a16:creationId xmlns:a16="http://schemas.microsoft.com/office/drawing/2014/main" id="{6402047A-E0EF-4316-A25D-37A3340E3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610"/>
                <a:ext cx="43" cy="46"/>
              </a:xfrm>
              <a:custGeom>
                <a:avLst/>
                <a:gdLst>
                  <a:gd name="T0" fmla="*/ 52 w 39"/>
                  <a:gd name="T1" fmla="*/ 1 h 42"/>
                  <a:gd name="T2" fmla="*/ 9 w 39"/>
                  <a:gd name="T3" fmla="*/ 42 h 42"/>
                  <a:gd name="T4" fmla="*/ 51 w 39"/>
                  <a:gd name="T5" fmla="*/ 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2">
                    <a:moveTo>
                      <a:pt x="39" y="1"/>
                    </a:moveTo>
                    <a:cubicBezTo>
                      <a:pt x="30" y="0"/>
                      <a:pt x="0" y="22"/>
                      <a:pt x="6" y="32"/>
                    </a:cubicBezTo>
                    <a:cubicBezTo>
                      <a:pt x="11" y="42"/>
                      <a:pt x="36" y="9"/>
                      <a:pt x="38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0" name="Freeform 1261">
                <a:extLst>
                  <a:ext uri="{FF2B5EF4-FFF2-40B4-BE49-F238E27FC236}">
                    <a16:creationId xmlns:a16="http://schemas.microsoft.com/office/drawing/2014/main" id="{7F3194E9-2842-4079-BFB1-95BD21150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637"/>
                <a:ext cx="37" cy="45"/>
              </a:xfrm>
              <a:custGeom>
                <a:avLst/>
                <a:gdLst>
                  <a:gd name="T0" fmla="*/ 42 w 34"/>
                  <a:gd name="T1" fmla="*/ 2 h 41"/>
                  <a:gd name="T2" fmla="*/ 44 w 34"/>
                  <a:gd name="T3" fmla="*/ 0 h 41"/>
                  <a:gd name="T4" fmla="*/ 4 w 34"/>
                  <a:gd name="T5" fmla="*/ 41 h 41"/>
                  <a:gd name="T6" fmla="*/ 40 w 34"/>
                  <a:gd name="T7" fmla="*/ 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1">
                    <a:moveTo>
                      <a:pt x="33" y="2"/>
                    </a:moveTo>
                    <a:cubicBezTo>
                      <a:pt x="33" y="1"/>
                      <a:pt x="34" y="1"/>
                      <a:pt x="34" y="0"/>
                    </a:cubicBezTo>
                    <a:cubicBezTo>
                      <a:pt x="29" y="5"/>
                      <a:pt x="0" y="22"/>
                      <a:pt x="4" y="31"/>
                    </a:cubicBezTo>
                    <a:cubicBezTo>
                      <a:pt x="8" y="41"/>
                      <a:pt x="28" y="10"/>
                      <a:pt x="31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1" name="Freeform 1262">
                <a:extLst>
                  <a:ext uri="{FF2B5EF4-FFF2-40B4-BE49-F238E27FC236}">
                    <a16:creationId xmlns:a16="http://schemas.microsoft.com/office/drawing/2014/main" id="{838412DC-754E-453B-A86A-929B88432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671"/>
                <a:ext cx="43" cy="30"/>
              </a:xfrm>
              <a:custGeom>
                <a:avLst/>
                <a:gdLst>
                  <a:gd name="T0" fmla="*/ 50 w 39"/>
                  <a:gd name="T1" fmla="*/ 2 h 27"/>
                  <a:gd name="T2" fmla="*/ 49 w 39"/>
                  <a:gd name="T3" fmla="*/ 0 h 27"/>
                  <a:gd name="T4" fmla="*/ 14 w 39"/>
                  <a:gd name="T5" fmla="*/ 34 h 27"/>
                  <a:gd name="T6" fmla="*/ 52 w 39"/>
                  <a:gd name="T7" fmla="*/ 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7">
                    <a:moveTo>
                      <a:pt x="37" y="2"/>
                    </a:moveTo>
                    <a:cubicBezTo>
                      <a:pt x="38" y="1"/>
                      <a:pt x="37" y="0"/>
                      <a:pt x="36" y="0"/>
                    </a:cubicBezTo>
                    <a:cubicBezTo>
                      <a:pt x="32" y="2"/>
                      <a:pt x="0" y="21"/>
                      <a:pt x="11" y="25"/>
                    </a:cubicBezTo>
                    <a:cubicBezTo>
                      <a:pt x="19" y="27"/>
                      <a:pt x="36" y="7"/>
                      <a:pt x="39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2" name="Freeform 1263">
                <a:extLst>
                  <a:ext uri="{FF2B5EF4-FFF2-40B4-BE49-F238E27FC236}">
                    <a16:creationId xmlns:a16="http://schemas.microsoft.com/office/drawing/2014/main" id="{A8CC1AE0-68CD-40E5-AA71-B47D2D11F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690"/>
                <a:ext cx="41" cy="38"/>
              </a:xfrm>
              <a:custGeom>
                <a:avLst/>
                <a:gdLst>
                  <a:gd name="T0" fmla="*/ 50 w 37"/>
                  <a:gd name="T1" fmla="*/ 1 h 34"/>
                  <a:gd name="T2" fmla="*/ 0 w 37"/>
                  <a:gd name="T3" fmla="*/ 39 h 34"/>
                  <a:gd name="T4" fmla="*/ 47 w 37"/>
                  <a:gd name="T5" fmla="*/ 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4">
                    <a:moveTo>
                      <a:pt x="37" y="1"/>
                    </a:moveTo>
                    <a:cubicBezTo>
                      <a:pt x="28" y="0"/>
                      <a:pt x="4" y="18"/>
                      <a:pt x="0" y="28"/>
                    </a:cubicBezTo>
                    <a:cubicBezTo>
                      <a:pt x="12" y="34"/>
                      <a:pt x="28" y="10"/>
                      <a:pt x="34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3" name="Freeform 1264">
                <a:extLst>
                  <a:ext uri="{FF2B5EF4-FFF2-40B4-BE49-F238E27FC236}">
                    <a16:creationId xmlns:a16="http://schemas.microsoft.com/office/drawing/2014/main" id="{C4A54387-1ACC-402E-AB50-6A4EAC44C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708"/>
                <a:ext cx="42" cy="39"/>
              </a:xfrm>
              <a:custGeom>
                <a:avLst/>
                <a:gdLst>
                  <a:gd name="T0" fmla="*/ 49 w 38"/>
                  <a:gd name="T1" fmla="*/ 4 h 35"/>
                  <a:gd name="T2" fmla="*/ 51 w 38"/>
                  <a:gd name="T3" fmla="*/ 0 h 35"/>
                  <a:gd name="T4" fmla="*/ 4 w 38"/>
                  <a:gd name="T5" fmla="*/ 48 h 35"/>
                  <a:gd name="T6" fmla="*/ 51 w 38"/>
                  <a:gd name="T7" fmla="*/ 2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5">
                    <a:moveTo>
                      <a:pt x="36" y="4"/>
                    </a:moveTo>
                    <a:cubicBezTo>
                      <a:pt x="37" y="2"/>
                      <a:pt x="38" y="1"/>
                      <a:pt x="38" y="0"/>
                    </a:cubicBezTo>
                    <a:cubicBezTo>
                      <a:pt x="28" y="0"/>
                      <a:pt x="0" y="24"/>
                      <a:pt x="4" y="35"/>
                    </a:cubicBezTo>
                    <a:cubicBezTo>
                      <a:pt x="17" y="29"/>
                      <a:pt x="30" y="13"/>
                      <a:pt x="38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4" name="Freeform 1265">
                <a:extLst>
                  <a:ext uri="{FF2B5EF4-FFF2-40B4-BE49-F238E27FC236}">
                    <a16:creationId xmlns:a16="http://schemas.microsoft.com/office/drawing/2014/main" id="{62FFE7B5-3F38-4C2E-AD16-47810D98F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727"/>
                <a:ext cx="40" cy="38"/>
              </a:xfrm>
              <a:custGeom>
                <a:avLst/>
                <a:gdLst>
                  <a:gd name="T0" fmla="*/ 49 w 36"/>
                  <a:gd name="T1" fmla="*/ 1 h 35"/>
                  <a:gd name="T2" fmla="*/ 0 w 36"/>
                  <a:gd name="T3" fmla="*/ 45 h 35"/>
                  <a:gd name="T4" fmla="*/ 49 w 3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5">
                    <a:moveTo>
                      <a:pt x="36" y="1"/>
                    </a:moveTo>
                    <a:cubicBezTo>
                      <a:pt x="23" y="3"/>
                      <a:pt x="3" y="22"/>
                      <a:pt x="0" y="35"/>
                    </a:cubicBezTo>
                    <a:cubicBezTo>
                      <a:pt x="11" y="23"/>
                      <a:pt x="25" y="13"/>
                      <a:pt x="36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5" name="Freeform 1266">
                <a:extLst>
                  <a:ext uri="{FF2B5EF4-FFF2-40B4-BE49-F238E27FC236}">
                    <a16:creationId xmlns:a16="http://schemas.microsoft.com/office/drawing/2014/main" id="{9810EA03-F874-40BF-B98E-B1B0AE944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749"/>
                <a:ext cx="42" cy="46"/>
              </a:xfrm>
              <a:custGeom>
                <a:avLst/>
                <a:gdLst>
                  <a:gd name="T0" fmla="*/ 51 w 38"/>
                  <a:gd name="T1" fmla="*/ 0 h 42"/>
                  <a:gd name="T2" fmla="*/ 0 w 38"/>
                  <a:gd name="T3" fmla="*/ 55 h 42"/>
                  <a:gd name="T4" fmla="*/ 46 w 38"/>
                  <a:gd name="T5" fmla="*/ 1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2">
                    <a:moveTo>
                      <a:pt x="38" y="0"/>
                    </a:moveTo>
                    <a:cubicBezTo>
                      <a:pt x="25" y="0"/>
                      <a:pt x="1" y="29"/>
                      <a:pt x="0" y="42"/>
                    </a:cubicBezTo>
                    <a:cubicBezTo>
                      <a:pt x="16" y="40"/>
                      <a:pt x="23" y="16"/>
                      <a:pt x="34" y="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6" name="Freeform 1267">
                <a:extLst>
                  <a:ext uri="{FF2B5EF4-FFF2-40B4-BE49-F238E27FC236}">
                    <a16:creationId xmlns:a16="http://schemas.microsoft.com/office/drawing/2014/main" id="{4D230025-ECE0-4318-B65F-F922CB795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770"/>
                <a:ext cx="35" cy="44"/>
              </a:xfrm>
              <a:custGeom>
                <a:avLst/>
                <a:gdLst>
                  <a:gd name="T0" fmla="*/ 38 w 32"/>
                  <a:gd name="T1" fmla="*/ 3 h 40"/>
                  <a:gd name="T2" fmla="*/ 42 w 32"/>
                  <a:gd name="T3" fmla="*/ 0 h 40"/>
                  <a:gd name="T4" fmla="*/ 0 w 32"/>
                  <a:gd name="T5" fmla="*/ 53 h 40"/>
                  <a:gd name="T6" fmla="*/ 38 w 32"/>
                  <a:gd name="T7" fmla="*/ 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29" y="3"/>
                    </a:moveTo>
                    <a:cubicBezTo>
                      <a:pt x="30" y="2"/>
                      <a:pt x="31" y="1"/>
                      <a:pt x="32" y="0"/>
                    </a:cubicBezTo>
                    <a:cubicBezTo>
                      <a:pt x="17" y="11"/>
                      <a:pt x="3" y="21"/>
                      <a:pt x="0" y="40"/>
                    </a:cubicBezTo>
                    <a:cubicBezTo>
                      <a:pt x="9" y="28"/>
                      <a:pt x="21" y="18"/>
                      <a:pt x="29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7" name="Freeform 1268">
                <a:extLst>
                  <a:ext uri="{FF2B5EF4-FFF2-40B4-BE49-F238E27FC236}">
                    <a16:creationId xmlns:a16="http://schemas.microsoft.com/office/drawing/2014/main" id="{03ECC328-ACB2-4A9B-858A-DD753C25B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791"/>
                <a:ext cx="28" cy="39"/>
              </a:xfrm>
              <a:custGeom>
                <a:avLst/>
                <a:gdLst>
                  <a:gd name="T0" fmla="*/ 32 w 26"/>
                  <a:gd name="T1" fmla="*/ 11 h 36"/>
                  <a:gd name="T2" fmla="*/ 0 w 26"/>
                  <a:gd name="T3" fmla="*/ 44 h 36"/>
                  <a:gd name="T4" fmla="*/ 10 w 26"/>
                  <a:gd name="T5" fmla="*/ 36 h 36"/>
                  <a:gd name="T6" fmla="*/ 32 w 26"/>
                  <a:gd name="T7" fmla="*/ 4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6">
                    <a:moveTo>
                      <a:pt x="26" y="8"/>
                    </a:moveTo>
                    <a:cubicBezTo>
                      <a:pt x="22" y="0"/>
                      <a:pt x="0" y="28"/>
                      <a:pt x="0" y="35"/>
                    </a:cubicBezTo>
                    <a:cubicBezTo>
                      <a:pt x="6" y="36"/>
                      <a:pt x="4" y="32"/>
                      <a:pt x="7" y="28"/>
                    </a:cubicBezTo>
                    <a:cubicBezTo>
                      <a:pt x="14" y="20"/>
                      <a:pt x="19" y="12"/>
                      <a:pt x="26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8" name="Freeform 1269">
                <a:extLst>
                  <a:ext uri="{FF2B5EF4-FFF2-40B4-BE49-F238E27FC236}">
                    <a16:creationId xmlns:a16="http://schemas.microsoft.com/office/drawing/2014/main" id="{5308142A-4905-42DB-90B9-BF2EBF0E5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813"/>
                <a:ext cx="35" cy="45"/>
              </a:xfrm>
              <a:custGeom>
                <a:avLst/>
                <a:gdLst>
                  <a:gd name="T0" fmla="*/ 38 w 32"/>
                  <a:gd name="T1" fmla="*/ 4 h 41"/>
                  <a:gd name="T2" fmla="*/ 40 w 32"/>
                  <a:gd name="T3" fmla="*/ 0 h 41"/>
                  <a:gd name="T4" fmla="*/ 0 w 32"/>
                  <a:gd name="T5" fmla="*/ 52 h 41"/>
                  <a:gd name="T6" fmla="*/ 39 w 32"/>
                  <a:gd name="T7" fmla="*/ 1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1">
                    <a:moveTo>
                      <a:pt x="29" y="4"/>
                    </a:moveTo>
                    <a:cubicBezTo>
                      <a:pt x="30" y="3"/>
                      <a:pt x="32" y="3"/>
                      <a:pt x="31" y="0"/>
                    </a:cubicBezTo>
                    <a:cubicBezTo>
                      <a:pt x="19" y="4"/>
                      <a:pt x="1" y="27"/>
                      <a:pt x="0" y="39"/>
                    </a:cubicBezTo>
                    <a:cubicBezTo>
                      <a:pt x="14" y="41"/>
                      <a:pt x="18" y="11"/>
                      <a:pt x="30" y="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9" name="Freeform 1270">
                <a:extLst>
                  <a:ext uri="{FF2B5EF4-FFF2-40B4-BE49-F238E27FC236}">
                    <a16:creationId xmlns:a16="http://schemas.microsoft.com/office/drawing/2014/main" id="{C0D5EB2F-F0C5-4E4D-8DA4-59ED2F41C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843"/>
                <a:ext cx="30" cy="38"/>
              </a:xfrm>
              <a:custGeom>
                <a:avLst/>
                <a:gdLst>
                  <a:gd name="T0" fmla="*/ 34 w 27"/>
                  <a:gd name="T1" fmla="*/ 3 h 35"/>
                  <a:gd name="T2" fmla="*/ 37 w 27"/>
                  <a:gd name="T3" fmla="*/ 0 h 35"/>
                  <a:gd name="T4" fmla="*/ 4 w 27"/>
                  <a:gd name="T5" fmla="*/ 45 h 35"/>
                  <a:gd name="T6" fmla="*/ 37 w 27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5">
                    <a:moveTo>
                      <a:pt x="25" y="3"/>
                    </a:moveTo>
                    <a:cubicBezTo>
                      <a:pt x="26" y="2"/>
                      <a:pt x="27" y="1"/>
                      <a:pt x="27" y="0"/>
                    </a:cubicBezTo>
                    <a:cubicBezTo>
                      <a:pt x="18" y="3"/>
                      <a:pt x="0" y="25"/>
                      <a:pt x="4" y="35"/>
                    </a:cubicBezTo>
                    <a:cubicBezTo>
                      <a:pt x="16" y="32"/>
                      <a:pt x="23" y="10"/>
                      <a:pt x="27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0" name="Freeform 1271">
                <a:extLst>
                  <a:ext uri="{FF2B5EF4-FFF2-40B4-BE49-F238E27FC236}">
                    <a16:creationId xmlns:a16="http://schemas.microsoft.com/office/drawing/2014/main" id="{C656D800-1739-498D-B4EA-D9C97860E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856"/>
                <a:ext cx="39" cy="43"/>
              </a:xfrm>
              <a:custGeom>
                <a:avLst/>
                <a:gdLst>
                  <a:gd name="T0" fmla="*/ 47 w 35"/>
                  <a:gd name="T1" fmla="*/ 3 h 39"/>
                  <a:gd name="T2" fmla="*/ 48 w 35"/>
                  <a:gd name="T3" fmla="*/ 0 h 39"/>
                  <a:gd name="T4" fmla="*/ 10 w 35"/>
                  <a:gd name="T5" fmla="*/ 52 h 39"/>
                  <a:gd name="T6" fmla="*/ 47 w 35"/>
                  <a:gd name="T7" fmla="*/ 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4" y="3"/>
                    </a:moveTo>
                    <a:cubicBezTo>
                      <a:pt x="34" y="2"/>
                      <a:pt x="35" y="1"/>
                      <a:pt x="35" y="0"/>
                    </a:cubicBezTo>
                    <a:cubicBezTo>
                      <a:pt x="23" y="3"/>
                      <a:pt x="0" y="27"/>
                      <a:pt x="7" y="39"/>
                    </a:cubicBezTo>
                    <a:cubicBezTo>
                      <a:pt x="19" y="37"/>
                      <a:pt x="24" y="12"/>
                      <a:pt x="34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1" name="Freeform 1272">
                <a:extLst>
                  <a:ext uri="{FF2B5EF4-FFF2-40B4-BE49-F238E27FC236}">
                    <a16:creationId xmlns:a16="http://schemas.microsoft.com/office/drawing/2014/main" id="{07F512EC-4ED7-4A1D-915F-5356E93F2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878"/>
                <a:ext cx="33" cy="46"/>
              </a:xfrm>
              <a:custGeom>
                <a:avLst/>
                <a:gdLst>
                  <a:gd name="T0" fmla="*/ 37 w 30"/>
                  <a:gd name="T1" fmla="*/ 9 h 42"/>
                  <a:gd name="T2" fmla="*/ 39 w 30"/>
                  <a:gd name="T3" fmla="*/ 0 h 42"/>
                  <a:gd name="T4" fmla="*/ 3 w 30"/>
                  <a:gd name="T5" fmla="*/ 50 h 42"/>
                  <a:gd name="T6" fmla="*/ 34 w 30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2">
                    <a:moveTo>
                      <a:pt x="28" y="6"/>
                    </a:moveTo>
                    <a:cubicBezTo>
                      <a:pt x="29" y="4"/>
                      <a:pt x="30" y="2"/>
                      <a:pt x="29" y="0"/>
                    </a:cubicBezTo>
                    <a:cubicBezTo>
                      <a:pt x="15" y="0"/>
                      <a:pt x="0" y="25"/>
                      <a:pt x="3" y="38"/>
                    </a:cubicBezTo>
                    <a:cubicBezTo>
                      <a:pt x="17" y="42"/>
                      <a:pt x="23" y="9"/>
                      <a:pt x="25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2" name="Freeform 1273">
                <a:extLst>
                  <a:ext uri="{FF2B5EF4-FFF2-40B4-BE49-F238E27FC236}">
                    <a16:creationId xmlns:a16="http://schemas.microsoft.com/office/drawing/2014/main" id="{4A494794-DF8F-4B07-AC3E-E0B8E3852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896"/>
                <a:ext cx="36" cy="46"/>
              </a:xfrm>
              <a:custGeom>
                <a:avLst/>
                <a:gdLst>
                  <a:gd name="T0" fmla="*/ 38 w 32"/>
                  <a:gd name="T1" fmla="*/ 5 h 42"/>
                  <a:gd name="T2" fmla="*/ 41 w 32"/>
                  <a:gd name="T3" fmla="*/ 0 h 42"/>
                  <a:gd name="T4" fmla="*/ 8 w 32"/>
                  <a:gd name="T5" fmla="*/ 55 h 42"/>
                  <a:gd name="T6" fmla="*/ 46 w 32"/>
                  <a:gd name="T7" fmla="*/ 1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2">
                    <a:moveTo>
                      <a:pt x="27" y="5"/>
                    </a:moveTo>
                    <a:cubicBezTo>
                      <a:pt x="28" y="3"/>
                      <a:pt x="29" y="2"/>
                      <a:pt x="28" y="0"/>
                    </a:cubicBezTo>
                    <a:cubicBezTo>
                      <a:pt x="18" y="8"/>
                      <a:pt x="0" y="29"/>
                      <a:pt x="5" y="42"/>
                    </a:cubicBezTo>
                    <a:cubicBezTo>
                      <a:pt x="16" y="39"/>
                      <a:pt x="30" y="12"/>
                      <a:pt x="32" y="1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3" name="Freeform 1274">
                <a:extLst>
                  <a:ext uri="{FF2B5EF4-FFF2-40B4-BE49-F238E27FC236}">
                    <a16:creationId xmlns:a16="http://schemas.microsoft.com/office/drawing/2014/main" id="{28F2BED9-E93A-4539-84C7-A77B1E8C3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906"/>
                <a:ext cx="38" cy="56"/>
              </a:xfrm>
              <a:custGeom>
                <a:avLst/>
                <a:gdLst>
                  <a:gd name="T0" fmla="*/ 41 w 35"/>
                  <a:gd name="T1" fmla="*/ 9 h 51"/>
                  <a:gd name="T2" fmla="*/ 10 w 35"/>
                  <a:gd name="T3" fmla="*/ 64 h 51"/>
                  <a:gd name="T4" fmla="*/ 45 w 35"/>
                  <a:gd name="T5" fmla="*/ 5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51">
                    <a:moveTo>
                      <a:pt x="32" y="6"/>
                    </a:moveTo>
                    <a:cubicBezTo>
                      <a:pt x="21" y="0"/>
                      <a:pt x="0" y="44"/>
                      <a:pt x="7" y="48"/>
                    </a:cubicBezTo>
                    <a:cubicBezTo>
                      <a:pt x="14" y="51"/>
                      <a:pt x="30" y="10"/>
                      <a:pt x="35" y="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4" name="Freeform 1275">
                <a:extLst>
                  <a:ext uri="{FF2B5EF4-FFF2-40B4-BE49-F238E27FC236}">
                    <a16:creationId xmlns:a16="http://schemas.microsoft.com/office/drawing/2014/main" id="{7CA8AAFB-1B9C-4FEE-83D5-BBF33CF2D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931"/>
                <a:ext cx="28" cy="46"/>
              </a:xfrm>
              <a:custGeom>
                <a:avLst/>
                <a:gdLst>
                  <a:gd name="T0" fmla="*/ 34 w 25"/>
                  <a:gd name="T1" fmla="*/ 4 h 42"/>
                  <a:gd name="T2" fmla="*/ 24 w 25"/>
                  <a:gd name="T3" fmla="*/ 12 h 42"/>
                  <a:gd name="T4" fmla="*/ 4 w 25"/>
                  <a:gd name="T5" fmla="*/ 55 h 42"/>
                  <a:gd name="T6" fmla="*/ 35 w 25"/>
                  <a:gd name="T7" fmla="*/ 2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2">
                    <a:moveTo>
                      <a:pt x="24" y="4"/>
                    </a:moveTo>
                    <a:cubicBezTo>
                      <a:pt x="23" y="0"/>
                      <a:pt x="19" y="6"/>
                      <a:pt x="17" y="9"/>
                    </a:cubicBezTo>
                    <a:cubicBezTo>
                      <a:pt x="10" y="17"/>
                      <a:pt x="0" y="32"/>
                      <a:pt x="4" y="42"/>
                    </a:cubicBezTo>
                    <a:cubicBezTo>
                      <a:pt x="17" y="36"/>
                      <a:pt x="22" y="15"/>
                      <a:pt x="25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5" name="Freeform 1276">
                <a:extLst>
                  <a:ext uri="{FF2B5EF4-FFF2-40B4-BE49-F238E27FC236}">
                    <a16:creationId xmlns:a16="http://schemas.microsoft.com/office/drawing/2014/main" id="{7486F596-D9A6-496F-81DD-87D618D6A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948"/>
                <a:ext cx="36" cy="54"/>
              </a:xfrm>
              <a:custGeom>
                <a:avLst/>
                <a:gdLst>
                  <a:gd name="T0" fmla="*/ 36 w 32"/>
                  <a:gd name="T1" fmla="*/ 9 h 49"/>
                  <a:gd name="T2" fmla="*/ 41 w 32"/>
                  <a:gd name="T3" fmla="*/ 0 h 49"/>
                  <a:gd name="T4" fmla="*/ 8 w 32"/>
                  <a:gd name="T5" fmla="*/ 66 h 49"/>
                  <a:gd name="T6" fmla="*/ 46 w 32"/>
                  <a:gd name="T7" fmla="*/ 4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9">
                    <a:moveTo>
                      <a:pt x="25" y="6"/>
                    </a:moveTo>
                    <a:cubicBezTo>
                      <a:pt x="28" y="4"/>
                      <a:pt x="29" y="3"/>
                      <a:pt x="28" y="0"/>
                    </a:cubicBezTo>
                    <a:cubicBezTo>
                      <a:pt x="12" y="0"/>
                      <a:pt x="0" y="36"/>
                      <a:pt x="5" y="49"/>
                    </a:cubicBezTo>
                    <a:cubicBezTo>
                      <a:pt x="15" y="45"/>
                      <a:pt x="28" y="14"/>
                      <a:pt x="32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6" name="Freeform 1277">
                <a:extLst>
                  <a:ext uri="{FF2B5EF4-FFF2-40B4-BE49-F238E27FC236}">
                    <a16:creationId xmlns:a16="http://schemas.microsoft.com/office/drawing/2014/main" id="{3F10C3A6-BE55-4E7F-97FC-D21682087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965"/>
                <a:ext cx="28" cy="53"/>
              </a:xfrm>
              <a:custGeom>
                <a:avLst/>
                <a:gdLst>
                  <a:gd name="T0" fmla="*/ 28 w 26"/>
                  <a:gd name="T1" fmla="*/ 13 h 48"/>
                  <a:gd name="T2" fmla="*/ 32 w 26"/>
                  <a:gd name="T3" fmla="*/ 1 h 48"/>
                  <a:gd name="T4" fmla="*/ 3 w 26"/>
                  <a:gd name="T5" fmla="*/ 65 h 48"/>
                  <a:gd name="T6" fmla="*/ 31 w 26"/>
                  <a:gd name="T7" fmla="*/ 0 h 48"/>
                  <a:gd name="T8" fmla="*/ 28 w 26"/>
                  <a:gd name="T9" fmla="*/ 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8">
                    <a:moveTo>
                      <a:pt x="22" y="10"/>
                    </a:moveTo>
                    <a:cubicBezTo>
                      <a:pt x="24" y="8"/>
                      <a:pt x="26" y="4"/>
                      <a:pt x="26" y="1"/>
                    </a:cubicBezTo>
                    <a:cubicBezTo>
                      <a:pt x="13" y="4"/>
                      <a:pt x="0" y="36"/>
                      <a:pt x="3" y="48"/>
                    </a:cubicBezTo>
                    <a:cubicBezTo>
                      <a:pt x="18" y="46"/>
                      <a:pt x="24" y="12"/>
                      <a:pt x="25" y="0"/>
                    </a:cubicBezTo>
                    <a:cubicBezTo>
                      <a:pt x="24" y="0"/>
                      <a:pt x="23" y="1"/>
                      <a:pt x="22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7" name="Freeform 1278">
                <a:extLst>
                  <a:ext uri="{FF2B5EF4-FFF2-40B4-BE49-F238E27FC236}">
                    <a16:creationId xmlns:a16="http://schemas.microsoft.com/office/drawing/2014/main" id="{1F3A8403-E648-43C1-9BBF-1E6AB393D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984"/>
                <a:ext cx="35" cy="51"/>
              </a:xfrm>
              <a:custGeom>
                <a:avLst/>
                <a:gdLst>
                  <a:gd name="T0" fmla="*/ 34 w 32"/>
                  <a:gd name="T1" fmla="*/ 1 h 46"/>
                  <a:gd name="T2" fmla="*/ 5 w 32"/>
                  <a:gd name="T3" fmla="*/ 63 h 46"/>
                  <a:gd name="T4" fmla="*/ 42 w 32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6">
                    <a:moveTo>
                      <a:pt x="26" y="1"/>
                    </a:moveTo>
                    <a:cubicBezTo>
                      <a:pt x="17" y="5"/>
                      <a:pt x="0" y="37"/>
                      <a:pt x="5" y="46"/>
                    </a:cubicBezTo>
                    <a:cubicBezTo>
                      <a:pt x="21" y="44"/>
                      <a:pt x="32" y="14"/>
                      <a:pt x="32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8" name="Freeform 1279">
                <a:extLst>
                  <a:ext uri="{FF2B5EF4-FFF2-40B4-BE49-F238E27FC236}">
                    <a16:creationId xmlns:a16="http://schemas.microsoft.com/office/drawing/2014/main" id="{19BC8EF2-8FC9-4C67-A630-45BFDE0A8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3004"/>
                <a:ext cx="29" cy="47"/>
              </a:xfrm>
              <a:custGeom>
                <a:avLst/>
                <a:gdLst>
                  <a:gd name="T0" fmla="*/ 29 w 26"/>
                  <a:gd name="T1" fmla="*/ 2 h 43"/>
                  <a:gd name="T2" fmla="*/ 28 w 26"/>
                  <a:gd name="T3" fmla="*/ 0 h 43"/>
                  <a:gd name="T4" fmla="*/ 1 w 26"/>
                  <a:gd name="T5" fmla="*/ 56 h 43"/>
                  <a:gd name="T6" fmla="*/ 36 w 26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3">
                    <a:moveTo>
                      <a:pt x="21" y="2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9" y="10"/>
                      <a:pt x="0" y="28"/>
                      <a:pt x="1" y="43"/>
                    </a:cubicBezTo>
                    <a:cubicBezTo>
                      <a:pt x="14" y="43"/>
                      <a:pt x="25" y="9"/>
                      <a:pt x="26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9" name="Freeform 1280">
                <a:extLst>
                  <a:ext uri="{FF2B5EF4-FFF2-40B4-BE49-F238E27FC236}">
                    <a16:creationId xmlns:a16="http://schemas.microsoft.com/office/drawing/2014/main" id="{522DF0ED-E61D-45FE-B667-BAE43E32D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019"/>
                <a:ext cx="31" cy="53"/>
              </a:xfrm>
              <a:custGeom>
                <a:avLst/>
                <a:gdLst>
                  <a:gd name="T0" fmla="*/ 34 w 28"/>
                  <a:gd name="T1" fmla="*/ 2 h 48"/>
                  <a:gd name="T2" fmla="*/ 37 w 28"/>
                  <a:gd name="T3" fmla="*/ 0 h 48"/>
                  <a:gd name="T4" fmla="*/ 11 w 28"/>
                  <a:gd name="T5" fmla="*/ 65 h 48"/>
                  <a:gd name="T6" fmla="*/ 38 w 28"/>
                  <a:gd name="T7" fmla="*/ 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8">
                    <a:moveTo>
                      <a:pt x="25" y="2"/>
                    </a:moveTo>
                    <a:cubicBezTo>
                      <a:pt x="25" y="2"/>
                      <a:pt x="26" y="1"/>
                      <a:pt x="27" y="0"/>
                    </a:cubicBezTo>
                    <a:cubicBezTo>
                      <a:pt x="17" y="9"/>
                      <a:pt x="0" y="35"/>
                      <a:pt x="8" y="48"/>
                    </a:cubicBezTo>
                    <a:cubicBezTo>
                      <a:pt x="17" y="44"/>
                      <a:pt x="26" y="13"/>
                      <a:pt x="28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0" name="Freeform 1281">
                <a:extLst>
                  <a:ext uri="{FF2B5EF4-FFF2-40B4-BE49-F238E27FC236}">
                    <a16:creationId xmlns:a16="http://schemas.microsoft.com/office/drawing/2014/main" id="{97B9AC0D-EEDB-4001-BA30-BD6A530B6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3032"/>
                <a:ext cx="38" cy="51"/>
              </a:xfrm>
              <a:custGeom>
                <a:avLst/>
                <a:gdLst>
                  <a:gd name="T0" fmla="*/ 46 w 34"/>
                  <a:gd name="T1" fmla="*/ 4 h 47"/>
                  <a:gd name="T2" fmla="*/ 45 w 34"/>
                  <a:gd name="T3" fmla="*/ 1 h 47"/>
                  <a:gd name="T4" fmla="*/ 2 w 34"/>
                  <a:gd name="T5" fmla="*/ 60 h 47"/>
                  <a:gd name="T6" fmla="*/ 47 w 34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7">
                    <a:moveTo>
                      <a:pt x="33" y="4"/>
                    </a:moveTo>
                    <a:cubicBezTo>
                      <a:pt x="32" y="3"/>
                      <a:pt x="34" y="2"/>
                      <a:pt x="32" y="1"/>
                    </a:cubicBezTo>
                    <a:cubicBezTo>
                      <a:pt x="18" y="6"/>
                      <a:pt x="0" y="32"/>
                      <a:pt x="2" y="47"/>
                    </a:cubicBezTo>
                    <a:cubicBezTo>
                      <a:pt x="13" y="46"/>
                      <a:pt x="31" y="7"/>
                      <a:pt x="34" y="0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1" name="Freeform 1282">
                <a:extLst>
                  <a:ext uri="{FF2B5EF4-FFF2-40B4-BE49-F238E27FC236}">
                    <a16:creationId xmlns:a16="http://schemas.microsoft.com/office/drawing/2014/main" id="{7307A4EF-C06B-485B-AC6C-1275181AE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3049"/>
                <a:ext cx="54" cy="65"/>
              </a:xfrm>
              <a:custGeom>
                <a:avLst/>
                <a:gdLst>
                  <a:gd name="T0" fmla="*/ 62 w 49"/>
                  <a:gd name="T1" fmla="*/ 8 h 59"/>
                  <a:gd name="T2" fmla="*/ 39 w 49"/>
                  <a:gd name="T3" fmla="*/ 22 h 59"/>
                  <a:gd name="T4" fmla="*/ 4 w 49"/>
                  <a:gd name="T5" fmla="*/ 76 h 59"/>
                  <a:gd name="T6" fmla="*/ 37 w 49"/>
                  <a:gd name="T7" fmla="*/ 41 h 59"/>
                  <a:gd name="T8" fmla="*/ 66 w 49"/>
                  <a:gd name="T9" fmla="*/ 4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59">
                    <a:moveTo>
                      <a:pt x="46" y="5"/>
                    </a:moveTo>
                    <a:cubicBezTo>
                      <a:pt x="43" y="0"/>
                      <a:pt x="32" y="13"/>
                      <a:pt x="29" y="16"/>
                    </a:cubicBezTo>
                    <a:cubicBezTo>
                      <a:pt x="20" y="25"/>
                      <a:pt x="0" y="42"/>
                      <a:pt x="4" y="57"/>
                    </a:cubicBezTo>
                    <a:cubicBezTo>
                      <a:pt x="14" y="59"/>
                      <a:pt x="23" y="38"/>
                      <a:pt x="28" y="31"/>
                    </a:cubicBezTo>
                    <a:cubicBezTo>
                      <a:pt x="34" y="23"/>
                      <a:pt x="46" y="11"/>
                      <a:pt x="49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2" name="Freeform 1283">
                <a:extLst>
                  <a:ext uri="{FF2B5EF4-FFF2-40B4-BE49-F238E27FC236}">
                    <a16:creationId xmlns:a16="http://schemas.microsoft.com/office/drawing/2014/main" id="{47B611C2-BFB4-42E2-8F78-FA0BB1B05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3086"/>
                <a:ext cx="68" cy="55"/>
              </a:xfrm>
              <a:custGeom>
                <a:avLst/>
                <a:gdLst>
                  <a:gd name="T0" fmla="*/ 72 w 62"/>
                  <a:gd name="T1" fmla="*/ 2 h 50"/>
                  <a:gd name="T2" fmla="*/ 71 w 62"/>
                  <a:gd name="T3" fmla="*/ 0 h 50"/>
                  <a:gd name="T4" fmla="*/ 13 w 62"/>
                  <a:gd name="T5" fmla="*/ 67 h 50"/>
                  <a:gd name="T6" fmla="*/ 55 w 62"/>
                  <a:gd name="T7" fmla="*/ 34 h 50"/>
                  <a:gd name="T8" fmla="*/ 82 w 62"/>
                  <a:gd name="T9" fmla="*/ 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50">
                    <a:moveTo>
                      <a:pt x="55" y="2"/>
                    </a:moveTo>
                    <a:cubicBezTo>
                      <a:pt x="55" y="1"/>
                      <a:pt x="57" y="0"/>
                      <a:pt x="54" y="0"/>
                    </a:cubicBezTo>
                    <a:cubicBezTo>
                      <a:pt x="42" y="8"/>
                      <a:pt x="0" y="30"/>
                      <a:pt x="10" y="50"/>
                    </a:cubicBezTo>
                    <a:cubicBezTo>
                      <a:pt x="22" y="49"/>
                      <a:pt x="34" y="32"/>
                      <a:pt x="42" y="25"/>
                    </a:cubicBezTo>
                    <a:cubicBezTo>
                      <a:pt x="50" y="18"/>
                      <a:pt x="57" y="11"/>
                      <a:pt x="62" y="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3" name="Freeform 1284">
                <a:extLst>
                  <a:ext uri="{FF2B5EF4-FFF2-40B4-BE49-F238E27FC236}">
                    <a16:creationId xmlns:a16="http://schemas.microsoft.com/office/drawing/2014/main" id="{6F0D02F3-9348-4AC1-8B61-B9BA63FE6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121"/>
                <a:ext cx="82" cy="46"/>
              </a:xfrm>
              <a:custGeom>
                <a:avLst/>
                <a:gdLst>
                  <a:gd name="T0" fmla="*/ 91 w 74"/>
                  <a:gd name="T1" fmla="*/ 0 h 42"/>
                  <a:gd name="T2" fmla="*/ 0 w 74"/>
                  <a:gd name="T3" fmla="*/ 54 h 42"/>
                  <a:gd name="T4" fmla="*/ 23 w 74"/>
                  <a:gd name="T5" fmla="*/ 46 h 42"/>
                  <a:gd name="T6" fmla="*/ 81 w 74"/>
                  <a:gd name="T7" fmla="*/ 18 h 42"/>
                  <a:gd name="T8" fmla="*/ 101 w 74"/>
                  <a:gd name="T9" fmla="*/ 4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42">
                    <a:moveTo>
                      <a:pt x="67" y="0"/>
                    </a:moveTo>
                    <a:cubicBezTo>
                      <a:pt x="49" y="7"/>
                      <a:pt x="21" y="26"/>
                      <a:pt x="0" y="41"/>
                    </a:cubicBezTo>
                    <a:cubicBezTo>
                      <a:pt x="6" y="42"/>
                      <a:pt x="11" y="38"/>
                      <a:pt x="17" y="35"/>
                    </a:cubicBezTo>
                    <a:cubicBezTo>
                      <a:pt x="31" y="28"/>
                      <a:pt x="47" y="22"/>
                      <a:pt x="60" y="14"/>
                    </a:cubicBezTo>
                    <a:cubicBezTo>
                      <a:pt x="65" y="11"/>
                      <a:pt x="69" y="7"/>
                      <a:pt x="74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4" name="Freeform 1285">
                <a:extLst>
                  <a:ext uri="{FF2B5EF4-FFF2-40B4-BE49-F238E27FC236}">
                    <a16:creationId xmlns:a16="http://schemas.microsoft.com/office/drawing/2014/main" id="{34233EE3-6591-46BC-8BB7-BBF399797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3164"/>
                <a:ext cx="66" cy="40"/>
              </a:xfrm>
              <a:custGeom>
                <a:avLst/>
                <a:gdLst>
                  <a:gd name="T0" fmla="*/ 8 w 60"/>
                  <a:gd name="T1" fmla="*/ 38 h 36"/>
                  <a:gd name="T2" fmla="*/ 0 w 60"/>
                  <a:gd name="T3" fmla="*/ 37 h 36"/>
                  <a:gd name="T4" fmla="*/ 80 w 60"/>
                  <a:gd name="T5" fmla="*/ 8 h 36"/>
                  <a:gd name="T6" fmla="*/ 4 w 60"/>
                  <a:gd name="T7" fmla="*/ 32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6">
                    <a:moveTo>
                      <a:pt x="5" y="28"/>
                    </a:moveTo>
                    <a:cubicBezTo>
                      <a:pt x="3" y="28"/>
                      <a:pt x="2" y="28"/>
                      <a:pt x="0" y="27"/>
                    </a:cubicBezTo>
                    <a:cubicBezTo>
                      <a:pt x="24" y="36"/>
                      <a:pt x="46" y="20"/>
                      <a:pt x="60" y="5"/>
                    </a:cubicBezTo>
                    <a:cubicBezTo>
                      <a:pt x="48" y="0"/>
                      <a:pt x="14" y="14"/>
                      <a:pt x="4" y="2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5" name="Freeform 1286">
                <a:extLst>
                  <a:ext uri="{FF2B5EF4-FFF2-40B4-BE49-F238E27FC236}">
                    <a16:creationId xmlns:a16="http://schemas.microsoft.com/office/drawing/2014/main" id="{806EA940-6E2E-4F36-8D84-71303594C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3209"/>
                <a:ext cx="71" cy="28"/>
              </a:xfrm>
              <a:custGeom>
                <a:avLst/>
                <a:gdLst>
                  <a:gd name="T0" fmla="*/ 4 w 65"/>
                  <a:gd name="T1" fmla="*/ 35 h 25"/>
                  <a:gd name="T2" fmla="*/ 1 w 65"/>
                  <a:gd name="T3" fmla="*/ 28 h 25"/>
                  <a:gd name="T4" fmla="*/ 85 w 65"/>
                  <a:gd name="T5" fmla="*/ 12 h 25"/>
                  <a:gd name="T6" fmla="*/ 11 w 65"/>
                  <a:gd name="T7" fmla="*/ 2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25">
                    <a:moveTo>
                      <a:pt x="4" y="25"/>
                    </a:moveTo>
                    <a:cubicBezTo>
                      <a:pt x="1" y="23"/>
                      <a:pt x="0" y="22"/>
                      <a:pt x="1" y="20"/>
                    </a:cubicBezTo>
                    <a:cubicBezTo>
                      <a:pt x="22" y="24"/>
                      <a:pt x="48" y="22"/>
                      <a:pt x="65" y="9"/>
                    </a:cubicBezTo>
                    <a:cubicBezTo>
                      <a:pt x="65" y="0"/>
                      <a:pt x="12" y="11"/>
                      <a:pt x="8" y="17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6" name="Freeform 1287">
                <a:extLst>
                  <a:ext uri="{FF2B5EF4-FFF2-40B4-BE49-F238E27FC236}">
                    <a16:creationId xmlns:a16="http://schemas.microsoft.com/office/drawing/2014/main" id="{92C34A97-5DF4-41FF-84E2-38AB1BE44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3246"/>
                <a:ext cx="67" cy="23"/>
              </a:xfrm>
              <a:custGeom>
                <a:avLst/>
                <a:gdLst>
                  <a:gd name="T0" fmla="*/ 0 w 61"/>
                  <a:gd name="T1" fmla="*/ 25 h 21"/>
                  <a:gd name="T2" fmla="*/ 81 w 61"/>
                  <a:gd name="T3" fmla="*/ 13 h 21"/>
                  <a:gd name="T4" fmla="*/ 16 w 61"/>
                  <a:gd name="T5" fmla="*/ 1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1">
                    <a:moveTo>
                      <a:pt x="0" y="19"/>
                    </a:moveTo>
                    <a:cubicBezTo>
                      <a:pt x="15" y="13"/>
                      <a:pt x="47" y="0"/>
                      <a:pt x="61" y="10"/>
                    </a:cubicBezTo>
                    <a:cubicBezTo>
                      <a:pt x="56" y="17"/>
                      <a:pt x="18" y="21"/>
                      <a:pt x="13" y="1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7" name="Freeform 1288">
                <a:extLst>
                  <a:ext uri="{FF2B5EF4-FFF2-40B4-BE49-F238E27FC236}">
                    <a16:creationId xmlns:a16="http://schemas.microsoft.com/office/drawing/2014/main" id="{5D089FEA-A699-4AF5-B2A5-384FE92A5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289"/>
                <a:ext cx="67" cy="25"/>
              </a:xfrm>
              <a:custGeom>
                <a:avLst/>
                <a:gdLst>
                  <a:gd name="T0" fmla="*/ 4 w 61"/>
                  <a:gd name="T1" fmla="*/ 20 h 23"/>
                  <a:gd name="T2" fmla="*/ 24 w 61"/>
                  <a:gd name="T3" fmla="*/ 10 h 23"/>
                  <a:gd name="T4" fmla="*/ 81 w 61"/>
                  <a:gd name="T5" fmla="*/ 12 h 23"/>
                  <a:gd name="T6" fmla="*/ 5 w 61"/>
                  <a:gd name="T7" fmla="*/ 1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23">
                    <a:moveTo>
                      <a:pt x="4" y="16"/>
                    </a:moveTo>
                    <a:cubicBezTo>
                      <a:pt x="0" y="13"/>
                      <a:pt x="14" y="8"/>
                      <a:pt x="18" y="7"/>
                    </a:cubicBezTo>
                    <a:cubicBezTo>
                      <a:pt x="29" y="3"/>
                      <a:pt x="52" y="0"/>
                      <a:pt x="61" y="9"/>
                    </a:cubicBezTo>
                    <a:cubicBezTo>
                      <a:pt x="52" y="18"/>
                      <a:pt x="15" y="23"/>
                      <a:pt x="5" y="15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8" name="Freeform 1289">
                <a:extLst>
                  <a:ext uri="{FF2B5EF4-FFF2-40B4-BE49-F238E27FC236}">
                    <a16:creationId xmlns:a16="http://schemas.microsoft.com/office/drawing/2014/main" id="{D8B9EDA2-7F8E-46D1-8589-C98EB75D6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331"/>
                <a:ext cx="62" cy="22"/>
              </a:xfrm>
              <a:custGeom>
                <a:avLst/>
                <a:gdLst>
                  <a:gd name="T0" fmla="*/ 76 w 56"/>
                  <a:gd name="T1" fmla="*/ 4 h 20"/>
                  <a:gd name="T2" fmla="*/ 0 w 56"/>
                  <a:gd name="T3" fmla="*/ 24 h 20"/>
                  <a:gd name="T4" fmla="*/ 75 w 56"/>
                  <a:gd name="T5" fmla="*/ 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0">
                    <a:moveTo>
                      <a:pt x="56" y="4"/>
                    </a:moveTo>
                    <a:cubicBezTo>
                      <a:pt x="39" y="0"/>
                      <a:pt x="12" y="4"/>
                      <a:pt x="0" y="18"/>
                    </a:cubicBezTo>
                    <a:cubicBezTo>
                      <a:pt x="18" y="20"/>
                      <a:pt x="37" y="6"/>
                      <a:pt x="55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9" name="Freeform 1290">
                <a:extLst>
                  <a:ext uri="{FF2B5EF4-FFF2-40B4-BE49-F238E27FC236}">
                    <a16:creationId xmlns:a16="http://schemas.microsoft.com/office/drawing/2014/main" id="{F8F7983F-9A9E-453F-8CB4-937358EB3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3355"/>
                <a:ext cx="54" cy="33"/>
              </a:xfrm>
              <a:custGeom>
                <a:avLst/>
                <a:gdLst>
                  <a:gd name="T0" fmla="*/ 58 w 49"/>
                  <a:gd name="T1" fmla="*/ 23 h 30"/>
                  <a:gd name="T2" fmla="*/ 0 w 49"/>
                  <a:gd name="T3" fmla="*/ 26 h 30"/>
                  <a:gd name="T4" fmla="*/ 66 w 49"/>
                  <a:gd name="T5" fmla="*/ 2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0">
                    <a:moveTo>
                      <a:pt x="44" y="17"/>
                    </a:moveTo>
                    <a:cubicBezTo>
                      <a:pt x="39" y="0"/>
                      <a:pt x="9" y="14"/>
                      <a:pt x="0" y="20"/>
                    </a:cubicBezTo>
                    <a:cubicBezTo>
                      <a:pt x="9" y="30"/>
                      <a:pt x="37" y="16"/>
                      <a:pt x="49" y="16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0" name="Freeform 1291">
                <a:extLst>
                  <a:ext uri="{FF2B5EF4-FFF2-40B4-BE49-F238E27FC236}">
                    <a16:creationId xmlns:a16="http://schemas.microsoft.com/office/drawing/2014/main" id="{A7A2E082-9290-4961-B255-0613C9B6D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398"/>
                <a:ext cx="62" cy="33"/>
              </a:xfrm>
              <a:custGeom>
                <a:avLst/>
                <a:gdLst>
                  <a:gd name="T0" fmla="*/ 71 w 56"/>
                  <a:gd name="T1" fmla="*/ 13 h 30"/>
                  <a:gd name="T2" fmla="*/ 0 w 56"/>
                  <a:gd name="T3" fmla="*/ 17 h 30"/>
                  <a:gd name="T4" fmla="*/ 76 w 56"/>
                  <a:gd name="T5" fmla="*/ 1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0">
                    <a:moveTo>
                      <a:pt x="52" y="10"/>
                    </a:moveTo>
                    <a:cubicBezTo>
                      <a:pt x="41" y="0"/>
                      <a:pt x="12" y="9"/>
                      <a:pt x="0" y="13"/>
                    </a:cubicBezTo>
                    <a:cubicBezTo>
                      <a:pt x="7" y="30"/>
                      <a:pt x="43" y="16"/>
                      <a:pt x="56" y="1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1" name="Freeform 1292">
                <a:extLst>
                  <a:ext uri="{FF2B5EF4-FFF2-40B4-BE49-F238E27FC236}">
                    <a16:creationId xmlns:a16="http://schemas.microsoft.com/office/drawing/2014/main" id="{4582930A-3FF6-470E-9F65-BB3DBFB3E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3450"/>
                <a:ext cx="59" cy="34"/>
              </a:xfrm>
              <a:custGeom>
                <a:avLst/>
                <a:gdLst>
                  <a:gd name="T0" fmla="*/ 59 w 54"/>
                  <a:gd name="T1" fmla="*/ 13 h 31"/>
                  <a:gd name="T2" fmla="*/ 0 w 54"/>
                  <a:gd name="T3" fmla="*/ 20 h 31"/>
                  <a:gd name="T4" fmla="*/ 70 w 54"/>
                  <a:gd name="T5" fmla="*/ 16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1">
                    <a:moveTo>
                      <a:pt x="45" y="10"/>
                    </a:moveTo>
                    <a:cubicBezTo>
                      <a:pt x="48" y="0"/>
                      <a:pt x="6" y="11"/>
                      <a:pt x="0" y="15"/>
                    </a:cubicBezTo>
                    <a:cubicBezTo>
                      <a:pt x="6" y="31"/>
                      <a:pt x="45" y="15"/>
                      <a:pt x="54" y="1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2" name="Freeform 1293">
                <a:extLst>
                  <a:ext uri="{FF2B5EF4-FFF2-40B4-BE49-F238E27FC236}">
                    <a16:creationId xmlns:a16="http://schemas.microsoft.com/office/drawing/2014/main" id="{6E1768C4-E4B4-4E08-B1DB-70497099A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484"/>
                <a:ext cx="53" cy="40"/>
              </a:xfrm>
              <a:custGeom>
                <a:avLst/>
                <a:gdLst>
                  <a:gd name="T0" fmla="*/ 61 w 48"/>
                  <a:gd name="T1" fmla="*/ 16 h 36"/>
                  <a:gd name="T2" fmla="*/ 62 w 48"/>
                  <a:gd name="T3" fmla="*/ 14 h 36"/>
                  <a:gd name="T4" fmla="*/ 10 w 48"/>
                  <a:gd name="T5" fmla="*/ 36 h 36"/>
                  <a:gd name="T6" fmla="*/ 65 w 48"/>
                  <a:gd name="T7" fmla="*/ 26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36">
                    <a:moveTo>
                      <a:pt x="45" y="12"/>
                    </a:moveTo>
                    <a:cubicBezTo>
                      <a:pt x="45" y="12"/>
                      <a:pt x="46" y="13"/>
                      <a:pt x="46" y="11"/>
                    </a:cubicBezTo>
                    <a:cubicBezTo>
                      <a:pt x="36" y="0"/>
                      <a:pt x="0" y="17"/>
                      <a:pt x="7" y="26"/>
                    </a:cubicBezTo>
                    <a:cubicBezTo>
                      <a:pt x="14" y="36"/>
                      <a:pt x="40" y="22"/>
                      <a:pt x="48" y="19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3" name="Freeform 1294">
                <a:extLst>
                  <a:ext uri="{FF2B5EF4-FFF2-40B4-BE49-F238E27FC236}">
                    <a16:creationId xmlns:a16="http://schemas.microsoft.com/office/drawing/2014/main" id="{85FED03C-74AB-4C52-95FF-133CA65B9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534"/>
                <a:ext cx="55" cy="21"/>
              </a:xfrm>
              <a:custGeom>
                <a:avLst/>
                <a:gdLst>
                  <a:gd name="T0" fmla="*/ 58 w 50"/>
                  <a:gd name="T1" fmla="*/ 13 h 19"/>
                  <a:gd name="T2" fmla="*/ 58 w 50"/>
                  <a:gd name="T3" fmla="*/ 9 h 19"/>
                  <a:gd name="T4" fmla="*/ 0 w 50"/>
                  <a:gd name="T5" fmla="*/ 14 h 19"/>
                  <a:gd name="T6" fmla="*/ 67 w 50"/>
                  <a:gd name="T7" fmla="*/ 1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9">
                    <a:moveTo>
                      <a:pt x="44" y="10"/>
                    </a:moveTo>
                    <a:cubicBezTo>
                      <a:pt x="44" y="9"/>
                      <a:pt x="44" y="7"/>
                      <a:pt x="44" y="6"/>
                    </a:cubicBezTo>
                    <a:cubicBezTo>
                      <a:pt x="32" y="3"/>
                      <a:pt x="8" y="0"/>
                      <a:pt x="0" y="11"/>
                    </a:cubicBezTo>
                    <a:cubicBezTo>
                      <a:pt x="14" y="19"/>
                      <a:pt x="35" y="10"/>
                      <a:pt x="50" y="9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4" name="Freeform 1295">
                <a:extLst>
                  <a:ext uri="{FF2B5EF4-FFF2-40B4-BE49-F238E27FC236}">
                    <a16:creationId xmlns:a16="http://schemas.microsoft.com/office/drawing/2014/main" id="{B22E7BDA-AD8A-44B1-9356-38F5CD6F0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3556"/>
                <a:ext cx="46" cy="33"/>
              </a:xfrm>
              <a:custGeom>
                <a:avLst/>
                <a:gdLst>
                  <a:gd name="T0" fmla="*/ 58 w 41"/>
                  <a:gd name="T1" fmla="*/ 22 h 30"/>
                  <a:gd name="T2" fmla="*/ 0 w 41"/>
                  <a:gd name="T3" fmla="*/ 40 h 30"/>
                  <a:gd name="T4" fmla="*/ 55 w 41"/>
                  <a:gd name="T5" fmla="*/ 24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0">
                    <a:moveTo>
                      <a:pt x="41" y="16"/>
                    </a:moveTo>
                    <a:cubicBezTo>
                      <a:pt x="35" y="0"/>
                      <a:pt x="4" y="23"/>
                      <a:pt x="0" y="30"/>
                    </a:cubicBezTo>
                    <a:cubicBezTo>
                      <a:pt x="13" y="25"/>
                      <a:pt x="27" y="23"/>
                      <a:pt x="39" y="18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5" name="Freeform 1296">
                <a:extLst>
                  <a:ext uri="{FF2B5EF4-FFF2-40B4-BE49-F238E27FC236}">
                    <a16:creationId xmlns:a16="http://schemas.microsoft.com/office/drawing/2014/main" id="{762E55E3-068D-423F-8FCF-487981497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600"/>
                <a:ext cx="62" cy="27"/>
              </a:xfrm>
              <a:custGeom>
                <a:avLst/>
                <a:gdLst>
                  <a:gd name="T0" fmla="*/ 68 w 56"/>
                  <a:gd name="T1" fmla="*/ 16 h 24"/>
                  <a:gd name="T2" fmla="*/ 0 w 56"/>
                  <a:gd name="T3" fmla="*/ 18 h 24"/>
                  <a:gd name="T4" fmla="*/ 76 w 56"/>
                  <a:gd name="T5" fmla="*/ 1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4">
                    <a:moveTo>
                      <a:pt x="50" y="11"/>
                    </a:moveTo>
                    <a:cubicBezTo>
                      <a:pt x="42" y="0"/>
                      <a:pt x="11" y="8"/>
                      <a:pt x="0" y="12"/>
                    </a:cubicBezTo>
                    <a:cubicBezTo>
                      <a:pt x="9" y="24"/>
                      <a:pt x="44" y="14"/>
                      <a:pt x="56" y="12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6" name="Freeform 1297">
                <a:extLst>
                  <a:ext uri="{FF2B5EF4-FFF2-40B4-BE49-F238E27FC236}">
                    <a16:creationId xmlns:a16="http://schemas.microsoft.com/office/drawing/2014/main" id="{AE087E57-841A-4261-ACC5-6F2E33AC4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632"/>
                <a:ext cx="71" cy="41"/>
              </a:xfrm>
              <a:custGeom>
                <a:avLst/>
                <a:gdLst>
                  <a:gd name="T0" fmla="*/ 85 w 64"/>
                  <a:gd name="T1" fmla="*/ 13 h 37"/>
                  <a:gd name="T2" fmla="*/ 0 w 64"/>
                  <a:gd name="T3" fmla="*/ 33 h 37"/>
                  <a:gd name="T4" fmla="*/ 88 w 64"/>
                  <a:gd name="T5" fmla="*/ 2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37">
                    <a:moveTo>
                      <a:pt x="62" y="10"/>
                    </a:moveTo>
                    <a:cubicBezTo>
                      <a:pt x="61" y="0"/>
                      <a:pt x="7" y="20"/>
                      <a:pt x="0" y="24"/>
                    </a:cubicBezTo>
                    <a:cubicBezTo>
                      <a:pt x="5" y="37"/>
                      <a:pt x="61" y="20"/>
                      <a:pt x="64" y="1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7" name="Freeform 1298">
                <a:extLst>
                  <a:ext uri="{FF2B5EF4-FFF2-40B4-BE49-F238E27FC236}">
                    <a16:creationId xmlns:a16="http://schemas.microsoft.com/office/drawing/2014/main" id="{99FF24F3-3888-485F-8343-3B95A9A57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670"/>
                <a:ext cx="55" cy="39"/>
              </a:xfrm>
              <a:custGeom>
                <a:avLst/>
                <a:gdLst>
                  <a:gd name="T0" fmla="*/ 65 w 50"/>
                  <a:gd name="T1" fmla="*/ 0 h 35"/>
                  <a:gd name="T2" fmla="*/ 0 w 50"/>
                  <a:gd name="T3" fmla="*/ 41 h 35"/>
                  <a:gd name="T4" fmla="*/ 67 w 50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5">
                    <a:moveTo>
                      <a:pt x="49" y="0"/>
                    </a:moveTo>
                    <a:cubicBezTo>
                      <a:pt x="36" y="2"/>
                      <a:pt x="0" y="14"/>
                      <a:pt x="0" y="30"/>
                    </a:cubicBezTo>
                    <a:cubicBezTo>
                      <a:pt x="12" y="35"/>
                      <a:pt x="43" y="12"/>
                      <a:pt x="50" y="3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8" name="Freeform 1299">
                <a:extLst>
                  <a:ext uri="{FF2B5EF4-FFF2-40B4-BE49-F238E27FC236}">
                    <a16:creationId xmlns:a16="http://schemas.microsoft.com/office/drawing/2014/main" id="{59E065D0-1173-4FC1-85A8-3BFB45DAB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692"/>
                <a:ext cx="37" cy="31"/>
              </a:xfrm>
              <a:custGeom>
                <a:avLst/>
                <a:gdLst>
                  <a:gd name="T0" fmla="*/ 46 w 33"/>
                  <a:gd name="T1" fmla="*/ 2 h 28"/>
                  <a:gd name="T2" fmla="*/ 44 w 33"/>
                  <a:gd name="T3" fmla="*/ 0 h 28"/>
                  <a:gd name="T4" fmla="*/ 0 w 33"/>
                  <a:gd name="T5" fmla="*/ 37 h 28"/>
                  <a:gd name="T6" fmla="*/ 41 w 33"/>
                  <a:gd name="T7" fmla="*/ 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8">
                    <a:moveTo>
                      <a:pt x="33" y="2"/>
                    </a:moveTo>
                    <a:cubicBezTo>
                      <a:pt x="33" y="0"/>
                      <a:pt x="33" y="0"/>
                      <a:pt x="31" y="0"/>
                    </a:cubicBezTo>
                    <a:cubicBezTo>
                      <a:pt x="22" y="10"/>
                      <a:pt x="7" y="16"/>
                      <a:pt x="0" y="27"/>
                    </a:cubicBezTo>
                    <a:cubicBezTo>
                      <a:pt x="11" y="28"/>
                      <a:pt x="25" y="13"/>
                      <a:pt x="29" y="4"/>
                    </a:cubicBezTo>
                  </a:path>
                </a:pathLst>
              </a:custGeom>
              <a:solidFill>
                <a:srgbClr val="EF6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9" name="Freeform 1300">
                <a:extLst>
                  <a:ext uri="{FF2B5EF4-FFF2-40B4-BE49-F238E27FC236}">
                    <a16:creationId xmlns:a16="http://schemas.microsoft.com/office/drawing/2014/main" id="{B59405C7-B134-44E9-9619-24F7985E3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1989"/>
                <a:ext cx="267" cy="270"/>
              </a:xfrm>
              <a:custGeom>
                <a:avLst/>
                <a:gdLst>
                  <a:gd name="T0" fmla="*/ 0 w 242"/>
                  <a:gd name="T1" fmla="*/ 328 h 245"/>
                  <a:gd name="T2" fmla="*/ 34 w 242"/>
                  <a:gd name="T3" fmla="*/ 235 h 245"/>
                  <a:gd name="T4" fmla="*/ 106 w 242"/>
                  <a:gd name="T5" fmla="*/ 131 h 245"/>
                  <a:gd name="T6" fmla="*/ 220 w 242"/>
                  <a:gd name="T7" fmla="*/ 55 h 245"/>
                  <a:gd name="T8" fmla="*/ 325 w 242"/>
                  <a:gd name="T9" fmla="*/ 0 h 2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2" h="245">
                    <a:moveTo>
                      <a:pt x="0" y="245"/>
                    </a:moveTo>
                    <a:cubicBezTo>
                      <a:pt x="0" y="228"/>
                      <a:pt x="18" y="194"/>
                      <a:pt x="25" y="175"/>
                    </a:cubicBezTo>
                    <a:cubicBezTo>
                      <a:pt x="39" y="141"/>
                      <a:pt x="52" y="121"/>
                      <a:pt x="79" y="98"/>
                    </a:cubicBezTo>
                    <a:cubicBezTo>
                      <a:pt x="105" y="76"/>
                      <a:pt x="133" y="56"/>
                      <a:pt x="163" y="41"/>
                    </a:cubicBezTo>
                    <a:cubicBezTo>
                      <a:pt x="189" y="28"/>
                      <a:pt x="213" y="8"/>
                      <a:pt x="24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0" name="Freeform 1301">
                <a:extLst>
                  <a:ext uri="{FF2B5EF4-FFF2-40B4-BE49-F238E27FC236}">
                    <a16:creationId xmlns:a16="http://schemas.microsoft.com/office/drawing/2014/main" id="{5643FAE6-EA89-49AA-B441-36BDC0DE7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962"/>
                <a:ext cx="166" cy="264"/>
              </a:xfrm>
              <a:custGeom>
                <a:avLst/>
                <a:gdLst>
                  <a:gd name="T0" fmla="*/ 200 w 151"/>
                  <a:gd name="T1" fmla="*/ 0 h 239"/>
                  <a:gd name="T2" fmla="*/ 134 w 151"/>
                  <a:gd name="T3" fmla="*/ 92 h 239"/>
                  <a:gd name="T4" fmla="*/ 68 w 151"/>
                  <a:gd name="T5" fmla="*/ 172 h 239"/>
                  <a:gd name="T6" fmla="*/ 0 w 151"/>
                  <a:gd name="T7" fmla="*/ 323 h 239"/>
                  <a:gd name="T8" fmla="*/ 81 w 151"/>
                  <a:gd name="T9" fmla="*/ 268 h 239"/>
                  <a:gd name="T10" fmla="*/ 148 w 151"/>
                  <a:gd name="T11" fmla="*/ 218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239">
                    <a:moveTo>
                      <a:pt x="151" y="0"/>
                    </a:moveTo>
                    <a:cubicBezTo>
                      <a:pt x="146" y="28"/>
                      <a:pt x="120" y="49"/>
                      <a:pt x="101" y="68"/>
                    </a:cubicBezTo>
                    <a:cubicBezTo>
                      <a:pt x="83" y="87"/>
                      <a:pt x="66" y="106"/>
                      <a:pt x="51" y="128"/>
                    </a:cubicBezTo>
                    <a:cubicBezTo>
                      <a:pt x="27" y="163"/>
                      <a:pt x="8" y="199"/>
                      <a:pt x="0" y="239"/>
                    </a:cubicBezTo>
                    <a:cubicBezTo>
                      <a:pt x="15" y="215"/>
                      <a:pt x="37" y="210"/>
                      <a:pt x="61" y="199"/>
                    </a:cubicBezTo>
                    <a:cubicBezTo>
                      <a:pt x="81" y="189"/>
                      <a:pt x="95" y="171"/>
                      <a:pt x="112" y="16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1" name="Freeform 1302">
                <a:extLst>
                  <a:ext uri="{FF2B5EF4-FFF2-40B4-BE49-F238E27FC236}">
                    <a16:creationId xmlns:a16="http://schemas.microsoft.com/office/drawing/2014/main" id="{F559FD62-7B95-46D9-B4BF-C5871878D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2116"/>
                <a:ext cx="53" cy="52"/>
              </a:xfrm>
              <a:custGeom>
                <a:avLst/>
                <a:gdLst>
                  <a:gd name="T0" fmla="*/ 0 w 48"/>
                  <a:gd name="T1" fmla="*/ 30 h 47"/>
                  <a:gd name="T2" fmla="*/ 57 w 48"/>
                  <a:gd name="T3" fmla="*/ 0 h 47"/>
                  <a:gd name="T4" fmla="*/ 46 w 48"/>
                  <a:gd name="T5" fmla="*/ 6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7">
                    <a:moveTo>
                      <a:pt x="0" y="22"/>
                    </a:moveTo>
                    <a:cubicBezTo>
                      <a:pt x="12" y="12"/>
                      <a:pt x="29" y="6"/>
                      <a:pt x="43" y="0"/>
                    </a:cubicBezTo>
                    <a:cubicBezTo>
                      <a:pt x="48" y="14"/>
                      <a:pt x="39" y="33"/>
                      <a:pt x="34" y="4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2" name="Freeform 1303">
                <a:extLst>
                  <a:ext uri="{FF2B5EF4-FFF2-40B4-BE49-F238E27FC236}">
                    <a16:creationId xmlns:a16="http://schemas.microsoft.com/office/drawing/2014/main" id="{DDCBAB9B-2AFC-4E2E-9C68-8271CC1AA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165"/>
                <a:ext cx="87" cy="175"/>
              </a:xfrm>
              <a:custGeom>
                <a:avLst/>
                <a:gdLst>
                  <a:gd name="T0" fmla="*/ 32 w 79"/>
                  <a:gd name="T1" fmla="*/ 215 h 158"/>
                  <a:gd name="T2" fmla="*/ 3 w 79"/>
                  <a:gd name="T3" fmla="*/ 119 h 158"/>
                  <a:gd name="T4" fmla="*/ 24 w 79"/>
                  <a:gd name="T5" fmla="*/ 0 h 158"/>
                  <a:gd name="T6" fmla="*/ 106 w 79"/>
                  <a:gd name="T7" fmla="*/ 111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158">
                    <a:moveTo>
                      <a:pt x="24" y="158"/>
                    </a:moveTo>
                    <a:cubicBezTo>
                      <a:pt x="15" y="136"/>
                      <a:pt x="5" y="111"/>
                      <a:pt x="3" y="88"/>
                    </a:cubicBezTo>
                    <a:cubicBezTo>
                      <a:pt x="0" y="57"/>
                      <a:pt x="19" y="30"/>
                      <a:pt x="18" y="0"/>
                    </a:cubicBezTo>
                    <a:cubicBezTo>
                      <a:pt x="32" y="26"/>
                      <a:pt x="74" y="51"/>
                      <a:pt x="79" y="8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3" name="Freeform 1304">
                <a:extLst>
                  <a:ext uri="{FF2B5EF4-FFF2-40B4-BE49-F238E27FC236}">
                    <a16:creationId xmlns:a16="http://schemas.microsoft.com/office/drawing/2014/main" id="{379D5FF0-BAB7-41CF-872E-9239106D0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064"/>
                <a:ext cx="137" cy="210"/>
              </a:xfrm>
              <a:custGeom>
                <a:avLst/>
                <a:gdLst>
                  <a:gd name="T0" fmla="*/ 167 w 124"/>
                  <a:gd name="T1" fmla="*/ 256 h 190"/>
                  <a:gd name="T2" fmla="*/ 102 w 124"/>
                  <a:gd name="T3" fmla="*/ 115 h 190"/>
                  <a:gd name="T4" fmla="*/ 0 w 124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190">
                    <a:moveTo>
                      <a:pt x="124" y="190"/>
                    </a:moveTo>
                    <a:cubicBezTo>
                      <a:pt x="98" y="156"/>
                      <a:pt x="91" y="124"/>
                      <a:pt x="75" y="85"/>
                    </a:cubicBezTo>
                    <a:cubicBezTo>
                      <a:pt x="58" y="45"/>
                      <a:pt x="25" y="3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4" name="Freeform 1305">
                <a:extLst>
                  <a:ext uri="{FF2B5EF4-FFF2-40B4-BE49-F238E27FC236}">
                    <a16:creationId xmlns:a16="http://schemas.microsoft.com/office/drawing/2014/main" id="{EC9F6051-2F85-43CB-87C3-16532FBDD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048"/>
                <a:ext cx="121" cy="180"/>
              </a:xfrm>
              <a:custGeom>
                <a:avLst/>
                <a:gdLst>
                  <a:gd name="T0" fmla="*/ 51 w 110"/>
                  <a:gd name="T1" fmla="*/ 220 h 163"/>
                  <a:gd name="T2" fmla="*/ 15 w 110"/>
                  <a:gd name="T3" fmla="*/ 130 h 163"/>
                  <a:gd name="T4" fmla="*/ 13 w 110"/>
                  <a:gd name="T5" fmla="*/ 54 h 163"/>
                  <a:gd name="T6" fmla="*/ 146 w 110"/>
                  <a:gd name="T7" fmla="*/ 98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163">
                    <a:moveTo>
                      <a:pt x="38" y="163"/>
                    </a:moveTo>
                    <a:cubicBezTo>
                      <a:pt x="23" y="144"/>
                      <a:pt x="19" y="121"/>
                      <a:pt x="12" y="97"/>
                    </a:cubicBezTo>
                    <a:cubicBezTo>
                      <a:pt x="6" y="78"/>
                      <a:pt x="0" y="59"/>
                      <a:pt x="10" y="40"/>
                    </a:cubicBezTo>
                    <a:cubicBezTo>
                      <a:pt x="30" y="0"/>
                      <a:pt x="100" y="41"/>
                      <a:pt x="110" y="7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5" name="Freeform 1306">
                <a:extLst>
                  <a:ext uri="{FF2B5EF4-FFF2-40B4-BE49-F238E27FC236}">
                    <a16:creationId xmlns:a16="http://schemas.microsoft.com/office/drawing/2014/main" id="{1F87D60E-F547-456A-9DE0-57A7FA299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014"/>
                <a:ext cx="100" cy="335"/>
              </a:xfrm>
              <a:custGeom>
                <a:avLst/>
                <a:gdLst>
                  <a:gd name="T0" fmla="*/ 121 w 91"/>
                  <a:gd name="T1" fmla="*/ 409 h 303"/>
                  <a:gd name="T2" fmla="*/ 93 w 91"/>
                  <a:gd name="T3" fmla="*/ 331 h 303"/>
                  <a:gd name="T4" fmla="*/ 69 w 91"/>
                  <a:gd name="T5" fmla="*/ 231 h 303"/>
                  <a:gd name="T6" fmla="*/ 26 w 91"/>
                  <a:gd name="T7" fmla="*/ 119 h 303"/>
                  <a:gd name="T8" fmla="*/ 11 w 91"/>
                  <a:gd name="T9" fmla="*/ 66 h 303"/>
                  <a:gd name="T10" fmla="*/ 5 w 91"/>
                  <a:gd name="T11" fmla="*/ 0 h 3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303">
                    <a:moveTo>
                      <a:pt x="91" y="303"/>
                    </a:moveTo>
                    <a:cubicBezTo>
                      <a:pt x="81" y="285"/>
                      <a:pt x="76" y="264"/>
                      <a:pt x="70" y="244"/>
                    </a:cubicBezTo>
                    <a:cubicBezTo>
                      <a:pt x="63" y="220"/>
                      <a:pt x="55" y="196"/>
                      <a:pt x="52" y="171"/>
                    </a:cubicBezTo>
                    <a:cubicBezTo>
                      <a:pt x="49" y="139"/>
                      <a:pt x="33" y="117"/>
                      <a:pt x="20" y="89"/>
                    </a:cubicBezTo>
                    <a:cubicBezTo>
                      <a:pt x="15" y="76"/>
                      <a:pt x="10" y="62"/>
                      <a:pt x="8" y="49"/>
                    </a:cubicBezTo>
                    <a:cubicBezTo>
                      <a:pt x="6" y="36"/>
                      <a:pt x="0" y="12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6" name="Freeform 1307">
                <a:extLst>
                  <a:ext uri="{FF2B5EF4-FFF2-40B4-BE49-F238E27FC236}">
                    <a16:creationId xmlns:a16="http://schemas.microsoft.com/office/drawing/2014/main" id="{7DF6EAF4-595B-4990-9C01-B9AE14ABA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210"/>
                <a:ext cx="149" cy="151"/>
              </a:xfrm>
              <a:custGeom>
                <a:avLst/>
                <a:gdLst>
                  <a:gd name="T0" fmla="*/ 0 w 135"/>
                  <a:gd name="T1" fmla="*/ 183 h 137"/>
                  <a:gd name="T2" fmla="*/ 38 w 135"/>
                  <a:gd name="T3" fmla="*/ 126 h 137"/>
                  <a:gd name="T4" fmla="*/ 93 w 135"/>
                  <a:gd name="T5" fmla="*/ 93 h 137"/>
                  <a:gd name="T6" fmla="*/ 143 w 135"/>
                  <a:gd name="T7" fmla="*/ 50 h 137"/>
                  <a:gd name="T8" fmla="*/ 181 w 135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137">
                    <a:moveTo>
                      <a:pt x="0" y="137"/>
                    </a:moveTo>
                    <a:cubicBezTo>
                      <a:pt x="7" y="123"/>
                      <a:pt x="15" y="104"/>
                      <a:pt x="28" y="93"/>
                    </a:cubicBezTo>
                    <a:cubicBezTo>
                      <a:pt x="39" y="84"/>
                      <a:pt x="56" y="77"/>
                      <a:pt x="69" y="69"/>
                    </a:cubicBezTo>
                    <a:cubicBezTo>
                      <a:pt x="83" y="60"/>
                      <a:pt x="97" y="51"/>
                      <a:pt x="107" y="37"/>
                    </a:cubicBezTo>
                    <a:cubicBezTo>
                      <a:pt x="113" y="28"/>
                      <a:pt x="121" y="1"/>
                      <a:pt x="13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7" name="Freeform 1308">
                <a:extLst>
                  <a:ext uri="{FF2B5EF4-FFF2-40B4-BE49-F238E27FC236}">
                    <a16:creationId xmlns:a16="http://schemas.microsoft.com/office/drawing/2014/main" id="{1D410B2C-31B3-4F85-916D-23692548E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265"/>
                <a:ext cx="10" cy="89"/>
              </a:xfrm>
              <a:custGeom>
                <a:avLst/>
                <a:gdLst>
                  <a:gd name="T0" fmla="*/ 9 w 9"/>
                  <a:gd name="T1" fmla="*/ 108 h 81"/>
                  <a:gd name="T2" fmla="*/ 10 w 9"/>
                  <a:gd name="T3" fmla="*/ 40 h 81"/>
                  <a:gd name="T4" fmla="*/ 0 w 9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1">
                    <a:moveTo>
                      <a:pt x="6" y="81"/>
                    </a:moveTo>
                    <a:cubicBezTo>
                      <a:pt x="1" y="65"/>
                      <a:pt x="9" y="47"/>
                      <a:pt x="7" y="30"/>
                    </a:cubicBezTo>
                    <a:cubicBezTo>
                      <a:pt x="5" y="20"/>
                      <a:pt x="2" y="1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8" name="Freeform 1309">
                <a:extLst>
                  <a:ext uri="{FF2B5EF4-FFF2-40B4-BE49-F238E27FC236}">
                    <a16:creationId xmlns:a16="http://schemas.microsoft.com/office/drawing/2014/main" id="{2E9AF94D-9AF0-4DC7-9780-E5930581A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252"/>
                <a:ext cx="82" cy="82"/>
              </a:xfrm>
              <a:custGeom>
                <a:avLst/>
                <a:gdLst>
                  <a:gd name="T0" fmla="*/ 0 w 75"/>
                  <a:gd name="T1" fmla="*/ 98 h 75"/>
                  <a:gd name="T2" fmla="*/ 39 w 75"/>
                  <a:gd name="T3" fmla="*/ 42 h 75"/>
                  <a:gd name="T4" fmla="*/ 98 w 75"/>
                  <a:gd name="T5" fmla="*/ 0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75">
                    <a:moveTo>
                      <a:pt x="0" y="75"/>
                    </a:moveTo>
                    <a:cubicBezTo>
                      <a:pt x="1" y="74"/>
                      <a:pt x="17" y="43"/>
                      <a:pt x="30" y="32"/>
                    </a:cubicBezTo>
                    <a:cubicBezTo>
                      <a:pt x="43" y="20"/>
                      <a:pt x="59" y="9"/>
                      <a:pt x="7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38" name="Group 1350">
              <a:extLst>
                <a:ext uri="{FF2B5EF4-FFF2-40B4-BE49-F238E27FC236}">
                  <a16:creationId xmlns:a16="http://schemas.microsoft.com/office/drawing/2014/main" id="{5ACD2C45-142A-42E6-814E-92C71B029F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9200" y="1839913"/>
              <a:ext cx="2384425" cy="415925"/>
              <a:chOff x="1074" y="1330"/>
              <a:chExt cx="1766" cy="332"/>
            </a:xfrm>
          </p:grpSpPr>
          <p:sp>
            <p:nvSpPr>
              <p:cNvPr id="78227" name="Freeform 1351">
                <a:extLst>
                  <a:ext uri="{FF2B5EF4-FFF2-40B4-BE49-F238E27FC236}">
                    <a16:creationId xmlns:a16="http://schemas.microsoft.com/office/drawing/2014/main" id="{38A72286-A173-4212-BF12-E772A351D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374"/>
                <a:ext cx="1728" cy="288"/>
              </a:xfrm>
              <a:custGeom>
                <a:avLst/>
                <a:gdLst>
                  <a:gd name="T0" fmla="*/ 0 w 1728"/>
                  <a:gd name="T1" fmla="*/ 288 h 288"/>
                  <a:gd name="T2" fmla="*/ 912 w 1728"/>
                  <a:gd name="T3" fmla="*/ 48 h 288"/>
                  <a:gd name="T4" fmla="*/ 1728 w 172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28" h="288">
                    <a:moveTo>
                      <a:pt x="0" y="288"/>
                    </a:moveTo>
                    <a:cubicBezTo>
                      <a:pt x="312" y="192"/>
                      <a:pt x="624" y="96"/>
                      <a:pt x="912" y="48"/>
                    </a:cubicBezTo>
                    <a:cubicBezTo>
                      <a:pt x="1200" y="0"/>
                      <a:pt x="1592" y="8"/>
                      <a:pt x="1728" y="0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8228" name="Group 1352">
                <a:extLst>
                  <a:ext uri="{FF2B5EF4-FFF2-40B4-BE49-F238E27FC236}">
                    <a16:creationId xmlns:a16="http://schemas.microsoft.com/office/drawing/2014/main" id="{5AAC36CA-2B04-4B4E-884A-818B000565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8" y="1330"/>
                <a:ext cx="52" cy="92"/>
                <a:chOff x="1440" y="1680"/>
                <a:chExt cx="52" cy="92"/>
              </a:xfrm>
            </p:grpSpPr>
            <p:sp>
              <p:nvSpPr>
                <p:cNvPr id="38294" name="Line 1353">
                  <a:extLst>
                    <a:ext uri="{FF2B5EF4-FFF2-40B4-BE49-F238E27FC236}">
                      <a16:creationId xmlns:a16="http://schemas.microsoft.com/office/drawing/2014/main" id="{CB9D58B9-384C-4D02-AFD5-567CA015DA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8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8295" name="Line 1354">
                  <a:extLst>
                    <a:ext uri="{FF2B5EF4-FFF2-40B4-BE49-F238E27FC236}">
                      <a16:creationId xmlns:a16="http://schemas.microsoft.com/office/drawing/2014/main" id="{992FDB31-5A38-4BE2-9F19-507959B466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4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sp>
          <p:nvSpPr>
            <p:cNvPr id="37904" name="Text Box 1355">
              <a:extLst>
                <a:ext uri="{FF2B5EF4-FFF2-40B4-BE49-F238E27FC236}">
                  <a16:creationId xmlns:a16="http://schemas.microsoft.com/office/drawing/2014/main" id="{456940EB-4A99-4E04-AAF5-B47138862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1150" y="1231900"/>
              <a:ext cx="596900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Pupils</a:t>
              </a:r>
            </a:p>
          </p:txBody>
        </p:sp>
        <p:sp>
          <p:nvSpPr>
            <p:cNvPr id="37905" name="Text Box 1356">
              <a:extLst>
                <a:ext uri="{FF2B5EF4-FFF2-40B4-BE49-F238E27FC236}">
                  <a16:creationId xmlns:a16="http://schemas.microsoft.com/office/drawing/2014/main" id="{38F06CBB-739C-4DEE-8BAB-72C0FCF59D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29525" y="1639888"/>
              <a:ext cx="1212850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Salivary glands</a:t>
              </a:r>
            </a:p>
          </p:txBody>
        </p:sp>
        <p:sp>
          <p:nvSpPr>
            <p:cNvPr id="37906" name="Text Box 1357">
              <a:extLst>
                <a:ext uri="{FF2B5EF4-FFF2-40B4-BE49-F238E27FC236}">
                  <a16:creationId xmlns:a16="http://schemas.microsoft.com/office/drawing/2014/main" id="{7BA81E1B-EAB9-47D2-930D-91A198DA85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77025" y="2201863"/>
              <a:ext cx="555625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Heart</a:t>
              </a:r>
            </a:p>
          </p:txBody>
        </p:sp>
        <p:sp>
          <p:nvSpPr>
            <p:cNvPr id="37907" name="Text Box 1358">
              <a:extLst>
                <a:ext uri="{FF2B5EF4-FFF2-40B4-BE49-F238E27FC236}">
                  <a16:creationId xmlns:a16="http://schemas.microsoft.com/office/drawing/2014/main" id="{E1D082C0-68EE-417F-86FA-A0A51211D0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0525" y="3192463"/>
              <a:ext cx="1273175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Bronchi of lungs</a:t>
              </a:r>
            </a:p>
          </p:txBody>
        </p:sp>
        <p:sp>
          <p:nvSpPr>
            <p:cNvPr id="37908" name="Text Box 1359">
              <a:extLst>
                <a:ext uri="{FF2B5EF4-FFF2-40B4-BE49-F238E27FC236}">
                  <a16:creationId xmlns:a16="http://schemas.microsoft.com/office/drawing/2014/main" id="{D4C27966-E88B-4255-853B-B4377B5EEF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29300" y="3668713"/>
              <a:ext cx="512763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Liver</a:t>
              </a:r>
            </a:p>
          </p:txBody>
        </p:sp>
        <p:sp>
          <p:nvSpPr>
            <p:cNvPr id="37909" name="Text Box 1360">
              <a:extLst>
                <a:ext uri="{FF2B5EF4-FFF2-40B4-BE49-F238E27FC236}">
                  <a16:creationId xmlns:a16="http://schemas.microsoft.com/office/drawing/2014/main" id="{30621F7A-8F23-410F-B2A6-EC38E8A6D6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43700" y="3859213"/>
              <a:ext cx="784225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Stomach</a:t>
              </a:r>
            </a:p>
          </p:txBody>
        </p:sp>
        <p:sp>
          <p:nvSpPr>
            <p:cNvPr id="37910" name="Text Box 1361">
              <a:extLst>
                <a:ext uri="{FF2B5EF4-FFF2-40B4-BE49-F238E27FC236}">
                  <a16:creationId xmlns:a16="http://schemas.microsoft.com/office/drawing/2014/main" id="{56CD730E-2DB6-4EDB-8CAD-9A7877F690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43700" y="4210050"/>
              <a:ext cx="1247775" cy="2746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Small intestines</a:t>
              </a:r>
            </a:p>
          </p:txBody>
        </p:sp>
        <p:sp>
          <p:nvSpPr>
            <p:cNvPr id="37911" name="Text Box 1362">
              <a:extLst>
                <a:ext uri="{FF2B5EF4-FFF2-40B4-BE49-F238E27FC236}">
                  <a16:creationId xmlns:a16="http://schemas.microsoft.com/office/drawing/2014/main" id="{526B0EA8-3BF8-457C-B928-52773D3B22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58050" y="4665663"/>
              <a:ext cx="1179513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Large intestine</a:t>
              </a:r>
            </a:p>
          </p:txBody>
        </p:sp>
        <p:sp>
          <p:nvSpPr>
            <p:cNvPr id="37912" name="Text Box 1363">
              <a:extLst>
                <a:ext uri="{FF2B5EF4-FFF2-40B4-BE49-F238E27FC236}">
                  <a16:creationId xmlns:a16="http://schemas.microsoft.com/office/drawing/2014/main" id="{40F3A27A-7621-451E-BB88-EF2C8FD42F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25" y="5303838"/>
              <a:ext cx="708025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Rectum</a:t>
              </a:r>
            </a:p>
          </p:txBody>
        </p:sp>
        <p:sp>
          <p:nvSpPr>
            <p:cNvPr id="37913" name="Text Box 1364">
              <a:extLst>
                <a:ext uri="{FF2B5EF4-FFF2-40B4-BE49-F238E27FC236}">
                  <a16:creationId xmlns:a16="http://schemas.microsoft.com/office/drawing/2014/main" id="{5987EF80-417D-4274-BE8A-6D3E3DADBD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05575" y="5694363"/>
              <a:ext cx="706438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Bladder</a:t>
              </a:r>
            </a:p>
          </p:txBody>
        </p:sp>
        <p:grpSp>
          <p:nvGrpSpPr>
            <p:cNvPr id="77849" name="Group 1366">
              <a:extLst>
                <a:ext uri="{FF2B5EF4-FFF2-40B4-BE49-F238E27FC236}">
                  <a16:creationId xmlns:a16="http://schemas.microsoft.com/office/drawing/2014/main" id="{DD74ADD4-92DF-417D-9832-049E8EE1BD5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514600" y="1244600"/>
              <a:ext cx="1627188" cy="5092700"/>
              <a:chOff x="1113" y="707"/>
              <a:chExt cx="1025" cy="3208"/>
            </a:xfrm>
          </p:grpSpPr>
          <p:sp>
            <p:nvSpPr>
              <p:cNvPr id="77895" name="Freeform 1367">
                <a:extLst>
                  <a:ext uri="{FF2B5EF4-FFF2-40B4-BE49-F238E27FC236}">
                    <a16:creationId xmlns:a16="http://schemas.microsoft.com/office/drawing/2014/main" id="{D7324028-A204-429A-8764-3F193A198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939"/>
                <a:ext cx="558" cy="2976"/>
              </a:xfrm>
              <a:custGeom>
                <a:avLst/>
                <a:gdLst>
                  <a:gd name="T0" fmla="*/ 19 w 757"/>
                  <a:gd name="T1" fmla="*/ 1616 h 4039"/>
                  <a:gd name="T2" fmla="*/ 227 w 757"/>
                  <a:gd name="T3" fmla="*/ 1243 h 4039"/>
                  <a:gd name="T4" fmla="*/ 91 w 757"/>
                  <a:gd name="T5" fmla="*/ 780 h 4039"/>
                  <a:gd name="T6" fmla="*/ 206 w 757"/>
                  <a:gd name="T7" fmla="*/ 300 h 4039"/>
                  <a:gd name="T8" fmla="*/ 226 w 757"/>
                  <a:gd name="T9" fmla="*/ 250 h 4039"/>
                  <a:gd name="T10" fmla="*/ 251 w 757"/>
                  <a:gd name="T11" fmla="*/ 223 h 4039"/>
                  <a:gd name="T12" fmla="*/ 303 w 757"/>
                  <a:gd name="T13" fmla="*/ 183 h 4039"/>
                  <a:gd name="T14" fmla="*/ 147 w 757"/>
                  <a:gd name="T15" fmla="*/ 150 h 4039"/>
                  <a:gd name="T16" fmla="*/ 176 w 757"/>
                  <a:gd name="T17" fmla="*/ 296 h 4039"/>
                  <a:gd name="T18" fmla="*/ 51 w 757"/>
                  <a:gd name="T19" fmla="*/ 780 h 4039"/>
                  <a:gd name="T20" fmla="*/ 186 w 757"/>
                  <a:gd name="T21" fmla="*/ 1243 h 4039"/>
                  <a:gd name="T22" fmla="*/ 19 w 757"/>
                  <a:gd name="T23" fmla="*/ 1616 h 40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57" h="4039">
                    <a:moveTo>
                      <a:pt x="47" y="4039"/>
                    </a:moveTo>
                    <a:cubicBezTo>
                      <a:pt x="54" y="3585"/>
                      <a:pt x="567" y="3696"/>
                      <a:pt x="567" y="3107"/>
                    </a:cubicBezTo>
                    <a:cubicBezTo>
                      <a:pt x="568" y="2698"/>
                      <a:pt x="271" y="2698"/>
                      <a:pt x="228" y="1949"/>
                    </a:cubicBezTo>
                    <a:cubicBezTo>
                      <a:pt x="200" y="1466"/>
                      <a:pt x="583" y="1251"/>
                      <a:pt x="515" y="751"/>
                    </a:cubicBezTo>
                    <a:cubicBezTo>
                      <a:pt x="500" y="637"/>
                      <a:pt x="526" y="633"/>
                      <a:pt x="563" y="624"/>
                    </a:cubicBezTo>
                    <a:cubicBezTo>
                      <a:pt x="607" y="612"/>
                      <a:pt x="613" y="592"/>
                      <a:pt x="625" y="558"/>
                    </a:cubicBezTo>
                    <a:cubicBezTo>
                      <a:pt x="642" y="510"/>
                      <a:pt x="722" y="554"/>
                      <a:pt x="757" y="457"/>
                    </a:cubicBezTo>
                    <a:cubicBezTo>
                      <a:pt x="757" y="457"/>
                      <a:pt x="435" y="0"/>
                      <a:pt x="369" y="374"/>
                    </a:cubicBezTo>
                    <a:cubicBezTo>
                      <a:pt x="369" y="374"/>
                      <a:pt x="410" y="577"/>
                      <a:pt x="439" y="739"/>
                    </a:cubicBezTo>
                    <a:cubicBezTo>
                      <a:pt x="526" y="1236"/>
                      <a:pt x="98" y="1466"/>
                      <a:pt x="126" y="1949"/>
                    </a:cubicBezTo>
                    <a:cubicBezTo>
                      <a:pt x="169" y="2698"/>
                      <a:pt x="465" y="2698"/>
                      <a:pt x="465" y="3107"/>
                    </a:cubicBezTo>
                    <a:cubicBezTo>
                      <a:pt x="465" y="3696"/>
                      <a:pt x="0" y="3534"/>
                      <a:pt x="47" y="4039"/>
                    </a:cubicBezTo>
                  </a:path>
                </a:pathLst>
              </a:custGeom>
              <a:solidFill>
                <a:srgbClr val="F5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6" name="Freeform 1368">
                <a:extLst>
                  <a:ext uri="{FF2B5EF4-FFF2-40B4-BE49-F238E27FC236}">
                    <a16:creationId xmlns:a16="http://schemas.microsoft.com/office/drawing/2014/main" id="{5FBDC279-800A-4A90-AA1B-D6FD1F3F2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126"/>
                <a:ext cx="328" cy="303"/>
              </a:xfrm>
              <a:custGeom>
                <a:avLst/>
                <a:gdLst>
                  <a:gd name="T0" fmla="*/ 59 w 445"/>
                  <a:gd name="T1" fmla="*/ 7 h 411"/>
                  <a:gd name="T2" fmla="*/ 51 w 445"/>
                  <a:gd name="T3" fmla="*/ 2 h 411"/>
                  <a:gd name="T4" fmla="*/ 38 w 445"/>
                  <a:gd name="T5" fmla="*/ 0 h 411"/>
                  <a:gd name="T6" fmla="*/ 19 w 445"/>
                  <a:gd name="T7" fmla="*/ 14 h 411"/>
                  <a:gd name="T8" fmla="*/ 11 w 445"/>
                  <a:gd name="T9" fmla="*/ 51 h 411"/>
                  <a:gd name="T10" fmla="*/ 17 w 445"/>
                  <a:gd name="T11" fmla="*/ 74 h 411"/>
                  <a:gd name="T12" fmla="*/ 1 w 445"/>
                  <a:gd name="T13" fmla="*/ 101 h 411"/>
                  <a:gd name="T14" fmla="*/ 14 w 445"/>
                  <a:gd name="T15" fmla="*/ 151 h 411"/>
                  <a:gd name="T16" fmla="*/ 62 w 445"/>
                  <a:gd name="T17" fmla="*/ 142 h 411"/>
                  <a:gd name="T18" fmla="*/ 81 w 445"/>
                  <a:gd name="T19" fmla="*/ 125 h 411"/>
                  <a:gd name="T20" fmla="*/ 92 w 445"/>
                  <a:gd name="T21" fmla="*/ 108 h 411"/>
                  <a:gd name="T22" fmla="*/ 114 w 445"/>
                  <a:gd name="T23" fmla="*/ 101 h 411"/>
                  <a:gd name="T24" fmla="*/ 91 w 445"/>
                  <a:gd name="T25" fmla="*/ 34 h 411"/>
                  <a:gd name="T26" fmla="*/ 59 w 445"/>
                  <a:gd name="T27" fmla="*/ 7 h 4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45" h="411">
                    <a:moveTo>
                      <a:pt x="147" y="16"/>
                    </a:moveTo>
                    <a:cubicBezTo>
                      <a:pt x="139" y="15"/>
                      <a:pt x="134" y="8"/>
                      <a:pt x="126" y="5"/>
                    </a:cubicBezTo>
                    <a:cubicBezTo>
                      <a:pt x="116" y="1"/>
                      <a:pt x="105" y="0"/>
                      <a:pt x="95" y="0"/>
                    </a:cubicBezTo>
                    <a:cubicBezTo>
                      <a:pt x="71" y="1"/>
                      <a:pt x="55" y="14"/>
                      <a:pt x="48" y="35"/>
                    </a:cubicBezTo>
                    <a:cubicBezTo>
                      <a:pt x="37" y="65"/>
                      <a:pt x="24" y="95"/>
                      <a:pt x="28" y="127"/>
                    </a:cubicBezTo>
                    <a:cubicBezTo>
                      <a:pt x="31" y="146"/>
                      <a:pt x="39" y="164"/>
                      <a:pt x="42" y="183"/>
                    </a:cubicBezTo>
                    <a:cubicBezTo>
                      <a:pt x="44" y="201"/>
                      <a:pt x="0" y="234"/>
                      <a:pt x="2" y="252"/>
                    </a:cubicBezTo>
                    <a:cubicBezTo>
                      <a:pt x="5" y="279"/>
                      <a:pt x="18" y="271"/>
                      <a:pt x="35" y="377"/>
                    </a:cubicBezTo>
                    <a:cubicBezTo>
                      <a:pt x="40" y="411"/>
                      <a:pt x="133" y="371"/>
                      <a:pt x="155" y="355"/>
                    </a:cubicBezTo>
                    <a:cubicBezTo>
                      <a:pt x="172" y="342"/>
                      <a:pt x="187" y="324"/>
                      <a:pt x="202" y="310"/>
                    </a:cubicBezTo>
                    <a:cubicBezTo>
                      <a:pt x="212" y="301"/>
                      <a:pt x="218" y="278"/>
                      <a:pt x="229" y="271"/>
                    </a:cubicBezTo>
                    <a:cubicBezTo>
                      <a:pt x="241" y="262"/>
                      <a:pt x="270" y="251"/>
                      <a:pt x="284" y="252"/>
                    </a:cubicBezTo>
                    <a:cubicBezTo>
                      <a:pt x="445" y="261"/>
                      <a:pt x="249" y="118"/>
                      <a:pt x="226" y="86"/>
                    </a:cubicBezTo>
                    <a:cubicBezTo>
                      <a:pt x="204" y="55"/>
                      <a:pt x="182" y="30"/>
                      <a:pt x="147" y="16"/>
                    </a:cubicBezTo>
                  </a:path>
                </a:pathLst>
              </a:custGeom>
              <a:solidFill>
                <a:srgbClr val="EBA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7" name="Freeform 1369">
                <a:extLst>
                  <a:ext uri="{FF2B5EF4-FFF2-40B4-BE49-F238E27FC236}">
                    <a16:creationId xmlns:a16="http://schemas.microsoft.com/office/drawing/2014/main" id="{35E50D2A-EC77-4480-8A66-194166B9E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1101"/>
                <a:ext cx="300" cy="299"/>
              </a:xfrm>
              <a:custGeom>
                <a:avLst/>
                <a:gdLst>
                  <a:gd name="T0" fmla="*/ 49 w 407"/>
                  <a:gd name="T1" fmla="*/ 7 h 406"/>
                  <a:gd name="T2" fmla="*/ 41 w 407"/>
                  <a:gd name="T3" fmla="*/ 2 h 406"/>
                  <a:gd name="T4" fmla="*/ 28 w 407"/>
                  <a:gd name="T5" fmla="*/ 0 h 406"/>
                  <a:gd name="T6" fmla="*/ 10 w 407"/>
                  <a:gd name="T7" fmla="*/ 14 h 406"/>
                  <a:gd name="T8" fmla="*/ 1 w 407"/>
                  <a:gd name="T9" fmla="*/ 51 h 406"/>
                  <a:gd name="T10" fmla="*/ 7 w 407"/>
                  <a:gd name="T11" fmla="*/ 73 h 406"/>
                  <a:gd name="T12" fmla="*/ 8 w 407"/>
                  <a:gd name="T13" fmla="*/ 95 h 406"/>
                  <a:gd name="T14" fmla="*/ 5 w 407"/>
                  <a:gd name="T15" fmla="*/ 151 h 406"/>
                  <a:gd name="T16" fmla="*/ 52 w 407"/>
                  <a:gd name="T17" fmla="*/ 141 h 406"/>
                  <a:gd name="T18" fmla="*/ 71 w 407"/>
                  <a:gd name="T19" fmla="*/ 124 h 406"/>
                  <a:gd name="T20" fmla="*/ 82 w 407"/>
                  <a:gd name="T21" fmla="*/ 108 h 406"/>
                  <a:gd name="T22" fmla="*/ 127 w 407"/>
                  <a:gd name="T23" fmla="*/ 112 h 406"/>
                  <a:gd name="T24" fmla="*/ 80 w 407"/>
                  <a:gd name="T25" fmla="*/ 34 h 406"/>
                  <a:gd name="T26" fmla="*/ 49 w 407"/>
                  <a:gd name="T27" fmla="*/ 7 h 4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7" h="406">
                    <a:moveTo>
                      <a:pt x="123" y="16"/>
                    </a:moveTo>
                    <a:cubicBezTo>
                      <a:pt x="115" y="15"/>
                      <a:pt x="109" y="8"/>
                      <a:pt x="101" y="5"/>
                    </a:cubicBezTo>
                    <a:cubicBezTo>
                      <a:pt x="92" y="1"/>
                      <a:pt x="80" y="0"/>
                      <a:pt x="70" y="0"/>
                    </a:cubicBezTo>
                    <a:cubicBezTo>
                      <a:pt x="47" y="1"/>
                      <a:pt x="31" y="14"/>
                      <a:pt x="23" y="35"/>
                    </a:cubicBezTo>
                    <a:cubicBezTo>
                      <a:pt x="13" y="65"/>
                      <a:pt x="0" y="94"/>
                      <a:pt x="4" y="127"/>
                    </a:cubicBezTo>
                    <a:cubicBezTo>
                      <a:pt x="7" y="146"/>
                      <a:pt x="15" y="164"/>
                      <a:pt x="17" y="183"/>
                    </a:cubicBezTo>
                    <a:cubicBezTo>
                      <a:pt x="20" y="201"/>
                      <a:pt x="19" y="219"/>
                      <a:pt x="21" y="238"/>
                    </a:cubicBezTo>
                    <a:cubicBezTo>
                      <a:pt x="24" y="264"/>
                      <a:pt x="0" y="354"/>
                      <a:pt x="14" y="377"/>
                    </a:cubicBezTo>
                    <a:cubicBezTo>
                      <a:pt x="31" y="406"/>
                      <a:pt x="109" y="371"/>
                      <a:pt x="131" y="355"/>
                    </a:cubicBezTo>
                    <a:cubicBezTo>
                      <a:pt x="148" y="342"/>
                      <a:pt x="162" y="324"/>
                      <a:pt x="178" y="310"/>
                    </a:cubicBezTo>
                    <a:cubicBezTo>
                      <a:pt x="188" y="301"/>
                      <a:pt x="193" y="277"/>
                      <a:pt x="205" y="270"/>
                    </a:cubicBezTo>
                    <a:cubicBezTo>
                      <a:pt x="217" y="262"/>
                      <a:pt x="304" y="281"/>
                      <a:pt x="318" y="280"/>
                    </a:cubicBezTo>
                    <a:cubicBezTo>
                      <a:pt x="407" y="271"/>
                      <a:pt x="225" y="118"/>
                      <a:pt x="201" y="86"/>
                    </a:cubicBezTo>
                    <a:cubicBezTo>
                      <a:pt x="179" y="55"/>
                      <a:pt x="157" y="30"/>
                      <a:pt x="123" y="16"/>
                    </a:cubicBezTo>
                  </a:path>
                </a:pathLst>
              </a:custGeom>
              <a:solidFill>
                <a:srgbClr val="D78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8" name="Freeform 1370">
                <a:extLst>
                  <a:ext uri="{FF2B5EF4-FFF2-40B4-BE49-F238E27FC236}">
                    <a16:creationId xmlns:a16="http://schemas.microsoft.com/office/drawing/2014/main" id="{0F624E0E-9368-487D-A507-0B855425F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157"/>
                <a:ext cx="109" cy="143"/>
              </a:xfrm>
              <a:custGeom>
                <a:avLst/>
                <a:gdLst>
                  <a:gd name="T0" fmla="*/ 10 w 148"/>
                  <a:gd name="T1" fmla="*/ 4 h 194"/>
                  <a:gd name="T2" fmla="*/ 2 w 148"/>
                  <a:gd name="T3" fmla="*/ 32 h 194"/>
                  <a:gd name="T4" fmla="*/ 5 w 148"/>
                  <a:gd name="T5" fmla="*/ 65 h 194"/>
                  <a:gd name="T6" fmla="*/ 27 w 148"/>
                  <a:gd name="T7" fmla="*/ 67 h 194"/>
                  <a:gd name="T8" fmla="*/ 50 w 148"/>
                  <a:gd name="T9" fmla="*/ 55 h 194"/>
                  <a:gd name="T10" fmla="*/ 39 w 148"/>
                  <a:gd name="T11" fmla="*/ 18 h 194"/>
                  <a:gd name="T12" fmla="*/ 18 w 148"/>
                  <a:gd name="T13" fmla="*/ 1 h 194"/>
                  <a:gd name="T14" fmla="*/ 10 w 148"/>
                  <a:gd name="T15" fmla="*/ 4 h 1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8" h="194">
                    <a:moveTo>
                      <a:pt x="25" y="9"/>
                    </a:moveTo>
                    <a:cubicBezTo>
                      <a:pt x="0" y="16"/>
                      <a:pt x="4" y="59"/>
                      <a:pt x="5" y="79"/>
                    </a:cubicBezTo>
                    <a:cubicBezTo>
                      <a:pt x="7" y="105"/>
                      <a:pt x="7" y="138"/>
                      <a:pt x="14" y="163"/>
                    </a:cubicBezTo>
                    <a:cubicBezTo>
                      <a:pt x="24" y="194"/>
                      <a:pt x="50" y="187"/>
                      <a:pt x="67" y="168"/>
                    </a:cubicBezTo>
                    <a:cubicBezTo>
                      <a:pt x="83" y="151"/>
                      <a:pt x="111" y="157"/>
                      <a:pt x="125" y="138"/>
                    </a:cubicBezTo>
                    <a:cubicBezTo>
                      <a:pt x="148" y="108"/>
                      <a:pt x="118" y="67"/>
                      <a:pt x="98" y="44"/>
                    </a:cubicBezTo>
                    <a:cubicBezTo>
                      <a:pt x="85" y="27"/>
                      <a:pt x="66" y="9"/>
                      <a:pt x="45" y="3"/>
                    </a:cubicBezTo>
                    <a:cubicBezTo>
                      <a:pt x="36" y="0"/>
                      <a:pt x="30" y="3"/>
                      <a:pt x="24" y="9"/>
                    </a:cubicBezTo>
                  </a:path>
                </a:pathLst>
              </a:custGeom>
              <a:solidFill>
                <a:srgbClr val="DC8A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9" name="Line 1371">
                <a:extLst>
                  <a:ext uri="{FF2B5EF4-FFF2-40B4-BE49-F238E27FC236}">
                    <a16:creationId xmlns:a16="http://schemas.microsoft.com/office/drawing/2014/main" id="{3AA462B9-87C1-4F7F-96EC-615A81AB5C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1" y="3312"/>
                <a:ext cx="72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0" name="Freeform 1372">
                <a:extLst>
                  <a:ext uri="{FF2B5EF4-FFF2-40B4-BE49-F238E27FC236}">
                    <a16:creationId xmlns:a16="http://schemas.microsoft.com/office/drawing/2014/main" id="{295D27C7-8AF3-47B6-BC3E-2D2907C15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133"/>
                <a:ext cx="379" cy="250"/>
              </a:xfrm>
              <a:custGeom>
                <a:avLst/>
                <a:gdLst>
                  <a:gd name="T0" fmla="*/ 199 w 515"/>
                  <a:gd name="T1" fmla="*/ 55 h 339"/>
                  <a:gd name="T2" fmla="*/ 194 w 515"/>
                  <a:gd name="T3" fmla="*/ 76 h 339"/>
                  <a:gd name="T4" fmla="*/ 190 w 515"/>
                  <a:gd name="T5" fmla="*/ 91 h 339"/>
                  <a:gd name="T6" fmla="*/ 171 w 515"/>
                  <a:gd name="T7" fmla="*/ 103 h 339"/>
                  <a:gd name="T8" fmla="*/ 155 w 515"/>
                  <a:gd name="T9" fmla="*/ 118 h 339"/>
                  <a:gd name="T10" fmla="*/ 145 w 515"/>
                  <a:gd name="T11" fmla="*/ 121 h 339"/>
                  <a:gd name="T12" fmla="*/ 138 w 515"/>
                  <a:gd name="T13" fmla="*/ 129 h 339"/>
                  <a:gd name="T14" fmla="*/ 117 w 515"/>
                  <a:gd name="T15" fmla="*/ 128 h 339"/>
                  <a:gd name="T16" fmla="*/ 93 w 515"/>
                  <a:gd name="T17" fmla="*/ 133 h 339"/>
                  <a:gd name="T18" fmla="*/ 71 w 515"/>
                  <a:gd name="T19" fmla="*/ 121 h 339"/>
                  <a:gd name="T20" fmla="*/ 4 w 515"/>
                  <a:gd name="T21" fmla="*/ 54 h 339"/>
                  <a:gd name="T22" fmla="*/ 13 w 515"/>
                  <a:gd name="T23" fmla="*/ 15 h 339"/>
                  <a:gd name="T24" fmla="*/ 65 w 515"/>
                  <a:gd name="T25" fmla="*/ 15 h 339"/>
                  <a:gd name="T26" fmla="*/ 150 w 515"/>
                  <a:gd name="T27" fmla="*/ 27 h 339"/>
                  <a:gd name="T28" fmla="*/ 198 w 515"/>
                  <a:gd name="T29" fmla="*/ 54 h 339"/>
                  <a:gd name="T30" fmla="*/ 199 w 515"/>
                  <a:gd name="T31" fmla="*/ 55 h 33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15" h="339">
                    <a:moveTo>
                      <a:pt x="499" y="138"/>
                    </a:moveTo>
                    <a:cubicBezTo>
                      <a:pt x="515" y="154"/>
                      <a:pt x="492" y="176"/>
                      <a:pt x="486" y="189"/>
                    </a:cubicBezTo>
                    <a:cubicBezTo>
                      <a:pt x="480" y="202"/>
                      <a:pt x="485" y="214"/>
                      <a:pt x="475" y="228"/>
                    </a:cubicBezTo>
                    <a:cubicBezTo>
                      <a:pt x="464" y="245"/>
                      <a:pt x="441" y="245"/>
                      <a:pt x="428" y="256"/>
                    </a:cubicBezTo>
                    <a:cubicBezTo>
                      <a:pt x="410" y="271"/>
                      <a:pt x="412" y="285"/>
                      <a:pt x="387" y="294"/>
                    </a:cubicBezTo>
                    <a:cubicBezTo>
                      <a:pt x="378" y="298"/>
                      <a:pt x="372" y="296"/>
                      <a:pt x="364" y="302"/>
                    </a:cubicBezTo>
                    <a:cubicBezTo>
                      <a:pt x="357" y="307"/>
                      <a:pt x="354" y="317"/>
                      <a:pt x="347" y="321"/>
                    </a:cubicBezTo>
                    <a:cubicBezTo>
                      <a:pt x="328" y="332"/>
                      <a:pt x="311" y="317"/>
                      <a:pt x="293" y="318"/>
                    </a:cubicBezTo>
                    <a:cubicBezTo>
                      <a:pt x="274" y="320"/>
                      <a:pt x="257" y="339"/>
                      <a:pt x="234" y="334"/>
                    </a:cubicBezTo>
                    <a:cubicBezTo>
                      <a:pt x="213" y="330"/>
                      <a:pt x="198" y="310"/>
                      <a:pt x="180" y="302"/>
                    </a:cubicBezTo>
                    <a:cubicBezTo>
                      <a:pt x="101" y="269"/>
                      <a:pt x="28" y="222"/>
                      <a:pt x="10" y="134"/>
                    </a:cubicBezTo>
                    <a:cubicBezTo>
                      <a:pt x="2" y="93"/>
                      <a:pt x="0" y="64"/>
                      <a:pt x="32" y="36"/>
                    </a:cubicBezTo>
                    <a:cubicBezTo>
                      <a:pt x="72" y="0"/>
                      <a:pt x="115" y="29"/>
                      <a:pt x="162" y="40"/>
                    </a:cubicBezTo>
                    <a:cubicBezTo>
                      <a:pt x="232" y="55"/>
                      <a:pt x="309" y="46"/>
                      <a:pt x="377" y="66"/>
                    </a:cubicBezTo>
                    <a:cubicBezTo>
                      <a:pt x="409" y="75"/>
                      <a:pt x="490" y="102"/>
                      <a:pt x="497" y="134"/>
                    </a:cubicBezTo>
                    <a:lnTo>
                      <a:pt x="499" y="138"/>
                    </a:lnTo>
                    <a:close/>
                  </a:path>
                </a:pathLst>
              </a:custGeom>
              <a:solidFill>
                <a:srgbClr val="CE9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1" name="Freeform 1373">
                <a:extLst>
                  <a:ext uri="{FF2B5EF4-FFF2-40B4-BE49-F238E27FC236}">
                    <a16:creationId xmlns:a16="http://schemas.microsoft.com/office/drawing/2014/main" id="{CB10DEBE-D3B3-47AC-8CAA-03BED8DD2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146"/>
                <a:ext cx="377" cy="168"/>
              </a:xfrm>
              <a:custGeom>
                <a:avLst/>
                <a:gdLst>
                  <a:gd name="T0" fmla="*/ 1 w 512"/>
                  <a:gd name="T1" fmla="*/ 28 h 228"/>
                  <a:gd name="T2" fmla="*/ 65 w 512"/>
                  <a:gd name="T3" fmla="*/ 30 h 228"/>
                  <a:gd name="T4" fmla="*/ 100 w 512"/>
                  <a:gd name="T5" fmla="*/ 42 h 228"/>
                  <a:gd name="T6" fmla="*/ 121 w 512"/>
                  <a:gd name="T7" fmla="*/ 50 h 228"/>
                  <a:gd name="T8" fmla="*/ 147 w 512"/>
                  <a:gd name="T9" fmla="*/ 55 h 228"/>
                  <a:gd name="T10" fmla="*/ 183 w 512"/>
                  <a:gd name="T11" fmla="*/ 55 h 228"/>
                  <a:gd name="T12" fmla="*/ 180 w 512"/>
                  <a:gd name="T13" fmla="*/ 83 h 228"/>
                  <a:gd name="T14" fmla="*/ 192 w 512"/>
                  <a:gd name="T15" fmla="*/ 69 h 228"/>
                  <a:gd name="T16" fmla="*/ 200 w 512"/>
                  <a:gd name="T17" fmla="*/ 46 h 228"/>
                  <a:gd name="T18" fmla="*/ 194 w 512"/>
                  <a:gd name="T19" fmla="*/ 38 h 228"/>
                  <a:gd name="T20" fmla="*/ 143 w 512"/>
                  <a:gd name="T21" fmla="*/ 28 h 228"/>
                  <a:gd name="T22" fmla="*/ 30 w 512"/>
                  <a:gd name="T23" fmla="*/ 7 h 228"/>
                  <a:gd name="T24" fmla="*/ 11 w 512"/>
                  <a:gd name="T25" fmla="*/ 8 h 228"/>
                  <a:gd name="T26" fmla="*/ 1 w 512"/>
                  <a:gd name="T27" fmla="*/ 28 h 2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12" h="228">
                    <a:moveTo>
                      <a:pt x="2" y="70"/>
                    </a:moveTo>
                    <a:cubicBezTo>
                      <a:pt x="27" y="0"/>
                      <a:pt x="122" y="55"/>
                      <a:pt x="161" y="75"/>
                    </a:cubicBezTo>
                    <a:cubicBezTo>
                      <a:pt x="192" y="91"/>
                      <a:pt x="225" y="86"/>
                      <a:pt x="251" y="104"/>
                    </a:cubicBezTo>
                    <a:cubicBezTo>
                      <a:pt x="269" y="115"/>
                      <a:pt x="284" y="122"/>
                      <a:pt x="304" y="125"/>
                    </a:cubicBezTo>
                    <a:cubicBezTo>
                      <a:pt x="325" y="128"/>
                      <a:pt x="347" y="135"/>
                      <a:pt x="368" y="137"/>
                    </a:cubicBezTo>
                    <a:cubicBezTo>
                      <a:pt x="396" y="140"/>
                      <a:pt x="430" y="125"/>
                      <a:pt x="457" y="137"/>
                    </a:cubicBezTo>
                    <a:cubicBezTo>
                      <a:pt x="497" y="155"/>
                      <a:pt x="431" y="188"/>
                      <a:pt x="449" y="209"/>
                    </a:cubicBezTo>
                    <a:cubicBezTo>
                      <a:pt x="465" y="228"/>
                      <a:pt x="473" y="214"/>
                      <a:pt x="481" y="171"/>
                    </a:cubicBezTo>
                    <a:cubicBezTo>
                      <a:pt x="482" y="164"/>
                      <a:pt x="498" y="155"/>
                      <a:pt x="502" y="114"/>
                    </a:cubicBezTo>
                    <a:cubicBezTo>
                      <a:pt x="504" y="85"/>
                      <a:pt x="512" y="90"/>
                      <a:pt x="488" y="93"/>
                    </a:cubicBezTo>
                    <a:cubicBezTo>
                      <a:pt x="441" y="99"/>
                      <a:pt x="402" y="90"/>
                      <a:pt x="359" y="71"/>
                    </a:cubicBezTo>
                    <a:cubicBezTo>
                      <a:pt x="272" y="35"/>
                      <a:pt x="169" y="21"/>
                      <a:pt x="76" y="17"/>
                    </a:cubicBezTo>
                    <a:cubicBezTo>
                      <a:pt x="59" y="16"/>
                      <a:pt x="41" y="10"/>
                      <a:pt x="27" y="20"/>
                    </a:cubicBezTo>
                    <a:cubicBezTo>
                      <a:pt x="12" y="30"/>
                      <a:pt x="0" y="56"/>
                      <a:pt x="2" y="70"/>
                    </a:cubicBezTo>
                  </a:path>
                </a:pathLst>
              </a:custGeom>
              <a:solidFill>
                <a:srgbClr val="B279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2" name="Freeform 1374">
                <a:extLst>
                  <a:ext uri="{FF2B5EF4-FFF2-40B4-BE49-F238E27FC236}">
                    <a16:creationId xmlns:a16="http://schemas.microsoft.com/office/drawing/2014/main" id="{34729D07-5334-48F6-987B-666DC654D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219"/>
                <a:ext cx="211" cy="107"/>
              </a:xfrm>
              <a:custGeom>
                <a:avLst/>
                <a:gdLst>
                  <a:gd name="T0" fmla="*/ 111 w 286"/>
                  <a:gd name="T1" fmla="*/ 30 h 144"/>
                  <a:gd name="T2" fmla="*/ 89 w 286"/>
                  <a:gd name="T3" fmla="*/ 38 h 144"/>
                  <a:gd name="T4" fmla="*/ 69 w 286"/>
                  <a:gd name="T5" fmla="*/ 31 h 144"/>
                  <a:gd name="T6" fmla="*/ 46 w 286"/>
                  <a:gd name="T7" fmla="*/ 20 h 144"/>
                  <a:gd name="T8" fmla="*/ 30 w 286"/>
                  <a:gd name="T9" fmla="*/ 15 h 144"/>
                  <a:gd name="T10" fmla="*/ 26 w 286"/>
                  <a:gd name="T11" fmla="*/ 11 h 144"/>
                  <a:gd name="T12" fmla="*/ 16 w 286"/>
                  <a:gd name="T13" fmla="*/ 7 h 144"/>
                  <a:gd name="T14" fmla="*/ 0 w 286"/>
                  <a:gd name="T15" fmla="*/ 0 h 144"/>
                  <a:gd name="T16" fmla="*/ 15 w 286"/>
                  <a:gd name="T17" fmla="*/ 10 h 144"/>
                  <a:gd name="T18" fmla="*/ 32 w 286"/>
                  <a:gd name="T19" fmla="*/ 19 h 144"/>
                  <a:gd name="T20" fmla="*/ 42 w 286"/>
                  <a:gd name="T21" fmla="*/ 28 h 144"/>
                  <a:gd name="T22" fmla="*/ 57 w 286"/>
                  <a:gd name="T23" fmla="*/ 33 h 144"/>
                  <a:gd name="T24" fmla="*/ 69 w 286"/>
                  <a:gd name="T25" fmla="*/ 38 h 144"/>
                  <a:gd name="T26" fmla="*/ 79 w 286"/>
                  <a:gd name="T27" fmla="*/ 42 h 144"/>
                  <a:gd name="T28" fmla="*/ 86 w 286"/>
                  <a:gd name="T29" fmla="*/ 48 h 144"/>
                  <a:gd name="T30" fmla="*/ 89 w 286"/>
                  <a:gd name="T31" fmla="*/ 59 h 144"/>
                  <a:gd name="T32" fmla="*/ 89 w 286"/>
                  <a:gd name="T33" fmla="*/ 59 h 144"/>
                  <a:gd name="T34" fmla="*/ 89 w 286"/>
                  <a:gd name="T35" fmla="*/ 52 h 144"/>
                  <a:gd name="T36" fmla="*/ 86 w 286"/>
                  <a:gd name="T37" fmla="*/ 46 h 144"/>
                  <a:gd name="T38" fmla="*/ 95 w 286"/>
                  <a:gd name="T39" fmla="*/ 42 h 144"/>
                  <a:gd name="T40" fmla="*/ 113 w 286"/>
                  <a:gd name="T41" fmla="*/ 31 h 14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6" h="144">
                    <a:moveTo>
                      <a:pt x="278" y="72"/>
                    </a:moveTo>
                    <a:cubicBezTo>
                      <a:pt x="261" y="83"/>
                      <a:pt x="243" y="93"/>
                      <a:pt x="222" y="92"/>
                    </a:cubicBezTo>
                    <a:cubicBezTo>
                      <a:pt x="206" y="91"/>
                      <a:pt x="190" y="81"/>
                      <a:pt x="174" y="75"/>
                    </a:cubicBezTo>
                    <a:cubicBezTo>
                      <a:pt x="154" y="68"/>
                      <a:pt x="136" y="56"/>
                      <a:pt x="115" y="50"/>
                    </a:cubicBezTo>
                    <a:cubicBezTo>
                      <a:pt x="102" y="46"/>
                      <a:pt x="87" y="42"/>
                      <a:pt x="75" y="36"/>
                    </a:cubicBezTo>
                    <a:cubicBezTo>
                      <a:pt x="71" y="33"/>
                      <a:pt x="69" y="30"/>
                      <a:pt x="65" y="27"/>
                    </a:cubicBezTo>
                    <a:cubicBezTo>
                      <a:pt x="58" y="21"/>
                      <a:pt x="48" y="20"/>
                      <a:pt x="40" y="16"/>
                    </a:cubicBezTo>
                    <a:cubicBezTo>
                      <a:pt x="27" y="10"/>
                      <a:pt x="13" y="6"/>
                      <a:pt x="0" y="0"/>
                    </a:cubicBezTo>
                    <a:cubicBezTo>
                      <a:pt x="6" y="10"/>
                      <a:pt x="28" y="20"/>
                      <a:pt x="39" y="26"/>
                    </a:cubicBezTo>
                    <a:cubicBezTo>
                      <a:pt x="52" y="33"/>
                      <a:pt x="66" y="38"/>
                      <a:pt x="79" y="46"/>
                    </a:cubicBezTo>
                    <a:cubicBezTo>
                      <a:pt x="88" y="53"/>
                      <a:pt x="95" y="63"/>
                      <a:pt x="105" y="69"/>
                    </a:cubicBezTo>
                    <a:cubicBezTo>
                      <a:pt x="116" y="76"/>
                      <a:pt x="130" y="78"/>
                      <a:pt x="141" y="82"/>
                    </a:cubicBezTo>
                    <a:cubicBezTo>
                      <a:pt x="152" y="85"/>
                      <a:pt x="162" y="89"/>
                      <a:pt x="172" y="92"/>
                    </a:cubicBezTo>
                    <a:cubicBezTo>
                      <a:pt x="181" y="95"/>
                      <a:pt x="188" y="96"/>
                      <a:pt x="196" y="101"/>
                    </a:cubicBezTo>
                    <a:cubicBezTo>
                      <a:pt x="202" y="106"/>
                      <a:pt x="209" y="110"/>
                      <a:pt x="213" y="117"/>
                    </a:cubicBezTo>
                    <a:cubicBezTo>
                      <a:pt x="216" y="123"/>
                      <a:pt x="215" y="137"/>
                      <a:pt x="219" y="142"/>
                    </a:cubicBezTo>
                    <a:cubicBezTo>
                      <a:pt x="220" y="142"/>
                      <a:pt x="219" y="143"/>
                      <a:pt x="220" y="144"/>
                    </a:cubicBezTo>
                    <a:cubicBezTo>
                      <a:pt x="222" y="139"/>
                      <a:pt x="222" y="132"/>
                      <a:pt x="221" y="127"/>
                    </a:cubicBezTo>
                    <a:cubicBezTo>
                      <a:pt x="220" y="123"/>
                      <a:pt x="215" y="117"/>
                      <a:pt x="216" y="113"/>
                    </a:cubicBezTo>
                    <a:cubicBezTo>
                      <a:pt x="217" y="104"/>
                      <a:pt x="231" y="104"/>
                      <a:pt x="237" y="102"/>
                    </a:cubicBezTo>
                    <a:cubicBezTo>
                      <a:pt x="249" y="98"/>
                      <a:pt x="286" y="93"/>
                      <a:pt x="281" y="76"/>
                    </a:cubicBezTo>
                  </a:path>
                </a:pathLst>
              </a:custGeom>
              <a:solidFill>
                <a:srgbClr val="B279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3" name="Freeform 1375">
                <a:extLst>
                  <a:ext uri="{FF2B5EF4-FFF2-40B4-BE49-F238E27FC236}">
                    <a16:creationId xmlns:a16="http://schemas.microsoft.com/office/drawing/2014/main" id="{97AE5E30-F567-449C-96CC-59089A956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314"/>
                <a:ext cx="104" cy="54"/>
              </a:xfrm>
              <a:custGeom>
                <a:avLst/>
                <a:gdLst>
                  <a:gd name="T0" fmla="*/ 57 w 141"/>
                  <a:gd name="T1" fmla="*/ 10 h 73"/>
                  <a:gd name="T2" fmla="*/ 42 w 141"/>
                  <a:gd name="T3" fmla="*/ 16 h 73"/>
                  <a:gd name="T4" fmla="*/ 29 w 141"/>
                  <a:gd name="T5" fmla="*/ 12 h 73"/>
                  <a:gd name="T6" fmla="*/ 0 w 141"/>
                  <a:gd name="T7" fmla="*/ 0 h 73"/>
                  <a:gd name="T8" fmla="*/ 23 w 141"/>
                  <a:gd name="T9" fmla="*/ 16 h 73"/>
                  <a:gd name="T10" fmla="*/ 32 w 141"/>
                  <a:gd name="T11" fmla="*/ 21 h 73"/>
                  <a:gd name="T12" fmla="*/ 28 w 141"/>
                  <a:gd name="T13" fmla="*/ 30 h 73"/>
                  <a:gd name="T14" fmla="*/ 34 w 141"/>
                  <a:gd name="T15" fmla="*/ 24 h 73"/>
                  <a:gd name="T16" fmla="*/ 42 w 141"/>
                  <a:gd name="T17" fmla="*/ 21 h 73"/>
                  <a:gd name="T18" fmla="*/ 49 w 141"/>
                  <a:gd name="T19" fmla="*/ 16 h 73"/>
                  <a:gd name="T20" fmla="*/ 56 w 141"/>
                  <a:gd name="T21" fmla="*/ 13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1" h="73">
                    <a:moveTo>
                      <a:pt x="141" y="24"/>
                    </a:moveTo>
                    <a:cubicBezTo>
                      <a:pt x="141" y="34"/>
                      <a:pt x="112" y="38"/>
                      <a:pt x="104" y="38"/>
                    </a:cubicBezTo>
                    <a:cubicBezTo>
                      <a:pt x="92" y="39"/>
                      <a:pt x="83" y="36"/>
                      <a:pt x="72" y="30"/>
                    </a:cubicBezTo>
                    <a:cubicBezTo>
                      <a:pt x="51" y="15"/>
                      <a:pt x="20" y="17"/>
                      <a:pt x="0" y="0"/>
                    </a:cubicBezTo>
                    <a:cubicBezTo>
                      <a:pt x="3" y="27"/>
                      <a:pt x="38" y="31"/>
                      <a:pt x="57" y="40"/>
                    </a:cubicBezTo>
                    <a:cubicBezTo>
                      <a:pt x="64" y="43"/>
                      <a:pt x="74" y="46"/>
                      <a:pt x="78" y="53"/>
                    </a:cubicBezTo>
                    <a:cubicBezTo>
                      <a:pt x="81" y="61"/>
                      <a:pt x="74" y="66"/>
                      <a:pt x="70" y="73"/>
                    </a:cubicBezTo>
                    <a:cubicBezTo>
                      <a:pt x="77" y="70"/>
                      <a:pt x="80" y="63"/>
                      <a:pt x="86" y="59"/>
                    </a:cubicBezTo>
                    <a:cubicBezTo>
                      <a:pt x="91" y="56"/>
                      <a:pt x="98" y="55"/>
                      <a:pt x="104" y="51"/>
                    </a:cubicBezTo>
                    <a:cubicBezTo>
                      <a:pt x="110" y="48"/>
                      <a:pt x="116" y="43"/>
                      <a:pt x="122" y="41"/>
                    </a:cubicBezTo>
                    <a:cubicBezTo>
                      <a:pt x="129" y="39"/>
                      <a:pt x="138" y="40"/>
                      <a:pt x="140" y="31"/>
                    </a:cubicBezTo>
                  </a:path>
                </a:pathLst>
              </a:custGeom>
              <a:solidFill>
                <a:srgbClr val="B279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4" name="Freeform 1376">
                <a:extLst>
                  <a:ext uri="{FF2B5EF4-FFF2-40B4-BE49-F238E27FC236}">
                    <a16:creationId xmlns:a16="http://schemas.microsoft.com/office/drawing/2014/main" id="{ADF21F5C-49F8-41D9-894E-4A62E9D29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197"/>
                <a:ext cx="151" cy="81"/>
              </a:xfrm>
              <a:custGeom>
                <a:avLst/>
                <a:gdLst>
                  <a:gd name="T0" fmla="*/ 81 w 205"/>
                  <a:gd name="T1" fmla="*/ 41 h 109"/>
                  <a:gd name="T2" fmla="*/ 74 w 205"/>
                  <a:gd name="T3" fmla="*/ 41 h 109"/>
                  <a:gd name="T4" fmla="*/ 65 w 205"/>
                  <a:gd name="T5" fmla="*/ 39 h 109"/>
                  <a:gd name="T6" fmla="*/ 49 w 205"/>
                  <a:gd name="T7" fmla="*/ 33 h 109"/>
                  <a:gd name="T8" fmla="*/ 27 w 205"/>
                  <a:gd name="T9" fmla="*/ 23 h 109"/>
                  <a:gd name="T10" fmla="*/ 10 w 205"/>
                  <a:gd name="T11" fmla="*/ 14 h 109"/>
                  <a:gd name="T12" fmla="*/ 0 w 205"/>
                  <a:gd name="T13" fmla="*/ 0 h 109"/>
                  <a:gd name="T14" fmla="*/ 14 w 205"/>
                  <a:gd name="T15" fmla="*/ 23 h 109"/>
                  <a:gd name="T16" fmla="*/ 38 w 205"/>
                  <a:gd name="T17" fmla="*/ 34 h 109"/>
                  <a:gd name="T18" fmla="*/ 59 w 205"/>
                  <a:gd name="T19" fmla="*/ 42 h 109"/>
                  <a:gd name="T20" fmla="*/ 70 w 205"/>
                  <a:gd name="T21" fmla="*/ 44 h 109"/>
                  <a:gd name="T22" fmla="*/ 82 w 205"/>
                  <a:gd name="T23" fmla="*/ 43 h 1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5" h="109">
                    <a:moveTo>
                      <a:pt x="204" y="100"/>
                    </a:moveTo>
                    <a:cubicBezTo>
                      <a:pt x="199" y="98"/>
                      <a:pt x="192" y="99"/>
                      <a:pt x="186" y="99"/>
                    </a:cubicBezTo>
                    <a:cubicBezTo>
                      <a:pt x="177" y="99"/>
                      <a:pt x="171" y="97"/>
                      <a:pt x="162" y="94"/>
                    </a:cubicBezTo>
                    <a:cubicBezTo>
                      <a:pt x="149" y="90"/>
                      <a:pt x="135" y="86"/>
                      <a:pt x="122" y="82"/>
                    </a:cubicBezTo>
                    <a:cubicBezTo>
                      <a:pt x="103" y="75"/>
                      <a:pt x="86" y="67"/>
                      <a:pt x="68" y="57"/>
                    </a:cubicBezTo>
                    <a:cubicBezTo>
                      <a:pt x="53" y="48"/>
                      <a:pt x="37" y="43"/>
                      <a:pt x="23" y="33"/>
                    </a:cubicBezTo>
                    <a:cubicBezTo>
                      <a:pt x="11" y="25"/>
                      <a:pt x="7" y="12"/>
                      <a:pt x="0" y="0"/>
                    </a:cubicBezTo>
                    <a:cubicBezTo>
                      <a:pt x="0" y="26"/>
                      <a:pt x="15" y="42"/>
                      <a:pt x="35" y="56"/>
                    </a:cubicBezTo>
                    <a:cubicBezTo>
                      <a:pt x="53" y="67"/>
                      <a:pt x="74" y="78"/>
                      <a:pt x="93" y="84"/>
                    </a:cubicBezTo>
                    <a:cubicBezTo>
                      <a:pt x="112" y="90"/>
                      <a:pt x="128" y="98"/>
                      <a:pt x="147" y="102"/>
                    </a:cubicBezTo>
                    <a:cubicBezTo>
                      <a:pt x="156" y="104"/>
                      <a:pt x="165" y="108"/>
                      <a:pt x="175" y="108"/>
                    </a:cubicBezTo>
                    <a:cubicBezTo>
                      <a:pt x="184" y="109"/>
                      <a:pt x="196" y="101"/>
                      <a:pt x="205" y="105"/>
                    </a:cubicBezTo>
                  </a:path>
                </a:pathLst>
              </a:custGeom>
              <a:solidFill>
                <a:srgbClr val="B279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5" name="Freeform 1377">
                <a:extLst>
                  <a:ext uri="{FF2B5EF4-FFF2-40B4-BE49-F238E27FC236}">
                    <a16:creationId xmlns:a16="http://schemas.microsoft.com/office/drawing/2014/main" id="{84833316-DA25-424F-A3E7-5BB4360FC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342"/>
                <a:ext cx="57" cy="26"/>
              </a:xfrm>
              <a:custGeom>
                <a:avLst/>
                <a:gdLst>
                  <a:gd name="T0" fmla="*/ 31 w 78"/>
                  <a:gd name="T1" fmla="*/ 13 h 35"/>
                  <a:gd name="T2" fmla="*/ 15 w 78"/>
                  <a:gd name="T3" fmla="*/ 12 h 35"/>
                  <a:gd name="T4" fmla="*/ 7 w 78"/>
                  <a:gd name="T5" fmla="*/ 7 h 35"/>
                  <a:gd name="T6" fmla="*/ 1 w 78"/>
                  <a:gd name="T7" fmla="*/ 1 h 35"/>
                  <a:gd name="T8" fmla="*/ 1 w 78"/>
                  <a:gd name="T9" fmla="*/ 0 h 35"/>
                  <a:gd name="T10" fmla="*/ 16 w 78"/>
                  <a:gd name="T11" fmla="*/ 9 h 35"/>
                  <a:gd name="T12" fmla="*/ 29 w 78"/>
                  <a:gd name="T13" fmla="*/ 14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35">
                    <a:moveTo>
                      <a:pt x="78" y="32"/>
                    </a:moveTo>
                    <a:cubicBezTo>
                      <a:pt x="68" y="35"/>
                      <a:pt x="49" y="34"/>
                      <a:pt x="40" y="30"/>
                    </a:cubicBezTo>
                    <a:cubicBezTo>
                      <a:pt x="33" y="26"/>
                      <a:pt x="26" y="21"/>
                      <a:pt x="18" y="17"/>
                    </a:cubicBezTo>
                    <a:cubicBezTo>
                      <a:pt x="12" y="14"/>
                      <a:pt x="0" y="10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16" y="1"/>
                      <a:pt x="29" y="15"/>
                      <a:pt x="41" y="21"/>
                    </a:cubicBezTo>
                    <a:cubicBezTo>
                      <a:pt x="50" y="26"/>
                      <a:pt x="63" y="35"/>
                      <a:pt x="73" y="34"/>
                    </a:cubicBezTo>
                  </a:path>
                </a:pathLst>
              </a:custGeom>
              <a:solidFill>
                <a:srgbClr val="B279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6" name="Freeform 1378">
                <a:extLst>
                  <a:ext uri="{FF2B5EF4-FFF2-40B4-BE49-F238E27FC236}">
                    <a16:creationId xmlns:a16="http://schemas.microsoft.com/office/drawing/2014/main" id="{11FD5057-38AA-40AF-BC14-6323EA880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1222"/>
                <a:ext cx="186" cy="154"/>
              </a:xfrm>
              <a:custGeom>
                <a:avLst/>
                <a:gdLst>
                  <a:gd name="T0" fmla="*/ 101 w 252"/>
                  <a:gd name="T1" fmla="*/ 82 h 209"/>
                  <a:gd name="T2" fmla="*/ 82 w 252"/>
                  <a:gd name="T3" fmla="*/ 73 h 209"/>
                  <a:gd name="T4" fmla="*/ 61 w 252"/>
                  <a:gd name="T5" fmla="*/ 63 h 209"/>
                  <a:gd name="T6" fmla="*/ 30 w 252"/>
                  <a:gd name="T7" fmla="*/ 41 h 209"/>
                  <a:gd name="T8" fmla="*/ 18 w 252"/>
                  <a:gd name="T9" fmla="*/ 29 h 209"/>
                  <a:gd name="T10" fmla="*/ 12 w 252"/>
                  <a:gd name="T11" fmla="*/ 18 h 209"/>
                  <a:gd name="T12" fmla="*/ 7 w 252"/>
                  <a:gd name="T13" fmla="*/ 8 h 209"/>
                  <a:gd name="T14" fmla="*/ 5 w 252"/>
                  <a:gd name="T15" fmla="*/ 0 h 209"/>
                  <a:gd name="T16" fmla="*/ 15 w 252"/>
                  <a:gd name="T17" fmla="*/ 28 h 209"/>
                  <a:gd name="T18" fmla="*/ 33 w 252"/>
                  <a:gd name="T19" fmla="*/ 49 h 209"/>
                  <a:gd name="T20" fmla="*/ 56 w 252"/>
                  <a:gd name="T21" fmla="*/ 66 h 209"/>
                  <a:gd name="T22" fmla="*/ 66 w 252"/>
                  <a:gd name="T23" fmla="*/ 71 h 209"/>
                  <a:gd name="T24" fmla="*/ 75 w 252"/>
                  <a:gd name="T25" fmla="*/ 75 h 209"/>
                  <a:gd name="T26" fmla="*/ 85 w 252"/>
                  <a:gd name="T27" fmla="*/ 81 h 209"/>
                  <a:gd name="T28" fmla="*/ 101 w 252"/>
                  <a:gd name="T29" fmla="*/ 83 h 2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2" h="209">
                    <a:moveTo>
                      <a:pt x="251" y="204"/>
                    </a:moveTo>
                    <a:cubicBezTo>
                      <a:pt x="239" y="209"/>
                      <a:pt x="209" y="199"/>
                      <a:pt x="205" y="183"/>
                    </a:cubicBezTo>
                    <a:cubicBezTo>
                      <a:pt x="187" y="185"/>
                      <a:pt x="167" y="165"/>
                      <a:pt x="152" y="157"/>
                    </a:cubicBezTo>
                    <a:cubicBezTo>
                      <a:pt x="125" y="140"/>
                      <a:pt x="101" y="121"/>
                      <a:pt x="76" y="101"/>
                    </a:cubicBezTo>
                    <a:cubicBezTo>
                      <a:pt x="65" y="92"/>
                      <a:pt x="53" y="84"/>
                      <a:pt x="45" y="73"/>
                    </a:cubicBezTo>
                    <a:cubicBezTo>
                      <a:pt x="39" y="64"/>
                      <a:pt x="33" y="54"/>
                      <a:pt x="29" y="44"/>
                    </a:cubicBezTo>
                    <a:cubicBezTo>
                      <a:pt x="25" y="37"/>
                      <a:pt x="21" y="29"/>
                      <a:pt x="18" y="21"/>
                    </a:cubicBezTo>
                    <a:cubicBezTo>
                      <a:pt x="16" y="14"/>
                      <a:pt x="16" y="6"/>
                      <a:pt x="14" y="0"/>
                    </a:cubicBezTo>
                    <a:cubicBezTo>
                      <a:pt x="0" y="24"/>
                      <a:pt x="23" y="51"/>
                      <a:pt x="36" y="70"/>
                    </a:cubicBezTo>
                    <a:cubicBezTo>
                      <a:pt x="49" y="89"/>
                      <a:pt x="65" y="106"/>
                      <a:pt x="82" y="121"/>
                    </a:cubicBezTo>
                    <a:cubicBezTo>
                      <a:pt x="100" y="137"/>
                      <a:pt x="121" y="151"/>
                      <a:pt x="140" y="165"/>
                    </a:cubicBezTo>
                    <a:cubicBezTo>
                      <a:pt x="148" y="171"/>
                      <a:pt x="155" y="175"/>
                      <a:pt x="164" y="179"/>
                    </a:cubicBezTo>
                    <a:cubicBezTo>
                      <a:pt x="171" y="183"/>
                      <a:pt x="179" y="184"/>
                      <a:pt x="186" y="188"/>
                    </a:cubicBezTo>
                    <a:cubicBezTo>
                      <a:pt x="194" y="192"/>
                      <a:pt x="202" y="199"/>
                      <a:pt x="211" y="202"/>
                    </a:cubicBezTo>
                    <a:cubicBezTo>
                      <a:pt x="225" y="208"/>
                      <a:pt x="237" y="209"/>
                      <a:pt x="252" y="209"/>
                    </a:cubicBezTo>
                  </a:path>
                </a:pathLst>
              </a:custGeom>
              <a:solidFill>
                <a:srgbClr val="B279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7" name="Freeform 1379">
                <a:extLst>
                  <a:ext uri="{FF2B5EF4-FFF2-40B4-BE49-F238E27FC236}">
                    <a16:creationId xmlns:a16="http://schemas.microsoft.com/office/drawing/2014/main" id="{C377A061-9C6D-4378-B138-C8B8123EF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707"/>
                <a:ext cx="1025" cy="625"/>
              </a:xfrm>
              <a:custGeom>
                <a:avLst/>
                <a:gdLst>
                  <a:gd name="T0" fmla="*/ 420 w 1393"/>
                  <a:gd name="T1" fmla="*/ 270 h 849"/>
                  <a:gd name="T2" fmla="*/ 478 w 1393"/>
                  <a:gd name="T3" fmla="*/ 272 h 849"/>
                  <a:gd name="T4" fmla="*/ 531 w 1393"/>
                  <a:gd name="T5" fmla="*/ 239 h 849"/>
                  <a:gd name="T6" fmla="*/ 540 w 1393"/>
                  <a:gd name="T7" fmla="*/ 216 h 849"/>
                  <a:gd name="T8" fmla="*/ 547 w 1393"/>
                  <a:gd name="T9" fmla="*/ 172 h 849"/>
                  <a:gd name="T10" fmla="*/ 540 w 1393"/>
                  <a:gd name="T11" fmla="*/ 144 h 849"/>
                  <a:gd name="T12" fmla="*/ 529 w 1393"/>
                  <a:gd name="T13" fmla="*/ 110 h 849"/>
                  <a:gd name="T14" fmla="*/ 497 w 1393"/>
                  <a:gd name="T15" fmla="*/ 77 h 849"/>
                  <a:gd name="T16" fmla="*/ 467 w 1393"/>
                  <a:gd name="T17" fmla="*/ 46 h 849"/>
                  <a:gd name="T18" fmla="*/ 434 w 1393"/>
                  <a:gd name="T19" fmla="*/ 34 h 849"/>
                  <a:gd name="T20" fmla="*/ 391 w 1393"/>
                  <a:gd name="T21" fmla="*/ 15 h 849"/>
                  <a:gd name="T22" fmla="*/ 376 w 1393"/>
                  <a:gd name="T23" fmla="*/ 10 h 849"/>
                  <a:gd name="T24" fmla="*/ 338 w 1393"/>
                  <a:gd name="T25" fmla="*/ 5 h 849"/>
                  <a:gd name="T26" fmla="*/ 319 w 1393"/>
                  <a:gd name="T27" fmla="*/ 2 h 849"/>
                  <a:gd name="T28" fmla="*/ 305 w 1393"/>
                  <a:gd name="T29" fmla="*/ 7 h 849"/>
                  <a:gd name="T30" fmla="*/ 280 w 1393"/>
                  <a:gd name="T31" fmla="*/ 2 h 849"/>
                  <a:gd name="T32" fmla="*/ 263 w 1393"/>
                  <a:gd name="T33" fmla="*/ 7 h 849"/>
                  <a:gd name="T34" fmla="*/ 241 w 1393"/>
                  <a:gd name="T35" fmla="*/ 3 h 849"/>
                  <a:gd name="T36" fmla="*/ 196 w 1393"/>
                  <a:gd name="T37" fmla="*/ 11 h 849"/>
                  <a:gd name="T38" fmla="*/ 152 w 1393"/>
                  <a:gd name="T39" fmla="*/ 21 h 849"/>
                  <a:gd name="T40" fmla="*/ 134 w 1393"/>
                  <a:gd name="T41" fmla="*/ 32 h 849"/>
                  <a:gd name="T42" fmla="*/ 83 w 1393"/>
                  <a:gd name="T43" fmla="*/ 77 h 849"/>
                  <a:gd name="T44" fmla="*/ 65 w 1393"/>
                  <a:gd name="T45" fmla="*/ 91 h 849"/>
                  <a:gd name="T46" fmla="*/ 39 w 1393"/>
                  <a:gd name="T47" fmla="*/ 132 h 849"/>
                  <a:gd name="T48" fmla="*/ 13 w 1393"/>
                  <a:gd name="T49" fmla="*/ 166 h 849"/>
                  <a:gd name="T50" fmla="*/ 1 w 1393"/>
                  <a:gd name="T51" fmla="*/ 186 h 849"/>
                  <a:gd name="T52" fmla="*/ 5 w 1393"/>
                  <a:gd name="T53" fmla="*/ 217 h 849"/>
                  <a:gd name="T54" fmla="*/ 14 w 1393"/>
                  <a:gd name="T55" fmla="*/ 231 h 849"/>
                  <a:gd name="T56" fmla="*/ 57 w 1393"/>
                  <a:gd name="T57" fmla="*/ 254 h 849"/>
                  <a:gd name="T58" fmla="*/ 85 w 1393"/>
                  <a:gd name="T59" fmla="*/ 245 h 849"/>
                  <a:gd name="T60" fmla="*/ 105 w 1393"/>
                  <a:gd name="T61" fmla="*/ 252 h 849"/>
                  <a:gd name="T62" fmla="*/ 151 w 1393"/>
                  <a:gd name="T63" fmla="*/ 264 h 849"/>
                  <a:gd name="T64" fmla="*/ 179 w 1393"/>
                  <a:gd name="T65" fmla="*/ 279 h 849"/>
                  <a:gd name="T66" fmla="*/ 201 w 1393"/>
                  <a:gd name="T67" fmla="*/ 266 h 849"/>
                  <a:gd name="T68" fmla="*/ 212 w 1393"/>
                  <a:gd name="T69" fmla="*/ 275 h 849"/>
                  <a:gd name="T70" fmla="*/ 264 w 1393"/>
                  <a:gd name="T71" fmla="*/ 286 h 849"/>
                  <a:gd name="T72" fmla="*/ 274 w 1393"/>
                  <a:gd name="T73" fmla="*/ 311 h 849"/>
                  <a:gd name="T74" fmla="*/ 311 w 1393"/>
                  <a:gd name="T75" fmla="*/ 327 h 849"/>
                  <a:gd name="T76" fmla="*/ 375 w 1393"/>
                  <a:gd name="T77" fmla="*/ 320 h 849"/>
                  <a:gd name="T78" fmla="*/ 420 w 1393"/>
                  <a:gd name="T79" fmla="*/ 270 h 84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393" h="849">
                    <a:moveTo>
                      <a:pt x="1055" y="676"/>
                    </a:moveTo>
                    <a:cubicBezTo>
                      <a:pt x="1055" y="676"/>
                      <a:pt x="1171" y="699"/>
                      <a:pt x="1198" y="681"/>
                    </a:cubicBezTo>
                    <a:cubicBezTo>
                      <a:pt x="1224" y="663"/>
                      <a:pt x="1284" y="704"/>
                      <a:pt x="1333" y="598"/>
                    </a:cubicBezTo>
                    <a:cubicBezTo>
                      <a:pt x="1333" y="598"/>
                      <a:pt x="1362" y="575"/>
                      <a:pt x="1356" y="543"/>
                    </a:cubicBezTo>
                    <a:cubicBezTo>
                      <a:pt x="1356" y="543"/>
                      <a:pt x="1393" y="519"/>
                      <a:pt x="1372" y="429"/>
                    </a:cubicBezTo>
                    <a:cubicBezTo>
                      <a:pt x="1360" y="374"/>
                      <a:pt x="1355" y="362"/>
                      <a:pt x="1355" y="362"/>
                    </a:cubicBezTo>
                    <a:cubicBezTo>
                      <a:pt x="1355" y="362"/>
                      <a:pt x="1355" y="286"/>
                      <a:pt x="1328" y="277"/>
                    </a:cubicBezTo>
                    <a:cubicBezTo>
                      <a:pt x="1312" y="249"/>
                      <a:pt x="1284" y="206"/>
                      <a:pt x="1247" y="194"/>
                    </a:cubicBezTo>
                    <a:cubicBezTo>
                      <a:pt x="1247" y="194"/>
                      <a:pt x="1238" y="134"/>
                      <a:pt x="1171" y="116"/>
                    </a:cubicBezTo>
                    <a:cubicBezTo>
                      <a:pt x="1135" y="107"/>
                      <a:pt x="1099" y="99"/>
                      <a:pt x="1090" y="86"/>
                    </a:cubicBezTo>
                    <a:cubicBezTo>
                      <a:pt x="1090" y="86"/>
                      <a:pt x="1067" y="42"/>
                      <a:pt x="982" y="37"/>
                    </a:cubicBezTo>
                    <a:cubicBezTo>
                      <a:pt x="982" y="37"/>
                      <a:pt x="963" y="25"/>
                      <a:pt x="945" y="26"/>
                    </a:cubicBezTo>
                    <a:cubicBezTo>
                      <a:pt x="928" y="28"/>
                      <a:pt x="880" y="0"/>
                      <a:pt x="850" y="14"/>
                    </a:cubicBezTo>
                    <a:cubicBezTo>
                      <a:pt x="850" y="14"/>
                      <a:pt x="822" y="4"/>
                      <a:pt x="802" y="5"/>
                    </a:cubicBezTo>
                    <a:cubicBezTo>
                      <a:pt x="783" y="7"/>
                      <a:pt x="767" y="5"/>
                      <a:pt x="764" y="19"/>
                    </a:cubicBezTo>
                    <a:cubicBezTo>
                      <a:pt x="764" y="19"/>
                      <a:pt x="725" y="4"/>
                      <a:pt x="702" y="5"/>
                    </a:cubicBezTo>
                    <a:cubicBezTo>
                      <a:pt x="679" y="7"/>
                      <a:pt x="659" y="5"/>
                      <a:pt x="659" y="19"/>
                    </a:cubicBezTo>
                    <a:cubicBezTo>
                      <a:pt x="659" y="19"/>
                      <a:pt x="631" y="2"/>
                      <a:pt x="606" y="7"/>
                    </a:cubicBezTo>
                    <a:cubicBezTo>
                      <a:pt x="582" y="12"/>
                      <a:pt x="527" y="7"/>
                      <a:pt x="490" y="28"/>
                    </a:cubicBezTo>
                    <a:cubicBezTo>
                      <a:pt x="490" y="28"/>
                      <a:pt x="411" y="26"/>
                      <a:pt x="381" y="55"/>
                    </a:cubicBezTo>
                    <a:cubicBezTo>
                      <a:pt x="381" y="55"/>
                      <a:pt x="345" y="72"/>
                      <a:pt x="337" y="81"/>
                    </a:cubicBezTo>
                    <a:cubicBezTo>
                      <a:pt x="337" y="81"/>
                      <a:pt x="225" y="129"/>
                      <a:pt x="209" y="191"/>
                    </a:cubicBezTo>
                    <a:cubicBezTo>
                      <a:pt x="209" y="191"/>
                      <a:pt x="179" y="194"/>
                      <a:pt x="165" y="229"/>
                    </a:cubicBezTo>
                    <a:cubicBezTo>
                      <a:pt x="165" y="229"/>
                      <a:pt x="107" y="259"/>
                      <a:pt x="98" y="330"/>
                    </a:cubicBezTo>
                    <a:cubicBezTo>
                      <a:pt x="98" y="330"/>
                      <a:pt x="47" y="351"/>
                      <a:pt x="31" y="415"/>
                    </a:cubicBezTo>
                    <a:cubicBezTo>
                      <a:pt x="31" y="415"/>
                      <a:pt x="7" y="439"/>
                      <a:pt x="3" y="466"/>
                    </a:cubicBezTo>
                    <a:cubicBezTo>
                      <a:pt x="0" y="492"/>
                      <a:pt x="10" y="528"/>
                      <a:pt x="12" y="545"/>
                    </a:cubicBezTo>
                    <a:cubicBezTo>
                      <a:pt x="14" y="563"/>
                      <a:pt x="35" y="580"/>
                      <a:pt x="35" y="580"/>
                    </a:cubicBezTo>
                    <a:cubicBezTo>
                      <a:pt x="35" y="580"/>
                      <a:pt x="21" y="697"/>
                      <a:pt x="141" y="637"/>
                    </a:cubicBezTo>
                    <a:cubicBezTo>
                      <a:pt x="172" y="621"/>
                      <a:pt x="185" y="619"/>
                      <a:pt x="215" y="614"/>
                    </a:cubicBezTo>
                    <a:cubicBezTo>
                      <a:pt x="215" y="614"/>
                      <a:pt x="229" y="639"/>
                      <a:pt x="264" y="630"/>
                    </a:cubicBezTo>
                    <a:cubicBezTo>
                      <a:pt x="264" y="630"/>
                      <a:pt x="333" y="693"/>
                      <a:pt x="379" y="662"/>
                    </a:cubicBezTo>
                    <a:cubicBezTo>
                      <a:pt x="379" y="662"/>
                      <a:pt x="414" y="704"/>
                      <a:pt x="448" y="700"/>
                    </a:cubicBezTo>
                    <a:cubicBezTo>
                      <a:pt x="481" y="697"/>
                      <a:pt x="490" y="662"/>
                      <a:pt x="504" y="669"/>
                    </a:cubicBezTo>
                    <a:cubicBezTo>
                      <a:pt x="504" y="669"/>
                      <a:pt x="516" y="683"/>
                      <a:pt x="532" y="690"/>
                    </a:cubicBezTo>
                    <a:cubicBezTo>
                      <a:pt x="548" y="697"/>
                      <a:pt x="591" y="746"/>
                      <a:pt x="663" y="716"/>
                    </a:cubicBezTo>
                    <a:cubicBezTo>
                      <a:pt x="663" y="716"/>
                      <a:pt x="617" y="752"/>
                      <a:pt x="688" y="780"/>
                    </a:cubicBezTo>
                    <a:cubicBezTo>
                      <a:pt x="758" y="808"/>
                      <a:pt x="735" y="810"/>
                      <a:pt x="779" y="819"/>
                    </a:cubicBezTo>
                    <a:cubicBezTo>
                      <a:pt x="824" y="828"/>
                      <a:pt x="887" y="849"/>
                      <a:pt x="942" y="803"/>
                    </a:cubicBezTo>
                    <a:cubicBezTo>
                      <a:pt x="996" y="757"/>
                      <a:pt x="1058" y="708"/>
                      <a:pt x="1055" y="676"/>
                    </a:cubicBezTo>
                    <a:close/>
                  </a:path>
                </a:pathLst>
              </a:custGeom>
              <a:solidFill>
                <a:srgbClr val="EFD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8" name="Freeform 1380">
                <a:extLst>
                  <a:ext uri="{FF2B5EF4-FFF2-40B4-BE49-F238E27FC236}">
                    <a16:creationId xmlns:a16="http://schemas.microsoft.com/office/drawing/2014/main" id="{F3D2A74B-1072-4F63-912B-4B19A7FFC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867"/>
                <a:ext cx="97" cy="131"/>
              </a:xfrm>
              <a:custGeom>
                <a:avLst/>
                <a:gdLst>
                  <a:gd name="T0" fmla="*/ 52 w 132"/>
                  <a:gd name="T1" fmla="*/ 44 h 177"/>
                  <a:gd name="T2" fmla="*/ 34 w 132"/>
                  <a:gd name="T3" fmla="*/ 56 h 177"/>
                  <a:gd name="T4" fmla="*/ 25 w 132"/>
                  <a:gd name="T5" fmla="*/ 37 h 177"/>
                  <a:gd name="T6" fmla="*/ 15 w 132"/>
                  <a:gd name="T7" fmla="*/ 33 h 177"/>
                  <a:gd name="T8" fmla="*/ 12 w 132"/>
                  <a:gd name="T9" fmla="*/ 21 h 177"/>
                  <a:gd name="T10" fmla="*/ 19 w 132"/>
                  <a:gd name="T11" fmla="*/ 1 h 177"/>
                  <a:gd name="T12" fmla="*/ 2 w 132"/>
                  <a:gd name="T13" fmla="*/ 24 h 177"/>
                  <a:gd name="T14" fmla="*/ 18 w 132"/>
                  <a:gd name="T15" fmla="*/ 51 h 177"/>
                  <a:gd name="T16" fmla="*/ 39 w 132"/>
                  <a:gd name="T17" fmla="*/ 68 h 177"/>
                  <a:gd name="T18" fmla="*/ 52 w 132"/>
                  <a:gd name="T19" fmla="*/ 50 h 1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2" h="177">
                    <a:moveTo>
                      <a:pt x="132" y="110"/>
                    </a:moveTo>
                    <a:cubicBezTo>
                      <a:pt x="128" y="120"/>
                      <a:pt x="96" y="142"/>
                      <a:pt x="85" y="138"/>
                    </a:cubicBezTo>
                    <a:cubicBezTo>
                      <a:pt x="70" y="132"/>
                      <a:pt x="77" y="102"/>
                      <a:pt x="63" y="91"/>
                    </a:cubicBezTo>
                    <a:cubicBezTo>
                      <a:pt x="55" y="84"/>
                      <a:pt x="48" y="92"/>
                      <a:pt x="39" y="81"/>
                    </a:cubicBezTo>
                    <a:cubicBezTo>
                      <a:pt x="33" y="75"/>
                      <a:pt x="32" y="61"/>
                      <a:pt x="31" y="53"/>
                    </a:cubicBezTo>
                    <a:cubicBezTo>
                      <a:pt x="30" y="34"/>
                      <a:pt x="35" y="20"/>
                      <a:pt x="47" y="4"/>
                    </a:cubicBezTo>
                    <a:cubicBezTo>
                      <a:pt x="22" y="0"/>
                      <a:pt x="8" y="39"/>
                      <a:pt x="5" y="58"/>
                    </a:cubicBezTo>
                    <a:cubicBezTo>
                      <a:pt x="0" y="93"/>
                      <a:pt x="21" y="107"/>
                      <a:pt x="43" y="126"/>
                    </a:cubicBezTo>
                    <a:cubicBezTo>
                      <a:pt x="63" y="144"/>
                      <a:pt x="66" y="160"/>
                      <a:pt x="98" y="168"/>
                    </a:cubicBezTo>
                    <a:cubicBezTo>
                      <a:pt x="132" y="177"/>
                      <a:pt x="120" y="152"/>
                      <a:pt x="132" y="124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9" name="Freeform 1381">
                <a:extLst>
                  <a:ext uri="{FF2B5EF4-FFF2-40B4-BE49-F238E27FC236}">
                    <a16:creationId xmlns:a16="http://schemas.microsoft.com/office/drawing/2014/main" id="{0712157B-92BE-48AE-8C46-00072ED32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842"/>
                <a:ext cx="103" cy="139"/>
              </a:xfrm>
              <a:custGeom>
                <a:avLst/>
                <a:gdLst>
                  <a:gd name="T0" fmla="*/ 0 w 140"/>
                  <a:gd name="T1" fmla="*/ 10 h 188"/>
                  <a:gd name="T2" fmla="*/ 24 w 140"/>
                  <a:gd name="T3" fmla="*/ 0 h 188"/>
                  <a:gd name="T4" fmla="*/ 21 w 140"/>
                  <a:gd name="T5" fmla="*/ 27 h 188"/>
                  <a:gd name="T6" fmla="*/ 38 w 140"/>
                  <a:gd name="T7" fmla="*/ 16 h 188"/>
                  <a:gd name="T8" fmla="*/ 44 w 140"/>
                  <a:gd name="T9" fmla="*/ 52 h 188"/>
                  <a:gd name="T10" fmla="*/ 44 w 140"/>
                  <a:gd name="T11" fmla="*/ 76 h 188"/>
                  <a:gd name="T12" fmla="*/ 26 w 140"/>
                  <a:gd name="T13" fmla="*/ 38 h 188"/>
                  <a:gd name="T14" fmla="*/ 2 w 140"/>
                  <a:gd name="T15" fmla="*/ 17 h 1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188">
                    <a:moveTo>
                      <a:pt x="0" y="26"/>
                    </a:moveTo>
                    <a:cubicBezTo>
                      <a:pt x="29" y="40"/>
                      <a:pt x="38" y="3"/>
                      <a:pt x="61" y="0"/>
                    </a:cubicBezTo>
                    <a:cubicBezTo>
                      <a:pt x="62" y="15"/>
                      <a:pt x="38" y="55"/>
                      <a:pt x="53" y="66"/>
                    </a:cubicBezTo>
                    <a:cubicBezTo>
                      <a:pt x="66" y="75"/>
                      <a:pt x="82" y="41"/>
                      <a:pt x="94" y="38"/>
                    </a:cubicBezTo>
                    <a:cubicBezTo>
                      <a:pt x="105" y="67"/>
                      <a:pt x="100" y="100"/>
                      <a:pt x="110" y="130"/>
                    </a:cubicBezTo>
                    <a:cubicBezTo>
                      <a:pt x="115" y="142"/>
                      <a:pt x="140" y="188"/>
                      <a:pt x="111" y="188"/>
                    </a:cubicBezTo>
                    <a:cubicBezTo>
                      <a:pt x="96" y="152"/>
                      <a:pt x="97" y="124"/>
                      <a:pt x="65" y="96"/>
                    </a:cubicBezTo>
                    <a:cubicBezTo>
                      <a:pt x="47" y="80"/>
                      <a:pt x="5" y="71"/>
                      <a:pt x="5" y="4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0" name="Freeform 1382">
                <a:extLst>
                  <a:ext uri="{FF2B5EF4-FFF2-40B4-BE49-F238E27FC236}">
                    <a16:creationId xmlns:a16="http://schemas.microsoft.com/office/drawing/2014/main" id="{BDCA65A1-7BE4-4305-9C7E-ADF2B60AF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926"/>
                <a:ext cx="89" cy="129"/>
              </a:xfrm>
              <a:custGeom>
                <a:avLst/>
                <a:gdLst>
                  <a:gd name="T0" fmla="*/ 27 w 120"/>
                  <a:gd name="T1" fmla="*/ 10 h 175"/>
                  <a:gd name="T2" fmla="*/ 46 w 120"/>
                  <a:gd name="T3" fmla="*/ 8 h 175"/>
                  <a:gd name="T4" fmla="*/ 22 w 120"/>
                  <a:gd name="T5" fmla="*/ 35 h 175"/>
                  <a:gd name="T6" fmla="*/ 16 w 120"/>
                  <a:gd name="T7" fmla="*/ 51 h 175"/>
                  <a:gd name="T8" fmla="*/ 9 w 120"/>
                  <a:gd name="T9" fmla="*/ 63 h 175"/>
                  <a:gd name="T10" fmla="*/ 17 w 120"/>
                  <a:gd name="T11" fmla="*/ 28 h 175"/>
                  <a:gd name="T12" fmla="*/ 18 w 120"/>
                  <a:gd name="T13" fmla="*/ 10 h 175"/>
                  <a:gd name="T14" fmla="*/ 27 w 120"/>
                  <a:gd name="T15" fmla="*/ 10 h 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0" h="175">
                    <a:moveTo>
                      <a:pt x="66" y="23"/>
                    </a:moveTo>
                    <a:cubicBezTo>
                      <a:pt x="81" y="30"/>
                      <a:pt x="97" y="18"/>
                      <a:pt x="113" y="21"/>
                    </a:cubicBezTo>
                    <a:cubicBezTo>
                      <a:pt x="120" y="46"/>
                      <a:pt x="66" y="66"/>
                      <a:pt x="54" y="88"/>
                    </a:cubicBezTo>
                    <a:cubicBezTo>
                      <a:pt x="46" y="102"/>
                      <a:pt x="43" y="113"/>
                      <a:pt x="40" y="128"/>
                    </a:cubicBezTo>
                    <a:cubicBezTo>
                      <a:pt x="38" y="141"/>
                      <a:pt x="38" y="175"/>
                      <a:pt x="22" y="157"/>
                    </a:cubicBezTo>
                    <a:cubicBezTo>
                      <a:pt x="0" y="133"/>
                      <a:pt x="38" y="91"/>
                      <a:pt x="42" y="70"/>
                    </a:cubicBezTo>
                    <a:cubicBezTo>
                      <a:pt x="45" y="55"/>
                      <a:pt x="41" y="37"/>
                      <a:pt x="45" y="23"/>
                    </a:cubicBezTo>
                    <a:cubicBezTo>
                      <a:pt x="50" y="4"/>
                      <a:pt x="60" y="0"/>
                      <a:pt x="66" y="23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1" name="Freeform 1383">
                <a:extLst>
                  <a:ext uri="{FF2B5EF4-FFF2-40B4-BE49-F238E27FC236}">
                    <a16:creationId xmlns:a16="http://schemas.microsoft.com/office/drawing/2014/main" id="{19EAF5BA-3940-4ADD-AAE3-1417C4CA6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997"/>
                <a:ext cx="46" cy="64"/>
              </a:xfrm>
              <a:custGeom>
                <a:avLst/>
                <a:gdLst>
                  <a:gd name="T0" fmla="*/ 13 w 62"/>
                  <a:gd name="T1" fmla="*/ 7 h 87"/>
                  <a:gd name="T2" fmla="*/ 10 w 62"/>
                  <a:gd name="T3" fmla="*/ 32 h 87"/>
                  <a:gd name="T4" fmla="*/ 7 w 62"/>
                  <a:gd name="T5" fmla="*/ 0 h 87"/>
                  <a:gd name="T6" fmla="*/ 12 w 62"/>
                  <a:gd name="T7" fmla="*/ 7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87">
                    <a:moveTo>
                      <a:pt x="31" y="16"/>
                    </a:moveTo>
                    <a:cubicBezTo>
                      <a:pt x="24" y="31"/>
                      <a:pt x="62" y="87"/>
                      <a:pt x="26" y="82"/>
                    </a:cubicBezTo>
                    <a:cubicBezTo>
                      <a:pt x="0" y="78"/>
                      <a:pt x="11" y="16"/>
                      <a:pt x="17" y="0"/>
                    </a:cubicBezTo>
                    <a:cubicBezTo>
                      <a:pt x="23" y="4"/>
                      <a:pt x="26" y="11"/>
                      <a:pt x="29" y="18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2" name="Freeform 1384">
                <a:extLst>
                  <a:ext uri="{FF2B5EF4-FFF2-40B4-BE49-F238E27FC236}">
                    <a16:creationId xmlns:a16="http://schemas.microsoft.com/office/drawing/2014/main" id="{D837F710-5B3B-4A6E-A6AE-C3A6CCA05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990"/>
                <a:ext cx="102" cy="138"/>
              </a:xfrm>
              <a:custGeom>
                <a:avLst/>
                <a:gdLst>
                  <a:gd name="T0" fmla="*/ 43 w 138"/>
                  <a:gd name="T1" fmla="*/ 17 h 188"/>
                  <a:gd name="T2" fmla="*/ 14 w 138"/>
                  <a:gd name="T3" fmla="*/ 0 h 188"/>
                  <a:gd name="T4" fmla="*/ 13 w 138"/>
                  <a:gd name="T5" fmla="*/ 26 h 188"/>
                  <a:gd name="T6" fmla="*/ 5 w 138"/>
                  <a:gd name="T7" fmla="*/ 43 h 188"/>
                  <a:gd name="T8" fmla="*/ 7 w 138"/>
                  <a:gd name="T9" fmla="*/ 62 h 188"/>
                  <a:gd name="T10" fmla="*/ 47 w 138"/>
                  <a:gd name="T11" fmla="*/ 74 h 188"/>
                  <a:gd name="T12" fmla="*/ 19 w 138"/>
                  <a:gd name="T13" fmla="*/ 37 h 188"/>
                  <a:gd name="T14" fmla="*/ 55 w 138"/>
                  <a:gd name="T15" fmla="*/ 21 h 188"/>
                  <a:gd name="T16" fmla="*/ 41 w 138"/>
                  <a:gd name="T17" fmla="*/ 21 h 1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88">
                    <a:moveTo>
                      <a:pt x="106" y="42"/>
                    </a:moveTo>
                    <a:cubicBezTo>
                      <a:pt x="64" y="66"/>
                      <a:pt x="51" y="27"/>
                      <a:pt x="35" y="0"/>
                    </a:cubicBezTo>
                    <a:cubicBezTo>
                      <a:pt x="35" y="21"/>
                      <a:pt x="39" y="46"/>
                      <a:pt x="32" y="66"/>
                    </a:cubicBezTo>
                    <a:cubicBezTo>
                      <a:pt x="25" y="99"/>
                      <a:pt x="19" y="96"/>
                      <a:pt x="14" y="108"/>
                    </a:cubicBezTo>
                    <a:cubicBezTo>
                      <a:pt x="5" y="130"/>
                      <a:pt x="0" y="139"/>
                      <a:pt x="19" y="157"/>
                    </a:cubicBezTo>
                    <a:cubicBezTo>
                      <a:pt x="46" y="184"/>
                      <a:pt x="80" y="187"/>
                      <a:pt x="117" y="188"/>
                    </a:cubicBezTo>
                    <a:cubicBezTo>
                      <a:pt x="84" y="162"/>
                      <a:pt x="17" y="151"/>
                      <a:pt x="47" y="95"/>
                    </a:cubicBezTo>
                    <a:cubicBezTo>
                      <a:pt x="66" y="59"/>
                      <a:pt x="106" y="68"/>
                      <a:pt x="138" y="54"/>
                    </a:cubicBezTo>
                    <a:cubicBezTo>
                      <a:pt x="126" y="52"/>
                      <a:pt x="114" y="52"/>
                      <a:pt x="101" y="5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3" name="Freeform 1385">
                <a:extLst>
                  <a:ext uri="{FF2B5EF4-FFF2-40B4-BE49-F238E27FC236}">
                    <a16:creationId xmlns:a16="http://schemas.microsoft.com/office/drawing/2014/main" id="{D9B10CC9-2C63-45FD-AEAE-0B5A5DD54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138"/>
                <a:ext cx="62" cy="42"/>
              </a:xfrm>
              <a:custGeom>
                <a:avLst/>
                <a:gdLst>
                  <a:gd name="T0" fmla="*/ 28 w 84"/>
                  <a:gd name="T1" fmla="*/ 13 h 57"/>
                  <a:gd name="T2" fmla="*/ 15 w 84"/>
                  <a:gd name="T3" fmla="*/ 0 h 57"/>
                  <a:gd name="T4" fmla="*/ 0 w 84"/>
                  <a:gd name="T5" fmla="*/ 18 h 57"/>
                  <a:gd name="T6" fmla="*/ 28 w 84"/>
                  <a:gd name="T7" fmla="*/ 13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57">
                    <a:moveTo>
                      <a:pt x="69" y="32"/>
                    </a:moveTo>
                    <a:cubicBezTo>
                      <a:pt x="50" y="35"/>
                      <a:pt x="35" y="24"/>
                      <a:pt x="36" y="0"/>
                    </a:cubicBezTo>
                    <a:cubicBezTo>
                      <a:pt x="28" y="14"/>
                      <a:pt x="14" y="34"/>
                      <a:pt x="0" y="43"/>
                    </a:cubicBezTo>
                    <a:cubicBezTo>
                      <a:pt x="13" y="46"/>
                      <a:pt x="84" y="57"/>
                      <a:pt x="71" y="3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4" name="Freeform 1386">
                <a:extLst>
                  <a:ext uri="{FF2B5EF4-FFF2-40B4-BE49-F238E27FC236}">
                    <a16:creationId xmlns:a16="http://schemas.microsoft.com/office/drawing/2014/main" id="{EA1E616A-A5F5-4FA1-BD3C-BDC8EADA8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167"/>
                <a:ext cx="177" cy="77"/>
              </a:xfrm>
              <a:custGeom>
                <a:avLst/>
                <a:gdLst>
                  <a:gd name="T0" fmla="*/ 95 w 241"/>
                  <a:gd name="T1" fmla="*/ 34 h 104"/>
                  <a:gd name="T2" fmla="*/ 74 w 241"/>
                  <a:gd name="T3" fmla="*/ 14 h 104"/>
                  <a:gd name="T4" fmla="*/ 48 w 241"/>
                  <a:gd name="T5" fmla="*/ 11 h 104"/>
                  <a:gd name="T6" fmla="*/ 21 w 241"/>
                  <a:gd name="T7" fmla="*/ 21 h 104"/>
                  <a:gd name="T8" fmla="*/ 1 w 241"/>
                  <a:gd name="T9" fmla="*/ 1 h 104"/>
                  <a:gd name="T10" fmla="*/ 19 w 241"/>
                  <a:gd name="T11" fmla="*/ 26 h 104"/>
                  <a:gd name="T12" fmla="*/ 43 w 241"/>
                  <a:gd name="T13" fmla="*/ 21 h 104"/>
                  <a:gd name="T14" fmla="*/ 50 w 241"/>
                  <a:gd name="T15" fmla="*/ 16 h 104"/>
                  <a:gd name="T16" fmla="*/ 73 w 241"/>
                  <a:gd name="T17" fmla="*/ 30 h 104"/>
                  <a:gd name="T18" fmla="*/ 95 w 241"/>
                  <a:gd name="T19" fmla="*/ 38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1" h="104">
                    <a:moveTo>
                      <a:pt x="241" y="84"/>
                    </a:moveTo>
                    <a:cubicBezTo>
                      <a:pt x="212" y="84"/>
                      <a:pt x="205" y="51"/>
                      <a:pt x="186" y="35"/>
                    </a:cubicBezTo>
                    <a:cubicBezTo>
                      <a:pt x="173" y="23"/>
                      <a:pt x="137" y="21"/>
                      <a:pt x="121" y="27"/>
                    </a:cubicBezTo>
                    <a:cubicBezTo>
                      <a:pt x="99" y="35"/>
                      <a:pt x="84" y="62"/>
                      <a:pt x="55" y="51"/>
                    </a:cubicBezTo>
                    <a:cubicBezTo>
                      <a:pt x="33" y="43"/>
                      <a:pt x="31" y="0"/>
                      <a:pt x="4" y="4"/>
                    </a:cubicBezTo>
                    <a:cubicBezTo>
                      <a:pt x="0" y="28"/>
                      <a:pt x="29" y="51"/>
                      <a:pt x="48" y="63"/>
                    </a:cubicBezTo>
                    <a:cubicBezTo>
                      <a:pt x="74" y="78"/>
                      <a:pt x="88" y="68"/>
                      <a:pt x="109" y="53"/>
                    </a:cubicBezTo>
                    <a:cubicBezTo>
                      <a:pt x="119" y="45"/>
                      <a:pt x="113" y="39"/>
                      <a:pt x="127" y="40"/>
                    </a:cubicBezTo>
                    <a:cubicBezTo>
                      <a:pt x="142" y="40"/>
                      <a:pt x="172" y="72"/>
                      <a:pt x="184" y="74"/>
                    </a:cubicBezTo>
                    <a:cubicBezTo>
                      <a:pt x="204" y="79"/>
                      <a:pt x="232" y="104"/>
                      <a:pt x="239" y="93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5" name="Freeform 1387">
                <a:extLst>
                  <a:ext uri="{FF2B5EF4-FFF2-40B4-BE49-F238E27FC236}">
                    <a16:creationId xmlns:a16="http://schemas.microsoft.com/office/drawing/2014/main" id="{6549C858-7E85-4CC2-A9C3-3E3D52A75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19"/>
                <a:ext cx="352" cy="199"/>
              </a:xfrm>
              <a:custGeom>
                <a:avLst/>
                <a:gdLst>
                  <a:gd name="T0" fmla="*/ 177 w 478"/>
                  <a:gd name="T1" fmla="*/ 48 h 270"/>
                  <a:gd name="T2" fmla="*/ 164 w 478"/>
                  <a:gd name="T3" fmla="*/ 63 h 270"/>
                  <a:gd name="T4" fmla="*/ 151 w 478"/>
                  <a:gd name="T5" fmla="*/ 55 h 270"/>
                  <a:gd name="T6" fmla="*/ 119 w 478"/>
                  <a:gd name="T7" fmla="*/ 43 h 270"/>
                  <a:gd name="T8" fmla="*/ 85 w 478"/>
                  <a:gd name="T9" fmla="*/ 34 h 270"/>
                  <a:gd name="T10" fmla="*/ 69 w 478"/>
                  <a:gd name="T11" fmla="*/ 35 h 270"/>
                  <a:gd name="T12" fmla="*/ 57 w 478"/>
                  <a:gd name="T13" fmla="*/ 19 h 270"/>
                  <a:gd name="T14" fmla="*/ 44 w 478"/>
                  <a:gd name="T15" fmla="*/ 20 h 270"/>
                  <a:gd name="T16" fmla="*/ 36 w 478"/>
                  <a:gd name="T17" fmla="*/ 10 h 270"/>
                  <a:gd name="T18" fmla="*/ 28 w 478"/>
                  <a:gd name="T19" fmla="*/ 7 h 270"/>
                  <a:gd name="T20" fmla="*/ 15 w 478"/>
                  <a:gd name="T21" fmla="*/ 7 h 270"/>
                  <a:gd name="T22" fmla="*/ 13 w 478"/>
                  <a:gd name="T23" fmla="*/ 0 h 270"/>
                  <a:gd name="T24" fmla="*/ 28 w 478"/>
                  <a:gd name="T25" fmla="*/ 20 h 270"/>
                  <a:gd name="T26" fmla="*/ 27 w 478"/>
                  <a:gd name="T27" fmla="*/ 41 h 270"/>
                  <a:gd name="T28" fmla="*/ 66 w 478"/>
                  <a:gd name="T29" fmla="*/ 46 h 270"/>
                  <a:gd name="T30" fmla="*/ 108 w 478"/>
                  <a:gd name="T31" fmla="*/ 52 h 270"/>
                  <a:gd name="T32" fmla="*/ 145 w 478"/>
                  <a:gd name="T33" fmla="*/ 66 h 270"/>
                  <a:gd name="T34" fmla="*/ 133 w 478"/>
                  <a:gd name="T35" fmla="*/ 102 h 270"/>
                  <a:gd name="T36" fmla="*/ 163 w 478"/>
                  <a:gd name="T37" fmla="*/ 74 h 270"/>
                  <a:gd name="T38" fmla="*/ 183 w 478"/>
                  <a:gd name="T39" fmla="*/ 38 h 270"/>
                  <a:gd name="T40" fmla="*/ 174 w 478"/>
                  <a:gd name="T41" fmla="*/ 57 h 2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78" h="270">
                    <a:moveTo>
                      <a:pt x="444" y="120"/>
                    </a:moveTo>
                    <a:cubicBezTo>
                      <a:pt x="439" y="135"/>
                      <a:pt x="428" y="156"/>
                      <a:pt x="411" y="157"/>
                    </a:cubicBezTo>
                    <a:cubicBezTo>
                      <a:pt x="393" y="159"/>
                      <a:pt x="393" y="148"/>
                      <a:pt x="379" y="139"/>
                    </a:cubicBezTo>
                    <a:cubicBezTo>
                      <a:pt x="356" y="124"/>
                      <a:pt x="324" y="121"/>
                      <a:pt x="298" y="108"/>
                    </a:cubicBezTo>
                    <a:cubicBezTo>
                      <a:pt x="273" y="96"/>
                      <a:pt x="243" y="80"/>
                      <a:pt x="213" y="85"/>
                    </a:cubicBezTo>
                    <a:cubicBezTo>
                      <a:pt x="196" y="87"/>
                      <a:pt x="190" y="95"/>
                      <a:pt x="173" y="87"/>
                    </a:cubicBezTo>
                    <a:cubicBezTo>
                      <a:pt x="157" y="80"/>
                      <a:pt x="147" y="63"/>
                      <a:pt x="142" y="48"/>
                    </a:cubicBezTo>
                    <a:cubicBezTo>
                      <a:pt x="128" y="49"/>
                      <a:pt x="123" y="56"/>
                      <a:pt x="111" y="49"/>
                    </a:cubicBezTo>
                    <a:cubicBezTo>
                      <a:pt x="102" y="45"/>
                      <a:pt x="99" y="31"/>
                      <a:pt x="91" y="24"/>
                    </a:cubicBezTo>
                    <a:cubicBezTo>
                      <a:pt x="78" y="12"/>
                      <a:pt x="86" y="15"/>
                      <a:pt x="70" y="17"/>
                    </a:cubicBezTo>
                    <a:cubicBezTo>
                      <a:pt x="58" y="19"/>
                      <a:pt x="52" y="28"/>
                      <a:pt x="39" y="18"/>
                    </a:cubicBezTo>
                    <a:cubicBezTo>
                      <a:pt x="40" y="10"/>
                      <a:pt x="36" y="6"/>
                      <a:pt x="32" y="0"/>
                    </a:cubicBezTo>
                    <a:cubicBezTo>
                      <a:pt x="0" y="29"/>
                      <a:pt x="51" y="39"/>
                      <a:pt x="69" y="50"/>
                    </a:cubicBezTo>
                    <a:cubicBezTo>
                      <a:pt x="94" y="67"/>
                      <a:pt x="97" y="91"/>
                      <a:pt x="66" y="101"/>
                    </a:cubicBezTo>
                    <a:cubicBezTo>
                      <a:pt x="102" y="101"/>
                      <a:pt x="133" y="100"/>
                      <a:pt x="165" y="114"/>
                    </a:cubicBezTo>
                    <a:cubicBezTo>
                      <a:pt x="204" y="130"/>
                      <a:pt x="232" y="123"/>
                      <a:pt x="272" y="129"/>
                    </a:cubicBezTo>
                    <a:cubicBezTo>
                      <a:pt x="298" y="133"/>
                      <a:pt x="348" y="142"/>
                      <a:pt x="364" y="166"/>
                    </a:cubicBezTo>
                    <a:cubicBezTo>
                      <a:pt x="380" y="191"/>
                      <a:pt x="351" y="237"/>
                      <a:pt x="334" y="255"/>
                    </a:cubicBezTo>
                    <a:cubicBezTo>
                      <a:pt x="371" y="270"/>
                      <a:pt x="383" y="199"/>
                      <a:pt x="408" y="183"/>
                    </a:cubicBezTo>
                    <a:cubicBezTo>
                      <a:pt x="445" y="161"/>
                      <a:pt x="478" y="150"/>
                      <a:pt x="457" y="97"/>
                    </a:cubicBezTo>
                    <a:cubicBezTo>
                      <a:pt x="448" y="109"/>
                      <a:pt x="447" y="128"/>
                      <a:pt x="436" y="141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6" name="Freeform 1388">
                <a:extLst>
                  <a:ext uri="{FF2B5EF4-FFF2-40B4-BE49-F238E27FC236}">
                    <a16:creationId xmlns:a16="http://schemas.microsoft.com/office/drawing/2014/main" id="{987128DF-1962-4CB5-9439-D54A77408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117"/>
                <a:ext cx="199" cy="99"/>
              </a:xfrm>
              <a:custGeom>
                <a:avLst/>
                <a:gdLst>
                  <a:gd name="T0" fmla="*/ 18 w 270"/>
                  <a:gd name="T1" fmla="*/ 7 h 134"/>
                  <a:gd name="T2" fmla="*/ 18 w 270"/>
                  <a:gd name="T3" fmla="*/ 33 h 134"/>
                  <a:gd name="T4" fmla="*/ 30 w 270"/>
                  <a:gd name="T5" fmla="*/ 41 h 134"/>
                  <a:gd name="T6" fmla="*/ 44 w 270"/>
                  <a:gd name="T7" fmla="*/ 46 h 134"/>
                  <a:gd name="T8" fmla="*/ 78 w 270"/>
                  <a:gd name="T9" fmla="*/ 41 h 134"/>
                  <a:gd name="T10" fmla="*/ 106 w 270"/>
                  <a:gd name="T11" fmla="*/ 30 h 134"/>
                  <a:gd name="T12" fmla="*/ 71 w 270"/>
                  <a:gd name="T13" fmla="*/ 48 h 134"/>
                  <a:gd name="T14" fmla="*/ 20 w 270"/>
                  <a:gd name="T15" fmla="*/ 47 h 134"/>
                  <a:gd name="T16" fmla="*/ 7 w 270"/>
                  <a:gd name="T17" fmla="*/ 18 h 134"/>
                  <a:gd name="T18" fmla="*/ 1 w 270"/>
                  <a:gd name="T19" fmla="*/ 5 h 134"/>
                  <a:gd name="T20" fmla="*/ 15 w 270"/>
                  <a:gd name="T21" fmla="*/ 5 h 1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0" h="134">
                    <a:moveTo>
                      <a:pt x="45" y="18"/>
                    </a:moveTo>
                    <a:cubicBezTo>
                      <a:pt x="29" y="32"/>
                      <a:pt x="28" y="68"/>
                      <a:pt x="43" y="83"/>
                    </a:cubicBezTo>
                    <a:cubicBezTo>
                      <a:pt x="50" y="90"/>
                      <a:pt x="67" y="95"/>
                      <a:pt x="76" y="102"/>
                    </a:cubicBezTo>
                    <a:cubicBezTo>
                      <a:pt x="90" y="113"/>
                      <a:pt x="90" y="117"/>
                      <a:pt x="111" y="114"/>
                    </a:cubicBezTo>
                    <a:cubicBezTo>
                      <a:pt x="136" y="110"/>
                      <a:pt x="171" y="109"/>
                      <a:pt x="196" y="102"/>
                    </a:cubicBezTo>
                    <a:cubicBezTo>
                      <a:pt x="221" y="95"/>
                      <a:pt x="239" y="72"/>
                      <a:pt x="266" y="74"/>
                    </a:cubicBezTo>
                    <a:cubicBezTo>
                      <a:pt x="270" y="111"/>
                      <a:pt x="210" y="103"/>
                      <a:pt x="177" y="119"/>
                    </a:cubicBezTo>
                    <a:cubicBezTo>
                      <a:pt x="149" y="133"/>
                      <a:pt x="76" y="134"/>
                      <a:pt x="50" y="116"/>
                    </a:cubicBezTo>
                    <a:cubicBezTo>
                      <a:pt x="27" y="100"/>
                      <a:pt x="28" y="70"/>
                      <a:pt x="17" y="46"/>
                    </a:cubicBezTo>
                    <a:cubicBezTo>
                      <a:pt x="14" y="39"/>
                      <a:pt x="0" y="20"/>
                      <a:pt x="3" y="13"/>
                    </a:cubicBezTo>
                    <a:cubicBezTo>
                      <a:pt x="9" y="0"/>
                      <a:pt x="33" y="5"/>
                      <a:pt x="38" y="13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7" name="Freeform 1389">
                <a:extLst>
                  <a:ext uri="{FF2B5EF4-FFF2-40B4-BE49-F238E27FC236}">
                    <a16:creationId xmlns:a16="http://schemas.microsoft.com/office/drawing/2014/main" id="{AAA57526-866A-4985-9133-6DA164757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127"/>
                <a:ext cx="118" cy="67"/>
              </a:xfrm>
              <a:custGeom>
                <a:avLst/>
                <a:gdLst>
                  <a:gd name="T0" fmla="*/ 16 w 160"/>
                  <a:gd name="T1" fmla="*/ 5 h 91"/>
                  <a:gd name="T2" fmla="*/ 18 w 160"/>
                  <a:gd name="T3" fmla="*/ 17 h 91"/>
                  <a:gd name="T4" fmla="*/ 28 w 160"/>
                  <a:gd name="T5" fmla="*/ 13 h 91"/>
                  <a:gd name="T6" fmla="*/ 52 w 160"/>
                  <a:gd name="T7" fmla="*/ 11 h 91"/>
                  <a:gd name="T8" fmla="*/ 25 w 160"/>
                  <a:gd name="T9" fmla="*/ 23 h 91"/>
                  <a:gd name="T10" fmla="*/ 30 w 160"/>
                  <a:gd name="T11" fmla="*/ 34 h 91"/>
                  <a:gd name="T12" fmla="*/ 15 w 160"/>
                  <a:gd name="T13" fmla="*/ 21 h 91"/>
                  <a:gd name="T14" fmla="*/ 3 w 160"/>
                  <a:gd name="T15" fmla="*/ 24 h 91"/>
                  <a:gd name="T16" fmla="*/ 7 w 160"/>
                  <a:gd name="T17" fmla="*/ 10 h 91"/>
                  <a:gd name="T18" fmla="*/ 2 w 160"/>
                  <a:gd name="T19" fmla="*/ 4 h 91"/>
                  <a:gd name="T20" fmla="*/ 13 w 160"/>
                  <a:gd name="T21" fmla="*/ 0 h 91"/>
                  <a:gd name="T22" fmla="*/ 15 w 160"/>
                  <a:gd name="T23" fmla="*/ 2 h 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91">
                    <a:moveTo>
                      <a:pt x="41" y="12"/>
                    </a:moveTo>
                    <a:cubicBezTo>
                      <a:pt x="32" y="20"/>
                      <a:pt x="39" y="32"/>
                      <a:pt x="44" y="42"/>
                    </a:cubicBezTo>
                    <a:cubicBezTo>
                      <a:pt x="52" y="41"/>
                      <a:pt x="62" y="37"/>
                      <a:pt x="69" y="31"/>
                    </a:cubicBezTo>
                    <a:cubicBezTo>
                      <a:pt x="58" y="78"/>
                      <a:pt x="121" y="29"/>
                      <a:pt x="130" y="27"/>
                    </a:cubicBezTo>
                    <a:cubicBezTo>
                      <a:pt x="160" y="62"/>
                      <a:pt x="75" y="57"/>
                      <a:pt x="62" y="57"/>
                    </a:cubicBezTo>
                    <a:cubicBezTo>
                      <a:pt x="65" y="67"/>
                      <a:pt x="72" y="74"/>
                      <a:pt x="74" y="85"/>
                    </a:cubicBezTo>
                    <a:cubicBezTo>
                      <a:pt x="58" y="91"/>
                      <a:pt x="43" y="65"/>
                      <a:pt x="38" y="52"/>
                    </a:cubicBezTo>
                    <a:cubicBezTo>
                      <a:pt x="28" y="55"/>
                      <a:pt x="19" y="58"/>
                      <a:pt x="8" y="58"/>
                    </a:cubicBezTo>
                    <a:cubicBezTo>
                      <a:pt x="0" y="43"/>
                      <a:pt x="17" y="38"/>
                      <a:pt x="17" y="24"/>
                    </a:cubicBezTo>
                    <a:cubicBezTo>
                      <a:pt x="8" y="20"/>
                      <a:pt x="8" y="18"/>
                      <a:pt x="6" y="10"/>
                    </a:cubicBezTo>
                    <a:cubicBezTo>
                      <a:pt x="16" y="9"/>
                      <a:pt x="26" y="6"/>
                      <a:pt x="34" y="0"/>
                    </a:cubicBezTo>
                    <a:cubicBezTo>
                      <a:pt x="38" y="1"/>
                      <a:pt x="35" y="2"/>
                      <a:pt x="36" y="5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8" name="Freeform 1390">
                <a:extLst>
                  <a:ext uri="{FF2B5EF4-FFF2-40B4-BE49-F238E27FC236}">
                    <a16:creationId xmlns:a16="http://schemas.microsoft.com/office/drawing/2014/main" id="{95230B06-99EA-4928-A7E8-63D817037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975"/>
                <a:ext cx="79" cy="98"/>
              </a:xfrm>
              <a:custGeom>
                <a:avLst/>
                <a:gdLst>
                  <a:gd name="T0" fmla="*/ 29 w 108"/>
                  <a:gd name="T1" fmla="*/ 11 h 133"/>
                  <a:gd name="T2" fmla="*/ 42 w 108"/>
                  <a:gd name="T3" fmla="*/ 1 h 133"/>
                  <a:gd name="T4" fmla="*/ 21 w 108"/>
                  <a:gd name="T5" fmla="*/ 26 h 133"/>
                  <a:gd name="T6" fmla="*/ 3 w 108"/>
                  <a:gd name="T7" fmla="*/ 53 h 133"/>
                  <a:gd name="T8" fmla="*/ 11 w 108"/>
                  <a:gd name="T9" fmla="*/ 27 h 133"/>
                  <a:gd name="T10" fmla="*/ 4 w 108"/>
                  <a:gd name="T11" fmla="*/ 0 h 133"/>
                  <a:gd name="T12" fmla="*/ 29 w 108"/>
                  <a:gd name="T13" fmla="*/ 11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133">
                    <a:moveTo>
                      <a:pt x="72" y="27"/>
                    </a:moveTo>
                    <a:cubicBezTo>
                      <a:pt x="84" y="19"/>
                      <a:pt x="96" y="11"/>
                      <a:pt x="108" y="4"/>
                    </a:cubicBezTo>
                    <a:cubicBezTo>
                      <a:pt x="102" y="36"/>
                      <a:pt x="70" y="40"/>
                      <a:pt x="54" y="64"/>
                    </a:cubicBezTo>
                    <a:cubicBezTo>
                      <a:pt x="40" y="87"/>
                      <a:pt x="48" y="129"/>
                      <a:pt x="8" y="133"/>
                    </a:cubicBezTo>
                    <a:cubicBezTo>
                      <a:pt x="19" y="116"/>
                      <a:pt x="31" y="87"/>
                      <a:pt x="29" y="67"/>
                    </a:cubicBezTo>
                    <a:cubicBezTo>
                      <a:pt x="28" y="44"/>
                      <a:pt x="0" y="24"/>
                      <a:pt x="10" y="0"/>
                    </a:cubicBezTo>
                    <a:cubicBezTo>
                      <a:pt x="10" y="0"/>
                      <a:pt x="26" y="55"/>
                      <a:pt x="72" y="27"/>
                    </a:cubicBezTo>
                    <a:close/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9" name="Freeform 1391">
                <a:extLst>
                  <a:ext uri="{FF2B5EF4-FFF2-40B4-BE49-F238E27FC236}">
                    <a16:creationId xmlns:a16="http://schemas.microsoft.com/office/drawing/2014/main" id="{00A95397-D425-4630-96C2-228D885C8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888"/>
                <a:ext cx="72" cy="138"/>
              </a:xfrm>
              <a:custGeom>
                <a:avLst/>
                <a:gdLst>
                  <a:gd name="T0" fmla="*/ 31 w 97"/>
                  <a:gd name="T1" fmla="*/ 25 h 187"/>
                  <a:gd name="T2" fmla="*/ 18 w 97"/>
                  <a:gd name="T3" fmla="*/ 51 h 187"/>
                  <a:gd name="T4" fmla="*/ 32 w 97"/>
                  <a:gd name="T5" fmla="*/ 75 h 187"/>
                  <a:gd name="T6" fmla="*/ 5 w 97"/>
                  <a:gd name="T7" fmla="*/ 41 h 187"/>
                  <a:gd name="T8" fmla="*/ 2 w 97"/>
                  <a:gd name="T9" fmla="*/ 22 h 187"/>
                  <a:gd name="T10" fmla="*/ 4 w 97"/>
                  <a:gd name="T11" fmla="*/ 0 h 187"/>
                  <a:gd name="T12" fmla="*/ 15 w 97"/>
                  <a:gd name="T13" fmla="*/ 20 h 187"/>
                  <a:gd name="T14" fmla="*/ 39 w 97"/>
                  <a:gd name="T15" fmla="*/ 14 h 187"/>
                  <a:gd name="T16" fmla="*/ 27 w 97"/>
                  <a:gd name="T17" fmla="*/ 26 h 1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187">
                    <a:moveTo>
                      <a:pt x="76" y="63"/>
                    </a:moveTo>
                    <a:cubicBezTo>
                      <a:pt x="54" y="72"/>
                      <a:pt x="35" y="102"/>
                      <a:pt x="43" y="126"/>
                    </a:cubicBezTo>
                    <a:cubicBezTo>
                      <a:pt x="51" y="149"/>
                      <a:pt x="75" y="163"/>
                      <a:pt x="78" y="187"/>
                    </a:cubicBezTo>
                    <a:cubicBezTo>
                      <a:pt x="52" y="159"/>
                      <a:pt x="31" y="131"/>
                      <a:pt x="13" y="100"/>
                    </a:cubicBezTo>
                    <a:cubicBezTo>
                      <a:pt x="0" y="80"/>
                      <a:pt x="0" y="77"/>
                      <a:pt x="6" y="56"/>
                    </a:cubicBezTo>
                    <a:cubicBezTo>
                      <a:pt x="10" y="37"/>
                      <a:pt x="9" y="19"/>
                      <a:pt x="11" y="0"/>
                    </a:cubicBezTo>
                    <a:cubicBezTo>
                      <a:pt x="18" y="16"/>
                      <a:pt x="19" y="42"/>
                      <a:pt x="36" y="49"/>
                    </a:cubicBezTo>
                    <a:cubicBezTo>
                      <a:pt x="53" y="56"/>
                      <a:pt x="83" y="42"/>
                      <a:pt x="97" y="35"/>
                    </a:cubicBezTo>
                    <a:cubicBezTo>
                      <a:pt x="89" y="46"/>
                      <a:pt x="79" y="58"/>
                      <a:pt x="67" y="65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0" name="Freeform 1392">
                <a:extLst>
                  <a:ext uri="{FF2B5EF4-FFF2-40B4-BE49-F238E27FC236}">
                    <a16:creationId xmlns:a16="http://schemas.microsoft.com/office/drawing/2014/main" id="{0D628E02-2315-43BF-84EA-80196C4A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734"/>
                <a:ext cx="171" cy="160"/>
              </a:xfrm>
              <a:custGeom>
                <a:avLst/>
                <a:gdLst>
                  <a:gd name="T0" fmla="*/ 91 w 233"/>
                  <a:gd name="T1" fmla="*/ 82 h 218"/>
                  <a:gd name="T2" fmla="*/ 90 w 233"/>
                  <a:gd name="T3" fmla="*/ 72 h 218"/>
                  <a:gd name="T4" fmla="*/ 76 w 233"/>
                  <a:gd name="T5" fmla="*/ 76 h 218"/>
                  <a:gd name="T6" fmla="*/ 61 w 233"/>
                  <a:gd name="T7" fmla="*/ 72 h 218"/>
                  <a:gd name="T8" fmla="*/ 40 w 233"/>
                  <a:gd name="T9" fmla="*/ 53 h 218"/>
                  <a:gd name="T10" fmla="*/ 40 w 233"/>
                  <a:gd name="T11" fmla="*/ 37 h 218"/>
                  <a:gd name="T12" fmla="*/ 26 w 233"/>
                  <a:gd name="T13" fmla="*/ 25 h 218"/>
                  <a:gd name="T14" fmla="*/ 0 w 233"/>
                  <a:gd name="T15" fmla="*/ 2 h 218"/>
                  <a:gd name="T16" fmla="*/ 25 w 233"/>
                  <a:gd name="T17" fmla="*/ 39 h 218"/>
                  <a:gd name="T18" fmla="*/ 27 w 233"/>
                  <a:gd name="T19" fmla="*/ 66 h 218"/>
                  <a:gd name="T20" fmla="*/ 45 w 233"/>
                  <a:gd name="T21" fmla="*/ 81 h 218"/>
                  <a:gd name="T22" fmla="*/ 74 w 233"/>
                  <a:gd name="T23" fmla="*/ 86 h 2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3" h="218">
                    <a:moveTo>
                      <a:pt x="230" y="208"/>
                    </a:moveTo>
                    <a:cubicBezTo>
                      <a:pt x="233" y="200"/>
                      <a:pt x="232" y="191"/>
                      <a:pt x="229" y="183"/>
                    </a:cubicBezTo>
                    <a:cubicBezTo>
                      <a:pt x="218" y="178"/>
                      <a:pt x="208" y="190"/>
                      <a:pt x="194" y="192"/>
                    </a:cubicBezTo>
                    <a:cubicBezTo>
                      <a:pt x="180" y="195"/>
                      <a:pt x="168" y="188"/>
                      <a:pt x="154" y="183"/>
                    </a:cubicBezTo>
                    <a:cubicBezTo>
                      <a:pt x="128" y="173"/>
                      <a:pt x="105" y="164"/>
                      <a:pt x="100" y="133"/>
                    </a:cubicBezTo>
                    <a:cubicBezTo>
                      <a:pt x="98" y="121"/>
                      <a:pt x="105" y="104"/>
                      <a:pt x="100" y="93"/>
                    </a:cubicBezTo>
                    <a:cubicBezTo>
                      <a:pt x="94" y="79"/>
                      <a:pt x="77" y="73"/>
                      <a:pt x="67" y="62"/>
                    </a:cubicBezTo>
                    <a:cubicBezTo>
                      <a:pt x="50" y="42"/>
                      <a:pt x="34" y="0"/>
                      <a:pt x="0" y="6"/>
                    </a:cubicBezTo>
                    <a:cubicBezTo>
                      <a:pt x="2" y="39"/>
                      <a:pt x="51" y="65"/>
                      <a:pt x="63" y="98"/>
                    </a:cubicBezTo>
                    <a:cubicBezTo>
                      <a:pt x="70" y="120"/>
                      <a:pt x="59" y="148"/>
                      <a:pt x="68" y="168"/>
                    </a:cubicBezTo>
                    <a:cubicBezTo>
                      <a:pt x="74" y="180"/>
                      <a:pt x="99" y="197"/>
                      <a:pt x="113" y="205"/>
                    </a:cubicBezTo>
                    <a:cubicBezTo>
                      <a:pt x="133" y="217"/>
                      <a:pt x="163" y="213"/>
                      <a:pt x="187" y="218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1" name="Freeform 1393">
                <a:extLst>
                  <a:ext uri="{FF2B5EF4-FFF2-40B4-BE49-F238E27FC236}">
                    <a16:creationId xmlns:a16="http://schemas.microsoft.com/office/drawing/2014/main" id="{A4C5200D-6ABF-404F-B3F1-A96470715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780"/>
                <a:ext cx="76" cy="95"/>
              </a:xfrm>
              <a:custGeom>
                <a:avLst/>
                <a:gdLst>
                  <a:gd name="T0" fmla="*/ 35 w 103"/>
                  <a:gd name="T1" fmla="*/ 18 h 129"/>
                  <a:gd name="T2" fmla="*/ 15 w 103"/>
                  <a:gd name="T3" fmla="*/ 13 h 129"/>
                  <a:gd name="T4" fmla="*/ 0 w 103"/>
                  <a:gd name="T5" fmla="*/ 0 h 129"/>
                  <a:gd name="T6" fmla="*/ 15 w 103"/>
                  <a:gd name="T7" fmla="*/ 18 h 129"/>
                  <a:gd name="T8" fmla="*/ 0 w 103"/>
                  <a:gd name="T9" fmla="*/ 29 h 129"/>
                  <a:gd name="T10" fmla="*/ 41 w 103"/>
                  <a:gd name="T11" fmla="*/ 52 h 129"/>
                  <a:gd name="T12" fmla="*/ 30 w 103"/>
                  <a:gd name="T13" fmla="*/ 35 h 129"/>
                  <a:gd name="T14" fmla="*/ 34 w 103"/>
                  <a:gd name="T15" fmla="*/ 18 h 129"/>
                  <a:gd name="T16" fmla="*/ 35 w 103"/>
                  <a:gd name="T17" fmla="*/ 18 h 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129">
                    <a:moveTo>
                      <a:pt x="87" y="45"/>
                    </a:moveTo>
                    <a:cubicBezTo>
                      <a:pt x="70" y="38"/>
                      <a:pt x="54" y="45"/>
                      <a:pt x="38" y="33"/>
                    </a:cubicBezTo>
                    <a:cubicBezTo>
                      <a:pt x="23" y="22"/>
                      <a:pt x="18" y="8"/>
                      <a:pt x="0" y="0"/>
                    </a:cubicBezTo>
                    <a:cubicBezTo>
                      <a:pt x="7" y="19"/>
                      <a:pt x="32" y="24"/>
                      <a:pt x="37" y="43"/>
                    </a:cubicBezTo>
                    <a:cubicBezTo>
                      <a:pt x="44" y="68"/>
                      <a:pt x="21" y="74"/>
                      <a:pt x="0" y="74"/>
                    </a:cubicBezTo>
                    <a:cubicBezTo>
                      <a:pt x="40" y="81"/>
                      <a:pt x="73" y="96"/>
                      <a:pt x="103" y="129"/>
                    </a:cubicBezTo>
                    <a:cubicBezTo>
                      <a:pt x="102" y="110"/>
                      <a:pt x="82" y="103"/>
                      <a:pt x="73" y="87"/>
                    </a:cubicBezTo>
                    <a:cubicBezTo>
                      <a:pt x="63" y="68"/>
                      <a:pt x="31" y="54"/>
                      <a:pt x="86" y="45"/>
                    </a:cubicBezTo>
                    <a:lnTo>
                      <a:pt x="87" y="45"/>
                    </a:lnTo>
                    <a:close/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2" name="Freeform 1394">
                <a:extLst>
                  <a:ext uri="{FF2B5EF4-FFF2-40B4-BE49-F238E27FC236}">
                    <a16:creationId xmlns:a16="http://schemas.microsoft.com/office/drawing/2014/main" id="{A8A6CFA8-51C9-41FA-835F-712B5A88B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882"/>
                <a:ext cx="45" cy="67"/>
              </a:xfrm>
              <a:custGeom>
                <a:avLst/>
                <a:gdLst>
                  <a:gd name="T0" fmla="*/ 0 w 61"/>
                  <a:gd name="T1" fmla="*/ 5 h 91"/>
                  <a:gd name="T2" fmla="*/ 2 w 61"/>
                  <a:gd name="T3" fmla="*/ 36 h 91"/>
                  <a:gd name="T4" fmla="*/ 24 w 61"/>
                  <a:gd name="T5" fmla="*/ 35 h 91"/>
                  <a:gd name="T6" fmla="*/ 7 w 61"/>
                  <a:gd name="T7" fmla="*/ 27 h 91"/>
                  <a:gd name="T8" fmla="*/ 0 w 61"/>
                  <a:gd name="T9" fmla="*/ 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91">
                    <a:moveTo>
                      <a:pt x="0" y="12"/>
                    </a:moveTo>
                    <a:cubicBezTo>
                      <a:pt x="4" y="37"/>
                      <a:pt x="19" y="67"/>
                      <a:pt x="5" y="91"/>
                    </a:cubicBezTo>
                    <a:cubicBezTo>
                      <a:pt x="17" y="72"/>
                      <a:pt x="43" y="90"/>
                      <a:pt x="61" y="87"/>
                    </a:cubicBezTo>
                    <a:cubicBezTo>
                      <a:pt x="48" y="73"/>
                      <a:pt x="37" y="71"/>
                      <a:pt x="19" y="66"/>
                    </a:cubicBezTo>
                    <a:cubicBezTo>
                      <a:pt x="26" y="42"/>
                      <a:pt x="20" y="18"/>
                      <a:pt x="0" y="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3" name="Freeform 1395">
                <a:extLst>
                  <a:ext uri="{FF2B5EF4-FFF2-40B4-BE49-F238E27FC236}">
                    <a16:creationId xmlns:a16="http://schemas.microsoft.com/office/drawing/2014/main" id="{349197C6-105E-41D5-B38C-E7EABCBD5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892"/>
                <a:ext cx="87" cy="76"/>
              </a:xfrm>
              <a:custGeom>
                <a:avLst/>
                <a:gdLst>
                  <a:gd name="T0" fmla="*/ 29 w 119"/>
                  <a:gd name="T1" fmla="*/ 27 h 104"/>
                  <a:gd name="T2" fmla="*/ 27 w 119"/>
                  <a:gd name="T3" fmla="*/ 41 h 104"/>
                  <a:gd name="T4" fmla="*/ 0 w 119"/>
                  <a:gd name="T5" fmla="*/ 19 h 104"/>
                  <a:gd name="T6" fmla="*/ 36 w 119"/>
                  <a:gd name="T7" fmla="*/ 0 h 104"/>
                  <a:gd name="T8" fmla="*/ 47 w 119"/>
                  <a:gd name="T9" fmla="*/ 22 h 104"/>
                  <a:gd name="T10" fmla="*/ 31 w 119"/>
                  <a:gd name="T11" fmla="*/ 23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" h="104">
                    <a:moveTo>
                      <a:pt x="73" y="68"/>
                    </a:moveTo>
                    <a:cubicBezTo>
                      <a:pt x="68" y="78"/>
                      <a:pt x="74" y="92"/>
                      <a:pt x="68" y="104"/>
                    </a:cubicBezTo>
                    <a:cubicBezTo>
                      <a:pt x="71" y="55"/>
                      <a:pt x="32" y="64"/>
                      <a:pt x="0" y="48"/>
                    </a:cubicBezTo>
                    <a:cubicBezTo>
                      <a:pt x="37" y="49"/>
                      <a:pt x="99" y="56"/>
                      <a:pt x="91" y="0"/>
                    </a:cubicBezTo>
                    <a:cubicBezTo>
                      <a:pt x="96" y="25"/>
                      <a:pt x="96" y="39"/>
                      <a:pt x="119" y="56"/>
                    </a:cubicBezTo>
                    <a:cubicBezTo>
                      <a:pt x="104" y="49"/>
                      <a:pt x="86" y="32"/>
                      <a:pt x="79" y="6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4" name="Freeform 1396">
                <a:extLst>
                  <a:ext uri="{FF2B5EF4-FFF2-40B4-BE49-F238E27FC236}">
                    <a16:creationId xmlns:a16="http://schemas.microsoft.com/office/drawing/2014/main" id="{381FE1D8-632E-45EE-A197-14107414B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799"/>
                <a:ext cx="127" cy="116"/>
              </a:xfrm>
              <a:custGeom>
                <a:avLst/>
                <a:gdLst>
                  <a:gd name="T0" fmla="*/ 64 w 172"/>
                  <a:gd name="T1" fmla="*/ 38 h 157"/>
                  <a:gd name="T2" fmla="*/ 58 w 172"/>
                  <a:gd name="T3" fmla="*/ 38 h 157"/>
                  <a:gd name="T4" fmla="*/ 44 w 172"/>
                  <a:gd name="T5" fmla="*/ 33 h 157"/>
                  <a:gd name="T6" fmla="*/ 32 w 172"/>
                  <a:gd name="T7" fmla="*/ 22 h 157"/>
                  <a:gd name="T8" fmla="*/ 16 w 172"/>
                  <a:gd name="T9" fmla="*/ 16 h 157"/>
                  <a:gd name="T10" fmla="*/ 2 w 172"/>
                  <a:gd name="T11" fmla="*/ 0 h 157"/>
                  <a:gd name="T12" fmla="*/ 7 w 172"/>
                  <a:gd name="T13" fmla="*/ 28 h 157"/>
                  <a:gd name="T14" fmla="*/ 30 w 172"/>
                  <a:gd name="T15" fmla="*/ 41 h 157"/>
                  <a:gd name="T16" fmla="*/ 66 w 172"/>
                  <a:gd name="T17" fmla="*/ 41 h 1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2" h="157">
                    <a:moveTo>
                      <a:pt x="157" y="93"/>
                    </a:moveTo>
                    <a:cubicBezTo>
                      <a:pt x="172" y="93"/>
                      <a:pt x="146" y="94"/>
                      <a:pt x="143" y="94"/>
                    </a:cubicBezTo>
                    <a:cubicBezTo>
                      <a:pt x="134" y="91"/>
                      <a:pt x="117" y="87"/>
                      <a:pt x="108" y="83"/>
                    </a:cubicBezTo>
                    <a:cubicBezTo>
                      <a:pt x="93" y="77"/>
                      <a:pt x="89" y="64"/>
                      <a:pt x="78" y="56"/>
                    </a:cubicBezTo>
                    <a:cubicBezTo>
                      <a:pt x="66" y="47"/>
                      <a:pt x="53" y="50"/>
                      <a:pt x="39" y="40"/>
                    </a:cubicBezTo>
                    <a:cubicBezTo>
                      <a:pt x="25" y="29"/>
                      <a:pt x="19" y="11"/>
                      <a:pt x="6" y="0"/>
                    </a:cubicBezTo>
                    <a:cubicBezTo>
                      <a:pt x="0" y="17"/>
                      <a:pt x="8" y="53"/>
                      <a:pt x="17" y="70"/>
                    </a:cubicBezTo>
                    <a:cubicBezTo>
                      <a:pt x="28" y="93"/>
                      <a:pt x="52" y="93"/>
                      <a:pt x="73" y="103"/>
                    </a:cubicBezTo>
                    <a:cubicBezTo>
                      <a:pt x="101" y="116"/>
                      <a:pt x="145" y="157"/>
                      <a:pt x="162" y="103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5" name="Freeform 1397">
                <a:extLst>
                  <a:ext uri="{FF2B5EF4-FFF2-40B4-BE49-F238E27FC236}">
                    <a16:creationId xmlns:a16="http://schemas.microsoft.com/office/drawing/2014/main" id="{C86FFB77-0046-409A-BB79-7DEDB75C2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802"/>
                <a:ext cx="67" cy="71"/>
              </a:xfrm>
              <a:custGeom>
                <a:avLst/>
                <a:gdLst>
                  <a:gd name="T0" fmla="*/ 24 w 91"/>
                  <a:gd name="T1" fmla="*/ 39 h 96"/>
                  <a:gd name="T2" fmla="*/ 36 w 91"/>
                  <a:gd name="T3" fmla="*/ 7 h 96"/>
                  <a:gd name="T4" fmla="*/ 0 w 91"/>
                  <a:gd name="T5" fmla="*/ 20 h 96"/>
                  <a:gd name="T6" fmla="*/ 17 w 91"/>
                  <a:gd name="T7" fmla="*/ 19 h 96"/>
                  <a:gd name="T8" fmla="*/ 24 w 91"/>
                  <a:gd name="T9" fmla="*/ 35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96">
                    <a:moveTo>
                      <a:pt x="58" y="96"/>
                    </a:moveTo>
                    <a:cubicBezTo>
                      <a:pt x="63" y="65"/>
                      <a:pt x="91" y="54"/>
                      <a:pt x="91" y="19"/>
                    </a:cubicBezTo>
                    <a:cubicBezTo>
                      <a:pt x="62" y="46"/>
                      <a:pt x="25" y="0"/>
                      <a:pt x="0" y="49"/>
                    </a:cubicBezTo>
                    <a:cubicBezTo>
                      <a:pt x="15" y="47"/>
                      <a:pt x="29" y="38"/>
                      <a:pt x="42" y="47"/>
                    </a:cubicBezTo>
                    <a:cubicBezTo>
                      <a:pt x="56" y="56"/>
                      <a:pt x="53" y="74"/>
                      <a:pt x="58" y="87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6" name="Freeform 1398">
                <a:extLst>
                  <a:ext uri="{FF2B5EF4-FFF2-40B4-BE49-F238E27FC236}">
                    <a16:creationId xmlns:a16="http://schemas.microsoft.com/office/drawing/2014/main" id="{EE4F9B84-0857-4C38-A6E0-1CD2AEF98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856"/>
                <a:ext cx="38" cy="125"/>
              </a:xfrm>
              <a:custGeom>
                <a:avLst/>
                <a:gdLst>
                  <a:gd name="T0" fmla="*/ 15 w 52"/>
                  <a:gd name="T1" fmla="*/ 68 h 169"/>
                  <a:gd name="T2" fmla="*/ 8 w 52"/>
                  <a:gd name="T3" fmla="*/ 30 h 169"/>
                  <a:gd name="T4" fmla="*/ 15 w 52"/>
                  <a:gd name="T5" fmla="*/ 0 h 169"/>
                  <a:gd name="T6" fmla="*/ 18 w 52"/>
                  <a:gd name="T7" fmla="*/ 36 h 169"/>
                  <a:gd name="T8" fmla="*/ 16 w 52"/>
                  <a:gd name="T9" fmla="*/ 68 h 1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69">
                    <a:moveTo>
                      <a:pt x="39" y="169"/>
                    </a:moveTo>
                    <a:cubicBezTo>
                      <a:pt x="16" y="134"/>
                      <a:pt x="19" y="111"/>
                      <a:pt x="20" y="73"/>
                    </a:cubicBezTo>
                    <a:cubicBezTo>
                      <a:pt x="20" y="48"/>
                      <a:pt x="0" y="6"/>
                      <a:pt x="38" y="0"/>
                    </a:cubicBezTo>
                    <a:cubicBezTo>
                      <a:pt x="51" y="26"/>
                      <a:pt x="40" y="62"/>
                      <a:pt x="45" y="89"/>
                    </a:cubicBezTo>
                    <a:cubicBezTo>
                      <a:pt x="52" y="122"/>
                      <a:pt x="49" y="137"/>
                      <a:pt x="41" y="169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7" name="Freeform 1399">
                <a:extLst>
                  <a:ext uri="{FF2B5EF4-FFF2-40B4-BE49-F238E27FC236}">
                    <a16:creationId xmlns:a16="http://schemas.microsoft.com/office/drawing/2014/main" id="{30483BF9-14E9-40B5-A7D2-40D9AA267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946"/>
                <a:ext cx="94" cy="74"/>
              </a:xfrm>
              <a:custGeom>
                <a:avLst/>
                <a:gdLst>
                  <a:gd name="T0" fmla="*/ 52 w 127"/>
                  <a:gd name="T1" fmla="*/ 30 h 100"/>
                  <a:gd name="T2" fmla="*/ 38 w 127"/>
                  <a:gd name="T3" fmla="*/ 0 h 100"/>
                  <a:gd name="T4" fmla="*/ 27 w 127"/>
                  <a:gd name="T5" fmla="*/ 13 h 100"/>
                  <a:gd name="T6" fmla="*/ 18 w 127"/>
                  <a:gd name="T7" fmla="*/ 1 h 100"/>
                  <a:gd name="T8" fmla="*/ 17 w 127"/>
                  <a:gd name="T9" fmla="*/ 22 h 100"/>
                  <a:gd name="T10" fmla="*/ 5 w 127"/>
                  <a:gd name="T11" fmla="*/ 12 h 100"/>
                  <a:gd name="T12" fmla="*/ 5 w 127"/>
                  <a:gd name="T13" fmla="*/ 38 h 100"/>
                  <a:gd name="T14" fmla="*/ 28 w 127"/>
                  <a:gd name="T15" fmla="*/ 37 h 100"/>
                  <a:gd name="T16" fmla="*/ 50 w 127"/>
                  <a:gd name="T17" fmla="*/ 30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100">
                    <a:moveTo>
                      <a:pt x="127" y="73"/>
                    </a:moveTo>
                    <a:cubicBezTo>
                      <a:pt x="103" y="68"/>
                      <a:pt x="81" y="22"/>
                      <a:pt x="93" y="0"/>
                    </a:cubicBezTo>
                    <a:cubicBezTo>
                      <a:pt x="90" y="7"/>
                      <a:pt x="76" y="32"/>
                      <a:pt x="68" y="33"/>
                    </a:cubicBezTo>
                    <a:cubicBezTo>
                      <a:pt x="54" y="33"/>
                      <a:pt x="51" y="11"/>
                      <a:pt x="45" y="3"/>
                    </a:cubicBezTo>
                    <a:cubicBezTo>
                      <a:pt x="42" y="23"/>
                      <a:pt x="37" y="34"/>
                      <a:pt x="42" y="54"/>
                    </a:cubicBezTo>
                    <a:cubicBezTo>
                      <a:pt x="32" y="47"/>
                      <a:pt x="24" y="36"/>
                      <a:pt x="14" y="29"/>
                    </a:cubicBezTo>
                    <a:cubicBezTo>
                      <a:pt x="4" y="52"/>
                      <a:pt x="0" y="71"/>
                      <a:pt x="14" y="94"/>
                    </a:cubicBezTo>
                    <a:cubicBezTo>
                      <a:pt x="32" y="100"/>
                      <a:pt x="52" y="96"/>
                      <a:pt x="70" y="91"/>
                    </a:cubicBezTo>
                    <a:cubicBezTo>
                      <a:pt x="85" y="88"/>
                      <a:pt x="114" y="87"/>
                      <a:pt x="122" y="76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8" name="Freeform 1400">
                <a:extLst>
                  <a:ext uri="{FF2B5EF4-FFF2-40B4-BE49-F238E27FC236}">
                    <a16:creationId xmlns:a16="http://schemas.microsoft.com/office/drawing/2014/main" id="{4ACF9132-2EB2-4985-9B74-28DC684C9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870"/>
                <a:ext cx="29" cy="78"/>
              </a:xfrm>
              <a:custGeom>
                <a:avLst/>
                <a:gdLst>
                  <a:gd name="T0" fmla="*/ 16 w 39"/>
                  <a:gd name="T1" fmla="*/ 0 h 106"/>
                  <a:gd name="T2" fmla="*/ 14 w 39"/>
                  <a:gd name="T3" fmla="*/ 22 h 106"/>
                  <a:gd name="T4" fmla="*/ 9 w 39"/>
                  <a:gd name="T5" fmla="*/ 42 h 106"/>
                  <a:gd name="T6" fmla="*/ 10 w 39"/>
                  <a:gd name="T7" fmla="*/ 27 h 106"/>
                  <a:gd name="T8" fmla="*/ 0 w 39"/>
                  <a:gd name="T9" fmla="*/ 39 h 106"/>
                  <a:gd name="T10" fmla="*/ 7 w 39"/>
                  <a:gd name="T11" fmla="*/ 17 h 106"/>
                  <a:gd name="T12" fmla="*/ 5 w 39"/>
                  <a:gd name="T13" fmla="*/ 10 h 106"/>
                  <a:gd name="T14" fmla="*/ 14 w 39"/>
                  <a:gd name="T15" fmla="*/ 1 h 106"/>
                  <a:gd name="T16" fmla="*/ 14 w 39"/>
                  <a:gd name="T17" fmla="*/ 3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06">
                    <a:moveTo>
                      <a:pt x="39" y="0"/>
                    </a:moveTo>
                    <a:cubicBezTo>
                      <a:pt x="32" y="5"/>
                      <a:pt x="34" y="41"/>
                      <a:pt x="35" y="56"/>
                    </a:cubicBezTo>
                    <a:cubicBezTo>
                      <a:pt x="35" y="78"/>
                      <a:pt x="33" y="87"/>
                      <a:pt x="21" y="106"/>
                    </a:cubicBezTo>
                    <a:cubicBezTo>
                      <a:pt x="15" y="95"/>
                      <a:pt x="22" y="80"/>
                      <a:pt x="23" y="68"/>
                    </a:cubicBezTo>
                    <a:cubicBezTo>
                      <a:pt x="10" y="72"/>
                      <a:pt x="11" y="90"/>
                      <a:pt x="0" y="98"/>
                    </a:cubicBezTo>
                    <a:cubicBezTo>
                      <a:pt x="0" y="80"/>
                      <a:pt x="14" y="61"/>
                      <a:pt x="16" y="42"/>
                    </a:cubicBezTo>
                    <a:cubicBezTo>
                      <a:pt x="17" y="36"/>
                      <a:pt x="9" y="35"/>
                      <a:pt x="12" y="26"/>
                    </a:cubicBezTo>
                    <a:cubicBezTo>
                      <a:pt x="14" y="17"/>
                      <a:pt x="26" y="6"/>
                      <a:pt x="33" y="2"/>
                    </a:cubicBezTo>
                    <a:cubicBezTo>
                      <a:pt x="37" y="3"/>
                      <a:pt x="33" y="4"/>
                      <a:pt x="35" y="7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9" name="Freeform 1401">
                <a:extLst>
                  <a:ext uri="{FF2B5EF4-FFF2-40B4-BE49-F238E27FC236}">
                    <a16:creationId xmlns:a16="http://schemas.microsoft.com/office/drawing/2014/main" id="{707459D9-D0E9-4B86-91B5-8DD43B0F1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964"/>
                <a:ext cx="62" cy="100"/>
              </a:xfrm>
              <a:custGeom>
                <a:avLst/>
                <a:gdLst>
                  <a:gd name="T0" fmla="*/ 14 w 84"/>
                  <a:gd name="T1" fmla="*/ 5 h 136"/>
                  <a:gd name="T2" fmla="*/ 21 w 84"/>
                  <a:gd name="T3" fmla="*/ 35 h 136"/>
                  <a:gd name="T4" fmla="*/ 21 w 84"/>
                  <a:gd name="T5" fmla="*/ 54 h 136"/>
                  <a:gd name="T6" fmla="*/ 3 w 84"/>
                  <a:gd name="T7" fmla="*/ 36 h 136"/>
                  <a:gd name="T8" fmla="*/ 2 w 84"/>
                  <a:gd name="T9" fmla="*/ 21 h 136"/>
                  <a:gd name="T10" fmla="*/ 14 w 84"/>
                  <a:gd name="T11" fmla="*/ 0 h 1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136">
                    <a:moveTo>
                      <a:pt x="35" y="12"/>
                    </a:moveTo>
                    <a:cubicBezTo>
                      <a:pt x="31" y="46"/>
                      <a:pt x="25" y="63"/>
                      <a:pt x="53" y="89"/>
                    </a:cubicBezTo>
                    <a:cubicBezTo>
                      <a:pt x="74" y="107"/>
                      <a:pt x="84" y="118"/>
                      <a:pt x="53" y="136"/>
                    </a:cubicBezTo>
                    <a:cubicBezTo>
                      <a:pt x="39" y="124"/>
                      <a:pt x="16" y="106"/>
                      <a:pt x="7" y="91"/>
                    </a:cubicBezTo>
                    <a:cubicBezTo>
                      <a:pt x="0" y="79"/>
                      <a:pt x="1" y="66"/>
                      <a:pt x="6" y="54"/>
                    </a:cubicBezTo>
                    <a:cubicBezTo>
                      <a:pt x="13" y="38"/>
                      <a:pt x="24" y="13"/>
                      <a:pt x="35" y="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0" name="Freeform 1402">
                <a:extLst>
                  <a:ext uri="{FF2B5EF4-FFF2-40B4-BE49-F238E27FC236}">
                    <a16:creationId xmlns:a16="http://schemas.microsoft.com/office/drawing/2014/main" id="{03C4235B-57D9-48DA-8A39-328B45364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774"/>
                <a:ext cx="163" cy="194"/>
              </a:xfrm>
              <a:custGeom>
                <a:avLst/>
                <a:gdLst>
                  <a:gd name="T0" fmla="*/ 42 w 221"/>
                  <a:gd name="T1" fmla="*/ 42 h 263"/>
                  <a:gd name="T2" fmla="*/ 19 w 221"/>
                  <a:gd name="T3" fmla="*/ 69 h 263"/>
                  <a:gd name="T4" fmla="*/ 41 w 221"/>
                  <a:gd name="T5" fmla="*/ 82 h 263"/>
                  <a:gd name="T6" fmla="*/ 42 w 221"/>
                  <a:gd name="T7" fmla="*/ 105 h 263"/>
                  <a:gd name="T8" fmla="*/ 64 w 221"/>
                  <a:gd name="T9" fmla="*/ 77 h 263"/>
                  <a:gd name="T10" fmla="*/ 89 w 221"/>
                  <a:gd name="T11" fmla="*/ 57 h 263"/>
                  <a:gd name="T12" fmla="*/ 69 w 221"/>
                  <a:gd name="T13" fmla="*/ 67 h 263"/>
                  <a:gd name="T14" fmla="*/ 57 w 221"/>
                  <a:gd name="T15" fmla="*/ 66 h 263"/>
                  <a:gd name="T16" fmla="*/ 53 w 221"/>
                  <a:gd name="T17" fmla="*/ 35 h 263"/>
                  <a:gd name="T18" fmla="*/ 32 w 221"/>
                  <a:gd name="T19" fmla="*/ 7 h 263"/>
                  <a:gd name="T20" fmla="*/ 0 w 221"/>
                  <a:gd name="T21" fmla="*/ 7 h 263"/>
                  <a:gd name="T22" fmla="*/ 20 w 221"/>
                  <a:gd name="T23" fmla="*/ 15 h 263"/>
                  <a:gd name="T24" fmla="*/ 38 w 221"/>
                  <a:gd name="T25" fmla="*/ 27 h 263"/>
                  <a:gd name="T26" fmla="*/ 41 w 221"/>
                  <a:gd name="T27" fmla="*/ 49 h 2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1" h="263">
                    <a:moveTo>
                      <a:pt x="105" y="104"/>
                    </a:moveTo>
                    <a:cubicBezTo>
                      <a:pt x="99" y="131"/>
                      <a:pt x="88" y="180"/>
                      <a:pt x="47" y="172"/>
                    </a:cubicBezTo>
                    <a:cubicBezTo>
                      <a:pt x="63" y="177"/>
                      <a:pt x="93" y="189"/>
                      <a:pt x="103" y="203"/>
                    </a:cubicBezTo>
                    <a:cubicBezTo>
                      <a:pt x="114" y="219"/>
                      <a:pt x="107" y="245"/>
                      <a:pt x="105" y="263"/>
                    </a:cubicBezTo>
                    <a:cubicBezTo>
                      <a:pt x="124" y="236"/>
                      <a:pt x="130" y="207"/>
                      <a:pt x="160" y="191"/>
                    </a:cubicBezTo>
                    <a:cubicBezTo>
                      <a:pt x="185" y="177"/>
                      <a:pt x="213" y="174"/>
                      <a:pt x="221" y="142"/>
                    </a:cubicBezTo>
                    <a:cubicBezTo>
                      <a:pt x="207" y="154"/>
                      <a:pt x="191" y="160"/>
                      <a:pt x="174" y="167"/>
                    </a:cubicBezTo>
                    <a:cubicBezTo>
                      <a:pt x="156" y="174"/>
                      <a:pt x="152" y="180"/>
                      <a:pt x="143" y="163"/>
                    </a:cubicBezTo>
                    <a:cubicBezTo>
                      <a:pt x="131" y="143"/>
                      <a:pt x="138" y="109"/>
                      <a:pt x="131" y="87"/>
                    </a:cubicBezTo>
                    <a:cubicBezTo>
                      <a:pt x="122" y="57"/>
                      <a:pt x="109" y="33"/>
                      <a:pt x="80" y="18"/>
                    </a:cubicBezTo>
                    <a:cubicBezTo>
                      <a:pt x="60" y="9"/>
                      <a:pt x="17" y="0"/>
                      <a:pt x="0" y="16"/>
                    </a:cubicBezTo>
                    <a:cubicBezTo>
                      <a:pt x="16" y="25"/>
                      <a:pt x="33" y="29"/>
                      <a:pt x="49" y="36"/>
                    </a:cubicBezTo>
                    <a:cubicBezTo>
                      <a:pt x="66" y="44"/>
                      <a:pt x="78" y="59"/>
                      <a:pt x="93" y="67"/>
                    </a:cubicBezTo>
                    <a:cubicBezTo>
                      <a:pt x="102" y="84"/>
                      <a:pt x="101" y="102"/>
                      <a:pt x="101" y="123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1" name="Freeform 1403">
                <a:extLst>
                  <a:ext uri="{FF2B5EF4-FFF2-40B4-BE49-F238E27FC236}">
                    <a16:creationId xmlns:a16="http://schemas.microsoft.com/office/drawing/2014/main" id="{7209D795-A4CE-4CE5-9FC8-56119E9BB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735"/>
                <a:ext cx="88" cy="45"/>
              </a:xfrm>
              <a:custGeom>
                <a:avLst/>
                <a:gdLst>
                  <a:gd name="T0" fmla="*/ 40 w 120"/>
                  <a:gd name="T1" fmla="*/ 5 h 62"/>
                  <a:gd name="T2" fmla="*/ 41 w 120"/>
                  <a:gd name="T3" fmla="*/ 5 h 62"/>
                  <a:gd name="T4" fmla="*/ 48 w 120"/>
                  <a:gd name="T5" fmla="*/ 22 h 62"/>
                  <a:gd name="T6" fmla="*/ 36 w 120"/>
                  <a:gd name="T7" fmla="*/ 23 h 62"/>
                  <a:gd name="T8" fmla="*/ 25 w 120"/>
                  <a:gd name="T9" fmla="*/ 17 h 62"/>
                  <a:gd name="T10" fmla="*/ 0 w 120"/>
                  <a:gd name="T11" fmla="*/ 7 h 62"/>
                  <a:gd name="T12" fmla="*/ 27 w 120"/>
                  <a:gd name="T13" fmla="*/ 15 h 62"/>
                  <a:gd name="T14" fmla="*/ 44 w 120"/>
                  <a:gd name="T15" fmla="*/ 3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0" h="62">
                    <a:moveTo>
                      <a:pt x="101" y="12"/>
                    </a:moveTo>
                    <a:cubicBezTo>
                      <a:pt x="103" y="11"/>
                      <a:pt x="105" y="12"/>
                      <a:pt x="105" y="14"/>
                    </a:cubicBezTo>
                    <a:cubicBezTo>
                      <a:pt x="92" y="34"/>
                      <a:pt x="102" y="48"/>
                      <a:pt x="120" y="58"/>
                    </a:cubicBezTo>
                    <a:cubicBezTo>
                      <a:pt x="109" y="58"/>
                      <a:pt x="102" y="62"/>
                      <a:pt x="91" y="60"/>
                    </a:cubicBezTo>
                    <a:cubicBezTo>
                      <a:pt x="82" y="58"/>
                      <a:pt x="73" y="46"/>
                      <a:pt x="63" y="43"/>
                    </a:cubicBezTo>
                    <a:cubicBezTo>
                      <a:pt x="38" y="36"/>
                      <a:pt x="19" y="40"/>
                      <a:pt x="0" y="19"/>
                    </a:cubicBezTo>
                    <a:cubicBezTo>
                      <a:pt x="19" y="23"/>
                      <a:pt x="47" y="47"/>
                      <a:pt x="68" y="40"/>
                    </a:cubicBezTo>
                    <a:cubicBezTo>
                      <a:pt x="86" y="35"/>
                      <a:pt x="89" y="0"/>
                      <a:pt x="112" y="7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2" name="Freeform 1404">
                <a:extLst>
                  <a:ext uri="{FF2B5EF4-FFF2-40B4-BE49-F238E27FC236}">
                    <a16:creationId xmlns:a16="http://schemas.microsoft.com/office/drawing/2014/main" id="{A32E329E-0F5D-42E2-ABC2-A17CAD739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723"/>
                <a:ext cx="90" cy="81"/>
              </a:xfrm>
              <a:custGeom>
                <a:avLst/>
                <a:gdLst>
                  <a:gd name="T0" fmla="*/ 8 w 122"/>
                  <a:gd name="T1" fmla="*/ 3 h 110"/>
                  <a:gd name="T2" fmla="*/ 24 w 122"/>
                  <a:gd name="T3" fmla="*/ 4 h 110"/>
                  <a:gd name="T4" fmla="*/ 30 w 122"/>
                  <a:gd name="T5" fmla="*/ 28 h 110"/>
                  <a:gd name="T6" fmla="*/ 49 w 122"/>
                  <a:gd name="T7" fmla="*/ 44 h 110"/>
                  <a:gd name="T8" fmla="*/ 28 w 122"/>
                  <a:gd name="T9" fmla="*/ 43 h 110"/>
                  <a:gd name="T10" fmla="*/ 20 w 122"/>
                  <a:gd name="T11" fmla="*/ 20 h 110"/>
                  <a:gd name="T12" fmla="*/ 7 w 122"/>
                  <a:gd name="T13" fmla="*/ 0 h 1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110">
                    <a:moveTo>
                      <a:pt x="21" y="7"/>
                    </a:moveTo>
                    <a:cubicBezTo>
                      <a:pt x="22" y="39"/>
                      <a:pt x="48" y="17"/>
                      <a:pt x="60" y="9"/>
                    </a:cubicBezTo>
                    <a:cubicBezTo>
                      <a:pt x="58" y="30"/>
                      <a:pt x="59" y="55"/>
                      <a:pt x="75" y="70"/>
                    </a:cubicBezTo>
                    <a:cubicBezTo>
                      <a:pt x="91" y="85"/>
                      <a:pt x="109" y="91"/>
                      <a:pt x="122" y="110"/>
                    </a:cubicBezTo>
                    <a:cubicBezTo>
                      <a:pt x="105" y="102"/>
                      <a:pt x="87" y="98"/>
                      <a:pt x="70" y="107"/>
                    </a:cubicBezTo>
                    <a:cubicBezTo>
                      <a:pt x="77" y="89"/>
                      <a:pt x="64" y="60"/>
                      <a:pt x="49" y="49"/>
                    </a:cubicBezTo>
                    <a:cubicBezTo>
                      <a:pt x="25" y="29"/>
                      <a:pt x="0" y="37"/>
                      <a:pt x="16" y="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3" name="Freeform 1405">
                <a:extLst>
                  <a:ext uri="{FF2B5EF4-FFF2-40B4-BE49-F238E27FC236}">
                    <a16:creationId xmlns:a16="http://schemas.microsoft.com/office/drawing/2014/main" id="{C8C326CA-C09B-4991-BC05-C864923B9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746"/>
                <a:ext cx="248" cy="344"/>
              </a:xfrm>
              <a:custGeom>
                <a:avLst/>
                <a:gdLst>
                  <a:gd name="T0" fmla="*/ 43 w 337"/>
                  <a:gd name="T1" fmla="*/ 34 h 467"/>
                  <a:gd name="T2" fmla="*/ 73 w 337"/>
                  <a:gd name="T3" fmla="*/ 63 h 467"/>
                  <a:gd name="T4" fmla="*/ 78 w 337"/>
                  <a:gd name="T5" fmla="*/ 72 h 467"/>
                  <a:gd name="T6" fmla="*/ 86 w 337"/>
                  <a:gd name="T7" fmla="*/ 77 h 467"/>
                  <a:gd name="T8" fmla="*/ 89 w 337"/>
                  <a:gd name="T9" fmla="*/ 96 h 467"/>
                  <a:gd name="T10" fmla="*/ 87 w 337"/>
                  <a:gd name="T11" fmla="*/ 121 h 467"/>
                  <a:gd name="T12" fmla="*/ 98 w 337"/>
                  <a:gd name="T13" fmla="*/ 141 h 467"/>
                  <a:gd name="T14" fmla="*/ 114 w 337"/>
                  <a:gd name="T15" fmla="*/ 174 h 467"/>
                  <a:gd name="T16" fmla="*/ 127 w 337"/>
                  <a:gd name="T17" fmla="*/ 174 h 467"/>
                  <a:gd name="T18" fmla="*/ 101 w 337"/>
                  <a:gd name="T19" fmla="*/ 183 h 467"/>
                  <a:gd name="T20" fmla="*/ 85 w 337"/>
                  <a:gd name="T21" fmla="*/ 164 h 467"/>
                  <a:gd name="T22" fmla="*/ 65 w 337"/>
                  <a:gd name="T23" fmla="*/ 166 h 467"/>
                  <a:gd name="T24" fmla="*/ 46 w 337"/>
                  <a:gd name="T25" fmla="*/ 150 h 467"/>
                  <a:gd name="T26" fmla="*/ 25 w 337"/>
                  <a:gd name="T27" fmla="*/ 139 h 467"/>
                  <a:gd name="T28" fmla="*/ 1 w 337"/>
                  <a:gd name="T29" fmla="*/ 145 h 467"/>
                  <a:gd name="T30" fmla="*/ 13 w 337"/>
                  <a:gd name="T31" fmla="*/ 106 h 467"/>
                  <a:gd name="T32" fmla="*/ 18 w 337"/>
                  <a:gd name="T33" fmla="*/ 129 h 467"/>
                  <a:gd name="T34" fmla="*/ 43 w 337"/>
                  <a:gd name="T35" fmla="*/ 122 h 467"/>
                  <a:gd name="T36" fmla="*/ 39 w 337"/>
                  <a:gd name="T37" fmla="*/ 137 h 467"/>
                  <a:gd name="T38" fmla="*/ 85 w 337"/>
                  <a:gd name="T39" fmla="*/ 152 h 467"/>
                  <a:gd name="T40" fmla="*/ 77 w 337"/>
                  <a:gd name="T41" fmla="*/ 120 h 467"/>
                  <a:gd name="T42" fmla="*/ 79 w 337"/>
                  <a:gd name="T43" fmla="*/ 83 h 467"/>
                  <a:gd name="T44" fmla="*/ 57 w 337"/>
                  <a:gd name="T45" fmla="*/ 57 h 467"/>
                  <a:gd name="T46" fmla="*/ 34 w 337"/>
                  <a:gd name="T47" fmla="*/ 63 h 467"/>
                  <a:gd name="T48" fmla="*/ 35 w 337"/>
                  <a:gd name="T49" fmla="*/ 26 h 467"/>
                  <a:gd name="T50" fmla="*/ 6 w 337"/>
                  <a:gd name="T51" fmla="*/ 0 h 467"/>
                  <a:gd name="T52" fmla="*/ 29 w 337"/>
                  <a:gd name="T53" fmla="*/ 13 h 467"/>
                  <a:gd name="T54" fmla="*/ 49 w 337"/>
                  <a:gd name="T55" fmla="*/ 13 h 467"/>
                  <a:gd name="T56" fmla="*/ 42 w 337"/>
                  <a:gd name="T57" fmla="*/ 38 h 4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37" h="467">
                    <a:moveTo>
                      <a:pt x="107" y="86"/>
                    </a:moveTo>
                    <a:cubicBezTo>
                      <a:pt x="101" y="118"/>
                      <a:pt x="166" y="135"/>
                      <a:pt x="183" y="159"/>
                    </a:cubicBezTo>
                    <a:cubicBezTo>
                      <a:pt x="188" y="165"/>
                      <a:pt x="191" y="176"/>
                      <a:pt x="196" y="181"/>
                    </a:cubicBezTo>
                    <a:cubicBezTo>
                      <a:pt x="202" y="187"/>
                      <a:pt x="210" y="186"/>
                      <a:pt x="216" y="192"/>
                    </a:cubicBezTo>
                    <a:cubicBezTo>
                      <a:pt x="229" y="205"/>
                      <a:pt x="225" y="222"/>
                      <a:pt x="223" y="242"/>
                    </a:cubicBezTo>
                    <a:cubicBezTo>
                      <a:pt x="220" y="261"/>
                      <a:pt x="215" y="282"/>
                      <a:pt x="218" y="303"/>
                    </a:cubicBezTo>
                    <a:cubicBezTo>
                      <a:pt x="221" y="326"/>
                      <a:pt x="241" y="335"/>
                      <a:pt x="246" y="355"/>
                    </a:cubicBezTo>
                    <a:cubicBezTo>
                      <a:pt x="257" y="393"/>
                      <a:pt x="227" y="431"/>
                      <a:pt x="286" y="435"/>
                    </a:cubicBezTo>
                    <a:cubicBezTo>
                      <a:pt x="297" y="435"/>
                      <a:pt x="308" y="434"/>
                      <a:pt x="319" y="435"/>
                    </a:cubicBezTo>
                    <a:cubicBezTo>
                      <a:pt x="337" y="467"/>
                      <a:pt x="267" y="457"/>
                      <a:pt x="253" y="456"/>
                    </a:cubicBezTo>
                    <a:cubicBezTo>
                      <a:pt x="219" y="454"/>
                      <a:pt x="236" y="441"/>
                      <a:pt x="213" y="409"/>
                    </a:cubicBezTo>
                    <a:cubicBezTo>
                      <a:pt x="200" y="410"/>
                      <a:pt x="174" y="420"/>
                      <a:pt x="162" y="415"/>
                    </a:cubicBezTo>
                    <a:cubicBezTo>
                      <a:pt x="146" y="410"/>
                      <a:pt x="131" y="385"/>
                      <a:pt x="117" y="375"/>
                    </a:cubicBezTo>
                    <a:cubicBezTo>
                      <a:pt x="103" y="365"/>
                      <a:pt x="80" y="348"/>
                      <a:pt x="63" y="348"/>
                    </a:cubicBezTo>
                    <a:cubicBezTo>
                      <a:pt x="44" y="348"/>
                      <a:pt x="24" y="365"/>
                      <a:pt x="4" y="364"/>
                    </a:cubicBezTo>
                    <a:cubicBezTo>
                      <a:pt x="0" y="339"/>
                      <a:pt x="10" y="276"/>
                      <a:pt x="34" y="265"/>
                    </a:cubicBezTo>
                    <a:cubicBezTo>
                      <a:pt x="45" y="284"/>
                      <a:pt x="14" y="307"/>
                      <a:pt x="46" y="322"/>
                    </a:cubicBezTo>
                    <a:cubicBezTo>
                      <a:pt x="67" y="332"/>
                      <a:pt x="89" y="316"/>
                      <a:pt x="107" y="305"/>
                    </a:cubicBezTo>
                    <a:cubicBezTo>
                      <a:pt x="100" y="316"/>
                      <a:pt x="96" y="329"/>
                      <a:pt x="98" y="342"/>
                    </a:cubicBezTo>
                    <a:cubicBezTo>
                      <a:pt x="129" y="366"/>
                      <a:pt x="171" y="395"/>
                      <a:pt x="213" y="380"/>
                    </a:cubicBezTo>
                    <a:cubicBezTo>
                      <a:pt x="223" y="355"/>
                      <a:pt x="197" y="326"/>
                      <a:pt x="194" y="300"/>
                    </a:cubicBezTo>
                    <a:cubicBezTo>
                      <a:pt x="191" y="269"/>
                      <a:pt x="200" y="240"/>
                      <a:pt x="197" y="209"/>
                    </a:cubicBezTo>
                    <a:cubicBezTo>
                      <a:pt x="193" y="173"/>
                      <a:pt x="170" y="159"/>
                      <a:pt x="142" y="143"/>
                    </a:cubicBezTo>
                    <a:cubicBezTo>
                      <a:pt x="112" y="127"/>
                      <a:pt x="102" y="128"/>
                      <a:pt x="86" y="157"/>
                    </a:cubicBezTo>
                    <a:cubicBezTo>
                      <a:pt x="100" y="131"/>
                      <a:pt x="97" y="92"/>
                      <a:pt x="88" y="65"/>
                    </a:cubicBezTo>
                    <a:cubicBezTo>
                      <a:pt x="79" y="37"/>
                      <a:pt x="38" y="21"/>
                      <a:pt x="15" y="0"/>
                    </a:cubicBezTo>
                    <a:cubicBezTo>
                      <a:pt x="32" y="18"/>
                      <a:pt x="54" y="21"/>
                      <a:pt x="74" y="31"/>
                    </a:cubicBezTo>
                    <a:cubicBezTo>
                      <a:pt x="102" y="43"/>
                      <a:pt x="99" y="57"/>
                      <a:pt x="124" y="33"/>
                    </a:cubicBezTo>
                    <a:cubicBezTo>
                      <a:pt x="124" y="56"/>
                      <a:pt x="101" y="72"/>
                      <a:pt x="105" y="96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4" name="Freeform 1406">
                <a:extLst>
                  <a:ext uri="{FF2B5EF4-FFF2-40B4-BE49-F238E27FC236}">
                    <a16:creationId xmlns:a16="http://schemas.microsoft.com/office/drawing/2014/main" id="{DDB4EC93-3C66-49A4-BB9D-12B1C37F0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816"/>
                <a:ext cx="31" cy="33"/>
              </a:xfrm>
              <a:custGeom>
                <a:avLst/>
                <a:gdLst>
                  <a:gd name="T0" fmla="*/ 17 w 42"/>
                  <a:gd name="T1" fmla="*/ 2 h 44"/>
                  <a:gd name="T2" fmla="*/ 1 w 42"/>
                  <a:gd name="T3" fmla="*/ 0 h 44"/>
                  <a:gd name="T4" fmla="*/ 1 w 42"/>
                  <a:gd name="T5" fmla="*/ 19 h 44"/>
                  <a:gd name="T6" fmla="*/ 14 w 42"/>
                  <a:gd name="T7" fmla="*/ 16 h 44"/>
                  <a:gd name="T8" fmla="*/ 16 w 42"/>
                  <a:gd name="T9" fmla="*/ 2 h 44"/>
                  <a:gd name="T10" fmla="*/ 17 w 42"/>
                  <a:gd name="T11" fmla="*/ 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44">
                    <a:moveTo>
                      <a:pt x="42" y="4"/>
                    </a:moveTo>
                    <a:cubicBezTo>
                      <a:pt x="31" y="15"/>
                      <a:pt x="13" y="7"/>
                      <a:pt x="2" y="0"/>
                    </a:cubicBezTo>
                    <a:cubicBezTo>
                      <a:pt x="8" y="14"/>
                      <a:pt x="0" y="29"/>
                      <a:pt x="1" y="44"/>
                    </a:cubicBezTo>
                    <a:cubicBezTo>
                      <a:pt x="5" y="28"/>
                      <a:pt x="28" y="25"/>
                      <a:pt x="35" y="37"/>
                    </a:cubicBezTo>
                    <a:cubicBezTo>
                      <a:pt x="30" y="17"/>
                      <a:pt x="26" y="17"/>
                      <a:pt x="41" y="5"/>
                    </a:cubicBezTo>
                    <a:lnTo>
                      <a:pt x="42" y="4"/>
                    </a:lnTo>
                    <a:close/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5" name="Freeform 1407">
                <a:extLst>
                  <a:ext uri="{FF2B5EF4-FFF2-40B4-BE49-F238E27FC236}">
                    <a16:creationId xmlns:a16="http://schemas.microsoft.com/office/drawing/2014/main" id="{43CA59CD-E2D5-4AC2-8CCB-5869C0CAF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761"/>
                <a:ext cx="94" cy="39"/>
              </a:xfrm>
              <a:custGeom>
                <a:avLst/>
                <a:gdLst>
                  <a:gd name="T0" fmla="*/ 52 w 127"/>
                  <a:gd name="T1" fmla="*/ 15 h 53"/>
                  <a:gd name="T2" fmla="*/ 30 w 127"/>
                  <a:gd name="T3" fmla="*/ 13 h 53"/>
                  <a:gd name="T4" fmla="*/ 7 w 127"/>
                  <a:gd name="T5" fmla="*/ 15 h 53"/>
                  <a:gd name="T6" fmla="*/ 7 w 127"/>
                  <a:gd name="T7" fmla="*/ 21 h 53"/>
                  <a:gd name="T8" fmla="*/ 0 w 127"/>
                  <a:gd name="T9" fmla="*/ 17 h 53"/>
                  <a:gd name="T10" fmla="*/ 30 w 127"/>
                  <a:gd name="T11" fmla="*/ 0 h 53"/>
                  <a:gd name="T12" fmla="*/ 52 w 127"/>
                  <a:gd name="T13" fmla="*/ 15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53">
                    <a:moveTo>
                      <a:pt x="127" y="37"/>
                    </a:moveTo>
                    <a:cubicBezTo>
                      <a:pt x="113" y="42"/>
                      <a:pt x="90" y="32"/>
                      <a:pt x="73" y="32"/>
                    </a:cubicBezTo>
                    <a:cubicBezTo>
                      <a:pt x="57" y="32"/>
                      <a:pt x="36" y="35"/>
                      <a:pt x="19" y="40"/>
                    </a:cubicBezTo>
                    <a:cubicBezTo>
                      <a:pt x="20" y="45"/>
                      <a:pt x="16" y="49"/>
                      <a:pt x="16" y="53"/>
                    </a:cubicBezTo>
                    <a:cubicBezTo>
                      <a:pt x="10" y="51"/>
                      <a:pt x="4" y="48"/>
                      <a:pt x="0" y="42"/>
                    </a:cubicBezTo>
                    <a:cubicBezTo>
                      <a:pt x="33" y="33"/>
                      <a:pt x="55" y="24"/>
                      <a:pt x="75" y="0"/>
                    </a:cubicBezTo>
                    <a:cubicBezTo>
                      <a:pt x="70" y="23"/>
                      <a:pt x="110" y="33"/>
                      <a:pt x="127" y="37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6" name="Freeform 1408">
                <a:extLst>
                  <a:ext uri="{FF2B5EF4-FFF2-40B4-BE49-F238E27FC236}">
                    <a16:creationId xmlns:a16="http://schemas.microsoft.com/office/drawing/2014/main" id="{AB286FD6-BE02-4FCA-8EB7-DA6FE501E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880"/>
                <a:ext cx="29" cy="40"/>
              </a:xfrm>
              <a:custGeom>
                <a:avLst/>
                <a:gdLst>
                  <a:gd name="T0" fmla="*/ 11 w 40"/>
                  <a:gd name="T1" fmla="*/ 0 h 54"/>
                  <a:gd name="T2" fmla="*/ 8 w 40"/>
                  <a:gd name="T3" fmla="*/ 18 h 54"/>
                  <a:gd name="T4" fmla="*/ 13 w 40"/>
                  <a:gd name="T5" fmla="*/ 3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54">
                    <a:moveTo>
                      <a:pt x="27" y="0"/>
                    </a:moveTo>
                    <a:cubicBezTo>
                      <a:pt x="26" y="18"/>
                      <a:pt x="0" y="34"/>
                      <a:pt x="20" y="45"/>
                    </a:cubicBezTo>
                    <a:cubicBezTo>
                      <a:pt x="40" y="54"/>
                      <a:pt x="35" y="23"/>
                      <a:pt x="35" y="7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7" name="Freeform 1409">
                <a:extLst>
                  <a:ext uri="{FF2B5EF4-FFF2-40B4-BE49-F238E27FC236}">
                    <a16:creationId xmlns:a16="http://schemas.microsoft.com/office/drawing/2014/main" id="{0DA653DE-6F70-49FD-BB62-4C2D24515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798"/>
                <a:ext cx="63" cy="30"/>
              </a:xfrm>
              <a:custGeom>
                <a:avLst/>
                <a:gdLst>
                  <a:gd name="T0" fmla="*/ 35 w 85"/>
                  <a:gd name="T1" fmla="*/ 16 h 41"/>
                  <a:gd name="T2" fmla="*/ 0 w 85"/>
                  <a:gd name="T3" fmla="*/ 11 h 41"/>
                  <a:gd name="T4" fmla="*/ 30 w 85"/>
                  <a:gd name="T5" fmla="*/ 13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41">
                    <a:moveTo>
                      <a:pt x="85" y="41"/>
                    </a:moveTo>
                    <a:cubicBezTo>
                      <a:pt x="62" y="23"/>
                      <a:pt x="26" y="37"/>
                      <a:pt x="0" y="29"/>
                    </a:cubicBezTo>
                    <a:cubicBezTo>
                      <a:pt x="16" y="0"/>
                      <a:pt x="52" y="33"/>
                      <a:pt x="73" y="34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8" name="Freeform 1410">
                <a:extLst>
                  <a:ext uri="{FF2B5EF4-FFF2-40B4-BE49-F238E27FC236}">
                    <a16:creationId xmlns:a16="http://schemas.microsoft.com/office/drawing/2014/main" id="{E46EA636-F3E4-4296-8D93-74D639308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124"/>
                <a:ext cx="73" cy="44"/>
              </a:xfrm>
              <a:custGeom>
                <a:avLst/>
                <a:gdLst>
                  <a:gd name="T0" fmla="*/ 24 w 99"/>
                  <a:gd name="T1" fmla="*/ 19 h 60"/>
                  <a:gd name="T2" fmla="*/ 0 w 99"/>
                  <a:gd name="T3" fmla="*/ 5 h 60"/>
                  <a:gd name="T4" fmla="*/ 36 w 99"/>
                  <a:gd name="T5" fmla="*/ 0 h 60"/>
                  <a:gd name="T6" fmla="*/ 26 w 99"/>
                  <a:gd name="T7" fmla="*/ 17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60">
                    <a:moveTo>
                      <a:pt x="59" y="49"/>
                    </a:moveTo>
                    <a:cubicBezTo>
                      <a:pt x="45" y="60"/>
                      <a:pt x="14" y="22"/>
                      <a:pt x="0" y="13"/>
                    </a:cubicBezTo>
                    <a:cubicBezTo>
                      <a:pt x="32" y="18"/>
                      <a:pt x="60" y="4"/>
                      <a:pt x="89" y="0"/>
                    </a:cubicBezTo>
                    <a:cubicBezTo>
                      <a:pt x="99" y="17"/>
                      <a:pt x="73" y="31"/>
                      <a:pt x="64" y="44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9" name="Freeform 1411">
                <a:extLst>
                  <a:ext uri="{FF2B5EF4-FFF2-40B4-BE49-F238E27FC236}">
                    <a16:creationId xmlns:a16="http://schemas.microsoft.com/office/drawing/2014/main" id="{BBA47522-D2FC-4649-9FA4-3ABBD5F8A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069"/>
                <a:ext cx="57" cy="48"/>
              </a:xfrm>
              <a:custGeom>
                <a:avLst/>
                <a:gdLst>
                  <a:gd name="T0" fmla="*/ 31 w 78"/>
                  <a:gd name="T1" fmla="*/ 0 h 65"/>
                  <a:gd name="T2" fmla="*/ 7 w 78"/>
                  <a:gd name="T3" fmla="*/ 10 h 65"/>
                  <a:gd name="T4" fmla="*/ 1 w 78"/>
                  <a:gd name="T5" fmla="*/ 15 h 65"/>
                  <a:gd name="T6" fmla="*/ 1 w 78"/>
                  <a:gd name="T7" fmla="*/ 24 h 65"/>
                  <a:gd name="T8" fmla="*/ 19 w 78"/>
                  <a:gd name="T9" fmla="*/ 20 h 65"/>
                  <a:gd name="T10" fmla="*/ 29 w 78"/>
                  <a:gd name="T11" fmla="*/ 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65">
                    <a:moveTo>
                      <a:pt x="78" y="0"/>
                    </a:moveTo>
                    <a:cubicBezTo>
                      <a:pt x="62" y="21"/>
                      <a:pt x="41" y="18"/>
                      <a:pt x="19" y="26"/>
                    </a:cubicBezTo>
                    <a:cubicBezTo>
                      <a:pt x="7" y="31"/>
                      <a:pt x="9" y="23"/>
                      <a:pt x="3" y="36"/>
                    </a:cubicBezTo>
                    <a:cubicBezTo>
                      <a:pt x="1" y="40"/>
                      <a:pt x="0" y="56"/>
                      <a:pt x="3" y="59"/>
                    </a:cubicBezTo>
                    <a:cubicBezTo>
                      <a:pt x="11" y="65"/>
                      <a:pt x="42" y="52"/>
                      <a:pt x="49" y="49"/>
                    </a:cubicBezTo>
                    <a:cubicBezTo>
                      <a:pt x="64" y="42"/>
                      <a:pt x="76" y="35"/>
                      <a:pt x="73" y="14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0" name="Freeform 1412">
                <a:extLst>
                  <a:ext uri="{FF2B5EF4-FFF2-40B4-BE49-F238E27FC236}">
                    <a16:creationId xmlns:a16="http://schemas.microsoft.com/office/drawing/2014/main" id="{87FF0458-4EFA-4C62-AF72-4BA7A4998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200"/>
                <a:ext cx="20" cy="42"/>
              </a:xfrm>
              <a:custGeom>
                <a:avLst/>
                <a:gdLst>
                  <a:gd name="T0" fmla="*/ 9 w 28"/>
                  <a:gd name="T1" fmla="*/ 0 h 57"/>
                  <a:gd name="T2" fmla="*/ 6 w 28"/>
                  <a:gd name="T3" fmla="*/ 23 h 57"/>
                  <a:gd name="T4" fmla="*/ 10 w 28"/>
                  <a:gd name="T5" fmla="*/ 13 h 57"/>
                  <a:gd name="T6" fmla="*/ 4 w 28"/>
                  <a:gd name="T7" fmla="*/ 18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7">
                    <a:moveTo>
                      <a:pt x="25" y="0"/>
                    </a:moveTo>
                    <a:cubicBezTo>
                      <a:pt x="4" y="8"/>
                      <a:pt x="0" y="41"/>
                      <a:pt x="16" y="57"/>
                    </a:cubicBezTo>
                    <a:cubicBezTo>
                      <a:pt x="18" y="48"/>
                      <a:pt x="21" y="38"/>
                      <a:pt x="28" y="31"/>
                    </a:cubicBezTo>
                    <a:cubicBezTo>
                      <a:pt x="24" y="37"/>
                      <a:pt x="18" y="42"/>
                      <a:pt x="11" y="44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1" name="Freeform 1413">
                <a:extLst>
                  <a:ext uri="{FF2B5EF4-FFF2-40B4-BE49-F238E27FC236}">
                    <a16:creationId xmlns:a16="http://schemas.microsoft.com/office/drawing/2014/main" id="{B9F473B6-E7D2-4DE6-A773-21927F9B0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216"/>
                <a:ext cx="212" cy="105"/>
              </a:xfrm>
              <a:custGeom>
                <a:avLst/>
                <a:gdLst>
                  <a:gd name="T0" fmla="*/ 115 w 288"/>
                  <a:gd name="T1" fmla="*/ 35 h 143"/>
                  <a:gd name="T2" fmla="*/ 77 w 288"/>
                  <a:gd name="T3" fmla="*/ 43 h 143"/>
                  <a:gd name="T4" fmla="*/ 43 w 288"/>
                  <a:gd name="T5" fmla="*/ 35 h 143"/>
                  <a:gd name="T6" fmla="*/ 21 w 288"/>
                  <a:gd name="T7" fmla="*/ 23 h 143"/>
                  <a:gd name="T8" fmla="*/ 32 w 288"/>
                  <a:gd name="T9" fmla="*/ 0 h 143"/>
                  <a:gd name="T10" fmla="*/ 7 w 288"/>
                  <a:gd name="T11" fmla="*/ 27 h 143"/>
                  <a:gd name="T12" fmla="*/ 21 w 288"/>
                  <a:gd name="T13" fmla="*/ 35 h 143"/>
                  <a:gd name="T14" fmla="*/ 38 w 288"/>
                  <a:gd name="T15" fmla="*/ 46 h 143"/>
                  <a:gd name="T16" fmla="*/ 78 w 288"/>
                  <a:gd name="T17" fmla="*/ 56 h 143"/>
                  <a:gd name="T18" fmla="*/ 114 w 288"/>
                  <a:gd name="T19" fmla="*/ 40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8" h="143">
                    <a:moveTo>
                      <a:pt x="288" y="88"/>
                    </a:moveTo>
                    <a:cubicBezTo>
                      <a:pt x="260" y="104"/>
                      <a:pt x="223" y="105"/>
                      <a:pt x="191" y="107"/>
                    </a:cubicBezTo>
                    <a:cubicBezTo>
                      <a:pt x="155" y="110"/>
                      <a:pt x="138" y="99"/>
                      <a:pt x="107" y="87"/>
                    </a:cubicBezTo>
                    <a:cubicBezTo>
                      <a:pt x="90" y="80"/>
                      <a:pt x="52" y="84"/>
                      <a:pt x="51" y="58"/>
                    </a:cubicBezTo>
                    <a:cubicBezTo>
                      <a:pt x="50" y="44"/>
                      <a:pt x="73" y="13"/>
                      <a:pt x="79" y="0"/>
                    </a:cubicBezTo>
                    <a:cubicBezTo>
                      <a:pt x="62" y="17"/>
                      <a:pt x="0" y="37"/>
                      <a:pt x="16" y="69"/>
                    </a:cubicBezTo>
                    <a:cubicBezTo>
                      <a:pt x="22" y="81"/>
                      <a:pt x="42" y="83"/>
                      <a:pt x="53" y="88"/>
                    </a:cubicBezTo>
                    <a:cubicBezTo>
                      <a:pt x="71" y="95"/>
                      <a:pt x="80" y="103"/>
                      <a:pt x="95" y="114"/>
                    </a:cubicBezTo>
                    <a:cubicBezTo>
                      <a:pt x="118" y="131"/>
                      <a:pt x="166" y="143"/>
                      <a:pt x="196" y="142"/>
                    </a:cubicBezTo>
                    <a:cubicBezTo>
                      <a:pt x="223" y="142"/>
                      <a:pt x="277" y="131"/>
                      <a:pt x="286" y="10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2" name="Freeform 1414">
                <a:extLst>
                  <a:ext uri="{FF2B5EF4-FFF2-40B4-BE49-F238E27FC236}">
                    <a16:creationId xmlns:a16="http://schemas.microsoft.com/office/drawing/2014/main" id="{CB7855AB-3770-4576-90F1-9719DC9A3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256"/>
                <a:ext cx="34" cy="23"/>
              </a:xfrm>
              <a:custGeom>
                <a:avLst/>
                <a:gdLst>
                  <a:gd name="T0" fmla="*/ 18 w 46"/>
                  <a:gd name="T1" fmla="*/ 1 h 31"/>
                  <a:gd name="T2" fmla="*/ 3 w 46"/>
                  <a:gd name="T3" fmla="*/ 13 h 31"/>
                  <a:gd name="T4" fmla="*/ 16 w 46"/>
                  <a:gd name="T5" fmla="*/ 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1">
                    <a:moveTo>
                      <a:pt x="46" y="3"/>
                    </a:moveTo>
                    <a:cubicBezTo>
                      <a:pt x="39" y="0"/>
                      <a:pt x="0" y="8"/>
                      <a:pt x="7" y="31"/>
                    </a:cubicBezTo>
                    <a:cubicBezTo>
                      <a:pt x="19" y="31"/>
                      <a:pt x="33" y="19"/>
                      <a:pt x="39" y="7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3" name="Freeform 1415">
                <a:extLst>
                  <a:ext uri="{FF2B5EF4-FFF2-40B4-BE49-F238E27FC236}">
                    <a16:creationId xmlns:a16="http://schemas.microsoft.com/office/drawing/2014/main" id="{1BA35A09-8435-4DB0-90AD-7628BED88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1107"/>
                <a:ext cx="184" cy="77"/>
              </a:xfrm>
              <a:custGeom>
                <a:avLst/>
                <a:gdLst>
                  <a:gd name="T0" fmla="*/ 0 w 250"/>
                  <a:gd name="T1" fmla="*/ 21 h 104"/>
                  <a:gd name="T2" fmla="*/ 21 w 250"/>
                  <a:gd name="T3" fmla="*/ 40 h 104"/>
                  <a:gd name="T4" fmla="*/ 46 w 250"/>
                  <a:gd name="T5" fmla="*/ 32 h 104"/>
                  <a:gd name="T6" fmla="*/ 73 w 250"/>
                  <a:gd name="T7" fmla="*/ 27 h 104"/>
                  <a:gd name="T8" fmla="*/ 99 w 250"/>
                  <a:gd name="T9" fmla="*/ 33 h 104"/>
                  <a:gd name="T10" fmla="*/ 78 w 250"/>
                  <a:gd name="T11" fmla="*/ 20 h 104"/>
                  <a:gd name="T12" fmla="*/ 81 w 250"/>
                  <a:gd name="T13" fmla="*/ 0 h 104"/>
                  <a:gd name="T14" fmla="*/ 67 w 250"/>
                  <a:gd name="T15" fmla="*/ 16 h 104"/>
                  <a:gd name="T16" fmla="*/ 52 w 250"/>
                  <a:gd name="T17" fmla="*/ 22 h 104"/>
                  <a:gd name="T18" fmla="*/ 34 w 250"/>
                  <a:gd name="T19" fmla="*/ 29 h 104"/>
                  <a:gd name="T20" fmla="*/ 36 w 250"/>
                  <a:gd name="T21" fmla="*/ 15 h 104"/>
                  <a:gd name="T22" fmla="*/ 14 w 250"/>
                  <a:gd name="T23" fmla="*/ 20 h 104"/>
                  <a:gd name="T24" fmla="*/ 3 w 250"/>
                  <a:gd name="T25" fmla="*/ 21 h 1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0" h="104">
                    <a:moveTo>
                      <a:pt x="0" y="52"/>
                    </a:moveTo>
                    <a:cubicBezTo>
                      <a:pt x="9" y="83"/>
                      <a:pt x="18" y="92"/>
                      <a:pt x="51" y="98"/>
                    </a:cubicBezTo>
                    <a:cubicBezTo>
                      <a:pt x="84" y="104"/>
                      <a:pt x="89" y="97"/>
                      <a:pt x="116" y="78"/>
                    </a:cubicBezTo>
                    <a:cubicBezTo>
                      <a:pt x="134" y="65"/>
                      <a:pt x="160" y="63"/>
                      <a:pt x="183" y="68"/>
                    </a:cubicBezTo>
                    <a:cubicBezTo>
                      <a:pt x="204" y="73"/>
                      <a:pt x="228" y="85"/>
                      <a:pt x="250" y="83"/>
                    </a:cubicBezTo>
                    <a:cubicBezTo>
                      <a:pt x="234" y="72"/>
                      <a:pt x="206" y="66"/>
                      <a:pt x="195" y="50"/>
                    </a:cubicBezTo>
                    <a:cubicBezTo>
                      <a:pt x="181" y="29"/>
                      <a:pt x="197" y="19"/>
                      <a:pt x="204" y="0"/>
                    </a:cubicBezTo>
                    <a:cubicBezTo>
                      <a:pt x="188" y="11"/>
                      <a:pt x="177" y="28"/>
                      <a:pt x="167" y="40"/>
                    </a:cubicBezTo>
                    <a:cubicBezTo>
                      <a:pt x="153" y="54"/>
                      <a:pt x="150" y="50"/>
                      <a:pt x="129" y="54"/>
                    </a:cubicBezTo>
                    <a:cubicBezTo>
                      <a:pt x="118" y="56"/>
                      <a:pt x="94" y="74"/>
                      <a:pt x="85" y="71"/>
                    </a:cubicBezTo>
                    <a:cubicBezTo>
                      <a:pt x="69" y="65"/>
                      <a:pt x="82" y="43"/>
                      <a:pt x="89" y="36"/>
                    </a:cubicBezTo>
                    <a:cubicBezTo>
                      <a:pt x="81" y="50"/>
                      <a:pt x="45" y="73"/>
                      <a:pt x="35" y="48"/>
                    </a:cubicBezTo>
                    <a:cubicBezTo>
                      <a:pt x="26" y="58"/>
                      <a:pt x="13" y="53"/>
                      <a:pt x="7" y="5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4" name="Freeform 1416">
                <a:extLst>
                  <a:ext uri="{FF2B5EF4-FFF2-40B4-BE49-F238E27FC236}">
                    <a16:creationId xmlns:a16="http://schemas.microsoft.com/office/drawing/2014/main" id="{CF691ED7-033E-4ED8-92F6-3A501B541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037"/>
                <a:ext cx="121" cy="115"/>
              </a:xfrm>
              <a:custGeom>
                <a:avLst/>
                <a:gdLst>
                  <a:gd name="T0" fmla="*/ 64 w 165"/>
                  <a:gd name="T1" fmla="*/ 1 h 157"/>
                  <a:gd name="T2" fmla="*/ 30 w 165"/>
                  <a:gd name="T3" fmla="*/ 22 h 157"/>
                  <a:gd name="T4" fmla="*/ 21 w 165"/>
                  <a:gd name="T5" fmla="*/ 36 h 157"/>
                  <a:gd name="T6" fmla="*/ 10 w 165"/>
                  <a:gd name="T7" fmla="*/ 45 h 157"/>
                  <a:gd name="T8" fmla="*/ 0 w 165"/>
                  <a:gd name="T9" fmla="*/ 49 h 157"/>
                  <a:gd name="T10" fmla="*/ 29 w 165"/>
                  <a:gd name="T11" fmla="*/ 37 h 157"/>
                  <a:gd name="T12" fmla="*/ 43 w 165"/>
                  <a:gd name="T13" fmla="*/ 22 h 157"/>
                  <a:gd name="T14" fmla="*/ 56 w 165"/>
                  <a:gd name="T15" fmla="*/ 36 h 157"/>
                  <a:gd name="T16" fmla="*/ 54 w 165"/>
                  <a:gd name="T17" fmla="*/ 17 h 157"/>
                  <a:gd name="T18" fmla="*/ 65 w 165"/>
                  <a:gd name="T19" fmla="*/ 0 h 1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" h="157">
                    <a:moveTo>
                      <a:pt x="162" y="4"/>
                    </a:moveTo>
                    <a:cubicBezTo>
                      <a:pt x="130" y="6"/>
                      <a:pt x="98" y="34"/>
                      <a:pt x="77" y="56"/>
                    </a:cubicBezTo>
                    <a:cubicBezTo>
                      <a:pt x="68" y="66"/>
                      <a:pt x="64" y="84"/>
                      <a:pt x="53" y="92"/>
                    </a:cubicBezTo>
                    <a:cubicBezTo>
                      <a:pt x="41" y="100"/>
                      <a:pt x="22" y="90"/>
                      <a:pt x="25" y="114"/>
                    </a:cubicBezTo>
                    <a:cubicBezTo>
                      <a:pt x="18" y="120"/>
                      <a:pt x="9" y="125"/>
                      <a:pt x="0" y="125"/>
                    </a:cubicBezTo>
                    <a:cubicBezTo>
                      <a:pt x="21" y="157"/>
                      <a:pt x="59" y="106"/>
                      <a:pt x="72" y="93"/>
                    </a:cubicBezTo>
                    <a:cubicBezTo>
                      <a:pt x="79" y="85"/>
                      <a:pt x="101" y="59"/>
                      <a:pt x="110" y="56"/>
                    </a:cubicBezTo>
                    <a:cubicBezTo>
                      <a:pt x="135" y="49"/>
                      <a:pt x="121" y="78"/>
                      <a:pt x="140" y="91"/>
                    </a:cubicBezTo>
                    <a:cubicBezTo>
                      <a:pt x="140" y="76"/>
                      <a:pt x="131" y="55"/>
                      <a:pt x="136" y="42"/>
                    </a:cubicBezTo>
                    <a:cubicBezTo>
                      <a:pt x="142" y="25"/>
                      <a:pt x="165" y="22"/>
                      <a:pt x="164" y="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5" name="Freeform 1417">
                <a:extLst>
                  <a:ext uri="{FF2B5EF4-FFF2-40B4-BE49-F238E27FC236}">
                    <a16:creationId xmlns:a16="http://schemas.microsoft.com/office/drawing/2014/main" id="{B6CF9604-5515-4CFB-B852-1F916A974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1024"/>
                <a:ext cx="35" cy="92"/>
              </a:xfrm>
              <a:custGeom>
                <a:avLst/>
                <a:gdLst>
                  <a:gd name="T0" fmla="*/ 2 w 47"/>
                  <a:gd name="T1" fmla="*/ 10 h 124"/>
                  <a:gd name="T2" fmla="*/ 19 w 47"/>
                  <a:gd name="T3" fmla="*/ 50 h 124"/>
                  <a:gd name="T4" fmla="*/ 9 w 47"/>
                  <a:gd name="T5" fmla="*/ 24 h 124"/>
                  <a:gd name="T6" fmla="*/ 14 w 47"/>
                  <a:gd name="T7" fmla="*/ 0 h 124"/>
                  <a:gd name="T8" fmla="*/ 5 w 47"/>
                  <a:gd name="T9" fmla="*/ 13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24">
                    <a:moveTo>
                      <a:pt x="5" y="24"/>
                    </a:moveTo>
                    <a:cubicBezTo>
                      <a:pt x="3" y="56"/>
                      <a:pt x="0" y="122"/>
                      <a:pt x="47" y="124"/>
                    </a:cubicBezTo>
                    <a:cubicBezTo>
                      <a:pt x="39" y="102"/>
                      <a:pt x="21" y="84"/>
                      <a:pt x="21" y="59"/>
                    </a:cubicBezTo>
                    <a:cubicBezTo>
                      <a:pt x="21" y="39"/>
                      <a:pt x="28" y="19"/>
                      <a:pt x="33" y="0"/>
                    </a:cubicBezTo>
                    <a:cubicBezTo>
                      <a:pt x="25" y="8"/>
                      <a:pt x="15" y="19"/>
                      <a:pt x="12" y="31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6" name="Freeform 1418">
                <a:extLst>
                  <a:ext uri="{FF2B5EF4-FFF2-40B4-BE49-F238E27FC236}">
                    <a16:creationId xmlns:a16="http://schemas.microsoft.com/office/drawing/2014/main" id="{A6326B29-47F0-44AC-A88E-CF65B2C9B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043"/>
                <a:ext cx="78" cy="106"/>
              </a:xfrm>
              <a:custGeom>
                <a:avLst/>
                <a:gdLst>
                  <a:gd name="T0" fmla="*/ 39 w 105"/>
                  <a:gd name="T1" fmla="*/ 56 h 143"/>
                  <a:gd name="T2" fmla="*/ 25 w 105"/>
                  <a:gd name="T3" fmla="*/ 39 h 143"/>
                  <a:gd name="T4" fmla="*/ 43 w 105"/>
                  <a:gd name="T5" fmla="*/ 24 h 143"/>
                  <a:gd name="T6" fmla="*/ 17 w 105"/>
                  <a:gd name="T7" fmla="*/ 27 h 143"/>
                  <a:gd name="T8" fmla="*/ 8 w 105"/>
                  <a:gd name="T9" fmla="*/ 0 h 143"/>
                  <a:gd name="T10" fmla="*/ 14 w 105"/>
                  <a:gd name="T11" fmla="*/ 33 h 143"/>
                  <a:gd name="T12" fmla="*/ 22 w 105"/>
                  <a:gd name="T13" fmla="*/ 49 h 143"/>
                  <a:gd name="T14" fmla="*/ 40 w 105"/>
                  <a:gd name="T15" fmla="*/ 59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143">
                    <a:moveTo>
                      <a:pt x="94" y="136"/>
                    </a:moveTo>
                    <a:cubicBezTo>
                      <a:pt x="83" y="114"/>
                      <a:pt x="50" y="128"/>
                      <a:pt x="61" y="95"/>
                    </a:cubicBezTo>
                    <a:cubicBezTo>
                      <a:pt x="67" y="77"/>
                      <a:pt x="85" y="57"/>
                      <a:pt x="105" y="61"/>
                    </a:cubicBezTo>
                    <a:cubicBezTo>
                      <a:pt x="81" y="68"/>
                      <a:pt x="62" y="80"/>
                      <a:pt x="42" y="66"/>
                    </a:cubicBezTo>
                    <a:cubicBezTo>
                      <a:pt x="23" y="53"/>
                      <a:pt x="19" y="22"/>
                      <a:pt x="20" y="0"/>
                    </a:cubicBezTo>
                    <a:cubicBezTo>
                      <a:pt x="0" y="33"/>
                      <a:pt x="13" y="55"/>
                      <a:pt x="33" y="82"/>
                    </a:cubicBezTo>
                    <a:cubicBezTo>
                      <a:pt x="41" y="93"/>
                      <a:pt x="45" y="112"/>
                      <a:pt x="54" y="120"/>
                    </a:cubicBezTo>
                    <a:cubicBezTo>
                      <a:pt x="65" y="131"/>
                      <a:pt x="85" y="132"/>
                      <a:pt x="98" y="143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7" name="Freeform 1419">
                <a:extLst>
                  <a:ext uri="{FF2B5EF4-FFF2-40B4-BE49-F238E27FC236}">
                    <a16:creationId xmlns:a16="http://schemas.microsoft.com/office/drawing/2014/main" id="{73BD4D50-3FFB-467C-A911-7F00704DC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942"/>
                <a:ext cx="107" cy="85"/>
              </a:xfrm>
              <a:custGeom>
                <a:avLst/>
                <a:gdLst>
                  <a:gd name="T0" fmla="*/ 54 w 145"/>
                  <a:gd name="T1" fmla="*/ 12 h 116"/>
                  <a:gd name="T2" fmla="*/ 46 w 145"/>
                  <a:gd name="T3" fmla="*/ 5 h 116"/>
                  <a:gd name="T4" fmla="*/ 24 w 145"/>
                  <a:gd name="T5" fmla="*/ 12 h 116"/>
                  <a:gd name="T6" fmla="*/ 0 w 145"/>
                  <a:gd name="T7" fmla="*/ 3 h 116"/>
                  <a:gd name="T8" fmla="*/ 32 w 145"/>
                  <a:gd name="T9" fmla="*/ 45 h 116"/>
                  <a:gd name="T10" fmla="*/ 42 w 145"/>
                  <a:gd name="T11" fmla="*/ 25 h 116"/>
                  <a:gd name="T12" fmla="*/ 52 w 145"/>
                  <a:gd name="T13" fmla="*/ 22 h 116"/>
                  <a:gd name="T14" fmla="*/ 58 w 145"/>
                  <a:gd name="T15" fmla="*/ 15 h 116"/>
                  <a:gd name="T16" fmla="*/ 55 w 145"/>
                  <a:gd name="T17" fmla="*/ 13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5" h="116">
                    <a:moveTo>
                      <a:pt x="134" y="30"/>
                    </a:moveTo>
                    <a:cubicBezTo>
                      <a:pt x="130" y="23"/>
                      <a:pt x="123" y="17"/>
                      <a:pt x="116" y="14"/>
                    </a:cubicBezTo>
                    <a:cubicBezTo>
                      <a:pt x="99" y="33"/>
                      <a:pt x="83" y="41"/>
                      <a:pt x="59" y="32"/>
                    </a:cubicBezTo>
                    <a:cubicBezTo>
                      <a:pt x="41" y="25"/>
                      <a:pt x="19" y="0"/>
                      <a:pt x="0" y="8"/>
                    </a:cubicBezTo>
                    <a:cubicBezTo>
                      <a:pt x="61" y="30"/>
                      <a:pt x="69" y="60"/>
                      <a:pt x="80" y="116"/>
                    </a:cubicBezTo>
                    <a:cubicBezTo>
                      <a:pt x="85" y="102"/>
                      <a:pt x="92" y="73"/>
                      <a:pt x="104" y="63"/>
                    </a:cubicBezTo>
                    <a:cubicBezTo>
                      <a:pt x="111" y="56"/>
                      <a:pt x="123" y="60"/>
                      <a:pt x="130" y="56"/>
                    </a:cubicBezTo>
                    <a:cubicBezTo>
                      <a:pt x="135" y="53"/>
                      <a:pt x="141" y="44"/>
                      <a:pt x="145" y="39"/>
                    </a:cubicBezTo>
                    <a:cubicBezTo>
                      <a:pt x="143" y="36"/>
                      <a:pt x="140" y="35"/>
                      <a:pt x="137" y="34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8" name="Freeform 1420">
                <a:extLst>
                  <a:ext uri="{FF2B5EF4-FFF2-40B4-BE49-F238E27FC236}">
                    <a16:creationId xmlns:a16="http://schemas.microsoft.com/office/drawing/2014/main" id="{1F4A49ED-6265-47BB-BFED-95E39B9AD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757"/>
                <a:ext cx="48" cy="21"/>
              </a:xfrm>
              <a:custGeom>
                <a:avLst/>
                <a:gdLst>
                  <a:gd name="T0" fmla="*/ 25 w 66"/>
                  <a:gd name="T1" fmla="*/ 3 h 28"/>
                  <a:gd name="T2" fmla="*/ 1 w 66"/>
                  <a:gd name="T3" fmla="*/ 12 h 28"/>
                  <a:gd name="T4" fmla="*/ 1 w 66"/>
                  <a:gd name="T5" fmla="*/ 8 h 28"/>
                  <a:gd name="T6" fmla="*/ 20 w 66"/>
                  <a:gd name="T7" fmla="*/ 2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28">
                    <a:moveTo>
                      <a:pt x="66" y="7"/>
                    </a:moveTo>
                    <a:cubicBezTo>
                      <a:pt x="59" y="11"/>
                      <a:pt x="14" y="28"/>
                      <a:pt x="1" y="28"/>
                    </a:cubicBezTo>
                    <a:cubicBezTo>
                      <a:pt x="0" y="24"/>
                      <a:pt x="0" y="20"/>
                      <a:pt x="1" y="17"/>
                    </a:cubicBezTo>
                    <a:cubicBezTo>
                      <a:pt x="23" y="10"/>
                      <a:pt x="28" y="0"/>
                      <a:pt x="52" y="5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9" name="Freeform 1421">
                <a:extLst>
                  <a:ext uri="{FF2B5EF4-FFF2-40B4-BE49-F238E27FC236}">
                    <a16:creationId xmlns:a16="http://schemas.microsoft.com/office/drawing/2014/main" id="{423D13F8-D4D0-4B16-B5E8-A8B9E16E4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886"/>
                <a:ext cx="72" cy="73"/>
              </a:xfrm>
              <a:custGeom>
                <a:avLst/>
                <a:gdLst>
                  <a:gd name="T0" fmla="*/ 39 w 97"/>
                  <a:gd name="T1" fmla="*/ 40 h 99"/>
                  <a:gd name="T2" fmla="*/ 20 w 97"/>
                  <a:gd name="T3" fmla="*/ 15 h 99"/>
                  <a:gd name="T4" fmla="*/ 13 w 97"/>
                  <a:gd name="T5" fmla="*/ 0 h 99"/>
                  <a:gd name="T6" fmla="*/ 33 w 97"/>
                  <a:gd name="T7" fmla="*/ 15 h 99"/>
                  <a:gd name="T8" fmla="*/ 37 w 97"/>
                  <a:gd name="T9" fmla="*/ 3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99">
                    <a:moveTo>
                      <a:pt x="97" y="99"/>
                    </a:moveTo>
                    <a:cubicBezTo>
                      <a:pt x="73" y="84"/>
                      <a:pt x="71" y="55"/>
                      <a:pt x="50" y="40"/>
                    </a:cubicBezTo>
                    <a:cubicBezTo>
                      <a:pt x="35" y="29"/>
                      <a:pt x="0" y="19"/>
                      <a:pt x="33" y="0"/>
                    </a:cubicBezTo>
                    <a:cubicBezTo>
                      <a:pt x="47" y="9"/>
                      <a:pt x="71" y="22"/>
                      <a:pt x="79" y="37"/>
                    </a:cubicBezTo>
                    <a:cubicBezTo>
                      <a:pt x="86" y="53"/>
                      <a:pt x="79" y="74"/>
                      <a:pt x="90" y="89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0" name="Freeform 1422">
                <a:extLst>
                  <a:ext uri="{FF2B5EF4-FFF2-40B4-BE49-F238E27FC236}">
                    <a16:creationId xmlns:a16="http://schemas.microsoft.com/office/drawing/2014/main" id="{DEA7D074-1422-4B0D-B063-AE412B14E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119"/>
                <a:ext cx="161" cy="88"/>
              </a:xfrm>
              <a:custGeom>
                <a:avLst/>
                <a:gdLst>
                  <a:gd name="T0" fmla="*/ 66 w 218"/>
                  <a:gd name="T1" fmla="*/ 0 h 119"/>
                  <a:gd name="T2" fmla="*/ 32 w 218"/>
                  <a:gd name="T3" fmla="*/ 25 h 119"/>
                  <a:gd name="T4" fmla="*/ 18 w 218"/>
                  <a:gd name="T5" fmla="*/ 37 h 119"/>
                  <a:gd name="T6" fmla="*/ 0 w 218"/>
                  <a:gd name="T7" fmla="*/ 39 h 119"/>
                  <a:gd name="T8" fmla="*/ 41 w 218"/>
                  <a:gd name="T9" fmla="*/ 28 h 119"/>
                  <a:gd name="T10" fmla="*/ 70 w 218"/>
                  <a:gd name="T11" fmla="*/ 44 h 119"/>
                  <a:gd name="T12" fmla="*/ 88 w 218"/>
                  <a:gd name="T13" fmla="*/ 13 h 119"/>
                  <a:gd name="T14" fmla="*/ 65 w 218"/>
                  <a:gd name="T15" fmla="*/ 23 h 119"/>
                  <a:gd name="T16" fmla="*/ 67 w 218"/>
                  <a:gd name="T17" fmla="*/ 4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8" h="119">
                    <a:moveTo>
                      <a:pt x="164" y="0"/>
                    </a:moveTo>
                    <a:cubicBezTo>
                      <a:pt x="145" y="35"/>
                      <a:pt x="107" y="36"/>
                      <a:pt x="80" y="62"/>
                    </a:cubicBezTo>
                    <a:cubicBezTo>
                      <a:pt x="67" y="75"/>
                      <a:pt x="64" y="84"/>
                      <a:pt x="46" y="90"/>
                    </a:cubicBezTo>
                    <a:cubicBezTo>
                      <a:pt x="31" y="95"/>
                      <a:pt x="15" y="92"/>
                      <a:pt x="0" y="97"/>
                    </a:cubicBezTo>
                    <a:cubicBezTo>
                      <a:pt x="34" y="119"/>
                      <a:pt x="77" y="89"/>
                      <a:pt x="102" y="70"/>
                    </a:cubicBezTo>
                    <a:cubicBezTo>
                      <a:pt x="147" y="38"/>
                      <a:pt x="156" y="73"/>
                      <a:pt x="173" y="110"/>
                    </a:cubicBezTo>
                    <a:cubicBezTo>
                      <a:pt x="176" y="74"/>
                      <a:pt x="190" y="58"/>
                      <a:pt x="218" y="34"/>
                    </a:cubicBezTo>
                    <a:cubicBezTo>
                      <a:pt x="208" y="38"/>
                      <a:pt x="170" y="60"/>
                      <a:pt x="161" y="57"/>
                    </a:cubicBezTo>
                    <a:cubicBezTo>
                      <a:pt x="142" y="48"/>
                      <a:pt x="158" y="18"/>
                      <a:pt x="166" y="1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1" name="Freeform 1423">
                <a:extLst>
                  <a:ext uri="{FF2B5EF4-FFF2-40B4-BE49-F238E27FC236}">
                    <a16:creationId xmlns:a16="http://schemas.microsoft.com/office/drawing/2014/main" id="{0458C992-6483-4C04-8C4E-E0022ED24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1061"/>
                <a:ext cx="34" cy="75"/>
              </a:xfrm>
              <a:custGeom>
                <a:avLst/>
                <a:gdLst>
                  <a:gd name="T0" fmla="*/ 12 w 47"/>
                  <a:gd name="T1" fmla="*/ 0 h 102"/>
                  <a:gd name="T2" fmla="*/ 12 w 47"/>
                  <a:gd name="T3" fmla="*/ 19 h 102"/>
                  <a:gd name="T4" fmla="*/ 18 w 47"/>
                  <a:gd name="T5" fmla="*/ 40 h 102"/>
                  <a:gd name="T6" fmla="*/ 0 w 47"/>
                  <a:gd name="T7" fmla="*/ 17 h 102"/>
                  <a:gd name="T8" fmla="*/ 5 w 47"/>
                  <a:gd name="T9" fmla="*/ 16 h 102"/>
                  <a:gd name="T10" fmla="*/ 1 w 47"/>
                  <a:gd name="T11" fmla="*/ 1 h 102"/>
                  <a:gd name="T12" fmla="*/ 12 w 47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02">
                    <a:moveTo>
                      <a:pt x="30" y="0"/>
                    </a:moveTo>
                    <a:cubicBezTo>
                      <a:pt x="32" y="20"/>
                      <a:pt x="31" y="26"/>
                      <a:pt x="30" y="47"/>
                    </a:cubicBezTo>
                    <a:cubicBezTo>
                      <a:pt x="29" y="65"/>
                      <a:pt x="34" y="89"/>
                      <a:pt x="47" y="102"/>
                    </a:cubicBezTo>
                    <a:cubicBezTo>
                      <a:pt x="35" y="79"/>
                      <a:pt x="18" y="58"/>
                      <a:pt x="0" y="42"/>
                    </a:cubicBezTo>
                    <a:cubicBezTo>
                      <a:pt x="3" y="43"/>
                      <a:pt x="9" y="41"/>
                      <a:pt x="13" y="41"/>
                    </a:cubicBezTo>
                    <a:cubicBezTo>
                      <a:pt x="16" y="27"/>
                      <a:pt x="7" y="15"/>
                      <a:pt x="3" y="2"/>
                    </a:cubicBezTo>
                    <a:cubicBezTo>
                      <a:pt x="11" y="3"/>
                      <a:pt x="21" y="2"/>
                      <a:pt x="30" y="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2" name="Freeform 1424">
                <a:extLst>
                  <a:ext uri="{FF2B5EF4-FFF2-40B4-BE49-F238E27FC236}">
                    <a16:creationId xmlns:a16="http://schemas.microsoft.com/office/drawing/2014/main" id="{FA3F3E01-F2C0-4CD6-9EE3-CB0A974B1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032"/>
                <a:ext cx="80" cy="47"/>
              </a:xfrm>
              <a:custGeom>
                <a:avLst/>
                <a:gdLst>
                  <a:gd name="T0" fmla="*/ 18 w 108"/>
                  <a:gd name="T1" fmla="*/ 0 h 65"/>
                  <a:gd name="T2" fmla="*/ 0 w 108"/>
                  <a:gd name="T3" fmla="*/ 25 h 65"/>
                  <a:gd name="T4" fmla="*/ 22 w 108"/>
                  <a:gd name="T5" fmla="*/ 14 h 65"/>
                  <a:gd name="T6" fmla="*/ 44 w 108"/>
                  <a:gd name="T7" fmla="*/ 10 h 65"/>
                  <a:gd name="T8" fmla="*/ 22 w 108"/>
                  <a:gd name="T9" fmla="*/ 4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65">
                    <a:moveTo>
                      <a:pt x="45" y="0"/>
                    </a:moveTo>
                    <a:cubicBezTo>
                      <a:pt x="66" y="18"/>
                      <a:pt x="13" y="53"/>
                      <a:pt x="0" y="65"/>
                    </a:cubicBezTo>
                    <a:cubicBezTo>
                      <a:pt x="20" y="63"/>
                      <a:pt x="34" y="41"/>
                      <a:pt x="54" y="37"/>
                    </a:cubicBezTo>
                    <a:cubicBezTo>
                      <a:pt x="72" y="34"/>
                      <a:pt x="91" y="31"/>
                      <a:pt x="108" y="28"/>
                    </a:cubicBezTo>
                    <a:cubicBezTo>
                      <a:pt x="95" y="18"/>
                      <a:pt x="49" y="38"/>
                      <a:pt x="54" y="9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3" name="Freeform 1425">
                <a:extLst>
                  <a:ext uri="{FF2B5EF4-FFF2-40B4-BE49-F238E27FC236}">
                    <a16:creationId xmlns:a16="http://schemas.microsoft.com/office/drawing/2014/main" id="{04052F90-246B-4AF6-BCFC-28DC575EE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920"/>
                <a:ext cx="50" cy="48"/>
              </a:xfrm>
              <a:custGeom>
                <a:avLst/>
                <a:gdLst>
                  <a:gd name="T0" fmla="*/ 28 w 67"/>
                  <a:gd name="T1" fmla="*/ 13 h 65"/>
                  <a:gd name="T2" fmla="*/ 4 w 67"/>
                  <a:gd name="T3" fmla="*/ 0 h 65"/>
                  <a:gd name="T4" fmla="*/ 8 w 67"/>
                  <a:gd name="T5" fmla="*/ 22 h 65"/>
                  <a:gd name="T6" fmla="*/ 24 w 67"/>
                  <a:gd name="T7" fmla="*/ 18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65">
                    <a:moveTo>
                      <a:pt x="67" y="31"/>
                    </a:moveTo>
                    <a:cubicBezTo>
                      <a:pt x="43" y="32"/>
                      <a:pt x="0" y="38"/>
                      <a:pt x="11" y="0"/>
                    </a:cubicBezTo>
                    <a:cubicBezTo>
                      <a:pt x="5" y="14"/>
                      <a:pt x="7" y="44"/>
                      <a:pt x="20" y="54"/>
                    </a:cubicBezTo>
                    <a:cubicBezTo>
                      <a:pt x="32" y="65"/>
                      <a:pt x="58" y="57"/>
                      <a:pt x="58" y="45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4" name="Freeform 1426">
                <a:extLst>
                  <a:ext uri="{FF2B5EF4-FFF2-40B4-BE49-F238E27FC236}">
                    <a16:creationId xmlns:a16="http://schemas.microsoft.com/office/drawing/2014/main" id="{EC881DA0-2AF8-4CE0-A881-3252F8311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813"/>
                <a:ext cx="31" cy="34"/>
              </a:xfrm>
              <a:custGeom>
                <a:avLst/>
                <a:gdLst>
                  <a:gd name="T0" fmla="*/ 17 w 42"/>
                  <a:gd name="T1" fmla="*/ 0 h 47"/>
                  <a:gd name="T2" fmla="*/ 0 w 42"/>
                  <a:gd name="T3" fmla="*/ 3 h 47"/>
                  <a:gd name="T4" fmla="*/ 13 w 42"/>
                  <a:gd name="T5" fmla="*/ 18 h 47"/>
                  <a:gd name="T6" fmla="*/ 14 w 42"/>
                  <a:gd name="T7" fmla="*/ 5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7">
                    <a:moveTo>
                      <a:pt x="42" y="0"/>
                    </a:moveTo>
                    <a:cubicBezTo>
                      <a:pt x="36" y="9"/>
                      <a:pt x="10" y="24"/>
                      <a:pt x="0" y="7"/>
                    </a:cubicBezTo>
                    <a:cubicBezTo>
                      <a:pt x="12" y="17"/>
                      <a:pt x="25" y="33"/>
                      <a:pt x="31" y="47"/>
                    </a:cubicBezTo>
                    <a:cubicBezTo>
                      <a:pt x="28" y="36"/>
                      <a:pt x="30" y="22"/>
                      <a:pt x="35" y="1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5" name="Freeform 1427">
                <a:extLst>
                  <a:ext uri="{FF2B5EF4-FFF2-40B4-BE49-F238E27FC236}">
                    <a16:creationId xmlns:a16="http://schemas.microsoft.com/office/drawing/2014/main" id="{F83F13D1-F799-4DFB-BE75-D50B709A2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107"/>
                <a:ext cx="64" cy="33"/>
              </a:xfrm>
              <a:custGeom>
                <a:avLst/>
                <a:gdLst>
                  <a:gd name="T0" fmla="*/ 11 w 88"/>
                  <a:gd name="T1" fmla="*/ 0 h 44"/>
                  <a:gd name="T2" fmla="*/ 2 w 88"/>
                  <a:gd name="T3" fmla="*/ 12 h 44"/>
                  <a:gd name="T4" fmla="*/ 12 w 88"/>
                  <a:gd name="T5" fmla="*/ 11 h 44"/>
                  <a:gd name="T6" fmla="*/ 17 w 88"/>
                  <a:gd name="T7" fmla="*/ 8 h 44"/>
                  <a:gd name="T8" fmla="*/ 23 w 88"/>
                  <a:gd name="T9" fmla="*/ 12 h 44"/>
                  <a:gd name="T10" fmla="*/ 34 w 88"/>
                  <a:gd name="T11" fmla="*/ 5 h 44"/>
                  <a:gd name="T12" fmla="*/ 13 w 88"/>
                  <a:gd name="T13" fmla="*/ 5 h 44"/>
                  <a:gd name="T14" fmla="*/ 11 w 88"/>
                  <a:gd name="T15" fmla="*/ 2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44">
                    <a:moveTo>
                      <a:pt x="29" y="0"/>
                    </a:moveTo>
                    <a:cubicBezTo>
                      <a:pt x="21" y="8"/>
                      <a:pt x="0" y="14"/>
                      <a:pt x="5" y="28"/>
                    </a:cubicBezTo>
                    <a:cubicBezTo>
                      <a:pt x="11" y="44"/>
                      <a:pt x="21" y="28"/>
                      <a:pt x="31" y="25"/>
                    </a:cubicBezTo>
                    <a:cubicBezTo>
                      <a:pt x="36" y="24"/>
                      <a:pt x="38" y="19"/>
                      <a:pt x="43" y="19"/>
                    </a:cubicBezTo>
                    <a:cubicBezTo>
                      <a:pt x="49" y="18"/>
                      <a:pt x="52" y="29"/>
                      <a:pt x="60" y="28"/>
                    </a:cubicBezTo>
                    <a:cubicBezTo>
                      <a:pt x="69" y="28"/>
                      <a:pt x="83" y="17"/>
                      <a:pt x="88" y="10"/>
                    </a:cubicBezTo>
                    <a:cubicBezTo>
                      <a:pt x="69" y="11"/>
                      <a:pt x="53" y="6"/>
                      <a:pt x="34" y="11"/>
                    </a:cubicBezTo>
                    <a:cubicBezTo>
                      <a:pt x="32" y="9"/>
                      <a:pt x="31" y="7"/>
                      <a:pt x="29" y="5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6" name="Freeform 1428">
                <a:extLst>
                  <a:ext uri="{FF2B5EF4-FFF2-40B4-BE49-F238E27FC236}">
                    <a16:creationId xmlns:a16="http://schemas.microsoft.com/office/drawing/2014/main" id="{1B8105A8-F21A-434D-B775-5EA00C8B2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976"/>
                <a:ext cx="40" cy="47"/>
              </a:xfrm>
              <a:custGeom>
                <a:avLst/>
                <a:gdLst>
                  <a:gd name="T0" fmla="*/ 20 w 54"/>
                  <a:gd name="T1" fmla="*/ 1 h 64"/>
                  <a:gd name="T2" fmla="*/ 0 w 54"/>
                  <a:gd name="T3" fmla="*/ 5 h 64"/>
                  <a:gd name="T4" fmla="*/ 1 w 54"/>
                  <a:gd name="T5" fmla="*/ 26 h 64"/>
                  <a:gd name="T6" fmla="*/ 22 w 54"/>
                  <a:gd name="T7" fmla="*/ 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64">
                    <a:moveTo>
                      <a:pt x="49" y="3"/>
                    </a:moveTo>
                    <a:cubicBezTo>
                      <a:pt x="33" y="4"/>
                      <a:pt x="15" y="20"/>
                      <a:pt x="0" y="13"/>
                    </a:cubicBezTo>
                    <a:cubicBezTo>
                      <a:pt x="2" y="30"/>
                      <a:pt x="6" y="47"/>
                      <a:pt x="4" y="64"/>
                    </a:cubicBezTo>
                    <a:cubicBezTo>
                      <a:pt x="13" y="39"/>
                      <a:pt x="47" y="28"/>
                      <a:pt x="54" y="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7" name="Freeform 1429">
                <a:extLst>
                  <a:ext uri="{FF2B5EF4-FFF2-40B4-BE49-F238E27FC236}">
                    <a16:creationId xmlns:a16="http://schemas.microsoft.com/office/drawing/2014/main" id="{9729EB40-A0F5-4BFF-8D0E-CDF4465B5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893"/>
                <a:ext cx="65" cy="36"/>
              </a:xfrm>
              <a:custGeom>
                <a:avLst/>
                <a:gdLst>
                  <a:gd name="T0" fmla="*/ 0 w 88"/>
                  <a:gd name="T1" fmla="*/ 13 h 49"/>
                  <a:gd name="T2" fmla="*/ 35 w 88"/>
                  <a:gd name="T3" fmla="*/ 19 h 49"/>
                  <a:gd name="T4" fmla="*/ 3 w 88"/>
                  <a:gd name="T5" fmla="*/ 0 h 49"/>
                  <a:gd name="T6" fmla="*/ 3 w 88"/>
                  <a:gd name="T7" fmla="*/ 11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49">
                    <a:moveTo>
                      <a:pt x="0" y="32"/>
                    </a:moveTo>
                    <a:cubicBezTo>
                      <a:pt x="26" y="17"/>
                      <a:pt x="64" y="37"/>
                      <a:pt x="88" y="49"/>
                    </a:cubicBezTo>
                    <a:cubicBezTo>
                      <a:pt x="78" y="31"/>
                      <a:pt x="27" y="2"/>
                      <a:pt x="7" y="0"/>
                    </a:cubicBezTo>
                    <a:cubicBezTo>
                      <a:pt x="7" y="9"/>
                      <a:pt x="7" y="18"/>
                      <a:pt x="7" y="28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8" name="Freeform 1430">
                <a:extLst>
                  <a:ext uri="{FF2B5EF4-FFF2-40B4-BE49-F238E27FC236}">
                    <a16:creationId xmlns:a16="http://schemas.microsoft.com/office/drawing/2014/main" id="{A72FB3D3-3DB3-4BE4-ADD9-797F24EB1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891"/>
                <a:ext cx="35" cy="73"/>
              </a:xfrm>
              <a:custGeom>
                <a:avLst/>
                <a:gdLst>
                  <a:gd name="T0" fmla="*/ 16 w 48"/>
                  <a:gd name="T1" fmla="*/ 0 h 100"/>
                  <a:gd name="T2" fmla="*/ 1 w 48"/>
                  <a:gd name="T3" fmla="*/ 39 h 100"/>
                  <a:gd name="T4" fmla="*/ 16 w 48"/>
                  <a:gd name="T5" fmla="*/ 1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00">
                    <a:moveTo>
                      <a:pt x="41" y="0"/>
                    </a:moveTo>
                    <a:cubicBezTo>
                      <a:pt x="48" y="24"/>
                      <a:pt x="37" y="100"/>
                      <a:pt x="1" y="98"/>
                    </a:cubicBezTo>
                    <a:cubicBezTo>
                      <a:pt x="0" y="73"/>
                      <a:pt x="4" y="0"/>
                      <a:pt x="41" y="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9" name="Freeform 1431">
                <a:extLst>
                  <a:ext uri="{FF2B5EF4-FFF2-40B4-BE49-F238E27FC236}">
                    <a16:creationId xmlns:a16="http://schemas.microsoft.com/office/drawing/2014/main" id="{B0E798D4-7B78-49B7-8FCC-F4CFA8C9F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109"/>
                <a:ext cx="113" cy="54"/>
              </a:xfrm>
              <a:custGeom>
                <a:avLst/>
                <a:gdLst>
                  <a:gd name="T0" fmla="*/ 17 w 154"/>
                  <a:gd name="T1" fmla="*/ 0 h 74"/>
                  <a:gd name="T2" fmla="*/ 21 w 154"/>
                  <a:gd name="T3" fmla="*/ 15 h 74"/>
                  <a:gd name="T4" fmla="*/ 36 w 154"/>
                  <a:gd name="T5" fmla="*/ 18 h 74"/>
                  <a:gd name="T6" fmla="*/ 32 w 154"/>
                  <a:gd name="T7" fmla="*/ 12 h 74"/>
                  <a:gd name="T8" fmla="*/ 61 w 154"/>
                  <a:gd name="T9" fmla="*/ 9 h 74"/>
                  <a:gd name="T10" fmla="*/ 21 w 154"/>
                  <a:gd name="T11" fmla="*/ 26 h 74"/>
                  <a:gd name="T12" fmla="*/ 17 w 154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4" h="74">
                    <a:moveTo>
                      <a:pt x="44" y="0"/>
                    </a:moveTo>
                    <a:cubicBezTo>
                      <a:pt x="53" y="10"/>
                      <a:pt x="44" y="28"/>
                      <a:pt x="55" y="39"/>
                    </a:cubicBezTo>
                    <a:cubicBezTo>
                      <a:pt x="67" y="50"/>
                      <a:pt x="78" y="40"/>
                      <a:pt x="91" y="47"/>
                    </a:cubicBezTo>
                    <a:cubicBezTo>
                      <a:pt x="87" y="42"/>
                      <a:pt x="85" y="36"/>
                      <a:pt x="82" y="31"/>
                    </a:cubicBezTo>
                    <a:cubicBezTo>
                      <a:pt x="95" y="46"/>
                      <a:pt x="141" y="34"/>
                      <a:pt x="154" y="22"/>
                    </a:cubicBezTo>
                    <a:cubicBezTo>
                      <a:pt x="123" y="34"/>
                      <a:pt x="85" y="74"/>
                      <a:pt x="53" y="66"/>
                    </a:cubicBezTo>
                    <a:cubicBezTo>
                      <a:pt x="0" y="53"/>
                      <a:pt x="46" y="22"/>
                      <a:pt x="44" y="0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0" name="Freeform 1432">
                <a:extLst>
                  <a:ext uri="{FF2B5EF4-FFF2-40B4-BE49-F238E27FC236}">
                    <a16:creationId xmlns:a16="http://schemas.microsoft.com/office/drawing/2014/main" id="{64AEEC27-DDAD-4BBF-8AC5-149C9EC2A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040"/>
                <a:ext cx="40" cy="39"/>
              </a:xfrm>
              <a:custGeom>
                <a:avLst/>
                <a:gdLst>
                  <a:gd name="T0" fmla="*/ 16 w 54"/>
                  <a:gd name="T1" fmla="*/ 21 h 53"/>
                  <a:gd name="T2" fmla="*/ 0 w 54"/>
                  <a:gd name="T3" fmla="*/ 0 h 53"/>
                  <a:gd name="T4" fmla="*/ 16 w 54"/>
                  <a:gd name="T5" fmla="*/ 8 h 53"/>
                  <a:gd name="T6" fmla="*/ 20 w 54"/>
                  <a:gd name="T7" fmla="*/ 19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53">
                    <a:moveTo>
                      <a:pt x="41" y="53"/>
                    </a:moveTo>
                    <a:cubicBezTo>
                      <a:pt x="43" y="30"/>
                      <a:pt x="10" y="19"/>
                      <a:pt x="0" y="0"/>
                    </a:cubicBezTo>
                    <a:cubicBezTo>
                      <a:pt x="14" y="3"/>
                      <a:pt x="24" y="17"/>
                      <a:pt x="39" y="21"/>
                    </a:cubicBezTo>
                    <a:cubicBezTo>
                      <a:pt x="45" y="29"/>
                      <a:pt x="54" y="39"/>
                      <a:pt x="48" y="49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1" name="Freeform 1433">
                <a:extLst>
                  <a:ext uri="{FF2B5EF4-FFF2-40B4-BE49-F238E27FC236}">
                    <a16:creationId xmlns:a16="http://schemas.microsoft.com/office/drawing/2014/main" id="{7F9893CD-7C2F-4666-A31C-92651E672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073"/>
                <a:ext cx="124" cy="121"/>
              </a:xfrm>
              <a:custGeom>
                <a:avLst/>
                <a:gdLst>
                  <a:gd name="T0" fmla="*/ 62 w 168"/>
                  <a:gd name="T1" fmla="*/ 65 h 165"/>
                  <a:gd name="T2" fmla="*/ 53 w 168"/>
                  <a:gd name="T3" fmla="*/ 43 h 165"/>
                  <a:gd name="T4" fmla="*/ 41 w 168"/>
                  <a:gd name="T5" fmla="*/ 16 h 165"/>
                  <a:gd name="T6" fmla="*/ 0 w 168"/>
                  <a:gd name="T7" fmla="*/ 10 h 165"/>
                  <a:gd name="T8" fmla="*/ 20 w 168"/>
                  <a:gd name="T9" fmla="*/ 11 h 165"/>
                  <a:gd name="T10" fmla="*/ 35 w 168"/>
                  <a:gd name="T11" fmla="*/ 23 h 165"/>
                  <a:gd name="T12" fmla="*/ 49 w 168"/>
                  <a:gd name="T13" fmla="*/ 37 h 165"/>
                  <a:gd name="T14" fmla="*/ 54 w 168"/>
                  <a:gd name="T15" fmla="*/ 49 h 165"/>
                  <a:gd name="T16" fmla="*/ 66 w 168"/>
                  <a:gd name="T17" fmla="*/ 59 h 1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8" h="165">
                    <a:moveTo>
                      <a:pt x="155" y="165"/>
                    </a:moveTo>
                    <a:cubicBezTo>
                      <a:pt x="168" y="148"/>
                      <a:pt x="139" y="124"/>
                      <a:pt x="132" y="110"/>
                    </a:cubicBezTo>
                    <a:cubicBezTo>
                      <a:pt x="119" y="88"/>
                      <a:pt x="115" y="62"/>
                      <a:pt x="102" y="41"/>
                    </a:cubicBezTo>
                    <a:cubicBezTo>
                      <a:pt x="76" y="0"/>
                      <a:pt x="31" y="2"/>
                      <a:pt x="0" y="26"/>
                    </a:cubicBezTo>
                    <a:cubicBezTo>
                      <a:pt x="14" y="30"/>
                      <a:pt x="33" y="22"/>
                      <a:pt x="49" y="27"/>
                    </a:cubicBezTo>
                    <a:cubicBezTo>
                      <a:pt x="68" y="33"/>
                      <a:pt x="74" y="45"/>
                      <a:pt x="87" y="58"/>
                    </a:cubicBezTo>
                    <a:cubicBezTo>
                      <a:pt x="100" y="73"/>
                      <a:pt x="113" y="76"/>
                      <a:pt x="121" y="96"/>
                    </a:cubicBezTo>
                    <a:cubicBezTo>
                      <a:pt x="125" y="105"/>
                      <a:pt x="127" y="117"/>
                      <a:pt x="134" y="124"/>
                    </a:cubicBezTo>
                    <a:cubicBezTo>
                      <a:pt x="143" y="134"/>
                      <a:pt x="162" y="136"/>
                      <a:pt x="164" y="152"/>
                    </a:cubicBezTo>
                  </a:path>
                </a:pathLst>
              </a:custGeom>
              <a:solidFill>
                <a:srgbClr val="D3B2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2" name="Freeform 1434">
                <a:extLst>
                  <a:ext uri="{FF2B5EF4-FFF2-40B4-BE49-F238E27FC236}">
                    <a16:creationId xmlns:a16="http://schemas.microsoft.com/office/drawing/2014/main" id="{7B0A6EE0-2071-4604-9C52-81C171553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040"/>
                <a:ext cx="60" cy="77"/>
              </a:xfrm>
              <a:custGeom>
                <a:avLst/>
                <a:gdLst>
                  <a:gd name="T0" fmla="*/ 23 w 81"/>
                  <a:gd name="T1" fmla="*/ 0 h 104"/>
                  <a:gd name="T2" fmla="*/ 5 w 81"/>
                  <a:gd name="T3" fmla="*/ 24 h 104"/>
                  <a:gd name="T4" fmla="*/ 29 w 81"/>
                  <a:gd name="T5" fmla="*/ 39 h 104"/>
                  <a:gd name="T6" fmla="*/ 22 w 81"/>
                  <a:gd name="T7" fmla="*/ 18 h 104"/>
                  <a:gd name="T8" fmla="*/ 22 w 81"/>
                  <a:gd name="T9" fmla="*/ 1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104">
                    <a:moveTo>
                      <a:pt x="57" y="0"/>
                    </a:moveTo>
                    <a:cubicBezTo>
                      <a:pt x="30" y="0"/>
                      <a:pt x="0" y="31"/>
                      <a:pt x="12" y="59"/>
                    </a:cubicBezTo>
                    <a:cubicBezTo>
                      <a:pt x="19" y="74"/>
                      <a:pt x="55" y="104"/>
                      <a:pt x="71" y="95"/>
                    </a:cubicBezTo>
                    <a:cubicBezTo>
                      <a:pt x="65" y="72"/>
                      <a:pt x="41" y="69"/>
                      <a:pt x="56" y="43"/>
                    </a:cubicBezTo>
                    <a:cubicBezTo>
                      <a:pt x="63" y="31"/>
                      <a:pt x="81" y="9"/>
                      <a:pt x="55" y="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3" name="Freeform 1435">
                <a:extLst>
                  <a:ext uri="{FF2B5EF4-FFF2-40B4-BE49-F238E27FC236}">
                    <a16:creationId xmlns:a16="http://schemas.microsoft.com/office/drawing/2014/main" id="{CE97BB5F-3FE9-4D8C-9A2D-406FBF43E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978"/>
                <a:ext cx="27" cy="74"/>
              </a:xfrm>
              <a:custGeom>
                <a:avLst/>
                <a:gdLst>
                  <a:gd name="T0" fmla="*/ 15 w 36"/>
                  <a:gd name="T1" fmla="*/ 6 h 101"/>
                  <a:gd name="T2" fmla="*/ 9 w 36"/>
                  <a:gd name="T3" fmla="*/ 23 h 101"/>
                  <a:gd name="T4" fmla="*/ 13 w 36"/>
                  <a:gd name="T5" fmla="*/ 40 h 101"/>
                  <a:gd name="T6" fmla="*/ 14 w 36"/>
                  <a:gd name="T7" fmla="*/ 7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01">
                    <a:moveTo>
                      <a:pt x="35" y="15"/>
                    </a:moveTo>
                    <a:cubicBezTo>
                      <a:pt x="36" y="30"/>
                      <a:pt x="22" y="43"/>
                      <a:pt x="21" y="57"/>
                    </a:cubicBezTo>
                    <a:cubicBezTo>
                      <a:pt x="20" y="73"/>
                      <a:pt x="26" y="86"/>
                      <a:pt x="30" y="101"/>
                    </a:cubicBezTo>
                    <a:cubicBezTo>
                      <a:pt x="10" y="94"/>
                      <a:pt x="0" y="0"/>
                      <a:pt x="32" y="1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4" name="Freeform 1436">
                <a:extLst>
                  <a:ext uri="{FF2B5EF4-FFF2-40B4-BE49-F238E27FC236}">
                    <a16:creationId xmlns:a16="http://schemas.microsoft.com/office/drawing/2014/main" id="{BAD612E9-3225-424C-87D8-1AA90A362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042"/>
                <a:ext cx="85" cy="75"/>
              </a:xfrm>
              <a:custGeom>
                <a:avLst/>
                <a:gdLst>
                  <a:gd name="T0" fmla="*/ 35 w 115"/>
                  <a:gd name="T1" fmla="*/ 0 h 102"/>
                  <a:gd name="T2" fmla="*/ 26 w 115"/>
                  <a:gd name="T3" fmla="*/ 15 h 102"/>
                  <a:gd name="T4" fmla="*/ 17 w 115"/>
                  <a:gd name="T5" fmla="*/ 24 h 102"/>
                  <a:gd name="T6" fmla="*/ 10 w 115"/>
                  <a:gd name="T7" fmla="*/ 31 h 102"/>
                  <a:gd name="T8" fmla="*/ 0 w 115"/>
                  <a:gd name="T9" fmla="*/ 37 h 102"/>
                  <a:gd name="T10" fmla="*/ 30 w 115"/>
                  <a:gd name="T11" fmla="*/ 26 h 102"/>
                  <a:gd name="T12" fmla="*/ 37 w 115"/>
                  <a:gd name="T13" fmla="*/ 4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102">
                    <a:moveTo>
                      <a:pt x="88" y="0"/>
                    </a:moveTo>
                    <a:cubicBezTo>
                      <a:pt x="79" y="12"/>
                      <a:pt x="75" y="26"/>
                      <a:pt x="63" y="39"/>
                    </a:cubicBezTo>
                    <a:cubicBezTo>
                      <a:pt x="57" y="46"/>
                      <a:pt x="48" y="51"/>
                      <a:pt x="42" y="58"/>
                    </a:cubicBezTo>
                    <a:cubicBezTo>
                      <a:pt x="35" y="64"/>
                      <a:pt x="31" y="73"/>
                      <a:pt x="24" y="78"/>
                    </a:cubicBezTo>
                    <a:cubicBezTo>
                      <a:pt x="16" y="84"/>
                      <a:pt x="1" y="83"/>
                      <a:pt x="0" y="93"/>
                    </a:cubicBezTo>
                    <a:cubicBezTo>
                      <a:pt x="25" y="102"/>
                      <a:pt x="55" y="78"/>
                      <a:pt x="74" y="64"/>
                    </a:cubicBezTo>
                    <a:cubicBezTo>
                      <a:pt x="83" y="57"/>
                      <a:pt x="115" y="2"/>
                      <a:pt x="92" y="1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5" name="Freeform 1437">
                <a:extLst>
                  <a:ext uri="{FF2B5EF4-FFF2-40B4-BE49-F238E27FC236}">
                    <a16:creationId xmlns:a16="http://schemas.microsoft.com/office/drawing/2014/main" id="{E8A1C7D1-74E0-4966-94E0-22BAD37E8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939"/>
                <a:ext cx="71" cy="55"/>
              </a:xfrm>
              <a:custGeom>
                <a:avLst/>
                <a:gdLst>
                  <a:gd name="T0" fmla="*/ 32 w 96"/>
                  <a:gd name="T1" fmla="*/ 21 h 74"/>
                  <a:gd name="T2" fmla="*/ 4 w 96"/>
                  <a:gd name="T3" fmla="*/ 22 h 74"/>
                  <a:gd name="T4" fmla="*/ 9 w 96"/>
                  <a:gd name="T5" fmla="*/ 0 h 74"/>
                  <a:gd name="T6" fmla="*/ 18 w 96"/>
                  <a:gd name="T7" fmla="*/ 13 h 74"/>
                  <a:gd name="T8" fmla="*/ 37 w 96"/>
                  <a:gd name="T9" fmla="*/ 10 h 74"/>
                  <a:gd name="T10" fmla="*/ 33 w 96"/>
                  <a:gd name="T11" fmla="*/ 1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4">
                    <a:moveTo>
                      <a:pt x="78" y="51"/>
                    </a:moveTo>
                    <a:cubicBezTo>
                      <a:pt x="59" y="61"/>
                      <a:pt x="26" y="74"/>
                      <a:pt x="10" y="53"/>
                    </a:cubicBezTo>
                    <a:cubicBezTo>
                      <a:pt x="1" y="41"/>
                      <a:pt x="0" y="2"/>
                      <a:pt x="21" y="0"/>
                    </a:cubicBezTo>
                    <a:cubicBezTo>
                      <a:pt x="34" y="12"/>
                      <a:pt x="24" y="27"/>
                      <a:pt x="46" y="32"/>
                    </a:cubicBezTo>
                    <a:cubicBezTo>
                      <a:pt x="65" y="36"/>
                      <a:pt x="75" y="17"/>
                      <a:pt x="92" y="23"/>
                    </a:cubicBezTo>
                    <a:cubicBezTo>
                      <a:pt x="96" y="32"/>
                      <a:pt x="93" y="41"/>
                      <a:pt x="83" y="4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6" name="Freeform 1438">
                <a:extLst>
                  <a:ext uri="{FF2B5EF4-FFF2-40B4-BE49-F238E27FC236}">
                    <a16:creationId xmlns:a16="http://schemas.microsoft.com/office/drawing/2014/main" id="{6FA43796-0363-4320-B523-CE6F6D75E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1215"/>
                <a:ext cx="129" cy="49"/>
              </a:xfrm>
              <a:custGeom>
                <a:avLst/>
                <a:gdLst>
                  <a:gd name="T0" fmla="*/ 49 w 176"/>
                  <a:gd name="T1" fmla="*/ 19 h 66"/>
                  <a:gd name="T2" fmla="*/ 24 w 176"/>
                  <a:gd name="T3" fmla="*/ 19 h 66"/>
                  <a:gd name="T4" fmla="*/ 0 w 176"/>
                  <a:gd name="T5" fmla="*/ 13 h 66"/>
                  <a:gd name="T6" fmla="*/ 22 w 176"/>
                  <a:gd name="T7" fmla="*/ 10 h 66"/>
                  <a:gd name="T8" fmla="*/ 43 w 176"/>
                  <a:gd name="T9" fmla="*/ 10 h 66"/>
                  <a:gd name="T10" fmla="*/ 60 w 176"/>
                  <a:gd name="T11" fmla="*/ 2 h 66"/>
                  <a:gd name="T12" fmla="*/ 51 w 176"/>
                  <a:gd name="T13" fmla="*/ 2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66">
                    <a:moveTo>
                      <a:pt x="125" y="46"/>
                    </a:moveTo>
                    <a:cubicBezTo>
                      <a:pt x="108" y="66"/>
                      <a:pt x="79" y="49"/>
                      <a:pt x="61" y="44"/>
                    </a:cubicBezTo>
                    <a:cubicBezTo>
                      <a:pt x="41" y="38"/>
                      <a:pt x="20" y="39"/>
                      <a:pt x="0" y="31"/>
                    </a:cubicBezTo>
                    <a:cubicBezTo>
                      <a:pt x="13" y="12"/>
                      <a:pt x="38" y="22"/>
                      <a:pt x="56" y="26"/>
                    </a:cubicBezTo>
                    <a:cubicBezTo>
                      <a:pt x="75" y="30"/>
                      <a:pt x="93" y="32"/>
                      <a:pt x="111" y="26"/>
                    </a:cubicBezTo>
                    <a:cubicBezTo>
                      <a:pt x="122" y="22"/>
                      <a:pt x="141" y="0"/>
                      <a:pt x="153" y="5"/>
                    </a:cubicBezTo>
                    <a:cubicBezTo>
                      <a:pt x="176" y="15"/>
                      <a:pt x="142" y="43"/>
                      <a:pt x="130" y="4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7" name="Freeform 1439">
                <a:extLst>
                  <a:ext uri="{FF2B5EF4-FFF2-40B4-BE49-F238E27FC236}">
                    <a16:creationId xmlns:a16="http://schemas.microsoft.com/office/drawing/2014/main" id="{1A00992E-594C-4576-9F9A-87A145CDC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119"/>
                <a:ext cx="145" cy="106"/>
              </a:xfrm>
              <a:custGeom>
                <a:avLst/>
                <a:gdLst>
                  <a:gd name="T0" fmla="*/ 38 w 197"/>
                  <a:gd name="T1" fmla="*/ 5 h 143"/>
                  <a:gd name="T2" fmla="*/ 49 w 197"/>
                  <a:gd name="T3" fmla="*/ 3 h 143"/>
                  <a:gd name="T4" fmla="*/ 74 w 197"/>
                  <a:gd name="T5" fmla="*/ 27 h 143"/>
                  <a:gd name="T6" fmla="*/ 61 w 197"/>
                  <a:gd name="T7" fmla="*/ 42 h 143"/>
                  <a:gd name="T8" fmla="*/ 52 w 197"/>
                  <a:gd name="T9" fmla="*/ 55 h 143"/>
                  <a:gd name="T10" fmla="*/ 47 w 197"/>
                  <a:gd name="T11" fmla="*/ 41 h 143"/>
                  <a:gd name="T12" fmla="*/ 60 w 197"/>
                  <a:gd name="T13" fmla="*/ 21 h 143"/>
                  <a:gd name="T14" fmla="*/ 44 w 197"/>
                  <a:gd name="T15" fmla="*/ 5 h 143"/>
                  <a:gd name="T16" fmla="*/ 0 w 197"/>
                  <a:gd name="T17" fmla="*/ 1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7" h="143">
                    <a:moveTo>
                      <a:pt x="97" y="13"/>
                    </a:moveTo>
                    <a:cubicBezTo>
                      <a:pt x="104" y="12"/>
                      <a:pt x="113" y="9"/>
                      <a:pt x="121" y="8"/>
                    </a:cubicBezTo>
                    <a:cubicBezTo>
                      <a:pt x="153" y="5"/>
                      <a:pt x="197" y="30"/>
                      <a:pt x="185" y="66"/>
                    </a:cubicBezTo>
                    <a:cubicBezTo>
                      <a:pt x="179" y="83"/>
                      <a:pt x="162" y="90"/>
                      <a:pt x="153" y="103"/>
                    </a:cubicBezTo>
                    <a:cubicBezTo>
                      <a:pt x="145" y="114"/>
                      <a:pt x="151" y="143"/>
                      <a:pt x="132" y="135"/>
                    </a:cubicBezTo>
                    <a:cubicBezTo>
                      <a:pt x="120" y="131"/>
                      <a:pt x="116" y="109"/>
                      <a:pt x="118" y="100"/>
                    </a:cubicBezTo>
                    <a:cubicBezTo>
                      <a:pt x="122" y="79"/>
                      <a:pt x="158" y="78"/>
                      <a:pt x="152" y="53"/>
                    </a:cubicBezTo>
                    <a:cubicBezTo>
                      <a:pt x="149" y="38"/>
                      <a:pt x="125" y="18"/>
                      <a:pt x="111" y="13"/>
                    </a:cubicBezTo>
                    <a:cubicBezTo>
                      <a:pt x="99" y="8"/>
                      <a:pt x="0" y="0"/>
                      <a:pt x="0" y="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8" name="Freeform 1440">
                <a:extLst>
                  <a:ext uri="{FF2B5EF4-FFF2-40B4-BE49-F238E27FC236}">
                    <a16:creationId xmlns:a16="http://schemas.microsoft.com/office/drawing/2014/main" id="{B2418FD4-F2E3-4794-9BF5-EFECC89C7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090"/>
                <a:ext cx="56" cy="61"/>
              </a:xfrm>
              <a:custGeom>
                <a:avLst/>
                <a:gdLst>
                  <a:gd name="T0" fmla="*/ 15 w 77"/>
                  <a:gd name="T1" fmla="*/ 7 h 82"/>
                  <a:gd name="T2" fmla="*/ 4 w 77"/>
                  <a:gd name="T3" fmla="*/ 16 h 82"/>
                  <a:gd name="T4" fmla="*/ 12 w 77"/>
                  <a:gd name="T5" fmla="*/ 24 h 82"/>
                  <a:gd name="T6" fmla="*/ 20 w 77"/>
                  <a:gd name="T7" fmla="*/ 33 h 82"/>
                  <a:gd name="T8" fmla="*/ 17 w 77"/>
                  <a:gd name="T9" fmla="*/ 12 h 82"/>
                  <a:gd name="T10" fmla="*/ 30 w 77"/>
                  <a:gd name="T11" fmla="*/ 7 h 82"/>
                  <a:gd name="T12" fmla="*/ 17 w 77"/>
                  <a:gd name="T13" fmla="*/ 6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82">
                    <a:moveTo>
                      <a:pt x="39" y="17"/>
                    </a:moveTo>
                    <a:cubicBezTo>
                      <a:pt x="25" y="0"/>
                      <a:pt x="0" y="19"/>
                      <a:pt x="9" y="38"/>
                    </a:cubicBezTo>
                    <a:cubicBezTo>
                      <a:pt x="14" y="48"/>
                      <a:pt x="24" y="50"/>
                      <a:pt x="32" y="58"/>
                    </a:cubicBezTo>
                    <a:cubicBezTo>
                      <a:pt x="39" y="66"/>
                      <a:pt x="40" y="81"/>
                      <a:pt x="53" y="82"/>
                    </a:cubicBezTo>
                    <a:cubicBezTo>
                      <a:pt x="65" y="67"/>
                      <a:pt x="31" y="43"/>
                      <a:pt x="42" y="30"/>
                    </a:cubicBezTo>
                    <a:cubicBezTo>
                      <a:pt x="50" y="20"/>
                      <a:pt x="73" y="37"/>
                      <a:pt x="77" y="19"/>
                    </a:cubicBezTo>
                    <a:cubicBezTo>
                      <a:pt x="68" y="15"/>
                      <a:pt x="57" y="15"/>
                      <a:pt x="46" y="15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9" name="Freeform 1441">
                <a:extLst>
                  <a:ext uri="{FF2B5EF4-FFF2-40B4-BE49-F238E27FC236}">
                    <a16:creationId xmlns:a16="http://schemas.microsoft.com/office/drawing/2014/main" id="{C7AEB2E3-332A-4C70-86A2-A60E4E411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7"/>
                <a:ext cx="48" cy="37"/>
              </a:xfrm>
              <a:custGeom>
                <a:avLst/>
                <a:gdLst>
                  <a:gd name="T0" fmla="*/ 19 w 65"/>
                  <a:gd name="T1" fmla="*/ 0 h 50"/>
                  <a:gd name="T2" fmla="*/ 18 w 65"/>
                  <a:gd name="T3" fmla="*/ 16 h 50"/>
                  <a:gd name="T4" fmla="*/ 1 w 65"/>
                  <a:gd name="T5" fmla="*/ 10 h 50"/>
                  <a:gd name="T6" fmla="*/ 0 w 65"/>
                  <a:gd name="T7" fmla="*/ 7 h 50"/>
                  <a:gd name="T8" fmla="*/ 18 w 65"/>
                  <a:gd name="T9" fmla="*/ 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50">
                    <a:moveTo>
                      <a:pt x="47" y="0"/>
                    </a:moveTo>
                    <a:cubicBezTo>
                      <a:pt x="65" y="11"/>
                      <a:pt x="63" y="29"/>
                      <a:pt x="46" y="38"/>
                    </a:cubicBezTo>
                    <a:cubicBezTo>
                      <a:pt x="23" y="50"/>
                      <a:pt x="17" y="37"/>
                      <a:pt x="2" y="25"/>
                    </a:cubicBezTo>
                    <a:cubicBezTo>
                      <a:pt x="1" y="23"/>
                      <a:pt x="1" y="21"/>
                      <a:pt x="0" y="18"/>
                    </a:cubicBezTo>
                    <a:cubicBezTo>
                      <a:pt x="21" y="13"/>
                      <a:pt x="33" y="27"/>
                      <a:pt x="46" y="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0" name="Freeform 1442">
                <a:extLst>
                  <a:ext uri="{FF2B5EF4-FFF2-40B4-BE49-F238E27FC236}">
                    <a16:creationId xmlns:a16="http://schemas.microsoft.com/office/drawing/2014/main" id="{3A9BC346-C43E-4564-8BA6-422A8A83E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052"/>
                <a:ext cx="43" cy="87"/>
              </a:xfrm>
              <a:custGeom>
                <a:avLst/>
                <a:gdLst>
                  <a:gd name="T0" fmla="*/ 1 w 59"/>
                  <a:gd name="T1" fmla="*/ 3 h 118"/>
                  <a:gd name="T2" fmla="*/ 11 w 59"/>
                  <a:gd name="T3" fmla="*/ 24 h 118"/>
                  <a:gd name="T4" fmla="*/ 20 w 59"/>
                  <a:gd name="T5" fmla="*/ 34 h 118"/>
                  <a:gd name="T6" fmla="*/ 23 w 59"/>
                  <a:gd name="T7" fmla="*/ 47 h 118"/>
                  <a:gd name="T8" fmla="*/ 11 w 59"/>
                  <a:gd name="T9" fmla="*/ 44 h 118"/>
                  <a:gd name="T10" fmla="*/ 10 w 59"/>
                  <a:gd name="T11" fmla="*/ 35 h 118"/>
                  <a:gd name="T12" fmla="*/ 7 w 59"/>
                  <a:gd name="T13" fmla="*/ 27 h 118"/>
                  <a:gd name="T14" fmla="*/ 0 w 59"/>
                  <a:gd name="T15" fmla="*/ 5 h 1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118">
                    <a:moveTo>
                      <a:pt x="2" y="7"/>
                    </a:moveTo>
                    <a:cubicBezTo>
                      <a:pt x="35" y="0"/>
                      <a:pt x="16" y="39"/>
                      <a:pt x="28" y="59"/>
                    </a:cubicBezTo>
                    <a:cubicBezTo>
                      <a:pt x="35" y="69"/>
                      <a:pt x="46" y="74"/>
                      <a:pt x="52" y="86"/>
                    </a:cubicBezTo>
                    <a:cubicBezTo>
                      <a:pt x="56" y="96"/>
                      <a:pt x="58" y="110"/>
                      <a:pt x="59" y="118"/>
                    </a:cubicBezTo>
                    <a:cubicBezTo>
                      <a:pt x="53" y="102"/>
                      <a:pt x="40" y="107"/>
                      <a:pt x="27" y="108"/>
                    </a:cubicBezTo>
                    <a:cubicBezTo>
                      <a:pt x="25" y="100"/>
                      <a:pt x="27" y="94"/>
                      <a:pt x="26" y="87"/>
                    </a:cubicBezTo>
                    <a:cubicBezTo>
                      <a:pt x="24" y="75"/>
                      <a:pt x="25" y="77"/>
                      <a:pt x="18" y="66"/>
                    </a:cubicBezTo>
                    <a:cubicBezTo>
                      <a:pt x="6" y="48"/>
                      <a:pt x="9" y="32"/>
                      <a:pt x="0" y="1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1" name="Freeform 1443">
                <a:extLst>
                  <a:ext uri="{FF2B5EF4-FFF2-40B4-BE49-F238E27FC236}">
                    <a16:creationId xmlns:a16="http://schemas.microsoft.com/office/drawing/2014/main" id="{FA6B7E9F-B694-4E3C-A95C-913E71072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925"/>
                <a:ext cx="43" cy="53"/>
              </a:xfrm>
              <a:custGeom>
                <a:avLst/>
                <a:gdLst>
                  <a:gd name="T0" fmla="*/ 22 w 58"/>
                  <a:gd name="T1" fmla="*/ 25 h 72"/>
                  <a:gd name="T2" fmla="*/ 6 w 58"/>
                  <a:gd name="T3" fmla="*/ 27 h 72"/>
                  <a:gd name="T4" fmla="*/ 5 w 58"/>
                  <a:gd name="T5" fmla="*/ 17 h 72"/>
                  <a:gd name="T6" fmla="*/ 19 w 58"/>
                  <a:gd name="T7" fmla="*/ 0 h 72"/>
                  <a:gd name="T8" fmla="*/ 23 w 58"/>
                  <a:gd name="T9" fmla="*/ 21 h 72"/>
                  <a:gd name="T10" fmla="*/ 22 w 58"/>
                  <a:gd name="T11" fmla="*/ 24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72">
                    <a:moveTo>
                      <a:pt x="55" y="63"/>
                    </a:moveTo>
                    <a:cubicBezTo>
                      <a:pt x="46" y="66"/>
                      <a:pt x="24" y="72"/>
                      <a:pt x="15" y="68"/>
                    </a:cubicBezTo>
                    <a:cubicBezTo>
                      <a:pt x="0" y="62"/>
                      <a:pt x="8" y="53"/>
                      <a:pt x="12" y="42"/>
                    </a:cubicBezTo>
                    <a:cubicBezTo>
                      <a:pt x="17" y="24"/>
                      <a:pt x="23" y="1"/>
                      <a:pt x="46" y="0"/>
                    </a:cubicBezTo>
                    <a:cubicBezTo>
                      <a:pt x="40" y="26"/>
                      <a:pt x="15" y="53"/>
                      <a:pt x="57" y="54"/>
                    </a:cubicBezTo>
                    <a:cubicBezTo>
                      <a:pt x="58" y="57"/>
                      <a:pt x="55" y="56"/>
                      <a:pt x="55" y="5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2" name="Freeform 1444">
                <a:extLst>
                  <a:ext uri="{FF2B5EF4-FFF2-40B4-BE49-F238E27FC236}">
                    <a16:creationId xmlns:a16="http://schemas.microsoft.com/office/drawing/2014/main" id="{CF8548C2-1C2F-4437-9504-0DA5B7284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974"/>
                <a:ext cx="59" cy="57"/>
              </a:xfrm>
              <a:custGeom>
                <a:avLst/>
                <a:gdLst>
                  <a:gd name="T0" fmla="*/ 27 w 79"/>
                  <a:gd name="T1" fmla="*/ 0 h 77"/>
                  <a:gd name="T2" fmla="*/ 33 w 79"/>
                  <a:gd name="T3" fmla="*/ 21 h 77"/>
                  <a:gd name="T4" fmla="*/ 16 w 79"/>
                  <a:gd name="T5" fmla="*/ 22 h 77"/>
                  <a:gd name="T6" fmla="*/ 10 w 79"/>
                  <a:gd name="T7" fmla="*/ 10 h 77"/>
                  <a:gd name="T8" fmla="*/ 25 w 79"/>
                  <a:gd name="T9" fmla="*/ 3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7">
                    <a:moveTo>
                      <a:pt x="64" y="0"/>
                    </a:moveTo>
                    <a:cubicBezTo>
                      <a:pt x="57" y="16"/>
                      <a:pt x="79" y="36"/>
                      <a:pt x="79" y="53"/>
                    </a:cubicBezTo>
                    <a:cubicBezTo>
                      <a:pt x="79" y="77"/>
                      <a:pt x="55" y="61"/>
                      <a:pt x="37" y="55"/>
                    </a:cubicBezTo>
                    <a:cubicBezTo>
                      <a:pt x="21" y="49"/>
                      <a:pt x="0" y="37"/>
                      <a:pt x="25" y="26"/>
                    </a:cubicBezTo>
                    <a:cubicBezTo>
                      <a:pt x="36" y="20"/>
                      <a:pt x="65" y="30"/>
                      <a:pt x="62" y="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3" name="Freeform 1445">
                <a:extLst>
                  <a:ext uri="{FF2B5EF4-FFF2-40B4-BE49-F238E27FC236}">
                    <a16:creationId xmlns:a16="http://schemas.microsoft.com/office/drawing/2014/main" id="{EDA3927B-89DB-46CC-9306-93745DCB5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924"/>
                <a:ext cx="31" cy="24"/>
              </a:xfrm>
              <a:custGeom>
                <a:avLst/>
                <a:gdLst>
                  <a:gd name="T0" fmla="*/ 17 w 42"/>
                  <a:gd name="T1" fmla="*/ 7 h 33"/>
                  <a:gd name="T2" fmla="*/ 0 w 42"/>
                  <a:gd name="T3" fmla="*/ 1 h 33"/>
                  <a:gd name="T4" fmla="*/ 16 w 42"/>
                  <a:gd name="T5" fmla="*/ 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3">
                    <a:moveTo>
                      <a:pt x="42" y="17"/>
                    </a:moveTo>
                    <a:cubicBezTo>
                      <a:pt x="29" y="33"/>
                      <a:pt x="1" y="20"/>
                      <a:pt x="0" y="2"/>
                    </a:cubicBezTo>
                    <a:cubicBezTo>
                      <a:pt x="15" y="0"/>
                      <a:pt x="21" y="20"/>
                      <a:pt x="39" y="17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4" name="Freeform 1446">
                <a:extLst>
                  <a:ext uri="{FF2B5EF4-FFF2-40B4-BE49-F238E27FC236}">
                    <a16:creationId xmlns:a16="http://schemas.microsoft.com/office/drawing/2014/main" id="{E4DBF04A-181A-4FCB-ACE1-B0F9EFB07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749"/>
                <a:ext cx="76" cy="120"/>
              </a:xfrm>
              <a:custGeom>
                <a:avLst/>
                <a:gdLst>
                  <a:gd name="T0" fmla="*/ 13 w 103"/>
                  <a:gd name="T1" fmla="*/ 6 h 163"/>
                  <a:gd name="T2" fmla="*/ 38 w 103"/>
                  <a:gd name="T3" fmla="*/ 36 h 163"/>
                  <a:gd name="T4" fmla="*/ 32 w 103"/>
                  <a:gd name="T5" fmla="*/ 65 h 163"/>
                  <a:gd name="T6" fmla="*/ 33 w 103"/>
                  <a:gd name="T7" fmla="*/ 42 h 163"/>
                  <a:gd name="T8" fmla="*/ 21 w 103"/>
                  <a:gd name="T9" fmla="*/ 22 h 163"/>
                  <a:gd name="T10" fmla="*/ 0 w 103"/>
                  <a:gd name="T11" fmla="*/ 0 h 163"/>
                  <a:gd name="T12" fmla="*/ 17 w 103"/>
                  <a:gd name="T13" fmla="*/ 9 h 1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163">
                    <a:moveTo>
                      <a:pt x="32" y="15"/>
                    </a:moveTo>
                    <a:cubicBezTo>
                      <a:pt x="57" y="30"/>
                      <a:pt x="87" y="60"/>
                      <a:pt x="95" y="89"/>
                    </a:cubicBezTo>
                    <a:cubicBezTo>
                      <a:pt x="103" y="118"/>
                      <a:pt x="89" y="139"/>
                      <a:pt x="79" y="163"/>
                    </a:cubicBezTo>
                    <a:cubicBezTo>
                      <a:pt x="81" y="143"/>
                      <a:pt x="89" y="125"/>
                      <a:pt x="83" y="105"/>
                    </a:cubicBezTo>
                    <a:cubicBezTo>
                      <a:pt x="77" y="85"/>
                      <a:pt x="65" y="70"/>
                      <a:pt x="51" y="56"/>
                    </a:cubicBezTo>
                    <a:cubicBezTo>
                      <a:pt x="35" y="40"/>
                      <a:pt x="9" y="21"/>
                      <a:pt x="0" y="0"/>
                    </a:cubicBezTo>
                    <a:cubicBezTo>
                      <a:pt x="12" y="3"/>
                      <a:pt x="32" y="14"/>
                      <a:pt x="42" y="2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5" name="Freeform 1447">
                <a:extLst>
                  <a:ext uri="{FF2B5EF4-FFF2-40B4-BE49-F238E27FC236}">
                    <a16:creationId xmlns:a16="http://schemas.microsoft.com/office/drawing/2014/main" id="{E729DD77-F4A4-466A-94D0-34BF8E4B7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783"/>
                <a:ext cx="54" cy="41"/>
              </a:xfrm>
              <a:custGeom>
                <a:avLst/>
                <a:gdLst>
                  <a:gd name="T0" fmla="*/ 28 w 73"/>
                  <a:gd name="T1" fmla="*/ 7 h 56"/>
                  <a:gd name="T2" fmla="*/ 4 w 73"/>
                  <a:gd name="T3" fmla="*/ 11 h 56"/>
                  <a:gd name="T4" fmla="*/ 21 w 73"/>
                  <a:gd name="T5" fmla="*/ 22 h 56"/>
                  <a:gd name="T6" fmla="*/ 12 w 73"/>
                  <a:gd name="T7" fmla="*/ 10 h 56"/>
                  <a:gd name="T8" fmla="*/ 30 w 73"/>
                  <a:gd name="T9" fmla="*/ 8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56">
                    <a:moveTo>
                      <a:pt x="69" y="19"/>
                    </a:moveTo>
                    <a:cubicBezTo>
                      <a:pt x="61" y="7"/>
                      <a:pt x="0" y="0"/>
                      <a:pt x="10" y="28"/>
                    </a:cubicBezTo>
                    <a:cubicBezTo>
                      <a:pt x="13" y="40"/>
                      <a:pt x="40" y="55"/>
                      <a:pt x="51" y="56"/>
                    </a:cubicBezTo>
                    <a:cubicBezTo>
                      <a:pt x="46" y="50"/>
                      <a:pt x="25" y="33"/>
                      <a:pt x="29" y="25"/>
                    </a:cubicBezTo>
                    <a:cubicBezTo>
                      <a:pt x="32" y="17"/>
                      <a:pt x="67" y="19"/>
                      <a:pt x="73" y="2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6" name="Freeform 1448">
                <a:extLst>
                  <a:ext uri="{FF2B5EF4-FFF2-40B4-BE49-F238E27FC236}">
                    <a16:creationId xmlns:a16="http://schemas.microsoft.com/office/drawing/2014/main" id="{C1FEEEA0-8107-4540-AA5D-9FA2F3936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821"/>
                <a:ext cx="56" cy="48"/>
              </a:xfrm>
              <a:custGeom>
                <a:avLst/>
                <a:gdLst>
                  <a:gd name="T0" fmla="*/ 12 w 77"/>
                  <a:gd name="T1" fmla="*/ 0 h 65"/>
                  <a:gd name="T2" fmla="*/ 23 w 77"/>
                  <a:gd name="T3" fmla="*/ 20 h 65"/>
                  <a:gd name="T4" fmla="*/ 0 w 77"/>
                  <a:gd name="T5" fmla="*/ 16 h 65"/>
                  <a:gd name="T6" fmla="*/ 17 w 77"/>
                  <a:gd name="T7" fmla="*/ 3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65">
                    <a:moveTo>
                      <a:pt x="31" y="0"/>
                    </a:moveTo>
                    <a:cubicBezTo>
                      <a:pt x="34" y="17"/>
                      <a:pt x="77" y="25"/>
                      <a:pt x="59" y="49"/>
                    </a:cubicBezTo>
                    <a:cubicBezTo>
                      <a:pt x="47" y="65"/>
                      <a:pt x="10" y="48"/>
                      <a:pt x="0" y="38"/>
                    </a:cubicBezTo>
                    <a:cubicBezTo>
                      <a:pt x="21" y="36"/>
                      <a:pt x="47" y="38"/>
                      <a:pt x="42" y="7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7" name="Freeform 1449">
                <a:extLst>
                  <a:ext uri="{FF2B5EF4-FFF2-40B4-BE49-F238E27FC236}">
                    <a16:creationId xmlns:a16="http://schemas.microsoft.com/office/drawing/2014/main" id="{8063BF8E-1741-490A-8471-8ED21C0D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807"/>
                <a:ext cx="58" cy="149"/>
              </a:xfrm>
              <a:custGeom>
                <a:avLst/>
                <a:gdLst>
                  <a:gd name="T0" fmla="*/ 13 w 78"/>
                  <a:gd name="T1" fmla="*/ 0 h 202"/>
                  <a:gd name="T2" fmla="*/ 30 w 78"/>
                  <a:gd name="T3" fmla="*/ 16 h 202"/>
                  <a:gd name="T4" fmla="*/ 30 w 78"/>
                  <a:gd name="T5" fmla="*/ 32 h 202"/>
                  <a:gd name="T6" fmla="*/ 14 w 78"/>
                  <a:gd name="T7" fmla="*/ 56 h 202"/>
                  <a:gd name="T8" fmla="*/ 23 w 78"/>
                  <a:gd name="T9" fmla="*/ 81 h 202"/>
                  <a:gd name="T10" fmla="*/ 21 w 78"/>
                  <a:gd name="T11" fmla="*/ 67 h 202"/>
                  <a:gd name="T12" fmla="*/ 8 w 78"/>
                  <a:gd name="T13" fmla="*/ 61 h 202"/>
                  <a:gd name="T14" fmla="*/ 8 w 78"/>
                  <a:gd name="T15" fmla="*/ 41 h 202"/>
                  <a:gd name="T16" fmla="*/ 16 w 78"/>
                  <a:gd name="T17" fmla="*/ 18 h 202"/>
                  <a:gd name="T18" fmla="*/ 16 w 78"/>
                  <a:gd name="T19" fmla="*/ 2 h 20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202">
                    <a:moveTo>
                      <a:pt x="32" y="0"/>
                    </a:moveTo>
                    <a:cubicBezTo>
                      <a:pt x="49" y="14"/>
                      <a:pt x="67" y="18"/>
                      <a:pt x="73" y="41"/>
                    </a:cubicBezTo>
                    <a:cubicBezTo>
                      <a:pt x="77" y="55"/>
                      <a:pt x="77" y="66"/>
                      <a:pt x="72" y="80"/>
                    </a:cubicBezTo>
                    <a:cubicBezTo>
                      <a:pt x="64" y="104"/>
                      <a:pt x="41" y="116"/>
                      <a:pt x="34" y="139"/>
                    </a:cubicBezTo>
                    <a:cubicBezTo>
                      <a:pt x="74" y="138"/>
                      <a:pt x="78" y="178"/>
                      <a:pt x="57" y="202"/>
                    </a:cubicBezTo>
                    <a:cubicBezTo>
                      <a:pt x="53" y="191"/>
                      <a:pt x="59" y="179"/>
                      <a:pt x="51" y="168"/>
                    </a:cubicBezTo>
                    <a:cubicBezTo>
                      <a:pt x="41" y="154"/>
                      <a:pt x="33" y="161"/>
                      <a:pt x="20" y="153"/>
                    </a:cubicBezTo>
                    <a:cubicBezTo>
                      <a:pt x="0" y="141"/>
                      <a:pt x="7" y="115"/>
                      <a:pt x="20" y="100"/>
                    </a:cubicBezTo>
                    <a:cubicBezTo>
                      <a:pt x="36" y="82"/>
                      <a:pt x="50" y="74"/>
                      <a:pt x="41" y="46"/>
                    </a:cubicBezTo>
                    <a:cubicBezTo>
                      <a:pt x="38" y="36"/>
                      <a:pt x="15" y="9"/>
                      <a:pt x="39" y="5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8" name="Freeform 1450">
                <a:extLst>
                  <a:ext uri="{FF2B5EF4-FFF2-40B4-BE49-F238E27FC236}">
                    <a16:creationId xmlns:a16="http://schemas.microsoft.com/office/drawing/2014/main" id="{C465FDC9-0B36-485A-A993-6CB230F7C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863"/>
                <a:ext cx="48" cy="132"/>
              </a:xfrm>
              <a:custGeom>
                <a:avLst/>
                <a:gdLst>
                  <a:gd name="T0" fmla="*/ 4 w 66"/>
                  <a:gd name="T1" fmla="*/ 1 h 180"/>
                  <a:gd name="T2" fmla="*/ 20 w 66"/>
                  <a:gd name="T3" fmla="*/ 30 h 180"/>
                  <a:gd name="T4" fmla="*/ 17 w 66"/>
                  <a:gd name="T5" fmla="*/ 47 h 180"/>
                  <a:gd name="T6" fmla="*/ 25 w 66"/>
                  <a:gd name="T7" fmla="*/ 62 h 180"/>
                  <a:gd name="T8" fmla="*/ 15 w 66"/>
                  <a:gd name="T9" fmla="*/ 71 h 180"/>
                  <a:gd name="T10" fmla="*/ 12 w 66"/>
                  <a:gd name="T11" fmla="*/ 37 h 180"/>
                  <a:gd name="T12" fmla="*/ 4 w 66"/>
                  <a:gd name="T13" fmla="*/ 6 h 180"/>
                  <a:gd name="T14" fmla="*/ 7 w 66"/>
                  <a:gd name="T15" fmla="*/ 3 h 1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180">
                    <a:moveTo>
                      <a:pt x="9" y="1"/>
                    </a:moveTo>
                    <a:cubicBezTo>
                      <a:pt x="47" y="0"/>
                      <a:pt x="56" y="49"/>
                      <a:pt x="53" y="76"/>
                    </a:cubicBezTo>
                    <a:cubicBezTo>
                      <a:pt x="52" y="90"/>
                      <a:pt x="40" y="104"/>
                      <a:pt x="42" y="118"/>
                    </a:cubicBezTo>
                    <a:cubicBezTo>
                      <a:pt x="44" y="136"/>
                      <a:pt x="66" y="141"/>
                      <a:pt x="66" y="158"/>
                    </a:cubicBezTo>
                    <a:cubicBezTo>
                      <a:pt x="54" y="160"/>
                      <a:pt x="45" y="171"/>
                      <a:pt x="39" y="180"/>
                    </a:cubicBezTo>
                    <a:cubicBezTo>
                      <a:pt x="0" y="178"/>
                      <a:pt x="26" y="112"/>
                      <a:pt x="32" y="94"/>
                    </a:cubicBezTo>
                    <a:cubicBezTo>
                      <a:pt x="43" y="64"/>
                      <a:pt x="38" y="32"/>
                      <a:pt x="9" y="15"/>
                    </a:cubicBezTo>
                    <a:cubicBezTo>
                      <a:pt x="10" y="9"/>
                      <a:pt x="14" y="9"/>
                      <a:pt x="18" y="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9" name="Freeform 1451">
                <a:extLst>
                  <a:ext uri="{FF2B5EF4-FFF2-40B4-BE49-F238E27FC236}">
                    <a16:creationId xmlns:a16="http://schemas.microsoft.com/office/drawing/2014/main" id="{12BB38B5-28D2-4FB3-A066-DA3F1D69F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789"/>
                <a:ext cx="87" cy="73"/>
              </a:xfrm>
              <a:custGeom>
                <a:avLst/>
                <a:gdLst>
                  <a:gd name="T0" fmla="*/ 1 w 118"/>
                  <a:gd name="T1" fmla="*/ 0 h 99"/>
                  <a:gd name="T2" fmla="*/ 2 w 118"/>
                  <a:gd name="T3" fmla="*/ 15 h 99"/>
                  <a:gd name="T4" fmla="*/ 12 w 118"/>
                  <a:gd name="T5" fmla="*/ 25 h 99"/>
                  <a:gd name="T6" fmla="*/ 30 w 118"/>
                  <a:gd name="T7" fmla="*/ 40 h 99"/>
                  <a:gd name="T8" fmla="*/ 5 w 118"/>
                  <a:gd name="T9" fmla="*/ 1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99">
                    <a:moveTo>
                      <a:pt x="4" y="0"/>
                    </a:moveTo>
                    <a:cubicBezTo>
                      <a:pt x="8" y="12"/>
                      <a:pt x="0" y="22"/>
                      <a:pt x="5" y="36"/>
                    </a:cubicBezTo>
                    <a:cubicBezTo>
                      <a:pt x="10" y="48"/>
                      <a:pt x="19" y="55"/>
                      <a:pt x="30" y="62"/>
                    </a:cubicBezTo>
                    <a:cubicBezTo>
                      <a:pt x="47" y="74"/>
                      <a:pt x="59" y="86"/>
                      <a:pt x="74" y="99"/>
                    </a:cubicBezTo>
                    <a:cubicBezTo>
                      <a:pt x="118" y="64"/>
                      <a:pt x="3" y="38"/>
                      <a:pt x="12" y="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0" name="Freeform 1452">
                <a:extLst>
                  <a:ext uri="{FF2B5EF4-FFF2-40B4-BE49-F238E27FC236}">
                    <a16:creationId xmlns:a16="http://schemas.microsoft.com/office/drawing/2014/main" id="{E62C036B-3EBE-40C2-8464-AC6F3E0D2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807"/>
                <a:ext cx="52" cy="47"/>
              </a:xfrm>
              <a:custGeom>
                <a:avLst/>
                <a:gdLst>
                  <a:gd name="T0" fmla="*/ 18 w 71"/>
                  <a:gd name="T1" fmla="*/ 3 h 64"/>
                  <a:gd name="T2" fmla="*/ 4 w 71"/>
                  <a:gd name="T3" fmla="*/ 4 h 64"/>
                  <a:gd name="T4" fmla="*/ 11 w 71"/>
                  <a:gd name="T5" fmla="*/ 18 h 64"/>
                  <a:gd name="T6" fmla="*/ 22 w 71"/>
                  <a:gd name="T7" fmla="*/ 23 h 64"/>
                  <a:gd name="T8" fmla="*/ 23 w 71"/>
                  <a:gd name="T9" fmla="*/ 5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64">
                    <a:moveTo>
                      <a:pt x="47" y="7"/>
                    </a:moveTo>
                    <a:cubicBezTo>
                      <a:pt x="36" y="1"/>
                      <a:pt x="19" y="0"/>
                      <a:pt x="11" y="11"/>
                    </a:cubicBezTo>
                    <a:cubicBezTo>
                      <a:pt x="0" y="27"/>
                      <a:pt x="16" y="35"/>
                      <a:pt x="27" y="45"/>
                    </a:cubicBezTo>
                    <a:cubicBezTo>
                      <a:pt x="36" y="53"/>
                      <a:pt x="41" y="64"/>
                      <a:pt x="56" y="57"/>
                    </a:cubicBezTo>
                    <a:cubicBezTo>
                      <a:pt x="71" y="49"/>
                      <a:pt x="68" y="25"/>
                      <a:pt x="60" y="13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1" name="Freeform 1453">
                <a:extLst>
                  <a:ext uri="{FF2B5EF4-FFF2-40B4-BE49-F238E27FC236}">
                    <a16:creationId xmlns:a16="http://schemas.microsoft.com/office/drawing/2014/main" id="{34B8EA51-7FD1-401E-8BF9-DD44777DD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769"/>
                <a:ext cx="79" cy="89"/>
              </a:xfrm>
              <a:custGeom>
                <a:avLst/>
                <a:gdLst>
                  <a:gd name="T0" fmla="*/ 20 w 107"/>
                  <a:gd name="T1" fmla="*/ 10 h 120"/>
                  <a:gd name="T2" fmla="*/ 35 w 107"/>
                  <a:gd name="T3" fmla="*/ 20 h 120"/>
                  <a:gd name="T4" fmla="*/ 31 w 107"/>
                  <a:gd name="T5" fmla="*/ 30 h 120"/>
                  <a:gd name="T6" fmla="*/ 42 w 107"/>
                  <a:gd name="T7" fmla="*/ 49 h 120"/>
                  <a:gd name="T8" fmla="*/ 18 w 107"/>
                  <a:gd name="T9" fmla="*/ 42 h 120"/>
                  <a:gd name="T10" fmla="*/ 14 w 107"/>
                  <a:gd name="T11" fmla="*/ 27 h 120"/>
                  <a:gd name="T12" fmla="*/ 0 w 107"/>
                  <a:gd name="T13" fmla="*/ 1 h 120"/>
                  <a:gd name="T14" fmla="*/ 22 w 107"/>
                  <a:gd name="T15" fmla="*/ 12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7" h="120">
                    <a:moveTo>
                      <a:pt x="49" y="23"/>
                    </a:moveTo>
                    <a:cubicBezTo>
                      <a:pt x="61" y="28"/>
                      <a:pt x="79" y="38"/>
                      <a:pt x="88" y="49"/>
                    </a:cubicBezTo>
                    <a:cubicBezTo>
                      <a:pt x="107" y="70"/>
                      <a:pt x="97" y="69"/>
                      <a:pt x="77" y="73"/>
                    </a:cubicBezTo>
                    <a:cubicBezTo>
                      <a:pt x="21" y="85"/>
                      <a:pt x="92" y="106"/>
                      <a:pt x="104" y="120"/>
                    </a:cubicBezTo>
                    <a:cubicBezTo>
                      <a:pt x="87" y="119"/>
                      <a:pt x="59" y="111"/>
                      <a:pt x="44" y="101"/>
                    </a:cubicBezTo>
                    <a:cubicBezTo>
                      <a:pt x="25" y="90"/>
                      <a:pt x="30" y="85"/>
                      <a:pt x="35" y="68"/>
                    </a:cubicBezTo>
                    <a:cubicBezTo>
                      <a:pt x="45" y="28"/>
                      <a:pt x="7" y="37"/>
                      <a:pt x="0" y="3"/>
                    </a:cubicBezTo>
                    <a:cubicBezTo>
                      <a:pt x="22" y="0"/>
                      <a:pt x="38" y="18"/>
                      <a:pt x="55" y="29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2" name="Freeform 1454">
                <a:extLst>
                  <a:ext uri="{FF2B5EF4-FFF2-40B4-BE49-F238E27FC236}">
                    <a16:creationId xmlns:a16="http://schemas.microsoft.com/office/drawing/2014/main" id="{2CCE02D5-8EA9-4DDF-A8BC-9D118ADA6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716"/>
                <a:ext cx="103" cy="49"/>
              </a:xfrm>
              <a:custGeom>
                <a:avLst/>
                <a:gdLst>
                  <a:gd name="T0" fmla="*/ 51 w 140"/>
                  <a:gd name="T1" fmla="*/ 15 h 66"/>
                  <a:gd name="T2" fmla="*/ 55 w 140"/>
                  <a:gd name="T3" fmla="*/ 26 h 66"/>
                  <a:gd name="T4" fmla="*/ 40 w 140"/>
                  <a:gd name="T5" fmla="*/ 20 h 66"/>
                  <a:gd name="T6" fmla="*/ 24 w 140"/>
                  <a:gd name="T7" fmla="*/ 19 h 66"/>
                  <a:gd name="T8" fmla="*/ 1 w 140"/>
                  <a:gd name="T9" fmla="*/ 8 h 66"/>
                  <a:gd name="T10" fmla="*/ 24 w 140"/>
                  <a:gd name="T11" fmla="*/ 10 h 66"/>
                  <a:gd name="T12" fmla="*/ 52 w 140"/>
                  <a:gd name="T13" fmla="*/ 19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66">
                    <a:moveTo>
                      <a:pt x="128" y="37"/>
                    </a:moveTo>
                    <a:cubicBezTo>
                      <a:pt x="135" y="44"/>
                      <a:pt x="140" y="53"/>
                      <a:pt x="138" y="63"/>
                    </a:cubicBezTo>
                    <a:cubicBezTo>
                      <a:pt x="126" y="66"/>
                      <a:pt x="113" y="54"/>
                      <a:pt x="101" y="50"/>
                    </a:cubicBezTo>
                    <a:cubicBezTo>
                      <a:pt x="88" y="46"/>
                      <a:pt x="75" y="48"/>
                      <a:pt x="61" y="46"/>
                    </a:cubicBezTo>
                    <a:cubicBezTo>
                      <a:pt x="50" y="43"/>
                      <a:pt x="5" y="31"/>
                      <a:pt x="4" y="20"/>
                    </a:cubicBezTo>
                    <a:cubicBezTo>
                      <a:pt x="0" y="0"/>
                      <a:pt x="47" y="22"/>
                      <a:pt x="59" y="24"/>
                    </a:cubicBezTo>
                    <a:cubicBezTo>
                      <a:pt x="82" y="30"/>
                      <a:pt x="111" y="29"/>
                      <a:pt x="130" y="46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3" name="Freeform 1455">
                <a:extLst>
                  <a:ext uri="{FF2B5EF4-FFF2-40B4-BE49-F238E27FC236}">
                    <a16:creationId xmlns:a16="http://schemas.microsoft.com/office/drawing/2014/main" id="{1BA17A98-07FE-474E-8FD2-5AACD0886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716"/>
                <a:ext cx="25" cy="22"/>
              </a:xfrm>
              <a:custGeom>
                <a:avLst/>
                <a:gdLst>
                  <a:gd name="T0" fmla="*/ 13 w 34"/>
                  <a:gd name="T1" fmla="*/ 2 h 30"/>
                  <a:gd name="T2" fmla="*/ 13 w 34"/>
                  <a:gd name="T3" fmla="*/ 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34" y="6"/>
                    </a:moveTo>
                    <a:cubicBezTo>
                      <a:pt x="0" y="30"/>
                      <a:pt x="6" y="0"/>
                      <a:pt x="34" y="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4" name="Freeform 1456">
                <a:extLst>
                  <a:ext uri="{FF2B5EF4-FFF2-40B4-BE49-F238E27FC236}">
                    <a16:creationId xmlns:a16="http://schemas.microsoft.com/office/drawing/2014/main" id="{D80F4074-CA69-49A4-823F-090C56518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716"/>
                <a:ext cx="72" cy="23"/>
              </a:xfrm>
              <a:custGeom>
                <a:avLst/>
                <a:gdLst>
                  <a:gd name="T0" fmla="*/ 33 w 97"/>
                  <a:gd name="T1" fmla="*/ 4 h 31"/>
                  <a:gd name="T2" fmla="*/ 39 w 97"/>
                  <a:gd name="T3" fmla="*/ 7 h 31"/>
                  <a:gd name="T4" fmla="*/ 24 w 97"/>
                  <a:gd name="T5" fmla="*/ 6 h 31"/>
                  <a:gd name="T6" fmla="*/ 8 w 97"/>
                  <a:gd name="T7" fmla="*/ 8 h 31"/>
                  <a:gd name="T8" fmla="*/ 37 w 97"/>
                  <a:gd name="T9" fmla="*/ 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31">
                    <a:moveTo>
                      <a:pt x="82" y="9"/>
                    </a:moveTo>
                    <a:cubicBezTo>
                      <a:pt x="89" y="8"/>
                      <a:pt x="94" y="10"/>
                      <a:pt x="97" y="17"/>
                    </a:cubicBezTo>
                    <a:cubicBezTo>
                      <a:pt x="87" y="23"/>
                      <a:pt x="72" y="14"/>
                      <a:pt x="60" y="15"/>
                    </a:cubicBezTo>
                    <a:cubicBezTo>
                      <a:pt x="48" y="16"/>
                      <a:pt x="31" y="31"/>
                      <a:pt x="20" y="20"/>
                    </a:cubicBezTo>
                    <a:cubicBezTo>
                      <a:pt x="0" y="0"/>
                      <a:pt x="80" y="4"/>
                      <a:pt x="91" y="6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5" name="Freeform 1457">
                <a:extLst>
                  <a:ext uri="{FF2B5EF4-FFF2-40B4-BE49-F238E27FC236}">
                    <a16:creationId xmlns:a16="http://schemas.microsoft.com/office/drawing/2014/main" id="{39191C01-DC2A-4184-8C4B-F3356B90B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819"/>
                <a:ext cx="94" cy="112"/>
              </a:xfrm>
              <a:custGeom>
                <a:avLst/>
                <a:gdLst>
                  <a:gd name="T0" fmla="*/ 3 w 127"/>
                  <a:gd name="T1" fmla="*/ 0 h 153"/>
                  <a:gd name="T2" fmla="*/ 39 w 127"/>
                  <a:gd name="T3" fmla="*/ 48 h 153"/>
                  <a:gd name="T4" fmla="*/ 50 w 127"/>
                  <a:gd name="T5" fmla="*/ 52 h 153"/>
                  <a:gd name="T6" fmla="*/ 35 w 127"/>
                  <a:gd name="T7" fmla="*/ 31 h 153"/>
                  <a:gd name="T8" fmla="*/ 33 w 127"/>
                  <a:gd name="T9" fmla="*/ 14 h 153"/>
                  <a:gd name="T10" fmla="*/ 6 w 127"/>
                  <a:gd name="T11" fmla="*/ 1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153">
                    <a:moveTo>
                      <a:pt x="7" y="0"/>
                    </a:moveTo>
                    <a:cubicBezTo>
                      <a:pt x="0" y="73"/>
                      <a:pt x="69" y="75"/>
                      <a:pt x="97" y="121"/>
                    </a:cubicBezTo>
                    <a:cubicBezTo>
                      <a:pt x="103" y="130"/>
                      <a:pt x="119" y="153"/>
                      <a:pt x="123" y="132"/>
                    </a:cubicBezTo>
                    <a:cubicBezTo>
                      <a:pt x="127" y="114"/>
                      <a:pt x="93" y="95"/>
                      <a:pt x="85" y="79"/>
                    </a:cubicBezTo>
                    <a:cubicBezTo>
                      <a:pt x="78" y="62"/>
                      <a:pt x="86" y="51"/>
                      <a:pt x="82" y="35"/>
                    </a:cubicBezTo>
                    <a:cubicBezTo>
                      <a:pt x="74" y="9"/>
                      <a:pt x="38" y="7"/>
                      <a:pt x="15" y="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6" name="Freeform 1458">
                <a:extLst>
                  <a:ext uri="{FF2B5EF4-FFF2-40B4-BE49-F238E27FC236}">
                    <a16:creationId xmlns:a16="http://schemas.microsoft.com/office/drawing/2014/main" id="{10B7D020-EFDB-47C1-8113-2AE0CF4C8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762"/>
                <a:ext cx="88" cy="49"/>
              </a:xfrm>
              <a:custGeom>
                <a:avLst/>
                <a:gdLst>
                  <a:gd name="T0" fmla="*/ 1 w 120"/>
                  <a:gd name="T1" fmla="*/ 1 h 67"/>
                  <a:gd name="T2" fmla="*/ 18 w 120"/>
                  <a:gd name="T3" fmla="*/ 20 h 67"/>
                  <a:gd name="T4" fmla="*/ 48 w 120"/>
                  <a:gd name="T5" fmla="*/ 23 h 67"/>
                  <a:gd name="T6" fmla="*/ 20 w 120"/>
                  <a:gd name="T7" fmla="*/ 15 h 67"/>
                  <a:gd name="T8" fmla="*/ 11 w 120"/>
                  <a:gd name="T9" fmla="*/ 8 h 67"/>
                  <a:gd name="T10" fmla="*/ 3 w 120"/>
                  <a:gd name="T11" fmla="*/ 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67">
                    <a:moveTo>
                      <a:pt x="1" y="2"/>
                    </a:moveTo>
                    <a:cubicBezTo>
                      <a:pt x="0" y="36"/>
                      <a:pt x="17" y="44"/>
                      <a:pt x="47" y="50"/>
                    </a:cubicBezTo>
                    <a:cubicBezTo>
                      <a:pt x="62" y="53"/>
                      <a:pt x="111" y="67"/>
                      <a:pt x="120" y="58"/>
                    </a:cubicBezTo>
                    <a:cubicBezTo>
                      <a:pt x="106" y="40"/>
                      <a:pt x="72" y="47"/>
                      <a:pt x="51" y="40"/>
                    </a:cubicBezTo>
                    <a:cubicBezTo>
                      <a:pt x="38" y="35"/>
                      <a:pt x="36" y="30"/>
                      <a:pt x="29" y="21"/>
                    </a:cubicBezTo>
                    <a:cubicBezTo>
                      <a:pt x="22" y="13"/>
                      <a:pt x="23" y="0"/>
                      <a:pt x="8" y="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7" name="Freeform 1459">
                <a:extLst>
                  <a:ext uri="{FF2B5EF4-FFF2-40B4-BE49-F238E27FC236}">
                    <a16:creationId xmlns:a16="http://schemas.microsoft.com/office/drawing/2014/main" id="{D046CC19-7D06-4BE3-847E-854EE89B4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013"/>
                <a:ext cx="36" cy="81"/>
              </a:xfrm>
              <a:custGeom>
                <a:avLst/>
                <a:gdLst>
                  <a:gd name="T0" fmla="*/ 15 w 49"/>
                  <a:gd name="T1" fmla="*/ 8 h 110"/>
                  <a:gd name="T2" fmla="*/ 7 w 49"/>
                  <a:gd name="T3" fmla="*/ 4 h 110"/>
                  <a:gd name="T4" fmla="*/ 1 w 49"/>
                  <a:gd name="T5" fmla="*/ 22 h 110"/>
                  <a:gd name="T6" fmla="*/ 15 w 49"/>
                  <a:gd name="T7" fmla="*/ 1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10">
                    <a:moveTo>
                      <a:pt x="39" y="20"/>
                    </a:moveTo>
                    <a:cubicBezTo>
                      <a:pt x="49" y="0"/>
                      <a:pt x="28" y="1"/>
                      <a:pt x="17" y="10"/>
                    </a:cubicBezTo>
                    <a:cubicBezTo>
                      <a:pt x="5" y="19"/>
                      <a:pt x="0" y="40"/>
                      <a:pt x="2" y="55"/>
                    </a:cubicBezTo>
                    <a:cubicBezTo>
                      <a:pt x="7" y="110"/>
                      <a:pt x="40" y="53"/>
                      <a:pt x="39" y="2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8" name="Freeform 1460">
                <a:extLst>
                  <a:ext uri="{FF2B5EF4-FFF2-40B4-BE49-F238E27FC236}">
                    <a16:creationId xmlns:a16="http://schemas.microsoft.com/office/drawing/2014/main" id="{23EA8549-3A83-4CE7-B1D9-2C71A4939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934"/>
                <a:ext cx="68" cy="84"/>
              </a:xfrm>
              <a:custGeom>
                <a:avLst/>
                <a:gdLst>
                  <a:gd name="T0" fmla="*/ 12 w 92"/>
                  <a:gd name="T1" fmla="*/ 9 h 115"/>
                  <a:gd name="T2" fmla="*/ 37 w 92"/>
                  <a:gd name="T3" fmla="*/ 45 h 115"/>
                  <a:gd name="T4" fmla="*/ 18 w 92"/>
                  <a:gd name="T5" fmla="*/ 30 h 115"/>
                  <a:gd name="T6" fmla="*/ 1 w 92"/>
                  <a:gd name="T7" fmla="*/ 34 h 115"/>
                  <a:gd name="T8" fmla="*/ 13 w 92"/>
                  <a:gd name="T9" fmla="*/ 7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15">
                    <a:moveTo>
                      <a:pt x="28" y="24"/>
                    </a:moveTo>
                    <a:cubicBezTo>
                      <a:pt x="59" y="0"/>
                      <a:pt x="92" y="94"/>
                      <a:pt x="91" y="115"/>
                    </a:cubicBezTo>
                    <a:cubicBezTo>
                      <a:pt x="72" y="108"/>
                      <a:pt x="64" y="81"/>
                      <a:pt x="43" y="77"/>
                    </a:cubicBezTo>
                    <a:cubicBezTo>
                      <a:pt x="29" y="75"/>
                      <a:pt x="17" y="85"/>
                      <a:pt x="4" y="86"/>
                    </a:cubicBezTo>
                    <a:cubicBezTo>
                      <a:pt x="0" y="55"/>
                      <a:pt x="10" y="34"/>
                      <a:pt x="32" y="16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9" name="Freeform 1461">
                <a:extLst>
                  <a:ext uri="{FF2B5EF4-FFF2-40B4-BE49-F238E27FC236}">
                    <a16:creationId xmlns:a16="http://schemas.microsoft.com/office/drawing/2014/main" id="{D534EA2C-9652-4D2C-8350-AA317653E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138"/>
                <a:ext cx="117" cy="70"/>
              </a:xfrm>
              <a:custGeom>
                <a:avLst/>
                <a:gdLst>
                  <a:gd name="T0" fmla="*/ 54 w 158"/>
                  <a:gd name="T1" fmla="*/ 22 h 94"/>
                  <a:gd name="T2" fmla="*/ 46 w 158"/>
                  <a:gd name="T3" fmla="*/ 20 h 94"/>
                  <a:gd name="T4" fmla="*/ 44 w 158"/>
                  <a:gd name="T5" fmla="*/ 31 h 94"/>
                  <a:gd name="T6" fmla="*/ 31 w 158"/>
                  <a:gd name="T7" fmla="*/ 19 h 94"/>
                  <a:gd name="T8" fmla="*/ 13 w 158"/>
                  <a:gd name="T9" fmla="*/ 16 h 94"/>
                  <a:gd name="T10" fmla="*/ 17 w 158"/>
                  <a:gd name="T11" fmla="*/ 8 h 94"/>
                  <a:gd name="T12" fmla="*/ 10 w 158"/>
                  <a:gd name="T13" fmla="*/ 0 h 94"/>
                  <a:gd name="T14" fmla="*/ 10 w 158"/>
                  <a:gd name="T15" fmla="*/ 25 h 94"/>
                  <a:gd name="T16" fmla="*/ 35 w 158"/>
                  <a:gd name="T17" fmla="*/ 34 h 94"/>
                  <a:gd name="T18" fmla="*/ 58 w 158"/>
                  <a:gd name="T19" fmla="*/ 34 h 94"/>
                  <a:gd name="T20" fmla="*/ 64 w 158"/>
                  <a:gd name="T21" fmla="*/ 25 h 94"/>
                  <a:gd name="T22" fmla="*/ 53 w 158"/>
                  <a:gd name="T23" fmla="*/ 21 h 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8" h="94">
                    <a:moveTo>
                      <a:pt x="132" y="53"/>
                    </a:moveTo>
                    <a:cubicBezTo>
                      <a:pt x="127" y="49"/>
                      <a:pt x="120" y="48"/>
                      <a:pt x="113" y="49"/>
                    </a:cubicBezTo>
                    <a:cubicBezTo>
                      <a:pt x="116" y="60"/>
                      <a:pt x="126" y="74"/>
                      <a:pt x="110" y="77"/>
                    </a:cubicBezTo>
                    <a:cubicBezTo>
                      <a:pt x="92" y="81"/>
                      <a:pt x="85" y="55"/>
                      <a:pt x="77" y="44"/>
                    </a:cubicBezTo>
                    <a:cubicBezTo>
                      <a:pt x="66" y="48"/>
                      <a:pt x="38" y="59"/>
                      <a:pt x="33" y="40"/>
                    </a:cubicBezTo>
                    <a:cubicBezTo>
                      <a:pt x="30" y="28"/>
                      <a:pt x="44" y="30"/>
                      <a:pt x="42" y="20"/>
                    </a:cubicBezTo>
                    <a:cubicBezTo>
                      <a:pt x="41" y="14"/>
                      <a:pt x="29" y="4"/>
                      <a:pt x="24" y="0"/>
                    </a:cubicBezTo>
                    <a:cubicBezTo>
                      <a:pt x="0" y="11"/>
                      <a:pt x="12" y="46"/>
                      <a:pt x="24" y="60"/>
                    </a:cubicBezTo>
                    <a:cubicBezTo>
                      <a:pt x="41" y="79"/>
                      <a:pt x="63" y="78"/>
                      <a:pt x="86" y="82"/>
                    </a:cubicBezTo>
                    <a:cubicBezTo>
                      <a:pt x="107" y="85"/>
                      <a:pt x="122" y="94"/>
                      <a:pt x="142" y="80"/>
                    </a:cubicBezTo>
                    <a:cubicBezTo>
                      <a:pt x="145" y="77"/>
                      <a:pt x="158" y="64"/>
                      <a:pt x="157" y="60"/>
                    </a:cubicBezTo>
                    <a:cubicBezTo>
                      <a:pt x="154" y="49"/>
                      <a:pt x="139" y="53"/>
                      <a:pt x="130" y="5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0" name="Freeform 1462">
                <a:extLst>
                  <a:ext uri="{FF2B5EF4-FFF2-40B4-BE49-F238E27FC236}">
                    <a16:creationId xmlns:a16="http://schemas.microsoft.com/office/drawing/2014/main" id="{9078EBD7-D3C5-4043-A8AC-A9945688C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129"/>
                <a:ext cx="59" cy="30"/>
              </a:xfrm>
              <a:custGeom>
                <a:avLst/>
                <a:gdLst>
                  <a:gd name="T0" fmla="*/ 8 w 80"/>
                  <a:gd name="T1" fmla="*/ 0 h 41"/>
                  <a:gd name="T2" fmla="*/ 4 w 80"/>
                  <a:gd name="T3" fmla="*/ 11 h 41"/>
                  <a:gd name="T4" fmla="*/ 13 w 80"/>
                  <a:gd name="T5" fmla="*/ 8 h 41"/>
                  <a:gd name="T6" fmla="*/ 14 w 80"/>
                  <a:gd name="T7" fmla="*/ 15 h 41"/>
                  <a:gd name="T8" fmla="*/ 30 w 80"/>
                  <a:gd name="T9" fmla="*/ 4 h 41"/>
                  <a:gd name="T10" fmla="*/ 11 w 80"/>
                  <a:gd name="T11" fmla="*/ 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41">
                    <a:moveTo>
                      <a:pt x="21" y="0"/>
                    </a:moveTo>
                    <a:cubicBezTo>
                      <a:pt x="15" y="3"/>
                      <a:pt x="0" y="21"/>
                      <a:pt x="10" y="28"/>
                    </a:cubicBezTo>
                    <a:cubicBezTo>
                      <a:pt x="15" y="32"/>
                      <a:pt x="28" y="21"/>
                      <a:pt x="34" y="20"/>
                    </a:cubicBezTo>
                    <a:cubicBezTo>
                      <a:pt x="33" y="26"/>
                      <a:pt x="36" y="33"/>
                      <a:pt x="35" y="39"/>
                    </a:cubicBezTo>
                    <a:cubicBezTo>
                      <a:pt x="45" y="41"/>
                      <a:pt x="80" y="26"/>
                      <a:pt x="74" y="11"/>
                    </a:cubicBezTo>
                    <a:cubicBezTo>
                      <a:pt x="72" y="5"/>
                      <a:pt x="36" y="3"/>
                      <a:pt x="28" y="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1" name="Freeform 1463">
                <a:extLst>
                  <a:ext uri="{FF2B5EF4-FFF2-40B4-BE49-F238E27FC236}">
                    <a16:creationId xmlns:a16="http://schemas.microsoft.com/office/drawing/2014/main" id="{6DB2290A-3AC1-4423-9AD1-5E63F4C6B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062"/>
                <a:ext cx="56" cy="52"/>
              </a:xfrm>
              <a:custGeom>
                <a:avLst/>
                <a:gdLst>
                  <a:gd name="T0" fmla="*/ 16 w 76"/>
                  <a:gd name="T1" fmla="*/ 0 h 71"/>
                  <a:gd name="T2" fmla="*/ 19 w 76"/>
                  <a:gd name="T3" fmla="*/ 24 h 71"/>
                  <a:gd name="T4" fmla="*/ 23 w 76"/>
                  <a:gd name="T5" fmla="*/ 1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71">
                    <a:moveTo>
                      <a:pt x="41" y="0"/>
                    </a:moveTo>
                    <a:cubicBezTo>
                      <a:pt x="37" y="16"/>
                      <a:pt x="0" y="71"/>
                      <a:pt x="48" y="62"/>
                    </a:cubicBezTo>
                    <a:cubicBezTo>
                      <a:pt x="76" y="57"/>
                      <a:pt x="76" y="19"/>
                      <a:pt x="57" y="3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2" name="Freeform 1464">
                <a:extLst>
                  <a:ext uri="{FF2B5EF4-FFF2-40B4-BE49-F238E27FC236}">
                    <a16:creationId xmlns:a16="http://schemas.microsoft.com/office/drawing/2014/main" id="{E01E7336-F533-4281-A00F-F0719612C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1166"/>
                <a:ext cx="73" cy="92"/>
              </a:xfrm>
              <a:custGeom>
                <a:avLst/>
                <a:gdLst>
                  <a:gd name="T0" fmla="*/ 11 w 100"/>
                  <a:gd name="T1" fmla="*/ 25 h 126"/>
                  <a:gd name="T2" fmla="*/ 6 w 100"/>
                  <a:gd name="T3" fmla="*/ 30 h 126"/>
                  <a:gd name="T4" fmla="*/ 12 w 100"/>
                  <a:gd name="T5" fmla="*/ 13 h 126"/>
                  <a:gd name="T6" fmla="*/ 19 w 100"/>
                  <a:gd name="T7" fmla="*/ 0 h 126"/>
                  <a:gd name="T8" fmla="*/ 0 w 100"/>
                  <a:gd name="T9" fmla="*/ 49 h 126"/>
                  <a:gd name="T10" fmla="*/ 15 w 100"/>
                  <a:gd name="T11" fmla="*/ 37 h 126"/>
                  <a:gd name="T12" fmla="*/ 23 w 100"/>
                  <a:gd name="T13" fmla="*/ 20 h 126"/>
                  <a:gd name="T14" fmla="*/ 11 w 100"/>
                  <a:gd name="T15" fmla="*/ 27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126">
                    <a:moveTo>
                      <a:pt x="28" y="64"/>
                    </a:moveTo>
                    <a:cubicBezTo>
                      <a:pt x="26" y="71"/>
                      <a:pt x="22" y="76"/>
                      <a:pt x="15" y="77"/>
                    </a:cubicBezTo>
                    <a:cubicBezTo>
                      <a:pt x="13" y="64"/>
                      <a:pt x="25" y="46"/>
                      <a:pt x="30" y="34"/>
                    </a:cubicBezTo>
                    <a:cubicBezTo>
                      <a:pt x="35" y="20"/>
                      <a:pt x="35" y="10"/>
                      <a:pt x="48" y="0"/>
                    </a:cubicBezTo>
                    <a:cubicBezTo>
                      <a:pt x="100" y="36"/>
                      <a:pt x="49" y="122"/>
                      <a:pt x="0" y="126"/>
                    </a:cubicBezTo>
                    <a:cubicBezTo>
                      <a:pt x="1" y="107"/>
                      <a:pt x="23" y="104"/>
                      <a:pt x="37" y="95"/>
                    </a:cubicBezTo>
                    <a:cubicBezTo>
                      <a:pt x="55" y="83"/>
                      <a:pt x="56" y="72"/>
                      <a:pt x="59" y="51"/>
                    </a:cubicBezTo>
                    <a:cubicBezTo>
                      <a:pt x="45" y="49"/>
                      <a:pt x="35" y="58"/>
                      <a:pt x="28" y="69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3" name="Freeform 1465">
                <a:extLst>
                  <a:ext uri="{FF2B5EF4-FFF2-40B4-BE49-F238E27FC236}">
                    <a16:creationId xmlns:a16="http://schemas.microsoft.com/office/drawing/2014/main" id="{3A1EBB9F-E491-4E69-96E9-41DF8D871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187"/>
                <a:ext cx="75" cy="94"/>
              </a:xfrm>
              <a:custGeom>
                <a:avLst/>
                <a:gdLst>
                  <a:gd name="T0" fmla="*/ 32 w 103"/>
                  <a:gd name="T1" fmla="*/ 19 h 128"/>
                  <a:gd name="T2" fmla="*/ 17 w 103"/>
                  <a:gd name="T3" fmla="*/ 32 h 128"/>
                  <a:gd name="T4" fmla="*/ 26 w 103"/>
                  <a:gd name="T5" fmla="*/ 47 h 128"/>
                  <a:gd name="T6" fmla="*/ 7 w 103"/>
                  <a:gd name="T7" fmla="*/ 42 h 128"/>
                  <a:gd name="T8" fmla="*/ 8 w 103"/>
                  <a:gd name="T9" fmla="*/ 24 h 128"/>
                  <a:gd name="T10" fmla="*/ 40 w 103"/>
                  <a:gd name="T11" fmla="*/ 19 h 128"/>
                  <a:gd name="T12" fmla="*/ 29 w 103"/>
                  <a:gd name="T13" fmla="*/ 21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128">
                    <a:moveTo>
                      <a:pt x="82" y="49"/>
                    </a:moveTo>
                    <a:cubicBezTo>
                      <a:pt x="64" y="49"/>
                      <a:pt x="48" y="65"/>
                      <a:pt x="44" y="82"/>
                    </a:cubicBezTo>
                    <a:cubicBezTo>
                      <a:pt x="38" y="108"/>
                      <a:pt x="57" y="102"/>
                      <a:pt x="69" y="119"/>
                    </a:cubicBezTo>
                    <a:cubicBezTo>
                      <a:pt x="60" y="128"/>
                      <a:pt x="24" y="113"/>
                      <a:pt x="16" y="106"/>
                    </a:cubicBezTo>
                    <a:cubicBezTo>
                      <a:pt x="0" y="92"/>
                      <a:pt x="7" y="74"/>
                      <a:pt x="20" y="60"/>
                    </a:cubicBezTo>
                    <a:cubicBezTo>
                      <a:pt x="33" y="44"/>
                      <a:pt x="102" y="0"/>
                      <a:pt x="103" y="48"/>
                    </a:cubicBezTo>
                    <a:cubicBezTo>
                      <a:pt x="94" y="52"/>
                      <a:pt x="84" y="56"/>
                      <a:pt x="75" y="53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4" name="Freeform 1466">
                <a:extLst>
                  <a:ext uri="{FF2B5EF4-FFF2-40B4-BE49-F238E27FC236}">
                    <a16:creationId xmlns:a16="http://schemas.microsoft.com/office/drawing/2014/main" id="{55193B79-010E-453E-9AFE-117228864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073"/>
                <a:ext cx="184" cy="129"/>
              </a:xfrm>
              <a:custGeom>
                <a:avLst/>
                <a:gdLst>
                  <a:gd name="T0" fmla="*/ 79 w 250"/>
                  <a:gd name="T1" fmla="*/ 27 h 176"/>
                  <a:gd name="T2" fmla="*/ 74 w 250"/>
                  <a:gd name="T3" fmla="*/ 55 h 176"/>
                  <a:gd name="T4" fmla="*/ 49 w 250"/>
                  <a:gd name="T5" fmla="*/ 55 h 176"/>
                  <a:gd name="T6" fmla="*/ 17 w 250"/>
                  <a:gd name="T7" fmla="*/ 66 h 176"/>
                  <a:gd name="T8" fmla="*/ 24 w 250"/>
                  <a:gd name="T9" fmla="*/ 52 h 176"/>
                  <a:gd name="T10" fmla="*/ 45 w 250"/>
                  <a:gd name="T11" fmla="*/ 24 h 176"/>
                  <a:gd name="T12" fmla="*/ 78 w 250"/>
                  <a:gd name="T13" fmla="*/ 31 h 1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0" h="176">
                    <a:moveTo>
                      <a:pt x="199" y="69"/>
                    </a:moveTo>
                    <a:cubicBezTo>
                      <a:pt x="217" y="102"/>
                      <a:pt x="250" y="145"/>
                      <a:pt x="186" y="140"/>
                    </a:cubicBezTo>
                    <a:cubicBezTo>
                      <a:pt x="161" y="138"/>
                      <a:pt x="146" y="136"/>
                      <a:pt x="121" y="141"/>
                    </a:cubicBezTo>
                    <a:cubicBezTo>
                      <a:pt x="95" y="148"/>
                      <a:pt x="68" y="163"/>
                      <a:pt x="42" y="168"/>
                    </a:cubicBezTo>
                    <a:cubicBezTo>
                      <a:pt x="0" y="176"/>
                      <a:pt x="41" y="142"/>
                      <a:pt x="58" y="133"/>
                    </a:cubicBezTo>
                    <a:cubicBezTo>
                      <a:pt x="93" y="112"/>
                      <a:pt x="105" y="99"/>
                      <a:pt x="113" y="61"/>
                    </a:cubicBezTo>
                    <a:cubicBezTo>
                      <a:pt x="127" y="0"/>
                      <a:pt x="178" y="30"/>
                      <a:pt x="195" y="7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5" name="Freeform 1467">
                <a:extLst>
                  <a:ext uri="{FF2B5EF4-FFF2-40B4-BE49-F238E27FC236}">
                    <a16:creationId xmlns:a16="http://schemas.microsoft.com/office/drawing/2014/main" id="{B8CE72B7-5229-4FE6-8187-D883B636B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1098"/>
                <a:ext cx="60" cy="43"/>
              </a:xfrm>
              <a:custGeom>
                <a:avLst/>
                <a:gdLst>
                  <a:gd name="T0" fmla="*/ 12 w 82"/>
                  <a:gd name="T1" fmla="*/ 0 h 58"/>
                  <a:gd name="T2" fmla="*/ 1 w 82"/>
                  <a:gd name="T3" fmla="*/ 14 h 58"/>
                  <a:gd name="T4" fmla="*/ 12 w 82"/>
                  <a:gd name="T5" fmla="*/ 22 h 58"/>
                  <a:gd name="T6" fmla="*/ 26 w 82"/>
                  <a:gd name="T7" fmla="*/ 16 h 58"/>
                  <a:gd name="T8" fmla="*/ 14 w 82"/>
                  <a:gd name="T9" fmla="*/ 1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58">
                    <a:moveTo>
                      <a:pt x="30" y="0"/>
                    </a:moveTo>
                    <a:cubicBezTo>
                      <a:pt x="13" y="8"/>
                      <a:pt x="0" y="11"/>
                      <a:pt x="1" y="35"/>
                    </a:cubicBezTo>
                    <a:cubicBezTo>
                      <a:pt x="2" y="58"/>
                      <a:pt x="12" y="57"/>
                      <a:pt x="31" y="54"/>
                    </a:cubicBezTo>
                    <a:cubicBezTo>
                      <a:pt x="43" y="53"/>
                      <a:pt x="60" y="50"/>
                      <a:pt x="67" y="39"/>
                    </a:cubicBezTo>
                    <a:cubicBezTo>
                      <a:pt x="82" y="14"/>
                      <a:pt x="55" y="8"/>
                      <a:pt x="36" y="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6" name="Freeform 1468">
                <a:extLst>
                  <a:ext uri="{FF2B5EF4-FFF2-40B4-BE49-F238E27FC236}">
                    <a16:creationId xmlns:a16="http://schemas.microsoft.com/office/drawing/2014/main" id="{EB2547C5-7977-4BB9-84D3-D6FF7CFE1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1085"/>
                <a:ext cx="67" cy="40"/>
              </a:xfrm>
              <a:custGeom>
                <a:avLst/>
                <a:gdLst>
                  <a:gd name="T0" fmla="*/ 36 w 91"/>
                  <a:gd name="T1" fmla="*/ 5 h 55"/>
                  <a:gd name="T2" fmla="*/ 19 w 91"/>
                  <a:gd name="T3" fmla="*/ 17 h 55"/>
                  <a:gd name="T4" fmla="*/ 10 w 91"/>
                  <a:gd name="T5" fmla="*/ 10 h 55"/>
                  <a:gd name="T6" fmla="*/ 0 w 91"/>
                  <a:gd name="T7" fmla="*/ 7 h 55"/>
                  <a:gd name="T8" fmla="*/ 20 w 91"/>
                  <a:gd name="T9" fmla="*/ 9 h 55"/>
                  <a:gd name="T10" fmla="*/ 35 w 91"/>
                  <a:gd name="T11" fmla="*/ 4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55">
                    <a:moveTo>
                      <a:pt x="89" y="13"/>
                    </a:moveTo>
                    <a:cubicBezTo>
                      <a:pt x="91" y="37"/>
                      <a:pt x="67" y="55"/>
                      <a:pt x="47" y="44"/>
                    </a:cubicBezTo>
                    <a:cubicBezTo>
                      <a:pt x="39" y="40"/>
                      <a:pt x="35" y="30"/>
                      <a:pt x="25" y="26"/>
                    </a:cubicBezTo>
                    <a:cubicBezTo>
                      <a:pt x="16" y="22"/>
                      <a:pt x="8" y="25"/>
                      <a:pt x="0" y="18"/>
                    </a:cubicBezTo>
                    <a:cubicBezTo>
                      <a:pt x="12" y="0"/>
                      <a:pt x="34" y="21"/>
                      <a:pt x="49" y="25"/>
                    </a:cubicBezTo>
                    <a:cubicBezTo>
                      <a:pt x="72" y="30"/>
                      <a:pt x="72" y="18"/>
                      <a:pt x="87" y="9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7" name="Freeform 1469">
                <a:extLst>
                  <a:ext uri="{FF2B5EF4-FFF2-40B4-BE49-F238E27FC236}">
                    <a16:creationId xmlns:a16="http://schemas.microsoft.com/office/drawing/2014/main" id="{A9A9FBCD-0777-499E-8B68-4183A3F80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1004"/>
                <a:ext cx="161" cy="83"/>
              </a:xfrm>
              <a:custGeom>
                <a:avLst/>
                <a:gdLst>
                  <a:gd name="T0" fmla="*/ 0 w 220"/>
                  <a:gd name="T1" fmla="*/ 12 h 112"/>
                  <a:gd name="T2" fmla="*/ 8 w 220"/>
                  <a:gd name="T3" fmla="*/ 0 h 112"/>
                  <a:gd name="T4" fmla="*/ 46 w 220"/>
                  <a:gd name="T5" fmla="*/ 25 h 112"/>
                  <a:gd name="T6" fmla="*/ 86 w 220"/>
                  <a:gd name="T7" fmla="*/ 42 h 112"/>
                  <a:gd name="T8" fmla="*/ 56 w 220"/>
                  <a:gd name="T9" fmla="*/ 37 h 112"/>
                  <a:gd name="T10" fmla="*/ 32 w 220"/>
                  <a:gd name="T11" fmla="*/ 39 h 112"/>
                  <a:gd name="T12" fmla="*/ 20 w 220"/>
                  <a:gd name="T13" fmla="*/ 24 h 112"/>
                  <a:gd name="T14" fmla="*/ 7 w 220"/>
                  <a:gd name="T15" fmla="*/ 18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0" h="112">
                    <a:moveTo>
                      <a:pt x="0" y="30"/>
                    </a:moveTo>
                    <a:cubicBezTo>
                      <a:pt x="12" y="25"/>
                      <a:pt x="13" y="9"/>
                      <a:pt x="20" y="0"/>
                    </a:cubicBezTo>
                    <a:cubicBezTo>
                      <a:pt x="30" y="40"/>
                      <a:pt x="81" y="56"/>
                      <a:pt x="117" y="62"/>
                    </a:cubicBezTo>
                    <a:cubicBezTo>
                      <a:pt x="146" y="68"/>
                      <a:pt x="217" y="59"/>
                      <a:pt x="220" y="102"/>
                    </a:cubicBezTo>
                    <a:cubicBezTo>
                      <a:pt x="201" y="112"/>
                      <a:pt x="165" y="92"/>
                      <a:pt x="143" y="91"/>
                    </a:cubicBezTo>
                    <a:cubicBezTo>
                      <a:pt x="124" y="90"/>
                      <a:pt x="99" y="100"/>
                      <a:pt x="82" y="96"/>
                    </a:cubicBezTo>
                    <a:cubicBezTo>
                      <a:pt x="60" y="91"/>
                      <a:pt x="66" y="70"/>
                      <a:pt x="51" y="58"/>
                    </a:cubicBezTo>
                    <a:cubicBezTo>
                      <a:pt x="41" y="51"/>
                      <a:pt x="19" y="58"/>
                      <a:pt x="18" y="43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8" name="Freeform 1470">
                <a:extLst>
                  <a:ext uri="{FF2B5EF4-FFF2-40B4-BE49-F238E27FC236}">
                    <a16:creationId xmlns:a16="http://schemas.microsoft.com/office/drawing/2014/main" id="{71A1DA29-F8F1-497C-9880-3A0611473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015"/>
                <a:ext cx="67" cy="52"/>
              </a:xfrm>
              <a:custGeom>
                <a:avLst/>
                <a:gdLst>
                  <a:gd name="T0" fmla="*/ 9 w 91"/>
                  <a:gd name="T1" fmla="*/ 0 h 71"/>
                  <a:gd name="T2" fmla="*/ 7 w 91"/>
                  <a:gd name="T3" fmla="*/ 17 h 71"/>
                  <a:gd name="T4" fmla="*/ 24 w 91"/>
                  <a:gd name="T5" fmla="*/ 28 h 71"/>
                  <a:gd name="T6" fmla="*/ 21 w 91"/>
                  <a:gd name="T7" fmla="*/ 20 h 71"/>
                  <a:gd name="T8" fmla="*/ 12 w 91"/>
                  <a:gd name="T9" fmla="*/ 4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71">
                    <a:moveTo>
                      <a:pt x="22" y="0"/>
                    </a:moveTo>
                    <a:cubicBezTo>
                      <a:pt x="23" y="22"/>
                      <a:pt x="0" y="20"/>
                      <a:pt x="16" y="42"/>
                    </a:cubicBezTo>
                    <a:cubicBezTo>
                      <a:pt x="21" y="50"/>
                      <a:pt x="49" y="71"/>
                      <a:pt x="59" y="71"/>
                    </a:cubicBezTo>
                    <a:cubicBezTo>
                      <a:pt x="91" y="69"/>
                      <a:pt x="62" y="55"/>
                      <a:pt x="52" y="51"/>
                    </a:cubicBezTo>
                    <a:cubicBezTo>
                      <a:pt x="39" y="44"/>
                      <a:pt x="14" y="28"/>
                      <a:pt x="30" y="1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9" name="Freeform 1471">
                <a:extLst>
                  <a:ext uri="{FF2B5EF4-FFF2-40B4-BE49-F238E27FC236}">
                    <a16:creationId xmlns:a16="http://schemas.microsoft.com/office/drawing/2014/main" id="{074BE72A-6199-4317-8639-EAFBE9F84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981"/>
                <a:ext cx="103" cy="53"/>
              </a:xfrm>
              <a:custGeom>
                <a:avLst/>
                <a:gdLst>
                  <a:gd name="T0" fmla="*/ 38 w 140"/>
                  <a:gd name="T1" fmla="*/ 7 h 73"/>
                  <a:gd name="T2" fmla="*/ 24 w 140"/>
                  <a:gd name="T3" fmla="*/ 25 h 73"/>
                  <a:gd name="T4" fmla="*/ 40 w 140"/>
                  <a:gd name="T5" fmla="*/ 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0" h="73">
                    <a:moveTo>
                      <a:pt x="95" y="16"/>
                    </a:moveTo>
                    <a:cubicBezTo>
                      <a:pt x="55" y="0"/>
                      <a:pt x="0" y="51"/>
                      <a:pt x="60" y="66"/>
                    </a:cubicBezTo>
                    <a:cubicBezTo>
                      <a:pt x="88" y="73"/>
                      <a:pt x="140" y="51"/>
                      <a:pt x="101" y="2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0" name="Freeform 1472">
                <a:extLst>
                  <a:ext uri="{FF2B5EF4-FFF2-40B4-BE49-F238E27FC236}">
                    <a16:creationId xmlns:a16="http://schemas.microsoft.com/office/drawing/2014/main" id="{5E49A688-6123-48DB-BAC8-575F61313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967"/>
                <a:ext cx="47" cy="68"/>
              </a:xfrm>
              <a:custGeom>
                <a:avLst/>
                <a:gdLst>
                  <a:gd name="T0" fmla="*/ 3 w 64"/>
                  <a:gd name="T1" fmla="*/ 4 h 93"/>
                  <a:gd name="T2" fmla="*/ 19 w 64"/>
                  <a:gd name="T3" fmla="*/ 27 h 93"/>
                  <a:gd name="T4" fmla="*/ 3 w 64"/>
                  <a:gd name="T5" fmla="*/ 5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93">
                    <a:moveTo>
                      <a:pt x="7" y="10"/>
                    </a:moveTo>
                    <a:cubicBezTo>
                      <a:pt x="30" y="0"/>
                      <a:pt x="64" y="54"/>
                      <a:pt x="47" y="70"/>
                    </a:cubicBezTo>
                    <a:cubicBezTo>
                      <a:pt x="24" y="93"/>
                      <a:pt x="0" y="28"/>
                      <a:pt x="7" y="1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1" name="Freeform 1473">
                <a:extLst>
                  <a:ext uri="{FF2B5EF4-FFF2-40B4-BE49-F238E27FC236}">
                    <a16:creationId xmlns:a16="http://schemas.microsoft.com/office/drawing/2014/main" id="{E75AC89B-A2E7-4029-BC5E-F4E4FF808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888"/>
                <a:ext cx="62" cy="63"/>
              </a:xfrm>
              <a:custGeom>
                <a:avLst/>
                <a:gdLst>
                  <a:gd name="T0" fmla="*/ 0 w 84"/>
                  <a:gd name="T1" fmla="*/ 0 h 86"/>
                  <a:gd name="T2" fmla="*/ 15 w 84"/>
                  <a:gd name="T3" fmla="*/ 23 h 86"/>
                  <a:gd name="T4" fmla="*/ 34 w 84"/>
                  <a:gd name="T5" fmla="*/ 34 h 86"/>
                  <a:gd name="T6" fmla="*/ 22 w 84"/>
                  <a:gd name="T7" fmla="*/ 18 h 86"/>
                  <a:gd name="T8" fmla="*/ 3 w 84"/>
                  <a:gd name="T9" fmla="*/ 1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86">
                    <a:moveTo>
                      <a:pt x="0" y="0"/>
                    </a:moveTo>
                    <a:cubicBezTo>
                      <a:pt x="27" y="1"/>
                      <a:pt x="28" y="40"/>
                      <a:pt x="36" y="57"/>
                    </a:cubicBezTo>
                    <a:cubicBezTo>
                      <a:pt x="47" y="80"/>
                      <a:pt x="62" y="81"/>
                      <a:pt x="84" y="86"/>
                    </a:cubicBezTo>
                    <a:cubicBezTo>
                      <a:pt x="83" y="73"/>
                      <a:pt x="64" y="56"/>
                      <a:pt x="56" y="45"/>
                    </a:cubicBezTo>
                    <a:cubicBezTo>
                      <a:pt x="42" y="25"/>
                      <a:pt x="29" y="13"/>
                      <a:pt x="7" y="3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2" name="Freeform 1474">
                <a:extLst>
                  <a:ext uri="{FF2B5EF4-FFF2-40B4-BE49-F238E27FC236}">
                    <a16:creationId xmlns:a16="http://schemas.microsoft.com/office/drawing/2014/main" id="{4305399A-4AD5-4B63-ADB4-D142B8C7E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810"/>
                <a:ext cx="49" cy="102"/>
              </a:xfrm>
              <a:custGeom>
                <a:avLst/>
                <a:gdLst>
                  <a:gd name="T0" fmla="*/ 4 w 67"/>
                  <a:gd name="T1" fmla="*/ 11 h 139"/>
                  <a:gd name="T2" fmla="*/ 13 w 67"/>
                  <a:gd name="T3" fmla="*/ 0 h 139"/>
                  <a:gd name="T4" fmla="*/ 17 w 67"/>
                  <a:gd name="T5" fmla="*/ 55 h 139"/>
                  <a:gd name="T6" fmla="*/ 10 w 67"/>
                  <a:gd name="T7" fmla="*/ 23 h 139"/>
                  <a:gd name="T8" fmla="*/ 5 w 67"/>
                  <a:gd name="T9" fmla="*/ 7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39">
                    <a:moveTo>
                      <a:pt x="10" y="27"/>
                    </a:moveTo>
                    <a:cubicBezTo>
                      <a:pt x="20" y="20"/>
                      <a:pt x="23" y="6"/>
                      <a:pt x="34" y="0"/>
                    </a:cubicBezTo>
                    <a:cubicBezTo>
                      <a:pt x="52" y="17"/>
                      <a:pt x="67" y="128"/>
                      <a:pt x="43" y="139"/>
                    </a:cubicBezTo>
                    <a:cubicBezTo>
                      <a:pt x="34" y="112"/>
                      <a:pt x="45" y="83"/>
                      <a:pt x="26" y="58"/>
                    </a:cubicBezTo>
                    <a:cubicBezTo>
                      <a:pt x="14" y="44"/>
                      <a:pt x="0" y="42"/>
                      <a:pt x="14" y="1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3" name="Freeform 1475">
                <a:extLst>
                  <a:ext uri="{FF2B5EF4-FFF2-40B4-BE49-F238E27FC236}">
                    <a16:creationId xmlns:a16="http://schemas.microsoft.com/office/drawing/2014/main" id="{B657ABAF-60B6-4C58-8AEB-DAE4A55A2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783"/>
                <a:ext cx="37" cy="50"/>
              </a:xfrm>
              <a:custGeom>
                <a:avLst/>
                <a:gdLst>
                  <a:gd name="T0" fmla="*/ 0 w 50"/>
                  <a:gd name="T1" fmla="*/ 12 h 67"/>
                  <a:gd name="T2" fmla="*/ 3 w 50"/>
                  <a:gd name="T3" fmla="*/ 28 h 67"/>
                  <a:gd name="T4" fmla="*/ 1 w 50"/>
                  <a:gd name="T5" fmla="*/ 12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7">
                    <a:moveTo>
                      <a:pt x="0" y="30"/>
                    </a:moveTo>
                    <a:cubicBezTo>
                      <a:pt x="25" y="0"/>
                      <a:pt x="50" y="52"/>
                      <a:pt x="7" y="67"/>
                    </a:cubicBezTo>
                    <a:cubicBezTo>
                      <a:pt x="6" y="53"/>
                      <a:pt x="14" y="38"/>
                      <a:pt x="2" y="28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4" name="Freeform 1476">
                <a:extLst>
                  <a:ext uri="{FF2B5EF4-FFF2-40B4-BE49-F238E27FC236}">
                    <a16:creationId xmlns:a16="http://schemas.microsoft.com/office/drawing/2014/main" id="{8236EA44-54D3-416E-B4F7-0A69285E5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766"/>
                <a:ext cx="51" cy="49"/>
              </a:xfrm>
              <a:custGeom>
                <a:avLst/>
                <a:gdLst>
                  <a:gd name="T0" fmla="*/ 5 w 70"/>
                  <a:gd name="T1" fmla="*/ 0 h 66"/>
                  <a:gd name="T2" fmla="*/ 19 w 70"/>
                  <a:gd name="T3" fmla="*/ 20 h 66"/>
                  <a:gd name="T4" fmla="*/ 15 w 70"/>
                  <a:gd name="T5" fmla="*/ 13 h 66"/>
                  <a:gd name="T6" fmla="*/ 8 w 70"/>
                  <a:gd name="T7" fmla="*/ 1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66">
                    <a:moveTo>
                      <a:pt x="13" y="0"/>
                    </a:moveTo>
                    <a:cubicBezTo>
                      <a:pt x="0" y="21"/>
                      <a:pt x="23" y="66"/>
                      <a:pt x="50" y="49"/>
                    </a:cubicBezTo>
                    <a:cubicBezTo>
                      <a:pt x="70" y="37"/>
                      <a:pt x="43" y="37"/>
                      <a:pt x="37" y="32"/>
                    </a:cubicBezTo>
                    <a:cubicBezTo>
                      <a:pt x="28" y="24"/>
                      <a:pt x="26" y="14"/>
                      <a:pt x="20" y="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5" name="Freeform 1477">
                <a:extLst>
                  <a:ext uri="{FF2B5EF4-FFF2-40B4-BE49-F238E27FC236}">
                    <a16:creationId xmlns:a16="http://schemas.microsoft.com/office/drawing/2014/main" id="{10C967CE-8FB2-401F-BD52-DA0BEEAC3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726"/>
                <a:ext cx="53" cy="23"/>
              </a:xfrm>
              <a:custGeom>
                <a:avLst/>
                <a:gdLst>
                  <a:gd name="T0" fmla="*/ 0 w 72"/>
                  <a:gd name="T1" fmla="*/ 5 h 31"/>
                  <a:gd name="T2" fmla="*/ 29 w 72"/>
                  <a:gd name="T3" fmla="*/ 2 h 31"/>
                  <a:gd name="T4" fmla="*/ 15 w 72"/>
                  <a:gd name="T5" fmla="*/ 10 h 31"/>
                  <a:gd name="T6" fmla="*/ 4 w 72"/>
                  <a:gd name="T7" fmla="*/ 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31">
                    <a:moveTo>
                      <a:pt x="0" y="13"/>
                    </a:moveTo>
                    <a:cubicBezTo>
                      <a:pt x="18" y="8"/>
                      <a:pt x="54" y="0"/>
                      <a:pt x="72" y="6"/>
                    </a:cubicBezTo>
                    <a:cubicBezTo>
                      <a:pt x="71" y="9"/>
                      <a:pt x="44" y="25"/>
                      <a:pt x="40" y="26"/>
                    </a:cubicBezTo>
                    <a:cubicBezTo>
                      <a:pt x="23" y="31"/>
                      <a:pt x="19" y="25"/>
                      <a:pt x="9" y="1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6" name="Freeform 1478">
                <a:extLst>
                  <a:ext uri="{FF2B5EF4-FFF2-40B4-BE49-F238E27FC236}">
                    <a16:creationId xmlns:a16="http://schemas.microsoft.com/office/drawing/2014/main" id="{1CC935C7-0094-4B9C-952C-19108E089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721"/>
                <a:ext cx="53" cy="47"/>
              </a:xfrm>
              <a:custGeom>
                <a:avLst/>
                <a:gdLst>
                  <a:gd name="T0" fmla="*/ 21 w 72"/>
                  <a:gd name="T1" fmla="*/ 1 h 65"/>
                  <a:gd name="T2" fmla="*/ 27 w 72"/>
                  <a:gd name="T3" fmla="*/ 1 h 65"/>
                  <a:gd name="T4" fmla="*/ 16 w 72"/>
                  <a:gd name="T5" fmla="*/ 24 h 65"/>
                  <a:gd name="T6" fmla="*/ 22 w 72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65">
                    <a:moveTo>
                      <a:pt x="52" y="3"/>
                    </a:moveTo>
                    <a:cubicBezTo>
                      <a:pt x="56" y="0"/>
                      <a:pt x="62" y="0"/>
                      <a:pt x="67" y="1"/>
                    </a:cubicBezTo>
                    <a:cubicBezTo>
                      <a:pt x="72" y="17"/>
                      <a:pt x="65" y="64"/>
                      <a:pt x="41" y="64"/>
                    </a:cubicBezTo>
                    <a:cubicBezTo>
                      <a:pt x="0" y="65"/>
                      <a:pt x="47" y="9"/>
                      <a:pt x="56" y="0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7" name="Freeform 1479">
                <a:extLst>
                  <a:ext uri="{FF2B5EF4-FFF2-40B4-BE49-F238E27FC236}">
                    <a16:creationId xmlns:a16="http://schemas.microsoft.com/office/drawing/2014/main" id="{813BD9A8-7DE6-4D8D-A406-AC62D4B8F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726"/>
                <a:ext cx="52" cy="31"/>
              </a:xfrm>
              <a:custGeom>
                <a:avLst/>
                <a:gdLst>
                  <a:gd name="T0" fmla="*/ 29 w 70"/>
                  <a:gd name="T1" fmla="*/ 8 h 41"/>
                  <a:gd name="T2" fmla="*/ 2 w 70"/>
                  <a:gd name="T3" fmla="*/ 9 h 41"/>
                  <a:gd name="T4" fmla="*/ 27 w 70"/>
                  <a:gd name="T5" fmla="*/ 1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41">
                    <a:moveTo>
                      <a:pt x="70" y="17"/>
                    </a:moveTo>
                    <a:cubicBezTo>
                      <a:pt x="59" y="13"/>
                      <a:pt x="9" y="0"/>
                      <a:pt x="5" y="21"/>
                    </a:cubicBezTo>
                    <a:cubicBezTo>
                      <a:pt x="0" y="41"/>
                      <a:pt x="57" y="24"/>
                      <a:pt x="66" y="23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8" name="Freeform 1480">
                <a:extLst>
                  <a:ext uri="{FF2B5EF4-FFF2-40B4-BE49-F238E27FC236}">
                    <a16:creationId xmlns:a16="http://schemas.microsoft.com/office/drawing/2014/main" id="{D1EB9099-7908-4D3F-A17C-8FA1C8541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046"/>
                <a:ext cx="58" cy="64"/>
              </a:xfrm>
              <a:custGeom>
                <a:avLst/>
                <a:gdLst>
                  <a:gd name="T0" fmla="*/ 6 w 78"/>
                  <a:gd name="T1" fmla="*/ 0 h 87"/>
                  <a:gd name="T2" fmla="*/ 16 w 78"/>
                  <a:gd name="T3" fmla="*/ 34 h 87"/>
                  <a:gd name="T4" fmla="*/ 9 w 78"/>
                  <a:gd name="T5" fmla="*/ 2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87">
                    <a:moveTo>
                      <a:pt x="15" y="0"/>
                    </a:moveTo>
                    <a:cubicBezTo>
                      <a:pt x="16" y="20"/>
                      <a:pt x="0" y="82"/>
                      <a:pt x="37" y="84"/>
                    </a:cubicBezTo>
                    <a:cubicBezTo>
                      <a:pt x="78" y="87"/>
                      <a:pt x="56" y="5"/>
                      <a:pt x="22" y="5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9" name="Freeform 1481">
                <a:extLst>
                  <a:ext uri="{FF2B5EF4-FFF2-40B4-BE49-F238E27FC236}">
                    <a16:creationId xmlns:a16="http://schemas.microsoft.com/office/drawing/2014/main" id="{FF8B5555-0EF8-4965-91A4-B5ABC47CF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1059"/>
                <a:ext cx="111" cy="93"/>
              </a:xfrm>
              <a:custGeom>
                <a:avLst/>
                <a:gdLst>
                  <a:gd name="T0" fmla="*/ 48 w 151"/>
                  <a:gd name="T1" fmla="*/ 6 h 126"/>
                  <a:gd name="T2" fmla="*/ 37 w 151"/>
                  <a:gd name="T3" fmla="*/ 27 h 126"/>
                  <a:gd name="T4" fmla="*/ 26 w 151"/>
                  <a:gd name="T5" fmla="*/ 18 h 126"/>
                  <a:gd name="T6" fmla="*/ 7 w 151"/>
                  <a:gd name="T7" fmla="*/ 31 h 126"/>
                  <a:gd name="T8" fmla="*/ 5 w 151"/>
                  <a:gd name="T9" fmla="*/ 45 h 126"/>
                  <a:gd name="T10" fmla="*/ 18 w 151"/>
                  <a:gd name="T11" fmla="*/ 42 h 126"/>
                  <a:gd name="T12" fmla="*/ 17 w 151"/>
                  <a:gd name="T13" fmla="*/ 49 h 126"/>
                  <a:gd name="T14" fmla="*/ 46 w 151"/>
                  <a:gd name="T15" fmla="*/ 41 h 126"/>
                  <a:gd name="T16" fmla="*/ 49 w 151"/>
                  <a:gd name="T17" fmla="*/ 4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126">
                    <a:moveTo>
                      <a:pt x="121" y="15"/>
                    </a:moveTo>
                    <a:cubicBezTo>
                      <a:pt x="103" y="0"/>
                      <a:pt x="106" y="60"/>
                      <a:pt x="95" y="68"/>
                    </a:cubicBezTo>
                    <a:cubicBezTo>
                      <a:pt x="87" y="56"/>
                      <a:pt x="79" y="41"/>
                      <a:pt x="64" y="43"/>
                    </a:cubicBezTo>
                    <a:cubicBezTo>
                      <a:pt x="56" y="45"/>
                      <a:pt x="24" y="71"/>
                      <a:pt x="18" y="77"/>
                    </a:cubicBezTo>
                    <a:cubicBezTo>
                      <a:pt x="8" y="87"/>
                      <a:pt x="0" y="104"/>
                      <a:pt x="13" y="112"/>
                    </a:cubicBezTo>
                    <a:cubicBezTo>
                      <a:pt x="24" y="119"/>
                      <a:pt x="33" y="107"/>
                      <a:pt x="46" y="104"/>
                    </a:cubicBezTo>
                    <a:cubicBezTo>
                      <a:pt x="44" y="110"/>
                      <a:pt x="45" y="117"/>
                      <a:pt x="42" y="123"/>
                    </a:cubicBezTo>
                    <a:cubicBezTo>
                      <a:pt x="63" y="126"/>
                      <a:pt x="100" y="116"/>
                      <a:pt x="117" y="101"/>
                    </a:cubicBezTo>
                    <a:cubicBezTo>
                      <a:pt x="140" y="82"/>
                      <a:pt x="151" y="30"/>
                      <a:pt x="123" y="1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0" name="Freeform 1482">
                <a:extLst>
                  <a:ext uri="{FF2B5EF4-FFF2-40B4-BE49-F238E27FC236}">
                    <a16:creationId xmlns:a16="http://schemas.microsoft.com/office/drawing/2014/main" id="{5B0C09CE-EA9F-46D1-80A8-F252D9C74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015"/>
                <a:ext cx="118" cy="75"/>
              </a:xfrm>
              <a:custGeom>
                <a:avLst/>
                <a:gdLst>
                  <a:gd name="T0" fmla="*/ 49 w 160"/>
                  <a:gd name="T1" fmla="*/ 0 h 103"/>
                  <a:gd name="T2" fmla="*/ 15 w 160"/>
                  <a:gd name="T3" fmla="*/ 20 h 103"/>
                  <a:gd name="T4" fmla="*/ 7 w 160"/>
                  <a:gd name="T5" fmla="*/ 32 h 103"/>
                  <a:gd name="T6" fmla="*/ 0 w 160"/>
                  <a:gd name="T7" fmla="*/ 39 h 103"/>
                  <a:gd name="T8" fmla="*/ 34 w 160"/>
                  <a:gd name="T9" fmla="*/ 15 h 103"/>
                  <a:gd name="T10" fmla="*/ 54 w 160"/>
                  <a:gd name="T11" fmla="*/ 2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103">
                    <a:moveTo>
                      <a:pt x="123" y="0"/>
                    </a:moveTo>
                    <a:cubicBezTo>
                      <a:pt x="91" y="0"/>
                      <a:pt x="59" y="27"/>
                      <a:pt x="39" y="51"/>
                    </a:cubicBezTo>
                    <a:cubicBezTo>
                      <a:pt x="32" y="60"/>
                      <a:pt x="28" y="75"/>
                      <a:pt x="19" y="84"/>
                    </a:cubicBezTo>
                    <a:cubicBezTo>
                      <a:pt x="12" y="92"/>
                      <a:pt x="3" y="90"/>
                      <a:pt x="0" y="101"/>
                    </a:cubicBezTo>
                    <a:cubicBezTo>
                      <a:pt x="32" y="103"/>
                      <a:pt x="58" y="53"/>
                      <a:pt x="84" y="39"/>
                    </a:cubicBezTo>
                    <a:cubicBezTo>
                      <a:pt x="95" y="33"/>
                      <a:pt x="160" y="21"/>
                      <a:pt x="134" y="5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1" name="Freeform 1483">
                <a:extLst>
                  <a:ext uri="{FF2B5EF4-FFF2-40B4-BE49-F238E27FC236}">
                    <a16:creationId xmlns:a16="http://schemas.microsoft.com/office/drawing/2014/main" id="{9D83D245-2367-4148-9628-3934DD16A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836"/>
                <a:ext cx="78" cy="137"/>
              </a:xfrm>
              <a:custGeom>
                <a:avLst/>
                <a:gdLst>
                  <a:gd name="T0" fmla="*/ 0 w 105"/>
                  <a:gd name="T1" fmla="*/ 8 h 185"/>
                  <a:gd name="T2" fmla="*/ 4 w 105"/>
                  <a:gd name="T3" fmla="*/ 21 h 185"/>
                  <a:gd name="T4" fmla="*/ 8 w 105"/>
                  <a:gd name="T5" fmla="*/ 40 h 185"/>
                  <a:gd name="T6" fmla="*/ 43 w 105"/>
                  <a:gd name="T7" fmla="*/ 60 h 185"/>
                  <a:gd name="T8" fmla="*/ 14 w 105"/>
                  <a:gd name="T9" fmla="*/ 53 h 185"/>
                  <a:gd name="T10" fmla="*/ 2 w 105"/>
                  <a:gd name="T11" fmla="*/ 75 h 185"/>
                  <a:gd name="T12" fmla="*/ 2 w 105"/>
                  <a:gd name="T13" fmla="*/ 39 h 185"/>
                  <a:gd name="T14" fmla="*/ 1 w 105"/>
                  <a:gd name="T15" fmla="*/ 12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185">
                    <a:moveTo>
                      <a:pt x="0" y="20"/>
                    </a:moveTo>
                    <a:cubicBezTo>
                      <a:pt x="18" y="0"/>
                      <a:pt x="10" y="46"/>
                      <a:pt x="11" y="53"/>
                    </a:cubicBezTo>
                    <a:cubicBezTo>
                      <a:pt x="11" y="65"/>
                      <a:pt x="13" y="89"/>
                      <a:pt x="20" y="99"/>
                    </a:cubicBezTo>
                    <a:cubicBezTo>
                      <a:pt x="39" y="128"/>
                      <a:pt x="95" y="102"/>
                      <a:pt x="105" y="147"/>
                    </a:cubicBezTo>
                    <a:cubicBezTo>
                      <a:pt x="81" y="151"/>
                      <a:pt x="59" y="123"/>
                      <a:pt x="33" y="130"/>
                    </a:cubicBezTo>
                    <a:cubicBezTo>
                      <a:pt x="3" y="138"/>
                      <a:pt x="27" y="177"/>
                      <a:pt x="5" y="185"/>
                    </a:cubicBezTo>
                    <a:cubicBezTo>
                      <a:pt x="1" y="156"/>
                      <a:pt x="7" y="124"/>
                      <a:pt x="6" y="95"/>
                    </a:cubicBezTo>
                    <a:cubicBezTo>
                      <a:pt x="5" y="72"/>
                      <a:pt x="2" y="51"/>
                      <a:pt x="2" y="29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2" name="Freeform 1484">
                <a:extLst>
                  <a:ext uri="{FF2B5EF4-FFF2-40B4-BE49-F238E27FC236}">
                    <a16:creationId xmlns:a16="http://schemas.microsoft.com/office/drawing/2014/main" id="{26DBFB85-3AF1-4BE9-9041-EF8B1FBB2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852"/>
                <a:ext cx="45" cy="137"/>
              </a:xfrm>
              <a:custGeom>
                <a:avLst/>
                <a:gdLst>
                  <a:gd name="T0" fmla="*/ 15 w 62"/>
                  <a:gd name="T1" fmla="*/ 0 h 185"/>
                  <a:gd name="T2" fmla="*/ 5 w 62"/>
                  <a:gd name="T3" fmla="*/ 13 h 185"/>
                  <a:gd name="T4" fmla="*/ 9 w 62"/>
                  <a:gd name="T5" fmla="*/ 30 h 185"/>
                  <a:gd name="T6" fmla="*/ 0 w 62"/>
                  <a:gd name="T7" fmla="*/ 59 h 185"/>
                  <a:gd name="T8" fmla="*/ 7 w 62"/>
                  <a:gd name="T9" fmla="*/ 57 h 185"/>
                  <a:gd name="T10" fmla="*/ 17 w 62"/>
                  <a:gd name="T11" fmla="*/ 75 h 185"/>
                  <a:gd name="T12" fmla="*/ 16 w 62"/>
                  <a:gd name="T13" fmla="*/ 60 h 185"/>
                  <a:gd name="T14" fmla="*/ 10 w 62"/>
                  <a:gd name="T15" fmla="*/ 35 h 185"/>
                  <a:gd name="T16" fmla="*/ 15 w 62"/>
                  <a:gd name="T17" fmla="*/ 1 h 1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185">
                    <a:moveTo>
                      <a:pt x="37" y="0"/>
                    </a:moveTo>
                    <a:cubicBezTo>
                      <a:pt x="33" y="12"/>
                      <a:pt x="14" y="15"/>
                      <a:pt x="13" y="33"/>
                    </a:cubicBezTo>
                    <a:cubicBezTo>
                      <a:pt x="12" y="46"/>
                      <a:pt x="24" y="60"/>
                      <a:pt x="24" y="75"/>
                    </a:cubicBezTo>
                    <a:cubicBezTo>
                      <a:pt x="24" y="100"/>
                      <a:pt x="12" y="125"/>
                      <a:pt x="0" y="145"/>
                    </a:cubicBezTo>
                    <a:cubicBezTo>
                      <a:pt x="7" y="144"/>
                      <a:pt x="11" y="145"/>
                      <a:pt x="17" y="141"/>
                    </a:cubicBezTo>
                    <a:cubicBezTo>
                      <a:pt x="29" y="153"/>
                      <a:pt x="28" y="177"/>
                      <a:pt x="46" y="185"/>
                    </a:cubicBezTo>
                    <a:cubicBezTo>
                      <a:pt x="62" y="173"/>
                      <a:pt x="48" y="161"/>
                      <a:pt x="41" y="148"/>
                    </a:cubicBezTo>
                    <a:cubicBezTo>
                      <a:pt x="33" y="130"/>
                      <a:pt x="28" y="105"/>
                      <a:pt x="26" y="86"/>
                    </a:cubicBezTo>
                    <a:cubicBezTo>
                      <a:pt x="25" y="60"/>
                      <a:pt x="48" y="27"/>
                      <a:pt x="37" y="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3" name="Freeform 1485">
                <a:extLst>
                  <a:ext uri="{FF2B5EF4-FFF2-40B4-BE49-F238E27FC236}">
                    <a16:creationId xmlns:a16="http://schemas.microsoft.com/office/drawing/2014/main" id="{D7679D22-5EF1-4466-A0F8-6B5325F28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956"/>
                <a:ext cx="54" cy="68"/>
              </a:xfrm>
              <a:custGeom>
                <a:avLst/>
                <a:gdLst>
                  <a:gd name="T0" fmla="*/ 30 w 73"/>
                  <a:gd name="T1" fmla="*/ 0 h 92"/>
                  <a:gd name="T2" fmla="*/ 13 w 73"/>
                  <a:gd name="T3" fmla="*/ 17 h 92"/>
                  <a:gd name="T4" fmla="*/ 13 w 73"/>
                  <a:gd name="T5" fmla="*/ 37 h 92"/>
                  <a:gd name="T6" fmla="*/ 27 w 73"/>
                  <a:gd name="T7" fmla="*/ 3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92">
                    <a:moveTo>
                      <a:pt x="73" y="0"/>
                    </a:moveTo>
                    <a:cubicBezTo>
                      <a:pt x="57" y="11"/>
                      <a:pt x="36" y="21"/>
                      <a:pt x="31" y="42"/>
                    </a:cubicBezTo>
                    <a:cubicBezTo>
                      <a:pt x="28" y="57"/>
                      <a:pt x="44" y="85"/>
                      <a:pt x="32" y="92"/>
                    </a:cubicBezTo>
                    <a:cubicBezTo>
                      <a:pt x="0" y="55"/>
                      <a:pt x="22" y="16"/>
                      <a:pt x="65" y="7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4" name="Freeform 1486">
                <a:extLst>
                  <a:ext uri="{FF2B5EF4-FFF2-40B4-BE49-F238E27FC236}">
                    <a16:creationId xmlns:a16="http://schemas.microsoft.com/office/drawing/2014/main" id="{F9BED9C2-12B8-44E9-AF7D-F010356FA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840"/>
                <a:ext cx="68" cy="96"/>
              </a:xfrm>
              <a:custGeom>
                <a:avLst/>
                <a:gdLst>
                  <a:gd name="T0" fmla="*/ 0 w 92"/>
                  <a:gd name="T1" fmla="*/ 11 h 131"/>
                  <a:gd name="T2" fmla="*/ 28 w 92"/>
                  <a:gd name="T3" fmla="*/ 21 h 131"/>
                  <a:gd name="T4" fmla="*/ 35 w 92"/>
                  <a:gd name="T5" fmla="*/ 50 h 131"/>
                  <a:gd name="T6" fmla="*/ 16 w 92"/>
                  <a:gd name="T7" fmla="*/ 32 h 131"/>
                  <a:gd name="T8" fmla="*/ 13 w 92"/>
                  <a:gd name="T9" fmla="*/ 17 h 131"/>
                  <a:gd name="T10" fmla="*/ 5 w 92"/>
                  <a:gd name="T11" fmla="*/ 10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131">
                    <a:moveTo>
                      <a:pt x="0" y="28"/>
                    </a:moveTo>
                    <a:cubicBezTo>
                      <a:pt x="14" y="0"/>
                      <a:pt x="59" y="40"/>
                      <a:pt x="70" y="53"/>
                    </a:cubicBezTo>
                    <a:cubicBezTo>
                      <a:pt x="92" y="76"/>
                      <a:pt x="88" y="96"/>
                      <a:pt x="86" y="127"/>
                    </a:cubicBezTo>
                    <a:cubicBezTo>
                      <a:pt x="68" y="131"/>
                      <a:pt x="41" y="95"/>
                      <a:pt x="38" y="80"/>
                    </a:cubicBezTo>
                    <a:cubicBezTo>
                      <a:pt x="35" y="67"/>
                      <a:pt x="42" y="54"/>
                      <a:pt x="33" y="44"/>
                    </a:cubicBezTo>
                    <a:cubicBezTo>
                      <a:pt x="27" y="37"/>
                      <a:pt x="3" y="40"/>
                      <a:pt x="14" y="2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5" name="Freeform 1487">
                <a:extLst>
                  <a:ext uri="{FF2B5EF4-FFF2-40B4-BE49-F238E27FC236}">
                    <a16:creationId xmlns:a16="http://schemas.microsoft.com/office/drawing/2014/main" id="{4B266AE0-5DF8-42CF-A858-42DC4266D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822"/>
                <a:ext cx="67" cy="103"/>
              </a:xfrm>
              <a:custGeom>
                <a:avLst/>
                <a:gdLst>
                  <a:gd name="T0" fmla="*/ 13 w 91"/>
                  <a:gd name="T1" fmla="*/ 0 h 141"/>
                  <a:gd name="T2" fmla="*/ 15 w 91"/>
                  <a:gd name="T3" fmla="*/ 21 h 141"/>
                  <a:gd name="T4" fmla="*/ 24 w 91"/>
                  <a:gd name="T5" fmla="*/ 34 h 141"/>
                  <a:gd name="T6" fmla="*/ 15 w 91"/>
                  <a:gd name="T7" fmla="*/ 1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41">
                    <a:moveTo>
                      <a:pt x="32" y="0"/>
                    </a:moveTo>
                    <a:cubicBezTo>
                      <a:pt x="60" y="4"/>
                      <a:pt x="34" y="42"/>
                      <a:pt x="36" y="55"/>
                    </a:cubicBezTo>
                    <a:cubicBezTo>
                      <a:pt x="41" y="78"/>
                      <a:pt x="91" y="61"/>
                      <a:pt x="60" y="88"/>
                    </a:cubicBezTo>
                    <a:cubicBezTo>
                      <a:pt x="3" y="141"/>
                      <a:pt x="0" y="14"/>
                      <a:pt x="38" y="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6" name="Freeform 1488">
                <a:extLst>
                  <a:ext uri="{FF2B5EF4-FFF2-40B4-BE49-F238E27FC236}">
                    <a16:creationId xmlns:a16="http://schemas.microsoft.com/office/drawing/2014/main" id="{DCEEB5DC-98CD-4748-8E21-28A9F20EF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933"/>
                <a:ext cx="126" cy="107"/>
              </a:xfrm>
              <a:custGeom>
                <a:avLst/>
                <a:gdLst>
                  <a:gd name="T0" fmla="*/ 57 w 172"/>
                  <a:gd name="T1" fmla="*/ 49 h 145"/>
                  <a:gd name="T2" fmla="*/ 43 w 172"/>
                  <a:gd name="T3" fmla="*/ 44 h 145"/>
                  <a:gd name="T4" fmla="*/ 32 w 172"/>
                  <a:gd name="T5" fmla="*/ 44 h 145"/>
                  <a:gd name="T6" fmla="*/ 14 w 172"/>
                  <a:gd name="T7" fmla="*/ 22 h 145"/>
                  <a:gd name="T8" fmla="*/ 7 w 172"/>
                  <a:gd name="T9" fmla="*/ 30 h 145"/>
                  <a:gd name="T10" fmla="*/ 7 w 172"/>
                  <a:gd name="T11" fmla="*/ 11 h 145"/>
                  <a:gd name="T12" fmla="*/ 39 w 172"/>
                  <a:gd name="T13" fmla="*/ 5 h 145"/>
                  <a:gd name="T14" fmla="*/ 60 w 172"/>
                  <a:gd name="T15" fmla="*/ 34 h 145"/>
                  <a:gd name="T16" fmla="*/ 51 w 172"/>
                  <a:gd name="T17" fmla="*/ 46 h 1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2" h="145">
                    <a:moveTo>
                      <a:pt x="145" y="122"/>
                    </a:moveTo>
                    <a:cubicBezTo>
                      <a:pt x="133" y="121"/>
                      <a:pt x="123" y="112"/>
                      <a:pt x="111" y="110"/>
                    </a:cubicBezTo>
                    <a:cubicBezTo>
                      <a:pt x="104" y="108"/>
                      <a:pt x="88" y="113"/>
                      <a:pt x="81" y="109"/>
                    </a:cubicBezTo>
                    <a:cubicBezTo>
                      <a:pt x="59" y="95"/>
                      <a:pt x="68" y="63"/>
                      <a:pt x="36" y="54"/>
                    </a:cubicBezTo>
                    <a:cubicBezTo>
                      <a:pt x="28" y="65"/>
                      <a:pt x="31" y="85"/>
                      <a:pt x="17" y="76"/>
                    </a:cubicBezTo>
                    <a:cubicBezTo>
                      <a:pt x="0" y="66"/>
                      <a:pt x="11" y="39"/>
                      <a:pt x="19" y="28"/>
                    </a:cubicBezTo>
                    <a:cubicBezTo>
                      <a:pt x="38" y="0"/>
                      <a:pt x="69" y="0"/>
                      <a:pt x="98" y="12"/>
                    </a:cubicBezTo>
                    <a:cubicBezTo>
                      <a:pt x="138" y="27"/>
                      <a:pt x="140" y="49"/>
                      <a:pt x="153" y="85"/>
                    </a:cubicBezTo>
                    <a:cubicBezTo>
                      <a:pt x="166" y="118"/>
                      <a:pt x="172" y="145"/>
                      <a:pt x="129" y="11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7" name="Freeform 1489">
                <a:extLst>
                  <a:ext uri="{FF2B5EF4-FFF2-40B4-BE49-F238E27FC236}">
                    <a16:creationId xmlns:a16="http://schemas.microsoft.com/office/drawing/2014/main" id="{49F3C360-DCDA-4874-8E02-744372832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876"/>
                <a:ext cx="149" cy="46"/>
              </a:xfrm>
              <a:custGeom>
                <a:avLst/>
                <a:gdLst>
                  <a:gd name="T0" fmla="*/ 70 w 202"/>
                  <a:gd name="T1" fmla="*/ 10 h 62"/>
                  <a:gd name="T2" fmla="*/ 62 w 202"/>
                  <a:gd name="T3" fmla="*/ 20 h 62"/>
                  <a:gd name="T4" fmla="*/ 39 w 202"/>
                  <a:gd name="T5" fmla="*/ 20 h 62"/>
                  <a:gd name="T6" fmla="*/ 30 w 202"/>
                  <a:gd name="T7" fmla="*/ 22 h 62"/>
                  <a:gd name="T8" fmla="*/ 22 w 202"/>
                  <a:gd name="T9" fmla="*/ 18 h 62"/>
                  <a:gd name="T10" fmla="*/ 7 w 202"/>
                  <a:gd name="T11" fmla="*/ 23 h 62"/>
                  <a:gd name="T12" fmla="*/ 5 w 202"/>
                  <a:gd name="T13" fmla="*/ 11 h 62"/>
                  <a:gd name="T14" fmla="*/ 25 w 202"/>
                  <a:gd name="T15" fmla="*/ 10 h 62"/>
                  <a:gd name="T16" fmla="*/ 45 w 202"/>
                  <a:gd name="T17" fmla="*/ 5 h 62"/>
                  <a:gd name="T18" fmla="*/ 51 w 202"/>
                  <a:gd name="T19" fmla="*/ 1 h 62"/>
                  <a:gd name="T20" fmla="*/ 69 w 202"/>
                  <a:gd name="T21" fmla="*/ 9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2" h="62">
                    <a:moveTo>
                      <a:pt x="175" y="25"/>
                    </a:moveTo>
                    <a:cubicBezTo>
                      <a:pt x="202" y="38"/>
                      <a:pt x="168" y="50"/>
                      <a:pt x="154" y="50"/>
                    </a:cubicBezTo>
                    <a:cubicBezTo>
                      <a:pt x="135" y="50"/>
                      <a:pt x="116" y="48"/>
                      <a:pt x="98" y="50"/>
                    </a:cubicBezTo>
                    <a:cubicBezTo>
                      <a:pt x="92" y="51"/>
                      <a:pt x="82" y="54"/>
                      <a:pt x="76" y="54"/>
                    </a:cubicBezTo>
                    <a:cubicBezTo>
                      <a:pt x="69" y="54"/>
                      <a:pt x="58" y="45"/>
                      <a:pt x="56" y="45"/>
                    </a:cubicBezTo>
                    <a:cubicBezTo>
                      <a:pt x="43" y="45"/>
                      <a:pt x="31" y="62"/>
                      <a:pt x="16" y="56"/>
                    </a:cubicBezTo>
                    <a:cubicBezTo>
                      <a:pt x="1" y="51"/>
                      <a:pt x="0" y="34"/>
                      <a:pt x="12" y="27"/>
                    </a:cubicBezTo>
                    <a:cubicBezTo>
                      <a:pt x="22" y="23"/>
                      <a:pt x="52" y="25"/>
                      <a:pt x="63" y="25"/>
                    </a:cubicBezTo>
                    <a:cubicBezTo>
                      <a:pt x="83" y="24"/>
                      <a:pt x="95" y="23"/>
                      <a:pt x="113" y="14"/>
                    </a:cubicBezTo>
                    <a:cubicBezTo>
                      <a:pt x="120" y="10"/>
                      <a:pt x="118" y="5"/>
                      <a:pt x="127" y="3"/>
                    </a:cubicBezTo>
                    <a:cubicBezTo>
                      <a:pt x="141" y="0"/>
                      <a:pt x="159" y="16"/>
                      <a:pt x="171" y="21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8" name="Freeform 1490">
                <a:extLst>
                  <a:ext uri="{FF2B5EF4-FFF2-40B4-BE49-F238E27FC236}">
                    <a16:creationId xmlns:a16="http://schemas.microsoft.com/office/drawing/2014/main" id="{6382A9AA-0E8A-4BAD-8F3E-D0CC83FB7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812"/>
                <a:ext cx="60" cy="68"/>
              </a:xfrm>
              <a:custGeom>
                <a:avLst/>
                <a:gdLst>
                  <a:gd name="T0" fmla="*/ 0 w 81"/>
                  <a:gd name="T1" fmla="*/ 0 h 92"/>
                  <a:gd name="T2" fmla="*/ 13 w 81"/>
                  <a:gd name="T3" fmla="*/ 22 h 92"/>
                  <a:gd name="T4" fmla="*/ 33 w 81"/>
                  <a:gd name="T5" fmla="*/ 37 h 92"/>
                  <a:gd name="T6" fmla="*/ 11 w 81"/>
                  <a:gd name="T7" fmla="*/ 28 h 92"/>
                  <a:gd name="T8" fmla="*/ 1 w 81"/>
                  <a:gd name="T9" fmla="*/ 1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92">
                    <a:moveTo>
                      <a:pt x="0" y="0"/>
                    </a:moveTo>
                    <a:cubicBezTo>
                      <a:pt x="27" y="11"/>
                      <a:pt x="19" y="37"/>
                      <a:pt x="33" y="54"/>
                    </a:cubicBezTo>
                    <a:cubicBezTo>
                      <a:pt x="45" y="68"/>
                      <a:pt x="80" y="72"/>
                      <a:pt x="81" y="92"/>
                    </a:cubicBezTo>
                    <a:cubicBezTo>
                      <a:pt x="67" y="91"/>
                      <a:pt x="38" y="81"/>
                      <a:pt x="27" y="70"/>
                    </a:cubicBezTo>
                    <a:cubicBezTo>
                      <a:pt x="8" y="51"/>
                      <a:pt x="24" y="20"/>
                      <a:pt x="2" y="2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9" name="Freeform 1491">
                <a:extLst>
                  <a:ext uri="{FF2B5EF4-FFF2-40B4-BE49-F238E27FC236}">
                    <a16:creationId xmlns:a16="http://schemas.microsoft.com/office/drawing/2014/main" id="{B3843593-211C-445C-A23F-7E921F142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041"/>
                <a:ext cx="72" cy="122"/>
              </a:xfrm>
              <a:custGeom>
                <a:avLst/>
                <a:gdLst>
                  <a:gd name="T0" fmla="*/ 37 w 98"/>
                  <a:gd name="T1" fmla="*/ 0 h 165"/>
                  <a:gd name="T2" fmla="*/ 37 w 98"/>
                  <a:gd name="T3" fmla="*/ 20 h 165"/>
                  <a:gd name="T4" fmla="*/ 27 w 98"/>
                  <a:gd name="T5" fmla="*/ 35 h 165"/>
                  <a:gd name="T6" fmla="*/ 11 w 98"/>
                  <a:gd name="T7" fmla="*/ 64 h 165"/>
                  <a:gd name="T8" fmla="*/ 13 w 98"/>
                  <a:gd name="T9" fmla="*/ 53 h 165"/>
                  <a:gd name="T10" fmla="*/ 22 w 98"/>
                  <a:gd name="T11" fmla="*/ 35 h 165"/>
                  <a:gd name="T12" fmla="*/ 31 w 98"/>
                  <a:gd name="T13" fmla="*/ 18 h 165"/>
                  <a:gd name="T14" fmla="*/ 39 w 98"/>
                  <a:gd name="T15" fmla="*/ 1 h 1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65">
                    <a:moveTo>
                      <a:pt x="93" y="0"/>
                    </a:moveTo>
                    <a:cubicBezTo>
                      <a:pt x="98" y="15"/>
                      <a:pt x="97" y="36"/>
                      <a:pt x="92" y="50"/>
                    </a:cubicBezTo>
                    <a:cubicBezTo>
                      <a:pt x="87" y="64"/>
                      <a:pt x="73" y="74"/>
                      <a:pt x="68" y="86"/>
                    </a:cubicBezTo>
                    <a:cubicBezTo>
                      <a:pt x="58" y="112"/>
                      <a:pt x="70" y="151"/>
                      <a:pt x="29" y="159"/>
                    </a:cubicBezTo>
                    <a:cubicBezTo>
                      <a:pt x="0" y="165"/>
                      <a:pt x="24" y="144"/>
                      <a:pt x="34" y="132"/>
                    </a:cubicBezTo>
                    <a:cubicBezTo>
                      <a:pt x="46" y="117"/>
                      <a:pt x="51" y="104"/>
                      <a:pt x="56" y="86"/>
                    </a:cubicBezTo>
                    <a:cubicBezTo>
                      <a:pt x="61" y="68"/>
                      <a:pt x="69" y="59"/>
                      <a:pt x="77" y="44"/>
                    </a:cubicBezTo>
                    <a:cubicBezTo>
                      <a:pt x="85" y="30"/>
                      <a:pt x="83" y="12"/>
                      <a:pt x="98" y="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0" name="Freeform 1492">
                <a:extLst>
                  <a:ext uri="{FF2B5EF4-FFF2-40B4-BE49-F238E27FC236}">
                    <a16:creationId xmlns:a16="http://schemas.microsoft.com/office/drawing/2014/main" id="{C806A5BD-CC38-4449-B29B-30BF8DF49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784"/>
                <a:ext cx="59" cy="46"/>
              </a:xfrm>
              <a:custGeom>
                <a:avLst/>
                <a:gdLst>
                  <a:gd name="T0" fmla="*/ 32 w 80"/>
                  <a:gd name="T1" fmla="*/ 0 h 62"/>
                  <a:gd name="T2" fmla="*/ 1 w 80"/>
                  <a:gd name="T3" fmla="*/ 25 h 62"/>
                  <a:gd name="T4" fmla="*/ 26 w 80"/>
                  <a:gd name="T5" fmla="*/ 3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62">
                    <a:moveTo>
                      <a:pt x="80" y="0"/>
                    </a:moveTo>
                    <a:cubicBezTo>
                      <a:pt x="56" y="1"/>
                      <a:pt x="0" y="33"/>
                      <a:pt x="1" y="62"/>
                    </a:cubicBezTo>
                    <a:cubicBezTo>
                      <a:pt x="20" y="55"/>
                      <a:pt x="58" y="25"/>
                      <a:pt x="65" y="7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1" name="Freeform 1493">
                <a:extLst>
                  <a:ext uri="{FF2B5EF4-FFF2-40B4-BE49-F238E27FC236}">
                    <a16:creationId xmlns:a16="http://schemas.microsoft.com/office/drawing/2014/main" id="{463581B7-CDF5-42DF-9669-EF2D68BD2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018"/>
                <a:ext cx="96" cy="38"/>
              </a:xfrm>
              <a:custGeom>
                <a:avLst/>
                <a:gdLst>
                  <a:gd name="T0" fmla="*/ 52 w 130"/>
                  <a:gd name="T1" fmla="*/ 13 h 52"/>
                  <a:gd name="T2" fmla="*/ 28 w 130"/>
                  <a:gd name="T3" fmla="*/ 1 h 52"/>
                  <a:gd name="T4" fmla="*/ 0 w 130"/>
                  <a:gd name="T5" fmla="*/ 5 h 52"/>
                  <a:gd name="T6" fmla="*/ 12 w 130"/>
                  <a:gd name="T7" fmla="*/ 15 h 52"/>
                  <a:gd name="T8" fmla="*/ 27 w 130"/>
                  <a:gd name="T9" fmla="*/ 15 h 52"/>
                  <a:gd name="T10" fmla="*/ 38 w 130"/>
                  <a:gd name="T11" fmla="*/ 13 h 52"/>
                  <a:gd name="T12" fmla="*/ 52 w 130"/>
                  <a:gd name="T13" fmla="*/ 1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52">
                    <a:moveTo>
                      <a:pt x="130" y="34"/>
                    </a:moveTo>
                    <a:cubicBezTo>
                      <a:pt x="111" y="19"/>
                      <a:pt x="96" y="2"/>
                      <a:pt x="70" y="1"/>
                    </a:cubicBezTo>
                    <a:cubicBezTo>
                      <a:pt x="52" y="0"/>
                      <a:pt x="11" y="0"/>
                      <a:pt x="0" y="14"/>
                    </a:cubicBezTo>
                    <a:cubicBezTo>
                      <a:pt x="6" y="22"/>
                      <a:pt x="20" y="31"/>
                      <a:pt x="28" y="37"/>
                    </a:cubicBezTo>
                    <a:cubicBezTo>
                      <a:pt x="47" y="52"/>
                      <a:pt x="48" y="48"/>
                      <a:pt x="66" y="39"/>
                    </a:cubicBezTo>
                    <a:cubicBezTo>
                      <a:pt x="82" y="31"/>
                      <a:pt x="80" y="31"/>
                      <a:pt x="96" y="34"/>
                    </a:cubicBezTo>
                    <a:cubicBezTo>
                      <a:pt x="109" y="37"/>
                      <a:pt x="119" y="47"/>
                      <a:pt x="130" y="34"/>
                    </a:cubicBezTo>
                  </a:path>
                </a:pathLst>
              </a:custGeom>
              <a:solidFill>
                <a:srgbClr val="F4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2" name="Freeform 1494">
                <a:extLst>
                  <a:ext uri="{FF2B5EF4-FFF2-40B4-BE49-F238E27FC236}">
                    <a16:creationId xmlns:a16="http://schemas.microsoft.com/office/drawing/2014/main" id="{E81436FA-0EAF-4C1C-835C-C568B6AF3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940"/>
                <a:ext cx="70" cy="60"/>
              </a:xfrm>
              <a:custGeom>
                <a:avLst/>
                <a:gdLst>
                  <a:gd name="T0" fmla="*/ 0 w 95"/>
                  <a:gd name="T1" fmla="*/ 1 h 81"/>
                  <a:gd name="T2" fmla="*/ 26 w 95"/>
                  <a:gd name="T3" fmla="*/ 7 h 81"/>
                  <a:gd name="T4" fmla="*/ 35 w 95"/>
                  <a:gd name="T5" fmla="*/ 33 h 81"/>
                  <a:gd name="T6" fmla="*/ 4 w 95"/>
                  <a:gd name="T7" fmla="*/ 3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81">
                    <a:moveTo>
                      <a:pt x="0" y="2"/>
                    </a:moveTo>
                    <a:cubicBezTo>
                      <a:pt x="25" y="2"/>
                      <a:pt x="45" y="0"/>
                      <a:pt x="64" y="17"/>
                    </a:cubicBezTo>
                    <a:cubicBezTo>
                      <a:pt x="80" y="31"/>
                      <a:pt x="95" y="61"/>
                      <a:pt x="87" y="81"/>
                    </a:cubicBezTo>
                    <a:cubicBezTo>
                      <a:pt x="89" y="36"/>
                      <a:pt x="44" y="14"/>
                      <a:pt x="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3" name="Freeform 1495">
                <a:extLst>
                  <a:ext uri="{FF2B5EF4-FFF2-40B4-BE49-F238E27FC236}">
                    <a16:creationId xmlns:a16="http://schemas.microsoft.com/office/drawing/2014/main" id="{63F6BD4F-91BD-4D90-9DA1-AF1B6439C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958"/>
                <a:ext cx="25" cy="41"/>
              </a:xfrm>
              <a:custGeom>
                <a:avLst/>
                <a:gdLst>
                  <a:gd name="T0" fmla="*/ 0 w 34"/>
                  <a:gd name="T1" fmla="*/ 0 h 56"/>
                  <a:gd name="T2" fmla="*/ 13 w 34"/>
                  <a:gd name="T3" fmla="*/ 22 h 56"/>
                  <a:gd name="T4" fmla="*/ 0 w 34"/>
                  <a:gd name="T5" fmla="*/ 3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6">
                    <a:moveTo>
                      <a:pt x="0" y="0"/>
                    </a:moveTo>
                    <a:cubicBezTo>
                      <a:pt x="14" y="12"/>
                      <a:pt x="34" y="36"/>
                      <a:pt x="32" y="56"/>
                    </a:cubicBezTo>
                    <a:cubicBezTo>
                      <a:pt x="34" y="42"/>
                      <a:pt x="14" y="13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4" name="Freeform 1496">
                <a:extLst>
                  <a:ext uri="{FF2B5EF4-FFF2-40B4-BE49-F238E27FC236}">
                    <a16:creationId xmlns:a16="http://schemas.microsoft.com/office/drawing/2014/main" id="{6CF0C2E3-F38D-42F7-9DAD-C63933462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1243"/>
                <a:ext cx="76" cy="15"/>
              </a:xfrm>
              <a:custGeom>
                <a:avLst/>
                <a:gdLst>
                  <a:gd name="T0" fmla="*/ 41 w 104"/>
                  <a:gd name="T1" fmla="*/ 4 h 21"/>
                  <a:gd name="T2" fmla="*/ 18 w 104"/>
                  <a:gd name="T3" fmla="*/ 6 h 21"/>
                  <a:gd name="T4" fmla="*/ 0 w 104"/>
                  <a:gd name="T5" fmla="*/ 1 h 21"/>
                  <a:gd name="T6" fmla="*/ 37 w 104"/>
                  <a:gd name="T7" fmla="*/ 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21">
                    <a:moveTo>
                      <a:pt x="104" y="11"/>
                    </a:moveTo>
                    <a:cubicBezTo>
                      <a:pt x="85" y="13"/>
                      <a:pt x="65" y="17"/>
                      <a:pt x="46" y="15"/>
                    </a:cubicBezTo>
                    <a:cubicBezTo>
                      <a:pt x="29" y="13"/>
                      <a:pt x="16" y="5"/>
                      <a:pt x="0" y="1"/>
                    </a:cubicBezTo>
                    <a:cubicBezTo>
                      <a:pt x="28" y="0"/>
                      <a:pt x="71" y="21"/>
                      <a:pt x="95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5" name="Freeform 1497">
                <a:extLst>
                  <a:ext uri="{FF2B5EF4-FFF2-40B4-BE49-F238E27FC236}">
                    <a16:creationId xmlns:a16="http://schemas.microsoft.com/office/drawing/2014/main" id="{699A0F01-5301-47A9-9B07-434685BB8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855"/>
                <a:ext cx="47" cy="64"/>
              </a:xfrm>
              <a:custGeom>
                <a:avLst/>
                <a:gdLst>
                  <a:gd name="T0" fmla="*/ 0 w 64"/>
                  <a:gd name="T1" fmla="*/ 1 h 86"/>
                  <a:gd name="T2" fmla="*/ 24 w 64"/>
                  <a:gd name="T3" fmla="*/ 36 h 86"/>
                  <a:gd name="T4" fmla="*/ 4 w 64"/>
                  <a:gd name="T5" fmla="*/ 6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86">
                    <a:moveTo>
                      <a:pt x="0" y="4"/>
                    </a:moveTo>
                    <a:cubicBezTo>
                      <a:pt x="37" y="0"/>
                      <a:pt x="61" y="60"/>
                      <a:pt x="61" y="86"/>
                    </a:cubicBezTo>
                    <a:cubicBezTo>
                      <a:pt x="64" y="60"/>
                      <a:pt x="39" y="14"/>
                      <a:pt x="1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6" name="Freeform 1498">
                <a:extLst>
                  <a:ext uri="{FF2B5EF4-FFF2-40B4-BE49-F238E27FC236}">
                    <a16:creationId xmlns:a16="http://schemas.microsoft.com/office/drawing/2014/main" id="{83C3E2FE-D708-436F-9CEF-AF8518452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096"/>
                <a:ext cx="51" cy="75"/>
              </a:xfrm>
              <a:custGeom>
                <a:avLst/>
                <a:gdLst>
                  <a:gd name="T0" fmla="*/ 0 w 69"/>
                  <a:gd name="T1" fmla="*/ 0 h 102"/>
                  <a:gd name="T2" fmla="*/ 17 w 69"/>
                  <a:gd name="T3" fmla="*/ 18 h 102"/>
                  <a:gd name="T4" fmla="*/ 26 w 69"/>
                  <a:gd name="T5" fmla="*/ 40 h 102"/>
                  <a:gd name="T6" fmla="*/ 13 w 69"/>
                  <a:gd name="T7" fmla="*/ 18 h 102"/>
                  <a:gd name="T8" fmla="*/ 1 w 69"/>
                  <a:gd name="T9" fmla="*/ 1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102">
                    <a:moveTo>
                      <a:pt x="0" y="0"/>
                    </a:moveTo>
                    <a:cubicBezTo>
                      <a:pt x="22" y="5"/>
                      <a:pt x="31" y="26"/>
                      <a:pt x="42" y="44"/>
                    </a:cubicBezTo>
                    <a:cubicBezTo>
                      <a:pt x="53" y="62"/>
                      <a:pt x="69" y="79"/>
                      <a:pt x="65" y="102"/>
                    </a:cubicBezTo>
                    <a:cubicBezTo>
                      <a:pt x="53" y="89"/>
                      <a:pt x="44" y="60"/>
                      <a:pt x="34" y="44"/>
                    </a:cubicBezTo>
                    <a:cubicBezTo>
                      <a:pt x="26" y="32"/>
                      <a:pt x="18" y="5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7" name="Freeform 1499">
                <a:extLst>
                  <a:ext uri="{FF2B5EF4-FFF2-40B4-BE49-F238E27FC236}">
                    <a16:creationId xmlns:a16="http://schemas.microsoft.com/office/drawing/2014/main" id="{64E4B1F3-FE3B-4F3A-829A-D629FE4C8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869"/>
                <a:ext cx="27" cy="107"/>
              </a:xfrm>
              <a:custGeom>
                <a:avLst/>
                <a:gdLst>
                  <a:gd name="T0" fmla="*/ 0 w 36"/>
                  <a:gd name="T1" fmla="*/ 3 h 144"/>
                  <a:gd name="T2" fmla="*/ 8 w 36"/>
                  <a:gd name="T3" fmla="*/ 31 h 144"/>
                  <a:gd name="T4" fmla="*/ 10 w 36"/>
                  <a:gd name="T5" fmla="*/ 47 h 144"/>
                  <a:gd name="T6" fmla="*/ 14 w 36"/>
                  <a:gd name="T7" fmla="*/ 59 h 144"/>
                  <a:gd name="T8" fmla="*/ 9 w 36"/>
                  <a:gd name="T9" fmla="*/ 33 h 144"/>
                  <a:gd name="T10" fmla="*/ 2 w 36"/>
                  <a:gd name="T11" fmla="*/ 3 h 1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44">
                    <a:moveTo>
                      <a:pt x="0" y="8"/>
                    </a:moveTo>
                    <a:cubicBezTo>
                      <a:pt x="24" y="0"/>
                      <a:pt x="18" y="64"/>
                      <a:pt x="17" y="77"/>
                    </a:cubicBezTo>
                    <a:cubicBezTo>
                      <a:pt x="15" y="93"/>
                      <a:pt x="16" y="100"/>
                      <a:pt x="23" y="114"/>
                    </a:cubicBezTo>
                    <a:cubicBezTo>
                      <a:pt x="28" y="124"/>
                      <a:pt x="36" y="131"/>
                      <a:pt x="33" y="144"/>
                    </a:cubicBezTo>
                    <a:cubicBezTo>
                      <a:pt x="18" y="121"/>
                      <a:pt x="15" y="104"/>
                      <a:pt x="21" y="79"/>
                    </a:cubicBezTo>
                    <a:cubicBezTo>
                      <a:pt x="27" y="53"/>
                      <a:pt x="29" y="26"/>
                      <a:pt x="5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8" name="Freeform 1500">
                <a:extLst>
                  <a:ext uri="{FF2B5EF4-FFF2-40B4-BE49-F238E27FC236}">
                    <a16:creationId xmlns:a16="http://schemas.microsoft.com/office/drawing/2014/main" id="{02A1C2DA-E260-4CE0-B937-20FAD10F1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912"/>
                <a:ext cx="61" cy="64"/>
              </a:xfrm>
              <a:custGeom>
                <a:avLst/>
                <a:gdLst>
                  <a:gd name="T0" fmla="*/ 33 w 83"/>
                  <a:gd name="T1" fmla="*/ 0 h 87"/>
                  <a:gd name="T2" fmla="*/ 10 w 83"/>
                  <a:gd name="T3" fmla="*/ 35 h 87"/>
                  <a:gd name="T4" fmla="*/ 16 w 83"/>
                  <a:gd name="T5" fmla="*/ 13 h 87"/>
                  <a:gd name="T6" fmla="*/ 31 w 83"/>
                  <a:gd name="T7" fmla="*/ 2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87">
                    <a:moveTo>
                      <a:pt x="83" y="0"/>
                    </a:moveTo>
                    <a:cubicBezTo>
                      <a:pt x="63" y="17"/>
                      <a:pt x="0" y="53"/>
                      <a:pt x="24" y="87"/>
                    </a:cubicBezTo>
                    <a:cubicBezTo>
                      <a:pt x="28" y="69"/>
                      <a:pt x="30" y="48"/>
                      <a:pt x="41" y="31"/>
                    </a:cubicBezTo>
                    <a:cubicBezTo>
                      <a:pt x="51" y="16"/>
                      <a:pt x="64" y="13"/>
                      <a:pt x="7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9" name="Freeform 1501">
                <a:extLst>
                  <a:ext uri="{FF2B5EF4-FFF2-40B4-BE49-F238E27FC236}">
                    <a16:creationId xmlns:a16="http://schemas.microsoft.com/office/drawing/2014/main" id="{544BA8C4-F4FB-465B-892E-EA013DFBF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804"/>
                <a:ext cx="34" cy="121"/>
              </a:xfrm>
              <a:custGeom>
                <a:avLst/>
                <a:gdLst>
                  <a:gd name="T0" fmla="*/ 0 w 47"/>
                  <a:gd name="T1" fmla="*/ 8 h 164"/>
                  <a:gd name="T2" fmla="*/ 12 w 47"/>
                  <a:gd name="T3" fmla="*/ 30 h 164"/>
                  <a:gd name="T4" fmla="*/ 12 w 47"/>
                  <a:gd name="T5" fmla="*/ 66 h 164"/>
                  <a:gd name="T6" fmla="*/ 5 w 47"/>
                  <a:gd name="T7" fmla="*/ 13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64">
                    <a:moveTo>
                      <a:pt x="0" y="20"/>
                    </a:moveTo>
                    <a:cubicBezTo>
                      <a:pt x="18" y="0"/>
                      <a:pt x="30" y="62"/>
                      <a:pt x="33" y="73"/>
                    </a:cubicBezTo>
                    <a:cubicBezTo>
                      <a:pt x="42" y="99"/>
                      <a:pt x="47" y="140"/>
                      <a:pt x="32" y="164"/>
                    </a:cubicBezTo>
                    <a:cubicBezTo>
                      <a:pt x="30" y="133"/>
                      <a:pt x="42" y="55"/>
                      <a:pt x="14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0" name="Freeform 1502">
                <a:extLst>
                  <a:ext uri="{FF2B5EF4-FFF2-40B4-BE49-F238E27FC236}">
                    <a16:creationId xmlns:a16="http://schemas.microsoft.com/office/drawing/2014/main" id="{A0AF8CE3-EB17-4A01-B429-7E7C2A3AB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955"/>
                <a:ext cx="36" cy="12"/>
              </a:xfrm>
              <a:custGeom>
                <a:avLst/>
                <a:gdLst>
                  <a:gd name="T0" fmla="*/ 19 w 49"/>
                  <a:gd name="T1" fmla="*/ 0 h 17"/>
                  <a:gd name="T2" fmla="*/ 0 w 49"/>
                  <a:gd name="T3" fmla="*/ 4 h 17"/>
                  <a:gd name="T4" fmla="*/ 15 w 4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7">
                    <a:moveTo>
                      <a:pt x="49" y="0"/>
                    </a:moveTo>
                    <a:cubicBezTo>
                      <a:pt x="34" y="11"/>
                      <a:pt x="18" y="12"/>
                      <a:pt x="0" y="12"/>
                    </a:cubicBezTo>
                    <a:cubicBezTo>
                      <a:pt x="9" y="17"/>
                      <a:pt x="34" y="10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1" name="Freeform 1503">
                <a:extLst>
                  <a:ext uri="{FF2B5EF4-FFF2-40B4-BE49-F238E27FC236}">
                    <a16:creationId xmlns:a16="http://schemas.microsoft.com/office/drawing/2014/main" id="{1BDAA939-5C3B-4B19-A00C-943E47690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981"/>
                <a:ext cx="32" cy="32"/>
              </a:xfrm>
              <a:custGeom>
                <a:avLst/>
                <a:gdLst>
                  <a:gd name="T0" fmla="*/ 17 w 44"/>
                  <a:gd name="T1" fmla="*/ 1 h 43"/>
                  <a:gd name="T2" fmla="*/ 0 w 44"/>
                  <a:gd name="T3" fmla="*/ 18 h 43"/>
                  <a:gd name="T4" fmla="*/ 13 w 44"/>
                  <a:gd name="T5" fmla="*/ 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3">
                    <a:moveTo>
                      <a:pt x="44" y="1"/>
                    </a:moveTo>
                    <a:cubicBezTo>
                      <a:pt x="21" y="0"/>
                      <a:pt x="0" y="20"/>
                      <a:pt x="0" y="43"/>
                    </a:cubicBezTo>
                    <a:cubicBezTo>
                      <a:pt x="9" y="28"/>
                      <a:pt x="21" y="12"/>
                      <a:pt x="3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2" name="Freeform 1504">
                <a:extLst>
                  <a:ext uri="{FF2B5EF4-FFF2-40B4-BE49-F238E27FC236}">
                    <a16:creationId xmlns:a16="http://schemas.microsoft.com/office/drawing/2014/main" id="{BB08ECFC-8316-4625-8E24-D859E1C72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976"/>
                <a:ext cx="23" cy="37"/>
              </a:xfrm>
              <a:custGeom>
                <a:avLst/>
                <a:gdLst>
                  <a:gd name="T0" fmla="*/ 0 w 31"/>
                  <a:gd name="T1" fmla="*/ 2 h 50"/>
                  <a:gd name="T2" fmla="*/ 12 w 31"/>
                  <a:gd name="T3" fmla="*/ 20 h 50"/>
                  <a:gd name="T4" fmla="*/ 1 w 31"/>
                  <a:gd name="T5" fmla="*/ 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50">
                    <a:moveTo>
                      <a:pt x="0" y="5"/>
                    </a:moveTo>
                    <a:cubicBezTo>
                      <a:pt x="17" y="0"/>
                      <a:pt x="31" y="35"/>
                      <a:pt x="30" y="50"/>
                    </a:cubicBezTo>
                    <a:cubicBezTo>
                      <a:pt x="23" y="35"/>
                      <a:pt x="15" y="15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3" name="Freeform 1505">
                <a:extLst>
                  <a:ext uri="{FF2B5EF4-FFF2-40B4-BE49-F238E27FC236}">
                    <a16:creationId xmlns:a16="http://schemas.microsoft.com/office/drawing/2014/main" id="{C61BBF68-68F9-4102-ABB1-F8BC1E6A8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012"/>
                <a:ext cx="145" cy="62"/>
              </a:xfrm>
              <a:custGeom>
                <a:avLst/>
                <a:gdLst>
                  <a:gd name="T0" fmla="*/ 79 w 197"/>
                  <a:gd name="T1" fmla="*/ 34 h 83"/>
                  <a:gd name="T2" fmla="*/ 29 w 197"/>
                  <a:gd name="T3" fmla="*/ 22 h 83"/>
                  <a:gd name="T4" fmla="*/ 0 w 197"/>
                  <a:gd name="T5" fmla="*/ 0 h 83"/>
                  <a:gd name="T6" fmla="*/ 18 w 197"/>
                  <a:gd name="T7" fmla="*/ 16 h 83"/>
                  <a:gd name="T8" fmla="*/ 36 w 197"/>
                  <a:gd name="T9" fmla="*/ 22 h 83"/>
                  <a:gd name="T10" fmla="*/ 75 w 197"/>
                  <a:gd name="T11" fmla="*/ 33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7" h="83">
                    <a:moveTo>
                      <a:pt x="197" y="83"/>
                    </a:moveTo>
                    <a:cubicBezTo>
                      <a:pt x="174" y="54"/>
                      <a:pt x="109" y="59"/>
                      <a:pt x="75" y="54"/>
                    </a:cubicBezTo>
                    <a:cubicBezTo>
                      <a:pt x="38" y="50"/>
                      <a:pt x="20" y="29"/>
                      <a:pt x="0" y="0"/>
                    </a:cubicBezTo>
                    <a:cubicBezTo>
                      <a:pt x="13" y="3"/>
                      <a:pt x="29" y="29"/>
                      <a:pt x="44" y="37"/>
                    </a:cubicBezTo>
                    <a:cubicBezTo>
                      <a:pt x="58" y="45"/>
                      <a:pt x="74" y="51"/>
                      <a:pt x="90" y="54"/>
                    </a:cubicBezTo>
                    <a:cubicBezTo>
                      <a:pt x="121" y="60"/>
                      <a:pt x="165" y="54"/>
                      <a:pt x="189" y="7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4" name="Freeform 1506">
                <a:extLst>
                  <a:ext uri="{FF2B5EF4-FFF2-40B4-BE49-F238E27FC236}">
                    <a16:creationId xmlns:a16="http://schemas.microsoft.com/office/drawing/2014/main" id="{A82B61C3-2C5E-45DF-BAD7-2B11A2DCF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1118"/>
                <a:ext cx="90" cy="81"/>
              </a:xfrm>
              <a:custGeom>
                <a:avLst/>
                <a:gdLst>
                  <a:gd name="T0" fmla="*/ 0 w 121"/>
                  <a:gd name="T1" fmla="*/ 0 h 110"/>
                  <a:gd name="T2" fmla="*/ 23 w 121"/>
                  <a:gd name="T3" fmla="*/ 3 h 110"/>
                  <a:gd name="T4" fmla="*/ 41 w 121"/>
                  <a:gd name="T5" fmla="*/ 14 h 110"/>
                  <a:gd name="T6" fmla="*/ 29 w 121"/>
                  <a:gd name="T7" fmla="*/ 44 h 110"/>
                  <a:gd name="T8" fmla="*/ 42 w 121"/>
                  <a:gd name="T9" fmla="*/ 24 h 110"/>
                  <a:gd name="T10" fmla="*/ 22 w 121"/>
                  <a:gd name="T11" fmla="*/ 6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110">
                    <a:moveTo>
                      <a:pt x="0" y="0"/>
                    </a:moveTo>
                    <a:cubicBezTo>
                      <a:pt x="18" y="6"/>
                      <a:pt x="39" y="1"/>
                      <a:pt x="57" y="7"/>
                    </a:cubicBezTo>
                    <a:cubicBezTo>
                      <a:pt x="75" y="13"/>
                      <a:pt x="89" y="19"/>
                      <a:pt x="99" y="35"/>
                    </a:cubicBezTo>
                    <a:cubicBezTo>
                      <a:pt x="121" y="68"/>
                      <a:pt x="85" y="83"/>
                      <a:pt x="71" y="110"/>
                    </a:cubicBezTo>
                    <a:cubicBezTo>
                      <a:pt x="79" y="93"/>
                      <a:pt x="97" y="78"/>
                      <a:pt x="101" y="60"/>
                    </a:cubicBezTo>
                    <a:cubicBezTo>
                      <a:pt x="108" y="32"/>
                      <a:pt x="78" y="19"/>
                      <a:pt x="55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5" name="Freeform 1507">
                <a:extLst>
                  <a:ext uri="{FF2B5EF4-FFF2-40B4-BE49-F238E27FC236}">
                    <a16:creationId xmlns:a16="http://schemas.microsoft.com/office/drawing/2014/main" id="{7ACF8FC5-DEEB-4F22-A4EB-90BD800BE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1150"/>
                <a:ext cx="48" cy="69"/>
              </a:xfrm>
              <a:custGeom>
                <a:avLst/>
                <a:gdLst>
                  <a:gd name="T0" fmla="*/ 0 w 65"/>
                  <a:gd name="T1" fmla="*/ 12 h 93"/>
                  <a:gd name="T2" fmla="*/ 21 w 65"/>
                  <a:gd name="T3" fmla="*/ 13 h 93"/>
                  <a:gd name="T4" fmla="*/ 22 w 65"/>
                  <a:gd name="T5" fmla="*/ 38 h 93"/>
                  <a:gd name="T6" fmla="*/ 1 w 65"/>
                  <a:gd name="T7" fmla="*/ 12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93">
                    <a:moveTo>
                      <a:pt x="0" y="28"/>
                    </a:moveTo>
                    <a:cubicBezTo>
                      <a:pt x="20" y="13"/>
                      <a:pt x="36" y="8"/>
                      <a:pt x="51" y="33"/>
                    </a:cubicBezTo>
                    <a:cubicBezTo>
                      <a:pt x="64" y="55"/>
                      <a:pt x="65" y="70"/>
                      <a:pt x="54" y="93"/>
                    </a:cubicBezTo>
                    <a:cubicBezTo>
                      <a:pt x="60" y="59"/>
                      <a:pt x="46" y="0"/>
                      <a:pt x="1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6" name="Freeform 1508">
                <a:extLst>
                  <a:ext uri="{FF2B5EF4-FFF2-40B4-BE49-F238E27FC236}">
                    <a16:creationId xmlns:a16="http://schemas.microsoft.com/office/drawing/2014/main" id="{687AB609-6D91-4BA7-94A5-30D1B36C4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759"/>
                <a:ext cx="100" cy="117"/>
              </a:xfrm>
              <a:custGeom>
                <a:avLst/>
                <a:gdLst>
                  <a:gd name="T0" fmla="*/ 0 w 136"/>
                  <a:gd name="T1" fmla="*/ 0 h 159"/>
                  <a:gd name="T2" fmla="*/ 15 w 136"/>
                  <a:gd name="T3" fmla="*/ 15 h 159"/>
                  <a:gd name="T4" fmla="*/ 24 w 136"/>
                  <a:gd name="T5" fmla="*/ 35 h 159"/>
                  <a:gd name="T6" fmla="*/ 32 w 136"/>
                  <a:gd name="T7" fmla="*/ 52 h 159"/>
                  <a:gd name="T8" fmla="*/ 54 w 136"/>
                  <a:gd name="T9" fmla="*/ 63 h 159"/>
                  <a:gd name="T10" fmla="*/ 29 w 136"/>
                  <a:gd name="T11" fmla="*/ 47 h 159"/>
                  <a:gd name="T12" fmla="*/ 26 w 136"/>
                  <a:gd name="T13" fmla="*/ 32 h 159"/>
                  <a:gd name="T14" fmla="*/ 3 w 136"/>
                  <a:gd name="T15" fmla="*/ 6 h 1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6" h="159">
                    <a:moveTo>
                      <a:pt x="0" y="0"/>
                    </a:moveTo>
                    <a:cubicBezTo>
                      <a:pt x="4" y="17"/>
                      <a:pt x="27" y="28"/>
                      <a:pt x="39" y="40"/>
                    </a:cubicBezTo>
                    <a:cubicBezTo>
                      <a:pt x="54" y="55"/>
                      <a:pt x="60" y="67"/>
                      <a:pt x="60" y="89"/>
                    </a:cubicBezTo>
                    <a:cubicBezTo>
                      <a:pt x="61" y="113"/>
                      <a:pt x="61" y="115"/>
                      <a:pt x="82" y="130"/>
                    </a:cubicBezTo>
                    <a:cubicBezTo>
                      <a:pt x="98" y="142"/>
                      <a:pt x="121" y="147"/>
                      <a:pt x="136" y="159"/>
                    </a:cubicBezTo>
                    <a:cubicBezTo>
                      <a:pt x="119" y="146"/>
                      <a:pt x="87" y="135"/>
                      <a:pt x="75" y="118"/>
                    </a:cubicBezTo>
                    <a:cubicBezTo>
                      <a:pt x="68" y="108"/>
                      <a:pt x="67" y="92"/>
                      <a:pt x="64" y="81"/>
                    </a:cubicBezTo>
                    <a:cubicBezTo>
                      <a:pt x="58" y="57"/>
                      <a:pt x="31" y="25"/>
                      <a:pt x="7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7" name="Freeform 1509">
                <a:extLst>
                  <a:ext uri="{FF2B5EF4-FFF2-40B4-BE49-F238E27FC236}">
                    <a16:creationId xmlns:a16="http://schemas.microsoft.com/office/drawing/2014/main" id="{F1C04134-8B57-42CC-903B-5F7594D66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760"/>
                <a:ext cx="65" cy="106"/>
              </a:xfrm>
              <a:custGeom>
                <a:avLst/>
                <a:gdLst>
                  <a:gd name="T0" fmla="*/ 0 w 88"/>
                  <a:gd name="T1" fmla="*/ 0 h 145"/>
                  <a:gd name="T2" fmla="*/ 28 w 88"/>
                  <a:gd name="T3" fmla="*/ 25 h 145"/>
                  <a:gd name="T4" fmla="*/ 30 w 88"/>
                  <a:gd name="T5" fmla="*/ 56 h 145"/>
                  <a:gd name="T6" fmla="*/ 30 w 88"/>
                  <a:gd name="T7" fmla="*/ 30 h 145"/>
                  <a:gd name="T8" fmla="*/ 7 w 88"/>
                  <a:gd name="T9" fmla="*/ 1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45">
                    <a:moveTo>
                      <a:pt x="0" y="0"/>
                    </a:moveTo>
                    <a:cubicBezTo>
                      <a:pt x="22" y="9"/>
                      <a:pt x="55" y="44"/>
                      <a:pt x="69" y="64"/>
                    </a:cubicBezTo>
                    <a:cubicBezTo>
                      <a:pt x="81" y="80"/>
                      <a:pt x="88" y="130"/>
                      <a:pt x="73" y="145"/>
                    </a:cubicBezTo>
                    <a:cubicBezTo>
                      <a:pt x="66" y="125"/>
                      <a:pt x="82" y="100"/>
                      <a:pt x="75" y="77"/>
                    </a:cubicBezTo>
                    <a:cubicBezTo>
                      <a:pt x="66" y="47"/>
                      <a:pt x="35" y="29"/>
                      <a:pt x="1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8" name="Freeform 1510">
                <a:extLst>
                  <a:ext uri="{FF2B5EF4-FFF2-40B4-BE49-F238E27FC236}">
                    <a16:creationId xmlns:a16="http://schemas.microsoft.com/office/drawing/2014/main" id="{257F26CE-D9B1-42AE-9862-3C4B9177A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827"/>
                <a:ext cx="53" cy="131"/>
              </a:xfrm>
              <a:custGeom>
                <a:avLst/>
                <a:gdLst>
                  <a:gd name="T0" fmla="*/ 9 w 73"/>
                  <a:gd name="T1" fmla="*/ 0 h 178"/>
                  <a:gd name="T2" fmla="*/ 2 w 73"/>
                  <a:gd name="T3" fmla="*/ 42 h 178"/>
                  <a:gd name="T4" fmla="*/ 13 w 73"/>
                  <a:gd name="T5" fmla="*/ 71 h 178"/>
                  <a:gd name="T6" fmla="*/ 4 w 73"/>
                  <a:gd name="T7" fmla="*/ 38 h 178"/>
                  <a:gd name="T8" fmla="*/ 11 w 73"/>
                  <a:gd name="T9" fmla="*/ 32 h 178"/>
                  <a:gd name="T10" fmla="*/ 15 w 73"/>
                  <a:gd name="T11" fmla="*/ 24 h 178"/>
                  <a:gd name="T12" fmla="*/ 10 w 73"/>
                  <a:gd name="T13" fmla="*/ 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178">
                    <a:moveTo>
                      <a:pt x="24" y="0"/>
                    </a:moveTo>
                    <a:cubicBezTo>
                      <a:pt x="56" y="29"/>
                      <a:pt x="49" y="86"/>
                      <a:pt x="5" y="105"/>
                    </a:cubicBezTo>
                    <a:cubicBezTo>
                      <a:pt x="30" y="121"/>
                      <a:pt x="69" y="146"/>
                      <a:pt x="34" y="178"/>
                    </a:cubicBezTo>
                    <a:cubicBezTo>
                      <a:pt x="73" y="145"/>
                      <a:pt x="0" y="117"/>
                      <a:pt x="9" y="97"/>
                    </a:cubicBezTo>
                    <a:cubicBezTo>
                      <a:pt x="10" y="93"/>
                      <a:pt x="24" y="86"/>
                      <a:pt x="28" y="80"/>
                    </a:cubicBezTo>
                    <a:cubicBezTo>
                      <a:pt x="32" y="75"/>
                      <a:pt x="37" y="67"/>
                      <a:pt x="39" y="61"/>
                    </a:cubicBezTo>
                    <a:cubicBezTo>
                      <a:pt x="46" y="39"/>
                      <a:pt x="39" y="28"/>
                      <a:pt x="2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9" name="Freeform 1511">
                <a:extLst>
                  <a:ext uri="{FF2B5EF4-FFF2-40B4-BE49-F238E27FC236}">
                    <a16:creationId xmlns:a16="http://schemas.microsoft.com/office/drawing/2014/main" id="{C896C942-7FA3-4109-BC41-DAFC8530D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1090"/>
                <a:ext cx="93" cy="123"/>
              </a:xfrm>
              <a:custGeom>
                <a:avLst/>
                <a:gdLst>
                  <a:gd name="T0" fmla="*/ 1 w 126"/>
                  <a:gd name="T1" fmla="*/ 2 h 167"/>
                  <a:gd name="T2" fmla="*/ 18 w 126"/>
                  <a:gd name="T3" fmla="*/ 15 h 167"/>
                  <a:gd name="T4" fmla="*/ 26 w 126"/>
                  <a:gd name="T5" fmla="*/ 21 h 167"/>
                  <a:gd name="T6" fmla="*/ 30 w 126"/>
                  <a:gd name="T7" fmla="*/ 30 h 167"/>
                  <a:gd name="T8" fmla="*/ 41 w 126"/>
                  <a:gd name="T9" fmla="*/ 67 h 167"/>
                  <a:gd name="T10" fmla="*/ 27 w 126"/>
                  <a:gd name="T11" fmla="*/ 26 h 167"/>
                  <a:gd name="T12" fmla="*/ 15 w 126"/>
                  <a:gd name="T13" fmla="*/ 15 h 167"/>
                  <a:gd name="T14" fmla="*/ 0 w 126"/>
                  <a:gd name="T15" fmla="*/ 1 h 1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167">
                    <a:moveTo>
                      <a:pt x="4" y="6"/>
                    </a:moveTo>
                    <a:cubicBezTo>
                      <a:pt x="23" y="2"/>
                      <a:pt x="37" y="24"/>
                      <a:pt x="46" y="37"/>
                    </a:cubicBezTo>
                    <a:cubicBezTo>
                      <a:pt x="52" y="45"/>
                      <a:pt x="58" y="46"/>
                      <a:pt x="64" y="53"/>
                    </a:cubicBezTo>
                    <a:cubicBezTo>
                      <a:pt x="70" y="60"/>
                      <a:pt x="71" y="68"/>
                      <a:pt x="75" y="75"/>
                    </a:cubicBezTo>
                    <a:cubicBezTo>
                      <a:pt x="88" y="92"/>
                      <a:pt x="126" y="139"/>
                      <a:pt x="103" y="167"/>
                    </a:cubicBezTo>
                    <a:cubicBezTo>
                      <a:pt x="111" y="127"/>
                      <a:pt x="84" y="95"/>
                      <a:pt x="67" y="64"/>
                    </a:cubicBezTo>
                    <a:cubicBezTo>
                      <a:pt x="59" y="49"/>
                      <a:pt x="49" y="48"/>
                      <a:pt x="37" y="37"/>
                    </a:cubicBezTo>
                    <a:cubicBezTo>
                      <a:pt x="23" y="23"/>
                      <a:pt x="26" y="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0" name="Freeform 1512">
                <a:extLst>
                  <a:ext uri="{FF2B5EF4-FFF2-40B4-BE49-F238E27FC236}">
                    <a16:creationId xmlns:a16="http://schemas.microsoft.com/office/drawing/2014/main" id="{6D30639C-8FDF-4E0A-9E9E-BCB35326A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053"/>
                <a:ext cx="47" cy="62"/>
              </a:xfrm>
              <a:custGeom>
                <a:avLst/>
                <a:gdLst>
                  <a:gd name="T0" fmla="*/ 15 w 63"/>
                  <a:gd name="T1" fmla="*/ 0 h 84"/>
                  <a:gd name="T2" fmla="*/ 26 w 63"/>
                  <a:gd name="T3" fmla="*/ 34 h 84"/>
                  <a:gd name="T4" fmla="*/ 10 w 63"/>
                  <a:gd name="T5" fmla="*/ 18 h 84"/>
                  <a:gd name="T6" fmla="*/ 16 w 63"/>
                  <a:gd name="T7" fmla="*/ 3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84">
                    <a:moveTo>
                      <a:pt x="36" y="0"/>
                    </a:moveTo>
                    <a:cubicBezTo>
                      <a:pt x="0" y="36"/>
                      <a:pt x="24" y="72"/>
                      <a:pt x="63" y="84"/>
                    </a:cubicBezTo>
                    <a:cubicBezTo>
                      <a:pt x="51" y="67"/>
                      <a:pt x="32" y="66"/>
                      <a:pt x="24" y="44"/>
                    </a:cubicBezTo>
                    <a:cubicBezTo>
                      <a:pt x="17" y="23"/>
                      <a:pt x="26" y="21"/>
                      <a:pt x="4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1" name="Freeform 1513">
                <a:extLst>
                  <a:ext uri="{FF2B5EF4-FFF2-40B4-BE49-F238E27FC236}">
                    <a16:creationId xmlns:a16="http://schemas.microsoft.com/office/drawing/2014/main" id="{3CCCB897-133D-41A6-A63E-C2B3C9979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032"/>
                <a:ext cx="30" cy="40"/>
              </a:xfrm>
              <a:custGeom>
                <a:avLst/>
                <a:gdLst>
                  <a:gd name="T0" fmla="*/ 10 w 41"/>
                  <a:gd name="T1" fmla="*/ 1 h 55"/>
                  <a:gd name="T2" fmla="*/ 0 w 41"/>
                  <a:gd name="T3" fmla="*/ 20 h 55"/>
                  <a:gd name="T4" fmla="*/ 10 w 41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5">
                    <a:moveTo>
                      <a:pt x="25" y="4"/>
                    </a:moveTo>
                    <a:cubicBezTo>
                      <a:pt x="41" y="11"/>
                      <a:pt x="19" y="55"/>
                      <a:pt x="0" y="52"/>
                    </a:cubicBezTo>
                    <a:cubicBezTo>
                      <a:pt x="20" y="51"/>
                      <a:pt x="36" y="17"/>
                      <a:pt x="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2" name="Freeform 1514">
                <a:extLst>
                  <a:ext uri="{FF2B5EF4-FFF2-40B4-BE49-F238E27FC236}">
                    <a16:creationId xmlns:a16="http://schemas.microsoft.com/office/drawing/2014/main" id="{063DBD04-DFE8-4B42-8370-A3658C55F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121"/>
                <a:ext cx="24" cy="39"/>
              </a:xfrm>
              <a:custGeom>
                <a:avLst/>
                <a:gdLst>
                  <a:gd name="T0" fmla="*/ 10 w 33"/>
                  <a:gd name="T1" fmla="*/ 1 h 53"/>
                  <a:gd name="T2" fmla="*/ 12 w 33"/>
                  <a:gd name="T3" fmla="*/ 21 h 53"/>
                  <a:gd name="T4" fmla="*/ 9 w 33"/>
                  <a:gd name="T5" fmla="*/ 4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3">
                    <a:moveTo>
                      <a:pt x="26" y="3"/>
                    </a:moveTo>
                    <a:cubicBezTo>
                      <a:pt x="0" y="0"/>
                      <a:pt x="23" y="46"/>
                      <a:pt x="33" y="53"/>
                    </a:cubicBezTo>
                    <a:cubicBezTo>
                      <a:pt x="25" y="44"/>
                      <a:pt x="2" y="18"/>
                      <a:pt x="2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3" name="Freeform 1515">
                <a:extLst>
                  <a:ext uri="{FF2B5EF4-FFF2-40B4-BE49-F238E27FC236}">
                    <a16:creationId xmlns:a16="http://schemas.microsoft.com/office/drawing/2014/main" id="{E3966219-9300-4667-B9BC-E33E5F79C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230"/>
                <a:ext cx="39" cy="53"/>
              </a:xfrm>
              <a:custGeom>
                <a:avLst/>
                <a:gdLst>
                  <a:gd name="T0" fmla="*/ 20 w 54"/>
                  <a:gd name="T1" fmla="*/ 28 h 71"/>
                  <a:gd name="T2" fmla="*/ 14 w 54"/>
                  <a:gd name="T3" fmla="*/ 1 h 71"/>
                  <a:gd name="T4" fmla="*/ 20 w 54"/>
                  <a:gd name="T5" fmla="*/ 28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71">
                    <a:moveTo>
                      <a:pt x="54" y="66"/>
                    </a:moveTo>
                    <a:cubicBezTo>
                      <a:pt x="15" y="59"/>
                      <a:pt x="5" y="18"/>
                      <a:pt x="39" y="1"/>
                    </a:cubicBezTo>
                    <a:cubicBezTo>
                      <a:pt x="0" y="0"/>
                      <a:pt x="10" y="71"/>
                      <a:pt x="54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4" name="Freeform 1516">
                <a:extLst>
                  <a:ext uri="{FF2B5EF4-FFF2-40B4-BE49-F238E27FC236}">
                    <a16:creationId xmlns:a16="http://schemas.microsoft.com/office/drawing/2014/main" id="{F6326CC6-128B-4EE3-9998-54E2D616A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056"/>
                <a:ext cx="38" cy="85"/>
              </a:xfrm>
              <a:custGeom>
                <a:avLst/>
                <a:gdLst>
                  <a:gd name="T0" fmla="*/ 13 w 52"/>
                  <a:gd name="T1" fmla="*/ 0 h 115"/>
                  <a:gd name="T2" fmla="*/ 7 w 52"/>
                  <a:gd name="T3" fmla="*/ 21 h 115"/>
                  <a:gd name="T4" fmla="*/ 0 w 52"/>
                  <a:gd name="T5" fmla="*/ 47 h 115"/>
                  <a:gd name="T6" fmla="*/ 7 w 52"/>
                  <a:gd name="T7" fmla="*/ 23 h 115"/>
                  <a:gd name="T8" fmla="*/ 13 w 52"/>
                  <a:gd name="T9" fmla="*/ 1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15">
                    <a:moveTo>
                      <a:pt x="33" y="0"/>
                    </a:moveTo>
                    <a:cubicBezTo>
                      <a:pt x="52" y="12"/>
                      <a:pt x="23" y="41"/>
                      <a:pt x="16" y="53"/>
                    </a:cubicBezTo>
                    <a:cubicBezTo>
                      <a:pt x="5" y="71"/>
                      <a:pt x="15" y="98"/>
                      <a:pt x="0" y="115"/>
                    </a:cubicBezTo>
                    <a:cubicBezTo>
                      <a:pt x="5" y="94"/>
                      <a:pt x="4" y="75"/>
                      <a:pt x="16" y="57"/>
                    </a:cubicBezTo>
                    <a:cubicBezTo>
                      <a:pt x="25" y="42"/>
                      <a:pt x="46" y="21"/>
                      <a:pt x="3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5" name="Freeform 1517">
                <a:extLst>
                  <a:ext uri="{FF2B5EF4-FFF2-40B4-BE49-F238E27FC236}">
                    <a16:creationId xmlns:a16="http://schemas.microsoft.com/office/drawing/2014/main" id="{1FD0303E-324B-48D8-B895-65880EF5F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828"/>
                <a:ext cx="53" cy="51"/>
              </a:xfrm>
              <a:custGeom>
                <a:avLst/>
                <a:gdLst>
                  <a:gd name="T0" fmla="*/ 29 w 72"/>
                  <a:gd name="T1" fmla="*/ 28 h 69"/>
                  <a:gd name="T2" fmla="*/ 21 w 72"/>
                  <a:gd name="T3" fmla="*/ 19 h 69"/>
                  <a:gd name="T4" fmla="*/ 11 w 72"/>
                  <a:gd name="T5" fmla="*/ 16 h 69"/>
                  <a:gd name="T6" fmla="*/ 1 w 72"/>
                  <a:gd name="T7" fmla="*/ 0 h 69"/>
                  <a:gd name="T8" fmla="*/ 27 w 72"/>
                  <a:gd name="T9" fmla="*/ 2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69">
                    <a:moveTo>
                      <a:pt x="72" y="69"/>
                    </a:moveTo>
                    <a:cubicBezTo>
                      <a:pt x="66" y="62"/>
                      <a:pt x="61" y="53"/>
                      <a:pt x="54" y="48"/>
                    </a:cubicBezTo>
                    <a:cubicBezTo>
                      <a:pt x="47" y="44"/>
                      <a:pt x="35" y="45"/>
                      <a:pt x="28" y="40"/>
                    </a:cubicBezTo>
                    <a:cubicBezTo>
                      <a:pt x="15" y="31"/>
                      <a:pt x="0" y="17"/>
                      <a:pt x="1" y="0"/>
                    </a:cubicBezTo>
                    <a:cubicBezTo>
                      <a:pt x="18" y="33"/>
                      <a:pt x="35" y="51"/>
                      <a:pt x="68" y="6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6" name="Freeform 1518">
                <a:extLst>
                  <a:ext uri="{FF2B5EF4-FFF2-40B4-BE49-F238E27FC236}">
                    <a16:creationId xmlns:a16="http://schemas.microsoft.com/office/drawing/2014/main" id="{FAE1186B-90BC-4A1B-9378-E45F63731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733"/>
                <a:ext cx="71" cy="24"/>
              </a:xfrm>
              <a:custGeom>
                <a:avLst/>
                <a:gdLst>
                  <a:gd name="T0" fmla="*/ 37 w 96"/>
                  <a:gd name="T1" fmla="*/ 11 h 33"/>
                  <a:gd name="T2" fmla="*/ 0 w 96"/>
                  <a:gd name="T3" fmla="*/ 0 h 33"/>
                  <a:gd name="T4" fmla="*/ 20 w 96"/>
                  <a:gd name="T5" fmla="*/ 7 h 33"/>
                  <a:gd name="T6" fmla="*/ 30 w 96"/>
                  <a:gd name="T7" fmla="*/ 11 h 33"/>
                  <a:gd name="T8" fmla="*/ 39 w 96"/>
                  <a:gd name="T9" fmla="*/ 1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33">
                    <a:moveTo>
                      <a:pt x="90" y="29"/>
                    </a:moveTo>
                    <a:cubicBezTo>
                      <a:pt x="72" y="1"/>
                      <a:pt x="31" y="0"/>
                      <a:pt x="0" y="0"/>
                    </a:cubicBezTo>
                    <a:cubicBezTo>
                      <a:pt x="19" y="3"/>
                      <a:pt x="33" y="5"/>
                      <a:pt x="50" y="16"/>
                    </a:cubicBezTo>
                    <a:cubicBezTo>
                      <a:pt x="58" y="21"/>
                      <a:pt x="65" y="26"/>
                      <a:pt x="75" y="29"/>
                    </a:cubicBezTo>
                    <a:cubicBezTo>
                      <a:pt x="83" y="31"/>
                      <a:pt x="88" y="24"/>
                      <a:pt x="96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7" name="Freeform 1519">
                <a:extLst>
                  <a:ext uri="{FF2B5EF4-FFF2-40B4-BE49-F238E27FC236}">
                    <a16:creationId xmlns:a16="http://schemas.microsoft.com/office/drawing/2014/main" id="{A966B853-C291-43D2-9783-023A9293E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709"/>
                <a:ext cx="38" cy="14"/>
              </a:xfrm>
              <a:custGeom>
                <a:avLst/>
                <a:gdLst>
                  <a:gd name="T0" fmla="*/ 21 w 51"/>
                  <a:gd name="T1" fmla="*/ 7 h 19"/>
                  <a:gd name="T2" fmla="*/ 0 w 51"/>
                  <a:gd name="T3" fmla="*/ 7 h 19"/>
                  <a:gd name="T4" fmla="*/ 19 w 51"/>
                  <a:gd name="T5" fmla="*/ 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9">
                    <a:moveTo>
                      <a:pt x="51" y="16"/>
                    </a:moveTo>
                    <a:cubicBezTo>
                      <a:pt x="37" y="16"/>
                      <a:pt x="7" y="0"/>
                      <a:pt x="0" y="17"/>
                    </a:cubicBezTo>
                    <a:cubicBezTo>
                      <a:pt x="12" y="18"/>
                      <a:pt x="41" y="9"/>
                      <a:pt x="47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8" name="Freeform 1520">
                <a:extLst>
                  <a:ext uri="{FF2B5EF4-FFF2-40B4-BE49-F238E27FC236}">
                    <a16:creationId xmlns:a16="http://schemas.microsoft.com/office/drawing/2014/main" id="{0C78EF50-7659-4ACB-A39B-A97474565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735"/>
                <a:ext cx="47" cy="46"/>
              </a:xfrm>
              <a:custGeom>
                <a:avLst/>
                <a:gdLst>
                  <a:gd name="T0" fmla="*/ 16 w 63"/>
                  <a:gd name="T1" fmla="*/ 0 h 63"/>
                  <a:gd name="T2" fmla="*/ 26 w 63"/>
                  <a:gd name="T3" fmla="*/ 25 h 63"/>
                  <a:gd name="T4" fmla="*/ 16 w 63"/>
                  <a:gd name="T5" fmla="*/ 3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63">
                    <a:moveTo>
                      <a:pt x="39" y="0"/>
                    </a:moveTo>
                    <a:cubicBezTo>
                      <a:pt x="0" y="16"/>
                      <a:pt x="48" y="52"/>
                      <a:pt x="63" y="63"/>
                    </a:cubicBezTo>
                    <a:cubicBezTo>
                      <a:pt x="53" y="50"/>
                      <a:pt x="18" y="25"/>
                      <a:pt x="3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9" name="Freeform 1521">
                <a:extLst>
                  <a:ext uri="{FF2B5EF4-FFF2-40B4-BE49-F238E27FC236}">
                    <a16:creationId xmlns:a16="http://schemas.microsoft.com/office/drawing/2014/main" id="{6CE914DE-0101-44B5-B152-CEAEBFE05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795"/>
                <a:ext cx="95" cy="72"/>
              </a:xfrm>
              <a:custGeom>
                <a:avLst/>
                <a:gdLst>
                  <a:gd name="T0" fmla="*/ 9 w 128"/>
                  <a:gd name="T1" fmla="*/ 0 h 98"/>
                  <a:gd name="T2" fmla="*/ 25 w 128"/>
                  <a:gd name="T3" fmla="*/ 21 h 98"/>
                  <a:gd name="T4" fmla="*/ 35 w 128"/>
                  <a:gd name="T5" fmla="*/ 31 h 98"/>
                  <a:gd name="T6" fmla="*/ 53 w 128"/>
                  <a:gd name="T7" fmla="*/ 39 h 98"/>
                  <a:gd name="T8" fmla="*/ 18 w 128"/>
                  <a:gd name="T9" fmla="*/ 21 h 98"/>
                  <a:gd name="T10" fmla="*/ 7 w 128"/>
                  <a:gd name="T11" fmla="*/ 1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98">
                    <a:moveTo>
                      <a:pt x="22" y="0"/>
                    </a:moveTo>
                    <a:cubicBezTo>
                      <a:pt x="0" y="34"/>
                      <a:pt x="47" y="36"/>
                      <a:pt x="62" y="52"/>
                    </a:cubicBezTo>
                    <a:cubicBezTo>
                      <a:pt x="71" y="62"/>
                      <a:pt x="70" y="70"/>
                      <a:pt x="85" y="78"/>
                    </a:cubicBezTo>
                    <a:cubicBezTo>
                      <a:pt x="99" y="85"/>
                      <a:pt x="113" y="92"/>
                      <a:pt x="128" y="98"/>
                    </a:cubicBezTo>
                    <a:cubicBezTo>
                      <a:pt x="101" y="85"/>
                      <a:pt x="67" y="73"/>
                      <a:pt x="45" y="54"/>
                    </a:cubicBezTo>
                    <a:cubicBezTo>
                      <a:pt x="32" y="43"/>
                      <a:pt x="7" y="22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0" name="Freeform 1522">
                <a:extLst>
                  <a:ext uri="{FF2B5EF4-FFF2-40B4-BE49-F238E27FC236}">
                    <a16:creationId xmlns:a16="http://schemas.microsoft.com/office/drawing/2014/main" id="{8ACBE028-D808-4DD0-8400-08AC43056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897"/>
                <a:ext cx="91" cy="95"/>
              </a:xfrm>
              <a:custGeom>
                <a:avLst/>
                <a:gdLst>
                  <a:gd name="T0" fmla="*/ 0 w 123"/>
                  <a:gd name="T1" fmla="*/ 1 h 129"/>
                  <a:gd name="T2" fmla="*/ 11 w 123"/>
                  <a:gd name="T3" fmla="*/ 16 h 129"/>
                  <a:gd name="T4" fmla="*/ 19 w 123"/>
                  <a:gd name="T5" fmla="*/ 21 h 129"/>
                  <a:gd name="T6" fmla="*/ 23 w 123"/>
                  <a:gd name="T7" fmla="*/ 29 h 129"/>
                  <a:gd name="T8" fmla="*/ 30 w 123"/>
                  <a:gd name="T9" fmla="*/ 33 h 129"/>
                  <a:gd name="T10" fmla="*/ 34 w 123"/>
                  <a:gd name="T11" fmla="*/ 42 h 129"/>
                  <a:gd name="T12" fmla="*/ 50 w 123"/>
                  <a:gd name="T13" fmla="*/ 49 h 129"/>
                  <a:gd name="T14" fmla="*/ 33 w 123"/>
                  <a:gd name="T15" fmla="*/ 45 h 129"/>
                  <a:gd name="T16" fmla="*/ 30 w 123"/>
                  <a:gd name="T17" fmla="*/ 38 h 129"/>
                  <a:gd name="T18" fmla="*/ 22 w 123"/>
                  <a:gd name="T19" fmla="*/ 32 h 129"/>
                  <a:gd name="T20" fmla="*/ 17 w 123"/>
                  <a:gd name="T21" fmla="*/ 27 h 129"/>
                  <a:gd name="T22" fmla="*/ 16 w 123"/>
                  <a:gd name="T23" fmla="*/ 23 h 129"/>
                  <a:gd name="T24" fmla="*/ 12 w 123"/>
                  <a:gd name="T25" fmla="*/ 21 h 129"/>
                  <a:gd name="T26" fmla="*/ 4 w 123"/>
                  <a:gd name="T27" fmla="*/ 3 h 12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129">
                    <a:moveTo>
                      <a:pt x="0" y="3"/>
                    </a:moveTo>
                    <a:cubicBezTo>
                      <a:pt x="22" y="0"/>
                      <a:pt x="17" y="29"/>
                      <a:pt x="27" y="41"/>
                    </a:cubicBezTo>
                    <a:cubicBezTo>
                      <a:pt x="32" y="48"/>
                      <a:pt x="43" y="47"/>
                      <a:pt x="47" y="52"/>
                    </a:cubicBezTo>
                    <a:cubicBezTo>
                      <a:pt x="53" y="59"/>
                      <a:pt x="51" y="67"/>
                      <a:pt x="57" y="74"/>
                    </a:cubicBezTo>
                    <a:cubicBezTo>
                      <a:pt x="62" y="78"/>
                      <a:pt x="68" y="78"/>
                      <a:pt x="73" y="83"/>
                    </a:cubicBezTo>
                    <a:cubicBezTo>
                      <a:pt x="78" y="89"/>
                      <a:pt x="78" y="98"/>
                      <a:pt x="84" y="105"/>
                    </a:cubicBezTo>
                    <a:cubicBezTo>
                      <a:pt x="95" y="116"/>
                      <a:pt x="108" y="121"/>
                      <a:pt x="123" y="124"/>
                    </a:cubicBezTo>
                    <a:cubicBezTo>
                      <a:pt x="108" y="129"/>
                      <a:pt x="92" y="124"/>
                      <a:pt x="82" y="113"/>
                    </a:cubicBezTo>
                    <a:cubicBezTo>
                      <a:pt x="77" y="107"/>
                      <a:pt x="78" y="100"/>
                      <a:pt x="74" y="95"/>
                    </a:cubicBezTo>
                    <a:cubicBezTo>
                      <a:pt x="69" y="88"/>
                      <a:pt x="61" y="86"/>
                      <a:pt x="55" y="82"/>
                    </a:cubicBezTo>
                    <a:cubicBezTo>
                      <a:pt x="50" y="77"/>
                      <a:pt x="46" y="71"/>
                      <a:pt x="42" y="66"/>
                    </a:cubicBezTo>
                    <a:cubicBezTo>
                      <a:pt x="42" y="66"/>
                      <a:pt x="42" y="60"/>
                      <a:pt x="40" y="57"/>
                    </a:cubicBezTo>
                    <a:cubicBezTo>
                      <a:pt x="38" y="55"/>
                      <a:pt x="31" y="55"/>
                      <a:pt x="28" y="52"/>
                    </a:cubicBezTo>
                    <a:cubicBezTo>
                      <a:pt x="18" y="41"/>
                      <a:pt x="12" y="21"/>
                      <a:pt x="1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1" name="Freeform 1523">
                <a:extLst>
                  <a:ext uri="{FF2B5EF4-FFF2-40B4-BE49-F238E27FC236}">
                    <a16:creationId xmlns:a16="http://schemas.microsoft.com/office/drawing/2014/main" id="{EDC26D50-C6B9-47ED-AB08-81207BE93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831"/>
                <a:ext cx="81" cy="110"/>
              </a:xfrm>
              <a:custGeom>
                <a:avLst/>
                <a:gdLst>
                  <a:gd name="T0" fmla="*/ 0 w 109"/>
                  <a:gd name="T1" fmla="*/ 7 h 149"/>
                  <a:gd name="T2" fmla="*/ 7 w 109"/>
                  <a:gd name="T3" fmla="*/ 17 h 149"/>
                  <a:gd name="T4" fmla="*/ 17 w 109"/>
                  <a:gd name="T5" fmla="*/ 30 h 149"/>
                  <a:gd name="T6" fmla="*/ 45 w 109"/>
                  <a:gd name="T7" fmla="*/ 60 h 149"/>
                  <a:gd name="T8" fmla="*/ 31 w 109"/>
                  <a:gd name="T9" fmla="*/ 44 h 149"/>
                  <a:gd name="T10" fmla="*/ 16 w 109"/>
                  <a:gd name="T11" fmla="*/ 32 h 149"/>
                  <a:gd name="T12" fmla="*/ 7 w 109"/>
                  <a:gd name="T13" fmla="*/ 21 h 149"/>
                  <a:gd name="T14" fmla="*/ 4 w 109"/>
                  <a:gd name="T15" fmla="*/ 9 h 1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149">
                    <a:moveTo>
                      <a:pt x="0" y="19"/>
                    </a:moveTo>
                    <a:cubicBezTo>
                      <a:pt x="16" y="0"/>
                      <a:pt x="17" y="33"/>
                      <a:pt x="17" y="42"/>
                    </a:cubicBezTo>
                    <a:cubicBezTo>
                      <a:pt x="19" y="64"/>
                      <a:pt x="25" y="66"/>
                      <a:pt x="42" y="74"/>
                    </a:cubicBezTo>
                    <a:cubicBezTo>
                      <a:pt x="71" y="88"/>
                      <a:pt x="95" y="119"/>
                      <a:pt x="109" y="149"/>
                    </a:cubicBezTo>
                    <a:cubicBezTo>
                      <a:pt x="96" y="137"/>
                      <a:pt x="87" y="121"/>
                      <a:pt x="75" y="109"/>
                    </a:cubicBezTo>
                    <a:cubicBezTo>
                      <a:pt x="64" y="98"/>
                      <a:pt x="51" y="89"/>
                      <a:pt x="38" y="80"/>
                    </a:cubicBezTo>
                    <a:cubicBezTo>
                      <a:pt x="27" y="71"/>
                      <a:pt x="20" y="68"/>
                      <a:pt x="17" y="53"/>
                    </a:cubicBezTo>
                    <a:cubicBezTo>
                      <a:pt x="15" y="40"/>
                      <a:pt x="19" y="32"/>
                      <a:pt x="1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2" name="Freeform 1524">
                <a:extLst>
                  <a:ext uri="{FF2B5EF4-FFF2-40B4-BE49-F238E27FC236}">
                    <a16:creationId xmlns:a16="http://schemas.microsoft.com/office/drawing/2014/main" id="{B925F05B-E5E4-4F63-BD08-8BDD786A8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009"/>
                <a:ext cx="57" cy="84"/>
              </a:xfrm>
              <a:custGeom>
                <a:avLst/>
                <a:gdLst>
                  <a:gd name="T0" fmla="*/ 14 w 78"/>
                  <a:gd name="T1" fmla="*/ 0 h 114"/>
                  <a:gd name="T2" fmla="*/ 31 w 78"/>
                  <a:gd name="T3" fmla="*/ 46 h 114"/>
                  <a:gd name="T4" fmla="*/ 14 w 78"/>
                  <a:gd name="T5" fmla="*/ 7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14">
                    <a:moveTo>
                      <a:pt x="36" y="0"/>
                    </a:moveTo>
                    <a:cubicBezTo>
                      <a:pt x="29" y="42"/>
                      <a:pt x="18" y="108"/>
                      <a:pt x="78" y="114"/>
                    </a:cubicBezTo>
                    <a:cubicBezTo>
                      <a:pt x="55" y="101"/>
                      <a:pt x="0" y="46"/>
                      <a:pt x="36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3" name="Freeform 1525">
                <a:extLst>
                  <a:ext uri="{FF2B5EF4-FFF2-40B4-BE49-F238E27FC236}">
                    <a16:creationId xmlns:a16="http://schemas.microsoft.com/office/drawing/2014/main" id="{351388D3-11DF-421B-A2B1-45143AF5D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047"/>
                <a:ext cx="58" cy="60"/>
              </a:xfrm>
              <a:custGeom>
                <a:avLst/>
                <a:gdLst>
                  <a:gd name="T0" fmla="*/ 32 w 79"/>
                  <a:gd name="T1" fmla="*/ 7 h 81"/>
                  <a:gd name="T2" fmla="*/ 21 w 79"/>
                  <a:gd name="T3" fmla="*/ 28 h 81"/>
                  <a:gd name="T4" fmla="*/ 0 w 79"/>
                  <a:gd name="T5" fmla="*/ 33 h 81"/>
                  <a:gd name="T6" fmla="*/ 21 w 79"/>
                  <a:gd name="T7" fmla="*/ 30 h 81"/>
                  <a:gd name="T8" fmla="*/ 22 w 79"/>
                  <a:gd name="T9" fmla="*/ 30 h 81"/>
                  <a:gd name="T10" fmla="*/ 29 w 79"/>
                  <a:gd name="T11" fmla="*/ 1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81">
                    <a:moveTo>
                      <a:pt x="79" y="18"/>
                    </a:moveTo>
                    <a:cubicBezTo>
                      <a:pt x="46" y="0"/>
                      <a:pt x="55" y="59"/>
                      <a:pt x="54" y="69"/>
                    </a:cubicBezTo>
                    <a:cubicBezTo>
                      <a:pt x="28" y="56"/>
                      <a:pt x="17" y="51"/>
                      <a:pt x="0" y="81"/>
                    </a:cubicBezTo>
                    <a:cubicBezTo>
                      <a:pt x="10" y="55"/>
                      <a:pt x="35" y="62"/>
                      <a:pt x="52" y="76"/>
                    </a:cubicBezTo>
                    <a:cubicBezTo>
                      <a:pt x="53" y="76"/>
                      <a:pt x="54" y="75"/>
                      <a:pt x="56" y="75"/>
                    </a:cubicBezTo>
                    <a:cubicBezTo>
                      <a:pt x="54" y="53"/>
                      <a:pt x="50" y="36"/>
                      <a:pt x="73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4" name="Freeform 1526">
                <a:extLst>
                  <a:ext uri="{FF2B5EF4-FFF2-40B4-BE49-F238E27FC236}">
                    <a16:creationId xmlns:a16="http://schemas.microsoft.com/office/drawing/2014/main" id="{727EE197-D1DC-4682-B003-164429C88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158"/>
                <a:ext cx="111" cy="52"/>
              </a:xfrm>
              <a:custGeom>
                <a:avLst/>
                <a:gdLst>
                  <a:gd name="T0" fmla="*/ 59 w 152"/>
                  <a:gd name="T1" fmla="*/ 19 h 70"/>
                  <a:gd name="T2" fmla="*/ 28 w 152"/>
                  <a:gd name="T3" fmla="*/ 10 h 70"/>
                  <a:gd name="T4" fmla="*/ 11 w 152"/>
                  <a:gd name="T5" fmla="*/ 5 h 70"/>
                  <a:gd name="T6" fmla="*/ 0 w 152"/>
                  <a:gd name="T7" fmla="*/ 0 h 70"/>
                  <a:gd name="T8" fmla="*/ 28 w 152"/>
                  <a:gd name="T9" fmla="*/ 6 h 70"/>
                  <a:gd name="T10" fmla="*/ 56 w 152"/>
                  <a:gd name="T11" fmla="*/ 2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70">
                    <a:moveTo>
                      <a:pt x="152" y="47"/>
                    </a:moveTo>
                    <a:cubicBezTo>
                      <a:pt x="130" y="70"/>
                      <a:pt x="95" y="32"/>
                      <a:pt x="74" y="23"/>
                    </a:cubicBezTo>
                    <a:cubicBezTo>
                      <a:pt x="72" y="16"/>
                      <a:pt x="50" y="11"/>
                      <a:pt x="28" y="13"/>
                    </a:cubicBezTo>
                    <a:cubicBezTo>
                      <a:pt x="18" y="13"/>
                      <a:pt x="7" y="8"/>
                      <a:pt x="0" y="0"/>
                    </a:cubicBezTo>
                    <a:cubicBezTo>
                      <a:pt x="4" y="14"/>
                      <a:pt x="60" y="9"/>
                      <a:pt x="73" y="15"/>
                    </a:cubicBezTo>
                    <a:cubicBezTo>
                      <a:pt x="90" y="24"/>
                      <a:pt x="120" y="62"/>
                      <a:pt x="143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5" name="Freeform 1527">
                <a:extLst>
                  <a:ext uri="{FF2B5EF4-FFF2-40B4-BE49-F238E27FC236}">
                    <a16:creationId xmlns:a16="http://schemas.microsoft.com/office/drawing/2014/main" id="{1AD116EB-07B2-4E58-9F88-22D194FF6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184"/>
                <a:ext cx="86" cy="38"/>
              </a:xfrm>
              <a:custGeom>
                <a:avLst/>
                <a:gdLst>
                  <a:gd name="T0" fmla="*/ 46 w 117"/>
                  <a:gd name="T1" fmla="*/ 21 h 51"/>
                  <a:gd name="T2" fmla="*/ 21 w 117"/>
                  <a:gd name="T3" fmla="*/ 6 h 51"/>
                  <a:gd name="T4" fmla="*/ 0 w 117"/>
                  <a:gd name="T5" fmla="*/ 10 h 51"/>
                  <a:gd name="T6" fmla="*/ 21 w 117"/>
                  <a:gd name="T7" fmla="*/ 2 h 51"/>
                  <a:gd name="T8" fmla="*/ 43 w 117"/>
                  <a:gd name="T9" fmla="*/ 2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51">
                    <a:moveTo>
                      <a:pt x="117" y="49"/>
                    </a:moveTo>
                    <a:cubicBezTo>
                      <a:pt x="92" y="51"/>
                      <a:pt x="74" y="20"/>
                      <a:pt x="54" y="15"/>
                    </a:cubicBezTo>
                    <a:cubicBezTo>
                      <a:pt x="36" y="11"/>
                      <a:pt x="21" y="26"/>
                      <a:pt x="0" y="25"/>
                    </a:cubicBezTo>
                    <a:cubicBezTo>
                      <a:pt x="21" y="24"/>
                      <a:pt x="37" y="0"/>
                      <a:pt x="55" y="6"/>
                    </a:cubicBezTo>
                    <a:cubicBezTo>
                      <a:pt x="76" y="13"/>
                      <a:pt x="86" y="42"/>
                      <a:pt x="107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6" name="Freeform 1528">
                <a:extLst>
                  <a:ext uri="{FF2B5EF4-FFF2-40B4-BE49-F238E27FC236}">
                    <a16:creationId xmlns:a16="http://schemas.microsoft.com/office/drawing/2014/main" id="{9CE73C9E-F37B-414D-81AF-F1DB5569F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1156"/>
                <a:ext cx="55" cy="32"/>
              </a:xfrm>
              <a:custGeom>
                <a:avLst/>
                <a:gdLst>
                  <a:gd name="T0" fmla="*/ 29 w 75"/>
                  <a:gd name="T1" fmla="*/ 12 h 44"/>
                  <a:gd name="T2" fmla="*/ 5 w 75"/>
                  <a:gd name="T3" fmla="*/ 0 h 44"/>
                  <a:gd name="T4" fmla="*/ 28 w 75"/>
                  <a:gd name="T5" fmla="*/ 15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44">
                    <a:moveTo>
                      <a:pt x="75" y="32"/>
                    </a:moveTo>
                    <a:cubicBezTo>
                      <a:pt x="54" y="35"/>
                      <a:pt x="14" y="27"/>
                      <a:pt x="13" y="0"/>
                    </a:cubicBezTo>
                    <a:cubicBezTo>
                      <a:pt x="0" y="28"/>
                      <a:pt x="53" y="44"/>
                      <a:pt x="71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7" name="Freeform 1529">
                <a:extLst>
                  <a:ext uri="{FF2B5EF4-FFF2-40B4-BE49-F238E27FC236}">
                    <a16:creationId xmlns:a16="http://schemas.microsoft.com/office/drawing/2014/main" id="{2930C6C2-7CA1-4F5B-A3D6-6B4BB1BB0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1013"/>
                <a:ext cx="25" cy="114"/>
              </a:xfrm>
              <a:custGeom>
                <a:avLst/>
                <a:gdLst>
                  <a:gd name="T0" fmla="*/ 13 w 34"/>
                  <a:gd name="T1" fmla="*/ 0 h 154"/>
                  <a:gd name="T2" fmla="*/ 1 w 34"/>
                  <a:gd name="T3" fmla="*/ 29 h 154"/>
                  <a:gd name="T4" fmla="*/ 13 w 34"/>
                  <a:gd name="T5" fmla="*/ 62 h 154"/>
                  <a:gd name="T6" fmla="*/ 4 w 34"/>
                  <a:gd name="T7" fmla="*/ 30 h 154"/>
                  <a:gd name="T8" fmla="*/ 7 w 34"/>
                  <a:gd name="T9" fmla="*/ 15 h 154"/>
                  <a:gd name="T10" fmla="*/ 10 w 34"/>
                  <a:gd name="T11" fmla="*/ 10 h 154"/>
                  <a:gd name="T12" fmla="*/ 12 w 34"/>
                  <a:gd name="T13" fmla="*/ 7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54">
                    <a:moveTo>
                      <a:pt x="34" y="0"/>
                    </a:moveTo>
                    <a:cubicBezTo>
                      <a:pt x="24" y="26"/>
                      <a:pt x="6" y="43"/>
                      <a:pt x="3" y="72"/>
                    </a:cubicBezTo>
                    <a:cubicBezTo>
                      <a:pt x="0" y="96"/>
                      <a:pt x="8" y="141"/>
                      <a:pt x="32" y="154"/>
                    </a:cubicBezTo>
                    <a:cubicBezTo>
                      <a:pt x="10" y="130"/>
                      <a:pt x="7" y="106"/>
                      <a:pt x="9" y="73"/>
                    </a:cubicBezTo>
                    <a:cubicBezTo>
                      <a:pt x="9" y="60"/>
                      <a:pt x="13" y="48"/>
                      <a:pt x="18" y="37"/>
                    </a:cubicBezTo>
                    <a:cubicBezTo>
                      <a:pt x="20" y="33"/>
                      <a:pt x="22" y="28"/>
                      <a:pt x="25" y="24"/>
                    </a:cubicBezTo>
                    <a:cubicBezTo>
                      <a:pt x="28" y="18"/>
                      <a:pt x="28" y="12"/>
                      <a:pt x="3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8" name="Freeform 1530">
                <a:extLst>
                  <a:ext uri="{FF2B5EF4-FFF2-40B4-BE49-F238E27FC236}">
                    <a16:creationId xmlns:a16="http://schemas.microsoft.com/office/drawing/2014/main" id="{BBD2CD45-FDE8-4513-9A64-E63EDD117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172"/>
                <a:ext cx="18" cy="22"/>
              </a:xfrm>
              <a:custGeom>
                <a:avLst/>
                <a:gdLst>
                  <a:gd name="T0" fmla="*/ 11 w 24"/>
                  <a:gd name="T1" fmla="*/ 1 h 31"/>
                  <a:gd name="T2" fmla="*/ 0 w 24"/>
                  <a:gd name="T3" fmla="*/ 1 h 31"/>
                  <a:gd name="T4" fmla="*/ 5 w 24"/>
                  <a:gd name="T5" fmla="*/ 11 h 31"/>
                  <a:gd name="T6" fmla="*/ 2 w 24"/>
                  <a:gd name="T7" fmla="*/ 2 h 31"/>
                  <a:gd name="T8" fmla="*/ 9 w 24"/>
                  <a:gd name="T9" fmla="*/ 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1">
                    <a:moveTo>
                      <a:pt x="24" y="4"/>
                    </a:moveTo>
                    <a:cubicBezTo>
                      <a:pt x="16" y="6"/>
                      <a:pt x="9" y="0"/>
                      <a:pt x="0" y="1"/>
                    </a:cubicBezTo>
                    <a:cubicBezTo>
                      <a:pt x="3" y="10"/>
                      <a:pt x="9" y="20"/>
                      <a:pt x="11" y="31"/>
                    </a:cubicBezTo>
                    <a:cubicBezTo>
                      <a:pt x="11" y="22"/>
                      <a:pt x="9" y="14"/>
                      <a:pt x="5" y="6"/>
                    </a:cubicBezTo>
                    <a:cubicBezTo>
                      <a:pt x="12" y="5"/>
                      <a:pt x="16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9" name="Freeform 1531">
                <a:extLst>
                  <a:ext uri="{FF2B5EF4-FFF2-40B4-BE49-F238E27FC236}">
                    <a16:creationId xmlns:a16="http://schemas.microsoft.com/office/drawing/2014/main" id="{269F289C-75F7-4EBF-925D-E776A1DBD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1143"/>
                <a:ext cx="22" cy="36"/>
              </a:xfrm>
              <a:custGeom>
                <a:avLst/>
                <a:gdLst>
                  <a:gd name="T0" fmla="*/ 10 w 30"/>
                  <a:gd name="T1" fmla="*/ 3 h 49"/>
                  <a:gd name="T2" fmla="*/ 1 w 30"/>
                  <a:gd name="T3" fmla="*/ 19 h 49"/>
                  <a:gd name="T4" fmla="*/ 7 w 30"/>
                  <a:gd name="T5" fmla="*/ 0 h 49"/>
                  <a:gd name="T6" fmla="*/ 10 w 30"/>
                  <a:gd name="T7" fmla="*/ 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9">
                    <a:moveTo>
                      <a:pt x="24" y="7"/>
                    </a:moveTo>
                    <a:cubicBezTo>
                      <a:pt x="13" y="19"/>
                      <a:pt x="8" y="35"/>
                      <a:pt x="3" y="49"/>
                    </a:cubicBezTo>
                    <a:cubicBezTo>
                      <a:pt x="0" y="30"/>
                      <a:pt x="30" y="16"/>
                      <a:pt x="16" y="0"/>
                    </a:cubicBezTo>
                    <a:cubicBezTo>
                      <a:pt x="19" y="4"/>
                      <a:pt x="21" y="8"/>
                      <a:pt x="2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0" name="Freeform 1532">
                <a:extLst>
                  <a:ext uri="{FF2B5EF4-FFF2-40B4-BE49-F238E27FC236}">
                    <a16:creationId xmlns:a16="http://schemas.microsoft.com/office/drawing/2014/main" id="{499EB0AF-2A32-4293-A062-F321F6FC6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886"/>
                <a:ext cx="104" cy="35"/>
              </a:xfrm>
              <a:custGeom>
                <a:avLst/>
                <a:gdLst>
                  <a:gd name="T0" fmla="*/ 53 w 142"/>
                  <a:gd name="T1" fmla="*/ 9 h 48"/>
                  <a:gd name="T2" fmla="*/ 29 w 142"/>
                  <a:gd name="T3" fmla="*/ 15 h 48"/>
                  <a:gd name="T4" fmla="*/ 0 w 142"/>
                  <a:gd name="T5" fmla="*/ 18 h 48"/>
                  <a:gd name="T6" fmla="*/ 49 w 142"/>
                  <a:gd name="T7" fmla="*/ 2 h 48"/>
                  <a:gd name="T8" fmla="*/ 47 w 142"/>
                  <a:gd name="T9" fmla="*/ 0 h 48"/>
                  <a:gd name="T10" fmla="*/ 51 w 142"/>
                  <a:gd name="T11" fmla="*/ 9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48">
                    <a:moveTo>
                      <a:pt x="136" y="25"/>
                    </a:moveTo>
                    <a:cubicBezTo>
                      <a:pt x="113" y="30"/>
                      <a:pt x="97" y="37"/>
                      <a:pt x="72" y="37"/>
                    </a:cubicBezTo>
                    <a:cubicBezTo>
                      <a:pt x="47" y="37"/>
                      <a:pt x="24" y="44"/>
                      <a:pt x="0" y="45"/>
                    </a:cubicBezTo>
                    <a:cubicBezTo>
                      <a:pt x="21" y="30"/>
                      <a:pt x="142" y="48"/>
                      <a:pt x="124" y="5"/>
                    </a:cubicBezTo>
                    <a:cubicBezTo>
                      <a:pt x="122" y="3"/>
                      <a:pt x="121" y="2"/>
                      <a:pt x="119" y="0"/>
                    </a:cubicBezTo>
                    <a:cubicBezTo>
                      <a:pt x="124" y="8"/>
                      <a:pt x="130" y="15"/>
                      <a:pt x="13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1" name="Freeform 1533">
                <a:extLst>
                  <a:ext uri="{FF2B5EF4-FFF2-40B4-BE49-F238E27FC236}">
                    <a16:creationId xmlns:a16="http://schemas.microsoft.com/office/drawing/2014/main" id="{7654E908-9B88-44EE-9060-1765F4471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869"/>
                <a:ext cx="446" cy="328"/>
              </a:xfrm>
              <a:custGeom>
                <a:avLst/>
                <a:gdLst>
                  <a:gd name="T0" fmla="*/ 241 w 606"/>
                  <a:gd name="T1" fmla="*/ 179 h 444"/>
                  <a:gd name="T2" fmla="*/ 233 w 606"/>
                  <a:gd name="T3" fmla="*/ 158 h 444"/>
                  <a:gd name="T4" fmla="*/ 203 w 606"/>
                  <a:gd name="T5" fmla="*/ 118 h 444"/>
                  <a:gd name="T6" fmla="*/ 180 w 606"/>
                  <a:gd name="T7" fmla="*/ 122 h 444"/>
                  <a:gd name="T8" fmla="*/ 153 w 606"/>
                  <a:gd name="T9" fmla="*/ 97 h 444"/>
                  <a:gd name="T10" fmla="*/ 141 w 606"/>
                  <a:gd name="T11" fmla="*/ 90 h 444"/>
                  <a:gd name="T12" fmla="*/ 107 w 606"/>
                  <a:gd name="T13" fmla="*/ 75 h 444"/>
                  <a:gd name="T14" fmla="*/ 85 w 606"/>
                  <a:gd name="T15" fmla="*/ 78 h 444"/>
                  <a:gd name="T16" fmla="*/ 61 w 606"/>
                  <a:gd name="T17" fmla="*/ 63 h 444"/>
                  <a:gd name="T18" fmla="*/ 42 w 606"/>
                  <a:gd name="T19" fmla="*/ 41 h 444"/>
                  <a:gd name="T20" fmla="*/ 36 w 606"/>
                  <a:gd name="T21" fmla="*/ 30 h 444"/>
                  <a:gd name="T22" fmla="*/ 0 w 606"/>
                  <a:gd name="T23" fmla="*/ 0 h 444"/>
                  <a:gd name="T24" fmla="*/ 30 w 606"/>
                  <a:gd name="T25" fmla="*/ 12 h 444"/>
                  <a:gd name="T26" fmla="*/ 42 w 606"/>
                  <a:gd name="T27" fmla="*/ 12 h 444"/>
                  <a:gd name="T28" fmla="*/ 43 w 606"/>
                  <a:gd name="T29" fmla="*/ 35 h 444"/>
                  <a:gd name="T30" fmla="*/ 60 w 606"/>
                  <a:gd name="T31" fmla="*/ 50 h 444"/>
                  <a:gd name="T32" fmla="*/ 63 w 606"/>
                  <a:gd name="T33" fmla="*/ 41 h 444"/>
                  <a:gd name="T34" fmla="*/ 63 w 606"/>
                  <a:gd name="T35" fmla="*/ 54 h 444"/>
                  <a:gd name="T36" fmla="*/ 84 w 606"/>
                  <a:gd name="T37" fmla="*/ 64 h 444"/>
                  <a:gd name="T38" fmla="*/ 90 w 606"/>
                  <a:gd name="T39" fmla="*/ 55 h 444"/>
                  <a:gd name="T40" fmla="*/ 96 w 606"/>
                  <a:gd name="T41" fmla="*/ 76 h 444"/>
                  <a:gd name="T42" fmla="*/ 114 w 606"/>
                  <a:gd name="T43" fmla="*/ 70 h 444"/>
                  <a:gd name="T44" fmla="*/ 121 w 606"/>
                  <a:gd name="T45" fmla="*/ 63 h 444"/>
                  <a:gd name="T46" fmla="*/ 124 w 606"/>
                  <a:gd name="T47" fmla="*/ 75 h 444"/>
                  <a:gd name="T48" fmla="*/ 174 w 606"/>
                  <a:gd name="T49" fmla="*/ 85 h 444"/>
                  <a:gd name="T50" fmla="*/ 193 w 606"/>
                  <a:gd name="T51" fmla="*/ 114 h 444"/>
                  <a:gd name="T52" fmla="*/ 230 w 606"/>
                  <a:gd name="T53" fmla="*/ 103 h 444"/>
                  <a:gd name="T54" fmla="*/ 240 w 606"/>
                  <a:gd name="T55" fmla="*/ 135 h 444"/>
                  <a:gd name="T56" fmla="*/ 235 w 606"/>
                  <a:gd name="T57" fmla="*/ 157 h 444"/>
                  <a:gd name="T58" fmla="*/ 241 w 606"/>
                  <a:gd name="T59" fmla="*/ 179 h 44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06" h="444">
                    <a:moveTo>
                      <a:pt x="604" y="444"/>
                    </a:moveTo>
                    <a:cubicBezTo>
                      <a:pt x="604" y="444"/>
                      <a:pt x="605" y="417"/>
                      <a:pt x="586" y="393"/>
                    </a:cubicBezTo>
                    <a:cubicBezTo>
                      <a:pt x="561" y="361"/>
                      <a:pt x="554" y="305"/>
                      <a:pt x="510" y="294"/>
                    </a:cubicBezTo>
                    <a:cubicBezTo>
                      <a:pt x="466" y="284"/>
                      <a:pt x="454" y="289"/>
                      <a:pt x="450" y="303"/>
                    </a:cubicBezTo>
                    <a:cubicBezTo>
                      <a:pt x="450" y="303"/>
                      <a:pt x="445" y="225"/>
                      <a:pt x="385" y="241"/>
                    </a:cubicBezTo>
                    <a:cubicBezTo>
                      <a:pt x="385" y="241"/>
                      <a:pt x="367" y="229"/>
                      <a:pt x="355" y="224"/>
                    </a:cubicBezTo>
                    <a:cubicBezTo>
                      <a:pt x="343" y="218"/>
                      <a:pt x="309" y="176"/>
                      <a:pt x="268" y="187"/>
                    </a:cubicBezTo>
                    <a:cubicBezTo>
                      <a:pt x="228" y="197"/>
                      <a:pt x="224" y="208"/>
                      <a:pt x="212" y="195"/>
                    </a:cubicBezTo>
                    <a:cubicBezTo>
                      <a:pt x="200" y="183"/>
                      <a:pt x="193" y="153"/>
                      <a:pt x="154" y="155"/>
                    </a:cubicBezTo>
                    <a:cubicBezTo>
                      <a:pt x="154" y="155"/>
                      <a:pt x="125" y="98"/>
                      <a:pt x="106" y="102"/>
                    </a:cubicBezTo>
                    <a:cubicBezTo>
                      <a:pt x="106" y="102"/>
                      <a:pt x="103" y="79"/>
                      <a:pt x="90" y="75"/>
                    </a:cubicBezTo>
                    <a:cubicBezTo>
                      <a:pt x="78" y="72"/>
                      <a:pt x="103" y="28"/>
                      <a:pt x="0" y="0"/>
                    </a:cubicBezTo>
                    <a:cubicBezTo>
                      <a:pt x="0" y="0"/>
                      <a:pt x="65" y="21"/>
                      <a:pt x="76" y="29"/>
                    </a:cubicBezTo>
                    <a:cubicBezTo>
                      <a:pt x="87" y="37"/>
                      <a:pt x="97" y="35"/>
                      <a:pt x="104" y="30"/>
                    </a:cubicBezTo>
                    <a:cubicBezTo>
                      <a:pt x="104" y="30"/>
                      <a:pt x="90" y="54"/>
                      <a:pt x="108" y="88"/>
                    </a:cubicBezTo>
                    <a:cubicBezTo>
                      <a:pt x="125" y="122"/>
                      <a:pt x="148" y="125"/>
                      <a:pt x="151" y="125"/>
                    </a:cubicBezTo>
                    <a:cubicBezTo>
                      <a:pt x="155" y="125"/>
                      <a:pt x="163" y="112"/>
                      <a:pt x="158" y="103"/>
                    </a:cubicBezTo>
                    <a:cubicBezTo>
                      <a:pt x="158" y="103"/>
                      <a:pt x="167" y="117"/>
                      <a:pt x="158" y="134"/>
                    </a:cubicBezTo>
                    <a:cubicBezTo>
                      <a:pt x="150" y="150"/>
                      <a:pt x="196" y="168"/>
                      <a:pt x="210" y="160"/>
                    </a:cubicBezTo>
                    <a:cubicBezTo>
                      <a:pt x="224" y="151"/>
                      <a:pt x="223" y="142"/>
                      <a:pt x="225" y="135"/>
                    </a:cubicBezTo>
                    <a:cubicBezTo>
                      <a:pt x="225" y="135"/>
                      <a:pt x="206" y="207"/>
                      <a:pt x="241" y="190"/>
                    </a:cubicBezTo>
                    <a:cubicBezTo>
                      <a:pt x="257" y="182"/>
                      <a:pt x="271" y="190"/>
                      <a:pt x="287" y="175"/>
                    </a:cubicBezTo>
                    <a:cubicBezTo>
                      <a:pt x="302" y="160"/>
                      <a:pt x="305" y="156"/>
                      <a:pt x="305" y="156"/>
                    </a:cubicBezTo>
                    <a:cubicBezTo>
                      <a:pt x="305" y="156"/>
                      <a:pt x="289" y="176"/>
                      <a:pt x="311" y="187"/>
                    </a:cubicBezTo>
                    <a:cubicBezTo>
                      <a:pt x="334" y="197"/>
                      <a:pt x="396" y="270"/>
                      <a:pt x="438" y="210"/>
                    </a:cubicBezTo>
                    <a:cubicBezTo>
                      <a:pt x="438" y="210"/>
                      <a:pt x="421" y="283"/>
                      <a:pt x="484" y="283"/>
                    </a:cubicBezTo>
                    <a:cubicBezTo>
                      <a:pt x="548" y="283"/>
                      <a:pt x="549" y="302"/>
                      <a:pt x="576" y="254"/>
                    </a:cubicBezTo>
                    <a:cubicBezTo>
                      <a:pt x="576" y="254"/>
                      <a:pt x="529" y="314"/>
                      <a:pt x="602" y="336"/>
                    </a:cubicBezTo>
                    <a:cubicBezTo>
                      <a:pt x="602" y="336"/>
                      <a:pt x="548" y="336"/>
                      <a:pt x="590" y="389"/>
                    </a:cubicBezTo>
                    <a:cubicBezTo>
                      <a:pt x="606" y="408"/>
                      <a:pt x="606" y="441"/>
                      <a:pt x="604" y="444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2" name="Freeform 1534">
                <a:extLst>
                  <a:ext uri="{FF2B5EF4-FFF2-40B4-BE49-F238E27FC236}">
                    <a16:creationId xmlns:a16="http://schemas.microsoft.com/office/drawing/2014/main" id="{A632378A-1AC8-4D6C-B64A-434B1B32D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143"/>
                <a:ext cx="228" cy="95"/>
              </a:xfrm>
              <a:custGeom>
                <a:avLst/>
                <a:gdLst>
                  <a:gd name="T0" fmla="*/ 124 w 309"/>
                  <a:gd name="T1" fmla="*/ 13 h 129"/>
                  <a:gd name="T2" fmla="*/ 103 w 309"/>
                  <a:gd name="T3" fmla="*/ 10 h 129"/>
                  <a:gd name="T4" fmla="*/ 68 w 309"/>
                  <a:gd name="T5" fmla="*/ 27 h 129"/>
                  <a:gd name="T6" fmla="*/ 0 w 309"/>
                  <a:gd name="T7" fmla="*/ 52 h 129"/>
                  <a:gd name="T8" fmla="*/ 13 w 309"/>
                  <a:gd name="T9" fmla="*/ 42 h 129"/>
                  <a:gd name="T10" fmla="*/ 22 w 309"/>
                  <a:gd name="T11" fmla="*/ 33 h 129"/>
                  <a:gd name="T12" fmla="*/ 36 w 309"/>
                  <a:gd name="T13" fmla="*/ 29 h 129"/>
                  <a:gd name="T14" fmla="*/ 83 w 309"/>
                  <a:gd name="T15" fmla="*/ 24 h 129"/>
                  <a:gd name="T16" fmla="*/ 92 w 309"/>
                  <a:gd name="T17" fmla="*/ 10 h 129"/>
                  <a:gd name="T18" fmla="*/ 102 w 309"/>
                  <a:gd name="T19" fmla="*/ 7 h 129"/>
                  <a:gd name="T20" fmla="*/ 124 w 309"/>
                  <a:gd name="T21" fmla="*/ 13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9" h="129">
                    <a:moveTo>
                      <a:pt x="309" y="33"/>
                    </a:moveTo>
                    <a:cubicBezTo>
                      <a:pt x="309" y="33"/>
                      <a:pt x="298" y="0"/>
                      <a:pt x="258" y="23"/>
                    </a:cubicBezTo>
                    <a:cubicBezTo>
                      <a:pt x="218" y="45"/>
                      <a:pt x="234" y="72"/>
                      <a:pt x="169" y="66"/>
                    </a:cubicBezTo>
                    <a:cubicBezTo>
                      <a:pt x="104" y="60"/>
                      <a:pt x="29" y="107"/>
                      <a:pt x="0" y="129"/>
                    </a:cubicBezTo>
                    <a:cubicBezTo>
                      <a:pt x="0" y="129"/>
                      <a:pt x="8" y="121"/>
                      <a:pt x="31" y="106"/>
                    </a:cubicBezTo>
                    <a:cubicBezTo>
                      <a:pt x="55" y="91"/>
                      <a:pt x="55" y="88"/>
                      <a:pt x="56" y="83"/>
                    </a:cubicBezTo>
                    <a:cubicBezTo>
                      <a:pt x="56" y="83"/>
                      <a:pt x="69" y="86"/>
                      <a:pt x="90" y="74"/>
                    </a:cubicBezTo>
                    <a:cubicBezTo>
                      <a:pt x="111" y="63"/>
                      <a:pt x="195" y="63"/>
                      <a:pt x="208" y="60"/>
                    </a:cubicBezTo>
                    <a:cubicBezTo>
                      <a:pt x="221" y="58"/>
                      <a:pt x="231" y="37"/>
                      <a:pt x="230" y="25"/>
                    </a:cubicBezTo>
                    <a:cubicBezTo>
                      <a:pt x="230" y="25"/>
                      <a:pt x="234" y="26"/>
                      <a:pt x="253" y="18"/>
                    </a:cubicBezTo>
                    <a:cubicBezTo>
                      <a:pt x="271" y="10"/>
                      <a:pt x="304" y="3"/>
                      <a:pt x="309" y="33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3" name="Freeform 1535">
                <a:extLst>
                  <a:ext uri="{FF2B5EF4-FFF2-40B4-BE49-F238E27FC236}">
                    <a16:creationId xmlns:a16="http://schemas.microsoft.com/office/drawing/2014/main" id="{7632638A-F0FD-4C46-A1BA-1C45C385F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998"/>
                <a:ext cx="75" cy="56"/>
              </a:xfrm>
              <a:custGeom>
                <a:avLst/>
                <a:gdLst>
                  <a:gd name="T0" fmla="*/ 40 w 102"/>
                  <a:gd name="T1" fmla="*/ 17 h 77"/>
                  <a:gd name="T2" fmla="*/ 1 w 102"/>
                  <a:gd name="T3" fmla="*/ 30 h 77"/>
                  <a:gd name="T4" fmla="*/ 0 w 102"/>
                  <a:gd name="T5" fmla="*/ 0 h 77"/>
                  <a:gd name="T6" fmla="*/ 8 w 102"/>
                  <a:gd name="T7" fmla="*/ 17 h 77"/>
                  <a:gd name="T8" fmla="*/ 40 w 102"/>
                  <a:gd name="T9" fmla="*/ 17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77">
                    <a:moveTo>
                      <a:pt x="102" y="42"/>
                    </a:moveTo>
                    <a:cubicBezTo>
                      <a:pt x="102" y="42"/>
                      <a:pt x="32" y="37"/>
                      <a:pt x="1" y="77"/>
                    </a:cubicBezTo>
                    <a:cubicBezTo>
                      <a:pt x="1" y="77"/>
                      <a:pt x="30" y="36"/>
                      <a:pt x="0" y="0"/>
                    </a:cubicBezTo>
                    <a:cubicBezTo>
                      <a:pt x="0" y="0"/>
                      <a:pt x="23" y="31"/>
                      <a:pt x="21" y="42"/>
                    </a:cubicBezTo>
                    <a:cubicBezTo>
                      <a:pt x="17" y="61"/>
                      <a:pt x="52" y="30"/>
                      <a:pt x="102" y="42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4" name="Freeform 1536">
                <a:extLst>
                  <a:ext uri="{FF2B5EF4-FFF2-40B4-BE49-F238E27FC236}">
                    <a16:creationId xmlns:a16="http://schemas.microsoft.com/office/drawing/2014/main" id="{E928C33A-D48E-427A-B574-42B51E067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741"/>
                <a:ext cx="164" cy="316"/>
              </a:xfrm>
              <a:custGeom>
                <a:avLst/>
                <a:gdLst>
                  <a:gd name="T0" fmla="*/ 2 w 222"/>
                  <a:gd name="T1" fmla="*/ 0 h 428"/>
                  <a:gd name="T2" fmla="*/ 7 w 222"/>
                  <a:gd name="T3" fmla="*/ 9 h 428"/>
                  <a:gd name="T4" fmla="*/ 28 w 222"/>
                  <a:gd name="T5" fmla="*/ 27 h 428"/>
                  <a:gd name="T6" fmla="*/ 30 w 222"/>
                  <a:gd name="T7" fmla="*/ 51 h 428"/>
                  <a:gd name="T8" fmla="*/ 19 w 222"/>
                  <a:gd name="T9" fmla="*/ 59 h 428"/>
                  <a:gd name="T10" fmla="*/ 43 w 222"/>
                  <a:gd name="T11" fmla="*/ 78 h 428"/>
                  <a:gd name="T12" fmla="*/ 43 w 222"/>
                  <a:gd name="T13" fmla="*/ 111 h 428"/>
                  <a:gd name="T14" fmla="*/ 49 w 222"/>
                  <a:gd name="T15" fmla="*/ 122 h 428"/>
                  <a:gd name="T16" fmla="*/ 60 w 222"/>
                  <a:gd name="T17" fmla="*/ 140 h 428"/>
                  <a:gd name="T18" fmla="*/ 74 w 222"/>
                  <a:gd name="T19" fmla="*/ 172 h 428"/>
                  <a:gd name="T20" fmla="*/ 64 w 222"/>
                  <a:gd name="T21" fmla="*/ 144 h 428"/>
                  <a:gd name="T22" fmla="*/ 50 w 222"/>
                  <a:gd name="T23" fmla="*/ 122 h 428"/>
                  <a:gd name="T24" fmla="*/ 72 w 222"/>
                  <a:gd name="T25" fmla="*/ 101 h 428"/>
                  <a:gd name="T26" fmla="*/ 50 w 222"/>
                  <a:gd name="T27" fmla="*/ 111 h 428"/>
                  <a:gd name="T28" fmla="*/ 47 w 222"/>
                  <a:gd name="T29" fmla="*/ 97 h 428"/>
                  <a:gd name="T30" fmla="*/ 46 w 222"/>
                  <a:gd name="T31" fmla="*/ 81 h 428"/>
                  <a:gd name="T32" fmla="*/ 57 w 222"/>
                  <a:gd name="T33" fmla="*/ 80 h 428"/>
                  <a:gd name="T34" fmla="*/ 89 w 222"/>
                  <a:gd name="T35" fmla="*/ 76 h 428"/>
                  <a:gd name="T36" fmla="*/ 50 w 222"/>
                  <a:gd name="T37" fmla="*/ 76 h 428"/>
                  <a:gd name="T38" fmla="*/ 30 w 222"/>
                  <a:gd name="T39" fmla="*/ 56 h 428"/>
                  <a:gd name="T40" fmla="*/ 29 w 222"/>
                  <a:gd name="T41" fmla="*/ 26 h 428"/>
                  <a:gd name="T42" fmla="*/ 10 w 222"/>
                  <a:gd name="T43" fmla="*/ 8 h 428"/>
                  <a:gd name="T44" fmla="*/ 2 w 222"/>
                  <a:gd name="T45" fmla="*/ 0 h 42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22" h="428">
                    <a:moveTo>
                      <a:pt x="6" y="0"/>
                    </a:moveTo>
                    <a:cubicBezTo>
                      <a:pt x="6" y="0"/>
                      <a:pt x="0" y="13"/>
                      <a:pt x="18" y="21"/>
                    </a:cubicBezTo>
                    <a:cubicBezTo>
                      <a:pt x="36" y="30"/>
                      <a:pt x="47" y="62"/>
                      <a:pt x="69" y="67"/>
                    </a:cubicBezTo>
                    <a:cubicBezTo>
                      <a:pt x="91" y="73"/>
                      <a:pt x="89" y="107"/>
                      <a:pt x="73" y="127"/>
                    </a:cubicBezTo>
                    <a:cubicBezTo>
                      <a:pt x="58" y="146"/>
                      <a:pt x="70" y="158"/>
                      <a:pt x="47" y="146"/>
                    </a:cubicBezTo>
                    <a:cubicBezTo>
                      <a:pt x="47" y="146"/>
                      <a:pt x="92" y="167"/>
                      <a:pt x="105" y="194"/>
                    </a:cubicBezTo>
                    <a:cubicBezTo>
                      <a:pt x="118" y="221"/>
                      <a:pt x="111" y="266"/>
                      <a:pt x="105" y="278"/>
                    </a:cubicBezTo>
                    <a:cubicBezTo>
                      <a:pt x="99" y="290"/>
                      <a:pt x="118" y="289"/>
                      <a:pt x="121" y="304"/>
                    </a:cubicBezTo>
                    <a:cubicBezTo>
                      <a:pt x="124" y="320"/>
                      <a:pt x="125" y="334"/>
                      <a:pt x="147" y="350"/>
                    </a:cubicBezTo>
                    <a:cubicBezTo>
                      <a:pt x="168" y="367"/>
                      <a:pt x="194" y="408"/>
                      <a:pt x="184" y="428"/>
                    </a:cubicBezTo>
                    <a:cubicBezTo>
                      <a:pt x="184" y="428"/>
                      <a:pt x="204" y="410"/>
                      <a:pt x="160" y="358"/>
                    </a:cubicBezTo>
                    <a:cubicBezTo>
                      <a:pt x="149" y="344"/>
                      <a:pt x="129" y="337"/>
                      <a:pt x="125" y="302"/>
                    </a:cubicBezTo>
                    <a:cubicBezTo>
                      <a:pt x="124" y="289"/>
                      <a:pt x="158" y="253"/>
                      <a:pt x="177" y="251"/>
                    </a:cubicBezTo>
                    <a:cubicBezTo>
                      <a:pt x="177" y="251"/>
                      <a:pt x="150" y="253"/>
                      <a:pt x="124" y="277"/>
                    </a:cubicBezTo>
                    <a:cubicBezTo>
                      <a:pt x="98" y="301"/>
                      <a:pt x="114" y="257"/>
                      <a:pt x="116" y="242"/>
                    </a:cubicBezTo>
                    <a:cubicBezTo>
                      <a:pt x="119" y="227"/>
                      <a:pt x="116" y="210"/>
                      <a:pt x="114" y="202"/>
                    </a:cubicBezTo>
                    <a:cubicBezTo>
                      <a:pt x="112" y="195"/>
                      <a:pt x="114" y="192"/>
                      <a:pt x="141" y="198"/>
                    </a:cubicBezTo>
                    <a:cubicBezTo>
                      <a:pt x="167" y="203"/>
                      <a:pt x="222" y="190"/>
                      <a:pt x="222" y="190"/>
                    </a:cubicBezTo>
                    <a:cubicBezTo>
                      <a:pt x="222" y="190"/>
                      <a:pt x="159" y="205"/>
                      <a:pt x="125" y="188"/>
                    </a:cubicBezTo>
                    <a:cubicBezTo>
                      <a:pt x="92" y="170"/>
                      <a:pt x="72" y="163"/>
                      <a:pt x="76" y="140"/>
                    </a:cubicBezTo>
                    <a:cubicBezTo>
                      <a:pt x="80" y="118"/>
                      <a:pt x="109" y="83"/>
                      <a:pt x="72" y="63"/>
                    </a:cubicBezTo>
                    <a:cubicBezTo>
                      <a:pt x="35" y="42"/>
                      <a:pt x="38" y="26"/>
                      <a:pt x="26" y="20"/>
                    </a:cubicBezTo>
                    <a:cubicBezTo>
                      <a:pt x="14" y="14"/>
                      <a:pt x="8" y="9"/>
                      <a:pt x="6" y="0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5" name="Freeform 1537">
                <a:extLst>
                  <a:ext uri="{FF2B5EF4-FFF2-40B4-BE49-F238E27FC236}">
                    <a16:creationId xmlns:a16="http://schemas.microsoft.com/office/drawing/2014/main" id="{39DE68CF-3508-4C78-AC08-E6570EB03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037"/>
                <a:ext cx="139" cy="147"/>
              </a:xfrm>
              <a:custGeom>
                <a:avLst/>
                <a:gdLst>
                  <a:gd name="T0" fmla="*/ 0 w 189"/>
                  <a:gd name="T1" fmla="*/ 44 h 199"/>
                  <a:gd name="T2" fmla="*/ 66 w 189"/>
                  <a:gd name="T3" fmla="*/ 12 h 199"/>
                  <a:gd name="T4" fmla="*/ 63 w 189"/>
                  <a:gd name="T5" fmla="*/ 0 h 199"/>
                  <a:gd name="T6" fmla="*/ 67 w 189"/>
                  <a:gd name="T7" fmla="*/ 5 h 199"/>
                  <a:gd name="T8" fmla="*/ 75 w 189"/>
                  <a:gd name="T9" fmla="*/ 0 h 199"/>
                  <a:gd name="T10" fmla="*/ 68 w 189"/>
                  <a:gd name="T11" fmla="*/ 7 h 199"/>
                  <a:gd name="T12" fmla="*/ 37 w 189"/>
                  <a:gd name="T13" fmla="*/ 47 h 199"/>
                  <a:gd name="T14" fmla="*/ 35 w 189"/>
                  <a:gd name="T15" fmla="*/ 64 h 199"/>
                  <a:gd name="T16" fmla="*/ 45 w 189"/>
                  <a:gd name="T17" fmla="*/ 62 h 199"/>
                  <a:gd name="T18" fmla="*/ 40 w 189"/>
                  <a:gd name="T19" fmla="*/ 66 h 199"/>
                  <a:gd name="T20" fmla="*/ 60 w 189"/>
                  <a:gd name="T21" fmla="*/ 69 h 199"/>
                  <a:gd name="T22" fmla="*/ 44 w 189"/>
                  <a:gd name="T23" fmla="*/ 70 h 199"/>
                  <a:gd name="T24" fmla="*/ 44 w 189"/>
                  <a:gd name="T25" fmla="*/ 81 h 199"/>
                  <a:gd name="T26" fmla="*/ 36 w 189"/>
                  <a:gd name="T27" fmla="*/ 70 h 199"/>
                  <a:gd name="T28" fmla="*/ 28 w 189"/>
                  <a:gd name="T29" fmla="*/ 67 h 199"/>
                  <a:gd name="T30" fmla="*/ 21 w 189"/>
                  <a:gd name="T31" fmla="*/ 73 h 199"/>
                  <a:gd name="T32" fmla="*/ 28 w 189"/>
                  <a:gd name="T33" fmla="*/ 65 h 199"/>
                  <a:gd name="T34" fmla="*/ 24 w 189"/>
                  <a:gd name="T35" fmla="*/ 61 h 199"/>
                  <a:gd name="T36" fmla="*/ 26 w 189"/>
                  <a:gd name="T37" fmla="*/ 56 h 199"/>
                  <a:gd name="T38" fmla="*/ 30 w 189"/>
                  <a:gd name="T39" fmla="*/ 49 h 199"/>
                  <a:gd name="T40" fmla="*/ 26 w 189"/>
                  <a:gd name="T41" fmla="*/ 49 h 199"/>
                  <a:gd name="T42" fmla="*/ 0 w 189"/>
                  <a:gd name="T43" fmla="*/ 44 h 1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9" h="199">
                    <a:moveTo>
                      <a:pt x="0" y="110"/>
                    </a:moveTo>
                    <a:cubicBezTo>
                      <a:pt x="0" y="110"/>
                      <a:pt x="139" y="151"/>
                      <a:pt x="166" y="30"/>
                    </a:cubicBezTo>
                    <a:cubicBezTo>
                      <a:pt x="168" y="20"/>
                      <a:pt x="169" y="7"/>
                      <a:pt x="156" y="0"/>
                    </a:cubicBezTo>
                    <a:cubicBezTo>
                      <a:pt x="156" y="0"/>
                      <a:pt x="166" y="4"/>
                      <a:pt x="168" y="12"/>
                    </a:cubicBezTo>
                    <a:cubicBezTo>
                      <a:pt x="171" y="19"/>
                      <a:pt x="185" y="8"/>
                      <a:pt x="189" y="0"/>
                    </a:cubicBezTo>
                    <a:cubicBezTo>
                      <a:pt x="189" y="0"/>
                      <a:pt x="179" y="15"/>
                      <a:pt x="171" y="19"/>
                    </a:cubicBezTo>
                    <a:cubicBezTo>
                      <a:pt x="163" y="24"/>
                      <a:pt x="175" y="87"/>
                      <a:pt x="93" y="118"/>
                    </a:cubicBezTo>
                    <a:cubicBezTo>
                      <a:pt x="55" y="132"/>
                      <a:pt x="73" y="162"/>
                      <a:pt x="89" y="160"/>
                    </a:cubicBezTo>
                    <a:cubicBezTo>
                      <a:pt x="104" y="158"/>
                      <a:pt x="107" y="160"/>
                      <a:pt x="113" y="154"/>
                    </a:cubicBezTo>
                    <a:cubicBezTo>
                      <a:pt x="113" y="154"/>
                      <a:pt x="108" y="162"/>
                      <a:pt x="99" y="164"/>
                    </a:cubicBezTo>
                    <a:cubicBezTo>
                      <a:pt x="99" y="164"/>
                      <a:pt x="134" y="181"/>
                      <a:pt x="150" y="170"/>
                    </a:cubicBezTo>
                    <a:cubicBezTo>
                      <a:pt x="150" y="170"/>
                      <a:pt x="139" y="181"/>
                      <a:pt x="110" y="173"/>
                    </a:cubicBezTo>
                    <a:cubicBezTo>
                      <a:pt x="81" y="166"/>
                      <a:pt x="104" y="192"/>
                      <a:pt x="112" y="199"/>
                    </a:cubicBezTo>
                    <a:cubicBezTo>
                      <a:pt x="112" y="199"/>
                      <a:pt x="93" y="185"/>
                      <a:pt x="91" y="174"/>
                    </a:cubicBezTo>
                    <a:cubicBezTo>
                      <a:pt x="89" y="162"/>
                      <a:pt x="81" y="164"/>
                      <a:pt x="69" y="167"/>
                    </a:cubicBezTo>
                    <a:cubicBezTo>
                      <a:pt x="56" y="170"/>
                      <a:pt x="53" y="180"/>
                      <a:pt x="52" y="182"/>
                    </a:cubicBezTo>
                    <a:cubicBezTo>
                      <a:pt x="52" y="182"/>
                      <a:pt x="58" y="170"/>
                      <a:pt x="70" y="161"/>
                    </a:cubicBezTo>
                    <a:cubicBezTo>
                      <a:pt x="77" y="156"/>
                      <a:pt x="65" y="145"/>
                      <a:pt x="58" y="150"/>
                    </a:cubicBezTo>
                    <a:cubicBezTo>
                      <a:pt x="58" y="150"/>
                      <a:pt x="64" y="145"/>
                      <a:pt x="65" y="140"/>
                    </a:cubicBezTo>
                    <a:cubicBezTo>
                      <a:pt x="67" y="135"/>
                      <a:pt x="73" y="122"/>
                      <a:pt x="76" y="121"/>
                    </a:cubicBezTo>
                    <a:cubicBezTo>
                      <a:pt x="79" y="120"/>
                      <a:pt x="70" y="118"/>
                      <a:pt x="64" y="122"/>
                    </a:cubicBezTo>
                    <a:cubicBezTo>
                      <a:pt x="58" y="126"/>
                      <a:pt x="2" y="112"/>
                      <a:pt x="0" y="110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6" name="Freeform 1538">
                <a:extLst>
                  <a:ext uri="{FF2B5EF4-FFF2-40B4-BE49-F238E27FC236}">
                    <a16:creationId xmlns:a16="http://schemas.microsoft.com/office/drawing/2014/main" id="{4176B4E7-C8C7-49B2-BDB3-8E1061A96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974"/>
                <a:ext cx="74" cy="95"/>
              </a:xfrm>
              <a:custGeom>
                <a:avLst/>
                <a:gdLst>
                  <a:gd name="T0" fmla="*/ 40 w 101"/>
                  <a:gd name="T1" fmla="*/ 4 h 129"/>
                  <a:gd name="T2" fmla="*/ 27 w 101"/>
                  <a:gd name="T3" fmla="*/ 15 h 129"/>
                  <a:gd name="T4" fmla="*/ 15 w 101"/>
                  <a:gd name="T5" fmla="*/ 20 h 129"/>
                  <a:gd name="T6" fmla="*/ 2 w 101"/>
                  <a:gd name="T7" fmla="*/ 0 h 129"/>
                  <a:gd name="T8" fmla="*/ 12 w 101"/>
                  <a:gd name="T9" fmla="*/ 21 h 129"/>
                  <a:gd name="T10" fmla="*/ 4 w 101"/>
                  <a:gd name="T11" fmla="*/ 49 h 129"/>
                  <a:gd name="T12" fmla="*/ 11 w 101"/>
                  <a:gd name="T13" fmla="*/ 48 h 129"/>
                  <a:gd name="T14" fmla="*/ 14 w 101"/>
                  <a:gd name="T15" fmla="*/ 37 h 129"/>
                  <a:gd name="T16" fmla="*/ 18 w 101"/>
                  <a:gd name="T17" fmla="*/ 21 h 129"/>
                  <a:gd name="T18" fmla="*/ 26 w 101"/>
                  <a:gd name="T19" fmla="*/ 16 h 129"/>
                  <a:gd name="T20" fmla="*/ 40 w 101"/>
                  <a:gd name="T21" fmla="*/ 4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29">
                    <a:moveTo>
                      <a:pt x="101" y="11"/>
                    </a:moveTo>
                    <a:cubicBezTo>
                      <a:pt x="101" y="11"/>
                      <a:pt x="81" y="32"/>
                      <a:pt x="69" y="36"/>
                    </a:cubicBezTo>
                    <a:cubicBezTo>
                      <a:pt x="56" y="40"/>
                      <a:pt x="46" y="52"/>
                      <a:pt x="37" y="50"/>
                    </a:cubicBezTo>
                    <a:cubicBezTo>
                      <a:pt x="28" y="48"/>
                      <a:pt x="7" y="14"/>
                      <a:pt x="6" y="0"/>
                    </a:cubicBezTo>
                    <a:cubicBezTo>
                      <a:pt x="6" y="0"/>
                      <a:pt x="6" y="24"/>
                      <a:pt x="30" y="51"/>
                    </a:cubicBezTo>
                    <a:cubicBezTo>
                      <a:pt x="53" y="79"/>
                      <a:pt x="17" y="118"/>
                      <a:pt x="9" y="123"/>
                    </a:cubicBezTo>
                    <a:cubicBezTo>
                      <a:pt x="0" y="129"/>
                      <a:pt x="23" y="110"/>
                      <a:pt x="27" y="120"/>
                    </a:cubicBezTo>
                    <a:cubicBezTo>
                      <a:pt x="27" y="120"/>
                      <a:pt x="21" y="117"/>
                      <a:pt x="35" y="93"/>
                    </a:cubicBezTo>
                    <a:cubicBezTo>
                      <a:pt x="48" y="69"/>
                      <a:pt x="32" y="65"/>
                      <a:pt x="46" y="53"/>
                    </a:cubicBezTo>
                    <a:cubicBezTo>
                      <a:pt x="48" y="52"/>
                      <a:pt x="60" y="42"/>
                      <a:pt x="65" y="41"/>
                    </a:cubicBezTo>
                    <a:cubicBezTo>
                      <a:pt x="71" y="40"/>
                      <a:pt x="98" y="17"/>
                      <a:pt x="101" y="11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7" name="Freeform 1539">
                <a:extLst>
                  <a:ext uri="{FF2B5EF4-FFF2-40B4-BE49-F238E27FC236}">
                    <a16:creationId xmlns:a16="http://schemas.microsoft.com/office/drawing/2014/main" id="{732F0636-9B57-49B3-A992-6FE7B9ABE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1032"/>
                <a:ext cx="316" cy="176"/>
              </a:xfrm>
              <a:custGeom>
                <a:avLst/>
                <a:gdLst>
                  <a:gd name="T0" fmla="*/ 168 w 430"/>
                  <a:gd name="T1" fmla="*/ 37 h 239"/>
                  <a:gd name="T2" fmla="*/ 158 w 430"/>
                  <a:gd name="T3" fmla="*/ 59 h 239"/>
                  <a:gd name="T4" fmla="*/ 129 w 430"/>
                  <a:gd name="T5" fmla="*/ 52 h 239"/>
                  <a:gd name="T6" fmla="*/ 82 w 430"/>
                  <a:gd name="T7" fmla="*/ 35 h 239"/>
                  <a:gd name="T8" fmla="*/ 37 w 430"/>
                  <a:gd name="T9" fmla="*/ 22 h 239"/>
                  <a:gd name="T10" fmla="*/ 34 w 430"/>
                  <a:gd name="T11" fmla="*/ 23 h 239"/>
                  <a:gd name="T12" fmla="*/ 17 w 430"/>
                  <a:gd name="T13" fmla="*/ 7 h 239"/>
                  <a:gd name="T14" fmla="*/ 15 w 430"/>
                  <a:gd name="T15" fmla="*/ 1 h 239"/>
                  <a:gd name="T16" fmla="*/ 13 w 430"/>
                  <a:gd name="T17" fmla="*/ 5 h 239"/>
                  <a:gd name="T18" fmla="*/ 0 w 430"/>
                  <a:gd name="T19" fmla="*/ 0 h 239"/>
                  <a:gd name="T20" fmla="*/ 15 w 430"/>
                  <a:gd name="T21" fmla="*/ 7 h 239"/>
                  <a:gd name="T22" fmla="*/ 26 w 430"/>
                  <a:gd name="T23" fmla="*/ 15 h 239"/>
                  <a:gd name="T24" fmla="*/ 29 w 430"/>
                  <a:gd name="T25" fmla="*/ 29 h 239"/>
                  <a:gd name="T26" fmla="*/ 37 w 430"/>
                  <a:gd name="T27" fmla="*/ 27 h 239"/>
                  <a:gd name="T28" fmla="*/ 80 w 430"/>
                  <a:gd name="T29" fmla="*/ 36 h 239"/>
                  <a:gd name="T30" fmla="*/ 136 w 430"/>
                  <a:gd name="T31" fmla="*/ 63 h 239"/>
                  <a:gd name="T32" fmla="*/ 129 w 430"/>
                  <a:gd name="T33" fmla="*/ 88 h 239"/>
                  <a:gd name="T34" fmla="*/ 123 w 430"/>
                  <a:gd name="T35" fmla="*/ 96 h 239"/>
                  <a:gd name="T36" fmla="*/ 129 w 430"/>
                  <a:gd name="T37" fmla="*/ 91 h 239"/>
                  <a:gd name="T38" fmla="*/ 133 w 430"/>
                  <a:gd name="T39" fmla="*/ 95 h 239"/>
                  <a:gd name="T40" fmla="*/ 132 w 430"/>
                  <a:gd name="T41" fmla="*/ 90 h 239"/>
                  <a:gd name="T42" fmla="*/ 137 w 430"/>
                  <a:gd name="T43" fmla="*/ 78 h 239"/>
                  <a:gd name="T44" fmla="*/ 145 w 430"/>
                  <a:gd name="T45" fmla="*/ 64 h 239"/>
                  <a:gd name="T46" fmla="*/ 168 w 430"/>
                  <a:gd name="T47" fmla="*/ 37 h 2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30" h="239">
                    <a:moveTo>
                      <a:pt x="423" y="92"/>
                    </a:moveTo>
                    <a:cubicBezTo>
                      <a:pt x="423" y="92"/>
                      <a:pt x="427" y="139"/>
                      <a:pt x="398" y="147"/>
                    </a:cubicBezTo>
                    <a:cubicBezTo>
                      <a:pt x="369" y="155"/>
                      <a:pt x="358" y="171"/>
                      <a:pt x="325" y="130"/>
                    </a:cubicBezTo>
                    <a:cubicBezTo>
                      <a:pt x="292" y="89"/>
                      <a:pt x="234" y="81"/>
                      <a:pt x="207" y="87"/>
                    </a:cubicBezTo>
                    <a:cubicBezTo>
                      <a:pt x="180" y="93"/>
                      <a:pt x="105" y="79"/>
                      <a:pt x="94" y="55"/>
                    </a:cubicBezTo>
                    <a:cubicBezTo>
                      <a:pt x="94" y="55"/>
                      <a:pt x="89" y="62"/>
                      <a:pt x="84" y="57"/>
                    </a:cubicBezTo>
                    <a:cubicBezTo>
                      <a:pt x="80" y="52"/>
                      <a:pt x="50" y="17"/>
                      <a:pt x="42" y="17"/>
                    </a:cubicBezTo>
                    <a:cubicBezTo>
                      <a:pt x="33" y="17"/>
                      <a:pt x="33" y="6"/>
                      <a:pt x="40" y="1"/>
                    </a:cubicBezTo>
                    <a:cubicBezTo>
                      <a:pt x="40" y="1"/>
                      <a:pt x="30" y="8"/>
                      <a:pt x="32" y="12"/>
                    </a:cubicBezTo>
                    <a:cubicBezTo>
                      <a:pt x="35" y="16"/>
                      <a:pt x="9" y="18"/>
                      <a:pt x="0" y="0"/>
                    </a:cubicBezTo>
                    <a:cubicBezTo>
                      <a:pt x="0" y="0"/>
                      <a:pt x="0" y="19"/>
                      <a:pt x="37" y="19"/>
                    </a:cubicBezTo>
                    <a:cubicBezTo>
                      <a:pt x="41" y="19"/>
                      <a:pt x="58" y="29"/>
                      <a:pt x="64" y="40"/>
                    </a:cubicBezTo>
                    <a:cubicBezTo>
                      <a:pt x="70" y="51"/>
                      <a:pt x="95" y="62"/>
                      <a:pt x="74" y="73"/>
                    </a:cubicBezTo>
                    <a:cubicBezTo>
                      <a:pt x="74" y="73"/>
                      <a:pt x="84" y="65"/>
                      <a:pt x="95" y="68"/>
                    </a:cubicBezTo>
                    <a:cubicBezTo>
                      <a:pt x="105" y="71"/>
                      <a:pt x="147" y="93"/>
                      <a:pt x="202" y="91"/>
                    </a:cubicBezTo>
                    <a:cubicBezTo>
                      <a:pt x="256" y="88"/>
                      <a:pt x="315" y="108"/>
                      <a:pt x="343" y="156"/>
                    </a:cubicBezTo>
                    <a:cubicBezTo>
                      <a:pt x="350" y="168"/>
                      <a:pt x="341" y="212"/>
                      <a:pt x="326" y="220"/>
                    </a:cubicBezTo>
                    <a:cubicBezTo>
                      <a:pt x="311" y="228"/>
                      <a:pt x="312" y="239"/>
                      <a:pt x="312" y="239"/>
                    </a:cubicBezTo>
                    <a:cubicBezTo>
                      <a:pt x="312" y="239"/>
                      <a:pt x="317" y="228"/>
                      <a:pt x="327" y="227"/>
                    </a:cubicBezTo>
                    <a:cubicBezTo>
                      <a:pt x="336" y="226"/>
                      <a:pt x="335" y="237"/>
                      <a:pt x="335" y="237"/>
                    </a:cubicBezTo>
                    <a:cubicBezTo>
                      <a:pt x="335" y="237"/>
                      <a:pt x="336" y="227"/>
                      <a:pt x="331" y="224"/>
                    </a:cubicBezTo>
                    <a:cubicBezTo>
                      <a:pt x="326" y="220"/>
                      <a:pt x="339" y="212"/>
                      <a:pt x="345" y="195"/>
                    </a:cubicBezTo>
                    <a:cubicBezTo>
                      <a:pt x="351" y="178"/>
                      <a:pt x="348" y="162"/>
                      <a:pt x="365" y="160"/>
                    </a:cubicBezTo>
                    <a:cubicBezTo>
                      <a:pt x="394" y="158"/>
                      <a:pt x="430" y="145"/>
                      <a:pt x="423" y="92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8" name="Freeform 1540">
                <a:extLst>
                  <a:ext uri="{FF2B5EF4-FFF2-40B4-BE49-F238E27FC236}">
                    <a16:creationId xmlns:a16="http://schemas.microsoft.com/office/drawing/2014/main" id="{B3C9F911-3982-42A4-940F-9BED39C35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754"/>
                <a:ext cx="203" cy="221"/>
              </a:xfrm>
              <a:custGeom>
                <a:avLst/>
                <a:gdLst>
                  <a:gd name="T0" fmla="*/ 109 w 277"/>
                  <a:gd name="T1" fmla="*/ 69 h 300"/>
                  <a:gd name="T2" fmla="*/ 105 w 277"/>
                  <a:gd name="T3" fmla="*/ 78 h 300"/>
                  <a:gd name="T4" fmla="*/ 80 w 277"/>
                  <a:gd name="T5" fmla="*/ 93 h 300"/>
                  <a:gd name="T6" fmla="*/ 65 w 277"/>
                  <a:gd name="T7" fmla="*/ 120 h 300"/>
                  <a:gd name="T8" fmla="*/ 69 w 277"/>
                  <a:gd name="T9" fmla="*/ 90 h 300"/>
                  <a:gd name="T10" fmla="*/ 53 w 277"/>
                  <a:gd name="T11" fmla="*/ 83 h 300"/>
                  <a:gd name="T12" fmla="*/ 65 w 277"/>
                  <a:gd name="T13" fmla="*/ 79 h 300"/>
                  <a:gd name="T14" fmla="*/ 53 w 277"/>
                  <a:gd name="T15" fmla="*/ 24 h 300"/>
                  <a:gd name="T16" fmla="*/ 33 w 277"/>
                  <a:gd name="T17" fmla="*/ 21 h 300"/>
                  <a:gd name="T18" fmla="*/ 18 w 277"/>
                  <a:gd name="T19" fmla="*/ 11 h 300"/>
                  <a:gd name="T20" fmla="*/ 0 w 277"/>
                  <a:gd name="T21" fmla="*/ 4 h 300"/>
                  <a:gd name="T22" fmla="*/ 12 w 277"/>
                  <a:gd name="T23" fmla="*/ 7 h 300"/>
                  <a:gd name="T24" fmla="*/ 26 w 277"/>
                  <a:gd name="T25" fmla="*/ 13 h 300"/>
                  <a:gd name="T26" fmla="*/ 43 w 277"/>
                  <a:gd name="T27" fmla="*/ 15 h 300"/>
                  <a:gd name="T28" fmla="*/ 70 w 277"/>
                  <a:gd name="T29" fmla="*/ 78 h 300"/>
                  <a:gd name="T30" fmla="*/ 81 w 277"/>
                  <a:gd name="T31" fmla="*/ 85 h 300"/>
                  <a:gd name="T32" fmla="*/ 102 w 277"/>
                  <a:gd name="T33" fmla="*/ 75 h 300"/>
                  <a:gd name="T34" fmla="*/ 109 w 277"/>
                  <a:gd name="T35" fmla="*/ 69 h 3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77" h="300">
                    <a:moveTo>
                      <a:pt x="277" y="171"/>
                    </a:moveTo>
                    <a:cubicBezTo>
                      <a:pt x="277" y="171"/>
                      <a:pt x="265" y="187"/>
                      <a:pt x="266" y="196"/>
                    </a:cubicBezTo>
                    <a:cubicBezTo>
                      <a:pt x="267" y="205"/>
                      <a:pt x="226" y="208"/>
                      <a:pt x="203" y="232"/>
                    </a:cubicBezTo>
                    <a:cubicBezTo>
                      <a:pt x="181" y="257"/>
                      <a:pt x="166" y="300"/>
                      <a:pt x="166" y="300"/>
                    </a:cubicBezTo>
                    <a:cubicBezTo>
                      <a:pt x="166" y="300"/>
                      <a:pt x="188" y="236"/>
                      <a:pt x="175" y="225"/>
                    </a:cubicBezTo>
                    <a:cubicBezTo>
                      <a:pt x="162" y="215"/>
                      <a:pt x="136" y="207"/>
                      <a:pt x="136" y="207"/>
                    </a:cubicBezTo>
                    <a:cubicBezTo>
                      <a:pt x="136" y="207"/>
                      <a:pt x="162" y="208"/>
                      <a:pt x="167" y="197"/>
                    </a:cubicBezTo>
                    <a:cubicBezTo>
                      <a:pt x="172" y="186"/>
                      <a:pt x="191" y="67"/>
                      <a:pt x="137" y="58"/>
                    </a:cubicBezTo>
                    <a:cubicBezTo>
                      <a:pt x="110" y="54"/>
                      <a:pt x="110" y="42"/>
                      <a:pt x="84" y="52"/>
                    </a:cubicBezTo>
                    <a:cubicBezTo>
                      <a:pt x="59" y="62"/>
                      <a:pt x="68" y="24"/>
                      <a:pt x="47" y="28"/>
                    </a:cubicBezTo>
                    <a:cubicBezTo>
                      <a:pt x="25" y="32"/>
                      <a:pt x="21" y="4"/>
                      <a:pt x="0" y="10"/>
                    </a:cubicBezTo>
                    <a:cubicBezTo>
                      <a:pt x="0" y="10"/>
                      <a:pt x="17" y="0"/>
                      <a:pt x="31" y="17"/>
                    </a:cubicBezTo>
                    <a:cubicBezTo>
                      <a:pt x="44" y="33"/>
                      <a:pt x="48" y="6"/>
                      <a:pt x="65" y="34"/>
                    </a:cubicBezTo>
                    <a:cubicBezTo>
                      <a:pt x="81" y="60"/>
                      <a:pt x="88" y="33"/>
                      <a:pt x="111" y="40"/>
                    </a:cubicBezTo>
                    <a:cubicBezTo>
                      <a:pt x="133" y="47"/>
                      <a:pt x="205" y="51"/>
                      <a:pt x="177" y="195"/>
                    </a:cubicBezTo>
                    <a:cubicBezTo>
                      <a:pt x="175" y="207"/>
                      <a:pt x="180" y="227"/>
                      <a:pt x="207" y="214"/>
                    </a:cubicBezTo>
                    <a:cubicBezTo>
                      <a:pt x="235" y="200"/>
                      <a:pt x="253" y="203"/>
                      <a:pt x="259" y="189"/>
                    </a:cubicBezTo>
                    <a:cubicBezTo>
                      <a:pt x="265" y="175"/>
                      <a:pt x="277" y="171"/>
                      <a:pt x="277" y="171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9" name="Freeform 1541">
                <a:extLst>
                  <a:ext uri="{FF2B5EF4-FFF2-40B4-BE49-F238E27FC236}">
                    <a16:creationId xmlns:a16="http://schemas.microsoft.com/office/drawing/2014/main" id="{FAC36308-33F2-4646-AE44-96FC8B309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720"/>
                <a:ext cx="180" cy="303"/>
              </a:xfrm>
              <a:custGeom>
                <a:avLst/>
                <a:gdLst>
                  <a:gd name="T0" fmla="*/ 4 w 245"/>
                  <a:gd name="T1" fmla="*/ 0 h 411"/>
                  <a:gd name="T2" fmla="*/ 0 w 245"/>
                  <a:gd name="T3" fmla="*/ 6 h 411"/>
                  <a:gd name="T4" fmla="*/ 5 w 245"/>
                  <a:gd name="T5" fmla="*/ 10 h 411"/>
                  <a:gd name="T6" fmla="*/ 25 w 245"/>
                  <a:gd name="T7" fmla="*/ 19 h 411"/>
                  <a:gd name="T8" fmla="*/ 46 w 245"/>
                  <a:gd name="T9" fmla="*/ 41 h 411"/>
                  <a:gd name="T10" fmla="*/ 46 w 245"/>
                  <a:gd name="T11" fmla="*/ 66 h 411"/>
                  <a:gd name="T12" fmla="*/ 42 w 245"/>
                  <a:gd name="T13" fmla="*/ 78 h 411"/>
                  <a:gd name="T14" fmla="*/ 50 w 245"/>
                  <a:gd name="T15" fmla="*/ 68 h 411"/>
                  <a:gd name="T16" fmla="*/ 74 w 245"/>
                  <a:gd name="T17" fmla="*/ 77 h 411"/>
                  <a:gd name="T18" fmla="*/ 87 w 245"/>
                  <a:gd name="T19" fmla="*/ 110 h 411"/>
                  <a:gd name="T20" fmla="*/ 89 w 245"/>
                  <a:gd name="T21" fmla="*/ 146 h 411"/>
                  <a:gd name="T22" fmla="*/ 96 w 245"/>
                  <a:gd name="T23" fmla="*/ 164 h 411"/>
                  <a:gd name="T24" fmla="*/ 90 w 245"/>
                  <a:gd name="T25" fmla="*/ 144 h 411"/>
                  <a:gd name="T26" fmla="*/ 85 w 245"/>
                  <a:gd name="T27" fmla="*/ 92 h 411"/>
                  <a:gd name="T28" fmla="*/ 67 w 245"/>
                  <a:gd name="T29" fmla="*/ 70 h 411"/>
                  <a:gd name="T30" fmla="*/ 51 w 245"/>
                  <a:gd name="T31" fmla="*/ 63 h 411"/>
                  <a:gd name="T32" fmla="*/ 52 w 245"/>
                  <a:gd name="T33" fmla="*/ 39 h 411"/>
                  <a:gd name="T34" fmla="*/ 59 w 245"/>
                  <a:gd name="T35" fmla="*/ 25 h 411"/>
                  <a:gd name="T36" fmla="*/ 50 w 245"/>
                  <a:gd name="T37" fmla="*/ 37 h 411"/>
                  <a:gd name="T38" fmla="*/ 46 w 245"/>
                  <a:gd name="T39" fmla="*/ 32 h 411"/>
                  <a:gd name="T40" fmla="*/ 25 w 245"/>
                  <a:gd name="T41" fmla="*/ 17 h 411"/>
                  <a:gd name="T42" fmla="*/ 7 w 245"/>
                  <a:gd name="T43" fmla="*/ 7 h 411"/>
                  <a:gd name="T44" fmla="*/ 4 w 245"/>
                  <a:gd name="T45" fmla="*/ 0 h 41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45" h="411">
                    <a:moveTo>
                      <a:pt x="10" y="0"/>
                    </a:moveTo>
                    <a:cubicBezTo>
                      <a:pt x="10" y="0"/>
                      <a:pt x="10" y="24"/>
                      <a:pt x="0" y="15"/>
                    </a:cubicBezTo>
                    <a:cubicBezTo>
                      <a:pt x="0" y="15"/>
                      <a:pt x="0" y="23"/>
                      <a:pt x="14" y="24"/>
                    </a:cubicBezTo>
                    <a:cubicBezTo>
                      <a:pt x="28" y="26"/>
                      <a:pt x="40" y="48"/>
                      <a:pt x="63" y="48"/>
                    </a:cubicBezTo>
                    <a:cubicBezTo>
                      <a:pt x="87" y="48"/>
                      <a:pt x="113" y="84"/>
                      <a:pt x="115" y="101"/>
                    </a:cubicBezTo>
                    <a:cubicBezTo>
                      <a:pt x="116" y="117"/>
                      <a:pt x="121" y="156"/>
                      <a:pt x="116" y="165"/>
                    </a:cubicBezTo>
                    <a:cubicBezTo>
                      <a:pt x="112" y="174"/>
                      <a:pt x="106" y="190"/>
                      <a:pt x="106" y="196"/>
                    </a:cubicBezTo>
                    <a:cubicBezTo>
                      <a:pt x="106" y="196"/>
                      <a:pt x="113" y="174"/>
                      <a:pt x="126" y="170"/>
                    </a:cubicBezTo>
                    <a:cubicBezTo>
                      <a:pt x="140" y="167"/>
                      <a:pt x="176" y="179"/>
                      <a:pt x="186" y="194"/>
                    </a:cubicBezTo>
                    <a:cubicBezTo>
                      <a:pt x="196" y="209"/>
                      <a:pt x="223" y="237"/>
                      <a:pt x="220" y="274"/>
                    </a:cubicBezTo>
                    <a:cubicBezTo>
                      <a:pt x="217" y="310"/>
                      <a:pt x="217" y="358"/>
                      <a:pt x="224" y="364"/>
                    </a:cubicBezTo>
                    <a:cubicBezTo>
                      <a:pt x="232" y="370"/>
                      <a:pt x="245" y="397"/>
                      <a:pt x="241" y="411"/>
                    </a:cubicBezTo>
                    <a:cubicBezTo>
                      <a:pt x="241" y="411"/>
                      <a:pt x="245" y="399"/>
                      <a:pt x="227" y="360"/>
                    </a:cubicBezTo>
                    <a:cubicBezTo>
                      <a:pt x="217" y="339"/>
                      <a:pt x="229" y="252"/>
                      <a:pt x="215" y="230"/>
                    </a:cubicBezTo>
                    <a:cubicBezTo>
                      <a:pt x="215" y="230"/>
                      <a:pt x="188" y="188"/>
                      <a:pt x="169" y="175"/>
                    </a:cubicBezTo>
                    <a:cubicBezTo>
                      <a:pt x="149" y="163"/>
                      <a:pt x="136" y="167"/>
                      <a:pt x="128" y="158"/>
                    </a:cubicBezTo>
                    <a:cubicBezTo>
                      <a:pt x="120" y="149"/>
                      <a:pt x="116" y="106"/>
                      <a:pt x="130" y="97"/>
                    </a:cubicBezTo>
                    <a:cubicBezTo>
                      <a:pt x="143" y="87"/>
                      <a:pt x="150" y="69"/>
                      <a:pt x="148" y="63"/>
                    </a:cubicBezTo>
                    <a:cubicBezTo>
                      <a:pt x="148" y="63"/>
                      <a:pt x="139" y="87"/>
                      <a:pt x="125" y="92"/>
                    </a:cubicBezTo>
                    <a:cubicBezTo>
                      <a:pt x="111" y="98"/>
                      <a:pt x="116" y="84"/>
                      <a:pt x="114" y="79"/>
                    </a:cubicBezTo>
                    <a:cubicBezTo>
                      <a:pt x="112" y="74"/>
                      <a:pt x="80" y="44"/>
                      <a:pt x="63" y="42"/>
                    </a:cubicBezTo>
                    <a:cubicBezTo>
                      <a:pt x="47" y="40"/>
                      <a:pt x="24" y="17"/>
                      <a:pt x="18" y="18"/>
                    </a:cubicBezTo>
                    <a:cubicBezTo>
                      <a:pt x="11" y="19"/>
                      <a:pt x="8" y="3"/>
                      <a:pt x="10" y="0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0" name="Freeform 1542">
                <a:extLst>
                  <a:ext uri="{FF2B5EF4-FFF2-40B4-BE49-F238E27FC236}">
                    <a16:creationId xmlns:a16="http://schemas.microsoft.com/office/drawing/2014/main" id="{1D16461D-EADE-489C-A3CB-6683F5CBF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718"/>
                <a:ext cx="89" cy="81"/>
              </a:xfrm>
              <a:custGeom>
                <a:avLst/>
                <a:gdLst>
                  <a:gd name="T0" fmla="*/ 45 w 120"/>
                  <a:gd name="T1" fmla="*/ 44 h 110"/>
                  <a:gd name="T2" fmla="*/ 33 w 120"/>
                  <a:gd name="T3" fmla="*/ 25 h 110"/>
                  <a:gd name="T4" fmla="*/ 13 w 120"/>
                  <a:gd name="T5" fmla="*/ 13 h 110"/>
                  <a:gd name="T6" fmla="*/ 0 w 120"/>
                  <a:gd name="T7" fmla="*/ 8 h 110"/>
                  <a:gd name="T8" fmla="*/ 13 w 120"/>
                  <a:gd name="T9" fmla="*/ 10 h 110"/>
                  <a:gd name="T10" fmla="*/ 16 w 120"/>
                  <a:gd name="T11" fmla="*/ 1 h 110"/>
                  <a:gd name="T12" fmla="*/ 16 w 120"/>
                  <a:gd name="T13" fmla="*/ 10 h 110"/>
                  <a:gd name="T14" fmla="*/ 24 w 120"/>
                  <a:gd name="T15" fmla="*/ 18 h 110"/>
                  <a:gd name="T16" fmla="*/ 39 w 120"/>
                  <a:gd name="T17" fmla="*/ 4 h 110"/>
                  <a:gd name="T18" fmla="*/ 49 w 120"/>
                  <a:gd name="T19" fmla="*/ 0 h 110"/>
                  <a:gd name="T20" fmla="*/ 40 w 120"/>
                  <a:gd name="T21" fmla="*/ 5 h 110"/>
                  <a:gd name="T22" fmla="*/ 29 w 120"/>
                  <a:gd name="T23" fmla="*/ 19 h 110"/>
                  <a:gd name="T24" fmla="*/ 45 w 120"/>
                  <a:gd name="T25" fmla="*/ 44 h 1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0" h="110">
                    <a:moveTo>
                      <a:pt x="111" y="110"/>
                    </a:moveTo>
                    <a:cubicBezTo>
                      <a:pt x="111" y="110"/>
                      <a:pt x="103" y="72"/>
                      <a:pt x="82" y="63"/>
                    </a:cubicBezTo>
                    <a:cubicBezTo>
                      <a:pt x="62" y="54"/>
                      <a:pt x="36" y="40"/>
                      <a:pt x="33" y="33"/>
                    </a:cubicBezTo>
                    <a:cubicBezTo>
                      <a:pt x="29" y="26"/>
                      <a:pt x="13" y="36"/>
                      <a:pt x="0" y="20"/>
                    </a:cubicBezTo>
                    <a:cubicBezTo>
                      <a:pt x="0" y="20"/>
                      <a:pt x="24" y="36"/>
                      <a:pt x="33" y="25"/>
                    </a:cubicBezTo>
                    <a:cubicBezTo>
                      <a:pt x="41" y="14"/>
                      <a:pt x="38" y="3"/>
                      <a:pt x="38" y="3"/>
                    </a:cubicBezTo>
                    <a:cubicBezTo>
                      <a:pt x="38" y="3"/>
                      <a:pt x="43" y="17"/>
                      <a:pt x="38" y="25"/>
                    </a:cubicBezTo>
                    <a:cubicBezTo>
                      <a:pt x="33" y="33"/>
                      <a:pt x="51" y="48"/>
                      <a:pt x="59" y="44"/>
                    </a:cubicBezTo>
                    <a:cubicBezTo>
                      <a:pt x="67" y="40"/>
                      <a:pt x="87" y="13"/>
                      <a:pt x="97" y="11"/>
                    </a:cubicBezTo>
                    <a:cubicBezTo>
                      <a:pt x="107" y="8"/>
                      <a:pt x="119" y="3"/>
                      <a:pt x="120" y="0"/>
                    </a:cubicBezTo>
                    <a:cubicBezTo>
                      <a:pt x="120" y="0"/>
                      <a:pt x="110" y="10"/>
                      <a:pt x="98" y="13"/>
                    </a:cubicBezTo>
                    <a:cubicBezTo>
                      <a:pt x="86" y="17"/>
                      <a:pt x="67" y="42"/>
                      <a:pt x="72" y="47"/>
                    </a:cubicBezTo>
                    <a:cubicBezTo>
                      <a:pt x="77" y="52"/>
                      <a:pt x="114" y="71"/>
                      <a:pt x="111" y="110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1" name="Freeform 1543">
                <a:extLst>
                  <a:ext uri="{FF2B5EF4-FFF2-40B4-BE49-F238E27FC236}">
                    <a16:creationId xmlns:a16="http://schemas.microsoft.com/office/drawing/2014/main" id="{180FE377-C738-45F3-B230-22721F0E1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801"/>
                <a:ext cx="29" cy="39"/>
              </a:xfrm>
              <a:custGeom>
                <a:avLst/>
                <a:gdLst>
                  <a:gd name="T0" fmla="*/ 15 w 40"/>
                  <a:gd name="T1" fmla="*/ 4 h 53"/>
                  <a:gd name="T2" fmla="*/ 12 w 40"/>
                  <a:gd name="T3" fmla="*/ 21 h 53"/>
                  <a:gd name="T4" fmla="*/ 0 w 40"/>
                  <a:gd name="T5" fmla="*/ 18 h 53"/>
                  <a:gd name="T6" fmla="*/ 7 w 40"/>
                  <a:gd name="T7" fmla="*/ 13 h 53"/>
                  <a:gd name="T8" fmla="*/ 3 w 40"/>
                  <a:gd name="T9" fmla="*/ 0 h 53"/>
                  <a:gd name="T10" fmla="*/ 9 w 40"/>
                  <a:gd name="T11" fmla="*/ 7 h 53"/>
                  <a:gd name="T12" fmla="*/ 15 w 40"/>
                  <a:gd name="T13" fmla="*/ 4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53">
                    <a:moveTo>
                      <a:pt x="40" y="11"/>
                    </a:moveTo>
                    <a:cubicBezTo>
                      <a:pt x="40" y="11"/>
                      <a:pt x="7" y="27"/>
                      <a:pt x="30" y="53"/>
                    </a:cubicBezTo>
                    <a:cubicBezTo>
                      <a:pt x="30" y="53"/>
                      <a:pt x="13" y="28"/>
                      <a:pt x="0" y="45"/>
                    </a:cubicBezTo>
                    <a:cubicBezTo>
                      <a:pt x="0" y="45"/>
                      <a:pt x="11" y="31"/>
                      <a:pt x="16" y="34"/>
                    </a:cubicBezTo>
                    <a:cubicBezTo>
                      <a:pt x="21" y="36"/>
                      <a:pt x="20" y="11"/>
                      <a:pt x="8" y="0"/>
                    </a:cubicBezTo>
                    <a:cubicBezTo>
                      <a:pt x="8" y="0"/>
                      <a:pt x="23" y="12"/>
                      <a:pt x="22" y="18"/>
                    </a:cubicBezTo>
                    <a:cubicBezTo>
                      <a:pt x="21" y="24"/>
                      <a:pt x="40" y="11"/>
                      <a:pt x="40" y="11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2" name="Freeform 1544">
                <a:extLst>
                  <a:ext uri="{FF2B5EF4-FFF2-40B4-BE49-F238E27FC236}">
                    <a16:creationId xmlns:a16="http://schemas.microsoft.com/office/drawing/2014/main" id="{2AE0E701-9B63-43FE-BB12-13052991B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772"/>
                <a:ext cx="104" cy="86"/>
              </a:xfrm>
              <a:custGeom>
                <a:avLst/>
                <a:gdLst>
                  <a:gd name="T0" fmla="*/ 56 w 142"/>
                  <a:gd name="T1" fmla="*/ 8 h 117"/>
                  <a:gd name="T2" fmla="*/ 33 w 142"/>
                  <a:gd name="T3" fmla="*/ 15 h 117"/>
                  <a:gd name="T4" fmla="*/ 40 w 142"/>
                  <a:gd name="T5" fmla="*/ 46 h 117"/>
                  <a:gd name="T6" fmla="*/ 34 w 142"/>
                  <a:gd name="T7" fmla="*/ 27 h 117"/>
                  <a:gd name="T8" fmla="*/ 27 w 142"/>
                  <a:gd name="T9" fmla="*/ 18 h 117"/>
                  <a:gd name="T10" fmla="*/ 5 w 142"/>
                  <a:gd name="T11" fmla="*/ 37 h 117"/>
                  <a:gd name="T12" fmla="*/ 15 w 142"/>
                  <a:gd name="T13" fmla="*/ 15 h 117"/>
                  <a:gd name="T14" fmla="*/ 0 w 142"/>
                  <a:gd name="T15" fmla="*/ 13 h 117"/>
                  <a:gd name="T16" fmla="*/ 4 w 142"/>
                  <a:gd name="T17" fmla="*/ 9 h 117"/>
                  <a:gd name="T18" fmla="*/ 6 w 142"/>
                  <a:gd name="T19" fmla="*/ 0 h 117"/>
                  <a:gd name="T20" fmla="*/ 5 w 142"/>
                  <a:gd name="T21" fmla="*/ 8 h 117"/>
                  <a:gd name="T22" fmla="*/ 18 w 142"/>
                  <a:gd name="T23" fmla="*/ 15 h 117"/>
                  <a:gd name="T24" fmla="*/ 30 w 142"/>
                  <a:gd name="T25" fmla="*/ 13 h 117"/>
                  <a:gd name="T26" fmla="*/ 56 w 142"/>
                  <a:gd name="T27" fmla="*/ 8 h 1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2" h="117">
                    <a:moveTo>
                      <a:pt x="142" y="20"/>
                    </a:moveTo>
                    <a:cubicBezTo>
                      <a:pt x="142" y="20"/>
                      <a:pt x="77" y="19"/>
                      <a:pt x="84" y="40"/>
                    </a:cubicBezTo>
                    <a:cubicBezTo>
                      <a:pt x="91" y="61"/>
                      <a:pt x="105" y="105"/>
                      <a:pt x="101" y="117"/>
                    </a:cubicBezTo>
                    <a:cubicBezTo>
                      <a:pt x="101" y="117"/>
                      <a:pt x="93" y="70"/>
                      <a:pt x="86" y="70"/>
                    </a:cubicBezTo>
                    <a:cubicBezTo>
                      <a:pt x="86" y="70"/>
                      <a:pt x="87" y="44"/>
                      <a:pt x="70" y="43"/>
                    </a:cubicBezTo>
                    <a:cubicBezTo>
                      <a:pt x="53" y="43"/>
                      <a:pt x="25" y="77"/>
                      <a:pt x="14" y="94"/>
                    </a:cubicBezTo>
                    <a:cubicBezTo>
                      <a:pt x="14" y="94"/>
                      <a:pt x="51" y="49"/>
                      <a:pt x="39" y="40"/>
                    </a:cubicBezTo>
                    <a:cubicBezTo>
                      <a:pt x="27" y="32"/>
                      <a:pt x="14" y="23"/>
                      <a:pt x="0" y="33"/>
                    </a:cubicBezTo>
                    <a:cubicBezTo>
                      <a:pt x="0" y="33"/>
                      <a:pt x="9" y="27"/>
                      <a:pt x="9" y="22"/>
                    </a:cubicBezTo>
                    <a:cubicBezTo>
                      <a:pt x="9" y="16"/>
                      <a:pt x="11" y="3"/>
                      <a:pt x="15" y="0"/>
                    </a:cubicBezTo>
                    <a:cubicBezTo>
                      <a:pt x="15" y="0"/>
                      <a:pt x="8" y="18"/>
                      <a:pt x="12" y="21"/>
                    </a:cubicBezTo>
                    <a:cubicBezTo>
                      <a:pt x="15" y="25"/>
                      <a:pt x="40" y="30"/>
                      <a:pt x="45" y="39"/>
                    </a:cubicBezTo>
                    <a:cubicBezTo>
                      <a:pt x="49" y="49"/>
                      <a:pt x="72" y="40"/>
                      <a:pt x="77" y="34"/>
                    </a:cubicBezTo>
                    <a:cubicBezTo>
                      <a:pt x="81" y="28"/>
                      <a:pt x="105" y="16"/>
                      <a:pt x="142" y="20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3" name="Freeform 1545">
                <a:extLst>
                  <a:ext uri="{FF2B5EF4-FFF2-40B4-BE49-F238E27FC236}">
                    <a16:creationId xmlns:a16="http://schemas.microsoft.com/office/drawing/2014/main" id="{9FD48165-CFD9-4DBB-8B8F-1FF1E2730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816"/>
                <a:ext cx="398" cy="285"/>
              </a:xfrm>
              <a:custGeom>
                <a:avLst/>
                <a:gdLst>
                  <a:gd name="T0" fmla="*/ 216 w 540"/>
                  <a:gd name="T1" fmla="*/ 130 h 386"/>
                  <a:gd name="T2" fmla="*/ 198 w 540"/>
                  <a:gd name="T3" fmla="*/ 138 h 386"/>
                  <a:gd name="T4" fmla="*/ 184 w 540"/>
                  <a:gd name="T5" fmla="*/ 155 h 386"/>
                  <a:gd name="T6" fmla="*/ 178 w 540"/>
                  <a:gd name="T7" fmla="*/ 142 h 386"/>
                  <a:gd name="T8" fmla="*/ 151 w 540"/>
                  <a:gd name="T9" fmla="*/ 129 h 386"/>
                  <a:gd name="T10" fmla="*/ 123 w 540"/>
                  <a:gd name="T11" fmla="*/ 126 h 386"/>
                  <a:gd name="T12" fmla="*/ 75 w 540"/>
                  <a:gd name="T13" fmla="*/ 95 h 386"/>
                  <a:gd name="T14" fmla="*/ 68 w 540"/>
                  <a:gd name="T15" fmla="*/ 93 h 386"/>
                  <a:gd name="T16" fmla="*/ 63 w 540"/>
                  <a:gd name="T17" fmla="*/ 101 h 386"/>
                  <a:gd name="T18" fmla="*/ 64 w 540"/>
                  <a:gd name="T19" fmla="*/ 86 h 386"/>
                  <a:gd name="T20" fmla="*/ 60 w 540"/>
                  <a:gd name="T21" fmla="*/ 84 h 386"/>
                  <a:gd name="T22" fmla="*/ 62 w 540"/>
                  <a:gd name="T23" fmla="*/ 75 h 386"/>
                  <a:gd name="T24" fmla="*/ 36 w 540"/>
                  <a:gd name="T25" fmla="*/ 44 h 386"/>
                  <a:gd name="T26" fmla="*/ 20 w 540"/>
                  <a:gd name="T27" fmla="*/ 21 h 386"/>
                  <a:gd name="T28" fmla="*/ 0 w 540"/>
                  <a:gd name="T29" fmla="*/ 17 h 386"/>
                  <a:gd name="T30" fmla="*/ 21 w 540"/>
                  <a:gd name="T31" fmla="*/ 15 h 386"/>
                  <a:gd name="T32" fmla="*/ 25 w 540"/>
                  <a:gd name="T33" fmla="*/ 33 h 386"/>
                  <a:gd name="T34" fmla="*/ 57 w 540"/>
                  <a:gd name="T35" fmla="*/ 63 h 386"/>
                  <a:gd name="T36" fmla="*/ 65 w 540"/>
                  <a:gd name="T37" fmla="*/ 82 h 386"/>
                  <a:gd name="T38" fmla="*/ 68 w 540"/>
                  <a:gd name="T39" fmla="*/ 89 h 386"/>
                  <a:gd name="T40" fmla="*/ 75 w 540"/>
                  <a:gd name="T41" fmla="*/ 84 h 386"/>
                  <a:gd name="T42" fmla="*/ 80 w 540"/>
                  <a:gd name="T43" fmla="*/ 97 h 386"/>
                  <a:gd name="T44" fmla="*/ 127 w 540"/>
                  <a:gd name="T45" fmla="*/ 123 h 386"/>
                  <a:gd name="T46" fmla="*/ 160 w 540"/>
                  <a:gd name="T47" fmla="*/ 106 h 386"/>
                  <a:gd name="T48" fmla="*/ 147 w 540"/>
                  <a:gd name="T49" fmla="*/ 122 h 386"/>
                  <a:gd name="T50" fmla="*/ 164 w 540"/>
                  <a:gd name="T51" fmla="*/ 133 h 386"/>
                  <a:gd name="T52" fmla="*/ 191 w 540"/>
                  <a:gd name="T53" fmla="*/ 139 h 386"/>
                  <a:gd name="T54" fmla="*/ 216 w 540"/>
                  <a:gd name="T55" fmla="*/ 130 h 38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40" h="386">
                    <a:moveTo>
                      <a:pt x="540" y="323"/>
                    </a:moveTo>
                    <a:cubicBezTo>
                      <a:pt x="540" y="323"/>
                      <a:pt x="509" y="328"/>
                      <a:pt x="492" y="342"/>
                    </a:cubicBezTo>
                    <a:cubicBezTo>
                      <a:pt x="475" y="355"/>
                      <a:pt x="458" y="372"/>
                      <a:pt x="460" y="386"/>
                    </a:cubicBezTo>
                    <a:cubicBezTo>
                      <a:pt x="460" y="386"/>
                      <a:pt x="465" y="353"/>
                      <a:pt x="443" y="352"/>
                    </a:cubicBezTo>
                    <a:cubicBezTo>
                      <a:pt x="421" y="351"/>
                      <a:pt x="387" y="326"/>
                      <a:pt x="377" y="321"/>
                    </a:cubicBezTo>
                    <a:cubicBezTo>
                      <a:pt x="367" y="317"/>
                      <a:pt x="336" y="307"/>
                      <a:pt x="306" y="312"/>
                    </a:cubicBezTo>
                    <a:cubicBezTo>
                      <a:pt x="276" y="318"/>
                      <a:pt x="212" y="297"/>
                      <a:pt x="188" y="234"/>
                    </a:cubicBezTo>
                    <a:cubicBezTo>
                      <a:pt x="188" y="234"/>
                      <a:pt x="175" y="228"/>
                      <a:pt x="170" y="232"/>
                    </a:cubicBezTo>
                    <a:cubicBezTo>
                      <a:pt x="164" y="237"/>
                      <a:pt x="156" y="250"/>
                      <a:pt x="156" y="250"/>
                    </a:cubicBezTo>
                    <a:cubicBezTo>
                      <a:pt x="156" y="250"/>
                      <a:pt x="170" y="229"/>
                      <a:pt x="160" y="215"/>
                    </a:cubicBezTo>
                    <a:cubicBezTo>
                      <a:pt x="150" y="202"/>
                      <a:pt x="149" y="210"/>
                      <a:pt x="149" y="210"/>
                    </a:cubicBezTo>
                    <a:cubicBezTo>
                      <a:pt x="149" y="210"/>
                      <a:pt x="159" y="206"/>
                      <a:pt x="155" y="187"/>
                    </a:cubicBezTo>
                    <a:cubicBezTo>
                      <a:pt x="150" y="169"/>
                      <a:pt x="113" y="117"/>
                      <a:pt x="90" y="109"/>
                    </a:cubicBezTo>
                    <a:cubicBezTo>
                      <a:pt x="67" y="102"/>
                      <a:pt x="44" y="82"/>
                      <a:pt x="49" y="53"/>
                    </a:cubicBezTo>
                    <a:cubicBezTo>
                      <a:pt x="54" y="24"/>
                      <a:pt x="25" y="14"/>
                      <a:pt x="0" y="42"/>
                    </a:cubicBezTo>
                    <a:cubicBezTo>
                      <a:pt x="0" y="42"/>
                      <a:pt x="34" y="0"/>
                      <a:pt x="54" y="37"/>
                    </a:cubicBezTo>
                    <a:cubicBezTo>
                      <a:pt x="59" y="47"/>
                      <a:pt x="44" y="64"/>
                      <a:pt x="63" y="83"/>
                    </a:cubicBezTo>
                    <a:cubicBezTo>
                      <a:pt x="82" y="102"/>
                      <a:pt x="124" y="117"/>
                      <a:pt x="143" y="156"/>
                    </a:cubicBezTo>
                    <a:cubicBezTo>
                      <a:pt x="163" y="195"/>
                      <a:pt x="164" y="199"/>
                      <a:pt x="161" y="205"/>
                    </a:cubicBezTo>
                    <a:cubicBezTo>
                      <a:pt x="161" y="205"/>
                      <a:pt x="171" y="214"/>
                      <a:pt x="169" y="222"/>
                    </a:cubicBezTo>
                    <a:cubicBezTo>
                      <a:pt x="169" y="222"/>
                      <a:pt x="182" y="235"/>
                      <a:pt x="188" y="209"/>
                    </a:cubicBezTo>
                    <a:cubicBezTo>
                      <a:pt x="188" y="209"/>
                      <a:pt x="187" y="222"/>
                      <a:pt x="199" y="242"/>
                    </a:cubicBezTo>
                    <a:cubicBezTo>
                      <a:pt x="211" y="261"/>
                      <a:pt x="246" y="318"/>
                      <a:pt x="317" y="305"/>
                    </a:cubicBezTo>
                    <a:cubicBezTo>
                      <a:pt x="388" y="293"/>
                      <a:pt x="390" y="291"/>
                      <a:pt x="400" y="262"/>
                    </a:cubicBezTo>
                    <a:cubicBezTo>
                      <a:pt x="400" y="262"/>
                      <a:pt x="401" y="285"/>
                      <a:pt x="366" y="304"/>
                    </a:cubicBezTo>
                    <a:cubicBezTo>
                      <a:pt x="352" y="312"/>
                      <a:pt x="409" y="330"/>
                      <a:pt x="411" y="331"/>
                    </a:cubicBezTo>
                    <a:cubicBezTo>
                      <a:pt x="414" y="332"/>
                      <a:pt x="445" y="362"/>
                      <a:pt x="476" y="344"/>
                    </a:cubicBezTo>
                    <a:cubicBezTo>
                      <a:pt x="507" y="327"/>
                      <a:pt x="540" y="323"/>
                      <a:pt x="540" y="323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4" name="Freeform 1546">
                <a:extLst>
                  <a:ext uri="{FF2B5EF4-FFF2-40B4-BE49-F238E27FC236}">
                    <a16:creationId xmlns:a16="http://schemas.microsoft.com/office/drawing/2014/main" id="{20A718AC-AD20-4122-8547-CB68017AC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945"/>
                <a:ext cx="105" cy="244"/>
              </a:xfrm>
              <a:custGeom>
                <a:avLst/>
                <a:gdLst>
                  <a:gd name="T0" fmla="*/ 57 w 143"/>
                  <a:gd name="T1" fmla="*/ 132 h 332"/>
                  <a:gd name="T2" fmla="*/ 32 w 143"/>
                  <a:gd name="T3" fmla="*/ 106 h 332"/>
                  <a:gd name="T4" fmla="*/ 24 w 143"/>
                  <a:gd name="T5" fmla="*/ 97 h 332"/>
                  <a:gd name="T6" fmla="*/ 11 w 143"/>
                  <a:gd name="T7" fmla="*/ 79 h 332"/>
                  <a:gd name="T8" fmla="*/ 5 w 143"/>
                  <a:gd name="T9" fmla="*/ 54 h 332"/>
                  <a:gd name="T10" fmla="*/ 5 w 143"/>
                  <a:gd name="T11" fmla="*/ 34 h 332"/>
                  <a:gd name="T12" fmla="*/ 27 w 143"/>
                  <a:gd name="T13" fmla="*/ 4 h 332"/>
                  <a:gd name="T14" fmla="*/ 19 w 143"/>
                  <a:gd name="T15" fmla="*/ 7 h 332"/>
                  <a:gd name="T16" fmla="*/ 14 w 143"/>
                  <a:gd name="T17" fmla="*/ 0 h 332"/>
                  <a:gd name="T18" fmla="*/ 15 w 143"/>
                  <a:gd name="T19" fmla="*/ 10 h 332"/>
                  <a:gd name="T20" fmla="*/ 1 w 143"/>
                  <a:gd name="T21" fmla="*/ 35 h 332"/>
                  <a:gd name="T22" fmla="*/ 1 w 143"/>
                  <a:gd name="T23" fmla="*/ 39 h 332"/>
                  <a:gd name="T24" fmla="*/ 4 w 143"/>
                  <a:gd name="T25" fmla="*/ 56 h 332"/>
                  <a:gd name="T26" fmla="*/ 11 w 143"/>
                  <a:gd name="T27" fmla="*/ 80 h 332"/>
                  <a:gd name="T28" fmla="*/ 22 w 143"/>
                  <a:gd name="T29" fmla="*/ 99 h 332"/>
                  <a:gd name="T30" fmla="*/ 34 w 143"/>
                  <a:gd name="T31" fmla="*/ 108 h 332"/>
                  <a:gd name="T32" fmla="*/ 57 w 143"/>
                  <a:gd name="T33" fmla="*/ 132 h 3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3" h="332">
                    <a:moveTo>
                      <a:pt x="143" y="332"/>
                    </a:moveTo>
                    <a:cubicBezTo>
                      <a:pt x="143" y="332"/>
                      <a:pt x="126" y="273"/>
                      <a:pt x="82" y="267"/>
                    </a:cubicBezTo>
                    <a:cubicBezTo>
                      <a:pt x="69" y="265"/>
                      <a:pt x="62" y="259"/>
                      <a:pt x="61" y="244"/>
                    </a:cubicBezTo>
                    <a:cubicBezTo>
                      <a:pt x="59" y="229"/>
                      <a:pt x="37" y="198"/>
                      <a:pt x="28" y="198"/>
                    </a:cubicBezTo>
                    <a:cubicBezTo>
                      <a:pt x="19" y="197"/>
                      <a:pt x="21" y="143"/>
                      <a:pt x="13" y="138"/>
                    </a:cubicBezTo>
                    <a:cubicBezTo>
                      <a:pt x="5" y="132"/>
                      <a:pt x="1" y="94"/>
                      <a:pt x="14" y="85"/>
                    </a:cubicBezTo>
                    <a:cubicBezTo>
                      <a:pt x="27" y="77"/>
                      <a:pt x="45" y="11"/>
                      <a:pt x="69" y="11"/>
                    </a:cubicBezTo>
                    <a:cubicBezTo>
                      <a:pt x="69" y="11"/>
                      <a:pt x="51" y="14"/>
                      <a:pt x="47" y="18"/>
                    </a:cubicBezTo>
                    <a:cubicBezTo>
                      <a:pt x="44" y="21"/>
                      <a:pt x="42" y="1"/>
                      <a:pt x="36" y="0"/>
                    </a:cubicBezTo>
                    <a:cubicBezTo>
                      <a:pt x="36" y="0"/>
                      <a:pt x="45" y="16"/>
                      <a:pt x="40" y="26"/>
                    </a:cubicBezTo>
                    <a:cubicBezTo>
                      <a:pt x="36" y="37"/>
                      <a:pt x="16" y="82"/>
                      <a:pt x="2" y="87"/>
                    </a:cubicBezTo>
                    <a:cubicBezTo>
                      <a:pt x="2" y="87"/>
                      <a:pt x="4" y="94"/>
                      <a:pt x="2" y="98"/>
                    </a:cubicBezTo>
                    <a:cubicBezTo>
                      <a:pt x="1" y="101"/>
                      <a:pt x="0" y="130"/>
                      <a:pt x="11" y="142"/>
                    </a:cubicBezTo>
                    <a:cubicBezTo>
                      <a:pt x="23" y="154"/>
                      <a:pt x="8" y="190"/>
                      <a:pt x="27" y="202"/>
                    </a:cubicBezTo>
                    <a:cubicBezTo>
                      <a:pt x="46" y="213"/>
                      <a:pt x="54" y="239"/>
                      <a:pt x="56" y="250"/>
                    </a:cubicBezTo>
                    <a:cubicBezTo>
                      <a:pt x="58" y="260"/>
                      <a:pt x="72" y="269"/>
                      <a:pt x="85" y="272"/>
                    </a:cubicBezTo>
                    <a:cubicBezTo>
                      <a:pt x="99" y="274"/>
                      <a:pt x="126" y="293"/>
                      <a:pt x="143" y="332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5" name="Freeform 1547">
                <a:extLst>
                  <a:ext uri="{FF2B5EF4-FFF2-40B4-BE49-F238E27FC236}">
                    <a16:creationId xmlns:a16="http://schemas.microsoft.com/office/drawing/2014/main" id="{D854100A-E574-4EC2-8284-30AEC8DF6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146"/>
                <a:ext cx="52" cy="37"/>
              </a:xfrm>
              <a:custGeom>
                <a:avLst/>
                <a:gdLst>
                  <a:gd name="T0" fmla="*/ 28 w 71"/>
                  <a:gd name="T1" fmla="*/ 13 h 50"/>
                  <a:gd name="T2" fmla="*/ 0 w 71"/>
                  <a:gd name="T3" fmla="*/ 20 h 50"/>
                  <a:gd name="T4" fmla="*/ 18 w 71"/>
                  <a:gd name="T5" fmla="*/ 0 h 50"/>
                  <a:gd name="T6" fmla="*/ 15 w 71"/>
                  <a:gd name="T7" fmla="*/ 10 h 50"/>
                  <a:gd name="T8" fmla="*/ 28 w 71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50">
                    <a:moveTo>
                      <a:pt x="71" y="32"/>
                    </a:moveTo>
                    <a:cubicBezTo>
                      <a:pt x="71" y="32"/>
                      <a:pt x="29" y="22"/>
                      <a:pt x="0" y="50"/>
                    </a:cubicBezTo>
                    <a:cubicBezTo>
                      <a:pt x="0" y="50"/>
                      <a:pt x="49" y="22"/>
                      <a:pt x="47" y="0"/>
                    </a:cubicBezTo>
                    <a:cubicBezTo>
                      <a:pt x="47" y="0"/>
                      <a:pt x="45" y="21"/>
                      <a:pt x="37" y="26"/>
                    </a:cubicBezTo>
                    <a:cubicBezTo>
                      <a:pt x="37" y="26"/>
                      <a:pt x="63" y="28"/>
                      <a:pt x="71" y="32"/>
                    </a:cubicBez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6" name="Freeform 1548">
                <a:extLst>
                  <a:ext uri="{FF2B5EF4-FFF2-40B4-BE49-F238E27FC236}">
                    <a16:creationId xmlns:a16="http://schemas.microsoft.com/office/drawing/2014/main" id="{D936D60B-773D-4960-A09C-028C9F3FF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985"/>
                <a:ext cx="79" cy="65"/>
              </a:xfrm>
              <a:custGeom>
                <a:avLst/>
                <a:gdLst>
                  <a:gd name="T0" fmla="*/ 43 w 107"/>
                  <a:gd name="T1" fmla="*/ 13 h 88"/>
                  <a:gd name="T2" fmla="*/ 30 w 107"/>
                  <a:gd name="T3" fmla="*/ 18 h 88"/>
                  <a:gd name="T4" fmla="*/ 25 w 107"/>
                  <a:gd name="T5" fmla="*/ 20 h 88"/>
                  <a:gd name="T6" fmla="*/ 21 w 107"/>
                  <a:gd name="T7" fmla="*/ 21 h 88"/>
                  <a:gd name="T8" fmla="*/ 16 w 107"/>
                  <a:gd name="T9" fmla="*/ 18 h 88"/>
                  <a:gd name="T10" fmla="*/ 10 w 107"/>
                  <a:gd name="T11" fmla="*/ 16 h 88"/>
                  <a:gd name="T12" fmla="*/ 4 w 107"/>
                  <a:gd name="T13" fmla="*/ 0 h 88"/>
                  <a:gd name="T14" fmla="*/ 7 w 107"/>
                  <a:gd name="T15" fmla="*/ 16 h 88"/>
                  <a:gd name="T16" fmla="*/ 19 w 107"/>
                  <a:gd name="T17" fmla="*/ 24 h 88"/>
                  <a:gd name="T18" fmla="*/ 12 w 107"/>
                  <a:gd name="T19" fmla="*/ 35 h 88"/>
                  <a:gd name="T20" fmla="*/ 27 w 107"/>
                  <a:gd name="T21" fmla="*/ 22 h 88"/>
                  <a:gd name="T22" fmla="*/ 41 w 107"/>
                  <a:gd name="T23" fmla="*/ 16 h 88"/>
                  <a:gd name="T24" fmla="*/ 43 w 107"/>
                  <a:gd name="T25" fmla="*/ 13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7" h="88">
                    <a:moveTo>
                      <a:pt x="107" y="33"/>
                    </a:moveTo>
                    <a:cubicBezTo>
                      <a:pt x="98" y="39"/>
                      <a:pt x="84" y="39"/>
                      <a:pt x="75" y="43"/>
                    </a:cubicBezTo>
                    <a:cubicBezTo>
                      <a:pt x="70" y="45"/>
                      <a:pt x="66" y="47"/>
                      <a:pt x="62" y="50"/>
                    </a:cubicBezTo>
                    <a:cubicBezTo>
                      <a:pt x="56" y="54"/>
                      <a:pt x="57" y="56"/>
                      <a:pt x="51" y="53"/>
                    </a:cubicBezTo>
                    <a:cubicBezTo>
                      <a:pt x="47" y="51"/>
                      <a:pt x="45" y="46"/>
                      <a:pt x="40" y="44"/>
                    </a:cubicBezTo>
                    <a:cubicBezTo>
                      <a:pt x="36" y="41"/>
                      <a:pt x="31" y="41"/>
                      <a:pt x="26" y="40"/>
                    </a:cubicBezTo>
                    <a:cubicBezTo>
                      <a:pt x="10" y="35"/>
                      <a:pt x="5" y="16"/>
                      <a:pt x="9" y="0"/>
                    </a:cubicBezTo>
                    <a:cubicBezTo>
                      <a:pt x="5" y="17"/>
                      <a:pt x="0" y="30"/>
                      <a:pt x="16" y="41"/>
                    </a:cubicBezTo>
                    <a:cubicBezTo>
                      <a:pt x="26" y="48"/>
                      <a:pt x="39" y="48"/>
                      <a:pt x="47" y="58"/>
                    </a:cubicBezTo>
                    <a:cubicBezTo>
                      <a:pt x="41" y="68"/>
                      <a:pt x="31" y="76"/>
                      <a:pt x="28" y="88"/>
                    </a:cubicBezTo>
                    <a:cubicBezTo>
                      <a:pt x="38" y="74"/>
                      <a:pt x="53" y="66"/>
                      <a:pt x="66" y="56"/>
                    </a:cubicBezTo>
                    <a:cubicBezTo>
                      <a:pt x="77" y="48"/>
                      <a:pt x="89" y="40"/>
                      <a:pt x="103" y="38"/>
                    </a:cubicBezTo>
                    <a:lnTo>
                      <a:pt x="107" y="33"/>
                    </a:lnTo>
                    <a:close/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7" name="Freeform 1549">
                <a:extLst>
                  <a:ext uri="{FF2B5EF4-FFF2-40B4-BE49-F238E27FC236}">
                    <a16:creationId xmlns:a16="http://schemas.microsoft.com/office/drawing/2014/main" id="{EFF92F9E-189F-499C-A0B8-C0FA0E914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997"/>
                <a:ext cx="43" cy="80"/>
              </a:xfrm>
              <a:custGeom>
                <a:avLst/>
                <a:gdLst>
                  <a:gd name="T0" fmla="*/ 24 w 58"/>
                  <a:gd name="T1" fmla="*/ 35 h 109"/>
                  <a:gd name="T2" fmla="*/ 10 w 58"/>
                  <a:gd name="T3" fmla="*/ 23 h 109"/>
                  <a:gd name="T4" fmla="*/ 2 w 58"/>
                  <a:gd name="T5" fmla="*/ 14 h 109"/>
                  <a:gd name="T6" fmla="*/ 5 w 58"/>
                  <a:gd name="T7" fmla="*/ 0 h 109"/>
                  <a:gd name="T8" fmla="*/ 1 w 58"/>
                  <a:gd name="T9" fmla="*/ 14 h 109"/>
                  <a:gd name="T10" fmla="*/ 8 w 58"/>
                  <a:gd name="T11" fmla="*/ 23 h 109"/>
                  <a:gd name="T12" fmla="*/ 22 w 58"/>
                  <a:gd name="T13" fmla="*/ 37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109">
                    <a:moveTo>
                      <a:pt x="58" y="90"/>
                    </a:moveTo>
                    <a:cubicBezTo>
                      <a:pt x="32" y="106"/>
                      <a:pt x="33" y="74"/>
                      <a:pt x="25" y="59"/>
                    </a:cubicBezTo>
                    <a:cubicBezTo>
                      <a:pt x="20" y="50"/>
                      <a:pt x="8" y="45"/>
                      <a:pt x="6" y="35"/>
                    </a:cubicBezTo>
                    <a:cubicBezTo>
                      <a:pt x="4" y="23"/>
                      <a:pt x="13" y="11"/>
                      <a:pt x="13" y="0"/>
                    </a:cubicBezTo>
                    <a:cubicBezTo>
                      <a:pt x="7" y="10"/>
                      <a:pt x="0" y="23"/>
                      <a:pt x="2" y="36"/>
                    </a:cubicBezTo>
                    <a:cubicBezTo>
                      <a:pt x="5" y="48"/>
                      <a:pt x="15" y="51"/>
                      <a:pt x="20" y="60"/>
                    </a:cubicBezTo>
                    <a:cubicBezTo>
                      <a:pt x="29" y="77"/>
                      <a:pt x="26" y="109"/>
                      <a:pt x="55" y="94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8" name="Freeform 1550">
                <a:extLst>
                  <a:ext uri="{FF2B5EF4-FFF2-40B4-BE49-F238E27FC236}">
                    <a16:creationId xmlns:a16="http://schemas.microsoft.com/office/drawing/2014/main" id="{4E03FD2B-3B16-4519-BBAC-3E9E78A10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878"/>
                <a:ext cx="27" cy="106"/>
              </a:xfrm>
              <a:custGeom>
                <a:avLst/>
                <a:gdLst>
                  <a:gd name="T0" fmla="*/ 4 w 37"/>
                  <a:gd name="T1" fmla="*/ 0 h 143"/>
                  <a:gd name="T2" fmla="*/ 10 w 37"/>
                  <a:gd name="T3" fmla="*/ 27 h 143"/>
                  <a:gd name="T4" fmla="*/ 15 w 37"/>
                  <a:gd name="T5" fmla="*/ 59 h 143"/>
                  <a:gd name="T6" fmla="*/ 8 w 37"/>
                  <a:gd name="T7" fmla="*/ 30 h 143"/>
                  <a:gd name="T8" fmla="*/ 4 w 37"/>
                  <a:gd name="T9" fmla="*/ 3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43">
                    <a:moveTo>
                      <a:pt x="10" y="0"/>
                    </a:moveTo>
                    <a:cubicBezTo>
                      <a:pt x="8" y="24"/>
                      <a:pt x="22" y="44"/>
                      <a:pt x="26" y="66"/>
                    </a:cubicBezTo>
                    <a:cubicBezTo>
                      <a:pt x="31" y="92"/>
                      <a:pt x="16" y="122"/>
                      <a:pt x="37" y="143"/>
                    </a:cubicBezTo>
                    <a:cubicBezTo>
                      <a:pt x="10" y="125"/>
                      <a:pt x="29" y="99"/>
                      <a:pt x="21" y="74"/>
                    </a:cubicBezTo>
                    <a:cubicBezTo>
                      <a:pt x="16" y="57"/>
                      <a:pt x="0" y="24"/>
                      <a:pt x="11" y="7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9" name="Freeform 1551">
                <a:extLst>
                  <a:ext uri="{FF2B5EF4-FFF2-40B4-BE49-F238E27FC236}">
                    <a16:creationId xmlns:a16="http://schemas.microsoft.com/office/drawing/2014/main" id="{461286D7-C1A8-4318-96D3-387F55793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902"/>
                <a:ext cx="44" cy="60"/>
              </a:xfrm>
              <a:custGeom>
                <a:avLst/>
                <a:gdLst>
                  <a:gd name="T0" fmla="*/ 23 w 59"/>
                  <a:gd name="T1" fmla="*/ 16 h 81"/>
                  <a:gd name="T2" fmla="*/ 19 w 59"/>
                  <a:gd name="T3" fmla="*/ 10 h 81"/>
                  <a:gd name="T4" fmla="*/ 14 w 59"/>
                  <a:gd name="T5" fmla="*/ 14 h 81"/>
                  <a:gd name="T6" fmla="*/ 9 w 59"/>
                  <a:gd name="T7" fmla="*/ 20 h 81"/>
                  <a:gd name="T8" fmla="*/ 12 w 59"/>
                  <a:gd name="T9" fmla="*/ 24 h 81"/>
                  <a:gd name="T10" fmla="*/ 7 w 59"/>
                  <a:gd name="T11" fmla="*/ 33 h 81"/>
                  <a:gd name="T12" fmla="*/ 8 w 59"/>
                  <a:gd name="T13" fmla="*/ 23 h 81"/>
                  <a:gd name="T14" fmla="*/ 0 w 59"/>
                  <a:gd name="T15" fmla="*/ 19 h 81"/>
                  <a:gd name="T16" fmla="*/ 10 w 59"/>
                  <a:gd name="T17" fmla="*/ 15 h 81"/>
                  <a:gd name="T18" fmla="*/ 17 w 59"/>
                  <a:gd name="T19" fmla="*/ 9 h 81"/>
                  <a:gd name="T20" fmla="*/ 19 w 59"/>
                  <a:gd name="T21" fmla="*/ 0 h 81"/>
                  <a:gd name="T22" fmla="*/ 19 w 59"/>
                  <a:gd name="T23" fmla="*/ 7 h 81"/>
                  <a:gd name="T24" fmla="*/ 22 w 59"/>
                  <a:gd name="T25" fmla="*/ 13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81">
                    <a:moveTo>
                      <a:pt x="56" y="38"/>
                    </a:moveTo>
                    <a:cubicBezTo>
                      <a:pt x="59" y="36"/>
                      <a:pt x="53" y="24"/>
                      <a:pt x="47" y="24"/>
                    </a:cubicBezTo>
                    <a:cubicBezTo>
                      <a:pt x="42" y="24"/>
                      <a:pt x="37" y="32"/>
                      <a:pt x="34" y="35"/>
                    </a:cubicBezTo>
                    <a:cubicBezTo>
                      <a:pt x="30" y="39"/>
                      <a:pt x="24" y="43"/>
                      <a:pt x="22" y="48"/>
                    </a:cubicBezTo>
                    <a:cubicBezTo>
                      <a:pt x="21" y="53"/>
                      <a:pt x="23" y="65"/>
                      <a:pt x="30" y="59"/>
                    </a:cubicBezTo>
                    <a:cubicBezTo>
                      <a:pt x="20" y="62"/>
                      <a:pt x="19" y="72"/>
                      <a:pt x="17" y="81"/>
                    </a:cubicBezTo>
                    <a:cubicBezTo>
                      <a:pt x="18" y="74"/>
                      <a:pt x="24" y="65"/>
                      <a:pt x="20" y="57"/>
                    </a:cubicBezTo>
                    <a:cubicBezTo>
                      <a:pt x="17" y="50"/>
                      <a:pt x="7" y="48"/>
                      <a:pt x="0" y="46"/>
                    </a:cubicBezTo>
                    <a:cubicBezTo>
                      <a:pt x="11" y="44"/>
                      <a:pt x="15" y="44"/>
                      <a:pt x="24" y="37"/>
                    </a:cubicBezTo>
                    <a:cubicBezTo>
                      <a:pt x="30" y="32"/>
                      <a:pt x="36" y="27"/>
                      <a:pt x="42" y="22"/>
                    </a:cubicBezTo>
                    <a:cubicBezTo>
                      <a:pt x="45" y="16"/>
                      <a:pt x="48" y="6"/>
                      <a:pt x="47" y="0"/>
                    </a:cubicBezTo>
                    <a:cubicBezTo>
                      <a:pt x="47" y="5"/>
                      <a:pt x="45" y="14"/>
                      <a:pt x="47" y="19"/>
                    </a:cubicBezTo>
                    <a:cubicBezTo>
                      <a:pt x="49" y="24"/>
                      <a:pt x="54" y="25"/>
                      <a:pt x="54" y="31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0" name="Freeform 1552">
                <a:extLst>
                  <a:ext uri="{FF2B5EF4-FFF2-40B4-BE49-F238E27FC236}">
                    <a16:creationId xmlns:a16="http://schemas.microsoft.com/office/drawing/2014/main" id="{A14E076F-9D93-4925-8E09-41CA48506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1124"/>
                <a:ext cx="59" cy="44"/>
              </a:xfrm>
              <a:custGeom>
                <a:avLst/>
                <a:gdLst>
                  <a:gd name="T0" fmla="*/ 1 w 81"/>
                  <a:gd name="T1" fmla="*/ 5 h 60"/>
                  <a:gd name="T2" fmla="*/ 11 w 81"/>
                  <a:gd name="T3" fmla="*/ 5 h 60"/>
                  <a:gd name="T4" fmla="*/ 18 w 81"/>
                  <a:gd name="T5" fmla="*/ 11 h 60"/>
                  <a:gd name="T6" fmla="*/ 31 w 81"/>
                  <a:gd name="T7" fmla="*/ 23 h 60"/>
                  <a:gd name="T8" fmla="*/ 18 w 81"/>
                  <a:gd name="T9" fmla="*/ 9 h 60"/>
                  <a:gd name="T10" fmla="*/ 0 w 81"/>
                  <a:gd name="T11" fmla="*/ 6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60">
                    <a:moveTo>
                      <a:pt x="1" y="14"/>
                    </a:moveTo>
                    <a:cubicBezTo>
                      <a:pt x="10" y="13"/>
                      <a:pt x="18" y="8"/>
                      <a:pt x="28" y="12"/>
                    </a:cubicBezTo>
                    <a:cubicBezTo>
                      <a:pt x="36" y="15"/>
                      <a:pt x="42" y="22"/>
                      <a:pt x="47" y="29"/>
                    </a:cubicBezTo>
                    <a:cubicBezTo>
                      <a:pt x="56" y="41"/>
                      <a:pt x="63" y="60"/>
                      <a:pt x="81" y="59"/>
                    </a:cubicBezTo>
                    <a:cubicBezTo>
                      <a:pt x="60" y="55"/>
                      <a:pt x="60" y="35"/>
                      <a:pt x="47" y="22"/>
                    </a:cubicBezTo>
                    <a:cubicBezTo>
                      <a:pt x="37" y="10"/>
                      <a:pt x="11" y="0"/>
                      <a:pt x="0" y="15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1" name="Freeform 1553">
                <a:extLst>
                  <a:ext uri="{FF2B5EF4-FFF2-40B4-BE49-F238E27FC236}">
                    <a16:creationId xmlns:a16="http://schemas.microsoft.com/office/drawing/2014/main" id="{D399751E-8AB9-4D30-92B9-B9365FD94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097"/>
                <a:ext cx="76" cy="26"/>
              </a:xfrm>
              <a:custGeom>
                <a:avLst/>
                <a:gdLst>
                  <a:gd name="T0" fmla="*/ 0 w 103"/>
                  <a:gd name="T1" fmla="*/ 12 h 35"/>
                  <a:gd name="T2" fmla="*/ 19 w 103"/>
                  <a:gd name="T3" fmla="*/ 7 h 35"/>
                  <a:gd name="T4" fmla="*/ 30 w 103"/>
                  <a:gd name="T5" fmla="*/ 5 h 35"/>
                  <a:gd name="T6" fmla="*/ 41 w 103"/>
                  <a:gd name="T7" fmla="*/ 0 h 35"/>
                  <a:gd name="T8" fmla="*/ 24 w 103"/>
                  <a:gd name="T9" fmla="*/ 7 h 35"/>
                  <a:gd name="T10" fmla="*/ 15 w 103"/>
                  <a:gd name="T11" fmla="*/ 10 h 35"/>
                  <a:gd name="T12" fmla="*/ 5 w 103"/>
                  <a:gd name="T13" fmla="*/ 12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35">
                    <a:moveTo>
                      <a:pt x="0" y="30"/>
                    </a:moveTo>
                    <a:cubicBezTo>
                      <a:pt x="16" y="35"/>
                      <a:pt x="34" y="22"/>
                      <a:pt x="47" y="17"/>
                    </a:cubicBezTo>
                    <a:cubicBezTo>
                      <a:pt x="55" y="13"/>
                      <a:pt x="65" y="16"/>
                      <a:pt x="74" y="14"/>
                    </a:cubicBezTo>
                    <a:cubicBezTo>
                      <a:pt x="84" y="12"/>
                      <a:pt x="97" y="9"/>
                      <a:pt x="103" y="0"/>
                    </a:cubicBezTo>
                    <a:cubicBezTo>
                      <a:pt x="90" y="14"/>
                      <a:pt x="76" y="18"/>
                      <a:pt x="58" y="19"/>
                    </a:cubicBezTo>
                    <a:cubicBezTo>
                      <a:pt x="49" y="19"/>
                      <a:pt x="45" y="23"/>
                      <a:pt x="37" y="26"/>
                    </a:cubicBezTo>
                    <a:cubicBezTo>
                      <a:pt x="30" y="29"/>
                      <a:pt x="21" y="28"/>
                      <a:pt x="13" y="29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2" name="Freeform 1554">
                <a:extLst>
                  <a:ext uri="{FF2B5EF4-FFF2-40B4-BE49-F238E27FC236}">
                    <a16:creationId xmlns:a16="http://schemas.microsoft.com/office/drawing/2014/main" id="{04721BB5-1E12-4BEB-BD4E-BC32D4099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918"/>
                <a:ext cx="44" cy="32"/>
              </a:xfrm>
              <a:custGeom>
                <a:avLst/>
                <a:gdLst>
                  <a:gd name="T0" fmla="*/ 17 w 60"/>
                  <a:gd name="T1" fmla="*/ 0 h 44"/>
                  <a:gd name="T2" fmla="*/ 12 w 60"/>
                  <a:gd name="T3" fmla="*/ 9 h 44"/>
                  <a:gd name="T4" fmla="*/ 0 w 60"/>
                  <a:gd name="T5" fmla="*/ 12 h 44"/>
                  <a:gd name="T6" fmla="*/ 12 w 60"/>
                  <a:gd name="T7" fmla="*/ 11 h 44"/>
                  <a:gd name="T8" fmla="*/ 23 w 60"/>
                  <a:gd name="T9" fmla="*/ 17 h 44"/>
                  <a:gd name="T10" fmla="*/ 18 w 60"/>
                  <a:gd name="T11" fmla="*/ 11 h 44"/>
                  <a:gd name="T12" fmla="*/ 17 w 60"/>
                  <a:gd name="T13" fmla="*/ 4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4">
                    <a:moveTo>
                      <a:pt x="43" y="0"/>
                    </a:moveTo>
                    <a:cubicBezTo>
                      <a:pt x="47" y="8"/>
                      <a:pt x="39" y="22"/>
                      <a:pt x="31" y="25"/>
                    </a:cubicBezTo>
                    <a:cubicBezTo>
                      <a:pt x="21" y="29"/>
                      <a:pt x="8" y="24"/>
                      <a:pt x="0" y="32"/>
                    </a:cubicBezTo>
                    <a:cubicBezTo>
                      <a:pt x="10" y="33"/>
                      <a:pt x="21" y="29"/>
                      <a:pt x="31" y="28"/>
                    </a:cubicBezTo>
                    <a:cubicBezTo>
                      <a:pt x="46" y="27"/>
                      <a:pt x="47" y="40"/>
                      <a:pt x="60" y="44"/>
                    </a:cubicBezTo>
                    <a:cubicBezTo>
                      <a:pt x="57" y="37"/>
                      <a:pt x="49" y="35"/>
                      <a:pt x="45" y="29"/>
                    </a:cubicBezTo>
                    <a:cubicBezTo>
                      <a:pt x="40" y="21"/>
                      <a:pt x="46" y="17"/>
                      <a:pt x="44" y="9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3" name="Freeform 1555">
                <a:extLst>
                  <a:ext uri="{FF2B5EF4-FFF2-40B4-BE49-F238E27FC236}">
                    <a16:creationId xmlns:a16="http://schemas.microsoft.com/office/drawing/2014/main" id="{112151FD-8AED-4EFD-A1FD-C4038004B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864"/>
                <a:ext cx="39" cy="86"/>
              </a:xfrm>
              <a:custGeom>
                <a:avLst/>
                <a:gdLst>
                  <a:gd name="T0" fmla="*/ 0 w 53"/>
                  <a:gd name="T1" fmla="*/ 0 h 118"/>
                  <a:gd name="T2" fmla="*/ 8 w 53"/>
                  <a:gd name="T3" fmla="*/ 9 h 118"/>
                  <a:gd name="T4" fmla="*/ 14 w 53"/>
                  <a:gd name="T5" fmla="*/ 22 h 118"/>
                  <a:gd name="T6" fmla="*/ 16 w 53"/>
                  <a:gd name="T7" fmla="*/ 35 h 118"/>
                  <a:gd name="T8" fmla="*/ 10 w 53"/>
                  <a:gd name="T9" fmla="*/ 46 h 118"/>
                  <a:gd name="T10" fmla="*/ 13 w 53"/>
                  <a:gd name="T11" fmla="*/ 20 h 118"/>
                  <a:gd name="T12" fmla="*/ 10 w 53"/>
                  <a:gd name="T13" fmla="*/ 9 h 118"/>
                  <a:gd name="T14" fmla="*/ 1 w 53"/>
                  <a:gd name="T15" fmla="*/ 2 h 1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118">
                    <a:moveTo>
                      <a:pt x="0" y="0"/>
                    </a:moveTo>
                    <a:cubicBezTo>
                      <a:pt x="3" y="11"/>
                      <a:pt x="12" y="16"/>
                      <a:pt x="20" y="24"/>
                    </a:cubicBezTo>
                    <a:cubicBezTo>
                      <a:pt x="28" y="33"/>
                      <a:pt x="32" y="44"/>
                      <a:pt x="35" y="56"/>
                    </a:cubicBezTo>
                    <a:cubicBezTo>
                      <a:pt x="38" y="66"/>
                      <a:pt x="41" y="79"/>
                      <a:pt x="41" y="90"/>
                    </a:cubicBezTo>
                    <a:cubicBezTo>
                      <a:pt x="41" y="102"/>
                      <a:pt x="32" y="108"/>
                      <a:pt x="26" y="118"/>
                    </a:cubicBezTo>
                    <a:cubicBezTo>
                      <a:pt x="53" y="105"/>
                      <a:pt x="39" y="73"/>
                      <a:pt x="34" y="52"/>
                    </a:cubicBezTo>
                    <a:cubicBezTo>
                      <a:pt x="32" y="42"/>
                      <a:pt x="30" y="33"/>
                      <a:pt x="23" y="25"/>
                    </a:cubicBezTo>
                    <a:cubicBezTo>
                      <a:pt x="17" y="18"/>
                      <a:pt x="3" y="14"/>
                      <a:pt x="1" y="5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4" name="Freeform 1556">
                <a:extLst>
                  <a:ext uri="{FF2B5EF4-FFF2-40B4-BE49-F238E27FC236}">
                    <a16:creationId xmlns:a16="http://schemas.microsoft.com/office/drawing/2014/main" id="{848150A0-2F2E-47AC-910F-29C07AD79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1053"/>
                <a:ext cx="42" cy="88"/>
              </a:xfrm>
              <a:custGeom>
                <a:avLst/>
                <a:gdLst>
                  <a:gd name="T0" fmla="*/ 5 w 57"/>
                  <a:gd name="T1" fmla="*/ 0 h 120"/>
                  <a:gd name="T2" fmla="*/ 8 w 57"/>
                  <a:gd name="T3" fmla="*/ 12 h 120"/>
                  <a:gd name="T4" fmla="*/ 1 w 57"/>
                  <a:gd name="T5" fmla="*/ 7 h 120"/>
                  <a:gd name="T6" fmla="*/ 7 w 57"/>
                  <a:gd name="T7" fmla="*/ 16 h 120"/>
                  <a:gd name="T8" fmla="*/ 10 w 57"/>
                  <a:gd name="T9" fmla="*/ 27 h 120"/>
                  <a:gd name="T10" fmla="*/ 0 w 57"/>
                  <a:gd name="T11" fmla="*/ 19 h 120"/>
                  <a:gd name="T12" fmla="*/ 11 w 57"/>
                  <a:gd name="T13" fmla="*/ 30 h 120"/>
                  <a:gd name="T14" fmla="*/ 23 w 57"/>
                  <a:gd name="T15" fmla="*/ 48 h 120"/>
                  <a:gd name="T16" fmla="*/ 12 w 57"/>
                  <a:gd name="T17" fmla="*/ 29 h 120"/>
                  <a:gd name="T18" fmla="*/ 10 w 57"/>
                  <a:gd name="T19" fmla="*/ 21 h 120"/>
                  <a:gd name="T20" fmla="*/ 7 w 57"/>
                  <a:gd name="T21" fmla="*/ 3 h 1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120">
                    <a:moveTo>
                      <a:pt x="13" y="0"/>
                    </a:moveTo>
                    <a:cubicBezTo>
                      <a:pt x="15" y="9"/>
                      <a:pt x="21" y="21"/>
                      <a:pt x="20" y="30"/>
                    </a:cubicBezTo>
                    <a:cubicBezTo>
                      <a:pt x="11" y="29"/>
                      <a:pt x="7" y="21"/>
                      <a:pt x="1" y="17"/>
                    </a:cubicBezTo>
                    <a:cubicBezTo>
                      <a:pt x="9" y="24"/>
                      <a:pt x="16" y="31"/>
                      <a:pt x="18" y="41"/>
                    </a:cubicBezTo>
                    <a:cubicBezTo>
                      <a:pt x="21" y="50"/>
                      <a:pt x="20" y="60"/>
                      <a:pt x="23" y="70"/>
                    </a:cubicBezTo>
                    <a:cubicBezTo>
                      <a:pt x="18" y="58"/>
                      <a:pt x="11" y="54"/>
                      <a:pt x="0" y="49"/>
                    </a:cubicBezTo>
                    <a:cubicBezTo>
                      <a:pt x="11" y="56"/>
                      <a:pt x="20" y="66"/>
                      <a:pt x="27" y="77"/>
                    </a:cubicBezTo>
                    <a:cubicBezTo>
                      <a:pt x="36" y="91"/>
                      <a:pt x="49" y="104"/>
                      <a:pt x="57" y="120"/>
                    </a:cubicBezTo>
                    <a:cubicBezTo>
                      <a:pt x="49" y="104"/>
                      <a:pt x="35" y="92"/>
                      <a:pt x="30" y="75"/>
                    </a:cubicBezTo>
                    <a:cubicBezTo>
                      <a:pt x="27" y="68"/>
                      <a:pt x="25" y="61"/>
                      <a:pt x="24" y="53"/>
                    </a:cubicBezTo>
                    <a:cubicBezTo>
                      <a:pt x="22" y="37"/>
                      <a:pt x="21" y="22"/>
                      <a:pt x="16" y="7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5" name="Freeform 1557">
                <a:extLst>
                  <a:ext uri="{FF2B5EF4-FFF2-40B4-BE49-F238E27FC236}">
                    <a16:creationId xmlns:a16="http://schemas.microsoft.com/office/drawing/2014/main" id="{DDECC65F-A58D-4576-9EFC-5F4B48832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1212"/>
                <a:ext cx="59" cy="86"/>
              </a:xfrm>
              <a:custGeom>
                <a:avLst/>
                <a:gdLst>
                  <a:gd name="T0" fmla="*/ 29 w 81"/>
                  <a:gd name="T1" fmla="*/ 0 h 116"/>
                  <a:gd name="T2" fmla="*/ 9 w 81"/>
                  <a:gd name="T3" fmla="*/ 12 h 116"/>
                  <a:gd name="T4" fmla="*/ 9 w 81"/>
                  <a:gd name="T5" fmla="*/ 25 h 116"/>
                  <a:gd name="T6" fmla="*/ 0 w 81"/>
                  <a:gd name="T7" fmla="*/ 36 h 116"/>
                  <a:gd name="T8" fmla="*/ 0 w 81"/>
                  <a:gd name="T9" fmla="*/ 47 h 116"/>
                  <a:gd name="T10" fmla="*/ 2 w 81"/>
                  <a:gd name="T11" fmla="*/ 35 h 116"/>
                  <a:gd name="T12" fmla="*/ 11 w 81"/>
                  <a:gd name="T13" fmla="*/ 14 h 116"/>
                  <a:gd name="T14" fmla="*/ 20 w 81"/>
                  <a:gd name="T15" fmla="*/ 11 h 116"/>
                  <a:gd name="T16" fmla="*/ 29 w 81"/>
                  <a:gd name="T17" fmla="*/ 1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116">
                    <a:moveTo>
                      <a:pt x="75" y="0"/>
                    </a:moveTo>
                    <a:cubicBezTo>
                      <a:pt x="81" y="6"/>
                      <a:pt x="35" y="31"/>
                      <a:pt x="24" y="30"/>
                    </a:cubicBezTo>
                    <a:cubicBezTo>
                      <a:pt x="29" y="43"/>
                      <a:pt x="33" y="49"/>
                      <a:pt x="24" y="62"/>
                    </a:cubicBezTo>
                    <a:cubicBezTo>
                      <a:pt x="17" y="72"/>
                      <a:pt x="9" y="79"/>
                      <a:pt x="0" y="87"/>
                    </a:cubicBezTo>
                    <a:cubicBezTo>
                      <a:pt x="7" y="96"/>
                      <a:pt x="5" y="107"/>
                      <a:pt x="0" y="116"/>
                    </a:cubicBezTo>
                    <a:cubicBezTo>
                      <a:pt x="9" y="104"/>
                      <a:pt x="7" y="99"/>
                      <a:pt x="6" y="86"/>
                    </a:cubicBezTo>
                    <a:cubicBezTo>
                      <a:pt x="20" y="83"/>
                      <a:pt x="36" y="49"/>
                      <a:pt x="29" y="35"/>
                    </a:cubicBezTo>
                    <a:cubicBezTo>
                      <a:pt x="37" y="31"/>
                      <a:pt x="46" y="32"/>
                      <a:pt x="54" y="27"/>
                    </a:cubicBezTo>
                    <a:cubicBezTo>
                      <a:pt x="63" y="22"/>
                      <a:pt x="68" y="11"/>
                      <a:pt x="75" y="4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6" name="Freeform 1558">
                <a:extLst>
                  <a:ext uri="{FF2B5EF4-FFF2-40B4-BE49-F238E27FC236}">
                    <a16:creationId xmlns:a16="http://schemas.microsoft.com/office/drawing/2014/main" id="{BB326233-DB88-40DF-A04A-EE3E96EDF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251"/>
                <a:ext cx="102" cy="21"/>
              </a:xfrm>
              <a:custGeom>
                <a:avLst/>
                <a:gdLst>
                  <a:gd name="T0" fmla="*/ 55 w 138"/>
                  <a:gd name="T1" fmla="*/ 6 h 29"/>
                  <a:gd name="T2" fmla="*/ 35 w 138"/>
                  <a:gd name="T3" fmla="*/ 7 h 29"/>
                  <a:gd name="T4" fmla="*/ 22 w 138"/>
                  <a:gd name="T5" fmla="*/ 3 h 29"/>
                  <a:gd name="T6" fmla="*/ 0 w 138"/>
                  <a:gd name="T7" fmla="*/ 3 h 29"/>
                  <a:gd name="T8" fmla="*/ 13 w 138"/>
                  <a:gd name="T9" fmla="*/ 2 h 29"/>
                  <a:gd name="T10" fmla="*/ 24 w 138"/>
                  <a:gd name="T11" fmla="*/ 4 h 29"/>
                  <a:gd name="T12" fmla="*/ 47 w 138"/>
                  <a:gd name="T13" fmla="*/ 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29">
                    <a:moveTo>
                      <a:pt x="138" y="15"/>
                    </a:moveTo>
                    <a:cubicBezTo>
                      <a:pt x="124" y="21"/>
                      <a:pt x="103" y="21"/>
                      <a:pt x="88" y="20"/>
                    </a:cubicBezTo>
                    <a:cubicBezTo>
                      <a:pt x="76" y="19"/>
                      <a:pt x="65" y="13"/>
                      <a:pt x="55" y="8"/>
                    </a:cubicBezTo>
                    <a:cubicBezTo>
                      <a:pt x="39" y="1"/>
                      <a:pt x="16" y="0"/>
                      <a:pt x="0" y="7"/>
                    </a:cubicBezTo>
                    <a:cubicBezTo>
                      <a:pt x="11" y="8"/>
                      <a:pt x="21" y="6"/>
                      <a:pt x="32" y="6"/>
                    </a:cubicBezTo>
                    <a:cubicBezTo>
                      <a:pt x="41" y="7"/>
                      <a:pt x="50" y="9"/>
                      <a:pt x="60" y="11"/>
                    </a:cubicBezTo>
                    <a:cubicBezTo>
                      <a:pt x="76" y="15"/>
                      <a:pt x="100" y="29"/>
                      <a:pt x="117" y="21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7" name="Freeform 1559">
                <a:extLst>
                  <a:ext uri="{FF2B5EF4-FFF2-40B4-BE49-F238E27FC236}">
                    <a16:creationId xmlns:a16="http://schemas.microsoft.com/office/drawing/2014/main" id="{2531E8F6-CFE3-46F9-BE50-45BA74D32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1114"/>
                <a:ext cx="48" cy="41"/>
              </a:xfrm>
              <a:custGeom>
                <a:avLst/>
                <a:gdLst>
                  <a:gd name="T0" fmla="*/ 2 w 66"/>
                  <a:gd name="T1" fmla="*/ 0 h 55"/>
                  <a:gd name="T2" fmla="*/ 2 w 66"/>
                  <a:gd name="T3" fmla="*/ 8 h 55"/>
                  <a:gd name="T4" fmla="*/ 1 w 66"/>
                  <a:gd name="T5" fmla="*/ 18 h 55"/>
                  <a:gd name="T6" fmla="*/ 9 w 66"/>
                  <a:gd name="T7" fmla="*/ 19 h 55"/>
                  <a:gd name="T8" fmla="*/ 15 w 66"/>
                  <a:gd name="T9" fmla="*/ 23 h 55"/>
                  <a:gd name="T10" fmla="*/ 25 w 66"/>
                  <a:gd name="T11" fmla="*/ 16 h 55"/>
                  <a:gd name="T12" fmla="*/ 15 w 66"/>
                  <a:gd name="T13" fmla="*/ 22 h 55"/>
                  <a:gd name="T14" fmla="*/ 9 w 66"/>
                  <a:gd name="T15" fmla="*/ 21 h 55"/>
                  <a:gd name="T16" fmla="*/ 3 w 66"/>
                  <a:gd name="T17" fmla="*/ 19 h 55"/>
                  <a:gd name="T18" fmla="*/ 2 w 66"/>
                  <a:gd name="T19" fmla="*/ 9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55">
                    <a:moveTo>
                      <a:pt x="5" y="0"/>
                    </a:moveTo>
                    <a:cubicBezTo>
                      <a:pt x="7" y="6"/>
                      <a:pt x="6" y="13"/>
                      <a:pt x="6" y="20"/>
                    </a:cubicBezTo>
                    <a:cubicBezTo>
                      <a:pt x="5" y="25"/>
                      <a:pt x="1" y="38"/>
                      <a:pt x="4" y="43"/>
                    </a:cubicBezTo>
                    <a:cubicBezTo>
                      <a:pt x="7" y="50"/>
                      <a:pt x="16" y="43"/>
                      <a:pt x="23" y="45"/>
                    </a:cubicBezTo>
                    <a:cubicBezTo>
                      <a:pt x="29" y="47"/>
                      <a:pt x="34" y="55"/>
                      <a:pt x="40" y="55"/>
                    </a:cubicBezTo>
                    <a:cubicBezTo>
                      <a:pt x="49" y="55"/>
                      <a:pt x="59" y="43"/>
                      <a:pt x="66" y="38"/>
                    </a:cubicBezTo>
                    <a:cubicBezTo>
                      <a:pt x="58" y="44"/>
                      <a:pt x="50" y="50"/>
                      <a:pt x="40" y="52"/>
                    </a:cubicBezTo>
                    <a:cubicBezTo>
                      <a:pt x="32" y="53"/>
                      <a:pt x="30" y="50"/>
                      <a:pt x="23" y="49"/>
                    </a:cubicBezTo>
                    <a:cubicBezTo>
                      <a:pt x="17" y="48"/>
                      <a:pt x="13" y="51"/>
                      <a:pt x="8" y="47"/>
                    </a:cubicBezTo>
                    <a:cubicBezTo>
                      <a:pt x="0" y="41"/>
                      <a:pt x="5" y="32"/>
                      <a:pt x="5" y="22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8" name="Freeform 1560">
                <a:extLst>
                  <a:ext uri="{FF2B5EF4-FFF2-40B4-BE49-F238E27FC236}">
                    <a16:creationId xmlns:a16="http://schemas.microsoft.com/office/drawing/2014/main" id="{8FEFBD34-07A4-4C4D-AFB1-4EB45DE59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041"/>
                <a:ext cx="126" cy="114"/>
              </a:xfrm>
              <a:custGeom>
                <a:avLst/>
                <a:gdLst>
                  <a:gd name="T0" fmla="*/ 0 w 172"/>
                  <a:gd name="T1" fmla="*/ 50 h 155"/>
                  <a:gd name="T2" fmla="*/ 18 w 172"/>
                  <a:gd name="T3" fmla="*/ 41 h 155"/>
                  <a:gd name="T4" fmla="*/ 23 w 172"/>
                  <a:gd name="T5" fmla="*/ 32 h 155"/>
                  <a:gd name="T6" fmla="*/ 31 w 172"/>
                  <a:gd name="T7" fmla="*/ 27 h 155"/>
                  <a:gd name="T8" fmla="*/ 39 w 172"/>
                  <a:gd name="T9" fmla="*/ 18 h 155"/>
                  <a:gd name="T10" fmla="*/ 48 w 172"/>
                  <a:gd name="T11" fmla="*/ 14 h 155"/>
                  <a:gd name="T12" fmla="*/ 67 w 172"/>
                  <a:gd name="T13" fmla="*/ 5 h 155"/>
                  <a:gd name="T14" fmla="*/ 50 w 172"/>
                  <a:gd name="T15" fmla="*/ 13 h 155"/>
                  <a:gd name="T16" fmla="*/ 53 w 172"/>
                  <a:gd name="T17" fmla="*/ 28 h 155"/>
                  <a:gd name="T18" fmla="*/ 49 w 172"/>
                  <a:gd name="T19" fmla="*/ 15 h 155"/>
                  <a:gd name="T20" fmla="*/ 32 w 172"/>
                  <a:gd name="T21" fmla="*/ 29 h 155"/>
                  <a:gd name="T22" fmla="*/ 23 w 172"/>
                  <a:gd name="T23" fmla="*/ 34 h 155"/>
                  <a:gd name="T24" fmla="*/ 21 w 172"/>
                  <a:gd name="T25" fmla="*/ 52 h 155"/>
                  <a:gd name="T26" fmla="*/ 18 w 172"/>
                  <a:gd name="T27" fmla="*/ 46 h 155"/>
                  <a:gd name="T28" fmla="*/ 12 w 172"/>
                  <a:gd name="T29" fmla="*/ 62 h 155"/>
                  <a:gd name="T30" fmla="*/ 5 w 172"/>
                  <a:gd name="T31" fmla="*/ 54 h 1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2" h="155">
                    <a:moveTo>
                      <a:pt x="0" y="127"/>
                    </a:moveTo>
                    <a:cubicBezTo>
                      <a:pt x="19" y="127"/>
                      <a:pt x="36" y="119"/>
                      <a:pt x="46" y="104"/>
                    </a:cubicBezTo>
                    <a:cubicBezTo>
                      <a:pt x="50" y="96"/>
                      <a:pt x="53" y="87"/>
                      <a:pt x="59" y="80"/>
                    </a:cubicBezTo>
                    <a:cubicBezTo>
                      <a:pt x="65" y="73"/>
                      <a:pt x="72" y="72"/>
                      <a:pt x="79" y="68"/>
                    </a:cubicBezTo>
                    <a:cubicBezTo>
                      <a:pt x="89" y="64"/>
                      <a:pt x="92" y="52"/>
                      <a:pt x="99" y="44"/>
                    </a:cubicBezTo>
                    <a:cubicBezTo>
                      <a:pt x="105" y="37"/>
                      <a:pt x="113" y="38"/>
                      <a:pt x="122" y="35"/>
                    </a:cubicBezTo>
                    <a:cubicBezTo>
                      <a:pt x="135" y="31"/>
                      <a:pt x="155" y="0"/>
                      <a:pt x="172" y="12"/>
                    </a:cubicBezTo>
                    <a:cubicBezTo>
                      <a:pt x="157" y="17"/>
                      <a:pt x="134" y="15"/>
                      <a:pt x="127" y="34"/>
                    </a:cubicBezTo>
                    <a:cubicBezTo>
                      <a:pt x="123" y="47"/>
                      <a:pt x="126" y="59"/>
                      <a:pt x="135" y="69"/>
                    </a:cubicBezTo>
                    <a:cubicBezTo>
                      <a:pt x="133" y="58"/>
                      <a:pt x="125" y="50"/>
                      <a:pt x="125" y="38"/>
                    </a:cubicBezTo>
                    <a:cubicBezTo>
                      <a:pt x="108" y="41"/>
                      <a:pt x="95" y="63"/>
                      <a:pt x="80" y="72"/>
                    </a:cubicBezTo>
                    <a:cubicBezTo>
                      <a:pt x="74" y="75"/>
                      <a:pt x="64" y="80"/>
                      <a:pt x="58" y="86"/>
                    </a:cubicBezTo>
                    <a:cubicBezTo>
                      <a:pt x="49" y="96"/>
                      <a:pt x="50" y="120"/>
                      <a:pt x="54" y="132"/>
                    </a:cubicBezTo>
                    <a:cubicBezTo>
                      <a:pt x="52" y="127"/>
                      <a:pt x="48" y="122"/>
                      <a:pt x="46" y="116"/>
                    </a:cubicBezTo>
                    <a:cubicBezTo>
                      <a:pt x="37" y="130"/>
                      <a:pt x="26" y="136"/>
                      <a:pt x="32" y="155"/>
                    </a:cubicBezTo>
                    <a:cubicBezTo>
                      <a:pt x="28" y="148"/>
                      <a:pt x="27" y="121"/>
                      <a:pt x="13" y="134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9" name="Freeform 1561">
                <a:extLst>
                  <a:ext uri="{FF2B5EF4-FFF2-40B4-BE49-F238E27FC236}">
                    <a16:creationId xmlns:a16="http://schemas.microsoft.com/office/drawing/2014/main" id="{7235E488-E3B8-49BC-BE58-D95B53A39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718"/>
                <a:ext cx="46" cy="54"/>
              </a:xfrm>
              <a:custGeom>
                <a:avLst/>
                <a:gdLst>
                  <a:gd name="T0" fmla="*/ 25 w 63"/>
                  <a:gd name="T1" fmla="*/ 0 h 73"/>
                  <a:gd name="T2" fmla="*/ 8 w 63"/>
                  <a:gd name="T3" fmla="*/ 16 h 73"/>
                  <a:gd name="T4" fmla="*/ 0 w 63"/>
                  <a:gd name="T5" fmla="*/ 27 h 73"/>
                  <a:gd name="T6" fmla="*/ 4 w 63"/>
                  <a:gd name="T7" fmla="*/ 30 h 73"/>
                  <a:gd name="T8" fmla="*/ 9 w 63"/>
                  <a:gd name="T9" fmla="*/ 16 h 73"/>
                  <a:gd name="T10" fmla="*/ 17 w 63"/>
                  <a:gd name="T11" fmla="*/ 11 h 73"/>
                  <a:gd name="T12" fmla="*/ 25 w 63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73">
                    <a:moveTo>
                      <a:pt x="63" y="0"/>
                    </a:moveTo>
                    <a:cubicBezTo>
                      <a:pt x="55" y="19"/>
                      <a:pt x="32" y="23"/>
                      <a:pt x="20" y="38"/>
                    </a:cubicBezTo>
                    <a:cubicBezTo>
                      <a:pt x="13" y="46"/>
                      <a:pt x="14" y="63"/>
                      <a:pt x="0" y="65"/>
                    </a:cubicBezTo>
                    <a:cubicBezTo>
                      <a:pt x="3" y="68"/>
                      <a:pt x="8" y="72"/>
                      <a:pt x="11" y="73"/>
                    </a:cubicBezTo>
                    <a:cubicBezTo>
                      <a:pt x="12" y="60"/>
                      <a:pt x="14" y="47"/>
                      <a:pt x="25" y="39"/>
                    </a:cubicBezTo>
                    <a:cubicBezTo>
                      <a:pt x="30" y="34"/>
                      <a:pt x="37" y="31"/>
                      <a:pt x="42" y="27"/>
                    </a:cubicBezTo>
                    <a:cubicBezTo>
                      <a:pt x="51" y="20"/>
                      <a:pt x="58" y="11"/>
                      <a:pt x="63" y="0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0" name="Freeform 1562">
                <a:extLst>
                  <a:ext uri="{FF2B5EF4-FFF2-40B4-BE49-F238E27FC236}">
                    <a16:creationId xmlns:a16="http://schemas.microsoft.com/office/drawing/2014/main" id="{BE62E3D4-1BC6-4647-918B-CA21EDECC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962"/>
                <a:ext cx="68" cy="41"/>
              </a:xfrm>
              <a:custGeom>
                <a:avLst/>
                <a:gdLst>
                  <a:gd name="T0" fmla="*/ 37 w 93"/>
                  <a:gd name="T1" fmla="*/ 7 h 56"/>
                  <a:gd name="T2" fmla="*/ 21 w 93"/>
                  <a:gd name="T3" fmla="*/ 22 h 56"/>
                  <a:gd name="T4" fmla="*/ 14 w 93"/>
                  <a:gd name="T5" fmla="*/ 10 h 56"/>
                  <a:gd name="T6" fmla="*/ 9 w 93"/>
                  <a:gd name="T7" fmla="*/ 4 h 56"/>
                  <a:gd name="T8" fmla="*/ 0 w 93"/>
                  <a:gd name="T9" fmla="*/ 0 h 56"/>
                  <a:gd name="T10" fmla="*/ 9 w 93"/>
                  <a:gd name="T11" fmla="*/ 3 h 56"/>
                  <a:gd name="T12" fmla="*/ 15 w 93"/>
                  <a:gd name="T13" fmla="*/ 10 h 56"/>
                  <a:gd name="T14" fmla="*/ 34 w 93"/>
                  <a:gd name="T15" fmla="*/ 7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56">
                    <a:moveTo>
                      <a:pt x="93" y="16"/>
                    </a:moveTo>
                    <a:cubicBezTo>
                      <a:pt x="74" y="18"/>
                      <a:pt x="53" y="35"/>
                      <a:pt x="54" y="56"/>
                    </a:cubicBezTo>
                    <a:cubicBezTo>
                      <a:pt x="58" y="32"/>
                      <a:pt x="50" y="38"/>
                      <a:pt x="35" y="25"/>
                    </a:cubicBezTo>
                    <a:cubicBezTo>
                      <a:pt x="29" y="20"/>
                      <a:pt x="28" y="13"/>
                      <a:pt x="22" y="9"/>
                    </a:cubicBezTo>
                    <a:cubicBezTo>
                      <a:pt x="16" y="4"/>
                      <a:pt x="7" y="5"/>
                      <a:pt x="0" y="0"/>
                    </a:cubicBezTo>
                    <a:cubicBezTo>
                      <a:pt x="7" y="3"/>
                      <a:pt x="16" y="4"/>
                      <a:pt x="23" y="8"/>
                    </a:cubicBezTo>
                    <a:cubicBezTo>
                      <a:pt x="29" y="12"/>
                      <a:pt x="32" y="21"/>
                      <a:pt x="38" y="26"/>
                    </a:cubicBezTo>
                    <a:cubicBezTo>
                      <a:pt x="53" y="35"/>
                      <a:pt x="75" y="24"/>
                      <a:pt x="87" y="17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1" name="Freeform 1563">
                <a:extLst>
                  <a:ext uri="{FF2B5EF4-FFF2-40B4-BE49-F238E27FC236}">
                    <a16:creationId xmlns:a16="http://schemas.microsoft.com/office/drawing/2014/main" id="{FDE52A69-2FDC-4C61-8A5F-3854DCB9A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759"/>
                <a:ext cx="45" cy="37"/>
              </a:xfrm>
              <a:custGeom>
                <a:avLst/>
                <a:gdLst>
                  <a:gd name="T0" fmla="*/ 18 w 61"/>
                  <a:gd name="T1" fmla="*/ 0 h 51"/>
                  <a:gd name="T2" fmla="*/ 13 w 61"/>
                  <a:gd name="T3" fmla="*/ 11 h 51"/>
                  <a:gd name="T4" fmla="*/ 0 w 61"/>
                  <a:gd name="T5" fmla="*/ 4 h 51"/>
                  <a:gd name="T6" fmla="*/ 24 w 61"/>
                  <a:gd name="T7" fmla="*/ 20 h 51"/>
                  <a:gd name="T8" fmla="*/ 18 w 61"/>
                  <a:gd name="T9" fmla="*/ 3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1">
                    <a:moveTo>
                      <a:pt x="45" y="0"/>
                    </a:moveTo>
                    <a:cubicBezTo>
                      <a:pt x="43" y="10"/>
                      <a:pt x="37" y="20"/>
                      <a:pt x="34" y="29"/>
                    </a:cubicBezTo>
                    <a:cubicBezTo>
                      <a:pt x="22" y="23"/>
                      <a:pt x="13" y="14"/>
                      <a:pt x="0" y="11"/>
                    </a:cubicBezTo>
                    <a:cubicBezTo>
                      <a:pt x="18" y="27"/>
                      <a:pt x="38" y="43"/>
                      <a:pt x="61" y="51"/>
                    </a:cubicBezTo>
                    <a:cubicBezTo>
                      <a:pt x="42" y="38"/>
                      <a:pt x="36" y="28"/>
                      <a:pt x="45" y="8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2" name="Freeform 1564">
                <a:extLst>
                  <a:ext uri="{FF2B5EF4-FFF2-40B4-BE49-F238E27FC236}">
                    <a16:creationId xmlns:a16="http://schemas.microsoft.com/office/drawing/2014/main" id="{1F3D98F8-6B36-42D1-B89E-E9083FC1B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990"/>
                <a:ext cx="18" cy="58"/>
              </a:xfrm>
              <a:custGeom>
                <a:avLst/>
                <a:gdLst>
                  <a:gd name="T0" fmla="*/ 2 w 24"/>
                  <a:gd name="T1" fmla="*/ 0 h 79"/>
                  <a:gd name="T2" fmla="*/ 5 w 24"/>
                  <a:gd name="T3" fmla="*/ 32 h 79"/>
                  <a:gd name="T4" fmla="*/ 3 w 24"/>
                  <a:gd name="T5" fmla="*/ 11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79">
                    <a:moveTo>
                      <a:pt x="5" y="0"/>
                    </a:moveTo>
                    <a:cubicBezTo>
                      <a:pt x="0" y="13"/>
                      <a:pt x="0" y="70"/>
                      <a:pt x="12" y="79"/>
                    </a:cubicBezTo>
                    <a:cubicBezTo>
                      <a:pt x="24" y="71"/>
                      <a:pt x="8" y="40"/>
                      <a:pt x="7" y="28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3" name="Freeform 1565">
                <a:extLst>
                  <a:ext uri="{FF2B5EF4-FFF2-40B4-BE49-F238E27FC236}">
                    <a16:creationId xmlns:a16="http://schemas.microsoft.com/office/drawing/2014/main" id="{49E5CD95-8840-477C-A521-EFCF16FC7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070"/>
                <a:ext cx="24" cy="29"/>
              </a:xfrm>
              <a:custGeom>
                <a:avLst/>
                <a:gdLst>
                  <a:gd name="T0" fmla="*/ 12 w 33"/>
                  <a:gd name="T1" fmla="*/ 14 h 40"/>
                  <a:gd name="T2" fmla="*/ 0 w 33"/>
                  <a:gd name="T3" fmla="*/ 0 h 40"/>
                  <a:gd name="T4" fmla="*/ 12 w 33"/>
                  <a:gd name="T5" fmla="*/ 1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0">
                    <a:moveTo>
                      <a:pt x="33" y="36"/>
                    </a:moveTo>
                    <a:cubicBezTo>
                      <a:pt x="14" y="40"/>
                      <a:pt x="14" y="8"/>
                      <a:pt x="0" y="0"/>
                    </a:cubicBezTo>
                    <a:cubicBezTo>
                      <a:pt x="8" y="12"/>
                      <a:pt x="24" y="24"/>
                      <a:pt x="30" y="38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4" name="Freeform 1566">
                <a:extLst>
                  <a:ext uri="{FF2B5EF4-FFF2-40B4-BE49-F238E27FC236}">
                    <a16:creationId xmlns:a16="http://schemas.microsoft.com/office/drawing/2014/main" id="{3BBC8A83-3316-4ED0-B165-7844E626D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988"/>
                <a:ext cx="19" cy="22"/>
              </a:xfrm>
              <a:custGeom>
                <a:avLst/>
                <a:gdLst>
                  <a:gd name="T0" fmla="*/ 11 w 25"/>
                  <a:gd name="T1" fmla="*/ 1 h 30"/>
                  <a:gd name="T2" fmla="*/ 1 w 25"/>
                  <a:gd name="T3" fmla="*/ 12 h 30"/>
                  <a:gd name="T4" fmla="*/ 2 w 25"/>
                  <a:gd name="T5" fmla="*/ 2 h 30"/>
                  <a:gd name="T6" fmla="*/ 1 w 25"/>
                  <a:gd name="T7" fmla="*/ 2 h 30"/>
                  <a:gd name="T8" fmla="*/ 1 w 25"/>
                  <a:gd name="T9" fmla="*/ 2 h 30"/>
                  <a:gd name="T10" fmla="*/ 8 w 25"/>
                  <a:gd name="T11" fmla="*/ 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5" y="1"/>
                    </a:moveTo>
                    <a:cubicBezTo>
                      <a:pt x="7" y="0"/>
                      <a:pt x="7" y="19"/>
                      <a:pt x="1" y="30"/>
                    </a:cubicBezTo>
                    <a:cubicBezTo>
                      <a:pt x="5" y="23"/>
                      <a:pt x="6" y="1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6" y="12"/>
                      <a:pt x="14" y="9"/>
                      <a:pt x="19" y="3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5" name="Freeform 1567">
                <a:extLst>
                  <a:ext uri="{FF2B5EF4-FFF2-40B4-BE49-F238E27FC236}">
                    <a16:creationId xmlns:a16="http://schemas.microsoft.com/office/drawing/2014/main" id="{5EE7CAF4-E34F-4EAC-8B28-9C911C547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958"/>
                <a:ext cx="26" cy="33"/>
              </a:xfrm>
              <a:custGeom>
                <a:avLst/>
                <a:gdLst>
                  <a:gd name="T0" fmla="*/ 4 w 36"/>
                  <a:gd name="T1" fmla="*/ 0 h 45"/>
                  <a:gd name="T2" fmla="*/ 14 w 36"/>
                  <a:gd name="T3" fmla="*/ 5 h 45"/>
                  <a:gd name="T4" fmla="*/ 13 w 36"/>
                  <a:gd name="T5" fmla="*/ 18 h 45"/>
                  <a:gd name="T6" fmla="*/ 9 w 36"/>
                  <a:gd name="T7" fmla="*/ 11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5">
                    <a:moveTo>
                      <a:pt x="11" y="0"/>
                    </a:moveTo>
                    <a:cubicBezTo>
                      <a:pt x="0" y="21"/>
                      <a:pt x="33" y="41"/>
                      <a:pt x="36" y="12"/>
                    </a:cubicBezTo>
                    <a:cubicBezTo>
                      <a:pt x="31" y="23"/>
                      <a:pt x="22" y="39"/>
                      <a:pt x="35" y="45"/>
                    </a:cubicBezTo>
                    <a:cubicBezTo>
                      <a:pt x="35" y="38"/>
                      <a:pt x="28" y="28"/>
                      <a:pt x="23" y="28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6" name="Freeform 1568">
                <a:extLst>
                  <a:ext uri="{FF2B5EF4-FFF2-40B4-BE49-F238E27FC236}">
                    <a16:creationId xmlns:a16="http://schemas.microsoft.com/office/drawing/2014/main" id="{5B44808B-4863-46BC-9160-F5EF16351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882"/>
                <a:ext cx="31" cy="61"/>
              </a:xfrm>
              <a:custGeom>
                <a:avLst/>
                <a:gdLst>
                  <a:gd name="T0" fmla="*/ 17 w 42"/>
                  <a:gd name="T1" fmla="*/ 0 h 83"/>
                  <a:gd name="T2" fmla="*/ 10 w 42"/>
                  <a:gd name="T3" fmla="*/ 11 h 83"/>
                  <a:gd name="T4" fmla="*/ 9 w 42"/>
                  <a:gd name="T5" fmla="*/ 3 h 83"/>
                  <a:gd name="T6" fmla="*/ 9 w 42"/>
                  <a:gd name="T7" fmla="*/ 18 h 83"/>
                  <a:gd name="T8" fmla="*/ 0 w 42"/>
                  <a:gd name="T9" fmla="*/ 33 h 83"/>
                  <a:gd name="T10" fmla="*/ 17 w 42"/>
                  <a:gd name="T11" fmla="*/ 4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83">
                    <a:moveTo>
                      <a:pt x="42" y="0"/>
                    </a:moveTo>
                    <a:cubicBezTo>
                      <a:pt x="41" y="8"/>
                      <a:pt x="33" y="22"/>
                      <a:pt x="25" y="27"/>
                    </a:cubicBezTo>
                    <a:cubicBezTo>
                      <a:pt x="21" y="21"/>
                      <a:pt x="20" y="14"/>
                      <a:pt x="21" y="8"/>
                    </a:cubicBezTo>
                    <a:cubicBezTo>
                      <a:pt x="20" y="21"/>
                      <a:pt x="25" y="33"/>
                      <a:pt x="22" y="46"/>
                    </a:cubicBezTo>
                    <a:cubicBezTo>
                      <a:pt x="18" y="58"/>
                      <a:pt x="8" y="73"/>
                      <a:pt x="0" y="83"/>
                    </a:cubicBezTo>
                    <a:cubicBezTo>
                      <a:pt x="14" y="58"/>
                      <a:pt x="25" y="32"/>
                      <a:pt x="42" y="11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7" name="Freeform 1569">
                <a:extLst>
                  <a:ext uri="{FF2B5EF4-FFF2-40B4-BE49-F238E27FC236}">
                    <a16:creationId xmlns:a16="http://schemas.microsoft.com/office/drawing/2014/main" id="{B37F1975-29D8-45AC-B8DC-80906DD35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002"/>
                <a:ext cx="55" cy="66"/>
              </a:xfrm>
              <a:custGeom>
                <a:avLst/>
                <a:gdLst>
                  <a:gd name="T0" fmla="*/ 28 w 74"/>
                  <a:gd name="T1" fmla="*/ 19 h 89"/>
                  <a:gd name="T2" fmla="*/ 27 w 74"/>
                  <a:gd name="T3" fmla="*/ 0 h 89"/>
                  <a:gd name="T4" fmla="*/ 7 w 74"/>
                  <a:gd name="T5" fmla="*/ 7 h 89"/>
                  <a:gd name="T6" fmla="*/ 0 w 74"/>
                  <a:gd name="T7" fmla="*/ 36 h 89"/>
                  <a:gd name="T8" fmla="*/ 7 w 74"/>
                  <a:gd name="T9" fmla="*/ 20 h 89"/>
                  <a:gd name="T10" fmla="*/ 11 w 74"/>
                  <a:gd name="T11" fmla="*/ 9 h 89"/>
                  <a:gd name="T12" fmla="*/ 25 w 74"/>
                  <a:gd name="T13" fmla="*/ 1 h 89"/>
                  <a:gd name="T14" fmla="*/ 28 w 74"/>
                  <a:gd name="T15" fmla="*/ 22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9">
                    <a:moveTo>
                      <a:pt x="69" y="47"/>
                    </a:moveTo>
                    <a:cubicBezTo>
                      <a:pt x="74" y="33"/>
                      <a:pt x="69" y="14"/>
                      <a:pt x="65" y="0"/>
                    </a:cubicBezTo>
                    <a:cubicBezTo>
                      <a:pt x="54" y="1"/>
                      <a:pt x="25" y="10"/>
                      <a:pt x="18" y="19"/>
                    </a:cubicBezTo>
                    <a:cubicBezTo>
                      <a:pt x="7" y="34"/>
                      <a:pt x="5" y="71"/>
                      <a:pt x="0" y="89"/>
                    </a:cubicBezTo>
                    <a:cubicBezTo>
                      <a:pt x="5" y="76"/>
                      <a:pt x="13" y="63"/>
                      <a:pt x="18" y="49"/>
                    </a:cubicBezTo>
                    <a:cubicBezTo>
                      <a:pt x="20" y="41"/>
                      <a:pt x="22" y="28"/>
                      <a:pt x="27" y="21"/>
                    </a:cubicBezTo>
                    <a:cubicBezTo>
                      <a:pt x="33" y="13"/>
                      <a:pt x="53" y="6"/>
                      <a:pt x="62" y="1"/>
                    </a:cubicBezTo>
                    <a:cubicBezTo>
                      <a:pt x="74" y="11"/>
                      <a:pt x="72" y="38"/>
                      <a:pt x="67" y="52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8" name="Freeform 1570">
                <a:extLst>
                  <a:ext uri="{FF2B5EF4-FFF2-40B4-BE49-F238E27FC236}">
                    <a16:creationId xmlns:a16="http://schemas.microsoft.com/office/drawing/2014/main" id="{16EDB51F-CCEA-4B7B-B970-FB2642D91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861"/>
                <a:ext cx="34" cy="31"/>
              </a:xfrm>
              <a:custGeom>
                <a:avLst/>
                <a:gdLst>
                  <a:gd name="T0" fmla="*/ 17 w 47"/>
                  <a:gd name="T1" fmla="*/ 1 h 42"/>
                  <a:gd name="T2" fmla="*/ 1 w 47"/>
                  <a:gd name="T3" fmla="*/ 17 h 42"/>
                  <a:gd name="T4" fmla="*/ 18 w 47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2">
                    <a:moveTo>
                      <a:pt x="45" y="2"/>
                    </a:moveTo>
                    <a:cubicBezTo>
                      <a:pt x="24" y="5"/>
                      <a:pt x="11" y="24"/>
                      <a:pt x="3" y="42"/>
                    </a:cubicBezTo>
                    <a:cubicBezTo>
                      <a:pt x="0" y="17"/>
                      <a:pt x="27" y="5"/>
                      <a:pt x="47" y="0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9" name="Freeform 1571">
                <a:extLst>
                  <a:ext uri="{FF2B5EF4-FFF2-40B4-BE49-F238E27FC236}">
                    <a16:creationId xmlns:a16="http://schemas.microsoft.com/office/drawing/2014/main" id="{40B4FBBC-EDD3-4A76-888D-89326A235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821"/>
                <a:ext cx="30" cy="17"/>
              </a:xfrm>
              <a:custGeom>
                <a:avLst/>
                <a:gdLst>
                  <a:gd name="T0" fmla="*/ 16 w 41"/>
                  <a:gd name="T1" fmla="*/ 0 h 23"/>
                  <a:gd name="T2" fmla="*/ 10 w 41"/>
                  <a:gd name="T3" fmla="*/ 8 h 23"/>
                  <a:gd name="T4" fmla="*/ 0 w 41"/>
                  <a:gd name="T5" fmla="*/ 10 h 23"/>
                  <a:gd name="T6" fmla="*/ 15 w 41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3">
                    <a:moveTo>
                      <a:pt x="41" y="0"/>
                    </a:moveTo>
                    <a:cubicBezTo>
                      <a:pt x="30" y="0"/>
                      <a:pt x="27" y="10"/>
                      <a:pt x="25" y="20"/>
                    </a:cubicBezTo>
                    <a:cubicBezTo>
                      <a:pt x="21" y="18"/>
                      <a:pt x="7" y="13"/>
                      <a:pt x="0" y="23"/>
                    </a:cubicBezTo>
                    <a:cubicBezTo>
                      <a:pt x="13" y="16"/>
                      <a:pt x="30" y="10"/>
                      <a:pt x="40" y="0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0" name="Freeform 1572">
                <a:extLst>
                  <a:ext uri="{FF2B5EF4-FFF2-40B4-BE49-F238E27FC236}">
                    <a16:creationId xmlns:a16="http://schemas.microsoft.com/office/drawing/2014/main" id="{BBB604F8-B931-42CB-A82E-E497762FB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761"/>
                <a:ext cx="31" cy="19"/>
              </a:xfrm>
              <a:custGeom>
                <a:avLst/>
                <a:gdLst>
                  <a:gd name="T0" fmla="*/ 14 w 43"/>
                  <a:gd name="T1" fmla="*/ 1 h 26"/>
                  <a:gd name="T2" fmla="*/ 16 w 43"/>
                  <a:gd name="T3" fmla="*/ 0 h 26"/>
                  <a:gd name="T4" fmla="*/ 0 w 43"/>
                  <a:gd name="T5" fmla="*/ 8 h 26"/>
                  <a:gd name="T6" fmla="*/ 13 w 43"/>
                  <a:gd name="T7" fmla="*/ 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6">
                    <a:moveTo>
                      <a:pt x="36" y="2"/>
                    </a:moveTo>
                    <a:cubicBezTo>
                      <a:pt x="39" y="1"/>
                      <a:pt x="41" y="3"/>
                      <a:pt x="43" y="0"/>
                    </a:cubicBezTo>
                    <a:cubicBezTo>
                      <a:pt x="25" y="0"/>
                      <a:pt x="17" y="26"/>
                      <a:pt x="0" y="21"/>
                    </a:cubicBezTo>
                    <a:cubicBezTo>
                      <a:pt x="8" y="17"/>
                      <a:pt x="29" y="10"/>
                      <a:pt x="35" y="2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1" name="Freeform 1573">
                <a:extLst>
                  <a:ext uri="{FF2B5EF4-FFF2-40B4-BE49-F238E27FC236}">
                    <a16:creationId xmlns:a16="http://schemas.microsoft.com/office/drawing/2014/main" id="{8C1ED16B-9B6A-49BD-B5C1-34005312D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858"/>
                <a:ext cx="13" cy="91"/>
              </a:xfrm>
              <a:custGeom>
                <a:avLst/>
                <a:gdLst>
                  <a:gd name="T0" fmla="*/ 4 w 18"/>
                  <a:gd name="T1" fmla="*/ 0 h 124"/>
                  <a:gd name="T2" fmla="*/ 1 w 18"/>
                  <a:gd name="T3" fmla="*/ 26 h 124"/>
                  <a:gd name="T4" fmla="*/ 0 w 18"/>
                  <a:gd name="T5" fmla="*/ 49 h 124"/>
                  <a:gd name="T6" fmla="*/ 4 w 18"/>
                  <a:gd name="T7" fmla="*/ 3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4">
                    <a:moveTo>
                      <a:pt x="9" y="0"/>
                    </a:moveTo>
                    <a:cubicBezTo>
                      <a:pt x="2" y="22"/>
                      <a:pt x="3" y="44"/>
                      <a:pt x="4" y="67"/>
                    </a:cubicBezTo>
                    <a:cubicBezTo>
                      <a:pt x="5" y="84"/>
                      <a:pt x="8" y="110"/>
                      <a:pt x="0" y="124"/>
                    </a:cubicBezTo>
                    <a:cubicBezTo>
                      <a:pt x="18" y="92"/>
                      <a:pt x="9" y="42"/>
                      <a:pt x="9" y="7"/>
                    </a:cubicBezTo>
                  </a:path>
                </a:pathLst>
              </a:custGeom>
              <a:solidFill>
                <a:srgbClr val="F2A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2" name="Freeform 1574">
                <a:extLst>
                  <a:ext uri="{FF2B5EF4-FFF2-40B4-BE49-F238E27FC236}">
                    <a16:creationId xmlns:a16="http://schemas.microsoft.com/office/drawing/2014/main" id="{A279B41D-6D16-4386-8F20-191F7911B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869"/>
                <a:ext cx="446" cy="328"/>
              </a:xfrm>
              <a:custGeom>
                <a:avLst/>
                <a:gdLst>
                  <a:gd name="T0" fmla="*/ 241 w 606"/>
                  <a:gd name="T1" fmla="*/ 179 h 444"/>
                  <a:gd name="T2" fmla="*/ 233 w 606"/>
                  <a:gd name="T3" fmla="*/ 158 h 444"/>
                  <a:gd name="T4" fmla="*/ 203 w 606"/>
                  <a:gd name="T5" fmla="*/ 118 h 444"/>
                  <a:gd name="T6" fmla="*/ 180 w 606"/>
                  <a:gd name="T7" fmla="*/ 122 h 444"/>
                  <a:gd name="T8" fmla="*/ 153 w 606"/>
                  <a:gd name="T9" fmla="*/ 97 h 444"/>
                  <a:gd name="T10" fmla="*/ 141 w 606"/>
                  <a:gd name="T11" fmla="*/ 90 h 444"/>
                  <a:gd name="T12" fmla="*/ 107 w 606"/>
                  <a:gd name="T13" fmla="*/ 75 h 444"/>
                  <a:gd name="T14" fmla="*/ 85 w 606"/>
                  <a:gd name="T15" fmla="*/ 78 h 444"/>
                  <a:gd name="T16" fmla="*/ 61 w 606"/>
                  <a:gd name="T17" fmla="*/ 63 h 444"/>
                  <a:gd name="T18" fmla="*/ 42 w 606"/>
                  <a:gd name="T19" fmla="*/ 41 h 444"/>
                  <a:gd name="T20" fmla="*/ 36 w 606"/>
                  <a:gd name="T21" fmla="*/ 30 h 444"/>
                  <a:gd name="T22" fmla="*/ 0 w 606"/>
                  <a:gd name="T23" fmla="*/ 0 h 444"/>
                  <a:gd name="T24" fmla="*/ 30 w 606"/>
                  <a:gd name="T25" fmla="*/ 12 h 444"/>
                  <a:gd name="T26" fmla="*/ 42 w 606"/>
                  <a:gd name="T27" fmla="*/ 12 h 444"/>
                  <a:gd name="T28" fmla="*/ 43 w 606"/>
                  <a:gd name="T29" fmla="*/ 35 h 444"/>
                  <a:gd name="T30" fmla="*/ 60 w 606"/>
                  <a:gd name="T31" fmla="*/ 50 h 444"/>
                  <a:gd name="T32" fmla="*/ 63 w 606"/>
                  <a:gd name="T33" fmla="*/ 41 h 444"/>
                  <a:gd name="T34" fmla="*/ 63 w 606"/>
                  <a:gd name="T35" fmla="*/ 54 h 444"/>
                  <a:gd name="T36" fmla="*/ 84 w 606"/>
                  <a:gd name="T37" fmla="*/ 64 h 444"/>
                  <a:gd name="T38" fmla="*/ 90 w 606"/>
                  <a:gd name="T39" fmla="*/ 55 h 444"/>
                  <a:gd name="T40" fmla="*/ 96 w 606"/>
                  <a:gd name="T41" fmla="*/ 76 h 444"/>
                  <a:gd name="T42" fmla="*/ 114 w 606"/>
                  <a:gd name="T43" fmla="*/ 70 h 444"/>
                  <a:gd name="T44" fmla="*/ 121 w 606"/>
                  <a:gd name="T45" fmla="*/ 63 h 444"/>
                  <a:gd name="T46" fmla="*/ 124 w 606"/>
                  <a:gd name="T47" fmla="*/ 75 h 444"/>
                  <a:gd name="T48" fmla="*/ 174 w 606"/>
                  <a:gd name="T49" fmla="*/ 85 h 444"/>
                  <a:gd name="T50" fmla="*/ 193 w 606"/>
                  <a:gd name="T51" fmla="*/ 114 h 444"/>
                  <a:gd name="T52" fmla="*/ 230 w 606"/>
                  <a:gd name="T53" fmla="*/ 103 h 444"/>
                  <a:gd name="T54" fmla="*/ 240 w 606"/>
                  <a:gd name="T55" fmla="*/ 135 h 444"/>
                  <a:gd name="T56" fmla="*/ 235 w 606"/>
                  <a:gd name="T57" fmla="*/ 157 h 444"/>
                  <a:gd name="T58" fmla="*/ 241 w 606"/>
                  <a:gd name="T59" fmla="*/ 179 h 44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06" h="444">
                    <a:moveTo>
                      <a:pt x="604" y="444"/>
                    </a:moveTo>
                    <a:cubicBezTo>
                      <a:pt x="604" y="444"/>
                      <a:pt x="605" y="417"/>
                      <a:pt x="586" y="393"/>
                    </a:cubicBezTo>
                    <a:cubicBezTo>
                      <a:pt x="561" y="361"/>
                      <a:pt x="554" y="305"/>
                      <a:pt x="510" y="294"/>
                    </a:cubicBezTo>
                    <a:cubicBezTo>
                      <a:pt x="466" y="284"/>
                      <a:pt x="454" y="289"/>
                      <a:pt x="450" y="303"/>
                    </a:cubicBezTo>
                    <a:cubicBezTo>
                      <a:pt x="450" y="303"/>
                      <a:pt x="445" y="225"/>
                      <a:pt x="385" y="241"/>
                    </a:cubicBezTo>
                    <a:cubicBezTo>
                      <a:pt x="385" y="241"/>
                      <a:pt x="367" y="229"/>
                      <a:pt x="355" y="224"/>
                    </a:cubicBezTo>
                    <a:cubicBezTo>
                      <a:pt x="343" y="218"/>
                      <a:pt x="309" y="176"/>
                      <a:pt x="268" y="187"/>
                    </a:cubicBezTo>
                    <a:cubicBezTo>
                      <a:pt x="228" y="197"/>
                      <a:pt x="224" y="208"/>
                      <a:pt x="212" y="195"/>
                    </a:cubicBezTo>
                    <a:cubicBezTo>
                      <a:pt x="200" y="183"/>
                      <a:pt x="193" y="153"/>
                      <a:pt x="154" y="155"/>
                    </a:cubicBezTo>
                    <a:cubicBezTo>
                      <a:pt x="154" y="155"/>
                      <a:pt x="125" y="98"/>
                      <a:pt x="106" y="102"/>
                    </a:cubicBezTo>
                    <a:cubicBezTo>
                      <a:pt x="106" y="102"/>
                      <a:pt x="103" y="79"/>
                      <a:pt x="90" y="75"/>
                    </a:cubicBezTo>
                    <a:cubicBezTo>
                      <a:pt x="78" y="72"/>
                      <a:pt x="103" y="28"/>
                      <a:pt x="0" y="0"/>
                    </a:cubicBezTo>
                    <a:cubicBezTo>
                      <a:pt x="0" y="0"/>
                      <a:pt x="65" y="21"/>
                      <a:pt x="76" y="29"/>
                    </a:cubicBezTo>
                    <a:cubicBezTo>
                      <a:pt x="87" y="37"/>
                      <a:pt x="97" y="35"/>
                      <a:pt x="104" y="30"/>
                    </a:cubicBezTo>
                    <a:cubicBezTo>
                      <a:pt x="104" y="30"/>
                      <a:pt x="90" y="54"/>
                      <a:pt x="108" y="88"/>
                    </a:cubicBezTo>
                    <a:cubicBezTo>
                      <a:pt x="125" y="122"/>
                      <a:pt x="148" y="125"/>
                      <a:pt x="151" y="125"/>
                    </a:cubicBezTo>
                    <a:cubicBezTo>
                      <a:pt x="155" y="125"/>
                      <a:pt x="163" y="112"/>
                      <a:pt x="158" y="103"/>
                    </a:cubicBezTo>
                    <a:cubicBezTo>
                      <a:pt x="158" y="103"/>
                      <a:pt x="167" y="117"/>
                      <a:pt x="158" y="134"/>
                    </a:cubicBezTo>
                    <a:cubicBezTo>
                      <a:pt x="150" y="150"/>
                      <a:pt x="196" y="168"/>
                      <a:pt x="210" y="160"/>
                    </a:cubicBezTo>
                    <a:cubicBezTo>
                      <a:pt x="224" y="151"/>
                      <a:pt x="223" y="142"/>
                      <a:pt x="225" y="135"/>
                    </a:cubicBezTo>
                    <a:cubicBezTo>
                      <a:pt x="225" y="135"/>
                      <a:pt x="206" y="207"/>
                      <a:pt x="241" y="190"/>
                    </a:cubicBezTo>
                    <a:cubicBezTo>
                      <a:pt x="257" y="182"/>
                      <a:pt x="271" y="190"/>
                      <a:pt x="287" y="175"/>
                    </a:cubicBezTo>
                    <a:cubicBezTo>
                      <a:pt x="302" y="160"/>
                      <a:pt x="305" y="156"/>
                      <a:pt x="305" y="156"/>
                    </a:cubicBezTo>
                    <a:cubicBezTo>
                      <a:pt x="305" y="156"/>
                      <a:pt x="289" y="176"/>
                      <a:pt x="311" y="187"/>
                    </a:cubicBezTo>
                    <a:cubicBezTo>
                      <a:pt x="334" y="197"/>
                      <a:pt x="396" y="270"/>
                      <a:pt x="438" y="210"/>
                    </a:cubicBezTo>
                    <a:cubicBezTo>
                      <a:pt x="438" y="210"/>
                      <a:pt x="421" y="283"/>
                      <a:pt x="484" y="283"/>
                    </a:cubicBezTo>
                    <a:cubicBezTo>
                      <a:pt x="548" y="283"/>
                      <a:pt x="549" y="302"/>
                      <a:pt x="576" y="254"/>
                    </a:cubicBezTo>
                    <a:cubicBezTo>
                      <a:pt x="576" y="254"/>
                      <a:pt x="529" y="314"/>
                      <a:pt x="602" y="336"/>
                    </a:cubicBezTo>
                    <a:cubicBezTo>
                      <a:pt x="602" y="336"/>
                      <a:pt x="548" y="336"/>
                      <a:pt x="590" y="389"/>
                    </a:cubicBezTo>
                    <a:cubicBezTo>
                      <a:pt x="606" y="408"/>
                      <a:pt x="606" y="441"/>
                      <a:pt x="604" y="444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3" name="Freeform 1575">
                <a:extLst>
                  <a:ext uri="{FF2B5EF4-FFF2-40B4-BE49-F238E27FC236}">
                    <a16:creationId xmlns:a16="http://schemas.microsoft.com/office/drawing/2014/main" id="{35F70A9D-DB2F-4871-B5EF-14CFB4900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143"/>
                <a:ext cx="228" cy="95"/>
              </a:xfrm>
              <a:custGeom>
                <a:avLst/>
                <a:gdLst>
                  <a:gd name="T0" fmla="*/ 124 w 309"/>
                  <a:gd name="T1" fmla="*/ 13 h 129"/>
                  <a:gd name="T2" fmla="*/ 103 w 309"/>
                  <a:gd name="T3" fmla="*/ 10 h 129"/>
                  <a:gd name="T4" fmla="*/ 68 w 309"/>
                  <a:gd name="T5" fmla="*/ 27 h 129"/>
                  <a:gd name="T6" fmla="*/ 0 w 309"/>
                  <a:gd name="T7" fmla="*/ 52 h 129"/>
                  <a:gd name="T8" fmla="*/ 13 w 309"/>
                  <a:gd name="T9" fmla="*/ 42 h 129"/>
                  <a:gd name="T10" fmla="*/ 22 w 309"/>
                  <a:gd name="T11" fmla="*/ 33 h 129"/>
                  <a:gd name="T12" fmla="*/ 36 w 309"/>
                  <a:gd name="T13" fmla="*/ 29 h 129"/>
                  <a:gd name="T14" fmla="*/ 83 w 309"/>
                  <a:gd name="T15" fmla="*/ 24 h 129"/>
                  <a:gd name="T16" fmla="*/ 92 w 309"/>
                  <a:gd name="T17" fmla="*/ 10 h 129"/>
                  <a:gd name="T18" fmla="*/ 102 w 309"/>
                  <a:gd name="T19" fmla="*/ 7 h 129"/>
                  <a:gd name="T20" fmla="*/ 124 w 309"/>
                  <a:gd name="T21" fmla="*/ 13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9" h="129">
                    <a:moveTo>
                      <a:pt x="309" y="33"/>
                    </a:moveTo>
                    <a:cubicBezTo>
                      <a:pt x="309" y="33"/>
                      <a:pt x="298" y="0"/>
                      <a:pt x="258" y="23"/>
                    </a:cubicBezTo>
                    <a:cubicBezTo>
                      <a:pt x="218" y="45"/>
                      <a:pt x="234" y="72"/>
                      <a:pt x="169" y="66"/>
                    </a:cubicBezTo>
                    <a:cubicBezTo>
                      <a:pt x="104" y="60"/>
                      <a:pt x="29" y="107"/>
                      <a:pt x="0" y="129"/>
                    </a:cubicBezTo>
                    <a:cubicBezTo>
                      <a:pt x="0" y="129"/>
                      <a:pt x="8" y="121"/>
                      <a:pt x="31" y="106"/>
                    </a:cubicBezTo>
                    <a:cubicBezTo>
                      <a:pt x="55" y="91"/>
                      <a:pt x="55" y="88"/>
                      <a:pt x="56" y="83"/>
                    </a:cubicBezTo>
                    <a:cubicBezTo>
                      <a:pt x="56" y="83"/>
                      <a:pt x="69" y="86"/>
                      <a:pt x="90" y="74"/>
                    </a:cubicBezTo>
                    <a:cubicBezTo>
                      <a:pt x="111" y="63"/>
                      <a:pt x="195" y="63"/>
                      <a:pt x="208" y="60"/>
                    </a:cubicBezTo>
                    <a:cubicBezTo>
                      <a:pt x="221" y="58"/>
                      <a:pt x="231" y="37"/>
                      <a:pt x="230" y="25"/>
                    </a:cubicBezTo>
                    <a:cubicBezTo>
                      <a:pt x="230" y="25"/>
                      <a:pt x="234" y="26"/>
                      <a:pt x="253" y="18"/>
                    </a:cubicBezTo>
                    <a:cubicBezTo>
                      <a:pt x="271" y="10"/>
                      <a:pt x="304" y="3"/>
                      <a:pt x="309" y="33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4" name="Freeform 1576">
                <a:extLst>
                  <a:ext uri="{FF2B5EF4-FFF2-40B4-BE49-F238E27FC236}">
                    <a16:creationId xmlns:a16="http://schemas.microsoft.com/office/drawing/2014/main" id="{4C6E597E-F098-41F5-A392-F0A74A31B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998"/>
                <a:ext cx="75" cy="56"/>
              </a:xfrm>
              <a:custGeom>
                <a:avLst/>
                <a:gdLst>
                  <a:gd name="T0" fmla="*/ 40 w 102"/>
                  <a:gd name="T1" fmla="*/ 17 h 77"/>
                  <a:gd name="T2" fmla="*/ 1 w 102"/>
                  <a:gd name="T3" fmla="*/ 30 h 77"/>
                  <a:gd name="T4" fmla="*/ 0 w 102"/>
                  <a:gd name="T5" fmla="*/ 0 h 77"/>
                  <a:gd name="T6" fmla="*/ 8 w 102"/>
                  <a:gd name="T7" fmla="*/ 17 h 77"/>
                  <a:gd name="T8" fmla="*/ 40 w 102"/>
                  <a:gd name="T9" fmla="*/ 17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77">
                    <a:moveTo>
                      <a:pt x="102" y="42"/>
                    </a:moveTo>
                    <a:cubicBezTo>
                      <a:pt x="102" y="42"/>
                      <a:pt x="32" y="37"/>
                      <a:pt x="1" y="77"/>
                    </a:cubicBezTo>
                    <a:cubicBezTo>
                      <a:pt x="1" y="77"/>
                      <a:pt x="30" y="36"/>
                      <a:pt x="0" y="0"/>
                    </a:cubicBezTo>
                    <a:cubicBezTo>
                      <a:pt x="0" y="0"/>
                      <a:pt x="23" y="31"/>
                      <a:pt x="21" y="42"/>
                    </a:cubicBezTo>
                    <a:cubicBezTo>
                      <a:pt x="17" y="61"/>
                      <a:pt x="52" y="30"/>
                      <a:pt x="102" y="42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5" name="Freeform 1577">
                <a:extLst>
                  <a:ext uri="{FF2B5EF4-FFF2-40B4-BE49-F238E27FC236}">
                    <a16:creationId xmlns:a16="http://schemas.microsoft.com/office/drawing/2014/main" id="{DBC7A066-5099-4ABD-B26F-505F9BDDE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741"/>
                <a:ext cx="164" cy="316"/>
              </a:xfrm>
              <a:custGeom>
                <a:avLst/>
                <a:gdLst>
                  <a:gd name="T0" fmla="*/ 2 w 222"/>
                  <a:gd name="T1" fmla="*/ 0 h 428"/>
                  <a:gd name="T2" fmla="*/ 7 w 222"/>
                  <a:gd name="T3" fmla="*/ 9 h 428"/>
                  <a:gd name="T4" fmla="*/ 28 w 222"/>
                  <a:gd name="T5" fmla="*/ 27 h 428"/>
                  <a:gd name="T6" fmla="*/ 30 w 222"/>
                  <a:gd name="T7" fmla="*/ 51 h 428"/>
                  <a:gd name="T8" fmla="*/ 19 w 222"/>
                  <a:gd name="T9" fmla="*/ 59 h 428"/>
                  <a:gd name="T10" fmla="*/ 43 w 222"/>
                  <a:gd name="T11" fmla="*/ 78 h 428"/>
                  <a:gd name="T12" fmla="*/ 43 w 222"/>
                  <a:gd name="T13" fmla="*/ 111 h 428"/>
                  <a:gd name="T14" fmla="*/ 49 w 222"/>
                  <a:gd name="T15" fmla="*/ 122 h 428"/>
                  <a:gd name="T16" fmla="*/ 60 w 222"/>
                  <a:gd name="T17" fmla="*/ 140 h 428"/>
                  <a:gd name="T18" fmla="*/ 74 w 222"/>
                  <a:gd name="T19" fmla="*/ 172 h 428"/>
                  <a:gd name="T20" fmla="*/ 64 w 222"/>
                  <a:gd name="T21" fmla="*/ 144 h 428"/>
                  <a:gd name="T22" fmla="*/ 50 w 222"/>
                  <a:gd name="T23" fmla="*/ 122 h 428"/>
                  <a:gd name="T24" fmla="*/ 72 w 222"/>
                  <a:gd name="T25" fmla="*/ 101 h 428"/>
                  <a:gd name="T26" fmla="*/ 50 w 222"/>
                  <a:gd name="T27" fmla="*/ 111 h 428"/>
                  <a:gd name="T28" fmla="*/ 47 w 222"/>
                  <a:gd name="T29" fmla="*/ 97 h 428"/>
                  <a:gd name="T30" fmla="*/ 46 w 222"/>
                  <a:gd name="T31" fmla="*/ 81 h 428"/>
                  <a:gd name="T32" fmla="*/ 57 w 222"/>
                  <a:gd name="T33" fmla="*/ 80 h 428"/>
                  <a:gd name="T34" fmla="*/ 89 w 222"/>
                  <a:gd name="T35" fmla="*/ 76 h 428"/>
                  <a:gd name="T36" fmla="*/ 50 w 222"/>
                  <a:gd name="T37" fmla="*/ 76 h 428"/>
                  <a:gd name="T38" fmla="*/ 30 w 222"/>
                  <a:gd name="T39" fmla="*/ 56 h 428"/>
                  <a:gd name="T40" fmla="*/ 29 w 222"/>
                  <a:gd name="T41" fmla="*/ 26 h 428"/>
                  <a:gd name="T42" fmla="*/ 10 w 222"/>
                  <a:gd name="T43" fmla="*/ 8 h 428"/>
                  <a:gd name="T44" fmla="*/ 2 w 222"/>
                  <a:gd name="T45" fmla="*/ 0 h 42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22" h="428">
                    <a:moveTo>
                      <a:pt x="6" y="0"/>
                    </a:moveTo>
                    <a:cubicBezTo>
                      <a:pt x="6" y="0"/>
                      <a:pt x="0" y="13"/>
                      <a:pt x="18" y="21"/>
                    </a:cubicBezTo>
                    <a:cubicBezTo>
                      <a:pt x="36" y="30"/>
                      <a:pt x="47" y="62"/>
                      <a:pt x="69" y="67"/>
                    </a:cubicBezTo>
                    <a:cubicBezTo>
                      <a:pt x="91" y="73"/>
                      <a:pt x="89" y="107"/>
                      <a:pt x="73" y="127"/>
                    </a:cubicBezTo>
                    <a:cubicBezTo>
                      <a:pt x="58" y="146"/>
                      <a:pt x="70" y="158"/>
                      <a:pt x="47" y="146"/>
                    </a:cubicBezTo>
                    <a:cubicBezTo>
                      <a:pt x="47" y="146"/>
                      <a:pt x="92" y="167"/>
                      <a:pt x="105" y="194"/>
                    </a:cubicBezTo>
                    <a:cubicBezTo>
                      <a:pt x="118" y="221"/>
                      <a:pt x="111" y="266"/>
                      <a:pt x="105" y="278"/>
                    </a:cubicBezTo>
                    <a:cubicBezTo>
                      <a:pt x="99" y="290"/>
                      <a:pt x="118" y="289"/>
                      <a:pt x="121" y="304"/>
                    </a:cubicBezTo>
                    <a:cubicBezTo>
                      <a:pt x="124" y="320"/>
                      <a:pt x="125" y="334"/>
                      <a:pt x="147" y="350"/>
                    </a:cubicBezTo>
                    <a:cubicBezTo>
                      <a:pt x="168" y="367"/>
                      <a:pt x="194" y="408"/>
                      <a:pt x="184" y="428"/>
                    </a:cubicBezTo>
                    <a:cubicBezTo>
                      <a:pt x="184" y="428"/>
                      <a:pt x="204" y="410"/>
                      <a:pt x="160" y="358"/>
                    </a:cubicBezTo>
                    <a:cubicBezTo>
                      <a:pt x="149" y="344"/>
                      <a:pt x="129" y="337"/>
                      <a:pt x="125" y="302"/>
                    </a:cubicBezTo>
                    <a:cubicBezTo>
                      <a:pt x="124" y="289"/>
                      <a:pt x="158" y="253"/>
                      <a:pt x="177" y="251"/>
                    </a:cubicBezTo>
                    <a:cubicBezTo>
                      <a:pt x="177" y="251"/>
                      <a:pt x="150" y="253"/>
                      <a:pt x="124" y="277"/>
                    </a:cubicBezTo>
                    <a:cubicBezTo>
                      <a:pt x="98" y="301"/>
                      <a:pt x="114" y="257"/>
                      <a:pt x="116" y="242"/>
                    </a:cubicBezTo>
                    <a:cubicBezTo>
                      <a:pt x="119" y="227"/>
                      <a:pt x="116" y="210"/>
                      <a:pt x="114" y="202"/>
                    </a:cubicBezTo>
                    <a:cubicBezTo>
                      <a:pt x="112" y="195"/>
                      <a:pt x="114" y="192"/>
                      <a:pt x="141" y="198"/>
                    </a:cubicBezTo>
                    <a:cubicBezTo>
                      <a:pt x="167" y="203"/>
                      <a:pt x="222" y="190"/>
                      <a:pt x="222" y="190"/>
                    </a:cubicBezTo>
                    <a:cubicBezTo>
                      <a:pt x="222" y="190"/>
                      <a:pt x="159" y="205"/>
                      <a:pt x="125" y="188"/>
                    </a:cubicBezTo>
                    <a:cubicBezTo>
                      <a:pt x="92" y="170"/>
                      <a:pt x="72" y="163"/>
                      <a:pt x="76" y="140"/>
                    </a:cubicBezTo>
                    <a:cubicBezTo>
                      <a:pt x="80" y="118"/>
                      <a:pt x="109" y="83"/>
                      <a:pt x="72" y="63"/>
                    </a:cubicBezTo>
                    <a:cubicBezTo>
                      <a:pt x="35" y="42"/>
                      <a:pt x="38" y="26"/>
                      <a:pt x="26" y="20"/>
                    </a:cubicBezTo>
                    <a:cubicBezTo>
                      <a:pt x="14" y="14"/>
                      <a:pt x="8" y="9"/>
                      <a:pt x="6" y="0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6" name="Freeform 1578">
                <a:extLst>
                  <a:ext uri="{FF2B5EF4-FFF2-40B4-BE49-F238E27FC236}">
                    <a16:creationId xmlns:a16="http://schemas.microsoft.com/office/drawing/2014/main" id="{7701D5E3-9E93-4F7D-845C-ED00E18BD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037"/>
                <a:ext cx="139" cy="147"/>
              </a:xfrm>
              <a:custGeom>
                <a:avLst/>
                <a:gdLst>
                  <a:gd name="T0" fmla="*/ 0 w 189"/>
                  <a:gd name="T1" fmla="*/ 44 h 199"/>
                  <a:gd name="T2" fmla="*/ 66 w 189"/>
                  <a:gd name="T3" fmla="*/ 12 h 199"/>
                  <a:gd name="T4" fmla="*/ 63 w 189"/>
                  <a:gd name="T5" fmla="*/ 0 h 199"/>
                  <a:gd name="T6" fmla="*/ 67 w 189"/>
                  <a:gd name="T7" fmla="*/ 5 h 199"/>
                  <a:gd name="T8" fmla="*/ 75 w 189"/>
                  <a:gd name="T9" fmla="*/ 0 h 199"/>
                  <a:gd name="T10" fmla="*/ 68 w 189"/>
                  <a:gd name="T11" fmla="*/ 7 h 199"/>
                  <a:gd name="T12" fmla="*/ 37 w 189"/>
                  <a:gd name="T13" fmla="*/ 47 h 199"/>
                  <a:gd name="T14" fmla="*/ 35 w 189"/>
                  <a:gd name="T15" fmla="*/ 64 h 199"/>
                  <a:gd name="T16" fmla="*/ 45 w 189"/>
                  <a:gd name="T17" fmla="*/ 62 h 199"/>
                  <a:gd name="T18" fmla="*/ 40 w 189"/>
                  <a:gd name="T19" fmla="*/ 66 h 199"/>
                  <a:gd name="T20" fmla="*/ 60 w 189"/>
                  <a:gd name="T21" fmla="*/ 69 h 199"/>
                  <a:gd name="T22" fmla="*/ 44 w 189"/>
                  <a:gd name="T23" fmla="*/ 70 h 199"/>
                  <a:gd name="T24" fmla="*/ 44 w 189"/>
                  <a:gd name="T25" fmla="*/ 81 h 199"/>
                  <a:gd name="T26" fmla="*/ 36 w 189"/>
                  <a:gd name="T27" fmla="*/ 70 h 199"/>
                  <a:gd name="T28" fmla="*/ 28 w 189"/>
                  <a:gd name="T29" fmla="*/ 67 h 199"/>
                  <a:gd name="T30" fmla="*/ 21 w 189"/>
                  <a:gd name="T31" fmla="*/ 73 h 199"/>
                  <a:gd name="T32" fmla="*/ 28 w 189"/>
                  <a:gd name="T33" fmla="*/ 65 h 199"/>
                  <a:gd name="T34" fmla="*/ 24 w 189"/>
                  <a:gd name="T35" fmla="*/ 61 h 199"/>
                  <a:gd name="T36" fmla="*/ 26 w 189"/>
                  <a:gd name="T37" fmla="*/ 56 h 199"/>
                  <a:gd name="T38" fmla="*/ 30 w 189"/>
                  <a:gd name="T39" fmla="*/ 49 h 199"/>
                  <a:gd name="T40" fmla="*/ 26 w 189"/>
                  <a:gd name="T41" fmla="*/ 49 h 199"/>
                  <a:gd name="T42" fmla="*/ 0 w 189"/>
                  <a:gd name="T43" fmla="*/ 44 h 1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9" h="199">
                    <a:moveTo>
                      <a:pt x="0" y="110"/>
                    </a:moveTo>
                    <a:cubicBezTo>
                      <a:pt x="0" y="110"/>
                      <a:pt x="139" y="151"/>
                      <a:pt x="166" y="30"/>
                    </a:cubicBezTo>
                    <a:cubicBezTo>
                      <a:pt x="168" y="20"/>
                      <a:pt x="169" y="7"/>
                      <a:pt x="156" y="0"/>
                    </a:cubicBezTo>
                    <a:cubicBezTo>
                      <a:pt x="156" y="0"/>
                      <a:pt x="166" y="4"/>
                      <a:pt x="168" y="12"/>
                    </a:cubicBezTo>
                    <a:cubicBezTo>
                      <a:pt x="171" y="19"/>
                      <a:pt x="185" y="8"/>
                      <a:pt x="189" y="0"/>
                    </a:cubicBezTo>
                    <a:cubicBezTo>
                      <a:pt x="189" y="0"/>
                      <a:pt x="179" y="15"/>
                      <a:pt x="171" y="19"/>
                    </a:cubicBezTo>
                    <a:cubicBezTo>
                      <a:pt x="163" y="24"/>
                      <a:pt x="175" y="87"/>
                      <a:pt x="93" y="118"/>
                    </a:cubicBezTo>
                    <a:cubicBezTo>
                      <a:pt x="55" y="132"/>
                      <a:pt x="73" y="162"/>
                      <a:pt x="89" y="160"/>
                    </a:cubicBezTo>
                    <a:cubicBezTo>
                      <a:pt x="104" y="158"/>
                      <a:pt x="107" y="160"/>
                      <a:pt x="113" y="154"/>
                    </a:cubicBezTo>
                    <a:cubicBezTo>
                      <a:pt x="113" y="154"/>
                      <a:pt x="108" y="162"/>
                      <a:pt x="99" y="164"/>
                    </a:cubicBezTo>
                    <a:cubicBezTo>
                      <a:pt x="99" y="164"/>
                      <a:pt x="134" y="181"/>
                      <a:pt x="150" y="170"/>
                    </a:cubicBezTo>
                    <a:cubicBezTo>
                      <a:pt x="150" y="170"/>
                      <a:pt x="139" y="181"/>
                      <a:pt x="110" y="173"/>
                    </a:cubicBezTo>
                    <a:cubicBezTo>
                      <a:pt x="81" y="166"/>
                      <a:pt x="104" y="192"/>
                      <a:pt x="112" y="199"/>
                    </a:cubicBezTo>
                    <a:cubicBezTo>
                      <a:pt x="112" y="199"/>
                      <a:pt x="93" y="185"/>
                      <a:pt x="91" y="174"/>
                    </a:cubicBezTo>
                    <a:cubicBezTo>
                      <a:pt x="89" y="162"/>
                      <a:pt x="81" y="164"/>
                      <a:pt x="69" y="167"/>
                    </a:cubicBezTo>
                    <a:cubicBezTo>
                      <a:pt x="56" y="170"/>
                      <a:pt x="53" y="180"/>
                      <a:pt x="52" y="182"/>
                    </a:cubicBezTo>
                    <a:cubicBezTo>
                      <a:pt x="52" y="182"/>
                      <a:pt x="58" y="170"/>
                      <a:pt x="70" y="161"/>
                    </a:cubicBezTo>
                    <a:cubicBezTo>
                      <a:pt x="77" y="156"/>
                      <a:pt x="65" y="145"/>
                      <a:pt x="58" y="150"/>
                    </a:cubicBezTo>
                    <a:cubicBezTo>
                      <a:pt x="58" y="150"/>
                      <a:pt x="64" y="145"/>
                      <a:pt x="65" y="140"/>
                    </a:cubicBezTo>
                    <a:cubicBezTo>
                      <a:pt x="67" y="135"/>
                      <a:pt x="73" y="122"/>
                      <a:pt x="76" y="121"/>
                    </a:cubicBezTo>
                    <a:cubicBezTo>
                      <a:pt x="79" y="120"/>
                      <a:pt x="70" y="118"/>
                      <a:pt x="64" y="122"/>
                    </a:cubicBezTo>
                    <a:cubicBezTo>
                      <a:pt x="58" y="126"/>
                      <a:pt x="2" y="112"/>
                      <a:pt x="0" y="110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7" name="Freeform 1579">
                <a:extLst>
                  <a:ext uri="{FF2B5EF4-FFF2-40B4-BE49-F238E27FC236}">
                    <a16:creationId xmlns:a16="http://schemas.microsoft.com/office/drawing/2014/main" id="{13ED2240-87C8-4EB7-B424-C5B92B134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974"/>
                <a:ext cx="74" cy="95"/>
              </a:xfrm>
              <a:custGeom>
                <a:avLst/>
                <a:gdLst>
                  <a:gd name="T0" fmla="*/ 40 w 101"/>
                  <a:gd name="T1" fmla="*/ 4 h 129"/>
                  <a:gd name="T2" fmla="*/ 27 w 101"/>
                  <a:gd name="T3" fmla="*/ 15 h 129"/>
                  <a:gd name="T4" fmla="*/ 15 w 101"/>
                  <a:gd name="T5" fmla="*/ 20 h 129"/>
                  <a:gd name="T6" fmla="*/ 2 w 101"/>
                  <a:gd name="T7" fmla="*/ 0 h 129"/>
                  <a:gd name="T8" fmla="*/ 12 w 101"/>
                  <a:gd name="T9" fmla="*/ 21 h 129"/>
                  <a:gd name="T10" fmla="*/ 4 w 101"/>
                  <a:gd name="T11" fmla="*/ 49 h 129"/>
                  <a:gd name="T12" fmla="*/ 11 w 101"/>
                  <a:gd name="T13" fmla="*/ 48 h 129"/>
                  <a:gd name="T14" fmla="*/ 14 w 101"/>
                  <a:gd name="T15" fmla="*/ 37 h 129"/>
                  <a:gd name="T16" fmla="*/ 18 w 101"/>
                  <a:gd name="T17" fmla="*/ 21 h 129"/>
                  <a:gd name="T18" fmla="*/ 26 w 101"/>
                  <a:gd name="T19" fmla="*/ 16 h 129"/>
                  <a:gd name="T20" fmla="*/ 40 w 101"/>
                  <a:gd name="T21" fmla="*/ 4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29">
                    <a:moveTo>
                      <a:pt x="101" y="11"/>
                    </a:moveTo>
                    <a:cubicBezTo>
                      <a:pt x="101" y="11"/>
                      <a:pt x="81" y="32"/>
                      <a:pt x="69" y="36"/>
                    </a:cubicBezTo>
                    <a:cubicBezTo>
                      <a:pt x="56" y="40"/>
                      <a:pt x="46" y="52"/>
                      <a:pt x="37" y="50"/>
                    </a:cubicBezTo>
                    <a:cubicBezTo>
                      <a:pt x="28" y="48"/>
                      <a:pt x="7" y="14"/>
                      <a:pt x="6" y="0"/>
                    </a:cubicBezTo>
                    <a:cubicBezTo>
                      <a:pt x="6" y="0"/>
                      <a:pt x="6" y="24"/>
                      <a:pt x="30" y="51"/>
                    </a:cubicBezTo>
                    <a:cubicBezTo>
                      <a:pt x="53" y="79"/>
                      <a:pt x="17" y="118"/>
                      <a:pt x="9" y="123"/>
                    </a:cubicBezTo>
                    <a:cubicBezTo>
                      <a:pt x="0" y="129"/>
                      <a:pt x="23" y="110"/>
                      <a:pt x="27" y="120"/>
                    </a:cubicBezTo>
                    <a:cubicBezTo>
                      <a:pt x="27" y="120"/>
                      <a:pt x="21" y="117"/>
                      <a:pt x="35" y="93"/>
                    </a:cubicBezTo>
                    <a:cubicBezTo>
                      <a:pt x="48" y="69"/>
                      <a:pt x="32" y="65"/>
                      <a:pt x="46" y="53"/>
                    </a:cubicBezTo>
                    <a:cubicBezTo>
                      <a:pt x="48" y="52"/>
                      <a:pt x="60" y="42"/>
                      <a:pt x="65" y="41"/>
                    </a:cubicBezTo>
                    <a:cubicBezTo>
                      <a:pt x="71" y="40"/>
                      <a:pt x="98" y="17"/>
                      <a:pt x="101" y="11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8" name="Freeform 1580">
                <a:extLst>
                  <a:ext uri="{FF2B5EF4-FFF2-40B4-BE49-F238E27FC236}">
                    <a16:creationId xmlns:a16="http://schemas.microsoft.com/office/drawing/2014/main" id="{8FD96984-B6E5-4C39-9725-D4FFFEB87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1032"/>
                <a:ext cx="316" cy="176"/>
              </a:xfrm>
              <a:custGeom>
                <a:avLst/>
                <a:gdLst>
                  <a:gd name="T0" fmla="*/ 168 w 430"/>
                  <a:gd name="T1" fmla="*/ 37 h 239"/>
                  <a:gd name="T2" fmla="*/ 158 w 430"/>
                  <a:gd name="T3" fmla="*/ 59 h 239"/>
                  <a:gd name="T4" fmla="*/ 129 w 430"/>
                  <a:gd name="T5" fmla="*/ 52 h 239"/>
                  <a:gd name="T6" fmla="*/ 82 w 430"/>
                  <a:gd name="T7" fmla="*/ 35 h 239"/>
                  <a:gd name="T8" fmla="*/ 37 w 430"/>
                  <a:gd name="T9" fmla="*/ 22 h 239"/>
                  <a:gd name="T10" fmla="*/ 34 w 430"/>
                  <a:gd name="T11" fmla="*/ 23 h 239"/>
                  <a:gd name="T12" fmla="*/ 17 w 430"/>
                  <a:gd name="T13" fmla="*/ 7 h 239"/>
                  <a:gd name="T14" fmla="*/ 15 w 430"/>
                  <a:gd name="T15" fmla="*/ 1 h 239"/>
                  <a:gd name="T16" fmla="*/ 13 w 430"/>
                  <a:gd name="T17" fmla="*/ 5 h 239"/>
                  <a:gd name="T18" fmla="*/ 0 w 430"/>
                  <a:gd name="T19" fmla="*/ 0 h 239"/>
                  <a:gd name="T20" fmla="*/ 15 w 430"/>
                  <a:gd name="T21" fmla="*/ 7 h 239"/>
                  <a:gd name="T22" fmla="*/ 26 w 430"/>
                  <a:gd name="T23" fmla="*/ 15 h 239"/>
                  <a:gd name="T24" fmla="*/ 29 w 430"/>
                  <a:gd name="T25" fmla="*/ 29 h 239"/>
                  <a:gd name="T26" fmla="*/ 37 w 430"/>
                  <a:gd name="T27" fmla="*/ 27 h 239"/>
                  <a:gd name="T28" fmla="*/ 80 w 430"/>
                  <a:gd name="T29" fmla="*/ 36 h 239"/>
                  <a:gd name="T30" fmla="*/ 136 w 430"/>
                  <a:gd name="T31" fmla="*/ 63 h 239"/>
                  <a:gd name="T32" fmla="*/ 129 w 430"/>
                  <a:gd name="T33" fmla="*/ 88 h 239"/>
                  <a:gd name="T34" fmla="*/ 123 w 430"/>
                  <a:gd name="T35" fmla="*/ 96 h 239"/>
                  <a:gd name="T36" fmla="*/ 129 w 430"/>
                  <a:gd name="T37" fmla="*/ 91 h 239"/>
                  <a:gd name="T38" fmla="*/ 133 w 430"/>
                  <a:gd name="T39" fmla="*/ 95 h 239"/>
                  <a:gd name="T40" fmla="*/ 132 w 430"/>
                  <a:gd name="T41" fmla="*/ 90 h 239"/>
                  <a:gd name="T42" fmla="*/ 137 w 430"/>
                  <a:gd name="T43" fmla="*/ 78 h 239"/>
                  <a:gd name="T44" fmla="*/ 145 w 430"/>
                  <a:gd name="T45" fmla="*/ 64 h 239"/>
                  <a:gd name="T46" fmla="*/ 168 w 430"/>
                  <a:gd name="T47" fmla="*/ 37 h 2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30" h="239">
                    <a:moveTo>
                      <a:pt x="423" y="92"/>
                    </a:moveTo>
                    <a:cubicBezTo>
                      <a:pt x="423" y="92"/>
                      <a:pt x="427" y="139"/>
                      <a:pt x="398" y="147"/>
                    </a:cubicBezTo>
                    <a:cubicBezTo>
                      <a:pt x="369" y="155"/>
                      <a:pt x="358" y="171"/>
                      <a:pt x="325" y="130"/>
                    </a:cubicBezTo>
                    <a:cubicBezTo>
                      <a:pt x="292" y="89"/>
                      <a:pt x="234" y="81"/>
                      <a:pt x="207" y="87"/>
                    </a:cubicBezTo>
                    <a:cubicBezTo>
                      <a:pt x="180" y="93"/>
                      <a:pt x="105" y="79"/>
                      <a:pt x="94" y="55"/>
                    </a:cubicBezTo>
                    <a:cubicBezTo>
                      <a:pt x="94" y="55"/>
                      <a:pt x="89" y="62"/>
                      <a:pt x="84" y="57"/>
                    </a:cubicBezTo>
                    <a:cubicBezTo>
                      <a:pt x="80" y="52"/>
                      <a:pt x="50" y="17"/>
                      <a:pt x="42" y="17"/>
                    </a:cubicBezTo>
                    <a:cubicBezTo>
                      <a:pt x="33" y="17"/>
                      <a:pt x="33" y="6"/>
                      <a:pt x="40" y="1"/>
                    </a:cubicBezTo>
                    <a:cubicBezTo>
                      <a:pt x="40" y="1"/>
                      <a:pt x="30" y="8"/>
                      <a:pt x="32" y="12"/>
                    </a:cubicBezTo>
                    <a:cubicBezTo>
                      <a:pt x="35" y="16"/>
                      <a:pt x="9" y="18"/>
                      <a:pt x="0" y="0"/>
                    </a:cubicBezTo>
                    <a:cubicBezTo>
                      <a:pt x="0" y="0"/>
                      <a:pt x="0" y="19"/>
                      <a:pt x="37" y="19"/>
                    </a:cubicBezTo>
                    <a:cubicBezTo>
                      <a:pt x="41" y="19"/>
                      <a:pt x="58" y="29"/>
                      <a:pt x="64" y="40"/>
                    </a:cubicBezTo>
                    <a:cubicBezTo>
                      <a:pt x="70" y="51"/>
                      <a:pt x="95" y="62"/>
                      <a:pt x="74" y="73"/>
                    </a:cubicBezTo>
                    <a:cubicBezTo>
                      <a:pt x="74" y="73"/>
                      <a:pt x="84" y="65"/>
                      <a:pt x="95" y="68"/>
                    </a:cubicBezTo>
                    <a:cubicBezTo>
                      <a:pt x="105" y="71"/>
                      <a:pt x="147" y="93"/>
                      <a:pt x="202" y="91"/>
                    </a:cubicBezTo>
                    <a:cubicBezTo>
                      <a:pt x="256" y="88"/>
                      <a:pt x="315" y="108"/>
                      <a:pt x="343" y="156"/>
                    </a:cubicBezTo>
                    <a:cubicBezTo>
                      <a:pt x="350" y="168"/>
                      <a:pt x="341" y="212"/>
                      <a:pt x="326" y="220"/>
                    </a:cubicBezTo>
                    <a:cubicBezTo>
                      <a:pt x="311" y="228"/>
                      <a:pt x="312" y="239"/>
                      <a:pt x="312" y="239"/>
                    </a:cubicBezTo>
                    <a:cubicBezTo>
                      <a:pt x="312" y="239"/>
                      <a:pt x="317" y="228"/>
                      <a:pt x="327" y="227"/>
                    </a:cubicBezTo>
                    <a:cubicBezTo>
                      <a:pt x="336" y="226"/>
                      <a:pt x="335" y="237"/>
                      <a:pt x="335" y="237"/>
                    </a:cubicBezTo>
                    <a:cubicBezTo>
                      <a:pt x="335" y="237"/>
                      <a:pt x="336" y="227"/>
                      <a:pt x="331" y="224"/>
                    </a:cubicBezTo>
                    <a:cubicBezTo>
                      <a:pt x="326" y="220"/>
                      <a:pt x="339" y="212"/>
                      <a:pt x="345" y="195"/>
                    </a:cubicBezTo>
                    <a:cubicBezTo>
                      <a:pt x="351" y="178"/>
                      <a:pt x="348" y="162"/>
                      <a:pt x="365" y="160"/>
                    </a:cubicBezTo>
                    <a:cubicBezTo>
                      <a:pt x="394" y="158"/>
                      <a:pt x="430" y="145"/>
                      <a:pt x="423" y="92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9" name="Freeform 1581">
                <a:extLst>
                  <a:ext uri="{FF2B5EF4-FFF2-40B4-BE49-F238E27FC236}">
                    <a16:creationId xmlns:a16="http://schemas.microsoft.com/office/drawing/2014/main" id="{C7BCD686-ACC3-4EB7-98B4-9713AD773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754"/>
                <a:ext cx="203" cy="221"/>
              </a:xfrm>
              <a:custGeom>
                <a:avLst/>
                <a:gdLst>
                  <a:gd name="T0" fmla="*/ 109 w 277"/>
                  <a:gd name="T1" fmla="*/ 69 h 300"/>
                  <a:gd name="T2" fmla="*/ 105 w 277"/>
                  <a:gd name="T3" fmla="*/ 78 h 300"/>
                  <a:gd name="T4" fmla="*/ 80 w 277"/>
                  <a:gd name="T5" fmla="*/ 93 h 300"/>
                  <a:gd name="T6" fmla="*/ 65 w 277"/>
                  <a:gd name="T7" fmla="*/ 120 h 300"/>
                  <a:gd name="T8" fmla="*/ 69 w 277"/>
                  <a:gd name="T9" fmla="*/ 90 h 300"/>
                  <a:gd name="T10" fmla="*/ 53 w 277"/>
                  <a:gd name="T11" fmla="*/ 83 h 300"/>
                  <a:gd name="T12" fmla="*/ 65 w 277"/>
                  <a:gd name="T13" fmla="*/ 79 h 300"/>
                  <a:gd name="T14" fmla="*/ 53 w 277"/>
                  <a:gd name="T15" fmla="*/ 24 h 300"/>
                  <a:gd name="T16" fmla="*/ 33 w 277"/>
                  <a:gd name="T17" fmla="*/ 21 h 300"/>
                  <a:gd name="T18" fmla="*/ 18 w 277"/>
                  <a:gd name="T19" fmla="*/ 11 h 300"/>
                  <a:gd name="T20" fmla="*/ 0 w 277"/>
                  <a:gd name="T21" fmla="*/ 4 h 300"/>
                  <a:gd name="T22" fmla="*/ 12 w 277"/>
                  <a:gd name="T23" fmla="*/ 7 h 300"/>
                  <a:gd name="T24" fmla="*/ 26 w 277"/>
                  <a:gd name="T25" fmla="*/ 13 h 300"/>
                  <a:gd name="T26" fmla="*/ 43 w 277"/>
                  <a:gd name="T27" fmla="*/ 15 h 300"/>
                  <a:gd name="T28" fmla="*/ 70 w 277"/>
                  <a:gd name="T29" fmla="*/ 78 h 300"/>
                  <a:gd name="T30" fmla="*/ 81 w 277"/>
                  <a:gd name="T31" fmla="*/ 85 h 300"/>
                  <a:gd name="T32" fmla="*/ 102 w 277"/>
                  <a:gd name="T33" fmla="*/ 75 h 300"/>
                  <a:gd name="T34" fmla="*/ 109 w 277"/>
                  <a:gd name="T35" fmla="*/ 69 h 3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77" h="300">
                    <a:moveTo>
                      <a:pt x="277" y="171"/>
                    </a:moveTo>
                    <a:cubicBezTo>
                      <a:pt x="277" y="171"/>
                      <a:pt x="265" y="187"/>
                      <a:pt x="266" y="196"/>
                    </a:cubicBezTo>
                    <a:cubicBezTo>
                      <a:pt x="267" y="205"/>
                      <a:pt x="226" y="208"/>
                      <a:pt x="203" y="232"/>
                    </a:cubicBezTo>
                    <a:cubicBezTo>
                      <a:pt x="181" y="257"/>
                      <a:pt x="166" y="300"/>
                      <a:pt x="166" y="300"/>
                    </a:cubicBezTo>
                    <a:cubicBezTo>
                      <a:pt x="166" y="300"/>
                      <a:pt x="188" y="236"/>
                      <a:pt x="175" y="225"/>
                    </a:cubicBezTo>
                    <a:cubicBezTo>
                      <a:pt x="162" y="215"/>
                      <a:pt x="136" y="207"/>
                      <a:pt x="136" y="207"/>
                    </a:cubicBezTo>
                    <a:cubicBezTo>
                      <a:pt x="136" y="207"/>
                      <a:pt x="162" y="208"/>
                      <a:pt x="167" y="197"/>
                    </a:cubicBezTo>
                    <a:cubicBezTo>
                      <a:pt x="172" y="186"/>
                      <a:pt x="191" y="67"/>
                      <a:pt x="137" y="58"/>
                    </a:cubicBezTo>
                    <a:cubicBezTo>
                      <a:pt x="110" y="54"/>
                      <a:pt x="110" y="42"/>
                      <a:pt x="84" y="52"/>
                    </a:cubicBezTo>
                    <a:cubicBezTo>
                      <a:pt x="59" y="62"/>
                      <a:pt x="68" y="24"/>
                      <a:pt x="47" y="28"/>
                    </a:cubicBezTo>
                    <a:cubicBezTo>
                      <a:pt x="25" y="32"/>
                      <a:pt x="21" y="4"/>
                      <a:pt x="0" y="10"/>
                    </a:cubicBezTo>
                    <a:cubicBezTo>
                      <a:pt x="0" y="10"/>
                      <a:pt x="17" y="0"/>
                      <a:pt x="31" y="17"/>
                    </a:cubicBezTo>
                    <a:cubicBezTo>
                      <a:pt x="44" y="33"/>
                      <a:pt x="48" y="6"/>
                      <a:pt x="65" y="34"/>
                    </a:cubicBezTo>
                    <a:cubicBezTo>
                      <a:pt x="81" y="60"/>
                      <a:pt x="88" y="33"/>
                      <a:pt x="111" y="40"/>
                    </a:cubicBezTo>
                    <a:cubicBezTo>
                      <a:pt x="133" y="47"/>
                      <a:pt x="205" y="51"/>
                      <a:pt x="177" y="195"/>
                    </a:cubicBezTo>
                    <a:cubicBezTo>
                      <a:pt x="175" y="207"/>
                      <a:pt x="180" y="227"/>
                      <a:pt x="207" y="214"/>
                    </a:cubicBezTo>
                    <a:cubicBezTo>
                      <a:pt x="235" y="200"/>
                      <a:pt x="253" y="203"/>
                      <a:pt x="259" y="189"/>
                    </a:cubicBezTo>
                    <a:cubicBezTo>
                      <a:pt x="265" y="175"/>
                      <a:pt x="277" y="171"/>
                      <a:pt x="277" y="171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0" name="Freeform 1582">
                <a:extLst>
                  <a:ext uri="{FF2B5EF4-FFF2-40B4-BE49-F238E27FC236}">
                    <a16:creationId xmlns:a16="http://schemas.microsoft.com/office/drawing/2014/main" id="{5196BFA1-DE27-4F96-B3C1-04166D3EA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720"/>
                <a:ext cx="180" cy="303"/>
              </a:xfrm>
              <a:custGeom>
                <a:avLst/>
                <a:gdLst>
                  <a:gd name="T0" fmla="*/ 4 w 245"/>
                  <a:gd name="T1" fmla="*/ 0 h 411"/>
                  <a:gd name="T2" fmla="*/ 0 w 245"/>
                  <a:gd name="T3" fmla="*/ 6 h 411"/>
                  <a:gd name="T4" fmla="*/ 5 w 245"/>
                  <a:gd name="T5" fmla="*/ 10 h 411"/>
                  <a:gd name="T6" fmla="*/ 25 w 245"/>
                  <a:gd name="T7" fmla="*/ 19 h 411"/>
                  <a:gd name="T8" fmla="*/ 46 w 245"/>
                  <a:gd name="T9" fmla="*/ 41 h 411"/>
                  <a:gd name="T10" fmla="*/ 46 w 245"/>
                  <a:gd name="T11" fmla="*/ 66 h 411"/>
                  <a:gd name="T12" fmla="*/ 42 w 245"/>
                  <a:gd name="T13" fmla="*/ 78 h 411"/>
                  <a:gd name="T14" fmla="*/ 50 w 245"/>
                  <a:gd name="T15" fmla="*/ 68 h 411"/>
                  <a:gd name="T16" fmla="*/ 74 w 245"/>
                  <a:gd name="T17" fmla="*/ 77 h 411"/>
                  <a:gd name="T18" fmla="*/ 87 w 245"/>
                  <a:gd name="T19" fmla="*/ 110 h 411"/>
                  <a:gd name="T20" fmla="*/ 89 w 245"/>
                  <a:gd name="T21" fmla="*/ 146 h 411"/>
                  <a:gd name="T22" fmla="*/ 96 w 245"/>
                  <a:gd name="T23" fmla="*/ 164 h 411"/>
                  <a:gd name="T24" fmla="*/ 90 w 245"/>
                  <a:gd name="T25" fmla="*/ 144 h 411"/>
                  <a:gd name="T26" fmla="*/ 85 w 245"/>
                  <a:gd name="T27" fmla="*/ 92 h 411"/>
                  <a:gd name="T28" fmla="*/ 67 w 245"/>
                  <a:gd name="T29" fmla="*/ 70 h 411"/>
                  <a:gd name="T30" fmla="*/ 51 w 245"/>
                  <a:gd name="T31" fmla="*/ 63 h 411"/>
                  <a:gd name="T32" fmla="*/ 52 w 245"/>
                  <a:gd name="T33" fmla="*/ 39 h 411"/>
                  <a:gd name="T34" fmla="*/ 59 w 245"/>
                  <a:gd name="T35" fmla="*/ 25 h 411"/>
                  <a:gd name="T36" fmla="*/ 50 w 245"/>
                  <a:gd name="T37" fmla="*/ 37 h 411"/>
                  <a:gd name="T38" fmla="*/ 46 w 245"/>
                  <a:gd name="T39" fmla="*/ 32 h 411"/>
                  <a:gd name="T40" fmla="*/ 25 w 245"/>
                  <a:gd name="T41" fmla="*/ 17 h 411"/>
                  <a:gd name="T42" fmla="*/ 7 w 245"/>
                  <a:gd name="T43" fmla="*/ 7 h 411"/>
                  <a:gd name="T44" fmla="*/ 4 w 245"/>
                  <a:gd name="T45" fmla="*/ 0 h 41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45" h="411">
                    <a:moveTo>
                      <a:pt x="10" y="0"/>
                    </a:moveTo>
                    <a:cubicBezTo>
                      <a:pt x="10" y="0"/>
                      <a:pt x="10" y="24"/>
                      <a:pt x="0" y="15"/>
                    </a:cubicBezTo>
                    <a:cubicBezTo>
                      <a:pt x="0" y="15"/>
                      <a:pt x="0" y="23"/>
                      <a:pt x="14" y="24"/>
                    </a:cubicBezTo>
                    <a:cubicBezTo>
                      <a:pt x="28" y="26"/>
                      <a:pt x="40" y="48"/>
                      <a:pt x="63" y="48"/>
                    </a:cubicBezTo>
                    <a:cubicBezTo>
                      <a:pt x="87" y="48"/>
                      <a:pt x="113" y="84"/>
                      <a:pt x="115" y="101"/>
                    </a:cubicBezTo>
                    <a:cubicBezTo>
                      <a:pt x="116" y="117"/>
                      <a:pt x="121" y="156"/>
                      <a:pt x="116" y="165"/>
                    </a:cubicBezTo>
                    <a:cubicBezTo>
                      <a:pt x="112" y="174"/>
                      <a:pt x="106" y="190"/>
                      <a:pt x="106" y="196"/>
                    </a:cubicBezTo>
                    <a:cubicBezTo>
                      <a:pt x="106" y="196"/>
                      <a:pt x="113" y="174"/>
                      <a:pt x="126" y="170"/>
                    </a:cubicBezTo>
                    <a:cubicBezTo>
                      <a:pt x="140" y="167"/>
                      <a:pt x="176" y="179"/>
                      <a:pt x="186" y="194"/>
                    </a:cubicBezTo>
                    <a:cubicBezTo>
                      <a:pt x="196" y="209"/>
                      <a:pt x="223" y="237"/>
                      <a:pt x="220" y="274"/>
                    </a:cubicBezTo>
                    <a:cubicBezTo>
                      <a:pt x="217" y="310"/>
                      <a:pt x="217" y="358"/>
                      <a:pt x="224" y="364"/>
                    </a:cubicBezTo>
                    <a:cubicBezTo>
                      <a:pt x="232" y="370"/>
                      <a:pt x="245" y="397"/>
                      <a:pt x="241" y="411"/>
                    </a:cubicBezTo>
                    <a:cubicBezTo>
                      <a:pt x="241" y="411"/>
                      <a:pt x="245" y="399"/>
                      <a:pt x="227" y="360"/>
                    </a:cubicBezTo>
                    <a:cubicBezTo>
                      <a:pt x="217" y="339"/>
                      <a:pt x="229" y="252"/>
                      <a:pt x="215" y="230"/>
                    </a:cubicBezTo>
                    <a:cubicBezTo>
                      <a:pt x="215" y="230"/>
                      <a:pt x="188" y="188"/>
                      <a:pt x="169" y="175"/>
                    </a:cubicBezTo>
                    <a:cubicBezTo>
                      <a:pt x="149" y="163"/>
                      <a:pt x="136" y="167"/>
                      <a:pt x="128" y="158"/>
                    </a:cubicBezTo>
                    <a:cubicBezTo>
                      <a:pt x="120" y="149"/>
                      <a:pt x="116" y="106"/>
                      <a:pt x="130" y="97"/>
                    </a:cubicBezTo>
                    <a:cubicBezTo>
                      <a:pt x="143" y="87"/>
                      <a:pt x="150" y="69"/>
                      <a:pt x="148" y="63"/>
                    </a:cubicBezTo>
                    <a:cubicBezTo>
                      <a:pt x="148" y="63"/>
                      <a:pt x="139" y="87"/>
                      <a:pt x="125" y="92"/>
                    </a:cubicBezTo>
                    <a:cubicBezTo>
                      <a:pt x="111" y="98"/>
                      <a:pt x="116" y="84"/>
                      <a:pt x="114" y="79"/>
                    </a:cubicBezTo>
                    <a:cubicBezTo>
                      <a:pt x="112" y="74"/>
                      <a:pt x="80" y="44"/>
                      <a:pt x="63" y="42"/>
                    </a:cubicBezTo>
                    <a:cubicBezTo>
                      <a:pt x="47" y="40"/>
                      <a:pt x="24" y="17"/>
                      <a:pt x="18" y="18"/>
                    </a:cubicBezTo>
                    <a:cubicBezTo>
                      <a:pt x="11" y="19"/>
                      <a:pt x="8" y="3"/>
                      <a:pt x="10" y="0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1" name="Freeform 1583">
                <a:extLst>
                  <a:ext uri="{FF2B5EF4-FFF2-40B4-BE49-F238E27FC236}">
                    <a16:creationId xmlns:a16="http://schemas.microsoft.com/office/drawing/2014/main" id="{80D92CAC-212D-46BC-A1C2-66F0FB15F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718"/>
                <a:ext cx="89" cy="81"/>
              </a:xfrm>
              <a:custGeom>
                <a:avLst/>
                <a:gdLst>
                  <a:gd name="T0" fmla="*/ 45 w 120"/>
                  <a:gd name="T1" fmla="*/ 44 h 110"/>
                  <a:gd name="T2" fmla="*/ 33 w 120"/>
                  <a:gd name="T3" fmla="*/ 25 h 110"/>
                  <a:gd name="T4" fmla="*/ 13 w 120"/>
                  <a:gd name="T5" fmla="*/ 13 h 110"/>
                  <a:gd name="T6" fmla="*/ 0 w 120"/>
                  <a:gd name="T7" fmla="*/ 8 h 110"/>
                  <a:gd name="T8" fmla="*/ 13 w 120"/>
                  <a:gd name="T9" fmla="*/ 10 h 110"/>
                  <a:gd name="T10" fmla="*/ 16 w 120"/>
                  <a:gd name="T11" fmla="*/ 1 h 110"/>
                  <a:gd name="T12" fmla="*/ 16 w 120"/>
                  <a:gd name="T13" fmla="*/ 10 h 110"/>
                  <a:gd name="T14" fmla="*/ 24 w 120"/>
                  <a:gd name="T15" fmla="*/ 18 h 110"/>
                  <a:gd name="T16" fmla="*/ 39 w 120"/>
                  <a:gd name="T17" fmla="*/ 4 h 110"/>
                  <a:gd name="T18" fmla="*/ 49 w 120"/>
                  <a:gd name="T19" fmla="*/ 0 h 110"/>
                  <a:gd name="T20" fmla="*/ 40 w 120"/>
                  <a:gd name="T21" fmla="*/ 5 h 110"/>
                  <a:gd name="T22" fmla="*/ 29 w 120"/>
                  <a:gd name="T23" fmla="*/ 19 h 110"/>
                  <a:gd name="T24" fmla="*/ 45 w 120"/>
                  <a:gd name="T25" fmla="*/ 44 h 1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0" h="110">
                    <a:moveTo>
                      <a:pt x="111" y="110"/>
                    </a:moveTo>
                    <a:cubicBezTo>
                      <a:pt x="111" y="110"/>
                      <a:pt x="103" y="72"/>
                      <a:pt x="82" y="63"/>
                    </a:cubicBezTo>
                    <a:cubicBezTo>
                      <a:pt x="62" y="54"/>
                      <a:pt x="36" y="40"/>
                      <a:pt x="33" y="33"/>
                    </a:cubicBezTo>
                    <a:cubicBezTo>
                      <a:pt x="29" y="26"/>
                      <a:pt x="13" y="36"/>
                      <a:pt x="0" y="20"/>
                    </a:cubicBezTo>
                    <a:cubicBezTo>
                      <a:pt x="0" y="20"/>
                      <a:pt x="24" y="36"/>
                      <a:pt x="33" y="25"/>
                    </a:cubicBezTo>
                    <a:cubicBezTo>
                      <a:pt x="41" y="14"/>
                      <a:pt x="38" y="3"/>
                      <a:pt x="38" y="3"/>
                    </a:cubicBezTo>
                    <a:cubicBezTo>
                      <a:pt x="38" y="3"/>
                      <a:pt x="43" y="17"/>
                      <a:pt x="38" y="25"/>
                    </a:cubicBezTo>
                    <a:cubicBezTo>
                      <a:pt x="33" y="33"/>
                      <a:pt x="51" y="48"/>
                      <a:pt x="59" y="44"/>
                    </a:cubicBezTo>
                    <a:cubicBezTo>
                      <a:pt x="67" y="40"/>
                      <a:pt x="87" y="13"/>
                      <a:pt x="97" y="11"/>
                    </a:cubicBezTo>
                    <a:cubicBezTo>
                      <a:pt x="107" y="8"/>
                      <a:pt x="119" y="3"/>
                      <a:pt x="120" y="0"/>
                    </a:cubicBezTo>
                    <a:cubicBezTo>
                      <a:pt x="120" y="0"/>
                      <a:pt x="110" y="10"/>
                      <a:pt x="98" y="13"/>
                    </a:cubicBezTo>
                    <a:cubicBezTo>
                      <a:pt x="86" y="17"/>
                      <a:pt x="67" y="42"/>
                      <a:pt x="72" y="47"/>
                    </a:cubicBezTo>
                    <a:cubicBezTo>
                      <a:pt x="77" y="52"/>
                      <a:pt x="114" y="71"/>
                      <a:pt x="111" y="110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2" name="Freeform 1584">
                <a:extLst>
                  <a:ext uri="{FF2B5EF4-FFF2-40B4-BE49-F238E27FC236}">
                    <a16:creationId xmlns:a16="http://schemas.microsoft.com/office/drawing/2014/main" id="{EA494A9F-B09B-4F7F-B3D3-7B12F9D85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801"/>
                <a:ext cx="29" cy="39"/>
              </a:xfrm>
              <a:custGeom>
                <a:avLst/>
                <a:gdLst>
                  <a:gd name="T0" fmla="*/ 15 w 40"/>
                  <a:gd name="T1" fmla="*/ 4 h 53"/>
                  <a:gd name="T2" fmla="*/ 12 w 40"/>
                  <a:gd name="T3" fmla="*/ 21 h 53"/>
                  <a:gd name="T4" fmla="*/ 0 w 40"/>
                  <a:gd name="T5" fmla="*/ 18 h 53"/>
                  <a:gd name="T6" fmla="*/ 7 w 40"/>
                  <a:gd name="T7" fmla="*/ 13 h 53"/>
                  <a:gd name="T8" fmla="*/ 3 w 40"/>
                  <a:gd name="T9" fmla="*/ 0 h 53"/>
                  <a:gd name="T10" fmla="*/ 9 w 40"/>
                  <a:gd name="T11" fmla="*/ 7 h 53"/>
                  <a:gd name="T12" fmla="*/ 15 w 40"/>
                  <a:gd name="T13" fmla="*/ 4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53">
                    <a:moveTo>
                      <a:pt x="40" y="11"/>
                    </a:moveTo>
                    <a:cubicBezTo>
                      <a:pt x="40" y="11"/>
                      <a:pt x="7" y="27"/>
                      <a:pt x="30" y="53"/>
                    </a:cubicBezTo>
                    <a:cubicBezTo>
                      <a:pt x="30" y="53"/>
                      <a:pt x="13" y="28"/>
                      <a:pt x="0" y="45"/>
                    </a:cubicBezTo>
                    <a:cubicBezTo>
                      <a:pt x="0" y="45"/>
                      <a:pt x="11" y="31"/>
                      <a:pt x="16" y="34"/>
                    </a:cubicBezTo>
                    <a:cubicBezTo>
                      <a:pt x="21" y="36"/>
                      <a:pt x="20" y="11"/>
                      <a:pt x="8" y="0"/>
                    </a:cubicBezTo>
                    <a:cubicBezTo>
                      <a:pt x="8" y="0"/>
                      <a:pt x="23" y="12"/>
                      <a:pt x="22" y="18"/>
                    </a:cubicBezTo>
                    <a:cubicBezTo>
                      <a:pt x="21" y="24"/>
                      <a:pt x="40" y="11"/>
                      <a:pt x="40" y="11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3" name="Freeform 1585">
                <a:extLst>
                  <a:ext uri="{FF2B5EF4-FFF2-40B4-BE49-F238E27FC236}">
                    <a16:creationId xmlns:a16="http://schemas.microsoft.com/office/drawing/2014/main" id="{DEA7AD20-E4E7-4EC0-B3DA-90FAEF1ED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772"/>
                <a:ext cx="104" cy="86"/>
              </a:xfrm>
              <a:custGeom>
                <a:avLst/>
                <a:gdLst>
                  <a:gd name="T0" fmla="*/ 56 w 142"/>
                  <a:gd name="T1" fmla="*/ 8 h 117"/>
                  <a:gd name="T2" fmla="*/ 33 w 142"/>
                  <a:gd name="T3" fmla="*/ 15 h 117"/>
                  <a:gd name="T4" fmla="*/ 40 w 142"/>
                  <a:gd name="T5" fmla="*/ 46 h 117"/>
                  <a:gd name="T6" fmla="*/ 34 w 142"/>
                  <a:gd name="T7" fmla="*/ 27 h 117"/>
                  <a:gd name="T8" fmla="*/ 27 w 142"/>
                  <a:gd name="T9" fmla="*/ 18 h 117"/>
                  <a:gd name="T10" fmla="*/ 5 w 142"/>
                  <a:gd name="T11" fmla="*/ 37 h 117"/>
                  <a:gd name="T12" fmla="*/ 15 w 142"/>
                  <a:gd name="T13" fmla="*/ 15 h 117"/>
                  <a:gd name="T14" fmla="*/ 0 w 142"/>
                  <a:gd name="T15" fmla="*/ 13 h 117"/>
                  <a:gd name="T16" fmla="*/ 4 w 142"/>
                  <a:gd name="T17" fmla="*/ 9 h 117"/>
                  <a:gd name="T18" fmla="*/ 6 w 142"/>
                  <a:gd name="T19" fmla="*/ 0 h 117"/>
                  <a:gd name="T20" fmla="*/ 5 w 142"/>
                  <a:gd name="T21" fmla="*/ 8 h 117"/>
                  <a:gd name="T22" fmla="*/ 18 w 142"/>
                  <a:gd name="T23" fmla="*/ 15 h 117"/>
                  <a:gd name="T24" fmla="*/ 30 w 142"/>
                  <a:gd name="T25" fmla="*/ 13 h 117"/>
                  <a:gd name="T26" fmla="*/ 56 w 142"/>
                  <a:gd name="T27" fmla="*/ 8 h 1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2" h="117">
                    <a:moveTo>
                      <a:pt x="142" y="20"/>
                    </a:moveTo>
                    <a:cubicBezTo>
                      <a:pt x="142" y="20"/>
                      <a:pt x="77" y="19"/>
                      <a:pt x="84" y="40"/>
                    </a:cubicBezTo>
                    <a:cubicBezTo>
                      <a:pt x="91" y="61"/>
                      <a:pt x="105" y="105"/>
                      <a:pt x="101" y="117"/>
                    </a:cubicBezTo>
                    <a:cubicBezTo>
                      <a:pt x="101" y="117"/>
                      <a:pt x="93" y="70"/>
                      <a:pt x="86" y="70"/>
                    </a:cubicBezTo>
                    <a:cubicBezTo>
                      <a:pt x="86" y="70"/>
                      <a:pt x="87" y="44"/>
                      <a:pt x="70" y="43"/>
                    </a:cubicBezTo>
                    <a:cubicBezTo>
                      <a:pt x="53" y="43"/>
                      <a:pt x="25" y="77"/>
                      <a:pt x="14" y="94"/>
                    </a:cubicBezTo>
                    <a:cubicBezTo>
                      <a:pt x="14" y="94"/>
                      <a:pt x="51" y="49"/>
                      <a:pt x="39" y="40"/>
                    </a:cubicBezTo>
                    <a:cubicBezTo>
                      <a:pt x="27" y="32"/>
                      <a:pt x="14" y="23"/>
                      <a:pt x="0" y="33"/>
                    </a:cubicBezTo>
                    <a:cubicBezTo>
                      <a:pt x="0" y="33"/>
                      <a:pt x="9" y="27"/>
                      <a:pt x="9" y="22"/>
                    </a:cubicBezTo>
                    <a:cubicBezTo>
                      <a:pt x="9" y="16"/>
                      <a:pt x="11" y="3"/>
                      <a:pt x="15" y="0"/>
                    </a:cubicBezTo>
                    <a:cubicBezTo>
                      <a:pt x="15" y="0"/>
                      <a:pt x="8" y="18"/>
                      <a:pt x="12" y="21"/>
                    </a:cubicBezTo>
                    <a:cubicBezTo>
                      <a:pt x="15" y="25"/>
                      <a:pt x="40" y="30"/>
                      <a:pt x="45" y="39"/>
                    </a:cubicBezTo>
                    <a:cubicBezTo>
                      <a:pt x="49" y="49"/>
                      <a:pt x="72" y="40"/>
                      <a:pt x="77" y="34"/>
                    </a:cubicBezTo>
                    <a:cubicBezTo>
                      <a:pt x="81" y="28"/>
                      <a:pt x="105" y="16"/>
                      <a:pt x="142" y="20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4" name="Freeform 1586">
                <a:extLst>
                  <a:ext uri="{FF2B5EF4-FFF2-40B4-BE49-F238E27FC236}">
                    <a16:creationId xmlns:a16="http://schemas.microsoft.com/office/drawing/2014/main" id="{7DA18E1F-DC1C-4D89-B2D2-2EF60880D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816"/>
                <a:ext cx="398" cy="285"/>
              </a:xfrm>
              <a:custGeom>
                <a:avLst/>
                <a:gdLst>
                  <a:gd name="T0" fmla="*/ 216 w 540"/>
                  <a:gd name="T1" fmla="*/ 130 h 386"/>
                  <a:gd name="T2" fmla="*/ 198 w 540"/>
                  <a:gd name="T3" fmla="*/ 138 h 386"/>
                  <a:gd name="T4" fmla="*/ 184 w 540"/>
                  <a:gd name="T5" fmla="*/ 155 h 386"/>
                  <a:gd name="T6" fmla="*/ 178 w 540"/>
                  <a:gd name="T7" fmla="*/ 142 h 386"/>
                  <a:gd name="T8" fmla="*/ 151 w 540"/>
                  <a:gd name="T9" fmla="*/ 129 h 386"/>
                  <a:gd name="T10" fmla="*/ 123 w 540"/>
                  <a:gd name="T11" fmla="*/ 126 h 386"/>
                  <a:gd name="T12" fmla="*/ 75 w 540"/>
                  <a:gd name="T13" fmla="*/ 95 h 386"/>
                  <a:gd name="T14" fmla="*/ 68 w 540"/>
                  <a:gd name="T15" fmla="*/ 93 h 386"/>
                  <a:gd name="T16" fmla="*/ 63 w 540"/>
                  <a:gd name="T17" fmla="*/ 101 h 386"/>
                  <a:gd name="T18" fmla="*/ 64 w 540"/>
                  <a:gd name="T19" fmla="*/ 86 h 386"/>
                  <a:gd name="T20" fmla="*/ 60 w 540"/>
                  <a:gd name="T21" fmla="*/ 84 h 386"/>
                  <a:gd name="T22" fmla="*/ 62 w 540"/>
                  <a:gd name="T23" fmla="*/ 75 h 386"/>
                  <a:gd name="T24" fmla="*/ 36 w 540"/>
                  <a:gd name="T25" fmla="*/ 44 h 386"/>
                  <a:gd name="T26" fmla="*/ 20 w 540"/>
                  <a:gd name="T27" fmla="*/ 21 h 386"/>
                  <a:gd name="T28" fmla="*/ 0 w 540"/>
                  <a:gd name="T29" fmla="*/ 17 h 386"/>
                  <a:gd name="T30" fmla="*/ 21 w 540"/>
                  <a:gd name="T31" fmla="*/ 15 h 386"/>
                  <a:gd name="T32" fmla="*/ 25 w 540"/>
                  <a:gd name="T33" fmla="*/ 33 h 386"/>
                  <a:gd name="T34" fmla="*/ 57 w 540"/>
                  <a:gd name="T35" fmla="*/ 63 h 386"/>
                  <a:gd name="T36" fmla="*/ 65 w 540"/>
                  <a:gd name="T37" fmla="*/ 82 h 386"/>
                  <a:gd name="T38" fmla="*/ 68 w 540"/>
                  <a:gd name="T39" fmla="*/ 89 h 386"/>
                  <a:gd name="T40" fmla="*/ 75 w 540"/>
                  <a:gd name="T41" fmla="*/ 84 h 386"/>
                  <a:gd name="T42" fmla="*/ 80 w 540"/>
                  <a:gd name="T43" fmla="*/ 97 h 386"/>
                  <a:gd name="T44" fmla="*/ 127 w 540"/>
                  <a:gd name="T45" fmla="*/ 123 h 386"/>
                  <a:gd name="T46" fmla="*/ 160 w 540"/>
                  <a:gd name="T47" fmla="*/ 106 h 386"/>
                  <a:gd name="T48" fmla="*/ 147 w 540"/>
                  <a:gd name="T49" fmla="*/ 122 h 386"/>
                  <a:gd name="T50" fmla="*/ 164 w 540"/>
                  <a:gd name="T51" fmla="*/ 133 h 386"/>
                  <a:gd name="T52" fmla="*/ 191 w 540"/>
                  <a:gd name="T53" fmla="*/ 139 h 386"/>
                  <a:gd name="T54" fmla="*/ 216 w 540"/>
                  <a:gd name="T55" fmla="*/ 130 h 38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40" h="386">
                    <a:moveTo>
                      <a:pt x="540" y="323"/>
                    </a:moveTo>
                    <a:cubicBezTo>
                      <a:pt x="540" y="323"/>
                      <a:pt x="509" y="328"/>
                      <a:pt x="492" y="342"/>
                    </a:cubicBezTo>
                    <a:cubicBezTo>
                      <a:pt x="475" y="355"/>
                      <a:pt x="458" y="372"/>
                      <a:pt x="460" y="386"/>
                    </a:cubicBezTo>
                    <a:cubicBezTo>
                      <a:pt x="460" y="386"/>
                      <a:pt x="465" y="353"/>
                      <a:pt x="443" y="352"/>
                    </a:cubicBezTo>
                    <a:cubicBezTo>
                      <a:pt x="421" y="351"/>
                      <a:pt x="387" y="326"/>
                      <a:pt x="377" y="321"/>
                    </a:cubicBezTo>
                    <a:cubicBezTo>
                      <a:pt x="367" y="317"/>
                      <a:pt x="336" y="307"/>
                      <a:pt x="306" y="312"/>
                    </a:cubicBezTo>
                    <a:cubicBezTo>
                      <a:pt x="276" y="318"/>
                      <a:pt x="212" y="297"/>
                      <a:pt x="188" y="234"/>
                    </a:cubicBezTo>
                    <a:cubicBezTo>
                      <a:pt x="188" y="234"/>
                      <a:pt x="175" y="228"/>
                      <a:pt x="170" y="232"/>
                    </a:cubicBezTo>
                    <a:cubicBezTo>
                      <a:pt x="164" y="237"/>
                      <a:pt x="156" y="250"/>
                      <a:pt x="156" y="250"/>
                    </a:cubicBezTo>
                    <a:cubicBezTo>
                      <a:pt x="156" y="250"/>
                      <a:pt x="170" y="229"/>
                      <a:pt x="160" y="215"/>
                    </a:cubicBezTo>
                    <a:cubicBezTo>
                      <a:pt x="150" y="202"/>
                      <a:pt x="149" y="210"/>
                      <a:pt x="149" y="210"/>
                    </a:cubicBezTo>
                    <a:cubicBezTo>
                      <a:pt x="149" y="210"/>
                      <a:pt x="159" y="206"/>
                      <a:pt x="155" y="187"/>
                    </a:cubicBezTo>
                    <a:cubicBezTo>
                      <a:pt x="150" y="169"/>
                      <a:pt x="113" y="117"/>
                      <a:pt x="90" y="109"/>
                    </a:cubicBezTo>
                    <a:cubicBezTo>
                      <a:pt x="67" y="102"/>
                      <a:pt x="44" y="82"/>
                      <a:pt x="49" y="53"/>
                    </a:cubicBezTo>
                    <a:cubicBezTo>
                      <a:pt x="54" y="24"/>
                      <a:pt x="25" y="14"/>
                      <a:pt x="0" y="42"/>
                    </a:cubicBezTo>
                    <a:cubicBezTo>
                      <a:pt x="0" y="42"/>
                      <a:pt x="34" y="0"/>
                      <a:pt x="54" y="37"/>
                    </a:cubicBezTo>
                    <a:cubicBezTo>
                      <a:pt x="59" y="47"/>
                      <a:pt x="44" y="64"/>
                      <a:pt x="63" y="83"/>
                    </a:cubicBezTo>
                    <a:cubicBezTo>
                      <a:pt x="82" y="102"/>
                      <a:pt x="124" y="117"/>
                      <a:pt x="143" y="156"/>
                    </a:cubicBezTo>
                    <a:cubicBezTo>
                      <a:pt x="163" y="195"/>
                      <a:pt x="164" y="199"/>
                      <a:pt x="161" y="205"/>
                    </a:cubicBezTo>
                    <a:cubicBezTo>
                      <a:pt x="161" y="205"/>
                      <a:pt x="171" y="214"/>
                      <a:pt x="169" y="222"/>
                    </a:cubicBezTo>
                    <a:cubicBezTo>
                      <a:pt x="169" y="222"/>
                      <a:pt x="182" y="235"/>
                      <a:pt x="188" y="209"/>
                    </a:cubicBezTo>
                    <a:cubicBezTo>
                      <a:pt x="188" y="209"/>
                      <a:pt x="187" y="222"/>
                      <a:pt x="199" y="242"/>
                    </a:cubicBezTo>
                    <a:cubicBezTo>
                      <a:pt x="211" y="261"/>
                      <a:pt x="246" y="318"/>
                      <a:pt x="317" y="305"/>
                    </a:cubicBezTo>
                    <a:cubicBezTo>
                      <a:pt x="388" y="293"/>
                      <a:pt x="390" y="291"/>
                      <a:pt x="400" y="262"/>
                    </a:cubicBezTo>
                    <a:cubicBezTo>
                      <a:pt x="400" y="262"/>
                      <a:pt x="401" y="285"/>
                      <a:pt x="366" y="304"/>
                    </a:cubicBezTo>
                    <a:cubicBezTo>
                      <a:pt x="352" y="312"/>
                      <a:pt x="409" y="330"/>
                      <a:pt x="411" y="331"/>
                    </a:cubicBezTo>
                    <a:cubicBezTo>
                      <a:pt x="414" y="332"/>
                      <a:pt x="445" y="362"/>
                      <a:pt x="476" y="344"/>
                    </a:cubicBezTo>
                    <a:cubicBezTo>
                      <a:pt x="507" y="327"/>
                      <a:pt x="540" y="323"/>
                      <a:pt x="540" y="323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5" name="Freeform 1587">
                <a:extLst>
                  <a:ext uri="{FF2B5EF4-FFF2-40B4-BE49-F238E27FC236}">
                    <a16:creationId xmlns:a16="http://schemas.microsoft.com/office/drawing/2014/main" id="{803527FF-1A54-449C-BA2B-44EE73834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945"/>
                <a:ext cx="105" cy="244"/>
              </a:xfrm>
              <a:custGeom>
                <a:avLst/>
                <a:gdLst>
                  <a:gd name="T0" fmla="*/ 57 w 143"/>
                  <a:gd name="T1" fmla="*/ 132 h 332"/>
                  <a:gd name="T2" fmla="*/ 32 w 143"/>
                  <a:gd name="T3" fmla="*/ 106 h 332"/>
                  <a:gd name="T4" fmla="*/ 24 w 143"/>
                  <a:gd name="T5" fmla="*/ 97 h 332"/>
                  <a:gd name="T6" fmla="*/ 11 w 143"/>
                  <a:gd name="T7" fmla="*/ 79 h 332"/>
                  <a:gd name="T8" fmla="*/ 5 w 143"/>
                  <a:gd name="T9" fmla="*/ 54 h 332"/>
                  <a:gd name="T10" fmla="*/ 5 w 143"/>
                  <a:gd name="T11" fmla="*/ 34 h 332"/>
                  <a:gd name="T12" fmla="*/ 27 w 143"/>
                  <a:gd name="T13" fmla="*/ 4 h 332"/>
                  <a:gd name="T14" fmla="*/ 19 w 143"/>
                  <a:gd name="T15" fmla="*/ 7 h 332"/>
                  <a:gd name="T16" fmla="*/ 14 w 143"/>
                  <a:gd name="T17" fmla="*/ 0 h 332"/>
                  <a:gd name="T18" fmla="*/ 15 w 143"/>
                  <a:gd name="T19" fmla="*/ 10 h 332"/>
                  <a:gd name="T20" fmla="*/ 1 w 143"/>
                  <a:gd name="T21" fmla="*/ 35 h 332"/>
                  <a:gd name="T22" fmla="*/ 1 w 143"/>
                  <a:gd name="T23" fmla="*/ 39 h 332"/>
                  <a:gd name="T24" fmla="*/ 4 w 143"/>
                  <a:gd name="T25" fmla="*/ 56 h 332"/>
                  <a:gd name="T26" fmla="*/ 11 w 143"/>
                  <a:gd name="T27" fmla="*/ 80 h 332"/>
                  <a:gd name="T28" fmla="*/ 22 w 143"/>
                  <a:gd name="T29" fmla="*/ 99 h 332"/>
                  <a:gd name="T30" fmla="*/ 34 w 143"/>
                  <a:gd name="T31" fmla="*/ 108 h 332"/>
                  <a:gd name="T32" fmla="*/ 57 w 143"/>
                  <a:gd name="T33" fmla="*/ 132 h 3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3" h="332">
                    <a:moveTo>
                      <a:pt x="143" y="332"/>
                    </a:moveTo>
                    <a:cubicBezTo>
                      <a:pt x="143" y="332"/>
                      <a:pt x="126" y="273"/>
                      <a:pt x="82" y="267"/>
                    </a:cubicBezTo>
                    <a:cubicBezTo>
                      <a:pt x="69" y="265"/>
                      <a:pt x="62" y="259"/>
                      <a:pt x="61" y="244"/>
                    </a:cubicBezTo>
                    <a:cubicBezTo>
                      <a:pt x="59" y="229"/>
                      <a:pt x="37" y="198"/>
                      <a:pt x="28" y="198"/>
                    </a:cubicBezTo>
                    <a:cubicBezTo>
                      <a:pt x="19" y="197"/>
                      <a:pt x="21" y="143"/>
                      <a:pt x="13" y="138"/>
                    </a:cubicBezTo>
                    <a:cubicBezTo>
                      <a:pt x="5" y="132"/>
                      <a:pt x="1" y="94"/>
                      <a:pt x="14" y="85"/>
                    </a:cubicBezTo>
                    <a:cubicBezTo>
                      <a:pt x="27" y="77"/>
                      <a:pt x="45" y="11"/>
                      <a:pt x="69" y="11"/>
                    </a:cubicBezTo>
                    <a:cubicBezTo>
                      <a:pt x="69" y="11"/>
                      <a:pt x="51" y="14"/>
                      <a:pt x="47" y="18"/>
                    </a:cubicBezTo>
                    <a:cubicBezTo>
                      <a:pt x="44" y="21"/>
                      <a:pt x="42" y="1"/>
                      <a:pt x="36" y="0"/>
                    </a:cubicBezTo>
                    <a:cubicBezTo>
                      <a:pt x="36" y="0"/>
                      <a:pt x="45" y="16"/>
                      <a:pt x="40" y="26"/>
                    </a:cubicBezTo>
                    <a:cubicBezTo>
                      <a:pt x="36" y="37"/>
                      <a:pt x="16" y="82"/>
                      <a:pt x="2" y="87"/>
                    </a:cubicBezTo>
                    <a:cubicBezTo>
                      <a:pt x="2" y="87"/>
                      <a:pt x="4" y="94"/>
                      <a:pt x="2" y="98"/>
                    </a:cubicBezTo>
                    <a:cubicBezTo>
                      <a:pt x="1" y="101"/>
                      <a:pt x="0" y="130"/>
                      <a:pt x="11" y="142"/>
                    </a:cubicBezTo>
                    <a:cubicBezTo>
                      <a:pt x="23" y="154"/>
                      <a:pt x="8" y="190"/>
                      <a:pt x="27" y="202"/>
                    </a:cubicBezTo>
                    <a:cubicBezTo>
                      <a:pt x="46" y="213"/>
                      <a:pt x="54" y="239"/>
                      <a:pt x="56" y="250"/>
                    </a:cubicBezTo>
                    <a:cubicBezTo>
                      <a:pt x="58" y="260"/>
                      <a:pt x="72" y="269"/>
                      <a:pt x="85" y="272"/>
                    </a:cubicBezTo>
                    <a:cubicBezTo>
                      <a:pt x="99" y="274"/>
                      <a:pt x="126" y="293"/>
                      <a:pt x="143" y="332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6" name="Freeform 1588">
                <a:extLst>
                  <a:ext uri="{FF2B5EF4-FFF2-40B4-BE49-F238E27FC236}">
                    <a16:creationId xmlns:a16="http://schemas.microsoft.com/office/drawing/2014/main" id="{DD63E485-645E-4394-BCA0-03948B9FC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146"/>
                <a:ext cx="52" cy="37"/>
              </a:xfrm>
              <a:custGeom>
                <a:avLst/>
                <a:gdLst>
                  <a:gd name="T0" fmla="*/ 28 w 71"/>
                  <a:gd name="T1" fmla="*/ 13 h 50"/>
                  <a:gd name="T2" fmla="*/ 0 w 71"/>
                  <a:gd name="T3" fmla="*/ 20 h 50"/>
                  <a:gd name="T4" fmla="*/ 18 w 71"/>
                  <a:gd name="T5" fmla="*/ 0 h 50"/>
                  <a:gd name="T6" fmla="*/ 15 w 71"/>
                  <a:gd name="T7" fmla="*/ 10 h 50"/>
                  <a:gd name="T8" fmla="*/ 28 w 71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50">
                    <a:moveTo>
                      <a:pt x="71" y="32"/>
                    </a:moveTo>
                    <a:cubicBezTo>
                      <a:pt x="71" y="32"/>
                      <a:pt x="29" y="22"/>
                      <a:pt x="0" y="50"/>
                    </a:cubicBezTo>
                    <a:cubicBezTo>
                      <a:pt x="0" y="50"/>
                      <a:pt x="49" y="22"/>
                      <a:pt x="47" y="0"/>
                    </a:cubicBezTo>
                    <a:cubicBezTo>
                      <a:pt x="47" y="0"/>
                      <a:pt x="45" y="21"/>
                      <a:pt x="37" y="26"/>
                    </a:cubicBezTo>
                    <a:cubicBezTo>
                      <a:pt x="37" y="26"/>
                      <a:pt x="63" y="28"/>
                      <a:pt x="71" y="32"/>
                    </a:cubicBez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7" name="Freeform 1589">
                <a:extLst>
                  <a:ext uri="{FF2B5EF4-FFF2-40B4-BE49-F238E27FC236}">
                    <a16:creationId xmlns:a16="http://schemas.microsoft.com/office/drawing/2014/main" id="{703A3BAD-8F0A-4390-950E-4192AE982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985"/>
                <a:ext cx="79" cy="65"/>
              </a:xfrm>
              <a:custGeom>
                <a:avLst/>
                <a:gdLst>
                  <a:gd name="T0" fmla="*/ 43 w 107"/>
                  <a:gd name="T1" fmla="*/ 13 h 88"/>
                  <a:gd name="T2" fmla="*/ 30 w 107"/>
                  <a:gd name="T3" fmla="*/ 18 h 88"/>
                  <a:gd name="T4" fmla="*/ 25 w 107"/>
                  <a:gd name="T5" fmla="*/ 20 h 88"/>
                  <a:gd name="T6" fmla="*/ 21 w 107"/>
                  <a:gd name="T7" fmla="*/ 21 h 88"/>
                  <a:gd name="T8" fmla="*/ 16 w 107"/>
                  <a:gd name="T9" fmla="*/ 18 h 88"/>
                  <a:gd name="T10" fmla="*/ 10 w 107"/>
                  <a:gd name="T11" fmla="*/ 16 h 88"/>
                  <a:gd name="T12" fmla="*/ 4 w 107"/>
                  <a:gd name="T13" fmla="*/ 0 h 88"/>
                  <a:gd name="T14" fmla="*/ 7 w 107"/>
                  <a:gd name="T15" fmla="*/ 16 h 88"/>
                  <a:gd name="T16" fmla="*/ 19 w 107"/>
                  <a:gd name="T17" fmla="*/ 24 h 88"/>
                  <a:gd name="T18" fmla="*/ 12 w 107"/>
                  <a:gd name="T19" fmla="*/ 35 h 88"/>
                  <a:gd name="T20" fmla="*/ 27 w 107"/>
                  <a:gd name="T21" fmla="*/ 22 h 88"/>
                  <a:gd name="T22" fmla="*/ 41 w 107"/>
                  <a:gd name="T23" fmla="*/ 16 h 88"/>
                  <a:gd name="T24" fmla="*/ 43 w 107"/>
                  <a:gd name="T25" fmla="*/ 13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7" h="88">
                    <a:moveTo>
                      <a:pt x="107" y="33"/>
                    </a:moveTo>
                    <a:cubicBezTo>
                      <a:pt x="98" y="39"/>
                      <a:pt x="84" y="39"/>
                      <a:pt x="75" y="43"/>
                    </a:cubicBezTo>
                    <a:cubicBezTo>
                      <a:pt x="70" y="45"/>
                      <a:pt x="66" y="47"/>
                      <a:pt x="62" y="50"/>
                    </a:cubicBezTo>
                    <a:cubicBezTo>
                      <a:pt x="56" y="54"/>
                      <a:pt x="57" y="56"/>
                      <a:pt x="51" y="53"/>
                    </a:cubicBezTo>
                    <a:cubicBezTo>
                      <a:pt x="47" y="51"/>
                      <a:pt x="45" y="46"/>
                      <a:pt x="40" y="44"/>
                    </a:cubicBezTo>
                    <a:cubicBezTo>
                      <a:pt x="36" y="41"/>
                      <a:pt x="31" y="41"/>
                      <a:pt x="26" y="40"/>
                    </a:cubicBezTo>
                    <a:cubicBezTo>
                      <a:pt x="10" y="35"/>
                      <a:pt x="5" y="16"/>
                      <a:pt x="9" y="0"/>
                    </a:cubicBezTo>
                    <a:cubicBezTo>
                      <a:pt x="5" y="17"/>
                      <a:pt x="0" y="30"/>
                      <a:pt x="16" y="41"/>
                    </a:cubicBezTo>
                    <a:cubicBezTo>
                      <a:pt x="26" y="48"/>
                      <a:pt x="39" y="48"/>
                      <a:pt x="47" y="58"/>
                    </a:cubicBezTo>
                    <a:cubicBezTo>
                      <a:pt x="41" y="68"/>
                      <a:pt x="31" y="76"/>
                      <a:pt x="28" y="88"/>
                    </a:cubicBezTo>
                    <a:cubicBezTo>
                      <a:pt x="38" y="74"/>
                      <a:pt x="53" y="66"/>
                      <a:pt x="66" y="56"/>
                    </a:cubicBezTo>
                    <a:cubicBezTo>
                      <a:pt x="77" y="48"/>
                      <a:pt x="89" y="40"/>
                      <a:pt x="103" y="38"/>
                    </a:cubicBezTo>
                    <a:lnTo>
                      <a:pt x="107" y="33"/>
                    </a:lnTo>
                    <a:close/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8" name="Freeform 1590">
                <a:extLst>
                  <a:ext uri="{FF2B5EF4-FFF2-40B4-BE49-F238E27FC236}">
                    <a16:creationId xmlns:a16="http://schemas.microsoft.com/office/drawing/2014/main" id="{AAA95F8A-F164-484A-BF7E-AB5AAEAD2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997"/>
                <a:ext cx="43" cy="80"/>
              </a:xfrm>
              <a:custGeom>
                <a:avLst/>
                <a:gdLst>
                  <a:gd name="T0" fmla="*/ 24 w 58"/>
                  <a:gd name="T1" fmla="*/ 35 h 109"/>
                  <a:gd name="T2" fmla="*/ 10 w 58"/>
                  <a:gd name="T3" fmla="*/ 23 h 109"/>
                  <a:gd name="T4" fmla="*/ 2 w 58"/>
                  <a:gd name="T5" fmla="*/ 14 h 109"/>
                  <a:gd name="T6" fmla="*/ 5 w 58"/>
                  <a:gd name="T7" fmla="*/ 0 h 109"/>
                  <a:gd name="T8" fmla="*/ 1 w 58"/>
                  <a:gd name="T9" fmla="*/ 14 h 109"/>
                  <a:gd name="T10" fmla="*/ 8 w 58"/>
                  <a:gd name="T11" fmla="*/ 23 h 109"/>
                  <a:gd name="T12" fmla="*/ 22 w 58"/>
                  <a:gd name="T13" fmla="*/ 37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109">
                    <a:moveTo>
                      <a:pt x="58" y="90"/>
                    </a:moveTo>
                    <a:cubicBezTo>
                      <a:pt x="32" y="106"/>
                      <a:pt x="33" y="74"/>
                      <a:pt x="25" y="59"/>
                    </a:cubicBezTo>
                    <a:cubicBezTo>
                      <a:pt x="20" y="50"/>
                      <a:pt x="8" y="45"/>
                      <a:pt x="6" y="35"/>
                    </a:cubicBezTo>
                    <a:cubicBezTo>
                      <a:pt x="4" y="23"/>
                      <a:pt x="13" y="11"/>
                      <a:pt x="13" y="0"/>
                    </a:cubicBezTo>
                    <a:cubicBezTo>
                      <a:pt x="7" y="10"/>
                      <a:pt x="0" y="23"/>
                      <a:pt x="2" y="36"/>
                    </a:cubicBezTo>
                    <a:cubicBezTo>
                      <a:pt x="5" y="48"/>
                      <a:pt x="15" y="51"/>
                      <a:pt x="20" y="60"/>
                    </a:cubicBezTo>
                    <a:cubicBezTo>
                      <a:pt x="29" y="77"/>
                      <a:pt x="26" y="109"/>
                      <a:pt x="55" y="94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9" name="Freeform 1591">
                <a:extLst>
                  <a:ext uri="{FF2B5EF4-FFF2-40B4-BE49-F238E27FC236}">
                    <a16:creationId xmlns:a16="http://schemas.microsoft.com/office/drawing/2014/main" id="{C169BBA2-2C11-4BF8-9958-EA27F04B3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878"/>
                <a:ext cx="27" cy="106"/>
              </a:xfrm>
              <a:custGeom>
                <a:avLst/>
                <a:gdLst>
                  <a:gd name="T0" fmla="*/ 4 w 37"/>
                  <a:gd name="T1" fmla="*/ 0 h 143"/>
                  <a:gd name="T2" fmla="*/ 10 w 37"/>
                  <a:gd name="T3" fmla="*/ 27 h 143"/>
                  <a:gd name="T4" fmla="*/ 15 w 37"/>
                  <a:gd name="T5" fmla="*/ 59 h 143"/>
                  <a:gd name="T6" fmla="*/ 8 w 37"/>
                  <a:gd name="T7" fmla="*/ 30 h 143"/>
                  <a:gd name="T8" fmla="*/ 4 w 37"/>
                  <a:gd name="T9" fmla="*/ 3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43">
                    <a:moveTo>
                      <a:pt x="10" y="0"/>
                    </a:moveTo>
                    <a:cubicBezTo>
                      <a:pt x="8" y="24"/>
                      <a:pt x="22" y="44"/>
                      <a:pt x="26" y="66"/>
                    </a:cubicBezTo>
                    <a:cubicBezTo>
                      <a:pt x="31" y="92"/>
                      <a:pt x="16" y="122"/>
                      <a:pt x="37" y="143"/>
                    </a:cubicBezTo>
                    <a:cubicBezTo>
                      <a:pt x="10" y="125"/>
                      <a:pt x="29" y="99"/>
                      <a:pt x="21" y="74"/>
                    </a:cubicBezTo>
                    <a:cubicBezTo>
                      <a:pt x="16" y="57"/>
                      <a:pt x="0" y="24"/>
                      <a:pt x="11" y="7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0" name="Freeform 1592">
                <a:extLst>
                  <a:ext uri="{FF2B5EF4-FFF2-40B4-BE49-F238E27FC236}">
                    <a16:creationId xmlns:a16="http://schemas.microsoft.com/office/drawing/2014/main" id="{AF97A23D-C57E-4331-912B-0336FCCAF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902"/>
                <a:ext cx="44" cy="60"/>
              </a:xfrm>
              <a:custGeom>
                <a:avLst/>
                <a:gdLst>
                  <a:gd name="T0" fmla="*/ 23 w 59"/>
                  <a:gd name="T1" fmla="*/ 16 h 81"/>
                  <a:gd name="T2" fmla="*/ 19 w 59"/>
                  <a:gd name="T3" fmla="*/ 10 h 81"/>
                  <a:gd name="T4" fmla="*/ 14 w 59"/>
                  <a:gd name="T5" fmla="*/ 14 h 81"/>
                  <a:gd name="T6" fmla="*/ 9 w 59"/>
                  <a:gd name="T7" fmla="*/ 20 h 81"/>
                  <a:gd name="T8" fmla="*/ 12 w 59"/>
                  <a:gd name="T9" fmla="*/ 24 h 81"/>
                  <a:gd name="T10" fmla="*/ 7 w 59"/>
                  <a:gd name="T11" fmla="*/ 33 h 81"/>
                  <a:gd name="T12" fmla="*/ 8 w 59"/>
                  <a:gd name="T13" fmla="*/ 23 h 81"/>
                  <a:gd name="T14" fmla="*/ 0 w 59"/>
                  <a:gd name="T15" fmla="*/ 19 h 81"/>
                  <a:gd name="T16" fmla="*/ 10 w 59"/>
                  <a:gd name="T17" fmla="*/ 15 h 81"/>
                  <a:gd name="T18" fmla="*/ 17 w 59"/>
                  <a:gd name="T19" fmla="*/ 9 h 81"/>
                  <a:gd name="T20" fmla="*/ 19 w 59"/>
                  <a:gd name="T21" fmla="*/ 0 h 81"/>
                  <a:gd name="T22" fmla="*/ 19 w 59"/>
                  <a:gd name="T23" fmla="*/ 7 h 81"/>
                  <a:gd name="T24" fmla="*/ 22 w 59"/>
                  <a:gd name="T25" fmla="*/ 13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81">
                    <a:moveTo>
                      <a:pt x="56" y="38"/>
                    </a:moveTo>
                    <a:cubicBezTo>
                      <a:pt x="59" y="36"/>
                      <a:pt x="53" y="24"/>
                      <a:pt x="47" y="24"/>
                    </a:cubicBezTo>
                    <a:cubicBezTo>
                      <a:pt x="42" y="24"/>
                      <a:pt x="37" y="32"/>
                      <a:pt x="34" y="35"/>
                    </a:cubicBezTo>
                    <a:cubicBezTo>
                      <a:pt x="30" y="39"/>
                      <a:pt x="24" y="43"/>
                      <a:pt x="22" y="48"/>
                    </a:cubicBezTo>
                    <a:cubicBezTo>
                      <a:pt x="21" y="53"/>
                      <a:pt x="23" y="65"/>
                      <a:pt x="30" y="59"/>
                    </a:cubicBezTo>
                    <a:cubicBezTo>
                      <a:pt x="20" y="62"/>
                      <a:pt x="19" y="72"/>
                      <a:pt x="17" y="81"/>
                    </a:cubicBezTo>
                    <a:cubicBezTo>
                      <a:pt x="18" y="74"/>
                      <a:pt x="24" y="65"/>
                      <a:pt x="20" y="57"/>
                    </a:cubicBezTo>
                    <a:cubicBezTo>
                      <a:pt x="17" y="50"/>
                      <a:pt x="7" y="48"/>
                      <a:pt x="0" y="46"/>
                    </a:cubicBezTo>
                    <a:cubicBezTo>
                      <a:pt x="11" y="44"/>
                      <a:pt x="15" y="44"/>
                      <a:pt x="24" y="37"/>
                    </a:cubicBezTo>
                    <a:cubicBezTo>
                      <a:pt x="30" y="32"/>
                      <a:pt x="36" y="27"/>
                      <a:pt x="42" y="22"/>
                    </a:cubicBezTo>
                    <a:cubicBezTo>
                      <a:pt x="45" y="16"/>
                      <a:pt x="48" y="6"/>
                      <a:pt x="47" y="0"/>
                    </a:cubicBezTo>
                    <a:cubicBezTo>
                      <a:pt x="47" y="5"/>
                      <a:pt x="45" y="14"/>
                      <a:pt x="47" y="19"/>
                    </a:cubicBezTo>
                    <a:cubicBezTo>
                      <a:pt x="49" y="24"/>
                      <a:pt x="54" y="25"/>
                      <a:pt x="54" y="31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1" name="Freeform 1593">
                <a:extLst>
                  <a:ext uri="{FF2B5EF4-FFF2-40B4-BE49-F238E27FC236}">
                    <a16:creationId xmlns:a16="http://schemas.microsoft.com/office/drawing/2014/main" id="{93AB3516-8A0A-4431-8282-65A33CA34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1124"/>
                <a:ext cx="59" cy="44"/>
              </a:xfrm>
              <a:custGeom>
                <a:avLst/>
                <a:gdLst>
                  <a:gd name="T0" fmla="*/ 1 w 81"/>
                  <a:gd name="T1" fmla="*/ 5 h 60"/>
                  <a:gd name="T2" fmla="*/ 11 w 81"/>
                  <a:gd name="T3" fmla="*/ 5 h 60"/>
                  <a:gd name="T4" fmla="*/ 18 w 81"/>
                  <a:gd name="T5" fmla="*/ 11 h 60"/>
                  <a:gd name="T6" fmla="*/ 31 w 81"/>
                  <a:gd name="T7" fmla="*/ 23 h 60"/>
                  <a:gd name="T8" fmla="*/ 18 w 81"/>
                  <a:gd name="T9" fmla="*/ 9 h 60"/>
                  <a:gd name="T10" fmla="*/ 0 w 81"/>
                  <a:gd name="T11" fmla="*/ 6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60">
                    <a:moveTo>
                      <a:pt x="1" y="14"/>
                    </a:moveTo>
                    <a:cubicBezTo>
                      <a:pt x="10" y="13"/>
                      <a:pt x="18" y="8"/>
                      <a:pt x="28" y="12"/>
                    </a:cubicBezTo>
                    <a:cubicBezTo>
                      <a:pt x="36" y="15"/>
                      <a:pt x="42" y="22"/>
                      <a:pt x="47" y="29"/>
                    </a:cubicBezTo>
                    <a:cubicBezTo>
                      <a:pt x="56" y="41"/>
                      <a:pt x="63" y="60"/>
                      <a:pt x="81" y="59"/>
                    </a:cubicBezTo>
                    <a:cubicBezTo>
                      <a:pt x="60" y="55"/>
                      <a:pt x="60" y="35"/>
                      <a:pt x="47" y="22"/>
                    </a:cubicBezTo>
                    <a:cubicBezTo>
                      <a:pt x="37" y="10"/>
                      <a:pt x="11" y="0"/>
                      <a:pt x="0" y="15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2" name="Freeform 1594">
                <a:extLst>
                  <a:ext uri="{FF2B5EF4-FFF2-40B4-BE49-F238E27FC236}">
                    <a16:creationId xmlns:a16="http://schemas.microsoft.com/office/drawing/2014/main" id="{26C5F611-399A-4D56-B515-B70F2814C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097"/>
                <a:ext cx="76" cy="26"/>
              </a:xfrm>
              <a:custGeom>
                <a:avLst/>
                <a:gdLst>
                  <a:gd name="T0" fmla="*/ 0 w 103"/>
                  <a:gd name="T1" fmla="*/ 12 h 35"/>
                  <a:gd name="T2" fmla="*/ 19 w 103"/>
                  <a:gd name="T3" fmla="*/ 7 h 35"/>
                  <a:gd name="T4" fmla="*/ 30 w 103"/>
                  <a:gd name="T5" fmla="*/ 5 h 35"/>
                  <a:gd name="T6" fmla="*/ 41 w 103"/>
                  <a:gd name="T7" fmla="*/ 0 h 35"/>
                  <a:gd name="T8" fmla="*/ 24 w 103"/>
                  <a:gd name="T9" fmla="*/ 7 h 35"/>
                  <a:gd name="T10" fmla="*/ 15 w 103"/>
                  <a:gd name="T11" fmla="*/ 10 h 35"/>
                  <a:gd name="T12" fmla="*/ 5 w 103"/>
                  <a:gd name="T13" fmla="*/ 12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35">
                    <a:moveTo>
                      <a:pt x="0" y="30"/>
                    </a:moveTo>
                    <a:cubicBezTo>
                      <a:pt x="16" y="35"/>
                      <a:pt x="34" y="22"/>
                      <a:pt x="47" y="17"/>
                    </a:cubicBezTo>
                    <a:cubicBezTo>
                      <a:pt x="55" y="13"/>
                      <a:pt x="65" y="16"/>
                      <a:pt x="74" y="14"/>
                    </a:cubicBezTo>
                    <a:cubicBezTo>
                      <a:pt x="84" y="12"/>
                      <a:pt x="97" y="9"/>
                      <a:pt x="103" y="0"/>
                    </a:cubicBezTo>
                    <a:cubicBezTo>
                      <a:pt x="90" y="14"/>
                      <a:pt x="76" y="18"/>
                      <a:pt x="58" y="19"/>
                    </a:cubicBezTo>
                    <a:cubicBezTo>
                      <a:pt x="49" y="19"/>
                      <a:pt x="45" y="23"/>
                      <a:pt x="37" y="26"/>
                    </a:cubicBezTo>
                    <a:cubicBezTo>
                      <a:pt x="30" y="29"/>
                      <a:pt x="21" y="28"/>
                      <a:pt x="13" y="29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3" name="Freeform 1595">
                <a:extLst>
                  <a:ext uri="{FF2B5EF4-FFF2-40B4-BE49-F238E27FC236}">
                    <a16:creationId xmlns:a16="http://schemas.microsoft.com/office/drawing/2014/main" id="{99072FBB-FC1D-4E63-AFEC-ED919732B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918"/>
                <a:ext cx="44" cy="32"/>
              </a:xfrm>
              <a:custGeom>
                <a:avLst/>
                <a:gdLst>
                  <a:gd name="T0" fmla="*/ 17 w 60"/>
                  <a:gd name="T1" fmla="*/ 0 h 44"/>
                  <a:gd name="T2" fmla="*/ 12 w 60"/>
                  <a:gd name="T3" fmla="*/ 9 h 44"/>
                  <a:gd name="T4" fmla="*/ 0 w 60"/>
                  <a:gd name="T5" fmla="*/ 12 h 44"/>
                  <a:gd name="T6" fmla="*/ 12 w 60"/>
                  <a:gd name="T7" fmla="*/ 11 h 44"/>
                  <a:gd name="T8" fmla="*/ 23 w 60"/>
                  <a:gd name="T9" fmla="*/ 17 h 44"/>
                  <a:gd name="T10" fmla="*/ 18 w 60"/>
                  <a:gd name="T11" fmla="*/ 11 h 44"/>
                  <a:gd name="T12" fmla="*/ 17 w 60"/>
                  <a:gd name="T13" fmla="*/ 4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4">
                    <a:moveTo>
                      <a:pt x="43" y="0"/>
                    </a:moveTo>
                    <a:cubicBezTo>
                      <a:pt x="47" y="8"/>
                      <a:pt x="39" y="22"/>
                      <a:pt x="31" y="25"/>
                    </a:cubicBezTo>
                    <a:cubicBezTo>
                      <a:pt x="21" y="29"/>
                      <a:pt x="8" y="24"/>
                      <a:pt x="0" y="32"/>
                    </a:cubicBezTo>
                    <a:cubicBezTo>
                      <a:pt x="10" y="33"/>
                      <a:pt x="21" y="29"/>
                      <a:pt x="31" y="28"/>
                    </a:cubicBezTo>
                    <a:cubicBezTo>
                      <a:pt x="46" y="27"/>
                      <a:pt x="47" y="40"/>
                      <a:pt x="60" y="44"/>
                    </a:cubicBezTo>
                    <a:cubicBezTo>
                      <a:pt x="57" y="37"/>
                      <a:pt x="49" y="35"/>
                      <a:pt x="45" y="29"/>
                    </a:cubicBezTo>
                    <a:cubicBezTo>
                      <a:pt x="40" y="21"/>
                      <a:pt x="46" y="17"/>
                      <a:pt x="44" y="9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4" name="Freeform 1596">
                <a:extLst>
                  <a:ext uri="{FF2B5EF4-FFF2-40B4-BE49-F238E27FC236}">
                    <a16:creationId xmlns:a16="http://schemas.microsoft.com/office/drawing/2014/main" id="{5546730B-9569-4673-8D3E-7199E7EB7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864"/>
                <a:ext cx="39" cy="86"/>
              </a:xfrm>
              <a:custGeom>
                <a:avLst/>
                <a:gdLst>
                  <a:gd name="T0" fmla="*/ 0 w 53"/>
                  <a:gd name="T1" fmla="*/ 0 h 118"/>
                  <a:gd name="T2" fmla="*/ 8 w 53"/>
                  <a:gd name="T3" fmla="*/ 9 h 118"/>
                  <a:gd name="T4" fmla="*/ 14 w 53"/>
                  <a:gd name="T5" fmla="*/ 22 h 118"/>
                  <a:gd name="T6" fmla="*/ 16 w 53"/>
                  <a:gd name="T7" fmla="*/ 35 h 118"/>
                  <a:gd name="T8" fmla="*/ 10 w 53"/>
                  <a:gd name="T9" fmla="*/ 46 h 118"/>
                  <a:gd name="T10" fmla="*/ 13 w 53"/>
                  <a:gd name="T11" fmla="*/ 20 h 118"/>
                  <a:gd name="T12" fmla="*/ 10 w 53"/>
                  <a:gd name="T13" fmla="*/ 9 h 118"/>
                  <a:gd name="T14" fmla="*/ 1 w 53"/>
                  <a:gd name="T15" fmla="*/ 2 h 1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118">
                    <a:moveTo>
                      <a:pt x="0" y="0"/>
                    </a:moveTo>
                    <a:cubicBezTo>
                      <a:pt x="3" y="11"/>
                      <a:pt x="12" y="16"/>
                      <a:pt x="20" y="24"/>
                    </a:cubicBezTo>
                    <a:cubicBezTo>
                      <a:pt x="28" y="33"/>
                      <a:pt x="32" y="44"/>
                      <a:pt x="35" y="56"/>
                    </a:cubicBezTo>
                    <a:cubicBezTo>
                      <a:pt x="38" y="66"/>
                      <a:pt x="41" y="79"/>
                      <a:pt x="41" y="90"/>
                    </a:cubicBezTo>
                    <a:cubicBezTo>
                      <a:pt x="41" y="102"/>
                      <a:pt x="32" y="108"/>
                      <a:pt x="26" y="118"/>
                    </a:cubicBezTo>
                    <a:cubicBezTo>
                      <a:pt x="53" y="105"/>
                      <a:pt x="39" y="73"/>
                      <a:pt x="34" y="52"/>
                    </a:cubicBezTo>
                    <a:cubicBezTo>
                      <a:pt x="32" y="42"/>
                      <a:pt x="30" y="33"/>
                      <a:pt x="23" y="25"/>
                    </a:cubicBezTo>
                    <a:cubicBezTo>
                      <a:pt x="17" y="18"/>
                      <a:pt x="3" y="14"/>
                      <a:pt x="1" y="5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5" name="Freeform 1597">
                <a:extLst>
                  <a:ext uri="{FF2B5EF4-FFF2-40B4-BE49-F238E27FC236}">
                    <a16:creationId xmlns:a16="http://schemas.microsoft.com/office/drawing/2014/main" id="{6FD382F6-7C07-4CBE-9F52-6F5A95681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1053"/>
                <a:ext cx="42" cy="88"/>
              </a:xfrm>
              <a:custGeom>
                <a:avLst/>
                <a:gdLst>
                  <a:gd name="T0" fmla="*/ 5 w 57"/>
                  <a:gd name="T1" fmla="*/ 0 h 120"/>
                  <a:gd name="T2" fmla="*/ 8 w 57"/>
                  <a:gd name="T3" fmla="*/ 12 h 120"/>
                  <a:gd name="T4" fmla="*/ 1 w 57"/>
                  <a:gd name="T5" fmla="*/ 7 h 120"/>
                  <a:gd name="T6" fmla="*/ 7 w 57"/>
                  <a:gd name="T7" fmla="*/ 16 h 120"/>
                  <a:gd name="T8" fmla="*/ 10 w 57"/>
                  <a:gd name="T9" fmla="*/ 27 h 120"/>
                  <a:gd name="T10" fmla="*/ 0 w 57"/>
                  <a:gd name="T11" fmla="*/ 19 h 120"/>
                  <a:gd name="T12" fmla="*/ 11 w 57"/>
                  <a:gd name="T13" fmla="*/ 30 h 120"/>
                  <a:gd name="T14" fmla="*/ 23 w 57"/>
                  <a:gd name="T15" fmla="*/ 48 h 120"/>
                  <a:gd name="T16" fmla="*/ 12 w 57"/>
                  <a:gd name="T17" fmla="*/ 29 h 120"/>
                  <a:gd name="T18" fmla="*/ 10 w 57"/>
                  <a:gd name="T19" fmla="*/ 21 h 120"/>
                  <a:gd name="T20" fmla="*/ 7 w 57"/>
                  <a:gd name="T21" fmla="*/ 3 h 1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120">
                    <a:moveTo>
                      <a:pt x="13" y="0"/>
                    </a:moveTo>
                    <a:cubicBezTo>
                      <a:pt x="15" y="9"/>
                      <a:pt x="21" y="21"/>
                      <a:pt x="20" y="30"/>
                    </a:cubicBezTo>
                    <a:cubicBezTo>
                      <a:pt x="11" y="29"/>
                      <a:pt x="7" y="21"/>
                      <a:pt x="1" y="17"/>
                    </a:cubicBezTo>
                    <a:cubicBezTo>
                      <a:pt x="9" y="24"/>
                      <a:pt x="16" y="31"/>
                      <a:pt x="18" y="41"/>
                    </a:cubicBezTo>
                    <a:cubicBezTo>
                      <a:pt x="21" y="50"/>
                      <a:pt x="20" y="60"/>
                      <a:pt x="23" y="70"/>
                    </a:cubicBezTo>
                    <a:cubicBezTo>
                      <a:pt x="18" y="58"/>
                      <a:pt x="11" y="54"/>
                      <a:pt x="0" y="49"/>
                    </a:cubicBezTo>
                    <a:cubicBezTo>
                      <a:pt x="11" y="56"/>
                      <a:pt x="20" y="66"/>
                      <a:pt x="27" y="77"/>
                    </a:cubicBezTo>
                    <a:cubicBezTo>
                      <a:pt x="36" y="91"/>
                      <a:pt x="49" y="104"/>
                      <a:pt x="57" y="120"/>
                    </a:cubicBezTo>
                    <a:cubicBezTo>
                      <a:pt x="49" y="104"/>
                      <a:pt x="35" y="92"/>
                      <a:pt x="30" y="75"/>
                    </a:cubicBezTo>
                    <a:cubicBezTo>
                      <a:pt x="27" y="68"/>
                      <a:pt x="25" y="61"/>
                      <a:pt x="24" y="53"/>
                    </a:cubicBezTo>
                    <a:cubicBezTo>
                      <a:pt x="22" y="37"/>
                      <a:pt x="21" y="22"/>
                      <a:pt x="16" y="7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6" name="Freeform 1598">
                <a:extLst>
                  <a:ext uri="{FF2B5EF4-FFF2-40B4-BE49-F238E27FC236}">
                    <a16:creationId xmlns:a16="http://schemas.microsoft.com/office/drawing/2014/main" id="{1C4DD6C3-57E7-4A64-9D47-A9A4DB52F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1212"/>
                <a:ext cx="59" cy="86"/>
              </a:xfrm>
              <a:custGeom>
                <a:avLst/>
                <a:gdLst>
                  <a:gd name="T0" fmla="*/ 29 w 81"/>
                  <a:gd name="T1" fmla="*/ 0 h 116"/>
                  <a:gd name="T2" fmla="*/ 9 w 81"/>
                  <a:gd name="T3" fmla="*/ 12 h 116"/>
                  <a:gd name="T4" fmla="*/ 9 w 81"/>
                  <a:gd name="T5" fmla="*/ 25 h 116"/>
                  <a:gd name="T6" fmla="*/ 0 w 81"/>
                  <a:gd name="T7" fmla="*/ 36 h 116"/>
                  <a:gd name="T8" fmla="*/ 0 w 81"/>
                  <a:gd name="T9" fmla="*/ 47 h 116"/>
                  <a:gd name="T10" fmla="*/ 2 w 81"/>
                  <a:gd name="T11" fmla="*/ 35 h 116"/>
                  <a:gd name="T12" fmla="*/ 11 w 81"/>
                  <a:gd name="T13" fmla="*/ 14 h 116"/>
                  <a:gd name="T14" fmla="*/ 20 w 81"/>
                  <a:gd name="T15" fmla="*/ 11 h 116"/>
                  <a:gd name="T16" fmla="*/ 29 w 81"/>
                  <a:gd name="T17" fmla="*/ 1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116">
                    <a:moveTo>
                      <a:pt x="75" y="0"/>
                    </a:moveTo>
                    <a:cubicBezTo>
                      <a:pt x="81" y="6"/>
                      <a:pt x="35" y="31"/>
                      <a:pt x="24" y="30"/>
                    </a:cubicBezTo>
                    <a:cubicBezTo>
                      <a:pt x="29" y="43"/>
                      <a:pt x="33" y="49"/>
                      <a:pt x="24" y="62"/>
                    </a:cubicBezTo>
                    <a:cubicBezTo>
                      <a:pt x="17" y="72"/>
                      <a:pt x="9" y="79"/>
                      <a:pt x="0" y="87"/>
                    </a:cubicBezTo>
                    <a:cubicBezTo>
                      <a:pt x="7" y="96"/>
                      <a:pt x="5" y="107"/>
                      <a:pt x="0" y="116"/>
                    </a:cubicBezTo>
                    <a:cubicBezTo>
                      <a:pt x="9" y="104"/>
                      <a:pt x="7" y="99"/>
                      <a:pt x="6" y="86"/>
                    </a:cubicBezTo>
                    <a:cubicBezTo>
                      <a:pt x="20" y="83"/>
                      <a:pt x="36" y="49"/>
                      <a:pt x="29" y="35"/>
                    </a:cubicBezTo>
                    <a:cubicBezTo>
                      <a:pt x="37" y="31"/>
                      <a:pt x="46" y="32"/>
                      <a:pt x="54" y="27"/>
                    </a:cubicBezTo>
                    <a:cubicBezTo>
                      <a:pt x="63" y="22"/>
                      <a:pt x="68" y="11"/>
                      <a:pt x="75" y="4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7" name="Freeform 1599">
                <a:extLst>
                  <a:ext uri="{FF2B5EF4-FFF2-40B4-BE49-F238E27FC236}">
                    <a16:creationId xmlns:a16="http://schemas.microsoft.com/office/drawing/2014/main" id="{46E90178-E3B1-465E-B9D6-330379864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251"/>
                <a:ext cx="102" cy="21"/>
              </a:xfrm>
              <a:custGeom>
                <a:avLst/>
                <a:gdLst>
                  <a:gd name="T0" fmla="*/ 55 w 138"/>
                  <a:gd name="T1" fmla="*/ 6 h 29"/>
                  <a:gd name="T2" fmla="*/ 35 w 138"/>
                  <a:gd name="T3" fmla="*/ 7 h 29"/>
                  <a:gd name="T4" fmla="*/ 22 w 138"/>
                  <a:gd name="T5" fmla="*/ 3 h 29"/>
                  <a:gd name="T6" fmla="*/ 0 w 138"/>
                  <a:gd name="T7" fmla="*/ 3 h 29"/>
                  <a:gd name="T8" fmla="*/ 13 w 138"/>
                  <a:gd name="T9" fmla="*/ 2 h 29"/>
                  <a:gd name="T10" fmla="*/ 24 w 138"/>
                  <a:gd name="T11" fmla="*/ 4 h 29"/>
                  <a:gd name="T12" fmla="*/ 47 w 138"/>
                  <a:gd name="T13" fmla="*/ 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29">
                    <a:moveTo>
                      <a:pt x="138" y="15"/>
                    </a:moveTo>
                    <a:cubicBezTo>
                      <a:pt x="124" y="21"/>
                      <a:pt x="103" y="21"/>
                      <a:pt x="88" y="20"/>
                    </a:cubicBezTo>
                    <a:cubicBezTo>
                      <a:pt x="76" y="19"/>
                      <a:pt x="65" y="13"/>
                      <a:pt x="55" y="8"/>
                    </a:cubicBezTo>
                    <a:cubicBezTo>
                      <a:pt x="39" y="1"/>
                      <a:pt x="16" y="0"/>
                      <a:pt x="0" y="7"/>
                    </a:cubicBezTo>
                    <a:cubicBezTo>
                      <a:pt x="11" y="8"/>
                      <a:pt x="21" y="6"/>
                      <a:pt x="32" y="6"/>
                    </a:cubicBezTo>
                    <a:cubicBezTo>
                      <a:pt x="41" y="7"/>
                      <a:pt x="50" y="9"/>
                      <a:pt x="60" y="11"/>
                    </a:cubicBezTo>
                    <a:cubicBezTo>
                      <a:pt x="76" y="15"/>
                      <a:pt x="100" y="29"/>
                      <a:pt x="117" y="21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8" name="Freeform 1600">
                <a:extLst>
                  <a:ext uri="{FF2B5EF4-FFF2-40B4-BE49-F238E27FC236}">
                    <a16:creationId xmlns:a16="http://schemas.microsoft.com/office/drawing/2014/main" id="{81B2BDC2-1062-45FB-BEC3-137F5C901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1114"/>
                <a:ext cx="48" cy="41"/>
              </a:xfrm>
              <a:custGeom>
                <a:avLst/>
                <a:gdLst>
                  <a:gd name="T0" fmla="*/ 2 w 66"/>
                  <a:gd name="T1" fmla="*/ 0 h 55"/>
                  <a:gd name="T2" fmla="*/ 2 w 66"/>
                  <a:gd name="T3" fmla="*/ 8 h 55"/>
                  <a:gd name="T4" fmla="*/ 1 w 66"/>
                  <a:gd name="T5" fmla="*/ 18 h 55"/>
                  <a:gd name="T6" fmla="*/ 9 w 66"/>
                  <a:gd name="T7" fmla="*/ 19 h 55"/>
                  <a:gd name="T8" fmla="*/ 15 w 66"/>
                  <a:gd name="T9" fmla="*/ 23 h 55"/>
                  <a:gd name="T10" fmla="*/ 25 w 66"/>
                  <a:gd name="T11" fmla="*/ 16 h 55"/>
                  <a:gd name="T12" fmla="*/ 15 w 66"/>
                  <a:gd name="T13" fmla="*/ 22 h 55"/>
                  <a:gd name="T14" fmla="*/ 9 w 66"/>
                  <a:gd name="T15" fmla="*/ 21 h 55"/>
                  <a:gd name="T16" fmla="*/ 3 w 66"/>
                  <a:gd name="T17" fmla="*/ 19 h 55"/>
                  <a:gd name="T18" fmla="*/ 2 w 66"/>
                  <a:gd name="T19" fmla="*/ 9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55">
                    <a:moveTo>
                      <a:pt x="5" y="0"/>
                    </a:moveTo>
                    <a:cubicBezTo>
                      <a:pt x="7" y="6"/>
                      <a:pt x="6" y="13"/>
                      <a:pt x="6" y="20"/>
                    </a:cubicBezTo>
                    <a:cubicBezTo>
                      <a:pt x="5" y="25"/>
                      <a:pt x="1" y="38"/>
                      <a:pt x="4" y="43"/>
                    </a:cubicBezTo>
                    <a:cubicBezTo>
                      <a:pt x="7" y="50"/>
                      <a:pt x="16" y="43"/>
                      <a:pt x="23" y="45"/>
                    </a:cubicBezTo>
                    <a:cubicBezTo>
                      <a:pt x="29" y="47"/>
                      <a:pt x="34" y="55"/>
                      <a:pt x="40" y="55"/>
                    </a:cubicBezTo>
                    <a:cubicBezTo>
                      <a:pt x="49" y="55"/>
                      <a:pt x="59" y="43"/>
                      <a:pt x="66" y="38"/>
                    </a:cubicBezTo>
                    <a:cubicBezTo>
                      <a:pt x="58" y="44"/>
                      <a:pt x="50" y="50"/>
                      <a:pt x="40" y="52"/>
                    </a:cubicBezTo>
                    <a:cubicBezTo>
                      <a:pt x="32" y="53"/>
                      <a:pt x="30" y="50"/>
                      <a:pt x="23" y="49"/>
                    </a:cubicBezTo>
                    <a:cubicBezTo>
                      <a:pt x="17" y="48"/>
                      <a:pt x="13" y="51"/>
                      <a:pt x="8" y="47"/>
                    </a:cubicBezTo>
                    <a:cubicBezTo>
                      <a:pt x="0" y="41"/>
                      <a:pt x="5" y="32"/>
                      <a:pt x="5" y="22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9" name="Freeform 1601">
                <a:extLst>
                  <a:ext uri="{FF2B5EF4-FFF2-40B4-BE49-F238E27FC236}">
                    <a16:creationId xmlns:a16="http://schemas.microsoft.com/office/drawing/2014/main" id="{2C3FF0F4-2846-40C3-AC02-3B3614F3A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041"/>
                <a:ext cx="126" cy="114"/>
              </a:xfrm>
              <a:custGeom>
                <a:avLst/>
                <a:gdLst>
                  <a:gd name="T0" fmla="*/ 0 w 172"/>
                  <a:gd name="T1" fmla="*/ 50 h 155"/>
                  <a:gd name="T2" fmla="*/ 18 w 172"/>
                  <a:gd name="T3" fmla="*/ 41 h 155"/>
                  <a:gd name="T4" fmla="*/ 23 w 172"/>
                  <a:gd name="T5" fmla="*/ 32 h 155"/>
                  <a:gd name="T6" fmla="*/ 31 w 172"/>
                  <a:gd name="T7" fmla="*/ 27 h 155"/>
                  <a:gd name="T8" fmla="*/ 39 w 172"/>
                  <a:gd name="T9" fmla="*/ 18 h 155"/>
                  <a:gd name="T10" fmla="*/ 48 w 172"/>
                  <a:gd name="T11" fmla="*/ 14 h 155"/>
                  <a:gd name="T12" fmla="*/ 67 w 172"/>
                  <a:gd name="T13" fmla="*/ 5 h 155"/>
                  <a:gd name="T14" fmla="*/ 50 w 172"/>
                  <a:gd name="T15" fmla="*/ 13 h 155"/>
                  <a:gd name="T16" fmla="*/ 53 w 172"/>
                  <a:gd name="T17" fmla="*/ 28 h 155"/>
                  <a:gd name="T18" fmla="*/ 49 w 172"/>
                  <a:gd name="T19" fmla="*/ 15 h 155"/>
                  <a:gd name="T20" fmla="*/ 32 w 172"/>
                  <a:gd name="T21" fmla="*/ 29 h 155"/>
                  <a:gd name="T22" fmla="*/ 23 w 172"/>
                  <a:gd name="T23" fmla="*/ 34 h 155"/>
                  <a:gd name="T24" fmla="*/ 21 w 172"/>
                  <a:gd name="T25" fmla="*/ 52 h 155"/>
                  <a:gd name="T26" fmla="*/ 18 w 172"/>
                  <a:gd name="T27" fmla="*/ 46 h 155"/>
                  <a:gd name="T28" fmla="*/ 12 w 172"/>
                  <a:gd name="T29" fmla="*/ 62 h 155"/>
                  <a:gd name="T30" fmla="*/ 5 w 172"/>
                  <a:gd name="T31" fmla="*/ 54 h 1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2" h="155">
                    <a:moveTo>
                      <a:pt x="0" y="127"/>
                    </a:moveTo>
                    <a:cubicBezTo>
                      <a:pt x="19" y="127"/>
                      <a:pt x="36" y="119"/>
                      <a:pt x="46" y="104"/>
                    </a:cubicBezTo>
                    <a:cubicBezTo>
                      <a:pt x="50" y="96"/>
                      <a:pt x="53" y="87"/>
                      <a:pt x="59" y="80"/>
                    </a:cubicBezTo>
                    <a:cubicBezTo>
                      <a:pt x="65" y="73"/>
                      <a:pt x="72" y="72"/>
                      <a:pt x="79" y="68"/>
                    </a:cubicBezTo>
                    <a:cubicBezTo>
                      <a:pt x="89" y="64"/>
                      <a:pt x="92" y="52"/>
                      <a:pt x="99" y="44"/>
                    </a:cubicBezTo>
                    <a:cubicBezTo>
                      <a:pt x="105" y="37"/>
                      <a:pt x="113" y="38"/>
                      <a:pt x="122" y="35"/>
                    </a:cubicBezTo>
                    <a:cubicBezTo>
                      <a:pt x="135" y="31"/>
                      <a:pt x="155" y="0"/>
                      <a:pt x="172" y="12"/>
                    </a:cubicBezTo>
                    <a:cubicBezTo>
                      <a:pt x="157" y="17"/>
                      <a:pt x="134" y="15"/>
                      <a:pt x="127" y="34"/>
                    </a:cubicBezTo>
                    <a:cubicBezTo>
                      <a:pt x="123" y="47"/>
                      <a:pt x="126" y="59"/>
                      <a:pt x="135" y="69"/>
                    </a:cubicBezTo>
                    <a:cubicBezTo>
                      <a:pt x="133" y="58"/>
                      <a:pt x="125" y="50"/>
                      <a:pt x="125" y="38"/>
                    </a:cubicBezTo>
                    <a:cubicBezTo>
                      <a:pt x="108" y="41"/>
                      <a:pt x="95" y="63"/>
                      <a:pt x="80" y="72"/>
                    </a:cubicBezTo>
                    <a:cubicBezTo>
                      <a:pt x="74" y="75"/>
                      <a:pt x="64" y="80"/>
                      <a:pt x="58" y="86"/>
                    </a:cubicBezTo>
                    <a:cubicBezTo>
                      <a:pt x="49" y="96"/>
                      <a:pt x="50" y="120"/>
                      <a:pt x="54" y="132"/>
                    </a:cubicBezTo>
                    <a:cubicBezTo>
                      <a:pt x="52" y="127"/>
                      <a:pt x="48" y="122"/>
                      <a:pt x="46" y="116"/>
                    </a:cubicBezTo>
                    <a:cubicBezTo>
                      <a:pt x="37" y="130"/>
                      <a:pt x="26" y="136"/>
                      <a:pt x="32" y="155"/>
                    </a:cubicBezTo>
                    <a:cubicBezTo>
                      <a:pt x="28" y="148"/>
                      <a:pt x="27" y="121"/>
                      <a:pt x="13" y="134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0" name="Freeform 1602">
                <a:extLst>
                  <a:ext uri="{FF2B5EF4-FFF2-40B4-BE49-F238E27FC236}">
                    <a16:creationId xmlns:a16="http://schemas.microsoft.com/office/drawing/2014/main" id="{2D4CB0E7-6A65-4D39-8C20-8CC6BF479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718"/>
                <a:ext cx="46" cy="54"/>
              </a:xfrm>
              <a:custGeom>
                <a:avLst/>
                <a:gdLst>
                  <a:gd name="T0" fmla="*/ 25 w 63"/>
                  <a:gd name="T1" fmla="*/ 0 h 73"/>
                  <a:gd name="T2" fmla="*/ 8 w 63"/>
                  <a:gd name="T3" fmla="*/ 16 h 73"/>
                  <a:gd name="T4" fmla="*/ 0 w 63"/>
                  <a:gd name="T5" fmla="*/ 27 h 73"/>
                  <a:gd name="T6" fmla="*/ 4 w 63"/>
                  <a:gd name="T7" fmla="*/ 30 h 73"/>
                  <a:gd name="T8" fmla="*/ 9 w 63"/>
                  <a:gd name="T9" fmla="*/ 16 h 73"/>
                  <a:gd name="T10" fmla="*/ 17 w 63"/>
                  <a:gd name="T11" fmla="*/ 11 h 73"/>
                  <a:gd name="T12" fmla="*/ 25 w 63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73">
                    <a:moveTo>
                      <a:pt x="63" y="0"/>
                    </a:moveTo>
                    <a:cubicBezTo>
                      <a:pt x="55" y="19"/>
                      <a:pt x="32" y="23"/>
                      <a:pt x="20" y="38"/>
                    </a:cubicBezTo>
                    <a:cubicBezTo>
                      <a:pt x="13" y="46"/>
                      <a:pt x="14" y="63"/>
                      <a:pt x="0" y="65"/>
                    </a:cubicBezTo>
                    <a:cubicBezTo>
                      <a:pt x="3" y="68"/>
                      <a:pt x="8" y="72"/>
                      <a:pt x="11" y="73"/>
                    </a:cubicBezTo>
                    <a:cubicBezTo>
                      <a:pt x="12" y="60"/>
                      <a:pt x="14" y="47"/>
                      <a:pt x="25" y="39"/>
                    </a:cubicBezTo>
                    <a:cubicBezTo>
                      <a:pt x="30" y="34"/>
                      <a:pt x="37" y="31"/>
                      <a:pt x="42" y="27"/>
                    </a:cubicBezTo>
                    <a:cubicBezTo>
                      <a:pt x="51" y="20"/>
                      <a:pt x="58" y="11"/>
                      <a:pt x="63" y="0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1" name="Freeform 1603">
                <a:extLst>
                  <a:ext uri="{FF2B5EF4-FFF2-40B4-BE49-F238E27FC236}">
                    <a16:creationId xmlns:a16="http://schemas.microsoft.com/office/drawing/2014/main" id="{029F26DB-683B-40AF-B1AC-FA0F5209F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962"/>
                <a:ext cx="68" cy="41"/>
              </a:xfrm>
              <a:custGeom>
                <a:avLst/>
                <a:gdLst>
                  <a:gd name="T0" fmla="*/ 37 w 93"/>
                  <a:gd name="T1" fmla="*/ 7 h 56"/>
                  <a:gd name="T2" fmla="*/ 21 w 93"/>
                  <a:gd name="T3" fmla="*/ 22 h 56"/>
                  <a:gd name="T4" fmla="*/ 14 w 93"/>
                  <a:gd name="T5" fmla="*/ 10 h 56"/>
                  <a:gd name="T6" fmla="*/ 9 w 93"/>
                  <a:gd name="T7" fmla="*/ 4 h 56"/>
                  <a:gd name="T8" fmla="*/ 0 w 93"/>
                  <a:gd name="T9" fmla="*/ 0 h 56"/>
                  <a:gd name="T10" fmla="*/ 9 w 93"/>
                  <a:gd name="T11" fmla="*/ 3 h 56"/>
                  <a:gd name="T12" fmla="*/ 15 w 93"/>
                  <a:gd name="T13" fmla="*/ 10 h 56"/>
                  <a:gd name="T14" fmla="*/ 34 w 93"/>
                  <a:gd name="T15" fmla="*/ 7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56">
                    <a:moveTo>
                      <a:pt x="93" y="16"/>
                    </a:moveTo>
                    <a:cubicBezTo>
                      <a:pt x="74" y="18"/>
                      <a:pt x="53" y="35"/>
                      <a:pt x="54" y="56"/>
                    </a:cubicBezTo>
                    <a:cubicBezTo>
                      <a:pt x="58" y="32"/>
                      <a:pt x="50" y="38"/>
                      <a:pt x="35" y="25"/>
                    </a:cubicBezTo>
                    <a:cubicBezTo>
                      <a:pt x="29" y="20"/>
                      <a:pt x="28" y="13"/>
                      <a:pt x="22" y="9"/>
                    </a:cubicBezTo>
                    <a:cubicBezTo>
                      <a:pt x="16" y="4"/>
                      <a:pt x="7" y="5"/>
                      <a:pt x="0" y="0"/>
                    </a:cubicBezTo>
                    <a:cubicBezTo>
                      <a:pt x="7" y="3"/>
                      <a:pt x="16" y="4"/>
                      <a:pt x="23" y="8"/>
                    </a:cubicBezTo>
                    <a:cubicBezTo>
                      <a:pt x="29" y="12"/>
                      <a:pt x="32" y="21"/>
                      <a:pt x="38" y="26"/>
                    </a:cubicBezTo>
                    <a:cubicBezTo>
                      <a:pt x="53" y="35"/>
                      <a:pt x="75" y="24"/>
                      <a:pt x="87" y="17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2" name="Freeform 1604">
                <a:extLst>
                  <a:ext uri="{FF2B5EF4-FFF2-40B4-BE49-F238E27FC236}">
                    <a16:creationId xmlns:a16="http://schemas.microsoft.com/office/drawing/2014/main" id="{EF62E3EE-B499-44A8-93F2-96DCB875A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759"/>
                <a:ext cx="45" cy="37"/>
              </a:xfrm>
              <a:custGeom>
                <a:avLst/>
                <a:gdLst>
                  <a:gd name="T0" fmla="*/ 18 w 61"/>
                  <a:gd name="T1" fmla="*/ 0 h 51"/>
                  <a:gd name="T2" fmla="*/ 13 w 61"/>
                  <a:gd name="T3" fmla="*/ 11 h 51"/>
                  <a:gd name="T4" fmla="*/ 0 w 61"/>
                  <a:gd name="T5" fmla="*/ 4 h 51"/>
                  <a:gd name="T6" fmla="*/ 24 w 61"/>
                  <a:gd name="T7" fmla="*/ 20 h 51"/>
                  <a:gd name="T8" fmla="*/ 18 w 61"/>
                  <a:gd name="T9" fmla="*/ 3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1">
                    <a:moveTo>
                      <a:pt x="45" y="0"/>
                    </a:moveTo>
                    <a:cubicBezTo>
                      <a:pt x="43" y="10"/>
                      <a:pt x="37" y="20"/>
                      <a:pt x="34" y="29"/>
                    </a:cubicBezTo>
                    <a:cubicBezTo>
                      <a:pt x="22" y="23"/>
                      <a:pt x="13" y="14"/>
                      <a:pt x="0" y="11"/>
                    </a:cubicBezTo>
                    <a:cubicBezTo>
                      <a:pt x="18" y="27"/>
                      <a:pt x="38" y="43"/>
                      <a:pt x="61" y="51"/>
                    </a:cubicBezTo>
                    <a:cubicBezTo>
                      <a:pt x="42" y="38"/>
                      <a:pt x="36" y="28"/>
                      <a:pt x="45" y="8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3" name="Freeform 1605">
                <a:extLst>
                  <a:ext uri="{FF2B5EF4-FFF2-40B4-BE49-F238E27FC236}">
                    <a16:creationId xmlns:a16="http://schemas.microsoft.com/office/drawing/2014/main" id="{0F36E2C3-1600-4688-B958-16B11B7E2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990"/>
                <a:ext cx="18" cy="58"/>
              </a:xfrm>
              <a:custGeom>
                <a:avLst/>
                <a:gdLst>
                  <a:gd name="T0" fmla="*/ 2 w 24"/>
                  <a:gd name="T1" fmla="*/ 0 h 79"/>
                  <a:gd name="T2" fmla="*/ 5 w 24"/>
                  <a:gd name="T3" fmla="*/ 32 h 79"/>
                  <a:gd name="T4" fmla="*/ 3 w 24"/>
                  <a:gd name="T5" fmla="*/ 11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79">
                    <a:moveTo>
                      <a:pt x="5" y="0"/>
                    </a:moveTo>
                    <a:cubicBezTo>
                      <a:pt x="0" y="13"/>
                      <a:pt x="0" y="70"/>
                      <a:pt x="12" y="79"/>
                    </a:cubicBezTo>
                    <a:cubicBezTo>
                      <a:pt x="24" y="71"/>
                      <a:pt x="8" y="40"/>
                      <a:pt x="7" y="28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4" name="Freeform 1606">
                <a:extLst>
                  <a:ext uri="{FF2B5EF4-FFF2-40B4-BE49-F238E27FC236}">
                    <a16:creationId xmlns:a16="http://schemas.microsoft.com/office/drawing/2014/main" id="{C0492B19-B8C2-4341-86BE-BC407DD6F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070"/>
                <a:ext cx="24" cy="29"/>
              </a:xfrm>
              <a:custGeom>
                <a:avLst/>
                <a:gdLst>
                  <a:gd name="T0" fmla="*/ 12 w 33"/>
                  <a:gd name="T1" fmla="*/ 14 h 40"/>
                  <a:gd name="T2" fmla="*/ 0 w 33"/>
                  <a:gd name="T3" fmla="*/ 0 h 40"/>
                  <a:gd name="T4" fmla="*/ 12 w 33"/>
                  <a:gd name="T5" fmla="*/ 1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0">
                    <a:moveTo>
                      <a:pt x="33" y="36"/>
                    </a:moveTo>
                    <a:cubicBezTo>
                      <a:pt x="14" y="40"/>
                      <a:pt x="14" y="8"/>
                      <a:pt x="0" y="0"/>
                    </a:cubicBezTo>
                    <a:cubicBezTo>
                      <a:pt x="8" y="12"/>
                      <a:pt x="24" y="24"/>
                      <a:pt x="30" y="38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5" name="Freeform 1607">
                <a:extLst>
                  <a:ext uri="{FF2B5EF4-FFF2-40B4-BE49-F238E27FC236}">
                    <a16:creationId xmlns:a16="http://schemas.microsoft.com/office/drawing/2014/main" id="{771353ED-7701-4014-B699-6043DF840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988"/>
                <a:ext cx="19" cy="22"/>
              </a:xfrm>
              <a:custGeom>
                <a:avLst/>
                <a:gdLst>
                  <a:gd name="T0" fmla="*/ 11 w 25"/>
                  <a:gd name="T1" fmla="*/ 1 h 30"/>
                  <a:gd name="T2" fmla="*/ 1 w 25"/>
                  <a:gd name="T3" fmla="*/ 12 h 30"/>
                  <a:gd name="T4" fmla="*/ 2 w 25"/>
                  <a:gd name="T5" fmla="*/ 2 h 30"/>
                  <a:gd name="T6" fmla="*/ 1 w 25"/>
                  <a:gd name="T7" fmla="*/ 2 h 30"/>
                  <a:gd name="T8" fmla="*/ 1 w 25"/>
                  <a:gd name="T9" fmla="*/ 2 h 30"/>
                  <a:gd name="T10" fmla="*/ 8 w 25"/>
                  <a:gd name="T11" fmla="*/ 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0">
                    <a:moveTo>
                      <a:pt x="25" y="1"/>
                    </a:moveTo>
                    <a:cubicBezTo>
                      <a:pt x="7" y="0"/>
                      <a:pt x="7" y="19"/>
                      <a:pt x="1" y="30"/>
                    </a:cubicBezTo>
                    <a:cubicBezTo>
                      <a:pt x="5" y="23"/>
                      <a:pt x="6" y="1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6" y="12"/>
                      <a:pt x="14" y="9"/>
                      <a:pt x="19" y="3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6" name="Freeform 1608">
                <a:extLst>
                  <a:ext uri="{FF2B5EF4-FFF2-40B4-BE49-F238E27FC236}">
                    <a16:creationId xmlns:a16="http://schemas.microsoft.com/office/drawing/2014/main" id="{BAF35CF5-9E27-4D4D-8D7B-AC791DE7E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958"/>
                <a:ext cx="26" cy="33"/>
              </a:xfrm>
              <a:custGeom>
                <a:avLst/>
                <a:gdLst>
                  <a:gd name="T0" fmla="*/ 4 w 36"/>
                  <a:gd name="T1" fmla="*/ 0 h 45"/>
                  <a:gd name="T2" fmla="*/ 14 w 36"/>
                  <a:gd name="T3" fmla="*/ 5 h 45"/>
                  <a:gd name="T4" fmla="*/ 13 w 36"/>
                  <a:gd name="T5" fmla="*/ 18 h 45"/>
                  <a:gd name="T6" fmla="*/ 9 w 36"/>
                  <a:gd name="T7" fmla="*/ 11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5">
                    <a:moveTo>
                      <a:pt x="11" y="0"/>
                    </a:moveTo>
                    <a:cubicBezTo>
                      <a:pt x="0" y="21"/>
                      <a:pt x="33" y="41"/>
                      <a:pt x="36" y="12"/>
                    </a:cubicBezTo>
                    <a:cubicBezTo>
                      <a:pt x="31" y="23"/>
                      <a:pt x="22" y="39"/>
                      <a:pt x="35" y="45"/>
                    </a:cubicBezTo>
                    <a:cubicBezTo>
                      <a:pt x="35" y="38"/>
                      <a:pt x="28" y="28"/>
                      <a:pt x="23" y="28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7" name="Freeform 1609">
                <a:extLst>
                  <a:ext uri="{FF2B5EF4-FFF2-40B4-BE49-F238E27FC236}">
                    <a16:creationId xmlns:a16="http://schemas.microsoft.com/office/drawing/2014/main" id="{8FBB1191-B663-4588-966F-CA4C450E0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882"/>
                <a:ext cx="31" cy="61"/>
              </a:xfrm>
              <a:custGeom>
                <a:avLst/>
                <a:gdLst>
                  <a:gd name="T0" fmla="*/ 17 w 42"/>
                  <a:gd name="T1" fmla="*/ 0 h 83"/>
                  <a:gd name="T2" fmla="*/ 10 w 42"/>
                  <a:gd name="T3" fmla="*/ 11 h 83"/>
                  <a:gd name="T4" fmla="*/ 9 w 42"/>
                  <a:gd name="T5" fmla="*/ 3 h 83"/>
                  <a:gd name="T6" fmla="*/ 9 w 42"/>
                  <a:gd name="T7" fmla="*/ 18 h 83"/>
                  <a:gd name="T8" fmla="*/ 0 w 42"/>
                  <a:gd name="T9" fmla="*/ 33 h 83"/>
                  <a:gd name="T10" fmla="*/ 17 w 42"/>
                  <a:gd name="T11" fmla="*/ 4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83">
                    <a:moveTo>
                      <a:pt x="42" y="0"/>
                    </a:moveTo>
                    <a:cubicBezTo>
                      <a:pt x="41" y="8"/>
                      <a:pt x="33" y="22"/>
                      <a:pt x="25" y="27"/>
                    </a:cubicBezTo>
                    <a:cubicBezTo>
                      <a:pt x="21" y="21"/>
                      <a:pt x="20" y="14"/>
                      <a:pt x="21" y="8"/>
                    </a:cubicBezTo>
                    <a:cubicBezTo>
                      <a:pt x="20" y="21"/>
                      <a:pt x="25" y="33"/>
                      <a:pt x="22" y="46"/>
                    </a:cubicBezTo>
                    <a:cubicBezTo>
                      <a:pt x="18" y="58"/>
                      <a:pt x="8" y="73"/>
                      <a:pt x="0" y="83"/>
                    </a:cubicBezTo>
                    <a:cubicBezTo>
                      <a:pt x="14" y="58"/>
                      <a:pt x="25" y="32"/>
                      <a:pt x="42" y="11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8" name="Freeform 1610">
                <a:extLst>
                  <a:ext uri="{FF2B5EF4-FFF2-40B4-BE49-F238E27FC236}">
                    <a16:creationId xmlns:a16="http://schemas.microsoft.com/office/drawing/2014/main" id="{81681C6F-8BC1-4DAF-8671-337FC245A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002"/>
                <a:ext cx="55" cy="66"/>
              </a:xfrm>
              <a:custGeom>
                <a:avLst/>
                <a:gdLst>
                  <a:gd name="T0" fmla="*/ 28 w 74"/>
                  <a:gd name="T1" fmla="*/ 19 h 89"/>
                  <a:gd name="T2" fmla="*/ 27 w 74"/>
                  <a:gd name="T3" fmla="*/ 0 h 89"/>
                  <a:gd name="T4" fmla="*/ 7 w 74"/>
                  <a:gd name="T5" fmla="*/ 7 h 89"/>
                  <a:gd name="T6" fmla="*/ 0 w 74"/>
                  <a:gd name="T7" fmla="*/ 36 h 89"/>
                  <a:gd name="T8" fmla="*/ 7 w 74"/>
                  <a:gd name="T9" fmla="*/ 20 h 89"/>
                  <a:gd name="T10" fmla="*/ 11 w 74"/>
                  <a:gd name="T11" fmla="*/ 9 h 89"/>
                  <a:gd name="T12" fmla="*/ 25 w 74"/>
                  <a:gd name="T13" fmla="*/ 1 h 89"/>
                  <a:gd name="T14" fmla="*/ 28 w 74"/>
                  <a:gd name="T15" fmla="*/ 22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9">
                    <a:moveTo>
                      <a:pt x="69" y="47"/>
                    </a:moveTo>
                    <a:cubicBezTo>
                      <a:pt x="74" y="33"/>
                      <a:pt x="69" y="14"/>
                      <a:pt x="65" y="0"/>
                    </a:cubicBezTo>
                    <a:cubicBezTo>
                      <a:pt x="54" y="1"/>
                      <a:pt x="25" y="10"/>
                      <a:pt x="18" y="19"/>
                    </a:cubicBezTo>
                    <a:cubicBezTo>
                      <a:pt x="7" y="34"/>
                      <a:pt x="5" y="71"/>
                      <a:pt x="0" y="89"/>
                    </a:cubicBezTo>
                    <a:cubicBezTo>
                      <a:pt x="5" y="76"/>
                      <a:pt x="13" y="63"/>
                      <a:pt x="18" y="49"/>
                    </a:cubicBezTo>
                    <a:cubicBezTo>
                      <a:pt x="20" y="41"/>
                      <a:pt x="22" y="28"/>
                      <a:pt x="27" y="21"/>
                    </a:cubicBezTo>
                    <a:cubicBezTo>
                      <a:pt x="33" y="13"/>
                      <a:pt x="53" y="6"/>
                      <a:pt x="62" y="1"/>
                    </a:cubicBezTo>
                    <a:cubicBezTo>
                      <a:pt x="74" y="11"/>
                      <a:pt x="72" y="38"/>
                      <a:pt x="67" y="52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9" name="Freeform 1611">
                <a:extLst>
                  <a:ext uri="{FF2B5EF4-FFF2-40B4-BE49-F238E27FC236}">
                    <a16:creationId xmlns:a16="http://schemas.microsoft.com/office/drawing/2014/main" id="{D78EAB2D-4D68-4F8B-9CBD-65184287A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861"/>
                <a:ext cx="34" cy="31"/>
              </a:xfrm>
              <a:custGeom>
                <a:avLst/>
                <a:gdLst>
                  <a:gd name="T0" fmla="*/ 17 w 47"/>
                  <a:gd name="T1" fmla="*/ 1 h 42"/>
                  <a:gd name="T2" fmla="*/ 1 w 47"/>
                  <a:gd name="T3" fmla="*/ 17 h 42"/>
                  <a:gd name="T4" fmla="*/ 18 w 47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2">
                    <a:moveTo>
                      <a:pt x="45" y="2"/>
                    </a:moveTo>
                    <a:cubicBezTo>
                      <a:pt x="24" y="5"/>
                      <a:pt x="11" y="24"/>
                      <a:pt x="3" y="42"/>
                    </a:cubicBezTo>
                    <a:cubicBezTo>
                      <a:pt x="0" y="17"/>
                      <a:pt x="27" y="5"/>
                      <a:pt x="47" y="0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0" name="Freeform 1612">
                <a:extLst>
                  <a:ext uri="{FF2B5EF4-FFF2-40B4-BE49-F238E27FC236}">
                    <a16:creationId xmlns:a16="http://schemas.microsoft.com/office/drawing/2014/main" id="{69839165-8B7B-4A20-9073-7C765D339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821"/>
                <a:ext cx="30" cy="17"/>
              </a:xfrm>
              <a:custGeom>
                <a:avLst/>
                <a:gdLst>
                  <a:gd name="T0" fmla="*/ 16 w 41"/>
                  <a:gd name="T1" fmla="*/ 0 h 23"/>
                  <a:gd name="T2" fmla="*/ 10 w 41"/>
                  <a:gd name="T3" fmla="*/ 8 h 23"/>
                  <a:gd name="T4" fmla="*/ 0 w 41"/>
                  <a:gd name="T5" fmla="*/ 10 h 23"/>
                  <a:gd name="T6" fmla="*/ 15 w 41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3">
                    <a:moveTo>
                      <a:pt x="41" y="0"/>
                    </a:moveTo>
                    <a:cubicBezTo>
                      <a:pt x="30" y="0"/>
                      <a:pt x="27" y="10"/>
                      <a:pt x="25" y="20"/>
                    </a:cubicBezTo>
                    <a:cubicBezTo>
                      <a:pt x="21" y="18"/>
                      <a:pt x="7" y="13"/>
                      <a:pt x="0" y="23"/>
                    </a:cubicBezTo>
                    <a:cubicBezTo>
                      <a:pt x="13" y="16"/>
                      <a:pt x="30" y="10"/>
                      <a:pt x="40" y="0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1" name="Freeform 1613">
                <a:extLst>
                  <a:ext uri="{FF2B5EF4-FFF2-40B4-BE49-F238E27FC236}">
                    <a16:creationId xmlns:a16="http://schemas.microsoft.com/office/drawing/2014/main" id="{528FAB3E-260A-45C4-8B7B-D4FE8E251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761"/>
                <a:ext cx="31" cy="19"/>
              </a:xfrm>
              <a:custGeom>
                <a:avLst/>
                <a:gdLst>
                  <a:gd name="T0" fmla="*/ 14 w 43"/>
                  <a:gd name="T1" fmla="*/ 1 h 26"/>
                  <a:gd name="T2" fmla="*/ 16 w 43"/>
                  <a:gd name="T3" fmla="*/ 0 h 26"/>
                  <a:gd name="T4" fmla="*/ 0 w 43"/>
                  <a:gd name="T5" fmla="*/ 8 h 26"/>
                  <a:gd name="T6" fmla="*/ 13 w 43"/>
                  <a:gd name="T7" fmla="*/ 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6">
                    <a:moveTo>
                      <a:pt x="36" y="2"/>
                    </a:moveTo>
                    <a:cubicBezTo>
                      <a:pt x="39" y="1"/>
                      <a:pt x="41" y="3"/>
                      <a:pt x="43" y="0"/>
                    </a:cubicBezTo>
                    <a:cubicBezTo>
                      <a:pt x="25" y="0"/>
                      <a:pt x="17" y="26"/>
                      <a:pt x="0" y="21"/>
                    </a:cubicBezTo>
                    <a:cubicBezTo>
                      <a:pt x="8" y="17"/>
                      <a:pt x="29" y="10"/>
                      <a:pt x="35" y="2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2" name="Freeform 1614">
                <a:extLst>
                  <a:ext uri="{FF2B5EF4-FFF2-40B4-BE49-F238E27FC236}">
                    <a16:creationId xmlns:a16="http://schemas.microsoft.com/office/drawing/2014/main" id="{C075558A-6EAF-46E5-9CAE-2B45E101D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858"/>
                <a:ext cx="13" cy="91"/>
              </a:xfrm>
              <a:custGeom>
                <a:avLst/>
                <a:gdLst>
                  <a:gd name="T0" fmla="*/ 4 w 18"/>
                  <a:gd name="T1" fmla="*/ 0 h 124"/>
                  <a:gd name="T2" fmla="*/ 1 w 18"/>
                  <a:gd name="T3" fmla="*/ 26 h 124"/>
                  <a:gd name="T4" fmla="*/ 0 w 18"/>
                  <a:gd name="T5" fmla="*/ 49 h 124"/>
                  <a:gd name="T6" fmla="*/ 4 w 18"/>
                  <a:gd name="T7" fmla="*/ 3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4">
                    <a:moveTo>
                      <a:pt x="9" y="0"/>
                    </a:moveTo>
                    <a:cubicBezTo>
                      <a:pt x="2" y="22"/>
                      <a:pt x="3" y="44"/>
                      <a:pt x="4" y="67"/>
                    </a:cubicBezTo>
                    <a:cubicBezTo>
                      <a:pt x="5" y="84"/>
                      <a:pt x="8" y="110"/>
                      <a:pt x="0" y="124"/>
                    </a:cubicBezTo>
                    <a:cubicBezTo>
                      <a:pt x="18" y="92"/>
                      <a:pt x="9" y="42"/>
                      <a:pt x="9" y="7"/>
                    </a:cubicBezTo>
                  </a:path>
                </a:pathLst>
              </a:custGeom>
              <a:solidFill>
                <a:srgbClr val="670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3" name="Freeform 1615">
                <a:extLst>
                  <a:ext uri="{FF2B5EF4-FFF2-40B4-BE49-F238E27FC236}">
                    <a16:creationId xmlns:a16="http://schemas.microsoft.com/office/drawing/2014/main" id="{3EACD216-7166-45E7-9384-9627945CD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1226"/>
                <a:ext cx="209" cy="68"/>
              </a:xfrm>
              <a:custGeom>
                <a:avLst/>
                <a:gdLst>
                  <a:gd name="T0" fmla="*/ 113 w 284"/>
                  <a:gd name="T1" fmla="*/ 27 h 92"/>
                  <a:gd name="T2" fmla="*/ 106 w 284"/>
                  <a:gd name="T3" fmla="*/ 32 h 92"/>
                  <a:gd name="T4" fmla="*/ 94 w 284"/>
                  <a:gd name="T5" fmla="*/ 35 h 92"/>
                  <a:gd name="T6" fmla="*/ 83 w 284"/>
                  <a:gd name="T7" fmla="*/ 37 h 92"/>
                  <a:gd name="T8" fmla="*/ 73 w 284"/>
                  <a:gd name="T9" fmla="*/ 32 h 92"/>
                  <a:gd name="T10" fmla="*/ 40 w 284"/>
                  <a:gd name="T11" fmla="*/ 18 h 92"/>
                  <a:gd name="T12" fmla="*/ 12 w 284"/>
                  <a:gd name="T13" fmla="*/ 3 h 92"/>
                  <a:gd name="T14" fmla="*/ 0 w 284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4" h="92">
                    <a:moveTo>
                      <a:pt x="284" y="66"/>
                    </a:moveTo>
                    <a:cubicBezTo>
                      <a:pt x="274" y="68"/>
                      <a:pt x="274" y="73"/>
                      <a:pt x="267" y="78"/>
                    </a:cubicBezTo>
                    <a:cubicBezTo>
                      <a:pt x="258" y="84"/>
                      <a:pt x="248" y="86"/>
                      <a:pt x="237" y="87"/>
                    </a:cubicBezTo>
                    <a:cubicBezTo>
                      <a:pt x="227" y="88"/>
                      <a:pt x="219" y="92"/>
                      <a:pt x="208" y="91"/>
                    </a:cubicBezTo>
                    <a:cubicBezTo>
                      <a:pt x="197" y="90"/>
                      <a:pt x="191" y="85"/>
                      <a:pt x="182" y="78"/>
                    </a:cubicBezTo>
                    <a:cubicBezTo>
                      <a:pt x="159" y="60"/>
                      <a:pt x="128" y="55"/>
                      <a:pt x="101" y="45"/>
                    </a:cubicBezTo>
                    <a:cubicBezTo>
                      <a:pt x="75" y="35"/>
                      <a:pt x="54" y="20"/>
                      <a:pt x="30" y="8"/>
                    </a:cubicBezTo>
                    <a:cubicBezTo>
                      <a:pt x="22" y="4"/>
                      <a:pt x="9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4" name="Freeform 1616">
                <a:extLst>
                  <a:ext uri="{FF2B5EF4-FFF2-40B4-BE49-F238E27FC236}">
                    <a16:creationId xmlns:a16="http://schemas.microsoft.com/office/drawing/2014/main" id="{F0B4915F-E73C-4D60-BD1F-BF9992823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1202"/>
                <a:ext cx="162" cy="73"/>
              </a:xfrm>
              <a:custGeom>
                <a:avLst/>
                <a:gdLst>
                  <a:gd name="T0" fmla="*/ 0 w 219"/>
                  <a:gd name="T1" fmla="*/ 0 h 99"/>
                  <a:gd name="T2" fmla="*/ 22 w 219"/>
                  <a:gd name="T3" fmla="*/ 21 h 99"/>
                  <a:gd name="T4" fmla="*/ 46 w 219"/>
                  <a:gd name="T5" fmla="*/ 31 h 99"/>
                  <a:gd name="T6" fmla="*/ 67 w 219"/>
                  <a:gd name="T7" fmla="*/ 38 h 99"/>
                  <a:gd name="T8" fmla="*/ 89 w 219"/>
                  <a:gd name="T9" fmla="*/ 3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9" h="99">
                    <a:moveTo>
                      <a:pt x="0" y="0"/>
                    </a:moveTo>
                    <a:cubicBezTo>
                      <a:pt x="13" y="26"/>
                      <a:pt x="24" y="43"/>
                      <a:pt x="54" y="52"/>
                    </a:cubicBezTo>
                    <a:cubicBezTo>
                      <a:pt x="75" y="58"/>
                      <a:pt x="93" y="68"/>
                      <a:pt x="113" y="77"/>
                    </a:cubicBezTo>
                    <a:cubicBezTo>
                      <a:pt x="130" y="84"/>
                      <a:pt x="148" y="88"/>
                      <a:pt x="166" y="93"/>
                    </a:cubicBezTo>
                    <a:cubicBezTo>
                      <a:pt x="185" y="99"/>
                      <a:pt x="198" y="95"/>
                      <a:pt x="219" y="94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5" name="Freeform 1617">
                <a:extLst>
                  <a:ext uri="{FF2B5EF4-FFF2-40B4-BE49-F238E27FC236}">
                    <a16:creationId xmlns:a16="http://schemas.microsoft.com/office/drawing/2014/main" id="{F4C6037E-974E-4939-8028-B6A5182BD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323"/>
                <a:ext cx="67" cy="31"/>
              </a:xfrm>
              <a:custGeom>
                <a:avLst/>
                <a:gdLst>
                  <a:gd name="T0" fmla="*/ 37 w 90"/>
                  <a:gd name="T1" fmla="*/ 17 h 41"/>
                  <a:gd name="T2" fmla="*/ 21 w 90"/>
                  <a:gd name="T3" fmla="*/ 8 h 41"/>
                  <a:gd name="T4" fmla="*/ 0 w 90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41">
                    <a:moveTo>
                      <a:pt x="90" y="39"/>
                    </a:moveTo>
                    <a:cubicBezTo>
                      <a:pt x="76" y="41"/>
                      <a:pt x="62" y="25"/>
                      <a:pt x="51" y="19"/>
                    </a:cubicBezTo>
                    <a:cubicBezTo>
                      <a:pt x="35" y="9"/>
                      <a:pt x="16" y="1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6" name="Freeform 1618">
                <a:extLst>
                  <a:ext uri="{FF2B5EF4-FFF2-40B4-BE49-F238E27FC236}">
                    <a16:creationId xmlns:a16="http://schemas.microsoft.com/office/drawing/2014/main" id="{B2715738-D15E-485B-BAB5-31EC2F59C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168"/>
                <a:ext cx="148" cy="76"/>
              </a:xfrm>
              <a:custGeom>
                <a:avLst/>
                <a:gdLst>
                  <a:gd name="T0" fmla="*/ 0 w 200"/>
                  <a:gd name="T1" fmla="*/ 0 h 104"/>
                  <a:gd name="T2" fmla="*/ 7 w 200"/>
                  <a:gd name="T3" fmla="*/ 7 h 104"/>
                  <a:gd name="T4" fmla="*/ 15 w 200"/>
                  <a:gd name="T5" fmla="*/ 13 h 104"/>
                  <a:gd name="T6" fmla="*/ 34 w 200"/>
                  <a:gd name="T7" fmla="*/ 26 h 104"/>
                  <a:gd name="T8" fmla="*/ 42 w 200"/>
                  <a:gd name="T9" fmla="*/ 32 h 104"/>
                  <a:gd name="T10" fmla="*/ 54 w 200"/>
                  <a:gd name="T11" fmla="*/ 36 h 104"/>
                  <a:gd name="T12" fmla="*/ 81 w 200"/>
                  <a:gd name="T13" fmla="*/ 41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0" h="104">
                    <a:moveTo>
                      <a:pt x="0" y="0"/>
                    </a:moveTo>
                    <a:cubicBezTo>
                      <a:pt x="2" y="7"/>
                      <a:pt x="12" y="12"/>
                      <a:pt x="19" y="16"/>
                    </a:cubicBezTo>
                    <a:cubicBezTo>
                      <a:pt x="27" y="20"/>
                      <a:pt x="31" y="25"/>
                      <a:pt x="36" y="33"/>
                    </a:cubicBezTo>
                    <a:cubicBezTo>
                      <a:pt x="49" y="51"/>
                      <a:pt x="69" y="52"/>
                      <a:pt x="84" y="66"/>
                    </a:cubicBezTo>
                    <a:cubicBezTo>
                      <a:pt x="91" y="73"/>
                      <a:pt x="96" y="78"/>
                      <a:pt x="104" y="82"/>
                    </a:cubicBezTo>
                    <a:cubicBezTo>
                      <a:pt x="114" y="87"/>
                      <a:pt x="123" y="89"/>
                      <a:pt x="133" y="92"/>
                    </a:cubicBezTo>
                    <a:cubicBezTo>
                      <a:pt x="154" y="99"/>
                      <a:pt x="177" y="102"/>
                      <a:pt x="200" y="104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7" name="Freeform 1619">
                <a:extLst>
                  <a:ext uri="{FF2B5EF4-FFF2-40B4-BE49-F238E27FC236}">
                    <a16:creationId xmlns:a16="http://schemas.microsoft.com/office/drawing/2014/main" id="{2A8A6E33-14A4-4A67-9BBE-CD4C9D3F6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275"/>
                <a:ext cx="80" cy="39"/>
              </a:xfrm>
              <a:custGeom>
                <a:avLst/>
                <a:gdLst>
                  <a:gd name="T0" fmla="*/ 0 w 109"/>
                  <a:gd name="T1" fmla="*/ 21 h 53"/>
                  <a:gd name="T2" fmla="*/ 22 w 109"/>
                  <a:gd name="T3" fmla="*/ 11 h 53"/>
                  <a:gd name="T4" fmla="*/ 43 w 109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53">
                    <a:moveTo>
                      <a:pt x="0" y="52"/>
                    </a:moveTo>
                    <a:cubicBezTo>
                      <a:pt x="24" y="53"/>
                      <a:pt x="35" y="39"/>
                      <a:pt x="56" y="29"/>
                    </a:cubicBezTo>
                    <a:cubicBezTo>
                      <a:pt x="74" y="20"/>
                      <a:pt x="97" y="21"/>
                      <a:pt x="109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8" name="Freeform 1620">
                <a:extLst>
                  <a:ext uri="{FF2B5EF4-FFF2-40B4-BE49-F238E27FC236}">
                    <a16:creationId xmlns:a16="http://schemas.microsoft.com/office/drawing/2014/main" id="{C6679033-30B6-405C-8A87-A1089334B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1265"/>
                <a:ext cx="76" cy="45"/>
              </a:xfrm>
              <a:custGeom>
                <a:avLst/>
                <a:gdLst>
                  <a:gd name="T0" fmla="*/ 0 w 103"/>
                  <a:gd name="T1" fmla="*/ 20 h 61"/>
                  <a:gd name="T2" fmla="*/ 23 w 103"/>
                  <a:gd name="T3" fmla="*/ 13 h 61"/>
                  <a:gd name="T4" fmla="*/ 41 w 103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1">
                    <a:moveTo>
                      <a:pt x="0" y="50"/>
                    </a:moveTo>
                    <a:cubicBezTo>
                      <a:pt x="21" y="61"/>
                      <a:pt x="42" y="45"/>
                      <a:pt x="57" y="32"/>
                    </a:cubicBezTo>
                    <a:cubicBezTo>
                      <a:pt x="71" y="20"/>
                      <a:pt x="93" y="15"/>
                      <a:pt x="103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9" name="Freeform 1621">
                <a:extLst>
                  <a:ext uri="{FF2B5EF4-FFF2-40B4-BE49-F238E27FC236}">
                    <a16:creationId xmlns:a16="http://schemas.microsoft.com/office/drawing/2014/main" id="{323D7B21-0AE8-4C4C-A90A-125DB4587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1259"/>
                <a:ext cx="15" cy="11"/>
              </a:xfrm>
              <a:custGeom>
                <a:avLst/>
                <a:gdLst>
                  <a:gd name="T0" fmla="*/ 8 w 21"/>
                  <a:gd name="T1" fmla="*/ 0 h 15"/>
                  <a:gd name="T2" fmla="*/ 0 w 21"/>
                  <a:gd name="T3" fmla="*/ 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4" y="8"/>
                      <a:pt x="11" y="14"/>
                      <a:pt x="0" y="15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0" name="Freeform 1622">
                <a:extLst>
                  <a:ext uri="{FF2B5EF4-FFF2-40B4-BE49-F238E27FC236}">
                    <a16:creationId xmlns:a16="http://schemas.microsoft.com/office/drawing/2014/main" id="{CD4C22DD-34FC-47B0-AC5A-8E42D80A5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253"/>
                <a:ext cx="14" cy="6"/>
              </a:xfrm>
              <a:custGeom>
                <a:avLst/>
                <a:gdLst>
                  <a:gd name="T0" fmla="*/ 7 w 19"/>
                  <a:gd name="T1" fmla="*/ 0 h 8"/>
                  <a:gd name="T2" fmla="*/ 0 w 19"/>
                  <a:gd name="T3" fmla="*/ 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19" y="0"/>
                    </a:moveTo>
                    <a:cubicBezTo>
                      <a:pt x="14" y="5"/>
                      <a:pt x="8" y="6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1" name="Freeform 1623">
                <a:extLst>
                  <a:ext uri="{FF2B5EF4-FFF2-40B4-BE49-F238E27FC236}">
                    <a16:creationId xmlns:a16="http://schemas.microsoft.com/office/drawing/2014/main" id="{944D330E-793B-4974-873B-1DCAAE3F4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283"/>
                <a:ext cx="47" cy="15"/>
              </a:xfrm>
              <a:custGeom>
                <a:avLst/>
                <a:gdLst>
                  <a:gd name="T0" fmla="*/ 26 w 63"/>
                  <a:gd name="T1" fmla="*/ 0 h 20"/>
                  <a:gd name="T2" fmla="*/ 0 w 63"/>
                  <a:gd name="T3" fmla="*/ 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0">
                    <a:moveTo>
                      <a:pt x="63" y="0"/>
                    </a:moveTo>
                    <a:cubicBezTo>
                      <a:pt x="42" y="4"/>
                      <a:pt x="20" y="20"/>
                      <a:pt x="0" y="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2" name="Freeform 1624">
                <a:extLst>
                  <a:ext uri="{FF2B5EF4-FFF2-40B4-BE49-F238E27FC236}">
                    <a16:creationId xmlns:a16="http://schemas.microsoft.com/office/drawing/2014/main" id="{5FEC7EB6-30F8-413F-B0F7-0A4E7EC92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293"/>
                <a:ext cx="15" cy="37"/>
              </a:xfrm>
              <a:custGeom>
                <a:avLst/>
                <a:gdLst>
                  <a:gd name="T0" fmla="*/ 0 w 20"/>
                  <a:gd name="T1" fmla="*/ 0 h 50"/>
                  <a:gd name="T2" fmla="*/ 6 w 20"/>
                  <a:gd name="T3" fmla="*/ 10 h 50"/>
                  <a:gd name="T4" fmla="*/ 5 w 20"/>
                  <a:gd name="T5" fmla="*/ 2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50">
                    <a:moveTo>
                      <a:pt x="0" y="0"/>
                    </a:moveTo>
                    <a:cubicBezTo>
                      <a:pt x="8" y="8"/>
                      <a:pt x="11" y="12"/>
                      <a:pt x="13" y="23"/>
                    </a:cubicBezTo>
                    <a:cubicBezTo>
                      <a:pt x="14" y="31"/>
                      <a:pt x="20" y="44"/>
                      <a:pt x="12" y="5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3" name="Freeform 1625">
                <a:extLst>
                  <a:ext uri="{FF2B5EF4-FFF2-40B4-BE49-F238E27FC236}">
                    <a16:creationId xmlns:a16="http://schemas.microsoft.com/office/drawing/2014/main" id="{AAF6330A-F52B-408F-A3C6-4D92E71BB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223"/>
                <a:ext cx="30" cy="47"/>
              </a:xfrm>
              <a:custGeom>
                <a:avLst/>
                <a:gdLst>
                  <a:gd name="T0" fmla="*/ 12 w 40"/>
                  <a:gd name="T1" fmla="*/ 25 h 64"/>
                  <a:gd name="T2" fmla="*/ 11 w 40"/>
                  <a:gd name="T3" fmla="*/ 18 h 64"/>
                  <a:gd name="T4" fmla="*/ 7 w 40"/>
                  <a:gd name="T5" fmla="*/ 12 h 64"/>
                  <a:gd name="T6" fmla="*/ 6 w 40"/>
                  <a:gd name="T7" fmla="*/ 5 h 64"/>
                  <a:gd name="T8" fmla="*/ 2 w 40"/>
                  <a:gd name="T9" fmla="*/ 0 h 64"/>
                  <a:gd name="T10" fmla="*/ 0 w 40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4">
                    <a:moveTo>
                      <a:pt x="28" y="63"/>
                    </a:moveTo>
                    <a:cubicBezTo>
                      <a:pt x="40" y="64"/>
                      <a:pt x="29" y="49"/>
                      <a:pt x="26" y="46"/>
                    </a:cubicBezTo>
                    <a:cubicBezTo>
                      <a:pt x="23" y="42"/>
                      <a:pt x="17" y="37"/>
                      <a:pt x="16" y="31"/>
                    </a:cubicBezTo>
                    <a:cubicBezTo>
                      <a:pt x="14" y="25"/>
                      <a:pt x="16" y="18"/>
                      <a:pt x="14" y="13"/>
                    </a:cubicBezTo>
                    <a:cubicBezTo>
                      <a:pt x="11" y="6"/>
                      <a:pt x="6" y="5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4" name="Freeform 1626">
                <a:extLst>
                  <a:ext uri="{FF2B5EF4-FFF2-40B4-BE49-F238E27FC236}">
                    <a16:creationId xmlns:a16="http://schemas.microsoft.com/office/drawing/2014/main" id="{1E2B54FB-0FB9-4FDD-BDF6-2E89F6ECB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222"/>
                <a:ext cx="48" cy="64"/>
              </a:xfrm>
              <a:custGeom>
                <a:avLst/>
                <a:gdLst>
                  <a:gd name="T0" fmla="*/ 0 w 66"/>
                  <a:gd name="T1" fmla="*/ 0 h 86"/>
                  <a:gd name="T2" fmla="*/ 8 w 66"/>
                  <a:gd name="T3" fmla="*/ 10 h 86"/>
                  <a:gd name="T4" fmla="*/ 12 w 66"/>
                  <a:gd name="T5" fmla="*/ 16 h 86"/>
                  <a:gd name="T6" fmla="*/ 15 w 66"/>
                  <a:gd name="T7" fmla="*/ 21 h 86"/>
                  <a:gd name="T8" fmla="*/ 21 w 66"/>
                  <a:gd name="T9" fmla="*/ 3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6">
                    <a:moveTo>
                      <a:pt x="0" y="0"/>
                    </a:moveTo>
                    <a:cubicBezTo>
                      <a:pt x="3" y="9"/>
                      <a:pt x="14" y="17"/>
                      <a:pt x="21" y="24"/>
                    </a:cubicBezTo>
                    <a:cubicBezTo>
                      <a:pt x="26" y="28"/>
                      <a:pt x="31" y="33"/>
                      <a:pt x="33" y="40"/>
                    </a:cubicBezTo>
                    <a:cubicBezTo>
                      <a:pt x="34" y="44"/>
                      <a:pt x="34" y="48"/>
                      <a:pt x="37" y="51"/>
                    </a:cubicBezTo>
                    <a:cubicBezTo>
                      <a:pt x="40" y="57"/>
                      <a:pt x="66" y="79"/>
                      <a:pt x="55" y="86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5" name="Freeform 1627">
                <a:extLst>
                  <a:ext uri="{FF2B5EF4-FFF2-40B4-BE49-F238E27FC236}">
                    <a16:creationId xmlns:a16="http://schemas.microsoft.com/office/drawing/2014/main" id="{C70B3ECC-E744-451E-8602-B1DF0EF1F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230"/>
                <a:ext cx="35" cy="62"/>
              </a:xfrm>
              <a:custGeom>
                <a:avLst/>
                <a:gdLst>
                  <a:gd name="T0" fmla="*/ 1 w 47"/>
                  <a:gd name="T1" fmla="*/ 0 h 85"/>
                  <a:gd name="T2" fmla="*/ 4 w 47"/>
                  <a:gd name="T3" fmla="*/ 13 h 85"/>
                  <a:gd name="T4" fmla="*/ 12 w 47"/>
                  <a:gd name="T5" fmla="*/ 23 h 85"/>
                  <a:gd name="T6" fmla="*/ 15 w 47"/>
                  <a:gd name="T7" fmla="*/ 33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85">
                    <a:moveTo>
                      <a:pt x="1" y="0"/>
                    </a:moveTo>
                    <a:cubicBezTo>
                      <a:pt x="0" y="10"/>
                      <a:pt x="7" y="23"/>
                      <a:pt x="11" y="33"/>
                    </a:cubicBezTo>
                    <a:cubicBezTo>
                      <a:pt x="16" y="42"/>
                      <a:pt x="20" y="52"/>
                      <a:pt x="28" y="58"/>
                    </a:cubicBezTo>
                    <a:cubicBezTo>
                      <a:pt x="37" y="66"/>
                      <a:pt x="47" y="75"/>
                      <a:pt x="36" y="85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6" name="Freeform 1628">
                <a:extLst>
                  <a:ext uri="{FF2B5EF4-FFF2-40B4-BE49-F238E27FC236}">
                    <a16:creationId xmlns:a16="http://schemas.microsoft.com/office/drawing/2014/main" id="{32D488C7-FFF7-426F-A510-396341525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232"/>
                <a:ext cx="42" cy="60"/>
              </a:xfrm>
              <a:custGeom>
                <a:avLst/>
                <a:gdLst>
                  <a:gd name="T0" fmla="*/ 14 w 56"/>
                  <a:gd name="T1" fmla="*/ 32 h 82"/>
                  <a:gd name="T2" fmla="*/ 6 w 56"/>
                  <a:gd name="T3" fmla="*/ 15 h 82"/>
                  <a:gd name="T4" fmla="*/ 2 w 56"/>
                  <a:gd name="T5" fmla="*/ 5 h 82"/>
                  <a:gd name="T6" fmla="*/ 0 w 56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82">
                    <a:moveTo>
                      <a:pt x="33" y="82"/>
                    </a:moveTo>
                    <a:cubicBezTo>
                      <a:pt x="56" y="68"/>
                      <a:pt x="23" y="49"/>
                      <a:pt x="15" y="38"/>
                    </a:cubicBezTo>
                    <a:cubicBezTo>
                      <a:pt x="9" y="31"/>
                      <a:pt x="5" y="24"/>
                      <a:pt x="5" y="14"/>
                    </a:cubicBezTo>
                    <a:cubicBezTo>
                      <a:pt x="4" y="9"/>
                      <a:pt x="5" y="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7" name="Freeform 1629">
                <a:extLst>
                  <a:ext uri="{FF2B5EF4-FFF2-40B4-BE49-F238E27FC236}">
                    <a16:creationId xmlns:a16="http://schemas.microsoft.com/office/drawing/2014/main" id="{3B46D58F-A4EF-4E37-B545-0587339BA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229"/>
                <a:ext cx="33" cy="61"/>
              </a:xfrm>
              <a:custGeom>
                <a:avLst/>
                <a:gdLst>
                  <a:gd name="T0" fmla="*/ 13 w 45"/>
                  <a:gd name="T1" fmla="*/ 33 h 83"/>
                  <a:gd name="T2" fmla="*/ 17 w 45"/>
                  <a:gd name="T3" fmla="*/ 26 h 83"/>
                  <a:gd name="T4" fmla="*/ 12 w 45"/>
                  <a:gd name="T5" fmla="*/ 19 h 83"/>
                  <a:gd name="T6" fmla="*/ 9 w 45"/>
                  <a:gd name="T7" fmla="*/ 14 h 83"/>
                  <a:gd name="T8" fmla="*/ 0 w 45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83">
                    <a:moveTo>
                      <a:pt x="34" y="83"/>
                    </a:moveTo>
                    <a:cubicBezTo>
                      <a:pt x="42" y="79"/>
                      <a:pt x="45" y="74"/>
                      <a:pt x="42" y="66"/>
                    </a:cubicBezTo>
                    <a:cubicBezTo>
                      <a:pt x="40" y="59"/>
                      <a:pt x="37" y="54"/>
                      <a:pt x="32" y="49"/>
                    </a:cubicBezTo>
                    <a:cubicBezTo>
                      <a:pt x="28" y="45"/>
                      <a:pt x="26" y="40"/>
                      <a:pt x="23" y="35"/>
                    </a:cubicBezTo>
                    <a:cubicBezTo>
                      <a:pt x="17" y="21"/>
                      <a:pt x="13" y="8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8" name="Freeform 1630">
                <a:extLst>
                  <a:ext uri="{FF2B5EF4-FFF2-40B4-BE49-F238E27FC236}">
                    <a16:creationId xmlns:a16="http://schemas.microsoft.com/office/drawing/2014/main" id="{5A33F12B-B56C-4697-B1D5-F30688EA4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235"/>
                <a:ext cx="11" cy="18"/>
              </a:xfrm>
              <a:custGeom>
                <a:avLst/>
                <a:gdLst>
                  <a:gd name="T0" fmla="*/ 0 w 15"/>
                  <a:gd name="T1" fmla="*/ 0 h 24"/>
                  <a:gd name="T2" fmla="*/ 6 w 15"/>
                  <a:gd name="T3" fmla="*/ 11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0" y="0"/>
                    </a:moveTo>
                    <a:cubicBezTo>
                      <a:pt x="5" y="9"/>
                      <a:pt x="8" y="17"/>
                      <a:pt x="15" y="24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9" name="Freeform 1631">
                <a:extLst>
                  <a:ext uri="{FF2B5EF4-FFF2-40B4-BE49-F238E27FC236}">
                    <a16:creationId xmlns:a16="http://schemas.microsoft.com/office/drawing/2014/main" id="{3474CAD7-C86F-4F77-8273-CAFE090B7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265"/>
                <a:ext cx="12" cy="21"/>
              </a:xfrm>
              <a:custGeom>
                <a:avLst/>
                <a:gdLst>
                  <a:gd name="T0" fmla="*/ 0 w 16"/>
                  <a:gd name="T1" fmla="*/ 0 h 29"/>
                  <a:gd name="T2" fmla="*/ 2 w 16"/>
                  <a:gd name="T3" fmla="*/ 11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9">
                    <a:moveTo>
                      <a:pt x="0" y="0"/>
                    </a:moveTo>
                    <a:cubicBezTo>
                      <a:pt x="4" y="5"/>
                      <a:pt x="16" y="26"/>
                      <a:pt x="4" y="2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0" name="Freeform 1632">
                <a:extLst>
                  <a:ext uri="{FF2B5EF4-FFF2-40B4-BE49-F238E27FC236}">
                    <a16:creationId xmlns:a16="http://schemas.microsoft.com/office/drawing/2014/main" id="{50FFC856-0EE1-4ACA-AA8D-128E97CB4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262"/>
                <a:ext cx="6" cy="19"/>
              </a:xfrm>
              <a:custGeom>
                <a:avLst/>
                <a:gdLst>
                  <a:gd name="T0" fmla="*/ 0 w 8"/>
                  <a:gd name="T1" fmla="*/ 10 h 26"/>
                  <a:gd name="T2" fmla="*/ 0 w 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6">
                    <a:moveTo>
                      <a:pt x="0" y="26"/>
                    </a:moveTo>
                    <a:cubicBezTo>
                      <a:pt x="1" y="16"/>
                      <a:pt x="8" y="9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1" name="Freeform 1633">
                <a:extLst>
                  <a:ext uri="{FF2B5EF4-FFF2-40B4-BE49-F238E27FC236}">
                    <a16:creationId xmlns:a16="http://schemas.microsoft.com/office/drawing/2014/main" id="{2E9DC0F2-765A-438C-BE81-17A9841B9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239"/>
                <a:ext cx="5" cy="13"/>
              </a:xfrm>
              <a:custGeom>
                <a:avLst/>
                <a:gdLst>
                  <a:gd name="T0" fmla="*/ 3 w 7"/>
                  <a:gd name="T1" fmla="*/ 8 h 17"/>
                  <a:gd name="T2" fmla="*/ 0 w 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17"/>
                    </a:moveTo>
                    <a:cubicBezTo>
                      <a:pt x="5" y="12"/>
                      <a:pt x="0" y="7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2" name="Freeform 1634">
                <a:extLst>
                  <a:ext uri="{FF2B5EF4-FFF2-40B4-BE49-F238E27FC236}">
                    <a16:creationId xmlns:a16="http://schemas.microsoft.com/office/drawing/2014/main" id="{D4C45569-F71D-4712-BA3A-55C704089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292"/>
                <a:ext cx="9" cy="17"/>
              </a:xfrm>
              <a:custGeom>
                <a:avLst/>
                <a:gdLst>
                  <a:gd name="T0" fmla="*/ 0 w 12"/>
                  <a:gd name="T1" fmla="*/ 0 h 23"/>
                  <a:gd name="T2" fmla="*/ 5 w 12"/>
                  <a:gd name="T3" fmla="*/ 1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0" y="0"/>
                    </a:moveTo>
                    <a:cubicBezTo>
                      <a:pt x="1" y="9"/>
                      <a:pt x="12" y="14"/>
                      <a:pt x="12" y="23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3" name="Freeform 1635">
                <a:extLst>
                  <a:ext uri="{FF2B5EF4-FFF2-40B4-BE49-F238E27FC236}">
                    <a16:creationId xmlns:a16="http://schemas.microsoft.com/office/drawing/2014/main" id="{9773FC31-C3E2-4172-9664-7F29BEA77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1289"/>
                <a:ext cx="9" cy="20"/>
              </a:xfrm>
              <a:custGeom>
                <a:avLst/>
                <a:gdLst>
                  <a:gd name="T0" fmla="*/ 1 w 13"/>
                  <a:gd name="T1" fmla="*/ 10 h 28"/>
                  <a:gd name="T2" fmla="*/ 0 w 13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4" y="28"/>
                    </a:moveTo>
                    <a:cubicBezTo>
                      <a:pt x="11" y="19"/>
                      <a:pt x="13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4" name="Freeform 1636">
                <a:extLst>
                  <a:ext uri="{FF2B5EF4-FFF2-40B4-BE49-F238E27FC236}">
                    <a16:creationId xmlns:a16="http://schemas.microsoft.com/office/drawing/2014/main" id="{B6A67B44-744D-4EBD-824C-26E5E04A7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284"/>
                <a:ext cx="6" cy="12"/>
              </a:xfrm>
              <a:custGeom>
                <a:avLst/>
                <a:gdLst>
                  <a:gd name="T0" fmla="*/ 0 w 8"/>
                  <a:gd name="T1" fmla="*/ 0 h 17"/>
                  <a:gd name="T2" fmla="*/ 2 w 8"/>
                  <a:gd name="T3" fmla="*/ 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0" y="0"/>
                    </a:moveTo>
                    <a:cubicBezTo>
                      <a:pt x="1" y="5"/>
                      <a:pt x="8" y="10"/>
                      <a:pt x="4" y="17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5" name="Freeform 1637">
                <a:extLst>
                  <a:ext uri="{FF2B5EF4-FFF2-40B4-BE49-F238E27FC236}">
                    <a16:creationId xmlns:a16="http://schemas.microsoft.com/office/drawing/2014/main" id="{6B5DC12B-3CB7-4B9F-8AC4-1BA306500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242"/>
                <a:ext cx="12" cy="33"/>
              </a:xfrm>
              <a:custGeom>
                <a:avLst/>
                <a:gdLst>
                  <a:gd name="T0" fmla="*/ 0 w 17"/>
                  <a:gd name="T1" fmla="*/ 0 h 46"/>
                  <a:gd name="T2" fmla="*/ 6 w 17"/>
                  <a:gd name="T3" fmla="*/ 9 h 46"/>
                  <a:gd name="T4" fmla="*/ 3 w 17"/>
                  <a:gd name="T5" fmla="*/ 17 h 46"/>
                  <a:gd name="T6" fmla="*/ 3 w 17"/>
                  <a:gd name="T7" fmla="*/ 1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6">
                    <a:moveTo>
                      <a:pt x="0" y="0"/>
                    </a:moveTo>
                    <a:cubicBezTo>
                      <a:pt x="9" y="5"/>
                      <a:pt x="17" y="12"/>
                      <a:pt x="17" y="24"/>
                    </a:cubicBezTo>
                    <a:cubicBezTo>
                      <a:pt x="17" y="33"/>
                      <a:pt x="9" y="37"/>
                      <a:pt x="8" y="45"/>
                    </a:cubicBezTo>
                    <a:cubicBezTo>
                      <a:pt x="7" y="45"/>
                      <a:pt x="7" y="46"/>
                      <a:pt x="7" y="46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6" name="Freeform 1638">
                <a:extLst>
                  <a:ext uri="{FF2B5EF4-FFF2-40B4-BE49-F238E27FC236}">
                    <a16:creationId xmlns:a16="http://schemas.microsoft.com/office/drawing/2014/main" id="{2F207450-92EE-4B87-841A-C754867E4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245"/>
                <a:ext cx="13" cy="19"/>
              </a:xfrm>
              <a:custGeom>
                <a:avLst/>
                <a:gdLst>
                  <a:gd name="T0" fmla="*/ 7 w 17"/>
                  <a:gd name="T1" fmla="*/ 11 h 25"/>
                  <a:gd name="T2" fmla="*/ 0 w 17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5">
                    <a:moveTo>
                      <a:pt x="16" y="25"/>
                    </a:moveTo>
                    <a:cubicBezTo>
                      <a:pt x="17" y="12"/>
                      <a:pt x="5" y="1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7" name="Freeform 1639">
                <a:extLst>
                  <a:ext uri="{FF2B5EF4-FFF2-40B4-BE49-F238E27FC236}">
                    <a16:creationId xmlns:a16="http://schemas.microsoft.com/office/drawing/2014/main" id="{516FCA54-02E9-4E02-8628-C5CFAB65E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225"/>
                <a:ext cx="2" cy="5"/>
              </a:xfrm>
              <a:custGeom>
                <a:avLst/>
                <a:gdLst>
                  <a:gd name="T0" fmla="*/ 0 w 2"/>
                  <a:gd name="T1" fmla="*/ 0 h 7"/>
                  <a:gd name="T2" fmla="*/ 2 w 2"/>
                  <a:gd name="T3" fmla="*/ 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2"/>
                      <a:pt x="1" y="5"/>
                      <a:pt x="2" y="7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8" name="Freeform 1640">
                <a:extLst>
                  <a:ext uri="{FF2B5EF4-FFF2-40B4-BE49-F238E27FC236}">
                    <a16:creationId xmlns:a16="http://schemas.microsoft.com/office/drawing/2014/main" id="{F43B5A4B-499D-488D-9971-4CD78CFF1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229"/>
                <a:ext cx="18" cy="31"/>
              </a:xfrm>
              <a:custGeom>
                <a:avLst/>
                <a:gdLst>
                  <a:gd name="T0" fmla="*/ 6 w 25"/>
                  <a:gd name="T1" fmla="*/ 17 h 42"/>
                  <a:gd name="T2" fmla="*/ 0 w 25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2">
                    <a:moveTo>
                      <a:pt x="18" y="42"/>
                    </a:moveTo>
                    <a:cubicBezTo>
                      <a:pt x="25" y="29"/>
                      <a:pt x="2" y="1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9" name="Freeform 1641">
                <a:extLst>
                  <a:ext uri="{FF2B5EF4-FFF2-40B4-BE49-F238E27FC236}">
                    <a16:creationId xmlns:a16="http://schemas.microsoft.com/office/drawing/2014/main" id="{13421064-27F5-4BDC-80B6-47F093283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1212"/>
                <a:ext cx="32" cy="41"/>
              </a:xfrm>
              <a:custGeom>
                <a:avLst/>
                <a:gdLst>
                  <a:gd name="T0" fmla="*/ 16 w 43"/>
                  <a:gd name="T1" fmla="*/ 22 h 56"/>
                  <a:gd name="T2" fmla="*/ 10 w 43"/>
                  <a:gd name="T3" fmla="*/ 10 h 56"/>
                  <a:gd name="T4" fmla="*/ 0 w 43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56">
                    <a:moveTo>
                      <a:pt x="38" y="56"/>
                    </a:moveTo>
                    <a:cubicBezTo>
                      <a:pt x="43" y="47"/>
                      <a:pt x="27" y="32"/>
                      <a:pt x="23" y="24"/>
                    </a:cubicBezTo>
                    <a:cubicBezTo>
                      <a:pt x="16" y="14"/>
                      <a:pt x="10" y="7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0" name="Freeform 1642">
                <a:extLst>
                  <a:ext uri="{FF2B5EF4-FFF2-40B4-BE49-F238E27FC236}">
                    <a16:creationId xmlns:a16="http://schemas.microsoft.com/office/drawing/2014/main" id="{A398EA40-2634-4DC8-A187-644BC757B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198"/>
                <a:ext cx="5" cy="7"/>
              </a:xfrm>
              <a:custGeom>
                <a:avLst/>
                <a:gdLst>
                  <a:gd name="T0" fmla="*/ 0 w 6"/>
                  <a:gd name="T1" fmla="*/ 0 h 9"/>
                  <a:gd name="T2" fmla="*/ 3 w 6"/>
                  <a:gd name="T3" fmla="*/ 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2" y="3"/>
                      <a:pt x="4" y="6"/>
                      <a:pt x="6" y="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1" name="Freeform 1643">
                <a:extLst>
                  <a:ext uri="{FF2B5EF4-FFF2-40B4-BE49-F238E27FC236}">
                    <a16:creationId xmlns:a16="http://schemas.microsoft.com/office/drawing/2014/main" id="{27769E9F-33DA-42FF-9211-30B6C00B4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202"/>
                <a:ext cx="26" cy="26"/>
              </a:xfrm>
              <a:custGeom>
                <a:avLst/>
                <a:gdLst>
                  <a:gd name="T0" fmla="*/ 0 w 36"/>
                  <a:gd name="T1" fmla="*/ 0 h 35"/>
                  <a:gd name="T2" fmla="*/ 7 w 36"/>
                  <a:gd name="T3" fmla="*/ 7 h 35"/>
                  <a:gd name="T4" fmla="*/ 14 w 36"/>
                  <a:gd name="T5" fmla="*/ 1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5">
                    <a:moveTo>
                      <a:pt x="0" y="0"/>
                    </a:moveTo>
                    <a:cubicBezTo>
                      <a:pt x="1" y="9"/>
                      <a:pt x="10" y="14"/>
                      <a:pt x="16" y="19"/>
                    </a:cubicBezTo>
                    <a:cubicBezTo>
                      <a:pt x="23" y="24"/>
                      <a:pt x="29" y="31"/>
                      <a:pt x="36" y="35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2" name="Freeform 1644">
                <a:extLst>
                  <a:ext uri="{FF2B5EF4-FFF2-40B4-BE49-F238E27FC236}">
                    <a16:creationId xmlns:a16="http://schemas.microsoft.com/office/drawing/2014/main" id="{D9777F0E-C33B-48A5-A6DD-FD8C57017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1241"/>
                <a:ext cx="4" cy="7"/>
              </a:xfrm>
              <a:custGeom>
                <a:avLst/>
                <a:gdLst>
                  <a:gd name="T0" fmla="*/ 0 w 6"/>
                  <a:gd name="T1" fmla="*/ 0 h 10"/>
                  <a:gd name="T2" fmla="*/ 2 w 6"/>
                  <a:gd name="T3" fmla="*/ 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3" y="2"/>
                      <a:pt x="5" y="7"/>
                      <a:pt x="6" y="1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3" name="Freeform 1645">
                <a:extLst>
                  <a:ext uri="{FF2B5EF4-FFF2-40B4-BE49-F238E27FC236}">
                    <a16:creationId xmlns:a16="http://schemas.microsoft.com/office/drawing/2014/main" id="{04508DB1-77D7-4CB9-A2C5-970AB30A2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179"/>
                <a:ext cx="74" cy="57"/>
              </a:xfrm>
              <a:custGeom>
                <a:avLst/>
                <a:gdLst>
                  <a:gd name="T0" fmla="*/ 40 w 101"/>
                  <a:gd name="T1" fmla="*/ 31 h 78"/>
                  <a:gd name="T2" fmla="*/ 27 w 101"/>
                  <a:gd name="T3" fmla="*/ 22 h 78"/>
                  <a:gd name="T4" fmla="*/ 14 w 101"/>
                  <a:gd name="T5" fmla="*/ 14 h 78"/>
                  <a:gd name="T6" fmla="*/ 0 w 101"/>
                  <a:gd name="T7" fmla="*/ 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78">
                    <a:moveTo>
                      <a:pt x="101" y="78"/>
                    </a:moveTo>
                    <a:cubicBezTo>
                      <a:pt x="92" y="69"/>
                      <a:pt x="79" y="61"/>
                      <a:pt x="68" y="56"/>
                    </a:cubicBezTo>
                    <a:cubicBezTo>
                      <a:pt x="55" y="50"/>
                      <a:pt x="46" y="44"/>
                      <a:pt x="35" y="36"/>
                    </a:cubicBezTo>
                    <a:cubicBezTo>
                      <a:pt x="21" y="27"/>
                      <a:pt x="2" y="18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4" name="Freeform 1646">
                <a:extLst>
                  <a:ext uri="{FF2B5EF4-FFF2-40B4-BE49-F238E27FC236}">
                    <a16:creationId xmlns:a16="http://schemas.microsoft.com/office/drawing/2014/main" id="{A9E1285D-5728-4E84-9665-4D2040380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172"/>
                <a:ext cx="32" cy="30"/>
              </a:xfrm>
              <a:custGeom>
                <a:avLst/>
                <a:gdLst>
                  <a:gd name="T0" fmla="*/ 0 w 43"/>
                  <a:gd name="T1" fmla="*/ 0 h 40"/>
                  <a:gd name="T2" fmla="*/ 6 w 43"/>
                  <a:gd name="T3" fmla="*/ 10 h 40"/>
                  <a:gd name="T4" fmla="*/ 18 w 43"/>
                  <a:gd name="T5" fmla="*/ 17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0">
                    <a:moveTo>
                      <a:pt x="0" y="0"/>
                    </a:moveTo>
                    <a:cubicBezTo>
                      <a:pt x="4" y="10"/>
                      <a:pt x="7" y="17"/>
                      <a:pt x="15" y="23"/>
                    </a:cubicBezTo>
                    <a:cubicBezTo>
                      <a:pt x="24" y="30"/>
                      <a:pt x="34" y="34"/>
                      <a:pt x="43" y="4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5" name="Freeform 1647">
                <a:extLst>
                  <a:ext uri="{FF2B5EF4-FFF2-40B4-BE49-F238E27FC236}">
                    <a16:creationId xmlns:a16="http://schemas.microsoft.com/office/drawing/2014/main" id="{21BFA81D-B56C-488F-8FFC-A13E2A9BC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183"/>
                <a:ext cx="80" cy="38"/>
              </a:xfrm>
              <a:custGeom>
                <a:avLst/>
                <a:gdLst>
                  <a:gd name="T0" fmla="*/ 44 w 108"/>
                  <a:gd name="T1" fmla="*/ 20 h 52"/>
                  <a:gd name="T2" fmla="*/ 29 w 108"/>
                  <a:gd name="T3" fmla="*/ 17 h 52"/>
                  <a:gd name="T4" fmla="*/ 16 w 108"/>
                  <a:gd name="T5" fmla="*/ 11 h 52"/>
                  <a:gd name="T6" fmla="*/ 0 w 108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8" h="52">
                    <a:moveTo>
                      <a:pt x="108" y="52"/>
                    </a:moveTo>
                    <a:cubicBezTo>
                      <a:pt x="97" y="45"/>
                      <a:pt x="84" y="45"/>
                      <a:pt x="72" y="42"/>
                    </a:cubicBezTo>
                    <a:cubicBezTo>
                      <a:pt x="60" y="39"/>
                      <a:pt x="49" y="34"/>
                      <a:pt x="38" y="28"/>
                    </a:cubicBezTo>
                    <a:cubicBezTo>
                      <a:pt x="25" y="20"/>
                      <a:pt x="8" y="1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6" name="Freeform 1648">
                <a:extLst>
                  <a:ext uri="{FF2B5EF4-FFF2-40B4-BE49-F238E27FC236}">
                    <a16:creationId xmlns:a16="http://schemas.microsoft.com/office/drawing/2014/main" id="{8309CDB0-950D-4A09-88AF-2069B02BC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160"/>
                <a:ext cx="8" cy="15"/>
              </a:xfrm>
              <a:custGeom>
                <a:avLst/>
                <a:gdLst>
                  <a:gd name="T0" fmla="*/ 5 w 10"/>
                  <a:gd name="T1" fmla="*/ 8 h 20"/>
                  <a:gd name="T2" fmla="*/ 2 w 1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cubicBezTo>
                      <a:pt x="4" y="15"/>
                      <a:pt x="0" y="7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7" name="Freeform 1649">
                <a:extLst>
                  <a:ext uri="{FF2B5EF4-FFF2-40B4-BE49-F238E27FC236}">
                    <a16:creationId xmlns:a16="http://schemas.microsoft.com/office/drawing/2014/main" id="{AA276816-BB63-4D59-A742-79FB650F9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168"/>
                <a:ext cx="48" cy="40"/>
              </a:xfrm>
              <a:custGeom>
                <a:avLst/>
                <a:gdLst>
                  <a:gd name="T0" fmla="*/ 0 w 65"/>
                  <a:gd name="T1" fmla="*/ 0 h 54"/>
                  <a:gd name="T2" fmla="*/ 2 w 65"/>
                  <a:gd name="T3" fmla="*/ 7 h 54"/>
                  <a:gd name="T4" fmla="*/ 8 w 65"/>
                  <a:gd name="T5" fmla="*/ 13 h 54"/>
                  <a:gd name="T6" fmla="*/ 26 w 65"/>
                  <a:gd name="T7" fmla="*/ 22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4">
                    <a:moveTo>
                      <a:pt x="0" y="0"/>
                    </a:moveTo>
                    <a:cubicBezTo>
                      <a:pt x="3" y="8"/>
                      <a:pt x="2" y="9"/>
                      <a:pt x="6" y="17"/>
                    </a:cubicBezTo>
                    <a:cubicBezTo>
                      <a:pt x="10" y="22"/>
                      <a:pt x="14" y="28"/>
                      <a:pt x="20" y="32"/>
                    </a:cubicBezTo>
                    <a:cubicBezTo>
                      <a:pt x="33" y="42"/>
                      <a:pt x="50" y="47"/>
                      <a:pt x="65" y="54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8" name="Freeform 1650">
                <a:extLst>
                  <a:ext uri="{FF2B5EF4-FFF2-40B4-BE49-F238E27FC236}">
                    <a16:creationId xmlns:a16="http://schemas.microsoft.com/office/drawing/2014/main" id="{7DB587FE-E8A9-4791-8C96-0E17A2EA5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1226"/>
                <a:ext cx="51" cy="11"/>
              </a:xfrm>
              <a:custGeom>
                <a:avLst/>
                <a:gdLst>
                  <a:gd name="T0" fmla="*/ 28 w 69"/>
                  <a:gd name="T1" fmla="*/ 6 h 15"/>
                  <a:gd name="T2" fmla="*/ 13 w 69"/>
                  <a:gd name="T3" fmla="*/ 4 h 15"/>
                  <a:gd name="T4" fmla="*/ 0 w 6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5">
                    <a:moveTo>
                      <a:pt x="69" y="15"/>
                    </a:moveTo>
                    <a:cubicBezTo>
                      <a:pt x="58" y="8"/>
                      <a:pt x="45" y="12"/>
                      <a:pt x="32" y="11"/>
                    </a:cubicBezTo>
                    <a:cubicBezTo>
                      <a:pt x="20" y="9"/>
                      <a:pt x="12" y="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9" name="Freeform 1651">
                <a:extLst>
                  <a:ext uri="{FF2B5EF4-FFF2-40B4-BE49-F238E27FC236}">
                    <a16:creationId xmlns:a16="http://schemas.microsoft.com/office/drawing/2014/main" id="{96E019F4-8ED6-4E0E-A526-ABA8C0543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199"/>
                <a:ext cx="49" cy="27"/>
              </a:xfrm>
              <a:custGeom>
                <a:avLst/>
                <a:gdLst>
                  <a:gd name="T0" fmla="*/ 27 w 66"/>
                  <a:gd name="T1" fmla="*/ 15 h 37"/>
                  <a:gd name="T2" fmla="*/ 12 w 66"/>
                  <a:gd name="T3" fmla="*/ 8 h 37"/>
                  <a:gd name="T4" fmla="*/ 6 w 66"/>
                  <a:gd name="T5" fmla="*/ 4 h 37"/>
                  <a:gd name="T6" fmla="*/ 0 w 66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37">
                    <a:moveTo>
                      <a:pt x="66" y="37"/>
                    </a:moveTo>
                    <a:cubicBezTo>
                      <a:pt x="53" y="32"/>
                      <a:pt x="40" y="30"/>
                      <a:pt x="29" y="21"/>
                    </a:cubicBezTo>
                    <a:cubicBezTo>
                      <a:pt x="24" y="17"/>
                      <a:pt x="20" y="12"/>
                      <a:pt x="15" y="9"/>
                    </a:cubicBezTo>
                    <a:cubicBezTo>
                      <a:pt x="10" y="6"/>
                      <a:pt x="3" y="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0" name="Freeform 1652">
                <a:extLst>
                  <a:ext uri="{FF2B5EF4-FFF2-40B4-BE49-F238E27FC236}">
                    <a16:creationId xmlns:a16="http://schemas.microsoft.com/office/drawing/2014/main" id="{F22676CC-9123-41C6-9912-73669A215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165"/>
                <a:ext cx="26" cy="29"/>
              </a:xfrm>
              <a:custGeom>
                <a:avLst/>
                <a:gdLst>
                  <a:gd name="T0" fmla="*/ 0 w 35"/>
                  <a:gd name="T1" fmla="*/ 0 h 39"/>
                  <a:gd name="T2" fmla="*/ 7 w 35"/>
                  <a:gd name="T3" fmla="*/ 8 h 39"/>
                  <a:gd name="T4" fmla="*/ 14 w 35"/>
                  <a:gd name="T5" fmla="*/ 16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9">
                    <a:moveTo>
                      <a:pt x="0" y="0"/>
                    </a:moveTo>
                    <a:cubicBezTo>
                      <a:pt x="8" y="6"/>
                      <a:pt x="11" y="12"/>
                      <a:pt x="17" y="20"/>
                    </a:cubicBezTo>
                    <a:cubicBezTo>
                      <a:pt x="22" y="27"/>
                      <a:pt x="27" y="36"/>
                      <a:pt x="35" y="3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1" name="Freeform 1653">
                <a:extLst>
                  <a:ext uri="{FF2B5EF4-FFF2-40B4-BE49-F238E27FC236}">
                    <a16:creationId xmlns:a16="http://schemas.microsoft.com/office/drawing/2014/main" id="{2028BEAF-640E-4945-A007-EADDA654B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171"/>
                <a:ext cx="42" cy="30"/>
              </a:xfrm>
              <a:custGeom>
                <a:avLst/>
                <a:gdLst>
                  <a:gd name="T0" fmla="*/ 0 w 57"/>
                  <a:gd name="T1" fmla="*/ 0 h 41"/>
                  <a:gd name="T2" fmla="*/ 12 w 57"/>
                  <a:gd name="T3" fmla="*/ 12 h 41"/>
                  <a:gd name="T4" fmla="*/ 23 w 57"/>
                  <a:gd name="T5" fmla="*/ 1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41">
                    <a:moveTo>
                      <a:pt x="0" y="0"/>
                    </a:moveTo>
                    <a:cubicBezTo>
                      <a:pt x="6" y="16"/>
                      <a:pt x="15" y="23"/>
                      <a:pt x="30" y="31"/>
                    </a:cubicBezTo>
                    <a:cubicBezTo>
                      <a:pt x="39" y="36"/>
                      <a:pt x="46" y="41"/>
                      <a:pt x="57" y="4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2" name="Freeform 1654">
                <a:extLst>
                  <a:ext uri="{FF2B5EF4-FFF2-40B4-BE49-F238E27FC236}">
                    <a16:creationId xmlns:a16="http://schemas.microsoft.com/office/drawing/2014/main" id="{369A39C4-AC39-4097-86AD-02E249E2D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215"/>
                <a:ext cx="57" cy="13"/>
              </a:xfrm>
              <a:custGeom>
                <a:avLst/>
                <a:gdLst>
                  <a:gd name="T0" fmla="*/ 0 w 77"/>
                  <a:gd name="T1" fmla="*/ 0 h 18"/>
                  <a:gd name="T2" fmla="*/ 18 w 77"/>
                  <a:gd name="T3" fmla="*/ 4 h 18"/>
                  <a:gd name="T4" fmla="*/ 31 w 77"/>
                  <a:gd name="T5" fmla="*/ 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8">
                    <a:moveTo>
                      <a:pt x="0" y="0"/>
                    </a:moveTo>
                    <a:cubicBezTo>
                      <a:pt x="10" y="14"/>
                      <a:pt x="30" y="9"/>
                      <a:pt x="44" y="10"/>
                    </a:cubicBezTo>
                    <a:cubicBezTo>
                      <a:pt x="51" y="11"/>
                      <a:pt x="72" y="18"/>
                      <a:pt x="77" y="13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3" name="Freeform 1655">
                <a:extLst>
                  <a:ext uri="{FF2B5EF4-FFF2-40B4-BE49-F238E27FC236}">
                    <a16:creationId xmlns:a16="http://schemas.microsoft.com/office/drawing/2014/main" id="{E8059182-457F-4925-A290-9AF6DB2CF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231"/>
                <a:ext cx="68" cy="9"/>
              </a:xfrm>
              <a:custGeom>
                <a:avLst/>
                <a:gdLst>
                  <a:gd name="T0" fmla="*/ 0 w 93"/>
                  <a:gd name="T1" fmla="*/ 0 h 12"/>
                  <a:gd name="T2" fmla="*/ 11 w 93"/>
                  <a:gd name="T3" fmla="*/ 2 h 12"/>
                  <a:gd name="T4" fmla="*/ 21 w 93"/>
                  <a:gd name="T5" fmla="*/ 2 h 12"/>
                  <a:gd name="T6" fmla="*/ 37 w 93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12">
                    <a:moveTo>
                      <a:pt x="0" y="0"/>
                    </a:moveTo>
                    <a:cubicBezTo>
                      <a:pt x="10" y="5"/>
                      <a:pt x="17" y="2"/>
                      <a:pt x="27" y="2"/>
                    </a:cubicBezTo>
                    <a:cubicBezTo>
                      <a:pt x="36" y="3"/>
                      <a:pt x="45" y="4"/>
                      <a:pt x="54" y="5"/>
                    </a:cubicBezTo>
                    <a:cubicBezTo>
                      <a:pt x="67" y="6"/>
                      <a:pt x="82" y="12"/>
                      <a:pt x="93" y="4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4" name="Freeform 1656">
                <a:extLst>
                  <a:ext uri="{FF2B5EF4-FFF2-40B4-BE49-F238E27FC236}">
                    <a16:creationId xmlns:a16="http://schemas.microsoft.com/office/drawing/2014/main" id="{51F68E25-81A5-4701-9202-B4C7B9397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1242"/>
                <a:ext cx="63" cy="4"/>
              </a:xfrm>
              <a:custGeom>
                <a:avLst/>
                <a:gdLst>
                  <a:gd name="T0" fmla="*/ 0 w 86"/>
                  <a:gd name="T1" fmla="*/ 2 h 6"/>
                  <a:gd name="T2" fmla="*/ 10 w 86"/>
                  <a:gd name="T3" fmla="*/ 1 h 6"/>
                  <a:gd name="T4" fmla="*/ 20 w 86"/>
                  <a:gd name="T5" fmla="*/ 1 h 6"/>
                  <a:gd name="T6" fmla="*/ 34 w 8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6">
                    <a:moveTo>
                      <a:pt x="0" y="6"/>
                    </a:moveTo>
                    <a:cubicBezTo>
                      <a:pt x="9" y="6"/>
                      <a:pt x="16" y="4"/>
                      <a:pt x="25" y="5"/>
                    </a:cubicBezTo>
                    <a:cubicBezTo>
                      <a:pt x="34" y="6"/>
                      <a:pt x="42" y="6"/>
                      <a:pt x="51" y="4"/>
                    </a:cubicBezTo>
                    <a:cubicBezTo>
                      <a:pt x="61" y="3"/>
                      <a:pt x="77" y="4"/>
                      <a:pt x="86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5" name="Freeform 1657">
                <a:extLst>
                  <a:ext uri="{FF2B5EF4-FFF2-40B4-BE49-F238E27FC236}">
                    <a16:creationId xmlns:a16="http://schemas.microsoft.com/office/drawing/2014/main" id="{ABE48D12-9BEF-40ED-8CF3-AB5C39A37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245"/>
                <a:ext cx="63" cy="9"/>
              </a:xfrm>
              <a:custGeom>
                <a:avLst/>
                <a:gdLst>
                  <a:gd name="T0" fmla="*/ 34 w 86"/>
                  <a:gd name="T1" fmla="*/ 0 h 12"/>
                  <a:gd name="T2" fmla="*/ 24 w 86"/>
                  <a:gd name="T3" fmla="*/ 5 h 12"/>
                  <a:gd name="T4" fmla="*/ 15 w 86"/>
                  <a:gd name="T5" fmla="*/ 4 h 12"/>
                  <a:gd name="T6" fmla="*/ 5 w 86"/>
                  <a:gd name="T7" fmla="*/ 4 h 12"/>
                  <a:gd name="T8" fmla="*/ 0 w 86"/>
                  <a:gd name="T9" fmla="*/ 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2">
                    <a:moveTo>
                      <a:pt x="86" y="0"/>
                    </a:moveTo>
                    <a:cubicBezTo>
                      <a:pt x="79" y="3"/>
                      <a:pt x="70" y="9"/>
                      <a:pt x="62" y="10"/>
                    </a:cubicBezTo>
                    <a:cubicBezTo>
                      <a:pt x="54" y="12"/>
                      <a:pt x="46" y="9"/>
                      <a:pt x="38" y="8"/>
                    </a:cubicBezTo>
                    <a:cubicBezTo>
                      <a:pt x="30" y="7"/>
                      <a:pt x="21" y="6"/>
                      <a:pt x="13" y="8"/>
                    </a:cubicBezTo>
                    <a:cubicBezTo>
                      <a:pt x="9" y="9"/>
                      <a:pt x="5" y="12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6" name="Freeform 1658">
                <a:extLst>
                  <a:ext uri="{FF2B5EF4-FFF2-40B4-BE49-F238E27FC236}">
                    <a16:creationId xmlns:a16="http://schemas.microsoft.com/office/drawing/2014/main" id="{09676983-91A6-43AC-8E02-191474194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257"/>
                <a:ext cx="57" cy="5"/>
              </a:xfrm>
              <a:custGeom>
                <a:avLst/>
                <a:gdLst>
                  <a:gd name="T0" fmla="*/ 0 w 77"/>
                  <a:gd name="T1" fmla="*/ 1 h 7"/>
                  <a:gd name="T2" fmla="*/ 7 w 77"/>
                  <a:gd name="T3" fmla="*/ 1 h 7"/>
                  <a:gd name="T4" fmla="*/ 18 w 77"/>
                  <a:gd name="T5" fmla="*/ 2 h 7"/>
                  <a:gd name="T6" fmla="*/ 31 w 7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7">
                    <a:moveTo>
                      <a:pt x="0" y="4"/>
                    </a:moveTo>
                    <a:cubicBezTo>
                      <a:pt x="7" y="3"/>
                      <a:pt x="11" y="1"/>
                      <a:pt x="19" y="3"/>
                    </a:cubicBezTo>
                    <a:cubicBezTo>
                      <a:pt x="26" y="6"/>
                      <a:pt x="35" y="7"/>
                      <a:pt x="43" y="5"/>
                    </a:cubicBezTo>
                    <a:cubicBezTo>
                      <a:pt x="52" y="4"/>
                      <a:pt x="68" y="5"/>
                      <a:pt x="77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7" name="Freeform 1659">
                <a:extLst>
                  <a:ext uri="{FF2B5EF4-FFF2-40B4-BE49-F238E27FC236}">
                    <a16:creationId xmlns:a16="http://schemas.microsoft.com/office/drawing/2014/main" id="{C78E51DC-AA84-458A-8CBA-1AFE5C4B6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1249"/>
                <a:ext cx="13" cy="5"/>
              </a:xfrm>
              <a:custGeom>
                <a:avLst/>
                <a:gdLst>
                  <a:gd name="T0" fmla="*/ 0 w 18"/>
                  <a:gd name="T1" fmla="*/ 3 h 7"/>
                  <a:gd name="T2" fmla="*/ 7 w 18"/>
                  <a:gd name="T3" fmla="*/ 1 h 7"/>
                  <a:gd name="T4" fmla="*/ 7 w 1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cubicBezTo>
                      <a:pt x="6" y="5"/>
                      <a:pt x="11" y="4"/>
                      <a:pt x="16" y="1"/>
                    </a:cubicBezTo>
                    <a:cubicBezTo>
                      <a:pt x="16" y="0"/>
                      <a:pt x="18" y="1"/>
                      <a:pt x="18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8" name="Freeform 1660">
                <a:extLst>
                  <a:ext uri="{FF2B5EF4-FFF2-40B4-BE49-F238E27FC236}">
                    <a16:creationId xmlns:a16="http://schemas.microsoft.com/office/drawing/2014/main" id="{FFA90D0D-008D-4369-91A3-4761FD5E1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1242"/>
                <a:ext cx="24" cy="3"/>
              </a:xfrm>
              <a:custGeom>
                <a:avLst/>
                <a:gdLst>
                  <a:gd name="T0" fmla="*/ 0 w 33"/>
                  <a:gd name="T1" fmla="*/ 2 h 4"/>
                  <a:gd name="T2" fmla="*/ 7 w 33"/>
                  <a:gd name="T3" fmla="*/ 2 h 4"/>
                  <a:gd name="T4" fmla="*/ 12 w 33"/>
                  <a:gd name="T5" fmla="*/ 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">
                    <a:moveTo>
                      <a:pt x="0" y="3"/>
                    </a:moveTo>
                    <a:cubicBezTo>
                      <a:pt x="5" y="4"/>
                      <a:pt x="12" y="4"/>
                      <a:pt x="17" y="4"/>
                    </a:cubicBezTo>
                    <a:cubicBezTo>
                      <a:pt x="23" y="3"/>
                      <a:pt x="28" y="0"/>
                      <a:pt x="33" y="3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9" name="Freeform 1661">
                <a:extLst>
                  <a:ext uri="{FF2B5EF4-FFF2-40B4-BE49-F238E27FC236}">
                    <a16:creationId xmlns:a16="http://schemas.microsoft.com/office/drawing/2014/main" id="{7830F311-1786-4BB4-9320-1B143574C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254"/>
                <a:ext cx="71" cy="18"/>
              </a:xfrm>
              <a:custGeom>
                <a:avLst/>
                <a:gdLst>
                  <a:gd name="T0" fmla="*/ 0 w 96"/>
                  <a:gd name="T1" fmla="*/ 8 h 25"/>
                  <a:gd name="T2" fmla="*/ 10 w 96"/>
                  <a:gd name="T3" fmla="*/ 6 h 25"/>
                  <a:gd name="T4" fmla="*/ 20 w 96"/>
                  <a:gd name="T5" fmla="*/ 4 h 25"/>
                  <a:gd name="T6" fmla="*/ 37 w 96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25">
                    <a:moveTo>
                      <a:pt x="0" y="21"/>
                    </a:moveTo>
                    <a:cubicBezTo>
                      <a:pt x="10" y="25"/>
                      <a:pt x="17" y="19"/>
                      <a:pt x="25" y="15"/>
                    </a:cubicBezTo>
                    <a:cubicBezTo>
                      <a:pt x="32" y="12"/>
                      <a:pt x="41" y="12"/>
                      <a:pt x="50" y="11"/>
                    </a:cubicBezTo>
                    <a:cubicBezTo>
                      <a:pt x="56" y="10"/>
                      <a:pt x="96" y="13"/>
                      <a:pt x="92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0" name="Freeform 1662">
                <a:extLst>
                  <a:ext uri="{FF2B5EF4-FFF2-40B4-BE49-F238E27FC236}">
                    <a16:creationId xmlns:a16="http://schemas.microsoft.com/office/drawing/2014/main" id="{02903C02-C5FE-4E75-A519-3A1CC3CBD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180"/>
                <a:ext cx="18" cy="22"/>
              </a:xfrm>
              <a:custGeom>
                <a:avLst/>
                <a:gdLst>
                  <a:gd name="T0" fmla="*/ 0 w 24"/>
                  <a:gd name="T1" fmla="*/ 0 h 30"/>
                  <a:gd name="T2" fmla="*/ 5 w 24"/>
                  <a:gd name="T3" fmla="*/ 6 h 30"/>
                  <a:gd name="T4" fmla="*/ 11 w 24"/>
                  <a:gd name="T5" fmla="*/ 1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0" y="0"/>
                    </a:moveTo>
                    <a:cubicBezTo>
                      <a:pt x="0" y="6"/>
                      <a:pt x="5" y="12"/>
                      <a:pt x="11" y="15"/>
                    </a:cubicBezTo>
                    <a:cubicBezTo>
                      <a:pt x="16" y="19"/>
                      <a:pt x="18" y="28"/>
                      <a:pt x="24" y="3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1" name="Freeform 1663">
                <a:extLst>
                  <a:ext uri="{FF2B5EF4-FFF2-40B4-BE49-F238E27FC236}">
                    <a16:creationId xmlns:a16="http://schemas.microsoft.com/office/drawing/2014/main" id="{4BDD06A0-CFA1-4E73-B5AB-F1534B749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1194"/>
                <a:ext cx="20" cy="14"/>
              </a:xfrm>
              <a:custGeom>
                <a:avLst/>
                <a:gdLst>
                  <a:gd name="T0" fmla="*/ 0 w 28"/>
                  <a:gd name="T1" fmla="*/ 0 h 19"/>
                  <a:gd name="T2" fmla="*/ 4 w 28"/>
                  <a:gd name="T3" fmla="*/ 5 h 19"/>
                  <a:gd name="T4" fmla="*/ 10 w 28"/>
                  <a:gd name="T5" fmla="*/ 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0" y="0"/>
                    </a:moveTo>
                    <a:cubicBezTo>
                      <a:pt x="2" y="6"/>
                      <a:pt x="5" y="11"/>
                      <a:pt x="12" y="13"/>
                    </a:cubicBezTo>
                    <a:cubicBezTo>
                      <a:pt x="17" y="15"/>
                      <a:pt x="24" y="15"/>
                      <a:pt x="28" y="1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2" name="Freeform 1664">
                <a:extLst>
                  <a:ext uri="{FF2B5EF4-FFF2-40B4-BE49-F238E27FC236}">
                    <a16:creationId xmlns:a16="http://schemas.microsoft.com/office/drawing/2014/main" id="{9B8158E9-29A6-4F61-89B9-8BF05E53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206"/>
                <a:ext cx="23" cy="14"/>
              </a:xfrm>
              <a:custGeom>
                <a:avLst/>
                <a:gdLst>
                  <a:gd name="T0" fmla="*/ 0 w 31"/>
                  <a:gd name="T1" fmla="*/ 0 h 19"/>
                  <a:gd name="T2" fmla="*/ 5 w 31"/>
                  <a:gd name="T3" fmla="*/ 6 h 19"/>
                  <a:gd name="T4" fmla="*/ 13 w 31"/>
                  <a:gd name="T5" fmla="*/ 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9">
                    <a:moveTo>
                      <a:pt x="0" y="0"/>
                    </a:moveTo>
                    <a:cubicBezTo>
                      <a:pt x="4" y="7"/>
                      <a:pt x="5" y="13"/>
                      <a:pt x="14" y="15"/>
                    </a:cubicBezTo>
                    <a:cubicBezTo>
                      <a:pt x="20" y="16"/>
                      <a:pt x="25" y="14"/>
                      <a:pt x="31" y="1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3" name="Freeform 1665">
                <a:extLst>
                  <a:ext uri="{FF2B5EF4-FFF2-40B4-BE49-F238E27FC236}">
                    <a16:creationId xmlns:a16="http://schemas.microsoft.com/office/drawing/2014/main" id="{8F5A56A4-625E-4AB6-978C-39E091AD5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263"/>
                <a:ext cx="43" cy="21"/>
              </a:xfrm>
              <a:custGeom>
                <a:avLst/>
                <a:gdLst>
                  <a:gd name="T0" fmla="*/ 0 w 58"/>
                  <a:gd name="T1" fmla="*/ 10 h 28"/>
                  <a:gd name="T2" fmla="*/ 12 w 58"/>
                  <a:gd name="T3" fmla="*/ 4 h 28"/>
                  <a:gd name="T4" fmla="*/ 24 w 58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8">
                    <a:moveTo>
                      <a:pt x="0" y="23"/>
                    </a:moveTo>
                    <a:cubicBezTo>
                      <a:pt x="14" y="28"/>
                      <a:pt x="18" y="15"/>
                      <a:pt x="28" y="8"/>
                    </a:cubicBezTo>
                    <a:cubicBezTo>
                      <a:pt x="37" y="2"/>
                      <a:pt x="48" y="4"/>
                      <a:pt x="58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4" name="Freeform 1666">
                <a:extLst>
                  <a:ext uri="{FF2B5EF4-FFF2-40B4-BE49-F238E27FC236}">
                    <a16:creationId xmlns:a16="http://schemas.microsoft.com/office/drawing/2014/main" id="{A8FA5E16-266D-4B6E-BC17-95C16729E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248"/>
                <a:ext cx="18" cy="11"/>
              </a:xfrm>
              <a:custGeom>
                <a:avLst/>
                <a:gdLst>
                  <a:gd name="T0" fmla="*/ 10 w 24"/>
                  <a:gd name="T1" fmla="*/ 0 h 15"/>
                  <a:gd name="T2" fmla="*/ 0 w 24"/>
                  <a:gd name="T3" fmla="*/ 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5">
                    <a:moveTo>
                      <a:pt x="22" y="0"/>
                    </a:moveTo>
                    <a:cubicBezTo>
                      <a:pt x="24" y="4"/>
                      <a:pt x="6" y="15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5" name="Freeform 1667">
                <a:extLst>
                  <a:ext uri="{FF2B5EF4-FFF2-40B4-BE49-F238E27FC236}">
                    <a16:creationId xmlns:a16="http://schemas.microsoft.com/office/drawing/2014/main" id="{9E2F95AF-950B-4A84-9611-B3E400396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258"/>
                <a:ext cx="38" cy="13"/>
              </a:xfrm>
              <a:custGeom>
                <a:avLst/>
                <a:gdLst>
                  <a:gd name="T0" fmla="*/ 21 w 51"/>
                  <a:gd name="T1" fmla="*/ 0 h 17"/>
                  <a:gd name="T2" fmla="*/ 9 w 51"/>
                  <a:gd name="T3" fmla="*/ 5 h 17"/>
                  <a:gd name="T4" fmla="*/ 0 w 51"/>
                  <a:gd name="T5" fmla="*/ 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7">
                    <a:moveTo>
                      <a:pt x="51" y="0"/>
                    </a:moveTo>
                    <a:cubicBezTo>
                      <a:pt x="41" y="4"/>
                      <a:pt x="32" y="6"/>
                      <a:pt x="22" y="12"/>
                    </a:cubicBezTo>
                    <a:cubicBezTo>
                      <a:pt x="14" y="17"/>
                      <a:pt x="9" y="15"/>
                      <a:pt x="0" y="13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6" name="Freeform 1668">
                <a:extLst>
                  <a:ext uri="{FF2B5EF4-FFF2-40B4-BE49-F238E27FC236}">
                    <a16:creationId xmlns:a16="http://schemas.microsoft.com/office/drawing/2014/main" id="{F1E22249-7EA2-43B6-9C74-8C15C9CC0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1251"/>
                <a:ext cx="43" cy="5"/>
              </a:xfrm>
              <a:custGeom>
                <a:avLst/>
                <a:gdLst>
                  <a:gd name="T0" fmla="*/ 0 w 59"/>
                  <a:gd name="T1" fmla="*/ 0 h 7"/>
                  <a:gd name="T2" fmla="*/ 12 w 59"/>
                  <a:gd name="T3" fmla="*/ 2 h 7"/>
                  <a:gd name="T4" fmla="*/ 18 w 59"/>
                  <a:gd name="T5" fmla="*/ 2 h 7"/>
                  <a:gd name="T6" fmla="*/ 23 w 59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7">
                    <a:moveTo>
                      <a:pt x="0" y="0"/>
                    </a:moveTo>
                    <a:cubicBezTo>
                      <a:pt x="9" y="7"/>
                      <a:pt x="19" y="6"/>
                      <a:pt x="30" y="5"/>
                    </a:cubicBezTo>
                    <a:cubicBezTo>
                      <a:pt x="36" y="4"/>
                      <a:pt x="41" y="6"/>
                      <a:pt x="46" y="5"/>
                    </a:cubicBezTo>
                    <a:cubicBezTo>
                      <a:pt x="51" y="4"/>
                      <a:pt x="54" y="0"/>
                      <a:pt x="59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7" name="Freeform 1669">
                <a:extLst>
                  <a:ext uri="{FF2B5EF4-FFF2-40B4-BE49-F238E27FC236}">
                    <a16:creationId xmlns:a16="http://schemas.microsoft.com/office/drawing/2014/main" id="{6C30D263-80EF-4C29-8BCD-9A6007D13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243"/>
                <a:ext cx="9" cy="6"/>
              </a:xfrm>
              <a:custGeom>
                <a:avLst/>
                <a:gdLst>
                  <a:gd name="T0" fmla="*/ 6 w 11"/>
                  <a:gd name="T1" fmla="*/ 0 h 8"/>
                  <a:gd name="T2" fmla="*/ 0 w 11"/>
                  <a:gd name="T3" fmla="*/ 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9" y="4"/>
                      <a:pt x="4" y="7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8" name="Freeform 1670">
                <a:extLst>
                  <a:ext uri="{FF2B5EF4-FFF2-40B4-BE49-F238E27FC236}">
                    <a16:creationId xmlns:a16="http://schemas.microsoft.com/office/drawing/2014/main" id="{8832A4A7-CA05-4C8E-A5D9-58D6A4C88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1220"/>
                <a:ext cx="54" cy="25"/>
              </a:xfrm>
              <a:custGeom>
                <a:avLst/>
                <a:gdLst>
                  <a:gd name="T0" fmla="*/ 0 w 74"/>
                  <a:gd name="T1" fmla="*/ 0 h 34"/>
                  <a:gd name="T2" fmla="*/ 5 w 74"/>
                  <a:gd name="T3" fmla="*/ 7 h 34"/>
                  <a:gd name="T4" fmla="*/ 16 w 74"/>
                  <a:gd name="T5" fmla="*/ 10 h 34"/>
                  <a:gd name="T6" fmla="*/ 28 w 74"/>
                  <a:gd name="T7" fmla="*/ 1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4">
                    <a:moveTo>
                      <a:pt x="0" y="0"/>
                    </a:moveTo>
                    <a:cubicBezTo>
                      <a:pt x="4" y="6"/>
                      <a:pt x="7" y="13"/>
                      <a:pt x="14" y="16"/>
                    </a:cubicBezTo>
                    <a:cubicBezTo>
                      <a:pt x="23" y="19"/>
                      <a:pt x="32" y="19"/>
                      <a:pt x="41" y="25"/>
                    </a:cubicBezTo>
                    <a:cubicBezTo>
                      <a:pt x="54" y="34"/>
                      <a:pt x="61" y="27"/>
                      <a:pt x="74" y="24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9" name="Freeform 1671">
                <a:extLst>
                  <a:ext uri="{FF2B5EF4-FFF2-40B4-BE49-F238E27FC236}">
                    <a16:creationId xmlns:a16="http://schemas.microsoft.com/office/drawing/2014/main" id="{ADEDED7D-9696-4E6A-B20A-10EE76F90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300"/>
                <a:ext cx="65" cy="25"/>
              </a:xfrm>
              <a:custGeom>
                <a:avLst/>
                <a:gdLst>
                  <a:gd name="T0" fmla="*/ 0 w 88"/>
                  <a:gd name="T1" fmla="*/ 11 h 33"/>
                  <a:gd name="T2" fmla="*/ 20 w 88"/>
                  <a:gd name="T3" fmla="*/ 5 h 33"/>
                  <a:gd name="T4" fmla="*/ 28 w 88"/>
                  <a:gd name="T5" fmla="*/ 5 h 33"/>
                  <a:gd name="T6" fmla="*/ 35 w 88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33">
                    <a:moveTo>
                      <a:pt x="0" y="25"/>
                    </a:moveTo>
                    <a:cubicBezTo>
                      <a:pt x="19" y="33"/>
                      <a:pt x="33" y="13"/>
                      <a:pt x="50" y="11"/>
                    </a:cubicBezTo>
                    <a:cubicBezTo>
                      <a:pt x="57" y="10"/>
                      <a:pt x="64" y="11"/>
                      <a:pt x="71" y="10"/>
                    </a:cubicBezTo>
                    <a:cubicBezTo>
                      <a:pt x="78" y="9"/>
                      <a:pt x="82" y="3"/>
                      <a:pt x="88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0" name="Freeform 1672">
                <a:extLst>
                  <a:ext uri="{FF2B5EF4-FFF2-40B4-BE49-F238E27FC236}">
                    <a16:creationId xmlns:a16="http://schemas.microsoft.com/office/drawing/2014/main" id="{9F3389CD-D600-4DF2-AEC8-8E4865ACB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275"/>
                <a:ext cx="24" cy="19"/>
              </a:xfrm>
              <a:custGeom>
                <a:avLst/>
                <a:gdLst>
                  <a:gd name="T0" fmla="*/ 14 w 32"/>
                  <a:gd name="T1" fmla="*/ 0 h 25"/>
                  <a:gd name="T2" fmla="*/ 0 w 32"/>
                  <a:gd name="T3" fmla="*/ 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5">
                    <a:moveTo>
                      <a:pt x="32" y="0"/>
                    </a:moveTo>
                    <a:cubicBezTo>
                      <a:pt x="23" y="3"/>
                      <a:pt x="9" y="25"/>
                      <a:pt x="0" y="21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1" name="Freeform 1673">
                <a:extLst>
                  <a:ext uri="{FF2B5EF4-FFF2-40B4-BE49-F238E27FC236}">
                    <a16:creationId xmlns:a16="http://schemas.microsoft.com/office/drawing/2014/main" id="{979FF314-B9FC-4C75-92DF-A69E0DA3F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303"/>
                <a:ext cx="64" cy="28"/>
              </a:xfrm>
              <a:custGeom>
                <a:avLst/>
                <a:gdLst>
                  <a:gd name="T0" fmla="*/ 34 w 88"/>
                  <a:gd name="T1" fmla="*/ 0 h 39"/>
                  <a:gd name="T2" fmla="*/ 23 w 88"/>
                  <a:gd name="T3" fmla="*/ 6 h 39"/>
                  <a:gd name="T4" fmla="*/ 15 w 88"/>
                  <a:gd name="T5" fmla="*/ 7 h 39"/>
                  <a:gd name="T6" fmla="*/ 8 w 88"/>
                  <a:gd name="T7" fmla="*/ 13 h 39"/>
                  <a:gd name="T8" fmla="*/ 0 w 88"/>
                  <a:gd name="T9" fmla="*/ 1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39">
                    <a:moveTo>
                      <a:pt x="88" y="0"/>
                    </a:moveTo>
                    <a:cubicBezTo>
                      <a:pt x="80" y="6"/>
                      <a:pt x="71" y="12"/>
                      <a:pt x="61" y="15"/>
                    </a:cubicBezTo>
                    <a:cubicBezTo>
                      <a:pt x="53" y="17"/>
                      <a:pt x="45" y="16"/>
                      <a:pt x="38" y="20"/>
                    </a:cubicBezTo>
                    <a:cubicBezTo>
                      <a:pt x="31" y="25"/>
                      <a:pt x="27" y="31"/>
                      <a:pt x="20" y="35"/>
                    </a:cubicBezTo>
                    <a:cubicBezTo>
                      <a:pt x="14" y="38"/>
                      <a:pt x="7" y="39"/>
                      <a:pt x="0" y="3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2" name="Freeform 1674">
                <a:extLst>
                  <a:ext uri="{FF2B5EF4-FFF2-40B4-BE49-F238E27FC236}">
                    <a16:creationId xmlns:a16="http://schemas.microsoft.com/office/drawing/2014/main" id="{156CDE1F-09DA-4FF1-A6E8-0CBDDB5D8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286"/>
                <a:ext cx="4" cy="8"/>
              </a:xfrm>
              <a:custGeom>
                <a:avLst/>
                <a:gdLst>
                  <a:gd name="T0" fmla="*/ 2 w 5"/>
                  <a:gd name="T1" fmla="*/ 0 h 11"/>
                  <a:gd name="T2" fmla="*/ 0 w 5"/>
                  <a:gd name="T3" fmla="*/ 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5" y="0"/>
                    </a:moveTo>
                    <a:cubicBezTo>
                      <a:pt x="4" y="4"/>
                      <a:pt x="1" y="7"/>
                      <a:pt x="0" y="11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3" name="Freeform 1675">
                <a:extLst>
                  <a:ext uri="{FF2B5EF4-FFF2-40B4-BE49-F238E27FC236}">
                    <a16:creationId xmlns:a16="http://schemas.microsoft.com/office/drawing/2014/main" id="{536CE26F-3468-46C5-BBAC-CDDF187BB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294"/>
                <a:ext cx="17" cy="6"/>
              </a:xfrm>
              <a:custGeom>
                <a:avLst/>
                <a:gdLst>
                  <a:gd name="T0" fmla="*/ 0 w 23"/>
                  <a:gd name="T1" fmla="*/ 4 h 8"/>
                  <a:gd name="T2" fmla="*/ 10 w 2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8">
                    <a:moveTo>
                      <a:pt x="0" y="8"/>
                    </a:moveTo>
                    <a:cubicBezTo>
                      <a:pt x="8" y="4"/>
                      <a:pt x="16" y="5"/>
                      <a:pt x="23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4" name="Freeform 1676">
                <a:extLst>
                  <a:ext uri="{FF2B5EF4-FFF2-40B4-BE49-F238E27FC236}">
                    <a16:creationId xmlns:a16="http://schemas.microsoft.com/office/drawing/2014/main" id="{92632D65-E402-4295-BFBA-A12855994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268"/>
                <a:ext cx="25" cy="16"/>
              </a:xfrm>
              <a:custGeom>
                <a:avLst/>
                <a:gdLst>
                  <a:gd name="T0" fmla="*/ 0 w 34"/>
                  <a:gd name="T1" fmla="*/ 2 h 22"/>
                  <a:gd name="T2" fmla="*/ 13 w 34"/>
                  <a:gd name="T3" fmla="*/ 0 h 22"/>
                  <a:gd name="T4" fmla="*/ 10 w 34"/>
                  <a:gd name="T5" fmla="*/ 4 h 22"/>
                  <a:gd name="T6" fmla="*/ 7 w 34"/>
                  <a:gd name="T7" fmla="*/ 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2">
                    <a:moveTo>
                      <a:pt x="0" y="5"/>
                    </a:moveTo>
                    <a:cubicBezTo>
                      <a:pt x="11" y="3"/>
                      <a:pt x="22" y="0"/>
                      <a:pt x="34" y="0"/>
                    </a:cubicBezTo>
                    <a:cubicBezTo>
                      <a:pt x="33" y="4"/>
                      <a:pt x="29" y="6"/>
                      <a:pt x="26" y="9"/>
                    </a:cubicBezTo>
                    <a:cubicBezTo>
                      <a:pt x="23" y="13"/>
                      <a:pt x="21" y="17"/>
                      <a:pt x="18" y="22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5" name="Freeform 1677">
                <a:extLst>
                  <a:ext uri="{FF2B5EF4-FFF2-40B4-BE49-F238E27FC236}">
                    <a16:creationId xmlns:a16="http://schemas.microsoft.com/office/drawing/2014/main" id="{7A9E9A76-BC86-4D09-9AB4-888A764D4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1310"/>
                <a:ext cx="100" cy="32"/>
              </a:xfrm>
              <a:custGeom>
                <a:avLst/>
                <a:gdLst>
                  <a:gd name="T0" fmla="*/ 0 w 136"/>
                  <a:gd name="T1" fmla="*/ 16 h 43"/>
                  <a:gd name="T2" fmla="*/ 15 w 136"/>
                  <a:gd name="T3" fmla="*/ 16 h 43"/>
                  <a:gd name="T4" fmla="*/ 28 w 136"/>
                  <a:gd name="T5" fmla="*/ 8 h 43"/>
                  <a:gd name="T6" fmla="*/ 34 w 136"/>
                  <a:gd name="T7" fmla="*/ 7 h 43"/>
                  <a:gd name="T8" fmla="*/ 41 w 136"/>
                  <a:gd name="T9" fmla="*/ 3 h 43"/>
                  <a:gd name="T10" fmla="*/ 54 w 136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6" h="43">
                    <a:moveTo>
                      <a:pt x="0" y="37"/>
                    </a:moveTo>
                    <a:cubicBezTo>
                      <a:pt x="6" y="43"/>
                      <a:pt x="31" y="38"/>
                      <a:pt x="38" y="37"/>
                    </a:cubicBezTo>
                    <a:cubicBezTo>
                      <a:pt x="51" y="34"/>
                      <a:pt x="59" y="22"/>
                      <a:pt x="71" y="20"/>
                    </a:cubicBezTo>
                    <a:cubicBezTo>
                      <a:pt x="76" y="19"/>
                      <a:pt x="81" y="19"/>
                      <a:pt x="86" y="18"/>
                    </a:cubicBezTo>
                    <a:cubicBezTo>
                      <a:pt x="95" y="17"/>
                      <a:pt x="98" y="13"/>
                      <a:pt x="104" y="8"/>
                    </a:cubicBezTo>
                    <a:cubicBezTo>
                      <a:pt x="114" y="0"/>
                      <a:pt x="125" y="4"/>
                      <a:pt x="136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6" name="Freeform 1678">
                <a:extLst>
                  <a:ext uri="{FF2B5EF4-FFF2-40B4-BE49-F238E27FC236}">
                    <a16:creationId xmlns:a16="http://schemas.microsoft.com/office/drawing/2014/main" id="{4FDC1F0A-72E8-4505-A09A-CC0388F64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1270"/>
                <a:ext cx="56" cy="33"/>
              </a:xfrm>
              <a:custGeom>
                <a:avLst/>
                <a:gdLst>
                  <a:gd name="T0" fmla="*/ 25 w 77"/>
                  <a:gd name="T1" fmla="*/ 0 h 46"/>
                  <a:gd name="T2" fmla="*/ 26 w 77"/>
                  <a:gd name="T3" fmla="*/ 6 h 46"/>
                  <a:gd name="T4" fmla="*/ 17 w 77"/>
                  <a:gd name="T5" fmla="*/ 11 h 46"/>
                  <a:gd name="T6" fmla="*/ 9 w 77"/>
                  <a:gd name="T7" fmla="*/ 14 h 46"/>
                  <a:gd name="T8" fmla="*/ 0 w 77"/>
                  <a:gd name="T9" fmla="*/ 17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46">
                    <a:moveTo>
                      <a:pt x="66" y="0"/>
                    </a:moveTo>
                    <a:cubicBezTo>
                      <a:pt x="64" y="3"/>
                      <a:pt x="77" y="9"/>
                      <a:pt x="69" y="17"/>
                    </a:cubicBezTo>
                    <a:cubicBezTo>
                      <a:pt x="62" y="22"/>
                      <a:pt x="52" y="24"/>
                      <a:pt x="46" y="29"/>
                    </a:cubicBezTo>
                    <a:cubicBezTo>
                      <a:pt x="38" y="34"/>
                      <a:pt x="34" y="38"/>
                      <a:pt x="25" y="38"/>
                    </a:cubicBezTo>
                    <a:cubicBezTo>
                      <a:pt x="15" y="38"/>
                      <a:pt x="7" y="38"/>
                      <a:pt x="0" y="46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7" name="Freeform 1679">
                <a:extLst>
                  <a:ext uri="{FF2B5EF4-FFF2-40B4-BE49-F238E27FC236}">
                    <a16:creationId xmlns:a16="http://schemas.microsoft.com/office/drawing/2014/main" id="{3BB4A017-10FA-4F8F-8015-03C76B621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265"/>
                <a:ext cx="24" cy="24"/>
              </a:xfrm>
              <a:custGeom>
                <a:avLst/>
                <a:gdLst>
                  <a:gd name="T0" fmla="*/ 8 w 32"/>
                  <a:gd name="T1" fmla="*/ 1 h 33"/>
                  <a:gd name="T2" fmla="*/ 8 w 32"/>
                  <a:gd name="T3" fmla="*/ 5 h 33"/>
                  <a:gd name="T4" fmla="*/ 5 w 32"/>
                  <a:gd name="T5" fmla="*/ 9 h 33"/>
                  <a:gd name="T6" fmla="*/ 0 w 32"/>
                  <a:gd name="T7" fmla="*/ 12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20" y="1"/>
                    </a:moveTo>
                    <a:cubicBezTo>
                      <a:pt x="32" y="0"/>
                      <a:pt x="22" y="11"/>
                      <a:pt x="18" y="14"/>
                    </a:cubicBezTo>
                    <a:cubicBezTo>
                      <a:pt x="14" y="17"/>
                      <a:pt x="13" y="20"/>
                      <a:pt x="11" y="24"/>
                    </a:cubicBezTo>
                    <a:cubicBezTo>
                      <a:pt x="8" y="28"/>
                      <a:pt x="6" y="33"/>
                      <a:pt x="0" y="3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8" name="Freeform 1680">
                <a:extLst>
                  <a:ext uri="{FF2B5EF4-FFF2-40B4-BE49-F238E27FC236}">
                    <a16:creationId xmlns:a16="http://schemas.microsoft.com/office/drawing/2014/main" id="{436EDDFE-BD75-4AD0-8E00-DC0551531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262"/>
                <a:ext cx="91" cy="51"/>
              </a:xfrm>
              <a:custGeom>
                <a:avLst/>
                <a:gdLst>
                  <a:gd name="T0" fmla="*/ 50 w 123"/>
                  <a:gd name="T1" fmla="*/ 0 h 69"/>
                  <a:gd name="T2" fmla="*/ 47 w 123"/>
                  <a:gd name="T3" fmla="*/ 7 h 69"/>
                  <a:gd name="T4" fmla="*/ 41 w 123"/>
                  <a:gd name="T5" fmla="*/ 13 h 69"/>
                  <a:gd name="T6" fmla="*/ 30 w 123"/>
                  <a:gd name="T7" fmla="*/ 18 h 69"/>
                  <a:gd name="T8" fmla="*/ 13 w 123"/>
                  <a:gd name="T9" fmla="*/ 22 h 69"/>
                  <a:gd name="T10" fmla="*/ 0 w 123"/>
                  <a:gd name="T11" fmla="*/ 27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3" h="69">
                    <a:moveTo>
                      <a:pt x="123" y="0"/>
                    </a:moveTo>
                    <a:cubicBezTo>
                      <a:pt x="122" y="6"/>
                      <a:pt x="122" y="10"/>
                      <a:pt x="116" y="16"/>
                    </a:cubicBezTo>
                    <a:cubicBezTo>
                      <a:pt x="111" y="21"/>
                      <a:pt x="107" y="27"/>
                      <a:pt x="102" y="31"/>
                    </a:cubicBezTo>
                    <a:cubicBezTo>
                      <a:pt x="93" y="38"/>
                      <a:pt x="82" y="40"/>
                      <a:pt x="73" y="45"/>
                    </a:cubicBezTo>
                    <a:cubicBezTo>
                      <a:pt x="61" y="51"/>
                      <a:pt x="46" y="50"/>
                      <a:pt x="34" y="56"/>
                    </a:cubicBezTo>
                    <a:cubicBezTo>
                      <a:pt x="21" y="61"/>
                      <a:pt x="14" y="69"/>
                      <a:pt x="0" y="66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9" name="Freeform 1681">
                <a:extLst>
                  <a:ext uri="{FF2B5EF4-FFF2-40B4-BE49-F238E27FC236}">
                    <a16:creationId xmlns:a16="http://schemas.microsoft.com/office/drawing/2014/main" id="{2E5ED390-029B-4668-A905-0C6BB5511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275"/>
                <a:ext cx="148" cy="77"/>
              </a:xfrm>
              <a:custGeom>
                <a:avLst/>
                <a:gdLst>
                  <a:gd name="T0" fmla="*/ 80 w 201"/>
                  <a:gd name="T1" fmla="*/ 0 h 104"/>
                  <a:gd name="T2" fmla="*/ 77 w 201"/>
                  <a:gd name="T3" fmla="*/ 7 h 104"/>
                  <a:gd name="T4" fmla="*/ 72 w 201"/>
                  <a:gd name="T5" fmla="*/ 16 h 104"/>
                  <a:gd name="T6" fmla="*/ 59 w 201"/>
                  <a:gd name="T7" fmla="*/ 21 h 104"/>
                  <a:gd name="T8" fmla="*/ 49 w 201"/>
                  <a:gd name="T9" fmla="*/ 24 h 104"/>
                  <a:gd name="T10" fmla="*/ 40 w 201"/>
                  <a:gd name="T11" fmla="*/ 24 h 104"/>
                  <a:gd name="T12" fmla="*/ 32 w 201"/>
                  <a:gd name="T13" fmla="*/ 29 h 104"/>
                  <a:gd name="T14" fmla="*/ 24 w 201"/>
                  <a:gd name="T15" fmla="*/ 33 h 104"/>
                  <a:gd name="T16" fmla="*/ 4 w 201"/>
                  <a:gd name="T17" fmla="*/ 41 h 104"/>
                  <a:gd name="T18" fmla="*/ 0 w 201"/>
                  <a:gd name="T19" fmla="*/ 41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1" h="104">
                    <a:moveTo>
                      <a:pt x="201" y="0"/>
                    </a:moveTo>
                    <a:cubicBezTo>
                      <a:pt x="200" y="0"/>
                      <a:pt x="195" y="15"/>
                      <a:pt x="194" y="19"/>
                    </a:cubicBezTo>
                    <a:cubicBezTo>
                      <a:pt x="191" y="27"/>
                      <a:pt x="188" y="33"/>
                      <a:pt x="180" y="38"/>
                    </a:cubicBezTo>
                    <a:cubicBezTo>
                      <a:pt x="170" y="43"/>
                      <a:pt x="158" y="46"/>
                      <a:pt x="148" y="51"/>
                    </a:cubicBezTo>
                    <a:cubicBezTo>
                      <a:pt x="140" y="55"/>
                      <a:pt x="133" y="60"/>
                      <a:pt x="124" y="60"/>
                    </a:cubicBezTo>
                    <a:cubicBezTo>
                      <a:pt x="115" y="60"/>
                      <a:pt x="107" y="57"/>
                      <a:pt x="99" y="61"/>
                    </a:cubicBezTo>
                    <a:cubicBezTo>
                      <a:pt x="92" y="64"/>
                      <a:pt x="88" y="68"/>
                      <a:pt x="80" y="70"/>
                    </a:cubicBezTo>
                    <a:cubicBezTo>
                      <a:pt x="72" y="73"/>
                      <a:pt x="65" y="76"/>
                      <a:pt x="58" y="81"/>
                    </a:cubicBezTo>
                    <a:cubicBezTo>
                      <a:pt x="45" y="91"/>
                      <a:pt x="28" y="100"/>
                      <a:pt x="11" y="103"/>
                    </a:cubicBezTo>
                    <a:cubicBezTo>
                      <a:pt x="7" y="103"/>
                      <a:pt x="2" y="104"/>
                      <a:pt x="0" y="101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0" name="Freeform 1682">
                <a:extLst>
                  <a:ext uri="{FF2B5EF4-FFF2-40B4-BE49-F238E27FC236}">
                    <a16:creationId xmlns:a16="http://schemas.microsoft.com/office/drawing/2014/main" id="{E8671618-4CED-4578-B7A1-786F19E1E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306"/>
                <a:ext cx="50" cy="22"/>
              </a:xfrm>
              <a:custGeom>
                <a:avLst/>
                <a:gdLst>
                  <a:gd name="T0" fmla="*/ 0 w 68"/>
                  <a:gd name="T1" fmla="*/ 12 h 30"/>
                  <a:gd name="T2" fmla="*/ 11 w 68"/>
                  <a:gd name="T3" fmla="*/ 9 h 30"/>
                  <a:gd name="T4" fmla="*/ 27 w 68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30">
                    <a:moveTo>
                      <a:pt x="0" y="30"/>
                    </a:moveTo>
                    <a:cubicBezTo>
                      <a:pt x="10" y="29"/>
                      <a:pt x="18" y="26"/>
                      <a:pt x="28" y="22"/>
                    </a:cubicBezTo>
                    <a:cubicBezTo>
                      <a:pt x="43" y="18"/>
                      <a:pt x="59" y="13"/>
                      <a:pt x="68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1" name="Freeform 1683">
                <a:extLst>
                  <a:ext uri="{FF2B5EF4-FFF2-40B4-BE49-F238E27FC236}">
                    <a16:creationId xmlns:a16="http://schemas.microsoft.com/office/drawing/2014/main" id="{BC37BF38-D194-4623-97A5-E5A92A554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286"/>
                <a:ext cx="55" cy="52"/>
              </a:xfrm>
              <a:custGeom>
                <a:avLst/>
                <a:gdLst>
                  <a:gd name="T0" fmla="*/ 0 w 74"/>
                  <a:gd name="T1" fmla="*/ 26 h 71"/>
                  <a:gd name="T2" fmla="*/ 14 w 74"/>
                  <a:gd name="T3" fmla="*/ 23 h 71"/>
                  <a:gd name="T4" fmla="*/ 22 w 74"/>
                  <a:gd name="T5" fmla="*/ 14 h 71"/>
                  <a:gd name="T6" fmla="*/ 28 w 74"/>
                  <a:gd name="T7" fmla="*/ 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71">
                    <a:moveTo>
                      <a:pt x="0" y="66"/>
                    </a:moveTo>
                    <a:cubicBezTo>
                      <a:pt x="6" y="71"/>
                      <a:pt x="29" y="62"/>
                      <a:pt x="35" y="60"/>
                    </a:cubicBezTo>
                    <a:cubicBezTo>
                      <a:pt x="48" y="55"/>
                      <a:pt x="49" y="45"/>
                      <a:pt x="54" y="35"/>
                    </a:cubicBezTo>
                    <a:cubicBezTo>
                      <a:pt x="61" y="22"/>
                      <a:pt x="74" y="16"/>
                      <a:pt x="69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2" name="Freeform 1684">
                <a:extLst>
                  <a:ext uri="{FF2B5EF4-FFF2-40B4-BE49-F238E27FC236}">
                    <a16:creationId xmlns:a16="http://schemas.microsoft.com/office/drawing/2014/main" id="{50042003-C478-4A2E-A762-74D8DFE0B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1302"/>
                <a:ext cx="49" cy="40"/>
              </a:xfrm>
              <a:custGeom>
                <a:avLst/>
                <a:gdLst>
                  <a:gd name="T0" fmla="*/ 0 w 67"/>
                  <a:gd name="T1" fmla="*/ 22 h 54"/>
                  <a:gd name="T2" fmla="*/ 5 w 67"/>
                  <a:gd name="T3" fmla="*/ 21 h 54"/>
                  <a:gd name="T4" fmla="*/ 13 w 67"/>
                  <a:gd name="T5" fmla="*/ 20 h 54"/>
                  <a:gd name="T6" fmla="*/ 21 w 67"/>
                  <a:gd name="T7" fmla="*/ 11 h 54"/>
                  <a:gd name="T8" fmla="*/ 24 w 67"/>
                  <a:gd name="T9" fmla="*/ 6 h 54"/>
                  <a:gd name="T10" fmla="*/ 26 w 67"/>
                  <a:gd name="T11" fmla="*/ 0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54">
                    <a:moveTo>
                      <a:pt x="0" y="54"/>
                    </a:moveTo>
                    <a:cubicBezTo>
                      <a:pt x="4" y="52"/>
                      <a:pt x="8" y="53"/>
                      <a:pt x="12" y="53"/>
                    </a:cubicBezTo>
                    <a:cubicBezTo>
                      <a:pt x="20" y="54"/>
                      <a:pt x="26" y="52"/>
                      <a:pt x="33" y="49"/>
                    </a:cubicBezTo>
                    <a:cubicBezTo>
                      <a:pt x="43" y="44"/>
                      <a:pt x="50" y="38"/>
                      <a:pt x="53" y="27"/>
                    </a:cubicBezTo>
                    <a:cubicBezTo>
                      <a:pt x="55" y="18"/>
                      <a:pt x="57" y="20"/>
                      <a:pt x="62" y="15"/>
                    </a:cubicBezTo>
                    <a:cubicBezTo>
                      <a:pt x="65" y="11"/>
                      <a:pt x="67" y="4"/>
                      <a:pt x="66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3" name="Freeform 1685">
                <a:extLst>
                  <a:ext uri="{FF2B5EF4-FFF2-40B4-BE49-F238E27FC236}">
                    <a16:creationId xmlns:a16="http://schemas.microsoft.com/office/drawing/2014/main" id="{5E8C78B7-5C40-48F8-9626-895A9FA83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323"/>
                <a:ext cx="41" cy="28"/>
              </a:xfrm>
              <a:custGeom>
                <a:avLst/>
                <a:gdLst>
                  <a:gd name="T0" fmla="*/ 0 w 55"/>
                  <a:gd name="T1" fmla="*/ 14 h 39"/>
                  <a:gd name="T2" fmla="*/ 14 w 55"/>
                  <a:gd name="T3" fmla="*/ 9 h 39"/>
                  <a:gd name="T4" fmla="*/ 23 w 55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39">
                    <a:moveTo>
                      <a:pt x="0" y="36"/>
                    </a:moveTo>
                    <a:cubicBezTo>
                      <a:pt x="10" y="39"/>
                      <a:pt x="26" y="30"/>
                      <a:pt x="34" y="25"/>
                    </a:cubicBezTo>
                    <a:cubicBezTo>
                      <a:pt x="45" y="18"/>
                      <a:pt x="50" y="12"/>
                      <a:pt x="55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4" name="Freeform 1686">
                <a:extLst>
                  <a:ext uri="{FF2B5EF4-FFF2-40B4-BE49-F238E27FC236}">
                    <a16:creationId xmlns:a16="http://schemas.microsoft.com/office/drawing/2014/main" id="{25B81161-F51B-4B48-845F-9F09C77C5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333"/>
                <a:ext cx="59" cy="17"/>
              </a:xfrm>
              <a:custGeom>
                <a:avLst/>
                <a:gdLst>
                  <a:gd name="T0" fmla="*/ 32 w 80"/>
                  <a:gd name="T1" fmla="*/ 0 h 23"/>
                  <a:gd name="T2" fmla="*/ 26 w 80"/>
                  <a:gd name="T3" fmla="*/ 5 h 23"/>
                  <a:gd name="T4" fmla="*/ 16 w 80"/>
                  <a:gd name="T5" fmla="*/ 5 h 23"/>
                  <a:gd name="T6" fmla="*/ 2 w 80"/>
                  <a:gd name="T7" fmla="*/ 9 h 23"/>
                  <a:gd name="T8" fmla="*/ 0 w 80"/>
                  <a:gd name="T9" fmla="*/ 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23">
                    <a:moveTo>
                      <a:pt x="78" y="0"/>
                    </a:moveTo>
                    <a:cubicBezTo>
                      <a:pt x="80" y="2"/>
                      <a:pt x="69" y="12"/>
                      <a:pt x="65" y="13"/>
                    </a:cubicBezTo>
                    <a:cubicBezTo>
                      <a:pt x="57" y="15"/>
                      <a:pt x="49" y="13"/>
                      <a:pt x="41" y="13"/>
                    </a:cubicBezTo>
                    <a:cubicBezTo>
                      <a:pt x="29" y="14"/>
                      <a:pt x="17" y="23"/>
                      <a:pt x="6" y="21"/>
                    </a:cubicBezTo>
                    <a:cubicBezTo>
                      <a:pt x="4" y="19"/>
                      <a:pt x="2" y="18"/>
                      <a:pt x="0" y="17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5" name="Freeform 1687">
                <a:extLst>
                  <a:ext uri="{FF2B5EF4-FFF2-40B4-BE49-F238E27FC236}">
                    <a16:creationId xmlns:a16="http://schemas.microsoft.com/office/drawing/2014/main" id="{6A7A227D-132A-4FA1-98A1-ED8D3383F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333"/>
                <a:ext cx="71" cy="26"/>
              </a:xfrm>
              <a:custGeom>
                <a:avLst/>
                <a:gdLst>
                  <a:gd name="T0" fmla="*/ 0 w 97"/>
                  <a:gd name="T1" fmla="*/ 14 h 35"/>
                  <a:gd name="T2" fmla="*/ 11 w 97"/>
                  <a:gd name="T3" fmla="*/ 12 h 35"/>
                  <a:gd name="T4" fmla="*/ 18 w 97"/>
                  <a:gd name="T5" fmla="*/ 6 h 35"/>
                  <a:gd name="T6" fmla="*/ 27 w 97"/>
                  <a:gd name="T7" fmla="*/ 1 h 35"/>
                  <a:gd name="T8" fmla="*/ 38 w 97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35">
                    <a:moveTo>
                      <a:pt x="0" y="34"/>
                    </a:moveTo>
                    <a:cubicBezTo>
                      <a:pt x="10" y="34"/>
                      <a:pt x="20" y="35"/>
                      <a:pt x="29" y="29"/>
                    </a:cubicBezTo>
                    <a:cubicBezTo>
                      <a:pt x="35" y="25"/>
                      <a:pt x="40" y="19"/>
                      <a:pt x="47" y="15"/>
                    </a:cubicBezTo>
                    <a:cubicBezTo>
                      <a:pt x="54" y="10"/>
                      <a:pt x="61" y="4"/>
                      <a:pt x="70" y="2"/>
                    </a:cubicBezTo>
                    <a:cubicBezTo>
                      <a:pt x="77" y="1"/>
                      <a:pt x="92" y="5"/>
                      <a:pt x="97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6" name="Freeform 1688">
                <a:extLst>
                  <a:ext uri="{FF2B5EF4-FFF2-40B4-BE49-F238E27FC236}">
                    <a16:creationId xmlns:a16="http://schemas.microsoft.com/office/drawing/2014/main" id="{68F613C2-903B-4B38-943E-8D7CB2E7F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347"/>
                <a:ext cx="38" cy="26"/>
              </a:xfrm>
              <a:custGeom>
                <a:avLst/>
                <a:gdLst>
                  <a:gd name="T0" fmla="*/ 21 w 51"/>
                  <a:gd name="T1" fmla="*/ 12 h 35"/>
                  <a:gd name="T2" fmla="*/ 6 w 51"/>
                  <a:gd name="T3" fmla="*/ 5 h 35"/>
                  <a:gd name="T4" fmla="*/ 1 w 51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5">
                    <a:moveTo>
                      <a:pt x="51" y="29"/>
                    </a:moveTo>
                    <a:cubicBezTo>
                      <a:pt x="41" y="35"/>
                      <a:pt x="22" y="20"/>
                      <a:pt x="15" y="13"/>
                    </a:cubicBezTo>
                    <a:cubicBezTo>
                      <a:pt x="11" y="9"/>
                      <a:pt x="0" y="8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7" name="Freeform 1689">
                <a:extLst>
                  <a:ext uri="{FF2B5EF4-FFF2-40B4-BE49-F238E27FC236}">
                    <a16:creationId xmlns:a16="http://schemas.microsoft.com/office/drawing/2014/main" id="{55A63EB9-B6C9-4242-83FE-2E2EBE7D6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1337"/>
                <a:ext cx="56" cy="20"/>
              </a:xfrm>
              <a:custGeom>
                <a:avLst/>
                <a:gdLst>
                  <a:gd name="T0" fmla="*/ 31 w 75"/>
                  <a:gd name="T1" fmla="*/ 0 h 27"/>
                  <a:gd name="T2" fmla="*/ 12 w 75"/>
                  <a:gd name="T3" fmla="*/ 10 h 27"/>
                  <a:gd name="T4" fmla="*/ 0 w 75"/>
                  <a:gd name="T5" fmla="*/ 1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27">
                    <a:moveTo>
                      <a:pt x="75" y="0"/>
                    </a:moveTo>
                    <a:cubicBezTo>
                      <a:pt x="60" y="8"/>
                      <a:pt x="46" y="22"/>
                      <a:pt x="28" y="25"/>
                    </a:cubicBezTo>
                    <a:cubicBezTo>
                      <a:pt x="18" y="27"/>
                      <a:pt x="9" y="27"/>
                      <a:pt x="0" y="25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8" name="Freeform 1690">
                <a:extLst>
                  <a:ext uri="{FF2B5EF4-FFF2-40B4-BE49-F238E27FC236}">
                    <a16:creationId xmlns:a16="http://schemas.microsoft.com/office/drawing/2014/main" id="{AF2FD247-A708-407D-9F1D-868C0A56F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1344"/>
                <a:ext cx="46" cy="24"/>
              </a:xfrm>
              <a:custGeom>
                <a:avLst/>
                <a:gdLst>
                  <a:gd name="T0" fmla="*/ 25 w 62"/>
                  <a:gd name="T1" fmla="*/ 0 h 32"/>
                  <a:gd name="T2" fmla="*/ 11 w 62"/>
                  <a:gd name="T3" fmla="*/ 11 h 32"/>
                  <a:gd name="T4" fmla="*/ 0 w 62"/>
                  <a:gd name="T5" fmla="*/ 1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32">
                    <a:moveTo>
                      <a:pt x="62" y="0"/>
                    </a:moveTo>
                    <a:cubicBezTo>
                      <a:pt x="48" y="6"/>
                      <a:pt x="41" y="18"/>
                      <a:pt x="27" y="24"/>
                    </a:cubicBezTo>
                    <a:cubicBezTo>
                      <a:pt x="19" y="27"/>
                      <a:pt x="8" y="27"/>
                      <a:pt x="0" y="32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9" name="Freeform 1691">
                <a:extLst>
                  <a:ext uri="{FF2B5EF4-FFF2-40B4-BE49-F238E27FC236}">
                    <a16:creationId xmlns:a16="http://schemas.microsoft.com/office/drawing/2014/main" id="{BE42297F-1AC4-4421-9609-BD9FCBA31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351"/>
                <a:ext cx="35" cy="17"/>
              </a:xfrm>
              <a:custGeom>
                <a:avLst/>
                <a:gdLst>
                  <a:gd name="T0" fmla="*/ 19 w 48"/>
                  <a:gd name="T1" fmla="*/ 0 h 22"/>
                  <a:gd name="T2" fmla="*/ 12 w 48"/>
                  <a:gd name="T3" fmla="*/ 6 h 22"/>
                  <a:gd name="T4" fmla="*/ 0 w 48"/>
                  <a:gd name="T5" fmla="*/ 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2">
                    <a:moveTo>
                      <a:pt x="48" y="0"/>
                    </a:moveTo>
                    <a:cubicBezTo>
                      <a:pt x="39" y="3"/>
                      <a:pt x="38" y="7"/>
                      <a:pt x="32" y="13"/>
                    </a:cubicBezTo>
                    <a:cubicBezTo>
                      <a:pt x="25" y="20"/>
                      <a:pt x="10" y="22"/>
                      <a:pt x="0" y="19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0" name="Freeform 1692">
                <a:extLst>
                  <a:ext uri="{FF2B5EF4-FFF2-40B4-BE49-F238E27FC236}">
                    <a16:creationId xmlns:a16="http://schemas.microsoft.com/office/drawing/2014/main" id="{2E7CDAA4-9577-422B-BF5D-D1CE09B03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358"/>
                <a:ext cx="37" cy="19"/>
              </a:xfrm>
              <a:custGeom>
                <a:avLst/>
                <a:gdLst>
                  <a:gd name="T0" fmla="*/ 0 w 50"/>
                  <a:gd name="T1" fmla="*/ 0 h 26"/>
                  <a:gd name="T2" fmla="*/ 11 w 50"/>
                  <a:gd name="T3" fmla="*/ 7 h 26"/>
                  <a:gd name="T4" fmla="*/ 20 w 50"/>
                  <a:gd name="T5" fmla="*/ 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6">
                    <a:moveTo>
                      <a:pt x="0" y="0"/>
                    </a:moveTo>
                    <a:cubicBezTo>
                      <a:pt x="10" y="3"/>
                      <a:pt x="17" y="15"/>
                      <a:pt x="27" y="19"/>
                    </a:cubicBezTo>
                    <a:cubicBezTo>
                      <a:pt x="33" y="21"/>
                      <a:pt x="44" y="26"/>
                      <a:pt x="50" y="23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1" name="Freeform 1693">
                <a:extLst>
                  <a:ext uri="{FF2B5EF4-FFF2-40B4-BE49-F238E27FC236}">
                    <a16:creationId xmlns:a16="http://schemas.microsoft.com/office/drawing/2014/main" id="{87AD28B9-7939-441A-9E4E-40C59B5DF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351"/>
                <a:ext cx="29" cy="26"/>
              </a:xfrm>
              <a:custGeom>
                <a:avLst/>
                <a:gdLst>
                  <a:gd name="T0" fmla="*/ 0 w 40"/>
                  <a:gd name="T1" fmla="*/ 0 h 35"/>
                  <a:gd name="T2" fmla="*/ 7 w 40"/>
                  <a:gd name="T3" fmla="*/ 7 h 35"/>
                  <a:gd name="T4" fmla="*/ 15 w 40"/>
                  <a:gd name="T5" fmla="*/ 1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0" y="0"/>
                    </a:moveTo>
                    <a:cubicBezTo>
                      <a:pt x="1" y="8"/>
                      <a:pt x="10" y="11"/>
                      <a:pt x="16" y="16"/>
                    </a:cubicBezTo>
                    <a:cubicBezTo>
                      <a:pt x="22" y="21"/>
                      <a:pt x="31" y="35"/>
                      <a:pt x="40" y="31"/>
                    </a:cubicBezTo>
                  </a:path>
                </a:pathLst>
              </a:custGeom>
              <a:noFill/>
              <a:ln w="3175" cap="flat">
                <a:solidFill>
                  <a:srgbClr val="732D5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2" name="Freeform 1694">
                <a:extLst>
                  <a:ext uri="{FF2B5EF4-FFF2-40B4-BE49-F238E27FC236}">
                    <a16:creationId xmlns:a16="http://schemas.microsoft.com/office/drawing/2014/main" id="{93B06D1C-3D1C-499A-9FBF-46565F907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707"/>
                <a:ext cx="1025" cy="625"/>
              </a:xfrm>
              <a:custGeom>
                <a:avLst/>
                <a:gdLst>
                  <a:gd name="T0" fmla="*/ 420 w 1393"/>
                  <a:gd name="T1" fmla="*/ 270 h 849"/>
                  <a:gd name="T2" fmla="*/ 478 w 1393"/>
                  <a:gd name="T3" fmla="*/ 272 h 849"/>
                  <a:gd name="T4" fmla="*/ 531 w 1393"/>
                  <a:gd name="T5" fmla="*/ 239 h 849"/>
                  <a:gd name="T6" fmla="*/ 540 w 1393"/>
                  <a:gd name="T7" fmla="*/ 216 h 849"/>
                  <a:gd name="T8" fmla="*/ 547 w 1393"/>
                  <a:gd name="T9" fmla="*/ 172 h 849"/>
                  <a:gd name="T10" fmla="*/ 540 w 1393"/>
                  <a:gd name="T11" fmla="*/ 144 h 849"/>
                  <a:gd name="T12" fmla="*/ 529 w 1393"/>
                  <a:gd name="T13" fmla="*/ 110 h 849"/>
                  <a:gd name="T14" fmla="*/ 497 w 1393"/>
                  <a:gd name="T15" fmla="*/ 77 h 849"/>
                  <a:gd name="T16" fmla="*/ 467 w 1393"/>
                  <a:gd name="T17" fmla="*/ 46 h 849"/>
                  <a:gd name="T18" fmla="*/ 434 w 1393"/>
                  <a:gd name="T19" fmla="*/ 34 h 849"/>
                  <a:gd name="T20" fmla="*/ 391 w 1393"/>
                  <a:gd name="T21" fmla="*/ 15 h 849"/>
                  <a:gd name="T22" fmla="*/ 376 w 1393"/>
                  <a:gd name="T23" fmla="*/ 10 h 849"/>
                  <a:gd name="T24" fmla="*/ 338 w 1393"/>
                  <a:gd name="T25" fmla="*/ 5 h 849"/>
                  <a:gd name="T26" fmla="*/ 319 w 1393"/>
                  <a:gd name="T27" fmla="*/ 2 h 849"/>
                  <a:gd name="T28" fmla="*/ 305 w 1393"/>
                  <a:gd name="T29" fmla="*/ 7 h 849"/>
                  <a:gd name="T30" fmla="*/ 280 w 1393"/>
                  <a:gd name="T31" fmla="*/ 2 h 849"/>
                  <a:gd name="T32" fmla="*/ 263 w 1393"/>
                  <a:gd name="T33" fmla="*/ 7 h 849"/>
                  <a:gd name="T34" fmla="*/ 241 w 1393"/>
                  <a:gd name="T35" fmla="*/ 3 h 849"/>
                  <a:gd name="T36" fmla="*/ 196 w 1393"/>
                  <a:gd name="T37" fmla="*/ 11 h 849"/>
                  <a:gd name="T38" fmla="*/ 152 w 1393"/>
                  <a:gd name="T39" fmla="*/ 21 h 849"/>
                  <a:gd name="T40" fmla="*/ 134 w 1393"/>
                  <a:gd name="T41" fmla="*/ 32 h 849"/>
                  <a:gd name="T42" fmla="*/ 83 w 1393"/>
                  <a:gd name="T43" fmla="*/ 77 h 849"/>
                  <a:gd name="T44" fmla="*/ 65 w 1393"/>
                  <a:gd name="T45" fmla="*/ 91 h 849"/>
                  <a:gd name="T46" fmla="*/ 39 w 1393"/>
                  <a:gd name="T47" fmla="*/ 132 h 849"/>
                  <a:gd name="T48" fmla="*/ 13 w 1393"/>
                  <a:gd name="T49" fmla="*/ 166 h 849"/>
                  <a:gd name="T50" fmla="*/ 1 w 1393"/>
                  <a:gd name="T51" fmla="*/ 186 h 849"/>
                  <a:gd name="T52" fmla="*/ 5 w 1393"/>
                  <a:gd name="T53" fmla="*/ 217 h 849"/>
                  <a:gd name="T54" fmla="*/ 14 w 1393"/>
                  <a:gd name="T55" fmla="*/ 231 h 849"/>
                  <a:gd name="T56" fmla="*/ 57 w 1393"/>
                  <a:gd name="T57" fmla="*/ 254 h 849"/>
                  <a:gd name="T58" fmla="*/ 85 w 1393"/>
                  <a:gd name="T59" fmla="*/ 245 h 849"/>
                  <a:gd name="T60" fmla="*/ 105 w 1393"/>
                  <a:gd name="T61" fmla="*/ 252 h 849"/>
                  <a:gd name="T62" fmla="*/ 151 w 1393"/>
                  <a:gd name="T63" fmla="*/ 264 h 849"/>
                  <a:gd name="T64" fmla="*/ 179 w 1393"/>
                  <a:gd name="T65" fmla="*/ 279 h 849"/>
                  <a:gd name="T66" fmla="*/ 201 w 1393"/>
                  <a:gd name="T67" fmla="*/ 266 h 849"/>
                  <a:gd name="T68" fmla="*/ 212 w 1393"/>
                  <a:gd name="T69" fmla="*/ 275 h 849"/>
                  <a:gd name="T70" fmla="*/ 264 w 1393"/>
                  <a:gd name="T71" fmla="*/ 286 h 849"/>
                  <a:gd name="T72" fmla="*/ 274 w 1393"/>
                  <a:gd name="T73" fmla="*/ 311 h 849"/>
                  <a:gd name="T74" fmla="*/ 311 w 1393"/>
                  <a:gd name="T75" fmla="*/ 327 h 849"/>
                  <a:gd name="T76" fmla="*/ 375 w 1393"/>
                  <a:gd name="T77" fmla="*/ 320 h 849"/>
                  <a:gd name="T78" fmla="*/ 420 w 1393"/>
                  <a:gd name="T79" fmla="*/ 270 h 84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393" h="849">
                    <a:moveTo>
                      <a:pt x="1055" y="676"/>
                    </a:moveTo>
                    <a:cubicBezTo>
                      <a:pt x="1055" y="676"/>
                      <a:pt x="1171" y="699"/>
                      <a:pt x="1198" y="681"/>
                    </a:cubicBezTo>
                    <a:cubicBezTo>
                      <a:pt x="1224" y="663"/>
                      <a:pt x="1284" y="704"/>
                      <a:pt x="1333" y="598"/>
                    </a:cubicBezTo>
                    <a:cubicBezTo>
                      <a:pt x="1333" y="598"/>
                      <a:pt x="1362" y="575"/>
                      <a:pt x="1356" y="543"/>
                    </a:cubicBezTo>
                    <a:cubicBezTo>
                      <a:pt x="1356" y="543"/>
                      <a:pt x="1393" y="519"/>
                      <a:pt x="1372" y="429"/>
                    </a:cubicBezTo>
                    <a:cubicBezTo>
                      <a:pt x="1360" y="374"/>
                      <a:pt x="1355" y="362"/>
                      <a:pt x="1355" y="362"/>
                    </a:cubicBezTo>
                    <a:cubicBezTo>
                      <a:pt x="1355" y="362"/>
                      <a:pt x="1355" y="286"/>
                      <a:pt x="1328" y="277"/>
                    </a:cubicBezTo>
                    <a:cubicBezTo>
                      <a:pt x="1312" y="249"/>
                      <a:pt x="1284" y="206"/>
                      <a:pt x="1247" y="194"/>
                    </a:cubicBezTo>
                    <a:cubicBezTo>
                      <a:pt x="1247" y="194"/>
                      <a:pt x="1238" y="134"/>
                      <a:pt x="1171" y="116"/>
                    </a:cubicBezTo>
                    <a:cubicBezTo>
                      <a:pt x="1135" y="107"/>
                      <a:pt x="1099" y="99"/>
                      <a:pt x="1090" y="86"/>
                    </a:cubicBezTo>
                    <a:cubicBezTo>
                      <a:pt x="1090" y="86"/>
                      <a:pt x="1067" y="42"/>
                      <a:pt x="982" y="37"/>
                    </a:cubicBezTo>
                    <a:cubicBezTo>
                      <a:pt x="982" y="37"/>
                      <a:pt x="963" y="25"/>
                      <a:pt x="945" y="26"/>
                    </a:cubicBezTo>
                    <a:cubicBezTo>
                      <a:pt x="928" y="28"/>
                      <a:pt x="880" y="0"/>
                      <a:pt x="850" y="14"/>
                    </a:cubicBezTo>
                    <a:cubicBezTo>
                      <a:pt x="850" y="14"/>
                      <a:pt x="822" y="4"/>
                      <a:pt x="802" y="5"/>
                    </a:cubicBezTo>
                    <a:cubicBezTo>
                      <a:pt x="783" y="7"/>
                      <a:pt x="767" y="5"/>
                      <a:pt x="764" y="19"/>
                    </a:cubicBezTo>
                    <a:cubicBezTo>
                      <a:pt x="764" y="19"/>
                      <a:pt x="725" y="4"/>
                      <a:pt x="702" y="5"/>
                    </a:cubicBezTo>
                    <a:cubicBezTo>
                      <a:pt x="679" y="7"/>
                      <a:pt x="659" y="5"/>
                      <a:pt x="659" y="19"/>
                    </a:cubicBezTo>
                    <a:cubicBezTo>
                      <a:pt x="659" y="19"/>
                      <a:pt x="631" y="2"/>
                      <a:pt x="606" y="7"/>
                    </a:cubicBezTo>
                    <a:cubicBezTo>
                      <a:pt x="582" y="12"/>
                      <a:pt x="527" y="7"/>
                      <a:pt x="490" y="28"/>
                    </a:cubicBezTo>
                    <a:cubicBezTo>
                      <a:pt x="490" y="28"/>
                      <a:pt x="411" y="26"/>
                      <a:pt x="381" y="55"/>
                    </a:cubicBezTo>
                    <a:cubicBezTo>
                      <a:pt x="381" y="55"/>
                      <a:pt x="345" y="72"/>
                      <a:pt x="337" y="81"/>
                    </a:cubicBezTo>
                    <a:cubicBezTo>
                      <a:pt x="337" y="81"/>
                      <a:pt x="225" y="129"/>
                      <a:pt x="209" y="191"/>
                    </a:cubicBezTo>
                    <a:cubicBezTo>
                      <a:pt x="209" y="191"/>
                      <a:pt x="179" y="194"/>
                      <a:pt x="165" y="229"/>
                    </a:cubicBezTo>
                    <a:cubicBezTo>
                      <a:pt x="165" y="229"/>
                      <a:pt x="107" y="259"/>
                      <a:pt x="98" y="330"/>
                    </a:cubicBezTo>
                    <a:cubicBezTo>
                      <a:pt x="98" y="330"/>
                      <a:pt x="47" y="351"/>
                      <a:pt x="31" y="415"/>
                    </a:cubicBezTo>
                    <a:cubicBezTo>
                      <a:pt x="31" y="415"/>
                      <a:pt x="7" y="439"/>
                      <a:pt x="3" y="466"/>
                    </a:cubicBezTo>
                    <a:cubicBezTo>
                      <a:pt x="0" y="492"/>
                      <a:pt x="10" y="528"/>
                      <a:pt x="12" y="545"/>
                    </a:cubicBezTo>
                    <a:cubicBezTo>
                      <a:pt x="14" y="563"/>
                      <a:pt x="35" y="580"/>
                      <a:pt x="35" y="580"/>
                    </a:cubicBezTo>
                    <a:cubicBezTo>
                      <a:pt x="35" y="580"/>
                      <a:pt x="21" y="697"/>
                      <a:pt x="141" y="637"/>
                    </a:cubicBezTo>
                    <a:cubicBezTo>
                      <a:pt x="172" y="621"/>
                      <a:pt x="185" y="619"/>
                      <a:pt x="215" y="614"/>
                    </a:cubicBezTo>
                    <a:cubicBezTo>
                      <a:pt x="215" y="614"/>
                      <a:pt x="229" y="639"/>
                      <a:pt x="264" y="630"/>
                    </a:cubicBezTo>
                    <a:cubicBezTo>
                      <a:pt x="264" y="630"/>
                      <a:pt x="333" y="693"/>
                      <a:pt x="379" y="662"/>
                    </a:cubicBezTo>
                    <a:cubicBezTo>
                      <a:pt x="379" y="662"/>
                      <a:pt x="414" y="704"/>
                      <a:pt x="448" y="700"/>
                    </a:cubicBezTo>
                    <a:cubicBezTo>
                      <a:pt x="481" y="697"/>
                      <a:pt x="490" y="662"/>
                      <a:pt x="504" y="669"/>
                    </a:cubicBezTo>
                    <a:cubicBezTo>
                      <a:pt x="504" y="669"/>
                      <a:pt x="516" y="683"/>
                      <a:pt x="532" y="690"/>
                    </a:cubicBezTo>
                    <a:cubicBezTo>
                      <a:pt x="548" y="697"/>
                      <a:pt x="591" y="746"/>
                      <a:pt x="663" y="716"/>
                    </a:cubicBezTo>
                    <a:cubicBezTo>
                      <a:pt x="663" y="716"/>
                      <a:pt x="617" y="752"/>
                      <a:pt x="688" y="780"/>
                    </a:cubicBezTo>
                    <a:cubicBezTo>
                      <a:pt x="758" y="808"/>
                      <a:pt x="735" y="810"/>
                      <a:pt x="779" y="819"/>
                    </a:cubicBezTo>
                    <a:cubicBezTo>
                      <a:pt x="824" y="828"/>
                      <a:pt x="887" y="849"/>
                      <a:pt x="942" y="803"/>
                    </a:cubicBezTo>
                    <a:cubicBezTo>
                      <a:pt x="996" y="757"/>
                      <a:pt x="1058" y="708"/>
                      <a:pt x="1055" y="67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3" name="Freeform 1695">
                <a:extLst>
                  <a:ext uri="{FF2B5EF4-FFF2-40B4-BE49-F238E27FC236}">
                    <a16:creationId xmlns:a16="http://schemas.microsoft.com/office/drawing/2014/main" id="{8D2BBB1A-E387-49F1-8B8E-D239B37E0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1170"/>
                <a:ext cx="374" cy="214"/>
              </a:xfrm>
              <a:custGeom>
                <a:avLst/>
                <a:gdLst>
                  <a:gd name="T0" fmla="*/ 200 w 508"/>
                  <a:gd name="T1" fmla="*/ 38 h 290"/>
                  <a:gd name="T2" fmla="*/ 194 w 508"/>
                  <a:gd name="T3" fmla="*/ 56 h 290"/>
                  <a:gd name="T4" fmla="*/ 189 w 508"/>
                  <a:gd name="T5" fmla="*/ 72 h 290"/>
                  <a:gd name="T6" fmla="*/ 170 w 508"/>
                  <a:gd name="T7" fmla="*/ 83 h 290"/>
                  <a:gd name="T8" fmla="*/ 153 w 508"/>
                  <a:gd name="T9" fmla="*/ 99 h 290"/>
                  <a:gd name="T10" fmla="*/ 145 w 508"/>
                  <a:gd name="T11" fmla="*/ 101 h 290"/>
                  <a:gd name="T12" fmla="*/ 138 w 508"/>
                  <a:gd name="T13" fmla="*/ 109 h 290"/>
                  <a:gd name="T14" fmla="*/ 116 w 508"/>
                  <a:gd name="T15" fmla="*/ 108 h 290"/>
                  <a:gd name="T16" fmla="*/ 93 w 508"/>
                  <a:gd name="T17" fmla="*/ 114 h 290"/>
                  <a:gd name="T18" fmla="*/ 71 w 508"/>
                  <a:gd name="T19" fmla="*/ 101 h 290"/>
                  <a:gd name="T20" fmla="*/ 4 w 508"/>
                  <a:gd name="T21" fmla="*/ 34 h 290"/>
                  <a:gd name="T22" fmla="*/ 7 w 508"/>
                  <a:gd name="T23" fmla="*/ 0 h 2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8" h="290">
                    <a:moveTo>
                      <a:pt x="502" y="95"/>
                    </a:moveTo>
                    <a:cubicBezTo>
                      <a:pt x="508" y="109"/>
                      <a:pt x="490" y="128"/>
                      <a:pt x="485" y="139"/>
                    </a:cubicBezTo>
                    <a:cubicBezTo>
                      <a:pt x="479" y="152"/>
                      <a:pt x="484" y="164"/>
                      <a:pt x="474" y="178"/>
                    </a:cubicBezTo>
                    <a:cubicBezTo>
                      <a:pt x="462" y="195"/>
                      <a:pt x="440" y="195"/>
                      <a:pt x="427" y="206"/>
                    </a:cubicBezTo>
                    <a:cubicBezTo>
                      <a:pt x="409" y="222"/>
                      <a:pt x="411" y="235"/>
                      <a:pt x="385" y="245"/>
                    </a:cubicBezTo>
                    <a:cubicBezTo>
                      <a:pt x="376" y="248"/>
                      <a:pt x="370" y="247"/>
                      <a:pt x="362" y="252"/>
                    </a:cubicBezTo>
                    <a:cubicBezTo>
                      <a:pt x="355" y="257"/>
                      <a:pt x="352" y="267"/>
                      <a:pt x="345" y="271"/>
                    </a:cubicBezTo>
                    <a:cubicBezTo>
                      <a:pt x="326" y="282"/>
                      <a:pt x="309" y="267"/>
                      <a:pt x="292" y="269"/>
                    </a:cubicBezTo>
                    <a:cubicBezTo>
                      <a:pt x="273" y="270"/>
                      <a:pt x="255" y="290"/>
                      <a:pt x="232" y="285"/>
                    </a:cubicBezTo>
                    <a:cubicBezTo>
                      <a:pt x="212" y="281"/>
                      <a:pt x="196" y="260"/>
                      <a:pt x="178" y="252"/>
                    </a:cubicBezTo>
                    <a:cubicBezTo>
                      <a:pt x="100" y="219"/>
                      <a:pt x="26" y="172"/>
                      <a:pt x="9" y="85"/>
                    </a:cubicBezTo>
                    <a:cubicBezTo>
                      <a:pt x="2" y="50"/>
                      <a:pt x="0" y="24"/>
                      <a:pt x="18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4" name="Line 1696">
                <a:extLst>
                  <a:ext uri="{FF2B5EF4-FFF2-40B4-BE49-F238E27FC236}">
                    <a16:creationId xmlns:a16="http://schemas.microsoft.com/office/drawing/2014/main" id="{5E006AFE-B40B-42FE-86C2-7EE9E904CA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52" y="3400"/>
                <a:ext cx="72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5" name="Line 1697">
                <a:extLst>
                  <a:ext uri="{FF2B5EF4-FFF2-40B4-BE49-F238E27FC236}">
                    <a16:creationId xmlns:a16="http://schemas.microsoft.com/office/drawing/2014/main" id="{D957D319-14EB-40BF-A2D9-CF425A8CAF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16" y="3477"/>
                <a:ext cx="72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6" name="Line 1698">
                <a:extLst>
                  <a:ext uri="{FF2B5EF4-FFF2-40B4-BE49-F238E27FC236}">
                    <a16:creationId xmlns:a16="http://schemas.microsoft.com/office/drawing/2014/main" id="{C2DF9B9C-3041-4158-8D2B-11DAC643B1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8" y="3548"/>
                <a:ext cx="72" cy="1"/>
              </a:xfrm>
              <a:prstGeom prst="line">
                <a:avLst/>
              </a:prstGeom>
              <a:noFill/>
              <a:ln w="4763" cap="rnd">
                <a:solidFill>
                  <a:srgbClr val="AC59B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50" name="Group 1699">
              <a:extLst>
                <a:ext uri="{FF2B5EF4-FFF2-40B4-BE49-F238E27FC236}">
                  <a16:creationId xmlns:a16="http://schemas.microsoft.com/office/drawing/2014/main" id="{254886A3-C8F7-4234-AC78-4BD2734AD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53000" y="1449388"/>
              <a:ext cx="1184275" cy="196850"/>
              <a:chOff x="1126" y="886"/>
              <a:chExt cx="948" cy="522"/>
            </a:xfrm>
          </p:grpSpPr>
          <p:sp>
            <p:nvSpPr>
              <p:cNvPr id="77891" name="Freeform 1700">
                <a:extLst>
                  <a:ext uri="{FF2B5EF4-FFF2-40B4-BE49-F238E27FC236}">
                    <a16:creationId xmlns:a16="http://schemas.microsoft.com/office/drawing/2014/main" id="{80DC3C5D-FD82-4964-840E-C83352E7B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928"/>
                <a:ext cx="912" cy="480"/>
              </a:xfrm>
              <a:custGeom>
                <a:avLst/>
                <a:gdLst>
                  <a:gd name="T0" fmla="*/ 0 w 912"/>
                  <a:gd name="T1" fmla="*/ 480 h 480"/>
                  <a:gd name="T2" fmla="*/ 576 w 912"/>
                  <a:gd name="T3" fmla="*/ 96 h 480"/>
                  <a:gd name="T4" fmla="*/ 912 w 912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2" h="480">
                    <a:moveTo>
                      <a:pt x="0" y="480"/>
                    </a:moveTo>
                    <a:cubicBezTo>
                      <a:pt x="212" y="328"/>
                      <a:pt x="424" y="176"/>
                      <a:pt x="576" y="96"/>
                    </a:cubicBezTo>
                    <a:cubicBezTo>
                      <a:pt x="728" y="16"/>
                      <a:pt x="856" y="16"/>
                      <a:pt x="912" y="0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892" name="Group 1701">
                <a:extLst>
                  <a:ext uri="{FF2B5EF4-FFF2-40B4-BE49-F238E27FC236}">
                    <a16:creationId xmlns:a16="http://schemas.microsoft.com/office/drawing/2014/main" id="{F17F92ED-12E4-4F6D-8C33-193E83D599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2" y="886"/>
                <a:ext cx="52" cy="92"/>
                <a:chOff x="1440" y="1680"/>
                <a:chExt cx="52" cy="92"/>
              </a:xfrm>
            </p:grpSpPr>
            <p:sp>
              <p:nvSpPr>
                <p:cNvPr id="37958" name="Line 1702">
                  <a:extLst>
                    <a:ext uri="{FF2B5EF4-FFF2-40B4-BE49-F238E27FC236}">
                      <a16:creationId xmlns:a16="http://schemas.microsoft.com/office/drawing/2014/main" id="{61AAA54C-C959-4D47-9D7A-1F9A53615B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80"/>
                  <a:ext cx="48" cy="46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7959" name="Line 1703">
                  <a:extLst>
                    <a:ext uri="{FF2B5EF4-FFF2-40B4-BE49-F238E27FC236}">
                      <a16:creationId xmlns:a16="http://schemas.microsoft.com/office/drawing/2014/main" id="{EB393F52-359D-47E9-9319-962D296EF0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6"/>
                  <a:ext cx="48" cy="46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77851" name="Group 1704">
              <a:extLst>
                <a:ext uri="{FF2B5EF4-FFF2-40B4-BE49-F238E27FC236}">
                  <a16:creationId xmlns:a16="http://schemas.microsoft.com/office/drawing/2014/main" id="{E4C97425-7424-461D-B810-42380009FDA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819525" y="1589088"/>
              <a:ext cx="1146175" cy="438150"/>
              <a:chOff x="1200" y="3146"/>
              <a:chExt cx="572" cy="252"/>
            </a:xfrm>
          </p:grpSpPr>
          <p:sp>
            <p:nvSpPr>
              <p:cNvPr id="77887" name="Freeform 1705">
                <a:extLst>
                  <a:ext uri="{FF2B5EF4-FFF2-40B4-BE49-F238E27FC236}">
                    <a16:creationId xmlns:a16="http://schemas.microsoft.com/office/drawing/2014/main" id="{315C67F1-554E-46CF-9AAE-A7B13828D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146"/>
                <a:ext cx="528" cy="192"/>
              </a:xfrm>
              <a:custGeom>
                <a:avLst/>
                <a:gdLst>
                  <a:gd name="T0" fmla="*/ 0 w 528"/>
                  <a:gd name="T1" fmla="*/ 0 h 192"/>
                  <a:gd name="T2" fmla="*/ 288 w 528"/>
                  <a:gd name="T3" fmla="*/ 96 h 192"/>
                  <a:gd name="T4" fmla="*/ 528 w 528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8" h="192">
                    <a:moveTo>
                      <a:pt x="0" y="0"/>
                    </a:moveTo>
                    <a:cubicBezTo>
                      <a:pt x="100" y="32"/>
                      <a:pt x="200" y="64"/>
                      <a:pt x="288" y="96"/>
                    </a:cubicBezTo>
                    <a:cubicBezTo>
                      <a:pt x="376" y="128"/>
                      <a:pt x="452" y="160"/>
                      <a:pt x="528" y="192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888" name="Group 1706">
                <a:extLst>
                  <a:ext uri="{FF2B5EF4-FFF2-40B4-BE49-F238E27FC236}">
                    <a16:creationId xmlns:a16="http://schemas.microsoft.com/office/drawing/2014/main" id="{BC0F2FFD-4492-42D5-9D7C-DEF0D35BFD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2469238">
                <a:off x="1720" y="3306"/>
                <a:ext cx="52" cy="92"/>
                <a:chOff x="1440" y="1680"/>
                <a:chExt cx="52" cy="92"/>
              </a:xfrm>
            </p:grpSpPr>
            <p:sp>
              <p:nvSpPr>
                <p:cNvPr id="37954" name="Line 1707">
                  <a:extLst>
                    <a:ext uri="{FF2B5EF4-FFF2-40B4-BE49-F238E27FC236}">
                      <a16:creationId xmlns:a16="http://schemas.microsoft.com/office/drawing/2014/main" id="{E25949BF-349F-4358-99F0-5707A0A327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81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7955" name="Line 1708">
                  <a:extLst>
                    <a:ext uri="{FF2B5EF4-FFF2-40B4-BE49-F238E27FC236}">
                      <a16:creationId xmlns:a16="http://schemas.microsoft.com/office/drawing/2014/main" id="{10737280-EE85-4CD9-8744-2A692FB969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4" y="1725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77852" name="Group 1709">
              <a:extLst>
                <a:ext uri="{FF2B5EF4-FFF2-40B4-BE49-F238E27FC236}">
                  <a16:creationId xmlns:a16="http://schemas.microsoft.com/office/drawing/2014/main" id="{E99FD883-6A94-41CB-85B4-A7641E36BBBC}"/>
                </a:ext>
              </a:extLst>
            </p:cNvPr>
            <p:cNvGrpSpPr>
              <a:grpSpLocks/>
            </p:cNvGrpSpPr>
            <p:nvPr/>
          </p:nvGrpSpPr>
          <p:grpSpPr bwMode="auto">
            <a:xfrm rot="993657">
              <a:off x="3752850" y="2008188"/>
              <a:ext cx="1298575" cy="295275"/>
              <a:chOff x="1352" y="2152"/>
              <a:chExt cx="476" cy="186"/>
            </a:xfrm>
          </p:grpSpPr>
          <p:sp>
            <p:nvSpPr>
              <p:cNvPr id="77883" name="Freeform 1710">
                <a:extLst>
                  <a:ext uri="{FF2B5EF4-FFF2-40B4-BE49-F238E27FC236}">
                    <a16:creationId xmlns:a16="http://schemas.microsoft.com/office/drawing/2014/main" id="{CAA913EE-D231-4831-8A8F-8EC6566A4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194"/>
                <a:ext cx="432" cy="144"/>
              </a:xfrm>
              <a:custGeom>
                <a:avLst/>
                <a:gdLst>
                  <a:gd name="T0" fmla="*/ 0 w 432"/>
                  <a:gd name="T1" fmla="*/ 144 h 144"/>
                  <a:gd name="T2" fmla="*/ 192 w 432"/>
                  <a:gd name="T3" fmla="*/ 96 h 144"/>
                  <a:gd name="T4" fmla="*/ 432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144"/>
                    </a:moveTo>
                    <a:cubicBezTo>
                      <a:pt x="60" y="132"/>
                      <a:pt x="120" y="120"/>
                      <a:pt x="192" y="96"/>
                    </a:cubicBezTo>
                    <a:cubicBezTo>
                      <a:pt x="264" y="72"/>
                      <a:pt x="392" y="16"/>
                      <a:pt x="432" y="0"/>
                    </a:cubicBezTo>
                  </a:path>
                </a:pathLst>
              </a:custGeom>
              <a:noFill/>
              <a:ln w="19050" cmpd="sng">
                <a:solidFill>
                  <a:schemeClr val="bg1"/>
                </a:solidFill>
                <a:round/>
                <a:headEnd type="oval" w="sm" len="sm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884" name="Group 1711">
                <a:extLst>
                  <a:ext uri="{FF2B5EF4-FFF2-40B4-BE49-F238E27FC236}">
                    <a16:creationId xmlns:a16="http://schemas.microsoft.com/office/drawing/2014/main" id="{52AEE714-AB7A-4DDC-B704-95D4C7068F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6" y="2152"/>
                <a:ext cx="52" cy="92"/>
                <a:chOff x="1440" y="1680"/>
                <a:chExt cx="52" cy="92"/>
              </a:xfrm>
            </p:grpSpPr>
            <p:sp>
              <p:nvSpPr>
                <p:cNvPr id="37950" name="Line 1712">
                  <a:extLst>
                    <a:ext uri="{FF2B5EF4-FFF2-40B4-BE49-F238E27FC236}">
                      <a16:creationId xmlns:a16="http://schemas.microsoft.com/office/drawing/2014/main" id="{22BEE45E-A3C3-41E8-8F71-6649263862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0" y="1679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37951" name="Line 1713">
                  <a:extLst>
                    <a:ext uri="{FF2B5EF4-FFF2-40B4-BE49-F238E27FC236}">
                      <a16:creationId xmlns:a16="http://schemas.microsoft.com/office/drawing/2014/main" id="{7CFF4540-A833-40A0-9407-2707A1D16D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43" y="1722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chemeClr val="bg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fr-FR"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sp>
          <p:nvSpPr>
            <p:cNvPr id="77853" name="Freeform 1714">
              <a:extLst>
                <a:ext uri="{FF2B5EF4-FFF2-40B4-BE49-F238E27FC236}">
                  <a16:creationId xmlns:a16="http://schemas.microsoft.com/office/drawing/2014/main" id="{D7B64537-AC65-43B2-9B0B-D97BD8E9A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800" y="2179638"/>
              <a:ext cx="2514600" cy="622300"/>
            </a:xfrm>
            <a:custGeom>
              <a:avLst/>
              <a:gdLst>
                <a:gd name="T0" fmla="*/ 0 w 1584"/>
                <a:gd name="T1" fmla="*/ 0 h 392"/>
                <a:gd name="T2" fmla="*/ 2147483646 w 1584"/>
                <a:gd name="T3" fmla="*/ 2147483646 h 392"/>
                <a:gd name="T4" fmla="*/ 2147483646 w 1584"/>
                <a:gd name="T5" fmla="*/ 2147483646 h 392"/>
                <a:gd name="T6" fmla="*/ 2147483646 w 1584"/>
                <a:gd name="T7" fmla="*/ 2147483646 h 3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4" h="392">
                  <a:moveTo>
                    <a:pt x="0" y="0"/>
                  </a:moveTo>
                  <a:cubicBezTo>
                    <a:pt x="116" y="64"/>
                    <a:pt x="232" y="128"/>
                    <a:pt x="384" y="192"/>
                  </a:cubicBezTo>
                  <a:cubicBezTo>
                    <a:pt x="536" y="256"/>
                    <a:pt x="712" y="376"/>
                    <a:pt x="912" y="384"/>
                  </a:cubicBezTo>
                  <a:cubicBezTo>
                    <a:pt x="1112" y="392"/>
                    <a:pt x="1472" y="264"/>
                    <a:pt x="1584" y="240"/>
                  </a:cubicBezTo>
                </a:path>
              </a:pathLst>
            </a:custGeom>
            <a:noFill/>
            <a:ln w="19050" cmpd="sng">
              <a:solidFill>
                <a:schemeClr val="bg1"/>
              </a:solidFill>
              <a:round/>
              <a:headEnd type="oval" w="sm" len="sm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7854" name="Group 1715">
              <a:extLst>
                <a:ext uri="{FF2B5EF4-FFF2-40B4-BE49-F238E27FC236}">
                  <a16:creationId xmlns:a16="http://schemas.microsoft.com/office/drawing/2014/main" id="{187E0003-5BE4-4885-A551-CCD231B3E6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8400" y="2484438"/>
              <a:ext cx="82550" cy="146050"/>
              <a:chOff x="1440" y="1680"/>
              <a:chExt cx="52" cy="92"/>
            </a:xfrm>
          </p:grpSpPr>
          <p:sp>
            <p:nvSpPr>
              <p:cNvPr id="37946" name="Line 1716">
                <a:extLst>
                  <a:ext uri="{FF2B5EF4-FFF2-40B4-BE49-F238E27FC236}">
                    <a16:creationId xmlns:a16="http://schemas.microsoft.com/office/drawing/2014/main" id="{3A0DC97E-453C-4B5B-9DAA-09F9269E65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0" y="1680"/>
                <a:ext cx="48" cy="48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1" hangingPunct="1">
                  <a:defRPr/>
                </a:pPr>
                <a:endParaRPr lang="fr-FR">
                  <a:latin typeface="Arial" charset="0"/>
                  <a:ea typeface="Arial" charset="0"/>
                  <a:cs typeface="Arial" charset="0"/>
                </a:endParaRPr>
              </a:p>
            </p:txBody>
          </p:sp>
          <p:sp>
            <p:nvSpPr>
              <p:cNvPr id="37947" name="Line 1717">
                <a:extLst>
                  <a:ext uri="{FF2B5EF4-FFF2-40B4-BE49-F238E27FC236}">
                    <a16:creationId xmlns:a16="http://schemas.microsoft.com/office/drawing/2014/main" id="{6ED80D0C-8A96-49E0-8248-276EC4D1AC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44" y="1724"/>
                <a:ext cx="48" cy="48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1" hangingPunct="1">
                  <a:defRPr/>
                </a:pPr>
                <a:endParaRPr lang="fr-FR"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  <p:sp>
          <p:nvSpPr>
            <p:cNvPr id="77855" name="Freeform 1718">
              <a:extLst>
                <a:ext uri="{FF2B5EF4-FFF2-40B4-BE49-F238E27FC236}">
                  <a16:creationId xmlns:a16="http://schemas.microsoft.com/office/drawing/2014/main" id="{4507C5F4-A6E3-47F1-A98B-1E9B11DFB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475" y="2579688"/>
              <a:ext cx="2895600" cy="723900"/>
            </a:xfrm>
            <a:custGeom>
              <a:avLst/>
              <a:gdLst>
                <a:gd name="T0" fmla="*/ 0 w 1824"/>
                <a:gd name="T1" fmla="*/ 0 h 456"/>
                <a:gd name="T2" fmla="*/ 2147483646 w 1824"/>
                <a:gd name="T3" fmla="*/ 2147483646 h 456"/>
                <a:gd name="T4" fmla="*/ 2147483646 w 1824"/>
                <a:gd name="T5" fmla="*/ 2147483646 h 456"/>
                <a:gd name="T6" fmla="*/ 2147483646 w 1824"/>
                <a:gd name="T7" fmla="*/ 2147483646 h 4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4" h="456">
                  <a:moveTo>
                    <a:pt x="0" y="0"/>
                  </a:moveTo>
                  <a:cubicBezTo>
                    <a:pt x="176" y="156"/>
                    <a:pt x="352" y="312"/>
                    <a:pt x="576" y="384"/>
                  </a:cubicBezTo>
                  <a:cubicBezTo>
                    <a:pt x="800" y="456"/>
                    <a:pt x="1136" y="448"/>
                    <a:pt x="1344" y="432"/>
                  </a:cubicBezTo>
                  <a:cubicBezTo>
                    <a:pt x="1552" y="416"/>
                    <a:pt x="1688" y="352"/>
                    <a:pt x="1824" y="288"/>
                  </a:cubicBezTo>
                </a:path>
              </a:pathLst>
            </a:custGeom>
            <a:noFill/>
            <a:ln w="19050" cmpd="sng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7856" name="Group 1719">
              <a:extLst>
                <a:ext uri="{FF2B5EF4-FFF2-40B4-BE49-F238E27FC236}">
                  <a16:creationId xmlns:a16="http://schemas.microsoft.com/office/drawing/2014/main" id="{803728CE-DB2E-43BC-B8B7-4033D6797C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48550" y="2970213"/>
              <a:ext cx="82550" cy="146050"/>
              <a:chOff x="1440" y="1680"/>
              <a:chExt cx="52" cy="92"/>
            </a:xfrm>
          </p:grpSpPr>
          <p:sp>
            <p:nvSpPr>
              <p:cNvPr id="37944" name="Line 1720">
                <a:extLst>
                  <a:ext uri="{FF2B5EF4-FFF2-40B4-BE49-F238E27FC236}">
                    <a16:creationId xmlns:a16="http://schemas.microsoft.com/office/drawing/2014/main" id="{14594E7C-E346-4CC7-8BDE-E14C333489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0" y="1680"/>
                <a:ext cx="48" cy="48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1" hangingPunct="1">
                  <a:defRPr/>
                </a:pPr>
                <a:endParaRPr lang="fr-FR">
                  <a:latin typeface="Arial" charset="0"/>
                  <a:ea typeface="Arial" charset="0"/>
                  <a:cs typeface="Arial" charset="0"/>
                </a:endParaRPr>
              </a:p>
            </p:txBody>
          </p:sp>
          <p:sp>
            <p:nvSpPr>
              <p:cNvPr id="37945" name="Line 1721">
                <a:extLst>
                  <a:ext uri="{FF2B5EF4-FFF2-40B4-BE49-F238E27FC236}">
                    <a16:creationId xmlns:a16="http://schemas.microsoft.com/office/drawing/2014/main" id="{22B07D40-EAA6-45E4-95B7-09DB99994A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44" y="1724"/>
                <a:ext cx="48" cy="48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1" hangingPunct="1">
                  <a:defRPr/>
                </a:pPr>
                <a:endParaRPr lang="fr-FR"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  <p:sp>
          <p:nvSpPr>
            <p:cNvPr id="77857" name="Freeform 1722">
              <a:extLst>
                <a:ext uri="{FF2B5EF4-FFF2-40B4-BE49-F238E27FC236}">
                  <a16:creationId xmlns:a16="http://schemas.microsoft.com/office/drawing/2014/main" id="{4FE48C91-C0F3-48F8-A094-80C026D19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000" y="2598738"/>
              <a:ext cx="2133600" cy="2781300"/>
            </a:xfrm>
            <a:custGeom>
              <a:avLst/>
              <a:gdLst>
                <a:gd name="T0" fmla="*/ 0 w 1344"/>
                <a:gd name="T1" fmla="*/ 0 h 1752"/>
                <a:gd name="T2" fmla="*/ 2147483646 w 1344"/>
                <a:gd name="T3" fmla="*/ 2147483646 h 1752"/>
                <a:gd name="T4" fmla="*/ 2147483646 w 1344"/>
                <a:gd name="T5" fmla="*/ 2147483646 h 1752"/>
                <a:gd name="T6" fmla="*/ 2147483646 w 1344"/>
                <a:gd name="T7" fmla="*/ 2147483646 h 17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4" h="1752">
                  <a:moveTo>
                    <a:pt x="0" y="0"/>
                  </a:moveTo>
                  <a:cubicBezTo>
                    <a:pt x="92" y="460"/>
                    <a:pt x="184" y="920"/>
                    <a:pt x="288" y="1200"/>
                  </a:cubicBezTo>
                  <a:cubicBezTo>
                    <a:pt x="392" y="1480"/>
                    <a:pt x="448" y="1608"/>
                    <a:pt x="624" y="1680"/>
                  </a:cubicBezTo>
                  <a:cubicBezTo>
                    <a:pt x="800" y="1752"/>
                    <a:pt x="1072" y="1692"/>
                    <a:pt x="1344" y="1632"/>
                  </a:cubicBezTo>
                </a:path>
              </a:pathLst>
            </a:custGeom>
            <a:noFill/>
            <a:ln w="19050" cmpd="sng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7858" name="Group 1723">
              <a:extLst>
                <a:ext uri="{FF2B5EF4-FFF2-40B4-BE49-F238E27FC236}">
                  <a16:creationId xmlns:a16="http://schemas.microsoft.com/office/drawing/2014/main" id="{3A865120-87B1-43FB-B06E-BB422B6D25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05600" y="5113338"/>
              <a:ext cx="82550" cy="146050"/>
              <a:chOff x="1440" y="1680"/>
              <a:chExt cx="52" cy="92"/>
            </a:xfrm>
          </p:grpSpPr>
          <p:sp>
            <p:nvSpPr>
              <p:cNvPr id="37942" name="Line 1724">
                <a:extLst>
                  <a:ext uri="{FF2B5EF4-FFF2-40B4-BE49-F238E27FC236}">
                    <a16:creationId xmlns:a16="http://schemas.microsoft.com/office/drawing/2014/main" id="{C82F770E-D937-4F1C-9F87-F761C91F66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0" y="1680"/>
                <a:ext cx="48" cy="48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1" hangingPunct="1">
                  <a:defRPr/>
                </a:pPr>
                <a:endParaRPr lang="fr-FR">
                  <a:latin typeface="Arial" charset="0"/>
                  <a:ea typeface="Arial" charset="0"/>
                  <a:cs typeface="Arial" charset="0"/>
                </a:endParaRPr>
              </a:p>
            </p:txBody>
          </p:sp>
          <p:sp>
            <p:nvSpPr>
              <p:cNvPr id="37943" name="Line 1725">
                <a:extLst>
                  <a:ext uri="{FF2B5EF4-FFF2-40B4-BE49-F238E27FC236}">
                    <a16:creationId xmlns:a16="http://schemas.microsoft.com/office/drawing/2014/main" id="{70F234E5-547F-4048-9343-D2770A071C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44" y="1724"/>
                <a:ext cx="48" cy="48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1" hangingPunct="1">
                  <a:defRPr/>
                </a:pPr>
                <a:endParaRPr lang="fr-FR"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  <p:sp>
          <p:nvSpPr>
            <p:cNvPr id="77859" name="Freeform 1726">
              <a:extLst>
                <a:ext uri="{FF2B5EF4-FFF2-40B4-BE49-F238E27FC236}">
                  <a16:creationId xmlns:a16="http://schemas.microsoft.com/office/drawing/2014/main" id="{669788B7-8C44-4DDB-BE85-F1F0D9875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200" y="2941638"/>
              <a:ext cx="990600" cy="685800"/>
            </a:xfrm>
            <a:custGeom>
              <a:avLst/>
              <a:gdLst>
                <a:gd name="T0" fmla="*/ 0 w 624"/>
                <a:gd name="T1" fmla="*/ 0 h 432"/>
                <a:gd name="T2" fmla="*/ 2147483646 w 624"/>
                <a:gd name="T3" fmla="*/ 2147483646 h 432"/>
                <a:gd name="T4" fmla="*/ 2147483646 w 624"/>
                <a:gd name="T5" fmla="*/ 2147483646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4" h="432">
                  <a:moveTo>
                    <a:pt x="0" y="0"/>
                  </a:moveTo>
                  <a:cubicBezTo>
                    <a:pt x="68" y="108"/>
                    <a:pt x="136" y="216"/>
                    <a:pt x="240" y="288"/>
                  </a:cubicBezTo>
                  <a:cubicBezTo>
                    <a:pt x="344" y="360"/>
                    <a:pt x="484" y="396"/>
                    <a:pt x="624" y="432"/>
                  </a:cubicBezTo>
                </a:path>
              </a:pathLst>
            </a:custGeom>
            <a:noFill/>
            <a:ln w="19050" cmpd="sng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7860" name="Group 1727">
              <a:extLst>
                <a:ext uri="{FF2B5EF4-FFF2-40B4-BE49-F238E27FC236}">
                  <a16:creationId xmlns:a16="http://schemas.microsoft.com/office/drawing/2014/main" id="{8357C5C8-F7FD-4B5C-A810-921096D2DB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38800" y="3551238"/>
              <a:ext cx="82550" cy="146050"/>
              <a:chOff x="1440" y="1680"/>
              <a:chExt cx="52" cy="92"/>
            </a:xfrm>
          </p:grpSpPr>
          <p:sp>
            <p:nvSpPr>
              <p:cNvPr id="37940" name="Line 1728">
                <a:extLst>
                  <a:ext uri="{FF2B5EF4-FFF2-40B4-BE49-F238E27FC236}">
                    <a16:creationId xmlns:a16="http://schemas.microsoft.com/office/drawing/2014/main" id="{F41D80F6-C90A-4C93-B1C0-279C21DB8E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0" y="1680"/>
                <a:ext cx="48" cy="48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1" hangingPunct="1">
                  <a:defRPr/>
                </a:pPr>
                <a:endParaRPr lang="fr-FR">
                  <a:latin typeface="Arial" charset="0"/>
                  <a:ea typeface="Arial" charset="0"/>
                  <a:cs typeface="Arial" charset="0"/>
                </a:endParaRPr>
              </a:p>
            </p:txBody>
          </p:sp>
          <p:sp>
            <p:nvSpPr>
              <p:cNvPr id="37941" name="Line 1729">
                <a:extLst>
                  <a:ext uri="{FF2B5EF4-FFF2-40B4-BE49-F238E27FC236}">
                    <a16:creationId xmlns:a16="http://schemas.microsoft.com/office/drawing/2014/main" id="{378789A0-271C-4E68-89FE-CFBDCA65B3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44" y="1724"/>
                <a:ext cx="48" cy="48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1" hangingPunct="1">
                  <a:defRPr/>
                </a:pPr>
                <a:endParaRPr lang="fr-FR"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  <p:sp>
          <p:nvSpPr>
            <p:cNvPr id="77861" name="Freeform 1730">
              <a:extLst>
                <a:ext uri="{FF2B5EF4-FFF2-40B4-BE49-F238E27FC236}">
                  <a16:creationId xmlns:a16="http://schemas.microsoft.com/office/drawing/2014/main" id="{4BF7635F-0E11-493B-A19C-8A11BBDBE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400" y="3398838"/>
              <a:ext cx="1828800" cy="850900"/>
            </a:xfrm>
            <a:custGeom>
              <a:avLst/>
              <a:gdLst>
                <a:gd name="T0" fmla="*/ 0 w 1152"/>
                <a:gd name="T1" fmla="*/ 0 h 536"/>
                <a:gd name="T2" fmla="*/ 2147483646 w 1152"/>
                <a:gd name="T3" fmla="*/ 2147483646 h 536"/>
                <a:gd name="T4" fmla="*/ 2147483646 w 1152"/>
                <a:gd name="T5" fmla="*/ 2147483646 h 5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2" h="536">
                  <a:moveTo>
                    <a:pt x="0" y="0"/>
                  </a:moveTo>
                  <a:cubicBezTo>
                    <a:pt x="120" y="212"/>
                    <a:pt x="240" y="424"/>
                    <a:pt x="432" y="480"/>
                  </a:cubicBezTo>
                  <a:cubicBezTo>
                    <a:pt x="624" y="536"/>
                    <a:pt x="888" y="436"/>
                    <a:pt x="1152" y="336"/>
                  </a:cubicBezTo>
                </a:path>
              </a:pathLst>
            </a:custGeom>
            <a:noFill/>
            <a:ln w="19050" cmpd="sng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7862" name="Group 1731">
              <a:extLst>
                <a:ext uri="{FF2B5EF4-FFF2-40B4-BE49-F238E27FC236}">
                  <a16:creationId xmlns:a16="http://schemas.microsoft.com/office/drawing/2014/main" id="{6C5DF43D-56AD-496F-A065-DA9377D260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3200" y="3865563"/>
              <a:ext cx="82550" cy="146050"/>
              <a:chOff x="1440" y="1680"/>
              <a:chExt cx="52" cy="92"/>
            </a:xfrm>
          </p:grpSpPr>
          <p:sp>
            <p:nvSpPr>
              <p:cNvPr id="37938" name="Line 1732">
                <a:extLst>
                  <a:ext uri="{FF2B5EF4-FFF2-40B4-BE49-F238E27FC236}">
                    <a16:creationId xmlns:a16="http://schemas.microsoft.com/office/drawing/2014/main" id="{9D9429FF-73FF-43E2-A4CA-34B78FC8C4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0" y="1680"/>
                <a:ext cx="48" cy="48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1" hangingPunct="1">
                  <a:defRPr/>
                </a:pPr>
                <a:endParaRPr lang="fr-FR">
                  <a:latin typeface="Arial" charset="0"/>
                  <a:ea typeface="Arial" charset="0"/>
                  <a:cs typeface="Arial" charset="0"/>
                </a:endParaRPr>
              </a:p>
            </p:txBody>
          </p:sp>
          <p:sp>
            <p:nvSpPr>
              <p:cNvPr id="37939" name="Line 1733">
                <a:extLst>
                  <a:ext uri="{FF2B5EF4-FFF2-40B4-BE49-F238E27FC236}">
                    <a16:creationId xmlns:a16="http://schemas.microsoft.com/office/drawing/2014/main" id="{EECB272E-82F4-45A9-9682-A1BDF77EEF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44" y="1724"/>
                <a:ext cx="48" cy="48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1" hangingPunct="1">
                  <a:defRPr/>
                </a:pPr>
                <a:endParaRPr lang="fr-FR"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  <p:sp>
          <p:nvSpPr>
            <p:cNvPr id="77863" name="Freeform 1734">
              <a:extLst>
                <a:ext uri="{FF2B5EF4-FFF2-40B4-BE49-F238E27FC236}">
                  <a16:creationId xmlns:a16="http://schemas.microsoft.com/office/drawing/2014/main" id="{32983045-6775-4BD2-8374-1E6F31F0E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200" y="5456238"/>
              <a:ext cx="2667000" cy="520700"/>
            </a:xfrm>
            <a:custGeom>
              <a:avLst/>
              <a:gdLst>
                <a:gd name="T0" fmla="*/ 0 w 1680"/>
                <a:gd name="T1" fmla="*/ 0 h 328"/>
                <a:gd name="T2" fmla="*/ 2147483646 w 1680"/>
                <a:gd name="T3" fmla="*/ 2147483646 h 328"/>
                <a:gd name="T4" fmla="*/ 2147483646 w 1680"/>
                <a:gd name="T5" fmla="*/ 2147483646 h 328"/>
                <a:gd name="T6" fmla="*/ 2147483646 w 1680"/>
                <a:gd name="T7" fmla="*/ 2147483646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0" h="328">
                  <a:moveTo>
                    <a:pt x="0" y="0"/>
                  </a:moveTo>
                  <a:cubicBezTo>
                    <a:pt x="160" y="0"/>
                    <a:pt x="320" y="0"/>
                    <a:pt x="528" y="48"/>
                  </a:cubicBezTo>
                  <a:cubicBezTo>
                    <a:pt x="736" y="96"/>
                    <a:pt x="1056" y="248"/>
                    <a:pt x="1248" y="288"/>
                  </a:cubicBezTo>
                  <a:cubicBezTo>
                    <a:pt x="1440" y="328"/>
                    <a:pt x="1560" y="308"/>
                    <a:pt x="1680" y="288"/>
                  </a:cubicBezTo>
                </a:path>
              </a:pathLst>
            </a:custGeom>
            <a:noFill/>
            <a:ln w="19050" cmpd="sng">
              <a:solidFill>
                <a:schemeClr val="bg1"/>
              </a:solidFill>
              <a:round/>
              <a:headEnd type="oval" w="sm" len="sm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7864" name="Group 1735">
              <a:extLst>
                <a:ext uri="{FF2B5EF4-FFF2-40B4-BE49-F238E27FC236}">
                  <a16:creationId xmlns:a16="http://schemas.microsoft.com/office/drawing/2014/main" id="{7E0E50D1-2C53-498B-9C04-38619AD4DF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72200" y="5837238"/>
              <a:ext cx="82550" cy="146050"/>
              <a:chOff x="1440" y="1680"/>
              <a:chExt cx="52" cy="92"/>
            </a:xfrm>
          </p:grpSpPr>
          <p:sp>
            <p:nvSpPr>
              <p:cNvPr id="37936" name="Line 1736">
                <a:extLst>
                  <a:ext uri="{FF2B5EF4-FFF2-40B4-BE49-F238E27FC236}">
                    <a16:creationId xmlns:a16="http://schemas.microsoft.com/office/drawing/2014/main" id="{C1ED81B6-B6DC-4CA9-94D1-7D90D2336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0" y="1680"/>
                <a:ext cx="48" cy="48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1" hangingPunct="1">
                  <a:defRPr/>
                </a:pPr>
                <a:endParaRPr lang="fr-FR">
                  <a:latin typeface="Arial" charset="0"/>
                  <a:ea typeface="Arial" charset="0"/>
                  <a:cs typeface="Arial" charset="0"/>
                </a:endParaRPr>
              </a:p>
            </p:txBody>
          </p:sp>
          <p:sp>
            <p:nvSpPr>
              <p:cNvPr id="37937" name="Line 1737">
                <a:extLst>
                  <a:ext uri="{FF2B5EF4-FFF2-40B4-BE49-F238E27FC236}">
                    <a16:creationId xmlns:a16="http://schemas.microsoft.com/office/drawing/2014/main" id="{8BC37A4E-9A0E-402F-8C24-536E68633B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44" y="1724"/>
                <a:ext cx="48" cy="48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1" hangingPunct="1">
                  <a:defRPr/>
                </a:pPr>
                <a:endParaRPr lang="fr-FR"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  <p:sp>
          <p:nvSpPr>
            <p:cNvPr id="77865" name="Freeform 1738">
              <a:extLst>
                <a:ext uri="{FF2B5EF4-FFF2-40B4-BE49-F238E27FC236}">
                  <a16:creationId xmlns:a16="http://schemas.microsoft.com/office/drawing/2014/main" id="{F3564FF4-D962-4724-9C61-7B28A281F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400" y="5519738"/>
              <a:ext cx="685800" cy="88900"/>
            </a:xfrm>
            <a:custGeom>
              <a:avLst/>
              <a:gdLst>
                <a:gd name="T0" fmla="*/ 0 w 432"/>
                <a:gd name="T1" fmla="*/ 2147483646 h 56"/>
                <a:gd name="T2" fmla="*/ 2147483646 w 432"/>
                <a:gd name="T3" fmla="*/ 2147483646 h 56"/>
                <a:gd name="T4" fmla="*/ 2147483646 w 432"/>
                <a:gd name="T5" fmla="*/ 214748364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" h="56">
                  <a:moveTo>
                    <a:pt x="0" y="56"/>
                  </a:moveTo>
                  <a:cubicBezTo>
                    <a:pt x="132" y="36"/>
                    <a:pt x="264" y="16"/>
                    <a:pt x="336" y="8"/>
                  </a:cubicBezTo>
                  <a:cubicBezTo>
                    <a:pt x="408" y="0"/>
                    <a:pt x="420" y="4"/>
                    <a:pt x="432" y="8"/>
                  </a:cubicBezTo>
                </a:path>
              </a:pathLst>
            </a:custGeom>
            <a:noFill/>
            <a:ln w="19050" cmpd="sng">
              <a:solidFill>
                <a:schemeClr val="bg1"/>
              </a:solidFill>
              <a:round/>
              <a:headEnd type="oval" w="sm" len="sm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6" name="Freeform 1739">
              <a:extLst>
                <a:ext uri="{FF2B5EF4-FFF2-40B4-BE49-F238E27FC236}">
                  <a16:creationId xmlns:a16="http://schemas.microsoft.com/office/drawing/2014/main" id="{ABA59AA5-AB0F-49CC-9A3B-520354BEF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200" y="5627688"/>
              <a:ext cx="381000" cy="533400"/>
            </a:xfrm>
            <a:custGeom>
              <a:avLst/>
              <a:gdLst>
                <a:gd name="T0" fmla="*/ 0 w 240"/>
                <a:gd name="T1" fmla="*/ 0 h 336"/>
                <a:gd name="T2" fmla="*/ 2147483646 w 240"/>
                <a:gd name="T3" fmla="*/ 2147483646 h 336"/>
                <a:gd name="T4" fmla="*/ 2147483646 w 240"/>
                <a:gd name="T5" fmla="*/ 2147483646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336">
                  <a:moveTo>
                    <a:pt x="0" y="0"/>
                  </a:moveTo>
                  <a:cubicBezTo>
                    <a:pt x="52" y="44"/>
                    <a:pt x="104" y="88"/>
                    <a:pt x="144" y="144"/>
                  </a:cubicBezTo>
                  <a:cubicBezTo>
                    <a:pt x="184" y="200"/>
                    <a:pt x="212" y="268"/>
                    <a:pt x="240" y="336"/>
                  </a:cubicBezTo>
                </a:path>
              </a:pathLst>
            </a:custGeom>
            <a:noFill/>
            <a:ln w="19050" cmpd="sng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7867" name="Group 1740">
              <a:extLst>
                <a:ext uri="{FF2B5EF4-FFF2-40B4-BE49-F238E27FC236}">
                  <a16:creationId xmlns:a16="http://schemas.microsoft.com/office/drawing/2014/main" id="{441BE794-9401-4C1B-98A4-EE216B7031DD}"/>
                </a:ext>
              </a:extLst>
            </p:cNvPr>
            <p:cNvGrpSpPr>
              <a:grpSpLocks/>
            </p:cNvGrpSpPr>
            <p:nvPr/>
          </p:nvGrpSpPr>
          <p:grpSpPr bwMode="auto">
            <a:xfrm rot="3631447">
              <a:off x="4984750" y="6081713"/>
              <a:ext cx="82550" cy="146050"/>
              <a:chOff x="1440" y="1680"/>
              <a:chExt cx="52" cy="92"/>
            </a:xfrm>
          </p:grpSpPr>
          <p:sp>
            <p:nvSpPr>
              <p:cNvPr id="37934" name="Line 1741">
                <a:extLst>
                  <a:ext uri="{FF2B5EF4-FFF2-40B4-BE49-F238E27FC236}">
                    <a16:creationId xmlns:a16="http://schemas.microsoft.com/office/drawing/2014/main" id="{AE85DB37-430B-46E8-B794-8213388DEA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0" y="1680"/>
                <a:ext cx="48" cy="48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1" hangingPunct="1">
                  <a:defRPr/>
                </a:pPr>
                <a:endParaRPr lang="fr-FR">
                  <a:latin typeface="Arial" charset="0"/>
                  <a:ea typeface="Arial" charset="0"/>
                  <a:cs typeface="Arial" charset="0"/>
                </a:endParaRPr>
              </a:p>
            </p:txBody>
          </p:sp>
          <p:sp>
            <p:nvSpPr>
              <p:cNvPr id="37935" name="Line 1742">
                <a:extLst>
                  <a:ext uri="{FF2B5EF4-FFF2-40B4-BE49-F238E27FC236}">
                    <a16:creationId xmlns:a16="http://schemas.microsoft.com/office/drawing/2014/main" id="{ECE4A2C3-8905-4D5C-B04D-3511D6190D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43" y="1724"/>
                <a:ext cx="48" cy="48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1" hangingPunct="1">
                  <a:defRPr/>
                </a:pPr>
                <a:endParaRPr lang="fr-FR"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  <p:sp>
          <p:nvSpPr>
            <p:cNvPr id="37933" name="Text Box 1743">
              <a:extLst>
                <a:ext uri="{FF2B5EF4-FFF2-40B4-BE49-F238E27FC236}">
                  <a16:creationId xmlns:a16="http://schemas.microsoft.com/office/drawing/2014/main" id="{465333CB-C2CB-4208-B022-AF9DE70A35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6050" y="5989638"/>
              <a:ext cx="741363" cy="2746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fr-FR" altLang="x-none" sz="1200">
                  <a:solidFill>
                    <a:srgbClr val="0070C0"/>
                  </a:solidFill>
                </a:rPr>
                <a:t>Genitals</a:t>
              </a:r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2">
            <a:extLst>
              <a:ext uri="{FF2B5EF4-FFF2-40B4-BE49-F238E27FC236}">
                <a16:creationId xmlns:a16="http://schemas.microsoft.com/office/drawing/2014/main" id="{22A166B5-62EB-4B2B-AAB0-19D1D3307A6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 dirty="0"/>
              <a:t>Neuropathies</a:t>
            </a:r>
          </a:p>
        </p:txBody>
      </p:sp>
      <p:grpSp>
        <p:nvGrpSpPr>
          <p:cNvPr id="78850" name="peripheral-neuropathy-body-distribution">
            <a:extLst>
              <a:ext uri="{FF2B5EF4-FFF2-40B4-BE49-F238E27FC236}">
                <a16:creationId xmlns:a16="http://schemas.microsoft.com/office/drawing/2014/main" id="{C370CA89-72D0-4FAA-9380-3A48C92D3000}"/>
              </a:ext>
            </a:extLst>
          </p:cNvPr>
          <p:cNvGrpSpPr>
            <a:grpSpLocks/>
          </p:cNvGrpSpPr>
          <p:nvPr/>
        </p:nvGrpSpPr>
        <p:grpSpPr bwMode="auto">
          <a:xfrm>
            <a:off x="3051175" y="1144588"/>
            <a:ext cx="2825750" cy="5260975"/>
            <a:chOff x="962" y="721"/>
            <a:chExt cx="1780" cy="3314"/>
          </a:xfrm>
        </p:grpSpPr>
        <p:sp>
          <p:nvSpPr>
            <p:cNvPr id="79009" name="Freeform 4">
              <a:extLst>
                <a:ext uri="{FF2B5EF4-FFF2-40B4-BE49-F238E27FC236}">
                  <a16:creationId xmlns:a16="http://schemas.microsoft.com/office/drawing/2014/main" id="{AFDDE301-FC7D-4F4E-BB7B-64E070C7FE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2" y="721"/>
              <a:ext cx="1780" cy="3314"/>
            </a:xfrm>
            <a:custGeom>
              <a:avLst/>
              <a:gdLst>
                <a:gd name="T0" fmla="*/ 1632 w 1812"/>
                <a:gd name="T1" fmla="*/ 1583 h 3375"/>
                <a:gd name="T2" fmla="*/ 1506 w 1812"/>
                <a:gd name="T3" fmla="*/ 1466 h 3375"/>
                <a:gd name="T4" fmla="*/ 1296 w 1812"/>
                <a:gd name="T5" fmla="*/ 1057 h 3375"/>
                <a:gd name="T6" fmla="*/ 1120 w 1812"/>
                <a:gd name="T7" fmla="*/ 530 h 3375"/>
                <a:gd name="T8" fmla="*/ 930 w 1812"/>
                <a:gd name="T9" fmla="*/ 428 h 3375"/>
                <a:gd name="T10" fmla="*/ 956 w 1812"/>
                <a:gd name="T11" fmla="*/ 344 h 3375"/>
                <a:gd name="T12" fmla="*/ 1003 w 1812"/>
                <a:gd name="T13" fmla="*/ 237 h 3375"/>
                <a:gd name="T14" fmla="*/ 826 w 1812"/>
                <a:gd name="T15" fmla="*/ 0 h 3375"/>
                <a:gd name="T16" fmla="*/ 673 w 1812"/>
                <a:gd name="T17" fmla="*/ 241 h 3375"/>
                <a:gd name="T18" fmla="*/ 728 w 1812"/>
                <a:gd name="T19" fmla="*/ 341 h 3375"/>
                <a:gd name="T20" fmla="*/ 591 w 1812"/>
                <a:gd name="T21" fmla="*/ 516 h 3375"/>
                <a:gd name="T22" fmla="*/ 405 w 1812"/>
                <a:gd name="T23" fmla="*/ 781 h 3375"/>
                <a:gd name="T24" fmla="*/ 318 w 1812"/>
                <a:gd name="T25" fmla="*/ 1181 h 3375"/>
                <a:gd name="T26" fmla="*/ 155 w 1812"/>
                <a:gd name="T27" fmla="*/ 1551 h 3375"/>
                <a:gd name="T28" fmla="*/ 31 w 1812"/>
                <a:gd name="T29" fmla="*/ 1685 h 3375"/>
                <a:gd name="T30" fmla="*/ 53 w 1812"/>
                <a:gd name="T31" fmla="*/ 1723 h 3375"/>
                <a:gd name="T32" fmla="*/ 112 w 1812"/>
                <a:gd name="T33" fmla="*/ 1752 h 3375"/>
                <a:gd name="T34" fmla="*/ 150 w 1812"/>
                <a:gd name="T35" fmla="*/ 1775 h 3375"/>
                <a:gd name="T36" fmla="*/ 199 w 1812"/>
                <a:gd name="T37" fmla="*/ 1767 h 3375"/>
                <a:gd name="T38" fmla="*/ 246 w 1812"/>
                <a:gd name="T39" fmla="*/ 1751 h 3375"/>
                <a:gd name="T40" fmla="*/ 283 w 1812"/>
                <a:gd name="T41" fmla="*/ 1722 h 3375"/>
                <a:gd name="T42" fmla="*/ 289 w 1812"/>
                <a:gd name="T43" fmla="*/ 1554 h 3375"/>
                <a:gd name="T44" fmla="*/ 511 w 1812"/>
                <a:gd name="T45" fmla="*/ 1173 h 3375"/>
                <a:gd name="T46" fmla="*/ 561 w 1812"/>
                <a:gd name="T47" fmla="*/ 1283 h 3375"/>
                <a:gd name="T48" fmla="*/ 597 w 1812"/>
                <a:gd name="T49" fmla="*/ 2248 h 3375"/>
                <a:gd name="T50" fmla="*/ 623 w 1812"/>
                <a:gd name="T51" fmla="*/ 2719 h 3375"/>
                <a:gd name="T52" fmla="*/ 695 w 1812"/>
                <a:gd name="T53" fmla="*/ 3060 h 3375"/>
                <a:gd name="T54" fmla="*/ 671 w 1812"/>
                <a:gd name="T55" fmla="*/ 3070 h 3375"/>
                <a:gd name="T56" fmla="*/ 691 w 1812"/>
                <a:gd name="T57" fmla="*/ 3120 h 3375"/>
                <a:gd name="T58" fmla="*/ 794 w 1812"/>
                <a:gd name="T59" fmla="*/ 3194 h 3375"/>
                <a:gd name="T60" fmla="*/ 897 w 1812"/>
                <a:gd name="T61" fmla="*/ 3195 h 3375"/>
                <a:gd name="T62" fmla="*/ 1020 w 1812"/>
                <a:gd name="T63" fmla="*/ 3109 h 3375"/>
                <a:gd name="T64" fmla="*/ 1031 w 1812"/>
                <a:gd name="T65" fmla="*/ 3059 h 3375"/>
                <a:gd name="T66" fmla="*/ 1007 w 1812"/>
                <a:gd name="T67" fmla="*/ 3048 h 3375"/>
                <a:gd name="T68" fmla="*/ 976 w 1812"/>
                <a:gd name="T69" fmla="*/ 3039 h 3375"/>
                <a:gd name="T70" fmla="*/ 1044 w 1812"/>
                <a:gd name="T71" fmla="*/ 2805 h 3375"/>
                <a:gd name="T72" fmla="*/ 1097 w 1812"/>
                <a:gd name="T73" fmla="*/ 2223 h 3375"/>
                <a:gd name="T74" fmla="*/ 1110 w 1812"/>
                <a:gd name="T75" fmla="*/ 1074 h 3375"/>
                <a:gd name="T76" fmla="*/ 1146 w 1812"/>
                <a:gd name="T77" fmla="*/ 1190 h 3375"/>
                <a:gd name="T78" fmla="*/ 1384 w 1812"/>
                <a:gd name="T79" fmla="*/ 1569 h 3375"/>
                <a:gd name="T80" fmla="*/ 1406 w 1812"/>
                <a:gd name="T81" fmla="*/ 1839 h 3375"/>
                <a:gd name="T82" fmla="*/ 1493 w 1812"/>
                <a:gd name="T83" fmla="*/ 1881 h 3375"/>
                <a:gd name="T84" fmla="*/ 1571 w 1812"/>
                <a:gd name="T85" fmla="*/ 1887 h 3375"/>
                <a:gd name="T86" fmla="*/ 1644 w 1812"/>
                <a:gd name="T87" fmla="*/ 1843 h 3375"/>
                <a:gd name="T88" fmla="*/ 1600 w 1812"/>
                <a:gd name="T89" fmla="*/ 1628 h 3375"/>
                <a:gd name="T90" fmla="*/ 1717 w 1812"/>
                <a:gd name="T91" fmla="*/ 1619 h 3375"/>
                <a:gd name="T92" fmla="*/ 858 w 1812"/>
                <a:gd name="T93" fmla="*/ 2692 h 3375"/>
                <a:gd name="T94" fmla="*/ 836 w 1812"/>
                <a:gd name="T95" fmla="*/ 2685 h 3375"/>
                <a:gd name="T96" fmla="*/ 828 w 1812"/>
                <a:gd name="T97" fmla="*/ 2282 h 3375"/>
                <a:gd name="T98" fmla="*/ 824 w 1812"/>
                <a:gd name="T99" fmla="*/ 1693 h 3375"/>
                <a:gd name="T100" fmla="*/ 856 w 1812"/>
                <a:gd name="T101" fmla="*/ 1701 h 3375"/>
                <a:gd name="T102" fmla="*/ 844 w 1812"/>
                <a:gd name="T103" fmla="*/ 2282 h 3375"/>
                <a:gd name="T104" fmla="*/ 858 w 1812"/>
                <a:gd name="T105" fmla="*/ 2692 h 337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12" h="3375">
                  <a:moveTo>
                    <a:pt x="1765" y="1694"/>
                  </a:move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1003" y="486"/>
                    <a:pt x="981" y="452"/>
                  </a:cubicBezTo>
                  <a:cubicBezTo>
                    <a:pt x="981" y="432"/>
                    <a:pt x="981" y="432"/>
                    <a:pt x="981" y="432"/>
                  </a:cubicBezTo>
                  <a:cubicBezTo>
                    <a:pt x="981" y="432"/>
                    <a:pt x="1007" y="411"/>
                    <a:pt x="1008" y="363"/>
                  </a:cubicBezTo>
                  <a:cubicBezTo>
                    <a:pt x="1008" y="363"/>
                    <a:pt x="1034" y="364"/>
                    <a:pt x="1036" y="327"/>
                  </a:cubicBezTo>
                  <a:cubicBezTo>
                    <a:pt x="1038" y="290"/>
                    <a:pt x="1068" y="264"/>
                    <a:pt x="1058" y="250"/>
                  </a:cubicBezTo>
                  <a:cubicBezTo>
                    <a:pt x="1048" y="235"/>
                    <a:pt x="1035" y="251"/>
                    <a:pt x="1035" y="251"/>
                  </a:cubicBezTo>
                  <a:cubicBezTo>
                    <a:pt x="1035" y="251"/>
                    <a:pt x="1087" y="0"/>
                    <a:pt x="871" y="0"/>
                  </a:cubicBezTo>
                  <a:cubicBezTo>
                    <a:pt x="789" y="0"/>
                    <a:pt x="677" y="102"/>
                    <a:pt x="728" y="250"/>
                  </a:cubicBezTo>
                  <a:cubicBezTo>
                    <a:pt x="728" y="250"/>
                    <a:pt x="718" y="245"/>
                    <a:pt x="710" y="255"/>
                  </a:cubicBezTo>
                  <a:cubicBezTo>
                    <a:pt x="701" y="264"/>
                    <a:pt x="714" y="288"/>
                    <a:pt x="720" y="301"/>
                  </a:cubicBezTo>
                  <a:cubicBezTo>
                    <a:pt x="726" y="315"/>
                    <a:pt x="738" y="370"/>
                    <a:pt x="768" y="360"/>
                  </a:cubicBezTo>
                  <a:cubicBezTo>
                    <a:pt x="768" y="440"/>
                    <a:pt x="768" y="440"/>
                    <a:pt x="768" y="440"/>
                  </a:cubicBezTo>
                  <a:cubicBezTo>
                    <a:pt x="768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lnTo>
                    <a:pt x="1765" y="1694"/>
                  </a:lnTo>
                  <a:close/>
                  <a:moveTo>
                    <a:pt x="905" y="2843"/>
                  </a:moveTo>
                  <a:cubicBezTo>
                    <a:pt x="971" y="3086"/>
                    <a:pt x="891" y="3175"/>
                    <a:pt x="891" y="3175"/>
                  </a:cubicBezTo>
                  <a:cubicBezTo>
                    <a:pt x="829" y="3078"/>
                    <a:pt x="855" y="2914"/>
                    <a:pt x="882" y="2835"/>
                  </a:cubicBezTo>
                  <a:cubicBezTo>
                    <a:pt x="909" y="2756"/>
                    <a:pt x="879" y="2663"/>
                    <a:pt x="866" y="2608"/>
                  </a:cubicBezTo>
                  <a:cubicBezTo>
                    <a:pt x="853" y="2554"/>
                    <a:pt x="889" y="2495"/>
                    <a:pt x="873" y="2411"/>
                  </a:cubicBezTo>
                  <a:cubicBezTo>
                    <a:pt x="857" y="2327"/>
                    <a:pt x="889" y="2062"/>
                    <a:pt x="886" y="1944"/>
                  </a:cubicBezTo>
                  <a:cubicBezTo>
                    <a:pt x="883" y="1827"/>
                    <a:pt x="869" y="1788"/>
                    <a:pt x="869" y="1788"/>
                  </a:cubicBezTo>
                  <a:cubicBezTo>
                    <a:pt x="878" y="1778"/>
                    <a:pt x="880" y="1763"/>
                    <a:pt x="880" y="1763"/>
                  </a:cubicBezTo>
                  <a:cubicBezTo>
                    <a:pt x="880" y="1775"/>
                    <a:pt x="903" y="1796"/>
                    <a:pt x="903" y="1796"/>
                  </a:cubicBezTo>
                  <a:cubicBezTo>
                    <a:pt x="883" y="1807"/>
                    <a:pt x="893" y="1959"/>
                    <a:pt x="899" y="2034"/>
                  </a:cubicBezTo>
                  <a:cubicBezTo>
                    <a:pt x="906" y="2108"/>
                    <a:pt x="893" y="2316"/>
                    <a:pt x="890" y="2411"/>
                  </a:cubicBezTo>
                  <a:cubicBezTo>
                    <a:pt x="887" y="2506"/>
                    <a:pt x="957" y="2562"/>
                    <a:pt x="926" y="2628"/>
                  </a:cubicBezTo>
                  <a:cubicBezTo>
                    <a:pt x="895" y="2695"/>
                    <a:pt x="891" y="2792"/>
                    <a:pt x="905" y="2843"/>
                  </a:cubicBezTo>
                  <a:close/>
                </a:path>
              </a:pathLst>
            </a:custGeom>
            <a:solidFill>
              <a:srgbClr val="F9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0" name="Freeform 5">
              <a:extLst>
                <a:ext uri="{FF2B5EF4-FFF2-40B4-BE49-F238E27FC236}">
                  <a16:creationId xmlns:a16="http://schemas.microsoft.com/office/drawing/2014/main" id="{73C9DD32-DD1E-4E78-AC14-4C92A1D3F6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4" y="2091"/>
              <a:ext cx="603" cy="1944"/>
            </a:xfrm>
            <a:custGeom>
              <a:avLst/>
              <a:gdLst>
                <a:gd name="T0" fmla="*/ 535 w 614"/>
                <a:gd name="T1" fmla="*/ 902 h 1980"/>
                <a:gd name="T2" fmla="*/ 581 w 614"/>
                <a:gd name="T3" fmla="*/ 734 h 1980"/>
                <a:gd name="T4" fmla="*/ 576 w 614"/>
                <a:gd name="T5" fmla="*/ 701 h 1980"/>
                <a:gd name="T6" fmla="*/ 331 w 614"/>
                <a:gd name="T7" fmla="*/ 0 h 1980"/>
                <a:gd name="T8" fmla="*/ 244 w 614"/>
                <a:gd name="T9" fmla="*/ 0 h 1980"/>
                <a:gd name="T10" fmla="*/ 0 w 614"/>
                <a:gd name="T11" fmla="*/ 689 h 1980"/>
                <a:gd name="T12" fmla="*/ 35 w 614"/>
                <a:gd name="T13" fmla="*/ 927 h 1980"/>
                <a:gd name="T14" fmla="*/ 40 w 614"/>
                <a:gd name="T15" fmla="*/ 1086 h 1980"/>
                <a:gd name="T16" fmla="*/ 62 w 614"/>
                <a:gd name="T17" fmla="*/ 1398 h 1980"/>
                <a:gd name="T18" fmla="*/ 146 w 614"/>
                <a:gd name="T19" fmla="*/ 1721 h 1980"/>
                <a:gd name="T20" fmla="*/ 134 w 614"/>
                <a:gd name="T21" fmla="*/ 1738 h 1980"/>
                <a:gd name="T22" fmla="*/ 120 w 614"/>
                <a:gd name="T23" fmla="*/ 1731 h 1980"/>
                <a:gd name="T24" fmla="*/ 110 w 614"/>
                <a:gd name="T25" fmla="*/ 1750 h 1980"/>
                <a:gd name="T26" fmla="*/ 111 w 614"/>
                <a:gd name="T27" fmla="*/ 1771 h 1980"/>
                <a:gd name="T28" fmla="*/ 131 w 614"/>
                <a:gd name="T29" fmla="*/ 1798 h 1980"/>
                <a:gd name="T30" fmla="*/ 159 w 614"/>
                <a:gd name="T31" fmla="*/ 1829 h 1980"/>
                <a:gd name="T32" fmla="*/ 234 w 614"/>
                <a:gd name="T33" fmla="*/ 1873 h 1980"/>
                <a:gd name="T34" fmla="*/ 285 w 614"/>
                <a:gd name="T35" fmla="*/ 1849 h 1980"/>
                <a:gd name="T36" fmla="*/ 336 w 614"/>
                <a:gd name="T37" fmla="*/ 1874 h 1980"/>
                <a:gd name="T38" fmla="*/ 406 w 614"/>
                <a:gd name="T39" fmla="*/ 1831 h 1980"/>
                <a:gd name="T40" fmla="*/ 458 w 614"/>
                <a:gd name="T41" fmla="*/ 1787 h 1980"/>
                <a:gd name="T42" fmla="*/ 474 w 614"/>
                <a:gd name="T43" fmla="*/ 1763 h 1980"/>
                <a:gd name="T44" fmla="*/ 469 w 614"/>
                <a:gd name="T45" fmla="*/ 1737 h 1980"/>
                <a:gd name="T46" fmla="*/ 454 w 614"/>
                <a:gd name="T47" fmla="*/ 1741 h 1980"/>
                <a:gd name="T48" fmla="*/ 446 w 614"/>
                <a:gd name="T49" fmla="*/ 1726 h 1980"/>
                <a:gd name="T50" fmla="*/ 425 w 614"/>
                <a:gd name="T51" fmla="*/ 1731 h 1980"/>
                <a:gd name="T52" fmla="*/ 414 w 614"/>
                <a:gd name="T53" fmla="*/ 1718 h 1980"/>
                <a:gd name="T54" fmla="*/ 416 w 614"/>
                <a:gd name="T55" fmla="*/ 1691 h 1980"/>
                <a:gd name="T56" fmla="*/ 482 w 614"/>
                <a:gd name="T57" fmla="*/ 1485 h 1980"/>
                <a:gd name="T58" fmla="*/ 528 w 614"/>
                <a:gd name="T59" fmla="*/ 1136 h 1980"/>
                <a:gd name="T60" fmla="*/ 535 w 614"/>
                <a:gd name="T61" fmla="*/ 902 h 1980"/>
                <a:gd name="T62" fmla="*/ 297 w 614"/>
                <a:gd name="T63" fmla="*/ 1371 h 1980"/>
                <a:gd name="T64" fmla="*/ 284 w 614"/>
                <a:gd name="T65" fmla="*/ 1685 h 1980"/>
                <a:gd name="T66" fmla="*/ 275 w 614"/>
                <a:gd name="T67" fmla="*/ 1363 h 1980"/>
                <a:gd name="T68" fmla="*/ 259 w 614"/>
                <a:gd name="T69" fmla="*/ 1148 h 1980"/>
                <a:gd name="T70" fmla="*/ 266 w 614"/>
                <a:gd name="T71" fmla="*/ 962 h 1980"/>
                <a:gd name="T72" fmla="*/ 279 w 614"/>
                <a:gd name="T73" fmla="*/ 519 h 1980"/>
                <a:gd name="T74" fmla="*/ 262 w 614"/>
                <a:gd name="T75" fmla="*/ 372 h 1980"/>
                <a:gd name="T76" fmla="*/ 273 w 614"/>
                <a:gd name="T77" fmla="*/ 348 h 1980"/>
                <a:gd name="T78" fmla="*/ 295 w 614"/>
                <a:gd name="T79" fmla="*/ 380 h 1980"/>
                <a:gd name="T80" fmla="*/ 292 w 614"/>
                <a:gd name="T81" fmla="*/ 605 h 1980"/>
                <a:gd name="T82" fmla="*/ 283 w 614"/>
                <a:gd name="T83" fmla="*/ 962 h 1980"/>
                <a:gd name="T84" fmla="*/ 316 w 614"/>
                <a:gd name="T85" fmla="*/ 1167 h 1980"/>
                <a:gd name="T86" fmla="*/ 297 w 614"/>
                <a:gd name="T87" fmla="*/ 1371 h 19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14" h="1980">
                  <a:moveTo>
                    <a:pt x="565" y="953"/>
                  </a:moveTo>
                  <a:cubicBezTo>
                    <a:pt x="559" y="907"/>
                    <a:pt x="591" y="904"/>
                    <a:pt x="614" y="776"/>
                  </a:cubicBezTo>
                  <a:cubicBezTo>
                    <a:pt x="609" y="740"/>
                    <a:pt x="609" y="740"/>
                    <a:pt x="609" y="740"/>
                  </a:cubicBezTo>
                  <a:cubicBezTo>
                    <a:pt x="609" y="740"/>
                    <a:pt x="509" y="0"/>
                    <a:pt x="349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111" y="0"/>
                    <a:pt x="14" y="632"/>
                    <a:pt x="0" y="728"/>
                  </a:cubicBezTo>
                  <a:cubicBezTo>
                    <a:pt x="20" y="886"/>
                    <a:pt x="44" y="904"/>
                    <a:pt x="38" y="979"/>
                  </a:cubicBezTo>
                  <a:cubicBezTo>
                    <a:pt x="30" y="1080"/>
                    <a:pt x="51" y="1072"/>
                    <a:pt x="43" y="1147"/>
                  </a:cubicBezTo>
                  <a:cubicBezTo>
                    <a:pt x="35" y="1221"/>
                    <a:pt x="14" y="1368"/>
                    <a:pt x="65" y="1477"/>
                  </a:cubicBezTo>
                  <a:cubicBezTo>
                    <a:pt x="167" y="1701"/>
                    <a:pt x="138" y="1753"/>
                    <a:pt x="155" y="1818"/>
                  </a:cubicBezTo>
                  <a:cubicBezTo>
                    <a:pt x="155" y="1818"/>
                    <a:pt x="135" y="1820"/>
                    <a:pt x="141" y="1836"/>
                  </a:cubicBezTo>
                  <a:cubicBezTo>
                    <a:pt x="141" y="1836"/>
                    <a:pt x="133" y="1824"/>
                    <a:pt x="126" y="1829"/>
                  </a:cubicBezTo>
                  <a:cubicBezTo>
                    <a:pt x="119" y="1833"/>
                    <a:pt x="111" y="1841"/>
                    <a:pt x="116" y="1849"/>
                  </a:cubicBezTo>
                  <a:cubicBezTo>
                    <a:pt x="121" y="1858"/>
                    <a:pt x="118" y="1864"/>
                    <a:pt x="117" y="1871"/>
                  </a:cubicBezTo>
                  <a:cubicBezTo>
                    <a:pt x="115" y="1878"/>
                    <a:pt x="119" y="1893"/>
                    <a:pt x="137" y="1900"/>
                  </a:cubicBezTo>
                  <a:cubicBezTo>
                    <a:pt x="155" y="1907"/>
                    <a:pt x="160" y="1919"/>
                    <a:pt x="168" y="1932"/>
                  </a:cubicBezTo>
                  <a:cubicBezTo>
                    <a:pt x="175" y="1945"/>
                    <a:pt x="193" y="1979"/>
                    <a:pt x="246" y="1979"/>
                  </a:cubicBezTo>
                  <a:cubicBezTo>
                    <a:pt x="299" y="1979"/>
                    <a:pt x="300" y="1954"/>
                    <a:pt x="300" y="1954"/>
                  </a:cubicBezTo>
                  <a:cubicBezTo>
                    <a:pt x="300" y="1954"/>
                    <a:pt x="299" y="1980"/>
                    <a:pt x="354" y="1980"/>
                  </a:cubicBezTo>
                  <a:cubicBezTo>
                    <a:pt x="409" y="1980"/>
                    <a:pt x="413" y="1948"/>
                    <a:pt x="429" y="1935"/>
                  </a:cubicBezTo>
                  <a:cubicBezTo>
                    <a:pt x="444" y="1921"/>
                    <a:pt x="476" y="1900"/>
                    <a:pt x="484" y="1888"/>
                  </a:cubicBezTo>
                  <a:cubicBezTo>
                    <a:pt x="492" y="1876"/>
                    <a:pt x="501" y="1878"/>
                    <a:pt x="501" y="1863"/>
                  </a:cubicBezTo>
                  <a:cubicBezTo>
                    <a:pt x="500" y="1848"/>
                    <a:pt x="501" y="1842"/>
                    <a:pt x="496" y="1835"/>
                  </a:cubicBezTo>
                  <a:cubicBezTo>
                    <a:pt x="491" y="1829"/>
                    <a:pt x="479" y="1839"/>
                    <a:pt x="479" y="1839"/>
                  </a:cubicBezTo>
                  <a:cubicBezTo>
                    <a:pt x="479" y="1839"/>
                    <a:pt x="476" y="1829"/>
                    <a:pt x="470" y="1824"/>
                  </a:cubicBezTo>
                  <a:cubicBezTo>
                    <a:pt x="464" y="1820"/>
                    <a:pt x="449" y="1829"/>
                    <a:pt x="449" y="1829"/>
                  </a:cubicBezTo>
                  <a:cubicBezTo>
                    <a:pt x="449" y="1829"/>
                    <a:pt x="444" y="1815"/>
                    <a:pt x="438" y="1815"/>
                  </a:cubicBezTo>
                  <a:cubicBezTo>
                    <a:pt x="438" y="1815"/>
                    <a:pt x="442" y="1805"/>
                    <a:pt x="440" y="1786"/>
                  </a:cubicBezTo>
                  <a:cubicBezTo>
                    <a:pt x="438" y="1767"/>
                    <a:pt x="467" y="1653"/>
                    <a:pt x="509" y="1569"/>
                  </a:cubicBezTo>
                  <a:cubicBezTo>
                    <a:pt x="550" y="1485"/>
                    <a:pt x="595" y="1348"/>
                    <a:pt x="558" y="1200"/>
                  </a:cubicBezTo>
                  <a:cubicBezTo>
                    <a:pt x="521" y="1052"/>
                    <a:pt x="584" y="1127"/>
                    <a:pt x="565" y="953"/>
                  </a:cubicBezTo>
                  <a:close/>
                  <a:moveTo>
                    <a:pt x="313" y="1448"/>
                  </a:moveTo>
                  <a:cubicBezTo>
                    <a:pt x="379" y="1691"/>
                    <a:pt x="299" y="1780"/>
                    <a:pt x="299" y="1780"/>
                  </a:cubicBezTo>
                  <a:cubicBezTo>
                    <a:pt x="237" y="1683"/>
                    <a:pt x="263" y="1519"/>
                    <a:pt x="290" y="1440"/>
                  </a:cubicBezTo>
                  <a:cubicBezTo>
                    <a:pt x="317" y="1361"/>
                    <a:pt x="287" y="1268"/>
                    <a:pt x="274" y="1213"/>
                  </a:cubicBezTo>
                  <a:cubicBezTo>
                    <a:pt x="261" y="1159"/>
                    <a:pt x="297" y="1100"/>
                    <a:pt x="281" y="1016"/>
                  </a:cubicBezTo>
                  <a:cubicBezTo>
                    <a:pt x="265" y="932"/>
                    <a:pt x="297" y="667"/>
                    <a:pt x="294" y="549"/>
                  </a:cubicBezTo>
                  <a:cubicBezTo>
                    <a:pt x="291" y="432"/>
                    <a:pt x="277" y="393"/>
                    <a:pt x="277" y="393"/>
                  </a:cubicBezTo>
                  <a:cubicBezTo>
                    <a:pt x="286" y="383"/>
                    <a:pt x="288" y="368"/>
                    <a:pt x="288" y="368"/>
                  </a:cubicBezTo>
                  <a:cubicBezTo>
                    <a:pt x="288" y="380"/>
                    <a:pt x="311" y="401"/>
                    <a:pt x="311" y="401"/>
                  </a:cubicBezTo>
                  <a:cubicBezTo>
                    <a:pt x="291" y="412"/>
                    <a:pt x="301" y="564"/>
                    <a:pt x="307" y="639"/>
                  </a:cubicBezTo>
                  <a:cubicBezTo>
                    <a:pt x="314" y="713"/>
                    <a:pt x="301" y="921"/>
                    <a:pt x="298" y="1016"/>
                  </a:cubicBezTo>
                  <a:cubicBezTo>
                    <a:pt x="295" y="1111"/>
                    <a:pt x="365" y="1167"/>
                    <a:pt x="334" y="1233"/>
                  </a:cubicBezTo>
                  <a:cubicBezTo>
                    <a:pt x="303" y="1300"/>
                    <a:pt x="299" y="1397"/>
                    <a:pt x="313" y="1448"/>
                  </a:cubicBezTo>
                  <a:close/>
                </a:path>
              </a:pathLst>
            </a:custGeom>
            <a:solidFill>
              <a:srgbClr val="AFC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1" name="Freeform 6">
              <a:extLst>
                <a:ext uri="{FF2B5EF4-FFF2-40B4-BE49-F238E27FC236}">
                  <a16:creationId xmlns:a16="http://schemas.microsoft.com/office/drawing/2014/main" id="{868A7C55-1C73-43F1-B9F4-2BC42D32AA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2" y="1164"/>
              <a:ext cx="1780" cy="1559"/>
            </a:xfrm>
            <a:custGeom>
              <a:avLst/>
              <a:gdLst>
                <a:gd name="T0" fmla="*/ 818 w 1812"/>
                <a:gd name="T1" fmla="*/ 0 h 1588"/>
                <a:gd name="T2" fmla="*/ 816 w 1812"/>
                <a:gd name="T3" fmla="*/ 0 h 1588"/>
                <a:gd name="T4" fmla="*/ 1632 w 1812"/>
                <a:gd name="T5" fmla="*/ 1156 h 1588"/>
                <a:gd name="T6" fmla="*/ 1506 w 1812"/>
                <a:gd name="T7" fmla="*/ 1038 h 1588"/>
                <a:gd name="T8" fmla="*/ 1296 w 1812"/>
                <a:gd name="T9" fmla="*/ 629 h 1588"/>
                <a:gd name="T10" fmla="*/ 1243 w 1812"/>
                <a:gd name="T11" fmla="*/ 316 h 1588"/>
                <a:gd name="T12" fmla="*/ 826 w 1812"/>
                <a:gd name="T13" fmla="*/ 0 h 1588"/>
                <a:gd name="T14" fmla="*/ 404 w 1812"/>
                <a:gd name="T15" fmla="*/ 313 h 1588"/>
                <a:gd name="T16" fmla="*/ 350 w 1812"/>
                <a:gd name="T17" fmla="*/ 672 h 1588"/>
                <a:gd name="T18" fmla="*/ 187 w 1812"/>
                <a:gd name="T19" fmla="*/ 1042 h 1588"/>
                <a:gd name="T20" fmla="*/ 83 w 1812"/>
                <a:gd name="T21" fmla="*/ 1209 h 1588"/>
                <a:gd name="T22" fmla="*/ 0 w 1812"/>
                <a:gd name="T23" fmla="*/ 1277 h 1588"/>
                <a:gd name="T24" fmla="*/ 108 w 1812"/>
                <a:gd name="T25" fmla="*/ 1264 h 1588"/>
                <a:gd name="T26" fmla="*/ 94 w 1812"/>
                <a:gd name="T27" fmla="*/ 1471 h 1588"/>
                <a:gd name="T28" fmla="*/ 151 w 1812"/>
                <a:gd name="T29" fmla="*/ 1496 h 1588"/>
                <a:gd name="T30" fmla="*/ 218 w 1812"/>
                <a:gd name="T31" fmla="*/ 1478 h 1588"/>
                <a:gd name="T32" fmla="*/ 317 w 1812"/>
                <a:gd name="T33" fmla="*/ 1420 h 1588"/>
                <a:gd name="T34" fmla="*/ 275 w 1812"/>
                <a:gd name="T35" fmla="*/ 1169 h 1588"/>
                <a:gd name="T36" fmla="*/ 471 w 1812"/>
                <a:gd name="T37" fmla="*/ 837 h 1588"/>
                <a:gd name="T38" fmla="*/ 549 w 1812"/>
                <a:gd name="T39" fmla="*/ 619 h 1588"/>
                <a:gd name="T40" fmla="*/ 671 w 1812"/>
                <a:gd name="T41" fmla="*/ 274 h 1588"/>
                <a:gd name="T42" fmla="*/ 850 w 1812"/>
                <a:gd name="T43" fmla="*/ 291 h 1588"/>
                <a:gd name="T44" fmla="*/ 1110 w 1812"/>
                <a:gd name="T45" fmla="*/ 656 h 1588"/>
                <a:gd name="T46" fmla="*/ 1125 w 1812"/>
                <a:gd name="T47" fmla="*/ 697 h 1588"/>
                <a:gd name="T48" fmla="*/ 1263 w 1812"/>
                <a:gd name="T49" fmla="*/ 955 h 1588"/>
                <a:gd name="T50" fmla="*/ 1412 w 1812"/>
                <a:gd name="T51" fmla="*/ 1256 h 1588"/>
                <a:gd name="T52" fmla="*/ 1465 w 1812"/>
                <a:gd name="T53" fmla="*/ 1302 h 1588"/>
                <a:gd name="T54" fmla="*/ 1514 w 1812"/>
                <a:gd name="T55" fmla="*/ 1308 h 1588"/>
                <a:gd name="T56" fmla="*/ 1570 w 1812"/>
                <a:gd name="T57" fmla="*/ 1301 h 1588"/>
                <a:gd name="T58" fmla="*/ 1600 w 1812"/>
                <a:gd name="T59" fmla="*/ 1248 h 1588"/>
                <a:gd name="T60" fmla="*/ 1653 w 1812"/>
                <a:gd name="T61" fmla="*/ 1217 h 1588"/>
                <a:gd name="T62" fmla="*/ 1673 w 1812"/>
                <a:gd name="T63" fmla="*/ 1176 h 15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12" h="1588">
                  <a:moveTo>
                    <a:pt x="861" y="0"/>
                  </a:moveTo>
                  <a:cubicBezTo>
                    <a:pt x="862" y="0"/>
                    <a:pt x="863" y="0"/>
                    <a:pt x="863" y="0"/>
                  </a:cubicBezTo>
                  <a:cubicBezTo>
                    <a:pt x="864" y="0"/>
                    <a:pt x="865" y="0"/>
                    <a:pt x="866" y="0"/>
                  </a:cubicBezTo>
                  <a:lnTo>
                    <a:pt x="861" y="0"/>
                  </a:lnTo>
                  <a:close/>
                  <a:moveTo>
                    <a:pt x="1765" y="1243"/>
                  </a:moveTo>
                  <a:cubicBezTo>
                    <a:pt x="1765" y="1243"/>
                    <a:pt x="1725" y="1229"/>
                    <a:pt x="1721" y="1221"/>
                  </a:cubicBezTo>
                  <a:cubicBezTo>
                    <a:pt x="1718" y="1212"/>
                    <a:pt x="1641" y="1167"/>
                    <a:pt x="1623" y="1160"/>
                  </a:cubicBezTo>
                  <a:cubicBezTo>
                    <a:pt x="1606" y="1153"/>
                    <a:pt x="1614" y="1120"/>
                    <a:pt x="1589" y="1097"/>
                  </a:cubicBezTo>
                  <a:cubicBezTo>
                    <a:pt x="1564" y="1073"/>
                    <a:pt x="1496" y="932"/>
                    <a:pt x="1477" y="871"/>
                  </a:cubicBezTo>
                  <a:cubicBezTo>
                    <a:pt x="1427" y="713"/>
                    <a:pt x="1368" y="706"/>
                    <a:pt x="1367" y="665"/>
                  </a:cubicBezTo>
                  <a:cubicBezTo>
                    <a:pt x="1365" y="549"/>
                    <a:pt x="1313" y="429"/>
                    <a:pt x="1311" y="389"/>
                  </a:cubicBezTo>
                  <a:cubicBezTo>
                    <a:pt x="1311" y="379"/>
                    <a:pt x="1312" y="359"/>
                    <a:pt x="1311" y="334"/>
                  </a:cubicBezTo>
                  <a:cubicBezTo>
                    <a:pt x="1221" y="304"/>
                    <a:pt x="1063" y="246"/>
                    <a:pt x="1012" y="189"/>
                  </a:cubicBezTo>
                  <a:cubicBezTo>
                    <a:pt x="939" y="108"/>
                    <a:pt x="955" y="2"/>
                    <a:pt x="871" y="0"/>
                  </a:cubicBezTo>
                  <a:cubicBezTo>
                    <a:pt x="788" y="2"/>
                    <a:pt x="788" y="108"/>
                    <a:pt x="715" y="189"/>
                  </a:cubicBezTo>
                  <a:cubicBezTo>
                    <a:pt x="666" y="244"/>
                    <a:pt x="518" y="300"/>
                    <a:pt x="426" y="331"/>
                  </a:cubicBezTo>
                  <a:cubicBezTo>
                    <a:pt x="426" y="344"/>
                    <a:pt x="426" y="359"/>
                    <a:pt x="427" y="374"/>
                  </a:cubicBezTo>
                  <a:cubicBezTo>
                    <a:pt x="433" y="468"/>
                    <a:pt x="356" y="533"/>
                    <a:pt x="369" y="711"/>
                  </a:cubicBezTo>
                  <a:cubicBezTo>
                    <a:pt x="371" y="739"/>
                    <a:pt x="342" y="734"/>
                    <a:pt x="336" y="797"/>
                  </a:cubicBezTo>
                  <a:cubicBezTo>
                    <a:pt x="332" y="843"/>
                    <a:pt x="282" y="822"/>
                    <a:pt x="196" y="1101"/>
                  </a:cubicBezTo>
                  <a:cubicBezTo>
                    <a:pt x="181" y="1150"/>
                    <a:pt x="159" y="1144"/>
                    <a:pt x="164" y="1188"/>
                  </a:cubicBezTo>
                  <a:cubicBezTo>
                    <a:pt x="167" y="1212"/>
                    <a:pt x="118" y="1215"/>
                    <a:pt x="88" y="1277"/>
                  </a:cubicBezTo>
                  <a:cubicBezTo>
                    <a:pt x="77" y="1300"/>
                    <a:pt x="44" y="1319"/>
                    <a:pt x="34" y="1329"/>
                  </a:cubicBezTo>
                  <a:cubicBezTo>
                    <a:pt x="24" y="1339"/>
                    <a:pt x="0" y="1350"/>
                    <a:pt x="0" y="1350"/>
                  </a:cubicBezTo>
                  <a:cubicBezTo>
                    <a:pt x="0" y="1350"/>
                    <a:pt x="10" y="1395"/>
                    <a:pt x="56" y="1369"/>
                  </a:cubicBezTo>
                  <a:cubicBezTo>
                    <a:pt x="102" y="1343"/>
                    <a:pt x="104" y="1326"/>
                    <a:pt x="114" y="1336"/>
                  </a:cubicBezTo>
                  <a:cubicBezTo>
                    <a:pt x="124" y="1346"/>
                    <a:pt x="120" y="1392"/>
                    <a:pt x="118" y="1399"/>
                  </a:cubicBezTo>
                  <a:cubicBezTo>
                    <a:pt x="116" y="1406"/>
                    <a:pt x="75" y="1545"/>
                    <a:pt x="100" y="1554"/>
                  </a:cubicBezTo>
                  <a:cubicBezTo>
                    <a:pt x="125" y="1563"/>
                    <a:pt x="145" y="1422"/>
                    <a:pt x="159" y="1424"/>
                  </a:cubicBezTo>
                  <a:cubicBezTo>
                    <a:pt x="173" y="1426"/>
                    <a:pt x="131" y="1574"/>
                    <a:pt x="160" y="1581"/>
                  </a:cubicBezTo>
                  <a:cubicBezTo>
                    <a:pt x="189" y="1588"/>
                    <a:pt x="194" y="1419"/>
                    <a:pt x="211" y="1416"/>
                  </a:cubicBezTo>
                  <a:cubicBezTo>
                    <a:pt x="228" y="1413"/>
                    <a:pt x="201" y="1559"/>
                    <a:pt x="230" y="1562"/>
                  </a:cubicBezTo>
                  <a:cubicBezTo>
                    <a:pt x="259" y="1565"/>
                    <a:pt x="244" y="1403"/>
                    <a:pt x="259" y="1398"/>
                  </a:cubicBezTo>
                  <a:cubicBezTo>
                    <a:pt x="274" y="1393"/>
                    <a:pt x="310" y="1511"/>
                    <a:pt x="335" y="1500"/>
                  </a:cubicBezTo>
                  <a:cubicBezTo>
                    <a:pt x="360" y="1489"/>
                    <a:pt x="294" y="1385"/>
                    <a:pt x="298" y="1368"/>
                  </a:cubicBezTo>
                  <a:cubicBezTo>
                    <a:pt x="302" y="1351"/>
                    <a:pt x="294" y="1251"/>
                    <a:pt x="290" y="1236"/>
                  </a:cubicBezTo>
                  <a:cubicBezTo>
                    <a:pt x="286" y="1221"/>
                    <a:pt x="299" y="1219"/>
                    <a:pt x="304" y="1191"/>
                  </a:cubicBezTo>
                  <a:cubicBezTo>
                    <a:pt x="309" y="1163"/>
                    <a:pt x="467" y="995"/>
                    <a:pt x="497" y="885"/>
                  </a:cubicBezTo>
                  <a:cubicBezTo>
                    <a:pt x="520" y="802"/>
                    <a:pt x="533" y="845"/>
                    <a:pt x="539" y="788"/>
                  </a:cubicBezTo>
                  <a:cubicBezTo>
                    <a:pt x="545" y="731"/>
                    <a:pt x="576" y="685"/>
                    <a:pt x="579" y="655"/>
                  </a:cubicBezTo>
                  <a:cubicBezTo>
                    <a:pt x="579" y="655"/>
                    <a:pt x="580" y="658"/>
                    <a:pt x="581" y="663"/>
                  </a:cubicBezTo>
                  <a:cubicBezTo>
                    <a:pt x="599" y="544"/>
                    <a:pt x="640" y="334"/>
                    <a:pt x="708" y="289"/>
                  </a:cubicBezTo>
                  <a:cubicBezTo>
                    <a:pt x="804" y="226"/>
                    <a:pt x="800" y="307"/>
                    <a:pt x="866" y="307"/>
                  </a:cubicBezTo>
                  <a:cubicBezTo>
                    <a:pt x="897" y="307"/>
                    <a:pt x="897" y="307"/>
                    <a:pt x="897" y="307"/>
                  </a:cubicBezTo>
                  <a:cubicBezTo>
                    <a:pt x="963" y="307"/>
                    <a:pt x="943" y="226"/>
                    <a:pt x="1039" y="289"/>
                  </a:cubicBezTo>
                  <a:cubicBezTo>
                    <a:pt x="1113" y="338"/>
                    <a:pt x="1155" y="584"/>
                    <a:pt x="1171" y="693"/>
                  </a:cubicBezTo>
                  <a:cubicBezTo>
                    <a:pt x="1171" y="690"/>
                    <a:pt x="1171" y="686"/>
                    <a:pt x="1171" y="683"/>
                  </a:cubicBezTo>
                  <a:cubicBezTo>
                    <a:pt x="1171" y="683"/>
                    <a:pt x="1188" y="708"/>
                    <a:pt x="1187" y="736"/>
                  </a:cubicBezTo>
                  <a:cubicBezTo>
                    <a:pt x="1185" y="763"/>
                    <a:pt x="1192" y="785"/>
                    <a:pt x="1209" y="806"/>
                  </a:cubicBezTo>
                  <a:cubicBezTo>
                    <a:pt x="1226" y="827"/>
                    <a:pt x="1271" y="943"/>
                    <a:pt x="1333" y="1009"/>
                  </a:cubicBezTo>
                  <a:cubicBezTo>
                    <a:pt x="1395" y="1074"/>
                    <a:pt x="1461" y="1179"/>
                    <a:pt x="1460" y="1206"/>
                  </a:cubicBezTo>
                  <a:cubicBezTo>
                    <a:pt x="1458" y="1233"/>
                    <a:pt x="1471" y="1269"/>
                    <a:pt x="1489" y="1327"/>
                  </a:cubicBezTo>
                  <a:cubicBezTo>
                    <a:pt x="1508" y="1386"/>
                    <a:pt x="1450" y="1468"/>
                    <a:pt x="1483" y="1491"/>
                  </a:cubicBezTo>
                  <a:cubicBezTo>
                    <a:pt x="1517" y="1515"/>
                    <a:pt x="1518" y="1367"/>
                    <a:pt x="1545" y="1376"/>
                  </a:cubicBezTo>
                  <a:cubicBezTo>
                    <a:pt x="1573" y="1385"/>
                    <a:pt x="1535" y="1530"/>
                    <a:pt x="1575" y="1536"/>
                  </a:cubicBezTo>
                  <a:cubicBezTo>
                    <a:pt x="1615" y="1542"/>
                    <a:pt x="1578" y="1386"/>
                    <a:pt x="1597" y="1382"/>
                  </a:cubicBezTo>
                  <a:cubicBezTo>
                    <a:pt x="1617" y="1378"/>
                    <a:pt x="1625" y="1547"/>
                    <a:pt x="1657" y="1542"/>
                  </a:cubicBezTo>
                  <a:cubicBezTo>
                    <a:pt x="1689" y="1537"/>
                    <a:pt x="1638" y="1381"/>
                    <a:pt x="1656" y="1375"/>
                  </a:cubicBezTo>
                  <a:cubicBezTo>
                    <a:pt x="1673" y="1368"/>
                    <a:pt x="1703" y="1506"/>
                    <a:pt x="1735" y="1496"/>
                  </a:cubicBezTo>
                  <a:cubicBezTo>
                    <a:pt x="1767" y="1486"/>
                    <a:pt x="1688" y="1334"/>
                    <a:pt x="1688" y="1319"/>
                  </a:cubicBezTo>
                  <a:cubicBezTo>
                    <a:pt x="1688" y="1304"/>
                    <a:pt x="1688" y="1269"/>
                    <a:pt x="1688" y="1269"/>
                  </a:cubicBezTo>
                  <a:cubicBezTo>
                    <a:pt x="1688" y="1269"/>
                    <a:pt x="1728" y="1274"/>
                    <a:pt x="1744" y="1287"/>
                  </a:cubicBezTo>
                  <a:cubicBezTo>
                    <a:pt x="1760" y="1299"/>
                    <a:pt x="1812" y="1290"/>
                    <a:pt x="1811" y="1259"/>
                  </a:cubicBezTo>
                  <a:lnTo>
                    <a:pt x="1765" y="1243"/>
                  </a:lnTo>
                  <a:close/>
                </a:path>
              </a:pathLst>
            </a:custGeom>
            <a:solidFill>
              <a:srgbClr val="AFC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2" name="Freeform 7">
              <a:extLst>
                <a:ext uri="{FF2B5EF4-FFF2-40B4-BE49-F238E27FC236}">
                  <a16:creationId xmlns:a16="http://schemas.microsoft.com/office/drawing/2014/main" id="{D30389F1-DF9D-44C1-8045-130A15C1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721"/>
              <a:ext cx="1780" cy="3314"/>
            </a:xfrm>
            <a:custGeom>
              <a:avLst/>
              <a:gdLst>
                <a:gd name="T0" fmla="*/ 690 w 1812"/>
                <a:gd name="T1" fmla="*/ 237 h 3375"/>
                <a:gd name="T2" fmla="*/ 683 w 1812"/>
                <a:gd name="T3" fmla="*/ 286 h 3375"/>
                <a:gd name="T4" fmla="*/ 728 w 1812"/>
                <a:gd name="T5" fmla="*/ 416 h 3375"/>
                <a:gd name="T6" fmla="*/ 559 w 1812"/>
                <a:gd name="T7" fmla="*/ 527 h 3375"/>
                <a:gd name="T8" fmla="*/ 350 w 1812"/>
                <a:gd name="T9" fmla="*/ 1100 h 3375"/>
                <a:gd name="T10" fmla="*/ 187 w 1812"/>
                <a:gd name="T11" fmla="*/ 1469 h 3375"/>
                <a:gd name="T12" fmla="*/ 83 w 1812"/>
                <a:gd name="T13" fmla="*/ 1636 h 3375"/>
                <a:gd name="T14" fmla="*/ 0 w 1812"/>
                <a:gd name="T15" fmla="*/ 1705 h 3375"/>
                <a:gd name="T16" fmla="*/ 108 w 1812"/>
                <a:gd name="T17" fmla="*/ 1692 h 3375"/>
                <a:gd name="T18" fmla="*/ 94 w 1812"/>
                <a:gd name="T19" fmla="*/ 1898 h 3375"/>
                <a:gd name="T20" fmla="*/ 151 w 1812"/>
                <a:gd name="T21" fmla="*/ 1924 h 3375"/>
                <a:gd name="T22" fmla="*/ 218 w 1812"/>
                <a:gd name="T23" fmla="*/ 1906 h 3375"/>
                <a:gd name="T24" fmla="*/ 317 w 1812"/>
                <a:gd name="T25" fmla="*/ 1847 h 3375"/>
                <a:gd name="T26" fmla="*/ 275 w 1812"/>
                <a:gd name="T27" fmla="*/ 1598 h 3375"/>
                <a:gd name="T28" fmla="*/ 471 w 1812"/>
                <a:gd name="T29" fmla="*/ 1265 h 3375"/>
                <a:gd name="T30" fmla="*/ 549 w 1812"/>
                <a:gd name="T31" fmla="*/ 1047 h 3375"/>
                <a:gd name="T32" fmla="*/ 544 w 1812"/>
                <a:gd name="T33" fmla="*/ 1798 h 3375"/>
                <a:gd name="T34" fmla="*/ 602 w 1812"/>
                <a:gd name="T35" fmla="*/ 2407 h 3375"/>
                <a:gd name="T36" fmla="*/ 708 w 1812"/>
                <a:gd name="T37" fmla="*/ 3042 h 3375"/>
                <a:gd name="T38" fmla="*/ 681 w 1812"/>
                <a:gd name="T39" fmla="*/ 3053 h 3375"/>
                <a:gd name="T40" fmla="*/ 672 w 1812"/>
                <a:gd name="T41" fmla="*/ 3092 h 3375"/>
                <a:gd name="T42" fmla="*/ 721 w 1812"/>
                <a:gd name="T43" fmla="*/ 3150 h 3375"/>
                <a:gd name="T44" fmla="*/ 846 w 1812"/>
                <a:gd name="T45" fmla="*/ 3171 h 3375"/>
                <a:gd name="T46" fmla="*/ 968 w 1812"/>
                <a:gd name="T47" fmla="*/ 3153 h 3375"/>
                <a:gd name="T48" fmla="*/ 1036 w 1812"/>
                <a:gd name="T49" fmla="*/ 3084 h 3375"/>
                <a:gd name="T50" fmla="*/ 1015 w 1812"/>
                <a:gd name="T51" fmla="*/ 3063 h 3375"/>
                <a:gd name="T52" fmla="*/ 987 w 1812"/>
                <a:gd name="T53" fmla="*/ 3053 h 3375"/>
                <a:gd name="T54" fmla="*/ 978 w 1812"/>
                <a:gd name="T55" fmla="*/ 3013 h 3375"/>
                <a:gd name="T56" fmla="*/ 1090 w 1812"/>
                <a:gd name="T57" fmla="*/ 2457 h 3375"/>
                <a:gd name="T58" fmla="*/ 1154 w 1812"/>
                <a:gd name="T59" fmla="*/ 1440 h 3375"/>
                <a:gd name="T60" fmla="*/ 1125 w 1812"/>
                <a:gd name="T61" fmla="*/ 1124 h 3375"/>
                <a:gd name="T62" fmla="*/ 1263 w 1812"/>
                <a:gd name="T63" fmla="*/ 1383 h 3375"/>
                <a:gd name="T64" fmla="*/ 1412 w 1812"/>
                <a:gd name="T65" fmla="*/ 1683 h 3375"/>
                <a:gd name="T66" fmla="*/ 1465 w 1812"/>
                <a:gd name="T67" fmla="*/ 1730 h 3375"/>
                <a:gd name="T68" fmla="*/ 1514 w 1812"/>
                <a:gd name="T69" fmla="*/ 1735 h 3375"/>
                <a:gd name="T70" fmla="*/ 1570 w 1812"/>
                <a:gd name="T71" fmla="*/ 1729 h 3375"/>
                <a:gd name="T72" fmla="*/ 1600 w 1812"/>
                <a:gd name="T73" fmla="*/ 1676 h 3375"/>
                <a:gd name="T74" fmla="*/ 1653 w 1812"/>
                <a:gd name="T75" fmla="*/ 1646 h 3375"/>
                <a:gd name="T76" fmla="*/ 1673 w 1812"/>
                <a:gd name="T77" fmla="*/ 1603 h 3375"/>
                <a:gd name="T78" fmla="*/ 1538 w 1812"/>
                <a:gd name="T79" fmla="*/ 1525 h 3375"/>
                <a:gd name="T80" fmla="*/ 1400 w 1812"/>
                <a:gd name="T81" fmla="*/ 1252 h 3375"/>
                <a:gd name="T82" fmla="*/ 1243 w 1812"/>
                <a:gd name="T83" fmla="*/ 795 h 3375"/>
                <a:gd name="T84" fmla="*/ 1078 w 1812"/>
                <a:gd name="T85" fmla="*/ 518 h 3375"/>
                <a:gd name="T86" fmla="*/ 930 w 1812"/>
                <a:gd name="T87" fmla="*/ 408 h 3375"/>
                <a:gd name="T88" fmla="*/ 982 w 1812"/>
                <a:gd name="T89" fmla="*/ 309 h 3375"/>
                <a:gd name="T90" fmla="*/ 981 w 1812"/>
                <a:gd name="T91" fmla="*/ 238 h 337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12" h="3375">
                  <a:moveTo>
                    <a:pt x="871" y="0"/>
                  </a:moveTo>
                  <a:cubicBezTo>
                    <a:pt x="789" y="0"/>
                    <a:pt x="677" y="102"/>
                    <a:pt x="728" y="250"/>
                  </a:cubicBezTo>
                  <a:cubicBezTo>
                    <a:pt x="728" y="250"/>
                    <a:pt x="718" y="245"/>
                    <a:pt x="710" y="255"/>
                  </a:cubicBezTo>
                  <a:cubicBezTo>
                    <a:pt x="701" y="264"/>
                    <a:pt x="714" y="288"/>
                    <a:pt x="720" y="301"/>
                  </a:cubicBezTo>
                  <a:cubicBezTo>
                    <a:pt x="726" y="315"/>
                    <a:pt x="738" y="370"/>
                    <a:pt x="768" y="360"/>
                  </a:cubicBezTo>
                  <a:cubicBezTo>
                    <a:pt x="768" y="440"/>
                    <a:pt x="768" y="440"/>
                    <a:pt x="768" y="440"/>
                  </a:cubicBezTo>
                  <a:cubicBezTo>
                    <a:pt x="768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cubicBezTo>
                    <a:pt x="1765" y="1694"/>
                    <a:pt x="1765" y="1694"/>
                    <a:pt x="1765" y="1694"/>
                  </a:cubicBez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1003" y="486"/>
                    <a:pt x="981" y="452"/>
                  </a:cubicBezTo>
                  <a:cubicBezTo>
                    <a:pt x="981" y="432"/>
                    <a:pt x="981" y="432"/>
                    <a:pt x="981" y="432"/>
                  </a:cubicBezTo>
                  <a:cubicBezTo>
                    <a:pt x="981" y="432"/>
                    <a:pt x="1007" y="411"/>
                    <a:pt x="1008" y="363"/>
                  </a:cubicBezTo>
                  <a:cubicBezTo>
                    <a:pt x="1008" y="363"/>
                    <a:pt x="1034" y="364"/>
                    <a:pt x="1036" y="327"/>
                  </a:cubicBezTo>
                  <a:cubicBezTo>
                    <a:pt x="1038" y="290"/>
                    <a:pt x="1068" y="264"/>
                    <a:pt x="1058" y="250"/>
                  </a:cubicBezTo>
                  <a:cubicBezTo>
                    <a:pt x="1048" y="235"/>
                    <a:pt x="1035" y="251"/>
                    <a:pt x="1035" y="251"/>
                  </a:cubicBezTo>
                  <a:cubicBezTo>
                    <a:pt x="1035" y="251"/>
                    <a:pt x="1087" y="0"/>
                    <a:pt x="871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3" name="Freeform 8">
              <a:extLst>
                <a:ext uri="{FF2B5EF4-FFF2-40B4-BE49-F238E27FC236}">
                  <a16:creationId xmlns:a16="http://schemas.microsoft.com/office/drawing/2014/main" id="{B8D68BAC-695A-44D7-9C70-4B0F85EDF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964"/>
              <a:ext cx="53" cy="183"/>
            </a:xfrm>
            <a:custGeom>
              <a:avLst/>
              <a:gdLst>
                <a:gd name="T0" fmla="*/ 0 w 54"/>
                <a:gd name="T1" fmla="*/ 175 h 187"/>
                <a:gd name="T2" fmla="*/ 0 w 54"/>
                <a:gd name="T3" fmla="*/ 105 h 187"/>
                <a:gd name="T4" fmla="*/ 6 w 54"/>
                <a:gd name="T5" fmla="*/ 87 h 187"/>
                <a:gd name="T6" fmla="*/ 51 w 54"/>
                <a:gd name="T7" fmla="*/ 0 h 1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87">
                  <a:moveTo>
                    <a:pt x="0" y="187"/>
                  </a:move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6" y="100"/>
                    <a:pt x="6" y="93"/>
                  </a:cubicBezTo>
                  <a:cubicBezTo>
                    <a:pt x="6" y="86"/>
                    <a:pt x="45" y="43"/>
                    <a:pt x="5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4" name="Freeform 9">
              <a:extLst>
                <a:ext uri="{FF2B5EF4-FFF2-40B4-BE49-F238E27FC236}">
                  <a16:creationId xmlns:a16="http://schemas.microsoft.com/office/drawing/2014/main" id="{AE3980B8-35B3-4C7A-9174-FE162BBDE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985"/>
              <a:ext cx="87" cy="82"/>
            </a:xfrm>
            <a:custGeom>
              <a:avLst/>
              <a:gdLst>
                <a:gd name="T0" fmla="*/ 0 w 89"/>
                <a:gd name="T1" fmla="*/ 0 h 83"/>
                <a:gd name="T2" fmla="*/ 83 w 89"/>
                <a:gd name="T3" fmla="*/ 80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83">
                  <a:moveTo>
                    <a:pt x="0" y="0"/>
                  </a:moveTo>
                  <a:cubicBezTo>
                    <a:pt x="0" y="0"/>
                    <a:pt x="15" y="83"/>
                    <a:pt x="89" y="8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5" name="Freeform 10">
              <a:extLst>
                <a:ext uri="{FF2B5EF4-FFF2-40B4-BE49-F238E27FC236}">
                  <a16:creationId xmlns:a16="http://schemas.microsoft.com/office/drawing/2014/main" id="{AEC5791B-0134-4AAA-A2DF-633AF2DAA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999"/>
              <a:ext cx="31" cy="55"/>
            </a:xfrm>
            <a:custGeom>
              <a:avLst/>
              <a:gdLst>
                <a:gd name="T0" fmla="*/ 0 w 31"/>
                <a:gd name="T1" fmla="*/ 0 h 56"/>
                <a:gd name="T2" fmla="*/ 31 w 31"/>
                <a:gd name="T3" fmla="*/ 53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6">
                  <a:moveTo>
                    <a:pt x="0" y="0"/>
                  </a:moveTo>
                  <a:cubicBezTo>
                    <a:pt x="0" y="0"/>
                    <a:pt x="8" y="41"/>
                    <a:pt x="31" y="5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6" name="Freeform 11">
              <a:extLst>
                <a:ext uri="{FF2B5EF4-FFF2-40B4-BE49-F238E27FC236}">
                  <a16:creationId xmlns:a16="http://schemas.microsoft.com/office/drawing/2014/main" id="{9FB9D444-7F3E-4E71-A1D0-3DE0C08B9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000"/>
              <a:ext cx="28" cy="56"/>
            </a:xfrm>
            <a:custGeom>
              <a:avLst/>
              <a:gdLst>
                <a:gd name="T0" fmla="*/ 28 w 28"/>
                <a:gd name="T1" fmla="*/ 0 h 57"/>
                <a:gd name="T2" fmla="*/ 0 w 28"/>
                <a:gd name="T3" fmla="*/ 54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7">
                  <a:moveTo>
                    <a:pt x="28" y="0"/>
                  </a:moveTo>
                  <a:cubicBezTo>
                    <a:pt x="28" y="0"/>
                    <a:pt x="26" y="29"/>
                    <a:pt x="0" y="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7" name="Freeform 12">
              <a:extLst>
                <a:ext uri="{FF2B5EF4-FFF2-40B4-BE49-F238E27FC236}">
                  <a16:creationId xmlns:a16="http://schemas.microsoft.com/office/drawing/2014/main" id="{DA7C5527-F8A5-4109-A57D-4FF782781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065"/>
              <a:ext cx="11" cy="14"/>
            </a:xfrm>
            <a:custGeom>
              <a:avLst/>
              <a:gdLst>
                <a:gd name="T0" fmla="*/ 11 w 11"/>
                <a:gd name="T1" fmla="*/ 9 h 15"/>
                <a:gd name="T2" fmla="*/ 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11" y="12"/>
                  </a:moveTo>
                  <a:cubicBezTo>
                    <a:pt x="5" y="15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8" name="Freeform 13">
              <a:extLst>
                <a:ext uri="{FF2B5EF4-FFF2-40B4-BE49-F238E27FC236}">
                  <a16:creationId xmlns:a16="http://schemas.microsoft.com/office/drawing/2014/main" id="{0549F07B-6DD8-42E5-91F9-090A5CF71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452"/>
              <a:ext cx="140" cy="1387"/>
            </a:xfrm>
            <a:custGeom>
              <a:avLst/>
              <a:gdLst>
                <a:gd name="T0" fmla="*/ 48 w 142"/>
                <a:gd name="T1" fmla="*/ 0 h 1412"/>
                <a:gd name="T2" fmla="*/ 37 w 142"/>
                <a:gd name="T3" fmla="*/ 25 h 1412"/>
                <a:gd name="T4" fmla="*/ 54 w 142"/>
                <a:gd name="T5" fmla="*/ 172 h 1412"/>
                <a:gd name="T6" fmla="*/ 41 w 142"/>
                <a:gd name="T7" fmla="*/ 615 h 1412"/>
                <a:gd name="T8" fmla="*/ 35 w 142"/>
                <a:gd name="T9" fmla="*/ 801 h 1412"/>
                <a:gd name="T10" fmla="*/ 50 w 142"/>
                <a:gd name="T11" fmla="*/ 1016 h 1412"/>
                <a:gd name="T12" fmla="*/ 59 w 142"/>
                <a:gd name="T13" fmla="*/ 1338 h 1412"/>
                <a:gd name="T14" fmla="*/ 73 w 142"/>
                <a:gd name="T15" fmla="*/ 1024 h 1412"/>
                <a:gd name="T16" fmla="*/ 94 w 142"/>
                <a:gd name="T17" fmla="*/ 820 h 1412"/>
                <a:gd name="T18" fmla="*/ 58 w 142"/>
                <a:gd name="T19" fmla="*/ 615 h 1412"/>
                <a:gd name="T20" fmla="*/ 67 w 142"/>
                <a:gd name="T21" fmla="*/ 256 h 1412"/>
                <a:gd name="T22" fmla="*/ 71 w 142"/>
                <a:gd name="T23" fmla="*/ 30 h 1412"/>
                <a:gd name="T24" fmla="*/ 48 w 142"/>
                <a:gd name="T25" fmla="*/ 0 h 14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2" h="1412">
                  <a:moveTo>
                    <a:pt x="51" y="0"/>
                  </a:moveTo>
                  <a:cubicBezTo>
                    <a:pt x="51" y="0"/>
                    <a:pt x="49" y="15"/>
                    <a:pt x="40" y="25"/>
                  </a:cubicBezTo>
                  <a:cubicBezTo>
                    <a:pt x="40" y="25"/>
                    <a:pt x="54" y="64"/>
                    <a:pt x="57" y="181"/>
                  </a:cubicBezTo>
                  <a:cubicBezTo>
                    <a:pt x="60" y="299"/>
                    <a:pt x="28" y="564"/>
                    <a:pt x="44" y="648"/>
                  </a:cubicBezTo>
                  <a:cubicBezTo>
                    <a:pt x="60" y="732"/>
                    <a:pt x="24" y="791"/>
                    <a:pt x="37" y="845"/>
                  </a:cubicBezTo>
                  <a:cubicBezTo>
                    <a:pt x="50" y="900"/>
                    <a:pt x="80" y="993"/>
                    <a:pt x="53" y="1072"/>
                  </a:cubicBezTo>
                  <a:cubicBezTo>
                    <a:pt x="26" y="1151"/>
                    <a:pt x="0" y="1315"/>
                    <a:pt x="62" y="1412"/>
                  </a:cubicBezTo>
                  <a:cubicBezTo>
                    <a:pt x="62" y="1412"/>
                    <a:pt x="142" y="1323"/>
                    <a:pt x="76" y="1080"/>
                  </a:cubicBezTo>
                  <a:cubicBezTo>
                    <a:pt x="62" y="1029"/>
                    <a:pt x="66" y="932"/>
                    <a:pt x="97" y="865"/>
                  </a:cubicBezTo>
                  <a:cubicBezTo>
                    <a:pt x="128" y="799"/>
                    <a:pt x="58" y="743"/>
                    <a:pt x="61" y="648"/>
                  </a:cubicBezTo>
                  <a:cubicBezTo>
                    <a:pt x="64" y="553"/>
                    <a:pt x="77" y="345"/>
                    <a:pt x="70" y="271"/>
                  </a:cubicBezTo>
                  <a:cubicBezTo>
                    <a:pt x="64" y="196"/>
                    <a:pt x="54" y="44"/>
                    <a:pt x="74" y="33"/>
                  </a:cubicBezTo>
                  <a:cubicBezTo>
                    <a:pt x="74" y="33"/>
                    <a:pt x="51" y="12"/>
                    <a:pt x="51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9" name="Freeform 14">
              <a:extLst>
                <a:ext uri="{FF2B5EF4-FFF2-40B4-BE49-F238E27FC236}">
                  <a16:creationId xmlns:a16="http://schemas.microsoft.com/office/drawing/2014/main" id="{3EEE2686-19C6-42AC-8627-C57E39B3E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3869"/>
              <a:ext cx="23" cy="87"/>
            </a:xfrm>
            <a:custGeom>
              <a:avLst/>
              <a:gdLst>
                <a:gd name="T0" fmla="*/ 9 w 23"/>
                <a:gd name="T1" fmla="*/ 0 h 89"/>
                <a:gd name="T2" fmla="*/ 7 w 23"/>
                <a:gd name="T3" fmla="*/ 83 h 89"/>
                <a:gd name="T4" fmla="*/ 9 w 23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9">
                  <a:moveTo>
                    <a:pt x="9" y="0"/>
                  </a:moveTo>
                  <a:cubicBezTo>
                    <a:pt x="9" y="0"/>
                    <a:pt x="0" y="52"/>
                    <a:pt x="7" y="89"/>
                  </a:cubicBezTo>
                  <a:cubicBezTo>
                    <a:pt x="7" y="89"/>
                    <a:pt x="23" y="37"/>
                    <a:pt x="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0" name="Freeform 15">
              <a:extLst>
                <a:ext uri="{FF2B5EF4-FFF2-40B4-BE49-F238E27FC236}">
                  <a16:creationId xmlns:a16="http://schemas.microsoft.com/office/drawing/2014/main" id="{B5B1502A-0099-46C5-84CF-CE488D7F7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3839"/>
              <a:ext cx="5" cy="34"/>
            </a:xfrm>
            <a:custGeom>
              <a:avLst/>
              <a:gdLst>
                <a:gd name="T0" fmla="*/ 0 w 5"/>
                <a:gd name="T1" fmla="*/ 0 h 35"/>
                <a:gd name="T2" fmla="*/ 2 w 5"/>
                <a:gd name="T3" fmla="*/ 3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0" y="0"/>
                  </a:moveTo>
                  <a:cubicBezTo>
                    <a:pt x="5" y="8"/>
                    <a:pt x="2" y="24"/>
                    <a:pt x="2" y="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1" name="Freeform 16">
              <a:extLst>
                <a:ext uri="{FF2B5EF4-FFF2-40B4-BE49-F238E27FC236}">
                  <a16:creationId xmlns:a16="http://schemas.microsoft.com/office/drawing/2014/main" id="{6A58A515-F0B3-454E-B4F2-8266A2487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3953"/>
              <a:ext cx="5" cy="60"/>
            </a:xfrm>
            <a:custGeom>
              <a:avLst/>
              <a:gdLst>
                <a:gd name="T0" fmla="*/ 0 w 5"/>
                <a:gd name="T1" fmla="*/ 0 h 62"/>
                <a:gd name="T2" fmla="*/ 3 w 5"/>
                <a:gd name="T3" fmla="*/ 29 h 62"/>
                <a:gd name="T4" fmla="*/ 3 w 5"/>
                <a:gd name="T5" fmla="*/ 56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2">
                  <a:moveTo>
                    <a:pt x="0" y="0"/>
                  </a:moveTo>
                  <a:cubicBezTo>
                    <a:pt x="2" y="10"/>
                    <a:pt x="2" y="22"/>
                    <a:pt x="3" y="32"/>
                  </a:cubicBezTo>
                  <a:cubicBezTo>
                    <a:pt x="4" y="43"/>
                    <a:pt x="5" y="52"/>
                    <a:pt x="3" y="6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2" name="Freeform 17">
              <a:extLst>
                <a:ext uri="{FF2B5EF4-FFF2-40B4-BE49-F238E27FC236}">
                  <a16:creationId xmlns:a16="http://schemas.microsoft.com/office/drawing/2014/main" id="{65D948E6-427B-47B1-B0ED-814BD4B3D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871"/>
              <a:ext cx="20" cy="62"/>
            </a:xfrm>
            <a:custGeom>
              <a:avLst/>
              <a:gdLst>
                <a:gd name="T0" fmla="*/ 0 w 21"/>
                <a:gd name="T1" fmla="*/ 0 h 63"/>
                <a:gd name="T2" fmla="*/ 9 w 21"/>
                <a:gd name="T3" fmla="*/ 27 h 63"/>
                <a:gd name="T4" fmla="*/ 17 w 21"/>
                <a:gd name="T5" fmla="*/ 6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3">
                  <a:moveTo>
                    <a:pt x="0" y="0"/>
                  </a:moveTo>
                  <a:cubicBezTo>
                    <a:pt x="1" y="8"/>
                    <a:pt x="5" y="20"/>
                    <a:pt x="9" y="27"/>
                  </a:cubicBezTo>
                  <a:cubicBezTo>
                    <a:pt x="17" y="38"/>
                    <a:pt x="21" y="48"/>
                    <a:pt x="20" y="6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3" name="Freeform 18">
              <a:extLst>
                <a:ext uri="{FF2B5EF4-FFF2-40B4-BE49-F238E27FC236}">
                  <a16:creationId xmlns:a16="http://schemas.microsoft.com/office/drawing/2014/main" id="{4BA94582-2A0B-4978-99E8-9522EC3AB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3888"/>
              <a:ext cx="29" cy="20"/>
            </a:xfrm>
            <a:custGeom>
              <a:avLst/>
              <a:gdLst>
                <a:gd name="T0" fmla="*/ 29 w 29"/>
                <a:gd name="T1" fmla="*/ 0 h 21"/>
                <a:gd name="T2" fmla="*/ 14 w 29"/>
                <a:gd name="T3" fmla="*/ 9 h 21"/>
                <a:gd name="T4" fmla="*/ 0 w 29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6" y="5"/>
                    <a:pt x="19" y="6"/>
                    <a:pt x="14" y="9"/>
                  </a:cubicBezTo>
                  <a:cubicBezTo>
                    <a:pt x="8" y="11"/>
                    <a:pt x="4" y="16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4" name="Freeform 19">
              <a:extLst>
                <a:ext uri="{FF2B5EF4-FFF2-40B4-BE49-F238E27FC236}">
                  <a16:creationId xmlns:a16="http://schemas.microsoft.com/office/drawing/2014/main" id="{A7AB4F2E-EC0C-4D5B-A162-405EB567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883"/>
              <a:ext cx="44" cy="29"/>
            </a:xfrm>
            <a:custGeom>
              <a:avLst/>
              <a:gdLst>
                <a:gd name="T0" fmla="*/ 2 w 45"/>
                <a:gd name="T1" fmla="*/ 2 h 30"/>
                <a:gd name="T2" fmla="*/ 1 w 45"/>
                <a:gd name="T3" fmla="*/ 0 h 30"/>
                <a:gd name="T4" fmla="*/ 42 w 45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2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6" y="6"/>
                    <a:pt x="33" y="18"/>
                    <a:pt x="45" y="3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5" name="Freeform 20">
              <a:extLst>
                <a:ext uri="{FF2B5EF4-FFF2-40B4-BE49-F238E27FC236}">
                  <a16:creationId xmlns:a16="http://schemas.microsoft.com/office/drawing/2014/main" id="{59ED780E-33F4-4512-8817-EA817E730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867"/>
              <a:ext cx="18" cy="70"/>
            </a:xfrm>
            <a:custGeom>
              <a:avLst/>
              <a:gdLst>
                <a:gd name="T0" fmla="*/ 18 w 18"/>
                <a:gd name="T1" fmla="*/ 0 h 71"/>
                <a:gd name="T2" fmla="*/ 14 w 18"/>
                <a:gd name="T3" fmla="*/ 34 h 71"/>
                <a:gd name="T4" fmla="*/ 0 w 18"/>
                <a:gd name="T5" fmla="*/ 68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1">
                  <a:moveTo>
                    <a:pt x="18" y="0"/>
                  </a:moveTo>
                  <a:cubicBezTo>
                    <a:pt x="12" y="9"/>
                    <a:pt x="15" y="23"/>
                    <a:pt x="14" y="34"/>
                  </a:cubicBezTo>
                  <a:cubicBezTo>
                    <a:pt x="12" y="47"/>
                    <a:pt x="3" y="58"/>
                    <a:pt x="0" y="7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6" name="Freeform 21">
              <a:extLst>
                <a:ext uri="{FF2B5EF4-FFF2-40B4-BE49-F238E27FC236}">
                  <a16:creationId xmlns:a16="http://schemas.microsoft.com/office/drawing/2014/main" id="{FBBA811B-D735-42E8-B12F-102641C14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3721"/>
              <a:ext cx="37" cy="237"/>
            </a:xfrm>
            <a:custGeom>
              <a:avLst/>
              <a:gdLst>
                <a:gd name="T0" fmla="*/ 28 w 38"/>
                <a:gd name="T1" fmla="*/ 0 h 242"/>
                <a:gd name="T2" fmla="*/ 19 w 38"/>
                <a:gd name="T3" fmla="*/ 164 h 242"/>
                <a:gd name="T4" fmla="*/ 0 w 38"/>
                <a:gd name="T5" fmla="*/ 227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2">
                  <a:moveTo>
                    <a:pt x="31" y="0"/>
                  </a:moveTo>
                  <a:cubicBezTo>
                    <a:pt x="31" y="0"/>
                    <a:pt x="38" y="112"/>
                    <a:pt x="21" y="175"/>
                  </a:cubicBezTo>
                  <a:cubicBezTo>
                    <a:pt x="5" y="239"/>
                    <a:pt x="0" y="242"/>
                    <a:pt x="0" y="24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7" name="Freeform 22">
              <a:extLst>
                <a:ext uri="{FF2B5EF4-FFF2-40B4-BE49-F238E27FC236}">
                  <a16:creationId xmlns:a16="http://schemas.microsoft.com/office/drawing/2014/main" id="{48D4EC61-1F61-46F4-BD39-6B052ED75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3777"/>
              <a:ext cx="44" cy="152"/>
            </a:xfrm>
            <a:custGeom>
              <a:avLst/>
              <a:gdLst>
                <a:gd name="T0" fmla="*/ 42 w 45"/>
                <a:gd name="T1" fmla="*/ 0 h 155"/>
                <a:gd name="T2" fmla="*/ 10 w 45"/>
                <a:gd name="T3" fmla="*/ 146 h 1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55">
                  <a:moveTo>
                    <a:pt x="45" y="0"/>
                  </a:moveTo>
                  <a:cubicBezTo>
                    <a:pt x="45" y="0"/>
                    <a:pt x="0" y="78"/>
                    <a:pt x="10" y="15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8" name="Freeform 23">
              <a:extLst>
                <a:ext uri="{FF2B5EF4-FFF2-40B4-BE49-F238E27FC236}">
                  <a16:creationId xmlns:a16="http://schemas.microsoft.com/office/drawing/2014/main" id="{8BB35A57-CEC5-4782-85EF-503D01FF6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806"/>
              <a:ext cx="23" cy="190"/>
            </a:xfrm>
            <a:custGeom>
              <a:avLst/>
              <a:gdLst>
                <a:gd name="T0" fmla="*/ 0 w 24"/>
                <a:gd name="T1" fmla="*/ 0 h 193"/>
                <a:gd name="T2" fmla="*/ 15 w 24"/>
                <a:gd name="T3" fmla="*/ 96 h 193"/>
                <a:gd name="T4" fmla="*/ 7 w 24"/>
                <a:gd name="T5" fmla="*/ 184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3">
                  <a:moveTo>
                    <a:pt x="0" y="0"/>
                  </a:moveTo>
                  <a:cubicBezTo>
                    <a:pt x="0" y="0"/>
                    <a:pt x="24" y="53"/>
                    <a:pt x="18" y="102"/>
                  </a:cubicBezTo>
                  <a:cubicBezTo>
                    <a:pt x="12" y="150"/>
                    <a:pt x="5" y="177"/>
                    <a:pt x="7" y="19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9" name="Freeform 24">
              <a:extLst>
                <a:ext uri="{FF2B5EF4-FFF2-40B4-BE49-F238E27FC236}">
                  <a16:creationId xmlns:a16="http://schemas.microsoft.com/office/drawing/2014/main" id="{0C3B037B-C245-4035-8204-5A9ADC008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703"/>
              <a:ext cx="28" cy="247"/>
            </a:xfrm>
            <a:custGeom>
              <a:avLst/>
              <a:gdLst>
                <a:gd name="T0" fmla="*/ 3 w 29"/>
                <a:gd name="T1" fmla="*/ 0 h 251"/>
                <a:gd name="T2" fmla="*/ 5 w 29"/>
                <a:gd name="T3" fmla="*/ 136 h 251"/>
                <a:gd name="T4" fmla="*/ 26 w 29"/>
                <a:gd name="T5" fmla="*/ 239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1">
                  <a:moveTo>
                    <a:pt x="3" y="0"/>
                  </a:moveTo>
                  <a:cubicBezTo>
                    <a:pt x="3" y="0"/>
                    <a:pt x="0" y="94"/>
                    <a:pt x="5" y="142"/>
                  </a:cubicBezTo>
                  <a:cubicBezTo>
                    <a:pt x="9" y="190"/>
                    <a:pt x="28" y="236"/>
                    <a:pt x="29" y="25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0" name="Freeform 25">
              <a:extLst>
                <a:ext uri="{FF2B5EF4-FFF2-40B4-BE49-F238E27FC236}">
                  <a16:creationId xmlns:a16="http://schemas.microsoft.com/office/drawing/2014/main" id="{DFE2C24F-BF21-43F7-8ADE-6117C6FB1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477"/>
              <a:ext cx="221" cy="53"/>
            </a:xfrm>
            <a:custGeom>
              <a:avLst/>
              <a:gdLst>
                <a:gd name="T0" fmla="*/ 0 w 225"/>
                <a:gd name="T1" fmla="*/ 27 h 54"/>
                <a:gd name="T2" fmla="*/ 213 w 225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5" h="54">
                  <a:moveTo>
                    <a:pt x="0" y="29"/>
                  </a:moveTo>
                  <a:cubicBezTo>
                    <a:pt x="0" y="29"/>
                    <a:pt x="168" y="54"/>
                    <a:pt x="22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1" name="Freeform 26">
              <a:extLst>
                <a:ext uri="{FF2B5EF4-FFF2-40B4-BE49-F238E27FC236}">
                  <a16:creationId xmlns:a16="http://schemas.microsoft.com/office/drawing/2014/main" id="{B245914E-4111-48ED-806C-B467F10D2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85"/>
              <a:ext cx="232" cy="51"/>
            </a:xfrm>
            <a:custGeom>
              <a:avLst/>
              <a:gdLst>
                <a:gd name="T0" fmla="*/ 0 w 236"/>
                <a:gd name="T1" fmla="*/ 0 h 52"/>
                <a:gd name="T2" fmla="*/ 224 w 236"/>
                <a:gd name="T3" fmla="*/ 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6" h="52">
                  <a:moveTo>
                    <a:pt x="0" y="0"/>
                  </a:moveTo>
                  <a:cubicBezTo>
                    <a:pt x="0" y="0"/>
                    <a:pt x="92" y="52"/>
                    <a:pt x="236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2" name="Freeform 27">
              <a:extLst>
                <a:ext uri="{FF2B5EF4-FFF2-40B4-BE49-F238E27FC236}">
                  <a16:creationId xmlns:a16="http://schemas.microsoft.com/office/drawing/2014/main" id="{EAD94C5B-3FA9-44EE-A559-65B0EBA83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505"/>
              <a:ext cx="38" cy="306"/>
            </a:xfrm>
            <a:custGeom>
              <a:avLst/>
              <a:gdLst>
                <a:gd name="T0" fmla="*/ 38 w 38"/>
                <a:gd name="T1" fmla="*/ 294 h 312"/>
                <a:gd name="T2" fmla="*/ 0 w 38"/>
                <a:gd name="T3" fmla="*/ 0 h 3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12">
                  <a:moveTo>
                    <a:pt x="38" y="312"/>
                  </a:moveTo>
                  <a:cubicBezTo>
                    <a:pt x="38" y="312"/>
                    <a:pt x="24" y="22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3" name="Freeform 28">
              <a:extLst>
                <a:ext uri="{FF2B5EF4-FFF2-40B4-BE49-F238E27FC236}">
                  <a16:creationId xmlns:a16="http://schemas.microsoft.com/office/drawing/2014/main" id="{A10F4D61-894D-4F3C-A1FB-6A9694DF7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506"/>
              <a:ext cx="21" cy="331"/>
            </a:xfrm>
            <a:custGeom>
              <a:avLst/>
              <a:gdLst>
                <a:gd name="T0" fmla="*/ 0 w 21"/>
                <a:gd name="T1" fmla="*/ 317 h 338"/>
                <a:gd name="T2" fmla="*/ 21 w 21"/>
                <a:gd name="T3" fmla="*/ 0 h 3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8">
                  <a:moveTo>
                    <a:pt x="0" y="338"/>
                  </a:moveTo>
                  <a:cubicBezTo>
                    <a:pt x="0" y="338"/>
                    <a:pt x="11" y="43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4" name="Freeform 29">
              <a:extLst>
                <a:ext uri="{FF2B5EF4-FFF2-40B4-BE49-F238E27FC236}">
                  <a16:creationId xmlns:a16="http://schemas.microsoft.com/office/drawing/2014/main" id="{32EDA8E3-1981-4D48-A4F8-B5CCAF28C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051"/>
              <a:ext cx="99" cy="167"/>
            </a:xfrm>
            <a:custGeom>
              <a:avLst/>
              <a:gdLst>
                <a:gd name="T0" fmla="*/ 95 w 101"/>
                <a:gd name="T1" fmla="*/ 160 h 170"/>
                <a:gd name="T2" fmla="*/ 49 w 101"/>
                <a:gd name="T3" fmla="*/ 100 h 170"/>
                <a:gd name="T4" fmla="*/ 0 w 101"/>
                <a:gd name="T5" fmla="*/ 7 h 170"/>
                <a:gd name="T6" fmla="*/ 1 w 101"/>
                <a:gd name="T7" fmla="*/ 0 h 170"/>
                <a:gd name="T8" fmla="*/ 52 w 101"/>
                <a:gd name="T9" fmla="*/ 96 h 170"/>
                <a:gd name="T10" fmla="*/ 95 w 101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70">
                  <a:moveTo>
                    <a:pt x="101" y="169"/>
                  </a:moveTo>
                  <a:cubicBezTo>
                    <a:pt x="101" y="169"/>
                    <a:pt x="82" y="170"/>
                    <a:pt x="52" y="106"/>
                  </a:cubicBezTo>
                  <a:cubicBezTo>
                    <a:pt x="21" y="42"/>
                    <a:pt x="0" y="7"/>
                    <a:pt x="0" y="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4" y="38"/>
                    <a:pt x="55" y="102"/>
                  </a:cubicBezTo>
                  <a:cubicBezTo>
                    <a:pt x="86" y="166"/>
                    <a:pt x="101" y="169"/>
                    <a:pt x="101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5" name="Freeform 30">
              <a:extLst>
                <a:ext uri="{FF2B5EF4-FFF2-40B4-BE49-F238E27FC236}">
                  <a16:creationId xmlns:a16="http://schemas.microsoft.com/office/drawing/2014/main" id="{C97035A3-1E10-4D7C-9DA6-21F12E2C7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021"/>
              <a:ext cx="173" cy="218"/>
            </a:xfrm>
            <a:custGeom>
              <a:avLst/>
              <a:gdLst>
                <a:gd name="T0" fmla="*/ 0 w 176"/>
                <a:gd name="T1" fmla="*/ 0 h 223"/>
                <a:gd name="T2" fmla="*/ 63 w 176"/>
                <a:gd name="T3" fmla="*/ 57 h 223"/>
                <a:gd name="T4" fmla="*/ 72 w 176"/>
                <a:gd name="T5" fmla="*/ 128 h 223"/>
                <a:gd name="T6" fmla="*/ 110 w 176"/>
                <a:gd name="T7" fmla="*/ 179 h 223"/>
                <a:gd name="T8" fmla="*/ 167 w 176"/>
                <a:gd name="T9" fmla="*/ 208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3">
                  <a:moveTo>
                    <a:pt x="0" y="0"/>
                  </a:moveTo>
                  <a:cubicBezTo>
                    <a:pt x="24" y="17"/>
                    <a:pt x="51" y="33"/>
                    <a:pt x="66" y="60"/>
                  </a:cubicBezTo>
                  <a:cubicBezTo>
                    <a:pt x="77" y="80"/>
                    <a:pt x="69" y="116"/>
                    <a:pt x="75" y="137"/>
                  </a:cubicBezTo>
                  <a:cubicBezTo>
                    <a:pt x="82" y="160"/>
                    <a:pt x="99" y="174"/>
                    <a:pt x="116" y="191"/>
                  </a:cubicBezTo>
                  <a:cubicBezTo>
                    <a:pt x="135" y="211"/>
                    <a:pt x="154" y="217"/>
                    <a:pt x="176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6" name="Freeform 31">
              <a:extLst>
                <a:ext uri="{FF2B5EF4-FFF2-40B4-BE49-F238E27FC236}">
                  <a16:creationId xmlns:a16="http://schemas.microsoft.com/office/drawing/2014/main" id="{C4E3FDB5-D99D-4E70-BF20-ADCC5B88F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951"/>
              <a:ext cx="93" cy="113"/>
            </a:xfrm>
            <a:custGeom>
              <a:avLst/>
              <a:gdLst>
                <a:gd name="T0" fmla="*/ 0 w 95"/>
                <a:gd name="T1" fmla="*/ 27 h 115"/>
                <a:gd name="T2" fmla="*/ 1 w 95"/>
                <a:gd name="T3" fmla="*/ 28 h 115"/>
                <a:gd name="T4" fmla="*/ 10 w 95"/>
                <a:gd name="T5" fmla="*/ 36 h 115"/>
                <a:gd name="T6" fmla="*/ 30 w 95"/>
                <a:gd name="T7" fmla="*/ 56 h 115"/>
                <a:gd name="T8" fmla="*/ 57 w 95"/>
                <a:gd name="T9" fmla="*/ 81 h 115"/>
                <a:gd name="T10" fmla="*/ 69 w 95"/>
                <a:gd name="T11" fmla="*/ 107 h 115"/>
                <a:gd name="T12" fmla="*/ 82 w 95"/>
                <a:gd name="T13" fmla="*/ 85 h 115"/>
                <a:gd name="T14" fmla="*/ 86 w 95"/>
                <a:gd name="T15" fmla="*/ 56 h 115"/>
                <a:gd name="T16" fmla="*/ 81 w 95"/>
                <a:gd name="T17" fmla="*/ 11 h 115"/>
                <a:gd name="T18" fmla="*/ 73 w 95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5">
                  <a:moveTo>
                    <a:pt x="0" y="27"/>
                  </a:moveTo>
                  <a:cubicBezTo>
                    <a:pt x="0" y="26"/>
                    <a:pt x="0" y="27"/>
                    <a:pt x="1" y="29"/>
                  </a:cubicBezTo>
                  <a:cubicBezTo>
                    <a:pt x="5" y="32"/>
                    <a:pt x="7" y="36"/>
                    <a:pt x="10" y="39"/>
                  </a:cubicBezTo>
                  <a:cubicBezTo>
                    <a:pt x="17" y="47"/>
                    <a:pt x="24" y="53"/>
                    <a:pt x="33" y="59"/>
                  </a:cubicBezTo>
                  <a:cubicBezTo>
                    <a:pt x="43" y="65"/>
                    <a:pt x="54" y="74"/>
                    <a:pt x="60" y="84"/>
                  </a:cubicBezTo>
                  <a:cubicBezTo>
                    <a:pt x="64" y="92"/>
                    <a:pt x="60" y="115"/>
                    <a:pt x="73" y="113"/>
                  </a:cubicBezTo>
                  <a:cubicBezTo>
                    <a:pt x="82" y="111"/>
                    <a:pt x="86" y="97"/>
                    <a:pt x="88" y="90"/>
                  </a:cubicBezTo>
                  <a:cubicBezTo>
                    <a:pt x="90" y="79"/>
                    <a:pt x="92" y="70"/>
                    <a:pt x="92" y="59"/>
                  </a:cubicBezTo>
                  <a:cubicBezTo>
                    <a:pt x="92" y="42"/>
                    <a:pt x="95" y="25"/>
                    <a:pt x="87" y="11"/>
                  </a:cubicBezTo>
                  <a:cubicBezTo>
                    <a:pt x="85" y="7"/>
                    <a:pt x="82" y="4"/>
                    <a:pt x="79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7" name="Freeform 32">
              <a:extLst>
                <a:ext uri="{FF2B5EF4-FFF2-40B4-BE49-F238E27FC236}">
                  <a16:creationId xmlns:a16="http://schemas.microsoft.com/office/drawing/2014/main" id="{7A4C26BC-33D8-4B8A-9DED-3CC77CA3F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966"/>
              <a:ext cx="28" cy="54"/>
            </a:xfrm>
            <a:custGeom>
              <a:avLst/>
              <a:gdLst>
                <a:gd name="T0" fmla="*/ 0 w 29"/>
                <a:gd name="T1" fmla="*/ 39 h 55"/>
                <a:gd name="T2" fmla="*/ 25 w 29"/>
                <a:gd name="T3" fmla="*/ 25 h 55"/>
                <a:gd name="T4" fmla="*/ 14 w 29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5">
                  <a:moveTo>
                    <a:pt x="0" y="42"/>
                  </a:moveTo>
                  <a:cubicBezTo>
                    <a:pt x="12" y="55"/>
                    <a:pt x="28" y="38"/>
                    <a:pt x="28" y="25"/>
                  </a:cubicBezTo>
                  <a:cubicBezTo>
                    <a:pt x="29" y="15"/>
                    <a:pt x="24" y="6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8" name="Freeform 33">
              <a:extLst>
                <a:ext uri="{FF2B5EF4-FFF2-40B4-BE49-F238E27FC236}">
                  <a16:creationId xmlns:a16="http://schemas.microsoft.com/office/drawing/2014/main" id="{003F91A1-0F68-4CC0-B954-F796B05DE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036"/>
              <a:ext cx="45" cy="13"/>
            </a:xfrm>
            <a:custGeom>
              <a:avLst/>
              <a:gdLst>
                <a:gd name="T0" fmla="*/ 0 w 46"/>
                <a:gd name="T1" fmla="*/ 0 h 13"/>
                <a:gd name="T2" fmla="*/ 25 w 46"/>
                <a:gd name="T3" fmla="*/ 6 h 13"/>
                <a:gd name="T4" fmla="*/ 43 w 46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0" y="0"/>
                  </a:moveTo>
                  <a:cubicBezTo>
                    <a:pt x="5" y="7"/>
                    <a:pt x="20" y="7"/>
                    <a:pt x="28" y="6"/>
                  </a:cubicBezTo>
                  <a:cubicBezTo>
                    <a:pt x="33" y="6"/>
                    <a:pt x="44" y="9"/>
                    <a:pt x="46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9" name="Freeform 34">
              <a:extLst>
                <a:ext uri="{FF2B5EF4-FFF2-40B4-BE49-F238E27FC236}">
                  <a16:creationId xmlns:a16="http://schemas.microsoft.com/office/drawing/2014/main" id="{A00ADE52-4091-4591-84BC-84E47A07C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179"/>
              <a:ext cx="292" cy="202"/>
            </a:xfrm>
            <a:custGeom>
              <a:avLst/>
              <a:gdLst>
                <a:gd name="T0" fmla="*/ 0 w 297"/>
                <a:gd name="T1" fmla="*/ 0 h 206"/>
                <a:gd name="T2" fmla="*/ 81 w 297"/>
                <a:gd name="T3" fmla="*/ 73 h 206"/>
                <a:gd name="T4" fmla="*/ 282 w 297"/>
                <a:gd name="T5" fmla="*/ 194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7" h="206">
                  <a:moveTo>
                    <a:pt x="0" y="0"/>
                  </a:moveTo>
                  <a:cubicBezTo>
                    <a:pt x="0" y="0"/>
                    <a:pt x="27" y="36"/>
                    <a:pt x="84" y="76"/>
                  </a:cubicBezTo>
                  <a:cubicBezTo>
                    <a:pt x="171" y="138"/>
                    <a:pt x="237" y="121"/>
                    <a:pt x="297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0" name="Freeform 35">
              <a:extLst>
                <a:ext uri="{FF2B5EF4-FFF2-40B4-BE49-F238E27FC236}">
                  <a16:creationId xmlns:a16="http://schemas.microsoft.com/office/drawing/2014/main" id="{E1FD1456-04AF-455E-8C84-CD18C38BB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227"/>
              <a:ext cx="334" cy="242"/>
            </a:xfrm>
            <a:custGeom>
              <a:avLst/>
              <a:gdLst>
                <a:gd name="T0" fmla="*/ 0 w 340"/>
                <a:gd name="T1" fmla="*/ 0 h 247"/>
                <a:gd name="T2" fmla="*/ 133 w 340"/>
                <a:gd name="T3" fmla="*/ 96 h 247"/>
                <a:gd name="T4" fmla="*/ 322 w 340"/>
                <a:gd name="T5" fmla="*/ 232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247">
                  <a:moveTo>
                    <a:pt x="0" y="0"/>
                  </a:moveTo>
                  <a:cubicBezTo>
                    <a:pt x="0" y="0"/>
                    <a:pt x="43" y="59"/>
                    <a:pt x="139" y="102"/>
                  </a:cubicBezTo>
                  <a:cubicBezTo>
                    <a:pt x="235" y="145"/>
                    <a:pt x="302" y="171"/>
                    <a:pt x="340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1" name="Freeform 36">
              <a:extLst>
                <a:ext uri="{FF2B5EF4-FFF2-40B4-BE49-F238E27FC236}">
                  <a16:creationId xmlns:a16="http://schemas.microsoft.com/office/drawing/2014/main" id="{45D5124A-EC20-4A06-83B5-81597BC1E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290"/>
              <a:ext cx="294" cy="164"/>
            </a:xfrm>
            <a:custGeom>
              <a:avLst/>
              <a:gdLst>
                <a:gd name="T0" fmla="*/ 0 w 299"/>
                <a:gd name="T1" fmla="*/ 0 h 167"/>
                <a:gd name="T2" fmla="*/ 106 w 299"/>
                <a:gd name="T3" fmla="*/ 61 h 167"/>
                <a:gd name="T4" fmla="*/ 284 w 299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67">
                  <a:moveTo>
                    <a:pt x="0" y="0"/>
                  </a:moveTo>
                  <a:cubicBezTo>
                    <a:pt x="0" y="0"/>
                    <a:pt x="29" y="36"/>
                    <a:pt x="112" y="64"/>
                  </a:cubicBezTo>
                  <a:cubicBezTo>
                    <a:pt x="194" y="91"/>
                    <a:pt x="273" y="129"/>
                    <a:pt x="299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2" name="Freeform 37">
              <a:extLst>
                <a:ext uri="{FF2B5EF4-FFF2-40B4-BE49-F238E27FC236}">
                  <a16:creationId xmlns:a16="http://schemas.microsoft.com/office/drawing/2014/main" id="{750CC351-17BD-4B98-B81D-B9563FA12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326"/>
              <a:ext cx="293" cy="186"/>
            </a:xfrm>
            <a:custGeom>
              <a:avLst/>
              <a:gdLst>
                <a:gd name="T0" fmla="*/ 0 w 298"/>
                <a:gd name="T1" fmla="*/ 0 h 190"/>
                <a:gd name="T2" fmla="*/ 74 w 298"/>
                <a:gd name="T3" fmla="*/ 45 h 190"/>
                <a:gd name="T4" fmla="*/ 283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0" y="0"/>
                  </a:moveTo>
                  <a:cubicBezTo>
                    <a:pt x="0" y="0"/>
                    <a:pt x="24" y="34"/>
                    <a:pt x="77" y="48"/>
                  </a:cubicBezTo>
                  <a:cubicBezTo>
                    <a:pt x="130" y="61"/>
                    <a:pt x="270" y="117"/>
                    <a:pt x="298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3" name="Freeform 38">
              <a:extLst>
                <a:ext uri="{FF2B5EF4-FFF2-40B4-BE49-F238E27FC236}">
                  <a16:creationId xmlns:a16="http://schemas.microsoft.com/office/drawing/2014/main" id="{336B79FC-73A7-488D-A395-FBAEB8AC2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385"/>
              <a:ext cx="288" cy="176"/>
            </a:xfrm>
            <a:custGeom>
              <a:avLst/>
              <a:gdLst>
                <a:gd name="T0" fmla="*/ 0 w 293"/>
                <a:gd name="T1" fmla="*/ 0 h 179"/>
                <a:gd name="T2" fmla="*/ 75 w 293"/>
                <a:gd name="T3" fmla="*/ 40 h 179"/>
                <a:gd name="T4" fmla="*/ 278 w 293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3" h="179">
                  <a:moveTo>
                    <a:pt x="0" y="0"/>
                  </a:moveTo>
                  <a:cubicBezTo>
                    <a:pt x="0" y="0"/>
                    <a:pt x="9" y="24"/>
                    <a:pt x="78" y="43"/>
                  </a:cubicBezTo>
                  <a:cubicBezTo>
                    <a:pt x="146" y="61"/>
                    <a:pt x="260" y="112"/>
                    <a:pt x="293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4" name="Freeform 39">
              <a:extLst>
                <a:ext uri="{FF2B5EF4-FFF2-40B4-BE49-F238E27FC236}">
                  <a16:creationId xmlns:a16="http://schemas.microsoft.com/office/drawing/2014/main" id="{F58AFD28-DCD7-42F8-AEFE-463C1803D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452"/>
              <a:ext cx="273" cy="159"/>
            </a:xfrm>
            <a:custGeom>
              <a:avLst/>
              <a:gdLst>
                <a:gd name="T0" fmla="*/ 0 w 278"/>
                <a:gd name="T1" fmla="*/ 0 h 162"/>
                <a:gd name="T2" fmla="*/ 84 w 278"/>
                <a:gd name="T3" fmla="*/ 35 h 162"/>
                <a:gd name="T4" fmla="*/ 263 w 278"/>
                <a:gd name="T5" fmla="*/ 153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62">
                  <a:moveTo>
                    <a:pt x="0" y="0"/>
                  </a:moveTo>
                  <a:cubicBezTo>
                    <a:pt x="0" y="0"/>
                    <a:pt x="52" y="30"/>
                    <a:pt x="90" y="38"/>
                  </a:cubicBezTo>
                  <a:cubicBezTo>
                    <a:pt x="129" y="45"/>
                    <a:pt x="231" y="84"/>
                    <a:pt x="278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5" name="Freeform 40">
              <a:extLst>
                <a:ext uri="{FF2B5EF4-FFF2-40B4-BE49-F238E27FC236}">
                  <a16:creationId xmlns:a16="http://schemas.microsoft.com/office/drawing/2014/main" id="{0331F69F-FD43-4568-9359-7830D2222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500"/>
              <a:ext cx="279" cy="168"/>
            </a:xfrm>
            <a:custGeom>
              <a:avLst/>
              <a:gdLst>
                <a:gd name="T0" fmla="*/ 0 w 284"/>
                <a:gd name="T1" fmla="*/ 0 h 171"/>
                <a:gd name="T2" fmla="*/ 21 w 284"/>
                <a:gd name="T3" fmla="*/ 16 h 171"/>
                <a:gd name="T4" fmla="*/ 63 w 284"/>
                <a:gd name="T5" fmla="*/ 34 h 171"/>
                <a:gd name="T6" fmla="*/ 140 w 284"/>
                <a:gd name="T7" fmla="*/ 61 h 171"/>
                <a:gd name="T8" fmla="*/ 269 w 284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4" h="171">
                  <a:moveTo>
                    <a:pt x="0" y="0"/>
                  </a:moveTo>
                  <a:cubicBezTo>
                    <a:pt x="8" y="4"/>
                    <a:pt x="14" y="11"/>
                    <a:pt x="21" y="16"/>
                  </a:cubicBezTo>
                  <a:cubicBezTo>
                    <a:pt x="35" y="26"/>
                    <a:pt x="50" y="31"/>
                    <a:pt x="66" y="37"/>
                  </a:cubicBezTo>
                  <a:cubicBezTo>
                    <a:pt x="94" y="47"/>
                    <a:pt x="121" y="53"/>
                    <a:pt x="148" y="64"/>
                  </a:cubicBezTo>
                  <a:cubicBezTo>
                    <a:pt x="240" y="98"/>
                    <a:pt x="254" y="145"/>
                    <a:pt x="284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6" name="Freeform 41">
              <a:extLst>
                <a:ext uri="{FF2B5EF4-FFF2-40B4-BE49-F238E27FC236}">
                  <a16:creationId xmlns:a16="http://schemas.microsoft.com/office/drawing/2014/main" id="{DFB7F116-798C-4C61-8A2F-B89C9B327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54"/>
              <a:ext cx="269" cy="160"/>
            </a:xfrm>
            <a:custGeom>
              <a:avLst/>
              <a:gdLst>
                <a:gd name="T0" fmla="*/ 0 w 273"/>
                <a:gd name="T1" fmla="*/ 0 h 163"/>
                <a:gd name="T2" fmla="*/ 130 w 273"/>
                <a:gd name="T3" fmla="*/ 46 h 163"/>
                <a:gd name="T4" fmla="*/ 261 w 273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163">
                  <a:moveTo>
                    <a:pt x="0" y="0"/>
                  </a:moveTo>
                  <a:cubicBezTo>
                    <a:pt x="30" y="39"/>
                    <a:pt x="94" y="33"/>
                    <a:pt x="136" y="49"/>
                  </a:cubicBezTo>
                  <a:cubicBezTo>
                    <a:pt x="226" y="85"/>
                    <a:pt x="247" y="139"/>
                    <a:pt x="273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7" name="Freeform 42">
              <a:extLst>
                <a:ext uri="{FF2B5EF4-FFF2-40B4-BE49-F238E27FC236}">
                  <a16:creationId xmlns:a16="http://schemas.microsoft.com/office/drawing/2014/main" id="{A779C9D6-5011-46E3-95B9-8B4CA29AA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595"/>
              <a:ext cx="274" cy="172"/>
            </a:xfrm>
            <a:custGeom>
              <a:avLst/>
              <a:gdLst>
                <a:gd name="T0" fmla="*/ 0 w 278"/>
                <a:gd name="T1" fmla="*/ 0 h 175"/>
                <a:gd name="T2" fmla="*/ 137 w 278"/>
                <a:gd name="T3" fmla="*/ 74 h 175"/>
                <a:gd name="T4" fmla="*/ 266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0" y="0"/>
                  </a:moveTo>
                  <a:cubicBezTo>
                    <a:pt x="21" y="52"/>
                    <a:pt x="96" y="62"/>
                    <a:pt x="143" y="77"/>
                  </a:cubicBezTo>
                  <a:cubicBezTo>
                    <a:pt x="229" y="105"/>
                    <a:pt x="265" y="165"/>
                    <a:pt x="278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8" name="Freeform 43">
              <a:extLst>
                <a:ext uri="{FF2B5EF4-FFF2-40B4-BE49-F238E27FC236}">
                  <a16:creationId xmlns:a16="http://schemas.microsoft.com/office/drawing/2014/main" id="{D3AAA79F-7049-4BE5-A9B5-9FD81D0D3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653"/>
              <a:ext cx="270" cy="186"/>
            </a:xfrm>
            <a:custGeom>
              <a:avLst/>
              <a:gdLst>
                <a:gd name="T0" fmla="*/ 2 w 274"/>
                <a:gd name="T1" fmla="*/ 2 h 190"/>
                <a:gd name="T2" fmla="*/ 0 w 274"/>
                <a:gd name="T3" fmla="*/ 2 h 190"/>
                <a:gd name="T4" fmla="*/ 138 w 274"/>
                <a:gd name="T5" fmla="*/ 74 h 190"/>
                <a:gd name="T6" fmla="*/ 262 w 274"/>
                <a:gd name="T7" fmla="*/ 178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190">
                  <a:moveTo>
                    <a:pt x="2" y="2"/>
                  </a:moveTo>
                  <a:cubicBezTo>
                    <a:pt x="1" y="2"/>
                    <a:pt x="1" y="0"/>
                    <a:pt x="0" y="2"/>
                  </a:cubicBezTo>
                  <a:cubicBezTo>
                    <a:pt x="32" y="48"/>
                    <a:pt x="100" y="49"/>
                    <a:pt x="144" y="80"/>
                  </a:cubicBezTo>
                  <a:cubicBezTo>
                    <a:pt x="176" y="102"/>
                    <a:pt x="260" y="152"/>
                    <a:pt x="274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9" name="Freeform 44">
              <a:extLst>
                <a:ext uri="{FF2B5EF4-FFF2-40B4-BE49-F238E27FC236}">
                  <a16:creationId xmlns:a16="http://schemas.microsoft.com/office/drawing/2014/main" id="{9DB519DB-F16F-409F-BD86-BC62837FF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721"/>
              <a:ext cx="246" cy="173"/>
            </a:xfrm>
            <a:custGeom>
              <a:avLst/>
              <a:gdLst>
                <a:gd name="T0" fmla="*/ 0 w 250"/>
                <a:gd name="T1" fmla="*/ 0 h 177"/>
                <a:gd name="T2" fmla="*/ 122 w 250"/>
                <a:gd name="T3" fmla="*/ 79 h 177"/>
                <a:gd name="T4" fmla="*/ 238 w 250"/>
                <a:gd name="T5" fmla="*/ 165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77">
                  <a:moveTo>
                    <a:pt x="0" y="0"/>
                  </a:moveTo>
                  <a:cubicBezTo>
                    <a:pt x="26" y="41"/>
                    <a:pt x="86" y="61"/>
                    <a:pt x="128" y="85"/>
                  </a:cubicBezTo>
                  <a:cubicBezTo>
                    <a:pt x="168" y="109"/>
                    <a:pt x="221" y="141"/>
                    <a:pt x="25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0" name="Freeform 45">
              <a:extLst>
                <a:ext uri="{FF2B5EF4-FFF2-40B4-BE49-F238E27FC236}">
                  <a16:creationId xmlns:a16="http://schemas.microsoft.com/office/drawing/2014/main" id="{77072CFA-C3D6-44BD-9FEF-E8FD029D5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784"/>
              <a:ext cx="223" cy="161"/>
            </a:xfrm>
            <a:custGeom>
              <a:avLst/>
              <a:gdLst>
                <a:gd name="T0" fmla="*/ 0 w 227"/>
                <a:gd name="T1" fmla="*/ 0 h 164"/>
                <a:gd name="T2" fmla="*/ 16 w 227"/>
                <a:gd name="T3" fmla="*/ 18 h 164"/>
                <a:gd name="T4" fmla="*/ 45 w 227"/>
                <a:gd name="T5" fmla="*/ 44 h 164"/>
                <a:gd name="T6" fmla="*/ 110 w 227"/>
                <a:gd name="T7" fmla="*/ 79 h 164"/>
                <a:gd name="T8" fmla="*/ 215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0" y="0"/>
                  </a:moveTo>
                  <a:cubicBezTo>
                    <a:pt x="4" y="2"/>
                    <a:pt x="12" y="13"/>
                    <a:pt x="16" y="18"/>
                  </a:cubicBezTo>
                  <a:cubicBezTo>
                    <a:pt x="26" y="29"/>
                    <a:pt x="36" y="38"/>
                    <a:pt x="48" y="47"/>
                  </a:cubicBezTo>
                  <a:cubicBezTo>
                    <a:pt x="69" y="62"/>
                    <a:pt x="93" y="71"/>
                    <a:pt x="116" y="82"/>
                  </a:cubicBezTo>
                  <a:cubicBezTo>
                    <a:pt x="159" y="103"/>
                    <a:pt x="197" y="127"/>
                    <a:pt x="227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1" name="Freeform 46">
              <a:extLst>
                <a:ext uri="{FF2B5EF4-FFF2-40B4-BE49-F238E27FC236}">
                  <a16:creationId xmlns:a16="http://schemas.microsoft.com/office/drawing/2014/main" id="{B12E6DE9-26E6-4E6E-8DE2-D8E85976C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833"/>
              <a:ext cx="219" cy="177"/>
            </a:xfrm>
            <a:custGeom>
              <a:avLst/>
              <a:gdLst>
                <a:gd name="T0" fmla="*/ 0 w 223"/>
                <a:gd name="T1" fmla="*/ 0 h 181"/>
                <a:gd name="T2" fmla="*/ 47 w 223"/>
                <a:gd name="T3" fmla="*/ 58 h 181"/>
                <a:gd name="T4" fmla="*/ 121 w 223"/>
                <a:gd name="T5" fmla="*/ 101 h 181"/>
                <a:gd name="T6" fmla="*/ 151 w 223"/>
                <a:gd name="T7" fmla="*/ 129 h 181"/>
                <a:gd name="T8" fmla="*/ 186 w 223"/>
                <a:gd name="T9" fmla="*/ 152 h 181"/>
                <a:gd name="T10" fmla="*/ 211 w 223"/>
                <a:gd name="T11" fmla="*/ 169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181">
                  <a:moveTo>
                    <a:pt x="0" y="0"/>
                  </a:moveTo>
                  <a:cubicBezTo>
                    <a:pt x="10" y="23"/>
                    <a:pt x="30" y="45"/>
                    <a:pt x="50" y="61"/>
                  </a:cubicBezTo>
                  <a:cubicBezTo>
                    <a:pt x="74" y="79"/>
                    <a:pt x="103" y="88"/>
                    <a:pt x="127" y="107"/>
                  </a:cubicBezTo>
                  <a:cubicBezTo>
                    <a:pt x="138" y="117"/>
                    <a:pt x="147" y="129"/>
                    <a:pt x="160" y="138"/>
                  </a:cubicBezTo>
                  <a:cubicBezTo>
                    <a:pt x="171" y="146"/>
                    <a:pt x="184" y="153"/>
                    <a:pt x="195" y="162"/>
                  </a:cubicBezTo>
                  <a:cubicBezTo>
                    <a:pt x="206" y="170"/>
                    <a:pt x="219" y="173"/>
                    <a:pt x="223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2" name="Freeform 47">
              <a:extLst>
                <a:ext uri="{FF2B5EF4-FFF2-40B4-BE49-F238E27FC236}">
                  <a16:creationId xmlns:a16="http://schemas.microsoft.com/office/drawing/2014/main" id="{20B330CE-9EBA-4F54-A0B4-C040673C7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902"/>
              <a:ext cx="244" cy="256"/>
            </a:xfrm>
            <a:custGeom>
              <a:avLst/>
              <a:gdLst>
                <a:gd name="T0" fmla="*/ 3 w 248"/>
                <a:gd name="T1" fmla="*/ 0 h 260"/>
                <a:gd name="T2" fmla="*/ 6 w 248"/>
                <a:gd name="T3" fmla="*/ 5 h 260"/>
                <a:gd name="T4" fmla="*/ 21 w 248"/>
                <a:gd name="T5" fmla="*/ 26 h 260"/>
                <a:gd name="T6" fmla="*/ 56 w 248"/>
                <a:gd name="T7" fmla="*/ 57 h 260"/>
                <a:gd name="T8" fmla="*/ 128 w 248"/>
                <a:gd name="T9" fmla="*/ 122 h 260"/>
                <a:gd name="T10" fmla="*/ 189 w 248"/>
                <a:gd name="T11" fmla="*/ 194 h 260"/>
                <a:gd name="T12" fmla="*/ 236 w 248"/>
                <a:gd name="T13" fmla="*/ 248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60">
                  <a:moveTo>
                    <a:pt x="3" y="0"/>
                  </a:moveTo>
                  <a:cubicBezTo>
                    <a:pt x="0" y="0"/>
                    <a:pt x="4" y="2"/>
                    <a:pt x="6" y="5"/>
                  </a:cubicBezTo>
                  <a:cubicBezTo>
                    <a:pt x="10" y="13"/>
                    <a:pt x="15" y="20"/>
                    <a:pt x="21" y="26"/>
                  </a:cubicBezTo>
                  <a:cubicBezTo>
                    <a:pt x="33" y="39"/>
                    <a:pt x="45" y="49"/>
                    <a:pt x="59" y="60"/>
                  </a:cubicBezTo>
                  <a:cubicBezTo>
                    <a:pt x="86" y="81"/>
                    <a:pt x="112" y="102"/>
                    <a:pt x="134" y="128"/>
                  </a:cubicBezTo>
                  <a:cubicBezTo>
                    <a:pt x="155" y="154"/>
                    <a:pt x="172" y="181"/>
                    <a:pt x="198" y="203"/>
                  </a:cubicBezTo>
                  <a:cubicBezTo>
                    <a:pt x="216" y="220"/>
                    <a:pt x="239" y="236"/>
                    <a:pt x="248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3" name="Freeform 48">
              <a:extLst>
                <a:ext uri="{FF2B5EF4-FFF2-40B4-BE49-F238E27FC236}">
                  <a16:creationId xmlns:a16="http://schemas.microsoft.com/office/drawing/2014/main" id="{3BE7297C-5B74-409B-B74F-423806F83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054"/>
              <a:ext cx="145" cy="61"/>
            </a:xfrm>
            <a:custGeom>
              <a:avLst/>
              <a:gdLst>
                <a:gd name="T0" fmla="*/ 0 w 148"/>
                <a:gd name="T1" fmla="*/ 0 h 62"/>
                <a:gd name="T2" fmla="*/ 60 w 148"/>
                <a:gd name="T3" fmla="*/ 31 h 62"/>
                <a:gd name="T4" fmla="*/ 139 w 148"/>
                <a:gd name="T5" fmla="*/ 59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62">
                  <a:moveTo>
                    <a:pt x="0" y="0"/>
                  </a:moveTo>
                  <a:cubicBezTo>
                    <a:pt x="21" y="18"/>
                    <a:pt x="36" y="25"/>
                    <a:pt x="63" y="31"/>
                  </a:cubicBezTo>
                  <a:cubicBezTo>
                    <a:pt x="90" y="38"/>
                    <a:pt x="128" y="41"/>
                    <a:pt x="148" y="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4" name="Freeform 49">
              <a:extLst>
                <a:ext uri="{FF2B5EF4-FFF2-40B4-BE49-F238E27FC236}">
                  <a16:creationId xmlns:a16="http://schemas.microsoft.com/office/drawing/2014/main" id="{87276D76-84A7-4AFB-AF11-CDD0DA3A7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974"/>
              <a:ext cx="182" cy="203"/>
            </a:xfrm>
            <a:custGeom>
              <a:avLst/>
              <a:gdLst>
                <a:gd name="T0" fmla="*/ 1 w 185"/>
                <a:gd name="T1" fmla="*/ 1 h 207"/>
                <a:gd name="T2" fmla="*/ 10 w 185"/>
                <a:gd name="T3" fmla="*/ 25 h 207"/>
                <a:gd name="T4" fmla="*/ 30 w 185"/>
                <a:gd name="T5" fmla="*/ 59 h 207"/>
                <a:gd name="T6" fmla="*/ 78 w 185"/>
                <a:gd name="T7" fmla="*/ 106 h 207"/>
                <a:gd name="T8" fmla="*/ 132 w 185"/>
                <a:gd name="T9" fmla="*/ 145 h 207"/>
                <a:gd name="T10" fmla="*/ 176 w 185"/>
                <a:gd name="T11" fmla="*/ 195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07">
                  <a:moveTo>
                    <a:pt x="1" y="1"/>
                  </a:moveTo>
                  <a:cubicBezTo>
                    <a:pt x="0" y="0"/>
                    <a:pt x="7" y="19"/>
                    <a:pt x="10" y="25"/>
                  </a:cubicBezTo>
                  <a:cubicBezTo>
                    <a:pt x="17" y="38"/>
                    <a:pt x="24" y="51"/>
                    <a:pt x="33" y="62"/>
                  </a:cubicBezTo>
                  <a:cubicBezTo>
                    <a:pt x="46" y="82"/>
                    <a:pt x="61" y="98"/>
                    <a:pt x="81" y="112"/>
                  </a:cubicBezTo>
                  <a:cubicBezTo>
                    <a:pt x="100" y="126"/>
                    <a:pt x="121" y="137"/>
                    <a:pt x="138" y="154"/>
                  </a:cubicBezTo>
                  <a:cubicBezTo>
                    <a:pt x="153" y="168"/>
                    <a:pt x="178" y="193"/>
                    <a:pt x="185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5" name="Freeform 50">
              <a:extLst>
                <a:ext uri="{FF2B5EF4-FFF2-40B4-BE49-F238E27FC236}">
                  <a16:creationId xmlns:a16="http://schemas.microsoft.com/office/drawing/2014/main" id="{25190CD2-967E-482E-944C-728771D42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056"/>
              <a:ext cx="57" cy="125"/>
            </a:xfrm>
            <a:custGeom>
              <a:avLst/>
              <a:gdLst>
                <a:gd name="T0" fmla="*/ 0 w 59"/>
                <a:gd name="T1" fmla="*/ 0 h 127"/>
                <a:gd name="T2" fmla="*/ 17 w 59"/>
                <a:gd name="T3" fmla="*/ 31 h 127"/>
                <a:gd name="T4" fmla="*/ 31 w 59"/>
                <a:gd name="T5" fmla="*/ 64 h 127"/>
                <a:gd name="T6" fmla="*/ 53 w 59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27">
                  <a:moveTo>
                    <a:pt x="0" y="0"/>
                  </a:moveTo>
                  <a:cubicBezTo>
                    <a:pt x="4" y="11"/>
                    <a:pt x="14" y="22"/>
                    <a:pt x="20" y="31"/>
                  </a:cubicBezTo>
                  <a:cubicBezTo>
                    <a:pt x="27" y="42"/>
                    <a:pt x="30" y="55"/>
                    <a:pt x="34" y="67"/>
                  </a:cubicBezTo>
                  <a:cubicBezTo>
                    <a:pt x="41" y="89"/>
                    <a:pt x="47" y="112"/>
                    <a:pt x="59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6" name="Freeform 51">
              <a:extLst>
                <a:ext uri="{FF2B5EF4-FFF2-40B4-BE49-F238E27FC236}">
                  <a16:creationId xmlns:a16="http://schemas.microsoft.com/office/drawing/2014/main" id="{6BCEDE0A-C4AA-4338-B9F6-E2C62F2F5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066"/>
              <a:ext cx="176" cy="189"/>
            </a:xfrm>
            <a:custGeom>
              <a:avLst/>
              <a:gdLst>
                <a:gd name="T0" fmla="*/ 0 w 179"/>
                <a:gd name="T1" fmla="*/ 0 h 192"/>
                <a:gd name="T2" fmla="*/ 58 w 179"/>
                <a:gd name="T3" fmla="*/ 66 h 192"/>
                <a:gd name="T4" fmla="*/ 88 w 179"/>
                <a:gd name="T5" fmla="*/ 102 h 192"/>
                <a:gd name="T6" fmla="*/ 119 w 179"/>
                <a:gd name="T7" fmla="*/ 123 h 192"/>
                <a:gd name="T8" fmla="*/ 170 w 179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92">
                  <a:moveTo>
                    <a:pt x="0" y="0"/>
                  </a:moveTo>
                  <a:cubicBezTo>
                    <a:pt x="25" y="22"/>
                    <a:pt x="44" y="40"/>
                    <a:pt x="61" y="69"/>
                  </a:cubicBezTo>
                  <a:cubicBezTo>
                    <a:pt x="70" y="84"/>
                    <a:pt x="80" y="97"/>
                    <a:pt x="94" y="108"/>
                  </a:cubicBezTo>
                  <a:cubicBezTo>
                    <a:pt x="104" y="116"/>
                    <a:pt x="115" y="121"/>
                    <a:pt x="125" y="129"/>
                  </a:cubicBezTo>
                  <a:cubicBezTo>
                    <a:pt x="146" y="147"/>
                    <a:pt x="159" y="173"/>
                    <a:pt x="179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7" name="Freeform 52">
              <a:extLst>
                <a:ext uri="{FF2B5EF4-FFF2-40B4-BE49-F238E27FC236}">
                  <a16:creationId xmlns:a16="http://schemas.microsoft.com/office/drawing/2014/main" id="{D655A0D5-4C1A-444A-B966-29036831F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116"/>
              <a:ext cx="43" cy="129"/>
            </a:xfrm>
            <a:custGeom>
              <a:avLst/>
              <a:gdLst>
                <a:gd name="T0" fmla="*/ 0 w 44"/>
                <a:gd name="T1" fmla="*/ 0 h 131"/>
                <a:gd name="T2" fmla="*/ 41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0" y="0"/>
                  </a:moveTo>
                  <a:cubicBezTo>
                    <a:pt x="14" y="46"/>
                    <a:pt x="18" y="90"/>
                    <a:pt x="44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8" name="Freeform 53">
              <a:extLst>
                <a:ext uri="{FF2B5EF4-FFF2-40B4-BE49-F238E27FC236}">
                  <a16:creationId xmlns:a16="http://schemas.microsoft.com/office/drawing/2014/main" id="{B945D8E7-CBAF-4E4F-ABF6-1089B5987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130"/>
              <a:ext cx="182" cy="267"/>
            </a:xfrm>
            <a:custGeom>
              <a:avLst/>
              <a:gdLst>
                <a:gd name="T0" fmla="*/ 0 w 185"/>
                <a:gd name="T1" fmla="*/ 0 h 272"/>
                <a:gd name="T2" fmla="*/ 78 w 185"/>
                <a:gd name="T3" fmla="*/ 103 h 272"/>
                <a:gd name="T4" fmla="*/ 134 w 185"/>
                <a:gd name="T5" fmla="*/ 181 h 272"/>
                <a:gd name="T6" fmla="*/ 156 w 185"/>
                <a:gd name="T7" fmla="*/ 226 h 272"/>
                <a:gd name="T8" fmla="*/ 169 w 185"/>
                <a:gd name="T9" fmla="*/ 246 h 272"/>
                <a:gd name="T10" fmla="*/ 174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0" y="0"/>
                  </a:moveTo>
                  <a:cubicBezTo>
                    <a:pt x="4" y="50"/>
                    <a:pt x="49" y="75"/>
                    <a:pt x="81" y="109"/>
                  </a:cubicBezTo>
                  <a:cubicBezTo>
                    <a:pt x="103" y="133"/>
                    <a:pt x="125" y="162"/>
                    <a:pt x="140" y="191"/>
                  </a:cubicBezTo>
                  <a:cubicBezTo>
                    <a:pt x="149" y="206"/>
                    <a:pt x="156" y="223"/>
                    <a:pt x="165" y="238"/>
                  </a:cubicBezTo>
                  <a:cubicBezTo>
                    <a:pt x="169" y="246"/>
                    <a:pt x="174" y="253"/>
                    <a:pt x="178" y="261"/>
                  </a:cubicBezTo>
                  <a:cubicBezTo>
                    <a:pt x="180" y="264"/>
                    <a:pt x="185" y="272"/>
                    <a:pt x="183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9" name="Freeform 54">
              <a:extLst>
                <a:ext uri="{FF2B5EF4-FFF2-40B4-BE49-F238E27FC236}">
                  <a16:creationId xmlns:a16="http://schemas.microsoft.com/office/drawing/2014/main" id="{13F414A8-4441-4613-AA93-4182A05B5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182"/>
              <a:ext cx="192" cy="278"/>
            </a:xfrm>
            <a:custGeom>
              <a:avLst/>
              <a:gdLst>
                <a:gd name="T0" fmla="*/ 0 w 195"/>
                <a:gd name="T1" fmla="*/ 0 h 283"/>
                <a:gd name="T2" fmla="*/ 49 w 195"/>
                <a:gd name="T3" fmla="*/ 61 h 283"/>
                <a:gd name="T4" fmla="*/ 109 w 195"/>
                <a:gd name="T5" fmla="*/ 118 h 283"/>
                <a:gd name="T6" fmla="*/ 160 w 195"/>
                <a:gd name="T7" fmla="*/ 199 h 283"/>
                <a:gd name="T8" fmla="*/ 186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0" y="0"/>
                  </a:moveTo>
                  <a:cubicBezTo>
                    <a:pt x="2" y="25"/>
                    <a:pt x="34" y="49"/>
                    <a:pt x="52" y="64"/>
                  </a:cubicBezTo>
                  <a:cubicBezTo>
                    <a:pt x="73" y="83"/>
                    <a:pt x="97" y="102"/>
                    <a:pt x="115" y="124"/>
                  </a:cubicBezTo>
                  <a:cubicBezTo>
                    <a:pt x="138" y="149"/>
                    <a:pt x="155" y="180"/>
                    <a:pt x="168" y="211"/>
                  </a:cubicBezTo>
                  <a:cubicBezTo>
                    <a:pt x="178" y="233"/>
                    <a:pt x="192" y="258"/>
                    <a:pt x="195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0" name="Freeform 55">
              <a:extLst>
                <a:ext uri="{FF2B5EF4-FFF2-40B4-BE49-F238E27FC236}">
                  <a16:creationId xmlns:a16="http://schemas.microsoft.com/office/drawing/2014/main" id="{90E545EC-343E-47AD-876A-E4E61A095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225"/>
              <a:ext cx="161" cy="164"/>
            </a:xfrm>
            <a:custGeom>
              <a:avLst/>
              <a:gdLst>
                <a:gd name="T0" fmla="*/ 0 w 164"/>
                <a:gd name="T1" fmla="*/ 0 h 167"/>
                <a:gd name="T2" fmla="*/ 36 w 164"/>
                <a:gd name="T3" fmla="*/ 36 h 167"/>
                <a:gd name="T4" fmla="*/ 93 w 164"/>
                <a:gd name="T5" fmla="*/ 71 h 167"/>
                <a:gd name="T6" fmla="*/ 155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0" y="0"/>
                  </a:moveTo>
                  <a:cubicBezTo>
                    <a:pt x="4" y="19"/>
                    <a:pt x="23" y="31"/>
                    <a:pt x="39" y="39"/>
                  </a:cubicBezTo>
                  <a:cubicBezTo>
                    <a:pt x="59" y="50"/>
                    <a:pt x="81" y="59"/>
                    <a:pt x="99" y="74"/>
                  </a:cubicBezTo>
                  <a:cubicBezTo>
                    <a:pt x="132" y="101"/>
                    <a:pt x="148" y="130"/>
                    <a:pt x="164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1" name="Freeform 56">
              <a:extLst>
                <a:ext uri="{FF2B5EF4-FFF2-40B4-BE49-F238E27FC236}">
                  <a16:creationId xmlns:a16="http://schemas.microsoft.com/office/drawing/2014/main" id="{8B14E581-658F-4E9F-80DC-D945AC80F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255"/>
              <a:ext cx="162" cy="135"/>
            </a:xfrm>
            <a:custGeom>
              <a:avLst/>
              <a:gdLst>
                <a:gd name="T0" fmla="*/ 1 w 164"/>
                <a:gd name="T1" fmla="*/ 0 h 138"/>
                <a:gd name="T2" fmla="*/ 17 w 164"/>
                <a:gd name="T3" fmla="*/ 19 h 138"/>
                <a:gd name="T4" fmla="*/ 46 w 164"/>
                <a:gd name="T5" fmla="*/ 34 h 138"/>
                <a:gd name="T6" fmla="*/ 107 w 164"/>
                <a:gd name="T7" fmla="*/ 62 h 138"/>
                <a:gd name="T8" fmla="*/ 158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1" y="0"/>
                  </a:moveTo>
                  <a:cubicBezTo>
                    <a:pt x="0" y="0"/>
                    <a:pt x="13" y="16"/>
                    <a:pt x="17" y="19"/>
                  </a:cubicBezTo>
                  <a:cubicBezTo>
                    <a:pt x="26" y="26"/>
                    <a:pt x="38" y="34"/>
                    <a:pt x="49" y="37"/>
                  </a:cubicBezTo>
                  <a:cubicBezTo>
                    <a:pt x="70" y="44"/>
                    <a:pt x="91" y="53"/>
                    <a:pt x="110" y="65"/>
                  </a:cubicBezTo>
                  <a:cubicBezTo>
                    <a:pt x="136" y="82"/>
                    <a:pt x="146" y="113"/>
                    <a:pt x="164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2" name="Freeform 57">
              <a:extLst>
                <a:ext uri="{FF2B5EF4-FFF2-40B4-BE49-F238E27FC236}">
                  <a16:creationId xmlns:a16="http://schemas.microsoft.com/office/drawing/2014/main" id="{9001BE07-852E-4611-B776-C1F2BB357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285"/>
              <a:ext cx="179" cy="129"/>
            </a:xfrm>
            <a:custGeom>
              <a:avLst/>
              <a:gdLst>
                <a:gd name="T0" fmla="*/ 0 w 182"/>
                <a:gd name="T1" fmla="*/ 0 h 131"/>
                <a:gd name="T2" fmla="*/ 57 w 182"/>
                <a:gd name="T3" fmla="*/ 33 h 131"/>
                <a:gd name="T4" fmla="*/ 115 w 182"/>
                <a:gd name="T5" fmla="*/ 62 h 131"/>
                <a:gd name="T6" fmla="*/ 173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0" y="0"/>
                  </a:moveTo>
                  <a:cubicBezTo>
                    <a:pt x="5" y="22"/>
                    <a:pt x="43" y="30"/>
                    <a:pt x="60" y="36"/>
                  </a:cubicBezTo>
                  <a:cubicBezTo>
                    <a:pt x="81" y="44"/>
                    <a:pt x="103" y="53"/>
                    <a:pt x="121" y="65"/>
                  </a:cubicBezTo>
                  <a:cubicBezTo>
                    <a:pt x="147" y="82"/>
                    <a:pt x="169" y="104"/>
                    <a:pt x="182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3" name="Freeform 58">
              <a:extLst>
                <a:ext uri="{FF2B5EF4-FFF2-40B4-BE49-F238E27FC236}">
                  <a16:creationId xmlns:a16="http://schemas.microsoft.com/office/drawing/2014/main" id="{E599F569-1D67-4511-B0B7-7859098C5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319"/>
              <a:ext cx="173" cy="74"/>
            </a:xfrm>
            <a:custGeom>
              <a:avLst/>
              <a:gdLst>
                <a:gd name="T0" fmla="*/ 0 w 176"/>
                <a:gd name="T1" fmla="*/ 0 h 76"/>
                <a:gd name="T2" fmla="*/ 52 w 176"/>
                <a:gd name="T3" fmla="*/ 22 h 76"/>
                <a:gd name="T4" fmla="*/ 101 w 176"/>
                <a:gd name="T5" fmla="*/ 32 h 76"/>
                <a:gd name="T6" fmla="*/ 167 w 176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76">
                  <a:moveTo>
                    <a:pt x="0" y="0"/>
                  </a:moveTo>
                  <a:cubicBezTo>
                    <a:pt x="16" y="17"/>
                    <a:pt x="32" y="21"/>
                    <a:pt x="55" y="25"/>
                  </a:cubicBezTo>
                  <a:cubicBezTo>
                    <a:pt x="73" y="27"/>
                    <a:pt x="90" y="32"/>
                    <a:pt x="107" y="35"/>
                  </a:cubicBezTo>
                  <a:cubicBezTo>
                    <a:pt x="135" y="40"/>
                    <a:pt x="160" y="52"/>
                    <a:pt x="176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4" name="Freeform 59">
              <a:extLst>
                <a:ext uri="{FF2B5EF4-FFF2-40B4-BE49-F238E27FC236}">
                  <a16:creationId xmlns:a16="http://schemas.microsoft.com/office/drawing/2014/main" id="{6FBE210B-A218-4E86-A7DD-E6F549506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355"/>
              <a:ext cx="154" cy="793"/>
            </a:xfrm>
            <a:custGeom>
              <a:avLst/>
              <a:gdLst>
                <a:gd name="T0" fmla="*/ 25 w 157"/>
                <a:gd name="T1" fmla="*/ 762 h 808"/>
                <a:gd name="T2" fmla="*/ 0 w 157"/>
                <a:gd name="T3" fmla="*/ 9 h 808"/>
                <a:gd name="T4" fmla="*/ 13 w 157"/>
                <a:gd name="T5" fmla="*/ 0 h 808"/>
                <a:gd name="T6" fmla="*/ 30 w 157"/>
                <a:gd name="T7" fmla="*/ 764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808">
                  <a:moveTo>
                    <a:pt x="25" y="806"/>
                  </a:moveTo>
                  <a:cubicBezTo>
                    <a:pt x="150" y="140"/>
                    <a:pt x="0" y="9"/>
                    <a:pt x="0" y="9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57" y="112"/>
                    <a:pt x="33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5" name="Freeform 60">
              <a:extLst>
                <a:ext uri="{FF2B5EF4-FFF2-40B4-BE49-F238E27FC236}">
                  <a16:creationId xmlns:a16="http://schemas.microsoft.com/office/drawing/2014/main" id="{B8E60AF7-214B-48B6-A18D-D0EEC8BA6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263"/>
              <a:ext cx="130" cy="98"/>
            </a:xfrm>
            <a:custGeom>
              <a:avLst/>
              <a:gdLst>
                <a:gd name="T0" fmla="*/ 0 w 133"/>
                <a:gd name="T1" fmla="*/ 76 h 100"/>
                <a:gd name="T2" fmla="*/ 59 w 133"/>
                <a:gd name="T3" fmla="*/ 74 h 100"/>
                <a:gd name="T4" fmla="*/ 124 w 13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00">
                  <a:moveTo>
                    <a:pt x="0" y="82"/>
                  </a:moveTo>
                  <a:cubicBezTo>
                    <a:pt x="18" y="100"/>
                    <a:pt x="44" y="98"/>
                    <a:pt x="62" y="80"/>
                  </a:cubicBezTo>
                  <a:cubicBezTo>
                    <a:pt x="88" y="54"/>
                    <a:pt x="96" y="16"/>
                    <a:pt x="13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6" name="Freeform 61">
              <a:extLst>
                <a:ext uri="{FF2B5EF4-FFF2-40B4-BE49-F238E27FC236}">
                  <a16:creationId xmlns:a16="http://schemas.microsoft.com/office/drawing/2014/main" id="{F4F3E940-B7F9-4C5B-9841-0F84E9997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244"/>
              <a:ext cx="11" cy="96"/>
            </a:xfrm>
            <a:custGeom>
              <a:avLst/>
              <a:gdLst>
                <a:gd name="T0" fmla="*/ 1 w 12"/>
                <a:gd name="T1" fmla="*/ 92 h 98"/>
                <a:gd name="T2" fmla="*/ 6 w 12"/>
                <a:gd name="T3" fmla="*/ 57 h 98"/>
                <a:gd name="T4" fmla="*/ 0 w 12"/>
                <a:gd name="T5" fmla="*/ 26 h 98"/>
                <a:gd name="T6" fmla="*/ 6 w 1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8">
                  <a:moveTo>
                    <a:pt x="1" y="98"/>
                  </a:moveTo>
                  <a:cubicBezTo>
                    <a:pt x="7" y="86"/>
                    <a:pt x="12" y="74"/>
                    <a:pt x="9" y="60"/>
                  </a:cubicBezTo>
                  <a:cubicBezTo>
                    <a:pt x="7" y="50"/>
                    <a:pt x="0" y="40"/>
                    <a:pt x="0" y="29"/>
                  </a:cubicBezTo>
                  <a:cubicBezTo>
                    <a:pt x="0" y="18"/>
                    <a:pt x="6" y="1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7" name="Freeform 62">
              <a:extLst>
                <a:ext uri="{FF2B5EF4-FFF2-40B4-BE49-F238E27FC236}">
                  <a16:creationId xmlns:a16="http://schemas.microsoft.com/office/drawing/2014/main" id="{1C2BB1FA-C25B-4830-A0E8-59BDC4082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340"/>
              <a:ext cx="101" cy="19"/>
            </a:xfrm>
            <a:custGeom>
              <a:avLst/>
              <a:gdLst>
                <a:gd name="T0" fmla="*/ 0 w 103"/>
                <a:gd name="T1" fmla="*/ 13 h 19"/>
                <a:gd name="T2" fmla="*/ 55 w 103"/>
                <a:gd name="T3" fmla="*/ 9 h 19"/>
                <a:gd name="T4" fmla="*/ 97 w 10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9">
                  <a:moveTo>
                    <a:pt x="0" y="13"/>
                  </a:moveTo>
                  <a:cubicBezTo>
                    <a:pt x="19" y="19"/>
                    <a:pt x="40" y="15"/>
                    <a:pt x="58" y="9"/>
                  </a:cubicBezTo>
                  <a:cubicBezTo>
                    <a:pt x="72" y="4"/>
                    <a:pt x="88" y="0"/>
                    <a:pt x="10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8" name="Freeform 63">
              <a:extLst>
                <a:ext uri="{FF2B5EF4-FFF2-40B4-BE49-F238E27FC236}">
                  <a16:creationId xmlns:a16="http://schemas.microsoft.com/office/drawing/2014/main" id="{4425215A-89A9-465F-B2C1-D87B6402A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138"/>
              <a:ext cx="58" cy="743"/>
            </a:xfrm>
            <a:custGeom>
              <a:avLst/>
              <a:gdLst>
                <a:gd name="T0" fmla="*/ 54 w 60"/>
                <a:gd name="T1" fmla="*/ 0 h 757"/>
                <a:gd name="T2" fmla="*/ 36 w 60"/>
                <a:gd name="T3" fmla="*/ 127 h 757"/>
                <a:gd name="T4" fmla="*/ 43 w 60"/>
                <a:gd name="T5" fmla="*/ 345 h 757"/>
                <a:gd name="T6" fmla="*/ 23 w 60"/>
                <a:gd name="T7" fmla="*/ 561 h 757"/>
                <a:gd name="T8" fmla="*/ 11 w 60"/>
                <a:gd name="T9" fmla="*/ 640 h 757"/>
                <a:gd name="T10" fmla="*/ 0 w 60"/>
                <a:gd name="T11" fmla="*/ 716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60" y="0"/>
                  </a:moveTo>
                  <a:cubicBezTo>
                    <a:pt x="44" y="40"/>
                    <a:pt x="44" y="90"/>
                    <a:pt x="39" y="133"/>
                  </a:cubicBezTo>
                  <a:cubicBezTo>
                    <a:pt x="32" y="210"/>
                    <a:pt x="44" y="289"/>
                    <a:pt x="48" y="366"/>
                  </a:cubicBezTo>
                  <a:cubicBezTo>
                    <a:pt x="52" y="444"/>
                    <a:pt x="43" y="519"/>
                    <a:pt x="26" y="594"/>
                  </a:cubicBezTo>
                  <a:cubicBezTo>
                    <a:pt x="20" y="621"/>
                    <a:pt x="16" y="649"/>
                    <a:pt x="11" y="677"/>
                  </a:cubicBezTo>
                  <a:cubicBezTo>
                    <a:pt x="6" y="702"/>
                    <a:pt x="8" y="735"/>
                    <a:pt x="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9" name="Freeform 64">
              <a:extLst>
                <a:ext uri="{FF2B5EF4-FFF2-40B4-BE49-F238E27FC236}">
                  <a16:creationId xmlns:a16="http://schemas.microsoft.com/office/drawing/2014/main" id="{076E350B-6323-4FAD-979F-F23A658D6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3135"/>
              <a:ext cx="53" cy="474"/>
            </a:xfrm>
            <a:custGeom>
              <a:avLst/>
              <a:gdLst>
                <a:gd name="T0" fmla="*/ 4 w 53"/>
                <a:gd name="T1" fmla="*/ 0 h 483"/>
                <a:gd name="T2" fmla="*/ 10 w 53"/>
                <a:gd name="T3" fmla="*/ 69 h 483"/>
                <a:gd name="T4" fmla="*/ 37 w 53"/>
                <a:gd name="T5" fmla="*/ 204 h 483"/>
                <a:gd name="T6" fmla="*/ 48 w 53"/>
                <a:gd name="T7" fmla="*/ 359 h 483"/>
                <a:gd name="T8" fmla="*/ 41 w 53"/>
                <a:gd name="T9" fmla="*/ 420 h 483"/>
                <a:gd name="T10" fmla="*/ 35 w 53"/>
                <a:gd name="T11" fmla="*/ 456 h 4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483">
                  <a:moveTo>
                    <a:pt x="4" y="0"/>
                  </a:moveTo>
                  <a:cubicBezTo>
                    <a:pt x="0" y="26"/>
                    <a:pt x="5" y="46"/>
                    <a:pt x="10" y="72"/>
                  </a:cubicBezTo>
                  <a:cubicBezTo>
                    <a:pt x="19" y="120"/>
                    <a:pt x="26" y="168"/>
                    <a:pt x="37" y="216"/>
                  </a:cubicBezTo>
                  <a:cubicBezTo>
                    <a:pt x="48" y="269"/>
                    <a:pt x="53" y="327"/>
                    <a:pt x="48" y="380"/>
                  </a:cubicBezTo>
                  <a:cubicBezTo>
                    <a:pt x="46" y="402"/>
                    <a:pt x="45" y="423"/>
                    <a:pt x="41" y="444"/>
                  </a:cubicBezTo>
                  <a:cubicBezTo>
                    <a:pt x="39" y="455"/>
                    <a:pt x="34" y="475"/>
                    <a:pt x="35" y="4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0" name="Freeform 65">
              <a:extLst>
                <a:ext uri="{FF2B5EF4-FFF2-40B4-BE49-F238E27FC236}">
                  <a16:creationId xmlns:a16="http://schemas.microsoft.com/office/drawing/2014/main" id="{A29AAF46-E15C-4E78-9151-FE8D55D3A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326"/>
              <a:ext cx="88" cy="435"/>
            </a:xfrm>
            <a:custGeom>
              <a:avLst/>
              <a:gdLst>
                <a:gd name="T0" fmla="*/ 86 w 89"/>
                <a:gd name="T1" fmla="*/ 0 h 443"/>
                <a:gd name="T2" fmla="*/ 41 w 89"/>
                <a:gd name="T3" fmla="*/ 79 h 443"/>
                <a:gd name="T4" fmla="*/ 1 w 89"/>
                <a:gd name="T5" fmla="*/ 195 h 443"/>
                <a:gd name="T6" fmla="*/ 9 w 89"/>
                <a:gd name="T7" fmla="*/ 313 h 443"/>
                <a:gd name="T8" fmla="*/ 11 w 89"/>
                <a:gd name="T9" fmla="*/ 419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443">
                  <a:moveTo>
                    <a:pt x="89" y="0"/>
                  </a:moveTo>
                  <a:cubicBezTo>
                    <a:pt x="85" y="31"/>
                    <a:pt x="57" y="56"/>
                    <a:pt x="41" y="82"/>
                  </a:cubicBezTo>
                  <a:cubicBezTo>
                    <a:pt x="15" y="123"/>
                    <a:pt x="4" y="159"/>
                    <a:pt x="1" y="207"/>
                  </a:cubicBezTo>
                  <a:cubicBezTo>
                    <a:pt x="0" y="248"/>
                    <a:pt x="6" y="290"/>
                    <a:pt x="9" y="331"/>
                  </a:cubicBezTo>
                  <a:cubicBezTo>
                    <a:pt x="11" y="368"/>
                    <a:pt x="11" y="405"/>
                    <a:pt x="11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1" name="Freeform 66">
              <a:extLst>
                <a:ext uri="{FF2B5EF4-FFF2-40B4-BE49-F238E27FC236}">
                  <a16:creationId xmlns:a16="http://schemas.microsoft.com/office/drawing/2014/main" id="{E2007267-7351-430B-916C-2AD136C27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640"/>
              <a:ext cx="447" cy="762"/>
            </a:xfrm>
            <a:custGeom>
              <a:avLst/>
              <a:gdLst>
                <a:gd name="T0" fmla="*/ 0 w 455"/>
                <a:gd name="T1" fmla="*/ 0 h 776"/>
                <a:gd name="T2" fmla="*/ 25 w 455"/>
                <a:gd name="T3" fmla="*/ 128 h 776"/>
                <a:gd name="T4" fmla="*/ 105 w 455"/>
                <a:gd name="T5" fmla="*/ 313 h 776"/>
                <a:gd name="T6" fmla="*/ 196 w 455"/>
                <a:gd name="T7" fmla="*/ 499 h 776"/>
                <a:gd name="T8" fmla="*/ 277 w 455"/>
                <a:gd name="T9" fmla="*/ 651 h 776"/>
                <a:gd name="T10" fmla="*/ 358 w 455"/>
                <a:gd name="T11" fmla="*/ 700 h 776"/>
                <a:gd name="T12" fmla="*/ 398 w 455"/>
                <a:gd name="T13" fmla="*/ 719 h 776"/>
                <a:gd name="T14" fmla="*/ 425 w 455"/>
                <a:gd name="T15" fmla="*/ 735 h 7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5" h="776">
                  <a:moveTo>
                    <a:pt x="0" y="0"/>
                  </a:moveTo>
                  <a:cubicBezTo>
                    <a:pt x="14" y="44"/>
                    <a:pt x="16" y="88"/>
                    <a:pt x="25" y="134"/>
                  </a:cubicBezTo>
                  <a:cubicBezTo>
                    <a:pt x="38" y="204"/>
                    <a:pt x="68" y="273"/>
                    <a:pt x="111" y="331"/>
                  </a:cubicBezTo>
                  <a:cubicBezTo>
                    <a:pt x="156" y="392"/>
                    <a:pt x="182" y="455"/>
                    <a:pt x="207" y="526"/>
                  </a:cubicBezTo>
                  <a:cubicBezTo>
                    <a:pt x="226" y="580"/>
                    <a:pt x="249" y="646"/>
                    <a:pt x="292" y="687"/>
                  </a:cubicBezTo>
                  <a:cubicBezTo>
                    <a:pt x="315" y="708"/>
                    <a:pt x="350" y="723"/>
                    <a:pt x="378" y="739"/>
                  </a:cubicBezTo>
                  <a:cubicBezTo>
                    <a:pt x="391" y="746"/>
                    <a:pt x="405" y="753"/>
                    <a:pt x="419" y="759"/>
                  </a:cubicBezTo>
                  <a:cubicBezTo>
                    <a:pt x="428" y="763"/>
                    <a:pt x="455" y="771"/>
                    <a:pt x="449" y="7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2" name="Freeform 67">
              <a:extLst>
                <a:ext uri="{FF2B5EF4-FFF2-40B4-BE49-F238E27FC236}">
                  <a16:creationId xmlns:a16="http://schemas.microsoft.com/office/drawing/2014/main" id="{4BF92EE7-1790-44DF-8758-BF2736054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647"/>
              <a:ext cx="280" cy="841"/>
            </a:xfrm>
            <a:custGeom>
              <a:avLst/>
              <a:gdLst>
                <a:gd name="T0" fmla="*/ 5 w 285"/>
                <a:gd name="T1" fmla="*/ 0 h 856"/>
                <a:gd name="T2" fmla="*/ 3 w 285"/>
                <a:gd name="T3" fmla="*/ 67 h 856"/>
                <a:gd name="T4" fmla="*/ 7 w 285"/>
                <a:gd name="T5" fmla="*/ 171 h 856"/>
                <a:gd name="T6" fmla="*/ 56 w 285"/>
                <a:gd name="T7" fmla="*/ 404 h 856"/>
                <a:gd name="T8" fmla="*/ 172 w 285"/>
                <a:gd name="T9" fmla="*/ 571 h 856"/>
                <a:gd name="T10" fmla="*/ 255 w 285"/>
                <a:gd name="T11" fmla="*/ 722 h 856"/>
                <a:gd name="T12" fmla="*/ 260 w 285"/>
                <a:gd name="T13" fmla="*/ 812 h 8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5" h="856">
                  <a:moveTo>
                    <a:pt x="5" y="0"/>
                  </a:moveTo>
                  <a:cubicBezTo>
                    <a:pt x="9" y="37"/>
                    <a:pt x="1" y="48"/>
                    <a:pt x="3" y="70"/>
                  </a:cubicBezTo>
                  <a:cubicBezTo>
                    <a:pt x="6" y="106"/>
                    <a:pt x="10" y="144"/>
                    <a:pt x="7" y="180"/>
                  </a:cubicBezTo>
                  <a:cubicBezTo>
                    <a:pt x="0" y="265"/>
                    <a:pt x="12" y="352"/>
                    <a:pt x="59" y="425"/>
                  </a:cubicBezTo>
                  <a:cubicBezTo>
                    <a:pt x="99" y="485"/>
                    <a:pt x="150" y="538"/>
                    <a:pt x="181" y="602"/>
                  </a:cubicBezTo>
                  <a:cubicBezTo>
                    <a:pt x="208" y="657"/>
                    <a:pt x="249" y="703"/>
                    <a:pt x="270" y="761"/>
                  </a:cubicBezTo>
                  <a:cubicBezTo>
                    <a:pt x="279" y="785"/>
                    <a:pt x="285" y="832"/>
                    <a:pt x="275" y="85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3" name="Freeform 68">
              <a:extLst>
                <a:ext uri="{FF2B5EF4-FFF2-40B4-BE49-F238E27FC236}">
                  <a16:creationId xmlns:a16="http://schemas.microsoft.com/office/drawing/2014/main" id="{52F418CB-3EA5-4C57-B775-95D8C4292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319"/>
              <a:ext cx="64" cy="250"/>
            </a:xfrm>
            <a:custGeom>
              <a:avLst/>
              <a:gdLst>
                <a:gd name="T0" fmla="*/ 0 w 65"/>
                <a:gd name="T1" fmla="*/ 0 h 255"/>
                <a:gd name="T2" fmla="*/ 42 w 65"/>
                <a:gd name="T3" fmla="*/ 130 h 255"/>
                <a:gd name="T4" fmla="*/ 62 w 65"/>
                <a:gd name="T5" fmla="*/ 24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55">
                  <a:moveTo>
                    <a:pt x="0" y="0"/>
                  </a:moveTo>
                  <a:cubicBezTo>
                    <a:pt x="26" y="42"/>
                    <a:pt x="37" y="90"/>
                    <a:pt x="45" y="139"/>
                  </a:cubicBezTo>
                  <a:cubicBezTo>
                    <a:pt x="52" y="177"/>
                    <a:pt x="60" y="217"/>
                    <a:pt x="65" y="25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4" name="Freeform 69">
              <a:extLst>
                <a:ext uri="{FF2B5EF4-FFF2-40B4-BE49-F238E27FC236}">
                  <a16:creationId xmlns:a16="http://schemas.microsoft.com/office/drawing/2014/main" id="{C0EFC289-A0F5-48E1-B58B-5E0A407A5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422"/>
              <a:ext cx="72" cy="102"/>
            </a:xfrm>
            <a:custGeom>
              <a:avLst/>
              <a:gdLst>
                <a:gd name="T0" fmla="*/ 0 w 74"/>
                <a:gd name="T1" fmla="*/ 0 h 104"/>
                <a:gd name="T2" fmla="*/ 40 w 74"/>
                <a:gd name="T3" fmla="*/ 49 h 104"/>
                <a:gd name="T4" fmla="*/ 68 w 74"/>
                <a:gd name="T5" fmla="*/ 98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04">
                  <a:moveTo>
                    <a:pt x="0" y="0"/>
                  </a:moveTo>
                  <a:cubicBezTo>
                    <a:pt x="10" y="22"/>
                    <a:pt x="29" y="33"/>
                    <a:pt x="43" y="52"/>
                  </a:cubicBezTo>
                  <a:cubicBezTo>
                    <a:pt x="55" y="68"/>
                    <a:pt x="65" y="86"/>
                    <a:pt x="74" y="10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5" name="Freeform 70">
              <a:extLst>
                <a:ext uri="{FF2B5EF4-FFF2-40B4-BE49-F238E27FC236}">
                  <a16:creationId xmlns:a16="http://schemas.microsoft.com/office/drawing/2014/main" id="{6D9BA1D5-34DE-4AE7-A21C-2432E6359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348"/>
              <a:ext cx="132" cy="214"/>
            </a:xfrm>
            <a:custGeom>
              <a:avLst/>
              <a:gdLst>
                <a:gd name="T0" fmla="*/ 0 w 134"/>
                <a:gd name="T1" fmla="*/ 0 h 217"/>
                <a:gd name="T2" fmla="*/ 98 w 134"/>
                <a:gd name="T3" fmla="*/ 92 h 217"/>
                <a:gd name="T4" fmla="*/ 128 w 134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217">
                  <a:moveTo>
                    <a:pt x="0" y="0"/>
                  </a:moveTo>
                  <a:cubicBezTo>
                    <a:pt x="35" y="37"/>
                    <a:pt x="79" y="48"/>
                    <a:pt x="102" y="95"/>
                  </a:cubicBezTo>
                  <a:cubicBezTo>
                    <a:pt x="120" y="133"/>
                    <a:pt x="115" y="183"/>
                    <a:pt x="134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6" name="Freeform 71">
              <a:extLst>
                <a:ext uri="{FF2B5EF4-FFF2-40B4-BE49-F238E27FC236}">
                  <a16:creationId xmlns:a16="http://schemas.microsoft.com/office/drawing/2014/main" id="{7310BF5D-A9B3-4AAB-8A48-221B0FFF5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507"/>
              <a:ext cx="31" cy="409"/>
            </a:xfrm>
            <a:custGeom>
              <a:avLst/>
              <a:gdLst>
                <a:gd name="T0" fmla="*/ 27 w 32"/>
                <a:gd name="T1" fmla="*/ 0 h 417"/>
                <a:gd name="T2" fmla="*/ 22 w 32"/>
                <a:gd name="T3" fmla="*/ 100 h 417"/>
                <a:gd name="T4" fmla="*/ 7 w 32"/>
                <a:gd name="T5" fmla="*/ 201 h 417"/>
                <a:gd name="T6" fmla="*/ 22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30" y="0"/>
                  </a:moveTo>
                  <a:cubicBezTo>
                    <a:pt x="27" y="36"/>
                    <a:pt x="32" y="70"/>
                    <a:pt x="25" y="106"/>
                  </a:cubicBezTo>
                  <a:cubicBezTo>
                    <a:pt x="18" y="141"/>
                    <a:pt x="10" y="177"/>
                    <a:pt x="7" y="213"/>
                  </a:cubicBezTo>
                  <a:cubicBezTo>
                    <a:pt x="1" y="272"/>
                    <a:pt x="0" y="366"/>
                    <a:pt x="25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7" name="Freeform 72">
              <a:extLst>
                <a:ext uri="{FF2B5EF4-FFF2-40B4-BE49-F238E27FC236}">
                  <a16:creationId xmlns:a16="http://schemas.microsoft.com/office/drawing/2014/main" id="{B32F6BC5-607D-42AA-ADFE-2CC00DE97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051"/>
              <a:ext cx="100" cy="167"/>
            </a:xfrm>
            <a:custGeom>
              <a:avLst/>
              <a:gdLst>
                <a:gd name="T0" fmla="*/ 0 w 102"/>
                <a:gd name="T1" fmla="*/ 160 h 170"/>
                <a:gd name="T2" fmla="*/ 47 w 102"/>
                <a:gd name="T3" fmla="*/ 100 h 170"/>
                <a:gd name="T4" fmla="*/ 96 w 102"/>
                <a:gd name="T5" fmla="*/ 7 h 170"/>
                <a:gd name="T6" fmla="*/ 94 w 102"/>
                <a:gd name="T7" fmla="*/ 0 h 170"/>
                <a:gd name="T8" fmla="*/ 43 w 102"/>
                <a:gd name="T9" fmla="*/ 96 h 170"/>
                <a:gd name="T10" fmla="*/ 0 w 102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70">
                  <a:moveTo>
                    <a:pt x="0" y="169"/>
                  </a:moveTo>
                  <a:cubicBezTo>
                    <a:pt x="0" y="169"/>
                    <a:pt x="19" y="170"/>
                    <a:pt x="50" y="106"/>
                  </a:cubicBezTo>
                  <a:cubicBezTo>
                    <a:pt x="81" y="42"/>
                    <a:pt x="102" y="7"/>
                    <a:pt x="102" y="7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7" y="38"/>
                    <a:pt x="46" y="102"/>
                  </a:cubicBezTo>
                  <a:cubicBezTo>
                    <a:pt x="15" y="166"/>
                    <a:pt x="0" y="169"/>
                    <a:pt x="0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8" name="Freeform 73">
              <a:extLst>
                <a:ext uri="{FF2B5EF4-FFF2-40B4-BE49-F238E27FC236}">
                  <a16:creationId xmlns:a16="http://schemas.microsoft.com/office/drawing/2014/main" id="{C8DDB514-4DDF-4A71-BA12-062AC9B6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021"/>
              <a:ext cx="173" cy="218"/>
            </a:xfrm>
            <a:custGeom>
              <a:avLst/>
              <a:gdLst>
                <a:gd name="T0" fmla="*/ 167 w 176"/>
                <a:gd name="T1" fmla="*/ 0 h 223"/>
                <a:gd name="T2" fmla="*/ 105 w 176"/>
                <a:gd name="T3" fmla="*/ 57 h 223"/>
                <a:gd name="T4" fmla="*/ 95 w 176"/>
                <a:gd name="T5" fmla="*/ 128 h 223"/>
                <a:gd name="T6" fmla="*/ 57 w 176"/>
                <a:gd name="T7" fmla="*/ 179 h 223"/>
                <a:gd name="T8" fmla="*/ 0 w 176"/>
                <a:gd name="T9" fmla="*/ 208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3">
                  <a:moveTo>
                    <a:pt x="176" y="0"/>
                  </a:moveTo>
                  <a:cubicBezTo>
                    <a:pt x="153" y="17"/>
                    <a:pt x="126" y="33"/>
                    <a:pt x="111" y="60"/>
                  </a:cubicBezTo>
                  <a:cubicBezTo>
                    <a:pt x="99" y="80"/>
                    <a:pt x="108" y="116"/>
                    <a:pt x="101" y="137"/>
                  </a:cubicBezTo>
                  <a:cubicBezTo>
                    <a:pt x="94" y="160"/>
                    <a:pt x="77" y="174"/>
                    <a:pt x="60" y="191"/>
                  </a:cubicBezTo>
                  <a:cubicBezTo>
                    <a:pt x="42" y="211"/>
                    <a:pt x="22" y="217"/>
                    <a:pt x="0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9" name="Freeform 74">
              <a:extLst>
                <a:ext uri="{FF2B5EF4-FFF2-40B4-BE49-F238E27FC236}">
                  <a16:creationId xmlns:a16="http://schemas.microsoft.com/office/drawing/2014/main" id="{07AB7EBF-02AC-4260-9E43-76590C110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951"/>
              <a:ext cx="94" cy="113"/>
            </a:xfrm>
            <a:custGeom>
              <a:avLst/>
              <a:gdLst>
                <a:gd name="T0" fmla="*/ 90 w 96"/>
                <a:gd name="T1" fmla="*/ 27 h 115"/>
                <a:gd name="T2" fmla="*/ 88 w 96"/>
                <a:gd name="T3" fmla="*/ 28 h 115"/>
                <a:gd name="T4" fmla="*/ 79 w 96"/>
                <a:gd name="T5" fmla="*/ 36 h 115"/>
                <a:gd name="T6" fmla="*/ 60 w 96"/>
                <a:gd name="T7" fmla="*/ 56 h 115"/>
                <a:gd name="T8" fmla="*/ 32 w 96"/>
                <a:gd name="T9" fmla="*/ 81 h 115"/>
                <a:gd name="T10" fmla="*/ 22 w 96"/>
                <a:gd name="T11" fmla="*/ 107 h 115"/>
                <a:gd name="T12" fmla="*/ 7 w 96"/>
                <a:gd name="T13" fmla="*/ 85 h 115"/>
                <a:gd name="T14" fmla="*/ 4 w 96"/>
                <a:gd name="T15" fmla="*/ 56 h 115"/>
                <a:gd name="T16" fmla="*/ 8 w 96"/>
                <a:gd name="T17" fmla="*/ 11 h 115"/>
                <a:gd name="T18" fmla="*/ 16 w 96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15">
                  <a:moveTo>
                    <a:pt x="96" y="27"/>
                  </a:moveTo>
                  <a:cubicBezTo>
                    <a:pt x="96" y="26"/>
                    <a:pt x="96" y="27"/>
                    <a:pt x="94" y="29"/>
                  </a:cubicBezTo>
                  <a:cubicBezTo>
                    <a:pt x="91" y="32"/>
                    <a:pt x="88" y="36"/>
                    <a:pt x="85" y="39"/>
                  </a:cubicBezTo>
                  <a:cubicBezTo>
                    <a:pt x="79" y="47"/>
                    <a:pt x="71" y="53"/>
                    <a:pt x="63" y="59"/>
                  </a:cubicBezTo>
                  <a:cubicBezTo>
                    <a:pt x="53" y="65"/>
                    <a:pt x="41" y="74"/>
                    <a:pt x="35" y="84"/>
                  </a:cubicBezTo>
                  <a:cubicBezTo>
                    <a:pt x="31" y="92"/>
                    <a:pt x="35" y="115"/>
                    <a:pt x="22" y="113"/>
                  </a:cubicBezTo>
                  <a:cubicBezTo>
                    <a:pt x="13" y="111"/>
                    <a:pt x="9" y="97"/>
                    <a:pt x="7" y="90"/>
                  </a:cubicBezTo>
                  <a:cubicBezTo>
                    <a:pt x="5" y="79"/>
                    <a:pt x="4" y="70"/>
                    <a:pt x="4" y="59"/>
                  </a:cubicBezTo>
                  <a:cubicBezTo>
                    <a:pt x="4" y="42"/>
                    <a:pt x="0" y="25"/>
                    <a:pt x="8" y="11"/>
                  </a:cubicBezTo>
                  <a:cubicBezTo>
                    <a:pt x="11" y="7"/>
                    <a:pt x="14" y="4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0" name="Freeform 75">
              <a:extLst>
                <a:ext uri="{FF2B5EF4-FFF2-40B4-BE49-F238E27FC236}">
                  <a16:creationId xmlns:a16="http://schemas.microsoft.com/office/drawing/2014/main" id="{D57AE62A-8010-4140-89B0-312C806FE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966"/>
              <a:ext cx="27" cy="54"/>
            </a:xfrm>
            <a:custGeom>
              <a:avLst/>
              <a:gdLst>
                <a:gd name="T0" fmla="*/ 25 w 28"/>
                <a:gd name="T1" fmla="*/ 39 h 55"/>
                <a:gd name="T2" fmla="*/ 0 w 28"/>
                <a:gd name="T3" fmla="*/ 25 h 55"/>
                <a:gd name="T4" fmla="*/ 11 w 28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5">
                  <a:moveTo>
                    <a:pt x="28" y="42"/>
                  </a:moveTo>
                  <a:cubicBezTo>
                    <a:pt x="16" y="55"/>
                    <a:pt x="1" y="38"/>
                    <a:pt x="0" y="25"/>
                  </a:cubicBezTo>
                  <a:cubicBezTo>
                    <a:pt x="0" y="15"/>
                    <a:pt x="5" y="6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1" name="Freeform 76">
              <a:extLst>
                <a:ext uri="{FF2B5EF4-FFF2-40B4-BE49-F238E27FC236}">
                  <a16:creationId xmlns:a16="http://schemas.microsoft.com/office/drawing/2014/main" id="{EBAA12AC-2042-4EDB-A35E-7FD957D6B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036"/>
              <a:ext cx="45" cy="13"/>
            </a:xfrm>
            <a:custGeom>
              <a:avLst/>
              <a:gdLst>
                <a:gd name="T0" fmla="*/ 43 w 46"/>
                <a:gd name="T1" fmla="*/ 0 h 13"/>
                <a:gd name="T2" fmla="*/ 17 w 46"/>
                <a:gd name="T3" fmla="*/ 6 h 13"/>
                <a:gd name="T4" fmla="*/ 0 w 46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46" y="0"/>
                  </a:moveTo>
                  <a:cubicBezTo>
                    <a:pt x="40" y="7"/>
                    <a:pt x="25" y="7"/>
                    <a:pt x="17" y="6"/>
                  </a:cubicBezTo>
                  <a:cubicBezTo>
                    <a:pt x="12" y="6"/>
                    <a:pt x="2" y="9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2" name="Freeform 77">
              <a:extLst>
                <a:ext uri="{FF2B5EF4-FFF2-40B4-BE49-F238E27FC236}">
                  <a16:creationId xmlns:a16="http://schemas.microsoft.com/office/drawing/2014/main" id="{9356A57E-EEB3-435C-B547-B6388BCE9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179"/>
              <a:ext cx="291" cy="202"/>
            </a:xfrm>
            <a:custGeom>
              <a:avLst/>
              <a:gdLst>
                <a:gd name="T0" fmla="*/ 281 w 296"/>
                <a:gd name="T1" fmla="*/ 0 h 206"/>
                <a:gd name="T2" fmla="*/ 202 w 296"/>
                <a:gd name="T3" fmla="*/ 73 h 206"/>
                <a:gd name="T4" fmla="*/ 0 w 296"/>
                <a:gd name="T5" fmla="*/ 194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6" h="206">
                  <a:moveTo>
                    <a:pt x="296" y="0"/>
                  </a:moveTo>
                  <a:cubicBezTo>
                    <a:pt x="296" y="0"/>
                    <a:pt x="269" y="36"/>
                    <a:pt x="213" y="76"/>
                  </a:cubicBezTo>
                  <a:cubicBezTo>
                    <a:pt x="126" y="138"/>
                    <a:pt x="59" y="121"/>
                    <a:pt x="0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3" name="Freeform 78">
              <a:extLst>
                <a:ext uri="{FF2B5EF4-FFF2-40B4-BE49-F238E27FC236}">
                  <a16:creationId xmlns:a16="http://schemas.microsoft.com/office/drawing/2014/main" id="{11FD397F-0EF9-47BD-942A-66128E7ED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27"/>
              <a:ext cx="334" cy="242"/>
            </a:xfrm>
            <a:custGeom>
              <a:avLst/>
              <a:gdLst>
                <a:gd name="T0" fmla="*/ 322 w 340"/>
                <a:gd name="T1" fmla="*/ 0 h 247"/>
                <a:gd name="T2" fmla="*/ 191 w 340"/>
                <a:gd name="T3" fmla="*/ 96 h 247"/>
                <a:gd name="T4" fmla="*/ 0 w 340"/>
                <a:gd name="T5" fmla="*/ 232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247">
                  <a:moveTo>
                    <a:pt x="340" y="0"/>
                  </a:moveTo>
                  <a:cubicBezTo>
                    <a:pt x="340" y="0"/>
                    <a:pt x="297" y="59"/>
                    <a:pt x="201" y="102"/>
                  </a:cubicBezTo>
                  <a:cubicBezTo>
                    <a:pt x="106" y="145"/>
                    <a:pt x="39" y="171"/>
                    <a:pt x="0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4" name="Freeform 79">
              <a:extLst>
                <a:ext uri="{FF2B5EF4-FFF2-40B4-BE49-F238E27FC236}">
                  <a16:creationId xmlns:a16="http://schemas.microsoft.com/office/drawing/2014/main" id="{925B28A8-B614-417D-BF45-9BCECC35E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290"/>
              <a:ext cx="293" cy="164"/>
            </a:xfrm>
            <a:custGeom>
              <a:avLst/>
              <a:gdLst>
                <a:gd name="T0" fmla="*/ 283 w 298"/>
                <a:gd name="T1" fmla="*/ 0 h 167"/>
                <a:gd name="T2" fmla="*/ 178 w 298"/>
                <a:gd name="T3" fmla="*/ 61 h 167"/>
                <a:gd name="T4" fmla="*/ 0 w 298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67">
                  <a:moveTo>
                    <a:pt x="298" y="0"/>
                  </a:moveTo>
                  <a:cubicBezTo>
                    <a:pt x="298" y="0"/>
                    <a:pt x="269" y="36"/>
                    <a:pt x="187" y="64"/>
                  </a:cubicBezTo>
                  <a:cubicBezTo>
                    <a:pt x="104" y="91"/>
                    <a:pt x="25" y="129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5" name="Freeform 80">
              <a:extLst>
                <a:ext uri="{FF2B5EF4-FFF2-40B4-BE49-F238E27FC236}">
                  <a16:creationId xmlns:a16="http://schemas.microsoft.com/office/drawing/2014/main" id="{15D604A0-1899-47C4-B7A4-E2A865340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326"/>
              <a:ext cx="293" cy="186"/>
            </a:xfrm>
            <a:custGeom>
              <a:avLst/>
              <a:gdLst>
                <a:gd name="T0" fmla="*/ 283 w 298"/>
                <a:gd name="T1" fmla="*/ 0 h 190"/>
                <a:gd name="T2" fmla="*/ 209 w 298"/>
                <a:gd name="T3" fmla="*/ 45 h 190"/>
                <a:gd name="T4" fmla="*/ 0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298" y="0"/>
                  </a:moveTo>
                  <a:cubicBezTo>
                    <a:pt x="298" y="0"/>
                    <a:pt x="273" y="34"/>
                    <a:pt x="221" y="48"/>
                  </a:cubicBezTo>
                  <a:cubicBezTo>
                    <a:pt x="168" y="61"/>
                    <a:pt x="27" y="117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6" name="Freeform 81">
              <a:extLst>
                <a:ext uri="{FF2B5EF4-FFF2-40B4-BE49-F238E27FC236}">
                  <a16:creationId xmlns:a16="http://schemas.microsoft.com/office/drawing/2014/main" id="{C761EC85-3C87-40E1-A9D1-4F86602FF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385"/>
              <a:ext cx="288" cy="176"/>
            </a:xfrm>
            <a:custGeom>
              <a:avLst/>
              <a:gdLst>
                <a:gd name="T0" fmla="*/ 278 w 293"/>
                <a:gd name="T1" fmla="*/ 0 h 179"/>
                <a:gd name="T2" fmla="*/ 204 w 293"/>
                <a:gd name="T3" fmla="*/ 40 h 179"/>
                <a:gd name="T4" fmla="*/ 0 w 293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3" h="179">
                  <a:moveTo>
                    <a:pt x="293" y="0"/>
                  </a:moveTo>
                  <a:cubicBezTo>
                    <a:pt x="293" y="0"/>
                    <a:pt x="284" y="24"/>
                    <a:pt x="216" y="43"/>
                  </a:cubicBezTo>
                  <a:cubicBezTo>
                    <a:pt x="147" y="61"/>
                    <a:pt x="33" y="112"/>
                    <a:pt x="0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7" name="Freeform 82">
              <a:extLst>
                <a:ext uri="{FF2B5EF4-FFF2-40B4-BE49-F238E27FC236}">
                  <a16:creationId xmlns:a16="http://schemas.microsoft.com/office/drawing/2014/main" id="{D7268DCC-57F6-44D9-A0D7-8584EFA9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452"/>
              <a:ext cx="272" cy="159"/>
            </a:xfrm>
            <a:custGeom>
              <a:avLst/>
              <a:gdLst>
                <a:gd name="T0" fmla="*/ 262 w 277"/>
                <a:gd name="T1" fmla="*/ 0 h 162"/>
                <a:gd name="T2" fmla="*/ 178 w 277"/>
                <a:gd name="T3" fmla="*/ 35 h 162"/>
                <a:gd name="T4" fmla="*/ 0 w 277"/>
                <a:gd name="T5" fmla="*/ 153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7" h="162">
                  <a:moveTo>
                    <a:pt x="277" y="0"/>
                  </a:moveTo>
                  <a:cubicBezTo>
                    <a:pt x="277" y="0"/>
                    <a:pt x="226" y="30"/>
                    <a:pt x="187" y="38"/>
                  </a:cubicBezTo>
                  <a:cubicBezTo>
                    <a:pt x="148" y="45"/>
                    <a:pt x="47" y="84"/>
                    <a:pt x="0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8" name="Freeform 83">
              <a:extLst>
                <a:ext uri="{FF2B5EF4-FFF2-40B4-BE49-F238E27FC236}">
                  <a16:creationId xmlns:a16="http://schemas.microsoft.com/office/drawing/2014/main" id="{517CCAD6-D293-4E33-938C-E4501F6D0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500"/>
              <a:ext cx="278" cy="168"/>
            </a:xfrm>
            <a:custGeom>
              <a:avLst/>
              <a:gdLst>
                <a:gd name="T0" fmla="*/ 268 w 283"/>
                <a:gd name="T1" fmla="*/ 0 h 171"/>
                <a:gd name="T2" fmla="*/ 248 w 283"/>
                <a:gd name="T3" fmla="*/ 16 h 171"/>
                <a:gd name="T4" fmla="*/ 205 w 283"/>
                <a:gd name="T5" fmla="*/ 34 h 171"/>
                <a:gd name="T6" fmla="*/ 129 w 283"/>
                <a:gd name="T7" fmla="*/ 61 h 171"/>
                <a:gd name="T8" fmla="*/ 0 w 283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3" h="171">
                  <a:moveTo>
                    <a:pt x="283" y="0"/>
                  </a:moveTo>
                  <a:cubicBezTo>
                    <a:pt x="276" y="4"/>
                    <a:pt x="269" y="11"/>
                    <a:pt x="262" y="16"/>
                  </a:cubicBezTo>
                  <a:cubicBezTo>
                    <a:pt x="248" y="26"/>
                    <a:pt x="233" y="31"/>
                    <a:pt x="217" y="37"/>
                  </a:cubicBezTo>
                  <a:cubicBezTo>
                    <a:pt x="190" y="47"/>
                    <a:pt x="163" y="53"/>
                    <a:pt x="135" y="64"/>
                  </a:cubicBezTo>
                  <a:cubicBezTo>
                    <a:pt x="43" y="98"/>
                    <a:pt x="29" y="145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9" name="Freeform 84">
              <a:extLst>
                <a:ext uri="{FF2B5EF4-FFF2-40B4-BE49-F238E27FC236}">
                  <a16:creationId xmlns:a16="http://schemas.microsoft.com/office/drawing/2014/main" id="{D352FE0E-4CC4-461E-8020-A81EE16DE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554"/>
              <a:ext cx="269" cy="160"/>
            </a:xfrm>
            <a:custGeom>
              <a:avLst/>
              <a:gdLst>
                <a:gd name="T0" fmla="*/ 261 w 273"/>
                <a:gd name="T1" fmla="*/ 0 h 163"/>
                <a:gd name="T2" fmla="*/ 131 w 273"/>
                <a:gd name="T3" fmla="*/ 46 h 163"/>
                <a:gd name="T4" fmla="*/ 0 w 273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163">
                  <a:moveTo>
                    <a:pt x="273" y="0"/>
                  </a:moveTo>
                  <a:cubicBezTo>
                    <a:pt x="244" y="39"/>
                    <a:pt x="179" y="33"/>
                    <a:pt x="137" y="49"/>
                  </a:cubicBezTo>
                  <a:cubicBezTo>
                    <a:pt x="47" y="85"/>
                    <a:pt x="26" y="139"/>
                    <a:pt x="0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0" name="Freeform 85">
              <a:extLst>
                <a:ext uri="{FF2B5EF4-FFF2-40B4-BE49-F238E27FC236}">
                  <a16:creationId xmlns:a16="http://schemas.microsoft.com/office/drawing/2014/main" id="{AE312316-9636-43B4-B14C-FDDD0F966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595"/>
              <a:ext cx="274" cy="172"/>
            </a:xfrm>
            <a:custGeom>
              <a:avLst/>
              <a:gdLst>
                <a:gd name="T0" fmla="*/ 266 w 278"/>
                <a:gd name="T1" fmla="*/ 0 h 175"/>
                <a:gd name="T2" fmla="*/ 130 w 278"/>
                <a:gd name="T3" fmla="*/ 74 h 175"/>
                <a:gd name="T4" fmla="*/ 0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278" y="0"/>
                  </a:moveTo>
                  <a:cubicBezTo>
                    <a:pt x="257" y="52"/>
                    <a:pt x="182" y="62"/>
                    <a:pt x="136" y="77"/>
                  </a:cubicBezTo>
                  <a:cubicBezTo>
                    <a:pt x="49" y="105"/>
                    <a:pt x="14" y="165"/>
                    <a:pt x="0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1" name="Freeform 86">
              <a:extLst>
                <a:ext uri="{FF2B5EF4-FFF2-40B4-BE49-F238E27FC236}">
                  <a16:creationId xmlns:a16="http://schemas.microsoft.com/office/drawing/2014/main" id="{05A76A43-FF19-4002-B252-ACEB2A7BE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653"/>
              <a:ext cx="270" cy="186"/>
            </a:xfrm>
            <a:custGeom>
              <a:avLst/>
              <a:gdLst>
                <a:gd name="T0" fmla="*/ 260 w 274"/>
                <a:gd name="T1" fmla="*/ 2 h 190"/>
                <a:gd name="T2" fmla="*/ 262 w 274"/>
                <a:gd name="T3" fmla="*/ 2 h 190"/>
                <a:gd name="T4" fmla="*/ 125 w 274"/>
                <a:gd name="T5" fmla="*/ 74 h 190"/>
                <a:gd name="T6" fmla="*/ 0 w 274"/>
                <a:gd name="T7" fmla="*/ 178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190">
                  <a:moveTo>
                    <a:pt x="272" y="2"/>
                  </a:moveTo>
                  <a:cubicBezTo>
                    <a:pt x="273" y="2"/>
                    <a:pt x="274" y="0"/>
                    <a:pt x="274" y="2"/>
                  </a:cubicBezTo>
                  <a:cubicBezTo>
                    <a:pt x="242" y="48"/>
                    <a:pt x="175" y="49"/>
                    <a:pt x="131" y="80"/>
                  </a:cubicBezTo>
                  <a:cubicBezTo>
                    <a:pt x="99" y="102"/>
                    <a:pt x="14" y="152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2" name="Freeform 87">
              <a:extLst>
                <a:ext uri="{FF2B5EF4-FFF2-40B4-BE49-F238E27FC236}">
                  <a16:creationId xmlns:a16="http://schemas.microsoft.com/office/drawing/2014/main" id="{EECFE884-CC34-457F-AA98-31F2AA299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721"/>
              <a:ext cx="246" cy="173"/>
            </a:xfrm>
            <a:custGeom>
              <a:avLst/>
              <a:gdLst>
                <a:gd name="T0" fmla="*/ 238 w 250"/>
                <a:gd name="T1" fmla="*/ 0 h 177"/>
                <a:gd name="T2" fmla="*/ 116 w 250"/>
                <a:gd name="T3" fmla="*/ 79 h 177"/>
                <a:gd name="T4" fmla="*/ 0 w 250"/>
                <a:gd name="T5" fmla="*/ 165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77">
                  <a:moveTo>
                    <a:pt x="250" y="0"/>
                  </a:moveTo>
                  <a:cubicBezTo>
                    <a:pt x="224" y="41"/>
                    <a:pt x="164" y="61"/>
                    <a:pt x="122" y="85"/>
                  </a:cubicBezTo>
                  <a:cubicBezTo>
                    <a:pt x="83" y="109"/>
                    <a:pt x="29" y="141"/>
                    <a:pt x="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3" name="Freeform 88">
              <a:extLst>
                <a:ext uri="{FF2B5EF4-FFF2-40B4-BE49-F238E27FC236}">
                  <a16:creationId xmlns:a16="http://schemas.microsoft.com/office/drawing/2014/main" id="{6661FC7F-5813-48EB-8F0A-FDF19047D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784"/>
              <a:ext cx="223" cy="161"/>
            </a:xfrm>
            <a:custGeom>
              <a:avLst/>
              <a:gdLst>
                <a:gd name="T0" fmla="*/ 215 w 227"/>
                <a:gd name="T1" fmla="*/ 0 h 164"/>
                <a:gd name="T2" fmla="*/ 198 w 227"/>
                <a:gd name="T3" fmla="*/ 18 h 164"/>
                <a:gd name="T4" fmla="*/ 169 w 227"/>
                <a:gd name="T5" fmla="*/ 44 h 164"/>
                <a:gd name="T6" fmla="*/ 104 w 227"/>
                <a:gd name="T7" fmla="*/ 79 h 164"/>
                <a:gd name="T8" fmla="*/ 0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227" y="0"/>
                  </a:moveTo>
                  <a:cubicBezTo>
                    <a:pt x="223" y="2"/>
                    <a:pt x="215" y="13"/>
                    <a:pt x="210" y="18"/>
                  </a:cubicBezTo>
                  <a:cubicBezTo>
                    <a:pt x="200" y="29"/>
                    <a:pt x="190" y="38"/>
                    <a:pt x="178" y="47"/>
                  </a:cubicBezTo>
                  <a:cubicBezTo>
                    <a:pt x="158" y="62"/>
                    <a:pt x="133" y="71"/>
                    <a:pt x="110" y="82"/>
                  </a:cubicBezTo>
                  <a:cubicBezTo>
                    <a:pt x="67" y="103"/>
                    <a:pt x="30" y="127"/>
                    <a:pt x="0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4" name="Freeform 89">
              <a:extLst>
                <a:ext uri="{FF2B5EF4-FFF2-40B4-BE49-F238E27FC236}">
                  <a16:creationId xmlns:a16="http://schemas.microsoft.com/office/drawing/2014/main" id="{03D09D0B-D68B-4B0C-ADB2-B01408DEC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833"/>
              <a:ext cx="219" cy="177"/>
            </a:xfrm>
            <a:custGeom>
              <a:avLst/>
              <a:gdLst>
                <a:gd name="T0" fmla="*/ 211 w 223"/>
                <a:gd name="T1" fmla="*/ 0 h 181"/>
                <a:gd name="T2" fmla="*/ 165 w 223"/>
                <a:gd name="T3" fmla="*/ 58 h 181"/>
                <a:gd name="T4" fmla="*/ 91 w 223"/>
                <a:gd name="T5" fmla="*/ 101 h 181"/>
                <a:gd name="T6" fmla="*/ 61 w 223"/>
                <a:gd name="T7" fmla="*/ 129 h 181"/>
                <a:gd name="T8" fmla="*/ 27 w 223"/>
                <a:gd name="T9" fmla="*/ 152 h 181"/>
                <a:gd name="T10" fmla="*/ 0 w 223"/>
                <a:gd name="T11" fmla="*/ 169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181">
                  <a:moveTo>
                    <a:pt x="223" y="0"/>
                  </a:moveTo>
                  <a:cubicBezTo>
                    <a:pt x="213" y="23"/>
                    <a:pt x="193" y="45"/>
                    <a:pt x="174" y="61"/>
                  </a:cubicBezTo>
                  <a:cubicBezTo>
                    <a:pt x="150" y="79"/>
                    <a:pt x="120" y="88"/>
                    <a:pt x="97" y="107"/>
                  </a:cubicBezTo>
                  <a:cubicBezTo>
                    <a:pt x="85" y="117"/>
                    <a:pt x="76" y="129"/>
                    <a:pt x="64" y="138"/>
                  </a:cubicBezTo>
                  <a:cubicBezTo>
                    <a:pt x="52" y="146"/>
                    <a:pt x="40" y="153"/>
                    <a:pt x="28" y="162"/>
                  </a:cubicBezTo>
                  <a:cubicBezTo>
                    <a:pt x="18" y="170"/>
                    <a:pt x="4" y="173"/>
                    <a:pt x="0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5" name="Freeform 90">
              <a:extLst>
                <a:ext uri="{FF2B5EF4-FFF2-40B4-BE49-F238E27FC236}">
                  <a16:creationId xmlns:a16="http://schemas.microsoft.com/office/drawing/2014/main" id="{0E86EAB3-4D95-42D6-9BAA-206B622D2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1902"/>
              <a:ext cx="244" cy="256"/>
            </a:xfrm>
            <a:custGeom>
              <a:avLst/>
              <a:gdLst>
                <a:gd name="T0" fmla="*/ 230 w 249"/>
                <a:gd name="T1" fmla="*/ 0 h 260"/>
                <a:gd name="T2" fmla="*/ 228 w 249"/>
                <a:gd name="T3" fmla="*/ 5 h 260"/>
                <a:gd name="T4" fmla="*/ 214 w 249"/>
                <a:gd name="T5" fmla="*/ 26 h 260"/>
                <a:gd name="T6" fmla="*/ 178 w 249"/>
                <a:gd name="T7" fmla="*/ 57 h 260"/>
                <a:gd name="T8" fmla="*/ 109 w 249"/>
                <a:gd name="T9" fmla="*/ 122 h 260"/>
                <a:gd name="T10" fmla="*/ 48 w 249"/>
                <a:gd name="T11" fmla="*/ 194 h 260"/>
                <a:gd name="T12" fmla="*/ 0 w 249"/>
                <a:gd name="T13" fmla="*/ 248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60">
                  <a:moveTo>
                    <a:pt x="245" y="0"/>
                  </a:moveTo>
                  <a:cubicBezTo>
                    <a:pt x="249" y="0"/>
                    <a:pt x="245" y="2"/>
                    <a:pt x="243" y="5"/>
                  </a:cubicBezTo>
                  <a:cubicBezTo>
                    <a:pt x="238" y="13"/>
                    <a:pt x="233" y="20"/>
                    <a:pt x="227" y="26"/>
                  </a:cubicBezTo>
                  <a:cubicBezTo>
                    <a:pt x="216" y="39"/>
                    <a:pt x="203" y="49"/>
                    <a:pt x="190" y="60"/>
                  </a:cubicBezTo>
                  <a:cubicBezTo>
                    <a:pt x="163" y="81"/>
                    <a:pt x="137" y="102"/>
                    <a:pt x="115" y="128"/>
                  </a:cubicBezTo>
                  <a:cubicBezTo>
                    <a:pt x="93" y="154"/>
                    <a:pt x="76" y="181"/>
                    <a:pt x="51" y="203"/>
                  </a:cubicBezTo>
                  <a:cubicBezTo>
                    <a:pt x="32" y="220"/>
                    <a:pt x="10" y="236"/>
                    <a:pt x="0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6" name="Freeform 91">
              <a:extLst>
                <a:ext uri="{FF2B5EF4-FFF2-40B4-BE49-F238E27FC236}">
                  <a16:creationId xmlns:a16="http://schemas.microsoft.com/office/drawing/2014/main" id="{F34B0091-B020-4A10-8E58-C397500F4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054"/>
              <a:ext cx="104" cy="40"/>
            </a:xfrm>
            <a:custGeom>
              <a:avLst/>
              <a:gdLst>
                <a:gd name="T0" fmla="*/ 100 w 106"/>
                <a:gd name="T1" fmla="*/ 0 h 40"/>
                <a:gd name="T2" fmla="*/ 40 w 106"/>
                <a:gd name="T3" fmla="*/ 31 h 40"/>
                <a:gd name="T4" fmla="*/ 0 w 106"/>
                <a:gd name="T5" fmla="*/ 4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0">
                  <a:moveTo>
                    <a:pt x="106" y="0"/>
                  </a:moveTo>
                  <a:cubicBezTo>
                    <a:pt x="86" y="18"/>
                    <a:pt x="70" y="25"/>
                    <a:pt x="43" y="31"/>
                  </a:cubicBezTo>
                  <a:cubicBezTo>
                    <a:pt x="30" y="34"/>
                    <a:pt x="15" y="37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7" name="Freeform 92">
              <a:extLst>
                <a:ext uri="{FF2B5EF4-FFF2-40B4-BE49-F238E27FC236}">
                  <a16:creationId xmlns:a16="http://schemas.microsoft.com/office/drawing/2014/main" id="{B0760C43-8F4D-47F6-9A18-536CCA955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974"/>
              <a:ext cx="181" cy="203"/>
            </a:xfrm>
            <a:custGeom>
              <a:avLst/>
              <a:gdLst>
                <a:gd name="T0" fmla="*/ 175 w 184"/>
                <a:gd name="T1" fmla="*/ 1 h 207"/>
                <a:gd name="T2" fmla="*/ 166 w 184"/>
                <a:gd name="T3" fmla="*/ 25 h 207"/>
                <a:gd name="T4" fmla="*/ 146 w 184"/>
                <a:gd name="T5" fmla="*/ 59 h 207"/>
                <a:gd name="T6" fmla="*/ 98 w 184"/>
                <a:gd name="T7" fmla="*/ 106 h 207"/>
                <a:gd name="T8" fmla="*/ 43 w 184"/>
                <a:gd name="T9" fmla="*/ 145 h 207"/>
                <a:gd name="T10" fmla="*/ 0 w 184"/>
                <a:gd name="T11" fmla="*/ 195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207">
                  <a:moveTo>
                    <a:pt x="184" y="1"/>
                  </a:moveTo>
                  <a:cubicBezTo>
                    <a:pt x="184" y="0"/>
                    <a:pt x="178" y="19"/>
                    <a:pt x="175" y="25"/>
                  </a:cubicBezTo>
                  <a:cubicBezTo>
                    <a:pt x="168" y="38"/>
                    <a:pt x="160" y="51"/>
                    <a:pt x="152" y="62"/>
                  </a:cubicBezTo>
                  <a:cubicBezTo>
                    <a:pt x="138" y="82"/>
                    <a:pt x="123" y="98"/>
                    <a:pt x="104" y="112"/>
                  </a:cubicBezTo>
                  <a:cubicBezTo>
                    <a:pt x="84" y="126"/>
                    <a:pt x="63" y="137"/>
                    <a:pt x="46" y="154"/>
                  </a:cubicBezTo>
                  <a:cubicBezTo>
                    <a:pt x="32" y="168"/>
                    <a:pt x="7" y="193"/>
                    <a:pt x="0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8" name="Freeform 93">
              <a:extLst>
                <a:ext uri="{FF2B5EF4-FFF2-40B4-BE49-F238E27FC236}">
                  <a16:creationId xmlns:a16="http://schemas.microsoft.com/office/drawing/2014/main" id="{DEE2DF75-8D85-4E89-B54B-C600A406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056"/>
              <a:ext cx="57" cy="125"/>
            </a:xfrm>
            <a:custGeom>
              <a:avLst/>
              <a:gdLst>
                <a:gd name="T0" fmla="*/ 55 w 58"/>
                <a:gd name="T1" fmla="*/ 0 h 127"/>
                <a:gd name="T2" fmla="*/ 35 w 58"/>
                <a:gd name="T3" fmla="*/ 31 h 127"/>
                <a:gd name="T4" fmla="*/ 24 w 58"/>
                <a:gd name="T5" fmla="*/ 64 h 127"/>
                <a:gd name="T6" fmla="*/ 0 w 58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7">
                  <a:moveTo>
                    <a:pt x="58" y="0"/>
                  </a:moveTo>
                  <a:cubicBezTo>
                    <a:pt x="55" y="11"/>
                    <a:pt x="44" y="22"/>
                    <a:pt x="38" y="31"/>
                  </a:cubicBezTo>
                  <a:cubicBezTo>
                    <a:pt x="31" y="42"/>
                    <a:pt x="28" y="55"/>
                    <a:pt x="24" y="67"/>
                  </a:cubicBezTo>
                  <a:cubicBezTo>
                    <a:pt x="18" y="89"/>
                    <a:pt x="11" y="112"/>
                    <a:pt x="0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9" name="Freeform 94">
              <a:extLst>
                <a:ext uri="{FF2B5EF4-FFF2-40B4-BE49-F238E27FC236}">
                  <a16:creationId xmlns:a16="http://schemas.microsoft.com/office/drawing/2014/main" id="{D26E8581-BF23-4AB2-A4F0-E604C06B8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066"/>
              <a:ext cx="176" cy="189"/>
            </a:xfrm>
            <a:custGeom>
              <a:avLst/>
              <a:gdLst>
                <a:gd name="T0" fmla="*/ 170 w 179"/>
                <a:gd name="T1" fmla="*/ 0 h 192"/>
                <a:gd name="T2" fmla="*/ 113 w 179"/>
                <a:gd name="T3" fmla="*/ 66 h 192"/>
                <a:gd name="T4" fmla="*/ 82 w 179"/>
                <a:gd name="T5" fmla="*/ 102 h 192"/>
                <a:gd name="T6" fmla="*/ 51 w 179"/>
                <a:gd name="T7" fmla="*/ 123 h 192"/>
                <a:gd name="T8" fmla="*/ 0 w 179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92">
                  <a:moveTo>
                    <a:pt x="179" y="0"/>
                  </a:moveTo>
                  <a:cubicBezTo>
                    <a:pt x="154" y="22"/>
                    <a:pt x="135" y="40"/>
                    <a:pt x="119" y="69"/>
                  </a:cubicBezTo>
                  <a:cubicBezTo>
                    <a:pt x="110" y="84"/>
                    <a:pt x="99" y="97"/>
                    <a:pt x="85" y="108"/>
                  </a:cubicBezTo>
                  <a:cubicBezTo>
                    <a:pt x="75" y="116"/>
                    <a:pt x="64" y="121"/>
                    <a:pt x="54" y="129"/>
                  </a:cubicBezTo>
                  <a:cubicBezTo>
                    <a:pt x="33" y="147"/>
                    <a:pt x="20" y="173"/>
                    <a:pt x="0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0" name="Freeform 95">
              <a:extLst>
                <a:ext uri="{FF2B5EF4-FFF2-40B4-BE49-F238E27FC236}">
                  <a16:creationId xmlns:a16="http://schemas.microsoft.com/office/drawing/2014/main" id="{7D53E6A0-1326-4480-A940-0AEBE82D6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116"/>
              <a:ext cx="43" cy="129"/>
            </a:xfrm>
            <a:custGeom>
              <a:avLst/>
              <a:gdLst>
                <a:gd name="T0" fmla="*/ 41 w 44"/>
                <a:gd name="T1" fmla="*/ 0 h 131"/>
                <a:gd name="T2" fmla="*/ 0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44" y="0"/>
                  </a:moveTo>
                  <a:cubicBezTo>
                    <a:pt x="30" y="46"/>
                    <a:pt x="26" y="90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1" name="Freeform 96">
              <a:extLst>
                <a:ext uri="{FF2B5EF4-FFF2-40B4-BE49-F238E27FC236}">
                  <a16:creationId xmlns:a16="http://schemas.microsoft.com/office/drawing/2014/main" id="{E6242858-7EB7-433C-A6C1-826B81C4D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130"/>
              <a:ext cx="182" cy="267"/>
            </a:xfrm>
            <a:custGeom>
              <a:avLst/>
              <a:gdLst>
                <a:gd name="T0" fmla="*/ 176 w 185"/>
                <a:gd name="T1" fmla="*/ 0 h 272"/>
                <a:gd name="T2" fmla="*/ 99 w 185"/>
                <a:gd name="T3" fmla="*/ 103 h 272"/>
                <a:gd name="T4" fmla="*/ 42 w 185"/>
                <a:gd name="T5" fmla="*/ 181 h 272"/>
                <a:gd name="T6" fmla="*/ 20 w 185"/>
                <a:gd name="T7" fmla="*/ 226 h 272"/>
                <a:gd name="T8" fmla="*/ 7 w 185"/>
                <a:gd name="T9" fmla="*/ 246 h 272"/>
                <a:gd name="T10" fmla="*/ 2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185" y="0"/>
                  </a:moveTo>
                  <a:cubicBezTo>
                    <a:pt x="181" y="50"/>
                    <a:pt x="136" y="75"/>
                    <a:pt x="105" y="109"/>
                  </a:cubicBezTo>
                  <a:cubicBezTo>
                    <a:pt x="83" y="133"/>
                    <a:pt x="61" y="162"/>
                    <a:pt x="45" y="191"/>
                  </a:cubicBezTo>
                  <a:cubicBezTo>
                    <a:pt x="37" y="206"/>
                    <a:pt x="29" y="223"/>
                    <a:pt x="20" y="238"/>
                  </a:cubicBezTo>
                  <a:cubicBezTo>
                    <a:pt x="16" y="246"/>
                    <a:pt x="11" y="253"/>
                    <a:pt x="7" y="261"/>
                  </a:cubicBezTo>
                  <a:cubicBezTo>
                    <a:pt x="5" y="264"/>
                    <a:pt x="0" y="272"/>
                    <a:pt x="2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2" name="Freeform 97">
              <a:extLst>
                <a:ext uri="{FF2B5EF4-FFF2-40B4-BE49-F238E27FC236}">
                  <a16:creationId xmlns:a16="http://schemas.microsoft.com/office/drawing/2014/main" id="{7D98DCFD-C386-4BE3-9ABE-9DF461C5F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182"/>
              <a:ext cx="192" cy="278"/>
            </a:xfrm>
            <a:custGeom>
              <a:avLst/>
              <a:gdLst>
                <a:gd name="T0" fmla="*/ 186 w 195"/>
                <a:gd name="T1" fmla="*/ 0 h 283"/>
                <a:gd name="T2" fmla="*/ 137 w 195"/>
                <a:gd name="T3" fmla="*/ 61 h 283"/>
                <a:gd name="T4" fmla="*/ 76 w 195"/>
                <a:gd name="T5" fmla="*/ 118 h 283"/>
                <a:gd name="T6" fmla="*/ 26 w 195"/>
                <a:gd name="T7" fmla="*/ 199 h 283"/>
                <a:gd name="T8" fmla="*/ 0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195" y="0"/>
                  </a:moveTo>
                  <a:cubicBezTo>
                    <a:pt x="193" y="25"/>
                    <a:pt x="160" y="49"/>
                    <a:pt x="143" y="64"/>
                  </a:cubicBezTo>
                  <a:cubicBezTo>
                    <a:pt x="121" y="83"/>
                    <a:pt x="98" y="102"/>
                    <a:pt x="79" y="124"/>
                  </a:cubicBezTo>
                  <a:cubicBezTo>
                    <a:pt x="56" y="149"/>
                    <a:pt x="39" y="180"/>
                    <a:pt x="26" y="211"/>
                  </a:cubicBezTo>
                  <a:cubicBezTo>
                    <a:pt x="16" y="233"/>
                    <a:pt x="3" y="258"/>
                    <a:pt x="0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3" name="Freeform 98">
              <a:extLst>
                <a:ext uri="{FF2B5EF4-FFF2-40B4-BE49-F238E27FC236}">
                  <a16:creationId xmlns:a16="http://schemas.microsoft.com/office/drawing/2014/main" id="{042AF319-3BC3-460A-9C32-B1103F1DC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225"/>
              <a:ext cx="162" cy="164"/>
            </a:xfrm>
            <a:custGeom>
              <a:avLst/>
              <a:gdLst>
                <a:gd name="T0" fmla="*/ 158 w 164"/>
                <a:gd name="T1" fmla="*/ 0 h 167"/>
                <a:gd name="T2" fmla="*/ 120 w 164"/>
                <a:gd name="T3" fmla="*/ 36 h 167"/>
                <a:gd name="T4" fmla="*/ 61 w 164"/>
                <a:gd name="T5" fmla="*/ 71 h 167"/>
                <a:gd name="T6" fmla="*/ 0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164" y="0"/>
                  </a:moveTo>
                  <a:cubicBezTo>
                    <a:pt x="159" y="19"/>
                    <a:pt x="140" y="31"/>
                    <a:pt x="124" y="39"/>
                  </a:cubicBezTo>
                  <a:cubicBezTo>
                    <a:pt x="104" y="50"/>
                    <a:pt x="82" y="59"/>
                    <a:pt x="64" y="74"/>
                  </a:cubicBezTo>
                  <a:cubicBezTo>
                    <a:pt x="31" y="101"/>
                    <a:pt x="16" y="130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4" name="Freeform 99">
              <a:extLst>
                <a:ext uri="{FF2B5EF4-FFF2-40B4-BE49-F238E27FC236}">
                  <a16:creationId xmlns:a16="http://schemas.microsoft.com/office/drawing/2014/main" id="{52F36DD1-EB1E-4911-B376-AC7E49FCB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255"/>
              <a:ext cx="162" cy="135"/>
            </a:xfrm>
            <a:custGeom>
              <a:avLst/>
              <a:gdLst>
                <a:gd name="T0" fmla="*/ 156 w 164"/>
                <a:gd name="T1" fmla="*/ 0 h 138"/>
                <a:gd name="T2" fmla="*/ 140 w 164"/>
                <a:gd name="T3" fmla="*/ 19 h 138"/>
                <a:gd name="T4" fmla="*/ 111 w 164"/>
                <a:gd name="T5" fmla="*/ 34 h 138"/>
                <a:gd name="T6" fmla="*/ 51 w 164"/>
                <a:gd name="T7" fmla="*/ 62 h 138"/>
                <a:gd name="T8" fmla="*/ 0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162" y="0"/>
                  </a:moveTo>
                  <a:cubicBezTo>
                    <a:pt x="164" y="0"/>
                    <a:pt x="150" y="16"/>
                    <a:pt x="146" y="19"/>
                  </a:cubicBezTo>
                  <a:cubicBezTo>
                    <a:pt x="137" y="26"/>
                    <a:pt x="125" y="34"/>
                    <a:pt x="114" y="37"/>
                  </a:cubicBezTo>
                  <a:cubicBezTo>
                    <a:pt x="93" y="44"/>
                    <a:pt x="73" y="53"/>
                    <a:pt x="54" y="65"/>
                  </a:cubicBezTo>
                  <a:cubicBezTo>
                    <a:pt x="27" y="82"/>
                    <a:pt x="17" y="113"/>
                    <a:pt x="0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5" name="Freeform 100">
              <a:extLst>
                <a:ext uri="{FF2B5EF4-FFF2-40B4-BE49-F238E27FC236}">
                  <a16:creationId xmlns:a16="http://schemas.microsoft.com/office/drawing/2014/main" id="{C8BA6AE6-5AEC-4CF0-838E-67F6893DF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285"/>
              <a:ext cx="179" cy="129"/>
            </a:xfrm>
            <a:custGeom>
              <a:avLst/>
              <a:gdLst>
                <a:gd name="T0" fmla="*/ 173 w 182"/>
                <a:gd name="T1" fmla="*/ 0 h 131"/>
                <a:gd name="T2" fmla="*/ 116 w 182"/>
                <a:gd name="T3" fmla="*/ 33 h 131"/>
                <a:gd name="T4" fmla="*/ 58 w 182"/>
                <a:gd name="T5" fmla="*/ 62 h 131"/>
                <a:gd name="T6" fmla="*/ 0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182" y="0"/>
                  </a:moveTo>
                  <a:cubicBezTo>
                    <a:pt x="177" y="22"/>
                    <a:pt x="139" y="30"/>
                    <a:pt x="122" y="36"/>
                  </a:cubicBezTo>
                  <a:cubicBezTo>
                    <a:pt x="101" y="44"/>
                    <a:pt x="80" y="53"/>
                    <a:pt x="61" y="65"/>
                  </a:cubicBezTo>
                  <a:cubicBezTo>
                    <a:pt x="35" y="82"/>
                    <a:pt x="14" y="104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6" name="Freeform 101">
              <a:extLst>
                <a:ext uri="{FF2B5EF4-FFF2-40B4-BE49-F238E27FC236}">
                  <a16:creationId xmlns:a16="http://schemas.microsoft.com/office/drawing/2014/main" id="{74344C82-DE79-4E6E-B5C8-5FD469CA8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319"/>
              <a:ext cx="172" cy="74"/>
            </a:xfrm>
            <a:custGeom>
              <a:avLst/>
              <a:gdLst>
                <a:gd name="T0" fmla="*/ 166 w 175"/>
                <a:gd name="T1" fmla="*/ 0 h 76"/>
                <a:gd name="T2" fmla="*/ 114 w 175"/>
                <a:gd name="T3" fmla="*/ 22 h 76"/>
                <a:gd name="T4" fmla="*/ 65 w 175"/>
                <a:gd name="T5" fmla="*/ 32 h 76"/>
                <a:gd name="T6" fmla="*/ 0 w 175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76">
                  <a:moveTo>
                    <a:pt x="175" y="0"/>
                  </a:moveTo>
                  <a:cubicBezTo>
                    <a:pt x="159" y="17"/>
                    <a:pt x="143" y="21"/>
                    <a:pt x="120" y="25"/>
                  </a:cubicBezTo>
                  <a:cubicBezTo>
                    <a:pt x="102" y="27"/>
                    <a:pt x="85" y="32"/>
                    <a:pt x="68" y="35"/>
                  </a:cubicBezTo>
                  <a:cubicBezTo>
                    <a:pt x="40" y="40"/>
                    <a:pt x="15" y="52"/>
                    <a:pt x="0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7" name="Freeform 102">
              <a:extLst>
                <a:ext uri="{FF2B5EF4-FFF2-40B4-BE49-F238E27FC236}">
                  <a16:creationId xmlns:a16="http://schemas.microsoft.com/office/drawing/2014/main" id="{3273DCD2-4BA8-4CB1-82F0-E4E783FE4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355"/>
              <a:ext cx="154" cy="793"/>
            </a:xfrm>
            <a:custGeom>
              <a:avLst/>
              <a:gdLst>
                <a:gd name="T0" fmla="*/ 126 w 157"/>
                <a:gd name="T1" fmla="*/ 762 h 808"/>
                <a:gd name="T2" fmla="*/ 148 w 157"/>
                <a:gd name="T3" fmla="*/ 9 h 808"/>
                <a:gd name="T4" fmla="*/ 136 w 157"/>
                <a:gd name="T5" fmla="*/ 0 h 808"/>
                <a:gd name="T6" fmla="*/ 119 w 157"/>
                <a:gd name="T7" fmla="*/ 764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808">
                  <a:moveTo>
                    <a:pt x="133" y="806"/>
                  </a:moveTo>
                  <a:cubicBezTo>
                    <a:pt x="8" y="140"/>
                    <a:pt x="157" y="9"/>
                    <a:pt x="157" y="9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0"/>
                    <a:pt x="0" y="112"/>
                    <a:pt x="125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8" name="Freeform 103">
              <a:extLst>
                <a:ext uri="{FF2B5EF4-FFF2-40B4-BE49-F238E27FC236}">
                  <a16:creationId xmlns:a16="http://schemas.microsoft.com/office/drawing/2014/main" id="{6A671466-E264-497F-B81D-080C7CC65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273"/>
              <a:ext cx="113" cy="88"/>
            </a:xfrm>
            <a:custGeom>
              <a:avLst/>
              <a:gdLst>
                <a:gd name="T0" fmla="*/ 109 w 115"/>
                <a:gd name="T1" fmla="*/ 68 h 89"/>
                <a:gd name="T2" fmla="*/ 49 w 115"/>
                <a:gd name="T3" fmla="*/ 66 h 89"/>
                <a:gd name="T4" fmla="*/ 0 w 115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89">
                  <a:moveTo>
                    <a:pt x="115" y="71"/>
                  </a:moveTo>
                  <a:cubicBezTo>
                    <a:pt x="97" y="89"/>
                    <a:pt x="70" y="87"/>
                    <a:pt x="52" y="69"/>
                  </a:cubicBezTo>
                  <a:cubicBezTo>
                    <a:pt x="31" y="48"/>
                    <a:pt x="22" y="1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9" name="Freeform 104">
              <a:extLst>
                <a:ext uri="{FF2B5EF4-FFF2-40B4-BE49-F238E27FC236}">
                  <a16:creationId xmlns:a16="http://schemas.microsoft.com/office/drawing/2014/main" id="{FB549393-C3E4-440F-B0D1-71021A12C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244"/>
              <a:ext cx="10" cy="96"/>
            </a:xfrm>
            <a:custGeom>
              <a:avLst/>
              <a:gdLst>
                <a:gd name="T0" fmla="*/ 7 w 11"/>
                <a:gd name="T1" fmla="*/ 92 h 98"/>
                <a:gd name="T2" fmla="*/ 2 w 11"/>
                <a:gd name="T3" fmla="*/ 57 h 98"/>
                <a:gd name="T4" fmla="*/ 8 w 11"/>
                <a:gd name="T5" fmla="*/ 26 h 98"/>
                <a:gd name="T6" fmla="*/ 3 w 11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8">
                  <a:moveTo>
                    <a:pt x="10" y="98"/>
                  </a:moveTo>
                  <a:cubicBezTo>
                    <a:pt x="4" y="86"/>
                    <a:pt x="0" y="74"/>
                    <a:pt x="2" y="60"/>
                  </a:cubicBezTo>
                  <a:cubicBezTo>
                    <a:pt x="5" y="50"/>
                    <a:pt x="11" y="40"/>
                    <a:pt x="11" y="29"/>
                  </a:cubicBezTo>
                  <a:cubicBezTo>
                    <a:pt x="11" y="18"/>
                    <a:pt x="6" y="1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0" name="Freeform 105">
              <a:extLst>
                <a:ext uri="{FF2B5EF4-FFF2-40B4-BE49-F238E27FC236}">
                  <a16:creationId xmlns:a16="http://schemas.microsoft.com/office/drawing/2014/main" id="{DB3E85CA-F82D-4128-B570-74C51CE2C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343"/>
              <a:ext cx="78" cy="16"/>
            </a:xfrm>
            <a:custGeom>
              <a:avLst/>
              <a:gdLst>
                <a:gd name="T0" fmla="*/ 74 w 80"/>
                <a:gd name="T1" fmla="*/ 10 h 16"/>
                <a:gd name="T2" fmla="*/ 20 w 80"/>
                <a:gd name="T3" fmla="*/ 6 h 16"/>
                <a:gd name="T4" fmla="*/ 0 w 8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6">
                  <a:moveTo>
                    <a:pt x="80" y="10"/>
                  </a:moveTo>
                  <a:cubicBezTo>
                    <a:pt x="61" y="16"/>
                    <a:pt x="41" y="12"/>
                    <a:pt x="22" y="6"/>
                  </a:cubicBezTo>
                  <a:cubicBezTo>
                    <a:pt x="15" y="3"/>
                    <a:pt x="8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1" name="Freeform 106">
              <a:extLst>
                <a:ext uri="{FF2B5EF4-FFF2-40B4-BE49-F238E27FC236}">
                  <a16:creationId xmlns:a16="http://schemas.microsoft.com/office/drawing/2014/main" id="{3F3311CB-DC78-485D-9D00-6B71E314E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138"/>
              <a:ext cx="58" cy="743"/>
            </a:xfrm>
            <a:custGeom>
              <a:avLst/>
              <a:gdLst>
                <a:gd name="T0" fmla="*/ 0 w 60"/>
                <a:gd name="T1" fmla="*/ 0 h 757"/>
                <a:gd name="T2" fmla="*/ 18 w 60"/>
                <a:gd name="T3" fmla="*/ 127 h 757"/>
                <a:gd name="T4" fmla="*/ 13 w 60"/>
                <a:gd name="T5" fmla="*/ 345 h 757"/>
                <a:gd name="T6" fmla="*/ 31 w 60"/>
                <a:gd name="T7" fmla="*/ 561 h 757"/>
                <a:gd name="T8" fmla="*/ 44 w 60"/>
                <a:gd name="T9" fmla="*/ 640 h 757"/>
                <a:gd name="T10" fmla="*/ 54 w 60"/>
                <a:gd name="T11" fmla="*/ 716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0" y="0"/>
                  </a:moveTo>
                  <a:cubicBezTo>
                    <a:pt x="16" y="40"/>
                    <a:pt x="17" y="90"/>
                    <a:pt x="21" y="133"/>
                  </a:cubicBezTo>
                  <a:cubicBezTo>
                    <a:pt x="28" y="210"/>
                    <a:pt x="16" y="289"/>
                    <a:pt x="13" y="366"/>
                  </a:cubicBezTo>
                  <a:cubicBezTo>
                    <a:pt x="9" y="444"/>
                    <a:pt x="17" y="519"/>
                    <a:pt x="34" y="594"/>
                  </a:cubicBezTo>
                  <a:cubicBezTo>
                    <a:pt x="40" y="621"/>
                    <a:pt x="45" y="649"/>
                    <a:pt x="49" y="677"/>
                  </a:cubicBezTo>
                  <a:cubicBezTo>
                    <a:pt x="54" y="702"/>
                    <a:pt x="52" y="735"/>
                    <a:pt x="6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2" name="Freeform 107">
              <a:extLst>
                <a:ext uri="{FF2B5EF4-FFF2-40B4-BE49-F238E27FC236}">
                  <a16:creationId xmlns:a16="http://schemas.microsoft.com/office/drawing/2014/main" id="{A0624860-5199-49BA-A867-A64FD2F12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135"/>
              <a:ext cx="53" cy="373"/>
            </a:xfrm>
            <a:custGeom>
              <a:avLst/>
              <a:gdLst>
                <a:gd name="T0" fmla="*/ 48 w 53"/>
                <a:gd name="T1" fmla="*/ 0 h 380"/>
                <a:gd name="T2" fmla="*/ 42 w 53"/>
                <a:gd name="T3" fmla="*/ 69 h 380"/>
                <a:gd name="T4" fmla="*/ 16 w 53"/>
                <a:gd name="T5" fmla="*/ 204 h 380"/>
                <a:gd name="T6" fmla="*/ 5 w 53"/>
                <a:gd name="T7" fmla="*/ 359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80">
                  <a:moveTo>
                    <a:pt x="48" y="0"/>
                  </a:moveTo>
                  <a:cubicBezTo>
                    <a:pt x="53" y="26"/>
                    <a:pt x="47" y="46"/>
                    <a:pt x="42" y="72"/>
                  </a:cubicBezTo>
                  <a:cubicBezTo>
                    <a:pt x="34" y="120"/>
                    <a:pt x="26" y="168"/>
                    <a:pt x="16" y="216"/>
                  </a:cubicBezTo>
                  <a:cubicBezTo>
                    <a:pt x="4" y="269"/>
                    <a:pt x="0" y="327"/>
                    <a:pt x="5" y="38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3" name="Freeform 108">
              <a:extLst>
                <a:ext uri="{FF2B5EF4-FFF2-40B4-BE49-F238E27FC236}">
                  <a16:creationId xmlns:a16="http://schemas.microsoft.com/office/drawing/2014/main" id="{44D03481-8126-4187-BF9C-840F8A30D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326"/>
              <a:ext cx="89" cy="435"/>
            </a:xfrm>
            <a:custGeom>
              <a:avLst/>
              <a:gdLst>
                <a:gd name="T0" fmla="*/ 0 w 90"/>
                <a:gd name="T1" fmla="*/ 0 h 443"/>
                <a:gd name="T2" fmla="*/ 45 w 90"/>
                <a:gd name="T3" fmla="*/ 79 h 443"/>
                <a:gd name="T4" fmla="*/ 85 w 90"/>
                <a:gd name="T5" fmla="*/ 195 h 443"/>
                <a:gd name="T6" fmla="*/ 78 w 90"/>
                <a:gd name="T7" fmla="*/ 313 h 443"/>
                <a:gd name="T8" fmla="*/ 75 w 90"/>
                <a:gd name="T9" fmla="*/ 419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443">
                  <a:moveTo>
                    <a:pt x="0" y="0"/>
                  </a:moveTo>
                  <a:cubicBezTo>
                    <a:pt x="4" y="31"/>
                    <a:pt x="32" y="56"/>
                    <a:pt x="48" y="82"/>
                  </a:cubicBezTo>
                  <a:cubicBezTo>
                    <a:pt x="74" y="123"/>
                    <a:pt x="86" y="159"/>
                    <a:pt x="88" y="207"/>
                  </a:cubicBezTo>
                  <a:cubicBezTo>
                    <a:pt x="90" y="248"/>
                    <a:pt x="83" y="290"/>
                    <a:pt x="81" y="331"/>
                  </a:cubicBezTo>
                  <a:cubicBezTo>
                    <a:pt x="78" y="368"/>
                    <a:pt x="78" y="405"/>
                    <a:pt x="78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4" name="Freeform 109">
              <a:extLst>
                <a:ext uri="{FF2B5EF4-FFF2-40B4-BE49-F238E27FC236}">
                  <a16:creationId xmlns:a16="http://schemas.microsoft.com/office/drawing/2014/main" id="{2BC805ED-FD26-4BAA-8DCD-07DAB50D6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640"/>
              <a:ext cx="441" cy="851"/>
            </a:xfrm>
            <a:custGeom>
              <a:avLst/>
              <a:gdLst>
                <a:gd name="T0" fmla="*/ 427 w 448"/>
                <a:gd name="T1" fmla="*/ 0 h 867"/>
                <a:gd name="T2" fmla="*/ 404 w 448"/>
                <a:gd name="T3" fmla="*/ 128 h 867"/>
                <a:gd name="T4" fmla="*/ 321 w 448"/>
                <a:gd name="T5" fmla="*/ 313 h 867"/>
                <a:gd name="T6" fmla="*/ 228 w 448"/>
                <a:gd name="T7" fmla="*/ 497 h 867"/>
                <a:gd name="T8" fmla="*/ 159 w 448"/>
                <a:gd name="T9" fmla="*/ 666 h 867"/>
                <a:gd name="T10" fmla="*/ 90 w 448"/>
                <a:gd name="T11" fmla="*/ 748 h 867"/>
                <a:gd name="T12" fmla="*/ 45 w 448"/>
                <a:gd name="T13" fmla="*/ 789 h 867"/>
                <a:gd name="T14" fmla="*/ 5 w 448"/>
                <a:gd name="T15" fmla="*/ 820 h 8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8" h="867">
                  <a:moveTo>
                    <a:pt x="448" y="0"/>
                  </a:moveTo>
                  <a:cubicBezTo>
                    <a:pt x="434" y="44"/>
                    <a:pt x="431" y="88"/>
                    <a:pt x="423" y="134"/>
                  </a:cubicBezTo>
                  <a:cubicBezTo>
                    <a:pt x="410" y="204"/>
                    <a:pt x="379" y="273"/>
                    <a:pt x="336" y="331"/>
                  </a:cubicBezTo>
                  <a:cubicBezTo>
                    <a:pt x="291" y="392"/>
                    <a:pt x="265" y="455"/>
                    <a:pt x="240" y="526"/>
                  </a:cubicBezTo>
                  <a:cubicBezTo>
                    <a:pt x="221" y="580"/>
                    <a:pt x="210" y="665"/>
                    <a:pt x="168" y="705"/>
                  </a:cubicBezTo>
                  <a:cubicBezTo>
                    <a:pt x="145" y="727"/>
                    <a:pt x="120" y="767"/>
                    <a:pt x="93" y="791"/>
                  </a:cubicBezTo>
                  <a:cubicBezTo>
                    <a:pt x="82" y="802"/>
                    <a:pt x="59" y="823"/>
                    <a:pt x="48" y="834"/>
                  </a:cubicBezTo>
                  <a:cubicBezTo>
                    <a:pt x="41" y="842"/>
                    <a:pt x="0" y="863"/>
                    <a:pt x="5" y="8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5" name="Freeform 110">
              <a:extLst>
                <a:ext uri="{FF2B5EF4-FFF2-40B4-BE49-F238E27FC236}">
                  <a16:creationId xmlns:a16="http://schemas.microsoft.com/office/drawing/2014/main" id="{1BFA48FB-D32B-4F96-B947-D2079ABEA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647"/>
              <a:ext cx="229" cy="886"/>
            </a:xfrm>
            <a:custGeom>
              <a:avLst/>
              <a:gdLst>
                <a:gd name="T0" fmla="*/ 214 w 234"/>
                <a:gd name="T1" fmla="*/ 0 h 902"/>
                <a:gd name="T2" fmla="*/ 216 w 234"/>
                <a:gd name="T3" fmla="*/ 67 h 902"/>
                <a:gd name="T4" fmla="*/ 212 w 234"/>
                <a:gd name="T5" fmla="*/ 171 h 902"/>
                <a:gd name="T6" fmla="*/ 163 w 234"/>
                <a:gd name="T7" fmla="*/ 403 h 902"/>
                <a:gd name="T8" fmla="*/ 50 w 234"/>
                <a:gd name="T9" fmla="*/ 571 h 902"/>
                <a:gd name="T10" fmla="*/ 2 w 234"/>
                <a:gd name="T11" fmla="*/ 726 h 902"/>
                <a:gd name="T12" fmla="*/ 29 w 234"/>
                <a:gd name="T13" fmla="*/ 855 h 9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902">
                  <a:moveTo>
                    <a:pt x="229" y="0"/>
                  </a:moveTo>
                  <a:cubicBezTo>
                    <a:pt x="225" y="37"/>
                    <a:pt x="233" y="48"/>
                    <a:pt x="231" y="70"/>
                  </a:cubicBezTo>
                  <a:cubicBezTo>
                    <a:pt x="228" y="106"/>
                    <a:pt x="225" y="144"/>
                    <a:pt x="227" y="180"/>
                  </a:cubicBezTo>
                  <a:cubicBezTo>
                    <a:pt x="234" y="265"/>
                    <a:pt x="222" y="352"/>
                    <a:pt x="175" y="425"/>
                  </a:cubicBezTo>
                  <a:cubicBezTo>
                    <a:pt x="136" y="485"/>
                    <a:pt x="84" y="538"/>
                    <a:pt x="53" y="602"/>
                  </a:cubicBezTo>
                  <a:cubicBezTo>
                    <a:pt x="26" y="657"/>
                    <a:pt x="10" y="670"/>
                    <a:pt x="2" y="766"/>
                  </a:cubicBezTo>
                  <a:cubicBezTo>
                    <a:pt x="0" y="791"/>
                    <a:pt x="23" y="878"/>
                    <a:pt x="32" y="90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6" name="Freeform 111">
              <a:extLst>
                <a:ext uri="{FF2B5EF4-FFF2-40B4-BE49-F238E27FC236}">
                  <a16:creationId xmlns:a16="http://schemas.microsoft.com/office/drawing/2014/main" id="{764E0AC2-EFB8-414B-98F2-6D1ED33C8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348"/>
              <a:ext cx="131" cy="214"/>
            </a:xfrm>
            <a:custGeom>
              <a:avLst/>
              <a:gdLst>
                <a:gd name="T0" fmla="*/ 127 w 133"/>
                <a:gd name="T1" fmla="*/ 0 h 217"/>
                <a:gd name="T2" fmla="*/ 31 w 133"/>
                <a:gd name="T3" fmla="*/ 92 h 217"/>
                <a:gd name="T4" fmla="*/ 0 w 133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17">
                  <a:moveTo>
                    <a:pt x="133" y="0"/>
                  </a:moveTo>
                  <a:cubicBezTo>
                    <a:pt x="98" y="37"/>
                    <a:pt x="54" y="48"/>
                    <a:pt x="31" y="95"/>
                  </a:cubicBezTo>
                  <a:cubicBezTo>
                    <a:pt x="13" y="133"/>
                    <a:pt x="18" y="183"/>
                    <a:pt x="0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7" name="Freeform 112">
              <a:extLst>
                <a:ext uri="{FF2B5EF4-FFF2-40B4-BE49-F238E27FC236}">
                  <a16:creationId xmlns:a16="http://schemas.microsoft.com/office/drawing/2014/main" id="{2BB8F2FA-4F22-42FD-BA86-2E453A0D1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507"/>
              <a:ext cx="31" cy="409"/>
            </a:xfrm>
            <a:custGeom>
              <a:avLst/>
              <a:gdLst>
                <a:gd name="T0" fmla="*/ 2 w 32"/>
                <a:gd name="T1" fmla="*/ 0 h 417"/>
                <a:gd name="T2" fmla="*/ 8 w 32"/>
                <a:gd name="T3" fmla="*/ 100 h 417"/>
                <a:gd name="T4" fmla="*/ 23 w 32"/>
                <a:gd name="T5" fmla="*/ 201 h 417"/>
                <a:gd name="T6" fmla="*/ 8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2" y="0"/>
                  </a:moveTo>
                  <a:cubicBezTo>
                    <a:pt x="5" y="36"/>
                    <a:pt x="0" y="70"/>
                    <a:pt x="8" y="106"/>
                  </a:cubicBezTo>
                  <a:cubicBezTo>
                    <a:pt x="15" y="141"/>
                    <a:pt x="22" y="177"/>
                    <a:pt x="26" y="213"/>
                  </a:cubicBezTo>
                  <a:cubicBezTo>
                    <a:pt x="31" y="272"/>
                    <a:pt x="32" y="366"/>
                    <a:pt x="8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8" name="Freeform 113">
              <a:extLst>
                <a:ext uri="{FF2B5EF4-FFF2-40B4-BE49-F238E27FC236}">
                  <a16:creationId xmlns:a16="http://schemas.microsoft.com/office/drawing/2014/main" id="{2A66201D-4290-4E79-A9A7-A78E76104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365"/>
              <a:ext cx="14" cy="245"/>
            </a:xfrm>
            <a:custGeom>
              <a:avLst/>
              <a:gdLst>
                <a:gd name="T0" fmla="*/ 1 w 14"/>
                <a:gd name="T1" fmla="*/ 0 h 250"/>
                <a:gd name="T2" fmla="*/ 10 w 14"/>
                <a:gd name="T3" fmla="*/ 129 h 250"/>
                <a:gd name="T4" fmla="*/ 12 w 14"/>
                <a:gd name="T5" fmla="*/ 235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0">
                  <a:moveTo>
                    <a:pt x="1" y="0"/>
                  </a:moveTo>
                  <a:cubicBezTo>
                    <a:pt x="0" y="47"/>
                    <a:pt x="4" y="91"/>
                    <a:pt x="10" y="138"/>
                  </a:cubicBezTo>
                  <a:cubicBezTo>
                    <a:pt x="14" y="177"/>
                    <a:pt x="10" y="213"/>
                    <a:pt x="12" y="25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9" name="Freeform 114">
              <a:extLst>
                <a:ext uri="{FF2B5EF4-FFF2-40B4-BE49-F238E27FC236}">
                  <a16:creationId xmlns:a16="http://schemas.microsoft.com/office/drawing/2014/main" id="{6BE76E2B-7970-44E0-B297-7F3FE4123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51"/>
              <a:ext cx="71" cy="154"/>
            </a:xfrm>
            <a:custGeom>
              <a:avLst/>
              <a:gdLst>
                <a:gd name="T0" fmla="*/ 57 w 72"/>
                <a:gd name="T1" fmla="*/ 0 h 157"/>
                <a:gd name="T2" fmla="*/ 0 w 72"/>
                <a:gd name="T3" fmla="*/ 148 h 1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157">
                  <a:moveTo>
                    <a:pt x="60" y="0"/>
                  </a:moveTo>
                  <a:cubicBezTo>
                    <a:pt x="72" y="54"/>
                    <a:pt x="25" y="111"/>
                    <a:pt x="0" y="1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0" name="Freeform 115">
              <a:extLst>
                <a:ext uri="{FF2B5EF4-FFF2-40B4-BE49-F238E27FC236}">
                  <a16:creationId xmlns:a16="http://schemas.microsoft.com/office/drawing/2014/main" id="{D58DA18F-CF10-41E1-A08C-856B36678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084"/>
              <a:ext cx="387" cy="568"/>
            </a:xfrm>
            <a:custGeom>
              <a:avLst/>
              <a:gdLst>
                <a:gd name="T0" fmla="*/ 7 w 394"/>
                <a:gd name="T1" fmla="*/ 548 h 578"/>
                <a:gd name="T2" fmla="*/ 234 w 394"/>
                <a:gd name="T3" fmla="*/ 189 h 578"/>
                <a:gd name="T4" fmla="*/ 346 w 394"/>
                <a:gd name="T5" fmla="*/ 71 h 578"/>
                <a:gd name="T6" fmla="*/ 373 w 394"/>
                <a:gd name="T7" fmla="*/ 15 h 578"/>
                <a:gd name="T8" fmla="*/ 362 w 394"/>
                <a:gd name="T9" fmla="*/ 0 h 578"/>
                <a:gd name="T10" fmla="*/ 330 w 394"/>
                <a:gd name="T11" fmla="*/ 71 h 578"/>
                <a:gd name="T12" fmla="*/ 229 w 394"/>
                <a:gd name="T13" fmla="*/ 183 h 578"/>
                <a:gd name="T14" fmla="*/ 0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7" y="578"/>
                  </a:moveTo>
                  <a:cubicBezTo>
                    <a:pt x="49" y="402"/>
                    <a:pt x="57" y="272"/>
                    <a:pt x="246" y="198"/>
                  </a:cubicBezTo>
                  <a:cubicBezTo>
                    <a:pt x="305" y="175"/>
                    <a:pt x="352" y="100"/>
                    <a:pt x="364" y="74"/>
                  </a:cubicBezTo>
                  <a:cubicBezTo>
                    <a:pt x="373" y="51"/>
                    <a:pt x="394" y="15"/>
                    <a:pt x="394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121" name="Freeform 116">
              <a:extLst>
                <a:ext uri="{FF2B5EF4-FFF2-40B4-BE49-F238E27FC236}">
                  <a16:creationId xmlns:a16="http://schemas.microsoft.com/office/drawing/2014/main" id="{9FB488AB-DED8-4F34-87B8-B2A4F95A2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084"/>
              <a:ext cx="387" cy="568"/>
            </a:xfrm>
            <a:custGeom>
              <a:avLst/>
              <a:gdLst>
                <a:gd name="T0" fmla="*/ 7 w 394"/>
                <a:gd name="T1" fmla="*/ 548 h 578"/>
                <a:gd name="T2" fmla="*/ 234 w 394"/>
                <a:gd name="T3" fmla="*/ 189 h 578"/>
                <a:gd name="T4" fmla="*/ 346 w 394"/>
                <a:gd name="T5" fmla="*/ 71 h 578"/>
                <a:gd name="T6" fmla="*/ 373 w 394"/>
                <a:gd name="T7" fmla="*/ 15 h 578"/>
                <a:gd name="T8" fmla="*/ 362 w 394"/>
                <a:gd name="T9" fmla="*/ 0 h 578"/>
                <a:gd name="T10" fmla="*/ 330 w 394"/>
                <a:gd name="T11" fmla="*/ 71 h 578"/>
                <a:gd name="T12" fmla="*/ 229 w 394"/>
                <a:gd name="T13" fmla="*/ 183 h 578"/>
                <a:gd name="T14" fmla="*/ 0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7" y="578"/>
                  </a:moveTo>
                  <a:cubicBezTo>
                    <a:pt x="49" y="402"/>
                    <a:pt x="57" y="272"/>
                    <a:pt x="246" y="198"/>
                  </a:cubicBezTo>
                  <a:cubicBezTo>
                    <a:pt x="305" y="175"/>
                    <a:pt x="352" y="100"/>
                    <a:pt x="364" y="74"/>
                  </a:cubicBezTo>
                  <a:cubicBezTo>
                    <a:pt x="373" y="51"/>
                    <a:pt x="394" y="15"/>
                    <a:pt x="394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2" name="Freeform 117">
              <a:extLst>
                <a:ext uri="{FF2B5EF4-FFF2-40B4-BE49-F238E27FC236}">
                  <a16:creationId xmlns:a16="http://schemas.microsoft.com/office/drawing/2014/main" id="{3F8B3565-0AC4-48CB-B7E8-377E69E51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084"/>
              <a:ext cx="386" cy="568"/>
            </a:xfrm>
            <a:custGeom>
              <a:avLst/>
              <a:gdLst>
                <a:gd name="T0" fmla="*/ 365 w 393"/>
                <a:gd name="T1" fmla="*/ 548 h 578"/>
                <a:gd name="T2" fmla="*/ 139 w 393"/>
                <a:gd name="T3" fmla="*/ 189 h 578"/>
                <a:gd name="T4" fmla="*/ 28 w 393"/>
                <a:gd name="T5" fmla="*/ 71 h 578"/>
                <a:gd name="T6" fmla="*/ 0 w 393"/>
                <a:gd name="T7" fmla="*/ 15 h 578"/>
                <a:gd name="T8" fmla="*/ 10 w 393"/>
                <a:gd name="T9" fmla="*/ 0 h 578"/>
                <a:gd name="T10" fmla="*/ 42 w 393"/>
                <a:gd name="T11" fmla="*/ 71 h 578"/>
                <a:gd name="T12" fmla="*/ 143 w 393"/>
                <a:gd name="T13" fmla="*/ 183 h 578"/>
                <a:gd name="T14" fmla="*/ 372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386" y="578"/>
                  </a:moveTo>
                  <a:cubicBezTo>
                    <a:pt x="344" y="402"/>
                    <a:pt x="337" y="272"/>
                    <a:pt x="148" y="198"/>
                  </a:cubicBezTo>
                  <a:cubicBezTo>
                    <a:pt x="89" y="175"/>
                    <a:pt x="41" y="100"/>
                    <a:pt x="30" y="74"/>
                  </a:cubicBezTo>
                  <a:cubicBezTo>
                    <a:pt x="20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4" y="52"/>
                    <a:pt x="45" y="74"/>
                  </a:cubicBezTo>
                  <a:cubicBezTo>
                    <a:pt x="58" y="99"/>
                    <a:pt x="97" y="167"/>
                    <a:pt x="152" y="192"/>
                  </a:cubicBezTo>
                  <a:cubicBezTo>
                    <a:pt x="339" y="278"/>
                    <a:pt x="329" y="330"/>
                    <a:pt x="393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123" name="Freeform 118">
              <a:extLst>
                <a:ext uri="{FF2B5EF4-FFF2-40B4-BE49-F238E27FC236}">
                  <a16:creationId xmlns:a16="http://schemas.microsoft.com/office/drawing/2014/main" id="{05FBF458-897B-4A80-81A4-378345C96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084"/>
              <a:ext cx="386" cy="568"/>
            </a:xfrm>
            <a:custGeom>
              <a:avLst/>
              <a:gdLst>
                <a:gd name="T0" fmla="*/ 365 w 393"/>
                <a:gd name="T1" fmla="*/ 548 h 578"/>
                <a:gd name="T2" fmla="*/ 139 w 393"/>
                <a:gd name="T3" fmla="*/ 189 h 578"/>
                <a:gd name="T4" fmla="*/ 28 w 393"/>
                <a:gd name="T5" fmla="*/ 71 h 578"/>
                <a:gd name="T6" fmla="*/ 0 w 393"/>
                <a:gd name="T7" fmla="*/ 15 h 578"/>
                <a:gd name="T8" fmla="*/ 10 w 393"/>
                <a:gd name="T9" fmla="*/ 0 h 578"/>
                <a:gd name="T10" fmla="*/ 42 w 393"/>
                <a:gd name="T11" fmla="*/ 71 h 578"/>
                <a:gd name="T12" fmla="*/ 143 w 393"/>
                <a:gd name="T13" fmla="*/ 183 h 578"/>
                <a:gd name="T14" fmla="*/ 372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386" y="578"/>
                  </a:moveTo>
                  <a:cubicBezTo>
                    <a:pt x="344" y="402"/>
                    <a:pt x="337" y="272"/>
                    <a:pt x="148" y="198"/>
                  </a:cubicBezTo>
                  <a:cubicBezTo>
                    <a:pt x="89" y="175"/>
                    <a:pt x="41" y="100"/>
                    <a:pt x="30" y="74"/>
                  </a:cubicBezTo>
                  <a:cubicBezTo>
                    <a:pt x="20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4" y="52"/>
                    <a:pt x="45" y="74"/>
                  </a:cubicBezTo>
                  <a:cubicBezTo>
                    <a:pt x="58" y="99"/>
                    <a:pt x="97" y="167"/>
                    <a:pt x="152" y="192"/>
                  </a:cubicBezTo>
                  <a:cubicBezTo>
                    <a:pt x="339" y="278"/>
                    <a:pt x="329" y="330"/>
                    <a:pt x="393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4" name="Freeform 119">
              <a:extLst>
                <a:ext uri="{FF2B5EF4-FFF2-40B4-BE49-F238E27FC236}">
                  <a16:creationId xmlns:a16="http://schemas.microsoft.com/office/drawing/2014/main" id="{A03C6F8D-D795-4A91-AEC0-194D0D875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940"/>
              <a:ext cx="61" cy="1464"/>
            </a:xfrm>
            <a:custGeom>
              <a:avLst/>
              <a:gdLst>
                <a:gd name="T0" fmla="*/ 50 w 62"/>
                <a:gd name="T1" fmla="*/ 0 h 1491"/>
                <a:gd name="T2" fmla="*/ 48 w 62"/>
                <a:gd name="T3" fmla="*/ 231 h 1491"/>
                <a:gd name="T4" fmla="*/ 42 w 62"/>
                <a:gd name="T5" fmla="*/ 760 h 1491"/>
                <a:gd name="T6" fmla="*/ 36 w 62"/>
                <a:gd name="T7" fmla="*/ 1172 h 1491"/>
                <a:gd name="T8" fmla="*/ 31 w 62"/>
                <a:gd name="T9" fmla="*/ 1411 h 1491"/>
                <a:gd name="T10" fmla="*/ 31 w 62"/>
                <a:gd name="T11" fmla="*/ 1411 h 1491"/>
                <a:gd name="T12" fmla="*/ 22 w 62"/>
                <a:gd name="T13" fmla="*/ 1172 h 1491"/>
                <a:gd name="T14" fmla="*/ 16 w 62"/>
                <a:gd name="T15" fmla="*/ 760 h 1491"/>
                <a:gd name="T16" fmla="*/ 10 w 62"/>
                <a:gd name="T17" fmla="*/ 231 h 1491"/>
                <a:gd name="T18" fmla="*/ 9 w 62"/>
                <a:gd name="T19" fmla="*/ 0 h 1491"/>
                <a:gd name="T20" fmla="*/ 50 w 62"/>
                <a:gd name="T21" fmla="*/ 0 h 14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1491">
                  <a:moveTo>
                    <a:pt x="53" y="0"/>
                  </a:moveTo>
                  <a:cubicBezTo>
                    <a:pt x="53" y="0"/>
                    <a:pt x="62" y="158"/>
                    <a:pt x="51" y="243"/>
                  </a:cubicBezTo>
                  <a:cubicBezTo>
                    <a:pt x="41" y="327"/>
                    <a:pt x="38" y="737"/>
                    <a:pt x="45" y="803"/>
                  </a:cubicBezTo>
                  <a:cubicBezTo>
                    <a:pt x="53" y="869"/>
                    <a:pt x="46" y="1052"/>
                    <a:pt x="39" y="1238"/>
                  </a:cubicBezTo>
                  <a:cubicBezTo>
                    <a:pt x="32" y="1425"/>
                    <a:pt x="31" y="1491"/>
                    <a:pt x="31" y="1491"/>
                  </a:cubicBezTo>
                  <a:cubicBezTo>
                    <a:pt x="31" y="1491"/>
                    <a:pt x="31" y="1491"/>
                    <a:pt x="31" y="1491"/>
                  </a:cubicBezTo>
                  <a:cubicBezTo>
                    <a:pt x="31" y="1491"/>
                    <a:pt x="29" y="1425"/>
                    <a:pt x="22" y="1238"/>
                  </a:cubicBezTo>
                  <a:cubicBezTo>
                    <a:pt x="15" y="1052"/>
                    <a:pt x="8" y="869"/>
                    <a:pt x="16" y="803"/>
                  </a:cubicBezTo>
                  <a:cubicBezTo>
                    <a:pt x="24" y="737"/>
                    <a:pt x="21" y="327"/>
                    <a:pt x="10" y="243"/>
                  </a:cubicBezTo>
                  <a:cubicBezTo>
                    <a:pt x="0" y="158"/>
                    <a:pt x="9" y="0"/>
                    <a:pt x="9" y="0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125" name="Freeform 120">
              <a:extLst>
                <a:ext uri="{FF2B5EF4-FFF2-40B4-BE49-F238E27FC236}">
                  <a16:creationId xmlns:a16="http://schemas.microsoft.com/office/drawing/2014/main" id="{5B055687-B032-43A3-970D-796FCD748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093"/>
              <a:ext cx="6" cy="33"/>
            </a:xfrm>
            <a:custGeom>
              <a:avLst/>
              <a:gdLst>
                <a:gd name="T0" fmla="*/ 0 w 6"/>
                <a:gd name="T1" fmla="*/ 8 h 33"/>
                <a:gd name="T2" fmla="*/ 5 w 6"/>
                <a:gd name="T3" fmla="*/ 0 h 33"/>
                <a:gd name="T4" fmla="*/ 6 w 6"/>
                <a:gd name="T5" fmla="*/ 31 h 33"/>
                <a:gd name="T6" fmla="*/ 0 w 6"/>
                <a:gd name="T7" fmla="*/ 33 h 33"/>
                <a:gd name="T8" fmla="*/ 0 w 6"/>
                <a:gd name="T9" fmla="*/ 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3">
                  <a:moveTo>
                    <a:pt x="0" y="8"/>
                  </a:moveTo>
                  <a:lnTo>
                    <a:pt x="5" y="0"/>
                  </a:lnTo>
                  <a:lnTo>
                    <a:pt x="6" y="31"/>
                  </a:lnTo>
                  <a:lnTo>
                    <a:pt x="0" y="3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6" name="Freeform 121">
              <a:extLst>
                <a:ext uri="{FF2B5EF4-FFF2-40B4-BE49-F238E27FC236}">
                  <a16:creationId xmlns:a16="http://schemas.microsoft.com/office/drawing/2014/main" id="{FEFB4412-F83C-40E7-8185-9B5289C7A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095"/>
              <a:ext cx="7" cy="35"/>
            </a:xfrm>
            <a:custGeom>
              <a:avLst/>
              <a:gdLst>
                <a:gd name="T0" fmla="*/ 6 w 7"/>
                <a:gd name="T1" fmla="*/ 8 h 35"/>
                <a:gd name="T2" fmla="*/ 1 w 7"/>
                <a:gd name="T3" fmla="*/ 0 h 35"/>
                <a:gd name="T4" fmla="*/ 0 w 7"/>
                <a:gd name="T5" fmla="*/ 32 h 35"/>
                <a:gd name="T6" fmla="*/ 7 w 7"/>
                <a:gd name="T7" fmla="*/ 35 h 35"/>
                <a:gd name="T8" fmla="*/ 6 w 7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5">
                  <a:moveTo>
                    <a:pt x="6" y="8"/>
                  </a:moveTo>
                  <a:lnTo>
                    <a:pt x="1" y="0"/>
                  </a:lnTo>
                  <a:lnTo>
                    <a:pt x="0" y="32"/>
                  </a:lnTo>
                  <a:lnTo>
                    <a:pt x="7" y="35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7" name="Freeform 122">
              <a:extLst>
                <a:ext uri="{FF2B5EF4-FFF2-40B4-BE49-F238E27FC236}">
                  <a16:creationId xmlns:a16="http://schemas.microsoft.com/office/drawing/2014/main" id="{E46B921E-602C-4179-9093-006E933E1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093"/>
              <a:ext cx="6" cy="33"/>
            </a:xfrm>
            <a:custGeom>
              <a:avLst/>
              <a:gdLst>
                <a:gd name="T0" fmla="*/ 0 w 6"/>
                <a:gd name="T1" fmla="*/ 8 h 33"/>
                <a:gd name="T2" fmla="*/ 5 w 6"/>
                <a:gd name="T3" fmla="*/ 0 h 33"/>
                <a:gd name="T4" fmla="*/ 6 w 6"/>
                <a:gd name="T5" fmla="*/ 31 h 33"/>
                <a:gd name="T6" fmla="*/ 0 w 6"/>
                <a:gd name="T7" fmla="*/ 33 h 33"/>
                <a:gd name="T8" fmla="*/ 0 w 6"/>
                <a:gd name="T9" fmla="*/ 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3">
                  <a:moveTo>
                    <a:pt x="0" y="8"/>
                  </a:moveTo>
                  <a:lnTo>
                    <a:pt x="5" y="0"/>
                  </a:lnTo>
                  <a:lnTo>
                    <a:pt x="6" y="31"/>
                  </a:lnTo>
                  <a:lnTo>
                    <a:pt x="0" y="3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8" name="Freeform 123">
              <a:extLst>
                <a:ext uri="{FF2B5EF4-FFF2-40B4-BE49-F238E27FC236}">
                  <a16:creationId xmlns:a16="http://schemas.microsoft.com/office/drawing/2014/main" id="{FD3DF622-AD8B-41BF-B8B3-CAAB332CB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095"/>
              <a:ext cx="7" cy="35"/>
            </a:xfrm>
            <a:custGeom>
              <a:avLst/>
              <a:gdLst>
                <a:gd name="T0" fmla="*/ 6 w 7"/>
                <a:gd name="T1" fmla="*/ 8 h 35"/>
                <a:gd name="T2" fmla="*/ 1 w 7"/>
                <a:gd name="T3" fmla="*/ 0 h 35"/>
                <a:gd name="T4" fmla="*/ 0 w 7"/>
                <a:gd name="T5" fmla="*/ 32 h 35"/>
                <a:gd name="T6" fmla="*/ 7 w 7"/>
                <a:gd name="T7" fmla="*/ 35 h 35"/>
                <a:gd name="T8" fmla="*/ 6 w 7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5">
                  <a:moveTo>
                    <a:pt x="6" y="8"/>
                  </a:moveTo>
                  <a:lnTo>
                    <a:pt x="1" y="0"/>
                  </a:lnTo>
                  <a:lnTo>
                    <a:pt x="0" y="32"/>
                  </a:lnTo>
                  <a:lnTo>
                    <a:pt x="7" y="35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9" name="Freeform 124">
              <a:extLst>
                <a:ext uri="{FF2B5EF4-FFF2-40B4-BE49-F238E27FC236}">
                  <a16:creationId xmlns:a16="http://schemas.microsoft.com/office/drawing/2014/main" id="{00EDA9D7-245A-482E-94D2-01858C127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742"/>
              <a:ext cx="282" cy="241"/>
            </a:xfrm>
            <a:custGeom>
              <a:avLst/>
              <a:gdLst>
                <a:gd name="T0" fmla="*/ 157 w 287"/>
                <a:gd name="T1" fmla="*/ 208 h 246"/>
                <a:gd name="T2" fmla="*/ 271 w 287"/>
                <a:gd name="T3" fmla="*/ 122 h 246"/>
                <a:gd name="T4" fmla="*/ 162 w 287"/>
                <a:gd name="T5" fmla="*/ 5 h 246"/>
                <a:gd name="T6" fmla="*/ 137 w 287"/>
                <a:gd name="T7" fmla="*/ 14 h 246"/>
                <a:gd name="T8" fmla="*/ 111 w 287"/>
                <a:gd name="T9" fmla="*/ 5 h 246"/>
                <a:gd name="T10" fmla="*/ 2 w 287"/>
                <a:gd name="T11" fmla="*/ 122 h 246"/>
                <a:gd name="T12" fmla="*/ 115 w 287"/>
                <a:gd name="T13" fmla="*/ 208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6" y="131"/>
                  </a:cubicBezTo>
                  <a:cubicBezTo>
                    <a:pt x="284" y="30"/>
                    <a:pt x="191" y="10"/>
                    <a:pt x="171" y="5"/>
                  </a:cubicBezTo>
                  <a:cubicBezTo>
                    <a:pt x="151" y="0"/>
                    <a:pt x="144" y="14"/>
                    <a:pt x="144" y="14"/>
                  </a:cubicBezTo>
                  <a:cubicBezTo>
                    <a:pt x="144" y="14"/>
                    <a:pt x="137" y="0"/>
                    <a:pt x="117" y="5"/>
                  </a:cubicBezTo>
                  <a:cubicBezTo>
                    <a:pt x="96" y="10"/>
                    <a:pt x="3" y="30"/>
                    <a:pt x="2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solidFill>
              <a:srgbClr val="E1C9D2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130" name="Freeform 125">
              <a:extLst>
                <a:ext uri="{FF2B5EF4-FFF2-40B4-BE49-F238E27FC236}">
                  <a16:creationId xmlns:a16="http://schemas.microsoft.com/office/drawing/2014/main" id="{A8601AAB-1B9A-4E92-B02A-931001DA1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742"/>
              <a:ext cx="282" cy="241"/>
            </a:xfrm>
            <a:custGeom>
              <a:avLst/>
              <a:gdLst>
                <a:gd name="T0" fmla="*/ 157 w 287"/>
                <a:gd name="T1" fmla="*/ 208 h 246"/>
                <a:gd name="T2" fmla="*/ 271 w 287"/>
                <a:gd name="T3" fmla="*/ 122 h 246"/>
                <a:gd name="T4" fmla="*/ 162 w 287"/>
                <a:gd name="T5" fmla="*/ 5 h 246"/>
                <a:gd name="T6" fmla="*/ 137 w 287"/>
                <a:gd name="T7" fmla="*/ 14 h 246"/>
                <a:gd name="T8" fmla="*/ 111 w 287"/>
                <a:gd name="T9" fmla="*/ 5 h 246"/>
                <a:gd name="T10" fmla="*/ 2 w 287"/>
                <a:gd name="T11" fmla="*/ 122 h 246"/>
                <a:gd name="T12" fmla="*/ 115 w 287"/>
                <a:gd name="T13" fmla="*/ 208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6" y="131"/>
                  </a:cubicBezTo>
                  <a:cubicBezTo>
                    <a:pt x="284" y="30"/>
                    <a:pt x="191" y="10"/>
                    <a:pt x="171" y="5"/>
                  </a:cubicBezTo>
                  <a:cubicBezTo>
                    <a:pt x="151" y="0"/>
                    <a:pt x="144" y="14"/>
                    <a:pt x="144" y="14"/>
                  </a:cubicBezTo>
                  <a:cubicBezTo>
                    <a:pt x="144" y="14"/>
                    <a:pt x="137" y="0"/>
                    <a:pt x="117" y="5"/>
                  </a:cubicBezTo>
                  <a:cubicBezTo>
                    <a:pt x="96" y="10"/>
                    <a:pt x="3" y="30"/>
                    <a:pt x="2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1" name="Line 126">
              <a:extLst>
                <a:ext uri="{FF2B5EF4-FFF2-40B4-BE49-F238E27FC236}">
                  <a16:creationId xmlns:a16="http://schemas.microsoft.com/office/drawing/2014/main" id="{BC9BF26A-AE30-4B80-B0D6-9FC5A0365F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755"/>
              <a:ext cx="1" cy="138"/>
            </a:xfrm>
            <a:prstGeom prst="line">
              <a:avLst/>
            </a:prstGeom>
            <a:noFill/>
            <a:ln w="4763" cap="rnd">
              <a:solidFill>
                <a:srgbClr val="D9B2C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2" name="Freeform 127">
              <a:extLst>
                <a:ext uri="{FF2B5EF4-FFF2-40B4-BE49-F238E27FC236}">
                  <a16:creationId xmlns:a16="http://schemas.microsoft.com/office/drawing/2014/main" id="{64548BD6-1B29-4F11-A052-FB1A777F4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889"/>
              <a:ext cx="50" cy="69"/>
            </a:xfrm>
            <a:custGeom>
              <a:avLst/>
              <a:gdLst>
                <a:gd name="T0" fmla="*/ 47 w 51"/>
                <a:gd name="T1" fmla="*/ 0 h 70"/>
                <a:gd name="T2" fmla="*/ 39 w 51"/>
                <a:gd name="T3" fmla="*/ 12 h 70"/>
                <a:gd name="T4" fmla="*/ 25 w 51"/>
                <a:gd name="T5" fmla="*/ 21 h 70"/>
                <a:gd name="T6" fmla="*/ 12 w 51"/>
                <a:gd name="T7" fmla="*/ 24 h 70"/>
                <a:gd name="T8" fmla="*/ 0 w 51"/>
                <a:gd name="T9" fmla="*/ 27 h 70"/>
                <a:gd name="T10" fmla="*/ 26 w 51"/>
                <a:gd name="T11" fmla="*/ 42 h 70"/>
                <a:gd name="T12" fmla="*/ 25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50" y="0"/>
                  </a:moveTo>
                  <a:cubicBezTo>
                    <a:pt x="51" y="3"/>
                    <a:pt x="45" y="9"/>
                    <a:pt x="42" y="12"/>
                  </a:cubicBezTo>
                  <a:cubicBezTo>
                    <a:pt x="38" y="16"/>
                    <a:pt x="34" y="19"/>
                    <a:pt x="28" y="21"/>
                  </a:cubicBezTo>
                  <a:cubicBezTo>
                    <a:pt x="23" y="23"/>
                    <a:pt x="18" y="23"/>
                    <a:pt x="12" y="24"/>
                  </a:cubicBezTo>
                  <a:cubicBezTo>
                    <a:pt x="9" y="25"/>
                    <a:pt x="2" y="24"/>
                    <a:pt x="0" y="27"/>
                  </a:cubicBezTo>
                  <a:cubicBezTo>
                    <a:pt x="8" y="32"/>
                    <a:pt x="23" y="37"/>
                    <a:pt x="29" y="45"/>
                  </a:cubicBezTo>
                  <a:cubicBezTo>
                    <a:pt x="34" y="54"/>
                    <a:pt x="31" y="62"/>
                    <a:pt x="27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3" name="Freeform 128">
              <a:extLst>
                <a:ext uri="{FF2B5EF4-FFF2-40B4-BE49-F238E27FC236}">
                  <a16:creationId xmlns:a16="http://schemas.microsoft.com/office/drawing/2014/main" id="{3C48716D-6897-41BE-998D-42A41F754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867"/>
              <a:ext cx="76" cy="49"/>
            </a:xfrm>
            <a:custGeom>
              <a:avLst/>
              <a:gdLst>
                <a:gd name="T0" fmla="*/ 72 w 78"/>
                <a:gd name="T1" fmla="*/ 46 h 50"/>
                <a:gd name="T2" fmla="*/ 41 w 78"/>
                <a:gd name="T3" fmla="*/ 23 h 50"/>
                <a:gd name="T4" fmla="*/ 19 w 78"/>
                <a:gd name="T5" fmla="*/ 11 h 50"/>
                <a:gd name="T6" fmla="*/ 0 w 78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78" y="49"/>
                  </a:moveTo>
                  <a:cubicBezTo>
                    <a:pt x="62" y="50"/>
                    <a:pt x="54" y="31"/>
                    <a:pt x="44" y="23"/>
                  </a:cubicBezTo>
                  <a:cubicBezTo>
                    <a:pt x="37" y="17"/>
                    <a:pt x="28" y="15"/>
                    <a:pt x="20" y="11"/>
                  </a:cubicBezTo>
                  <a:cubicBezTo>
                    <a:pt x="13" y="8"/>
                    <a:pt x="7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4" name="Freeform 129">
              <a:extLst>
                <a:ext uri="{FF2B5EF4-FFF2-40B4-BE49-F238E27FC236}">
                  <a16:creationId xmlns:a16="http://schemas.microsoft.com/office/drawing/2014/main" id="{5F6F630B-54CB-48C4-8D03-A92A4C8C5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915"/>
              <a:ext cx="51" cy="23"/>
            </a:xfrm>
            <a:custGeom>
              <a:avLst/>
              <a:gdLst>
                <a:gd name="T0" fmla="*/ 49 w 52"/>
                <a:gd name="T1" fmla="*/ 0 h 23"/>
                <a:gd name="T2" fmla="*/ 27 w 52"/>
                <a:gd name="T3" fmla="*/ 20 h 23"/>
                <a:gd name="T4" fmla="*/ 15 w 52"/>
                <a:gd name="T5" fmla="*/ 20 h 23"/>
                <a:gd name="T6" fmla="*/ 0 w 52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52" y="0"/>
                  </a:moveTo>
                  <a:cubicBezTo>
                    <a:pt x="45" y="8"/>
                    <a:pt x="43" y="18"/>
                    <a:pt x="30" y="20"/>
                  </a:cubicBezTo>
                  <a:cubicBezTo>
                    <a:pt x="25" y="21"/>
                    <a:pt x="20" y="20"/>
                    <a:pt x="15" y="20"/>
                  </a:cubicBezTo>
                  <a:cubicBezTo>
                    <a:pt x="10" y="21"/>
                    <a:pt x="5" y="23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5" name="Freeform 130">
              <a:extLst>
                <a:ext uri="{FF2B5EF4-FFF2-40B4-BE49-F238E27FC236}">
                  <a16:creationId xmlns:a16="http://schemas.microsoft.com/office/drawing/2014/main" id="{62DBE1CD-C761-4F0B-9C93-930EF22C4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835"/>
              <a:ext cx="91" cy="65"/>
            </a:xfrm>
            <a:custGeom>
              <a:avLst/>
              <a:gdLst>
                <a:gd name="T0" fmla="*/ 0 w 93"/>
                <a:gd name="T1" fmla="*/ 0 h 66"/>
                <a:gd name="T2" fmla="*/ 14 w 93"/>
                <a:gd name="T3" fmla="*/ 4 h 66"/>
                <a:gd name="T4" fmla="*/ 29 w 93"/>
                <a:gd name="T5" fmla="*/ 16 h 66"/>
                <a:gd name="T6" fmla="*/ 50 w 93"/>
                <a:gd name="T7" fmla="*/ 40 h 66"/>
                <a:gd name="T8" fmla="*/ 85 w 93"/>
                <a:gd name="T9" fmla="*/ 40 h 66"/>
                <a:gd name="T10" fmla="*/ 87 w 93"/>
                <a:gd name="T11" fmla="*/ 40 h 66"/>
                <a:gd name="T12" fmla="*/ 86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0" y="0"/>
                  </a:moveTo>
                  <a:cubicBezTo>
                    <a:pt x="4" y="3"/>
                    <a:pt x="9" y="2"/>
                    <a:pt x="14" y="4"/>
                  </a:cubicBezTo>
                  <a:cubicBezTo>
                    <a:pt x="20" y="7"/>
                    <a:pt x="27" y="11"/>
                    <a:pt x="32" y="16"/>
                  </a:cubicBezTo>
                  <a:cubicBezTo>
                    <a:pt x="41" y="24"/>
                    <a:pt x="47" y="34"/>
                    <a:pt x="53" y="43"/>
                  </a:cubicBezTo>
                  <a:cubicBezTo>
                    <a:pt x="63" y="59"/>
                    <a:pt x="84" y="66"/>
                    <a:pt x="91" y="43"/>
                  </a:cubicBezTo>
                  <a:cubicBezTo>
                    <a:pt x="91" y="43"/>
                    <a:pt x="92" y="43"/>
                    <a:pt x="93" y="43"/>
                  </a:cubicBezTo>
                  <a:cubicBezTo>
                    <a:pt x="93" y="41"/>
                    <a:pt x="92" y="41"/>
                    <a:pt x="92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6" name="Freeform 131">
              <a:extLst>
                <a:ext uri="{FF2B5EF4-FFF2-40B4-BE49-F238E27FC236}">
                  <a16:creationId xmlns:a16="http://schemas.microsoft.com/office/drawing/2014/main" id="{D7F71743-3747-42CF-BE2E-FC9315CD4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764"/>
              <a:ext cx="32" cy="78"/>
            </a:xfrm>
            <a:custGeom>
              <a:avLst/>
              <a:gdLst>
                <a:gd name="T0" fmla="*/ 0 w 33"/>
                <a:gd name="T1" fmla="*/ 0 h 79"/>
                <a:gd name="T2" fmla="*/ 16 w 33"/>
                <a:gd name="T3" fmla="*/ 18 h 79"/>
                <a:gd name="T4" fmla="*/ 17 w 33"/>
                <a:gd name="T5" fmla="*/ 39 h 79"/>
                <a:gd name="T6" fmla="*/ 23 w 33"/>
                <a:gd name="T7" fmla="*/ 59 h 79"/>
                <a:gd name="T8" fmla="*/ 29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0" y="0"/>
                  </a:moveTo>
                  <a:cubicBezTo>
                    <a:pt x="4" y="7"/>
                    <a:pt x="13" y="10"/>
                    <a:pt x="16" y="18"/>
                  </a:cubicBezTo>
                  <a:cubicBezTo>
                    <a:pt x="19" y="26"/>
                    <a:pt x="20" y="32"/>
                    <a:pt x="20" y="40"/>
                  </a:cubicBezTo>
                  <a:cubicBezTo>
                    <a:pt x="20" y="49"/>
                    <a:pt x="21" y="54"/>
                    <a:pt x="26" y="62"/>
                  </a:cubicBezTo>
                  <a:cubicBezTo>
                    <a:pt x="29" y="67"/>
                    <a:pt x="33" y="75"/>
                    <a:pt x="32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7" name="Freeform 132">
              <a:extLst>
                <a:ext uri="{FF2B5EF4-FFF2-40B4-BE49-F238E27FC236}">
                  <a16:creationId xmlns:a16="http://schemas.microsoft.com/office/drawing/2014/main" id="{37179AE2-EB07-4243-96D8-A2DD6ABB6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762"/>
              <a:ext cx="16" cy="96"/>
            </a:xfrm>
            <a:custGeom>
              <a:avLst/>
              <a:gdLst>
                <a:gd name="T0" fmla="*/ 4 w 16"/>
                <a:gd name="T1" fmla="*/ 0 h 97"/>
                <a:gd name="T2" fmla="*/ 10 w 16"/>
                <a:gd name="T3" fmla="*/ 25 h 97"/>
                <a:gd name="T4" fmla="*/ 12 w 16"/>
                <a:gd name="T5" fmla="*/ 49 h 97"/>
                <a:gd name="T6" fmla="*/ 11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4" y="0"/>
                  </a:moveTo>
                  <a:cubicBezTo>
                    <a:pt x="0" y="9"/>
                    <a:pt x="7" y="17"/>
                    <a:pt x="10" y="25"/>
                  </a:cubicBezTo>
                  <a:cubicBezTo>
                    <a:pt x="12" y="34"/>
                    <a:pt x="12" y="43"/>
                    <a:pt x="12" y="52"/>
                  </a:cubicBezTo>
                  <a:cubicBezTo>
                    <a:pt x="12" y="67"/>
                    <a:pt x="16" y="81"/>
                    <a:pt x="11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8" name="Freeform 133">
              <a:extLst>
                <a:ext uri="{FF2B5EF4-FFF2-40B4-BE49-F238E27FC236}">
                  <a16:creationId xmlns:a16="http://schemas.microsoft.com/office/drawing/2014/main" id="{0B16D3AD-DB91-4F87-AE9B-3C23333F7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794"/>
              <a:ext cx="56" cy="45"/>
            </a:xfrm>
            <a:custGeom>
              <a:avLst/>
              <a:gdLst>
                <a:gd name="T0" fmla="*/ 0 w 57"/>
                <a:gd name="T1" fmla="*/ 19 h 46"/>
                <a:gd name="T2" fmla="*/ 28 w 57"/>
                <a:gd name="T3" fmla="*/ 8 h 46"/>
                <a:gd name="T4" fmla="*/ 38 w 57"/>
                <a:gd name="T5" fmla="*/ 23 h 46"/>
                <a:gd name="T6" fmla="*/ 54 w 57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6">
                  <a:moveTo>
                    <a:pt x="0" y="19"/>
                  </a:moveTo>
                  <a:cubicBezTo>
                    <a:pt x="10" y="15"/>
                    <a:pt x="17" y="0"/>
                    <a:pt x="30" y="8"/>
                  </a:cubicBezTo>
                  <a:cubicBezTo>
                    <a:pt x="37" y="12"/>
                    <a:pt x="37" y="20"/>
                    <a:pt x="41" y="26"/>
                  </a:cubicBezTo>
                  <a:cubicBezTo>
                    <a:pt x="45" y="34"/>
                    <a:pt x="51" y="40"/>
                    <a:pt x="57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9" name="Freeform 134">
              <a:extLst>
                <a:ext uri="{FF2B5EF4-FFF2-40B4-BE49-F238E27FC236}">
                  <a16:creationId xmlns:a16="http://schemas.microsoft.com/office/drawing/2014/main" id="{3C686AA8-A33A-4A71-BDD3-2504E01DB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907"/>
              <a:ext cx="33" cy="16"/>
            </a:xfrm>
            <a:custGeom>
              <a:avLst/>
              <a:gdLst>
                <a:gd name="T0" fmla="*/ 31 w 34"/>
                <a:gd name="T1" fmla="*/ 0 h 17"/>
                <a:gd name="T2" fmla="*/ 19 w 34"/>
                <a:gd name="T3" fmla="*/ 12 h 17"/>
                <a:gd name="T4" fmla="*/ 0 w 34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7">
                  <a:moveTo>
                    <a:pt x="34" y="0"/>
                  </a:moveTo>
                  <a:cubicBezTo>
                    <a:pt x="31" y="6"/>
                    <a:pt x="30" y="13"/>
                    <a:pt x="22" y="15"/>
                  </a:cubicBezTo>
                  <a:cubicBezTo>
                    <a:pt x="14" y="17"/>
                    <a:pt x="7" y="11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0" name="Freeform 135">
              <a:extLst>
                <a:ext uri="{FF2B5EF4-FFF2-40B4-BE49-F238E27FC236}">
                  <a16:creationId xmlns:a16="http://schemas.microsoft.com/office/drawing/2014/main" id="{131228E4-3E23-43FC-996A-4B83EABF8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889"/>
              <a:ext cx="51" cy="69"/>
            </a:xfrm>
            <a:custGeom>
              <a:avLst/>
              <a:gdLst>
                <a:gd name="T0" fmla="*/ 1 w 51"/>
                <a:gd name="T1" fmla="*/ 0 h 70"/>
                <a:gd name="T2" fmla="*/ 8 w 51"/>
                <a:gd name="T3" fmla="*/ 12 h 70"/>
                <a:gd name="T4" fmla="*/ 22 w 51"/>
                <a:gd name="T5" fmla="*/ 21 h 70"/>
                <a:gd name="T6" fmla="*/ 38 w 51"/>
                <a:gd name="T7" fmla="*/ 24 h 70"/>
                <a:gd name="T8" fmla="*/ 51 w 51"/>
                <a:gd name="T9" fmla="*/ 27 h 70"/>
                <a:gd name="T10" fmla="*/ 22 w 51"/>
                <a:gd name="T11" fmla="*/ 42 h 70"/>
                <a:gd name="T12" fmla="*/ 23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1" y="0"/>
                  </a:moveTo>
                  <a:cubicBezTo>
                    <a:pt x="0" y="3"/>
                    <a:pt x="6" y="9"/>
                    <a:pt x="8" y="12"/>
                  </a:cubicBezTo>
                  <a:cubicBezTo>
                    <a:pt x="12" y="16"/>
                    <a:pt x="16" y="19"/>
                    <a:pt x="22" y="21"/>
                  </a:cubicBezTo>
                  <a:cubicBezTo>
                    <a:pt x="27" y="23"/>
                    <a:pt x="33" y="23"/>
                    <a:pt x="38" y="24"/>
                  </a:cubicBezTo>
                  <a:cubicBezTo>
                    <a:pt x="42" y="25"/>
                    <a:pt x="48" y="24"/>
                    <a:pt x="51" y="27"/>
                  </a:cubicBezTo>
                  <a:cubicBezTo>
                    <a:pt x="42" y="32"/>
                    <a:pt x="27" y="37"/>
                    <a:pt x="22" y="45"/>
                  </a:cubicBezTo>
                  <a:cubicBezTo>
                    <a:pt x="16" y="54"/>
                    <a:pt x="19" y="62"/>
                    <a:pt x="23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1" name="Freeform 136">
              <a:extLst>
                <a:ext uri="{FF2B5EF4-FFF2-40B4-BE49-F238E27FC236}">
                  <a16:creationId xmlns:a16="http://schemas.microsoft.com/office/drawing/2014/main" id="{55602041-A7BB-481C-89F3-516F23170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867"/>
              <a:ext cx="75" cy="49"/>
            </a:xfrm>
            <a:custGeom>
              <a:avLst/>
              <a:gdLst>
                <a:gd name="T0" fmla="*/ 0 w 77"/>
                <a:gd name="T1" fmla="*/ 46 h 50"/>
                <a:gd name="T2" fmla="*/ 30 w 77"/>
                <a:gd name="T3" fmla="*/ 23 h 50"/>
                <a:gd name="T4" fmla="*/ 54 w 77"/>
                <a:gd name="T5" fmla="*/ 11 h 50"/>
                <a:gd name="T6" fmla="*/ 71 w 77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0">
                  <a:moveTo>
                    <a:pt x="0" y="49"/>
                  </a:moveTo>
                  <a:cubicBezTo>
                    <a:pt x="15" y="50"/>
                    <a:pt x="23" y="31"/>
                    <a:pt x="33" y="23"/>
                  </a:cubicBezTo>
                  <a:cubicBezTo>
                    <a:pt x="40" y="17"/>
                    <a:pt x="49" y="15"/>
                    <a:pt x="58" y="11"/>
                  </a:cubicBezTo>
                  <a:cubicBezTo>
                    <a:pt x="65" y="8"/>
                    <a:pt x="71" y="3"/>
                    <a:pt x="77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2" name="Freeform 137">
              <a:extLst>
                <a:ext uri="{FF2B5EF4-FFF2-40B4-BE49-F238E27FC236}">
                  <a16:creationId xmlns:a16="http://schemas.microsoft.com/office/drawing/2014/main" id="{A5B6A764-F7E5-42C2-8703-E579DC92C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915"/>
              <a:ext cx="51" cy="23"/>
            </a:xfrm>
            <a:custGeom>
              <a:avLst/>
              <a:gdLst>
                <a:gd name="T0" fmla="*/ 0 w 52"/>
                <a:gd name="T1" fmla="*/ 0 h 23"/>
                <a:gd name="T2" fmla="*/ 21 w 52"/>
                <a:gd name="T3" fmla="*/ 20 h 23"/>
                <a:gd name="T4" fmla="*/ 34 w 52"/>
                <a:gd name="T5" fmla="*/ 20 h 23"/>
                <a:gd name="T6" fmla="*/ 49 w 52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cubicBezTo>
                    <a:pt x="7" y="8"/>
                    <a:pt x="8" y="18"/>
                    <a:pt x="21" y="20"/>
                  </a:cubicBezTo>
                  <a:cubicBezTo>
                    <a:pt x="26" y="21"/>
                    <a:pt x="32" y="20"/>
                    <a:pt x="37" y="20"/>
                  </a:cubicBezTo>
                  <a:cubicBezTo>
                    <a:pt x="42" y="21"/>
                    <a:pt x="46" y="23"/>
                    <a:pt x="52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3" name="Freeform 138">
              <a:extLst>
                <a:ext uri="{FF2B5EF4-FFF2-40B4-BE49-F238E27FC236}">
                  <a16:creationId xmlns:a16="http://schemas.microsoft.com/office/drawing/2014/main" id="{05E9564D-EE03-43F5-B8E6-D922C0B34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835"/>
              <a:ext cx="91" cy="65"/>
            </a:xfrm>
            <a:custGeom>
              <a:avLst/>
              <a:gdLst>
                <a:gd name="T0" fmla="*/ 87 w 93"/>
                <a:gd name="T1" fmla="*/ 0 h 66"/>
                <a:gd name="T2" fmla="*/ 74 w 93"/>
                <a:gd name="T3" fmla="*/ 4 h 66"/>
                <a:gd name="T4" fmla="*/ 58 w 93"/>
                <a:gd name="T5" fmla="*/ 16 h 66"/>
                <a:gd name="T6" fmla="*/ 37 w 93"/>
                <a:gd name="T7" fmla="*/ 40 h 66"/>
                <a:gd name="T8" fmla="*/ 3 w 93"/>
                <a:gd name="T9" fmla="*/ 40 h 66"/>
                <a:gd name="T10" fmla="*/ 1 w 93"/>
                <a:gd name="T11" fmla="*/ 40 h 66"/>
                <a:gd name="T12" fmla="*/ 1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93" y="0"/>
                  </a:moveTo>
                  <a:cubicBezTo>
                    <a:pt x="90" y="3"/>
                    <a:pt x="84" y="2"/>
                    <a:pt x="80" y="4"/>
                  </a:cubicBezTo>
                  <a:cubicBezTo>
                    <a:pt x="73" y="7"/>
                    <a:pt x="67" y="11"/>
                    <a:pt x="61" y="16"/>
                  </a:cubicBezTo>
                  <a:cubicBezTo>
                    <a:pt x="52" y="24"/>
                    <a:pt x="46" y="34"/>
                    <a:pt x="40" y="43"/>
                  </a:cubicBezTo>
                  <a:cubicBezTo>
                    <a:pt x="31" y="59"/>
                    <a:pt x="9" y="66"/>
                    <a:pt x="3" y="43"/>
                  </a:cubicBezTo>
                  <a:cubicBezTo>
                    <a:pt x="2" y="43"/>
                    <a:pt x="1" y="43"/>
                    <a:pt x="1" y="43"/>
                  </a:cubicBezTo>
                  <a:cubicBezTo>
                    <a:pt x="0" y="41"/>
                    <a:pt x="1" y="41"/>
                    <a:pt x="1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4" name="Freeform 139">
              <a:extLst>
                <a:ext uri="{FF2B5EF4-FFF2-40B4-BE49-F238E27FC236}">
                  <a16:creationId xmlns:a16="http://schemas.microsoft.com/office/drawing/2014/main" id="{5DF5C2AD-E13C-44FA-990A-83C52E000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764"/>
              <a:ext cx="32" cy="78"/>
            </a:xfrm>
            <a:custGeom>
              <a:avLst/>
              <a:gdLst>
                <a:gd name="T0" fmla="*/ 30 w 33"/>
                <a:gd name="T1" fmla="*/ 0 h 79"/>
                <a:gd name="T2" fmla="*/ 16 w 33"/>
                <a:gd name="T3" fmla="*/ 18 h 79"/>
                <a:gd name="T4" fmla="*/ 14 w 33"/>
                <a:gd name="T5" fmla="*/ 39 h 79"/>
                <a:gd name="T6" fmla="*/ 8 w 33"/>
                <a:gd name="T7" fmla="*/ 59 h 79"/>
                <a:gd name="T8" fmla="*/ 2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33" y="0"/>
                  </a:moveTo>
                  <a:cubicBezTo>
                    <a:pt x="29" y="7"/>
                    <a:pt x="21" y="10"/>
                    <a:pt x="17" y="18"/>
                  </a:cubicBezTo>
                  <a:cubicBezTo>
                    <a:pt x="14" y="26"/>
                    <a:pt x="14" y="32"/>
                    <a:pt x="14" y="40"/>
                  </a:cubicBezTo>
                  <a:cubicBezTo>
                    <a:pt x="13" y="49"/>
                    <a:pt x="13" y="54"/>
                    <a:pt x="8" y="62"/>
                  </a:cubicBezTo>
                  <a:cubicBezTo>
                    <a:pt x="5" y="67"/>
                    <a:pt x="0" y="75"/>
                    <a:pt x="2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5" name="Freeform 140">
              <a:extLst>
                <a:ext uri="{FF2B5EF4-FFF2-40B4-BE49-F238E27FC236}">
                  <a16:creationId xmlns:a16="http://schemas.microsoft.com/office/drawing/2014/main" id="{21731441-BAD7-4A51-9DC6-CC2CFD7D5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762"/>
              <a:ext cx="16" cy="96"/>
            </a:xfrm>
            <a:custGeom>
              <a:avLst/>
              <a:gdLst>
                <a:gd name="T0" fmla="*/ 13 w 16"/>
                <a:gd name="T1" fmla="*/ 0 h 97"/>
                <a:gd name="T2" fmla="*/ 7 w 16"/>
                <a:gd name="T3" fmla="*/ 25 h 97"/>
                <a:gd name="T4" fmla="*/ 4 w 16"/>
                <a:gd name="T5" fmla="*/ 49 h 97"/>
                <a:gd name="T6" fmla="*/ 5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13" y="0"/>
                  </a:moveTo>
                  <a:cubicBezTo>
                    <a:pt x="16" y="9"/>
                    <a:pt x="10" y="17"/>
                    <a:pt x="7" y="25"/>
                  </a:cubicBezTo>
                  <a:cubicBezTo>
                    <a:pt x="4" y="34"/>
                    <a:pt x="4" y="43"/>
                    <a:pt x="4" y="52"/>
                  </a:cubicBezTo>
                  <a:cubicBezTo>
                    <a:pt x="4" y="67"/>
                    <a:pt x="0" y="81"/>
                    <a:pt x="5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6" name="Freeform 141">
              <a:extLst>
                <a:ext uri="{FF2B5EF4-FFF2-40B4-BE49-F238E27FC236}">
                  <a16:creationId xmlns:a16="http://schemas.microsoft.com/office/drawing/2014/main" id="{A640B66A-F83D-44A9-860A-F0AD34DBE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794"/>
              <a:ext cx="55" cy="45"/>
            </a:xfrm>
            <a:custGeom>
              <a:avLst/>
              <a:gdLst>
                <a:gd name="T0" fmla="*/ 53 w 56"/>
                <a:gd name="T1" fmla="*/ 19 h 46"/>
                <a:gd name="T2" fmla="*/ 26 w 56"/>
                <a:gd name="T3" fmla="*/ 8 h 46"/>
                <a:gd name="T4" fmla="*/ 16 w 56"/>
                <a:gd name="T5" fmla="*/ 23 h 46"/>
                <a:gd name="T6" fmla="*/ 0 w 56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6">
                  <a:moveTo>
                    <a:pt x="56" y="19"/>
                  </a:moveTo>
                  <a:cubicBezTo>
                    <a:pt x="46" y="15"/>
                    <a:pt x="40" y="0"/>
                    <a:pt x="26" y="8"/>
                  </a:cubicBezTo>
                  <a:cubicBezTo>
                    <a:pt x="20" y="12"/>
                    <a:pt x="19" y="20"/>
                    <a:pt x="16" y="26"/>
                  </a:cubicBezTo>
                  <a:cubicBezTo>
                    <a:pt x="12" y="34"/>
                    <a:pt x="6" y="40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7" name="Freeform 142">
              <a:extLst>
                <a:ext uri="{FF2B5EF4-FFF2-40B4-BE49-F238E27FC236}">
                  <a16:creationId xmlns:a16="http://schemas.microsoft.com/office/drawing/2014/main" id="{86856088-7560-4D65-8939-9993DC794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907"/>
              <a:ext cx="34" cy="16"/>
            </a:xfrm>
            <a:custGeom>
              <a:avLst/>
              <a:gdLst>
                <a:gd name="T0" fmla="*/ 0 w 35"/>
                <a:gd name="T1" fmla="*/ 0 h 17"/>
                <a:gd name="T2" fmla="*/ 13 w 35"/>
                <a:gd name="T3" fmla="*/ 12 h 17"/>
                <a:gd name="T4" fmla="*/ 32 w 35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0" y="0"/>
                  </a:moveTo>
                  <a:cubicBezTo>
                    <a:pt x="4" y="6"/>
                    <a:pt x="4" y="13"/>
                    <a:pt x="13" y="15"/>
                  </a:cubicBezTo>
                  <a:cubicBezTo>
                    <a:pt x="20" y="17"/>
                    <a:pt x="28" y="11"/>
                    <a:pt x="35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8" name="Freeform 143">
              <a:extLst>
                <a:ext uri="{FF2B5EF4-FFF2-40B4-BE49-F238E27FC236}">
                  <a16:creationId xmlns:a16="http://schemas.microsoft.com/office/drawing/2014/main" id="{B0666B16-4078-426C-B2CA-1FC287254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902"/>
              <a:ext cx="37" cy="47"/>
            </a:xfrm>
            <a:custGeom>
              <a:avLst/>
              <a:gdLst>
                <a:gd name="T0" fmla="*/ 20 w 38"/>
                <a:gd name="T1" fmla="*/ 44 h 48"/>
                <a:gd name="T2" fmla="*/ 20 w 38"/>
                <a:gd name="T3" fmla="*/ 30 h 48"/>
                <a:gd name="T4" fmla="*/ 17 w 38"/>
                <a:gd name="T5" fmla="*/ 24 h 48"/>
                <a:gd name="T6" fmla="*/ 8 w 38"/>
                <a:gd name="T7" fmla="*/ 18 h 48"/>
                <a:gd name="T8" fmla="*/ 0 w 38"/>
                <a:gd name="T9" fmla="*/ 15 h 48"/>
                <a:gd name="T10" fmla="*/ 16 w 38"/>
                <a:gd name="T11" fmla="*/ 17 h 48"/>
                <a:gd name="T12" fmla="*/ 24 w 38"/>
                <a:gd name="T13" fmla="*/ 12 h 48"/>
                <a:gd name="T14" fmla="*/ 30 w 38"/>
                <a:gd name="T15" fmla="*/ 6 h 48"/>
                <a:gd name="T16" fmla="*/ 34 w 38"/>
                <a:gd name="T17" fmla="*/ 0 h 48"/>
                <a:gd name="T18" fmla="*/ 30 w 38"/>
                <a:gd name="T19" fmla="*/ 23 h 48"/>
                <a:gd name="T20" fmla="*/ 29 w 38"/>
                <a:gd name="T21" fmla="*/ 33 h 48"/>
                <a:gd name="T22" fmla="*/ 31 w 38"/>
                <a:gd name="T23" fmla="*/ 41 h 48"/>
                <a:gd name="T24" fmla="*/ 19 w 38"/>
                <a:gd name="T25" fmla="*/ 45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48">
                  <a:moveTo>
                    <a:pt x="23" y="47"/>
                  </a:moveTo>
                  <a:cubicBezTo>
                    <a:pt x="26" y="44"/>
                    <a:pt x="25" y="36"/>
                    <a:pt x="23" y="33"/>
                  </a:cubicBezTo>
                  <a:cubicBezTo>
                    <a:pt x="22" y="29"/>
                    <a:pt x="20" y="27"/>
                    <a:pt x="17" y="24"/>
                  </a:cubicBezTo>
                  <a:cubicBezTo>
                    <a:pt x="14" y="22"/>
                    <a:pt x="11" y="20"/>
                    <a:pt x="8" y="18"/>
                  </a:cubicBezTo>
                  <a:cubicBezTo>
                    <a:pt x="6" y="17"/>
                    <a:pt x="1" y="16"/>
                    <a:pt x="0" y="15"/>
                  </a:cubicBezTo>
                  <a:cubicBezTo>
                    <a:pt x="5" y="14"/>
                    <a:pt x="11" y="17"/>
                    <a:pt x="16" y="17"/>
                  </a:cubicBezTo>
                  <a:cubicBezTo>
                    <a:pt x="21" y="16"/>
                    <a:pt x="24" y="15"/>
                    <a:pt x="27" y="12"/>
                  </a:cubicBezTo>
                  <a:cubicBezTo>
                    <a:pt x="30" y="10"/>
                    <a:pt x="32" y="8"/>
                    <a:pt x="33" y="6"/>
                  </a:cubicBezTo>
                  <a:cubicBezTo>
                    <a:pt x="35" y="4"/>
                    <a:pt x="36" y="0"/>
                    <a:pt x="37" y="0"/>
                  </a:cubicBezTo>
                  <a:cubicBezTo>
                    <a:pt x="38" y="8"/>
                    <a:pt x="34" y="15"/>
                    <a:pt x="33" y="23"/>
                  </a:cubicBezTo>
                  <a:cubicBezTo>
                    <a:pt x="32" y="27"/>
                    <a:pt x="32" y="32"/>
                    <a:pt x="32" y="36"/>
                  </a:cubicBezTo>
                  <a:cubicBezTo>
                    <a:pt x="33" y="39"/>
                    <a:pt x="34" y="41"/>
                    <a:pt x="34" y="44"/>
                  </a:cubicBezTo>
                  <a:cubicBezTo>
                    <a:pt x="31" y="46"/>
                    <a:pt x="26" y="47"/>
                    <a:pt x="22" y="48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9" name="Freeform 144">
              <a:extLst>
                <a:ext uri="{FF2B5EF4-FFF2-40B4-BE49-F238E27FC236}">
                  <a16:creationId xmlns:a16="http://schemas.microsoft.com/office/drawing/2014/main" id="{0D408FC9-CCD3-42F9-9DE4-064F15165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922"/>
              <a:ext cx="61" cy="31"/>
            </a:xfrm>
            <a:custGeom>
              <a:avLst/>
              <a:gdLst>
                <a:gd name="T0" fmla="*/ 0 w 62"/>
                <a:gd name="T1" fmla="*/ 18 h 31"/>
                <a:gd name="T2" fmla="*/ 18 w 62"/>
                <a:gd name="T3" fmla="*/ 16 h 31"/>
                <a:gd name="T4" fmla="*/ 27 w 62"/>
                <a:gd name="T5" fmla="*/ 10 h 31"/>
                <a:gd name="T6" fmla="*/ 31 w 62"/>
                <a:gd name="T7" fmla="*/ 3 h 31"/>
                <a:gd name="T8" fmla="*/ 38 w 62"/>
                <a:gd name="T9" fmla="*/ 4 h 31"/>
                <a:gd name="T10" fmla="*/ 54 w 62"/>
                <a:gd name="T11" fmla="*/ 12 h 31"/>
                <a:gd name="T12" fmla="*/ 58 w 62"/>
                <a:gd name="T13" fmla="*/ 20 h 31"/>
                <a:gd name="T14" fmla="*/ 55 w 62"/>
                <a:gd name="T15" fmla="*/ 31 h 31"/>
                <a:gd name="T16" fmla="*/ 51 w 62"/>
                <a:gd name="T17" fmla="*/ 23 h 31"/>
                <a:gd name="T18" fmla="*/ 44 w 62"/>
                <a:gd name="T19" fmla="*/ 14 h 31"/>
                <a:gd name="T20" fmla="*/ 30 w 62"/>
                <a:gd name="T21" fmla="*/ 12 h 31"/>
                <a:gd name="T22" fmla="*/ 0 w 62"/>
                <a:gd name="T23" fmla="*/ 19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1">
                  <a:moveTo>
                    <a:pt x="0" y="18"/>
                  </a:moveTo>
                  <a:cubicBezTo>
                    <a:pt x="6" y="19"/>
                    <a:pt x="12" y="18"/>
                    <a:pt x="18" y="16"/>
                  </a:cubicBezTo>
                  <a:cubicBezTo>
                    <a:pt x="21" y="15"/>
                    <a:pt x="24" y="13"/>
                    <a:pt x="27" y="10"/>
                  </a:cubicBezTo>
                  <a:cubicBezTo>
                    <a:pt x="29" y="8"/>
                    <a:pt x="30" y="5"/>
                    <a:pt x="33" y="3"/>
                  </a:cubicBezTo>
                  <a:cubicBezTo>
                    <a:pt x="36" y="0"/>
                    <a:pt x="38" y="2"/>
                    <a:pt x="41" y="4"/>
                  </a:cubicBezTo>
                  <a:cubicBezTo>
                    <a:pt x="46" y="6"/>
                    <a:pt x="52" y="9"/>
                    <a:pt x="57" y="12"/>
                  </a:cubicBezTo>
                  <a:cubicBezTo>
                    <a:pt x="60" y="14"/>
                    <a:pt x="62" y="16"/>
                    <a:pt x="61" y="20"/>
                  </a:cubicBezTo>
                  <a:cubicBezTo>
                    <a:pt x="60" y="23"/>
                    <a:pt x="60" y="28"/>
                    <a:pt x="58" y="31"/>
                  </a:cubicBezTo>
                  <a:cubicBezTo>
                    <a:pt x="56" y="29"/>
                    <a:pt x="55" y="26"/>
                    <a:pt x="54" y="23"/>
                  </a:cubicBezTo>
                  <a:cubicBezTo>
                    <a:pt x="52" y="20"/>
                    <a:pt x="50" y="17"/>
                    <a:pt x="47" y="14"/>
                  </a:cubicBezTo>
                  <a:cubicBezTo>
                    <a:pt x="41" y="9"/>
                    <a:pt x="36" y="8"/>
                    <a:pt x="30" y="12"/>
                  </a:cubicBezTo>
                  <a:cubicBezTo>
                    <a:pt x="20" y="18"/>
                    <a:pt x="11" y="19"/>
                    <a:pt x="0" y="1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0" name="Freeform 145">
              <a:extLst>
                <a:ext uri="{FF2B5EF4-FFF2-40B4-BE49-F238E27FC236}">
                  <a16:creationId xmlns:a16="http://schemas.microsoft.com/office/drawing/2014/main" id="{E86A911E-D108-4F3B-BC98-E9DF32E9A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920"/>
              <a:ext cx="40" cy="45"/>
            </a:xfrm>
            <a:custGeom>
              <a:avLst/>
              <a:gdLst>
                <a:gd name="T0" fmla="*/ 37 w 41"/>
                <a:gd name="T1" fmla="*/ 14 h 45"/>
                <a:gd name="T2" fmla="*/ 21 w 41"/>
                <a:gd name="T3" fmla="*/ 2 h 45"/>
                <a:gd name="T4" fmla="*/ 3 w 41"/>
                <a:gd name="T5" fmla="*/ 12 h 45"/>
                <a:gd name="T6" fmla="*/ 4 w 41"/>
                <a:gd name="T7" fmla="*/ 35 h 45"/>
                <a:gd name="T8" fmla="*/ 26 w 41"/>
                <a:gd name="T9" fmla="*/ 41 h 45"/>
                <a:gd name="T10" fmla="*/ 12 w 41"/>
                <a:gd name="T11" fmla="*/ 31 h 45"/>
                <a:gd name="T12" fmla="*/ 14 w 41"/>
                <a:gd name="T13" fmla="*/ 12 h 45"/>
                <a:gd name="T14" fmla="*/ 27 w 41"/>
                <a:gd name="T15" fmla="*/ 11 h 45"/>
                <a:gd name="T16" fmla="*/ 38 w 41"/>
                <a:gd name="T17" fmla="*/ 16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45">
                  <a:moveTo>
                    <a:pt x="40" y="14"/>
                  </a:moveTo>
                  <a:cubicBezTo>
                    <a:pt x="33" y="13"/>
                    <a:pt x="31" y="3"/>
                    <a:pt x="24" y="2"/>
                  </a:cubicBezTo>
                  <a:cubicBezTo>
                    <a:pt x="17" y="0"/>
                    <a:pt x="7" y="6"/>
                    <a:pt x="3" y="12"/>
                  </a:cubicBezTo>
                  <a:cubicBezTo>
                    <a:pt x="0" y="18"/>
                    <a:pt x="0" y="29"/>
                    <a:pt x="4" y="35"/>
                  </a:cubicBezTo>
                  <a:cubicBezTo>
                    <a:pt x="8" y="41"/>
                    <a:pt x="22" y="45"/>
                    <a:pt x="29" y="41"/>
                  </a:cubicBezTo>
                  <a:cubicBezTo>
                    <a:pt x="24" y="37"/>
                    <a:pt x="16" y="37"/>
                    <a:pt x="12" y="31"/>
                  </a:cubicBezTo>
                  <a:cubicBezTo>
                    <a:pt x="9" y="26"/>
                    <a:pt x="10" y="16"/>
                    <a:pt x="14" y="12"/>
                  </a:cubicBezTo>
                  <a:cubicBezTo>
                    <a:pt x="19" y="7"/>
                    <a:pt x="24" y="8"/>
                    <a:pt x="30" y="11"/>
                  </a:cubicBezTo>
                  <a:cubicBezTo>
                    <a:pt x="34" y="14"/>
                    <a:pt x="36" y="15"/>
                    <a:pt x="41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1" name="Freeform 146">
              <a:extLst>
                <a:ext uri="{FF2B5EF4-FFF2-40B4-BE49-F238E27FC236}">
                  <a16:creationId xmlns:a16="http://schemas.microsoft.com/office/drawing/2014/main" id="{8DA9CCD0-2C13-4E16-A18C-183FD35BC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846"/>
              <a:ext cx="49" cy="61"/>
            </a:xfrm>
            <a:custGeom>
              <a:avLst/>
              <a:gdLst>
                <a:gd name="T0" fmla="*/ 3 w 49"/>
                <a:gd name="T1" fmla="*/ 0 h 62"/>
                <a:gd name="T2" fmla="*/ 0 w 49"/>
                <a:gd name="T3" fmla="*/ 31 h 62"/>
                <a:gd name="T4" fmla="*/ 7 w 49"/>
                <a:gd name="T5" fmla="*/ 48 h 62"/>
                <a:gd name="T6" fmla="*/ 26 w 49"/>
                <a:gd name="T7" fmla="*/ 55 h 62"/>
                <a:gd name="T8" fmla="*/ 49 w 49"/>
                <a:gd name="T9" fmla="*/ 57 h 62"/>
                <a:gd name="T10" fmla="*/ 9 w 49"/>
                <a:gd name="T11" fmla="*/ 33 h 62"/>
                <a:gd name="T12" fmla="*/ 6 w 49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62">
                  <a:moveTo>
                    <a:pt x="3" y="0"/>
                  </a:moveTo>
                  <a:cubicBezTo>
                    <a:pt x="4" y="11"/>
                    <a:pt x="0" y="22"/>
                    <a:pt x="0" y="33"/>
                  </a:cubicBezTo>
                  <a:cubicBezTo>
                    <a:pt x="0" y="39"/>
                    <a:pt x="0" y="46"/>
                    <a:pt x="7" y="51"/>
                  </a:cubicBezTo>
                  <a:cubicBezTo>
                    <a:pt x="12" y="54"/>
                    <a:pt x="19" y="56"/>
                    <a:pt x="26" y="58"/>
                  </a:cubicBezTo>
                  <a:cubicBezTo>
                    <a:pt x="32" y="60"/>
                    <a:pt x="42" y="62"/>
                    <a:pt x="49" y="60"/>
                  </a:cubicBezTo>
                  <a:cubicBezTo>
                    <a:pt x="36" y="54"/>
                    <a:pt x="14" y="51"/>
                    <a:pt x="9" y="36"/>
                  </a:cubicBezTo>
                  <a:cubicBezTo>
                    <a:pt x="6" y="25"/>
                    <a:pt x="8" y="12"/>
                    <a:pt x="6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2" name="Freeform 147">
              <a:extLst>
                <a:ext uri="{FF2B5EF4-FFF2-40B4-BE49-F238E27FC236}">
                  <a16:creationId xmlns:a16="http://schemas.microsoft.com/office/drawing/2014/main" id="{BFBF8971-7424-469E-90D1-F280EEBD1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863"/>
              <a:ext cx="67" cy="47"/>
            </a:xfrm>
            <a:custGeom>
              <a:avLst/>
              <a:gdLst>
                <a:gd name="T0" fmla="*/ 2 w 68"/>
                <a:gd name="T1" fmla="*/ 29 h 47"/>
                <a:gd name="T2" fmla="*/ 5 w 68"/>
                <a:gd name="T3" fmla="*/ 33 h 47"/>
                <a:gd name="T4" fmla="*/ 11 w 68"/>
                <a:gd name="T5" fmla="*/ 41 h 47"/>
                <a:gd name="T6" fmla="*/ 20 w 68"/>
                <a:gd name="T7" fmla="*/ 47 h 47"/>
                <a:gd name="T8" fmla="*/ 33 w 68"/>
                <a:gd name="T9" fmla="*/ 45 h 47"/>
                <a:gd name="T10" fmla="*/ 45 w 68"/>
                <a:gd name="T11" fmla="*/ 43 h 47"/>
                <a:gd name="T12" fmla="*/ 63 w 68"/>
                <a:gd name="T13" fmla="*/ 31 h 47"/>
                <a:gd name="T14" fmla="*/ 64 w 68"/>
                <a:gd name="T15" fmla="*/ 17 h 47"/>
                <a:gd name="T16" fmla="*/ 63 w 68"/>
                <a:gd name="T17" fmla="*/ 8 h 47"/>
                <a:gd name="T18" fmla="*/ 62 w 68"/>
                <a:gd name="T19" fmla="*/ 0 h 47"/>
                <a:gd name="T20" fmla="*/ 51 w 68"/>
                <a:gd name="T21" fmla="*/ 31 h 47"/>
                <a:gd name="T22" fmla="*/ 31 w 68"/>
                <a:gd name="T23" fmla="*/ 35 h 47"/>
                <a:gd name="T24" fmla="*/ 13 w 68"/>
                <a:gd name="T25" fmla="*/ 35 h 47"/>
                <a:gd name="T26" fmla="*/ 3 w 68"/>
                <a:gd name="T27" fmla="*/ 27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47">
                  <a:moveTo>
                    <a:pt x="2" y="29"/>
                  </a:moveTo>
                  <a:cubicBezTo>
                    <a:pt x="0" y="29"/>
                    <a:pt x="4" y="33"/>
                    <a:pt x="5" y="33"/>
                  </a:cubicBezTo>
                  <a:cubicBezTo>
                    <a:pt x="7" y="36"/>
                    <a:pt x="9" y="38"/>
                    <a:pt x="11" y="41"/>
                  </a:cubicBezTo>
                  <a:cubicBezTo>
                    <a:pt x="13" y="44"/>
                    <a:pt x="15" y="46"/>
                    <a:pt x="20" y="47"/>
                  </a:cubicBezTo>
                  <a:cubicBezTo>
                    <a:pt x="24" y="47"/>
                    <a:pt x="29" y="46"/>
                    <a:pt x="33" y="45"/>
                  </a:cubicBezTo>
                  <a:cubicBezTo>
                    <a:pt x="38" y="45"/>
                    <a:pt x="43" y="44"/>
                    <a:pt x="48" y="43"/>
                  </a:cubicBezTo>
                  <a:cubicBezTo>
                    <a:pt x="55" y="43"/>
                    <a:pt x="64" y="39"/>
                    <a:pt x="66" y="31"/>
                  </a:cubicBezTo>
                  <a:cubicBezTo>
                    <a:pt x="67" y="27"/>
                    <a:pt x="68" y="21"/>
                    <a:pt x="67" y="17"/>
                  </a:cubicBezTo>
                  <a:cubicBezTo>
                    <a:pt x="67" y="14"/>
                    <a:pt x="66" y="11"/>
                    <a:pt x="66" y="8"/>
                  </a:cubicBezTo>
                  <a:cubicBezTo>
                    <a:pt x="66" y="6"/>
                    <a:pt x="66" y="2"/>
                    <a:pt x="65" y="0"/>
                  </a:cubicBezTo>
                  <a:cubicBezTo>
                    <a:pt x="62" y="10"/>
                    <a:pt x="64" y="26"/>
                    <a:pt x="54" y="31"/>
                  </a:cubicBezTo>
                  <a:cubicBezTo>
                    <a:pt x="47" y="35"/>
                    <a:pt x="39" y="35"/>
                    <a:pt x="31" y="35"/>
                  </a:cubicBezTo>
                  <a:cubicBezTo>
                    <a:pt x="25" y="36"/>
                    <a:pt x="18" y="38"/>
                    <a:pt x="13" y="35"/>
                  </a:cubicBezTo>
                  <a:cubicBezTo>
                    <a:pt x="9" y="33"/>
                    <a:pt x="5" y="30"/>
                    <a:pt x="3" y="27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3" name="Freeform 148">
              <a:extLst>
                <a:ext uri="{FF2B5EF4-FFF2-40B4-BE49-F238E27FC236}">
                  <a16:creationId xmlns:a16="http://schemas.microsoft.com/office/drawing/2014/main" id="{551B549F-DE4F-436B-A645-E3531B380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790"/>
              <a:ext cx="52" cy="56"/>
            </a:xfrm>
            <a:custGeom>
              <a:avLst/>
              <a:gdLst>
                <a:gd name="T0" fmla="*/ 0 w 53"/>
                <a:gd name="T1" fmla="*/ 7 h 57"/>
                <a:gd name="T2" fmla="*/ 22 w 53"/>
                <a:gd name="T3" fmla="*/ 7 h 57"/>
                <a:gd name="T4" fmla="*/ 28 w 53"/>
                <a:gd name="T5" fmla="*/ 26 h 57"/>
                <a:gd name="T6" fmla="*/ 49 w 53"/>
                <a:gd name="T7" fmla="*/ 54 h 57"/>
                <a:gd name="T8" fmla="*/ 47 w 53"/>
                <a:gd name="T9" fmla="*/ 42 h 57"/>
                <a:gd name="T10" fmla="*/ 42 w 53"/>
                <a:gd name="T11" fmla="*/ 29 h 57"/>
                <a:gd name="T12" fmla="*/ 36 w 53"/>
                <a:gd name="T13" fmla="*/ 24 h 57"/>
                <a:gd name="T14" fmla="*/ 31 w 53"/>
                <a:gd name="T15" fmla="*/ 12 h 57"/>
                <a:gd name="T16" fmla="*/ 18 w 53"/>
                <a:gd name="T17" fmla="*/ 0 h 57"/>
                <a:gd name="T18" fmla="*/ 0 w 53"/>
                <a:gd name="T19" fmla="*/ 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57">
                  <a:moveTo>
                    <a:pt x="0" y="7"/>
                  </a:moveTo>
                  <a:cubicBezTo>
                    <a:pt x="7" y="5"/>
                    <a:pt x="15" y="1"/>
                    <a:pt x="22" y="7"/>
                  </a:cubicBezTo>
                  <a:cubicBezTo>
                    <a:pt x="26" y="11"/>
                    <a:pt x="28" y="20"/>
                    <a:pt x="31" y="26"/>
                  </a:cubicBezTo>
                  <a:cubicBezTo>
                    <a:pt x="37" y="37"/>
                    <a:pt x="50" y="43"/>
                    <a:pt x="52" y="57"/>
                  </a:cubicBezTo>
                  <a:cubicBezTo>
                    <a:pt x="53" y="54"/>
                    <a:pt x="51" y="49"/>
                    <a:pt x="50" y="45"/>
                  </a:cubicBezTo>
                  <a:cubicBezTo>
                    <a:pt x="49" y="41"/>
                    <a:pt x="47" y="37"/>
                    <a:pt x="45" y="32"/>
                  </a:cubicBezTo>
                  <a:cubicBezTo>
                    <a:pt x="43" y="29"/>
                    <a:pt x="41" y="27"/>
                    <a:pt x="39" y="24"/>
                  </a:cubicBezTo>
                  <a:cubicBezTo>
                    <a:pt x="36" y="20"/>
                    <a:pt x="36" y="17"/>
                    <a:pt x="34" y="12"/>
                  </a:cubicBezTo>
                  <a:cubicBezTo>
                    <a:pt x="31" y="5"/>
                    <a:pt x="26" y="0"/>
                    <a:pt x="18" y="0"/>
                  </a:cubicBezTo>
                  <a:cubicBezTo>
                    <a:pt x="11" y="0"/>
                    <a:pt x="7" y="4"/>
                    <a:pt x="0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4" name="Freeform 149">
              <a:extLst>
                <a:ext uri="{FF2B5EF4-FFF2-40B4-BE49-F238E27FC236}">
                  <a16:creationId xmlns:a16="http://schemas.microsoft.com/office/drawing/2014/main" id="{E79B32CC-6223-4D1A-9EFE-6BCB17935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760"/>
              <a:ext cx="26" cy="65"/>
            </a:xfrm>
            <a:custGeom>
              <a:avLst/>
              <a:gdLst>
                <a:gd name="T0" fmla="*/ 0 w 26"/>
                <a:gd name="T1" fmla="*/ 3 h 66"/>
                <a:gd name="T2" fmla="*/ 14 w 26"/>
                <a:gd name="T3" fmla="*/ 18 h 66"/>
                <a:gd name="T4" fmla="*/ 20 w 26"/>
                <a:gd name="T5" fmla="*/ 33 h 66"/>
                <a:gd name="T6" fmla="*/ 20 w 26"/>
                <a:gd name="T7" fmla="*/ 45 h 66"/>
                <a:gd name="T8" fmla="*/ 26 w 26"/>
                <a:gd name="T9" fmla="*/ 63 h 66"/>
                <a:gd name="T10" fmla="*/ 23 w 26"/>
                <a:gd name="T11" fmla="*/ 34 h 66"/>
                <a:gd name="T12" fmla="*/ 19 w 26"/>
                <a:gd name="T13" fmla="*/ 20 h 66"/>
                <a:gd name="T14" fmla="*/ 1 w 26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6">
                  <a:moveTo>
                    <a:pt x="0" y="3"/>
                  </a:moveTo>
                  <a:cubicBezTo>
                    <a:pt x="1" y="9"/>
                    <a:pt x="10" y="14"/>
                    <a:pt x="14" y="18"/>
                  </a:cubicBezTo>
                  <a:cubicBezTo>
                    <a:pt x="18" y="22"/>
                    <a:pt x="20" y="27"/>
                    <a:pt x="20" y="33"/>
                  </a:cubicBezTo>
                  <a:cubicBezTo>
                    <a:pt x="20" y="38"/>
                    <a:pt x="20" y="43"/>
                    <a:pt x="20" y="48"/>
                  </a:cubicBezTo>
                  <a:cubicBezTo>
                    <a:pt x="21" y="55"/>
                    <a:pt x="24" y="60"/>
                    <a:pt x="26" y="66"/>
                  </a:cubicBezTo>
                  <a:cubicBezTo>
                    <a:pt x="23" y="57"/>
                    <a:pt x="23" y="47"/>
                    <a:pt x="23" y="37"/>
                  </a:cubicBezTo>
                  <a:cubicBezTo>
                    <a:pt x="22" y="31"/>
                    <a:pt x="22" y="25"/>
                    <a:pt x="19" y="20"/>
                  </a:cubicBezTo>
                  <a:cubicBezTo>
                    <a:pt x="15" y="11"/>
                    <a:pt x="4" y="9"/>
                    <a:pt x="1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5" name="Freeform 150">
              <a:extLst>
                <a:ext uri="{FF2B5EF4-FFF2-40B4-BE49-F238E27FC236}">
                  <a16:creationId xmlns:a16="http://schemas.microsoft.com/office/drawing/2014/main" id="{35DDFB64-0ED0-48BD-8C82-62F2DB985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821"/>
              <a:ext cx="89" cy="78"/>
            </a:xfrm>
            <a:custGeom>
              <a:avLst/>
              <a:gdLst>
                <a:gd name="T0" fmla="*/ 0 w 91"/>
                <a:gd name="T1" fmla="*/ 3 h 79"/>
                <a:gd name="T2" fmla="*/ 25 w 91"/>
                <a:gd name="T3" fmla="*/ 17 h 79"/>
                <a:gd name="T4" fmla="*/ 50 w 91"/>
                <a:gd name="T5" fmla="*/ 37 h 79"/>
                <a:gd name="T6" fmla="*/ 66 w 91"/>
                <a:gd name="T7" fmla="*/ 56 h 79"/>
                <a:gd name="T8" fmla="*/ 85 w 91"/>
                <a:gd name="T9" fmla="*/ 48 h 79"/>
                <a:gd name="T10" fmla="*/ 45 w 91"/>
                <a:gd name="T11" fmla="*/ 19 h 79"/>
                <a:gd name="T12" fmla="*/ 2 w 91"/>
                <a:gd name="T13" fmla="*/ 3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79">
                  <a:moveTo>
                    <a:pt x="0" y="3"/>
                  </a:moveTo>
                  <a:cubicBezTo>
                    <a:pt x="9" y="12"/>
                    <a:pt x="18" y="13"/>
                    <a:pt x="28" y="17"/>
                  </a:cubicBezTo>
                  <a:cubicBezTo>
                    <a:pt x="38" y="21"/>
                    <a:pt x="47" y="29"/>
                    <a:pt x="53" y="37"/>
                  </a:cubicBezTo>
                  <a:cubicBezTo>
                    <a:pt x="59" y="45"/>
                    <a:pt x="63" y="53"/>
                    <a:pt x="70" y="59"/>
                  </a:cubicBezTo>
                  <a:cubicBezTo>
                    <a:pt x="81" y="68"/>
                    <a:pt x="85" y="62"/>
                    <a:pt x="91" y="51"/>
                  </a:cubicBezTo>
                  <a:cubicBezTo>
                    <a:pt x="77" y="79"/>
                    <a:pt x="53" y="28"/>
                    <a:pt x="48" y="19"/>
                  </a:cubicBezTo>
                  <a:cubicBezTo>
                    <a:pt x="36" y="0"/>
                    <a:pt x="19" y="11"/>
                    <a:pt x="2" y="3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6" name="Freeform 151">
              <a:extLst>
                <a:ext uri="{FF2B5EF4-FFF2-40B4-BE49-F238E27FC236}">
                  <a16:creationId xmlns:a16="http://schemas.microsoft.com/office/drawing/2014/main" id="{17D072A3-5B9C-4F11-819B-73E7C3B4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854"/>
              <a:ext cx="39" cy="25"/>
            </a:xfrm>
            <a:custGeom>
              <a:avLst/>
              <a:gdLst>
                <a:gd name="T0" fmla="*/ 1 w 40"/>
                <a:gd name="T1" fmla="*/ 1 h 26"/>
                <a:gd name="T2" fmla="*/ 20 w 40"/>
                <a:gd name="T3" fmla="*/ 14 h 26"/>
                <a:gd name="T4" fmla="*/ 37 w 40"/>
                <a:gd name="T5" fmla="*/ 23 h 26"/>
                <a:gd name="T6" fmla="*/ 19 w 40"/>
                <a:gd name="T7" fmla="*/ 10 h 26"/>
                <a:gd name="T8" fmla="*/ 0 w 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1" y="1"/>
                  </a:moveTo>
                  <a:cubicBezTo>
                    <a:pt x="6" y="6"/>
                    <a:pt x="12" y="13"/>
                    <a:pt x="20" y="17"/>
                  </a:cubicBezTo>
                  <a:cubicBezTo>
                    <a:pt x="26" y="20"/>
                    <a:pt x="34" y="22"/>
                    <a:pt x="40" y="26"/>
                  </a:cubicBezTo>
                  <a:cubicBezTo>
                    <a:pt x="32" y="20"/>
                    <a:pt x="28" y="13"/>
                    <a:pt x="19" y="10"/>
                  </a:cubicBezTo>
                  <a:cubicBezTo>
                    <a:pt x="12" y="7"/>
                    <a:pt x="5" y="2"/>
                    <a:pt x="0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7" name="Freeform 152">
              <a:extLst>
                <a:ext uri="{FF2B5EF4-FFF2-40B4-BE49-F238E27FC236}">
                  <a16:creationId xmlns:a16="http://schemas.microsoft.com/office/drawing/2014/main" id="{25310FBE-D9CC-49B3-AE16-33450ED49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898"/>
              <a:ext cx="44" cy="19"/>
            </a:xfrm>
            <a:custGeom>
              <a:avLst/>
              <a:gdLst>
                <a:gd name="T0" fmla="*/ 4 w 45"/>
                <a:gd name="T1" fmla="*/ 17 h 20"/>
                <a:gd name="T2" fmla="*/ 27 w 45"/>
                <a:gd name="T3" fmla="*/ 17 h 20"/>
                <a:gd name="T4" fmla="*/ 39 w 45"/>
                <a:gd name="T5" fmla="*/ 10 h 20"/>
                <a:gd name="T6" fmla="*/ 42 w 45"/>
                <a:gd name="T7" fmla="*/ 0 h 20"/>
                <a:gd name="T8" fmla="*/ 32 w 45"/>
                <a:gd name="T9" fmla="*/ 10 h 20"/>
                <a:gd name="T10" fmla="*/ 22 w 45"/>
                <a:gd name="T11" fmla="*/ 10 h 20"/>
                <a:gd name="T12" fmla="*/ 2 w 45"/>
                <a:gd name="T13" fmla="*/ 1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0">
                  <a:moveTo>
                    <a:pt x="4" y="20"/>
                  </a:moveTo>
                  <a:cubicBezTo>
                    <a:pt x="11" y="11"/>
                    <a:pt x="22" y="20"/>
                    <a:pt x="30" y="20"/>
                  </a:cubicBezTo>
                  <a:cubicBezTo>
                    <a:pt x="34" y="20"/>
                    <a:pt x="40" y="17"/>
                    <a:pt x="42" y="13"/>
                  </a:cubicBezTo>
                  <a:cubicBezTo>
                    <a:pt x="44" y="9"/>
                    <a:pt x="42" y="4"/>
                    <a:pt x="45" y="0"/>
                  </a:cubicBezTo>
                  <a:cubicBezTo>
                    <a:pt x="41" y="2"/>
                    <a:pt x="39" y="8"/>
                    <a:pt x="35" y="11"/>
                  </a:cubicBezTo>
                  <a:cubicBezTo>
                    <a:pt x="30" y="13"/>
                    <a:pt x="27" y="12"/>
                    <a:pt x="22" y="10"/>
                  </a:cubicBezTo>
                  <a:cubicBezTo>
                    <a:pt x="15" y="8"/>
                    <a:pt x="0" y="2"/>
                    <a:pt x="2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8" name="Freeform 153">
              <a:extLst>
                <a:ext uri="{FF2B5EF4-FFF2-40B4-BE49-F238E27FC236}">
                  <a16:creationId xmlns:a16="http://schemas.microsoft.com/office/drawing/2014/main" id="{C4CE80D9-7DA2-4BD7-BBDC-6CA82DDA4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747"/>
              <a:ext cx="23" cy="81"/>
            </a:xfrm>
            <a:custGeom>
              <a:avLst/>
              <a:gdLst>
                <a:gd name="T0" fmla="*/ 21 w 23"/>
                <a:gd name="T1" fmla="*/ 6 h 83"/>
                <a:gd name="T2" fmla="*/ 3 w 23"/>
                <a:gd name="T3" fmla="*/ 10 h 83"/>
                <a:gd name="T4" fmla="*/ 8 w 23"/>
                <a:gd name="T5" fmla="*/ 28 h 83"/>
                <a:gd name="T6" fmla="*/ 13 w 23"/>
                <a:gd name="T7" fmla="*/ 77 h 83"/>
                <a:gd name="T8" fmla="*/ 16 w 23"/>
                <a:gd name="T9" fmla="*/ 35 h 83"/>
                <a:gd name="T10" fmla="*/ 11 w 23"/>
                <a:gd name="T11" fmla="*/ 15 h 83"/>
                <a:gd name="T12" fmla="*/ 23 w 23"/>
                <a:gd name="T13" fmla="*/ 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3">
                  <a:moveTo>
                    <a:pt x="21" y="6"/>
                  </a:moveTo>
                  <a:cubicBezTo>
                    <a:pt x="12" y="2"/>
                    <a:pt x="6" y="0"/>
                    <a:pt x="3" y="10"/>
                  </a:cubicBezTo>
                  <a:cubicBezTo>
                    <a:pt x="0" y="18"/>
                    <a:pt x="5" y="24"/>
                    <a:pt x="8" y="31"/>
                  </a:cubicBezTo>
                  <a:cubicBezTo>
                    <a:pt x="14" y="48"/>
                    <a:pt x="8" y="66"/>
                    <a:pt x="13" y="83"/>
                  </a:cubicBezTo>
                  <a:cubicBezTo>
                    <a:pt x="10" y="68"/>
                    <a:pt x="19" y="54"/>
                    <a:pt x="16" y="38"/>
                  </a:cubicBezTo>
                  <a:cubicBezTo>
                    <a:pt x="15" y="31"/>
                    <a:pt x="10" y="23"/>
                    <a:pt x="11" y="15"/>
                  </a:cubicBezTo>
                  <a:cubicBezTo>
                    <a:pt x="12" y="11"/>
                    <a:pt x="17" y="5"/>
                    <a:pt x="23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9" name="Freeform 154">
              <a:extLst>
                <a:ext uri="{FF2B5EF4-FFF2-40B4-BE49-F238E27FC236}">
                  <a16:creationId xmlns:a16="http://schemas.microsoft.com/office/drawing/2014/main" id="{C3276754-225E-4C0E-A514-0E764ACB4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745"/>
              <a:ext cx="27" cy="82"/>
            </a:xfrm>
            <a:custGeom>
              <a:avLst/>
              <a:gdLst>
                <a:gd name="T0" fmla="*/ 25 w 28"/>
                <a:gd name="T1" fmla="*/ 6 h 84"/>
                <a:gd name="T2" fmla="*/ 7 w 28"/>
                <a:gd name="T3" fmla="*/ 27 h 84"/>
                <a:gd name="T4" fmla="*/ 8 w 28"/>
                <a:gd name="T5" fmla="*/ 78 h 84"/>
                <a:gd name="T6" fmla="*/ 25 w 28"/>
                <a:gd name="T7" fmla="*/ 6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4">
                  <a:moveTo>
                    <a:pt x="28" y="6"/>
                  </a:moveTo>
                  <a:cubicBezTo>
                    <a:pt x="10" y="0"/>
                    <a:pt x="7" y="16"/>
                    <a:pt x="7" y="30"/>
                  </a:cubicBezTo>
                  <a:cubicBezTo>
                    <a:pt x="7" y="47"/>
                    <a:pt x="4" y="69"/>
                    <a:pt x="8" y="84"/>
                  </a:cubicBezTo>
                  <a:cubicBezTo>
                    <a:pt x="11" y="62"/>
                    <a:pt x="0" y="15"/>
                    <a:pt x="28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0" name="Freeform 155">
              <a:extLst>
                <a:ext uri="{FF2B5EF4-FFF2-40B4-BE49-F238E27FC236}">
                  <a16:creationId xmlns:a16="http://schemas.microsoft.com/office/drawing/2014/main" id="{CFFB6E6B-F387-4CE2-A996-33FC49CA9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757"/>
              <a:ext cx="30" cy="66"/>
            </a:xfrm>
            <a:custGeom>
              <a:avLst/>
              <a:gdLst>
                <a:gd name="T0" fmla="*/ 30 w 30"/>
                <a:gd name="T1" fmla="*/ 3 h 67"/>
                <a:gd name="T2" fmla="*/ 15 w 30"/>
                <a:gd name="T3" fmla="*/ 6 h 67"/>
                <a:gd name="T4" fmla="*/ 7 w 30"/>
                <a:gd name="T5" fmla="*/ 25 h 67"/>
                <a:gd name="T6" fmla="*/ 1 w 30"/>
                <a:gd name="T7" fmla="*/ 64 h 67"/>
                <a:gd name="T8" fmla="*/ 11 w 30"/>
                <a:gd name="T9" fmla="*/ 27 h 67"/>
                <a:gd name="T10" fmla="*/ 29 w 30"/>
                <a:gd name="T11" fmla="*/ 4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7">
                  <a:moveTo>
                    <a:pt x="30" y="3"/>
                  </a:moveTo>
                  <a:cubicBezTo>
                    <a:pt x="23" y="2"/>
                    <a:pt x="19" y="0"/>
                    <a:pt x="15" y="6"/>
                  </a:cubicBezTo>
                  <a:cubicBezTo>
                    <a:pt x="12" y="12"/>
                    <a:pt x="10" y="19"/>
                    <a:pt x="7" y="25"/>
                  </a:cubicBezTo>
                  <a:cubicBezTo>
                    <a:pt x="0" y="39"/>
                    <a:pt x="1" y="52"/>
                    <a:pt x="1" y="67"/>
                  </a:cubicBezTo>
                  <a:cubicBezTo>
                    <a:pt x="5" y="54"/>
                    <a:pt x="7" y="40"/>
                    <a:pt x="11" y="27"/>
                  </a:cubicBezTo>
                  <a:cubicBezTo>
                    <a:pt x="13" y="19"/>
                    <a:pt x="19" y="2"/>
                    <a:pt x="29" y="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1" name="Freeform 156">
              <a:extLst>
                <a:ext uri="{FF2B5EF4-FFF2-40B4-BE49-F238E27FC236}">
                  <a16:creationId xmlns:a16="http://schemas.microsoft.com/office/drawing/2014/main" id="{8310812B-4653-4FA9-B3C1-846C4132B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768"/>
              <a:ext cx="52" cy="58"/>
            </a:xfrm>
            <a:custGeom>
              <a:avLst/>
              <a:gdLst>
                <a:gd name="T0" fmla="*/ 45 w 53"/>
                <a:gd name="T1" fmla="*/ 10 h 59"/>
                <a:gd name="T2" fmla="*/ 24 w 53"/>
                <a:gd name="T3" fmla="*/ 2 h 59"/>
                <a:gd name="T4" fmla="*/ 9 w 53"/>
                <a:gd name="T5" fmla="*/ 16 h 59"/>
                <a:gd name="T6" fmla="*/ 3 w 53"/>
                <a:gd name="T7" fmla="*/ 31 h 59"/>
                <a:gd name="T8" fmla="*/ 3 w 53"/>
                <a:gd name="T9" fmla="*/ 44 h 59"/>
                <a:gd name="T10" fmla="*/ 0 w 53"/>
                <a:gd name="T11" fmla="*/ 56 h 59"/>
                <a:gd name="T12" fmla="*/ 11 w 53"/>
                <a:gd name="T13" fmla="*/ 33 h 59"/>
                <a:gd name="T14" fmla="*/ 21 w 53"/>
                <a:gd name="T15" fmla="*/ 15 h 59"/>
                <a:gd name="T16" fmla="*/ 37 w 53"/>
                <a:gd name="T17" fmla="*/ 9 h 59"/>
                <a:gd name="T18" fmla="*/ 50 w 53"/>
                <a:gd name="T19" fmla="*/ 12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59">
                  <a:moveTo>
                    <a:pt x="48" y="10"/>
                  </a:moveTo>
                  <a:cubicBezTo>
                    <a:pt x="41" y="7"/>
                    <a:pt x="33" y="0"/>
                    <a:pt x="24" y="2"/>
                  </a:cubicBezTo>
                  <a:cubicBezTo>
                    <a:pt x="18" y="3"/>
                    <a:pt x="12" y="11"/>
                    <a:pt x="9" y="16"/>
                  </a:cubicBezTo>
                  <a:cubicBezTo>
                    <a:pt x="5" y="22"/>
                    <a:pt x="4" y="27"/>
                    <a:pt x="3" y="34"/>
                  </a:cubicBezTo>
                  <a:cubicBezTo>
                    <a:pt x="3" y="38"/>
                    <a:pt x="4" y="43"/>
                    <a:pt x="3" y="47"/>
                  </a:cubicBezTo>
                  <a:cubicBezTo>
                    <a:pt x="3" y="51"/>
                    <a:pt x="0" y="54"/>
                    <a:pt x="0" y="59"/>
                  </a:cubicBezTo>
                  <a:cubicBezTo>
                    <a:pt x="3" y="51"/>
                    <a:pt x="8" y="44"/>
                    <a:pt x="11" y="36"/>
                  </a:cubicBezTo>
                  <a:cubicBezTo>
                    <a:pt x="14" y="30"/>
                    <a:pt x="16" y="20"/>
                    <a:pt x="21" y="15"/>
                  </a:cubicBezTo>
                  <a:cubicBezTo>
                    <a:pt x="26" y="11"/>
                    <a:pt x="34" y="10"/>
                    <a:pt x="40" y="9"/>
                  </a:cubicBezTo>
                  <a:cubicBezTo>
                    <a:pt x="47" y="8"/>
                    <a:pt x="47" y="9"/>
                    <a:pt x="53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2" name="Freeform 157">
              <a:extLst>
                <a:ext uri="{FF2B5EF4-FFF2-40B4-BE49-F238E27FC236}">
                  <a16:creationId xmlns:a16="http://schemas.microsoft.com/office/drawing/2014/main" id="{061D34BE-F4CC-467D-BB32-FBFACCA62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801"/>
              <a:ext cx="76" cy="56"/>
            </a:xfrm>
            <a:custGeom>
              <a:avLst/>
              <a:gdLst>
                <a:gd name="T0" fmla="*/ 72 w 78"/>
                <a:gd name="T1" fmla="*/ 21 h 57"/>
                <a:gd name="T2" fmla="*/ 52 w 78"/>
                <a:gd name="T3" fmla="*/ 8 h 57"/>
                <a:gd name="T4" fmla="*/ 35 w 78"/>
                <a:gd name="T5" fmla="*/ 12 h 57"/>
                <a:gd name="T6" fmla="*/ 18 w 78"/>
                <a:gd name="T7" fmla="*/ 36 h 57"/>
                <a:gd name="T8" fmla="*/ 0 w 78"/>
                <a:gd name="T9" fmla="*/ 54 h 57"/>
                <a:gd name="T10" fmla="*/ 20 w 78"/>
                <a:gd name="T11" fmla="*/ 38 h 57"/>
                <a:gd name="T12" fmla="*/ 37 w 78"/>
                <a:gd name="T13" fmla="*/ 22 h 57"/>
                <a:gd name="T14" fmla="*/ 52 w 78"/>
                <a:gd name="T15" fmla="*/ 19 h 57"/>
                <a:gd name="T16" fmla="*/ 70 w 78"/>
                <a:gd name="T17" fmla="*/ 22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57">
                  <a:moveTo>
                    <a:pt x="78" y="21"/>
                  </a:moveTo>
                  <a:cubicBezTo>
                    <a:pt x="69" y="22"/>
                    <a:pt x="61" y="13"/>
                    <a:pt x="55" y="8"/>
                  </a:cubicBezTo>
                  <a:cubicBezTo>
                    <a:pt x="47" y="0"/>
                    <a:pt x="43" y="4"/>
                    <a:pt x="38" y="12"/>
                  </a:cubicBezTo>
                  <a:cubicBezTo>
                    <a:pt x="32" y="21"/>
                    <a:pt x="27" y="33"/>
                    <a:pt x="18" y="39"/>
                  </a:cubicBezTo>
                  <a:cubicBezTo>
                    <a:pt x="10" y="45"/>
                    <a:pt x="3" y="47"/>
                    <a:pt x="0" y="57"/>
                  </a:cubicBezTo>
                  <a:cubicBezTo>
                    <a:pt x="5" y="48"/>
                    <a:pt x="15" y="47"/>
                    <a:pt x="23" y="41"/>
                  </a:cubicBezTo>
                  <a:cubicBezTo>
                    <a:pt x="31" y="36"/>
                    <a:pt x="34" y="29"/>
                    <a:pt x="40" y="22"/>
                  </a:cubicBezTo>
                  <a:cubicBezTo>
                    <a:pt x="45" y="16"/>
                    <a:pt x="49" y="16"/>
                    <a:pt x="55" y="19"/>
                  </a:cubicBezTo>
                  <a:cubicBezTo>
                    <a:pt x="63" y="22"/>
                    <a:pt x="67" y="23"/>
                    <a:pt x="76" y="2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3" name="Freeform 158">
              <a:extLst>
                <a:ext uri="{FF2B5EF4-FFF2-40B4-BE49-F238E27FC236}">
                  <a16:creationId xmlns:a16="http://schemas.microsoft.com/office/drawing/2014/main" id="{63BD6BE9-9096-4BE2-A14C-93BDE8928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834"/>
              <a:ext cx="65" cy="47"/>
            </a:xfrm>
            <a:custGeom>
              <a:avLst/>
              <a:gdLst>
                <a:gd name="T0" fmla="*/ 59 w 66"/>
                <a:gd name="T1" fmla="*/ 7 h 48"/>
                <a:gd name="T2" fmla="*/ 30 w 66"/>
                <a:gd name="T3" fmla="*/ 19 h 48"/>
                <a:gd name="T4" fmla="*/ 0 w 66"/>
                <a:gd name="T5" fmla="*/ 45 h 48"/>
                <a:gd name="T6" fmla="*/ 19 w 66"/>
                <a:gd name="T7" fmla="*/ 35 h 48"/>
                <a:gd name="T8" fmla="*/ 38 w 66"/>
                <a:gd name="T9" fmla="*/ 24 h 48"/>
                <a:gd name="T10" fmla="*/ 63 w 66"/>
                <a:gd name="T11" fmla="*/ 9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48">
                  <a:moveTo>
                    <a:pt x="62" y="7"/>
                  </a:moveTo>
                  <a:cubicBezTo>
                    <a:pt x="52" y="0"/>
                    <a:pt x="37" y="15"/>
                    <a:pt x="30" y="19"/>
                  </a:cubicBezTo>
                  <a:cubicBezTo>
                    <a:pt x="18" y="27"/>
                    <a:pt x="12" y="41"/>
                    <a:pt x="0" y="48"/>
                  </a:cubicBezTo>
                  <a:cubicBezTo>
                    <a:pt x="5" y="44"/>
                    <a:pt x="13" y="41"/>
                    <a:pt x="19" y="38"/>
                  </a:cubicBezTo>
                  <a:cubicBezTo>
                    <a:pt x="26" y="34"/>
                    <a:pt x="34" y="30"/>
                    <a:pt x="41" y="24"/>
                  </a:cubicBezTo>
                  <a:cubicBezTo>
                    <a:pt x="48" y="18"/>
                    <a:pt x="55" y="9"/>
                    <a:pt x="66" y="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4" name="Freeform 159">
              <a:extLst>
                <a:ext uri="{FF2B5EF4-FFF2-40B4-BE49-F238E27FC236}">
                  <a16:creationId xmlns:a16="http://schemas.microsoft.com/office/drawing/2014/main" id="{A2B2DB55-9B08-4AB8-A4EE-3018DF8E8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870"/>
              <a:ext cx="57" cy="29"/>
            </a:xfrm>
            <a:custGeom>
              <a:avLst/>
              <a:gdLst>
                <a:gd name="T0" fmla="*/ 49 w 58"/>
                <a:gd name="T1" fmla="*/ 29 h 29"/>
                <a:gd name="T2" fmla="*/ 50 w 58"/>
                <a:gd name="T3" fmla="*/ 6 h 29"/>
                <a:gd name="T4" fmla="*/ 33 w 58"/>
                <a:gd name="T5" fmla="*/ 8 h 29"/>
                <a:gd name="T6" fmla="*/ 0 w 58"/>
                <a:gd name="T7" fmla="*/ 26 h 29"/>
                <a:gd name="T8" fmla="*/ 35 w 58"/>
                <a:gd name="T9" fmla="*/ 13 h 29"/>
                <a:gd name="T10" fmla="*/ 49 w 58"/>
                <a:gd name="T11" fmla="*/ 2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2" y="29"/>
                  </a:moveTo>
                  <a:cubicBezTo>
                    <a:pt x="53" y="23"/>
                    <a:pt x="58" y="11"/>
                    <a:pt x="53" y="6"/>
                  </a:cubicBezTo>
                  <a:cubicBezTo>
                    <a:pt x="48" y="0"/>
                    <a:pt x="41" y="5"/>
                    <a:pt x="36" y="8"/>
                  </a:cubicBezTo>
                  <a:cubicBezTo>
                    <a:pt x="23" y="14"/>
                    <a:pt x="10" y="15"/>
                    <a:pt x="0" y="26"/>
                  </a:cubicBezTo>
                  <a:cubicBezTo>
                    <a:pt x="11" y="18"/>
                    <a:pt x="26" y="17"/>
                    <a:pt x="38" y="13"/>
                  </a:cubicBezTo>
                  <a:cubicBezTo>
                    <a:pt x="49" y="9"/>
                    <a:pt x="57" y="14"/>
                    <a:pt x="52" y="2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5" name="Freeform 160">
              <a:extLst>
                <a:ext uri="{FF2B5EF4-FFF2-40B4-BE49-F238E27FC236}">
                  <a16:creationId xmlns:a16="http://schemas.microsoft.com/office/drawing/2014/main" id="{6E8B42D7-738C-4D06-AC0E-EE201B174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916"/>
              <a:ext cx="40" cy="24"/>
            </a:xfrm>
            <a:custGeom>
              <a:avLst/>
              <a:gdLst>
                <a:gd name="T0" fmla="*/ 38 w 41"/>
                <a:gd name="T1" fmla="*/ 12 h 24"/>
                <a:gd name="T2" fmla="*/ 20 w 41"/>
                <a:gd name="T3" fmla="*/ 9 h 24"/>
                <a:gd name="T4" fmla="*/ 0 w 41"/>
                <a:gd name="T5" fmla="*/ 0 h 24"/>
                <a:gd name="T6" fmla="*/ 18 w 41"/>
                <a:gd name="T7" fmla="*/ 13 h 24"/>
                <a:gd name="T8" fmla="*/ 27 w 41"/>
                <a:gd name="T9" fmla="*/ 24 h 24"/>
                <a:gd name="T10" fmla="*/ 36 w 41"/>
                <a:gd name="T11" fmla="*/ 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4">
                  <a:moveTo>
                    <a:pt x="41" y="12"/>
                  </a:moveTo>
                  <a:cubicBezTo>
                    <a:pt x="37" y="5"/>
                    <a:pt x="27" y="9"/>
                    <a:pt x="22" y="9"/>
                  </a:cubicBezTo>
                  <a:cubicBezTo>
                    <a:pt x="13" y="10"/>
                    <a:pt x="5" y="8"/>
                    <a:pt x="0" y="0"/>
                  </a:cubicBezTo>
                  <a:cubicBezTo>
                    <a:pt x="1" y="9"/>
                    <a:pt x="11" y="12"/>
                    <a:pt x="18" y="13"/>
                  </a:cubicBezTo>
                  <a:cubicBezTo>
                    <a:pt x="28" y="15"/>
                    <a:pt x="31" y="13"/>
                    <a:pt x="30" y="24"/>
                  </a:cubicBezTo>
                  <a:cubicBezTo>
                    <a:pt x="34" y="21"/>
                    <a:pt x="36" y="16"/>
                    <a:pt x="39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6" name="Freeform 161">
              <a:extLst>
                <a:ext uri="{FF2B5EF4-FFF2-40B4-BE49-F238E27FC236}">
                  <a16:creationId xmlns:a16="http://schemas.microsoft.com/office/drawing/2014/main" id="{423591A7-2647-4C54-9651-B040E3C9F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947"/>
              <a:ext cx="45" cy="21"/>
            </a:xfrm>
            <a:custGeom>
              <a:avLst/>
              <a:gdLst>
                <a:gd name="T0" fmla="*/ 2 w 46"/>
                <a:gd name="T1" fmla="*/ 11 h 22"/>
                <a:gd name="T2" fmla="*/ 41 w 46"/>
                <a:gd name="T3" fmla="*/ 11 h 22"/>
                <a:gd name="T4" fmla="*/ 23 w 46"/>
                <a:gd name="T5" fmla="*/ 19 h 22"/>
                <a:gd name="T6" fmla="*/ 2 w 46"/>
                <a:gd name="T7" fmla="*/ 1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2">
                  <a:moveTo>
                    <a:pt x="2" y="11"/>
                  </a:moveTo>
                  <a:cubicBezTo>
                    <a:pt x="2" y="11"/>
                    <a:pt x="19" y="0"/>
                    <a:pt x="44" y="12"/>
                  </a:cubicBezTo>
                  <a:cubicBezTo>
                    <a:pt x="44" y="12"/>
                    <a:pt x="46" y="22"/>
                    <a:pt x="23" y="22"/>
                  </a:cubicBezTo>
                  <a:cubicBezTo>
                    <a:pt x="0" y="22"/>
                    <a:pt x="2" y="11"/>
                    <a:pt x="2" y="11"/>
                  </a:cubicBezTo>
                  <a:close/>
                </a:path>
              </a:pathLst>
            </a:custGeom>
            <a:solidFill>
              <a:srgbClr val="E1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8851" name="Trunk-Neuropathy-Nervous-System-Diagram">
            <a:extLst>
              <a:ext uri="{FF2B5EF4-FFF2-40B4-BE49-F238E27FC236}">
                <a16:creationId xmlns:a16="http://schemas.microsoft.com/office/drawing/2014/main" id="{33337D48-441F-483F-8087-5C21EF975699}"/>
              </a:ext>
            </a:extLst>
          </p:cNvPr>
          <p:cNvGrpSpPr>
            <a:grpSpLocks/>
          </p:cNvGrpSpPr>
          <p:nvPr/>
        </p:nvGrpSpPr>
        <p:grpSpPr bwMode="auto">
          <a:xfrm>
            <a:off x="6327775" y="1147763"/>
            <a:ext cx="2832100" cy="5267325"/>
            <a:chOff x="3026" y="723"/>
            <a:chExt cx="1784" cy="3318"/>
          </a:xfrm>
        </p:grpSpPr>
        <p:sp>
          <p:nvSpPr>
            <p:cNvPr id="78854" name="Freeform 163">
              <a:extLst>
                <a:ext uri="{FF2B5EF4-FFF2-40B4-BE49-F238E27FC236}">
                  <a16:creationId xmlns:a16="http://schemas.microsoft.com/office/drawing/2014/main" id="{E3595191-26AB-4E54-A9E0-947516F592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6" y="723"/>
              <a:ext cx="1784" cy="3318"/>
            </a:xfrm>
            <a:custGeom>
              <a:avLst/>
              <a:gdLst>
                <a:gd name="T0" fmla="*/ 1642 w 1812"/>
                <a:gd name="T1" fmla="*/ 1589 h 3375"/>
                <a:gd name="T2" fmla="*/ 1516 w 1812"/>
                <a:gd name="T3" fmla="*/ 1471 h 3375"/>
                <a:gd name="T4" fmla="*/ 1305 w 1812"/>
                <a:gd name="T5" fmla="*/ 1060 h 3375"/>
                <a:gd name="T6" fmla="*/ 1127 w 1812"/>
                <a:gd name="T7" fmla="*/ 533 h 3375"/>
                <a:gd name="T8" fmla="*/ 928 w 1812"/>
                <a:gd name="T9" fmla="*/ 430 h 3375"/>
                <a:gd name="T10" fmla="*/ 955 w 1812"/>
                <a:gd name="T11" fmla="*/ 345 h 3375"/>
                <a:gd name="T12" fmla="*/ 1002 w 1812"/>
                <a:gd name="T13" fmla="*/ 238 h 3375"/>
                <a:gd name="T14" fmla="*/ 824 w 1812"/>
                <a:gd name="T15" fmla="*/ 0 h 3375"/>
                <a:gd name="T16" fmla="*/ 669 w 1812"/>
                <a:gd name="T17" fmla="*/ 243 h 3375"/>
                <a:gd name="T18" fmla="*/ 725 w 1812"/>
                <a:gd name="T19" fmla="*/ 342 h 3375"/>
                <a:gd name="T20" fmla="*/ 596 w 1812"/>
                <a:gd name="T21" fmla="*/ 519 h 3375"/>
                <a:gd name="T22" fmla="*/ 408 w 1812"/>
                <a:gd name="T23" fmla="*/ 784 h 3375"/>
                <a:gd name="T24" fmla="*/ 321 w 1812"/>
                <a:gd name="T25" fmla="*/ 1186 h 3375"/>
                <a:gd name="T26" fmla="*/ 157 w 1812"/>
                <a:gd name="T27" fmla="*/ 1557 h 3375"/>
                <a:gd name="T28" fmla="*/ 32 w 1812"/>
                <a:gd name="T29" fmla="*/ 1691 h 3375"/>
                <a:gd name="T30" fmla="*/ 53 w 1812"/>
                <a:gd name="T31" fmla="*/ 1729 h 3375"/>
                <a:gd name="T32" fmla="*/ 112 w 1812"/>
                <a:gd name="T33" fmla="*/ 1758 h 3375"/>
                <a:gd name="T34" fmla="*/ 153 w 1812"/>
                <a:gd name="T35" fmla="*/ 1781 h 3375"/>
                <a:gd name="T36" fmla="*/ 202 w 1812"/>
                <a:gd name="T37" fmla="*/ 1774 h 3375"/>
                <a:gd name="T38" fmla="*/ 247 w 1812"/>
                <a:gd name="T39" fmla="*/ 1757 h 3375"/>
                <a:gd name="T40" fmla="*/ 284 w 1812"/>
                <a:gd name="T41" fmla="*/ 1728 h 3375"/>
                <a:gd name="T42" fmla="*/ 289 w 1812"/>
                <a:gd name="T43" fmla="*/ 1560 h 3375"/>
                <a:gd name="T44" fmla="*/ 515 w 1812"/>
                <a:gd name="T45" fmla="*/ 1177 h 3375"/>
                <a:gd name="T46" fmla="*/ 564 w 1812"/>
                <a:gd name="T47" fmla="*/ 1288 h 3375"/>
                <a:gd name="T48" fmla="*/ 601 w 1812"/>
                <a:gd name="T49" fmla="*/ 2256 h 3375"/>
                <a:gd name="T50" fmla="*/ 627 w 1812"/>
                <a:gd name="T51" fmla="*/ 2728 h 3375"/>
                <a:gd name="T52" fmla="*/ 700 w 1812"/>
                <a:gd name="T53" fmla="*/ 3069 h 3375"/>
                <a:gd name="T54" fmla="*/ 675 w 1812"/>
                <a:gd name="T55" fmla="*/ 3082 h 3375"/>
                <a:gd name="T56" fmla="*/ 696 w 1812"/>
                <a:gd name="T57" fmla="*/ 3130 h 3375"/>
                <a:gd name="T58" fmla="*/ 799 w 1812"/>
                <a:gd name="T59" fmla="*/ 3206 h 3375"/>
                <a:gd name="T60" fmla="*/ 903 w 1812"/>
                <a:gd name="T61" fmla="*/ 3207 h 3375"/>
                <a:gd name="T62" fmla="*/ 1027 w 1812"/>
                <a:gd name="T63" fmla="*/ 3119 h 3375"/>
                <a:gd name="T64" fmla="*/ 1038 w 1812"/>
                <a:gd name="T65" fmla="*/ 3068 h 3375"/>
                <a:gd name="T66" fmla="*/ 1014 w 1812"/>
                <a:gd name="T67" fmla="*/ 3059 h 3375"/>
                <a:gd name="T68" fmla="*/ 983 w 1812"/>
                <a:gd name="T69" fmla="*/ 3051 h 3375"/>
                <a:gd name="T70" fmla="*/ 1051 w 1812"/>
                <a:gd name="T71" fmla="*/ 2817 h 3375"/>
                <a:gd name="T72" fmla="*/ 1104 w 1812"/>
                <a:gd name="T73" fmla="*/ 2231 h 3375"/>
                <a:gd name="T74" fmla="*/ 1117 w 1812"/>
                <a:gd name="T75" fmla="*/ 1077 h 3375"/>
                <a:gd name="T76" fmla="*/ 1154 w 1812"/>
                <a:gd name="T77" fmla="*/ 1194 h 3375"/>
                <a:gd name="T78" fmla="*/ 1393 w 1812"/>
                <a:gd name="T79" fmla="*/ 1574 h 3375"/>
                <a:gd name="T80" fmla="*/ 1415 w 1812"/>
                <a:gd name="T81" fmla="*/ 1845 h 3375"/>
                <a:gd name="T82" fmla="*/ 1503 w 1812"/>
                <a:gd name="T83" fmla="*/ 1888 h 3375"/>
                <a:gd name="T84" fmla="*/ 1581 w 1812"/>
                <a:gd name="T85" fmla="*/ 1893 h 3375"/>
                <a:gd name="T86" fmla="*/ 1656 w 1812"/>
                <a:gd name="T87" fmla="*/ 1850 h 3375"/>
                <a:gd name="T88" fmla="*/ 1611 w 1812"/>
                <a:gd name="T89" fmla="*/ 1634 h 3375"/>
                <a:gd name="T90" fmla="*/ 1728 w 1812"/>
                <a:gd name="T91" fmla="*/ 1625 h 3375"/>
                <a:gd name="T92" fmla="*/ 863 w 1812"/>
                <a:gd name="T93" fmla="*/ 2702 h 3375"/>
                <a:gd name="T94" fmla="*/ 842 w 1812"/>
                <a:gd name="T95" fmla="*/ 2694 h 3375"/>
                <a:gd name="T96" fmla="*/ 834 w 1812"/>
                <a:gd name="T97" fmla="*/ 2291 h 3375"/>
                <a:gd name="T98" fmla="*/ 830 w 1812"/>
                <a:gd name="T99" fmla="*/ 1699 h 3375"/>
                <a:gd name="T100" fmla="*/ 861 w 1812"/>
                <a:gd name="T101" fmla="*/ 1707 h 3375"/>
                <a:gd name="T102" fmla="*/ 849 w 1812"/>
                <a:gd name="T103" fmla="*/ 2291 h 3375"/>
                <a:gd name="T104" fmla="*/ 863 w 1812"/>
                <a:gd name="T105" fmla="*/ 2702 h 337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12" h="3375">
                  <a:moveTo>
                    <a:pt x="1765" y="1694"/>
                  </a:move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995" y="486"/>
                    <a:pt x="973" y="452"/>
                  </a:cubicBezTo>
                  <a:cubicBezTo>
                    <a:pt x="973" y="432"/>
                    <a:pt x="973" y="432"/>
                    <a:pt x="973" y="432"/>
                  </a:cubicBezTo>
                  <a:cubicBezTo>
                    <a:pt x="973" y="432"/>
                    <a:pt x="999" y="411"/>
                    <a:pt x="1000" y="363"/>
                  </a:cubicBezTo>
                  <a:cubicBezTo>
                    <a:pt x="1000" y="363"/>
                    <a:pt x="1026" y="364"/>
                    <a:pt x="1028" y="327"/>
                  </a:cubicBezTo>
                  <a:cubicBezTo>
                    <a:pt x="1030" y="290"/>
                    <a:pt x="1060" y="264"/>
                    <a:pt x="1050" y="250"/>
                  </a:cubicBezTo>
                  <a:cubicBezTo>
                    <a:pt x="1040" y="235"/>
                    <a:pt x="1027" y="251"/>
                    <a:pt x="1027" y="251"/>
                  </a:cubicBezTo>
                  <a:cubicBezTo>
                    <a:pt x="1027" y="251"/>
                    <a:pt x="1079" y="0"/>
                    <a:pt x="863" y="0"/>
                  </a:cubicBezTo>
                  <a:cubicBezTo>
                    <a:pt x="781" y="0"/>
                    <a:pt x="669" y="102"/>
                    <a:pt x="720" y="250"/>
                  </a:cubicBezTo>
                  <a:cubicBezTo>
                    <a:pt x="720" y="250"/>
                    <a:pt x="710" y="245"/>
                    <a:pt x="702" y="255"/>
                  </a:cubicBezTo>
                  <a:cubicBezTo>
                    <a:pt x="693" y="264"/>
                    <a:pt x="707" y="288"/>
                    <a:pt x="712" y="301"/>
                  </a:cubicBezTo>
                  <a:cubicBezTo>
                    <a:pt x="718" y="315"/>
                    <a:pt x="730" y="370"/>
                    <a:pt x="760" y="360"/>
                  </a:cubicBezTo>
                  <a:cubicBezTo>
                    <a:pt x="760" y="440"/>
                    <a:pt x="760" y="440"/>
                    <a:pt x="760" y="440"/>
                  </a:cubicBezTo>
                  <a:cubicBezTo>
                    <a:pt x="760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lnTo>
                    <a:pt x="1765" y="1694"/>
                  </a:lnTo>
                  <a:close/>
                  <a:moveTo>
                    <a:pt x="905" y="2843"/>
                  </a:moveTo>
                  <a:cubicBezTo>
                    <a:pt x="971" y="3086"/>
                    <a:pt x="891" y="3175"/>
                    <a:pt x="891" y="3175"/>
                  </a:cubicBezTo>
                  <a:cubicBezTo>
                    <a:pt x="829" y="3078"/>
                    <a:pt x="855" y="2914"/>
                    <a:pt x="882" y="2835"/>
                  </a:cubicBezTo>
                  <a:cubicBezTo>
                    <a:pt x="909" y="2756"/>
                    <a:pt x="879" y="2663"/>
                    <a:pt x="866" y="2608"/>
                  </a:cubicBezTo>
                  <a:cubicBezTo>
                    <a:pt x="853" y="2554"/>
                    <a:pt x="889" y="2495"/>
                    <a:pt x="873" y="2411"/>
                  </a:cubicBezTo>
                  <a:cubicBezTo>
                    <a:pt x="857" y="2327"/>
                    <a:pt x="889" y="2062"/>
                    <a:pt x="886" y="1944"/>
                  </a:cubicBezTo>
                  <a:cubicBezTo>
                    <a:pt x="883" y="1827"/>
                    <a:pt x="869" y="1788"/>
                    <a:pt x="869" y="1788"/>
                  </a:cubicBezTo>
                  <a:cubicBezTo>
                    <a:pt x="878" y="1778"/>
                    <a:pt x="880" y="1763"/>
                    <a:pt x="880" y="1763"/>
                  </a:cubicBezTo>
                  <a:cubicBezTo>
                    <a:pt x="880" y="1775"/>
                    <a:pt x="903" y="1796"/>
                    <a:pt x="903" y="1796"/>
                  </a:cubicBezTo>
                  <a:cubicBezTo>
                    <a:pt x="883" y="1807"/>
                    <a:pt x="893" y="1959"/>
                    <a:pt x="899" y="2034"/>
                  </a:cubicBezTo>
                  <a:cubicBezTo>
                    <a:pt x="906" y="2108"/>
                    <a:pt x="893" y="2316"/>
                    <a:pt x="890" y="2411"/>
                  </a:cubicBezTo>
                  <a:cubicBezTo>
                    <a:pt x="887" y="2506"/>
                    <a:pt x="957" y="2562"/>
                    <a:pt x="926" y="2628"/>
                  </a:cubicBezTo>
                  <a:cubicBezTo>
                    <a:pt x="895" y="2695"/>
                    <a:pt x="891" y="2792"/>
                    <a:pt x="905" y="2843"/>
                  </a:cubicBezTo>
                  <a:close/>
                </a:path>
              </a:pathLst>
            </a:custGeom>
            <a:solidFill>
              <a:srgbClr val="F9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5" name="Freeform 164">
              <a:extLst>
                <a:ext uri="{FF2B5EF4-FFF2-40B4-BE49-F238E27FC236}">
                  <a16:creationId xmlns:a16="http://schemas.microsoft.com/office/drawing/2014/main" id="{E1AF7B1C-4A3A-4413-A67B-7C0CEF558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03"/>
              <a:ext cx="649" cy="1151"/>
            </a:xfrm>
            <a:custGeom>
              <a:avLst/>
              <a:gdLst>
                <a:gd name="T0" fmla="*/ 620 w 659"/>
                <a:gd name="T1" fmla="*/ 883 h 1171"/>
                <a:gd name="T2" fmla="*/ 577 w 659"/>
                <a:gd name="T3" fmla="*/ 517 h 1171"/>
                <a:gd name="T4" fmla="*/ 578 w 659"/>
                <a:gd name="T5" fmla="*/ 518 h 1171"/>
                <a:gd name="T6" fmla="*/ 536 w 659"/>
                <a:gd name="T7" fmla="*/ 198 h 1171"/>
                <a:gd name="T8" fmla="*/ 322 w 659"/>
                <a:gd name="T9" fmla="*/ 0 h 1171"/>
                <a:gd name="T10" fmla="*/ 264 w 659"/>
                <a:gd name="T11" fmla="*/ 0 h 1171"/>
                <a:gd name="T12" fmla="*/ 48 w 659"/>
                <a:gd name="T13" fmla="*/ 198 h 1171"/>
                <a:gd name="T14" fmla="*/ 11 w 659"/>
                <a:gd name="T15" fmla="*/ 497 h 1171"/>
                <a:gd name="T16" fmla="*/ 12 w 659"/>
                <a:gd name="T17" fmla="*/ 489 h 1171"/>
                <a:gd name="T18" fmla="*/ 24 w 659"/>
                <a:gd name="T19" fmla="*/ 727 h 1171"/>
                <a:gd name="T20" fmla="*/ 2 w 659"/>
                <a:gd name="T21" fmla="*/ 1112 h 1171"/>
                <a:gd name="T22" fmla="*/ 629 w 659"/>
                <a:gd name="T23" fmla="*/ 1112 h 1171"/>
                <a:gd name="T24" fmla="*/ 620 w 659"/>
                <a:gd name="T25" fmla="*/ 883 h 11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9" h="1171">
                  <a:moveTo>
                    <a:pt x="650" y="930"/>
                  </a:moveTo>
                  <a:cubicBezTo>
                    <a:pt x="639" y="733"/>
                    <a:pt x="591" y="752"/>
                    <a:pt x="604" y="544"/>
                  </a:cubicBezTo>
                  <a:cubicBezTo>
                    <a:pt x="604" y="544"/>
                    <a:pt x="604" y="544"/>
                    <a:pt x="605" y="545"/>
                  </a:cubicBezTo>
                  <a:cubicBezTo>
                    <a:pt x="594" y="476"/>
                    <a:pt x="575" y="342"/>
                    <a:pt x="561" y="208"/>
                  </a:cubicBezTo>
                  <a:cubicBezTo>
                    <a:pt x="542" y="16"/>
                    <a:pt x="379" y="0"/>
                    <a:pt x="337" y="0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34" y="0"/>
                    <a:pt x="71" y="16"/>
                    <a:pt x="51" y="208"/>
                  </a:cubicBezTo>
                  <a:cubicBezTo>
                    <a:pt x="39" y="330"/>
                    <a:pt x="22" y="451"/>
                    <a:pt x="11" y="524"/>
                  </a:cubicBezTo>
                  <a:cubicBezTo>
                    <a:pt x="12" y="521"/>
                    <a:pt x="12" y="519"/>
                    <a:pt x="12" y="516"/>
                  </a:cubicBezTo>
                  <a:cubicBezTo>
                    <a:pt x="12" y="516"/>
                    <a:pt x="35" y="619"/>
                    <a:pt x="24" y="766"/>
                  </a:cubicBezTo>
                  <a:cubicBezTo>
                    <a:pt x="15" y="888"/>
                    <a:pt x="0" y="986"/>
                    <a:pt x="2" y="1171"/>
                  </a:cubicBezTo>
                  <a:cubicBezTo>
                    <a:pt x="659" y="1171"/>
                    <a:pt x="659" y="1171"/>
                    <a:pt x="659" y="1171"/>
                  </a:cubicBezTo>
                  <a:cubicBezTo>
                    <a:pt x="657" y="1101"/>
                    <a:pt x="654" y="1021"/>
                    <a:pt x="650" y="930"/>
                  </a:cubicBezTo>
                  <a:close/>
                </a:path>
              </a:pathLst>
            </a:custGeom>
            <a:solidFill>
              <a:srgbClr val="AFC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6" name="Freeform 165">
              <a:extLst>
                <a:ext uri="{FF2B5EF4-FFF2-40B4-BE49-F238E27FC236}">
                  <a16:creationId xmlns:a16="http://schemas.microsoft.com/office/drawing/2014/main" id="{CDF485C4-F1C0-4033-A6B0-5C322DE81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723"/>
              <a:ext cx="1784" cy="3318"/>
            </a:xfrm>
            <a:custGeom>
              <a:avLst/>
              <a:gdLst>
                <a:gd name="T0" fmla="*/ 687 w 1812"/>
                <a:gd name="T1" fmla="*/ 238 h 3375"/>
                <a:gd name="T2" fmla="*/ 679 w 1812"/>
                <a:gd name="T3" fmla="*/ 286 h 3375"/>
                <a:gd name="T4" fmla="*/ 725 w 1812"/>
                <a:gd name="T5" fmla="*/ 419 h 3375"/>
                <a:gd name="T6" fmla="*/ 562 w 1812"/>
                <a:gd name="T7" fmla="*/ 530 h 3375"/>
                <a:gd name="T8" fmla="*/ 351 w 1812"/>
                <a:gd name="T9" fmla="*/ 1104 h 3375"/>
                <a:gd name="T10" fmla="*/ 187 w 1812"/>
                <a:gd name="T11" fmla="*/ 1475 h 3375"/>
                <a:gd name="T12" fmla="*/ 85 w 1812"/>
                <a:gd name="T13" fmla="*/ 1642 h 3375"/>
                <a:gd name="T14" fmla="*/ 0 w 1812"/>
                <a:gd name="T15" fmla="*/ 1712 h 3375"/>
                <a:gd name="T16" fmla="*/ 108 w 1812"/>
                <a:gd name="T17" fmla="*/ 1698 h 3375"/>
                <a:gd name="T18" fmla="*/ 95 w 1812"/>
                <a:gd name="T19" fmla="*/ 1905 h 3375"/>
                <a:gd name="T20" fmla="*/ 154 w 1812"/>
                <a:gd name="T21" fmla="*/ 1931 h 3375"/>
                <a:gd name="T22" fmla="*/ 220 w 1812"/>
                <a:gd name="T23" fmla="*/ 1913 h 3375"/>
                <a:gd name="T24" fmla="*/ 320 w 1812"/>
                <a:gd name="T25" fmla="*/ 1854 h 3375"/>
                <a:gd name="T26" fmla="*/ 278 w 1812"/>
                <a:gd name="T27" fmla="*/ 1603 h 3375"/>
                <a:gd name="T28" fmla="*/ 474 w 1812"/>
                <a:gd name="T29" fmla="*/ 1269 h 3375"/>
                <a:gd name="T30" fmla="*/ 552 w 1812"/>
                <a:gd name="T31" fmla="*/ 1051 h 3375"/>
                <a:gd name="T32" fmla="*/ 547 w 1812"/>
                <a:gd name="T33" fmla="*/ 1804 h 3375"/>
                <a:gd name="T34" fmla="*/ 605 w 1812"/>
                <a:gd name="T35" fmla="*/ 2416 h 3375"/>
                <a:gd name="T36" fmla="*/ 713 w 1812"/>
                <a:gd name="T37" fmla="*/ 3054 h 3375"/>
                <a:gd name="T38" fmla="*/ 685 w 1812"/>
                <a:gd name="T39" fmla="*/ 3063 h 3375"/>
                <a:gd name="T40" fmla="*/ 676 w 1812"/>
                <a:gd name="T41" fmla="*/ 3104 h 3375"/>
                <a:gd name="T42" fmla="*/ 725 w 1812"/>
                <a:gd name="T43" fmla="*/ 3162 h 3375"/>
                <a:gd name="T44" fmla="*/ 851 w 1812"/>
                <a:gd name="T45" fmla="*/ 3181 h 3375"/>
                <a:gd name="T46" fmla="*/ 974 w 1812"/>
                <a:gd name="T47" fmla="*/ 3165 h 3375"/>
                <a:gd name="T48" fmla="*/ 1043 w 1812"/>
                <a:gd name="T49" fmla="*/ 3096 h 3375"/>
                <a:gd name="T50" fmla="*/ 1022 w 1812"/>
                <a:gd name="T51" fmla="*/ 3072 h 3375"/>
                <a:gd name="T52" fmla="*/ 993 w 1812"/>
                <a:gd name="T53" fmla="*/ 3063 h 3375"/>
                <a:gd name="T54" fmla="*/ 985 w 1812"/>
                <a:gd name="T55" fmla="*/ 3022 h 3375"/>
                <a:gd name="T56" fmla="*/ 1098 w 1812"/>
                <a:gd name="T57" fmla="*/ 2466 h 3375"/>
                <a:gd name="T58" fmla="*/ 1161 w 1812"/>
                <a:gd name="T59" fmla="*/ 1444 h 3375"/>
                <a:gd name="T60" fmla="*/ 1133 w 1812"/>
                <a:gd name="T61" fmla="*/ 1128 h 3375"/>
                <a:gd name="T62" fmla="*/ 1272 w 1812"/>
                <a:gd name="T63" fmla="*/ 1387 h 3375"/>
                <a:gd name="T64" fmla="*/ 1421 w 1812"/>
                <a:gd name="T65" fmla="*/ 1689 h 3375"/>
                <a:gd name="T66" fmla="*/ 1474 w 1812"/>
                <a:gd name="T67" fmla="*/ 1736 h 3375"/>
                <a:gd name="T68" fmla="*/ 1524 w 1812"/>
                <a:gd name="T69" fmla="*/ 1742 h 3375"/>
                <a:gd name="T70" fmla="*/ 1580 w 1812"/>
                <a:gd name="T71" fmla="*/ 1735 h 3375"/>
                <a:gd name="T72" fmla="*/ 1611 w 1812"/>
                <a:gd name="T73" fmla="*/ 1682 h 3375"/>
                <a:gd name="T74" fmla="*/ 1664 w 1812"/>
                <a:gd name="T75" fmla="*/ 1652 h 3375"/>
                <a:gd name="T76" fmla="*/ 1685 w 1812"/>
                <a:gd name="T77" fmla="*/ 1609 h 3375"/>
                <a:gd name="T78" fmla="*/ 1549 w 1812"/>
                <a:gd name="T79" fmla="*/ 1531 h 3375"/>
                <a:gd name="T80" fmla="*/ 1410 w 1812"/>
                <a:gd name="T81" fmla="*/ 1256 h 3375"/>
                <a:gd name="T82" fmla="*/ 1251 w 1812"/>
                <a:gd name="T83" fmla="*/ 798 h 3375"/>
                <a:gd name="T84" fmla="*/ 1085 w 1812"/>
                <a:gd name="T85" fmla="*/ 521 h 3375"/>
                <a:gd name="T86" fmla="*/ 928 w 1812"/>
                <a:gd name="T87" fmla="*/ 411 h 3375"/>
                <a:gd name="T88" fmla="*/ 981 w 1812"/>
                <a:gd name="T89" fmla="*/ 311 h 3375"/>
                <a:gd name="T90" fmla="*/ 980 w 1812"/>
                <a:gd name="T91" fmla="*/ 239 h 337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12" h="3375">
                  <a:moveTo>
                    <a:pt x="863" y="0"/>
                  </a:moveTo>
                  <a:cubicBezTo>
                    <a:pt x="781" y="0"/>
                    <a:pt x="669" y="102"/>
                    <a:pt x="720" y="250"/>
                  </a:cubicBezTo>
                  <a:cubicBezTo>
                    <a:pt x="720" y="250"/>
                    <a:pt x="710" y="245"/>
                    <a:pt x="702" y="255"/>
                  </a:cubicBezTo>
                  <a:cubicBezTo>
                    <a:pt x="693" y="264"/>
                    <a:pt x="707" y="288"/>
                    <a:pt x="712" y="301"/>
                  </a:cubicBezTo>
                  <a:cubicBezTo>
                    <a:pt x="718" y="315"/>
                    <a:pt x="730" y="370"/>
                    <a:pt x="760" y="360"/>
                  </a:cubicBezTo>
                  <a:cubicBezTo>
                    <a:pt x="760" y="440"/>
                    <a:pt x="760" y="440"/>
                    <a:pt x="760" y="440"/>
                  </a:cubicBezTo>
                  <a:cubicBezTo>
                    <a:pt x="760" y="440"/>
                    <a:pt x="737" y="516"/>
                    <a:pt x="624" y="546"/>
                  </a:cubicBezTo>
                  <a:cubicBezTo>
                    <a:pt x="613" y="549"/>
                    <a:pt x="600" y="543"/>
                    <a:pt x="589" y="557"/>
                  </a:cubicBezTo>
                  <a:cubicBezTo>
                    <a:pt x="578" y="571"/>
                    <a:pt x="410" y="563"/>
                    <a:pt x="427" y="825"/>
                  </a:cubicBezTo>
                  <a:cubicBezTo>
                    <a:pt x="433" y="919"/>
                    <a:pt x="356" y="984"/>
                    <a:pt x="369" y="1162"/>
                  </a:cubicBezTo>
                  <a:cubicBezTo>
                    <a:pt x="371" y="1190"/>
                    <a:pt x="342" y="1185"/>
                    <a:pt x="336" y="1248"/>
                  </a:cubicBezTo>
                  <a:cubicBezTo>
                    <a:pt x="332" y="1294"/>
                    <a:pt x="282" y="1273"/>
                    <a:pt x="196" y="1552"/>
                  </a:cubicBezTo>
                  <a:cubicBezTo>
                    <a:pt x="181" y="1601"/>
                    <a:pt x="159" y="1595"/>
                    <a:pt x="164" y="1639"/>
                  </a:cubicBezTo>
                  <a:cubicBezTo>
                    <a:pt x="167" y="1663"/>
                    <a:pt x="118" y="1666"/>
                    <a:pt x="88" y="1728"/>
                  </a:cubicBezTo>
                  <a:cubicBezTo>
                    <a:pt x="77" y="1751"/>
                    <a:pt x="44" y="1770"/>
                    <a:pt x="34" y="1780"/>
                  </a:cubicBezTo>
                  <a:cubicBezTo>
                    <a:pt x="24" y="1790"/>
                    <a:pt x="0" y="1801"/>
                    <a:pt x="0" y="1801"/>
                  </a:cubicBezTo>
                  <a:cubicBezTo>
                    <a:pt x="0" y="1801"/>
                    <a:pt x="10" y="1846"/>
                    <a:pt x="56" y="1820"/>
                  </a:cubicBezTo>
                  <a:cubicBezTo>
                    <a:pt x="102" y="1794"/>
                    <a:pt x="104" y="1777"/>
                    <a:pt x="114" y="1787"/>
                  </a:cubicBezTo>
                  <a:cubicBezTo>
                    <a:pt x="124" y="1797"/>
                    <a:pt x="120" y="1843"/>
                    <a:pt x="118" y="1850"/>
                  </a:cubicBezTo>
                  <a:cubicBezTo>
                    <a:pt x="116" y="1857"/>
                    <a:pt x="75" y="1996"/>
                    <a:pt x="100" y="2005"/>
                  </a:cubicBezTo>
                  <a:cubicBezTo>
                    <a:pt x="125" y="2014"/>
                    <a:pt x="145" y="1873"/>
                    <a:pt x="159" y="1875"/>
                  </a:cubicBezTo>
                  <a:cubicBezTo>
                    <a:pt x="173" y="1877"/>
                    <a:pt x="131" y="2025"/>
                    <a:pt x="160" y="2032"/>
                  </a:cubicBezTo>
                  <a:cubicBezTo>
                    <a:pt x="189" y="2039"/>
                    <a:pt x="194" y="1870"/>
                    <a:pt x="211" y="1867"/>
                  </a:cubicBezTo>
                  <a:cubicBezTo>
                    <a:pt x="228" y="1864"/>
                    <a:pt x="201" y="2010"/>
                    <a:pt x="230" y="2013"/>
                  </a:cubicBezTo>
                  <a:cubicBezTo>
                    <a:pt x="259" y="2016"/>
                    <a:pt x="244" y="1854"/>
                    <a:pt x="259" y="1849"/>
                  </a:cubicBezTo>
                  <a:cubicBezTo>
                    <a:pt x="274" y="1844"/>
                    <a:pt x="310" y="1962"/>
                    <a:pt x="335" y="1951"/>
                  </a:cubicBezTo>
                  <a:cubicBezTo>
                    <a:pt x="360" y="1940"/>
                    <a:pt x="294" y="1836"/>
                    <a:pt x="298" y="1819"/>
                  </a:cubicBezTo>
                  <a:cubicBezTo>
                    <a:pt x="302" y="1802"/>
                    <a:pt x="294" y="1702"/>
                    <a:pt x="290" y="1687"/>
                  </a:cubicBezTo>
                  <a:cubicBezTo>
                    <a:pt x="286" y="1672"/>
                    <a:pt x="299" y="1670"/>
                    <a:pt x="304" y="1642"/>
                  </a:cubicBezTo>
                  <a:cubicBezTo>
                    <a:pt x="309" y="1614"/>
                    <a:pt x="467" y="1446"/>
                    <a:pt x="497" y="1336"/>
                  </a:cubicBezTo>
                  <a:cubicBezTo>
                    <a:pt x="520" y="1253"/>
                    <a:pt x="533" y="1296"/>
                    <a:pt x="539" y="1239"/>
                  </a:cubicBezTo>
                  <a:cubicBezTo>
                    <a:pt x="545" y="1182"/>
                    <a:pt x="576" y="1136"/>
                    <a:pt x="579" y="1106"/>
                  </a:cubicBezTo>
                  <a:cubicBezTo>
                    <a:pt x="579" y="1106"/>
                    <a:pt x="602" y="1209"/>
                    <a:pt x="591" y="1356"/>
                  </a:cubicBezTo>
                  <a:cubicBezTo>
                    <a:pt x="580" y="1506"/>
                    <a:pt x="560" y="1618"/>
                    <a:pt x="574" y="1899"/>
                  </a:cubicBezTo>
                  <a:cubicBezTo>
                    <a:pt x="593" y="2275"/>
                    <a:pt x="638" y="2272"/>
                    <a:pt x="630" y="2374"/>
                  </a:cubicBezTo>
                  <a:cubicBezTo>
                    <a:pt x="622" y="2475"/>
                    <a:pt x="643" y="2467"/>
                    <a:pt x="635" y="2542"/>
                  </a:cubicBezTo>
                  <a:cubicBezTo>
                    <a:pt x="627" y="2616"/>
                    <a:pt x="606" y="2763"/>
                    <a:pt x="657" y="2872"/>
                  </a:cubicBezTo>
                  <a:cubicBezTo>
                    <a:pt x="759" y="3096"/>
                    <a:pt x="730" y="3148"/>
                    <a:pt x="747" y="3213"/>
                  </a:cubicBezTo>
                  <a:cubicBezTo>
                    <a:pt x="747" y="3213"/>
                    <a:pt x="727" y="3215"/>
                    <a:pt x="733" y="3231"/>
                  </a:cubicBezTo>
                  <a:cubicBezTo>
                    <a:pt x="733" y="3231"/>
                    <a:pt x="725" y="3219"/>
                    <a:pt x="718" y="3224"/>
                  </a:cubicBezTo>
                  <a:cubicBezTo>
                    <a:pt x="711" y="3228"/>
                    <a:pt x="703" y="3236"/>
                    <a:pt x="708" y="3244"/>
                  </a:cubicBezTo>
                  <a:cubicBezTo>
                    <a:pt x="713" y="3253"/>
                    <a:pt x="710" y="3259"/>
                    <a:pt x="709" y="3266"/>
                  </a:cubicBezTo>
                  <a:cubicBezTo>
                    <a:pt x="707" y="3273"/>
                    <a:pt x="711" y="3288"/>
                    <a:pt x="729" y="3295"/>
                  </a:cubicBezTo>
                  <a:cubicBezTo>
                    <a:pt x="747" y="3302"/>
                    <a:pt x="752" y="3314"/>
                    <a:pt x="760" y="3327"/>
                  </a:cubicBezTo>
                  <a:cubicBezTo>
                    <a:pt x="767" y="3340"/>
                    <a:pt x="785" y="3374"/>
                    <a:pt x="838" y="3374"/>
                  </a:cubicBezTo>
                  <a:cubicBezTo>
                    <a:pt x="891" y="3374"/>
                    <a:pt x="892" y="3349"/>
                    <a:pt x="892" y="3349"/>
                  </a:cubicBezTo>
                  <a:cubicBezTo>
                    <a:pt x="892" y="3349"/>
                    <a:pt x="891" y="3375"/>
                    <a:pt x="946" y="3375"/>
                  </a:cubicBezTo>
                  <a:cubicBezTo>
                    <a:pt x="1001" y="3375"/>
                    <a:pt x="1005" y="3343"/>
                    <a:pt x="1021" y="3330"/>
                  </a:cubicBezTo>
                  <a:cubicBezTo>
                    <a:pt x="1036" y="3316"/>
                    <a:pt x="1068" y="3295"/>
                    <a:pt x="1076" y="3283"/>
                  </a:cubicBezTo>
                  <a:cubicBezTo>
                    <a:pt x="1084" y="3271"/>
                    <a:pt x="1093" y="3273"/>
                    <a:pt x="1093" y="3258"/>
                  </a:cubicBezTo>
                  <a:cubicBezTo>
                    <a:pt x="1092" y="3243"/>
                    <a:pt x="1093" y="3237"/>
                    <a:pt x="1088" y="3230"/>
                  </a:cubicBezTo>
                  <a:cubicBezTo>
                    <a:pt x="1083" y="3224"/>
                    <a:pt x="1071" y="3234"/>
                    <a:pt x="1071" y="3234"/>
                  </a:cubicBezTo>
                  <a:cubicBezTo>
                    <a:pt x="1071" y="3234"/>
                    <a:pt x="1068" y="3224"/>
                    <a:pt x="1062" y="3219"/>
                  </a:cubicBezTo>
                  <a:cubicBezTo>
                    <a:pt x="1056" y="3215"/>
                    <a:pt x="1041" y="3224"/>
                    <a:pt x="1041" y="3224"/>
                  </a:cubicBezTo>
                  <a:cubicBezTo>
                    <a:pt x="1041" y="3224"/>
                    <a:pt x="1036" y="3210"/>
                    <a:pt x="1030" y="3210"/>
                  </a:cubicBezTo>
                  <a:cubicBezTo>
                    <a:pt x="1030" y="3210"/>
                    <a:pt x="1034" y="3200"/>
                    <a:pt x="1032" y="3181"/>
                  </a:cubicBezTo>
                  <a:cubicBezTo>
                    <a:pt x="1030" y="3162"/>
                    <a:pt x="1059" y="3048"/>
                    <a:pt x="1101" y="2964"/>
                  </a:cubicBezTo>
                  <a:cubicBezTo>
                    <a:pt x="1142" y="2880"/>
                    <a:pt x="1187" y="2743"/>
                    <a:pt x="1150" y="2595"/>
                  </a:cubicBezTo>
                  <a:cubicBezTo>
                    <a:pt x="1113" y="2447"/>
                    <a:pt x="1176" y="2522"/>
                    <a:pt x="1157" y="2348"/>
                  </a:cubicBezTo>
                  <a:cubicBezTo>
                    <a:pt x="1147" y="2264"/>
                    <a:pt x="1260" y="2323"/>
                    <a:pt x="1217" y="1520"/>
                  </a:cubicBezTo>
                  <a:cubicBezTo>
                    <a:pt x="1206" y="1323"/>
                    <a:pt x="1158" y="1342"/>
                    <a:pt x="1171" y="1134"/>
                  </a:cubicBezTo>
                  <a:cubicBezTo>
                    <a:pt x="1171" y="1134"/>
                    <a:pt x="1188" y="1159"/>
                    <a:pt x="1187" y="1187"/>
                  </a:cubicBezTo>
                  <a:cubicBezTo>
                    <a:pt x="1185" y="1214"/>
                    <a:pt x="1192" y="1236"/>
                    <a:pt x="1209" y="1257"/>
                  </a:cubicBezTo>
                  <a:cubicBezTo>
                    <a:pt x="1226" y="1278"/>
                    <a:pt x="1271" y="1394"/>
                    <a:pt x="1333" y="1460"/>
                  </a:cubicBezTo>
                  <a:cubicBezTo>
                    <a:pt x="1395" y="1525"/>
                    <a:pt x="1461" y="1630"/>
                    <a:pt x="1460" y="1657"/>
                  </a:cubicBezTo>
                  <a:cubicBezTo>
                    <a:pt x="1458" y="1684"/>
                    <a:pt x="1471" y="1720"/>
                    <a:pt x="1489" y="1778"/>
                  </a:cubicBezTo>
                  <a:cubicBezTo>
                    <a:pt x="1508" y="1837"/>
                    <a:pt x="1450" y="1919"/>
                    <a:pt x="1483" y="1942"/>
                  </a:cubicBezTo>
                  <a:cubicBezTo>
                    <a:pt x="1517" y="1966"/>
                    <a:pt x="1518" y="1818"/>
                    <a:pt x="1545" y="1827"/>
                  </a:cubicBezTo>
                  <a:cubicBezTo>
                    <a:pt x="1573" y="1836"/>
                    <a:pt x="1535" y="1981"/>
                    <a:pt x="1575" y="1987"/>
                  </a:cubicBezTo>
                  <a:cubicBezTo>
                    <a:pt x="1615" y="1993"/>
                    <a:pt x="1578" y="1837"/>
                    <a:pt x="1597" y="1833"/>
                  </a:cubicBezTo>
                  <a:cubicBezTo>
                    <a:pt x="1617" y="1829"/>
                    <a:pt x="1625" y="1998"/>
                    <a:pt x="1657" y="1993"/>
                  </a:cubicBezTo>
                  <a:cubicBezTo>
                    <a:pt x="1689" y="1988"/>
                    <a:pt x="1638" y="1832"/>
                    <a:pt x="1656" y="1826"/>
                  </a:cubicBezTo>
                  <a:cubicBezTo>
                    <a:pt x="1673" y="1819"/>
                    <a:pt x="1703" y="1957"/>
                    <a:pt x="1735" y="1947"/>
                  </a:cubicBezTo>
                  <a:cubicBezTo>
                    <a:pt x="1767" y="1937"/>
                    <a:pt x="1688" y="1785"/>
                    <a:pt x="1688" y="1770"/>
                  </a:cubicBezTo>
                  <a:cubicBezTo>
                    <a:pt x="1688" y="1755"/>
                    <a:pt x="1688" y="1720"/>
                    <a:pt x="1688" y="1720"/>
                  </a:cubicBezTo>
                  <a:cubicBezTo>
                    <a:pt x="1688" y="1720"/>
                    <a:pt x="1728" y="1725"/>
                    <a:pt x="1744" y="1738"/>
                  </a:cubicBezTo>
                  <a:cubicBezTo>
                    <a:pt x="1760" y="1750"/>
                    <a:pt x="1812" y="1741"/>
                    <a:pt x="1811" y="1710"/>
                  </a:cubicBezTo>
                  <a:cubicBezTo>
                    <a:pt x="1765" y="1694"/>
                    <a:pt x="1765" y="1694"/>
                    <a:pt x="1765" y="1694"/>
                  </a:cubicBezTo>
                  <a:cubicBezTo>
                    <a:pt x="1765" y="1694"/>
                    <a:pt x="1725" y="1680"/>
                    <a:pt x="1721" y="1672"/>
                  </a:cubicBezTo>
                  <a:cubicBezTo>
                    <a:pt x="1718" y="1663"/>
                    <a:pt x="1641" y="1618"/>
                    <a:pt x="1623" y="1611"/>
                  </a:cubicBezTo>
                  <a:cubicBezTo>
                    <a:pt x="1606" y="1604"/>
                    <a:pt x="1614" y="1571"/>
                    <a:pt x="1589" y="1548"/>
                  </a:cubicBezTo>
                  <a:cubicBezTo>
                    <a:pt x="1564" y="1524"/>
                    <a:pt x="1496" y="1383"/>
                    <a:pt x="1477" y="1322"/>
                  </a:cubicBezTo>
                  <a:cubicBezTo>
                    <a:pt x="1427" y="1164"/>
                    <a:pt x="1368" y="1157"/>
                    <a:pt x="1367" y="1116"/>
                  </a:cubicBezTo>
                  <a:cubicBezTo>
                    <a:pt x="1365" y="1000"/>
                    <a:pt x="1313" y="880"/>
                    <a:pt x="1311" y="840"/>
                  </a:cubicBezTo>
                  <a:cubicBezTo>
                    <a:pt x="1309" y="800"/>
                    <a:pt x="1331" y="606"/>
                    <a:pt x="1181" y="560"/>
                  </a:cubicBezTo>
                  <a:cubicBezTo>
                    <a:pt x="1151" y="548"/>
                    <a:pt x="1173" y="542"/>
                    <a:pt x="1137" y="548"/>
                  </a:cubicBezTo>
                  <a:cubicBezTo>
                    <a:pt x="1101" y="554"/>
                    <a:pt x="995" y="486"/>
                    <a:pt x="973" y="452"/>
                  </a:cubicBezTo>
                  <a:cubicBezTo>
                    <a:pt x="973" y="432"/>
                    <a:pt x="973" y="432"/>
                    <a:pt x="973" y="432"/>
                  </a:cubicBezTo>
                  <a:cubicBezTo>
                    <a:pt x="973" y="432"/>
                    <a:pt x="999" y="411"/>
                    <a:pt x="1000" y="363"/>
                  </a:cubicBezTo>
                  <a:cubicBezTo>
                    <a:pt x="1000" y="363"/>
                    <a:pt x="1026" y="364"/>
                    <a:pt x="1028" y="327"/>
                  </a:cubicBezTo>
                  <a:cubicBezTo>
                    <a:pt x="1030" y="290"/>
                    <a:pt x="1060" y="264"/>
                    <a:pt x="1050" y="250"/>
                  </a:cubicBezTo>
                  <a:cubicBezTo>
                    <a:pt x="1040" y="235"/>
                    <a:pt x="1027" y="251"/>
                    <a:pt x="1027" y="251"/>
                  </a:cubicBezTo>
                  <a:cubicBezTo>
                    <a:pt x="1027" y="251"/>
                    <a:pt x="1079" y="0"/>
                    <a:pt x="863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7" name="Freeform 166">
              <a:extLst>
                <a:ext uri="{FF2B5EF4-FFF2-40B4-BE49-F238E27FC236}">
                  <a16:creationId xmlns:a16="http://schemas.microsoft.com/office/drawing/2014/main" id="{03202651-71C4-4151-B743-BE329AA4A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966"/>
              <a:ext cx="53" cy="184"/>
            </a:xfrm>
            <a:custGeom>
              <a:avLst/>
              <a:gdLst>
                <a:gd name="T0" fmla="*/ 0 w 54"/>
                <a:gd name="T1" fmla="*/ 178 h 187"/>
                <a:gd name="T2" fmla="*/ 0 w 54"/>
                <a:gd name="T3" fmla="*/ 105 h 187"/>
                <a:gd name="T4" fmla="*/ 6 w 54"/>
                <a:gd name="T5" fmla="*/ 90 h 187"/>
                <a:gd name="T6" fmla="*/ 51 w 54"/>
                <a:gd name="T7" fmla="*/ 0 h 1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87">
                  <a:moveTo>
                    <a:pt x="0" y="187"/>
                  </a:move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6" y="100"/>
                    <a:pt x="6" y="93"/>
                  </a:cubicBezTo>
                  <a:cubicBezTo>
                    <a:pt x="6" y="86"/>
                    <a:pt x="45" y="43"/>
                    <a:pt x="5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8" name="Freeform 167">
              <a:extLst>
                <a:ext uri="{FF2B5EF4-FFF2-40B4-BE49-F238E27FC236}">
                  <a16:creationId xmlns:a16="http://schemas.microsoft.com/office/drawing/2014/main" id="{DC9989B7-39B7-4249-8834-8A3964C12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987"/>
              <a:ext cx="87" cy="82"/>
            </a:xfrm>
            <a:custGeom>
              <a:avLst/>
              <a:gdLst>
                <a:gd name="T0" fmla="*/ 0 w 89"/>
                <a:gd name="T1" fmla="*/ 0 h 83"/>
                <a:gd name="T2" fmla="*/ 83 w 89"/>
                <a:gd name="T3" fmla="*/ 80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83">
                  <a:moveTo>
                    <a:pt x="0" y="0"/>
                  </a:moveTo>
                  <a:cubicBezTo>
                    <a:pt x="0" y="0"/>
                    <a:pt x="15" y="83"/>
                    <a:pt x="89" y="8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9" name="Freeform 168">
              <a:extLst>
                <a:ext uri="{FF2B5EF4-FFF2-40B4-BE49-F238E27FC236}">
                  <a16:creationId xmlns:a16="http://schemas.microsoft.com/office/drawing/2014/main" id="{2DE7A285-9E0A-4EA2-8B57-61065F14A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1001"/>
              <a:ext cx="30" cy="55"/>
            </a:xfrm>
            <a:custGeom>
              <a:avLst/>
              <a:gdLst>
                <a:gd name="T0" fmla="*/ 0 w 31"/>
                <a:gd name="T1" fmla="*/ 0 h 56"/>
                <a:gd name="T2" fmla="*/ 28 w 31"/>
                <a:gd name="T3" fmla="*/ 53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6">
                  <a:moveTo>
                    <a:pt x="0" y="0"/>
                  </a:moveTo>
                  <a:cubicBezTo>
                    <a:pt x="0" y="0"/>
                    <a:pt x="8" y="41"/>
                    <a:pt x="31" y="5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0" name="Freeform 169">
              <a:extLst>
                <a:ext uri="{FF2B5EF4-FFF2-40B4-BE49-F238E27FC236}">
                  <a16:creationId xmlns:a16="http://schemas.microsoft.com/office/drawing/2014/main" id="{9A5CA5F4-6B07-47DD-BAF4-F85CC80CA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1002"/>
              <a:ext cx="27" cy="56"/>
            </a:xfrm>
            <a:custGeom>
              <a:avLst/>
              <a:gdLst>
                <a:gd name="T0" fmla="*/ 25 w 28"/>
                <a:gd name="T1" fmla="*/ 0 h 57"/>
                <a:gd name="T2" fmla="*/ 0 w 28"/>
                <a:gd name="T3" fmla="*/ 54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7">
                  <a:moveTo>
                    <a:pt x="28" y="0"/>
                  </a:moveTo>
                  <a:cubicBezTo>
                    <a:pt x="28" y="0"/>
                    <a:pt x="26" y="29"/>
                    <a:pt x="0" y="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1" name="Freeform 170">
              <a:extLst>
                <a:ext uri="{FF2B5EF4-FFF2-40B4-BE49-F238E27FC236}">
                  <a16:creationId xmlns:a16="http://schemas.microsoft.com/office/drawing/2014/main" id="{1B75324B-9194-477B-B6EC-08F32658B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067"/>
              <a:ext cx="12" cy="15"/>
            </a:xfrm>
            <a:custGeom>
              <a:avLst/>
              <a:gdLst>
                <a:gd name="T0" fmla="*/ 12 w 12"/>
                <a:gd name="T1" fmla="*/ 12 h 15"/>
                <a:gd name="T2" fmla="*/ 0 w 1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12" y="12"/>
                  </a:moveTo>
                  <a:cubicBezTo>
                    <a:pt x="5" y="15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2" name="Freeform 171">
              <a:extLst>
                <a:ext uri="{FF2B5EF4-FFF2-40B4-BE49-F238E27FC236}">
                  <a16:creationId xmlns:a16="http://schemas.microsoft.com/office/drawing/2014/main" id="{0AD9672F-C083-428D-BF3F-2143CC4F7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456"/>
              <a:ext cx="140" cy="1388"/>
            </a:xfrm>
            <a:custGeom>
              <a:avLst/>
              <a:gdLst>
                <a:gd name="T0" fmla="*/ 48 w 142"/>
                <a:gd name="T1" fmla="*/ 0 h 1412"/>
                <a:gd name="T2" fmla="*/ 37 w 142"/>
                <a:gd name="T3" fmla="*/ 25 h 1412"/>
                <a:gd name="T4" fmla="*/ 54 w 142"/>
                <a:gd name="T5" fmla="*/ 172 h 1412"/>
                <a:gd name="T6" fmla="*/ 41 w 142"/>
                <a:gd name="T7" fmla="*/ 615 h 1412"/>
                <a:gd name="T8" fmla="*/ 35 w 142"/>
                <a:gd name="T9" fmla="*/ 803 h 1412"/>
                <a:gd name="T10" fmla="*/ 50 w 142"/>
                <a:gd name="T11" fmla="*/ 1018 h 1412"/>
                <a:gd name="T12" fmla="*/ 59 w 142"/>
                <a:gd name="T13" fmla="*/ 1341 h 1412"/>
                <a:gd name="T14" fmla="*/ 73 w 142"/>
                <a:gd name="T15" fmla="*/ 1026 h 1412"/>
                <a:gd name="T16" fmla="*/ 94 w 142"/>
                <a:gd name="T17" fmla="*/ 822 h 1412"/>
                <a:gd name="T18" fmla="*/ 58 w 142"/>
                <a:gd name="T19" fmla="*/ 615 h 1412"/>
                <a:gd name="T20" fmla="*/ 67 w 142"/>
                <a:gd name="T21" fmla="*/ 257 h 1412"/>
                <a:gd name="T22" fmla="*/ 71 w 142"/>
                <a:gd name="T23" fmla="*/ 30 h 1412"/>
                <a:gd name="T24" fmla="*/ 48 w 142"/>
                <a:gd name="T25" fmla="*/ 0 h 14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2" h="1412">
                  <a:moveTo>
                    <a:pt x="51" y="0"/>
                  </a:moveTo>
                  <a:cubicBezTo>
                    <a:pt x="51" y="0"/>
                    <a:pt x="49" y="15"/>
                    <a:pt x="40" y="25"/>
                  </a:cubicBezTo>
                  <a:cubicBezTo>
                    <a:pt x="40" y="25"/>
                    <a:pt x="54" y="64"/>
                    <a:pt x="57" y="181"/>
                  </a:cubicBezTo>
                  <a:cubicBezTo>
                    <a:pt x="60" y="299"/>
                    <a:pt x="28" y="564"/>
                    <a:pt x="44" y="648"/>
                  </a:cubicBezTo>
                  <a:cubicBezTo>
                    <a:pt x="60" y="732"/>
                    <a:pt x="24" y="791"/>
                    <a:pt x="37" y="845"/>
                  </a:cubicBezTo>
                  <a:cubicBezTo>
                    <a:pt x="50" y="900"/>
                    <a:pt x="80" y="993"/>
                    <a:pt x="53" y="1072"/>
                  </a:cubicBezTo>
                  <a:cubicBezTo>
                    <a:pt x="26" y="1151"/>
                    <a:pt x="0" y="1315"/>
                    <a:pt x="62" y="1412"/>
                  </a:cubicBezTo>
                  <a:cubicBezTo>
                    <a:pt x="62" y="1412"/>
                    <a:pt x="142" y="1323"/>
                    <a:pt x="76" y="1080"/>
                  </a:cubicBezTo>
                  <a:cubicBezTo>
                    <a:pt x="62" y="1029"/>
                    <a:pt x="66" y="932"/>
                    <a:pt x="97" y="865"/>
                  </a:cubicBezTo>
                  <a:cubicBezTo>
                    <a:pt x="128" y="799"/>
                    <a:pt x="58" y="743"/>
                    <a:pt x="61" y="648"/>
                  </a:cubicBezTo>
                  <a:cubicBezTo>
                    <a:pt x="64" y="553"/>
                    <a:pt x="77" y="345"/>
                    <a:pt x="70" y="271"/>
                  </a:cubicBezTo>
                  <a:cubicBezTo>
                    <a:pt x="64" y="196"/>
                    <a:pt x="54" y="44"/>
                    <a:pt x="74" y="33"/>
                  </a:cubicBezTo>
                  <a:cubicBezTo>
                    <a:pt x="74" y="33"/>
                    <a:pt x="51" y="12"/>
                    <a:pt x="51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3" name="Freeform 172">
              <a:extLst>
                <a:ext uri="{FF2B5EF4-FFF2-40B4-BE49-F238E27FC236}">
                  <a16:creationId xmlns:a16="http://schemas.microsoft.com/office/drawing/2014/main" id="{CBC908D8-8673-4032-8628-A00746206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875"/>
              <a:ext cx="23" cy="87"/>
            </a:xfrm>
            <a:custGeom>
              <a:avLst/>
              <a:gdLst>
                <a:gd name="T0" fmla="*/ 9 w 23"/>
                <a:gd name="T1" fmla="*/ 0 h 89"/>
                <a:gd name="T2" fmla="*/ 7 w 23"/>
                <a:gd name="T3" fmla="*/ 83 h 89"/>
                <a:gd name="T4" fmla="*/ 9 w 23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9">
                  <a:moveTo>
                    <a:pt x="9" y="0"/>
                  </a:moveTo>
                  <a:cubicBezTo>
                    <a:pt x="9" y="0"/>
                    <a:pt x="0" y="52"/>
                    <a:pt x="7" y="89"/>
                  </a:cubicBezTo>
                  <a:cubicBezTo>
                    <a:pt x="7" y="89"/>
                    <a:pt x="23" y="37"/>
                    <a:pt x="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4" name="Freeform 173">
              <a:extLst>
                <a:ext uri="{FF2B5EF4-FFF2-40B4-BE49-F238E27FC236}">
                  <a16:creationId xmlns:a16="http://schemas.microsoft.com/office/drawing/2014/main" id="{8806E39F-50AF-41DD-914D-2FFBE1C2B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844"/>
              <a:ext cx="5" cy="35"/>
            </a:xfrm>
            <a:custGeom>
              <a:avLst/>
              <a:gdLst>
                <a:gd name="T0" fmla="*/ 0 w 5"/>
                <a:gd name="T1" fmla="*/ 0 h 35"/>
                <a:gd name="T2" fmla="*/ 2 w 5"/>
                <a:gd name="T3" fmla="*/ 3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0" y="0"/>
                  </a:moveTo>
                  <a:cubicBezTo>
                    <a:pt x="5" y="8"/>
                    <a:pt x="2" y="24"/>
                    <a:pt x="2" y="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5" name="Freeform 174">
              <a:extLst>
                <a:ext uri="{FF2B5EF4-FFF2-40B4-BE49-F238E27FC236}">
                  <a16:creationId xmlns:a16="http://schemas.microsoft.com/office/drawing/2014/main" id="{F367103F-C412-4B6C-B75B-35632EB95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959"/>
              <a:ext cx="5" cy="60"/>
            </a:xfrm>
            <a:custGeom>
              <a:avLst/>
              <a:gdLst>
                <a:gd name="T0" fmla="*/ 0 w 5"/>
                <a:gd name="T1" fmla="*/ 0 h 62"/>
                <a:gd name="T2" fmla="*/ 3 w 5"/>
                <a:gd name="T3" fmla="*/ 29 h 62"/>
                <a:gd name="T4" fmla="*/ 3 w 5"/>
                <a:gd name="T5" fmla="*/ 56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2">
                  <a:moveTo>
                    <a:pt x="0" y="0"/>
                  </a:moveTo>
                  <a:cubicBezTo>
                    <a:pt x="2" y="10"/>
                    <a:pt x="2" y="22"/>
                    <a:pt x="3" y="32"/>
                  </a:cubicBezTo>
                  <a:cubicBezTo>
                    <a:pt x="4" y="43"/>
                    <a:pt x="5" y="52"/>
                    <a:pt x="3" y="6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6" name="Freeform 175">
              <a:extLst>
                <a:ext uri="{FF2B5EF4-FFF2-40B4-BE49-F238E27FC236}">
                  <a16:creationId xmlns:a16="http://schemas.microsoft.com/office/drawing/2014/main" id="{9E652536-9866-43D3-914B-63908A3AE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877"/>
              <a:ext cx="20" cy="62"/>
            </a:xfrm>
            <a:custGeom>
              <a:avLst/>
              <a:gdLst>
                <a:gd name="T0" fmla="*/ 0 w 21"/>
                <a:gd name="T1" fmla="*/ 0 h 63"/>
                <a:gd name="T2" fmla="*/ 9 w 21"/>
                <a:gd name="T3" fmla="*/ 27 h 63"/>
                <a:gd name="T4" fmla="*/ 17 w 21"/>
                <a:gd name="T5" fmla="*/ 6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3">
                  <a:moveTo>
                    <a:pt x="0" y="0"/>
                  </a:moveTo>
                  <a:cubicBezTo>
                    <a:pt x="1" y="8"/>
                    <a:pt x="5" y="20"/>
                    <a:pt x="9" y="27"/>
                  </a:cubicBezTo>
                  <a:cubicBezTo>
                    <a:pt x="17" y="38"/>
                    <a:pt x="21" y="48"/>
                    <a:pt x="20" y="6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7" name="Freeform 176">
              <a:extLst>
                <a:ext uri="{FF2B5EF4-FFF2-40B4-BE49-F238E27FC236}">
                  <a16:creationId xmlns:a16="http://schemas.microsoft.com/office/drawing/2014/main" id="{FF76D881-98B1-4CB1-9261-80AA707B9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894"/>
              <a:ext cx="29" cy="20"/>
            </a:xfrm>
            <a:custGeom>
              <a:avLst/>
              <a:gdLst>
                <a:gd name="T0" fmla="*/ 29 w 29"/>
                <a:gd name="T1" fmla="*/ 0 h 21"/>
                <a:gd name="T2" fmla="*/ 14 w 29"/>
                <a:gd name="T3" fmla="*/ 9 h 21"/>
                <a:gd name="T4" fmla="*/ 0 w 29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6" y="5"/>
                    <a:pt x="19" y="6"/>
                    <a:pt x="14" y="9"/>
                  </a:cubicBezTo>
                  <a:cubicBezTo>
                    <a:pt x="8" y="11"/>
                    <a:pt x="4" y="16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8" name="Freeform 177">
              <a:extLst>
                <a:ext uri="{FF2B5EF4-FFF2-40B4-BE49-F238E27FC236}">
                  <a16:creationId xmlns:a16="http://schemas.microsoft.com/office/drawing/2014/main" id="{2B5A69AF-F36E-43E2-BEE9-C067EB238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3889"/>
              <a:ext cx="44" cy="29"/>
            </a:xfrm>
            <a:custGeom>
              <a:avLst/>
              <a:gdLst>
                <a:gd name="T0" fmla="*/ 2 w 45"/>
                <a:gd name="T1" fmla="*/ 2 h 30"/>
                <a:gd name="T2" fmla="*/ 1 w 45"/>
                <a:gd name="T3" fmla="*/ 0 h 30"/>
                <a:gd name="T4" fmla="*/ 42 w 45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2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6" y="6"/>
                    <a:pt x="33" y="18"/>
                    <a:pt x="45" y="3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9" name="Freeform 178">
              <a:extLst>
                <a:ext uri="{FF2B5EF4-FFF2-40B4-BE49-F238E27FC236}">
                  <a16:creationId xmlns:a16="http://schemas.microsoft.com/office/drawing/2014/main" id="{FCC85BD4-1B59-4247-929D-05015F7BC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873"/>
              <a:ext cx="18" cy="70"/>
            </a:xfrm>
            <a:custGeom>
              <a:avLst/>
              <a:gdLst>
                <a:gd name="T0" fmla="*/ 18 w 18"/>
                <a:gd name="T1" fmla="*/ 0 h 71"/>
                <a:gd name="T2" fmla="*/ 14 w 18"/>
                <a:gd name="T3" fmla="*/ 34 h 71"/>
                <a:gd name="T4" fmla="*/ 0 w 18"/>
                <a:gd name="T5" fmla="*/ 68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1">
                  <a:moveTo>
                    <a:pt x="18" y="0"/>
                  </a:moveTo>
                  <a:cubicBezTo>
                    <a:pt x="12" y="9"/>
                    <a:pt x="15" y="23"/>
                    <a:pt x="14" y="34"/>
                  </a:cubicBezTo>
                  <a:cubicBezTo>
                    <a:pt x="12" y="47"/>
                    <a:pt x="3" y="58"/>
                    <a:pt x="0" y="7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0" name="Freeform 179">
              <a:extLst>
                <a:ext uri="{FF2B5EF4-FFF2-40B4-BE49-F238E27FC236}">
                  <a16:creationId xmlns:a16="http://schemas.microsoft.com/office/drawing/2014/main" id="{EC7262DE-6DE4-4820-A952-96932E7A1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726"/>
              <a:ext cx="38" cy="238"/>
            </a:xfrm>
            <a:custGeom>
              <a:avLst/>
              <a:gdLst>
                <a:gd name="T0" fmla="*/ 31 w 38"/>
                <a:gd name="T1" fmla="*/ 0 h 242"/>
                <a:gd name="T2" fmla="*/ 21 w 38"/>
                <a:gd name="T3" fmla="*/ 166 h 242"/>
                <a:gd name="T4" fmla="*/ 0 w 38"/>
                <a:gd name="T5" fmla="*/ 230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2">
                  <a:moveTo>
                    <a:pt x="31" y="0"/>
                  </a:moveTo>
                  <a:cubicBezTo>
                    <a:pt x="31" y="0"/>
                    <a:pt x="38" y="112"/>
                    <a:pt x="21" y="175"/>
                  </a:cubicBezTo>
                  <a:cubicBezTo>
                    <a:pt x="5" y="239"/>
                    <a:pt x="0" y="242"/>
                    <a:pt x="0" y="24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1" name="Freeform 180">
              <a:extLst>
                <a:ext uri="{FF2B5EF4-FFF2-40B4-BE49-F238E27FC236}">
                  <a16:creationId xmlns:a16="http://schemas.microsoft.com/office/drawing/2014/main" id="{03C8748D-4E55-4840-BDE5-3527D17AB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3783"/>
              <a:ext cx="45" cy="152"/>
            </a:xfrm>
            <a:custGeom>
              <a:avLst/>
              <a:gdLst>
                <a:gd name="T0" fmla="*/ 45 w 45"/>
                <a:gd name="T1" fmla="*/ 0 h 155"/>
                <a:gd name="T2" fmla="*/ 10 w 45"/>
                <a:gd name="T3" fmla="*/ 146 h 1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55">
                  <a:moveTo>
                    <a:pt x="45" y="0"/>
                  </a:moveTo>
                  <a:cubicBezTo>
                    <a:pt x="45" y="0"/>
                    <a:pt x="0" y="78"/>
                    <a:pt x="10" y="15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2" name="Freeform 181">
              <a:extLst>
                <a:ext uri="{FF2B5EF4-FFF2-40B4-BE49-F238E27FC236}">
                  <a16:creationId xmlns:a16="http://schemas.microsoft.com/office/drawing/2014/main" id="{21207FB0-F397-4D74-854E-BD9437660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812"/>
              <a:ext cx="23" cy="190"/>
            </a:xfrm>
            <a:custGeom>
              <a:avLst/>
              <a:gdLst>
                <a:gd name="T0" fmla="*/ 0 w 24"/>
                <a:gd name="T1" fmla="*/ 0 h 193"/>
                <a:gd name="T2" fmla="*/ 15 w 24"/>
                <a:gd name="T3" fmla="*/ 96 h 193"/>
                <a:gd name="T4" fmla="*/ 7 w 24"/>
                <a:gd name="T5" fmla="*/ 184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3">
                  <a:moveTo>
                    <a:pt x="0" y="0"/>
                  </a:moveTo>
                  <a:cubicBezTo>
                    <a:pt x="0" y="0"/>
                    <a:pt x="24" y="53"/>
                    <a:pt x="18" y="102"/>
                  </a:cubicBezTo>
                  <a:cubicBezTo>
                    <a:pt x="12" y="150"/>
                    <a:pt x="5" y="177"/>
                    <a:pt x="7" y="19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3" name="Freeform 182">
              <a:extLst>
                <a:ext uri="{FF2B5EF4-FFF2-40B4-BE49-F238E27FC236}">
                  <a16:creationId xmlns:a16="http://schemas.microsoft.com/office/drawing/2014/main" id="{B69CFAFD-6BCA-43CA-ADB8-13F5861AD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3709"/>
              <a:ext cx="28" cy="247"/>
            </a:xfrm>
            <a:custGeom>
              <a:avLst/>
              <a:gdLst>
                <a:gd name="T0" fmla="*/ 3 w 29"/>
                <a:gd name="T1" fmla="*/ 0 h 251"/>
                <a:gd name="T2" fmla="*/ 5 w 29"/>
                <a:gd name="T3" fmla="*/ 136 h 251"/>
                <a:gd name="T4" fmla="*/ 26 w 29"/>
                <a:gd name="T5" fmla="*/ 239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1">
                  <a:moveTo>
                    <a:pt x="3" y="0"/>
                  </a:moveTo>
                  <a:cubicBezTo>
                    <a:pt x="3" y="0"/>
                    <a:pt x="0" y="94"/>
                    <a:pt x="5" y="142"/>
                  </a:cubicBezTo>
                  <a:cubicBezTo>
                    <a:pt x="9" y="190"/>
                    <a:pt x="28" y="236"/>
                    <a:pt x="29" y="25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4" name="Freeform 183">
              <a:extLst>
                <a:ext uri="{FF2B5EF4-FFF2-40B4-BE49-F238E27FC236}">
                  <a16:creationId xmlns:a16="http://schemas.microsoft.com/office/drawing/2014/main" id="{9C67CE5E-FCD4-4DF4-80C8-9727580C8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30"/>
              <a:ext cx="237" cy="204"/>
            </a:xfrm>
            <a:custGeom>
              <a:avLst/>
              <a:gdLst>
                <a:gd name="T0" fmla="*/ 0 w 241"/>
                <a:gd name="T1" fmla="*/ 173 h 207"/>
                <a:gd name="T2" fmla="*/ 213 w 241"/>
                <a:gd name="T3" fmla="*/ 147 h 207"/>
                <a:gd name="T4" fmla="*/ 227 w 241"/>
                <a:gd name="T5" fmla="*/ 0 h 2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207">
                  <a:moveTo>
                    <a:pt x="0" y="182"/>
                  </a:moveTo>
                  <a:cubicBezTo>
                    <a:pt x="0" y="182"/>
                    <a:pt x="168" y="207"/>
                    <a:pt x="225" y="153"/>
                  </a:cubicBezTo>
                  <a:cubicBezTo>
                    <a:pt x="241" y="138"/>
                    <a:pt x="241" y="115"/>
                    <a:pt x="23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5" name="Freeform 184">
              <a:extLst>
                <a:ext uri="{FF2B5EF4-FFF2-40B4-BE49-F238E27FC236}">
                  <a16:creationId xmlns:a16="http://schemas.microsoft.com/office/drawing/2014/main" id="{D239F231-D428-4E09-8776-07167F45A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489"/>
              <a:ext cx="232" cy="51"/>
            </a:xfrm>
            <a:custGeom>
              <a:avLst/>
              <a:gdLst>
                <a:gd name="T0" fmla="*/ 0 w 236"/>
                <a:gd name="T1" fmla="*/ 0 h 52"/>
                <a:gd name="T2" fmla="*/ 224 w 236"/>
                <a:gd name="T3" fmla="*/ 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6" h="52">
                  <a:moveTo>
                    <a:pt x="0" y="0"/>
                  </a:moveTo>
                  <a:cubicBezTo>
                    <a:pt x="0" y="0"/>
                    <a:pt x="92" y="52"/>
                    <a:pt x="236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6" name="Freeform 185">
              <a:extLst>
                <a:ext uri="{FF2B5EF4-FFF2-40B4-BE49-F238E27FC236}">
                  <a16:creationId xmlns:a16="http://schemas.microsoft.com/office/drawing/2014/main" id="{906D6D5B-B631-4B40-833B-9C86DED6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508"/>
              <a:ext cx="37" cy="306"/>
            </a:xfrm>
            <a:custGeom>
              <a:avLst/>
              <a:gdLst>
                <a:gd name="T0" fmla="*/ 35 w 38"/>
                <a:gd name="T1" fmla="*/ 294 h 312"/>
                <a:gd name="T2" fmla="*/ 0 w 38"/>
                <a:gd name="T3" fmla="*/ 0 h 3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12">
                  <a:moveTo>
                    <a:pt x="38" y="312"/>
                  </a:moveTo>
                  <a:cubicBezTo>
                    <a:pt x="38" y="312"/>
                    <a:pt x="24" y="22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7" name="Freeform 186">
              <a:extLst>
                <a:ext uri="{FF2B5EF4-FFF2-40B4-BE49-F238E27FC236}">
                  <a16:creationId xmlns:a16="http://schemas.microsoft.com/office/drawing/2014/main" id="{C775D0A6-C2A8-47F0-9C33-626E96D93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509"/>
              <a:ext cx="21" cy="332"/>
            </a:xfrm>
            <a:custGeom>
              <a:avLst/>
              <a:gdLst>
                <a:gd name="T0" fmla="*/ 0 w 21"/>
                <a:gd name="T1" fmla="*/ 320 h 338"/>
                <a:gd name="T2" fmla="*/ 21 w 21"/>
                <a:gd name="T3" fmla="*/ 0 h 3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8">
                  <a:moveTo>
                    <a:pt x="0" y="338"/>
                  </a:moveTo>
                  <a:cubicBezTo>
                    <a:pt x="0" y="338"/>
                    <a:pt x="11" y="43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8" name="Freeform 187">
              <a:extLst>
                <a:ext uri="{FF2B5EF4-FFF2-40B4-BE49-F238E27FC236}">
                  <a16:creationId xmlns:a16="http://schemas.microsoft.com/office/drawing/2014/main" id="{71370619-6F7D-470C-A6AE-E3288B79E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053"/>
              <a:ext cx="101" cy="167"/>
            </a:xfrm>
            <a:custGeom>
              <a:avLst/>
              <a:gdLst>
                <a:gd name="T0" fmla="*/ 99 w 102"/>
                <a:gd name="T1" fmla="*/ 160 h 170"/>
                <a:gd name="T2" fmla="*/ 51 w 102"/>
                <a:gd name="T3" fmla="*/ 100 h 170"/>
                <a:gd name="T4" fmla="*/ 0 w 102"/>
                <a:gd name="T5" fmla="*/ 7 h 170"/>
                <a:gd name="T6" fmla="*/ 2 w 102"/>
                <a:gd name="T7" fmla="*/ 0 h 170"/>
                <a:gd name="T8" fmla="*/ 53 w 102"/>
                <a:gd name="T9" fmla="*/ 96 h 170"/>
                <a:gd name="T10" fmla="*/ 99 w 102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70">
                  <a:moveTo>
                    <a:pt x="102" y="169"/>
                  </a:moveTo>
                  <a:cubicBezTo>
                    <a:pt x="102" y="169"/>
                    <a:pt x="83" y="170"/>
                    <a:pt x="52" y="106"/>
                  </a:cubicBezTo>
                  <a:cubicBezTo>
                    <a:pt x="21" y="42"/>
                    <a:pt x="0" y="7"/>
                    <a:pt x="0" y="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5" y="38"/>
                    <a:pt x="56" y="102"/>
                  </a:cubicBezTo>
                  <a:cubicBezTo>
                    <a:pt x="86" y="166"/>
                    <a:pt x="102" y="169"/>
                    <a:pt x="102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9" name="Freeform 188">
              <a:extLst>
                <a:ext uri="{FF2B5EF4-FFF2-40B4-BE49-F238E27FC236}">
                  <a16:creationId xmlns:a16="http://schemas.microsoft.com/office/drawing/2014/main" id="{804AF353-8668-45B8-8021-B49D0EA61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023"/>
              <a:ext cx="175" cy="219"/>
            </a:xfrm>
            <a:custGeom>
              <a:avLst/>
              <a:gdLst>
                <a:gd name="T0" fmla="*/ 0 w 177"/>
                <a:gd name="T1" fmla="*/ 0 h 223"/>
                <a:gd name="T2" fmla="*/ 63 w 177"/>
                <a:gd name="T3" fmla="*/ 57 h 223"/>
                <a:gd name="T4" fmla="*/ 73 w 177"/>
                <a:gd name="T5" fmla="*/ 131 h 223"/>
                <a:gd name="T6" fmla="*/ 113 w 177"/>
                <a:gd name="T7" fmla="*/ 182 h 223"/>
                <a:gd name="T8" fmla="*/ 171 w 177"/>
                <a:gd name="T9" fmla="*/ 211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23">
                  <a:moveTo>
                    <a:pt x="0" y="0"/>
                  </a:moveTo>
                  <a:cubicBezTo>
                    <a:pt x="24" y="17"/>
                    <a:pt x="51" y="33"/>
                    <a:pt x="66" y="60"/>
                  </a:cubicBezTo>
                  <a:cubicBezTo>
                    <a:pt x="77" y="80"/>
                    <a:pt x="69" y="116"/>
                    <a:pt x="76" y="137"/>
                  </a:cubicBezTo>
                  <a:cubicBezTo>
                    <a:pt x="83" y="160"/>
                    <a:pt x="100" y="174"/>
                    <a:pt x="116" y="191"/>
                  </a:cubicBezTo>
                  <a:cubicBezTo>
                    <a:pt x="135" y="211"/>
                    <a:pt x="155" y="217"/>
                    <a:pt x="177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0" name="Freeform 189">
              <a:extLst>
                <a:ext uri="{FF2B5EF4-FFF2-40B4-BE49-F238E27FC236}">
                  <a16:creationId xmlns:a16="http://schemas.microsoft.com/office/drawing/2014/main" id="{63E9ABE3-326B-4C69-A354-65EB2546E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953"/>
              <a:ext cx="95" cy="113"/>
            </a:xfrm>
            <a:custGeom>
              <a:avLst/>
              <a:gdLst>
                <a:gd name="T0" fmla="*/ 0 w 96"/>
                <a:gd name="T1" fmla="*/ 27 h 115"/>
                <a:gd name="T2" fmla="*/ 2 w 96"/>
                <a:gd name="T3" fmla="*/ 28 h 115"/>
                <a:gd name="T4" fmla="*/ 10 w 96"/>
                <a:gd name="T5" fmla="*/ 36 h 115"/>
                <a:gd name="T6" fmla="*/ 33 w 96"/>
                <a:gd name="T7" fmla="*/ 56 h 115"/>
                <a:gd name="T8" fmla="*/ 58 w 96"/>
                <a:gd name="T9" fmla="*/ 81 h 115"/>
                <a:gd name="T10" fmla="*/ 71 w 96"/>
                <a:gd name="T11" fmla="*/ 107 h 115"/>
                <a:gd name="T12" fmla="*/ 85 w 96"/>
                <a:gd name="T13" fmla="*/ 85 h 115"/>
                <a:gd name="T14" fmla="*/ 89 w 96"/>
                <a:gd name="T15" fmla="*/ 56 h 115"/>
                <a:gd name="T16" fmla="*/ 85 w 96"/>
                <a:gd name="T17" fmla="*/ 11 h 115"/>
                <a:gd name="T18" fmla="*/ 76 w 96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15">
                  <a:moveTo>
                    <a:pt x="0" y="27"/>
                  </a:moveTo>
                  <a:cubicBezTo>
                    <a:pt x="0" y="26"/>
                    <a:pt x="0" y="27"/>
                    <a:pt x="2" y="29"/>
                  </a:cubicBezTo>
                  <a:cubicBezTo>
                    <a:pt x="5" y="32"/>
                    <a:pt x="8" y="36"/>
                    <a:pt x="10" y="39"/>
                  </a:cubicBezTo>
                  <a:cubicBezTo>
                    <a:pt x="17" y="47"/>
                    <a:pt x="24" y="53"/>
                    <a:pt x="33" y="59"/>
                  </a:cubicBezTo>
                  <a:cubicBezTo>
                    <a:pt x="43" y="65"/>
                    <a:pt x="55" y="74"/>
                    <a:pt x="61" y="84"/>
                  </a:cubicBezTo>
                  <a:cubicBezTo>
                    <a:pt x="65" y="92"/>
                    <a:pt x="61" y="115"/>
                    <a:pt x="74" y="113"/>
                  </a:cubicBezTo>
                  <a:cubicBezTo>
                    <a:pt x="83" y="111"/>
                    <a:pt x="87" y="97"/>
                    <a:pt x="88" y="90"/>
                  </a:cubicBezTo>
                  <a:cubicBezTo>
                    <a:pt x="91" y="79"/>
                    <a:pt x="92" y="70"/>
                    <a:pt x="92" y="59"/>
                  </a:cubicBezTo>
                  <a:cubicBezTo>
                    <a:pt x="92" y="42"/>
                    <a:pt x="96" y="25"/>
                    <a:pt x="88" y="11"/>
                  </a:cubicBezTo>
                  <a:cubicBezTo>
                    <a:pt x="85" y="7"/>
                    <a:pt x="82" y="4"/>
                    <a:pt x="79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1" name="Freeform 190">
              <a:extLst>
                <a:ext uri="{FF2B5EF4-FFF2-40B4-BE49-F238E27FC236}">
                  <a16:creationId xmlns:a16="http://schemas.microsoft.com/office/drawing/2014/main" id="{A592E1A7-B566-4247-92FE-4114FC8A5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968"/>
              <a:ext cx="27" cy="54"/>
            </a:xfrm>
            <a:custGeom>
              <a:avLst/>
              <a:gdLst>
                <a:gd name="T0" fmla="*/ 0 w 28"/>
                <a:gd name="T1" fmla="*/ 39 h 55"/>
                <a:gd name="T2" fmla="*/ 25 w 28"/>
                <a:gd name="T3" fmla="*/ 25 h 55"/>
                <a:gd name="T4" fmla="*/ 14 w 28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5">
                  <a:moveTo>
                    <a:pt x="0" y="42"/>
                  </a:moveTo>
                  <a:cubicBezTo>
                    <a:pt x="12" y="55"/>
                    <a:pt x="27" y="38"/>
                    <a:pt x="28" y="25"/>
                  </a:cubicBezTo>
                  <a:cubicBezTo>
                    <a:pt x="28" y="15"/>
                    <a:pt x="23" y="6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2" name="Freeform 191">
              <a:extLst>
                <a:ext uri="{FF2B5EF4-FFF2-40B4-BE49-F238E27FC236}">
                  <a16:creationId xmlns:a16="http://schemas.microsoft.com/office/drawing/2014/main" id="{F831B962-01B0-4DC9-A661-FDFE3B2F3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039"/>
              <a:ext cx="45" cy="12"/>
            </a:xfrm>
            <a:custGeom>
              <a:avLst/>
              <a:gdLst>
                <a:gd name="T0" fmla="*/ 0 w 46"/>
                <a:gd name="T1" fmla="*/ 0 h 13"/>
                <a:gd name="T2" fmla="*/ 26 w 46"/>
                <a:gd name="T3" fmla="*/ 6 h 13"/>
                <a:gd name="T4" fmla="*/ 43 w 46"/>
                <a:gd name="T5" fmla="*/ 1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0" y="0"/>
                  </a:moveTo>
                  <a:cubicBezTo>
                    <a:pt x="5" y="7"/>
                    <a:pt x="21" y="7"/>
                    <a:pt x="29" y="6"/>
                  </a:cubicBezTo>
                  <a:cubicBezTo>
                    <a:pt x="33" y="6"/>
                    <a:pt x="44" y="9"/>
                    <a:pt x="46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3" name="Freeform 192">
              <a:extLst>
                <a:ext uri="{FF2B5EF4-FFF2-40B4-BE49-F238E27FC236}">
                  <a16:creationId xmlns:a16="http://schemas.microsoft.com/office/drawing/2014/main" id="{5FA3DF5D-ADC9-4E3C-AEF5-E018E04D5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181"/>
              <a:ext cx="293" cy="203"/>
            </a:xfrm>
            <a:custGeom>
              <a:avLst/>
              <a:gdLst>
                <a:gd name="T0" fmla="*/ 0 w 297"/>
                <a:gd name="T1" fmla="*/ 0 h 206"/>
                <a:gd name="T2" fmla="*/ 81 w 297"/>
                <a:gd name="T3" fmla="*/ 73 h 206"/>
                <a:gd name="T4" fmla="*/ 285 w 297"/>
                <a:gd name="T5" fmla="*/ 197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7" h="206">
                  <a:moveTo>
                    <a:pt x="0" y="0"/>
                  </a:moveTo>
                  <a:cubicBezTo>
                    <a:pt x="0" y="0"/>
                    <a:pt x="28" y="36"/>
                    <a:pt x="84" y="76"/>
                  </a:cubicBezTo>
                  <a:cubicBezTo>
                    <a:pt x="171" y="138"/>
                    <a:pt x="238" y="121"/>
                    <a:pt x="297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4" name="Freeform 193">
              <a:extLst>
                <a:ext uri="{FF2B5EF4-FFF2-40B4-BE49-F238E27FC236}">
                  <a16:creationId xmlns:a16="http://schemas.microsoft.com/office/drawing/2014/main" id="{64265312-D62C-4666-A7FE-BEFC4033A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229"/>
              <a:ext cx="336" cy="243"/>
            </a:xfrm>
            <a:custGeom>
              <a:avLst/>
              <a:gdLst>
                <a:gd name="T0" fmla="*/ 0 w 341"/>
                <a:gd name="T1" fmla="*/ 0 h 247"/>
                <a:gd name="T2" fmla="*/ 133 w 341"/>
                <a:gd name="T3" fmla="*/ 96 h 247"/>
                <a:gd name="T4" fmla="*/ 326 w 341"/>
                <a:gd name="T5" fmla="*/ 235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1" h="247">
                  <a:moveTo>
                    <a:pt x="0" y="0"/>
                  </a:moveTo>
                  <a:cubicBezTo>
                    <a:pt x="0" y="0"/>
                    <a:pt x="43" y="59"/>
                    <a:pt x="139" y="102"/>
                  </a:cubicBezTo>
                  <a:cubicBezTo>
                    <a:pt x="235" y="145"/>
                    <a:pt x="302" y="171"/>
                    <a:pt x="341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5" name="Freeform 194">
              <a:extLst>
                <a:ext uri="{FF2B5EF4-FFF2-40B4-BE49-F238E27FC236}">
                  <a16:creationId xmlns:a16="http://schemas.microsoft.com/office/drawing/2014/main" id="{274E0599-5EBD-4B05-AB96-8F8C6F068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292"/>
              <a:ext cx="295" cy="164"/>
            </a:xfrm>
            <a:custGeom>
              <a:avLst/>
              <a:gdLst>
                <a:gd name="T0" fmla="*/ 0 w 299"/>
                <a:gd name="T1" fmla="*/ 0 h 167"/>
                <a:gd name="T2" fmla="*/ 109 w 299"/>
                <a:gd name="T3" fmla="*/ 61 h 167"/>
                <a:gd name="T4" fmla="*/ 287 w 299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67">
                  <a:moveTo>
                    <a:pt x="0" y="0"/>
                  </a:moveTo>
                  <a:cubicBezTo>
                    <a:pt x="0" y="0"/>
                    <a:pt x="30" y="36"/>
                    <a:pt x="112" y="64"/>
                  </a:cubicBezTo>
                  <a:cubicBezTo>
                    <a:pt x="195" y="91"/>
                    <a:pt x="274" y="129"/>
                    <a:pt x="299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6" name="Freeform 195">
              <a:extLst>
                <a:ext uri="{FF2B5EF4-FFF2-40B4-BE49-F238E27FC236}">
                  <a16:creationId xmlns:a16="http://schemas.microsoft.com/office/drawing/2014/main" id="{61F5D3F2-CE5E-4D34-9780-9CDFC001C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329"/>
              <a:ext cx="294" cy="186"/>
            </a:xfrm>
            <a:custGeom>
              <a:avLst/>
              <a:gdLst>
                <a:gd name="T0" fmla="*/ 0 w 298"/>
                <a:gd name="T1" fmla="*/ 0 h 190"/>
                <a:gd name="T2" fmla="*/ 74 w 298"/>
                <a:gd name="T3" fmla="*/ 45 h 190"/>
                <a:gd name="T4" fmla="*/ 286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0" y="0"/>
                  </a:moveTo>
                  <a:cubicBezTo>
                    <a:pt x="0" y="0"/>
                    <a:pt x="24" y="34"/>
                    <a:pt x="77" y="48"/>
                  </a:cubicBezTo>
                  <a:cubicBezTo>
                    <a:pt x="130" y="61"/>
                    <a:pt x="271" y="117"/>
                    <a:pt x="298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7" name="Freeform 196">
              <a:extLst>
                <a:ext uri="{FF2B5EF4-FFF2-40B4-BE49-F238E27FC236}">
                  <a16:creationId xmlns:a16="http://schemas.microsoft.com/office/drawing/2014/main" id="{374532B1-2275-423A-9722-8C318C90D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388"/>
              <a:ext cx="289" cy="176"/>
            </a:xfrm>
            <a:custGeom>
              <a:avLst/>
              <a:gdLst>
                <a:gd name="T0" fmla="*/ 0 w 293"/>
                <a:gd name="T1" fmla="*/ 0 h 179"/>
                <a:gd name="T2" fmla="*/ 74 w 293"/>
                <a:gd name="T3" fmla="*/ 40 h 179"/>
                <a:gd name="T4" fmla="*/ 281 w 293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3" h="179">
                  <a:moveTo>
                    <a:pt x="0" y="0"/>
                  </a:moveTo>
                  <a:cubicBezTo>
                    <a:pt x="0" y="0"/>
                    <a:pt x="9" y="24"/>
                    <a:pt x="77" y="43"/>
                  </a:cubicBezTo>
                  <a:cubicBezTo>
                    <a:pt x="146" y="61"/>
                    <a:pt x="260" y="112"/>
                    <a:pt x="293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8" name="Freeform 197">
              <a:extLst>
                <a:ext uri="{FF2B5EF4-FFF2-40B4-BE49-F238E27FC236}">
                  <a16:creationId xmlns:a16="http://schemas.microsoft.com/office/drawing/2014/main" id="{D55C91EE-B5A6-430C-B99B-CFE2D8BBC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454"/>
              <a:ext cx="274" cy="160"/>
            </a:xfrm>
            <a:custGeom>
              <a:avLst/>
              <a:gdLst>
                <a:gd name="T0" fmla="*/ 0 w 278"/>
                <a:gd name="T1" fmla="*/ 0 h 162"/>
                <a:gd name="T2" fmla="*/ 88 w 278"/>
                <a:gd name="T3" fmla="*/ 38 h 162"/>
                <a:gd name="T4" fmla="*/ 266 w 278"/>
                <a:gd name="T5" fmla="*/ 156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62">
                  <a:moveTo>
                    <a:pt x="0" y="0"/>
                  </a:moveTo>
                  <a:cubicBezTo>
                    <a:pt x="0" y="0"/>
                    <a:pt x="52" y="30"/>
                    <a:pt x="91" y="38"/>
                  </a:cubicBezTo>
                  <a:cubicBezTo>
                    <a:pt x="129" y="45"/>
                    <a:pt x="231" y="84"/>
                    <a:pt x="278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9" name="Freeform 198">
              <a:extLst>
                <a:ext uri="{FF2B5EF4-FFF2-40B4-BE49-F238E27FC236}">
                  <a16:creationId xmlns:a16="http://schemas.microsoft.com/office/drawing/2014/main" id="{7D12F616-B6F1-4A26-BF11-40A15693F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03"/>
              <a:ext cx="278" cy="168"/>
            </a:xfrm>
            <a:custGeom>
              <a:avLst/>
              <a:gdLst>
                <a:gd name="T0" fmla="*/ 0 w 283"/>
                <a:gd name="T1" fmla="*/ 0 h 171"/>
                <a:gd name="T2" fmla="*/ 21 w 283"/>
                <a:gd name="T3" fmla="*/ 16 h 171"/>
                <a:gd name="T4" fmla="*/ 63 w 283"/>
                <a:gd name="T5" fmla="*/ 34 h 171"/>
                <a:gd name="T6" fmla="*/ 139 w 283"/>
                <a:gd name="T7" fmla="*/ 61 h 171"/>
                <a:gd name="T8" fmla="*/ 268 w 283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3" h="171">
                  <a:moveTo>
                    <a:pt x="0" y="0"/>
                  </a:moveTo>
                  <a:cubicBezTo>
                    <a:pt x="7" y="4"/>
                    <a:pt x="14" y="11"/>
                    <a:pt x="21" y="16"/>
                  </a:cubicBezTo>
                  <a:cubicBezTo>
                    <a:pt x="35" y="26"/>
                    <a:pt x="50" y="31"/>
                    <a:pt x="66" y="37"/>
                  </a:cubicBezTo>
                  <a:cubicBezTo>
                    <a:pt x="93" y="47"/>
                    <a:pt x="120" y="53"/>
                    <a:pt x="147" y="64"/>
                  </a:cubicBezTo>
                  <a:cubicBezTo>
                    <a:pt x="239" y="98"/>
                    <a:pt x="253" y="145"/>
                    <a:pt x="283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0" name="Freeform 199">
              <a:extLst>
                <a:ext uri="{FF2B5EF4-FFF2-40B4-BE49-F238E27FC236}">
                  <a16:creationId xmlns:a16="http://schemas.microsoft.com/office/drawing/2014/main" id="{51C51088-F2C3-4276-B436-BF4774A30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57"/>
              <a:ext cx="268" cy="160"/>
            </a:xfrm>
            <a:custGeom>
              <a:avLst/>
              <a:gdLst>
                <a:gd name="T0" fmla="*/ 0 w 272"/>
                <a:gd name="T1" fmla="*/ 0 h 163"/>
                <a:gd name="T2" fmla="*/ 130 w 272"/>
                <a:gd name="T3" fmla="*/ 46 h 163"/>
                <a:gd name="T4" fmla="*/ 260 w 272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2" h="163">
                  <a:moveTo>
                    <a:pt x="0" y="0"/>
                  </a:moveTo>
                  <a:cubicBezTo>
                    <a:pt x="29" y="39"/>
                    <a:pt x="94" y="33"/>
                    <a:pt x="136" y="49"/>
                  </a:cubicBezTo>
                  <a:cubicBezTo>
                    <a:pt x="226" y="85"/>
                    <a:pt x="247" y="139"/>
                    <a:pt x="272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1" name="Freeform 200">
              <a:extLst>
                <a:ext uri="{FF2B5EF4-FFF2-40B4-BE49-F238E27FC236}">
                  <a16:creationId xmlns:a16="http://schemas.microsoft.com/office/drawing/2014/main" id="{461B636B-FE44-4A22-B332-799B79B32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598"/>
              <a:ext cx="273" cy="172"/>
            </a:xfrm>
            <a:custGeom>
              <a:avLst/>
              <a:gdLst>
                <a:gd name="T0" fmla="*/ 0 w 278"/>
                <a:gd name="T1" fmla="*/ 0 h 175"/>
                <a:gd name="T2" fmla="*/ 135 w 278"/>
                <a:gd name="T3" fmla="*/ 74 h 175"/>
                <a:gd name="T4" fmla="*/ 263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0" y="0"/>
                  </a:moveTo>
                  <a:cubicBezTo>
                    <a:pt x="21" y="52"/>
                    <a:pt x="96" y="62"/>
                    <a:pt x="142" y="77"/>
                  </a:cubicBezTo>
                  <a:cubicBezTo>
                    <a:pt x="229" y="105"/>
                    <a:pt x="264" y="165"/>
                    <a:pt x="278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2" name="Freeform 201">
              <a:extLst>
                <a:ext uri="{FF2B5EF4-FFF2-40B4-BE49-F238E27FC236}">
                  <a16:creationId xmlns:a16="http://schemas.microsoft.com/office/drawing/2014/main" id="{C628C018-E1C0-4387-9797-0748646A2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656"/>
              <a:ext cx="268" cy="187"/>
            </a:xfrm>
            <a:custGeom>
              <a:avLst/>
              <a:gdLst>
                <a:gd name="T0" fmla="*/ 2 w 273"/>
                <a:gd name="T1" fmla="*/ 2 h 190"/>
                <a:gd name="T2" fmla="*/ 0 w 273"/>
                <a:gd name="T3" fmla="*/ 2 h 190"/>
                <a:gd name="T4" fmla="*/ 134 w 273"/>
                <a:gd name="T5" fmla="*/ 77 h 190"/>
                <a:gd name="T6" fmla="*/ 258 w 273"/>
                <a:gd name="T7" fmla="*/ 181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190">
                  <a:moveTo>
                    <a:pt x="2" y="2"/>
                  </a:moveTo>
                  <a:cubicBezTo>
                    <a:pt x="1" y="2"/>
                    <a:pt x="0" y="0"/>
                    <a:pt x="0" y="2"/>
                  </a:cubicBezTo>
                  <a:cubicBezTo>
                    <a:pt x="32" y="48"/>
                    <a:pt x="99" y="49"/>
                    <a:pt x="143" y="80"/>
                  </a:cubicBezTo>
                  <a:cubicBezTo>
                    <a:pt x="175" y="102"/>
                    <a:pt x="259" y="152"/>
                    <a:pt x="273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3" name="Freeform 202">
              <a:extLst>
                <a:ext uri="{FF2B5EF4-FFF2-40B4-BE49-F238E27FC236}">
                  <a16:creationId xmlns:a16="http://schemas.microsoft.com/office/drawing/2014/main" id="{BF51823F-C2E3-4EA5-BCDA-A9E7ACA9A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724"/>
              <a:ext cx="246" cy="174"/>
            </a:xfrm>
            <a:custGeom>
              <a:avLst/>
              <a:gdLst>
                <a:gd name="T0" fmla="*/ 0 w 250"/>
                <a:gd name="T1" fmla="*/ 0 h 177"/>
                <a:gd name="T2" fmla="*/ 122 w 250"/>
                <a:gd name="T3" fmla="*/ 82 h 177"/>
                <a:gd name="T4" fmla="*/ 238 w 250"/>
                <a:gd name="T5" fmla="*/ 168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77">
                  <a:moveTo>
                    <a:pt x="0" y="0"/>
                  </a:moveTo>
                  <a:cubicBezTo>
                    <a:pt x="26" y="41"/>
                    <a:pt x="86" y="61"/>
                    <a:pt x="128" y="85"/>
                  </a:cubicBezTo>
                  <a:cubicBezTo>
                    <a:pt x="167" y="109"/>
                    <a:pt x="221" y="141"/>
                    <a:pt x="25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4" name="Freeform 203">
              <a:extLst>
                <a:ext uri="{FF2B5EF4-FFF2-40B4-BE49-F238E27FC236}">
                  <a16:creationId xmlns:a16="http://schemas.microsoft.com/office/drawing/2014/main" id="{4DE22E7D-604D-4FD1-8653-9643DDAB2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788"/>
              <a:ext cx="224" cy="161"/>
            </a:xfrm>
            <a:custGeom>
              <a:avLst/>
              <a:gdLst>
                <a:gd name="T0" fmla="*/ 0 w 227"/>
                <a:gd name="T1" fmla="*/ 0 h 164"/>
                <a:gd name="T2" fmla="*/ 17 w 227"/>
                <a:gd name="T3" fmla="*/ 18 h 164"/>
                <a:gd name="T4" fmla="*/ 46 w 227"/>
                <a:gd name="T5" fmla="*/ 44 h 164"/>
                <a:gd name="T6" fmla="*/ 112 w 227"/>
                <a:gd name="T7" fmla="*/ 79 h 164"/>
                <a:gd name="T8" fmla="*/ 218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0" y="0"/>
                  </a:moveTo>
                  <a:cubicBezTo>
                    <a:pt x="4" y="2"/>
                    <a:pt x="12" y="13"/>
                    <a:pt x="17" y="18"/>
                  </a:cubicBezTo>
                  <a:cubicBezTo>
                    <a:pt x="26" y="29"/>
                    <a:pt x="37" y="38"/>
                    <a:pt x="49" y="47"/>
                  </a:cubicBezTo>
                  <a:cubicBezTo>
                    <a:pt x="69" y="62"/>
                    <a:pt x="94" y="71"/>
                    <a:pt x="117" y="82"/>
                  </a:cubicBezTo>
                  <a:cubicBezTo>
                    <a:pt x="159" y="103"/>
                    <a:pt x="197" y="127"/>
                    <a:pt x="227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5" name="Freeform 204">
              <a:extLst>
                <a:ext uri="{FF2B5EF4-FFF2-40B4-BE49-F238E27FC236}">
                  <a16:creationId xmlns:a16="http://schemas.microsoft.com/office/drawing/2014/main" id="{B161A3A7-7E1A-4A56-AADA-D1C045AAE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836"/>
              <a:ext cx="221" cy="178"/>
            </a:xfrm>
            <a:custGeom>
              <a:avLst/>
              <a:gdLst>
                <a:gd name="T0" fmla="*/ 0 w 224"/>
                <a:gd name="T1" fmla="*/ 0 h 181"/>
                <a:gd name="T2" fmla="*/ 47 w 224"/>
                <a:gd name="T3" fmla="*/ 58 h 181"/>
                <a:gd name="T4" fmla="*/ 121 w 224"/>
                <a:gd name="T5" fmla="*/ 101 h 181"/>
                <a:gd name="T6" fmla="*/ 154 w 224"/>
                <a:gd name="T7" fmla="*/ 132 h 181"/>
                <a:gd name="T8" fmla="*/ 187 w 224"/>
                <a:gd name="T9" fmla="*/ 153 h 181"/>
                <a:gd name="T10" fmla="*/ 215 w 224"/>
                <a:gd name="T11" fmla="*/ 172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181">
                  <a:moveTo>
                    <a:pt x="0" y="0"/>
                  </a:moveTo>
                  <a:cubicBezTo>
                    <a:pt x="11" y="23"/>
                    <a:pt x="30" y="45"/>
                    <a:pt x="50" y="61"/>
                  </a:cubicBezTo>
                  <a:cubicBezTo>
                    <a:pt x="74" y="79"/>
                    <a:pt x="104" y="88"/>
                    <a:pt x="127" y="107"/>
                  </a:cubicBezTo>
                  <a:cubicBezTo>
                    <a:pt x="139" y="117"/>
                    <a:pt x="148" y="129"/>
                    <a:pt x="160" y="138"/>
                  </a:cubicBezTo>
                  <a:cubicBezTo>
                    <a:pt x="172" y="146"/>
                    <a:pt x="184" y="153"/>
                    <a:pt x="196" y="162"/>
                  </a:cubicBezTo>
                  <a:cubicBezTo>
                    <a:pt x="206" y="170"/>
                    <a:pt x="220" y="173"/>
                    <a:pt x="224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6" name="Freeform 205">
              <a:extLst>
                <a:ext uri="{FF2B5EF4-FFF2-40B4-BE49-F238E27FC236}">
                  <a16:creationId xmlns:a16="http://schemas.microsoft.com/office/drawing/2014/main" id="{0C021DE3-0771-49A6-B660-C7C64A07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906"/>
              <a:ext cx="245" cy="255"/>
            </a:xfrm>
            <a:custGeom>
              <a:avLst/>
              <a:gdLst>
                <a:gd name="T0" fmla="*/ 4 w 249"/>
                <a:gd name="T1" fmla="*/ 0 h 260"/>
                <a:gd name="T2" fmla="*/ 6 w 249"/>
                <a:gd name="T3" fmla="*/ 5 h 260"/>
                <a:gd name="T4" fmla="*/ 22 w 249"/>
                <a:gd name="T5" fmla="*/ 26 h 260"/>
                <a:gd name="T6" fmla="*/ 56 w 249"/>
                <a:gd name="T7" fmla="*/ 57 h 260"/>
                <a:gd name="T8" fmla="*/ 128 w 249"/>
                <a:gd name="T9" fmla="*/ 122 h 260"/>
                <a:gd name="T10" fmla="*/ 189 w 249"/>
                <a:gd name="T11" fmla="*/ 191 h 260"/>
                <a:gd name="T12" fmla="*/ 237 w 249"/>
                <a:gd name="T13" fmla="*/ 245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60">
                  <a:moveTo>
                    <a:pt x="4" y="0"/>
                  </a:moveTo>
                  <a:cubicBezTo>
                    <a:pt x="0" y="0"/>
                    <a:pt x="4" y="2"/>
                    <a:pt x="6" y="5"/>
                  </a:cubicBezTo>
                  <a:cubicBezTo>
                    <a:pt x="10" y="13"/>
                    <a:pt x="16" y="20"/>
                    <a:pt x="22" y="26"/>
                  </a:cubicBezTo>
                  <a:cubicBezTo>
                    <a:pt x="33" y="39"/>
                    <a:pt x="46" y="49"/>
                    <a:pt x="59" y="60"/>
                  </a:cubicBezTo>
                  <a:cubicBezTo>
                    <a:pt x="86" y="81"/>
                    <a:pt x="112" y="102"/>
                    <a:pt x="134" y="128"/>
                  </a:cubicBezTo>
                  <a:cubicBezTo>
                    <a:pt x="156" y="154"/>
                    <a:pt x="172" y="181"/>
                    <a:pt x="198" y="203"/>
                  </a:cubicBezTo>
                  <a:cubicBezTo>
                    <a:pt x="217" y="220"/>
                    <a:pt x="239" y="236"/>
                    <a:pt x="249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7" name="Freeform 206">
              <a:extLst>
                <a:ext uri="{FF2B5EF4-FFF2-40B4-BE49-F238E27FC236}">
                  <a16:creationId xmlns:a16="http://schemas.microsoft.com/office/drawing/2014/main" id="{B1535ED6-B806-488F-A842-A0C4FA1A8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058"/>
              <a:ext cx="146" cy="61"/>
            </a:xfrm>
            <a:custGeom>
              <a:avLst/>
              <a:gdLst>
                <a:gd name="T0" fmla="*/ 0 w 148"/>
                <a:gd name="T1" fmla="*/ 0 h 62"/>
                <a:gd name="T2" fmla="*/ 60 w 148"/>
                <a:gd name="T3" fmla="*/ 31 h 62"/>
                <a:gd name="T4" fmla="*/ 142 w 148"/>
                <a:gd name="T5" fmla="*/ 59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62">
                  <a:moveTo>
                    <a:pt x="0" y="0"/>
                  </a:moveTo>
                  <a:cubicBezTo>
                    <a:pt x="20" y="18"/>
                    <a:pt x="36" y="25"/>
                    <a:pt x="63" y="31"/>
                  </a:cubicBezTo>
                  <a:cubicBezTo>
                    <a:pt x="89" y="38"/>
                    <a:pt x="128" y="41"/>
                    <a:pt x="148" y="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8" name="Freeform 207">
              <a:extLst>
                <a:ext uri="{FF2B5EF4-FFF2-40B4-BE49-F238E27FC236}">
                  <a16:creationId xmlns:a16="http://schemas.microsoft.com/office/drawing/2014/main" id="{9B5056C0-5CA0-42B5-983C-34418993F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977"/>
              <a:ext cx="182" cy="204"/>
            </a:xfrm>
            <a:custGeom>
              <a:avLst/>
              <a:gdLst>
                <a:gd name="T0" fmla="*/ 0 w 184"/>
                <a:gd name="T1" fmla="*/ 1 h 207"/>
                <a:gd name="T2" fmla="*/ 9 w 184"/>
                <a:gd name="T3" fmla="*/ 25 h 207"/>
                <a:gd name="T4" fmla="*/ 32 w 184"/>
                <a:gd name="T5" fmla="*/ 59 h 207"/>
                <a:gd name="T6" fmla="*/ 77 w 184"/>
                <a:gd name="T7" fmla="*/ 106 h 207"/>
                <a:gd name="T8" fmla="*/ 135 w 184"/>
                <a:gd name="T9" fmla="*/ 148 h 207"/>
                <a:gd name="T10" fmla="*/ 178 w 184"/>
                <a:gd name="T11" fmla="*/ 198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207">
                  <a:moveTo>
                    <a:pt x="0" y="1"/>
                  </a:moveTo>
                  <a:cubicBezTo>
                    <a:pt x="0" y="0"/>
                    <a:pt x="6" y="19"/>
                    <a:pt x="9" y="25"/>
                  </a:cubicBezTo>
                  <a:cubicBezTo>
                    <a:pt x="16" y="38"/>
                    <a:pt x="24" y="51"/>
                    <a:pt x="32" y="62"/>
                  </a:cubicBezTo>
                  <a:cubicBezTo>
                    <a:pt x="46" y="82"/>
                    <a:pt x="61" y="98"/>
                    <a:pt x="80" y="112"/>
                  </a:cubicBezTo>
                  <a:cubicBezTo>
                    <a:pt x="99" y="126"/>
                    <a:pt x="121" y="137"/>
                    <a:pt x="138" y="154"/>
                  </a:cubicBezTo>
                  <a:cubicBezTo>
                    <a:pt x="152" y="168"/>
                    <a:pt x="177" y="193"/>
                    <a:pt x="184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9" name="Freeform 208">
              <a:extLst>
                <a:ext uri="{FF2B5EF4-FFF2-40B4-BE49-F238E27FC236}">
                  <a16:creationId xmlns:a16="http://schemas.microsoft.com/office/drawing/2014/main" id="{D01FB914-0AEF-4300-96B5-F65EC45CB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060"/>
              <a:ext cx="57" cy="125"/>
            </a:xfrm>
            <a:custGeom>
              <a:avLst/>
              <a:gdLst>
                <a:gd name="T0" fmla="*/ 0 w 58"/>
                <a:gd name="T1" fmla="*/ 0 h 127"/>
                <a:gd name="T2" fmla="*/ 20 w 58"/>
                <a:gd name="T3" fmla="*/ 31 h 127"/>
                <a:gd name="T4" fmla="*/ 31 w 58"/>
                <a:gd name="T5" fmla="*/ 64 h 127"/>
                <a:gd name="T6" fmla="*/ 55 w 58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7">
                  <a:moveTo>
                    <a:pt x="0" y="0"/>
                  </a:moveTo>
                  <a:cubicBezTo>
                    <a:pt x="3" y="11"/>
                    <a:pt x="14" y="22"/>
                    <a:pt x="20" y="31"/>
                  </a:cubicBezTo>
                  <a:cubicBezTo>
                    <a:pt x="27" y="42"/>
                    <a:pt x="30" y="55"/>
                    <a:pt x="34" y="67"/>
                  </a:cubicBezTo>
                  <a:cubicBezTo>
                    <a:pt x="40" y="89"/>
                    <a:pt x="47" y="112"/>
                    <a:pt x="58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0" name="Freeform 209">
              <a:extLst>
                <a:ext uri="{FF2B5EF4-FFF2-40B4-BE49-F238E27FC236}">
                  <a16:creationId xmlns:a16="http://schemas.microsoft.com/office/drawing/2014/main" id="{CC5FF984-60E8-4ECC-BD87-8C70E634D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070"/>
              <a:ext cx="175" cy="189"/>
            </a:xfrm>
            <a:custGeom>
              <a:avLst/>
              <a:gdLst>
                <a:gd name="T0" fmla="*/ 0 w 178"/>
                <a:gd name="T1" fmla="*/ 0 h 192"/>
                <a:gd name="T2" fmla="*/ 57 w 178"/>
                <a:gd name="T3" fmla="*/ 66 h 192"/>
                <a:gd name="T4" fmla="*/ 88 w 178"/>
                <a:gd name="T5" fmla="*/ 102 h 192"/>
                <a:gd name="T6" fmla="*/ 118 w 178"/>
                <a:gd name="T7" fmla="*/ 123 h 192"/>
                <a:gd name="T8" fmla="*/ 169 w 178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2">
                  <a:moveTo>
                    <a:pt x="0" y="0"/>
                  </a:moveTo>
                  <a:cubicBezTo>
                    <a:pt x="25" y="22"/>
                    <a:pt x="44" y="40"/>
                    <a:pt x="60" y="69"/>
                  </a:cubicBezTo>
                  <a:cubicBezTo>
                    <a:pt x="69" y="84"/>
                    <a:pt x="80" y="97"/>
                    <a:pt x="94" y="108"/>
                  </a:cubicBezTo>
                  <a:cubicBezTo>
                    <a:pt x="104" y="116"/>
                    <a:pt x="115" y="121"/>
                    <a:pt x="124" y="129"/>
                  </a:cubicBezTo>
                  <a:cubicBezTo>
                    <a:pt x="146" y="147"/>
                    <a:pt x="159" y="173"/>
                    <a:pt x="178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1" name="Freeform 210">
              <a:extLst>
                <a:ext uri="{FF2B5EF4-FFF2-40B4-BE49-F238E27FC236}">
                  <a16:creationId xmlns:a16="http://schemas.microsoft.com/office/drawing/2014/main" id="{C89663E4-B856-49E6-B673-007E87F64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120"/>
              <a:ext cx="43" cy="129"/>
            </a:xfrm>
            <a:custGeom>
              <a:avLst/>
              <a:gdLst>
                <a:gd name="T0" fmla="*/ 0 w 44"/>
                <a:gd name="T1" fmla="*/ 0 h 131"/>
                <a:gd name="T2" fmla="*/ 41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0" y="0"/>
                  </a:moveTo>
                  <a:cubicBezTo>
                    <a:pt x="14" y="46"/>
                    <a:pt x="18" y="90"/>
                    <a:pt x="44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2" name="Freeform 211">
              <a:extLst>
                <a:ext uri="{FF2B5EF4-FFF2-40B4-BE49-F238E27FC236}">
                  <a16:creationId xmlns:a16="http://schemas.microsoft.com/office/drawing/2014/main" id="{0212658C-B7D4-4D7C-AA68-F04CBCDD6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134"/>
              <a:ext cx="183" cy="267"/>
            </a:xfrm>
            <a:custGeom>
              <a:avLst/>
              <a:gdLst>
                <a:gd name="T0" fmla="*/ 0 w 185"/>
                <a:gd name="T1" fmla="*/ 0 h 272"/>
                <a:gd name="T2" fmla="*/ 78 w 185"/>
                <a:gd name="T3" fmla="*/ 103 h 272"/>
                <a:gd name="T4" fmla="*/ 136 w 185"/>
                <a:gd name="T5" fmla="*/ 181 h 272"/>
                <a:gd name="T6" fmla="*/ 160 w 185"/>
                <a:gd name="T7" fmla="*/ 226 h 272"/>
                <a:gd name="T8" fmla="*/ 173 w 185"/>
                <a:gd name="T9" fmla="*/ 246 h 272"/>
                <a:gd name="T10" fmla="*/ 177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0" y="0"/>
                  </a:moveTo>
                  <a:cubicBezTo>
                    <a:pt x="5" y="50"/>
                    <a:pt x="50" y="75"/>
                    <a:pt x="81" y="109"/>
                  </a:cubicBezTo>
                  <a:cubicBezTo>
                    <a:pt x="103" y="133"/>
                    <a:pt x="125" y="162"/>
                    <a:pt x="141" y="191"/>
                  </a:cubicBezTo>
                  <a:cubicBezTo>
                    <a:pt x="149" y="206"/>
                    <a:pt x="157" y="223"/>
                    <a:pt x="166" y="238"/>
                  </a:cubicBezTo>
                  <a:cubicBezTo>
                    <a:pt x="170" y="246"/>
                    <a:pt x="175" y="253"/>
                    <a:pt x="179" y="261"/>
                  </a:cubicBezTo>
                  <a:cubicBezTo>
                    <a:pt x="181" y="264"/>
                    <a:pt x="185" y="272"/>
                    <a:pt x="183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3" name="Freeform 212">
              <a:extLst>
                <a:ext uri="{FF2B5EF4-FFF2-40B4-BE49-F238E27FC236}">
                  <a16:creationId xmlns:a16="http://schemas.microsoft.com/office/drawing/2014/main" id="{B04B03DF-9A9D-48B4-8CEA-A3291B84C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186"/>
              <a:ext cx="192" cy="278"/>
            </a:xfrm>
            <a:custGeom>
              <a:avLst/>
              <a:gdLst>
                <a:gd name="T0" fmla="*/ 0 w 195"/>
                <a:gd name="T1" fmla="*/ 0 h 283"/>
                <a:gd name="T2" fmla="*/ 49 w 195"/>
                <a:gd name="T3" fmla="*/ 61 h 283"/>
                <a:gd name="T4" fmla="*/ 110 w 195"/>
                <a:gd name="T5" fmla="*/ 118 h 283"/>
                <a:gd name="T6" fmla="*/ 160 w 195"/>
                <a:gd name="T7" fmla="*/ 199 h 283"/>
                <a:gd name="T8" fmla="*/ 186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0" y="0"/>
                  </a:moveTo>
                  <a:cubicBezTo>
                    <a:pt x="2" y="25"/>
                    <a:pt x="35" y="49"/>
                    <a:pt x="52" y="64"/>
                  </a:cubicBezTo>
                  <a:cubicBezTo>
                    <a:pt x="74" y="83"/>
                    <a:pt x="97" y="102"/>
                    <a:pt x="116" y="124"/>
                  </a:cubicBezTo>
                  <a:cubicBezTo>
                    <a:pt x="138" y="149"/>
                    <a:pt x="156" y="180"/>
                    <a:pt x="169" y="211"/>
                  </a:cubicBezTo>
                  <a:cubicBezTo>
                    <a:pt x="178" y="233"/>
                    <a:pt x="192" y="258"/>
                    <a:pt x="195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4" name="Freeform 213">
              <a:extLst>
                <a:ext uri="{FF2B5EF4-FFF2-40B4-BE49-F238E27FC236}">
                  <a16:creationId xmlns:a16="http://schemas.microsoft.com/office/drawing/2014/main" id="{9D8E744F-9CF7-426A-AE7E-D0E98C5B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229"/>
              <a:ext cx="162" cy="164"/>
            </a:xfrm>
            <a:custGeom>
              <a:avLst/>
              <a:gdLst>
                <a:gd name="T0" fmla="*/ 0 w 164"/>
                <a:gd name="T1" fmla="*/ 0 h 167"/>
                <a:gd name="T2" fmla="*/ 40 w 164"/>
                <a:gd name="T3" fmla="*/ 36 h 167"/>
                <a:gd name="T4" fmla="*/ 97 w 164"/>
                <a:gd name="T5" fmla="*/ 71 h 167"/>
                <a:gd name="T6" fmla="*/ 158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0" y="0"/>
                  </a:moveTo>
                  <a:cubicBezTo>
                    <a:pt x="5" y="19"/>
                    <a:pt x="24" y="31"/>
                    <a:pt x="40" y="39"/>
                  </a:cubicBezTo>
                  <a:cubicBezTo>
                    <a:pt x="60" y="50"/>
                    <a:pt x="81" y="59"/>
                    <a:pt x="100" y="74"/>
                  </a:cubicBezTo>
                  <a:cubicBezTo>
                    <a:pt x="133" y="101"/>
                    <a:pt x="148" y="130"/>
                    <a:pt x="164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5" name="Freeform 214">
              <a:extLst>
                <a:ext uri="{FF2B5EF4-FFF2-40B4-BE49-F238E27FC236}">
                  <a16:creationId xmlns:a16="http://schemas.microsoft.com/office/drawing/2014/main" id="{30E79A22-4855-4428-A4CA-451033B1D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259"/>
              <a:ext cx="161" cy="135"/>
            </a:xfrm>
            <a:custGeom>
              <a:avLst/>
              <a:gdLst>
                <a:gd name="T0" fmla="*/ 2 w 164"/>
                <a:gd name="T1" fmla="*/ 0 h 138"/>
                <a:gd name="T2" fmla="*/ 18 w 164"/>
                <a:gd name="T3" fmla="*/ 19 h 138"/>
                <a:gd name="T4" fmla="*/ 47 w 164"/>
                <a:gd name="T5" fmla="*/ 34 h 138"/>
                <a:gd name="T6" fmla="*/ 104 w 164"/>
                <a:gd name="T7" fmla="*/ 62 h 138"/>
                <a:gd name="T8" fmla="*/ 155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2" y="0"/>
                  </a:moveTo>
                  <a:cubicBezTo>
                    <a:pt x="0" y="0"/>
                    <a:pt x="13" y="16"/>
                    <a:pt x="18" y="19"/>
                  </a:cubicBezTo>
                  <a:cubicBezTo>
                    <a:pt x="26" y="26"/>
                    <a:pt x="39" y="34"/>
                    <a:pt x="50" y="37"/>
                  </a:cubicBezTo>
                  <a:cubicBezTo>
                    <a:pt x="71" y="44"/>
                    <a:pt x="91" y="53"/>
                    <a:pt x="110" y="65"/>
                  </a:cubicBezTo>
                  <a:cubicBezTo>
                    <a:pt x="137" y="82"/>
                    <a:pt x="147" y="113"/>
                    <a:pt x="164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6" name="Freeform 215">
              <a:extLst>
                <a:ext uri="{FF2B5EF4-FFF2-40B4-BE49-F238E27FC236}">
                  <a16:creationId xmlns:a16="http://schemas.microsoft.com/office/drawing/2014/main" id="{2EB87861-E775-4B43-ABA1-B1D546E11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289"/>
              <a:ext cx="180" cy="129"/>
            </a:xfrm>
            <a:custGeom>
              <a:avLst/>
              <a:gdLst>
                <a:gd name="T0" fmla="*/ 0 w 182"/>
                <a:gd name="T1" fmla="*/ 0 h 131"/>
                <a:gd name="T2" fmla="*/ 57 w 182"/>
                <a:gd name="T3" fmla="*/ 33 h 131"/>
                <a:gd name="T4" fmla="*/ 118 w 182"/>
                <a:gd name="T5" fmla="*/ 62 h 131"/>
                <a:gd name="T6" fmla="*/ 176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0" y="0"/>
                  </a:moveTo>
                  <a:cubicBezTo>
                    <a:pt x="5" y="22"/>
                    <a:pt x="43" y="30"/>
                    <a:pt x="60" y="36"/>
                  </a:cubicBezTo>
                  <a:cubicBezTo>
                    <a:pt x="81" y="44"/>
                    <a:pt x="102" y="53"/>
                    <a:pt x="121" y="65"/>
                  </a:cubicBezTo>
                  <a:cubicBezTo>
                    <a:pt x="147" y="82"/>
                    <a:pt x="168" y="104"/>
                    <a:pt x="182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7" name="Freeform 216">
              <a:extLst>
                <a:ext uri="{FF2B5EF4-FFF2-40B4-BE49-F238E27FC236}">
                  <a16:creationId xmlns:a16="http://schemas.microsoft.com/office/drawing/2014/main" id="{0F94BB26-3B33-4F2B-9C5C-144C58D76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323"/>
              <a:ext cx="172" cy="74"/>
            </a:xfrm>
            <a:custGeom>
              <a:avLst/>
              <a:gdLst>
                <a:gd name="T0" fmla="*/ 0 w 175"/>
                <a:gd name="T1" fmla="*/ 0 h 76"/>
                <a:gd name="T2" fmla="*/ 52 w 175"/>
                <a:gd name="T3" fmla="*/ 22 h 76"/>
                <a:gd name="T4" fmla="*/ 101 w 175"/>
                <a:gd name="T5" fmla="*/ 32 h 76"/>
                <a:gd name="T6" fmla="*/ 166 w 175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76">
                  <a:moveTo>
                    <a:pt x="0" y="0"/>
                  </a:moveTo>
                  <a:cubicBezTo>
                    <a:pt x="16" y="17"/>
                    <a:pt x="32" y="21"/>
                    <a:pt x="55" y="25"/>
                  </a:cubicBezTo>
                  <a:cubicBezTo>
                    <a:pt x="72" y="27"/>
                    <a:pt x="89" y="32"/>
                    <a:pt x="107" y="35"/>
                  </a:cubicBezTo>
                  <a:cubicBezTo>
                    <a:pt x="134" y="40"/>
                    <a:pt x="160" y="52"/>
                    <a:pt x="175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8" name="Freeform 217">
              <a:extLst>
                <a:ext uri="{FF2B5EF4-FFF2-40B4-BE49-F238E27FC236}">
                  <a16:creationId xmlns:a16="http://schemas.microsoft.com/office/drawing/2014/main" id="{F87CF4A7-E3F0-4374-B422-097352F81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359"/>
              <a:ext cx="155" cy="794"/>
            </a:xfrm>
            <a:custGeom>
              <a:avLst/>
              <a:gdLst>
                <a:gd name="T0" fmla="*/ 24 w 157"/>
                <a:gd name="T1" fmla="*/ 765 h 808"/>
                <a:gd name="T2" fmla="*/ 0 w 157"/>
                <a:gd name="T3" fmla="*/ 9 h 808"/>
                <a:gd name="T4" fmla="*/ 12 w 157"/>
                <a:gd name="T5" fmla="*/ 0 h 808"/>
                <a:gd name="T6" fmla="*/ 32 w 157"/>
                <a:gd name="T7" fmla="*/ 766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808">
                  <a:moveTo>
                    <a:pt x="24" y="806"/>
                  </a:moveTo>
                  <a:cubicBezTo>
                    <a:pt x="149" y="140"/>
                    <a:pt x="0" y="9"/>
                    <a:pt x="0" y="9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57" y="112"/>
                    <a:pt x="32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9" name="Freeform 218">
              <a:extLst>
                <a:ext uri="{FF2B5EF4-FFF2-40B4-BE49-F238E27FC236}">
                  <a16:creationId xmlns:a16="http://schemas.microsoft.com/office/drawing/2014/main" id="{03BF3CD6-B017-4C43-A1DB-6F6AAFFFB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267"/>
              <a:ext cx="131" cy="98"/>
            </a:xfrm>
            <a:custGeom>
              <a:avLst/>
              <a:gdLst>
                <a:gd name="T0" fmla="*/ 0 w 133"/>
                <a:gd name="T1" fmla="*/ 76 h 100"/>
                <a:gd name="T2" fmla="*/ 60 w 133"/>
                <a:gd name="T3" fmla="*/ 74 h 100"/>
                <a:gd name="T4" fmla="*/ 127 w 13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00">
                  <a:moveTo>
                    <a:pt x="0" y="82"/>
                  </a:moveTo>
                  <a:cubicBezTo>
                    <a:pt x="18" y="100"/>
                    <a:pt x="45" y="98"/>
                    <a:pt x="63" y="80"/>
                  </a:cubicBezTo>
                  <a:cubicBezTo>
                    <a:pt x="89" y="54"/>
                    <a:pt x="96" y="16"/>
                    <a:pt x="13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0" name="Freeform 219">
              <a:extLst>
                <a:ext uri="{FF2B5EF4-FFF2-40B4-BE49-F238E27FC236}">
                  <a16:creationId xmlns:a16="http://schemas.microsoft.com/office/drawing/2014/main" id="{74EF6129-5E2C-42D6-9AC9-2D9C23607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248"/>
              <a:ext cx="12" cy="96"/>
            </a:xfrm>
            <a:custGeom>
              <a:avLst/>
              <a:gdLst>
                <a:gd name="T0" fmla="*/ 2 w 12"/>
                <a:gd name="T1" fmla="*/ 92 h 98"/>
                <a:gd name="T2" fmla="*/ 9 w 12"/>
                <a:gd name="T3" fmla="*/ 57 h 98"/>
                <a:gd name="T4" fmla="*/ 1 w 12"/>
                <a:gd name="T5" fmla="*/ 26 h 98"/>
                <a:gd name="T6" fmla="*/ 9 w 1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8">
                  <a:moveTo>
                    <a:pt x="2" y="98"/>
                  </a:moveTo>
                  <a:cubicBezTo>
                    <a:pt x="8" y="86"/>
                    <a:pt x="12" y="74"/>
                    <a:pt x="9" y="60"/>
                  </a:cubicBezTo>
                  <a:cubicBezTo>
                    <a:pt x="7" y="50"/>
                    <a:pt x="1" y="40"/>
                    <a:pt x="1" y="29"/>
                  </a:cubicBezTo>
                  <a:cubicBezTo>
                    <a:pt x="0" y="18"/>
                    <a:pt x="6" y="1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1" name="Freeform 220">
              <a:extLst>
                <a:ext uri="{FF2B5EF4-FFF2-40B4-BE49-F238E27FC236}">
                  <a16:creationId xmlns:a16="http://schemas.microsoft.com/office/drawing/2014/main" id="{E7039B10-AAD0-4457-B173-C33ACD745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44"/>
              <a:ext cx="102" cy="19"/>
            </a:xfrm>
            <a:custGeom>
              <a:avLst/>
              <a:gdLst>
                <a:gd name="T0" fmla="*/ 0 w 103"/>
                <a:gd name="T1" fmla="*/ 13 h 19"/>
                <a:gd name="T2" fmla="*/ 54 w 103"/>
                <a:gd name="T3" fmla="*/ 9 h 19"/>
                <a:gd name="T4" fmla="*/ 100 w 10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9">
                  <a:moveTo>
                    <a:pt x="0" y="13"/>
                  </a:moveTo>
                  <a:cubicBezTo>
                    <a:pt x="19" y="19"/>
                    <a:pt x="39" y="15"/>
                    <a:pt x="57" y="9"/>
                  </a:cubicBezTo>
                  <a:cubicBezTo>
                    <a:pt x="72" y="4"/>
                    <a:pt x="88" y="0"/>
                    <a:pt x="103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2" name="Freeform 221">
              <a:extLst>
                <a:ext uri="{FF2B5EF4-FFF2-40B4-BE49-F238E27FC236}">
                  <a16:creationId xmlns:a16="http://schemas.microsoft.com/office/drawing/2014/main" id="{46DB3189-E37F-4421-BEA2-E689105D0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143"/>
              <a:ext cx="59" cy="744"/>
            </a:xfrm>
            <a:custGeom>
              <a:avLst/>
              <a:gdLst>
                <a:gd name="T0" fmla="*/ 57 w 60"/>
                <a:gd name="T1" fmla="*/ 0 h 757"/>
                <a:gd name="T2" fmla="*/ 36 w 60"/>
                <a:gd name="T3" fmla="*/ 127 h 757"/>
                <a:gd name="T4" fmla="*/ 44 w 60"/>
                <a:gd name="T5" fmla="*/ 348 h 757"/>
                <a:gd name="T6" fmla="*/ 26 w 60"/>
                <a:gd name="T7" fmla="*/ 564 h 757"/>
                <a:gd name="T8" fmla="*/ 10 w 60"/>
                <a:gd name="T9" fmla="*/ 643 h 757"/>
                <a:gd name="T10" fmla="*/ 0 w 60"/>
                <a:gd name="T11" fmla="*/ 718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60" y="0"/>
                  </a:moveTo>
                  <a:cubicBezTo>
                    <a:pt x="43" y="40"/>
                    <a:pt x="43" y="90"/>
                    <a:pt x="39" y="133"/>
                  </a:cubicBezTo>
                  <a:cubicBezTo>
                    <a:pt x="31" y="210"/>
                    <a:pt x="43" y="289"/>
                    <a:pt x="47" y="366"/>
                  </a:cubicBezTo>
                  <a:cubicBezTo>
                    <a:pt x="51" y="444"/>
                    <a:pt x="43" y="519"/>
                    <a:pt x="26" y="594"/>
                  </a:cubicBezTo>
                  <a:cubicBezTo>
                    <a:pt x="20" y="621"/>
                    <a:pt x="15" y="649"/>
                    <a:pt x="10" y="677"/>
                  </a:cubicBezTo>
                  <a:cubicBezTo>
                    <a:pt x="6" y="702"/>
                    <a:pt x="8" y="735"/>
                    <a:pt x="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3" name="Freeform 222">
              <a:extLst>
                <a:ext uri="{FF2B5EF4-FFF2-40B4-BE49-F238E27FC236}">
                  <a16:creationId xmlns:a16="http://schemas.microsoft.com/office/drawing/2014/main" id="{8766F84D-BB60-44F2-B222-6ED497F0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140"/>
              <a:ext cx="52" cy="474"/>
            </a:xfrm>
            <a:custGeom>
              <a:avLst/>
              <a:gdLst>
                <a:gd name="T0" fmla="*/ 5 w 53"/>
                <a:gd name="T1" fmla="*/ 0 h 483"/>
                <a:gd name="T2" fmla="*/ 10 w 53"/>
                <a:gd name="T3" fmla="*/ 69 h 483"/>
                <a:gd name="T4" fmla="*/ 34 w 53"/>
                <a:gd name="T5" fmla="*/ 204 h 483"/>
                <a:gd name="T6" fmla="*/ 45 w 53"/>
                <a:gd name="T7" fmla="*/ 359 h 483"/>
                <a:gd name="T8" fmla="*/ 39 w 53"/>
                <a:gd name="T9" fmla="*/ 420 h 483"/>
                <a:gd name="T10" fmla="*/ 33 w 53"/>
                <a:gd name="T11" fmla="*/ 456 h 4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483">
                  <a:moveTo>
                    <a:pt x="5" y="0"/>
                  </a:moveTo>
                  <a:cubicBezTo>
                    <a:pt x="0" y="26"/>
                    <a:pt x="6" y="46"/>
                    <a:pt x="10" y="72"/>
                  </a:cubicBezTo>
                  <a:cubicBezTo>
                    <a:pt x="19" y="120"/>
                    <a:pt x="27" y="168"/>
                    <a:pt x="37" y="216"/>
                  </a:cubicBezTo>
                  <a:cubicBezTo>
                    <a:pt x="49" y="269"/>
                    <a:pt x="53" y="327"/>
                    <a:pt x="48" y="380"/>
                  </a:cubicBezTo>
                  <a:cubicBezTo>
                    <a:pt x="46" y="402"/>
                    <a:pt x="46" y="423"/>
                    <a:pt x="42" y="444"/>
                  </a:cubicBezTo>
                  <a:cubicBezTo>
                    <a:pt x="40" y="455"/>
                    <a:pt x="34" y="475"/>
                    <a:pt x="36" y="4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4" name="Freeform 223">
              <a:extLst>
                <a:ext uri="{FF2B5EF4-FFF2-40B4-BE49-F238E27FC236}">
                  <a16:creationId xmlns:a16="http://schemas.microsoft.com/office/drawing/2014/main" id="{1C72754D-95C1-4CFC-88E4-F3CF4C1A7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3331"/>
              <a:ext cx="88" cy="436"/>
            </a:xfrm>
            <a:custGeom>
              <a:avLst/>
              <a:gdLst>
                <a:gd name="T0" fmla="*/ 84 w 90"/>
                <a:gd name="T1" fmla="*/ 0 h 443"/>
                <a:gd name="T2" fmla="*/ 39 w 90"/>
                <a:gd name="T3" fmla="*/ 79 h 443"/>
                <a:gd name="T4" fmla="*/ 2 w 90"/>
                <a:gd name="T5" fmla="*/ 198 h 443"/>
                <a:gd name="T6" fmla="*/ 9 w 90"/>
                <a:gd name="T7" fmla="*/ 316 h 443"/>
                <a:gd name="T8" fmla="*/ 12 w 90"/>
                <a:gd name="T9" fmla="*/ 422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443">
                  <a:moveTo>
                    <a:pt x="90" y="0"/>
                  </a:moveTo>
                  <a:cubicBezTo>
                    <a:pt x="86" y="31"/>
                    <a:pt x="58" y="56"/>
                    <a:pt x="42" y="82"/>
                  </a:cubicBezTo>
                  <a:cubicBezTo>
                    <a:pt x="16" y="123"/>
                    <a:pt x="4" y="159"/>
                    <a:pt x="2" y="207"/>
                  </a:cubicBezTo>
                  <a:cubicBezTo>
                    <a:pt x="0" y="248"/>
                    <a:pt x="7" y="290"/>
                    <a:pt x="9" y="331"/>
                  </a:cubicBezTo>
                  <a:cubicBezTo>
                    <a:pt x="12" y="368"/>
                    <a:pt x="12" y="405"/>
                    <a:pt x="12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5" name="Freeform 224">
              <a:extLst>
                <a:ext uri="{FF2B5EF4-FFF2-40B4-BE49-F238E27FC236}">
                  <a16:creationId xmlns:a16="http://schemas.microsoft.com/office/drawing/2014/main" id="{D1BB98A2-1C2B-4A6B-A807-E78F35528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643"/>
              <a:ext cx="448" cy="763"/>
            </a:xfrm>
            <a:custGeom>
              <a:avLst/>
              <a:gdLst>
                <a:gd name="T0" fmla="*/ 0 w 455"/>
                <a:gd name="T1" fmla="*/ 0 h 776"/>
                <a:gd name="T2" fmla="*/ 25 w 455"/>
                <a:gd name="T3" fmla="*/ 128 h 776"/>
                <a:gd name="T4" fmla="*/ 105 w 455"/>
                <a:gd name="T5" fmla="*/ 315 h 776"/>
                <a:gd name="T6" fmla="*/ 199 w 455"/>
                <a:gd name="T7" fmla="*/ 499 h 776"/>
                <a:gd name="T8" fmla="*/ 280 w 455"/>
                <a:gd name="T9" fmla="*/ 653 h 776"/>
                <a:gd name="T10" fmla="*/ 360 w 455"/>
                <a:gd name="T11" fmla="*/ 703 h 776"/>
                <a:gd name="T12" fmla="*/ 401 w 455"/>
                <a:gd name="T13" fmla="*/ 722 h 776"/>
                <a:gd name="T14" fmla="*/ 429 w 455"/>
                <a:gd name="T15" fmla="*/ 737 h 7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5" h="776">
                  <a:moveTo>
                    <a:pt x="0" y="0"/>
                  </a:moveTo>
                  <a:cubicBezTo>
                    <a:pt x="14" y="44"/>
                    <a:pt x="17" y="88"/>
                    <a:pt x="25" y="134"/>
                  </a:cubicBezTo>
                  <a:cubicBezTo>
                    <a:pt x="38" y="204"/>
                    <a:pt x="68" y="273"/>
                    <a:pt x="111" y="331"/>
                  </a:cubicBezTo>
                  <a:cubicBezTo>
                    <a:pt x="157" y="392"/>
                    <a:pt x="182" y="455"/>
                    <a:pt x="208" y="526"/>
                  </a:cubicBezTo>
                  <a:cubicBezTo>
                    <a:pt x="227" y="580"/>
                    <a:pt x="250" y="646"/>
                    <a:pt x="293" y="687"/>
                  </a:cubicBezTo>
                  <a:cubicBezTo>
                    <a:pt x="315" y="708"/>
                    <a:pt x="350" y="723"/>
                    <a:pt x="378" y="739"/>
                  </a:cubicBezTo>
                  <a:cubicBezTo>
                    <a:pt x="392" y="746"/>
                    <a:pt x="405" y="753"/>
                    <a:pt x="419" y="759"/>
                  </a:cubicBezTo>
                  <a:cubicBezTo>
                    <a:pt x="428" y="763"/>
                    <a:pt x="455" y="771"/>
                    <a:pt x="450" y="7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6" name="Freeform 225">
              <a:extLst>
                <a:ext uri="{FF2B5EF4-FFF2-40B4-BE49-F238E27FC236}">
                  <a16:creationId xmlns:a16="http://schemas.microsoft.com/office/drawing/2014/main" id="{64BD19AF-50BF-491A-884D-D747092C2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1650"/>
              <a:ext cx="279" cy="842"/>
            </a:xfrm>
            <a:custGeom>
              <a:avLst/>
              <a:gdLst>
                <a:gd name="T0" fmla="*/ 4 w 284"/>
                <a:gd name="T1" fmla="*/ 0 h 856"/>
                <a:gd name="T2" fmla="*/ 3 w 284"/>
                <a:gd name="T3" fmla="*/ 67 h 856"/>
                <a:gd name="T4" fmla="*/ 6 w 284"/>
                <a:gd name="T5" fmla="*/ 171 h 856"/>
                <a:gd name="T6" fmla="*/ 56 w 284"/>
                <a:gd name="T7" fmla="*/ 404 h 856"/>
                <a:gd name="T8" fmla="*/ 172 w 284"/>
                <a:gd name="T9" fmla="*/ 572 h 856"/>
                <a:gd name="T10" fmla="*/ 255 w 284"/>
                <a:gd name="T11" fmla="*/ 725 h 856"/>
                <a:gd name="T12" fmla="*/ 260 w 284"/>
                <a:gd name="T13" fmla="*/ 814 h 8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4" h="856">
                  <a:moveTo>
                    <a:pt x="4" y="0"/>
                  </a:moveTo>
                  <a:cubicBezTo>
                    <a:pt x="9" y="37"/>
                    <a:pt x="0" y="48"/>
                    <a:pt x="3" y="70"/>
                  </a:cubicBezTo>
                  <a:cubicBezTo>
                    <a:pt x="6" y="106"/>
                    <a:pt x="9" y="144"/>
                    <a:pt x="6" y="180"/>
                  </a:cubicBezTo>
                  <a:cubicBezTo>
                    <a:pt x="0" y="265"/>
                    <a:pt x="12" y="352"/>
                    <a:pt x="59" y="425"/>
                  </a:cubicBezTo>
                  <a:cubicBezTo>
                    <a:pt x="98" y="485"/>
                    <a:pt x="149" y="538"/>
                    <a:pt x="181" y="602"/>
                  </a:cubicBezTo>
                  <a:cubicBezTo>
                    <a:pt x="208" y="657"/>
                    <a:pt x="249" y="703"/>
                    <a:pt x="270" y="761"/>
                  </a:cubicBezTo>
                  <a:cubicBezTo>
                    <a:pt x="279" y="785"/>
                    <a:pt x="284" y="832"/>
                    <a:pt x="275" y="85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7" name="Freeform 226">
              <a:extLst>
                <a:ext uri="{FF2B5EF4-FFF2-40B4-BE49-F238E27FC236}">
                  <a16:creationId xmlns:a16="http://schemas.microsoft.com/office/drawing/2014/main" id="{D30B0164-70EB-467D-A17E-FF29A6E17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323"/>
              <a:ext cx="65" cy="250"/>
            </a:xfrm>
            <a:custGeom>
              <a:avLst/>
              <a:gdLst>
                <a:gd name="T0" fmla="*/ 0 w 66"/>
                <a:gd name="T1" fmla="*/ 0 h 255"/>
                <a:gd name="T2" fmla="*/ 43 w 66"/>
                <a:gd name="T3" fmla="*/ 130 h 255"/>
                <a:gd name="T4" fmla="*/ 63 w 66"/>
                <a:gd name="T5" fmla="*/ 24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55">
                  <a:moveTo>
                    <a:pt x="0" y="0"/>
                  </a:moveTo>
                  <a:cubicBezTo>
                    <a:pt x="27" y="42"/>
                    <a:pt x="38" y="90"/>
                    <a:pt x="46" y="139"/>
                  </a:cubicBezTo>
                  <a:cubicBezTo>
                    <a:pt x="52" y="177"/>
                    <a:pt x="60" y="217"/>
                    <a:pt x="66" y="25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8" name="Freeform 227">
              <a:extLst>
                <a:ext uri="{FF2B5EF4-FFF2-40B4-BE49-F238E27FC236}">
                  <a16:creationId xmlns:a16="http://schemas.microsoft.com/office/drawing/2014/main" id="{46E05B45-72B2-495E-A836-E9DD1E90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426"/>
              <a:ext cx="74" cy="102"/>
            </a:xfrm>
            <a:custGeom>
              <a:avLst/>
              <a:gdLst>
                <a:gd name="T0" fmla="*/ 0 w 75"/>
                <a:gd name="T1" fmla="*/ 0 h 104"/>
                <a:gd name="T2" fmla="*/ 40 w 75"/>
                <a:gd name="T3" fmla="*/ 49 h 104"/>
                <a:gd name="T4" fmla="*/ 72 w 75"/>
                <a:gd name="T5" fmla="*/ 98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04">
                  <a:moveTo>
                    <a:pt x="0" y="0"/>
                  </a:moveTo>
                  <a:cubicBezTo>
                    <a:pt x="10" y="22"/>
                    <a:pt x="30" y="33"/>
                    <a:pt x="43" y="52"/>
                  </a:cubicBezTo>
                  <a:cubicBezTo>
                    <a:pt x="55" y="68"/>
                    <a:pt x="66" y="86"/>
                    <a:pt x="75" y="10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9" name="Freeform 228">
              <a:extLst>
                <a:ext uri="{FF2B5EF4-FFF2-40B4-BE49-F238E27FC236}">
                  <a16:creationId xmlns:a16="http://schemas.microsoft.com/office/drawing/2014/main" id="{D3339343-974E-4901-99C7-F4786E307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351"/>
              <a:ext cx="131" cy="214"/>
            </a:xfrm>
            <a:custGeom>
              <a:avLst/>
              <a:gdLst>
                <a:gd name="T0" fmla="*/ 0 w 133"/>
                <a:gd name="T1" fmla="*/ 0 h 217"/>
                <a:gd name="T2" fmla="*/ 97 w 133"/>
                <a:gd name="T3" fmla="*/ 92 h 217"/>
                <a:gd name="T4" fmla="*/ 127 w 133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17">
                  <a:moveTo>
                    <a:pt x="0" y="0"/>
                  </a:moveTo>
                  <a:cubicBezTo>
                    <a:pt x="35" y="37"/>
                    <a:pt x="79" y="48"/>
                    <a:pt x="102" y="95"/>
                  </a:cubicBezTo>
                  <a:cubicBezTo>
                    <a:pt x="120" y="133"/>
                    <a:pt x="115" y="183"/>
                    <a:pt x="133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0" name="Freeform 229">
              <a:extLst>
                <a:ext uri="{FF2B5EF4-FFF2-40B4-BE49-F238E27FC236}">
                  <a16:creationId xmlns:a16="http://schemas.microsoft.com/office/drawing/2014/main" id="{3C150B00-7F8D-45F5-9C29-B6F2DF07B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510"/>
              <a:ext cx="32" cy="409"/>
            </a:xfrm>
            <a:custGeom>
              <a:avLst/>
              <a:gdLst>
                <a:gd name="T0" fmla="*/ 31 w 32"/>
                <a:gd name="T1" fmla="*/ 0 h 417"/>
                <a:gd name="T2" fmla="*/ 25 w 32"/>
                <a:gd name="T3" fmla="*/ 100 h 417"/>
                <a:gd name="T4" fmla="*/ 7 w 32"/>
                <a:gd name="T5" fmla="*/ 201 h 417"/>
                <a:gd name="T6" fmla="*/ 25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31" y="0"/>
                  </a:moveTo>
                  <a:cubicBezTo>
                    <a:pt x="28" y="36"/>
                    <a:pt x="32" y="70"/>
                    <a:pt x="25" y="106"/>
                  </a:cubicBezTo>
                  <a:cubicBezTo>
                    <a:pt x="18" y="141"/>
                    <a:pt x="11" y="177"/>
                    <a:pt x="7" y="213"/>
                  </a:cubicBezTo>
                  <a:cubicBezTo>
                    <a:pt x="1" y="272"/>
                    <a:pt x="0" y="366"/>
                    <a:pt x="25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1" name="Freeform 230">
              <a:extLst>
                <a:ext uri="{FF2B5EF4-FFF2-40B4-BE49-F238E27FC236}">
                  <a16:creationId xmlns:a16="http://schemas.microsoft.com/office/drawing/2014/main" id="{B41A4BF0-014B-43F4-926B-DE24D9DF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053"/>
              <a:ext cx="100" cy="167"/>
            </a:xfrm>
            <a:custGeom>
              <a:avLst/>
              <a:gdLst>
                <a:gd name="T0" fmla="*/ 0 w 101"/>
                <a:gd name="T1" fmla="*/ 160 h 170"/>
                <a:gd name="T2" fmla="*/ 49 w 101"/>
                <a:gd name="T3" fmla="*/ 100 h 170"/>
                <a:gd name="T4" fmla="*/ 98 w 101"/>
                <a:gd name="T5" fmla="*/ 7 h 170"/>
                <a:gd name="T6" fmla="*/ 97 w 101"/>
                <a:gd name="T7" fmla="*/ 0 h 170"/>
                <a:gd name="T8" fmla="*/ 46 w 101"/>
                <a:gd name="T9" fmla="*/ 96 h 170"/>
                <a:gd name="T10" fmla="*/ 0 w 101"/>
                <a:gd name="T11" fmla="*/ 16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70">
                  <a:moveTo>
                    <a:pt x="0" y="169"/>
                  </a:moveTo>
                  <a:cubicBezTo>
                    <a:pt x="0" y="169"/>
                    <a:pt x="18" y="170"/>
                    <a:pt x="49" y="106"/>
                  </a:cubicBezTo>
                  <a:cubicBezTo>
                    <a:pt x="80" y="42"/>
                    <a:pt x="101" y="7"/>
                    <a:pt x="101" y="7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77" y="38"/>
                    <a:pt x="46" y="102"/>
                  </a:cubicBezTo>
                  <a:cubicBezTo>
                    <a:pt x="15" y="166"/>
                    <a:pt x="0" y="169"/>
                    <a:pt x="0" y="169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2" name="Freeform 231">
              <a:extLst>
                <a:ext uri="{FF2B5EF4-FFF2-40B4-BE49-F238E27FC236}">
                  <a16:creationId xmlns:a16="http://schemas.microsoft.com/office/drawing/2014/main" id="{FAA14C9D-CB16-43AF-B67C-2C1538B57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023"/>
              <a:ext cx="174" cy="219"/>
            </a:xfrm>
            <a:custGeom>
              <a:avLst/>
              <a:gdLst>
                <a:gd name="T0" fmla="*/ 170 w 176"/>
                <a:gd name="T1" fmla="*/ 0 h 223"/>
                <a:gd name="T2" fmla="*/ 107 w 176"/>
                <a:gd name="T3" fmla="*/ 57 h 223"/>
                <a:gd name="T4" fmla="*/ 98 w 176"/>
                <a:gd name="T5" fmla="*/ 131 h 223"/>
                <a:gd name="T6" fmla="*/ 57 w 176"/>
                <a:gd name="T7" fmla="*/ 182 h 223"/>
                <a:gd name="T8" fmla="*/ 0 w 176"/>
                <a:gd name="T9" fmla="*/ 211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3">
                  <a:moveTo>
                    <a:pt x="176" y="0"/>
                  </a:moveTo>
                  <a:cubicBezTo>
                    <a:pt x="152" y="17"/>
                    <a:pt x="125" y="33"/>
                    <a:pt x="110" y="60"/>
                  </a:cubicBezTo>
                  <a:cubicBezTo>
                    <a:pt x="99" y="80"/>
                    <a:pt x="107" y="116"/>
                    <a:pt x="101" y="137"/>
                  </a:cubicBezTo>
                  <a:cubicBezTo>
                    <a:pt x="94" y="160"/>
                    <a:pt x="76" y="174"/>
                    <a:pt x="60" y="191"/>
                  </a:cubicBezTo>
                  <a:cubicBezTo>
                    <a:pt x="41" y="211"/>
                    <a:pt x="22" y="217"/>
                    <a:pt x="0" y="22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3" name="Freeform 232">
              <a:extLst>
                <a:ext uri="{FF2B5EF4-FFF2-40B4-BE49-F238E27FC236}">
                  <a16:creationId xmlns:a16="http://schemas.microsoft.com/office/drawing/2014/main" id="{2304A1B3-2025-4200-8D80-6415F52C9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953"/>
              <a:ext cx="94" cy="113"/>
            </a:xfrm>
            <a:custGeom>
              <a:avLst/>
              <a:gdLst>
                <a:gd name="T0" fmla="*/ 92 w 95"/>
                <a:gd name="T1" fmla="*/ 27 h 115"/>
                <a:gd name="T2" fmla="*/ 90 w 95"/>
                <a:gd name="T3" fmla="*/ 28 h 115"/>
                <a:gd name="T4" fmla="*/ 82 w 95"/>
                <a:gd name="T5" fmla="*/ 36 h 115"/>
                <a:gd name="T6" fmla="*/ 59 w 95"/>
                <a:gd name="T7" fmla="*/ 56 h 115"/>
                <a:gd name="T8" fmla="*/ 35 w 95"/>
                <a:gd name="T9" fmla="*/ 81 h 115"/>
                <a:gd name="T10" fmla="*/ 22 w 95"/>
                <a:gd name="T11" fmla="*/ 107 h 115"/>
                <a:gd name="T12" fmla="*/ 7 w 95"/>
                <a:gd name="T13" fmla="*/ 85 h 115"/>
                <a:gd name="T14" fmla="*/ 3 w 95"/>
                <a:gd name="T15" fmla="*/ 56 h 115"/>
                <a:gd name="T16" fmla="*/ 8 w 95"/>
                <a:gd name="T17" fmla="*/ 11 h 115"/>
                <a:gd name="T18" fmla="*/ 16 w 95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5">
                  <a:moveTo>
                    <a:pt x="95" y="27"/>
                  </a:moveTo>
                  <a:cubicBezTo>
                    <a:pt x="95" y="26"/>
                    <a:pt x="95" y="27"/>
                    <a:pt x="93" y="29"/>
                  </a:cubicBezTo>
                  <a:cubicBezTo>
                    <a:pt x="90" y="32"/>
                    <a:pt x="88" y="36"/>
                    <a:pt x="85" y="39"/>
                  </a:cubicBezTo>
                  <a:cubicBezTo>
                    <a:pt x="78" y="47"/>
                    <a:pt x="71" y="53"/>
                    <a:pt x="62" y="59"/>
                  </a:cubicBezTo>
                  <a:cubicBezTo>
                    <a:pt x="52" y="65"/>
                    <a:pt x="41" y="74"/>
                    <a:pt x="35" y="84"/>
                  </a:cubicBezTo>
                  <a:cubicBezTo>
                    <a:pt x="31" y="92"/>
                    <a:pt x="35" y="115"/>
                    <a:pt x="22" y="113"/>
                  </a:cubicBezTo>
                  <a:cubicBezTo>
                    <a:pt x="13" y="111"/>
                    <a:pt x="8" y="97"/>
                    <a:pt x="7" y="90"/>
                  </a:cubicBezTo>
                  <a:cubicBezTo>
                    <a:pt x="5" y="79"/>
                    <a:pt x="3" y="70"/>
                    <a:pt x="3" y="59"/>
                  </a:cubicBezTo>
                  <a:cubicBezTo>
                    <a:pt x="3" y="42"/>
                    <a:pt x="0" y="25"/>
                    <a:pt x="8" y="11"/>
                  </a:cubicBezTo>
                  <a:cubicBezTo>
                    <a:pt x="10" y="7"/>
                    <a:pt x="13" y="4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4" name="Freeform 233">
              <a:extLst>
                <a:ext uri="{FF2B5EF4-FFF2-40B4-BE49-F238E27FC236}">
                  <a16:creationId xmlns:a16="http://schemas.microsoft.com/office/drawing/2014/main" id="{D0BFD8E6-CAEF-429C-B4EF-B9A88EB1D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968"/>
              <a:ext cx="27" cy="54"/>
            </a:xfrm>
            <a:custGeom>
              <a:avLst/>
              <a:gdLst>
                <a:gd name="T0" fmla="*/ 25 w 28"/>
                <a:gd name="T1" fmla="*/ 39 h 55"/>
                <a:gd name="T2" fmla="*/ 1 w 28"/>
                <a:gd name="T3" fmla="*/ 25 h 55"/>
                <a:gd name="T4" fmla="*/ 11 w 28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5">
                  <a:moveTo>
                    <a:pt x="28" y="42"/>
                  </a:moveTo>
                  <a:cubicBezTo>
                    <a:pt x="16" y="55"/>
                    <a:pt x="1" y="38"/>
                    <a:pt x="1" y="25"/>
                  </a:cubicBezTo>
                  <a:cubicBezTo>
                    <a:pt x="0" y="15"/>
                    <a:pt x="5" y="6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5" name="Freeform 234">
              <a:extLst>
                <a:ext uri="{FF2B5EF4-FFF2-40B4-BE49-F238E27FC236}">
                  <a16:creationId xmlns:a16="http://schemas.microsoft.com/office/drawing/2014/main" id="{E02BED39-15A0-4F8A-A8FE-80D881A6C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039"/>
              <a:ext cx="45" cy="12"/>
            </a:xfrm>
            <a:custGeom>
              <a:avLst/>
              <a:gdLst>
                <a:gd name="T0" fmla="*/ 43 w 46"/>
                <a:gd name="T1" fmla="*/ 0 h 13"/>
                <a:gd name="T2" fmla="*/ 18 w 46"/>
                <a:gd name="T3" fmla="*/ 6 h 13"/>
                <a:gd name="T4" fmla="*/ 0 w 46"/>
                <a:gd name="T5" fmla="*/ 1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46" y="0"/>
                  </a:moveTo>
                  <a:cubicBezTo>
                    <a:pt x="41" y="7"/>
                    <a:pt x="26" y="7"/>
                    <a:pt x="18" y="6"/>
                  </a:cubicBezTo>
                  <a:cubicBezTo>
                    <a:pt x="13" y="6"/>
                    <a:pt x="2" y="9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6" name="Freeform 235">
              <a:extLst>
                <a:ext uri="{FF2B5EF4-FFF2-40B4-BE49-F238E27FC236}">
                  <a16:creationId xmlns:a16="http://schemas.microsoft.com/office/drawing/2014/main" id="{77C7BBEE-B03F-4921-882C-8BD985244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181"/>
              <a:ext cx="293" cy="203"/>
            </a:xfrm>
            <a:custGeom>
              <a:avLst/>
              <a:gdLst>
                <a:gd name="T0" fmla="*/ 285 w 297"/>
                <a:gd name="T1" fmla="*/ 0 h 206"/>
                <a:gd name="T2" fmla="*/ 204 w 297"/>
                <a:gd name="T3" fmla="*/ 73 h 206"/>
                <a:gd name="T4" fmla="*/ 0 w 297"/>
                <a:gd name="T5" fmla="*/ 197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7" h="206">
                  <a:moveTo>
                    <a:pt x="297" y="0"/>
                  </a:moveTo>
                  <a:cubicBezTo>
                    <a:pt x="297" y="0"/>
                    <a:pt x="270" y="36"/>
                    <a:pt x="213" y="76"/>
                  </a:cubicBezTo>
                  <a:cubicBezTo>
                    <a:pt x="126" y="138"/>
                    <a:pt x="60" y="121"/>
                    <a:pt x="0" y="20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7" name="Freeform 236">
              <a:extLst>
                <a:ext uri="{FF2B5EF4-FFF2-40B4-BE49-F238E27FC236}">
                  <a16:creationId xmlns:a16="http://schemas.microsoft.com/office/drawing/2014/main" id="{AF60156A-A194-4A8F-A43A-66F8489B5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229"/>
              <a:ext cx="336" cy="243"/>
            </a:xfrm>
            <a:custGeom>
              <a:avLst/>
              <a:gdLst>
                <a:gd name="T0" fmla="*/ 326 w 341"/>
                <a:gd name="T1" fmla="*/ 0 h 247"/>
                <a:gd name="T2" fmla="*/ 193 w 341"/>
                <a:gd name="T3" fmla="*/ 96 h 247"/>
                <a:gd name="T4" fmla="*/ 0 w 341"/>
                <a:gd name="T5" fmla="*/ 235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1" h="247">
                  <a:moveTo>
                    <a:pt x="341" y="0"/>
                  </a:moveTo>
                  <a:cubicBezTo>
                    <a:pt x="341" y="0"/>
                    <a:pt x="298" y="59"/>
                    <a:pt x="202" y="102"/>
                  </a:cubicBezTo>
                  <a:cubicBezTo>
                    <a:pt x="106" y="145"/>
                    <a:pt x="39" y="171"/>
                    <a:pt x="0" y="24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8" name="Freeform 237">
              <a:extLst>
                <a:ext uri="{FF2B5EF4-FFF2-40B4-BE49-F238E27FC236}">
                  <a16:creationId xmlns:a16="http://schemas.microsoft.com/office/drawing/2014/main" id="{BDCBA802-4828-450B-B0BE-91A9E9592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292"/>
              <a:ext cx="295" cy="164"/>
            </a:xfrm>
            <a:custGeom>
              <a:avLst/>
              <a:gdLst>
                <a:gd name="T0" fmla="*/ 287 w 299"/>
                <a:gd name="T1" fmla="*/ 0 h 167"/>
                <a:gd name="T2" fmla="*/ 180 w 299"/>
                <a:gd name="T3" fmla="*/ 61 h 167"/>
                <a:gd name="T4" fmla="*/ 0 w 299"/>
                <a:gd name="T5" fmla="*/ 158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67">
                  <a:moveTo>
                    <a:pt x="299" y="0"/>
                  </a:moveTo>
                  <a:cubicBezTo>
                    <a:pt x="299" y="0"/>
                    <a:pt x="270" y="36"/>
                    <a:pt x="187" y="64"/>
                  </a:cubicBezTo>
                  <a:cubicBezTo>
                    <a:pt x="104" y="91"/>
                    <a:pt x="25" y="129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9" name="Freeform 238">
              <a:extLst>
                <a:ext uri="{FF2B5EF4-FFF2-40B4-BE49-F238E27FC236}">
                  <a16:creationId xmlns:a16="http://schemas.microsoft.com/office/drawing/2014/main" id="{06F143D9-9164-4352-B3F6-561C39339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9"/>
              <a:ext cx="294" cy="186"/>
            </a:xfrm>
            <a:custGeom>
              <a:avLst/>
              <a:gdLst>
                <a:gd name="T0" fmla="*/ 286 w 298"/>
                <a:gd name="T1" fmla="*/ 0 h 190"/>
                <a:gd name="T2" fmla="*/ 212 w 298"/>
                <a:gd name="T3" fmla="*/ 45 h 190"/>
                <a:gd name="T4" fmla="*/ 0 w 298"/>
                <a:gd name="T5" fmla="*/ 178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90">
                  <a:moveTo>
                    <a:pt x="298" y="0"/>
                  </a:moveTo>
                  <a:cubicBezTo>
                    <a:pt x="298" y="0"/>
                    <a:pt x="274" y="34"/>
                    <a:pt x="221" y="48"/>
                  </a:cubicBezTo>
                  <a:cubicBezTo>
                    <a:pt x="168" y="61"/>
                    <a:pt x="28" y="117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0" name="Freeform 239">
              <a:extLst>
                <a:ext uri="{FF2B5EF4-FFF2-40B4-BE49-F238E27FC236}">
                  <a16:creationId xmlns:a16="http://schemas.microsoft.com/office/drawing/2014/main" id="{2368876B-4F5F-4144-8621-E9DC40ADC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388"/>
              <a:ext cx="288" cy="176"/>
            </a:xfrm>
            <a:custGeom>
              <a:avLst/>
              <a:gdLst>
                <a:gd name="T0" fmla="*/ 280 w 292"/>
                <a:gd name="T1" fmla="*/ 0 h 179"/>
                <a:gd name="T2" fmla="*/ 206 w 292"/>
                <a:gd name="T3" fmla="*/ 40 h 179"/>
                <a:gd name="T4" fmla="*/ 0 w 292"/>
                <a:gd name="T5" fmla="*/ 17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179">
                  <a:moveTo>
                    <a:pt x="292" y="0"/>
                  </a:moveTo>
                  <a:cubicBezTo>
                    <a:pt x="292" y="0"/>
                    <a:pt x="284" y="24"/>
                    <a:pt x="215" y="43"/>
                  </a:cubicBezTo>
                  <a:cubicBezTo>
                    <a:pt x="147" y="61"/>
                    <a:pt x="33" y="112"/>
                    <a:pt x="0" y="179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1" name="Freeform 240">
              <a:extLst>
                <a:ext uri="{FF2B5EF4-FFF2-40B4-BE49-F238E27FC236}">
                  <a16:creationId xmlns:a16="http://schemas.microsoft.com/office/drawing/2014/main" id="{5754AD53-0664-4D44-AB07-10C76A02C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454"/>
              <a:ext cx="274" cy="160"/>
            </a:xfrm>
            <a:custGeom>
              <a:avLst/>
              <a:gdLst>
                <a:gd name="T0" fmla="*/ 266 w 278"/>
                <a:gd name="T1" fmla="*/ 0 h 162"/>
                <a:gd name="T2" fmla="*/ 179 w 278"/>
                <a:gd name="T3" fmla="*/ 38 h 162"/>
                <a:gd name="T4" fmla="*/ 0 w 278"/>
                <a:gd name="T5" fmla="*/ 156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62">
                  <a:moveTo>
                    <a:pt x="278" y="0"/>
                  </a:moveTo>
                  <a:cubicBezTo>
                    <a:pt x="278" y="0"/>
                    <a:pt x="226" y="30"/>
                    <a:pt x="188" y="38"/>
                  </a:cubicBezTo>
                  <a:cubicBezTo>
                    <a:pt x="149" y="45"/>
                    <a:pt x="47" y="84"/>
                    <a:pt x="0" y="16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2" name="Freeform 241">
              <a:extLst>
                <a:ext uri="{FF2B5EF4-FFF2-40B4-BE49-F238E27FC236}">
                  <a16:creationId xmlns:a16="http://schemas.microsoft.com/office/drawing/2014/main" id="{D11473AD-C5AF-4023-A58C-9915274C5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503"/>
              <a:ext cx="280" cy="168"/>
            </a:xfrm>
            <a:custGeom>
              <a:avLst/>
              <a:gdLst>
                <a:gd name="T0" fmla="*/ 272 w 284"/>
                <a:gd name="T1" fmla="*/ 0 h 171"/>
                <a:gd name="T2" fmla="*/ 251 w 284"/>
                <a:gd name="T3" fmla="*/ 16 h 171"/>
                <a:gd name="T4" fmla="*/ 209 w 284"/>
                <a:gd name="T5" fmla="*/ 34 h 171"/>
                <a:gd name="T6" fmla="*/ 130 w 284"/>
                <a:gd name="T7" fmla="*/ 61 h 171"/>
                <a:gd name="T8" fmla="*/ 0 w 284"/>
                <a:gd name="T9" fmla="*/ 16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4" h="171">
                  <a:moveTo>
                    <a:pt x="284" y="0"/>
                  </a:moveTo>
                  <a:cubicBezTo>
                    <a:pt x="276" y="4"/>
                    <a:pt x="270" y="11"/>
                    <a:pt x="263" y="16"/>
                  </a:cubicBezTo>
                  <a:cubicBezTo>
                    <a:pt x="249" y="26"/>
                    <a:pt x="234" y="31"/>
                    <a:pt x="218" y="37"/>
                  </a:cubicBezTo>
                  <a:cubicBezTo>
                    <a:pt x="190" y="47"/>
                    <a:pt x="163" y="53"/>
                    <a:pt x="136" y="64"/>
                  </a:cubicBezTo>
                  <a:cubicBezTo>
                    <a:pt x="44" y="98"/>
                    <a:pt x="30" y="145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3" name="Freeform 242">
              <a:extLst>
                <a:ext uri="{FF2B5EF4-FFF2-40B4-BE49-F238E27FC236}">
                  <a16:creationId xmlns:a16="http://schemas.microsoft.com/office/drawing/2014/main" id="{7C39B9EA-A2DD-4FBD-8C21-741EDE1AE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557"/>
              <a:ext cx="268" cy="160"/>
            </a:xfrm>
            <a:custGeom>
              <a:avLst/>
              <a:gdLst>
                <a:gd name="T0" fmla="*/ 260 w 272"/>
                <a:gd name="T1" fmla="*/ 0 h 163"/>
                <a:gd name="T2" fmla="*/ 131 w 272"/>
                <a:gd name="T3" fmla="*/ 46 h 163"/>
                <a:gd name="T4" fmla="*/ 0 w 272"/>
                <a:gd name="T5" fmla="*/ 154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2" h="163">
                  <a:moveTo>
                    <a:pt x="272" y="0"/>
                  </a:moveTo>
                  <a:cubicBezTo>
                    <a:pt x="243" y="39"/>
                    <a:pt x="179" y="33"/>
                    <a:pt x="137" y="49"/>
                  </a:cubicBezTo>
                  <a:cubicBezTo>
                    <a:pt x="47" y="85"/>
                    <a:pt x="26" y="139"/>
                    <a:pt x="0" y="16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4" name="Freeform 243">
              <a:extLst>
                <a:ext uri="{FF2B5EF4-FFF2-40B4-BE49-F238E27FC236}">
                  <a16:creationId xmlns:a16="http://schemas.microsoft.com/office/drawing/2014/main" id="{207409D5-C189-4281-AFA6-7523C5534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598"/>
              <a:ext cx="274" cy="172"/>
            </a:xfrm>
            <a:custGeom>
              <a:avLst/>
              <a:gdLst>
                <a:gd name="T0" fmla="*/ 266 w 278"/>
                <a:gd name="T1" fmla="*/ 0 h 175"/>
                <a:gd name="T2" fmla="*/ 129 w 278"/>
                <a:gd name="T3" fmla="*/ 74 h 175"/>
                <a:gd name="T4" fmla="*/ 0 w 278"/>
                <a:gd name="T5" fmla="*/ 166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5">
                  <a:moveTo>
                    <a:pt x="278" y="0"/>
                  </a:moveTo>
                  <a:cubicBezTo>
                    <a:pt x="257" y="52"/>
                    <a:pt x="182" y="62"/>
                    <a:pt x="135" y="77"/>
                  </a:cubicBezTo>
                  <a:cubicBezTo>
                    <a:pt x="49" y="105"/>
                    <a:pt x="13" y="165"/>
                    <a:pt x="0" y="175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5" name="Freeform 244">
              <a:extLst>
                <a:ext uri="{FF2B5EF4-FFF2-40B4-BE49-F238E27FC236}">
                  <a16:creationId xmlns:a16="http://schemas.microsoft.com/office/drawing/2014/main" id="{E196D27C-4716-45E3-A8B2-F52D9544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56"/>
              <a:ext cx="269" cy="187"/>
            </a:xfrm>
            <a:custGeom>
              <a:avLst/>
              <a:gdLst>
                <a:gd name="T0" fmla="*/ 259 w 273"/>
                <a:gd name="T1" fmla="*/ 2 h 190"/>
                <a:gd name="T2" fmla="*/ 261 w 273"/>
                <a:gd name="T3" fmla="*/ 2 h 190"/>
                <a:gd name="T4" fmla="*/ 124 w 273"/>
                <a:gd name="T5" fmla="*/ 77 h 190"/>
                <a:gd name="T6" fmla="*/ 0 w 273"/>
                <a:gd name="T7" fmla="*/ 181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190">
                  <a:moveTo>
                    <a:pt x="271" y="2"/>
                  </a:moveTo>
                  <a:cubicBezTo>
                    <a:pt x="273" y="2"/>
                    <a:pt x="273" y="0"/>
                    <a:pt x="273" y="2"/>
                  </a:cubicBezTo>
                  <a:cubicBezTo>
                    <a:pt x="242" y="48"/>
                    <a:pt x="174" y="49"/>
                    <a:pt x="130" y="80"/>
                  </a:cubicBezTo>
                  <a:cubicBezTo>
                    <a:pt x="98" y="102"/>
                    <a:pt x="14" y="152"/>
                    <a:pt x="0" y="19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6" name="Freeform 245">
              <a:extLst>
                <a:ext uri="{FF2B5EF4-FFF2-40B4-BE49-F238E27FC236}">
                  <a16:creationId xmlns:a16="http://schemas.microsoft.com/office/drawing/2014/main" id="{1DF8EEAF-E202-480E-9F33-9AB3E717B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724"/>
              <a:ext cx="247" cy="174"/>
            </a:xfrm>
            <a:custGeom>
              <a:avLst/>
              <a:gdLst>
                <a:gd name="T0" fmla="*/ 239 w 251"/>
                <a:gd name="T1" fmla="*/ 0 h 177"/>
                <a:gd name="T2" fmla="*/ 116 w 251"/>
                <a:gd name="T3" fmla="*/ 82 h 177"/>
                <a:gd name="T4" fmla="*/ 0 w 251"/>
                <a:gd name="T5" fmla="*/ 168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1" h="177">
                  <a:moveTo>
                    <a:pt x="251" y="0"/>
                  </a:moveTo>
                  <a:cubicBezTo>
                    <a:pt x="224" y="41"/>
                    <a:pt x="165" y="61"/>
                    <a:pt x="122" y="85"/>
                  </a:cubicBezTo>
                  <a:cubicBezTo>
                    <a:pt x="83" y="109"/>
                    <a:pt x="30" y="141"/>
                    <a:pt x="0" y="17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7" name="Freeform 246">
              <a:extLst>
                <a:ext uri="{FF2B5EF4-FFF2-40B4-BE49-F238E27FC236}">
                  <a16:creationId xmlns:a16="http://schemas.microsoft.com/office/drawing/2014/main" id="{F0BDDB96-866A-4D79-BE05-1FD89367E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788"/>
              <a:ext cx="224" cy="161"/>
            </a:xfrm>
            <a:custGeom>
              <a:avLst/>
              <a:gdLst>
                <a:gd name="T0" fmla="*/ 218 w 227"/>
                <a:gd name="T1" fmla="*/ 0 h 164"/>
                <a:gd name="T2" fmla="*/ 202 w 227"/>
                <a:gd name="T3" fmla="*/ 18 h 164"/>
                <a:gd name="T4" fmla="*/ 173 w 227"/>
                <a:gd name="T5" fmla="*/ 44 h 164"/>
                <a:gd name="T6" fmla="*/ 108 w 227"/>
                <a:gd name="T7" fmla="*/ 79 h 164"/>
                <a:gd name="T8" fmla="*/ 0 w 227"/>
                <a:gd name="T9" fmla="*/ 15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164">
                  <a:moveTo>
                    <a:pt x="227" y="0"/>
                  </a:moveTo>
                  <a:cubicBezTo>
                    <a:pt x="223" y="2"/>
                    <a:pt x="215" y="13"/>
                    <a:pt x="211" y="18"/>
                  </a:cubicBezTo>
                  <a:cubicBezTo>
                    <a:pt x="201" y="29"/>
                    <a:pt x="191" y="38"/>
                    <a:pt x="179" y="47"/>
                  </a:cubicBezTo>
                  <a:cubicBezTo>
                    <a:pt x="158" y="62"/>
                    <a:pt x="134" y="71"/>
                    <a:pt x="111" y="82"/>
                  </a:cubicBezTo>
                  <a:cubicBezTo>
                    <a:pt x="68" y="103"/>
                    <a:pt x="30" y="127"/>
                    <a:pt x="0" y="164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8" name="Freeform 247">
              <a:extLst>
                <a:ext uri="{FF2B5EF4-FFF2-40B4-BE49-F238E27FC236}">
                  <a16:creationId xmlns:a16="http://schemas.microsoft.com/office/drawing/2014/main" id="{CE372B87-576A-4E45-B0A1-A4AB2F7A3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836"/>
              <a:ext cx="220" cy="178"/>
            </a:xfrm>
            <a:custGeom>
              <a:avLst/>
              <a:gdLst>
                <a:gd name="T0" fmla="*/ 214 w 223"/>
                <a:gd name="T1" fmla="*/ 0 h 181"/>
                <a:gd name="T2" fmla="*/ 167 w 223"/>
                <a:gd name="T3" fmla="*/ 58 h 181"/>
                <a:gd name="T4" fmla="*/ 93 w 223"/>
                <a:gd name="T5" fmla="*/ 101 h 181"/>
                <a:gd name="T6" fmla="*/ 60 w 223"/>
                <a:gd name="T7" fmla="*/ 132 h 181"/>
                <a:gd name="T8" fmla="*/ 28 w 223"/>
                <a:gd name="T9" fmla="*/ 153 h 181"/>
                <a:gd name="T10" fmla="*/ 0 w 223"/>
                <a:gd name="T11" fmla="*/ 172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181">
                  <a:moveTo>
                    <a:pt x="223" y="0"/>
                  </a:moveTo>
                  <a:cubicBezTo>
                    <a:pt x="213" y="23"/>
                    <a:pt x="193" y="45"/>
                    <a:pt x="173" y="61"/>
                  </a:cubicBezTo>
                  <a:cubicBezTo>
                    <a:pt x="149" y="79"/>
                    <a:pt x="120" y="88"/>
                    <a:pt x="96" y="107"/>
                  </a:cubicBezTo>
                  <a:cubicBezTo>
                    <a:pt x="85" y="117"/>
                    <a:pt x="75" y="129"/>
                    <a:pt x="63" y="138"/>
                  </a:cubicBezTo>
                  <a:cubicBezTo>
                    <a:pt x="52" y="146"/>
                    <a:pt x="39" y="153"/>
                    <a:pt x="28" y="162"/>
                  </a:cubicBezTo>
                  <a:cubicBezTo>
                    <a:pt x="17" y="170"/>
                    <a:pt x="3" y="173"/>
                    <a:pt x="0" y="18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9" name="Freeform 248">
              <a:extLst>
                <a:ext uri="{FF2B5EF4-FFF2-40B4-BE49-F238E27FC236}">
                  <a16:creationId xmlns:a16="http://schemas.microsoft.com/office/drawing/2014/main" id="{65F5EA38-D0D2-4EE7-8BB6-1DD7CFAB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906"/>
              <a:ext cx="245" cy="255"/>
            </a:xfrm>
            <a:custGeom>
              <a:avLst/>
              <a:gdLst>
                <a:gd name="T0" fmla="*/ 236 w 248"/>
                <a:gd name="T1" fmla="*/ 0 h 260"/>
                <a:gd name="T2" fmla="*/ 233 w 248"/>
                <a:gd name="T3" fmla="*/ 5 h 260"/>
                <a:gd name="T4" fmla="*/ 218 w 248"/>
                <a:gd name="T5" fmla="*/ 26 h 260"/>
                <a:gd name="T6" fmla="*/ 183 w 248"/>
                <a:gd name="T7" fmla="*/ 57 h 260"/>
                <a:gd name="T8" fmla="*/ 111 w 248"/>
                <a:gd name="T9" fmla="*/ 122 h 260"/>
                <a:gd name="T10" fmla="*/ 47 w 248"/>
                <a:gd name="T11" fmla="*/ 191 h 260"/>
                <a:gd name="T12" fmla="*/ 0 w 248"/>
                <a:gd name="T13" fmla="*/ 245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60">
                  <a:moveTo>
                    <a:pt x="245" y="0"/>
                  </a:moveTo>
                  <a:cubicBezTo>
                    <a:pt x="248" y="0"/>
                    <a:pt x="244" y="2"/>
                    <a:pt x="242" y="5"/>
                  </a:cubicBezTo>
                  <a:cubicBezTo>
                    <a:pt x="238" y="13"/>
                    <a:pt x="232" y="20"/>
                    <a:pt x="227" y="26"/>
                  </a:cubicBezTo>
                  <a:cubicBezTo>
                    <a:pt x="215" y="39"/>
                    <a:pt x="203" y="49"/>
                    <a:pt x="189" y="60"/>
                  </a:cubicBezTo>
                  <a:cubicBezTo>
                    <a:pt x="162" y="81"/>
                    <a:pt x="136" y="102"/>
                    <a:pt x="114" y="128"/>
                  </a:cubicBezTo>
                  <a:cubicBezTo>
                    <a:pt x="92" y="154"/>
                    <a:pt x="76" y="181"/>
                    <a:pt x="50" y="203"/>
                  </a:cubicBezTo>
                  <a:cubicBezTo>
                    <a:pt x="31" y="220"/>
                    <a:pt x="9" y="236"/>
                    <a:pt x="0" y="26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0" name="Freeform 249">
              <a:extLst>
                <a:ext uri="{FF2B5EF4-FFF2-40B4-BE49-F238E27FC236}">
                  <a16:creationId xmlns:a16="http://schemas.microsoft.com/office/drawing/2014/main" id="{B5EE601F-1771-4770-909B-40E8AB75A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058"/>
              <a:ext cx="103" cy="39"/>
            </a:xfrm>
            <a:custGeom>
              <a:avLst/>
              <a:gdLst>
                <a:gd name="T0" fmla="*/ 99 w 105"/>
                <a:gd name="T1" fmla="*/ 0 h 40"/>
                <a:gd name="T2" fmla="*/ 40 w 105"/>
                <a:gd name="T3" fmla="*/ 28 h 40"/>
                <a:gd name="T4" fmla="*/ 0 w 105"/>
                <a:gd name="T5" fmla="*/ 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0">
                  <a:moveTo>
                    <a:pt x="105" y="0"/>
                  </a:moveTo>
                  <a:cubicBezTo>
                    <a:pt x="85" y="18"/>
                    <a:pt x="70" y="25"/>
                    <a:pt x="43" y="31"/>
                  </a:cubicBezTo>
                  <a:cubicBezTo>
                    <a:pt x="30" y="34"/>
                    <a:pt x="15" y="37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1" name="Freeform 250">
              <a:extLst>
                <a:ext uri="{FF2B5EF4-FFF2-40B4-BE49-F238E27FC236}">
                  <a16:creationId xmlns:a16="http://schemas.microsoft.com/office/drawing/2014/main" id="{A87D0A7A-D97C-4008-84D3-23D870499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977"/>
              <a:ext cx="181" cy="204"/>
            </a:xfrm>
            <a:custGeom>
              <a:avLst/>
              <a:gdLst>
                <a:gd name="T0" fmla="*/ 175 w 184"/>
                <a:gd name="T1" fmla="*/ 1 h 207"/>
                <a:gd name="T2" fmla="*/ 166 w 184"/>
                <a:gd name="T3" fmla="*/ 25 h 207"/>
                <a:gd name="T4" fmla="*/ 146 w 184"/>
                <a:gd name="T5" fmla="*/ 59 h 207"/>
                <a:gd name="T6" fmla="*/ 98 w 184"/>
                <a:gd name="T7" fmla="*/ 106 h 207"/>
                <a:gd name="T8" fmla="*/ 44 w 184"/>
                <a:gd name="T9" fmla="*/ 148 h 207"/>
                <a:gd name="T10" fmla="*/ 0 w 184"/>
                <a:gd name="T11" fmla="*/ 198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207">
                  <a:moveTo>
                    <a:pt x="184" y="1"/>
                  </a:moveTo>
                  <a:cubicBezTo>
                    <a:pt x="184" y="0"/>
                    <a:pt x="178" y="19"/>
                    <a:pt x="175" y="25"/>
                  </a:cubicBezTo>
                  <a:cubicBezTo>
                    <a:pt x="168" y="38"/>
                    <a:pt x="160" y="51"/>
                    <a:pt x="152" y="62"/>
                  </a:cubicBezTo>
                  <a:cubicBezTo>
                    <a:pt x="139" y="82"/>
                    <a:pt x="123" y="98"/>
                    <a:pt x="104" y="112"/>
                  </a:cubicBezTo>
                  <a:cubicBezTo>
                    <a:pt x="85" y="126"/>
                    <a:pt x="64" y="137"/>
                    <a:pt x="47" y="154"/>
                  </a:cubicBezTo>
                  <a:cubicBezTo>
                    <a:pt x="32" y="168"/>
                    <a:pt x="7" y="193"/>
                    <a:pt x="0" y="20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2" name="Freeform 251">
              <a:extLst>
                <a:ext uri="{FF2B5EF4-FFF2-40B4-BE49-F238E27FC236}">
                  <a16:creationId xmlns:a16="http://schemas.microsoft.com/office/drawing/2014/main" id="{11EE4114-0B76-4307-B355-0187AC24A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060"/>
              <a:ext cx="58" cy="125"/>
            </a:xfrm>
            <a:custGeom>
              <a:avLst/>
              <a:gdLst>
                <a:gd name="T0" fmla="*/ 56 w 59"/>
                <a:gd name="T1" fmla="*/ 0 h 127"/>
                <a:gd name="T2" fmla="*/ 36 w 59"/>
                <a:gd name="T3" fmla="*/ 31 h 127"/>
                <a:gd name="T4" fmla="*/ 25 w 59"/>
                <a:gd name="T5" fmla="*/ 64 h 127"/>
                <a:gd name="T6" fmla="*/ 0 w 59"/>
                <a:gd name="T7" fmla="*/ 12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27">
                  <a:moveTo>
                    <a:pt x="59" y="0"/>
                  </a:moveTo>
                  <a:cubicBezTo>
                    <a:pt x="55" y="11"/>
                    <a:pt x="45" y="22"/>
                    <a:pt x="39" y="31"/>
                  </a:cubicBezTo>
                  <a:cubicBezTo>
                    <a:pt x="31" y="42"/>
                    <a:pt x="28" y="55"/>
                    <a:pt x="25" y="67"/>
                  </a:cubicBezTo>
                  <a:cubicBezTo>
                    <a:pt x="18" y="89"/>
                    <a:pt x="12" y="112"/>
                    <a:pt x="0" y="12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3" name="Freeform 252">
              <a:extLst>
                <a:ext uri="{FF2B5EF4-FFF2-40B4-BE49-F238E27FC236}">
                  <a16:creationId xmlns:a16="http://schemas.microsoft.com/office/drawing/2014/main" id="{98FB7935-AC7B-4DC9-B882-2D9AE008B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070"/>
              <a:ext cx="177" cy="189"/>
            </a:xfrm>
            <a:custGeom>
              <a:avLst/>
              <a:gdLst>
                <a:gd name="T0" fmla="*/ 173 w 179"/>
                <a:gd name="T1" fmla="*/ 0 h 192"/>
                <a:gd name="T2" fmla="*/ 115 w 179"/>
                <a:gd name="T3" fmla="*/ 66 h 192"/>
                <a:gd name="T4" fmla="*/ 82 w 179"/>
                <a:gd name="T5" fmla="*/ 102 h 192"/>
                <a:gd name="T6" fmla="*/ 51 w 179"/>
                <a:gd name="T7" fmla="*/ 123 h 192"/>
                <a:gd name="T8" fmla="*/ 0 w 179"/>
                <a:gd name="T9" fmla="*/ 18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92">
                  <a:moveTo>
                    <a:pt x="179" y="0"/>
                  </a:moveTo>
                  <a:cubicBezTo>
                    <a:pt x="154" y="22"/>
                    <a:pt x="135" y="40"/>
                    <a:pt x="118" y="69"/>
                  </a:cubicBezTo>
                  <a:cubicBezTo>
                    <a:pt x="109" y="84"/>
                    <a:pt x="99" y="97"/>
                    <a:pt x="85" y="108"/>
                  </a:cubicBezTo>
                  <a:cubicBezTo>
                    <a:pt x="75" y="116"/>
                    <a:pt x="64" y="121"/>
                    <a:pt x="54" y="129"/>
                  </a:cubicBezTo>
                  <a:cubicBezTo>
                    <a:pt x="33" y="147"/>
                    <a:pt x="20" y="173"/>
                    <a:pt x="0" y="19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4" name="Freeform 253">
              <a:extLst>
                <a:ext uri="{FF2B5EF4-FFF2-40B4-BE49-F238E27FC236}">
                  <a16:creationId xmlns:a16="http://schemas.microsoft.com/office/drawing/2014/main" id="{441F9EE6-F4F3-4CF2-805F-23712EDC5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120"/>
              <a:ext cx="43" cy="129"/>
            </a:xfrm>
            <a:custGeom>
              <a:avLst/>
              <a:gdLst>
                <a:gd name="T0" fmla="*/ 41 w 44"/>
                <a:gd name="T1" fmla="*/ 0 h 131"/>
                <a:gd name="T2" fmla="*/ 0 w 44"/>
                <a:gd name="T3" fmla="*/ 125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1">
                  <a:moveTo>
                    <a:pt x="44" y="0"/>
                  </a:moveTo>
                  <a:cubicBezTo>
                    <a:pt x="30" y="46"/>
                    <a:pt x="26" y="90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5" name="Freeform 254">
              <a:extLst>
                <a:ext uri="{FF2B5EF4-FFF2-40B4-BE49-F238E27FC236}">
                  <a16:creationId xmlns:a16="http://schemas.microsoft.com/office/drawing/2014/main" id="{FA0222CC-F993-4FB6-BB3F-0F489CBAE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134"/>
              <a:ext cx="182" cy="267"/>
            </a:xfrm>
            <a:custGeom>
              <a:avLst/>
              <a:gdLst>
                <a:gd name="T0" fmla="*/ 176 w 185"/>
                <a:gd name="T1" fmla="*/ 0 h 272"/>
                <a:gd name="T2" fmla="*/ 98 w 185"/>
                <a:gd name="T3" fmla="*/ 103 h 272"/>
                <a:gd name="T4" fmla="*/ 42 w 185"/>
                <a:gd name="T5" fmla="*/ 181 h 272"/>
                <a:gd name="T6" fmla="*/ 20 w 185"/>
                <a:gd name="T7" fmla="*/ 226 h 272"/>
                <a:gd name="T8" fmla="*/ 7 w 185"/>
                <a:gd name="T9" fmla="*/ 246 h 272"/>
                <a:gd name="T10" fmla="*/ 2 w 185"/>
                <a:gd name="T11" fmla="*/ 257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72">
                  <a:moveTo>
                    <a:pt x="185" y="0"/>
                  </a:moveTo>
                  <a:cubicBezTo>
                    <a:pt x="180" y="50"/>
                    <a:pt x="135" y="75"/>
                    <a:pt x="104" y="109"/>
                  </a:cubicBezTo>
                  <a:cubicBezTo>
                    <a:pt x="82" y="133"/>
                    <a:pt x="60" y="162"/>
                    <a:pt x="45" y="191"/>
                  </a:cubicBezTo>
                  <a:cubicBezTo>
                    <a:pt x="36" y="206"/>
                    <a:pt x="28" y="223"/>
                    <a:pt x="20" y="238"/>
                  </a:cubicBezTo>
                  <a:cubicBezTo>
                    <a:pt x="15" y="246"/>
                    <a:pt x="10" y="253"/>
                    <a:pt x="7" y="261"/>
                  </a:cubicBezTo>
                  <a:cubicBezTo>
                    <a:pt x="5" y="264"/>
                    <a:pt x="0" y="272"/>
                    <a:pt x="2" y="27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6" name="Freeform 255">
              <a:extLst>
                <a:ext uri="{FF2B5EF4-FFF2-40B4-BE49-F238E27FC236}">
                  <a16:creationId xmlns:a16="http://schemas.microsoft.com/office/drawing/2014/main" id="{48D54CB3-5DC2-4AF3-BD38-1AB7A14D5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186"/>
              <a:ext cx="192" cy="278"/>
            </a:xfrm>
            <a:custGeom>
              <a:avLst/>
              <a:gdLst>
                <a:gd name="T0" fmla="*/ 186 w 195"/>
                <a:gd name="T1" fmla="*/ 0 h 283"/>
                <a:gd name="T2" fmla="*/ 137 w 195"/>
                <a:gd name="T3" fmla="*/ 61 h 283"/>
                <a:gd name="T4" fmla="*/ 76 w 195"/>
                <a:gd name="T5" fmla="*/ 118 h 283"/>
                <a:gd name="T6" fmla="*/ 27 w 195"/>
                <a:gd name="T7" fmla="*/ 199 h 283"/>
                <a:gd name="T8" fmla="*/ 0 w 195"/>
                <a:gd name="T9" fmla="*/ 268 h 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83">
                  <a:moveTo>
                    <a:pt x="195" y="0"/>
                  </a:moveTo>
                  <a:cubicBezTo>
                    <a:pt x="193" y="25"/>
                    <a:pt x="160" y="49"/>
                    <a:pt x="143" y="64"/>
                  </a:cubicBezTo>
                  <a:cubicBezTo>
                    <a:pt x="121" y="83"/>
                    <a:pt x="98" y="102"/>
                    <a:pt x="79" y="124"/>
                  </a:cubicBezTo>
                  <a:cubicBezTo>
                    <a:pt x="57" y="149"/>
                    <a:pt x="40" y="180"/>
                    <a:pt x="27" y="211"/>
                  </a:cubicBezTo>
                  <a:cubicBezTo>
                    <a:pt x="17" y="233"/>
                    <a:pt x="3" y="258"/>
                    <a:pt x="0" y="28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7" name="Freeform 256">
              <a:extLst>
                <a:ext uri="{FF2B5EF4-FFF2-40B4-BE49-F238E27FC236}">
                  <a16:creationId xmlns:a16="http://schemas.microsoft.com/office/drawing/2014/main" id="{904085A4-957B-4FDF-A582-9EB6506E6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229"/>
              <a:ext cx="162" cy="164"/>
            </a:xfrm>
            <a:custGeom>
              <a:avLst/>
              <a:gdLst>
                <a:gd name="T0" fmla="*/ 158 w 164"/>
                <a:gd name="T1" fmla="*/ 0 h 167"/>
                <a:gd name="T2" fmla="*/ 121 w 164"/>
                <a:gd name="T3" fmla="*/ 36 h 167"/>
                <a:gd name="T4" fmla="*/ 62 w 164"/>
                <a:gd name="T5" fmla="*/ 71 h 167"/>
                <a:gd name="T6" fmla="*/ 0 w 164"/>
                <a:gd name="T7" fmla="*/ 158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67">
                  <a:moveTo>
                    <a:pt x="164" y="0"/>
                  </a:moveTo>
                  <a:cubicBezTo>
                    <a:pt x="160" y="19"/>
                    <a:pt x="141" y="31"/>
                    <a:pt x="125" y="39"/>
                  </a:cubicBezTo>
                  <a:cubicBezTo>
                    <a:pt x="104" y="50"/>
                    <a:pt x="83" y="59"/>
                    <a:pt x="65" y="74"/>
                  </a:cubicBezTo>
                  <a:cubicBezTo>
                    <a:pt x="32" y="101"/>
                    <a:pt x="16" y="130"/>
                    <a:pt x="0" y="1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8" name="Freeform 257">
              <a:extLst>
                <a:ext uri="{FF2B5EF4-FFF2-40B4-BE49-F238E27FC236}">
                  <a16:creationId xmlns:a16="http://schemas.microsoft.com/office/drawing/2014/main" id="{0127A469-6535-4B5F-A531-101346B1D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259"/>
              <a:ext cx="162" cy="135"/>
            </a:xfrm>
            <a:custGeom>
              <a:avLst/>
              <a:gdLst>
                <a:gd name="T0" fmla="*/ 156 w 164"/>
                <a:gd name="T1" fmla="*/ 0 h 138"/>
                <a:gd name="T2" fmla="*/ 141 w 164"/>
                <a:gd name="T3" fmla="*/ 19 h 138"/>
                <a:gd name="T4" fmla="*/ 112 w 164"/>
                <a:gd name="T5" fmla="*/ 34 h 138"/>
                <a:gd name="T6" fmla="*/ 51 w 164"/>
                <a:gd name="T7" fmla="*/ 62 h 138"/>
                <a:gd name="T8" fmla="*/ 0 w 164"/>
                <a:gd name="T9" fmla="*/ 1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8">
                  <a:moveTo>
                    <a:pt x="162" y="0"/>
                  </a:moveTo>
                  <a:cubicBezTo>
                    <a:pt x="164" y="0"/>
                    <a:pt x="151" y="16"/>
                    <a:pt x="147" y="19"/>
                  </a:cubicBezTo>
                  <a:cubicBezTo>
                    <a:pt x="138" y="26"/>
                    <a:pt x="125" y="34"/>
                    <a:pt x="115" y="37"/>
                  </a:cubicBezTo>
                  <a:cubicBezTo>
                    <a:pt x="94" y="44"/>
                    <a:pt x="73" y="53"/>
                    <a:pt x="54" y="65"/>
                  </a:cubicBezTo>
                  <a:cubicBezTo>
                    <a:pt x="28" y="82"/>
                    <a:pt x="18" y="113"/>
                    <a:pt x="0" y="138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9" name="Freeform 258">
              <a:extLst>
                <a:ext uri="{FF2B5EF4-FFF2-40B4-BE49-F238E27FC236}">
                  <a16:creationId xmlns:a16="http://schemas.microsoft.com/office/drawing/2014/main" id="{27557052-3424-468B-A646-68F68FABB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289"/>
              <a:ext cx="180" cy="129"/>
            </a:xfrm>
            <a:custGeom>
              <a:avLst/>
              <a:gdLst>
                <a:gd name="T0" fmla="*/ 176 w 182"/>
                <a:gd name="T1" fmla="*/ 0 h 131"/>
                <a:gd name="T2" fmla="*/ 120 w 182"/>
                <a:gd name="T3" fmla="*/ 33 h 131"/>
                <a:gd name="T4" fmla="*/ 58 w 182"/>
                <a:gd name="T5" fmla="*/ 62 h 131"/>
                <a:gd name="T6" fmla="*/ 0 w 182"/>
                <a:gd name="T7" fmla="*/ 125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31">
                  <a:moveTo>
                    <a:pt x="182" y="0"/>
                  </a:moveTo>
                  <a:cubicBezTo>
                    <a:pt x="178" y="22"/>
                    <a:pt x="140" y="30"/>
                    <a:pt x="123" y="36"/>
                  </a:cubicBezTo>
                  <a:cubicBezTo>
                    <a:pt x="102" y="44"/>
                    <a:pt x="80" y="53"/>
                    <a:pt x="61" y="65"/>
                  </a:cubicBezTo>
                  <a:cubicBezTo>
                    <a:pt x="35" y="82"/>
                    <a:pt x="14" y="104"/>
                    <a:pt x="0" y="131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0" name="Freeform 259">
              <a:extLst>
                <a:ext uri="{FF2B5EF4-FFF2-40B4-BE49-F238E27FC236}">
                  <a16:creationId xmlns:a16="http://schemas.microsoft.com/office/drawing/2014/main" id="{56DEAAD0-2CDB-4C38-920A-D5CE640B7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323"/>
              <a:ext cx="174" cy="74"/>
            </a:xfrm>
            <a:custGeom>
              <a:avLst/>
              <a:gdLst>
                <a:gd name="T0" fmla="*/ 170 w 176"/>
                <a:gd name="T1" fmla="*/ 0 h 76"/>
                <a:gd name="T2" fmla="*/ 117 w 176"/>
                <a:gd name="T3" fmla="*/ 22 h 76"/>
                <a:gd name="T4" fmla="*/ 66 w 176"/>
                <a:gd name="T5" fmla="*/ 32 h 76"/>
                <a:gd name="T6" fmla="*/ 0 w 176"/>
                <a:gd name="T7" fmla="*/ 7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76">
                  <a:moveTo>
                    <a:pt x="176" y="0"/>
                  </a:moveTo>
                  <a:cubicBezTo>
                    <a:pt x="159" y="17"/>
                    <a:pt x="144" y="21"/>
                    <a:pt x="120" y="25"/>
                  </a:cubicBezTo>
                  <a:cubicBezTo>
                    <a:pt x="103" y="27"/>
                    <a:pt x="86" y="32"/>
                    <a:pt x="69" y="35"/>
                  </a:cubicBezTo>
                  <a:cubicBezTo>
                    <a:pt x="41" y="40"/>
                    <a:pt x="15" y="52"/>
                    <a:pt x="0" y="76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1" name="Freeform 260">
              <a:extLst>
                <a:ext uri="{FF2B5EF4-FFF2-40B4-BE49-F238E27FC236}">
                  <a16:creationId xmlns:a16="http://schemas.microsoft.com/office/drawing/2014/main" id="{32F09462-1B13-4A8F-A631-F1EA8A265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359"/>
              <a:ext cx="156" cy="794"/>
            </a:xfrm>
            <a:custGeom>
              <a:avLst/>
              <a:gdLst>
                <a:gd name="T0" fmla="*/ 127 w 158"/>
                <a:gd name="T1" fmla="*/ 765 h 808"/>
                <a:gd name="T2" fmla="*/ 152 w 158"/>
                <a:gd name="T3" fmla="*/ 9 h 808"/>
                <a:gd name="T4" fmla="*/ 139 w 158"/>
                <a:gd name="T5" fmla="*/ 0 h 808"/>
                <a:gd name="T6" fmla="*/ 119 w 158"/>
                <a:gd name="T7" fmla="*/ 766 h 8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808">
                  <a:moveTo>
                    <a:pt x="133" y="806"/>
                  </a:moveTo>
                  <a:cubicBezTo>
                    <a:pt x="8" y="140"/>
                    <a:pt x="158" y="9"/>
                    <a:pt x="158" y="9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0"/>
                    <a:pt x="0" y="112"/>
                    <a:pt x="125" y="808"/>
                  </a:cubicBezTo>
                </a:path>
              </a:pathLst>
            </a:custGeom>
            <a:solidFill>
              <a:srgbClr val="D9B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2" name="Freeform 261">
              <a:extLst>
                <a:ext uri="{FF2B5EF4-FFF2-40B4-BE49-F238E27FC236}">
                  <a16:creationId xmlns:a16="http://schemas.microsoft.com/office/drawing/2014/main" id="{031AB235-038F-4C36-8F48-1CD62CE42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277"/>
              <a:ext cx="113" cy="88"/>
            </a:xfrm>
            <a:custGeom>
              <a:avLst/>
              <a:gdLst>
                <a:gd name="T0" fmla="*/ 109 w 115"/>
                <a:gd name="T1" fmla="*/ 68 h 89"/>
                <a:gd name="T2" fmla="*/ 50 w 115"/>
                <a:gd name="T3" fmla="*/ 66 h 89"/>
                <a:gd name="T4" fmla="*/ 0 w 115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89">
                  <a:moveTo>
                    <a:pt x="115" y="71"/>
                  </a:moveTo>
                  <a:cubicBezTo>
                    <a:pt x="97" y="89"/>
                    <a:pt x="71" y="87"/>
                    <a:pt x="53" y="69"/>
                  </a:cubicBezTo>
                  <a:cubicBezTo>
                    <a:pt x="32" y="48"/>
                    <a:pt x="23" y="1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3" name="Freeform 262">
              <a:extLst>
                <a:ext uri="{FF2B5EF4-FFF2-40B4-BE49-F238E27FC236}">
                  <a16:creationId xmlns:a16="http://schemas.microsoft.com/office/drawing/2014/main" id="{0DC73CC6-7BF2-4755-82B9-F587ACD5B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248"/>
              <a:ext cx="12" cy="96"/>
            </a:xfrm>
            <a:custGeom>
              <a:avLst/>
              <a:gdLst>
                <a:gd name="T0" fmla="*/ 11 w 12"/>
                <a:gd name="T1" fmla="*/ 92 h 98"/>
                <a:gd name="T2" fmla="*/ 3 w 12"/>
                <a:gd name="T3" fmla="*/ 57 h 98"/>
                <a:gd name="T4" fmla="*/ 12 w 12"/>
                <a:gd name="T5" fmla="*/ 26 h 98"/>
                <a:gd name="T6" fmla="*/ 4 w 1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8">
                  <a:moveTo>
                    <a:pt x="11" y="98"/>
                  </a:moveTo>
                  <a:cubicBezTo>
                    <a:pt x="5" y="86"/>
                    <a:pt x="0" y="74"/>
                    <a:pt x="3" y="60"/>
                  </a:cubicBezTo>
                  <a:cubicBezTo>
                    <a:pt x="5" y="50"/>
                    <a:pt x="12" y="40"/>
                    <a:pt x="12" y="29"/>
                  </a:cubicBezTo>
                  <a:cubicBezTo>
                    <a:pt x="12" y="18"/>
                    <a:pt x="6" y="1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4" name="Freeform 263">
              <a:extLst>
                <a:ext uri="{FF2B5EF4-FFF2-40B4-BE49-F238E27FC236}">
                  <a16:creationId xmlns:a16="http://schemas.microsoft.com/office/drawing/2014/main" id="{A58F47FB-6091-4772-8ED0-6E1DF2732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347"/>
              <a:ext cx="78" cy="16"/>
            </a:xfrm>
            <a:custGeom>
              <a:avLst/>
              <a:gdLst>
                <a:gd name="T0" fmla="*/ 76 w 79"/>
                <a:gd name="T1" fmla="*/ 10 h 16"/>
                <a:gd name="T2" fmla="*/ 22 w 79"/>
                <a:gd name="T3" fmla="*/ 6 h 16"/>
                <a:gd name="T4" fmla="*/ 0 w 7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6">
                  <a:moveTo>
                    <a:pt x="79" y="10"/>
                  </a:moveTo>
                  <a:cubicBezTo>
                    <a:pt x="61" y="16"/>
                    <a:pt x="40" y="12"/>
                    <a:pt x="22" y="6"/>
                  </a:cubicBezTo>
                  <a:cubicBezTo>
                    <a:pt x="15" y="3"/>
                    <a:pt x="7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5" name="Freeform 264">
              <a:extLst>
                <a:ext uri="{FF2B5EF4-FFF2-40B4-BE49-F238E27FC236}">
                  <a16:creationId xmlns:a16="http://schemas.microsoft.com/office/drawing/2014/main" id="{5FF1BD40-8CCB-4E53-823A-DA7531981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43"/>
              <a:ext cx="59" cy="744"/>
            </a:xfrm>
            <a:custGeom>
              <a:avLst/>
              <a:gdLst>
                <a:gd name="T0" fmla="*/ 0 w 60"/>
                <a:gd name="T1" fmla="*/ 0 h 757"/>
                <a:gd name="T2" fmla="*/ 20 w 60"/>
                <a:gd name="T3" fmla="*/ 127 h 757"/>
                <a:gd name="T4" fmla="*/ 12 w 60"/>
                <a:gd name="T5" fmla="*/ 348 h 757"/>
                <a:gd name="T6" fmla="*/ 30 w 60"/>
                <a:gd name="T7" fmla="*/ 564 h 757"/>
                <a:gd name="T8" fmla="*/ 46 w 60"/>
                <a:gd name="T9" fmla="*/ 643 h 757"/>
                <a:gd name="T10" fmla="*/ 57 w 60"/>
                <a:gd name="T11" fmla="*/ 718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57">
                  <a:moveTo>
                    <a:pt x="0" y="0"/>
                  </a:moveTo>
                  <a:cubicBezTo>
                    <a:pt x="16" y="40"/>
                    <a:pt x="16" y="90"/>
                    <a:pt x="20" y="133"/>
                  </a:cubicBezTo>
                  <a:cubicBezTo>
                    <a:pt x="28" y="210"/>
                    <a:pt x="16" y="289"/>
                    <a:pt x="12" y="366"/>
                  </a:cubicBezTo>
                  <a:cubicBezTo>
                    <a:pt x="8" y="444"/>
                    <a:pt x="17" y="519"/>
                    <a:pt x="33" y="594"/>
                  </a:cubicBezTo>
                  <a:cubicBezTo>
                    <a:pt x="40" y="621"/>
                    <a:pt x="44" y="649"/>
                    <a:pt x="49" y="677"/>
                  </a:cubicBezTo>
                  <a:cubicBezTo>
                    <a:pt x="54" y="702"/>
                    <a:pt x="52" y="735"/>
                    <a:pt x="60" y="7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6" name="Freeform 265">
              <a:extLst>
                <a:ext uri="{FF2B5EF4-FFF2-40B4-BE49-F238E27FC236}">
                  <a16:creationId xmlns:a16="http://schemas.microsoft.com/office/drawing/2014/main" id="{6ADF700A-1492-4E13-90D1-B6C37C0F7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140"/>
              <a:ext cx="52" cy="373"/>
            </a:xfrm>
            <a:custGeom>
              <a:avLst/>
              <a:gdLst>
                <a:gd name="T0" fmla="*/ 46 w 53"/>
                <a:gd name="T1" fmla="*/ 0 h 380"/>
                <a:gd name="T2" fmla="*/ 40 w 53"/>
                <a:gd name="T3" fmla="*/ 69 h 380"/>
                <a:gd name="T4" fmla="*/ 16 w 53"/>
                <a:gd name="T5" fmla="*/ 204 h 380"/>
                <a:gd name="T6" fmla="*/ 5 w 53"/>
                <a:gd name="T7" fmla="*/ 359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80">
                  <a:moveTo>
                    <a:pt x="49" y="0"/>
                  </a:moveTo>
                  <a:cubicBezTo>
                    <a:pt x="53" y="26"/>
                    <a:pt x="48" y="46"/>
                    <a:pt x="43" y="72"/>
                  </a:cubicBezTo>
                  <a:cubicBezTo>
                    <a:pt x="34" y="120"/>
                    <a:pt x="27" y="168"/>
                    <a:pt x="16" y="216"/>
                  </a:cubicBezTo>
                  <a:cubicBezTo>
                    <a:pt x="5" y="269"/>
                    <a:pt x="0" y="327"/>
                    <a:pt x="5" y="38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7" name="Freeform 266">
              <a:extLst>
                <a:ext uri="{FF2B5EF4-FFF2-40B4-BE49-F238E27FC236}">
                  <a16:creationId xmlns:a16="http://schemas.microsoft.com/office/drawing/2014/main" id="{FAD9D1A0-BCBA-47C8-86FF-35C68B2FA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331"/>
              <a:ext cx="88" cy="436"/>
            </a:xfrm>
            <a:custGeom>
              <a:avLst/>
              <a:gdLst>
                <a:gd name="T0" fmla="*/ 0 w 90"/>
                <a:gd name="T1" fmla="*/ 0 h 443"/>
                <a:gd name="T2" fmla="*/ 46 w 90"/>
                <a:gd name="T3" fmla="*/ 79 h 443"/>
                <a:gd name="T4" fmla="*/ 82 w 90"/>
                <a:gd name="T5" fmla="*/ 198 h 443"/>
                <a:gd name="T6" fmla="*/ 75 w 90"/>
                <a:gd name="T7" fmla="*/ 316 h 443"/>
                <a:gd name="T8" fmla="*/ 73 w 90"/>
                <a:gd name="T9" fmla="*/ 422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443">
                  <a:moveTo>
                    <a:pt x="0" y="0"/>
                  </a:moveTo>
                  <a:cubicBezTo>
                    <a:pt x="5" y="31"/>
                    <a:pt x="33" y="56"/>
                    <a:pt x="49" y="82"/>
                  </a:cubicBezTo>
                  <a:cubicBezTo>
                    <a:pt x="74" y="123"/>
                    <a:pt x="86" y="159"/>
                    <a:pt x="88" y="207"/>
                  </a:cubicBezTo>
                  <a:cubicBezTo>
                    <a:pt x="90" y="248"/>
                    <a:pt x="84" y="290"/>
                    <a:pt x="81" y="331"/>
                  </a:cubicBezTo>
                  <a:cubicBezTo>
                    <a:pt x="79" y="368"/>
                    <a:pt x="79" y="405"/>
                    <a:pt x="79" y="443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8" name="Freeform 267">
              <a:extLst>
                <a:ext uri="{FF2B5EF4-FFF2-40B4-BE49-F238E27FC236}">
                  <a16:creationId xmlns:a16="http://schemas.microsoft.com/office/drawing/2014/main" id="{BA7B3E34-DADC-4935-A826-2900C6B2E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643"/>
              <a:ext cx="441" cy="853"/>
            </a:xfrm>
            <a:custGeom>
              <a:avLst/>
              <a:gdLst>
                <a:gd name="T0" fmla="*/ 427 w 448"/>
                <a:gd name="T1" fmla="*/ 0 h 867"/>
                <a:gd name="T2" fmla="*/ 404 w 448"/>
                <a:gd name="T3" fmla="*/ 128 h 867"/>
                <a:gd name="T4" fmla="*/ 322 w 448"/>
                <a:gd name="T5" fmla="*/ 316 h 867"/>
                <a:gd name="T6" fmla="*/ 229 w 448"/>
                <a:gd name="T7" fmla="*/ 502 h 867"/>
                <a:gd name="T8" fmla="*/ 159 w 448"/>
                <a:gd name="T9" fmla="*/ 672 h 867"/>
                <a:gd name="T10" fmla="*/ 91 w 448"/>
                <a:gd name="T11" fmla="*/ 753 h 867"/>
                <a:gd name="T12" fmla="*/ 46 w 448"/>
                <a:gd name="T13" fmla="*/ 795 h 867"/>
                <a:gd name="T14" fmla="*/ 6 w 448"/>
                <a:gd name="T15" fmla="*/ 825 h 8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8" h="867">
                  <a:moveTo>
                    <a:pt x="448" y="0"/>
                  </a:moveTo>
                  <a:cubicBezTo>
                    <a:pt x="434" y="44"/>
                    <a:pt x="431" y="88"/>
                    <a:pt x="423" y="134"/>
                  </a:cubicBezTo>
                  <a:cubicBezTo>
                    <a:pt x="410" y="204"/>
                    <a:pt x="380" y="273"/>
                    <a:pt x="337" y="331"/>
                  </a:cubicBezTo>
                  <a:cubicBezTo>
                    <a:pt x="292" y="392"/>
                    <a:pt x="266" y="455"/>
                    <a:pt x="241" y="526"/>
                  </a:cubicBezTo>
                  <a:cubicBezTo>
                    <a:pt x="221" y="580"/>
                    <a:pt x="211" y="665"/>
                    <a:pt x="168" y="705"/>
                  </a:cubicBezTo>
                  <a:cubicBezTo>
                    <a:pt x="146" y="727"/>
                    <a:pt x="121" y="767"/>
                    <a:pt x="94" y="791"/>
                  </a:cubicBezTo>
                  <a:cubicBezTo>
                    <a:pt x="82" y="802"/>
                    <a:pt x="59" y="823"/>
                    <a:pt x="49" y="834"/>
                  </a:cubicBezTo>
                  <a:cubicBezTo>
                    <a:pt x="42" y="842"/>
                    <a:pt x="0" y="863"/>
                    <a:pt x="6" y="86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9" name="Freeform 268">
              <a:extLst>
                <a:ext uri="{FF2B5EF4-FFF2-40B4-BE49-F238E27FC236}">
                  <a16:creationId xmlns:a16="http://schemas.microsoft.com/office/drawing/2014/main" id="{0E0A9BBA-0ED9-4E90-A8E4-0E0AB0E07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650"/>
              <a:ext cx="230" cy="887"/>
            </a:xfrm>
            <a:custGeom>
              <a:avLst/>
              <a:gdLst>
                <a:gd name="T0" fmla="*/ 220 w 233"/>
                <a:gd name="T1" fmla="*/ 0 h 902"/>
                <a:gd name="T2" fmla="*/ 222 w 233"/>
                <a:gd name="T3" fmla="*/ 67 h 902"/>
                <a:gd name="T4" fmla="*/ 218 w 233"/>
                <a:gd name="T5" fmla="*/ 171 h 902"/>
                <a:gd name="T6" fmla="*/ 168 w 233"/>
                <a:gd name="T7" fmla="*/ 404 h 902"/>
                <a:gd name="T8" fmla="*/ 49 w 233"/>
                <a:gd name="T9" fmla="*/ 572 h 902"/>
                <a:gd name="T10" fmla="*/ 2 w 233"/>
                <a:gd name="T11" fmla="*/ 728 h 902"/>
                <a:gd name="T12" fmla="*/ 32 w 233"/>
                <a:gd name="T13" fmla="*/ 857 h 9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3" h="902">
                  <a:moveTo>
                    <a:pt x="229" y="0"/>
                  </a:moveTo>
                  <a:cubicBezTo>
                    <a:pt x="225" y="37"/>
                    <a:pt x="233" y="48"/>
                    <a:pt x="231" y="70"/>
                  </a:cubicBezTo>
                  <a:cubicBezTo>
                    <a:pt x="227" y="106"/>
                    <a:pt x="224" y="144"/>
                    <a:pt x="227" y="180"/>
                  </a:cubicBezTo>
                  <a:cubicBezTo>
                    <a:pt x="233" y="265"/>
                    <a:pt x="222" y="352"/>
                    <a:pt x="174" y="425"/>
                  </a:cubicBezTo>
                  <a:cubicBezTo>
                    <a:pt x="135" y="485"/>
                    <a:pt x="84" y="538"/>
                    <a:pt x="52" y="602"/>
                  </a:cubicBezTo>
                  <a:cubicBezTo>
                    <a:pt x="26" y="657"/>
                    <a:pt x="10" y="670"/>
                    <a:pt x="2" y="766"/>
                  </a:cubicBezTo>
                  <a:cubicBezTo>
                    <a:pt x="0" y="791"/>
                    <a:pt x="22" y="878"/>
                    <a:pt x="32" y="902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0" name="Freeform 269">
              <a:extLst>
                <a:ext uri="{FF2B5EF4-FFF2-40B4-BE49-F238E27FC236}">
                  <a16:creationId xmlns:a16="http://schemas.microsoft.com/office/drawing/2014/main" id="{EE73A6FB-1464-4511-B0C8-296E79CD5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351"/>
              <a:ext cx="131" cy="214"/>
            </a:xfrm>
            <a:custGeom>
              <a:avLst/>
              <a:gdLst>
                <a:gd name="T0" fmla="*/ 127 w 133"/>
                <a:gd name="T1" fmla="*/ 0 h 217"/>
                <a:gd name="T2" fmla="*/ 32 w 133"/>
                <a:gd name="T3" fmla="*/ 92 h 217"/>
                <a:gd name="T4" fmla="*/ 0 w 133"/>
                <a:gd name="T5" fmla="*/ 208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17">
                  <a:moveTo>
                    <a:pt x="133" y="0"/>
                  </a:moveTo>
                  <a:cubicBezTo>
                    <a:pt x="99" y="37"/>
                    <a:pt x="54" y="48"/>
                    <a:pt x="32" y="95"/>
                  </a:cubicBezTo>
                  <a:cubicBezTo>
                    <a:pt x="14" y="133"/>
                    <a:pt x="19" y="183"/>
                    <a:pt x="0" y="2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1" name="Freeform 270">
              <a:extLst>
                <a:ext uri="{FF2B5EF4-FFF2-40B4-BE49-F238E27FC236}">
                  <a16:creationId xmlns:a16="http://schemas.microsoft.com/office/drawing/2014/main" id="{5911F5B7-DDBA-47E2-B7FC-E57390D7A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510"/>
              <a:ext cx="32" cy="409"/>
            </a:xfrm>
            <a:custGeom>
              <a:avLst/>
              <a:gdLst>
                <a:gd name="T0" fmla="*/ 1 w 32"/>
                <a:gd name="T1" fmla="*/ 0 h 417"/>
                <a:gd name="T2" fmla="*/ 7 w 32"/>
                <a:gd name="T3" fmla="*/ 100 h 417"/>
                <a:gd name="T4" fmla="*/ 25 w 32"/>
                <a:gd name="T5" fmla="*/ 201 h 417"/>
                <a:gd name="T6" fmla="*/ 7 w 32"/>
                <a:gd name="T7" fmla="*/ 393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7">
                  <a:moveTo>
                    <a:pt x="1" y="0"/>
                  </a:moveTo>
                  <a:cubicBezTo>
                    <a:pt x="5" y="36"/>
                    <a:pt x="0" y="70"/>
                    <a:pt x="7" y="106"/>
                  </a:cubicBezTo>
                  <a:cubicBezTo>
                    <a:pt x="14" y="141"/>
                    <a:pt x="22" y="177"/>
                    <a:pt x="25" y="213"/>
                  </a:cubicBezTo>
                  <a:cubicBezTo>
                    <a:pt x="31" y="272"/>
                    <a:pt x="32" y="366"/>
                    <a:pt x="7" y="41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2" name="Freeform 271">
              <a:extLst>
                <a:ext uri="{FF2B5EF4-FFF2-40B4-BE49-F238E27FC236}">
                  <a16:creationId xmlns:a16="http://schemas.microsoft.com/office/drawing/2014/main" id="{32AF4F70-461B-42D3-B0D0-91BB7A1FB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369"/>
              <a:ext cx="12" cy="246"/>
            </a:xfrm>
            <a:custGeom>
              <a:avLst/>
              <a:gdLst>
                <a:gd name="T0" fmla="*/ 0 w 13"/>
                <a:gd name="T1" fmla="*/ 0 h 250"/>
                <a:gd name="T2" fmla="*/ 6 w 13"/>
                <a:gd name="T3" fmla="*/ 132 h 250"/>
                <a:gd name="T4" fmla="*/ 8 w 13"/>
                <a:gd name="T5" fmla="*/ 238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0">
                  <a:moveTo>
                    <a:pt x="0" y="0"/>
                  </a:moveTo>
                  <a:cubicBezTo>
                    <a:pt x="0" y="47"/>
                    <a:pt x="4" y="91"/>
                    <a:pt x="9" y="138"/>
                  </a:cubicBezTo>
                  <a:cubicBezTo>
                    <a:pt x="13" y="177"/>
                    <a:pt x="9" y="213"/>
                    <a:pt x="11" y="250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3" name="Freeform 272">
              <a:extLst>
                <a:ext uri="{FF2B5EF4-FFF2-40B4-BE49-F238E27FC236}">
                  <a16:creationId xmlns:a16="http://schemas.microsoft.com/office/drawing/2014/main" id="{3B9D5B30-CD6D-4599-B41F-ADB5E6E5A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455"/>
              <a:ext cx="71" cy="155"/>
            </a:xfrm>
            <a:custGeom>
              <a:avLst/>
              <a:gdLst>
                <a:gd name="T0" fmla="*/ 57 w 72"/>
                <a:gd name="T1" fmla="*/ 0 h 157"/>
                <a:gd name="T2" fmla="*/ 0 w 72"/>
                <a:gd name="T3" fmla="*/ 151 h 1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157">
                  <a:moveTo>
                    <a:pt x="60" y="0"/>
                  </a:moveTo>
                  <a:cubicBezTo>
                    <a:pt x="72" y="54"/>
                    <a:pt x="25" y="111"/>
                    <a:pt x="0" y="157"/>
                  </a:cubicBezTo>
                </a:path>
              </a:pathLst>
            </a:custGeom>
            <a:noFill/>
            <a:ln w="6350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4" name="Freeform 273">
              <a:extLst>
                <a:ext uri="{FF2B5EF4-FFF2-40B4-BE49-F238E27FC236}">
                  <a16:creationId xmlns:a16="http://schemas.microsoft.com/office/drawing/2014/main" id="{8E360822-554C-45FD-848A-F0793BC26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087"/>
              <a:ext cx="387" cy="568"/>
            </a:xfrm>
            <a:custGeom>
              <a:avLst/>
              <a:gdLst>
                <a:gd name="T0" fmla="*/ 7 w 393"/>
                <a:gd name="T1" fmla="*/ 548 h 578"/>
                <a:gd name="T2" fmla="*/ 233 w 393"/>
                <a:gd name="T3" fmla="*/ 189 h 578"/>
                <a:gd name="T4" fmla="*/ 347 w 393"/>
                <a:gd name="T5" fmla="*/ 71 h 578"/>
                <a:gd name="T6" fmla="*/ 375 w 393"/>
                <a:gd name="T7" fmla="*/ 15 h 578"/>
                <a:gd name="T8" fmla="*/ 365 w 393"/>
                <a:gd name="T9" fmla="*/ 0 h 578"/>
                <a:gd name="T10" fmla="*/ 333 w 393"/>
                <a:gd name="T11" fmla="*/ 71 h 578"/>
                <a:gd name="T12" fmla="*/ 229 w 393"/>
                <a:gd name="T13" fmla="*/ 183 h 578"/>
                <a:gd name="T14" fmla="*/ 0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7" y="578"/>
                  </a:moveTo>
                  <a:cubicBezTo>
                    <a:pt x="48" y="402"/>
                    <a:pt x="56" y="272"/>
                    <a:pt x="245" y="198"/>
                  </a:cubicBezTo>
                  <a:cubicBezTo>
                    <a:pt x="304" y="175"/>
                    <a:pt x="352" y="100"/>
                    <a:pt x="363" y="74"/>
                  </a:cubicBezTo>
                  <a:cubicBezTo>
                    <a:pt x="373" y="51"/>
                    <a:pt x="393" y="15"/>
                    <a:pt x="393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965" name="Freeform 274">
              <a:extLst>
                <a:ext uri="{FF2B5EF4-FFF2-40B4-BE49-F238E27FC236}">
                  <a16:creationId xmlns:a16="http://schemas.microsoft.com/office/drawing/2014/main" id="{B5F3B248-FFEC-4F68-8B54-983C75DBB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087"/>
              <a:ext cx="387" cy="568"/>
            </a:xfrm>
            <a:custGeom>
              <a:avLst/>
              <a:gdLst>
                <a:gd name="T0" fmla="*/ 7 w 393"/>
                <a:gd name="T1" fmla="*/ 548 h 578"/>
                <a:gd name="T2" fmla="*/ 233 w 393"/>
                <a:gd name="T3" fmla="*/ 189 h 578"/>
                <a:gd name="T4" fmla="*/ 347 w 393"/>
                <a:gd name="T5" fmla="*/ 71 h 578"/>
                <a:gd name="T6" fmla="*/ 375 w 393"/>
                <a:gd name="T7" fmla="*/ 15 h 578"/>
                <a:gd name="T8" fmla="*/ 365 w 393"/>
                <a:gd name="T9" fmla="*/ 0 h 578"/>
                <a:gd name="T10" fmla="*/ 333 w 393"/>
                <a:gd name="T11" fmla="*/ 71 h 578"/>
                <a:gd name="T12" fmla="*/ 229 w 393"/>
                <a:gd name="T13" fmla="*/ 183 h 578"/>
                <a:gd name="T14" fmla="*/ 0 w 393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578">
                  <a:moveTo>
                    <a:pt x="7" y="578"/>
                  </a:moveTo>
                  <a:cubicBezTo>
                    <a:pt x="48" y="402"/>
                    <a:pt x="56" y="272"/>
                    <a:pt x="245" y="198"/>
                  </a:cubicBezTo>
                  <a:cubicBezTo>
                    <a:pt x="304" y="175"/>
                    <a:pt x="352" y="100"/>
                    <a:pt x="363" y="74"/>
                  </a:cubicBezTo>
                  <a:cubicBezTo>
                    <a:pt x="373" y="51"/>
                    <a:pt x="393" y="15"/>
                    <a:pt x="393" y="15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59" y="52"/>
                    <a:pt x="348" y="74"/>
                  </a:cubicBezTo>
                  <a:cubicBezTo>
                    <a:pt x="335" y="99"/>
                    <a:pt x="296" y="167"/>
                    <a:pt x="241" y="192"/>
                  </a:cubicBezTo>
                  <a:cubicBezTo>
                    <a:pt x="54" y="278"/>
                    <a:pt x="64" y="330"/>
                    <a:pt x="0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6" name="Freeform 275">
              <a:extLst>
                <a:ext uri="{FF2B5EF4-FFF2-40B4-BE49-F238E27FC236}">
                  <a16:creationId xmlns:a16="http://schemas.microsoft.com/office/drawing/2014/main" id="{7861E2AC-6C27-4346-97D9-270B78AB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087"/>
              <a:ext cx="388" cy="568"/>
            </a:xfrm>
            <a:custGeom>
              <a:avLst/>
              <a:gdLst>
                <a:gd name="T0" fmla="*/ 368 w 394"/>
                <a:gd name="T1" fmla="*/ 548 h 578"/>
                <a:gd name="T2" fmla="*/ 142 w 394"/>
                <a:gd name="T3" fmla="*/ 189 h 578"/>
                <a:gd name="T4" fmla="*/ 30 w 394"/>
                <a:gd name="T5" fmla="*/ 71 h 578"/>
                <a:gd name="T6" fmla="*/ 0 w 394"/>
                <a:gd name="T7" fmla="*/ 15 h 578"/>
                <a:gd name="T8" fmla="*/ 10 w 394"/>
                <a:gd name="T9" fmla="*/ 0 h 578"/>
                <a:gd name="T10" fmla="*/ 43 w 394"/>
                <a:gd name="T11" fmla="*/ 71 h 578"/>
                <a:gd name="T12" fmla="*/ 147 w 394"/>
                <a:gd name="T13" fmla="*/ 183 h 578"/>
                <a:gd name="T14" fmla="*/ 376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386" y="578"/>
                  </a:moveTo>
                  <a:cubicBezTo>
                    <a:pt x="345" y="402"/>
                    <a:pt x="337" y="272"/>
                    <a:pt x="148" y="198"/>
                  </a:cubicBezTo>
                  <a:cubicBezTo>
                    <a:pt x="89" y="175"/>
                    <a:pt x="42" y="100"/>
                    <a:pt x="30" y="74"/>
                  </a:cubicBezTo>
                  <a:cubicBezTo>
                    <a:pt x="21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5" y="52"/>
                    <a:pt x="46" y="74"/>
                  </a:cubicBezTo>
                  <a:cubicBezTo>
                    <a:pt x="59" y="99"/>
                    <a:pt x="97" y="167"/>
                    <a:pt x="153" y="192"/>
                  </a:cubicBezTo>
                  <a:cubicBezTo>
                    <a:pt x="340" y="278"/>
                    <a:pt x="330" y="330"/>
                    <a:pt x="394" y="576"/>
                  </a:cubicBezTo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967" name="Freeform 276">
              <a:extLst>
                <a:ext uri="{FF2B5EF4-FFF2-40B4-BE49-F238E27FC236}">
                  <a16:creationId xmlns:a16="http://schemas.microsoft.com/office/drawing/2014/main" id="{C32120CA-14BB-42F6-8FF5-8BD253A3E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087"/>
              <a:ext cx="388" cy="568"/>
            </a:xfrm>
            <a:custGeom>
              <a:avLst/>
              <a:gdLst>
                <a:gd name="T0" fmla="*/ 368 w 394"/>
                <a:gd name="T1" fmla="*/ 548 h 578"/>
                <a:gd name="T2" fmla="*/ 142 w 394"/>
                <a:gd name="T3" fmla="*/ 189 h 578"/>
                <a:gd name="T4" fmla="*/ 30 w 394"/>
                <a:gd name="T5" fmla="*/ 71 h 578"/>
                <a:gd name="T6" fmla="*/ 0 w 394"/>
                <a:gd name="T7" fmla="*/ 15 h 578"/>
                <a:gd name="T8" fmla="*/ 10 w 394"/>
                <a:gd name="T9" fmla="*/ 0 h 578"/>
                <a:gd name="T10" fmla="*/ 43 w 394"/>
                <a:gd name="T11" fmla="*/ 71 h 578"/>
                <a:gd name="T12" fmla="*/ 147 w 394"/>
                <a:gd name="T13" fmla="*/ 183 h 578"/>
                <a:gd name="T14" fmla="*/ 376 w 394"/>
                <a:gd name="T15" fmla="*/ 546 h 5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578">
                  <a:moveTo>
                    <a:pt x="386" y="578"/>
                  </a:moveTo>
                  <a:cubicBezTo>
                    <a:pt x="345" y="402"/>
                    <a:pt x="337" y="272"/>
                    <a:pt x="148" y="198"/>
                  </a:cubicBezTo>
                  <a:cubicBezTo>
                    <a:pt x="89" y="175"/>
                    <a:pt x="42" y="100"/>
                    <a:pt x="30" y="74"/>
                  </a:cubicBezTo>
                  <a:cubicBezTo>
                    <a:pt x="21" y="51"/>
                    <a:pt x="0" y="15"/>
                    <a:pt x="0" y="1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35" y="52"/>
                    <a:pt x="46" y="74"/>
                  </a:cubicBezTo>
                  <a:cubicBezTo>
                    <a:pt x="59" y="99"/>
                    <a:pt x="97" y="167"/>
                    <a:pt x="153" y="192"/>
                  </a:cubicBezTo>
                  <a:cubicBezTo>
                    <a:pt x="340" y="278"/>
                    <a:pt x="330" y="330"/>
                    <a:pt x="394" y="576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8" name="Freeform 277">
              <a:extLst>
                <a:ext uri="{FF2B5EF4-FFF2-40B4-BE49-F238E27FC236}">
                  <a16:creationId xmlns:a16="http://schemas.microsoft.com/office/drawing/2014/main" id="{79AB4FEE-6DA7-42F2-9F08-97B5231CF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942"/>
              <a:ext cx="61" cy="1466"/>
            </a:xfrm>
            <a:custGeom>
              <a:avLst/>
              <a:gdLst>
                <a:gd name="T0" fmla="*/ 50 w 62"/>
                <a:gd name="T1" fmla="*/ 0 h 1491"/>
                <a:gd name="T2" fmla="*/ 49 w 62"/>
                <a:gd name="T3" fmla="*/ 231 h 1491"/>
                <a:gd name="T4" fmla="*/ 43 w 62"/>
                <a:gd name="T5" fmla="*/ 764 h 1491"/>
                <a:gd name="T6" fmla="*/ 37 w 62"/>
                <a:gd name="T7" fmla="*/ 1177 h 1491"/>
                <a:gd name="T8" fmla="*/ 31 w 62"/>
                <a:gd name="T9" fmla="*/ 1417 h 1491"/>
                <a:gd name="T10" fmla="*/ 31 w 62"/>
                <a:gd name="T11" fmla="*/ 1417 h 1491"/>
                <a:gd name="T12" fmla="*/ 23 w 62"/>
                <a:gd name="T13" fmla="*/ 1177 h 1491"/>
                <a:gd name="T14" fmla="*/ 17 w 62"/>
                <a:gd name="T15" fmla="*/ 764 h 1491"/>
                <a:gd name="T16" fmla="*/ 11 w 62"/>
                <a:gd name="T17" fmla="*/ 231 h 1491"/>
                <a:gd name="T18" fmla="*/ 9 w 62"/>
                <a:gd name="T19" fmla="*/ 0 h 1491"/>
                <a:gd name="T20" fmla="*/ 50 w 62"/>
                <a:gd name="T21" fmla="*/ 0 h 14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1491">
                  <a:moveTo>
                    <a:pt x="53" y="0"/>
                  </a:moveTo>
                  <a:cubicBezTo>
                    <a:pt x="53" y="0"/>
                    <a:pt x="62" y="158"/>
                    <a:pt x="52" y="243"/>
                  </a:cubicBezTo>
                  <a:cubicBezTo>
                    <a:pt x="41" y="327"/>
                    <a:pt x="38" y="737"/>
                    <a:pt x="46" y="803"/>
                  </a:cubicBezTo>
                  <a:cubicBezTo>
                    <a:pt x="54" y="869"/>
                    <a:pt x="47" y="1052"/>
                    <a:pt x="40" y="1238"/>
                  </a:cubicBezTo>
                  <a:cubicBezTo>
                    <a:pt x="33" y="1425"/>
                    <a:pt x="31" y="1491"/>
                    <a:pt x="31" y="1491"/>
                  </a:cubicBezTo>
                  <a:cubicBezTo>
                    <a:pt x="31" y="1491"/>
                    <a:pt x="31" y="1491"/>
                    <a:pt x="31" y="1491"/>
                  </a:cubicBezTo>
                  <a:cubicBezTo>
                    <a:pt x="31" y="1491"/>
                    <a:pt x="30" y="1425"/>
                    <a:pt x="23" y="1238"/>
                  </a:cubicBezTo>
                  <a:cubicBezTo>
                    <a:pt x="16" y="1052"/>
                    <a:pt x="9" y="869"/>
                    <a:pt x="17" y="803"/>
                  </a:cubicBezTo>
                  <a:cubicBezTo>
                    <a:pt x="24" y="737"/>
                    <a:pt x="21" y="327"/>
                    <a:pt x="11" y="243"/>
                  </a:cubicBezTo>
                  <a:cubicBezTo>
                    <a:pt x="0" y="158"/>
                    <a:pt x="9" y="0"/>
                    <a:pt x="9" y="0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EADAE1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969" name="Freeform 278">
              <a:extLst>
                <a:ext uri="{FF2B5EF4-FFF2-40B4-BE49-F238E27FC236}">
                  <a16:creationId xmlns:a16="http://schemas.microsoft.com/office/drawing/2014/main" id="{4B5A4C7B-5B0E-4121-AC50-E43590454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096"/>
              <a:ext cx="6" cy="32"/>
            </a:xfrm>
            <a:custGeom>
              <a:avLst/>
              <a:gdLst>
                <a:gd name="T0" fmla="*/ 1 w 6"/>
                <a:gd name="T1" fmla="*/ 7 h 32"/>
                <a:gd name="T2" fmla="*/ 5 w 6"/>
                <a:gd name="T3" fmla="*/ 0 h 32"/>
                <a:gd name="T4" fmla="*/ 6 w 6"/>
                <a:gd name="T5" fmla="*/ 30 h 32"/>
                <a:gd name="T6" fmla="*/ 0 w 6"/>
                <a:gd name="T7" fmla="*/ 32 h 32"/>
                <a:gd name="T8" fmla="*/ 1 w 6"/>
                <a:gd name="T9" fmla="*/ 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2">
                  <a:moveTo>
                    <a:pt x="1" y="7"/>
                  </a:moveTo>
                  <a:lnTo>
                    <a:pt x="5" y="0"/>
                  </a:lnTo>
                  <a:lnTo>
                    <a:pt x="6" y="30"/>
                  </a:lnTo>
                  <a:lnTo>
                    <a:pt x="0" y="32"/>
                  </a:lnTo>
                  <a:lnTo>
                    <a:pt x="1" y="7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0" name="Freeform 279">
              <a:extLst>
                <a:ext uri="{FF2B5EF4-FFF2-40B4-BE49-F238E27FC236}">
                  <a16:creationId xmlns:a16="http://schemas.microsoft.com/office/drawing/2014/main" id="{B75748AB-8E45-426D-BF75-997EC3B7E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098"/>
              <a:ext cx="8" cy="34"/>
            </a:xfrm>
            <a:custGeom>
              <a:avLst/>
              <a:gdLst>
                <a:gd name="T0" fmla="*/ 6 w 8"/>
                <a:gd name="T1" fmla="*/ 7 h 34"/>
                <a:gd name="T2" fmla="*/ 2 w 8"/>
                <a:gd name="T3" fmla="*/ 0 h 34"/>
                <a:gd name="T4" fmla="*/ 0 w 8"/>
                <a:gd name="T5" fmla="*/ 31 h 34"/>
                <a:gd name="T6" fmla="*/ 8 w 8"/>
                <a:gd name="T7" fmla="*/ 34 h 34"/>
                <a:gd name="T8" fmla="*/ 6 w 8"/>
                <a:gd name="T9" fmla="*/ 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4">
                  <a:moveTo>
                    <a:pt x="6" y="7"/>
                  </a:moveTo>
                  <a:lnTo>
                    <a:pt x="2" y="0"/>
                  </a:lnTo>
                  <a:lnTo>
                    <a:pt x="0" y="31"/>
                  </a:lnTo>
                  <a:lnTo>
                    <a:pt x="8" y="34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EA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1" name="Freeform 280">
              <a:extLst>
                <a:ext uri="{FF2B5EF4-FFF2-40B4-BE49-F238E27FC236}">
                  <a16:creationId xmlns:a16="http://schemas.microsoft.com/office/drawing/2014/main" id="{25ED78E0-1CA3-4B8E-8297-BDEBE5065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744"/>
              <a:ext cx="282" cy="242"/>
            </a:xfrm>
            <a:custGeom>
              <a:avLst/>
              <a:gdLst>
                <a:gd name="T0" fmla="*/ 157 w 287"/>
                <a:gd name="T1" fmla="*/ 209 h 246"/>
                <a:gd name="T2" fmla="*/ 270 w 287"/>
                <a:gd name="T3" fmla="*/ 125 h 246"/>
                <a:gd name="T4" fmla="*/ 161 w 287"/>
                <a:gd name="T5" fmla="*/ 5 h 246"/>
                <a:gd name="T6" fmla="*/ 137 w 287"/>
                <a:gd name="T7" fmla="*/ 14 h 246"/>
                <a:gd name="T8" fmla="*/ 110 w 287"/>
                <a:gd name="T9" fmla="*/ 5 h 246"/>
                <a:gd name="T10" fmla="*/ 1 w 287"/>
                <a:gd name="T11" fmla="*/ 125 h 246"/>
                <a:gd name="T12" fmla="*/ 115 w 287"/>
                <a:gd name="T13" fmla="*/ 209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5" y="131"/>
                  </a:cubicBezTo>
                  <a:cubicBezTo>
                    <a:pt x="284" y="30"/>
                    <a:pt x="191" y="10"/>
                    <a:pt x="170" y="5"/>
                  </a:cubicBezTo>
                  <a:cubicBezTo>
                    <a:pt x="150" y="0"/>
                    <a:pt x="143" y="14"/>
                    <a:pt x="143" y="14"/>
                  </a:cubicBezTo>
                  <a:cubicBezTo>
                    <a:pt x="143" y="14"/>
                    <a:pt x="136" y="0"/>
                    <a:pt x="116" y="5"/>
                  </a:cubicBezTo>
                  <a:cubicBezTo>
                    <a:pt x="96" y="10"/>
                    <a:pt x="3" y="30"/>
                    <a:pt x="1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solidFill>
              <a:srgbClr val="E1C9D2"/>
            </a:solidFill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972" name="Freeform 281">
              <a:extLst>
                <a:ext uri="{FF2B5EF4-FFF2-40B4-BE49-F238E27FC236}">
                  <a16:creationId xmlns:a16="http://schemas.microsoft.com/office/drawing/2014/main" id="{FE474452-640B-434A-8F51-CB86B1BB7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744"/>
              <a:ext cx="282" cy="242"/>
            </a:xfrm>
            <a:custGeom>
              <a:avLst/>
              <a:gdLst>
                <a:gd name="T0" fmla="*/ 157 w 287"/>
                <a:gd name="T1" fmla="*/ 209 h 246"/>
                <a:gd name="T2" fmla="*/ 270 w 287"/>
                <a:gd name="T3" fmla="*/ 125 h 246"/>
                <a:gd name="T4" fmla="*/ 161 w 287"/>
                <a:gd name="T5" fmla="*/ 5 h 246"/>
                <a:gd name="T6" fmla="*/ 137 w 287"/>
                <a:gd name="T7" fmla="*/ 14 h 246"/>
                <a:gd name="T8" fmla="*/ 110 w 287"/>
                <a:gd name="T9" fmla="*/ 5 h 246"/>
                <a:gd name="T10" fmla="*/ 1 w 287"/>
                <a:gd name="T11" fmla="*/ 125 h 246"/>
                <a:gd name="T12" fmla="*/ 115 w 287"/>
                <a:gd name="T13" fmla="*/ 209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6">
                  <a:moveTo>
                    <a:pt x="166" y="220"/>
                  </a:moveTo>
                  <a:cubicBezTo>
                    <a:pt x="166" y="246"/>
                    <a:pt x="287" y="232"/>
                    <a:pt x="285" y="131"/>
                  </a:cubicBezTo>
                  <a:cubicBezTo>
                    <a:pt x="284" y="30"/>
                    <a:pt x="191" y="10"/>
                    <a:pt x="170" y="5"/>
                  </a:cubicBezTo>
                  <a:cubicBezTo>
                    <a:pt x="150" y="0"/>
                    <a:pt x="143" y="14"/>
                    <a:pt x="143" y="14"/>
                  </a:cubicBezTo>
                  <a:cubicBezTo>
                    <a:pt x="143" y="14"/>
                    <a:pt x="136" y="0"/>
                    <a:pt x="116" y="5"/>
                  </a:cubicBezTo>
                  <a:cubicBezTo>
                    <a:pt x="96" y="10"/>
                    <a:pt x="3" y="30"/>
                    <a:pt x="1" y="131"/>
                  </a:cubicBezTo>
                  <a:cubicBezTo>
                    <a:pt x="0" y="232"/>
                    <a:pt x="121" y="246"/>
                    <a:pt x="121" y="220"/>
                  </a:cubicBezTo>
                </a:path>
              </a:pathLst>
            </a:custGeom>
            <a:noFill/>
            <a:ln w="3175" cap="flat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3" name="Line 282">
              <a:extLst>
                <a:ext uri="{FF2B5EF4-FFF2-40B4-BE49-F238E27FC236}">
                  <a16:creationId xmlns:a16="http://schemas.microsoft.com/office/drawing/2014/main" id="{786354D8-7395-4C61-AA8E-6FC1D265EE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757"/>
              <a:ext cx="1" cy="138"/>
            </a:xfrm>
            <a:prstGeom prst="line">
              <a:avLst/>
            </a:prstGeom>
            <a:noFill/>
            <a:ln w="4763" cap="rnd">
              <a:solidFill>
                <a:srgbClr val="D9B2C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4" name="Freeform 283">
              <a:extLst>
                <a:ext uri="{FF2B5EF4-FFF2-40B4-BE49-F238E27FC236}">
                  <a16:creationId xmlns:a16="http://schemas.microsoft.com/office/drawing/2014/main" id="{3184F4EF-0F32-4185-899C-6CCB23AAB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891"/>
              <a:ext cx="51" cy="69"/>
            </a:xfrm>
            <a:custGeom>
              <a:avLst/>
              <a:gdLst>
                <a:gd name="T0" fmla="*/ 50 w 51"/>
                <a:gd name="T1" fmla="*/ 0 h 70"/>
                <a:gd name="T2" fmla="*/ 43 w 51"/>
                <a:gd name="T3" fmla="*/ 12 h 70"/>
                <a:gd name="T4" fmla="*/ 29 w 51"/>
                <a:gd name="T5" fmla="*/ 21 h 70"/>
                <a:gd name="T6" fmla="*/ 13 w 51"/>
                <a:gd name="T7" fmla="*/ 24 h 70"/>
                <a:gd name="T8" fmla="*/ 0 w 51"/>
                <a:gd name="T9" fmla="*/ 27 h 70"/>
                <a:gd name="T10" fmla="*/ 29 w 51"/>
                <a:gd name="T11" fmla="*/ 42 h 70"/>
                <a:gd name="T12" fmla="*/ 28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50" y="0"/>
                  </a:moveTo>
                  <a:cubicBezTo>
                    <a:pt x="51" y="3"/>
                    <a:pt x="45" y="9"/>
                    <a:pt x="43" y="12"/>
                  </a:cubicBezTo>
                  <a:cubicBezTo>
                    <a:pt x="39" y="16"/>
                    <a:pt x="35" y="19"/>
                    <a:pt x="29" y="21"/>
                  </a:cubicBezTo>
                  <a:cubicBezTo>
                    <a:pt x="24" y="23"/>
                    <a:pt x="18" y="23"/>
                    <a:pt x="13" y="24"/>
                  </a:cubicBezTo>
                  <a:cubicBezTo>
                    <a:pt x="9" y="25"/>
                    <a:pt x="3" y="24"/>
                    <a:pt x="0" y="27"/>
                  </a:cubicBezTo>
                  <a:cubicBezTo>
                    <a:pt x="9" y="32"/>
                    <a:pt x="24" y="37"/>
                    <a:pt x="29" y="45"/>
                  </a:cubicBezTo>
                  <a:cubicBezTo>
                    <a:pt x="35" y="54"/>
                    <a:pt x="32" y="62"/>
                    <a:pt x="28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5" name="Freeform 284">
              <a:extLst>
                <a:ext uri="{FF2B5EF4-FFF2-40B4-BE49-F238E27FC236}">
                  <a16:creationId xmlns:a16="http://schemas.microsoft.com/office/drawing/2014/main" id="{6DAAF001-D3C6-4D52-8641-D8947DB04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870"/>
              <a:ext cx="75" cy="49"/>
            </a:xfrm>
            <a:custGeom>
              <a:avLst/>
              <a:gdLst>
                <a:gd name="T0" fmla="*/ 71 w 77"/>
                <a:gd name="T1" fmla="*/ 46 h 50"/>
                <a:gd name="T2" fmla="*/ 41 w 77"/>
                <a:gd name="T3" fmla="*/ 23 h 50"/>
                <a:gd name="T4" fmla="*/ 19 w 77"/>
                <a:gd name="T5" fmla="*/ 11 h 50"/>
                <a:gd name="T6" fmla="*/ 0 w 77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0">
                  <a:moveTo>
                    <a:pt x="77" y="49"/>
                  </a:moveTo>
                  <a:cubicBezTo>
                    <a:pt x="62" y="50"/>
                    <a:pt x="54" y="31"/>
                    <a:pt x="44" y="23"/>
                  </a:cubicBezTo>
                  <a:cubicBezTo>
                    <a:pt x="37" y="17"/>
                    <a:pt x="28" y="15"/>
                    <a:pt x="19" y="11"/>
                  </a:cubicBezTo>
                  <a:cubicBezTo>
                    <a:pt x="12" y="8"/>
                    <a:pt x="6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6" name="Freeform 285">
              <a:extLst>
                <a:ext uri="{FF2B5EF4-FFF2-40B4-BE49-F238E27FC236}">
                  <a16:creationId xmlns:a16="http://schemas.microsoft.com/office/drawing/2014/main" id="{6F90F527-5F62-49EF-AF98-8221FA715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918"/>
              <a:ext cx="51" cy="22"/>
            </a:xfrm>
            <a:custGeom>
              <a:avLst/>
              <a:gdLst>
                <a:gd name="T0" fmla="*/ 49 w 52"/>
                <a:gd name="T1" fmla="*/ 0 h 23"/>
                <a:gd name="T2" fmla="*/ 28 w 52"/>
                <a:gd name="T3" fmla="*/ 17 h 23"/>
                <a:gd name="T4" fmla="*/ 15 w 52"/>
                <a:gd name="T5" fmla="*/ 17 h 23"/>
                <a:gd name="T6" fmla="*/ 0 w 52"/>
                <a:gd name="T7" fmla="*/ 2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52" y="0"/>
                  </a:moveTo>
                  <a:cubicBezTo>
                    <a:pt x="45" y="8"/>
                    <a:pt x="44" y="18"/>
                    <a:pt x="31" y="20"/>
                  </a:cubicBezTo>
                  <a:cubicBezTo>
                    <a:pt x="26" y="21"/>
                    <a:pt x="20" y="20"/>
                    <a:pt x="15" y="20"/>
                  </a:cubicBezTo>
                  <a:cubicBezTo>
                    <a:pt x="10" y="21"/>
                    <a:pt x="6" y="23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7" name="Freeform 286">
              <a:extLst>
                <a:ext uri="{FF2B5EF4-FFF2-40B4-BE49-F238E27FC236}">
                  <a16:creationId xmlns:a16="http://schemas.microsoft.com/office/drawing/2014/main" id="{62490E6B-144A-4F01-98A8-EAECE8155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837"/>
              <a:ext cx="92" cy="65"/>
            </a:xfrm>
            <a:custGeom>
              <a:avLst/>
              <a:gdLst>
                <a:gd name="T0" fmla="*/ 0 w 93"/>
                <a:gd name="T1" fmla="*/ 0 h 66"/>
                <a:gd name="T2" fmla="*/ 13 w 93"/>
                <a:gd name="T3" fmla="*/ 4 h 66"/>
                <a:gd name="T4" fmla="*/ 32 w 93"/>
                <a:gd name="T5" fmla="*/ 16 h 66"/>
                <a:gd name="T6" fmla="*/ 50 w 93"/>
                <a:gd name="T7" fmla="*/ 40 h 66"/>
                <a:gd name="T8" fmla="*/ 87 w 93"/>
                <a:gd name="T9" fmla="*/ 40 h 66"/>
                <a:gd name="T10" fmla="*/ 89 w 93"/>
                <a:gd name="T11" fmla="*/ 40 h 66"/>
                <a:gd name="T12" fmla="*/ 89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0" y="0"/>
                  </a:moveTo>
                  <a:cubicBezTo>
                    <a:pt x="3" y="3"/>
                    <a:pt x="9" y="2"/>
                    <a:pt x="13" y="4"/>
                  </a:cubicBezTo>
                  <a:cubicBezTo>
                    <a:pt x="20" y="7"/>
                    <a:pt x="26" y="11"/>
                    <a:pt x="32" y="16"/>
                  </a:cubicBezTo>
                  <a:cubicBezTo>
                    <a:pt x="41" y="24"/>
                    <a:pt x="47" y="34"/>
                    <a:pt x="53" y="43"/>
                  </a:cubicBezTo>
                  <a:cubicBezTo>
                    <a:pt x="62" y="59"/>
                    <a:pt x="84" y="66"/>
                    <a:pt x="90" y="43"/>
                  </a:cubicBezTo>
                  <a:cubicBezTo>
                    <a:pt x="91" y="43"/>
                    <a:pt x="92" y="43"/>
                    <a:pt x="92" y="43"/>
                  </a:cubicBezTo>
                  <a:cubicBezTo>
                    <a:pt x="93" y="41"/>
                    <a:pt x="92" y="41"/>
                    <a:pt x="92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8" name="Freeform 287">
              <a:extLst>
                <a:ext uri="{FF2B5EF4-FFF2-40B4-BE49-F238E27FC236}">
                  <a16:creationId xmlns:a16="http://schemas.microsoft.com/office/drawing/2014/main" id="{09D5C10B-FE5D-4AAE-90F0-3656DA434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766"/>
              <a:ext cx="32" cy="78"/>
            </a:xfrm>
            <a:custGeom>
              <a:avLst/>
              <a:gdLst>
                <a:gd name="T0" fmla="*/ 0 w 33"/>
                <a:gd name="T1" fmla="*/ 0 h 79"/>
                <a:gd name="T2" fmla="*/ 16 w 33"/>
                <a:gd name="T3" fmla="*/ 18 h 79"/>
                <a:gd name="T4" fmla="*/ 16 w 33"/>
                <a:gd name="T5" fmla="*/ 39 h 79"/>
                <a:gd name="T6" fmla="*/ 22 w 33"/>
                <a:gd name="T7" fmla="*/ 59 h 79"/>
                <a:gd name="T8" fmla="*/ 28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0" y="0"/>
                  </a:moveTo>
                  <a:cubicBezTo>
                    <a:pt x="4" y="7"/>
                    <a:pt x="12" y="10"/>
                    <a:pt x="16" y="18"/>
                  </a:cubicBezTo>
                  <a:cubicBezTo>
                    <a:pt x="19" y="26"/>
                    <a:pt x="19" y="32"/>
                    <a:pt x="19" y="40"/>
                  </a:cubicBezTo>
                  <a:cubicBezTo>
                    <a:pt x="20" y="49"/>
                    <a:pt x="20" y="54"/>
                    <a:pt x="25" y="62"/>
                  </a:cubicBezTo>
                  <a:cubicBezTo>
                    <a:pt x="28" y="67"/>
                    <a:pt x="33" y="75"/>
                    <a:pt x="31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9" name="Freeform 288">
              <a:extLst>
                <a:ext uri="{FF2B5EF4-FFF2-40B4-BE49-F238E27FC236}">
                  <a16:creationId xmlns:a16="http://schemas.microsoft.com/office/drawing/2014/main" id="{E5E12978-83C4-4E57-BBCD-EF2B66E7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764"/>
              <a:ext cx="16" cy="96"/>
            </a:xfrm>
            <a:custGeom>
              <a:avLst/>
              <a:gdLst>
                <a:gd name="T0" fmla="*/ 3 w 16"/>
                <a:gd name="T1" fmla="*/ 0 h 97"/>
                <a:gd name="T2" fmla="*/ 9 w 16"/>
                <a:gd name="T3" fmla="*/ 25 h 97"/>
                <a:gd name="T4" fmla="*/ 12 w 16"/>
                <a:gd name="T5" fmla="*/ 49 h 97"/>
                <a:gd name="T6" fmla="*/ 11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3" y="0"/>
                  </a:moveTo>
                  <a:cubicBezTo>
                    <a:pt x="0" y="9"/>
                    <a:pt x="6" y="17"/>
                    <a:pt x="9" y="25"/>
                  </a:cubicBezTo>
                  <a:cubicBezTo>
                    <a:pt x="12" y="34"/>
                    <a:pt x="12" y="43"/>
                    <a:pt x="12" y="52"/>
                  </a:cubicBezTo>
                  <a:cubicBezTo>
                    <a:pt x="12" y="67"/>
                    <a:pt x="16" y="81"/>
                    <a:pt x="11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0" name="Freeform 289">
              <a:extLst>
                <a:ext uri="{FF2B5EF4-FFF2-40B4-BE49-F238E27FC236}">
                  <a16:creationId xmlns:a16="http://schemas.microsoft.com/office/drawing/2014/main" id="{47F18BB5-B4B2-40B8-AD07-3FD1AE769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796"/>
              <a:ext cx="55" cy="45"/>
            </a:xfrm>
            <a:custGeom>
              <a:avLst/>
              <a:gdLst>
                <a:gd name="T0" fmla="*/ 0 w 56"/>
                <a:gd name="T1" fmla="*/ 19 h 46"/>
                <a:gd name="T2" fmla="*/ 28 w 56"/>
                <a:gd name="T3" fmla="*/ 8 h 46"/>
                <a:gd name="T4" fmla="*/ 37 w 56"/>
                <a:gd name="T5" fmla="*/ 23 h 46"/>
                <a:gd name="T6" fmla="*/ 53 w 56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6">
                  <a:moveTo>
                    <a:pt x="0" y="19"/>
                  </a:moveTo>
                  <a:cubicBezTo>
                    <a:pt x="10" y="15"/>
                    <a:pt x="16" y="0"/>
                    <a:pt x="30" y="8"/>
                  </a:cubicBezTo>
                  <a:cubicBezTo>
                    <a:pt x="36" y="12"/>
                    <a:pt x="37" y="20"/>
                    <a:pt x="40" y="26"/>
                  </a:cubicBezTo>
                  <a:cubicBezTo>
                    <a:pt x="44" y="34"/>
                    <a:pt x="50" y="40"/>
                    <a:pt x="56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1" name="Freeform 290">
              <a:extLst>
                <a:ext uri="{FF2B5EF4-FFF2-40B4-BE49-F238E27FC236}">
                  <a16:creationId xmlns:a16="http://schemas.microsoft.com/office/drawing/2014/main" id="{BD37EBCC-5CB2-4071-B5B4-1CCF57AE1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909"/>
              <a:ext cx="35" cy="17"/>
            </a:xfrm>
            <a:custGeom>
              <a:avLst/>
              <a:gdLst>
                <a:gd name="T0" fmla="*/ 35 w 35"/>
                <a:gd name="T1" fmla="*/ 0 h 17"/>
                <a:gd name="T2" fmla="*/ 22 w 35"/>
                <a:gd name="T3" fmla="*/ 15 h 17"/>
                <a:gd name="T4" fmla="*/ 0 w 35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35" y="0"/>
                  </a:moveTo>
                  <a:cubicBezTo>
                    <a:pt x="31" y="6"/>
                    <a:pt x="31" y="13"/>
                    <a:pt x="22" y="15"/>
                  </a:cubicBezTo>
                  <a:cubicBezTo>
                    <a:pt x="15" y="17"/>
                    <a:pt x="7" y="11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2" name="Freeform 291">
              <a:extLst>
                <a:ext uri="{FF2B5EF4-FFF2-40B4-BE49-F238E27FC236}">
                  <a16:creationId xmlns:a16="http://schemas.microsoft.com/office/drawing/2014/main" id="{D8139904-89F3-446B-8AAA-ED900D069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891"/>
              <a:ext cx="50" cy="69"/>
            </a:xfrm>
            <a:custGeom>
              <a:avLst/>
              <a:gdLst>
                <a:gd name="T0" fmla="*/ 1 w 51"/>
                <a:gd name="T1" fmla="*/ 0 h 70"/>
                <a:gd name="T2" fmla="*/ 9 w 51"/>
                <a:gd name="T3" fmla="*/ 12 h 70"/>
                <a:gd name="T4" fmla="*/ 23 w 51"/>
                <a:gd name="T5" fmla="*/ 21 h 70"/>
                <a:gd name="T6" fmla="*/ 36 w 51"/>
                <a:gd name="T7" fmla="*/ 24 h 70"/>
                <a:gd name="T8" fmla="*/ 48 w 51"/>
                <a:gd name="T9" fmla="*/ 27 h 70"/>
                <a:gd name="T10" fmla="*/ 22 w 51"/>
                <a:gd name="T11" fmla="*/ 42 h 70"/>
                <a:gd name="T12" fmla="*/ 24 w 51"/>
                <a:gd name="T13" fmla="*/ 6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0">
                  <a:moveTo>
                    <a:pt x="1" y="0"/>
                  </a:moveTo>
                  <a:cubicBezTo>
                    <a:pt x="0" y="3"/>
                    <a:pt x="6" y="9"/>
                    <a:pt x="9" y="12"/>
                  </a:cubicBezTo>
                  <a:cubicBezTo>
                    <a:pt x="13" y="16"/>
                    <a:pt x="17" y="19"/>
                    <a:pt x="23" y="21"/>
                  </a:cubicBezTo>
                  <a:cubicBezTo>
                    <a:pt x="28" y="23"/>
                    <a:pt x="33" y="23"/>
                    <a:pt x="39" y="24"/>
                  </a:cubicBezTo>
                  <a:cubicBezTo>
                    <a:pt x="42" y="25"/>
                    <a:pt x="49" y="24"/>
                    <a:pt x="51" y="27"/>
                  </a:cubicBezTo>
                  <a:cubicBezTo>
                    <a:pt x="43" y="32"/>
                    <a:pt x="28" y="37"/>
                    <a:pt x="22" y="45"/>
                  </a:cubicBezTo>
                  <a:cubicBezTo>
                    <a:pt x="17" y="54"/>
                    <a:pt x="20" y="62"/>
                    <a:pt x="24" y="70"/>
                  </a:cubicBezTo>
                </a:path>
              </a:pathLst>
            </a:custGeom>
            <a:noFill/>
            <a:ln w="4763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3" name="Freeform 292">
              <a:extLst>
                <a:ext uri="{FF2B5EF4-FFF2-40B4-BE49-F238E27FC236}">
                  <a16:creationId xmlns:a16="http://schemas.microsoft.com/office/drawing/2014/main" id="{0706AB3D-CF4E-43BB-8D5F-0EAEFB52C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870"/>
              <a:ext cx="77" cy="49"/>
            </a:xfrm>
            <a:custGeom>
              <a:avLst/>
              <a:gdLst>
                <a:gd name="T0" fmla="*/ 0 w 78"/>
                <a:gd name="T1" fmla="*/ 46 h 50"/>
                <a:gd name="T2" fmla="*/ 34 w 78"/>
                <a:gd name="T3" fmla="*/ 23 h 50"/>
                <a:gd name="T4" fmla="*/ 55 w 78"/>
                <a:gd name="T5" fmla="*/ 11 h 50"/>
                <a:gd name="T6" fmla="*/ 75 w 78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49"/>
                  </a:moveTo>
                  <a:cubicBezTo>
                    <a:pt x="16" y="50"/>
                    <a:pt x="24" y="31"/>
                    <a:pt x="34" y="23"/>
                  </a:cubicBezTo>
                  <a:cubicBezTo>
                    <a:pt x="41" y="17"/>
                    <a:pt x="50" y="15"/>
                    <a:pt x="58" y="11"/>
                  </a:cubicBezTo>
                  <a:cubicBezTo>
                    <a:pt x="65" y="8"/>
                    <a:pt x="71" y="3"/>
                    <a:pt x="78" y="0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4" name="Freeform 293">
              <a:extLst>
                <a:ext uri="{FF2B5EF4-FFF2-40B4-BE49-F238E27FC236}">
                  <a16:creationId xmlns:a16="http://schemas.microsoft.com/office/drawing/2014/main" id="{FF02647C-0B89-497E-B128-0E220B4FF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918"/>
              <a:ext cx="51" cy="22"/>
            </a:xfrm>
            <a:custGeom>
              <a:avLst/>
              <a:gdLst>
                <a:gd name="T0" fmla="*/ 0 w 52"/>
                <a:gd name="T1" fmla="*/ 0 h 23"/>
                <a:gd name="T2" fmla="*/ 22 w 52"/>
                <a:gd name="T3" fmla="*/ 17 h 23"/>
                <a:gd name="T4" fmla="*/ 34 w 52"/>
                <a:gd name="T5" fmla="*/ 17 h 23"/>
                <a:gd name="T6" fmla="*/ 49 w 52"/>
                <a:gd name="T7" fmla="*/ 2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cubicBezTo>
                    <a:pt x="7" y="8"/>
                    <a:pt x="9" y="18"/>
                    <a:pt x="22" y="20"/>
                  </a:cubicBezTo>
                  <a:cubicBezTo>
                    <a:pt x="27" y="21"/>
                    <a:pt x="32" y="20"/>
                    <a:pt x="37" y="20"/>
                  </a:cubicBezTo>
                  <a:cubicBezTo>
                    <a:pt x="42" y="21"/>
                    <a:pt x="47" y="23"/>
                    <a:pt x="52" y="23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5" name="Freeform 294">
              <a:extLst>
                <a:ext uri="{FF2B5EF4-FFF2-40B4-BE49-F238E27FC236}">
                  <a16:creationId xmlns:a16="http://schemas.microsoft.com/office/drawing/2014/main" id="{AE2C2145-A947-438C-B84D-DB566D00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837"/>
              <a:ext cx="92" cy="65"/>
            </a:xfrm>
            <a:custGeom>
              <a:avLst/>
              <a:gdLst>
                <a:gd name="T0" fmla="*/ 90 w 93"/>
                <a:gd name="T1" fmla="*/ 0 h 66"/>
                <a:gd name="T2" fmla="*/ 76 w 93"/>
                <a:gd name="T3" fmla="*/ 4 h 66"/>
                <a:gd name="T4" fmla="*/ 58 w 93"/>
                <a:gd name="T5" fmla="*/ 16 h 66"/>
                <a:gd name="T6" fmla="*/ 40 w 93"/>
                <a:gd name="T7" fmla="*/ 40 h 66"/>
                <a:gd name="T8" fmla="*/ 2 w 93"/>
                <a:gd name="T9" fmla="*/ 40 h 66"/>
                <a:gd name="T10" fmla="*/ 0 w 93"/>
                <a:gd name="T11" fmla="*/ 40 h 66"/>
                <a:gd name="T12" fmla="*/ 1 w 93"/>
                <a:gd name="T13" fmla="*/ 38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6">
                  <a:moveTo>
                    <a:pt x="93" y="0"/>
                  </a:moveTo>
                  <a:cubicBezTo>
                    <a:pt x="89" y="3"/>
                    <a:pt x="84" y="2"/>
                    <a:pt x="79" y="4"/>
                  </a:cubicBezTo>
                  <a:cubicBezTo>
                    <a:pt x="73" y="7"/>
                    <a:pt x="66" y="11"/>
                    <a:pt x="61" y="16"/>
                  </a:cubicBezTo>
                  <a:cubicBezTo>
                    <a:pt x="52" y="24"/>
                    <a:pt x="46" y="34"/>
                    <a:pt x="40" y="43"/>
                  </a:cubicBezTo>
                  <a:cubicBezTo>
                    <a:pt x="30" y="59"/>
                    <a:pt x="9" y="66"/>
                    <a:pt x="2" y="43"/>
                  </a:cubicBezTo>
                  <a:cubicBezTo>
                    <a:pt x="2" y="43"/>
                    <a:pt x="1" y="43"/>
                    <a:pt x="0" y="43"/>
                  </a:cubicBezTo>
                  <a:cubicBezTo>
                    <a:pt x="0" y="41"/>
                    <a:pt x="1" y="41"/>
                    <a:pt x="1" y="41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6" name="Freeform 295">
              <a:extLst>
                <a:ext uri="{FF2B5EF4-FFF2-40B4-BE49-F238E27FC236}">
                  <a16:creationId xmlns:a16="http://schemas.microsoft.com/office/drawing/2014/main" id="{DDA7F46B-73AC-48CD-B45C-CB6D117AD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766"/>
              <a:ext cx="33" cy="78"/>
            </a:xfrm>
            <a:custGeom>
              <a:avLst/>
              <a:gdLst>
                <a:gd name="T0" fmla="*/ 33 w 33"/>
                <a:gd name="T1" fmla="*/ 0 h 79"/>
                <a:gd name="T2" fmla="*/ 17 w 33"/>
                <a:gd name="T3" fmla="*/ 18 h 79"/>
                <a:gd name="T4" fmla="*/ 13 w 33"/>
                <a:gd name="T5" fmla="*/ 39 h 79"/>
                <a:gd name="T6" fmla="*/ 7 w 33"/>
                <a:gd name="T7" fmla="*/ 59 h 79"/>
                <a:gd name="T8" fmla="*/ 1 w 33"/>
                <a:gd name="T9" fmla="*/ 7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9">
                  <a:moveTo>
                    <a:pt x="33" y="0"/>
                  </a:moveTo>
                  <a:cubicBezTo>
                    <a:pt x="29" y="7"/>
                    <a:pt x="20" y="10"/>
                    <a:pt x="17" y="18"/>
                  </a:cubicBezTo>
                  <a:cubicBezTo>
                    <a:pt x="14" y="26"/>
                    <a:pt x="13" y="32"/>
                    <a:pt x="13" y="40"/>
                  </a:cubicBezTo>
                  <a:cubicBezTo>
                    <a:pt x="13" y="49"/>
                    <a:pt x="12" y="54"/>
                    <a:pt x="7" y="62"/>
                  </a:cubicBezTo>
                  <a:cubicBezTo>
                    <a:pt x="4" y="67"/>
                    <a:pt x="0" y="75"/>
                    <a:pt x="1" y="79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7" name="Freeform 296">
              <a:extLst>
                <a:ext uri="{FF2B5EF4-FFF2-40B4-BE49-F238E27FC236}">
                  <a16:creationId xmlns:a16="http://schemas.microsoft.com/office/drawing/2014/main" id="{BC6186E3-8A4E-44BC-A3D1-98B6A0345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764"/>
              <a:ext cx="16" cy="96"/>
            </a:xfrm>
            <a:custGeom>
              <a:avLst/>
              <a:gdLst>
                <a:gd name="T0" fmla="*/ 12 w 16"/>
                <a:gd name="T1" fmla="*/ 0 h 97"/>
                <a:gd name="T2" fmla="*/ 6 w 16"/>
                <a:gd name="T3" fmla="*/ 25 h 97"/>
                <a:gd name="T4" fmla="*/ 4 w 16"/>
                <a:gd name="T5" fmla="*/ 49 h 97"/>
                <a:gd name="T6" fmla="*/ 5 w 16"/>
                <a:gd name="T7" fmla="*/ 94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7">
                  <a:moveTo>
                    <a:pt x="12" y="0"/>
                  </a:moveTo>
                  <a:cubicBezTo>
                    <a:pt x="16" y="9"/>
                    <a:pt x="9" y="17"/>
                    <a:pt x="6" y="25"/>
                  </a:cubicBezTo>
                  <a:cubicBezTo>
                    <a:pt x="4" y="34"/>
                    <a:pt x="4" y="43"/>
                    <a:pt x="4" y="52"/>
                  </a:cubicBezTo>
                  <a:cubicBezTo>
                    <a:pt x="4" y="67"/>
                    <a:pt x="0" y="81"/>
                    <a:pt x="5" y="97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8" name="Freeform 297">
              <a:extLst>
                <a:ext uri="{FF2B5EF4-FFF2-40B4-BE49-F238E27FC236}">
                  <a16:creationId xmlns:a16="http://schemas.microsoft.com/office/drawing/2014/main" id="{0CAB537C-5B12-48E1-8277-5712ED9FD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796"/>
              <a:ext cx="56" cy="45"/>
            </a:xfrm>
            <a:custGeom>
              <a:avLst/>
              <a:gdLst>
                <a:gd name="T0" fmla="*/ 54 w 57"/>
                <a:gd name="T1" fmla="*/ 19 h 46"/>
                <a:gd name="T2" fmla="*/ 27 w 57"/>
                <a:gd name="T3" fmla="*/ 8 h 46"/>
                <a:gd name="T4" fmla="*/ 16 w 57"/>
                <a:gd name="T5" fmla="*/ 23 h 46"/>
                <a:gd name="T6" fmla="*/ 0 w 57"/>
                <a:gd name="T7" fmla="*/ 4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6">
                  <a:moveTo>
                    <a:pt x="57" y="19"/>
                  </a:moveTo>
                  <a:cubicBezTo>
                    <a:pt x="47" y="15"/>
                    <a:pt x="40" y="0"/>
                    <a:pt x="27" y="8"/>
                  </a:cubicBezTo>
                  <a:cubicBezTo>
                    <a:pt x="20" y="12"/>
                    <a:pt x="20" y="20"/>
                    <a:pt x="16" y="26"/>
                  </a:cubicBezTo>
                  <a:cubicBezTo>
                    <a:pt x="12" y="34"/>
                    <a:pt x="6" y="40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9" name="Freeform 298">
              <a:extLst>
                <a:ext uri="{FF2B5EF4-FFF2-40B4-BE49-F238E27FC236}">
                  <a16:creationId xmlns:a16="http://schemas.microsoft.com/office/drawing/2014/main" id="{094F6E5F-C32E-4F0F-82C4-DDF3A847D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909"/>
              <a:ext cx="34" cy="17"/>
            </a:xfrm>
            <a:custGeom>
              <a:avLst/>
              <a:gdLst>
                <a:gd name="T0" fmla="*/ 0 w 34"/>
                <a:gd name="T1" fmla="*/ 0 h 17"/>
                <a:gd name="T2" fmla="*/ 12 w 34"/>
                <a:gd name="T3" fmla="*/ 15 h 17"/>
                <a:gd name="T4" fmla="*/ 34 w 34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7">
                  <a:moveTo>
                    <a:pt x="0" y="0"/>
                  </a:moveTo>
                  <a:cubicBezTo>
                    <a:pt x="3" y="6"/>
                    <a:pt x="4" y="13"/>
                    <a:pt x="12" y="15"/>
                  </a:cubicBezTo>
                  <a:cubicBezTo>
                    <a:pt x="20" y="17"/>
                    <a:pt x="27" y="11"/>
                    <a:pt x="34" y="14"/>
                  </a:cubicBezTo>
                </a:path>
              </a:pathLst>
            </a:custGeom>
            <a:noFill/>
            <a:ln w="3175" cap="rnd">
              <a:solidFill>
                <a:srgbClr val="D9B2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0" name="Freeform 299">
              <a:extLst>
                <a:ext uri="{FF2B5EF4-FFF2-40B4-BE49-F238E27FC236}">
                  <a16:creationId xmlns:a16="http://schemas.microsoft.com/office/drawing/2014/main" id="{B965AECA-5C92-4906-8E39-8AE82A1E0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904"/>
              <a:ext cx="39" cy="47"/>
            </a:xfrm>
            <a:custGeom>
              <a:avLst/>
              <a:gdLst>
                <a:gd name="T0" fmla="*/ 23 w 39"/>
                <a:gd name="T1" fmla="*/ 44 h 48"/>
                <a:gd name="T2" fmla="*/ 24 w 39"/>
                <a:gd name="T3" fmla="*/ 30 h 48"/>
                <a:gd name="T4" fmla="*/ 17 w 39"/>
                <a:gd name="T5" fmla="*/ 24 h 48"/>
                <a:gd name="T6" fmla="*/ 8 w 39"/>
                <a:gd name="T7" fmla="*/ 18 h 48"/>
                <a:gd name="T8" fmla="*/ 0 w 39"/>
                <a:gd name="T9" fmla="*/ 15 h 48"/>
                <a:gd name="T10" fmla="*/ 17 w 39"/>
                <a:gd name="T11" fmla="*/ 17 h 48"/>
                <a:gd name="T12" fmla="*/ 28 w 39"/>
                <a:gd name="T13" fmla="*/ 12 h 48"/>
                <a:gd name="T14" fmla="*/ 34 w 39"/>
                <a:gd name="T15" fmla="*/ 6 h 48"/>
                <a:gd name="T16" fmla="*/ 38 w 39"/>
                <a:gd name="T17" fmla="*/ 0 h 48"/>
                <a:gd name="T18" fmla="*/ 33 w 39"/>
                <a:gd name="T19" fmla="*/ 23 h 48"/>
                <a:gd name="T20" fmla="*/ 33 w 39"/>
                <a:gd name="T21" fmla="*/ 33 h 48"/>
                <a:gd name="T22" fmla="*/ 34 w 39"/>
                <a:gd name="T23" fmla="*/ 41 h 48"/>
                <a:gd name="T24" fmla="*/ 22 w 39"/>
                <a:gd name="T25" fmla="*/ 45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48">
                  <a:moveTo>
                    <a:pt x="23" y="47"/>
                  </a:moveTo>
                  <a:cubicBezTo>
                    <a:pt x="27" y="44"/>
                    <a:pt x="25" y="36"/>
                    <a:pt x="24" y="33"/>
                  </a:cubicBezTo>
                  <a:cubicBezTo>
                    <a:pt x="22" y="29"/>
                    <a:pt x="20" y="27"/>
                    <a:pt x="17" y="24"/>
                  </a:cubicBezTo>
                  <a:cubicBezTo>
                    <a:pt x="15" y="22"/>
                    <a:pt x="11" y="20"/>
                    <a:pt x="8" y="18"/>
                  </a:cubicBezTo>
                  <a:cubicBezTo>
                    <a:pt x="6" y="17"/>
                    <a:pt x="2" y="16"/>
                    <a:pt x="0" y="15"/>
                  </a:cubicBezTo>
                  <a:cubicBezTo>
                    <a:pt x="6" y="14"/>
                    <a:pt x="11" y="17"/>
                    <a:pt x="17" y="17"/>
                  </a:cubicBezTo>
                  <a:cubicBezTo>
                    <a:pt x="21" y="16"/>
                    <a:pt x="24" y="15"/>
                    <a:pt x="28" y="12"/>
                  </a:cubicBezTo>
                  <a:cubicBezTo>
                    <a:pt x="30" y="10"/>
                    <a:pt x="32" y="8"/>
                    <a:pt x="34" y="6"/>
                  </a:cubicBezTo>
                  <a:cubicBezTo>
                    <a:pt x="35" y="4"/>
                    <a:pt x="36" y="0"/>
                    <a:pt x="38" y="0"/>
                  </a:cubicBezTo>
                  <a:cubicBezTo>
                    <a:pt x="39" y="8"/>
                    <a:pt x="34" y="15"/>
                    <a:pt x="33" y="23"/>
                  </a:cubicBezTo>
                  <a:cubicBezTo>
                    <a:pt x="33" y="27"/>
                    <a:pt x="32" y="32"/>
                    <a:pt x="33" y="36"/>
                  </a:cubicBezTo>
                  <a:cubicBezTo>
                    <a:pt x="33" y="39"/>
                    <a:pt x="34" y="41"/>
                    <a:pt x="34" y="44"/>
                  </a:cubicBezTo>
                  <a:cubicBezTo>
                    <a:pt x="31" y="46"/>
                    <a:pt x="26" y="47"/>
                    <a:pt x="22" y="48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1" name="Freeform 300">
              <a:extLst>
                <a:ext uri="{FF2B5EF4-FFF2-40B4-BE49-F238E27FC236}">
                  <a16:creationId xmlns:a16="http://schemas.microsoft.com/office/drawing/2014/main" id="{9A758E3C-6F4B-4DF9-9243-81F614AE5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925"/>
              <a:ext cx="61" cy="30"/>
            </a:xfrm>
            <a:custGeom>
              <a:avLst/>
              <a:gdLst>
                <a:gd name="T0" fmla="*/ 0 w 62"/>
                <a:gd name="T1" fmla="*/ 15 h 31"/>
                <a:gd name="T2" fmla="*/ 18 w 62"/>
                <a:gd name="T3" fmla="*/ 15 h 31"/>
                <a:gd name="T4" fmla="*/ 27 w 62"/>
                <a:gd name="T5" fmla="*/ 10 h 31"/>
                <a:gd name="T6" fmla="*/ 31 w 62"/>
                <a:gd name="T7" fmla="*/ 3 h 31"/>
                <a:gd name="T8" fmla="*/ 39 w 62"/>
                <a:gd name="T9" fmla="*/ 4 h 31"/>
                <a:gd name="T10" fmla="*/ 54 w 62"/>
                <a:gd name="T11" fmla="*/ 12 h 31"/>
                <a:gd name="T12" fmla="*/ 58 w 62"/>
                <a:gd name="T13" fmla="*/ 17 h 31"/>
                <a:gd name="T14" fmla="*/ 55 w 62"/>
                <a:gd name="T15" fmla="*/ 28 h 31"/>
                <a:gd name="T16" fmla="*/ 51 w 62"/>
                <a:gd name="T17" fmla="*/ 20 h 31"/>
                <a:gd name="T18" fmla="*/ 45 w 62"/>
                <a:gd name="T19" fmla="*/ 14 h 31"/>
                <a:gd name="T20" fmla="*/ 30 w 62"/>
                <a:gd name="T21" fmla="*/ 12 h 31"/>
                <a:gd name="T22" fmla="*/ 1 w 62"/>
                <a:gd name="T23" fmla="*/ 1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1">
                  <a:moveTo>
                    <a:pt x="0" y="18"/>
                  </a:moveTo>
                  <a:cubicBezTo>
                    <a:pt x="6" y="19"/>
                    <a:pt x="13" y="18"/>
                    <a:pt x="18" y="16"/>
                  </a:cubicBezTo>
                  <a:cubicBezTo>
                    <a:pt x="22" y="15"/>
                    <a:pt x="24" y="13"/>
                    <a:pt x="27" y="10"/>
                  </a:cubicBezTo>
                  <a:cubicBezTo>
                    <a:pt x="30" y="8"/>
                    <a:pt x="31" y="5"/>
                    <a:pt x="33" y="3"/>
                  </a:cubicBezTo>
                  <a:cubicBezTo>
                    <a:pt x="36" y="0"/>
                    <a:pt x="38" y="2"/>
                    <a:pt x="42" y="4"/>
                  </a:cubicBezTo>
                  <a:cubicBezTo>
                    <a:pt x="47" y="6"/>
                    <a:pt x="52" y="9"/>
                    <a:pt x="57" y="12"/>
                  </a:cubicBezTo>
                  <a:cubicBezTo>
                    <a:pt x="61" y="14"/>
                    <a:pt x="62" y="16"/>
                    <a:pt x="61" y="20"/>
                  </a:cubicBezTo>
                  <a:cubicBezTo>
                    <a:pt x="61" y="23"/>
                    <a:pt x="60" y="28"/>
                    <a:pt x="58" y="31"/>
                  </a:cubicBezTo>
                  <a:cubicBezTo>
                    <a:pt x="56" y="29"/>
                    <a:pt x="55" y="26"/>
                    <a:pt x="54" y="23"/>
                  </a:cubicBezTo>
                  <a:cubicBezTo>
                    <a:pt x="52" y="20"/>
                    <a:pt x="50" y="17"/>
                    <a:pt x="48" y="14"/>
                  </a:cubicBezTo>
                  <a:cubicBezTo>
                    <a:pt x="42" y="9"/>
                    <a:pt x="37" y="8"/>
                    <a:pt x="30" y="12"/>
                  </a:cubicBezTo>
                  <a:cubicBezTo>
                    <a:pt x="21" y="18"/>
                    <a:pt x="12" y="19"/>
                    <a:pt x="1" y="1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2" name="Freeform 301">
              <a:extLst>
                <a:ext uri="{FF2B5EF4-FFF2-40B4-BE49-F238E27FC236}">
                  <a16:creationId xmlns:a16="http://schemas.microsoft.com/office/drawing/2014/main" id="{FB3C5A2D-FEB6-438C-8363-38373BD78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923"/>
              <a:ext cx="41" cy="44"/>
            </a:xfrm>
            <a:custGeom>
              <a:avLst/>
              <a:gdLst>
                <a:gd name="T0" fmla="*/ 40 w 41"/>
                <a:gd name="T1" fmla="*/ 14 h 45"/>
                <a:gd name="T2" fmla="*/ 25 w 41"/>
                <a:gd name="T3" fmla="*/ 2 h 45"/>
                <a:gd name="T4" fmla="*/ 4 w 41"/>
                <a:gd name="T5" fmla="*/ 12 h 45"/>
                <a:gd name="T6" fmla="*/ 4 w 41"/>
                <a:gd name="T7" fmla="*/ 32 h 45"/>
                <a:gd name="T8" fmla="*/ 29 w 41"/>
                <a:gd name="T9" fmla="*/ 38 h 45"/>
                <a:gd name="T10" fmla="*/ 12 w 41"/>
                <a:gd name="T11" fmla="*/ 28 h 45"/>
                <a:gd name="T12" fmla="*/ 15 w 41"/>
                <a:gd name="T13" fmla="*/ 12 h 45"/>
                <a:gd name="T14" fmla="*/ 30 w 41"/>
                <a:gd name="T15" fmla="*/ 11 h 45"/>
                <a:gd name="T16" fmla="*/ 41 w 41"/>
                <a:gd name="T17" fmla="*/ 16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45">
                  <a:moveTo>
                    <a:pt x="40" y="14"/>
                  </a:moveTo>
                  <a:cubicBezTo>
                    <a:pt x="33" y="13"/>
                    <a:pt x="31" y="3"/>
                    <a:pt x="25" y="2"/>
                  </a:cubicBezTo>
                  <a:cubicBezTo>
                    <a:pt x="18" y="0"/>
                    <a:pt x="7" y="6"/>
                    <a:pt x="4" y="12"/>
                  </a:cubicBezTo>
                  <a:cubicBezTo>
                    <a:pt x="0" y="18"/>
                    <a:pt x="1" y="29"/>
                    <a:pt x="4" y="35"/>
                  </a:cubicBezTo>
                  <a:cubicBezTo>
                    <a:pt x="9" y="41"/>
                    <a:pt x="22" y="45"/>
                    <a:pt x="29" y="41"/>
                  </a:cubicBezTo>
                  <a:cubicBezTo>
                    <a:pt x="24" y="37"/>
                    <a:pt x="16" y="37"/>
                    <a:pt x="12" y="31"/>
                  </a:cubicBezTo>
                  <a:cubicBezTo>
                    <a:pt x="9" y="26"/>
                    <a:pt x="11" y="16"/>
                    <a:pt x="15" y="12"/>
                  </a:cubicBezTo>
                  <a:cubicBezTo>
                    <a:pt x="19" y="7"/>
                    <a:pt x="25" y="8"/>
                    <a:pt x="30" y="11"/>
                  </a:cubicBezTo>
                  <a:cubicBezTo>
                    <a:pt x="34" y="14"/>
                    <a:pt x="36" y="15"/>
                    <a:pt x="41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3" name="Freeform 302">
              <a:extLst>
                <a:ext uri="{FF2B5EF4-FFF2-40B4-BE49-F238E27FC236}">
                  <a16:creationId xmlns:a16="http://schemas.microsoft.com/office/drawing/2014/main" id="{0D687D88-4290-494B-AB5F-30E12FE3A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848"/>
              <a:ext cx="47" cy="61"/>
            </a:xfrm>
            <a:custGeom>
              <a:avLst/>
              <a:gdLst>
                <a:gd name="T0" fmla="*/ 3 w 48"/>
                <a:gd name="T1" fmla="*/ 0 h 62"/>
                <a:gd name="T2" fmla="*/ 0 w 48"/>
                <a:gd name="T3" fmla="*/ 31 h 62"/>
                <a:gd name="T4" fmla="*/ 6 w 48"/>
                <a:gd name="T5" fmla="*/ 48 h 62"/>
                <a:gd name="T6" fmla="*/ 24 w 48"/>
                <a:gd name="T7" fmla="*/ 55 h 62"/>
                <a:gd name="T8" fmla="*/ 45 w 48"/>
                <a:gd name="T9" fmla="*/ 57 h 62"/>
                <a:gd name="T10" fmla="*/ 9 w 48"/>
                <a:gd name="T11" fmla="*/ 33 h 62"/>
                <a:gd name="T12" fmla="*/ 5 w 48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62">
                  <a:moveTo>
                    <a:pt x="3" y="0"/>
                  </a:moveTo>
                  <a:cubicBezTo>
                    <a:pt x="3" y="11"/>
                    <a:pt x="0" y="22"/>
                    <a:pt x="0" y="33"/>
                  </a:cubicBezTo>
                  <a:cubicBezTo>
                    <a:pt x="0" y="39"/>
                    <a:pt x="0" y="46"/>
                    <a:pt x="6" y="51"/>
                  </a:cubicBezTo>
                  <a:cubicBezTo>
                    <a:pt x="11" y="54"/>
                    <a:pt x="19" y="56"/>
                    <a:pt x="25" y="58"/>
                  </a:cubicBezTo>
                  <a:cubicBezTo>
                    <a:pt x="32" y="60"/>
                    <a:pt x="41" y="62"/>
                    <a:pt x="48" y="60"/>
                  </a:cubicBezTo>
                  <a:cubicBezTo>
                    <a:pt x="36" y="54"/>
                    <a:pt x="14" y="51"/>
                    <a:pt x="9" y="36"/>
                  </a:cubicBezTo>
                  <a:cubicBezTo>
                    <a:pt x="5" y="25"/>
                    <a:pt x="7" y="12"/>
                    <a:pt x="5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4" name="Freeform 303">
              <a:extLst>
                <a:ext uri="{FF2B5EF4-FFF2-40B4-BE49-F238E27FC236}">
                  <a16:creationId xmlns:a16="http://schemas.microsoft.com/office/drawing/2014/main" id="{EF009CA2-74E6-4301-B73B-731AE0298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866"/>
              <a:ext cx="66" cy="46"/>
            </a:xfrm>
            <a:custGeom>
              <a:avLst/>
              <a:gdLst>
                <a:gd name="T0" fmla="*/ 1 w 67"/>
                <a:gd name="T1" fmla="*/ 26 h 47"/>
                <a:gd name="T2" fmla="*/ 4 w 67"/>
                <a:gd name="T3" fmla="*/ 30 h 47"/>
                <a:gd name="T4" fmla="*/ 10 w 67"/>
                <a:gd name="T5" fmla="*/ 38 h 47"/>
                <a:gd name="T6" fmla="*/ 19 w 67"/>
                <a:gd name="T7" fmla="*/ 44 h 47"/>
                <a:gd name="T8" fmla="*/ 33 w 67"/>
                <a:gd name="T9" fmla="*/ 42 h 47"/>
                <a:gd name="T10" fmla="*/ 44 w 67"/>
                <a:gd name="T11" fmla="*/ 40 h 47"/>
                <a:gd name="T12" fmla="*/ 62 w 67"/>
                <a:gd name="T13" fmla="*/ 28 h 47"/>
                <a:gd name="T14" fmla="*/ 64 w 67"/>
                <a:gd name="T15" fmla="*/ 17 h 47"/>
                <a:gd name="T16" fmla="*/ 62 w 67"/>
                <a:gd name="T17" fmla="*/ 8 h 47"/>
                <a:gd name="T18" fmla="*/ 62 w 67"/>
                <a:gd name="T19" fmla="*/ 0 h 47"/>
                <a:gd name="T20" fmla="*/ 51 w 67"/>
                <a:gd name="T21" fmla="*/ 28 h 47"/>
                <a:gd name="T22" fmla="*/ 31 w 67"/>
                <a:gd name="T23" fmla="*/ 32 h 47"/>
                <a:gd name="T24" fmla="*/ 12 w 67"/>
                <a:gd name="T25" fmla="*/ 32 h 47"/>
                <a:gd name="T26" fmla="*/ 2 w 67"/>
                <a:gd name="T27" fmla="*/ 24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47">
                  <a:moveTo>
                    <a:pt x="1" y="29"/>
                  </a:moveTo>
                  <a:cubicBezTo>
                    <a:pt x="0" y="29"/>
                    <a:pt x="3" y="33"/>
                    <a:pt x="4" y="33"/>
                  </a:cubicBezTo>
                  <a:cubicBezTo>
                    <a:pt x="6" y="36"/>
                    <a:pt x="8" y="38"/>
                    <a:pt x="10" y="41"/>
                  </a:cubicBezTo>
                  <a:cubicBezTo>
                    <a:pt x="13" y="44"/>
                    <a:pt x="15" y="46"/>
                    <a:pt x="19" y="47"/>
                  </a:cubicBezTo>
                  <a:cubicBezTo>
                    <a:pt x="23" y="47"/>
                    <a:pt x="29" y="46"/>
                    <a:pt x="33" y="45"/>
                  </a:cubicBezTo>
                  <a:cubicBezTo>
                    <a:pt x="38" y="45"/>
                    <a:pt x="42" y="44"/>
                    <a:pt x="47" y="43"/>
                  </a:cubicBezTo>
                  <a:cubicBezTo>
                    <a:pt x="54" y="43"/>
                    <a:pt x="63" y="39"/>
                    <a:pt x="65" y="31"/>
                  </a:cubicBezTo>
                  <a:cubicBezTo>
                    <a:pt x="66" y="27"/>
                    <a:pt x="67" y="21"/>
                    <a:pt x="67" y="17"/>
                  </a:cubicBezTo>
                  <a:cubicBezTo>
                    <a:pt x="66" y="14"/>
                    <a:pt x="65" y="11"/>
                    <a:pt x="65" y="8"/>
                  </a:cubicBezTo>
                  <a:cubicBezTo>
                    <a:pt x="65" y="6"/>
                    <a:pt x="66" y="2"/>
                    <a:pt x="65" y="0"/>
                  </a:cubicBezTo>
                  <a:cubicBezTo>
                    <a:pt x="62" y="10"/>
                    <a:pt x="63" y="26"/>
                    <a:pt x="54" y="31"/>
                  </a:cubicBezTo>
                  <a:cubicBezTo>
                    <a:pt x="47" y="35"/>
                    <a:pt x="38" y="35"/>
                    <a:pt x="31" y="35"/>
                  </a:cubicBezTo>
                  <a:cubicBezTo>
                    <a:pt x="25" y="36"/>
                    <a:pt x="18" y="38"/>
                    <a:pt x="12" y="35"/>
                  </a:cubicBezTo>
                  <a:cubicBezTo>
                    <a:pt x="9" y="33"/>
                    <a:pt x="5" y="30"/>
                    <a:pt x="2" y="27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5" name="Freeform 304">
              <a:extLst>
                <a:ext uri="{FF2B5EF4-FFF2-40B4-BE49-F238E27FC236}">
                  <a16:creationId xmlns:a16="http://schemas.microsoft.com/office/drawing/2014/main" id="{5A38BDAF-33FE-418B-91EA-E75539EDA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792"/>
              <a:ext cx="52" cy="56"/>
            </a:xfrm>
            <a:custGeom>
              <a:avLst/>
              <a:gdLst>
                <a:gd name="T0" fmla="*/ 0 w 53"/>
                <a:gd name="T1" fmla="*/ 7 h 57"/>
                <a:gd name="T2" fmla="*/ 22 w 53"/>
                <a:gd name="T3" fmla="*/ 7 h 57"/>
                <a:gd name="T4" fmla="*/ 28 w 53"/>
                <a:gd name="T5" fmla="*/ 26 h 57"/>
                <a:gd name="T6" fmla="*/ 50 w 53"/>
                <a:gd name="T7" fmla="*/ 54 h 57"/>
                <a:gd name="T8" fmla="*/ 47 w 53"/>
                <a:gd name="T9" fmla="*/ 42 h 57"/>
                <a:gd name="T10" fmla="*/ 42 w 53"/>
                <a:gd name="T11" fmla="*/ 29 h 57"/>
                <a:gd name="T12" fmla="*/ 36 w 53"/>
                <a:gd name="T13" fmla="*/ 24 h 57"/>
                <a:gd name="T14" fmla="*/ 31 w 53"/>
                <a:gd name="T15" fmla="*/ 12 h 57"/>
                <a:gd name="T16" fmla="*/ 18 w 53"/>
                <a:gd name="T17" fmla="*/ 0 h 57"/>
                <a:gd name="T18" fmla="*/ 1 w 53"/>
                <a:gd name="T19" fmla="*/ 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57">
                  <a:moveTo>
                    <a:pt x="0" y="7"/>
                  </a:moveTo>
                  <a:cubicBezTo>
                    <a:pt x="7" y="5"/>
                    <a:pt x="16" y="1"/>
                    <a:pt x="22" y="7"/>
                  </a:cubicBezTo>
                  <a:cubicBezTo>
                    <a:pt x="27" y="11"/>
                    <a:pt x="28" y="20"/>
                    <a:pt x="31" y="26"/>
                  </a:cubicBezTo>
                  <a:cubicBezTo>
                    <a:pt x="38" y="37"/>
                    <a:pt x="50" y="43"/>
                    <a:pt x="53" y="57"/>
                  </a:cubicBezTo>
                  <a:cubicBezTo>
                    <a:pt x="53" y="54"/>
                    <a:pt x="51" y="49"/>
                    <a:pt x="50" y="45"/>
                  </a:cubicBezTo>
                  <a:cubicBezTo>
                    <a:pt x="49" y="41"/>
                    <a:pt x="47" y="37"/>
                    <a:pt x="45" y="32"/>
                  </a:cubicBezTo>
                  <a:cubicBezTo>
                    <a:pt x="44" y="29"/>
                    <a:pt x="42" y="27"/>
                    <a:pt x="39" y="24"/>
                  </a:cubicBezTo>
                  <a:cubicBezTo>
                    <a:pt x="36" y="20"/>
                    <a:pt x="36" y="17"/>
                    <a:pt x="34" y="12"/>
                  </a:cubicBezTo>
                  <a:cubicBezTo>
                    <a:pt x="32" y="5"/>
                    <a:pt x="26" y="0"/>
                    <a:pt x="18" y="0"/>
                  </a:cubicBezTo>
                  <a:cubicBezTo>
                    <a:pt x="11" y="0"/>
                    <a:pt x="7" y="4"/>
                    <a:pt x="1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6" name="Freeform 305">
              <a:extLst>
                <a:ext uri="{FF2B5EF4-FFF2-40B4-BE49-F238E27FC236}">
                  <a16:creationId xmlns:a16="http://schemas.microsoft.com/office/drawing/2014/main" id="{B32405F3-ED30-4199-88E8-AD559A1A5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762"/>
              <a:ext cx="26" cy="65"/>
            </a:xfrm>
            <a:custGeom>
              <a:avLst/>
              <a:gdLst>
                <a:gd name="T0" fmla="*/ 0 w 26"/>
                <a:gd name="T1" fmla="*/ 3 h 66"/>
                <a:gd name="T2" fmla="*/ 14 w 26"/>
                <a:gd name="T3" fmla="*/ 18 h 66"/>
                <a:gd name="T4" fmla="*/ 19 w 26"/>
                <a:gd name="T5" fmla="*/ 33 h 66"/>
                <a:gd name="T6" fmla="*/ 20 w 26"/>
                <a:gd name="T7" fmla="*/ 45 h 66"/>
                <a:gd name="T8" fmla="*/ 26 w 26"/>
                <a:gd name="T9" fmla="*/ 63 h 66"/>
                <a:gd name="T10" fmla="*/ 22 w 26"/>
                <a:gd name="T11" fmla="*/ 34 h 66"/>
                <a:gd name="T12" fmla="*/ 19 w 26"/>
                <a:gd name="T13" fmla="*/ 20 h 66"/>
                <a:gd name="T14" fmla="*/ 0 w 26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6">
                  <a:moveTo>
                    <a:pt x="0" y="3"/>
                  </a:moveTo>
                  <a:cubicBezTo>
                    <a:pt x="1" y="9"/>
                    <a:pt x="10" y="14"/>
                    <a:pt x="14" y="18"/>
                  </a:cubicBezTo>
                  <a:cubicBezTo>
                    <a:pt x="17" y="22"/>
                    <a:pt x="19" y="27"/>
                    <a:pt x="19" y="33"/>
                  </a:cubicBezTo>
                  <a:cubicBezTo>
                    <a:pt x="20" y="38"/>
                    <a:pt x="19" y="43"/>
                    <a:pt x="20" y="48"/>
                  </a:cubicBezTo>
                  <a:cubicBezTo>
                    <a:pt x="21" y="55"/>
                    <a:pt x="24" y="60"/>
                    <a:pt x="26" y="66"/>
                  </a:cubicBezTo>
                  <a:cubicBezTo>
                    <a:pt x="23" y="57"/>
                    <a:pt x="23" y="47"/>
                    <a:pt x="22" y="37"/>
                  </a:cubicBezTo>
                  <a:cubicBezTo>
                    <a:pt x="22" y="31"/>
                    <a:pt x="22" y="25"/>
                    <a:pt x="19" y="20"/>
                  </a:cubicBezTo>
                  <a:cubicBezTo>
                    <a:pt x="15" y="11"/>
                    <a:pt x="3" y="9"/>
                    <a:pt x="0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7" name="Freeform 306">
              <a:extLst>
                <a:ext uri="{FF2B5EF4-FFF2-40B4-BE49-F238E27FC236}">
                  <a16:creationId xmlns:a16="http://schemas.microsoft.com/office/drawing/2014/main" id="{EE1EC146-E8D1-4B9A-B117-06A3D5716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823"/>
              <a:ext cx="88" cy="78"/>
            </a:xfrm>
            <a:custGeom>
              <a:avLst/>
              <a:gdLst>
                <a:gd name="T0" fmla="*/ 0 w 90"/>
                <a:gd name="T1" fmla="*/ 3 h 79"/>
                <a:gd name="T2" fmla="*/ 25 w 90"/>
                <a:gd name="T3" fmla="*/ 17 h 79"/>
                <a:gd name="T4" fmla="*/ 50 w 90"/>
                <a:gd name="T5" fmla="*/ 37 h 79"/>
                <a:gd name="T6" fmla="*/ 65 w 90"/>
                <a:gd name="T7" fmla="*/ 56 h 79"/>
                <a:gd name="T8" fmla="*/ 84 w 90"/>
                <a:gd name="T9" fmla="*/ 48 h 79"/>
                <a:gd name="T10" fmla="*/ 44 w 90"/>
                <a:gd name="T11" fmla="*/ 19 h 79"/>
                <a:gd name="T12" fmla="*/ 2 w 90"/>
                <a:gd name="T13" fmla="*/ 3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79">
                  <a:moveTo>
                    <a:pt x="0" y="3"/>
                  </a:moveTo>
                  <a:cubicBezTo>
                    <a:pt x="8" y="12"/>
                    <a:pt x="17" y="13"/>
                    <a:pt x="28" y="17"/>
                  </a:cubicBezTo>
                  <a:cubicBezTo>
                    <a:pt x="37" y="21"/>
                    <a:pt x="46" y="29"/>
                    <a:pt x="53" y="37"/>
                  </a:cubicBezTo>
                  <a:cubicBezTo>
                    <a:pt x="58" y="45"/>
                    <a:pt x="62" y="53"/>
                    <a:pt x="70" y="59"/>
                  </a:cubicBezTo>
                  <a:cubicBezTo>
                    <a:pt x="81" y="68"/>
                    <a:pt x="85" y="62"/>
                    <a:pt x="90" y="51"/>
                  </a:cubicBezTo>
                  <a:cubicBezTo>
                    <a:pt x="77" y="79"/>
                    <a:pt x="53" y="28"/>
                    <a:pt x="47" y="19"/>
                  </a:cubicBezTo>
                  <a:cubicBezTo>
                    <a:pt x="36" y="0"/>
                    <a:pt x="18" y="11"/>
                    <a:pt x="2" y="3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8" name="Freeform 307">
              <a:extLst>
                <a:ext uri="{FF2B5EF4-FFF2-40B4-BE49-F238E27FC236}">
                  <a16:creationId xmlns:a16="http://schemas.microsoft.com/office/drawing/2014/main" id="{2F96B15B-1243-42C0-B9F7-8105B527A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856"/>
              <a:ext cx="39" cy="25"/>
            </a:xfrm>
            <a:custGeom>
              <a:avLst/>
              <a:gdLst>
                <a:gd name="T0" fmla="*/ 2 w 40"/>
                <a:gd name="T1" fmla="*/ 1 h 26"/>
                <a:gd name="T2" fmla="*/ 20 w 40"/>
                <a:gd name="T3" fmla="*/ 14 h 26"/>
                <a:gd name="T4" fmla="*/ 37 w 40"/>
                <a:gd name="T5" fmla="*/ 23 h 26"/>
                <a:gd name="T6" fmla="*/ 19 w 40"/>
                <a:gd name="T7" fmla="*/ 10 h 26"/>
                <a:gd name="T8" fmla="*/ 0 w 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2" y="1"/>
                  </a:moveTo>
                  <a:cubicBezTo>
                    <a:pt x="7" y="6"/>
                    <a:pt x="13" y="13"/>
                    <a:pt x="21" y="17"/>
                  </a:cubicBezTo>
                  <a:cubicBezTo>
                    <a:pt x="27" y="20"/>
                    <a:pt x="34" y="22"/>
                    <a:pt x="40" y="26"/>
                  </a:cubicBezTo>
                  <a:cubicBezTo>
                    <a:pt x="33" y="20"/>
                    <a:pt x="28" y="13"/>
                    <a:pt x="19" y="10"/>
                  </a:cubicBezTo>
                  <a:cubicBezTo>
                    <a:pt x="12" y="7"/>
                    <a:pt x="6" y="2"/>
                    <a:pt x="0" y="0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9" name="Freeform 308">
              <a:extLst>
                <a:ext uri="{FF2B5EF4-FFF2-40B4-BE49-F238E27FC236}">
                  <a16:creationId xmlns:a16="http://schemas.microsoft.com/office/drawing/2014/main" id="{157B8D6A-738B-46AB-A3BD-36464C8E2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900"/>
              <a:ext cx="44" cy="20"/>
            </a:xfrm>
            <a:custGeom>
              <a:avLst/>
              <a:gdLst>
                <a:gd name="T0" fmla="*/ 4 w 45"/>
                <a:gd name="T1" fmla="*/ 20 h 20"/>
                <a:gd name="T2" fmla="*/ 28 w 45"/>
                <a:gd name="T3" fmla="*/ 20 h 20"/>
                <a:gd name="T4" fmla="*/ 40 w 45"/>
                <a:gd name="T5" fmla="*/ 13 h 20"/>
                <a:gd name="T6" fmla="*/ 42 w 45"/>
                <a:gd name="T7" fmla="*/ 0 h 20"/>
                <a:gd name="T8" fmla="*/ 32 w 45"/>
                <a:gd name="T9" fmla="*/ 11 h 20"/>
                <a:gd name="T10" fmla="*/ 22 w 45"/>
                <a:gd name="T11" fmla="*/ 10 h 20"/>
                <a:gd name="T12" fmla="*/ 3 w 45"/>
                <a:gd name="T13" fmla="*/ 1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0">
                  <a:moveTo>
                    <a:pt x="4" y="20"/>
                  </a:moveTo>
                  <a:cubicBezTo>
                    <a:pt x="12" y="11"/>
                    <a:pt x="22" y="20"/>
                    <a:pt x="31" y="20"/>
                  </a:cubicBezTo>
                  <a:cubicBezTo>
                    <a:pt x="35" y="20"/>
                    <a:pt x="41" y="17"/>
                    <a:pt x="43" y="13"/>
                  </a:cubicBezTo>
                  <a:cubicBezTo>
                    <a:pt x="45" y="9"/>
                    <a:pt x="43" y="4"/>
                    <a:pt x="45" y="0"/>
                  </a:cubicBezTo>
                  <a:cubicBezTo>
                    <a:pt x="41" y="2"/>
                    <a:pt x="40" y="8"/>
                    <a:pt x="35" y="11"/>
                  </a:cubicBezTo>
                  <a:cubicBezTo>
                    <a:pt x="30" y="13"/>
                    <a:pt x="28" y="12"/>
                    <a:pt x="23" y="10"/>
                  </a:cubicBezTo>
                  <a:cubicBezTo>
                    <a:pt x="16" y="8"/>
                    <a:pt x="0" y="2"/>
                    <a:pt x="3" y="1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0" name="Freeform 309">
              <a:extLst>
                <a:ext uri="{FF2B5EF4-FFF2-40B4-BE49-F238E27FC236}">
                  <a16:creationId xmlns:a16="http://schemas.microsoft.com/office/drawing/2014/main" id="{FAA7D0FB-F553-4BCB-AE95-92C3A6E84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749"/>
              <a:ext cx="22" cy="81"/>
            </a:xfrm>
            <a:custGeom>
              <a:avLst/>
              <a:gdLst>
                <a:gd name="T0" fmla="*/ 20 w 22"/>
                <a:gd name="T1" fmla="*/ 6 h 83"/>
                <a:gd name="T2" fmla="*/ 2 w 22"/>
                <a:gd name="T3" fmla="*/ 10 h 83"/>
                <a:gd name="T4" fmla="*/ 7 w 22"/>
                <a:gd name="T5" fmla="*/ 28 h 83"/>
                <a:gd name="T6" fmla="*/ 13 w 22"/>
                <a:gd name="T7" fmla="*/ 77 h 83"/>
                <a:gd name="T8" fmla="*/ 16 w 22"/>
                <a:gd name="T9" fmla="*/ 35 h 83"/>
                <a:gd name="T10" fmla="*/ 11 w 22"/>
                <a:gd name="T11" fmla="*/ 15 h 83"/>
                <a:gd name="T12" fmla="*/ 22 w 22"/>
                <a:gd name="T13" fmla="*/ 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83">
                  <a:moveTo>
                    <a:pt x="20" y="6"/>
                  </a:moveTo>
                  <a:cubicBezTo>
                    <a:pt x="12" y="2"/>
                    <a:pt x="6" y="0"/>
                    <a:pt x="2" y="10"/>
                  </a:cubicBezTo>
                  <a:cubicBezTo>
                    <a:pt x="0" y="18"/>
                    <a:pt x="4" y="24"/>
                    <a:pt x="7" y="31"/>
                  </a:cubicBezTo>
                  <a:cubicBezTo>
                    <a:pt x="14" y="48"/>
                    <a:pt x="8" y="66"/>
                    <a:pt x="13" y="83"/>
                  </a:cubicBezTo>
                  <a:cubicBezTo>
                    <a:pt x="10" y="68"/>
                    <a:pt x="19" y="54"/>
                    <a:pt x="16" y="38"/>
                  </a:cubicBezTo>
                  <a:cubicBezTo>
                    <a:pt x="14" y="31"/>
                    <a:pt x="9" y="23"/>
                    <a:pt x="11" y="15"/>
                  </a:cubicBezTo>
                  <a:cubicBezTo>
                    <a:pt x="12" y="11"/>
                    <a:pt x="16" y="5"/>
                    <a:pt x="22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1" name="Freeform 310">
              <a:extLst>
                <a:ext uri="{FF2B5EF4-FFF2-40B4-BE49-F238E27FC236}">
                  <a16:creationId xmlns:a16="http://schemas.microsoft.com/office/drawing/2014/main" id="{34E711C2-29D8-4739-9460-72BD74D49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747"/>
              <a:ext cx="26" cy="82"/>
            </a:xfrm>
            <a:custGeom>
              <a:avLst/>
              <a:gdLst>
                <a:gd name="T0" fmla="*/ 24 w 27"/>
                <a:gd name="T1" fmla="*/ 6 h 84"/>
                <a:gd name="T2" fmla="*/ 6 w 27"/>
                <a:gd name="T3" fmla="*/ 27 h 84"/>
                <a:gd name="T4" fmla="*/ 7 w 27"/>
                <a:gd name="T5" fmla="*/ 78 h 84"/>
                <a:gd name="T6" fmla="*/ 24 w 27"/>
                <a:gd name="T7" fmla="*/ 6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4">
                  <a:moveTo>
                    <a:pt x="27" y="6"/>
                  </a:moveTo>
                  <a:cubicBezTo>
                    <a:pt x="9" y="0"/>
                    <a:pt x="6" y="16"/>
                    <a:pt x="6" y="30"/>
                  </a:cubicBezTo>
                  <a:cubicBezTo>
                    <a:pt x="6" y="47"/>
                    <a:pt x="3" y="69"/>
                    <a:pt x="7" y="84"/>
                  </a:cubicBezTo>
                  <a:cubicBezTo>
                    <a:pt x="11" y="62"/>
                    <a:pt x="0" y="15"/>
                    <a:pt x="27" y="6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2" name="Freeform 311">
              <a:extLst>
                <a:ext uri="{FF2B5EF4-FFF2-40B4-BE49-F238E27FC236}">
                  <a16:creationId xmlns:a16="http://schemas.microsoft.com/office/drawing/2014/main" id="{C57E05F5-86B1-42BF-BD57-303156D09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759"/>
              <a:ext cx="30" cy="66"/>
            </a:xfrm>
            <a:custGeom>
              <a:avLst/>
              <a:gdLst>
                <a:gd name="T0" fmla="*/ 30 w 30"/>
                <a:gd name="T1" fmla="*/ 3 h 67"/>
                <a:gd name="T2" fmla="*/ 14 w 30"/>
                <a:gd name="T3" fmla="*/ 6 h 67"/>
                <a:gd name="T4" fmla="*/ 7 w 30"/>
                <a:gd name="T5" fmla="*/ 25 h 67"/>
                <a:gd name="T6" fmla="*/ 1 w 30"/>
                <a:gd name="T7" fmla="*/ 64 h 67"/>
                <a:gd name="T8" fmla="*/ 10 w 30"/>
                <a:gd name="T9" fmla="*/ 27 h 67"/>
                <a:gd name="T10" fmla="*/ 28 w 30"/>
                <a:gd name="T11" fmla="*/ 4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7">
                  <a:moveTo>
                    <a:pt x="30" y="3"/>
                  </a:moveTo>
                  <a:cubicBezTo>
                    <a:pt x="23" y="2"/>
                    <a:pt x="18" y="0"/>
                    <a:pt x="14" y="6"/>
                  </a:cubicBezTo>
                  <a:cubicBezTo>
                    <a:pt x="11" y="12"/>
                    <a:pt x="10" y="19"/>
                    <a:pt x="7" y="25"/>
                  </a:cubicBezTo>
                  <a:cubicBezTo>
                    <a:pt x="0" y="39"/>
                    <a:pt x="1" y="52"/>
                    <a:pt x="1" y="67"/>
                  </a:cubicBezTo>
                  <a:cubicBezTo>
                    <a:pt x="5" y="54"/>
                    <a:pt x="6" y="40"/>
                    <a:pt x="10" y="27"/>
                  </a:cubicBezTo>
                  <a:cubicBezTo>
                    <a:pt x="12" y="19"/>
                    <a:pt x="18" y="2"/>
                    <a:pt x="28" y="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3" name="Freeform 312">
              <a:extLst>
                <a:ext uri="{FF2B5EF4-FFF2-40B4-BE49-F238E27FC236}">
                  <a16:creationId xmlns:a16="http://schemas.microsoft.com/office/drawing/2014/main" id="{131A31A2-95C7-4182-9377-27E8C5BC3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770"/>
              <a:ext cx="53" cy="58"/>
            </a:xfrm>
            <a:custGeom>
              <a:avLst/>
              <a:gdLst>
                <a:gd name="T0" fmla="*/ 46 w 54"/>
                <a:gd name="T1" fmla="*/ 10 h 59"/>
                <a:gd name="T2" fmla="*/ 25 w 54"/>
                <a:gd name="T3" fmla="*/ 2 h 59"/>
                <a:gd name="T4" fmla="*/ 9 w 54"/>
                <a:gd name="T5" fmla="*/ 16 h 59"/>
                <a:gd name="T6" fmla="*/ 4 w 54"/>
                <a:gd name="T7" fmla="*/ 31 h 59"/>
                <a:gd name="T8" fmla="*/ 4 w 54"/>
                <a:gd name="T9" fmla="*/ 44 h 59"/>
                <a:gd name="T10" fmla="*/ 0 w 54"/>
                <a:gd name="T11" fmla="*/ 56 h 59"/>
                <a:gd name="T12" fmla="*/ 12 w 54"/>
                <a:gd name="T13" fmla="*/ 33 h 59"/>
                <a:gd name="T14" fmla="*/ 22 w 54"/>
                <a:gd name="T15" fmla="*/ 15 h 59"/>
                <a:gd name="T16" fmla="*/ 38 w 54"/>
                <a:gd name="T17" fmla="*/ 9 h 59"/>
                <a:gd name="T18" fmla="*/ 51 w 54"/>
                <a:gd name="T19" fmla="*/ 12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59">
                  <a:moveTo>
                    <a:pt x="49" y="10"/>
                  </a:moveTo>
                  <a:cubicBezTo>
                    <a:pt x="41" y="7"/>
                    <a:pt x="34" y="0"/>
                    <a:pt x="25" y="2"/>
                  </a:cubicBezTo>
                  <a:cubicBezTo>
                    <a:pt x="19" y="3"/>
                    <a:pt x="13" y="11"/>
                    <a:pt x="9" y="16"/>
                  </a:cubicBezTo>
                  <a:cubicBezTo>
                    <a:pt x="5" y="22"/>
                    <a:pt x="4" y="27"/>
                    <a:pt x="4" y="34"/>
                  </a:cubicBezTo>
                  <a:cubicBezTo>
                    <a:pt x="4" y="38"/>
                    <a:pt x="4" y="43"/>
                    <a:pt x="4" y="47"/>
                  </a:cubicBezTo>
                  <a:cubicBezTo>
                    <a:pt x="3" y="51"/>
                    <a:pt x="1" y="54"/>
                    <a:pt x="0" y="59"/>
                  </a:cubicBezTo>
                  <a:cubicBezTo>
                    <a:pt x="4" y="51"/>
                    <a:pt x="9" y="44"/>
                    <a:pt x="12" y="36"/>
                  </a:cubicBezTo>
                  <a:cubicBezTo>
                    <a:pt x="14" y="30"/>
                    <a:pt x="16" y="20"/>
                    <a:pt x="22" y="15"/>
                  </a:cubicBezTo>
                  <a:cubicBezTo>
                    <a:pt x="26" y="11"/>
                    <a:pt x="35" y="10"/>
                    <a:pt x="41" y="9"/>
                  </a:cubicBezTo>
                  <a:cubicBezTo>
                    <a:pt x="47" y="8"/>
                    <a:pt x="48" y="9"/>
                    <a:pt x="54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4" name="Freeform 313">
              <a:extLst>
                <a:ext uri="{FF2B5EF4-FFF2-40B4-BE49-F238E27FC236}">
                  <a16:creationId xmlns:a16="http://schemas.microsoft.com/office/drawing/2014/main" id="{F67EA8E9-6F41-4644-84B2-9D2974C2A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803"/>
              <a:ext cx="76" cy="56"/>
            </a:xfrm>
            <a:custGeom>
              <a:avLst/>
              <a:gdLst>
                <a:gd name="T0" fmla="*/ 74 w 77"/>
                <a:gd name="T1" fmla="*/ 21 h 57"/>
                <a:gd name="T2" fmla="*/ 51 w 77"/>
                <a:gd name="T3" fmla="*/ 8 h 57"/>
                <a:gd name="T4" fmla="*/ 37 w 77"/>
                <a:gd name="T5" fmla="*/ 12 h 57"/>
                <a:gd name="T6" fmla="*/ 18 w 77"/>
                <a:gd name="T7" fmla="*/ 36 h 57"/>
                <a:gd name="T8" fmla="*/ 0 w 77"/>
                <a:gd name="T9" fmla="*/ 54 h 57"/>
                <a:gd name="T10" fmla="*/ 23 w 77"/>
                <a:gd name="T11" fmla="*/ 38 h 57"/>
                <a:gd name="T12" fmla="*/ 38 w 77"/>
                <a:gd name="T13" fmla="*/ 22 h 57"/>
                <a:gd name="T14" fmla="*/ 52 w 77"/>
                <a:gd name="T15" fmla="*/ 19 h 57"/>
                <a:gd name="T16" fmla="*/ 72 w 77"/>
                <a:gd name="T17" fmla="*/ 22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7">
                  <a:moveTo>
                    <a:pt x="77" y="21"/>
                  </a:moveTo>
                  <a:cubicBezTo>
                    <a:pt x="68" y="22"/>
                    <a:pt x="60" y="13"/>
                    <a:pt x="54" y="8"/>
                  </a:cubicBezTo>
                  <a:cubicBezTo>
                    <a:pt x="46" y="0"/>
                    <a:pt x="43" y="4"/>
                    <a:pt x="37" y="12"/>
                  </a:cubicBezTo>
                  <a:cubicBezTo>
                    <a:pt x="31" y="21"/>
                    <a:pt x="27" y="33"/>
                    <a:pt x="18" y="39"/>
                  </a:cubicBezTo>
                  <a:cubicBezTo>
                    <a:pt x="10" y="45"/>
                    <a:pt x="2" y="47"/>
                    <a:pt x="0" y="57"/>
                  </a:cubicBezTo>
                  <a:cubicBezTo>
                    <a:pt x="5" y="48"/>
                    <a:pt x="15" y="47"/>
                    <a:pt x="23" y="41"/>
                  </a:cubicBezTo>
                  <a:cubicBezTo>
                    <a:pt x="30" y="36"/>
                    <a:pt x="34" y="29"/>
                    <a:pt x="39" y="22"/>
                  </a:cubicBezTo>
                  <a:cubicBezTo>
                    <a:pt x="44" y="16"/>
                    <a:pt x="48" y="16"/>
                    <a:pt x="55" y="19"/>
                  </a:cubicBezTo>
                  <a:cubicBezTo>
                    <a:pt x="63" y="22"/>
                    <a:pt x="67" y="23"/>
                    <a:pt x="75" y="2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5" name="Freeform 314">
              <a:extLst>
                <a:ext uri="{FF2B5EF4-FFF2-40B4-BE49-F238E27FC236}">
                  <a16:creationId xmlns:a16="http://schemas.microsoft.com/office/drawing/2014/main" id="{0A38E621-0EC2-4D0D-BCD5-4AC39CDE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836"/>
              <a:ext cx="64" cy="47"/>
            </a:xfrm>
            <a:custGeom>
              <a:avLst/>
              <a:gdLst>
                <a:gd name="T0" fmla="*/ 56 w 66"/>
                <a:gd name="T1" fmla="*/ 7 h 48"/>
                <a:gd name="T2" fmla="*/ 26 w 66"/>
                <a:gd name="T3" fmla="*/ 19 h 48"/>
                <a:gd name="T4" fmla="*/ 0 w 66"/>
                <a:gd name="T5" fmla="*/ 45 h 48"/>
                <a:gd name="T6" fmla="*/ 16 w 66"/>
                <a:gd name="T7" fmla="*/ 35 h 48"/>
                <a:gd name="T8" fmla="*/ 37 w 66"/>
                <a:gd name="T9" fmla="*/ 24 h 48"/>
                <a:gd name="T10" fmla="*/ 60 w 66"/>
                <a:gd name="T11" fmla="*/ 9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48">
                  <a:moveTo>
                    <a:pt x="62" y="7"/>
                  </a:moveTo>
                  <a:cubicBezTo>
                    <a:pt x="51" y="0"/>
                    <a:pt x="37" y="15"/>
                    <a:pt x="29" y="19"/>
                  </a:cubicBezTo>
                  <a:cubicBezTo>
                    <a:pt x="17" y="27"/>
                    <a:pt x="12" y="41"/>
                    <a:pt x="0" y="48"/>
                  </a:cubicBezTo>
                  <a:cubicBezTo>
                    <a:pt x="5" y="44"/>
                    <a:pt x="13" y="41"/>
                    <a:pt x="18" y="38"/>
                  </a:cubicBezTo>
                  <a:cubicBezTo>
                    <a:pt x="26" y="34"/>
                    <a:pt x="33" y="30"/>
                    <a:pt x="40" y="24"/>
                  </a:cubicBezTo>
                  <a:cubicBezTo>
                    <a:pt x="48" y="18"/>
                    <a:pt x="55" y="9"/>
                    <a:pt x="66" y="9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6" name="Freeform 315">
              <a:extLst>
                <a:ext uri="{FF2B5EF4-FFF2-40B4-BE49-F238E27FC236}">
                  <a16:creationId xmlns:a16="http://schemas.microsoft.com/office/drawing/2014/main" id="{98DE4541-60B3-44FB-8003-236F509A0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872"/>
              <a:ext cx="57" cy="29"/>
            </a:xfrm>
            <a:custGeom>
              <a:avLst/>
              <a:gdLst>
                <a:gd name="T0" fmla="*/ 50 w 58"/>
                <a:gd name="T1" fmla="*/ 29 h 29"/>
                <a:gd name="T2" fmla="*/ 50 w 58"/>
                <a:gd name="T3" fmla="*/ 6 h 29"/>
                <a:gd name="T4" fmla="*/ 33 w 58"/>
                <a:gd name="T5" fmla="*/ 8 h 29"/>
                <a:gd name="T6" fmla="*/ 0 w 58"/>
                <a:gd name="T7" fmla="*/ 26 h 29"/>
                <a:gd name="T8" fmla="*/ 36 w 58"/>
                <a:gd name="T9" fmla="*/ 13 h 29"/>
                <a:gd name="T10" fmla="*/ 50 w 58"/>
                <a:gd name="T11" fmla="*/ 2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3" y="29"/>
                  </a:moveTo>
                  <a:cubicBezTo>
                    <a:pt x="54" y="23"/>
                    <a:pt x="58" y="11"/>
                    <a:pt x="53" y="6"/>
                  </a:cubicBezTo>
                  <a:cubicBezTo>
                    <a:pt x="48" y="0"/>
                    <a:pt x="41" y="5"/>
                    <a:pt x="36" y="8"/>
                  </a:cubicBezTo>
                  <a:cubicBezTo>
                    <a:pt x="24" y="14"/>
                    <a:pt x="10" y="15"/>
                    <a:pt x="0" y="26"/>
                  </a:cubicBezTo>
                  <a:cubicBezTo>
                    <a:pt x="11" y="18"/>
                    <a:pt x="26" y="17"/>
                    <a:pt x="39" y="13"/>
                  </a:cubicBezTo>
                  <a:cubicBezTo>
                    <a:pt x="49" y="9"/>
                    <a:pt x="58" y="14"/>
                    <a:pt x="53" y="24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7" name="Freeform 316">
              <a:extLst>
                <a:ext uri="{FF2B5EF4-FFF2-40B4-BE49-F238E27FC236}">
                  <a16:creationId xmlns:a16="http://schemas.microsoft.com/office/drawing/2014/main" id="{BBE10880-BF85-4641-8CBB-4F23CC3BD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919"/>
              <a:ext cx="40" cy="23"/>
            </a:xfrm>
            <a:custGeom>
              <a:avLst/>
              <a:gdLst>
                <a:gd name="T0" fmla="*/ 40 w 40"/>
                <a:gd name="T1" fmla="*/ 12 h 24"/>
                <a:gd name="T2" fmla="*/ 21 w 40"/>
                <a:gd name="T3" fmla="*/ 9 h 24"/>
                <a:gd name="T4" fmla="*/ 0 w 40"/>
                <a:gd name="T5" fmla="*/ 0 h 24"/>
                <a:gd name="T6" fmla="*/ 18 w 40"/>
                <a:gd name="T7" fmla="*/ 12 h 24"/>
                <a:gd name="T8" fmla="*/ 30 w 40"/>
                <a:gd name="T9" fmla="*/ 21 h 24"/>
                <a:gd name="T10" fmla="*/ 39 w 40"/>
                <a:gd name="T11" fmla="*/ 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4">
                  <a:moveTo>
                    <a:pt x="40" y="12"/>
                  </a:moveTo>
                  <a:cubicBezTo>
                    <a:pt x="37" y="5"/>
                    <a:pt x="27" y="9"/>
                    <a:pt x="21" y="9"/>
                  </a:cubicBezTo>
                  <a:cubicBezTo>
                    <a:pt x="12" y="10"/>
                    <a:pt x="4" y="8"/>
                    <a:pt x="0" y="0"/>
                  </a:cubicBezTo>
                  <a:cubicBezTo>
                    <a:pt x="0" y="9"/>
                    <a:pt x="10" y="12"/>
                    <a:pt x="18" y="13"/>
                  </a:cubicBezTo>
                  <a:cubicBezTo>
                    <a:pt x="27" y="15"/>
                    <a:pt x="30" y="13"/>
                    <a:pt x="30" y="24"/>
                  </a:cubicBezTo>
                  <a:cubicBezTo>
                    <a:pt x="34" y="21"/>
                    <a:pt x="36" y="16"/>
                    <a:pt x="39" y="12"/>
                  </a:cubicBezTo>
                </a:path>
              </a:pathLst>
            </a:custGeom>
            <a:solidFill>
              <a:srgbClr val="EED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8" name="Freeform 317">
              <a:extLst>
                <a:ext uri="{FF2B5EF4-FFF2-40B4-BE49-F238E27FC236}">
                  <a16:creationId xmlns:a16="http://schemas.microsoft.com/office/drawing/2014/main" id="{2D0B151D-FBDB-453A-AD70-1697738E3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948"/>
              <a:ext cx="45" cy="23"/>
            </a:xfrm>
            <a:custGeom>
              <a:avLst/>
              <a:gdLst>
                <a:gd name="T0" fmla="*/ 2 w 46"/>
                <a:gd name="T1" fmla="*/ 12 h 23"/>
                <a:gd name="T2" fmla="*/ 42 w 46"/>
                <a:gd name="T3" fmla="*/ 12 h 23"/>
                <a:gd name="T4" fmla="*/ 23 w 46"/>
                <a:gd name="T5" fmla="*/ 23 h 23"/>
                <a:gd name="T6" fmla="*/ 2 w 46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3">
                  <a:moveTo>
                    <a:pt x="2" y="12"/>
                  </a:moveTo>
                  <a:cubicBezTo>
                    <a:pt x="2" y="12"/>
                    <a:pt x="20" y="0"/>
                    <a:pt x="45" y="12"/>
                  </a:cubicBezTo>
                  <a:cubicBezTo>
                    <a:pt x="45" y="12"/>
                    <a:pt x="46" y="23"/>
                    <a:pt x="23" y="23"/>
                  </a:cubicBezTo>
                  <a:cubicBezTo>
                    <a:pt x="0" y="23"/>
                    <a:pt x="2" y="12"/>
                    <a:pt x="2" y="12"/>
                  </a:cubicBezTo>
                  <a:close/>
                </a:path>
              </a:pathLst>
            </a:custGeom>
            <a:solidFill>
              <a:srgbClr val="E1C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941" name="Text Box 318">
            <a:extLst>
              <a:ext uri="{FF2B5EF4-FFF2-40B4-BE49-F238E27FC236}">
                <a16:creationId xmlns:a16="http://schemas.microsoft.com/office/drawing/2014/main" id="{ADA5D2D4-52FF-47FB-AE7A-294A4BB8BC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1863" y="6019800"/>
            <a:ext cx="19272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Peripheral neuropathy</a:t>
            </a:r>
          </a:p>
        </p:txBody>
      </p:sp>
      <p:sp>
        <p:nvSpPr>
          <p:cNvPr id="39942" name="Text Box 319">
            <a:extLst>
              <a:ext uri="{FF2B5EF4-FFF2-40B4-BE49-F238E27FC236}">
                <a16:creationId xmlns:a16="http://schemas.microsoft.com/office/drawing/2014/main" id="{9DA4F2D6-1DD5-41B6-96CA-28278D2FB5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7200" y="6019800"/>
            <a:ext cx="1957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Autonomic neuropathy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>
            <a:extLst>
              <a:ext uri="{FF2B5EF4-FFF2-40B4-BE49-F238E27FC236}">
                <a16:creationId xmlns:a16="http://schemas.microsoft.com/office/drawing/2014/main" id="{E4B05319-294A-4E52-80D5-9187D17C8C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Ischemic stroke</a:t>
            </a:r>
          </a:p>
        </p:txBody>
      </p:sp>
      <p:grpSp>
        <p:nvGrpSpPr>
          <p:cNvPr id="79874" name="Ischemic-stroke-coronal-brain-section">
            <a:extLst>
              <a:ext uri="{FF2B5EF4-FFF2-40B4-BE49-F238E27FC236}">
                <a16:creationId xmlns:a16="http://schemas.microsoft.com/office/drawing/2014/main" id="{33E949BB-FF55-4522-B1A0-ACC293FCCCAB}"/>
              </a:ext>
            </a:extLst>
          </p:cNvPr>
          <p:cNvGrpSpPr>
            <a:grpSpLocks/>
          </p:cNvGrpSpPr>
          <p:nvPr/>
        </p:nvGrpSpPr>
        <p:grpSpPr bwMode="auto">
          <a:xfrm>
            <a:off x="3795713" y="1706563"/>
            <a:ext cx="4738687" cy="4098925"/>
            <a:chOff x="1392" y="957"/>
            <a:chExt cx="2985" cy="2582"/>
          </a:xfrm>
        </p:grpSpPr>
        <p:grpSp>
          <p:nvGrpSpPr>
            <p:cNvPr id="79875" name="Group 4">
              <a:extLst>
                <a:ext uri="{FF2B5EF4-FFF2-40B4-BE49-F238E27FC236}">
                  <a16:creationId xmlns:a16="http://schemas.microsoft.com/office/drawing/2014/main" id="{11F12CBB-11DA-415B-97F7-718DC41959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92" y="960"/>
              <a:ext cx="2985" cy="2579"/>
              <a:chOff x="1392" y="960"/>
              <a:chExt cx="2985" cy="2579"/>
            </a:xfrm>
          </p:grpSpPr>
          <p:sp>
            <p:nvSpPr>
              <p:cNvPr id="80267" name="Freeform 5">
                <a:extLst>
                  <a:ext uri="{FF2B5EF4-FFF2-40B4-BE49-F238E27FC236}">
                    <a16:creationId xmlns:a16="http://schemas.microsoft.com/office/drawing/2014/main" id="{23868D97-E418-4E59-86D8-021187ACF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471"/>
                <a:ext cx="271" cy="1666"/>
              </a:xfrm>
              <a:custGeom>
                <a:avLst/>
                <a:gdLst>
                  <a:gd name="T0" fmla="*/ 2213 w 90"/>
                  <a:gd name="T1" fmla="*/ 7449 h 518"/>
                  <a:gd name="T2" fmla="*/ 2213 w 90"/>
                  <a:gd name="T3" fmla="*/ 5027 h 518"/>
                  <a:gd name="T4" fmla="*/ 1478 w 90"/>
                  <a:gd name="T5" fmla="*/ 2927 h 518"/>
                  <a:gd name="T6" fmla="*/ 1262 w 90"/>
                  <a:gd name="T7" fmla="*/ 1862 h 518"/>
                  <a:gd name="T8" fmla="*/ 0 w 90"/>
                  <a:gd name="T9" fmla="*/ 0 h 518"/>
                  <a:gd name="T10" fmla="*/ 653 w 90"/>
                  <a:gd name="T11" fmla="*/ 901 h 518"/>
                  <a:gd name="T12" fmla="*/ 599 w 90"/>
                  <a:gd name="T13" fmla="*/ 2763 h 518"/>
                  <a:gd name="T14" fmla="*/ 1831 w 90"/>
                  <a:gd name="T15" fmla="*/ 4397 h 518"/>
                  <a:gd name="T16" fmla="*/ 1912 w 90"/>
                  <a:gd name="T17" fmla="*/ 7188 h 518"/>
                  <a:gd name="T18" fmla="*/ 1141 w 90"/>
                  <a:gd name="T19" fmla="*/ 8317 h 518"/>
                  <a:gd name="T20" fmla="*/ 1885 w 90"/>
                  <a:gd name="T21" fmla="*/ 10552 h 518"/>
                  <a:gd name="T22" fmla="*/ 1695 w 90"/>
                  <a:gd name="T23" fmla="*/ 12308 h 518"/>
                  <a:gd name="T24" fmla="*/ 762 w 90"/>
                  <a:gd name="T25" fmla="*/ 12939 h 518"/>
                  <a:gd name="T26" fmla="*/ 1560 w 90"/>
                  <a:gd name="T27" fmla="*/ 14470 h 518"/>
                  <a:gd name="T28" fmla="*/ 762 w 90"/>
                  <a:gd name="T29" fmla="*/ 16798 h 518"/>
                  <a:gd name="T30" fmla="*/ 545 w 90"/>
                  <a:gd name="T31" fmla="*/ 17232 h 518"/>
                  <a:gd name="T32" fmla="*/ 1804 w 90"/>
                  <a:gd name="T33" fmla="*/ 14605 h 518"/>
                  <a:gd name="T34" fmla="*/ 1858 w 90"/>
                  <a:gd name="T35" fmla="*/ 12775 h 518"/>
                  <a:gd name="T36" fmla="*/ 2132 w 90"/>
                  <a:gd name="T37" fmla="*/ 10417 h 518"/>
                  <a:gd name="T38" fmla="*/ 1804 w 90"/>
                  <a:gd name="T39" fmla="*/ 8285 h 518"/>
                  <a:gd name="T40" fmla="*/ 2213 w 90"/>
                  <a:gd name="T41" fmla="*/ 7449 h 5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0" h="518">
                    <a:moveTo>
                      <a:pt x="81" y="224"/>
                    </a:moveTo>
                    <a:cubicBezTo>
                      <a:pt x="84" y="205"/>
                      <a:pt x="90" y="193"/>
                      <a:pt x="81" y="151"/>
                    </a:cubicBezTo>
                    <a:cubicBezTo>
                      <a:pt x="72" y="109"/>
                      <a:pt x="63" y="98"/>
                      <a:pt x="54" y="88"/>
                    </a:cubicBezTo>
                    <a:cubicBezTo>
                      <a:pt x="45" y="78"/>
                      <a:pt x="52" y="75"/>
                      <a:pt x="46" y="56"/>
                    </a:cubicBezTo>
                    <a:cubicBezTo>
                      <a:pt x="40" y="38"/>
                      <a:pt x="20" y="15"/>
                      <a:pt x="0" y="0"/>
                    </a:cubicBezTo>
                    <a:cubicBezTo>
                      <a:pt x="8" y="9"/>
                      <a:pt x="16" y="19"/>
                      <a:pt x="24" y="27"/>
                    </a:cubicBezTo>
                    <a:cubicBezTo>
                      <a:pt x="39" y="44"/>
                      <a:pt x="27" y="78"/>
                      <a:pt x="22" y="83"/>
                    </a:cubicBezTo>
                    <a:cubicBezTo>
                      <a:pt x="41" y="81"/>
                      <a:pt x="60" y="98"/>
                      <a:pt x="67" y="132"/>
                    </a:cubicBezTo>
                    <a:cubicBezTo>
                      <a:pt x="74" y="166"/>
                      <a:pt x="69" y="201"/>
                      <a:pt x="70" y="216"/>
                    </a:cubicBezTo>
                    <a:cubicBezTo>
                      <a:pt x="71" y="231"/>
                      <a:pt x="51" y="247"/>
                      <a:pt x="42" y="250"/>
                    </a:cubicBezTo>
                    <a:cubicBezTo>
                      <a:pt x="63" y="257"/>
                      <a:pt x="68" y="286"/>
                      <a:pt x="69" y="317"/>
                    </a:cubicBezTo>
                    <a:cubicBezTo>
                      <a:pt x="70" y="348"/>
                      <a:pt x="71" y="356"/>
                      <a:pt x="62" y="370"/>
                    </a:cubicBezTo>
                    <a:cubicBezTo>
                      <a:pt x="53" y="384"/>
                      <a:pt x="34" y="390"/>
                      <a:pt x="28" y="389"/>
                    </a:cubicBezTo>
                    <a:cubicBezTo>
                      <a:pt x="39" y="397"/>
                      <a:pt x="58" y="408"/>
                      <a:pt x="57" y="435"/>
                    </a:cubicBezTo>
                    <a:cubicBezTo>
                      <a:pt x="57" y="465"/>
                      <a:pt x="36" y="490"/>
                      <a:pt x="28" y="505"/>
                    </a:cubicBezTo>
                    <a:cubicBezTo>
                      <a:pt x="25" y="510"/>
                      <a:pt x="22" y="514"/>
                      <a:pt x="20" y="518"/>
                    </a:cubicBezTo>
                    <a:cubicBezTo>
                      <a:pt x="42" y="497"/>
                      <a:pt x="62" y="462"/>
                      <a:pt x="66" y="439"/>
                    </a:cubicBezTo>
                    <a:cubicBezTo>
                      <a:pt x="71" y="414"/>
                      <a:pt x="61" y="397"/>
                      <a:pt x="68" y="384"/>
                    </a:cubicBezTo>
                    <a:cubicBezTo>
                      <a:pt x="75" y="371"/>
                      <a:pt x="80" y="359"/>
                      <a:pt x="78" y="313"/>
                    </a:cubicBezTo>
                    <a:cubicBezTo>
                      <a:pt x="76" y="267"/>
                      <a:pt x="61" y="255"/>
                      <a:pt x="66" y="249"/>
                    </a:cubicBezTo>
                    <a:cubicBezTo>
                      <a:pt x="71" y="243"/>
                      <a:pt x="78" y="243"/>
                      <a:pt x="81" y="224"/>
                    </a:cubicBezTo>
                    <a:close/>
                  </a:path>
                </a:pathLst>
              </a:custGeom>
              <a:solidFill>
                <a:srgbClr val="195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68" name="Freeform 6">
                <a:extLst>
                  <a:ext uri="{FF2B5EF4-FFF2-40B4-BE49-F238E27FC236}">
                    <a16:creationId xmlns:a16="http://schemas.microsoft.com/office/drawing/2014/main" id="{8A7D96C8-E89C-416F-AF45-457E188AA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555"/>
                <a:ext cx="253" cy="1601"/>
              </a:xfrm>
              <a:custGeom>
                <a:avLst/>
                <a:gdLst>
                  <a:gd name="T0" fmla="*/ 1916 w 84"/>
                  <a:gd name="T1" fmla="*/ 16351 h 498"/>
                  <a:gd name="T2" fmla="*/ 1154 w 84"/>
                  <a:gd name="T3" fmla="*/ 14116 h 498"/>
                  <a:gd name="T4" fmla="*/ 2105 w 84"/>
                  <a:gd name="T5" fmla="*/ 10696 h 498"/>
                  <a:gd name="T6" fmla="*/ 1858 w 84"/>
                  <a:gd name="T7" fmla="*/ 10532 h 498"/>
                  <a:gd name="T8" fmla="*/ 298 w 84"/>
                  <a:gd name="T9" fmla="*/ 9375 h 498"/>
                  <a:gd name="T10" fmla="*/ 1316 w 84"/>
                  <a:gd name="T11" fmla="*/ 7008 h 498"/>
                  <a:gd name="T12" fmla="*/ 681 w 84"/>
                  <a:gd name="T13" fmla="*/ 5147 h 498"/>
                  <a:gd name="T14" fmla="*/ 1997 w 84"/>
                  <a:gd name="T15" fmla="*/ 3192 h 498"/>
                  <a:gd name="T16" fmla="*/ 2295 w 84"/>
                  <a:gd name="T17" fmla="*/ 0 h 498"/>
                  <a:gd name="T18" fmla="*/ 2295 w 84"/>
                  <a:gd name="T19" fmla="*/ 0 h 498"/>
                  <a:gd name="T20" fmla="*/ 925 w 84"/>
                  <a:gd name="T21" fmla="*/ 2562 h 498"/>
                  <a:gd name="T22" fmla="*/ 708 w 84"/>
                  <a:gd name="T23" fmla="*/ 3617 h 498"/>
                  <a:gd name="T24" fmla="*/ 163 w 84"/>
                  <a:gd name="T25" fmla="*/ 5684 h 498"/>
                  <a:gd name="T26" fmla="*/ 190 w 84"/>
                  <a:gd name="T27" fmla="*/ 7140 h 498"/>
                  <a:gd name="T28" fmla="*/ 108 w 84"/>
                  <a:gd name="T29" fmla="*/ 9240 h 498"/>
                  <a:gd name="T30" fmla="*/ 762 w 84"/>
                  <a:gd name="T31" fmla="*/ 10667 h 498"/>
                  <a:gd name="T32" fmla="*/ 654 w 84"/>
                  <a:gd name="T33" fmla="*/ 12930 h 498"/>
                  <a:gd name="T34" fmla="*/ 1262 w 84"/>
                  <a:gd name="T35" fmla="*/ 15451 h 498"/>
                  <a:gd name="T36" fmla="*/ 2214 w 84"/>
                  <a:gd name="T37" fmla="*/ 16547 h 498"/>
                  <a:gd name="T38" fmla="*/ 1916 w 84"/>
                  <a:gd name="T39" fmla="*/ 16351 h 49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4" h="498">
                    <a:moveTo>
                      <a:pt x="70" y="492"/>
                    </a:moveTo>
                    <a:cubicBezTo>
                      <a:pt x="50" y="476"/>
                      <a:pt x="49" y="447"/>
                      <a:pt x="42" y="425"/>
                    </a:cubicBezTo>
                    <a:cubicBezTo>
                      <a:pt x="27" y="374"/>
                      <a:pt x="20" y="329"/>
                      <a:pt x="77" y="322"/>
                    </a:cubicBezTo>
                    <a:cubicBezTo>
                      <a:pt x="68" y="317"/>
                      <a:pt x="68" y="317"/>
                      <a:pt x="68" y="317"/>
                    </a:cubicBezTo>
                    <a:cubicBezTo>
                      <a:pt x="44" y="314"/>
                      <a:pt x="17" y="302"/>
                      <a:pt x="11" y="282"/>
                    </a:cubicBezTo>
                    <a:cubicBezTo>
                      <a:pt x="1" y="247"/>
                      <a:pt x="7" y="210"/>
                      <a:pt x="48" y="211"/>
                    </a:cubicBezTo>
                    <a:cubicBezTo>
                      <a:pt x="16" y="197"/>
                      <a:pt x="20" y="189"/>
                      <a:pt x="25" y="155"/>
                    </a:cubicBezTo>
                    <a:cubicBezTo>
                      <a:pt x="31" y="121"/>
                      <a:pt x="44" y="110"/>
                      <a:pt x="73" y="96"/>
                    </a:cubicBezTo>
                    <a:cubicBezTo>
                      <a:pt x="30" y="85"/>
                      <a:pt x="54" y="26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58" y="18"/>
                      <a:pt x="38" y="55"/>
                      <a:pt x="34" y="77"/>
                    </a:cubicBezTo>
                    <a:cubicBezTo>
                      <a:pt x="30" y="99"/>
                      <a:pt x="26" y="109"/>
                      <a:pt x="26" y="109"/>
                    </a:cubicBezTo>
                    <a:cubicBezTo>
                      <a:pt x="26" y="109"/>
                      <a:pt x="8" y="135"/>
                      <a:pt x="6" y="171"/>
                    </a:cubicBezTo>
                    <a:cubicBezTo>
                      <a:pt x="4" y="207"/>
                      <a:pt x="13" y="199"/>
                      <a:pt x="7" y="215"/>
                    </a:cubicBezTo>
                    <a:cubicBezTo>
                      <a:pt x="1" y="231"/>
                      <a:pt x="0" y="260"/>
                      <a:pt x="4" y="278"/>
                    </a:cubicBezTo>
                    <a:cubicBezTo>
                      <a:pt x="11" y="304"/>
                      <a:pt x="29" y="311"/>
                      <a:pt x="28" y="321"/>
                    </a:cubicBezTo>
                    <a:cubicBezTo>
                      <a:pt x="26" y="332"/>
                      <a:pt x="16" y="333"/>
                      <a:pt x="24" y="389"/>
                    </a:cubicBezTo>
                    <a:cubicBezTo>
                      <a:pt x="31" y="445"/>
                      <a:pt x="40" y="439"/>
                      <a:pt x="46" y="465"/>
                    </a:cubicBezTo>
                    <a:cubicBezTo>
                      <a:pt x="50" y="484"/>
                      <a:pt x="67" y="495"/>
                      <a:pt x="81" y="498"/>
                    </a:cubicBezTo>
                    <a:cubicBezTo>
                      <a:pt x="77" y="497"/>
                      <a:pt x="73" y="494"/>
                      <a:pt x="70" y="492"/>
                    </a:cubicBezTo>
                    <a:close/>
                  </a:path>
                </a:pathLst>
              </a:custGeom>
              <a:solidFill>
                <a:srgbClr val="B6A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69" name="Oval 7">
                <a:extLst>
                  <a:ext uri="{FF2B5EF4-FFF2-40B4-BE49-F238E27FC236}">
                    <a16:creationId xmlns:a16="http://schemas.microsoft.com/office/drawing/2014/main" id="{AC854002-D71D-422C-82B6-7224A6BA6A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2928"/>
                <a:ext cx="67" cy="55"/>
              </a:xfrm>
              <a:prstGeom prst="ellipse">
                <a:avLst/>
              </a:prstGeom>
              <a:solidFill>
                <a:srgbClr val="BFB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70" name="Oval 8">
                <a:extLst>
                  <a:ext uri="{FF2B5EF4-FFF2-40B4-BE49-F238E27FC236}">
                    <a16:creationId xmlns:a16="http://schemas.microsoft.com/office/drawing/2014/main" id="{ED2A6A9F-5376-426B-A2F5-94B68097C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2928"/>
                <a:ext cx="66" cy="55"/>
              </a:xfrm>
              <a:prstGeom prst="ellipse">
                <a:avLst/>
              </a:prstGeom>
              <a:solidFill>
                <a:srgbClr val="BFB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71" name="Freeform 9">
                <a:extLst>
                  <a:ext uri="{FF2B5EF4-FFF2-40B4-BE49-F238E27FC236}">
                    <a16:creationId xmlns:a16="http://schemas.microsoft.com/office/drawing/2014/main" id="{13182B43-27AB-45A1-83A9-2E708110B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886"/>
                <a:ext cx="181" cy="68"/>
              </a:xfrm>
              <a:custGeom>
                <a:avLst/>
                <a:gdLst>
                  <a:gd name="T0" fmla="*/ 830 w 60"/>
                  <a:gd name="T1" fmla="*/ 0 h 21"/>
                  <a:gd name="T2" fmla="*/ 830 w 60"/>
                  <a:gd name="T3" fmla="*/ 0 h 21"/>
                  <a:gd name="T4" fmla="*/ 0 w 60"/>
                  <a:gd name="T5" fmla="*/ 440 h 21"/>
                  <a:gd name="T6" fmla="*/ 0 w 60"/>
                  <a:gd name="T7" fmla="*/ 712 h 21"/>
                  <a:gd name="T8" fmla="*/ 54 w 60"/>
                  <a:gd name="T9" fmla="*/ 712 h 21"/>
                  <a:gd name="T10" fmla="*/ 356 w 60"/>
                  <a:gd name="T11" fmla="*/ 440 h 21"/>
                  <a:gd name="T12" fmla="*/ 655 w 60"/>
                  <a:gd name="T13" fmla="*/ 712 h 21"/>
                  <a:gd name="T14" fmla="*/ 992 w 60"/>
                  <a:gd name="T15" fmla="*/ 712 h 21"/>
                  <a:gd name="T16" fmla="*/ 1291 w 60"/>
                  <a:gd name="T17" fmla="*/ 440 h 21"/>
                  <a:gd name="T18" fmla="*/ 1566 w 60"/>
                  <a:gd name="T19" fmla="*/ 609 h 21"/>
                  <a:gd name="T20" fmla="*/ 1647 w 60"/>
                  <a:gd name="T21" fmla="*/ 544 h 21"/>
                  <a:gd name="T22" fmla="*/ 1620 w 60"/>
                  <a:gd name="T23" fmla="*/ 408 h 21"/>
                  <a:gd name="T24" fmla="*/ 830 w 60"/>
                  <a:gd name="T25" fmla="*/ 0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21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19" y="0"/>
                      <a:pt x="15" y="11"/>
                      <a:pt x="0" y="13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17"/>
                      <a:pt x="7" y="13"/>
                      <a:pt x="13" y="13"/>
                    </a:cubicBezTo>
                    <a:cubicBezTo>
                      <a:pt x="19" y="13"/>
                      <a:pt x="24" y="17"/>
                      <a:pt x="24" y="21"/>
                    </a:cubicBezTo>
                    <a:cubicBezTo>
                      <a:pt x="24" y="15"/>
                      <a:pt x="36" y="15"/>
                      <a:pt x="36" y="21"/>
                    </a:cubicBezTo>
                    <a:cubicBezTo>
                      <a:pt x="36" y="17"/>
                      <a:pt x="41" y="13"/>
                      <a:pt x="47" y="13"/>
                    </a:cubicBezTo>
                    <a:cubicBezTo>
                      <a:pt x="52" y="13"/>
                      <a:pt x="56" y="15"/>
                      <a:pt x="57" y="18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46" y="10"/>
                      <a:pt x="41" y="0"/>
                      <a:pt x="30" y="0"/>
                    </a:cubicBezTo>
                    <a:close/>
                  </a:path>
                </a:pathLst>
              </a:custGeom>
              <a:solidFill>
                <a:srgbClr val="ED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72" name="Freeform 10">
                <a:extLst>
                  <a:ext uri="{FF2B5EF4-FFF2-40B4-BE49-F238E27FC236}">
                    <a16:creationId xmlns:a16="http://schemas.microsoft.com/office/drawing/2014/main" id="{9F63FA1C-6AA0-4508-A09A-4DC7C426B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134"/>
                <a:ext cx="96" cy="161"/>
              </a:xfrm>
              <a:custGeom>
                <a:avLst/>
                <a:gdLst>
                  <a:gd name="T0" fmla="*/ 27 w 32"/>
                  <a:gd name="T1" fmla="*/ 167 h 50"/>
                  <a:gd name="T2" fmla="*/ 135 w 32"/>
                  <a:gd name="T3" fmla="*/ 602 h 50"/>
                  <a:gd name="T4" fmla="*/ 270 w 32"/>
                  <a:gd name="T5" fmla="*/ 1069 h 50"/>
                  <a:gd name="T6" fmla="*/ 405 w 32"/>
                  <a:gd name="T7" fmla="*/ 1472 h 50"/>
                  <a:gd name="T8" fmla="*/ 513 w 32"/>
                  <a:gd name="T9" fmla="*/ 1668 h 50"/>
                  <a:gd name="T10" fmla="*/ 864 w 32"/>
                  <a:gd name="T11" fmla="*/ 1098 h 50"/>
                  <a:gd name="T12" fmla="*/ 621 w 32"/>
                  <a:gd name="T13" fmla="*/ 869 h 50"/>
                  <a:gd name="T14" fmla="*/ 351 w 32"/>
                  <a:gd name="T15" fmla="*/ 705 h 50"/>
                  <a:gd name="T16" fmla="*/ 135 w 32"/>
                  <a:gd name="T17" fmla="*/ 364 h 50"/>
                  <a:gd name="T18" fmla="*/ 27 w 32"/>
                  <a:gd name="T19" fmla="*/ 0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50">
                    <a:moveTo>
                      <a:pt x="1" y="5"/>
                    </a:moveTo>
                    <a:cubicBezTo>
                      <a:pt x="2" y="10"/>
                      <a:pt x="4" y="14"/>
                      <a:pt x="5" y="18"/>
                    </a:cubicBezTo>
                    <a:cubicBezTo>
                      <a:pt x="7" y="23"/>
                      <a:pt x="8" y="28"/>
                      <a:pt x="10" y="32"/>
                    </a:cubicBezTo>
                    <a:cubicBezTo>
                      <a:pt x="11" y="36"/>
                      <a:pt x="13" y="40"/>
                      <a:pt x="15" y="44"/>
                    </a:cubicBezTo>
                    <a:cubicBezTo>
                      <a:pt x="17" y="46"/>
                      <a:pt x="18" y="48"/>
                      <a:pt x="19" y="50"/>
                    </a:cubicBezTo>
                    <a:cubicBezTo>
                      <a:pt x="20" y="44"/>
                      <a:pt x="25" y="34"/>
                      <a:pt x="32" y="33"/>
                    </a:cubicBezTo>
                    <a:cubicBezTo>
                      <a:pt x="29" y="31"/>
                      <a:pt x="26" y="29"/>
                      <a:pt x="23" y="26"/>
                    </a:cubicBezTo>
                    <a:cubicBezTo>
                      <a:pt x="20" y="24"/>
                      <a:pt x="17" y="23"/>
                      <a:pt x="13" y="21"/>
                    </a:cubicBezTo>
                    <a:cubicBezTo>
                      <a:pt x="10" y="18"/>
                      <a:pt x="7" y="15"/>
                      <a:pt x="5" y="11"/>
                    </a:cubicBezTo>
                    <a:cubicBezTo>
                      <a:pt x="3" y="9"/>
                      <a:pt x="0" y="3"/>
                      <a:pt x="1" y="0"/>
                    </a:cubicBezTo>
                  </a:path>
                </a:pathLst>
              </a:custGeom>
              <a:solidFill>
                <a:srgbClr val="B6A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73" name="Freeform 11">
                <a:extLst>
                  <a:ext uri="{FF2B5EF4-FFF2-40B4-BE49-F238E27FC236}">
                    <a16:creationId xmlns:a16="http://schemas.microsoft.com/office/drawing/2014/main" id="{96EABBAD-16AB-466A-989C-F542584FE1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80" y="3131"/>
                <a:ext cx="105" cy="170"/>
              </a:xfrm>
              <a:custGeom>
                <a:avLst/>
                <a:gdLst>
                  <a:gd name="T0" fmla="*/ 27 w 35"/>
                  <a:gd name="T1" fmla="*/ 32 h 53"/>
                  <a:gd name="T2" fmla="*/ 0 w 35"/>
                  <a:gd name="T3" fmla="*/ 103 h 53"/>
                  <a:gd name="T4" fmla="*/ 27 w 35"/>
                  <a:gd name="T5" fmla="*/ 164 h 53"/>
                  <a:gd name="T6" fmla="*/ 0 w 35"/>
                  <a:gd name="T7" fmla="*/ 196 h 53"/>
                  <a:gd name="T8" fmla="*/ 0 w 35"/>
                  <a:gd name="T9" fmla="*/ 228 h 53"/>
                  <a:gd name="T10" fmla="*/ 81 w 35"/>
                  <a:gd name="T11" fmla="*/ 494 h 53"/>
                  <a:gd name="T12" fmla="*/ 243 w 35"/>
                  <a:gd name="T13" fmla="*/ 1123 h 53"/>
                  <a:gd name="T14" fmla="*/ 270 w 35"/>
                  <a:gd name="T15" fmla="*/ 1152 h 53"/>
                  <a:gd name="T16" fmla="*/ 405 w 35"/>
                  <a:gd name="T17" fmla="*/ 1524 h 53"/>
                  <a:gd name="T18" fmla="*/ 432 w 35"/>
                  <a:gd name="T19" fmla="*/ 1585 h 53"/>
                  <a:gd name="T20" fmla="*/ 513 w 35"/>
                  <a:gd name="T21" fmla="*/ 1719 h 53"/>
                  <a:gd name="T22" fmla="*/ 540 w 35"/>
                  <a:gd name="T23" fmla="*/ 1748 h 53"/>
                  <a:gd name="T24" fmla="*/ 594 w 35"/>
                  <a:gd name="T25" fmla="*/ 1687 h 53"/>
                  <a:gd name="T26" fmla="*/ 891 w 35"/>
                  <a:gd name="T27" fmla="*/ 1184 h 53"/>
                  <a:gd name="T28" fmla="*/ 945 w 35"/>
                  <a:gd name="T29" fmla="*/ 1152 h 53"/>
                  <a:gd name="T30" fmla="*/ 918 w 35"/>
                  <a:gd name="T31" fmla="*/ 1091 h 53"/>
                  <a:gd name="T32" fmla="*/ 783 w 35"/>
                  <a:gd name="T33" fmla="*/ 956 h 53"/>
                  <a:gd name="T34" fmla="*/ 675 w 35"/>
                  <a:gd name="T35" fmla="*/ 853 h 53"/>
                  <a:gd name="T36" fmla="*/ 513 w 35"/>
                  <a:gd name="T37" fmla="*/ 760 h 53"/>
                  <a:gd name="T38" fmla="*/ 405 w 35"/>
                  <a:gd name="T39" fmla="*/ 658 h 53"/>
                  <a:gd name="T40" fmla="*/ 189 w 35"/>
                  <a:gd name="T41" fmla="*/ 359 h 53"/>
                  <a:gd name="T42" fmla="*/ 81 w 35"/>
                  <a:gd name="T43" fmla="*/ 61 h 53"/>
                  <a:gd name="T44" fmla="*/ 81 w 35"/>
                  <a:gd name="T45" fmla="*/ 0 h 53"/>
                  <a:gd name="T46" fmla="*/ 27 w 35"/>
                  <a:gd name="T47" fmla="*/ 32 h 53"/>
                  <a:gd name="T48" fmla="*/ 513 w 35"/>
                  <a:gd name="T49" fmla="*/ 1524 h 53"/>
                  <a:gd name="T50" fmla="*/ 459 w 35"/>
                  <a:gd name="T51" fmla="*/ 1450 h 53"/>
                  <a:gd name="T52" fmla="*/ 351 w 35"/>
                  <a:gd name="T53" fmla="*/ 1123 h 53"/>
                  <a:gd name="T54" fmla="*/ 324 w 35"/>
                  <a:gd name="T55" fmla="*/ 1091 h 53"/>
                  <a:gd name="T56" fmla="*/ 162 w 35"/>
                  <a:gd name="T57" fmla="*/ 494 h 53"/>
                  <a:gd name="T58" fmla="*/ 351 w 35"/>
                  <a:gd name="T59" fmla="*/ 760 h 53"/>
                  <a:gd name="T60" fmla="*/ 486 w 35"/>
                  <a:gd name="T61" fmla="*/ 824 h 53"/>
                  <a:gd name="T62" fmla="*/ 621 w 35"/>
                  <a:gd name="T63" fmla="*/ 956 h 53"/>
                  <a:gd name="T64" fmla="*/ 729 w 35"/>
                  <a:gd name="T65" fmla="*/ 1058 h 53"/>
                  <a:gd name="T66" fmla="*/ 810 w 35"/>
                  <a:gd name="T67" fmla="*/ 1123 h 53"/>
                  <a:gd name="T68" fmla="*/ 540 w 35"/>
                  <a:gd name="T69" fmla="*/ 1552 h 53"/>
                  <a:gd name="T70" fmla="*/ 513 w 35"/>
                  <a:gd name="T71" fmla="*/ 1524 h 5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53">
                    <a:moveTo>
                      <a:pt x="1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9"/>
                      <a:pt x="13" y="42"/>
                      <a:pt x="15" y="46"/>
                    </a:cubicBezTo>
                    <a:cubicBezTo>
                      <a:pt x="15" y="46"/>
                      <a:pt x="16" y="48"/>
                      <a:pt x="16" y="48"/>
                    </a:cubicBezTo>
                    <a:cubicBezTo>
                      <a:pt x="17" y="49"/>
                      <a:pt x="18" y="50"/>
                      <a:pt x="19" y="52"/>
                    </a:cubicBezTo>
                    <a:cubicBezTo>
                      <a:pt x="19" y="52"/>
                      <a:pt x="19" y="53"/>
                      <a:pt x="20" y="53"/>
                    </a:cubicBezTo>
                    <a:cubicBezTo>
                      <a:pt x="21" y="53"/>
                      <a:pt x="21" y="52"/>
                      <a:pt x="22" y="51"/>
                    </a:cubicBezTo>
                    <a:cubicBezTo>
                      <a:pt x="22" y="45"/>
                      <a:pt x="27" y="37"/>
                      <a:pt x="33" y="36"/>
                    </a:cubicBezTo>
                    <a:cubicBezTo>
                      <a:pt x="34" y="36"/>
                      <a:pt x="34" y="35"/>
                      <a:pt x="35" y="35"/>
                    </a:cubicBezTo>
                    <a:cubicBezTo>
                      <a:pt x="35" y="34"/>
                      <a:pt x="35" y="33"/>
                      <a:pt x="34" y="33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19" y="23"/>
                      <a:pt x="19" y="23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1" y="18"/>
                      <a:pt x="9" y="14"/>
                      <a:pt x="7" y="11"/>
                    </a:cubicBezTo>
                    <a:cubicBezTo>
                      <a:pt x="3" y="5"/>
                      <a:pt x="3" y="3"/>
                      <a:pt x="3" y="2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  <a:moveTo>
                      <a:pt x="19" y="46"/>
                    </a:moveTo>
                    <a:cubicBezTo>
                      <a:pt x="17" y="44"/>
                      <a:pt x="17" y="44"/>
                      <a:pt x="17" y="44"/>
                    </a:cubicBezTo>
                    <a:cubicBezTo>
                      <a:pt x="15" y="41"/>
                      <a:pt x="14" y="38"/>
                      <a:pt x="13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7" y="17"/>
                      <a:pt x="6" y="15"/>
                    </a:cubicBezTo>
                    <a:cubicBezTo>
                      <a:pt x="8" y="18"/>
                      <a:pt x="10" y="21"/>
                      <a:pt x="13" y="23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7" y="32"/>
                      <a:pt x="27" y="32"/>
                    </a:cubicBezTo>
                    <a:cubicBezTo>
                      <a:pt x="27" y="32"/>
                      <a:pt x="29" y="33"/>
                      <a:pt x="30" y="34"/>
                    </a:cubicBezTo>
                    <a:cubicBezTo>
                      <a:pt x="25" y="36"/>
                      <a:pt x="21" y="42"/>
                      <a:pt x="20" y="47"/>
                    </a:cubicBezTo>
                    <a:cubicBezTo>
                      <a:pt x="19" y="47"/>
                      <a:pt x="19" y="46"/>
                      <a:pt x="19" y="4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74" name="Freeform 12">
                <a:extLst>
                  <a:ext uri="{FF2B5EF4-FFF2-40B4-BE49-F238E27FC236}">
                    <a16:creationId xmlns:a16="http://schemas.microsoft.com/office/drawing/2014/main" id="{4D095867-D13A-4193-9AFB-FB683769F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224"/>
                <a:ext cx="129" cy="234"/>
              </a:xfrm>
              <a:custGeom>
                <a:avLst/>
                <a:gdLst>
                  <a:gd name="T0" fmla="*/ 0 w 43"/>
                  <a:gd name="T1" fmla="*/ 760 h 73"/>
                  <a:gd name="T2" fmla="*/ 837 w 43"/>
                  <a:gd name="T3" fmla="*/ 0 h 73"/>
                  <a:gd name="T4" fmla="*/ 1080 w 43"/>
                  <a:gd name="T5" fmla="*/ 1314 h 73"/>
                  <a:gd name="T6" fmla="*/ 351 w 43"/>
                  <a:gd name="T7" fmla="*/ 2241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73">
                    <a:moveTo>
                      <a:pt x="0" y="23"/>
                    </a:moveTo>
                    <a:cubicBezTo>
                      <a:pt x="16" y="25"/>
                      <a:pt x="23" y="10"/>
                      <a:pt x="31" y="0"/>
                    </a:cubicBezTo>
                    <a:cubicBezTo>
                      <a:pt x="31" y="14"/>
                      <a:pt x="39" y="27"/>
                      <a:pt x="40" y="40"/>
                    </a:cubicBezTo>
                    <a:cubicBezTo>
                      <a:pt x="43" y="61"/>
                      <a:pt x="34" y="73"/>
                      <a:pt x="13" y="68"/>
                    </a:cubicBezTo>
                  </a:path>
                </a:pathLst>
              </a:custGeom>
              <a:solidFill>
                <a:srgbClr val="B6A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75" name="Freeform 13">
                <a:extLst>
                  <a:ext uri="{FF2B5EF4-FFF2-40B4-BE49-F238E27FC236}">
                    <a16:creationId xmlns:a16="http://schemas.microsoft.com/office/drawing/2014/main" id="{D2A172A8-EA72-49AE-8B2F-072690CDC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973"/>
                <a:ext cx="2934" cy="2566"/>
              </a:xfrm>
              <a:custGeom>
                <a:avLst/>
                <a:gdLst>
                  <a:gd name="T0" fmla="*/ 271 w 973"/>
                  <a:gd name="T1" fmla="*/ 15396 h 798"/>
                  <a:gd name="T2" fmla="*/ 654 w 973"/>
                  <a:gd name="T3" fmla="*/ 11168 h 798"/>
                  <a:gd name="T4" fmla="*/ 2883 w 973"/>
                  <a:gd name="T5" fmla="*/ 5656 h 798"/>
                  <a:gd name="T6" fmla="*/ 5756 w 973"/>
                  <a:gd name="T7" fmla="*/ 3691 h 798"/>
                  <a:gd name="T8" fmla="*/ 7101 w 973"/>
                  <a:gd name="T9" fmla="*/ 1666 h 798"/>
                  <a:gd name="T10" fmla="*/ 9875 w 973"/>
                  <a:gd name="T11" fmla="*/ 662 h 798"/>
                  <a:gd name="T12" fmla="*/ 13021 w 973"/>
                  <a:gd name="T13" fmla="*/ 1457 h 798"/>
                  <a:gd name="T14" fmla="*/ 13657 w 973"/>
                  <a:gd name="T15" fmla="*/ 3920 h 798"/>
                  <a:gd name="T16" fmla="*/ 12722 w 973"/>
                  <a:gd name="T17" fmla="*/ 6679 h 798"/>
                  <a:gd name="T18" fmla="*/ 11513 w 973"/>
                  <a:gd name="T19" fmla="*/ 6753 h 798"/>
                  <a:gd name="T20" fmla="*/ 13440 w 973"/>
                  <a:gd name="T21" fmla="*/ 6720 h 798"/>
                  <a:gd name="T22" fmla="*/ 12858 w 973"/>
                  <a:gd name="T23" fmla="*/ 8676 h 798"/>
                  <a:gd name="T24" fmla="*/ 13684 w 973"/>
                  <a:gd name="T25" fmla="*/ 9245 h 798"/>
                  <a:gd name="T26" fmla="*/ 15249 w 973"/>
                  <a:gd name="T27" fmla="*/ 8811 h 798"/>
                  <a:gd name="T28" fmla="*/ 14504 w 973"/>
                  <a:gd name="T29" fmla="*/ 8643 h 798"/>
                  <a:gd name="T30" fmla="*/ 13931 w 973"/>
                  <a:gd name="T31" fmla="*/ 6720 h 798"/>
                  <a:gd name="T32" fmla="*/ 14857 w 973"/>
                  <a:gd name="T33" fmla="*/ 6081 h 798"/>
                  <a:gd name="T34" fmla="*/ 13738 w 973"/>
                  <a:gd name="T35" fmla="*/ 5222 h 798"/>
                  <a:gd name="T36" fmla="*/ 13904 w 973"/>
                  <a:gd name="T37" fmla="*/ 2222 h 798"/>
                  <a:gd name="T38" fmla="*/ 14884 w 973"/>
                  <a:gd name="T39" fmla="*/ 299 h 798"/>
                  <a:gd name="T40" fmla="*/ 18813 w 973"/>
                  <a:gd name="T41" fmla="*/ 2129 h 798"/>
                  <a:gd name="T42" fmla="*/ 22013 w 973"/>
                  <a:gd name="T43" fmla="*/ 2865 h 798"/>
                  <a:gd name="T44" fmla="*/ 24024 w 973"/>
                  <a:gd name="T45" fmla="*/ 4383 h 798"/>
                  <a:gd name="T46" fmla="*/ 25251 w 973"/>
                  <a:gd name="T47" fmla="*/ 7910 h 798"/>
                  <a:gd name="T48" fmla="*/ 26569 w 973"/>
                  <a:gd name="T49" fmla="*/ 12335 h 798"/>
                  <a:gd name="T50" fmla="*/ 26542 w 973"/>
                  <a:gd name="T51" fmla="*/ 15695 h 798"/>
                  <a:gd name="T52" fmla="*/ 25414 w 973"/>
                  <a:gd name="T53" fmla="*/ 18084 h 798"/>
                  <a:gd name="T54" fmla="*/ 25414 w 973"/>
                  <a:gd name="T55" fmla="*/ 21940 h 798"/>
                  <a:gd name="T56" fmla="*/ 22676 w 973"/>
                  <a:gd name="T57" fmla="*/ 22313 h 798"/>
                  <a:gd name="T58" fmla="*/ 21741 w 973"/>
                  <a:gd name="T59" fmla="*/ 25663 h 798"/>
                  <a:gd name="T60" fmla="*/ 19440 w 973"/>
                  <a:gd name="T61" fmla="*/ 25467 h 798"/>
                  <a:gd name="T62" fmla="*/ 16775 w 973"/>
                  <a:gd name="T63" fmla="*/ 24837 h 798"/>
                  <a:gd name="T64" fmla="*/ 16232 w 973"/>
                  <a:gd name="T65" fmla="*/ 23637 h 798"/>
                  <a:gd name="T66" fmla="*/ 15740 w 973"/>
                  <a:gd name="T67" fmla="*/ 21641 h 798"/>
                  <a:gd name="T68" fmla="*/ 15412 w 973"/>
                  <a:gd name="T69" fmla="*/ 20017 h 798"/>
                  <a:gd name="T70" fmla="*/ 14613 w 973"/>
                  <a:gd name="T71" fmla="*/ 20213 h 798"/>
                  <a:gd name="T72" fmla="*/ 13684 w 973"/>
                  <a:gd name="T73" fmla="*/ 19779 h 798"/>
                  <a:gd name="T74" fmla="*/ 12010 w 973"/>
                  <a:gd name="T75" fmla="*/ 19853 h 798"/>
                  <a:gd name="T76" fmla="*/ 11766 w 973"/>
                  <a:gd name="T77" fmla="*/ 21081 h 798"/>
                  <a:gd name="T78" fmla="*/ 11130 w 973"/>
                  <a:gd name="T79" fmla="*/ 23409 h 798"/>
                  <a:gd name="T80" fmla="*/ 10147 w 973"/>
                  <a:gd name="T81" fmla="*/ 25705 h 798"/>
                  <a:gd name="T82" fmla="*/ 6501 w 973"/>
                  <a:gd name="T83" fmla="*/ 25663 h 798"/>
                  <a:gd name="T84" fmla="*/ 3046 w 973"/>
                  <a:gd name="T85" fmla="*/ 23666 h 798"/>
                  <a:gd name="T86" fmla="*/ 1891 w 973"/>
                  <a:gd name="T87" fmla="*/ 22374 h 798"/>
                  <a:gd name="T88" fmla="*/ 2301 w 973"/>
                  <a:gd name="T89" fmla="*/ 16689 h 79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973" h="798">
                    <a:moveTo>
                      <a:pt x="70" y="498"/>
                    </a:moveTo>
                    <a:cubicBezTo>
                      <a:pt x="45" y="496"/>
                      <a:pt x="16" y="483"/>
                      <a:pt x="10" y="463"/>
                    </a:cubicBezTo>
                    <a:cubicBezTo>
                      <a:pt x="0" y="428"/>
                      <a:pt x="6" y="391"/>
                      <a:pt x="47" y="392"/>
                    </a:cubicBezTo>
                    <a:cubicBezTo>
                      <a:pt x="15" y="378"/>
                      <a:pt x="19" y="370"/>
                      <a:pt x="24" y="336"/>
                    </a:cubicBezTo>
                    <a:cubicBezTo>
                      <a:pt x="30" y="302"/>
                      <a:pt x="43" y="291"/>
                      <a:pt x="72" y="277"/>
                    </a:cubicBezTo>
                    <a:cubicBezTo>
                      <a:pt x="19" y="264"/>
                      <a:pt x="68" y="176"/>
                      <a:pt x="105" y="170"/>
                    </a:cubicBezTo>
                    <a:cubicBezTo>
                      <a:pt x="83" y="127"/>
                      <a:pt x="181" y="66"/>
                      <a:pt x="208" y="119"/>
                    </a:cubicBezTo>
                    <a:cubicBezTo>
                      <a:pt x="210" y="111"/>
                      <a:pt x="210" y="111"/>
                      <a:pt x="210" y="111"/>
                    </a:cubicBezTo>
                    <a:cubicBezTo>
                      <a:pt x="210" y="95"/>
                      <a:pt x="207" y="75"/>
                      <a:pt x="216" y="65"/>
                    </a:cubicBezTo>
                    <a:cubicBezTo>
                      <a:pt x="224" y="56"/>
                      <a:pt x="248" y="54"/>
                      <a:pt x="259" y="50"/>
                    </a:cubicBezTo>
                    <a:cubicBezTo>
                      <a:pt x="301" y="36"/>
                      <a:pt x="317" y="30"/>
                      <a:pt x="341" y="73"/>
                    </a:cubicBezTo>
                    <a:cubicBezTo>
                      <a:pt x="344" y="47"/>
                      <a:pt x="332" y="31"/>
                      <a:pt x="360" y="20"/>
                    </a:cubicBezTo>
                    <a:cubicBezTo>
                      <a:pt x="381" y="12"/>
                      <a:pt x="403" y="14"/>
                      <a:pt x="425" y="9"/>
                    </a:cubicBezTo>
                    <a:cubicBezTo>
                      <a:pt x="463" y="0"/>
                      <a:pt x="487" y="26"/>
                      <a:pt x="475" y="44"/>
                    </a:cubicBezTo>
                    <a:cubicBezTo>
                      <a:pt x="491" y="37"/>
                      <a:pt x="490" y="58"/>
                      <a:pt x="495" y="67"/>
                    </a:cubicBezTo>
                    <a:cubicBezTo>
                      <a:pt x="501" y="87"/>
                      <a:pt x="498" y="94"/>
                      <a:pt x="498" y="118"/>
                    </a:cubicBezTo>
                    <a:cubicBezTo>
                      <a:pt x="498" y="141"/>
                      <a:pt x="490" y="158"/>
                      <a:pt x="495" y="169"/>
                    </a:cubicBezTo>
                    <a:cubicBezTo>
                      <a:pt x="499" y="181"/>
                      <a:pt x="473" y="201"/>
                      <a:pt x="464" y="201"/>
                    </a:cubicBezTo>
                    <a:cubicBezTo>
                      <a:pt x="456" y="202"/>
                      <a:pt x="436" y="205"/>
                      <a:pt x="424" y="197"/>
                    </a:cubicBezTo>
                    <a:cubicBezTo>
                      <a:pt x="417" y="193"/>
                      <a:pt x="410" y="195"/>
                      <a:pt x="420" y="203"/>
                    </a:cubicBezTo>
                    <a:cubicBezTo>
                      <a:pt x="426" y="207"/>
                      <a:pt x="457" y="205"/>
                      <a:pt x="470" y="202"/>
                    </a:cubicBezTo>
                    <a:cubicBezTo>
                      <a:pt x="480" y="199"/>
                      <a:pt x="486" y="198"/>
                      <a:pt x="490" y="202"/>
                    </a:cubicBezTo>
                    <a:cubicBezTo>
                      <a:pt x="498" y="213"/>
                      <a:pt x="505" y="245"/>
                      <a:pt x="496" y="254"/>
                    </a:cubicBezTo>
                    <a:cubicBezTo>
                      <a:pt x="487" y="262"/>
                      <a:pt x="482" y="259"/>
                      <a:pt x="469" y="261"/>
                    </a:cubicBezTo>
                    <a:cubicBezTo>
                      <a:pt x="451" y="258"/>
                      <a:pt x="438" y="256"/>
                      <a:pt x="438" y="261"/>
                    </a:cubicBezTo>
                    <a:cubicBezTo>
                      <a:pt x="438" y="266"/>
                      <a:pt x="454" y="278"/>
                      <a:pt x="499" y="278"/>
                    </a:cubicBezTo>
                    <a:cubicBezTo>
                      <a:pt x="512" y="278"/>
                      <a:pt x="542" y="278"/>
                      <a:pt x="558" y="270"/>
                    </a:cubicBezTo>
                    <a:cubicBezTo>
                      <a:pt x="564" y="268"/>
                      <a:pt x="562" y="263"/>
                      <a:pt x="556" y="265"/>
                    </a:cubicBezTo>
                    <a:cubicBezTo>
                      <a:pt x="550" y="267"/>
                      <a:pt x="541" y="262"/>
                      <a:pt x="528" y="260"/>
                    </a:cubicBezTo>
                    <a:cubicBezTo>
                      <a:pt x="529" y="260"/>
                      <a:pt x="529" y="260"/>
                      <a:pt x="529" y="260"/>
                    </a:cubicBezTo>
                    <a:cubicBezTo>
                      <a:pt x="516" y="256"/>
                      <a:pt x="512" y="259"/>
                      <a:pt x="511" y="247"/>
                    </a:cubicBezTo>
                    <a:cubicBezTo>
                      <a:pt x="510" y="235"/>
                      <a:pt x="503" y="217"/>
                      <a:pt x="508" y="202"/>
                    </a:cubicBezTo>
                    <a:cubicBezTo>
                      <a:pt x="511" y="191"/>
                      <a:pt x="521" y="189"/>
                      <a:pt x="527" y="189"/>
                    </a:cubicBezTo>
                    <a:cubicBezTo>
                      <a:pt x="539" y="190"/>
                      <a:pt x="550" y="188"/>
                      <a:pt x="542" y="183"/>
                    </a:cubicBezTo>
                    <a:cubicBezTo>
                      <a:pt x="535" y="178"/>
                      <a:pt x="509" y="183"/>
                      <a:pt x="507" y="176"/>
                    </a:cubicBezTo>
                    <a:cubicBezTo>
                      <a:pt x="504" y="169"/>
                      <a:pt x="499" y="165"/>
                      <a:pt x="501" y="157"/>
                    </a:cubicBezTo>
                    <a:cubicBezTo>
                      <a:pt x="502" y="148"/>
                      <a:pt x="503" y="139"/>
                      <a:pt x="503" y="123"/>
                    </a:cubicBezTo>
                    <a:cubicBezTo>
                      <a:pt x="503" y="100"/>
                      <a:pt x="501" y="87"/>
                      <a:pt x="507" y="67"/>
                    </a:cubicBezTo>
                    <a:cubicBezTo>
                      <a:pt x="511" y="58"/>
                      <a:pt x="508" y="21"/>
                      <a:pt x="540" y="10"/>
                    </a:cubicBezTo>
                    <a:cubicBezTo>
                      <a:pt x="543" y="9"/>
                      <a:pt x="543" y="9"/>
                      <a:pt x="543" y="9"/>
                    </a:cubicBezTo>
                    <a:cubicBezTo>
                      <a:pt x="561" y="6"/>
                      <a:pt x="626" y="13"/>
                      <a:pt x="649" y="22"/>
                    </a:cubicBezTo>
                    <a:cubicBezTo>
                      <a:pt x="672" y="31"/>
                      <a:pt x="687" y="43"/>
                      <a:pt x="686" y="64"/>
                    </a:cubicBezTo>
                    <a:cubicBezTo>
                      <a:pt x="696" y="47"/>
                      <a:pt x="720" y="46"/>
                      <a:pt x="741" y="56"/>
                    </a:cubicBezTo>
                    <a:cubicBezTo>
                      <a:pt x="762" y="66"/>
                      <a:pt x="783" y="74"/>
                      <a:pt x="803" y="86"/>
                    </a:cubicBezTo>
                    <a:cubicBezTo>
                      <a:pt x="823" y="98"/>
                      <a:pt x="831" y="124"/>
                      <a:pt x="827" y="137"/>
                    </a:cubicBezTo>
                    <a:cubicBezTo>
                      <a:pt x="842" y="114"/>
                      <a:pt x="863" y="124"/>
                      <a:pt x="876" y="132"/>
                    </a:cubicBezTo>
                    <a:cubicBezTo>
                      <a:pt x="889" y="140"/>
                      <a:pt x="908" y="165"/>
                      <a:pt x="923" y="182"/>
                    </a:cubicBezTo>
                    <a:cubicBezTo>
                      <a:pt x="938" y="199"/>
                      <a:pt x="926" y="233"/>
                      <a:pt x="921" y="238"/>
                    </a:cubicBezTo>
                    <a:cubicBezTo>
                      <a:pt x="940" y="236"/>
                      <a:pt x="959" y="253"/>
                      <a:pt x="966" y="287"/>
                    </a:cubicBezTo>
                    <a:cubicBezTo>
                      <a:pt x="973" y="321"/>
                      <a:pt x="968" y="356"/>
                      <a:pt x="969" y="371"/>
                    </a:cubicBezTo>
                    <a:cubicBezTo>
                      <a:pt x="970" y="386"/>
                      <a:pt x="950" y="402"/>
                      <a:pt x="941" y="405"/>
                    </a:cubicBezTo>
                    <a:cubicBezTo>
                      <a:pt x="962" y="412"/>
                      <a:pt x="967" y="441"/>
                      <a:pt x="968" y="472"/>
                    </a:cubicBezTo>
                    <a:cubicBezTo>
                      <a:pt x="969" y="503"/>
                      <a:pt x="970" y="511"/>
                      <a:pt x="961" y="525"/>
                    </a:cubicBezTo>
                    <a:cubicBezTo>
                      <a:pt x="952" y="539"/>
                      <a:pt x="933" y="545"/>
                      <a:pt x="927" y="544"/>
                    </a:cubicBezTo>
                    <a:cubicBezTo>
                      <a:pt x="938" y="552"/>
                      <a:pt x="957" y="563"/>
                      <a:pt x="956" y="590"/>
                    </a:cubicBezTo>
                    <a:cubicBezTo>
                      <a:pt x="956" y="620"/>
                      <a:pt x="935" y="645"/>
                      <a:pt x="927" y="660"/>
                    </a:cubicBezTo>
                    <a:cubicBezTo>
                      <a:pt x="911" y="688"/>
                      <a:pt x="898" y="697"/>
                      <a:pt x="887" y="706"/>
                    </a:cubicBezTo>
                    <a:cubicBezTo>
                      <a:pt x="876" y="715"/>
                      <a:pt x="830" y="699"/>
                      <a:pt x="827" y="671"/>
                    </a:cubicBezTo>
                    <a:cubicBezTo>
                      <a:pt x="826" y="687"/>
                      <a:pt x="836" y="708"/>
                      <a:pt x="846" y="725"/>
                    </a:cubicBezTo>
                    <a:cubicBezTo>
                      <a:pt x="856" y="742"/>
                      <a:pt x="834" y="758"/>
                      <a:pt x="793" y="772"/>
                    </a:cubicBezTo>
                    <a:cubicBezTo>
                      <a:pt x="752" y="786"/>
                      <a:pt x="733" y="794"/>
                      <a:pt x="717" y="792"/>
                    </a:cubicBezTo>
                    <a:cubicBezTo>
                      <a:pt x="701" y="790"/>
                      <a:pt x="709" y="766"/>
                      <a:pt x="709" y="766"/>
                    </a:cubicBezTo>
                    <a:cubicBezTo>
                      <a:pt x="705" y="784"/>
                      <a:pt x="690" y="792"/>
                      <a:pt x="667" y="788"/>
                    </a:cubicBezTo>
                    <a:cubicBezTo>
                      <a:pt x="644" y="784"/>
                      <a:pt x="615" y="759"/>
                      <a:pt x="612" y="747"/>
                    </a:cubicBezTo>
                    <a:cubicBezTo>
                      <a:pt x="609" y="735"/>
                      <a:pt x="626" y="717"/>
                      <a:pt x="632" y="713"/>
                    </a:cubicBezTo>
                    <a:cubicBezTo>
                      <a:pt x="617" y="718"/>
                      <a:pt x="605" y="739"/>
                      <a:pt x="592" y="711"/>
                    </a:cubicBezTo>
                    <a:cubicBezTo>
                      <a:pt x="587" y="701"/>
                      <a:pt x="575" y="687"/>
                      <a:pt x="568" y="670"/>
                    </a:cubicBezTo>
                    <a:cubicBezTo>
                      <a:pt x="566" y="665"/>
                      <a:pt x="574" y="657"/>
                      <a:pt x="574" y="651"/>
                    </a:cubicBezTo>
                    <a:cubicBezTo>
                      <a:pt x="572" y="644"/>
                      <a:pt x="562" y="639"/>
                      <a:pt x="562" y="631"/>
                    </a:cubicBezTo>
                    <a:cubicBezTo>
                      <a:pt x="557" y="610"/>
                      <a:pt x="562" y="602"/>
                      <a:pt x="562" y="602"/>
                    </a:cubicBezTo>
                    <a:cubicBezTo>
                      <a:pt x="555" y="608"/>
                      <a:pt x="567" y="590"/>
                      <a:pt x="561" y="590"/>
                    </a:cubicBezTo>
                    <a:cubicBezTo>
                      <a:pt x="560" y="600"/>
                      <a:pt x="549" y="609"/>
                      <a:pt x="533" y="608"/>
                    </a:cubicBezTo>
                    <a:cubicBezTo>
                      <a:pt x="516" y="608"/>
                      <a:pt x="511" y="595"/>
                      <a:pt x="499" y="595"/>
                    </a:cubicBezTo>
                    <a:cubicBezTo>
                      <a:pt x="499" y="595"/>
                      <a:pt x="499" y="595"/>
                      <a:pt x="499" y="595"/>
                    </a:cubicBezTo>
                    <a:cubicBezTo>
                      <a:pt x="487" y="595"/>
                      <a:pt x="483" y="608"/>
                      <a:pt x="466" y="608"/>
                    </a:cubicBezTo>
                    <a:cubicBezTo>
                      <a:pt x="450" y="609"/>
                      <a:pt x="440" y="607"/>
                      <a:pt x="438" y="597"/>
                    </a:cubicBezTo>
                    <a:cubicBezTo>
                      <a:pt x="432" y="597"/>
                      <a:pt x="419" y="599"/>
                      <a:pt x="424" y="601"/>
                    </a:cubicBezTo>
                    <a:cubicBezTo>
                      <a:pt x="432" y="605"/>
                      <a:pt x="447" y="622"/>
                      <a:pt x="429" y="634"/>
                    </a:cubicBezTo>
                    <a:cubicBezTo>
                      <a:pt x="410" y="646"/>
                      <a:pt x="409" y="633"/>
                      <a:pt x="421" y="650"/>
                    </a:cubicBezTo>
                    <a:cubicBezTo>
                      <a:pt x="434" y="666"/>
                      <a:pt x="417" y="687"/>
                      <a:pt x="406" y="704"/>
                    </a:cubicBezTo>
                    <a:cubicBezTo>
                      <a:pt x="396" y="721"/>
                      <a:pt x="394" y="740"/>
                      <a:pt x="370" y="729"/>
                    </a:cubicBezTo>
                    <a:cubicBezTo>
                      <a:pt x="398" y="758"/>
                      <a:pt x="370" y="773"/>
                      <a:pt x="370" y="773"/>
                    </a:cubicBezTo>
                    <a:cubicBezTo>
                      <a:pt x="370" y="773"/>
                      <a:pt x="337" y="796"/>
                      <a:pt x="312" y="794"/>
                    </a:cubicBezTo>
                    <a:cubicBezTo>
                      <a:pt x="287" y="792"/>
                      <a:pt x="245" y="798"/>
                      <a:pt x="237" y="772"/>
                    </a:cubicBezTo>
                    <a:cubicBezTo>
                      <a:pt x="229" y="791"/>
                      <a:pt x="169" y="775"/>
                      <a:pt x="140" y="756"/>
                    </a:cubicBezTo>
                    <a:cubicBezTo>
                      <a:pt x="124" y="742"/>
                      <a:pt x="103" y="740"/>
                      <a:pt x="111" y="712"/>
                    </a:cubicBezTo>
                    <a:cubicBezTo>
                      <a:pt x="117" y="690"/>
                      <a:pt x="149" y="686"/>
                      <a:pt x="154" y="665"/>
                    </a:cubicBezTo>
                    <a:cubicBezTo>
                      <a:pt x="133" y="684"/>
                      <a:pt x="93" y="692"/>
                      <a:pt x="69" y="673"/>
                    </a:cubicBezTo>
                    <a:cubicBezTo>
                      <a:pt x="49" y="657"/>
                      <a:pt x="48" y="628"/>
                      <a:pt x="41" y="606"/>
                    </a:cubicBezTo>
                    <a:cubicBezTo>
                      <a:pt x="26" y="552"/>
                      <a:pt x="18" y="506"/>
                      <a:pt x="84" y="502"/>
                    </a:cubicBezTo>
                    <a:lnTo>
                      <a:pt x="70" y="498"/>
                    </a:lnTo>
                    <a:close/>
                  </a:path>
                </a:pathLst>
              </a:cu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76" name="Freeform 14">
                <a:extLst>
                  <a:ext uri="{FF2B5EF4-FFF2-40B4-BE49-F238E27FC236}">
                    <a16:creationId xmlns:a16="http://schemas.microsoft.com/office/drawing/2014/main" id="{FF2F750D-226A-4AEC-B5C0-D1C6071CE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787"/>
                <a:ext cx="974" cy="640"/>
              </a:xfrm>
              <a:custGeom>
                <a:avLst/>
                <a:gdLst>
                  <a:gd name="T0" fmla="*/ 217 w 323"/>
                  <a:gd name="T1" fmla="*/ 2132 h 199"/>
                  <a:gd name="T2" fmla="*/ 136 w 323"/>
                  <a:gd name="T3" fmla="*/ 3361 h 199"/>
                  <a:gd name="T4" fmla="*/ 492 w 323"/>
                  <a:gd name="T5" fmla="*/ 4023 h 199"/>
                  <a:gd name="T6" fmla="*/ 709 w 323"/>
                  <a:gd name="T7" fmla="*/ 3393 h 199"/>
                  <a:gd name="T8" fmla="*/ 1209 w 323"/>
                  <a:gd name="T9" fmla="*/ 3226 h 199"/>
                  <a:gd name="T10" fmla="*/ 1999 w 323"/>
                  <a:gd name="T11" fmla="*/ 3827 h 199"/>
                  <a:gd name="T12" fmla="*/ 1728 w 323"/>
                  <a:gd name="T13" fmla="*/ 5152 h 199"/>
                  <a:gd name="T14" fmla="*/ 1755 w 323"/>
                  <a:gd name="T15" fmla="*/ 5792 h 199"/>
                  <a:gd name="T16" fmla="*/ 1565 w 323"/>
                  <a:gd name="T17" fmla="*/ 6156 h 199"/>
                  <a:gd name="T18" fmla="*/ 1972 w 323"/>
                  <a:gd name="T19" fmla="*/ 6217 h 199"/>
                  <a:gd name="T20" fmla="*/ 2192 w 323"/>
                  <a:gd name="T21" fmla="*/ 6287 h 199"/>
                  <a:gd name="T22" fmla="*/ 2666 w 323"/>
                  <a:gd name="T23" fmla="*/ 6021 h 199"/>
                  <a:gd name="T24" fmla="*/ 3181 w 323"/>
                  <a:gd name="T25" fmla="*/ 5918 h 199"/>
                  <a:gd name="T26" fmla="*/ 3700 w 323"/>
                  <a:gd name="T27" fmla="*/ 6287 h 199"/>
                  <a:gd name="T28" fmla="*/ 4991 w 323"/>
                  <a:gd name="T29" fmla="*/ 6185 h 199"/>
                  <a:gd name="T30" fmla="*/ 5564 w 323"/>
                  <a:gd name="T31" fmla="*/ 5120 h 199"/>
                  <a:gd name="T32" fmla="*/ 5428 w 323"/>
                  <a:gd name="T33" fmla="*/ 4355 h 199"/>
                  <a:gd name="T34" fmla="*/ 5401 w 323"/>
                  <a:gd name="T35" fmla="*/ 3589 h 199"/>
                  <a:gd name="T36" fmla="*/ 5102 w 323"/>
                  <a:gd name="T37" fmla="*/ 2898 h 199"/>
                  <a:gd name="T38" fmla="*/ 5211 w 323"/>
                  <a:gd name="T39" fmla="*/ 2132 h 199"/>
                  <a:gd name="T40" fmla="*/ 6257 w 323"/>
                  <a:gd name="T41" fmla="*/ 1801 h 199"/>
                  <a:gd name="T42" fmla="*/ 6939 w 323"/>
                  <a:gd name="T43" fmla="*/ 2264 h 199"/>
                  <a:gd name="T44" fmla="*/ 7047 w 323"/>
                  <a:gd name="T45" fmla="*/ 3165 h 199"/>
                  <a:gd name="T46" fmla="*/ 7291 w 323"/>
                  <a:gd name="T47" fmla="*/ 3660 h 199"/>
                  <a:gd name="T48" fmla="*/ 7702 w 323"/>
                  <a:gd name="T49" fmla="*/ 3496 h 199"/>
                  <a:gd name="T50" fmla="*/ 8558 w 323"/>
                  <a:gd name="T51" fmla="*/ 2161 h 199"/>
                  <a:gd name="T52" fmla="*/ 8612 w 323"/>
                  <a:gd name="T53" fmla="*/ 663 h 199"/>
                  <a:gd name="T54" fmla="*/ 7376 w 323"/>
                  <a:gd name="T55" fmla="*/ 135 h 199"/>
                  <a:gd name="T56" fmla="*/ 6164 w 323"/>
                  <a:gd name="T57" fmla="*/ 270 h 199"/>
                  <a:gd name="T58" fmla="*/ 4774 w 323"/>
                  <a:gd name="T59" fmla="*/ 363 h 199"/>
                  <a:gd name="T60" fmla="*/ 2910 w 323"/>
                  <a:gd name="T61" fmla="*/ 798 h 199"/>
                  <a:gd name="T62" fmla="*/ 1782 w 323"/>
                  <a:gd name="T63" fmla="*/ 1666 h 199"/>
                  <a:gd name="T64" fmla="*/ 217 w 323"/>
                  <a:gd name="T65" fmla="*/ 2132 h 19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23" h="199">
                    <a:moveTo>
                      <a:pt x="8" y="64"/>
                    </a:moveTo>
                    <a:cubicBezTo>
                      <a:pt x="0" y="69"/>
                      <a:pt x="7" y="93"/>
                      <a:pt x="5" y="101"/>
                    </a:cubicBezTo>
                    <a:cubicBezTo>
                      <a:pt x="3" y="109"/>
                      <a:pt x="10" y="136"/>
                      <a:pt x="18" y="121"/>
                    </a:cubicBezTo>
                    <a:cubicBezTo>
                      <a:pt x="22" y="115"/>
                      <a:pt x="21" y="107"/>
                      <a:pt x="26" y="102"/>
                    </a:cubicBezTo>
                    <a:cubicBezTo>
                      <a:pt x="30" y="97"/>
                      <a:pt x="38" y="97"/>
                      <a:pt x="44" y="97"/>
                    </a:cubicBezTo>
                    <a:cubicBezTo>
                      <a:pt x="58" y="97"/>
                      <a:pt x="70" y="99"/>
                      <a:pt x="73" y="115"/>
                    </a:cubicBezTo>
                    <a:cubicBezTo>
                      <a:pt x="76" y="132"/>
                      <a:pt x="61" y="139"/>
                      <a:pt x="63" y="155"/>
                    </a:cubicBezTo>
                    <a:cubicBezTo>
                      <a:pt x="64" y="161"/>
                      <a:pt x="68" y="168"/>
                      <a:pt x="64" y="174"/>
                    </a:cubicBezTo>
                    <a:cubicBezTo>
                      <a:pt x="61" y="178"/>
                      <a:pt x="51" y="179"/>
                      <a:pt x="57" y="185"/>
                    </a:cubicBezTo>
                    <a:cubicBezTo>
                      <a:pt x="59" y="186"/>
                      <a:pt x="69" y="186"/>
                      <a:pt x="72" y="187"/>
                    </a:cubicBezTo>
                    <a:cubicBezTo>
                      <a:pt x="75" y="188"/>
                      <a:pt x="77" y="189"/>
                      <a:pt x="80" y="189"/>
                    </a:cubicBezTo>
                    <a:cubicBezTo>
                      <a:pt x="86" y="188"/>
                      <a:pt x="91" y="184"/>
                      <a:pt x="97" y="181"/>
                    </a:cubicBezTo>
                    <a:cubicBezTo>
                      <a:pt x="103" y="177"/>
                      <a:pt x="109" y="177"/>
                      <a:pt x="116" y="178"/>
                    </a:cubicBezTo>
                    <a:cubicBezTo>
                      <a:pt x="126" y="179"/>
                      <a:pt x="128" y="183"/>
                      <a:pt x="135" y="189"/>
                    </a:cubicBezTo>
                    <a:cubicBezTo>
                      <a:pt x="146" y="199"/>
                      <a:pt x="169" y="191"/>
                      <a:pt x="182" y="186"/>
                    </a:cubicBezTo>
                    <a:cubicBezTo>
                      <a:pt x="192" y="177"/>
                      <a:pt x="204" y="168"/>
                      <a:pt x="203" y="154"/>
                    </a:cubicBezTo>
                    <a:cubicBezTo>
                      <a:pt x="202" y="146"/>
                      <a:pt x="200" y="139"/>
                      <a:pt x="198" y="131"/>
                    </a:cubicBezTo>
                    <a:cubicBezTo>
                      <a:pt x="197" y="124"/>
                      <a:pt x="198" y="115"/>
                      <a:pt x="197" y="108"/>
                    </a:cubicBezTo>
                    <a:cubicBezTo>
                      <a:pt x="196" y="99"/>
                      <a:pt x="188" y="95"/>
                      <a:pt x="186" y="87"/>
                    </a:cubicBezTo>
                    <a:cubicBezTo>
                      <a:pt x="185" y="81"/>
                      <a:pt x="187" y="70"/>
                      <a:pt x="190" y="64"/>
                    </a:cubicBezTo>
                    <a:cubicBezTo>
                      <a:pt x="198" y="50"/>
                      <a:pt x="214" y="48"/>
                      <a:pt x="228" y="54"/>
                    </a:cubicBezTo>
                    <a:cubicBezTo>
                      <a:pt x="236" y="58"/>
                      <a:pt x="246" y="63"/>
                      <a:pt x="253" y="68"/>
                    </a:cubicBezTo>
                    <a:cubicBezTo>
                      <a:pt x="262" y="75"/>
                      <a:pt x="260" y="85"/>
                      <a:pt x="257" y="95"/>
                    </a:cubicBezTo>
                    <a:cubicBezTo>
                      <a:pt x="254" y="104"/>
                      <a:pt x="255" y="108"/>
                      <a:pt x="266" y="110"/>
                    </a:cubicBezTo>
                    <a:cubicBezTo>
                      <a:pt x="272" y="111"/>
                      <a:pt x="276" y="109"/>
                      <a:pt x="281" y="105"/>
                    </a:cubicBezTo>
                    <a:cubicBezTo>
                      <a:pt x="293" y="95"/>
                      <a:pt x="306" y="79"/>
                      <a:pt x="312" y="65"/>
                    </a:cubicBezTo>
                    <a:cubicBezTo>
                      <a:pt x="318" y="53"/>
                      <a:pt x="323" y="31"/>
                      <a:pt x="314" y="20"/>
                    </a:cubicBezTo>
                    <a:cubicBezTo>
                      <a:pt x="305" y="6"/>
                      <a:pt x="283" y="0"/>
                      <a:pt x="269" y="4"/>
                    </a:cubicBezTo>
                    <a:cubicBezTo>
                      <a:pt x="255" y="8"/>
                      <a:pt x="245" y="6"/>
                      <a:pt x="225" y="8"/>
                    </a:cubicBezTo>
                    <a:cubicBezTo>
                      <a:pt x="205" y="10"/>
                      <a:pt x="196" y="3"/>
                      <a:pt x="174" y="11"/>
                    </a:cubicBezTo>
                    <a:cubicBezTo>
                      <a:pt x="152" y="19"/>
                      <a:pt x="133" y="18"/>
                      <a:pt x="106" y="24"/>
                    </a:cubicBezTo>
                    <a:cubicBezTo>
                      <a:pt x="99" y="26"/>
                      <a:pt x="93" y="32"/>
                      <a:pt x="65" y="50"/>
                    </a:cubicBezTo>
                    <a:cubicBezTo>
                      <a:pt x="37" y="68"/>
                      <a:pt x="21" y="60"/>
                      <a:pt x="8" y="64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77" name="Freeform 15">
                <a:extLst>
                  <a:ext uri="{FF2B5EF4-FFF2-40B4-BE49-F238E27FC236}">
                    <a16:creationId xmlns:a16="http://schemas.microsoft.com/office/drawing/2014/main" id="{1AC12445-E038-4EE4-B684-6771C1C4E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108"/>
                <a:ext cx="2600" cy="1698"/>
              </a:xfrm>
              <a:custGeom>
                <a:avLst/>
                <a:gdLst>
                  <a:gd name="T0" fmla="*/ 10807 w 862"/>
                  <a:gd name="T1" fmla="*/ 6380 h 528"/>
                  <a:gd name="T2" fmla="*/ 8126 w 862"/>
                  <a:gd name="T3" fmla="*/ 5026 h 528"/>
                  <a:gd name="T4" fmla="*/ 9908 w 862"/>
                  <a:gd name="T5" fmla="*/ 4518 h 528"/>
                  <a:gd name="T6" fmla="*/ 9742 w 862"/>
                  <a:gd name="T7" fmla="*/ 2988 h 528"/>
                  <a:gd name="T8" fmla="*/ 9688 w 862"/>
                  <a:gd name="T9" fmla="*/ 1666 h 528"/>
                  <a:gd name="T10" fmla="*/ 9797 w 862"/>
                  <a:gd name="T11" fmla="*/ 363 h 528"/>
                  <a:gd name="T12" fmla="*/ 8343 w 862"/>
                  <a:gd name="T13" fmla="*/ 1933 h 528"/>
                  <a:gd name="T14" fmla="*/ 7161 w 862"/>
                  <a:gd name="T15" fmla="*/ 3332 h 528"/>
                  <a:gd name="T16" fmla="*/ 5704 w 862"/>
                  <a:gd name="T17" fmla="*/ 1759 h 528"/>
                  <a:gd name="T18" fmla="*/ 4995 w 862"/>
                  <a:gd name="T19" fmla="*/ 3795 h 528"/>
                  <a:gd name="T20" fmla="*/ 5541 w 862"/>
                  <a:gd name="T21" fmla="*/ 5223 h 528"/>
                  <a:gd name="T22" fmla="*/ 3785 w 862"/>
                  <a:gd name="T23" fmla="*/ 6216 h 528"/>
                  <a:gd name="T24" fmla="*/ 2084 w 862"/>
                  <a:gd name="T25" fmla="*/ 4055 h 528"/>
                  <a:gd name="T26" fmla="*/ 1403 w 862"/>
                  <a:gd name="T27" fmla="*/ 5059 h 528"/>
                  <a:gd name="T28" fmla="*/ 2139 w 862"/>
                  <a:gd name="T29" fmla="*/ 7052 h 528"/>
                  <a:gd name="T30" fmla="*/ 2301 w 862"/>
                  <a:gd name="T31" fmla="*/ 9246 h 528"/>
                  <a:gd name="T32" fmla="*/ 356 w 862"/>
                  <a:gd name="T33" fmla="*/ 10580 h 528"/>
                  <a:gd name="T34" fmla="*/ 573 w 862"/>
                  <a:gd name="T35" fmla="*/ 12410 h 528"/>
                  <a:gd name="T36" fmla="*/ 410 w 862"/>
                  <a:gd name="T37" fmla="*/ 14169 h 528"/>
                  <a:gd name="T38" fmla="*/ 2464 w 862"/>
                  <a:gd name="T39" fmla="*/ 14501 h 528"/>
                  <a:gd name="T40" fmla="*/ 2938 w 862"/>
                  <a:gd name="T41" fmla="*/ 11468 h 528"/>
                  <a:gd name="T42" fmla="*/ 4138 w 862"/>
                  <a:gd name="T43" fmla="*/ 8014 h 528"/>
                  <a:gd name="T44" fmla="*/ 4693 w 862"/>
                  <a:gd name="T45" fmla="*/ 10281 h 528"/>
                  <a:gd name="T46" fmla="*/ 4666 w 862"/>
                  <a:gd name="T47" fmla="*/ 14903 h 528"/>
                  <a:gd name="T48" fmla="*/ 7661 w 862"/>
                  <a:gd name="T49" fmla="*/ 16163 h 528"/>
                  <a:gd name="T50" fmla="*/ 11064 w 862"/>
                  <a:gd name="T51" fmla="*/ 16433 h 528"/>
                  <a:gd name="T52" fmla="*/ 12535 w 862"/>
                  <a:gd name="T53" fmla="*/ 17562 h 528"/>
                  <a:gd name="T54" fmla="*/ 14520 w 862"/>
                  <a:gd name="T55" fmla="*/ 16163 h 528"/>
                  <a:gd name="T56" fmla="*/ 16659 w 862"/>
                  <a:gd name="T57" fmla="*/ 15835 h 528"/>
                  <a:gd name="T58" fmla="*/ 18468 w 862"/>
                  <a:gd name="T59" fmla="*/ 14108 h 528"/>
                  <a:gd name="T60" fmla="*/ 17868 w 862"/>
                  <a:gd name="T61" fmla="*/ 12233 h 528"/>
                  <a:gd name="T62" fmla="*/ 16930 w 862"/>
                  <a:gd name="T63" fmla="*/ 9381 h 528"/>
                  <a:gd name="T64" fmla="*/ 18686 w 862"/>
                  <a:gd name="T65" fmla="*/ 7911 h 528"/>
                  <a:gd name="T66" fmla="*/ 19732 w 862"/>
                  <a:gd name="T67" fmla="*/ 11439 h 528"/>
                  <a:gd name="T68" fmla="*/ 20441 w 862"/>
                  <a:gd name="T69" fmla="*/ 14230 h 528"/>
                  <a:gd name="T70" fmla="*/ 23080 w 862"/>
                  <a:gd name="T71" fmla="*/ 15761 h 528"/>
                  <a:gd name="T72" fmla="*/ 23572 w 862"/>
                  <a:gd name="T73" fmla="*/ 14169 h 528"/>
                  <a:gd name="T74" fmla="*/ 22999 w 862"/>
                  <a:gd name="T75" fmla="*/ 12741 h 528"/>
                  <a:gd name="T76" fmla="*/ 22999 w 862"/>
                  <a:gd name="T77" fmla="*/ 11272 h 528"/>
                  <a:gd name="T78" fmla="*/ 23626 w 862"/>
                  <a:gd name="T79" fmla="*/ 10249 h 528"/>
                  <a:gd name="T80" fmla="*/ 23053 w 862"/>
                  <a:gd name="T81" fmla="*/ 8583 h 528"/>
                  <a:gd name="T82" fmla="*/ 21898 w 862"/>
                  <a:gd name="T83" fmla="*/ 10342 h 528"/>
                  <a:gd name="T84" fmla="*/ 19952 w 862"/>
                  <a:gd name="T85" fmla="*/ 9908 h 528"/>
                  <a:gd name="T86" fmla="*/ 19515 w 862"/>
                  <a:gd name="T87" fmla="*/ 7654 h 528"/>
                  <a:gd name="T88" fmla="*/ 22145 w 862"/>
                  <a:gd name="T89" fmla="*/ 4756 h 528"/>
                  <a:gd name="T90" fmla="*/ 20878 w 862"/>
                  <a:gd name="T91" fmla="*/ 4457 h 528"/>
                  <a:gd name="T92" fmla="*/ 18852 w 862"/>
                  <a:gd name="T93" fmla="*/ 4592 h 528"/>
                  <a:gd name="T94" fmla="*/ 19397 w 862"/>
                  <a:gd name="T95" fmla="*/ 2656 h 528"/>
                  <a:gd name="T96" fmla="*/ 17950 w 862"/>
                  <a:gd name="T97" fmla="*/ 1634 h 528"/>
                  <a:gd name="T98" fmla="*/ 17585 w 862"/>
                  <a:gd name="T99" fmla="*/ 3164 h 528"/>
                  <a:gd name="T100" fmla="*/ 16794 w 862"/>
                  <a:gd name="T101" fmla="*/ 5522 h 528"/>
                  <a:gd name="T102" fmla="*/ 15229 w 862"/>
                  <a:gd name="T103" fmla="*/ 4097 h 528"/>
                  <a:gd name="T104" fmla="*/ 14439 w 862"/>
                  <a:gd name="T105" fmla="*/ 3454 h 528"/>
                  <a:gd name="T106" fmla="*/ 15503 w 862"/>
                  <a:gd name="T107" fmla="*/ 1428 h 528"/>
                  <a:gd name="T108" fmla="*/ 13474 w 862"/>
                  <a:gd name="T109" fmla="*/ 238 h 528"/>
                  <a:gd name="T110" fmla="*/ 12128 w 862"/>
                  <a:gd name="T111" fmla="*/ 2656 h 528"/>
                  <a:gd name="T112" fmla="*/ 13229 w 862"/>
                  <a:gd name="T113" fmla="*/ 3859 h 528"/>
                  <a:gd name="T114" fmla="*/ 12590 w 862"/>
                  <a:gd name="T115" fmla="*/ 6020 h 528"/>
                  <a:gd name="T116" fmla="*/ 12291 w 862"/>
                  <a:gd name="T117" fmla="*/ 6847 h 52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862" h="528">
                    <a:moveTo>
                      <a:pt x="360" y="218"/>
                    </a:moveTo>
                    <a:cubicBezTo>
                      <a:pt x="379" y="218"/>
                      <a:pt x="400" y="202"/>
                      <a:pt x="394" y="192"/>
                    </a:cubicBezTo>
                    <a:cubicBezTo>
                      <a:pt x="389" y="186"/>
                      <a:pt x="354" y="192"/>
                      <a:pt x="326" y="188"/>
                    </a:cubicBezTo>
                    <a:cubicBezTo>
                      <a:pt x="310" y="185"/>
                      <a:pt x="295" y="158"/>
                      <a:pt x="296" y="151"/>
                    </a:cubicBezTo>
                    <a:cubicBezTo>
                      <a:pt x="299" y="133"/>
                      <a:pt x="305" y="110"/>
                      <a:pt x="312" y="108"/>
                    </a:cubicBezTo>
                    <a:cubicBezTo>
                      <a:pt x="336" y="98"/>
                      <a:pt x="344" y="134"/>
                      <a:pt x="361" y="136"/>
                    </a:cubicBezTo>
                    <a:cubicBezTo>
                      <a:pt x="375" y="138"/>
                      <a:pt x="379" y="115"/>
                      <a:pt x="375" y="104"/>
                    </a:cubicBezTo>
                    <a:cubicBezTo>
                      <a:pt x="366" y="83"/>
                      <a:pt x="367" y="100"/>
                      <a:pt x="355" y="90"/>
                    </a:cubicBezTo>
                    <a:cubicBezTo>
                      <a:pt x="352" y="88"/>
                      <a:pt x="349" y="82"/>
                      <a:pt x="347" y="75"/>
                    </a:cubicBezTo>
                    <a:cubicBezTo>
                      <a:pt x="345" y="69"/>
                      <a:pt x="347" y="53"/>
                      <a:pt x="353" y="50"/>
                    </a:cubicBezTo>
                    <a:cubicBezTo>
                      <a:pt x="359" y="47"/>
                      <a:pt x="365" y="43"/>
                      <a:pt x="367" y="39"/>
                    </a:cubicBezTo>
                    <a:cubicBezTo>
                      <a:pt x="371" y="29"/>
                      <a:pt x="357" y="17"/>
                      <a:pt x="357" y="11"/>
                    </a:cubicBezTo>
                    <a:cubicBezTo>
                      <a:pt x="356" y="1"/>
                      <a:pt x="323" y="0"/>
                      <a:pt x="315" y="4"/>
                    </a:cubicBezTo>
                    <a:cubicBezTo>
                      <a:pt x="303" y="10"/>
                      <a:pt x="302" y="48"/>
                      <a:pt x="304" y="58"/>
                    </a:cubicBezTo>
                    <a:cubicBezTo>
                      <a:pt x="306" y="71"/>
                      <a:pt x="304" y="74"/>
                      <a:pt x="293" y="84"/>
                    </a:cubicBezTo>
                    <a:cubicBezTo>
                      <a:pt x="285" y="91"/>
                      <a:pt x="271" y="99"/>
                      <a:pt x="261" y="100"/>
                    </a:cubicBezTo>
                    <a:cubicBezTo>
                      <a:pt x="236" y="104"/>
                      <a:pt x="234" y="101"/>
                      <a:pt x="225" y="77"/>
                    </a:cubicBezTo>
                    <a:cubicBezTo>
                      <a:pt x="221" y="67"/>
                      <a:pt x="219" y="57"/>
                      <a:pt x="208" y="53"/>
                    </a:cubicBezTo>
                    <a:cubicBezTo>
                      <a:pt x="192" y="46"/>
                      <a:pt x="173" y="65"/>
                      <a:pt x="174" y="79"/>
                    </a:cubicBezTo>
                    <a:cubicBezTo>
                      <a:pt x="174" y="88"/>
                      <a:pt x="176" y="107"/>
                      <a:pt x="182" y="114"/>
                    </a:cubicBezTo>
                    <a:cubicBezTo>
                      <a:pt x="185" y="118"/>
                      <a:pt x="193" y="117"/>
                      <a:pt x="196" y="121"/>
                    </a:cubicBezTo>
                    <a:cubicBezTo>
                      <a:pt x="202" y="129"/>
                      <a:pt x="206" y="147"/>
                      <a:pt x="202" y="157"/>
                    </a:cubicBezTo>
                    <a:cubicBezTo>
                      <a:pt x="202" y="157"/>
                      <a:pt x="202" y="157"/>
                      <a:pt x="202" y="157"/>
                    </a:cubicBezTo>
                    <a:cubicBezTo>
                      <a:pt x="186" y="184"/>
                      <a:pt x="173" y="203"/>
                      <a:pt x="138" y="187"/>
                    </a:cubicBezTo>
                    <a:cubicBezTo>
                      <a:pt x="123" y="181"/>
                      <a:pt x="98" y="169"/>
                      <a:pt x="93" y="153"/>
                    </a:cubicBezTo>
                    <a:cubicBezTo>
                      <a:pt x="90" y="146"/>
                      <a:pt x="94" y="115"/>
                      <a:pt x="76" y="122"/>
                    </a:cubicBezTo>
                    <a:cubicBezTo>
                      <a:pt x="70" y="125"/>
                      <a:pt x="69" y="134"/>
                      <a:pt x="66" y="139"/>
                    </a:cubicBezTo>
                    <a:cubicBezTo>
                      <a:pt x="61" y="144"/>
                      <a:pt x="55" y="147"/>
                      <a:pt x="51" y="152"/>
                    </a:cubicBezTo>
                    <a:cubicBezTo>
                      <a:pt x="45" y="158"/>
                      <a:pt x="14" y="187"/>
                      <a:pt x="18" y="195"/>
                    </a:cubicBezTo>
                    <a:cubicBezTo>
                      <a:pt x="23" y="210"/>
                      <a:pt x="66" y="209"/>
                      <a:pt x="78" y="212"/>
                    </a:cubicBezTo>
                    <a:cubicBezTo>
                      <a:pt x="94" y="217"/>
                      <a:pt x="105" y="226"/>
                      <a:pt x="105" y="240"/>
                    </a:cubicBezTo>
                    <a:cubicBezTo>
                      <a:pt x="104" y="256"/>
                      <a:pt x="94" y="266"/>
                      <a:pt x="84" y="278"/>
                    </a:cubicBezTo>
                    <a:cubicBezTo>
                      <a:pt x="74" y="290"/>
                      <a:pt x="72" y="301"/>
                      <a:pt x="70" y="316"/>
                    </a:cubicBezTo>
                    <a:cubicBezTo>
                      <a:pt x="66" y="341"/>
                      <a:pt x="29" y="318"/>
                      <a:pt x="13" y="318"/>
                    </a:cubicBezTo>
                    <a:cubicBezTo>
                      <a:pt x="0" y="319"/>
                      <a:pt x="15" y="333"/>
                      <a:pt x="17" y="344"/>
                    </a:cubicBezTo>
                    <a:cubicBezTo>
                      <a:pt x="19" y="353"/>
                      <a:pt x="18" y="364"/>
                      <a:pt x="21" y="373"/>
                    </a:cubicBezTo>
                    <a:cubicBezTo>
                      <a:pt x="23" y="381"/>
                      <a:pt x="28" y="390"/>
                      <a:pt x="31" y="398"/>
                    </a:cubicBezTo>
                    <a:cubicBezTo>
                      <a:pt x="27" y="413"/>
                      <a:pt x="7" y="417"/>
                      <a:pt x="15" y="426"/>
                    </a:cubicBezTo>
                    <a:cubicBezTo>
                      <a:pt x="23" y="436"/>
                      <a:pt x="42" y="433"/>
                      <a:pt x="59" y="445"/>
                    </a:cubicBezTo>
                    <a:cubicBezTo>
                      <a:pt x="77" y="457"/>
                      <a:pt x="83" y="453"/>
                      <a:pt x="90" y="436"/>
                    </a:cubicBezTo>
                    <a:cubicBezTo>
                      <a:pt x="97" y="418"/>
                      <a:pt x="95" y="398"/>
                      <a:pt x="90" y="381"/>
                    </a:cubicBezTo>
                    <a:cubicBezTo>
                      <a:pt x="85" y="364"/>
                      <a:pt x="94" y="362"/>
                      <a:pt x="107" y="345"/>
                    </a:cubicBezTo>
                    <a:cubicBezTo>
                      <a:pt x="121" y="328"/>
                      <a:pt x="107" y="329"/>
                      <a:pt x="115" y="300"/>
                    </a:cubicBezTo>
                    <a:cubicBezTo>
                      <a:pt x="123" y="270"/>
                      <a:pt x="139" y="249"/>
                      <a:pt x="151" y="241"/>
                    </a:cubicBezTo>
                    <a:cubicBezTo>
                      <a:pt x="163" y="233"/>
                      <a:pt x="173" y="238"/>
                      <a:pt x="171" y="254"/>
                    </a:cubicBezTo>
                    <a:cubicBezTo>
                      <a:pt x="170" y="270"/>
                      <a:pt x="166" y="280"/>
                      <a:pt x="171" y="309"/>
                    </a:cubicBezTo>
                    <a:cubicBezTo>
                      <a:pt x="177" y="338"/>
                      <a:pt x="185" y="352"/>
                      <a:pt x="175" y="385"/>
                    </a:cubicBezTo>
                    <a:cubicBezTo>
                      <a:pt x="166" y="418"/>
                      <a:pt x="154" y="432"/>
                      <a:pt x="170" y="448"/>
                    </a:cubicBezTo>
                    <a:cubicBezTo>
                      <a:pt x="186" y="464"/>
                      <a:pt x="193" y="460"/>
                      <a:pt x="225" y="465"/>
                    </a:cubicBezTo>
                    <a:cubicBezTo>
                      <a:pt x="257" y="470"/>
                      <a:pt x="257" y="472"/>
                      <a:pt x="279" y="486"/>
                    </a:cubicBezTo>
                    <a:cubicBezTo>
                      <a:pt x="302" y="501"/>
                      <a:pt x="326" y="492"/>
                      <a:pt x="345" y="496"/>
                    </a:cubicBezTo>
                    <a:cubicBezTo>
                      <a:pt x="363" y="500"/>
                      <a:pt x="383" y="509"/>
                      <a:pt x="403" y="494"/>
                    </a:cubicBezTo>
                    <a:cubicBezTo>
                      <a:pt x="427" y="492"/>
                      <a:pt x="427" y="492"/>
                      <a:pt x="427" y="492"/>
                    </a:cubicBezTo>
                    <a:cubicBezTo>
                      <a:pt x="429" y="504"/>
                      <a:pt x="447" y="528"/>
                      <a:pt x="457" y="528"/>
                    </a:cubicBezTo>
                    <a:cubicBezTo>
                      <a:pt x="467" y="528"/>
                      <a:pt x="465" y="518"/>
                      <a:pt x="475" y="510"/>
                    </a:cubicBezTo>
                    <a:cubicBezTo>
                      <a:pt x="485" y="502"/>
                      <a:pt x="521" y="502"/>
                      <a:pt x="529" y="486"/>
                    </a:cubicBezTo>
                    <a:cubicBezTo>
                      <a:pt x="537" y="470"/>
                      <a:pt x="555" y="478"/>
                      <a:pt x="567" y="484"/>
                    </a:cubicBezTo>
                    <a:cubicBezTo>
                      <a:pt x="579" y="490"/>
                      <a:pt x="593" y="484"/>
                      <a:pt x="607" y="476"/>
                    </a:cubicBezTo>
                    <a:cubicBezTo>
                      <a:pt x="621" y="468"/>
                      <a:pt x="631" y="476"/>
                      <a:pt x="649" y="464"/>
                    </a:cubicBezTo>
                    <a:cubicBezTo>
                      <a:pt x="667" y="452"/>
                      <a:pt x="675" y="438"/>
                      <a:pt x="673" y="424"/>
                    </a:cubicBezTo>
                    <a:cubicBezTo>
                      <a:pt x="671" y="410"/>
                      <a:pt x="641" y="414"/>
                      <a:pt x="635" y="394"/>
                    </a:cubicBezTo>
                    <a:cubicBezTo>
                      <a:pt x="629" y="374"/>
                      <a:pt x="643" y="382"/>
                      <a:pt x="651" y="368"/>
                    </a:cubicBezTo>
                    <a:cubicBezTo>
                      <a:pt x="659" y="354"/>
                      <a:pt x="645" y="338"/>
                      <a:pt x="641" y="322"/>
                    </a:cubicBezTo>
                    <a:cubicBezTo>
                      <a:pt x="637" y="306"/>
                      <a:pt x="625" y="306"/>
                      <a:pt x="617" y="282"/>
                    </a:cubicBezTo>
                    <a:cubicBezTo>
                      <a:pt x="609" y="258"/>
                      <a:pt x="621" y="252"/>
                      <a:pt x="645" y="250"/>
                    </a:cubicBezTo>
                    <a:cubicBezTo>
                      <a:pt x="669" y="248"/>
                      <a:pt x="661" y="246"/>
                      <a:pt x="681" y="238"/>
                    </a:cubicBezTo>
                    <a:cubicBezTo>
                      <a:pt x="701" y="230"/>
                      <a:pt x="707" y="258"/>
                      <a:pt x="703" y="282"/>
                    </a:cubicBezTo>
                    <a:cubicBezTo>
                      <a:pt x="699" y="306"/>
                      <a:pt x="715" y="328"/>
                      <a:pt x="719" y="344"/>
                    </a:cubicBezTo>
                    <a:cubicBezTo>
                      <a:pt x="723" y="360"/>
                      <a:pt x="741" y="348"/>
                      <a:pt x="747" y="370"/>
                    </a:cubicBezTo>
                    <a:cubicBezTo>
                      <a:pt x="753" y="392"/>
                      <a:pt x="745" y="396"/>
                      <a:pt x="745" y="428"/>
                    </a:cubicBezTo>
                    <a:cubicBezTo>
                      <a:pt x="745" y="460"/>
                      <a:pt x="755" y="462"/>
                      <a:pt x="775" y="460"/>
                    </a:cubicBezTo>
                    <a:cubicBezTo>
                      <a:pt x="795" y="458"/>
                      <a:pt x="823" y="474"/>
                      <a:pt x="841" y="474"/>
                    </a:cubicBezTo>
                    <a:cubicBezTo>
                      <a:pt x="859" y="474"/>
                      <a:pt x="861" y="470"/>
                      <a:pt x="861" y="455"/>
                    </a:cubicBezTo>
                    <a:cubicBezTo>
                      <a:pt x="861" y="445"/>
                      <a:pt x="861" y="435"/>
                      <a:pt x="859" y="426"/>
                    </a:cubicBezTo>
                    <a:cubicBezTo>
                      <a:pt x="858" y="417"/>
                      <a:pt x="858" y="409"/>
                      <a:pt x="854" y="401"/>
                    </a:cubicBezTo>
                    <a:cubicBezTo>
                      <a:pt x="849" y="394"/>
                      <a:pt x="844" y="388"/>
                      <a:pt x="838" y="383"/>
                    </a:cubicBezTo>
                    <a:cubicBezTo>
                      <a:pt x="832" y="378"/>
                      <a:pt x="823" y="371"/>
                      <a:pt x="824" y="362"/>
                    </a:cubicBezTo>
                    <a:cubicBezTo>
                      <a:pt x="824" y="354"/>
                      <a:pt x="832" y="344"/>
                      <a:pt x="838" y="339"/>
                    </a:cubicBezTo>
                    <a:cubicBezTo>
                      <a:pt x="844" y="334"/>
                      <a:pt x="852" y="334"/>
                      <a:pt x="856" y="327"/>
                    </a:cubicBezTo>
                    <a:cubicBezTo>
                      <a:pt x="859" y="322"/>
                      <a:pt x="861" y="314"/>
                      <a:pt x="861" y="308"/>
                    </a:cubicBezTo>
                    <a:cubicBezTo>
                      <a:pt x="862" y="294"/>
                      <a:pt x="861" y="278"/>
                      <a:pt x="855" y="265"/>
                    </a:cubicBezTo>
                    <a:cubicBezTo>
                      <a:pt x="851" y="257"/>
                      <a:pt x="848" y="254"/>
                      <a:pt x="840" y="258"/>
                    </a:cubicBezTo>
                    <a:cubicBezTo>
                      <a:pt x="835" y="261"/>
                      <a:pt x="824" y="273"/>
                      <a:pt x="822" y="278"/>
                    </a:cubicBezTo>
                    <a:cubicBezTo>
                      <a:pt x="815" y="286"/>
                      <a:pt x="804" y="301"/>
                      <a:pt x="798" y="311"/>
                    </a:cubicBezTo>
                    <a:cubicBezTo>
                      <a:pt x="794" y="318"/>
                      <a:pt x="758" y="334"/>
                      <a:pt x="746" y="328"/>
                    </a:cubicBezTo>
                    <a:cubicBezTo>
                      <a:pt x="733" y="322"/>
                      <a:pt x="725" y="312"/>
                      <a:pt x="727" y="298"/>
                    </a:cubicBezTo>
                    <a:cubicBezTo>
                      <a:pt x="728" y="284"/>
                      <a:pt x="728" y="278"/>
                      <a:pt x="716" y="269"/>
                    </a:cubicBezTo>
                    <a:cubicBezTo>
                      <a:pt x="711" y="265"/>
                      <a:pt x="703" y="244"/>
                      <a:pt x="711" y="230"/>
                    </a:cubicBezTo>
                    <a:cubicBezTo>
                      <a:pt x="719" y="217"/>
                      <a:pt x="742" y="211"/>
                      <a:pt x="746" y="215"/>
                    </a:cubicBezTo>
                    <a:cubicBezTo>
                      <a:pt x="755" y="221"/>
                      <a:pt x="821" y="162"/>
                      <a:pt x="807" y="143"/>
                    </a:cubicBezTo>
                    <a:cubicBezTo>
                      <a:pt x="801" y="135"/>
                      <a:pt x="788" y="121"/>
                      <a:pt x="778" y="119"/>
                    </a:cubicBezTo>
                    <a:cubicBezTo>
                      <a:pt x="770" y="117"/>
                      <a:pt x="765" y="127"/>
                      <a:pt x="761" y="134"/>
                    </a:cubicBezTo>
                    <a:cubicBezTo>
                      <a:pt x="752" y="150"/>
                      <a:pt x="748" y="180"/>
                      <a:pt x="724" y="180"/>
                    </a:cubicBezTo>
                    <a:cubicBezTo>
                      <a:pt x="702" y="180"/>
                      <a:pt x="680" y="160"/>
                      <a:pt x="687" y="138"/>
                    </a:cubicBezTo>
                    <a:cubicBezTo>
                      <a:pt x="690" y="127"/>
                      <a:pt x="702" y="121"/>
                      <a:pt x="707" y="110"/>
                    </a:cubicBezTo>
                    <a:cubicBezTo>
                      <a:pt x="711" y="101"/>
                      <a:pt x="712" y="89"/>
                      <a:pt x="707" y="80"/>
                    </a:cubicBezTo>
                    <a:cubicBezTo>
                      <a:pt x="702" y="71"/>
                      <a:pt x="693" y="66"/>
                      <a:pt x="684" y="62"/>
                    </a:cubicBezTo>
                    <a:cubicBezTo>
                      <a:pt x="675" y="58"/>
                      <a:pt x="664" y="49"/>
                      <a:pt x="654" y="49"/>
                    </a:cubicBezTo>
                    <a:cubicBezTo>
                      <a:pt x="645" y="49"/>
                      <a:pt x="637" y="59"/>
                      <a:pt x="636" y="68"/>
                    </a:cubicBezTo>
                    <a:cubicBezTo>
                      <a:pt x="635" y="77"/>
                      <a:pt x="640" y="86"/>
                      <a:pt x="641" y="95"/>
                    </a:cubicBezTo>
                    <a:cubicBezTo>
                      <a:pt x="643" y="108"/>
                      <a:pt x="642" y="120"/>
                      <a:pt x="637" y="132"/>
                    </a:cubicBezTo>
                    <a:cubicBezTo>
                      <a:pt x="633" y="144"/>
                      <a:pt x="625" y="160"/>
                      <a:pt x="612" y="166"/>
                    </a:cubicBezTo>
                    <a:cubicBezTo>
                      <a:pt x="596" y="173"/>
                      <a:pt x="578" y="168"/>
                      <a:pt x="565" y="158"/>
                    </a:cubicBezTo>
                    <a:cubicBezTo>
                      <a:pt x="551" y="147"/>
                      <a:pt x="555" y="139"/>
                      <a:pt x="555" y="123"/>
                    </a:cubicBezTo>
                    <a:cubicBezTo>
                      <a:pt x="556" y="115"/>
                      <a:pt x="552" y="106"/>
                      <a:pt x="544" y="104"/>
                    </a:cubicBezTo>
                    <a:cubicBezTo>
                      <a:pt x="538" y="103"/>
                      <a:pt x="532" y="107"/>
                      <a:pt x="526" y="104"/>
                    </a:cubicBezTo>
                    <a:cubicBezTo>
                      <a:pt x="512" y="98"/>
                      <a:pt x="528" y="60"/>
                      <a:pt x="536" y="50"/>
                    </a:cubicBezTo>
                    <a:cubicBezTo>
                      <a:pt x="542" y="43"/>
                      <a:pt x="559" y="49"/>
                      <a:pt x="565" y="43"/>
                    </a:cubicBezTo>
                    <a:cubicBezTo>
                      <a:pt x="572" y="36"/>
                      <a:pt x="567" y="23"/>
                      <a:pt x="560" y="19"/>
                    </a:cubicBezTo>
                    <a:cubicBezTo>
                      <a:pt x="548" y="9"/>
                      <a:pt x="507" y="8"/>
                      <a:pt x="491" y="7"/>
                    </a:cubicBezTo>
                    <a:cubicBezTo>
                      <a:pt x="473" y="6"/>
                      <a:pt x="461" y="20"/>
                      <a:pt x="454" y="36"/>
                    </a:cubicBezTo>
                    <a:cubicBezTo>
                      <a:pt x="448" y="48"/>
                      <a:pt x="443" y="66"/>
                      <a:pt x="442" y="80"/>
                    </a:cubicBezTo>
                    <a:cubicBezTo>
                      <a:pt x="441" y="91"/>
                      <a:pt x="451" y="95"/>
                      <a:pt x="458" y="100"/>
                    </a:cubicBezTo>
                    <a:cubicBezTo>
                      <a:pt x="467" y="107"/>
                      <a:pt x="476" y="107"/>
                      <a:pt x="482" y="116"/>
                    </a:cubicBezTo>
                    <a:cubicBezTo>
                      <a:pt x="490" y="127"/>
                      <a:pt x="486" y="145"/>
                      <a:pt x="483" y="158"/>
                    </a:cubicBezTo>
                    <a:cubicBezTo>
                      <a:pt x="479" y="173"/>
                      <a:pt x="473" y="178"/>
                      <a:pt x="459" y="181"/>
                    </a:cubicBezTo>
                    <a:cubicBezTo>
                      <a:pt x="452" y="182"/>
                      <a:pt x="449" y="181"/>
                      <a:pt x="448" y="189"/>
                    </a:cubicBezTo>
                    <a:cubicBezTo>
                      <a:pt x="447" y="195"/>
                      <a:pt x="447" y="201"/>
                      <a:pt x="448" y="206"/>
                    </a:cubicBezTo>
                    <a:cubicBezTo>
                      <a:pt x="451" y="221"/>
                      <a:pt x="463" y="217"/>
                      <a:pt x="474" y="222"/>
                    </a:cubicBezTo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78" name="Freeform 16">
                <a:extLst>
                  <a:ext uri="{FF2B5EF4-FFF2-40B4-BE49-F238E27FC236}">
                    <a16:creationId xmlns:a16="http://schemas.microsoft.com/office/drawing/2014/main" id="{C4BEE62F-3194-4AA1-94A8-CCF38BAFED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8" y="2291"/>
                <a:ext cx="787" cy="344"/>
              </a:xfrm>
              <a:custGeom>
                <a:avLst/>
                <a:gdLst>
                  <a:gd name="T0" fmla="*/ 6993 w 261"/>
                  <a:gd name="T1" fmla="*/ 2955 h 107"/>
                  <a:gd name="T2" fmla="*/ 7074 w 261"/>
                  <a:gd name="T3" fmla="*/ 2926 h 107"/>
                  <a:gd name="T4" fmla="*/ 6993 w 261"/>
                  <a:gd name="T5" fmla="*/ 2955 h 107"/>
                  <a:gd name="T6" fmla="*/ 6830 w 261"/>
                  <a:gd name="T7" fmla="*/ 2852 h 107"/>
                  <a:gd name="T8" fmla="*/ 7047 w 261"/>
                  <a:gd name="T9" fmla="*/ 2729 h 107"/>
                  <a:gd name="T10" fmla="*/ 6993 w 261"/>
                  <a:gd name="T11" fmla="*/ 2431 h 107"/>
                  <a:gd name="T12" fmla="*/ 6772 w 261"/>
                  <a:gd name="T13" fmla="*/ 2389 h 107"/>
                  <a:gd name="T14" fmla="*/ 6884 w 261"/>
                  <a:gd name="T15" fmla="*/ 2222 h 107"/>
                  <a:gd name="T16" fmla="*/ 6528 w 261"/>
                  <a:gd name="T17" fmla="*/ 2263 h 107"/>
                  <a:gd name="T18" fmla="*/ 5373 w 261"/>
                  <a:gd name="T19" fmla="*/ 1498 h 107"/>
                  <a:gd name="T20" fmla="*/ 4408 w 261"/>
                  <a:gd name="T21" fmla="*/ 495 h 107"/>
                  <a:gd name="T22" fmla="*/ 3920 w 261"/>
                  <a:gd name="T23" fmla="*/ 0 h 107"/>
                  <a:gd name="T24" fmla="*/ 3401 w 261"/>
                  <a:gd name="T25" fmla="*/ 238 h 107"/>
                  <a:gd name="T26" fmla="*/ 3018 w 261"/>
                  <a:gd name="T27" fmla="*/ 993 h 107"/>
                  <a:gd name="T28" fmla="*/ 2138 w 261"/>
                  <a:gd name="T29" fmla="*/ 1829 h 107"/>
                  <a:gd name="T30" fmla="*/ 1565 w 261"/>
                  <a:gd name="T31" fmla="*/ 2025 h 107"/>
                  <a:gd name="T32" fmla="*/ 410 w 261"/>
                  <a:gd name="T33" fmla="*/ 2025 h 107"/>
                  <a:gd name="T34" fmla="*/ 410 w 261"/>
                  <a:gd name="T35" fmla="*/ 2058 h 107"/>
                  <a:gd name="T36" fmla="*/ 329 w 261"/>
                  <a:gd name="T37" fmla="*/ 1993 h 107"/>
                  <a:gd name="T38" fmla="*/ 329 w 261"/>
                  <a:gd name="T39" fmla="*/ 2128 h 107"/>
                  <a:gd name="T40" fmla="*/ 136 w 261"/>
                  <a:gd name="T41" fmla="*/ 2160 h 107"/>
                  <a:gd name="T42" fmla="*/ 329 w 261"/>
                  <a:gd name="T43" fmla="*/ 2431 h 107"/>
                  <a:gd name="T44" fmla="*/ 109 w 261"/>
                  <a:gd name="T45" fmla="*/ 2562 h 107"/>
                  <a:gd name="T46" fmla="*/ 271 w 261"/>
                  <a:gd name="T47" fmla="*/ 2791 h 107"/>
                  <a:gd name="T48" fmla="*/ 0 w 261"/>
                  <a:gd name="T49" fmla="*/ 2852 h 107"/>
                  <a:gd name="T50" fmla="*/ 356 w 261"/>
                  <a:gd name="T51" fmla="*/ 2987 h 107"/>
                  <a:gd name="T52" fmla="*/ 356 w 261"/>
                  <a:gd name="T53" fmla="*/ 2987 h 107"/>
                  <a:gd name="T54" fmla="*/ 383 w 261"/>
                  <a:gd name="T55" fmla="*/ 3028 h 107"/>
                  <a:gd name="T56" fmla="*/ 410 w 261"/>
                  <a:gd name="T57" fmla="*/ 3028 h 107"/>
                  <a:gd name="T58" fmla="*/ 410 w 261"/>
                  <a:gd name="T59" fmla="*/ 3028 h 107"/>
                  <a:gd name="T60" fmla="*/ 3920 w 261"/>
                  <a:gd name="T61" fmla="*/ 1923 h 107"/>
                  <a:gd name="T62" fmla="*/ 6691 w 261"/>
                  <a:gd name="T63" fmla="*/ 3090 h 107"/>
                  <a:gd name="T64" fmla="*/ 6691 w 261"/>
                  <a:gd name="T65" fmla="*/ 3090 h 107"/>
                  <a:gd name="T66" fmla="*/ 7155 w 261"/>
                  <a:gd name="T67" fmla="*/ 2955 h 107"/>
                  <a:gd name="T68" fmla="*/ 6830 w 261"/>
                  <a:gd name="T69" fmla="*/ 2852 h 10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61" h="107">
                    <a:moveTo>
                      <a:pt x="255" y="89"/>
                    </a:moveTo>
                    <a:cubicBezTo>
                      <a:pt x="256" y="89"/>
                      <a:pt x="257" y="89"/>
                      <a:pt x="258" y="88"/>
                    </a:cubicBezTo>
                    <a:cubicBezTo>
                      <a:pt x="257" y="89"/>
                      <a:pt x="256" y="89"/>
                      <a:pt x="255" y="89"/>
                    </a:cubicBezTo>
                    <a:close/>
                    <a:moveTo>
                      <a:pt x="249" y="86"/>
                    </a:moveTo>
                    <a:cubicBezTo>
                      <a:pt x="251" y="85"/>
                      <a:pt x="255" y="84"/>
                      <a:pt x="257" y="82"/>
                    </a:cubicBezTo>
                    <a:cubicBezTo>
                      <a:pt x="247" y="79"/>
                      <a:pt x="249" y="78"/>
                      <a:pt x="255" y="73"/>
                    </a:cubicBezTo>
                    <a:cubicBezTo>
                      <a:pt x="253" y="73"/>
                      <a:pt x="250" y="72"/>
                      <a:pt x="247" y="72"/>
                    </a:cubicBezTo>
                    <a:cubicBezTo>
                      <a:pt x="248" y="70"/>
                      <a:pt x="250" y="68"/>
                      <a:pt x="251" y="67"/>
                    </a:cubicBezTo>
                    <a:cubicBezTo>
                      <a:pt x="247" y="69"/>
                      <a:pt x="242" y="69"/>
                      <a:pt x="238" y="68"/>
                    </a:cubicBezTo>
                    <a:cubicBezTo>
                      <a:pt x="196" y="45"/>
                      <a:pt x="196" y="45"/>
                      <a:pt x="196" y="45"/>
                    </a:cubicBezTo>
                    <a:cubicBezTo>
                      <a:pt x="161" y="15"/>
                      <a:pt x="161" y="15"/>
                      <a:pt x="161" y="15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24" y="7"/>
                      <a:pt x="124" y="7"/>
                      <a:pt x="124" y="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57" y="61"/>
                      <a:pt x="57" y="61"/>
                      <a:pt x="57" y="61"/>
                    </a:cubicBezTo>
                    <a:cubicBezTo>
                      <a:pt x="15" y="61"/>
                      <a:pt x="15" y="61"/>
                      <a:pt x="15" y="61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4" y="61"/>
                      <a:pt x="13" y="61"/>
                      <a:pt x="12" y="60"/>
                    </a:cubicBezTo>
                    <a:cubicBezTo>
                      <a:pt x="12" y="61"/>
                      <a:pt x="12" y="63"/>
                      <a:pt x="12" y="64"/>
                    </a:cubicBezTo>
                    <a:cubicBezTo>
                      <a:pt x="10" y="65"/>
                      <a:pt x="8" y="65"/>
                      <a:pt x="5" y="65"/>
                    </a:cubicBezTo>
                    <a:cubicBezTo>
                      <a:pt x="6" y="68"/>
                      <a:pt x="8" y="72"/>
                      <a:pt x="12" y="73"/>
                    </a:cubicBezTo>
                    <a:cubicBezTo>
                      <a:pt x="10" y="76"/>
                      <a:pt x="7" y="77"/>
                      <a:pt x="4" y="77"/>
                    </a:cubicBezTo>
                    <a:cubicBezTo>
                      <a:pt x="5" y="80"/>
                      <a:pt x="8" y="82"/>
                      <a:pt x="10" y="84"/>
                    </a:cubicBezTo>
                    <a:cubicBezTo>
                      <a:pt x="7" y="85"/>
                      <a:pt x="4" y="86"/>
                      <a:pt x="0" y="86"/>
                    </a:cubicBezTo>
                    <a:cubicBezTo>
                      <a:pt x="4" y="88"/>
                      <a:pt x="9" y="89"/>
                      <a:pt x="13" y="90"/>
                    </a:cubicBezTo>
                    <a:cubicBezTo>
                      <a:pt x="13" y="90"/>
                      <a:pt x="13" y="90"/>
                      <a:pt x="13" y="90"/>
                    </a:cubicBezTo>
                    <a:cubicBezTo>
                      <a:pt x="13" y="90"/>
                      <a:pt x="14" y="91"/>
                      <a:pt x="14" y="91"/>
                    </a:cubicBezTo>
                    <a:cubicBezTo>
                      <a:pt x="14" y="91"/>
                      <a:pt x="15" y="91"/>
                      <a:pt x="15" y="91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4" y="107"/>
                      <a:pt x="99" y="58"/>
                      <a:pt x="143" y="58"/>
                    </a:cubicBezTo>
                    <a:cubicBezTo>
                      <a:pt x="187" y="58"/>
                      <a:pt x="182" y="94"/>
                      <a:pt x="244" y="93"/>
                    </a:cubicBezTo>
                    <a:cubicBezTo>
                      <a:pt x="244" y="93"/>
                      <a:pt x="244" y="93"/>
                      <a:pt x="244" y="93"/>
                    </a:cubicBezTo>
                    <a:cubicBezTo>
                      <a:pt x="248" y="93"/>
                      <a:pt x="257" y="91"/>
                      <a:pt x="261" y="89"/>
                    </a:cubicBezTo>
                    <a:cubicBezTo>
                      <a:pt x="258" y="90"/>
                      <a:pt x="250" y="90"/>
                      <a:pt x="249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79" name="Freeform 17">
                <a:extLst>
                  <a:ext uri="{FF2B5EF4-FFF2-40B4-BE49-F238E27FC236}">
                    <a16:creationId xmlns:a16="http://schemas.microsoft.com/office/drawing/2014/main" id="{5CEEA8CE-E7C0-4A4B-A30A-D32ED99D2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1957"/>
                <a:ext cx="1073" cy="556"/>
              </a:xfrm>
              <a:custGeom>
                <a:avLst/>
                <a:gdLst>
                  <a:gd name="T0" fmla="*/ 7505 w 356"/>
                  <a:gd name="T1" fmla="*/ 0 h 173"/>
                  <a:gd name="T2" fmla="*/ 7366 w 356"/>
                  <a:gd name="T3" fmla="*/ 103 h 173"/>
                  <a:gd name="T4" fmla="*/ 6022 w 356"/>
                  <a:gd name="T5" fmla="*/ 1591 h 173"/>
                  <a:gd name="T6" fmla="*/ 5778 w 356"/>
                  <a:gd name="T7" fmla="*/ 4544 h 173"/>
                  <a:gd name="T8" fmla="*/ 5534 w 356"/>
                  <a:gd name="T9" fmla="*/ 4647 h 173"/>
                  <a:gd name="T10" fmla="*/ 4880 w 356"/>
                  <a:gd name="T11" fmla="*/ 3150 h 173"/>
                  <a:gd name="T12" fmla="*/ 4880 w 356"/>
                  <a:gd name="T13" fmla="*/ 3150 h 173"/>
                  <a:gd name="T14" fmla="*/ 4880 w 356"/>
                  <a:gd name="T15" fmla="*/ 3150 h 173"/>
                  <a:gd name="T16" fmla="*/ 4187 w 356"/>
                  <a:gd name="T17" fmla="*/ 4647 h 173"/>
                  <a:gd name="T18" fmla="*/ 3969 w 356"/>
                  <a:gd name="T19" fmla="*/ 4544 h 173"/>
                  <a:gd name="T20" fmla="*/ 3725 w 356"/>
                  <a:gd name="T21" fmla="*/ 1591 h 173"/>
                  <a:gd name="T22" fmla="*/ 2381 w 356"/>
                  <a:gd name="T23" fmla="*/ 103 h 173"/>
                  <a:gd name="T24" fmla="*/ 2215 w 356"/>
                  <a:gd name="T25" fmla="*/ 0 h 173"/>
                  <a:gd name="T26" fmla="*/ 271 w 356"/>
                  <a:gd name="T27" fmla="*/ 3657 h 173"/>
                  <a:gd name="T28" fmla="*/ 2354 w 356"/>
                  <a:gd name="T29" fmla="*/ 5743 h 173"/>
                  <a:gd name="T30" fmla="*/ 3834 w 356"/>
                  <a:gd name="T31" fmla="*/ 5113 h 173"/>
                  <a:gd name="T32" fmla="*/ 4880 w 356"/>
                  <a:gd name="T33" fmla="*/ 2385 h 173"/>
                  <a:gd name="T34" fmla="*/ 4880 w 356"/>
                  <a:gd name="T35" fmla="*/ 2385 h 173"/>
                  <a:gd name="T36" fmla="*/ 4880 w 356"/>
                  <a:gd name="T37" fmla="*/ 2385 h 173"/>
                  <a:gd name="T38" fmla="*/ 5914 w 356"/>
                  <a:gd name="T39" fmla="*/ 5113 h 173"/>
                  <a:gd name="T40" fmla="*/ 7532 w 356"/>
                  <a:gd name="T41" fmla="*/ 5743 h 173"/>
                  <a:gd name="T42" fmla="*/ 9476 w 356"/>
                  <a:gd name="T43" fmla="*/ 3657 h 173"/>
                  <a:gd name="T44" fmla="*/ 7505 w 356"/>
                  <a:gd name="T45" fmla="*/ 0 h 17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6" h="173">
                    <a:moveTo>
                      <a:pt x="274" y="0"/>
                    </a:moveTo>
                    <a:cubicBezTo>
                      <a:pt x="272" y="1"/>
                      <a:pt x="270" y="2"/>
                      <a:pt x="269" y="3"/>
                    </a:cubicBezTo>
                    <a:cubicBezTo>
                      <a:pt x="247" y="12"/>
                      <a:pt x="229" y="32"/>
                      <a:pt x="220" y="48"/>
                    </a:cubicBezTo>
                    <a:cubicBezTo>
                      <a:pt x="211" y="63"/>
                      <a:pt x="195" y="99"/>
                      <a:pt x="211" y="137"/>
                    </a:cubicBezTo>
                    <a:cubicBezTo>
                      <a:pt x="221" y="157"/>
                      <a:pt x="211" y="156"/>
                      <a:pt x="202" y="140"/>
                    </a:cubicBezTo>
                    <a:cubicBezTo>
                      <a:pt x="193" y="125"/>
                      <a:pt x="190" y="95"/>
                      <a:pt x="178" y="95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66" y="95"/>
                      <a:pt x="162" y="125"/>
                      <a:pt x="153" y="140"/>
                    </a:cubicBezTo>
                    <a:cubicBezTo>
                      <a:pt x="145" y="156"/>
                      <a:pt x="135" y="157"/>
                      <a:pt x="145" y="137"/>
                    </a:cubicBezTo>
                    <a:cubicBezTo>
                      <a:pt x="161" y="99"/>
                      <a:pt x="145" y="63"/>
                      <a:pt x="136" y="48"/>
                    </a:cubicBezTo>
                    <a:cubicBezTo>
                      <a:pt x="127" y="32"/>
                      <a:pt x="109" y="12"/>
                      <a:pt x="87" y="3"/>
                    </a:cubicBezTo>
                    <a:cubicBezTo>
                      <a:pt x="85" y="2"/>
                      <a:pt x="83" y="1"/>
                      <a:pt x="81" y="0"/>
                    </a:cubicBezTo>
                    <a:cubicBezTo>
                      <a:pt x="50" y="2"/>
                      <a:pt x="0" y="35"/>
                      <a:pt x="10" y="110"/>
                    </a:cubicBezTo>
                    <a:cubicBezTo>
                      <a:pt x="13" y="137"/>
                      <a:pt x="41" y="171"/>
                      <a:pt x="86" y="173"/>
                    </a:cubicBezTo>
                    <a:cubicBezTo>
                      <a:pt x="103" y="172"/>
                      <a:pt x="122" y="165"/>
                      <a:pt x="140" y="154"/>
                    </a:cubicBezTo>
                    <a:cubicBezTo>
                      <a:pt x="153" y="146"/>
                      <a:pt x="166" y="84"/>
                      <a:pt x="178" y="72"/>
                    </a:cubicBezTo>
                    <a:cubicBezTo>
                      <a:pt x="178" y="72"/>
                      <a:pt x="178" y="72"/>
                      <a:pt x="178" y="72"/>
                    </a:cubicBezTo>
                    <a:cubicBezTo>
                      <a:pt x="178" y="72"/>
                      <a:pt x="178" y="72"/>
                      <a:pt x="178" y="72"/>
                    </a:cubicBezTo>
                    <a:cubicBezTo>
                      <a:pt x="190" y="84"/>
                      <a:pt x="203" y="146"/>
                      <a:pt x="216" y="154"/>
                    </a:cubicBezTo>
                    <a:cubicBezTo>
                      <a:pt x="236" y="166"/>
                      <a:pt x="257" y="173"/>
                      <a:pt x="275" y="173"/>
                    </a:cubicBezTo>
                    <a:cubicBezTo>
                      <a:pt x="313" y="171"/>
                      <a:pt x="342" y="137"/>
                      <a:pt x="346" y="110"/>
                    </a:cubicBezTo>
                    <a:cubicBezTo>
                      <a:pt x="356" y="35"/>
                      <a:pt x="306" y="2"/>
                      <a:pt x="274" y="0"/>
                    </a:cubicBezTo>
                    <a:close/>
                  </a:path>
                </a:pathLst>
              </a:cu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80" name="Freeform 18">
                <a:extLst>
                  <a:ext uri="{FF2B5EF4-FFF2-40B4-BE49-F238E27FC236}">
                    <a16:creationId xmlns:a16="http://schemas.microsoft.com/office/drawing/2014/main" id="{6E36DF96-BBBA-4A4D-9AC3-3B5FB69B4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687"/>
                <a:ext cx="989" cy="321"/>
              </a:xfrm>
              <a:custGeom>
                <a:avLst/>
                <a:gdLst>
                  <a:gd name="T0" fmla="*/ 8991 w 328"/>
                  <a:gd name="T1" fmla="*/ 1258 h 100"/>
                  <a:gd name="T2" fmla="*/ 8937 w 328"/>
                  <a:gd name="T3" fmla="*/ 732 h 100"/>
                  <a:gd name="T4" fmla="*/ 8391 w 328"/>
                  <a:gd name="T5" fmla="*/ 825 h 100"/>
                  <a:gd name="T6" fmla="*/ 8337 w 328"/>
                  <a:gd name="T7" fmla="*/ 299 h 100"/>
                  <a:gd name="T8" fmla="*/ 6338 w 328"/>
                  <a:gd name="T9" fmla="*/ 1525 h 100"/>
                  <a:gd name="T10" fmla="*/ 2491 w 328"/>
                  <a:gd name="T11" fmla="*/ 1361 h 100"/>
                  <a:gd name="T12" fmla="*/ 1372 w 328"/>
                  <a:gd name="T13" fmla="*/ 164 h 100"/>
                  <a:gd name="T14" fmla="*/ 965 w 328"/>
                  <a:gd name="T15" fmla="*/ 0 h 100"/>
                  <a:gd name="T16" fmla="*/ 573 w 328"/>
                  <a:gd name="T17" fmla="*/ 299 h 100"/>
                  <a:gd name="T18" fmla="*/ 383 w 328"/>
                  <a:gd name="T19" fmla="*/ 825 h 100"/>
                  <a:gd name="T20" fmla="*/ 356 w 328"/>
                  <a:gd name="T21" fmla="*/ 1390 h 100"/>
                  <a:gd name="T22" fmla="*/ 0 w 328"/>
                  <a:gd name="T23" fmla="*/ 2019 h 100"/>
                  <a:gd name="T24" fmla="*/ 1155 w 328"/>
                  <a:gd name="T25" fmla="*/ 2112 h 100"/>
                  <a:gd name="T26" fmla="*/ 1155 w 328"/>
                  <a:gd name="T27" fmla="*/ 2112 h 100"/>
                  <a:gd name="T28" fmla="*/ 1728 w 328"/>
                  <a:gd name="T29" fmla="*/ 2276 h 100"/>
                  <a:gd name="T30" fmla="*/ 4381 w 328"/>
                  <a:gd name="T31" fmla="*/ 3143 h 100"/>
                  <a:gd name="T32" fmla="*/ 6691 w 328"/>
                  <a:gd name="T33" fmla="*/ 2513 h 100"/>
                  <a:gd name="T34" fmla="*/ 8801 w 328"/>
                  <a:gd name="T35" fmla="*/ 2247 h 100"/>
                  <a:gd name="T36" fmla="*/ 8883 w 328"/>
                  <a:gd name="T37" fmla="*/ 1782 h 100"/>
                  <a:gd name="T38" fmla="*/ 8991 w 328"/>
                  <a:gd name="T39" fmla="*/ 1258 h 10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28" h="100">
                    <a:moveTo>
                      <a:pt x="328" y="38"/>
                    </a:moveTo>
                    <a:cubicBezTo>
                      <a:pt x="314" y="38"/>
                      <a:pt x="319" y="25"/>
                      <a:pt x="326" y="22"/>
                    </a:cubicBezTo>
                    <a:cubicBezTo>
                      <a:pt x="322" y="23"/>
                      <a:pt x="310" y="27"/>
                      <a:pt x="306" y="25"/>
                    </a:cubicBezTo>
                    <a:cubicBezTo>
                      <a:pt x="303" y="23"/>
                      <a:pt x="304" y="9"/>
                      <a:pt x="304" y="9"/>
                    </a:cubicBezTo>
                    <a:cubicBezTo>
                      <a:pt x="304" y="9"/>
                      <a:pt x="301" y="28"/>
                      <a:pt x="231" y="46"/>
                    </a:cubicBezTo>
                    <a:cubicBezTo>
                      <a:pt x="161" y="63"/>
                      <a:pt x="118" y="55"/>
                      <a:pt x="91" y="41"/>
                    </a:cubicBezTo>
                    <a:cubicBezTo>
                      <a:pt x="79" y="34"/>
                      <a:pt x="49" y="12"/>
                      <a:pt x="50" y="5"/>
                    </a:cubicBezTo>
                    <a:cubicBezTo>
                      <a:pt x="50" y="14"/>
                      <a:pt x="35" y="9"/>
                      <a:pt x="35" y="0"/>
                    </a:cubicBezTo>
                    <a:cubicBezTo>
                      <a:pt x="36" y="8"/>
                      <a:pt x="28" y="21"/>
                      <a:pt x="21" y="9"/>
                    </a:cubicBezTo>
                    <a:cubicBezTo>
                      <a:pt x="24" y="16"/>
                      <a:pt x="24" y="28"/>
                      <a:pt x="14" y="25"/>
                    </a:cubicBezTo>
                    <a:cubicBezTo>
                      <a:pt x="22" y="30"/>
                      <a:pt x="25" y="41"/>
                      <a:pt x="13" y="42"/>
                    </a:cubicBezTo>
                    <a:cubicBezTo>
                      <a:pt x="20" y="47"/>
                      <a:pt x="10" y="59"/>
                      <a:pt x="0" y="61"/>
                    </a:cubicBezTo>
                    <a:cubicBezTo>
                      <a:pt x="10" y="57"/>
                      <a:pt x="31" y="61"/>
                      <a:pt x="42" y="64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9" y="66"/>
                      <a:pt x="56" y="68"/>
                      <a:pt x="63" y="69"/>
                    </a:cubicBezTo>
                    <a:cubicBezTo>
                      <a:pt x="78" y="72"/>
                      <a:pt x="106" y="90"/>
                      <a:pt x="160" y="95"/>
                    </a:cubicBezTo>
                    <a:cubicBezTo>
                      <a:pt x="214" y="100"/>
                      <a:pt x="200" y="86"/>
                      <a:pt x="244" y="76"/>
                    </a:cubicBezTo>
                    <a:cubicBezTo>
                      <a:pt x="266" y="70"/>
                      <a:pt x="292" y="56"/>
                      <a:pt x="321" y="68"/>
                    </a:cubicBezTo>
                    <a:cubicBezTo>
                      <a:pt x="309" y="64"/>
                      <a:pt x="314" y="54"/>
                      <a:pt x="324" y="54"/>
                    </a:cubicBezTo>
                    <a:cubicBezTo>
                      <a:pt x="314" y="48"/>
                      <a:pt x="316" y="41"/>
                      <a:pt x="328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81" name="Freeform 19">
                <a:extLst>
                  <a:ext uri="{FF2B5EF4-FFF2-40B4-BE49-F238E27FC236}">
                    <a16:creationId xmlns:a16="http://schemas.microsoft.com/office/drawing/2014/main" id="{90B1A7A4-F4F0-4561-8B7D-E4810CD5E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960"/>
                <a:ext cx="1368" cy="907"/>
              </a:xfrm>
              <a:custGeom>
                <a:avLst/>
                <a:gdLst>
                  <a:gd name="T0" fmla="*/ 844 w 454"/>
                  <a:gd name="T1" fmla="*/ 1801 h 282"/>
                  <a:gd name="T2" fmla="*/ 3086 w 454"/>
                  <a:gd name="T3" fmla="*/ 2567 h 282"/>
                  <a:gd name="T4" fmla="*/ 3613 w 454"/>
                  <a:gd name="T5" fmla="*/ 798 h 282"/>
                  <a:gd name="T6" fmla="*/ 5394 w 454"/>
                  <a:gd name="T7" fmla="*/ 434 h 282"/>
                  <a:gd name="T8" fmla="*/ 6756 w 454"/>
                  <a:gd name="T9" fmla="*/ 1592 h 282"/>
                  <a:gd name="T10" fmla="*/ 7310 w 454"/>
                  <a:gd name="T11" fmla="*/ 2358 h 282"/>
                  <a:gd name="T12" fmla="*/ 7391 w 454"/>
                  <a:gd name="T13" fmla="*/ 4056 h 282"/>
                  <a:gd name="T14" fmla="*/ 7000 w 454"/>
                  <a:gd name="T15" fmla="*/ 6053 h 282"/>
                  <a:gd name="T16" fmla="*/ 6373 w 454"/>
                  <a:gd name="T17" fmla="*/ 6590 h 282"/>
                  <a:gd name="T18" fmla="*/ 5367 w 454"/>
                  <a:gd name="T19" fmla="*/ 6683 h 282"/>
                  <a:gd name="T20" fmla="*/ 5258 w 454"/>
                  <a:gd name="T21" fmla="*/ 6889 h 282"/>
                  <a:gd name="T22" fmla="*/ 6620 w 454"/>
                  <a:gd name="T23" fmla="*/ 6857 h 282"/>
                  <a:gd name="T24" fmla="*/ 7162 w 454"/>
                  <a:gd name="T25" fmla="*/ 6857 h 282"/>
                  <a:gd name="T26" fmla="*/ 7337 w 454"/>
                  <a:gd name="T27" fmla="*/ 8588 h 282"/>
                  <a:gd name="T28" fmla="*/ 6593 w 454"/>
                  <a:gd name="T29" fmla="*/ 8813 h 282"/>
                  <a:gd name="T30" fmla="*/ 5746 w 454"/>
                  <a:gd name="T31" fmla="*/ 8813 h 282"/>
                  <a:gd name="T32" fmla="*/ 7419 w 454"/>
                  <a:gd name="T33" fmla="*/ 9382 h 282"/>
                  <a:gd name="T34" fmla="*/ 9025 w 454"/>
                  <a:gd name="T35" fmla="*/ 9115 h 282"/>
                  <a:gd name="T36" fmla="*/ 8970 w 454"/>
                  <a:gd name="T37" fmla="*/ 8948 h 282"/>
                  <a:gd name="T38" fmla="*/ 8235 w 454"/>
                  <a:gd name="T39" fmla="*/ 8784 h 282"/>
                  <a:gd name="T40" fmla="*/ 8235 w 454"/>
                  <a:gd name="T41" fmla="*/ 8784 h 282"/>
                  <a:gd name="T42" fmla="*/ 8208 w 454"/>
                  <a:gd name="T43" fmla="*/ 8784 h 282"/>
                  <a:gd name="T44" fmla="*/ 8235 w 454"/>
                  <a:gd name="T45" fmla="*/ 8784 h 282"/>
                  <a:gd name="T46" fmla="*/ 7744 w 454"/>
                  <a:gd name="T47" fmla="*/ 8350 h 282"/>
                  <a:gd name="T48" fmla="*/ 7663 w 454"/>
                  <a:gd name="T49" fmla="*/ 6857 h 282"/>
                  <a:gd name="T50" fmla="*/ 8181 w 454"/>
                  <a:gd name="T51" fmla="*/ 6423 h 282"/>
                  <a:gd name="T52" fmla="*/ 8591 w 454"/>
                  <a:gd name="T53" fmla="*/ 6217 h 282"/>
                  <a:gd name="T54" fmla="*/ 7635 w 454"/>
                  <a:gd name="T55" fmla="*/ 5989 h 282"/>
                  <a:gd name="T56" fmla="*/ 7473 w 454"/>
                  <a:gd name="T57" fmla="*/ 5358 h 282"/>
                  <a:gd name="T58" fmla="*/ 7527 w 454"/>
                  <a:gd name="T59" fmla="*/ 4220 h 282"/>
                  <a:gd name="T60" fmla="*/ 7635 w 454"/>
                  <a:gd name="T61" fmla="*/ 2358 h 282"/>
                  <a:gd name="T62" fmla="*/ 8533 w 454"/>
                  <a:gd name="T63" fmla="*/ 466 h 282"/>
                  <a:gd name="T64" fmla="*/ 8618 w 454"/>
                  <a:gd name="T65" fmla="*/ 434 h 282"/>
                  <a:gd name="T66" fmla="*/ 11523 w 454"/>
                  <a:gd name="T67" fmla="*/ 868 h 282"/>
                  <a:gd name="T68" fmla="*/ 12393 w 454"/>
                  <a:gd name="T69" fmla="*/ 1634 h 282"/>
                  <a:gd name="T70" fmla="*/ 12420 w 454"/>
                  <a:gd name="T71" fmla="*/ 1592 h 282"/>
                  <a:gd name="T72" fmla="*/ 10995 w 454"/>
                  <a:gd name="T73" fmla="*/ 466 h 282"/>
                  <a:gd name="T74" fmla="*/ 8425 w 454"/>
                  <a:gd name="T75" fmla="*/ 196 h 282"/>
                  <a:gd name="T76" fmla="*/ 7446 w 454"/>
                  <a:gd name="T77" fmla="*/ 994 h 282"/>
                  <a:gd name="T78" fmla="*/ 6729 w 454"/>
                  <a:gd name="T79" fmla="*/ 196 h 282"/>
                  <a:gd name="T80" fmla="*/ 4866 w 454"/>
                  <a:gd name="T81" fmla="*/ 196 h 282"/>
                  <a:gd name="T82" fmla="*/ 2787 w 454"/>
                  <a:gd name="T83" fmla="*/ 930 h 282"/>
                  <a:gd name="T84" fmla="*/ 1971 w 454"/>
                  <a:gd name="T85" fmla="*/ 1065 h 282"/>
                  <a:gd name="T86" fmla="*/ 0 w 454"/>
                  <a:gd name="T87" fmla="*/ 2058 h 282"/>
                  <a:gd name="T88" fmla="*/ 844 w 454"/>
                  <a:gd name="T89" fmla="*/ 1801 h 28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54" h="282">
                    <a:moveTo>
                      <a:pt x="31" y="54"/>
                    </a:moveTo>
                    <a:cubicBezTo>
                      <a:pt x="73" y="40"/>
                      <a:pt x="89" y="34"/>
                      <a:pt x="113" y="77"/>
                    </a:cubicBezTo>
                    <a:cubicBezTo>
                      <a:pt x="116" y="51"/>
                      <a:pt x="104" y="35"/>
                      <a:pt x="132" y="24"/>
                    </a:cubicBezTo>
                    <a:cubicBezTo>
                      <a:pt x="153" y="16"/>
                      <a:pt x="175" y="18"/>
                      <a:pt x="197" y="13"/>
                    </a:cubicBezTo>
                    <a:cubicBezTo>
                      <a:pt x="235" y="4"/>
                      <a:pt x="259" y="30"/>
                      <a:pt x="247" y="48"/>
                    </a:cubicBezTo>
                    <a:cubicBezTo>
                      <a:pt x="263" y="41"/>
                      <a:pt x="262" y="62"/>
                      <a:pt x="267" y="71"/>
                    </a:cubicBezTo>
                    <a:cubicBezTo>
                      <a:pt x="273" y="91"/>
                      <a:pt x="270" y="98"/>
                      <a:pt x="270" y="122"/>
                    </a:cubicBezTo>
                    <a:cubicBezTo>
                      <a:pt x="270" y="145"/>
                      <a:pt x="265" y="179"/>
                      <a:pt x="256" y="182"/>
                    </a:cubicBezTo>
                    <a:cubicBezTo>
                      <a:pt x="248" y="184"/>
                      <a:pt x="243" y="198"/>
                      <a:pt x="233" y="198"/>
                    </a:cubicBezTo>
                    <a:cubicBezTo>
                      <a:pt x="225" y="199"/>
                      <a:pt x="208" y="209"/>
                      <a:pt x="196" y="201"/>
                    </a:cubicBezTo>
                    <a:cubicBezTo>
                      <a:pt x="189" y="197"/>
                      <a:pt x="182" y="199"/>
                      <a:pt x="192" y="207"/>
                    </a:cubicBezTo>
                    <a:cubicBezTo>
                      <a:pt x="198" y="211"/>
                      <a:pt x="229" y="209"/>
                      <a:pt x="242" y="206"/>
                    </a:cubicBezTo>
                    <a:cubicBezTo>
                      <a:pt x="252" y="203"/>
                      <a:pt x="258" y="202"/>
                      <a:pt x="262" y="206"/>
                    </a:cubicBezTo>
                    <a:cubicBezTo>
                      <a:pt x="270" y="217"/>
                      <a:pt x="277" y="249"/>
                      <a:pt x="268" y="258"/>
                    </a:cubicBezTo>
                    <a:cubicBezTo>
                      <a:pt x="259" y="266"/>
                      <a:pt x="254" y="263"/>
                      <a:pt x="241" y="265"/>
                    </a:cubicBezTo>
                    <a:cubicBezTo>
                      <a:pt x="223" y="262"/>
                      <a:pt x="210" y="260"/>
                      <a:pt x="210" y="265"/>
                    </a:cubicBezTo>
                    <a:cubicBezTo>
                      <a:pt x="210" y="270"/>
                      <a:pt x="226" y="282"/>
                      <a:pt x="271" y="282"/>
                    </a:cubicBezTo>
                    <a:cubicBezTo>
                      <a:pt x="284" y="282"/>
                      <a:pt x="314" y="282"/>
                      <a:pt x="330" y="274"/>
                    </a:cubicBezTo>
                    <a:cubicBezTo>
                      <a:pt x="336" y="272"/>
                      <a:pt x="334" y="267"/>
                      <a:pt x="328" y="269"/>
                    </a:cubicBezTo>
                    <a:cubicBezTo>
                      <a:pt x="322" y="271"/>
                      <a:pt x="313" y="266"/>
                      <a:pt x="301" y="264"/>
                    </a:cubicBezTo>
                    <a:cubicBezTo>
                      <a:pt x="301" y="264"/>
                      <a:pt x="301" y="264"/>
                      <a:pt x="301" y="264"/>
                    </a:cubicBezTo>
                    <a:cubicBezTo>
                      <a:pt x="300" y="264"/>
                      <a:pt x="300" y="264"/>
                      <a:pt x="300" y="264"/>
                    </a:cubicBezTo>
                    <a:cubicBezTo>
                      <a:pt x="300" y="264"/>
                      <a:pt x="301" y="264"/>
                      <a:pt x="301" y="264"/>
                    </a:cubicBezTo>
                    <a:cubicBezTo>
                      <a:pt x="288" y="260"/>
                      <a:pt x="284" y="263"/>
                      <a:pt x="283" y="251"/>
                    </a:cubicBezTo>
                    <a:cubicBezTo>
                      <a:pt x="282" y="239"/>
                      <a:pt x="275" y="221"/>
                      <a:pt x="280" y="206"/>
                    </a:cubicBezTo>
                    <a:cubicBezTo>
                      <a:pt x="283" y="195"/>
                      <a:pt x="293" y="193"/>
                      <a:pt x="299" y="193"/>
                    </a:cubicBezTo>
                    <a:cubicBezTo>
                      <a:pt x="311" y="194"/>
                      <a:pt x="322" y="192"/>
                      <a:pt x="314" y="187"/>
                    </a:cubicBezTo>
                    <a:cubicBezTo>
                      <a:pt x="307" y="182"/>
                      <a:pt x="281" y="187"/>
                      <a:pt x="279" y="180"/>
                    </a:cubicBezTo>
                    <a:cubicBezTo>
                      <a:pt x="276" y="173"/>
                      <a:pt x="271" y="169"/>
                      <a:pt x="273" y="161"/>
                    </a:cubicBezTo>
                    <a:cubicBezTo>
                      <a:pt x="274" y="152"/>
                      <a:pt x="275" y="143"/>
                      <a:pt x="275" y="127"/>
                    </a:cubicBezTo>
                    <a:cubicBezTo>
                      <a:pt x="275" y="104"/>
                      <a:pt x="273" y="91"/>
                      <a:pt x="279" y="71"/>
                    </a:cubicBezTo>
                    <a:cubicBezTo>
                      <a:pt x="283" y="62"/>
                      <a:pt x="280" y="25"/>
                      <a:pt x="312" y="14"/>
                    </a:cubicBezTo>
                    <a:cubicBezTo>
                      <a:pt x="315" y="13"/>
                      <a:pt x="315" y="13"/>
                      <a:pt x="315" y="13"/>
                    </a:cubicBezTo>
                    <a:cubicBezTo>
                      <a:pt x="333" y="10"/>
                      <a:pt x="398" y="17"/>
                      <a:pt x="421" y="26"/>
                    </a:cubicBezTo>
                    <a:cubicBezTo>
                      <a:pt x="435" y="32"/>
                      <a:pt x="446" y="39"/>
                      <a:pt x="453" y="49"/>
                    </a:cubicBezTo>
                    <a:cubicBezTo>
                      <a:pt x="454" y="48"/>
                      <a:pt x="454" y="48"/>
                      <a:pt x="454" y="48"/>
                    </a:cubicBezTo>
                    <a:cubicBezTo>
                      <a:pt x="454" y="48"/>
                      <a:pt x="434" y="20"/>
                      <a:pt x="402" y="14"/>
                    </a:cubicBezTo>
                    <a:cubicBezTo>
                      <a:pt x="370" y="8"/>
                      <a:pt x="326" y="4"/>
                      <a:pt x="308" y="6"/>
                    </a:cubicBezTo>
                    <a:cubicBezTo>
                      <a:pt x="290" y="8"/>
                      <a:pt x="278" y="8"/>
                      <a:pt x="272" y="30"/>
                    </a:cubicBezTo>
                    <a:cubicBezTo>
                      <a:pt x="270" y="22"/>
                      <a:pt x="260" y="12"/>
                      <a:pt x="246" y="6"/>
                    </a:cubicBezTo>
                    <a:cubicBezTo>
                      <a:pt x="232" y="0"/>
                      <a:pt x="202" y="0"/>
                      <a:pt x="178" y="6"/>
                    </a:cubicBezTo>
                    <a:cubicBezTo>
                      <a:pt x="154" y="12"/>
                      <a:pt x="110" y="10"/>
                      <a:pt x="102" y="28"/>
                    </a:cubicBezTo>
                    <a:cubicBezTo>
                      <a:pt x="102" y="28"/>
                      <a:pt x="90" y="24"/>
                      <a:pt x="72" y="32"/>
                    </a:cubicBezTo>
                    <a:cubicBezTo>
                      <a:pt x="57" y="39"/>
                      <a:pt x="22" y="51"/>
                      <a:pt x="0" y="62"/>
                    </a:cubicBezTo>
                    <a:cubicBezTo>
                      <a:pt x="11" y="58"/>
                      <a:pt x="24" y="57"/>
                      <a:pt x="31" y="54"/>
                    </a:cubicBezTo>
                    <a:close/>
                  </a:path>
                </a:pathLst>
              </a:custGeom>
              <a:solidFill>
                <a:srgbClr val="B6A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82" name="Freeform 20">
                <a:extLst>
                  <a:ext uri="{FF2B5EF4-FFF2-40B4-BE49-F238E27FC236}">
                    <a16:creationId xmlns:a16="http://schemas.microsoft.com/office/drawing/2014/main" id="{D9F9BBE5-5D01-4407-BD04-F6413A8ED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770"/>
                <a:ext cx="60" cy="90"/>
              </a:xfrm>
              <a:custGeom>
                <a:avLst/>
                <a:gdLst>
                  <a:gd name="T0" fmla="*/ 81 w 20"/>
                  <a:gd name="T1" fmla="*/ 0 h 28"/>
                  <a:gd name="T2" fmla="*/ 54 w 20"/>
                  <a:gd name="T3" fmla="*/ 61 h 28"/>
                  <a:gd name="T4" fmla="*/ 0 w 20"/>
                  <a:gd name="T5" fmla="*/ 598 h 28"/>
                  <a:gd name="T6" fmla="*/ 0 w 20"/>
                  <a:gd name="T7" fmla="*/ 598 h 28"/>
                  <a:gd name="T8" fmla="*/ 27 w 20"/>
                  <a:gd name="T9" fmla="*/ 630 h 28"/>
                  <a:gd name="T10" fmla="*/ 27 w 20"/>
                  <a:gd name="T11" fmla="*/ 630 h 28"/>
                  <a:gd name="T12" fmla="*/ 243 w 20"/>
                  <a:gd name="T13" fmla="*/ 929 h 28"/>
                  <a:gd name="T14" fmla="*/ 486 w 20"/>
                  <a:gd name="T15" fmla="*/ 630 h 28"/>
                  <a:gd name="T16" fmla="*/ 540 w 20"/>
                  <a:gd name="T17" fmla="*/ 402 h 28"/>
                  <a:gd name="T18" fmla="*/ 486 w 20"/>
                  <a:gd name="T19" fmla="*/ 331 h 28"/>
                  <a:gd name="T20" fmla="*/ 378 w 20"/>
                  <a:gd name="T21" fmla="*/ 299 h 28"/>
                  <a:gd name="T22" fmla="*/ 135 w 20"/>
                  <a:gd name="T23" fmla="*/ 61 h 28"/>
                  <a:gd name="T24" fmla="*/ 81 w 20"/>
                  <a:gd name="T25" fmla="*/ 0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" h="28">
                    <a:moveTo>
                      <a:pt x="3" y="0"/>
                    </a:moveTo>
                    <a:cubicBezTo>
                      <a:pt x="3" y="0"/>
                      <a:pt x="2" y="1"/>
                      <a:pt x="2" y="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4"/>
                      <a:pt x="5" y="28"/>
                      <a:pt x="9" y="28"/>
                    </a:cubicBezTo>
                    <a:cubicBezTo>
                      <a:pt x="14" y="28"/>
                      <a:pt x="18" y="24"/>
                      <a:pt x="18" y="19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1"/>
                      <a:pt x="19" y="10"/>
                      <a:pt x="18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8" y="8"/>
                      <a:pt x="6" y="7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83" name="Oval 21">
                <a:extLst>
                  <a:ext uri="{FF2B5EF4-FFF2-40B4-BE49-F238E27FC236}">
                    <a16:creationId xmlns:a16="http://schemas.microsoft.com/office/drawing/2014/main" id="{7570F7D8-9807-44F1-84E0-8402DD2D4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1809"/>
                <a:ext cx="45" cy="45"/>
              </a:xfrm>
              <a:prstGeom prst="ellipse">
                <a:avLst/>
              </a:prstGeom>
              <a:solidFill>
                <a:srgbClr val="F7BB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84" name="Oval 22">
                <a:extLst>
                  <a:ext uri="{FF2B5EF4-FFF2-40B4-BE49-F238E27FC236}">
                    <a16:creationId xmlns:a16="http://schemas.microsoft.com/office/drawing/2014/main" id="{C50A0CC1-7E5D-4191-89C8-57E998BEE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825"/>
                <a:ext cx="9" cy="13"/>
              </a:xfrm>
              <a:prstGeom prst="ellipse">
                <a:avLst/>
              </a:prstGeom>
              <a:solidFill>
                <a:srgbClr val="6D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85" name="Oval 23">
                <a:extLst>
                  <a:ext uri="{FF2B5EF4-FFF2-40B4-BE49-F238E27FC236}">
                    <a16:creationId xmlns:a16="http://schemas.microsoft.com/office/drawing/2014/main" id="{0AC8FF2B-E287-48C7-949E-142E4DD3A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5" y="1819"/>
                <a:ext cx="21" cy="25"/>
              </a:xfrm>
              <a:prstGeom prst="ellipse">
                <a:avLst/>
              </a:prstGeom>
              <a:solidFill>
                <a:srgbClr val="6D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86" name="Freeform 24">
                <a:extLst>
                  <a:ext uri="{FF2B5EF4-FFF2-40B4-BE49-F238E27FC236}">
                    <a16:creationId xmlns:a16="http://schemas.microsoft.com/office/drawing/2014/main" id="{B0201FC1-6DA9-4CA5-9156-3E1B59995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1777"/>
                <a:ext cx="48" cy="55"/>
              </a:xfrm>
              <a:custGeom>
                <a:avLst/>
                <a:gdLst>
                  <a:gd name="T0" fmla="*/ 189 w 16"/>
                  <a:gd name="T1" fmla="*/ 336 h 17"/>
                  <a:gd name="T2" fmla="*/ 405 w 16"/>
                  <a:gd name="T3" fmla="*/ 576 h 17"/>
                  <a:gd name="T4" fmla="*/ 432 w 16"/>
                  <a:gd name="T5" fmla="*/ 304 h 17"/>
                  <a:gd name="T6" fmla="*/ 27 w 16"/>
                  <a:gd name="T7" fmla="*/ 0 h 17"/>
                  <a:gd name="T8" fmla="*/ 27 w 16"/>
                  <a:gd name="T9" fmla="*/ 0 h 17"/>
                  <a:gd name="T10" fmla="*/ 0 w 16"/>
                  <a:gd name="T11" fmla="*/ 544 h 17"/>
                  <a:gd name="T12" fmla="*/ 0 w 16"/>
                  <a:gd name="T13" fmla="*/ 544 h 17"/>
                  <a:gd name="T14" fmla="*/ 189 w 16"/>
                  <a:gd name="T15" fmla="*/ 336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7">
                    <a:moveTo>
                      <a:pt x="7" y="10"/>
                    </a:moveTo>
                    <a:cubicBezTo>
                      <a:pt x="11" y="10"/>
                      <a:pt x="15" y="13"/>
                      <a:pt x="15" y="17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7" y="7"/>
                      <a:pt x="3" y="8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3"/>
                      <a:pt x="4" y="10"/>
                      <a:pt x="7" y="1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87" name="Freeform 25">
                <a:extLst>
                  <a:ext uri="{FF2B5EF4-FFF2-40B4-BE49-F238E27FC236}">
                    <a16:creationId xmlns:a16="http://schemas.microsoft.com/office/drawing/2014/main" id="{C3370FFD-6AF2-405C-8A97-8A79DDD66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783"/>
                <a:ext cx="58" cy="81"/>
              </a:xfrm>
              <a:custGeom>
                <a:avLst/>
                <a:gdLst>
                  <a:gd name="T0" fmla="*/ 485 w 19"/>
                  <a:gd name="T1" fmla="*/ 32 h 25"/>
                  <a:gd name="T2" fmla="*/ 55 w 19"/>
                  <a:gd name="T3" fmla="*/ 243 h 25"/>
                  <a:gd name="T4" fmla="*/ 0 w 19"/>
                  <a:gd name="T5" fmla="*/ 272 h 25"/>
                  <a:gd name="T6" fmla="*/ 0 w 19"/>
                  <a:gd name="T7" fmla="*/ 473 h 25"/>
                  <a:gd name="T8" fmla="*/ 27 w 19"/>
                  <a:gd name="T9" fmla="*/ 515 h 25"/>
                  <a:gd name="T10" fmla="*/ 0 w 19"/>
                  <a:gd name="T11" fmla="*/ 544 h 25"/>
                  <a:gd name="T12" fmla="*/ 250 w 19"/>
                  <a:gd name="T13" fmla="*/ 849 h 25"/>
                  <a:gd name="T14" fmla="*/ 513 w 19"/>
                  <a:gd name="T15" fmla="*/ 544 h 25"/>
                  <a:gd name="T16" fmla="*/ 513 w 19"/>
                  <a:gd name="T17" fmla="*/ 577 h 25"/>
                  <a:gd name="T18" fmla="*/ 540 w 19"/>
                  <a:gd name="T19" fmla="*/ 62 h 25"/>
                  <a:gd name="T20" fmla="*/ 513 w 19"/>
                  <a:gd name="T21" fmla="*/ 32 h 25"/>
                  <a:gd name="T22" fmla="*/ 485 w 19"/>
                  <a:gd name="T23" fmla="*/ 32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25">
                    <a:moveTo>
                      <a:pt x="17" y="1"/>
                    </a:moveTo>
                    <a:cubicBezTo>
                      <a:pt x="11" y="6"/>
                      <a:pt x="7" y="6"/>
                      <a:pt x="2" y="7"/>
                    </a:cubicBezTo>
                    <a:cubicBezTo>
                      <a:pt x="1" y="7"/>
                      <a:pt x="0" y="7"/>
                      <a:pt x="0" y="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0" y="21"/>
                      <a:pt x="4" y="25"/>
                      <a:pt x="9" y="25"/>
                    </a:cubicBezTo>
                    <a:cubicBezTo>
                      <a:pt x="14" y="25"/>
                      <a:pt x="18" y="21"/>
                      <a:pt x="18" y="16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2"/>
                      <a:pt x="19" y="2"/>
                      <a:pt x="19" y="2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8" y="0"/>
                      <a:pt x="17" y="1"/>
                      <a:pt x="1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88" name="Oval 26">
                <a:extLst>
                  <a:ext uri="{FF2B5EF4-FFF2-40B4-BE49-F238E27FC236}">
                    <a16:creationId xmlns:a16="http://schemas.microsoft.com/office/drawing/2014/main" id="{9DB74ABA-0F9B-42C0-BF15-F8AD0AD68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1812"/>
                <a:ext cx="43" cy="45"/>
              </a:xfrm>
              <a:prstGeom prst="ellipse">
                <a:avLst/>
              </a:prstGeom>
              <a:solidFill>
                <a:srgbClr val="F7BB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89" name="Oval 27">
                <a:extLst>
                  <a:ext uri="{FF2B5EF4-FFF2-40B4-BE49-F238E27FC236}">
                    <a16:creationId xmlns:a16="http://schemas.microsoft.com/office/drawing/2014/main" id="{5FC42FB1-5BD7-499A-951C-459FA04A5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7" y="1832"/>
                <a:ext cx="13" cy="9"/>
              </a:xfrm>
              <a:prstGeom prst="ellipse">
                <a:avLst/>
              </a:prstGeom>
              <a:solidFill>
                <a:srgbClr val="6D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90" name="Oval 28">
                <a:extLst>
                  <a:ext uri="{FF2B5EF4-FFF2-40B4-BE49-F238E27FC236}">
                    <a16:creationId xmlns:a16="http://schemas.microsoft.com/office/drawing/2014/main" id="{21BF895F-4A97-45E1-847F-F5DB7CA5A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1825"/>
                <a:ext cx="25" cy="23"/>
              </a:xfrm>
              <a:prstGeom prst="ellipse">
                <a:avLst/>
              </a:prstGeom>
              <a:solidFill>
                <a:srgbClr val="6D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91" name="Freeform 29">
                <a:extLst>
                  <a:ext uri="{FF2B5EF4-FFF2-40B4-BE49-F238E27FC236}">
                    <a16:creationId xmlns:a16="http://schemas.microsoft.com/office/drawing/2014/main" id="{39BB063B-F090-41C2-A064-7D624DCA3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790"/>
                <a:ext cx="49" cy="45"/>
              </a:xfrm>
              <a:custGeom>
                <a:avLst/>
                <a:gdLst>
                  <a:gd name="T0" fmla="*/ 459 w 16"/>
                  <a:gd name="T1" fmla="*/ 0 h 14"/>
                  <a:gd name="T2" fmla="*/ 0 w 16"/>
                  <a:gd name="T3" fmla="*/ 196 h 14"/>
                  <a:gd name="T4" fmla="*/ 0 w 16"/>
                  <a:gd name="T5" fmla="*/ 402 h 14"/>
                  <a:gd name="T6" fmla="*/ 0 w 16"/>
                  <a:gd name="T7" fmla="*/ 434 h 14"/>
                  <a:gd name="T8" fmla="*/ 196 w 16"/>
                  <a:gd name="T9" fmla="*/ 238 h 14"/>
                  <a:gd name="T10" fmla="*/ 404 w 16"/>
                  <a:gd name="T11" fmla="*/ 466 h 14"/>
                  <a:gd name="T12" fmla="*/ 459 w 16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6" y="0"/>
                    </a:moveTo>
                    <a:cubicBezTo>
                      <a:pt x="10" y="5"/>
                      <a:pt x="6" y="6"/>
                      <a:pt x="0" y="6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0"/>
                      <a:pt x="4" y="7"/>
                      <a:pt x="7" y="7"/>
                    </a:cubicBezTo>
                    <a:cubicBezTo>
                      <a:pt x="11" y="7"/>
                      <a:pt x="14" y="10"/>
                      <a:pt x="14" y="14"/>
                    </a:cubicBezTo>
                    <a:cubicBezTo>
                      <a:pt x="16" y="9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92" name="Freeform 30">
                <a:extLst>
                  <a:ext uri="{FF2B5EF4-FFF2-40B4-BE49-F238E27FC236}">
                    <a16:creationId xmlns:a16="http://schemas.microsoft.com/office/drawing/2014/main" id="{FD5A96BA-1C2D-4B60-B7D8-7CD6B4DE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1529"/>
                <a:ext cx="69" cy="74"/>
              </a:xfrm>
              <a:custGeom>
                <a:avLst/>
                <a:gdLst>
                  <a:gd name="T0" fmla="*/ 216 w 23"/>
                  <a:gd name="T1" fmla="*/ 32 h 23"/>
                  <a:gd name="T2" fmla="*/ 81 w 23"/>
                  <a:gd name="T3" fmla="*/ 299 h 23"/>
                  <a:gd name="T4" fmla="*/ 0 w 23"/>
                  <a:gd name="T5" fmla="*/ 467 h 23"/>
                  <a:gd name="T6" fmla="*/ 243 w 23"/>
                  <a:gd name="T7" fmla="*/ 766 h 23"/>
                  <a:gd name="T8" fmla="*/ 459 w 23"/>
                  <a:gd name="T9" fmla="*/ 528 h 23"/>
                  <a:gd name="T10" fmla="*/ 459 w 23"/>
                  <a:gd name="T11" fmla="*/ 528 h 23"/>
                  <a:gd name="T12" fmla="*/ 594 w 23"/>
                  <a:gd name="T13" fmla="*/ 270 h 23"/>
                  <a:gd name="T14" fmla="*/ 621 w 23"/>
                  <a:gd name="T15" fmla="*/ 238 h 23"/>
                  <a:gd name="T16" fmla="*/ 594 w 23"/>
                  <a:gd name="T17" fmla="*/ 196 h 23"/>
                  <a:gd name="T18" fmla="*/ 567 w 23"/>
                  <a:gd name="T19" fmla="*/ 196 h 23"/>
                  <a:gd name="T20" fmla="*/ 297 w 23"/>
                  <a:gd name="T21" fmla="*/ 103 h 23"/>
                  <a:gd name="T22" fmla="*/ 270 w 23"/>
                  <a:gd name="T23" fmla="*/ 32 h 23"/>
                  <a:gd name="T24" fmla="*/ 243 w 23"/>
                  <a:gd name="T25" fmla="*/ 0 h 23"/>
                  <a:gd name="T26" fmla="*/ 216 w 23"/>
                  <a:gd name="T27" fmla="*/ 32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23">
                    <a:moveTo>
                      <a:pt x="8" y="1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1" y="10"/>
                      <a:pt x="0" y="12"/>
                      <a:pt x="0" y="14"/>
                    </a:cubicBezTo>
                    <a:cubicBezTo>
                      <a:pt x="0" y="19"/>
                      <a:pt x="4" y="23"/>
                      <a:pt x="9" y="23"/>
                    </a:cubicBezTo>
                    <a:cubicBezTo>
                      <a:pt x="13" y="23"/>
                      <a:pt x="16" y="20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3" y="8"/>
                      <a:pt x="23" y="7"/>
                      <a:pt x="23" y="7"/>
                    </a:cubicBezTo>
                    <a:cubicBezTo>
                      <a:pt x="23" y="7"/>
                      <a:pt x="23" y="7"/>
                      <a:pt x="22" y="6"/>
                    </a:cubicBezTo>
                    <a:cubicBezTo>
                      <a:pt x="22" y="6"/>
                      <a:pt x="22" y="6"/>
                      <a:pt x="21" y="6"/>
                    </a:cubicBezTo>
                    <a:cubicBezTo>
                      <a:pt x="19" y="6"/>
                      <a:pt x="12" y="5"/>
                      <a:pt x="11" y="3"/>
                    </a:cubicBezTo>
                    <a:cubicBezTo>
                      <a:pt x="11" y="3"/>
                      <a:pt x="10" y="1"/>
                      <a:pt x="10" y="1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8" y="0"/>
                      <a:pt x="8" y="0"/>
                      <a:pt x="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93" name="Oval 31">
                <a:extLst>
                  <a:ext uri="{FF2B5EF4-FFF2-40B4-BE49-F238E27FC236}">
                    <a16:creationId xmlns:a16="http://schemas.microsoft.com/office/drawing/2014/main" id="{A1FCA333-7BC2-41D6-845E-4F84A99D6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0" y="1552"/>
                <a:ext cx="42" cy="45"/>
              </a:xfrm>
              <a:prstGeom prst="ellipse">
                <a:avLst/>
              </a:prstGeom>
              <a:solidFill>
                <a:srgbClr val="F7BB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94" name="Oval 32">
                <a:extLst>
                  <a:ext uri="{FF2B5EF4-FFF2-40B4-BE49-F238E27FC236}">
                    <a16:creationId xmlns:a16="http://schemas.microsoft.com/office/drawing/2014/main" id="{D2DCB3DC-E250-4480-94BA-E9544292B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5" y="1571"/>
                <a:ext cx="12" cy="10"/>
              </a:xfrm>
              <a:prstGeom prst="ellipse">
                <a:avLst/>
              </a:prstGeom>
              <a:solidFill>
                <a:srgbClr val="6D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95" name="Oval 33">
                <a:extLst>
                  <a:ext uri="{FF2B5EF4-FFF2-40B4-BE49-F238E27FC236}">
                    <a16:creationId xmlns:a16="http://schemas.microsoft.com/office/drawing/2014/main" id="{26234068-DDA8-4FF4-82E0-BD18B4FC4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565"/>
                <a:ext cx="24" cy="22"/>
              </a:xfrm>
              <a:prstGeom prst="ellipse">
                <a:avLst/>
              </a:prstGeom>
              <a:solidFill>
                <a:srgbClr val="6D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96" name="Freeform 34">
                <a:extLst>
                  <a:ext uri="{FF2B5EF4-FFF2-40B4-BE49-F238E27FC236}">
                    <a16:creationId xmlns:a16="http://schemas.microsoft.com/office/drawing/2014/main" id="{71BE9341-4229-4BE7-9E62-0CE390AFB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532"/>
                <a:ext cx="51" cy="45"/>
              </a:xfrm>
              <a:custGeom>
                <a:avLst/>
                <a:gdLst>
                  <a:gd name="T0" fmla="*/ 324 w 17"/>
                  <a:gd name="T1" fmla="*/ 434 h 14"/>
                  <a:gd name="T2" fmla="*/ 324 w 17"/>
                  <a:gd name="T3" fmla="*/ 466 h 14"/>
                  <a:gd name="T4" fmla="*/ 459 w 17"/>
                  <a:gd name="T5" fmla="*/ 196 h 14"/>
                  <a:gd name="T6" fmla="*/ 162 w 17"/>
                  <a:gd name="T7" fmla="*/ 61 h 14"/>
                  <a:gd name="T8" fmla="*/ 135 w 17"/>
                  <a:gd name="T9" fmla="*/ 0 h 14"/>
                  <a:gd name="T10" fmla="*/ 0 w 17"/>
                  <a:gd name="T11" fmla="*/ 270 h 14"/>
                  <a:gd name="T12" fmla="*/ 135 w 17"/>
                  <a:gd name="T13" fmla="*/ 196 h 14"/>
                  <a:gd name="T14" fmla="*/ 324 w 17"/>
                  <a:gd name="T15" fmla="*/ 434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4">
                    <a:moveTo>
                      <a:pt x="12" y="13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1" y="6"/>
                      <a:pt x="6" y="5"/>
                      <a:pt x="6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3" y="6"/>
                      <a:pt x="5" y="6"/>
                    </a:cubicBezTo>
                    <a:cubicBezTo>
                      <a:pt x="9" y="6"/>
                      <a:pt x="12" y="9"/>
                      <a:pt x="12" y="1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97" name="Freeform 35">
                <a:extLst>
                  <a:ext uri="{FF2B5EF4-FFF2-40B4-BE49-F238E27FC236}">
                    <a16:creationId xmlns:a16="http://schemas.microsoft.com/office/drawing/2014/main" id="{9E642283-6134-4C1E-94AC-4C880B96C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520"/>
                <a:ext cx="61" cy="83"/>
              </a:xfrm>
              <a:custGeom>
                <a:avLst/>
                <a:gdLst>
                  <a:gd name="T0" fmla="*/ 400 w 20"/>
                  <a:gd name="T1" fmla="*/ 0 h 26"/>
                  <a:gd name="T2" fmla="*/ 345 w 20"/>
                  <a:gd name="T3" fmla="*/ 32 h 26"/>
                  <a:gd name="T4" fmla="*/ 223 w 20"/>
                  <a:gd name="T5" fmla="*/ 223 h 26"/>
                  <a:gd name="T6" fmla="*/ 0 w 20"/>
                  <a:gd name="T7" fmla="*/ 386 h 26"/>
                  <a:gd name="T8" fmla="*/ 0 w 20"/>
                  <a:gd name="T9" fmla="*/ 428 h 26"/>
                  <a:gd name="T10" fmla="*/ 82 w 20"/>
                  <a:gd name="T11" fmla="*/ 623 h 26"/>
                  <a:gd name="T12" fmla="*/ 82 w 20"/>
                  <a:gd name="T13" fmla="*/ 623 h 26"/>
                  <a:gd name="T14" fmla="*/ 317 w 20"/>
                  <a:gd name="T15" fmla="*/ 846 h 26"/>
                  <a:gd name="T16" fmla="*/ 567 w 20"/>
                  <a:gd name="T17" fmla="*/ 549 h 26"/>
                  <a:gd name="T18" fmla="*/ 540 w 20"/>
                  <a:gd name="T19" fmla="*/ 488 h 26"/>
                  <a:gd name="T20" fmla="*/ 454 w 20"/>
                  <a:gd name="T21" fmla="*/ 61 h 26"/>
                  <a:gd name="T22" fmla="*/ 454 w 20"/>
                  <a:gd name="T23" fmla="*/ 32 h 26"/>
                  <a:gd name="T24" fmla="*/ 427 w 20"/>
                  <a:gd name="T25" fmla="*/ 32 h 26"/>
                  <a:gd name="T26" fmla="*/ 400 w 20"/>
                  <a:gd name="T27" fmla="*/ 0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26">
                    <a:moveTo>
                      <a:pt x="14" y="0"/>
                    </a:moveTo>
                    <a:cubicBezTo>
                      <a:pt x="13" y="0"/>
                      <a:pt x="13" y="0"/>
                      <a:pt x="12" y="1"/>
                    </a:cubicBezTo>
                    <a:cubicBezTo>
                      <a:pt x="11" y="5"/>
                      <a:pt x="9" y="6"/>
                      <a:pt x="8" y="7"/>
                    </a:cubicBezTo>
                    <a:cubicBezTo>
                      <a:pt x="5" y="7"/>
                      <a:pt x="2" y="10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3"/>
                      <a:pt x="7" y="26"/>
                      <a:pt x="11" y="26"/>
                    </a:cubicBezTo>
                    <a:cubicBezTo>
                      <a:pt x="16" y="26"/>
                      <a:pt x="20" y="22"/>
                      <a:pt x="20" y="17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0" y="15"/>
                      <a:pt x="16" y="6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4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98" name="Oval 36">
                <a:extLst>
                  <a:ext uri="{FF2B5EF4-FFF2-40B4-BE49-F238E27FC236}">
                    <a16:creationId xmlns:a16="http://schemas.microsoft.com/office/drawing/2014/main" id="{AECFE03E-219F-4990-BBA5-265D9B2DF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1552"/>
                <a:ext cx="43" cy="45"/>
              </a:xfrm>
              <a:prstGeom prst="ellipse">
                <a:avLst/>
              </a:prstGeom>
              <a:solidFill>
                <a:srgbClr val="F7BB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99" name="Oval 37">
                <a:extLst>
                  <a:ext uri="{FF2B5EF4-FFF2-40B4-BE49-F238E27FC236}">
                    <a16:creationId xmlns:a16="http://schemas.microsoft.com/office/drawing/2014/main" id="{BB297051-D7D4-4629-9676-7BDF6F545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7" y="1571"/>
                <a:ext cx="13" cy="10"/>
              </a:xfrm>
              <a:prstGeom prst="ellipse">
                <a:avLst/>
              </a:prstGeom>
              <a:solidFill>
                <a:srgbClr val="6D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00" name="Oval 38">
                <a:extLst>
                  <a:ext uri="{FF2B5EF4-FFF2-40B4-BE49-F238E27FC236}">
                    <a16:creationId xmlns:a16="http://schemas.microsoft.com/office/drawing/2014/main" id="{9DEBE2CE-C6BC-412C-A586-BF4FCDA41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1565"/>
                <a:ext cx="25" cy="22"/>
              </a:xfrm>
              <a:prstGeom prst="ellipse">
                <a:avLst/>
              </a:prstGeom>
              <a:solidFill>
                <a:srgbClr val="6D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01" name="Freeform 39">
                <a:extLst>
                  <a:ext uri="{FF2B5EF4-FFF2-40B4-BE49-F238E27FC236}">
                    <a16:creationId xmlns:a16="http://schemas.microsoft.com/office/drawing/2014/main" id="{05F7DE64-C060-4B7B-86D4-F44D5F734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523"/>
                <a:ext cx="52" cy="58"/>
              </a:xfrm>
              <a:custGeom>
                <a:avLst/>
                <a:gdLst>
                  <a:gd name="T0" fmla="*/ 196 w 17"/>
                  <a:gd name="T1" fmla="*/ 238 h 18"/>
                  <a:gd name="T2" fmla="*/ 0 w 17"/>
                  <a:gd name="T3" fmla="*/ 406 h 18"/>
                  <a:gd name="T4" fmla="*/ 86 w 17"/>
                  <a:gd name="T5" fmla="*/ 603 h 18"/>
                  <a:gd name="T6" fmla="*/ 86 w 17"/>
                  <a:gd name="T7" fmla="*/ 603 h 18"/>
                  <a:gd name="T8" fmla="*/ 86 w 17"/>
                  <a:gd name="T9" fmla="*/ 541 h 18"/>
                  <a:gd name="T10" fmla="*/ 291 w 17"/>
                  <a:gd name="T11" fmla="*/ 300 h 18"/>
                  <a:gd name="T12" fmla="*/ 486 w 17"/>
                  <a:gd name="T13" fmla="*/ 499 h 18"/>
                  <a:gd name="T14" fmla="*/ 486 w 17"/>
                  <a:gd name="T15" fmla="*/ 499 h 18"/>
                  <a:gd name="T16" fmla="*/ 373 w 17"/>
                  <a:gd name="T17" fmla="*/ 32 h 18"/>
                  <a:gd name="T18" fmla="*/ 373 w 17"/>
                  <a:gd name="T19" fmla="*/ 0 h 18"/>
                  <a:gd name="T20" fmla="*/ 196 w 17"/>
                  <a:gd name="T21" fmla="*/ 238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7" y="7"/>
                    </a:moveTo>
                    <a:cubicBezTo>
                      <a:pt x="5" y="8"/>
                      <a:pt x="3" y="10"/>
                      <a:pt x="0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7"/>
                      <a:pt x="3" y="17"/>
                      <a:pt x="3" y="16"/>
                    </a:cubicBezTo>
                    <a:cubicBezTo>
                      <a:pt x="3" y="12"/>
                      <a:pt x="6" y="9"/>
                      <a:pt x="10" y="9"/>
                    </a:cubicBezTo>
                    <a:cubicBezTo>
                      <a:pt x="13" y="9"/>
                      <a:pt x="16" y="12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4" y="5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4"/>
                      <a:pt x="9" y="6"/>
                      <a:pt x="7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02" name="Freeform 40">
                <a:extLst>
                  <a:ext uri="{FF2B5EF4-FFF2-40B4-BE49-F238E27FC236}">
                    <a16:creationId xmlns:a16="http://schemas.microsoft.com/office/drawing/2014/main" id="{825C3A1C-9CEC-4993-AC86-768B21468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3111"/>
                <a:ext cx="187" cy="129"/>
              </a:xfrm>
              <a:custGeom>
                <a:avLst/>
                <a:gdLst>
                  <a:gd name="T0" fmla="*/ 1701 w 62"/>
                  <a:gd name="T1" fmla="*/ 0 h 40"/>
                  <a:gd name="T2" fmla="*/ 0 w 62"/>
                  <a:gd name="T3" fmla="*/ 603 h 40"/>
                  <a:gd name="T4" fmla="*/ 600 w 62"/>
                  <a:gd name="T5" fmla="*/ 1342 h 40"/>
                  <a:gd name="T6" fmla="*/ 600 w 62"/>
                  <a:gd name="T7" fmla="*/ 1342 h 40"/>
                  <a:gd name="T8" fmla="*/ 1701 w 6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0">
                    <a:moveTo>
                      <a:pt x="62" y="0"/>
                    </a:moveTo>
                    <a:cubicBezTo>
                      <a:pt x="47" y="14"/>
                      <a:pt x="22" y="22"/>
                      <a:pt x="0" y="18"/>
                    </a:cubicBezTo>
                    <a:cubicBezTo>
                      <a:pt x="10" y="21"/>
                      <a:pt x="24" y="31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32" y="24"/>
                      <a:pt x="58" y="19"/>
                      <a:pt x="62" y="0"/>
                    </a:cubicBezTo>
                    <a:close/>
                  </a:path>
                </a:pathLst>
              </a:custGeom>
              <a:solidFill>
                <a:srgbClr val="B6A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03" name="Freeform 41">
                <a:extLst>
                  <a:ext uri="{FF2B5EF4-FFF2-40B4-BE49-F238E27FC236}">
                    <a16:creationId xmlns:a16="http://schemas.microsoft.com/office/drawing/2014/main" id="{02171923-69F2-41F0-B9CA-8203A1BC79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66" y="3105"/>
                <a:ext cx="199" cy="141"/>
              </a:xfrm>
              <a:custGeom>
                <a:avLst/>
                <a:gdLst>
                  <a:gd name="T0" fmla="*/ 1728 w 66"/>
                  <a:gd name="T1" fmla="*/ 0 h 44"/>
                  <a:gd name="T2" fmla="*/ 54 w 66"/>
                  <a:gd name="T3" fmla="*/ 625 h 44"/>
                  <a:gd name="T4" fmla="*/ 27 w 66"/>
                  <a:gd name="T5" fmla="*/ 657 h 44"/>
                  <a:gd name="T6" fmla="*/ 54 w 66"/>
                  <a:gd name="T7" fmla="*/ 689 h 44"/>
                  <a:gd name="T8" fmla="*/ 600 w 66"/>
                  <a:gd name="T9" fmla="*/ 1388 h 44"/>
                  <a:gd name="T10" fmla="*/ 627 w 66"/>
                  <a:gd name="T11" fmla="*/ 1448 h 44"/>
                  <a:gd name="T12" fmla="*/ 681 w 66"/>
                  <a:gd name="T13" fmla="*/ 1416 h 44"/>
                  <a:gd name="T14" fmla="*/ 1209 w 66"/>
                  <a:gd name="T15" fmla="*/ 852 h 44"/>
                  <a:gd name="T16" fmla="*/ 1809 w 66"/>
                  <a:gd name="T17" fmla="*/ 61 h 44"/>
                  <a:gd name="T18" fmla="*/ 1782 w 66"/>
                  <a:gd name="T19" fmla="*/ 0 h 44"/>
                  <a:gd name="T20" fmla="*/ 1728 w 66"/>
                  <a:gd name="T21" fmla="*/ 0 h 44"/>
                  <a:gd name="T22" fmla="*/ 54 w 66"/>
                  <a:gd name="T23" fmla="*/ 689 h 44"/>
                  <a:gd name="T24" fmla="*/ 54 w 66"/>
                  <a:gd name="T25" fmla="*/ 731 h 44"/>
                  <a:gd name="T26" fmla="*/ 54 w 66"/>
                  <a:gd name="T27" fmla="*/ 689 h 44"/>
                  <a:gd name="T28" fmla="*/ 1673 w 66"/>
                  <a:gd name="T29" fmla="*/ 195 h 44"/>
                  <a:gd name="T30" fmla="*/ 1155 w 66"/>
                  <a:gd name="T31" fmla="*/ 792 h 44"/>
                  <a:gd name="T32" fmla="*/ 681 w 66"/>
                  <a:gd name="T33" fmla="*/ 1253 h 44"/>
                  <a:gd name="T34" fmla="*/ 302 w 66"/>
                  <a:gd name="T35" fmla="*/ 731 h 44"/>
                  <a:gd name="T36" fmla="*/ 1673 w 66"/>
                  <a:gd name="T37" fmla="*/ 195 h 44"/>
                  <a:gd name="T38" fmla="*/ 681 w 66"/>
                  <a:gd name="T39" fmla="*/ 1388 h 44"/>
                  <a:gd name="T40" fmla="*/ 681 w 66"/>
                  <a:gd name="T41" fmla="*/ 1388 h 44"/>
                  <a:gd name="T42" fmla="*/ 681 w 66"/>
                  <a:gd name="T43" fmla="*/ 1388 h 44"/>
                  <a:gd name="T44" fmla="*/ 681 w 66"/>
                  <a:gd name="T45" fmla="*/ 1388 h 4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6" h="44">
                    <a:moveTo>
                      <a:pt x="63" y="0"/>
                    </a:moveTo>
                    <a:cubicBezTo>
                      <a:pt x="48" y="15"/>
                      <a:pt x="23" y="22"/>
                      <a:pt x="2" y="19"/>
                    </a:cubicBezTo>
                    <a:cubicBezTo>
                      <a:pt x="1" y="18"/>
                      <a:pt x="1" y="19"/>
                      <a:pt x="1" y="20"/>
                    </a:cubicBezTo>
                    <a:cubicBezTo>
                      <a:pt x="0" y="20"/>
                      <a:pt x="1" y="21"/>
                      <a:pt x="2" y="21"/>
                    </a:cubicBezTo>
                    <a:cubicBezTo>
                      <a:pt x="11" y="24"/>
                      <a:pt x="24" y="34"/>
                      <a:pt x="22" y="42"/>
                    </a:cubicBezTo>
                    <a:cubicBezTo>
                      <a:pt x="22" y="42"/>
                      <a:pt x="23" y="43"/>
                      <a:pt x="23" y="44"/>
                    </a:cubicBezTo>
                    <a:cubicBezTo>
                      <a:pt x="24" y="44"/>
                      <a:pt x="25" y="44"/>
                      <a:pt x="25" y="43"/>
                    </a:cubicBezTo>
                    <a:cubicBezTo>
                      <a:pt x="30" y="36"/>
                      <a:pt x="37" y="31"/>
                      <a:pt x="44" y="26"/>
                    </a:cubicBezTo>
                    <a:cubicBezTo>
                      <a:pt x="53" y="20"/>
                      <a:pt x="63" y="13"/>
                      <a:pt x="66" y="2"/>
                    </a:cubicBezTo>
                    <a:cubicBezTo>
                      <a:pt x="66" y="1"/>
                      <a:pt x="66" y="1"/>
                      <a:pt x="65" y="0"/>
                    </a:cubicBezTo>
                    <a:cubicBezTo>
                      <a:pt x="65" y="0"/>
                      <a:pt x="64" y="0"/>
                      <a:pt x="63" y="0"/>
                    </a:cubicBezTo>
                    <a:close/>
                    <a:moveTo>
                      <a:pt x="2" y="21"/>
                    </a:moveTo>
                    <a:cubicBezTo>
                      <a:pt x="2" y="22"/>
                      <a:pt x="2" y="21"/>
                      <a:pt x="2" y="22"/>
                    </a:cubicBezTo>
                    <a:cubicBezTo>
                      <a:pt x="2" y="22"/>
                      <a:pt x="2" y="22"/>
                      <a:pt x="2" y="21"/>
                    </a:cubicBezTo>
                    <a:close/>
                    <a:moveTo>
                      <a:pt x="61" y="6"/>
                    </a:moveTo>
                    <a:cubicBezTo>
                      <a:pt x="57" y="13"/>
                      <a:pt x="50" y="18"/>
                      <a:pt x="42" y="24"/>
                    </a:cubicBezTo>
                    <a:cubicBezTo>
                      <a:pt x="36" y="28"/>
                      <a:pt x="30" y="32"/>
                      <a:pt x="25" y="38"/>
                    </a:cubicBezTo>
                    <a:cubicBezTo>
                      <a:pt x="24" y="32"/>
                      <a:pt x="18" y="26"/>
                      <a:pt x="11" y="22"/>
                    </a:cubicBezTo>
                    <a:cubicBezTo>
                      <a:pt x="28" y="23"/>
                      <a:pt x="47" y="17"/>
                      <a:pt x="61" y="6"/>
                    </a:cubicBezTo>
                    <a:close/>
                    <a:moveTo>
                      <a:pt x="25" y="42"/>
                    </a:moveTo>
                    <a:cubicBezTo>
                      <a:pt x="25" y="42"/>
                      <a:pt x="25" y="42"/>
                      <a:pt x="25" y="42"/>
                    </a:cubicBezTo>
                    <a:cubicBezTo>
                      <a:pt x="25" y="42"/>
                      <a:pt x="25" y="42"/>
                      <a:pt x="25" y="42"/>
                    </a:cubicBezTo>
                    <a:cubicBezTo>
                      <a:pt x="25" y="42"/>
                      <a:pt x="25" y="42"/>
                      <a:pt x="25" y="4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04" name="Freeform 42">
                <a:extLst>
                  <a:ext uri="{FF2B5EF4-FFF2-40B4-BE49-F238E27FC236}">
                    <a16:creationId xmlns:a16="http://schemas.microsoft.com/office/drawing/2014/main" id="{9076EDC2-5A72-4A57-89FF-E1EFC8A32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134"/>
                <a:ext cx="208" cy="170"/>
              </a:xfrm>
              <a:custGeom>
                <a:avLst/>
                <a:gdLst>
                  <a:gd name="T0" fmla="*/ 1890 w 69"/>
                  <a:gd name="T1" fmla="*/ 0 h 53"/>
                  <a:gd name="T2" fmla="*/ 600 w 69"/>
                  <a:gd name="T3" fmla="*/ 433 h 53"/>
                  <a:gd name="T4" fmla="*/ 27 w 69"/>
                  <a:gd name="T5" fmla="*/ 1748 h 53"/>
                  <a:gd name="T6" fmla="*/ 654 w 69"/>
                  <a:gd name="T7" fmla="*/ 629 h 53"/>
                  <a:gd name="T8" fmla="*/ 1890 w 69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53">
                    <a:moveTo>
                      <a:pt x="69" y="0"/>
                    </a:moveTo>
                    <a:cubicBezTo>
                      <a:pt x="61" y="5"/>
                      <a:pt x="36" y="11"/>
                      <a:pt x="22" y="13"/>
                    </a:cubicBezTo>
                    <a:cubicBezTo>
                      <a:pt x="8" y="15"/>
                      <a:pt x="0" y="25"/>
                      <a:pt x="1" y="53"/>
                    </a:cubicBezTo>
                    <a:cubicBezTo>
                      <a:pt x="2" y="39"/>
                      <a:pt x="11" y="22"/>
                      <a:pt x="24" y="19"/>
                    </a:cubicBezTo>
                    <a:cubicBezTo>
                      <a:pt x="37" y="16"/>
                      <a:pt x="60" y="8"/>
                      <a:pt x="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05" name="Freeform 43">
                <a:extLst>
                  <a:ext uri="{FF2B5EF4-FFF2-40B4-BE49-F238E27FC236}">
                    <a16:creationId xmlns:a16="http://schemas.microsoft.com/office/drawing/2014/main" id="{EBCB8A92-A5F0-423B-98C8-ACCDBAED7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574"/>
                <a:ext cx="102" cy="209"/>
              </a:xfrm>
              <a:custGeom>
                <a:avLst/>
                <a:gdLst>
                  <a:gd name="T0" fmla="*/ 918 w 34"/>
                  <a:gd name="T1" fmla="*/ 0 h 65"/>
                  <a:gd name="T2" fmla="*/ 54 w 34"/>
                  <a:gd name="T3" fmla="*/ 2161 h 65"/>
                  <a:gd name="T4" fmla="*/ 918 w 34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65">
                    <a:moveTo>
                      <a:pt x="34" y="0"/>
                    </a:moveTo>
                    <a:cubicBezTo>
                      <a:pt x="13" y="13"/>
                      <a:pt x="0" y="52"/>
                      <a:pt x="2" y="65"/>
                    </a:cubicBezTo>
                    <a:cubicBezTo>
                      <a:pt x="7" y="52"/>
                      <a:pt x="22" y="12"/>
                      <a:pt x="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06" name="Freeform 44">
                <a:extLst>
                  <a:ext uri="{FF2B5EF4-FFF2-40B4-BE49-F238E27FC236}">
                    <a16:creationId xmlns:a16="http://schemas.microsoft.com/office/drawing/2014/main" id="{2EBBF5F6-F4A6-44C0-96F2-40FEA5129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925"/>
                <a:ext cx="75" cy="206"/>
              </a:xfrm>
              <a:custGeom>
                <a:avLst/>
                <a:gdLst>
                  <a:gd name="T0" fmla="*/ 675 w 25"/>
                  <a:gd name="T1" fmla="*/ 0 h 64"/>
                  <a:gd name="T2" fmla="*/ 0 w 25"/>
                  <a:gd name="T3" fmla="*/ 2134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4">
                    <a:moveTo>
                      <a:pt x="25" y="0"/>
                    </a:moveTo>
                    <a:cubicBezTo>
                      <a:pt x="11" y="14"/>
                      <a:pt x="2" y="33"/>
                      <a:pt x="0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07" name="Freeform 45">
                <a:extLst>
                  <a:ext uri="{FF2B5EF4-FFF2-40B4-BE49-F238E27FC236}">
                    <a16:creationId xmlns:a16="http://schemas.microsoft.com/office/drawing/2014/main" id="{25E8104C-CA3E-45D6-ACBB-80E63E7EA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008"/>
                <a:ext cx="235" cy="216"/>
              </a:xfrm>
              <a:custGeom>
                <a:avLst/>
                <a:gdLst>
                  <a:gd name="T0" fmla="*/ 2133 w 78"/>
                  <a:gd name="T1" fmla="*/ 239 h 67"/>
                  <a:gd name="T2" fmla="*/ 410 w 78"/>
                  <a:gd name="T3" fmla="*/ 571 h 67"/>
                  <a:gd name="T4" fmla="*/ 0 w 78"/>
                  <a:gd name="T5" fmla="*/ 2244 h 67"/>
                  <a:gd name="T6" fmla="*/ 762 w 78"/>
                  <a:gd name="T7" fmla="*/ 500 h 67"/>
                  <a:gd name="T8" fmla="*/ 2133 w 78"/>
                  <a:gd name="T9" fmla="*/ 239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67">
                    <a:moveTo>
                      <a:pt x="78" y="7"/>
                    </a:moveTo>
                    <a:cubicBezTo>
                      <a:pt x="57" y="4"/>
                      <a:pt x="24" y="0"/>
                      <a:pt x="15" y="17"/>
                    </a:cubicBezTo>
                    <a:cubicBezTo>
                      <a:pt x="6" y="34"/>
                      <a:pt x="6" y="56"/>
                      <a:pt x="0" y="67"/>
                    </a:cubicBezTo>
                    <a:cubicBezTo>
                      <a:pt x="16" y="44"/>
                      <a:pt x="12" y="21"/>
                      <a:pt x="28" y="15"/>
                    </a:cubicBezTo>
                    <a:cubicBezTo>
                      <a:pt x="44" y="9"/>
                      <a:pt x="66" y="5"/>
                      <a:pt x="7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08" name="Freeform 46">
                <a:extLst>
                  <a:ext uri="{FF2B5EF4-FFF2-40B4-BE49-F238E27FC236}">
                    <a16:creationId xmlns:a16="http://schemas.microsoft.com/office/drawing/2014/main" id="{FDD12395-5F3E-49B2-A450-E7A067E6C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1156"/>
                <a:ext cx="93" cy="325"/>
              </a:xfrm>
              <a:custGeom>
                <a:avLst/>
                <a:gdLst>
                  <a:gd name="T0" fmla="*/ 837 w 31"/>
                  <a:gd name="T1" fmla="*/ 61 h 101"/>
                  <a:gd name="T2" fmla="*/ 54 w 31"/>
                  <a:gd name="T3" fmla="*/ 1129 h 101"/>
                  <a:gd name="T4" fmla="*/ 108 w 31"/>
                  <a:gd name="T5" fmla="*/ 3366 h 101"/>
                  <a:gd name="T6" fmla="*/ 189 w 31"/>
                  <a:gd name="T7" fmla="*/ 962 h 101"/>
                  <a:gd name="T8" fmla="*/ 837 w 31"/>
                  <a:gd name="T9" fmla="*/ 61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01">
                    <a:moveTo>
                      <a:pt x="31" y="2"/>
                    </a:moveTo>
                    <a:cubicBezTo>
                      <a:pt x="13" y="0"/>
                      <a:pt x="4" y="12"/>
                      <a:pt x="2" y="34"/>
                    </a:cubicBezTo>
                    <a:cubicBezTo>
                      <a:pt x="0" y="56"/>
                      <a:pt x="8" y="90"/>
                      <a:pt x="4" y="101"/>
                    </a:cubicBezTo>
                    <a:cubicBezTo>
                      <a:pt x="8" y="83"/>
                      <a:pt x="4" y="40"/>
                      <a:pt x="7" y="29"/>
                    </a:cubicBezTo>
                    <a:cubicBezTo>
                      <a:pt x="10" y="18"/>
                      <a:pt x="22" y="4"/>
                      <a:pt x="3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09" name="Freeform 47">
                <a:extLst>
                  <a:ext uri="{FF2B5EF4-FFF2-40B4-BE49-F238E27FC236}">
                    <a16:creationId xmlns:a16="http://schemas.microsoft.com/office/drawing/2014/main" id="{CAF594E4-A3E3-4046-A2E3-5BE03D67F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246"/>
                <a:ext cx="61" cy="68"/>
              </a:xfrm>
              <a:custGeom>
                <a:avLst/>
                <a:gdLst>
                  <a:gd name="T0" fmla="*/ 372 w 20"/>
                  <a:gd name="T1" fmla="*/ 0 h 21"/>
                  <a:gd name="T2" fmla="*/ 290 w 20"/>
                  <a:gd name="T3" fmla="*/ 408 h 21"/>
                  <a:gd name="T4" fmla="*/ 0 w 20"/>
                  <a:gd name="T5" fmla="*/ 680 h 21"/>
                  <a:gd name="T6" fmla="*/ 567 w 20"/>
                  <a:gd name="T7" fmla="*/ 680 h 21"/>
                  <a:gd name="T8" fmla="*/ 454 w 2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3" y="0"/>
                    </a:moveTo>
                    <a:cubicBezTo>
                      <a:pt x="14" y="4"/>
                      <a:pt x="12" y="9"/>
                      <a:pt x="10" y="12"/>
                    </a:cubicBezTo>
                    <a:cubicBezTo>
                      <a:pt x="7" y="15"/>
                      <a:pt x="3" y="16"/>
                      <a:pt x="0" y="20"/>
                    </a:cubicBezTo>
                    <a:cubicBezTo>
                      <a:pt x="6" y="21"/>
                      <a:pt x="15" y="15"/>
                      <a:pt x="20" y="20"/>
                    </a:cubicBezTo>
                    <a:cubicBezTo>
                      <a:pt x="16" y="14"/>
                      <a:pt x="14" y="6"/>
                      <a:pt x="16" y="0"/>
                    </a:cubicBezTo>
                  </a:path>
                </a:pathLst>
              </a:custGeom>
              <a:solidFill>
                <a:srgbClr val="ACA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10" name="Freeform 48">
                <a:extLst>
                  <a:ext uri="{FF2B5EF4-FFF2-40B4-BE49-F238E27FC236}">
                    <a16:creationId xmlns:a16="http://schemas.microsoft.com/office/drawing/2014/main" id="{CF20959E-221A-4618-B213-CCE428722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3311"/>
                <a:ext cx="66" cy="51"/>
              </a:xfrm>
              <a:custGeom>
                <a:avLst/>
                <a:gdLst>
                  <a:gd name="T0" fmla="*/ 0 w 22"/>
                  <a:gd name="T1" fmla="*/ 131 h 16"/>
                  <a:gd name="T2" fmla="*/ 162 w 22"/>
                  <a:gd name="T3" fmla="*/ 520 h 16"/>
                  <a:gd name="T4" fmla="*/ 594 w 22"/>
                  <a:gd name="T5" fmla="*/ 102 h 16"/>
                  <a:gd name="T6" fmla="*/ 189 w 22"/>
                  <a:gd name="T7" fmla="*/ 10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0" y="4"/>
                    </a:moveTo>
                    <a:cubicBezTo>
                      <a:pt x="4" y="7"/>
                      <a:pt x="4" y="11"/>
                      <a:pt x="6" y="16"/>
                    </a:cubicBezTo>
                    <a:cubicBezTo>
                      <a:pt x="6" y="6"/>
                      <a:pt x="19" y="9"/>
                      <a:pt x="22" y="3"/>
                    </a:cubicBezTo>
                    <a:cubicBezTo>
                      <a:pt x="18" y="0"/>
                      <a:pt x="11" y="4"/>
                      <a:pt x="7" y="3"/>
                    </a:cubicBezTo>
                  </a:path>
                </a:pathLst>
              </a:custGeom>
              <a:solidFill>
                <a:srgbClr val="ACA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11" name="Freeform 49">
                <a:extLst>
                  <a:ext uri="{FF2B5EF4-FFF2-40B4-BE49-F238E27FC236}">
                    <a16:creationId xmlns:a16="http://schemas.microsoft.com/office/drawing/2014/main" id="{E9B5A484-2A54-4F7F-AAE1-D88D15DB2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3044"/>
                <a:ext cx="36" cy="48"/>
              </a:xfrm>
              <a:custGeom>
                <a:avLst/>
                <a:gdLst>
                  <a:gd name="T0" fmla="*/ 54 w 12"/>
                  <a:gd name="T1" fmla="*/ 32 h 15"/>
                  <a:gd name="T2" fmla="*/ 162 w 12"/>
                  <a:gd name="T3" fmla="*/ 493 h 15"/>
                  <a:gd name="T4" fmla="*/ 324 w 12"/>
                  <a:gd name="T5" fmla="*/ 195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2" y="1"/>
                    </a:moveTo>
                    <a:cubicBezTo>
                      <a:pt x="6" y="5"/>
                      <a:pt x="6" y="11"/>
                      <a:pt x="6" y="15"/>
                    </a:cubicBezTo>
                    <a:cubicBezTo>
                      <a:pt x="7" y="10"/>
                      <a:pt x="8" y="8"/>
                      <a:pt x="12" y="6"/>
                    </a:cubicBezTo>
                    <a:cubicBezTo>
                      <a:pt x="8" y="3"/>
                      <a:pt x="5" y="0"/>
                      <a:pt x="0" y="0"/>
                    </a:cubicBezTo>
                  </a:path>
                </a:pathLst>
              </a:custGeom>
              <a:solidFill>
                <a:srgbClr val="ACA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12" name="Freeform 50">
                <a:extLst>
                  <a:ext uri="{FF2B5EF4-FFF2-40B4-BE49-F238E27FC236}">
                    <a16:creationId xmlns:a16="http://schemas.microsoft.com/office/drawing/2014/main" id="{1A3509E9-B501-41BC-B437-A67C79052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468"/>
                <a:ext cx="30" cy="68"/>
              </a:xfrm>
              <a:custGeom>
                <a:avLst/>
                <a:gdLst>
                  <a:gd name="T0" fmla="*/ 216 w 10"/>
                  <a:gd name="T1" fmla="*/ 0 h 21"/>
                  <a:gd name="T2" fmla="*/ 81 w 10"/>
                  <a:gd name="T3" fmla="*/ 712 h 21"/>
                  <a:gd name="T4" fmla="*/ 270 w 10"/>
                  <a:gd name="T5" fmla="*/ 10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1">
                    <a:moveTo>
                      <a:pt x="8" y="0"/>
                    </a:moveTo>
                    <a:cubicBezTo>
                      <a:pt x="3" y="5"/>
                      <a:pt x="0" y="15"/>
                      <a:pt x="3" y="21"/>
                    </a:cubicBezTo>
                    <a:cubicBezTo>
                      <a:pt x="10" y="17"/>
                      <a:pt x="5" y="7"/>
                      <a:pt x="10" y="3"/>
                    </a:cubicBezTo>
                  </a:path>
                </a:pathLst>
              </a:custGeom>
              <a:solidFill>
                <a:srgbClr val="ACA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13" name="Freeform 51">
                <a:extLst>
                  <a:ext uri="{FF2B5EF4-FFF2-40B4-BE49-F238E27FC236}">
                    <a16:creationId xmlns:a16="http://schemas.microsoft.com/office/drawing/2014/main" id="{9B80BF43-0DAE-45CF-B3B8-DFFA2062A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272"/>
                <a:ext cx="45" cy="126"/>
              </a:xfrm>
              <a:custGeom>
                <a:avLst/>
                <a:gdLst>
                  <a:gd name="T0" fmla="*/ 189 w 15"/>
                  <a:gd name="T1" fmla="*/ 0 h 39"/>
                  <a:gd name="T2" fmla="*/ 0 w 15"/>
                  <a:gd name="T3" fmla="*/ 1315 h 39"/>
                  <a:gd name="T4" fmla="*/ 189 w 15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9">
                    <a:moveTo>
                      <a:pt x="7" y="0"/>
                    </a:moveTo>
                    <a:cubicBezTo>
                      <a:pt x="9" y="11"/>
                      <a:pt x="13" y="19"/>
                      <a:pt x="0" y="39"/>
                    </a:cubicBezTo>
                    <a:cubicBezTo>
                      <a:pt x="12" y="25"/>
                      <a:pt x="15" y="17"/>
                      <a:pt x="7" y="0"/>
                    </a:cubicBezTo>
                    <a:close/>
                  </a:path>
                </a:pathLst>
              </a:custGeom>
              <a:solidFill>
                <a:srgbClr val="F8F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14" name="Freeform 52">
                <a:extLst>
                  <a:ext uri="{FF2B5EF4-FFF2-40B4-BE49-F238E27FC236}">
                    <a16:creationId xmlns:a16="http://schemas.microsoft.com/office/drawing/2014/main" id="{3E11086E-479A-48F9-ACB9-CC8778EF5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706"/>
                <a:ext cx="1007" cy="708"/>
              </a:xfrm>
              <a:custGeom>
                <a:avLst/>
                <a:gdLst>
                  <a:gd name="T0" fmla="*/ 298 w 334"/>
                  <a:gd name="T1" fmla="*/ 299 h 220"/>
                  <a:gd name="T2" fmla="*/ 546 w 334"/>
                  <a:gd name="T3" fmla="*/ 2433 h 220"/>
                  <a:gd name="T4" fmla="*/ 992 w 334"/>
                  <a:gd name="T5" fmla="*/ 3469 h 220"/>
                  <a:gd name="T6" fmla="*/ 1972 w 334"/>
                  <a:gd name="T7" fmla="*/ 3469 h 220"/>
                  <a:gd name="T8" fmla="*/ 2882 w 334"/>
                  <a:gd name="T9" fmla="*/ 3698 h 220"/>
                  <a:gd name="T10" fmla="*/ 3262 w 334"/>
                  <a:gd name="T11" fmla="*/ 4100 h 220"/>
                  <a:gd name="T12" fmla="*/ 2738 w 334"/>
                  <a:gd name="T13" fmla="*/ 4972 h 220"/>
                  <a:gd name="T14" fmla="*/ 2355 w 334"/>
                  <a:gd name="T15" fmla="*/ 5696 h 220"/>
                  <a:gd name="T16" fmla="*/ 3181 w 334"/>
                  <a:gd name="T17" fmla="*/ 6671 h 220"/>
                  <a:gd name="T18" fmla="*/ 4055 w 334"/>
                  <a:gd name="T19" fmla="*/ 6897 h 220"/>
                  <a:gd name="T20" fmla="*/ 3808 w 334"/>
                  <a:gd name="T21" fmla="*/ 5967 h 220"/>
                  <a:gd name="T22" fmla="*/ 4218 w 334"/>
                  <a:gd name="T23" fmla="*/ 4631 h 220"/>
                  <a:gd name="T24" fmla="*/ 5125 w 334"/>
                  <a:gd name="T25" fmla="*/ 5094 h 220"/>
                  <a:gd name="T26" fmla="*/ 6217 w 334"/>
                  <a:gd name="T27" fmla="*/ 5603 h 220"/>
                  <a:gd name="T28" fmla="*/ 6353 w 334"/>
                  <a:gd name="T29" fmla="*/ 6700 h 220"/>
                  <a:gd name="T30" fmla="*/ 7127 w 334"/>
                  <a:gd name="T31" fmla="*/ 7199 h 220"/>
                  <a:gd name="T32" fmla="*/ 7073 w 334"/>
                  <a:gd name="T33" fmla="*/ 6234 h 220"/>
                  <a:gd name="T34" fmla="*/ 7399 w 334"/>
                  <a:gd name="T35" fmla="*/ 5304 h 220"/>
                  <a:gd name="T36" fmla="*/ 7863 w 334"/>
                  <a:gd name="T37" fmla="*/ 4235 h 220"/>
                  <a:gd name="T38" fmla="*/ 8499 w 334"/>
                  <a:gd name="T39" fmla="*/ 4837 h 220"/>
                  <a:gd name="T40" fmla="*/ 9099 w 334"/>
                  <a:gd name="T41" fmla="*/ 4132 h 220"/>
                  <a:gd name="T42" fmla="*/ 8499 w 334"/>
                  <a:gd name="T43" fmla="*/ 3563 h 220"/>
                  <a:gd name="T44" fmla="*/ 7453 w 334"/>
                  <a:gd name="T45" fmla="*/ 3096 h 220"/>
                  <a:gd name="T46" fmla="*/ 6772 w 334"/>
                  <a:gd name="T47" fmla="*/ 1834 h 220"/>
                  <a:gd name="T48" fmla="*/ 5017 w 334"/>
                  <a:gd name="T49" fmla="*/ 1303 h 220"/>
                  <a:gd name="T50" fmla="*/ 2599 w 334"/>
                  <a:gd name="T51" fmla="*/ 570 h 220"/>
                  <a:gd name="T52" fmla="*/ 298 w 334"/>
                  <a:gd name="T53" fmla="*/ 299 h 2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34" h="220">
                    <a:moveTo>
                      <a:pt x="11" y="9"/>
                    </a:moveTo>
                    <a:cubicBezTo>
                      <a:pt x="0" y="28"/>
                      <a:pt x="18" y="53"/>
                      <a:pt x="20" y="73"/>
                    </a:cubicBezTo>
                    <a:cubicBezTo>
                      <a:pt x="23" y="93"/>
                      <a:pt x="26" y="97"/>
                      <a:pt x="36" y="104"/>
                    </a:cubicBezTo>
                    <a:cubicBezTo>
                      <a:pt x="47" y="111"/>
                      <a:pt x="55" y="111"/>
                      <a:pt x="72" y="104"/>
                    </a:cubicBezTo>
                    <a:cubicBezTo>
                      <a:pt x="90" y="97"/>
                      <a:pt x="92" y="110"/>
                      <a:pt x="105" y="111"/>
                    </a:cubicBezTo>
                    <a:cubicBezTo>
                      <a:pt x="118" y="111"/>
                      <a:pt x="122" y="112"/>
                      <a:pt x="119" y="123"/>
                    </a:cubicBezTo>
                    <a:cubicBezTo>
                      <a:pt x="116" y="133"/>
                      <a:pt x="104" y="143"/>
                      <a:pt x="100" y="149"/>
                    </a:cubicBezTo>
                    <a:cubicBezTo>
                      <a:pt x="96" y="156"/>
                      <a:pt x="80" y="155"/>
                      <a:pt x="86" y="171"/>
                    </a:cubicBezTo>
                    <a:cubicBezTo>
                      <a:pt x="91" y="187"/>
                      <a:pt x="98" y="193"/>
                      <a:pt x="116" y="200"/>
                    </a:cubicBezTo>
                    <a:cubicBezTo>
                      <a:pt x="135" y="207"/>
                      <a:pt x="148" y="215"/>
                      <a:pt x="148" y="207"/>
                    </a:cubicBezTo>
                    <a:cubicBezTo>
                      <a:pt x="148" y="199"/>
                      <a:pt x="142" y="203"/>
                      <a:pt x="139" y="179"/>
                    </a:cubicBezTo>
                    <a:cubicBezTo>
                      <a:pt x="136" y="155"/>
                      <a:pt x="138" y="139"/>
                      <a:pt x="154" y="139"/>
                    </a:cubicBezTo>
                    <a:cubicBezTo>
                      <a:pt x="170" y="139"/>
                      <a:pt x="162" y="137"/>
                      <a:pt x="187" y="153"/>
                    </a:cubicBezTo>
                    <a:cubicBezTo>
                      <a:pt x="212" y="169"/>
                      <a:pt x="214" y="164"/>
                      <a:pt x="227" y="168"/>
                    </a:cubicBezTo>
                    <a:cubicBezTo>
                      <a:pt x="240" y="172"/>
                      <a:pt x="235" y="183"/>
                      <a:pt x="232" y="201"/>
                    </a:cubicBezTo>
                    <a:cubicBezTo>
                      <a:pt x="230" y="220"/>
                      <a:pt x="252" y="217"/>
                      <a:pt x="260" y="216"/>
                    </a:cubicBezTo>
                    <a:cubicBezTo>
                      <a:pt x="268" y="215"/>
                      <a:pt x="258" y="203"/>
                      <a:pt x="258" y="187"/>
                    </a:cubicBezTo>
                    <a:cubicBezTo>
                      <a:pt x="258" y="171"/>
                      <a:pt x="264" y="177"/>
                      <a:pt x="270" y="159"/>
                    </a:cubicBezTo>
                    <a:cubicBezTo>
                      <a:pt x="275" y="140"/>
                      <a:pt x="270" y="127"/>
                      <a:pt x="287" y="127"/>
                    </a:cubicBezTo>
                    <a:cubicBezTo>
                      <a:pt x="304" y="127"/>
                      <a:pt x="298" y="145"/>
                      <a:pt x="310" y="145"/>
                    </a:cubicBezTo>
                    <a:cubicBezTo>
                      <a:pt x="322" y="145"/>
                      <a:pt x="334" y="131"/>
                      <a:pt x="332" y="124"/>
                    </a:cubicBezTo>
                    <a:cubicBezTo>
                      <a:pt x="331" y="117"/>
                      <a:pt x="327" y="113"/>
                      <a:pt x="310" y="107"/>
                    </a:cubicBezTo>
                    <a:cubicBezTo>
                      <a:pt x="292" y="100"/>
                      <a:pt x="284" y="108"/>
                      <a:pt x="272" y="93"/>
                    </a:cubicBezTo>
                    <a:cubicBezTo>
                      <a:pt x="260" y="79"/>
                      <a:pt x="259" y="61"/>
                      <a:pt x="247" y="55"/>
                    </a:cubicBezTo>
                    <a:cubicBezTo>
                      <a:pt x="235" y="48"/>
                      <a:pt x="214" y="44"/>
                      <a:pt x="183" y="39"/>
                    </a:cubicBezTo>
                    <a:cubicBezTo>
                      <a:pt x="152" y="33"/>
                      <a:pt x="122" y="35"/>
                      <a:pt x="95" y="17"/>
                    </a:cubicBezTo>
                    <a:cubicBezTo>
                      <a:pt x="68" y="0"/>
                      <a:pt x="14" y="0"/>
                      <a:pt x="11" y="9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15" name="Freeform 53">
                <a:extLst>
                  <a:ext uri="{FF2B5EF4-FFF2-40B4-BE49-F238E27FC236}">
                    <a16:creationId xmlns:a16="http://schemas.microsoft.com/office/drawing/2014/main" id="{AE9EA8E0-0A0B-4D41-820A-0CC10F2B4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880"/>
                <a:ext cx="739" cy="582"/>
              </a:xfrm>
              <a:custGeom>
                <a:avLst/>
                <a:gdLst>
                  <a:gd name="T0" fmla="*/ 3375 w 245"/>
                  <a:gd name="T1" fmla="*/ 4489 h 181"/>
                  <a:gd name="T2" fmla="*/ 4030 w 245"/>
                  <a:gd name="T3" fmla="*/ 5450 h 181"/>
                  <a:gd name="T4" fmla="*/ 4286 w 245"/>
                  <a:gd name="T5" fmla="*/ 5357 h 181"/>
                  <a:gd name="T6" fmla="*/ 4531 w 245"/>
                  <a:gd name="T7" fmla="*/ 2399 h 181"/>
                  <a:gd name="T8" fmla="*/ 5870 w 245"/>
                  <a:gd name="T9" fmla="*/ 900 h 181"/>
                  <a:gd name="T10" fmla="*/ 6506 w 245"/>
                  <a:gd name="T11" fmla="*/ 238 h 181"/>
                  <a:gd name="T12" fmla="*/ 4721 w 245"/>
                  <a:gd name="T13" fmla="*/ 900 h 181"/>
                  <a:gd name="T14" fmla="*/ 3375 w 245"/>
                  <a:gd name="T15" fmla="*/ 1125 h 181"/>
                  <a:gd name="T16" fmla="*/ 3375 w 245"/>
                  <a:gd name="T17" fmla="*/ 1125 h 181"/>
                  <a:gd name="T18" fmla="*/ 2030 w 245"/>
                  <a:gd name="T19" fmla="*/ 900 h 181"/>
                  <a:gd name="T20" fmla="*/ 244 w 245"/>
                  <a:gd name="T21" fmla="*/ 238 h 181"/>
                  <a:gd name="T22" fmla="*/ 884 w 245"/>
                  <a:gd name="T23" fmla="*/ 900 h 181"/>
                  <a:gd name="T24" fmla="*/ 2220 w 245"/>
                  <a:gd name="T25" fmla="*/ 2399 h 181"/>
                  <a:gd name="T26" fmla="*/ 2464 w 245"/>
                  <a:gd name="T27" fmla="*/ 5357 h 181"/>
                  <a:gd name="T28" fmla="*/ 2694 w 245"/>
                  <a:gd name="T29" fmla="*/ 5450 h 181"/>
                  <a:gd name="T30" fmla="*/ 3375 w 245"/>
                  <a:gd name="T31" fmla="*/ 4489 h 18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5" h="181">
                    <a:moveTo>
                      <a:pt x="123" y="135"/>
                    </a:moveTo>
                    <a:cubicBezTo>
                      <a:pt x="135" y="135"/>
                      <a:pt x="138" y="149"/>
                      <a:pt x="147" y="164"/>
                    </a:cubicBezTo>
                    <a:cubicBezTo>
                      <a:pt x="156" y="180"/>
                      <a:pt x="166" y="181"/>
                      <a:pt x="156" y="161"/>
                    </a:cubicBezTo>
                    <a:cubicBezTo>
                      <a:pt x="140" y="123"/>
                      <a:pt x="156" y="87"/>
                      <a:pt x="165" y="72"/>
                    </a:cubicBezTo>
                    <a:cubicBezTo>
                      <a:pt x="174" y="56"/>
                      <a:pt x="192" y="36"/>
                      <a:pt x="214" y="27"/>
                    </a:cubicBezTo>
                    <a:cubicBezTo>
                      <a:pt x="226" y="20"/>
                      <a:pt x="245" y="15"/>
                      <a:pt x="237" y="7"/>
                    </a:cubicBezTo>
                    <a:cubicBezTo>
                      <a:pt x="230" y="0"/>
                      <a:pt x="192" y="22"/>
                      <a:pt x="172" y="27"/>
                    </a:cubicBezTo>
                    <a:cubicBezTo>
                      <a:pt x="152" y="31"/>
                      <a:pt x="137" y="34"/>
                      <a:pt x="123" y="34"/>
                    </a:cubicBezTo>
                    <a:cubicBezTo>
                      <a:pt x="123" y="34"/>
                      <a:pt x="123" y="34"/>
                      <a:pt x="123" y="34"/>
                    </a:cubicBezTo>
                    <a:cubicBezTo>
                      <a:pt x="109" y="34"/>
                      <a:pt x="94" y="31"/>
                      <a:pt x="74" y="27"/>
                    </a:cubicBezTo>
                    <a:cubicBezTo>
                      <a:pt x="54" y="22"/>
                      <a:pt x="16" y="0"/>
                      <a:pt x="9" y="7"/>
                    </a:cubicBezTo>
                    <a:cubicBezTo>
                      <a:pt x="0" y="15"/>
                      <a:pt x="20" y="20"/>
                      <a:pt x="32" y="27"/>
                    </a:cubicBezTo>
                    <a:cubicBezTo>
                      <a:pt x="54" y="36"/>
                      <a:pt x="72" y="56"/>
                      <a:pt x="81" y="72"/>
                    </a:cubicBezTo>
                    <a:cubicBezTo>
                      <a:pt x="90" y="87"/>
                      <a:pt x="106" y="123"/>
                      <a:pt x="90" y="161"/>
                    </a:cubicBezTo>
                    <a:cubicBezTo>
                      <a:pt x="80" y="181"/>
                      <a:pt x="90" y="180"/>
                      <a:pt x="98" y="164"/>
                    </a:cubicBezTo>
                    <a:cubicBezTo>
                      <a:pt x="107" y="149"/>
                      <a:pt x="111" y="135"/>
                      <a:pt x="123" y="135"/>
                    </a:cubicBezTo>
                    <a:close/>
                  </a:path>
                </a:pathLst>
              </a:custGeom>
              <a:solidFill>
                <a:srgbClr val="9D9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16" name="Freeform 54">
                <a:extLst>
                  <a:ext uri="{FF2B5EF4-FFF2-40B4-BE49-F238E27FC236}">
                    <a16:creationId xmlns:a16="http://schemas.microsoft.com/office/drawing/2014/main" id="{1B06BEB2-D925-4B6C-81E3-DC5E5511C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880"/>
                <a:ext cx="733" cy="296"/>
              </a:xfrm>
              <a:custGeom>
                <a:avLst/>
                <a:gdLst>
                  <a:gd name="T0" fmla="*/ 4666 w 243"/>
                  <a:gd name="T1" fmla="*/ 901 h 92"/>
                  <a:gd name="T2" fmla="*/ 3321 w 243"/>
                  <a:gd name="T3" fmla="*/ 1129 h 92"/>
                  <a:gd name="T4" fmla="*/ 3321 w 243"/>
                  <a:gd name="T5" fmla="*/ 1129 h 92"/>
                  <a:gd name="T6" fmla="*/ 1976 w 243"/>
                  <a:gd name="T7" fmla="*/ 901 h 92"/>
                  <a:gd name="T8" fmla="*/ 190 w 243"/>
                  <a:gd name="T9" fmla="*/ 238 h 92"/>
                  <a:gd name="T10" fmla="*/ 655 w 243"/>
                  <a:gd name="T11" fmla="*/ 798 h 92"/>
                  <a:gd name="T12" fmla="*/ 655 w 243"/>
                  <a:gd name="T13" fmla="*/ 766 h 92"/>
                  <a:gd name="T14" fmla="*/ 1457 w 243"/>
                  <a:gd name="T15" fmla="*/ 1036 h 92"/>
                  <a:gd name="T16" fmla="*/ 2410 w 243"/>
                  <a:gd name="T17" fmla="*/ 1293 h 92"/>
                  <a:gd name="T18" fmla="*/ 3131 w 243"/>
                  <a:gd name="T19" fmla="*/ 1998 h 92"/>
                  <a:gd name="T20" fmla="*/ 3240 w 243"/>
                  <a:gd name="T21" fmla="*/ 2493 h 92"/>
                  <a:gd name="T22" fmla="*/ 3213 w 243"/>
                  <a:gd name="T23" fmla="*/ 3063 h 92"/>
                  <a:gd name="T24" fmla="*/ 3348 w 243"/>
                  <a:gd name="T25" fmla="*/ 2629 h 92"/>
                  <a:gd name="T26" fmla="*/ 3538 w 243"/>
                  <a:gd name="T27" fmla="*/ 2133 h 92"/>
                  <a:gd name="T28" fmla="*/ 3921 w 243"/>
                  <a:gd name="T29" fmla="*/ 1503 h 92"/>
                  <a:gd name="T30" fmla="*/ 4612 w 243"/>
                  <a:gd name="T31" fmla="*/ 1129 h 92"/>
                  <a:gd name="T32" fmla="*/ 4751 w 243"/>
                  <a:gd name="T33" fmla="*/ 1634 h 92"/>
                  <a:gd name="T34" fmla="*/ 4395 w 243"/>
                  <a:gd name="T35" fmla="*/ 2600 h 92"/>
                  <a:gd name="T36" fmla="*/ 4476 w 243"/>
                  <a:gd name="T37" fmla="*/ 2400 h 92"/>
                  <a:gd name="T38" fmla="*/ 5816 w 243"/>
                  <a:gd name="T39" fmla="*/ 901 h 92"/>
                  <a:gd name="T40" fmla="*/ 6452 w 243"/>
                  <a:gd name="T41" fmla="*/ 238 h 92"/>
                  <a:gd name="T42" fmla="*/ 4666 w 243"/>
                  <a:gd name="T43" fmla="*/ 901 h 9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3" h="92">
                    <a:moveTo>
                      <a:pt x="170" y="27"/>
                    </a:moveTo>
                    <a:cubicBezTo>
                      <a:pt x="150" y="31"/>
                      <a:pt x="135" y="34"/>
                      <a:pt x="121" y="34"/>
                    </a:cubicBezTo>
                    <a:cubicBezTo>
                      <a:pt x="121" y="34"/>
                      <a:pt x="121" y="34"/>
                      <a:pt x="121" y="34"/>
                    </a:cubicBezTo>
                    <a:cubicBezTo>
                      <a:pt x="107" y="34"/>
                      <a:pt x="92" y="31"/>
                      <a:pt x="72" y="27"/>
                    </a:cubicBezTo>
                    <a:cubicBezTo>
                      <a:pt x="52" y="22"/>
                      <a:pt x="14" y="0"/>
                      <a:pt x="7" y="7"/>
                    </a:cubicBezTo>
                    <a:cubicBezTo>
                      <a:pt x="0" y="14"/>
                      <a:pt x="13" y="18"/>
                      <a:pt x="24" y="24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14"/>
                      <a:pt x="49" y="29"/>
                      <a:pt x="53" y="31"/>
                    </a:cubicBezTo>
                    <a:cubicBezTo>
                      <a:pt x="64" y="38"/>
                      <a:pt x="76" y="37"/>
                      <a:pt x="88" y="39"/>
                    </a:cubicBezTo>
                    <a:cubicBezTo>
                      <a:pt x="100" y="41"/>
                      <a:pt x="109" y="49"/>
                      <a:pt x="114" y="60"/>
                    </a:cubicBezTo>
                    <a:cubicBezTo>
                      <a:pt x="116" y="65"/>
                      <a:pt x="117" y="70"/>
                      <a:pt x="118" y="75"/>
                    </a:cubicBezTo>
                    <a:cubicBezTo>
                      <a:pt x="118" y="81"/>
                      <a:pt x="116" y="87"/>
                      <a:pt x="117" y="92"/>
                    </a:cubicBezTo>
                    <a:cubicBezTo>
                      <a:pt x="120" y="89"/>
                      <a:pt x="120" y="83"/>
                      <a:pt x="122" y="79"/>
                    </a:cubicBezTo>
                    <a:cubicBezTo>
                      <a:pt x="124" y="74"/>
                      <a:pt x="127" y="69"/>
                      <a:pt x="129" y="64"/>
                    </a:cubicBezTo>
                    <a:cubicBezTo>
                      <a:pt x="133" y="57"/>
                      <a:pt x="136" y="51"/>
                      <a:pt x="143" y="45"/>
                    </a:cubicBezTo>
                    <a:cubicBezTo>
                      <a:pt x="149" y="39"/>
                      <a:pt x="160" y="36"/>
                      <a:pt x="168" y="34"/>
                    </a:cubicBezTo>
                    <a:cubicBezTo>
                      <a:pt x="179" y="32"/>
                      <a:pt x="177" y="42"/>
                      <a:pt x="173" y="49"/>
                    </a:cubicBezTo>
                    <a:cubicBezTo>
                      <a:pt x="167" y="57"/>
                      <a:pt x="163" y="65"/>
                      <a:pt x="160" y="78"/>
                    </a:cubicBezTo>
                    <a:cubicBezTo>
                      <a:pt x="161" y="75"/>
                      <a:pt x="162" y="73"/>
                      <a:pt x="163" y="72"/>
                    </a:cubicBezTo>
                    <a:cubicBezTo>
                      <a:pt x="172" y="56"/>
                      <a:pt x="190" y="36"/>
                      <a:pt x="212" y="27"/>
                    </a:cubicBezTo>
                    <a:cubicBezTo>
                      <a:pt x="224" y="20"/>
                      <a:pt x="243" y="15"/>
                      <a:pt x="235" y="7"/>
                    </a:cubicBezTo>
                    <a:cubicBezTo>
                      <a:pt x="228" y="0"/>
                      <a:pt x="190" y="22"/>
                      <a:pt x="170" y="27"/>
                    </a:cubicBezTo>
                    <a:close/>
                  </a:path>
                </a:pathLst>
              </a:custGeom>
              <a:solidFill>
                <a:srgbClr val="8677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17" name="Freeform 55">
                <a:extLst>
                  <a:ext uri="{FF2B5EF4-FFF2-40B4-BE49-F238E27FC236}">
                    <a16:creationId xmlns:a16="http://schemas.microsoft.com/office/drawing/2014/main" id="{DB89CB2C-642B-4F29-BAEE-8C1B432BA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957"/>
                <a:ext cx="115" cy="305"/>
              </a:xfrm>
              <a:custGeom>
                <a:avLst/>
                <a:gdLst>
                  <a:gd name="T0" fmla="*/ 560 w 38"/>
                  <a:gd name="T1" fmla="*/ 0 h 95"/>
                  <a:gd name="T2" fmla="*/ 0 w 38"/>
                  <a:gd name="T3" fmla="*/ 299 h 95"/>
                  <a:gd name="T4" fmla="*/ 0 w 38"/>
                  <a:gd name="T5" fmla="*/ 299 h 95"/>
                  <a:gd name="T6" fmla="*/ 330 w 38"/>
                  <a:gd name="T7" fmla="*/ 854 h 95"/>
                  <a:gd name="T8" fmla="*/ 439 w 38"/>
                  <a:gd name="T9" fmla="*/ 2289 h 95"/>
                  <a:gd name="T10" fmla="*/ 533 w 38"/>
                  <a:gd name="T11" fmla="*/ 3143 h 95"/>
                  <a:gd name="T12" fmla="*/ 533 w 38"/>
                  <a:gd name="T13" fmla="*/ 3143 h 95"/>
                  <a:gd name="T14" fmla="*/ 533 w 38"/>
                  <a:gd name="T15" fmla="*/ 3143 h 95"/>
                  <a:gd name="T16" fmla="*/ 533 w 38"/>
                  <a:gd name="T17" fmla="*/ 3143 h 95"/>
                  <a:gd name="T18" fmla="*/ 493 w 38"/>
                  <a:gd name="T19" fmla="*/ 2289 h 95"/>
                  <a:gd name="T20" fmla="*/ 723 w 38"/>
                  <a:gd name="T21" fmla="*/ 854 h 95"/>
                  <a:gd name="T22" fmla="*/ 1053 w 38"/>
                  <a:gd name="T23" fmla="*/ 299 h 95"/>
                  <a:gd name="T24" fmla="*/ 1053 w 38"/>
                  <a:gd name="T25" fmla="*/ 299 h 95"/>
                  <a:gd name="T26" fmla="*/ 614 w 38"/>
                  <a:gd name="T27" fmla="*/ 61 h 95"/>
                  <a:gd name="T28" fmla="*/ 560 w 38"/>
                  <a:gd name="T29" fmla="*/ 0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" h="95">
                    <a:moveTo>
                      <a:pt x="20" y="0"/>
                    </a:moveTo>
                    <a:cubicBezTo>
                      <a:pt x="14" y="0"/>
                      <a:pt x="7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5" y="10"/>
                      <a:pt x="9" y="20"/>
                      <a:pt x="12" y="26"/>
                    </a:cubicBezTo>
                    <a:cubicBezTo>
                      <a:pt x="14" y="31"/>
                      <a:pt x="15" y="42"/>
                      <a:pt x="16" y="69"/>
                    </a:cubicBezTo>
                    <a:cubicBezTo>
                      <a:pt x="17" y="76"/>
                      <a:pt x="19" y="82"/>
                      <a:pt x="19" y="95"/>
                    </a:cubicBezTo>
                    <a:cubicBezTo>
                      <a:pt x="19" y="95"/>
                      <a:pt x="19" y="95"/>
                      <a:pt x="19" y="95"/>
                    </a:cubicBezTo>
                    <a:cubicBezTo>
                      <a:pt x="19" y="95"/>
                      <a:pt x="19" y="95"/>
                      <a:pt x="19" y="95"/>
                    </a:cubicBezTo>
                    <a:cubicBezTo>
                      <a:pt x="19" y="95"/>
                      <a:pt x="19" y="95"/>
                      <a:pt x="19" y="95"/>
                    </a:cubicBezTo>
                    <a:cubicBezTo>
                      <a:pt x="19" y="85"/>
                      <a:pt x="18" y="76"/>
                      <a:pt x="18" y="69"/>
                    </a:cubicBezTo>
                    <a:cubicBezTo>
                      <a:pt x="19" y="42"/>
                      <a:pt x="23" y="31"/>
                      <a:pt x="26" y="26"/>
                    </a:cubicBezTo>
                    <a:cubicBezTo>
                      <a:pt x="29" y="20"/>
                      <a:pt x="32" y="10"/>
                      <a:pt x="38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1" y="10"/>
                      <a:pt x="29" y="2"/>
                      <a:pt x="22" y="2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18" name="Freeform 56">
                <a:extLst>
                  <a:ext uri="{FF2B5EF4-FFF2-40B4-BE49-F238E27FC236}">
                    <a16:creationId xmlns:a16="http://schemas.microsoft.com/office/drawing/2014/main" id="{E796EEEC-A0C5-4C9A-8AAD-87F4B5127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005"/>
                <a:ext cx="36" cy="52"/>
              </a:xfrm>
              <a:custGeom>
                <a:avLst/>
                <a:gdLst>
                  <a:gd name="T0" fmla="*/ 0 w 12"/>
                  <a:gd name="T1" fmla="*/ 0 h 16"/>
                  <a:gd name="T2" fmla="*/ 162 w 12"/>
                  <a:gd name="T3" fmla="*/ 549 h 16"/>
                  <a:gd name="T4" fmla="*/ 324 w 12"/>
                  <a:gd name="T5" fmla="*/ 0 h 16"/>
                  <a:gd name="T6" fmla="*/ 0 w 12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cubicBezTo>
                      <a:pt x="4" y="5"/>
                      <a:pt x="6" y="10"/>
                      <a:pt x="6" y="16"/>
                    </a:cubicBezTo>
                    <a:cubicBezTo>
                      <a:pt x="8" y="8"/>
                      <a:pt x="11" y="2"/>
                      <a:pt x="12" y="0"/>
                    </a:cubicBezTo>
                    <a:cubicBezTo>
                      <a:pt x="9" y="1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B6A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19" name="Freeform 57">
                <a:extLst>
                  <a:ext uri="{FF2B5EF4-FFF2-40B4-BE49-F238E27FC236}">
                    <a16:creationId xmlns:a16="http://schemas.microsoft.com/office/drawing/2014/main" id="{5CA1C7B1-34C7-4672-A22B-7C0B46315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298"/>
                <a:ext cx="108" cy="164"/>
              </a:xfrm>
              <a:custGeom>
                <a:avLst/>
                <a:gdLst>
                  <a:gd name="T0" fmla="*/ 513 w 36"/>
                  <a:gd name="T1" fmla="*/ 0 h 51"/>
                  <a:gd name="T2" fmla="*/ 459 w 36"/>
                  <a:gd name="T3" fmla="*/ 662 h 51"/>
                  <a:gd name="T4" fmla="*/ 0 w 36"/>
                  <a:gd name="T5" fmla="*/ 196 h 51"/>
                  <a:gd name="T6" fmla="*/ 459 w 36"/>
                  <a:gd name="T7" fmla="*/ 1129 h 51"/>
                  <a:gd name="T8" fmla="*/ 702 w 36"/>
                  <a:gd name="T9" fmla="*/ 1035 h 51"/>
                  <a:gd name="T10" fmla="*/ 513 w 36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1">
                    <a:moveTo>
                      <a:pt x="19" y="0"/>
                    </a:moveTo>
                    <a:cubicBezTo>
                      <a:pt x="18" y="6"/>
                      <a:pt x="19" y="19"/>
                      <a:pt x="17" y="20"/>
                    </a:cubicBezTo>
                    <a:cubicBezTo>
                      <a:pt x="14" y="21"/>
                      <a:pt x="1" y="8"/>
                      <a:pt x="0" y="6"/>
                    </a:cubicBezTo>
                    <a:cubicBezTo>
                      <a:pt x="5" y="16"/>
                      <a:pt x="12" y="25"/>
                      <a:pt x="17" y="34"/>
                    </a:cubicBezTo>
                    <a:cubicBezTo>
                      <a:pt x="26" y="50"/>
                      <a:pt x="36" y="51"/>
                      <a:pt x="26" y="31"/>
                    </a:cubicBezTo>
                    <a:cubicBezTo>
                      <a:pt x="22" y="21"/>
                      <a:pt x="20" y="10"/>
                      <a:pt x="19" y="0"/>
                    </a:cubicBezTo>
                    <a:close/>
                  </a:path>
                </a:pathLst>
              </a:custGeom>
              <a:solidFill>
                <a:srgbClr val="8677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20" name="Freeform 58">
                <a:extLst>
                  <a:ext uri="{FF2B5EF4-FFF2-40B4-BE49-F238E27FC236}">
                    <a16:creationId xmlns:a16="http://schemas.microsoft.com/office/drawing/2014/main" id="{1891F496-D336-4E71-99D9-457D896A8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121"/>
                <a:ext cx="48" cy="180"/>
              </a:xfrm>
              <a:custGeom>
                <a:avLst/>
                <a:gdLst>
                  <a:gd name="T0" fmla="*/ 432 w 16"/>
                  <a:gd name="T1" fmla="*/ 0 h 56"/>
                  <a:gd name="T2" fmla="*/ 108 w 16"/>
                  <a:gd name="T3" fmla="*/ 1861 h 56"/>
                  <a:gd name="T4" fmla="*/ 432 w 1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6">
                    <a:moveTo>
                      <a:pt x="16" y="0"/>
                    </a:moveTo>
                    <a:cubicBezTo>
                      <a:pt x="7" y="18"/>
                      <a:pt x="1" y="36"/>
                      <a:pt x="4" y="56"/>
                    </a:cubicBezTo>
                    <a:cubicBezTo>
                      <a:pt x="0" y="41"/>
                      <a:pt x="0" y="16"/>
                      <a:pt x="16" y="0"/>
                    </a:cubicBezTo>
                    <a:close/>
                  </a:path>
                </a:pathLst>
              </a:custGeom>
              <a:solidFill>
                <a:srgbClr val="D3D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21" name="Freeform 59">
                <a:extLst>
                  <a:ext uri="{FF2B5EF4-FFF2-40B4-BE49-F238E27FC236}">
                    <a16:creationId xmlns:a16="http://schemas.microsoft.com/office/drawing/2014/main" id="{CD0DCBF4-55FB-4C80-99F0-3A8FDB84D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018"/>
                <a:ext cx="377" cy="495"/>
              </a:xfrm>
              <a:custGeom>
                <a:avLst/>
                <a:gdLst>
                  <a:gd name="T0" fmla="*/ 3293 w 125"/>
                  <a:gd name="T1" fmla="*/ 2893 h 154"/>
                  <a:gd name="T2" fmla="*/ 3073 w 125"/>
                  <a:gd name="T3" fmla="*/ 2594 h 154"/>
                  <a:gd name="T4" fmla="*/ 2829 w 125"/>
                  <a:gd name="T5" fmla="*/ 2623 h 154"/>
                  <a:gd name="T6" fmla="*/ 2856 w 125"/>
                  <a:gd name="T7" fmla="*/ 2388 h 154"/>
                  <a:gd name="T8" fmla="*/ 2639 w 125"/>
                  <a:gd name="T9" fmla="*/ 2221 h 154"/>
                  <a:gd name="T10" fmla="*/ 2383 w 125"/>
                  <a:gd name="T11" fmla="*/ 2295 h 154"/>
                  <a:gd name="T12" fmla="*/ 2585 w 125"/>
                  <a:gd name="T13" fmla="*/ 1633 h 154"/>
                  <a:gd name="T14" fmla="*/ 2193 w 125"/>
                  <a:gd name="T15" fmla="*/ 1861 h 154"/>
                  <a:gd name="T16" fmla="*/ 2220 w 125"/>
                  <a:gd name="T17" fmla="*/ 1755 h 154"/>
                  <a:gd name="T18" fmla="*/ 1918 w 125"/>
                  <a:gd name="T19" fmla="*/ 1395 h 154"/>
                  <a:gd name="T20" fmla="*/ 1701 w 125"/>
                  <a:gd name="T21" fmla="*/ 1064 h 154"/>
                  <a:gd name="T22" fmla="*/ 1457 w 125"/>
                  <a:gd name="T23" fmla="*/ 765 h 154"/>
                  <a:gd name="T24" fmla="*/ 1209 w 125"/>
                  <a:gd name="T25" fmla="*/ 363 h 154"/>
                  <a:gd name="T26" fmla="*/ 884 w 125"/>
                  <a:gd name="T27" fmla="*/ 495 h 154"/>
                  <a:gd name="T28" fmla="*/ 1019 w 125"/>
                  <a:gd name="T29" fmla="*/ 135 h 154"/>
                  <a:gd name="T30" fmla="*/ 654 w 125"/>
                  <a:gd name="T31" fmla="*/ 0 h 154"/>
                  <a:gd name="T32" fmla="*/ 546 w 125"/>
                  <a:gd name="T33" fmla="*/ 103 h 154"/>
                  <a:gd name="T34" fmla="*/ 546 w 125"/>
                  <a:gd name="T35" fmla="*/ 103 h 154"/>
                  <a:gd name="T36" fmla="*/ 464 w 125"/>
                  <a:gd name="T37" fmla="*/ 238 h 154"/>
                  <a:gd name="T38" fmla="*/ 437 w 125"/>
                  <a:gd name="T39" fmla="*/ 238 h 154"/>
                  <a:gd name="T40" fmla="*/ 356 w 125"/>
                  <a:gd name="T41" fmla="*/ 363 h 154"/>
                  <a:gd name="T42" fmla="*/ 356 w 125"/>
                  <a:gd name="T43" fmla="*/ 363 h 154"/>
                  <a:gd name="T44" fmla="*/ 54 w 125"/>
                  <a:gd name="T45" fmla="*/ 993 h 154"/>
                  <a:gd name="T46" fmla="*/ 54 w 125"/>
                  <a:gd name="T47" fmla="*/ 993 h 154"/>
                  <a:gd name="T48" fmla="*/ 0 w 125"/>
                  <a:gd name="T49" fmla="*/ 1167 h 154"/>
                  <a:gd name="T50" fmla="*/ 0 w 125"/>
                  <a:gd name="T51" fmla="*/ 1167 h 154"/>
                  <a:gd name="T52" fmla="*/ 217 w 125"/>
                  <a:gd name="T53" fmla="*/ 1395 h 154"/>
                  <a:gd name="T54" fmla="*/ 546 w 125"/>
                  <a:gd name="T55" fmla="*/ 1498 h 154"/>
                  <a:gd name="T56" fmla="*/ 884 w 125"/>
                  <a:gd name="T57" fmla="*/ 1861 h 154"/>
                  <a:gd name="T58" fmla="*/ 1155 w 125"/>
                  <a:gd name="T59" fmla="*/ 2189 h 154"/>
                  <a:gd name="T60" fmla="*/ 1538 w 125"/>
                  <a:gd name="T61" fmla="*/ 1964 h 154"/>
                  <a:gd name="T62" fmla="*/ 1484 w 125"/>
                  <a:gd name="T63" fmla="*/ 2491 h 154"/>
                  <a:gd name="T64" fmla="*/ 1484 w 125"/>
                  <a:gd name="T65" fmla="*/ 2491 h 154"/>
                  <a:gd name="T66" fmla="*/ 1182 w 125"/>
                  <a:gd name="T67" fmla="*/ 2790 h 154"/>
                  <a:gd name="T68" fmla="*/ 1182 w 125"/>
                  <a:gd name="T69" fmla="*/ 3192 h 154"/>
                  <a:gd name="T70" fmla="*/ 1101 w 125"/>
                  <a:gd name="T71" fmla="*/ 3719 h 154"/>
                  <a:gd name="T72" fmla="*/ 1128 w 125"/>
                  <a:gd name="T73" fmla="*/ 4153 h 154"/>
                  <a:gd name="T74" fmla="*/ 1264 w 125"/>
                  <a:gd name="T75" fmla="*/ 4516 h 154"/>
                  <a:gd name="T76" fmla="*/ 1457 w 125"/>
                  <a:gd name="T77" fmla="*/ 4886 h 154"/>
                  <a:gd name="T78" fmla="*/ 1592 w 125"/>
                  <a:gd name="T79" fmla="*/ 5082 h 154"/>
                  <a:gd name="T80" fmla="*/ 1945 w 125"/>
                  <a:gd name="T81" fmla="*/ 5114 h 154"/>
                  <a:gd name="T82" fmla="*/ 2084 w 125"/>
                  <a:gd name="T83" fmla="*/ 5114 h 154"/>
                  <a:gd name="T84" fmla="*/ 2084 w 125"/>
                  <a:gd name="T85" fmla="*/ 4979 h 154"/>
                  <a:gd name="T86" fmla="*/ 1918 w 125"/>
                  <a:gd name="T87" fmla="*/ 4950 h 154"/>
                  <a:gd name="T88" fmla="*/ 1972 w 125"/>
                  <a:gd name="T89" fmla="*/ 4754 h 154"/>
                  <a:gd name="T90" fmla="*/ 1837 w 125"/>
                  <a:gd name="T91" fmla="*/ 4349 h 154"/>
                  <a:gd name="T92" fmla="*/ 1728 w 125"/>
                  <a:gd name="T93" fmla="*/ 3915 h 154"/>
                  <a:gd name="T94" fmla="*/ 1701 w 125"/>
                  <a:gd name="T95" fmla="*/ 3523 h 154"/>
                  <a:gd name="T96" fmla="*/ 1701 w 125"/>
                  <a:gd name="T97" fmla="*/ 3285 h 154"/>
                  <a:gd name="T98" fmla="*/ 1674 w 125"/>
                  <a:gd name="T99" fmla="*/ 3224 h 154"/>
                  <a:gd name="T100" fmla="*/ 1864 w 125"/>
                  <a:gd name="T101" fmla="*/ 3150 h 154"/>
                  <a:gd name="T102" fmla="*/ 1891 w 125"/>
                  <a:gd name="T103" fmla="*/ 3192 h 154"/>
                  <a:gd name="T104" fmla="*/ 3266 w 125"/>
                  <a:gd name="T105" fmla="*/ 4545 h 154"/>
                  <a:gd name="T106" fmla="*/ 3212 w 125"/>
                  <a:gd name="T107" fmla="*/ 4349 h 154"/>
                  <a:gd name="T108" fmla="*/ 3266 w 125"/>
                  <a:gd name="T109" fmla="*/ 3989 h 154"/>
                  <a:gd name="T110" fmla="*/ 3429 w 125"/>
                  <a:gd name="T111" fmla="*/ 3616 h 154"/>
                  <a:gd name="T112" fmla="*/ 3321 w 125"/>
                  <a:gd name="T113" fmla="*/ 3256 h 154"/>
                  <a:gd name="T114" fmla="*/ 3293 w 125"/>
                  <a:gd name="T115" fmla="*/ 2893 h 15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25" h="154">
                    <a:moveTo>
                      <a:pt x="120" y="87"/>
                    </a:moveTo>
                    <a:cubicBezTo>
                      <a:pt x="111" y="90"/>
                      <a:pt x="112" y="85"/>
                      <a:pt x="112" y="78"/>
                    </a:cubicBezTo>
                    <a:cubicBezTo>
                      <a:pt x="109" y="79"/>
                      <a:pt x="106" y="80"/>
                      <a:pt x="103" y="79"/>
                    </a:cubicBezTo>
                    <a:cubicBezTo>
                      <a:pt x="103" y="77"/>
                      <a:pt x="103" y="74"/>
                      <a:pt x="104" y="72"/>
                    </a:cubicBezTo>
                    <a:cubicBezTo>
                      <a:pt x="98" y="75"/>
                      <a:pt x="92" y="74"/>
                      <a:pt x="96" y="67"/>
                    </a:cubicBezTo>
                    <a:cubicBezTo>
                      <a:pt x="93" y="68"/>
                      <a:pt x="90" y="69"/>
                      <a:pt x="87" y="69"/>
                    </a:cubicBezTo>
                    <a:cubicBezTo>
                      <a:pt x="86" y="62"/>
                      <a:pt x="91" y="55"/>
                      <a:pt x="94" y="49"/>
                    </a:cubicBezTo>
                    <a:cubicBezTo>
                      <a:pt x="88" y="50"/>
                      <a:pt x="85" y="54"/>
                      <a:pt x="80" y="56"/>
                    </a:cubicBezTo>
                    <a:cubicBezTo>
                      <a:pt x="80" y="55"/>
                      <a:pt x="81" y="54"/>
                      <a:pt x="81" y="53"/>
                    </a:cubicBezTo>
                    <a:cubicBezTo>
                      <a:pt x="69" y="58"/>
                      <a:pt x="62" y="54"/>
                      <a:pt x="70" y="42"/>
                    </a:cubicBezTo>
                    <a:cubicBezTo>
                      <a:pt x="62" y="39"/>
                      <a:pt x="54" y="45"/>
                      <a:pt x="62" y="32"/>
                    </a:cubicBezTo>
                    <a:cubicBezTo>
                      <a:pt x="52" y="35"/>
                      <a:pt x="44" y="31"/>
                      <a:pt x="53" y="23"/>
                    </a:cubicBezTo>
                    <a:cubicBezTo>
                      <a:pt x="42" y="29"/>
                      <a:pt x="43" y="19"/>
                      <a:pt x="44" y="11"/>
                    </a:cubicBezTo>
                    <a:cubicBezTo>
                      <a:pt x="40" y="11"/>
                      <a:pt x="36" y="14"/>
                      <a:pt x="32" y="15"/>
                    </a:cubicBezTo>
                    <a:cubicBezTo>
                      <a:pt x="31" y="11"/>
                      <a:pt x="35" y="8"/>
                      <a:pt x="37" y="4"/>
                    </a:cubicBezTo>
                    <a:cubicBezTo>
                      <a:pt x="31" y="6"/>
                      <a:pt x="23" y="6"/>
                      <a:pt x="24" y="0"/>
                    </a:cubicBezTo>
                    <a:cubicBezTo>
                      <a:pt x="22" y="1"/>
                      <a:pt x="21" y="2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5"/>
                      <a:pt x="18" y="6"/>
                      <a:pt x="17" y="7"/>
                    </a:cubicBezTo>
                    <a:cubicBezTo>
                      <a:pt x="17" y="7"/>
                      <a:pt x="17" y="7"/>
                      <a:pt x="16" y="7"/>
                    </a:cubicBezTo>
                    <a:cubicBezTo>
                      <a:pt x="15" y="8"/>
                      <a:pt x="14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9" y="16"/>
                      <a:pt x="5" y="23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" y="32"/>
                      <a:pt x="0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" y="37"/>
                      <a:pt x="7" y="38"/>
                      <a:pt x="8" y="42"/>
                    </a:cubicBezTo>
                    <a:cubicBezTo>
                      <a:pt x="14" y="38"/>
                      <a:pt x="21" y="36"/>
                      <a:pt x="20" y="45"/>
                    </a:cubicBezTo>
                    <a:cubicBezTo>
                      <a:pt x="30" y="39"/>
                      <a:pt x="34" y="44"/>
                      <a:pt x="32" y="56"/>
                    </a:cubicBezTo>
                    <a:cubicBezTo>
                      <a:pt x="42" y="51"/>
                      <a:pt x="42" y="59"/>
                      <a:pt x="42" y="66"/>
                    </a:cubicBezTo>
                    <a:cubicBezTo>
                      <a:pt x="47" y="64"/>
                      <a:pt x="51" y="60"/>
                      <a:pt x="56" y="59"/>
                    </a:cubicBezTo>
                    <a:cubicBezTo>
                      <a:pt x="59" y="64"/>
                      <a:pt x="56" y="70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1" y="80"/>
                      <a:pt x="46" y="80"/>
                      <a:pt x="43" y="84"/>
                    </a:cubicBezTo>
                    <a:cubicBezTo>
                      <a:pt x="52" y="87"/>
                      <a:pt x="49" y="91"/>
                      <a:pt x="43" y="96"/>
                    </a:cubicBezTo>
                    <a:cubicBezTo>
                      <a:pt x="52" y="102"/>
                      <a:pt x="45" y="107"/>
                      <a:pt x="40" y="112"/>
                    </a:cubicBezTo>
                    <a:cubicBezTo>
                      <a:pt x="50" y="112"/>
                      <a:pt x="43" y="121"/>
                      <a:pt x="41" y="125"/>
                    </a:cubicBezTo>
                    <a:cubicBezTo>
                      <a:pt x="49" y="122"/>
                      <a:pt x="53" y="131"/>
                      <a:pt x="46" y="136"/>
                    </a:cubicBezTo>
                    <a:cubicBezTo>
                      <a:pt x="56" y="131"/>
                      <a:pt x="56" y="141"/>
                      <a:pt x="53" y="147"/>
                    </a:cubicBezTo>
                    <a:cubicBezTo>
                      <a:pt x="58" y="142"/>
                      <a:pt x="59" y="148"/>
                      <a:pt x="58" y="153"/>
                    </a:cubicBezTo>
                    <a:cubicBezTo>
                      <a:pt x="62" y="153"/>
                      <a:pt x="67" y="154"/>
                      <a:pt x="71" y="154"/>
                    </a:cubicBezTo>
                    <a:cubicBezTo>
                      <a:pt x="73" y="154"/>
                      <a:pt x="74" y="154"/>
                      <a:pt x="76" y="154"/>
                    </a:cubicBezTo>
                    <a:cubicBezTo>
                      <a:pt x="76" y="153"/>
                      <a:pt x="76" y="151"/>
                      <a:pt x="76" y="150"/>
                    </a:cubicBezTo>
                    <a:cubicBezTo>
                      <a:pt x="74" y="150"/>
                      <a:pt x="71" y="149"/>
                      <a:pt x="70" y="149"/>
                    </a:cubicBezTo>
                    <a:cubicBezTo>
                      <a:pt x="70" y="148"/>
                      <a:pt x="71" y="144"/>
                      <a:pt x="72" y="143"/>
                    </a:cubicBezTo>
                    <a:cubicBezTo>
                      <a:pt x="65" y="142"/>
                      <a:pt x="62" y="136"/>
                      <a:pt x="67" y="131"/>
                    </a:cubicBezTo>
                    <a:cubicBezTo>
                      <a:pt x="63" y="128"/>
                      <a:pt x="55" y="122"/>
                      <a:pt x="63" y="118"/>
                    </a:cubicBezTo>
                    <a:cubicBezTo>
                      <a:pt x="61" y="115"/>
                      <a:pt x="57" y="107"/>
                      <a:pt x="62" y="106"/>
                    </a:cubicBezTo>
                    <a:cubicBezTo>
                      <a:pt x="61" y="102"/>
                      <a:pt x="61" y="100"/>
                      <a:pt x="62" y="99"/>
                    </a:cubicBezTo>
                    <a:cubicBezTo>
                      <a:pt x="61" y="97"/>
                      <a:pt x="61" y="97"/>
                      <a:pt x="61" y="97"/>
                    </a:cubicBezTo>
                    <a:cubicBezTo>
                      <a:pt x="63" y="96"/>
                      <a:pt x="66" y="95"/>
                      <a:pt x="68" y="95"/>
                    </a:cubicBezTo>
                    <a:cubicBezTo>
                      <a:pt x="68" y="95"/>
                      <a:pt x="70" y="95"/>
                      <a:pt x="69" y="96"/>
                    </a:cubicBezTo>
                    <a:cubicBezTo>
                      <a:pt x="85" y="98"/>
                      <a:pt x="103" y="123"/>
                      <a:pt x="119" y="137"/>
                    </a:cubicBezTo>
                    <a:cubicBezTo>
                      <a:pt x="119" y="135"/>
                      <a:pt x="118" y="133"/>
                      <a:pt x="117" y="131"/>
                    </a:cubicBezTo>
                    <a:cubicBezTo>
                      <a:pt x="119" y="128"/>
                      <a:pt x="118" y="124"/>
                      <a:pt x="119" y="120"/>
                    </a:cubicBezTo>
                    <a:cubicBezTo>
                      <a:pt x="120" y="116"/>
                      <a:pt x="124" y="113"/>
                      <a:pt x="125" y="109"/>
                    </a:cubicBezTo>
                    <a:cubicBezTo>
                      <a:pt x="125" y="104"/>
                      <a:pt x="122" y="102"/>
                      <a:pt x="121" y="98"/>
                    </a:cubicBezTo>
                    <a:cubicBezTo>
                      <a:pt x="120" y="94"/>
                      <a:pt x="120" y="90"/>
                      <a:pt x="120" y="87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22" name="Freeform 60">
                <a:extLst>
                  <a:ext uri="{FF2B5EF4-FFF2-40B4-BE49-F238E27FC236}">
                    <a16:creationId xmlns:a16="http://schemas.microsoft.com/office/drawing/2014/main" id="{7EF39027-0F7C-497C-B6B2-8E76CA239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018"/>
                <a:ext cx="380" cy="495"/>
              </a:xfrm>
              <a:custGeom>
                <a:avLst/>
                <a:gdLst>
                  <a:gd name="T0" fmla="*/ 3456 w 126"/>
                  <a:gd name="T1" fmla="*/ 1167 h 154"/>
                  <a:gd name="T2" fmla="*/ 3100 w 126"/>
                  <a:gd name="T3" fmla="*/ 363 h 154"/>
                  <a:gd name="T4" fmla="*/ 3073 w 126"/>
                  <a:gd name="T5" fmla="*/ 363 h 154"/>
                  <a:gd name="T6" fmla="*/ 2992 w 126"/>
                  <a:gd name="T7" fmla="*/ 238 h 154"/>
                  <a:gd name="T8" fmla="*/ 2992 w 126"/>
                  <a:gd name="T9" fmla="*/ 238 h 154"/>
                  <a:gd name="T10" fmla="*/ 2802 w 126"/>
                  <a:gd name="T11" fmla="*/ 0 h 154"/>
                  <a:gd name="T12" fmla="*/ 2437 w 126"/>
                  <a:gd name="T13" fmla="*/ 135 h 154"/>
                  <a:gd name="T14" fmla="*/ 2545 w 126"/>
                  <a:gd name="T15" fmla="*/ 495 h 154"/>
                  <a:gd name="T16" fmla="*/ 2220 w 126"/>
                  <a:gd name="T17" fmla="*/ 363 h 154"/>
                  <a:gd name="T18" fmla="*/ 2000 w 126"/>
                  <a:gd name="T19" fmla="*/ 765 h 154"/>
                  <a:gd name="T20" fmla="*/ 1755 w 126"/>
                  <a:gd name="T21" fmla="*/ 1064 h 154"/>
                  <a:gd name="T22" fmla="*/ 1538 w 126"/>
                  <a:gd name="T23" fmla="*/ 1395 h 154"/>
                  <a:gd name="T24" fmla="*/ 1237 w 126"/>
                  <a:gd name="T25" fmla="*/ 1755 h 154"/>
                  <a:gd name="T26" fmla="*/ 1264 w 126"/>
                  <a:gd name="T27" fmla="*/ 1861 h 154"/>
                  <a:gd name="T28" fmla="*/ 884 w 126"/>
                  <a:gd name="T29" fmla="*/ 1633 h 154"/>
                  <a:gd name="T30" fmla="*/ 1074 w 126"/>
                  <a:gd name="T31" fmla="*/ 2295 h 154"/>
                  <a:gd name="T32" fmla="*/ 790 w 126"/>
                  <a:gd name="T33" fmla="*/ 2221 h 154"/>
                  <a:gd name="T34" fmla="*/ 600 w 126"/>
                  <a:gd name="T35" fmla="*/ 2388 h 154"/>
                  <a:gd name="T36" fmla="*/ 627 w 126"/>
                  <a:gd name="T37" fmla="*/ 2623 h 154"/>
                  <a:gd name="T38" fmla="*/ 383 w 126"/>
                  <a:gd name="T39" fmla="*/ 2594 h 154"/>
                  <a:gd name="T40" fmla="*/ 163 w 126"/>
                  <a:gd name="T41" fmla="*/ 2893 h 154"/>
                  <a:gd name="T42" fmla="*/ 136 w 126"/>
                  <a:gd name="T43" fmla="*/ 3256 h 154"/>
                  <a:gd name="T44" fmla="*/ 27 w 126"/>
                  <a:gd name="T45" fmla="*/ 3616 h 154"/>
                  <a:gd name="T46" fmla="*/ 190 w 126"/>
                  <a:gd name="T47" fmla="*/ 3989 h 154"/>
                  <a:gd name="T48" fmla="*/ 244 w 126"/>
                  <a:gd name="T49" fmla="*/ 4349 h 154"/>
                  <a:gd name="T50" fmla="*/ 190 w 126"/>
                  <a:gd name="T51" fmla="*/ 4545 h 154"/>
                  <a:gd name="T52" fmla="*/ 1538 w 126"/>
                  <a:gd name="T53" fmla="*/ 3192 h 154"/>
                  <a:gd name="T54" fmla="*/ 1592 w 126"/>
                  <a:gd name="T55" fmla="*/ 3150 h 154"/>
                  <a:gd name="T56" fmla="*/ 1782 w 126"/>
                  <a:gd name="T57" fmla="*/ 3224 h 154"/>
                  <a:gd name="T58" fmla="*/ 1728 w 126"/>
                  <a:gd name="T59" fmla="*/ 3285 h 154"/>
                  <a:gd name="T60" fmla="*/ 1755 w 126"/>
                  <a:gd name="T61" fmla="*/ 3523 h 154"/>
                  <a:gd name="T62" fmla="*/ 1728 w 126"/>
                  <a:gd name="T63" fmla="*/ 3915 h 154"/>
                  <a:gd name="T64" fmla="*/ 1620 w 126"/>
                  <a:gd name="T65" fmla="*/ 4349 h 154"/>
                  <a:gd name="T66" fmla="*/ 1484 w 126"/>
                  <a:gd name="T67" fmla="*/ 4754 h 154"/>
                  <a:gd name="T68" fmla="*/ 1538 w 126"/>
                  <a:gd name="T69" fmla="*/ 4950 h 154"/>
                  <a:gd name="T70" fmla="*/ 1372 w 126"/>
                  <a:gd name="T71" fmla="*/ 4979 h 154"/>
                  <a:gd name="T72" fmla="*/ 1372 w 126"/>
                  <a:gd name="T73" fmla="*/ 5114 h 154"/>
                  <a:gd name="T74" fmla="*/ 1647 w 126"/>
                  <a:gd name="T75" fmla="*/ 5114 h 154"/>
                  <a:gd name="T76" fmla="*/ 1864 w 126"/>
                  <a:gd name="T77" fmla="*/ 5082 h 154"/>
                  <a:gd name="T78" fmla="*/ 2000 w 126"/>
                  <a:gd name="T79" fmla="*/ 4886 h 154"/>
                  <a:gd name="T80" fmla="*/ 2165 w 126"/>
                  <a:gd name="T81" fmla="*/ 4516 h 154"/>
                  <a:gd name="T82" fmla="*/ 2301 w 126"/>
                  <a:gd name="T83" fmla="*/ 4153 h 154"/>
                  <a:gd name="T84" fmla="*/ 2355 w 126"/>
                  <a:gd name="T85" fmla="*/ 3719 h 154"/>
                  <a:gd name="T86" fmla="*/ 2247 w 126"/>
                  <a:gd name="T87" fmla="*/ 3192 h 154"/>
                  <a:gd name="T88" fmla="*/ 2274 w 126"/>
                  <a:gd name="T89" fmla="*/ 2790 h 154"/>
                  <a:gd name="T90" fmla="*/ 1972 w 126"/>
                  <a:gd name="T91" fmla="*/ 2491 h 154"/>
                  <a:gd name="T92" fmla="*/ 1972 w 126"/>
                  <a:gd name="T93" fmla="*/ 2491 h 154"/>
                  <a:gd name="T94" fmla="*/ 1918 w 126"/>
                  <a:gd name="T95" fmla="*/ 1964 h 154"/>
                  <a:gd name="T96" fmla="*/ 2301 w 126"/>
                  <a:gd name="T97" fmla="*/ 2189 h 154"/>
                  <a:gd name="T98" fmla="*/ 2573 w 126"/>
                  <a:gd name="T99" fmla="*/ 1861 h 154"/>
                  <a:gd name="T100" fmla="*/ 2910 w 126"/>
                  <a:gd name="T101" fmla="*/ 1498 h 154"/>
                  <a:gd name="T102" fmla="*/ 3212 w 126"/>
                  <a:gd name="T103" fmla="*/ 1395 h 154"/>
                  <a:gd name="T104" fmla="*/ 3456 w 126"/>
                  <a:gd name="T105" fmla="*/ 1167 h 154"/>
                  <a:gd name="T106" fmla="*/ 3456 w 126"/>
                  <a:gd name="T107" fmla="*/ 1167 h 15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26" h="154">
                    <a:moveTo>
                      <a:pt x="126" y="35"/>
                    </a:moveTo>
                    <a:cubicBezTo>
                      <a:pt x="123" y="26"/>
                      <a:pt x="118" y="18"/>
                      <a:pt x="113" y="11"/>
                    </a:cubicBezTo>
                    <a:cubicBezTo>
                      <a:pt x="113" y="11"/>
                      <a:pt x="113" y="11"/>
                      <a:pt x="112" y="11"/>
                    </a:cubicBezTo>
                    <a:cubicBezTo>
                      <a:pt x="111" y="10"/>
                      <a:pt x="110" y="8"/>
                      <a:pt x="109" y="7"/>
                    </a:cubicBezTo>
                    <a:cubicBezTo>
                      <a:pt x="109" y="7"/>
                      <a:pt x="109" y="7"/>
                      <a:pt x="109" y="7"/>
                    </a:cubicBezTo>
                    <a:cubicBezTo>
                      <a:pt x="107" y="4"/>
                      <a:pt x="105" y="2"/>
                      <a:pt x="102" y="0"/>
                    </a:cubicBezTo>
                    <a:cubicBezTo>
                      <a:pt x="103" y="6"/>
                      <a:pt x="95" y="6"/>
                      <a:pt x="89" y="4"/>
                    </a:cubicBezTo>
                    <a:cubicBezTo>
                      <a:pt x="91" y="8"/>
                      <a:pt x="95" y="11"/>
                      <a:pt x="93" y="15"/>
                    </a:cubicBezTo>
                    <a:cubicBezTo>
                      <a:pt x="89" y="14"/>
                      <a:pt x="86" y="11"/>
                      <a:pt x="81" y="11"/>
                    </a:cubicBezTo>
                    <a:cubicBezTo>
                      <a:pt x="83" y="19"/>
                      <a:pt x="84" y="29"/>
                      <a:pt x="73" y="23"/>
                    </a:cubicBezTo>
                    <a:cubicBezTo>
                      <a:pt x="81" y="31"/>
                      <a:pt x="73" y="35"/>
                      <a:pt x="64" y="32"/>
                    </a:cubicBezTo>
                    <a:cubicBezTo>
                      <a:pt x="71" y="45"/>
                      <a:pt x="64" y="39"/>
                      <a:pt x="56" y="42"/>
                    </a:cubicBezTo>
                    <a:cubicBezTo>
                      <a:pt x="63" y="54"/>
                      <a:pt x="57" y="58"/>
                      <a:pt x="45" y="53"/>
                    </a:cubicBezTo>
                    <a:cubicBezTo>
                      <a:pt x="45" y="54"/>
                      <a:pt x="45" y="55"/>
                      <a:pt x="46" y="56"/>
                    </a:cubicBezTo>
                    <a:cubicBezTo>
                      <a:pt x="41" y="54"/>
                      <a:pt x="38" y="50"/>
                      <a:pt x="32" y="49"/>
                    </a:cubicBezTo>
                    <a:cubicBezTo>
                      <a:pt x="35" y="55"/>
                      <a:pt x="40" y="62"/>
                      <a:pt x="39" y="69"/>
                    </a:cubicBezTo>
                    <a:cubicBezTo>
                      <a:pt x="35" y="69"/>
                      <a:pt x="32" y="68"/>
                      <a:pt x="29" y="67"/>
                    </a:cubicBezTo>
                    <a:cubicBezTo>
                      <a:pt x="34" y="74"/>
                      <a:pt x="27" y="75"/>
                      <a:pt x="22" y="72"/>
                    </a:cubicBezTo>
                    <a:cubicBezTo>
                      <a:pt x="23" y="74"/>
                      <a:pt x="23" y="77"/>
                      <a:pt x="23" y="79"/>
                    </a:cubicBezTo>
                    <a:cubicBezTo>
                      <a:pt x="20" y="80"/>
                      <a:pt x="17" y="79"/>
                      <a:pt x="14" y="78"/>
                    </a:cubicBezTo>
                    <a:cubicBezTo>
                      <a:pt x="14" y="85"/>
                      <a:pt x="14" y="90"/>
                      <a:pt x="6" y="87"/>
                    </a:cubicBezTo>
                    <a:cubicBezTo>
                      <a:pt x="6" y="90"/>
                      <a:pt x="6" y="94"/>
                      <a:pt x="5" y="98"/>
                    </a:cubicBezTo>
                    <a:cubicBezTo>
                      <a:pt x="4" y="102"/>
                      <a:pt x="0" y="104"/>
                      <a:pt x="1" y="109"/>
                    </a:cubicBezTo>
                    <a:cubicBezTo>
                      <a:pt x="2" y="113"/>
                      <a:pt x="5" y="116"/>
                      <a:pt x="7" y="120"/>
                    </a:cubicBezTo>
                    <a:cubicBezTo>
                      <a:pt x="8" y="124"/>
                      <a:pt x="7" y="128"/>
                      <a:pt x="9" y="131"/>
                    </a:cubicBezTo>
                    <a:cubicBezTo>
                      <a:pt x="8" y="133"/>
                      <a:pt x="7" y="135"/>
                      <a:pt x="7" y="137"/>
                    </a:cubicBezTo>
                    <a:cubicBezTo>
                      <a:pt x="23" y="123"/>
                      <a:pt x="41" y="98"/>
                      <a:pt x="56" y="96"/>
                    </a:cubicBezTo>
                    <a:cubicBezTo>
                      <a:pt x="56" y="95"/>
                      <a:pt x="57" y="95"/>
                      <a:pt x="58" y="95"/>
                    </a:cubicBezTo>
                    <a:cubicBezTo>
                      <a:pt x="60" y="95"/>
                      <a:pt x="62" y="96"/>
                      <a:pt x="65" y="97"/>
                    </a:cubicBezTo>
                    <a:cubicBezTo>
                      <a:pt x="63" y="99"/>
                      <a:pt x="63" y="99"/>
                      <a:pt x="63" y="99"/>
                    </a:cubicBezTo>
                    <a:cubicBezTo>
                      <a:pt x="65" y="100"/>
                      <a:pt x="65" y="102"/>
                      <a:pt x="64" y="106"/>
                    </a:cubicBezTo>
                    <a:cubicBezTo>
                      <a:pt x="68" y="107"/>
                      <a:pt x="65" y="115"/>
                      <a:pt x="63" y="118"/>
                    </a:cubicBezTo>
                    <a:cubicBezTo>
                      <a:pt x="71" y="122"/>
                      <a:pt x="63" y="128"/>
                      <a:pt x="59" y="131"/>
                    </a:cubicBezTo>
                    <a:cubicBezTo>
                      <a:pt x="64" y="136"/>
                      <a:pt x="61" y="142"/>
                      <a:pt x="54" y="143"/>
                    </a:cubicBezTo>
                    <a:cubicBezTo>
                      <a:pt x="55" y="144"/>
                      <a:pt x="55" y="148"/>
                      <a:pt x="56" y="149"/>
                    </a:cubicBezTo>
                    <a:cubicBezTo>
                      <a:pt x="54" y="149"/>
                      <a:pt x="52" y="150"/>
                      <a:pt x="50" y="150"/>
                    </a:cubicBezTo>
                    <a:cubicBezTo>
                      <a:pt x="50" y="151"/>
                      <a:pt x="50" y="152"/>
                      <a:pt x="50" y="154"/>
                    </a:cubicBezTo>
                    <a:cubicBezTo>
                      <a:pt x="53" y="154"/>
                      <a:pt x="57" y="154"/>
                      <a:pt x="60" y="154"/>
                    </a:cubicBezTo>
                    <a:cubicBezTo>
                      <a:pt x="63" y="154"/>
                      <a:pt x="65" y="154"/>
                      <a:pt x="68" y="153"/>
                    </a:cubicBezTo>
                    <a:cubicBezTo>
                      <a:pt x="66" y="149"/>
                      <a:pt x="67" y="142"/>
                      <a:pt x="73" y="147"/>
                    </a:cubicBezTo>
                    <a:cubicBezTo>
                      <a:pt x="69" y="141"/>
                      <a:pt x="69" y="131"/>
                      <a:pt x="79" y="136"/>
                    </a:cubicBezTo>
                    <a:cubicBezTo>
                      <a:pt x="73" y="131"/>
                      <a:pt x="76" y="122"/>
                      <a:pt x="84" y="125"/>
                    </a:cubicBezTo>
                    <a:cubicBezTo>
                      <a:pt x="83" y="121"/>
                      <a:pt x="76" y="112"/>
                      <a:pt x="86" y="112"/>
                    </a:cubicBezTo>
                    <a:cubicBezTo>
                      <a:pt x="80" y="107"/>
                      <a:pt x="74" y="102"/>
                      <a:pt x="82" y="96"/>
                    </a:cubicBezTo>
                    <a:cubicBezTo>
                      <a:pt x="77" y="91"/>
                      <a:pt x="74" y="87"/>
                      <a:pt x="83" y="84"/>
                    </a:cubicBezTo>
                    <a:cubicBezTo>
                      <a:pt x="80" y="80"/>
                      <a:pt x="75" y="80"/>
                      <a:pt x="72" y="75"/>
                    </a:cubicBezTo>
                    <a:cubicBezTo>
                      <a:pt x="72" y="75"/>
                      <a:pt x="72" y="75"/>
                      <a:pt x="72" y="75"/>
                    </a:cubicBezTo>
                    <a:cubicBezTo>
                      <a:pt x="69" y="70"/>
                      <a:pt x="67" y="64"/>
                      <a:pt x="70" y="59"/>
                    </a:cubicBezTo>
                    <a:cubicBezTo>
                      <a:pt x="75" y="60"/>
                      <a:pt x="79" y="64"/>
                      <a:pt x="84" y="66"/>
                    </a:cubicBezTo>
                    <a:cubicBezTo>
                      <a:pt x="84" y="59"/>
                      <a:pt x="84" y="51"/>
                      <a:pt x="94" y="56"/>
                    </a:cubicBezTo>
                    <a:cubicBezTo>
                      <a:pt x="92" y="44"/>
                      <a:pt x="96" y="39"/>
                      <a:pt x="106" y="45"/>
                    </a:cubicBezTo>
                    <a:cubicBezTo>
                      <a:pt x="104" y="36"/>
                      <a:pt x="112" y="38"/>
                      <a:pt x="117" y="42"/>
                    </a:cubicBezTo>
                    <a:cubicBezTo>
                      <a:pt x="119" y="38"/>
                      <a:pt x="123" y="37"/>
                      <a:pt x="126" y="35"/>
                    </a:cubicBezTo>
                    <a:cubicBezTo>
                      <a:pt x="126" y="35"/>
                      <a:pt x="126" y="35"/>
                      <a:pt x="126" y="35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23" name="Freeform 61">
                <a:extLst>
                  <a:ext uri="{FF2B5EF4-FFF2-40B4-BE49-F238E27FC236}">
                    <a16:creationId xmlns:a16="http://schemas.microsoft.com/office/drawing/2014/main" id="{C499B073-9451-4A28-BDCA-9434308CE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172"/>
                <a:ext cx="100" cy="283"/>
              </a:xfrm>
              <a:custGeom>
                <a:avLst/>
                <a:gdLst>
                  <a:gd name="T0" fmla="*/ 918 w 33"/>
                  <a:gd name="T1" fmla="*/ 2926 h 88"/>
                  <a:gd name="T2" fmla="*/ 221 w 33"/>
                  <a:gd name="T3" fmla="*/ 0 h 88"/>
                  <a:gd name="T4" fmla="*/ 918 w 33"/>
                  <a:gd name="T5" fmla="*/ 292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88">
                    <a:moveTo>
                      <a:pt x="33" y="88"/>
                    </a:moveTo>
                    <a:cubicBezTo>
                      <a:pt x="0" y="64"/>
                      <a:pt x="4" y="24"/>
                      <a:pt x="8" y="0"/>
                    </a:cubicBezTo>
                    <a:cubicBezTo>
                      <a:pt x="7" y="29"/>
                      <a:pt x="18" y="55"/>
                      <a:pt x="33" y="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24" name="Freeform 62">
                <a:extLst>
                  <a:ext uri="{FF2B5EF4-FFF2-40B4-BE49-F238E27FC236}">
                    <a16:creationId xmlns:a16="http://schemas.microsoft.com/office/drawing/2014/main" id="{3159E5D9-D035-4E8D-BEAE-774DB56CD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989"/>
                <a:ext cx="172" cy="270"/>
              </a:xfrm>
              <a:custGeom>
                <a:avLst/>
                <a:gdLst>
                  <a:gd name="T0" fmla="*/ 1566 w 57"/>
                  <a:gd name="T1" fmla="*/ 0 h 84"/>
                  <a:gd name="T2" fmla="*/ 0 w 57"/>
                  <a:gd name="T3" fmla="*/ 2790 h 84"/>
                  <a:gd name="T4" fmla="*/ 1566 w 57"/>
                  <a:gd name="T5" fmla="*/ 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84">
                    <a:moveTo>
                      <a:pt x="57" y="0"/>
                    </a:moveTo>
                    <a:cubicBezTo>
                      <a:pt x="43" y="4"/>
                      <a:pt x="4" y="39"/>
                      <a:pt x="0" y="84"/>
                    </a:cubicBezTo>
                    <a:cubicBezTo>
                      <a:pt x="3" y="69"/>
                      <a:pt x="24" y="23"/>
                      <a:pt x="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25" name="Freeform 63">
                <a:extLst>
                  <a:ext uri="{FF2B5EF4-FFF2-40B4-BE49-F238E27FC236}">
                    <a16:creationId xmlns:a16="http://schemas.microsoft.com/office/drawing/2014/main" id="{2AAB822B-7D39-4844-B047-A2DD7DF51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118"/>
                <a:ext cx="211" cy="469"/>
              </a:xfrm>
              <a:custGeom>
                <a:avLst/>
                <a:gdLst>
                  <a:gd name="T0" fmla="*/ 654 w 70"/>
                  <a:gd name="T1" fmla="*/ 1124 h 146"/>
                  <a:gd name="T2" fmla="*/ 1426 w 70"/>
                  <a:gd name="T3" fmla="*/ 4179 h 146"/>
                  <a:gd name="T4" fmla="*/ 54 w 70"/>
                  <a:gd name="T5" fmla="*/ 2518 h 146"/>
                  <a:gd name="T6" fmla="*/ 546 w 70"/>
                  <a:gd name="T7" fmla="*/ 0 h 146"/>
                  <a:gd name="T8" fmla="*/ 654 w 70"/>
                  <a:gd name="T9" fmla="*/ 1124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46">
                    <a:moveTo>
                      <a:pt x="24" y="34"/>
                    </a:moveTo>
                    <a:cubicBezTo>
                      <a:pt x="22" y="78"/>
                      <a:pt x="34" y="106"/>
                      <a:pt x="52" y="126"/>
                    </a:cubicBezTo>
                    <a:cubicBezTo>
                      <a:pt x="70" y="146"/>
                      <a:pt x="4" y="112"/>
                      <a:pt x="2" y="76"/>
                    </a:cubicBezTo>
                    <a:cubicBezTo>
                      <a:pt x="0" y="40"/>
                      <a:pt x="10" y="0"/>
                      <a:pt x="20" y="0"/>
                    </a:cubicBezTo>
                    <a:cubicBezTo>
                      <a:pt x="30" y="0"/>
                      <a:pt x="24" y="8"/>
                      <a:pt x="24" y="34"/>
                    </a:cubicBezTo>
                    <a:close/>
                  </a:path>
                </a:pathLst>
              </a:cu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26" name="Freeform 64">
                <a:extLst>
                  <a:ext uri="{FF2B5EF4-FFF2-40B4-BE49-F238E27FC236}">
                    <a16:creationId xmlns:a16="http://schemas.microsoft.com/office/drawing/2014/main" id="{3D3C7831-48CA-4126-BE0C-F11072EA6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118"/>
                <a:ext cx="211" cy="469"/>
              </a:xfrm>
              <a:custGeom>
                <a:avLst/>
                <a:gdLst>
                  <a:gd name="T0" fmla="*/ 1263 w 70"/>
                  <a:gd name="T1" fmla="*/ 1124 h 146"/>
                  <a:gd name="T2" fmla="*/ 491 w 70"/>
                  <a:gd name="T3" fmla="*/ 4179 h 146"/>
                  <a:gd name="T4" fmla="*/ 1863 w 70"/>
                  <a:gd name="T5" fmla="*/ 2518 h 146"/>
                  <a:gd name="T6" fmla="*/ 1372 w 70"/>
                  <a:gd name="T7" fmla="*/ 0 h 146"/>
                  <a:gd name="T8" fmla="*/ 1263 w 70"/>
                  <a:gd name="T9" fmla="*/ 1124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46">
                    <a:moveTo>
                      <a:pt x="46" y="34"/>
                    </a:moveTo>
                    <a:cubicBezTo>
                      <a:pt x="48" y="78"/>
                      <a:pt x="36" y="106"/>
                      <a:pt x="18" y="126"/>
                    </a:cubicBezTo>
                    <a:cubicBezTo>
                      <a:pt x="0" y="146"/>
                      <a:pt x="66" y="112"/>
                      <a:pt x="68" y="76"/>
                    </a:cubicBezTo>
                    <a:cubicBezTo>
                      <a:pt x="70" y="40"/>
                      <a:pt x="60" y="0"/>
                      <a:pt x="50" y="0"/>
                    </a:cubicBezTo>
                    <a:cubicBezTo>
                      <a:pt x="40" y="0"/>
                      <a:pt x="46" y="8"/>
                      <a:pt x="46" y="34"/>
                    </a:cubicBezTo>
                    <a:close/>
                  </a:path>
                </a:pathLst>
              </a:cu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27" name="Freeform 65">
                <a:extLst>
                  <a:ext uri="{FF2B5EF4-FFF2-40B4-BE49-F238E27FC236}">
                    <a16:creationId xmlns:a16="http://schemas.microsoft.com/office/drawing/2014/main" id="{00ADD808-D596-4DBF-94F4-23E7EA7A9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471"/>
                <a:ext cx="103" cy="447"/>
              </a:xfrm>
              <a:custGeom>
                <a:avLst/>
                <a:gdLst>
                  <a:gd name="T0" fmla="*/ 479 w 34"/>
                  <a:gd name="T1" fmla="*/ 0 h 139"/>
                  <a:gd name="T2" fmla="*/ 27 w 34"/>
                  <a:gd name="T3" fmla="*/ 601 h 139"/>
                  <a:gd name="T4" fmla="*/ 248 w 34"/>
                  <a:gd name="T5" fmla="*/ 4094 h 139"/>
                  <a:gd name="T6" fmla="*/ 670 w 34"/>
                  <a:gd name="T7" fmla="*/ 4261 h 139"/>
                  <a:gd name="T8" fmla="*/ 918 w 34"/>
                  <a:gd name="T9" fmla="*/ 402 h 139"/>
                  <a:gd name="T10" fmla="*/ 479 w 34"/>
                  <a:gd name="T11" fmla="*/ 0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39">
                    <a:moveTo>
                      <a:pt x="17" y="0"/>
                    </a:moveTo>
                    <a:cubicBezTo>
                      <a:pt x="8" y="0"/>
                      <a:pt x="0" y="4"/>
                      <a:pt x="1" y="18"/>
                    </a:cubicBezTo>
                    <a:cubicBezTo>
                      <a:pt x="1" y="33"/>
                      <a:pt x="9" y="107"/>
                      <a:pt x="9" y="123"/>
                    </a:cubicBezTo>
                    <a:cubicBezTo>
                      <a:pt x="9" y="139"/>
                      <a:pt x="24" y="128"/>
                      <a:pt x="24" y="128"/>
                    </a:cubicBezTo>
                    <a:cubicBezTo>
                      <a:pt x="24" y="128"/>
                      <a:pt x="34" y="19"/>
                      <a:pt x="33" y="12"/>
                    </a:cubicBezTo>
                    <a:cubicBezTo>
                      <a:pt x="33" y="6"/>
                      <a:pt x="26" y="0"/>
                      <a:pt x="17" y="0"/>
                    </a:cubicBezTo>
                    <a:close/>
                  </a:path>
                </a:pathLst>
              </a:custGeom>
              <a:solidFill>
                <a:srgbClr val="B6A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28" name="Freeform 66">
                <a:extLst>
                  <a:ext uri="{FF2B5EF4-FFF2-40B4-BE49-F238E27FC236}">
                    <a16:creationId xmlns:a16="http://schemas.microsoft.com/office/drawing/2014/main" id="{C4AFCEC8-8720-4C8A-A635-A104A35C1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063"/>
                <a:ext cx="124" cy="399"/>
              </a:xfrm>
              <a:custGeom>
                <a:avLst/>
                <a:gdLst>
                  <a:gd name="T0" fmla="*/ 998 w 41"/>
                  <a:gd name="T1" fmla="*/ 2494 h 124"/>
                  <a:gd name="T2" fmla="*/ 0 w 41"/>
                  <a:gd name="T3" fmla="*/ 0 h 124"/>
                  <a:gd name="T4" fmla="*/ 27 w 41"/>
                  <a:gd name="T5" fmla="*/ 32 h 124"/>
                  <a:gd name="T6" fmla="*/ 330 w 41"/>
                  <a:gd name="T7" fmla="*/ 570 h 124"/>
                  <a:gd name="T8" fmla="*/ 547 w 41"/>
                  <a:gd name="T9" fmla="*/ 3469 h 124"/>
                  <a:gd name="T10" fmla="*/ 777 w 41"/>
                  <a:gd name="T11" fmla="*/ 3562 h 124"/>
                  <a:gd name="T12" fmla="*/ 1134 w 41"/>
                  <a:gd name="T13" fmla="*/ 2838 h 124"/>
                  <a:gd name="T14" fmla="*/ 998 w 41"/>
                  <a:gd name="T15" fmla="*/ 2494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4">
                    <a:moveTo>
                      <a:pt x="36" y="75"/>
                    </a:moveTo>
                    <a:cubicBezTo>
                      <a:pt x="36" y="57"/>
                      <a:pt x="26" y="8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4" y="4"/>
                      <a:pt x="8" y="10"/>
                      <a:pt x="12" y="17"/>
                    </a:cubicBezTo>
                    <a:cubicBezTo>
                      <a:pt x="21" y="33"/>
                      <a:pt x="36" y="67"/>
                      <a:pt x="20" y="104"/>
                    </a:cubicBezTo>
                    <a:cubicBezTo>
                      <a:pt x="10" y="124"/>
                      <a:pt x="20" y="123"/>
                      <a:pt x="28" y="107"/>
                    </a:cubicBezTo>
                    <a:cubicBezTo>
                      <a:pt x="33" y="99"/>
                      <a:pt x="37" y="91"/>
                      <a:pt x="41" y="85"/>
                    </a:cubicBezTo>
                    <a:cubicBezTo>
                      <a:pt x="37" y="89"/>
                      <a:pt x="35" y="88"/>
                      <a:pt x="36" y="75"/>
                    </a:cubicBezTo>
                    <a:close/>
                  </a:path>
                </a:pathLst>
              </a:custGeom>
              <a:solidFill>
                <a:srgbClr val="8677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29" name="Freeform 67">
                <a:extLst>
                  <a:ext uri="{FF2B5EF4-FFF2-40B4-BE49-F238E27FC236}">
                    <a16:creationId xmlns:a16="http://schemas.microsoft.com/office/drawing/2014/main" id="{410A05C0-F772-49B6-B93C-00827CA35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250"/>
                <a:ext cx="172" cy="250"/>
              </a:xfrm>
              <a:custGeom>
                <a:avLst/>
                <a:gdLst>
                  <a:gd name="T0" fmla="*/ 1566 w 57"/>
                  <a:gd name="T1" fmla="*/ 494 h 78"/>
                  <a:gd name="T2" fmla="*/ 465 w 57"/>
                  <a:gd name="T3" fmla="*/ 433 h 78"/>
                  <a:gd name="T4" fmla="*/ 573 w 57"/>
                  <a:gd name="T5" fmla="*/ 2567 h 78"/>
                  <a:gd name="T6" fmla="*/ 628 w 57"/>
                  <a:gd name="T7" fmla="*/ 689 h 78"/>
                  <a:gd name="T8" fmla="*/ 1566 w 57"/>
                  <a:gd name="T9" fmla="*/ 494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78">
                    <a:moveTo>
                      <a:pt x="57" y="15"/>
                    </a:moveTo>
                    <a:cubicBezTo>
                      <a:pt x="45" y="5"/>
                      <a:pt x="28" y="0"/>
                      <a:pt x="17" y="13"/>
                    </a:cubicBezTo>
                    <a:cubicBezTo>
                      <a:pt x="0" y="34"/>
                      <a:pt x="5" y="67"/>
                      <a:pt x="21" y="78"/>
                    </a:cubicBezTo>
                    <a:cubicBezTo>
                      <a:pt x="10" y="56"/>
                      <a:pt x="15" y="31"/>
                      <a:pt x="23" y="21"/>
                    </a:cubicBezTo>
                    <a:cubicBezTo>
                      <a:pt x="31" y="11"/>
                      <a:pt x="50" y="8"/>
                      <a:pt x="5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30" name="Freeform 68">
                <a:extLst>
                  <a:ext uri="{FF2B5EF4-FFF2-40B4-BE49-F238E27FC236}">
                    <a16:creationId xmlns:a16="http://schemas.microsoft.com/office/drawing/2014/main" id="{066A2DB9-9560-48C3-86EF-790AA3089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372"/>
                <a:ext cx="1194" cy="1823"/>
              </a:xfrm>
              <a:custGeom>
                <a:avLst/>
                <a:gdLst>
                  <a:gd name="T0" fmla="*/ 10665 w 396"/>
                  <a:gd name="T1" fmla="*/ 5418 h 567"/>
                  <a:gd name="T2" fmla="*/ 9428 w 396"/>
                  <a:gd name="T3" fmla="*/ 3794 h 567"/>
                  <a:gd name="T4" fmla="*/ 9483 w 396"/>
                  <a:gd name="T5" fmla="*/ 1923 h 567"/>
                  <a:gd name="T6" fmla="*/ 8201 w 396"/>
                  <a:gd name="T7" fmla="*/ 270 h 567"/>
                  <a:gd name="T8" fmla="*/ 7728 w 396"/>
                  <a:gd name="T9" fmla="*/ 0 h 567"/>
                  <a:gd name="T10" fmla="*/ 7674 w 396"/>
                  <a:gd name="T11" fmla="*/ 238 h 567"/>
                  <a:gd name="T12" fmla="*/ 6881 w 396"/>
                  <a:gd name="T13" fmla="*/ 4154 h 567"/>
                  <a:gd name="T14" fmla="*/ 5292 w 396"/>
                  <a:gd name="T15" fmla="*/ 3958 h 567"/>
                  <a:gd name="T16" fmla="*/ 3672 w 396"/>
                  <a:gd name="T17" fmla="*/ 4591 h 567"/>
                  <a:gd name="T18" fmla="*/ 3072 w 396"/>
                  <a:gd name="T19" fmla="*/ 6884 h 567"/>
                  <a:gd name="T20" fmla="*/ 1972 w 396"/>
                  <a:gd name="T21" fmla="*/ 7080 h 567"/>
                  <a:gd name="T22" fmla="*/ 54 w 396"/>
                  <a:gd name="T23" fmla="*/ 9138 h 567"/>
                  <a:gd name="T24" fmla="*/ 992 w 396"/>
                  <a:gd name="T25" fmla="*/ 11960 h 567"/>
                  <a:gd name="T26" fmla="*/ 1345 w 396"/>
                  <a:gd name="T27" fmla="*/ 13533 h 567"/>
                  <a:gd name="T28" fmla="*/ 1372 w 396"/>
                  <a:gd name="T29" fmla="*/ 14719 h 567"/>
                  <a:gd name="T30" fmla="*/ 1372 w 396"/>
                  <a:gd name="T31" fmla="*/ 14719 h 567"/>
                  <a:gd name="T32" fmla="*/ 1701 w 396"/>
                  <a:gd name="T33" fmla="*/ 16221 h 567"/>
                  <a:gd name="T34" fmla="*/ 4300 w 396"/>
                  <a:gd name="T35" fmla="*/ 16156 h 567"/>
                  <a:gd name="T36" fmla="*/ 7481 w 396"/>
                  <a:gd name="T37" fmla="*/ 16581 h 567"/>
                  <a:gd name="T38" fmla="*/ 8774 w 396"/>
                  <a:gd name="T39" fmla="*/ 18182 h 567"/>
                  <a:gd name="T40" fmla="*/ 8964 w 396"/>
                  <a:gd name="T41" fmla="*/ 18844 h 567"/>
                  <a:gd name="T42" fmla="*/ 9591 w 396"/>
                  <a:gd name="T43" fmla="*/ 17812 h 567"/>
                  <a:gd name="T44" fmla="*/ 10390 w 396"/>
                  <a:gd name="T45" fmla="*/ 15484 h 567"/>
                  <a:gd name="T46" fmla="*/ 9591 w 396"/>
                  <a:gd name="T47" fmla="*/ 13954 h 567"/>
                  <a:gd name="T48" fmla="*/ 10529 w 396"/>
                  <a:gd name="T49" fmla="*/ 13324 h 567"/>
                  <a:gd name="T50" fmla="*/ 10719 w 396"/>
                  <a:gd name="T51" fmla="*/ 11568 h 567"/>
                  <a:gd name="T52" fmla="*/ 9983 w 396"/>
                  <a:gd name="T53" fmla="*/ 9334 h 567"/>
                  <a:gd name="T54" fmla="*/ 10746 w 396"/>
                  <a:gd name="T55" fmla="*/ 8208 h 567"/>
                  <a:gd name="T56" fmla="*/ 10665 w 396"/>
                  <a:gd name="T57" fmla="*/ 5418 h 5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96" h="567">
                    <a:moveTo>
                      <a:pt x="389" y="163"/>
                    </a:moveTo>
                    <a:cubicBezTo>
                      <a:pt x="382" y="129"/>
                      <a:pt x="363" y="112"/>
                      <a:pt x="344" y="114"/>
                    </a:cubicBezTo>
                    <a:cubicBezTo>
                      <a:pt x="349" y="109"/>
                      <a:pt x="361" y="75"/>
                      <a:pt x="346" y="58"/>
                    </a:cubicBezTo>
                    <a:cubicBezTo>
                      <a:pt x="331" y="41"/>
                      <a:pt x="312" y="16"/>
                      <a:pt x="299" y="8"/>
                    </a:cubicBezTo>
                    <a:cubicBezTo>
                      <a:pt x="294" y="5"/>
                      <a:pt x="288" y="2"/>
                      <a:pt x="282" y="0"/>
                    </a:cubicBezTo>
                    <a:cubicBezTo>
                      <a:pt x="281" y="2"/>
                      <a:pt x="280" y="5"/>
                      <a:pt x="280" y="7"/>
                    </a:cubicBezTo>
                    <a:cubicBezTo>
                      <a:pt x="271" y="43"/>
                      <a:pt x="298" y="104"/>
                      <a:pt x="251" y="125"/>
                    </a:cubicBezTo>
                    <a:cubicBezTo>
                      <a:pt x="231" y="134"/>
                      <a:pt x="213" y="123"/>
                      <a:pt x="193" y="119"/>
                    </a:cubicBezTo>
                    <a:cubicBezTo>
                      <a:pt x="175" y="115"/>
                      <a:pt x="147" y="124"/>
                      <a:pt x="134" y="138"/>
                    </a:cubicBezTo>
                    <a:cubicBezTo>
                      <a:pt x="117" y="157"/>
                      <a:pt x="128" y="188"/>
                      <a:pt x="112" y="207"/>
                    </a:cubicBezTo>
                    <a:cubicBezTo>
                      <a:pt x="101" y="220"/>
                      <a:pt x="87" y="209"/>
                      <a:pt x="72" y="213"/>
                    </a:cubicBezTo>
                    <a:cubicBezTo>
                      <a:pt x="46" y="219"/>
                      <a:pt x="0" y="244"/>
                      <a:pt x="2" y="275"/>
                    </a:cubicBezTo>
                    <a:cubicBezTo>
                      <a:pt x="4" y="303"/>
                      <a:pt x="26" y="335"/>
                      <a:pt x="36" y="360"/>
                    </a:cubicBezTo>
                    <a:cubicBezTo>
                      <a:pt x="42" y="376"/>
                      <a:pt x="48" y="391"/>
                      <a:pt x="49" y="407"/>
                    </a:cubicBezTo>
                    <a:cubicBezTo>
                      <a:pt x="50" y="419"/>
                      <a:pt x="43" y="425"/>
                      <a:pt x="50" y="443"/>
                    </a:cubicBezTo>
                    <a:cubicBezTo>
                      <a:pt x="50" y="443"/>
                      <a:pt x="50" y="443"/>
                      <a:pt x="50" y="443"/>
                    </a:cubicBezTo>
                    <a:cubicBezTo>
                      <a:pt x="57" y="459"/>
                      <a:pt x="43" y="477"/>
                      <a:pt x="62" y="488"/>
                    </a:cubicBezTo>
                    <a:cubicBezTo>
                      <a:pt x="105" y="511"/>
                      <a:pt x="133" y="496"/>
                      <a:pt x="157" y="486"/>
                    </a:cubicBezTo>
                    <a:cubicBezTo>
                      <a:pt x="195" y="471"/>
                      <a:pt x="252" y="456"/>
                      <a:pt x="273" y="499"/>
                    </a:cubicBezTo>
                    <a:cubicBezTo>
                      <a:pt x="283" y="523"/>
                      <a:pt x="305" y="528"/>
                      <a:pt x="320" y="547"/>
                    </a:cubicBezTo>
                    <a:cubicBezTo>
                      <a:pt x="324" y="552"/>
                      <a:pt x="325" y="561"/>
                      <a:pt x="327" y="567"/>
                    </a:cubicBezTo>
                    <a:cubicBezTo>
                      <a:pt x="334" y="560"/>
                      <a:pt x="342" y="550"/>
                      <a:pt x="350" y="536"/>
                    </a:cubicBezTo>
                    <a:cubicBezTo>
                      <a:pt x="358" y="521"/>
                      <a:pt x="379" y="496"/>
                      <a:pt x="379" y="466"/>
                    </a:cubicBezTo>
                    <a:cubicBezTo>
                      <a:pt x="380" y="439"/>
                      <a:pt x="361" y="428"/>
                      <a:pt x="350" y="420"/>
                    </a:cubicBezTo>
                    <a:cubicBezTo>
                      <a:pt x="356" y="421"/>
                      <a:pt x="375" y="415"/>
                      <a:pt x="384" y="401"/>
                    </a:cubicBezTo>
                    <a:cubicBezTo>
                      <a:pt x="393" y="387"/>
                      <a:pt x="392" y="379"/>
                      <a:pt x="391" y="348"/>
                    </a:cubicBezTo>
                    <a:cubicBezTo>
                      <a:pt x="390" y="317"/>
                      <a:pt x="385" y="288"/>
                      <a:pt x="364" y="281"/>
                    </a:cubicBezTo>
                    <a:cubicBezTo>
                      <a:pt x="373" y="278"/>
                      <a:pt x="393" y="262"/>
                      <a:pt x="392" y="247"/>
                    </a:cubicBezTo>
                    <a:cubicBezTo>
                      <a:pt x="391" y="232"/>
                      <a:pt x="396" y="197"/>
                      <a:pt x="389" y="163"/>
                    </a:cubicBezTo>
                    <a:close/>
                  </a:path>
                </a:pathLst>
              </a:cu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31" name="Freeform 69">
                <a:extLst>
                  <a:ext uri="{FF2B5EF4-FFF2-40B4-BE49-F238E27FC236}">
                    <a16:creationId xmlns:a16="http://schemas.microsoft.com/office/drawing/2014/main" id="{1CCC2E51-4FB4-4DC7-8CDC-E3BA42774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487"/>
                <a:ext cx="1113" cy="1197"/>
              </a:xfrm>
              <a:custGeom>
                <a:avLst/>
                <a:gdLst>
                  <a:gd name="T0" fmla="*/ 7743 w 369"/>
                  <a:gd name="T1" fmla="*/ 11391 h 372"/>
                  <a:gd name="T2" fmla="*/ 9552 w 369"/>
                  <a:gd name="T3" fmla="*/ 11867 h 372"/>
                  <a:gd name="T4" fmla="*/ 10098 w 369"/>
                  <a:gd name="T5" fmla="*/ 11223 h 372"/>
                  <a:gd name="T6" fmla="*/ 10044 w 369"/>
                  <a:gd name="T7" fmla="*/ 10261 h 372"/>
                  <a:gd name="T8" fmla="*/ 9908 w 369"/>
                  <a:gd name="T9" fmla="*/ 9431 h 372"/>
                  <a:gd name="T10" fmla="*/ 9471 w 369"/>
                  <a:gd name="T11" fmla="*/ 8833 h 372"/>
                  <a:gd name="T12" fmla="*/ 9079 w 369"/>
                  <a:gd name="T13" fmla="*/ 8128 h 372"/>
                  <a:gd name="T14" fmla="*/ 9471 w 369"/>
                  <a:gd name="T15" fmla="*/ 7362 h 372"/>
                  <a:gd name="T16" fmla="*/ 9963 w 369"/>
                  <a:gd name="T17" fmla="*/ 6970 h 372"/>
                  <a:gd name="T18" fmla="*/ 10098 w 369"/>
                  <a:gd name="T19" fmla="*/ 6326 h 372"/>
                  <a:gd name="T20" fmla="*/ 9936 w 369"/>
                  <a:gd name="T21" fmla="*/ 4897 h 372"/>
                  <a:gd name="T22" fmla="*/ 9525 w 369"/>
                  <a:gd name="T23" fmla="*/ 4659 h 372"/>
                  <a:gd name="T24" fmla="*/ 9025 w 369"/>
                  <a:gd name="T25" fmla="*/ 5332 h 372"/>
                  <a:gd name="T26" fmla="*/ 8370 w 369"/>
                  <a:gd name="T27" fmla="*/ 6429 h 372"/>
                  <a:gd name="T28" fmla="*/ 6940 w 369"/>
                  <a:gd name="T29" fmla="*/ 6999 h 372"/>
                  <a:gd name="T30" fmla="*/ 6422 w 369"/>
                  <a:gd name="T31" fmla="*/ 5995 h 372"/>
                  <a:gd name="T32" fmla="*/ 6123 w 369"/>
                  <a:gd name="T33" fmla="*/ 5033 h 372"/>
                  <a:gd name="T34" fmla="*/ 5987 w 369"/>
                  <a:gd name="T35" fmla="*/ 3726 h 372"/>
                  <a:gd name="T36" fmla="*/ 6940 w 369"/>
                  <a:gd name="T37" fmla="*/ 3231 h 372"/>
                  <a:gd name="T38" fmla="*/ 8614 w 369"/>
                  <a:gd name="T39" fmla="*/ 827 h 372"/>
                  <a:gd name="T40" fmla="*/ 7824 w 369"/>
                  <a:gd name="T41" fmla="*/ 32 h 372"/>
                  <a:gd name="T42" fmla="*/ 7634 w 369"/>
                  <a:gd name="T43" fmla="*/ 61 h 372"/>
                  <a:gd name="T44" fmla="*/ 6886 w 369"/>
                  <a:gd name="T45" fmla="*/ 2960 h 372"/>
                  <a:gd name="T46" fmla="*/ 5294 w 369"/>
                  <a:gd name="T47" fmla="*/ 2764 h 372"/>
                  <a:gd name="T48" fmla="*/ 3677 w 369"/>
                  <a:gd name="T49" fmla="*/ 3395 h 372"/>
                  <a:gd name="T50" fmla="*/ 3074 w 369"/>
                  <a:gd name="T51" fmla="*/ 5695 h 372"/>
                  <a:gd name="T52" fmla="*/ 1976 w 369"/>
                  <a:gd name="T53" fmla="*/ 5901 h 372"/>
                  <a:gd name="T54" fmla="*/ 54 w 369"/>
                  <a:gd name="T55" fmla="*/ 7961 h 372"/>
                  <a:gd name="T56" fmla="*/ 992 w 369"/>
                  <a:gd name="T57" fmla="*/ 10799 h 372"/>
                  <a:gd name="T58" fmla="*/ 1291 w 369"/>
                  <a:gd name="T59" fmla="*/ 11957 h 372"/>
                  <a:gd name="T60" fmla="*/ 2030 w 369"/>
                  <a:gd name="T61" fmla="*/ 12198 h 372"/>
                  <a:gd name="T62" fmla="*/ 3131 w 369"/>
                  <a:gd name="T63" fmla="*/ 11928 h 372"/>
                  <a:gd name="T64" fmla="*/ 4286 w 369"/>
                  <a:gd name="T65" fmla="*/ 11523 h 372"/>
                  <a:gd name="T66" fmla="*/ 4941 w 369"/>
                  <a:gd name="T67" fmla="*/ 10197 h 372"/>
                  <a:gd name="T68" fmla="*/ 3894 w 369"/>
                  <a:gd name="T69" fmla="*/ 9193 h 372"/>
                  <a:gd name="T70" fmla="*/ 4340 w 369"/>
                  <a:gd name="T71" fmla="*/ 8324 h 372"/>
                  <a:gd name="T72" fmla="*/ 4057 w 369"/>
                  <a:gd name="T73" fmla="*/ 6793 h 372"/>
                  <a:gd name="T74" fmla="*/ 3402 w 369"/>
                  <a:gd name="T75" fmla="*/ 5467 h 372"/>
                  <a:gd name="T76" fmla="*/ 4165 w 369"/>
                  <a:gd name="T77" fmla="*/ 4402 h 372"/>
                  <a:gd name="T78" fmla="*/ 5158 w 369"/>
                  <a:gd name="T79" fmla="*/ 3996 h 372"/>
                  <a:gd name="T80" fmla="*/ 5758 w 369"/>
                  <a:gd name="T81" fmla="*/ 5467 h 372"/>
                  <a:gd name="T82" fmla="*/ 6204 w 369"/>
                  <a:gd name="T83" fmla="*/ 7526 h 372"/>
                  <a:gd name="T84" fmla="*/ 6968 w 369"/>
                  <a:gd name="T85" fmla="*/ 8398 h 372"/>
                  <a:gd name="T86" fmla="*/ 6913 w 369"/>
                  <a:gd name="T87" fmla="*/ 10332 h 372"/>
                  <a:gd name="T88" fmla="*/ 7743 w 369"/>
                  <a:gd name="T89" fmla="*/ 11391 h 37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69" h="372">
                    <a:moveTo>
                      <a:pt x="282" y="342"/>
                    </a:moveTo>
                    <a:cubicBezTo>
                      <a:pt x="302" y="340"/>
                      <a:pt x="330" y="356"/>
                      <a:pt x="348" y="356"/>
                    </a:cubicBezTo>
                    <a:cubicBezTo>
                      <a:pt x="366" y="356"/>
                      <a:pt x="368" y="352"/>
                      <a:pt x="368" y="337"/>
                    </a:cubicBezTo>
                    <a:cubicBezTo>
                      <a:pt x="368" y="327"/>
                      <a:pt x="368" y="317"/>
                      <a:pt x="366" y="308"/>
                    </a:cubicBezTo>
                    <a:cubicBezTo>
                      <a:pt x="365" y="299"/>
                      <a:pt x="365" y="291"/>
                      <a:pt x="361" y="283"/>
                    </a:cubicBezTo>
                    <a:cubicBezTo>
                      <a:pt x="356" y="276"/>
                      <a:pt x="351" y="270"/>
                      <a:pt x="345" y="265"/>
                    </a:cubicBezTo>
                    <a:cubicBezTo>
                      <a:pt x="339" y="260"/>
                      <a:pt x="330" y="253"/>
                      <a:pt x="331" y="244"/>
                    </a:cubicBezTo>
                    <a:cubicBezTo>
                      <a:pt x="331" y="236"/>
                      <a:pt x="339" y="226"/>
                      <a:pt x="345" y="221"/>
                    </a:cubicBezTo>
                    <a:cubicBezTo>
                      <a:pt x="351" y="216"/>
                      <a:pt x="359" y="216"/>
                      <a:pt x="363" y="209"/>
                    </a:cubicBezTo>
                    <a:cubicBezTo>
                      <a:pt x="366" y="204"/>
                      <a:pt x="368" y="196"/>
                      <a:pt x="368" y="190"/>
                    </a:cubicBezTo>
                    <a:cubicBezTo>
                      <a:pt x="369" y="176"/>
                      <a:pt x="368" y="160"/>
                      <a:pt x="362" y="147"/>
                    </a:cubicBezTo>
                    <a:cubicBezTo>
                      <a:pt x="358" y="139"/>
                      <a:pt x="355" y="136"/>
                      <a:pt x="347" y="140"/>
                    </a:cubicBezTo>
                    <a:cubicBezTo>
                      <a:pt x="342" y="143"/>
                      <a:pt x="331" y="155"/>
                      <a:pt x="329" y="160"/>
                    </a:cubicBezTo>
                    <a:cubicBezTo>
                      <a:pt x="322" y="168"/>
                      <a:pt x="311" y="183"/>
                      <a:pt x="305" y="193"/>
                    </a:cubicBezTo>
                    <a:cubicBezTo>
                      <a:pt x="301" y="200"/>
                      <a:pt x="265" y="216"/>
                      <a:pt x="253" y="210"/>
                    </a:cubicBezTo>
                    <a:cubicBezTo>
                      <a:pt x="240" y="204"/>
                      <a:pt x="232" y="194"/>
                      <a:pt x="234" y="180"/>
                    </a:cubicBezTo>
                    <a:cubicBezTo>
                      <a:pt x="235" y="166"/>
                      <a:pt x="235" y="160"/>
                      <a:pt x="223" y="151"/>
                    </a:cubicBezTo>
                    <a:cubicBezTo>
                      <a:pt x="218" y="147"/>
                      <a:pt x="210" y="126"/>
                      <a:pt x="218" y="112"/>
                    </a:cubicBezTo>
                    <a:cubicBezTo>
                      <a:pt x="226" y="99"/>
                      <a:pt x="249" y="93"/>
                      <a:pt x="253" y="97"/>
                    </a:cubicBezTo>
                    <a:cubicBezTo>
                      <a:pt x="262" y="103"/>
                      <a:pt x="328" y="44"/>
                      <a:pt x="314" y="25"/>
                    </a:cubicBezTo>
                    <a:cubicBezTo>
                      <a:pt x="308" y="17"/>
                      <a:pt x="295" y="3"/>
                      <a:pt x="285" y="1"/>
                    </a:cubicBezTo>
                    <a:cubicBezTo>
                      <a:pt x="282" y="0"/>
                      <a:pt x="280" y="1"/>
                      <a:pt x="278" y="2"/>
                    </a:cubicBezTo>
                    <a:cubicBezTo>
                      <a:pt x="280" y="36"/>
                      <a:pt x="286" y="74"/>
                      <a:pt x="251" y="89"/>
                    </a:cubicBezTo>
                    <a:cubicBezTo>
                      <a:pt x="231" y="98"/>
                      <a:pt x="213" y="87"/>
                      <a:pt x="193" y="83"/>
                    </a:cubicBezTo>
                    <a:cubicBezTo>
                      <a:pt x="175" y="79"/>
                      <a:pt x="147" y="88"/>
                      <a:pt x="134" y="102"/>
                    </a:cubicBezTo>
                    <a:cubicBezTo>
                      <a:pt x="117" y="121"/>
                      <a:pt x="128" y="152"/>
                      <a:pt x="112" y="171"/>
                    </a:cubicBezTo>
                    <a:cubicBezTo>
                      <a:pt x="101" y="184"/>
                      <a:pt x="87" y="173"/>
                      <a:pt x="72" y="177"/>
                    </a:cubicBezTo>
                    <a:cubicBezTo>
                      <a:pt x="46" y="183"/>
                      <a:pt x="0" y="208"/>
                      <a:pt x="2" y="239"/>
                    </a:cubicBezTo>
                    <a:cubicBezTo>
                      <a:pt x="4" y="267"/>
                      <a:pt x="26" y="299"/>
                      <a:pt x="36" y="324"/>
                    </a:cubicBezTo>
                    <a:cubicBezTo>
                      <a:pt x="41" y="337"/>
                      <a:pt x="45" y="348"/>
                      <a:pt x="47" y="359"/>
                    </a:cubicBezTo>
                    <a:cubicBezTo>
                      <a:pt x="56" y="358"/>
                      <a:pt x="66" y="363"/>
                      <a:pt x="74" y="366"/>
                    </a:cubicBezTo>
                    <a:cubicBezTo>
                      <a:pt x="86" y="372"/>
                      <a:pt x="100" y="366"/>
                      <a:pt x="114" y="358"/>
                    </a:cubicBezTo>
                    <a:cubicBezTo>
                      <a:pt x="128" y="350"/>
                      <a:pt x="138" y="358"/>
                      <a:pt x="156" y="346"/>
                    </a:cubicBezTo>
                    <a:cubicBezTo>
                      <a:pt x="174" y="334"/>
                      <a:pt x="182" y="320"/>
                      <a:pt x="180" y="306"/>
                    </a:cubicBezTo>
                    <a:cubicBezTo>
                      <a:pt x="178" y="292"/>
                      <a:pt x="148" y="296"/>
                      <a:pt x="142" y="276"/>
                    </a:cubicBezTo>
                    <a:cubicBezTo>
                      <a:pt x="136" y="256"/>
                      <a:pt x="150" y="264"/>
                      <a:pt x="158" y="250"/>
                    </a:cubicBezTo>
                    <a:cubicBezTo>
                      <a:pt x="166" y="236"/>
                      <a:pt x="152" y="220"/>
                      <a:pt x="148" y="204"/>
                    </a:cubicBezTo>
                    <a:cubicBezTo>
                      <a:pt x="144" y="188"/>
                      <a:pt x="132" y="188"/>
                      <a:pt x="124" y="164"/>
                    </a:cubicBezTo>
                    <a:cubicBezTo>
                      <a:pt x="116" y="140"/>
                      <a:pt x="128" y="134"/>
                      <a:pt x="152" y="132"/>
                    </a:cubicBezTo>
                    <a:cubicBezTo>
                      <a:pt x="176" y="130"/>
                      <a:pt x="168" y="128"/>
                      <a:pt x="188" y="120"/>
                    </a:cubicBezTo>
                    <a:cubicBezTo>
                      <a:pt x="208" y="112"/>
                      <a:pt x="214" y="140"/>
                      <a:pt x="210" y="164"/>
                    </a:cubicBezTo>
                    <a:cubicBezTo>
                      <a:pt x="206" y="188"/>
                      <a:pt x="222" y="210"/>
                      <a:pt x="226" y="226"/>
                    </a:cubicBezTo>
                    <a:cubicBezTo>
                      <a:pt x="230" y="242"/>
                      <a:pt x="248" y="230"/>
                      <a:pt x="254" y="252"/>
                    </a:cubicBezTo>
                    <a:cubicBezTo>
                      <a:pt x="260" y="274"/>
                      <a:pt x="252" y="278"/>
                      <a:pt x="252" y="310"/>
                    </a:cubicBezTo>
                    <a:cubicBezTo>
                      <a:pt x="252" y="342"/>
                      <a:pt x="262" y="344"/>
                      <a:pt x="282" y="342"/>
                    </a:cubicBezTo>
                    <a:close/>
                  </a:path>
                </a:pathLst>
              </a:cu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32" name="Freeform 70">
                <a:extLst>
                  <a:ext uri="{FF2B5EF4-FFF2-40B4-BE49-F238E27FC236}">
                    <a16:creationId xmlns:a16="http://schemas.microsoft.com/office/drawing/2014/main" id="{EB828309-3DD1-47BC-B92B-FC12DCE9B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787"/>
                <a:ext cx="808" cy="321"/>
              </a:xfrm>
              <a:custGeom>
                <a:avLst/>
                <a:gdLst>
                  <a:gd name="T0" fmla="*/ 7046 w 268"/>
                  <a:gd name="T1" fmla="*/ 2154 h 100"/>
                  <a:gd name="T2" fmla="*/ 7100 w 268"/>
                  <a:gd name="T3" fmla="*/ 658 h 100"/>
                  <a:gd name="T4" fmla="*/ 5864 w 268"/>
                  <a:gd name="T5" fmla="*/ 135 h 100"/>
                  <a:gd name="T6" fmla="*/ 4664 w 268"/>
                  <a:gd name="T7" fmla="*/ 266 h 100"/>
                  <a:gd name="T8" fmla="*/ 3262 w 268"/>
                  <a:gd name="T9" fmla="*/ 360 h 100"/>
                  <a:gd name="T10" fmla="*/ 1399 w 268"/>
                  <a:gd name="T11" fmla="*/ 793 h 100"/>
                  <a:gd name="T12" fmla="*/ 271 w 268"/>
                  <a:gd name="T13" fmla="*/ 1660 h 100"/>
                  <a:gd name="T14" fmla="*/ 0 w 268"/>
                  <a:gd name="T15" fmla="*/ 1855 h 100"/>
                  <a:gd name="T16" fmla="*/ 2053 w 268"/>
                  <a:gd name="T17" fmla="*/ 1525 h 100"/>
                  <a:gd name="T18" fmla="*/ 5237 w 268"/>
                  <a:gd name="T19" fmla="*/ 1948 h 100"/>
                  <a:gd name="T20" fmla="*/ 5318 w 268"/>
                  <a:gd name="T21" fmla="*/ 2154 h 100"/>
                  <a:gd name="T22" fmla="*/ 5427 w 268"/>
                  <a:gd name="T23" fmla="*/ 2247 h 100"/>
                  <a:gd name="T24" fmla="*/ 5590 w 268"/>
                  <a:gd name="T25" fmla="*/ 2578 h 100"/>
                  <a:gd name="T26" fmla="*/ 6325 w 268"/>
                  <a:gd name="T27" fmla="*/ 3306 h 100"/>
                  <a:gd name="T28" fmla="*/ 7046 w 268"/>
                  <a:gd name="T29" fmla="*/ 2154 h 10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8" h="100">
                    <a:moveTo>
                      <a:pt x="257" y="65"/>
                    </a:moveTo>
                    <a:cubicBezTo>
                      <a:pt x="263" y="53"/>
                      <a:pt x="268" y="31"/>
                      <a:pt x="259" y="20"/>
                    </a:cubicBezTo>
                    <a:cubicBezTo>
                      <a:pt x="250" y="6"/>
                      <a:pt x="228" y="0"/>
                      <a:pt x="214" y="4"/>
                    </a:cubicBezTo>
                    <a:cubicBezTo>
                      <a:pt x="200" y="8"/>
                      <a:pt x="190" y="6"/>
                      <a:pt x="170" y="8"/>
                    </a:cubicBezTo>
                    <a:cubicBezTo>
                      <a:pt x="150" y="10"/>
                      <a:pt x="141" y="3"/>
                      <a:pt x="119" y="11"/>
                    </a:cubicBezTo>
                    <a:cubicBezTo>
                      <a:pt x="97" y="19"/>
                      <a:pt x="78" y="18"/>
                      <a:pt x="51" y="24"/>
                    </a:cubicBezTo>
                    <a:cubicBezTo>
                      <a:pt x="44" y="26"/>
                      <a:pt x="38" y="32"/>
                      <a:pt x="10" y="50"/>
                    </a:cubicBezTo>
                    <a:cubicBezTo>
                      <a:pt x="7" y="53"/>
                      <a:pt x="3" y="55"/>
                      <a:pt x="0" y="56"/>
                    </a:cubicBezTo>
                    <a:cubicBezTo>
                      <a:pt x="32" y="66"/>
                      <a:pt x="55" y="54"/>
                      <a:pt x="75" y="46"/>
                    </a:cubicBezTo>
                    <a:cubicBezTo>
                      <a:pt x="113" y="31"/>
                      <a:pt x="170" y="16"/>
                      <a:pt x="191" y="59"/>
                    </a:cubicBezTo>
                    <a:cubicBezTo>
                      <a:pt x="192" y="62"/>
                      <a:pt x="193" y="63"/>
                      <a:pt x="194" y="65"/>
                    </a:cubicBezTo>
                    <a:cubicBezTo>
                      <a:pt x="195" y="66"/>
                      <a:pt x="197" y="67"/>
                      <a:pt x="198" y="68"/>
                    </a:cubicBezTo>
                    <a:cubicBezTo>
                      <a:pt x="202" y="71"/>
                      <a:pt x="203" y="74"/>
                      <a:pt x="204" y="78"/>
                    </a:cubicBezTo>
                    <a:cubicBezTo>
                      <a:pt x="213" y="86"/>
                      <a:pt x="222" y="92"/>
                      <a:pt x="231" y="100"/>
                    </a:cubicBezTo>
                    <a:cubicBezTo>
                      <a:pt x="242" y="90"/>
                      <a:pt x="252" y="77"/>
                      <a:pt x="257" y="65"/>
                    </a:cubicBezTo>
                    <a:close/>
                  </a:path>
                </a:pathLst>
              </a:cu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33" name="Oval 71">
                <a:extLst>
                  <a:ext uri="{FF2B5EF4-FFF2-40B4-BE49-F238E27FC236}">
                    <a16:creationId xmlns:a16="http://schemas.microsoft.com/office/drawing/2014/main" id="{38A64971-0D4F-4F26-AFE1-C19961663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4" y="2951"/>
                <a:ext cx="15" cy="1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34" name="Oval 72">
                <a:extLst>
                  <a:ext uri="{FF2B5EF4-FFF2-40B4-BE49-F238E27FC236}">
                    <a16:creationId xmlns:a16="http://schemas.microsoft.com/office/drawing/2014/main" id="{B782B461-F04E-4065-9CFC-E843F0EB0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951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35" name="Oval 73">
                <a:extLst>
                  <a:ext uri="{FF2B5EF4-FFF2-40B4-BE49-F238E27FC236}">
                    <a16:creationId xmlns:a16="http://schemas.microsoft.com/office/drawing/2014/main" id="{A6E7F4EB-6B69-43FB-BAAC-239E5D1B1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2931"/>
                <a:ext cx="18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36" name="Oval 74">
                <a:extLst>
                  <a:ext uri="{FF2B5EF4-FFF2-40B4-BE49-F238E27FC236}">
                    <a16:creationId xmlns:a16="http://schemas.microsoft.com/office/drawing/2014/main" id="{52C18E31-CDA8-4401-89C0-59B9F3624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938"/>
                <a:ext cx="15" cy="1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37" name="Oval 75">
                <a:extLst>
                  <a:ext uri="{FF2B5EF4-FFF2-40B4-BE49-F238E27FC236}">
                    <a16:creationId xmlns:a16="http://schemas.microsoft.com/office/drawing/2014/main" id="{9C96C083-EA21-423B-ABCF-71A421B45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918"/>
                <a:ext cx="18" cy="2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38" name="Oval 76">
                <a:extLst>
                  <a:ext uri="{FF2B5EF4-FFF2-40B4-BE49-F238E27FC236}">
                    <a16:creationId xmlns:a16="http://schemas.microsoft.com/office/drawing/2014/main" id="{A61BD107-C412-42C5-9080-C70FDB811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2912"/>
                <a:ext cx="19" cy="1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39" name="Oval 77">
                <a:extLst>
                  <a:ext uri="{FF2B5EF4-FFF2-40B4-BE49-F238E27FC236}">
                    <a16:creationId xmlns:a16="http://schemas.microsoft.com/office/drawing/2014/main" id="{620458E6-CA66-48BD-AB6B-51F6D26F1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8" y="2899"/>
                <a:ext cx="18" cy="1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40" name="Oval 78">
                <a:extLst>
                  <a:ext uri="{FF2B5EF4-FFF2-40B4-BE49-F238E27FC236}">
                    <a16:creationId xmlns:a16="http://schemas.microsoft.com/office/drawing/2014/main" id="{B91E6891-0690-463A-8839-DE51A75AF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9" y="2918"/>
                <a:ext cx="18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41" name="Oval 79">
                <a:extLst>
                  <a:ext uri="{FF2B5EF4-FFF2-40B4-BE49-F238E27FC236}">
                    <a16:creationId xmlns:a16="http://schemas.microsoft.com/office/drawing/2014/main" id="{7390B2BA-B4D7-4215-8805-CA1CF191A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2896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42" name="Oval 80">
                <a:extLst>
                  <a:ext uri="{FF2B5EF4-FFF2-40B4-BE49-F238E27FC236}">
                    <a16:creationId xmlns:a16="http://schemas.microsoft.com/office/drawing/2014/main" id="{9DFC58E1-FF2C-463E-8F47-05A3E9916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0" y="2890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43" name="Oval 81">
                <a:extLst>
                  <a:ext uri="{FF2B5EF4-FFF2-40B4-BE49-F238E27FC236}">
                    <a16:creationId xmlns:a16="http://schemas.microsoft.com/office/drawing/2014/main" id="{5FF19215-BB7F-440A-B76D-F41C04B56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5" y="2880"/>
                <a:ext cx="18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44" name="Oval 82">
                <a:extLst>
                  <a:ext uri="{FF2B5EF4-FFF2-40B4-BE49-F238E27FC236}">
                    <a16:creationId xmlns:a16="http://schemas.microsoft.com/office/drawing/2014/main" id="{C100FBC1-B649-4421-B9EE-9BEDEBDE0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896"/>
                <a:ext cx="15" cy="1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45" name="Oval 83">
                <a:extLst>
                  <a:ext uri="{FF2B5EF4-FFF2-40B4-BE49-F238E27FC236}">
                    <a16:creationId xmlns:a16="http://schemas.microsoft.com/office/drawing/2014/main" id="{CF1D07F4-613D-4976-9934-A4EF0BF02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883"/>
                <a:ext cx="18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46" name="Oval 84">
                <a:extLst>
                  <a:ext uri="{FF2B5EF4-FFF2-40B4-BE49-F238E27FC236}">
                    <a16:creationId xmlns:a16="http://schemas.microsoft.com/office/drawing/2014/main" id="{E779CA42-99EC-4808-BBE2-862D0DDC5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2880"/>
                <a:ext cx="18" cy="1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47" name="Oval 85">
                <a:extLst>
                  <a:ext uri="{FF2B5EF4-FFF2-40B4-BE49-F238E27FC236}">
                    <a16:creationId xmlns:a16="http://schemas.microsoft.com/office/drawing/2014/main" id="{0B951417-BF9A-49AC-B74D-F6213005E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5" y="2880"/>
                <a:ext cx="18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48" name="Oval 86">
                <a:extLst>
                  <a:ext uri="{FF2B5EF4-FFF2-40B4-BE49-F238E27FC236}">
                    <a16:creationId xmlns:a16="http://schemas.microsoft.com/office/drawing/2014/main" id="{A1993381-9643-4006-8D93-C67C0650A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6" y="2880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49" name="Oval 87">
                <a:extLst>
                  <a:ext uri="{FF2B5EF4-FFF2-40B4-BE49-F238E27FC236}">
                    <a16:creationId xmlns:a16="http://schemas.microsoft.com/office/drawing/2014/main" id="{31C35340-6026-48DB-94E9-845358A06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0" y="2873"/>
                <a:ext cx="18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50" name="Oval 88">
                <a:extLst>
                  <a:ext uri="{FF2B5EF4-FFF2-40B4-BE49-F238E27FC236}">
                    <a16:creationId xmlns:a16="http://schemas.microsoft.com/office/drawing/2014/main" id="{2FED3BE8-D13F-4247-82EE-902ED1D1E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7" y="2880"/>
                <a:ext cx="16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51" name="Oval 89">
                <a:extLst>
                  <a:ext uri="{FF2B5EF4-FFF2-40B4-BE49-F238E27FC236}">
                    <a16:creationId xmlns:a16="http://schemas.microsoft.com/office/drawing/2014/main" id="{4EA46F8C-E6BC-491E-8BA3-18BD4854A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2" y="2886"/>
                <a:ext cx="15" cy="2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52" name="Oval 90">
                <a:extLst>
                  <a:ext uri="{FF2B5EF4-FFF2-40B4-BE49-F238E27FC236}">
                    <a16:creationId xmlns:a16="http://schemas.microsoft.com/office/drawing/2014/main" id="{1B0BBCDA-F27C-4D64-ACED-F5B35924E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2896"/>
                <a:ext cx="16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53" name="Oval 91">
                <a:extLst>
                  <a:ext uri="{FF2B5EF4-FFF2-40B4-BE49-F238E27FC236}">
                    <a16:creationId xmlns:a16="http://schemas.microsoft.com/office/drawing/2014/main" id="{845351A8-3061-4466-80FA-B6427CA22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0" y="2896"/>
                <a:ext cx="15" cy="1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54" name="Oval 92">
                <a:extLst>
                  <a:ext uri="{FF2B5EF4-FFF2-40B4-BE49-F238E27FC236}">
                    <a16:creationId xmlns:a16="http://schemas.microsoft.com/office/drawing/2014/main" id="{21618B0F-1B65-402F-8FDC-2E650D7AF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8" y="2902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55" name="Oval 93">
                <a:extLst>
                  <a:ext uri="{FF2B5EF4-FFF2-40B4-BE49-F238E27FC236}">
                    <a16:creationId xmlns:a16="http://schemas.microsoft.com/office/drawing/2014/main" id="{47317F72-8D53-44D1-945E-F846C94D1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0" y="2918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56" name="Oval 94">
                <a:extLst>
                  <a:ext uri="{FF2B5EF4-FFF2-40B4-BE49-F238E27FC236}">
                    <a16:creationId xmlns:a16="http://schemas.microsoft.com/office/drawing/2014/main" id="{DF9BDF81-AAFB-4E8D-B04B-89125153B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5" y="2935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57" name="Oval 95">
                <a:extLst>
                  <a:ext uri="{FF2B5EF4-FFF2-40B4-BE49-F238E27FC236}">
                    <a16:creationId xmlns:a16="http://schemas.microsoft.com/office/drawing/2014/main" id="{9B99C461-3AE3-488A-98C6-98E887737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0" y="2944"/>
                <a:ext cx="15" cy="1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58" name="Oval 96">
                <a:extLst>
                  <a:ext uri="{FF2B5EF4-FFF2-40B4-BE49-F238E27FC236}">
                    <a16:creationId xmlns:a16="http://schemas.microsoft.com/office/drawing/2014/main" id="{5374D8B1-8BCA-40DC-A0BA-8113C946A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6" y="2963"/>
                <a:ext cx="18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59" name="Oval 97">
                <a:extLst>
                  <a:ext uri="{FF2B5EF4-FFF2-40B4-BE49-F238E27FC236}">
                    <a16:creationId xmlns:a16="http://schemas.microsoft.com/office/drawing/2014/main" id="{7195CBFF-C1FF-4287-AB12-10699FB92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2970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60" name="Oval 98">
                <a:extLst>
                  <a:ext uri="{FF2B5EF4-FFF2-40B4-BE49-F238E27FC236}">
                    <a16:creationId xmlns:a16="http://schemas.microsoft.com/office/drawing/2014/main" id="{0BE8CA0E-6A08-4D90-ADB3-1A3C68C88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2970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61" name="Oval 99">
                <a:extLst>
                  <a:ext uri="{FF2B5EF4-FFF2-40B4-BE49-F238E27FC236}">
                    <a16:creationId xmlns:a16="http://schemas.microsoft.com/office/drawing/2014/main" id="{68BC3133-4FE7-47BA-8D16-CEEBCE029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7" y="2973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62" name="Oval 100">
                <a:extLst>
                  <a:ext uri="{FF2B5EF4-FFF2-40B4-BE49-F238E27FC236}">
                    <a16:creationId xmlns:a16="http://schemas.microsoft.com/office/drawing/2014/main" id="{CB73AB86-31B1-4699-A834-43E100EE3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8" y="2973"/>
                <a:ext cx="16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63" name="Oval 101">
                <a:extLst>
                  <a:ext uri="{FF2B5EF4-FFF2-40B4-BE49-F238E27FC236}">
                    <a16:creationId xmlns:a16="http://schemas.microsoft.com/office/drawing/2014/main" id="{AA339C0F-D6B0-4ECC-8B99-9A1801841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902"/>
                <a:ext cx="15" cy="16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64" name="Oval 102">
                <a:extLst>
                  <a:ext uri="{FF2B5EF4-FFF2-40B4-BE49-F238E27FC236}">
                    <a16:creationId xmlns:a16="http://schemas.microsoft.com/office/drawing/2014/main" id="{6DF95A5F-1932-4713-A37F-B11F0D9DA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2915"/>
                <a:ext cx="15" cy="16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65" name="Oval 103">
                <a:extLst>
                  <a:ext uri="{FF2B5EF4-FFF2-40B4-BE49-F238E27FC236}">
                    <a16:creationId xmlns:a16="http://schemas.microsoft.com/office/drawing/2014/main" id="{E0CC86DB-9DB1-48B3-B292-02BD92CC6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" y="2925"/>
                <a:ext cx="15" cy="19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66" name="Oval 104">
                <a:extLst>
                  <a:ext uri="{FF2B5EF4-FFF2-40B4-BE49-F238E27FC236}">
                    <a16:creationId xmlns:a16="http://schemas.microsoft.com/office/drawing/2014/main" id="{D91A999C-E906-4C25-9E9D-243B423B2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2935"/>
                <a:ext cx="15" cy="19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67" name="Oval 105">
                <a:extLst>
                  <a:ext uri="{FF2B5EF4-FFF2-40B4-BE49-F238E27FC236}">
                    <a16:creationId xmlns:a16="http://schemas.microsoft.com/office/drawing/2014/main" id="{31B9CD62-49A4-4B2D-938A-B2498AE81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2941"/>
                <a:ext cx="15" cy="16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68" name="Oval 106">
                <a:extLst>
                  <a:ext uri="{FF2B5EF4-FFF2-40B4-BE49-F238E27FC236}">
                    <a16:creationId xmlns:a16="http://schemas.microsoft.com/office/drawing/2014/main" id="{DBBCC169-FE89-4585-A925-3198307D6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2954"/>
                <a:ext cx="15" cy="16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69" name="Oval 107">
                <a:extLst>
                  <a:ext uri="{FF2B5EF4-FFF2-40B4-BE49-F238E27FC236}">
                    <a16:creationId xmlns:a16="http://schemas.microsoft.com/office/drawing/2014/main" id="{3B780614-421F-4B49-A6CD-36F4178A4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2" y="3115"/>
                <a:ext cx="18" cy="16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70" name="Oval 108">
                <a:extLst>
                  <a:ext uri="{FF2B5EF4-FFF2-40B4-BE49-F238E27FC236}">
                    <a16:creationId xmlns:a16="http://schemas.microsoft.com/office/drawing/2014/main" id="{1328D275-6BF7-427A-9174-EDD95AC72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3131"/>
                <a:ext cx="15" cy="16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71" name="Oval 109">
                <a:extLst>
                  <a:ext uri="{FF2B5EF4-FFF2-40B4-BE49-F238E27FC236}">
                    <a16:creationId xmlns:a16="http://schemas.microsoft.com/office/drawing/2014/main" id="{3331221F-6A31-44CB-B7DF-793D267AA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3147"/>
                <a:ext cx="15" cy="16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72" name="Oval 110">
                <a:extLst>
                  <a:ext uri="{FF2B5EF4-FFF2-40B4-BE49-F238E27FC236}">
                    <a16:creationId xmlns:a16="http://schemas.microsoft.com/office/drawing/2014/main" id="{062A6553-FE6E-48AC-B158-AE71019B9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3166"/>
                <a:ext cx="15" cy="16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73" name="Oval 111">
                <a:extLst>
                  <a:ext uri="{FF2B5EF4-FFF2-40B4-BE49-F238E27FC236}">
                    <a16:creationId xmlns:a16="http://schemas.microsoft.com/office/drawing/2014/main" id="{316EB4A8-EB0A-4874-905C-EEF97D7E4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9" y="3144"/>
                <a:ext cx="15" cy="16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74" name="Oval 112">
                <a:extLst>
                  <a:ext uri="{FF2B5EF4-FFF2-40B4-BE49-F238E27FC236}">
                    <a16:creationId xmlns:a16="http://schemas.microsoft.com/office/drawing/2014/main" id="{16073F53-68C2-4208-B5D6-907308988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8" y="2652"/>
                <a:ext cx="18" cy="19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75" name="Oval 113">
                <a:extLst>
                  <a:ext uri="{FF2B5EF4-FFF2-40B4-BE49-F238E27FC236}">
                    <a16:creationId xmlns:a16="http://schemas.microsoft.com/office/drawing/2014/main" id="{72729218-6EDD-4BD4-A334-02DD932B3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8" y="2681"/>
                <a:ext cx="15" cy="19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76" name="Oval 114">
                <a:extLst>
                  <a:ext uri="{FF2B5EF4-FFF2-40B4-BE49-F238E27FC236}">
                    <a16:creationId xmlns:a16="http://schemas.microsoft.com/office/drawing/2014/main" id="{82BDAF66-BB4D-4F8A-B81C-66431C672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2709"/>
                <a:ext cx="15" cy="17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77" name="Oval 115">
                <a:extLst>
                  <a:ext uri="{FF2B5EF4-FFF2-40B4-BE49-F238E27FC236}">
                    <a16:creationId xmlns:a16="http://schemas.microsoft.com/office/drawing/2014/main" id="{D02F930A-D13E-440A-A9CE-EC37D8872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375"/>
                <a:ext cx="15" cy="19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78" name="Oval 116">
                <a:extLst>
                  <a:ext uri="{FF2B5EF4-FFF2-40B4-BE49-F238E27FC236}">
                    <a16:creationId xmlns:a16="http://schemas.microsoft.com/office/drawing/2014/main" id="{94651343-54B9-454B-8E79-8E4E5AA07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9" y="1381"/>
                <a:ext cx="15" cy="16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79" name="Oval 117">
                <a:extLst>
                  <a:ext uri="{FF2B5EF4-FFF2-40B4-BE49-F238E27FC236}">
                    <a16:creationId xmlns:a16="http://schemas.microsoft.com/office/drawing/2014/main" id="{9C3548D5-22A7-4995-B55F-D999BF265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1" y="1394"/>
                <a:ext cx="15" cy="16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80" name="Oval 118">
                <a:extLst>
                  <a:ext uri="{FF2B5EF4-FFF2-40B4-BE49-F238E27FC236}">
                    <a16:creationId xmlns:a16="http://schemas.microsoft.com/office/drawing/2014/main" id="{4ADCDA99-D2BA-454E-86A5-DE7E0971A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1410"/>
                <a:ext cx="15" cy="16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81" name="Oval 119">
                <a:extLst>
                  <a:ext uri="{FF2B5EF4-FFF2-40B4-BE49-F238E27FC236}">
                    <a16:creationId xmlns:a16="http://schemas.microsoft.com/office/drawing/2014/main" id="{5B0DF634-C073-447C-83CD-91DE16F15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1439"/>
                <a:ext cx="15" cy="16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82" name="Oval 120">
                <a:extLst>
                  <a:ext uri="{FF2B5EF4-FFF2-40B4-BE49-F238E27FC236}">
                    <a16:creationId xmlns:a16="http://schemas.microsoft.com/office/drawing/2014/main" id="{D8ED7DD9-549E-41C0-BE52-929D0EB3D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1" y="1462"/>
                <a:ext cx="18" cy="19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83" name="Oval 121">
                <a:extLst>
                  <a:ext uri="{FF2B5EF4-FFF2-40B4-BE49-F238E27FC236}">
                    <a16:creationId xmlns:a16="http://schemas.microsoft.com/office/drawing/2014/main" id="{AAD8B3A4-C5A7-4AB9-B75A-C111B70B9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9" y="1426"/>
                <a:ext cx="15" cy="16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84" name="Oval 122">
                <a:extLst>
                  <a:ext uri="{FF2B5EF4-FFF2-40B4-BE49-F238E27FC236}">
                    <a16:creationId xmlns:a16="http://schemas.microsoft.com/office/drawing/2014/main" id="{8060CEC8-BA65-4654-87C7-47D0DEE95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4" y="1397"/>
                <a:ext cx="18" cy="20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85" name="Oval 123">
                <a:extLst>
                  <a:ext uri="{FF2B5EF4-FFF2-40B4-BE49-F238E27FC236}">
                    <a16:creationId xmlns:a16="http://schemas.microsoft.com/office/drawing/2014/main" id="{80A3DB17-F284-435D-9C21-96B3ACEEB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2668"/>
                <a:ext cx="18" cy="16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86" name="Oval 124">
                <a:extLst>
                  <a:ext uri="{FF2B5EF4-FFF2-40B4-BE49-F238E27FC236}">
                    <a16:creationId xmlns:a16="http://schemas.microsoft.com/office/drawing/2014/main" id="{CE729A50-FD23-449D-8ECD-13FC9BE16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2664"/>
                <a:ext cx="16" cy="17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87" name="Oval 125">
                <a:extLst>
                  <a:ext uri="{FF2B5EF4-FFF2-40B4-BE49-F238E27FC236}">
                    <a16:creationId xmlns:a16="http://schemas.microsoft.com/office/drawing/2014/main" id="{86EF60E4-DC06-4164-8D33-5D6AEA90A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2970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88" name="Oval 126">
                <a:extLst>
                  <a:ext uri="{FF2B5EF4-FFF2-40B4-BE49-F238E27FC236}">
                    <a16:creationId xmlns:a16="http://schemas.microsoft.com/office/drawing/2014/main" id="{9E6306B2-219E-4217-ABF8-98E684797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2275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89" name="Oval 127">
                <a:extLst>
                  <a:ext uri="{FF2B5EF4-FFF2-40B4-BE49-F238E27FC236}">
                    <a16:creationId xmlns:a16="http://schemas.microsoft.com/office/drawing/2014/main" id="{97F04FC1-7782-4975-8100-BF3CF547E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2288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90" name="Oval 128">
                <a:extLst>
                  <a:ext uri="{FF2B5EF4-FFF2-40B4-BE49-F238E27FC236}">
                    <a16:creationId xmlns:a16="http://schemas.microsoft.com/office/drawing/2014/main" id="{40A696C5-8B4A-44F5-B42D-43EEC2443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2307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91" name="Oval 129">
                <a:extLst>
                  <a:ext uri="{FF2B5EF4-FFF2-40B4-BE49-F238E27FC236}">
                    <a16:creationId xmlns:a16="http://schemas.microsoft.com/office/drawing/2014/main" id="{C63D4934-1E2D-4B27-B90A-4C08E3960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0" y="2330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92" name="Oval 130">
                <a:extLst>
                  <a:ext uri="{FF2B5EF4-FFF2-40B4-BE49-F238E27FC236}">
                    <a16:creationId xmlns:a16="http://schemas.microsoft.com/office/drawing/2014/main" id="{24BBB845-03A0-48CB-8B68-041F09E56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2356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93" name="Oval 131">
                <a:extLst>
                  <a:ext uri="{FF2B5EF4-FFF2-40B4-BE49-F238E27FC236}">
                    <a16:creationId xmlns:a16="http://schemas.microsoft.com/office/drawing/2014/main" id="{E0060B92-D036-42B3-AD2E-123B2288F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381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94" name="Oval 132">
                <a:extLst>
                  <a:ext uri="{FF2B5EF4-FFF2-40B4-BE49-F238E27FC236}">
                    <a16:creationId xmlns:a16="http://schemas.microsoft.com/office/drawing/2014/main" id="{432BEE8E-D2B4-422F-82E7-B77F50127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3" y="2407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95" name="Oval 133">
                <a:extLst>
                  <a:ext uri="{FF2B5EF4-FFF2-40B4-BE49-F238E27FC236}">
                    <a16:creationId xmlns:a16="http://schemas.microsoft.com/office/drawing/2014/main" id="{E335F57E-1E27-42AB-A97E-B62F80259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426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96" name="Oval 134">
                <a:extLst>
                  <a:ext uri="{FF2B5EF4-FFF2-40B4-BE49-F238E27FC236}">
                    <a16:creationId xmlns:a16="http://schemas.microsoft.com/office/drawing/2014/main" id="{C54A6C92-F910-475C-A992-18CB682A0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436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97" name="Oval 135">
                <a:extLst>
                  <a:ext uri="{FF2B5EF4-FFF2-40B4-BE49-F238E27FC236}">
                    <a16:creationId xmlns:a16="http://schemas.microsoft.com/office/drawing/2014/main" id="{E0F3E522-8F2F-4487-9AB4-05A93B7DA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455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98" name="Oval 136">
                <a:extLst>
                  <a:ext uri="{FF2B5EF4-FFF2-40B4-BE49-F238E27FC236}">
                    <a16:creationId xmlns:a16="http://schemas.microsoft.com/office/drawing/2014/main" id="{02F3383C-7674-4242-A064-6CE9A5D83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471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399" name="Oval 137">
                <a:extLst>
                  <a:ext uri="{FF2B5EF4-FFF2-40B4-BE49-F238E27FC236}">
                    <a16:creationId xmlns:a16="http://schemas.microsoft.com/office/drawing/2014/main" id="{0A30E8CB-4DB9-40DB-92E3-4A8C41865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2471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00" name="Oval 138">
                <a:extLst>
                  <a:ext uri="{FF2B5EF4-FFF2-40B4-BE49-F238E27FC236}">
                    <a16:creationId xmlns:a16="http://schemas.microsoft.com/office/drawing/2014/main" id="{712B7045-4DB0-4E06-A306-FF2299077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6" y="2491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01" name="Oval 139">
                <a:extLst>
                  <a:ext uri="{FF2B5EF4-FFF2-40B4-BE49-F238E27FC236}">
                    <a16:creationId xmlns:a16="http://schemas.microsoft.com/office/drawing/2014/main" id="{E8E1F681-F1BC-492C-ABEF-6B0A19479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5" y="2510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02" name="Oval 140">
                <a:extLst>
                  <a:ext uri="{FF2B5EF4-FFF2-40B4-BE49-F238E27FC236}">
                    <a16:creationId xmlns:a16="http://schemas.microsoft.com/office/drawing/2014/main" id="{72AA605A-8692-4E41-8E43-4F16B3E4F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2526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03" name="Oval 141">
                <a:extLst>
                  <a:ext uri="{FF2B5EF4-FFF2-40B4-BE49-F238E27FC236}">
                    <a16:creationId xmlns:a16="http://schemas.microsoft.com/office/drawing/2014/main" id="{FBE03CDA-3C63-475C-9FA9-CA88BC5AB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" y="2526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04" name="Oval 142">
                <a:extLst>
                  <a:ext uri="{FF2B5EF4-FFF2-40B4-BE49-F238E27FC236}">
                    <a16:creationId xmlns:a16="http://schemas.microsoft.com/office/drawing/2014/main" id="{0C96CE32-E689-44D7-8444-0A070AD60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545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05" name="Oval 143">
                <a:extLst>
                  <a:ext uri="{FF2B5EF4-FFF2-40B4-BE49-F238E27FC236}">
                    <a16:creationId xmlns:a16="http://schemas.microsoft.com/office/drawing/2014/main" id="{74D9585C-E33B-4FE9-A06E-7676DBB68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568"/>
                <a:ext cx="16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06" name="Oval 144">
                <a:extLst>
                  <a:ext uri="{FF2B5EF4-FFF2-40B4-BE49-F238E27FC236}">
                    <a16:creationId xmlns:a16="http://schemas.microsoft.com/office/drawing/2014/main" id="{54FD7315-8A7F-492D-9BA1-FF246EAC1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2590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07" name="Oval 145">
                <a:extLst>
                  <a:ext uri="{FF2B5EF4-FFF2-40B4-BE49-F238E27FC236}">
                    <a16:creationId xmlns:a16="http://schemas.microsoft.com/office/drawing/2014/main" id="{A0D9AAE1-E591-4766-933A-56BA59802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2" y="2581"/>
                <a:ext cx="16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08" name="Oval 146">
                <a:extLst>
                  <a:ext uri="{FF2B5EF4-FFF2-40B4-BE49-F238E27FC236}">
                    <a16:creationId xmlns:a16="http://schemas.microsoft.com/office/drawing/2014/main" id="{C22601DB-1375-453B-A772-D414D113C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2603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09" name="Oval 147">
                <a:extLst>
                  <a:ext uri="{FF2B5EF4-FFF2-40B4-BE49-F238E27FC236}">
                    <a16:creationId xmlns:a16="http://schemas.microsoft.com/office/drawing/2014/main" id="{046153B2-D6C0-416D-9E6F-E00E43963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2616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10" name="Oval 148">
                <a:extLst>
                  <a:ext uri="{FF2B5EF4-FFF2-40B4-BE49-F238E27FC236}">
                    <a16:creationId xmlns:a16="http://schemas.microsoft.com/office/drawing/2014/main" id="{AA78BED2-76E8-4AF9-8E5C-3D6E5FBCC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616"/>
                <a:ext cx="16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11" name="Oval 149">
                <a:extLst>
                  <a:ext uri="{FF2B5EF4-FFF2-40B4-BE49-F238E27FC236}">
                    <a16:creationId xmlns:a16="http://schemas.microsoft.com/office/drawing/2014/main" id="{4113D357-750E-46D5-B29D-70A4F4C91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2250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12" name="Oval 150">
                <a:extLst>
                  <a:ext uri="{FF2B5EF4-FFF2-40B4-BE49-F238E27FC236}">
                    <a16:creationId xmlns:a16="http://schemas.microsoft.com/office/drawing/2014/main" id="{E397E9E1-48AC-4C5B-9687-97656EE61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246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13" name="Oval 151">
                <a:extLst>
                  <a:ext uri="{FF2B5EF4-FFF2-40B4-BE49-F238E27FC236}">
                    <a16:creationId xmlns:a16="http://schemas.microsoft.com/office/drawing/2014/main" id="{B3BE4FE0-0386-4394-9CA4-FDC75A16B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2217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14" name="Oval 152">
                <a:extLst>
                  <a:ext uri="{FF2B5EF4-FFF2-40B4-BE49-F238E27FC236}">
                    <a16:creationId xmlns:a16="http://schemas.microsoft.com/office/drawing/2014/main" id="{EF338E3D-B027-40F8-A653-1888FD932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2221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15" name="Oval 153">
                <a:extLst>
                  <a:ext uri="{FF2B5EF4-FFF2-40B4-BE49-F238E27FC236}">
                    <a16:creationId xmlns:a16="http://schemas.microsoft.com/office/drawing/2014/main" id="{3A7CEC69-DC0D-4A04-B617-62C04A168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2198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16" name="Oval 154">
                <a:extLst>
                  <a:ext uri="{FF2B5EF4-FFF2-40B4-BE49-F238E27FC236}">
                    <a16:creationId xmlns:a16="http://schemas.microsoft.com/office/drawing/2014/main" id="{D8FDEC5E-BCE7-4A90-9534-BC1A2FFBB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0" y="2176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17" name="Oval 155">
                <a:extLst>
                  <a:ext uri="{FF2B5EF4-FFF2-40B4-BE49-F238E27FC236}">
                    <a16:creationId xmlns:a16="http://schemas.microsoft.com/office/drawing/2014/main" id="{284E4C61-046A-41F4-AF3C-F0D6D0179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9" y="2156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18" name="Oval 156">
                <a:extLst>
                  <a:ext uri="{FF2B5EF4-FFF2-40B4-BE49-F238E27FC236}">
                    <a16:creationId xmlns:a16="http://schemas.microsoft.com/office/drawing/2014/main" id="{E4701727-8357-4BBE-9A84-1AD47E910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2147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19" name="Oval 157">
                <a:extLst>
                  <a:ext uri="{FF2B5EF4-FFF2-40B4-BE49-F238E27FC236}">
                    <a16:creationId xmlns:a16="http://schemas.microsoft.com/office/drawing/2014/main" id="{F475508B-8C35-4409-8746-572D5D0ED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5" y="2131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20" name="Oval 158">
                <a:extLst>
                  <a:ext uri="{FF2B5EF4-FFF2-40B4-BE49-F238E27FC236}">
                    <a16:creationId xmlns:a16="http://schemas.microsoft.com/office/drawing/2014/main" id="{85901ECD-3959-47B9-936F-63192EAF9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143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21" name="Oval 159">
                <a:extLst>
                  <a:ext uri="{FF2B5EF4-FFF2-40B4-BE49-F238E27FC236}">
                    <a16:creationId xmlns:a16="http://schemas.microsoft.com/office/drawing/2014/main" id="{9BCA5916-E291-461D-B31C-42FBBFCC2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2134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22" name="Oval 160">
                <a:extLst>
                  <a:ext uri="{FF2B5EF4-FFF2-40B4-BE49-F238E27FC236}">
                    <a16:creationId xmlns:a16="http://schemas.microsoft.com/office/drawing/2014/main" id="{12751740-71C1-4CC5-A95E-3F528D45C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115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23" name="Oval 161">
                <a:extLst>
                  <a:ext uri="{FF2B5EF4-FFF2-40B4-BE49-F238E27FC236}">
                    <a16:creationId xmlns:a16="http://schemas.microsoft.com/office/drawing/2014/main" id="{1A863CF4-8BFD-4C2A-BB51-2E2B319F5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2092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24" name="Oval 162">
                <a:extLst>
                  <a:ext uri="{FF2B5EF4-FFF2-40B4-BE49-F238E27FC236}">
                    <a16:creationId xmlns:a16="http://schemas.microsoft.com/office/drawing/2014/main" id="{1BCEC5FF-D104-4B83-8055-DD61773D2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2108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25" name="Oval 163">
                <a:extLst>
                  <a:ext uri="{FF2B5EF4-FFF2-40B4-BE49-F238E27FC236}">
                    <a16:creationId xmlns:a16="http://schemas.microsoft.com/office/drawing/2014/main" id="{034B14AD-8970-47C0-AC82-D18376FE6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095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26" name="Oval 164">
                <a:extLst>
                  <a:ext uri="{FF2B5EF4-FFF2-40B4-BE49-F238E27FC236}">
                    <a16:creationId xmlns:a16="http://schemas.microsoft.com/office/drawing/2014/main" id="{4A6022BB-DAF9-4F97-9ADC-B83665E57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" y="2076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27" name="Oval 165">
                <a:extLst>
                  <a:ext uri="{FF2B5EF4-FFF2-40B4-BE49-F238E27FC236}">
                    <a16:creationId xmlns:a16="http://schemas.microsoft.com/office/drawing/2014/main" id="{F06D1485-E0E7-43B2-BFB4-5D77F5E84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9" y="2063"/>
                <a:ext cx="16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28" name="Oval 166">
                <a:extLst>
                  <a:ext uri="{FF2B5EF4-FFF2-40B4-BE49-F238E27FC236}">
                    <a16:creationId xmlns:a16="http://schemas.microsoft.com/office/drawing/2014/main" id="{8C3190EC-003E-4C9D-9A61-DC298AA9F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2079"/>
                <a:ext cx="16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29" name="Oval 167">
                <a:extLst>
                  <a:ext uri="{FF2B5EF4-FFF2-40B4-BE49-F238E27FC236}">
                    <a16:creationId xmlns:a16="http://schemas.microsoft.com/office/drawing/2014/main" id="{4D9699AD-D794-4AB3-B9F3-DA7403C6A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4" y="2069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30" name="Oval 168">
                <a:extLst>
                  <a:ext uri="{FF2B5EF4-FFF2-40B4-BE49-F238E27FC236}">
                    <a16:creationId xmlns:a16="http://schemas.microsoft.com/office/drawing/2014/main" id="{449978FA-B174-476E-A1FD-936E48A65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050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31" name="Oval 169">
                <a:extLst>
                  <a:ext uri="{FF2B5EF4-FFF2-40B4-BE49-F238E27FC236}">
                    <a16:creationId xmlns:a16="http://schemas.microsoft.com/office/drawing/2014/main" id="{1B53E17E-E6C4-423B-A8D4-4ECE62BBE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2063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32" name="Oval 170">
                <a:extLst>
                  <a:ext uri="{FF2B5EF4-FFF2-40B4-BE49-F238E27FC236}">
                    <a16:creationId xmlns:a16="http://schemas.microsoft.com/office/drawing/2014/main" id="{4344D749-2A69-4329-AF94-B68BF31DD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2037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33" name="Oval 171">
                <a:extLst>
                  <a:ext uri="{FF2B5EF4-FFF2-40B4-BE49-F238E27FC236}">
                    <a16:creationId xmlns:a16="http://schemas.microsoft.com/office/drawing/2014/main" id="{CEBB0C0A-C3FC-4BC8-A530-5E74296DE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2053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34" name="Oval 172">
                <a:extLst>
                  <a:ext uri="{FF2B5EF4-FFF2-40B4-BE49-F238E27FC236}">
                    <a16:creationId xmlns:a16="http://schemas.microsoft.com/office/drawing/2014/main" id="{449B5D54-D6D1-4CC2-95C0-06EDED1BF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2037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35" name="Oval 173">
                <a:extLst>
                  <a:ext uri="{FF2B5EF4-FFF2-40B4-BE49-F238E27FC236}">
                    <a16:creationId xmlns:a16="http://schemas.microsoft.com/office/drawing/2014/main" id="{69B20D57-9DC4-4417-8F3A-7EDF55448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2044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36" name="Oval 174">
                <a:extLst>
                  <a:ext uri="{FF2B5EF4-FFF2-40B4-BE49-F238E27FC236}">
                    <a16:creationId xmlns:a16="http://schemas.microsoft.com/office/drawing/2014/main" id="{62A64138-A82B-44DD-81D5-54CC499AC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2037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37" name="Oval 175">
                <a:extLst>
                  <a:ext uri="{FF2B5EF4-FFF2-40B4-BE49-F238E27FC236}">
                    <a16:creationId xmlns:a16="http://schemas.microsoft.com/office/drawing/2014/main" id="{93F23F48-E668-41FA-9901-1CDD59493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12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38" name="Oval 176">
                <a:extLst>
                  <a:ext uri="{FF2B5EF4-FFF2-40B4-BE49-F238E27FC236}">
                    <a16:creationId xmlns:a16="http://schemas.microsoft.com/office/drawing/2014/main" id="{445619C5-01AD-4B7B-A4D1-E63D4FF00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0" y="2041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39" name="Oval 177">
                <a:extLst>
                  <a:ext uri="{FF2B5EF4-FFF2-40B4-BE49-F238E27FC236}">
                    <a16:creationId xmlns:a16="http://schemas.microsoft.com/office/drawing/2014/main" id="{B87EF5B1-B2E0-4DB4-AF77-C258AFA19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044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40" name="Oval 178">
                <a:extLst>
                  <a:ext uri="{FF2B5EF4-FFF2-40B4-BE49-F238E27FC236}">
                    <a16:creationId xmlns:a16="http://schemas.microsoft.com/office/drawing/2014/main" id="{F84C400D-7D28-4335-93C0-C29ACDFCD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041"/>
                <a:ext cx="16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41" name="Oval 179">
                <a:extLst>
                  <a:ext uri="{FF2B5EF4-FFF2-40B4-BE49-F238E27FC236}">
                    <a16:creationId xmlns:a16="http://schemas.microsoft.com/office/drawing/2014/main" id="{1453D9FB-B4A5-4A87-902E-D1CD555BC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018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42" name="Oval 180">
                <a:extLst>
                  <a:ext uri="{FF2B5EF4-FFF2-40B4-BE49-F238E27FC236}">
                    <a16:creationId xmlns:a16="http://schemas.microsoft.com/office/drawing/2014/main" id="{4D7E9507-492B-446C-83BB-CE63CFB56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024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43" name="Oval 181">
                <a:extLst>
                  <a:ext uri="{FF2B5EF4-FFF2-40B4-BE49-F238E27FC236}">
                    <a16:creationId xmlns:a16="http://schemas.microsoft.com/office/drawing/2014/main" id="{F46C5B00-6312-45DD-BF4D-DE18B3F6F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9" y="1999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44" name="Oval 182">
                <a:extLst>
                  <a:ext uri="{FF2B5EF4-FFF2-40B4-BE49-F238E27FC236}">
                    <a16:creationId xmlns:a16="http://schemas.microsoft.com/office/drawing/2014/main" id="{C7AAAB53-5B19-4128-8416-1300F3E72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5" y="1999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45" name="Oval 183">
                <a:extLst>
                  <a:ext uri="{FF2B5EF4-FFF2-40B4-BE49-F238E27FC236}">
                    <a16:creationId xmlns:a16="http://schemas.microsoft.com/office/drawing/2014/main" id="{DB25F995-3963-4590-AAA7-832B1DB20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1902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46" name="Oval 184">
                <a:extLst>
                  <a:ext uri="{FF2B5EF4-FFF2-40B4-BE49-F238E27FC236}">
                    <a16:creationId xmlns:a16="http://schemas.microsoft.com/office/drawing/2014/main" id="{2AFD0181-4FB7-4D16-A3B3-9E397DB7C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9" y="1758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47" name="Oval 185">
                <a:extLst>
                  <a:ext uri="{FF2B5EF4-FFF2-40B4-BE49-F238E27FC236}">
                    <a16:creationId xmlns:a16="http://schemas.microsoft.com/office/drawing/2014/main" id="{064FE9E9-B09C-4AE7-9C8B-C44FCF78F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015"/>
                <a:ext cx="16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48" name="Oval 186">
                <a:extLst>
                  <a:ext uri="{FF2B5EF4-FFF2-40B4-BE49-F238E27FC236}">
                    <a16:creationId xmlns:a16="http://schemas.microsoft.com/office/drawing/2014/main" id="{E83FE8BA-D973-4433-8188-62858A270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1915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49" name="Oval 187">
                <a:extLst>
                  <a:ext uri="{FF2B5EF4-FFF2-40B4-BE49-F238E27FC236}">
                    <a16:creationId xmlns:a16="http://schemas.microsoft.com/office/drawing/2014/main" id="{6A168A69-7292-4C49-9541-A98C863CA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1880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50" name="Oval 188">
                <a:extLst>
                  <a:ext uri="{FF2B5EF4-FFF2-40B4-BE49-F238E27FC236}">
                    <a16:creationId xmlns:a16="http://schemas.microsoft.com/office/drawing/2014/main" id="{9A6187B1-E94A-4B45-8918-B23918559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1854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51" name="Oval 189">
                <a:extLst>
                  <a:ext uri="{FF2B5EF4-FFF2-40B4-BE49-F238E27FC236}">
                    <a16:creationId xmlns:a16="http://schemas.microsoft.com/office/drawing/2014/main" id="{53A11C44-3A45-4444-8015-F41800E88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1828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52" name="Oval 190">
                <a:extLst>
                  <a:ext uri="{FF2B5EF4-FFF2-40B4-BE49-F238E27FC236}">
                    <a16:creationId xmlns:a16="http://schemas.microsoft.com/office/drawing/2014/main" id="{01C7B905-CA4B-4396-8772-9E4A9FD87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1812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53" name="Oval 191">
                <a:extLst>
                  <a:ext uri="{FF2B5EF4-FFF2-40B4-BE49-F238E27FC236}">
                    <a16:creationId xmlns:a16="http://schemas.microsoft.com/office/drawing/2014/main" id="{375BA5F7-F966-4C81-9D8F-91B5CE210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1790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54" name="Oval 192">
                <a:extLst>
                  <a:ext uri="{FF2B5EF4-FFF2-40B4-BE49-F238E27FC236}">
                    <a16:creationId xmlns:a16="http://schemas.microsoft.com/office/drawing/2014/main" id="{96683540-955D-4280-B3CB-872CF8E3E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0" y="1783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55" name="Oval 193">
                <a:extLst>
                  <a:ext uri="{FF2B5EF4-FFF2-40B4-BE49-F238E27FC236}">
                    <a16:creationId xmlns:a16="http://schemas.microsoft.com/office/drawing/2014/main" id="{AE171AC8-EAFD-4197-B0BE-2A6A1231C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1758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56" name="Oval 194">
                <a:extLst>
                  <a:ext uri="{FF2B5EF4-FFF2-40B4-BE49-F238E27FC236}">
                    <a16:creationId xmlns:a16="http://schemas.microsoft.com/office/drawing/2014/main" id="{7A158B33-3BC6-4063-8AA2-E916B2FB6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1741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57" name="Oval 195">
                <a:extLst>
                  <a:ext uri="{FF2B5EF4-FFF2-40B4-BE49-F238E27FC236}">
                    <a16:creationId xmlns:a16="http://schemas.microsoft.com/office/drawing/2014/main" id="{67E1CF1F-199D-42EB-B804-D724D9B54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0" y="1758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58" name="Oval 196">
                <a:extLst>
                  <a:ext uri="{FF2B5EF4-FFF2-40B4-BE49-F238E27FC236}">
                    <a16:creationId xmlns:a16="http://schemas.microsoft.com/office/drawing/2014/main" id="{E6253FDB-E4A0-4D31-B07C-5BD8232FD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1741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59" name="Oval 197">
                <a:extLst>
                  <a:ext uri="{FF2B5EF4-FFF2-40B4-BE49-F238E27FC236}">
                    <a16:creationId xmlns:a16="http://schemas.microsoft.com/office/drawing/2014/main" id="{47CF2841-2869-4901-B593-036CA42E2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1741"/>
                <a:ext cx="16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60" name="Oval 198">
                <a:extLst>
                  <a:ext uri="{FF2B5EF4-FFF2-40B4-BE49-F238E27FC236}">
                    <a16:creationId xmlns:a16="http://schemas.microsoft.com/office/drawing/2014/main" id="{13C23145-16B9-4FF3-BF7D-12259969D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8" y="1735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61" name="Oval 199">
                <a:extLst>
                  <a:ext uri="{FF2B5EF4-FFF2-40B4-BE49-F238E27FC236}">
                    <a16:creationId xmlns:a16="http://schemas.microsoft.com/office/drawing/2014/main" id="{6CAC6156-3FCA-45EA-B7C0-757350B5C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" y="1732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62" name="Oval 200">
                <a:extLst>
                  <a:ext uri="{FF2B5EF4-FFF2-40B4-BE49-F238E27FC236}">
                    <a16:creationId xmlns:a16="http://schemas.microsoft.com/office/drawing/2014/main" id="{547C4D75-3F18-4EFC-BE26-A3C3CEDA6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4" y="1745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63" name="Oval 201">
                <a:extLst>
                  <a:ext uri="{FF2B5EF4-FFF2-40B4-BE49-F238E27FC236}">
                    <a16:creationId xmlns:a16="http://schemas.microsoft.com/office/drawing/2014/main" id="{BDB0E4EB-BD8B-4BF5-B1AB-C77F321CA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1738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64" name="Oval 202">
                <a:extLst>
                  <a:ext uri="{FF2B5EF4-FFF2-40B4-BE49-F238E27FC236}">
                    <a16:creationId xmlns:a16="http://schemas.microsoft.com/office/drawing/2014/main" id="{5BF8B69D-8AD4-448A-BDA7-4C6290350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1754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65" name="Oval 203">
                <a:extLst>
                  <a:ext uri="{FF2B5EF4-FFF2-40B4-BE49-F238E27FC236}">
                    <a16:creationId xmlns:a16="http://schemas.microsoft.com/office/drawing/2014/main" id="{6230354C-CF0B-4850-AB0C-73C86D19F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8" y="1764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466" name="Oval 204">
                <a:extLst>
                  <a:ext uri="{FF2B5EF4-FFF2-40B4-BE49-F238E27FC236}">
                    <a16:creationId xmlns:a16="http://schemas.microsoft.com/office/drawing/2014/main" id="{847D5986-0FA8-4562-855A-102650785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1741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9876" name="Group 205">
              <a:extLst>
                <a:ext uri="{FF2B5EF4-FFF2-40B4-BE49-F238E27FC236}">
                  <a16:creationId xmlns:a16="http://schemas.microsoft.com/office/drawing/2014/main" id="{294039F4-0418-4AB3-8171-9DA0EB7E68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6" y="1381"/>
              <a:ext cx="983" cy="1782"/>
              <a:chOff x="3096" y="1381"/>
              <a:chExt cx="983" cy="1782"/>
            </a:xfrm>
          </p:grpSpPr>
          <p:sp>
            <p:nvSpPr>
              <p:cNvPr id="80067" name="Oval 206">
                <a:extLst>
                  <a:ext uri="{FF2B5EF4-FFF2-40B4-BE49-F238E27FC236}">
                    <a16:creationId xmlns:a16="http://schemas.microsoft.com/office/drawing/2014/main" id="{2F23D4C4-DA06-4F44-901E-A284B300C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9" y="1722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68" name="Oval 207">
                <a:extLst>
                  <a:ext uri="{FF2B5EF4-FFF2-40B4-BE49-F238E27FC236}">
                    <a16:creationId xmlns:a16="http://schemas.microsoft.com/office/drawing/2014/main" id="{049B22CC-453D-4D92-8AE4-9B68584E0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1751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69" name="Oval 208">
                <a:extLst>
                  <a:ext uri="{FF2B5EF4-FFF2-40B4-BE49-F238E27FC236}">
                    <a16:creationId xmlns:a16="http://schemas.microsoft.com/office/drawing/2014/main" id="{67ADEBF2-A614-4358-8839-581D6B46D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4" y="1767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70" name="Oval 209">
                <a:extLst>
                  <a:ext uri="{FF2B5EF4-FFF2-40B4-BE49-F238E27FC236}">
                    <a16:creationId xmlns:a16="http://schemas.microsoft.com/office/drawing/2014/main" id="{DFF1E952-6D14-4753-9016-AA91662C2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1770"/>
                <a:ext cx="16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71" name="Oval 210">
                <a:extLst>
                  <a:ext uri="{FF2B5EF4-FFF2-40B4-BE49-F238E27FC236}">
                    <a16:creationId xmlns:a16="http://schemas.microsoft.com/office/drawing/2014/main" id="{C9611451-382B-472B-9028-7803DAC67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764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72" name="Oval 211">
                <a:extLst>
                  <a:ext uri="{FF2B5EF4-FFF2-40B4-BE49-F238E27FC236}">
                    <a16:creationId xmlns:a16="http://schemas.microsoft.com/office/drawing/2014/main" id="{855482CE-4ED2-437B-A192-F26F0999F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2" y="1761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73" name="Oval 212">
                <a:extLst>
                  <a:ext uri="{FF2B5EF4-FFF2-40B4-BE49-F238E27FC236}">
                    <a16:creationId xmlns:a16="http://schemas.microsoft.com/office/drawing/2014/main" id="{50D935B1-0DBD-4B89-BDDF-AC9DA790CB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9" y="1709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74" name="Oval 213">
                <a:extLst>
                  <a:ext uri="{FF2B5EF4-FFF2-40B4-BE49-F238E27FC236}">
                    <a16:creationId xmlns:a16="http://schemas.microsoft.com/office/drawing/2014/main" id="{3CAC34F5-2855-424C-8D2E-E012BD79F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1" y="1725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75" name="Oval 214">
                <a:extLst>
                  <a:ext uri="{FF2B5EF4-FFF2-40B4-BE49-F238E27FC236}">
                    <a16:creationId xmlns:a16="http://schemas.microsoft.com/office/drawing/2014/main" id="{A0E52885-B197-49C9-97A3-B55B4D485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9" y="1684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76" name="Oval 215">
                <a:extLst>
                  <a:ext uri="{FF2B5EF4-FFF2-40B4-BE49-F238E27FC236}">
                    <a16:creationId xmlns:a16="http://schemas.microsoft.com/office/drawing/2014/main" id="{C9110F3C-E5DD-4CE5-97D7-7F89D6ED9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9" y="1648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77" name="Oval 216">
                <a:extLst>
                  <a:ext uri="{FF2B5EF4-FFF2-40B4-BE49-F238E27FC236}">
                    <a16:creationId xmlns:a16="http://schemas.microsoft.com/office/drawing/2014/main" id="{793CC013-0DFD-4998-99D3-7A46816A2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1613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78" name="Oval 217">
                <a:extLst>
                  <a:ext uri="{FF2B5EF4-FFF2-40B4-BE49-F238E27FC236}">
                    <a16:creationId xmlns:a16="http://schemas.microsoft.com/office/drawing/2014/main" id="{8D44F020-8D49-40C1-8FE1-F40B12830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1571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79" name="Oval 218">
                <a:extLst>
                  <a:ext uri="{FF2B5EF4-FFF2-40B4-BE49-F238E27FC236}">
                    <a16:creationId xmlns:a16="http://schemas.microsoft.com/office/drawing/2014/main" id="{4CB83BB7-4F81-49E9-A65B-1EFF18C65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1529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80" name="Oval 219">
                <a:extLst>
                  <a:ext uri="{FF2B5EF4-FFF2-40B4-BE49-F238E27FC236}">
                    <a16:creationId xmlns:a16="http://schemas.microsoft.com/office/drawing/2014/main" id="{0A1930FC-B1F6-4C33-A13D-7CF59F6E8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1555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81" name="Oval 220">
                <a:extLst>
                  <a:ext uri="{FF2B5EF4-FFF2-40B4-BE49-F238E27FC236}">
                    <a16:creationId xmlns:a16="http://schemas.microsoft.com/office/drawing/2014/main" id="{3A7C2930-AF6A-48C5-BD0A-A4E4DD433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1587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82" name="Oval 221">
                <a:extLst>
                  <a:ext uri="{FF2B5EF4-FFF2-40B4-BE49-F238E27FC236}">
                    <a16:creationId xmlns:a16="http://schemas.microsoft.com/office/drawing/2014/main" id="{4E8C9EDF-5DC3-4C29-8003-709261010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1632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83" name="Oval 222">
                <a:extLst>
                  <a:ext uri="{FF2B5EF4-FFF2-40B4-BE49-F238E27FC236}">
                    <a16:creationId xmlns:a16="http://schemas.microsoft.com/office/drawing/2014/main" id="{637A9F0E-587B-40DF-8BA2-CB18F0AE9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1664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84" name="Oval 223">
                <a:extLst>
                  <a:ext uri="{FF2B5EF4-FFF2-40B4-BE49-F238E27FC236}">
                    <a16:creationId xmlns:a16="http://schemas.microsoft.com/office/drawing/2014/main" id="{54CFAC4F-4502-4894-8EEA-26CD2BD6D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6" y="1706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85" name="Oval 224">
                <a:extLst>
                  <a:ext uri="{FF2B5EF4-FFF2-40B4-BE49-F238E27FC236}">
                    <a16:creationId xmlns:a16="http://schemas.microsoft.com/office/drawing/2014/main" id="{80AB4934-48E9-470F-BD63-507581EA3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6" y="1741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86" name="Oval 225">
                <a:extLst>
                  <a:ext uri="{FF2B5EF4-FFF2-40B4-BE49-F238E27FC236}">
                    <a16:creationId xmlns:a16="http://schemas.microsoft.com/office/drawing/2014/main" id="{3B77E32A-9492-409F-8864-4B38B95B6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2" y="1770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87" name="Oval 226">
                <a:extLst>
                  <a:ext uri="{FF2B5EF4-FFF2-40B4-BE49-F238E27FC236}">
                    <a16:creationId xmlns:a16="http://schemas.microsoft.com/office/drawing/2014/main" id="{29584976-1CB5-44AE-B44D-B53F5145A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6" y="1764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88" name="Oval 227">
                <a:extLst>
                  <a:ext uri="{FF2B5EF4-FFF2-40B4-BE49-F238E27FC236}">
                    <a16:creationId xmlns:a16="http://schemas.microsoft.com/office/drawing/2014/main" id="{B4A0E467-D10D-428B-B5B1-40B3BB0A45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4" y="1735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89" name="Oval 228">
                <a:extLst>
                  <a:ext uri="{FF2B5EF4-FFF2-40B4-BE49-F238E27FC236}">
                    <a16:creationId xmlns:a16="http://schemas.microsoft.com/office/drawing/2014/main" id="{7A022C51-140C-4A1A-B5BC-16CEE8426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1751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90" name="Oval 229">
                <a:extLst>
                  <a:ext uri="{FF2B5EF4-FFF2-40B4-BE49-F238E27FC236}">
                    <a16:creationId xmlns:a16="http://schemas.microsoft.com/office/drawing/2014/main" id="{A50D2F59-6E01-419C-AA0B-52E29D5A6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1944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91" name="Oval 230">
                <a:extLst>
                  <a:ext uri="{FF2B5EF4-FFF2-40B4-BE49-F238E27FC236}">
                    <a16:creationId xmlns:a16="http://schemas.microsoft.com/office/drawing/2014/main" id="{B63F8AF7-CB19-433A-B880-76D463A27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1970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92" name="Oval 231">
                <a:extLst>
                  <a:ext uri="{FF2B5EF4-FFF2-40B4-BE49-F238E27FC236}">
                    <a16:creationId xmlns:a16="http://schemas.microsoft.com/office/drawing/2014/main" id="{A9CF7CEA-DADD-4981-8306-9F8BCB0F6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1" y="2970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93" name="Oval 232">
                <a:extLst>
                  <a:ext uri="{FF2B5EF4-FFF2-40B4-BE49-F238E27FC236}">
                    <a16:creationId xmlns:a16="http://schemas.microsoft.com/office/drawing/2014/main" id="{A5BF7E4B-B8C6-451A-A35F-083A44341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6" y="2963"/>
                <a:ext cx="15" cy="17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94" name="Oval 233">
                <a:extLst>
                  <a:ext uri="{FF2B5EF4-FFF2-40B4-BE49-F238E27FC236}">
                    <a16:creationId xmlns:a16="http://schemas.microsoft.com/office/drawing/2014/main" id="{5DD19450-7A12-4209-95B1-C1E1B78C0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957"/>
                <a:ext cx="18" cy="1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95" name="Oval 234">
                <a:extLst>
                  <a:ext uri="{FF2B5EF4-FFF2-40B4-BE49-F238E27FC236}">
                    <a16:creationId xmlns:a16="http://schemas.microsoft.com/office/drawing/2014/main" id="{D9D83218-CAF5-4169-AEF7-C5BD013BC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9" y="2957"/>
                <a:ext cx="15" cy="1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96" name="Oval 235">
                <a:extLst>
                  <a:ext uri="{FF2B5EF4-FFF2-40B4-BE49-F238E27FC236}">
                    <a16:creationId xmlns:a16="http://schemas.microsoft.com/office/drawing/2014/main" id="{429133D1-DB99-4A70-8810-C7FCDDC8C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3" y="3044"/>
                <a:ext cx="15" cy="1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97" name="Oval 236">
                <a:extLst>
                  <a:ext uri="{FF2B5EF4-FFF2-40B4-BE49-F238E27FC236}">
                    <a16:creationId xmlns:a16="http://schemas.microsoft.com/office/drawing/2014/main" id="{7D922F80-3EB3-4366-9A7F-2025F831D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5" y="3057"/>
                <a:ext cx="15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98" name="Oval 237">
                <a:extLst>
                  <a:ext uri="{FF2B5EF4-FFF2-40B4-BE49-F238E27FC236}">
                    <a16:creationId xmlns:a16="http://schemas.microsoft.com/office/drawing/2014/main" id="{61B67ED5-C15D-44B3-AF3A-B31357F83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3063"/>
                <a:ext cx="16" cy="1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099" name="Oval 238">
                <a:extLst>
                  <a:ext uri="{FF2B5EF4-FFF2-40B4-BE49-F238E27FC236}">
                    <a16:creationId xmlns:a16="http://schemas.microsoft.com/office/drawing/2014/main" id="{6D265870-C6C3-46BE-B261-FC3088194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4" y="3086"/>
                <a:ext cx="18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00" name="Oval 239">
                <a:extLst>
                  <a:ext uri="{FF2B5EF4-FFF2-40B4-BE49-F238E27FC236}">
                    <a16:creationId xmlns:a16="http://schemas.microsoft.com/office/drawing/2014/main" id="{DD056614-556C-4BD7-ACD4-B80F1C607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3079"/>
                <a:ext cx="19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01" name="Oval 240">
                <a:extLst>
                  <a:ext uri="{FF2B5EF4-FFF2-40B4-BE49-F238E27FC236}">
                    <a16:creationId xmlns:a16="http://schemas.microsoft.com/office/drawing/2014/main" id="{2CD6CB7F-A6DE-46F0-9E0D-5CF5D2C2E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3092"/>
                <a:ext cx="18" cy="16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02" name="Oval 241">
                <a:extLst>
                  <a:ext uri="{FF2B5EF4-FFF2-40B4-BE49-F238E27FC236}">
                    <a16:creationId xmlns:a16="http://schemas.microsoft.com/office/drawing/2014/main" id="{277F8067-9580-4866-B3D4-3EB4C4D76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986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03" name="Oval 242">
                <a:extLst>
                  <a:ext uri="{FF2B5EF4-FFF2-40B4-BE49-F238E27FC236}">
                    <a16:creationId xmlns:a16="http://schemas.microsoft.com/office/drawing/2014/main" id="{8B8B88E7-C2FB-4702-80C8-3A4DAAC3F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2992"/>
                <a:ext cx="12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04" name="Oval 243">
                <a:extLst>
                  <a:ext uri="{FF2B5EF4-FFF2-40B4-BE49-F238E27FC236}">
                    <a16:creationId xmlns:a16="http://schemas.microsoft.com/office/drawing/2014/main" id="{CD5B4710-FA5C-4AB8-B6A3-C0FDF2378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2992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05" name="Oval 244">
                <a:extLst>
                  <a:ext uri="{FF2B5EF4-FFF2-40B4-BE49-F238E27FC236}">
                    <a16:creationId xmlns:a16="http://schemas.microsoft.com/office/drawing/2014/main" id="{73FD4DBF-4269-4155-B17D-1599EDFEF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8" y="2996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06" name="Oval 245">
                <a:extLst>
                  <a:ext uri="{FF2B5EF4-FFF2-40B4-BE49-F238E27FC236}">
                    <a16:creationId xmlns:a16="http://schemas.microsoft.com/office/drawing/2014/main" id="{B03716D0-FA2C-4BF1-A6C8-5A9928CBB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9" y="2992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07" name="Oval 246">
                <a:extLst>
                  <a:ext uri="{FF2B5EF4-FFF2-40B4-BE49-F238E27FC236}">
                    <a16:creationId xmlns:a16="http://schemas.microsoft.com/office/drawing/2014/main" id="{DC42863A-2C80-4512-9EB7-CB6B9769A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3012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08" name="Oval 247">
                <a:extLst>
                  <a:ext uri="{FF2B5EF4-FFF2-40B4-BE49-F238E27FC236}">
                    <a16:creationId xmlns:a16="http://schemas.microsoft.com/office/drawing/2014/main" id="{883B1C56-A696-46D4-BA4F-16DCC05A5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3009"/>
                <a:ext cx="10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09" name="Oval 248">
                <a:extLst>
                  <a:ext uri="{FF2B5EF4-FFF2-40B4-BE49-F238E27FC236}">
                    <a16:creationId xmlns:a16="http://schemas.microsoft.com/office/drawing/2014/main" id="{756C111D-F168-46E2-9319-51E42671A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6" y="2986"/>
                <a:ext cx="9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10" name="Oval 249">
                <a:extLst>
                  <a:ext uri="{FF2B5EF4-FFF2-40B4-BE49-F238E27FC236}">
                    <a16:creationId xmlns:a16="http://schemas.microsoft.com/office/drawing/2014/main" id="{8EA622B1-BD7B-4661-855E-A967FFAB6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980"/>
                <a:ext cx="12" cy="12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11" name="Oval 250">
                <a:extLst>
                  <a:ext uri="{FF2B5EF4-FFF2-40B4-BE49-F238E27FC236}">
                    <a16:creationId xmlns:a16="http://schemas.microsoft.com/office/drawing/2014/main" id="{D74BF357-8C0E-47AF-B644-7E79CAB08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1" y="2976"/>
                <a:ext cx="9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12" name="Oval 251">
                <a:extLst>
                  <a:ext uri="{FF2B5EF4-FFF2-40B4-BE49-F238E27FC236}">
                    <a16:creationId xmlns:a16="http://schemas.microsoft.com/office/drawing/2014/main" id="{6E8057C1-B1FA-4C44-BD4C-81751A5F7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967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13" name="Oval 252">
                <a:extLst>
                  <a:ext uri="{FF2B5EF4-FFF2-40B4-BE49-F238E27FC236}">
                    <a16:creationId xmlns:a16="http://schemas.microsoft.com/office/drawing/2014/main" id="{1D03877A-4D5D-43A4-8873-506B7E51A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8" y="2951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14" name="Oval 253">
                <a:extLst>
                  <a:ext uri="{FF2B5EF4-FFF2-40B4-BE49-F238E27FC236}">
                    <a16:creationId xmlns:a16="http://schemas.microsoft.com/office/drawing/2014/main" id="{A56E66D8-2640-4199-9815-0ABCC52C5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2973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15" name="Oval 254">
                <a:extLst>
                  <a:ext uri="{FF2B5EF4-FFF2-40B4-BE49-F238E27FC236}">
                    <a16:creationId xmlns:a16="http://schemas.microsoft.com/office/drawing/2014/main" id="{C162ED2C-78FE-4AC2-B529-A42861AE0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0" y="2941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16" name="Oval 255">
                <a:extLst>
                  <a:ext uri="{FF2B5EF4-FFF2-40B4-BE49-F238E27FC236}">
                    <a16:creationId xmlns:a16="http://schemas.microsoft.com/office/drawing/2014/main" id="{99CD109D-A7D0-407F-A6C0-79F0532F1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1" y="2935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17" name="Oval 256">
                <a:extLst>
                  <a:ext uri="{FF2B5EF4-FFF2-40B4-BE49-F238E27FC236}">
                    <a16:creationId xmlns:a16="http://schemas.microsoft.com/office/drawing/2014/main" id="{180F94FC-C187-45E5-91D3-D89F4B5E2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947"/>
                <a:ext cx="12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18" name="Oval 257">
                <a:extLst>
                  <a:ext uri="{FF2B5EF4-FFF2-40B4-BE49-F238E27FC236}">
                    <a16:creationId xmlns:a16="http://schemas.microsoft.com/office/drawing/2014/main" id="{C0006C68-C6A8-45B7-B860-B590C24B8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3" y="2938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19" name="Oval 258">
                <a:extLst>
                  <a:ext uri="{FF2B5EF4-FFF2-40B4-BE49-F238E27FC236}">
                    <a16:creationId xmlns:a16="http://schemas.microsoft.com/office/drawing/2014/main" id="{F9E303BA-8006-4518-B765-0F69EE41A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2915"/>
                <a:ext cx="12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20" name="Oval 259">
                <a:extLst>
                  <a:ext uri="{FF2B5EF4-FFF2-40B4-BE49-F238E27FC236}">
                    <a16:creationId xmlns:a16="http://schemas.microsoft.com/office/drawing/2014/main" id="{A5385806-31AB-4EA1-8519-9AFA4673F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7" y="2915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21" name="Oval 260">
                <a:extLst>
                  <a:ext uri="{FF2B5EF4-FFF2-40B4-BE49-F238E27FC236}">
                    <a16:creationId xmlns:a16="http://schemas.microsoft.com/office/drawing/2014/main" id="{5BC171A7-4068-4FBA-BC40-46A4F3601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3" y="2931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22" name="Oval 261">
                <a:extLst>
                  <a:ext uri="{FF2B5EF4-FFF2-40B4-BE49-F238E27FC236}">
                    <a16:creationId xmlns:a16="http://schemas.microsoft.com/office/drawing/2014/main" id="{E4589CB5-D6BD-442C-A6CD-38A0AE10E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8" y="2902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23" name="Oval 262">
                <a:extLst>
                  <a:ext uri="{FF2B5EF4-FFF2-40B4-BE49-F238E27FC236}">
                    <a16:creationId xmlns:a16="http://schemas.microsoft.com/office/drawing/2014/main" id="{2C5E5B03-4D5C-4F52-8094-E9DA3A6E1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6" y="2899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24" name="Oval 263">
                <a:extLst>
                  <a:ext uri="{FF2B5EF4-FFF2-40B4-BE49-F238E27FC236}">
                    <a16:creationId xmlns:a16="http://schemas.microsoft.com/office/drawing/2014/main" id="{F5E738B5-072B-457E-B6E7-90947B512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7" y="2899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25" name="Oval 264">
                <a:extLst>
                  <a:ext uri="{FF2B5EF4-FFF2-40B4-BE49-F238E27FC236}">
                    <a16:creationId xmlns:a16="http://schemas.microsoft.com/office/drawing/2014/main" id="{6895EFBA-F3AE-4B00-969E-B32961882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6" y="2915"/>
                <a:ext cx="12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26" name="Oval 265">
                <a:extLst>
                  <a:ext uri="{FF2B5EF4-FFF2-40B4-BE49-F238E27FC236}">
                    <a16:creationId xmlns:a16="http://schemas.microsoft.com/office/drawing/2014/main" id="{E2E33052-44B4-4F5B-B143-EA0290117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9" y="2909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27" name="Oval 266">
                <a:extLst>
                  <a:ext uri="{FF2B5EF4-FFF2-40B4-BE49-F238E27FC236}">
                    <a16:creationId xmlns:a16="http://schemas.microsoft.com/office/drawing/2014/main" id="{48649410-0940-416E-92FE-6DAE1B2F4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7" y="2915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28" name="Oval 267">
                <a:extLst>
                  <a:ext uri="{FF2B5EF4-FFF2-40B4-BE49-F238E27FC236}">
                    <a16:creationId xmlns:a16="http://schemas.microsoft.com/office/drawing/2014/main" id="{316C5792-1BD1-41B1-B307-7515DE04D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2" y="2918"/>
                <a:ext cx="9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29" name="Oval 268">
                <a:extLst>
                  <a:ext uri="{FF2B5EF4-FFF2-40B4-BE49-F238E27FC236}">
                    <a16:creationId xmlns:a16="http://schemas.microsoft.com/office/drawing/2014/main" id="{52D16971-4CF1-41E2-BB48-D32611E7B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1" y="2938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30" name="Oval 269">
                <a:extLst>
                  <a:ext uri="{FF2B5EF4-FFF2-40B4-BE49-F238E27FC236}">
                    <a16:creationId xmlns:a16="http://schemas.microsoft.com/office/drawing/2014/main" id="{1DEB61E5-222D-4DF9-B239-1627C1D89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9" y="2951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31" name="Oval 270">
                <a:extLst>
                  <a:ext uri="{FF2B5EF4-FFF2-40B4-BE49-F238E27FC236}">
                    <a16:creationId xmlns:a16="http://schemas.microsoft.com/office/drawing/2014/main" id="{D7AB2704-DFFA-4CBF-BC0F-19F6BE64B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9" y="3079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32" name="Oval 271">
                <a:extLst>
                  <a:ext uri="{FF2B5EF4-FFF2-40B4-BE49-F238E27FC236}">
                    <a16:creationId xmlns:a16="http://schemas.microsoft.com/office/drawing/2014/main" id="{43AF4580-AA64-4CCF-9E9E-C937BBB12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9" y="3099"/>
                <a:ext cx="12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33" name="Oval 272">
                <a:extLst>
                  <a:ext uri="{FF2B5EF4-FFF2-40B4-BE49-F238E27FC236}">
                    <a16:creationId xmlns:a16="http://schemas.microsoft.com/office/drawing/2014/main" id="{31AAACDA-913D-48BD-968D-1AFDC0A81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9" y="3105"/>
                <a:ext cx="13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34" name="Oval 273">
                <a:extLst>
                  <a:ext uri="{FF2B5EF4-FFF2-40B4-BE49-F238E27FC236}">
                    <a16:creationId xmlns:a16="http://schemas.microsoft.com/office/drawing/2014/main" id="{9300F68D-B2CB-4538-9F93-9EA66AEB7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2989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35" name="Oval 274">
                <a:extLst>
                  <a:ext uri="{FF2B5EF4-FFF2-40B4-BE49-F238E27FC236}">
                    <a16:creationId xmlns:a16="http://schemas.microsoft.com/office/drawing/2014/main" id="{9AE8BBBD-EFFA-4C98-9EA0-50CC2D45C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6" y="2565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36" name="Oval 275">
                <a:extLst>
                  <a:ext uri="{FF2B5EF4-FFF2-40B4-BE49-F238E27FC236}">
                    <a16:creationId xmlns:a16="http://schemas.microsoft.com/office/drawing/2014/main" id="{9934B6CB-9E21-4AD3-BAA4-BF629EA1C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8" y="2565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37" name="Oval 276">
                <a:extLst>
                  <a:ext uri="{FF2B5EF4-FFF2-40B4-BE49-F238E27FC236}">
                    <a16:creationId xmlns:a16="http://schemas.microsoft.com/office/drawing/2014/main" id="{4313B1F6-9573-491A-BEC9-8C3B0A627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2597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38" name="Oval 277">
                <a:extLst>
                  <a:ext uri="{FF2B5EF4-FFF2-40B4-BE49-F238E27FC236}">
                    <a16:creationId xmlns:a16="http://schemas.microsoft.com/office/drawing/2014/main" id="{6A17CFD0-208A-46B7-AE47-6EF908A8A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8" y="2623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39" name="Oval 278">
                <a:extLst>
                  <a:ext uri="{FF2B5EF4-FFF2-40B4-BE49-F238E27FC236}">
                    <a16:creationId xmlns:a16="http://schemas.microsoft.com/office/drawing/2014/main" id="{8407F188-477A-47BD-9492-38DC7069E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2645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40" name="Oval 279">
                <a:extLst>
                  <a:ext uri="{FF2B5EF4-FFF2-40B4-BE49-F238E27FC236}">
                    <a16:creationId xmlns:a16="http://schemas.microsoft.com/office/drawing/2014/main" id="{CE57767F-20D5-48BE-ADD5-869F632EB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2446"/>
                <a:ext cx="12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41" name="Oval 280">
                <a:extLst>
                  <a:ext uri="{FF2B5EF4-FFF2-40B4-BE49-F238E27FC236}">
                    <a16:creationId xmlns:a16="http://schemas.microsoft.com/office/drawing/2014/main" id="{F620E7BA-77CB-43E0-A474-675DD703A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0" y="2484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42" name="Oval 281">
                <a:extLst>
                  <a:ext uri="{FF2B5EF4-FFF2-40B4-BE49-F238E27FC236}">
                    <a16:creationId xmlns:a16="http://schemas.microsoft.com/office/drawing/2014/main" id="{523ECF62-833D-4A86-8A44-2CCE27D87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0" y="2369"/>
                <a:ext cx="9" cy="12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43" name="Oval 282">
                <a:extLst>
                  <a:ext uri="{FF2B5EF4-FFF2-40B4-BE49-F238E27FC236}">
                    <a16:creationId xmlns:a16="http://schemas.microsoft.com/office/drawing/2014/main" id="{F1C4869A-A2E6-4A01-96CB-85FB2284E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2340"/>
                <a:ext cx="12" cy="12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44" name="Oval 283">
                <a:extLst>
                  <a:ext uri="{FF2B5EF4-FFF2-40B4-BE49-F238E27FC236}">
                    <a16:creationId xmlns:a16="http://schemas.microsoft.com/office/drawing/2014/main" id="{6F7DE8CA-4D49-481D-B082-B320E9135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285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45" name="Oval 284">
                <a:extLst>
                  <a:ext uri="{FF2B5EF4-FFF2-40B4-BE49-F238E27FC236}">
                    <a16:creationId xmlns:a16="http://schemas.microsoft.com/office/drawing/2014/main" id="{2C404E0C-3E96-447E-AFC0-F92D2F708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2224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46" name="Oval 285">
                <a:extLst>
                  <a:ext uri="{FF2B5EF4-FFF2-40B4-BE49-F238E27FC236}">
                    <a16:creationId xmlns:a16="http://schemas.microsoft.com/office/drawing/2014/main" id="{FD2C78DF-32C4-44EB-B608-DD60CE2C9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0" y="2195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47" name="Oval 286">
                <a:extLst>
                  <a:ext uri="{FF2B5EF4-FFF2-40B4-BE49-F238E27FC236}">
                    <a16:creationId xmlns:a16="http://schemas.microsoft.com/office/drawing/2014/main" id="{72501BE7-C8FE-45A5-830F-5F4E38BC0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2169"/>
                <a:ext cx="9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48" name="Oval 287">
                <a:extLst>
                  <a:ext uri="{FF2B5EF4-FFF2-40B4-BE49-F238E27FC236}">
                    <a16:creationId xmlns:a16="http://schemas.microsoft.com/office/drawing/2014/main" id="{F3928AB0-5A0F-4100-906E-B53BE54C1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124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49" name="Oval 288">
                <a:extLst>
                  <a:ext uri="{FF2B5EF4-FFF2-40B4-BE49-F238E27FC236}">
                    <a16:creationId xmlns:a16="http://schemas.microsoft.com/office/drawing/2014/main" id="{71DFA093-4180-4054-B02D-318A16B31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105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50" name="Oval 289">
                <a:extLst>
                  <a:ext uri="{FF2B5EF4-FFF2-40B4-BE49-F238E27FC236}">
                    <a16:creationId xmlns:a16="http://schemas.microsoft.com/office/drawing/2014/main" id="{BE299A33-F1F5-4457-BF43-F32941E98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076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51" name="Oval 290">
                <a:extLst>
                  <a:ext uri="{FF2B5EF4-FFF2-40B4-BE49-F238E27FC236}">
                    <a16:creationId xmlns:a16="http://schemas.microsoft.com/office/drawing/2014/main" id="{B24F485E-3EB7-46C6-AAAA-DD677A42F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8" y="2060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52" name="Oval 291">
                <a:extLst>
                  <a:ext uri="{FF2B5EF4-FFF2-40B4-BE49-F238E27FC236}">
                    <a16:creationId xmlns:a16="http://schemas.microsoft.com/office/drawing/2014/main" id="{3496E0C6-2F45-40CF-A51E-EF6CBD574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8" y="2044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53" name="Oval 292">
                <a:extLst>
                  <a:ext uri="{FF2B5EF4-FFF2-40B4-BE49-F238E27FC236}">
                    <a16:creationId xmlns:a16="http://schemas.microsoft.com/office/drawing/2014/main" id="{D8FB1944-7348-42D6-9DB0-04105EC51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024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54" name="Oval 293">
                <a:extLst>
                  <a:ext uri="{FF2B5EF4-FFF2-40B4-BE49-F238E27FC236}">
                    <a16:creationId xmlns:a16="http://schemas.microsoft.com/office/drawing/2014/main" id="{5225EBB0-8F6E-4F23-BED0-015A2D5A0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015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55" name="Oval 294">
                <a:extLst>
                  <a:ext uri="{FF2B5EF4-FFF2-40B4-BE49-F238E27FC236}">
                    <a16:creationId xmlns:a16="http://schemas.microsoft.com/office/drawing/2014/main" id="{2A85D4DC-B556-4B99-AB29-D6A16FD75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5" y="2024"/>
                <a:ext cx="12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56" name="Oval 295">
                <a:extLst>
                  <a:ext uri="{FF2B5EF4-FFF2-40B4-BE49-F238E27FC236}">
                    <a16:creationId xmlns:a16="http://schemas.microsoft.com/office/drawing/2014/main" id="{2F04EDB8-04AB-4BB6-B8BE-6F7221806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6" y="2015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57" name="Oval 296">
                <a:extLst>
                  <a:ext uri="{FF2B5EF4-FFF2-40B4-BE49-F238E27FC236}">
                    <a16:creationId xmlns:a16="http://schemas.microsoft.com/office/drawing/2014/main" id="{9B0CABE8-8722-48B2-A60C-3BD044606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0" y="2021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58" name="Oval 297">
                <a:extLst>
                  <a:ext uri="{FF2B5EF4-FFF2-40B4-BE49-F238E27FC236}">
                    <a16:creationId xmlns:a16="http://schemas.microsoft.com/office/drawing/2014/main" id="{5970DC72-FE56-4A96-BA6F-BA6BA9111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9" y="1999"/>
                <a:ext cx="12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59" name="Oval 298">
                <a:extLst>
                  <a:ext uri="{FF2B5EF4-FFF2-40B4-BE49-F238E27FC236}">
                    <a16:creationId xmlns:a16="http://schemas.microsoft.com/office/drawing/2014/main" id="{02C68565-E1DB-4EF1-82AB-5AFBBA9B1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1996"/>
                <a:ext cx="9" cy="12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60" name="Oval 299">
                <a:extLst>
                  <a:ext uri="{FF2B5EF4-FFF2-40B4-BE49-F238E27FC236}">
                    <a16:creationId xmlns:a16="http://schemas.microsoft.com/office/drawing/2014/main" id="{520B5F36-9499-46EE-82D1-EAF86EEFE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1970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61" name="Oval 300">
                <a:extLst>
                  <a:ext uri="{FF2B5EF4-FFF2-40B4-BE49-F238E27FC236}">
                    <a16:creationId xmlns:a16="http://schemas.microsoft.com/office/drawing/2014/main" id="{60D520EF-4D40-41A8-B701-E456385C6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1931"/>
                <a:ext cx="12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62" name="Oval 301">
                <a:extLst>
                  <a:ext uri="{FF2B5EF4-FFF2-40B4-BE49-F238E27FC236}">
                    <a16:creationId xmlns:a16="http://schemas.microsoft.com/office/drawing/2014/main" id="{05B5ACC5-8B71-4C97-8282-FCF37A306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9" y="1886"/>
                <a:ext cx="12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63" name="Oval 302">
                <a:extLst>
                  <a:ext uri="{FF2B5EF4-FFF2-40B4-BE49-F238E27FC236}">
                    <a16:creationId xmlns:a16="http://schemas.microsoft.com/office/drawing/2014/main" id="{936870F1-4CBA-421A-85BD-0F8A2A7CB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1838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64" name="Oval 303">
                <a:extLst>
                  <a:ext uri="{FF2B5EF4-FFF2-40B4-BE49-F238E27FC236}">
                    <a16:creationId xmlns:a16="http://schemas.microsoft.com/office/drawing/2014/main" id="{8F098F18-E0B1-4B59-8DB4-6F2B724C5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1809"/>
                <a:ext cx="9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65" name="Oval 304">
                <a:extLst>
                  <a:ext uri="{FF2B5EF4-FFF2-40B4-BE49-F238E27FC236}">
                    <a16:creationId xmlns:a16="http://schemas.microsoft.com/office/drawing/2014/main" id="{844DFD86-1BF0-48CE-B893-982016A6A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1793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66" name="Oval 305">
                <a:extLst>
                  <a:ext uri="{FF2B5EF4-FFF2-40B4-BE49-F238E27FC236}">
                    <a16:creationId xmlns:a16="http://schemas.microsoft.com/office/drawing/2014/main" id="{51B5FB6F-21CD-4A1A-8A9A-AF3B699FF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1751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67" name="Oval 306">
                <a:extLst>
                  <a:ext uri="{FF2B5EF4-FFF2-40B4-BE49-F238E27FC236}">
                    <a16:creationId xmlns:a16="http://schemas.microsoft.com/office/drawing/2014/main" id="{8B432045-2C63-4FF0-823E-1E09E3E22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1" y="1738"/>
                <a:ext cx="12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68" name="Oval 307">
                <a:extLst>
                  <a:ext uri="{FF2B5EF4-FFF2-40B4-BE49-F238E27FC236}">
                    <a16:creationId xmlns:a16="http://schemas.microsoft.com/office/drawing/2014/main" id="{619B6943-655F-49C1-9740-1FB9881BB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1735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69" name="Oval 308">
                <a:extLst>
                  <a:ext uri="{FF2B5EF4-FFF2-40B4-BE49-F238E27FC236}">
                    <a16:creationId xmlns:a16="http://schemas.microsoft.com/office/drawing/2014/main" id="{4C3B00A4-5E4B-437A-BB87-8D75635C9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1719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70" name="Oval 309">
                <a:extLst>
                  <a:ext uri="{FF2B5EF4-FFF2-40B4-BE49-F238E27FC236}">
                    <a16:creationId xmlns:a16="http://schemas.microsoft.com/office/drawing/2014/main" id="{2A09943D-6593-4DCA-965F-5AADB1AEB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1722"/>
                <a:ext cx="10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71" name="Oval 310">
                <a:extLst>
                  <a:ext uri="{FF2B5EF4-FFF2-40B4-BE49-F238E27FC236}">
                    <a16:creationId xmlns:a16="http://schemas.microsoft.com/office/drawing/2014/main" id="{662BF22A-5088-47CB-81A0-9046EE10CF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1" y="1716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72" name="Oval 311">
                <a:extLst>
                  <a:ext uri="{FF2B5EF4-FFF2-40B4-BE49-F238E27FC236}">
                    <a16:creationId xmlns:a16="http://schemas.microsoft.com/office/drawing/2014/main" id="{3C288BC3-FB54-4C53-9DEA-8CCB5379A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1722"/>
                <a:ext cx="9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73" name="Oval 312">
                <a:extLst>
                  <a:ext uri="{FF2B5EF4-FFF2-40B4-BE49-F238E27FC236}">
                    <a16:creationId xmlns:a16="http://schemas.microsoft.com/office/drawing/2014/main" id="{A6C49C7A-CB0A-40B3-A7C7-4CDF667D4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9" y="1741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74" name="Oval 313">
                <a:extLst>
                  <a:ext uri="{FF2B5EF4-FFF2-40B4-BE49-F238E27FC236}">
                    <a16:creationId xmlns:a16="http://schemas.microsoft.com/office/drawing/2014/main" id="{38133C93-B7DC-407A-930E-CBBD95A8F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0" y="1719"/>
                <a:ext cx="9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75" name="Oval 314">
                <a:extLst>
                  <a:ext uri="{FF2B5EF4-FFF2-40B4-BE49-F238E27FC236}">
                    <a16:creationId xmlns:a16="http://schemas.microsoft.com/office/drawing/2014/main" id="{FA0D7616-7F32-40D5-AC6E-33D497A51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4" y="1732"/>
                <a:ext cx="9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76" name="Oval 315">
                <a:extLst>
                  <a:ext uri="{FF2B5EF4-FFF2-40B4-BE49-F238E27FC236}">
                    <a16:creationId xmlns:a16="http://schemas.microsoft.com/office/drawing/2014/main" id="{8E7A15A0-2762-4C5F-BA24-EE40A5268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8" y="1745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77" name="Oval 316">
                <a:extLst>
                  <a:ext uri="{FF2B5EF4-FFF2-40B4-BE49-F238E27FC236}">
                    <a16:creationId xmlns:a16="http://schemas.microsoft.com/office/drawing/2014/main" id="{12312AD7-788E-4A38-8FEE-E0BD504D5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5" y="1729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78" name="Oval 317">
                <a:extLst>
                  <a:ext uri="{FF2B5EF4-FFF2-40B4-BE49-F238E27FC236}">
                    <a16:creationId xmlns:a16="http://schemas.microsoft.com/office/drawing/2014/main" id="{78D6156A-2C1A-42A3-8D82-02663E404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8" y="1713"/>
                <a:ext cx="9" cy="9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79" name="Oval 318">
                <a:extLst>
                  <a:ext uri="{FF2B5EF4-FFF2-40B4-BE49-F238E27FC236}">
                    <a16:creationId xmlns:a16="http://schemas.microsoft.com/office/drawing/2014/main" id="{6B23B4D0-E588-4C59-B79F-5379E032A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2" y="1687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80" name="Oval 319">
                <a:extLst>
                  <a:ext uri="{FF2B5EF4-FFF2-40B4-BE49-F238E27FC236}">
                    <a16:creationId xmlns:a16="http://schemas.microsoft.com/office/drawing/2014/main" id="{88DBB8DE-9767-4250-91C3-ABBD56C02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6" y="1619"/>
                <a:ext cx="12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81" name="Oval 320">
                <a:extLst>
                  <a:ext uri="{FF2B5EF4-FFF2-40B4-BE49-F238E27FC236}">
                    <a16:creationId xmlns:a16="http://schemas.microsoft.com/office/drawing/2014/main" id="{2D4F00A2-7E30-4E3A-AB0A-B40F9D4BB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3" y="1581"/>
                <a:ext cx="9" cy="13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82" name="Oval 321">
                <a:extLst>
                  <a:ext uri="{FF2B5EF4-FFF2-40B4-BE49-F238E27FC236}">
                    <a16:creationId xmlns:a16="http://schemas.microsoft.com/office/drawing/2014/main" id="{41BACEF9-2991-4221-8DD0-6BC27E139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0" y="1738"/>
                <a:ext cx="9" cy="10"/>
              </a:xfrm>
              <a:prstGeom prst="ellipse">
                <a:avLst/>
              </a:prstGeom>
              <a:solidFill>
                <a:srgbClr val="C6D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83" name="Oval 322">
                <a:extLst>
                  <a:ext uri="{FF2B5EF4-FFF2-40B4-BE49-F238E27FC236}">
                    <a16:creationId xmlns:a16="http://schemas.microsoft.com/office/drawing/2014/main" id="{D6057FD5-995A-4834-8935-7FE03AF6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5" y="2954"/>
                <a:ext cx="9" cy="9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84" name="Oval 323">
                <a:extLst>
                  <a:ext uri="{FF2B5EF4-FFF2-40B4-BE49-F238E27FC236}">
                    <a16:creationId xmlns:a16="http://schemas.microsoft.com/office/drawing/2014/main" id="{0A840652-2421-49E8-A9EE-6FA46A51C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2941"/>
                <a:ext cx="9" cy="13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85" name="Oval 324">
                <a:extLst>
                  <a:ext uri="{FF2B5EF4-FFF2-40B4-BE49-F238E27FC236}">
                    <a16:creationId xmlns:a16="http://schemas.microsoft.com/office/drawing/2014/main" id="{D5585F7B-E158-4125-97E6-130D67ACD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2957"/>
                <a:ext cx="9" cy="13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86" name="Oval 325">
                <a:extLst>
                  <a:ext uri="{FF2B5EF4-FFF2-40B4-BE49-F238E27FC236}">
                    <a16:creationId xmlns:a16="http://schemas.microsoft.com/office/drawing/2014/main" id="{090CB0F0-2A6A-4B7E-9265-E1A101EA3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2912"/>
                <a:ext cx="12" cy="10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87" name="Oval 326">
                <a:extLst>
                  <a:ext uri="{FF2B5EF4-FFF2-40B4-BE49-F238E27FC236}">
                    <a16:creationId xmlns:a16="http://schemas.microsoft.com/office/drawing/2014/main" id="{2D8AA4AC-B7E9-4814-A964-E8AFA66B8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4" y="2951"/>
                <a:ext cx="9" cy="12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88" name="Oval 327">
                <a:extLst>
                  <a:ext uri="{FF2B5EF4-FFF2-40B4-BE49-F238E27FC236}">
                    <a16:creationId xmlns:a16="http://schemas.microsoft.com/office/drawing/2014/main" id="{5372DBBF-0E68-449E-8D93-16FF25C94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4" y="2963"/>
                <a:ext cx="9" cy="10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89" name="Oval 328">
                <a:extLst>
                  <a:ext uri="{FF2B5EF4-FFF2-40B4-BE49-F238E27FC236}">
                    <a16:creationId xmlns:a16="http://schemas.microsoft.com/office/drawing/2014/main" id="{B542A9E6-FEB0-4A61-8606-D30B99700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0" y="3131"/>
                <a:ext cx="9" cy="9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90" name="Oval 329">
                <a:extLst>
                  <a:ext uri="{FF2B5EF4-FFF2-40B4-BE49-F238E27FC236}">
                    <a16:creationId xmlns:a16="http://schemas.microsoft.com/office/drawing/2014/main" id="{07CFE9E1-37E0-4592-98E1-4411F79EC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7" y="3153"/>
                <a:ext cx="9" cy="10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91" name="Oval 330">
                <a:extLst>
                  <a:ext uri="{FF2B5EF4-FFF2-40B4-BE49-F238E27FC236}">
                    <a16:creationId xmlns:a16="http://schemas.microsoft.com/office/drawing/2014/main" id="{CC06CB55-6C77-499E-B6A5-8DAE41F4B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687"/>
                <a:ext cx="9" cy="13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92" name="Oval 331">
                <a:extLst>
                  <a:ext uri="{FF2B5EF4-FFF2-40B4-BE49-F238E27FC236}">
                    <a16:creationId xmlns:a16="http://schemas.microsoft.com/office/drawing/2014/main" id="{2772F7A0-4E8E-46D9-A0FE-DA1093858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9" y="2716"/>
                <a:ext cx="10" cy="13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93" name="Oval 332">
                <a:extLst>
                  <a:ext uri="{FF2B5EF4-FFF2-40B4-BE49-F238E27FC236}">
                    <a16:creationId xmlns:a16="http://schemas.microsoft.com/office/drawing/2014/main" id="{8B5A4984-890A-4E51-B43C-83B568941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3" y="1449"/>
                <a:ext cx="9" cy="9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94" name="Oval 333">
                <a:extLst>
                  <a:ext uri="{FF2B5EF4-FFF2-40B4-BE49-F238E27FC236}">
                    <a16:creationId xmlns:a16="http://schemas.microsoft.com/office/drawing/2014/main" id="{1A5FD0D7-1135-4120-A9EB-EE81685DD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1423"/>
                <a:ext cx="12" cy="13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95" name="Oval 334">
                <a:extLst>
                  <a:ext uri="{FF2B5EF4-FFF2-40B4-BE49-F238E27FC236}">
                    <a16:creationId xmlns:a16="http://schemas.microsoft.com/office/drawing/2014/main" id="{56D74F94-D3D1-4BAD-9AD4-B50C13AEA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1381"/>
                <a:ext cx="12" cy="10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96" name="Oval 335">
                <a:extLst>
                  <a:ext uri="{FF2B5EF4-FFF2-40B4-BE49-F238E27FC236}">
                    <a16:creationId xmlns:a16="http://schemas.microsoft.com/office/drawing/2014/main" id="{7107EEAE-DF7A-4DC8-B5C0-10246C783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1426"/>
                <a:ext cx="9" cy="13"/>
              </a:xfrm>
              <a:prstGeom prst="ellipse">
                <a:avLst/>
              </a:prstGeom>
              <a:solidFill>
                <a:srgbClr val="88BC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97" name="Oval 336">
                <a:extLst>
                  <a:ext uri="{FF2B5EF4-FFF2-40B4-BE49-F238E27FC236}">
                    <a16:creationId xmlns:a16="http://schemas.microsoft.com/office/drawing/2014/main" id="{E3203B4B-F8FE-4A9C-BB3A-E3DB10D9E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426"/>
                <a:ext cx="12" cy="13"/>
              </a:xfrm>
              <a:prstGeom prst="ellipse">
                <a:avLst/>
              </a:pr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98" name="Oval 337">
                <a:extLst>
                  <a:ext uri="{FF2B5EF4-FFF2-40B4-BE49-F238E27FC236}">
                    <a16:creationId xmlns:a16="http://schemas.microsoft.com/office/drawing/2014/main" id="{82144833-FCE9-426D-A299-CE01B7A02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1455"/>
                <a:ext cx="9" cy="10"/>
              </a:xfrm>
              <a:prstGeom prst="ellipse">
                <a:avLst/>
              </a:pr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199" name="Oval 338">
                <a:extLst>
                  <a:ext uri="{FF2B5EF4-FFF2-40B4-BE49-F238E27FC236}">
                    <a16:creationId xmlns:a16="http://schemas.microsoft.com/office/drawing/2014/main" id="{05776D5F-1D14-41F6-95EB-C80D35864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1430"/>
                <a:ext cx="9" cy="9"/>
              </a:xfrm>
              <a:prstGeom prst="ellipse">
                <a:avLst/>
              </a:pr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00" name="Oval 339">
                <a:extLst>
                  <a:ext uri="{FF2B5EF4-FFF2-40B4-BE49-F238E27FC236}">
                    <a16:creationId xmlns:a16="http://schemas.microsoft.com/office/drawing/2014/main" id="{EE0AAD7E-AF40-4BD8-BEBE-F05D0EC82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2" y="1410"/>
                <a:ext cx="12" cy="10"/>
              </a:xfrm>
              <a:prstGeom prst="ellipse">
                <a:avLst/>
              </a:pr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01" name="Oval 340">
                <a:extLst>
                  <a:ext uri="{FF2B5EF4-FFF2-40B4-BE49-F238E27FC236}">
                    <a16:creationId xmlns:a16="http://schemas.microsoft.com/office/drawing/2014/main" id="{AF470268-C916-43E2-99F3-11595215C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1388"/>
                <a:ext cx="9" cy="9"/>
              </a:xfrm>
              <a:prstGeom prst="ellipse">
                <a:avLst/>
              </a:pr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02" name="Oval 341">
                <a:extLst>
                  <a:ext uri="{FF2B5EF4-FFF2-40B4-BE49-F238E27FC236}">
                    <a16:creationId xmlns:a16="http://schemas.microsoft.com/office/drawing/2014/main" id="{AA390ACC-0AD7-45A0-AB33-89CEEAEC3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1465"/>
                <a:ext cx="12" cy="10"/>
              </a:xfrm>
              <a:prstGeom prst="ellipse">
                <a:avLst/>
              </a:pr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03" name="Oval 342">
                <a:extLst>
                  <a:ext uri="{FF2B5EF4-FFF2-40B4-BE49-F238E27FC236}">
                    <a16:creationId xmlns:a16="http://schemas.microsoft.com/office/drawing/2014/main" id="{17210021-96CC-4129-A973-BAF9847F2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2912"/>
                <a:ext cx="12" cy="13"/>
              </a:xfrm>
              <a:prstGeom prst="ellipse">
                <a:avLst/>
              </a:pr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04" name="Oval 343">
                <a:extLst>
                  <a:ext uri="{FF2B5EF4-FFF2-40B4-BE49-F238E27FC236}">
                    <a16:creationId xmlns:a16="http://schemas.microsoft.com/office/drawing/2014/main" id="{884D98E9-AB9C-403D-BD30-15D9B1BCB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8" y="2938"/>
                <a:ext cx="9" cy="9"/>
              </a:xfrm>
              <a:prstGeom prst="ellipse">
                <a:avLst/>
              </a:pr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05" name="Oval 344">
                <a:extLst>
                  <a:ext uri="{FF2B5EF4-FFF2-40B4-BE49-F238E27FC236}">
                    <a16:creationId xmlns:a16="http://schemas.microsoft.com/office/drawing/2014/main" id="{7FCA8E3A-B877-43AB-8950-BAC06446B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6" y="2935"/>
                <a:ext cx="9" cy="9"/>
              </a:xfrm>
              <a:prstGeom prst="ellipse">
                <a:avLst/>
              </a:pr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06" name="Oval 345">
                <a:extLst>
                  <a:ext uri="{FF2B5EF4-FFF2-40B4-BE49-F238E27FC236}">
                    <a16:creationId xmlns:a16="http://schemas.microsoft.com/office/drawing/2014/main" id="{1E34AFC6-CC76-4108-8B93-DDB1976F4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4" y="2947"/>
                <a:ext cx="9" cy="10"/>
              </a:xfrm>
              <a:prstGeom prst="ellipse">
                <a:avLst/>
              </a:pr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07" name="Oval 346">
                <a:extLst>
                  <a:ext uri="{FF2B5EF4-FFF2-40B4-BE49-F238E27FC236}">
                    <a16:creationId xmlns:a16="http://schemas.microsoft.com/office/drawing/2014/main" id="{F794017D-1D27-43ED-BC1F-796095D46D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1" y="2915"/>
                <a:ext cx="12" cy="10"/>
              </a:xfrm>
              <a:prstGeom prst="ellipse">
                <a:avLst/>
              </a:pr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08" name="Oval 347">
                <a:extLst>
                  <a:ext uri="{FF2B5EF4-FFF2-40B4-BE49-F238E27FC236}">
                    <a16:creationId xmlns:a16="http://schemas.microsoft.com/office/drawing/2014/main" id="{FD61C679-CA72-4D8A-ACE8-B8FC006C9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2896"/>
                <a:ext cx="12" cy="10"/>
              </a:xfrm>
              <a:prstGeom prst="ellipse">
                <a:avLst/>
              </a:pr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09" name="Oval 348">
                <a:extLst>
                  <a:ext uri="{FF2B5EF4-FFF2-40B4-BE49-F238E27FC236}">
                    <a16:creationId xmlns:a16="http://schemas.microsoft.com/office/drawing/2014/main" id="{700AC3F3-31B5-470A-9F4A-4AABC100A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2" y="2912"/>
                <a:ext cx="9" cy="13"/>
              </a:xfrm>
              <a:prstGeom prst="ellipse">
                <a:avLst/>
              </a:pr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10" name="Oval 349">
                <a:extLst>
                  <a:ext uri="{FF2B5EF4-FFF2-40B4-BE49-F238E27FC236}">
                    <a16:creationId xmlns:a16="http://schemas.microsoft.com/office/drawing/2014/main" id="{AD9963A0-6F94-4741-B581-8BEFBBC6C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513"/>
                <a:ext cx="12" cy="13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11" name="Oval 350">
                <a:extLst>
                  <a:ext uri="{FF2B5EF4-FFF2-40B4-BE49-F238E27FC236}">
                    <a16:creationId xmlns:a16="http://schemas.microsoft.com/office/drawing/2014/main" id="{0BC9F089-9E75-470F-9DBF-DC5DADB2C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1549"/>
                <a:ext cx="12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12" name="Oval 351">
                <a:extLst>
                  <a:ext uri="{FF2B5EF4-FFF2-40B4-BE49-F238E27FC236}">
                    <a16:creationId xmlns:a16="http://schemas.microsoft.com/office/drawing/2014/main" id="{65C71404-E812-4EA7-81F9-C257D6E67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1532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13" name="Oval 352">
                <a:extLst>
                  <a:ext uri="{FF2B5EF4-FFF2-40B4-BE49-F238E27FC236}">
                    <a16:creationId xmlns:a16="http://schemas.microsoft.com/office/drawing/2014/main" id="{77C469B2-BEAB-419F-90A0-8A5048D31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1587"/>
                <a:ext cx="12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14" name="Oval 353">
                <a:extLst>
                  <a:ext uri="{FF2B5EF4-FFF2-40B4-BE49-F238E27FC236}">
                    <a16:creationId xmlns:a16="http://schemas.microsoft.com/office/drawing/2014/main" id="{E9C88039-55F6-432B-818E-0FF682AD6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1600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15" name="Oval 354">
                <a:extLst>
                  <a:ext uri="{FF2B5EF4-FFF2-40B4-BE49-F238E27FC236}">
                    <a16:creationId xmlns:a16="http://schemas.microsoft.com/office/drawing/2014/main" id="{495ECE78-0EB3-4C00-A8D3-7F2230DAE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8" y="1594"/>
                <a:ext cx="9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16" name="Oval 355">
                <a:extLst>
                  <a:ext uri="{FF2B5EF4-FFF2-40B4-BE49-F238E27FC236}">
                    <a16:creationId xmlns:a16="http://schemas.microsoft.com/office/drawing/2014/main" id="{D55BA927-BB9F-49B2-9904-57D299694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1622"/>
                <a:ext cx="12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17" name="Oval 356">
                <a:extLst>
                  <a:ext uri="{FF2B5EF4-FFF2-40B4-BE49-F238E27FC236}">
                    <a16:creationId xmlns:a16="http://schemas.microsoft.com/office/drawing/2014/main" id="{71C61139-4712-46E5-9FBF-7233A6C7FE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1651"/>
                <a:ext cx="12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18" name="Oval 357">
                <a:extLst>
                  <a:ext uri="{FF2B5EF4-FFF2-40B4-BE49-F238E27FC236}">
                    <a16:creationId xmlns:a16="http://schemas.microsoft.com/office/drawing/2014/main" id="{89B7944B-0C2B-4C68-BDC2-E8E496B9F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1655"/>
                <a:ext cx="9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19" name="Oval 358">
                <a:extLst>
                  <a:ext uri="{FF2B5EF4-FFF2-40B4-BE49-F238E27FC236}">
                    <a16:creationId xmlns:a16="http://schemas.microsoft.com/office/drawing/2014/main" id="{1DC950B4-10E4-4981-ABEC-D035267D1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1684"/>
                <a:ext cx="9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20" name="Oval 359">
                <a:extLst>
                  <a:ext uri="{FF2B5EF4-FFF2-40B4-BE49-F238E27FC236}">
                    <a16:creationId xmlns:a16="http://schemas.microsoft.com/office/drawing/2014/main" id="{51DFA415-EA2D-4BD2-A2BA-B71745E71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8" y="1700"/>
                <a:ext cx="12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21" name="Oval 360">
                <a:extLst>
                  <a:ext uri="{FF2B5EF4-FFF2-40B4-BE49-F238E27FC236}">
                    <a16:creationId xmlns:a16="http://schemas.microsoft.com/office/drawing/2014/main" id="{261AF3F1-A895-47D2-AD45-9B902344E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3" y="1722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22" name="Oval 361">
                <a:extLst>
                  <a:ext uri="{FF2B5EF4-FFF2-40B4-BE49-F238E27FC236}">
                    <a16:creationId xmlns:a16="http://schemas.microsoft.com/office/drawing/2014/main" id="{C3E40245-6D4F-4F13-BEB6-496080675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7" y="1741"/>
                <a:ext cx="12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23" name="Oval 362">
                <a:extLst>
                  <a:ext uri="{FF2B5EF4-FFF2-40B4-BE49-F238E27FC236}">
                    <a16:creationId xmlns:a16="http://schemas.microsoft.com/office/drawing/2014/main" id="{C348F87E-9EBE-4E0F-9455-2D722578E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5" y="1741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24" name="Oval 363">
                <a:extLst>
                  <a:ext uri="{FF2B5EF4-FFF2-40B4-BE49-F238E27FC236}">
                    <a16:creationId xmlns:a16="http://schemas.microsoft.com/office/drawing/2014/main" id="{2CDF9BDA-4412-4EDF-8959-6240A8CF9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1" y="1761"/>
                <a:ext cx="12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25" name="Oval 364">
                <a:extLst>
                  <a:ext uri="{FF2B5EF4-FFF2-40B4-BE49-F238E27FC236}">
                    <a16:creationId xmlns:a16="http://schemas.microsoft.com/office/drawing/2014/main" id="{6685AE98-172E-491D-A552-DDCE609B9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" y="1774"/>
                <a:ext cx="12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26" name="Oval 365">
                <a:extLst>
                  <a:ext uri="{FF2B5EF4-FFF2-40B4-BE49-F238E27FC236}">
                    <a16:creationId xmlns:a16="http://schemas.microsoft.com/office/drawing/2014/main" id="{32D42044-B07D-48CA-B7A1-8A5B491B2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9" y="1777"/>
                <a:ext cx="9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27" name="Oval 366">
                <a:extLst>
                  <a:ext uri="{FF2B5EF4-FFF2-40B4-BE49-F238E27FC236}">
                    <a16:creationId xmlns:a16="http://schemas.microsoft.com/office/drawing/2014/main" id="{F71018D9-6480-495F-BD53-26B1EAB2E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1680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28" name="Oval 367">
                <a:extLst>
                  <a:ext uri="{FF2B5EF4-FFF2-40B4-BE49-F238E27FC236}">
                    <a16:creationId xmlns:a16="http://schemas.microsoft.com/office/drawing/2014/main" id="{98359057-206B-4CDA-A3EF-81CCCC022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1565"/>
                <a:ext cx="12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29" name="Oval 368">
                <a:extLst>
                  <a:ext uri="{FF2B5EF4-FFF2-40B4-BE49-F238E27FC236}">
                    <a16:creationId xmlns:a16="http://schemas.microsoft.com/office/drawing/2014/main" id="{C015BD4C-6E01-498C-BBF8-D5E700B11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8" y="1507"/>
                <a:ext cx="9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30" name="Oval 369">
                <a:extLst>
                  <a:ext uri="{FF2B5EF4-FFF2-40B4-BE49-F238E27FC236}">
                    <a16:creationId xmlns:a16="http://schemas.microsoft.com/office/drawing/2014/main" id="{CF648CB1-21E2-4D4C-9756-DF8416316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5" y="1777"/>
                <a:ext cx="9" cy="13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31" name="Oval 370">
                <a:extLst>
                  <a:ext uri="{FF2B5EF4-FFF2-40B4-BE49-F238E27FC236}">
                    <a16:creationId xmlns:a16="http://schemas.microsoft.com/office/drawing/2014/main" id="{5774E6E7-6880-40E5-BFE1-3FAE65606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3" y="1780"/>
                <a:ext cx="9" cy="13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32" name="Oval 371">
                <a:extLst>
                  <a:ext uri="{FF2B5EF4-FFF2-40B4-BE49-F238E27FC236}">
                    <a16:creationId xmlns:a16="http://schemas.microsoft.com/office/drawing/2014/main" id="{6D1F49D3-E91B-48E5-8018-D19DB92A6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5" y="1796"/>
                <a:ext cx="9" cy="13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33" name="Oval 372">
                <a:extLst>
                  <a:ext uri="{FF2B5EF4-FFF2-40B4-BE49-F238E27FC236}">
                    <a16:creationId xmlns:a16="http://schemas.microsoft.com/office/drawing/2014/main" id="{6EA11C7B-B296-4250-AC81-1DF2D64C3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6" y="1761"/>
                <a:ext cx="9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34" name="Oval 373">
                <a:extLst>
                  <a:ext uri="{FF2B5EF4-FFF2-40B4-BE49-F238E27FC236}">
                    <a16:creationId xmlns:a16="http://schemas.microsoft.com/office/drawing/2014/main" id="{E6D4C3D5-190F-4550-BB42-AC7315E13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1777"/>
                <a:ext cx="9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35" name="Oval 374">
                <a:extLst>
                  <a:ext uri="{FF2B5EF4-FFF2-40B4-BE49-F238E27FC236}">
                    <a16:creationId xmlns:a16="http://schemas.microsoft.com/office/drawing/2014/main" id="{6ADD1E43-9D6C-4E54-B30B-EFC701472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9" y="1754"/>
                <a:ext cx="12" cy="13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36" name="Oval 375">
                <a:extLst>
                  <a:ext uri="{FF2B5EF4-FFF2-40B4-BE49-F238E27FC236}">
                    <a16:creationId xmlns:a16="http://schemas.microsoft.com/office/drawing/2014/main" id="{AB53D130-526B-4173-B4E1-B6A69CCAD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" y="1748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37" name="Oval 376">
                <a:extLst>
                  <a:ext uri="{FF2B5EF4-FFF2-40B4-BE49-F238E27FC236}">
                    <a16:creationId xmlns:a16="http://schemas.microsoft.com/office/drawing/2014/main" id="{E6C56423-35AC-43A8-B869-48F4727ED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7" y="1761"/>
                <a:ext cx="9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38" name="Oval 377">
                <a:extLst>
                  <a:ext uri="{FF2B5EF4-FFF2-40B4-BE49-F238E27FC236}">
                    <a16:creationId xmlns:a16="http://schemas.microsoft.com/office/drawing/2014/main" id="{7744E9C6-536D-479D-B9E8-F4456F8DE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1764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39" name="Oval 378">
                <a:extLst>
                  <a:ext uri="{FF2B5EF4-FFF2-40B4-BE49-F238E27FC236}">
                    <a16:creationId xmlns:a16="http://schemas.microsoft.com/office/drawing/2014/main" id="{8359284F-F54F-4D4B-9603-68D7D7387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8" y="1780"/>
                <a:ext cx="9" cy="13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40" name="Oval 379">
                <a:extLst>
                  <a:ext uri="{FF2B5EF4-FFF2-40B4-BE49-F238E27FC236}">
                    <a16:creationId xmlns:a16="http://schemas.microsoft.com/office/drawing/2014/main" id="{7A9E353E-2816-4891-B1B7-1E908C6AA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1761"/>
                <a:ext cx="9" cy="13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41" name="Oval 380">
                <a:extLst>
                  <a:ext uri="{FF2B5EF4-FFF2-40B4-BE49-F238E27FC236}">
                    <a16:creationId xmlns:a16="http://schemas.microsoft.com/office/drawing/2014/main" id="{170EAB67-631B-436A-9A18-6A83E2C37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1764"/>
                <a:ext cx="9" cy="13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42" name="Oval 381">
                <a:extLst>
                  <a:ext uri="{FF2B5EF4-FFF2-40B4-BE49-F238E27FC236}">
                    <a16:creationId xmlns:a16="http://schemas.microsoft.com/office/drawing/2014/main" id="{3AE8AEF0-7D34-426A-8EC9-65C828968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1751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43" name="Oval 382">
                <a:extLst>
                  <a:ext uri="{FF2B5EF4-FFF2-40B4-BE49-F238E27FC236}">
                    <a16:creationId xmlns:a16="http://schemas.microsoft.com/office/drawing/2014/main" id="{23C72198-C2E1-431C-AB9F-3396531CD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6" y="1748"/>
                <a:ext cx="12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44" name="Oval 383">
                <a:extLst>
                  <a:ext uri="{FF2B5EF4-FFF2-40B4-BE49-F238E27FC236}">
                    <a16:creationId xmlns:a16="http://schemas.microsoft.com/office/drawing/2014/main" id="{8953B3E8-B1D3-4485-91D1-54D4BB768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0" y="1770"/>
                <a:ext cx="9" cy="13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45" name="Oval 384">
                <a:extLst>
                  <a:ext uri="{FF2B5EF4-FFF2-40B4-BE49-F238E27FC236}">
                    <a16:creationId xmlns:a16="http://schemas.microsoft.com/office/drawing/2014/main" id="{195082C5-E7E5-4EF6-890C-2E2909CB4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1796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46" name="Oval 385">
                <a:extLst>
                  <a:ext uri="{FF2B5EF4-FFF2-40B4-BE49-F238E27FC236}">
                    <a16:creationId xmlns:a16="http://schemas.microsoft.com/office/drawing/2014/main" id="{1E2E5192-718A-4ABB-A4A4-8025724C1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1777"/>
                <a:ext cx="9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47" name="Oval 386">
                <a:extLst>
                  <a:ext uri="{FF2B5EF4-FFF2-40B4-BE49-F238E27FC236}">
                    <a16:creationId xmlns:a16="http://schemas.microsoft.com/office/drawing/2014/main" id="{A1846E02-5EEC-4AAC-913D-AC1C8F1B6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8" y="1799"/>
                <a:ext cx="12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48" name="Oval 387">
                <a:extLst>
                  <a:ext uri="{FF2B5EF4-FFF2-40B4-BE49-F238E27FC236}">
                    <a16:creationId xmlns:a16="http://schemas.microsoft.com/office/drawing/2014/main" id="{77520132-F780-4BA3-8881-A00A871E5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1819"/>
                <a:ext cx="12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49" name="Oval 388">
                <a:extLst>
                  <a:ext uri="{FF2B5EF4-FFF2-40B4-BE49-F238E27FC236}">
                    <a16:creationId xmlns:a16="http://schemas.microsoft.com/office/drawing/2014/main" id="{2CACEFAA-3C15-4CB1-86C8-D9DD3567A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1803"/>
                <a:ext cx="12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50" name="Oval 389">
                <a:extLst>
                  <a:ext uri="{FF2B5EF4-FFF2-40B4-BE49-F238E27FC236}">
                    <a16:creationId xmlns:a16="http://schemas.microsoft.com/office/drawing/2014/main" id="{7BF03F80-ADE3-44C9-BF1D-376E34412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9" y="1844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51" name="Oval 390">
                <a:extLst>
                  <a:ext uri="{FF2B5EF4-FFF2-40B4-BE49-F238E27FC236}">
                    <a16:creationId xmlns:a16="http://schemas.microsoft.com/office/drawing/2014/main" id="{D02A27C2-B701-49E7-B99A-02D497B68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1" y="1848"/>
                <a:ext cx="9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52" name="Oval 391">
                <a:extLst>
                  <a:ext uri="{FF2B5EF4-FFF2-40B4-BE49-F238E27FC236}">
                    <a16:creationId xmlns:a16="http://schemas.microsoft.com/office/drawing/2014/main" id="{E9A224C4-4D3C-4B50-972B-9689DB539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1867"/>
                <a:ext cx="9" cy="13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53" name="Oval 392">
                <a:extLst>
                  <a:ext uri="{FF2B5EF4-FFF2-40B4-BE49-F238E27FC236}">
                    <a16:creationId xmlns:a16="http://schemas.microsoft.com/office/drawing/2014/main" id="{6607353F-013D-4B56-837E-6B71FE256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1899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54" name="Oval 393">
                <a:extLst>
                  <a:ext uri="{FF2B5EF4-FFF2-40B4-BE49-F238E27FC236}">
                    <a16:creationId xmlns:a16="http://schemas.microsoft.com/office/drawing/2014/main" id="{696ED3F4-90FA-4BC8-8F7C-612978BEB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8" y="1883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55" name="Oval 394">
                <a:extLst>
                  <a:ext uri="{FF2B5EF4-FFF2-40B4-BE49-F238E27FC236}">
                    <a16:creationId xmlns:a16="http://schemas.microsoft.com/office/drawing/2014/main" id="{50DD2D87-3270-49B3-8016-284DFA27B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1860"/>
                <a:ext cx="9" cy="13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56" name="Oval 395">
                <a:extLst>
                  <a:ext uri="{FF2B5EF4-FFF2-40B4-BE49-F238E27FC236}">
                    <a16:creationId xmlns:a16="http://schemas.microsoft.com/office/drawing/2014/main" id="{443A419E-2285-4A8F-9701-A0FC28FCF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1905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57" name="Oval 396">
                <a:extLst>
                  <a:ext uri="{FF2B5EF4-FFF2-40B4-BE49-F238E27FC236}">
                    <a16:creationId xmlns:a16="http://schemas.microsoft.com/office/drawing/2014/main" id="{52B3FF20-123A-408B-93B0-0FF137535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8" y="2031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58" name="Oval 397">
                <a:extLst>
                  <a:ext uri="{FF2B5EF4-FFF2-40B4-BE49-F238E27FC236}">
                    <a16:creationId xmlns:a16="http://schemas.microsoft.com/office/drawing/2014/main" id="{161BF933-7F8F-44C6-B332-C7C5C6BCD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8" y="2041"/>
                <a:ext cx="9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59" name="Oval 398">
                <a:extLst>
                  <a:ext uri="{FF2B5EF4-FFF2-40B4-BE49-F238E27FC236}">
                    <a16:creationId xmlns:a16="http://schemas.microsoft.com/office/drawing/2014/main" id="{DD2BB739-3958-44A9-ACC2-76B59A21C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2066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60" name="Oval 399">
                <a:extLst>
                  <a:ext uri="{FF2B5EF4-FFF2-40B4-BE49-F238E27FC236}">
                    <a16:creationId xmlns:a16="http://schemas.microsoft.com/office/drawing/2014/main" id="{646E0DAB-A6F4-4385-B400-4C0224827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60"/>
                <a:ext cx="9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61" name="Oval 400">
                <a:extLst>
                  <a:ext uri="{FF2B5EF4-FFF2-40B4-BE49-F238E27FC236}">
                    <a16:creationId xmlns:a16="http://schemas.microsoft.com/office/drawing/2014/main" id="{D1B4D830-F2EE-465D-9168-7CA6C94B4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2066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62" name="Oval 401">
                <a:extLst>
                  <a:ext uri="{FF2B5EF4-FFF2-40B4-BE49-F238E27FC236}">
                    <a16:creationId xmlns:a16="http://schemas.microsoft.com/office/drawing/2014/main" id="{F443DBBA-6288-4407-9B2F-334405B27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2069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63" name="Oval 402">
                <a:extLst>
                  <a:ext uri="{FF2B5EF4-FFF2-40B4-BE49-F238E27FC236}">
                    <a16:creationId xmlns:a16="http://schemas.microsoft.com/office/drawing/2014/main" id="{88BDF7CB-E6A0-46CB-8BDE-B94410E72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957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64" name="Oval 403">
                <a:extLst>
                  <a:ext uri="{FF2B5EF4-FFF2-40B4-BE49-F238E27FC236}">
                    <a16:creationId xmlns:a16="http://schemas.microsoft.com/office/drawing/2014/main" id="{EE1C328B-C382-43B1-B222-6DFA6201E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2970"/>
                <a:ext cx="12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65" name="Oval 404">
                <a:extLst>
                  <a:ext uri="{FF2B5EF4-FFF2-40B4-BE49-F238E27FC236}">
                    <a16:creationId xmlns:a16="http://schemas.microsoft.com/office/drawing/2014/main" id="{965FC6BE-530A-445F-95B9-334565946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2960"/>
                <a:ext cx="12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0266" name="Oval 405">
                <a:extLst>
                  <a:ext uri="{FF2B5EF4-FFF2-40B4-BE49-F238E27FC236}">
                    <a16:creationId xmlns:a16="http://schemas.microsoft.com/office/drawing/2014/main" id="{A33377A7-3BD4-46C2-A464-EFEB6FEF3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954"/>
                <a:ext cx="9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79877" name="Oval 406">
              <a:extLst>
                <a:ext uri="{FF2B5EF4-FFF2-40B4-BE49-F238E27FC236}">
                  <a16:creationId xmlns:a16="http://schemas.microsoft.com/office/drawing/2014/main" id="{36B99157-8745-4D4F-B0FF-DF112A426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" y="2970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78" name="Oval 407">
              <a:extLst>
                <a:ext uri="{FF2B5EF4-FFF2-40B4-BE49-F238E27FC236}">
                  <a16:creationId xmlns:a16="http://schemas.microsoft.com/office/drawing/2014/main" id="{47317A6C-24CB-443A-A890-75066D2B6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2963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79" name="Oval 408">
              <a:extLst>
                <a:ext uri="{FF2B5EF4-FFF2-40B4-BE49-F238E27FC236}">
                  <a16:creationId xmlns:a16="http://schemas.microsoft.com/office/drawing/2014/main" id="{B2B13F7B-9A81-46F6-B1D2-804FC20A4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2951"/>
              <a:ext cx="9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80" name="Oval 409">
              <a:extLst>
                <a:ext uri="{FF2B5EF4-FFF2-40B4-BE49-F238E27FC236}">
                  <a16:creationId xmlns:a16="http://schemas.microsoft.com/office/drawing/2014/main" id="{CE003BA8-B877-438A-9890-6BB458442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960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81" name="Oval 410">
              <a:extLst>
                <a:ext uri="{FF2B5EF4-FFF2-40B4-BE49-F238E27FC236}">
                  <a16:creationId xmlns:a16="http://schemas.microsoft.com/office/drawing/2014/main" id="{EC4DDDE2-0F31-479F-ADE6-44283971A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947"/>
              <a:ext cx="9" cy="13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82" name="Oval 411">
              <a:extLst>
                <a:ext uri="{FF2B5EF4-FFF2-40B4-BE49-F238E27FC236}">
                  <a16:creationId xmlns:a16="http://schemas.microsoft.com/office/drawing/2014/main" id="{EEDF29C5-F7B0-4783-AAD6-8FE80F053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2938"/>
              <a:ext cx="12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83" name="Oval 412">
              <a:extLst>
                <a:ext uri="{FF2B5EF4-FFF2-40B4-BE49-F238E27FC236}">
                  <a16:creationId xmlns:a16="http://schemas.microsoft.com/office/drawing/2014/main" id="{F4FDF6BE-6E35-4A20-A11E-1A4A584F1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2941"/>
              <a:ext cx="9" cy="13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84" name="Oval 413">
              <a:extLst>
                <a:ext uri="{FF2B5EF4-FFF2-40B4-BE49-F238E27FC236}">
                  <a16:creationId xmlns:a16="http://schemas.microsoft.com/office/drawing/2014/main" id="{5EC7AD4B-C5B9-46F1-85C8-6506DD7BA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2925"/>
              <a:ext cx="12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85" name="Oval 414">
              <a:extLst>
                <a:ext uri="{FF2B5EF4-FFF2-40B4-BE49-F238E27FC236}">
                  <a16:creationId xmlns:a16="http://schemas.microsoft.com/office/drawing/2014/main" id="{0563E6A1-D4AA-4EAA-82F7-5FB292E91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2935"/>
              <a:ext cx="9" cy="12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86" name="Oval 415">
              <a:extLst>
                <a:ext uri="{FF2B5EF4-FFF2-40B4-BE49-F238E27FC236}">
                  <a16:creationId xmlns:a16="http://schemas.microsoft.com/office/drawing/2014/main" id="{7305CCC5-7EED-4F02-8548-AAEC6F3A0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2925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87" name="Oval 416">
              <a:extLst>
                <a:ext uri="{FF2B5EF4-FFF2-40B4-BE49-F238E27FC236}">
                  <a16:creationId xmlns:a16="http://schemas.microsoft.com/office/drawing/2014/main" id="{6FE5D8A9-682C-4D2D-9CA5-757B19735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9" y="2918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88" name="Oval 417">
              <a:extLst>
                <a:ext uri="{FF2B5EF4-FFF2-40B4-BE49-F238E27FC236}">
                  <a16:creationId xmlns:a16="http://schemas.microsoft.com/office/drawing/2014/main" id="{46615344-B788-4287-AAAE-37418DA22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2902"/>
              <a:ext cx="12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89" name="Oval 418">
              <a:extLst>
                <a:ext uri="{FF2B5EF4-FFF2-40B4-BE49-F238E27FC236}">
                  <a16:creationId xmlns:a16="http://schemas.microsoft.com/office/drawing/2014/main" id="{14567DFB-F6A5-4BDC-8FD5-968DCE310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2912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90" name="Oval 419">
              <a:extLst>
                <a:ext uri="{FF2B5EF4-FFF2-40B4-BE49-F238E27FC236}">
                  <a16:creationId xmlns:a16="http://schemas.microsoft.com/office/drawing/2014/main" id="{B9402ECF-718A-424B-A712-576ABC066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899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91" name="Oval 420">
              <a:extLst>
                <a:ext uri="{FF2B5EF4-FFF2-40B4-BE49-F238E27FC236}">
                  <a16:creationId xmlns:a16="http://schemas.microsoft.com/office/drawing/2014/main" id="{75D790B3-5C44-406E-B0D1-0861988C5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" y="2902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92" name="Oval 421">
              <a:extLst>
                <a:ext uri="{FF2B5EF4-FFF2-40B4-BE49-F238E27FC236}">
                  <a16:creationId xmlns:a16="http://schemas.microsoft.com/office/drawing/2014/main" id="{78A5C3A8-6710-4D96-A70D-CA548182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2896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93" name="Oval 422">
              <a:extLst>
                <a:ext uri="{FF2B5EF4-FFF2-40B4-BE49-F238E27FC236}">
                  <a16:creationId xmlns:a16="http://schemas.microsoft.com/office/drawing/2014/main" id="{5CE25010-137E-4F74-980D-BCD71DE15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4" y="2890"/>
              <a:ext cx="12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94" name="Oval 423">
              <a:extLst>
                <a:ext uri="{FF2B5EF4-FFF2-40B4-BE49-F238E27FC236}">
                  <a16:creationId xmlns:a16="http://schemas.microsoft.com/office/drawing/2014/main" id="{58EE1D9D-94A3-4B6F-8874-40139A4D3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2864"/>
              <a:ext cx="12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95" name="Oval 424">
              <a:extLst>
                <a:ext uri="{FF2B5EF4-FFF2-40B4-BE49-F238E27FC236}">
                  <a16:creationId xmlns:a16="http://schemas.microsoft.com/office/drawing/2014/main" id="{2ECC28E8-AE26-4203-942A-638BAA8E7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2877"/>
              <a:ext cx="12" cy="13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96" name="Oval 425">
              <a:extLst>
                <a:ext uri="{FF2B5EF4-FFF2-40B4-BE49-F238E27FC236}">
                  <a16:creationId xmlns:a16="http://schemas.microsoft.com/office/drawing/2014/main" id="{487ED532-CBD5-4D58-B06A-0811DF561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5" y="2873"/>
              <a:ext cx="12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97" name="Oval 426">
              <a:extLst>
                <a:ext uri="{FF2B5EF4-FFF2-40B4-BE49-F238E27FC236}">
                  <a16:creationId xmlns:a16="http://schemas.microsoft.com/office/drawing/2014/main" id="{38A07B58-4C08-493F-AF37-CC646E32E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867"/>
              <a:ext cx="9" cy="13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98" name="Oval 427">
              <a:extLst>
                <a:ext uri="{FF2B5EF4-FFF2-40B4-BE49-F238E27FC236}">
                  <a16:creationId xmlns:a16="http://schemas.microsoft.com/office/drawing/2014/main" id="{93FBAF2F-CAA5-491D-98EC-0A829CB35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870"/>
              <a:ext cx="12" cy="13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899" name="Oval 428">
              <a:extLst>
                <a:ext uri="{FF2B5EF4-FFF2-40B4-BE49-F238E27FC236}">
                  <a16:creationId xmlns:a16="http://schemas.microsoft.com/office/drawing/2014/main" id="{14FE60B2-351F-415A-A7C8-3A5F031E3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864"/>
              <a:ext cx="9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00" name="Oval 429">
              <a:extLst>
                <a:ext uri="{FF2B5EF4-FFF2-40B4-BE49-F238E27FC236}">
                  <a16:creationId xmlns:a16="http://schemas.microsoft.com/office/drawing/2014/main" id="{9F39E42E-5E07-4114-8CBA-882737249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2877"/>
              <a:ext cx="9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01" name="Oval 430">
              <a:extLst>
                <a:ext uri="{FF2B5EF4-FFF2-40B4-BE49-F238E27FC236}">
                  <a16:creationId xmlns:a16="http://schemas.microsoft.com/office/drawing/2014/main" id="{1B14B3FF-A20A-49F7-8728-C475A3307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2867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02" name="Oval 431">
              <a:extLst>
                <a:ext uri="{FF2B5EF4-FFF2-40B4-BE49-F238E27FC236}">
                  <a16:creationId xmlns:a16="http://schemas.microsoft.com/office/drawing/2014/main" id="{3B3938D6-D7AB-4384-9CED-CB81A3D48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0" y="2877"/>
              <a:ext cx="9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03" name="Oval 432">
              <a:extLst>
                <a:ext uri="{FF2B5EF4-FFF2-40B4-BE49-F238E27FC236}">
                  <a16:creationId xmlns:a16="http://schemas.microsoft.com/office/drawing/2014/main" id="{E76A575C-47CC-4A5A-93D6-6678BB9E9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8" y="2867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04" name="Oval 433">
              <a:extLst>
                <a:ext uri="{FF2B5EF4-FFF2-40B4-BE49-F238E27FC236}">
                  <a16:creationId xmlns:a16="http://schemas.microsoft.com/office/drawing/2014/main" id="{48ECD46F-ED23-4FAF-8D9D-34D983C83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2880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05" name="Oval 434">
              <a:extLst>
                <a:ext uri="{FF2B5EF4-FFF2-40B4-BE49-F238E27FC236}">
                  <a16:creationId xmlns:a16="http://schemas.microsoft.com/office/drawing/2014/main" id="{279471F2-9474-4570-BB51-2D9AF041A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" y="2886"/>
              <a:ext cx="12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06" name="Oval 435">
              <a:extLst>
                <a:ext uri="{FF2B5EF4-FFF2-40B4-BE49-F238E27FC236}">
                  <a16:creationId xmlns:a16="http://schemas.microsoft.com/office/drawing/2014/main" id="{EF2EBBF2-272C-455B-9812-66AAFDDF0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2899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07" name="Oval 436">
              <a:extLst>
                <a:ext uri="{FF2B5EF4-FFF2-40B4-BE49-F238E27FC236}">
                  <a16:creationId xmlns:a16="http://schemas.microsoft.com/office/drawing/2014/main" id="{23E51B46-344E-4A1C-93F5-01A8C8AAA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2902"/>
              <a:ext cx="9" cy="13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08" name="Oval 437">
              <a:extLst>
                <a:ext uri="{FF2B5EF4-FFF2-40B4-BE49-F238E27FC236}">
                  <a16:creationId xmlns:a16="http://schemas.microsoft.com/office/drawing/2014/main" id="{63E72CA7-9487-4686-AAB7-67DDE6635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5" y="2918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09" name="Oval 438">
              <a:extLst>
                <a:ext uri="{FF2B5EF4-FFF2-40B4-BE49-F238E27FC236}">
                  <a16:creationId xmlns:a16="http://schemas.microsoft.com/office/drawing/2014/main" id="{0FEADE10-2107-4150-970D-D59022D45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0" y="2925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10" name="Oval 439">
              <a:extLst>
                <a:ext uri="{FF2B5EF4-FFF2-40B4-BE49-F238E27FC236}">
                  <a16:creationId xmlns:a16="http://schemas.microsoft.com/office/drawing/2014/main" id="{C65EDC0C-C531-4CED-9A4D-94CCD60B7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0" y="2935"/>
              <a:ext cx="9" cy="12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11" name="Oval 440">
              <a:extLst>
                <a:ext uri="{FF2B5EF4-FFF2-40B4-BE49-F238E27FC236}">
                  <a16:creationId xmlns:a16="http://schemas.microsoft.com/office/drawing/2014/main" id="{1538222F-E386-4047-A90A-4C75319D8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5" y="2941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12" name="Oval 441">
              <a:extLst>
                <a:ext uri="{FF2B5EF4-FFF2-40B4-BE49-F238E27FC236}">
                  <a16:creationId xmlns:a16="http://schemas.microsoft.com/office/drawing/2014/main" id="{7E113CB6-F240-481E-AB29-280A54156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3037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13" name="Oval 442">
              <a:extLst>
                <a:ext uri="{FF2B5EF4-FFF2-40B4-BE49-F238E27FC236}">
                  <a16:creationId xmlns:a16="http://schemas.microsoft.com/office/drawing/2014/main" id="{7B6FC7BD-228E-4285-871E-A69193F0B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3044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14" name="Oval 443">
              <a:extLst>
                <a:ext uri="{FF2B5EF4-FFF2-40B4-BE49-F238E27FC236}">
                  <a16:creationId xmlns:a16="http://schemas.microsoft.com/office/drawing/2014/main" id="{BF41DA2E-3688-4FA3-AEBA-49385A5B0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3018"/>
              <a:ext cx="12" cy="13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15" name="Oval 444">
              <a:extLst>
                <a:ext uri="{FF2B5EF4-FFF2-40B4-BE49-F238E27FC236}">
                  <a16:creationId xmlns:a16="http://schemas.microsoft.com/office/drawing/2014/main" id="{0C58C75A-76ED-4D03-83E0-D75BD4278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4" y="2996"/>
              <a:ext cx="9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16" name="Oval 445">
              <a:extLst>
                <a:ext uri="{FF2B5EF4-FFF2-40B4-BE49-F238E27FC236}">
                  <a16:creationId xmlns:a16="http://schemas.microsoft.com/office/drawing/2014/main" id="{631BC01E-C256-47EA-92D7-D346A6BED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2983"/>
              <a:ext cx="12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17" name="Oval 446">
              <a:extLst>
                <a:ext uri="{FF2B5EF4-FFF2-40B4-BE49-F238E27FC236}">
                  <a16:creationId xmlns:a16="http://schemas.microsoft.com/office/drawing/2014/main" id="{D4A00742-D2BC-4063-A862-C2B89FD93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9" y="2999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18" name="Oval 447">
              <a:extLst>
                <a:ext uri="{FF2B5EF4-FFF2-40B4-BE49-F238E27FC236}">
                  <a16:creationId xmlns:a16="http://schemas.microsoft.com/office/drawing/2014/main" id="{0624604D-A3E8-477B-9533-0FF9ACEF8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" y="3018"/>
              <a:ext cx="9" cy="13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19" name="Oval 448">
              <a:extLst>
                <a:ext uri="{FF2B5EF4-FFF2-40B4-BE49-F238E27FC236}">
                  <a16:creationId xmlns:a16="http://schemas.microsoft.com/office/drawing/2014/main" id="{40D2E70F-6D0D-4591-930A-3ADAD918B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3060"/>
              <a:ext cx="13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20" name="Oval 449">
              <a:extLst>
                <a:ext uri="{FF2B5EF4-FFF2-40B4-BE49-F238E27FC236}">
                  <a16:creationId xmlns:a16="http://schemas.microsoft.com/office/drawing/2014/main" id="{9AE7A4E1-25E2-422E-8732-448109F63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3070"/>
              <a:ext cx="9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21" name="Oval 450">
              <a:extLst>
                <a:ext uri="{FF2B5EF4-FFF2-40B4-BE49-F238E27FC236}">
                  <a16:creationId xmlns:a16="http://schemas.microsoft.com/office/drawing/2014/main" id="{EF07F5F1-3BB4-4216-A723-FB50D98FF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" y="3102"/>
              <a:ext cx="9" cy="9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22" name="Oval 451">
              <a:extLst>
                <a:ext uri="{FF2B5EF4-FFF2-40B4-BE49-F238E27FC236}">
                  <a16:creationId xmlns:a16="http://schemas.microsoft.com/office/drawing/2014/main" id="{DEC9944F-B5DA-4476-BD01-5E6C83CF6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3124"/>
              <a:ext cx="9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23" name="Oval 452">
              <a:extLst>
                <a:ext uri="{FF2B5EF4-FFF2-40B4-BE49-F238E27FC236}">
                  <a16:creationId xmlns:a16="http://schemas.microsoft.com/office/drawing/2014/main" id="{4EBA4567-1ECA-4F20-9C96-4DFD25872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1" y="3108"/>
              <a:ext cx="12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24" name="Oval 453">
              <a:extLst>
                <a:ext uri="{FF2B5EF4-FFF2-40B4-BE49-F238E27FC236}">
                  <a16:creationId xmlns:a16="http://schemas.microsoft.com/office/drawing/2014/main" id="{6E51642B-4D86-4985-B197-1D5A28C36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1" y="3134"/>
              <a:ext cx="9" cy="13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25" name="Oval 454">
              <a:extLst>
                <a:ext uri="{FF2B5EF4-FFF2-40B4-BE49-F238E27FC236}">
                  <a16:creationId xmlns:a16="http://schemas.microsoft.com/office/drawing/2014/main" id="{F1ACF56E-B293-40DD-B14E-2CF2A9EFA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3150"/>
              <a:ext cx="9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26" name="Oval 455">
              <a:extLst>
                <a:ext uri="{FF2B5EF4-FFF2-40B4-BE49-F238E27FC236}">
                  <a16:creationId xmlns:a16="http://schemas.microsoft.com/office/drawing/2014/main" id="{B9ED6B39-6146-4E06-8D28-E08336AF6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4" y="3163"/>
              <a:ext cx="9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27" name="Oval 456">
              <a:extLst>
                <a:ext uri="{FF2B5EF4-FFF2-40B4-BE49-F238E27FC236}">
                  <a16:creationId xmlns:a16="http://schemas.microsoft.com/office/drawing/2014/main" id="{436FE47D-0C70-490B-BBA4-D8C154240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3121"/>
              <a:ext cx="9" cy="13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28" name="Oval 457">
              <a:extLst>
                <a:ext uri="{FF2B5EF4-FFF2-40B4-BE49-F238E27FC236}">
                  <a16:creationId xmlns:a16="http://schemas.microsoft.com/office/drawing/2014/main" id="{7B4E104A-4CEF-411A-9BDC-5AD48F93C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4" y="3079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29" name="Oval 458">
              <a:extLst>
                <a:ext uri="{FF2B5EF4-FFF2-40B4-BE49-F238E27FC236}">
                  <a16:creationId xmlns:a16="http://schemas.microsoft.com/office/drawing/2014/main" id="{D96D7707-DC36-4C11-99D7-D7809D3F7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9" y="2957"/>
              <a:ext cx="12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30" name="Oval 459">
              <a:extLst>
                <a:ext uri="{FF2B5EF4-FFF2-40B4-BE49-F238E27FC236}">
                  <a16:creationId xmlns:a16="http://schemas.microsoft.com/office/drawing/2014/main" id="{9926FAC0-CEA3-48EA-BEB6-B6DB407EC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2973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31" name="Oval 460">
              <a:extLst>
                <a:ext uri="{FF2B5EF4-FFF2-40B4-BE49-F238E27FC236}">
                  <a16:creationId xmlns:a16="http://schemas.microsoft.com/office/drawing/2014/main" id="{6B7E8587-D0CE-4F92-8509-187522BBC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066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32" name="Oval 461">
              <a:extLst>
                <a:ext uri="{FF2B5EF4-FFF2-40B4-BE49-F238E27FC236}">
                  <a16:creationId xmlns:a16="http://schemas.microsoft.com/office/drawing/2014/main" id="{54B7C5B2-C0A6-4345-87F1-9F12757C3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1" y="2092"/>
              <a:ext cx="9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33" name="Oval 462">
              <a:extLst>
                <a:ext uri="{FF2B5EF4-FFF2-40B4-BE49-F238E27FC236}">
                  <a16:creationId xmlns:a16="http://schemas.microsoft.com/office/drawing/2014/main" id="{0F153748-6C9F-4E35-9F28-26CFA4BAA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2127"/>
              <a:ext cx="9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34" name="Oval 463">
              <a:extLst>
                <a:ext uri="{FF2B5EF4-FFF2-40B4-BE49-F238E27FC236}">
                  <a16:creationId xmlns:a16="http://schemas.microsoft.com/office/drawing/2014/main" id="{EF51749B-742F-43DD-8AF3-4D342C765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2163"/>
              <a:ext cx="9" cy="9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35" name="Oval 464">
              <a:extLst>
                <a:ext uri="{FF2B5EF4-FFF2-40B4-BE49-F238E27FC236}">
                  <a16:creationId xmlns:a16="http://schemas.microsoft.com/office/drawing/2014/main" id="{8CE06F40-A7C5-4678-8DDF-15C4DF573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2185"/>
              <a:ext cx="9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36" name="Oval 465">
              <a:extLst>
                <a:ext uri="{FF2B5EF4-FFF2-40B4-BE49-F238E27FC236}">
                  <a16:creationId xmlns:a16="http://schemas.microsoft.com/office/drawing/2014/main" id="{C956B9B5-1A5D-44BA-8AA7-A7AFA9CE3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185"/>
              <a:ext cx="9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37" name="Oval 466">
              <a:extLst>
                <a:ext uri="{FF2B5EF4-FFF2-40B4-BE49-F238E27FC236}">
                  <a16:creationId xmlns:a16="http://schemas.microsoft.com/office/drawing/2014/main" id="{91502F26-8EE2-451F-BC32-FC4344FAF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2153"/>
              <a:ext cx="9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38" name="Oval 467">
              <a:extLst>
                <a:ext uri="{FF2B5EF4-FFF2-40B4-BE49-F238E27FC236}">
                  <a16:creationId xmlns:a16="http://schemas.microsoft.com/office/drawing/2014/main" id="{A7F1C483-D91C-447D-8FB1-85EF09B37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2147"/>
              <a:ext cx="9" cy="9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39" name="Oval 468">
              <a:extLst>
                <a:ext uri="{FF2B5EF4-FFF2-40B4-BE49-F238E27FC236}">
                  <a16:creationId xmlns:a16="http://schemas.microsoft.com/office/drawing/2014/main" id="{303EC4D1-7157-4873-8966-BCF290115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118"/>
              <a:ext cx="9" cy="9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40" name="Oval 469">
              <a:extLst>
                <a:ext uri="{FF2B5EF4-FFF2-40B4-BE49-F238E27FC236}">
                  <a16:creationId xmlns:a16="http://schemas.microsoft.com/office/drawing/2014/main" id="{6B7A859A-F9FF-497D-B2E8-CB4358C92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7" y="2230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41" name="Oval 470">
              <a:extLst>
                <a:ext uri="{FF2B5EF4-FFF2-40B4-BE49-F238E27FC236}">
                  <a16:creationId xmlns:a16="http://schemas.microsoft.com/office/drawing/2014/main" id="{94F23E95-AB36-410C-98BB-248799037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2250"/>
              <a:ext cx="9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42" name="Oval 471">
              <a:extLst>
                <a:ext uri="{FF2B5EF4-FFF2-40B4-BE49-F238E27FC236}">
                  <a16:creationId xmlns:a16="http://schemas.microsoft.com/office/drawing/2014/main" id="{D62B0395-C2B1-4B8B-B7F9-624A0DA69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201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43" name="Oval 472">
              <a:extLst>
                <a:ext uri="{FF2B5EF4-FFF2-40B4-BE49-F238E27FC236}">
                  <a16:creationId xmlns:a16="http://schemas.microsoft.com/office/drawing/2014/main" id="{15D54D10-68E9-41B9-B6F7-AFE36E795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2240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44" name="Oval 473">
              <a:extLst>
                <a:ext uri="{FF2B5EF4-FFF2-40B4-BE49-F238E27FC236}">
                  <a16:creationId xmlns:a16="http://schemas.microsoft.com/office/drawing/2014/main" id="{29E6CB70-559F-42E1-BEA5-10DE71BA27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269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45" name="Oval 474">
              <a:extLst>
                <a:ext uri="{FF2B5EF4-FFF2-40B4-BE49-F238E27FC236}">
                  <a16:creationId xmlns:a16="http://schemas.microsoft.com/office/drawing/2014/main" id="{D2A29F4B-CEB3-495A-9448-8259BF300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304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46" name="Oval 475">
              <a:extLst>
                <a:ext uri="{FF2B5EF4-FFF2-40B4-BE49-F238E27FC236}">
                  <a16:creationId xmlns:a16="http://schemas.microsoft.com/office/drawing/2014/main" id="{24E195EB-B796-46A2-BCBA-AA526836E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" y="2336"/>
              <a:ext cx="9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47" name="Oval 476">
              <a:extLst>
                <a:ext uri="{FF2B5EF4-FFF2-40B4-BE49-F238E27FC236}">
                  <a16:creationId xmlns:a16="http://schemas.microsoft.com/office/drawing/2014/main" id="{2597BFB8-7786-48D4-9F12-0D6ACABA5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352"/>
              <a:ext cx="9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48" name="Oval 477">
              <a:extLst>
                <a:ext uri="{FF2B5EF4-FFF2-40B4-BE49-F238E27FC236}">
                  <a16:creationId xmlns:a16="http://schemas.microsoft.com/office/drawing/2014/main" id="{3B86A8E5-82DA-43AF-A5AB-3FEB90539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2388"/>
              <a:ext cx="9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49" name="Oval 478">
              <a:extLst>
                <a:ext uri="{FF2B5EF4-FFF2-40B4-BE49-F238E27FC236}">
                  <a16:creationId xmlns:a16="http://schemas.microsoft.com/office/drawing/2014/main" id="{AB782990-EB00-4567-A614-BDE0B8213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388"/>
              <a:ext cx="9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50" name="Oval 479">
              <a:extLst>
                <a:ext uri="{FF2B5EF4-FFF2-40B4-BE49-F238E27FC236}">
                  <a16:creationId xmlns:a16="http://schemas.microsoft.com/office/drawing/2014/main" id="{9E291F65-722C-4099-A96C-3D8077814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410"/>
              <a:ext cx="9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51" name="Oval 480">
              <a:extLst>
                <a:ext uri="{FF2B5EF4-FFF2-40B4-BE49-F238E27FC236}">
                  <a16:creationId xmlns:a16="http://schemas.microsoft.com/office/drawing/2014/main" id="{7E98D84F-EA4A-4BE4-BF65-BBFFE04C7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2317"/>
              <a:ext cx="9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52" name="Oval 481">
              <a:extLst>
                <a:ext uri="{FF2B5EF4-FFF2-40B4-BE49-F238E27FC236}">
                  <a16:creationId xmlns:a16="http://schemas.microsoft.com/office/drawing/2014/main" id="{CD651229-AB17-4E39-B9C4-F1D9B162D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2282"/>
              <a:ext cx="9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53" name="Oval 482">
              <a:extLst>
                <a:ext uri="{FF2B5EF4-FFF2-40B4-BE49-F238E27FC236}">
                  <a16:creationId xmlns:a16="http://schemas.microsoft.com/office/drawing/2014/main" id="{D7D352AA-8CA5-457E-99CA-1F0AD82B6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2108"/>
              <a:ext cx="9" cy="10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54" name="Oval 483">
              <a:extLst>
                <a:ext uri="{FF2B5EF4-FFF2-40B4-BE49-F238E27FC236}">
                  <a16:creationId xmlns:a16="http://schemas.microsoft.com/office/drawing/2014/main" id="{72AC97FC-C951-4882-98A9-49B8DD219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783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55" name="Oval 484">
              <a:extLst>
                <a:ext uri="{FF2B5EF4-FFF2-40B4-BE49-F238E27FC236}">
                  <a16:creationId xmlns:a16="http://schemas.microsoft.com/office/drawing/2014/main" id="{B5A853C1-421C-4755-A4FE-DC2F9252D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3" y="1468"/>
              <a:ext cx="9" cy="13"/>
            </a:xfrm>
            <a:prstGeom prst="ellipse">
              <a:avLst/>
            </a:prstGeom>
            <a:solidFill>
              <a:srgbClr val="88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56" name="Oval 485">
              <a:extLst>
                <a:ext uri="{FF2B5EF4-FFF2-40B4-BE49-F238E27FC236}">
                  <a16:creationId xmlns:a16="http://schemas.microsoft.com/office/drawing/2014/main" id="{BFACBDC9-FA39-437C-ADE5-D68C88039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0" y="1487"/>
              <a:ext cx="9" cy="10"/>
            </a:xfrm>
            <a:prstGeom prst="ellipse">
              <a:avLst/>
            </a:prstGeom>
            <a:solidFill>
              <a:srgbClr val="88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57" name="Oval 486">
              <a:extLst>
                <a:ext uri="{FF2B5EF4-FFF2-40B4-BE49-F238E27FC236}">
                  <a16:creationId xmlns:a16="http://schemas.microsoft.com/office/drawing/2014/main" id="{34F93D1F-543E-4276-994E-3FED7B2F4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1478"/>
              <a:ext cx="12" cy="9"/>
            </a:xfrm>
            <a:prstGeom prst="ellipse">
              <a:avLst/>
            </a:prstGeom>
            <a:solidFill>
              <a:srgbClr val="88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58" name="Oval 487">
              <a:extLst>
                <a:ext uri="{FF2B5EF4-FFF2-40B4-BE49-F238E27FC236}">
                  <a16:creationId xmlns:a16="http://schemas.microsoft.com/office/drawing/2014/main" id="{B1645860-C917-4A22-B2B1-20B773AE5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738"/>
              <a:ext cx="13" cy="10"/>
            </a:xfrm>
            <a:prstGeom prst="ellipse">
              <a:avLst/>
            </a:prstGeom>
            <a:solidFill>
              <a:srgbClr val="88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59" name="Oval 488">
              <a:extLst>
                <a:ext uri="{FF2B5EF4-FFF2-40B4-BE49-F238E27FC236}">
                  <a16:creationId xmlns:a16="http://schemas.microsoft.com/office/drawing/2014/main" id="{1F99E456-DCDD-4583-B8CC-07B9CC6FD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703"/>
              <a:ext cx="9" cy="10"/>
            </a:xfrm>
            <a:prstGeom prst="ellipse">
              <a:avLst/>
            </a:prstGeom>
            <a:solidFill>
              <a:srgbClr val="88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60" name="Oval 489">
              <a:extLst>
                <a:ext uri="{FF2B5EF4-FFF2-40B4-BE49-F238E27FC236}">
                  <a16:creationId xmlns:a16="http://schemas.microsoft.com/office/drawing/2014/main" id="{A7B12CD1-7DDC-4184-A8CC-DAAADD887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2" y="3182"/>
              <a:ext cx="9" cy="10"/>
            </a:xfrm>
            <a:prstGeom prst="ellipse">
              <a:avLst/>
            </a:prstGeom>
            <a:solidFill>
              <a:srgbClr val="88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61" name="Oval 490">
              <a:extLst>
                <a:ext uri="{FF2B5EF4-FFF2-40B4-BE49-F238E27FC236}">
                  <a16:creationId xmlns:a16="http://schemas.microsoft.com/office/drawing/2014/main" id="{89801934-D371-4928-BF96-F8791C209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7" y="3176"/>
              <a:ext cx="12" cy="9"/>
            </a:xfrm>
            <a:prstGeom prst="ellipse">
              <a:avLst/>
            </a:prstGeom>
            <a:solidFill>
              <a:srgbClr val="88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62" name="Oval 491">
              <a:extLst>
                <a:ext uri="{FF2B5EF4-FFF2-40B4-BE49-F238E27FC236}">
                  <a16:creationId xmlns:a16="http://schemas.microsoft.com/office/drawing/2014/main" id="{60B473EE-F8A6-4C9D-B70B-35B8BACBF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" y="3182"/>
              <a:ext cx="12" cy="10"/>
            </a:xfrm>
            <a:prstGeom prst="ellipse">
              <a:avLst/>
            </a:prstGeom>
            <a:solidFill>
              <a:srgbClr val="88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63" name="Oval 492">
              <a:extLst>
                <a:ext uri="{FF2B5EF4-FFF2-40B4-BE49-F238E27FC236}">
                  <a16:creationId xmlns:a16="http://schemas.microsoft.com/office/drawing/2014/main" id="{B5130719-FDD1-4DFE-A657-E616F9739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3163"/>
              <a:ext cx="9" cy="13"/>
            </a:xfrm>
            <a:prstGeom prst="ellipse">
              <a:avLst/>
            </a:prstGeom>
            <a:solidFill>
              <a:srgbClr val="88B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9964" name="Freeform 493">
              <a:extLst>
                <a:ext uri="{FF2B5EF4-FFF2-40B4-BE49-F238E27FC236}">
                  <a16:creationId xmlns:a16="http://schemas.microsoft.com/office/drawing/2014/main" id="{A8B6A550-EE67-403C-BB58-60D6538B57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0" y="1465"/>
              <a:ext cx="277" cy="1679"/>
            </a:xfrm>
            <a:custGeom>
              <a:avLst/>
              <a:gdLst>
                <a:gd name="T0" fmla="*/ 27 w 92"/>
                <a:gd name="T1" fmla="*/ 103 h 522"/>
                <a:gd name="T2" fmla="*/ 680 w 92"/>
                <a:gd name="T3" fmla="*/ 994 h 522"/>
                <a:gd name="T4" fmla="*/ 599 w 92"/>
                <a:gd name="T5" fmla="*/ 2866 h 522"/>
                <a:gd name="T6" fmla="*/ 1831 w 92"/>
                <a:gd name="T7" fmla="*/ 4490 h 522"/>
                <a:gd name="T8" fmla="*/ 1912 w 92"/>
                <a:gd name="T9" fmla="*/ 7282 h 522"/>
                <a:gd name="T10" fmla="*/ 1141 w 92"/>
                <a:gd name="T11" fmla="*/ 8392 h 522"/>
                <a:gd name="T12" fmla="*/ 1885 w 92"/>
                <a:gd name="T13" fmla="*/ 10614 h 522"/>
                <a:gd name="T14" fmla="*/ 1722 w 92"/>
                <a:gd name="T15" fmla="*/ 12342 h 522"/>
                <a:gd name="T16" fmla="*/ 789 w 92"/>
                <a:gd name="T17" fmla="*/ 12972 h 522"/>
                <a:gd name="T18" fmla="*/ 843 w 92"/>
                <a:gd name="T19" fmla="*/ 13107 h 522"/>
                <a:gd name="T20" fmla="*/ 951 w 92"/>
                <a:gd name="T21" fmla="*/ 16501 h 522"/>
                <a:gd name="T22" fmla="*/ 572 w 92"/>
                <a:gd name="T23" fmla="*/ 17340 h 522"/>
                <a:gd name="T24" fmla="*/ 1912 w 92"/>
                <a:gd name="T25" fmla="*/ 14712 h 522"/>
                <a:gd name="T26" fmla="*/ 1966 w 92"/>
                <a:gd name="T27" fmla="*/ 12882 h 522"/>
                <a:gd name="T28" fmla="*/ 1939 w 92"/>
                <a:gd name="T29" fmla="*/ 8752 h 522"/>
                <a:gd name="T30" fmla="*/ 1993 w 92"/>
                <a:gd name="T31" fmla="*/ 8286 h 522"/>
                <a:gd name="T32" fmla="*/ 2348 w 92"/>
                <a:gd name="T33" fmla="*/ 7221 h 522"/>
                <a:gd name="T34" fmla="*/ 1560 w 92"/>
                <a:gd name="T35" fmla="*/ 2959 h 522"/>
                <a:gd name="T36" fmla="*/ 1370 w 92"/>
                <a:gd name="T37" fmla="*/ 1933 h 522"/>
                <a:gd name="T38" fmla="*/ 27 w 92"/>
                <a:gd name="T39" fmla="*/ 32 h 522"/>
                <a:gd name="T40" fmla="*/ 735 w 92"/>
                <a:gd name="T41" fmla="*/ 930 h 522"/>
                <a:gd name="T42" fmla="*/ 1289 w 92"/>
                <a:gd name="T43" fmla="*/ 1965 h 522"/>
                <a:gd name="T44" fmla="*/ 1505 w 92"/>
                <a:gd name="T45" fmla="*/ 3030 h 522"/>
                <a:gd name="T46" fmla="*/ 2376 w 92"/>
                <a:gd name="T47" fmla="*/ 6353 h 522"/>
                <a:gd name="T48" fmla="*/ 2240 w 92"/>
                <a:gd name="T49" fmla="*/ 7520 h 522"/>
                <a:gd name="T50" fmla="*/ 1831 w 92"/>
                <a:gd name="T51" fmla="*/ 8318 h 522"/>
                <a:gd name="T52" fmla="*/ 1885 w 92"/>
                <a:gd name="T53" fmla="*/ 8784 h 522"/>
                <a:gd name="T54" fmla="*/ 2159 w 92"/>
                <a:gd name="T55" fmla="*/ 11110 h 522"/>
                <a:gd name="T56" fmla="*/ 1804 w 92"/>
                <a:gd name="T57" fmla="*/ 13242 h 522"/>
                <a:gd name="T58" fmla="*/ 1858 w 92"/>
                <a:gd name="T59" fmla="*/ 14175 h 522"/>
                <a:gd name="T60" fmla="*/ 843 w 92"/>
                <a:gd name="T61" fmla="*/ 16906 h 522"/>
                <a:gd name="T62" fmla="*/ 1668 w 92"/>
                <a:gd name="T63" fmla="*/ 14545 h 522"/>
                <a:gd name="T64" fmla="*/ 951 w 92"/>
                <a:gd name="T65" fmla="*/ 13046 h 522"/>
                <a:gd name="T66" fmla="*/ 1993 w 92"/>
                <a:gd name="T67" fmla="*/ 11483 h 522"/>
                <a:gd name="T68" fmla="*/ 1966 w 92"/>
                <a:gd name="T69" fmla="*/ 10614 h 522"/>
                <a:gd name="T70" fmla="*/ 1993 w 92"/>
                <a:gd name="T71" fmla="*/ 7282 h 522"/>
                <a:gd name="T72" fmla="*/ 1993 w 92"/>
                <a:gd name="T73" fmla="*/ 7086 h 522"/>
                <a:gd name="T74" fmla="*/ 2020 w 92"/>
                <a:gd name="T75" fmla="*/ 5886 h 522"/>
                <a:gd name="T76" fmla="*/ 735 w 92"/>
                <a:gd name="T77" fmla="*/ 2792 h 522"/>
                <a:gd name="T78" fmla="*/ 816 w 92"/>
                <a:gd name="T79" fmla="*/ 13078 h 522"/>
                <a:gd name="T80" fmla="*/ 816 w 92"/>
                <a:gd name="T81" fmla="*/ 13078 h 52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2" h="522">
                  <a:moveTo>
                    <a:pt x="1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39" y="47"/>
                    <a:pt x="27" y="80"/>
                    <a:pt x="23" y="84"/>
                  </a:cubicBezTo>
                  <a:cubicBezTo>
                    <a:pt x="22" y="85"/>
                    <a:pt x="22" y="85"/>
                    <a:pt x="22" y="86"/>
                  </a:cubicBezTo>
                  <a:cubicBezTo>
                    <a:pt x="23" y="87"/>
                    <a:pt x="23" y="87"/>
                    <a:pt x="24" y="87"/>
                  </a:cubicBezTo>
                  <a:cubicBezTo>
                    <a:pt x="43" y="85"/>
                    <a:pt x="61" y="104"/>
                    <a:pt x="67" y="135"/>
                  </a:cubicBezTo>
                  <a:cubicBezTo>
                    <a:pt x="72" y="158"/>
                    <a:pt x="71" y="182"/>
                    <a:pt x="70" y="200"/>
                  </a:cubicBezTo>
                  <a:cubicBezTo>
                    <a:pt x="70" y="207"/>
                    <a:pt x="70" y="214"/>
                    <a:pt x="70" y="219"/>
                  </a:cubicBezTo>
                  <a:cubicBezTo>
                    <a:pt x="71" y="233"/>
                    <a:pt x="52" y="248"/>
                    <a:pt x="43" y="251"/>
                  </a:cubicBezTo>
                  <a:cubicBezTo>
                    <a:pt x="43" y="251"/>
                    <a:pt x="42" y="252"/>
                    <a:pt x="42" y="252"/>
                  </a:cubicBezTo>
                  <a:cubicBezTo>
                    <a:pt x="42" y="253"/>
                    <a:pt x="43" y="254"/>
                    <a:pt x="43" y="254"/>
                  </a:cubicBezTo>
                  <a:cubicBezTo>
                    <a:pt x="65" y="261"/>
                    <a:pt x="68" y="293"/>
                    <a:pt x="69" y="319"/>
                  </a:cubicBezTo>
                  <a:cubicBezTo>
                    <a:pt x="70" y="330"/>
                    <a:pt x="70" y="330"/>
                    <a:pt x="70" y="330"/>
                  </a:cubicBezTo>
                  <a:cubicBezTo>
                    <a:pt x="70" y="353"/>
                    <a:pt x="71" y="359"/>
                    <a:pt x="63" y="371"/>
                  </a:cubicBezTo>
                  <a:cubicBezTo>
                    <a:pt x="55" y="385"/>
                    <a:pt x="36" y="391"/>
                    <a:pt x="31" y="390"/>
                  </a:cubicBezTo>
                  <a:cubicBezTo>
                    <a:pt x="30" y="389"/>
                    <a:pt x="29" y="390"/>
                    <a:pt x="29" y="390"/>
                  </a:cubicBezTo>
                  <a:cubicBezTo>
                    <a:pt x="29" y="391"/>
                    <a:pt x="29" y="392"/>
                    <a:pt x="29" y="392"/>
                  </a:cubicBezTo>
                  <a:cubicBezTo>
                    <a:pt x="31" y="394"/>
                    <a:pt x="31" y="394"/>
                    <a:pt x="31" y="394"/>
                  </a:cubicBezTo>
                  <a:cubicBezTo>
                    <a:pt x="42" y="401"/>
                    <a:pt x="58" y="413"/>
                    <a:pt x="58" y="437"/>
                  </a:cubicBezTo>
                  <a:cubicBezTo>
                    <a:pt x="58" y="461"/>
                    <a:pt x="44" y="481"/>
                    <a:pt x="35" y="496"/>
                  </a:cubicBezTo>
                  <a:cubicBezTo>
                    <a:pt x="20" y="519"/>
                    <a:pt x="20" y="519"/>
                    <a:pt x="20" y="519"/>
                  </a:cubicBezTo>
                  <a:cubicBezTo>
                    <a:pt x="20" y="520"/>
                    <a:pt x="20" y="521"/>
                    <a:pt x="21" y="521"/>
                  </a:cubicBezTo>
                  <a:cubicBezTo>
                    <a:pt x="21" y="522"/>
                    <a:pt x="22" y="522"/>
                    <a:pt x="23" y="521"/>
                  </a:cubicBezTo>
                  <a:cubicBezTo>
                    <a:pt x="44" y="501"/>
                    <a:pt x="65" y="466"/>
                    <a:pt x="70" y="442"/>
                  </a:cubicBezTo>
                  <a:cubicBezTo>
                    <a:pt x="72" y="429"/>
                    <a:pt x="71" y="419"/>
                    <a:pt x="70" y="410"/>
                  </a:cubicBezTo>
                  <a:cubicBezTo>
                    <a:pt x="69" y="401"/>
                    <a:pt x="68" y="393"/>
                    <a:pt x="72" y="387"/>
                  </a:cubicBezTo>
                  <a:cubicBezTo>
                    <a:pt x="79" y="373"/>
                    <a:pt x="84" y="361"/>
                    <a:pt x="82" y="315"/>
                  </a:cubicBezTo>
                  <a:cubicBezTo>
                    <a:pt x="81" y="288"/>
                    <a:pt x="75" y="272"/>
                    <a:pt x="71" y="263"/>
                  </a:cubicBezTo>
                  <a:cubicBezTo>
                    <a:pt x="69" y="257"/>
                    <a:pt x="68" y="254"/>
                    <a:pt x="69" y="252"/>
                  </a:cubicBezTo>
                  <a:cubicBezTo>
                    <a:pt x="73" y="249"/>
                    <a:pt x="73" y="249"/>
                    <a:pt x="73" y="249"/>
                  </a:cubicBezTo>
                  <a:cubicBezTo>
                    <a:pt x="78" y="245"/>
                    <a:pt x="82" y="241"/>
                    <a:pt x="85" y="227"/>
                  </a:cubicBezTo>
                  <a:cubicBezTo>
                    <a:pt x="86" y="217"/>
                    <a:pt x="86" y="217"/>
                    <a:pt x="86" y="217"/>
                  </a:cubicBezTo>
                  <a:cubicBezTo>
                    <a:pt x="89" y="202"/>
                    <a:pt x="92" y="188"/>
                    <a:pt x="85" y="153"/>
                  </a:cubicBezTo>
                  <a:cubicBezTo>
                    <a:pt x="75" y="109"/>
                    <a:pt x="66" y="99"/>
                    <a:pt x="57" y="89"/>
                  </a:cubicBezTo>
                  <a:cubicBezTo>
                    <a:pt x="53" y="84"/>
                    <a:pt x="53" y="81"/>
                    <a:pt x="53" y="76"/>
                  </a:cubicBezTo>
                  <a:cubicBezTo>
                    <a:pt x="53" y="72"/>
                    <a:pt x="52" y="67"/>
                    <a:pt x="50" y="58"/>
                  </a:cubicBezTo>
                  <a:cubicBezTo>
                    <a:pt x="44" y="40"/>
                    <a:pt x="25" y="17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lose/>
                  <a:moveTo>
                    <a:pt x="35" y="52"/>
                  </a:moveTo>
                  <a:cubicBezTo>
                    <a:pt x="35" y="44"/>
                    <a:pt x="33" y="35"/>
                    <a:pt x="27" y="28"/>
                  </a:cubicBezTo>
                  <a:cubicBezTo>
                    <a:pt x="27" y="28"/>
                    <a:pt x="15" y="14"/>
                    <a:pt x="15" y="14"/>
                  </a:cubicBezTo>
                  <a:cubicBezTo>
                    <a:pt x="30" y="29"/>
                    <a:pt x="43" y="46"/>
                    <a:pt x="47" y="59"/>
                  </a:cubicBezTo>
                  <a:cubicBezTo>
                    <a:pt x="49" y="67"/>
                    <a:pt x="50" y="72"/>
                    <a:pt x="50" y="76"/>
                  </a:cubicBezTo>
                  <a:cubicBezTo>
                    <a:pt x="50" y="82"/>
                    <a:pt x="50" y="85"/>
                    <a:pt x="55" y="91"/>
                  </a:cubicBezTo>
                  <a:cubicBezTo>
                    <a:pt x="63" y="101"/>
                    <a:pt x="73" y="111"/>
                    <a:pt x="82" y="154"/>
                  </a:cubicBezTo>
                  <a:cubicBezTo>
                    <a:pt x="85" y="170"/>
                    <a:pt x="87" y="182"/>
                    <a:pt x="87" y="191"/>
                  </a:cubicBezTo>
                  <a:cubicBezTo>
                    <a:pt x="87" y="202"/>
                    <a:pt x="85" y="209"/>
                    <a:pt x="84" y="217"/>
                  </a:cubicBezTo>
                  <a:cubicBezTo>
                    <a:pt x="82" y="226"/>
                    <a:pt x="82" y="226"/>
                    <a:pt x="82" y="226"/>
                  </a:cubicBezTo>
                  <a:cubicBezTo>
                    <a:pt x="80" y="240"/>
                    <a:pt x="75" y="243"/>
                    <a:pt x="71" y="246"/>
                  </a:cubicBezTo>
                  <a:cubicBezTo>
                    <a:pt x="67" y="250"/>
                    <a:pt x="67" y="250"/>
                    <a:pt x="67" y="250"/>
                  </a:cubicBezTo>
                  <a:cubicBezTo>
                    <a:pt x="66" y="252"/>
                    <a:pt x="66" y="253"/>
                    <a:pt x="66" y="254"/>
                  </a:cubicBezTo>
                  <a:cubicBezTo>
                    <a:pt x="66" y="257"/>
                    <a:pt x="67" y="260"/>
                    <a:pt x="69" y="264"/>
                  </a:cubicBezTo>
                  <a:cubicBezTo>
                    <a:pt x="72" y="273"/>
                    <a:pt x="78" y="289"/>
                    <a:pt x="79" y="316"/>
                  </a:cubicBezTo>
                  <a:cubicBezTo>
                    <a:pt x="79" y="323"/>
                    <a:pt x="79" y="329"/>
                    <a:pt x="79" y="334"/>
                  </a:cubicBezTo>
                  <a:cubicBezTo>
                    <a:pt x="79" y="364"/>
                    <a:pt x="75" y="374"/>
                    <a:pt x="69" y="386"/>
                  </a:cubicBezTo>
                  <a:cubicBezTo>
                    <a:pt x="67" y="390"/>
                    <a:pt x="66" y="394"/>
                    <a:pt x="66" y="398"/>
                  </a:cubicBezTo>
                  <a:cubicBezTo>
                    <a:pt x="66" y="402"/>
                    <a:pt x="67" y="406"/>
                    <a:pt x="67" y="410"/>
                  </a:cubicBezTo>
                  <a:cubicBezTo>
                    <a:pt x="68" y="415"/>
                    <a:pt x="68" y="420"/>
                    <a:pt x="68" y="426"/>
                  </a:cubicBezTo>
                  <a:cubicBezTo>
                    <a:pt x="68" y="431"/>
                    <a:pt x="68" y="436"/>
                    <a:pt x="67" y="441"/>
                  </a:cubicBezTo>
                  <a:cubicBezTo>
                    <a:pt x="63" y="461"/>
                    <a:pt x="48" y="488"/>
                    <a:pt x="31" y="508"/>
                  </a:cubicBezTo>
                  <a:cubicBezTo>
                    <a:pt x="31" y="508"/>
                    <a:pt x="37" y="498"/>
                    <a:pt x="37" y="498"/>
                  </a:cubicBezTo>
                  <a:cubicBezTo>
                    <a:pt x="47" y="483"/>
                    <a:pt x="61" y="462"/>
                    <a:pt x="61" y="437"/>
                  </a:cubicBezTo>
                  <a:cubicBezTo>
                    <a:pt x="61" y="437"/>
                    <a:pt x="61" y="437"/>
                    <a:pt x="61" y="437"/>
                  </a:cubicBezTo>
                  <a:cubicBezTo>
                    <a:pt x="61" y="412"/>
                    <a:pt x="46" y="400"/>
                    <a:pt x="35" y="392"/>
                  </a:cubicBezTo>
                  <a:cubicBezTo>
                    <a:pt x="44" y="391"/>
                    <a:pt x="58" y="385"/>
                    <a:pt x="66" y="373"/>
                  </a:cubicBezTo>
                  <a:cubicBezTo>
                    <a:pt x="72" y="364"/>
                    <a:pt x="73" y="357"/>
                    <a:pt x="73" y="345"/>
                  </a:cubicBezTo>
                  <a:cubicBezTo>
                    <a:pt x="73" y="341"/>
                    <a:pt x="73" y="336"/>
                    <a:pt x="73" y="330"/>
                  </a:cubicBezTo>
                  <a:cubicBezTo>
                    <a:pt x="72" y="319"/>
                    <a:pt x="72" y="319"/>
                    <a:pt x="72" y="319"/>
                  </a:cubicBezTo>
                  <a:cubicBezTo>
                    <a:pt x="71" y="293"/>
                    <a:pt x="67" y="262"/>
                    <a:pt x="47" y="253"/>
                  </a:cubicBezTo>
                  <a:cubicBezTo>
                    <a:pt x="57" y="248"/>
                    <a:pt x="73" y="233"/>
                    <a:pt x="73" y="219"/>
                  </a:cubicBezTo>
                  <a:cubicBezTo>
                    <a:pt x="73" y="219"/>
                    <a:pt x="73" y="219"/>
                    <a:pt x="73" y="218"/>
                  </a:cubicBezTo>
                  <a:cubicBezTo>
                    <a:pt x="73" y="217"/>
                    <a:pt x="73" y="215"/>
                    <a:pt x="73" y="213"/>
                  </a:cubicBezTo>
                  <a:cubicBezTo>
                    <a:pt x="73" y="210"/>
                    <a:pt x="73" y="205"/>
                    <a:pt x="73" y="200"/>
                  </a:cubicBezTo>
                  <a:cubicBezTo>
                    <a:pt x="74" y="193"/>
                    <a:pt x="74" y="185"/>
                    <a:pt x="74" y="177"/>
                  </a:cubicBezTo>
                  <a:cubicBezTo>
                    <a:pt x="74" y="164"/>
                    <a:pt x="73" y="149"/>
                    <a:pt x="70" y="134"/>
                  </a:cubicBezTo>
                  <a:cubicBezTo>
                    <a:pt x="64" y="103"/>
                    <a:pt x="47" y="84"/>
                    <a:pt x="27" y="84"/>
                  </a:cubicBezTo>
                  <a:cubicBezTo>
                    <a:pt x="30" y="78"/>
                    <a:pt x="35" y="65"/>
                    <a:pt x="35" y="52"/>
                  </a:cubicBezTo>
                  <a:close/>
                  <a:moveTo>
                    <a:pt x="30" y="393"/>
                  </a:moveTo>
                  <a:cubicBezTo>
                    <a:pt x="30" y="393"/>
                    <a:pt x="30" y="393"/>
                    <a:pt x="30" y="393"/>
                  </a:cubicBezTo>
                  <a:cubicBezTo>
                    <a:pt x="30" y="393"/>
                    <a:pt x="30" y="393"/>
                    <a:pt x="30" y="39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5" name="Freeform 494">
              <a:extLst>
                <a:ext uri="{FF2B5EF4-FFF2-40B4-BE49-F238E27FC236}">
                  <a16:creationId xmlns:a16="http://schemas.microsoft.com/office/drawing/2014/main" id="{C3D9CE64-B12A-46C1-9156-B6A5553C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121"/>
              <a:ext cx="1324" cy="1691"/>
            </a:xfrm>
            <a:custGeom>
              <a:avLst/>
              <a:gdLst>
                <a:gd name="T0" fmla="*/ 884 w 439"/>
                <a:gd name="T1" fmla="*/ 3257 h 526"/>
                <a:gd name="T2" fmla="*/ 911 w 439"/>
                <a:gd name="T3" fmla="*/ 5819 h 526"/>
                <a:gd name="T4" fmla="*/ 1047 w 439"/>
                <a:gd name="T5" fmla="*/ 7214 h 526"/>
                <a:gd name="T6" fmla="*/ 1074 w 439"/>
                <a:gd name="T7" fmla="*/ 7079 h 526"/>
                <a:gd name="T8" fmla="*/ 938 w 439"/>
                <a:gd name="T9" fmla="*/ 5944 h 526"/>
                <a:gd name="T10" fmla="*/ 965 w 439"/>
                <a:gd name="T11" fmla="*/ 3154 h 526"/>
                <a:gd name="T12" fmla="*/ 1810 w 439"/>
                <a:gd name="T13" fmla="*/ 164 h 526"/>
                <a:gd name="T14" fmla="*/ 3785 w 439"/>
                <a:gd name="T15" fmla="*/ 1260 h 526"/>
                <a:gd name="T16" fmla="*/ 2775 w 439"/>
                <a:gd name="T17" fmla="*/ 3388 h 526"/>
                <a:gd name="T18" fmla="*/ 3511 w 439"/>
                <a:gd name="T19" fmla="*/ 4218 h 526"/>
                <a:gd name="T20" fmla="*/ 5975 w 439"/>
                <a:gd name="T21" fmla="*/ 3028 h 526"/>
                <a:gd name="T22" fmla="*/ 6858 w 439"/>
                <a:gd name="T23" fmla="*/ 1829 h 526"/>
                <a:gd name="T24" fmla="*/ 7431 w 439"/>
                <a:gd name="T25" fmla="*/ 3916 h 526"/>
                <a:gd name="T26" fmla="*/ 9105 w 439"/>
                <a:gd name="T27" fmla="*/ 4784 h 526"/>
                <a:gd name="T28" fmla="*/ 9989 w 439"/>
                <a:gd name="T29" fmla="*/ 5880 h 526"/>
                <a:gd name="T30" fmla="*/ 7959 w 439"/>
                <a:gd name="T31" fmla="*/ 8866 h 526"/>
                <a:gd name="T32" fmla="*/ 10833 w 439"/>
                <a:gd name="T33" fmla="*/ 9272 h 526"/>
                <a:gd name="T34" fmla="*/ 11744 w 439"/>
                <a:gd name="T35" fmla="*/ 8703 h 526"/>
                <a:gd name="T36" fmla="*/ 11307 w 439"/>
                <a:gd name="T37" fmla="*/ 11101 h 526"/>
                <a:gd name="T38" fmla="*/ 11717 w 439"/>
                <a:gd name="T39" fmla="*/ 13229 h 526"/>
                <a:gd name="T40" fmla="*/ 11907 w 439"/>
                <a:gd name="T41" fmla="*/ 14988 h 526"/>
                <a:gd name="T42" fmla="*/ 9024 w 439"/>
                <a:gd name="T43" fmla="*/ 14988 h 526"/>
                <a:gd name="T44" fmla="*/ 8424 w 439"/>
                <a:gd name="T45" fmla="*/ 11596 h 526"/>
                <a:gd name="T46" fmla="*/ 7458 w 439"/>
                <a:gd name="T47" fmla="*/ 7773 h 526"/>
                <a:gd name="T48" fmla="*/ 5239 w 439"/>
                <a:gd name="T49" fmla="*/ 8506 h 526"/>
                <a:gd name="T50" fmla="*/ 6041 w 439"/>
                <a:gd name="T51" fmla="*/ 11130 h 526"/>
                <a:gd name="T52" fmla="*/ 6367 w 439"/>
                <a:gd name="T53" fmla="*/ 13621 h 526"/>
                <a:gd name="T54" fmla="*/ 4967 w 439"/>
                <a:gd name="T55" fmla="*/ 15647 h 526"/>
                <a:gd name="T56" fmla="*/ 1918 w 439"/>
                <a:gd name="T57" fmla="*/ 16515 h 526"/>
                <a:gd name="T58" fmla="*/ 109 w 439"/>
                <a:gd name="T59" fmla="*/ 16216 h 526"/>
                <a:gd name="T60" fmla="*/ 1209 w 439"/>
                <a:gd name="T61" fmla="*/ 17209 h 526"/>
                <a:gd name="T62" fmla="*/ 3866 w 439"/>
                <a:gd name="T63" fmla="*/ 16019 h 526"/>
                <a:gd name="T64" fmla="*/ 6858 w 439"/>
                <a:gd name="T65" fmla="*/ 13952 h 526"/>
                <a:gd name="T66" fmla="*/ 6258 w 439"/>
                <a:gd name="T67" fmla="*/ 12123 h 526"/>
                <a:gd name="T68" fmla="*/ 5320 w 439"/>
                <a:gd name="T69" fmla="*/ 9239 h 526"/>
                <a:gd name="T70" fmla="*/ 7048 w 439"/>
                <a:gd name="T71" fmla="*/ 7844 h 526"/>
                <a:gd name="T72" fmla="*/ 8013 w 439"/>
                <a:gd name="T73" fmla="*/ 11326 h 526"/>
                <a:gd name="T74" fmla="*/ 8722 w 439"/>
                <a:gd name="T75" fmla="*/ 14087 h 526"/>
                <a:gd name="T76" fmla="*/ 11415 w 439"/>
                <a:gd name="T77" fmla="*/ 15679 h 526"/>
                <a:gd name="T78" fmla="*/ 11934 w 439"/>
                <a:gd name="T79" fmla="*/ 13756 h 526"/>
                <a:gd name="T80" fmla="*/ 10996 w 439"/>
                <a:gd name="T81" fmla="*/ 11895 h 526"/>
                <a:gd name="T82" fmla="*/ 12016 w 439"/>
                <a:gd name="T83" fmla="*/ 10098 h 526"/>
                <a:gd name="T84" fmla="*/ 10833 w 439"/>
                <a:gd name="T85" fmla="*/ 9075 h 526"/>
                <a:gd name="T86" fmla="*/ 8315 w 439"/>
                <a:gd name="T87" fmla="*/ 9767 h 526"/>
                <a:gd name="T88" fmla="*/ 8776 w 439"/>
                <a:gd name="T89" fmla="*/ 7050 h 526"/>
                <a:gd name="T90" fmla="*/ 9159 w 439"/>
                <a:gd name="T91" fmla="*/ 4289 h 526"/>
                <a:gd name="T92" fmla="*/ 7241 w 439"/>
                <a:gd name="T93" fmla="*/ 4456 h 526"/>
                <a:gd name="T94" fmla="*/ 7133 w 439"/>
                <a:gd name="T95" fmla="*/ 1861 h 526"/>
                <a:gd name="T96" fmla="*/ 5812 w 439"/>
                <a:gd name="T97" fmla="*/ 2729 h 526"/>
                <a:gd name="T98" fmla="*/ 3866 w 439"/>
                <a:gd name="T99" fmla="*/ 5086 h 526"/>
                <a:gd name="T100" fmla="*/ 3019 w 439"/>
                <a:gd name="T101" fmla="*/ 3286 h 526"/>
                <a:gd name="T102" fmla="*/ 3456 w 439"/>
                <a:gd name="T103" fmla="*/ 1456 h 526"/>
                <a:gd name="T104" fmla="*/ 1891 w 439"/>
                <a:gd name="T105" fmla="*/ 32 h 52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39" h="526">
                  <a:moveTo>
                    <a:pt x="27" y="31"/>
                  </a:moveTo>
                  <a:cubicBezTo>
                    <a:pt x="21" y="44"/>
                    <a:pt x="16" y="62"/>
                    <a:pt x="15" y="75"/>
                  </a:cubicBezTo>
                  <a:cubicBezTo>
                    <a:pt x="14" y="86"/>
                    <a:pt x="21" y="90"/>
                    <a:pt x="28" y="95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6" y="101"/>
                    <a:pt x="39" y="102"/>
                    <a:pt x="43" y="104"/>
                  </a:cubicBezTo>
                  <a:cubicBezTo>
                    <a:pt x="48" y="106"/>
                    <a:pt x="52" y="108"/>
                    <a:pt x="56" y="113"/>
                  </a:cubicBezTo>
                  <a:cubicBezTo>
                    <a:pt x="62" y="123"/>
                    <a:pt x="60" y="139"/>
                    <a:pt x="56" y="153"/>
                  </a:cubicBezTo>
                  <a:cubicBezTo>
                    <a:pt x="53" y="167"/>
                    <a:pt x="48" y="172"/>
                    <a:pt x="33" y="175"/>
                  </a:cubicBezTo>
                  <a:cubicBezTo>
                    <a:pt x="31" y="175"/>
                    <a:pt x="31" y="175"/>
                    <a:pt x="31" y="175"/>
                  </a:cubicBezTo>
                  <a:cubicBezTo>
                    <a:pt x="25" y="176"/>
                    <a:pt x="22" y="177"/>
                    <a:pt x="21" y="185"/>
                  </a:cubicBezTo>
                  <a:cubicBezTo>
                    <a:pt x="20" y="190"/>
                    <a:pt x="20" y="197"/>
                    <a:pt x="21" y="203"/>
                  </a:cubicBezTo>
                  <a:cubicBezTo>
                    <a:pt x="23" y="214"/>
                    <a:pt x="31" y="216"/>
                    <a:pt x="38" y="217"/>
                  </a:cubicBezTo>
                  <a:cubicBezTo>
                    <a:pt x="42" y="218"/>
                    <a:pt x="45" y="218"/>
                    <a:pt x="48" y="220"/>
                  </a:cubicBezTo>
                  <a:cubicBezTo>
                    <a:pt x="49" y="221"/>
                    <a:pt x="51" y="220"/>
                    <a:pt x="51" y="219"/>
                  </a:cubicBezTo>
                  <a:cubicBezTo>
                    <a:pt x="52" y="218"/>
                    <a:pt x="51" y="217"/>
                    <a:pt x="50" y="217"/>
                  </a:cubicBezTo>
                  <a:cubicBezTo>
                    <a:pt x="46" y="215"/>
                    <a:pt x="42" y="214"/>
                    <a:pt x="39" y="213"/>
                  </a:cubicBezTo>
                  <a:cubicBezTo>
                    <a:pt x="32" y="212"/>
                    <a:pt x="27" y="211"/>
                    <a:pt x="25" y="202"/>
                  </a:cubicBezTo>
                  <a:cubicBezTo>
                    <a:pt x="24" y="197"/>
                    <a:pt x="24" y="191"/>
                    <a:pt x="25" y="185"/>
                  </a:cubicBezTo>
                  <a:cubicBezTo>
                    <a:pt x="26" y="180"/>
                    <a:pt x="27" y="180"/>
                    <a:pt x="31" y="179"/>
                  </a:cubicBezTo>
                  <a:cubicBezTo>
                    <a:pt x="34" y="179"/>
                    <a:pt x="34" y="179"/>
                    <a:pt x="34" y="179"/>
                  </a:cubicBezTo>
                  <a:cubicBezTo>
                    <a:pt x="50" y="176"/>
                    <a:pt x="56" y="170"/>
                    <a:pt x="60" y="154"/>
                  </a:cubicBezTo>
                  <a:cubicBezTo>
                    <a:pt x="64" y="139"/>
                    <a:pt x="67" y="122"/>
                    <a:pt x="59" y="111"/>
                  </a:cubicBezTo>
                  <a:cubicBezTo>
                    <a:pt x="55" y="105"/>
                    <a:pt x="50" y="102"/>
                    <a:pt x="44" y="100"/>
                  </a:cubicBezTo>
                  <a:cubicBezTo>
                    <a:pt x="41" y="99"/>
                    <a:pt x="38" y="97"/>
                    <a:pt x="35" y="95"/>
                  </a:cubicBezTo>
                  <a:cubicBezTo>
                    <a:pt x="30" y="92"/>
                    <a:pt x="30" y="92"/>
                    <a:pt x="30" y="92"/>
                  </a:cubicBezTo>
                  <a:cubicBezTo>
                    <a:pt x="24" y="87"/>
                    <a:pt x="18" y="84"/>
                    <a:pt x="19" y="76"/>
                  </a:cubicBezTo>
                  <a:cubicBezTo>
                    <a:pt x="20" y="63"/>
                    <a:pt x="25" y="45"/>
                    <a:pt x="31" y="33"/>
                  </a:cubicBezTo>
                  <a:cubicBezTo>
                    <a:pt x="34" y="24"/>
                    <a:pt x="46" y="4"/>
                    <a:pt x="66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85" y="6"/>
                    <a:pt x="123" y="8"/>
                    <a:pt x="134" y="16"/>
                  </a:cubicBezTo>
                  <a:cubicBezTo>
                    <a:pt x="138" y="19"/>
                    <a:pt x="141" y="25"/>
                    <a:pt x="141" y="30"/>
                  </a:cubicBezTo>
                  <a:cubicBezTo>
                    <a:pt x="141" y="32"/>
                    <a:pt x="141" y="35"/>
                    <a:pt x="138" y="38"/>
                  </a:cubicBezTo>
                  <a:cubicBezTo>
                    <a:pt x="136" y="40"/>
                    <a:pt x="131" y="40"/>
                    <a:pt x="126" y="40"/>
                  </a:cubicBezTo>
                  <a:cubicBezTo>
                    <a:pt x="120" y="40"/>
                    <a:pt x="113" y="40"/>
                    <a:pt x="109" y="45"/>
                  </a:cubicBezTo>
                  <a:cubicBezTo>
                    <a:pt x="103" y="53"/>
                    <a:pt x="91" y="80"/>
                    <a:pt x="94" y="94"/>
                  </a:cubicBezTo>
                  <a:cubicBezTo>
                    <a:pt x="95" y="98"/>
                    <a:pt x="97" y="101"/>
                    <a:pt x="101" y="102"/>
                  </a:cubicBezTo>
                  <a:cubicBezTo>
                    <a:pt x="104" y="104"/>
                    <a:pt x="108" y="103"/>
                    <a:pt x="111" y="103"/>
                  </a:cubicBezTo>
                  <a:cubicBezTo>
                    <a:pt x="114" y="102"/>
                    <a:pt x="116" y="102"/>
                    <a:pt x="118" y="102"/>
                  </a:cubicBezTo>
                  <a:cubicBezTo>
                    <a:pt x="126" y="104"/>
                    <a:pt x="128" y="112"/>
                    <a:pt x="128" y="119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27" y="138"/>
                    <a:pt x="126" y="146"/>
                    <a:pt x="139" y="156"/>
                  </a:cubicBezTo>
                  <a:cubicBezTo>
                    <a:pt x="153" y="167"/>
                    <a:pt x="172" y="170"/>
                    <a:pt x="188" y="164"/>
                  </a:cubicBezTo>
                  <a:cubicBezTo>
                    <a:pt x="198" y="159"/>
                    <a:pt x="207" y="148"/>
                    <a:pt x="214" y="129"/>
                  </a:cubicBezTo>
                  <a:cubicBezTo>
                    <a:pt x="219" y="117"/>
                    <a:pt x="220" y="104"/>
                    <a:pt x="218" y="91"/>
                  </a:cubicBezTo>
                  <a:cubicBezTo>
                    <a:pt x="216" y="81"/>
                    <a:pt x="216" y="81"/>
                    <a:pt x="216" y="81"/>
                  </a:cubicBezTo>
                  <a:cubicBezTo>
                    <a:pt x="214" y="75"/>
                    <a:pt x="213" y="70"/>
                    <a:pt x="213" y="64"/>
                  </a:cubicBezTo>
                  <a:cubicBezTo>
                    <a:pt x="214" y="56"/>
                    <a:pt x="221" y="47"/>
                    <a:pt x="229" y="47"/>
                  </a:cubicBezTo>
                  <a:cubicBezTo>
                    <a:pt x="235" y="47"/>
                    <a:pt x="243" y="51"/>
                    <a:pt x="250" y="55"/>
                  </a:cubicBezTo>
                  <a:cubicBezTo>
                    <a:pt x="258" y="60"/>
                    <a:pt x="258" y="60"/>
                    <a:pt x="258" y="60"/>
                  </a:cubicBezTo>
                  <a:cubicBezTo>
                    <a:pt x="269" y="65"/>
                    <a:pt x="276" y="70"/>
                    <a:pt x="280" y="77"/>
                  </a:cubicBezTo>
                  <a:cubicBezTo>
                    <a:pt x="284" y="84"/>
                    <a:pt x="284" y="95"/>
                    <a:pt x="280" y="106"/>
                  </a:cubicBezTo>
                  <a:cubicBezTo>
                    <a:pt x="278" y="110"/>
                    <a:pt x="274" y="114"/>
                    <a:pt x="271" y="118"/>
                  </a:cubicBezTo>
                  <a:cubicBezTo>
                    <a:pt x="266" y="122"/>
                    <a:pt x="262" y="127"/>
                    <a:pt x="260" y="133"/>
                  </a:cubicBezTo>
                  <a:cubicBezTo>
                    <a:pt x="257" y="143"/>
                    <a:pt x="259" y="153"/>
                    <a:pt x="265" y="161"/>
                  </a:cubicBezTo>
                  <a:cubicBezTo>
                    <a:pt x="273" y="172"/>
                    <a:pt x="286" y="178"/>
                    <a:pt x="299" y="178"/>
                  </a:cubicBezTo>
                  <a:cubicBezTo>
                    <a:pt x="318" y="178"/>
                    <a:pt x="326" y="159"/>
                    <a:pt x="332" y="144"/>
                  </a:cubicBezTo>
                  <a:cubicBezTo>
                    <a:pt x="334" y="139"/>
                    <a:pt x="336" y="134"/>
                    <a:pt x="338" y="131"/>
                  </a:cubicBezTo>
                  <a:cubicBezTo>
                    <a:pt x="341" y="125"/>
                    <a:pt x="346" y="116"/>
                    <a:pt x="352" y="117"/>
                  </a:cubicBezTo>
                  <a:cubicBezTo>
                    <a:pt x="362" y="119"/>
                    <a:pt x="374" y="132"/>
                    <a:pt x="380" y="140"/>
                  </a:cubicBezTo>
                  <a:cubicBezTo>
                    <a:pt x="385" y="147"/>
                    <a:pt x="379" y="160"/>
                    <a:pt x="364" y="177"/>
                  </a:cubicBezTo>
                  <a:cubicBezTo>
                    <a:pt x="345" y="198"/>
                    <a:pt x="325" y="211"/>
                    <a:pt x="322" y="209"/>
                  </a:cubicBezTo>
                  <a:cubicBezTo>
                    <a:pt x="320" y="207"/>
                    <a:pt x="314" y="208"/>
                    <a:pt x="311" y="208"/>
                  </a:cubicBezTo>
                  <a:cubicBezTo>
                    <a:pt x="302" y="210"/>
                    <a:pt x="290" y="216"/>
                    <a:pt x="285" y="225"/>
                  </a:cubicBezTo>
                  <a:cubicBezTo>
                    <a:pt x="276" y="240"/>
                    <a:pt x="284" y="262"/>
                    <a:pt x="290" y="267"/>
                  </a:cubicBezTo>
                  <a:cubicBezTo>
                    <a:pt x="301" y="275"/>
                    <a:pt x="301" y="280"/>
                    <a:pt x="300" y="293"/>
                  </a:cubicBezTo>
                  <a:cubicBezTo>
                    <a:pt x="298" y="307"/>
                    <a:pt x="305" y="319"/>
                    <a:pt x="320" y="326"/>
                  </a:cubicBezTo>
                  <a:cubicBezTo>
                    <a:pt x="333" y="333"/>
                    <a:pt x="371" y="315"/>
                    <a:pt x="375" y="308"/>
                  </a:cubicBezTo>
                  <a:cubicBezTo>
                    <a:pt x="380" y="300"/>
                    <a:pt x="389" y="288"/>
                    <a:pt x="395" y="279"/>
                  </a:cubicBezTo>
                  <a:cubicBezTo>
                    <a:pt x="398" y="275"/>
                    <a:pt x="398" y="275"/>
                    <a:pt x="398" y="275"/>
                  </a:cubicBezTo>
                  <a:cubicBezTo>
                    <a:pt x="401" y="270"/>
                    <a:pt x="411" y="259"/>
                    <a:pt x="416" y="256"/>
                  </a:cubicBezTo>
                  <a:cubicBezTo>
                    <a:pt x="419" y="254"/>
                    <a:pt x="421" y="254"/>
                    <a:pt x="422" y="254"/>
                  </a:cubicBezTo>
                  <a:cubicBezTo>
                    <a:pt x="424" y="255"/>
                    <a:pt x="426" y="257"/>
                    <a:pt x="428" y="262"/>
                  </a:cubicBezTo>
                  <a:cubicBezTo>
                    <a:pt x="433" y="273"/>
                    <a:pt x="435" y="288"/>
                    <a:pt x="434" y="304"/>
                  </a:cubicBezTo>
                  <a:cubicBezTo>
                    <a:pt x="434" y="310"/>
                    <a:pt x="432" y="318"/>
                    <a:pt x="430" y="322"/>
                  </a:cubicBezTo>
                  <a:cubicBezTo>
                    <a:pt x="428" y="326"/>
                    <a:pt x="424" y="327"/>
                    <a:pt x="420" y="329"/>
                  </a:cubicBezTo>
                  <a:cubicBezTo>
                    <a:pt x="417" y="330"/>
                    <a:pt x="414" y="331"/>
                    <a:pt x="412" y="334"/>
                  </a:cubicBezTo>
                  <a:cubicBezTo>
                    <a:pt x="406" y="338"/>
                    <a:pt x="397" y="349"/>
                    <a:pt x="397" y="358"/>
                  </a:cubicBezTo>
                  <a:cubicBezTo>
                    <a:pt x="396" y="367"/>
                    <a:pt x="404" y="374"/>
                    <a:pt x="410" y="379"/>
                  </a:cubicBezTo>
                  <a:cubicBezTo>
                    <a:pt x="411" y="381"/>
                    <a:pt x="411" y="381"/>
                    <a:pt x="411" y="381"/>
                  </a:cubicBezTo>
                  <a:cubicBezTo>
                    <a:pt x="418" y="386"/>
                    <a:pt x="423" y="392"/>
                    <a:pt x="427" y="398"/>
                  </a:cubicBezTo>
                  <a:cubicBezTo>
                    <a:pt x="430" y="403"/>
                    <a:pt x="431" y="409"/>
                    <a:pt x="431" y="414"/>
                  </a:cubicBezTo>
                  <a:cubicBezTo>
                    <a:pt x="432" y="422"/>
                    <a:pt x="432" y="422"/>
                    <a:pt x="432" y="422"/>
                  </a:cubicBezTo>
                  <a:cubicBezTo>
                    <a:pt x="433" y="429"/>
                    <a:pt x="434" y="435"/>
                    <a:pt x="434" y="442"/>
                  </a:cubicBezTo>
                  <a:cubicBezTo>
                    <a:pt x="434" y="451"/>
                    <a:pt x="434" y="451"/>
                    <a:pt x="434" y="451"/>
                  </a:cubicBezTo>
                  <a:cubicBezTo>
                    <a:pt x="434" y="466"/>
                    <a:pt x="433" y="468"/>
                    <a:pt x="416" y="468"/>
                  </a:cubicBezTo>
                  <a:cubicBezTo>
                    <a:pt x="408" y="468"/>
                    <a:pt x="398" y="465"/>
                    <a:pt x="388" y="462"/>
                  </a:cubicBezTo>
                  <a:cubicBezTo>
                    <a:pt x="375" y="458"/>
                    <a:pt x="361" y="453"/>
                    <a:pt x="350" y="454"/>
                  </a:cubicBezTo>
                  <a:cubicBezTo>
                    <a:pt x="340" y="455"/>
                    <a:pt x="333" y="455"/>
                    <a:pt x="329" y="451"/>
                  </a:cubicBezTo>
                  <a:cubicBezTo>
                    <a:pt x="324" y="447"/>
                    <a:pt x="322" y="439"/>
                    <a:pt x="322" y="424"/>
                  </a:cubicBezTo>
                  <a:cubicBezTo>
                    <a:pt x="322" y="411"/>
                    <a:pt x="324" y="402"/>
                    <a:pt x="325" y="395"/>
                  </a:cubicBezTo>
                  <a:cubicBezTo>
                    <a:pt x="327" y="386"/>
                    <a:pt x="328" y="379"/>
                    <a:pt x="324" y="366"/>
                  </a:cubicBezTo>
                  <a:cubicBezTo>
                    <a:pt x="321" y="353"/>
                    <a:pt x="313" y="351"/>
                    <a:pt x="307" y="349"/>
                  </a:cubicBezTo>
                  <a:cubicBezTo>
                    <a:pt x="302" y="347"/>
                    <a:pt x="298" y="346"/>
                    <a:pt x="296" y="340"/>
                  </a:cubicBezTo>
                  <a:cubicBezTo>
                    <a:pt x="295" y="335"/>
                    <a:pt x="292" y="329"/>
                    <a:pt x="290" y="323"/>
                  </a:cubicBezTo>
                  <a:cubicBezTo>
                    <a:pt x="284" y="310"/>
                    <a:pt x="278" y="295"/>
                    <a:pt x="280" y="279"/>
                  </a:cubicBezTo>
                  <a:cubicBezTo>
                    <a:pt x="283" y="262"/>
                    <a:pt x="281" y="242"/>
                    <a:pt x="272" y="234"/>
                  </a:cubicBezTo>
                  <a:cubicBezTo>
                    <a:pt x="269" y="232"/>
                    <a:pt x="263" y="229"/>
                    <a:pt x="256" y="233"/>
                  </a:cubicBezTo>
                  <a:cubicBezTo>
                    <a:pt x="248" y="235"/>
                    <a:pt x="245" y="238"/>
                    <a:pt x="242" y="239"/>
                  </a:cubicBezTo>
                  <a:cubicBezTo>
                    <a:pt x="237" y="242"/>
                    <a:pt x="235" y="243"/>
                    <a:pt x="220" y="244"/>
                  </a:cubicBezTo>
                  <a:cubicBezTo>
                    <a:pt x="208" y="245"/>
                    <a:pt x="196" y="247"/>
                    <a:pt x="191" y="256"/>
                  </a:cubicBezTo>
                  <a:cubicBezTo>
                    <a:pt x="187" y="261"/>
                    <a:pt x="187" y="269"/>
                    <a:pt x="190" y="279"/>
                  </a:cubicBezTo>
                  <a:cubicBezTo>
                    <a:pt x="195" y="292"/>
                    <a:pt x="200" y="298"/>
                    <a:pt x="205" y="304"/>
                  </a:cubicBezTo>
                  <a:cubicBezTo>
                    <a:pt x="209" y="308"/>
                    <a:pt x="213" y="312"/>
                    <a:pt x="214" y="319"/>
                  </a:cubicBezTo>
                  <a:cubicBezTo>
                    <a:pt x="216" y="324"/>
                    <a:pt x="218" y="330"/>
                    <a:pt x="220" y="335"/>
                  </a:cubicBezTo>
                  <a:cubicBezTo>
                    <a:pt x="225" y="345"/>
                    <a:pt x="229" y="355"/>
                    <a:pt x="225" y="363"/>
                  </a:cubicBezTo>
                  <a:cubicBezTo>
                    <a:pt x="222" y="368"/>
                    <a:pt x="218" y="370"/>
                    <a:pt x="215" y="372"/>
                  </a:cubicBezTo>
                  <a:cubicBezTo>
                    <a:pt x="208" y="375"/>
                    <a:pt x="205" y="378"/>
                    <a:pt x="208" y="391"/>
                  </a:cubicBezTo>
                  <a:cubicBezTo>
                    <a:pt x="212" y="403"/>
                    <a:pt x="223" y="407"/>
                    <a:pt x="232" y="410"/>
                  </a:cubicBezTo>
                  <a:cubicBezTo>
                    <a:pt x="239" y="413"/>
                    <a:pt x="246" y="415"/>
                    <a:pt x="246" y="421"/>
                  </a:cubicBezTo>
                  <a:cubicBezTo>
                    <a:pt x="248" y="434"/>
                    <a:pt x="240" y="447"/>
                    <a:pt x="223" y="459"/>
                  </a:cubicBezTo>
                  <a:cubicBezTo>
                    <a:pt x="214" y="465"/>
                    <a:pt x="207" y="466"/>
                    <a:pt x="200" y="466"/>
                  </a:cubicBezTo>
                  <a:cubicBezTo>
                    <a:pt x="194" y="466"/>
                    <a:pt x="188" y="467"/>
                    <a:pt x="181" y="471"/>
                  </a:cubicBezTo>
                  <a:cubicBezTo>
                    <a:pt x="168" y="478"/>
                    <a:pt x="155" y="484"/>
                    <a:pt x="143" y="479"/>
                  </a:cubicBezTo>
                  <a:cubicBezTo>
                    <a:pt x="136" y="475"/>
                    <a:pt x="129" y="472"/>
                    <a:pt x="122" y="471"/>
                  </a:cubicBezTo>
                  <a:cubicBezTo>
                    <a:pt x="113" y="470"/>
                    <a:pt x="106" y="474"/>
                    <a:pt x="102" y="482"/>
                  </a:cubicBezTo>
                  <a:cubicBezTo>
                    <a:pt x="98" y="491"/>
                    <a:pt x="83" y="494"/>
                    <a:pt x="70" y="497"/>
                  </a:cubicBezTo>
                  <a:cubicBezTo>
                    <a:pt x="61" y="500"/>
                    <a:pt x="53" y="502"/>
                    <a:pt x="49" y="505"/>
                  </a:cubicBezTo>
                  <a:cubicBezTo>
                    <a:pt x="44" y="509"/>
                    <a:pt x="42" y="513"/>
                    <a:pt x="40" y="516"/>
                  </a:cubicBezTo>
                  <a:cubicBezTo>
                    <a:pt x="38" y="520"/>
                    <a:pt x="37" y="522"/>
                    <a:pt x="32" y="522"/>
                  </a:cubicBezTo>
                  <a:cubicBezTo>
                    <a:pt x="24" y="522"/>
                    <a:pt x="6" y="500"/>
                    <a:pt x="4" y="488"/>
                  </a:cubicBezTo>
                  <a:cubicBezTo>
                    <a:pt x="4" y="487"/>
                    <a:pt x="3" y="486"/>
                    <a:pt x="2" y="486"/>
                  </a:cubicBezTo>
                  <a:cubicBezTo>
                    <a:pt x="1" y="487"/>
                    <a:pt x="0" y="488"/>
                    <a:pt x="0" y="489"/>
                  </a:cubicBezTo>
                  <a:cubicBezTo>
                    <a:pt x="2" y="501"/>
                    <a:pt x="21" y="526"/>
                    <a:pt x="32" y="526"/>
                  </a:cubicBezTo>
                  <a:cubicBezTo>
                    <a:pt x="39" y="526"/>
                    <a:pt x="41" y="522"/>
                    <a:pt x="44" y="518"/>
                  </a:cubicBezTo>
                  <a:cubicBezTo>
                    <a:pt x="46" y="515"/>
                    <a:pt x="48" y="511"/>
                    <a:pt x="52" y="508"/>
                  </a:cubicBezTo>
                  <a:cubicBezTo>
                    <a:pt x="55" y="505"/>
                    <a:pt x="63" y="503"/>
                    <a:pt x="71" y="501"/>
                  </a:cubicBezTo>
                  <a:cubicBezTo>
                    <a:pt x="85" y="498"/>
                    <a:pt x="101" y="494"/>
                    <a:pt x="106" y="483"/>
                  </a:cubicBezTo>
                  <a:cubicBezTo>
                    <a:pt x="113" y="470"/>
                    <a:pt x="127" y="475"/>
                    <a:pt x="141" y="482"/>
                  </a:cubicBezTo>
                  <a:cubicBezTo>
                    <a:pt x="154" y="489"/>
                    <a:pt x="169" y="482"/>
                    <a:pt x="183" y="474"/>
                  </a:cubicBezTo>
                  <a:cubicBezTo>
                    <a:pt x="189" y="471"/>
                    <a:pt x="194" y="470"/>
                    <a:pt x="200" y="470"/>
                  </a:cubicBezTo>
                  <a:cubicBezTo>
                    <a:pt x="207" y="470"/>
                    <a:pt x="215" y="469"/>
                    <a:pt x="225" y="462"/>
                  </a:cubicBezTo>
                  <a:cubicBezTo>
                    <a:pt x="244" y="450"/>
                    <a:pt x="252" y="435"/>
                    <a:pt x="250" y="420"/>
                  </a:cubicBezTo>
                  <a:cubicBezTo>
                    <a:pt x="249" y="412"/>
                    <a:pt x="241" y="410"/>
                    <a:pt x="233" y="407"/>
                  </a:cubicBezTo>
                  <a:cubicBezTo>
                    <a:pt x="224" y="403"/>
                    <a:pt x="215" y="400"/>
                    <a:pt x="212" y="390"/>
                  </a:cubicBezTo>
                  <a:cubicBezTo>
                    <a:pt x="209" y="379"/>
                    <a:pt x="212" y="378"/>
                    <a:pt x="216" y="376"/>
                  </a:cubicBezTo>
                  <a:cubicBezTo>
                    <a:pt x="220" y="374"/>
                    <a:pt x="225" y="371"/>
                    <a:pt x="228" y="365"/>
                  </a:cubicBezTo>
                  <a:cubicBezTo>
                    <a:pt x="234" y="355"/>
                    <a:pt x="229" y="344"/>
                    <a:pt x="224" y="333"/>
                  </a:cubicBezTo>
                  <a:cubicBezTo>
                    <a:pt x="222" y="328"/>
                    <a:pt x="219" y="323"/>
                    <a:pt x="218" y="318"/>
                  </a:cubicBezTo>
                  <a:cubicBezTo>
                    <a:pt x="216" y="310"/>
                    <a:pt x="212" y="306"/>
                    <a:pt x="208" y="301"/>
                  </a:cubicBezTo>
                  <a:cubicBezTo>
                    <a:pt x="204" y="296"/>
                    <a:pt x="198" y="290"/>
                    <a:pt x="194" y="278"/>
                  </a:cubicBezTo>
                  <a:cubicBezTo>
                    <a:pt x="191" y="269"/>
                    <a:pt x="191" y="262"/>
                    <a:pt x="194" y="258"/>
                  </a:cubicBezTo>
                  <a:cubicBezTo>
                    <a:pt x="197" y="252"/>
                    <a:pt x="205" y="250"/>
                    <a:pt x="220" y="248"/>
                  </a:cubicBezTo>
                  <a:cubicBezTo>
                    <a:pt x="236" y="247"/>
                    <a:pt x="239" y="246"/>
                    <a:pt x="244" y="243"/>
                  </a:cubicBezTo>
                  <a:cubicBezTo>
                    <a:pt x="247" y="241"/>
                    <a:pt x="250" y="239"/>
                    <a:pt x="257" y="236"/>
                  </a:cubicBezTo>
                  <a:cubicBezTo>
                    <a:pt x="262" y="234"/>
                    <a:pt x="266" y="235"/>
                    <a:pt x="269" y="237"/>
                  </a:cubicBezTo>
                  <a:cubicBezTo>
                    <a:pt x="276" y="243"/>
                    <a:pt x="279" y="260"/>
                    <a:pt x="276" y="278"/>
                  </a:cubicBezTo>
                  <a:cubicBezTo>
                    <a:pt x="273" y="295"/>
                    <a:pt x="280" y="311"/>
                    <a:pt x="286" y="325"/>
                  </a:cubicBezTo>
                  <a:cubicBezTo>
                    <a:pt x="289" y="331"/>
                    <a:pt x="291" y="336"/>
                    <a:pt x="292" y="341"/>
                  </a:cubicBezTo>
                  <a:cubicBezTo>
                    <a:pt x="294" y="349"/>
                    <a:pt x="300" y="351"/>
                    <a:pt x="306" y="353"/>
                  </a:cubicBezTo>
                  <a:cubicBezTo>
                    <a:pt x="312" y="354"/>
                    <a:pt x="317" y="356"/>
                    <a:pt x="320" y="367"/>
                  </a:cubicBezTo>
                  <a:cubicBezTo>
                    <a:pt x="324" y="379"/>
                    <a:pt x="323" y="385"/>
                    <a:pt x="321" y="395"/>
                  </a:cubicBezTo>
                  <a:cubicBezTo>
                    <a:pt x="320" y="402"/>
                    <a:pt x="318" y="411"/>
                    <a:pt x="318" y="424"/>
                  </a:cubicBezTo>
                  <a:cubicBezTo>
                    <a:pt x="318" y="440"/>
                    <a:pt x="321" y="449"/>
                    <a:pt x="326" y="454"/>
                  </a:cubicBezTo>
                  <a:cubicBezTo>
                    <a:pt x="332" y="460"/>
                    <a:pt x="341" y="459"/>
                    <a:pt x="350" y="458"/>
                  </a:cubicBezTo>
                  <a:cubicBezTo>
                    <a:pt x="361" y="457"/>
                    <a:pt x="374" y="462"/>
                    <a:pt x="387" y="466"/>
                  </a:cubicBezTo>
                  <a:cubicBezTo>
                    <a:pt x="398" y="469"/>
                    <a:pt x="408" y="472"/>
                    <a:pt x="416" y="472"/>
                  </a:cubicBezTo>
                  <a:cubicBezTo>
                    <a:pt x="435" y="472"/>
                    <a:pt x="438" y="468"/>
                    <a:pt x="438" y="451"/>
                  </a:cubicBezTo>
                  <a:cubicBezTo>
                    <a:pt x="438" y="450"/>
                    <a:pt x="438" y="441"/>
                    <a:pt x="438" y="441"/>
                  </a:cubicBezTo>
                  <a:cubicBezTo>
                    <a:pt x="438" y="435"/>
                    <a:pt x="437" y="428"/>
                    <a:pt x="436" y="421"/>
                  </a:cubicBezTo>
                  <a:cubicBezTo>
                    <a:pt x="435" y="414"/>
                    <a:pt x="435" y="414"/>
                    <a:pt x="435" y="414"/>
                  </a:cubicBezTo>
                  <a:cubicBezTo>
                    <a:pt x="435" y="408"/>
                    <a:pt x="434" y="402"/>
                    <a:pt x="430" y="396"/>
                  </a:cubicBezTo>
                  <a:cubicBezTo>
                    <a:pt x="426" y="388"/>
                    <a:pt x="420" y="382"/>
                    <a:pt x="414" y="378"/>
                  </a:cubicBezTo>
                  <a:cubicBezTo>
                    <a:pt x="412" y="376"/>
                    <a:pt x="412" y="376"/>
                    <a:pt x="412" y="376"/>
                  </a:cubicBezTo>
                  <a:cubicBezTo>
                    <a:pt x="407" y="371"/>
                    <a:pt x="400" y="365"/>
                    <a:pt x="401" y="358"/>
                  </a:cubicBezTo>
                  <a:cubicBezTo>
                    <a:pt x="401" y="351"/>
                    <a:pt x="408" y="342"/>
                    <a:pt x="414" y="337"/>
                  </a:cubicBezTo>
                  <a:cubicBezTo>
                    <a:pt x="416" y="335"/>
                    <a:pt x="419" y="334"/>
                    <a:pt x="422" y="333"/>
                  </a:cubicBezTo>
                  <a:cubicBezTo>
                    <a:pt x="426" y="331"/>
                    <a:pt x="430" y="329"/>
                    <a:pt x="433" y="324"/>
                  </a:cubicBezTo>
                  <a:cubicBezTo>
                    <a:pt x="436" y="319"/>
                    <a:pt x="438" y="311"/>
                    <a:pt x="438" y="304"/>
                  </a:cubicBezTo>
                  <a:cubicBezTo>
                    <a:pt x="439" y="294"/>
                    <a:pt x="439" y="276"/>
                    <a:pt x="432" y="260"/>
                  </a:cubicBezTo>
                  <a:cubicBezTo>
                    <a:pt x="430" y="256"/>
                    <a:pt x="427" y="252"/>
                    <a:pt x="423" y="250"/>
                  </a:cubicBezTo>
                  <a:cubicBezTo>
                    <a:pt x="421" y="250"/>
                    <a:pt x="418" y="250"/>
                    <a:pt x="414" y="252"/>
                  </a:cubicBezTo>
                  <a:cubicBezTo>
                    <a:pt x="409" y="255"/>
                    <a:pt x="398" y="267"/>
                    <a:pt x="395" y="273"/>
                  </a:cubicBezTo>
                  <a:cubicBezTo>
                    <a:pt x="395" y="273"/>
                    <a:pt x="392" y="276"/>
                    <a:pt x="392" y="276"/>
                  </a:cubicBezTo>
                  <a:cubicBezTo>
                    <a:pt x="385" y="285"/>
                    <a:pt x="376" y="297"/>
                    <a:pt x="372" y="306"/>
                  </a:cubicBezTo>
                  <a:cubicBezTo>
                    <a:pt x="368" y="312"/>
                    <a:pt x="333" y="328"/>
                    <a:pt x="322" y="323"/>
                  </a:cubicBezTo>
                  <a:cubicBezTo>
                    <a:pt x="308" y="316"/>
                    <a:pt x="302" y="306"/>
                    <a:pt x="303" y="294"/>
                  </a:cubicBezTo>
                  <a:cubicBezTo>
                    <a:pt x="305" y="279"/>
                    <a:pt x="305" y="273"/>
                    <a:pt x="292" y="263"/>
                  </a:cubicBezTo>
                  <a:cubicBezTo>
                    <a:pt x="288" y="260"/>
                    <a:pt x="281" y="240"/>
                    <a:pt x="288" y="227"/>
                  </a:cubicBezTo>
                  <a:cubicBezTo>
                    <a:pt x="293" y="220"/>
                    <a:pt x="304" y="214"/>
                    <a:pt x="312" y="212"/>
                  </a:cubicBezTo>
                  <a:cubicBezTo>
                    <a:pt x="317" y="211"/>
                    <a:pt x="320" y="212"/>
                    <a:pt x="320" y="212"/>
                  </a:cubicBezTo>
                  <a:cubicBezTo>
                    <a:pt x="327" y="217"/>
                    <a:pt x="351" y="196"/>
                    <a:pt x="359" y="188"/>
                  </a:cubicBezTo>
                  <a:cubicBezTo>
                    <a:pt x="367" y="180"/>
                    <a:pt x="393" y="152"/>
                    <a:pt x="383" y="138"/>
                  </a:cubicBezTo>
                  <a:cubicBezTo>
                    <a:pt x="377" y="130"/>
                    <a:pt x="365" y="116"/>
                    <a:pt x="353" y="113"/>
                  </a:cubicBezTo>
                  <a:cubicBezTo>
                    <a:pt x="344" y="111"/>
                    <a:pt x="338" y="122"/>
                    <a:pt x="334" y="129"/>
                  </a:cubicBezTo>
                  <a:cubicBezTo>
                    <a:pt x="332" y="133"/>
                    <a:pt x="330" y="137"/>
                    <a:pt x="328" y="142"/>
                  </a:cubicBezTo>
                  <a:cubicBezTo>
                    <a:pt x="322" y="157"/>
                    <a:pt x="315" y="174"/>
                    <a:pt x="299" y="174"/>
                  </a:cubicBezTo>
                  <a:cubicBezTo>
                    <a:pt x="287" y="174"/>
                    <a:pt x="275" y="168"/>
                    <a:pt x="269" y="159"/>
                  </a:cubicBezTo>
                  <a:cubicBezTo>
                    <a:pt x="263" y="151"/>
                    <a:pt x="261" y="142"/>
                    <a:pt x="264" y="134"/>
                  </a:cubicBezTo>
                  <a:cubicBezTo>
                    <a:pt x="265" y="129"/>
                    <a:pt x="269" y="125"/>
                    <a:pt x="273" y="121"/>
                  </a:cubicBezTo>
                  <a:cubicBezTo>
                    <a:pt x="277" y="117"/>
                    <a:pt x="281" y="113"/>
                    <a:pt x="284" y="107"/>
                  </a:cubicBezTo>
                  <a:cubicBezTo>
                    <a:pt x="289" y="96"/>
                    <a:pt x="289" y="83"/>
                    <a:pt x="284" y="75"/>
                  </a:cubicBezTo>
                  <a:cubicBezTo>
                    <a:pt x="279" y="67"/>
                    <a:pt x="272" y="61"/>
                    <a:pt x="260" y="56"/>
                  </a:cubicBezTo>
                  <a:cubicBezTo>
                    <a:pt x="252" y="52"/>
                    <a:pt x="252" y="52"/>
                    <a:pt x="252" y="52"/>
                  </a:cubicBezTo>
                  <a:cubicBezTo>
                    <a:pt x="244" y="48"/>
                    <a:pt x="236" y="43"/>
                    <a:pt x="229" y="43"/>
                  </a:cubicBezTo>
                  <a:cubicBezTo>
                    <a:pt x="219" y="43"/>
                    <a:pt x="210" y="54"/>
                    <a:pt x="209" y="64"/>
                  </a:cubicBezTo>
                  <a:cubicBezTo>
                    <a:pt x="209" y="70"/>
                    <a:pt x="210" y="76"/>
                    <a:pt x="212" y="82"/>
                  </a:cubicBezTo>
                  <a:cubicBezTo>
                    <a:pt x="214" y="91"/>
                    <a:pt x="214" y="91"/>
                    <a:pt x="214" y="91"/>
                  </a:cubicBezTo>
                  <a:cubicBezTo>
                    <a:pt x="216" y="104"/>
                    <a:pt x="215" y="116"/>
                    <a:pt x="210" y="127"/>
                  </a:cubicBezTo>
                  <a:cubicBezTo>
                    <a:pt x="204" y="145"/>
                    <a:pt x="196" y="156"/>
                    <a:pt x="186" y="160"/>
                  </a:cubicBezTo>
                  <a:cubicBezTo>
                    <a:pt x="172" y="166"/>
                    <a:pt x="155" y="163"/>
                    <a:pt x="141" y="153"/>
                  </a:cubicBezTo>
                  <a:cubicBezTo>
                    <a:pt x="130" y="144"/>
                    <a:pt x="131" y="138"/>
                    <a:pt x="132" y="127"/>
                  </a:cubicBezTo>
                  <a:cubicBezTo>
                    <a:pt x="132" y="119"/>
                    <a:pt x="132" y="119"/>
                    <a:pt x="132" y="119"/>
                  </a:cubicBezTo>
                  <a:cubicBezTo>
                    <a:pt x="133" y="111"/>
                    <a:pt x="129" y="101"/>
                    <a:pt x="119" y="98"/>
                  </a:cubicBezTo>
                  <a:cubicBezTo>
                    <a:pt x="116" y="98"/>
                    <a:pt x="113" y="98"/>
                    <a:pt x="110" y="99"/>
                  </a:cubicBezTo>
                  <a:cubicBezTo>
                    <a:pt x="107" y="99"/>
                    <a:pt x="105" y="100"/>
                    <a:pt x="102" y="99"/>
                  </a:cubicBezTo>
                  <a:cubicBezTo>
                    <a:pt x="100" y="98"/>
                    <a:pt x="99" y="96"/>
                    <a:pt x="98" y="93"/>
                  </a:cubicBezTo>
                  <a:cubicBezTo>
                    <a:pt x="95" y="81"/>
                    <a:pt x="106" y="55"/>
                    <a:pt x="112" y="48"/>
                  </a:cubicBezTo>
                  <a:cubicBezTo>
                    <a:pt x="115" y="44"/>
                    <a:pt x="121" y="44"/>
                    <a:pt x="126" y="44"/>
                  </a:cubicBezTo>
                  <a:cubicBezTo>
                    <a:pt x="132" y="44"/>
                    <a:pt x="138" y="44"/>
                    <a:pt x="141" y="41"/>
                  </a:cubicBezTo>
                  <a:cubicBezTo>
                    <a:pt x="144" y="38"/>
                    <a:pt x="145" y="34"/>
                    <a:pt x="145" y="29"/>
                  </a:cubicBezTo>
                  <a:cubicBezTo>
                    <a:pt x="145" y="23"/>
                    <a:pt x="141" y="16"/>
                    <a:pt x="136" y="13"/>
                  </a:cubicBezTo>
                  <a:cubicBezTo>
                    <a:pt x="124" y="4"/>
                    <a:pt x="87" y="2"/>
                    <a:pt x="69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50" y="0"/>
                    <a:pt x="36" y="11"/>
                    <a:pt x="2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6" name="Freeform 495">
              <a:extLst>
                <a:ext uri="{FF2B5EF4-FFF2-40B4-BE49-F238E27FC236}">
                  <a16:creationId xmlns:a16="http://schemas.microsoft.com/office/drawing/2014/main" id="{B6D66560-CB59-465B-A6A4-54A281DFB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105"/>
              <a:ext cx="1207" cy="1640"/>
            </a:xfrm>
            <a:custGeom>
              <a:avLst/>
              <a:gdLst>
                <a:gd name="T0" fmla="*/ 7858 w 400"/>
                <a:gd name="T1" fmla="*/ 2791 h 510"/>
                <a:gd name="T2" fmla="*/ 6020 w 400"/>
                <a:gd name="T3" fmla="*/ 2399 h 510"/>
                <a:gd name="T4" fmla="*/ 4562 w 400"/>
                <a:gd name="T5" fmla="*/ 2656 h 510"/>
                <a:gd name="T6" fmla="*/ 5163 w 400"/>
                <a:gd name="T7" fmla="*/ 4126 h 510"/>
                <a:gd name="T8" fmla="*/ 2450 w 400"/>
                <a:gd name="T9" fmla="*/ 5119 h 510"/>
                <a:gd name="T10" fmla="*/ 1922 w 400"/>
                <a:gd name="T11" fmla="*/ 4055 h 510"/>
                <a:gd name="T12" fmla="*/ 1403 w 400"/>
                <a:gd name="T13" fmla="*/ 4820 h 510"/>
                <a:gd name="T14" fmla="*/ 275 w 400"/>
                <a:gd name="T15" fmla="*/ 6547 h 510"/>
                <a:gd name="T16" fmla="*/ 2667 w 400"/>
                <a:gd name="T17" fmla="*/ 8013 h 510"/>
                <a:gd name="T18" fmla="*/ 1702 w 400"/>
                <a:gd name="T19" fmla="*/ 10538 h 510"/>
                <a:gd name="T20" fmla="*/ 190 w 400"/>
                <a:gd name="T21" fmla="*/ 10538 h 510"/>
                <a:gd name="T22" fmla="*/ 109 w 400"/>
                <a:gd name="T23" fmla="*/ 11107 h 510"/>
                <a:gd name="T24" fmla="*/ 356 w 400"/>
                <a:gd name="T25" fmla="*/ 12470 h 510"/>
                <a:gd name="T26" fmla="*/ 329 w 400"/>
                <a:gd name="T27" fmla="*/ 13731 h 510"/>
                <a:gd name="T28" fmla="*/ 736 w 400"/>
                <a:gd name="T29" fmla="*/ 14561 h 510"/>
                <a:gd name="T30" fmla="*/ 2369 w 400"/>
                <a:gd name="T31" fmla="*/ 14528 h 510"/>
                <a:gd name="T32" fmla="*/ 2830 w 400"/>
                <a:gd name="T33" fmla="*/ 11541 h 510"/>
                <a:gd name="T34" fmla="*/ 4016 w 400"/>
                <a:gd name="T35" fmla="*/ 8116 h 510"/>
                <a:gd name="T36" fmla="*/ 4454 w 400"/>
                <a:gd name="T37" fmla="*/ 8811 h 510"/>
                <a:gd name="T38" fmla="*/ 4590 w 400"/>
                <a:gd name="T39" fmla="*/ 12834 h 510"/>
                <a:gd name="T40" fmla="*/ 5435 w 400"/>
                <a:gd name="T41" fmla="*/ 15458 h 510"/>
                <a:gd name="T42" fmla="*/ 7474 w 400"/>
                <a:gd name="T43" fmla="*/ 16255 h 510"/>
                <a:gd name="T44" fmla="*/ 9559 w 400"/>
                <a:gd name="T45" fmla="*/ 16657 h 510"/>
                <a:gd name="T46" fmla="*/ 10881 w 400"/>
                <a:gd name="T47" fmla="*/ 16432 h 510"/>
                <a:gd name="T48" fmla="*/ 8715 w 400"/>
                <a:gd name="T49" fmla="*/ 16432 h 510"/>
                <a:gd name="T50" fmla="*/ 6020 w 400"/>
                <a:gd name="T51" fmla="*/ 15429 h 510"/>
                <a:gd name="T52" fmla="*/ 4508 w 400"/>
                <a:gd name="T53" fmla="*/ 13599 h 510"/>
                <a:gd name="T54" fmla="*/ 4590 w 400"/>
                <a:gd name="T55" fmla="*/ 10309 h 510"/>
                <a:gd name="T56" fmla="*/ 4427 w 400"/>
                <a:gd name="T57" fmla="*/ 7911 h 510"/>
                <a:gd name="T58" fmla="*/ 2888 w 400"/>
                <a:gd name="T59" fmla="*/ 10879 h 510"/>
                <a:gd name="T60" fmla="*/ 2248 w 400"/>
                <a:gd name="T61" fmla="*/ 12741 h 510"/>
                <a:gd name="T62" fmla="*/ 1485 w 400"/>
                <a:gd name="T63" fmla="*/ 14766 h 510"/>
                <a:gd name="T64" fmla="*/ 410 w 400"/>
                <a:gd name="T65" fmla="*/ 13837 h 510"/>
                <a:gd name="T66" fmla="*/ 600 w 400"/>
                <a:gd name="T67" fmla="*/ 12834 h 510"/>
                <a:gd name="T68" fmla="*/ 356 w 400"/>
                <a:gd name="T69" fmla="*/ 11438 h 510"/>
                <a:gd name="T70" fmla="*/ 190 w 400"/>
                <a:gd name="T71" fmla="*/ 10673 h 510"/>
                <a:gd name="T72" fmla="*/ 1811 w 400"/>
                <a:gd name="T73" fmla="*/ 10580 h 510"/>
                <a:gd name="T74" fmla="*/ 2776 w 400"/>
                <a:gd name="T75" fmla="*/ 8046 h 510"/>
                <a:gd name="T76" fmla="*/ 383 w 400"/>
                <a:gd name="T77" fmla="*/ 6515 h 510"/>
                <a:gd name="T78" fmla="*/ 1457 w 400"/>
                <a:gd name="T79" fmla="*/ 4952 h 510"/>
                <a:gd name="T80" fmla="*/ 1949 w 400"/>
                <a:gd name="T81" fmla="*/ 4158 h 510"/>
                <a:gd name="T82" fmla="*/ 2330 w 400"/>
                <a:gd name="T83" fmla="*/ 5148 h 510"/>
                <a:gd name="T84" fmla="*/ 5244 w 400"/>
                <a:gd name="T85" fmla="*/ 4023 h 510"/>
                <a:gd name="T86" fmla="*/ 4671 w 400"/>
                <a:gd name="T87" fmla="*/ 2656 h 510"/>
                <a:gd name="T88" fmla="*/ 5908 w 400"/>
                <a:gd name="T89" fmla="*/ 2460 h 510"/>
                <a:gd name="T90" fmla="*/ 7912 w 400"/>
                <a:gd name="T91" fmla="*/ 2894 h 510"/>
                <a:gd name="T92" fmla="*/ 9478 w 400"/>
                <a:gd name="T93" fmla="*/ 299 h 510"/>
                <a:gd name="T94" fmla="*/ 9861 w 400"/>
                <a:gd name="T95" fmla="*/ 1335 h 510"/>
                <a:gd name="T96" fmla="*/ 9532 w 400"/>
                <a:gd name="T97" fmla="*/ 3090 h 510"/>
                <a:gd name="T98" fmla="*/ 9997 w 400"/>
                <a:gd name="T99" fmla="*/ 4354 h 510"/>
                <a:gd name="T100" fmla="*/ 8377 w 400"/>
                <a:gd name="T101" fmla="*/ 3557 h 510"/>
                <a:gd name="T102" fmla="*/ 8905 w 400"/>
                <a:gd name="T103" fmla="*/ 6348 h 510"/>
                <a:gd name="T104" fmla="*/ 10607 w 400"/>
                <a:gd name="T105" fmla="*/ 6650 h 510"/>
                <a:gd name="T106" fmla="*/ 9725 w 400"/>
                <a:gd name="T107" fmla="*/ 7248 h 510"/>
                <a:gd name="T108" fmla="*/ 9943 w 400"/>
                <a:gd name="T109" fmla="*/ 6287 h 510"/>
                <a:gd name="T110" fmla="*/ 8021 w 400"/>
                <a:gd name="T111" fmla="*/ 5055 h 510"/>
                <a:gd name="T112" fmla="*/ 9725 w 400"/>
                <a:gd name="T113" fmla="*/ 4621 h 510"/>
                <a:gd name="T114" fmla="*/ 9861 w 400"/>
                <a:gd name="T115" fmla="*/ 3061 h 510"/>
                <a:gd name="T116" fmla="*/ 9559 w 400"/>
                <a:gd name="T117" fmla="*/ 1759 h 510"/>
                <a:gd name="T118" fmla="*/ 9698 w 400"/>
                <a:gd name="T119" fmla="*/ 402 h 5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510">
                  <a:moveTo>
                    <a:pt x="308" y="4"/>
                  </a:moveTo>
                  <a:cubicBezTo>
                    <a:pt x="295" y="10"/>
                    <a:pt x="294" y="49"/>
                    <a:pt x="296" y="60"/>
                  </a:cubicBezTo>
                  <a:cubicBezTo>
                    <a:pt x="298" y="71"/>
                    <a:pt x="297" y="74"/>
                    <a:pt x="286" y="84"/>
                  </a:cubicBezTo>
                  <a:cubicBezTo>
                    <a:pt x="277" y="91"/>
                    <a:pt x="263" y="98"/>
                    <a:pt x="254" y="99"/>
                  </a:cubicBezTo>
                  <a:cubicBezTo>
                    <a:pt x="231" y="103"/>
                    <a:pt x="230" y="101"/>
                    <a:pt x="221" y="77"/>
                  </a:cubicBezTo>
                  <a:cubicBezTo>
                    <a:pt x="219" y="72"/>
                    <a:pt x="219" y="72"/>
                    <a:pt x="219" y="72"/>
                  </a:cubicBezTo>
                  <a:cubicBezTo>
                    <a:pt x="216" y="64"/>
                    <a:pt x="213" y="56"/>
                    <a:pt x="203" y="52"/>
                  </a:cubicBezTo>
                  <a:cubicBezTo>
                    <a:pt x="196" y="49"/>
                    <a:pt x="188" y="50"/>
                    <a:pt x="180" y="55"/>
                  </a:cubicBezTo>
                  <a:cubicBezTo>
                    <a:pt x="172" y="62"/>
                    <a:pt x="166" y="72"/>
                    <a:pt x="166" y="80"/>
                  </a:cubicBezTo>
                  <a:cubicBezTo>
                    <a:pt x="166" y="88"/>
                    <a:pt x="168" y="108"/>
                    <a:pt x="174" y="117"/>
                  </a:cubicBezTo>
                  <a:cubicBezTo>
                    <a:pt x="176" y="119"/>
                    <a:pt x="179" y="120"/>
                    <a:pt x="182" y="121"/>
                  </a:cubicBezTo>
                  <a:cubicBezTo>
                    <a:pt x="185" y="122"/>
                    <a:pt x="187" y="122"/>
                    <a:pt x="188" y="124"/>
                  </a:cubicBezTo>
                  <a:cubicBezTo>
                    <a:pt x="194" y="130"/>
                    <a:pt x="198" y="148"/>
                    <a:pt x="194" y="157"/>
                  </a:cubicBezTo>
                  <a:cubicBezTo>
                    <a:pt x="177" y="185"/>
                    <a:pt x="165" y="201"/>
                    <a:pt x="132" y="186"/>
                  </a:cubicBezTo>
                  <a:cubicBezTo>
                    <a:pt x="107" y="175"/>
                    <a:pt x="92" y="164"/>
                    <a:pt x="89" y="154"/>
                  </a:cubicBezTo>
                  <a:cubicBezTo>
                    <a:pt x="88" y="152"/>
                    <a:pt x="88" y="149"/>
                    <a:pt x="88" y="145"/>
                  </a:cubicBezTo>
                  <a:cubicBezTo>
                    <a:pt x="87" y="136"/>
                    <a:pt x="86" y="125"/>
                    <a:pt x="80" y="122"/>
                  </a:cubicBezTo>
                  <a:cubicBezTo>
                    <a:pt x="77" y="120"/>
                    <a:pt x="74" y="120"/>
                    <a:pt x="70" y="122"/>
                  </a:cubicBezTo>
                  <a:cubicBezTo>
                    <a:pt x="65" y="123"/>
                    <a:pt x="63" y="128"/>
                    <a:pt x="61" y="133"/>
                  </a:cubicBezTo>
                  <a:cubicBezTo>
                    <a:pt x="60" y="135"/>
                    <a:pt x="59" y="137"/>
                    <a:pt x="58" y="139"/>
                  </a:cubicBezTo>
                  <a:cubicBezTo>
                    <a:pt x="56" y="141"/>
                    <a:pt x="53" y="143"/>
                    <a:pt x="51" y="145"/>
                  </a:cubicBezTo>
                  <a:cubicBezTo>
                    <a:pt x="48" y="147"/>
                    <a:pt x="45" y="149"/>
                    <a:pt x="43" y="152"/>
                  </a:cubicBezTo>
                  <a:cubicBezTo>
                    <a:pt x="38" y="158"/>
                    <a:pt x="38" y="158"/>
                    <a:pt x="38" y="158"/>
                  </a:cubicBezTo>
                  <a:cubicBezTo>
                    <a:pt x="22" y="173"/>
                    <a:pt x="7" y="190"/>
                    <a:pt x="10" y="197"/>
                  </a:cubicBezTo>
                  <a:cubicBezTo>
                    <a:pt x="14" y="209"/>
                    <a:pt x="37" y="211"/>
                    <a:pt x="56" y="213"/>
                  </a:cubicBezTo>
                  <a:cubicBezTo>
                    <a:pt x="63" y="214"/>
                    <a:pt x="68" y="214"/>
                    <a:pt x="71" y="215"/>
                  </a:cubicBezTo>
                  <a:cubicBezTo>
                    <a:pt x="89" y="220"/>
                    <a:pt x="97" y="229"/>
                    <a:pt x="97" y="241"/>
                  </a:cubicBezTo>
                  <a:cubicBezTo>
                    <a:pt x="96" y="256"/>
                    <a:pt x="88" y="265"/>
                    <a:pt x="79" y="276"/>
                  </a:cubicBezTo>
                  <a:cubicBezTo>
                    <a:pt x="77" y="278"/>
                    <a:pt x="77" y="278"/>
                    <a:pt x="77" y="278"/>
                  </a:cubicBezTo>
                  <a:cubicBezTo>
                    <a:pt x="67" y="290"/>
                    <a:pt x="64" y="301"/>
                    <a:pt x="62" y="317"/>
                  </a:cubicBezTo>
                  <a:cubicBezTo>
                    <a:pt x="61" y="321"/>
                    <a:pt x="60" y="324"/>
                    <a:pt x="57" y="325"/>
                  </a:cubicBezTo>
                  <a:cubicBezTo>
                    <a:pt x="51" y="329"/>
                    <a:pt x="38" y="325"/>
                    <a:pt x="27" y="322"/>
                  </a:cubicBezTo>
                  <a:cubicBezTo>
                    <a:pt x="19" y="320"/>
                    <a:pt x="12" y="317"/>
                    <a:pt x="7" y="317"/>
                  </a:cubicBezTo>
                  <a:cubicBezTo>
                    <a:pt x="3" y="317"/>
                    <a:pt x="1" y="318"/>
                    <a:pt x="0" y="320"/>
                  </a:cubicBezTo>
                  <a:cubicBezTo>
                    <a:pt x="0" y="321"/>
                    <a:pt x="0" y="322"/>
                    <a:pt x="0" y="323"/>
                  </a:cubicBezTo>
                  <a:cubicBezTo>
                    <a:pt x="0" y="326"/>
                    <a:pt x="2" y="330"/>
                    <a:pt x="4" y="334"/>
                  </a:cubicBezTo>
                  <a:cubicBezTo>
                    <a:pt x="6" y="338"/>
                    <a:pt x="8" y="342"/>
                    <a:pt x="9" y="345"/>
                  </a:cubicBezTo>
                  <a:cubicBezTo>
                    <a:pt x="10" y="350"/>
                    <a:pt x="10" y="354"/>
                    <a:pt x="11" y="359"/>
                  </a:cubicBezTo>
                  <a:cubicBezTo>
                    <a:pt x="11" y="364"/>
                    <a:pt x="12" y="370"/>
                    <a:pt x="13" y="375"/>
                  </a:cubicBezTo>
                  <a:cubicBezTo>
                    <a:pt x="14" y="379"/>
                    <a:pt x="16" y="383"/>
                    <a:pt x="18" y="387"/>
                  </a:cubicBezTo>
                  <a:cubicBezTo>
                    <a:pt x="20" y="391"/>
                    <a:pt x="21" y="395"/>
                    <a:pt x="22" y="399"/>
                  </a:cubicBezTo>
                  <a:cubicBezTo>
                    <a:pt x="21" y="405"/>
                    <a:pt x="16" y="409"/>
                    <a:pt x="12" y="413"/>
                  </a:cubicBezTo>
                  <a:cubicBezTo>
                    <a:pt x="9" y="416"/>
                    <a:pt x="5" y="419"/>
                    <a:pt x="5" y="423"/>
                  </a:cubicBezTo>
                  <a:cubicBezTo>
                    <a:pt x="5" y="425"/>
                    <a:pt x="6" y="427"/>
                    <a:pt x="8" y="429"/>
                  </a:cubicBezTo>
                  <a:cubicBezTo>
                    <a:pt x="12" y="434"/>
                    <a:pt x="19" y="436"/>
                    <a:pt x="27" y="438"/>
                  </a:cubicBezTo>
                  <a:cubicBezTo>
                    <a:pt x="35" y="440"/>
                    <a:pt x="44" y="442"/>
                    <a:pt x="52" y="448"/>
                  </a:cubicBezTo>
                  <a:cubicBezTo>
                    <a:pt x="61" y="454"/>
                    <a:pt x="68" y="456"/>
                    <a:pt x="73" y="454"/>
                  </a:cubicBezTo>
                  <a:cubicBezTo>
                    <a:pt x="78" y="453"/>
                    <a:pt x="82" y="448"/>
                    <a:pt x="86" y="437"/>
                  </a:cubicBezTo>
                  <a:cubicBezTo>
                    <a:pt x="92" y="421"/>
                    <a:pt x="92" y="402"/>
                    <a:pt x="86" y="382"/>
                  </a:cubicBezTo>
                  <a:cubicBezTo>
                    <a:pt x="82" y="370"/>
                    <a:pt x="85" y="367"/>
                    <a:pt x="93" y="359"/>
                  </a:cubicBezTo>
                  <a:cubicBezTo>
                    <a:pt x="103" y="347"/>
                    <a:pt x="103" y="347"/>
                    <a:pt x="103" y="347"/>
                  </a:cubicBezTo>
                  <a:cubicBezTo>
                    <a:pt x="110" y="337"/>
                    <a:pt x="110" y="333"/>
                    <a:pt x="109" y="327"/>
                  </a:cubicBezTo>
                  <a:cubicBezTo>
                    <a:pt x="108" y="321"/>
                    <a:pt x="108" y="315"/>
                    <a:pt x="111" y="301"/>
                  </a:cubicBezTo>
                  <a:cubicBezTo>
                    <a:pt x="119" y="273"/>
                    <a:pt x="135" y="252"/>
                    <a:pt x="146" y="244"/>
                  </a:cubicBezTo>
                  <a:cubicBezTo>
                    <a:pt x="151" y="240"/>
                    <a:pt x="156" y="240"/>
                    <a:pt x="159" y="241"/>
                  </a:cubicBezTo>
                  <a:cubicBezTo>
                    <a:pt x="162" y="243"/>
                    <a:pt x="164" y="248"/>
                    <a:pt x="163" y="255"/>
                  </a:cubicBezTo>
                  <a:cubicBezTo>
                    <a:pt x="162" y="265"/>
                    <a:pt x="162" y="265"/>
                    <a:pt x="162" y="265"/>
                  </a:cubicBezTo>
                  <a:cubicBezTo>
                    <a:pt x="161" y="277"/>
                    <a:pt x="159" y="288"/>
                    <a:pt x="163" y="310"/>
                  </a:cubicBezTo>
                  <a:cubicBezTo>
                    <a:pt x="167" y="328"/>
                    <a:pt x="167" y="328"/>
                    <a:pt x="167" y="328"/>
                  </a:cubicBezTo>
                  <a:cubicBezTo>
                    <a:pt x="171" y="347"/>
                    <a:pt x="174" y="360"/>
                    <a:pt x="167" y="386"/>
                  </a:cubicBezTo>
                  <a:cubicBezTo>
                    <a:pt x="160" y="407"/>
                    <a:pt x="160" y="407"/>
                    <a:pt x="160" y="407"/>
                  </a:cubicBezTo>
                  <a:cubicBezTo>
                    <a:pt x="154" y="426"/>
                    <a:pt x="150" y="437"/>
                    <a:pt x="163" y="450"/>
                  </a:cubicBezTo>
                  <a:cubicBezTo>
                    <a:pt x="175" y="463"/>
                    <a:pt x="182" y="463"/>
                    <a:pt x="198" y="465"/>
                  </a:cubicBezTo>
                  <a:cubicBezTo>
                    <a:pt x="218" y="468"/>
                    <a:pt x="218" y="468"/>
                    <a:pt x="218" y="468"/>
                  </a:cubicBezTo>
                  <a:cubicBezTo>
                    <a:pt x="247" y="473"/>
                    <a:pt x="250" y="474"/>
                    <a:pt x="267" y="486"/>
                  </a:cubicBezTo>
                  <a:cubicBezTo>
                    <a:pt x="272" y="489"/>
                    <a:pt x="272" y="489"/>
                    <a:pt x="272" y="489"/>
                  </a:cubicBezTo>
                  <a:cubicBezTo>
                    <a:pt x="287" y="499"/>
                    <a:pt x="303" y="498"/>
                    <a:pt x="317" y="498"/>
                  </a:cubicBezTo>
                  <a:cubicBezTo>
                    <a:pt x="325" y="498"/>
                    <a:pt x="332" y="497"/>
                    <a:pt x="338" y="499"/>
                  </a:cubicBezTo>
                  <a:cubicBezTo>
                    <a:pt x="348" y="501"/>
                    <a:pt x="348" y="501"/>
                    <a:pt x="348" y="501"/>
                  </a:cubicBezTo>
                  <a:cubicBezTo>
                    <a:pt x="363" y="505"/>
                    <a:pt x="381" y="510"/>
                    <a:pt x="398" y="497"/>
                  </a:cubicBezTo>
                  <a:cubicBezTo>
                    <a:pt x="399" y="496"/>
                    <a:pt x="400" y="495"/>
                    <a:pt x="399" y="494"/>
                  </a:cubicBezTo>
                  <a:cubicBezTo>
                    <a:pt x="398" y="493"/>
                    <a:pt x="397" y="493"/>
                    <a:pt x="396" y="494"/>
                  </a:cubicBezTo>
                  <a:cubicBezTo>
                    <a:pt x="380" y="505"/>
                    <a:pt x="364" y="501"/>
                    <a:pt x="349" y="497"/>
                  </a:cubicBezTo>
                  <a:cubicBezTo>
                    <a:pt x="339" y="495"/>
                    <a:pt x="339" y="495"/>
                    <a:pt x="339" y="495"/>
                  </a:cubicBezTo>
                  <a:cubicBezTo>
                    <a:pt x="332" y="493"/>
                    <a:pt x="325" y="494"/>
                    <a:pt x="317" y="494"/>
                  </a:cubicBezTo>
                  <a:cubicBezTo>
                    <a:pt x="303" y="494"/>
                    <a:pt x="288" y="495"/>
                    <a:pt x="274" y="486"/>
                  </a:cubicBezTo>
                  <a:cubicBezTo>
                    <a:pt x="269" y="483"/>
                    <a:pt x="269" y="483"/>
                    <a:pt x="269" y="483"/>
                  </a:cubicBezTo>
                  <a:cubicBezTo>
                    <a:pt x="252" y="471"/>
                    <a:pt x="249" y="469"/>
                    <a:pt x="219" y="464"/>
                  </a:cubicBezTo>
                  <a:cubicBezTo>
                    <a:pt x="199" y="461"/>
                    <a:pt x="199" y="461"/>
                    <a:pt x="199" y="461"/>
                  </a:cubicBezTo>
                  <a:cubicBezTo>
                    <a:pt x="183" y="460"/>
                    <a:pt x="177" y="459"/>
                    <a:pt x="165" y="447"/>
                  </a:cubicBezTo>
                  <a:cubicBezTo>
                    <a:pt x="154" y="436"/>
                    <a:pt x="158" y="427"/>
                    <a:pt x="164" y="409"/>
                  </a:cubicBezTo>
                  <a:cubicBezTo>
                    <a:pt x="171" y="387"/>
                    <a:pt x="171" y="387"/>
                    <a:pt x="171" y="387"/>
                  </a:cubicBezTo>
                  <a:cubicBezTo>
                    <a:pt x="179" y="360"/>
                    <a:pt x="175" y="346"/>
                    <a:pt x="171" y="327"/>
                  </a:cubicBezTo>
                  <a:cubicBezTo>
                    <a:pt x="167" y="310"/>
                    <a:pt x="167" y="310"/>
                    <a:pt x="167" y="310"/>
                  </a:cubicBezTo>
                  <a:cubicBezTo>
                    <a:pt x="163" y="287"/>
                    <a:pt x="165" y="277"/>
                    <a:pt x="166" y="266"/>
                  </a:cubicBezTo>
                  <a:cubicBezTo>
                    <a:pt x="167" y="256"/>
                    <a:pt x="167" y="256"/>
                    <a:pt x="167" y="256"/>
                  </a:cubicBezTo>
                  <a:cubicBezTo>
                    <a:pt x="168" y="247"/>
                    <a:pt x="166" y="241"/>
                    <a:pt x="161" y="238"/>
                  </a:cubicBezTo>
                  <a:cubicBezTo>
                    <a:pt x="157" y="235"/>
                    <a:pt x="151" y="236"/>
                    <a:pt x="144" y="240"/>
                  </a:cubicBezTo>
                  <a:cubicBezTo>
                    <a:pt x="132" y="249"/>
                    <a:pt x="115" y="270"/>
                    <a:pt x="107" y="300"/>
                  </a:cubicBezTo>
                  <a:cubicBezTo>
                    <a:pt x="104" y="314"/>
                    <a:pt x="104" y="322"/>
                    <a:pt x="105" y="327"/>
                  </a:cubicBezTo>
                  <a:cubicBezTo>
                    <a:pt x="106" y="333"/>
                    <a:pt x="106" y="336"/>
                    <a:pt x="100" y="345"/>
                  </a:cubicBezTo>
                  <a:cubicBezTo>
                    <a:pt x="90" y="356"/>
                    <a:pt x="90" y="356"/>
                    <a:pt x="90" y="356"/>
                  </a:cubicBezTo>
                  <a:cubicBezTo>
                    <a:pt x="82" y="364"/>
                    <a:pt x="78" y="369"/>
                    <a:pt x="82" y="383"/>
                  </a:cubicBezTo>
                  <a:cubicBezTo>
                    <a:pt x="88" y="402"/>
                    <a:pt x="88" y="421"/>
                    <a:pt x="82" y="436"/>
                  </a:cubicBezTo>
                  <a:cubicBezTo>
                    <a:pt x="79" y="445"/>
                    <a:pt x="75" y="449"/>
                    <a:pt x="72" y="451"/>
                  </a:cubicBezTo>
                  <a:cubicBezTo>
                    <a:pt x="68" y="452"/>
                    <a:pt x="62" y="450"/>
                    <a:pt x="54" y="444"/>
                  </a:cubicBezTo>
                  <a:cubicBezTo>
                    <a:pt x="45" y="438"/>
                    <a:pt x="36" y="436"/>
                    <a:pt x="28" y="434"/>
                  </a:cubicBezTo>
                  <a:cubicBezTo>
                    <a:pt x="21" y="432"/>
                    <a:pt x="14" y="430"/>
                    <a:pt x="11" y="426"/>
                  </a:cubicBezTo>
                  <a:cubicBezTo>
                    <a:pt x="8" y="423"/>
                    <a:pt x="10" y="421"/>
                    <a:pt x="15" y="416"/>
                  </a:cubicBezTo>
                  <a:cubicBezTo>
                    <a:pt x="19" y="412"/>
                    <a:pt x="25" y="407"/>
                    <a:pt x="26" y="399"/>
                  </a:cubicBezTo>
                  <a:cubicBezTo>
                    <a:pt x="27" y="399"/>
                    <a:pt x="27" y="398"/>
                    <a:pt x="26" y="398"/>
                  </a:cubicBezTo>
                  <a:cubicBezTo>
                    <a:pt x="25" y="394"/>
                    <a:pt x="23" y="390"/>
                    <a:pt x="22" y="386"/>
                  </a:cubicBezTo>
                  <a:cubicBezTo>
                    <a:pt x="20" y="382"/>
                    <a:pt x="18" y="378"/>
                    <a:pt x="17" y="374"/>
                  </a:cubicBezTo>
                  <a:cubicBezTo>
                    <a:pt x="16" y="369"/>
                    <a:pt x="15" y="364"/>
                    <a:pt x="15" y="359"/>
                  </a:cubicBezTo>
                  <a:cubicBezTo>
                    <a:pt x="14" y="354"/>
                    <a:pt x="14" y="349"/>
                    <a:pt x="13" y="344"/>
                  </a:cubicBezTo>
                  <a:cubicBezTo>
                    <a:pt x="12" y="340"/>
                    <a:pt x="10" y="336"/>
                    <a:pt x="8" y="332"/>
                  </a:cubicBezTo>
                  <a:cubicBezTo>
                    <a:pt x="6" y="329"/>
                    <a:pt x="3" y="324"/>
                    <a:pt x="4" y="322"/>
                  </a:cubicBezTo>
                  <a:cubicBezTo>
                    <a:pt x="4" y="322"/>
                    <a:pt x="5" y="321"/>
                    <a:pt x="7" y="321"/>
                  </a:cubicBezTo>
                  <a:cubicBezTo>
                    <a:pt x="12" y="321"/>
                    <a:pt x="18" y="323"/>
                    <a:pt x="26" y="326"/>
                  </a:cubicBezTo>
                  <a:cubicBezTo>
                    <a:pt x="38" y="330"/>
                    <a:pt x="51" y="333"/>
                    <a:pt x="59" y="329"/>
                  </a:cubicBezTo>
                  <a:cubicBezTo>
                    <a:pt x="63" y="326"/>
                    <a:pt x="65" y="323"/>
                    <a:pt x="66" y="318"/>
                  </a:cubicBezTo>
                  <a:cubicBezTo>
                    <a:pt x="68" y="302"/>
                    <a:pt x="70" y="292"/>
                    <a:pt x="80" y="281"/>
                  </a:cubicBezTo>
                  <a:cubicBezTo>
                    <a:pt x="82" y="278"/>
                    <a:pt x="82" y="278"/>
                    <a:pt x="82" y="278"/>
                  </a:cubicBezTo>
                  <a:cubicBezTo>
                    <a:pt x="91" y="267"/>
                    <a:pt x="100" y="257"/>
                    <a:pt x="101" y="242"/>
                  </a:cubicBezTo>
                  <a:cubicBezTo>
                    <a:pt x="101" y="227"/>
                    <a:pt x="92" y="217"/>
                    <a:pt x="72" y="211"/>
                  </a:cubicBezTo>
                  <a:cubicBezTo>
                    <a:pt x="69" y="211"/>
                    <a:pt x="63" y="210"/>
                    <a:pt x="56" y="209"/>
                  </a:cubicBezTo>
                  <a:cubicBezTo>
                    <a:pt x="41" y="208"/>
                    <a:pt x="17" y="205"/>
                    <a:pt x="14" y="196"/>
                  </a:cubicBezTo>
                  <a:cubicBezTo>
                    <a:pt x="11" y="190"/>
                    <a:pt x="32" y="168"/>
                    <a:pt x="40" y="160"/>
                  </a:cubicBezTo>
                  <a:cubicBezTo>
                    <a:pt x="46" y="155"/>
                    <a:pt x="46" y="155"/>
                    <a:pt x="46" y="155"/>
                  </a:cubicBezTo>
                  <a:cubicBezTo>
                    <a:pt x="48" y="152"/>
                    <a:pt x="51" y="150"/>
                    <a:pt x="53" y="149"/>
                  </a:cubicBezTo>
                  <a:cubicBezTo>
                    <a:pt x="56" y="146"/>
                    <a:pt x="59" y="144"/>
                    <a:pt x="61" y="141"/>
                  </a:cubicBezTo>
                  <a:cubicBezTo>
                    <a:pt x="63" y="139"/>
                    <a:pt x="64" y="137"/>
                    <a:pt x="65" y="134"/>
                  </a:cubicBezTo>
                  <a:cubicBezTo>
                    <a:pt x="67" y="130"/>
                    <a:pt x="68" y="127"/>
                    <a:pt x="71" y="125"/>
                  </a:cubicBezTo>
                  <a:cubicBezTo>
                    <a:pt x="74" y="124"/>
                    <a:pt x="76" y="124"/>
                    <a:pt x="78" y="125"/>
                  </a:cubicBezTo>
                  <a:cubicBezTo>
                    <a:pt x="82" y="128"/>
                    <a:pt x="83" y="138"/>
                    <a:pt x="84" y="145"/>
                  </a:cubicBezTo>
                  <a:cubicBezTo>
                    <a:pt x="84" y="149"/>
                    <a:pt x="84" y="153"/>
                    <a:pt x="85" y="155"/>
                  </a:cubicBezTo>
                  <a:cubicBezTo>
                    <a:pt x="89" y="167"/>
                    <a:pt x="105" y="178"/>
                    <a:pt x="131" y="190"/>
                  </a:cubicBezTo>
                  <a:cubicBezTo>
                    <a:pt x="169" y="207"/>
                    <a:pt x="182" y="185"/>
                    <a:pt x="197" y="159"/>
                  </a:cubicBezTo>
                  <a:cubicBezTo>
                    <a:pt x="202" y="148"/>
                    <a:pt x="198" y="129"/>
                    <a:pt x="191" y="121"/>
                  </a:cubicBezTo>
                  <a:cubicBezTo>
                    <a:pt x="189" y="119"/>
                    <a:pt x="186" y="118"/>
                    <a:pt x="183" y="117"/>
                  </a:cubicBezTo>
                  <a:cubicBezTo>
                    <a:pt x="181" y="116"/>
                    <a:pt x="178" y="116"/>
                    <a:pt x="177" y="114"/>
                  </a:cubicBezTo>
                  <a:cubicBezTo>
                    <a:pt x="172" y="107"/>
                    <a:pt x="170" y="90"/>
                    <a:pt x="170" y="80"/>
                  </a:cubicBezTo>
                  <a:cubicBezTo>
                    <a:pt x="170" y="73"/>
                    <a:pt x="175" y="64"/>
                    <a:pt x="183" y="59"/>
                  </a:cubicBezTo>
                  <a:cubicBezTo>
                    <a:pt x="186" y="56"/>
                    <a:pt x="194" y="52"/>
                    <a:pt x="202" y="56"/>
                  </a:cubicBezTo>
                  <a:cubicBezTo>
                    <a:pt x="210" y="59"/>
                    <a:pt x="212" y="66"/>
                    <a:pt x="215" y="74"/>
                  </a:cubicBezTo>
                  <a:cubicBezTo>
                    <a:pt x="217" y="78"/>
                    <a:pt x="217" y="78"/>
                    <a:pt x="217" y="78"/>
                  </a:cubicBezTo>
                  <a:cubicBezTo>
                    <a:pt x="227" y="104"/>
                    <a:pt x="230" y="107"/>
                    <a:pt x="255" y="103"/>
                  </a:cubicBezTo>
                  <a:cubicBezTo>
                    <a:pt x="265" y="102"/>
                    <a:pt x="279" y="95"/>
                    <a:pt x="288" y="87"/>
                  </a:cubicBezTo>
                  <a:cubicBezTo>
                    <a:pt x="300" y="76"/>
                    <a:pt x="302" y="73"/>
                    <a:pt x="300" y="59"/>
                  </a:cubicBezTo>
                  <a:cubicBezTo>
                    <a:pt x="297" y="47"/>
                    <a:pt x="300" y="12"/>
                    <a:pt x="310" y="7"/>
                  </a:cubicBezTo>
                  <a:cubicBezTo>
                    <a:pt x="316" y="4"/>
                    <a:pt x="337" y="4"/>
                    <a:pt x="345" y="9"/>
                  </a:cubicBezTo>
                  <a:cubicBezTo>
                    <a:pt x="347" y="10"/>
                    <a:pt x="349" y="11"/>
                    <a:pt x="349" y="13"/>
                  </a:cubicBezTo>
                  <a:cubicBezTo>
                    <a:pt x="349" y="15"/>
                    <a:pt x="351" y="18"/>
                    <a:pt x="353" y="22"/>
                  </a:cubicBezTo>
                  <a:cubicBezTo>
                    <a:pt x="357" y="27"/>
                    <a:pt x="361" y="34"/>
                    <a:pt x="359" y="40"/>
                  </a:cubicBezTo>
                  <a:cubicBezTo>
                    <a:pt x="357" y="43"/>
                    <a:pt x="351" y="46"/>
                    <a:pt x="346" y="49"/>
                  </a:cubicBezTo>
                  <a:cubicBezTo>
                    <a:pt x="339" y="53"/>
                    <a:pt x="337" y="70"/>
                    <a:pt x="339" y="77"/>
                  </a:cubicBezTo>
                  <a:cubicBezTo>
                    <a:pt x="342" y="85"/>
                    <a:pt x="345" y="91"/>
                    <a:pt x="347" y="93"/>
                  </a:cubicBezTo>
                  <a:cubicBezTo>
                    <a:pt x="353" y="98"/>
                    <a:pt x="357" y="97"/>
                    <a:pt x="359" y="96"/>
                  </a:cubicBezTo>
                  <a:cubicBezTo>
                    <a:pt x="361" y="96"/>
                    <a:pt x="363" y="96"/>
                    <a:pt x="367" y="106"/>
                  </a:cubicBezTo>
                  <a:cubicBezTo>
                    <a:pt x="370" y="113"/>
                    <a:pt x="369" y="125"/>
                    <a:pt x="364" y="131"/>
                  </a:cubicBezTo>
                  <a:cubicBezTo>
                    <a:pt x="361" y="135"/>
                    <a:pt x="358" y="136"/>
                    <a:pt x="355" y="135"/>
                  </a:cubicBezTo>
                  <a:cubicBezTo>
                    <a:pt x="349" y="135"/>
                    <a:pt x="344" y="128"/>
                    <a:pt x="338" y="122"/>
                  </a:cubicBezTo>
                  <a:cubicBezTo>
                    <a:pt x="330" y="112"/>
                    <a:pt x="320" y="100"/>
                    <a:pt x="305" y="107"/>
                  </a:cubicBezTo>
                  <a:cubicBezTo>
                    <a:pt x="295" y="111"/>
                    <a:pt x="288" y="150"/>
                    <a:pt x="288" y="152"/>
                  </a:cubicBezTo>
                  <a:cubicBezTo>
                    <a:pt x="287" y="157"/>
                    <a:pt x="292" y="165"/>
                    <a:pt x="297" y="172"/>
                  </a:cubicBezTo>
                  <a:cubicBezTo>
                    <a:pt x="301" y="177"/>
                    <a:pt x="311" y="190"/>
                    <a:pt x="324" y="191"/>
                  </a:cubicBezTo>
                  <a:cubicBezTo>
                    <a:pt x="337" y="193"/>
                    <a:pt x="351" y="193"/>
                    <a:pt x="362" y="193"/>
                  </a:cubicBezTo>
                  <a:cubicBezTo>
                    <a:pt x="372" y="193"/>
                    <a:pt x="384" y="192"/>
                    <a:pt x="386" y="195"/>
                  </a:cubicBezTo>
                  <a:cubicBezTo>
                    <a:pt x="387" y="196"/>
                    <a:pt x="387" y="198"/>
                    <a:pt x="386" y="200"/>
                  </a:cubicBezTo>
                  <a:cubicBezTo>
                    <a:pt x="383" y="207"/>
                    <a:pt x="368" y="214"/>
                    <a:pt x="354" y="214"/>
                  </a:cubicBezTo>
                  <a:cubicBezTo>
                    <a:pt x="353" y="214"/>
                    <a:pt x="352" y="215"/>
                    <a:pt x="352" y="216"/>
                  </a:cubicBezTo>
                  <a:cubicBezTo>
                    <a:pt x="352" y="218"/>
                    <a:pt x="353" y="218"/>
                    <a:pt x="354" y="218"/>
                  </a:cubicBezTo>
                  <a:cubicBezTo>
                    <a:pt x="369" y="218"/>
                    <a:pt x="385" y="211"/>
                    <a:pt x="390" y="202"/>
                  </a:cubicBezTo>
                  <a:cubicBezTo>
                    <a:pt x="391" y="198"/>
                    <a:pt x="391" y="195"/>
                    <a:pt x="389" y="192"/>
                  </a:cubicBezTo>
                  <a:cubicBezTo>
                    <a:pt x="387" y="188"/>
                    <a:pt x="378" y="188"/>
                    <a:pt x="362" y="189"/>
                  </a:cubicBezTo>
                  <a:cubicBezTo>
                    <a:pt x="351" y="189"/>
                    <a:pt x="337" y="189"/>
                    <a:pt x="324" y="187"/>
                  </a:cubicBezTo>
                  <a:cubicBezTo>
                    <a:pt x="317" y="186"/>
                    <a:pt x="308" y="180"/>
                    <a:pt x="300" y="170"/>
                  </a:cubicBezTo>
                  <a:cubicBezTo>
                    <a:pt x="294" y="162"/>
                    <a:pt x="292" y="155"/>
                    <a:pt x="292" y="152"/>
                  </a:cubicBezTo>
                  <a:cubicBezTo>
                    <a:pt x="295" y="131"/>
                    <a:pt x="302" y="112"/>
                    <a:pt x="306" y="110"/>
                  </a:cubicBezTo>
                  <a:cubicBezTo>
                    <a:pt x="319" y="105"/>
                    <a:pt x="327" y="115"/>
                    <a:pt x="335" y="124"/>
                  </a:cubicBezTo>
                  <a:cubicBezTo>
                    <a:pt x="341" y="132"/>
                    <a:pt x="347" y="138"/>
                    <a:pt x="354" y="139"/>
                  </a:cubicBezTo>
                  <a:cubicBezTo>
                    <a:pt x="359" y="140"/>
                    <a:pt x="364" y="138"/>
                    <a:pt x="367" y="134"/>
                  </a:cubicBezTo>
                  <a:cubicBezTo>
                    <a:pt x="373" y="126"/>
                    <a:pt x="374" y="112"/>
                    <a:pt x="371" y="105"/>
                  </a:cubicBezTo>
                  <a:cubicBezTo>
                    <a:pt x="366" y="93"/>
                    <a:pt x="364" y="91"/>
                    <a:pt x="359" y="92"/>
                  </a:cubicBezTo>
                  <a:cubicBezTo>
                    <a:pt x="356" y="93"/>
                    <a:pt x="354" y="93"/>
                    <a:pt x="350" y="90"/>
                  </a:cubicBezTo>
                  <a:cubicBezTo>
                    <a:pt x="348" y="88"/>
                    <a:pt x="345" y="83"/>
                    <a:pt x="343" y="75"/>
                  </a:cubicBezTo>
                  <a:cubicBezTo>
                    <a:pt x="341" y="69"/>
                    <a:pt x="343" y="55"/>
                    <a:pt x="348" y="53"/>
                  </a:cubicBezTo>
                  <a:cubicBezTo>
                    <a:pt x="354" y="50"/>
                    <a:pt x="361" y="46"/>
                    <a:pt x="363" y="41"/>
                  </a:cubicBezTo>
                  <a:cubicBezTo>
                    <a:pt x="366" y="34"/>
                    <a:pt x="361" y="26"/>
                    <a:pt x="356" y="20"/>
                  </a:cubicBezTo>
                  <a:cubicBezTo>
                    <a:pt x="355" y="17"/>
                    <a:pt x="353" y="14"/>
                    <a:pt x="353" y="12"/>
                  </a:cubicBezTo>
                  <a:cubicBezTo>
                    <a:pt x="352" y="9"/>
                    <a:pt x="351" y="7"/>
                    <a:pt x="347" y="5"/>
                  </a:cubicBezTo>
                  <a:cubicBezTo>
                    <a:pt x="337" y="0"/>
                    <a:pt x="315" y="0"/>
                    <a:pt x="30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7" name="Freeform 496">
              <a:extLst>
                <a:ext uri="{FF2B5EF4-FFF2-40B4-BE49-F238E27FC236}">
                  <a16:creationId xmlns:a16="http://schemas.microsoft.com/office/drawing/2014/main" id="{43B41F21-8625-4B52-975F-E8A1F3B8C7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8" y="2700"/>
              <a:ext cx="995" cy="714"/>
            </a:xfrm>
            <a:custGeom>
              <a:avLst/>
              <a:gdLst>
                <a:gd name="T0" fmla="*/ 109 w 330"/>
                <a:gd name="T1" fmla="*/ 363 h 222"/>
                <a:gd name="T2" fmla="*/ 190 w 330"/>
                <a:gd name="T3" fmla="*/ 1830 h 222"/>
                <a:gd name="T4" fmla="*/ 817 w 330"/>
                <a:gd name="T5" fmla="*/ 3589 h 222"/>
                <a:gd name="T6" fmla="*/ 2382 w 330"/>
                <a:gd name="T7" fmla="*/ 3663 h 222"/>
                <a:gd name="T8" fmla="*/ 3072 w 330"/>
                <a:gd name="T9" fmla="*/ 3888 h 222"/>
                <a:gd name="T10" fmla="*/ 2747 w 330"/>
                <a:gd name="T11" fmla="*/ 4728 h 222"/>
                <a:gd name="T12" fmla="*/ 2409 w 330"/>
                <a:gd name="T13" fmla="*/ 5162 h 222"/>
                <a:gd name="T14" fmla="*/ 3045 w 330"/>
                <a:gd name="T15" fmla="*/ 6786 h 222"/>
                <a:gd name="T16" fmla="*/ 3920 w 330"/>
                <a:gd name="T17" fmla="*/ 7085 h 222"/>
                <a:gd name="T18" fmla="*/ 3920 w 330"/>
                <a:gd name="T19" fmla="*/ 6683 h 222"/>
                <a:gd name="T20" fmla="*/ 3808 w 330"/>
                <a:gd name="T21" fmla="*/ 4863 h 222"/>
                <a:gd name="T22" fmla="*/ 4164 w 330"/>
                <a:gd name="T23" fmla="*/ 4757 h 222"/>
                <a:gd name="T24" fmla="*/ 4963 w 330"/>
                <a:gd name="T25" fmla="*/ 5223 h 222"/>
                <a:gd name="T26" fmla="*/ 6054 w 330"/>
                <a:gd name="T27" fmla="*/ 5722 h 222"/>
                <a:gd name="T28" fmla="*/ 6163 w 330"/>
                <a:gd name="T29" fmla="*/ 6754 h 222"/>
                <a:gd name="T30" fmla="*/ 7019 w 330"/>
                <a:gd name="T31" fmla="*/ 7323 h 222"/>
                <a:gd name="T32" fmla="*/ 7074 w 330"/>
                <a:gd name="T33" fmla="*/ 6857 h 222"/>
                <a:gd name="T34" fmla="*/ 7101 w 330"/>
                <a:gd name="T35" fmla="*/ 5886 h 222"/>
                <a:gd name="T36" fmla="*/ 7372 w 330"/>
                <a:gd name="T37" fmla="*/ 4863 h 222"/>
                <a:gd name="T38" fmla="*/ 8053 w 330"/>
                <a:gd name="T39" fmla="*/ 4654 h 222"/>
                <a:gd name="T40" fmla="*/ 8883 w 330"/>
                <a:gd name="T41" fmla="*/ 4625 h 222"/>
                <a:gd name="T42" fmla="*/ 8364 w 330"/>
                <a:gd name="T43" fmla="*/ 3557 h 222"/>
                <a:gd name="T44" fmla="*/ 7372 w 330"/>
                <a:gd name="T45" fmla="*/ 3123 h 222"/>
                <a:gd name="T46" fmla="*/ 6663 w 330"/>
                <a:gd name="T47" fmla="*/ 1830 h 222"/>
                <a:gd name="T48" fmla="*/ 4218 w 330"/>
                <a:gd name="T49" fmla="*/ 1200 h 222"/>
                <a:gd name="T50" fmla="*/ 271 w 330"/>
                <a:gd name="T51" fmla="*/ 196 h 222"/>
                <a:gd name="T52" fmla="*/ 464 w 330"/>
                <a:gd name="T53" fmla="*/ 2493 h 222"/>
                <a:gd name="T54" fmla="*/ 217 w 330"/>
                <a:gd name="T55" fmla="*/ 402 h 222"/>
                <a:gd name="T56" fmla="*/ 302 w 330"/>
                <a:gd name="T57" fmla="*/ 331 h 222"/>
                <a:gd name="T58" fmla="*/ 4218 w 330"/>
                <a:gd name="T59" fmla="*/ 1335 h 222"/>
                <a:gd name="T60" fmla="*/ 6609 w 330"/>
                <a:gd name="T61" fmla="*/ 1965 h 222"/>
                <a:gd name="T62" fmla="*/ 7291 w 330"/>
                <a:gd name="T63" fmla="*/ 3226 h 222"/>
                <a:gd name="T64" fmla="*/ 8337 w 330"/>
                <a:gd name="T65" fmla="*/ 3692 h 222"/>
                <a:gd name="T66" fmla="*/ 8801 w 330"/>
                <a:gd name="T67" fmla="*/ 4519 h 222"/>
                <a:gd name="T68" fmla="*/ 8174 w 330"/>
                <a:gd name="T69" fmla="*/ 4625 h 222"/>
                <a:gd name="T70" fmla="*/ 7264 w 330"/>
                <a:gd name="T71" fmla="*/ 4863 h 222"/>
                <a:gd name="T72" fmla="*/ 7019 w 330"/>
                <a:gd name="T73" fmla="*/ 5792 h 222"/>
                <a:gd name="T74" fmla="*/ 6965 w 330"/>
                <a:gd name="T75" fmla="*/ 6921 h 222"/>
                <a:gd name="T76" fmla="*/ 6992 w 330"/>
                <a:gd name="T77" fmla="*/ 7188 h 222"/>
                <a:gd name="T78" fmla="*/ 6272 w 330"/>
                <a:gd name="T79" fmla="*/ 6786 h 222"/>
                <a:gd name="T80" fmla="*/ 6109 w 330"/>
                <a:gd name="T81" fmla="*/ 5587 h 222"/>
                <a:gd name="T82" fmla="*/ 5017 w 330"/>
                <a:gd name="T83" fmla="*/ 5120 h 222"/>
                <a:gd name="T84" fmla="*/ 4164 w 330"/>
                <a:gd name="T85" fmla="*/ 4625 h 222"/>
                <a:gd name="T86" fmla="*/ 3727 w 330"/>
                <a:gd name="T87" fmla="*/ 4789 h 222"/>
                <a:gd name="T88" fmla="*/ 3808 w 330"/>
                <a:gd name="T89" fmla="*/ 6786 h 222"/>
                <a:gd name="T90" fmla="*/ 3862 w 330"/>
                <a:gd name="T91" fmla="*/ 6982 h 222"/>
                <a:gd name="T92" fmla="*/ 3072 w 330"/>
                <a:gd name="T93" fmla="*/ 6651 h 222"/>
                <a:gd name="T94" fmla="*/ 2436 w 330"/>
                <a:gd name="T95" fmla="*/ 5255 h 222"/>
                <a:gd name="T96" fmla="*/ 2828 w 330"/>
                <a:gd name="T97" fmla="*/ 4821 h 222"/>
                <a:gd name="T98" fmla="*/ 3154 w 330"/>
                <a:gd name="T99" fmla="*/ 3795 h 222"/>
                <a:gd name="T100" fmla="*/ 2436 w 330"/>
                <a:gd name="T101" fmla="*/ 3557 h 222"/>
                <a:gd name="T102" fmla="*/ 871 w 330"/>
                <a:gd name="T103" fmla="*/ 3454 h 222"/>
                <a:gd name="T104" fmla="*/ 109 w 330"/>
                <a:gd name="T105" fmla="*/ 363 h 222"/>
                <a:gd name="T106" fmla="*/ 109 w 330"/>
                <a:gd name="T107" fmla="*/ 363 h 22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30" h="222">
                  <a:moveTo>
                    <a:pt x="10" y="6"/>
                  </a:moveTo>
                  <a:cubicBezTo>
                    <a:pt x="7" y="7"/>
                    <a:pt x="5" y="9"/>
                    <a:pt x="4" y="11"/>
                  </a:cubicBezTo>
                  <a:cubicBezTo>
                    <a:pt x="2" y="15"/>
                    <a:pt x="0" y="20"/>
                    <a:pt x="0" y="25"/>
                  </a:cubicBezTo>
                  <a:cubicBezTo>
                    <a:pt x="0" y="35"/>
                    <a:pt x="4" y="45"/>
                    <a:pt x="7" y="55"/>
                  </a:cubicBezTo>
                  <a:cubicBezTo>
                    <a:pt x="10" y="62"/>
                    <a:pt x="12" y="69"/>
                    <a:pt x="13" y="76"/>
                  </a:cubicBezTo>
                  <a:cubicBezTo>
                    <a:pt x="16" y="96"/>
                    <a:pt x="19" y="101"/>
                    <a:pt x="30" y="108"/>
                  </a:cubicBezTo>
                  <a:cubicBezTo>
                    <a:pt x="42" y="115"/>
                    <a:pt x="50" y="115"/>
                    <a:pt x="68" y="108"/>
                  </a:cubicBezTo>
                  <a:cubicBezTo>
                    <a:pt x="77" y="104"/>
                    <a:pt x="82" y="107"/>
                    <a:pt x="87" y="110"/>
                  </a:cubicBezTo>
                  <a:cubicBezTo>
                    <a:pt x="90" y="112"/>
                    <a:pt x="94" y="115"/>
                    <a:pt x="100" y="115"/>
                  </a:cubicBezTo>
                  <a:cubicBezTo>
                    <a:pt x="106" y="115"/>
                    <a:pt x="111" y="115"/>
                    <a:pt x="112" y="117"/>
                  </a:cubicBezTo>
                  <a:cubicBezTo>
                    <a:pt x="113" y="118"/>
                    <a:pt x="113" y="120"/>
                    <a:pt x="112" y="124"/>
                  </a:cubicBezTo>
                  <a:cubicBezTo>
                    <a:pt x="110" y="131"/>
                    <a:pt x="105" y="137"/>
                    <a:pt x="100" y="142"/>
                  </a:cubicBezTo>
                  <a:cubicBezTo>
                    <a:pt x="98" y="145"/>
                    <a:pt x="95" y="148"/>
                    <a:pt x="94" y="150"/>
                  </a:cubicBezTo>
                  <a:cubicBezTo>
                    <a:pt x="93" y="152"/>
                    <a:pt x="90" y="153"/>
                    <a:pt x="88" y="155"/>
                  </a:cubicBezTo>
                  <a:cubicBezTo>
                    <a:pt x="82" y="157"/>
                    <a:pt x="75" y="161"/>
                    <a:pt x="79" y="173"/>
                  </a:cubicBezTo>
                  <a:cubicBezTo>
                    <a:pt x="84" y="190"/>
                    <a:pt x="92" y="197"/>
                    <a:pt x="111" y="204"/>
                  </a:cubicBezTo>
                  <a:cubicBezTo>
                    <a:pt x="123" y="209"/>
                    <a:pt x="123" y="209"/>
                    <a:pt x="123" y="209"/>
                  </a:cubicBezTo>
                  <a:cubicBezTo>
                    <a:pt x="134" y="213"/>
                    <a:pt x="140" y="216"/>
                    <a:pt x="143" y="213"/>
                  </a:cubicBezTo>
                  <a:cubicBezTo>
                    <a:pt x="144" y="213"/>
                    <a:pt x="145" y="211"/>
                    <a:pt x="145" y="209"/>
                  </a:cubicBezTo>
                  <a:cubicBezTo>
                    <a:pt x="145" y="205"/>
                    <a:pt x="144" y="203"/>
                    <a:pt x="143" y="201"/>
                  </a:cubicBezTo>
                  <a:cubicBezTo>
                    <a:pt x="140" y="199"/>
                    <a:pt x="138" y="195"/>
                    <a:pt x="136" y="181"/>
                  </a:cubicBezTo>
                  <a:cubicBezTo>
                    <a:pt x="134" y="167"/>
                    <a:pt x="134" y="153"/>
                    <a:pt x="139" y="146"/>
                  </a:cubicBezTo>
                  <a:cubicBezTo>
                    <a:pt x="141" y="144"/>
                    <a:pt x="144" y="143"/>
                    <a:pt x="149" y="143"/>
                  </a:cubicBezTo>
                  <a:cubicBezTo>
                    <a:pt x="152" y="143"/>
                    <a:pt x="152" y="143"/>
                    <a:pt x="152" y="143"/>
                  </a:cubicBezTo>
                  <a:cubicBezTo>
                    <a:pt x="159" y="143"/>
                    <a:pt x="159" y="143"/>
                    <a:pt x="166" y="147"/>
                  </a:cubicBezTo>
                  <a:cubicBezTo>
                    <a:pt x="181" y="157"/>
                    <a:pt x="181" y="157"/>
                    <a:pt x="181" y="157"/>
                  </a:cubicBezTo>
                  <a:cubicBezTo>
                    <a:pt x="199" y="169"/>
                    <a:pt x="205" y="169"/>
                    <a:pt x="212" y="170"/>
                  </a:cubicBezTo>
                  <a:cubicBezTo>
                    <a:pt x="215" y="171"/>
                    <a:pt x="218" y="171"/>
                    <a:pt x="221" y="172"/>
                  </a:cubicBezTo>
                  <a:cubicBezTo>
                    <a:pt x="230" y="175"/>
                    <a:pt x="230" y="179"/>
                    <a:pt x="227" y="193"/>
                  </a:cubicBezTo>
                  <a:cubicBezTo>
                    <a:pt x="225" y="203"/>
                    <a:pt x="225" y="203"/>
                    <a:pt x="225" y="203"/>
                  </a:cubicBezTo>
                  <a:cubicBezTo>
                    <a:pt x="225" y="209"/>
                    <a:pt x="226" y="213"/>
                    <a:pt x="229" y="216"/>
                  </a:cubicBezTo>
                  <a:cubicBezTo>
                    <a:pt x="235" y="222"/>
                    <a:pt x="247" y="222"/>
                    <a:pt x="256" y="220"/>
                  </a:cubicBezTo>
                  <a:cubicBezTo>
                    <a:pt x="257" y="220"/>
                    <a:pt x="259" y="219"/>
                    <a:pt x="260" y="218"/>
                  </a:cubicBezTo>
                  <a:cubicBezTo>
                    <a:pt x="261" y="215"/>
                    <a:pt x="260" y="211"/>
                    <a:pt x="258" y="206"/>
                  </a:cubicBezTo>
                  <a:cubicBezTo>
                    <a:pt x="257" y="202"/>
                    <a:pt x="255" y="196"/>
                    <a:pt x="255" y="189"/>
                  </a:cubicBezTo>
                  <a:cubicBezTo>
                    <a:pt x="255" y="181"/>
                    <a:pt x="256" y="179"/>
                    <a:pt x="259" y="177"/>
                  </a:cubicBezTo>
                  <a:cubicBezTo>
                    <a:pt x="261" y="174"/>
                    <a:pt x="264" y="171"/>
                    <a:pt x="267" y="161"/>
                  </a:cubicBezTo>
                  <a:cubicBezTo>
                    <a:pt x="268" y="156"/>
                    <a:pt x="269" y="151"/>
                    <a:pt x="269" y="146"/>
                  </a:cubicBezTo>
                  <a:cubicBezTo>
                    <a:pt x="271" y="136"/>
                    <a:pt x="271" y="131"/>
                    <a:pt x="282" y="131"/>
                  </a:cubicBezTo>
                  <a:cubicBezTo>
                    <a:pt x="290" y="131"/>
                    <a:pt x="292" y="135"/>
                    <a:pt x="294" y="140"/>
                  </a:cubicBezTo>
                  <a:cubicBezTo>
                    <a:pt x="296" y="145"/>
                    <a:pt x="298" y="149"/>
                    <a:pt x="305" y="149"/>
                  </a:cubicBezTo>
                  <a:cubicBezTo>
                    <a:pt x="313" y="149"/>
                    <a:pt x="320" y="144"/>
                    <a:pt x="324" y="139"/>
                  </a:cubicBezTo>
                  <a:cubicBezTo>
                    <a:pt x="328" y="134"/>
                    <a:pt x="330" y="129"/>
                    <a:pt x="329" y="126"/>
                  </a:cubicBezTo>
                  <a:cubicBezTo>
                    <a:pt x="328" y="118"/>
                    <a:pt x="322" y="113"/>
                    <a:pt x="305" y="107"/>
                  </a:cubicBezTo>
                  <a:cubicBezTo>
                    <a:pt x="298" y="104"/>
                    <a:pt x="293" y="104"/>
                    <a:pt x="288" y="103"/>
                  </a:cubicBezTo>
                  <a:cubicBezTo>
                    <a:pt x="281" y="103"/>
                    <a:pt x="276" y="103"/>
                    <a:pt x="269" y="94"/>
                  </a:cubicBezTo>
                  <a:cubicBezTo>
                    <a:pt x="264" y="88"/>
                    <a:pt x="261" y="81"/>
                    <a:pt x="258" y="75"/>
                  </a:cubicBezTo>
                  <a:cubicBezTo>
                    <a:pt x="254" y="67"/>
                    <a:pt x="250" y="59"/>
                    <a:pt x="243" y="55"/>
                  </a:cubicBezTo>
                  <a:cubicBezTo>
                    <a:pt x="231" y="48"/>
                    <a:pt x="209" y="44"/>
                    <a:pt x="178" y="39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32" y="33"/>
                    <a:pt x="110" y="30"/>
                    <a:pt x="91" y="18"/>
                  </a:cubicBezTo>
                  <a:cubicBezTo>
                    <a:pt x="69" y="3"/>
                    <a:pt x="25" y="0"/>
                    <a:pt x="10" y="6"/>
                  </a:cubicBezTo>
                  <a:close/>
                  <a:moveTo>
                    <a:pt x="32" y="104"/>
                  </a:moveTo>
                  <a:cubicBezTo>
                    <a:pt x="22" y="98"/>
                    <a:pt x="20" y="95"/>
                    <a:pt x="17" y="75"/>
                  </a:cubicBezTo>
                  <a:cubicBezTo>
                    <a:pt x="16" y="68"/>
                    <a:pt x="14" y="61"/>
                    <a:pt x="11" y="53"/>
                  </a:cubicBezTo>
                  <a:cubicBezTo>
                    <a:pt x="6" y="39"/>
                    <a:pt x="1" y="24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9" y="11"/>
                    <a:pt x="11" y="10"/>
                  </a:cubicBezTo>
                  <a:cubicBezTo>
                    <a:pt x="24" y="5"/>
                    <a:pt x="66" y="6"/>
                    <a:pt x="89" y="21"/>
                  </a:cubicBezTo>
                  <a:cubicBezTo>
                    <a:pt x="109" y="34"/>
                    <a:pt x="131" y="37"/>
                    <a:pt x="154" y="40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208" y="48"/>
                    <a:pt x="229" y="52"/>
                    <a:pt x="241" y="59"/>
                  </a:cubicBezTo>
                  <a:cubicBezTo>
                    <a:pt x="247" y="62"/>
                    <a:pt x="250" y="69"/>
                    <a:pt x="254" y="77"/>
                  </a:cubicBezTo>
                  <a:cubicBezTo>
                    <a:pt x="257" y="83"/>
                    <a:pt x="260" y="90"/>
                    <a:pt x="266" y="97"/>
                  </a:cubicBezTo>
                  <a:cubicBezTo>
                    <a:pt x="274" y="106"/>
                    <a:pt x="280" y="107"/>
                    <a:pt x="288" y="107"/>
                  </a:cubicBezTo>
                  <a:cubicBezTo>
                    <a:pt x="292" y="108"/>
                    <a:pt x="298" y="108"/>
                    <a:pt x="304" y="111"/>
                  </a:cubicBezTo>
                  <a:cubicBezTo>
                    <a:pt x="321" y="117"/>
                    <a:pt x="324" y="121"/>
                    <a:pt x="325" y="127"/>
                  </a:cubicBezTo>
                  <a:cubicBezTo>
                    <a:pt x="326" y="128"/>
                    <a:pt x="325" y="132"/>
                    <a:pt x="321" y="136"/>
                  </a:cubicBezTo>
                  <a:cubicBezTo>
                    <a:pt x="317" y="141"/>
                    <a:pt x="311" y="145"/>
                    <a:pt x="305" y="145"/>
                  </a:cubicBezTo>
                  <a:cubicBezTo>
                    <a:pt x="301" y="145"/>
                    <a:pt x="300" y="143"/>
                    <a:pt x="298" y="139"/>
                  </a:cubicBezTo>
                  <a:cubicBezTo>
                    <a:pt x="296" y="134"/>
                    <a:pt x="293" y="127"/>
                    <a:pt x="282" y="127"/>
                  </a:cubicBezTo>
                  <a:cubicBezTo>
                    <a:pt x="268" y="127"/>
                    <a:pt x="267" y="135"/>
                    <a:pt x="265" y="146"/>
                  </a:cubicBezTo>
                  <a:cubicBezTo>
                    <a:pt x="265" y="150"/>
                    <a:pt x="264" y="155"/>
                    <a:pt x="263" y="160"/>
                  </a:cubicBezTo>
                  <a:cubicBezTo>
                    <a:pt x="260" y="169"/>
                    <a:pt x="258" y="171"/>
                    <a:pt x="256" y="174"/>
                  </a:cubicBezTo>
                  <a:cubicBezTo>
                    <a:pt x="253" y="177"/>
                    <a:pt x="251" y="180"/>
                    <a:pt x="251" y="189"/>
                  </a:cubicBezTo>
                  <a:cubicBezTo>
                    <a:pt x="251" y="196"/>
                    <a:pt x="253" y="203"/>
                    <a:pt x="254" y="208"/>
                  </a:cubicBezTo>
                  <a:cubicBezTo>
                    <a:pt x="256" y="211"/>
                    <a:pt x="257" y="215"/>
                    <a:pt x="256" y="216"/>
                  </a:cubicBezTo>
                  <a:cubicBezTo>
                    <a:pt x="256" y="216"/>
                    <a:pt x="255" y="216"/>
                    <a:pt x="255" y="216"/>
                  </a:cubicBezTo>
                  <a:cubicBezTo>
                    <a:pt x="244" y="218"/>
                    <a:pt x="235" y="217"/>
                    <a:pt x="232" y="213"/>
                  </a:cubicBezTo>
                  <a:cubicBezTo>
                    <a:pt x="229" y="211"/>
                    <a:pt x="229" y="208"/>
                    <a:pt x="229" y="204"/>
                  </a:cubicBezTo>
                  <a:cubicBezTo>
                    <a:pt x="231" y="194"/>
                    <a:pt x="231" y="194"/>
                    <a:pt x="231" y="194"/>
                  </a:cubicBezTo>
                  <a:cubicBezTo>
                    <a:pt x="233" y="181"/>
                    <a:pt x="235" y="172"/>
                    <a:pt x="223" y="168"/>
                  </a:cubicBezTo>
                  <a:cubicBezTo>
                    <a:pt x="218" y="167"/>
                    <a:pt x="215" y="167"/>
                    <a:pt x="212" y="166"/>
                  </a:cubicBezTo>
                  <a:cubicBezTo>
                    <a:pt x="206" y="165"/>
                    <a:pt x="200" y="165"/>
                    <a:pt x="183" y="154"/>
                  </a:cubicBezTo>
                  <a:cubicBezTo>
                    <a:pt x="169" y="144"/>
                    <a:pt x="169" y="144"/>
                    <a:pt x="169" y="144"/>
                  </a:cubicBezTo>
                  <a:cubicBezTo>
                    <a:pt x="161" y="139"/>
                    <a:pt x="160" y="139"/>
                    <a:pt x="152" y="139"/>
                  </a:cubicBezTo>
                  <a:cubicBezTo>
                    <a:pt x="149" y="139"/>
                    <a:pt x="149" y="139"/>
                    <a:pt x="149" y="139"/>
                  </a:cubicBezTo>
                  <a:cubicBezTo>
                    <a:pt x="143" y="139"/>
                    <a:pt x="139" y="140"/>
                    <a:pt x="136" y="144"/>
                  </a:cubicBezTo>
                  <a:cubicBezTo>
                    <a:pt x="130" y="151"/>
                    <a:pt x="130" y="166"/>
                    <a:pt x="132" y="181"/>
                  </a:cubicBezTo>
                  <a:cubicBezTo>
                    <a:pt x="134" y="196"/>
                    <a:pt x="137" y="201"/>
                    <a:pt x="139" y="204"/>
                  </a:cubicBezTo>
                  <a:cubicBezTo>
                    <a:pt x="141" y="206"/>
                    <a:pt x="141" y="206"/>
                    <a:pt x="141" y="209"/>
                  </a:cubicBezTo>
                  <a:cubicBezTo>
                    <a:pt x="141" y="209"/>
                    <a:pt x="141" y="210"/>
                    <a:pt x="141" y="210"/>
                  </a:cubicBezTo>
                  <a:cubicBezTo>
                    <a:pt x="139" y="211"/>
                    <a:pt x="132" y="208"/>
                    <a:pt x="125" y="205"/>
                  </a:cubicBezTo>
                  <a:cubicBezTo>
                    <a:pt x="112" y="200"/>
                    <a:pt x="112" y="200"/>
                    <a:pt x="112" y="200"/>
                  </a:cubicBezTo>
                  <a:cubicBezTo>
                    <a:pt x="94" y="194"/>
                    <a:pt x="88" y="188"/>
                    <a:pt x="83" y="172"/>
                  </a:cubicBezTo>
                  <a:cubicBezTo>
                    <a:pt x="80" y="163"/>
                    <a:pt x="84" y="161"/>
                    <a:pt x="89" y="158"/>
                  </a:cubicBezTo>
                  <a:cubicBezTo>
                    <a:pt x="92" y="157"/>
                    <a:pt x="95" y="155"/>
                    <a:pt x="97" y="152"/>
                  </a:cubicBezTo>
                  <a:cubicBezTo>
                    <a:pt x="98" y="150"/>
                    <a:pt x="101" y="148"/>
                    <a:pt x="103" y="145"/>
                  </a:cubicBezTo>
                  <a:cubicBezTo>
                    <a:pt x="108" y="139"/>
                    <a:pt x="114" y="133"/>
                    <a:pt x="116" y="125"/>
                  </a:cubicBezTo>
                  <a:cubicBezTo>
                    <a:pt x="117" y="120"/>
                    <a:pt x="117" y="117"/>
                    <a:pt x="115" y="114"/>
                  </a:cubicBezTo>
                  <a:cubicBezTo>
                    <a:pt x="113" y="111"/>
                    <a:pt x="108" y="111"/>
                    <a:pt x="100" y="111"/>
                  </a:cubicBezTo>
                  <a:cubicBezTo>
                    <a:pt x="95" y="111"/>
                    <a:pt x="92" y="109"/>
                    <a:pt x="89" y="107"/>
                  </a:cubicBezTo>
                  <a:cubicBezTo>
                    <a:pt x="84" y="103"/>
                    <a:pt x="78" y="100"/>
                    <a:pt x="67" y="104"/>
                  </a:cubicBezTo>
                  <a:cubicBezTo>
                    <a:pt x="50" y="111"/>
                    <a:pt x="42" y="111"/>
                    <a:pt x="32" y="104"/>
                  </a:cubicBezTo>
                  <a:close/>
                  <a:moveTo>
                    <a:pt x="4" y="11"/>
                  </a:move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8" name="Freeform 497">
              <a:extLst>
                <a:ext uri="{FF2B5EF4-FFF2-40B4-BE49-F238E27FC236}">
                  <a16:creationId xmlns:a16="http://schemas.microsoft.com/office/drawing/2014/main" id="{EACCE38E-3F63-4394-BAC3-E0E9B4A5C9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9" y="2780"/>
              <a:ext cx="980" cy="656"/>
            </a:xfrm>
            <a:custGeom>
              <a:avLst/>
              <a:gdLst>
                <a:gd name="T0" fmla="*/ 6691 w 325"/>
                <a:gd name="T1" fmla="*/ 238 h 204"/>
                <a:gd name="T2" fmla="*/ 5621 w 325"/>
                <a:gd name="T3" fmla="*/ 270 h 204"/>
                <a:gd name="T4" fmla="*/ 3727 w 325"/>
                <a:gd name="T5" fmla="*/ 630 h 204"/>
                <a:gd name="T6" fmla="*/ 2409 w 325"/>
                <a:gd name="T7" fmla="*/ 1129 h 204"/>
                <a:gd name="T8" fmla="*/ 573 w 325"/>
                <a:gd name="T9" fmla="*/ 2100 h 204"/>
                <a:gd name="T10" fmla="*/ 163 w 325"/>
                <a:gd name="T11" fmla="*/ 2161 h 204"/>
                <a:gd name="T12" fmla="*/ 54 w 325"/>
                <a:gd name="T13" fmla="*/ 3393 h 204"/>
                <a:gd name="T14" fmla="*/ 519 w 325"/>
                <a:gd name="T15" fmla="*/ 4126 h 204"/>
                <a:gd name="T16" fmla="*/ 709 w 325"/>
                <a:gd name="T17" fmla="*/ 3495 h 204"/>
                <a:gd name="T18" fmla="*/ 1918 w 325"/>
                <a:gd name="T19" fmla="*/ 3920 h 204"/>
                <a:gd name="T20" fmla="*/ 1646 w 325"/>
                <a:gd name="T21" fmla="*/ 5222 h 204"/>
                <a:gd name="T22" fmla="*/ 1674 w 325"/>
                <a:gd name="T23" fmla="*/ 5820 h 204"/>
                <a:gd name="T24" fmla="*/ 1426 w 325"/>
                <a:gd name="T25" fmla="*/ 6081 h 204"/>
                <a:gd name="T26" fmla="*/ 1782 w 325"/>
                <a:gd name="T27" fmla="*/ 6319 h 204"/>
                <a:gd name="T28" fmla="*/ 1999 w 325"/>
                <a:gd name="T29" fmla="*/ 6380 h 204"/>
                <a:gd name="T30" fmla="*/ 2545 w 325"/>
                <a:gd name="T31" fmla="*/ 6216 h 204"/>
                <a:gd name="T32" fmla="*/ 3154 w 325"/>
                <a:gd name="T33" fmla="*/ 6049 h 204"/>
                <a:gd name="T34" fmla="*/ 3646 w 325"/>
                <a:gd name="T35" fmla="*/ 6422 h 204"/>
                <a:gd name="T36" fmla="*/ 4990 w 325"/>
                <a:gd name="T37" fmla="*/ 6287 h 204"/>
                <a:gd name="T38" fmla="*/ 5591 w 325"/>
                <a:gd name="T39" fmla="*/ 5190 h 204"/>
                <a:gd name="T40" fmla="*/ 5455 w 325"/>
                <a:gd name="T41" fmla="*/ 4425 h 204"/>
                <a:gd name="T42" fmla="*/ 5428 w 325"/>
                <a:gd name="T43" fmla="*/ 3659 h 204"/>
                <a:gd name="T44" fmla="*/ 5129 w 325"/>
                <a:gd name="T45" fmla="*/ 2958 h 204"/>
                <a:gd name="T46" fmla="*/ 6191 w 325"/>
                <a:gd name="T47" fmla="*/ 1933 h 204"/>
                <a:gd name="T48" fmla="*/ 6966 w 325"/>
                <a:gd name="T49" fmla="*/ 3225 h 204"/>
                <a:gd name="T50" fmla="*/ 7237 w 325"/>
                <a:gd name="T51" fmla="*/ 3795 h 204"/>
                <a:gd name="T52" fmla="*/ 8585 w 325"/>
                <a:gd name="T53" fmla="*/ 2264 h 204"/>
                <a:gd name="T54" fmla="*/ 7345 w 325"/>
                <a:gd name="T55" fmla="*/ 164 h 204"/>
                <a:gd name="T56" fmla="*/ 6691 w 325"/>
                <a:gd name="T57" fmla="*/ 363 h 204"/>
                <a:gd name="T58" fmla="*/ 8528 w 325"/>
                <a:gd name="T59" fmla="*/ 765 h 204"/>
                <a:gd name="T60" fmla="*/ 7620 w 325"/>
                <a:gd name="T61" fmla="*/ 3528 h 204"/>
                <a:gd name="T62" fmla="*/ 7047 w 325"/>
                <a:gd name="T63" fmla="*/ 3557 h 204"/>
                <a:gd name="T64" fmla="*/ 6938 w 325"/>
                <a:gd name="T65" fmla="*/ 2296 h 204"/>
                <a:gd name="T66" fmla="*/ 5156 w 325"/>
                <a:gd name="T67" fmla="*/ 2161 h 204"/>
                <a:gd name="T68" fmla="*/ 5018 w 325"/>
                <a:gd name="T69" fmla="*/ 2987 h 204"/>
                <a:gd name="T70" fmla="*/ 5319 w 325"/>
                <a:gd name="T71" fmla="*/ 3659 h 204"/>
                <a:gd name="T72" fmla="*/ 5346 w 325"/>
                <a:gd name="T73" fmla="*/ 4425 h 204"/>
                <a:gd name="T74" fmla="*/ 5482 w 325"/>
                <a:gd name="T75" fmla="*/ 5190 h 204"/>
                <a:gd name="T76" fmla="*/ 4963 w 325"/>
                <a:gd name="T77" fmla="*/ 6152 h 204"/>
                <a:gd name="T78" fmla="*/ 3700 w 325"/>
                <a:gd name="T79" fmla="*/ 6319 h 204"/>
                <a:gd name="T80" fmla="*/ 3181 w 325"/>
                <a:gd name="T81" fmla="*/ 5914 h 204"/>
                <a:gd name="T82" fmla="*/ 2491 w 325"/>
                <a:gd name="T83" fmla="*/ 6081 h 204"/>
                <a:gd name="T84" fmla="*/ 2026 w 325"/>
                <a:gd name="T85" fmla="*/ 6255 h 204"/>
                <a:gd name="T86" fmla="*/ 1782 w 325"/>
                <a:gd name="T87" fmla="*/ 6184 h 204"/>
                <a:gd name="T88" fmla="*/ 1538 w 325"/>
                <a:gd name="T89" fmla="*/ 6123 h 204"/>
                <a:gd name="T90" fmla="*/ 1755 w 325"/>
                <a:gd name="T91" fmla="*/ 5914 h 204"/>
                <a:gd name="T92" fmla="*/ 1755 w 325"/>
                <a:gd name="T93" fmla="*/ 5222 h 204"/>
                <a:gd name="T94" fmla="*/ 2026 w 325"/>
                <a:gd name="T95" fmla="*/ 3888 h 204"/>
                <a:gd name="T96" fmla="*/ 627 w 325"/>
                <a:gd name="T97" fmla="*/ 3393 h 204"/>
                <a:gd name="T98" fmla="*/ 437 w 325"/>
                <a:gd name="T99" fmla="*/ 4055 h 204"/>
                <a:gd name="T100" fmla="*/ 136 w 325"/>
                <a:gd name="T101" fmla="*/ 3557 h 204"/>
                <a:gd name="T102" fmla="*/ 190 w 325"/>
                <a:gd name="T103" fmla="*/ 3257 h 204"/>
                <a:gd name="T104" fmla="*/ 136 w 325"/>
                <a:gd name="T105" fmla="*/ 2563 h 204"/>
                <a:gd name="T106" fmla="*/ 573 w 325"/>
                <a:gd name="T107" fmla="*/ 2222 h 204"/>
                <a:gd name="T108" fmla="*/ 2491 w 325"/>
                <a:gd name="T109" fmla="*/ 1232 h 204"/>
                <a:gd name="T110" fmla="*/ 3754 w 325"/>
                <a:gd name="T111" fmla="*/ 765 h 204"/>
                <a:gd name="T112" fmla="*/ 5591 w 325"/>
                <a:gd name="T113" fmla="*/ 402 h 20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25" h="204">
                  <a:moveTo>
                    <a:pt x="268" y="5"/>
                  </a:moveTo>
                  <a:cubicBezTo>
                    <a:pt x="259" y="7"/>
                    <a:pt x="252" y="7"/>
                    <a:pt x="244" y="7"/>
                  </a:cubicBezTo>
                  <a:cubicBezTo>
                    <a:pt x="224" y="8"/>
                    <a:pt x="224" y="8"/>
                    <a:pt x="224" y="8"/>
                  </a:cubicBezTo>
                  <a:cubicBezTo>
                    <a:pt x="217" y="9"/>
                    <a:pt x="211" y="9"/>
                    <a:pt x="205" y="8"/>
                  </a:cubicBezTo>
                  <a:cubicBezTo>
                    <a:pt x="195" y="7"/>
                    <a:pt x="186" y="6"/>
                    <a:pt x="172" y="11"/>
                  </a:cubicBezTo>
                  <a:cubicBezTo>
                    <a:pt x="160" y="16"/>
                    <a:pt x="149" y="17"/>
                    <a:pt x="136" y="19"/>
                  </a:cubicBezTo>
                  <a:cubicBezTo>
                    <a:pt x="126" y="20"/>
                    <a:pt x="116" y="22"/>
                    <a:pt x="104" y="25"/>
                  </a:cubicBezTo>
                  <a:cubicBezTo>
                    <a:pt x="100" y="26"/>
                    <a:pt x="96" y="28"/>
                    <a:pt x="88" y="34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45" y="62"/>
                    <a:pt x="32" y="63"/>
                    <a:pt x="21" y="63"/>
                  </a:cubicBezTo>
                  <a:cubicBezTo>
                    <a:pt x="16" y="63"/>
                    <a:pt x="11" y="63"/>
                    <a:pt x="6" y="64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0" y="68"/>
                    <a:pt x="1" y="78"/>
                    <a:pt x="2" y="88"/>
                  </a:cubicBezTo>
                  <a:cubicBezTo>
                    <a:pt x="2" y="94"/>
                    <a:pt x="3" y="100"/>
                    <a:pt x="2" y="102"/>
                  </a:cubicBezTo>
                  <a:cubicBezTo>
                    <a:pt x="0" y="109"/>
                    <a:pt x="3" y="126"/>
                    <a:pt x="10" y="129"/>
                  </a:cubicBezTo>
                  <a:cubicBezTo>
                    <a:pt x="12" y="130"/>
                    <a:pt x="16" y="130"/>
                    <a:pt x="19" y="124"/>
                  </a:cubicBezTo>
                  <a:cubicBezTo>
                    <a:pt x="21" y="121"/>
                    <a:pt x="22" y="118"/>
                    <a:pt x="22" y="115"/>
                  </a:cubicBezTo>
                  <a:cubicBezTo>
                    <a:pt x="23" y="111"/>
                    <a:pt x="24" y="108"/>
                    <a:pt x="26" y="105"/>
                  </a:cubicBezTo>
                  <a:cubicBezTo>
                    <a:pt x="29" y="102"/>
                    <a:pt x="35" y="101"/>
                    <a:pt x="43" y="101"/>
                  </a:cubicBezTo>
                  <a:cubicBezTo>
                    <a:pt x="57" y="101"/>
                    <a:pt x="68" y="102"/>
                    <a:pt x="70" y="118"/>
                  </a:cubicBezTo>
                  <a:cubicBezTo>
                    <a:pt x="72" y="125"/>
                    <a:pt x="69" y="131"/>
                    <a:pt x="65" y="136"/>
                  </a:cubicBezTo>
                  <a:cubicBezTo>
                    <a:pt x="62" y="142"/>
                    <a:pt x="59" y="148"/>
                    <a:pt x="60" y="157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63" y="167"/>
                    <a:pt x="64" y="171"/>
                    <a:pt x="61" y="175"/>
                  </a:cubicBezTo>
                  <a:cubicBezTo>
                    <a:pt x="60" y="176"/>
                    <a:pt x="59" y="177"/>
                    <a:pt x="58" y="177"/>
                  </a:cubicBezTo>
                  <a:cubicBezTo>
                    <a:pt x="55" y="179"/>
                    <a:pt x="52" y="180"/>
                    <a:pt x="52" y="183"/>
                  </a:cubicBezTo>
                  <a:cubicBezTo>
                    <a:pt x="52" y="185"/>
                    <a:pt x="53" y="187"/>
                    <a:pt x="55" y="189"/>
                  </a:cubicBezTo>
                  <a:cubicBezTo>
                    <a:pt x="56" y="190"/>
                    <a:pt x="59" y="190"/>
                    <a:pt x="65" y="190"/>
                  </a:cubicBezTo>
                  <a:cubicBezTo>
                    <a:pt x="70" y="191"/>
                    <a:pt x="70" y="191"/>
                    <a:pt x="70" y="191"/>
                  </a:cubicBezTo>
                  <a:cubicBezTo>
                    <a:pt x="73" y="192"/>
                    <a:pt x="73" y="192"/>
                    <a:pt x="73" y="192"/>
                  </a:cubicBezTo>
                  <a:cubicBezTo>
                    <a:pt x="75" y="192"/>
                    <a:pt x="76" y="193"/>
                    <a:pt x="80" y="193"/>
                  </a:cubicBezTo>
                  <a:cubicBezTo>
                    <a:pt x="85" y="192"/>
                    <a:pt x="89" y="189"/>
                    <a:pt x="93" y="187"/>
                  </a:cubicBezTo>
                  <a:cubicBezTo>
                    <a:pt x="97" y="185"/>
                    <a:pt x="97" y="185"/>
                    <a:pt x="97" y="185"/>
                  </a:cubicBezTo>
                  <a:cubicBezTo>
                    <a:pt x="103" y="182"/>
                    <a:pt x="107" y="181"/>
                    <a:pt x="115" y="182"/>
                  </a:cubicBezTo>
                  <a:cubicBezTo>
                    <a:pt x="122" y="183"/>
                    <a:pt x="125" y="185"/>
                    <a:pt x="129" y="190"/>
                  </a:cubicBezTo>
                  <a:cubicBezTo>
                    <a:pt x="133" y="193"/>
                    <a:pt x="133" y="193"/>
                    <a:pt x="133" y="193"/>
                  </a:cubicBezTo>
                  <a:cubicBezTo>
                    <a:pt x="145" y="204"/>
                    <a:pt x="169" y="195"/>
                    <a:pt x="181" y="190"/>
                  </a:cubicBezTo>
                  <a:cubicBezTo>
                    <a:pt x="182" y="189"/>
                    <a:pt x="182" y="189"/>
                    <a:pt x="182" y="189"/>
                  </a:cubicBezTo>
                  <a:cubicBezTo>
                    <a:pt x="183" y="188"/>
                    <a:pt x="183" y="188"/>
                    <a:pt x="183" y="188"/>
                  </a:cubicBezTo>
                  <a:cubicBezTo>
                    <a:pt x="194" y="180"/>
                    <a:pt x="205" y="170"/>
                    <a:pt x="204" y="156"/>
                  </a:cubicBezTo>
                  <a:cubicBezTo>
                    <a:pt x="203" y="151"/>
                    <a:pt x="202" y="146"/>
                    <a:pt x="201" y="142"/>
                  </a:cubicBezTo>
                  <a:cubicBezTo>
                    <a:pt x="199" y="133"/>
                    <a:pt x="199" y="133"/>
                    <a:pt x="199" y="133"/>
                  </a:cubicBezTo>
                  <a:cubicBezTo>
                    <a:pt x="199" y="129"/>
                    <a:pt x="199" y="125"/>
                    <a:pt x="199" y="121"/>
                  </a:cubicBezTo>
                  <a:cubicBezTo>
                    <a:pt x="198" y="110"/>
                    <a:pt x="198" y="110"/>
                    <a:pt x="198" y="110"/>
                  </a:cubicBezTo>
                  <a:cubicBezTo>
                    <a:pt x="197" y="104"/>
                    <a:pt x="195" y="101"/>
                    <a:pt x="192" y="97"/>
                  </a:cubicBezTo>
                  <a:cubicBezTo>
                    <a:pt x="190" y="94"/>
                    <a:pt x="188" y="92"/>
                    <a:pt x="187" y="89"/>
                  </a:cubicBezTo>
                  <a:cubicBezTo>
                    <a:pt x="186" y="83"/>
                    <a:pt x="188" y="72"/>
                    <a:pt x="191" y="67"/>
                  </a:cubicBezTo>
                  <a:cubicBezTo>
                    <a:pt x="198" y="53"/>
                    <a:pt x="214" y="53"/>
                    <a:pt x="226" y="58"/>
                  </a:cubicBezTo>
                  <a:cubicBezTo>
                    <a:pt x="234" y="62"/>
                    <a:pt x="244" y="67"/>
                    <a:pt x="251" y="72"/>
                  </a:cubicBezTo>
                  <a:cubicBezTo>
                    <a:pt x="259" y="78"/>
                    <a:pt x="257" y="86"/>
                    <a:pt x="254" y="97"/>
                  </a:cubicBezTo>
                  <a:cubicBezTo>
                    <a:pt x="253" y="102"/>
                    <a:pt x="252" y="106"/>
                    <a:pt x="254" y="109"/>
                  </a:cubicBezTo>
                  <a:cubicBezTo>
                    <a:pt x="256" y="111"/>
                    <a:pt x="259" y="113"/>
                    <a:pt x="264" y="114"/>
                  </a:cubicBezTo>
                  <a:cubicBezTo>
                    <a:pt x="271" y="115"/>
                    <a:pt x="275" y="113"/>
                    <a:pt x="281" y="109"/>
                  </a:cubicBezTo>
                  <a:cubicBezTo>
                    <a:pt x="292" y="99"/>
                    <a:pt x="306" y="84"/>
                    <a:pt x="313" y="68"/>
                  </a:cubicBezTo>
                  <a:cubicBezTo>
                    <a:pt x="318" y="57"/>
                    <a:pt x="325" y="33"/>
                    <a:pt x="314" y="21"/>
                  </a:cubicBezTo>
                  <a:cubicBezTo>
                    <a:pt x="306" y="7"/>
                    <a:pt x="282" y="0"/>
                    <a:pt x="268" y="5"/>
                  </a:cubicBezTo>
                  <a:close/>
                  <a:moveTo>
                    <a:pt x="224" y="12"/>
                  </a:moveTo>
                  <a:cubicBezTo>
                    <a:pt x="244" y="11"/>
                    <a:pt x="244" y="11"/>
                    <a:pt x="244" y="11"/>
                  </a:cubicBezTo>
                  <a:cubicBezTo>
                    <a:pt x="253" y="11"/>
                    <a:pt x="260" y="11"/>
                    <a:pt x="269" y="8"/>
                  </a:cubicBezTo>
                  <a:cubicBezTo>
                    <a:pt x="282" y="5"/>
                    <a:pt x="303" y="10"/>
                    <a:pt x="311" y="23"/>
                  </a:cubicBezTo>
                  <a:cubicBezTo>
                    <a:pt x="320" y="34"/>
                    <a:pt x="315" y="55"/>
                    <a:pt x="310" y="66"/>
                  </a:cubicBezTo>
                  <a:cubicBezTo>
                    <a:pt x="303" y="81"/>
                    <a:pt x="289" y="97"/>
                    <a:pt x="278" y="106"/>
                  </a:cubicBezTo>
                  <a:cubicBezTo>
                    <a:pt x="274" y="110"/>
                    <a:pt x="270" y="111"/>
                    <a:pt x="265" y="110"/>
                  </a:cubicBezTo>
                  <a:cubicBezTo>
                    <a:pt x="261" y="109"/>
                    <a:pt x="258" y="108"/>
                    <a:pt x="257" y="107"/>
                  </a:cubicBezTo>
                  <a:cubicBezTo>
                    <a:pt x="256" y="105"/>
                    <a:pt x="257" y="103"/>
                    <a:pt x="258" y="98"/>
                  </a:cubicBezTo>
                  <a:cubicBezTo>
                    <a:pt x="260" y="89"/>
                    <a:pt x="264" y="77"/>
                    <a:pt x="253" y="69"/>
                  </a:cubicBezTo>
                  <a:cubicBezTo>
                    <a:pt x="246" y="63"/>
                    <a:pt x="236" y="58"/>
                    <a:pt x="227" y="55"/>
                  </a:cubicBezTo>
                  <a:cubicBezTo>
                    <a:pt x="214" y="48"/>
                    <a:pt x="196" y="49"/>
                    <a:pt x="188" y="65"/>
                  </a:cubicBezTo>
                  <a:cubicBezTo>
                    <a:pt x="185" y="70"/>
                    <a:pt x="183" y="78"/>
                    <a:pt x="183" y="84"/>
                  </a:cubicBezTo>
                  <a:cubicBezTo>
                    <a:pt x="183" y="86"/>
                    <a:pt x="183" y="88"/>
                    <a:pt x="183" y="90"/>
                  </a:cubicBezTo>
                  <a:cubicBezTo>
                    <a:pt x="184" y="94"/>
                    <a:pt x="187" y="97"/>
                    <a:pt x="189" y="100"/>
                  </a:cubicBezTo>
                  <a:cubicBezTo>
                    <a:pt x="191" y="103"/>
                    <a:pt x="193" y="106"/>
                    <a:pt x="194" y="110"/>
                  </a:cubicBezTo>
                  <a:cubicBezTo>
                    <a:pt x="195" y="121"/>
                    <a:pt x="195" y="121"/>
                    <a:pt x="195" y="121"/>
                  </a:cubicBezTo>
                  <a:cubicBezTo>
                    <a:pt x="195" y="125"/>
                    <a:pt x="195" y="129"/>
                    <a:pt x="195" y="133"/>
                  </a:cubicBezTo>
                  <a:cubicBezTo>
                    <a:pt x="197" y="143"/>
                    <a:pt x="197" y="143"/>
                    <a:pt x="197" y="143"/>
                  </a:cubicBezTo>
                  <a:cubicBezTo>
                    <a:pt x="198" y="147"/>
                    <a:pt x="199" y="151"/>
                    <a:pt x="200" y="156"/>
                  </a:cubicBezTo>
                  <a:cubicBezTo>
                    <a:pt x="200" y="157"/>
                    <a:pt x="200" y="157"/>
                    <a:pt x="200" y="158"/>
                  </a:cubicBezTo>
                  <a:cubicBezTo>
                    <a:pt x="200" y="170"/>
                    <a:pt x="190" y="177"/>
                    <a:pt x="181" y="185"/>
                  </a:cubicBezTo>
                  <a:cubicBezTo>
                    <a:pt x="181" y="185"/>
                    <a:pt x="180" y="186"/>
                    <a:pt x="180" y="186"/>
                  </a:cubicBezTo>
                  <a:cubicBezTo>
                    <a:pt x="167" y="191"/>
                    <a:pt x="146" y="199"/>
                    <a:pt x="135" y="190"/>
                  </a:cubicBezTo>
                  <a:cubicBezTo>
                    <a:pt x="132" y="187"/>
                    <a:pt x="132" y="187"/>
                    <a:pt x="132" y="187"/>
                  </a:cubicBezTo>
                  <a:cubicBezTo>
                    <a:pt x="127" y="182"/>
                    <a:pt x="124" y="179"/>
                    <a:pt x="116" y="178"/>
                  </a:cubicBezTo>
                  <a:cubicBezTo>
                    <a:pt x="108" y="177"/>
                    <a:pt x="102" y="177"/>
                    <a:pt x="95" y="181"/>
                  </a:cubicBezTo>
                  <a:cubicBezTo>
                    <a:pt x="91" y="183"/>
                    <a:pt x="91" y="183"/>
                    <a:pt x="91" y="183"/>
                  </a:cubicBezTo>
                  <a:cubicBezTo>
                    <a:pt x="87" y="186"/>
                    <a:pt x="84" y="188"/>
                    <a:pt x="79" y="189"/>
                  </a:cubicBezTo>
                  <a:cubicBezTo>
                    <a:pt x="77" y="189"/>
                    <a:pt x="76" y="188"/>
                    <a:pt x="74" y="188"/>
                  </a:cubicBezTo>
                  <a:cubicBezTo>
                    <a:pt x="71" y="187"/>
                    <a:pt x="71" y="187"/>
                    <a:pt x="71" y="187"/>
                  </a:cubicBezTo>
                  <a:cubicBezTo>
                    <a:pt x="71" y="187"/>
                    <a:pt x="65" y="186"/>
                    <a:pt x="65" y="186"/>
                  </a:cubicBezTo>
                  <a:cubicBezTo>
                    <a:pt x="63" y="186"/>
                    <a:pt x="58" y="186"/>
                    <a:pt x="58" y="185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3"/>
                    <a:pt x="58" y="181"/>
                    <a:pt x="60" y="181"/>
                  </a:cubicBezTo>
                  <a:cubicBezTo>
                    <a:pt x="61" y="180"/>
                    <a:pt x="63" y="179"/>
                    <a:pt x="64" y="178"/>
                  </a:cubicBezTo>
                  <a:cubicBezTo>
                    <a:pt x="68" y="172"/>
                    <a:pt x="67" y="166"/>
                    <a:pt x="65" y="162"/>
                  </a:cubicBezTo>
                  <a:cubicBezTo>
                    <a:pt x="64" y="157"/>
                    <a:pt x="64" y="157"/>
                    <a:pt x="64" y="157"/>
                  </a:cubicBezTo>
                  <a:cubicBezTo>
                    <a:pt x="63" y="149"/>
                    <a:pt x="66" y="144"/>
                    <a:pt x="69" y="138"/>
                  </a:cubicBezTo>
                  <a:cubicBezTo>
                    <a:pt x="72" y="132"/>
                    <a:pt x="76" y="126"/>
                    <a:pt x="74" y="117"/>
                  </a:cubicBezTo>
                  <a:cubicBezTo>
                    <a:pt x="71" y="99"/>
                    <a:pt x="57" y="97"/>
                    <a:pt x="43" y="97"/>
                  </a:cubicBezTo>
                  <a:cubicBezTo>
                    <a:pt x="34" y="97"/>
                    <a:pt x="27" y="99"/>
                    <a:pt x="23" y="102"/>
                  </a:cubicBezTo>
                  <a:cubicBezTo>
                    <a:pt x="20" y="106"/>
                    <a:pt x="19" y="110"/>
                    <a:pt x="18" y="114"/>
                  </a:cubicBezTo>
                  <a:cubicBezTo>
                    <a:pt x="18" y="117"/>
                    <a:pt x="17" y="120"/>
                    <a:pt x="16" y="122"/>
                  </a:cubicBezTo>
                  <a:cubicBezTo>
                    <a:pt x="15" y="124"/>
                    <a:pt x="13" y="126"/>
                    <a:pt x="12" y="125"/>
                  </a:cubicBezTo>
                  <a:cubicBezTo>
                    <a:pt x="8" y="124"/>
                    <a:pt x="5" y="114"/>
                    <a:pt x="5" y="107"/>
                  </a:cubicBezTo>
                  <a:cubicBezTo>
                    <a:pt x="5" y="106"/>
                    <a:pt x="6" y="105"/>
                    <a:pt x="6" y="104"/>
                  </a:cubicBezTo>
                  <a:cubicBezTo>
                    <a:pt x="6" y="102"/>
                    <a:pt x="7" y="100"/>
                    <a:pt x="7" y="98"/>
                  </a:cubicBezTo>
                  <a:cubicBezTo>
                    <a:pt x="7" y="95"/>
                    <a:pt x="6" y="92"/>
                    <a:pt x="6" y="88"/>
                  </a:cubicBezTo>
                  <a:cubicBezTo>
                    <a:pt x="6" y="85"/>
                    <a:pt x="5" y="81"/>
                    <a:pt x="5" y="77"/>
                  </a:cubicBezTo>
                  <a:cubicBezTo>
                    <a:pt x="5" y="73"/>
                    <a:pt x="6" y="69"/>
                    <a:pt x="8" y="68"/>
                  </a:cubicBezTo>
                  <a:cubicBezTo>
                    <a:pt x="12" y="67"/>
                    <a:pt x="16" y="67"/>
                    <a:pt x="21" y="67"/>
                  </a:cubicBezTo>
                  <a:cubicBezTo>
                    <a:pt x="32" y="67"/>
                    <a:pt x="46" y="66"/>
                    <a:pt x="65" y="54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98" y="32"/>
                    <a:pt x="102" y="29"/>
                    <a:pt x="105" y="28"/>
                  </a:cubicBezTo>
                  <a:cubicBezTo>
                    <a:pt x="117" y="25"/>
                    <a:pt x="127" y="24"/>
                    <a:pt x="137" y="23"/>
                  </a:cubicBezTo>
                  <a:cubicBezTo>
                    <a:pt x="149" y="21"/>
                    <a:pt x="161" y="20"/>
                    <a:pt x="174" y="15"/>
                  </a:cubicBezTo>
                  <a:cubicBezTo>
                    <a:pt x="187" y="10"/>
                    <a:pt x="195" y="11"/>
                    <a:pt x="204" y="12"/>
                  </a:cubicBezTo>
                  <a:cubicBezTo>
                    <a:pt x="210" y="13"/>
                    <a:pt x="217" y="13"/>
                    <a:pt x="22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9" name="Freeform 498">
              <a:extLst>
                <a:ext uri="{FF2B5EF4-FFF2-40B4-BE49-F238E27FC236}">
                  <a16:creationId xmlns:a16="http://schemas.microsoft.com/office/drawing/2014/main" id="{97931885-F1B9-41AB-B8DC-737450727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227"/>
              <a:ext cx="75" cy="74"/>
            </a:xfrm>
            <a:custGeom>
              <a:avLst/>
              <a:gdLst>
                <a:gd name="T0" fmla="*/ 594 w 25"/>
                <a:gd name="T1" fmla="*/ 32 h 23"/>
                <a:gd name="T2" fmla="*/ 54 w 25"/>
                <a:gd name="T3" fmla="*/ 663 h 23"/>
                <a:gd name="T4" fmla="*/ 0 w 25"/>
                <a:gd name="T5" fmla="*/ 705 h 23"/>
                <a:gd name="T6" fmla="*/ 54 w 25"/>
                <a:gd name="T7" fmla="*/ 766 h 23"/>
                <a:gd name="T8" fmla="*/ 648 w 25"/>
                <a:gd name="T9" fmla="*/ 103 h 23"/>
                <a:gd name="T10" fmla="*/ 648 w 25"/>
                <a:gd name="T11" fmla="*/ 32 h 23"/>
                <a:gd name="T12" fmla="*/ 594 w 25"/>
                <a:gd name="T13" fmla="*/ 3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3">
                  <a:moveTo>
                    <a:pt x="22" y="1"/>
                  </a:moveTo>
                  <a:cubicBezTo>
                    <a:pt x="16" y="11"/>
                    <a:pt x="5" y="20"/>
                    <a:pt x="2" y="20"/>
                  </a:cubicBezTo>
                  <a:cubicBezTo>
                    <a:pt x="1" y="20"/>
                    <a:pt x="0" y="20"/>
                    <a:pt x="0" y="21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7" y="22"/>
                    <a:pt x="19" y="13"/>
                    <a:pt x="24" y="3"/>
                  </a:cubicBezTo>
                  <a:cubicBezTo>
                    <a:pt x="25" y="2"/>
                    <a:pt x="24" y="1"/>
                    <a:pt x="24" y="1"/>
                  </a:cubicBezTo>
                  <a:cubicBezTo>
                    <a:pt x="23" y="0"/>
                    <a:pt x="22" y="0"/>
                    <a:pt x="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0" name="Freeform 499">
              <a:extLst>
                <a:ext uri="{FF2B5EF4-FFF2-40B4-BE49-F238E27FC236}">
                  <a16:creationId xmlns:a16="http://schemas.microsoft.com/office/drawing/2014/main" id="{DD2A2CB2-EAD4-47E3-8413-7CE11300C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3163"/>
              <a:ext cx="82" cy="83"/>
            </a:xfrm>
            <a:custGeom>
              <a:avLst/>
              <a:gdLst>
                <a:gd name="T0" fmla="*/ 0 w 27"/>
                <a:gd name="T1" fmla="*/ 32 h 26"/>
                <a:gd name="T2" fmla="*/ 27 w 27"/>
                <a:gd name="T3" fmla="*/ 102 h 26"/>
                <a:gd name="T4" fmla="*/ 617 w 27"/>
                <a:gd name="T5" fmla="*/ 785 h 26"/>
                <a:gd name="T6" fmla="*/ 647 w 27"/>
                <a:gd name="T7" fmla="*/ 814 h 26"/>
                <a:gd name="T8" fmla="*/ 702 w 27"/>
                <a:gd name="T9" fmla="*/ 785 h 26"/>
                <a:gd name="T10" fmla="*/ 55 w 27"/>
                <a:gd name="T11" fmla="*/ 0 h 26"/>
                <a:gd name="T12" fmla="*/ 0 w 27"/>
                <a:gd name="T13" fmla="*/ 3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0" y="6"/>
                    <a:pt x="24" y="16"/>
                    <a:pt x="22" y="24"/>
                  </a:cubicBezTo>
                  <a:cubicBezTo>
                    <a:pt x="22" y="24"/>
                    <a:pt x="23" y="25"/>
                    <a:pt x="23" y="25"/>
                  </a:cubicBezTo>
                  <a:cubicBezTo>
                    <a:pt x="24" y="26"/>
                    <a:pt x="25" y="25"/>
                    <a:pt x="25" y="24"/>
                  </a:cubicBezTo>
                  <a:cubicBezTo>
                    <a:pt x="27" y="15"/>
                    <a:pt x="12" y="3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1" name="Freeform 500">
              <a:extLst>
                <a:ext uri="{FF2B5EF4-FFF2-40B4-BE49-F238E27FC236}">
                  <a16:creationId xmlns:a16="http://schemas.microsoft.com/office/drawing/2014/main" id="{F125AA28-0D9E-4F4C-B332-DC32156FB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3237"/>
              <a:ext cx="54" cy="71"/>
            </a:xfrm>
            <a:custGeom>
              <a:avLst/>
              <a:gdLst>
                <a:gd name="T0" fmla="*/ 135 w 18"/>
                <a:gd name="T1" fmla="*/ 197 h 22"/>
                <a:gd name="T2" fmla="*/ 27 w 18"/>
                <a:gd name="T3" fmla="*/ 707 h 22"/>
                <a:gd name="T4" fmla="*/ 81 w 18"/>
                <a:gd name="T5" fmla="*/ 739 h 22"/>
                <a:gd name="T6" fmla="*/ 108 w 18"/>
                <a:gd name="T7" fmla="*/ 678 h 22"/>
                <a:gd name="T8" fmla="*/ 216 w 18"/>
                <a:gd name="T9" fmla="*/ 271 h 22"/>
                <a:gd name="T10" fmla="*/ 432 w 18"/>
                <a:gd name="T11" fmla="*/ 103 h 22"/>
                <a:gd name="T12" fmla="*/ 486 w 18"/>
                <a:gd name="T13" fmla="*/ 61 h 22"/>
                <a:gd name="T14" fmla="*/ 432 w 18"/>
                <a:gd name="T15" fmla="*/ 0 h 22"/>
                <a:gd name="T16" fmla="*/ 135 w 18"/>
                <a:gd name="T17" fmla="*/ 19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5" y="6"/>
                  </a:moveTo>
                  <a:cubicBezTo>
                    <a:pt x="2" y="10"/>
                    <a:pt x="0" y="16"/>
                    <a:pt x="1" y="21"/>
                  </a:cubicBezTo>
                  <a:cubicBezTo>
                    <a:pt x="2" y="22"/>
                    <a:pt x="2" y="22"/>
                    <a:pt x="3" y="22"/>
                  </a:cubicBezTo>
                  <a:cubicBezTo>
                    <a:pt x="4" y="22"/>
                    <a:pt x="4" y="21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0" y="5"/>
                    <a:pt x="13" y="3"/>
                    <a:pt x="16" y="3"/>
                  </a:cubicBezTo>
                  <a:cubicBezTo>
                    <a:pt x="17" y="3"/>
                    <a:pt x="18" y="3"/>
                    <a:pt x="18" y="2"/>
                  </a:cubicBezTo>
                  <a:cubicBezTo>
                    <a:pt x="18" y="1"/>
                    <a:pt x="17" y="0"/>
                    <a:pt x="16" y="0"/>
                  </a:cubicBezTo>
                  <a:cubicBezTo>
                    <a:pt x="12" y="0"/>
                    <a:pt x="8" y="2"/>
                    <a:pt x="5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2" name="Freeform 501">
              <a:extLst>
                <a:ext uri="{FF2B5EF4-FFF2-40B4-BE49-F238E27FC236}">
                  <a16:creationId xmlns:a16="http://schemas.microsoft.com/office/drawing/2014/main" id="{78D896A1-0BB3-4171-A4E9-57E61C1A4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053"/>
              <a:ext cx="24" cy="235"/>
            </a:xfrm>
            <a:custGeom>
              <a:avLst/>
              <a:gdLst>
                <a:gd name="T0" fmla="*/ 54 w 8"/>
                <a:gd name="T1" fmla="*/ 0 h 73"/>
                <a:gd name="T2" fmla="*/ 27 w 8"/>
                <a:gd name="T3" fmla="*/ 61 h 73"/>
                <a:gd name="T4" fmla="*/ 0 w 8"/>
                <a:gd name="T5" fmla="*/ 2373 h 73"/>
                <a:gd name="T6" fmla="*/ 27 w 8"/>
                <a:gd name="T7" fmla="*/ 2405 h 73"/>
                <a:gd name="T8" fmla="*/ 81 w 8"/>
                <a:gd name="T9" fmla="*/ 2373 h 73"/>
                <a:gd name="T10" fmla="*/ 108 w 8"/>
                <a:gd name="T11" fmla="*/ 32 h 73"/>
                <a:gd name="T12" fmla="*/ 54 w 8"/>
                <a:gd name="T13" fmla="*/ 0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3">
                  <a:moveTo>
                    <a:pt x="2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3" y="11"/>
                    <a:pt x="5" y="51"/>
                    <a:pt x="0" y="71"/>
                  </a:cubicBezTo>
                  <a:cubicBezTo>
                    <a:pt x="0" y="71"/>
                    <a:pt x="1" y="72"/>
                    <a:pt x="1" y="72"/>
                  </a:cubicBezTo>
                  <a:cubicBezTo>
                    <a:pt x="2" y="73"/>
                    <a:pt x="3" y="72"/>
                    <a:pt x="3" y="71"/>
                  </a:cubicBezTo>
                  <a:cubicBezTo>
                    <a:pt x="8" y="52"/>
                    <a:pt x="6" y="1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3" name="Freeform 502">
              <a:extLst>
                <a:ext uri="{FF2B5EF4-FFF2-40B4-BE49-F238E27FC236}">
                  <a16:creationId xmlns:a16="http://schemas.microsoft.com/office/drawing/2014/main" id="{062B98FC-99A5-4288-BC3A-2F4E90906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044"/>
              <a:ext cx="42" cy="167"/>
            </a:xfrm>
            <a:custGeom>
              <a:avLst/>
              <a:gdLst>
                <a:gd name="T0" fmla="*/ 54 w 14"/>
                <a:gd name="T1" fmla="*/ 32 h 52"/>
                <a:gd name="T2" fmla="*/ 135 w 14"/>
                <a:gd name="T3" fmla="*/ 690 h 52"/>
                <a:gd name="T4" fmla="*/ 189 w 14"/>
                <a:gd name="T5" fmla="*/ 928 h 52"/>
                <a:gd name="T6" fmla="*/ 216 w 14"/>
                <a:gd name="T7" fmla="*/ 1156 h 52"/>
                <a:gd name="T8" fmla="*/ 243 w 14"/>
                <a:gd name="T9" fmla="*/ 1362 h 52"/>
                <a:gd name="T10" fmla="*/ 270 w 14"/>
                <a:gd name="T11" fmla="*/ 1497 h 52"/>
                <a:gd name="T12" fmla="*/ 297 w 14"/>
                <a:gd name="T13" fmla="*/ 1660 h 52"/>
                <a:gd name="T14" fmla="*/ 351 w 14"/>
                <a:gd name="T15" fmla="*/ 1721 h 52"/>
                <a:gd name="T16" fmla="*/ 378 w 14"/>
                <a:gd name="T17" fmla="*/ 1660 h 52"/>
                <a:gd name="T18" fmla="*/ 351 w 14"/>
                <a:gd name="T19" fmla="*/ 1455 h 52"/>
                <a:gd name="T20" fmla="*/ 297 w 14"/>
                <a:gd name="T21" fmla="*/ 1320 h 52"/>
                <a:gd name="T22" fmla="*/ 297 w 14"/>
                <a:gd name="T23" fmla="*/ 1156 h 52"/>
                <a:gd name="T24" fmla="*/ 270 w 14"/>
                <a:gd name="T25" fmla="*/ 896 h 52"/>
                <a:gd name="T26" fmla="*/ 189 w 14"/>
                <a:gd name="T27" fmla="*/ 662 h 52"/>
                <a:gd name="T28" fmla="*/ 135 w 14"/>
                <a:gd name="T29" fmla="*/ 61 h 52"/>
                <a:gd name="T30" fmla="*/ 108 w 14"/>
                <a:gd name="T31" fmla="*/ 0 h 52"/>
                <a:gd name="T32" fmla="*/ 54 w 14"/>
                <a:gd name="T33" fmla="*/ 32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" h="52">
                  <a:moveTo>
                    <a:pt x="2" y="1"/>
                  </a:moveTo>
                  <a:cubicBezTo>
                    <a:pt x="0" y="8"/>
                    <a:pt x="2" y="15"/>
                    <a:pt x="5" y="21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7"/>
                    <a:pt x="11" y="49"/>
                    <a:pt x="11" y="50"/>
                  </a:cubicBezTo>
                  <a:cubicBezTo>
                    <a:pt x="11" y="51"/>
                    <a:pt x="12" y="52"/>
                    <a:pt x="13" y="52"/>
                  </a:cubicBezTo>
                  <a:cubicBezTo>
                    <a:pt x="14" y="52"/>
                    <a:pt x="14" y="51"/>
                    <a:pt x="14" y="50"/>
                  </a:cubicBezTo>
                  <a:cubicBezTo>
                    <a:pt x="14" y="48"/>
                    <a:pt x="13" y="46"/>
                    <a:pt x="13" y="44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5" y="14"/>
                    <a:pt x="3" y="8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4" name="Freeform 503">
              <a:extLst>
                <a:ext uri="{FF2B5EF4-FFF2-40B4-BE49-F238E27FC236}">
                  <a16:creationId xmlns:a16="http://schemas.microsoft.com/office/drawing/2014/main" id="{F3F04A6C-0F80-4313-9C93-37D0C3070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471"/>
              <a:ext cx="103" cy="447"/>
            </a:xfrm>
            <a:custGeom>
              <a:avLst/>
              <a:gdLst>
                <a:gd name="T0" fmla="*/ 479 w 34"/>
                <a:gd name="T1" fmla="*/ 0 h 139"/>
                <a:gd name="T2" fmla="*/ 27 w 34"/>
                <a:gd name="T3" fmla="*/ 601 h 139"/>
                <a:gd name="T4" fmla="*/ 248 w 34"/>
                <a:gd name="T5" fmla="*/ 4094 h 139"/>
                <a:gd name="T6" fmla="*/ 670 w 34"/>
                <a:gd name="T7" fmla="*/ 4261 h 139"/>
                <a:gd name="T8" fmla="*/ 918 w 34"/>
                <a:gd name="T9" fmla="*/ 402 h 139"/>
                <a:gd name="T10" fmla="*/ 479 w 34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39">
                  <a:moveTo>
                    <a:pt x="17" y="0"/>
                  </a:moveTo>
                  <a:cubicBezTo>
                    <a:pt x="8" y="0"/>
                    <a:pt x="0" y="4"/>
                    <a:pt x="1" y="18"/>
                  </a:cubicBezTo>
                  <a:cubicBezTo>
                    <a:pt x="1" y="33"/>
                    <a:pt x="9" y="107"/>
                    <a:pt x="9" y="123"/>
                  </a:cubicBezTo>
                  <a:cubicBezTo>
                    <a:pt x="9" y="139"/>
                    <a:pt x="24" y="128"/>
                    <a:pt x="24" y="128"/>
                  </a:cubicBezTo>
                  <a:cubicBezTo>
                    <a:pt x="24" y="128"/>
                    <a:pt x="34" y="19"/>
                    <a:pt x="33" y="12"/>
                  </a:cubicBezTo>
                  <a:cubicBezTo>
                    <a:pt x="33" y="6"/>
                    <a:pt x="26" y="0"/>
                    <a:pt x="17" y="0"/>
                  </a:cubicBezTo>
                  <a:close/>
                </a:path>
              </a:pathLst>
            </a:custGeom>
            <a:solidFill>
              <a:srgbClr val="897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5" name="Freeform 504">
              <a:extLst>
                <a:ext uri="{FF2B5EF4-FFF2-40B4-BE49-F238E27FC236}">
                  <a16:creationId xmlns:a16="http://schemas.microsoft.com/office/drawing/2014/main" id="{F6C81844-66B2-4CB3-BBC8-813B48C34E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8" y="2468"/>
              <a:ext cx="109" cy="438"/>
            </a:xfrm>
            <a:custGeom>
              <a:avLst/>
              <a:gdLst>
                <a:gd name="T0" fmla="*/ 136 w 36"/>
                <a:gd name="T1" fmla="*/ 167 h 136"/>
                <a:gd name="T2" fmla="*/ 0 w 36"/>
                <a:gd name="T3" fmla="*/ 631 h 136"/>
                <a:gd name="T4" fmla="*/ 109 w 36"/>
                <a:gd name="T5" fmla="*/ 2074 h 136"/>
                <a:gd name="T6" fmla="*/ 221 w 36"/>
                <a:gd name="T7" fmla="*/ 4138 h 136"/>
                <a:gd name="T8" fmla="*/ 330 w 36"/>
                <a:gd name="T9" fmla="*/ 4438 h 136"/>
                <a:gd name="T10" fmla="*/ 724 w 36"/>
                <a:gd name="T11" fmla="*/ 4345 h 136"/>
                <a:gd name="T12" fmla="*/ 751 w 36"/>
                <a:gd name="T13" fmla="*/ 4306 h 136"/>
                <a:gd name="T14" fmla="*/ 999 w 36"/>
                <a:gd name="T15" fmla="*/ 435 h 136"/>
                <a:gd name="T16" fmla="*/ 506 w 36"/>
                <a:gd name="T17" fmla="*/ 0 h 136"/>
                <a:gd name="T18" fmla="*/ 136 w 36"/>
                <a:gd name="T19" fmla="*/ 167 h 136"/>
                <a:gd name="T20" fmla="*/ 385 w 36"/>
                <a:gd name="T21" fmla="*/ 4377 h 136"/>
                <a:gd name="T22" fmla="*/ 303 w 36"/>
                <a:gd name="T23" fmla="*/ 4138 h 136"/>
                <a:gd name="T24" fmla="*/ 194 w 36"/>
                <a:gd name="T25" fmla="*/ 2074 h 136"/>
                <a:gd name="T26" fmla="*/ 82 w 36"/>
                <a:gd name="T27" fmla="*/ 631 h 136"/>
                <a:gd name="T28" fmla="*/ 194 w 36"/>
                <a:gd name="T29" fmla="*/ 238 h 136"/>
                <a:gd name="T30" fmla="*/ 506 w 36"/>
                <a:gd name="T31" fmla="*/ 103 h 136"/>
                <a:gd name="T32" fmla="*/ 917 w 36"/>
                <a:gd name="T33" fmla="*/ 467 h 136"/>
                <a:gd name="T34" fmla="*/ 917 w 36"/>
                <a:gd name="T35" fmla="*/ 467 h 136"/>
                <a:gd name="T36" fmla="*/ 669 w 36"/>
                <a:gd name="T37" fmla="*/ 4274 h 136"/>
                <a:gd name="T38" fmla="*/ 385 w 36"/>
                <a:gd name="T39" fmla="*/ 4377 h 1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" h="136">
                  <a:moveTo>
                    <a:pt x="5" y="5"/>
                  </a:moveTo>
                  <a:cubicBezTo>
                    <a:pt x="1" y="8"/>
                    <a:pt x="0" y="13"/>
                    <a:pt x="0" y="19"/>
                  </a:cubicBezTo>
                  <a:cubicBezTo>
                    <a:pt x="0" y="26"/>
                    <a:pt x="2" y="43"/>
                    <a:pt x="4" y="62"/>
                  </a:cubicBezTo>
                  <a:cubicBezTo>
                    <a:pt x="6" y="87"/>
                    <a:pt x="8" y="115"/>
                    <a:pt x="8" y="124"/>
                  </a:cubicBezTo>
                  <a:cubicBezTo>
                    <a:pt x="8" y="129"/>
                    <a:pt x="10" y="132"/>
                    <a:pt x="12" y="133"/>
                  </a:cubicBezTo>
                  <a:cubicBezTo>
                    <a:pt x="18" y="136"/>
                    <a:pt x="25" y="131"/>
                    <a:pt x="26" y="130"/>
                  </a:cubicBezTo>
                  <a:cubicBezTo>
                    <a:pt x="26" y="130"/>
                    <a:pt x="27" y="129"/>
                    <a:pt x="27" y="129"/>
                  </a:cubicBezTo>
                  <a:cubicBezTo>
                    <a:pt x="27" y="124"/>
                    <a:pt x="36" y="20"/>
                    <a:pt x="36" y="13"/>
                  </a:cubicBezTo>
                  <a:cubicBezTo>
                    <a:pt x="35" y="6"/>
                    <a:pt x="27" y="0"/>
                    <a:pt x="18" y="0"/>
                  </a:cubicBezTo>
                  <a:cubicBezTo>
                    <a:pt x="12" y="0"/>
                    <a:pt x="8" y="1"/>
                    <a:pt x="5" y="5"/>
                  </a:cubicBezTo>
                  <a:close/>
                  <a:moveTo>
                    <a:pt x="14" y="131"/>
                  </a:moveTo>
                  <a:cubicBezTo>
                    <a:pt x="12" y="130"/>
                    <a:pt x="11" y="127"/>
                    <a:pt x="11" y="124"/>
                  </a:cubicBezTo>
                  <a:cubicBezTo>
                    <a:pt x="11" y="115"/>
                    <a:pt x="9" y="87"/>
                    <a:pt x="7" y="62"/>
                  </a:cubicBezTo>
                  <a:cubicBezTo>
                    <a:pt x="5" y="43"/>
                    <a:pt x="3" y="26"/>
                    <a:pt x="3" y="19"/>
                  </a:cubicBezTo>
                  <a:cubicBezTo>
                    <a:pt x="3" y="14"/>
                    <a:pt x="4" y="9"/>
                    <a:pt x="7" y="7"/>
                  </a:cubicBezTo>
                  <a:cubicBezTo>
                    <a:pt x="9" y="4"/>
                    <a:pt x="13" y="3"/>
                    <a:pt x="18" y="3"/>
                  </a:cubicBezTo>
                  <a:cubicBezTo>
                    <a:pt x="26" y="3"/>
                    <a:pt x="32" y="8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23"/>
                    <a:pt x="27" y="91"/>
                    <a:pt x="24" y="128"/>
                  </a:cubicBezTo>
                  <a:cubicBezTo>
                    <a:pt x="21" y="129"/>
                    <a:pt x="16" y="132"/>
                    <a:pt x="14" y="1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6" name="Freeform 505">
              <a:extLst>
                <a:ext uri="{FF2B5EF4-FFF2-40B4-BE49-F238E27FC236}">
                  <a16:creationId xmlns:a16="http://schemas.microsoft.com/office/drawing/2014/main" id="{593EE44E-8436-4423-AA52-9F3BCB15A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330"/>
              <a:ext cx="36" cy="215"/>
            </a:xfrm>
            <a:custGeom>
              <a:avLst/>
              <a:gdLst>
                <a:gd name="T0" fmla="*/ 54 w 12"/>
                <a:gd name="T1" fmla="*/ 266 h 67"/>
                <a:gd name="T2" fmla="*/ 108 w 12"/>
                <a:gd name="T3" fmla="*/ 1884 h 67"/>
                <a:gd name="T4" fmla="*/ 243 w 12"/>
                <a:gd name="T5" fmla="*/ 1855 h 67"/>
                <a:gd name="T6" fmla="*/ 108 w 12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7">
                  <a:moveTo>
                    <a:pt x="2" y="8"/>
                  </a:moveTo>
                  <a:cubicBezTo>
                    <a:pt x="3" y="23"/>
                    <a:pt x="0" y="42"/>
                    <a:pt x="4" y="57"/>
                  </a:cubicBezTo>
                  <a:cubicBezTo>
                    <a:pt x="6" y="66"/>
                    <a:pt x="12" y="67"/>
                    <a:pt x="9" y="56"/>
                  </a:cubicBezTo>
                  <a:cubicBezTo>
                    <a:pt x="5" y="39"/>
                    <a:pt x="9" y="16"/>
                    <a:pt x="4" y="0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7" name="Freeform 506">
              <a:extLst>
                <a:ext uri="{FF2B5EF4-FFF2-40B4-BE49-F238E27FC236}">
                  <a16:creationId xmlns:a16="http://schemas.microsoft.com/office/drawing/2014/main" id="{8022337B-4BB1-4382-9F7C-C2F523D01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323"/>
              <a:ext cx="36" cy="219"/>
            </a:xfrm>
            <a:custGeom>
              <a:avLst/>
              <a:gdLst>
                <a:gd name="T0" fmla="*/ 81 w 12"/>
                <a:gd name="T1" fmla="*/ 0 h 68"/>
                <a:gd name="T2" fmla="*/ 54 w 12"/>
                <a:gd name="T3" fmla="*/ 61 h 68"/>
                <a:gd name="T4" fmla="*/ 162 w 12"/>
                <a:gd name="T5" fmla="*/ 1069 h 68"/>
                <a:gd name="T6" fmla="*/ 216 w 12"/>
                <a:gd name="T7" fmla="*/ 1939 h 68"/>
                <a:gd name="T8" fmla="*/ 216 w 12"/>
                <a:gd name="T9" fmla="*/ 2135 h 68"/>
                <a:gd name="T10" fmla="*/ 135 w 12"/>
                <a:gd name="T11" fmla="*/ 1971 h 68"/>
                <a:gd name="T12" fmla="*/ 108 w 12"/>
                <a:gd name="T13" fmla="*/ 841 h 68"/>
                <a:gd name="T14" fmla="*/ 108 w 12"/>
                <a:gd name="T15" fmla="*/ 332 h 68"/>
                <a:gd name="T16" fmla="*/ 54 w 12"/>
                <a:gd name="T17" fmla="*/ 300 h 68"/>
                <a:gd name="T18" fmla="*/ 27 w 12"/>
                <a:gd name="T19" fmla="*/ 332 h 68"/>
                <a:gd name="T20" fmla="*/ 27 w 12"/>
                <a:gd name="T21" fmla="*/ 841 h 68"/>
                <a:gd name="T22" fmla="*/ 54 w 12"/>
                <a:gd name="T23" fmla="*/ 2003 h 68"/>
                <a:gd name="T24" fmla="*/ 243 w 12"/>
                <a:gd name="T25" fmla="*/ 2242 h 68"/>
                <a:gd name="T26" fmla="*/ 297 w 12"/>
                <a:gd name="T27" fmla="*/ 1939 h 68"/>
                <a:gd name="T28" fmla="*/ 243 w 12"/>
                <a:gd name="T29" fmla="*/ 1069 h 68"/>
                <a:gd name="T30" fmla="*/ 135 w 12"/>
                <a:gd name="T31" fmla="*/ 32 h 68"/>
                <a:gd name="T32" fmla="*/ 81 w 12"/>
                <a:gd name="T33" fmla="*/ 0 h 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68">
                  <a:moveTo>
                    <a:pt x="3" y="0"/>
                  </a:moveTo>
                  <a:cubicBezTo>
                    <a:pt x="3" y="1"/>
                    <a:pt x="2" y="1"/>
                    <a:pt x="2" y="2"/>
                  </a:cubicBezTo>
                  <a:cubicBezTo>
                    <a:pt x="5" y="11"/>
                    <a:pt x="6" y="22"/>
                    <a:pt x="6" y="32"/>
                  </a:cubicBezTo>
                  <a:cubicBezTo>
                    <a:pt x="6" y="41"/>
                    <a:pt x="6" y="50"/>
                    <a:pt x="8" y="58"/>
                  </a:cubicBezTo>
                  <a:cubicBezTo>
                    <a:pt x="9" y="62"/>
                    <a:pt x="8" y="64"/>
                    <a:pt x="8" y="64"/>
                  </a:cubicBezTo>
                  <a:cubicBezTo>
                    <a:pt x="8" y="64"/>
                    <a:pt x="6" y="63"/>
                    <a:pt x="5" y="59"/>
                  </a:cubicBezTo>
                  <a:cubicBezTo>
                    <a:pt x="3" y="49"/>
                    <a:pt x="3" y="37"/>
                    <a:pt x="4" y="25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3" y="9"/>
                    <a:pt x="2" y="9"/>
                  </a:cubicBezTo>
                  <a:cubicBezTo>
                    <a:pt x="2" y="9"/>
                    <a:pt x="1" y="9"/>
                    <a:pt x="1" y="10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0" y="36"/>
                    <a:pt x="0" y="49"/>
                    <a:pt x="2" y="60"/>
                  </a:cubicBezTo>
                  <a:cubicBezTo>
                    <a:pt x="4" y="65"/>
                    <a:pt x="6" y="68"/>
                    <a:pt x="9" y="67"/>
                  </a:cubicBezTo>
                  <a:cubicBezTo>
                    <a:pt x="10" y="67"/>
                    <a:pt x="12" y="65"/>
                    <a:pt x="11" y="58"/>
                  </a:cubicBezTo>
                  <a:cubicBezTo>
                    <a:pt x="9" y="50"/>
                    <a:pt x="9" y="41"/>
                    <a:pt x="9" y="32"/>
                  </a:cubicBezTo>
                  <a:cubicBezTo>
                    <a:pt x="8" y="21"/>
                    <a:pt x="8" y="10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8" name="Freeform 507">
              <a:extLst>
                <a:ext uri="{FF2B5EF4-FFF2-40B4-BE49-F238E27FC236}">
                  <a16:creationId xmlns:a16="http://schemas.microsoft.com/office/drawing/2014/main" id="{0B65AEB7-953A-4F2B-90EA-323490282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195"/>
              <a:ext cx="64" cy="132"/>
            </a:xfrm>
            <a:custGeom>
              <a:avLst/>
              <a:gdLst>
                <a:gd name="T0" fmla="*/ 140 w 21"/>
                <a:gd name="T1" fmla="*/ 32 h 41"/>
                <a:gd name="T2" fmla="*/ 222 w 21"/>
                <a:gd name="T3" fmla="*/ 1368 h 41"/>
                <a:gd name="T4" fmla="*/ 195 w 21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1">
                  <a:moveTo>
                    <a:pt x="5" y="1"/>
                  </a:moveTo>
                  <a:cubicBezTo>
                    <a:pt x="9" y="12"/>
                    <a:pt x="0" y="34"/>
                    <a:pt x="8" y="41"/>
                  </a:cubicBezTo>
                  <a:cubicBezTo>
                    <a:pt x="21" y="38"/>
                    <a:pt x="8" y="9"/>
                    <a:pt x="7" y="0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9" name="Freeform 508">
              <a:extLst>
                <a:ext uri="{FF2B5EF4-FFF2-40B4-BE49-F238E27FC236}">
                  <a16:creationId xmlns:a16="http://schemas.microsoft.com/office/drawing/2014/main" id="{8C11BBAC-50BF-479E-ACDD-5BB15BFFEC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11" y="1188"/>
              <a:ext cx="48" cy="142"/>
            </a:xfrm>
            <a:custGeom>
              <a:avLst/>
              <a:gdLst>
                <a:gd name="T0" fmla="*/ 108 w 16"/>
                <a:gd name="T1" fmla="*/ 32 h 44"/>
                <a:gd name="T2" fmla="*/ 81 w 16"/>
                <a:gd name="T3" fmla="*/ 61 h 44"/>
                <a:gd name="T4" fmla="*/ 81 w 16"/>
                <a:gd name="T5" fmla="*/ 61 h 44"/>
                <a:gd name="T6" fmla="*/ 54 w 16"/>
                <a:gd name="T7" fmla="*/ 61 h 44"/>
                <a:gd name="T8" fmla="*/ 27 w 16"/>
                <a:gd name="T9" fmla="*/ 136 h 44"/>
                <a:gd name="T10" fmla="*/ 54 w 16"/>
                <a:gd name="T11" fmla="*/ 707 h 44"/>
                <a:gd name="T12" fmla="*/ 135 w 16"/>
                <a:gd name="T13" fmla="*/ 1478 h 44"/>
                <a:gd name="T14" fmla="*/ 162 w 16"/>
                <a:gd name="T15" fmla="*/ 1478 h 44"/>
                <a:gd name="T16" fmla="*/ 324 w 16"/>
                <a:gd name="T17" fmla="*/ 1343 h 44"/>
                <a:gd name="T18" fmla="*/ 243 w 16"/>
                <a:gd name="T19" fmla="*/ 374 h 44"/>
                <a:gd name="T20" fmla="*/ 162 w 16"/>
                <a:gd name="T21" fmla="*/ 61 h 44"/>
                <a:gd name="T22" fmla="*/ 108 w 16"/>
                <a:gd name="T23" fmla="*/ 32 h 44"/>
                <a:gd name="T24" fmla="*/ 108 w 16"/>
                <a:gd name="T25" fmla="*/ 1042 h 44"/>
                <a:gd name="T26" fmla="*/ 135 w 16"/>
                <a:gd name="T27" fmla="*/ 707 h 44"/>
                <a:gd name="T28" fmla="*/ 135 w 16"/>
                <a:gd name="T29" fmla="*/ 374 h 44"/>
                <a:gd name="T30" fmla="*/ 135 w 16"/>
                <a:gd name="T31" fmla="*/ 332 h 44"/>
                <a:gd name="T32" fmla="*/ 162 w 16"/>
                <a:gd name="T33" fmla="*/ 407 h 44"/>
                <a:gd name="T34" fmla="*/ 270 w 16"/>
                <a:gd name="T35" fmla="*/ 1113 h 44"/>
                <a:gd name="T36" fmla="*/ 243 w 16"/>
                <a:gd name="T37" fmla="*/ 1314 h 44"/>
                <a:gd name="T38" fmla="*/ 162 w 16"/>
                <a:gd name="T39" fmla="*/ 1375 h 44"/>
                <a:gd name="T40" fmla="*/ 108 w 16"/>
                <a:gd name="T41" fmla="*/ 1042 h 4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44">
                  <a:moveTo>
                    <a:pt x="4" y="1"/>
                  </a:moveTo>
                  <a:cubicBezTo>
                    <a:pt x="4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3" y="8"/>
                    <a:pt x="2" y="15"/>
                    <a:pt x="2" y="21"/>
                  </a:cubicBezTo>
                  <a:cubicBezTo>
                    <a:pt x="1" y="31"/>
                    <a:pt x="0" y="40"/>
                    <a:pt x="5" y="44"/>
                  </a:cubicBezTo>
                  <a:cubicBezTo>
                    <a:pt x="5" y="44"/>
                    <a:pt x="6" y="44"/>
                    <a:pt x="6" y="44"/>
                  </a:cubicBezTo>
                  <a:cubicBezTo>
                    <a:pt x="9" y="44"/>
                    <a:pt x="11" y="42"/>
                    <a:pt x="12" y="40"/>
                  </a:cubicBezTo>
                  <a:cubicBezTo>
                    <a:pt x="16" y="34"/>
                    <a:pt x="12" y="21"/>
                    <a:pt x="9" y="1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4" y="1"/>
                  </a:cubicBezTo>
                  <a:close/>
                  <a:moveTo>
                    <a:pt x="4" y="31"/>
                  </a:moveTo>
                  <a:cubicBezTo>
                    <a:pt x="4" y="28"/>
                    <a:pt x="4" y="25"/>
                    <a:pt x="5" y="21"/>
                  </a:cubicBezTo>
                  <a:cubicBezTo>
                    <a:pt x="5" y="18"/>
                    <a:pt x="5" y="14"/>
                    <a:pt x="5" y="11"/>
                  </a:cubicBezTo>
                  <a:cubicBezTo>
                    <a:pt x="5" y="11"/>
                    <a:pt x="5" y="10"/>
                    <a:pt x="5" y="10"/>
                  </a:cubicBezTo>
                  <a:cubicBezTo>
                    <a:pt x="5" y="11"/>
                    <a:pt x="6" y="12"/>
                    <a:pt x="6" y="12"/>
                  </a:cubicBezTo>
                  <a:cubicBezTo>
                    <a:pt x="8" y="19"/>
                    <a:pt x="10" y="27"/>
                    <a:pt x="10" y="33"/>
                  </a:cubicBezTo>
                  <a:cubicBezTo>
                    <a:pt x="10" y="35"/>
                    <a:pt x="10" y="37"/>
                    <a:pt x="9" y="39"/>
                  </a:cubicBezTo>
                  <a:cubicBezTo>
                    <a:pt x="9" y="40"/>
                    <a:pt x="8" y="40"/>
                    <a:pt x="6" y="41"/>
                  </a:cubicBezTo>
                  <a:cubicBezTo>
                    <a:pt x="5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0" name="Freeform 509">
              <a:extLst>
                <a:ext uri="{FF2B5EF4-FFF2-40B4-BE49-F238E27FC236}">
                  <a16:creationId xmlns:a16="http://schemas.microsoft.com/office/drawing/2014/main" id="{DB6F0CB5-006A-446B-9CFF-6628BA75F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275"/>
              <a:ext cx="121" cy="90"/>
            </a:xfrm>
            <a:custGeom>
              <a:avLst/>
              <a:gdLst>
                <a:gd name="T0" fmla="*/ 1107 w 40"/>
                <a:gd name="T1" fmla="*/ 196 h 28"/>
                <a:gd name="T2" fmla="*/ 54 w 40"/>
                <a:gd name="T3" fmla="*/ 434 h 28"/>
                <a:gd name="T4" fmla="*/ 614 w 40"/>
                <a:gd name="T5" fmla="*/ 630 h 28"/>
                <a:gd name="T6" fmla="*/ 1053 w 40"/>
                <a:gd name="T7" fmla="*/ 56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40" y="6"/>
                  </a:moveTo>
                  <a:cubicBezTo>
                    <a:pt x="34" y="28"/>
                    <a:pt x="5" y="0"/>
                    <a:pt x="2" y="13"/>
                  </a:cubicBezTo>
                  <a:cubicBezTo>
                    <a:pt x="0" y="21"/>
                    <a:pt x="18" y="18"/>
                    <a:pt x="22" y="19"/>
                  </a:cubicBezTo>
                  <a:cubicBezTo>
                    <a:pt x="29" y="20"/>
                    <a:pt x="31" y="25"/>
                    <a:pt x="38" y="17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1" name="Freeform 510">
              <a:extLst>
                <a:ext uri="{FF2B5EF4-FFF2-40B4-BE49-F238E27FC236}">
                  <a16:creationId xmlns:a16="http://schemas.microsoft.com/office/drawing/2014/main" id="{B4149B91-BF8E-400F-9B7A-AEE1F76A0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291"/>
              <a:ext cx="124" cy="65"/>
            </a:xfrm>
            <a:custGeom>
              <a:avLst/>
              <a:gdLst>
                <a:gd name="T0" fmla="*/ 1052 w 41"/>
                <a:gd name="T1" fmla="*/ 33 h 20"/>
                <a:gd name="T2" fmla="*/ 944 w 41"/>
                <a:gd name="T3" fmla="*/ 276 h 20"/>
                <a:gd name="T4" fmla="*/ 466 w 41"/>
                <a:gd name="T5" fmla="*/ 211 h 20"/>
                <a:gd name="T6" fmla="*/ 82 w 41"/>
                <a:gd name="T7" fmla="*/ 137 h 20"/>
                <a:gd name="T8" fmla="*/ 0 w 41"/>
                <a:gd name="T9" fmla="*/ 276 h 20"/>
                <a:gd name="T10" fmla="*/ 27 w 41"/>
                <a:gd name="T11" fmla="*/ 413 h 20"/>
                <a:gd name="T12" fmla="*/ 466 w 41"/>
                <a:gd name="T13" fmla="*/ 517 h 20"/>
                <a:gd name="T14" fmla="*/ 587 w 41"/>
                <a:gd name="T15" fmla="*/ 517 h 20"/>
                <a:gd name="T16" fmla="*/ 723 w 41"/>
                <a:gd name="T17" fmla="*/ 582 h 20"/>
                <a:gd name="T18" fmla="*/ 1080 w 41"/>
                <a:gd name="T19" fmla="*/ 445 h 20"/>
                <a:gd name="T20" fmla="*/ 1080 w 41"/>
                <a:gd name="T21" fmla="*/ 380 h 20"/>
                <a:gd name="T22" fmla="*/ 1025 w 41"/>
                <a:gd name="T23" fmla="*/ 380 h 20"/>
                <a:gd name="T24" fmla="*/ 750 w 41"/>
                <a:gd name="T25" fmla="*/ 488 h 20"/>
                <a:gd name="T26" fmla="*/ 614 w 41"/>
                <a:gd name="T27" fmla="*/ 413 h 20"/>
                <a:gd name="T28" fmla="*/ 466 w 41"/>
                <a:gd name="T29" fmla="*/ 413 h 20"/>
                <a:gd name="T30" fmla="*/ 82 w 41"/>
                <a:gd name="T31" fmla="*/ 348 h 20"/>
                <a:gd name="T32" fmla="*/ 82 w 41"/>
                <a:gd name="T33" fmla="*/ 306 h 20"/>
                <a:gd name="T34" fmla="*/ 109 w 41"/>
                <a:gd name="T35" fmla="*/ 244 h 20"/>
                <a:gd name="T36" fmla="*/ 439 w 41"/>
                <a:gd name="T37" fmla="*/ 306 h 20"/>
                <a:gd name="T38" fmla="*/ 971 w 41"/>
                <a:gd name="T39" fmla="*/ 348 h 20"/>
                <a:gd name="T40" fmla="*/ 1134 w 41"/>
                <a:gd name="T41" fmla="*/ 75 h 20"/>
                <a:gd name="T42" fmla="*/ 1107 w 41"/>
                <a:gd name="T43" fmla="*/ 0 h 20"/>
                <a:gd name="T44" fmla="*/ 1052 w 41"/>
                <a:gd name="T45" fmla="*/ 33 h 2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1" h="20">
                  <a:moveTo>
                    <a:pt x="38" y="1"/>
                  </a:moveTo>
                  <a:cubicBezTo>
                    <a:pt x="37" y="4"/>
                    <a:pt x="36" y="6"/>
                    <a:pt x="34" y="8"/>
                  </a:cubicBezTo>
                  <a:cubicBezTo>
                    <a:pt x="30" y="10"/>
                    <a:pt x="23" y="8"/>
                    <a:pt x="17" y="6"/>
                  </a:cubicBezTo>
                  <a:cubicBezTo>
                    <a:pt x="11" y="4"/>
                    <a:pt x="6" y="2"/>
                    <a:pt x="3" y="4"/>
                  </a:cubicBezTo>
                  <a:cubicBezTo>
                    <a:pt x="2" y="5"/>
                    <a:pt x="1" y="6"/>
                    <a:pt x="0" y="8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4" y="15"/>
                    <a:pt x="11" y="15"/>
                    <a:pt x="17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30" y="18"/>
                    <a:pt x="33" y="20"/>
                    <a:pt x="39" y="13"/>
                  </a:cubicBezTo>
                  <a:cubicBezTo>
                    <a:pt x="39" y="13"/>
                    <a:pt x="39" y="12"/>
                    <a:pt x="39" y="11"/>
                  </a:cubicBezTo>
                  <a:cubicBezTo>
                    <a:pt x="38" y="11"/>
                    <a:pt x="37" y="11"/>
                    <a:pt x="37" y="11"/>
                  </a:cubicBezTo>
                  <a:cubicBezTo>
                    <a:pt x="33" y="16"/>
                    <a:pt x="31" y="15"/>
                    <a:pt x="27" y="14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2" y="12"/>
                    <a:pt x="5" y="12"/>
                    <a:pt x="3" y="10"/>
                  </a:cubicBezTo>
                  <a:cubicBezTo>
                    <a:pt x="3" y="10"/>
                    <a:pt x="3" y="9"/>
                    <a:pt x="3" y="9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7" y="5"/>
                    <a:pt x="11" y="7"/>
                    <a:pt x="16" y="9"/>
                  </a:cubicBezTo>
                  <a:cubicBezTo>
                    <a:pt x="23" y="11"/>
                    <a:pt x="30" y="13"/>
                    <a:pt x="35" y="10"/>
                  </a:cubicBezTo>
                  <a:cubicBezTo>
                    <a:pt x="38" y="9"/>
                    <a:pt x="40" y="6"/>
                    <a:pt x="41" y="2"/>
                  </a:cubicBezTo>
                  <a:cubicBezTo>
                    <a:pt x="41" y="1"/>
                    <a:pt x="41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2" name="Freeform 511">
              <a:extLst>
                <a:ext uri="{FF2B5EF4-FFF2-40B4-BE49-F238E27FC236}">
                  <a16:creationId xmlns:a16="http://schemas.microsoft.com/office/drawing/2014/main" id="{051DB2AA-1922-4036-8B29-DA5A0AFA9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674"/>
              <a:ext cx="259" cy="334"/>
            </a:xfrm>
            <a:custGeom>
              <a:avLst/>
              <a:gdLst>
                <a:gd name="T0" fmla="*/ 2295 w 86"/>
                <a:gd name="T1" fmla="*/ 0 h 104"/>
                <a:gd name="T2" fmla="*/ 1560 w 86"/>
                <a:gd name="T3" fmla="*/ 1320 h 104"/>
                <a:gd name="T4" fmla="*/ 491 w 86"/>
                <a:gd name="T5" fmla="*/ 2248 h 104"/>
                <a:gd name="T6" fmla="*/ 0 w 86"/>
                <a:gd name="T7" fmla="*/ 3115 h 104"/>
                <a:gd name="T8" fmla="*/ 1141 w 86"/>
                <a:gd name="T9" fmla="*/ 2187 h 104"/>
                <a:gd name="T10" fmla="*/ 2349 w 86"/>
                <a:gd name="T11" fmla="*/ 662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04">
                  <a:moveTo>
                    <a:pt x="84" y="0"/>
                  </a:moveTo>
                  <a:cubicBezTo>
                    <a:pt x="81" y="12"/>
                    <a:pt x="65" y="33"/>
                    <a:pt x="57" y="40"/>
                  </a:cubicBezTo>
                  <a:cubicBezTo>
                    <a:pt x="46" y="51"/>
                    <a:pt x="30" y="59"/>
                    <a:pt x="18" y="68"/>
                  </a:cubicBezTo>
                  <a:cubicBezTo>
                    <a:pt x="10" y="74"/>
                    <a:pt x="0" y="93"/>
                    <a:pt x="0" y="94"/>
                  </a:cubicBezTo>
                  <a:cubicBezTo>
                    <a:pt x="4" y="104"/>
                    <a:pt x="26" y="80"/>
                    <a:pt x="42" y="66"/>
                  </a:cubicBezTo>
                  <a:cubicBezTo>
                    <a:pt x="58" y="52"/>
                    <a:pt x="78" y="40"/>
                    <a:pt x="86" y="20"/>
                  </a:cubicBezTo>
                </a:path>
              </a:pathLst>
            </a:custGeom>
            <a:solidFill>
              <a:srgbClr val="195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3" name="Freeform 512">
              <a:extLst>
                <a:ext uri="{FF2B5EF4-FFF2-40B4-BE49-F238E27FC236}">
                  <a16:creationId xmlns:a16="http://schemas.microsoft.com/office/drawing/2014/main" id="{E2F49610-674F-497E-A09C-5D8153591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1667"/>
              <a:ext cx="271" cy="325"/>
            </a:xfrm>
            <a:custGeom>
              <a:avLst/>
              <a:gdLst>
                <a:gd name="T0" fmla="*/ 2322 w 90"/>
                <a:gd name="T1" fmla="*/ 61 h 101"/>
                <a:gd name="T2" fmla="*/ 1587 w 90"/>
                <a:gd name="T3" fmla="*/ 1368 h 101"/>
                <a:gd name="T4" fmla="*/ 979 w 90"/>
                <a:gd name="T5" fmla="*/ 1895 h 101"/>
                <a:gd name="T6" fmla="*/ 518 w 90"/>
                <a:gd name="T7" fmla="*/ 2298 h 101"/>
                <a:gd name="T8" fmla="*/ 27 w 90"/>
                <a:gd name="T9" fmla="*/ 3199 h 101"/>
                <a:gd name="T10" fmla="*/ 108 w 90"/>
                <a:gd name="T11" fmla="*/ 3301 h 101"/>
                <a:gd name="T12" fmla="*/ 924 w 90"/>
                <a:gd name="T13" fmla="*/ 2629 h 101"/>
                <a:gd name="T14" fmla="*/ 1235 w 90"/>
                <a:gd name="T15" fmla="*/ 2298 h 101"/>
                <a:gd name="T16" fmla="*/ 1533 w 90"/>
                <a:gd name="T17" fmla="*/ 1998 h 101"/>
                <a:gd name="T18" fmla="*/ 2457 w 90"/>
                <a:gd name="T19" fmla="*/ 766 h 101"/>
                <a:gd name="T20" fmla="*/ 2430 w 90"/>
                <a:gd name="T21" fmla="*/ 705 h 101"/>
                <a:gd name="T22" fmla="*/ 2376 w 90"/>
                <a:gd name="T23" fmla="*/ 734 h 101"/>
                <a:gd name="T24" fmla="*/ 1506 w 90"/>
                <a:gd name="T25" fmla="*/ 1895 h 101"/>
                <a:gd name="T26" fmla="*/ 1168 w 90"/>
                <a:gd name="T27" fmla="*/ 2236 h 101"/>
                <a:gd name="T28" fmla="*/ 870 w 90"/>
                <a:gd name="T29" fmla="*/ 2568 h 101"/>
                <a:gd name="T30" fmla="*/ 136 w 90"/>
                <a:gd name="T31" fmla="*/ 3199 h 101"/>
                <a:gd name="T32" fmla="*/ 108 w 90"/>
                <a:gd name="T33" fmla="*/ 3199 h 101"/>
                <a:gd name="T34" fmla="*/ 545 w 90"/>
                <a:gd name="T35" fmla="*/ 2404 h 101"/>
                <a:gd name="T36" fmla="*/ 1006 w 90"/>
                <a:gd name="T37" fmla="*/ 1998 h 101"/>
                <a:gd name="T38" fmla="*/ 1641 w 90"/>
                <a:gd name="T39" fmla="*/ 1429 h 101"/>
                <a:gd name="T40" fmla="*/ 2403 w 90"/>
                <a:gd name="T41" fmla="*/ 61 h 101"/>
                <a:gd name="T42" fmla="*/ 2403 w 90"/>
                <a:gd name="T43" fmla="*/ 61 h 101"/>
                <a:gd name="T44" fmla="*/ 2376 w 90"/>
                <a:gd name="T45" fmla="*/ 0 h 101"/>
                <a:gd name="T46" fmla="*/ 2322 w 90"/>
                <a:gd name="T47" fmla="*/ 61 h 10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0" h="101">
                  <a:moveTo>
                    <a:pt x="85" y="2"/>
                  </a:moveTo>
                  <a:cubicBezTo>
                    <a:pt x="82" y="13"/>
                    <a:pt x="66" y="34"/>
                    <a:pt x="58" y="41"/>
                  </a:cubicBezTo>
                  <a:cubicBezTo>
                    <a:pt x="52" y="47"/>
                    <a:pt x="44" y="52"/>
                    <a:pt x="36" y="57"/>
                  </a:cubicBezTo>
                  <a:cubicBezTo>
                    <a:pt x="30" y="61"/>
                    <a:pt x="24" y="65"/>
                    <a:pt x="19" y="69"/>
                  </a:cubicBezTo>
                  <a:cubicBezTo>
                    <a:pt x="12" y="74"/>
                    <a:pt x="0" y="94"/>
                    <a:pt x="1" y="96"/>
                  </a:cubicBezTo>
                  <a:cubicBezTo>
                    <a:pt x="2" y="98"/>
                    <a:pt x="3" y="99"/>
                    <a:pt x="4" y="99"/>
                  </a:cubicBezTo>
                  <a:cubicBezTo>
                    <a:pt x="10" y="101"/>
                    <a:pt x="19" y="93"/>
                    <a:pt x="34" y="79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69" y="49"/>
                    <a:pt x="83" y="39"/>
                    <a:pt x="90" y="23"/>
                  </a:cubicBezTo>
                  <a:cubicBezTo>
                    <a:pt x="90" y="22"/>
                    <a:pt x="90" y="21"/>
                    <a:pt x="89" y="21"/>
                  </a:cubicBezTo>
                  <a:cubicBezTo>
                    <a:pt x="88" y="21"/>
                    <a:pt x="87" y="21"/>
                    <a:pt x="87" y="22"/>
                  </a:cubicBezTo>
                  <a:cubicBezTo>
                    <a:pt x="81" y="37"/>
                    <a:pt x="67" y="47"/>
                    <a:pt x="55" y="5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32" y="77"/>
                    <a:pt x="32" y="77"/>
                    <a:pt x="32" y="77"/>
                  </a:cubicBezTo>
                  <a:cubicBezTo>
                    <a:pt x="22" y="86"/>
                    <a:pt x="9" y="98"/>
                    <a:pt x="5" y="96"/>
                  </a:cubicBezTo>
                  <a:cubicBezTo>
                    <a:pt x="5" y="96"/>
                    <a:pt x="4" y="96"/>
                    <a:pt x="4" y="96"/>
                  </a:cubicBezTo>
                  <a:cubicBezTo>
                    <a:pt x="5" y="93"/>
                    <a:pt x="14" y="77"/>
                    <a:pt x="20" y="72"/>
                  </a:cubicBezTo>
                  <a:cubicBezTo>
                    <a:pt x="26" y="68"/>
                    <a:pt x="31" y="64"/>
                    <a:pt x="37" y="60"/>
                  </a:cubicBezTo>
                  <a:cubicBezTo>
                    <a:pt x="45" y="55"/>
                    <a:pt x="54" y="49"/>
                    <a:pt x="60" y="43"/>
                  </a:cubicBezTo>
                  <a:cubicBezTo>
                    <a:pt x="68" y="36"/>
                    <a:pt x="85" y="14"/>
                    <a:pt x="88" y="2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8" y="1"/>
                    <a:pt x="87" y="1"/>
                    <a:pt x="87" y="0"/>
                  </a:cubicBezTo>
                  <a:cubicBezTo>
                    <a:pt x="86" y="0"/>
                    <a:pt x="85" y="1"/>
                    <a:pt x="85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4" name="Freeform 513">
              <a:extLst>
                <a:ext uri="{FF2B5EF4-FFF2-40B4-BE49-F238E27FC236}">
                  <a16:creationId xmlns:a16="http://schemas.microsoft.com/office/drawing/2014/main" id="{EA083CF0-F938-49E5-89BB-ECD8C896A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150"/>
              <a:ext cx="169" cy="402"/>
            </a:xfrm>
            <a:custGeom>
              <a:avLst/>
              <a:gdLst>
                <a:gd name="T0" fmla="*/ 1539 w 56"/>
                <a:gd name="T1" fmla="*/ 32 h 125"/>
                <a:gd name="T2" fmla="*/ 1237 w 56"/>
                <a:gd name="T3" fmla="*/ 2161 h 125"/>
                <a:gd name="T4" fmla="*/ 1020 w 56"/>
                <a:gd name="T5" fmla="*/ 4158 h 125"/>
                <a:gd name="T6" fmla="*/ 1102 w 56"/>
                <a:gd name="T7" fmla="*/ 2566 h 125"/>
                <a:gd name="T8" fmla="*/ 0 w 56"/>
                <a:gd name="T9" fmla="*/ 2328 h 125"/>
                <a:gd name="T10" fmla="*/ 966 w 56"/>
                <a:gd name="T11" fmla="*/ 1862 h 125"/>
                <a:gd name="T12" fmla="*/ 1322 w 56"/>
                <a:gd name="T13" fmla="*/ 0 h 125"/>
                <a:gd name="T14" fmla="*/ 1539 w 56"/>
                <a:gd name="T15" fmla="*/ 3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25">
                  <a:moveTo>
                    <a:pt x="56" y="1"/>
                  </a:moveTo>
                  <a:cubicBezTo>
                    <a:pt x="51" y="17"/>
                    <a:pt x="43" y="48"/>
                    <a:pt x="45" y="65"/>
                  </a:cubicBezTo>
                  <a:cubicBezTo>
                    <a:pt x="46" y="78"/>
                    <a:pt x="53" y="119"/>
                    <a:pt x="37" y="125"/>
                  </a:cubicBezTo>
                  <a:cubicBezTo>
                    <a:pt x="27" y="113"/>
                    <a:pt x="45" y="92"/>
                    <a:pt x="40" y="77"/>
                  </a:cubicBezTo>
                  <a:cubicBezTo>
                    <a:pt x="34" y="59"/>
                    <a:pt x="15" y="75"/>
                    <a:pt x="0" y="70"/>
                  </a:cubicBezTo>
                  <a:cubicBezTo>
                    <a:pt x="4" y="59"/>
                    <a:pt x="27" y="66"/>
                    <a:pt x="35" y="56"/>
                  </a:cubicBezTo>
                  <a:cubicBezTo>
                    <a:pt x="46" y="43"/>
                    <a:pt x="44" y="15"/>
                    <a:pt x="48" y="0"/>
                  </a:cubicBezTo>
                  <a:cubicBezTo>
                    <a:pt x="50" y="8"/>
                    <a:pt x="56" y="4"/>
                    <a:pt x="56" y="1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5" name="Freeform 514">
              <a:extLst>
                <a:ext uri="{FF2B5EF4-FFF2-40B4-BE49-F238E27FC236}">
                  <a16:creationId xmlns:a16="http://schemas.microsoft.com/office/drawing/2014/main" id="{A8339902-7A11-4CD7-B407-6A88BC12C0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13" y="1143"/>
              <a:ext cx="178" cy="412"/>
            </a:xfrm>
            <a:custGeom>
              <a:avLst/>
              <a:gdLst>
                <a:gd name="T0" fmla="*/ 1318 w 59"/>
                <a:gd name="T1" fmla="*/ 32 h 128"/>
                <a:gd name="T2" fmla="*/ 1237 w 59"/>
                <a:gd name="T3" fmla="*/ 663 h 128"/>
                <a:gd name="T4" fmla="*/ 965 w 59"/>
                <a:gd name="T5" fmla="*/ 1896 h 128"/>
                <a:gd name="T6" fmla="*/ 492 w 59"/>
                <a:gd name="T7" fmla="*/ 2102 h 128"/>
                <a:gd name="T8" fmla="*/ 0 w 59"/>
                <a:gd name="T9" fmla="*/ 2404 h 128"/>
                <a:gd name="T10" fmla="*/ 27 w 59"/>
                <a:gd name="T11" fmla="*/ 2466 h 128"/>
                <a:gd name="T12" fmla="*/ 546 w 59"/>
                <a:gd name="T13" fmla="*/ 2433 h 128"/>
                <a:gd name="T14" fmla="*/ 1101 w 59"/>
                <a:gd name="T15" fmla="*/ 2672 h 128"/>
                <a:gd name="T16" fmla="*/ 1020 w 59"/>
                <a:gd name="T17" fmla="*/ 3367 h 128"/>
                <a:gd name="T18" fmla="*/ 1020 w 59"/>
                <a:gd name="T19" fmla="*/ 4268 h 128"/>
                <a:gd name="T20" fmla="*/ 1047 w 59"/>
                <a:gd name="T21" fmla="*/ 4268 h 128"/>
                <a:gd name="T22" fmla="*/ 1318 w 59"/>
                <a:gd name="T23" fmla="*/ 2433 h 128"/>
                <a:gd name="T24" fmla="*/ 1291 w 59"/>
                <a:gd name="T25" fmla="*/ 2237 h 128"/>
                <a:gd name="T26" fmla="*/ 1593 w 59"/>
                <a:gd name="T27" fmla="*/ 135 h 128"/>
                <a:gd name="T28" fmla="*/ 1593 w 59"/>
                <a:gd name="T29" fmla="*/ 135 h 128"/>
                <a:gd name="T30" fmla="*/ 1620 w 59"/>
                <a:gd name="T31" fmla="*/ 135 h 128"/>
                <a:gd name="T32" fmla="*/ 1620 w 59"/>
                <a:gd name="T33" fmla="*/ 103 h 128"/>
                <a:gd name="T34" fmla="*/ 1566 w 59"/>
                <a:gd name="T35" fmla="*/ 61 h 128"/>
                <a:gd name="T36" fmla="*/ 1539 w 59"/>
                <a:gd name="T37" fmla="*/ 103 h 128"/>
                <a:gd name="T38" fmla="*/ 1511 w 59"/>
                <a:gd name="T39" fmla="*/ 103 h 128"/>
                <a:gd name="T40" fmla="*/ 1457 w 59"/>
                <a:gd name="T41" fmla="*/ 167 h 128"/>
                <a:gd name="T42" fmla="*/ 1376 w 59"/>
                <a:gd name="T43" fmla="*/ 32 h 128"/>
                <a:gd name="T44" fmla="*/ 1349 w 59"/>
                <a:gd name="T45" fmla="*/ 0 h 128"/>
                <a:gd name="T46" fmla="*/ 1318 w 59"/>
                <a:gd name="T47" fmla="*/ 32 h 128"/>
                <a:gd name="T48" fmla="*/ 492 w 59"/>
                <a:gd name="T49" fmla="*/ 2195 h 128"/>
                <a:gd name="T50" fmla="*/ 1047 w 59"/>
                <a:gd name="T51" fmla="*/ 1970 h 128"/>
                <a:gd name="T52" fmla="*/ 1318 w 59"/>
                <a:gd name="T53" fmla="*/ 663 h 128"/>
                <a:gd name="T54" fmla="*/ 1376 w 59"/>
                <a:gd name="T55" fmla="*/ 196 h 128"/>
                <a:gd name="T56" fmla="*/ 1457 w 59"/>
                <a:gd name="T57" fmla="*/ 270 h 128"/>
                <a:gd name="T58" fmla="*/ 1484 w 59"/>
                <a:gd name="T59" fmla="*/ 270 h 128"/>
                <a:gd name="T60" fmla="*/ 1210 w 59"/>
                <a:gd name="T61" fmla="*/ 2073 h 128"/>
                <a:gd name="T62" fmla="*/ 1210 w 59"/>
                <a:gd name="T63" fmla="*/ 2237 h 128"/>
                <a:gd name="T64" fmla="*/ 1237 w 59"/>
                <a:gd name="T65" fmla="*/ 2466 h 128"/>
                <a:gd name="T66" fmla="*/ 1291 w 59"/>
                <a:gd name="T67" fmla="*/ 3335 h 128"/>
                <a:gd name="T68" fmla="*/ 1047 w 59"/>
                <a:gd name="T69" fmla="*/ 4165 h 128"/>
                <a:gd name="T70" fmla="*/ 993 w 59"/>
                <a:gd name="T71" fmla="*/ 3937 h 128"/>
                <a:gd name="T72" fmla="*/ 1101 w 59"/>
                <a:gd name="T73" fmla="*/ 3399 h 128"/>
                <a:gd name="T74" fmla="*/ 1210 w 59"/>
                <a:gd name="T75" fmla="*/ 2839 h 128"/>
                <a:gd name="T76" fmla="*/ 1183 w 59"/>
                <a:gd name="T77" fmla="*/ 2633 h 128"/>
                <a:gd name="T78" fmla="*/ 519 w 59"/>
                <a:gd name="T79" fmla="*/ 2330 h 128"/>
                <a:gd name="T80" fmla="*/ 109 w 59"/>
                <a:gd name="T81" fmla="*/ 2372 h 128"/>
                <a:gd name="T82" fmla="*/ 492 w 59"/>
                <a:gd name="T83" fmla="*/ 2195 h 1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9" h="128">
                  <a:moveTo>
                    <a:pt x="48" y="1"/>
                  </a:moveTo>
                  <a:cubicBezTo>
                    <a:pt x="46" y="7"/>
                    <a:pt x="46" y="13"/>
                    <a:pt x="45" y="20"/>
                  </a:cubicBezTo>
                  <a:cubicBezTo>
                    <a:pt x="44" y="33"/>
                    <a:pt x="42" y="48"/>
                    <a:pt x="35" y="57"/>
                  </a:cubicBezTo>
                  <a:cubicBezTo>
                    <a:pt x="32" y="61"/>
                    <a:pt x="24" y="62"/>
                    <a:pt x="18" y="63"/>
                  </a:cubicBezTo>
                  <a:cubicBezTo>
                    <a:pt x="10" y="64"/>
                    <a:pt x="2" y="65"/>
                    <a:pt x="0" y="72"/>
                  </a:cubicBezTo>
                  <a:cubicBezTo>
                    <a:pt x="0" y="73"/>
                    <a:pt x="0" y="73"/>
                    <a:pt x="1" y="74"/>
                  </a:cubicBezTo>
                  <a:cubicBezTo>
                    <a:pt x="7" y="76"/>
                    <a:pt x="14" y="74"/>
                    <a:pt x="20" y="73"/>
                  </a:cubicBezTo>
                  <a:cubicBezTo>
                    <a:pt x="30" y="71"/>
                    <a:pt x="37" y="70"/>
                    <a:pt x="40" y="80"/>
                  </a:cubicBezTo>
                  <a:cubicBezTo>
                    <a:pt x="42" y="86"/>
                    <a:pt x="40" y="94"/>
                    <a:pt x="37" y="101"/>
                  </a:cubicBezTo>
                  <a:cubicBezTo>
                    <a:pt x="34" y="111"/>
                    <a:pt x="31" y="120"/>
                    <a:pt x="37" y="128"/>
                  </a:cubicBezTo>
                  <a:cubicBezTo>
                    <a:pt x="37" y="128"/>
                    <a:pt x="38" y="128"/>
                    <a:pt x="38" y="128"/>
                  </a:cubicBezTo>
                  <a:cubicBezTo>
                    <a:pt x="54" y="123"/>
                    <a:pt x="50" y="92"/>
                    <a:pt x="48" y="73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6" y="50"/>
                    <a:pt x="54" y="18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9" y="4"/>
                  </a:cubicBezTo>
                  <a:cubicBezTo>
                    <a:pt x="59" y="4"/>
                    <a:pt x="59" y="3"/>
                    <a:pt x="59" y="3"/>
                  </a:cubicBezTo>
                  <a:cubicBezTo>
                    <a:pt x="59" y="3"/>
                    <a:pt x="58" y="2"/>
                    <a:pt x="57" y="2"/>
                  </a:cubicBezTo>
                  <a:cubicBezTo>
                    <a:pt x="57" y="2"/>
                    <a:pt x="56" y="2"/>
                    <a:pt x="56" y="3"/>
                  </a:cubicBezTo>
                  <a:cubicBezTo>
                    <a:pt x="56" y="3"/>
                    <a:pt x="56" y="3"/>
                    <a:pt x="55" y="3"/>
                  </a:cubicBezTo>
                  <a:cubicBezTo>
                    <a:pt x="55" y="4"/>
                    <a:pt x="54" y="5"/>
                    <a:pt x="53" y="5"/>
                  </a:cubicBezTo>
                  <a:cubicBezTo>
                    <a:pt x="52" y="5"/>
                    <a:pt x="51" y="3"/>
                    <a:pt x="50" y="1"/>
                  </a:cubicBezTo>
                  <a:cubicBezTo>
                    <a:pt x="50" y="1"/>
                    <a:pt x="50" y="0"/>
                    <a:pt x="49" y="0"/>
                  </a:cubicBezTo>
                  <a:cubicBezTo>
                    <a:pt x="48" y="0"/>
                    <a:pt x="48" y="1"/>
                    <a:pt x="48" y="1"/>
                  </a:cubicBezTo>
                  <a:close/>
                  <a:moveTo>
                    <a:pt x="18" y="66"/>
                  </a:moveTo>
                  <a:cubicBezTo>
                    <a:pt x="25" y="65"/>
                    <a:pt x="33" y="64"/>
                    <a:pt x="38" y="59"/>
                  </a:cubicBezTo>
                  <a:cubicBezTo>
                    <a:pt x="45" y="50"/>
                    <a:pt x="47" y="34"/>
                    <a:pt x="48" y="20"/>
                  </a:cubicBezTo>
                  <a:cubicBezTo>
                    <a:pt x="48" y="15"/>
                    <a:pt x="49" y="11"/>
                    <a:pt x="50" y="6"/>
                  </a:cubicBezTo>
                  <a:cubicBezTo>
                    <a:pt x="51" y="8"/>
                    <a:pt x="52" y="8"/>
                    <a:pt x="53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0" y="22"/>
                    <a:pt x="44" y="46"/>
                    <a:pt x="44" y="62"/>
                  </a:cubicBezTo>
                  <a:cubicBezTo>
                    <a:pt x="44" y="64"/>
                    <a:pt x="44" y="65"/>
                    <a:pt x="44" y="67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6" y="81"/>
                    <a:pt x="47" y="91"/>
                    <a:pt x="47" y="100"/>
                  </a:cubicBezTo>
                  <a:cubicBezTo>
                    <a:pt x="47" y="111"/>
                    <a:pt x="45" y="121"/>
                    <a:pt x="38" y="125"/>
                  </a:cubicBezTo>
                  <a:cubicBezTo>
                    <a:pt x="37" y="123"/>
                    <a:pt x="36" y="120"/>
                    <a:pt x="36" y="118"/>
                  </a:cubicBezTo>
                  <a:cubicBezTo>
                    <a:pt x="36" y="113"/>
                    <a:pt x="38" y="108"/>
                    <a:pt x="40" y="102"/>
                  </a:cubicBezTo>
                  <a:cubicBezTo>
                    <a:pt x="42" y="96"/>
                    <a:pt x="44" y="90"/>
                    <a:pt x="44" y="85"/>
                  </a:cubicBezTo>
                  <a:cubicBezTo>
                    <a:pt x="44" y="83"/>
                    <a:pt x="43" y="81"/>
                    <a:pt x="43" y="79"/>
                  </a:cubicBezTo>
                  <a:cubicBezTo>
                    <a:pt x="39" y="66"/>
                    <a:pt x="29" y="68"/>
                    <a:pt x="19" y="70"/>
                  </a:cubicBezTo>
                  <a:cubicBezTo>
                    <a:pt x="14" y="71"/>
                    <a:pt x="9" y="72"/>
                    <a:pt x="4" y="71"/>
                  </a:cubicBezTo>
                  <a:cubicBezTo>
                    <a:pt x="6" y="68"/>
                    <a:pt x="12" y="67"/>
                    <a:pt x="18" y="6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6" name="Freeform 515">
              <a:extLst>
                <a:ext uri="{FF2B5EF4-FFF2-40B4-BE49-F238E27FC236}">
                  <a16:creationId xmlns:a16="http://schemas.microsoft.com/office/drawing/2014/main" id="{010F08BC-5015-4006-9361-604B606DF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404"/>
              <a:ext cx="124" cy="202"/>
            </a:xfrm>
            <a:custGeom>
              <a:avLst/>
              <a:gdLst>
                <a:gd name="T0" fmla="*/ 1134 w 41"/>
                <a:gd name="T1" fmla="*/ 0 h 63"/>
                <a:gd name="T2" fmla="*/ 913 w 41"/>
                <a:gd name="T3" fmla="*/ 1388 h 63"/>
                <a:gd name="T4" fmla="*/ 384 w 41"/>
                <a:gd name="T5" fmla="*/ 1975 h 63"/>
                <a:gd name="T6" fmla="*/ 832 w 41"/>
                <a:gd name="T7" fmla="*/ 1315 h 63"/>
                <a:gd name="T8" fmla="*/ 1080 w 41"/>
                <a:gd name="T9" fmla="*/ 103 h 63"/>
                <a:gd name="T10" fmla="*/ 1134 w 41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3">
                  <a:moveTo>
                    <a:pt x="41" y="0"/>
                  </a:moveTo>
                  <a:cubicBezTo>
                    <a:pt x="41" y="13"/>
                    <a:pt x="39" y="30"/>
                    <a:pt x="33" y="42"/>
                  </a:cubicBezTo>
                  <a:cubicBezTo>
                    <a:pt x="30" y="50"/>
                    <a:pt x="23" y="63"/>
                    <a:pt x="14" y="60"/>
                  </a:cubicBezTo>
                  <a:cubicBezTo>
                    <a:pt x="0" y="57"/>
                    <a:pt x="28" y="43"/>
                    <a:pt x="30" y="40"/>
                  </a:cubicBezTo>
                  <a:cubicBezTo>
                    <a:pt x="35" y="33"/>
                    <a:pt x="38" y="12"/>
                    <a:pt x="39" y="3"/>
                  </a:cubicBezTo>
                  <a:cubicBezTo>
                    <a:pt x="40" y="4"/>
                    <a:pt x="41" y="0"/>
                    <a:pt x="41" y="0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7" name="Freeform 516">
              <a:extLst>
                <a:ext uri="{FF2B5EF4-FFF2-40B4-BE49-F238E27FC236}">
                  <a16:creationId xmlns:a16="http://schemas.microsoft.com/office/drawing/2014/main" id="{199BC1A3-74DC-47AA-B0CE-25360A1736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5" y="1401"/>
              <a:ext cx="103" cy="212"/>
            </a:xfrm>
            <a:custGeom>
              <a:avLst/>
              <a:gdLst>
                <a:gd name="T0" fmla="*/ 863 w 34"/>
                <a:gd name="T1" fmla="*/ 32 h 66"/>
                <a:gd name="T2" fmla="*/ 863 w 34"/>
                <a:gd name="T3" fmla="*/ 61 h 66"/>
                <a:gd name="T4" fmla="*/ 836 w 34"/>
                <a:gd name="T5" fmla="*/ 61 h 66"/>
                <a:gd name="T6" fmla="*/ 809 w 34"/>
                <a:gd name="T7" fmla="*/ 135 h 66"/>
                <a:gd name="T8" fmla="*/ 588 w 34"/>
                <a:gd name="T9" fmla="*/ 1362 h 66"/>
                <a:gd name="T10" fmla="*/ 412 w 34"/>
                <a:gd name="T11" fmla="*/ 1455 h 66"/>
                <a:gd name="T12" fmla="*/ 0 w 34"/>
                <a:gd name="T13" fmla="*/ 1959 h 66"/>
                <a:gd name="T14" fmla="*/ 136 w 34"/>
                <a:gd name="T15" fmla="*/ 2085 h 66"/>
                <a:gd name="T16" fmla="*/ 751 w 34"/>
                <a:gd name="T17" fmla="*/ 1455 h 66"/>
                <a:gd name="T18" fmla="*/ 945 w 34"/>
                <a:gd name="T19" fmla="*/ 32 h 66"/>
                <a:gd name="T20" fmla="*/ 918 w 34"/>
                <a:gd name="T21" fmla="*/ 0 h 66"/>
                <a:gd name="T22" fmla="*/ 863 w 34"/>
                <a:gd name="T23" fmla="*/ 32 h 66"/>
                <a:gd name="T24" fmla="*/ 167 w 34"/>
                <a:gd name="T25" fmla="*/ 1992 h 66"/>
                <a:gd name="T26" fmla="*/ 82 w 34"/>
                <a:gd name="T27" fmla="*/ 1918 h 66"/>
                <a:gd name="T28" fmla="*/ 82 w 34"/>
                <a:gd name="T29" fmla="*/ 1918 h 66"/>
                <a:gd name="T30" fmla="*/ 479 w 34"/>
                <a:gd name="T31" fmla="*/ 1558 h 66"/>
                <a:gd name="T32" fmla="*/ 642 w 34"/>
                <a:gd name="T33" fmla="*/ 1394 h 66"/>
                <a:gd name="T34" fmla="*/ 809 w 34"/>
                <a:gd name="T35" fmla="*/ 867 h 66"/>
                <a:gd name="T36" fmla="*/ 670 w 34"/>
                <a:gd name="T37" fmla="*/ 1394 h 66"/>
                <a:gd name="T38" fmla="*/ 167 w 34"/>
                <a:gd name="T39" fmla="*/ 1992 h 6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" h="66">
                  <a:moveTo>
                    <a:pt x="31" y="1"/>
                  </a:moveTo>
                  <a:cubicBezTo>
                    <a:pt x="31" y="1"/>
                    <a:pt x="31" y="2"/>
                    <a:pt x="31" y="2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30" y="2"/>
                    <a:pt x="29" y="3"/>
                    <a:pt x="29" y="4"/>
                  </a:cubicBezTo>
                  <a:cubicBezTo>
                    <a:pt x="29" y="13"/>
                    <a:pt x="25" y="34"/>
                    <a:pt x="21" y="41"/>
                  </a:cubicBezTo>
                  <a:cubicBezTo>
                    <a:pt x="20" y="41"/>
                    <a:pt x="17" y="43"/>
                    <a:pt x="15" y="44"/>
                  </a:cubicBezTo>
                  <a:cubicBezTo>
                    <a:pt x="6" y="50"/>
                    <a:pt x="0" y="55"/>
                    <a:pt x="0" y="59"/>
                  </a:cubicBezTo>
                  <a:cubicBezTo>
                    <a:pt x="1" y="61"/>
                    <a:pt x="2" y="62"/>
                    <a:pt x="5" y="63"/>
                  </a:cubicBezTo>
                  <a:cubicBezTo>
                    <a:pt x="17" y="66"/>
                    <a:pt x="24" y="49"/>
                    <a:pt x="27" y="44"/>
                  </a:cubicBezTo>
                  <a:cubicBezTo>
                    <a:pt x="32" y="32"/>
                    <a:pt x="34" y="13"/>
                    <a:pt x="34" y="1"/>
                  </a:cubicBezTo>
                  <a:cubicBezTo>
                    <a:pt x="34" y="1"/>
                    <a:pt x="34" y="0"/>
                    <a:pt x="33" y="0"/>
                  </a:cubicBezTo>
                  <a:cubicBezTo>
                    <a:pt x="32" y="0"/>
                    <a:pt x="32" y="0"/>
                    <a:pt x="31" y="1"/>
                  </a:cubicBezTo>
                  <a:close/>
                  <a:moveTo>
                    <a:pt x="6" y="60"/>
                  </a:moveTo>
                  <a:cubicBezTo>
                    <a:pt x="4" y="59"/>
                    <a:pt x="3" y="59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6"/>
                    <a:pt x="12" y="50"/>
                    <a:pt x="17" y="47"/>
                  </a:cubicBezTo>
                  <a:cubicBezTo>
                    <a:pt x="20" y="45"/>
                    <a:pt x="22" y="43"/>
                    <a:pt x="23" y="42"/>
                  </a:cubicBezTo>
                  <a:cubicBezTo>
                    <a:pt x="25" y="39"/>
                    <a:pt x="27" y="33"/>
                    <a:pt x="29" y="26"/>
                  </a:cubicBezTo>
                  <a:cubicBezTo>
                    <a:pt x="28" y="32"/>
                    <a:pt x="26" y="38"/>
                    <a:pt x="24" y="42"/>
                  </a:cubicBezTo>
                  <a:cubicBezTo>
                    <a:pt x="18" y="56"/>
                    <a:pt x="12" y="61"/>
                    <a:pt x="6" y="6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8" name="Freeform 517">
              <a:extLst>
                <a:ext uri="{FF2B5EF4-FFF2-40B4-BE49-F238E27FC236}">
                  <a16:creationId xmlns:a16="http://schemas.microsoft.com/office/drawing/2014/main" id="{39B1AD6A-32AF-4C27-951D-4791F0014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3243"/>
              <a:ext cx="184" cy="232"/>
            </a:xfrm>
            <a:custGeom>
              <a:avLst/>
              <a:gdLst>
                <a:gd name="T0" fmla="*/ 817 w 61"/>
                <a:gd name="T1" fmla="*/ 2378 h 72"/>
                <a:gd name="T2" fmla="*/ 1155 w 61"/>
                <a:gd name="T3" fmla="*/ 1205 h 72"/>
                <a:gd name="T4" fmla="*/ 1566 w 61"/>
                <a:gd name="T5" fmla="*/ 767 h 72"/>
                <a:gd name="T6" fmla="*/ 790 w 61"/>
                <a:gd name="T7" fmla="*/ 706 h 72"/>
                <a:gd name="T8" fmla="*/ 163 w 61"/>
                <a:gd name="T9" fmla="*/ 197 h 72"/>
                <a:gd name="T10" fmla="*/ 857 w 61"/>
                <a:gd name="T11" fmla="*/ 967 h 72"/>
                <a:gd name="T12" fmla="*/ 655 w 61"/>
                <a:gd name="T13" fmla="*/ 2410 h 72"/>
                <a:gd name="T14" fmla="*/ 817 w 61"/>
                <a:gd name="T15" fmla="*/ 2378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72">
                  <a:moveTo>
                    <a:pt x="30" y="71"/>
                  </a:moveTo>
                  <a:cubicBezTo>
                    <a:pt x="31" y="60"/>
                    <a:pt x="36" y="43"/>
                    <a:pt x="42" y="36"/>
                  </a:cubicBezTo>
                  <a:cubicBezTo>
                    <a:pt x="46" y="30"/>
                    <a:pt x="61" y="30"/>
                    <a:pt x="57" y="23"/>
                  </a:cubicBezTo>
                  <a:cubicBezTo>
                    <a:pt x="53" y="15"/>
                    <a:pt x="40" y="25"/>
                    <a:pt x="29" y="21"/>
                  </a:cubicBezTo>
                  <a:cubicBezTo>
                    <a:pt x="18" y="17"/>
                    <a:pt x="11" y="0"/>
                    <a:pt x="6" y="6"/>
                  </a:cubicBezTo>
                  <a:cubicBezTo>
                    <a:pt x="0" y="11"/>
                    <a:pt x="24" y="19"/>
                    <a:pt x="31" y="29"/>
                  </a:cubicBezTo>
                  <a:cubicBezTo>
                    <a:pt x="38" y="39"/>
                    <a:pt x="33" y="63"/>
                    <a:pt x="24" y="72"/>
                  </a:cubicBezTo>
                  <a:cubicBezTo>
                    <a:pt x="27" y="70"/>
                    <a:pt x="29" y="70"/>
                    <a:pt x="30" y="71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9" name="Freeform 518">
              <a:extLst>
                <a:ext uri="{FF2B5EF4-FFF2-40B4-BE49-F238E27FC236}">
                  <a16:creationId xmlns:a16="http://schemas.microsoft.com/office/drawing/2014/main" id="{E5B998D9-5133-4440-8D92-5B8B7CC77B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1" y="3243"/>
              <a:ext cx="169" cy="235"/>
            </a:xfrm>
            <a:custGeom>
              <a:avLst/>
              <a:gdLst>
                <a:gd name="T0" fmla="*/ 54 w 56"/>
                <a:gd name="T1" fmla="*/ 135 h 73"/>
                <a:gd name="T2" fmla="*/ 0 w 56"/>
                <a:gd name="T3" fmla="*/ 270 h 73"/>
                <a:gd name="T4" fmla="*/ 329 w 56"/>
                <a:gd name="T5" fmla="*/ 602 h 73"/>
                <a:gd name="T6" fmla="*/ 736 w 56"/>
                <a:gd name="T7" fmla="*/ 1004 h 73"/>
                <a:gd name="T8" fmla="*/ 546 w 56"/>
                <a:gd name="T9" fmla="*/ 2373 h 73"/>
                <a:gd name="T10" fmla="*/ 546 w 56"/>
                <a:gd name="T11" fmla="*/ 2437 h 73"/>
                <a:gd name="T12" fmla="*/ 573 w 56"/>
                <a:gd name="T13" fmla="*/ 2437 h 73"/>
                <a:gd name="T14" fmla="*/ 709 w 56"/>
                <a:gd name="T15" fmla="*/ 2405 h 73"/>
                <a:gd name="T16" fmla="*/ 776 w 56"/>
                <a:gd name="T17" fmla="*/ 2437 h 73"/>
                <a:gd name="T18" fmla="*/ 803 w 56"/>
                <a:gd name="T19" fmla="*/ 2373 h 73"/>
                <a:gd name="T20" fmla="*/ 1102 w 56"/>
                <a:gd name="T21" fmla="*/ 1233 h 73"/>
                <a:gd name="T22" fmla="*/ 1322 w 56"/>
                <a:gd name="T23" fmla="*/ 1069 h 73"/>
                <a:gd name="T24" fmla="*/ 1539 w 56"/>
                <a:gd name="T25" fmla="*/ 869 h 73"/>
                <a:gd name="T26" fmla="*/ 1512 w 56"/>
                <a:gd name="T27" fmla="*/ 737 h 73"/>
                <a:gd name="T28" fmla="*/ 1129 w 56"/>
                <a:gd name="T29" fmla="*/ 631 h 73"/>
                <a:gd name="T30" fmla="*/ 709 w 56"/>
                <a:gd name="T31" fmla="*/ 663 h 73"/>
                <a:gd name="T32" fmla="*/ 410 w 56"/>
                <a:gd name="T33" fmla="*/ 332 h 73"/>
                <a:gd name="T34" fmla="*/ 54 w 56"/>
                <a:gd name="T35" fmla="*/ 135 h 73"/>
                <a:gd name="T36" fmla="*/ 911 w 56"/>
                <a:gd name="T37" fmla="*/ 1429 h 73"/>
                <a:gd name="T38" fmla="*/ 803 w 56"/>
                <a:gd name="T39" fmla="*/ 934 h 73"/>
                <a:gd name="T40" fmla="*/ 356 w 56"/>
                <a:gd name="T41" fmla="*/ 499 h 73"/>
                <a:gd name="T42" fmla="*/ 81 w 56"/>
                <a:gd name="T43" fmla="*/ 238 h 73"/>
                <a:gd name="T44" fmla="*/ 81 w 56"/>
                <a:gd name="T45" fmla="*/ 238 h 73"/>
                <a:gd name="T46" fmla="*/ 109 w 56"/>
                <a:gd name="T47" fmla="*/ 238 h 73"/>
                <a:gd name="T48" fmla="*/ 356 w 56"/>
                <a:gd name="T49" fmla="*/ 406 h 73"/>
                <a:gd name="T50" fmla="*/ 682 w 56"/>
                <a:gd name="T51" fmla="*/ 737 h 73"/>
                <a:gd name="T52" fmla="*/ 1156 w 56"/>
                <a:gd name="T53" fmla="*/ 737 h 73"/>
                <a:gd name="T54" fmla="*/ 1430 w 56"/>
                <a:gd name="T55" fmla="*/ 766 h 73"/>
                <a:gd name="T56" fmla="*/ 1458 w 56"/>
                <a:gd name="T57" fmla="*/ 831 h 73"/>
                <a:gd name="T58" fmla="*/ 1458 w 56"/>
                <a:gd name="T59" fmla="*/ 831 h 73"/>
                <a:gd name="T60" fmla="*/ 1264 w 56"/>
                <a:gd name="T61" fmla="*/ 1004 h 73"/>
                <a:gd name="T62" fmla="*/ 1047 w 56"/>
                <a:gd name="T63" fmla="*/ 1172 h 73"/>
                <a:gd name="T64" fmla="*/ 911 w 56"/>
                <a:gd name="T65" fmla="*/ 1471 h 73"/>
                <a:gd name="T66" fmla="*/ 911 w 56"/>
                <a:gd name="T67" fmla="*/ 1429 h 73"/>
                <a:gd name="T68" fmla="*/ 736 w 56"/>
                <a:gd name="T69" fmla="*/ 2237 h 73"/>
                <a:gd name="T70" fmla="*/ 709 w 56"/>
                <a:gd name="T71" fmla="*/ 2302 h 73"/>
                <a:gd name="T72" fmla="*/ 682 w 56"/>
                <a:gd name="T73" fmla="*/ 2302 h 73"/>
                <a:gd name="T74" fmla="*/ 736 w 56"/>
                <a:gd name="T75" fmla="*/ 2237 h 7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56" h="73">
                  <a:moveTo>
                    <a:pt x="2" y="4"/>
                  </a:moveTo>
                  <a:cubicBezTo>
                    <a:pt x="0" y="6"/>
                    <a:pt x="0" y="7"/>
                    <a:pt x="0" y="8"/>
                  </a:cubicBezTo>
                  <a:cubicBezTo>
                    <a:pt x="0" y="11"/>
                    <a:pt x="5" y="14"/>
                    <a:pt x="12" y="18"/>
                  </a:cubicBezTo>
                  <a:cubicBezTo>
                    <a:pt x="17" y="22"/>
                    <a:pt x="24" y="25"/>
                    <a:pt x="27" y="30"/>
                  </a:cubicBezTo>
                  <a:cubicBezTo>
                    <a:pt x="33" y="39"/>
                    <a:pt x="29" y="62"/>
                    <a:pt x="20" y="71"/>
                  </a:cubicBezTo>
                  <a:cubicBezTo>
                    <a:pt x="19" y="71"/>
                    <a:pt x="19" y="72"/>
                    <a:pt x="20" y="73"/>
                  </a:cubicBezTo>
                  <a:cubicBezTo>
                    <a:pt x="20" y="73"/>
                    <a:pt x="21" y="73"/>
                    <a:pt x="21" y="73"/>
                  </a:cubicBezTo>
                  <a:cubicBezTo>
                    <a:pt x="26" y="71"/>
                    <a:pt x="26" y="72"/>
                    <a:pt x="26" y="72"/>
                  </a:cubicBezTo>
                  <a:cubicBezTo>
                    <a:pt x="27" y="73"/>
                    <a:pt x="27" y="73"/>
                    <a:pt x="28" y="73"/>
                  </a:cubicBezTo>
                  <a:cubicBezTo>
                    <a:pt x="29" y="73"/>
                    <a:pt x="29" y="72"/>
                    <a:pt x="29" y="71"/>
                  </a:cubicBezTo>
                  <a:cubicBezTo>
                    <a:pt x="30" y="60"/>
                    <a:pt x="34" y="44"/>
                    <a:pt x="40" y="37"/>
                  </a:cubicBezTo>
                  <a:cubicBezTo>
                    <a:pt x="42" y="35"/>
                    <a:pt x="45" y="34"/>
                    <a:pt x="48" y="32"/>
                  </a:cubicBezTo>
                  <a:cubicBezTo>
                    <a:pt x="51" y="31"/>
                    <a:pt x="55" y="29"/>
                    <a:pt x="56" y="26"/>
                  </a:cubicBezTo>
                  <a:cubicBezTo>
                    <a:pt x="56" y="25"/>
                    <a:pt x="56" y="23"/>
                    <a:pt x="55" y="22"/>
                  </a:cubicBezTo>
                  <a:cubicBezTo>
                    <a:pt x="52" y="17"/>
                    <a:pt x="47" y="18"/>
                    <a:pt x="41" y="19"/>
                  </a:cubicBezTo>
                  <a:cubicBezTo>
                    <a:pt x="37" y="20"/>
                    <a:pt x="31" y="22"/>
                    <a:pt x="26" y="20"/>
                  </a:cubicBezTo>
                  <a:cubicBezTo>
                    <a:pt x="22" y="18"/>
                    <a:pt x="18" y="14"/>
                    <a:pt x="15" y="10"/>
                  </a:cubicBezTo>
                  <a:cubicBezTo>
                    <a:pt x="10" y="5"/>
                    <a:pt x="6" y="0"/>
                    <a:pt x="2" y="4"/>
                  </a:cubicBezTo>
                  <a:close/>
                  <a:moveTo>
                    <a:pt x="33" y="43"/>
                  </a:moveTo>
                  <a:cubicBezTo>
                    <a:pt x="33" y="37"/>
                    <a:pt x="32" y="32"/>
                    <a:pt x="29" y="28"/>
                  </a:cubicBezTo>
                  <a:cubicBezTo>
                    <a:pt x="26" y="23"/>
                    <a:pt x="19" y="19"/>
                    <a:pt x="13" y="15"/>
                  </a:cubicBezTo>
                  <a:cubicBezTo>
                    <a:pt x="9" y="13"/>
                    <a:pt x="3" y="9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5" y="5"/>
                    <a:pt x="8" y="7"/>
                    <a:pt x="13" y="12"/>
                  </a:cubicBezTo>
                  <a:cubicBezTo>
                    <a:pt x="16" y="16"/>
                    <a:pt x="20" y="21"/>
                    <a:pt x="25" y="22"/>
                  </a:cubicBezTo>
                  <a:cubicBezTo>
                    <a:pt x="31" y="25"/>
                    <a:pt x="37" y="23"/>
                    <a:pt x="42" y="22"/>
                  </a:cubicBezTo>
                  <a:cubicBezTo>
                    <a:pt x="48" y="21"/>
                    <a:pt x="51" y="21"/>
                    <a:pt x="52" y="23"/>
                  </a:cubicBezTo>
                  <a:cubicBezTo>
                    <a:pt x="53" y="24"/>
                    <a:pt x="53" y="25"/>
                    <a:pt x="53" y="25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2" y="27"/>
                    <a:pt x="49" y="28"/>
                    <a:pt x="46" y="30"/>
                  </a:cubicBezTo>
                  <a:cubicBezTo>
                    <a:pt x="43" y="31"/>
                    <a:pt x="40" y="32"/>
                    <a:pt x="38" y="35"/>
                  </a:cubicBezTo>
                  <a:cubicBezTo>
                    <a:pt x="36" y="37"/>
                    <a:pt x="34" y="40"/>
                    <a:pt x="33" y="44"/>
                  </a:cubicBezTo>
                  <a:cubicBezTo>
                    <a:pt x="33" y="44"/>
                    <a:pt x="33" y="43"/>
                    <a:pt x="33" y="43"/>
                  </a:cubicBezTo>
                  <a:close/>
                  <a:moveTo>
                    <a:pt x="27" y="67"/>
                  </a:moveTo>
                  <a:cubicBezTo>
                    <a:pt x="27" y="67"/>
                    <a:pt x="26" y="68"/>
                    <a:pt x="26" y="69"/>
                  </a:cubicBezTo>
                  <a:cubicBezTo>
                    <a:pt x="26" y="69"/>
                    <a:pt x="26" y="69"/>
                    <a:pt x="25" y="69"/>
                  </a:cubicBezTo>
                  <a:cubicBezTo>
                    <a:pt x="26" y="68"/>
                    <a:pt x="26" y="68"/>
                    <a:pt x="27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0" name="Freeform 519">
              <a:extLst>
                <a:ext uri="{FF2B5EF4-FFF2-40B4-BE49-F238E27FC236}">
                  <a16:creationId xmlns:a16="http://schemas.microsoft.com/office/drawing/2014/main" id="{D53D0B7F-5958-47B6-9EE0-A96AF4381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3201"/>
              <a:ext cx="154" cy="145"/>
            </a:xfrm>
            <a:custGeom>
              <a:avLst/>
              <a:gdLst>
                <a:gd name="T0" fmla="*/ 1214 w 51"/>
                <a:gd name="T1" fmla="*/ 1205 h 45"/>
                <a:gd name="T2" fmla="*/ 885 w 51"/>
                <a:gd name="T3" fmla="*/ 767 h 45"/>
                <a:gd name="T4" fmla="*/ 628 w 51"/>
                <a:gd name="T5" fmla="*/ 0 h 45"/>
                <a:gd name="T6" fmla="*/ 682 w 51"/>
                <a:gd name="T7" fmla="*/ 738 h 45"/>
                <a:gd name="T8" fmla="*/ 217 w 51"/>
                <a:gd name="T9" fmla="*/ 1402 h 45"/>
                <a:gd name="T10" fmla="*/ 492 w 51"/>
                <a:gd name="T11" fmla="*/ 1205 h 45"/>
                <a:gd name="T12" fmla="*/ 803 w 51"/>
                <a:gd name="T13" fmla="*/ 1173 h 45"/>
                <a:gd name="T14" fmla="*/ 1404 w 51"/>
                <a:gd name="T15" fmla="*/ 1476 h 45"/>
                <a:gd name="T16" fmla="*/ 1214 w 51"/>
                <a:gd name="T17" fmla="*/ 1205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5">
                  <a:moveTo>
                    <a:pt x="44" y="36"/>
                  </a:moveTo>
                  <a:cubicBezTo>
                    <a:pt x="36" y="34"/>
                    <a:pt x="33" y="30"/>
                    <a:pt x="32" y="23"/>
                  </a:cubicBezTo>
                  <a:cubicBezTo>
                    <a:pt x="30" y="16"/>
                    <a:pt x="33" y="1"/>
                    <a:pt x="23" y="0"/>
                  </a:cubicBezTo>
                  <a:cubicBezTo>
                    <a:pt x="19" y="6"/>
                    <a:pt x="30" y="14"/>
                    <a:pt x="25" y="22"/>
                  </a:cubicBezTo>
                  <a:cubicBezTo>
                    <a:pt x="22" y="26"/>
                    <a:pt x="0" y="36"/>
                    <a:pt x="8" y="42"/>
                  </a:cubicBezTo>
                  <a:cubicBezTo>
                    <a:pt x="13" y="45"/>
                    <a:pt x="15" y="38"/>
                    <a:pt x="18" y="36"/>
                  </a:cubicBezTo>
                  <a:cubicBezTo>
                    <a:pt x="22" y="34"/>
                    <a:pt x="25" y="35"/>
                    <a:pt x="29" y="35"/>
                  </a:cubicBezTo>
                  <a:cubicBezTo>
                    <a:pt x="35" y="36"/>
                    <a:pt x="45" y="43"/>
                    <a:pt x="51" y="44"/>
                  </a:cubicBezTo>
                  <a:cubicBezTo>
                    <a:pt x="48" y="44"/>
                    <a:pt x="46" y="37"/>
                    <a:pt x="44" y="36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1" name="Freeform 520">
              <a:extLst>
                <a:ext uri="{FF2B5EF4-FFF2-40B4-BE49-F238E27FC236}">
                  <a16:creationId xmlns:a16="http://schemas.microsoft.com/office/drawing/2014/main" id="{57C334CA-3B40-47CE-99EC-FDEEA00BB6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6" y="3195"/>
              <a:ext cx="142" cy="154"/>
            </a:xfrm>
            <a:custGeom>
              <a:avLst/>
              <a:gdLst>
                <a:gd name="T0" fmla="*/ 465 w 47"/>
                <a:gd name="T1" fmla="*/ 32 h 48"/>
                <a:gd name="T2" fmla="*/ 492 w 47"/>
                <a:gd name="T3" fmla="*/ 401 h 48"/>
                <a:gd name="T4" fmla="*/ 492 w 47"/>
                <a:gd name="T5" fmla="*/ 760 h 48"/>
                <a:gd name="T6" fmla="*/ 329 w 47"/>
                <a:gd name="T7" fmla="*/ 927 h 48"/>
                <a:gd name="T8" fmla="*/ 0 w 47"/>
                <a:gd name="T9" fmla="*/ 1360 h 48"/>
                <a:gd name="T10" fmla="*/ 54 w 47"/>
                <a:gd name="T11" fmla="*/ 1482 h 48"/>
                <a:gd name="T12" fmla="*/ 302 w 47"/>
                <a:gd name="T13" fmla="*/ 1389 h 48"/>
                <a:gd name="T14" fmla="*/ 384 w 47"/>
                <a:gd name="T15" fmla="*/ 1319 h 48"/>
                <a:gd name="T16" fmla="*/ 628 w 47"/>
                <a:gd name="T17" fmla="*/ 1287 h 48"/>
                <a:gd name="T18" fmla="*/ 940 w 47"/>
                <a:gd name="T19" fmla="*/ 1421 h 48"/>
                <a:gd name="T20" fmla="*/ 1215 w 47"/>
                <a:gd name="T21" fmla="*/ 1553 h 48"/>
                <a:gd name="T22" fmla="*/ 1215 w 47"/>
                <a:gd name="T23" fmla="*/ 1553 h 48"/>
                <a:gd name="T24" fmla="*/ 1269 w 47"/>
                <a:gd name="T25" fmla="*/ 1585 h 48"/>
                <a:gd name="T26" fmla="*/ 1242 w 47"/>
                <a:gd name="T27" fmla="*/ 1585 h 48"/>
                <a:gd name="T28" fmla="*/ 1269 w 47"/>
                <a:gd name="T29" fmla="*/ 1585 h 48"/>
                <a:gd name="T30" fmla="*/ 1296 w 47"/>
                <a:gd name="T31" fmla="*/ 1524 h 48"/>
                <a:gd name="T32" fmla="*/ 1296 w 47"/>
                <a:gd name="T33" fmla="*/ 1524 h 48"/>
                <a:gd name="T34" fmla="*/ 1269 w 47"/>
                <a:gd name="T35" fmla="*/ 1482 h 48"/>
                <a:gd name="T36" fmla="*/ 1269 w 47"/>
                <a:gd name="T37" fmla="*/ 1482 h 48"/>
                <a:gd name="T38" fmla="*/ 1187 w 47"/>
                <a:gd name="T39" fmla="*/ 1360 h 48"/>
                <a:gd name="T40" fmla="*/ 1079 w 47"/>
                <a:gd name="T41" fmla="*/ 1226 h 48"/>
                <a:gd name="T42" fmla="*/ 1079 w 47"/>
                <a:gd name="T43" fmla="*/ 1226 h 48"/>
                <a:gd name="T44" fmla="*/ 776 w 47"/>
                <a:gd name="T45" fmla="*/ 792 h 48"/>
                <a:gd name="T46" fmla="*/ 776 w 47"/>
                <a:gd name="T47" fmla="*/ 597 h 48"/>
                <a:gd name="T48" fmla="*/ 492 w 47"/>
                <a:gd name="T49" fmla="*/ 0 h 48"/>
                <a:gd name="T50" fmla="*/ 465 w 47"/>
                <a:gd name="T51" fmla="*/ 32 h 48"/>
                <a:gd name="T52" fmla="*/ 109 w 47"/>
                <a:gd name="T53" fmla="*/ 1389 h 48"/>
                <a:gd name="T54" fmla="*/ 82 w 47"/>
                <a:gd name="T55" fmla="*/ 1360 h 48"/>
                <a:gd name="T56" fmla="*/ 82 w 47"/>
                <a:gd name="T57" fmla="*/ 1360 h 48"/>
                <a:gd name="T58" fmla="*/ 384 w 47"/>
                <a:gd name="T59" fmla="*/ 1020 h 48"/>
                <a:gd name="T60" fmla="*/ 574 w 47"/>
                <a:gd name="T61" fmla="*/ 825 h 48"/>
                <a:gd name="T62" fmla="*/ 628 w 47"/>
                <a:gd name="T63" fmla="*/ 629 h 48"/>
                <a:gd name="T64" fmla="*/ 547 w 47"/>
                <a:gd name="T65" fmla="*/ 330 h 48"/>
                <a:gd name="T66" fmla="*/ 520 w 47"/>
                <a:gd name="T67" fmla="*/ 135 h 48"/>
                <a:gd name="T68" fmla="*/ 520 w 47"/>
                <a:gd name="T69" fmla="*/ 135 h 48"/>
                <a:gd name="T70" fmla="*/ 695 w 47"/>
                <a:gd name="T71" fmla="*/ 597 h 48"/>
                <a:gd name="T72" fmla="*/ 695 w 47"/>
                <a:gd name="T73" fmla="*/ 825 h 48"/>
                <a:gd name="T74" fmla="*/ 1048 w 47"/>
                <a:gd name="T75" fmla="*/ 1319 h 48"/>
                <a:gd name="T76" fmla="*/ 1048 w 47"/>
                <a:gd name="T77" fmla="*/ 1319 h 48"/>
                <a:gd name="T78" fmla="*/ 1106 w 47"/>
                <a:gd name="T79" fmla="*/ 1421 h 48"/>
                <a:gd name="T80" fmla="*/ 1106 w 47"/>
                <a:gd name="T81" fmla="*/ 1421 h 48"/>
                <a:gd name="T82" fmla="*/ 994 w 47"/>
                <a:gd name="T83" fmla="*/ 1360 h 48"/>
                <a:gd name="T84" fmla="*/ 668 w 47"/>
                <a:gd name="T85" fmla="*/ 1194 h 48"/>
                <a:gd name="T86" fmla="*/ 329 w 47"/>
                <a:gd name="T87" fmla="*/ 1226 h 48"/>
                <a:gd name="T88" fmla="*/ 248 w 47"/>
                <a:gd name="T89" fmla="*/ 1319 h 48"/>
                <a:gd name="T90" fmla="*/ 109 w 47"/>
                <a:gd name="T91" fmla="*/ 1389 h 4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7" h="48">
                  <a:moveTo>
                    <a:pt x="17" y="1"/>
                  </a:moveTo>
                  <a:cubicBezTo>
                    <a:pt x="15" y="4"/>
                    <a:pt x="16" y="8"/>
                    <a:pt x="18" y="12"/>
                  </a:cubicBezTo>
                  <a:cubicBezTo>
                    <a:pt x="19" y="16"/>
                    <a:pt x="21" y="19"/>
                    <a:pt x="18" y="23"/>
                  </a:cubicBezTo>
                  <a:cubicBezTo>
                    <a:pt x="18" y="24"/>
                    <a:pt x="15" y="27"/>
                    <a:pt x="12" y="28"/>
                  </a:cubicBezTo>
                  <a:cubicBezTo>
                    <a:pt x="6" y="32"/>
                    <a:pt x="0" y="37"/>
                    <a:pt x="0" y="41"/>
                  </a:cubicBezTo>
                  <a:cubicBezTo>
                    <a:pt x="0" y="42"/>
                    <a:pt x="0" y="43"/>
                    <a:pt x="2" y="45"/>
                  </a:cubicBezTo>
                  <a:cubicBezTo>
                    <a:pt x="7" y="48"/>
                    <a:pt x="9" y="44"/>
                    <a:pt x="11" y="42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7" y="38"/>
                    <a:pt x="20" y="38"/>
                    <a:pt x="23" y="39"/>
                  </a:cubicBezTo>
                  <a:cubicBezTo>
                    <a:pt x="26" y="39"/>
                    <a:pt x="31" y="41"/>
                    <a:pt x="34" y="43"/>
                  </a:cubicBezTo>
                  <a:cubicBezTo>
                    <a:pt x="38" y="45"/>
                    <a:pt x="41" y="46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5" y="47"/>
                    <a:pt x="45" y="48"/>
                    <a:pt x="46" y="48"/>
                  </a:cubicBezTo>
                  <a:cubicBezTo>
                    <a:pt x="45" y="48"/>
                    <a:pt x="46" y="48"/>
                    <a:pt x="45" y="48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6" y="48"/>
                    <a:pt x="47" y="47"/>
                    <a:pt x="47" y="46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7" y="45"/>
                    <a:pt x="47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5" y="44"/>
                    <a:pt x="43" y="42"/>
                    <a:pt x="43" y="41"/>
                  </a:cubicBezTo>
                  <a:cubicBezTo>
                    <a:pt x="42" y="39"/>
                    <a:pt x="41" y="38"/>
                    <a:pt x="39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3" y="35"/>
                    <a:pt x="30" y="32"/>
                    <a:pt x="28" y="24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7" y="11"/>
                    <a:pt x="27" y="1"/>
                    <a:pt x="18" y="0"/>
                  </a:cubicBezTo>
                  <a:cubicBezTo>
                    <a:pt x="18" y="0"/>
                    <a:pt x="17" y="0"/>
                    <a:pt x="17" y="1"/>
                  </a:cubicBezTo>
                  <a:close/>
                  <a:moveTo>
                    <a:pt x="4" y="42"/>
                  </a:moveTo>
                  <a:cubicBezTo>
                    <a:pt x="3" y="42"/>
                    <a:pt x="3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38"/>
                    <a:pt x="9" y="34"/>
                    <a:pt x="14" y="31"/>
                  </a:cubicBezTo>
                  <a:cubicBezTo>
                    <a:pt x="18" y="28"/>
                    <a:pt x="20" y="26"/>
                    <a:pt x="21" y="25"/>
                  </a:cubicBezTo>
                  <a:cubicBezTo>
                    <a:pt x="22" y="23"/>
                    <a:pt x="23" y="21"/>
                    <a:pt x="23" y="19"/>
                  </a:cubicBezTo>
                  <a:cubicBezTo>
                    <a:pt x="23" y="16"/>
                    <a:pt x="21" y="13"/>
                    <a:pt x="20" y="10"/>
                  </a:cubicBezTo>
                  <a:cubicBezTo>
                    <a:pt x="20" y="8"/>
                    <a:pt x="19" y="6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4" y="5"/>
                    <a:pt x="24" y="11"/>
                    <a:pt x="25" y="18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7" y="33"/>
                    <a:pt x="31" y="38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9" y="42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9" y="42"/>
                    <a:pt x="37" y="41"/>
                    <a:pt x="36" y="41"/>
                  </a:cubicBezTo>
                  <a:cubicBezTo>
                    <a:pt x="32" y="39"/>
                    <a:pt x="27" y="36"/>
                    <a:pt x="24" y="36"/>
                  </a:cubicBezTo>
                  <a:cubicBezTo>
                    <a:pt x="20" y="35"/>
                    <a:pt x="16" y="35"/>
                    <a:pt x="12" y="37"/>
                  </a:cubicBezTo>
                  <a:cubicBezTo>
                    <a:pt x="12" y="37"/>
                    <a:pt x="9" y="40"/>
                    <a:pt x="9" y="40"/>
                  </a:cubicBezTo>
                  <a:cubicBezTo>
                    <a:pt x="7" y="43"/>
                    <a:pt x="6" y="44"/>
                    <a:pt x="4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2" name="Freeform 521">
              <a:extLst>
                <a:ext uri="{FF2B5EF4-FFF2-40B4-BE49-F238E27FC236}">
                  <a16:creationId xmlns:a16="http://schemas.microsoft.com/office/drawing/2014/main" id="{7B7A080B-174A-41AB-B28B-C7A74CA4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3173"/>
              <a:ext cx="105" cy="141"/>
            </a:xfrm>
            <a:custGeom>
              <a:avLst/>
              <a:gdLst>
                <a:gd name="T0" fmla="*/ 0 w 35"/>
                <a:gd name="T1" fmla="*/ 1058 h 44"/>
                <a:gd name="T2" fmla="*/ 405 w 35"/>
                <a:gd name="T3" fmla="*/ 625 h 44"/>
                <a:gd name="T4" fmla="*/ 675 w 35"/>
                <a:gd name="T5" fmla="*/ 0 h 44"/>
                <a:gd name="T6" fmla="*/ 513 w 35"/>
                <a:gd name="T7" fmla="*/ 689 h 44"/>
                <a:gd name="T8" fmla="*/ 513 w 35"/>
                <a:gd name="T9" fmla="*/ 1448 h 44"/>
                <a:gd name="T10" fmla="*/ 405 w 35"/>
                <a:gd name="T11" fmla="*/ 955 h 44"/>
                <a:gd name="T12" fmla="*/ 0 w 35"/>
                <a:gd name="T13" fmla="*/ 115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4">
                  <a:moveTo>
                    <a:pt x="0" y="32"/>
                  </a:moveTo>
                  <a:cubicBezTo>
                    <a:pt x="6" y="30"/>
                    <a:pt x="12" y="25"/>
                    <a:pt x="15" y="19"/>
                  </a:cubicBezTo>
                  <a:cubicBezTo>
                    <a:pt x="19" y="13"/>
                    <a:pt x="19" y="6"/>
                    <a:pt x="25" y="0"/>
                  </a:cubicBezTo>
                  <a:cubicBezTo>
                    <a:pt x="35" y="2"/>
                    <a:pt x="20" y="17"/>
                    <a:pt x="19" y="21"/>
                  </a:cubicBezTo>
                  <a:cubicBezTo>
                    <a:pt x="18" y="28"/>
                    <a:pt x="24" y="38"/>
                    <a:pt x="19" y="44"/>
                  </a:cubicBezTo>
                  <a:cubicBezTo>
                    <a:pt x="15" y="41"/>
                    <a:pt x="19" y="31"/>
                    <a:pt x="15" y="29"/>
                  </a:cubicBezTo>
                  <a:cubicBezTo>
                    <a:pt x="13" y="28"/>
                    <a:pt x="6" y="30"/>
                    <a:pt x="0" y="35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3" name="Freeform 522">
              <a:extLst>
                <a:ext uri="{FF2B5EF4-FFF2-40B4-BE49-F238E27FC236}">
                  <a16:creationId xmlns:a16="http://schemas.microsoft.com/office/drawing/2014/main" id="{8AF870C7-E92F-4DB2-9636-026CDDF7EE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77" y="3169"/>
              <a:ext cx="96" cy="151"/>
            </a:xfrm>
            <a:custGeom>
              <a:avLst/>
              <a:gdLst>
                <a:gd name="T0" fmla="*/ 675 w 32"/>
                <a:gd name="T1" fmla="*/ 0 h 47"/>
                <a:gd name="T2" fmla="*/ 486 w 32"/>
                <a:gd name="T3" fmla="*/ 402 h 47"/>
                <a:gd name="T4" fmla="*/ 405 w 32"/>
                <a:gd name="T5" fmla="*/ 662 h 47"/>
                <a:gd name="T6" fmla="*/ 0 w 32"/>
                <a:gd name="T7" fmla="*/ 1063 h 47"/>
                <a:gd name="T8" fmla="*/ 0 w 32"/>
                <a:gd name="T9" fmla="*/ 1096 h 47"/>
                <a:gd name="T10" fmla="*/ 0 w 32"/>
                <a:gd name="T11" fmla="*/ 1124 h 47"/>
                <a:gd name="T12" fmla="*/ 27 w 32"/>
                <a:gd name="T13" fmla="*/ 1157 h 47"/>
                <a:gd name="T14" fmla="*/ 0 w 32"/>
                <a:gd name="T15" fmla="*/ 1157 h 47"/>
                <a:gd name="T16" fmla="*/ 0 w 32"/>
                <a:gd name="T17" fmla="*/ 1198 h 47"/>
                <a:gd name="T18" fmla="*/ 0 w 32"/>
                <a:gd name="T19" fmla="*/ 1227 h 47"/>
                <a:gd name="T20" fmla="*/ 54 w 32"/>
                <a:gd name="T21" fmla="*/ 1227 h 47"/>
                <a:gd name="T22" fmla="*/ 405 w 32"/>
                <a:gd name="T23" fmla="*/ 1031 h 47"/>
                <a:gd name="T24" fmla="*/ 432 w 32"/>
                <a:gd name="T25" fmla="*/ 1227 h 47"/>
                <a:gd name="T26" fmla="*/ 513 w 32"/>
                <a:gd name="T27" fmla="*/ 1526 h 47"/>
                <a:gd name="T28" fmla="*/ 594 w 32"/>
                <a:gd name="T29" fmla="*/ 1526 h 47"/>
                <a:gd name="T30" fmla="*/ 621 w 32"/>
                <a:gd name="T31" fmla="*/ 1031 h 47"/>
                <a:gd name="T32" fmla="*/ 594 w 32"/>
                <a:gd name="T33" fmla="*/ 733 h 47"/>
                <a:gd name="T34" fmla="*/ 675 w 32"/>
                <a:gd name="T35" fmla="*/ 569 h 47"/>
                <a:gd name="T36" fmla="*/ 837 w 32"/>
                <a:gd name="T37" fmla="*/ 103 h 47"/>
                <a:gd name="T38" fmla="*/ 702 w 32"/>
                <a:gd name="T39" fmla="*/ 0 h 47"/>
                <a:gd name="T40" fmla="*/ 675 w 32"/>
                <a:gd name="T41" fmla="*/ 0 h 47"/>
                <a:gd name="T42" fmla="*/ 459 w 32"/>
                <a:gd name="T43" fmla="*/ 691 h 47"/>
                <a:gd name="T44" fmla="*/ 567 w 32"/>
                <a:gd name="T45" fmla="*/ 434 h 47"/>
                <a:gd name="T46" fmla="*/ 702 w 32"/>
                <a:gd name="T47" fmla="*/ 103 h 47"/>
                <a:gd name="T48" fmla="*/ 756 w 32"/>
                <a:gd name="T49" fmla="*/ 135 h 47"/>
                <a:gd name="T50" fmla="*/ 756 w 32"/>
                <a:gd name="T51" fmla="*/ 164 h 47"/>
                <a:gd name="T52" fmla="*/ 621 w 32"/>
                <a:gd name="T53" fmla="*/ 495 h 47"/>
                <a:gd name="T54" fmla="*/ 513 w 32"/>
                <a:gd name="T55" fmla="*/ 733 h 47"/>
                <a:gd name="T56" fmla="*/ 513 w 32"/>
                <a:gd name="T57" fmla="*/ 794 h 47"/>
                <a:gd name="T58" fmla="*/ 540 w 32"/>
                <a:gd name="T59" fmla="*/ 1063 h 47"/>
                <a:gd name="T60" fmla="*/ 567 w 32"/>
                <a:gd name="T61" fmla="*/ 1292 h 47"/>
                <a:gd name="T62" fmla="*/ 540 w 32"/>
                <a:gd name="T63" fmla="*/ 1394 h 47"/>
                <a:gd name="T64" fmla="*/ 513 w 32"/>
                <a:gd name="T65" fmla="*/ 1227 h 47"/>
                <a:gd name="T66" fmla="*/ 432 w 32"/>
                <a:gd name="T67" fmla="*/ 961 h 47"/>
                <a:gd name="T68" fmla="*/ 297 w 32"/>
                <a:gd name="T69" fmla="*/ 961 h 47"/>
                <a:gd name="T70" fmla="*/ 459 w 32"/>
                <a:gd name="T71" fmla="*/ 691 h 4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2" h="47">
                  <a:moveTo>
                    <a:pt x="25" y="0"/>
                  </a:moveTo>
                  <a:cubicBezTo>
                    <a:pt x="21" y="4"/>
                    <a:pt x="20" y="8"/>
                    <a:pt x="18" y="12"/>
                  </a:cubicBezTo>
                  <a:cubicBezTo>
                    <a:pt x="17" y="15"/>
                    <a:pt x="16" y="17"/>
                    <a:pt x="15" y="20"/>
                  </a:cubicBezTo>
                  <a:cubicBezTo>
                    <a:pt x="12" y="25"/>
                    <a:pt x="7" y="29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35"/>
                    <a:pt x="0" y="36"/>
                    <a:pt x="0" y="36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1" y="38"/>
                    <a:pt x="2" y="38"/>
                    <a:pt x="2" y="37"/>
                  </a:cubicBezTo>
                  <a:cubicBezTo>
                    <a:pt x="8" y="32"/>
                    <a:pt x="14" y="31"/>
                    <a:pt x="15" y="31"/>
                  </a:cubicBezTo>
                  <a:cubicBezTo>
                    <a:pt x="16" y="32"/>
                    <a:pt x="16" y="34"/>
                    <a:pt x="16" y="37"/>
                  </a:cubicBezTo>
                  <a:cubicBezTo>
                    <a:pt x="16" y="40"/>
                    <a:pt x="17" y="44"/>
                    <a:pt x="19" y="46"/>
                  </a:cubicBezTo>
                  <a:cubicBezTo>
                    <a:pt x="20" y="47"/>
                    <a:pt x="21" y="47"/>
                    <a:pt x="22" y="46"/>
                  </a:cubicBezTo>
                  <a:cubicBezTo>
                    <a:pt x="25" y="42"/>
                    <a:pt x="24" y="37"/>
                    <a:pt x="23" y="31"/>
                  </a:cubicBezTo>
                  <a:cubicBezTo>
                    <a:pt x="22" y="28"/>
                    <a:pt x="21" y="25"/>
                    <a:pt x="22" y="22"/>
                  </a:cubicBezTo>
                  <a:cubicBezTo>
                    <a:pt x="22" y="21"/>
                    <a:pt x="24" y="19"/>
                    <a:pt x="25" y="17"/>
                  </a:cubicBezTo>
                  <a:cubicBezTo>
                    <a:pt x="29" y="12"/>
                    <a:pt x="32" y="6"/>
                    <a:pt x="31" y="3"/>
                  </a:cubicBezTo>
                  <a:cubicBezTo>
                    <a:pt x="30" y="1"/>
                    <a:pt x="28" y="0"/>
                    <a:pt x="26" y="0"/>
                  </a:cubicBezTo>
                  <a:cubicBezTo>
                    <a:pt x="26" y="0"/>
                    <a:pt x="25" y="0"/>
                    <a:pt x="25" y="0"/>
                  </a:cubicBezTo>
                  <a:close/>
                  <a:moveTo>
                    <a:pt x="17" y="21"/>
                  </a:moveTo>
                  <a:cubicBezTo>
                    <a:pt x="19" y="19"/>
                    <a:pt x="20" y="16"/>
                    <a:pt x="21" y="13"/>
                  </a:cubicBezTo>
                  <a:cubicBezTo>
                    <a:pt x="22" y="9"/>
                    <a:pt x="24" y="6"/>
                    <a:pt x="26" y="3"/>
                  </a:cubicBezTo>
                  <a:cubicBezTo>
                    <a:pt x="27" y="3"/>
                    <a:pt x="28" y="4"/>
                    <a:pt x="28" y="4"/>
                  </a:cubicBezTo>
                  <a:cubicBezTo>
                    <a:pt x="28" y="4"/>
                    <a:pt x="28" y="4"/>
                    <a:pt x="28" y="5"/>
                  </a:cubicBezTo>
                  <a:cubicBezTo>
                    <a:pt x="28" y="7"/>
                    <a:pt x="25" y="12"/>
                    <a:pt x="23" y="15"/>
                  </a:cubicBezTo>
                  <a:cubicBezTo>
                    <a:pt x="21" y="18"/>
                    <a:pt x="19" y="20"/>
                    <a:pt x="19" y="22"/>
                  </a:cubicBezTo>
                  <a:cubicBezTo>
                    <a:pt x="19" y="23"/>
                    <a:pt x="19" y="24"/>
                    <a:pt x="19" y="24"/>
                  </a:cubicBezTo>
                  <a:cubicBezTo>
                    <a:pt x="19" y="27"/>
                    <a:pt x="19" y="30"/>
                    <a:pt x="20" y="32"/>
                  </a:cubicBezTo>
                  <a:cubicBezTo>
                    <a:pt x="20" y="35"/>
                    <a:pt x="21" y="37"/>
                    <a:pt x="21" y="39"/>
                  </a:cubicBezTo>
                  <a:cubicBezTo>
                    <a:pt x="21" y="40"/>
                    <a:pt x="21" y="41"/>
                    <a:pt x="20" y="42"/>
                  </a:cubicBezTo>
                  <a:cubicBezTo>
                    <a:pt x="20" y="41"/>
                    <a:pt x="19" y="39"/>
                    <a:pt x="19" y="37"/>
                  </a:cubicBezTo>
                  <a:cubicBezTo>
                    <a:pt x="19" y="34"/>
                    <a:pt x="19" y="30"/>
                    <a:pt x="16" y="29"/>
                  </a:cubicBezTo>
                  <a:cubicBezTo>
                    <a:pt x="15" y="28"/>
                    <a:pt x="13" y="28"/>
                    <a:pt x="11" y="29"/>
                  </a:cubicBezTo>
                  <a:cubicBezTo>
                    <a:pt x="14" y="27"/>
                    <a:pt x="16" y="24"/>
                    <a:pt x="17" y="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4" name="Freeform 523">
              <a:extLst>
                <a:ext uri="{FF2B5EF4-FFF2-40B4-BE49-F238E27FC236}">
                  <a16:creationId xmlns:a16="http://schemas.microsoft.com/office/drawing/2014/main" id="{F540B811-45F4-4390-8E41-3AB8D43A5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018"/>
              <a:ext cx="94" cy="180"/>
            </a:xfrm>
            <a:custGeom>
              <a:avLst/>
              <a:gdLst>
                <a:gd name="T0" fmla="*/ 616 w 31"/>
                <a:gd name="T1" fmla="*/ 1427 h 56"/>
                <a:gd name="T2" fmla="*/ 616 w 31"/>
                <a:gd name="T3" fmla="*/ 961 h 56"/>
                <a:gd name="T4" fmla="*/ 810 w 31"/>
                <a:gd name="T5" fmla="*/ 495 h 56"/>
                <a:gd name="T6" fmla="*/ 452 w 31"/>
                <a:gd name="T7" fmla="*/ 164 h 56"/>
                <a:gd name="T8" fmla="*/ 276 w 31"/>
                <a:gd name="T9" fmla="*/ 0 h 56"/>
                <a:gd name="T10" fmla="*/ 385 w 31"/>
                <a:gd name="T11" fmla="*/ 434 h 56"/>
                <a:gd name="T12" fmla="*/ 670 w 31"/>
                <a:gd name="T13" fmla="*/ 1861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6">
                  <a:moveTo>
                    <a:pt x="22" y="43"/>
                  </a:moveTo>
                  <a:cubicBezTo>
                    <a:pt x="22" y="41"/>
                    <a:pt x="21" y="31"/>
                    <a:pt x="22" y="29"/>
                  </a:cubicBezTo>
                  <a:cubicBezTo>
                    <a:pt x="23" y="23"/>
                    <a:pt x="28" y="21"/>
                    <a:pt x="29" y="15"/>
                  </a:cubicBezTo>
                  <a:cubicBezTo>
                    <a:pt x="31" y="7"/>
                    <a:pt x="22" y="9"/>
                    <a:pt x="16" y="5"/>
                  </a:cubicBezTo>
                  <a:cubicBezTo>
                    <a:pt x="15" y="3"/>
                    <a:pt x="10" y="0"/>
                    <a:pt x="10" y="0"/>
                  </a:cubicBezTo>
                  <a:cubicBezTo>
                    <a:pt x="0" y="3"/>
                    <a:pt x="12" y="9"/>
                    <a:pt x="14" y="13"/>
                  </a:cubicBezTo>
                  <a:cubicBezTo>
                    <a:pt x="17" y="18"/>
                    <a:pt x="17" y="45"/>
                    <a:pt x="24" y="56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5" name="Freeform 524">
              <a:extLst>
                <a:ext uri="{FF2B5EF4-FFF2-40B4-BE49-F238E27FC236}">
                  <a16:creationId xmlns:a16="http://schemas.microsoft.com/office/drawing/2014/main" id="{C18A7C54-5FBC-4627-8B18-9E5970842E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7" y="3012"/>
              <a:ext cx="85" cy="193"/>
            </a:xfrm>
            <a:custGeom>
              <a:avLst/>
              <a:gdLst>
                <a:gd name="T0" fmla="*/ 140 w 28"/>
                <a:gd name="T1" fmla="*/ 0 h 60"/>
                <a:gd name="T2" fmla="*/ 0 w 28"/>
                <a:gd name="T3" fmla="*/ 135 h 60"/>
                <a:gd name="T4" fmla="*/ 167 w 28"/>
                <a:gd name="T5" fmla="*/ 402 h 60"/>
                <a:gd name="T6" fmla="*/ 249 w 28"/>
                <a:gd name="T7" fmla="*/ 495 h 60"/>
                <a:gd name="T8" fmla="*/ 304 w 28"/>
                <a:gd name="T9" fmla="*/ 962 h 60"/>
                <a:gd name="T10" fmla="*/ 534 w 28"/>
                <a:gd name="T11" fmla="*/ 1965 h 60"/>
                <a:gd name="T12" fmla="*/ 589 w 28"/>
                <a:gd name="T13" fmla="*/ 1998 h 60"/>
                <a:gd name="T14" fmla="*/ 616 w 28"/>
                <a:gd name="T15" fmla="*/ 1936 h 60"/>
                <a:gd name="T16" fmla="*/ 589 w 28"/>
                <a:gd name="T17" fmla="*/ 1936 h 60"/>
                <a:gd name="T18" fmla="*/ 480 w 28"/>
                <a:gd name="T19" fmla="*/ 1531 h 60"/>
                <a:gd name="T20" fmla="*/ 534 w 28"/>
                <a:gd name="T21" fmla="*/ 1531 h 60"/>
                <a:gd name="T22" fmla="*/ 562 w 28"/>
                <a:gd name="T23" fmla="*/ 1499 h 60"/>
                <a:gd name="T24" fmla="*/ 534 w 28"/>
                <a:gd name="T25" fmla="*/ 1036 h 60"/>
                <a:gd name="T26" fmla="*/ 647 w 28"/>
                <a:gd name="T27" fmla="*/ 827 h 60"/>
                <a:gd name="T28" fmla="*/ 756 w 28"/>
                <a:gd name="T29" fmla="*/ 569 h 60"/>
                <a:gd name="T30" fmla="*/ 534 w 28"/>
                <a:gd name="T31" fmla="*/ 270 h 60"/>
                <a:gd name="T32" fmla="*/ 358 w 28"/>
                <a:gd name="T33" fmla="*/ 164 h 60"/>
                <a:gd name="T34" fmla="*/ 304 w 28"/>
                <a:gd name="T35" fmla="*/ 135 h 60"/>
                <a:gd name="T36" fmla="*/ 140 w 28"/>
                <a:gd name="T37" fmla="*/ 0 h 60"/>
                <a:gd name="T38" fmla="*/ 398 w 28"/>
                <a:gd name="T39" fmla="*/ 933 h 60"/>
                <a:gd name="T40" fmla="*/ 304 w 28"/>
                <a:gd name="T41" fmla="*/ 466 h 60"/>
                <a:gd name="T42" fmla="*/ 222 w 28"/>
                <a:gd name="T43" fmla="*/ 331 h 60"/>
                <a:gd name="T44" fmla="*/ 82 w 28"/>
                <a:gd name="T45" fmla="*/ 164 h 60"/>
                <a:gd name="T46" fmla="*/ 82 w 28"/>
                <a:gd name="T47" fmla="*/ 164 h 60"/>
                <a:gd name="T48" fmla="*/ 167 w 28"/>
                <a:gd name="T49" fmla="*/ 103 h 60"/>
                <a:gd name="T50" fmla="*/ 249 w 28"/>
                <a:gd name="T51" fmla="*/ 196 h 60"/>
                <a:gd name="T52" fmla="*/ 304 w 28"/>
                <a:gd name="T53" fmla="*/ 270 h 60"/>
                <a:gd name="T54" fmla="*/ 507 w 28"/>
                <a:gd name="T55" fmla="*/ 363 h 60"/>
                <a:gd name="T56" fmla="*/ 674 w 28"/>
                <a:gd name="T57" fmla="*/ 495 h 60"/>
                <a:gd name="T58" fmla="*/ 674 w 28"/>
                <a:gd name="T59" fmla="*/ 569 h 60"/>
                <a:gd name="T60" fmla="*/ 562 w 28"/>
                <a:gd name="T61" fmla="*/ 766 h 60"/>
                <a:gd name="T62" fmla="*/ 452 w 28"/>
                <a:gd name="T63" fmla="*/ 1004 h 60"/>
                <a:gd name="T64" fmla="*/ 452 w 28"/>
                <a:gd name="T65" fmla="*/ 1129 h 60"/>
                <a:gd name="T66" fmla="*/ 452 w 28"/>
                <a:gd name="T67" fmla="*/ 1396 h 60"/>
                <a:gd name="T68" fmla="*/ 398 w 28"/>
                <a:gd name="T69" fmla="*/ 933 h 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" h="60">
                  <a:moveTo>
                    <a:pt x="5" y="0"/>
                  </a:moveTo>
                  <a:cubicBezTo>
                    <a:pt x="2" y="1"/>
                    <a:pt x="1" y="3"/>
                    <a:pt x="0" y="4"/>
                  </a:cubicBezTo>
                  <a:cubicBezTo>
                    <a:pt x="0" y="7"/>
                    <a:pt x="3" y="10"/>
                    <a:pt x="6" y="12"/>
                  </a:cubicBezTo>
                  <a:cubicBezTo>
                    <a:pt x="7" y="13"/>
                    <a:pt x="8" y="14"/>
                    <a:pt x="9" y="15"/>
                  </a:cubicBezTo>
                  <a:cubicBezTo>
                    <a:pt x="10" y="17"/>
                    <a:pt x="11" y="23"/>
                    <a:pt x="11" y="29"/>
                  </a:cubicBezTo>
                  <a:cubicBezTo>
                    <a:pt x="13" y="39"/>
                    <a:pt x="14" y="52"/>
                    <a:pt x="19" y="59"/>
                  </a:cubicBezTo>
                  <a:cubicBezTo>
                    <a:pt x="19" y="60"/>
                    <a:pt x="20" y="60"/>
                    <a:pt x="21" y="60"/>
                  </a:cubicBezTo>
                  <a:cubicBezTo>
                    <a:pt x="21" y="59"/>
                    <a:pt x="22" y="59"/>
                    <a:pt x="22" y="58"/>
                  </a:cubicBezTo>
                  <a:cubicBezTo>
                    <a:pt x="22" y="58"/>
                    <a:pt x="22" y="58"/>
                    <a:pt x="21" y="58"/>
                  </a:cubicBezTo>
                  <a:cubicBezTo>
                    <a:pt x="20" y="55"/>
                    <a:pt x="18" y="50"/>
                    <a:pt x="17" y="46"/>
                  </a:cubicBezTo>
                  <a:cubicBezTo>
                    <a:pt x="17" y="46"/>
                    <a:pt x="18" y="47"/>
                    <a:pt x="19" y="46"/>
                  </a:cubicBezTo>
                  <a:cubicBezTo>
                    <a:pt x="20" y="46"/>
                    <a:pt x="20" y="45"/>
                    <a:pt x="20" y="45"/>
                  </a:cubicBezTo>
                  <a:cubicBezTo>
                    <a:pt x="19" y="43"/>
                    <a:pt x="19" y="33"/>
                    <a:pt x="19" y="31"/>
                  </a:cubicBezTo>
                  <a:cubicBezTo>
                    <a:pt x="20" y="28"/>
                    <a:pt x="21" y="27"/>
                    <a:pt x="23" y="25"/>
                  </a:cubicBezTo>
                  <a:cubicBezTo>
                    <a:pt x="24" y="23"/>
                    <a:pt x="26" y="21"/>
                    <a:pt x="27" y="17"/>
                  </a:cubicBezTo>
                  <a:cubicBezTo>
                    <a:pt x="28" y="11"/>
                    <a:pt x="23" y="9"/>
                    <a:pt x="19" y="8"/>
                  </a:cubicBezTo>
                  <a:cubicBezTo>
                    <a:pt x="17" y="7"/>
                    <a:pt x="15" y="7"/>
                    <a:pt x="13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8" y="1"/>
                    <a:pt x="6" y="0"/>
                    <a:pt x="5" y="0"/>
                  </a:cubicBezTo>
                  <a:close/>
                  <a:moveTo>
                    <a:pt x="14" y="28"/>
                  </a:moveTo>
                  <a:cubicBezTo>
                    <a:pt x="13" y="22"/>
                    <a:pt x="13" y="16"/>
                    <a:pt x="11" y="14"/>
                  </a:cubicBezTo>
                  <a:cubicBezTo>
                    <a:pt x="11" y="13"/>
                    <a:pt x="9" y="11"/>
                    <a:pt x="8" y="10"/>
                  </a:cubicBezTo>
                  <a:cubicBezTo>
                    <a:pt x="6" y="8"/>
                    <a:pt x="3" y="6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6" y="4"/>
                    <a:pt x="8" y="5"/>
                    <a:pt x="9" y="6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3" y="9"/>
                    <a:pt x="16" y="10"/>
                    <a:pt x="18" y="11"/>
                  </a:cubicBezTo>
                  <a:cubicBezTo>
                    <a:pt x="22" y="12"/>
                    <a:pt x="24" y="13"/>
                    <a:pt x="24" y="15"/>
                  </a:cubicBezTo>
                  <a:cubicBezTo>
                    <a:pt x="24" y="16"/>
                    <a:pt x="24" y="16"/>
                    <a:pt x="24" y="17"/>
                  </a:cubicBezTo>
                  <a:cubicBezTo>
                    <a:pt x="23" y="19"/>
                    <a:pt x="22" y="21"/>
                    <a:pt x="20" y="23"/>
                  </a:cubicBezTo>
                  <a:cubicBezTo>
                    <a:pt x="19" y="25"/>
                    <a:pt x="17" y="27"/>
                    <a:pt x="16" y="30"/>
                  </a:cubicBezTo>
                  <a:cubicBezTo>
                    <a:pt x="16" y="31"/>
                    <a:pt x="16" y="33"/>
                    <a:pt x="16" y="34"/>
                  </a:cubicBezTo>
                  <a:cubicBezTo>
                    <a:pt x="16" y="37"/>
                    <a:pt x="16" y="40"/>
                    <a:pt x="16" y="42"/>
                  </a:cubicBezTo>
                  <a:cubicBezTo>
                    <a:pt x="16" y="37"/>
                    <a:pt x="15" y="33"/>
                    <a:pt x="14" y="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6" name="Freeform 525">
              <a:extLst>
                <a:ext uri="{FF2B5EF4-FFF2-40B4-BE49-F238E27FC236}">
                  <a16:creationId xmlns:a16="http://schemas.microsoft.com/office/drawing/2014/main" id="{759A3EF0-BD81-463B-B336-3E986F5FF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970"/>
              <a:ext cx="1179" cy="952"/>
            </a:xfrm>
            <a:custGeom>
              <a:avLst/>
              <a:gdLst>
                <a:gd name="T0" fmla="*/ 0 w 391"/>
                <a:gd name="T1" fmla="*/ 9713 h 296"/>
                <a:gd name="T2" fmla="*/ 1674 w 391"/>
                <a:gd name="T3" fmla="*/ 9681 h 296"/>
                <a:gd name="T4" fmla="*/ 3401 w 391"/>
                <a:gd name="T5" fmla="*/ 8677 h 296"/>
                <a:gd name="T6" fmla="*/ 5865 w 391"/>
                <a:gd name="T7" fmla="*/ 7986 h 296"/>
                <a:gd name="T8" fmla="*/ 8446 w 391"/>
                <a:gd name="T9" fmla="*/ 7687 h 296"/>
                <a:gd name="T10" fmla="*/ 9483 w 391"/>
                <a:gd name="T11" fmla="*/ 7912 h 296"/>
                <a:gd name="T12" fmla="*/ 10720 w 391"/>
                <a:gd name="T13" fmla="*/ 8317 h 296"/>
                <a:gd name="T14" fmla="*/ 10530 w 391"/>
                <a:gd name="T15" fmla="*/ 7748 h 296"/>
                <a:gd name="T16" fmla="*/ 9046 w 391"/>
                <a:gd name="T17" fmla="*/ 7323 h 296"/>
                <a:gd name="T18" fmla="*/ 7128 w 391"/>
                <a:gd name="T19" fmla="*/ 6982 h 296"/>
                <a:gd name="T20" fmla="*/ 6691 w 391"/>
                <a:gd name="T21" fmla="*/ 5390 h 296"/>
                <a:gd name="T22" fmla="*/ 6691 w 391"/>
                <a:gd name="T23" fmla="*/ 3991 h 296"/>
                <a:gd name="T24" fmla="*/ 6028 w 391"/>
                <a:gd name="T25" fmla="*/ 1666 h 296"/>
                <a:gd name="T26" fmla="*/ 5973 w 391"/>
                <a:gd name="T27" fmla="*/ 0 h 296"/>
                <a:gd name="T28" fmla="*/ 4936 w 391"/>
                <a:gd name="T29" fmla="*/ 196 h 296"/>
                <a:gd name="T30" fmla="*/ 5536 w 391"/>
                <a:gd name="T31" fmla="*/ 1727 h 296"/>
                <a:gd name="T32" fmla="*/ 5265 w 391"/>
                <a:gd name="T33" fmla="*/ 4126 h 296"/>
                <a:gd name="T34" fmla="*/ 6136 w 391"/>
                <a:gd name="T35" fmla="*/ 5059 h 296"/>
                <a:gd name="T36" fmla="*/ 5756 w 391"/>
                <a:gd name="T37" fmla="*/ 6921 h 296"/>
                <a:gd name="T38" fmla="*/ 3618 w 391"/>
                <a:gd name="T39" fmla="*/ 7986 h 296"/>
                <a:gd name="T40" fmla="*/ 2026 w 391"/>
                <a:gd name="T41" fmla="*/ 7790 h 296"/>
                <a:gd name="T42" fmla="*/ 1372 w 391"/>
                <a:gd name="T43" fmla="*/ 8854 h 296"/>
                <a:gd name="T44" fmla="*/ 271 w 391"/>
                <a:gd name="T45" fmla="*/ 9321 h 29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91" h="296">
                  <a:moveTo>
                    <a:pt x="0" y="292"/>
                  </a:moveTo>
                  <a:cubicBezTo>
                    <a:pt x="17" y="285"/>
                    <a:pt x="41" y="296"/>
                    <a:pt x="61" y="291"/>
                  </a:cubicBezTo>
                  <a:cubicBezTo>
                    <a:pt x="82" y="286"/>
                    <a:pt x="105" y="272"/>
                    <a:pt x="124" y="261"/>
                  </a:cubicBezTo>
                  <a:cubicBezTo>
                    <a:pt x="156" y="243"/>
                    <a:pt x="181" y="246"/>
                    <a:pt x="214" y="240"/>
                  </a:cubicBezTo>
                  <a:cubicBezTo>
                    <a:pt x="246" y="235"/>
                    <a:pt x="274" y="223"/>
                    <a:pt x="308" y="231"/>
                  </a:cubicBezTo>
                  <a:cubicBezTo>
                    <a:pt x="322" y="234"/>
                    <a:pt x="331" y="238"/>
                    <a:pt x="346" y="238"/>
                  </a:cubicBezTo>
                  <a:cubicBezTo>
                    <a:pt x="364" y="239"/>
                    <a:pt x="381" y="234"/>
                    <a:pt x="391" y="250"/>
                  </a:cubicBezTo>
                  <a:cubicBezTo>
                    <a:pt x="391" y="243"/>
                    <a:pt x="387" y="239"/>
                    <a:pt x="384" y="233"/>
                  </a:cubicBezTo>
                  <a:cubicBezTo>
                    <a:pt x="369" y="228"/>
                    <a:pt x="348" y="225"/>
                    <a:pt x="330" y="220"/>
                  </a:cubicBezTo>
                  <a:cubicBezTo>
                    <a:pt x="309" y="215"/>
                    <a:pt x="279" y="218"/>
                    <a:pt x="260" y="210"/>
                  </a:cubicBezTo>
                  <a:cubicBezTo>
                    <a:pt x="237" y="200"/>
                    <a:pt x="249" y="182"/>
                    <a:pt x="244" y="162"/>
                  </a:cubicBezTo>
                  <a:cubicBezTo>
                    <a:pt x="240" y="146"/>
                    <a:pt x="225" y="135"/>
                    <a:pt x="244" y="120"/>
                  </a:cubicBezTo>
                  <a:cubicBezTo>
                    <a:pt x="222" y="95"/>
                    <a:pt x="229" y="80"/>
                    <a:pt x="220" y="50"/>
                  </a:cubicBezTo>
                  <a:cubicBezTo>
                    <a:pt x="216" y="35"/>
                    <a:pt x="201" y="13"/>
                    <a:pt x="218" y="0"/>
                  </a:cubicBezTo>
                  <a:cubicBezTo>
                    <a:pt x="207" y="8"/>
                    <a:pt x="193" y="11"/>
                    <a:pt x="180" y="6"/>
                  </a:cubicBezTo>
                  <a:cubicBezTo>
                    <a:pt x="200" y="10"/>
                    <a:pt x="196" y="28"/>
                    <a:pt x="202" y="52"/>
                  </a:cubicBezTo>
                  <a:cubicBezTo>
                    <a:pt x="208" y="76"/>
                    <a:pt x="210" y="114"/>
                    <a:pt x="192" y="124"/>
                  </a:cubicBezTo>
                  <a:cubicBezTo>
                    <a:pt x="216" y="122"/>
                    <a:pt x="218" y="130"/>
                    <a:pt x="224" y="152"/>
                  </a:cubicBezTo>
                  <a:cubicBezTo>
                    <a:pt x="230" y="174"/>
                    <a:pt x="226" y="196"/>
                    <a:pt x="210" y="208"/>
                  </a:cubicBezTo>
                  <a:cubicBezTo>
                    <a:pt x="194" y="220"/>
                    <a:pt x="168" y="218"/>
                    <a:pt x="132" y="240"/>
                  </a:cubicBezTo>
                  <a:cubicBezTo>
                    <a:pt x="96" y="262"/>
                    <a:pt x="84" y="230"/>
                    <a:pt x="74" y="234"/>
                  </a:cubicBezTo>
                  <a:cubicBezTo>
                    <a:pt x="64" y="238"/>
                    <a:pt x="70" y="254"/>
                    <a:pt x="50" y="266"/>
                  </a:cubicBezTo>
                  <a:cubicBezTo>
                    <a:pt x="30" y="278"/>
                    <a:pt x="10" y="280"/>
                    <a:pt x="10" y="280"/>
                  </a:cubicBezTo>
                </a:path>
              </a:pathLst>
            </a:custGeom>
            <a:solidFill>
              <a:srgbClr val="9D9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7" name="Freeform 526">
              <a:extLst>
                <a:ext uri="{FF2B5EF4-FFF2-40B4-BE49-F238E27FC236}">
                  <a16:creationId xmlns:a16="http://schemas.microsoft.com/office/drawing/2014/main" id="{3A300364-80FC-4585-923A-55C740097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970"/>
              <a:ext cx="971" cy="923"/>
            </a:xfrm>
            <a:custGeom>
              <a:avLst/>
              <a:gdLst>
                <a:gd name="T0" fmla="*/ 8639 w 322"/>
                <a:gd name="T1" fmla="*/ 7747 h 287"/>
                <a:gd name="T2" fmla="*/ 7156 w 322"/>
                <a:gd name="T3" fmla="*/ 7323 h 287"/>
                <a:gd name="T4" fmla="*/ 5238 w 322"/>
                <a:gd name="T5" fmla="*/ 6982 h 287"/>
                <a:gd name="T6" fmla="*/ 4801 w 322"/>
                <a:gd name="T7" fmla="*/ 5390 h 287"/>
                <a:gd name="T8" fmla="*/ 4801 w 322"/>
                <a:gd name="T9" fmla="*/ 3991 h 287"/>
                <a:gd name="T10" fmla="*/ 4137 w 322"/>
                <a:gd name="T11" fmla="*/ 1666 h 287"/>
                <a:gd name="T12" fmla="*/ 4083 w 322"/>
                <a:gd name="T13" fmla="*/ 0 h 287"/>
                <a:gd name="T14" fmla="*/ 3154 w 322"/>
                <a:gd name="T15" fmla="*/ 238 h 287"/>
                <a:gd name="T16" fmla="*/ 3646 w 322"/>
                <a:gd name="T17" fmla="*/ 1727 h 287"/>
                <a:gd name="T18" fmla="*/ 3374 w 322"/>
                <a:gd name="T19" fmla="*/ 4126 h 287"/>
                <a:gd name="T20" fmla="*/ 4246 w 322"/>
                <a:gd name="T21" fmla="*/ 5059 h 287"/>
                <a:gd name="T22" fmla="*/ 3866 w 322"/>
                <a:gd name="T23" fmla="*/ 6921 h 287"/>
                <a:gd name="T24" fmla="*/ 1728 w 322"/>
                <a:gd name="T25" fmla="*/ 7985 h 287"/>
                <a:gd name="T26" fmla="*/ 136 w 322"/>
                <a:gd name="T27" fmla="*/ 7789 h 287"/>
                <a:gd name="T28" fmla="*/ 0 w 322"/>
                <a:gd name="T29" fmla="*/ 7985 h 287"/>
                <a:gd name="T30" fmla="*/ 0 w 322"/>
                <a:gd name="T31" fmla="*/ 8214 h 287"/>
                <a:gd name="T32" fmla="*/ 54 w 322"/>
                <a:gd name="T33" fmla="*/ 8780 h 287"/>
                <a:gd name="T34" fmla="*/ 109 w 322"/>
                <a:gd name="T35" fmla="*/ 9545 h 287"/>
                <a:gd name="T36" fmla="*/ 1511 w 322"/>
                <a:gd name="T37" fmla="*/ 8677 h 287"/>
                <a:gd name="T38" fmla="*/ 3974 w 322"/>
                <a:gd name="T39" fmla="*/ 7985 h 287"/>
                <a:gd name="T40" fmla="*/ 6556 w 322"/>
                <a:gd name="T41" fmla="*/ 7686 h 287"/>
                <a:gd name="T42" fmla="*/ 7593 w 322"/>
                <a:gd name="T43" fmla="*/ 7911 h 287"/>
                <a:gd name="T44" fmla="*/ 8829 w 322"/>
                <a:gd name="T45" fmla="*/ 8317 h 287"/>
                <a:gd name="T46" fmla="*/ 8639 w 322"/>
                <a:gd name="T47" fmla="*/ 7747 h 2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22" h="287">
                  <a:moveTo>
                    <a:pt x="315" y="233"/>
                  </a:moveTo>
                  <a:cubicBezTo>
                    <a:pt x="300" y="228"/>
                    <a:pt x="279" y="225"/>
                    <a:pt x="261" y="220"/>
                  </a:cubicBezTo>
                  <a:cubicBezTo>
                    <a:pt x="240" y="215"/>
                    <a:pt x="210" y="218"/>
                    <a:pt x="191" y="210"/>
                  </a:cubicBezTo>
                  <a:cubicBezTo>
                    <a:pt x="168" y="200"/>
                    <a:pt x="180" y="182"/>
                    <a:pt x="175" y="162"/>
                  </a:cubicBezTo>
                  <a:cubicBezTo>
                    <a:pt x="171" y="146"/>
                    <a:pt x="156" y="135"/>
                    <a:pt x="175" y="120"/>
                  </a:cubicBezTo>
                  <a:cubicBezTo>
                    <a:pt x="153" y="95"/>
                    <a:pt x="160" y="80"/>
                    <a:pt x="151" y="50"/>
                  </a:cubicBezTo>
                  <a:cubicBezTo>
                    <a:pt x="147" y="35"/>
                    <a:pt x="132" y="13"/>
                    <a:pt x="149" y="0"/>
                  </a:cubicBezTo>
                  <a:cubicBezTo>
                    <a:pt x="139" y="8"/>
                    <a:pt x="127" y="10"/>
                    <a:pt x="115" y="7"/>
                  </a:cubicBezTo>
                  <a:cubicBezTo>
                    <a:pt x="131" y="13"/>
                    <a:pt x="128" y="30"/>
                    <a:pt x="133" y="52"/>
                  </a:cubicBezTo>
                  <a:cubicBezTo>
                    <a:pt x="139" y="76"/>
                    <a:pt x="141" y="114"/>
                    <a:pt x="123" y="124"/>
                  </a:cubicBezTo>
                  <a:cubicBezTo>
                    <a:pt x="147" y="122"/>
                    <a:pt x="149" y="130"/>
                    <a:pt x="155" y="152"/>
                  </a:cubicBezTo>
                  <a:cubicBezTo>
                    <a:pt x="161" y="174"/>
                    <a:pt x="157" y="196"/>
                    <a:pt x="141" y="208"/>
                  </a:cubicBezTo>
                  <a:cubicBezTo>
                    <a:pt x="125" y="220"/>
                    <a:pt x="99" y="218"/>
                    <a:pt x="63" y="240"/>
                  </a:cubicBezTo>
                  <a:cubicBezTo>
                    <a:pt x="27" y="262"/>
                    <a:pt x="15" y="230"/>
                    <a:pt x="5" y="234"/>
                  </a:cubicBezTo>
                  <a:cubicBezTo>
                    <a:pt x="3" y="235"/>
                    <a:pt x="1" y="237"/>
                    <a:pt x="0" y="240"/>
                  </a:cubicBezTo>
                  <a:cubicBezTo>
                    <a:pt x="0" y="242"/>
                    <a:pt x="0" y="245"/>
                    <a:pt x="0" y="247"/>
                  </a:cubicBezTo>
                  <a:cubicBezTo>
                    <a:pt x="0" y="253"/>
                    <a:pt x="1" y="257"/>
                    <a:pt x="2" y="264"/>
                  </a:cubicBezTo>
                  <a:cubicBezTo>
                    <a:pt x="3" y="271"/>
                    <a:pt x="1" y="281"/>
                    <a:pt x="4" y="287"/>
                  </a:cubicBezTo>
                  <a:cubicBezTo>
                    <a:pt x="22" y="281"/>
                    <a:pt x="40" y="270"/>
                    <a:pt x="55" y="261"/>
                  </a:cubicBezTo>
                  <a:cubicBezTo>
                    <a:pt x="87" y="243"/>
                    <a:pt x="112" y="246"/>
                    <a:pt x="145" y="240"/>
                  </a:cubicBezTo>
                  <a:cubicBezTo>
                    <a:pt x="177" y="235"/>
                    <a:pt x="205" y="223"/>
                    <a:pt x="239" y="231"/>
                  </a:cubicBezTo>
                  <a:cubicBezTo>
                    <a:pt x="253" y="234"/>
                    <a:pt x="262" y="238"/>
                    <a:pt x="277" y="238"/>
                  </a:cubicBezTo>
                  <a:cubicBezTo>
                    <a:pt x="295" y="239"/>
                    <a:pt x="312" y="234"/>
                    <a:pt x="322" y="250"/>
                  </a:cubicBezTo>
                  <a:cubicBezTo>
                    <a:pt x="322" y="243"/>
                    <a:pt x="318" y="239"/>
                    <a:pt x="315" y="233"/>
                  </a:cubicBezTo>
                  <a:close/>
                </a:path>
              </a:pathLst>
            </a:custGeom>
            <a:solidFill>
              <a:srgbClr val="195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8" name="Freeform 527">
              <a:extLst>
                <a:ext uri="{FF2B5EF4-FFF2-40B4-BE49-F238E27FC236}">
                  <a16:creationId xmlns:a16="http://schemas.microsoft.com/office/drawing/2014/main" id="{D9926C88-5377-4371-B734-E8328FC51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883"/>
              <a:ext cx="712" cy="572"/>
            </a:xfrm>
            <a:custGeom>
              <a:avLst/>
              <a:gdLst>
                <a:gd name="T0" fmla="*/ 81 w 236"/>
                <a:gd name="T1" fmla="*/ 164 h 178"/>
                <a:gd name="T2" fmla="*/ 0 w 236"/>
                <a:gd name="T3" fmla="*/ 360 h 178"/>
                <a:gd name="T4" fmla="*/ 465 w 236"/>
                <a:gd name="T5" fmla="*/ 733 h 178"/>
                <a:gd name="T6" fmla="*/ 709 w 236"/>
                <a:gd name="T7" fmla="*/ 900 h 178"/>
                <a:gd name="T8" fmla="*/ 2030 w 236"/>
                <a:gd name="T9" fmla="*/ 2355 h 178"/>
                <a:gd name="T10" fmla="*/ 2275 w 236"/>
                <a:gd name="T11" fmla="*/ 5277 h 178"/>
                <a:gd name="T12" fmla="*/ 2220 w 236"/>
                <a:gd name="T13" fmla="*/ 5845 h 178"/>
                <a:gd name="T14" fmla="*/ 2613 w 236"/>
                <a:gd name="T15" fmla="*/ 5444 h 178"/>
                <a:gd name="T16" fmla="*/ 2748 w 236"/>
                <a:gd name="T17" fmla="*/ 5113 h 178"/>
                <a:gd name="T18" fmla="*/ 3240 w 236"/>
                <a:gd name="T19" fmla="*/ 4512 h 178"/>
                <a:gd name="T20" fmla="*/ 3732 w 236"/>
                <a:gd name="T21" fmla="*/ 5113 h 178"/>
                <a:gd name="T22" fmla="*/ 3868 w 236"/>
                <a:gd name="T23" fmla="*/ 5444 h 178"/>
                <a:gd name="T24" fmla="*/ 4260 w 236"/>
                <a:gd name="T25" fmla="*/ 5845 h 178"/>
                <a:gd name="T26" fmla="*/ 4178 w 236"/>
                <a:gd name="T27" fmla="*/ 5277 h 178"/>
                <a:gd name="T28" fmla="*/ 4423 w 236"/>
                <a:gd name="T29" fmla="*/ 2355 h 178"/>
                <a:gd name="T30" fmla="*/ 5744 w 236"/>
                <a:gd name="T31" fmla="*/ 900 h 178"/>
                <a:gd name="T32" fmla="*/ 6016 w 236"/>
                <a:gd name="T33" fmla="*/ 733 h 178"/>
                <a:gd name="T34" fmla="*/ 6453 w 236"/>
                <a:gd name="T35" fmla="*/ 360 h 178"/>
                <a:gd name="T36" fmla="*/ 6399 w 236"/>
                <a:gd name="T37" fmla="*/ 164 h 178"/>
                <a:gd name="T38" fmla="*/ 5352 w 236"/>
                <a:gd name="T39" fmla="*/ 466 h 178"/>
                <a:gd name="T40" fmla="*/ 4559 w 236"/>
                <a:gd name="T41" fmla="*/ 794 h 178"/>
                <a:gd name="T42" fmla="*/ 4559 w 236"/>
                <a:gd name="T43" fmla="*/ 794 h 178"/>
                <a:gd name="T44" fmla="*/ 3705 w 236"/>
                <a:gd name="T45" fmla="*/ 990 h 178"/>
                <a:gd name="T46" fmla="*/ 3678 w 236"/>
                <a:gd name="T47" fmla="*/ 1064 h 178"/>
                <a:gd name="T48" fmla="*/ 3732 w 236"/>
                <a:gd name="T49" fmla="*/ 1096 h 178"/>
                <a:gd name="T50" fmla="*/ 4559 w 236"/>
                <a:gd name="T51" fmla="*/ 900 h 178"/>
                <a:gd name="T52" fmla="*/ 4589 w 236"/>
                <a:gd name="T53" fmla="*/ 900 h 178"/>
                <a:gd name="T54" fmla="*/ 5379 w 236"/>
                <a:gd name="T55" fmla="*/ 527 h 178"/>
                <a:gd name="T56" fmla="*/ 6345 w 236"/>
                <a:gd name="T57" fmla="*/ 228 h 178"/>
                <a:gd name="T58" fmla="*/ 6372 w 236"/>
                <a:gd name="T59" fmla="*/ 331 h 178"/>
                <a:gd name="T60" fmla="*/ 5989 w 236"/>
                <a:gd name="T61" fmla="*/ 662 h 178"/>
                <a:gd name="T62" fmla="*/ 5717 w 236"/>
                <a:gd name="T63" fmla="*/ 794 h 178"/>
                <a:gd name="T64" fmla="*/ 4369 w 236"/>
                <a:gd name="T65" fmla="*/ 2323 h 178"/>
                <a:gd name="T66" fmla="*/ 4124 w 236"/>
                <a:gd name="T67" fmla="*/ 5338 h 178"/>
                <a:gd name="T68" fmla="*/ 4206 w 236"/>
                <a:gd name="T69" fmla="*/ 5742 h 178"/>
                <a:gd name="T70" fmla="*/ 3949 w 236"/>
                <a:gd name="T71" fmla="*/ 5412 h 178"/>
                <a:gd name="T72" fmla="*/ 3786 w 236"/>
                <a:gd name="T73" fmla="*/ 5081 h 178"/>
                <a:gd name="T74" fmla="*/ 3240 w 236"/>
                <a:gd name="T75" fmla="*/ 4409 h 178"/>
                <a:gd name="T76" fmla="*/ 2667 w 236"/>
                <a:gd name="T77" fmla="*/ 5081 h 178"/>
                <a:gd name="T78" fmla="*/ 2531 w 236"/>
                <a:gd name="T79" fmla="*/ 5412 h 178"/>
                <a:gd name="T80" fmla="*/ 2248 w 236"/>
                <a:gd name="T81" fmla="*/ 5742 h 178"/>
                <a:gd name="T82" fmla="*/ 2356 w 236"/>
                <a:gd name="T83" fmla="*/ 5338 h 178"/>
                <a:gd name="T84" fmla="*/ 2112 w 236"/>
                <a:gd name="T85" fmla="*/ 2323 h 178"/>
                <a:gd name="T86" fmla="*/ 763 w 236"/>
                <a:gd name="T87" fmla="*/ 794 h 178"/>
                <a:gd name="T88" fmla="*/ 492 w 236"/>
                <a:gd name="T89" fmla="*/ 662 h 178"/>
                <a:gd name="T90" fmla="*/ 81 w 236"/>
                <a:gd name="T91" fmla="*/ 331 h 178"/>
                <a:gd name="T92" fmla="*/ 136 w 236"/>
                <a:gd name="T93" fmla="*/ 228 h 178"/>
                <a:gd name="T94" fmla="*/ 1101 w 236"/>
                <a:gd name="T95" fmla="*/ 527 h 178"/>
                <a:gd name="T96" fmla="*/ 1895 w 236"/>
                <a:gd name="T97" fmla="*/ 900 h 178"/>
                <a:gd name="T98" fmla="*/ 1922 w 236"/>
                <a:gd name="T99" fmla="*/ 900 h 178"/>
                <a:gd name="T100" fmla="*/ 2748 w 236"/>
                <a:gd name="T101" fmla="*/ 1096 h 178"/>
                <a:gd name="T102" fmla="*/ 2776 w 236"/>
                <a:gd name="T103" fmla="*/ 1064 h 178"/>
                <a:gd name="T104" fmla="*/ 2748 w 236"/>
                <a:gd name="T105" fmla="*/ 990 h 178"/>
                <a:gd name="T106" fmla="*/ 1922 w 236"/>
                <a:gd name="T107" fmla="*/ 794 h 178"/>
                <a:gd name="T108" fmla="*/ 1895 w 236"/>
                <a:gd name="T109" fmla="*/ 794 h 178"/>
                <a:gd name="T110" fmla="*/ 1128 w 236"/>
                <a:gd name="T111" fmla="*/ 466 h 178"/>
                <a:gd name="T112" fmla="*/ 81 w 236"/>
                <a:gd name="T113" fmla="*/ 164 h 1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36" h="178">
                  <a:moveTo>
                    <a:pt x="3" y="5"/>
                  </a:moveTo>
                  <a:cubicBezTo>
                    <a:pt x="1" y="7"/>
                    <a:pt x="0" y="9"/>
                    <a:pt x="0" y="11"/>
                  </a:cubicBezTo>
                  <a:cubicBezTo>
                    <a:pt x="1" y="16"/>
                    <a:pt x="8" y="19"/>
                    <a:pt x="17" y="22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48" y="36"/>
                    <a:pt x="65" y="56"/>
                    <a:pt x="74" y="71"/>
                  </a:cubicBezTo>
                  <a:cubicBezTo>
                    <a:pt x="83" y="85"/>
                    <a:pt x="100" y="121"/>
                    <a:pt x="83" y="159"/>
                  </a:cubicBezTo>
                  <a:cubicBezTo>
                    <a:pt x="80" y="166"/>
                    <a:pt x="77" y="174"/>
                    <a:pt x="81" y="176"/>
                  </a:cubicBezTo>
                  <a:cubicBezTo>
                    <a:pt x="85" y="178"/>
                    <a:pt x="91" y="172"/>
                    <a:pt x="95" y="164"/>
                  </a:cubicBezTo>
                  <a:cubicBezTo>
                    <a:pt x="100" y="154"/>
                    <a:pt x="100" y="154"/>
                    <a:pt x="100" y="154"/>
                  </a:cubicBezTo>
                  <a:cubicBezTo>
                    <a:pt x="105" y="144"/>
                    <a:pt x="109" y="136"/>
                    <a:pt x="118" y="136"/>
                  </a:cubicBezTo>
                  <a:cubicBezTo>
                    <a:pt x="126" y="136"/>
                    <a:pt x="130" y="144"/>
                    <a:pt x="136" y="154"/>
                  </a:cubicBezTo>
                  <a:cubicBezTo>
                    <a:pt x="141" y="164"/>
                    <a:pt x="141" y="164"/>
                    <a:pt x="141" y="164"/>
                  </a:cubicBezTo>
                  <a:cubicBezTo>
                    <a:pt x="145" y="172"/>
                    <a:pt x="151" y="178"/>
                    <a:pt x="155" y="176"/>
                  </a:cubicBezTo>
                  <a:cubicBezTo>
                    <a:pt x="159" y="174"/>
                    <a:pt x="156" y="166"/>
                    <a:pt x="152" y="159"/>
                  </a:cubicBezTo>
                  <a:cubicBezTo>
                    <a:pt x="136" y="121"/>
                    <a:pt x="153" y="85"/>
                    <a:pt x="161" y="71"/>
                  </a:cubicBezTo>
                  <a:cubicBezTo>
                    <a:pt x="171" y="56"/>
                    <a:pt x="188" y="36"/>
                    <a:pt x="209" y="27"/>
                  </a:cubicBezTo>
                  <a:cubicBezTo>
                    <a:pt x="209" y="27"/>
                    <a:pt x="219" y="22"/>
                    <a:pt x="219" y="22"/>
                  </a:cubicBezTo>
                  <a:cubicBezTo>
                    <a:pt x="227" y="19"/>
                    <a:pt x="234" y="16"/>
                    <a:pt x="235" y="11"/>
                  </a:cubicBezTo>
                  <a:cubicBezTo>
                    <a:pt x="236" y="9"/>
                    <a:pt x="235" y="7"/>
                    <a:pt x="233" y="5"/>
                  </a:cubicBezTo>
                  <a:cubicBezTo>
                    <a:pt x="228" y="0"/>
                    <a:pt x="216" y="5"/>
                    <a:pt x="195" y="14"/>
                  </a:cubicBezTo>
                  <a:cubicBezTo>
                    <a:pt x="185" y="18"/>
                    <a:pt x="174" y="22"/>
                    <a:pt x="166" y="24"/>
                  </a:cubicBezTo>
                  <a:cubicBezTo>
                    <a:pt x="166" y="24"/>
                    <a:pt x="166" y="24"/>
                    <a:pt x="166" y="24"/>
                  </a:cubicBezTo>
                  <a:cubicBezTo>
                    <a:pt x="154" y="27"/>
                    <a:pt x="144" y="29"/>
                    <a:pt x="135" y="30"/>
                  </a:cubicBezTo>
                  <a:cubicBezTo>
                    <a:pt x="134" y="30"/>
                    <a:pt x="134" y="31"/>
                    <a:pt x="134" y="32"/>
                  </a:cubicBezTo>
                  <a:cubicBezTo>
                    <a:pt x="134" y="33"/>
                    <a:pt x="135" y="33"/>
                    <a:pt x="136" y="33"/>
                  </a:cubicBezTo>
                  <a:cubicBezTo>
                    <a:pt x="145" y="32"/>
                    <a:pt x="155" y="30"/>
                    <a:pt x="166" y="27"/>
                  </a:cubicBezTo>
                  <a:cubicBezTo>
                    <a:pt x="167" y="27"/>
                    <a:pt x="167" y="27"/>
                    <a:pt x="167" y="27"/>
                  </a:cubicBezTo>
                  <a:cubicBezTo>
                    <a:pt x="175" y="25"/>
                    <a:pt x="186" y="21"/>
                    <a:pt x="196" y="16"/>
                  </a:cubicBezTo>
                  <a:cubicBezTo>
                    <a:pt x="210" y="11"/>
                    <a:pt x="227" y="3"/>
                    <a:pt x="231" y="7"/>
                  </a:cubicBezTo>
                  <a:cubicBezTo>
                    <a:pt x="233" y="9"/>
                    <a:pt x="232" y="10"/>
                    <a:pt x="232" y="10"/>
                  </a:cubicBezTo>
                  <a:cubicBezTo>
                    <a:pt x="232" y="14"/>
                    <a:pt x="224" y="17"/>
                    <a:pt x="218" y="20"/>
                  </a:cubicBezTo>
                  <a:cubicBezTo>
                    <a:pt x="208" y="24"/>
                    <a:pt x="208" y="24"/>
                    <a:pt x="208" y="24"/>
                  </a:cubicBezTo>
                  <a:cubicBezTo>
                    <a:pt x="186" y="34"/>
                    <a:pt x="168" y="54"/>
                    <a:pt x="159" y="70"/>
                  </a:cubicBezTo>
                  <a:cubicBezTo>
                    <a:pt x="150" y="84"/>
                    <a:pt x="133" y="121"/>
                    <a:pt x="150" y="161"/>
                  </a:cubicBezTo>
                  <a:cubicBezTo>
                    <a:pt x="155" y="171"/>
                    <a:pt x="154" y="173"/>
                    <a:pt x="153" y="173"/>
                  </a:cubicBezTo>
                  <a:cubicBezTo>
                    <a:pt x="153" y="174"/>
                    <a:pt x="148" y="171"/>
                    <a:pt x="144" y="163"/>
                  </a:cubicBezTo>
                  <a:cubicBezTo>
                    <a:pt x="138" y="153"/>
                    <a:pt x="138" y="153"/>
                    <a:pt x="138" y="153"/>
                  </a:cubicBezTo>
                  <a:cubicBezTo>
                    <a:pt x="133" y="142"/>
                    <a:pt x="128" y="133"/>
                    <a:pt x="118" y="133"/>
                  </a:cubicBezTo>
                  <a:cubicBezTo>
                    <a:pt x="107" y="133"/>
                    <a:pt x="103" y="142"/>
                    <a:pt x="97" y="153"/>
                  </a:cubicBezTo>
                  <a:cubicBezTo>
                    <a:pt x="92" y="163"/>
                    <a:pt x="92" y="163"/>
                    <a:pt x="92" y="163"/>
                  </a:cubicBezTo>
                  <a:cubicBezTo>
                    <a:pt x="87" y="171"/>
                    <a:pt x="83" y="174"/>
                    <a:pt x="82" y="173"/>
                  </a:cubicBezTo>
                  <a:cubicBezTo>
                    <a:pt x="82" y="173"/>
                    <a:pt x="81" y="171"/>
                    <a:pt x="86" y="161"/>
                  </a:cubicBezTo>
                  <a:cubicBezTo>
                    <a:pt x="103" y="121"/>
                    <a:pt x="85" y="84"/>
                    <a:pt x="77" y="70"/>
                  </a:cubicBezTo>
                  <a:cubicBezTo>
                    <a:pt x="68" y="54"/>
                    <a:pt x="50" y="34"/>
                    <a:pt x="28" y="24"/>
                  </a:cubicBezTo>
                  <a:cubicBezTo>
                    <a:pt x="28" y="24"/>
                    <a:pt x="18" y="20"/>
                    <a:pt x="18" y="20"/>
                  </a:cubicBezTo>
                  <a:cubicBezTo>
                    <a:pt x="11" y="17"/>
                    <a:pt x="4" y="14"/>
                    <a:pt x="3" y="10"/>
                  </a:cubicBezTo>
                  <a:cubicBezTo>
                    <a:pt x="3" y="10"/>
                    <a:pt x="3" y="9"/>
                    <a:pt x="5" y="7"/>
                  </a:cubicBezTo>
                  <a:cubicBezTo>
                    <a:pt x="8" y="3"/>
                    <a:pt x="26" y="11"/>
                    <a:pt x="40" y="16"/>
                  </a:cubicBezTo>
                  <a:cubicBezTo>
                    <a:pt x="50" y="21"/>
                    <a:pt x="61" y="25"/>
                    <a:pt x="69" y="27"/>
                  </a:cubicBezTo>
                  <a:cubicBezTo>
                    <a:pt x="69" y="27"/>
                    <a:pt x="70" y="27"/>
                    <a:pt x="70" y="27"/>
                  </a:cubicBezTo>
                  <a:cubicBezTo>
                    <a:pt x="81" y="30"/>
                    <a:pt x="91" y="32"/>
                    <a:pt x="100" y="33"/>
                  </a:cubicBezTo>
                  <a:cubicBezTo>
                    <a:pt x="101" y="33"/>
                    <a:pt x="101" y="33"/>
                    <a:pt x="101" y="32"/>
                  </a:cubicBezTo>
                  <a:cubicBezTo>
                    <a:pt x="102" y="31"/>
                    <a:pt x="101" y="30"/>
                    <a:pt x="100" y="30"/>
                  </a:cubicBezTo>
                  <a:cubicBezTo>
                    <a:pt x="91" y="29"/>
                    <a:pt x="82" y="27"/>
                    <a:pt x="70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2" y="22"/>
                    <a:pt x="51" y="18"/>
                    <a:pt x="41" y="14"/>
                  </a:cubicBezTo>
                  <a:cubicBezTo>
                    <a:pt x="20" y="5"/>
                    <a:pt x="7" y="0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9" name="Freeform 528">
              <a:extLst>
                <a:ext uri="{FF2B5EF4-FFF2-40B4-BE49-F238E27FC236}">
                  <a16:creationId xmlns:a16="http://schemas.microsoft.com/office/drawing/2014/main" id="{189D5538-B31A-4EED-B4AB-CD1EC0C1E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983"/>
              <a:ext cx="121" cy="334"/>
            </a:xfrm>
            <a:custGeom>
              <a:avLst/>
              <a:gdLst>
                <a:gd name="T0" fmla="*/ 1080 w 40"/>
                <a:gd name="T1" fmla="*/ 0 h 104"/>
                <a:gd name="T2" fmla="*/ 777 w 40"/>
                <a:gd name="T3" fmla="*/ 466 h 104"/>
                <a:gd name="T4" fmla="*/ 723 w 40"/>
                <a:gd name="T5" fmla="*/ 597 h 104"/>
                <a:gd name="T6" fmla="*/ 493 w 40"/>
                <a:gd name="T7" fmla="*/ 1917 h 104"/>
                <a:gd name="T8" fmla="*/ 384 w 40"/>
                <a:gd name="T9" fmla="*/ 597 h 104"/>
                <a:gd name="T10" fmla="*/ 330 w 40"/>
                <a:gd name="T11" fmla="*/ 466 h 104"/>
                <a:gd name="T12" fmla="*/ 27 w 40"/>
                <a:gd name="T13" fmla="*/ 0 h 104"/>
                <a:gd name="T14" fmla="*/ 0 w 40"/>
                <a:gd name="T15" fmla="*/ 0 h 104"/>
                <a:gd name="T16" fmla="*/ 27 w 40"/>
                <a:gd name="T17" fmla="*/ 61 h 104"/>
                <a:gd name="T18" fmla="*/ 275 w 40"/>
                <a:gd name="T19" fmla="*/ 495 h 104"/>
                <a:gd name="T20" fmla="*/ 330 w 40"/>
                <a:gd name="T21" fmla="*/ 629 h 104"/>
                <a:gd name="T22" fmla="*/ 439 w 40"/>
                <a:gd name="T23" fmla="*/ 2020 h 104"/>
                <a:gd name="T24" fmla="*/ 466 w 40"/>
                <a:gd name="T25" fmla="*/ 2383 h 104"/>
                <a:gd name="T26" fmla="*/ 520 w 40"/>
                <a:gd name="T27" fmla="*/ 3414 h 104"/>
                <a:gd name="T28" fmla="*/ 560 w 40"/>
                <a:gd name="T29" fmla="*/ 3446 h 104"/>
                <a:gd name="T30" fmla="*/ 587 w 40"/>
                <a:gd name="T31" fmla="*/ 3414 h 104"/>
                <a:gd name="T32" fmla="*/ 587 w 40"/>
                <a:gd name="T33" fmla="*/ 2878 h 104"/>
                <a:gd name="T34" fmla="*/ 560 w 40"/>
                <a:gd name="T35" fmla="*/ 2415 h 104"/>
                <a:gd name="T36" fmla="*/ 560 w 40"/>
                <a:gd name="T37" fmla="*/ 2020 h 104"/>
                <a:gd name="T38" fmla="*/ 777 w 40"/>
                <a:gd name="T39" fmla="*/ 629 h 104"/>
                <a:gd name="T40" fmla="*/ 832 w 40"/>
                <a:gd name="T41" fmla="*/ 495 h 104"/>
                <a:gd name="T42" fmla="*/ 1080 w 40"/>
                <a:gd name="T43" fmla="*/ 61 h 104"/>
                <a:gd name="T44" fmla="*/ 1107 w 40"/>
                <a:gd name="T45" fmla="*/ 0 h 104"/>
                <a:gd name="T46" fmla="*/ 1080 w 40"/>
                <a:gd name="T47" fmla="*/ 0 h 1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0" h="104">
                  <a:moveTo>
                    <a:pt x="39" y="0"/>
                  </a:moveTo>
                  <a:cubicBezTo>
                    <a:pt x="34" y="1"/>
                    <a:pt x="31" y="8"/>
                    <a:pt x="28" y="14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3" y="23"/>
                    <a:pt x="19" y="34"/>
                    <a:pt x="18" y="58"/>
                  </a:cubicBezTo>
                  <a:cubicBezTo>
                    <a:pt x="17" y="33"/>
                    <a:pt x="16" y="23"/>
                    <a:pt x="14" y="18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9" y="8"/>
                    <a:pt x="6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5" y="2"/>
                    <a:pt x="7" y="9"/>
                    <a:pt x="10" y="15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4" y="24"/>
                    <a:pt x="15" y="35"/>
                    <a:pt x="16" y="61"/>
                  </a:cubicBezTo>
                  <a:cubicBezTo>
                    <a:pt x="17" y="72"/>
                    <a:pt x="17" y="72"/>
                    <a:pt x="17" y="72"/>
                  </a:cubicBezTo>
                  <a:cubicBezTo>
                    <a:pt x="18" y="82"/>
                    <a:pt x="19" y="95"/>
                    <a:pt x="19" y="103"/>
                  </a:cubicBezTo>
                  <a:cubicBezTo>
                    <a:pt x="19" y="104"/>
                    <a:pt x="19" y="104"/>
                    <a:pt x="20" y="104"/>
                  </a:cubicBezTo>
                  <a:cubicBezTo>
                    <a:pt x="20" y="104"/>
                    <a:pt x="21" y="104"/>
                    <a:pt x="21" y="103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1" y="87"/>
                    <a:pt x="20" y="73"/>
                    <a:pt x="20" y="73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1" y="32"/>
                    <a:pt x="26" y="22"/>
                    <a:pt x="28" y="19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2" y="9"/>
                    <a:pt x="35" y="2"/>
                    <a:pt x="39" y="2"/>
                  </a:cubicBezTo>
                  <a:cubicBezTo>
                    <a:pt x="40" y="2"/>
                    <a:pt x="40" y="1"/>
                    <a:pt x="40" y="0"/>
                  </a:cubicBezTo>
                  <a:cubicBezTo>
                    <a:pt x="40" y="0"/>
                    <a:pt x="39" y="0"/>
                    <a:pt x="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0" name="Freeform 529">
              <a:extLst>
                <a:ext uri="{FF2B5EF4-FFF2-40B4-BE49-F238E27FC236}">
                  <a16:creationId xmlns:a16="http://schemas.microsoft.com/office/drawing/2014/main" id="{A36AA41B-F38D-4DBA-9C71-A6030AB900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79" y="2002"/>
              <a:ext cx="45" cy="58"/>
            </a:xfrm>
            <a:custGeom>
              <a:avLst/>
              <a:gdLst>
                <a:gd name="T0" fmla="*/ 351 w 15"/>
                <a:gd name="T1" fmla="*/ 0 h 18"/>
                <a:gd name="T2" fmla="*/ 54 w 15"/>
                <a:gd name="T3" fmla="*/ 32 h 18"/>
                <a:gd name="T4" fmla="*/ 54 w 15"/>
                <a:gd name="T5" fmla="*/ 32 h 18"/>
                <a:gd name="T6" fmla="*/ 54 w 15"/>
                <a:gd name="T7" fmla="*/ 32 h 18"/>
                <a:gd name="T8" fmla="*/ 0 w 15"/>
                <a:gd name="T9" fmla="*/ 0 h 18"/>
                <a:gd name="T10" fmla="*/ 0 w 15"/>
                <a:gd name="T11" fmla="*/ 32 h 18"/>
                <a:gd name="T12" fmla="*/ 0 w 15"/>
                <a:gd name="T13" fmla="*/ 61 h 18"/>
                <a:gd name="T14" fmla="*/ 0 w 15"/>
                <a:gd name="T15" fmla="*/ 61 h 18"/>
                <a:gd name="T16" fmla="*/ 0 w 15"/>
                <a:gd name="T17" fmla="*/ 61 h 18"/>
                <a:gd name="T18" fmla="*/ 162 w 15"/>
                <a:gd name="T19" fmla="*/ 570 h 18"/>
                <a:gd name="T20" fmla="*/ 189 w 15"/>
                <a:gd name="T21" fmla="*/ 603 h 18"/>
                <a:gd name="T22" fmla="*/ 216 w 15"/>
                <a:gd name="T23" fmla="*/ 570 h 18"/>
                <a:gd name="T24" fmla="*/ 378 w 15"/>
                <a:gd name="T25" fmla="*/ 61 h 18"/>
                <a:gd name="T26" fmla="*/ 378 w 15"/>
                <a:gd name="T27" fmla="*/ 32 h 18"/>
                <a:gd name="T28" fmla="*/ 351 w 15"/>
                <a:gd name="T29" fmla="*/ 0 h 18"/>
                <a:gd name="T30" fmla="*/ 297 w 15"/>
                <a:gd name="T31" fmla="*/ 103 h 18"/>
                <a:gd name="T32" fmla="*/ 189 w 15"/>
                <a:gd name="T33" fmla="*/ 406 h 18"/>
                <a:gd name="T34" fmla="*/ 108 w 15"/>
                <a:gd name="T35" fmla="*/ 103 h 18"/>
                <a:gd name="T36" fmla="*/ 297 w 15"/>
                <a:gd name="T37" fmla="*/ 103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" h="18">
                  <a:moveTo>
                    <a:pt x="13" y="0"/>
                  </a:moveTo>
                  <a:cubicBezTo>
                    <a:pt x="10" y="1"/>
                    <a:pt x="3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6"/>
                    <a:pt x="6" y="11"/>
                    <a:pt x="6" y="17"/>
                  </a:cubicBezTo>
                  <a:cubicBezTo>
                    <a:pt x="6" y="18"/>
                    <a:pt x="6" y="18"/>
                    <a:pt x="7" y="18"/>
                  </a:cubicBezTo>
                  <a:cubicBezTo>
                    <a:pt x="7" y="18"/>
                    <a:pt x="8" y="18"/>
                    <a:pt x="8" y="17"/>
                  </a:cubicBezTo>
                  <a:cubicBezTo>
                    <a:pt x="10" y="9"/>
                    <a:pt x="13" y="3"/>
                    <a:pt x="14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4" y="0"/>
                    <a:pt x="14" y="0"/>
                    <a:pt x="13" y="0"/>
                  </a:cubicBezTo>
                  <a:close/>
                  <a:moveTo>
                    <a:pt x="11" y="3"/>
                  </a:moveTo>
                  <a:cubicBezTo>
                    <a:pt x="10" y="5"/>
                    <a:pt x="9" y="8"/>
                    <a:pt x="7" y="12"/>
                  </a:cubicBezTo>
                  <a:cubicBezTo>
                    <a:pt x="7" y="8"/>
                    <a:pt x="5" y="6"/>
                    <a:pt x="4" y="3"/>
                  </a:cubicBezTo>
                  <a:cubicBezTo>
                    <a:pt x="6" y="4"/>
                    <a:pt x="9" y="3"/>
                    <a:pt x="1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1" name="Freeform 530">
              <a:extLst>
                <a:ext uri="{FF2B5EF4-FFF2-40B4-BE49-F238E27FC236}">
                  <a16:creationId xmlns:a16="http://schemas.microsoft.com/office/drawing/2014/main" id="{5A0B6A46-E642-4EF9-94BB-3778F96217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92" y="1552"/>
              <a:ext cx="259" cy="1611"/>
            </a:xfrm>
            <a:custGeom>
              <a:avLst/>
              <a:gdLst>
                <a:gd name="T0" fmla="*/ 870 w 86"/>
                <a:gd name="T1" fmla="*/ 2595 h 501"/>
                <a:gd name="T2" fmla="*/ 136 w 86"/>
                <a:gd name="T3" fmla="*/ 5717 h 501"/>
                <a:gd name="T4" fmla="*/ 190 w 86"/>
                <a:gd name="T5" fmla="*/ 6721 h 501"/>
                <a:gd name="T6" fmla="*/ 163 w 86"/>
                <a:gd name="T7" fmla="*/ 7187 h 501"/>
                <a:gd name="T8" fmla="*/ 81 w 86"/>
                <a:gd name="T9" fmla="*/ 9274 h 501"/>
                <a:gd name="T10" fmla="*/ 708 w 86"/>
                <a:gd name="T11" fmla="*/ 10669 h 501"/>
                <a:gd name="T12" fmla="*/ 654 w 86"/>
                <a:gd name="T13" fmla="*/ 10939 h 501"/>
                <a:gd name="T14" fmla="*/ 599 w 86"/>
                <a:gd name="T15" fmla="*/ 12965 h 501"/>
                <a:gd name="T16" fmla="*/ 1208 w 86"/>
                <a:gd name="T17" fmla="*/ 15489 h 501"/>
                <a:gd name="T18" fmla="*/ 2241 w 86"/>
                <a:gd name="T19" fmla="*/ 16628 h 501"/>
                <a:gd name="T20" fmla="*/ 2214 w 86"/>
                <a:gd name="T21" fmla="*/ 16554 h 501"/>
                <a:gd name="T22" fmla="*/ 1316 w 86"/>
                <a:gd name="T23" fmla="*/ 14692 h 501"/>
                <a:gd name="T24" fmla="*/ 897 w 86"/>
                <a:gd name="T25" fmla="*/ 12306 h 501"/>
                <a:gd name="T26" fmla="*/ 2105 w 86"/>
                <a:gd name="T27" fmla="*/ 10775 h 501"/>
                <a:gd name="T28" fmla="*/ 2132 w 86"/>
                <a:gd name="T29" fmla="*/ 10743 h 501"/>
                <a:gd name="T30" fmla="*/ 1885 w 86"/>
                <a:gd name="T31" fmla="*/ 10505 h 501"/>
                <a:gd name="T32" fmla="*/ 352 w 86"/>
                <a:gd name="T33" fmla="*/ 9409 h 501"/>
                <a:gd name="T34" fmla="*/ 464 w 86"/>
                <a:gd name="T35" fmla="*/ 7518 h 501"/>
                <a:gd name="T36" fmla="*/ 1370 w 86"/>
                <a:gd name="T37" fmla="*/ 7052 h 501"/>
                <a:gd name="T38" fmla="*/ 708 w 86"/>
                <a:gd name="T39" fmla="*/ 5386 h 501"/>
                <a:gd name="T40" fmla="*/ 2024 w 86"/>
                <a:gd name="T41" fmla="*/ 3257 h 501"/>
                <a:gd name="T42" fmla="*/ 1997 w 86"/>
                <a:gd name="T43" fmla="*/ 3154 h 501"/>
                <a:gd name="T44" fmla="*/ 2322 w 86"/>
                <a:gd name="T45" fmla="*/ 61 h 501"/>
                <a:gd name="T46" fmla="*/ 2268 w 86"/>
                <a:gd name="T47" fmla="*/ 0 h 501"/>
                <a:gd name="T48" fmla="*/ 1087 w 86"/>
                <a:gd name="T49" fmla="*/ 14766 h 501"/>
                <a:gd name="T50" fmla="*/ 599 w 86"/>
                <a:gd name="T51" fmla="*/ 11840 h 501"/>
                <a:gd name="T52" fmla="*/ 789 w 86"/>
                <a:gd name="T53" fmla="*/ 10743 h 501"/>
                <a:gd name="T54" fmla="*/ 599 w 86"/>
                <a:gd name="T55" fmla="*/ 10206 h 501"/>
                <a:gd name="T56" fmla="*/ 81 w 86"/>
                <a:gd name="T57" fmla="*/ 8415 h 501"/>
                <a:gd name="T58" fmla="*/ 298 w 86"/>
                <a:gd name="T59" fmla="*/ 6888 h 501"/>
                <a:gd name="T60" fmla="*/ 190 w 86"/>
                <a:gd name="T61" fmla="*/ 6048 h 501"/>
                <a:gd name="T62" fmla="*/ 762 w 86"/>
                <a:gd name="T63" fmla="*/ 3691 h 501"/>
                <a:gd name="T64" fmla="*/ 952 w 86"/>
                <a:gd name="T65" fmla="*/ 2595 h 501"/>
                <a:gd name="T66" fmla="*/ 1316 w 86"/>
                <a:gd name="T67" fmla="*/ 2222 h 501"/>
                <a:gd name="T68" fmla="*/ 1885 w 86"/>
                <a:gd name="T69" fmla="*/ 3225 h 501"/>
                <a:gd name="T70" fmla="*/ 626 w 86"/>
                <a:gd name="T71" fmla="*/ 5357 h 501"/>
                <a:gd name="T72" fmla="*/ 1141 w 86"/>
                <a:gd name="T73" fmla="*/ 7010 h 501"/>
                <a:gd name="T74" fmla="*/ 163 w 86"/>
                <a:gd name="T75" fmla="*/ 8479 h 501"/>
                <a:gd name="T76" fmla="*/ 1831 w 86"/>
                <a:gd name="T77" fmla="*/ 10608 h 501"/>
                <a:gd name="T78" fmla="*/ 1006 w 86"/>
                <a:gd name="T79" fmla="*/ 11373 h 501"/>
                <a:gd name="T80" fmla="*/ 1114 w 86"/>
                <a:gd name="T81" fmla="*/ 14165 h 501"/>
                <a:gd name="T82" fmla="*/ 1831 w 86"/>
                <a:gd name="T83" fmla="*/ 16358 h 50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6" h="501">
                  <a:moveTo>
                    <a:pt x="83" y="0"/>
                  </a:moveTo>
                  <a:cubicBezTo>
                    <a:pt x="58" y="18"/>
                    <a:pt x="36" y="54"/>
                    <a:pt x="32" y="78"/>
                  </a:cubicBezTo>
                  <a:cubicBezTo>
                    <a:pt x="28" y="98"/>
                    <a:pt x="25" y="109"/>
                    <a:pt x="25" y="110"/>
                  </a:cubicBezTo>
                  <a:cubicBezTo>
                    <a:pt x="24" y="111"/>
                    <a:pt x="7" y="136"/>
                    <a:pt x="5" y="172"/>
                  </a:cubicBezTo>
                  <a:cubicBezTo>
                    <a:pt x="5" y="176"/>
                    <a:pt x="4" y="179"/>
                    <a:pt x="4" y="182"/>
                  </a:cubicBezTo>
                  <a:cubicBezTo>
                    <a:pt x="4" y="193"/>
                    <a:pt x="6" y="199"/>
                    <a:pt x="7" y="202"/>
                  </a:cubicBezTo>
                  <a:cubicBezTo>
                    <a:pt x="7" y="204"/>
                    <a:pt x="8" y="206"/>
                    <a:pt x="8" y="207"/>
                  </a:cubicBezTo>
                  <a:cubicBezTo>
                    <a:pt x="8" y="209"/>
                    <a:pt x="7" y="212"/>
                    <a:pt x="6" y="216"/>
                  </a:cubicBezTo>
                  <a:cubicBezTo>
                    <a:pt x="2" y="226"/>
                    <a:pt x="0" y="240"/>
                    <a:pt x="0" y="253"/>
                  </a:cubicBezTo>
                  <a:cubicBezTo>
                    <a:pt x="0" y="263"/>
                    <a:pt x="1" y="272"/>
                    <a:pt x="3" y="279"/>
                  </a:cubicBezTo>
                  <a:cubicBezTo>
                    <a:pt x="7" y="294"/>
                    <a:pt x="14" y="303"/>
                    <a:pt x="19" y="309"/>
                  </a:cubicBezTo>
                  <a:cubicBezTo>
                    <a:pt x="23" y="314"/>
                    <a:pt x="26" y="317"/>
                    <a:pt x="26" y="321"/>
                  </a:cubicBezTo>
                  <a:cubicBezTo>
                    <a:pt x="26" y="322"/>
                    <a:pt x="26" y="322"/>
                    <a:pt x="26" y="322"/>
                  </a:cubicBezTo>
                  <a:cubicBezTo>
                    <a:pt x="26" y="325"/>
                    <a:pt x="25" y="326"/>
                    <a:pt x="24" y="329"/>
                  </a:cubicBezTo>
                  <a:cubicBezTo>
                    <a:pt x="22" y="334"/>
                    <a:pt x="19" y="340"/>
                    <a:pt x="19" y="356"/>
                  </a:cubicBezTo>
                  <a:cubicBezTo>
                    <a:pt x="19" y="364"/>
                    <a:pt x="20" y="375"/>
                    <a:pt x="22" y="390"/>
                  </a:cubicBezTo>
                  <a:cubicBezTo>
                    <a:pt x="27" y="425"/>
                    <a:pt x="32" y="436"/>
                    <a:pt x="37" y="446"/>
                  </a:cubicBezTo>
                  <a:cubicBezTo>
                    <a:pt x="40" y="451"/>
                    <a:pt x="42" y="456"/>
                    <a:pt x="44" y="466"/>
                  </a:cubicBezTo>
                  <a:cubicBezTo>
                    <a:pt x="48" y="486"/>
                    <a:pt x="66" y="497"/>
                    <a:pt x="80" y="501"/>
                  </a:cubicBezTo>
                  <a:cubicBezTo>
                    <a:pt x="81" y="501"/>
                    <a:pt x="82" y="501"/>
                    <a:pt x="82" y="500"/>
                  </a:cubicBezTo>
                  <a:cubicBezTo>
                    <a:pt x="82" y="500"/>
                    <a:pt x="82" y="499"/>
                    <a:pt x="82" y="499"/>
                  </a:cubicBezTo>
                  <a:cubicBezTo>
                    <a:pt x="82" y="499"/>
                    <a:pt x="82" y="498"/>
                    <a:pt x="81" y="498"/>
                  </a:cubicBezTo>
                  <a:cubicBezTo>
                    <a:pt x="77" y="496"/>
                    <a:pt x="74" y="494"/>
                    <a:pt x="71" y="492"/>
                  </a:cubicBezTo>
                  <a:cubicBezTo>
                    <a:pt x="56" y="480"/>
                    <a:pt x="52" y="460"/>
                    <a:pt x="48" y="442"/>
                  </a:cubicBezTo>
                  <a:cubicBezTo>
                    <a:pt x="44" y="425"/>
                    <a:pt x="44" y="425"/>
                    <a:pt x="44" y="425"/>
                  </a:cubicBezTo>
                  <a:cubicBezTo>
                    <a:pt x="38" y="406"/>
                    <a:pt x="33" y="387"/>
                    <a:pt x="33" y="370"/>
                  </a:cubicBezTo>
                  <a:cubicBezTo>
                    <a:pt x="33" y="360"/>
                    <a:pt x="35" y="351"/>
                    <a:pt x="40" y="343"/>
                  </a:cubicBezTo>
                  <a:cubicBezTo>
                    <a:pt x="46" y="333"/>
                    <a:pt x="59" y="327"/>
                    <a:pt x="77" y="324"/>
                  </a:cubicBezTo>
                  <a:cubicBezTo>
                    <a:pt x="78" y="324"/>
                    <a:pt x="78" y="323"/>
                    <a:pt x="78" y="323"/>
                  </a:cubicBezTo>
                  <a:cubicBezTo>
                    <a:pt x="78" y="323"/>
                    <a:pt x="78" y="323"/>
                    <a:pt x="78" y="323"/>
                  </a:cubicBezTo>
                  <a:cubicBezTo>
                    <a:pt x="78" y="322"/>
                    <a:pt x="78" y="322"/>
                    <a:pt x="78" y="321"/>
                  </a:cubicBezTo>
                  <a:cubicBezTo>
                    <a:pt x="69" y="316"/>
                    <a:pt x="69" y="316"/>
                    <a:pt x="69" y="316"/>
                  </a:cubicBezTo>
                  <a:cubicBezTo>
                    <a:pt x="69" y="316"/>
                    <a:pt x="68" y="316"/>
                    <a:pt x="68" y="316"/>
                  </a:cubicBezTo>
                  <a:cubicBezTo>
                    <a:pt x="44" y="314"/>
                    <a:pt x="18" y="301"/>
                    <a:pt x="13" y="283"/>
                  </a:cubicBezTo>
                  <a:cubicBezTo>
                    <a:pt x="10" y="273"/>
                    <a:pt x="9" y="263"/>
                    <a:pt x="9" y="255"/>
                  </a:cubicBezTo>
                  <a:cubicBezTo>
                    <a:pt x="9" y="243"/>
                    <a:pt x="11" y="233"/>
                    <a:pt x="17" y="226"/>
                  </a:cubicBezTo>
                  <a:cubicBezTo>
                    <a:pt x="23" y="217"/>
                    <a:pt x="34" y="213"/>
                    <a:pt x="48" y="213"/>
                  </a:cubicBezTo>
                  <a:cubicBezTo>
                    <a:pt x="49" y="213"/>
                    <a:pt x="49" y="213"/>
                    <a:pt x="50" y="212"/>
                  </a:cubicBezTo>
                  <a:cubicBezTo>
                    <a:pt x="50" y="211"/>
                    <a:pt x="49" y="210"/>
                    <a:pt x="49" y="210"/>
                  </a:cubicBezTo>
                  <a:cubicBezTo>
                    <a:pt x="20" y="198"/>
                    <a:pt x="21" y="191"/>
                    <a:pt x="26" y="162"/>
                  </a:cubicBezTo>
                  <a:cubicBezTo>
                    <a:pt x="27" y="157"/>
                    <a:pt x="27" y="157"/>
                    <a:pt x="27" y="157"/>
                  </a:cubicBezTo>
                  <a:cubicBezTo>
                    <a:pt x="33" y="124"/>
                    <a:pt x="44" y="113"/>
                    <a:pt x="74" y="98"/>
                  </a:cubicBezTo>
                  <a:cubicBezTo>
                    <a:pt x="74" y="98"/>
                    <a:pt x="74" y="97"/>
                    <a:pt x="74" y="97"/>
                  </a:cubicBezTo>
                  <a:cubicBezTo>
                    <a:pt x="74" y="96"/>
                    <a:pt x="74" y="95"/>
                    <a:pt x="73" y="95"/>
                  </a:cubicBezTo>
                  <a:cubicBezTo>
                    <a:pt x="62" y="92"/>
                    <a:pt x="54" y="86"/>
                    <a:pt x="52" y="75"/>
                  </a:cubicBezTo>
                  <a:cubicBezTo>
                    <a:pt x="47" y="53"/>
                    <a:pt x="65" y="19"/>
                    <a:pt x="85" y="2"/>
                  </a:cubicBezTo>
                  <a:cubicBezTo>
                    <a:pt x="86" y="2"/>
                    <a:pt x="86" y="1"/>
                    <a:pt x="86" y="0"/>
                  </a:cubicBezTo>
                  <a:cubicBezTo>
                    <a:pt x="85" y="0"/>
                    <a:pt x="84" y="0"/>
                    <a:pt x="83" y="0"/>
                  </a:cubicBezTo>
                  <a:close/>
                  <a:moveTo>
                    <a:pt x="47" y="465"/>
                  </a:moveTo>
                  <a:cubicBezTo>
                    <a:pt x="45" y="455"/>
                    <a:pt x="42" y="450"/>
                    <a:pt x="40" y="444"/>
                  </a:cubicBezTo>
                  <a:cubicBezTo>
                    <a:pt x="35" y="435"/>
                    <a:pt x="30" y="424"/>
                    <a:pt x="25" y="390"/>
                  </a:cubicBezTo>
                  <a:cubicBezTo>
                    <a:pt x="23" y="375"/>
                    <a:pt x="22" y="364"/>
                    <a:pt x="22" y="356"/>
                  </a:cubicBezTo>
                  <a:cubicBezTo>
                    <a:pt x="22" y="341"/>
                    <a:pt x="25" y="334"/>
                    <a:pt x="27" y="330"/>
                  </a:cubicBezTo>
                  <a:cubicBezTo>
                    <a:pt x="28" y="327"/>
                    <a:pt x="29" y="325"/>
                    <a:pt x="29" y="323"/>
                  </a:cubicBezTo>
                  <a:cubicBezTo>
                    <a:pt x="29" y="322"/>
                    <a:pt x="29" y="322"/>
                    <a:pt x="29" y="321"/>
                  </a:cubicBezTo>
                  <a:cubicBezTo>
                    <a:pt x="29" y="316"/>
                    <a:pt x="26" y="312"/>
                    <a:pt x="22" y="307"/>
                  </a:cubicBezTo>
                  <a:cubicBezTo>
                    <a:pt x="16" y="301"/>
                    <a:pt x="9" y="293"/>
                    <a:pt x="6" y="279"/>
                  </a:cubicBezTo>
                  <a:cubicBezTo>
                    <a:pt x="4" y="272"/>
                    <a:pt x="3" y="263"/>
                    <a:pt x="3" y="253"/>
                  </a:cubicBezTo>
                  <a:cubicBezTo>
                    <a:pt x="3" y="240"/>
                    <a:pt x="5" y="226"/>
                    <a:pt x="8" y="217"/>
                  </a:cubicBezTo>
                  <a:cubicBezTo>
                    <a:pt x="10" y="213"/>
                    <a:pt x="11" y="210"/>
                    <a:pt x="11" y="207"/>
                  </a:cubicBezTo>
                  <a:cubicBezTo>
                    <a:pt x="11" y="205"/>
                    <a:pt x="10" y="204"/>
                    <a:pt x="10" y="202"/>
                  </a:cubicBezTo>
                  <a:cubicBezTo>
                    <a:pt x="9" y="198"/>
                    <a:pt x="7" y="193"/>
                    <a:pt x="7" y="182"/>
                  </a:cubicBezTo>
                  <a:cubicBezTo>
                    <a:pt x="7" y="179"/>
                    <a:pt x="8" y="176"/>
                    <a:pt x="8" y="172"/>
                  </a:cubicBezTo>
                  <a:cubicBezTo>
                    <a:pt x="10" y="137"/>
                    <a:pt x="27" y="112"/>
                    <a:pt x="28" y="111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8" y="111"/>
                    <a:pt x="31" y="100"/>
                    <a:pt x="35" y="78"/>
                  </a:cubicBezTo>
                  <a:cubicBezTo>
                    <a:pt x="38" y="62"/>
                    <a:pt x="49" y="41"/>
                    <a:pt x="63" y="23"/>
                  </a:cubicBezTo>
                  <a:cubicBezTo>
                    <a:pt x="54" y="37"/>
                    <a:pt x="48" y="53"/>
                    <a:pt x="48" y="67"/>
                  </a:cubicBezTo>
                  <a:cubicBezTo>
                    <a:pt x="48" y="70"/>
                    <a:pt x="49" y="73"/>
                    <a:pt x="49" y="76"/>
                  </a:cubicBezTo>
                  <a:cubicBezTo>
                    <a:pt x="52" y="86"/>
                    <a:pt x="59" y="93"/>
                    <a:pt x="69" y="97"/>
                  </a:cubicBezTo>
                  <a:cubicBezTo>
                    <a:pt x="42" y="111"/>
                    <a:pt x="30" y="123"/>
                    <a:pt x="24" y="156"/>
                  </a:cubicBezTo>
                  <a:cubicBezTo>
                    <a:pt x="23" y="161"/>
                    <a:pt x="23" y="161"/>
                    <a:pt x="23" y="161"/>
                  </a:cubicBezTo>
                  <a:cubicBezTo>
                    <a:pt x="21" y="170"/>
                    <a:pt x="20" y="178"/>
                    <a:pt x="20" y="183"/>
                  </a:cubicBezTo>
                  <a:cubicBezTo>
                    <a:pt x="20" y="195"/>
                    <a:pt x="25" y="203"/>
                    <a:pt x="42" y="211"/>
                  </a:cubicBezTo>
                  <a:cubicBezTo>
                    <a:pt x="30" y="212"/>
                    <a:pt x="21" y="216"/>
                    <a:pt x="14" y="224"/>
                  </a:cubicBezTo>
                  <a:cubicBezTo>
                    <a:pt x="8" y="233"/>
                    <a:pt x="6" y="244"/>
                    <a:pt x="6" y="255"/>
                  </a:cubicBezTo>
                  <a:cubicBezTo>
                    <a:pt x="6" y="266"/>
                    <a:pt x="8" y="276"/>
                    <a:pt x="10" y="284"/>
                  </a:cubicBezTo>
                  <a:cubicBezTo>
                    <a:pt x="16" y="304"/>
                    <a:pt x="44" y="317"/>
                    <a:pt x="67" y="319"/>
                  </a:cubicBezTo>
                  <a:cubicBezTo>
                    <a:pt x="68" y="319"/>
                    <a:pt x="70" y="321"/>
                    <a:pt x="72" y="322"/>
                  </a:cubicBezTo>
                  <a:cubicBezTo>
                    <a:pt x="56" y="325"/>
                    <a:pt x="44" y="331"/>
                    <a:pt x="37" y="342"/>
                  </a:cubicBezTo>
                  <a:cubicBezTo>
                    <a:pt x="32" y="349"/>
                    <a:pt x="30" y="359"/>
                    <a:pt x="30" y="370"/>
                  </a:cubicBezTo>
                  <a:cubicBezTo>
                    <a:pt x="30" y="387"/>
                    <a:pt x="35" y="407"/>
                    <a:pt x="41" y="426"/>
                  </a:cubicBezTo>
                  <a:cubicBezTo>
                    <a:pt x="45" y="442"/>
                    <a:pt x="45" y="442"/>
                    <a:pt x="45" y="442"/>
                  </a:cubicBezTo>
                  <a:cubicBezTo>
                    <a:pt x="49" y="461"/>
                    <a:pt x="53" y="479"/>
                    <a:pt x="67" y="492"/>
                  </a:cubicBezTo>
                  <a:cubicBezTo>
                    <a:pt x="58" y="486"/>
                    <a:pt x="50" y="478"/>
                    <a:pt x="47" y="46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2" name="Freeform 531">
              <a:extLst>
                <a:ext uri="{FF2B5EF4-FFF2-40B4-BE49-F238E27FC236}">
                  <a16:creationId xmlns:a16="http://schemas.microsoft.com/office/drawing/2014/main" id="{C87B39AD-3F34-4DC9-8EFD-9DE2ECD12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198"/>
              <a:ext cx="190" cy="158"/>
            </a:xfrm>
            <a:custGeom>
              <a:avLst/>
              <a:gdLst>
                <a:gd name="T0" fmla="*/ 271 w 63"/>
                <a:gd name="T1" fmla="*/ 364 h 49"/>
                <a:gd name="T2" fmla="*/ 1237 w 63"/>
                <a:gd name="T3" fmla="*/ 771 h 49"/>
                <a:gd name="T4" fmla="*/ 1701 w 63"/>
                <a:gd name="T5" fmla="*/ 1641 h 49"/>
                <a:gd name="T6" fmla="*/ 1372 w 63"/>
                <a:gd name="T7" fmla="*/ 635 h 49"/>
                <a:gd name="T8" fmla="*/ 0 w 63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9">
                  <a:moveTo>
                    <a:pt x="10" y="11"/>
                  </a:moveTo>
                  <a:cubicBezTo>
                    <a:pt x="19" y="11"/>
                    <a:pt x="39" y="16"/>
                    <a:pt x="45" y="23"/>
                  </a:cubicBezTo>
                  <a:cubicBezTo>
                    <a:pt x="51" y="31"/>
                    <a:pt x="48" y="47"/>
                    <a:pt x="62" y="49"/>
                  </a:cubicBezTo>
                  <a:cubicBezTo>
                    <a:pt x="63" y="39"/>
                    <a:pt x="56" y="26"/>
                    <a:pt x="50" y="19"/>
                  </a:cubicBezTo>
                  <a:cubicBezTo>
                    <a:pt x="39" y="6"/>
                    <a:pt x="16" y="0"/>
                    <a:pt x="0" y="0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3" name="Freeform 532">
              <a:extLst>
                <a:ext uri="{FF2B5EF4-FFF2-40B4-BE49-F238E27FC236}">
                  <a16:creationId xmlns:a16="http://schemas.microsoft.com/office/drawing/2014/main" id="{44D308AE-AB0C-4FB0-927C-92F06BFD9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192"/>
              <a:ext cx="199" cy="167"/>
            </a:xfrm>
            <a:custGeom>
              <a:avLst/>
              <a:gdLst>
                <a:gd name="T0" fmla="*/ 27 w 66"/>
                <a:gd name="T1" fmla="*/ 32 h 52"/>
                <a:gd name="T2" fmla="*/ 0 w 66"/>
                <a:gd name="T3" fmla="*/ 61 h 52"/>
                <a:gd name="T4" fmla="*/ 27 w 66"/>
                <a:gd name="T5" fmla="*/ 135 h 52"/>
                <a:gd name="T6" fmla="*/ 1372 w 66"/>
                <a:gd name="T7" fmla="*/ 732 h 52"/>
                <a:gd name="T8" fmla="*/ 1701 w 66"/>
                <a:gd name="T9" fmla="*/ 1590 h 52"/>
                <a:gd name="T10" fmla="*/ 1701 w 66"/>
                <a:gd name="T11" fmla="*/ 1619 h 52"/>
                <a:gd name="T12" fmla="*/ 1426 w 66"/>
                <a:gd name="T13" fmla="*/ 1156 h 52"/>
                <a:gd name="T14" fmla="*/ 1290 w 66"/>
                <a:gd name="T15" fmla="*/ 793 h 52"/>
                <a:gd name="T16" fmla="*/ 302 w 66"/>
                <a:gd name="T17" fmla="*/ 401 h 52"/>
                <a:gd name="T18" fmla="*/ 271 w 66"/>
                <a:gd name="T19" fmla="*/ 466 h 52"/>
                <a:gd name="T20" fmla="*/ 302 w 66"/>
                <a:gd name="T21" fmla="*/ 495 h 52"/>
                <a:gd name="T22" fmla="*/ 1209 w 66"/>
                <a:gd name="T23" fmla="*/ 867 h 52"/>
                <a:gd name="T24" fmla="*/ 1345 w 66"/>
                <a:gd name="T25" fmla="*/ 1198 h 52"/>
                <a:gd name="T26" fmla="*/ 1728 w 66"/>
                <a:gd name="T27" fmla="*/ 1721 h 52"/>
                <a:gd name="T28" fmla="*/ 1782 w 66"/>
                <a:gd name="T29" fmla="*/ 1692 h 52"/>
                <a:gd name="T30" fmla="*/ 1426 w 66"/>
                <a:gd name="T31" fmla="*/ 662 h 52"/>
                <a:gd name="T32" fmla="*/ 27 w 66"/>
                <a:gd name="T33" fmla="*/ 32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5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7" y="3"/>
                    <a:pt x="39" y="10"/>
                    <a:pt x="50" y="22"/>
                  </a:cubicBezTo>
                  <a:cubicBezTo>
                    <a:pt x="56" y="29"/>
                    <a:pt x="62" y="40"/>
                    <a:pt x="62" y="48"/>
                  </a:cubicBezTo>
                  <a:cubicBezTo>
                    <a:pt x="62" y="48"/>
                    <a:pt x="62" y="48"/>
                    <a:pt x="62" y="49"/>
                  </a:cubicBezTo>
                  <a:cubicBezTo>
                    <a:pt x="55" y="47"/>
                    <a:pt x="54" y="42"/>
                    <a:pt x="52" y="35"/>
                  </a:cubicBezTo>
                  <a:cubicBezTo>
                    <a:pt x="50" y="31"/>
                    <a:pt x="49" y="27"/>
                    <a:pt x="47" y="24"/>
                  </a:cubicBezTo>
                  <a:cubicBezTo>
                    <a:pt x="41" y="16"/>
                    <a:pt x="20" y="11"/>
                    <a:pt x="11" y="12"/>
                  </a:cubicBezTo>
                  <a:cubicBezTo>
                    <a:pt x="10" y="12"/>
                    <a:pt x="10" y="13"/>
                    <a:pt x="10" y="14"/>
                  </a:cubicBezTo>
                  <a:cubicBezTo>
                    <a:pt x="10" y="14"/>
                    <a:pt x="11" y="15"/>
                    <a:pt x="11" y="15"/>
                  </a:cubicBezTo>
                  <a:cubicBezTo>
                    <a:pt x="20" y="14"/>
                    <a:pt x="39" y="19"/>
                    <a:pt x="44" y="26"/>
                  </a:cubicBezTo>
                  <a:cubicBezTo>
                    <a:pt x="47" y="29"/>
                    <a:pt x="48" y="32"/>
                    <a:pt x="49" y="36"/>
                  </a:cubicBezTo>
                  <a:cubicBezTo>
                    <a:pt x="51" y="43"/>
                    <a:pt x="53" y="51"/>
                    <a:pt x="63" y="52"/>
                  </a:cubicBezTo>
                  <a:cubicBezTo>
                    <a:pt x="64" y="52"/>
                    <a:pt x="64" y="52"/>
                    <a:pt x="65" y="51"/>
                  </a:cubicBezTo>
                  <a:cubicBezTo>
                    <a:pt x="66" y="40"/>
                    <a:pt x="58" y="27"/>
                    <a:pt x="52" y="20"/>
                  </a:cubicBezTo>
                  <a:cubicBezTo>
                    <a:pt x="40" y="7"/>
                    <a:pt x="17" y="0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4" name="Freeform 533">
              <a:extLst>
                <a:ext uri="{FF2B5EF4-FFF2-40B4-BE49-F238E27FC236}">
                  <a16:creationId xmlns:a16="http://schemas.microsoft.com/office/drawing/2014/main" id="{E4AEE0AF-9AA1-42D3-A341-4104845ED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835"/>
              <a:ext cx="332" cy="273"/>
            </a:xfrm>
            <a:custGeom>
              <a:avLst/>
              <a:gdLst>
                <a:gd name="T0" fmla="*/ 0 w 110"/>
                <a:gd name="T1" fmla="*/ 0 h 85"/>
                <a:gd name="T2" fmla="*/ 1675 w 110"/>
                <a:gd name="T3" fmla="*/ 825 h 85"/>
                <a:gd name="T4" fmla="*/ 2451 w 110"/>
                <a:gd name="T5" fmla="*/ 989 h 85"/>
                <a:gd name="T6" fmla="*/ 3024 w 110"/>
                <a:gd name="T7" fmla="*/ 662 h 85"/>
                <a:gd name="T8" fmla="*/ 2249 w 110"/>
                <a:gd name="T9" fmla="*/ 1455 h 85"/>
                <a:gd name="T10" fmla="*/ 2221 w 110"/>
                <a:gd name="T11" fmla="*/ 2817 h 85"/>
                <a:gd name="T12" fmla="*/ 1594 w 110"/>
                <a:gd name="T13" fmla="*/ 1063 h 85"/>
                <a:gd name="T14" fmla="*/ 302 w 110"/>
                <a:gd name="T15" fmla="*/ 401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85">
                  <a:moveTo>
                    <a:pt x="0" y="0"/>
                  </a:moveTo>
                  <a:cubicBezTo>
                    <a:pt x="36" y="7"/>
                    <a:pt x="47" y="18"/>
                    <a:pt x="61" y="25"/>
                  </a:cubicBezTo>
                  <a:cubicBezTo>
                    <a:pt x="72" y="31"/>
                    <a:pt x="78" y="37"/>
                    <a:pt x="89" y="30"/>
                  </a:cubicBezTo>
                  <a:cubicBezTo>
                    <a:pt x="96" y="27"/>
                    <a:pt x="102" y="14"/>
                    <a:pt x="110" y="20"/>
                  </a:cubicBezTo>
                  <a:cubicBezTo>
                    <a:pt x="102" y="27"/>
                    <a:pt x="88" y="35"/>
                    <a:pt x="82" y="44"/>
                  </a:cubicBezTo>
                  <a:cubicBezTo>
                    <a:pt x="71" y="59"/>
                    <a:pt x="87" y="71"/>
                    <a:pt x="81" y="85"/>
                  </a:cubicBezTo>
                  <a:cubicBezTo>
                    <a:pt x="63" y="68"/>
                    <a:pt x="76" y="45"/>
                    <a:pt x="58" y="32"/>
                  </a:cubicBezTo>
                  <a:cubicBezTo>
                    <a:pt x="45" y="23"/>
                    <a:pt x="26" y="17"/>
                    <a:pt x="11" y="12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5" name="Freeform 534">
              <a:extLst>
                <a:ext uri="{FF2B5EF4-FFF2-40B4-BE49-F238E27FC236}">
                  <a16:creationId xmlns:a16="http://schemas.microsoft.com/office/drawing/2014/main" id="{0C012467-C43A-45A0-B209-9561C824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828"/>
              <a:ext cx="344" cy="287"/>
            </a:xfrm>
            <a:custGeom>
              <a:avLst/>
              <a:gdLst>
                <a:gd name="T0" fmla="*/ 0 w 114"/>
                <a:gd name="T1" fmla="*/ 32 h 89"/>
                <a:gd name="T2" fmla="*/ 54 w 114"/>
                <a:gd name="T3" fmla="*/ 103 h 89"/>
                <a:gd name="T4" fmla="*/ 1485 w 114"/>
                <a:gd name="T5" fmla="*/ 771 h 89"/>
                <a:gd name="T6" fmla="*/ 1702 w 114"/>
                <a:gd name="T7" fmla="*/ 935 h 89"/>
                <a:gd name="T8" fmla="*/ 1841 w 114"/>
                <a:gd name="T9" fmla="*/ 1038 h 89"/>
                <a:gd name="T10" fmla="*/ 2505 w 114"/>
                <a:gd name="T11" fmla="*/ 1145 h 89"/>
                <a:gd name="T12" fmla="*/ 2695 w 114"/>
                <a:gd name="T13" fmla="*/ 935 h 89"/>
                <a:gd name="T14" fmla="*/ 2996 w 114"/>
                <a:gd name="T15" fmla="*/ 771 h 89"/>
                <a:gd name="T16" fmla="*/ 2776 w 114"/>
                <a:gd name="T17" fmla="*/ 977 h 89"/>
                <a:gd name="T18" fmla="*/ 2248 w 114"/>
                <a:gd name="T19" fmla="*/ 1538 h 89"/>
                <a:gd name="T20" fmla="*/ 2139 w 114"/>
                <a:gd name="T21" fmla="*/ 1912 h 89"/>
                <a:gd name="T22" fmla="*/ 2221 w 114"/>
                <a:gd name="T23" fmla="*/ 2319 h 89"/>
                <a:gd name="T24" fmla="*/ 2275 w 114"/>
                <a:gd name="T25" fmla="*/ 2683 h 89"/>
                <a:gd name="T26" fmla="*/ 2248 w 114"/>
                <a:gd name="T27" fmla="*/ 2818 h 89"/>
                <a:gd name="T28" fmla="*/ 2004 w 114"/>
                <a:gd name="T29" fmla="*/ 1977 h 89"/>
                <a:gd name="T30" fmla="*/ 1675 w 114"/>
                <a:gd name="T31" fmla="*/ 1103 h 89"/>
                <a:gd name="T32" fmla="*/ 600 w 114"/>
                <a:gd name="T33" fmla="*/ 500 h 89"/>
                <a:gd name="T34" fmla="*/ 383 w 114"/>
                <a:gd name="T35" fmla="*/ 406 h 89"/>
                <a:gd name="T36" fmla="*/ 329 w 114"/>
                <a:gd name="T37" fmla="*/ 435 h 89"/>
                <a:gd name="T38" fmla="*/ 356 w 114"/>
                <a:gd name="T39" fmla="*/ 500 h 89"/>
                <a:gd name="T40" fmla="*/ 573 w 114"/>
                <a:gd name="T41" fmla="*/ 603 h 89"/>
                <a:gd name="T42" fmla="*/ 1620 w 114"/>
                <a:gd name="T43" fmla="*/ 1174 h 89"/>
                <a:gd name="T44" fmla="*/ 1922 w 114"/>
                <a:gd name="T45" fmla="*/ 1977 h 89"/>
                <a:gd name="T46" fmla="*/ 2248 w 114"/>
                <a:gd name="T47" fmla="*/ 2954 h 89"/>
                <a:gd name="T48" fmla="*/ 2275 w 114"/>
                <a:gd name="T49" fmla="*/ 2983 h 89"/>
                <a:gd name="T50" fmla="*/ 2330 w 114"/>
                <a:gd name="T51" fmla="*/ 2954 h 89"/>
                <a:gd name="T52" fmla="*/ 2302 w 114"/>
                <a:gd name="T53" fmla="*/ 2277 h 89"/>
                <a:gd name="T54" fmla="*/ 2330 w 114"/>
                <a:gd name="T55" fmla="*/ 1580 h 89"/>
                <a:gd name="T56" fmla="*/ 2830 w 114"/>
                <a:gd name="T57" fmla="*/ 1038 h 89"/>
                <a:gd name="T58" fmla="*/ 3105 w 114"/>
                <a:gd name="T59" fmla="*/ 771 h 89"/>
                <a:gd name="T60" fmla="*/ 3132 w 114"/>
                <a:gd name="T61" fmla="*/ 738 h 89"/>
                <a:gd name="T62" fmla="*/ 3105 w 114"/>
                <a:gd name="T63" fmla="*/ 706 h 89"/>
                <a:gd name="T64" fmla="*/ 2640 w 114"/>
                <a:gd name="T65" fmla="*/ 874 h 89"/>
                <a:gd name="T66" fmla="*/ 2477 w 114"/>
                <a:gd name="T67" fmla="*/ 1038 h 89"/>
                <a:gd name="T68" fmla="*/ 1895 w 114"/>
                <a:gd name="T69" fmla="*/ 977 h 89"/>
                <a:gd name="T70" fmla="*/ 1729 w 114"/>
                <a:gd name="T71" fmla="*/ 874 h 89"/>
                <a:gd name="T72" fmla="*/ 1512 w 114"/>
                <a:gd name="T73" fmla="*/ 706 h 89"/>
                <a:gd name="T74" fmla="*/ 54 w 114"/>
                <a:gd name="T75" fmla="*/ 0 h 89"/>
                <a:gd name="T76" fmla="*/ 0 w 114"/>
                <a:gd name="T77" fmla="*/ 32 h 8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4" h="89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0" y="9"/>
                    <a:pt x="43" y="17"/>
                    <a:pt x="54" y="23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75" y="36"/>
                    <a:pt x="81" y="39"/>
                    <a:pt x="91" y="34"/>
                  </a:cubicBezTo>
                  <a:cubicBezTo>
                    <a:pt x="94" y="32"/>
                    <a:pt x="96" y="30"/>
                    <a:pt x="98" y="28"/>
                  </a:cubicBezTo>
                  <a:cubicBezTo>
                    <a:pt x="102" y="24"/>
                    <a:pt x="106" y="22"/>
                    <a:pt x="109" y="23"/>
                  </a:cubicBezTo>
                  <a:cubicBezTo>
                    <a:pt x="106" y="25"/>
                    <a:pt x="101" y="29"/>
                    <a:pt x="101" y="29"/>
                  </a:cubicBezTo>
                  <a:cubicBezTo>
                    <a:pt x="94" y="34"/>
                    <a:pt x="87" y="39"/>
                    <a:pt x="82" y="46"/>
                  </a:cubicBezTo>
                  <a:cubicBezTo>
                    <a:pt x="79" y="50"/>
                    <a:pt x="78" y="54"/>
                    <a:pt x="78" y="57"/>
                  </a:cubicBezTo>
                  <a:cubicBezTo>
                    <a:pt x="78" y="61"/>
                    <a:pt x="80" y="65"/>
                    <a:pt x="81" y="69"/>
                  </a:cubicBezTo>
                  <a:cubicBezTo>
                    <a:pt x="82" y="73"/>
                    <a:pt x="83" y="77"/>
                    <a:pt x="83" y="80"/>
                  </a:cubicBezTo>
                  <a:cubicBezTo>
                    <a:pt x="83" y="82"/>
                    <a:pt x="83" y="83"/>
                    <a:pt x="82" y="84"/>
                  </a:cubicBezTo>
                  <a:cubicBezTo>
                    <a:pt x="76" y="76"/>
                    <a:pt x="74" y="67"/>
                    <a:pt x="73" y="59"/>
                  </a:cubicBezTo>
                  <a:cubicBezTo>
                    <a:pt x="72" y="49"/>
                    <a:pt x="71" y="39"/>
                    <a:pt x="61" y="33"/>
                  </a:cubicBezTo>
                  <a:cubicBezTo>
                    <a:pt x="50" y="25"/>
                    <a:pt x="35" y="20"/>
                    <a:pt x="22" y="15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3" y="12"/>
                    <a:pt x="12" y="12"/>
                    <a:pt x="12" y="13"/>
                  </a:cubicBezTo>
                  <a:cubicBezTo>
                    <a:pt x="12" y="14"/>
                    <a:pt x="12" y="15"/>
                    <a:pt x="13" y="15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34" y="22"/>
                    <a:pt x="49" y="28"/>
                    <a:pt x="59" y="35"/>
                  </a:cubicBezTo>
                  <a:cubicBezTo>
                    <a:pt x="68" y="41"/>
                    <a:pt x="69" y="49"/>
                    <a:pt x="70" y="59"/>
                  </a:cubicBezTo>
                  <a:cubicBezTo>
                    <a:pt x="71" y="69"/>
                    <a:pt x="73" y="79"/>
                    <a:pt x="82" y="88"/>
                  </a:cubicBezTo>
                  <a:cubicBezTo>
                    <a:pt x="82" y="89"/>
                    <a:pt x="83" y="89"/>
                    <a:pt x="83" y="89"/>
                  </a:cubicBezTo>
                  <a:cubicBezTo>
                    <a:pt x="84" y="89"/>
                    <a:pt x="84" y="88"/>
                    <a:pt x="85" y="88"/>
                  </a:cubicBezTo>
                  <a:cubicBezTo>
                    <a:pt x="87" y="81"/>
                    <a:pt x="85" y="75"/>
                    <a:pt x="84" y="68"/>
                  </a:cubicBezTo>
                  <a:cubicBezTo>
                    <a:pt x="81" y="61"/>
                    <a:pt x="80" y="55"/>
                    <a:pt x="85" y="47"/>
                  </a:cubicBezTo>
                  <a:cubicBezTo>
                    <a:pt x="89" y="42"/>
                    <a:pt x="96" y="36"/>
                    <a:pt x="103" y="31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4" y="23"/>
                    <a:pt x="114" y="22"/>
                    <a:pt x="114" y="22"/>
                  </a:cubicBezTo>
                  <a:cubicBezTo>
                    <a:pt x="114" y="21"/>
                    <a:pt x="113" y="21"/>
                    <a:pt x="113" y="21"/>
                  </a:cubicBezTo>
                  <a:cubicBezTo>
                    <a:pt x="106" y="16"/>
                    <a:pt x="101" y="22"/>
                    <a:pt x="96" y="26"/>
                  </a:cubicBezTo>
                  <a:cubicBezTo>
                    <a:pt x="94" y="28"/>
                    <a:pt x="92" y="30"/>
                    <a:pt x="90" y="31"/>
                  </a:cubicBezTo>
                  <a:cubicBezTo>
                    <a:pt x="81" y="36"/>
                    <a:pt x="77" y="33"/>
                    <a:pt x="69" y="29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44" y="14"/>
                    <a:pt x="31" y="6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6" name="Freeform 535">
              <a:extLst>
                <a:ext uri="{FF2B5EF4-FFF2-40B4-BE49-F238E27FC236}">
                  <a16:creationId xmlns:a16="http://schemas.microsoft.com/office/drawing/2014/main" id="{05F9DE6C-1020-4A48-A3AD-9CE2764D5D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9" y="2922"/>
              <a:ext cx="79" cy="67"/>
            </a:xfrm>
            <a:custGeom>
              <a:avLst/>
              <a:gdLst>
                <a:gd name="T0" fmla="*/ 0 w 26"/>
                <a:gd name="T1" fmla="*/ 325 h 21"/>
                <a:gd name="T2" fmla="*/ 371 w 26"/>
                <a:gd name="T3" fmla="*/ 683 h 21"/>
                <a:gd name="T4" fmla="*/ 729 w 26"/>
                <a:gd name="T5" fmla="*/ 325 h 21"/>
                <a:gd name="T6" fmla="*/ 371 w 26"/>
                <a:gd name="T7" fmla="*/ 0 h 21"/>
                <a:gd name="T8" fmla="*/ 0 w 26"/>
                <a:gd name="T9" fmla="*/ 325 h 21"/>
                <a:gd name="T10" fmla="*/ 82 w 26"/>
                <a:gd name="T11" fmla="*/ 325 h 21"/>
                <a:gd name="T12" fmla="*/ 371 w 26"/>
                <a:gd name="T13" fmla="*/ 102 h 21"/>
                <a:gd name="T14" fmla="*/ 647 w 26"/>
                <a:gd name="T15" fmla="*/ 325 h 21"/>
                <a:gd name="T16" fmla="*/ 371 w 26"/>
                <a:gd name="T17" fmla="*/ 581 h 21"/>
                <a:gd name="T18" fmla="*/ 82 w 26"/>
                <a:gd name="T19" fmla="*/ 325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1">
                  <a:moveTo>
                    <a:pt x="0" y="10"/>
                  </a:moveTo>
                  <a:cubicBezTo>
                    <a:pt x="0" y="16"/>
                    <a:pt x="6" y="21"/>
                    <a:pt x="13" y="21"/>
                  </a:cubicBezTo>
                  <a:cubicBezTo>
                    <a:pt x="20" y="21"/>
                    <a:pt x="26" y="16"/>
                    <a:pt x="26" y="10"/>
                  </a:cubicBezTo>
                  <a:cubicBezTo>
                    <a:pt x="26" y="5"/>
                    <a:pt x="20" y="0"/>
                    <a:pt x="13" y="0"/>
                  </a:cubicBezTo>
                  <a:cubicBezTo>
                    <a:pt x="6" y="0"/>
                    <a:pt x="0" y="5"/>
                    <a:pt x="0" y="10"/>
                  </a:cubicBezTo>
                  <a:close/>
                  <a:moveTo>
                    <a:pt x="3" y="10"/>
                  </a:moveTo>
                  <a:cubicBezTo>
                    <a:pt x="3" y="6"/>
                    <a:pt x="8" y="3"/>
                    <a:pt x="13" y="3"/>
                  </a:cubicBezTo>
                  <a:cubicBezTo>
                    <a:pt x="18" y="3"/>
                    <a:pt x="23" y="6"/>
                    <a:pt x="23" y="10"/>
                  </a:cubicBezTo>
                  <a:cubicBezTo>
                    <a:pt x="23" y="14"/>
                    <a:pt x="18" y="18"/>
                    <a:pt x="13" y="18"/>
                  </a:cubicBezTo>
                  <a:cubicBezTo>
                    <a:pt x="8" y="18"/>
                    <a:pt x="3" y="14"/>
                    <a:pt x="3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7" name="Freeform 536">
              <a:extLst>
                <a:ext uri="{FF2B5EF4-FFF2-40B4-BE49-F238E27FC236}">
                  <a16:creationId xmlns:a16="http://schemas.microsoft.com/office/drawing/2014/main" id="{4EFA8205-1B9B-477F-883F-6BDE20B0B1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2" y="2922"/>
              <a:ext cx="78" cy="67"/>
            </a:xfrm>
            <a:custGeom>
              <a:avLst/>
              <a:gdLst>
                <a:gd name="T0" fmla="*/ 0 w 26"/>
                <a:gd name="T1" fmla="*/ 325 h 21"/>
                <a:gd name="T2" fmla="*/ 351 w 26"/>
                <a:gd name="T3" fmla="*/ 683 h 21"/>
                <a:gd name="T4" fmla="*/ 702 w 26"/>
                <a:gd name="T5" fmla="*/ 325 h 21"/>
                <a:gd name="T6" fmla="*/ 351 w 26"/>
                <a:gd name="T7" fmla="*/ 0 h 21"/>
                <a:gd name="T8" fmla="*/ 0 w 26"/>
                <a:gd name="T9" fmla="*/ 325 h 21"/>
                <a:gd name="T10" fmla="*/ 81 w 26"/>
                <a:gd name="T11" fmla="*/ 325 h 21"/>
                <a:gd name="T12" fmla="*/ 351 w 26"/>
                <a:gd name="T13" fmla="*/ 102 h 21"/>
                <a:gd name="T14" fmla="*/ 621 w 26"/>
                <a:gd name="T15" fmla="*/ 325 h 21"/>
                <a:gd name="T16" fmla="*/ 351 w 26"/>
                <a:gd name="T17" fmla="*/ 581 h 21"/>
                <a:gd name="T18" fmla="*/ 81 w 26"/>
                <a:gd name="T19" fmla="*/ 325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1">
                  <a:moveTo>
                    <a:pt x="0" y="10"/>
                  </a:moveTo>
                  <a:cubicBezTo>
                    <a:pt x="0" y="16"/>
                    <a:pt x="6" y="21"/>
                    <a:pt x="13" y="21"/>
                  </a:cubicBezTo>
                  <a:cubicBezTo>
                    <a:pt x="20" y="21"/>
                    <a:pt x="26" y="16"/>
                    <a:pt x="26" y="10"/>
                  </a:cubicBezTo>
                  <a:cubicBezTo>
                    <a:pt x="26" y="5"/>
                    <a:pt x="20" y="0"/>
                    <a:pt x="13" y="0"/>
                  </a:cubicBezTo>
                  <a:cubicBezTo>
                    <a:pt x="6" y="0"/>
                    <a:pt x="0" y="5"/>
                    <a:pt x="0" y="10"/>
                  </a:cubicBezTo>
                  <a:close/>
                  <a:moveTo>
                    <a:pt x="3" y="10"/>
                  </a:moveTo>
                  <a:cubicBezTo>
                    <a:pt x="3" y="6"/>
                    <a:pt x="8" y="3"/>
                    <a:pt x="13" y="3"/>
                  </a:cubicBezTo>
                  <a:cubicBezTo>
                    <a:pt x="18" y="3"/>
                    <a:pt x="23" y="6"/>
                    <a:pt x="23" y="10"/>
                  </a:cubicBezTo>
                  <a:cubicBezTo>
                    <a:pt x="23" y="14"/>
                    <a:pt x="18" y="18"/>
                    <a:pt x="13" y="18"/>
                  </a:cubicBezTo>
                  <a:cubicBezTo>
                    <a:pt x="8" y="18"/>
                    <a:pt x="3" y="14"/>
                    <a:pt x="3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8" name="Freeform 537">
              <a:extLst>
                <a:ext uri="{FF2B5EF4-FFF2-40B4-BE49-F238E27FC236}">
                  <a16:creationId xmlns:a16="http://schemas.microsoft.com/office/drawing/2014/main" id="{947A641F-1688-4454-9A02-79E6B303B1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3" y="2880"/>
              <a:ext cx="193" cy="80"/>
            </a:xfrm>
            <a:custGeom>
              <a:avLst/>
              <a:gdLst>
                <a:gd name="T0" fmla="*/ 884 w 64"/>
                <a:gd name="T1" fmla="*/ 0 h 25"/>
                <a:gd name="T2" fmla="*/ 492 w 64"/>
                <a:gd name="T3" fmla="*/ 195 h 25"/>
                <a:gd name="T4" fmla="*/ 54 w 64"/>
                <a:gd name="T5" fmla="*/ 429 h 25"/>
                <a:gd name="T6" fmla="*/ 27 w 64"/>
                <a:gd name="T7" fmla="*/ 461 h 25"/>
                <a:gd name="T8" fmla="*/ 0 w 64"/>
                <a:gd name="T9" fmla="*/ 758 h 25"/>
                <a:gd name="T10" fmla="*/ 27 w 64"/>
                <a:gd name="T11" fmla="*/ 787 h 25"/>
                <a:gd name="T12" fmla="*/ 54 w 64"/>
                <a:gd name="T13" fmla="*/ 819 h 25"/>
                <a:gd name="T14" fmla="*/ 109 w 64"/>
                <a:gd name="T15" fmla="*/ 819 h 25"/>
                <a:gd name="T16" fmla="*/ 136 w 64"/>
                <a:gd name="T17" fmla="*/ 758 h 25"/>
                <a:gd name="T18" fmla="*/ 410 w 64"/>
                <a:gd name="T19" fmla="*/ 522 h 25"/>
                <a:gd name="T20" fmla="*/ 682 w 64"/>
                <a:gd name="T21" fmla="*/ 758 h 25"/>
                <a:gd name="T22" fmla="*/ 709 w 64"/>
                <a:gd name="T23" fmla="*/ 819 h 25"/>
                <a:gd name="T24" fmla="*/ 763 w 64"/>
                <a:gd name="T25" fmla="*/ 758 h 25"/>
                <a:gd name="T26" fmla="*/ 884 w 64"/>
                <a:gd name="T27" fmla="*/ 656 h 25"/>
                <a:gd name="T28" fmla="*/ 992 w 64"/>
                <a:gd name="T29" fmla="*/ 758 h 25"/>
                <a:gd name="T30" fmla="*/ 1046 w 64"/>
                <a:gd name="T31" fmla="*/ 819 h 25"/>
                <a:gd name="T32" fmla="*/ 1074 w 64"/>
                <a:gd name="T33" fmla="*/ 758 h 25"/>
                <a:gd name="T34" fmla="*/ 1345 w 64"/>
                <a:gd name="T35" fmla="*/ 522 h 25"/>
                <a:gd name="T36" fmla="*/ 1592 w 64"/>
                <a:gd name="T37" fmla="*/ 685 h 25"/>
                <a:gd name="T38" fmla="*/ 1619 w 64"/>
                <a:gd name="T39" fmla="*/ 717 h 25"/>
                <a:gd name="T40" fmla="*/ 1647 w 64"/>
                <a:gd name="T41" fmla="*/ 685 h 25"/>
                <a:gd name="T42" fmla="*/ 1728 w 64"/>
                <a:gd name="T43" fmla="*/ 656 h 25"/>
                <a:gd name="T44" fmla="*/ 1755 w 64"/>
                <a:gd name="T45" fmla="*/ 595 h 25"/>
                <a:gd name="T46" fmla="*/ 1701 w 64"/>
                <a:gd name="T47" fmla="*/ 461 h 25"/>
                <a:gd name="T48" fmla="*/ 1674 w 64"/>
                <a:gd name="T49" fmla="*/ 429 h 25"/>
                <a:gd name="T50" fmla="*/ 1291 w 64"/>
                <a:gd name="T51" fmla="*/ 195 h 25"/>
                <a:gd name="T52" fmla="*/ 884 w 64"/>
                <a:gd name="T53" fmla="*/ 0 h 25"/>
                <a:gd name="T54" fmla="*/ 546 w 64"/>
                <a:gd name="T55" fmla="*/ 298 h 25"/>
                <a:gd name="T56" fmla="*/ 884 w 64"/>
                <a:gd name="T57" fmla="*/ 102 h 25"/>
                <a:gd name="T58" fmla="*/ 884 w 64"/>
                <a:gd name="T59" fmla="*/ 102 h 25"/>
                <a:gd name="T60" fmla="*/ 1236 w 64"/>
                <a:gd name="T61" fmla="*/ 298 h 25"/>
                <a:gd name="T62" fmla="*/ 1619 w 64"/>
                <a:gd name="T63" fmla="*/ 493 h 25"/>
                <a:gd name="T64" fmla="*/ 1647 w 64"/>
                <a:gd name="T65" fmla="*/ 595 h 25"/>
                <a:gd name="T66" fmla="*/ 1647 w 64"/>
                <a:gd name="T67" fmla="*/ 595 h 25"/>
                <a:gd name="T68" fmla="*/ 1345 w 64"/>
                <a:gd name="T69" fmla="*/ 429 h 25"/>
                <a:gd name="T70" fmla="*/ 1019 w 64"/>
                <a:gd name="T71" fmla="*/ 624 h 25"/>
                <a:gd name="T72" fmla="*/ 884 w 64"/>
                <a:gd name="T73" fmla="*/ 554 h 25"/>
                <a:gd name="T74" fmla="*/ 736 w 64"/>
                <a:gd name="T75" fmla="*/ 624 h 25"/>
                <a:gd name="T76" fmla="*/ 410 w 64"/>
                <a:gd name="T77" fmla="*/ 429 h 25"/>
                <a:gd name="T78" fmla="*/ 81 w 64"/>
                <a:gd name="T79" fmla="*/ 624 h 25"/>
                <a:gd name="T80" fmla="*/ 109 w 64"/>
                <a:gd name="T81" fmla="*/ 522 h 25"/>
                <a:gd name="T82" fmla="*/ 546 w 64"/>
                <a:gd name="T83" fmla="*/ 298 h 2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4" h="25">
                  <a:moveTo>
                    <a:pt x="32" y="0"/>
                  </a:moveTo>
                  <a:cubicBezTo>
                    <a:pt x="26" y="0"/>
                    <a:pt x="22" y="3"/>
                    <a:pt x="18" y="6"/>
                  </a:cubicBezTo>
                  <a:cubicBezTo>
                    <a:pt x="14" y="9"/>
                    <a:pt x="9" y="12"/>
                    <a:pt x="2" y="13"/>
                  </a:cubicBezTo>
                  <a:cubicBezTo>
                    <a:pt x="1" y="13"/>
                    <a:pt x="1" y="14"/>
                    <a:pt x="1" y="14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4"/>
                  </a:cubicBezTo>
                  <a:cubicBezTo>
                    <a:pt x="1" y="25"/>
                    <a:pt x="1" y="25"/>
                    <a:pt x="2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5"/>
                    <a:pt x="5" y="24"/>
                    <a:pt x="5" y="23"/>
                  </a:cubicBezTo>
                  <a:cubicBezTo>
                    <a:pt x="5" y="19"/>
                    <a:pt x="10" y="16"/>
                    <a:pt x="15" y="16"/>
                  </a:cubicBezTo>
                  <a:cubicBezTo>
                    <a:pt x="20" y="16"/>
                    <a:pt x="25" y="19"/>
                    <a:pt x="25" y="23"/>
                  </a:cubicBezTo>
                  <a:cubicBezTo>
                    <a:pt x="25" y="24"/>
                    <a:pt x="25" y="25"/>
                    <a:pt x="26" y="25"/>
                  </a:cubicBezTo>
                  <a:cubicBezTo>
                    <a:pt x="27" y="25"/>
                    <a:pt x="28" y="24"/>
                    <a:pt x="28" y="23"/>
                  </a:cubicBezTo>
                  <a:cubicBezTo>
                    <a:pt x="28" y="20"/>
                    <a:pt x="31" y="20"/>
                    <a:pt x="32" y="20"/>
                  </a:cubicBezTo>
                  <a:cubicBezTo>
                    <a:pt x="34" y="20"/>
                    <a:pt x="36" y="21"/>
                    <a:pt x="36" y="23"/>
                  </a:cubicBezTo>
                  <a:cubicBezTo>
                    <a:pt x="36" y="24"/>
                    <a:pt x="37" y="25"/>
                    <a:pt x="38" y="25"/>
                  </a:cubicBezTo>
                  <a:cubicBezTo>
                    <a:pt x="38" y="25"/>
                    <a:pt x="39" y="24"/>
                    <a:pt x="39" y="23"/>
                  </a:cubicBezTo>
                  <a:cubicBezTo>
                    <a:pt x="39" y="19"/>
                    <a:pt x="44" y="16"/>
                    <a:pt x="49" y="16"/>
                  </a:cubicBezTo>
                  <a:cubicBezTo>
                    <a:pt x="53" y="16"/>
                    <a:pt x="57" y="18"/>
                    <a:pt x="58" y="21"/>
                  </a:cubicBezTo>
                  <a:cubicBezTo>
                    <a:pt x="58" y="21"/>
                    <a:pt x="59" y="21"/>
                    <a:pt x="59" y="22"/>
                  </a:cubicBezTo>
                  <a:cubicBezTo>
                    <a:pt x="59" y="22"/>
                    <a:pt x="60" y="22"/>
                    <a:pt x="60" y="21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4" y="19"/>
                    <a:pt x="64" y="19"/>
                    <a:pt x="64" y="18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2" y="13"/>
                    <a:pt x="61" y="13"/>
                    <a:pt x="61" y="13"/>
                  </a:cubicBezTo>
                  <a:cubicBezTo>
                    <a:pt x="55" y="12"/>
                    <a:pt x="51" y="9"/>
                    <a:pt x="47" y="6"/>
                  </a:cubicBezTo>
                  <a:cubicBezTo>
                    <a:pt x="43" y="3"/>
                    <a:pt x="38" y="0"/>
                    <a:pt x="32" y="0"/>
                  </a:cubicBezTo>
                  <a:close/>
                  <a:moveTo>
                    <a:pt x="20" y="9"/>
                  </a:moveTo>
                  <a:cubicBezTo>
                    <a:pt x="24" y="6"/>
                    <a:pt x="27" y="3"/>
                    <a:pt x="32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7" y="3"/>
                    <a:pt x="41" y="6"/>
                    <a:pt x="45" y="9"/>
                  </a:cubicBezTo>
                  <a:cubicBezTo>
                    <a:pt x="49" y="11"/>
                    <a:pt x="53" y="14"/>
                    <a:pt x="59" y="15"/>
                  </a:cubicBezTo>
                  <a:cubicBezTo>
                    <a:pt x="60" y="16"/>
                    <a:pt x="60" y="17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57" y="15"/>
                    <a:pt x="53" y="13"/>
                    <a:pt x="49" y="13"/>
                  </a:cubicBezTo>
                  <a:cubicBezTo>
                    <a:pt x="44" y="13"/>
                    <a:pt x="39" y="16"/>
                    <a:pt x="37" y="19"/>
                  </a:cubicBezTo>
                  <a:cubicBezTo>
                    <a:pt x="36" y="18"/>
                    <a:pt x="34" y="17"/>
                    <a:pt x="32" y="17"/>
                  </a:cubicBezTo>
                  <a:cubicBezTo>
                    <a:pt x="30" y="17"/>
                    <a:pt x="28" y="18"/>
                    <a:pt x="27" y="19"/>
                  </a:cubicBezTo>
                  <a:cubicBezTo>
                    <a:pt x="25" y="16"/>
                    <a:pt x="20" y="13"/>
                    <a:pt x="15" y="13"/>
                  </a:cubicBezTo>
                  <a:cubicBezTo>
                    <a:pt x="10" y="13"/>
                    <a:pt x="6" y="16"/>
                    <a:pt x="3" y="19"/>
                  </a:cubicBezTo>
                  <a:cubicBezTo>
                    <a:pt x="4" y="17"/>
                    <a:pt x="4" y="17"/>
                    <a:pt x="4" y="16"/>
                  </a:cubicBezTo>
                  <a:cubicBezTo>
                    <a:pt x="11" y="15"/>
                    <a:pt x="15" y="11"/>
                    <a:pt x="2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9" name="Freeform 538">
              <a:extLst>
                <a:ext uri="{FF2B5EF4-FFF2-40B4-BE49-F238E27FC236}">
                  <a16:creationId xmlns:a16="http://schemas.microsoft.com/office/drawing/2014/main" id="{B280B958-2F8E-4B8C-A555-DD1CAFD26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976"/>
              <a:ext cx="1203" cy="946"/>
            </a:xfrm>
            <a:custGeom>
              <a:avLst/>
              <a:gdLst>
                <a:gd name="T0" fmla="*/ 0 w 399"/>
                <a:gd name="T1" fmla="*/ 5933 h 294"/>
                <a:gd name="T2" fmla="*/ 491 w 399"/>
                <a:gd name="T3" fmla="*/ 6027 h 294"/>
                <a:gd name="T4" fmla="*/ 1209 w 399"/>
                <a:gd name="T5" fmla="*/ 6069 h 294"/>
                <a:gd name="T6" fmla="*/ 2219 w 399"/>
                <a:gd name="T7" fmla="*/ 6368 h 294"/>
                <a:gd name="T8" fmla="*/ 3917 w 399"/>
                <a:gd name="T9" fmla="*/ 6928 h 294"/>
                <a:gd name="T10" fmla="*/ 4462 w 399"/>
                <a:gd name="T11" fmla="*/ 5393 h 294"/>
                <a:gd name="T12" fmla="*/ 4517 w 399"/>
                <a:gd name="T13" fmla="*/ 3469 h 294"/>
                <a:gd name="T14" fmla="*/ 5017 w 399"/>
                <a:gd name="T15" fmla="*/ 1596 h 294"/>
                <a:gd name="T16" fmla="*/ 5563 w 399"/>
                <a:gd name="T17" fmla="*/ 0 h 294"/>
                <a:gd name="T18" fmla="*/ 5346 w 399"/>
                <a:gd name="T19" fmla="*/ 2059 h 294"/>
                <a:gd name="T20" fmla="*/ 5346 w 399"/>
                <a:gd name="T21" fmla="*/ 3832 h 294"/>
                <a:gd name="T22" fmla="*/ 5017 w 399"/>
                <a:gd name="T23" fmla="*/ 5300 h 294"/>
                <a:gd name="T24" fmla="*/ 5346 w 399"/>
                <a:gd name="T25" fmla="*/ 7298 h 294"/>
                <a:gd name="T26" fmla="*/ 7372 w 399"/>
                <a:gd name="T27" fmla="*/ 7600 h 294"/>
                <a:gd name="T28" fmla="*/ 8855 w 399"/>
                <a:gd name="T29" fmla="*/ 8096 h 294"/>
                <a:gd name="T30" fmla="*/ 9672 w 399"/>
                <a:gd name="T31" fmla="*/ 8791 h 294"/>
                <a:gd name="T32" fmla="*/ 10773 w 399"/>
                <a:gd name="T33" fmla="*/ 9267 h 294"/>
                <a:gd name="T34" fmla="*/ 10936 w 399"/>
                <a:gd name="T35" fmla="*/ 9795 h 294"/>
                <a:gd name="T36" fmla="*/ 9428 w 399"/>
                <a:gd name="T37" fmla="*/ 9389 h 294"/>
                <a:gd name="T38" fmla="*/ 7646 w 399"/>
                <a:gd name="T39" fmla="*/ 8623 h 294"/>
                <a:gd name="T40" fmla="*/ 5183 w 399"/>
                <a:gd name="T41" fmla="*/ 7932 h 294"/>
                <a:gd name="T42" fmla="*/ 3154 w 399"/>
                <a:gd name="T43" fmla="*/ 7259 h 294"/>
                <a:gd name="T44" fmla="*/ 1728 w 399"/>
                <a:gd name="T45" fmla="*/ 6667 h 294"/>
                <a:gd name="T46" fmla="*/ 244 w 399"/>
                <a:gd name="T47" fmla="*/ 6625 h 294"/>
                <a:gd name="T48" fmla="*/ 600 w 399"/>
                <a:gd name="T49" fmla="*/ 6265 h 294"/>
                <a:gd name="T50" fmla="*/ 0 w 399"/>
                <a:gd name="T51" fmla="*/ 5933 h 29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99" h="294">
                  <a:moveTo>
                    <a:pt x="0" y="178"/>
                  </a:moveTo>
                  <a:cubicBezTo>
                    <a:pt x="6" y="180"/>
                    <a:pt x="11" y="181"/>
                    <a:pt x="18" y="181"/>
                  </a:cubicBezTo>
                  <a:cubicBezTo>
                    <a:pt x="27" y="181"/>
                    <a:pt x="35" y="180"/>
                    <a:pt x="44" y="182"/>
                  </a:cubicBezTo>
                  <a:cubicBezTo>
                    <a:pt x="59" y="185"/>
                    <a:pt x="73" y="189"/>
                    <a:pt x="81" y="191"/>
                  </a:cubicBezTo>
                  <a:cubicBezTo>
                    <a:pt x="99" y="195"/>
                    <a:pt x="124" y="216"/>
                    <a:pt x="143" y="208"/>
                  </a:cubicBezTo>
                  <a:cubicBezTo>
                    <a:pt x="166" y="198"/>
                    <a:pt x="158" y="182"/>
                    <a:pt x="163" y="162"/>
                  </a:cubicBezTo>
                  <a:cubicBezTo>
                    <a:pt x="167" y="145"/>
                    <a:pt x="175" y="120"/>
                    <a:pt x="165" y="104"/>
                  </a:cubicBezTo>
                  <a:cubicBezTo>
                    <a:pt x="187" y="79"/>
                    <a:pt x="174" y="78"/>
                    <a:pt x="183" y="48"/>
                  </a:cubicBezTo>
                  <a:cubicBezTo>
                    <a:pt x="187" y="33"/>
                    <a:pt x="190" y="5"/>
                    <a:pt x="203" y="0"/>
                  </a:cubicBezTo>
                  <a:cubicBezTo>
                    <a:pt x="193" y="0"/>
                    <a:pt x="192" y="40"/>
                    <a:pt x="195" y="62"/>
                  </a:cubicBezTo>
                  <a:cubicBezTo>
                    <a:pt x="196" y="77"/>
                    <a:pt x="189" y="100"/>
                    <a:pt x="195" y="115"/>
                  </a:cubicBezTo>
                  <a:cubicBezTo>
                    <a:pt x="192" y="130"/>
                    <a:pt x="185" y="150"/>
                    <a:pt x="183" y="159"/>
                  </a:cubicBezTo>
                  <a:cubicBezTo>
                    <a:pt x="177" y="181"/>
                    <a:pt x="179" y="207"/>
                    <a:pt x="195" y="219"/>
                  </a:cubicBezTo>
                  <a:cubicBezTo>
                    <a:pt x="211" y="231"/>
                    <a:pt x="233" y="206"/>
                    <a:pt x="269" y="228"/>
                  </a:cubicBezTo>
                  <a:cubicBezTo>
                    <a:pt x="305" y="250"/>
                    <a:pt x="317" y="242"/>
                    <a:pt x="323" y="243"/>
                  </a:cubicBezTo>
                  <a:cubicBezTo>
                    <a:pt x="328" y="244"/>
                    <a:pt x="333" y="252"/>
                    <a:pt x="353" y="264"/>
                  </a:cubicBezTo>
                  <a:cubicBezTo>
                    <a:pt x="373" y="276"/>
                    <a:pt x="393" y="278"/>
                    <a:pt x="393" y="278"/>
                  </a:cubicBezTo>
                  <a:cubicBezTo>
                    <a:pt x="399" y="294"/>
                    <a:pt x="399" y="294"/>
                    <a:pt x="399" y="294"/>
                  </a:cubicBezTo>
                  <a:cubicBezTo>
                    <a:pt x="382" y="287"/>
                    <a:pt x="364" y="286"/>
                    <a:pt x="344" y="282"/>
                  </a:cubicBezTo>
                  <a:cubicBezTo>
                    <a:pt x="323" y="277"/>
                    <a:pt x="298" y="270"/>
                    <a:pt x="279" y="259"/>
                  </a:cubicBezTo>
                  <a:cubicBezTo>
                    <a:pt x="247" y="241"/>
                    <a:pt x="222" y="244"/>
                    <a:pt x="189" y="238"/>
                  </a:cubicBezTo>
                  <a:cubicBezTo>
                    <a:pt x="157" y="233"/>
                    <a:pt x="156" y="223"/>
                    <a:pt x="115" y="218"/>
                  </a:cubicBezTo>
                  <a:cubicBezTo>
                    <a:pt x="100" y="216"/>
                    <a:pt x="78" y="200"/>
                    <a:pt x="63" y="200"/>
                  </a:cubicBezTo>
                  <a:cubicBezTo>
                    <a:pt x="47" y="201"/>
                    <a:pt x="22" y="190"/>
                    <a:pt x="9" y="199"/>
                  </a:cubicBezTo>
                  <a:cubicBezTo>
                    <a:pt x="13" y="195"/>
                    <a:pt x="23" y="192"/>
                    <a:pt x="22" y="188"/>
                  </a:cubicBezTo>
                  <a:cubicBezTo>
                    <a:pt x="22" y="184"/>
                    <a:pt x="3" y="179"/>
                    <a:pt x="0" y="178"/>
                  </a:cubicBezTo>
                  <a:close/>
                </a:path>
              </a:pathLst>
            </a:custGeom>
            <a:solidFill>
              <a:srgbClr val="9D9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0" name="Freeform 539">
              <a:extLst>
                <a:ext uri="{FF2B5EF4-FFF2-40B4-BE49-F238E27FC236}">
                  <a16:creationId xmlns:a16="http://schemas.microsoft.com/office/drawing/2014/main" id="{4919203E-0A3A-427C-9F0C-997724BC15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7" y="1973"/>
              <a:ext cx="1209" cy="955"/>
            </a:xfrm>
            <a:custGeom>
              <a:avLst/>
              <a:gdLst>
                <a:gd name="T0" fmla="*/ 5563 w 401"/>
                <a:gd name="T1" fmla="*/ 0 h 297"/>
                <a:gd name="T2" fmla="*/ 5481 w 401"/>
                <a:gd name="T3" fmla="*/ 61 h 297"/>
                <a:gd name="T4" fmla="*/ 4990 w 401"/>
                <a:gd name="T5" fmla="*/ 1633 h 297"/>
                <a:gd name="T6" fmla="*/ 4516 w 401"/>
                <a:gd name="T7" fmla="*/ 3453 h 297"/>
                <a:gd name="T8" fmla="*/ 4516 w 401"/>
                <a:gd name="T9" fmla="*/ 3524 h 297"/>
                <a:gd name="T10" fmla="*/ 4462 w 401"/>
                <a:gd name="T11" fmla="*/ 5251 h 297"/>
                <a:gd name="T12" fmla="*/ 4381 w 401"/>
                <a:gd name="T13" fmla="*/ 5955 h 297"/>
                <a:gd name="T14" fmla="*/ 2801 w 401"/>
                <a:gd name="T15" fmla="*/ 6617 h 297"/>
                <a:gd name="T16" fmla="*/ 1918 w 401"/>
                <a:gd name="T17" fmla="*/ 6216 h 297"/>
                <a:gd name="T18" fmla="*/ 654 w 401"/>
                <a:gd name="T19" fmla="*/ 5987 h 297"/>
                <a:gd name="T20" fmla="*/ 54 w 401"/>
                <a:gd name="T21" fmla="*/ 5913 h 297"/>
                <a:gd name="T22" fmla="*/ 0 w 401"/>
                <a:gd name="T23" fmla="*/ 5955 h 297"/>
                <a:gd name="T24" fmla="*/ 27 w 401"/>
                <a:gd name="T25" fmla="*/ 5987 h 297"/>
                <a:gd name="T26" fmla="*/ 27 w 401"/>
                <a:gd name="T27" fmla="*/ 5987 h 297"/>
                <a:gd name="T28" fmla="*/ 600 w 401"/>
                <a:gd name="T29" fmla="*/ 6286 h 297"/>
                <a:gd name="T30" fmla="*/ 437 w 401"/>
                <a:gd name="T31" fmla="*/ 6450 h 297"/>
                <a:gd name="T32" fmla="*/ 271 w 401"/>
                <a:gd name="T33" fmla="*/ 6617 h 297"/>
                <a:gd name="T34" fmla="*/ 244 w 401"/>
                <a:gd name="T35" fmla="*/ 6617 h 297"/>
                <a:gd name="T36" fmla="*/ 244 w 401"/>
                <a:gd name="T37" fmla="*/ 6679 h 297"/>
                <a:gd name="T38" fmla="*/ 1209 w 401"/>
                <a:gd name="T39" fmla="*/ 6679 h 297"/>
                <a:gd name="T40" fmla="*/ 2545 w 401"/>
                <a:gd name="T41" fmla="*/ 7052 h 297"/>
                <a:gd name="T42" fmla="*/ 4354 w 401"/>
                <a:gd name="T43" fmla="*/ 7714 h 297"/>
                <a:gd name="T44" fmla="*/ 5946 w 401"/>
                <a:gd name="T45" fmla="*/ 8148 h 297"/>
                <a:gd name="T46" fmla="*/ 9455 w 401"/>
                <a:gd name="T47" fmla="*/ 9441 h 297"/>
                <a:gd name="T48" fmla="*/ 10935 w 401"/>
                <a:gd name="T49" fmla="*/ 9875 h 297"/>
                <a:gd name="T50" fmla="*/ 10990 w 401"/>
                <a:gd name="T51" fmla="*/ 9810 h 297"/>
                <a:gd name="T52" fmla="*/ 10800 w 401"/>
                <a:gd name="T53" fmla="*/ 9245 h 297"/>
                <a:gd name="T54" fmla="*/ 9126 w 401"/>
                <a:gd name="T55" fmla="*/ 8241 h 297"/>
                <a:gd name="T56" fmla="*/ 8743 w 401"/>
                <a:gd name="T57" fmla="*/ 8074 h 297"/>
                <a:gd name="T58" fmla="*/ 6000 w 401"/>
                <a:gd name="T59" fmla="*/ 7351 h 297"/>
                <a:gd name="T60" fmla="*/ 4990 w 401"/>
                <a:gd name="T61" fmla="*/ 6080 h 297"/>
                <a:gd name="T62" fmla="*/ 5153 w 401"/>
                <a:gd name="T63" fmla="*/ 5026 h 297"/>
                <a:gd name="T64" fmla="*/ 5400 w 401"/>
                <a:gd name="T65" fmla="*/ 3855 h 297"/>
                <a:gd name="T66" fmla="*/ 5346 w 401"/>
                <a:gd name="T67" fmla="*/ 3392 h 297"/>
                <a:gd name="T68" fmla="*/ 5400 w 401"/>
                <a:gd name="T69" fmla="*/ 2296 h 297"/>
                <a:gd name="T70" fmla="*/ 5373 w 401"/>
                <a:gd name="T71" fmla="*/ 1363 h 297"/>
                <a:gd name="T72" fmla="*/ 5590 w 401"/>
                <a:gd name="T73" fmla="*/ 103 h 297"/>
                <a:gd name="T74" fmla="*/ 5617 w 401"/>
                <a:gd name="T75" fmla="*/ 32 h 297"/>
                <a:gd name="T76" fmla="*/ 5563 w 401"/>
                <a:gd name="T77" fmla="*/ 0 h 297"/>
                <a:gd name="T78" fmla="*/ 5071 w 401"/>
                <a:gd name="T79" fmla="*/ 1666 h 297"/>
                <a:gd name="T80" fmla="*/ 5346 w 401"/>
                <a:gd name="T81" fmla="*/ 434 h 297"/>
                <a:gd name="T82" fmla="*/ 5318 w 401"/>
                <a:gd name="T83" fmla="*/ 2100 h 297"/>
                <a:gd name="T84" fmla="*/ 5291 w 401"/>
                <a:gd name="T85" fmla="*/ 2791 h 297"/>
                <a:gd name="T86" fmla="*/ 5318 w 401"/>
                <a:gd name="T87" fmla="*/ 3855 h 297"/>
                <a:gd name="T88" fmla="*/ 4990 w 401"/>
                <a:gd name="T89" fmla="*/ 5315 h 297"/>
                <a:gd name="T90" fmla="*/ 5346 w 401"/>
                <a:gd name="T91" fmla="*/ 7351 h 297"/>
                <a:gd name="T92" fmla="*/ 7372 w 401"/>
                <a:gd name="T93" fmla="*/ 7682 h 297"/>
                <a:gd name="T94" fmla="*/ 8855 w 401"/>
                <a:gd name="T95" fmla="*/ 8177 h 297"/>
                <a:gd name="T96" fmla="*/ 9672 w 401"/>
                <a:gd name="T97" fmla="*/ 8881 h 297"/>
                <a:gd name="T98" fmla="*/ 10881 w 401"/>
                <a:gd name="T99" fmla="*/ 9740 h 297"/>
                <a:gd name="T100" fmla="*/ 9455 w 401"/>
                <a:gd name="T101" fmla="*/ 9347 h 297"/>
                <a:gd name="T102" fmla="*/ 5973 w 401"/>
                <a:gd name="T103" fmla="*/ 8045 h 297"/>
                <a:gd name="T104" fmla="*/ 4381 w 401"/>
                <a:gd name="T105" fmla="*/ 7611 h 297"/>
                <a:gd name="T106" fmla="*/ 2572 w 401"/>
                <a:gd name="T107" fmla="*/ 6949 h 297"/>
                <a:gd name="T108" fmla="*/ 1236 w 401"/>
                <a:gd name="T109" fmla="*/ 6585 h 297"/>
                <a:gd name="T110" fmla="*/ 681 w 401"/>
                <a:gd name="T111" fmla="*/ 6286 h 297"/>
                <a:gd name="T112" fmla="*/ 519 w 401"/>
                <a:gd name="T113" fmla="*/ 6080 h 297"/>
                <a:gd name="T114" fmla="*/ 654 w 401"/>
                <a:gd name="T115" fmla="*/ 6080 h 297"/>
                <a:gd name="T116" fmla="*/ 1890 w 401"/>
                <a:gd name="T117" fmla="*/ 6318 h 297"/>
                <a:gd name="T118" fmla="*/ 2774 w 401"/>
                <a:gd name="T119" fmla="*/ 6720 h 297"/>
                <a:gd name="T120" fmla="*/ 4462 w 401"/>
                <a:gd name="T121" fmla="*/ 5955 h 297"/>
                <a:gd name="T122" fmla="*/ 4544 w 401"/>
                <a:gd name="T123" fmla="*/ 5251 h 297"/>
                <a:gd name="T124" fmla="*/ 4610 w 401"/>
                <a:gd name="T125" fmla="*/ 3524 h 29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01" h="297">
                  <a:moveTo>
                    <a:pt x="203" y="0"/>
                  </a:moveTo>
                  <a:cubicBezTo>
                    <a:pt x="203" y="0"/>
                    <a:pt x="203" y="0"/>
                    <a:pt x="203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2" y="0"/>
                    <a:pt x="201" y="1"/>
                    <a:pt x="200" y="2"/>
                  </a:cubicBezTo>
                  <a:cubicBezTo>
                    <a:pt x="192" y="7"/>
                    <a:pt x="188" y="22"/>
                    <a:pt x="186" y="36"/>
                  </a:cubicBezTo>
                  <a:cubicBezTo>
                    <a:pt x="182" y="49"/>
                    <a:pt x="182" y="49"/>
                    <a:pt x="182" y="49"/>
                  </a:cubicBezTo>
                  <a:cubicBezTo>
                    <a:pt x="179" y="60"/>
                    <a:pt x="179" y="68"/>
                    <a:pt x="179" y="74"/>
                  </a:cubicBezTo>
                  <a:cubicBezTo>
                    <a:pt x="178" y="83"/>
                    <a:pt x="178" y="89"/>
                    <a:pt x="165" y="104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5" y="106"/>
                    <a:pt x="165" y="106"/>
                    <a:pt x="165" y="106"/>
                  </a:cubicBezTo>
                  <a:cubicBezTo>
                    <a:pt x="168" y="111"/>
                    <a:pt x="169" y="118"/>
                    <a:pt x="169" y="124"/>
                  </a:cubicBezTo>
                  <a:cubicBezTo>
                    <a:pt x="169" y="136"/>
                    <a:pt x="166" y="148"/>
                    <a:pt x="163" y="158"/>
                  </a:cubicBezTo>
                  <a:cubicBezTo>
                    <a:pt x="162" y="162"/>
                    <a:pt x="162" y="162"/>
                    <a:pt x="162" y="162"/>
                  </a:cubicBezTo>
                  <a:cubicBezTo>
                    <a:pt x="161" y="168"/>
                    <a:pt x="160" y="174"/>
                    <a:pt x="160" y="179"/>
                  </a:cubicBezTo>
                  <a:cubicBezTo>
                    <a:pt x="159" y="191"/>
                    <a:pt x="159" y="201"/>
                    <a:pt x="143" y="208"/>
                  </a:cubicBezTo>
                  <a:cubicBezTo>
                    <a:pt x="131" y="213"/>
                    <a:pt x="116" y="205"/>
                    <a:pt x="102" y="199"/>
                  </a:cubicBezTo>
                  <a:cubicBezTo>
                    <a:pt x="95" y="195"/>
                    <a:pt x="89" y="192"/>
                    <a:pt x="83" y="191"/>
                  </a:cubicBezTo>
                  <a:cubicBezTo>
                    <a:pt x="70" y="187"/>
                    <a:pt x="70" y="187"/>
                    <a:pt x="70" y="187"/>
                  </a:cubicBezTo>
                  <a:cubicBezTo>
                    <a:pt x="45" y="181"/>
                    <a:pt x="45" y="181"/>
                    <a:pt x="45" y="181"/>
                  </a:cubicBezTo>
                  <a:cubicBezTo>
                    <a:pt x="37" y="180"/>
                    <a:pt x="31" y="180"/>
                    <a:pt x="24" y="180"/>
                  </a:cubicBezTo>
                  <a:cubicBezTo>
                    <a:pt x="19" y="180"/>
                    <a:pt x="19" y="180"/>
                    <a:pt x="19" y="180"/>
                  </a:cubicBezTo>
                  <a:cubicBezTo>
                    <a:pt x="13" y="181"/>
                    <a:pt x="7" y="180"/>
                    <a:pt x="2" y="178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1" y="177"/>
                    <a:pt x="0" y="178"/>
                    <a:pt x="0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180"/>
                    <a:pt x="0" y="180"/>
                    <a:pt x="1" y="180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18" y="186"/>
                    <a:pt x="22" y="188"/>
                    <a:pt x="22" y="189"/>
                  </a:cubicBezTo>
                  <a:cubicBezTo>
                    <a:pt x="22" y="189"/>
                    <a:pt x="22" y="189"/>
                    <a:pt x="22" y="189"/>
                  </a:cubicBezTo>
                  <a:cubicBezTo>
                    <a:pt x="22" y="191"/>
                    <a:pt x="19" y="193"/>
                    <a:pt x="16" y="194"/>
                  </a:cubicBezTo>
                  <a:cubicBezTo>
                    <a:pt x="14" y="196"/>
                    <a:pt x="11" y="197"/>
                    <a:pt x="10" y="199"/>
                  </a:cubicBezTo>
                  <a:cubicBezTo>
                    <a:pt x="10" y="199"/>
                    <a:pt x="10" y="199"/>
                    <a:pt x="10" y="199"/>
                  </a:cubicBezTo>
                  <a:cubicBezTo>
                    <a:pt x="10" y="199"/>
                    <a:pt x="10" y="199"/>
                    <a:pt x="10" y="199"/>
                  </a:cubicBezTo>
                  <a:cubicBezTo>
                    <a:pt x="10" y="199"/>
                    <a:pt x="9" y="199"/>
                    <a:pt x="9" y="199"/>
                  </a:cubicBezTo>
                  <a:cubicBezTo>
                    <a:pt x="9" y="200"/>
                    <a:pt x="9" y="200"/>
                    <a:pt x="9" y="200"/>
                  </a:cubicBezTo>
                  <a:cubicBezTo>
                    <a:pt x="9" y="201"/>
                    <a:pt x="9" y="201"/>
                    <a:pt x="9" y="201"/>
                  </a:cubicBezTo>
                  <a:cubicBezTo>
                    <a:pt x="10" y="202"/>
                    <a:pt x="11" y="202"/>
                    <a:pt x="11" y="202"/>
                  </a:cubicBezTo>
                  <a:cubicBezTo>
                    <a:pt x="19" y="196"/>
                    <a:pt x="32" y="198"/>
                    <a:pt x="44" y="201"/>
                  </a:cubicBezTo>
                  <a:cubicBezTo>
                    <a:pt x="51" y="202"/>
                    <a:pt x="58" y="203"/>
                    <a:pt x="64" y="203"/>
                  </a:cubicBezTo>
                  <a:cubicBezTo>
                    <a:pt x="72" y="203"/>
                    <a:pt x="83" y="207"/>
                    <a:pt x="93" y="212"/>
                  </a:cubicBezTo>
                  <a:cubicBezTo>
                    <a:pt x="101" y="216"/>
                    <a:pt x="109" y="219"/>
                    <a:pt x="115" y="220"/>
                  </a:cubicBezTo>
                  <a:cubicBezTo>
                    <a:pt x="138" y="223"/>
                    <a:pt x="149" y="227"/>
                    <a:pt x="159" y="232"/>
                  </a:cubicBezTo>
                  <a:cubicBezTo>
                    <a:pt x="167" y="235"/>
                    <a:pt x="175" y="238"/>
                    <a:pt x="190" y="241"/>
                  </a:cubicBezTo>
                  <a:cubicBezTo>
                    <a:pt x="199" y="243"/>
                    <a:pt x="208" y="244"/>
                    <a:pt x="217" y="245"/>
                  </a:cubicBezTo>
                  <a:cubicBezTo>
                    <a:pt x="238" y="247"/>
                    <a:pt x="257" y="249"/>
                    <a:pt x="279" y="261"/>
                  </a:cubicBezTo>
                  <a:cubicBezTo>
                    <a:pt x="299" y="273"/>
                    <a:pt x="324" y="279"/>
                    <a:pt x="345" y="284"/>
                  </a:cubicBezTo>
                  <a:cubicBezTo>
                    <a:pt x="365" y="288"/>
                    <a:pt x="365" y="288"/>
                    <a:pt x="365" y="288"/>
                  </a:cubicBezTo>
                  <a:cubicBezTo>
                    <a:pt x="377" y="290"/>
                    <a:pt x="388" y="292"/>
                    <a:pt x="399" y="297"/>
                  </a:cubicBezTo>
                  <a:cubicBezTo>
                    <a:pt x="400" y="297"/>
                    <a:pt x="400" y="297"/>
                    <a:pt x="401" y="297"/>
                  </a:cubicBezTo>
                  <a:cubicBezTo>
                    <a:pt x="401" y="296"/>
                    <a:pt x="401" y="295"/>
                    <a:pt x="401" y="295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4" y="278"/>
                    <a:pt x="394" y="278"/>
                  </a:cubicBezTo>
                  <a:cubicBezTo>
                    <a:pt x="394" y="278"/>
                    <a:pt x="374" y="276"/>
                    <a:pt x="355" y="264"/>
                  </a:cubicBezTo>
                  <a:cubicBezTo>
                    <a:pt x="344" y="258"/>
                    <a:pt x="337" y="252"/>
                    <a:pt x="333" y="248"/>
                  </a:cubicBezTo>
                  <a:cubicBezTo>
                    <a:pt x="329" y="245"/>
                    <a:pt x="327" y="243"/>
                    <a:pt x="324" y="243"/>
                  </a:cubicBezTo>
                  <a:cubicBezTo>
                    <a:pt x="319" y="243"/>
                    <a:pt x="319" y="243"/>
                    <a:pt x="319" y="243"/>
                  </a:cubicBezTo>
                  <a:cubicBezTo>
                    <a:pt x="312" y="244"/>
                    <a:pt x="299" y="245"/>
                    <a:pt x="271" y="228"/>
                  </a:cubicBezTo>
                  <a:cubicBezTo>
                    <a:pt x="250" y="215"/>
                    <a:pt x="233" y="218"/>
                    <a:pt x="219" y="221"/>
                  </a:cubicBezTo>
                  <a:cubicBezTo>
                    <a:pt x="210" y="222"/>
                    <a:pt x="203" y="224"/>
                    <a:pt x="197" y="219"/>
                  </a:cubicBezTo>
                  <a:cubicBezTo>
                    <a:pt x="186" y="211"/>
                    <a:pt x="182" y="197"/>
                    <a:pt x="182" y="183"/>
                  </a:cubicBezTo>
                  <a:cubicBezTo>
                    <a:pt x="182" y="175"/>
                    <a:pt x="183" y="168"/>
                    <a:pt x="185" y="160"/>
                  </a:cubicBezTo>
                  <a:cubicBezTo>
                    <a:pt x="188" y="151"/>
                    <a:pt x="188" y="151"/>
                    <a:pt x="188" y="151"/>
                  </a:cubicBezTo>
                  <a:cubicBezTo>
                    <a:pt x="191" y="141"/>
                    <a:pt x="195" y="127"/>
                    <a:pt x="197" y="116"/>
                  </a:cubicBezTo>
                  <a:cubicBezTo>
                    <a:pt x="197" y="116"/>
                    <a:pt x="197" y="116"/>
                    <a:pt x="197" y="116"/>
                  </a:cubicBezTo>
                  <a:cubicBezTo>
                    <a:pt x="197" y="116"/>
                    <a:pt x="197" y="116"/>
                    <a:pt x="197" y="116"/>
                  </a:cubicBezTo>
                  <a:cubicBezTo>
                    <a:pt x="196" y="112"/>
                    <a:pt x="195" y="107"/>
                    <a:pt x="195" y="102"/>
                  </a:cubicBezTo>
                  <a:cubicBezTo>
                    <a:pt x="195" y="96"/>
                    <a:pt x="196" y="91"/>
                    <a:pt x="196" y="85"/>
                  </a:cubicBezTo>
                  <a:cubicBezTo>
                    <a:pt x="197" y="79"/>
                    <a:pt x="197" y="73"/>
                    <a:pt x="197" y="69"/>
                  </a:cubicBezTo>
                  <a:cubicBezTo>
                    <a:pt x="197" y="66"/>
                    <a:pt x="197" y="64"/>
                    <a:pt x="197" y="63"/>
                  </a:cubicBezTo>
                  <a:cubicBezTo>
                    <a:pt x="196" y="56"/>
                    <a:pt x="196" y="49"/>
                    <a:pt x="196" y="41"/>
                  </a:cubicBezTo>
                  <a:cubicBezTo>
                    <a:pt x="196" y="25"/>
                    <a:pt x="198" y="9"/>
                    <a:pt x="202" y="4"/>
                  </a:cubicBezTo>
                  <a:cubicBezTo>
                    <a:pt x="202" y="4"/>
                    <a:pt x="203" y="3"/>
                    <a:pt x="204" y="3"/>
                  </a:cubicBezTo>
                  <a:cubicBezTo>
                    <a:pt x="205" y="3"/>
                    <a:pt x="205" y="2"/>
                    <a:pt x="205" y="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0"/>
                    <a:pt x="204" y="0"/>
                    <a:pt x="204" y="0"/>
                  </a:cubicBezTo>
                  <a:cubicBezTo>
                    <a:pt x="203" y="0"/>
                    <a:pt x="203" y="0"/>
                    <a:pt x="203" y="0"/>
                  </a:cubicBezTo>
                  <a:close/>
                  <a:moveTo>
                    <a:pt x="182" y="74"/>
                  </a:moveTo>
                  <a:cubicBezTo>
                    <a:pt x="182" y="68"/>
                    <a:pt x="182" y="61"/>
                    <a:pt x="185" y="50"/>
                  </a:cubicBezTo>
                  <a:cubicBezTo>
                    <a:pt x="188" y="37"/>
                    <a:pt x="188" y="37"/>
                    <a:pt x="188" y="37"/>
                  </a:cubicBezTo>
                  <a:cubicBezTo>
                    <a:pt x="190" y="28"/>
                    <a:pt x="192" y="19"/>
                    <a:pt x="195" y="13"/>
                  </a:cubicBezTo>
                  <a:cubicBezTo>
                    <a:pt x="194" y="21"/>
                    <a:pt x="193" y="31"/>
                    <a:pt x="193" y="41"/>
                  </a:cubicBezTo>
                  <a:cubicBezTo>
                    <a:pt x="193" y="49"/>
                    <a:pt x="193" y="57"/>
                    <a:pt x="194" y="63"/>
                  </a:cubicBezTo>
                  <a:cubicBezTo>
                    <a:pt x="194" y="65"/>
                    <a:pt x="194" y="67"/>
                    <a:pt x="194" y="69"/>
                  </a:cubicBezTo>
                  <a:cubicBezTo>
                    <a:pt x="194" y="73"/>
                    <a:pt x="194" y="79"/>
                    <a:pt x="193" y="84"/>
                  </a:cubicBezTo>
                  <a:cubicBezTo>
                    <a:pt x="193" y="90"/>
                    <a:pt x="192" y="96"/>
                    <a:pt x="192" y="102"/>
                  </a:cubicBezTo>
                  <a:cubicBezTo>
                    <a:pt x="192" y="107"/>
                    <a:pt x="193" y="112"/>
                    <a:pt x="194" y="116"/>
                  </a:cubicBezTo>
                  <a:cubicBezTo>
                    <a:pt x="192" y="127"/>
                    <a:pt x="188" y="140"/>
                    <a:pt x="185" y="150"/>
                  </a:cubicBezTo>
                  <a:cubicBezTo>
                    <a:pt x="182" y="160"/>
                    <a:pt x="182" y="160"/>
                    <a:pt x="182" y="160"/>
                  </a:cubicBezTo>
                  <a:cubicBezTo>
                    <a:pt x="180" y="167"/>
                    <a:pt x="179" y="175"/>
                    <a:pt x="179" y="183"/>
                  </a:cubicBezTo>
                  <a:cubicBezTo>
                    <a:pt x="179" y="198"/>
                    <a:pt x="183" y="213"/>
                    <a:pt x="195" y="221"/>
                  </a:cubicBezTo>
                  <a:cubicBezTo>
                    <a:pt x="202" y="227"/>
                    <a:pt x="210" y="225"/>
                    <a:pt x="220" y="223"/>
                  </a:cubicBezTo>
                  <a:cubicBezTo>
                    <a:pt x="233" y="221"/>
                    <a:pt x="249" y="218"/>
                    <a:pt x="269" y="231"/>
                  </a:cubicBezTo>
                  <a:cubicBezTo>
                    <a:pt x="298" y="248"/>
                    <a:pt x="312" y="247"/>
                    <a:pt x="319" y="246"/>
                  </a:cubicBezTo>
                  <a:cubicBezTo>
                    <a:pt x="323" y="246"/>
                    <a:pt x="323" y="246"/>
                    <a:pt x="323" y="246"/>
                  </a:cubicBezTo>
                  <a:cubicBezTo>
                    <a:pt x="325" y="246"/>
                    <a:pt x="328" y="248"/>
                    <a:pt x="331" y="251"/>
                  </a:cubicBezTo>
                  <a:cubicBezTo>
                    <a:pt x="335" y="254"/>
                    <a:pt x="342" y="260"/>
                    <a:pt x="353" y="267"/>
                  </a:cubicBezTo>
                  <a:cubicBezTo>
                    <a:pt x="371" y="278"/>
                    <a:pt x="389" y="280"/>
                    <a:pt x="393" y="281"/>
                  </a:cubicBezTo>
                  <a:cubicBezTo>
                    <a:pt x="393" y="282"/>
                    <a:pt x="396" y="289"/>
                    <a:pt x="397" y="293"/>
                  </a:cubicBezTo>
                  <a:cubicBezTo>
                    <a:pt x="387" y="289"/>
                    <a:pt x="377" y="287"/>
                    <a:pt x="365" y="285"/>
                  </a:cubicBezTo>
                  <a:cubicBezTo>
                    <a:pt x="345" y="281"/>
                    <a:pt x="345" y="281"/>
                    <a:pt x="345" y="281"/>
                  </a:cubicBezTo>
                  <a:cubicBezTo>
                    <a:pt x="327" y="277"/>
                    <a:pt x="300" y="270"/>
                    <a:pt x="280" y="259"/>
                  </a:cubicBezTo>
                  <a:cubicBezTo>
                    <a:pt x="258" y="246"/>
                    <a:pt x="238" y="244"/>
                    <a:pt x="218" y="242"/>
                  </a:cubicBezTo>
                  <a:cubicBezTo>
                    <a:pt x="209" y="241"/>
                    <a:pt x="200" y="240"/>
                    <a:pt x="190" y="238"/>
                  </a:cubicBezTo>
                  <a:cubicBezTo>
                    <a:pt x="176" y="235"/>
                    <a:pt x="168" y="232"/>
                    <a:pt x="160" y="229"/>
                  </a:cubicBezTo>
                  <a:cubicBezTo>
                    <a:pt x="150" y="225"/>
                    <a:pt x="139" y="220"/>
                    <a:pt x="116" y="217"/>
                  </a:cubicBezTo>
                  <a:cubicBezTo>
                    <a:pt x="110" y="217"/>
                    <a:pt x="102" y="213"/>
                    <a:pt x="94" y="209"/>
                  </a:cubicBezTo>
                  <a:cubicBezTo>
                    <a:pt x="84" y="205"/>
                    <a:pt x="73" y="200"/>
                    <a:pt x="64" y="200"/>
                  </a:cubicBezTo>
                  <a:cubicBezTo>
                    <a:pt x="58" y="200"/>
                    <a:pt x="52" y="199"/>
                    <a:pt x="45" y="198"/>
                  </a:cubicBezTo>
                  <a:cubicBezTo>
                    <a:pt x="36" y="196"/>
                    <a:pt x="27" y="195"/>
                    <a:pt x="20" y="196"/>
                  </a:cubicBezTo>
                  <a:cubicBezTo>
                    <a:pt x="22" y="194"/>
                    <a:pt x="25" y="192"/>
                    <a:pt x="25" y="189"/>
                  </a:cubicBezTo>
                  <a:cubicBezTo>
                    <a:pt x="25" y="189"/>
                    <a:pt x="25" y="189"/>
                    <a:pt x="25" y="189"/>
                  </a:cubicBezTo>
                  <a:cubicBezTo>
                    <a:pt x="25" y="187"/>
                    <a:pt x="22" y="185"/>
                    <a:pt x="19" y="183"/>
                  </a:cubicBezTo>
                  <a:cubicBezTo>
                    <a:pt x="19" y="183"/>
                    <a:pt x="19" y="183"/>
                    <a:pt x="19" y="183"/>
                  </a:cubicBezTo>
                  <a:cubicBezTo>
                    <a:pt x="24" y="183"/>
                    <a:pt x="24" y="183"/>
                    <a:pt x="24" y="183"/>
                  </a:cubicBezTo>
                  <a:cubicBezTo>
                    <a:pt x="31" y="183"/>
                    <a:pt x="37" y="183"/>
                    <a:pt x="45" y="184"/>
                  </a:cubicBezTo>
                  <a:cubicBezTo>
                    <a:pt x="69" y="190"/>
                    <a:pt x="69" y="190"/>
                    <a:pt x="69" y="190"/>
                  </a:cubicBezTo>
                  <a:cubicBezTo>
                    <a:pt x="82" y="194"/>
                    <a:pt x="82" y="194"/>
                    <a:pt x="82" y="194"/>
                  </a:cubicBezTo>
                  <a:cubicBezTo>
                    <a:pt x="88" y="195"/>
                    <a:pt x="94" y="198"/>
                    <a:pt x="101" y="202"/>
                  </a:cubicBezTo>
                  <a:cubicBezTo>
                    <a:pt x="115" y="208"/>
                    <a:pt x="131" y="216"/>
                    <a:pt x="144" y="210"/>
                  </a:cubicBezTo>
                  <a:cubicBezTo>
                    <a:pt x="162" y="203"/>
                    <a:pt x="162" y="192"/>
                    <a:pt x="163" y="179"/>
                  </a:cubicBezTo>
                  <a:cubicBezTo>
                    <a:pt x="163" y="174"/>
                    <a:pt x="164" y="169"/>
                    <a:pt x="165" y="163"/>
                  </a:cubicBezTo>
                  <a:cubicBezTo>
                    <a:pt x="166" y="158"/>
                    <a:pt x="166" y="158"/>
                    <a:pt x="166" y="158"/>
                  </a:cubicBezTo>
                  <a:cubicBezTo>
                    <a:pt x="169" y="148"/>
                    <a:pt x="172" y="136"/>
                    <a:pt x="172" y="124"/>
                  </a:cubicBezTo>
                  <a:cubicBezTo>
                    <a:pt x="172" y="118"/>
                    <a:pt x="171" y="111"/>
                    <a:pt x="168" y="106"/>
                  </a:cubicBezTo>
                  <a:cubicBezTo>
                    <a:pt x="181" y="90"/>
                    <a:pt x="181" y="83"/>
                    <a:pt x="182" y="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1" name="Freeform 540">
              <a:extLst>
                <a:ext uri="{FF2B5EF4-FFF2-40B4-BE49-F238E27FC236}">
                  <a16:creationId xmlns:a16="http://schemas.microsoft.com/office/drawing/2014/main" id="{E0B38FEF-B5D1-4581-A18C-A6E0F88D5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963"/>
              <a:ext cx="1188" cy="955"/>
            </a:xfrm>
            <a:custGeom>
              <a:avLst/>
              <a:gdLst>
                <a:gd name="T0" fmla="*/ 4990 w 394"/>
                <a:gd name="T1" fmla="*/ 238 h 297"/>
                <a:gd name="T2" fmla="*/ 4990 w 394"/>
                <a:gd name="T3" fmla="*/ 238 h 297"/>
                <a:gd name="T4" fmla="*/ 4936 w 394"/>
                <a:gd name="T5" fmla="*/ 270 h 297"/>
                <a:gd name="T6" fmla="*/ 4963 w 394"/>
                <a:gd name="T7" fmla="*/ 331 h 297"/>
                <a:gd name="T8" fmla="*/ 5455 w 394"/>
                <a:gd name="T9" fmla="*/ 1232 h 297"/>
                <a:gd name="T10" fmla="*/ 5292 w 394"/>
                <a:gd name="T11" fmla="*/ 4158 h 297"/>
                <a:gd name="T12" fmla="*/ 5292 w 394"/>
                <a:gd name="T13" fmla="*/ 4261 h 297"/>
                <a:gd name="T14" fmla="*/ 6136 w 394"/>
                <a:gd name="T15" fmla="*/ 5148 h 297"/>
                <a:gd name="T16" fmla="*/ 5044 w 394"/>
                <a:gd name="T17" fmla="*/ 7309 h 297"/>
                <a:gd name="T18" fmla="*/ 2382 w 394"/>
                <a:gd name="T19" fmla="*/ 7981 h 297"/>
                <a:gd name="T20" fmla="*/ 1836 w 394"/>
                <a:gd name="T21" fmla="*/ 8177 h 297"/>
                <a:gd name="T22" fmla="*/ 271 w 394"/>
                <a:gd name="T23" fmla="*/ 9347 h 297"/>
                <a:gd name="T24" fmla="*/ 302 w 394"/>
                <a:gd name="T25" fmla="*/ 9441 h 297"/>
                <a:gd name="T26" fmla="*/ 1891 w 394"/>
                <a:gd name="T27" fmla="*/ 8209 h 297"/>
                <a:gd name="T28" fmla="*/ 2355 w 394"/>
                <a:gd name="T29" fmla="*/ 8045 h 297"/>
                <a:gd name="T30" fmla="*/ 5072 w 394"/>
                <a:gd name="T31" fmla="*/ 7415 h 297"/>
                <a:gd name="T32" fmla="*/ 6217 w 394"/>
                <a:gd name="T33" fmla="*/ 5119 h 297"/>
                <a:gd name="T34" fmla="*/ 5427 w 394"/>
                <a:gd name="T35" fmla="*/ 4158 h 297"/>
                <a:gd name="T36" fmla="*/ 5617 w 394"/>
                <a:gd name="T37" fmla="*/ 1797 h 297"/>
                <a:gd name="T38" fmla="*/ 5265 w 394"/>
                <a:gd name="T39" fmla="*/ 402 h 297"/>
                <a:gd name="T40" fmla="*/ 5729 w 394"/>
                <a:gd name="T41" fmla="*/ 598 h 297"/>
                <a:gd name="T42" fmla="*/ 6027 w 394"/>
                <a:gd name="T43" fmla="*/ 1759 h 297"/>
                <a:gd name="T44" fmla="*/ 6664 w 394"/>
                <a:gd name="T45" fmla="*/ 4052 h 297"/>
                <a:gd name="T46" fmla="*/ 6555 w 394"/>
                <a:gd name="T47" fmla="*/ 5087 h 297"/>
                <a:gd name="T48" fmla="*/ 6718 w 394"/>
                <a:gd name="T49" fmla="*/ 5852 h 297"/>
                <a:gd name="T50" fmla="*/ 6718 w 394"/>
                <a:gd name="T51" fmla="*/ 6286 h 297"/>
                <a:gd name="T52" fmla="*/ 8256 w 394"/>
                <a:gd name="T53" fmla="*/ 7309 h 297"/>
                <a:gd name="T54" fmla="*/ 9646 w 394"/>
                <a:gd name="T55" fmla="*/ 7579 h 297"/>
                <a:gd name="T56" fmla="*/ 10611 w 394"/>
                <a:gd name="T57" fmla="*/ 8045 h 297"/>
                <a:gd name="T58" fmla="*/ 9836 w 394"/>
                <a:gd name="T59" fmla="*/ 7952 h 297"/>
                <a:gd name="T60" fmla="*/ 8720 w 394"/>
                <a:gd name="T61" fmla="*/ 7775 h 297"/>
                <a:gd name="T62" fmla="*/ 6528 w 394"/>
                <a:gd name="T63" fmla="*/ 7849 h 297"/>
                <a:gd name="T64" fmla="*/ 5156 w 394"/>
                <a:gd name="T65" fmla="*/ 8148 h 297"/>
                <a:gd name="T66" fmla="*/ 3293 w 394"/>
                <a:gd name="T67" fmla="*/ 8778 h 297"/>
                <a:gd name="T68" fmla="*/ 911 w 394"/>
                <a:gd name="T69" fmla="*/ 9679 h 297"/>
                <a:gd name="T70" fmla="*/ 0 w 394"/>
                <a:gd name="T71" fmla="*/ 9810 h 297"/>
                <a:gd name="T72" fmla="*/ 911 w 394"/>
                <a:gd name="T73" fmla="*/ 9772 h 297"/>
                <a:gd name="T74" fmla="*/ 3320 w 394"/>
                <a:gd name="T75" fmla="*/ 8881 h 297"/>
                <a:gd name="T76" fmla="*/ 5156 w 394"/>
                <a:gd name="T77" fmla="*/ 8241 h 297"/>
                <a:gd name="T78" fmla="*/ 6555 w 394"/>
                <a:gd name="T79" fmla="*/ 7952 h 297"/>
                <a:gd name="T80" fmla="*/ 8720 w 394"/>
                <a:gd name="T81" fmla="*/ 7878 h 297"/>
                <a:gd name="T82" fmla="*/ 9836 w 394"/>
                <a:gd name="T83" fmla="*/ 8045 h 297"/>
                <a:gd name="T84" fmla="*/ 10773 w 394"/>
                <a:gd name="T85" fmla="*/ 8447 h 297"/>
                <a:gd name="T86" fmla="*/ 10692 w 394"/>
                <a:gd name="T87" fmla="*/ 7981 h 297"/>
                <a:gd name="T88" fmla="*/ 10583 w 394"/>
                <a:gd name="T89" fmla="*/ 7775 h 297"/>
                <a:gd name="T90" fmla="*/ 9100 w 394"/>
                <a:gd name="T91" fmla="*/ 7351 h 297"/>
                <a:gd name="T92" fmla="*/ 7182 w 394"/>
                <a:gd name="T93" fmla="*/ 7010 h 297"/>
                <a:gd name="T94" fmla="*/ 6772 w 394"/>
                <a:gd name="T95" fmla="*/ 5450 h 297"/>
                <a:gd name="T96" fmla="*/ 6745 w 394"/>
                <a:gd name="T97" fmla="*/ 4093 h 297"/>
                <a:gd name="T98" fmla="*/ 6745 w 394"/>
                <a:gd name="T99" fmla="*/ 4023 h 297"/>
                <a:gd name="T100" fmla="*/ 6109 w 394"/>
                <a:gd name="T101" fmla="*/ 1727 h 297"/>
                <a:gd name="T102" fmla="*/ 6027 w 394"/>
                <a:gd name="T103" fmla="*/ 103 h 297"/>
                <a:gd name="T104" fmla="*/ 5973 w 394"/>
                <a:gd name="T105" fmla="*/ 32 h 2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94" h="297">
                  <a:moveTo>
                    <a:pt x="218" y="1"/>
                  </a:moveTo>
                  <a:cubicBezTo>
                    <a:pt x="207" y="9"/>
                    <a:pt x="194" y="11"/>
                    <a:pt x="182" y="7"/>
                  </a:cubicBezTo>
                  <a:cubicBezTo>
                    <a:pt x="182" y="7"/>
                    <a:pt x="182" y="7"/>
                    <a:pt x="182" y="7"/>
                  </a:cubicBezTo>
                  <a:cubicBezTo>
                    <a:pt x="182" y="7"/>
                    <a:pt x="182" y="7"/>
                    <a:pt x="182" y="7"/>
                  </a:cubicBezTo>
                  <a:cubicBezTo>
                    <a:pt x="181" y="7"/>
                    <a:pt x="180" y="7"/>
                    <a:pt x="180" y="8"/>
                  </a:cubicBezTo>
                  <a:cubicBezTo>
                    <a:pt x="180" y="8"/>
                    <a:pt x="180" y="8"/>
                    <a:pt x="180" y="8"/>
                  </a:cubicBezTo>
                  <a:cubicBezTo>
                    <a:pt x="180" y="9"/>
                    <a:pt x="180" y="10"/>
                    <a:pt x="181" y="10"/>
                  </a:cubicBezTo>
                  <a:cubicBezTo>
                    <a:pt x="181" y="10"/>
                    <a:pt x="181" y="10"/>
                    <a:pt x="181" y="10"/>
                  </a:cubicBezTo>
                  <a:cubicBezTo>
                    <a:pt x="181" y="10"/>
                    <a:pt x="181" y="10"/>
                    <a:pt x="181" y="10"/>
                  </a:cubicBezTo>
                  <a:cubicBezTo>
                    <a:pt x="195" y="13"/>
                    <a:pt x="196" y="23"/>
                    <a:pt x="199" y="37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8" y="78"/>
                    <a:pt x="210" y="116"/>
                    <a:pt x="193" y="125"/>
                  </a:cubicBezTo>
                  <a:cubicBezTo>
                    <a:pt x="192" y="125"/>
                    <a:pt x="192" y="126"/>
                    <a:pt x="192" y="127"/>
                  </a:cubicBezTo>
                  <a:cubicBezTo>
                    <a:pt x="192" y="128"/>
                    <a:pt x="193" y="128"/>
                    <a:pt x="193" y="128"/>
                  </a:cubicBezTo>
                  <a:cubicBezTo>
                    <a:pt x="216" y="126"/>
                    <a:pt x="218" y="133"/>
                    <a:pt x="224" y="154"/>
                  </a:cubicBezTo>
                  <a:cubicBezTo>
                    <a:pt x="224" y="155"/>
                    <a:pt x="224" y="155"/>
                    <a:pt x="224" y="155"/>
                  </a:cubicBezTo>
                  <a:cubicBezTo>
                    <a:pt x="230" y="178"/>
                    <a:pt x="225" y="198"/>
                    <a:pt x="210" y="209"/>
                  </a:cubicBezTo>
                  <a:cubicBezTo>
                    <a:pt x="204" y="214"/>
                    <a:pt x="195" y="217"/>
                    <a:pt x="184" y="220"/>
                  </a:cubicBezTo>
                  <a:cubicBezTo>
                    <a:pt x="170" y="224"/>
                    <a:pt x="153" y="229"/>
                    <a:pt x="132" y="241"/>
                  </a:cubicBezTo>
                  <a:cubicBezTo>
                    <a:pt x="109" y="255"/>
                    <a:pt x="97" y="246"/>
                    <a:pt x="87" y="240"/>
                  </a:cubicBezTo>
                  <a:cubicBezTo>
                    <a:pt x="83" y="236"/>
                    <a:pt x="79" y="233"/>
                    <a:pt x="75" y="235"/>
                  </a:cubicBezTo>
                  <a:cubicBezTo>
                    <a:pt x="70" y="237"/>
                    <a:pt x="68" y="241"/>
                    <a:pt x="67" y="246"/>
                  </a:cubicBezTo>
                  <a:cubicBezTo>
                    <a:pt x="64" y="253"/>
                    <a:pt x="62" y="261"/>
                    <a:pt x="51" y="267"/>
                  </a:cubicBezTo>
                  <a:cubicBezTo>
                    <a:pt x="31" y="279"/>
                    <a:pt x="11" y="281"/>
                    <a:pt x="10" y="281"/>
                  </a:cubicBezTo>
                  <a:cubicBezTo>
                    <a:pt x="10" y="281"/>
                    <a:pt x="9" y="282"/>
                    <a:pt x="9" y="283"/>
                  </a:cubicBezTo>
                  <a:cubicBezTo>
                    <a:pt x="9" y="283"/>
                    <a:pt x="10" y="284"/>
                    <a:pt x="11" y="284"/>
                  </a:cubicBezTo>
                  <a:cubicBezTo>
                    <a:pt x="12" y="284"/>
                    <a:pt x="32" y="282"/>
                    <a:pt x="52" y="270"/>
                  </a:cubicBezTo>
                  <a:cubicBezTo>
                    <a:pt x="64" y="263"/>
                    <a:pt x="67" y="254"/>
                    <a:pt x="69" y="247"/>
                  </a:cubicBezTo>
                  <a:cubicBezTo>
                    <a:pt x="71" y="243"/>
                    <a:pt x="72" y="239"/>
                    <a:pt x="76" y="238"/>
                  </a:cubicBezTo>
                  <a:cubicBezTo>
                    <a:pt x="78" y="237"/>
                    <a:pt x="82" y="239"/>
                    <a:pt x="86" y="242"/>
                  </a:cubicBezTo>
                  <a:cubicBezTo>
                    <a:pt x="95" y="249"/>
                    <a:pt x="109" y="259"/>
                    <a:pt x="134" y="244"/>
                  </a:cubicBezTo>
                  <a:cubicBezTo>
                    <a:pt x="154" y="232"/>
                    <a:pt x="171" y="227"/>
                    <a:pt x="185" y="223"/>
                  </a:cubicBezTo>
                  <a:cubicBezTo>
                    <a:pt x="195" y="220"/>
                    <a:pt x="205" y="217"/>
                    <a:pt x="212" y="212"/>
                  </a:cubicBezTo>
                  <a:cubicBezTo>
                    <a:pt x="228" y="200"/>
                    <a:pt x="233" y="178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1" y="133"/>
                    <a:pt x="218" y="124"/>
                    <a:pt x="198" y="125"/>
                  </a:cubicBezTo>
                  <a:cubicBezTo>
                    <a:pt x="206" y="117"/>
                    <a:pt x="209" y="103"/>
                    <a:pt x="209" y="89"/>
                  </a:cubicBezTo>
                  <a:cubicBezTo>
                    <a:pt x="209" y="76"/>
                    <a:pt x="207" y="63"/>
                    <a:pt x="205" y="54"/>
                  </a:cubicBezTo>
                  <a:cubicBezTo>
                    <a:pt x="202" y="37"/>
                    <a:pt x="202" y="37"/>
                    <a:pt x="202" y="37"/>
                  </a:cubicBezTo>
                  <a:cubicBezTo>
                    <a:pt x="200" y="26"/>
                    <a:pt x="198" y="17"/>
                    <a:pt x="192" y="12"/>
                  </a:cubicBezTo>
                  <a:cubicBezTo>
                    <a:pt x="199" y="12"/>
                    <a:pt x="206" y="11"/>
                    <a:pt x="212" y="8"/>
                  </a:cubicBezTo>
                  <a:cubicBezTo>
                    <a:pt x="210" y="11"/>
                    <a:pt x="209" y="15"/>
                    <a:pt x="209" y="18"/>
                  </a:cubicBezTo>
                  <a:cubicBezTo>
                    <a:pt x="209" y="26"/>
                    <a:pt x="213" y="35"/>
                    <a:pt x="216" y="43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23" y="63"/>
                    <a:pt x="224" y="71"/>
                    <a:pt x="225" y="78"/>
                  </a:cubicBezTo>
                  <a:cubicBezTo>
                    <a:pt x="227" y="93"/>
                    <a:pt x="229" y="105"/>
                    <a:pt x="243" y="122"/>
                  </a:cubicBezTo>
                  <a:cubicBezTo>
                    <a:pt x="236" y="127"/>
                    <a:pt x="234" y="133"/>
                    <a:pt x="234" y="137"/>
                  </a:cubicBezTo>
                  <a:cubicBezTo>
                    <a:pt x="234" y="143"/>
                    <a:pt x="236" y="148"/>
                    <a:pt x="239" y="153"/>
                  </a:cubicBezTo>
                  <a:cubicBezTo>
                    <a:pt x="241" y="156"/>
                    <a:pt x="243" y="160"/>
                    <a:pt x="244" y="165"/>
                  </a:cubicBezTo>
                  <a:cubicBezTo>
                    <a:pt x="245" y="169"/>
                    <a:pt x="245" y="173"/>
                    <a:pt x="245" y="176"/>
                  </a:cubicBezTo>
                  <a:cubicBezTo>
                    <a:pt x="245" y="179"/>
                    <a:pt x="245" y="181"/>
                    <a:pt x="245" y="183"/>
                  </a:cubicBezTo>
                  <a:cubicBezTo>
                    <a:pt x="245" y="185"/>
                    <a:pt x="245" y="187"/>
                    <a:pt x="245" y="189"/>
                  </a:cubicBezTo>
                  <a:cubicBezTo>
                    <a:pt x="245" y="199"/>
                    <a:pt x="247" y="207"/>
                    <a:pt x="261" y="213"/>
                  </a:cubicBezTo>
                  <a:cubicBezTo>
                    <a:pt x="272" y="218"/>
                    <a:pt x="287" y="219"/>
                    <a:pt x="301" y="220"/>
                  </a:cubicBezTo>
                  <a:cubicBezTo>
                    <a:pt x="311" y="221"/>
                    <a:pt x="322" y="222"/>
                    <a:pt x="331" y="224"/>
                  </a:cubicBezTo>
                  <a:cubicBezTo>
                    <a:pt x="352" y="228"/>
                    <a:pt x="352" y="228"/>
                    <a:pt x="352" y="228"/>
                  </a:cubicBezTo>
                  <a:cubicBezTo>
                    <a:pt x="363" y="231"/>
                    <a:pt x="375" y="233"/>
                    <a:pt x="384" y="237"/>
                  </a:cubicBezTo>
                  <a:cubicBezTo>
                    <a:pt x="385" y="238"/>
                    <a:pt x="387" y="242"/>
                    <a:pt x="387" y="242"/>
                  </a:cubicBezTo>
                  <a:cubicBezTo>
                    <a:pt x="388" y="244"/>
                    <a:pt x="389" y="245"/>
                    <a:pt x="390" y="247"/>
                  </a:cubicBezTo>
                  <a:cubicBezTo>
                    <a:pt x="381" y="238"/>
                    <a:pt x="370" y="238"/>
                    <a:pt x="359" y="239"/>
                  </a:cubicBezTo>
                  <a:cubicBezTo>
                    <a:pt x="347" y="239"/>
                    <a:pt x="347" y="239"/>
                    <a:pt x="347" y="239"/>
                  </a:cubicBezTo>
                  <a:cubicBezTo>
                    <a:pt x="336" y="239"/>
                    <a:pt x="328" y="236"/>
                    <a:pt x="318" y="234"/>
                  </a:cubicBezTo>
                  <a:cubicBezTo>
                    <a:pt x="309" y="231"/>
                    <a:pt x="309" y="231"/>
                    <a:pt x="309" y="231"/>
                  </a:cubicBezTo>
                  <a:cubicBezTo>
                    <a:pt x="283" y="225"/>
                    <a:pt x="261" y="230"/>
                    <a:pt x="238" y="236"/>
                  </a:cubicBezTo>
                  <a:cubicBezTo>
                    <a:pt x="215" y="241"/>
                    <a:pt x="215" y="241"/>
                    <a:pt x="215" y="241"/>
                  </a:cubicBezTo>
                  <a:cubicBezTo>
                    <a:pt x="205" y="243"/>
                    <a:pt x="196" y="244"/>
                    <a:pt x="188" y="245"/>
                  </a:cubicBezTo>
                  <a:cubicBezTo>
                    <a:pt x="167" y="247"/>
                    <a:pt x="147" y="249"/>
                    <a:pt x="125" y="262"/>
                  </a:cubicBezTo>
                  <a:cubicBezTo>
                    <a:pt x="120" y="264"/>
                    <a:pt x="120" y="264"/>
                    <a:pt x="120" y="264"/>
                  </a:cubicBezTo>
                  <a:cubicBezTo>
                    <a:pt x="102" y="275"/>
                    <a:pt x="81" y="287"/>
                    <a:pt x="62" y="291"/>
                  </a:cubicBezTo>
                  <a:cubicBezTo>
                    <a:pt x="53" y="294"/>
                    <a:pt x="43" y="293"/>
                    <a:pt x="33" y="291"/>
                  </a:cubicBezTo>
                  <a:cubicBezTo>
                    <a:pt x="21" y="290"/>
                    <a:pt x="10" y="289"/>
                    <a:pt x="1" y="293"/>
                  </a:cubicBezTo>
                  <a:cubicBezTo>
                    <a:pt x="0" y="293"/>
                    <a:pt x="0" y="294"/>
                    <a:pt x="0" y="295"/>
                  </a:cubicBezTo>
                  <a:cubicBezTo>
                    <a:pt x="0" y="296"/>
                    <a:pt x="1" y="296"/>
                    <a:pt x="2" y="296"/>
                  </a:cubicBezTo>
                  <a:cubicBezTo>
                    <a:pt x="11" y="292"/>
                    <a:pt x="21" y="293"/>
                    <a:pt x="33" y="294"/>
                  </a:cubicBezTo>
                  <a:cubicBezTo>
                    <a:pt x="43" y="296"/>
                    <a:pt x="53" y="297"/>
                    <a:pt x="62" y="294"/>
                  </a:cubicBezTo>
                  <a:cubicBezTo>
                    <a:pt x="82" y="290"/>
                    <a:pt x="103" y="278"/>
                    <a:pt x="121" y="267"/>
                  </a:cubicBezTo>
                  <a:cubicBezTo>
                    <a:pt x="126" y="264"/>
                    <a:pt x="126" y="264"/>
                    <a:pt x="126" y="264"/>
                  </a:cubicBezTo>
                  <a:cubicBezTo>
                    <a:pt x="148" y="252"/>
                    <a:pt x="167" y="250"/>
                    <a:pt x="188" y="248"/>
                  </a:cubicBezTo>
                  <a:cubicBezTo>
                    <a:pt x="197" y="247"/>
                    <a:pt x="206" y="246"/>
                    <a:pt x="215" y="244"/>
                  </a:cubicBezTo>
                  <a:cubicBezTo>
                    <a:pt x="239" y="239"/>
                    <a:pt x="239" y="239"/>
                    <a:pt x="239" y="239"/>
                  </a:cubicBezTo>
                  <a:cubicBezTo>
                    <a:pt x="262" y="233"/>
                    <a:pt x="283" y="228"/>
                    <a:pt x="308" y="234"/>
                  </a:cubicBezTo>
                  <a:cubicBezTo>
                    <a:pt x="318" y="237"/>
                    <a:pt x="318" y="237"/>
                    <a:pt x="318" y="237"/>
                  </a:cubicBezTo>
                  <a:cubicBezTo>
                    <a:pt x="327" y="239"/>
                    <a:pt x="335" y="242"/>
                    <a:pt x="347" y="242"/>
                  </a:cubicBezTo>
                  <a:cubicBezTo>
                    <a:pt x="359" y="242"/>
                    <a:pt x="359" y="242"/>
                    <a:pt x="359" y="242"/>
                  </a:cubicBezTo>
                  <a:cubicBezTo>
                    <a:pt x="372" y="241"/>
                    <a:pt x="383" y="241"/>
                    <a:pt x="391" y="253"/>
                  </a:cubicBezTo>
                  <a:cubicBezTo>
                    <a:pt x="391" y="254"/>
                    <a:pt x="392" y="254"/>
                    <a:pt x="393" y="254"/>
                  </a:cubicBezTo>
                  <a:cubicBezTo>
                    <a:pt x="393" y="254"/>
                    <a:pt x="394" y="253"/>
                    <a:pt x="394" y="252"/>
                  </a:cubicBezTo>
                  <a:cubicBezTo>
                    <a:pt x="394" y="247"/>
                    <a:pt x="392" y="244"/>
                    <a:pt x="390" y="240"/>
                  </a:cubicBezTo>
                  <a:cubicBezTo>
                    <a:pt x="387" y="235"/>
                    <a:pt x="387" y="235"/>
                    <a:pt x="387" y="235"/>
                  </a:cubicBezTo>
                  <a:cubicBezTo>
                    <a:pt x="387" y="234"/>
                    <a:pt x="386" y="234"/>
                    <a:pt x="386" y="234"/>
                  </a:cubicBezTo>
                  <a:cubicBezTo>
                    <a:pt x="376" y="230"/>
                    <a:pt x="364" y="228"/>
                    <a:pt x="352" y="225"/>
                  </a:cubicBezTo>
                  <a:cubicBezTo>
                    <a:pt x="332" y="221"/>
                    <a:pt x="332" y="221"/>
                    <a:pt x="332" y="221"/>
                  </a:cubicBezTo>
                  <a:cubicBezTo>
                    <a:pt x="323" y="219"/>
                    <a:pt x="312" y="218"/>
                    <a:pt x="301" y="217"/>
                  </a:cubicBezTo>
                  <a:cubicBezTo>
                    <a:pt x="287" y="216"/>
                    <a:pt x="273" y="215"/>
                    <a:pt x="262" y="211"/>
                  </a:cubicBezTo>
                  <a:cubicBezTo>
                    <a:pt x="247" y="204"/>
                    <a:pt x="247" y="195"/>
                    <a:pt x="248" y="183"/>
                  </a:cubicBezTo>
                  <a:cubicBezTo>
                    <a:pt x="248" y="177"/>
                    <a:pt x="249" y="171"/>
                    <a:pt x="247" y="164"/>
                  </a:cubicBezTo>
                  <a:cubicBezTo>
                    <a:pt x="246" y="159"/>
                    <a:pt x="244" y="155"/>
                    <a:pt x="242" y="151"/>
                  </a:cubicBezTo>
                  <a:cubicBezTo>
                    <a:pt x="237" y="141"/>
                    <a:pt x="233" y="134"/>
                    <a:pt x="246" y="123"/>
                  </a:cubicBezTo>
                  <a:cubicBezTo>
                    <a:pt x="246" y="123"/>
                    <a:pt x="247" y="123"/>
                    <a:pt x="247" y="122"/>
                  </a:cubicBezTo>
                  <a:cubicBezTo>
                    <a:pt x="247" y="122"/>
                    <a:pt x="246" y="121"/>
                    <a:pt x="246" y="121"/>
                  </a:cubicBezTo>
                  <a:cubicBezTo>
                    <a:pt x="232" y="105"/>
                    <a:pt x="230" y="93"/>
                    <a:pt x="228" y="78"/>
                  </a:cubicBezTo>
                  <a:cubicBezTo>
                    <a:pt x="227" y="70"/>
                    <a:pt x="226" y="62"/>
                    <a:pt x="223" y="52"/>
                  </a:cubicBezTo>
                  <a:cubicBezTo>
                    <a:pt x="219" y="42"/>
                    <a:pt x="219" y="42"/>
                    <a:pt x="219" y="42"/>
                  </a:cubicBezTo>
                  <a:cubicBezTo>
                    <a:pt x="213" y="28"/>
                    <a:pt x="207" y="13"/>
                    <a:pt x="220" y="3"/>
                  </a:cubicBezTo>
                  <a:cubicBezTo>
                    <a:pt x="220" y="3"/>
                    <a:pt x="220" y="2"/>
                    <a:pt x="220" y="1"/>
                  </a:cubicBezTo>
                  <a:cubicBezTo>
                    <a:pt x="219" y="1"/>
                    <a:pt x="218" y="0"/>
                    <a:pt x="2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2" name="Freeform 541">
              <a:extLst>
                <a:ext uri="{FF2B5EF4-FFF2-40B4-BE49-F238E27FC236}">
                  <a16:creationId xmlns:a16="http://schemas.microsoft.com/office/drawing/2014/main" id="{26C5340F-835F-4DC0-9651-90A468C98F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7" y="957"/>
              <a:ext cx="1378" cy="916"/>
            </a:xfrm>
            <a:custGeom>
              <a:avLst/>
              <a:gdLst>
                <a:gd name="T0" fmla="*/ 2828 w 457"/>
                <a:gd name="T1" fmla="*/ 929 h 285"/>
                <a:gd name="T2" fmla="*/ 27 w 457"/>
                <a:gd name="T3" fmla="*/ 2057 h 285"/>
                <a:gd name="T4" fmla="*/ 573 w 457"/>
                <a:gd name="T5" fmla="*/ 1993 h 285"/>
                <a:gd name="T6" fmla="*/ 3127 w 457"/>
                <a:gd name="T7" fmla="*/ 2623 h 285"/>
                <a:gd name="T8" fmla="*/ 3208 w 457"/>
                <a:gd name="T9" fmla="*/ 1890 h 285"/>
                <a:gd name="T10" fmla="*/ 5455 w 457"/>
                <a:gd name="T11" fmla="*/ 495 h 285"/>
                <a:gd name="T12" fmla="*/ 6800 w 457"/>
                <a:gd name="T13" fmla="*/ 1662 h 285"/>
                <a:gd name="T14" fmla="*/ 7264 w 457"/>
                <a:gd name="T15" fmla="*/ 2128 h 285"/>
                <a:gd name="T16" fmla="*/ 7430 w 457"/>
                <a:gd name="T17" fmla="*/ 4082 h 285"/>
                <a:gd name="T18" fmla="*/ 6447 w 457"/>
                <a:gd name="T19" fmla="*/ 6569 h 285"/>
                <a:gd name="T20" fmla="*/ 5156 w 457"/>
                <a:gd name="T21" fmla="*/ 6643 h 285"/>
                <a:gd name="T22" fmla="*/ 6745 w 457"/>
                <a:gd name="T23" fmla="*/ 6910 h 285"/>
                <a:gd name="T24" fmla="*/ 6938 w 457"/>
                <a:gd name="T25" fmla="*/ 8771 h 285"/>
                <a:gd name="T26" fmla="*/ 5783 w 457"/>
                <a:gd name="T27" fmla="*/ 8729 h 285"/>
                <a:gd name="T28" fmla="*/ 9100 w 457"/>
                <a:gd name="T29" fmla="*/ 9192 h 285"/>
                <a:gd name="T30" fmla="*/ 8666 w 457"/>
                <a:gd name="T31" fmla="*/ 8864 h 285"/>
                <a:gd name="T32" fmla="*/ 7837 w 457"/>
                <a:gd name="T33" fmla="*/ 8337 h 285"/>
                <a:gd name="T34" fmla="*/ 8256 w 457"/>
                <a:gd name="T35" fmla="*/ 6508 h 285"/>
                <a:gd name="T36" fmla="*/ 8202 w 457"/>
                <a:gd name="T37" fmla="*/ 6103 h 285"/>
                <a:gd name="T38" fmla="*/ 7565 w 457"/>
                <a:gd name="T39" fmla="*/ 5384 h 285"/>
                <a:gd name="T40" fmla="*/ 7728 w 457"/>
                <a:gd name="T41" fmla="*/ 2385 h 285"/>
                <a:gd name="T42" fmla="*/ 8693 w 457"/>
                <a:gd name="T43" fmla="*/ 527 h 285"/>
                <a:gd name="T44" fmla="*/ 12474 w 457"/>
                <a:gd name="T45" fmla="*/ 1694 h 285"/>
                <a:gd name="T46" fmla="*/ 12529 w 457"/>
                <a:gd name="T47" fmla="*/ 1623 h 285"/>
                <a:gd name="T48" fmla="*/ 8419 w 457"/>
                <a:gd name="T49" fmla="*/ 196 h 285"/>
                <a:gd name="T50" fmla="*/ 4909 w 457"/>
                <a:gd name="T51" fmla="*/ 196 h 285"/>
                <a:gd name="T52" fmla="*/ 4936 w 457"/>
                <a:gd name="T53" fmla="*/ 299 h 285"/>
                <a:gd name="T54" fmla="*/ 7511 w 457"/>
                <a:gd name="T55" fmla="*/ 1096 h 285"/>
                <a:gd name="T56" fmla="*/ 8500 w 457"/>
                <a:gd name="T57" fmla="*/ 299 h 285"/>
                <a:gd name="T58" fmla="*/ 11594 w 457"/>
                <a:gd name="T59" fmla="*/ 868 h 285"/>
                <a:gd name="T60" fmla="*/ 7728 w 457"/>
                <a:gd name="T61" fmla="*/ 2025 h 285"/>
                <a:gd name="T62" fmla="*/ 7538 w 457"/>
                <a:gd name="T63" fmla="*/ 4246 h 285"/>
                <a:gd name="T64" fmla="*/ 7647 w 457"/>
                <a:gd name="T65" fmla="*/ 6042 h 285"/>
                <a:gd name="T66" fmla="*/ 8693 w 457"/>
                <a:gd name="T67" fmla="*/ 6341 h 285"/>
                <a:gd name="T68" fmla="*/ 7701 w 457"/>
                <a:gd name="T69" fmla="*/ 7932 h 285"/>
                <a:gd name="T70" fmla="*/ 8283 w 457"/>
                <a:gd name="T71" fmla="*/ 8832 h 285"/>
                <a:gd name="T72" fmla="*/ 9155 w 457"/>
                <a:gd name="T73" fmla="*/ 9028 h 285"/>
                <a:gd name="T74" fmla="*/ 5838 w 457"/>
                <a:gd name="T75" fmla="*/ 8832 h 285"/>
                <a:gd name="T76" fmla="*/ 6664 w 457"/>
                <a:gd name="T77" fmla="*/ 8864 h 285"/>
                <a:gd name="T78" fmla="*/ 7291 w 457"/>
                <a:gd name="T79" fmla="*/ 6868 h 285"/>
                <a:gd name="T80" fmla="*/ 5346 w 457"/>
                <a:gd name="T81" fmla="*/ 6839 h 285"/>
                <a:gd name="T82" fmla="*/ 6190 w 457"/>
                <a:gd name="T83" fmla="*/ 6737 h 285"/>
                <a:gd name="T84" fmla="*/ 7101 w 457"/>
                <a:gd name="T85" fmla="*/ 6103 h 285"/>
                <a:gd name="T86" fmla="*/ 7400 w 457"/>
                <a:gd name="T87" fmla="*/ 2356 h 285"/>
                <a:gd name="T88" fmla="*/ 6884 w 457"/>
                <a:gd name="T89" fmla="*/ 1559 h 285"/>
                <a:gd name="T90" fmla="*/ 5455 w 457"/>
                <a:gd name="T91" fmla="*/ 402 h 285"/>
                <a:gd name="T92" fmla="*/ 3127 w 457"/>
                <a:gd name="T93" fmla="*/ 1662 h 285"/>
                <a:gd name="T94" fmla="*/ 3127 w 457"/>
                <a:gd name="T95" fmla="*/ 2427 h 285"/>
                <a:gd name="T96" fmla="*/ 911 w 457"/>
                <a:gd name="T97" fmla="*/ 1797 h 285"/>
                <a:gd name="T98" fmla="*/ 1426 w 457"/>
                <a:gd name="T99" fmla="*/ 1456 h 285"/>
                <a:gd name="T100" fmla="*/ 2883 w 457"/>
                <a:gd name="T101" fmla="*/ 993 h 285"/>
                <a:gd name="T102" fmla="*/ 911 w 457"/>
                <a:gd name="T103" fmla="*/ 1797 h 285"/>
                <a:gd name="T104" fmla="*/ 938 w 457"/>
                <a:gd name="T105" fmla="*/ 1890 h 28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57" h="285">
                  <a:moveTo>
                    <a:pt x="179" y="6"/>
                  </a:moveTo>
                  <a:cubicBezTo>
                    <a:pt x="172" y="8"/>
                    <a:pt x="163" y="9"/>
                    <a:pt x="154" y="10"/>
                  </a:cubicBezTo>
                  <a:cubicBezTo>
                    <a:pt x="132" y="13"/>
                    <a:pt x="110" y="15"/>
                    <a:pt x="103" y="28"/>
                  </a:cubicBezTo>
                  <a:cubicBezTo>
                    <a:pt x="100" y="27"/>
                    <a:pt x="89" y="25"/>
                    <a:pt x="73" y="32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35" y="47"/>
                    <a:pt x="15" y="55"/>
                    <a:pt x="1" y="62"/>
                  </a:cubicBezTo>
                  <a:cubicBezTo>
                    <a:pt x="1" y="62"/>
                    <a:pt x="0" y="63"/>
                    <a:pt x="1" y="64"/>
                  </a:cubicBezTo>
                  <a:cubicBezTo>
                    <a:pt x="1" y="64"/>
                    <a:pt x="2" y="65"/>
                    <a:pt x="3" y="64"/>
                  </a:cubicBezTo>
                  <a:cubicBezTo>
                    <a:pt x="8" y="62"/>
                    <a:pt x="15" y="61"/>
                    <a:pt x="21" y="6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76" y="43"/>
                    <a:pt x="91" y="38"/>
                    <a:pt x="114" y="79"/>
                  </a:cubicBezTo>
                  <a:cubicBezTo>
                    <a:pt x="114" y="79"/>
                    <a:pt x="115" y="80"/>
                    <a:pt x="115" y="79"/>
                  </a:cubicBezTo>
                  <a:cubicBezTo>
                    <a:pt x="116" y="79"/>
                    <a:pt x="116" y="79"/>
                    <a:pt x="116" y="78"/>
                  </a:cubicBezTo>
                  <a:cubicBezTo>
                    <a:pt x="117" y="70"/>
                    <a:pt x="117" y="64"/>
                    <a:pt x="117" y="57"/>
                  </a:cubicBezTo>
                  <a:cubicBezTo>
                    <a:pt x="116" y="43"/>
                    <a:pt x="116" y="34"/>
                    <a:pt x="135" y="26"/>
                  </a:cubicBezTo>
                  <a:cubicBezTo>
                    <a:pt x="147" y="22"/>
                    <a:pt x="159" y="20"/>
                    <a:pt x="172" y="19"/>
                  </a:cubicBezTo>
                  <a:cubicBezTo>
                    <a:pt x="181" y="18"/>
                    <a:pt x="190" y="17"/>
                    <a:pt x="199" y="15"/>
                  </a:cubicBezTo>
                  <a:cubicBezTo>
                    <a:pt x="224" y="9"/>
                    <a:pt x="240" y="18"/>
                    <a:pt x="247" y="28"/>
                  </a:cubicBezTo>
                  <a:cubicBezTo>
                    <a:pt x="251" y="35"/>
                    <a:pt x="252" y="42"/>
                    <a:pt x="247" y="49"/>
                  </a:cubicBezTo>
                  <a:cubicBezTo>
                    <a:pt x="247" y="49"/>
                    <a:pt x="247" y="50"/>
                    <a:pt x="248" y="50"/>
                  </a:cubicBezTo>
                  <a:cubicBezTo>
                    <a:pt x="248" y="51"/>
                    <a:pt x="249" y="51"/>
                    <a:pt x="249" y="51"/>
                  </a:cubicBezTo>
                  <a:cubicBezTo>
                    <a:pt x="253" y="49"/>
                    <a:pt x="255" y="49"/>
                    <a:pt x="257" y="50"/>
                  </a:cubicBezTo>
                  <a:cubicBezTo>
                    <a:pt x="261" y="52"/>
                    <a:pt x="263" y="58"/>
                    <a:pt x="265" y="64"/>
                  </a:cubicBezTo>
                  <a:cubicBezTo>
                    <a:pt x="266" y="67"/>
                    <a:pt x="266" y="70"/>
                    <a:pt x="268" y="72"/>
                  </a:cubicBezTo>
                  <a:cubicBezTo>
                    <a:pt x="272" y="87"/>
                    <a:pt x="271" y="94"/>
                    <a:pt x="271" y="107"/>
                  </a:cubicBezTo>
                  <a:cubicBezTo>
                    <a:pt x="271" y="123"/>
                    <a:pt x="271" y="123"/>
                    <a:pt x="271" y="123"/>
                  </a:cubicBezTo>
                  <a:cubicBezTo>
                    <a:pt x="271" y="148"/>
                    <a:pt x="265" y="179"/>
                    <a:pt x="258" y="182"/>
                  </a:cubicBezTo>
                  <a:cubicBezTo>
                    <a:pt x="254" y="183"/>
                    <a:pt x="251" y="186"/>
                    <a:pt x="248" y="189"/>
                  </a:cubicBezTo>
                  <a:cubicBezTo>
                    <a:pt x="244" y="193"/>
                    <a:pt x="240" y="198"/>
                    <a:pt x="235" y="198"/>
                  </a:cubicBezTo>
                  <a:cubicBezTo>
                    <a:pt x="233" y="198"/>
                    <a:pt x="229" y="199"/>
                    <a:pt x="225" y="200"/>
                  </a:cubicBezTo>
                  <a:cubicBezTo>
                    <a:pt x="217" y="203"/>
                    <a:pt x="206" y="206"/>
                    <a:pt x="199" y="201"/>
                  </a:cubicBezTo>
                  <a:cubicBezTo>
                    <a:pt x="195" y="199"/>
                    <a:pt x="190" y="197"/>
                    <a:pt x="188" y="200"/>
                  </a:cubicBezTo>
                  <a:cubicBezTo>
                    <a:pt x="186" y="202"/>
                    <a:pt x="188" y="205"/>
                    <a:pt x="193" y="209"/>
                  </a:cubicBezTo>
                  <a:cubicBezTo>
                    <a:pt x="199" y="214"/>
                    <a:pt x="232" y="211"/>
                    <a:pt x="245" y="208"/>
                  </a:cubicBezTo>
                  <a:cubicBezTo>
                    <a:pt x="245" y="208"/>
                    <a:pt x="246" y="208"/>
                    <a:pt x="246" y="208"/>
                  </a:cubicBezTo>
                  <a:cubicBezTo>
                    <a:pt x="256" y="206"/>
                    <a:pt x="260" y="205"/>
                    <a:pt x="263" y="208"/>
                  </a:cubicBezTo>
                  <a:cubicBezTo>
                    <a:pt x="270" y="218"/>
                    <a:pt x="277" y="250"/>
                    <a:pt x="269" y="258"/>
                  </a:cubicBezTo>
                  <a:cubicBezTo>
                    <a:pt x="263" y="263"/>
                    <a:pt x="259" y="263"/>
                    <a:pt x="253" y="264"/>
                  </a:cubicBezTo>
                  <a:cubicBezTo>
                    <a:pt x="243" y="264"/>
                    <a:pt x="243" y="264"/>
                    <a:pt x="243" y="264"/>
                  </a:cubicBezTo>
                  <a:cubicBezTo>
                    <a:pt x="243" y="264"/>
                    <a:pt x="237" y="264"/>
                    <a:pt x="237" y="264"/>
                  </a:cubicBezTo>
                  <a:cubicBezTo>
                    <a:pt x="222" y="261"/>
                    <a:pt x="215" y="260"/>
                    <a:pt x="211" y="263"/>
                  </a:cubicBezTo>
                  <a:cubicBezTo>
                    <a:pt x="210" y="266"/>
                    <a:pt x="210" y="266"/>
                    <a:pt x="210" y="266"/>
                  </a:cubicBezTo>
                  <a:cubicBezTo>
                    <a:pt x="210" y="274"/>
                    <a:pt x="230" y="285"/>
                    <a:pt x="273" y="285"/>
                  </a:cubicBezTo>
                  <a:cubicBezTo>
                    <a:pt x="286" y="285"/>
                    <a:pt x="316" y="285"/>
                    <a:pt x="332" y="277"/>
                  </a:cubicBezTo>
                  <a:cubicBezTo>
                    <a:pt x="337" y="275"/>
                    <a:pt x="338" y="272"/>
                    <a:pt x="337" y="271"/>
                  </a:cubicBezTo>
                  <a:cubicBezTo>
                    <a:pt x="336" y="269"/>
                    <a:pt x="333" y="267"/>
                    <a:pt x="329" y="269"/>
                  </a:cubicBezTo>
                  <a:cubicBezTo>
                    <a:pt x="326" y="270"/>
                    <a:pt x="322" y="268"/>
                    <a:pt x="316" y="267"/>
                  </a:cubicBezTo>
                  <a:cubicBezTo>
                    <a:pt x="312" y="266"/>
                    <a:pt x="308" y="264"/>
                    <a:pt x="303" y="263"/>
                  </a:cubicBezTo>
                  <a:cubicBezTo>
                    <a:pt x="303" y="263"/>
                    <a:pt x="296" y="262"/>
                    <a:pt x="296" y="262"/>
                  </a:cubicBezTo>
                  <a:cubicBezTo>
                    <a:pt x="289" y="260"/>
                    <a:pt x="287" y="260"/>
                    <a:pt x="286" y="251"/>
                  </a:cubicBezTo>
                  <a:cubicBezTo>
                    <a:pt x="286" y="248"/>
                    <a:pt x="285" y="243"/>
                    <a:pt x="284" y="239"/>
                  </a:cubicBezTo>
                  <a:cubicBezTo>
                    <a:pt x="282" y="229"/>
                    <a:pt x="280" y="217"/>
                    <a:pt x="283" y="207"/>
                  </a:cubicBezTo>
                  <a:cubicBezTo>
                    <a:pt x="286" y="197"/>
                    <a:pt x="297" y="195"/>
                    <a:pt x="301" y="196"/>
                  </a:cubicBezTo>
                  <a:cubicBezTo>
                    <a:pt x="304" y="196"/>
                    <a:pt x="318" y="197"/>
                    <a:pt x="320" y="192"/>
                  </a:cubicBezTo>
                  <a:cubicBezTo>
                    <a:pt x="321" y="190"/>
                    <a:pt x="320" y="188"/>
                    <a:pt x="317" y="187"/>
                  </a:cubicBezTo>
                  <a:cubicBezTo>
                    <a:pt x="314" y="184"/>
                    <a:pt x="306" y="184"/>
                    <a:pt x="299" y="184"/>
                  </a:cubicBezTo>
                  <a:cubicBezTo>
                    <a:pt x="292" y="184"/>
                    <a:pt x="283" y="184"/>
                    <a:pt x="282" y="181"/>
                  </a:cubicBezTo>
                  <a:cubicBezTo>
                    <a:pt x="279" y="174"/>
                    <a:pt x="279" y="174"/>
                    <a:pt x="279" y="174"/>
                  </a:cubicBezTo>
                  <a:cubicBezTo>
                    <a:pt x="277" y="170"/>
                    <a:pt x="275" y="167"/>
                    <a:pt x="276" y="162"/>
                  </a:cubicBezTo>
                  <a:cubicBezTo>
                    <a:pt x="278" y="153"/>
                    <a:pt x="278" y="144"/>
                    <a:pt x="278" y="128"/>
                  </a:cubicBezTo>
                  <a:cubicBezTo>
                    <a:pt x="278" y="128"/>
                    <a:pt x="278" y="115"/>
                    <a:pt x="278" y="115"/>
                  </a:cubicBezTo>
                  <a:cubicBezTo>
                    <a:pt x="278" y="100"/>
                    <a:pt x="278" y="88"/>
                    <a:pt x="282" y="72"/>
                  </a:cubicBezTo>
                  <a:cubicBezTo>
                    <a:pt x="283" y="70"/>
                    <a:pt x="284" y="66"/>
                    <a:pt x="285" y="61"/>
                  </a:cubicBezTo>
                  <a:cubicBezTo>
                    <a:pt x="287" y="47"/>
                    <a:pt x="291" y="25"/>
                    <a:pt x="314" y="17"/>
                  </a:cubicBezTo>
                  <a:cubicBezTo>
                    <a:pt x="317" y="16"/>
                    <a:pt x="317" y="16"/>
                    <a:pt x="317" y="16"/>
                  </a:cubicBezTo>
                  <a:cubicBezTo>
                    <a:pt x="335" y="13"/>
                    <a:pt x="400" y="20"/>
                    <a:pt x="422" y="29"/>
                  </a:cubicBezTo>
                  <a:cubicBezTo>
                    <a:pt x="438" y="35"/>
                    <a:pt x="448" y="42"/>
                    <a:pt x="453" y="50"/>
                  </a:cubicBezTo>
                  <a:cubicBezTo>
                    <a:pt x="454" y="51"/>
                    <a:pt x="454" y="51"/>
                    <a:pt x="455" y="51"/>
                  </a:cubicBezTo>
                  <a:cubicBezTo>
                    <a:pt x="456" y="51"/>
                    <a:pt x="456" y="51"/>
                    <a:pt x="456" y="51"/>
                  </a:cubicBezTo>
                  <a:cubicBezTo>
                    <a:pt x="456" y="51"/>
                    <a:pt x="457" y="50"/>
                    <a:pt x="457" y="50"/>
                  </a:cubicBezTo>
                  <a:cubicBezTo>
                    <a:pt x="457" y="50"/>
                    <a:pt x="457" y="49"/>
                    <a:pt x="457" y="49"/>
                  </a:cubicBezTo>
                  <a:cubicBezTo>
                    <a:pt x="456" y="47"/>
                    <a:pt x="436" y="20"/>
                    <a:pt x="404" y="14"/>
                  </a:cubicBezTo>
                  <a:cubicBezTo>
                    <a:pt x="370" y="8"/>
                    <a:pt x="327" y="4"/>
                    <a:pt x="310" y="6"/>
                  </a:cubicBezTo>
                  <a:cubicBezTo>
                    <a:pt x="307" y="6"/>
                    <a:pt x="307" y="6"/>
                    <a:pt x="307" y="6"/>
                  </a:cubicBezTo>
                  <a:cubicBezTo>
                    <a:pt x="291" y="8"/>
                    <a:pt x="280" y="9"/>
                    <a:pt x="273" y="27"/>
                  </a:cubicBezTo>
                  <a:cubicBezTo>
                    <a:pt x="270" y="19"/>
                    <a:pt x="260" y="11"/>
                    <a:pt x="248" y="6"/>
                  </a:cubicBezTo>
                  <a:cubicBezTo>
                    <a:pt x="234" y="0"/>
                    <a:pt x="204" y="0"/>
                    <a:pt x="179" y="6"/>
                  </a:cubicBezTo>
                  <a:close/>
                  <a:moveTo>
                    <a:pt x="105" y="30"/>
                  </a:moveTo>
                  <a:cubicBezTo>
                    <a:pt x="110" y="18"/>
                    <a:pt x="134" y="15"/>
                    <a:pt x="154" y="13"/>
                  </a:cubicBezTo>
                  <a:cubicBezTo>
                    <a:pt x="164" y="12"/>
                    <a:pt x="173" y="11"/>
                    <a:pt x="180" y="9"/>
                  </a:cubicBezTo>
                  <a:cubicBezTo>
                    <a:pt x="204" y="3"/>
                    <a:pt x="233" y="3"/>
                    <a:pt x="247" y="9"/>
                  </a:cubicBezTo>
                  <a:cubicBezTo>
                    <a:pt x="260" y="14"/>
                    <a:pt x="270" y="24"/>
                    <a:pt x="272" y="32"/>
                  </a:cubicBezTo>
                  <a:cubicBezTo>
                    <a:pt x="272" y="32"/>
                    <a:pt x="273" y="33"/>
                    <a:pt x="274" y="33"/>
                  </a:cubicBezTo>
                  <a:cubicBezTo>
                    <a:pt x="274" y="33"/>
                    <a:pt x="275" y="32"/>
                    <a:pt x="275" y="32"/>
                  </a:cubicBezTo>
                  <a:cubicBezTo>
                    <a:pt x="281" y="12"/>
                    <a:pt x="290" y="11"/>
                    <a:pt x="307" y="9"/>
                  </a:cubicBezTo>
                  <a:cubicBezTo>
                    <a:pt x="310" y="9"/>
                    <a:pt x="310" y="9"/>
                    <a:pt x="310" y="9"/>
                  </a:cubicBezTo>
                  <a:cubicBezTo>
                    <a:pt x="327" y="7"/>
                    <a:pt x="370" y="11"/>
                    <a:pt x="403" y="17"/>
                  </a:cubicBezTo>
                  <a:cubicBezTo>
                    <a:pt x="416" y="19"/>
                    <a:pt x="426" y="25"/>
                    <a:pt x="435" y="31"/>
                  </a:cubicBezTo>
                  <a:cubicBezTo>
                    <a:pt x="431" y="29"/>
                    <a:pt x="427" y="28"/>
                    <a:pt x="423" y="26"/>
                  </a:cubicBezTo>
                  <a:cubicBezTo>
                    <a:pt x="400" y="17"/>
                    <a:pt x="335" y="10"/>
                    <a:pt x="316" y="13"/>
                  </a:cubicBezTo>
                  <a:cubicBezTo>
                    <a:pt x="313" y="14"/>
                    <a:pt x="313" y="14"/>
                    <a:pt x="313" y="14"/>
                  </a:cubicBezTo>
                  <a:cubicBezTo>
                    <a:pt x="288" y="22"/>
                    <a:pt x="284" y="46"/>
                    <a:pt x="282" y="61"/>
                  </a:cubicBezTo>
                  <a:cubicBezTo>
                    <a:pt x="281" y="65"/>
                    <a:pt x="280" y="69"/>
                    <a:pt x="280" y="71"/>
                  </a:cubicBezTo>
                  <a:cubicBezTo>
                    <a:pt x="275" y="88"/>
                    <a:pt x="275" y="99"/>
                    <a:pt x="275" y="115"/>
                  </a:cubicBezTo>
                  <a:cubicBezTo>
                    <a:pt x="275" y="128"/>
                    <a:pt x="275" y="128"/>
                    <a:pt x="275" y="128"/>
                  </a:cubicBezTo>
                  <a:cubicBezTo>
                    <a:pt x="275" y="143"/>
                    <a:pt x="275" y="152"/>
                    <a:pt x="273" y="161"/>
                  </a:cubicBezTo>
                  <a:cubicBezTo>
                    <a:pt x="272" y="168"/>
                    <a:pt x="274" y="171"/>
                    <a:pt x="276" y="175"/>
                  </a:cubicBezTo>
                  <a:cubicBezTo>
                    <a:pt x="279" y="182"/>
                    <a:pt x="279" y="182"/>
                    <a:pt x="279" y="182"/>
                  </a:cubicBezTo>
                  <a:cubicBezTo>
                    <a:pt x="281" y="187"/>
                    <a:pt x="290" y="187"/>
                    <a:pt x="299" y="187"/>
                  </a:cubicBezTo>
                  <a:cubicBezTo>
                    <a:pt x="306" y="187"/>
                    <a:pt x="313" y="187"/>
                    <a:pt x="316" y="189"/>
                  </a:cubicBezTo>
                  <a:cubicBezTo>
                    <a:pt x="317" y="190"/>
                    <a:pt x="317" y="191"/>
                    <a:pt x="317" y="191"/>
                  </a:cubicBezTo>
                  <a:cubicBezTo>
                    <a:pt x="317" y="192"/>
                    <a:pt x="312" y="193"/>
                    <a:pt x="301" y="193"/>
                  </a:cubicBezTo>
                  <a:cubicBezTo>
                    <a:pt x="294" y="192"/>
                    <a:pt x="284" y="195"/>
                    <a:pt x="280" y="206"/>
                  </a:cubicBezTo>
                  <a:cubicBezTo>
                    <a:pt x="277" y="217"/>
                    <a:pt x="279" y="229"/>
                    <a:pt x="281" y="239"/>
                  </a:cubicBezTo>
                  <a:cubicBezTo>
                    <a:pt x="282" y="244"/>
                    <a:pt x="283" y="248"/>
                    <a:pt x="283" y="252"/>
                  </a:cubicBezTo>
                  <a:cubicBezTo>
                    <a:pt x="284" y="262"/>
                    <a:pt x="287" y="263"/>
                    <a:pt x="295" y="265"/>
                  </a:cubicBezTo>
                  <a:cubicBezTo>
                    <a:pt x="302" y="266"/>
                    <a:pt x="302" y="266"/>
                    <a:pt x="302" y="266"/>
                  </a:cubicBezTo>
                  <a:cubicBezTo>
                    <a:pt x="307" y="267"/>
                    <a:pt x="312" y="268"/>
                    <a:pt x="315" y="270"/>
                  </a:cubicBezTo>
                  <a:cubicBezTo>
                    <a:pt x="321" y="271"/>
                    <a:pt x="326" y="273"/>
                    <a:pt x="330" y="271"/>
                  </a:cubicBezTo>
                  <a:cubicBezTo>
                    <a:pt x="333" y="271"/>
                    <a:pt x="334" y="271"/>
                    <a:pt x="334" y="272"/>
                  </a:cubicBezTo>
                  <a:cubicBezTo>
                    <a:pt x="334" y="272"/>
                    <a:pt x="334" y="273"/>
                    <a:pt x="331" y="274"/>
                  </a:cubicBezTo>
                  <a:cubicBezTo>
                    <a:pt x="315" y="282"/>
                    <a:pt x="286" y="282"/>
                    <a:pt x="273" y="282"/>
                  </a:cubicBezTo>
                  <a:cubicBezTo>
                    <a:pt x="228" y="282"/>
                    <a:pt x="213" y="270"/>
                    <a:pt x="213" y="266"/>
                  </a:cubicBezTo>
                  <a:cubicBezTo>
                    <a:pt x="213" y="265"/>
                    <a:pt x="213" y="265"/>
                    <a:pt x="213" y="265"/>
                  </a:cubicBezTo>
                  <a:cubicBezTo>
                    <a:pt x="216" y="264"/>
                    <a:pt x="226" y="265"/>
                    <a:pt x="236" y="266"/>
                  </a:cubicBezTo>
                  <a:cubicBezTo>
                    <a:pt x="243" y="267"/>
                    <a:pt x="243" y="267"/>
                    <a:pt x="243" y="267"/>
                  </a:cubicBezTo>
                  <a:cubicBezTo>
                    <a:pt x="243" y="267"/>
                    <a:pt x="253" y="267"/>
                    <a:pt x="253" y="267"/>
                  </a:cubicBezTo>
                  <a:cubicBezTo>
                    <a:pt x="259" y="266"/>
                    <a:pt x="264" y="266"/>
                    <a:pt x="271" y="260"/>
                  </a:cubicBezTo>
                  <a:cubicBezTo>
                    <a:pt x="281" y="251"/>
                    <a:pt x="273" y="217"/>
                    <a:pt x="266" y="207"/>
                  </a:cubicBezTo>
                  <a:cubicBezTo>
                    <a:pt x="261" y="201"/>
                    <a:pt x="255" y="203"/>
                    <a:pt x="246" y="205"/>
                  </a:cubicBezTo>
                  <a:cubicBezTo>
                    <a:pt x="244" y="205"/>
                    <a:pt x="244" y="205"/>
                    <a:pt x="244" y="205"/>
                  </a:cubicBezTo>
                  <a:cubicBezTo>
                    <a:pt x="229" y="208"/>
                    <a:pt x="200" y="210"/>
                    <a:pt x="195" y="206"/>
                  </a:cubicBezTo>
                  <a:cubicBezTo>
                    <a:pt x="190" y="203"/>
                    <a:pt x="190" y="201"/>
                    <a:pt x="190" y="201"/>
                  </a:cubicBezTo>
                  <a:cubicBezTo>
                    <a:pt x="191" y="201"/>
                    <a:pt x="193" y="201"/>
                    <a:pt x="197" y="204"/>
                  </a:cubicBezTo>
                  <a:cubicBezTo>
                    <a:pt x="206" y="209"/>
                    <a:pt x="217" y="206"/>
                    <a:pt x="226" y="203"/>
                  </a:cubicBezTo>
                  <a:cubicBezTo>
                    <a:pt x="230" y="202"/>
                    <a:pt x="233" y="201"/>
                    <a:pt x="235" y="201"/>
                  </a:cubicBezTo>
                  <a:cubicBezTo>
                    <a:pt x="241" y="201"/>
                    <a:pt x="246" y="196"/>
                    <a:pt x="250" y="192"/>
                  </a:cubicBezTo>
                  <a:cubicBezTo>
                    <a:pt x="253" y="188"/>
                    <a:pt x="256" y="185"/>
                    <a:pt x="259" y="184"/>
                  </a:cubicBezTo>
                  <a:cubicBezTo>
                    <a:pt x="269" y="181"/>
                    <a:pt x="274" y="146"/>
                    <a:pt x="274" y="123"/>
                  </a:cubicBezTo>
                  <a:cubicBezTo>
                    <a:pt x="274" y="107"/>
                    <a:pt x="274" y="107"/>
                    <a:pt x="274" y="107"/>
                  </a:cubicBezTo>
                  <a:cubicBezTo>
                    <a:pt x="274" y="94"/>
                    <a:pt x="275" y="86"/>
                    <a:pt x="270" y="71"/>
                  </a:cubicBezTo>
                  <a:cubicBezTo>
                    <a:pt x="269" y="69"/>
                    <a:pt x="268" y="66"/>
                    <a:pt x="268" y="63"/>
                  </a:cubicBezTo>
                  <a:cubicBezTo>
                    <a:pt x="266" y="57"/>
                    <a:pt x="264" y="50"/>
                    <a:pt x="259" y="47"/>
                  </a:cubicBezTo>
                  <a:cubicBezTo>
                    <a:pt x="257" y="46"/>
                    <a:pt x="254" y="47"/>
                    <a:pt x="251" y="47"/>
                  </a:cubicBezTo>
                  <a:cubicBezTo>
                    <a:pt x="253" y="45"/>
                    <a:pt x="253" y="42"/>
                    <a:pt x="253" y="39"/>
                  </a:cubicBezTo>
                  <a:cubicBezTo>
                    <a:pt x="253" y="35"/>
                    <a:pt x="252" y="30"/>
                    <a:pt x="249" y="26"/>
                  </a:cubicBezTo>
                  <a:cubicBezTo>
                    <a:pt x="242" y="16"/>
                    <a:pt x="224" y="6"/>
                    <a:pt x="199" y="12"/>
                  </a:cubicBezTo>
                  <a:cubicBezTo>
                    <a:pt x="190" y="14"/>
                    <a:pt x="181" y="15"/>
                    <a:pt x="172" y="16"/>
                  </a:cubicBezTo>
                  <a:cubicBezTo>
                    <a:pt x="159" y="17"/>
                    <a:pt x="146" y="19"/>
                    <a:pt x="133" y="23"/>
                  </a:cubicBezTo>
                  <a:cubicBezTo>
                    <a:pt x="116" y="30"/>
                    <a:pt x="114" y="39"/>
                    <a:pt x="114" y="50"/>
                  </a:cubicBezTo>
                  <a:cubicBezTo>
                    <a:pt x="114" y="53"/>
                    <a:pt x="114" y="55"/>
                    <a:pt x="114" y="58"/>
                  </a:cubicBezTo>
                  <a:cubicBezTo>
                    <a:pt x="114" y="61"/>
                    <a:pt x="114" y="64"/>
                    <a:pt x="114" y="67"/>
                  </a:cubicBezTo>
                  <a:cubicBezTo>
                    <a:pt x="114" y="69"/>
                    <a:pt x="114" y="71"/>
                    <a:pt x="114" y="73"/>
                  </a:cubicBezTo>
                  <a:cubicBezTo>
                    <a:pt x="91" y="35"/>
                    <a:pt x="74" y="40"/>
                    <a:pt x="35" y="53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19" y="57"/>
                    <a:pt x="19" y="57"/>
                    <a:pt x="18" y="57"/>
                  </a:cubicBezTo>
                  <a:cubicBezTo>
                    <a:pt x="29" y="53"/>
                    <a:pt x="41" y="48"/>
                    <a:pt x="52" y="44"/>
                  </a:cubicBezTo>
                  <a:cubicBezTo>
                    <a:pt x="74" y="35"/>
                    <a:pt x="74" y="35"/>
                    <a:pt x="74" y="35"/>
                  </a:cubicBezTo>
                  <a:cubicBezTo>
                    <a:pt x="91" y="27"/>
                    <a:pt x="103" y="31"/>
                    <a:pt x="103" y="31"/>
                  </a:cubicBezTo>
                  <a:cubicBezTo>
                    <a:pt x="104" y="31"/>
                    <a:pt x="105" y="31"/>
                    <a:pt x="105" y="30"/>
                  </a:cubicBezTo>
                  <a:close/>
                  <a:moveTo>
                    <a:pt x="33" y="54"/>
                  </a:moveTo>
                  <a:cubicBezTo>
                    <a:pt x="33" y="54"/>
                    <a:pt x="33" y="54"/>
                    <a:pt x="33" y="54"/>
                  </a:cubicBezTo>
                  <a:moveTo>
                    <a:pt x="33" y="54"/>
                  </a:moveTo>
                  <a:cubicBezTo>
                    <a:pt x="33" y="54"/>
                    <a:pt x="33" y="54"/>
                    <a:pt x="33" y="54"/>
                  </a:cubicBezTo>
                  <a:close/>
                  <a:moveTo>
                    <a:pt x="34" y="57"/>
                  </a:moveTo>
                  <a:cubicBezTo>
                    <a:pt x="34" y="57"/>
                    <a:pt x="34" y="57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3" name="Freeform 542">
              <a:extLst>
                <a:ext uri="{FF2B5EF4-FFF2-40B4-BE49-F238E27FC236}">
                  <a16:creationId xmlns:a16="http://schemas.microsoft.com/office/drawing/2014/main" id="{40E2FDF8-B90F-4981-8926-3E5C95DE20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10" y="976"/>
              <a:ext cx="2913" cy="2563"/>
            </a:xfrm>
            <a:custGeom>
              <a:avLst/>
              <a:gdLst>
                <a:gd name="T0" fmla="*/ 9185 w 966"/>
                <a:gd name="T1" fmla="*/ 2222 h 797"/>
                <a:gd name="T2" fmla="*/ 5567 w 966"/>
                <a:gd name="T3" fmla="*/ 3660 h 797"/>
                <a:gd name="T4" fmla="*/ 1155 w 966"/>
                <a:gd name="T5" fmla="*/ 8181 h 797"/>
                <a:gd name="T6" fmla="*/ 0 w 966"/>
                <a:gd name="T7" fmla="*/ 14436 h 797"/>
                <a:gd name="T8" fmla="*/ 1074 w 966"/>
                <a:gd name="T9" fmla="*/ 20652 h 797"/>
                <a:gd name="T10" fmla="*/ 3673 w 966"/>
                <a:gd name="T11" fmla="*/ 25170 h 797"/>
                <a:gd name="T12" fmla="*/ 10395 w 966"/>
                <a:gd name="T13" fmla="*/ 25048 h 797"/>
                <a:gd name="T14" fmla="*/ 11266 w 966"/>
                <a:gd name="T15" fmla="*/ 21282 h 797"/>
                <a:gd name="T16" fmla="*/ 13214 w 966"/>
                <a:gd name="T17" fmla="*/ 19989 h 797"/>
                <a:gd name="T18" fmla="*/ 15277 w 966"/>
                <a:gd name="T19" fmla="*/ 20083 h 797"/>
                <a:gd name="T20" fmla="*/ 15578 w 966"/>
                <a:gd name="T21" fmla="*/ 21646 h 797"/>
                <a:gd name="T22" fmla="*/ 16896 w 966"/>
                <a:gd name="T23" fmla="*/ 23942 h 797"/>
                <a:gd name="T24" fmla="*/ 19278 w 966"/>
                <a:gd name="T25" fmla="*/ 26206 h 797"/>
                <a:gd name="T26" fmla="*/ 22598 w 966"/>
                <a:gd name="T27" fmla="*/ 22710 h 797"/>
                <a:gd name="T28" fmla="*/ 26136 w 966"/>
                <a:gd name="T29" fmla="*/ 19587 h 797"/>
                <a:gd name="T30" fmla="*/ 26461 w 966"/>
                <a:gd name="T31" fmla="*/ 12336 h 797"/>
                <a:gd name="T32" fmla="*/ 25415 w 966"/>
                <a:gd name="T33" fmla="*/ 6785 h 797"/>
                <a:gd name="T34" fmla="*/ 20732 w 966"/>
                <a:gd name="T35" fmla="*/ 2100 h 797"/>
                <a:gd name="T36" fmla="*/ 13739 w 966"/>
                <a:gd name="T37" fmla="*/ 2161 h 797"/>
                <a:gd name="T38" fmla="*/ 14722 w 966"/>
                <a:gd name="T39" fmla="*/ 6081 h 797"/>
                <a:gd name="T40" fmla="*/ 14339 w 966"/>
                <a:gd name="T41" fmla="*/ 8644 h 797"/>
                <a:gd name="T42" fmla="*/ 11902 w 966"/>
                <a:gd name="T43" fmla="*/ 8615 h 797"/>
                <a:gd name="T44" fmla="*/ 12750 w 966"/>
                <a:gd name="T45" fmla="*/ 6618 h 797"/>
                <a:gd name="T46" fmla="*/ 13157 w 966"/>
                <a:gd name="T47" fmla="*/ 5914 h 797"/>
                <a:gd name="T48" fmla="*/ 12994 w 966"/>
                <a:gd name="T49" fmla="*/ 1097 h 797"/>
                <a:gd name="T50" fmla="*/ 10774 w 966"/>
                <a:gd name="T51" fmla="*/ 434 h 797"/>
                <a:gd name="T52" fmla="*/ 13332 w 966"/>
                <a:gd name="T53" fmla="*/ 1933 h 797"/>
                <a:gd name="T54" fmla="*/ 12231 w 966"/>
                <a:gd name="T55" fmla="*/ 6454 h 797"/>
                <a:gd name="T56" fmla="*/ 13440 w 966"/>
                <a:gd name="T57" fmla="*/ 8377 h 797"/>
                <a:gd name="T58" fmla="*/ 15168 w 966"/>
                <a:gd name="T59" fmla="*/ 9007 h 797"/>
                <a:gd name="T60" fmla="*/ 13850 w 966"/>
                <a:gd name="T61" fmla="*/ 7747 h 797"/>
                <a:gd name="T62" fmla="*/ 13712 w 966"/>
                <a:gd name="T63" fmla="*/ 5586 h 797"/>
                <a:gd name="T64" fmla="*/ 14749 w 966"/>
                <a:gd name="T65" fmla="*/ 331 h 797"/>
                <a:gd name="T66" fmla="*/ 21851 w 966"/>
                <a:gd name="T67" fmla="*/ 2894 h 797"/>
                <a:gd name="T68" fmla="*/ 25089 w 966"/>
                <a:gd name="T69" fmla="*/ 7850 h 797"/>
                <a:gd name="T70" fmla="*/ 25617 w 966"/>
                <a:gd name="T71" fmla="*/ 13432 h 797"/>
                <a:gd name="T72" fmla="*/ 25252 w 966"/>
                <a:gd name="T73" fmla="*/ 18086 h 797"/>
                <a:gd name="T74" fmla="*/ 23388 w 966"/>
                <a:gd name="T75" fmla="*/ 23340 h 797"/>
                <a:gd name="T76" fmla="*/ 21115 w 966"/>
                <a:gd name="T77" fmla="*/ 25800 h 797"/>
                <a:gd name="T78" fmla="*/ 19305 w 966"/>
                <a:gd name="T79" fmla="*/ 25408 h 797"/>
                <a:gd name="T80" fmla="*/ 17167 w 966"/>
                <a:gd name="T81" fmla="*/ 23639 h 797"/>
                <a:gd name="T82" fmla="*/ 15551 w 966"/>
                <a:gd name="T83" fmla="*/ 21913 h 797"/>
                <a:gd name="T84" fmla="*/ 15277 w 966"/>
                <a:gd name="T85" fmla="*/ 20549 h 797"/>
                <a:gd name="T86" fmla="*/ 15358 w 966"/>
                <a:gd name="T87" fmla="*/ 19948 h 797"/>
                <a:gd name="T88" fmla="*/ 13959 w 966"/>
                <a:gd name="T89" fmla="*/ 19887 h 797"/>
                <a:gd name="T90" fmla="*/ 11495 w 966"/>
                <a:gd name="T91" fmla="*/ 19989 h 797"/>
                <a:gd name="T92" fmla="*/ 11076 w 966"/>
                <a:gd name="T93" fmla="*/ 23144 h 797"/>
                <a:gd name="T94" fmla="*/ 10012 w 966"/>
                <a:gd name="T95" fmla="*/ 25636 h 797"/>
                <a:gd name="T96" fmla="*/ 3727 w 966"/>
                <a:gd name="T97" fmla="*/ 25077 h 797"/>
                <a:gd name="T98" fmla="*/ 1782 w 966"/>
                <a:gd name="T99" fmla="*/ 22318 h 797"/>
                <a:gd name="T100" fmla="*/ 1809 w 966"/>
                <a:gd name="T101" fmla="*/ 16494 h 797"/>
                <a:gd name="T102" fmla="*/ 546 w 966"/>
                <a:gd name="T103" fmla="*/ 11345 h 797"/>
                <a:gd name="T104" fmla="*/ 2801 w 966"/>
                <a:gd name="T105" fmla="*/ 5657 h 797"/>
                <a:gd name="T106" fmla="*/ 5648 w 966"/>
                <a:gd name="T107" fmla="*/ 3660 h 797"/>
                <a:gd name="T108" fmla="*/ 9212 w 966"/>
                <a:gd name="T109" fmla="*/ 2431 h 797"/>
                <a:gd name="T110" fmla="*/ 22571 w 966"/>
                <a:gd name="T111" fmla="*/ 4518 h 79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66" h="797">
                  <a:moveTo>
                    <a:pt x="420" y="6"/>
                  </a:moveTo>
                  <a:cubicBezTo>
                    <a:pt x="411" y="8"/>
                    <a:pt x="402" y="9"/>
                    <a:pt x="393" y="10"/>
                  </a:cubicBezTo>
                  <a:cubicBezTo>
                    <a:pt x="380" y="11"/>
                    <a:pt x="367" y="13"/>
                    <a:pt x="354" y="17"/>
                  </a:cubicBezTo>
                  <a:cubicBezTo>
                    <a:pt x="337" y="24"/>
                    <a:pt x="335" y="33"/>
                    <a:pt x="335" y="44"/>
                  </a:cubicBezTo>
                  <a:cubicBezTo>
                    <a:pt x="335" y="47"/>
                    <a:pt x="335" y="49"/>
                    <a:pt x="335" y="52"/>
                  </a:cubicBezTo>
                  <a:cubicBezTo>
                    <a:pt x="335" y="55"/>
                    <a:pt x="335" y="58"/>
                    <a:pt x="335" y="61"/>
                  </a:cubicBezTo>
                  <a:cubicBezTo>
                    <a:pt x="335" y="63"/>
                    <a:pt x="335" y="65"/>
                    <a:pt x="335" y="67"/>
                  </a:cubicBezTo>
                  <a:cubicBezTo>
                    <a:pt x="312" y="29"/>
                    <a:pt x="295" y="34"/>
                    <a:pt x="256" y="47"/>
                  </a:cubicBezTo>
                  <a:cubicBezTo>
                    <a:pt x="254" y="48"/>
                    <a:pt x="254" y="48"/>
                    <a:pt x="254" y="48"/>
                  </a:cubicBezTo>
                  <a:cubicBezTo>
                    <a:pt x="241" y="51"/>
                    <a:pt x="241" y="51"/>
                    <a:pt x="241" y="51"/>
                  </a:cubicBezTo>
                  <a:cubicBezTo>
                    <a:pt x="229" y="53"/>
                    <a:pt x="216" y="56"/>
                    <a:pt x="210" y="63"/>
                  </a:cubicBezTo>
                  <a:cubicBezTo>
                    <a:pt x="204" y="70"/>
                    <a:pt x="203" y="80"/>
                    <a:pt x="203" y="91"/>
                  </a:cubicBezTo>
                  <a:cubicBezTo>
                    <a:pt x="203" y="94"/>
                    <a:pt x="203" y="97"/>
                    <a:pt x="203" y="100"/>
                  </a:cubicBezTo>
                  <a:cubicBezTo>
                    <a:pt x="203" y="110"/>
                    <a:pt x="203" y="110"/>
                    <a:pt x="203" y="110"/>
                  </a:cubicBezTo>
                  <a:cubicBezTo>
                    <a:pt x="203" y="110"/>
                    <a:pt x="203" y="112"/>
                    <a:pt x="202" y="114"/>
                  </a:cubicBezTo>
                  <a:cubicBezTo>
                    <a:pt x="195" y="103"/>
                    <a:pt x="185" y="96"/>
                    <a:pt x="171" y="96"/>
                  </a:cubicBezTo>
                  <a:cubicBezTo>
                    <a:pt x="147" y="95"/>
                    <a:pt x="117" y="111"/>
                    <a:pt x="103" y="133"/>
                  </a:cubicBezTo>
                  <a:cubicBezTo>
                    <a:pt x="98" y="141"/>
                    <a:pt x="95" y="148"/>
                    <a:pt x="95" y="156"/>
                  </a:cubicBezTo>
                  <a:cubicBezTo>
                    <a:pt x="95" y="160"/>
                    <a:pt x="96" y="164"/>
                    <a:pt x="98" y="168"/>
                  </a:cubicBezTo>
                  <a:cubicBezTo>
                    <a:pt x="73" y="174"/>
                    <a:pt x="44" y="213"/>
                    <a:pt x="42" y="244"/>
                  </a:cubicBezTo>
                  <a:cubicBezTo>
                    <a:pt x="42" y="244"/>
                    <a:pt x="42" y="245"/>
                    <a:pt x="42" y="246"/>
                  </a:cubicBezTo>
                  <a:cubicBezTo>
                    <a:pt x="42" y="261"/>
                    <a:pt x="50" y="271"/>
                    <a:pt x="63" y="276"/>
                  </a:cubicBezTo>
                  <a:cubicBezTo>
                    <a:pt x="36" y="290"/>
                    <a:pt x="24" y="302"/>
                    <a:pt x="18" y="335"/>
                  </a:cubicBezTo>
                  <a:cubicBezTo>
                    <a:pt x="17" y="340"/>
                    <a:pt x="17" y="340"/>
                    <a:pt x="17" y="340"/>
                  </a:cubicBezTo>
                  <a:cubicBezTo>
                    <a:pt x="15" y="349"/>
                    <a:pt x="14" y="357"/>
                    <a:pt x="14" y="362"/>
                  </a:cubicBezTo>
                  <a:cubicBezTo>
                    <a:pt x="14" y="374"/>
                    <a:pt x="19" y="382"/>
                    <a:pt x="36" y="390"/>
                  </a:cubicBezTo>
                  <a:cubicBezTo>
                    <a:pt x="24" y="391"/>
                    <a:pt x="15" y="395"/>
                    <a:pt x="8" y="403"/>
                  </a:cubicBezTo>
                  <a:cubicBezTo>
                    <a:pt x="2" y="412"/>
                    <a:pt x="0" y="423"/>
                    <a:pt x="0" y="434"/>
                  </a:cubicBezTo>
                  <a:cubicBezTo>
                    <a:pt x="0" y="445"/>
                    <a:pt x="2" y="455"/>
                    <a:pt x="4" y="463"/>
                  </a:cubicBezTo>
                  <a:cubicBezTo>
                    <a:pt x="10" y="484"/>
                    <a:pt x="39" y="497"/>
                    <a:pt x="65" y="499"/>
                  </a:cubicBezTo>
                  <a:cubicBezTo>
                    <a:pt x="65" y="499"/>
                    <a:pt x="68" y="499"/>
                    <a:pt x="71" y="500"/>
                  </a:cubicBezTo>
                  <a:cubicBezTo>
                    <a:pt x="52" y="503"/>
                    <a:pt x="39" y="509"/>
                    <a:pt x="32" y="520"/>
                  </a:cubicBezTo>
                  <a:cubicBezTo>
                    <a:pt x="26" y="528"/>
                    <a:pt x="24" y="538"/>
                    <a:pt x="24" y="549"/>
                  </a:cubicBezTo>
                  <a:cubicBezTo>
                    <a:pt x="24" y="566"/>
                    <a:pt x="29" y="586"/>
                    <a:pt x="35" y="605"/>
                  </a:cubicBezTo>
                  <a:cubicBezTo>
                    <a:pt x="39" y="621"/>
                    <a:pt x="39" y="621"/>
                    <a:pt x="39" y="621"/>
                  </a:cubicBezTo>
                  <a:cubicBezTo>
                    <a:pt x="43" y="641"/>
                    <a:pt x="48" y="661"/>
                    <a:pt x="63" y="673"/>
                  </a:cubicBezTo>
                  <a:cubicBezTo>
                    <a:pt x="86" y="692"/>
                    <a:pt x="124" y="685"/>
                    <a:pt x="146" y="668"/>
                  </a:cubicBezTo>
                  <a:cubicBezTo>
                    <a:pt x="142" y="675"/>
                    <a:pt x="135" y="680"/>
                    <a:pt x="127" y="686"/>
                  </a:cubicBezTo>
                  <a:cubicBezTo>
                    <a:pt x="118" y="692"/>
                    <a:pt x="108" y="699"/>
                    <a:pt x="104" y="711"/>
                  </a:cubicBezTo>
                  <a:cubicBezTo>
                    <a:pt x="103" y="715"/>
                    <a:pt x="103" y="719"/>
                    <a:pt x="103" y="722"/>
                  </a:cubicBezTo>
                  <a:cubicBezTo>
                    <a:pt x="103" y="735"/>
                    <a:pt x="112" y="741"/>
                    <a:pt x="122" y="748"/>
                  </a:cubicBezTo>
                  <a:cubicBezTo>
                    <a:pt x="126" y="750"/>
                    <a:pt x="130" y="753"/>
                    <a:pt x="134" y="757"/>
                  </a:cubicBezTo>
                  <a:cubicBezTo>
                    <a:pt x="159" y="772"/>
                    <a:pt x="203" y="786"/>
                    <a:pt x="223" y="780"/>
                  </a:cubicBezTo>
                  <a:cubicBezTo>
                    <a:pt x="227" y="778"/>
                    <a:pt x="230" y="776"/>
                    <a:pt x="232" y="774"/>
                  </a:cubicBezTo>
                  <a:cubicBezTo>
                    <a:pt x="240" y="793"/>
                    <a:pt x="267" y="794"/>
                    <a:pt x="290" y="794"/>
                  </a:cubicBezTo>
                  <a:cubicBezTo>
                    <a:pt x="307" y="795"/>
                    <a:pt x="307" y="795"/>
                    <a:pt x="307" y="795"/>
                  </a:cubicBezTo>
                  <a:cubicBezTo>
                    <a:pt x="332" y="797"/>
                    <a:pt x="365" y="774"/>
                    <a:pt x="366" y="773"/>
                  </a:cubicBezTo>
                  <a:cubicBezTo>
                    <a:pt x="367" y="773"/>
                    <a:pt x="377" y="768"/>
                    <a:pt x="379" y="756"/>
                  </a:cubicBezTo>
                  <a:cubicBezTo>
                    <a:pt x="379" y="755"/>
                    <a:pt x="379" y="754"/>
                    <a:pt x="379" y="753"/>
                  </a:cubicBezTo>
                  <a:cubicBezTo>
                    <a:pt x="379" y="746"/>
                    <a:pt x="376" y="739"/>
                    <a:pt x="370" y="731"/>
                  </a:cubicBezTo>
                  <a:cubicBezTo>
                    <a:pt x="385" y="736"/>
                    <a:pt x="391" y="726"/>
                    <a:pt x="397" y="714"/>
                  </a:cubicBezTo>
                  <a:cubicBezTo>
                    <a:pt x="402" y="704"/>
                    <a:pt x="402" y="704"/>
                    <a:pt x="402" y="704"/>
                  </a:cubicBezTo>
                  <a:cubicBezTo>
                    <a:pt x="407" y="697"/>
                    <a:pt x="407" y="697"/>
                    <a:pt x="407" y="697"/>
                  </a:cubicBezTo>
                  <a:cubicBezTo>
                    <a:pt x="414" y="686"/>
                    <a:pt x="422" y="674"/>
                    <a:pt x="422" y="662"/>
                  </a:cubicBezTo>
                  <a:cubicBezTo>
                    <a:pt x="422" y="657"/>
                    <a:pt x="421" y="652"/>
                    <a:pt x="417" y="648"/>
                  </a:cubicBezTo>
                  <a:cubicBezTo>
                    <a:pt x="414" y="644"/>
                    <a:pt x="412" y="641"/>
                    <a:pt x="411" y="640"/>
                  </a:cubicBezTo>
                  <a:cubicBezTo>
                    <a:pt x="413" y="640"/>
                    <a:pt x="418" y="638"/>
                    <a:pt x="424" y="634"/>
                  </a:cubicBezTo>
                  <a:cubicBezTo>
                    <a:pt x="432" y="629"/>
                    <a:pt x="434" y="623"/>
                    <a:pt x="434" y="619"/>
                  </a:cubicBezTo>
                  <a:cubicBezTo>
                    <a:pt x="434" y="619"/>
                    <a:pt x="434" y="619"/>
                    <a:pt x="434" y="618"/>
                  </a:cubicBezTo>
                  <a:cubicBezTo>
                    <a:pt x="434" y="610"/>
                    <a:pt x="426" y="602"/>
                    <a:pt x="421" y="599"/>
                  </a:cubicBezTo>
                  <a:cubicBezTo>
                    <a:pt x="423" y="599"/>
                    <a:pt x="428" y="598"/>
                    <a:pt x="432" y="598"/>
                  </a:cubicBezTo>
                  <a:cubicBezTo>
                    <a:pt x="435" y="609"/>
                    <a:pt x="450" y="609"/>
                    <a:pt x="461" y="608"/>
                  </a:cubicBezTo>
                  <a:cubicBezTo>
                    <a:pt x="471" y="608"/>
                    <a:pt x="476" y="604"/>
                    <a:pt x="482" y="601"/>
                  </a:cubicBezTo>
                  <a:cubicBezTo>
                    <a:pt x="486" y="598"/>
                    <a:pt x="489" y="595"/>
                    <a:pt x="494" y="595"/>
                  </a:cubicBezTo>
                  <a:cubicBezTo>
                    <a:pt x="499" y="595"/>
                    <a:pt x="503" y="598"/>
                    <a:pt x="507" y="601"/>
                  </a:cubicBezTo>
                  <a:cubicBezTo>
                    <a:pt x="512" y="604"/>
                    <a:pt x="518" y="608"/>
                    <a:pt x="528" y="608"/>
                  </a:cubicBezTo>
                  <a:cubicBezTo>
                    <a:pt x="544" y="610"/>
                    <a:pt x="554" y="601"/>
                    <a:pt x="557" y="592"/>
                  </a:cubicBezTo>
                  <a:cubicBezTo>
                    <a:pt x="557" y="592"/>
                    <a:pt x="557" y="593"/>
                    <a:pt x="557" y="594"/>
                  </a:cubicBezTo>
                  <a:cubicBezTo>
                    <a:pt x="557" y="596"/>
                    <a:pt x="557" y="598"/>
                    <a:pt x="557" y="599"/>
                  </a:cubicBezTo>
                  <a:cubicBezTo>
                    <a:pt x="557" y="601"/>
                    <a:pt x="557" y="602"/>
                    <a:pt x="557" y="604"/>
                  </a:cubicBezTo>
                  <a:cubicBezTo>
                    <a:pt x="557" y="605"/>
                    <a:pt x="557" y="605"/>
                    <a:pt x="557" y="606"/>
                  </a:cubicBezTo>
                  <a:cubicBezTo>
                    <a:pt x="555" y="608"/>
                    <a:pt x="554" y="612"/>
                    <a:pt x="554" y="618"/>
                  </a:cubicBezTo>
                  <a:cubicBezTo>
                    <a:pt x="554" y="621"/>
                    <a:pt x="554" y="625"/>
                    <a:pt x="556" y="630"/>
                  </a:cubicBezTo>
                  <a:cubicBezTo>
                    <a:pt x="556" y="630"/>
                    <a:pt x="556" y="631"/>
                    <a:pt x="556" y="631"/>
                  </a:cubicBezTo>
                  <a:cubicBezTo>
                    <a:pt x="556" y="635"/>
                    <a:pt x="559" y="639"/>
                    <a:pt x="562" y="643"/>
                  </a:cubicBezTo>
                  <a:cubicBezTo>
                    <a:pt x="564" y="645"/>
                    <a:pt x="567" y="648"/>
                    <a:pt x="568" y="651"/>
                  </a:cubicBezTo>
                  <a:cubicBezTo>
                    <a:pt x="568" y="651"/>
                    <a:pt x="568" y="651"/>
                    <a:pt x="568" y="651"/>
                  </a:cubicBezTo>
                  <a:cubicBezTo>
                    <a:pt x="568" y="652"/>
                    <a:pt x="566" y="655"/>
                    <a:pt x="565" y="658"/>
                  </a:cubicBezTo>
                  <a:cubicBezTo>
                    <a:pt x="563" y="661"/>
                    <a:pt x="562" y="664"/>
                    <a:pt x="562" y="667"/>
                  </a:cubicBezTo>
                  <a:cubicBezTo>
                    <a:pt x="562" y="668"/>
                    <a:pt x="562" y="669"/>
                    <a:pt x="562" y="670"/>
                  </a:cubicBezTo>
                  <a:cubicBezTo>
                    <a:pt x="566" y="680"/>
                    <a:pt x="572" y="689"/>
                    <a:pt x="577" y="697"/>
                  </a:cubicBezTo>
                  <a:cubicBezTo>
                    <a:pt x="581" y="703"/>
                    <a:pt x="584" y="707"/>
                    <a:pt x="585" y="711"/>
                  </a:cubicBezTo>
                  <a:cubicBezTo>
                    <a:pt x="589" y="720"/>
                    <a:pt x="593" y="724"/>
                    <a:pt x="598" y="726"/>
                  </a:cubicBezTo>
                  <a:cubicBezTo>
                    <a:pt x="604" y="727"/>
                    <a:pt x="610" y="724"/>
                    <a:pt x="616" y="720"/>
                  </a:cubicBezTo>
                  <a:cubicBezTo>
                    <a:pt x="616" y="720"/>
                    <a:pt x="617" y="719"/>
                    <a:pt x="617" y="719"/>
                  </a:cubicBezTo>
                  <a:cubicBezTo>
                    <a:pt x="611" y="726"/>
                    <a:pt x="605" y="735"/>
                    <a:pt x="605" y="743"/>
                  </a:cubicBezTo>
                  <a:cubicBezTo>
                    <a:pt x="605" y="745"/>
                    <a:pt x="605" y="746"/>
                    <a:pt x="605" y="747"/>
                  </a:cubicBezTo>
                  <a:cubicBezTo>
                    <a:pt x="608" y="759"/>
                    <a:pt x="637" y="785"/>
                    <a:pt x="661" y="789"/>
                  </a:cubicBezTo>
                  <a:cubicBezTo>
                    <a:pt x="679" y="792"/>
                    <a:pt x="693" y="788"/>
                    <a:pt x="700" y="777"/>
                  </a:cubicBezTo>
                  <a:cubicBezTo>
                    <a:pt x="700" y="777"/>
                    <a:pt x="700" y="777"/>
                    <a:pt x="700" y="778"/>
                  </a:cubicBezTo>
                  <a:cubicBezTo>
                    <a:pt x="700" y="781"/>
                    <a:pt x="701" y="785"/>
                    <a:pt x="703" y="788"/>
                  </a:cubicBezTo>
                  <a:cubicBezTo>
                    <a:pt x="704" y="791"/>
                    <a:pt x="707" y="792"/>
                    <a:pt x="711" y="793"/>
                  </a:cubicBezTo>
                  <a:cubicBezTo>
                    <a:pt x="725" y="795"/>
                    <a:pt x="741" y="789"/>
                    <a:pt x="771" y="779"/>
                  </a:cubicBezTo>
                  <a:cubicBezTo>
                    <a:pt x="788" y="773"/>
                    <a:pt x="788" y="773"/>
                    <a:pt x="788" y="773"/>
                  </a:cubicBezTo>
                  <a:cubicBezTo>
                    <a:pt x="820" y="762"/>
                    <a:pt x="839" y="750"/>
                    <a:pt x="844" y="738"/>
                  </a:cubicBezTo>
                  <a:cubicBezTo>
                    <a:pt x="844" y="736"/>
                    <a:pt x="845" y="734"/>
                    <a:pt x="845" y="733"/>
                  </a:cubicBezTo>
                  <a:cubicBezTo>
                    <a:pt x="845" y="730"/>
                    <a:pt x="844" y="727"/>
                    <a:pt x="842" y="724"/>
                  </a:cubicBezTo>
                  <a:cubicBezTo>
                    <a:pt x="832" y="707"/>
                    <a:pt x="827" y="694"/>
                    <a:pt x="824" y="683"/>
                  </a:cubicBezTo>
                  <a:cubicBezTo>
                    <a:pt x="830" y="693"/>
                    <a:pt x="841" y="701"/>
                    <a:pt x="852" y="705"/>
                  </a:cubicBezTo>
                  <a:cubicBezTo>
                    <a:pt x="865" y="710"/>
                    <a:pt x="878" y="711"/>
                    <a:pt x="883" y="707"/>
                  </a:cubicBezTo>
                  <a:cubicBezTo>
                    <a:pt x="885" y="705"/>
                    <a:pt x="885" y="705"/>
                    <a:pt x="885" y="705"/>
                  </a:cubicBezTo>
                  <a:cubicBezTo>
                    <a:pt x="896" y="696"/>
                    <a:pt x="908" y="686"/>
                    <a:pt x="923" y="659"/>
                  </a:cubicBezTo>
                  <a:cubicBezTo>
                    <a:pt x="929" y="650"/>
                    <a:pt x="929" y="650"/>
                    <a:pt x="929" y="650"/>
                  </a:cubicBezTo>
                  <a:cubicBezTo>
                    <a:pt x="939" y="635"/>
                    <a:pt x="953" y="614"/>
                    <a:pt x="953" y="589"/>
                  </a:cubicBezTo>
                  <a:cubicBezTo>
                    <a:pt x="953" y="589"/>
                    <a:pt x="953" y="589"/>
                    <a:pt x="953" y="589"/>
                  </a:cubicBezTo>
                  <a:cubicBezTo>
                    <a:pt x="953" y="564"/>
                    <a:pt x="938" y="552"/>
                    <a:pt x="927" y="544"/>
                  </a:cubicBezTo>
                  <a:cubicBezTo>
                    <a:pt x="936" y="543"/>
                    <a:pt x="950" y="537"/>
                    <a:pt x="958" y="525"/>
                  </a:cubicBezTo>
                  <a:cubicBezTo>
                    <a:pt x="964" y="516"/>
                    <a:pt x="965" y="509"/>
                    <a:pt x="965" y="497"/>
                  </a:cubicBezTo>
                  <a:cubicBezTo>
                    <a:pt x="965" y="493"/>
                    <a:pt x="965" y="488"/>
                    <a:pt x="965" y="482"/>
                  </a:cubicBezTo>
                  <a:cubicBezTo>
                    <a:pt x="964" y="471"/>
                    <a:pt x="964" y="471"/>
                    <a:pt x="964" y="471"/>
                  </a:cubicBezTo>
                  <a:cubicBezTo>
                    <a:pt x="963" y="445"/>
                    <a:pt x="959" y="414"/>
                    <a:pt x="939" y="405"/>
                  </a:cubicBezTo>
                  <a:cubicBezTo>
                    <a:pt x="949" y="400"/>
                    <a:pt x="965" y="385"/>
                    <a:pt x="965" y="371"/>
                  </a:cubicBezTo>
                  <a:cubicBezTo>
                    <a:pt x="965" y="371"/>
                    <a:pt x="965" y="371"/>
                    <a:pt x="965" y="370"/>
                  </a:cubicBezTo>
                  <a:cubicBezTo>
                    <a:pt x="965" y="369"/>
                    <a:pt x="965" y="367"/>
                    <a:pt x="965" y="365"/>
                  </a:cubicBezTo>
                  <a:cubicBezTo>
                    <a:pt x="965" y="362"/>
                    <a:pt x="965" y="357"/>
                    <a:pt x="965" y="352"/>
                  </a:cubicBezTo>
                  <a:cubicBezTo>
                    <a:pt x="966" y="345"/>
                    <a:pt x="966" y="337"/>
                    <a:pt x="966" y="329"/>
                  </a:cubicBezTo>
                  <a:cubicBezTo>
                    <a:pt x="966" y="316"/>
                    <a:pt x="965" y="301"/>
                    <a:pt x="962" y="286"/>
                  </a:cubicBezTo>
                  <a:cubicBezTo>
                    <a:pt x="956" y="255"/>
                    <a:pt x="939" y="236"/>
                    <a:pt x="919" y="236"/>
                  </a:cubicBezTo>
                  <a:cubicBezTo>
                    <a:pt x="922" y="230"/>
                    <a:pt x="927" y="217"/>
                    <a:pt x="927" y="204"/>
                  </a:cubicBezTo>
                  <a:cubicBezTo>
                    <a:pt x="927" y="196"/>
                    <a:pt x="925" y="187"/>
                    <a:pt x="919" y="180"/>
                  </a:cubicBezTo>
                  <a:cubicBezTo>
                    <a:pt x="907" y="167"/>
                    <a:pt x="907" y="167"/>
                    <a:pt x="907" y="167"/>
                  </a:cubicBezTo>
                  <a:cubicBezTo>
                    <a:pt x="894" y="152"/>
                    <a:pt x="881" y="136"/>
                    <a:pt x="871" y="130"/>
                  </a:cubicBezTo>
                  <a:cubicBezTo>
                    <a:pt x="864" y="125"/>
                    <a:pt x="841" y="112"/>
                    <a:pt x="824" y="131"/>
                  </a:cubicBezTo>
                  <a:cubicBezTo>
                    <a:pt x="824" y="131"/>
                    <a:pt x="824" y="130"/>
                    <a:pt x="824" y="129"/>
                  </a:cubicBezTo>
                  <a:cubicBezTo>
                    <a:pt x="824" y="115"/>
                    <a:pt x="816" y="95"/>
                    <a:pt x="798" y="84"/>
                  </a:cubicBezTo>
                  <a:cubicBezTo>
                    <a:pt x="785" y="76"/>
                    <a:pt x="770" y="69"/>
                    <a:pt x="756" y="63"/>
                  </a:cubicBezTo>
                  <a:cubicBezTo>
                    <a:pt x="736" y="54"/>
                    <a:pt x="736" y="54"/>
                    <a:pt x="736" y="54"/>
                  </a:cubicBezTo>
                  <a:cubicBezTo>
                    <a:pt x="714" y="44"/>
                    <a:pt x="693" y="46"/>
                    <a:pt x="682" y="59"/>
                  </a:cubicBezTo>
                  <a:cubicBezTo>
                    <a:pt x="681" y="42"/>
                    <a:pt x="669" y="30"/>
                    <a:pt x="644" y="20"/>
                  </a:cubicBezTo>
                  <a:cubicBezTo>
                    <a:pt x="621" y="11"/>
                    <a:pt x="556" y="4"/>
                    <a:pt x="537" y="7"/>
                  </a:cubicBezTo>
                  <a:cubicBezTo>
                    <a:pt x="534" y="8"/>
                    <a:pt x="534" y="8"/>
                    <a:pt x="534" y="8"/>
                  </a:cubicBezTo>
                  <a:cubicBezTo>
                    <a:pt x="509" y="16"/>
                    <a:pt x="505" y="40"/>
                    <a:pt x="503" y="55"/>
                  </a:cubicBezTo>
                  <a:cubicBezTo>
                    <a:pt x="502" y="59"/>
                    <a:pt x="501" y="63"/>
                    <a:pt x="501" y="65"/>
                  </a:cubicBezTo>
                  <a:cubicBezTo>
                    <a:pt x="496" y="82"/>
                    <a:pt x="496" y="93"/>
                    <a:pt x="496" y="109"/>
                  </a:cubicBezTo>
                  <a:cubicBezTo>
                    <a:pt x="496" y="122"/>
                    <a:pt x="496" y="122"/>
                    <a:pt x="496" y="122"/>
                  </a:cubicBezTo>
                  <a:cubicBezTo>
                    <a:pt x="496" y="137"/>
                    <a:pt x="496" y="146"/>
                    <a:pt x="494" y="155"/>
                  </a:cubicBezTo>
                  <a:cubicBezTo>
                    <a:pt x="493" y="162"/>
                    <a:pt x="495" y="165"/>
                    <a:pt x="497" y="169"/>
                  </a:cubicBezTo>
                  <a:cubicBezTo>
                    <a:pt x="500" y="176"/>
                    <a:pt x="500" y="176"/>
                    <a:pt x="500" y="176"/>
                  </a:cubicBezTo>
                  <a:cubicBezTo>
                    <a:pt x="502" y="181"/>
                    <a:pt x="511" y="181"/>
                    <a:pt x="520" y="181"/>
                  </a:cubicBezTo>
                  <a:cubicBezTo>
                    <a:pt x="527" y="181"/>
                    <a:pt x="534" y="181"/>
                    <a:pt x="537" y="183"/>
                  </a:cubicBezTo>
                  <a:cubicBezTo>
                    <a:pt x="538" y="184"/>
                    <a:pt x="538" y="185"/>
                    <a:pt x="538" y="185"/>
                  </a:cubicBezTo>
                  <a:cubicBezTo>
                    <a:pt x="538" y="186"/>
                    <a:pt x="533" y="187"/>
                    <a:pt x="522" y="187"/>
                  </a:cubicBezTo>
                  <a:cubicBezTo>
                    <a:pt x="515" y="186"/>
                    <a:pt x="505" y="189"/>
                    <a:pt x="501" y="200"/>
                  </a:cubicBezTo>
                  <a:cubicBezTo>
                    <a:pt x="498" y="211"/>
                    <a:pt x="500" y="223"/>
                    <a:pt x="502" y="233"/>
                  </a:cubicBezTo>
                  <a:cubicBezTo>
                    <a:pt x="503" y="238"/>
                    <a:pt x="504" y="242"/>
                    <a:pt x="504" y="246"/>
                  </a:cubicBezTo>
                  <a:cubicBezTo>
                    <a:pt x="505" y="256"/>
                    <a:pt x="508" y="257"/>
                    <a:pt x="516" y="259"/>
                  </a:cubicBezTo>
                  <a:cubicBezTo>
                    <a:pt x="523" y="260"/>
                    <a:pt x="523" y="260"/>
                    <a:pt x="523" y="260"/>
                  </a:cubicBezTo>
                  <a:cubicBezTo>
                    <a:pt x="528" y="261"/>
                    <a:pt x="532" y="262"/>
                    <a:pt x="536" y="264"/>
                  </a:cubicBezTo>
                  <a:cubicBezTo>
                    <a:pt x="542" y="265"/>
                    <a:pt x="547" y="267"/>
                    <a:pt x="551" y="265"/>
                  </a:cubicBezTo>
                  <a:cubicBezTo>
                    <a:pt x="554" y="265"/>
                    <a:pt x="555" y="265"/>
                    <a:pt x="555" y="266"/>
                  </a:cubicBezTo>
                  <a:cubicBezTo>
                    <a:pt x="555" y="266"/>
                    <a:pt x="555" y="267"/>
                    <a:pt x="552" y="268"/>
                  </a:cubicBezTo>
                  <a:cubicBezTo>
                    <a:pt x="536" y="276"/>
                    <a:pt x="507" y="276"/>
                    <a:pt x="494" y="276"/>
                  </a:cubicBezTo>
                  <a:cubicBezTo>
                    <a:pt x="449" y="276"/>
                    <a:pt x="434" y="264"/>
                    <a:pt x="434" y="260"/>
                  </a:cubicBezTo>
                  <a:cubicBezTo>
                    <a:pt x="434" y="259"/>
                    <a:pt x="434" y="259"/>
                    <a:pt x="434" y="259"/>
                  </a:cubicBezTo>
                  <a:cubicBezTo>
                    <a:pt x="437" y="258"/>
                    <a:pt x="447" y="259"/>
                    <a:pt x="457" y="260"/>
                  </a:cubicBezTo>
                  <a:cubicBezTo>
                    <a:pt x="464" y="261"/>
                    <a:pt x="464" y="261"/>
                    <a:pt x="464" y="261"/>
                  </a:cubicBezTo>
                  <a:cubicBezTo>
                    <a:pt x="464" y="261"/>
                    <a:pt x="474" y="261"/>
                    <a:pt x="474" y="261"/>
                  </a:cubicBezTo>
                  <a:cubicBezTo>
                    <a:pt x="480" y="260"/>
                    <a:pt x="485" y="260"/>
                    <a:pt x="492" y="254"/>
                  </a:cubicBezTo>
                  <a:cubicBezTo>
                    <a:pt x="502" y="245"/>
                    <a:pt x="494" y="211"/>
                    <a:pt x="487" y="201"/>
                  </a:cubicBezTo>
                  <a:cubicBezTo>
                    <a:pt x="482" y="195"/>
                    <a:pt x="476" y="197"/>
                    <a:pt x="467" y="199"/>
                  </a:cubicBezTo>
                  <a:cubicBezTo>
                    <a:pt x="465" y="199"/>
                    <a:pt x="465" y="199"/>
                    <a:pt x="465" y="199"/>
                  </a:cubicBezTo>
                  <a:cubicBezTo>
                    <a:pt x="450" y="202"/>
                    <a:pt x="421" y="204"/>
                    <a:pt x="416" y="200"/>
                  </a:cubicBezTo>
                  <a:cubicBezTo>
                    <a:pt x="411" y="197"/>
                    <a:pt x="411" y="195"/>
                    <a:pt x="411" y="195"/>
                  </a:cubicBezTo>
                  <a:cubicBezTo>
                    <a:pt x="412" y="195"/>
                    <a:pt x="414" y="195"/>
                    <a:pt x="418" y="198"/>
                  </a:cubicBezTo>
                  <a:cubicBezTo>
                    <a:pt x="427" y="203"/>
                    <a:pt x="438" y="200"/>
                    <a:pt x="447" y="197"/>
                  </a:cubicBezTo>
                  <a:cubicBezTo>
                    <a:pt x="451" y="196"/>
                    <a:pt x="454" y="195"/>
                    <a:pt x="456" y="195"/>
                  </a:cubicBezTo>
                  <a:cubicBezTo>
                    <a:pt x="462" y="195"/>
                    <a:pt x="467" y="190"/>
                    <a:pt x="471" y="186"/>
                  </a:cubicBezTo>
                  <a:cubicBezTo>
                    <a:pt x="474" y="182"/>
                    <a:pt x="477" y="179"/>
                    <a:pt x="480" y="178"/>
                  </a:cubicBezTo>
                  <a:cubicBezTo>
                    <a:pt x="490" y="175"/>
                    <a:pt x="495" y="140"/>
                    <a:pt x="495" y="117"/>
                  </a:cubicBezTo>
                  <a:cubicBezTo>
                    <a:pt x="495" y="101"/>
                    <a:pt x="495" y="101"/>
                    <a:pt x="495" y="101"/>
                  </a:cubicBezTo>
                  <a:cubicBezTo>
                    <a:pt x="495" y="88"/>
                    <a:pt x="496" y="80"/>
                    <a:pt x="491" y="65"/>
                  </a:cubicBezTo>
                  <a:cubicBezTo>
                    <a:pt x="490" y="63"/>
                    <a:pt x="489" y="60"/>
                    <a:pt x="489" y="57"/>
                  </a:cubicBezTo>
                  <a:cubicBezTo>
                    <a:pt x="487" y="51"/>
                    <a:pt x="485" y="44"/>
                    <a:pt x="480" y="41"/>
                  </a:cubicBezTo>
                  <a:cubicBezTo>
                    <a:pt x="478" y="40"/>
                    <a:pt x="475" y="41"/>
                    <a:pt x="472" y="41"/>
                  </a:cubicBezTo>
                  <a:cubicBezTo>
                    <a:pt x="474" y="39"/>
                    <a:pt x="474" y="36"/>
                    <a:pt x="474" y="33"/>
                  </a:cubicBezTo>
                  <a:cubicBezTo>
                    <a:pt x="474" y="29"/>
                    <a:pt x="473" y="24"/>
                    <a:pt x="470" y="20"/>
                  </a:cubicBezTo>
                  <a:cubicBezTo>
                    <a:pt x="463" y="10"/>
                    <a:pt x="445" y="0"/>
                    <a:pt x="420" y="6"/>
                  </a:cubicBezTo>
                  <a:close/>
                  <a:moveTo>
                    <a:pt x="336" y="73"/>
                  </a:moveTo>
                  <a:cubicBezTo>
                    <a:pt x="337" y="73"/>
                    <a:pt x="337" y="73"/>
                    <a:pt x="337" y="72"/>
                  </a:cubicBezTo>
                  <a:cubicBezTo>
                    <a:pt x="338" y="64"/>
                    <a:pt x="338" y="58"/>
                    <a:pt x="338" y="51"/>
                  </a:cubicBezTo>
                  <a:cubicBezTo>
                    <a:pt x="337" y="37"/>
                    <a:pt x="337" y="28"/>
                    <a:pt x="356" y="20"/>
                  </a:cubicBezTo>
                  <a:cubicBezTo>
                    <a:pt x="368" y="16"/>
                    <a:pt x="380" y="14"/>
                    <a:pt x="393" y="13"/>
                  </a:cubicBezTo>
                  <a:cubicBezTo>
                    <a:pt x="402" y="12"/>
                    <a:pt x="411" y="11"/>
                    <a:pt x="420" y="9"/>
                  </a:cubicBezTo>
                  <a:cubicBezTo>
                    <a:pt x="445" y="3"/>
                    <a:pt x="461" y="12"/>
                    <a:pt x="468" y="22"/>
                  </a:cubicBezTo>
                  <a:cubicBezTo>
                    <a:pt x="472" y="29"/>
                    <a:pt x="473" y="36"/>
                    <a:pt x="468" y="43"/>
                  </a:cubicBezTo>
                  <a:cubicBezTo>
                    <a:pt x="468" y="43"/>
                    <a:pt x="468" y="44"/>
                    <a:pt x="469" y="44"/>
                  </a:cubicBezTo>
                  <a:cubicBezTo>
                    <a:pt x="469" y="45"/>
                    <a:pt x="470" y="45"/>
                    <a:pt x="470" y="45"/>
                  </a:cubicBezTo>
                  <a:cubicBezTo>
                    <a:pt x="474" y="43"/>
                    <a:pt x="476" y="43"/>
                    <a:pt x="478" y="44"/>
                  </a:cubicBezTo>
                  <a:cubicBezTo>
                    <a:pt x="482" y="46"/>
                    <a:pt x="484" y="52"/>
                    <a:pt x="486" y="58"/>
                  </a:cubicBezTo>
                  <a:cubicBezTo>
                    <a:pt x="487" y="61"/>
                    <a:pt x="487" y="64"/>
                    <a:pt x="489" y="66"/>
                  </a:cubicBezTo>
                  <a:cubicBezTo>
                    <a:pt x="493" y="81"/>
                    <a:pt x="492" y="88"/>
                    <a:pt x="492" y="101"/>
                  </a:cubicBezTo>
                  <a:cubicBezTo>
                    <a:pt x="492" y="117"/>
                    <a:pt x="492" y="117"/>
                    <a:pt x="492" y="117"/>
                  </a:cubicBezTo>
                  <a:cubicBezTo>
                    <a:pt x="492" y="142"/>
                    <a:pt x="486" y="173"/>
                    <a:pt x="479" y="176"/>
                  </a:cubicBezTo>
                  <a:cubicBezTo>
                    <a:pt x="475" y="177"/>
                    <a:pt x="472" y="180"/>
                    <a:pt x="469" y="183"/>
                  </a:cubicBezTo>
                  <a:cubicBezTo>
                    <a:pt x="465" y="187"/>
                    <a:pt x="461" y="192"/>
                    <a:pt x="456" y="192"/>
                  </a:cubicBezTo>
                  <a:cubicBezTo>
                    <a:pt x="454" y="192"/>
                    <a:pt x="450" y="193"/>
                    <a:pt x="446" y="194"/>
                  </a:cubicBezTo>
                  <a:cubicBezTo>
                    <a:pt x="438" y="197"/>
                    <a:pt x="427" y="200"/>
                    <a:pt x="420" y="195"/>
                  </a:cubicBezTo>
                  <a:cubicBezTo>
                    <a:pt x="416" y="193"/>
                    <a:pt x="411" y="191"/>
                    <a:pt x="409" y="194"/>
                  </a:cubicBezTo>
                  <a:cubicBezTo>
                    <a:pt x="407" y="196"/>
                    <a:pt x="409" y="199"/>
                    <a:pt x="414" y="203"/>
                  </a:cubicBezTo>
                  <a:cubicBezTo>
                    <a:pt x="420" y="208"/>
                    <a:pt x="453" y="205"/>
                    <a:pt x="466" y="202"/>
                  </a:cubicBezTo>
                  <a:cubicBezTo>
                    <a:pt x="466" y="202"/>
                    <a:pt x="467" y="202"/>
                    <a:pt x="467" y="202"/>
                  </a:cubicBezTo>
                  <a:cubicBezTo>
                    <a:pt x="477" y="200"/>
                    <a:pt x="481" y="199"/>
                    <a:pt x="484" y="202"/>
                  </a:cubicBezTo>
                  <a:cubicBezTo>
                    <a:pt x="491" y="212"/>
                    <a:pt x="498" y="244"/>
                    <a:pt x="490" y="252"/>
                  </a:cubicBezTo>
                  <a:cubicBezTo>
                    <a:pt x="484" y="257"/>
                    <a:pt x="480" y="257"/>
                    <a:pt x="474" y="258"/>
                  </a:cubicBezTo>
                  <a:cubicBezTo>
                    <a:pt x="464" y="258"/>
                    <a:pt x="464" y="258"/>
                    <a:pt x="464" y="258"/>
                  </a:cubicBezTo>
                  <a:cubicBezTo>
                    <a:pt x="464" y="258"/>
                    <a:pt x="458" y="258"/>
                    <a:pt x="458" y="258"/>
                  </a:cubicBezTo>
                  <a:cubicBezTo>
                    <a:pt x="443" y="255"/>
                    <a:pt x="436" y="254"/>
                    <a:pt x="432" y="257"/>
                  </a:cubicBezTo>
                  <a:cubicBezTo>
                    <a:pt x="431" y="260"/>
                    <a:pt x="431" y="260"/>
                    <a:pt x="431" y="260"/>
                  </a:cubicBezTo>
                  <a:cubicBezTo>
                    <a:pt x="431" y="268"/>
                    <a:pt x="451" y="279"/>
                    <a:pt x="494" y="279"/>
                  </a:cubicBezTo>
                  <a:cubicBezTo>
                    <a:pt x="507" y="279"/>
                    <a:pt x="537" y="279"/>
                    <a:pt x="553" y="271"/>
                  </a:cubicBezTo>
                  <a:cubicBezTo>
                    <a:pt x="558" y="269"/>
                    <a:pt x="559" y="266"/>
                    <a:pt x="558" y="265"/>
                  </a:cubicBezTo>
                  <a:cubicBezTo>
                    <a:pt x="557" y="263"/>
                    <a:pt x="554" y="261"/>
                    <a:pt x="550" y="263"/>
                  </a:cubicBezTo>
                  <a:cubicBezTo>
                    <a:pt x="547" y="264"/>
                    <a:pt x="543" y="262"/>
                    <a:pt x="537" y="261"/>
                  </a:cubicBezTo>
                  <a:cubicBezTo>
                    <a:pt x="533" y="260"/>
                    <a:pt x="529" y="258"/>
                    <a:pt x="524" y="257"/>
                  </a:cubicBezTo>
                  <a:cubicBezTo>
                    <a:pt x="524" y="257"/>
                    <a:pt x="517" y="256"/>
                    <a:pt x="517" y="256"/>
                  </a:cubicBezTo>
                  <a:cubicBezTo>
                    <a:pt x="510" y="254"/>
                    <a:pt x="508" y="254"/>
                    <a:pt x="507" y="245"/>
                  </a:cubicBezTo>
                  <a:cubicBezTo>
                    <a:pt x="507" y="242"/>
                    <a:pt x="506" y="237"/>
                    <a:pt x="505" y="233"/>
                  </a:cubicBezTo>
                  <a:cubicBezTo>
                    <a:pt x="503" y="223"/>
                    <a:pt x="501" y="211"/>
                    <a:pt x="504" y="201"/>
                  </a:cubicBezTo>
                  <a:cubicBezTo>
                    <a:pt x="507" y="191"/>
                    <a:pt x="518" y="189"/>
                    <a:pt x="522" y="190"/>
                  </a:cubicBezTo>
                  <a:cubicBezTo>
                    <a:pt x="525" y="190"/>
                    <a:pt x="539" y="191"/>
                    <a:pt x="541" y="186"/>
                  </a:cubicBezTo>
                  <a:cubicBezTo>
                    <a:pt x="542" y="184"/>
                    <a:pt x="541" y="182"/>
                    <a:pt x="538" y="181"/>
                  </a:cubicBezTo>
                  <a:cubicBezTo>
                    <a:pt x="535" y="178"/>
                    <a:pt x="527" y="178"/>
                    <a:pt x="520" y="178"/>
                  </a:cubicBezTo>
                  <a:cubicBezTo>
                    <a:pt x="513" y="178"/>
                    <a:pt x="504" y="178"/>
                    <a:pt x="503" y="175"/>
                  </a:cubicBezTo>
                  <a:cubicBezTo>
                    <a:pt x="500" y="168"/>
                    <a:pt x="500" y="168"/>
                    <a:pt x="500" y="168"/>
                  </a:cubicBezTo>
                  <a:cubicBezTo>
                    <a:pt x="498" y="164"/>
                    <a:pt x="496" y="161"/>
                    <a:pt x="497" y="156"/>
                  </a:cubicBezTo>
                  <a:cubicBezTo>
                    <a:pt x="499" y="147"/>
                    <a:pt x="499" y="138"/>
                    <a:pt x="499" y="122"/>
                  </a:cubicBezTo>
                  <a:cubicBezTo>
                    <a:pt x="499" y="122"/>
                    <a:pt x="499" y="109"/>
                    <a:pt x="499" y="109"/>
                  </a:cubicBezTo>
                  <a:cubicBezTo>
                    <a:pt x="499" y="94"/>
                    <a:pt x="499" y="82"/>
                    <a:pt x="503" y="66"/>
                  </a:cubicBezTo>
                  <a:cubicBezTo>
                    <a:pt x="504" y="64"/>
                    <a:pt x="505" y="60"/>
                    <a:pt x="506" y="55"/>
                  </a:cubicBezTo>
                  <a:cubicBezTo>
                    <a:pt x="508" y="41"/>
                    <a:pt x="512" y="19"/>
                    <a:pt x="535" y="11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56" y="7"/>
                    <a:pt x="621" y="14"/>
                    <a:pt x="643" y="23"/>
                  </a:cubicBezTo>
                  <a:cubicBezTo>
                    <a:pt x="669" y="33"/>
                    <a:pt x="680" y="45"/>
                    <a:pt x="679" y="63"/>
                  </a:cubicBezTo>
                  <a:cubicBezTo>
                    <a:pt x="679" y="64"/>
                    <a:pt x="680" y="65"/>
                    <a:pt x="680" y="65"/>
                  </a:cubicBezTo>
                  <a:cubicBezTo>
                    <a:pt x="681" y="65"/>
                    <a:pt x="682" y="65"/>
                    <a:pt x="682" y="64"/>
                  </a:cubicBezTo>
                  <a:cubicBezTo>
                    <a:pt x="692" y="47"/>
                    <a:pt x="717" y="48"/>
                    <a:pt x="735" y="57"/>
                  </a:cubicBezTo>
                  <a:cubicBezTo>
                    <a:pt x="755" y="66"/>
                    <a:pt x="755" y="66"/>
                    <a:pt x="755" y="66"/>
                  </a:cubicBezTo>
                  <a:cubicBezTo>
                    <a:pt x="769" y="72"/>
                    <a:pt x="783" y="78"/>
                    <a:pt x="797" y="87"/>
                  </a:cubicBezTo>
                  <a:cubicBezTo>
                    <a:pt x="817" y="99"/>
                    <a:pt x="824" y="124"/>
                    <a:pt x="820" y="136"/>
                  </a:cubicBezTo>
                  <a:cubicBezTo>
                    <a:pt x="820" y="137"/>
                    <a:pt x="820" y="137"/>
                    <a:pt x="821" y="138"/>
                  </a:cubicBezTo>
                  <a:cubicBezTo>
                    <a:pt x="822" y="138"/>
                    <a:pt x="823" y="138"/>
                    <a:pt x="823" y="137"/>
                  </a:cubicBezTo>
                  <a:cubicBezTo>
                    <a:pt x="837" y="116"/>
                    <a:pt x="856" y="124"/>
                    <a:pt x="870" y="133"/>
                  </a:cubicBezTo>
                  <a:cubicBezTo>
                    <a:pt x="879" y="139"/>
                    <a:pt x="892" y="154"/>
                    <a:pt x="905" y="169"/>
                  </a:cubicBezTo>
                  <a:cubicBezTo>
                    <a:pt x="917" y="182"/>
                    <a:pt x="917" y="182"/>
                    <a:pt x="917" y="182"/>
                  </a:cubicBezTo>
                  <a:cubicBezTo>
                    <a:pt x="931" y="199"/>
                    <a:pt x="919" y="232"/>
                    <a:pt x="915" y="236"/>
                  </a:cubicBezTo>
                  <a:cubicBezTo>
                    <a:pt x="914" y="237"/>
                    <a:pt x="914" y="237"/>
                    <a:pt x="914" y="238"/>
                  </a:cubicBezTo>
                  <a:cubicBezTo>
                    <a:pt x="915" y="239"/>
                    <a:pt x="915" y="239"/>
                    <a:pt x="916" y="239"/>
                  </a:cubicBezTo>
                  <a:cubicBezTo>
                    <a:pt x="935" y="237"/>
                    <a:pt x="953" y="256"/>
                    <a:pt x="959" y="287"/>
                  </a:cubicBezTo>
                  <a:cubicBezTo>
                    <a:pt x="964" y="310"/>
                    <a:pt x="963" y="334"/>
                    <a:pt x="962" y="352"/>
                  </a:cubicBezTo>
                  <a:cubicBezTo>
                    <a:pt x="962" y="359"/>
                    <a:pt x="962" y="366"/>
                    <a:pt x="962" y="371"/>
                  </a:cubicBezTo>
                  <a:cubicBezTo>
                    <a:pt x="963" y="385"/>
                    <a:pt x="944" y="400"/>
                    <a:pt x="935" y="403"/>
                  </a:cubicBezTo>
                  <a:cubicBezTo>
                    <a:pt x="935" y="403"/>
                    <a:pt x="934" y="404"/>
                    <a:pt x="934" y="404"/>
                  </a:cubicBezTo>
                  <a:cubicBezTo>
                    <a:pt x="934" y="405"/>
                    <a:pt x="935" y="406"/>
                    <a:pt x="935" y="406"/>
                  </a:cubicBezTo>
                  <a:cubicBezTo>
                    <a:pt x="957" y="413"/>
                    <a:pt x="960" y="445"/>
                    <a:pt x="961" y="471"/>
                  </a:cubicBezTo>
                  <a:cubicBezTo>
                    <a:pt x="962" y="482"/>
                    <a:pt x="962" y="482"/>
                    <a:pt x="962" y="482"/>
                  </a:cubicBezTo>
                  <a:cubicBezTo>
                    <a:pt x="962" y="505"/>
                    <a:pt x="963" y="511"/>
                    <a:pt x="955" y="523"/>
                  </a:cubicBezTo>
                  <a:cubicBezTo>
                    <a:pt x="947" y="537"/>
                    <a:pt x="928" y="543"/>
                    <a:pt x="923" y="542"/>
                  </a:cubicBezTo>
                  <a:cubicBezTo>
                    <a:pt x="922" y="541"/>
                    <a:pt x="921" y="542"/>
                    <a:pt x="921" y="542"/>
                  </a:cubicBezTo>
                  <a:cubicBezTo>
                    <a:pt x="921" y="543"/>
                    <a:pt x="921" y="544"/>
                    <a:pt x="921" y="544"/>
                  </a:cubicBezTo>
                  <a:cubicBezTo>
                    <a:pt x="923" y="546"/>
                    <a:pt x="923" y="546"/>
                    <a:pt x="923" y="546"/>
                  </a:cubicBezTo>
                  <a:cubicBezTo>
                    <a:pt x="934" y="553"/>
                    <a:pt x="950" y="565"/>
                    <a:pt x="950" y="589"/>
                  </a:cubicBezTo>
                  <a:cubicBezTo>
                    <a:pt x="950" y="613"/>
                    <a:pt x="936" y="633"/>
                    <a:pt x="927" y="648"/>
                  </a:cubicBezTo>
                  <a:cubicBezTo>
                    <a:pt x="921" y="658"/>
                    <a:pt x="921" y="658"/>
                    <a:pt x="921" y="658"/>
                  </a:cubicBezTo>
                  <a:cubicBezTo>
                    <a:pt x="906" y="684"/>
                    <a:pt x="894" y="694"/>
                    <a:pt x="883" y="703"/>
                  </a:cubicBezTo>
                  <a:cubicBezTo>
                    <a:pt x="881" y="704"/>
                    <a:pt x="881" y="704"/>
                    <a:pt x="881" y="704"/>
                  </a:cubicBezTo>
                  <a:cubicBezTo>
                    <a:pt x="877" y="708"/>
                    <a:pt x="865" y="707"/>
                    <a:pt x="853" y="702"/>
                  </a:cubicBezTo>
                  <a:cubicBezTo>
                    <a:pt x="840" y="697"/>
                    <a:pt x="825" y="685"/>
                    <a:pt x="823" y="670"/>
                  </a:cubicBezTo>
                  <a:cubicBezTo>
                    <a:pt x="823" y="669"/>
                    <a:pt x="822" y="669"/>
                    <a:pt x="822" y="669"/>
                  </a:cubicBezTo>
                  <a:cubicBezTo>
                    <a:pt x="821" y="669"/>
                    <a:pt x="820" y="670"/>
                    <a:pt x="820" y="670"/>
                  </a:cubicBezTo>
                  <a:cubicBezTo>
                    <a:pt x="819" y="684"/>
                    <a:pt x="826" y="702"/>
                    <a:pt x="839" y="725"/>
                  </a:cubicBezTo>
                  <a:cubicBezTo>
                    <a:pt x="842" y="729"/>
                    <a:pt x="842" y="733"/>
                    <a:pt x="841" y="737"/>
                  </a:cubicBezTo>
                  <a:cubicBezTo>
                    <a:pt x="837" y="748"/>
                    <a:pt x="818" y="759"/>
                    <a:pt x="787" y="770"/>
                  </a:cubicBezTo>
                  <a:cubicBezTo>
                    <a:pt x="770" y="776"/>
                    <a:pt x="770" y="776"/>
                    <a:pt x="770" y="776"/>
                  </a:cubicBezTo>
                  <a:cubicBezTo>
                    <a:pt x="741" y="786"/>
                    <a:pt x="725" y="792"/>
                    <a:pt x="712" y="790"/>
                  </a:cubicBezTo>
                  <a:cubicBezTo>
                    <a:pt x="709" y="790"/>
                    <a:pt x="707" y="788"/>
                    <a:pt x="705" y="786"/>
                  </a:cubicBezTo>
                  <a:cubicBezTo>
                    <a:pt x="701" y="779"/>
                    <a:pt x="705" y="766"/>
                    <a:pt x="705" y="766"/>
                  </a:cubicBezTo>
                  <a:cubicBezTo>
                    <a:pt x="705" y="766"/>
                    <a:pt x="705" y="766"/>
                    <a:pt x="705" y="766"/>
                  </a:cubicBezTo>
                  <a:cubicBezTo>
                    <a:pt x="705" y="766"/>
                    <a:pt x="705" y="766"/>
                    <a:pt x="705" y="766"/>
                  </a:cubicBezTo>
                  <a:cubicBezTo>
                    <a:pt x="705" y="766"/>
                    <a:pt x="705" y="766"/>
                    <a:pt x="705" y="765"/>
                  </a:cubicBezTo>
                  <a:cubicBezTo>
                    <a:pt x="705" y="765"/>
                    <a:pt x="705" y="764"/>
                    <a:pt x="704" y="764"/>
                  </a:cubicBezTo>
                  <a:cubicBezTo>
                    <a:pt x="703" y="764"/>
                    <a:pt x="703" y="764"/>
                    <a:pt x="702" y="765"/>
                  </a:cubicBezTo>
                  <a:cubicBezTo>
                    <a:pt x="702" y="765"/>
                    <a:pt x="702" y="765"/>
                    <a:pt x="702" y="765"/>
                  </a:cubicBezTo>
                  <a:cubicBezTo>
                    <a:pt x="698" y="782"/>
                    <a:pt x="684" y="790"/>
                    <a:pt x="662" y="786"/>
                  </a:cubicBezTo>
                  <a:cubicBezTo>
                    <a:pt x="639" y="782"/>
                    <a:pt x="611" y="757"/>
                    <a:pt x="608" y="746"/>
                  </a:cubicBezTo>
                  <a:cubicBezTo>
                    <a:pt x="605" y="735"/>
                    <a:pt x="621" y="718"/>
                    <a:pt x="628" y="714"/>
                  </a:cubicBezTo>
                  <a:cubicBezTo>
                    <a:pt x="628" y="713"/>
                    <a:pt x="628" y="712"/>
                    <a:pt x="628" y="712"/>
                  </a:cubicBezTo>
                  <a:cubicBezTo>
                    <a:pt x="628" y="711"/>
                    <a:pt x="627" y="711"/>
                    <a:pt x="626" y="711"/>
                  </a:cubicBezTo>
                  <a:cubicBezTo>
                    <a:pt x="622" y="712"/>
                    <a:pt x="618" y="715"/>
                    <a:pt x="614" y="717"/>
                  </a:cubicBezTo>
                  <a:cubicBezTo>
                    <a:pt x="609" y="721"/>
                    <a:pt x="604" y="724"/>
                    <a:pt x="599" y="723"/>
                  </a:cubicBezTo>
                  <a:cubicBezTo>
                    <a:pt x="595" y="722"/>
                    <a:pt x="592" y="717"/>
                    <a:pt x="588" y="710"/>
                  </a:cubicBezTo>
                  <a:cubicBezTo>
                    <a:pt x="586" y="706"/>
                    <a:pt x="583" y="701"/>
                    <a:pt x="580" y="696"/>
                  </a:cubicBezTo>
                  <a:cubicBezTo>
                    <a:pt x="575" y="688"/>
                    <a:pt x="569" y="679"/>
                    <a:pt x="565" y="669"/>
                  </a:cubicBezTo>
                  <a:cubicBezTo>
                    <a:pt x="565" y="668"/>
                    <a:pt x="565" y="668"/>
                    <a:pt x="565" y="667"/>
                  </a:cubicBezTo>
                  <a:cubicBezTo>
                    <a:pt x="565" y="665"/>
                    <a:pt x="566" y="662"/>
                    <a:pt x="567" y="659"/>
                  </a:cubicBezTo>
                  <a:cubicBezTo>
                    <a:pt x="569" y="656"/>
                    <a:pt x="570" y="653"/>
                    <a:pt x="570" y="650"/>
                  </a:cubicBezTo>
                  <a:cubicBezTo>
                    <a:pt x="570" y="650"/>
                    <a:pt x="570" y="650"/>
                    <a:pt x="570" y="650"/>
                  </a:cubicBezTo>
                  <a:cubicBezTo>
                    <a:pt x="569" y="646"/>
                    <a:pt x="567" y="643"/>
                    <a:pt x="564" y="641"/>
                  </a:cubicBezTo>
                  <a:cubicBezTo>
                    <a:pt x="561" y="637"/>
                    <a:pt x="559" y="634"/>
                    <a:pt x="559" y="631"/>
                  </a:cubicBezTo>
                  <a:cubicBezTo>
                    <a:pt x="559" y="631"/>
                    <a:pt x="559" y="630"/>
                    <a:pt x="559" y="630"/>
                  </a:cubicBezTo>
                  <a:cubicBezTo>
                    <a:pt x="559" y="630"/>
                    <a:pt x="559" y="630"/>
                    <a:pt x="559" y="630"/>
                  </a:cubicBezTo>
                  <a:cubicBezTo>
                    <a:pt x="557" y="625"/>
                    <a:pt x="557" y="621"/>
                    <a:pt x="557" y="618"/>
                  </a:cubicBezTo>
                  <a:cubicBezTo>
                    <a:pt x="557" y="611"/>
                    <a:pt x="559" y="608"/>
                    <a:pt x="560" y="607"/>
                  </a:cubicBezTo>
                  <a:cubicBezTo>
                    <a:pt x="561" y="606"/>
                    <a:pt x="562" y="606"/>
                    <a:pt x="562" y="606"/>
                  </a:cubicBezTo>
                  <a:cubicBezTo>
                    <a:pt x="562" y="605"/>
                    <a:pt x="562" y="605"/>
                    <a:pt x="562" y="604"/>
                  </a:cubicBezTo>
                  <a:cubicBezTo>
                    <a:pt x="562" y="604"/>
                    <a:pt x="562" y="604"/>
                    <a:pt x="562" y="604"/>
                  </a:cubicBezTo>
                  <a:cubicBezTo>
                    <a:pt x="562" y="603"/>
                    <a:pt x="561" y="603"/>
                    <a:pt x="560" y="603"/>
                  </a:cubicBezTo>
                  <a:cubicBezTo>
                    <a:pt x="560" y="603"/>
                    <a:pt x="560" y="603"/>
                    <a:pt x="560" y="603"/>
                  </a:cubicBezTo>
                  <a:cubicBezTo>
                    <a:pt x="560" y="602"/>
                    <a:pt x="560" y="601"/>
                    <a:pt x="560" y="600"/>
                  </a:cubicBezTo>
                  <a:cubicBezTo>
                    <a:pt x="560" y="598"/>
                    <a:pt x="560" y="596"/>
                    <a:pt x="560" y="594"/>
                  </a:cubicBezTo>
                  <a:cubicBezTo>
                    <a:pt x="560" y="592"/>
                    <a:pt x="560" y="590"/>
                    <a:pt x="559" y="589"/>
                  </a:cubicBezTo>
                  <a:cubicBezTo>
                    <a:pt x="556" y="588"/>
                    <a:pt x="556" y="588"/>
                    <a:pt x="556" y="588"/>
                  </a:cubicBezTo>
                  <a:cubicBezTo>
                    <a:pt x="556" y="588"/>
                    <a:pt x="556" y="588"/>
                    <a:pt x="555" y="588"/>
                  </a:cubicBezTo>
                  <a:cubicBezTo>
                    <a:pt x="555" y="588"/>
                    <a:pt x="555" y="589"/>
                    <a:pt x="555" y="589"/>
                  </a:cubicBezTo>
                  <a:cubicBezTo>
                    <a:pt x="553" y="598"/>
                    <a:pt x="543" y="606"/>
                    <a:pt x="528" y="605"/>
                  </a:cubicBezTo>
                  <a:cubicBezTo>
                    <a:pt x="519" y="605"/>
                    <a:pt x="514" y="602"/>
                    <a:pt x="509" y="598"/>
                  </a:cubicBezTo>
                  <a:cubicBezTo>
                    <a:pt x="505" y="595"/>
                    <a:pt x="500" y="592"/>
                    <a:pt x="494" y="592"/>
                  </a:cubicBezTo>
                  <a:cubicBezTo>
                    <a:pt x="488" y="592"/>
                    <a:pt x="484" y="595"/>
                    <a:pt x="480" y="598"/>
                  </a:cubicBezTo>
                  <a:cubicBezTo>
                    <a:pt x="475" y="602"/>
                    <a:pt x="470" y="605"/>
                    <a:pt x="461" y="605"/>
                  </a:cubicBezTo>
                  <a:cubicBezTo>
                    <a:pt x="444" y="607"/>
                    <a:pt x="436" y="604"/>
                    <a:pt x="435" y="596"/>
                  </a:cubicBezTo>
                  <a:cubicBezTo>
                    <a:pt x="435" y="595"/>
                    <a:pt x="434" y="595"/>
                    <a:pt x="433" y="595"/>
                  </a:cubicBezTo>
                  <a:cubicBezTo>
                    <a:pt x="429" y="595"/>
                    <a:pt x="418" y="595"/>
                    <a:pt x="417" y="598"/>
                  </a:cubicBezTo>
                  <a:cubicBezTo>
                    <a:pt x="417" y="599"/>
                    <a:pt x="417" y="600"/>
                    <a:pt x="419" y="601"/>
                  </a:cubicBezTo>
                  <a:cubicBezTo>
                    <a:pt x="424" y="604"/>
                    <a:pt x="431" y="611"/>
                    <a:pt x="431" y="618"/>
                  </a:cubicBezTo>
                  <a:cubicBezTo>
                    <a:pt x="431" y="623"/>
                    <a:pt x="429" y="628"/>
                    <a:pt x="423" y="632"/>
                  </a:cubicBezTo>
                  <a:cubicBezTo>
                    <a:pt x="415" y="636"/>
                    <a:pt x="411" y="637"/>
                    <a:pt x="409" y="637"/>
                  </a:cubicBezTo>
                  <a:cubicBezTo>
                    <a:pt x="408" y="637"/>
                    <a:pt x="407" y="638"/>
                    <a:pt x="406" y="639"/>
                  </a:cubicBezTo>
                  <a:cubicBezTo>
                    <a:pt x="406" y="640"/>
                    <a:pt x="407" y="640"/>
                    <a:pt x="408" y="641"/>
                  </a:cubicBezTo>
                  <a:cubicBezTo>
                    <a:pt x="409" y="643"/>
                    <a:pt x="412" y="645"/>
                    <a:pt x="415" y="649"/>
                  </a:cubicBezTo>
                  <a:cubicBezTo>
                    <a:pt x="425" y="663"/>
                    <a:pt x="414" y="680"/>
                    <a:pt x="404" y="696"/>
                  </a:cubicBezTo>
                  <a:cubicBezTo>
                    <a:pt x="400" y="702"/>
                    <a:pt x="400" y="702"/>
                    <a:pt x="400" y="702"/>
                  </a:cubicBezTo>
                  <a:cubicBezTo>
                    <a:pt x="394" y="713"/>
                    <a:pt x="394" y="713"/>
                    <a:pt x="394" y="713"/>
                  </a:cubicBezTo>
                  <a:cubicBezTo>
                    <a:pt x="387" y="726"/>
                    <a:pt x="383" y="734"/>
                    <a:pt x="366" y="727"/>
                  </a:cubicBezTo>
                  <a:cubicBezTo>
                    <a:pt x="365" y="726"/>
                    <a:pt x="365" y="727"/>
                    <a:pt x="364" y="727"/>
                  </a:cubicBezTo>
                  <a:cubicBezTo>
                    <a:pt x="364" y="728"/>
                    <a:pt x="364" y="729"/>
                    <a:pt x="364" y="729"/>
                  </a:cubicBezTo>
                  <a:cubicBezTo>
                    <a:pt x="373" y="739"/>
                    <a:pt x="377" y="748"/>
                    <a:pt x="376" y="756"/>
                  </a:cubicBezTo>
                  <a:cubicBezTo>
                    <a:pt x="374" y="766"/>
                    <a:pt x="365" y="771"/>
                    <a:pt x="365" y="771"/>
                  </a:cubicBezTo>
                  <a:cubicBezTo>
                    <a:pt x="364" y="771"/>
                    <a:pt x="331" y="794"/>
                    <a:pt x="307" y="792"/>
                  </a:cubicBezTo>
                  <a:cubicBezTo>
                    <a:pt x="290" y="791"/>
                    <a:pt x="290" y="791"/>
                    <a:pt x="290" y="791"/>
                  </a:cubicBezTo>
                  <a:cubicBezTo>
                    <a:pt x="266" y="791"/>
                    <a:pt x="239" y="790"/>
                    <a:pt x="233" y="770"/>
                  </a:cubicBezTo>
                  <a:cubicBezTo>
                    <a:pt x="233" y="770"/>
                    <a:pt x="233" y="769"/>
                    <a:pt x="232" y="769"/>
                  </a:cubicBezTo>
                  <a:cubicBezTo>
                    <a:pt x="231" y="769"/>
                    <a:pt x="231" y="770"/>
                    <a:pt x="231" y="770"/>
                  </a:cubicBezTo>
                  <a:cubicBezTo>
                    <a:pt x="229" y="773"/>
                    <a:pt x="227" y="775"/>
                    <a:pt x="222" y="777"/>
                  </a:cubicBezTo>
                  <a:cubicBezTo>
                    <a:pt x="203" y="783"/>
                    <a:pt x="160" y="769"/>
                    <a:pt x="136" y="754"/>
                  </a:cubicBezTo>
                  <a:cubicBezTo>
                    <a:pt x="132" y="751"/>
                    <a:pt x="128" y="748"/>
                    <a:pt x="123" y="745"/>
                  </a:cubicBezTo>
                  <a:cubicBezTo>
                    <a:pt x="111" y="737"/>
                    <a:pt x="102" y="731"/>
                    <a:pt x="107" y="712"/>
                  </a:cubicBezTo>
                  <a:cubicBezTo>
                    <a:pt x="110" y="701"/>
                    <a:pt x="120" y="694"/>
                    <a:pt x="129" y="688"/>
                  </a:cubicBezTo>
                  <a:cubicBezTo>
                    <a:pt x="138" y="682"/>
                    <a:pt x="148" y="675"/>
                    <a:pt x="151" y="664"/>
                  </a:cubicBezTo>
                  <a:cubicBezTo>
                    <a:pt x="151" y="663"/>
                    <a:pt x="151" y="663"/>
                    <a:pt x="150" y="662"/>
                  </a:cubicBezTo>
                  <a:cubicBezTo>
                    <a:pt x="150" y="662"/>
                    <a:pt x="149" y="662"/>
                    <a:pt x="148" y="662"/>
                  </a:cubicBezTo>
                  <a:cubicBezTo>
                    <a:pt x="128" y="682"/>
                    <a:pt x="88" y="690"/>
                    <a:pt x="65" y="671"/>
                  </a:cubicBezTo>
                  <a:cubicBezTo>
                    <a:pt x="50" y="659"/>
                    <a:pt x="46" y="639"/>
                    <a:pt x="42" y="621"/>
                  </a:cubicBezTo>
                  <a:cubicBezTo>
                    <a:pt x="38" y="604"/>
                    <a:pt x="38" y="604"/>
                    <a:pt x="38" y="604"/>
                  </a:cubicBezTo>
                  <a:cubicBezTo>
                    <a:pt x="29" y="573"/>
                    <a:pt x="21" y="541"/>
                    <a:pt x="34" y="521"/>
                  </a:cubicBezTo>
                  <a:cubicBezTo>
                    <a:pt x="42" y="510"/>
                    <a:pt x="57" y="504"/>
                    <a:pt x="79" y="502"/>
                  </a:cubicBezTo>
                  <a:cubicBezTo>
                    <a:pt x="80" y="502"/>
                    <a:pt x="80" y="502"/>
                    <a:pt x="80" y="501"/>
                  </a:cubicBezTo>
                  <a:cubicBezTo>
                    <a:pt x="80" y="500"/>
                    <a:pt x="80" y="499"/>
                    <a:pt x="79" y="499"/>
                  </a:cubicBezTo>
                  <a:cubicBezTo>
                    <a:pt x="66" y="496"/>
                    <a:pt x="66" y="496"/>
                    <a:pt x="66" y="496"/>
                  </a:cubicBezTo>
                  <a:cubicBezTo>
                    <a:pt x="66" y="496"/>
                    <a:pt x="65" y="496"/>
                    <a:pt x="65" y="496"/>
                  </a:cubicBezTo>
                  <a:cubicBezTo>
                    <a:pt x="41" y="494"/>
                    <a:pt x="12" y="481"/>
                    <a:pt x="7" y="462"/>
                  </a:cubicBezTo>
                  <a:cubicBezTo>
                    <a:pt x="0" y="438"/>
                    <a:pt x="1" y="417"/>
                    <a:pt x="11" y="405"/>
                  </a:cubicBezTo>
                  <a:cubicBezTo>
                    <a:pt x="17" y="396"/>
                    <a:pt x="28" y="392"/>
                    <a:pt x="42" y="392"/>
                  </a:cubicBezTo>
                  <a:cubicBezTo>
                    <a:pt x="43" y="392"/>
                    <a:pt x="43" y="392"/>
                    <a:pt x="44" y="391"/>
                  </a:cubicBezTo>
                  <a:cubicBezTo>
                    <a:pt x="44" y="390"/>
                    <a:pt x="43" y="389"/>
                    <a:pt x="43" y="389"/>
                  </a:cubicBezTo>
                  <a:cubicBezTo>
                    <a:pt x="14" y="377"/>
                    <a:pt x="15" y="370"/>
                    <a:pt x="20" y="341"/>
                  </a:cubicBezTo>
                  <a:cubicBezTo>
                    <a:pt x="21" y="336"/>
                    <a:pt x="21" y="336"/>
                    <a:pt x="21" y="336"/>
                  </a:cubicBezTo>
                  <a:cubicBezTo>
                    <a:pt x="27" y="303"/>
                    <a:pt x="38" y="292"/>
                    <a:pt x="68" y="277"/>
                  </a:cubicBezTo>
                  <a:cubicBezTo>
                    <a:pt x="68" y="277"/>
                    <a:pt x="68" y="276"/>
                    <a:pt x="68" y="276"/>
                  </a:cubicBezTo>
                  <a:cubicBezTo>
                    <a:pt x="68" y="275"/>
                    <a:pt x="68" y="274"/>
                    <a:pt x="67" y="274"/>
                  </a:cubicBezTo>
                  <a:cubicBezTo>
                    <a:pt x="48" y="270"/>
                    <a:pt x="45" y="255"/>
                    <a:pt x="45" y="244"/>
                  </a:cubicBezTo>
                  <a:cubicBezTo>
                    <a:pt x="47" y="214"/>
                    <a:pt x="77" y="174"/>
                    <a:pt x="100" y="171"/>
                  </a:cubicBezTo>
                  <a:cubicBezTo>
                    <a:pt x="101" y="171"/>
                    <a:pt x="101" y="170"/>
                    <a:pt x="102" y="170"/>
                  </a:cubicBezTo>
                  <a:cubicBezTo>
                    <a:pt x="102" y="169"/>
                    <a:pt x="102" y="169"/>
                    <a:pt x="102" y="168"/>
                  </a:cubicBezTo>
                  <a:cubicBezTo>
                    <a:pt x="95" y="156"/>
                    <a:pt x="100" y="143"/>
                    <a:pt x="105" y="135"/>
                  </a:cubicBezTo>
                  <a:cubicBezTo>
                    <a:pt x="119" y="113"/>
                    <a:pt x="147" y="98"/>
                    <a:pt x="171" y="99"/>
                  </a:cubicBezTo>
                  <a:cubicBezTo>
                    <a:pt x="185" y="99"/>
                    <a:pt x="196" y="106"/>
                    <a:pt x="202" y="118"/>
                  </a:cubicBezTo>
                  <a:cubicBezTo>
                    <a:pt x="202" y="119"/>
                    <a:pt x="203" y="119"/>
                    <a:pt x="203" y="119"/>
                  </a:cubicBezTo>
                  <a:cubicBezTo>
                    <a:pt x="204" y="119"/>
                    <a:pt x="205" y="118"/>
                    <a:pt x="205" y="118"/>
                  </a:cubicBezTo>
                  <a:cubicBezTo>
                    <a:pt x="206" y="110"/>
                    <a:pt x="206" y="110"/>
                    <a:pt x="206" y="110"/>
                  </a:cubicBezTo>
                  <a:cubicBezTo>
                    <a:pt x="206" y="110"/>
                    <a:pt x="206" y="100"/>
                    <a:pt x="206" y="100"/>
                  </a:cubicBezTo>
                  <a:cubicBezTo>
                    <a:pt x="206" y="86"/>
                    <a:pt x="206" y="72"/>
                    <a:pt x="212" y="65"/>
                  </a:cubicBezTo>
                  <a:cubicBezTo>
                    <a:pt x="218" y="59"/>
                    <a:pt x="230" y="56"/>
                    <a:pt x="242" y="54"/>
                  </a:cubicBezTo>
                  <a:cubicBezTo>
                    <a:pt x="255" y="51"/>
                    <a:pt x="255" y="51"/>
                    <a:pt x="255" y="51"/>
                  </a:cubicBezTo>
                  <a:cubicBezTo>
                    <a:pt x="257" y="50"/>
                    <a:pt x="257" y="50"/>
                    <a:pt x="257" y="50"/>
                  </a:cubicBezTo>
                  <a:cubicBezTo>
                    <a:pt x="297" y="37"/>
                    <a:pt x="312" y="32"/>
                    <a:pt x="335" y="73"/>
                  </a:cubicBezTo>
                  <a:cubicBezTo>
                    <a:pt x="335" y="73"/>
                    <a:pt x="336" y="74"/>
                    <a:pt x="336" y="73"/>
                  </a:cubicBezTo>
                  <a:close/>
                  <a:moveTo>
                    <a:pt x="922" y="545"/>
                  </a:moveTo>
                  <a:cubicBezTo>
                    <a:pt x="922" y="545"/>
                    <a:pt x="922" y="545"/>
                    <a:pt x="922" y="545"/>
                  </a:cubicBezTo>
                  <a:cubicBezTo>
                    <a:pt x="922" y="545"/>
                    <a:pt x="922" y="545"/>
                    <a:pt x="922" y="545"/>
                  </a:cubicBezTo>
                  <a:close/>
                  <a:moveTo>
                    <a:pt x="823" y="136"/>
                  </a:moveTo>
                  <a:cubicBezTo>
                    <a:pt x="823" y="136"/>
                    <a:pt x="823" y="136"/>
                    <a:pt x="823" y="136"/>
                  </a:cubicBezTo>
                  <a:cubicBezTo>
                    <a:pt x="823" y="137"/>
                    <a:pt x="823" y="137"/>
                    <a:pt x="823" y="137"/>
                  </a:cubicBezTo>
                  <a:cubicBezTo>
                    <a:pt x="823" y="137"/>
                    <a:pt x="823" y="137"/>
                    <a:pt x="823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4" name="Freeform 543">
              <a:extLst>
                <a:ext uri="{FF2B5EF4-FFF2-40B4-BE49-F238E27FC236}">
                  <a16:creationId xmlns:a16="http://schemas.microsoft.com/office/drawing/2014/main" id="{4987A3E5-1D62-4410-ABA6-212B83DB60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92" y="1584"/>
              <a:ext cx="2964" cy="1550"/>
            </a:xfrm>
            <a:custGeom>
              <a:avLst/>
              <a:gdLst>
                <a:gd name="T0" fmla="*/ 26676 w 983"/>
                <a:gd name="T1" fmla="*/ 5120 h 482"/>
                <a:gd name="T2" fmla="*/ 21438 w 983"/>
                <a:gd name="T3" fmla="*/ 7747 h 482"/>
                <a:gd name="T4" fmla="*/ 19494 w 983"/>
                <a:gd name="T5" fmla="*/ 8840 h 482"/>
                <a:gd name="T6" fmla="*/ 20039 w 983"/>
                <a:gd name="T7" fmla="*/ 11541 h 482"/>
                <a:gd name="T8" fmla="*/ 17820 w 983"/>
                <a:gd name="T9" fmla="*/ 5615 h 482"/>
                <a:gd name="T10" fmla="*/ 17247 w 983"/>
                <a:gd name="T11" fmla="*/ 6721 h 482"/>
                <a:gd name="T12" fmla="*/ 19192 w 983"/>
                <a:gd name="T13" fmla="*/ 11770 h 482"/>
                <a:gd name="T14" fmla="*/ 17302 w 983"/>
                <a:gd name="T15" fmla="*/ 9679 h 482"/>
                <a:gd name="T16" fmla="*/ 16394 w 983"/>
                <a:gd name="T17" fmla="*/ 7351 h 482"/>
                <a:gd name="T18" fmla="*/ 15902 w 983"/>
                <a:gd name="T19" fmla="*/ 10011 h 482"/>
                <a:gd name="T20" fmla="*/ 15601 w 983"/>
                <a:gd name="T21" fmla="*/ 9078 h 482"/>
                <a:gd name="T22" fmla="*/ 15710 w 983"/>
                <a:gd name="T23" fmla="*/ 11136 h 482"/>
                <a:gd name="T24" fmla="*/ 15411 w 983"/>
                <a:gd name="T25" fmla="*/ 12741 h 482"/>
                <a:gd name="T26" fmla="*/ 13457 w 983"/>
                <a:gd name="T27" fmla="*/ 11738 h 482"/>
                <a:gd name="T28" fmla="*/ 12037 w 983"/>
                <a:gd name="T29" fmla="*/ 10580 h 482"/>
                <a:gd name="T30" fmla="*/ 11591 w 983"/>
                <a:gd name="T31" fmla="*/ 9773 h 482"/>
                <a:gd name="T32" fmla="*/ 10448 w 983"/>
                <a:gd name="T33" fmla="*/ 9950 h 482"/>
                <a:gd name="T34" fmla="*/ 10038 w 983"/>
                <a:gd name="T35" fmla="*/ 10114 h 482"/>
                <a:gd name="T36" fmla="*/ 9239 w 983"/>
                <a:gd name="T37" fmla="*/ 11004 h 482"/>
                <a:gd name="T38" fmla="*/ 9929 w 983"/>
                <a:gd name="T39" fmla="*/ 8750 h 482"/>
                <a:gd name="T40" fmla="*/ 10146 w 983"/>
                <a:gd name="T41" fmla="*/ 7445 h 482"/>
                <a:gd name="T42" fmla="*/ 9209 w 983"/>
                <a:gd name="T43" fmla="*/ 8149 h 482"/>
                <a:gd name="T44" fmla="*/ 9266 w 983"/>
                <a:gd name="T45" fmla="*/ 5956 h 482"/>
                <a:gd name="T46" fmla="*/ 6163 w 983"/>
                <a:gd name="T47" fmla="*/ 5284 h 482"/>
                <a:gd name="T48" fmla="*/ 437 w 983"/>
                <a:gd name="T49" fmla="*/ 6557 h 482"/>
                <a:gd name="T50" fmla="*/ 3401 w 983"/>
                <a:gd name="T51" fmla="*/ 4261 h 482"/>
                <a:gd name="T52" fmla="*/ 1345 w 983"/>
                <a:gd name="T53" fmla="*/ 2026 h 482"/>
                <a:gd name="T54" fmla="*/ 1399 w 983"/>
                <a:gd name="T55" fmla="*/ 14963 h 482"/>
                <a:gd name="T56" fmla="*/ 12938 w 983"/>
                <a:gd name="T57" fmla="*/ 14500 h 482"/>
                <a:gd name="T58" fmla="*/ 25192 w 983"/>
                <a:gd name="T59" fmla="*/ 11934 h 482"/>
                <a:gd name="T60" fmla="*/ 26757 w 983"/>
                <a:gd name="T61" fmla="*/ 3328 h 482"/>
                <a:gd name="T62" fmla="*/ 1236 w 983"/>
                <a:gd name="T63" fmla="*/ 2627 h 482"/>
                <a:gd name="T64" fmla="*/ 573 w 983"/>
                <a:gd name="T65" fmla="*/ 6557 h 482"/>
                <a:gd name="T66" fmla="*/ 8747 w 983"/>
                <a:gd name="T67" fmla="*/ 8615 h 482"/>
                <a:gd name="T68" fmla="*/ 8057 w 983"/>
                <a:gd name="T69" fmla="*/ 10413 h 482"/>
                <a:gd name="T70" fmla="*/ 9700 w 983"/>
                <a:gd name="T71" fmla="*/ 9245 h 482"/>
                <a:gd name="T72" fmla="*/ 9700 w 983"/>
                <a:gd name="T73" fmla="*/ 9277 h 482"/>
                <a:gd name="T74" fmla="*/ 9866 w 983"/>
                <a:gd name="T75" fmla="*/ 11570 h 482"/>
                <a:gd name="T76" fmla="*/ 10363 w 983"/>
                <a:gd name="T77" fmla="*/ 9908 h 482"/>
                <a:gd name="T78" fmla="*/ 11738 w 983"/>
                <a:gd name="T79" fmla="*/ 9979 h 482"/>
                <a:gd name="T80" fmla="*/ 11847 w 983"/>
                <a:gd name="T81" fmla="*/ 12069 h 482"/>
                <a:gd name="T82" fmla="*/ 15821 w 983"/>
                <a:gd name="T83" fmla="*/ 9712 h 482"/>
                <a:gd name="T84" fmla="*/ 15357 w 983"/>
                <a:gd name="T85" fmla="*/ 12111 h 482"/>
                <a:gd name="T86" fmla="*/ 17084 w 983"/>
                <a:gd name="T87" fmla="*/ 9380 h 482"/>
                <a:gd name="T88" fmla="*/ 17329 w 983"/>
                <a:gd name="T89" fmla="*/ 9815 h 482"/>
                <a:gd name="T90" fmla="*/ 17929 w 983"/>
                <a:gd name="T91" fmla="*/ 6721 h 482"/>
                <a:gd name="T92" fmla="*/ 19056 w 983"/>
                <a:gd name="T93" fmla="*/ 7351 h 482"/>
                <a:gd name="T94" fmla="*/ 18857 w 983"/>
                <a:gd name="T95" fmla="*/ 10342 h 482"/>
                <a:gd name="T96" fmla="*/ 19439 w 983"/>
                <a:gd name="T97" fmla="*/ 8946 h 482"/>
                <a:gd name="T98" fmla="*/ 21737 w 983"/>
                <a:gd name="T99" fmla="*/ 10278 h 482"/>
                <a:gd name="T100" fmla="*/ 25684 w 983"/>
                <a:gd name="T101" fmla="*/ 1129 h 482"/>
                <a:gd name="T102" fmla="*/ 26266 w 983"/>
                <a:gd name="T103" fmla="*/ 11602 h 482"/>
                <a:gd name="T104" fmla="*/ 15266 w 983"/>
                <a:gd name="T105" fmla="*/ 14198 h 482"/>
                <a:gd name="T106" fmla="*/ 8527 w 983"/>
                <a:gd name="T107" fmla="*/ 12275 h 482"/>
                <a:gd name="T108" fmla="*/ 5865 w 983"/>
                <a:gd name="T109" fmla="*/ 7776 h 482"/>
                <a:gd name="T110" fmla="*/ 6245 w 983"/>
                <a:gd name="T111" fmla="*/ 5190 h 482"/>
                <a:gd name="T112" fmla="*/ 9592 w 983"/>
                <a:gd name="T113" fmla="*/ 12442 h 482"/>
                <a:gd name="T114" fmla="*/ 13548 w 983"/>
                <a:gd name="T115" fmla="*/ 12667 h 482"/>
                <a:gd name="T116" fmla="*/ 14066 w 983"/>
                <a:gd name="T117" fmla="*/ 9773 h 482"/>
                <a:gd name="T118" fmla="*/ 16557 w 983"/>
                <a:gd name="T119" fmla="*/ 13133 h 482"/>
                <a:gd name="T120" fmla="*/ 21574 w 983"/>
                <a:gd name="T121" fmla="*/ 9773 h 482"/>
                <a:gd name="T122" fmla="*/ 21547 w 983"/>
                <a:gd name="T123" fmla="*/ 11509 h 482"/>
                <a:gd name="T124" fmla="*/ 26483 w 983"/>
                <a:gd name="T125" fmla="*/ 6814 h 4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983" h="482">
                  <a:moveTo>
                    <a:pt x="930" y="1"/>
                  </a:moveTo>
                  <a:cubicBezTo>
                    <a:pt x="930" y="1"/>
                    <a:pt x="929" y="1"/>
                    <a:pt x="929" y="2"/>
                  </a:cubicBezTo>
                  <a:cubicBezTo>
                    <a:pt x="930" y="7"/>
                    <a:pt x="930" y="7"/>
                    <a:pt x="930" y="7"/>
                  </a:cubicBezTo>
                  <a:cubicBezTo>
                    <a:pt x="930" y="7"/>
                    <a:pt x="930" y="7"/>
                    <a:pt x="930" y="7"/>
                  </a:cubicBezTo>
                  <a:cubicBezTo>
                    <a:pt x="933" y="11"/>
                    <a:pt x="933" y="16"/>
                    <a:pt x="933" y="22"/>
                  </a:cubicBezTo>
                  <a:cubicBezTo>
                    <a:pt x="933" y="26"/>
                    <a:pt x="933" y="26"/>
                    <a:pt x="933" y="26"/>
                  </a:cubicBezTo>
                  <a:cubicBezTo>
                    <a:pt x="934" y="34"/>
                    <a:pt x="934" y="34"/>
                    <a:pt x="934" y="34"/>
                  </a:cubicBezTo>
                  <a:cubicBezTo>
                    <a:pt x="934" y="35"/>
                    <a:pt x="933" y="36"/>
                    <a:pt x="932" y="36"/>
                  </a:cubicBezTo>
                  <a:cubicBezTo>
                    <a:pt x="926" y="37"/>
                    <a:pt x="922" y="43"/>
                    <a:pt x="920" y="46"/>
                  </a:cubicBezTo>
                  <a:cubicBezTo>
                    <a:pt x="918" y="49"/>
                    <a:pt x="918" y="49"/>
                    <a:pt x="918" y="49"/>
                  </a:cubicBezTo>
                  <a:cubicBezTo>
                    <a:pt x="910" y="62"/>
                    <a:pt x="902" y="75"/>
                    <a:pt x="889" y="82"/>
                  </a:cubicBezTo>
                  <a:cubicBezTo>
                    <a:pt x="883" y="85"/>
                    <a:pt x="883" y="85"/>
                    <a:pt x="883" y="85"/>
                  </a:cubicBezTo>
                  <a:cubicBezTo>
                    <a:pt x="874" y="90"/>
                    <a:pt x="853" y="103"/>
                    <a:pt x="847" y="122"/>
                  </a:cubicBezTo>
                  <a:cubicBezTo>
                    <a:pt x="847" y="123"/>
                    <a:pt x="847" y="123"/>
                    <a:pt x="848" y="124"/>
                  </a:cubicBezTo>
                  <a:cubicBezTo>
                    <a:pt x="848" y="124"/>
                    <a:pt x="848" y="124"/>
                    <a:pt x="849" y="124"/>
                  </a:cubicBezTo>
                  <a:cubicBezTo>
                    <a:pt x="852" y="124"/>
                    <a:pt x="852" y="124"/>
                    <a:pt x="852" y="124"/>
                  </a:cubicBezTo>
                  <a:cubicBezTo>
                    <a:pt x="852" y="123"/>
                    <a:pt x="853" y="123"/>
                    <a:pt x="853" y="123"/>
                  </a:cubicBezTo>
                  <a:cubicBezTo>
                    <a:pt x="857" y="109"/>
                    <a:pt x="874" y="98"/>
                    <a:pt x="886" y="92"/>
                  </a:cubicBezTo>
                  <a:cubicBezTo>
                    <a:pt x="892" y="89"/>
                    <a:pt x="892" y="89"/>
                    <a:pt x="892" y="89"/>
                  </a:cubicBezTo>
                  <a:cubicBezTo>
                    <a:pt x="907" y="80"/>
                    <a:pt x="916" y="66"/>
                    <a:pt x="924" y="53"/>
                  </a:cubicBezTo>
                  <a:cubicBezTo>
                    <a:pt x="926" y="50"/>
                    <a:pt x="926" y="50"/>
                    <a:pt x="926" y="50"/>
                  </a:cubicBezTo>
                  <a:cubicBezTo>
                    <a:pt x="930" y="44"/>
                    <a:pt x="932" y="43"/>
                    <a:pt x="935" y="43"/>
                  </a:cubicBezTo>
                  <a:cubicBezTo>
                    <a:pt x="938" y="43"/>
                    <a:pt x="940" y="47"/>
                    <a:pt x="942" y="50"/>
                  </a:cubicBezTo>
                  <a:cubicBezTo>
                    <a:pt x="944" y="52"/>
                    <a:pt x="944" y="52"/>
                    <a:pt x="944" y="52"/>
                  </a:cubicBezTo>
                  <a:cubicBezTo>
                    <a:pt x="945" y="53"/>
                    <a:pt x="945" y="53"/>
                    <a:pt x="945" y="53"/>
                  </a:cubicBezTo>
                  <a:cubicBezTo>
                    <a:pt x="949" y="58"/>
                    <a:pt x="949" y="58"/>
                    <a:pt x="949" y="58"/>
                  </a:cubicBezTo>
                  <a:cubicBezTo>
                    <a:pt x="952" y="62"/>
                    <a:pt x="955" y="66"/>
                    <a:pt x="958" y="71"/>
                  </a:cubicBezTo>
                  <a:cubicBezTo>
                    <a:pt x="963" y="80"/>
                    <a:pt x="966" y="88"/>
                    <a:pt x="969" y="101"/>
                  </a:cubicBezTo>
                  <a:cubicBezTo>
                    <a:pt x="972" y="115"/>
                    <a:pt x="976" y="136"/>
                    <a:pt x="973" y="154"/>
                  </a:cubicBezTo>
                  <a:cubicBezTo>
                    <a:pt x="971" y="163"/>
                    <a:pt x="971" y="170"/>
                    <a:pt x="971" y="177"/>
                  </a:cubicBezTo>
                  <a:cubicBezTo>
                    <a:pt x="970" y="195"/>
                    <a:pt x="970" y="195"/>
                    <a:pt x="970" y="195"/>
                  </a:cubicBezTo>
                  <a:cubicBezTo>
                    <a:pt x="970" y="197"/>
                    <a:pt x="966" y="200"/>
                    <a:pt x="964" y="203"/>
                  </a:cubicBezTo>
                  <a:cubicBezTo>
                    <a:pt x="961" y="206"/>
                    <a:pt x="958" y="209"/>
                    <a:pt x="957" y="212"/>
                  </a:cubicBezTo>
                  <a:cubicBezTo>
                    <a:pt x="955" y="219"/>
                    <a:pt x="957" y="224"/>
                    <a:pt x="959" y="229"/>
                  </a:cubicBezTo>
                  <a:cubicBezTo>
                    <a:pt x="961" y="234"/>
                    <a:pt x="961" y="234"/>
                    <a:pt x="961" y="234"/>
                  </a:cubicBezTo>
                  <a:cubicBezTo>
                    <a:pt x="964" y="244"/>
                    <a:pt x="964" y="244"/>
                    <a:pt x="964" y="244"/>
                  </a:cubicBezTo>
                  <a:cubicBezTo>
                    <a:pt x="967" y="255"/>
                    <a:pt x="967" y="255"/>
                    <a:pt x="967" y="255"/>
                  </a:cubicBezTo>
                  <a:cubicBezTo>
                    <a:pt x="970" y="262"/>
                    <a:pt x="971" y="268"/>
                    <a:pt x="970" y="272"/>
                  </a:cubicBezTo>
                  <a:cubicBezTo>
                    <a:pt x="970" y="287"/>
                    <a:pt x="970" y="287"/>
                    <a:pt x="970" y="287"/>
                  </a:cubicBezTo>
                  <a:cubicBezTo>
                    <a:pt x="969" y="290"/>
                    <a:pt x="969" y="293"/>
                    <a:pt x="970" y="299"/>
                  </a:cubicBezTo>
                  <a:cubicBezTo>
                    <a:pt x="971" y="313"/>
                    <a:pt x="972" y="335"/>
                    <a:pt x="955" y="345"/>
                  </a:cubicBezTo>
                  <a:cubicBezTo>
                    <a:pt x="939" y="356"/>
                    <a:pt x="917" y="349"/>
                    <a:pt x="900" y="344"/>
                  </a:cubicBezTo>
                  <a:cubicBezTo>
                    <a:pt x="892" y="342"/>
                    <a:pt x="885" y="340"/>
                    <a:pt x="880" y="340"/>
                  </a:cubicBezTo>
                  <a:cubicBezTo>
                    <a:pt x="870" y="339"/>
                    <a:pt x="858" y="337"/>
                    <a:pt x="848" y="336"/>
                  </a:cubicBezTo>
                  <a:cubicBezTo>
                    <a:pt x="838" y="335"/>
                    <a:pt x="829" y="333"/>
                    <a:pt x="823" y="333"/>
                  </a:cubicBezTo>
                  <a:cubicBezTo>
                    <a:pt x="814" y="333"/>
                    <a:pt x="811" y="331"/>
                    <a:pt x="807" y="327"/>
                  </a:cubicBezTo>
                  <a:cubicBezTo>
                    <a:pt x="806" y="326"/>
                    <a:pt x="803" y="324"/>
                    <a:pt x="802" y="320"/>
                  </a:cubicBezTo>
                  <a:cubicBezTo>
                    <a:pt x="802" y="320"/>
                    <a:pt x="802" y="316"/>
                    <a:pt x="802" y="316"/>
                  </a:cubicBezTo>
                  <a:cubicBezTo>
                    <a:pt x="799" y="300"/>
                    <a:pt x="799" y="300"/>
                    <a:pt x="799" y="300"/>
                  </a:cubicBezTo>
                  <a:cubicBezTo>
                    <a:pt x="798" y="290"/>
                    <a:pt x="797" y="282"/>
                    <a:pt x="794" y="269"/>
                  </a:cubicBezTo>
                  <a:cubicBezTo>
                    <a:pt x="789" y="249"/>
                    <a:pt x="788" y="239"/>
                    <a:pt x="788" y="233"/>
                  </a:cubicBezTo>
                  <a:cubicBezTo>
                    <a:pt x="788" y="229"/>
                    <a:pt x="789" y="227"/>
                    <a:pt x="789" y="226"/>
                  </a:cubicBezTo>
                  <a:cubicBezTo>
                    <a:pt x="789" y="226"/>
                    <a:pt x="789" y="226"/>
                    <a:pt x="789" y="225"/>
                  </a:cubicBezTo>
                  <a:cubicBezTo>
                    <a:pt x="789" y="225"/>
                    <a:pt x="789" y="225"/>
                    <a:pt x="789" y="225"/>
                  </a:cubicBezTo>
                  <a:cubicBezTo>
                    <a:pt x="787" y="221"/>
                    <a:pt x="787" y="221"/>
                    <a:pt x="787" y="221"/>
                  </a:cubicBezTo>
                  <a:cubicBezTo>
                    <a:pt x="787" y="220"/>
                    <a:pt x="787" y="220"/>
                    <a:pt x="786" y="220"/>
                  </a:cubicBezTo>
                  <a:cubicBezTo>
                    <a:pt x="786" y="220"/>
                    <a:pt x="785" y="220"/>
                    <a:pt x="785" y="220"/>
                  </a:cubicBezTo>
                  <a:cubicBezTo>
                    <a:pt x="783" y="223"/>
                    <a:pt x="782" y="228"/>
                    <a:pt x="782" y="233"/>
                  </a:cubicBezTo>
                  <a:cubicBezTo>
                    <a:pt x="779" y="212"/>
                    <a:pt x="775" y="183"/>
                    <a:pt x="775" y="170"/>
                  </a:cubicBezTo>
                  <a:cubicBezTo>
                    <a:pt x="775" y="169"/>
                    <a:pt x="775" y="168"/>
                    <a:pt x="775" y="167"/>
                  </a:cubicBezTo>
                  <a:cubicBezTo>
                    <a:pt x="775" y="167"/>
                    <a:pt x="775" y="167"/>
                    <a:pt x="775" y="167"/>
                  </a:cubicBezTo>
                  <a:cubicBezTo>
                    <a:pt x="775" y="165"/>
                    <a:pt x="773" y="162"/>
                    <a:pt x="773" y="162"/>
                  </a:cubicBezTo>
                  <a:cubicBezTo>
                    <a:pt x="772" y="161"/>
                    <a:pt x="772" y="161"/>
                    <a:pt x="771" y="161"/>
                  </a:cubicBezTo>
                  <a:cubicBezTo>
                    <a:pt x="771" y="161"/>
                    <a:pt x="770" y="161"/>
                    <a:pt x="770" y="162"/>
                  </a:cubicBezTo>
                  <a:cubicBezTo>
                    <a:pt x="769" y="164"/>
                    <a:pt x="769" y="168"/>
                    <a:pt x="769" y="172"/>
                  </a:cubicBezTo>
                  <a:cubicBezTo>
                    <a:pt x="769" y="178"/>
                    <a:pt x="769" y="185"/>
                    <a:pt x="770" y="193"/>
                  </a:cubicBezTo>
                  <a:cubicBezTo>
                    <a:pt x="763" y="162"/>
                    <a:pt x="759" y="141"/>
                    <a:pt x="759" y="129"/>
                  </a:cubicBezTo>
                  <a:cubicBezTo>
                    <a:pt x="759" y="129"/>
                    <a:pt x="759" y="129"/>
                    <a:pt x="758" y="128"/>
                  </a:cubicBezTo>
                  <a:cubicBezTo>
                    <a:pt x="758" y="128"/>
                    <a:pt x="758" y="128"/>
                    <a:pt x="757" y="128"/>
                  </a:cubicBezTo>
                  <a:cubicBezTo>
                    <a:pt x="754" y="128"/>
                    <a:pt x="754" y="128"/>
                    <a:pt x="754" y="128"/>
                  </a:cubicBezTo>
                  <a:cubicBezTo>
                    <a:pt x="754" y="128"/>
                    <a:pt x="753" y="129"/>
                    <a:pt x="753" y="130"/>
                  </a:cubicBezTo>
                  <a:cubicBezTo>
                    <a:pt x="753" y="145"/>
                    <a:pt x="759" y="177"/>
                    <a:pt x="769" y="216"/>
                  </a:cubicBezTo>
                  <a:cubicBezTo>
                    <a:pt x="773" y="233"/>
                    <a:pt x="777" y="248"/>
                    <a:pt x="779" y="259"/>
                  </a:cubicBezTo>
                  <a:cubicBezTo>
                    <a:pt x="782" y="271"/>
                    <a:pt x="782" y="271"/>
                    <a:pt x="782" y="271"/>
                  </a:cubicBezTo>
                  <a:cubicBezTo>
                    <a:pt x="783" y="278"/>
                    <a:pt x="783" y="278"/>
                    <a:pt x="784" y="289"/>
                  </a:cubicBezTo>
                  <a:cubicBezTo>
                    <a:pt x="784" y="294"/>
                    <a:pt x="784" y="294"/>
                    <a:pt x="784" y="294"/>
                  </a:cubicBezTo>
                  <a:cubicBezTo>
                    <a:pt x="785" y="312"/>
                    <a:pt x="783" y="321"/>
                    <a:pt x="775" y="329"/>
                  </a:cubicBezTo>
                  <a:cubicBezTo>
                    <a:pt x="768" y="335"/>
                    <a:pt x="757" y="339"/>
                    <a:pt x="739" y="345"/>
                  </a:cubicBezTo>
                  <a:cubicBezTo>
                    <a:pt x="737" y="346"/>
                    <a:pt x="737" y="346"/>
                    <a:pt x="737" y="346"/>
                  </a:cubicBezTo>
                  <a:cubicBezTo>
                    <a:pt x="736" y="346"/>
                    <a:pt x="736" y="345"/>
                    <a:pt x="736" y="345"/>
                  </a:cubicBezTo>
                  <a:cubicBezTo>
                    <a:pt x="735" y="340"/>
                    <a:pt x="734" y="336"/>
                    <a:pt x="733" y="331"/>
                  </a:cubicBezTo>
                  <a:cubicBezTo>
                    <a:pt x="733" y="329"/>
                    <a:pt x="733" y="329"/>
                    <a:pt x="733" y="329"/>
                  </a:cubicBezTo>
                  <a:cubicBezTo>
                    <a:pt x="732" y="322"/>
                    <a:pt x="732" y="317"/>
                    <a:pt x="730" y="310"/>
                  </a:cubicBezTo>
                  <a:cubicBezTo>
                    <a:pt x="729" y="307"/>
                    <a:pt x="729" y="304"/>
                    <a:pt x="729" y="301"/>
                  </a:cubicBezTo>
                  <a:cubicBezTo>
                    <a:pt x="730" y="297"/>
                    <a:pt x="730" y="294"/>
                    <a:pt x="729" y="291"/>
                  </a:cubicBezTo>
                  <a:cubicBezTo>
                    <a:pt x="727" y="285"/>
                    <a:pt x="723" y="281"/>
                    <a:pt x="719" y="278"/>
                  </a:cubicBezTo>
                  <a:cubicBezTo>
                    <a:pt x="716" y="274"/>
                    <a:pt x="712" y="271"/>
                    <a:pt x="711" y="266"/>
                  </a:cubicBezTo>
                  <a:cubicBezTo>
                    <a:pt x="710" y="258"/>
                    <a:pt x="710" y="258"/>
                    <a:pt x="710" y="258"/>
                  </a:cubicBezTo>
                  <a:cubicBezTo>
                    <a:pt x="710" y="254"/>
                    <a:pt x="710" y="249"/>
                    <a:pt x="706" y="243"/>
                  </a:cubicBezTo>
                  <a:cubicBezTo>
                    <a:pt x="704" y="240"/>
                    <a:pt x="704" y="240"/>
                    <a:pt x="704" y="240"/>
                  </a:cubicBezTo>
                  <a:cubicBezTo>
                    <a:pt x="699" y="232"/>
                    <a:pt x="698" y="230"/>
                    <a:pt x="698" y="219"/>
                  </a:cubicBezTo>
                  <a:cubicBezTo>
                    <a:pt x="697" y="201"/>
                    <a:pt x="697" y="201"/>
                    <a:pt x="697" y="201"/>
                  </a:cubicBezTo>
                  <a:cubicBezTo>
                    <a:pt x="697" y="201"/>
                    <a:pt x="696" y="200"/>
                    <a:pt x="695" y="200"/>
                  </a:cubicBezTo>
                  <a:cubicBezTo>
                    <a:pt x="695" y="200"/>
                    <a:pt x="694" y="201"/>
                    <a:pt x="694" y="201"/>
                  </a:cubicBezTo>
                  <a:cubicBezTo>
                    <a:pt x="692" y="219"/>
                    <a:pt x="692" y="219"/>
                    <a:pt x="692" y="219"/>
                  </a:cubicBezTo>
                  <a:cubicBezTo>
                    <a:pt x="692" y="220"/>
                    <a:pt x="692" y="221"/>
                    <a:pt x="692" y="221"/>
                  </a:cubicBezTo>
                  <a:cubicBezTo>
                    <a:pt x="692" y="232"/>
                    <a:pt x="694" y="235"/>
                    <a:pt x="699" y="244"/>
                  </a:cubicBezTo>
                  <a:cubicBezTo>
                    <a:pt x="701" y="246"/>
                    <a:pt x="701" y="246"/>
                    <a:pt x="701" y="246"/>
                  </a:cubicBezTo>
                  <a:cubicBezTo>
                    <a:pt x="704" y="251"/>
                    <a:pt x="704" y="254"/>
                    <a:pt x="704" y="257"/>
                  </a:cubicBezTo>
                  <a:cubicBezTo>
                    <a:pt x="702" y="255"/>
                    <a:pt x="699" y="253"/>
                    <a:pt x="695" y="250"/>
                  </a:cubicBezTo>
                  <a:cubicBezTo>
                    <a:pt x="690" y="247"/>
                    <a:pt x="684" y="241"/>
                    <a:pt x="681" y="235"/>
                  </a:cubicBezTo>
                  <a:cubicBezTo>
                    <a:pt x="681" y="234"/>
                    <a:pt x="680" y="234"/>
                    <a:pt x="679" y="234"/>
                  </a:cubicBezTo>
                  <a:cubicBezTo>
                    <a:pt x="679" y="234"/>
                    <a:pt x="678" y="235"/>
                    <a:pt x="678" y="235"/>
                  </a:cubicBezTo>
                  <a:cubicBezTo>
                    <a:pt x="678" y="236"/>
                    <a:pt x="678" y="236"/>
                    <a:pt x="678" y="236"/>
                  </a:cubicBezTo>
                  <a:cubicBezTo>
                    <a:pt x="680" y="239"/>
                    <a:pt x="680" y="239"/>
                    <a:pt x="680" y="239"/>
                  </a:cubicBezTo>
                  <a:cubicBezTo>
                    <a:pt x="683" y="245"/>
                    <a:pt x="686" y="252"/>
                    <a:pt x="692" y="256"/>
                  </a:cubicBezTo>
                  <a:cubicBezTo>
                    <a:pt x="699" y="259"/>
                    <a:pt x="702" y="263"/>
                    <a:pt x="706" y="270"/>
                  </a:cubicBezTo>
                  <a:cubicBezTo>
                    <a:pt x="708" y="275"/>
                    <a:pt x="712" y="278"/>
                    <a:pt x="715" y="282"/>
                  </a:cubicBezTo>
                  <a:cubicBezTo>
                    <a:pt x="719" y="285"/>
                    <a:pt x="722" y="288"/>
                    <a:pt x="723" y="292"/>
                  </a:cubicBezTo>
                  <a:cubicBezTo>
                    <a:pt x="723" y="294"/>
                    <a:pt x="723" y="297"/>
                    <a:pt x="723" y="300"/>
                  </a:cubicBezTo>
                  <a:cubicBezTo>
                    <a:pt x="723" y="300"/>
                    <a:pt x="723" y="301"/>
                    <a:pt x="723" y="302"/>
                  </a:cubicBezTo>
                  <a:cubicBezTo>
                    <a:pt x="723" y="305"/>
                    <a:pt x="724" y="308"/>
                    <a:pt x="724" y="311"/>
                  </a:cubicBezTo>
                  <a:cubicBezTo>
                    <a:pt x="726" y="318"/>
                    <a:pt x="727" y="323"/>
                    <a:pt x="727" y="330"/>
                  </a:cubicBezTo>
                  <a:cubicBezTo>
                    <a:pt x="727" y="332"/>
                    <a:pt x="727" y="332"/>
                    <a:pt x="727" y="332"/>
                  </a:cubicBezTo>
                  <a:cubicBezTo>
                    <a:pt x="728" y="337"/>
                    <a:pt x="729" y="341"/>
                    <a:pt x="731" y="347"/>
                  </a:cubicBezTo>
                  <a:cubicBezTo>
                    <a:pt x="731" y="347"/>
                    <a:pt x="731" y="347"/>
                    <a:pt x="731" y="347"/>
                  </a:cubicBezTo>
                  <a:cubicBezTo>
                    <a:pt x="731" y="348"/>
                    <a:pt x="731" y="348"/>
                    <a:pt x="730" y="348"/>
                  </a:cubicBezTo>
                  <a:cubicBezTo>
                    <a:pt x="730" y="348"/>
                    <a:pt x="724" y="350"/>
                    <a:pt x="724" y="350"/>
                  </a:cubicBezTo>
                  <a:cubicBezTo>
                    <a:pt x="724" y="350"/>
                    <a:pt x="721" y="350"/>
                    <a:pt x="721" y="350"/>
                  </a:cubicBezTo>
                  <a:cubicBezTo>
                    <a:pt x="712" y="352"/>
                    <a:pt x="706" y="353"/>
                    <a:pt x="706" y="352"/>
                  </a:cubicBezTo>
                  <a:cubicBezTo>
                    <a:pt x="703" y="345"/>
                    <a:pt x="703" y="345"/>
                    <a:pt x="703" y="345"/>
                  </a:cubicBezTo>
                  <a:cubicBezTo>
                    <a:pt x="699" y="338"/>
                    <a:pt x="699" y="338"/>
                    <a:pt x="699" y="338"/>
                  </a:cubicBezTo>
                  <a:cubicBezTo>
                    <a:pt x="697" y="335"/>
                    <a:pt x="695" y="331"/>
                    <a:pt x="694" y="328"/>
                  </a:cubicBezTo>
                  <a:cubicBezTo>
                    <a:pt x="694" y="323"/>
                    <a:pt x="694" y="323"/>
                    <a:pt x="694" y="323"/>
                  </a:cubicBezTo>
                  <a:cubicBezTo>
                    <a:pt x="694" y="320"/>
                    <a:pt x="694" y="318"/>
                    <a:pt x="693" y="315"/>
                  </a:cubicBezTo>
                  <a:cubicBezTo>
                    <a:pt x="692" y="311"/>
                    <a:pt x="690" y="308"/>
                    <a:pt x="688" y="305"/>
                  </a:cubicBezTo>
                  <a:cubicBezTo>
                    <a:pt x="684" y="301"/>
                    <a:pt x="684" y="301"/>
                    <a:pt x="684" y="301"/>
                  </a:cubicBezTo>
                  <a:cubicBezTo>
                    <a:pt x="682" y="298"/>
                    <a:pt x="683" y="296"/>
                    <a:pt x="684" y="292"/>
                  </a:cubicBezTo>
                  <a:cubicBezTo>
                    <a:pt x="684" y="289"/>
                    <a:pt x="684" y="289"/>
                    <a:pt x="684" y="289"/>
                  </a:cubicBezTo>
                  <a:cubicBezTo>
                    <a:pt x="685" y="283"/>
                    <a:pt x="684" y="279"/>
                    <a:pt x="681" y="274"/>
                  </a:cubicBezTo>
                  <a:cubicBezTo>
                    <a:pt x="677" y="269"/>
                    <a:pt x="677" y="269"/>
                    <a:pt x="677" y="269"/>
                  </a:cubicBezTo>
                  <a:cubicBezTo>
                    <a:pt x="675" y="266"/>
                    <a:pt x="673" y="263"/>
                    <a:pt x="672" y="260"/>
                  </a:cubicBezTo>
                  <a:cubicBezTo>
                    <a:pt x="672" y="259"/>
                    <a:pt x="671" y="257"/>
                    <a:pt x="671" y="257"/>
                  </a:cubicBezTo>
                  <a:cubicBezTo>
                    <a:pt x="671" y="257"/>
                    <a:pt x="671" y="251"/>
                    <a:pt x="671" y="251"/>
                  </a:cubicBezTo>
                  <a:cubicBezTo>
                    <a:pt x="671" y="246"/>
                    <a:pt x="671" y="246"/>
                    <a:pt x="671" y="246"/>
                  </a:cubicBezTo>
                  <a:cubicBezTo>
                    <a:pt x="671" y="239"/>
                    <a:pt x="667" y="234"/>
                    <a:pt x="664" y="229"/>
                  </a:cubicBezTo>
                  <a:cubicBezTo>
                    <a:pt x="661" y="224"/>
                    <a:pt x="658" y="220"/>
                    <a:pt x="658" y="215"/>
                  </a:cubicBezTo>
                  <a:cubicBezTo>
                    <a:pt x="658" y="211"/>
                    <a:pt x="658" y="211"/>
                    <a:pt x="658" y="211"/>
                  </a:cubicBezTo>
                  <a:cubicBezTo>
                    <a:pt x="658" y="210"/>
                    <a:pt x="658" y="209"/>
                    <a:pt x="658" y="208"/>
                  </a:cubicBezTo>
                  <a:cubicBezTo>
                    <a:pt x="658" y="206"/>
                    <a:pt x="658" y="203"/>
                    <a:pt x="657" y="201"/>
                  </a:cubicBezTo>
                  <a:cubicBezTo>
                    <a:pt x="654" y="194"/>
                    <a:pt x="654" y="194"/>
                    <a:pt x="654" y="194"/>
                  </a:cubicBezTo>
                  <a:cubicBezTo>
                    <a:pt x="652" y="191"/>
                    <a:pt x="651" y="189"/>
                    <a:pt x="650" y="186"/>
                  </a:cubicBezTo>
                  <a:cubicBezTo>
                    <a:pt x="650" y="179"/>
                    <a:pt x="650" y="179"/>
                    <a:pt x="650" y="179"/>
                  </a:cubicBezTo>
                  <a:cubicBezTo>
                    <a:pt x="650" y="178"/>
                    <a:pt x="650" y="176"/>
                    <a:pt x="650" y="175"/>
                  </a:cubicBezTo>
                  <a:cubicBezTo>
                    <a:pt x="650" y="173"/>
                    <a:pt x="650" y="171"/>
                    <a:pt x="650" y="169"/>
                  </a:cubicBezTo>
                  <a:cubicBezTo>
                    <a:pt x="648" y="165"/>
                    <a:pt x="648" y="165"/>
                    <a:pt x="648" y="165"/>
                  </a:cubicBezTo>
                  <a:cubicBezTo>
                    <a:pt x="648" y="165"/>
                    <a:pt x="647" y="163"/>
                    <a:pt x="647" y="163"/>
                  </a:cubicBezTo>
                  <a:cubicBezTo>
                    <a:pt x="646" y="163"/>
                    <a:pt x="645" y="162"/>
                    <a:pt x="645" y="162"/>
                  </a:cubicBezTo>
                  <a:cubicBezTo>
                    <a:pt x="645" y="162"/>
                    <a:pt x="645" y="162"/>
                    <a:pt x="645" y="162"/>
                  </a:cubicBezTo>
                  <a:cubicBezTo>
                    <a:pt x="645" y="161"/>
                    <a:pt x="645" y="160"/>
                    <a:pt x="644" y="160"/>
                  </a:cubicBezTo>
                  <a:cubicBezTo>
                    <a:pt x="643" y="160"/>
                    <a:pt x="642" y="161"/>
                    <a:pt x="642" y="162"/>
                  </a:cubicBezTo>
                  <a:cubicBezTo>
                    <a:pt x="642" y="162"/>
                    <a:pt x="642" y="162"/>
                    <a:pt x="642" y="162"/>
                  </a:cubicBezTo>
                  <a:cubicBezTo>
                    <a:pt x="642" y="162"/>
                    <a:pt x="642" y="162"/>
                    <a:pt x="642" y="162"/>
                  </a:cubicBezTo>
                  <a:cubicBezTo>
                    <a:pt x="643" y="164"/>
                    <a:pt x="644" y="169"/>
                    <a:pt x="645" y="170"/>
                  </a:cubicBezTo>
                  <a:cubicBezTo>
                    <a:pt x="645" y="170"/>
                    <a:pt x="645" y="170"/>
                    <a:pt x="645" y="171"/>
                  </a:cubicBezTo>
                  <a:cubicBezTo>
                    <a:pt x="645" y="172"/>
                    <a:pt x="645" y="173"/>
                    <a:pt x="644" y="175"/>
                  </a:cubicBezTo>
                  <a:cubicBezTo>
                    <a:pt x="644" y="178"/>
                    <a:pt x="644" y="178"/>
                    <a:pt x="644" y="178"/>
                  </a:cubicBezTo>
                  <a:cubicBezTo>
                    <a:pt x="644" y="179"/>
                    <a:pt x="644" y="181"/>
                    <a:pt x="644" y="182"/>
                  </a:cubicBezTo>
                  <a:cubicBezTo>
                    <a:pt x="644" y="183"/>
                    <a:pt x="644" y="185"/>
                    <a:pt x="644" y="187"/>
                  </a:cubicBezTo>
                  <a:cubicBezTo>
                    <a:pt x="645" y="191"/>
                    <a:pt x="647" y="194"/>
                    <a:pt x="649" y="197"/>
                  </a:cubicBezTo>
                  <a:cubicBezTo>
                    <a:pt x="651" y="203"/>
                    <a:pt x="651" y="203"/>
                    <a:pt x="651" y="203"/>
                  </a:cubicBezTo>
                  <a:cubicBezTo>
                    <a:pt x="652" y="205"/>
                    <a:pt x="652" y="206"/>
                    <a:pt x="652" y="208"/>
                  </a:cubicBezTo>
                  <a:cubicBezTo>
                    <a:pt x="652" y="209"/>
                    <a:pt x="652" y="210"/>
                    <a:pt x="652" y="211"/>
                  </a:cubicBezTo>
                  <a:cubicBezTo>
                    <a:pt x="652" y="215"/>
                    <a:pt x="652" y="215"/>
                    <a:pt x="652" y="215"/>
                  </a:cubicBezTo>
                  <a:cubicBezTo>
                    <a:pt x="652" y="222"/>
                    <a:pt x="656" y="227"/>
                    <a:pt x="659" y="232"/>
                  </a:cubicBezTo>
                  <a:cubicBezTo>
                    <a:pt x="662" y="236"/>
                    <a:pt x="664" y="240"/>
                    <a:pt x="665" y="244"/>
                  </a:cubicBezTo>
                  <a:cubicBezTo>
                    <a:pt x="663" y="241"/>
                    <a:pt x="662" y="239"/>
                    <a:pt x="660" y="237"/>
                  </a:cubicBezTo>
                  <a:cubicBezTo>
                    <a:pt x="658" y="233"/>
                    <a:pt x="658" y="233"/>
                    <a:pt x="658" y="233"/>
                  </a:cubicBezTo>
                  <a:cubicBezTo>
                    <a:pt x="655" y="229"/>
                    <a:pt x="652" y="227"/>
                    <a:pt x="649" y="224"/>
                  </a:cubicBezTo>
                  <a:cubicBezTo>
                    <a:pt x="646" y="221"/>
                    <a:pt x="646" y="221"/>
                    <a:pt x="646" y="221"/>
                  </a:cubicBezTo>
                  <a:cubicBezTo>
                    <a:pt x="643" y="218"/>
                    <a:pt x="641" y="215"/>
                    <a:pt x="639" y="212"/>
                  </a:cubicBezTo>
                  <a:cubicBezTo>
                    <a:pt x="637" y="209"/>
                    <a:pt x="634" y="206"/>
                    <a:pt x="631" y="204"/>
                  </a:cubicBezTo>
                  <a:cubicBezTo>
                    <a:pt x="629" y="202"/>
                    <a:pt x="629" y="202"/>
                    <a:pt x="629" y="202"/>
                  </a:cubicBezTo>
                  <a:cubicBezTo>
                    <a:pt x="629" y="202"/>
                    <a:pt x="629" y="202"/>
                    <a:pt x="629" y="202"/>
                  </a:cubicBezTo>
                  <a:cubicBezTo>
                    <a:pt x="628" y="201"/>
                    <a:pt x="627" y="201"/>
                    <a:pt x="627" y="202"/>
                  </a:cubicBezTo>
                  <a:cubicBezTo>
                    <a:pt x="626" y="202"/>
                    <a:pt x="626" y="203"/>
                    <a:pt x="626" y="203"/>
                  </a:cubicBezTo>
                  <a:cubicBezTo>
                    <a:pt x="626" y="203"/>
                    <a:pt x="626" y="204"/>
                    <a:pt x="627" y="204"/>
                  </a:cubicBezTo>
                  <a:cubicBezTo>
                    <a:pt x="627" y="204"/>
                    <a:pt x="627" y="204"/>
                    <a:pt x="627" y="204"/>
                  </a:cubicBezTo>
                  <a:cubicBezTo>
                    <a:pt x="627" y="204"/>
                    <a:pt x="627" y="204"/>
                    <a:pt x="627" y="204"/>
                  </a:cubicBezTo>
                  <a:cubicBezTo>
                    <a:pt x="629" y="206"/>
                    <a:pt x="630" y="208"/>
                    <a:pt x="631" y="211"/>
                  </a:cubicBezTo>
                  <a:cubicBezTo>
                    <a:pt x="634" y="215"/>
                    <a:pt x="634" y="215"/>
                    <a:pt x="634" y="215"/>
                  </a:cubicBezTo>
                  <a:cubicBezTo>
                    <a:pt x="636" y="219"/>
                    <a:pt x="639" y="222"/>
                    <a:pt x="642" y="225"/>
                  </a:cubicBezTo>
                  <a:cubicBezTo>
                    <a:pt x="645" y="228"/>
                    <a:pt x="645" y="228"/>
                    <a:pt x="645" y="228"/>
                  </a:cubicBezTo>
                  <a:cubicBezTo>
                    <a:pt x="648" y="231"/>
                    <a:pt x="650" y="233"/>
                    <a:pt x="653" y="237"/>
                  </a:cubicBezTo>
                  <a:cubicBezTo>
                    <a:pt x="655" y="241"/>
                    <a:pt x="655" y="241"/>
                    <a:pt x="655" y="241"/>
                  </a:cubicBezTo>
                  <a:cubicBezTo>
                    <a:pt x="659" y="246"/>
                    <a:pt x="663" y="252"/>
                    <a:pt x="665" y="259"/>
                  </a:cubicBezTo>
                  <a:cubicBezTo>
                    <a:pt x="665" y="259"/>
                    <a:pt x="666" y="261"/>
                    <a:pt x="666" y="261"/>
                  </a:cubicBezTo>
                  <a:cubicBezTo>
                    <a:pt x="667" y="266"/>
                    <a:pt x="670" y="269"/>
                    <a:pt x="672" y="273"/>
                  </a:cubicBezTo>
                  <a:cubicBezTo>
                    <a:pt x="676" y="277"/>
                    <a:pt x="676" y="277"/>
                    <a:pt x="676" y="277"/>
                  </a:cubicBezTo>
                  <a:cubicBezTo>
                    <a:pt x="678" y="280"/>
                    <a:pt x="679" y="283"/>
                    <a:pt x="679" y="286"/>
                  </a:cubicBezTo>
                  <a:cubicBezTo>
                    <a:pt x="679" y="286"/>
                    <a:pt x="679" y="287"/>
                    <a:pt x="678" y="288"/>
                  </a:cubicBezTo>
                  <a:cubicBezTo>
                    <a:pt x="678" y="291"/>
                    <a:pt x="678" y="291"/>
                    <a:pt x="678" y="291"/>
                  </a:cubicBezTo>
                  <a:cubicBezTo>
                    <a:pt x="677" y="293"/>
                    <a:pt x="677" y="295"/>
                    <a:pt x="677" y="296"/>
                  </a:cubicBezTo>
                  <a:cubicBezTo>
                    <a:pt x="677" y="299"/>
                    <a:pt x="678" y="301"/>
                    <a:pt x="679" y="304"/>
                  </a:cubicBezTo>
                  <a:cubicBezTo>
                    <a:pt x="683" y="309"/>
                    <a:pt x="683" y="309"/>
                    <a:pt x="683" y="309"/>
                  </a:cubicBezTo>
                  <a:cubicBezTo>
                    <a:pt x="685" y="311"/>
                    <a:pt x="687" y="313"/>
                    <a:pt x="688" y="316"/>
                  </a:cubicBezTo>
                  <a:cubicBezTo>
                    <a:pt x="688" y="317"/>
                    <a:pt x="688" y="318"/>
                    <a:pt x="688" y="319"/>
                  </a:cubicBezTo>
                  <a:cubicBezTo>
                    <a:pt x="688" y="320"/>
                    <a:pt x="688" y="321"/>
                    <a:pt x="688" y="322"/>
                  </a:cubicBezTo>
                  <a:cubicBezTo>
                    <a:pt x="688" y="323"/>
                    <a:pt x="688" y="324"/>
                    <a:pt x="688" y="325"/>
                  </a:cubicBezTo>
                  <a:cubicBezTo>
                    <a:pt x="688" y="326"/>
                    <a:pt x="688" y="328"/>
                    <a:pt x="688" y="329"/>
                  </a:cubicBezTo>
                  <a:cubicBezTo>
                    <a:pt x="689" y="333"/>
                    <a:pt x="691" y="337"/>
                    <a:pt x="693" y="341"/>
                  </a:cubicBezTo>
                  <a:cubicBezTo>
                    <a:pt x="697" y="348"/>
                    <a:pt x="697" y="348"/>
                    <a:pt x="697" y="348"/>
                  </a:cubicBezTo>
                  <a:cubicBezTo>
                    <a:pt x="700" y="354"/>
                    <a:pt x="700" y="354"/>
                    <a:pt x="700" y="354"/>
                  </a:cubicBezTo>
                  <a:cubicBezTo>
                    <a:pt x="700" y="354"/>
                    <a:pt x="700" y="354"/>
                    <a:pt x="700" y="354"/>
                  </a:cubicBezTo>
                  <a:cubicBezTo>
                    <a:pt x="700" y="355"/>
                    <a:pt x="700" y="355"/>
                    <a:pt x="700" y="355"/>
                  </a:cubicBezTo>
                  <a:cubicBezTo>
                    <a:pt x="692" y="358"/>
                    <a:pt x="685" y="362"/>
                    <a:pt x="677" y="366"/>
                  </a:cubicBezTo>
                  <a:cubicBezTo>
                    <a:pt x="677" y="366"/>
                    <a:pt x="656" y="375"/>
                    <a:pt x="656" y="375"/>
                  </a:cubicBezTo>
                  <a:cubicBezTo>
                    <a:pt x="656" y="375"/>
                    <a:pt x="656" y="375"/>
                    <a:pt x="656" y="375"/>
                  </a:cubicBezTo>
                  <a:cubicBezTo>
                    <a:pt x="655" y="363"/>
                    <a:pt x="650" y="352"/>
                    <a:pt x="646" y="342"/>
                  </a:cubicBezTo>
                  <a:cubicBezTo>
                    <a:pt x="644" y="337"/>
                    <a:pt x="644" y="337"/>
                    <a:pt x="644" y="337"/>
                  </a:cubicBezTo>
                  <a:cubicBezTo>
                    <a:pt x="642" y="331"/>
                    <a:pt x="641" y="325"/>
                    <a:pt x="641" y="319"/>
                  </a:cubicBezTo>
                  <a:cubicBezTo>
                    <a:pt x="640" y="311"/>
                    <a:pt x="640" y="311"/>
                    <a:pt x="640" y="311"/>
                  </a:cubicBezTo>
                  <a:cubicBezTo>
                    <a:pt x="640" y="311"/>
                    <a:pt x="639" y="303"/>
                    <a:pt x="639" y="303"/>
                  </a:cubicBezTo>
                  <a:cubicBezTo>
                    <a:pt x="638" y="298"/>
                    <a:pt x="637" y="295"/>
                    <a:pt x="637" y="291"/>
                  </a:cubicBezTo>
                  <a:cubicBezTo>
                    <a:pt x="637" y="287"/>
                    <a:pt x="638" y="283"/>
                    <a:pt x="640" y="277"/>
                  </a:cubicBezTo>
                  <a:cubicBezTo>
                    <a:pt x="641" y="275"/>
                    <a:pt x="641" y="272"/>
                    <a:pt x="641" y="270"/>
                  </a:cubicBezTo>
                  <a:cubicBezTo>
                    <a:pt x="641" y="267"/>
                    <a:pt x="640" y="264"/>
                    <a:pt x="640" y="261"/>
                  </a:cubicBezTo>
                  <a:cubicBezTo>
                    <a:pt x="640" y="261"/>
                    <a:pt x="639" y="257"/>
                    <a:pt x="639" y="257"/>
                  </a:cubicBezTo>
                  <a:cubicBezTo>
                    <a:pt x="638" y="255"/>
                    <a:pt x="638" y="252"/>
                    <a:pt x="638" y="251"/>
                  </a:cubicBezTo>
                  <a:cubicBezTo>
                    <a:pt x="638" y="250"/>
                    <a:pt x="638" y="249"/>
                    <a:pt x="638" y="248"/>
                  </a:cubicBezTo>
                  <a:cubicBezTo>
                    <a:pt x="638" y="248"/>
                    <a:pt x="638" y="248"/>
                    <a:pt x="638" y="248"/>
                  </a:cubicBezTo>
                  <a:cubicBezTo>
                    <a:pt x="638" y="248"/>
                    <a:pt x="639" y="248"/>
                    <a:pt x="639" y="248"/>
                  </a:cubicBezTo>
                  <a:cubicBezTo>
                    <a:pt x="639" y="247"/>
                    <a:pt x="638" y="247"/>
                    <a:pt x="638" y="246"/>
                  </a:cubicBezTo>
                  <a:cubicBezTo>
                    <a:pt x="637" y="246"/>
                    <a:pt x="636" y="246"/>
                    <a:pt x="636" y="247"/>
                  </a:cubicBezTo>
                  <a:cubicBezTo>
                    <a:pt x="636" y="247"/>
                    <a:pt x="636" y="248"/>
                    <a:pt x="636" y="248"/>
                  </a:cubicBezTo>
                  <a:cubicBezTo>
                    <a:pt x="636" y="248"/>
                    <a:pt x="636" y="248"/>
                    <a:pt x="636" y="248"/>
                  </a:cubicBezTo>
                  <a:cubicBezTo>
                    <a:pt x="636" y="248"/>
                    <a:pt x="636" y="247"/>
                    <a:pt x="636" y="247"/>
                  </a:cubicBezTo>
                  <a:cubicBezTo>
                    <a:pt x="634" y="250"/>
                    <a:pt x="633" y="253"/>
                    <a:pt x="633" y="257"/>
                  </a:cubicBezTo>
                  <a:cubicBezTo>
                    <a:pt x="633" y="258"/>
                    <a:pt x="634" y="260"/>
                    <a:pt x="634" y="262"/>
                  </a:cubicBezTo>
                  <a:cubicBezTo>
                    <a:pt x="634" y="265"/>
                    <a:pt x="635" y="268"/>
                    <a:pt x="635" y="270"/>
                  </a:cubicBezTo>
                  <a:cubicBezTo>
                    <a:pt x="635" y="272"/>
                    <a:pt x="635" y="273"/>
                    <a:pt x="634" y="275"/>
                  </a:cubicBezTo>
                  <a:cubicBezTo>
                    <a:pt x="632" y="281"/>
                    <a:pt x="631" y="286"/>
                    <a:pt x="631" y="291"/>
                  </a:cubicBezTo>
                  <a:cubicBezTo>
                    <a:pt x="630" y="290"/>
                    <a:pt x="628" y="288"/>
                    <a:pt x="628" y="288"/>
                  </a:cubicBezTo>
                  <a:cubicBezTo>
                    <a:pt x="625" y="284"/>
                    <a:pt x="625" y="279"/>
                    <a:pt x="625" y="274"/>
                  </a:cubicBezTo>
                  <a:cubicBezTo>
                    <a:pt x="625" y="274"/>
                    <a:pt x="625" y="273"/>
                    <a:pt x="625" y="273"/>
                  </a:cubicBezTo>
                  <a:cubicBezTo>
                    <a:pt x="625" y="264"/>
                    <a:pt x="624" y="258"/>
                    <a:pt x="618" y="251"/>
                  </a:cubicBezTo>
                  <a:cubicBezTo>
                    <a:pt x="618" y="251"/>
                    <a:pt x="615" y="247"/>
                    <a:pt x="615" y="247"/>
                  </a:cubicBezTo>
                  <a:cubicBezTo>
                    <a:pt x="619" y="242"/>
                    <a:pt x="620" y="236"/>
                    <a:pt x="620" y="229"/>
                  </a:cubicBezTo>
                  <a:cubicBezTo>
                    <a:pt x="620" y="225"/>
                    <a:pt x="620" y="222"/>
                    <a:pt x="620" y="219"/>
                  </a:cubicBezTo>
                  <a:cubicBezTo>
                    <a:pt x="619" y="212"/>
                    <a:pt x="619" y="212"/>
                    <a:pt x="619" y="212"/>
                  </a:cubicBezTo>
                  <a:cubicBezTo>
                    <a:pt x="618" y="210"/>
                    <a:pt x="618" y="208"/>
                    <a:pt x="618" y="207"/>
                  </a:cubicBezTo>
                  <a:cubicBezTo>
                    <a:pt x="618" y="206"/>
                    <a:pt x="618" y="206"/>
                    <a:pt x="618" y="206"/>
                  </a:cubicBezTo>
                  <a:cubicBezTo>
                    <a:pt x="618" y="205"/>
                    <a:pt x="618" y="205"/>
                    <a:pt x="618" y="205"/>
                  </a:cubicBezTo>
                  <a:cubicBezTo>
                    <a:pt x="618" y="205"/>
                    <a:pt x="618" y="205"/>
                    <a:pt x="618" y="205"/>
                  </a:cubicBezTo>
                  <a:cubicBezTo>
                    <a:pt x="618" y="204"/>
                    <a:pt x="618" y="204"/>
                    <a:pt x="617" y="204"/>
                  </a:cubicBezTo>
                  <a:cubicBezTo>
                    <a:pt x="616" y="204"/>
                    <a:pt x="615" y="204"/>
                    <a:pt x="615" y="205"/>
                  </a:cubicBezTo>
                  <a:cubicBezTo>
                    <a:pt x="615" y="205"/>
                    <a:pt x="615" y="205"/>
                    <a:pt x="615" y="205"/>
                  </a:cubicBezTo>
                  <a:cubicBezTo>
                    <a:pt x="615" y="205"/>
                    <a:pt x="615" y="205"/>
                    <a:pt x="615" y="205"/>
                  </a:cubicBezTo>
                  <a:cubicBezTo>
                    <a:pt x="615" y="206"/>
                    <a:pt x="615" y="206"/>
                    <a:pt x="615" y="207"/>
                  </a:cubicBezTo>
                  <a:cubicBezTo>
                    <a:pt x="615" y="207"/>
                    <a:pt x="615" y="207"/>
                    <a:pt x="615" y="207"/>
                  </a:cubicBezTo>
                  <a:cubicBezTo>
                    <a:pt x="615" y="208"/>
                    <a:pt x="615" y="209"/>
                    <a:pt x="615" y="211"/>
                  </a:cubicBezTo>
                  <a:cubicBezTo>
                    <a:pt x="615" y="214"/>
                    <a:pt x="615" y="216"/>
                    <a:pt x="615" y="219"/>
                  </a:cubicBezTo>
                  <a:cubicBezTo>
                    <a:pt x="615" y="222"/>
                    <a:pt x="615" y="225"/>
                    <a:pt x="615" y="228"/>
                  </a:cubicBezTo>
                  <a:cubicBezTo>
                    <a:pt x="615" y="234"/>
                    <a:pt x="615" y="240"/>
                    <a:pt x="612" y="243"/>
                  </a:cubicBezTo>
                  <a:cubicBezTo>
                    <a:pt x="612" y="243"/>
                    <a:pt x="612" y="243"/>
                    <a:pt x="612" y="243"/>
                  </a:cubicBezTo>
                  <a:cubicBezTo>
                    <a:pt x="607" y="236"/>
                    <a:pt x="602" y="230"/>
                    <a:pt x="601" y="221"/>
                  </a:cubicBezTo>
                  <a:cubicBezTo>
                    <a:pt x="601" y="220"/>
                    <a:pt x="600" y="219"/>
                    <a:pt x="600" y="219"/>
                  </a:cubicBezTo>
                  <a:cubicBezTo>
                    <a:pt x="599" y="219"/>
                    <a:pt x="598" y="220"/>
                    <a:pt x="598" y="221"/>
                  </a:cubicBezTo>
                  <a:cubicBezTo>
                    <a:pt x="598" y="221"/>
                    <a:pt x="598" y="221"/>
                    <a:pt x="598" y="221"/>
                  </a:cubicBezTo>
                  <a:cubicBezTo>
                    <a:pt x="598" y="221"/>
                    <a:pt x="598" y="221"/>
                    <a:pt x="598" y="221"/>
                  </a:cubicBezTo>
                  <a:cubicBezTo>
                    <a:pt x="598" y="221"/>
                    <a:pt x="598" y="221"/>
                    <a:pt x="598" y="221"/>
                  </a:cubicBezTo>
                  <a:cubicBezTo>
                    <a:pt x="599" y="234"/>
                    <a:pt x="603" y="241"/>
                    <a:pt x="610" y="250"/>
                  </a:cubicBezTo>
                  <a:cubicBezTo>
                    <a:pt x="613" y="254"/>
                    <a:pt x="613" y="254"/>
                    <a:pt x="613" y="254"/>
                  </a:cubicBezTo>
                  <a:cubicBezTo>
                    <a:pt x="618" y="261"/>
                    <a:pt x="619" y="265"/>
                    <a:pt x="619" y="273"/>
                  </a:cubicBezTo>
                  <a:cubicBezTo>
                    <a:pt x="619" y="273"/>
                    <a:pt x="619" y="274"/>
                    <a:pt x="619" y="274"/>
                  </a:cubicBezTo>
                  <a:cubicBezTo>
                    <a:pt x="619" y="280"/>
                    <a:pt x="619" y="286"/>
                    <a:pt x="624" y="292"/>
                  </a:cubicBezTo>
                  <a:cubicBezTo>
                    <a:pt x="628" y="296"/>
                    <a:pt x="628" y="296"/>
                    <a:pt x="628" y="296"/>
                  </a:cubicBezTo>
                  <a:cubicBezTo>
                    <a:pt x="629" y="297"/>
                    <a:pt x="631" y="298"/>
                    <a:pt x="632" y="300"/>
                  </a:cubicBezTo>
                  <a:cubicBezTo>
                    <a:pt x="633" y="303"/>
                    <a:pt x="634" y="307"/>
                    <a:pt x="634" y="311"/>
                  </a:cubicBezTo>
                  <a:cubicBezTo>
                    <a:pt x="634" y="311"/>
                    <a:pt x="635" y="320"/>
                    <a:pt x="635" y="320"/>
                  </a:cubicBezTo>
                  <a:cubicBezTo>
                    <a:pt x="635" y="326"/>
                    <a:pt x="636" y="332"/>
                    <a:pt x="639" y="339"/>
                  </a:cubicBezTo>
                  <a:cubicBezTo>
                    <a:pt x="640" y="344"/>
                    <a:pt x="640" y="344"/>
                    <a:pt x="640" y="344"/>
                  </a:cubicBezTo>
                  <a:cubicBezTo>
                    <a:pt x="644" y="354"/>
                    <a:pt x="649" y="364"/>
                    <a:pt x="650" y="376"/>
                  </a:cubicBezTo>
                  <a:cubicBezTo>
                    <a:pt x="650" y="376"/>
                    <a:pt x="650" y="376"/>
                    <a:pt x="650" y="377"/>
                  </a:cubicBezTo>
                  <a:cubicBezTo>
                    <a:pt x="650" y="378"/>
                    <a:pt x="649" y="378"/>
                    <a:pt x="648" y="378"/>
                  </a:cubicBezTo>
                  <a:cubicBezTo>
                    <a:pt x="640" y="382"/>
                    <a:pt x="633" y="385"/>
                    <a:pt x="624" y="387"/>
                  </a:cubicBezTo>
                  <a:cubicBezTo>
                    <a:pt x="624" y="387"/>
                    <a:pt x="607" y="393"/>
                    <a:pt x="607" y="393"/>
                  </a:cubicBezTo>
                  <a:cubicBezTo>
                    <a:pt x="607" y="393"/>
                    <a:pt x="606" y="393"/>
                    <a:pt x="606" y="393"/>
                  </a:cubicBezTo>
                  <a:cubicBezTo>
                    <a:pt x="606" y="389"/>
                    <a:pt x="606" y="389"/>
                    <a:pt x="606" y="389"/>
                  </a:cubicBezTo>
                  <a:cubicBezTo>
                    <a:pt x="606" y="384"/>
                    <a:pt x="606" y="384"/>
                    <a:pt x="606" y="384"/>
                  </a:cubicBezTo>
                  <a:cubicBezTo>
                    <a:pt x="606" y="383"/>
                    <a:pt x="606" y="381"/>
                    <a:pt x="606" y="380"/>
                  </a:cubicBezTo>
                  <a:cubicBezTo>
                    <a:pt x="606" y="379"/>
                    <a:pt x="606" y="377"/>
                    <a:pt x="605" y="376"/>
                  </a:cubicBezTo>
                  <a:cubicBezTo>
                    <a:pt x="604" y="372"/>
                    <a:pt x="602" y="369"/>
                    <a:pt x="600" y="367"/>
                  </a:cubicBezTo>
                  <a:cubicBezTo>
                    <a:pt x="598" y="364"/>
                    <a:pt x="596" y="362"/>
                    <a:pt x="595" y="360"/>
                  </a:cubicBezTo>
                  <a:cubicBezTo>
                    <a:pt x="594" y="358"/>
                    <a:pt x="594" y="355"/>
                    <a:pt x="594" y="353"/>
                  </a:cubicBezTo>
                  <a:cubicBezTo>
                    <a:pt x="594" y="351"/>
                    <a:pt x="594" y="350"/>
                    <a:pt x="594" y="348"/>
                  </a:cubicBezTo>
                  <a:cubicBezTo>
                    <a:pt x="595" y="339"/>
                    <a:pt x="595" y="339"/>
                    <a:pt x="595" y="339"/>
                  </a:cubicBezTo>
                  <a:cubicBezTo>
                    <a:pt x="594" y="331"/>
                    <a:pt x="590" y="325"/>
                    <a:pt x="587" y="320"/>
                  </a:cubicBezTo>
                  <a:cubicBezTo>
                    <a:pt x="583" y="312"/>
                    <a:pt x="583" y="312"/>
                    <a:pt x="583" y="312"/>
                  </a:cubicBezTo>
                  <a:cubicBezTo>
                    <a:pt x="581" y="309"/>
                    <a:pt x="581" y="305"/>
                    <a:pt x="580" y="301"/>
                  </a:cubicBezTo>
                  <a:cubicBezTo>
                    <a:pt x="583" y="292"/>
                    <a:pt x="583" y="292"/>
                    <a:pt x="583" y="292"/>
                  </a:cubicBezTo>
                  <a:cubicBezTo>
                    <a:pt x="584" y="287"/>
                    <a:pt x="586" y="282"/>
                    <a:pt x="586" y="277"/>
                  </a:cubicBezTo>
                  <a:cubicBezTo>
                    <a:pt x="586" y="276"/>
                    <a:pt x="585" y="276"/>
                    <a:pt x="585" y="275"/>
                  </a:cubicBezTo>
                  <a:cubicBezTo>
                    <a:pt x="585" y="273"/>
                    <a:pt x="585" y="273"/>
                    <a:pt x="585" y="273"/>
                  </a:cubicBezTo>
                  <a:cubicBezTo>
                    <a:pt x="585" y="271"/>
                    <a:pt x="585" y="270"/>
                    <a:pt x="585" y="269"/>
                  </a:cubicBezTo>
                  <a:cubicBezTo>
                    <a:pt x="585" y="268"/>
                    <a:pt x="585" y="267"/>
                    <a:pt x="586" y="265"/>
                  </a:cubicBezTo>
                  <a:cubicBezTo>
                    <a:pt x="587" y="263"/>
                    <a:pt x="587" y="263"/>
                    <a:pt x="587" y="263"/>
                  </a:cubicBezTo>
                  <a:cubicBezTo>
                    <a:pt x="587" y="262"/>
                    <a:pt x="588" y="261"/>
                    <a:pt x="588" y="260"/>
                  </a:cubicBezTo>
                  <a:cubicBezTo>
                    <a:pt x="588" y="259"/>
                    <a:pt x="587" y="257"/>
                    <a:pt x="586" y="255"/>
                  </a:cubicBezTo>
                  <a:cubicBezTo>
                    <a:pt x="586" y="255"/>
                    <a:pt x="586" y="255"/>
                    <a:pt x="586" y="255"/>
                  </a:cubicBezTo>
                  <a:cubicBezTo>
                    <a:pt x="586" y="254"/>
                    <a:pt x="585" y="254"/>
                    <a:pt x="584" y="255"/>
                  </a:cubicBezTo>
                  <a:cubicBezTo>
                    <a:pt x="584" y="255"/>
                    <a:pt x="583" y="255"/>
                    <a:pt x="583" y="256"/>
                  </a:cubicBezTo>
                  <a:cubicBezTo>
                    <a:pt x="583" y="256"/>
                    <a:pt x="583" y="256"/>
                    <a:pt x="583" y="257"/>
                  </a:cubicBezTo>
                  <a:cubicBezTo>
                    <a:pt x="584" y="257"/>
                    <a:pt x="584" y="257"/>
                    <a:pt x="584" y="257"/>
                  </a:cubicBezTo>
                  <a:cubicBezTo>
                    <a:pt x="584" y="257"/>
                    <a:pt x="583" y="258"/>
                    <a:pt x="583" y="259"/>
                  </a:cubicBezTo>
                  <a:cubicBezTo>
                    <a:pt x="582" y="260"/>
                    <a:pt x="582" y="260"/>
                    <a:pt x="582" y="260"/>
                  </a:cubicBezTo>
                  <a:cubicBezTo>
                    <a:pt x="581" y="262"/>
                    <a:pt x="581" y="262"/>
                    <a:pt x="581" y="262"/>
                  </a:cubicBezTo>
                  <a:cubicBezTo>
                    <a:pt x="579" y="265"/>
                    <a:pt x="579" y="267"/>
                    <a:pt x="579" y="269"/>
                  </a:cubicBezTo>
                  <a:cubicBezTo>
                    <a:pt x="579" y="271"/>
                    <a:pt x="579" y="272"/>
                    <a:pt x="579" y="274"/>
                  </a:cubicBezTo>
                  <a:cubicBezTo>
                    <a:pt x="579" y="275"/>
                    <a:pt x="579" y="275"/>
                    <a:pt x="579" y="275"/>
                  </a:cubicBezTo>
                  <a:cubicBezTo>
                    <a:pt x="580" y="276"/>
                    <a:pt x="580" y="277"/>
                    <a:pt x="580" y="277"/>
                  </a:cubicBezTo>
                  <a:cubicBezTo>
                    <a:pt x="580" y="280"/>
                    <a:pt x="579" y="283"/>
                    <a:pt x="578" y="286"/>
                  </a:cubicBezTo>
                  <a:cubicBezTo>
                    <a:pt x="577" y="282"/>
                    <a:pt x="576" y="277"/>
                    <a:pt x="575" y="273"/>
                  </a:cubicBezTo>
                  <a:cubicBezTo>
                    <a:pt x="574" y="266"/>
                    <a:pt x="574" y="266"/>
                    <a:pt x="574" y="266"/>
                  </a:cubicBezTo>
                  <a:cubicBezTo>
                    <a:pt x="570" y="245"/>
                    <a:pt x="570" y="245"/>
                    <a:pt x="570" y="245"/>
                  </a:cubicBezTo>
                  <a:cubicBezTo>
                    <a:pt x="570" y="245"/>
                    <a:pt x="569" y="244"/>
                    <a:pt x="568" y="244"/>
                  </a:cubicBezTo>
                  <a:cubicBezTo>
                    <a:pt x="568" y="244"/>
                    <a:pt x="567" y="245"/>
                    <a:pt x="567" y="246"/>
                  </a:cubicBezTo>
                  <a:cubicBezTo>
                    <a:pt x="567" y="246"/>
                    <a:pt x="568" y="267"/>
                    <a:pt x="568" y="267"/>
                  </a:cubicBezTo>
                  <a:cubicBezTo>
                    <a:pt x="569" y="273"/>
                    <a:pt x="569" y="273"/>
                    <a:pt x="569" y="273"/>
                  </a:cubicBezTo>
                  <a:cubicBezTo>
                    <a:pt x="570" y="279"/>
                    <a:pt x="571" y="285"/>
                    <a:pt x="573" y="290"/>
                  </a:cubicBezTo>
                  <a:cubicBezTo>
                    <a:pt x="574" y="294"/>
                    <a:pt x="574" y="297"/>
                    <a:pt x="574" y="300"/>
                  </a:cubicBezTo>
                  <a:cubicBezTo>
                    <a:pt x="574" y="301"/>
                    <a:pt x="574" y="301"/>
                    <a:pt x="574" y="301"/>
                  </a:cubicBezTo>
                  <a:cubicBezTo>
                    <a:pt x="575" y="306"/>
                    <a:pt x="575" y="310"/>
                    <a:pt x="577" y="315"/>
                  </a:cubicBezTo>
                  <a:cubicBezTo>
                    <a:pt x="582" y="323"/>
                    <a:pt x="582" y="323"/>
                    <a:pt x="582" y="323"/>
                  </a:cubicBezTo>
                  <a:cubicBezTo>
                    <a:pt x="585" y="328"/>
                    <a:pt x="588" y="333"/>
                    <a:pt x="589" y="339"/>
                  </a:cubicBezTo>
                  <a:cubicBezTo>
                    <a:pt x="589" y="339"/>
                    <a:pt x="588" y="348"/>
                    <a:pt x="588" y="348"/>
                  </a:cubicBezTo>
                  <a:cubicBezTo>
                    <a:pt x="588" y="349"/>
                    <a:pt x="588" y="351"/>
                    <a:pt x="588" y="353"/>
                  </a:cubicBezTo>
                  <a:cubicBezTo>
                    <a:pt x="588" y="356"/>
                    <a:pt x="588" y="359"/>
                    <a:pt x="590" y="362"/>
                  </a:cubicBezTo>
                  <a:cubicBezTo>
                    <a:pt x="591" y="365"/>
                    <a:pt x="593" y="368"/>
                    <a:pt x="595" y="370"/>
                  </a:cubicBezTo>
                  <a:cubicBezTo>
                    <a:pt x="597" y="373"/>
                    <a:pt x="599" y="375"/>
                    <a:pt x="600" y="377"/>
                  </a:cubicBezTo>
                  <a:cubicBezTo>
                    <a:pt x="600" y="378"/>
                    <a:pt x="600" y="379"/>
                    <a:pt x="600" y="380"/>
                  </a:cubicBezTo>
                  <a:cubicBezTo>
                    <a:pt x="600" y="381"/>
                    <a:pt x="600" y="383"/>
                    <a:pt x="600" y="384"/>
                  </a:cubicBezTo>
                  <a:cubicBezTo>
                    <a:pt x="600" y="389"/>
                    <a:pt x="600" y="389"/>
                    <a:pt x="600" y="389"/>
                  </a:cubicBezTo>
                  <a:cubicBezTo>
                    <a:pt x="600" y="393"/>
                    <a:pt x="600" y="393"/>
                    <a:pt x="600" y="393"/>
                  </a:cubicBezTo>
                  <a:cubicBezTo>
                    <a:pt x="600" y="393"/>
                    <a:pt x="600" y="393"/>
                    <a:pt x="600" y="393"/>
                  </a:cubicBezTo>
                  <a:cubicBezTo>
                    <a:pt x="600" y="394"/>
                    <a:pt x="599" y="395"/>
                    <a:pt x="598" y="395"/>
                  </a:cubicBezTo>
                  <a:cubicBezTo>
                    <a:pt x="598" y="395"/>
                    <a:pt x="582" y="399"/>
                    <a:pt x="582" y="399"/>
                  </a:cubicBezTo>
                  <a:cubicBezTo>
                    <a:pt x="582" y="399"/>
                    <a:pt x="571" y="402"/>
                    <a:pt x="569" y="402"/>
                  </a:cubicBezTo>
                  <a:cubicBezTo>
                    <a:pt x="568" y="402"/>
                    <a:pt x="568" y="402"/>
                    <a:pt x="568" y="402"/>
                  </a:cubicBezTo>
                  <a:cubicBezTo>
                    <a:pt x="568" y="402"/>
                    <a:pt x="568" y="402"/>
                    <a:pt x="568" y="402"/>
                  </a:cubicBezTo>
                  <a:cubicBezTo>
                    <a:pt x="568" y="401"/>
                    <a:pt x="568" y="397"/>
                    <a:pt x="568" y="397"/>
                  </a:cubicBezTo>
                  <a:cubicBezTo>
                    <a:pt x="568" y="392"/>
                    <a:pt x="568" y="388"/>
                    <a:pt x="568" y="383"/>
                  </a:cubicBezTo>
                  <a:cubicBezTo>
                    <a:pt x="568" y="380"/>
                    <a:pt x="568" y="377"/>
                    <a:pt x="568" y="374"/>
                  </a:cubicBezTo>
                  <a:cubicBezTo>
                    <a:pt x="568" y="374"/>
                    <a:pt x="566" y="369"/>
                    <a:pt x="566" y="369"/>
                  </a:cubicBezTo>
                  <a:cubicBezTo>
                    <a:pt x="566" y="368"/>
                    <a:pt x="565" y="367"/>
                    <a:pt x="565" y="366"/>
                  </a:cubicBezTo>
                  <a:cubicBezTo>
                    <a:pt x="565" y="364"/>
                    <a:pt x="566" y="363"/>
                    <a:pt x="567" y="361"/>
                  </a:cubicBezTo>
                  <a:cubicBezTo>
                    <a:pt x="572" y="352"/>
                    <a:pt x="573" y="340"/>
                    <a:pt x="573" y="336"/>
                  </a:cubicBezTo>
                  <a:cubicBezTo>
                    <a:pt x="573" y="335"/>
                    <a:pt x="573" y="335"/>
                    <a:pt x="573" y="335"/>
                  </a:cubicBezTo>
                  <a:cubicBezTo>
                    <a:pt x="573" y="334"/>
                    <a:pt x="572" y="333"/>
                    <a:pt x="571" y="333"/>
                  </a:cubicBezTo>
                  <a:cubicBezTo>
                    <a:pt x="571" y="333"/>
                    <a:pt x="570" y="334"/>
                    <a:pt x="570" y="334"/>
                  </a:cubicBezTo>
                  <a:cubicBezTo>
                    <a:pt x="567" y="344"/>
                    <a:pt x="567" y="344"/>
                    <a:pt x="567" y="344"/>
                  </a:cubicBezTo>
                  <a:cubicBezTo>
                    <a:pt x="566" y="349"/>
                    <a:pt x="565" y="353"/>
                    <a:pt x="562" y="357"/>
                  </a:cubicBezTo>
                  <a:cubicBezTo>
                    <a:pt x="562" y="358"/>
                    <a:pt x="561" y="359"/>
                    <a:pt x="561" y="360"/>
                  </a:cubicBezTo>
                  <a:cubicBezTo>
                    <a:pt x="560" y="357"/>
                    <a:pt x="560" y="355"/>
                    <a:pt x="560" y="352"/>
                  </a:cubicBezTo>
                  <a:cubicBezTo>
                    <a:pt x="560" y="351"/>
                    <a:pt x="560" y="349"/>
                    <a:pt x="560" y="348"/>
                  </a:cubicBezTo>
                  <a:cubicBezTo>
                    <a:pt x="560" y="345"/>
                    <a:pt x="560" y="345"/>
                    <a:pt x="560" y="345"/>
                  </a:cubicBezTo>
                  <a:cubicBezTo>
                    <a:pt x="560" y="345"/>
                    <a:pt x="560" y="344"/>
                    <a:pt x="560" y="344"/>
                  </a:cubicBezTo>
                  <a:cubicBezTo>
                    <a:pt x="560" y="339"/>
                    <a:pt x="558" y="335"/>
                    <a:pt x="555" y="332"/>
                  </a:cubicBezTo>
                  <a:cubicBezTo>
                    <a:pt x="554" y="330"/>
                    <a:pt x="554" y="330"/>
                    <a:pt x="554" y="330"/>
                  </a:cubicBezTo>
                  <a:cubicBezTo>
                    <a:pt x="552" y="328"/>
                    <a:pt x="551" y="326"/>
                    <a:pt x="551" y="323"/>
                  </a:cubicBezTo>
                  <a:cubicBezTo>
                    <a:pt x="551" y="322"/>
                    <a:pt x="551" y="321"/>
                    <a:pt x="551" y="321"/>
                  </a:cubicBezTo>
                  <a:cubicBezTo>
                    <a:pt x="551" y="321"/>
                    <a:pt x="551" y="320"/>
                    <a:pt x="551" y="320"/>
                  </a:cubicBezTo>
                  <a:cubicBezTo>
                    <a:pt x="551" y="320"/>
                    <a:pt x="551" y="319"/>
                    <a:pt x="550" y="319"/>
                  </a:cubicBezTo>
                  <a:cubicBezTo>
                    <a:pt x="549" y="319"/>
                    <a:pt x="549" y="319"/>
                    <a:pt x="548" y="320"/>
                  </a:cubicBezTo>
                  <a:cubicBezTo>
                    <a:pt x="548" y="320"/>
                    <a:pt x="548" y="320"/>
                    <a:pt x="548" y="320"/>
                  </a:cubicBezTo>
                  <a:cubicBezTo>
                    <a:pt x="548" y="320"/>
                    <a:pt x="548" y="320"/>
                    <a:pt x="548" y="320"/>
                  </a:cubicBezTo>
                  <a:cubicBezTo>
                    <a:pt x="548" y="320"/>
                    <a:pt x="548" y="320"/>
                    <a:pt x="548" y="320"/>
                  </a:cubicBezTo>
                  <a:cubicBezTo>
                    <a:pt x="548" y="322"/>
                    <a:pt x="547" y="324"/>
                    <a:pt x="547" y="326"/>
                  </a:cubicBezTo>
                  <a:cubicBezTo>
                    <a:pt x="547" y="330"/>
                    <a:pt x="549" y="333"/>
                    <a:pt x="550" y="335"/>
                  </a:cubicBezTo>
                  <a:cubicBezTo>
                    <a:pt x="552" y="338"/>
                    <a:pt x="554" y="341"/>
                    <a:pt x="554" y="344"/>
                  </a:cubicBezTo>
                  <a:cubicBezTo>
                    <a:pt x="554" y="344"/>
                    <a:pt x="554" y="344"/>
                    <a:pt x="554" y="345"/>
                  </a:cubicBezTo>
                  <a:cubicBezTo>
                    <a:pt x="554" y="348"/>
                    <a:pt x="554" y="348"/>
                    <a:pt x="554" y="348"/>
                  </a:cubicBezTo>
                  <a:cubicBezTo>
                    <a:pt x="554" y="349"/>
                    <a:pt x="554" y="351"/>
                    <a:pt x="554" y="352"/>
                  </a:cubicBezTo>
                  <a:cubicBezTo>
                    <a:pt x="554" y="356"/>
                    <a:pt x="554" y="359"/>
                    <a:pt x="556" y="363"/>
                  </a:cubicBezTo>
                  <a:cubicBezTo>
                    <a:pt x="556" y="363"/>
                    <a:pt x="559" y="368"/>
                    <a:pt x="559" y="368"/>
                  </a:cubicBezTo>
                  <a:cubicBezTo>
                    <a:pt x="560" y="370"/>
                    <a:pt x="561" y="372"/>
                    <a:pt x="562" y="375"/>
                  </a:cubicBezTo>
                  <a:cubicBezTo>
                    <a:pt x="562" y="377"/>
                    <a:pt x="562" y="380"/>
                    <a:pt x="562" y="383"/>
                  </a:cubicBezTo>
                  <a:cubicBezTo>
                    <a:pt x="562" y="387"/>
                    <a:pt x="562" y="392"/>
                    <a:pt x="562" y="396"/>
                  </a:cubicBezTo>
                  <a:cubicBezTo>
                    <a:pt x="561" y="397"/>
                    <a:pt x="561" y="398"/>
                    <a:pt x="561" y="399"/>
                  </a:cubicBezTo>
                  <a:cubicBezTo>
                    <a:pt x="561" y="401"/>
                    <a:pt x="562" y="403"/>
                    <a:pt x="562" y="404"/>
                  </a:cubicBezTo>
                  <a:cubicBezTo>
                    <a:pt x="562" y="405"/>
                    <a:pt x="562" y="406"/>
                    <a:pt x="561" y="406"/>
                  </a:cubicBezTo>
                  <a:cubicBezTo>
                    <a:pt x="558" y="408"/>
                    <a:pt x="555" y="411"/>
                    <a:pt x="553" y="414"/>
                  </a:cubicBezTo>
                  <a:cubicBezTo>
                    <a:pt x="552" y="414"/>
                    <a:pt x="552" y="414"/>
                    <a:pt x="552" y="414"/>
                  </a:cubicBezTo>
                  <a:cubicBezTo>
                    <a:pt x="549" y="415"/>
                    <a:pt x="549" y="415"/>
                    <a:pt x="549" y="415"/>
                  </a:cubicBezTo>
                  <a:cubicBezTo>
                    <a:pt x="549" y="415"/>
                    <a:pt x="549" y="415"/>
                    <a:pt x="549" y="415"/>
                  </a:cubicBezTo>
                  <a:cubicBezTo>
                    <a:pt x="548" y="417"/>
                    <a:pt x="544" y="415"/>
                    <a:pt x="543" y="415"/>
                  </a:cubicBezTo>
                  <a:cubicBezTo>
                    <a:pt x="540" y="413"/>
                    <a:pt x="536" y="406"/>
                    <a:pt x="532" y="400"/>
                  </a:cubicBezTo>
                  <a:cubicBezTo>
                    <a:pt x="526" y="391"/>
                    <a:pt x="519" y="381"/>
                    <a:pt x="511" y="379"/>
                  </a:cubicBezTo>
                  <a:cubicBezTo>
                    <a:pt x="511" y="377"/>
                    <a:pt x="511" y="371"/>
                    <a:pt x="511" y="371"/>
                  </a:cubicBezTo>
                  <a:cubicBezTo>
                    <a:pt x="511" y="371"/>
                    <a:pt x="511" y="353"/>
                    <a:pt x="511" y="353"/>
                  </a:cubicBezTo>
                  <a:cubicBezTo>
                    <a:pt x="511" y="353"/>
                    <a:pt x="512" y="351"/>
                    <a:pt x="512" y="351"/>
                  </a:cubicBezTo>
                  <a:cubicBezTo>
                    <a:pt x="512" y="350"/>
                    <a:pt x="512" y="350"/>
                    <a:pt x="512" y="350"/>
                  </a:cubicBezTo>
                  <a:cubicBezTo>
                    <a:pt x="512" y="328"/>
                    <a:pt x="514" y="310"/>
                    <a:pt x="516" y="294"/>
                  </a:cubicBezTo>
                  <a:cubicBezTo>
                    <a:pt x="516" y="295"/>
                    <a:pt x="516" y="292"/>
                    <a:pt x="516" y="292"/>
                  </a:cubicBezTo>
                  <a:cubicBezTo>
                    <a:pt x="516" y="288"/>
                    <a:pt x="513" y="285"/>
                    <a:pt x="509" y="285"/>
                  </a:cubicBezTo>
                  <a:cubicBezTo>
                    <a:pt x="505" y="285"/>
                    <a:pt x="502" y="288"/>
                    <a:pt x="502" y="292"/>
                  </a:cubicBezTo>
                  <a:cubicBezTo>
                    <a:pt x="502" y="292"/>
                    <a:pt x="502" y="293"/>
                    <a:pt x="502" y="294"/>
                  </a:cubicBezTo>
                  <a:cubicBezTo>
                    <a:pt x="502" y="299"/>
                    <a:pt x="501" y="304"/>
                    <a:pt x="501" y="309"/>
                  </a:cubicBezTo>
                  <a:cubicBezTo>
                    <a:pt x="501" y="304"/>
                    <a:pt x="500" y="298"/>
                    <a:pt x="500" y="293"/>
                  </a:cubicBezTo>
                  <a:cubicBezTo>
                    <a:pt x="500" y="293"/>
                    <a:pt x="500" y="292"/>
                    <a:pt x="500" y="292"/>
                  </a:cubicBezTo>
                  <a:cubicBezTo>
                    <a:pt x="500" y="288"/>
                    <a:pt x="497" y="285"/>
                    <a:pt x="493" y="285"/>
                  </a:cubicBezTo>
                  <a:cubicBezTo>
                    <a:pt x="489" y="285"/>
                    <a:pt x="486" y="288"/>
                    <a:pt x="486" y="292"/>
                  </a:cubicBezTo>
                  <a:cubicBezTo>
                    <a:pt x="486" y="295"/>
                    <a:pt x="486" y="295"/>
                    <a:pt x="486" y="295"/>
                  </a:cubicBezTo>
                  <a:cubicBezTo>
                    <a:pt x="488" y="309"/>
                    <a:pt x="490" y="326"/>
                    <a:pt x="491" y="351"/>
                  </a:cubicBezTo>
                  <a:cubicBezTo>
                    <a:pt x="491" y="350"/>
                    <a:pt x="491" y="351"/>
                    <a:pt x="491" y="351"/>
                  </a:cubicBezTo>
                  <a:cubicBezTo>
                    <a:pt x="491" y="353"/>
                    <a:pt x="491" y="353"/>
                    <a:pt x="491" y="353"/>
                  </a:cubicBezTo>
                  <a:cubicBezTo>
                    <a:pt x="491" y="353"/>
                    <a:pt x="491" y="353"/>
                    <a:pt x="491" y="353"/>
                  </a:cubicBezTo>
                  <a:cubicBezTo>
                    <a:pt x="491" y="354"/>
                    <a:pt x="492" y="371"/>
                    <a:pt x="492" y="371"/>
                  </a:cubicBezTo>
                  <a:cubicBezTo>
                    <a:pt x="492" y="371"/>
                    <a:pt x="492" y="377"/>
                    <a:pt x="492" y="379"/>
                  </a:cubicBezTo>
                  <a:cubicBezTo>
                    <a:pt x="483" y="381"/>
                    <a:pt x="477" y="391"/>
                    <a:pt x="470" y="401"/>
                  </a:cubicBezTo>
                  <a:cubicBezTo>
                    <a:pt x="470" y="401"/>
                    <a:pt x="470" y="402"/>
                    <a:pt x="470" y="402"/>
                  </a:cubicBezTo>
                  <a:cubicBezTo>
                    <a:pt x="463" y="413"/>
                    <a:pt x="463" y="413"/>
                    <a:pt x="463" y="413"/>
                  </a:cubicBezTo>
                  <a:cubicBezTo>
                    <a:pt x="463" y="413"/>
                    <a:pt x="459" y="417"/>
                    <a:pt x="459" y="417"/>
                  </a:cubicBezTo>
                  <a:cubicBezTo>
                    <a:pt x="460" y="416"/>
                    <a:pt x="459" y="417"/>
                    <a:pt x="459" y="417"/>
                  </a:cubicBezTo>
                  <a:cubicBezTo>
                    <a:pt x="458" y="418"/>
                    <a:pt x="455" y="419"/>
                    <a:pt x="455" y="418"/>
                  </a:cubicBezTo>
                  <a:cubicBezTo>
                    <a:pt x="454" y="418"/>
                    <a:pt x="454" y="418"/>
                    <a:pt x="454" y="417"/>
                  </a:cubicBezTo>
                  <a:cubicBezTo>
                    <a:pt x="454" y="417"/>
                    <a:pt x="453" y="417"/>
                    <a:pt x="453" y="417"/>
                  </a:cubicBezTo>
                  <a:cubicBezTo>
                    <a:pt x="447" y="409"/>
                    <a:pt x="443" y="407"/>
                    <a:pt x="437" y="404"/>
                  </a:cubicBezTo>
                  <a:cubicBezTo>
                    <a:pt x="437" y="404"/>
                    <a:pt x="436" y="402"/>
                    <a:pt x="435" y="402"/>
                  </a:cubicBezTo>
                  <a:cubicBezTo>
                    <a:pt x="433" y="397"/>
                    <a:pt x="432" y="390"/>
                    <a:pt x="432" y="384"/>
                  </a:cubicBezTo>
                  <a:cubicBezTo>
                    <a:pt x="432" y="377"/>
                    <a:pt x="433" y="370"/>
                    <a:pt x="434" y="364"/>
                  </a:cubicBezTo>
                  <a:cubicBezTo>
                    <a:pt x="434" y="364"/>
                    <a:pt x="435" y="362"/>
                    <a:pt x="435" y="362"/>
                  </a:cubicBezTo>
                  <a:cubicBezTo>
                    <a:pt x="435" y="361"/>
                    <a:pt x="435" y="361"/>
                    <a:pt x="435" y="361"/>
                  </a:cubicBezTo>
                  <a:cubicBezTo>
                    <a:pt x="437" y="353"/>
                    <a:pt x="445" y="337"/>
                    <a:pt x="450" y="333"/>
                  </a:cubicBezTo>
                  <a:cubicBezTo>
                    <a:pt x="451" y="332"/>
                    <a:pt x="451" y="332"/>
                    <a:pt x="451" y="331"/>
                  </a:cubicBezTo>
                  <a:cubicBezTo>
                    <a:pt x="451" y="331"/>
                    <a:pt x="451" y="331"/>
                    <a:pt x="450" y="330"/>
                  </a:cubicBezTo>
                  <a:cubicBezTo>
                    <a:pt x="450" y="330"/>
                    <a:pt x="449" y="330"/>
                    <a:pt x="448" y="330"/>
                  </a:cubicBezTo>
                  <a:cubicBezTo>
                    <a:pt x="448" y="330"/>
                    <a:pt x="448" y="330"/>
                    <a:pt x="448" y="330"/>
                  </a:cubicBezTo>
                  <a:cubicBezTo>
                    <a:pt x="448" y="330"/>
                    <a:pt x="448" y="330"/>
                    <a:pt x="448" y="330"/>
                  </a:cubicBezTo>
                  <a:cubicBezTo>
                    <a:pt x="448" y="330"/>
                    <a:pt x="448" y="330"/>
                    <a:pt x="448" y="330"/>
                  </a:cubicBezTo>
                  <a:cubicBezTo>
                    <a:pt x="445" y="333"/>
                    <a:pt x="440" y="339"/>
                    <a:pt x="436" y="344"/>
                  </a:cubicBezTo>
                  <a:cubicBezTo>
                    <a:pt x="436" y="344"/>
                    <a:pt x="436" y="344"/>
                    <a:pt x="436" y="344"/>
                  </a:cubicBezTo>
                  <a:cubicBezTo>
                    <a:pt x="436" y="337"/>
                    <a:pt x="436" y="337"/>
                    <a:pt x="436" y="337"/>
                  </a:cubicBezTo>
                  <a:cubicBezTo>
                    <a:pt x="436" y="336"/>
                    <a:pt x="436" y="335"/>
                    <a:pt x="436" y="333"/>
                  </a:cubicBezTo>
                  <a:cubicBezTo>
                    <a:pt x="436" y="328"/>
                    <a:pt x="437" y="323"/>
                    <a:pt x="439" y="318"/>
                  </a:cubicBezTo>
                  <a:cubicBezTo>
                    <a:pt x="439" y="318"/>
                    <a:pt x="439" y="318"/>
                    <a:pt x="439" y="317"/>
                  </a:cubicBezTo>
                  <a:cubicBezTo>
                    <a:pt x="439" y="317"/>
                    <a:pt x="438" y="316"/>
                    <a:pt x="438" y="316"/>
                  </a:cubicBezTo>
                  <a:cubicBezTo>
                    <a:pt x="437" y="316"/>
                    <a:pt x="436" y="316"/>
                    <a:pt x="436" y="317"/>
                  </a:cubicBezTo>
                  <a:cubicBezTo>
                    <a:pt x="436" y="317"/>
                    <a:pt x="436" y="317"/>
                    <a:pt x="436" y="317"/>
                  </a:cubicBezTo>
                  <a:cubicBezTo>
                    <a:pt x="436" y="317"/>
                    <a:pt x="436" y="317"/>
                    <a:pt x="436" y="317"/>
                  </a:cubicBezTo>
                  <a:cubicBezTo>
                    <a:pt x="436" y="317"/>
                    <a:pt x="436" y="317"/>
                    <a:pt x="436" y="317"/>
                  </a:cubicBezTo>
                  <a:cubicBezTo>
                    <a:pt x="432" y="325"/>
                    <a:pt x="431" y="333"/>
                    <a:pt x="430" y="344"/>
                  </a:cubicBezTo>
                  <a:cubicBezTo>
                    <a:pt x="430" y="350"/>
                    <a:pt x="430" y="357"/>
                    <a:pt x="429" y="363"/>
                  </a:cubicBezTo>
                  <a:cubicBezTo>
                    <a:pt x="428" y="367"/>
                    <a:pt x="426" y="375"/>
                    <a:pt x="426" y="384"/>
                  </a:cubicBezTo>
                  <a:cubicBezTo>
                    <a:pt x="426" y="389"/>
                    <a:pt x="427" y="395"/>
                    <a:pt x="429" y="401"/>
                  </a:cubicBezTo>
                  <a:cubicBezTo>
                    <a:pt x="427" y="400"/>
                    <a:pt x="421" y="399"/>
                    <a:pt x="421" y="399"/>
                  </a:cubicBezTo>
                  <a:cubicBezTo>
                    <a:pt x="421" y="399"/>
                    <a:pt x="401" y="394"/>
                    <a:pt x="401" y="394"/>
                  </a:cubicBezTo>
                  <a:cubicBezTo>
                    <a:pt x="401" y="394"/>
                    <a:pt x="401" y="394"/>
                    <a:pt x="400" y="393"/>
                  </a:cubicBezTo>
                  <a:cubicBezTo>
                    <a:pt x="400" y="393"/>
                    <a:pt x="400" y="379"/>
                    <a:pt x="400" y="379"/>
                  </a:cubicBezTo>
                  <a:cubicBezTo>
                    <a:pt x="400" y="376"/>
                    <a:pt x="399" y="372"/>
                    <a:pt x="399" y="368"/>
                  </a:cubicBezTo>
                  <a:cubicBezTo>
                    <a:pt x="399" y="365"/>
                    <a:pt x="400" y="362"/>
                    <a:pt x="400" y="358"/>
                  </a:cubicBezTo>
                  <a:cubicBezTo>
                    <a:pt x="402" y="347"/>
                    <a:pt x="408" y="336"/>
                    <a:pt x="413" y="326"/>
                  </a:cubicBezTo>
                  <a:cubicBezTo>
                    <a:pt x="415" y="322"/>
                    <a:pt x="415" y="322"/>
                    <a:pt x="415" y="322"/>
                  </a:cubicBezTo>
                  <a:cubicBezTo>
                    <a:pt x="417" y="318"/>
                    <a:pt x="418" y="314"/>
                    <a:pt x="419" y="311"/>
                  </a:cubicBezTo>
                  <a:cubicBezTo>
                    <a:pt x="422" y="305"/>
                    <a:pt x="423" y="305"/>
                    <a:pt x="429" y="302"/>
                  </a:cubicBezTo>
                  <a:cubicBezTo>
                    <a:pt x="434" y="301"/>
                    <a:pt x="438" y="298"/>
                    <a:pt x="443" y="295"/>
                  </a:cubicBezTo>
                  <a:cubicBezTo>
                    <a:pt x="446" y="293"/>
                    <a:pt x="446" y="293"/>
                    <a:pt x="446" y="293"/>
                  </a:cubicBezTo>
                  <a:cubicBezTo>
                    <a:pt x="447" y="292"/>
                    <a:pt x="447" y="292"/>
                    <a:pt x="447" y="291"/>
                  </a:cubicBezTo>
                  <a:cubicBezTo>
                    <a:pt x="447" y="291"/>
                    <a:pt x="447" y="291"/>
                    <a:pt x="447" y="291"/>
                  </a:cubicBezTo>
                  <a:cubicBezTo>
                    <a:pt x="446" y="290"/>
                    <a:pt x="445" y="290"/>
                    <a:pt x="444" y="290"/>
                  </a:cubicBezTo>
                  <a:cubicBezTo>
                    <a:pt x="440" y="293"/>
                    <a:pt x="437" y="294"/>
                    <a:pt x="433" y="295"/>
                  </a:cubicBezTo>
                  <a:cubicBezTo>
                    <a:pt x="427" y="297"/>
                    <a:pt x="427" y="297"/>
                    <a:pt x="427" y="297"/>
                  </a:cubicBezTo>
                  <a:cubicBezTo>
                    <a:pt x="425" y="298"/>
                    <a:pt x="423" y="298"/>
                    <a:pt x="422" y="299"/>
                  </a:cubicBezTo>
                  <a:cubicBezTo>
                    <a:pt x="422" y="298"/>
                    <a:pt x="423" y="294"/>
                    <a:pt x="423" y="294"/>
                  </a:cubicBezTo>
                  <a:cubicBezTo>
                    <a:pt x="425" y="290"/>
                    <a:pt x="428" y="286"/>
                    <a:pt x="431" y="283"/>
                  </a:cubicBezTo>
                  <a:cubicBezTo>
                    <a:pt x="435" y="278"/>
                    <a:pt x="437" y="274"/>
                    <a:pt x="439" y="269"/>
                  </a:cubicBezTo>
                  <a:cubicBezTo>
                    <a:pt x="439" y="267"/>
                    <a:pt x="440" y="266"/>
                    <a:pt x="440" y="265"/>
                  </a:cubicBezTo>
                  <a:cubicBezTo>
                    <a:pt x="440" y="265"/>
                    <a:pt x="440" y="265"/>
                    <a:pt x="440" y="265"/>
                  </a:cubicBezTo>
                  <a:cubicBezTo>
                    <a:pt x="440" y="265"/>
                    <a:pt x="440" y="265"/>
                    <a:pt x="440" y="265"/>
                  </a:cubicBezTo>
                  <a:cubicBezTo>
                    <a:pt x="440" y="265"/>
                    <a:pt x="440" y="265"/>
                    <a:pt x="440" y="264"/>
                  </a:cubicBezTo>
                  <a:cubicBezTo>
                    <a:pt x="440" y="264"/>
                    <a:pt x="439" y="263"/>
                    <a:pt x="439" y="263"/>
                  </a:cubicBezTo>
                  <a:cubicBezTo>
                    <a:pt x="438" y="263"/>
                    <a:pt x="437" y="263"/>
                    <a:pt x="437" y="264"/>
                  </a:cubicBezTo>
                  <a:cubicBezTo>
                    <a:pt x="437" y="265"/>
                    <a:pt x="436" y="266"/>
                    <a:pt x="436" y="267"/>
                  </a:cubicBezTo>
                  <a:cubicBezTo>
                    <a:pt x="434" y="270"/>
                    <a:pt x="432" y="273"/>
                    <a:pt x="429" y="276"/>
                  </a:cubicBezTo>
                  <a:cubicBezTo>
                    <a:pt x="427" y="279"/>
                    <a:pt x="427" y="279"/>
                    <a:pt x="427" y="279"/>
                  </a:cubicBezTo>
                  <a:cubicBezTo>
                    <a:pt x="423" y="283"/>
                    <a:pt x="419" y="287"/>
                    <a:pt x="417" y="292"/>
                  </a:cubicBezTo>
                  <a:cubicBezTo>
                    <a:pt x="414" y="304"/>
                    <a:pt x="414" y="304"/>
                    <a:pt x="414" y="304"/>
                  </a:cubicBezTo>
                  <a:cubicBezTo>
                    <a:pt x="414" y="304"/>
                    <a:pt x="413" y="309"/>
                    <a:pt x="413" y="309"/>
                  </a:cubicBezTo>
                  <a:cubicBezTo>
                    <a:pt x="413" y="309"/>
                    <a:pt x="413" y="311"/>
                    <a:pt x="413" y="311"/>
                  </a:cubicBezTo>
                  <a:cubicBezTo>
                    <a:pt x="412" y="314"/>
                    <a:pt x="411" y="317"/>
                    <a:pt x="410" y="319"/>
                  </a:cubicBezTo>
                  <a:cubicBezTo>
                    <a:pt x="408" y="323"/>
                    <a:pt x="408" y="323"/>
                    <a:pt x="408" y="323"/>
                  </a:cubicBezTo>
                  <a:cubicBezTo>
                    <a:pt x="402" y="334"/>
                    <a:pt x="396" y="345"/>
                    <a:pt x="394" y="357"/>
                  </a:cubicBezTo>
                  <a:cubicBezTo>
                    <a:pt x="393" y="365"/>
                    <a:pt x="393" y="373"/>
                    <a:pt x="394" y="380"/>
                  </a:cubicBezTo>
                  <a:cubicBezTo>
                    <a:pt x="394" y="380"/>
                    <a:pt x="394" y="392"/>
                    <a:pt x="394" y="392"/>
                  </a:cubicBezTo>
                  <a:cubicBezTo>
                    <a:pt x="394" y="392"/>
                    <a:pt x="394" y="392"/>
                    <a:pt x="394" y="392"/>
                  </a:cubicBezTo>
                  <a:cubicBezTo>
                    <a:pt x="394" y="392"/>
                    <a:pt x="378" y="387"/>
                    <a:pt x="378" y="387"/>
                  </a:cubicBezTo>
                  <a:cubicBezTo>
                    <a:pt x="370" y="385"/>
                    <a:pt x="363" y="382"/>
                    <a:pt x="356" y="379"/>
                  </a:cubicBezTo>
                  <a:cubicBezTo>
                    <a:pt x="355" y="379"/>
                    <a:pt x="354" y="377"/>
                    <a:pt x="353" y="377"/>
                  </a:cubicBezTo>
                  <a:cubicBezTo>
                    <a:pt x="353" y="376"/>
                    <a:pt x="353" y="375"/>
                    <a:pt x="353" y="374"/>
                  </a:cubicBezTo>
                  <a:cubicBezTo>
                    <a:pt x="353" y="368"/>
                    <a:pt x="356" y="361"/>
                    <a:pt x="359" y="355"/>
                  </a:cubicBezTo>
                  <a:cubicBezTo>
                    <a:pt x="362" y="349"/>
                    <a:pt x="362" y="349"/>
                    <a:pt x="362" y="349"/>
                  </a:cubicBezTo>
                  <a:cubicBezTo>
                    <a:pt x="372" y="324"/>
                    <a:pt x="372" y="324"/>
                    <a:pt x="372" y="324"/>
                  </a:cubicBezTo>
                  <a:cubicBezTo>
                    <a:pt x="381" y="299"/>
                    <a:pt x="381" y="299"/>
                    <a:pt x="381" y="299"/>
                  </a:cubicBezTo>
                  <a:cubicBezTo>
                    <a:pt x="382" y="297"/>
                    <a:pt x="383" y="295"/>
                    <a:pt x="385" y="292"/>
                  </a:cubicBezTo>
                  <a:cubicBezTo>
                    <a:pt x="387" y="290"/>
                    <a:pt x="391" y="289"/>
                    <a:pt x="395" y="288"/>
                  </a:cubicBezTo>
                  <a:cubicBezTo>
                    <a:pt x="399" y="287"/>
                    <a:pt x="404" y="286"/>
                    <a:pt x="408" y="283"/>
                  </a:cubicBezTo>
                  <a:cubicBezTo>
                    <a:pt x="415" y="277"/>
                    <a:pt x="418" y="269"/>
                    <a:pt x="421" y="261"/>
                  </a:cubicBezTo>
                  <a:cubicBezTo>
                    <a:pt x="423" y="253"/>
                    <a:pt x="423" y="253"/>
                    <a:pt x="423" y="253"/>
                  </a:cubicBezTo>
                  <a:cubicBezTo>
                    <a:pt x="423" y="253"/>
                    <a:pt x="423" y="253"/>
                    <a:pt x="423" y="252"/>
                  </a:cubicBezTo>
                  <a:cubicBezTo>
                    <a:pt x="423" y="252"/>
                    <a:pt x="422" y="251"/>
                    <a:pt x="422" y="251"/>
                  </a:cubicBezTo>
                  <a:cubicBezTo>
                    <a:pt x="421" y="251"/>
                    <a:pt x="420" y="251"/>
                    <a:pt x="420" y="252"/>
                  </a:cubicBezTo>
                  <a:cubicBezTo>
                    <a:pt x="417" y="261"/>
                    <a:pt x="417" y="261"/>
                    <a:pt x="417" y="261"/>
                  </a:cubicBezTo>
                  <a:cubicBezTo>
                    <a:pt x="414" y="268"/>
                    <a:pt x="411" y="273"/>
                    <a:pt x="404" y="278"/>
                  </a:cubicBezTo>
                  <a:cubicBezTo>
                    <a:pt x="401" y="281"/>
                    <a:pt x="397" y="282"/>
                    <a:pt x="393" y="282"/>
                  </a:cubicBezTo>
                  <a:cubicBezTo>
                    <a:pt x="393" y="282"/>
                    <a:pt x="393" y="283"/>
                    <a:pt x="393" y="283"/>
                  </a:cubicBezTo>
                  <a:cubicBezTo>
                    <a:pt x="396" y="279"/>
                    <a:pt x="400" y="275"/>
                    <a:pt x="403" y="270"/>
                  </a:cubicBezTo>
                  <a:cubicBezTo>
                    <a:pt x="407" y="262"/>
                    <a:pt x="412" y="246"/>
                    <a:pt x="414" y="237"/>
                  </a:cubicBezTo>
                  <a:cubicBezTo>
                    <a:pt x="414" y="237"/>
                    <a:pt x="414" y="237"/>
                    <a:pt x="414" y="237"/>
                  </a:cubicBezTo>
                  <a:cubicBezTo>
                    <a:pt x="414" y="237"/>
                    <a:pt x="414" y="237"/>
                    <a:pt x="414" y="236"/>
                  </a:cubicBezTo>
                  <a:cubicBezTo>
                    <a:pt x="414" y="236"/>
                    <a:pt x="413" y="235"/>
                    <a:pt x="413" y="235"/>
                  </a:cubicBezTo>
                  <a:cubicBezTo>
                    <a:pt x="412" y="235"/>
                    <a:pt x="411" y="235"/>
                    <a:pt x="411" y="236"/>
                  </a:cubicBezTo>
                  <a:cubicBezTo>
                    <a:pt x="411" y="236"/>
                    <a:pt x="411" y="236"/>
                    <a:pt x="411" y="236"/>
                  </a:cubicBezTo>
                  <a:cubicBezTo>
                    <a:pt x="411" y="236"/>
                    <a:pt x="411" y="236"/>
                    <a:pt x="411" y="236"/>
                  </a:cubicBezTo>
                  <a:cubicBezTo>
                    <a:pt x="409" y="244"/>
                    <a:pt x="402" y="259"/>
                    <a:pt x="398" y="267"/>
                  </a:cubicBezTo>
                  <a:cubicBezTo>
                    <a:pt x="395" y="271"/>
                    <a:pt x="392" y="275"/>
                    <a:pt x="388" y="279"/>
                  </a:cubicBezTo>
                  <a:cubicBezTo>
                    <a:pt x="385" y="282"/>
                    <a:pt x="383" y="285"/>
                    <a:pt x="380" y="289"/>
                  </a:cubicBezTo>
                  <a:cubicBezTo>
                    <a:pt x="379" y="290"/>
                    <a:pt x="377" y="293"/>
                    <a:pt x="377" y="293"/>
                  </a:cubicBezTo>
                  <a:cubicBezTo>
                    <a:pt x="377" y="293"/>
                    <a:pt x="375" y="297"/>
                    <a:pt x="375" y="297"/>
                  </a:cubicBezTo>
                  <a:cubicBezTo>
                    <a:pt x="375" y="297"/>
                    <a:pt x="369" y="313"/>
                    <a:pt x="368" y="317"/>
                  </a:cubicBezTo>
                  <a:cubicBezTo>
                    <a:pt x="368" y="316"/>
                    <a:pt x="368" y="316"/>
                    <a:pt x="368" y="316"/>
                  </a:cubicBezTo>
                  <a:cubicBezTo>
                    <a:pt x="367" y="312"/>
                    <a:pt x="366" y="309"/>
                    <a:pt x="366" y="306"/>
                  </a:cubicBezTo>
                  <a:cubicBezTo>
                    <a:pt x="366" y="305"/>
                    <a:pt x="366" y="304"/>
                    <a:pt x="366" y="304"/>
                  </a:cubicBezTo>
                  <a:cubicBezTo>
                    <a:pt x="368" y="299"/>
                    <a:pt x="368" y="299"/>
                    <a:pt x="368" y="299"/>
                  </a:cubicBezTo>
                  <a:cubicBezTo>
                    <a:pt x="369" y="297"/>
                    <a:pt x="370" y="295"/>
                    <a:pt x="370" y="291"/>
                  </a:cubicBezTo>
                  <a:cubicBezTo>
                    <a:pt x="370" y="291"/>
                    <a:pt x="370" y="291"/>
                    <a:pt x="370" y="291"/>
                  </a:cubicBezTo>
                  <a:cubicBezTo>
                    <a:pt x="370" y="289"/>
                    <a:pt x="370" y="287"/>
                    <a:pt x="369" y="285"/>
                  </a:cubicBezTo>
                  <a:cubicBezTo>
                    <a:pt x="367" y="280"/>
                    <a:pt x="367" y="280"/>
                    <a:pt x="367" y="280"/>
                  </a:cubicBezTo>
                  <a:cubicBezTo>
                    <a:pt x="366" y="279"/>
                    <a:pt x="365" y="279"/>
                    <a:pt x="365" y="279"/>
                  </a:cubicBezTo>
                  <a:cubicBezTo>
                    <a:pt x="364" y="279"/>
                    <a:pt x="364" y="280"/>
                    <a:pt x="364" y="280"/>
                  </a:cubicBezTo>
                  <a:cubicBezTo>
                    <a:pt x="364" y="281"/>
                    <a:pt x="364" y="281"/>
                    <a:pt x="364" y="281"/>
                  </a:cubicBezTo>
                  <a:cubicBezTo>
                    <a:pt x="364" y="284"/>
                    <a:pt x="365" y="290"/>
                    <a:pt x="365" y="291"/>
                  </a:cubicBezTo>
                  <a:cubicBezTo>
                    <a:pt x="365" y="291"/>
                    <a:pt x="365" y="291"/>
                    <a:pt x="365" y="291"/>
                  </a:cubicBezTo>
                  <a:cubicBezTo>
                    <a:pt x="365" y="293"/>
                    <a:pt x="364" y="295"/>
                    <a:pt x="364" y="297"/>
                  </a:cubicBezTo>
                  <a:cubicBezTo>
                    <a:pt x="361" y="302"/>
                    <a:pt x="361" y="302"/>
                    <a:pt x="361" y="302"/>
                  </a:cubicBezTo>
                  <a:cubicBezTo>
                    <a:pt x="360" y="302"/>
                    <a:pt x="360" y="303"/>
                    <a:pt x="360" y="303"/>
                  </a:cubicBezTo>
                  <a:cubicBezTo>
                    <a:pt x="360" y="304"/>
                    <a:pt x="360" y="305"/>
                    <a:pt x="360" y="306"/>
                  </a:cubicBezTo>
                  <a:cubicBezTo>
                    <a:pt x="360" y="310"/>
                    <a:pt x="361" y="314"/>
                    <a:pt x="362" y="317"/>
                  </a:cubicBezTo>
                  <a:cubicBezTo>
                    <a:pt x="363" y="320"/>
                    <a:pt x="363" y="323"/>
                    <a:pt x="363" y="327"/>
                  </a:cubicBezTo>
                  <a:cubicBezTo>
                    <a:pt x="363" y="327"/>
                    <a:pt x="363" y="327"/>
                    <a:pt x="363" y="327"/>
                  </a:cubicBezTo>
                  <a:cubicBezTo>
                    <a:pt x="363" y="330"/>
                    <a:pt x="363" y="330"/>
                    <a:pt x="363" y="330"/>
                  </a:cubicBezTo>
                  <a:cubicBezTo>
                    <a:pt x="357" y="346"/>
                    <a:pt x="357" y="346"/>
                    <a:pt x="357" y="346"/>
                  </a:cubicBezTo>
                  <a:cubicBezTo>
                    <a:pt x="354" y="352"/>
                    <a:pt x="354" y="352"/>
                    <a:pt x="354" y="352"/>
                  </a:cubicBezTo>
                  <a:cubicBezTo>
                    <a:pt x="351" y="359"/>
                    <a:pt x="347" y="366"/>
                    <a:pt x="347" y="374"/>
                  </a:cubicBezTo>
                  <a:cubicBezTo>
                    <a:pt x="347" y="374"/>
                    <a:pt x="347" y="375"/>
                    <a:pt x="347" y="375"/>
                  </a:cubicBezTo>
                  <a:cubicBezTo>
                    <a:pt x="347" y="375"/>
                    <a:pt x="347" y="375"/>
                    <a:pt x="347" y="375"/>
                  </a:cubicBezTo>
                  <a:cubicBezTo>
                    <a:pt x="345" y="374"/>
                    <a:pt x="326" y="366"/>
                    <a:pt x="326" y="366"/>
                  </a:cubicBezTo>
                  <a:cubicBezTo>
                    <a:pt x="324" y="365"/>
                    <a:pt x="324" y="365"/>
                    <a:pt x="324" y="365"/>
                  </a:cubicBezTo>
                  <a:cubicBezTo>
                    <a:pt x="324" y="365"/>
                    <a:pt x="323" y="364"/>
                    <a:pt x="323" y="363"/>
                  </a:cubicBezTo>
                  <a:cubicBezTo>
                    <a:pt x="323" y="363"/>
                    <a:pt x="323" y="363"/>
                    <a:pt x="323" y="362"/>
                  </a:cubicBezTo>
                  <a:cubicBezTo>
                    <a:pt x="324" y="357"/>
                    <a:pt x="327" y="353"/>
                    <a:pt x="329" y="348"/>
                  </a:cubicBezTo>
                  <a:cubicBezTo>
                    <a:pt x="332" y="343"/>
                    <a:pt x="336" y="338"/>
                    <a:pt x="337" y="331"/>
                  </a:cubicBezTo>
                  <a:cubicBezTo>
                    <a:pt x="338" y="322"/>
                    <a:pt x="338" y="322"/>
                    <a:pt x="338" y="322"/>
                  </a:cubicBezTo>
                  <a:cubicBezTo>
                    <a:pt x="339" y="318"/>
                    <a:pt x="339" y="315"/>
                    <a:pt x="340" y="312"/>
                  </a:cubicBezTo>
                  <a:cubicBezTo>
                    <a:pt x="341" y="309"/>
                    <a:pt x="344" y="305"/>
                    <a:pt x="346" y="302"/>
                  </a:cubicBezTo>
                  <a:cubicBezTo>
                    <a:pt x="351" y="294"/>
                    <a:pt x="351" y="294"/>
                    <a:pt x="351" y="294"/>
                  </a:cubicBezTo>
                  <a:cubicBezTo>
                    <a:pt x="353" y="290"/>
                    <a:pt x="357" y="280"/>
                    <a:pt x="357" y="279"/>
                  </a:cubicBezTo>
                  <a:cubicBezTo>
                    <a:pt x="357" y="280"/>
                    <a:pt x="358" y="277"/>
                    <a:pt x="358" y="277"/>
                  </a:cubicBezTo>
                  <a:cubicBezTo>
                    <a:pt x="361" y="272"/>
                    <a:pt x="369" y="264"/>
                    <a:pt x="375" y="259"/>
                  </a:cubicBezTo>
                  <a:cubicBezTo>
                    <a:pt x="381" y="253"/>
                    <a:pt x="381" y="253"/>
                    <a:pt x="381" y="253"/>
                  </a:cubicBezTo>
                  <a:cubicBezTo>
                    <a:pt x="384" y="251"/>
                    <a:pt x="384" y="251"/>
                    <a:pt x="384" y="251"/>
                  </a:cubicBezTo>
                  <a:cubicBezTo>
                    <a:pt x="388" y="248"/>
                    <a:pt x="388" y="248"/>
                    <a:pt x="388" y="248"/>
                  </a:cubicBezTo>
                  <a:cubicBezTo>
                    <a:pt x="390" y="246"/>
                    <a:pt x="390" y="244"/>
                    <a:pt x="391" y="242"/>
                  </a:cubicBezTo>
                  <a:cubicBezTo>
                    <a:pt x="391" y="242"/>
                    <a:pt x="392" y="240"/>
                    <a:pt x="392" y="240"/>
                  </a:cubicBezTo>
                  <a:cubicBezTo>
                    <a:pt x="393" y="239"/>
                    <a:pt x="394" y="239"/>
                    <a:pt x="396" y="239"/>
                  </a:cubicBezTo>
                  <a:cubicBezTo>
                    <a:pt x="399" y="238"/>
                    <a:pt x="402" y="237"/>
                    <a:pt x="405" y="231"/>
                  </a:cubicBezTo>
                  <a:cubicBezTo>
                    <a:pt x="405" y="231"/>
                    <a:pt x="405" y="231"/>
                    <a:pt x="405" y="231"/>
                  </a:cubicBezTo>
                  <a:cubicBezTo>
                    <a:pt x="405" y="231"/>
                    <a:pt x="405" y="231"/>
                    <a:pt x="405" y="231"/>
                  </a:cubicBezTo>
                  <a:cubicBezTo>
                    <a:pt x="405" y="231"/>
                    <a:pt x="405" y="231"/>
                    <a:pt x="405" y="231"/>
                  </a:cubicBezTo>
                  <a:cubicBezTo>
                    <a:pt x="405" y="231"/>
                    <a:pt x="405" y="231"/>
                    <a:pt x="405" y="230"/>
                  </a:cubicBezTo>
                  <a:cubicBezTo>
                    <a:pt x="405" y="230"/>
                    <a:pt x="404" y="229"/>
                    <a:pt x="404" y="229"/>
                  </a:cubicBezTo>
                  <a:cubicBezTo>
                    <a:pt x="403" y="229"/>
                    <a:pt x="402" y="229"/>
                    <a:pt x="402" y="230"/>
                  </a:cubicBezTo>
                  <a:cubicBezTo>
                    <a:pt x="401" y="232"/>
                    <a:pt x="399" y="233"/>
                    <a:pt x="396" y="233"/>
                  </a:cubicBezTo>
                  <a:cubicBezTo>
                    <a:pt x="395" y="233"/>
                    <a:pt x="395" y="233"/>
                    <a:pt x="395" y="233"/>
                  </a:cubicBezTo>
                  <a:cubicBezTo>
                    <a:pt x="393" y="233"/>
                    <a:pt x="390" y="233"/>
                    <a:pt x="387" y="235"/>
                  </a:cubicBezTo>
                  <a:cubicBezTo>
                    <a:pt x="386" y="237"/>
                    <a:pt x="385" y="239"/>
                    <a:pt x="385" y="241"/>
                  </a:cubicBezTo>
                  <a:cubicBezTo>
                    <a:pt x="385" y="241"/>
                    <a:pt x="384" y="244"/>
                    <a:pt x="384" y="244"/>
                  </a:cubicBezTo>
                  <a:cubicBezTo>
                    <a:pt x="381" y="246"/>
                    <a:pt x="381" y="246"/>
                    <a:pt x="381" y="246"/>
                  </a:cubicBezTo>
                  <a:cubicBezTo>
                    <a:pt x="377" y="249"/>
                    <a:pt x="377" y="249"/>
                    <a:pt x="377" y="249"/>
                  </a:cubicBezTo>
                  <a:cubicBezTo>
                    <a:pt x="371" y="255"/>
                    <a:pt x="371" y="255"/>
                    <a:pt x="371" y="255"/>
                  </a:cubicBezTo>
                  <a:cubicBezTo>
                    <a:pt x="371" y="255"/>
                    <a:pt x="365" y="260"/>
                    <a:pt x="362" y="263"/>
                  </a:cubicBezTo>
                  <a:cubicBezTo>
                    <a:pt x="362" y="263"/>
                    <a:pt x="364" y="254"/>
                    <a:pt x="364" y="254"/>
                  </a:cubicBezTo>
                  <a:cubicBezTo>
                    <a:pt x="365" y="250"/>
                    <a:pt x="367" y="247"/>
                    <a:pt x="369" y="244"/>
                  </a:cubicBezTo>
                  <a:cubicBezTo>
                    <a:pt x="373" y="236"/>
                    <a:pt x="373" y="236"/>
                    <a:pt x="373" y="236"/>
                  </a:cubicBezTo>
                  <a:cubicBezTo>
                    <a:pt x="373" y="236"/>
                    <a:pt x="374" y="233"/>
                    <a:pt x="374" y="233"/>
                  </a:cubicBezTo>
                  <a:cubicBezTo>
                    <a:pt x="376" y="231"/>
                    <a:pt x="378" y="228"/>
                    <a:pt x="381" y="226"/>
                  </a:cubicBezTo>
                  <a:cubicBezTo>
                    <a:pt x="384" y="223"/>
                    <a:pt x="387" y="221"/>
                    <a:pt x="390" y="217"/>
                  </a:cubicBezTo>
                  <a:cubicBezTo>
                    <a:pt x="392" y="214"/>
                    <a:pt x="392" y="211"/>
                    <a:pt x="392" y="208"/>
                  </a:cubicBezTo>
                  <a:cubicBezTo>
                    <a:pt x="392" y="204"/>
                    <a:pt x="392" y="204"/>
                    <a:pt x="392" y="204"/>
                  </a:cubicBezTo>
                  <a:cubicBezTo>
                    <a:pt x="393" y="201"/>
                    <a:pt x="394" y="194"/>
                    <a:pt x="397" y="192"/>
                  </a:cubicBezTo>
                  <a:cubicBezTo>
                    <a:pt x="397" y="192"/>
                    <a:pt x="397" y="192"/>
                    <a:pt x="397" y="192"/>
                  </a:cubicBezTo>
                  <a:cubicBezTo>
                    <a:pt x="398" y="191"/>
                    <a:pt x="398" y="191"/>
                    <a:pt x="398" y="190"/>
                  </a:cubicBezTo>
                  <a:cubicBezTo>
                    <a:pt x="398" y="190"/>
                    <a:pt x="398" y="190"/>
                    <a:pt x="398" y="190"/>
                  </a:cubicBezTo>
                  <a:cubicBezTo>
                    <a:pt x="397" y="189"/>
                    <a:pt x="396" y="189"/>
                    <a:pt x="395" y="189"/>
                  </a:cubicBezTo>
                  <a:cubicBezTo>
                    <a:pt x="395" y="189"/>
                    <a:pt x="395" y="189"/>
                    <a:pt x="395" y="189"/>
                  </a:cubicBezTo>
                  <a:cubicBezTo>
                    <a:pt x="395" y="189"/>
                    <a:pt x="395" y="189"/>
                    <a:pt x="395" y="189"/>
                  </a:cubicBezTo>
                  <a:cubicBezTo>
                    <a:pt x="391" y="192"/>
                    <a:pt x="389" y="196"/>
                    <a:pt x="388" y="203"/>
                  </a:cubicBezTo>
                  <a:cubicBezTo>
                    <a:pt x="387" y="207"/>
                    <a:pt x="387" y="211"/>
                    <a:pt x="385" y="214"/>
                  </a:cubicBezTo>
                  <a:cubicBezTo>
                    <a:pt x="383" y="217"/>
                    <a:pt x="380" y="219"/>
                    <a:pt x="377" y="221"/>
                  </a:cubicBezTo>
                  <a:cubicBezTo>
                    <a:pt x="377" y="221"/>
                    <a:pt x="376" y="222"/>
                    <a:pt x="375" y="223"/>
                  </a:cubicBezTo>
                  <a:cubicBezTo>
                    <a:pt x="375" y="222"/>
                    <a:pt x="375" y="220"/>
                    <a:pt x="375" y="220"/>
                  </a:cubicBezTo>
                  <a:cubicBezTo>
                    <a:pt x="375" y="220"/>
                    <a:pt x="375" y="219"/>
                    <a:pt x="375" y="219"/>
                  </a:cubicBezTo>
                  <a:cubicBezTo>
                    <a:pt x="375" y="217"/>
                    <a:pt x="376" y="214"/>
                    <a:pt x="377" y="212"/>
                  </a:cubicBezTo>
                  <a:cubicBezTo>
                    <a:pt x="377" y="212"/>
                    <a:pt x="377" y="212"/>
                    <a:pt x="377" y="212"/>
                  </a:cubicBezTo>
                  <a:cubicBezTo>
                    <a:pt x="377" y="212"/>
                    <a:pt x="377" y="212"/>
                    <a:pt x="377" y="211"/>
                  </a:cubicBezTo>
                  <a:cubicBezTo>
                    <a:pt x="377" y="211"/>
                    <a:pt x="376" y="210"/>
                    <a:pt x="376" y="210"/>
                  </a:cubicBezTo>
                  <a:cubicBezTo>
                    <a:pt x="375" y="210"/>
                    <a:pt x="374" y="210"/>
                    <a:pt x="374" y="211"/>
                  </a:cubicBezTo>
                  <a:cubicBezTo>
                    <a:pt x="374" y="211"/>
                    <a:pt x="374" y="211"/>
                    <a:pt x="374" y="211"/>
                  </a:cubicBezTo>
                  <a:cubicBezTo>
                    <a:pt x="374" y="211"/>
                    <a:pt x="374" y="211"/>
                    <a:pt x="374" y="211"/>
                  </a:cubicBezTo>
                  <a:cubicBezTo>
                    <a:pt x="372" y="215"/>
                    <a:pt x="371" y="219"/>
                    <a:pt x="370" y="224"/>
                  </a:cubicBezTo>
                  <a:cubicBezTo>
                    <a:pt x="369" y="228"/>
                    <a:pt x="369" y="228"/>
                    <a:pt x="369" y="228"/>
                  </a:cubicBezTo>
                  <a:cubicBezTo>
                    <a:pt x="368" y="231"/>
                    <a:pt x="368" y="231"/>
                    <a:pt x="368" y="231"/>
                  </a:cubicBezTo>
                  <a:cubicBezTo>
                    <a:pt x="368" y="231"/>
                    <a:pt x="368" y="233"/>
                    <a:pt x="368" y="233"/>
                  </a:cubicBezTo>
                  <a:cubicBezTo>
                    <a:pt x="368" y="233"/>
                    <a:pt x="367" y="234"/>
                    <a:pt x="367" y="234"/>
                  </a:cubicBezTo>
                  <a:cubicBezTo>
                    <a:pt x="364" y="241"/>
                    <a:pt x="364" y="241"/>
                    <a:pt x="364" y="241"/>
                  </a:cubicBezTo>
                  <a:cubicBezTo>
                    <a:pt x="362" y="244"/>
                    <a:pt x="360" y="248"/>
                    <a:pt x="359" y="253"/>
                  </a:cubicBezTo>
                  <a:cubicBezTo>
                    <a:pt x="359" y="253"/>
                    <a:pt x="356" y="261"/>
                    <a:pt x="356" y="261"/>
                  </a:cubicBezTo>
                  <a:cubicBezTo>
                    <a:pt x="356" y="261"/>
                    <a:pt x="352" y="275"/>
                    <a:pt x="352" y="275"/>
                  </a:cubicBezTo>
                  <a:cubicBezTo>
                    <a:pt x="352" y="275"/>
                    <a:pt x="351" y="278"/>
                    <a:pt x="351" y="278"/>
                  </a:cubicBezTo>
                  <a:cubicBezTo>
                    <a:pt x="350" y="283"/>
                    <a:pt x="348" y="287"/>
                    <a:pt x="346" y="291"/>
                  </a:cubicBezTo>
                  <a:cubicBezTo>
                    <a:pt x="341" y="298"/>
                    <a:pt x="341" y="298"/>
                    <a:pt x="341" y="298"/>
                  </a:cubicBezTo>
                  <a:cubicBezTo>
                    <a:pt x="339" y="302"/>
                    <a:pt x="336" y="306"/>
                    <a:pt x="334" y="310"/>
                  </a:cubicBezTo>
                  <a:cubicBezTo>
                    <a:pt x="333" y="314"/>
                    <a:pt x="333" y="318"/>
                    <a:pt x="332" y="321"/>
                  </a:cubicBezTo>
                  <a:cubicBezTo>
                    <a:pt x="331" y="330"/>
                    <a:pt x="331" y="330"/>
                    <a:pt x="331" y="330"/>
                  </a:cubicBezTo>
                  <a:cubicBezTo>
                    <a:pt x="330" y="336"/>
                    <a:pt x="327" y="341"/>
                    <a:pt x="324" y="345"/>
                  </a:cubicBezTo>
                  <a:cubicBezTo>
                    <a:pt x="322" y="350"/>
                    <a:pt x="319" y="355"/>
                    <a:pt x="317" y="360"/>
                  </a:cubicBezTo>
                  <a:cubicBezTo>
                    <a:pt x="317" y="360"/>
                    <a:pt x="316" y="361"/>
                    <a:pt x="316" y="361"/>
                  </a:cubicBezTo>
                  <a:cubicBezTo>
                    <a:pt x="309" y="358"/>
                    <a:pt x="301" y="354"/>
                    <a:pt x="292" y="351"/>
                  </a:cubicBezTo>
                  <a:cubicBezTo>
                    <a:pt x="292" y="351"/>
                    <a:pt x="289" y="351"/>
                    <a:pt x="289" y="351"/>
                  </a:cubicBezTo>
                  <a:cubicBezTo>
                    <a:pt x="289" y="351"/>
                    <a:pt x="289" y="350"/>
                    <a:pt x="289" y="348"/>
                  </a:cubicBezTo>
                  <a:cubicBezTo>
                    <a:pt x="290" y="344"/>
                    <a:pt x="291" y="339"/>
                    <a:pt x="292" y="334"/>
                  </a:cubicBezTo>
                  <a:cubicBezTo>
                    <a:pt x="292" y="328"/>
                    <a:pt x="293" y="321"/>
                    <a:pt x="297" y="315"/>
                  </a:cubicBezTo>
                  <a:cubicBezTo>
                    <a:pt x="300" y="310"/>
                    <a:pt x="300" y="310"/>
                    <a:pt x="300" y="310"/>
                  </a:cubicBezTo>
                  <a:cubicBezTo>
                    <a:pt x="303" y="306"/>
                    <a:pt x="305" y="302"/>
                    <a:pt x="307" y="296"/>
                  </a:cubicBezTo>
                  <a:cubicBezTo>
                    <a:pt x="308" y="292"/>
                    <a:pt x="308" y="288"/>
                    <a:pt x="308" y="284"/>
                  </a:cubicBezTo>
                  <a:cubicBezTo>
                    <a:pt x="308" y="280"/>
                    <a:pt x="308" y="275"/>
                    <a:pt x="310" y="272"/>
                  </a:cubicBezTo>
                  <a:cubicBezTo>
                    <a:pt x="311" y="268"/>
                    <a:pt x="313" y="267"/>
                    <a:pt x="315" y="266"/>
                  </a:cubicBezTo>
                  <a:cubicBezTo>
                    <a:pt x="317" y="264"/>
                    <a:pt x="324" y="258"/>
                    <a:pt x="326" y="257"/>
                  </a:cubicBezTo>
                  <a:cubicBezTo>
                    <a:pt x="330" y="253"/>
                    <a:pt x="334" y="248"/>
                    <a:pt x="336" y="245"/>
                  </a:cubicBezTo>
                  <a:cubicBezTo>
                    <a:pt x="338" y="242"/>
                    <a:pt x="339" y="239"/>
                    <a:pt x="340" y="236"/>
                  </a:cubicBezTo>
                  <a:cubicBezTo>
                    <a:pt x="341" y="233"/>
                    <a:pt x="341" y="230"/>
                    <a:pt x="343" y="228"/>
                  </a:cubicBezTo>
                  <a:cubicBezTo>
                    <a:pt x="345" y="226"/>
                    <a:pt x="347" y="223"/>
                    <a:pt x="350" y="222"/>
                  </a:cubicBezTo>
                  <a:cubicBezTo>
                    <a:pt x="353" y="220"/>
                    <a:pt x="356" y="218"/>
                    <a:pt x="358" y="216"/>
                  </a:cubicBezTo>
                  <a:cubicBezTo>
                    <a:pt x="361" y="212"/>
                    <a:pt x="363" y="202"/>
                    <a:pt x="364" y="201"/>
                  </a:cubicBezTo>
                  <a:cubicBezTo>
                    <a:pt x="364" y="200"/>
                    <a:pt x="364" y="199"/>
                    <a:pt x="363" y="199"/>
                  </a:cubicBezTo>
                  <a:cubicBezTo>
                    <a:pt x="362" y="199"/>
                    <a:pt x="361" y="199"/>
                    <a:pt x="361" y="200"/>
                  </a:cubicBezTo>
                  <a:cubicBezTo>
                    <a:pt x="361" y="200"/>
                    <a:pt x="356" y="210"/>
                    <a:pt x="353" y="212"/>
                  </a:cubicBezTo>
                  <a:cubicBezTo>
                    <a:pt x="352" y="214"/>
                    <a:pt x="350" y="216"/>
                    <a:pt x="347" y="217"/>
                  </a:cubicBezTo>
                  <a:cubicBezTo>
                    <a:pt x="347" y="217"/>
                    <a:pt x="345" y="219"/>
                    <a:pt x="345" y="219"/>
                  </a:cubicBezTo>
                  <a:cubicBezTo>
                    <a:pt x="342" y="220"/>
                    <a:pt x="340" y="222"/>
                    <a:pt x="338" y="225"/>
                  </a:cubicBezTo>
                  <a:cubicBezTo>
                    <a:pt x="336" y="228"/>
                    <a:pt x="335" y="231"/>
                    <a:pt x="334" y="234"/>
                  </a:cubicBezTo>
                  <a:cubicBezTo>
                    <a:pt x="333" y="237"/>
                    <a:pt x="332" y="239"/>
                    <a:pt x="331" y="242"/>
                  </a:cubicBezTo>
                  <a:cubicBezTo>
                    <a:pt x="331" y="242"/>
                    <a:pt x="330" y="243"/>
                    <a:pt x="329" y="244"/>
                  </a:cubicBezTo>
                  <a:cubicBezTo>
                    <a:pt x="329" y="243"/>
                    <a:pt x="330" y="242"/>
                    <a:pt x="330" y="242"/>
                  </a:cubicBezTo>
                  <a:cubicBezTo>
                    <a:pt x="332" y="234"/>
                    <a:pt x="332" y="234"/>
                    <a:pt x="332" y="234"/>
                  </a:cubicBezTo>
                  <a:cubicBezTo>
                    <a:pt x="335" y="227"/>
                    <a:pt x="335" y="227"/>
                    <a:pt x="335" y="227"/>
                  </a:cubicBezTo>
                  <a:cubicBezTo>
                    <a:pt x="337" y="223"/>
                    <a:pt x="340" y="218"/>
                    <a:pt x="340" y="214"/>
                  </a:cubicBezTo>
                  <a:cubicBezTo>
                    <a:pt x="340" y="211"/>
                    <a:pt x="341" y="209"/>
                    <a:pt x="341" y="206"/>
                  </a:cubicBezTo>
                  <a:cubicBezTo>
                    <a:pt x="341" y="204"/>
                    <a:pt x="340" y="202"/>
                    <a:pt x="340" y="200"/>
                  </a:cubicBezTo>
                  <a:cubicBezTo>
                    <a:pt x="340" y="195"/>
                    <a:pt x="340" y="195"/>
                    <a:pt x="340" y="195"/>
                  </a:cubicBezTo>
                  <a:cubicBezTo>
                    <a:pt x="340" y="193"/>
                    <a:pt x="340" y="190"/>
                    <a:pt x="340" y="188"/>
                  </a:cubicBezTo>
                  <a:cubicBezTo>
                    <a:pt x="340" y="185"/>
                    <a:pt x="340" y="183"/>
                    <a:pt x="341" y="180"/>
                  </a:cubicBezTo>
                  <a:cubicBezTo>
                    <a:pt x="341" y="180"/>
                    <a:pt x="341" y="180"/>
                    <a:pt x="341" y="179"/>
                  </a:cubicBezTo>
                  <a:cubicBezTo>
                    <a:pt x="341" y="179"/>
                    <a:pt x="340" y="178"/>
                    <a:pt x="340" y="178"/>
                  </a:cubicBezTo>
                  <a:cubicBezTo>
                    <a:pt x="339" y="178"/>
                    <a:pt x="338" y="178"/>
                    <a:pt x="338" y="179"/>
                  </a:cubicBezTo>
                  <a:cubicBezTo>
                    <a:pt x="338" y="179"/>
                    <a:pt x="338" y="179"/>
                    <a:pt x="338" y="179"/>
                  </a:cubicBezTo>
                  <a:cubicBezTo>
                    <a:pt x="338" y="179"/>
                    <a:pt x="338" y="179"/>
                    <a:pt x="338" y="179"/>
                  </a:cubicBezTo>
                  <a:cubicBezTo>
                    <a:pt x="338" y="179"/>
                    <a:pt x="338" y="179"/>
                    <a:pt x="338" y="179"/>
                  </a:cubicBezTo>
                  <a:cubicBezTo>
                    <a:pt x="335" y="187"/>
                    <a:pt x="334" y="193"/>
                    <a:pt x="334" y="198"/>
                  </a:cubicBezTo>
                  <a:cubicBezTo>
                    <a:pt x="334" y="199"/>
                    <a:pt x="334" y="199"/>
                    <a:pt x="334" y="200"/>
                  </a:cubicBezTo>
                  <a:cubicBezTo>
                    <a:pt x="334" y="202"/>
                    <a:pt x="335" y="204"/>
                    <a:pt x="335" y="206"/>
                  </a:cubicBezTo>
                  <a:cubicBezTo>
                    <a:pt x="335" y="208"/>
                    <a:pt x="334" y="211"/>
                    <a:pt x="334" y="213"/>
                  </a:cubicBezTo>
                  <a:cubicBezTo>
                    <a:pt x="334" y="217"/>
                    <a:pt x="332" y="221"/>
                    <a:pt x="330" y="225"/>
                  </a:cubicBezTo>
                  <a:cubicBezTo>
                    <a:pt x="326" y="232"/>
                    <a:pt x="326" y="232"/>
                    <a:pt x="326" y="232"/>
                  </a:cubicBezTo>
                  <a:cubicBezTo>
                    <a:pt x="324" y="241"/>
                    <a:pt x="324" y="241"/>
                    <a:pt x="324" y="241"/>
                  </a:cubicBezTo>
                  <a:cubicBezTo>
                    <a:pt x="322" y="246"/>
                    <a:pt x="321" y="252"/>
                    <a:pt x="317" y="256"/>
                  </a:cubicBezTo>
                  <a:cubicBezTo>
                    <a:pt x="317" y="256"/>
                    <a:pt x="317" y="257"/>
                    <a:pt x="317" y="257"/>
                  </a:cubicBezTo>
                  <a:cubicBezTo>
                    <a:pt x="316" y="258"/>
                    <a:pt x="314" y="259"/>
                    <a:pt x="312" y="261"/>
                  </a:cubicBezTo>
                  <a:cubicBezTo>
                    <a:pt x="309" y="262"/>
                    <a:pt x="306" y="264"/>
                    <a:pt x="304" y="269"/>
                  </a:cubicBezTo>
                  <a:cubicBezTo>
                    <a:pt x="302" y="274"/>
                    <a:pt x="302" y="279"/>
                    <a:pt x="302" y="284"/>
                  </a:cubicBezTo>
                  <a:cubicBezTo>
                    <a:pt x="302" y="288"/>
                    <a:pt x="302" y="291"/>
                    <a:pt x="301" y="294"/>
                  </a:cubicBezTo>
                  <a:cubicBezTo>
                    <a:pt x="300" y="299"/>
                    <a:pt x="297" y="303"/>
                    <a:pt x="295" y="307"/>
                  </a:cubicBezTo>
                  <a:cubicBezTo>
                    <a:pt x="292" y="312"/>
                    <a:pt x="292" y="312"/>
                    <a:pt x="292" y="312"/>
                  </a:cubicBezTo>
                  <a:cubicBezTo>
                    <a:pt x="288" y="319"/>
                    <a:pt x="287" y="326"/>
                    <a:pt x="286" y="333"/>
                  </a:cubicBezTo>
                  <a:cubicBezTo>
                    <a:pt x="285" y="338"/>
                    <a:pt x="284" y="343"/>
                    <a:pt x="283" y="348"/>
                  </a:cubicBezTo>
                  <a:cubicBezTo>
                    <a:pt x="282" y="349"/>
                    <a:pt x="282" y="349"/>
                    <a:pt x="280" y="348"/>
                  </a:cubicBezTo>
                  <a:cubicBezTo>
                    <a:pt x="273" y="347"/>
                    <a:pt x="265" y="346"/>
                    <a:pt x="256" y="345"/>
                  </a:cubicBezTo>
                  <a:cubicBezTo>
                    <a:pt x="254" y="345"/>
                    <a:pt x="254" y="345"/>
                    <a:pt x="254" y="345"/>
                  </a:cubicBezTo>
                  <a:cubicBezTo>
                    <a:pt x="234" y="344"/>
                    <a:pt x="224" y="344"/>
                    <a:pt x="220" y="338"/>
                  </a:cubicBezTo>
                  <a:cubicBezTo>
                    <a:pt x="216" y="333"/>
                    <a:pt x="216" y="324"/>
                    <a:pt x="217" y="302"/>
                  </a:cubicBezTo>
                  <a:cubicBezTo>
                    <a:pt x="218" y="296"/>
                    <a:pt x="218" y="296"/>
                    <a:pt x="218" y="296"/>
                  </a:cubicBezTo>
                  <a:cubicBezTo>
                    <a:pt x="218" y="278"/>
                    <a:pt x="219" y="275"/>
                    <a:pt x="221" y="263"/>
                  </a:cubicBezTo>
                  <a:cubicBezTo>
                    <a:pt x="223" y="252"/>
                    <a:pt x="223" y="252"/>
                    <a:pt x="223" y="252"/>
                  </a:cubicBezTo>
                  <a:cubicBezTo>
                    <a:pt x="230" y="218"/>
                    <a:pt x="231" y="165"/>
                    <a:pt x="231" y="144"/>
                  </a:cubicBezTo>
                  <a:cubicBezTo>
                    <a:pt x="231" y="143"/>
                    <a:pt x="230" y="143"/>
                    <a:pt x="230" y="142"/>
                  </a:cubicBezTo>
                  <a:cubicBezTo>
                    <a:pt x="229" y="142"/>
                    <a:pt x="228" y="143"/>
                    <a:pt x="228" y="143"/>
                  </a:cubicBezTo>
                  <a:cubicBezTo>
                    <a:pt x="228" y="144"/>
                    <a:pt x="225" y="153"/>
                    <a:pt x="225" y="159"/>
                  </a:cubicBezTo>
                  <a:cubicBezTo>
                    <a:pt x="224" y="167"/>
                    <a:pt x="224" y="176"/>
                    <a:pt x="223" y="184"/>
                  </a:cubicBezTo>
                  <a:cubicBezTo>
                    <a:pt x="223" y="182"/>
                    <a:pt x="223" y="181"/>
                    <a:pt x="222" y="179"/>
                  </a:cubicBezTo>
                  <a:cubicBezTo>
                    <a:pt x="222" y="179"/>
                    <a:pt x="221" y="178"/>
                    <a:pt x="221" y="178"/>
                  </a:cubicBezTo>
                  <a:cubicBezTo>
                    <a:pt x="220" y="179"/>
                    <a:pt x="219" y="179"/>
                    <a:pt x="219" y="180"/>
                  </a:cubicBezTo>
                  <a:cubicBezTo>
                    <a:pt x="218" y="187"/>
                    <a:pt x="218" y="187"/>
                    <a:pt x="218" y="187"/>
                  </a:cubicBezTo>
                  <a:cubicBezTo>
                    <a:pt x="219" y="194"/>
                    <a:pt x="220" y="211"/>
                    <a:pt x="219" y="231"/>
                  </a:cubicBezTo>
                  <a:cubicBezTo>
                    <a:pt x="219" y="231"/>
                    <a:pt x="218" y="235"/>
                    <a:pt x="218" y="239"/>
                  </a:cubicBezTo>
                  <a:cubicBezTo>
                    <a:pt x="218" y="237"/>
                    <a:pt x="218" y="235"/>
                    <a:pt x="218" y="233"/>
                  </a:cubicBezTo>
                  <a:cubicBezTo>
                    <a:pt x="218" y="226"/>
                    <a:pt x="217" y="219"/>
                    <a:pt x="215" y="216"/>
                  </a:cubicBezTo>
                  <a:cubicBezTo>
                    <a:pt x="215" y="216"/>
                    <a:pt x="214" y="215"/>
                    <a:pt x="214" y="215"/>
                  </a:cubicBezTo>
                  <a:cubicBezTo>
                    <a:pt x="213" y="215"/>
                    <a:pt x="213" y="215"/>
                    <a:pt x="212" y="216"/>
                  </a:cubicBezTo>
                  <a:cubicBezTo>
                    <a:pt x="209" y="220"/>
                    <a:pt x="209" y="220"/>
                    <a:pt x="209" y="220"/>
                  </a:cubicBezTo>
                  <a:cubicBezTo>
                    <a:pt x="209" y="220"/>
                    <a:pt x="209" y="220"/>
                    <a:pt x="209" y="221"/>
                  </a:cubicBezTo>
                  <a:cubicBezTo>
                    <a:pt x="209" y="221"/>
                    <a:pt x="209" y="221"/>
                    <a:pt x="209" y="222"/>
                  </a:cubicBezTo>
                  <a:cubicBezTo>
                    <a:pt x="210" y="223"/>
                    <a:pt x="211" y="228"/>
                    <a:pt x="211" y="234"/>
                  </a:cubicBezTo>
                  <a:cubicBezTo>
                    <a:pt x="211" y="242"/>
                    <a:pt x="210" y="253"/>
                    <a:pt x="207" y="265"/>
                  </a:cubicBezTo>
                  <a:cubicBezTo>
                    <a:pt x="204" y="276"/>
                    <a:pt x="203" y="285"/>
                    <a:pt x="202" y="294"/>
                  </a:cubicBezTo>
                  <a:cubicBezTo>
                    <a:pt x="202" y="301"/>
                    <a:pt x="202" y="308"/>
                    <a:pt x="201" y="316"/>
                  </a:cubicBezTo>
                  <a:cubicBezTo>
                    <a:pt x="201" y="316"/>
                    <a:pt x="200" y="319"/>
                    <a:pt x="200" y="320"/>
                  </a:cubicBezTo>
                  <a:cubicBezTo>
                    <a:pt x="198" y="323"/>
                    <a:pt x="195" y="325"/>
                    <a:pt x="194" y="326"/>
                  </a:cubicBezTo>
                  <a:cubicBezTo>
                    <a:pt x="190" y="328"/>
                    <a:pt x="186" y="331"/>
                    <a:pt x="180" y="331"/>
                  </a:cubicBezTo>
                  <a:cubicBezTo>
                    <a:pt x="168" y="331"/>
                    <a:pt x="160" y="330"/>
                    <a:pt x="142" y="323"/>
                  </a:cubicBezTo>
                  <a:cubicBezTo>
                    <a:pt x="118" y="313"/>
                    <a:pt x="84" y="300"/>
                    <a:pt x="54" y="303"/>
                  </a:cubicBezTo>
                  <a:cubicBezTo>
                    <a:pt x="26" y="306"/>
                    <a:pt x="15" y="282"/>
                    <a:pt x="10" y="268"/>
                  </a:cubicBezTo>
                  <a:cubicBezTo>
                    <a:pt x="8" y="262"/>
                    <a:pt x="7" y="255"/>
                    <a:pt x="7" y="247"/>
                  </a:cubicBezTo>
                  <a:cubicBezTo>
                    <a:pt x="7" y="237"/>
                    <a:pt x="9" y="225"/>
                    <a:pt x="12" y="208"/>
                  </a:cubicBezTo>
                  <a:cubicBezTo>
                    <a:pt x="15" y="201"/>
                    <a:pt x="15" y="201"/>
                    <a:pt x="15" y="201"/>
                  </a:cubicBezTo>
                  <a:cubicBezTo>
                    <a:pt x="16" y="197"/>
                    <a:pt x="16" y="197"/>
                    <a:pt x="16" y="197"/>
                  </a:cubicBezTo>
                  <a:cubicBezTo>
                    <a:pt x="16" y="197"/>
                    <a:pt x="16" y="197"/>
                    <a:pt x="16" y="197"/>
                  </a:cubicBezTo>
                  <a:cubicBezTo>
                    <a:pt x="22" y="202"/>
                    <a:pt x="29" y="202"/>
                    <a:pt x="38" y="202"/>
                  </a:cubicBezTo>
                  <a:cubicBezTo>
                    <a:pt x="42" y="202"/>
                    <a:pt x="42" y="202"/>
                    <a:pt x="42" y="202"/>
                  </a:cubicBezTo>
                  <a:cubicBezTo>
                    <a:pt x="54" y="202"/>
                    <a:pt x="61" y="204"/>
                    <a:pt x="70" y="212"/>
                  </a:cubicBezTo>
                  <a:cubicBezTo>
                    <a:pt x="76" y="217"/>
                    <a:pt x="78" y="222"/>
                    <a:pt x="79" y="226"/>
                  </a:cubicBezTo>
                  <a:cubicBezTo>
                    <a:pt x="80" y="229"/>
                    <a:pt x="83" y="235"/>
                    <a:pt x="87" y="237"/>
                  </a:cubicBezTo>
                  <a:cubicBezTo>
                    <a:pt x="87" y="237"/>
                    <a:pt x="88" y="237"/>
                    <a:pt x="88" y="237"/>
                  </a:cubicBezTo>
                  <a:cubicBezTo>
                    <a:pt x="89" y="237"/>
                    <a:pt x="89" y="236"/>
                    <a:pt x="89" y="235"/>
                  </a:cubicBezTo>
                  <a:cubicBezTo>
                    <a:pt x="88" y="232"/>
                    <a:pt x="88" y="232"/>
                    <a:pt x="88" y="232"/>
                  </a:cubicBezTo>
                  <a:cubicBezTo>
                    <a:pt x="88" y="232"/>
                    <a:pt x="88" y="231"/>
                    <a:pt x="88" y="231"/>
                  </a:cubicBezTo>
                  <a:cubicBezTo>
                    <a:pt x="87" y="231"/>
                    <a:pt x="86" y="229"/>
                    <a:pt x="86" y="227"/>
                  </a:cubicBezTo>
                  <a:cubicBezTo>
                    <a:pt x="85" y="224"/>
                    <a:pt x="85" y="224"/>
                    <a:pt x="85" y="224"/>
                  </a:cubicBezTo>
                  <a:cubicBezTo>
                    <a:pt x="83" y="220"/>
                    <a:pt x="81" y="214"/>
                    <a:pt x="74" y="208"/>
                  </a:cubicBezTo>
                  <a:cubicBezTo>
                    <a:pt x="62" y="198"/>
                    <a:pt x="52" y="196"/>
                    <a:pt x="42" y="196"/>
                  </a:cubicBezTo>
                  <a:cubicBezTo>
                    <a:pt x="39" y="196"/>
                    <a:pt x="39" y="196"/>
                    <a:pt x="39" y="196"/>
                  </a:cubicBezTo>
                  <a:cubicBezTo>
                    <a:pt x="28" y="196"/>
                    <a:pt x="23" y="196"/>
                    <a:pt x="19" y="191"/>
                  </a:cubicBezTo>
                  <a:cubicBezTo>
                    <a:pt x="18" y="191"/>
                    <a:pt x="17" y="188"/>
                    <a:pt x="17" y="187"/>
                  </a:cubicBezTo>
                  <a:cubicBezTo>
                    <a:pt x="18" y="181"/>
                    <a:pt x="18" y="176"/>
                    <a:pt x="18" y="170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20" y="137"/>
                    <a:pt x="25" y="120"/>
                    <a:pt x="37" y="102"/>
                  </a:cubicBezTo>
                  <a:cubicBezTo>
                    <a:pt x="41" y="97"/>
                    <a:pt x="43" y="91"/>
                    <a:pt x="46" y="82"/>
                  </a:cubicBezTo>
                  <a:cubicBezTo>
                    <a:pt x="48" y="84"/>
                    <a:pt x="51" y="85"/>
                    <a:pt x="54" y="85"/>
                  </a:cubicBezTo>
                  <a:cubicBezTo>
                    <a:pt x="55" y="85"/>
                    <a:pt x="55" y="85"/>
                    <a:pt x="55" y="85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60" y="86"/>
                    <a:pt x="64" y="86"/>
                    <a:pt x="67" y="88"/>
                  </a:cubicBezTo>
                  <a:cubicBezTo>
                    <a:pt x="67" y="88"/>
                    <a:pt x="77" y="91"/>
                    <a:pt x="77" y="91"/>
                  </a:cubicBezTo>
                  <a:cubicBezTo>
                    <a:pt x="83" y="93"/>
                    <a:pt x="87" y="94"/>
                    <a:pt x="94" y="98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11" y="107"/>
                    <a:pt x="117" y="111"/>
                    <a:pt x="120" y="115"/>
                  </a:cubicBezTo>
                  <a:cubicBezTo>
                    <a:pt x="122" y="118"/>
                    <a:pt x="123" y="123"/>
                    <a:pt x="124" y="128"/>
                  </a:cubicBezTo>
                  <a:cubicBezTo>
                    <a:pt x="125" y="133"/>
                    <a:pt x="128" y="146"/>
                    <a:pt x="129" y="147"/>
                  </a:cubicBezTo>
                  <a:cubicBezTo>
                    <a:pt x="129" y="147"/>
                    <a:pt x="130" y="150"/>
                    <a:pt x="130" y="150"/>
                  </a:cubicBezTo>
                  <a:cubicBezTo>
                    <a:pt x="130" y="152"/>
                    <a:pt x="130" y="154"/>
                    <a:pt x="130" y="155"/>
                  </a:cubicBezTo>
                  <a:cubicBezTo>
                    <a:pt x="130" y="155"/>
                    <a:pt x="130" y="156"/>
                    <a:pt x="131" y="156"/>
                  </a:cubicBezTo>
                  <a:cubicBezTo>
                    <a:pt x="132" y="158"/>
                    <a:pt x="132" y="158"/>
                    <a:pt x="132" y="158"/>
                  </a:cubicBezTo>
                  <a:cubicBezTo>
                    <a:pt x="132" y="158"/>
                    <a:pt x="133" y="158"/>
                    <a:pt x="134" y="158"/>
                  </a:cubicBezTo>
                  <a:cubicBezTo>
                    <a:pt x="134" y="158"/>
                    <a:pt x="135" y="157"/>
                    <a:pt x="135" y="157"/>
                  </a:cubicBezTo>
                  <a:cubicBezTo>
                    <a:pt x="135" y="157"/>
                    <a:pt x="135" y="157"/>
                    <a:pt x="135" y="157"/>
                  </a:cubicBezTo>
                  <a:cubicBezTo>
                    <a:pt x="133" y="146"/>
                    <a:pt x="133" y="146"/>
                    <a:pt x="133" y="146"/>
                  </a:cubicBezTo>
                  <a:cubicBezTo>
                    <a:pt x="131" y="140"/>
                    <a:pt x="130" y="135"/>
                    <a:pt x="130" y="130"/>
                  </a:cubicBezTo>
                  <a:cubicBezTo>
                    <a:pt x="129" y="126"/>
                    <a:pt x="129" y="126"/>
                    <a:pt x="129" y="126"/>
                  </a:cubicBezTo>
                  <a:cubicBezTo>
                    <a:pt x="129" y="126"/>
                    <a:pt x="128" y="123"/>
                    <a:pt x="128" y="122"/>
                  </a:cubicBezTo>
                  <a:cubicBezTo>
                    <a:pt x="131" y="122"/>
                    <a:pt x="133" y="120"/>
                    <a:pt x="135" y="118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40" y="113"/>
                    <a:pt x="140" y="113"/>
                    <a:pt x="140" y="113"/>
                  </a:cubicBezTo>
                  <a:cubicBezTo>
                    <a:pt x="141" y="112"/>
                    <a:pt x="141" y="112"/>
                    <a:pt x="140" y="111"/>
                  </a:cubicBezTo>
                  <a:cubicBezTo>
                    <a:pt x="139" y="110"/>
                    <a:pt x="139" y="110"/>
                    <a:pt x="138" y="111"/>
                  </a:cubicBezTo>
                  <a:cubicBezTo>
                    <a:pt x="138" y="111"/>
                    <a:pt x="138" y="111"/>
                    <a:pt x="138" y="111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32" y="116"/>
                    <a:pt x="129" y="116"/>
                    <a:pt x="128" y="116"/>
                  </a:cubicBezTo>
                  <a:cubicBezTo>
                    <a:pt x="128" y="116"/>
                    <a:pt x="127" y="116"/>
                    <a:pt x="125" y="112"/>
                  </a:cubicBezTo>
                  <a:cubicBezTo>
                    <a:pt x="122" y="106"/>
                    <a:pt x="114" y="103"/>
                    <a:pt x="107" y="99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90" y="88"/>
                    <a:pt x="85" y="87"/>
                    <a:pt x="78" y="85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5" y="80"/>
                    <a:pt x="60" y="80"/>
                    <a:pt x="57" y="79"/>
                  </a:cubicBezTo>
                  <a:cubicBezTo>
                    <a:pt x="53" y="78"/>
                    <a:pt x="50" y="77"/>
                    <a:pt x="49" y="75"/>
                  </a:cubicBezTo>
                  <a:cubicBezTo>
                    <a:pt x="48" y="74"/>
                    <a:pt x="48" y="73"/>
                    <a:pt x="48" y="71"/>
                  </a:cubicBezTo>
                  <a:cubicBezTo>
                    <a:pt x="49" y="68"/>
                    <a:pt x="49" y="64"/>
                    <a:pt x="49" y="61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2" y="38"/>
                    <a:pt x="52" y="37"/>
                    <a:pt x="51" y="37"/>
                  </a:cubicBezTo>
                  <a:cubicBezTo>
                    <a:pt x="51" y="37"/>
                    <a:pt x="50" y="37"/>
                    <a:pt x="49" y="38"/>
                  </a:cubicBezTo>
                  <a:cubicBezTo>
                    <a:pt x="48" y="41"/>
                    <a:pt x="46" y="47"/>
                    <a:pt x="44" y="56"/>
                  </a:cubicBezTo>
                  <a:cubicBezTo>
                    <a:pt x="41" y="70"/>
                    <a:pt x="38" y="88"/>
                    <a:pt x="31" y="98"/>
                  </a:cubicBezTo>
                  <a:cubicBezTo>
                    <a:pt x="19" y="117"/>
                    <a:pt x="13" y="135"/>
                    <a:pt x="12" y="156"/>
                  </a:cubicBezTo>
                  <a:cubicBezTo>
                    <a:pt x="11" y="170"/>
                    <a:pt x="11" y="170"/>
                    <a:pt x="11" y="170"/>
                  </a:cubicBezTo>
                  <a:cubicBezTo>
                    <a:pt x="11" y="180"/>
                    <a:pt x="11" y="186"/>
                    <a:pt x="7" y="207"/>
                  </a:cubicBezTo>
                  <a:cubicBezTo>
                    <a:pt x="0" y="237"/>
                    <a:pt x="0" y="254"/>
                    <a:pt x="5" y="270"/>
                  </a:cubicBezTo>
                  <a:cubicBezTo>
                    <a:pt x="10" y="286"/>
                    <a:pt x="22" y="312"/>
                    <a:pt x="51" y="311"/>
                  </a:cubicBezTo>
                  <a:cubicBezTo>
                    <a:pt x="42" y="315"/>
                    <a:pt x="36" y="320"/>
                    <a:pt x="30" y="329"/>
                  </a:cubicBezTo>
                  <a:cubicBezTo>
                    <a:pt x="26" y="339"/>
                    <a:pt x="24" y="347"/>
                    <a:pt x="24" y="356"/>
                  </a:cubicBezTo>
                  <a:cubicBezTo>
                    <a:pt x="24" y="366"/>
                    <a:pt x="26" y="375"/>
                    <a:pt x="28" y="387"/>
                  </a:cubicBezTo>
                  <a:cubicBezTo>
                    <a:pt x="30" y="398"/>
                    <a:pt x="30" y="398"/>
                    <a:pt x="30" y="398"/>
                  </a:cubicBezTo>
                  <a:cubicBezTo>
                    <a:pt x="33" y="414"/>
                    <a:pt x="36" y="424"/>
                    <a:pt x="39" y="432"/>
                  </a:cubicBezTo>
                  <a:cubicBezTo>
                    <a:pt x="42" y="437"/>
                    <a:pt x="42" y="437"/>
                    <a:pt x="42" y="437"/>
                  </a:cubicBezTo>
                  <a:cubicBezTo>
                    <a:pt x="43" y="442"/>
                    <a:pt x="45" y="446"/>
                    <a:pt x="46" y="450"/>
                  </a:cubicBezTo>
                  <a:cubicBezTo>
                    <a:pt x="46" y="458"/>
                    <a:pt x="46" y="458"/>
                    <a:pt x="46" y="458"/>
                  </a:cubicBezTo>
                  <a:cubicBezTo>
                    <a:pt x="47" y="468"/>
                    <a:pt x="50" y="475"/>
                    <a:pt x="64" y="482"/>
                  </a:cubicBezTo>
                  <a:cubicBezTo>
                    <a:pt x="64" y="482"/>
                    <a:pt x="64" y="482"/>
                    <a:pt x="64" y="482"/>
                  </a:cubicBezTo>
                  <a:cubicBezTo>
                    <a:pt x="65" y="482"/>
                    <a:pt x="65" y="482"/>
                    <a:pt x="66" y="481"/>
                  </a:cubicBezTo>
                  <a:cubicBezTo>
                    <a:pt x="66" y="481"/>
                    <a:pt x="66" y="480"/>
                    <a:pt x="66" y="480"/>
                  </a:cubicBezTo>
                  <a:cubicBezTo>
                    <a:pt x="66" y="480"/>
                    <a:pt x="66" y="479"/>
                    <a:pt x="65" y="479"/>
                  </a:cubicBezTo>
                  <a:cubicBezTo>
                    <a:pt x="65" y="479"/>
                    <a:pt x="65" y="479"/>
                    <a:pt x="65" y="479"/>
                  </a:cubicBezTo>
                  <a:cubicBezTo>
                    <a:pt x="65" y="479"/>
                    <a:pt x="65" y="479"/>
                    <a:pt x="65" y="479"/>
                  </a:cubicBezTo>
                  <a:cubicBezTo>
                    <a:pt x="55" y="474"/>
                    <a:pt x="52" y="467"/>
                    <a:pt x="52" y="458"/>
                  </a:cubicBezTo>
                  <a:cubicBezTo>
                    <a:pt x="51" y="450"/>
                    <a:pt x="51" y="450"/>
                    <a:pt x="51" y="450"/>
                  </a:cubicBezTo>
                  <a:cubicBezTo>
                    <a:pt x="50" y="444"/>
                    <a:pt x="48" y="439"/>
                    <a:pt x="46" y="433"/>
                  </a:cubicBezTo>
                  <a:cubicBezTo>
                    <a:pt x="43" y="425"/>
                    <a:pt x="39" y="415"/>
                    <a:pt x="36" y="398"/>
                  </a:cubicBezTo>
                  <a:cubicBezTo>
                    <a:pt x="34" y="387"/>
                    <a:pt x="34" y="387"/>
                    <a:pt x="34" y="387"/>
                  </a:cubicBezTo>
                  <a:cubicBezTo>
                    <a:pt x="30" y="365"/>
                    <a:pt x="28" y="352"/>
                    <a:pt x="36" y="335"/>
                  </a:cubicBezTo>
                  <a:cubicBezTo>
                    <a:pt x="44" y="321"/>
                    <a:pt x="54" y="318"/>
                    <a:pt x="67" y="317"/>
                  </a:cubicBezTo>
                  <a:cubicBezTo>
                    <a:pt x="87" y="315"/>
                    <a:pt x="109" y="322"/>
                    <a:pt x="125" y="329"/>
                  </a:cubicBezTo>
                  <a:cubicBezTo>
                    <a:pt x="133" y="332"/>
                    <a:pt x="133" y="332"/>
                    <a:pt x="133" y="332"/>
                  </a:cubicBezTo>
                  <a:cubicBezTo>
                    <a:pt x="137" y="334"/>
                    <a:pt x="142" y="336"/>
                    <a:pt x="145" y="337"/>
                  </a:cubicBezTo>
                  <a:cubicBezTo>
                    <a:pt x="153" y="340"/>
                    <a:pt x="160" y="341"/>
                    <a:pt x="167" y="342"/>
                  </a:cubicBezTo>
                  <a:cubicBezTo>
                    <a:pt x="175" y="343"/>
                    <a:pt x="175" y="343"/>
                    <a:pt x="175" y="343"/>
                  </a:cubicBezTo>
                  <a:cubicBezTo>
                    <a:pt x="187" y="345"/>
                    <a:pt x="198" y="347"/>
                    <a:pt x="216" y="354"/>
                  </a:cubicBezTo>
                  <a:cubicBezTo>
                    <a:pt x="237" y="363"/>
                    <a:pt x="258" y="363"/>
                    <a:pt x="271" y="363"/>
                  </a:cubicBezTo>
                  <a:cubicBezTo>
                    <a:pt x="280" y="363"/>
                    <a:pt x="286" y="363"/>
                    <a:pt x="293" y="364"/>
                  </a:cubicBezTo>
                  <a:cubicBezTo>
                    <a:pt x="299" y="367"/>
                    <a:pt x="304" y="369"/>
                    <a:pt x="309" y="372"/>
                  </a:cubicBezTo>
                  <a:cubicBezTo>
                    <a:pt x="319" y="377"/>
                    <a:pt x="319" y="377"/>
                    <a:pt x="319" y="377"/>
                  </a:cubicBezTo>
                  <a:cubicBezTo>
                    <a:pt x="333" y="384"/>
                    <a:pt x="350" y="392"/>
                    <a:pt x="373" y="399"/>
                  </a:cubicBezTo>
                  <a:cubicBezTo>
                    <a:pt x="391" y="405"/>
                    <a:pt x="405" y="409"/>
                    <a:pt x="415" y="411"/>
                  </a:cubicBezTo>
                  <a:cubicBezTo>
                    <a:pt x="433" y="415"/>
                    <a:pt x="439" y="418"/>
                    <a:pt x="444" y="435"/>
                  </a:cubicBezTo>
                  <a:cubicBezTo>
                    <a:pt x="446" y="445"/>
                    <a:pt x="447" y="447"/>
                    <a:pt x="448" y="458"/>
                  </a:cubicBezTo>
                  <a:cubicBezTo>
                    <a:pt x="447" y="459"/>
                    <a:pt x="447" y="460"/>
                    <a:pt x="447" y="460"/>
                  </a:cubicBezTo>
                  <a:cubicBezTo>
                    <a:pt x="447" y="461"/>
                    <a:pt x="447" y="461"/>
                    <a:pt x="447" y="461"/>
                  </a:cubicBezTo>
                  <a:cubicBezTo>
                    <a:pt x="447" y="463"/>
                    <a:pt x="448" y="464"/>
                    <a:pt x="450" y="465"/>
                  </a:cubicBezTo>
                  <a:cubicBezTo>
                    <a:pt x="452" y="467"/>
                    <a:pt x="456" y="468"/>
                    <a:pt x="461" y="467"/>
                  </a:cubicBezTo>
                  <a:cubicBezTo>
                    <a:pt x="465" y="467"/>
                    <a:pt x="469" y="465"/>
                    <a:pt x="471" y="462"/>
                  </a:cubicBezTo>
                  <a:cubicBezTo>
                    <a:pt x="472" y="461"/>
                    <a:pt x="473" y="460"/>
                    <a:pt x="473" y="458"/>
                  </a:cubicBezTo>
                  <a:cubicBezTo>
                    <a:pt x="473" y="458"/>
                    <a:pt x="473" y="458"/>
                    <a:pt x="473" y="458"/>
                  </a:cubicBezTo>
                  <a:cubicBezTo>
                    <a:pt x="473" y="458"/>
                    <a:pt x="472" y="457"/>
                    <a:pt x="472" y="456"/>
                  </a:cubicBezTo>
                  <a:cubicBezTo>
                    <a:pt x="472" y="456"/>
                    <a:pt x="472" y="448"/>
                    <a:pt x="472" y="448"/>
                  </a:cubicBezTo>
                  <a:cubicBezTo>
                    <a:pt x="472" y="436"/>
                    <a:pt x="472" y="436"/>
                    <a:pt x="472" y="436"/>
                  </a:cubicBezTo>
                  <a:cubicBezTo>
                    <a:pt x="472" y="423"/>
                    <a:pt x="472" y="417"/>
                    <a:pt x="486" y="414"/>
                  </a:cubicBezTo>
                  <a:cubicBezTo>
                    <a:pt x="485" y="414"/>
                    <a:pt x="489" y="414"/>
                    <a:pt x="489" y="414"/>
                  </a:cubicBezTo>
                  <a:cubicBezTo>
                    <a:pt x="488" y="414"/>
                    <a:pt x="501" y="413"/>
                    <a:pt x="501" y="413"/>
                  </a:cubicBezTo>
                  <a:cubicBezTo>
                    <a:pt x="528" y="413"/>
                    <a:pt x="528" y="426"/>
                    <a:pt x="529" y="437"/>
                  </a:cubicBezTo>
                  <a:cubicBezTo>
                    <a:pt x="529" y="438"/>
                    <a:pt x="529" y="441"/>
                    <a:pt x="529" y="441"/>
                  </a:cubicBezTo>
                  <a:cubicBezTo>
                    <a:pt x="529" y="441"/>
                    <a:pt x="530" y="456"/>
                    <a:pt x="530" y="456"/>
                  </a:cubicBezTo>
                  <a:cubicBezTo>
                    <a:pt x="530" y="456"/>
                    <a:pt x="530" y="457"/>
                    <a:pt x="530" y="457"/>
                  </a:cubicBezTo>
                  <a:cubicBezTo>
                    <a:pt x="529" y="457"/>
                    <a:pt x="529" y="457"/>
                    <a:pt x="529" y="458"/>
                  </a:cubicBezTo>
                  <a:cubicBezTo>
                    <a:pt x="529" y="459"/>
                    <a:pt x="530" y="460"/>
                    <a:pt x="531" y="461"/>
                  </a:cubicBezTo>
                  <a:cubicBezTo>
                    <a:pt x="533" y="464"/>
                    <a:pt x="537" y="466"/>
                    <a:pt x="541" y="466"/>
                  </a:cubicBezTo>
                  <a:cubicBezTo>
                    <a:pt x="546" y="467"/>
                    <a:pt x="550" y="466"/>
                    <a:pt x="553" y="464"/>
                  </a:cubicBezTo>
                  <a:cubicBezTo>
                    <a:pt x="554" y="463"/>
                    <a:pt x="555" y="462"/>
                    <a:pt x="555" y="460"/>
                  </a:cubicBezTo>
                  <a:cubicBezTo>
                    <a:pt x="555" y="458"/>
                    <a:pt x="555" y="458"/>
                    <a:pt x="555" y="458"/>
                  </a:cubicBezTo>
                  <a:cubicBezTo>
                    <a:pt x="555" y="458"/>
                    <a:pt x="555" y="458"/>
                    <a:pt x="555" y="458"/>
                  </a:cubicBezTo>
                  <a:cubicBezTo>
                    <a:pt x="554" y="446"/>
                    <a:pt x="555" y="438"/>
                    <a:pt x="560" y="429"/>
                  </a:cubicBezTo>
                  <a:cubicBezTo>
                    <a:pt x="567" y="416"/>
                    <a:pt x="568" y="415"/>
                    <a:pt x="580" y="413"/>
                  </a:cubicBezTo>
                  <a:cubicBezTo>
                    <a:pt x="587" y="411"/>
                    <a:pt x="587" y="411"/>
                    <a:pt x="587" y="411"/>
                  </a:cubicBezTo>
                  <a:cubicBezTo>
                    <a:pt x="596" y="409"/>
                    <a:pt x="609" y="406"/>
                    <a:pt x="629" y="399"/>
                  </a:cubicBezTo>
                  <a:cubicBezTo>
                    <a:pt x="650" y="393"/>
                    <a:pt x="665" y="385"/>
                    <a:pt x="678" y="379"/>
                  </a:cubicBezTo>
                  <a:cubicBezTo>
                    <a:pt x="683" y="377"/>
                    <a:pt x="683" y="377"/>
                    <a:pt x="683" y="377"/>
                  </a:cubicBezTo>
                  <a:cubicBezTo>
                    <a:pt x="689" y="373"/>
                    <a:pt x="707" y="366"/>
                    <a:pt x="720" y="363"/>
                  </a:cubicBezTo>
                  <a:cubicBezTo>
                    <a:pt x="720" y="363"/>
                    <a:pt x="732" y="362"/>
                    <a:pt x="732" y="362"/>
                  </a:cubicBezTo>
                  <a:cubicBezTo>
                    <a:pt x="738" y="360"/>
                    <a:pt x="744" y="360"/>
                    <a:pt x="749" y="360"/>
                  </a:cubicBezTo>
                  <a:cubicBezTo>
                    <a:pt x="760" y="360"/>
                    <a:pt x="770" y="360"/>
                    <a:pt x="785" y="354"/>
                  </a:cubicBezTo>
                  <a:cubicBezTo>
                    <a:pt x="812" y="343"/>
                    <a:pt x="825" y="345"/>
                    <a:pt x="849" y="348"/>
                  </a:cubicBezTo>
                  <a:cubicBezTo>
                    <a:pt x="857" y="349"/>
                    <a:pt x="857" y="349"/>
                    <a:pt x="857" y="349"/>
                  </a:cubicBezTo>
                  <a:cubicBezTo>
                    <a:pt x="875" y="351"/>
                    <a:pt x="884" y="353"/>
                    <a:pt x="898" y="356"/>
                  </a:cubicBezTo>
                  <a:cubicBezTo>
                    <a:pt x="905" y="358"/>
                    <a:pt x="905" y="358"/>
                    <a:pt x="905" y="358"/>
                  </a:cubicBezTo>
                  <a:cubicBezTo>
                    <a:pt x="909" y="359"/>
                    <a:pt x="914" y="359"/>
                    <a:pt x="919" y="359"/>
                  </a:cubicBezTo>
                  <a:cubicBezTo>
                    <a:pt x="926" y="358"/>
                    <a:pt x="932" y="358"/>
                    <a:pt x="937" y="361"/>
                  </a:cubicBezTo>
                  <a:cubicBezTo>
                    <a:pt x="949" y="367"/>
                    <a:pt x="955" y="377"/>
                    <a:pt x="957" y="391"/>
                  </a:cubicBezTo>
                  <a:cubicBezTo>
                    <a:pt x="957" y="395"/>
                    <a:pt x="957" y="399"/>
                    <a:pt x="957" y="402"/>
                  </a:cubicBezTo>
                  <a:cubicBezTo>
                    <a:pt x="956" y="408"/>
                    <a:pt x="956" y="408"/>
                    <a:pt x="956" y="408"/>
                  </a:cubicBezTo>
                  <a:cubicBezTo>
                    <a:pt x="956" y="415"/>
                    <a:pt x="954" y="433"/>
                    <a:pt x="938" y="452"/>
                  </a:cubicBezTo>
                  <a:cubicBezTo>
                    <a:pt x="938" y="453"/>
                    <a:pt x="938" y="453"/>
                    <a:pt x="938" y="454"/>
                  </a:cubicBezTo>
                  <a:cubicBezTo>
                    <a:pt x="938" y="454"/>
                    <a:pt x="938" y="455"/>
                    <a:pt x="939" y="455"/>
                  </a:cubicBezTo>
                  <a:cubicBezTo>
                    <a:pt x="940" y="455"/>
                    <a:pt x="940" y="455"/>
                    <a:pt x="940" y="455"/>
                  </a:cubicBezTo>
                  <a:cubicBezTo>
                    <a:pt x="940" y="455"/>
                    <a:pt x="941" y="455"/>
                    <a:pt x="941" y="455"/>
                  </a:cubicBezTo>
                  <a:cubicBezTo>
                    <a:pt x="955" y="438"/>
                    <a:pt x="963" y="422"/>
                    <a:pt x="963" y="408"/>
                  </a:cubicBezTo>
                  <a:cubicBezTo>
                    <a:pt x="964" y="403"/>
                    <a:pt x="964" y="403"/>
                    <a:pt x="964" y="403"/>
                  </a:cubicBezTo>
                  <a:cubicBezTo>
                    <a:pt x="964" y="399"/>
                    <a:pt x="964" y="395"/>
                    <a:pt x="964" y="390"/>
                  </a:cubicBezTo>
                  <a:cubicBezTo>
                    <a:pt x="962" y="376"/>
                    <a:pt x="956" y="366"/>
                    <a:pt x="946" y="358"/>
                  </a:cubicBezTo>
                  <a:cubicBezTo>
                    <a:pt x="945" y="358"/>
                    <a:pt x="945" y="357"/>
                    <a:pt x="945" y="357"/>
                  </a:cubicBezTo>
                  <a:cubicBezTo>
                    <a:pt x="950" y="356"/>
                    <a:pt x="955" y="354"/>
                    <a:pt x="959" y="351"/>
                  </a:cubicBezTo>
                  <a:cubicBezTo>
                    <a:pt x="980" y="338"/>
                    <a:pt x="978" y="313"/>
                    <a:pt x="977" y="298"/>
                  </a:cubicBezTo>
                  <a:cubicBezTo>
                    <a:pt x="976" y="294"/>
                    <a:pt x="976" y="290"/>
                    <a:pt x="977" y="288"/>
                  </a:cubicBezTo>
                  <a:cubicBezTo>
                    <a:pt x="977" y="288"/>
                    <a:pt x="977" y="288"/>
                    <a:pt x="977" y="288"/>
                  </a:cubicBezTo>
                  <a:cubicBezTo>
                    <a:pt x="977" y="273"/>
                    <a:pt x="977" y="273"/>
                    <a:pt x="977" y="273"/>
                  </a:cubicBezTo>
                  <a:cubicBezTo>
                    <a:pt x="978" y="267"/>
                    <a:pt x="976" y="258"/>
                    <a:pt x="974" y="253"/>
                  </a:cubicBezTo>
                  <a:cubicBezTo>
                    <a:pt x="971" y="242"/>
                    <a:pt x="971" y="242"/>
                    <a:pt x="971" y="242"/>
                  </a:cubicBezTo>
                  <a:cubicBezTo>
                    <a:pt x="968" y="232"/>
                    <a:pt x="968" y="232"/>
                    <a:pt x="968" y="232"/>
                  </a:cubicBezTo>
                  <a:cubicBezTo>
                    <a:pt x="968" y="232"/>
                    <a:pt x="968" y="232"/>
                    <a:pt x="965" y="226"/>
                  </a:cubicBezTo>
                  <a:cubicBezTo>
                    <a:pt x="963" y="222"/>
                    <a:pt x="962" y="219"/>
                    <a:pt x="964" y="215"/>
                  </a:cubicBezTo>
                  <a:cubicBezTo>
                    <a:pt x="964" y="213"/>
                    <a:pt x="967" y="210"/>
                    <a:pt x="969" y="208"/>
                  </a:cubicBezTo>
                  <a:cubicBezTo>
                    <a:pt x="973" y="204"/>
                    <a:pt x="976" y="200"/>
                    <a:pt x="977" y="196"/>
                  </a:cubicBezTo>
                  <a:cubicBezTo>
                    <a:pt x="978" y="178"/>
                    <a:pt x="978" y="178"/>
                    <a:pt x="978" y="178"/>
                  </a:cubicBezTo>
                  <a:cubicBezTo>
                    <a:pt x="978" y="170"/>
                    <a:pt x="978" y="163"/>
                    <a:pt x="980" y="155"/>
                  </a:cubicBezTo>
                  <a:cubicBezTo>
                    <a:pt x="983" y="135"/>
                    <a:pt x="979" y="114"/>
                    <a:pt x="976" y="100"/>
                  </a:cubicBezTo>
                  <a:cubicBezTo>
                    <a:pt x="976" y="100"/>
                    <a:pt x="976" y="100"/>
                    <a:pt x="976" y="100"/>
                  </a:cubicBezTo>
                  <a:cubicBezTo>
                    <a:pt x="972" y="86"/>
                    <a:pt x="969" y="77"/>
                    <a:pt x="964" y="68"/>
                  </a:cubicBezTo>
                  <a:cubicBezTo>
                    <a:pt x="961" y="63"/>
                    <a:pt x="958" y="58"/>
                    <a:pt x="954" y="54"/>
                  </a:cubicBezTo>
                  <a:cubicBezTo>
                    <a:pt x="950" y="49"/>
                    <a:pt x="950" y="49"/>
                    <a:pt x="950" y="49"/>
                  </a:cubicBezTo>
                  <a:cubicBezTo>
                    <a:pt x="949" y="48"/>
                    <a:pt x="949" y="48"/>
                    <a:pt x="949" y="48"/>
                  </a:cubicBezTo>
                  <a:cubicBezTo>
                    <a:pt x="949" y="48"/>
                    <a:pt x="948" y="46"/>
                    <a:pt x="948" y="46"/>
                  </a:cubicBezTo>
                  <a:cubicBezTo>
                    <a:pt x="946" y="43"/>
                    <a:pt x="943" y="39"/>
                    <a:pt x="940" y="37"/>
                  </a:cubicBezTo>
                  <a:cubicBezTo>
                    <a:pt x="941" y="37"/>
                    <a:pt x="941" y="38"/>
                    <a:pt x="941" y="38"/>
                  </a:cubicBezTo>
                  <a:cubicBezTo>
                    <a:pt x="939" y="36"/>
                    <a:pt x="939" y="31"/>
                    <a:pt x="939" y="26"/>
                  </a:cubicBezTo>
                  <a:cubicBezTo>
                    <a:pt x="939" y="17"/>
                    <a:pt x="938" y="8"/>
                    <a:pt x="931" y="2"/>
                  </a:cubicBezTo>
                  <a:cubicBezTo>
                    <a:pt x="931" y="1"/>
                    <a:pt x="931" y="0"/>
                    <a:pt x="930" y="1"/>
                  </a:cubicBezTo>
                  <a:close/>
                  <a:moveTo>
                    <a:pt x="936" y="26"/>
                  </a:moveTo>
                  <a:cubicBezTo>
                    <a:pt x="936" y="26"/>
                    <a:pt x="936" y="26"/>
                    <a:pt x="936" y="26"/>
                  </a:cubicBezTo>
                  <a:cubicBezTo>
                    <a:pt x="936" y="26"/>
                    <a:pt x="936" y="26"/>
                    <a:pt x="936" y="26"/>
                  </a:cubicBezTo>
                  <a:cubicBezTo>
                    <a:pt x="936" y="26"/>
                    <a:pt x="936" y="26"/>
                    <a:pt x="936" y="26"/>
                  </a:cubicBezTo>
                  <a:close/>
                  <a:moveTo>
                    <a:pt x="14" y="170"/>
                  </a:moveTo>
                  <a:cubicBezTo>
                    <a:pt x="15" y="156"/>
                    <a:pt x="15" y="156"/>
                    <a:pt x="15" y="156"/>
                  </a:cubicBezTo>
                  <a:cubicBezTo>
                    <a:pt x="16" y="136"/>
                    <a:pt x="22" y="118"/>
                    <a:pt x="34" y="100"/>
                  </a:cubicBezTo>
                  <a:cubicBezTo>
                    <a:pt x="40" y="90"/>
                    <a:pt x="44" y="75"/>
                    <a:pt x="46" y="61"/>
                  </a:cubicBezTo>
                  <a:cubicBezTo>
                    <a:pt x="46" y="65"/>
                    <a:pt x="46" y="68"/>
                    <a:pt x="45" y="70"/>
                  </a:cubicBezTo>
                  <a:cubicBezTo>
                    <a:pt x="45" y="71"/>
                    <a:pt x="45" y="72"/>
                    <a:pt x="45" y="72"/>
                  </a:cubicBezTo>
                  <a:cubicBezTo>
                    <a:pt x="45" y="74"/>
                    <a:pt x="46" y="75"/>
                    <a:pt x="47" y="77"/>
                  </a:cubicBezTo>
                  <a:cubicBezTo>
                    <a:pt x="49" y="80"/>
                    <a:pt x="53" y="81"/>
                    <a:pt x="56" y="82"/>
                  </a:cubicBezTo>
                  <a:cubicBezTo>
                    <a:pt x="59" y="82"/>
                    <a:pt x="64" y="83"/>
                    <a:pt x="68" y="85"/>
                  </a:cubicBezTo>
                  <a:cubicBezTo>
                    <a:pt x="65" y="84"/>
                    <a:pt x="61" y="83"/>
                    <a:pt x="58" y="83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1" y="82"/>
                    <a:pt x="49" y="81"/>
                    <a:pt x="47" y="79"/>
                  </a:cubicBezTo>
                  <a:cubicBezTo>
                    <a:pt x="47" y="79"/>
                    <a:pt x="46" y="78"/>
                    <a:pt x="45" y="79"/>
                  </a:cubicBezTo>
                  <a:cubicBezTo>
                    <a:pt x="44" y="79"/>
                    <a:pt x="43" y="79"/>
                    <a:pt x="43" y="80"/>
                  </a:cubicBezTo>
                  <a:cubicBezTo>
                    <a:pt x="41" y="89"/>
                    <a:pt x="38" y="96"/>
                    <a:pt x="35" y="101"/>
                  </a:cubicBezTo>
                  <a:cubicBezTo>
                    <a:pt x="22" y="119"/>
                    <a:pt x="17" y="136"/>
                    <a:pt x="16" y="156"/>
                  </a:cubicBezTo>
                  <a:cubicBezTo>
                    <a:pt x="15" y="170"/>
                    <a:pt x="15" y="170"/>
                    <a:pt x="15" y="170"/>
                  </a:cubicBezTo>
                  <a:cubicBezTo>
                    <a:pt x="15" y="176"/>
                    <a:pt x="15" y="180"/>
                    <a:pt x="14" y="187"/>
                  </a:cubicBezTo>
                  <a:cubicBezTo>
                    <a:pt x="14" y="187"/>
                    <a:pt x="14" y="187"/>
                    <a:pt x="14" y="187"/>
                  </a:cubicBezTo>
                  <a:cubicBezTo>
                    <a:pt x="14" y="189"/>
                    <a:pt x="15" y="192"/>
                    <a:pt x="16" y="193"/>
                  </a:cubicBezTo>
                  <a:cubicBezTo>
                    <a:pt x="17" y="194"/>
                    <a:pt x="18" y="195"/>
                    <a:pt x="20" y="196"/>
                  </a:cubicBezTo>
                  <a:cubicBezTo>
                    <a:pt x="19" y="195"/>
                    <a:pt x="18" y="195"/>
                    <a:pt x="17" y="194"/>
                  </a:cubicBezTo>
                  <a:cubicBezTo>
                    <a:pt x="17" y="194"/>
                    <a:pt x="16" y="193"/>
                    <a:pt x="15" y="194"/>
                  </a:cubicBezTo>
                  <a:cubicBezTo>
                    <a:pt x="14" y="194"/>
                    <a:pt x="13" y="195"/>
                    <a:pt x="13" y="196"/>
                  </a:cubicBezTo>
                  <a:cubicBezTo>
                    <a:pt x="12" y="200"/>
                    <a:pt x="12" y="200"/>
                    <a:pt x="12" y="200"/>
                  </a:cubicBezTo>
                  <a:cubicBezTo>
                    <a:pt x="12" y="200"/>
                    <a:pt x="11" y="203"/>
                    <a:pt x="10" y="205"/>
                  </a:cubicBezTo>
                  <a:cubicBezTo>
                    <a:pt x="14" y="186"/>
                    <a:pt x="14" y="180"/>
                    <a:pt x="14" y="170"/>
                  </a:cubicBezTo>
                  <a:close/>
                  <a:moveTo>
                    <a:pt x="209" y="343"/>
                  </a:moveTo>
                  <a:cubicBezTo>
                    <a:pt x="204" y="340"/>
                    <a:pt x="202" y="338"/>
                    <a:pt x="202" y="336"/>
                  </a:cubicBezTo>
                  <a:cubicBezTo>
                    <a:pt x="202" y="336"/>
                    <a:pt x="203" y="335"/>
                    <a:pt x="203" y="334"/>
                  </a:cubicBezTo>
                  <a:cubicBezTo>
                    <a:pt x="204" y="331"/>
                    <a:pt x="206" y="325"/>
                    <a:pt x="208" y="317"/>
                  </a:cubicBezTo>
                  <a:cubicBezTo>
                    <a:pt x="209" y="308"/>
                    <a:pt x="209" y="301"/>
                    <a:pt x="209" y="294"/>
                  </a:cubicBezTo>
                  <a:cubicBezTo>
                    <a:pt x="210" y="291"/>
                    <a:pt x="210" y="287"/>
                    <a:pt x="210" y="283"/>
                  </a:cubicBezTo>
                  <a:cubicBezTo>
                    <a:pt x="210" y="287"/>
                    <a:pt x="210" y="290"/>
                    <a:pt x="210" y="295"/>
                  </a:cubicBezTo>
                  <a:cubicBezTo>
                    <a:pt x="210" y="299"/>
                    <a:pt x="210" y="299"/>
                    <a:pt x="210" y="299"/>
                  </a:cubicBezTo>
                  <a:cubicBezTo>
                    <a:pt x="209" y="307"/>
                    <a:pt x="209" y="313"/>
                    <a:pt x="209" y="319"/>
                  </a:cubicBezTo>
                  <a:cubicBezTo>
                    <a:pt x="209" y="333"/>
                    <a:pt x="211" y="341"/>
                    <a:pt x="215" y="346"/>
                  </a:cubicBezTo>
                  <a:cubicBezTo>
                    <a:pt x="212" y="345"/>
                    <a:pt x="209" y="343"/>
                    <a:pt x="209" y="343"/>
                  </a:cubicBezTo>
                  <a:close/>
                  <a:moveTo>
                    <a:pt x="249" y="354"/>
                  </a:moveTo>
                  <a:cubicBezTo>
                    <a:pt x="250" y="354"/>
                    <a:pt x="251" y="354"/>
                    <a:pt x="252" y="354"/>
                  </a:cubicBezTo>
                  <a:cubicBezTo>
                    <a:pt x="251" y="354"/>
                    <a:pt x="250" y="354"/>
                    <a:pt x="249" y="354"/>
                  </a:cubicBezTo>
                  <a:close/>
                  <a:moveTo>
                    <a:pt x="21" y="197"/>
                  </a:moveTo>
                  <a:cubicBezTo>
                    <a:pt x="25" y="199"/>
                    <a:pt x="31" y="199"/>
                    <a:pt x="39" y="199"/>
                  </a:cubicBezTo>
                  <a:cubicBezTo>
                    <a:pt x="39" y="199"/>
                    <a:pt x="43" y="199"/>
                    <a:pt x="43" y="199"/>
                  </a:cubicBezTo>
                  <a:cubicBezTo>
                    <a:pt x="43" y="199"/>
                    <a:pt x="38" y="199"/>
                    <a:pt x="38" y="199"/>
                  </a:cubicBezTo>
                  <a:cubicBezTo>
                    <a:pt x="31" y="199"/>
                    <a:pt x="25" y="199"/>
                    <a:pt x="21" y="197"/>
                  </a:cubicBezTo>
                  <a:close/>
                  <a:moveTo>
                    <a:pt x="337" y="213"/>
                  </a:moveTo>
                  <a:cubicBezTo>
                    <a:pt x="337" y="211"/>
                    <a:pt x="338" y="209"/>
                    <a:pt x="338" y="206"/>
                  </a:cubicBezTo>
                  <a:cubicBezTo>
                    <a:pt x="338" y="206"/>
                    <a:pt x="338" y="205"/>
                    <a:pt x="338" y="204"/>
                  </a:cubicBezTo>
                  <a:cubicBezTo>
                    <a:pt x="338" y="205"/>
                    <a:pt x="338" y="206"/>
                    <a:pt x="338" y="206"/>
                  </a:cubicBezTo>
                  <a:cubicBezTo>
                    <a:pt x="338" y="209"/>
                    <a:pt x="337" y="211"/>
                    <a:pt x="337" y="213"/>
                  </a:cubicBezTo>
                  <a:cubicBezTo>
                    <a:pt x="337" y="215"/>
                    <a:pt x="336" y="217"/>
                    <a:pt x="336" y="219"/>
                  </a:cubicBezTo>
                  <a:cubicBezTo>
                    <a:pt x="336" y="217"/>
                    <a:pt x="337" y="215"/>
                    <a:pt x="337" y="213"/>
                  </a:cubicBezTo>
                  <a:close/>
                  <a:moveTo>
                    <a:pt x="329" y="233"/>
                  </a:moveTo>
                  <a:cubicBezTo>
                    <a:pt x="332" y="226"/>
                    <a:pt x="332" y="226"/>
                    <a:pt x="332" y="226"/>
                  </a:cubicBezTo>
                  <a:cubicBezTo>
                    <a:pt x="333" y="224"/>
                    <a:pt x="335" y="222"/>
                    <a:pt x="335" y="220"/>
                  </a:cubicBezTo>
                  <a:cubicBezTo>
                    <a:pt x="335" y="222"/>
                    <a:pt x="333" y="224"/>
                    <a:pt x="332" y="226"/>
                  </a:cubicBezTo>
                  <a:cubicBezTo>
                    <a:pt x="329" y="233"/>
                    <a:pt x="329" y="233"/>
                    <a:pt x="329" y="233"/>
                  </a:cubicBezTo>
                  <a:cubicBezTo>
                    <a:pt x="329" y="233"/>
                    <a:pt x="328" y="238"/>
                    <a:pt x="327" y="240"/>
                  </a:cubicBezTo>
                  <a:cubicBezTo>
                    <a:pt x="328" y="238"/>
                    <a:pt x="329" y="233"/>
                    <a:pt x="329" y="233"/>
                  </a:cubicBezTo>
                  <a:close/>
                  <a:moveTo>
                    <a:pt x="340" y="226"/>
                  </a:moveTo>
                  <a:cubicBezTo>
                    <a:pt x="340" y="226"/>
                    <a:pt x="340" y="226"/>
                    <a:pt x="340" y="226"/>
                  </a:cubicBezTo>
                  <a:cubicBezTo>
                    <a:pt x="340" y="226"/>
                    <a:pt x="340" y="226"/>
                    <a:pt x="340" y="226"/>
                  </a:cubicBezTo>
                  <a:cubicBezTo>
                    <a:pt x="340" y="227"/>
                    <a:pt x="340" y="227"/>
                    <a:pt x="340" y="228"/>
                  </a:cubicBezTo>
                  <a:cubicBezTo>
                    <a:pt x="340" y="227"/>
                    <a:pt x="340" y="227"/>
                    <a:pt x="340" y="226"/>
                  </a:cubicBezTo>
                  <a:close/>
                  <a:moveTo>
                    <a:pt x="337" y="235"/>
                  </a:moveTo>
                  <a:cubicBezTo>
                    <a:pt x="337" y="233"/>
                    <a:pt x="338" y="232"/>
                    <a:pt x="338" y="230"/>
                  </a:cubicBezTo>
                  <a:cubicBezTo>
                    <a:pt x="338" y="232"/>
                    <a:pt x="337" y="233"/>
                    <a:pt x="337" y="235"/>
                  </a:cubicBezTo>
                  <a:cubicBezTo>
                    <a:pt x="337" y="235"/>
                    <a:pt x="336" y="236"/>
                    <a:pt x="336" y="237"/>
                  </a:cubicBezTo>
                  <a:cubicBezTo>
                    <a:pt x="336" y="236"/>
                    <a:pt x="337" y="236"/>
                    <a:pt x="337" y="235"/>
                  </a:cubicBezTo>
                  <a:close/>
                  <a:moveTo>
                    <a:pt x="319" y="259"/>
                  </a:moveTo>
                  <a:cubicBezTo>
                    <a:pt x="319" y="258"/>
                    <a:pt x="320" y="258"/>
                    <a:pt x="320" y="258"/>
                  </a:cubicBezTo>
                  <a:cubicBezTo>
                    <a:pt x="322" y="255"/>
                    <a:pt x="324" y="251"/>
                    <a:pt x="325" y="247"/>
                  </a:cubicBezTo>
                  <a:cubicBezTo>
                    <a:pt x="325" y="247"/>
                    <a:pt x="325" y="248"/>
                    <a:pt x="325" y="248"/>
                  </a:cubicBezTo>
                  <a:cubicBezTo>
                    <a:pt x="325" y="248"/>
                    <a:pt x="325" y="248"/>
                    <a:pt x="325" y="249"/>
                  </a:cubicBezTo>
                  <a:cubicBezTo>
                    <a:pt x="325" y="250"/>
                    <a:pt x="325" y="250"/>
                    <a:pt x="326" y="251"/>
                  </a:cubicBezTo>
                  <a:cubicBezTo>
                    <a:pt x="326" y="251"/>
                    <a:pt x="327" y="251"/>
                    <a:pt x="328" y="250"/>
                  </a:cubicBezTo>
                  <a:cubicBezTo>
                    <a:pt x="327" y="252"/>
                    <a:pt x="325" y="253"/>
                    <a:pt x="324" y="255"/>
                  </a:cubicBezTo>
                  <a:cubicBezTo>
                    <a:pt x="323" y="256"/>
                    <a:pt x="321" y="257"/>
                    <a:pt x="319" y="259"/>
                  </a:cubicBezTo>
                  <a:cubicBezTo>
                    <a:pt x="319" y="259"/>
                    <a:pt x="319" y="259"/>
                    <a:pt x="319" y="259"/>
                  </a:cubicBezTo>
                  <a:close/>
                  <a:moveTo>
                    <a:pt x="333" y="243"/>
                  </a:moveTo>
                  <a:cubicBezTo>
                    <a:pt x="333" y="243"/>
                    <a:pt x="333" y="243"/>
                    <a:pt x="333" y="243"/>
                  </a:cubicBezTo>
                  <a:cubicBezTo>
                    <a:pt x="332" y="245"/>
                    <a:pt x="331" y="247"/>
                    <a:pt x="329" y="249"/>
                  </a:cubicBezTo>
                  <a:cubicBezTo>
                    <a:pt x="330" y="248"/>
                    <a:pt x="333" y="243"/>
                    <a:pt x="333" y="243"/>
                  </a:cubicBezTo>
                  <a:close/>
                  <a:moveTo>
                    <a:pt x="307" y="270"/>
                  </a:moveTo>
                  <a:cubicBezTo>
                    <a:pt x="308" y="267"/>
                    <a:pt x="310" y="266"/>
                    <a:pt x="312" y="264"/>
                  </a:cubicBezTo>
                  <a:cubicBezTo>
                    <a:pt x="310" y="266"/>
                    <a:pt x="308" y="267"/>
                    <a:pt x="307" y="270"/>
                  </a:cubicBezTo>
                  <a:cubicBezTo>
                    <a:pt x="307" y="271"/>
                    <a:pt x="307" y="271"/>
                    <a:pt x="307" y="271"/>
                  </a:cubicBezTo>
                  <a:cubicBezTo>
                    <a:pt x="307" y="271"/>
                    <a:pt x="307" y="271"/>
                    <a:pt x="307" y="270"/>
                  </a:cubicBezTo>
                  <a:close/>
                  <a:moveTo>
                    <a:pt x="302" y="300"/>
                  </a:moveTo>
                  <a:cubicBezTo>
                    <a:pt x="302" y="301"/>
                    <a:pt x="302" y="302"/>
                    <a:pt x="301" y="302"/>
                  </a:cubicBezTo>
                  <a:cubicBezTo>
                    <a:pt x="302" y="302"/>
                    <a:pt x="302" y="301"/>
                    <a:pt x="302" y="300"/>
                  </a:cubicBezTo>
                  <a:close/>
                  <a:moveTo>
                    <a:pt x="297" y="309"/>
                  </a:moveTo>
                  <a:cubicBezTo>
                    <a:pt x="298" y="308"/>
                    <a:pt x="298" y="307"/>
                    <a:pt x="299" y="306"/>
                  </a:cubicBezTo>
                  <a:cubicBezTo>
                    <a:pt x="298" y="307"/>
                    <a:pt x="298" y="308"/>
                    <a:pt x="297" y="309"/>
                  </a:cubicBezTo>
                  <a:cubicBezTo>
                    <a:pt x="297" y="309"/>
                    <a:pt x="295" y="313"/>
                    <a:pt x="294" y="313"/>
                  </a:cubicBezTo>
                  <a:cubicBezTo>
                    <a:pt x="295" y="313"/>
                    <a:pt x="297" y="309"/>
                    <a:pt x="297" y="309"/>
                  </a:cubicBezTo>
                  <a:close/>
                  <a:moveTo>
                    <a:pt x="289" y="334"/>
                  </a:moveTo>
                  <a:cubicBezTo>
                    <a:pt x="290" y="327"/>
                    <a:pt x="290" y="320"/>
                    <a:pt x="294" y="313"/>
                  </a:cubicBezTo>
                  <a:cubicBezTo>
                    <a:pt x="294" y="313"/>
                    <a:pt x="294" y="313"/>
                    <a:pt x="294" y="313"/>
                  </a:cubicBezTo>
                  <a:cubicBezTo>
                    <a:pt x="290" y="320"/>
                    <a:pt x="290" y="327"/>
                    <a:pt x="289" y="334"/>
                  </a:cubicBezTo>
                  <a:cubicBezTo>
                    <a:pt x="288" y="336"/>
                    <a:pt x="288" y="338"/>
                    <a:pt x="288" y="341"/>
                  </a:cubicBezTo>
                  <a:cubicBezTo>
                    <a:pt x="288" y="339"/>
                    <a:pt x="288" y="336"/>
                    <a:pt x="289" y="334"/>
                  </a:cubicBezTo>
                  <a:close/>
                  <a:moveTo>
                    <a:pt x="375" y="228"/>
                  </a:moveTo>
                  <a:cubicBezTo>
                    <a:pt x="375" y="228"/>
                    <a:pt x="376" y="226"/>
                    <a:pt x="378" y="225"/>
                  </a:cubicBezTo>
                  <a:cubicBezTo>
                    <a:pt x="375" y="227"/>
                    <a:pt x="373" y="229"/>
                    <a:pt x="371" y="232"/>
                  </a:cubicBezTo>
                  <a:cubicBezTo>
                    <a:pt x="371" y="232"/>
                    <a:pt x="371" y="233"/>
                    <a:pt x="371" y="234"/>
                  </a:cubicBezTo>
                  <a:cubicBezTo>
                    <a:pt x="371" y="233"/>
                    <a:pt x="371" y="232"/>
                    <a:pt x="371" y="232"/>
                  </a:cubicBezTo>
                  <a:cubicBezTo>
                    <a:pt x="371" y="232"/>
                    <a:pt x="372" y="229"/>
                    <a:pt x="372" y="229"/>
                  </a:cubicBezTo>
                  <a:cubicBezTo>
                    <a:pt x="372" y="229"/>
                    <a:pt x="372" y="228"/>
                    <a:pt x="373" y="227"/>
                  </a:cubicBezTo>
                  <a:cubicBezTo>
                    <a:pt x="373" y="228"/>
                    <a:pt x="373" y="228"/>
                    <a:pt x="373" y="228"/>
                  </a:cubicBezTo>
                  <a:cubicBezTo>
                    <a:pt x="373" y="228"/>
                    <a:pt x="374" y="228"/>
                    <a:pt x="375" y="228"/>
                  </a:cubicBezTo>
                  <a:close/>
                  <a:moveTo>
                    <a:pt x="370" y="235"/>
                  </a:moveTo>
                  <a:cubicBezTo>
                    <a:pt x="370" y="235"/>
                    <a:pt x="370" y="235"/>
                    <a:pt x="370" y="235"/>
                  </a:cubicBezTo>
                  <a:cubicBezTo>
                    <a:pt x="370" y="235"/>
                    <a:pt x="370" y="235"/>
                    <a:pt x="370" y="235"/>
                  </a:cubicBezTo>
                  <a:cubicBezTo>
                    <a:pt x="370" y="235"/>
                    <a:pt x="370" y="235"/>
                    <a:pt x="370" y="235"/>
                  </a:cubicBezTo>
                  <a:close/>
                  <a:moveTo>
                    <a:pt x="355" y="276"/>
                  </a:moveTo>
                  <a:cubicBezTo>
                    <a:pt x="355" y="276"/>
                    <a:pt x="359" y="262"/>
                    <a:pt x="359" y="262"/>
                  </a:cubicBezTo>
                  <a:cubicBezTo>
                    <a:pt x="362" y="253"/>
                    <a:pt x="362" y="253"/>
                    <a:pt x="362" y="253"/>
                  </a:cubicBezTo>
                  <a:cubicBezTo>
                    <a:pt x="363" y="249"/>
                    <a:pt x="365" y="246"/>
                    <a:pt x="366" y="242"/>
                  </a:cubicBezTo>
                  <a:cubicBezTo>
                    <a:pt x="364" y="246"/>
                    <a:pt x="363" y="249"/>
                    <a:pt x="362" y="253"/>
                  </a:cubicBezTo>
                  <a:cubicBezTo>
                    <a:pt x="359" y="262"/>
                    <a:pt x="359" y="262"/>
                    <a:pt x="359" y="262"/>
                  </a:cubicBezTo>
                  <a:cubicBezTo>
                    <a:pt x="359" y="262"/>
                    <a:pt x="359" y="265"/>
                    <a:pt x="359" y="265"/>
                  </a:cubicBezTo>
                  <a:cubicBezTo>
                    <a:pt x="358" y="265"/>
                    <a:pt x="358" y="265"/>
                    <a:pt x="358" y="265"/>
                  </a:cubicBezTo>
                  <a:cubicBezTo>
                    <a:pt x="358" y="266"/>
                    <a:pt x="359" y="267"/>
                    <a:pt x="359" y="267"/>
                  </a:cubicBezTo>
                  <a:cubicBezTo>
                    <a:pt x="360" y="268"/>
                    <a:pt x="362" y="267"/>
                    <a:pt x="363" y="266"/>
                  </a:cubicBezTo>
                  <a:cubicBezTo>
                    <a:pt x="363" y="266"/>
                    <a:pt x="363" y="266"/>
                    <a:pt x="363" y="266"/>
                  </a:cubicBezTo>
                  <a:cubicBezTo>
                    <a:pt x="360" y="269"/>
                    <a:pt x="357" y="273"/>
                    <a:pt x="355" y="276"/>
                  </a:cubicBezTo>
                  <a:cubicBezTo>
                    <a:pt x="355" y="276"/>
                    <a:pt x="355" y="278"/>
                    <a:pt x="354" y="278"/>
                  </a:cubicBezTo>
                  <a:cubicBezTo>
                    <a:pt x="355" y="278"/>
                    <a:pt x="355" y="276"/>
                    <a:pt x="355" y="276"/>
                  </a:cubicBezTo>
                  <a:close/>
                  <a:moveTo>
                    <a:pt x="647" y="186"/>
                  </a:moveTo>
                  <a:cubicBezTo>
                    <a:pt x="647" y="185"/>
                    <a:pt x="647" y="183"/>
                    <a:pt x="647" y="182"/>
                  </a:cubicBezTo>
                  <a:cubicBezTo>
                    <a:pt x="647" y="181"/>
                    <a:pt x="647" y="180"/>
                    <a:pt x="647" y="179"/>
                  </a:cubicBezTo>
                  <a:cubicBezTo>
                    <a:pt x="647" y="179"/>
                    <a:pt x="647" y="186"/>
                    <a:pt x="647" y="186"/>
                  </a:cubicBezTo>
                  <a:cubicBezTo>
                    <a:pt x="648" y="188"/>
                    <a:pt x="648" y="189"/>
                    <a:pt x="648" y="190"/>
                  </a:cubicBezTo>
                  <a:cubicBezTo>
                    <a:pt x="648" y="189"/>
                    <a:pt x="648" y="188"/>
                    <a:pt x="647" y="186"/>
                  </a:cubicBezTo>
                  <a:close/>
                  <a:moveTo>
                    <a:pt x="649" y="191"/>
                  </a:moveTo>
                  <a:cubicBezTo>
                    <a:pt x="650" y="193"/>
                    <a:pt x="650" y="194"/>
                    <a:pt x="651" y="195"/>
                  </a:cubicBezTo>
                  <a:cubicBezTo>
                    <a:pt x="651" y="195"/>
                    <a:pt x="651" y="195"/>
                    <a:pt x="651" y="195"/>
                  </a:cubicBezTo>
                  <a:cubicBezTo>
                    <a:pt x="650" y="194"/>
                    <a:pt x="650" y="193"/>
                    <a:pt x="649" y="191"/>
                  </a:cubicBezTo>
                  <a:close/>
                  <a:moveTo>
                    <a:pt x="395" y="236"/>
                  </a:moveTo>
                  <a:cubicBezTo>
                    <a:pt x="395" y="236"/>
                    <a:pt x="395" y="236"/>
                    <a:pt x="395" y="236"/>
                  </a:cubicBezTo>
                  <a:cubicBezTo>
                    <a:pt x="395" y="236"/>
                    <a:pt x="395" y="236"/>
                    <a:pt x="395" y="236"/>
                  </a:cubicBezTo>
                  <a:cubicBezTo>
                    <a:pt x="395" y="236"/>
                    <a:pt x="394" y="236"/>
                    <a:pt x="393" y="236"/>
                  </a:cubicBezTo>
                  <a:cubicBezTo>
                    <a:pt x="394" y="236"/>
                    <a:pt x="395" y="236"/>
                    <a:pt x="395" y="236"/>
                  </a:cubicBezTo>
                  <a:close/>
                  <a:moveTo>
                    <a:pt x="389" y="238"/>
                  </a:moveTo>
                  <a:cubicBezTo>
                    <a:pt x="390" y="237"/>
                    <a:pt x="391" y="236"/>
                    <a:pt x="392" y="236"/>
                  </a:cubicBezTo>
                  <a:cubicBezTo>
                    <a:pt x="391" y="236"/>
                    <a:pt x="390" y="237"/>
                    <a:pt x="389" y="238"/>
                  </a:cubicBezTo>
                  <a:cubicBezTo>
                    <a:pt x="389" y="238"/>
                    <a:pt x="389" y="238"/>
                    <a:pt x="389" y="238"/>
                  </a:cubicBezTo>
                  <a:cubicBezTo>
                    <a:pt x="389" y="238"/>
                    <a:pt x="389" y="238"/>
                    <a:pt x="389" y="238"/>
                  </a:cubicBezTo>
                  <a:close/>
                  <a:moveTo>
                    <a:pt x="388" y="239"/>
                  </a:moveTo>
                  <a:cubicBezTo>
                    <a:pt x="388" y="240"/>
                    <a:pt x="388" y="241"/>
                    <a:pt x="388" y="241"/>
                  </a:cubicBezTo>
                  <a:cubicBezTo>
                    <a:pt x="388" y="241"/>
                    <a:pt x="388" y="240"/>
                    <a:pt x="388" y="239"/>
                  </a:cubicBezTo>
                  <a:close/>
                  <a:moveTo>
                    <a:pt x="388" y="242"/>
                  </a:moveTo>
                  <a:cubicBezTo>
                    <a:pt x="387" y="243"/>
                    <a:pt x="387" y="245"/>
                    <a:pt x="386" y="245"/>
                  </a:cubicBezTo>
                  <a:cubicBezTo>
                    <a:pt x="386" y="245"/>
                    <a:pt x="386" y="246"/>
                    <a:pt x="386" y="246"/>
                  </a:cubicBezTo>
                  <a:cubicBezTo>
                    <a:pt x="386" y="245"/>
                    <a:pt x="388" y="242"/>
                    <a:pt x="388" y="242"/>
                  </a:cubicBezTo>
                  <a:close/>
                  <a:moveTo>
                    <a:pt x="354" y="279"/>
                  </a:moveTo>
                  <a:cubicBezTo>
                    <a:pt x="354" y="281"/>
                    <a:pt x="350" y="289"/>
                    <a:pt x="349" y="292"/>
                  </a:cubicBezTo>
                  <a:cubicBezTo>
                    <a:pt x="349" y="292"/>
                    <a:pt x="349" y="292"/>
                    <a:pt x="349" y="292"/>
                  </a:cubicBezTo>
                  <a:cubicBezTo>
                    <a:pt x="351" y="288"/>
                    <a:pt x="353" y="284"/>
                    <a:pt x="354" y="279"/>
                  </a:cubicBezTo>
                  <a:close/>
                  <a:moveTo>
                    <a:pt x="343" y="301"/>
                  </a:moveTo>
                  <a:cubicBezTo>
                    <a:pt x="342" y="302"/>
                    <a:pt x="341" y="304"/>
                    <a:pt x="340" y="306"/>
                  </a:cubicBezTo>
                  <a:cubicBezTo>
                    <a:pt x="341" y="304"/>
                    <a:pt x="342" y="302"/>
                    <a:pt x="343" y="301"/>
                  </a:cubicBezTo>
                  <a:close/>
                  <a:moveTo>
                    <a:pt x="336" y="319"/>
                  </a:moveTo>
                  <a:cubicBezTo>
                    <a:pt x="336" y="320"/>
                    <a:pt x="336" y="321"/>
                    <a:pt x="335" y="322"/>
                  </a:cubicBezTo>
                  <a:cubicBezTo>
                    <a:pt x="335" y="322"/>
                    <a:pt x="335" y="322"/>
                    <a:pt x="335" y="322"/>
                  </a:cubicBezTo>
                  <a:cubicBezTo>
                    <a:pt x="336" y="321"/>
                    <a:pt x="336" y="320"/>
                    <a:pt x="336" y="319"/>
                  </a:cubicBezTo>
                  <a:close/>
                  <a:moveTo>
                    <a:pt x="334" y="330"/>
                  </a:moveTo>
                  <a:cubicBezTo>
                    <a:pt x="334" y="330"/>
                    <a:pt x="334" y="330"/>
                    <a:pt x="334" y="330"/>
                  </a:cubicBezTo>
                  <a:cubicBezTo>
                    <a:pt x="333" y="336"/>
                    <a:pt x="331" y="340"/>
                    <a:pt x="328" y="344"/>
                  </a:cubicBezTo>
                  <a:cubicBezTo>
                    <a:pt x="331" y="340"/>
                    <a:pt x="333" y="336"/>
                    <a:pt x="334" y="330"/>
                  </a:cubicBezTo>
                  <a:close/>
                  <a:moveTo>
                    <a:pt x="326" y="348"/>
                  </a:moveTo>
                  <a:cubicBezTo>
                    <a:pt x="325" y="350"/>
                    <a:pt x="324" y="352"/>
                    <a:pt x="323" y="354"/>
                  </a:cubicBezTo>
                  <a:cubicBezTo>
                    <a:pt x="324" y="352"/>
                    <a:pt x="325" y="350"/>
                    <a:pt x="326" y="348"/>
                  </a:cubicBezTo>
                  <a:close/>
                  <a:moveTo>
                    <a:pt x="400" y="268"/>
                  </a:moveTo>
                  <a:cubicBezTo>
                    <a:pt x="400" y="268"/>
                    <a:pt x="400" y="268"/>
                    <a:pt x="400" y="268"/>
                  </a:cubicBezTo>
                  <a:cubicBezTo>
                    <a:pt x="400" y="268"/>
                    <a:pt x="400" y="268"/>
                    <a:pt x="400" y="268"/>
                  </a:cubicBezTo>
                  <a:cubicBezTo>
                    <a:pt x="400" y="268"/>
                    <a:pt x="400" y="269"/>
                    <a:pt x="400" y="269"/>
                  </a:cubicBezTo>
                  <a:cubicBezTo>
                    <a:pt x="400" y="269"/>
                    <a:pt x="400" y="268"/>
                    <a:pt x="400" y="268"/>
                  </a:cubicBezTo>
                  <a:close/>
                  <a:moveTo>
                    <a:pt x="363" y="303"/>
                  </a:moveTo>
                  <a:cubicBezTo>
                    <a:pt x="363" y="304"/>
                    <a:pt x="363" y="305"/>
                    <a:pt x="363" y="306"/>
                  </a:cubicBezTo>
                  <a:cubicBezTo>
                    <a:pt x="363" y="310"/>
                    <a:pt x="364" y="313"/>
                    <a:pt x="365" y="316"/>
                  </a:cubicBezTo>
                  <a:cubicBezTo>
                    <a:pt x="364" y="313"/>
                    <a:pt x="363" y="310"/>
                    <a:pt x="363" y="306"/>
                  </a:cubicBezTo>
                  <a:cubicBezTo>
                    <a:pt x="363" y="305"/>
                    <a:pt x="363" y="304"/>
                    <a:pt x="363" y="303"/>
                  </a:cubicBezTo>
                  <a:cubicBezTo>
                    <a:pt x="363" y="303"/>
                    <a:pt x="363" y="303"/>
                    <a:pt x="363" y="303"/>
                  </a:cubicBezTo>
                  <a:close/>
                  <a:moveTo>
                    <a:pt x="360" y="348"/>
                  </a:moveTo>
                  <a:cubicBezTo>
                    <a:pt x="366" y="331"/>
                    <a:pt x="366" y="331"/>
                    <a:pt x="366" y="331"/>
                  </a:cubicBezTo>
                  <a:cubicBezTo>
                    <a:pt x="366" y="328"/>
                    <a:pt x="366" y="328"/>
                    <a:pt x="366" y="328"/>
                  </a:cubicBezTo>
                  <a:cubicBezTo>
                    <a:pt x="366" y="327"/>
                    <a:pt x="366" y="327"/>
                    <a:pt x="366" y="327"/>
                  </a:cubicBezTo>
                  <a:cubicBezTo>
                    <a:pt x="366" y="323"/>
                    <a:pt x="366" y="320"/>
                    <a:pt x="365" y="316"/>
                  </a:cubicBezTo>
                  <a:cubicBezTo>
                    <a:pt x="365" y="316"/>
                    <a:pt x="366" y="320"/>
                    <a:pt x="366" y="320"/>
                  </a:cubicBezTo>
                  <a:cubicBezTo>
                    <a:pt x="366" y="321"/>
                    <a:pt x="366" y="321"/>
                    <a:pt x="367" y="322"/>
                  </a:cubicBezTo>
                  <a:cubicBezTo>
                    <a:pt x="368" y="322"/>
                    <a:pt x="369" y="321"/>
                    <a:pt x="369" y="321"/>
                  </a:cubicBezTo>
                  <a:cubicBezTo>
                    <a:pt x="370" y="321"/>
                    <a:pt x="370" y="321"/>
                    <a:pt x="370" y="320"/>
                  </a:cubicBezTo>
                  <a:cubicBezTo>
                    <a:pt x="370" y="321"/>
                    <a:pt x="360" y="348"/>
                    <a:pt x="360" y="348"/>
                  </a:cubicBezTo>
                  <a:cubicBezTo>
                    <a:pt x="360" y="348"/>
                    <a:pt x="358" y="350"/>
                    <a:pt x="357" y="352"/>
                  </a:cubicBezTo>
                  <a:cubicBezTo>
                    <a:pt x="358" y="350"/>
                    <a:pt x="360" y="348"/>
                    <a:pt x="360" y="348"/>
                  </a:cubicBezTo>
                  <a:close/>
                  <a:moveTo>
                    <a:pt x="391" y="280"/>
                  </a:moveTo>
                  <a:cubicBezTo>
                    <a:pt x="391" y="280"/>
                    <a:pt x="390" y="281"/>
                    <a:pt x="390" y="281"/>
                  </a:cubicBezTo>
                  <a:cubicBezTo>
                    <a:pt x="390" y="281"/>
                    <a:pt x="391" y="280"/>
                    <a:pt x="391" y="280"/>
                  </a:cubicBezTo>
                  <a:close/>
                  <a:moveTo>
                    <a:pt x="411" y="276"/>
                  </a:moveTo>
                  <a:cubicBezTo>
                    <a:pt x="410" y="277"/>
                    <a:pt x="408" y="279"/>
                    <a:pt x="406" y="280"/>
                  </a:cubicBezTo>
                  <a:cubicBezTo>
                    <a:pt x="408" y="279"/>
                    <a:pt x="409" y="277"/>
                    <a:pt x="411" y="276"/>
                  </a:cubicBezTo>
                  <a:close/>
                  <a:moveTo>
                    <a:pt x="378" y="298"/>
                  </a:moveTo>
                  <a:cubicBezTo>
                    <a:pt x="378" y="298"/>
                    <a:pt x="380" y="295"/>
                    <a:pt x="380" y="295"/>
                  </a:cubicBezTo>
                  <a:cubicBezTo>
                    <a:pt x="380" y="293"/>
                    <a:pt x="381" y="291"/>
                    <a:pt x="382" y="291"/>
                  </a:cubicBezTo>
                  <a:cubicBezTo>
                    <a:pt x="384" y="288"/>
                    <a:pt x="386" y="285"/>
                    <a:pt x="388" y="283"/>
                  </a:cubicBezTo>
                  <a:cubicBezTo>
                    <a:pt x="388" y="284"/>
                    <a:pt x="388" y="284"/>
                    <a:pt x="388" y="285"/>
                  </a:cubicBezTo>
                  <a:cubicBezTo>
                    <a:pt x="388" y="285"/>
                    <a:pt x="388" y="285"/>
                    <a:pt x="388" y="286"/>
                  </a:cubicBezTo>
                  <a:cubicBezTo>
                    <a:pt x="388" y="286"/>
                    <a:pt x="389" y="287"/>
                    <a:pt x="390" y="286"/>
                  </a:cubicBezTo>
                  <a:cubicBezTo>
                    <a:pt x="394" y="285"/>
                    <a:pt x="394" y="285"/>
                    <a:pt x="394" y="285"/>
                  </a:cubicBezTo>
                  <a:cubicBezTo>
                    <a:pt x="396" y="285"/>
                    <a:pt x="398" y="284"/>
                    <a:pt x="401" y="284"/>
                  </a:cubicBezTo>
                  <a:cubicBezTo>
                    <a:pt x="398" y="284"/>
                    <a:pt x="396" y="285"/>
                    <a:pt x="394" y="285"/>
                  </a:cubicBezTo>
                  <a:cubicBezTo>
                    <a:pt x="390" y="286"/>
                    <a:pt x="386" y="287"/>
                    <a:pt x="382" y="290"/>
                  </a:cubicBezTo>
                  <a:cubicBezTo>
                    <a:pt x="380" y="293"/>
                    <a:pt x="379" y="296"/>
                    <a:pt x="378" y="298"/>
                  </a:cubicBezTo>
                  <a:cubicBezTo>
                    <a:pt x="378" y="298"/>
                    <a:pt x="378" y="298"/>
                    <a:pt x="378" y="298"/>
                  </a:cubicBezTo>
                  <a:close/>
                  <a:moveTo>
                    <a:pt x="355" y="357"/>
                  </a:moveTo>
                  <a:cubicBezTo>
                    <a:pt x="355" y="358"/>
                    <a:pt x="354" y="358"/>
                    <a:pt x="354" y="359"/>
                  </a:cubicBezTo>
                  <a:cubicBezTo>
                    <a:pt x="354" y="358"/>
                    <a:pt x="355" y="358"/>
                    <a:pt x="355" y="357"/>
                  </a:cubicBezTo>
                  <a:close/>
                  <a:moveTo>
                    <a:pt x="428" y="281"/>
                  </a:moveTo>
                  <a:cubicBezTo>
                    <a:pt x="427" y="283"/>
                    <a:pt x="425" y="285"/>
                    <a:pt x="424" y="287"/>
                  </a:cubicBezTo>
                  <a:cubicBezTo>
                    <a:pt x="425" y="285"/>
                    <a:pt x="427" y="283"/>
                    <a:pt x="428" y="281"/>
                  </a:cubicBezTo>
                  <a:close/>
                  <a:moveTo>
                    <a:pt x="420" y="293"/>
                  </a:moveTo>
                  <a:cubicBezTo>
                    <a:pt x="421" y="292"/>
                    <a:pt x="422" y="290"/>
                    <a:pt x="423" y="289"/>
                  </a:cubicBezTo>
                  <a:cubicBezTo>
                    <a:pt x="422" y="290"/>
                    <a:pt x="421" y="292"/>
                    <a:pt x="420" y="293"/>
                  </a:cubicBezTo>
                  <a:close/>
                  <a:moveTo>
                    <a:pt x="572" y="273"/>
                  </a:moveTo>
                  <a:cubicBezTo>
                    <a:pt x="572" y="273"/>
                    <a:pt x="572" y="272"/>
                    <a:pt x="572" y="270"/>
                  </a:cubicBezTo>
                  <a:cubicBezTo>
                    <a:pt x="572" y="272"/>
                    <a:pt x="572" y="273"/>
                    <a:pt x="572" y="273"/>
                  </a:cubicBezTo>
                  <a:cubicBezTo>
                    <a:pt x="573" y="275"/>
                    <a:pt x="573" y="278"/>
                    <a:pt x="573" y="280"/>
                  </a:cubicBezTo>
                  <a:cubicBezTo>
                    <a:pt x="573" y="278"/>
                    <a:pt x="573" y="275"/>
                    <a:pt x="572" y="273"/>
                  </a:cubicBezTo>
                  <a:close/>
                  <a:moveTo>
                    <a:pt x="416" y="311"/>
                  </a:moveTo>
                  <a:cubicBezTo>
                    <a:pt x="416" y="311"/>
                    <a:pt x="416" y="310"/>
                    <a:pt x="416" y="310"/>
                  </a:cubicBezTo>
                  <a:cubicBezTo>
                    <a:pt x="416" y="310"/>
                    <a:pt x="417" y="305"/>
                    <a:pt x="417" y="305"/>
                  </a:cubicBezTo>
                  <a:cubicBezTo>
                    <a:pt x="417" y="305"/>
                    <a:pt x="418" y="302"/>
                    <a:pt x="418" y="300"/>
                  </a:cubicBezTo>
                  <a:cubicBezTo>
                    <a:pt x="418" y="300"/>
                    <a:pt x="418" y="300"/>
                    <a:pt x="418" y="300"/>
                  </a:cubicBezTo>
                  <a:cubicBezTo>
                    <a:pt x="418" y="300"/>
                    <a:pt x="418" y="300"/>
                    <a:pt x="418" y="300"/>
                  </a:cubicBezTo>
                  <a:cubicBezTo>
                    <a:pt x="419" y="303"/>
                    <a:pt x="420" y="303"/>
                    <a:pt x="420" y="303"/>
                  </a:cubicBezTo>
                  <a:cubicBezTo>
                    <a:pt x="420" y="303"/>
                    <a:pt x="421" y="303"/>
                    <a:pt x="422" y="303"/>
                  </a:cubicBezTo>
                  <a:cubicBezTo>
                    <a:pt x="422" y="302"/>
                    <a:pt x="423" y="302"/>
                    <a:pt x="423" y="302"/>
                  </a:cubicBezTo>
                  <a:cubicBezTo>
                    <a:pt x="420" y="304"/>
                    <a:pt x="419" y="306"/>
                    <a:pt x="416" y="310"/>
                  </a:cubicBezTo>
                  <a:cubicBezTo>
                    <a:pt x="416" y="312"/>
                    <a:pt x="415" y="314"/>
                    <a:pt x="414" y="316"/>
                  </a:cubicBezTo>
                  <a:cubicBezTo>
                    <a:pt x="415" y="314"/>
                    <a:pt x="415" y="313"/>
                    <a:pt x="416" y="311"/>
                  </a:cubicBezTo>
                  <a:close/>
                  <a:moveTo>
                    <a:pt x="428" y="300"/>
                  </a:moveTo>
                  <a:cubicBezTo>
                    <a:pt x="428" y="300"/>
                    <a:pt x="428" y="300"/>
                    <a:pt x="428" y="300"/>
                  </a:cubicBezTo>
                  <a:cubicBezTo>
                    <a:pt x="428" y="300"/>
                    <a:pt x="428" y="300"/>
                    <a:pt x="428" y="300"/>
                  </a:cubicBezTo>
                  <a:cubicBezTo>
                    <a:pt x="427" y="300"/>
                    <a:pt x="425" y="301"/>
                    <a:pt x="424" y="301"/>
                  </a:cubicBezTo>
                  <a:cubicBezTo>
                    <a:pt x="425" y="301"/>
                    <a:pt x="427" y="300"/>
                    <a:pt x="428" y="300"/>
                  </a:cubicBezTo>
                  <a:close/>
                  <a:moveTo>
                    <a:pt x="412" y="321"/>
                  </a:moveTo>
                  <a:cubicBezTo>
                    <a:pt x="412" y="321"/>
                    <a:pt x="412" y="321"/>
                    <a:pt x="412" y="321"/>
                  </a:cubicBezTo>
                  <a:cubicBezTo>
                    <a:pt x="412" y="321"/>
                    <a:pt x="412" y="321"/>
                    <a:pt x="412" y="321"/>
                  </a:cubicBezTo>
                  <a:cubicBezTo>
                    <a:pt x="412" y="321"/>
                    <a:pt x="412" y="321"/>
                    <a:pt x="412" y="322"/>
                  </a:cubicBezTo>
                  <a:cubicBezTo>
                    <a:pt x="412" y="321"/>
                    <a:pt x="412" y="321"/>
                    <a:pt x="412" y="321"/>
                  </a:cubicBezTo>
                  <a:close/>
                  <a:moveTo>
                    <a:pt x="396" y="368"/>
                  </a:moveTo>
                  <a:cubicBezTo>
                    <a:pt x="396" y="365"/>
                    <a:pt x="397" y="361"/>
                    <a:pt x="397" y="358"/>
                  </a:cubicBezTo>
                  <a:cubicBezTo>
                    <a:pt x="399" y="348"/>
                    <a:pt x="403" y="338"/>
                    <a:pt x="408" y="329"/>
                  </a:cubicBezTo>
                  <a:cubicBezTo>
                    <a:pt x="403" y="338"/>
                    <a:pt x="399" y="348"/>
                    <a:pt x="397" y="358"/>
                  </a:cubicBezTo>
                  <a:cubicBezTo>
                    <a:pt x="397" y="361"/>
                    <a:pt x="396" y="365"/>
                    <a:pt x="396" y="368"/>
                  </a:cubicBezTo>
                  <a:cubicBezTo>
                    <a:pt x="396" y="368"/>
                    <a:pt x="396" y="368"/>
                    <a:pt x="396" y="368"/>
                  </a:cubicBezTo>
                  <a:close/>
                  <a:moveTo>
                    <a:pt x="397" y="380"/>
                  </a:moveTo>
                  <a:cubicBezTo>
                    <a:pt x="397" y="378"/>
                    <a:pt x="397" y="376"/>
                    <a:pt x="397" y="374"/>
                  </a:cubicBezTo>
                  <a:cubicBezTo>
                    <a:pt x="397" y="376"/>
                    <a:pt x="397" y="378"/>
                    <a:pt x="397" y="380"/>
                  </a:cubicBezTo>
                  <a:cubicBezTo>
                    <a:pt x="397" y="380"/>
                    <a:pt x="397" y="380"/>
                    <a:pt x="397" y="380"/>
                  </a:cubicBezTo>
                  <a:cubicBezTo>
                    <a:pt x="397" y="380"/>
                    <a:pt x="397" y="380"/>
                    <a:pt x="397" y="380"/>
                  </a:cubicBezTo>
                  <a:close/>
                  <a:moveTo>
                    <a:pt x="429" y="384"/>
                  </a:moveTo>
                  <a:cubicBezTo>
                    <a:pt x="429" y="377"/>
                    <a:pt x="430" y="370"/>
                    <a:pt x="432" y="363"/>
                  </a:cubicBezTo>
                  <a:cubicBezTo>
                    <a:pt x="433" y="357"/>
                    <a:pt x="433" y="350"/>
                    <a:pt x="433" y="344"/>
                  </a:cubicBezTo>
                  <a:cubicBezTo>
                    <a:pt x="433" y="344"/>
                    <a:pt x="433" y="344"/>
                    <a:pt x="433" y="344"/>
                  </a:cubicBezTo>
                  <a:cubicBezTo>
                    <a:pt x="433" y="344"/>
                    <a:pt x="433" y="348"/>
                    <a:pt x="433" y="348"/>
                  </a:cubicBezTo>
                  <a:cubicBezTo>
                    <a:pt x="433" y="349"/>
                    <a:pt x="434" y="350"/>
                    <a:pt x="435" y="350"/>
                  </a:cubicBezTo>
                  <a:cubicBezTo>
                    <a:pt x="435" y="350"/>
                    <a:pt x="436" y="350"/>
                    <a:pt x="436" y="349"/>
                  </a:cubicBezTo>
                  <a:cubicBezTo>
                    <a:pt x="434" y="354"/>
                    <a:pt x="433" y="358"/>
                    <a:pt x="432" y="361"/>
                  </a:cubicBezTo>
                  <a:cubicBezTo>
                    <a:pt x="432" y="361"/>
                    <a:pt x="432" y="362"/>
                    <a:pt x="432" y="362"/>
                  </a:cubicBezTo>
                  <a:cubicBezTo>
                    <a:pt x="432" y="363"/>
                    <a:pt x="432" y="363"/>
                    <a:pt x="432" y="363"/>
                  </a:cubicBezTo>
                  <a:cubicBezTo>
                    <a:pt x="430" y="369"/>
                    <a:pt x="429" y="376"/>
                    <a:pt x="429" y="383"/>
                  </a:cubicBezTo>
                  <a:cubicBezTo>
                    <a:pt x="429" y="387"/>
                    <a:pt x="429" y="390"/>
                    <a:pt x="430" y="394"/>
                  </a:cubicBezTo>
                  <a:cubicBezTo>
                    <a:pt x="429" y="390"/>
                    <a:pt x="429" y="387"/>
                    <a:pt x="429" y="384"/>
                  </a:cubicBezTo>
                  <a:close/>
                  <a:moveTo>
                    <a:pt x="611" y="247"/>
                  </a:moveTo>
                  <a:cubicBezTo>
                    <a:pt x="611" y="247"/>
                    <a:pt x="612" y="247"/>
                    <a:pt x="612" y="247"/>
                  </a:cubicBezTo>
                  <a:cubicBezTo>
                    <a:pt x="612" y="247"/>
                    <a:pt x="612" y="248"/>
                    <a:pt x="612" y="248"/>
                  </a:cubicBezTo>
                  <a:cubicBezTo>
                    <a:pt x="612" y="248"/>
                    <a:pt x="612" y="247"/>
                    <a:pt x="611" y="247"/>
                  </a:cubicBezTo>
                  <a:close/>
                  <a:moveTo>
                    <a:pt x="616" y="253"/>
                  </a:moveTo>
                  <a:cubicBezTo>
                    <a:pt x="616" y="253"/>
                    <a:pt x="612" y="248"/>
                    <a:pt x="612" y="248"/>
                  </a:cubicBezTo>
                  <a:cubicBezTo>
                    <a:pt x="612" y="248"/>
                    <a:pt x="616" y="253"/>
                    <a:pt x="616" y="253"/>
                  </a:cubicBezTo>
                  <a:cubicBezTo>
                    <a:pt x="616" y="253"/>
                    <a:pt x="616" y="253"/>
                    <a:pt x="616" y="254"/>
                  </a:cubicBezTo>
                  <a:cubicBezTo>
                    <a:pt x="616" y="253"/>
                    <a:pt x="616" y="253"/>
                    <a:pt x="616" y="253"/>
                  </a:cubicBezTo>
                  <a:close/>
                  <a:moveTo>
                    <a:pt x="583" y="277"/>
                  </a:moveTo>
                  <a:cubicBezTo>
                    <a:pt x="583" y="276"/>
                    <a:pt x="582" y="276"/>
                    <a:pt x="582" y="275"/>
                  </a:cubicBezTo>
                  <a:cubicBezTo>
                    <a:pt x="582" y="273"/>
                    <a:pt x="582" y="273"/>
                    <a:pt x="582" y="273"/>
                  </a:cubicBezTo>
                  <a:cubicBezTo>
                    <a:pt x="582" y="272"/>
                    <a:pt x="582" y="271"/>
                    <a:pt x="582" y="269"/>
                  </a:cubicBezTo>
                  <a:cubicBezTo>
                    <a:pt x="582" y="268"/>
                    <a:pt x="582" y="266"/>
                    <a:pt x="583" y="263"/>
                  </a:cubicBezTo>
                  <a:cubicBezTo>
                    <a:pt x="583" y="263"/>
                    <a:pt x="583" y="263"/>
                    <a:pt x="583" y="263"/>
                  </a:cubicBezTo>
                  <a:cubicBezTo>
                    <a:pt x="582" y="266"/>
                    <a:pt x="582" y="268"/>
                    <a:pt x="582" y="269"/>
                  </a:cubicBezTo>
                  <a:cubicBezTo>
                    <a:pt x="582" y="271"/>
                    <a:pt x="582" y="272"/>
                    <a:pt x="582" y="273"/>
                  </a:cubicBezTo>
                  <a:cubicBezTo>
                    <a:pt x="582" y="275"/>
                    <a:pt x="582" y="275"/>
                    <a:pt x="582" y="275"/>
                  </a:cubicBezTo>
                  <a:cubicBezTo>
                    <a:pt x="582" y="276"/>
                    <a:pt x="583" y="276"/>
                    <a:pt x="583" y="277"/>
                  </a:cubicBezTo>
                  <a:cubicBezTo>
                    <a:pt x="583" y="278"/>
                    <a:pt x="582" y="280"/>
                    <a:pt x="582" y="281"/>
                  </a:cubicBezTo>
                  <a:cubicBezTo>
                    <a:pt x="582" y="280"/>
                    <a:pt x="583" y="278"/>
                    <a:pt x="583" y="277"/>
                  </a:cubicBezTo>
                  <a:close/>
                  <a:moveTo>
                    <a:pt x="580" y="313"/>
                  </a:moveTo>
                  <a:cubicBezTo>
                    <a:pt x="578" y="309"/>
                    <a:pt x="578" y="305"/>
                    <a:pt x="577" y="301"/>
                  </a:cubicBezTo>
                  <a:cubicBezTo>
                    <a:pt x="577" y="301"/>
                    <a:pt x="577" y="300"/>
                    <a:pt x="577" y="300"/>
                  </a:cubicBezTo>
                  <a:cubicBezTo>
                    <a:pt x="577" y="296"/>
                    <a:pt x="577" y="293"/>
                    <a:pt x="576" y="289"/>
                  </a:cubicBezTo>
                  <a:cubicBezTo>
                    <a:pt x="576" y="289"/>
                    <a:pt x="577" y="292"/>
                    <a:pt x="577" y="292"/>
                  </a:cubicBezTo>
                  <a:cubicBezTo>
                    <a:pt x="577" y="293"/>
                    <a:pt x="577" y="294"/>
                    <a:pt x="578" y="294"/>
                  </a:cubicBezTo>
                  <a:cubicBezTo>
                    <a:pt x="579" y="294"/>
                    <a:pt x="579" y="293"/>
                    <a:pt x="579" y="292"/>
                  </a:cubicBezTo>
                  <a:cubicBezTo>
                    <a:pt x="579" y="294"/>
                    <a:pt x="577" y="301"/>
                    <a:pt x="577" y="301"/>
                  </a:cubicBezTo>
                  <a:cubicBezTo>
                    <a:pt x="578" y="305"/>
                    <a:pt x="578" y="309"/>
                    <a:pt x="580" y="313"/>
                  </a:cubicBezTo>
                  <a:cubicBezTo>
                    <a:pt x="580" y="313"/>
                    <a:pt x="580" y="314"/>
                    <a:pt x="580" y="314"/>
                  </a:cubicBezTo>
                  <a:cubicBezTo>
                    <a:pt x="580" y="314"/>
                    <a:pt x="580" y="313"/>
                    <a:pt x="580" y="313"/>
                  </a:cubicBezTo>
                  <a:close/>
                  <a:moveTo>
                    <a:pt x="580" y="291"/>
                  </a:moveTo>
                  <a:cubicBezTo>
                    <a:pt x="580" y="291"/>
                    <a:pt x="580" y="291"/>
                    <a:pt x="580" y="291"/>
                  </a:cubicBezTo>
                  <a:cubicBezTo>
                    <a:pt x="580" y="291"/>
                    <a:pt x="580" y="291"/>
                    <a:pt x="580" y="291"/>
                  </a:cubicBezTo>
                  <a:close/>
                  <a:moveTo>
                    <a:pt x="557" y="348"/>
                  </a:moveTo>
                  <a:cubicBezTo>
                    <a:pt x="557" y="345"/>
                    <a:pt x="557" y="345"/>
                    <a:pt x="557" y="345"/>
                  </a:cubicBezTo>
                  <a:cubicBezTo>
                    <a:pt x="557" y="345"/>
                    <a:pt x="557" y="344"/>
                    <a:pt x="557" y="344"/>
                  </a:cubicBezTo>
                  <a:cubicBezTo>
                    <a:pt x="557" y="342"/>
                    <a:pt x="556" y="340"/>
                    <a:pt x="555" y="338"/>
                  </a:cubicBezTo>
                  <a:cubicBezTo>
                    <a:pt x="556" y="340"/>
                    <a:pt x="557" y="342"/>
                    <a:pt x="557" y="344"/>
                  </a:cubicBezTo>
                  <a:cubicBezTo>
                    <a:pt x="557" y="344"/>
                    <a:pt x="557" y="345"/>
                    <a:pt x="557" y="345"/>
                  </a:cubicBezTo>
                  <a:cubicBezTo>
                    <a:pt x="557" y="345"/>
                    <a:pt x="557" y="348"/>
                    <a:pt x="557" y="348"/>
                  </a:cubicBezTo>
                  <a:cubicBezTo>
                    <a:pt x="557" y="348"/>
                    <a:pt x="557" y="348"/>
                    <a:pt x="557" y="348"/>
                  </a:cubicBezTo>
                  <a:close/>
                  <a:moveTo>
                    <a:pt x="558" y="361"/>
                  </a:moveTo>
                  <a:cubicBezTo>
                    <a:pt x="558" y="362"/>
                    <a:pt x="558" y="362"/>
                    <a:pt x="558" y="362"/>
                  </a:cubicBezTo>
                  <a:cubicBezTo>
                    <a:pt x="558" y="362"/>
                    <a:pt x="558" y="362"/>
                    <a:pt x="558" y="362"/>
                  </a:cubicBezTo>
                  <a:cubicBezTo>
                    <a:pt x="558" y="362"/>
                    <a:pt x="559" y="362"/>
                    <a:pt x="559" y="363"/>
                  </a:cubicBezTo>
                  <a:cubicBezTo>
                    <a:pt x="559" y="362"/>
                    <a:pt x="559" y="362"/>
                    <a:pt x="558" y="361"/>
                  </a:cubicBezTo>
                  <a:close/>
                  <a:moveTo>
                    <a:pt x="561" y="365"/>
                  </a:moveTo>
                  <a:cubicBezTo>
                    <a:pt x="562" y="365"/>
                    <a:pt x="562" y="364"/>
                    <a:pt x="563" y="364"/>
                  </a:cubicBezTo>
                  <a:cubicBezTo>
                    <a:pt x="563" y="363"/>
                    <a:pt x="563" y="363"/>
                    <a:pt x="563" y="363"/>
                  </a:cubicBezTo>
                  <a:cubicBezTo>
                    <a:pt x="562" y="364"/>
                    <a:pt x="562" y="365"/>
                    <a:pt x="562" y="366"/>
                  </a:cubicBezTo>
                  <a:cubicBezTo>
                    <a:pt x="562" y="367"/>
                    <a:pt x="563" y="369"/>
                    <a:pt x="563" y="370"/>
                  </a:cubicBezTo>
                  <a:cubicBezTo>
                    <a:pt x="563" y="369"/>
                    <a:pt x="562" y="368"/>
                    <a:pt x="561" y="366"/>
                  </a:cubicBezTo>
                  <a:cubicBezTo>
                    <a:pt x="561" y="365"/>
                    <a:pt x="560" y="365"/>
                    <a:pt x="560" y="364"/>
                  </a:cubicBezTo>
                  <a:cubicBezTo>
                    <a:pt x="560" y="365"/>
                    <a:pt x="561" y="365"/>
                    <a:pt x="561" y="365"/>
                  </a:cubicBezTo>
                  <a:close/>
                  <a:moveTo>
                    <a:pt x="565" y="374"/>
                  </a:moveTo>
                  <a:cubicBezTo>
                    <a:pt x="565" y="374"/>
                    <a:pt x="565" y="374"/>
                    <a:pt x="565" y="374"/>
                  </a:cubicBezTo>
                  <a:cubicBezTo>
                    <a:pt x="565" y="374"/>
                    <a:pt x="565" y="374"/>
                    <a:pt x="565" y="374"/>
                  </a:cubicBezTo>
                  <a:cubicBezTo>
                    <a:pt x="565" y="376"/>
                    <a:pt x="565" y="377"/>
                    <a:pt x="565" y="379"/>
                  </a:cubicBezTo>
                  <a:cubicBezTo>
                    <a:pt x="565" y="377"/>
                    <a:pt x="565" y="376"/>
                    <a:pt x="565" y="374"/>
                  </a:cubicBezTo>
                  <a:close/>
                  <a:moveTo>
                    <a:pt x="564" y="399"/>
                  </a:moveTo>
                  <a:cubicBezTo>
                    <a:pt x="564" y="398"/>
                    <a:pt x="564" y="397"/>
                    <a:pt x="565" y="396"/>
                  </a:cubicBezTo>
                  <a:cubicBezTo>
                    <a:pt x="565" y="394"/>
                    <a:pt x="565" y="392"/>
                    <a:pt x="565" y="391"/>
                  </a:cubicBezTo>
                  <a:cubicBezTo>
                    <a:pt x="565" y="392"/>
                    <a:pt x="565" y="394"/>
                    <a:pt x="565" y="396"/>
                  </a:cubicBezTo>
                  <a:cubicBezTo>
                    <a:pt x="565" y="396"/>
                    <a:pt x="565" y="399"/>
                    <a:pt x="565" y="401"/>
                  </a:cubicBezTo>
                  <a:cubicBezTo>
                    <a:pt x="565" y="400"/>
                    <a:pt x="564" y="399"/>
                    <a:pt x="564" y="399"/>
                  </a:cubicBezTo>
                  <a:close/>
                  <a:moveTo>
                    <a:pt x="590" y="332"/>
                  </a:moveTo>
                  <a:cubicBezTo>
                    <a:pt x="590" y="333"/>
                    <a:pt x="590" y="334"/>
                    <a:pt x="591" y="334"/>
                  </a:cubicBezTo>
                  <a:cubicBezTo>
                    <a:pt x="590" y="334"/>
                    <a:pt x="590" y="333"/>
                    <a:pt x="590" y="332"/>
                  </a:cubicBezTo>
                  <a:close/>
                  <a:moveTo>
                    <a:pt x="591" y="335"/>
                  </a:moveTo>
                  <a:cubicBezTo>
                    <a:pt x="591" y="336"/>
                    <a:pt x="591" y="338"/>
                    <a:pt x="592" y="339"/>
                  </a:cubicBezTo>
                  <a:cubicBezTo>
                    <a:pt x="592" y="339"/>
                    <a:pt x="592" y="339"/>
                    <a:pt x="592" y="339"/>
                  </a:cubicBezTo>
                  <a:cubicBezTo>
                    <a:pt x="591" y="338"/>
                    <a:pt x="591" y="336"/>
                    <a:pt x="591" y="335"/>
                  </a:cubicBezTo>
                  <a:close/>
                  <a:moveTo>
                    <a:pt x="603" y="392"/>
                  </a:moveTo>
                  <a:cubicBezTo>
                    <a:pt x="603" y="392"/>
                    <a:pt x="603" y="390"/>
                    <a:pt x="603" y="390"/>
                  </a:cubicBezTo>
                  <a:cubicBezTo>
                    <a:pt x="603" y="390"/>
                    <a:pt x="603" y="393"/>
                    <a:pt x="603" y="393"/>
                  </a:cubicBezTo>
                  <a:cubicBezTo>
                    <a:pt x="603" y="393"/>
                    <a:pt x="603" y="392"/>
                    <a:pt x="603" y="392"/>
                  </a:cubicBezTo>
                  <a:close/>
                  <a:moveTo>
                    <a:pt x="622" y="273"/>
                  </a:moveTo>
                  <a:cubicBezTo>
                    <a:pt x="622" y="273"/>
                    <a:pt x="622" y="273"/>
                    <a:pt x="622" y="273"/>
                  </a:cubicBezTo>
                  <a:cubicBezTo>
                    <a:pt x="622" y="273"/>
                    <a:pt x="622" y="274"/>
                    <a:pt x="622" y="274"/>
                  </a:cubicBezTo>
                  <a:cubicBezTo>
                    <a:pt x="622" y="274"/>
                    <a:pt x="622" y="273"/>
                    <a:pt x="622" y="273"/>
                  </a:cubicBezTo>
                  <a:close/>
                  <a:moveTo>
                    <a:pt x="623" y="282"/>
                  </a:moveTo>
                  <a:cubicBezTo>
                    <a:pt x="623" y="282"/>
                    <a:pt x="623" y="282"/>
                    <a:pt x="623" y="282"/>
                  </a:cubicBezTo>
                  <a:cubicBezTo>
                    <a:pt x="623" y="282"/>
                    <a:pt x="623" y="282"/>
                    <a:pt x="623" y="282"/>
                  </a:cubicBezTo>
                  <a:close/>
                  <a:moveTo>
                    <a:pt x="623" y="284"/>
                  </a:moveTo>
                  <a:cubicBezTo>
                    <a:pt x="623" y="285"/>
                    <a:pt x="624" y="286"/>
                    <a:pt x="624" y="286"/>
                  </a:cubicBezTo>
                  <a:cubicBezTo>
                    <a:pt x="624" y="286"/>
                    <a:pt x="623" y="285"/>
                    <a:pt x="623" y="284"/>
                  </a:cubicBezTo>
                  <a:close/>
                  <a:moveTo>
                    <a:pt x="626" y="290"/>
                  </a:moveTo>
                  <a:cubicBezTo>
                    <a:pt x="625" y="289"/>
                    <a:pt x="625" y="288"/>
                    <a:pt x="624" y="287"/>
                  </a:cubicBezTo>
                  <a:cubicBezTo>
                    <a:pt x="625" y="288"/>
                    <a:pt x="625" y="289"/>
                    <a:pt x="626" y="290"/>
                  </a:cubicBezTo>
                  <a:cubicBezTo>
                    <a:pt x="626" y="290"/>
                    <a:pt x="626" y="290"/>
                    <a:pt x="626" y="290"/>
                  </a:cubicBezTo>
                  <a:close/>
                  <a:moveTo>
                    <a:pt x="644" y="223"/>
                  </a:moveTo>
                  <a:cubicBezTo>
                    <a:pt x="644" y="223"/>
                    <a:pt x="644" y="223"/>
                    <a:pt x="644" y="223"/>
                  </a:cubicBezTo>
                  <a:cubicBezTo>
                    <a:pt x="644" y="223"/>
                    <a:pt x="644" y="223"/>
                    <a:pt x="644" y="223"/>
                  </a:cubicBezTo>
                  <a:close/>
                  <a:moveTo>
                    <a:pt x="637" y="261"/>
                  </a:moveTo>
                  <a:cubicBezTo>
                    <a:pt x="637" y="261"/>
                    <a:pt x="637" y="261"/>
                    <a:pt x="637" y="261"/>
                  </a:cubicBezTo>
                  <a:cubicBezTo>
                    <a:pt x="637" y="261"/>
                    <a:pt x="637" y="261"/>
                    <a:pt x="637" y="261"/>
                  </a:cubicBezTo>
                  <a:cubicBezTo>
                    <a:pt x="637" y="264"/>
                    <a:pt x="638" y="267"/>
                    <a:pt x="638" y="270"/>
                  </a:cubicBezTo>
                  <a:cubicBezTo>
                    <a:pt x="638" y="267"/>
                    <a:pt x="637" y="264"/>
                    <a:pt x="637" y="261"/>
                  </a:cubicBezTo>
                  <a:close/>
                  <a:moveTo>
                    <a:pt x="635" y="284"/>
                  </a:moveTo>
                  <a:cubicBezTo>
                    <a:pt x="635" y="284"/>
                    <a:pt x="635" y="284"/>
                    <a:pt x="635" y="285"/>
                  </a:cubicBezTo>
                  <a:cubicBezTo>
                    <a:pt x="635" y="284"/>
                    <a:pt x="635" y="284"/>
                    <a:pt x="635" y="284"/>
                  </a:cubicBezTo>
                  <a:close/>
                  <a:moveTo>
                    <a:pt x="633" y="296"/>
                  </a:moveTo>
                  <a:cubicBezTo>
                    <a:pt x="634" y="295"/>
                    <a:pt x="634" y="295"/>
                    <a:pt x="634" y="294"/>
                  </a:cubicBezTo>
                  <a:cubicBezTo>
                    <a:pt x="634" y="294"/>
                    <a:pt x="634" y="294"/>
                    <a:pt x="634" y="294"/>
                  </a:cubicBezTo>
                  <a:cubicBezTo>
                    <a:pt x="634" y="293"/>
                    <a:pt x="634" y="293"/>
                    <a:pt x="634" y="292"/>
                  </a:cubicBezTo>
                  <a:cubicBezTo>
                    <a:pt x="634" y="295"/>
                    <a:pt x="635" y="299"/>
                    <a:pt x="636" y="304"/>
                  </a:cubicBezTo>
                  <a:cubicBezTo>
                    <a:pt x="636" y="304"/>
                    <a:pt x="636" y="304"/>
                    <a:pt x="636" y="304"/>
                  </a:cubicBezTo>
                  <a:cubicBezTo>
                    <a:pt x="636" y="304"/>
                    <a:pt x="636" y="304"/>
                    <a:pt x="636" y="304"/>
                  </a:cubicBezTo>
                  <a:cubicBezTo>
                    <a:pt x="636" y="302"/>
                    <a:pt x="635" y="300"/>
                    <a:pt x="634" y="299"/>
                  </a:cubicBezTo>
                  <a:cubicBezTo>
                    <a:pt x="633" y="297"/>
                    <a:pt x="631" y="295"/>
                    <a:pt x="630" y="294"/>
                  </a:cubicBezTo>
                  <a:cubicBezTo>
                    <a:pt x="630" y="294"/>
                    <a:pt x="632" y="295"/>
                    <a:pt x="632" y="295"/>
                  </a:cubicBezTo>
                  <a:cubicBezTo>
                    <a:pt x="632" y="296"/>
                    <a:pt x="633" y="296"/>
                    <a:pt x="633" y="296"/>
                  </a:cubicBezTo>
                  <a:close/>
                  <a:moveTo>
                    <a:pt x="637" y="311"/>
                  </a:moveTo>
                  <a:cubicBezTo>
                    <a:pt x="637" y="311"/>
                    <a:pt x="637" y="311"/>
                    <a:pt x="637" y="311"/>
                  </a:cubicBezTo>
                  <a:cubicBezTo>
                    <a:pt x="637" y="311"/>
                    <a:pt x="638" y="315"/>
                    <a:pt x="638" y="317"/>
                  </a:cubicBezTo>
                  <a:cubicBezTo>
                    <a:pt x="638" y="315"/>
                    <a:pt x="637" y="311"/>
                    <a:pt x="637" y="311"/>
                  </a:cubicBezTo>
                  <a:close/>
                  <a:moveTo>
                    <a:pt x="641" y="338"/>
                  </a:moveTo>
                  <a:cubicBezTo>
                    <a:pt x="639" y="333"/>
                    <a:pt x="639" y="328"/>
                    <a:pt x="638" y="323"/>
                  </a:cubicBezTo>
                  <a:cubicBezTo>
                    <a:pt x="639" y="328"/>
                    <a:pt x="639" y="333"/>
                    <a:pt x="641" y="338"/>
                  </a:cubicBezTo>
                  <a:cubicBezTo>
                    <a:pt x="641" y="338"/>
                    <a:pt x="642" y="340"/>
                    <a:pt x="642" y="341"/>
                  </a:cubicBezTo>
                  <a:cubicBezTo>
                    <a:pt x="642" y="340"/>
                    <a:pt x="641" y="338"/>
                    <a:pt x="641" y="338"/>
                  </a:cubicBezTo>
                  <a:close/>
                  <a:moveTo>
                    <a:pt x="547" y="422"/>
                  </a:moveTo>
                  <a:cubicBezTo>
                    <a:pt x="547" y="423"/>
                    <a:pt x="546" y="423"/>
                    <a:pt x="546" y="424"/>
                  </a:cubicBezTo>
                  <a:cubicBezTo>
                    <a:pt x="546" y="424"/>
                    <a:pt x="545" y="423"/>
                    <a:pt x="545" y="423"/>
                  </a:cubicBezTo>
                  <a:cubicBezTo>
                    <a:pt x="545" y="423"/>
                    <a:pt x="545" y="423"/>
                    <a:pt x="545" y="422"/>
                  </a:cubicBezTo>
                  <a:cubicBezTo>
                    <a:pt x="545" y="422"/>
                    <a:pt x="545" y="422"/>
                    <a:pt x="545" y="422"/>
                  </a:cubicBezTo>
                  <a:cubicBezTo>
                    <a:pt x="546" y="422"/>
                    <a:pt x="547" y="422"/>
                    <a:pt x="547" y="422"/>
                  </a:cubicBezTo>
                  <a:close/>
                  <a:moveTo>
                    <a:pt x="569" y="402"/>
                  </a:moveTo>
                  <a:cubicBezTo>
                    <a:pt x="568" y="403"/>
                    <a:pt x="568" y="403"/>
                    <a:pt x="568" y="403"/>
                  </a:cubicBezTo>
                  <a:cubicBezTo>
                    <a:pt x="568" y="403"/>
                    <a:pt x="568" y="402"/>
                    <a:pt x="569" y="402"/>
                  </a:cubicBezTo>
                  <a:close/>
                  <a:moveTo>
                    <a:pt x="658" y="239"/>
                  </a:moveTo>
                  <a:cubicBezTo>
                    <a:pt x="658" y="239"/>
                    <a:pt x="657" y="238"/>
                    <a:pt x="657" y="237"/>
                  </a:cubicBezTo>
                  <a:cubicBezTo>
                    <a:pt x="657" y="238"/>
                    <a:pt x="658" y="239"/>
                    <a:pt x="658" y="239"/>
                  </a:cubicBezTo>
                  <a:cubicBezTo>
                    <a:pt x="659" y="241"/>
                    <a:pt x="661" y="244"/>
                    <a:pt x="663" y="247"/>
                  </a:cubicBezTo>
                  <a:cubicBezTo>
                    <a:pt x="661" y="244"/>
                    <a:pt x="659" y="241"/>
                    <a:pt x="658" y="239"/>
                  </a:cubicBezTo>
                  <a:close/>
                  <a:moveTo>
                    <a:pt x="654" y="202"/>
                  </a:moveTo>
                  <a:cubicBezTo>
                    <a:pt x="654" y="202"/>
                    <a:pt x="654" y="202"/>
                    <a:pt x="654" y="202"/>
                  </a:cubicBezTo>
                  <a:cubicBezTo>
                    <a:pt x="655" y="204"/>
                    <a:pt x="655" y="206"/>
                    <a:pt x="655" y="208"/>
                  </a:cubicBezTo>
                  <a:cubicBezTo>
                    <a:pt x="655" y="208"/>
                    <a:pt x="655" y="208"/>
                    <a:pt x="655" y="208"/>
                  </a:cubicBezTo>
                  <a:cubicBezTo>
                    <a:pt x="655" y="206"/>
                    <a:pt x="655" y="204"/>
                    <a:pt x="654" y="202"/>
                  </a:cubicBezTo>
                  <a:close/>
                  <a:moveTo>
                    <a:pt x="655" y="215"/>
                  </a:moveTo>
                  <a:cubicBezTo>
                    <a:pt x="655" y="214"/>
                    <a:pt x="655" y="214"/>
                    <a:pt x="655" y="214"/>
                  </a:cubicBezTo>
                  <a:cubicBezTo>
                    <a:pt x="655" y="215"/>
                    <a:pt x="655" y="215"/>
                    <a:pt x="655" y="216"/>
                  </a:cubicBezTo>
                  <a:cubicBezTo>
                    <a:pt x="655" y="215"/>
                    <a:pt x="655" y="215"/>
                    <a:pt x="655" y="215"/>
                  </a:cubicBezTo>
                  <a:close/>
                  <a:moveTo>
                    <a:pt x="663" y="233"/>
                  </a:moveTo>
                  <a:cubicBezTo>
                    <a:pt x="664" y="234"/>
                    <a:pt x="664" y="234"/>
                    <a:pt x="664" y="234"/>
                  </a:cubicBezTo>
                  <a:cubicBezTo>
                    <a:pt x="664" y="234"/>
                    <a:pt x="664" y="234"/>
                    <a:pt x="663" y="233"/>
                  </a:cubicBezTo>
                  <a:close/>
                  <a:moveTo>
                    <a:pt x="666" y="238"/>
                  </a:moveTo>
                  <a:cubicBezTo>
                    <a:pt x="666" y="238"/>
                    <a:pt x="666" y="238"/>
                    <a:pt x="666" y="238"/>
                  </a:cubicBezTo>
                  <a:cubicBezTo>
                    <a:pt x="666" y="238"/>
                    <a:pt x="666" y="238"/>
                    <a:pt x="666" y="238"/>
                  </a:cubicBezTo>
                  <a:close/>
                  <a:moveTo>
                    <a:pt x="667" y="240"/>
                  </a:moveTo>
                  <a:cubicBezTo>
                    <a:pt x="667" y="241"/>
                    <a:pt x="667" y="241"/>
                    <a:pt x="667" y="242"/>
                  </a:cubicBezTo>
                  <a:cubicBezTo>
                    <a:pt x="667" y="241"/>
                    <a:pt x="667" y="241"/>
                    <a:pt x="667" y="240"/>
                  </a:cubicBezTo>
                  <a:close/>
                  <a:moveTo>
                    <a:pt x="668" y="243"/>
                  </a:moveTo>
                  <a:cubicBezTo>
                    <a:pt x="668" y="244"/>
                    <a:pt x="668" y="245"/>
                    <a:pt x="668" y="246"/>
                  </a:cubicBezTo>
                  <a:cubicBezTo>
                    <a:pt x="668" y="246"/>
                    <a:pt x="668" y="246"/>
                    <a:pt x="668" y="246"/>
                  </a:cubicBezTo>
                  <a:cubicBezTo>
                    <a:pt x="668" y="245"/>
                    <a:pt x="668" y="244"/>
                    <a:pt x="668" y="243"/>
                  </a:cubicBezTo>
                  <a:close/>
                  <a:moveTo>
                    <a:pt x="668" y="258"/>
                  </a:moveTo>
                  <a:cubicBezTo>
                    <a:pt x="667" y="255"/>
                    <a:pt x="666" y="251"/>
                    <a:pt x="664" y="248"/>
                  </a:cubicBezTo>
                  <a:cubicBezTo>
                    <a:pt x="664" y="249"/>
                    <a:pt x="665" y="250"/>
                    <a:pt x="665" y="251"/>
                  </a:cubicBezTo>
                  <a:cubicBezTo>
                    <a:pt x="666" y="251"/>
                    <a:pt x="666" y="252"/>
                    <a:pt x="667" y="252"/>
                  </a:cubicBezTo>
                  <a:cubicBezTo>
                    <a:pt x="668" y="251"/>
                    <a:pt x="668" y="251"/>
                    <a:pt x="668" y="250"/>
                  </a:cubicBezTo>
                  <a:cubicBezTo>
                    <a:pt x="668" y="250"/>
                    <a:pt x="668" y="251"/>
                    <a:pt x="668" y="251"/>
                  </a:cubicBezTo>
                  <a:cubicBezTo>
                    <a:pt x="668" y="251"/>
                    <a:pt x="668" y="258"/>
                    <a:pt x="668" y="258"/>
                  </a:cubicBezTo>
                  <a:cubicBezTo>
                    <a:pt x="668" y="258"/>
                    <a:pt x="669" y="260"/>
                    <a:pt x="669" y="260"/>
                  </a:cubicBezTo>
                  <a:cubicBezTo>
                    <a:pt x="669" y="260"/>
                    <a:pt x="669" y="260"/>
                    <a:pt x="669" y="260"/>
                  </a:cubicBezTo>
                  <a:cubicBezTo>
                    <a:pt x="669" y="260"/>
                    <a:pt x="669" y="261"/>
                    <a:pt x="669" y="261"/>
                  </a:cubicBezTo>
                  <a:cubicBezTo>
                    <a:pt x="669" y="261"/>
                    <a:pt x="668" y="258"/>
                    <a:pt x="668" y="258"/>
                  </a:cubicBezTo>
                  <a:close/>
                  <a:moveTo>
                    <a:pt x="695" y="221"/>
                  </a:moveTo>
                  <a:cubicBezTo>
                    <a:pt x="695" y="221"/>
                    <a:pt x="695" y="220"/>
                    <a:pt x="695" y="219"/>
                  </a:cubicBezTo>
                  <a:cubicBezTo>
                    <a:pt x="695" y="219"/>
                    <a:pt x="695" y="221"/>
                    <a:pt x="695" y="221"/>
                  </a:cubicBezTo>
                  <a:cubicBezTo>
                    <a:pt x="695" y="221"/>
                    <a:pt x="695" y="221"/>
                    <a:pt x="695" y="221"/>
                  </a:cubicBezTo>
                  <a:close/>
                  <a:moveTo>
                    <a:pt x="694" y="253"/>
                  </a:moveTo>
                  <a:cubicBezTo>
                    <a:pt x="694" y="253"/>
                    <a:pt x="694" y="253"/>
                    <a:pt x="694" y="253"/>
                  </a:cubicBezTo>
                  <a:cubicBezTo>
                    <a:pt x="694" y="253"/>
                    <a:pt x="694" y="253"/>
                    <a:pt x="694" y="253"/>
                  </a:cubicBezTo>
                  <a:cubicBezTo>
                    <a:pt x="694" y="253"/>
                    <a:pt x="694" y="253"/>
                    <a:pt x="694" y="253"/>
                  </a:cubicBezTo>
                  <a:close/>
                  <a:moveTo>
                    <a:pt x="671" y="266"/>
                  </a:moveTo>
                  <a:cubicBezTo>
                    <a:pt x="672" y="267"/>
                    <a:pt x="673" y="268"/>
                    <a:pt x="673" y="268"/>
                  </a:cubicBezTo>
                  <a:cubicBezTo>
                    <a:pt x="673" y="268"/>
                    <a:pt x="672" y="267"/>
                    <a:pt x="671" y="266"/>
                  </a:cubicBezTo>
                  <a:close/>
                  <a:moveTo>
                    <a:pt x="682" y="286"/>
                  </a:moveTo>
                  <a:cubicBezTo>
                    <a:pt x="682" y="282"/>
                    <a:pt x="680" y="279"/>
                    <a:pt x="678" y="275"/>
                  </a:cubicBezTo>
                  <a:cubicBezTo>
                    <a:pt x="678" y="275"/>
                    <a:pt x="678" y="275"/>
                    <a:pt x="678" y="275"/>
                  </a:cubicBezTo>
                  <a:cubicBezTo>
                    <a:pt x="680" y="279"/>
                    <a:pt x="682" y="282"/>
                    <a:pt x="682" y="286"/>
                  </a:cubicBezTo>
                  <a:cubicBezTo>
                    <a:pt x="682" y="287"/>
                    <a:pt x="682" y="287"/>
                    <a:pt x="681" y="288"/>
                  </a:cubicBezTo>
                  <a:cubicBezTo>
                    <a:pt x="681" y="289"/>
                    <a:pt x="681" y="289"/>
                    <a:pt x="681" y="289"/>
                  </a:cubicBezTo>
                  <a:cubicBezTo>
                    <a:pt x="682" y="288"/>
                    <a:pt x="682" y="287"/>
                    <a:pt x="682" y="286"/>
                  </a:cubicBezTo>
                  <a:close/>
                  <a:moveTo>
                    <a:pt x="681" y="292"/>
                  </a:moveTo>
                  <a:cubicBezTo>
                    <a:pt x="681" y="292"/>
                    <a:pt x="681" y="291"/>
                    <a:pt x="681" y="291"/>
                  </a:cubicBezTo>
                  <a:cubicBezTo>
                    <a:pt x="681" y="291"/>
                    <a:pt x="681" y="292"/>
                    <a:pt x="681" y="292"/>
                  </a:cubicBezTo>
                  <a:cubicBezTo>
                    <a:pt x="681" y="292"/>
                    <a:pt x="681" y="292"/>
                    <a:pt x="681" y="292"/>
                  </a:cubicBezTo>
                  <a:close/>
                  <a:moveTo>
                    <a:pt x="682" y="302"/>
                  </a:moveTo>
                  <a:cubicBezTo>
                    <a:pt x="681" y="300"/>
                    <a:pt x="680" y="298"/>
                    <a:pt x="680" y="296"/>
                  </a:cubicBezTo>
                  <a:cubicBezTo>
                    <a:pt x="680" y="295"/>
                    <a:pt x="680" y="294"/>
                    <a:pt x="681" y="292"/>
                  </a:cubicBezTo>
                  <a:cubicBezTo>
                    <a:pt x="680" y="293"/>
                    <a:pt x="680" y="295"/>
                    <a:pt x="680" y="296"/>
                  </a:cubicBezTo>
                  <a:cubicBezTo>
                    <a:pt x="680" y="298"/>
                    <a:pt x="681" y="300"/>
                    <a:pt x="682" y="302"/>
                  </a:cubicBezTo>
                  <a:close/>
                  <a:moveTo>
                    <a:pt x="688" y="311"/>
                  </a:moveTo>
                  <a:cubicBezTo>
                    <a:pt x="688" y="311"/>
                    <a:pt x="688" y="311"/>
                    <a:pt x="688" y="311"/>
                  </a:cubicBezTo>
                  <a:cubicBezTo>
                    <a:pt x="688" y="311"/>
                    <a:pt x="688" y="311"/>
                    <a:pt x="688" y="311"/>
                  </a:cubicBezTo>
                  <a:close/>
                  <a:moveTo>
                    <a:pt x="691" y="325"/>
                  </a:moveTo>
                  <a:cubicBezTo>
                    <a:pt x="691" y="324"/>
                    <a:pt x="691" y="323"/>
                    <a:pt x="691" y="322"/>
                  </a:cubicBezTo>
                  <a:cubicBezTo>
                    <a:pt x="691" y="321"/>
                    <a:pt x="691" y="320"/>
                    <a:pt x="691" y="319"/>
                  </a:cubicBezTo>
                  <a:cubicBezTo>
                    <a:pt x="691" y="318"/>
                    <a:pt x="691" y="317"/>
                    <a:pt x="690" y="316"/>
                  </a:cubicBezTo>
                  <a:cubicBezTo>
                    <a:pt x="691" y="317"/>
                    <a:pt x="691" y="318"/>
                    <a:pt x="691" y="319"/>
                  </a:cubicBezTo>
                  <a:cubicBezTo>
                    <a:pt x="691" y="320"/>
                    <a:pt x="691" y="321"/>
                    <a:pt x="691" y="322"/>
                  </a:cubicBezTo>
                  <a:cubicBezTo>
                    <a:pt x="691" y="322"/>
                    <a:pt x="691" y="328"/>
                    <a:pt x="691" y="328"/>
                  </a:cubicBezTo>
                  <a:cubicBezTo>
                    <a:pt x="691" y="327"/>
                    <a:pt x="691" y="326"/>
                    <a:pt x="691" y="325"/>
                  </a:cubicBezTo>
                  <a:close/>
                  <a:moveTo>
                    <a:pt x="696" y="339"/>
                  </a:moveTo>
                  <a:cubicBezTo>
                    <a:pt x="695" y="338"/>
                    <a:pt x="694" y="336"/>
                    <a:pt x="693" y="334"/>
                  </a:cubicBezTo>
                  <a:cubicBezTo>
                    <a:pt x="694" y="336"/>
                    <a:pt x="695" y="338"/>
                    <a:pt x="696" y="339"/>
                  </a:cubicBezTo>
                  <a:cubicBezTo>
                    <a:pt x="696" y="339"/>
                    <a:pt x="697" y="340"/>
                    <a:pt x="697" y="341"/>
                  </a:cubicBezTo>
                  <a:cubicBezTo>
                    <a:pt x="697" y="340"/>
                    <a:pt x="696" y="339"/>
                    <a:pt x="696" y="339"/>
                  </a:cubicBezTo>
                  <a:close/>
                  <a:moveTo>
                    <a:pt x="700" y="257"/>
                  </a:moveTo>
                  <a:cubicBezTo>
                    <a:pt x="700" y="258"/>
                    <a:pt x="701" y="258"/>
                    <a:pt x="701" y="258"/>
                  </a:cubicBezTo>
                  <a:cubicBezTo>
                    <a:pt x="701" y="258"/>
                    <a:pt x="700" y="258"/>
                    <a:pt x="700" y="257"/>
                  </a:cubicBezTo>
                  <a:close/>
                  <a:moveTo>
                    <a:pt x="702" y="242"/>
                  </a:moveTo>
                  <a:cubicBezTo>
                    <a:pt x="700" y="240"/>
                    <a:pt x="699" y="238"/>
                    <a:pt x="698" y="236"/>
                  </a:cubicBezTo>
                  <a:cubicBezTo>
                    <a:pt x="699" y="238"/>
                    <a:pt x="700" y="240"/>
                    <a:pt x="702" y="242"/>
                  </a:cubicBezTo>
                  <a:cubicBezTo>
                    <a:pt x="702" y="242"/>
                    <a:pt x="702" y="243"/>
                    <a:pt x="703" y="243"/>
                  </a:cubicBezTo>
                  <a:cubicBezTo>
                    <a:pt x="702" y="243"/>
                    <a:pt x="702" y="242"/>
                    <a:pt x="702" y="242"/>
                  </a:cubicBezTo>
                  <a:close/>
                  <a:moveTo>
                    <a:pt x="704" y="245"/>
                  </a:moveTo>
                  <a:cubicBezTo>
                    <a:pt x="706" y="249"/>
                    <a:pt x="707" y="252"/>
                    <a:pt x="707" y="255"/>
                  </a:cubicBezTo>
                  <a:cubicBezTo>
                    <a:pt x="707" y="252"/>
                    <a:pt x="706" y="249"/>
                    <a:pt x="704" y="245"/>
                  </a:cubicBezTo>
                  <a:close/>
                  <a:moveTo>
                    <a:pt x="707" y="263"/>
                  </a:moveTo>
                  <a:cubicBezTo>
                    <a:pt x="707" y="263"/>
                    <a:pt x="708" y="262"/>
                    <a:pt x="708" y="262"/>
                  </a:cubicBezTo>
                  <a:cubicBezTo>
                    <a:pt x="708" y="262"/>
                    <a:pt x="707" y="258"/>
                    <a:pt x="707" y="258"/>
                  </a:cubicBezTo>
                  <a:cubicBezTo>
                    <a:pt x="707" y="258"/>
                    <a:pt x="708" y="267"/>
                    <a:pt x="708" y="267"/>
                  </a:cubicBezTo>
                  <a:cubicBezTo>
                    <a:pt x="709" y="268"/>
                    <a:pt x="709" y="268"/>
                    <a:pt x="709" y="269"/>
                  </a:cubicBezTo>
                  <a:cubicBezTo>
                    <a:pt x="709" y="269"/>
                    <a:pt x="709" y="269"/>
                    <a:pt x="709" y="269"/>
                  </a:cubicBezTo>
                  <a:cubicBezTo>
                    <a:pt x="707" y="266"/>
                    <a:pt x="706" y="264"/>
                    <a:pt x="704" y="262"/>
                  </a:cubicBezTo>
                  <a:cubicBezTo>
                    <a:pt x="705" y="262"/>
                    <a:pt x="705" y="263"/>
                    <a:pt x="705" y="263"/>
                  </a:cubicBezTo>
                  <a:cubicBezTo>
                    <a:pt x="705" y="263"/>
                    <a:pt x="706" y="263"/>
                    <a:pt x="707" y="263"/>
                  </a:cubicBezTo>
                  <a:close/>
                  <a:moveTo>
                    <a:pt x="712" y="274"/>
                  </a:moveTo>
                  <a:cubicBezTo>
                    <a:pt x="713" y="275"/>
                    <a:pt x="713" y="275"/>
                    <a:pt x="713" y="275"/>
                  </a:cubicBezTo>
                  <a:cubicBezTo>
                    <a:pt x="713" y="275"/>
                    <a:pt x="713" y="275"/>
                    <a:pt x="712" y="274"/>
                  </a:cubicBezTo>
                  <a:close/>
                  <a:moveTo>
                    <a:pt x="726" y="301"/>
                  </a:moveTo>
                  <a:cubicBezTo>
                    <a:pt x="726" y="301"/>
                    <a:pt x="726" y="301"/>
                    <a:pt x="726" y="301"/>
                  </a:cubicBezTo>
                  <a:cubicBezTo>
                    <a:pt x="726" y="301"/>
                    <a:pt x="726" y="301"/>
                    <a:pt x="726" y="301"/>
                  </a:cubicBezTo>
                  <a:cubicBezTo>
                    <a:pt x="726" y="301"/>
                    <a:pt x="726" y="301"/>
                    <a:pt x="726" y="301"/>
                  </a:cubicBezTo>
                  <a:close/>
                  <a:moveTo>
                    <a:pt x="727" y="303"/>
                  </a:moveTo>
                  <a:cubicBezTo>
                    <a:pt x="727" y="304"/>
                    <a:pt x="727" y="305"/>
                    <a:pt x="727" y="306"/>
                  </a:cubicBezTo>
                  <a:cubicBezTo>
                    <a:pt x="727" y="305"/>
                    <a:pt x="727" y="304"/>
                    <a:pt x="727" y="303"/>
                  </a:cubicBezTo>
                  <a:close/>
                  <a:moveTo>
                    <a:pt x="727" y="310"/>
                  </a:moveTo>
                  <a:cubicBezTo>
                    <a:pt x="727" y="310"/>
                    <a:pt x="727" y="310"/>
                    <a:pt x="727" y="309"/>
                  </a:cubicBezTo>
                  <a:cubicBezTo>
                    <a:pt x="727" y="310"/>
                    <a:pt x="727" y="310"/>
                    <a:pt x="727" y="310"/>
                  </a:cubicBezTo>
                  <a:cubicBezTo>
                    <a:pt x="728" y="314"/>
                    <a:pt x="729" y="317"/>
                    <a:pt x="729" y="320"/>
                  </a:cubicBezTo>
                  <a:cubicBezTo>
                    <a:pt x="729" y="317"/>
                    <a:pt x="728" y="314"/>
                    <a:pt x="727" y="310"/>
                  </a:cubicBezTo>
                  <a:close/>
                  <a:moveTo>
                    <a:pt x="730" y="331"/>
                  </a:moveTo>
                  <a:cubicBezTo>
                    <a:pt x="730" y="331"/>
                    <a:pt x="730" y="330"/>
                    <a:pt x="730" y="330"/>
                  </a:cubicBezTo>
                  <a:cubicBezTo>
                    <a:pt x="730" y="331"/>
                    <a:pt x="730" y="331"/>
                    <a:pt x="730" y="331"/>
                  </a:cubicBezTo>
                  <a:cubicBezTo>
                    <a:pt x="730" y="334"/>
                    <a:pt x="731" y="336"/>
                    <a:pt x="731" y="338"/>
                  </a:cubicBezTo>
                  <a:cubicBezTo>
                    <a:pt x="731" y="336"/>
                    <a:pt x="730" y="334"/>
                    <a:pt x="730" y="331"/>
                  </a:cubicBezTo>
                  <a:close/>
                  <a:moveTo>
                    <a:pt x="786" y="225"/>
                  </a:moveTo>
                  <a:cubicBezTo>
                    <a:pt x="786" y="225"/>
                    <a:pt x="786" y="226"/>
                    <a:pt x="786" y="226"/>
                  </a:cubicBezTo>
                  <a:cubicBezTo>
                    <a:pt x="786" y="226"/>
                    <a:pt x="786" y="227"/>
                    <a:pt x="786" y="227"/>
                  </a:cubicBezTo>
                  <a:cubicBezTo>
                    <a:pt x="786" y="227"/>
                    <a:pt x="786" y="226"/>
                    <a:pt x="786" y="225"/>
                  </a:cubicBezTo>
                  <a:close/>
                  <a:moveTo>
                    <a:pt x="793" y="309"/>
                  </a:moveTo>
                  <a:cubicBezTo>
                    <a:pt x="793" y="314"/>
                    <a:pt x="793" y="318"/>
                    <a:pt x="793" y="318"/>
                  </a:cubicBezTo>
                  <a:cubicBezTo>
                    <a:pt x="794" y="327"/>
                    <a:pt x="797" y="332"/>
                    <a:pt x="799" y="335"/>
                  </a:cubicBezTo>
                  <a:cubicBezTo>
                    <a:pt x="799" y="336"/>
                    <a:pt x="799" y="336"/>
                    <a:pt x="799" y="336"/>
                  </a:cubicBezTo>
                  <a:cubicBezTo>
                    <a:pt x="799" y="337"/>
                    <a:pt x="799" y="337"/>
                    <a:pt x="799" y="337"/>
                  </a:cubicBezTo>
                  <a:cubicBezTo>
                    <a:pt x="799" y="338"/>
                    <a:pt x="799" y="338"/>
                    <a:pt x="799" y="338"/>
                  </a:cubicBezTo>
                  <a:cubicBezTo>
                    <a:pt x="798" y="340"/>
                    <a:pt x="793" y="341"/>
                    <a:pt x="790" y="342"/>
                  </a:cubicBezTo>
                  <a:cubicBezTo>
                    <a:pt x="785" y="343"/>
                    <a:pt x="785" y="343"/>
                    <a:pt x="785" y="343"/>
                  </a:cubicBezTo>
                  <a:cubicBezTo>
                    <a:pt x="771" y="349"/>
                    <a:pt x="763" y="351"/>
                    <a:pt x="753" y="351"/>
                  </a:cubicBezTo>
                  <a:cubicBezTo>
                    <a:pt x="783" y="341"/>
                    <a:pt x="792" y="334"/>
                    <a:pt x="793" y="309"/>
                  </a:cubicBezTo>
                  <a:close/>
                  <a:moveTo>
                    <a:pt x="68" y="85"/>
                  </a:moveTo>
                  <a:cubicBezTo>
                    <a:pt x="68" y="85"/>
                    <a:pt x="68" y="85"/>
                    <a:pt x="68" y="85"/>
                  </a:cubicBezTo>
                  <a:cubicBezTo>
                    <a:pt x="68" y="85"/>
                    <a:pt x="70" y="86"/>
                    <a:pt x="73" y="87"/>
                  </a:cubicBezTo>
                  <a:cubicBezTo>
                    <a:pt x="70" y="86"/>
                    <a:pt x="68" y="85"/>
                    <a:pt x="68" y="85"/>
                  </a:cubicBezTo>
                  <a:close/>
                  <a:moveTo>
                    <a:pt x="105" y="101"/>
                  </a:moveTo>
                  <a:cubicBezTo>
                    <a:pt x="105" y="101"/>
                    <a:pt x="105" y="101"/>
                    <a:pt x="105" y="101"/>
                  </a:cubicBezTo>
                  <a:cubicBezTo>
                    <a:pt x="113" y="105"/>
                    <a:pt x="120" y="109"/>
                    <a:pt x="122" y="113"/>
                  </a:cubicBezTo>
                  <a:cubicBezTo>
                    <a:pt x="122" y="113"/>
                    <a:pt x="122" y="113"/>
                    <a:pt x="122" y="113"/>
                  </a:cubicBezTo>
                  <a:cubicBezTo>
                    <a:pt x="120" y="109"/>
                    <a:pt x="112" y="105"/>
                    <a:pt x="105" y="101"/>
                  </a:cubicBezTo>
                  <a:close/>
                  <a:moveTo>
                    <a:pt x="122" y="113"/>
                  </a:moveTo>
                  <a:cubicBezTo>
                    <a:pt x="125" y="117"/>
                    <a:pt x="126" y="119"/>
                    <a:pt x="128" y="119"/>
                  </a:cubicBezTo>
                  <a:cubicBezTo>
                    <a:pt x="127" y="119"/>
                    <a:pt x="126" y="119"/>
                    <a:pt x="126" y="120"/>
                  </a:cubicBezTo>
                  <a:cubicBezTo>
                    <a:pt x="125" y="120"/>
                    <a:pt x="125" y="121"/>
                    <a:pt x="125" y="121"/>
                  </a:cubicBezTo>
                  <a:cubicBezTo>
                    <a:pt x="124" y="118"/>
                    <a:pt x="123" y="116"/>
                    <a:pt x="122" y="113"/>
                  </a:cubicBezTo>
                  <a:close/>
                  <a:moveTo>
                    <a:pt x="885" y="88"/>
                  </a:moveTo>
                  <a:cubicBezTo>
                    <a:pt x="890" y="85"/>
                    <a:pt x="890" y="85"/>
                    <a:pt x="890" y="85"/>
                  </a:cubicBezTo>
                  <a:cubicBezTo>
                    <a:pt x="904" y="77"/>
                    <a:pt x="912" y="64"/>
                    <a:pt x="921" y="51"/>
                  </a:cubicBezTo>
                  <a:cubicBezTo>
                    <a:pt x="923" y="48"/>
                    <a:pt x="923" y="48"/>
                    <a:pt x="923" y="48"/>
                  </a:cubicBezTo>
                  <a:cubicBezTo>
                    <a:pt x="925" y="45"/>
                    <a:pt x="928" y="40"/>
                    <a:pt x="933" y="39"/>
                  </a:cubicBezTo>
                  <a:cubicBezTo>
                    <a:pt x="935" y="39"/>
                    <a:pt x="937" y="36"/>
                    <a:pt x="937" y="34"/>
                  </a:cubicBezTo>
                  <a:cubicBezTo>
                    <a:pt x="937" y="34"/>
                    <a:pt x="937" y="34"/>
                    <a:pt x="937" y="34"/>
                  </a:cubicBezTo>
                  <a:cubicBezTo>
                    <a:pt x="937" y="34"/>
                    <a:pt x="937" y="34"/>
                    <a:pt x="937" y="34"/>
                  </a:cubicBezTo>
                  <a:cubicBezTo>
                    <a:pt x="937" y="36"/>
                    <a:pt x="937" y="38"/>
                    <a:pt x="938" y="39"/>
                  </a:cubicBezTo>
                  <a:cubicBezTo>
                    <a:pt x="939" y="40"/>
                    <a:pt x="939" y="40"/>
                    <a:pt x="939" y="40"/>
                  </a:cubicBezTo>
                  <a:cubicBezTo>
                    <a:pt x="941" y="41"/>
                    <a:pt x="944" y="45"/>
                    <a:pt x="945" y="47"/>
                  </a:cubicBezTo>
                  <a:cubicBezTo>
                    <a:pt x="947" y="50"/>
                    <a:pt x="947" y="50"/>
                    <a:pt x="947" y="50"/>
                  </a:cubicBezTo>
                  <a:cubicBezTo>
                    <a:pt x="948" y="50"/>
                    <a:pt x="948" y="50"/>
                    <a:pt x="948" y="50"/>
                  </a:cubicBezTo>
                  <a:cubicBezTo>
                    <a:pt x="952" y="56"/>
                    <a:pt x="952" y="56"/>
                    <a:pt x="952" y="56"/>
                  </a:cubicBezTo>
                  <a:cubicBezTo>
                    <a:pt x="955" y="60"/>
                    <a:pt x="959" y="64"/>
                    <a:pt x="961" y="69"/>
                  </a:cubicBezTo>
                  <a:cubicBezTo>
                    <a:pt x="966" y="78"/>
                    <a:pt x="969" y="87"/>
                    <a:pt x="973" y="100"/>
                  </a:cubicBezTo>
                  <a:cubicBezTo>
                    <a:pt x="973" y="100"/>
                    <a:pt x="973" y="100"/>
                    <a:pt x="973" y="100"/>
                  </a:cubicBezTo>
                  <a:cubicBezTo>
                    <a:pt x="975" y="111"/>
                    <a:pt x="978" y="125"/>
                    <a:pt x="978" y="139"/>
                  </a:cubicBezTo>
                  <a:cubicBezTo>
                    <a:pt x="978" y="144"/>
                    <a:pt x="978" y="150"/>
                    <a:pt x="977" y="155"/>
                  </a:cubicBezTo>
                  <a:cubicBezTo>
                    <a:pt x="975" y="163"/>
                    <a:pt x="975" y="170"/>
                    <a:pt x="975" y="178"/>
                  </a:cubicBezTo>
                  <a:cubicBezTo>
                    <a:pt x="974" y="196"/>
                    <a:pt x="974" y="196"/>
                    <a:pt x="974" y="196"/>
                  </a:cubicBezTo>
                  <a:cubicBezTo>
                    <a:pt x="973" y="199"/>
                    <a:pt x="970" y="202"/>
                    <a:pt x="967" y="206"/>
                  </a:cubicBezTo>
                  <a:cubicBezTo>
                    <a:pt x="964" y="209"/>
                    <a:pt x="962" y="211"/>
                    <a:pt x="961" y="214"/>
                  </a:cubicBezTo>
                  <a:cubicBezTo>
                    <a:pt x="960" y="215"/>
                    <a:pt x="960" y="217"/>
                    <a:pt x="960" y="218"/>
                  </a:cubicBezTo>
                  <a:cubicBezTo>
                    <a:pt x="960" y="221"/>
                    <a:pt x="961" y="224"/>
                    <a:pt x="963" y="227"/>
                  </a:cubicBezTo>
                  <a:cubicBezTo>
                    <a:pt x="963" y="227"/>
                    <a:pt x="965" y="233"/>
                    <a:pt x="965" y="233"/>
                  </a:cubicBezTo>
                  <a:cubicBezTo>
                    <a:pt x="968" y="243"/>
                    <a:pt x="968" y="243"/>
                    <a:pt x="968" y="243"/>
                  </a:cubicBezTo>
                  <a:cubicBezTo>
                    <a:pt x="971" y="254"/>
                    <a:pt x="971" y="254"/>
                    <a:pt x="971" y="254"/>
                  </a:cubicBezTo>
                  <a:cubicBezTo>
                    <a:pt x="972" y="257"/>
                    <a:pt x="974" y="264"/>
                    <a:pt x="974" y="269"/>
                  </a:cubicBezTo>
                  <a:cubicBezTo>
                    <a:pt x="974" y="271"/>
                    <a:pt x="974" y="272"/>
                    <a:pt x="974" y="273"/>
                  </a:cubicBezTo>
                  <a:cubicBezTo>
                    <a:pt x="974" y="288"/>
                    <a:pt x="974" y="288"/>
                    <a:pt x="974" y="288"/>
                  </a:cubicBezTo>
                  <a:cubicBezTo>
                    <a:pt x="974" y="289"/>
                    <a:pt x="973" y="290"/>
                    <a:pt x="973" y="291"/>
                  </a:cubicBezTo>
                  <a:cubicBezTo>
                    <a:pt x="973" y="293"/>
                    <a:pt x="974" y="296"/>
                    <a:pt x="974" y="298"/>
                  </a:cubicBezTo>
                  <a:cubicBezTo>
                    <a:pt x="974" y="302"/>
                    <a:pt x="974" y="306"/>
                    <a:pt x="974" y="311"/>
                  </a:cubicBezTo>
                  <a:cubicBezTo>
                    <a:pt x="974" y="324"/>
                    <a:pt x="972" y="340"/>
                    <a:pt x="958" y="349"/>
                  </a:cubicBezTo>
                  <a:cubicBezTo>
                    <a:pt x="954" y="351"/>
                    <a:pt x="949" y="353"/>
                    <a:pt x="944" y="354"/>
                  </a:cubicBezTo>
                  <a:cubicBezTo>
                    <a:pt x="943" y="354"/>
                    <a:pt x="942" y="355"/>
                    <a:pt x="942" y="356"/>
                  </a:cubicBezTo>
                  <a:cubicBezTo>
                    <a:pt x="942" y="357"/>
                    <a:pt x="942" y="357"/>
                    <a:pt x="942" y="357"/>
                  </a:cubicBezTo>
                  <a:cubicBezTo>
                    <a:pt x="942" y="358"/>
                    <a:pt x="943" y="360"/>
                    <a:pt x="944" y="360"/>
                  </a:cubicBezTo>
                  <a:cubicBezTo>
                    <a:pt x="954" y="367"/>
                    <a:pt x="959" y="377"/>
                    <a:pt x="961" y="391"/>
                  </a:cubicBezTo>
                  <a:cubicBezTo>
                    <a:pt x="961" y="392"/>
                    <a:pt x="961" y="394"/>
                    <a:pt x="961" y="395"/>
                  </a:cubicBezTo>
                  <a:cubicBezTo>
                    <a:pt x="961" y="398"/>
                    <a:pt x="961" y="400"/>
                    <a:pt x="961" y="402"/>
                  </a:cubicBezTo>
                  <a:cubicBezTo>
                    <a:pt x="960" y="408"/>
                    <a:pt x="960" y="408"/>
                    <a:pt x="960" y="408"/>
                  </a:cubicBezTo>
                  <a:cubicBezTo>
                    <a:pt x="960" y="413"/>
                    <a:pt x="959" y="418"/>
                    <a:pt x="957" y="423"/>
                  </a:cubicBezTo>
                  <a:cubicBezTo>
                    <a:pt x="959" y="416"/>
                    <a:pt x="959" y="411"/>
                    <a:pt x="959" y="408"/>
                  </a:cubicBezTo>
                  <a:cubicBezTo>
                    <a:pt x="960" y="402"/>
                    <a:pt x="960" y="402"/>
                    <a:pt x="960" y="402"/>
                  </a:cubicBezTo>
                  <a:cubicBezTo>
                    <a:pt x="960" y="400"/>
                    <a:pt x="960" y="398"/>
                    <a:pt x="960" y="395"/>
                  </a:cubicBezTo>
                  <a:cubicBezTo>
                    <a:pt x="960" y="394"/>
                    <a:pt x="960" y="392"/>
                    <a:pt x="960" y="391"/>
                  </a:cubicBezTo>
                  <a:cubicBezTo>
                    <a:pt x="958" y="375"/>
                    <a:pt x="951" y="365"/>
                    <a:pt x="938" y="358"/>
                  </a:cubicBezTo>
                  <a:cubicBezTo>
                    <a:pt x="933" y="355"/>
                    <a:pt x="926" y="355"/>
                    <a:pt x="919" y="356"/>
                  </a:cubicBezTo>
                  <a:cubicBezTo>
                    <a:pt x="914" y="356"/>
                    <a:pt x="909" y="356"/>
                    <a:pt x="906" y="355"/>
                  </a:cubicBezTo>
                  <a:cubicBezTo>
                    <a:pt x="898" y="353"/>
                    <a:pt x="898" y="353"/>
                    <a:pt x="898" y="353"/>
                  </a:cubicBezTo>
                  <a:cubicBezTo>
                    <a:pt x="884" y="350"/>
                    <a:pt x="875" y="348"/>
                    <a:pt x="857" y="346"/>
                  </a:cubicBezTo>
                  <a:cubicBezTo>
                    <a:pt x="849" y="345"/>
                    <a:pt x="849" y="345"/>
                    <a:pt x="849" y="345"/>
                  </a:cubicBezTo>
                  <a:cubicBezTo>
                    <a:pt x="825" y="342"/>
                    <a:pt x="811" y="340"/>
                    <a:pt x="784" y="351"/>
                  </a:cubicBezTo>
                  <a:cubicBezTo>
                    <a:pt x="769" y="357"/>
                    <a:pt x="760" y="357"/>
                    <a:pt x="749" y="357"/>
                  </a:cubicBezTo>
                  <a:cubicBezTo>
                    <a:pt x="744" y="357"/>
                    <a:pt x="738" y="357"/>
                    <a:pt x="731" y="359"/>
                  </a:cubicBezTo>
                  <a:cubicBezTo>
                    <a:pt x="720" y="360"/>
                    <a:pt x="720" y="360"/>
                    <a:pt x="720" y="360"/>
                  </a:cubicBezTo>
                  <a:cubicBezTo>
                    <a:pt x="706" y="363"/>
                    <a:pt x="688" y="371"/>
                    <a:pt x="681" y="374"/>
                  </a:cubicBezTo>
                  <a:cubicBezTo>
                    <a:pt x="677" y="376"/>
                    <a:pt x="677" y="376"/>
                    <a:pt x="677" y="376"/>
                  </a:cubicBezTo>
                  <a:cubicBezTo>
                    <a:pt x="664" y="383"/>
                    <a:pt x="649" y="390"/>
                    <a:pt x="628" y="396"/>
                  </a:cubicBezTo>
                  <a:cubicBezTo>
                    <a:pt x="608" y="403"/>
                    <a:pt x="595" y="406"/>
                    <a:pt x="586" y="408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67" y="412"/>
                    <a:pt x="565" y="413"/>
                    <a:pt x="557" y="427"/>
                  </a:cubicBezTo>
                  <a:cubicBezTo>
                    <a:pt x="552" y="437"/>
                    <a:pt x="551" y="446"/>
                    <a:pt x="552" y="458"/>
                  </a:cubicBezTo>
                  <a:cubicBezTo>
                    <a:pt x="552" y="459"/>
                    <a:pt x="552" y="460"/>
                    <a:pt x="552" y="460"/>
                  </a:cubicBezTo>
                  <a:cubicBezTo>
                    <a:pt x="552" y="461"/>
                    <a:pt x="552" y="461"/>
                    <a:pt x="551" y="462"/>
                  </a:cubicBezTo>
                  <a:cubicBezTo>
                    <a:pt x="549" y="463"/>
                    <a:pt x="545" y="464"/>
                    <a:pt x="542" y="463"/>
                  </a:cubicBezTo>
                  <a:cubicBezTo>
                    <a:pt x="538" y="463"/>
                    <a:pt x="535" y="461"/>
                    <a:pt x="533" y="459"/>
                  </a:cubicBezTo>
                  <a:cubicBezTo>
                    <a:pt x="533" y="459"/>
                    <a:pt x="532" y="458"/>
                    <a:pt x="533" y="457"/>
                  </a:cubicBezTo>
                  <a:cubicBezTo>
                    <a:pt x="533" y="457"/>
                    <a:pt x="533" y="457"/>
                    <a:pt x="533" y="457"/>
                  </a:cubicBezTo>
                  <a:cubicBezTo>
                    <a:pt x="533" y="457"/>
                    <a:pt x="533" y="456"/>
                    <a:pt x="533" y="456"/>
                  </a:cubicBezTo>
                  <a:cubicBezTo>
                    <a:pt x="532" y="440"/>
                    <a:pt x="532" y="440"/>
                    <a:pt x="532" y="440"/>
                  </a:cubicBezTo>
                  <a:cubicBezTo>
                    <a:pt x="532" y="437"/>
                    <a:pt x="532" y="437"/>
                    <a:pt x="532" y="437"/>
                  </a:cubicBezTo>
                  <a:cubicBezTo>
                    <a:pt x="531" y="426"/>
                    <a:pt x="530" y="410"/>
                    <a:pt x="501" y="410"/>
                  </a:cubicBezTo>
                  <a:cubicBezTo>
                    <a:pt x="501" y="410"/>
                    <a:pt x="488" y="411"/>
                    <a:pt x="488" y="411"/>
                  </a:cubicBezTo>
                  <a:cubicBezTo>
                    <a:pt x="488" y="411"/>
                    <a:pt x="485" y="411"/>
                    <a:pt x="485" y="411"/>
                  </a:cubicBezTo>
                  <a:cubicBezTo>
                    <a:pt x="470" y="414"/>
                    <a:pt x="469" y="423"/>
                    <a:pt x="469" y="436"/>
                  </a:cubicBezTo>
                  <a:cubicBezTo>
                    <a:pt x="469" y="448"/>
                    <a:pt x="469" y="448"/>
                    <a:pt x="469" y="448"/>
                  </a:cubicBezTo>
                  <a:cubicBezTo>
                    <a:pt x="469" y="456"/>
                    <a:pt x="469" y="456"/>
                    <a:pt x="469" y="456"/>
                  </a:cubicBezTo>
                  <a:cubicBezTo>
                    <a:pt x="469" y="457"/>
                    <a:pt x="469" y="457"/>
                    <a:pt x="469" y="457"/>
                  </a:cubicBezTo>
                  <a:cubicBezTo>
                    <a:pt x="470" y="458"/>
                    <a:pt x="470" y="458"/>
                    <a:pt x="470" y="458"/>
                  </a:cubicBezTo>
                  <a:cubicBezTo>
                    <a:pt x="470" y="459"/>
                    <a:pt x="470" y="459"/>
                    <a:pt x="469" y="460"/>
                  </a:cubicBezTo>
                  <a:cubicBezTo>
                    <a:pt x="467" y="462"/>
                    <a:pt x="464" y="464"/>
                    <a:pt x="461" y="464"/>
                  </a:cubicBezTo>
                  <a:cubicBezTo>
                    <a:pt x="457" y="465"/>
                    <a:pt x="453" y="464"/>
                    <a:pt x="451" y="463"/>
                  </a:cubicBezTo>
                  <a:cubicBezTo>
                    <a:pt x="451" y="462"/>
                    <a:pt x="450" y="461"/>
                    <a:pt x="450" y="461"/>
                  </a:cubicBezTo>
                  <a:cubicBezTo>
                    <a:pt x="450" y="460"/>
                    <a:pt x="450" y="460"/>
                    <a:pt x="451" y="459"/>
                  </a:cubicBezTo>
                  <a:cubicBezTo>
                    <a:pt x="451" y="459"/>
                    <a:pt x="451" y="458"/>
                    <a:pt x="451" y="458"/>
                  </a:cubicBezTo>
                  <a:cubicBezTo>
                    <a:pt x="450" y="447"/>
                    <a:pt x="449" y="444"/>
                    <a:pt x="447" y="435"/>
                  </a:cubicBezTo>
                  <a:cubicBezTo>
                    <a:pt x="442" y="416"/>
                    <a:pt x="435" y="413"/>
                    <a:pt x="416" y="408"/>
                  </a:cubicBezTo>
                  <a:cubicBezTo>
                    <a:pt x="406" y="406"/>
                    <a:pt x="392" y="402"/>
                    <a:pt x="374" y="396"/>
                  </a:cubicBezTo>
                  <a:cubicBezTo>
                    <a:pt x="351" y="389"/>
                    <a:pt x="335" y="381"/>
                    <a:pt x="320" y="374"/>
                  </a:cubicBezTo>
                  <a:cubicBezTo>
                    <a:pt x="311" y="369"/>
                    <a:pt x="311" y="369"/>
                    <a:pt x="311" y="369"/>
                  </a:cubicBezTo>
                  <a:cubicBezTo>
                    <a:pt x="305" y="366"/>
                    <a:pt x="300" y="364"/>
                    <a:pt x="294" y="362"/>
                  </a:cubicBezTo>
                  <a:cubicBezTo>
                    <a:pt x="286" y="360"/>
                    <a:pt x="280" y="360"/>
                    <a:pt x="271" y="360"/>
                  </a:cubicBezTo>
                  <a:cubicBezTo>
                    <a:pt x="258" y="360"/>
                    <a:pt x="237" y="360"/>
                    <a:pt x="217" y="352"/>
                  </a:cubicBezTo>
                  <a:cubicBezTo>
                    <a:pt x="199" y="344"/>
                    <a:pt x="188" y="342"/>
                    <a:pt x="175" y="340"/>
                  </a:cubicBezTo>
                  <a:cubicBezTo>
                    <a:pt x="167" y="339"/>
                    <a:pt x="167" y="339"/>
                    <a:pt x="167" y="339"/>
                  </a:cubicBezTo>
                  <a:cubicBezTo>
                    <a:pt x="161" y="338"/>
                    <a:pt x="154" y="337"/>
                    <a:pt x="146" y="334"/>
                  </a:cubicBezTo>
                  <a:cubicBezTo>
                    <a:pt x="143" y="333"/>
                    <a:pt x="138" y="332"/>
                    <a:pt x="134" y="330"/>
                  </a:cubicBezTo>
                  <a:cubicBezTo>
                    <a:pt x="126" y="326"/>
                    <a:pt x="126" y="326"/>
                    <a:pt x="126" y="326"/>
                  </a:cubicBezTo>
                  <a:cubicBezTo>
                    <a:pt x="110" y="320"/>
                    <a:pt x="87" y="312"/>
                    <a:pt x="67" y="314"/>
                  </a:cubicBezTo>
                  <a:cubicBezTo>
                    <a:pt x="53" y="315"/>
                    <a:pt x="42" y="319"/>
                    <a:pt x="33" y="333"/>
                  </a:cubicBezTo>
                  <a:cubicBezTo>
                    <a:pt x="29" y="343"/>
                    <a:pt x="27" y="351"/>
                    <a:pt x="27" y="360"/>
                  </a:cubicBezTo>
                  <a:cubicBezTo>
                    <a:pt x="27" y="363"/>
                    <a:pt x="28" y="368"/>
                    <a:pt x="28" y="372"/>
                  </a:cubicBezTo>
                  <a:cubicBezTo>
                    <a:pt x="27" y="366"/>
                    <a:pt x="27" y="361"/>
                    <a:pt x="27" y="356"/>
                  </a:cubicBezTo>
                  <a:cubicBezTo>
                    <a:pt x="27" y="348"/>
                    <a:pt x="28" y="340"/>
                    <a:pt x="33" y="331"/>
                  </a:cubicBezTo>
                  <a:cubicBezTo>
                    <a:pt x="39" y="320"/>
                    <a:pt x="47" y="315"/>
                    <a:pt x="58" y="312"/>
                  </a:cubicBezTo>
                  <a:cubicBezTo>
                    <a:pt x="60" y="312"/>
                    <a:pt x="61" y="311"/>
                    <a:pt x="61" y="310"/>
                  </a:cubicBezTo>
                  <a:cubicBezTo>
                    <a:pt x="61" y="310"/>
                    <a:pt x="61" y="310"/>
                    <a:pt x="61" y="310"/>
                  </a:cubicBezTo>
                  <a:cubicBezTo>
                    <a:pt x="61" y="308"/>
                    <a:pt x="58" y="308"/>
                    <a:pt x="56" y="308"/>
                  </a:cubicBezTo>
                  <a:cubicBezTo>
                    <a:pt x="36" y="310"/>
                    <a:pt x="23" y="299"/>
                    <a:pt x="16" y="287"/>
                  </a:cubicBezTo>
                  <a:cubicBezTo>
                    <a:pt x="23" y="298"/>
                    <a:pt x="35" y="308"/>
                    <a:pt x="55" y="306"/>
                  </a:cubicBezTo>
                  <a:cubicBezTo>
                    <a:pt x="83" y="303"/>
                    <a:pt x="117" y="316"/>
                    <a:pt x="140" y="325"/>
                  </a:cubicBezTo>
                  <a:cubicBezTo>
                    <a:pt x="159" y="333"/>
                    <a:pt x="168" y="334"/>
                    <a:pt x="180" y="334"/>
                  </a:cubicBezTo>
                  <a:cubicBezTo>
                    <a:pt x="187" y="334"/>
                    <a:pt x="192" y="331"/>
                    <a:pt x="195" y="328"/>
                  </a:cubicBezTo>
                  <a:cubicBezTo>
                    <a:pt x="196" y="327"/>
                    <a:pt x="200" y="325"/>
                    <a:pt x="203" y="322"/>
                  </a:cubicBezTo>
                  <a:cubicBezTo>
                    <a:pt x="203" y="321"/>
                    <a:pt x="203" y="321"/>
                    <a:pt x="203" y="321"/>
                  </a:cubicBezTo>
                  <a:cubicBezTo>
                    <a:pt x="204" y="316"/>
                    <a:pt x="204" y="316"/>
                    <a:pt x="204" y="316"/>
                  </a:cubicBezTo>
                  <a:cubicBezTo>
                    <a:pt x="205" y="308"/>
                    <a:pt x="205" y="301"/>
                    <a:pt x="205" y="294"/>
                  </a:cubicBezTo>
                  <a:cubicBezTo>
                    <a:pt x="206" y="285"/>
                    <a:pt x="207" y="277"/>
                    <a:pt x="210" y="265"/>
                  </a:cubicBezTo>
                  <a:cubicBezTo>
                    <a:pt x="213" y="254"/>
                    <a:pt x="214" y="243"/>
                    <a:pt x="214" y="234"/>
                  </a:cubicBezTo>
                  <a:cubicBezTo>
                    <a:pt x="214" y="228"/>
                    <a:pt x="213" y="224"/>
                    <a:pt x="212" y="221"/>
                  </a:cubicBezTo>
                  <a:cubicBezTo>
                    <a:pt x="212" y="221"/>
                    <a:pt x="213" y="220"/>
                    <a:pt x="213" y="220"/>
                  </a:cubicBezTo>
                  <a:cubicBezTo>
                    <a:pt x="214" y="223"/>
                    <a:pt x="215" y="227"/>
                    <a:pt x="215" y="233"/>
                  </a:cubicBezTo>
                  <a:cubicBezTo>
                    <a:pt x="215" y="243"/>
                    <a:pt x="213" y="255"/>
                    <a:pt x="211" y="266"/>
                  </a:cubicBezTo>
                  <a:cubicBezTo>
                    <a:pt x="208" y="277"/>
                    <a:pt x="207" y="285"/>
                    <a:pt x="206" y="294"/>
                  </a:cubicBezTo>
                  <a:cubicBezTo>
                    <a:pt x="206" y="301"/>
                    <a:pt x="206" y="308"/>
                    <a:pt x="205" y="317"/>
                  </a:cubicBezTo>
                  <a:cubicBezTo>
                    <a:pt x="204" y="325"/>
                    <a:pt x="202" y="330"/>
                    <a:pt x="200" y="333"/>
                  </a:cubicBezTo>
                  <a:cubicBezTo>
                    <a:pt x="200" y="334"/>
                    <a:pt x="199" y="335"/>
                    <a:pt x="199" y="336"/>
                  </a:cubicBezTo>
                  <a:cubicBezTo>
                    <a:pt x="199" y="340"/>
                    <a:pt x="203" y="343"/>
                    <a:pt x="208" y="346"/>
                  </a:cubicBezTo>
                  <a:cubicBezTo>
                    <a:pt x="208" y="346"/>
                    <a:pt x="218" y="350"/>
                    <a:pt x="218" y="350"/>
                  </a:cubicBezTo>
                  <a:cubicBezTo>
                    <a:pt x="237" y="357"/>
                    <a:pt x="253" y="357"/>
                    <a:pt x="270" y="357"/>
                  </a:cubicBezTo>
                  <a:cubicBezTo>
                    <a:pt x="270" y="357"/>
                    <a:pt x="278" y="357"/>
                    <a:pt x="278" y="357"/>
                  </a:cubicBezTo>
                  <a:cubicBezTo>
                    <a:pt x="279" y="357"/>
                    <a:pt x="279" y="356"/>
                    <a:pt x="279" y="355"/>
                  </a:cubicBezTo>
                  <a:cubicBezTo>
                    <a:pt x="279" y="355"/>
                    <a:pt x="279" y="355"/>
                    <a:pt x="279" y="355"/>
                  </a:cubicBezTo>
                  <a:cubicBezTo>
                    <a:pt x="279" y="355"/>
                    <a:pt x="279" y="354"/>
                    <a:pt x="278" y="354"/>
                  </a:cubicBezTo>
                  <a:cubicBezTo>
                    <a:pt x="271" y="352"/>
                    <a:pt x="264" y="351"/>
                    <a:pt x="256" y="351"/>
                  </a:cubicBezTo>
                  <a:cubicBezTo>
                    <a:pt x="254" y="351"/>
                    <a:pt x="254" y="351"/>
                    <a:pt x="254" y="351"/>
                  </a:cubicBezTo>
                  <a:cubicBezTo>
                    <a:pt x="218" y="349"/>
                    <a:pt x="212" y="349"/>
                    <a:pt x="212" y="320"/>
                  </a:cubicBezTo>
                  <a:cubicBezTo>
                    <a:pt x="212" y="314"/>
                    <a:pt x="212" y="307"/>
                    <a:pt x="213" y="299"/>
                  </a:cubicBezTo>
                  <a:cubicBezTo>
                    <a:pt x="213" y="295"/>
                    <a:pt x="213" y="295"/>
                    <a:pt x="213" y="295"/>
                  </a:cubicBezTo>
                  <a:cubicBezTo>
                    <a:pt x="213" y="277"/>
                    <a:pt x="214" y="274"/>
                    <a:pt x="217" y="262"/>
                  </a:cubicBezTo>
                  <a:cubicBezTo>
                    <a:pt x="219" y="251"/>
                    <a:pt x="219" y="251"/>
                    <a:pt x="219" y="251"/>
                  </a:cubicBezTo>
                  <a:cubicBezTo>
                    <a:pt x="219" y="251"/>
                    <a:pt x="222" y="232"/>
                    <a:pt x="222" y="232"/>
                  </a:cubicBezTo>
                  <a:cubicBezTo>
                    <a:pt x="222" y="225"/>
                    <a:pt x="223" y="219"/>
                    <a:pt x="223" y="214"/>
                  </a:cubicBezTo>
                  <a:cubicBezTo>
                    <a:pt x="223" y="209"/>
                    <a:pt x="222" y="206"/>
                    <a:pt x="222" y="202"/>
                  </a:cubicBezTo>
                  <a:cubicBezTo>
                    <a:pt x="222" y="203"/>
                    <a:pt x="223" y="203"/>
                    <a:pt x="224" y="203"/>
                  </a:cubicBezTo>
                  <a:cubicBezTo>
                    <a:pt x="224" y="203"/>
                    <a:pt x="225" y="203"/>
                    <a:pt x="225" y="202"/>
                  </a:cubicBezTo>
                  <a:cubicBezTo>
                    <a:pt x="226" y="188"/>
                    <a:pt x="227" y="172"/>
                    <a:pt x="228" y="159"/>
                  </a:cubicBezTo>
                  <a:cubicBezTo>
                    <a:pt x="228" y="158"/>
                    <a:pt x="228" y="157"/>
                    <a:pt x="228" y="156"/>
                  </a:cubicBezTo>
                  <a:cubicBezTo>
                    <a:pt x="228" y="181"/>
                    <a:pt x="226" y="223"/>
                    <a:pt x="221" y="252"/>
                  </a:cubicBezTo>
                  <a:cubicBezTo>
                    <a:pt x="218" y="262"/>
                    <a:pt x="218" y="262"/>
                    <a:pt x="218" y="262"/>
                  </a:cubicBezTo>
                  <a:cubicBezTo>
                    <a:pt x="216" y="275"/>
                    <a:pt x="215" y="277"/>
                    <a:pt x="215" y="296"/>
                  </a:cubicBezTo>
                  <a:cubicBezTo>
                    <a:pt x="214" y="302"/>
                    <a:pt x="214" y="302"/>
                    <a:pt x="214" y="302"/>
                  </a:cubicBezTo>
                  <a:cubicBezTo>
                    <a:pt x="214" y="310"/>
                    <a:pt x="214" y="316"/>
                    <a:pt x="214" y="321"/>
                  </a:cubicBezTo>
                  <a:cubicBezTo>
                    <a:pt x="214" y="331"/>
                    <a:pt x="215" y="336"/>
                    <a:pt x="218" y="340"/>
                  </a:cubicBezTo>
                  <a:cubicBezTo>
                    <a:pt x="223" y="346"/>
                    <a:pt x="233" y="347"/>
                    <a:pt x="254" y="348"/>
                  </a:cubicBezTo>
                  <a:cubicBezTo>
                    <a:pt x="256" y="348"/>
                    <a:pt x="256" y="348"/>
                    <a:pt x="256" y="348"/>
                  </a:cubicBezTo>
                  <a:cubicBezTo>
                    <a:pt x="264" y="349"/>
                    <a:pt x="272" y="350"/>
                    <a:pt x="279" y="351"/>
                  </a:cubicBezTo>
                  <a:cubicBezTo>
                    <a:pt x="281" y="352"/>
                    <a:pt x="284" y="352"/>
                    <a:pt x="286" y="349"/>
                  </a:cubicBezTo>
                  <a:cubicBezTo>
                    <a:pt x="286" y="347"/>
                    <a:pt x="286" y="346"/>
                    <a:pt x="287" y="345"/>
                  </a:cubicBezTo>
                  <a:cubicBezTo>
                    <a:pt x="286" y="346"/>
                    <a:pt x="286" y="347"/>
                    <a:pt x="286" y="348"/>
                  </a:cubicBezTo>
                  <a:cubicBezTo>
                    <a:pt x="286" y="348"/>
                    <a:pt x="286" y="349"/>
                    <a:pt x="286" y="350"/>
                  </a:cubicBezTo>
                  <a:cubicBezTo>
                    <a:pt x="286" y="352"/>
                    <a:pt x="287" y="353"/>
                    <a:pt x="288" y="353"/>
                  </a:cubicBezTo>
                  <a:cubicBezTo>
                    <a:pt x="291" y="354"/>
                    <a:pt x="291" y="354"/>
                    <a:pt x="291" y="354"/>
                  </a:cubicBezTo>
                  <a:cubicBezTo>
                    <a:pt x="300" y="357"/>
                    <a:pt x="308" y="361"/>
                    <a:pt x="315" y="364"/>
                  </a:cubicBezTo>
                  <a:cubicBezTo>
                    <a:pt x="316" y="364"/>
                    <a:pt x="316" y="364"/>
                    <a:pt x="318" y="364"/>
                  </a:cubicBezTo>
                  <a:cubicBezTo>
                    <a:pt x="319" y="363"/>
                    <a:pt x="320" y="362"/>
                    <a:pt x="320" y="361"/>
                  </a:cubicBezTo>
                  <a:cubicBezTo>
                    <a:pt x="321" y="359"/>
                    <a:pt x="322" y="357"/>
                    <a:pt x="323" y="355"/>
                  </a:cubicBezTo>
                  <a:cubicBezTo>
                    <a:pt x="322" y="357"/>
                    <a:pt x="321" y="359"/>
                    <a:pt x="320" y="362"/>
                  </a:cubicBezTo>
                  <a:cubicBezTo>
                    <a:pt x="320" y="362"/>
                    <a:pt x="320" y="363"/>
                    <a:pt x="320" y="363"/>
                  </a:cubicBezTo>
                  <a:cubicBezTo>
                    <a:pt x="320" y="365"/>
                    <a:pt x="322" y="367"/>
                    <a:pt x="323" y="367"/>
                  </a:cubicBezTo>
                  <a:cubicBezTo>
                    <a:pt x="323" y="367"/>
                    <a:pt x="323" y="367"/>
                    <a:pt x="323" y="367"/>
                  </a:cubicBezTo>
                  <a:cubicBezTo>
                    <a:pt x="324" y="368"/>
                    <a:pt x="324" y="368"/>
                    <a:pt x="324" y="368"/>
                  </a:cubicBezTo>
                  <a:cubicBezTo>
                    <a:pt x="346" y="378"/>
                    <a:pt x="346" y="378"/>
                    <a:pt x="346" y="378"/>
                  </a:cubicBezTo>
                  <a:cubicBezTo>
                    <a:pt x="347" y="379"/>
                    <a:pt x="348" y="379"/>
                    <a:pt x="348" y="378"/>
                  </a:cubicBezTo>
                  <a:cubicBezTo>
                    <a:pt x="349" y="377"/>
                    <a:pt x="350" y="376"/>
                    <a:pt x="350" y="375"/>
                  </a:cubicBezTo>
                  <a:cubicBezTo>
                    <a:pt x="350" y="375"/>
                    <a:pt x="350" y="375"/>
                    <a:pt x="350" y="375"/>
                  </a:cubicBezTo>
                  <a:cubicBezTo>
                    <a:pt x="350" y="374"/>
                    <a:pt x="350" y="374"/>
                    <a:pt x="350" y="374"/>
                  </a:cubicBezTo>
                  <a:cubicBezTo>
                    <a:pt x="350" y="369"/>
                    <a:pt x="352" y="364"/>
                    <a:pt x="354" y="359"/>
                  </a:cubicBezTo>
                  <a:cubicBezTo>
                    <a:pt x="352" y="364"/>
                    <a:pt x="350" y="369"/>
                    <a:pt x="350" y="374"/>
                  </a:cubicBezTo>
                  <a:cubicBezTo>
                    <a:pt x="350" y="375"/>
                    <a:pt x="350" y="376"/>
                    <a:pt x="351" y="378"/>
                  </a:cubicBezTo>
                  <a:cubicBezTo>
                    <a:pt x="351" y="379"/>
                    <a:pt x="353" y="381"/>
                    <a:pt x="354" y="382"/>
                  </a:cubicBezTo>
                  <a:cubicBezTo>
                    <a:pt x="362" y="385"/>
                    <a:pt x="369" y="388"/>
                    <a:pt x="377" y="390"/>
                  </a:cubicBezTo>
                  <a:cubicBezTo>
                    <a:pt x="393" y="395"/>
                    <a:pt x="393" y="395"/>
                    <a:pt x="393" y="395"/>
                  </a:cubicBezTo>
                  <a:cubicBezTo>
                    <a:pt x="394" y="395"/>
                    <a:pt x="395" y="394"/>
                    <a:pt x="396" y="394"/>
                  </a:cubicBezTo>
                  <a:cubicBezTo>
                    <a:pt x="396" y="394"/>
                    <a:pt x="397" y="393"/>
                    <a:pt x="397" y="392"/>
                  </a:cubicBezTo>
                  <a:cubicBezTo>
                    <a:pt x="397" y="392"/>
                    <a:pt x="397" y="393"/>
                    <a:pt x="397" y="393"/>
                  </a:cubicBezTo>
                  <a:cubicBezTo>
                    <a:pt x="398" y="396"/>
                    <a:pt x="399" y="397"/>
                    <a:pt x="400" y="397"/>
                  </a:cubicBezTo>
                  <a:cubicBezTo>
                    <a:pt x="420" y="402"/>
                    <a:pt x="420" y="402"/>
                    <a:pt x="420" y="402"/>
                  </a:cubicBezTo>
                  <a:cubicBezTo>
                    <a:pt x="420" y="402"/>
                    <a:pt x="428" y="404"/>
                    <a:pt x="428" y="404"/>
                  </a:cubicBezTo>
                  <a:cubicBezTo>
                    <a:pt x="430" y="404"/>
                    <a:pt x="431" y="404"/>
                    <a:pt x="431" y="403"/>
                  </a:cubicBezTo>
                  <a:cubicBezTo>
                    <a:pt x="431" y="403"/>
                    <a:pt x="432" y="402"/>
                    <a:pt x="432" y="401"/>
                  </a:cubicBezTo>
                  <a:cubicBezTo>
                    <a:pt x="432" y="401"/>
                    <a:pt x="432" y="401"/>
                    <a:pt x="431" y="400"/>
                  </a:cubicBezTo>
                  <a:cubicBezTo>
                    <a:pt x="431" y="398"/>
                    <a:pt x="431" y="396"/>
                    <a:pt x="430" y="394"/>
                  </a:cubicBezTo>
                  <a:cubicBezTo>
                    <a:pt x="431" y="397"/>
                    <a:pt x="431" y="400"/>
                    <a:pt x="433" y="403"/>
                  </a:cubicBezTo>
                  <a:cubicBezTo>
                    <a:pt x="433" y="404"/>
                    <a:pt x="435" y="406"/>
                    <a:pt x="436" y="406"/>
                  </a:cubicBezTo>
                  <a:cubicBezTo>
                    <a:pt x="442" y="409"/>
                    <a:pt x="445" y="411"/>
                    <a:pt x="450" y="419"/>
                  </a:cubicBezTo>
                  <a:cubicBezTo>
                    <a:pt x="451" y="420"/>
                    <a:pt x="451" y="420"/>
                    <a:pt x="451" y="420"/>
                  </a:cubicBezTo>
                  <a:cubicBezTo>
                    <a:pt x="453" y="420"/>
                    <a:pt x="453" y="420"/>
                    <a:pt x="453" y="420"/>
                  </a:cubicBezTo>
                  <a:cubicBezTo>
                    <a:pt x="453" y="420"/>
                    <a:pt x="452" y="420"/>
                    <a:pt x="452" y="420"/>
                  </a:cubicBezTo>
                  <a:cubicBezTo>
                    <a:pt x="454" y="421"/>
                    <a:pt x="454" y="421"/>
                    <a:pt x="454" y="421"/>
                  </a:cubicBezTo>
                  <a:cubicBezTo>
                    <a:pt x="456" y="422"/>
                    <a:pt x="459" y="420"/>
                    <a:pt x="460" y="420"/>
                  </a:cubicBezTo>
                  <a:cubicBezTo>
                    <a:pt x="462" y="419"/>
                    <a:pt x="462" y="419"/>
                    <a:pt x="462" y="419"/>
                  </a:cubicBezTo>
                  <a:cubicBezTo>
                    <a:pt x="462" y="418"/>
                    <a:pt x="465" y="415"/>
                    <a:pt x="465" y="415"/>
                  </a:cubicBezTo>
                  <a:cubicBezTo>
                    <a:pt x="465" y="415"/>
                    <a:pt x="473" y="404"/>
                    <a:pt x="473" y="404"/>
                  </a:cubicBezTo>
                  <a:cubicBezTo>
                    <a:pt x="473" y="403"/>
                    <a:pt x="473" y="403"/>
                    <a:pt x="473" y="403"/>
                  </a:cubicBezTo>
                  <a:cubicBezTo>
                    <a:pt x="479" y="393"/>
                    <a:pt x="486" y="382"/>
                    <a:pt x="494" y="381"/>
                  </a:cubicBezTo>
                  <a:cubicBezTo>
                    <a:pt x="494" y="381"/>
                    <a:pt x="495" y="380"/>
                    <a:pt x="495" y="380"/>
                  </a:cubicBezTo>
                  <a:cubicBezTo>
                    <a:pt x="495" y="371"/>
                    <a:pt x="495" y="371"/>
                    <a:pt x="495" y="371"/>
                  </a:cubicBezTo>
                  <a:cubicBezTo>
                    <a:pt x="494" y="353"/>
                    <a:pt x="494" y="353"/>
                    <a:pt x="494" y="353"/>
                  </a:cubicBezTo>
                  <a:cubicBezTo>
                    <a:pt x="494" y="352"/>
                    <a:pt x="494" y="351"/>
                    <a:pt x="494" y="351"/>
                  </a:cubicBezTo>
                  <a:cubicBezTo>
                    <a:pt x="494" y="351"/>
                    <a:pt x="494" y="351"/>
                    <a:pt x="494" y="350"/>
                  </a:cubicBezTo>
                  <a:cubicBezTo>
                    <a:pt x="493" y="326"/>
                    <a:pt x="491" y="309"/>
                    <a:pt x="489" y="294"/>
                  </a:cubicBezTo>
                  <a:cubicBezTo>
                    <a:pt x="489" y="294"/>
                    <a:pt x="489" y="292"/>
                    <a:pt x="489" y="292"/>
                  </a:cubicBezTo>
                  <a:cubicBezTo>
                    <a:pt x="489" y="290"/>
                    <a:pt x="490" y="288"/>
                    <a:pt x="493" y="288"/>
                  </a:cubicBezTo>
                  <a:cubicBezTo>
                    <a:pt x="495" y="288"/>
                    <a:pt x="497" y="290"/>
                    <a:pt x="497" y="292"/>
                  </a:cubicBezTo>
                  <a:cubicBezTo>
                    <a:pt x="497" y="293"/>
                    <a:pt x="497" y="293"/>
                    <a:pt x="497" y="293"/>
                  </a:cubicBezTo>
                  <a:cubicBezTo>
                    <a:pt x="499" y="307"/>
                    <a:pt x="499" y="322"/>
                    <a:pt x="499" y="340"/>
                  </a:cubicBezTo>
                  <a:cubicBezTo>
                    <a:pt x="499" y="351"/>
                    <a:pt x="499" y="351"/>
                    <a:pt x="499" y="351"/>
                  </a:cubicBezTo>
                  <a:cubicBezTo>
                    <a:pt x="499" y="351"/>
                    <a:pt x="499" y="351"/>
                    <a:pt x="499" y="351"/>
                  </a:cubicBezTo>
                  <a:cubicBezTo>
                    <a:pt x="499" y="351"/>
                    <a:pt x="499" y="351"/>
                    <a:pt x="499" y="351"/>
                  </a:cubicBezTo>
                  <a:cubicBezTo>
                    <a:pt x="499" y="351"/>
                    <a:pt x="499" y="352"/>
                    <a:pt x="499" y="352"/>
                  </a:cubicBezTo>
                  <a:cubicBezTo>
                    <a:pt x="500" y="369"/>
                    <a:pt x="500" y="369"/>
                    <a:pt x="500" y="369"/>
                  </a:cubicBezTo>
                  <a:cubicBezTo>
                    <a:pt x="500" y="370"/>
                    <a:pt x="500" y="370"/>
                    <a:pt x="501" y="370"/>
                  </a:cubicBezTo>
                  <a:cubicBezTo>
                    <a:pt x="502" y="370"/>
                    <a:pt x="503" y="370"/>
                    <a:pt x="503" y="369"/>
                  </a:cubicBezTo>
                  <a:cubicBezTo>
                    <a:pt x="503" y="352"/>
                    <a:pt x="503" y="352"/>
                    <a:pt x="503" y="352"/>
                  </a:cubicBezTo>
                  <a:cubicBezTo>
                    <a:pt x="503" y="352"/>
                    <a:pt x="503" y="352"/>
                    <a:pt x="503" y="351"/>
                  </a:cubicBezTo>
                  <a:cubicBezTo>
                    <a:pt x="503" y="351"/>
                    <a:pt x="503" y="351"/>
                    <a:pt x="503" y="351"/>
                  </a:cubicBezTo>
                  <a:cubicBezTo>
                    <a:pt x="503" y="351"/>
                    <a:pt x="503" y="351"/>
                    <a:pt x="503" y="350"/>
                  </a:cubicBezTo>
                  <a:cubicBezTo>
                    <a:pt x="503" y="338"/>
                    <a:pt x="503" y="338"/>
                    <a:pt x="503" y="338"/>
                  </a:cubicBezTo>
                  <a:cubicBezTo>
                    <a:pt x="503" y="322"/>
                    <a:pt x="503" y="307"/>
                    <a:pt x="505" y="294"/>
                  </a:cubicBezTo>
                  <a:cubicBezTo>
                    <a:pt x="505" y="294"/>
                    <a:pt x="505" y="293"/>
                    <a:pt x="505" y="293"/>
                  </a:cubicBezTo>
                  <a:cubicBezTo>
                    <a:pt x="505" y="292"/>
                    <a:pt x="505" y="292"/>
                    <a:pt x="505" y="292"/>
                  </a:cubicBezTo>
                  <a:cubicBezTo>
                    <a:pt x="505" y="290"/>
                    <a:pt x="507" y="288"/>
                    <a:pt x="509" y="288"/>
                  </a:cubicBezTo>
                  <a:cubicBezTo>
                    <a:pt x="511" y="288"/>
                    <a:pt x="513" y="290"/>
                    <a:pt x="513" y="292"/>
                  </a:cubicBezTo>
                  <a:cubicBezTo>
                    <a:pt x="513" y="294"/>
                    <a:pt x="513" y="294"/>
                    <a:pt x="513" y="294"/>
                  </a:cubicBezTo>
                  <a:cubicBezTo>
                    <a:pt x="511" y="310"/>
                    <a:pt x="509" y="327"/>
                    <a:pt x="508" y="350"/>
                  </a:cubicBezTo>
                  <a:cubicBezTo>
                    <a:pt x="508" y="351"/>
                    <a:pt x="509" y="351"/>
                    <a:pt x="509" y="351"/>
                  </a:cubicBezTo>
                  <a:cubicBezTo>
                    <a:pt x="509" y="351"/>
                    <a:pt x="509" y="351"/>
                    <a:pt x="509" y="351"/>
                  </a:cubicBezTo>
                  <a:cubicBezTo>
                    <a:pt x="509" y="351"/>
                    <a:pt x="509" y="352"/>
                    <a:pt x="509" y="352"/>
                  </a:cubicBezTo>
                  <a:cubicBezTo>
                    <a:pt x="508" y="352"/>
                    <a:pt x="508" y="352"/>
                    <a:pt x="508" y="352"/>
                  </a:cubicBezTo>
                  <a:cubicBezTo>
                    <a:pt x="508" y="371"/>
                    <a:pt x="508" y="371"/>
                    <a:pt x="508" y="371"/>
                  </a:cubicBezTo>
                  <a:cubicBezTo>
                    <a:pt x="508" y="380"/>
                    <a:pt x="508" y="380"/>
                    <a:pt x="508" y="380"/>
                  </a:cubicBezTo>
                  <a:cubicBezTo>
                    <a:pt x="508" y="380"/>
                    <a:pt x="508" y="381"/>
                    <a:pt x="509" y="381"/>
                  </a:cubicBezTo>
                  <a:cubicBezTo>
                    <a:pt x="517" y="382"/>
                    <a:pt x="523" y="392"/>
                    <a:pt x="529" y="402"/>
                  </a:cubicBezTo>
                  <a:cubicBezTo>
                    <a:pt x="534" y="408"/>
                    <a:pt x="538" y="415"/>
                    <a:pt x="542" y="417"/>
                  </a:cubicBezTo>
                  <a:cubicBezTo>
                    <a:pt x="543" y="418"/>
                    <a:pt x="545" y="419"/>
                    <a:pt x="548" y="419"/>
                  </a:cubicBezTo>
                  <a:cubicBezTo>
                    <a:pt x="547" y="419"/>
                    <a:pt x="546" y="419"/>
                    <a:pt x="545" y="419"/>
                  </a:cubicBezTo>
                  <a:cubicBezTo>
                    <a:pt x="542" y="419"/>
                    <a:pt x="542" y="419"/>
                    <a:pt x="542" y="419"/>
                  </a:cubicBezTo>
                  <a:cubicBezTo>
                    <a:pt x="542" y="419"/>
                    <a:pt x="541" y="419"/>
                    <a:pt x="541" y="419"/>
                  </a:cubicBezTo>
                  <a:cubicBezTo>
                    <a:pt x="540" y="420"/>
                    <a:pt x="540" y="420"/>
                    <a:pt x="541" y="421"/>
                  </a:cubicBezTo>
                  <a:cubicBezTo>
                    <a:pt x="543" y="424"/>
                    <a:pt x="543" y="424"/>
                    <a:pt x="543" y="424"/>
                  </a:cubicBezTo>
                  <a:cubicBezTo>
                    <a:pt x="544" y="427"/>
                    <a:pt x="545" y="427"/>
                    <a:pt x="546" y="427"/>
                  </a:cubicBezTo>
                  <a:cubicBezTo>
                    <a:pt x="547" y="427"/>
                    <a:pt x="548" y="427"/>
                    <a:pt x="548" y="426"/>
                  </a:cubicBezTo>
                  <a:cubicBezTo>
                    <a:pt x="552" y="418"/>
                    <a:pt x="557" y="412"/>
                    <a:pt x="563" y="408"/>
                  </a:cubicBezTo>
                  <a:cubicBezTo>
                    <a:pt x="564" y="408"/>
                    <a:pt x="565" y="406"/>
                    <a:pt x="565" y="404"/>
                  </a:cubicBezTo>
                  <a:cubicBezTo>
                    <a:pt x="565" y="404"/>
                    <a:pt x="565" y="404"/>
                    <a:pt x="565" y="404"/>
                  </a:cubicBezTo>
                  <a:cubicBezTo>
                    <a:pt x="565" y="403"/>
                    <a:pt x="565" y="403"/>
                    <a:pt x="565" y="403"/>
                  </a:cubicBezTo>
                  <a:cubicBezTo>
                    <a:pt x="565" y="404"/>
                    <a:pt x="566" y="405"/>
                    <a:pt x="567" y="405"/>
                  </a:cubicBezTo>
                  <a:cubicBezTo>
                    <a:pt x="568" y="405"/>
                    <a:pt x="569" y="406"/>
                    <a:pt x="569" y="405"/>
                  </a:cubicBezTo>
                  <a:cubicBezTo>
                    <a:pt x="569" y="405"/>
                    <a:pt x="582" y="402"/>
                    <a:pt x="582" y="402"/>
                  </a:cubicBezTo>
                  <a:cubicBezTo>
                    <a:pt x="599" y="398"/>
                    <a:pt x="599" y="398"/>
                    <a:pt x="599" y="398"/>
                  </a:cubicBezTo>
                  <a:cubicBezTo>
                    <a:pt x="602" y="397"/>
                    <a:pt x="603" y="395"/>
                    <a:pt x="603" y="393"/>
                  </a:cubicBezTo>
                  <a:cubicBezTo>
                    <a:pt x="603" y="393"/>
                    <a:pt x="603" y="393"/>
                    <a:pt x="603" y="393"/>
                  </a:cubicBezTo>
                  <a:cubicBezTo>
                    <a:pt x="603" y="393"/>
                    <a:pt x="603" y="394"/>
                    <a:pt x="604" y="395"/>
                  </a:cubicBezTo>
                  <a:cubicBezTo>
                    <a:pt x="605" y="396"/>
                    <a:pt x="606" y="396"/>
                    <a:pt x="608" y="395"/>
                  </a:cubicBezTo>
                  <a:cubicBezTo>
                    <a:pt x="608" y="395"/>
                    <a:pt x="625" y="390"/>
                    <a:pt x="625" y="390"/>
                  </a:cubicBezTo>
                  <a:cubicBezTo>
                    <a:pt x="634" y="387"/>
                    <a:pt x="641" y="385"/>
                    <a:pt x="649" y="381"/>
                  </a:cubicBezTo>
                  <a:cubicBezTo>
                    <a:pt x="652" y="381"/>
                    <a:pt x="653" y="379"/>
                    <a:pt x="653" y="376"/>
                  </a:cubicBezTo>
                  <a:cubicBezTo>
                    <a:pt x="653" y="376"/>
                    <a:pt x="653" y="376"/>
                    <a:pt x="653" y="376"/>
                  </a:cubicBezTo>
                  <a:cubicBezTo>
                    <a:pt x="652" y="365"/>
                    <a:pt x="648" y="356"/>
                    <a:pt x="645" y="347"/>
                  </a:cubicBezTo>
                  <a:cubicBezTo>
                    <a:pt x="648" y="356"/>
                    <a:pt x="652" y="365"/>
                    <a:pt x="653" y="375"/>
                  </a:cubicBezTo>
                  <a:cubicBezTo>
                    <a:pt x="653" y="376"/>
                    <a:pt x="653" y="378"/>
                    <a:pt x="654" y="378"/>
                  </a:cubicBezTo>
                  <a:cubicBezTo>
                    <a:pt x="655" y="379"/>
                    <a:pt x="656" y="378"/>
                    <a:pt x="657" y="378"/>
                  </a:cubicBezTo>
                  <a:cubicBezTo>
                    <a:pt x="657" y="378"/>
                    <a:pt x="678" y="368"/>
                    <a:pt x="678" y="368"/>
                  </a:cubicBezTo>
                  <a:cubicBezTo>
                    <a:pt x="686" y="364"/>
                    <a:pt x="694" y="361"/>
                    <a:pt x="701" y="358"/>
                  </a:cubicBezTo>
                  <a:cubicBezTo>
                    <a:pt x="701" y="358"/>
                    <a:pt x="701" y="358"/>
                    <a:pt x="701" y="358"/>
                  </a:cubicBezTo>
                  <a:cubicBezTo>
                    <a:pt x="701" y="358"/>
                    <a:pt x="703" y="357"/>
                    <a:pt x="703" y="357"/>
                  </a:cubicBezTo>
                  <a:cubicBezTo>
                    <a:pt x="703" y="353"/>
                    <a:pt x="703" y="353"/>
                    <a:pt x="703" y="353"/>
                  </a:cubicBezTo>
                  <a:cubicBezTo>
                    <a:pt x="703" y="353"/>
                    <a:pt x="700" y="347"/>
                    <a:pt x="700" y="346"/>
                  </a:cubicBezTo>
                  <a:cubicBezTo>
                    <a:pt x="703" y="353"/>
                    <a:pt x="703" y="353"/>
                    <a:pt x="703" y="353"/>
                  </a:cubicBezTo>
                  <a:cubicBezTo>
                    <a:pt x="705" y="357"/>
                    <a:pt x="712" y="355"/>
                    <a:pt x="722" y="353"/>
                  </a:cubicBezTo>
                  <a:cubicBezTo>
                    <a:pt x="725" y="352"/>
                    <a:pt x="725" y="352"/>
                    <a:pt x="725" y="352"/>
                  </a:cubicBezTo>
                  <a:cubicBezTo>
                    <a:pt x="731" y="351"/>
                    <a:pt x="731" y="351"/>
                    <a:pt x="731" y="351"/>
                  </a:cubicBezTo>
                  <a:cubicBezTo>
                    <a:pt x="731" y="350"/>
                    <a:pt x="733" y="349"/>
                    <a:pt x="733" y="349"/>
                  </a:cubicBezTo>
                  <a:cubicBezTo>
                    <a:pt x="733" y="346"/>
                    <a:pt x="733" y="346"/>
                    <a:pt x="733" y="346"/>
                  </a:cubicBezTo>
                  <a:cubicBezTo>
                    <a:pt x="733" y="344"/>
                    <a:pt x="732" y="342"/>
                    <a:pt x="732" y="340"/>
                  </a:cubicBezTo>
                  <a:cubicBezTo>
                    <a:pt x="732" y="342"/>
                    <a:pt x="733" y="344"/>
                    <a:pt x="733" y="346"/>
                  </a:cubicBezTo>
                  <a:cubicBezTo>
                    <a:pt x="733" y="346"/>
                    <a:pt x="735" y="348"/>
                    <a:pt x="735" y="348"/>
                  </a:cubicBezTo>
                  <a:cubicBezTo>
                    <a:pt x="738" y="348"/>
                    <a:pt x="738" y="348"/>
                    <a:pt x="738" y="348"/>
                  </a:cubicBezTo>
                  <a:cubicBezTo>
                    <a:pt x="739" y="348"/>
                    <a:pt x="739" y="348"/>
                    <a:pt x="739" y="348"/>
                  </a:cubicBezTo>
                  <a:cubicBezTo>
                    <a:pt x="759" y="342"/>
                    <a:pt x="770" y="338"/>
                    <a:pt x="777" y="331"/>
                  </a:cubicBezTo>
                  <a:cubicBezTo>
                    <a:pt x="784" y="324"/>
                    <a:pt x="787" y="316"/>
                    <a:pt x="787" y="303"/>
                  </a:cubicBezTo>
                  <a:cubicBezTo>
                    <a:pt x="787" y="300"/>
                    <a:pt x="787" y="297"/>
                    <a:pt x="787" y="294"/>
                  </a:cubicBezTo>
                  <a:cubicBezTo>
                    <a:pt x="787" y="289"/>
                    <a:pt x="787" y="289"/>
                    <a:pt x="787" y="289"/>
                  </a:cubicBezTo>
                  <a:cubicBezTo>
                    <a:pt x="786" y="277"/>
                    <a:pt x="786" y="277"/>
                    <a:pt x="785" y="270"/>
                  </a:cubicBezTo>
                  <a:cubicBezTo>
                    <a:pt x="782" y="258"/>
                    <a:pt x="782" y="258"/>
                    <a:pt x="782" y="258"/>
                  </a:cubicBezTo>
                  <a:cubicBezTo>
                    <a:pt x="780" y="248"/>
                    <a:pt x="776" y="232"/>
                    <a:pt x="772" y="216"/>
                  </a:cubicBezTo>
                  <a:cubicBezTo>
                    <a:pt x="762" y="178"/>
                    <a:pt x="756" y="147"/>
                    <a:pt x="756" y="131"/>
                  </a:cubicBezTo>
                  <a:cubicBezTo>
                    <a:pt x="756" y="131"/>
                    <a:pt x="756" y="131"/>
                    <a:pt x="756" y="131"/>
                  </a:cubicBezTo>
                  <a:cubicBezTo>
                    <a:pt x="756" y="145"/>
                    <a:pt x="762" y="173"/>
                    <a:pt x="773" y="215"/>
                  </a:cubicBezTo>
                  <a:cubicBezTo>
                    <a:pt x="774" y="220"/>
                    <a:pt x="774" y="220"/>
                    <a:pt x="774" y="220"/>
                  </a:cubicBezTo>
                  <a:cubicBezTo>
                    <a:pt x="774" y="221"/>
                    <a:pt x="775" y="221"/>
                    <a:pt x="776" y="221"/>
                  </a:cubicBezTo>
                  <a:cubicBezTo>
                    <a:pt x="776" y="221"/>
                    <a:pt x="777" y="220"/>
                    <a:pt x="777" y="219"/>
                  </a:cubicBezTo>
                  <a:cubicBezTo>
                    <a:pt x="777" y="219"/>
                    <a:pt x="777" y="219"/>
                    <a:pt x="777" y="219"/>
                  </a:cubicBezTo>
                  <a:cubicBezTo>
                    <a:pt x="773" y="198"/>
                    <a:pt x="772" y="182"/>
                    <a:pt x="772" y="172"/>
                  </a:cubicBezTo>
                  <a:cubicBezTo>
                    <a:pt x="772" y="170"/>
                    <a:pt x="772" y="168"/>
                    <a:pt x="772" y="167"/>
                  </a:cubicBezTo>
                  <a:cubicBezTo>
                    <a:pt x="772" y="167"/>
                    <a:pt x="772" y="167"/>
                    <a:pt x="772" y="167"/>
                  </a:cubicBezTo>
                  <a:cubicBezTo>
                    <a:pt x="772" y="167"/>
                    <a:pt x="772" y="167"/>
                    <a:pt x="772" y="167"/>
                  </a:cubicBezTo>
                  <a:cubicBezTo>
                    <a:pt x="772" y="168"/>
                    <a:pt x="772" y="169"/>
                    <a:pt x="772" y="170"/>
                  </a:cubicBezTo>
                  <a:cubicBezTo>
                    <a:pt x="772" y="192"/>
                    <a:pt x="783" y="256"/>
                    <a:pt x="783" y="259"/>
                  </a:cubicBezTo>
                  <a:cubicBezTo>
                    <a:pt x="786" y="270"/>
                    <a:pt x="786" y="270"/>
                    <a:pt x="786" y="270"/>
                  </a:cubicBezTo>
                  <a:cubicBezTo>
                    <a:pt x="786" y="270"/>
                    <a:pt x="787" y="274"/>
                    <a:pt x="787" y="274"/>
                  </a:cubicBezTo>
                  <a:cubicBezTo>
                    <a:pt x="787" y="277"/>
                    <a:pt x="788" y="279"/>
                    <a:pt x="788" y="288"/>
                  </a:cubicBezTo>
                  <a:cubicBezTo>
                    <a:pt x="789" y="291"/>
                    <a:pt x="789" y="293"/>
                    <a:pt x="789" y="294"/>
                  </a:cubicBezTo>
                  <a:cubicBezTo>
                    <a:pt x="789" y="293"/>
                    <a:pt x="789" y="293"/>
                    <a:pt x="789" y="293"/>
                  </a:cubicBezTo>
                  <a:cubicBezTo>
                    <a:pt x="792" y="332"/>
                    <a:pt x="786" y="337"/>
                    <a:pt x="747" y="350"/>
                  </a:cubicBezTo>
                  <a:cubicBezTo>
                    <a:pt x="747" y="350"/>
                    <a:pt x="737" y="353"/>
                    <a:pt x="737" y="353"/>
                  </a:cubicBezTo>
                  <a:cubicBezTo>
                    <a:pt x="736" y="353"/>
                    <a:pt x="736" y="354"/>
                    <a:pt x="736" y="355"/>
                  </a:cubicBezTo>
                  <a:cubicBezTo>
                    <a:pt x="736" y="356"/>
                    <a:pt x="737" y="356"/>
                    <a:pt x="737" y="356"/>
                  </a:cubicBezTo>
                  <a:cubicBezTo>
                    <a:pt x="742" y="355"/>
                    <a:pt x="742" y="355"/>
                    <a:pt x="742" y="355"/>
                  </a:cubicBezTo>
                  <a:cubicBezTo>
                    <a:pt x="745" y="354"/>
                    <a:pt x="748" y="354"/>
                    <a:pt x="751" y="354"/>
                  </a:cubicBezTo>
                  <a:cubicBezTo>
                    <a:pt x="762" y="354"/>
                    <a:pt x="771" y="352"/>
                    <a:pt x="786" y="346"/>
                  </a:cubicBezTo>
                  <a:cubicBezTo>
                    <a:pt x="791" y="345"/>
                    <a:pt x="791" y="345"/>
                    <a:pt x="791" y="345"/>
                  </a:cubicBezTo>
                  <a:cubicBezTo>
                    <a:pt x="795" y="344"/>
                    <a:pt x="800" y="343"/>
                    <a:pt x="801" y="340"/>
                  </a:cubicBezTo>
                  <a:cubicBezTo>
                    <a:pt x="802" y="339"/>
                    <a:pt x="802" y="338"/>
                    <a:pt x="802" y="337"/>
                  </a:cubicBezTo>
                  <a:cubicBezTo>
                    <a:pt x="802" y="337"/>
                    <a:pt x="802" y="336"/>
                    <a:pt x="802" y="335"/>
                  </a:cubicBezTo>
                  <a:cubicBezTo>
                    <a:pt x="802" y="335"/>
                    <a:pt x="801" y="334"/>
                    <a:pt x="801" y="334"/>
                  </a:cubicBezTo>
                  <a:cubicBezTo>
                    <a:pt x="800" y="330"/>
                    <a:pt x="797" y="326"/>
                    <a:pt x="796" y="318"/>
                  </a:cubicBezTo>
                  <a:cubicBezTo>
                    <a:pt x="795" y="299"/>
                    <a:pt x="795" y="299"/>
                    <a:pt x="795" y="299"/>
                  </a:cubicBezTo>
                  <a:cubicBezTo>
                    <a:pt x="795" y="299"/>
                    <a:pt x="794" y="294"/>
                    <a:pt x="794" y="294"/>
                  </a:cubicBezTo>
                  <a:cubicBezTo>
                    <a:pt x="794" y="287"/>
                    <a:pt x="793" y="281"/>
                    <a:pt x="790" y="270"/>
                  </a:cubicBezTo>
                  <a:cubicBezTo>
                    <a:pt x="788" y="261"/>
                    <a:pt x="786" y="250"/>
                    <a:pt x="785" y="240"/>
                  </a:cubicBezTo>
                  <a:cubicBezTo>
                    <a:pt x="786" y="247"/>
                    <a:pt x="788" y="257"/>
                    <a:pt x="791" y="269"/>
                  </a:cubicBezTo>
                  <a:cubicBezTo>
                    <a:pt x="795" y="283"/>
                    <a:pt x="795" y="290"/>
                    <a:pt x="797" y="300"/>
                  </a:cubicBezTo>
                  <a:cubicBezTo>
                    <a:pt x="799" y="316"/>
                    <a:pt x="799" y="316"/>
                    <a:pt x="799" y="316"/>
                  </a:cubicBezTo>
                  <a:cubicBezTo>
                    <a:pt x="799" y="316"/>
                    <a:pt x="799" y="320"/>
                    <a:pt x="799" y="320"/>
                  </a:cubicBezTo>
                  <a:cubicBezTo>
                    <a:pt x="800" y="324"/>
                    <a:pt x="802" y="327"/>
                    <a:pt x="804" y="329"/>
                  </a:cubicBezTo>
                  <a:cubicBezTo>
                    <a:pt x="809" y="334"/>
                    <a:pt x="813" y="336"/>
                    <a:pt x="823" y="336"/>
                  </a:cubicBezTo>
                  <a:cubicBezTo>
                    <a:pt x="829" y="336"/>
                    <a:pt x="838" y="338"/>
                    <a:pt x="848" y="339"/>
                  </a:cubicBezTo>
                  <a:cubicBezTo>
                    <a:pt x="858" y="340"/>
                    <a:pt x="869" y="342"/>
                    <a:pt x="880" y="343"/>
                  </a:cubicBezTo>
                  <a:cubicBezTo>
                    <a:pt x="885" y="343"/>
                    <a:pt x="891" y="345"/>
                    <a:pt x="899" y="347"/>
                  </a:cubicBezTo>
                  <a:cubicBezTo>
                    <a:pt x="917" y="353"/>
                    <a:pt x="939" y="359"/>
                    <a:pt x="957" y="348"/>
                  </a:cubicBezTo>
                  <a:cubicBezTo>
                    <a:pt x="976" y="336"/>
                    <a:pt x="974" y="313"/>
                    <a:pt x="973" y="298"/>
                  </a:cubicBezTo>
                  <a:cubicBezTo>
                    <a:pt x="972" y="294"/>
                    <a:pt x="972" y="290"/>
                    <a:pt x="973" y="288"/>
                  </a:cubicBezTo>
                  <a:cubicBezTo>
                    <a:pt x="973" y="273"/>
                    <a:pt x="973" y="273"/>
                    <a:pt x="973" y="273"/>
                  </a:cubicBezTo>
                  <a:cubicBezTo>
                    <a:pt x="974" y="268"/>
                    <a:pt x="973" y="261"/>
                    <a:pt x="970" y="254"/>
                  </a:cubicBezTo>
                  <a:cubicBezTo>
                    <a:pt x="967" y="243"/>
                    <a:pt x="967" y="243"/>
                    <a:pt x="967" y="243"/>
                  </a:cubicBezTo>
                  <a:cubicBezTo>
                    <a:pt x="964" y="233"/>
                    <a:pt x="964" y="233"/>
                    <a:pt x="964" y="233"/>
                  </a:cubicBezTo>
                  <a:cubicBezTo>
                    <a:pt x="962" y="228"/>
                    <a:pt x="962" y="228"/>
                    <a:pt x="962" y="228"/>
                  </a:cubicBezTo>
                  <a:cubicBezTo>
                    <a:pt x="960" y="223"/>
                    <a:pt x="958" y="219"/>
                    <a:pt x="960" y="213"/>
                  </a:cubicBezTo>
                  <a:cubicBezTo>
                    <a:pt x="961" y="211"/>
                    <a:pt x="963" y="208"/>
                    <a:pt x="966" y="205"/>
                  </a:cubicBezTo>
                  <a:cubicBezTo>
                    <a:pt x="969" y="202"/>
                    <a:pt x="972" y="198"/>
                    <a:pt x="973" y="195"/>
                  </a:cubicBezTo>
                  <a:cubicBezTo>
                    <a:pt x="974" y="178"/>
                    <a:pt x="974" y="178"/>
                    <a:pt x="974" y="178"/>
                  </a:cubicBezTo>
                  <a:cubicBezTo>
                    <a:pt x="974" y="170"/>
                    <a:pt x="974" y="163"/>
                    <a:pt x="976" y="154"/>
                  </a:cubicBezTo>
                  <a:cubicBezTo>
                    <a:pt x="979" y="135"/>
                    <a:pt x="975" y="115"/>
                    <a:pt x="972" y="101"/>
                  </a:cubicBezTo>
                  <a:cubicBezTo>
                    <a:pt x="969" y="87"/>
                    <a:pt x="965" y="78"/>
                    <a:pt x="961" y="70"/>
                  </a:cubicBezTo>
                  <a:cubicBezTo>
                    <a:pt x="958" y="65"/>
                    <a:pt x="954" y="60"/>
                    <a:pt x="951" y="56"/>
                  </a:cubicBezTo>
                  <a:cubicBezTo>
                    <a:pt x="947" y="51"/>
                    <a:pt x="947" y="51"/>
                    <a:pt x="947" y="51"/>
                  </a:cubicBezTo>
                  <a:cubicBezTo>
                    <a:pt x="946" y="50"/>
                    <a:pt x="946" y="50"/>
                    <a:pt x="946" y="50"/>
                  </a:cubicBezTo>
                  <a:cubicBezTo>
                    <a:pt x="945" y="48"/>
                    <a:pt x="945" y="48"/>
                    <a:pt x="945" y="48"/>
                  </a:cubicBezTo>
                  <a:cubicBezTo>
                    <a:pt x="942" y="45"/>
                    <a:pt x="939" y="40"/>
                    <a:pt x="936" y="40"/>
                  </a:cubicBezTo>
                  <a:cubicBezTo>
                    <a:pt x="930" y="39"/>
                    <a:pt x="926" y="44"/>
                    <a:pt x="924" y="48"/>
                  </a:cubicBezTo>
                  <a:cubicBezTo>
                    <a:pt x="922" y="51"/>
                    <a:pt x="922" y="51"/>
                    <a:pt x="922" y="51"/>
                  </a:cubicBezTo>
                  <a:cubicBezTo>
                    <a:pt x="913" y="64"/>
                    <a:pt x="905" y="78"/>
                    <a:pt x="891" y="86"/>
                  </a:cubicBezTo>
                  <a:cubicBezTo>
                    <a:pt x="885" y="89"/>
                    <a:pt x="885" y="89"/>
                    <a:pt x="885" y="89"/>
                  </a:cubicBezTo>
                  <a:cubicBezTo>
                    <a:pt x="879" y="92"/>
                    <a:pt x="872" y="97"/>
                    <a:pt x="865" y="102"/>
                  </a:cubicBezTo>
                  <a:cubicBezTo>
                    <a:pt x="873" y="95"/>
                    <a:pt x="881" y="90"/>
                    <a:pt x="885" y="88"/>
                  </a:cubicBezTo>
                  <a:close/>
                  <a:moveTo>
                    <a:pt x="615" y="205"/>
                  </a:moveTo>
                  <a:cubicBezTo>
                    <a:pt x="615" y="205"/>
                    <a:pt x="615" y="205"/>
                    <a:pt x="615" y="205"/>
                  </a:cubicBezTo>
                  <a:cubicBezTo>
                    <a:pt x="615" y="205"/>
                    <a:pt x="615" y="205"/>
                    <a:pt x="615" y="205"/>
                  </a:cubicBezTo>
                  <a:cubicBezTo>
                    <a:pt x="615" y="205"/>
                    <a:pt x="615" y="205"/>
                    <a:pt x="615" y="20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5" name="Freeform 544">
              <a:extLst>
                <a:ext uri="{FF2B5EF4-FFF2-40B4-BE49-F238E27FC236}">
                  <a16:creationId xmlns:a16="http://schemas.microsoft.com/office/drawing/2014/main" id="{E53B03F2-77AE-4B66-BD0F-02C76A4AFB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5" y="2935"/>
              <a:ext cx="21" cy="16"/>
            </a:xfrm>
            <a:custGeom>
              <a:avLst/>
              <a:gdLst>
                <a:gd name="T0" fmla="*/ 0 w 7"/>
                <a:gd name="T1" fmla="*/ 32 h 5"/>
                <a:gd name="T2" fmla="*/ 0 w 7"/>
                <a:gd name="T3" fmla="*/ 102 h 5"/>
                <a:gd name="T4" fmla="*/ 108 w 7"/>
                <a:gd name="T5" fmla="*/ 163 h 5"/>
                <a:gd name="T6" fmla="*/ 189 w 7"/>
                <a:gd name="T7" fmla="*/ 134 h 5"/>
                <a:gd name="T8" fmla="*/ 189 w 7"/>
                <a:gd name="T9" fmla="*/ 61 h 5"/>
                <a:gd name="T10" fmla="*/ 135 w 7"/>
                <a:gd name="T11" fmla="*/ 32 h 5"/>
                <a:gd name="T12" fmla="*/ 54 w 7"/>
                <a:gd name="T13" fmla="*/ 32 h 5"/>
                <a:gd name="T14" fmla="*/ 0 w 7"/>
                <a:gd name="T15" fmla="*/ 32 h 5"/>
                <a:gd name="T16" fmla="*/ 27 w 7"/>
                <a:gd name="T17" fmla="*/ 102 h 5"/>
                <a:gd name="T18" fmla="*/ 54 w 7"/>
                <a:gd name="T19" fmla="*/ 102 h 5"/>
                <a:gd name="T20" fmla="*/ 27 w 7"/>
                <a:gd name="T21" fmla="*/ 102 h 5"/>
                <a:gd name="T22" fmla="*/ 135 w 7"/>
                <a:gd name="T23" fmla="*/ 134 h 5"/>
                <a:gd name="T24" fmla="*/ 135 w 7"/>
                <a:gd name="T25" fmla="*/ 134 h 5"/>
                <a:gd name="T26" fmla="*/ 135 w 7"/>
                <a:gd name="T27" fmla="*/ 134 h 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5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4"/>
                    <a:pt x="3" y="5"/>
                    <a:pt x="4" y="5"/>
                  </a:cubicBezTo>
                  <a:cubicBezTo>
                    <a:pt x="5" y="5"/>
                    <a:pt x="6" y="5"/>
                    <a:pt x="7" y="4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lose/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6" name="Freeform 545">
              <a:extLst>
                <a:ext uri="{FF2B5EF4-FFF2-40B4-BE49-F238E27FC236}">
                  <a16:creationId xmlns:a16="http://schemas.microsoft.com/office/drawing/2014/main" id="{2E6DBCF6-C81C-419F-9B96-F8725FF786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1" y="2819"/>
              <a:ext cx="64" cy="80"/>
            </a:xfrm>
            <a:custGeom>
              <a:avLst/>
              <a:gdLst>
                <a:gd name="T0" fmla="*/ 512 w 21"/>
                <a:gd name="T1" fmla="*/ 0 h 25"/>
                <a:gd name="T2" fmla="*/ 55 w 21"/>
                <a:gd name="T3" fmla="*/ 685 h 25"/>
                <a:gd name="T4" fmla="*/ 0 w 21"/>
                <a:gd name="T5" fmla="*/ 717 h 25"/>
                <a:gd name="T6" fmla="*/ 0 w 21"/>
                <a:gd name="T7" fmla="*/ 787 h 25"/>
                <a:gd name="T8" fmla="*/ 55 w 21"/>
                <a:gd name="T9" fmla="*/ 787 h 25"/>
                <a:gd name="T10" fmla="*/ 344 w 21"/>
                <a:gd name="T11" fmla="*/ 717 h 25"/>
                <a:gd name="T12" fmla="*/ 427 w 21"/>
                <a:gd name="T13" fmla="*/ 656 h 25"/>
                <a:gd name="T14" fmla="*/ 427 w 21"/>
                <a:gd name="T15" fmla="*/ 656 h 25"/>
                <a:gd name="T16" fmla="*/ 594 w 21"/>
                <a:gd name="T17" fmla="*/ 61 h 25"/>
                <a:gd name="T18" fmla="*/ 567 w 21"/>
                <a:gd name="T19" fmla="*/ 32 h 25"/>
                <a:gd name="T20" fmla="*/ 512 w 21"/>
                <a:gd name="T21" fmla="*/ 0 h 25"/>
                <a:gd name="T22" fmla="*/ 482 w 21"/>
                <a:gd name="T23" fmla="*/ 163 h 25"/>
                <a:gd name="T24" fmla="*/ 372 w 21"/>
                <a:gd name="T25" fmla="*/ 595 h 25"/>
                <a:gd name="T26" fmla="*/ 317 w 21"/>
                <a:gd name="T27" fmla="*/ 624 h 25"/>
                <a:gd name="T28" fmla="*/ 140 w 21"/>
                <a:gd name="T29" fmla="*/ 685 h 25"/>
                <a:gd name="T30" fmla="*/ 482 w 21"/>
                <a:gd name="T31" fmla="*/ 163 h 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" h="25">
                  <a:moveTo>
                    <a:pt x="18" y="0"/>
                  </a:moveTo>
                  <a:cubicBezTo>
                    <a:pt x="13" y="3"/>
                    <a:pt x="7" y="12"/>
                    <a:pt x="2" y="21"/>
                  </a:cubicBezTo>
                  <a:cubicBezTo>
                    <a:pt x="2" y="21"/>
                    <a:pt x="0" y="22"/>
                    <a:pt x="0" y="22"/>
                  </a:cubicBezTo>
                  <a:cubicBezTo>
                    <a:pt x="0" y="23"/>
                    <a:pt x="0" y="23"/>
                    <a:pt x="0" y="24"/>
                  </a:cubicBezTo>
                  <a:cubicBezTo>
                    <a:pt x="1" y="24"/>
                    <a:pt x="2" y="25"/>
                    <a:pt x="2" y="24"/>
                  </a:cubicBezTo>
                  <a:cubicBezTo>
                    <a:pt x="5" y="24"/>
                    <a:pt x="8" y="23"/>
                    <a:pt x="12" y="22"/>
                  </a:cubicBezTo>
                  <a:cubicBezTo>
                    <a:pt x="13" y="22"/>
                    <a:pt x="14" y="22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6" y="19"/>
                    <a:pt x="19" y="15"/>
                    <a:pt x="21" y="2"/>
                  </a:cubicBezTo>
                  <a:cubicBezTo>
                    <a:pt x="21" y="1"/>
                    <a:pt x="20" y="1"/>
                    <a:pt x="20" y="1"/>
                  </a:cubicBezTo>
                  <a:cubicBezTo>
                    <a:pt x="20" y="0"/>
                    <a:pt x="19" y="0"/>
                    <a:pt x="18" y="0"/>
                  </a:cubicBezTo>
                  <a:close/>
                  <a:moveTo>
                    <a:pt x="17" y="5"/>
                  </a:moveTo>
                  <a:cubicBezTo>
                    <a:pt x="16" y="14"/>
                    <a:pt x="14" y="18"/>
                    <a:pt x="13" y="18"/>
                  </a:cubicBezTo>
                  <a:cubicBezTo>
                    <a:pt x="12" y="19"/>
                    <a:pt x="12" y="19"/>
                    <a:pt x="11" y="19"/>
                  </a:cubicBezTo>
                  <a:cubicBezTo>
                    <a:pt x="9" y="20"/>
                    <a:pt x="7" y="20"/>
                    <a:pt x="5" y="21"/>
                  </a:cubicBezTo>
                  <a:cubicBezTo>
                    <a:pt x="9" y="15"/>
                    <a:pt x="13" y="8"/>
                    <a:pt x="1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7" name="Freeform 546">
              <a:extLst>
                <a:ext uri="{FF2B5EF4-FFF2-40B4-BE49-F238E27FC236}">
                  <a16:creationId xmlns:a16="http://schemas.microsoft.com/office/drawing/2014/main" id="{A8C94CD2-DD05-45E9-B91E-FDEBE51CD4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8" y="2812"/>
              <a:ext cx="33" cy="74"/>
            </a:xfrm>
            <a:custGeom>
              <a:avLst/>
              <a:gdLst>
                <a:gd name="T0" fmla="*/ 108 w 11"/>
                <a:gd name="T1" fmla="*/ 32 h 23"/>
                <a:gd name="T2" fmla="*/ 0 w 11"/>
                <a:gd name="T3" fmla="*/ 705 h 23"/>
                <a:gd name="T4" fmla="*/ 0 w 11"/>
                <a:gd name="T5" fmla="*/ 734 h 23"/>
                <a:gd name="T6" fmla="*/ 27 w 11"/>
                <a:gd name="T7" fmla="*/ 766 h 23"/>
                <a:gd name="T8" fmla="*/ 108 w 11"/>
                <a:gd name="T9" fmla="*/ 766 h 23"/>
                <a:gd name="T10" fmla="*/ 162 w 11"/>
                <a:gd name="T11" fmla="*/ 766 h 23"/>
                <a:gd name="T12" fmla="*/ 162 w 11"/>
                <a:gd name="T13" fmla="*/ 766 h 23"/>
                <a:gd name="T14" fmla="*/ 243 w 11"/>
                <a:gd name="T15" fmla="*/ 766 h 23"/>
                <a:gd name="T16" fmla="*/ 270 w 11"/>
                <a:gd name="T17" fmla="*/ 734 h 23"/>
                <a:gd name="T18" fmla="*/ 297 w 11"/>
                <a:gd name="T19" fmla="*/ 705 h 23"/>
                <a:gd name="T20" fmla="*/ 189 w 11"/>
                <a:gd name="T21" fmla="*/ 32 h 23"/>
                <a:gd name="T22" fmla="*/ 135 w 11"/>
                <a:gd name="T23" fmla="*/ 0 h 23"/>
                <a:gd name="T24" fmla="*/ 108 w 11"/>
                <a:gd name="T25" fmla="*/ 32 h 23"/>
                <a:gd name="T26" fmla="*/ 135 w 11"/>
                <a:gd name="T27" fmla="*/ 434 h 23"/>
                <a:gd name="T28" fmla="*/ 189 w 11"/>
                <a:gd name="T29" fmla="*/ 663 h 23"/>
                <a:gd name="T30" fmla="*/ 162 w 11"/>
                <a:gd name="T31" fmla="*/ 663 h 23"/>
                <a:gd name="T32" fmla="*/ 162 w 11"/>
                <a:gd name="T33" fmla="*/ 663 h 23"/>
                <a:gd name="T34" fmla="*/ 108 w 11"/>
                <a:gd name="T35" fmla="*/ 663 h 23"/>
                <a:gd name="T36" fmla="*/ 81 w 11"/>
                <a:gd name="T37" fmla="*/ 663 h 23"/>
                <a:gd name="T38" fmla="*/ 135 w 11"/>
                <a:gd name="T39" fmla="*/ 434 h 2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" h="23">
                  <a:moveTo>
                    <a:pt x="4" y="1"/>
                  </a:moveTo>
                  <a:cubicBezTo>
                    <a:pt x="3" y="10"/>
                    <a:pt x="2" y="16"/>
                    <a:pt x="0" y="21"/>
                  </a:cubicBezTo>
                  <a:cubicBezTo>
                    <a:pt x="0" y="21"/>
                    <a:pt x="0" y="22"/>
                    <a:pt x="0" y="22"/>
                  </a:cubicBezTo>
                  <a:cubicBezTo>
                    <a:pt x="0" y="23"/>
                    <a:pt x="1" y="23"/>
                    <a:pt x="1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10" y="23"/>
                    <a:pt x="10" y="22"/>
                  </a:cubicBezTo>
                  <a:cubicBezTo>
                    <a:pt x="11" y="22"/>
                    <a:pt x="11" y="21"/>
                    <a:pt x="11" y="21"/>
                  </a:cubicBezTo>
                  <a:cubicBezTo>
                    <a:pt x="9" y="16"/>
                    <a:pt x="7" y="10"/>
                    <a:pt x="7" y="1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  <a:close/>
                  <a:moveTo>
                    <a:pt x="5" y="13"/>
                  </a:moveTo>
                  <a:cubicBezTo>
                    <a:pt x="6" y="16"/>
                    <a:pt x="7" y="18"/>
                    <a:pt x="7" y="20"/>
                  </a:cubicBezTo>
                  <a:cubicBezTo>
                    <a:pt x="7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4" y="18"/>
                    <a:pt x="5" y="16"/>
                    <a:pt x="5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8" name="Freeform 547">
              <a:extLst>
                <a:ext uri="{FF2B5EF4-FFF2-40B4-BE49-F238E27FC236}">
                  <a16:creationId xmlns:a16="http://schemas.microsoft.com/office/drawing/2014/main" id="{EF9067EA-59E7-41AE-9AED-DE638CDA2A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2819"/>
              <a:ext cx="66" cy="83"/>
            </a:xfrm>
            <a:custGeom>
              <a:avLst/>
              <a:gdLst>
                <a:gd name="T0" fmla="*/ 0 w 22"/>
                <a:gd name="T1" fmla="*/ 32 h 26"/>
                <a:gd name="T2" fmla="*/ 0 w 22"/>
                <a:gd name="T3" fmla="*/ 61 h 26"/>
                <a:gd name="T4" fmla="*/ 162 w 22"/>
                <a:gd name="T5" fmla="*/ 651 h 26"/>
                <a:gd name="T6" fmla="*/ 243 w 22"/>
                <a:gd name="T7" fmla="*/ 712 h 26"/>
                <a:gd name="T8" fmla="*/ 243 w 22"/>
                <a:gd name="T9" fmla="*/ 712 h 26"/>
                <a:gd name="T10" fmla="*/ 540 w 22"/>
                <a:gd name="T11" fmla="*/ 846 h 26"/>
                <a:gd name="T12" fmla="*/ 594 w 22"/>
                <a:gd name="T13" fmla="*/ 846 h 26"/>
                <a:gd name="T14" fmla="*/ 594 w 22"/>
                <a:gd name="T15" fmla="*/ 785 h 26"/>
                <a:gd name="T16" fmla="*/ 513 w 22"/>
                <a:gd name="T17" fmla="*/ 623 h 26"/>
                <a:gd name="T18" fmla="*/ 54 w 22"/>
                <a:gd name="T19" fmla="*/ 0 h 26"/>
                <a:gd name="T20" fmla="*/ 0 w 22"/>
                <a:gd name="T21" fmla="*/ 32 h 26"/>
                <a:gd name="T22" fmla="*/ 243 w 22"/>
                <a:gd name="T23" fmla="*/ 651 h 26"/>
                <a:gd name="T24" fmla="*/ 243 w 22"/>
                <a:gd name="T25" fmla="*/ 623 h 26"/>
                <a:gd name="T26" fmla="*/ 216 w 22"/>
                <a:gd name="T27" fmla="*/ 581 h 26"/>
                <a:gd name="T28" fmla="*/ 81 w 22"/>
                <a:gd name="T29" fmla="*/ 163 h 26"/>
                <a:gd name="T30" fmla="*/ 432 w 22"/>
                <a:gd name="T31" fmla="*/ 683 h 26"/>
                <a:gd name="T32" fmla="*/ 459 w 22"/>
                <a:gd name="T33" fmla="*/ 712 h 26"/>
                <a:gd name="T34" fmla="*/ 243 w 22"/>
                <a:gd name="T35" fmla="*/ 651 h 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" h="26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5"/>
                    <a:pt x="4" y="19"/>
                    <a:pt x="6" y="20"/>
                  </a:cubicBezTo>
                  <a:cubicBezTo>
                    <a:pt x="7" y="22"/>
                    <a:pt x="8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3" y="23"/>
                    <a:pt x="17" y="24"/>
                    <a:pt x="20" y="26"/>
                  </a:cubicBezTo>
                  <a:cubicBezTo>
                    <a:pt x="21" y="26"/>
                    <a:pt x="21" y="26"/>
                    <a:pt x="22" y="26"/>
                  </a:cubicBezTo>
                  <a:cubicBezTo>
                    <a:pt x="22" y="25"/>
                    <a:pt x="22" y="24"/>
                    <a:pt x="22" y="24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4" y="12"/>
                    <a:pt x="8" y="3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  <a:moveTo>
                    <a:pt x="9" y="20"/>
                  </a:move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8" y="19"/>
                    <a:pt x="8" y="18"/>
                  </a:cubicBezTo>
                  <a:cubicBezTo>
                    <a:pt x="7" y="18"/>
                    <a:pt x="5" y="14"/>
                    <a:pt x="3" y="5"/>
                  </a:cubicBezTo>
                  <a:cubicBezTo>
                    <a:pt x="8" y="8"/>
                    <a:pt x="12" y="15"/>
                    <a:pt x="16" y="21"/>
                  </a:cubicBezTo>
                  <a:cubicBezTo>
                    <a:pt x="16" y="21"/>
                    <a:pt x="17" y="22"/>
                    <a:pt x="17" y="22"/>
                  </a:cubicBezTo>
                  <a:cubicBezTo>
                    <a:pt x="15" y="21"/>
                    <a:pt x="12" y="20"/>
                    <a:pt x="9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9" name="Oval 548">
              <a:extLst>
                <a:ext uri="{FF2B5EF4-FFF2-40B4-BE49-F238E27FC236}">
                  <a16:creationId xmlns:a16="http://schemas.microsoft.com/office/drawing/2014/main" id="{C680839A-9B90-4D08-A990-4075AC690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507"/>
              <a:ext cx="34" cy="35"/>
            </a:xfrm>
            <a:prstGeom prst="ellipse">
              <a:avLst/>
            </a:pr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020" name="Oval 549">
              <a:extLst>
                <a:ext uri="{FF2B5EF4-FFF2-40B4-BE49-F238E27FC236}">
                  <a16:creationId xmlns:a16="http://schemas.microsoft.com/office/drawing/2014/main" id="{03938343-0B07-412D-9FC1-13D9B1B46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507"/>
              <a:ext cx="33" cy="35"/>
            </a:xfrm>
            <a:prstGeom prst="ellipse">
              <a:avLst/>
            </a:pr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021" name="Freeform 550">
              <a:extLst>
                <a:ext uri="{FF2B5EF4-FFF2-40B4-BE49-F238E27FC236}">
                  <a16:creationId xmlns:a16="http://schemas.microsoft.com/office/drawing/2014/main" id="{B00B2CDA-E93D-40D6-BF72-A57D21542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037"/>
              <a:ext cx="72" cy="49"/>
            </a:xfrm>
            <a:custGeom>
              <a:avLst/>
              <a:gdLst>
                <a:gd name="T0" fmla="*/ 27 w 24"/>
                <a:gd name="T1" fmla="*/ 310 h 15"/>
                <a:gd name="T2" fmla="*/ 297 w 24"/>
                <a:gd name="T3" fmla="*/ 33 h 15"/>
                <a:gd name="T4" fmla="*/ 621 w 24"/>
                <a:gd name="T5" fmla="*/ 212 h 15"/>
                <a:gd name="T6" fmla="*/ 351 w 24"/>
                <a:gd name="T7" fmla="*/ 490 h 15"/>
                <a:gd name="T8" fmla="*/ 27 w 24"/>
                <a:gd name="T9" fmla="*/ 31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1" y="9"/>
                  </a:moveTo>
                  <a:cubicBezTo>
                    <a:pt x="0" y="5"/>
                    <a:pt x="5" y="2"/>
                    <a:pt x="11" y="1"/>
                  </a:cubicBezTo>
                  <a:cubicBezTo>
                    <a:pt x="17" y="0"/>
                    <a:pt x="23" y="2"/>
                    <a:pt x="23" y="6"/>
                  </a:cubicBezTo>
                  <a:cubicBezTo>
                    <a:pt x="24" y="9"/>
                    <a:pt x="19" y="13"/>
                    <a:pt x="13" y="14"/>
                  </a:cubicBezTo>
                  <a:cubicBezTo>
                    <a:pt x="7" y="15"/>
                    <a:pt x="1" y="12"/>
                    <a:pt x="1" y="9"/>
                  </a:cubicBezTo>
                  <a:close/>
                </a:path>
              </a:pathLst>
            </a:cu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2" name="Freeform 551">
              <a:extLst>
                <a:ext uri="{FF2B5EF4-FFF2-40B4-BE49-F238E27FC236}">
                  <a16:creationId xmlns:a16="http://schemas.microsoft.com/office/drawing/2014/main" id="{C7993866-FC0E-4242-8F7C-0316FFFA7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034"/>
              <a:ext cx="70" cy="48"/>
            </a:xfrm>
            <a:custGeom>
              <a:avLst/>
              <a:gdLst>
                <a:gd name="T0" fmla="*/ 648 w 23"/>
                <a:gd name="T1" fmla="*/ 298 h 15"/>
                <a:gd name="T2" fmla="*/ 344 w 23"/>
                <a:gd name="T3" fmla="*/ 32 h 15"/>
                <a:gd name="T4" fmla="*/ 0 w 23"/>
                <a:gd name="T5" fmla="*/ 195 h 15"/>
                <a:gd name="T6" fmla="*/ 277 w 23"/>
                <a:gd name="T7" fmla="*/ 461 h 15"/>
                <a:gd name="T8" fmla="*/ 648 w 23"/>
                <a:gd name="T9" fmla="*/ 29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23" y="9"/>
                  </a:moveTo>
                  <a:cubicBezTo>
                    <a:pt x="23" y="6"/>
                    <a:pt x="18" y="2"/>
                    <a:pt x="12" y="1"/>
                  </a:cubicBezTo>
                  <a:cubicBezTo>
                    <a:pt x="6" y="0"/>
                    <a:pt x="0" y="3"/>
                    <a:pt x="0" y="6"/>
                  </a:cubicBezTo>
                  <a:cubicBezTo>
                    <a:pt x="0" y="10"/>
                    <a:pt x="4" y="13"/>
                    <a:pt x="10" y="14"/>
                  </a:cubicBezTo>
                  <a:cubicBezTo>
                    <a:pt x="17" y="15"/>
                    <a:pt x="22" y="13"/>
                    <a:pt x="23" y="9"/>
                  </a:cubicBezTo>
                  <a:close/>
                </a:path>
              </a:pathLst>
            </a:cu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3" name="Oval 552">
              <a:extLst>
                <a:ext uri="{FF2B5EF4-FFF2-40B4-BE49-F238E27FC236}">
                  <a16:creationId xmlns:a16="http://schemas.microsoft.com/office/drawing/2014/main" id="{84DCF96B-3A0A-49F9-B661-7C5F99CB0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2520"/>
              <a:ext cx="9" cy="9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024" name="Freeform 553">
              <a:extLst>
                <a:ext uri="{FF2B5EF4-FFF2-40B4-BE49-F238E27FC236}">
                  <a16:creationId xmlns:a16="http://schemas.microsoft.com/office/drawing/2014/main" id="{B1C288A9-F999-4AC2-9F3A-9BB41F704C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7" y="2513"/>
              <a:ext cx="21" cy="23"/>
            </a:xfrm>
            <a:custGeom>
              <a:avLst/>
              <a:gdLst>
                <a:gd name="T0" fmla="*/ 0 w 7"/>
                <a:gd name="T1" fmla="*/ 108 h 7"/>
                <a:gd name="T2" fmla="*/ 108 w 7"/>
                <a:gd name="T3" fmla="*/ 250 h 7"/>
                <a:gd name="T4" fmla="*/ 189 w 7"/>
                <a:gd name="T5" fmla="*/ 108 h 7"/>
                <a:gd name="T6" fmla="*/ 108 w 7"/>
                <a:gd name="T7" fmla="*/ 0 h 7"/>
                <a:gd name="T8" fmla="*/ 0 w 7"/>
                <a:gd name="T9" fmla="*/ 108 h 7"/>
                <a:gd name="T10" fmla="*/ 81 w 7"/>
                <a:gd name="T11" fmla="*/ 108 h 7"/>
                <a:gd name="T12" fmla="*/ 108 w 7"/>
                <a:gd name="T13" fmla="*/ 108 h 7"/>
                <a:gd name="T14" fmla="*/ 108 w 7"/>
                <a:gd name="T15" fmla="*/ 108 h 7"/>
                <a:gd name="T16" fmla="*/ 108 w 7"/>
                <a:gd name="T17" fmla="*/ 141 h 7"/>
                <a:gd name="T18" fmla="*/ 81 w 7"/>
                <a:gd name="T19" fmla="*/ 108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5"/>
                    <a:pt x="2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2"/>
                    <a:pt x="0" y="3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3" y="3"/>
                  </a:cubicBezTo>
                  <a:close/>
                </a:path>
              </a:pathLst>
            </a:cu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5" name="Oval 554">
              <a:extLst>
                <a:ext uri="{FF2B5EF4-FFF2-40B4-BE49-F238E27FC236}">
                  <a16:creationId xmlns:a16="http://schemas.microsoft.com/office/drawing/2014/main" id="{8EB43B31-AB34-4A4A-8659-A5581FFC3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2520"/>
              <a:ext cx="9" cy="9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026" name="Freeform 555">
              <a:extLst>
                <a:ext uri="{FF2B5EF4-FFF2-40B4-BE49-F238E27FC236}">
                  <a16:creationId xmlns:a16="http://schemas.microsoft.com/office/drawing/2014/main" id="{7297758B-175E-481F-89F7-C31FF61279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8" y="2513"/>
              <a:ext cx="21" cy="23"/>
            </a:xfrm>
            <a:custGeom>
              <a:avLst/>
              <a:gdLst>
                <a:gd name="T0" fmla="*/ 0 w 7"/>
                <a:gd name="T1" fmla="*/ 108 h 7"/>
                <a:gd name="T2" fmla="*/ 81 w 7"/>
                <a:gd name="T3" fmla="*/ 250 h 7"/>
                <a:gd name="T4" fmla="*/ 189 w 7"/>
                <a:gd name="T5" fmla="*/ 108 h 7"/>
                <a:gd name="T6" fmla="*/ 81 w 7"/>
                <a:gd name="T7" fmla="*/ 0 h 7"/>
                <a:gd name="T8" fmla="*/ 0 w 7"/>
                <a:gd name="T9" fmla="*/ 108 h 7"/>
                <a:gd name="T10" fmla="*/ 81 w 7"/>
                <a:gd name="T11" fmla="*/ 108 h 7"/>
                <a:gd name="T12" fmla="*/ 81 w 7"/>
                <a:gd name="T13" fmla="*/ 108 h 7"/>
                <a:gd name="T14" fmla="*/ 108 w 7"/>
                <a:gd name="T15" fmla="*/ 108 h 7"/>
                <a:gd name="T16" fmla="*/ 81 w 7"/>
                <a:gd name="T17" fmla="*/ 141 h 7"/>
                <a:gd name="T18" fmla="*/ 81 w 7"/>
                <a:gd name="T19" fmla="*/ 108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5"/>
                    <a:pt x="1" y="7"/>
                    <a:pt x="3" y="7"/>
                  </a:cubicBezTo>
                  <a:cubicBezTo>
                    <a:pt x="5" y="7"/>
                    <a:pt x="7" y="5"/>
                    <a:pt x="7" y="3"/>
                  </a:cubicBezTo>
                  <a:cubicBezTo>
                    <a:pt x="7" y="2"/>
                    <a:pt x="5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lose/>
                </a:path>
              </a:pathLst>
            </a:cu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7" name="Freeform 556">
              <a:extLst>
                <a:ext uri="{FF2B5EF4-FFF2-40B4-BE49-F238E27FC236}">
                  <a16:creationId xmlns:a16="http://schemas.microsoft.com/office/drawing/2014/main" id="{75386EEF-BF08-4EE0-8652-C72BB2789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526"/>
              <a:ext cx="52" cy="386"/>
            </a:xfrm>
            <a:custGeom>
              <a:avLst/>
              <a:gdLst>
                <a:gd name="T0" fmla="*/ 459 w 17"/>
                <a:gd name="T1" fmla="*/ 2596 h 120"/>
                <a:gd name="T2" fmla="*/ 373 w 17"/>
                <a:gd name="T3" fmla="*/ 0 h 120"/>
                <a:gd name="T4" fmla="*/ 223 w 17"/>
                <a:gd name="T5" fmla="*/ 164 h 120"/>
                <a:gd name="T6" fmla="*/ 55 w 17"/>
                <a:gd name="T7" fmla="*/ 32 h 120"/>
                <a:gd name="T8" fmla="*/ 223 w 17"/>
                <a:gd name="T9" fmla="*/ 2596 h 120"/>
                <a:gd name="T10" fmla="*/ 86 w 17"/>
                <a:gd name="T11" fmla="*/ 3664 h 120"/>
                <a:gd name="T12" fmla="*/ 0 w 17"/>
                <a:gd name="T13" fmla="*/ 3725 h 120"/>
                <a:gd name="T14" fmla="*/ 0 w 17"/>
                <a:gd name="T15" fmla="*/ 3995 h 120"/>
                <a:gd name="T16" fmla="*/ 263 w 17"/>
                <a:gd name="T17" fmla="*/ 3860 h 120"/>
                <a:gd name="T18" fmla="*/ 459 w 17"/>
                <a:gd name="T19" fmla="*/ 2596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20">
                  <a:moveTo>
                    <a:pt x="16" y="78"/>
                  </a:moveTo>
                  <a:cubicBezTo>
                    <a:pt x="15" y="46"/>
                    <a:pt x="16" y="22"/>
                    <a:pt x="13" y="0"/>
                  </a:cubicBezTo>
                  <a:cubicBezTo>
                    <a:pt x="13" y="3"/>
                    <a:pt x="10" y="5"/>
                    <a:pt x="8" y="5"/>
                  </a:cubicBezTo>
                  <a:cubicBezTo>
                    <a:pt x="5" y="5"/>
                    <a:pt x="3" y="3"/>
                    <a:pt x="2" y="1"/>
                  </a:cubicBezTo>
                  <a:cubicBezTo>
                    <a:pt x="6" y="23"/>
                    <a:pt x="7" y="47"/>
                    <a:pt x="8" y="78"/>
                  </a:cubicBezTo>
                  <a:cubicBezTo>
                    <a:pt x="9" y="102"/>
                    <a:pt x="4" y="109"/>
                    <a:pt x="3" y="110"/>
                  </a:cubicBezTo>
                  <a:cubicBezTo>
                    <a:pt x="2" y="112"/>
                    <a:pt x="1" y="112"/>
                    <a:pt x="0" y="112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3" y="120"/>
                    <a:pt x="6" y="118"/>
                    <a:pt x="9" y="116"/>
                  </a:cubicBezTo>
                  <a:cubicBezTo>
                    <a:pt x="16" y="108"/>
                    <a:pt x="17" y="91"/>
                    <a:pt x="16" y="78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8" name="Freeform 557">
              <a:extLst>
                <a:ext uri="{FF2B5EF4-FFF2-40B4-BE49-F238E27FC236}">
                  <a16:creationId xmlns:a16="http://schemas.microsoft.com/office/drawing/2014/main" id="{0A9B347F-22C0-4D69-AE0F-D4A51E760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799"/>
              <a:ext cx="136" cy="145"/>
            </a:xfrm>
            <a:custGeom>
              <a:avLst/>
              <a:gdLst>
                <a:gd name="T0" fmla="*/ 547 w 45"/>
                <a:gd name="T1" fmla="*/ 799 h 45"/>
                <a:gd name="T2" fmla="*/ 190 w 45"/>
                <a:gd name="T3" fmla="*/ 1340 h 45"/>
                <a:gd name="T4" fmla="*/ 82 w 45"/>
                <a:gd name="T5" fmla="*/ 1369 h 45"/>
                <a:gd name="T6" fmla="*/ 0 w 45"/>
                <a:gd name="T7" fmla="*/ 1340 h 45"/>
                <a:gd name="T8" fmla="*/ 136 w 45"/>
                <a:gd name="T9" fmla="*/ 1505 h 45"/>
                <a:gd name="T10" fmla="*/ 695 w 45"/>
                <a:gd name="T11" fmla="*/ 902 h 45"/>
                <a:gd name="T12" fmla="*/ 1215 w 45"/>
                <a:gd name="T13" fmla="*/ 238 h 45"/>
                <a:gd name="T14" fmla="*/ 1242 w 45"/>
                <a:gd name="T15" fmla="*/ 32 h 45"/>
                <a:gd name="T16" fmla="*/ 547 w 45"/>
                <a:gd name="T17" fmla="*/ 799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45">
                  <a:moveTo>
                    <a:pt x="20" y="24"/>
                  </a:moveTo>
                  <a:cubicBezTo>
                    <a:pt x="16" y="31"/>
                    <a:pt x="11" y="38"/>
                    <a:pt x="7" y="40"/>
                  </a:cubicBezTo>
                  <a:cubicBezTo>
                    <a:pt x="7" y="41"/>
                    <a:pt x="4" y="43"/>
                    <a:pt x="3" y="4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2" y="44"/>
                    <a:pt x="2" y="45"/>
                    <a:pt x="5" y="45"/>
                  </a:cubicBezTo>
                  <a:cubicBezTo>
                    <a:pt x="13" y="44"/>
                    <a:pt x="18" y="38"/>
                    <a:pt x="25" y="27"/>
                  </a:cubicBezTo>
                  <a:cubicBezTo>
                    <a:pt x="31" y="18"/>
                    <a:pt x="38" y="7"/>
                    <a:pt x="44" y="7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35" y="0"/>
                    <a:pt x="27" y="12"/>
                    <a:pt x="20" y="24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9" name="Freeform 558">
              <a:extLst>
                <a:ext uri="{FF2B5EF4-FFF2-40B4-BE49-F238E27FC236}">
                  <a16:creationId xmlns:a16="http://schemas.microsoft.com/office/drawing/2014/main" id="{0677B2CF-F945-497E-92A8-D3D1C5F02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529"/>
              <a:ext cx="48" cy="383"/>
            </a:xfrm>
            <a:custGeom>
              <a:avLst/>
              <a:gdLst>
                <a:gd name="T0" fmla="*/ 378 w 16"/>
                <a:gd name="T1" fmla="*/ 3637 h 119"/>
                <a:gd name="T2" fmla="*/ 216 w 16"/>
                <a:gd name="T3" fmla="*/ 2568 h 119"/>
                <a:gd name="T4" fmla="*/ 351 w 16"/>
                <a:gd name="T5" fmla="*/ 0 h 119"/>
                <a:gd name="T6" fmla="*/ 216 w 16"/>
                <a:gd name="T7" fmla="*/ 135 h 119"/>
                <a:gd name="T8" fmla="*/ 81 w 16"/>
                <a:gd name="T9" fmla="*/ 0 h 119"/>
                <a:gd name="T10" fmla="*/ 0 w 16"/>
                <a:gd name="T11" fmla="*/ 2568 h 119"/>
                <a:gd name="T12" fmla="*/ 216 w 16"/>
                <a:gd name="T13" fmla="*/ 3833 h 119"/>
                <a:gd name="T14" fmla="*/ 432 w 16"/>
                <a:gd name="T15" fmla="*/ 3968 h 119"/>
                <a:gd name="T16" fmla="*/ 432 w 16"/>
                <a:gd name="T17" fmla="*/ 3698 h 119"/>
                <a:gd name="T18" fmla="*/ 378 w 16"/>
                <a:gd name="T19" fmla="*/ 3637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19">
                  <a:moveTo>
                    <a:pt x="14" y="109"/>
                  </a:moveTo>
                  <a:cubicBezTo>
                    <a:pt x="12" y="108"/>
                    <a:pt x="7" y="101"/>
                    <a:pt x="8" y="77"/>
                  </a:cubicBezTo>
                  <a:cubicBezTo>
                    <a:pt x="9" y="46"/>
                    <a:pt x="10" y="22"/>
                    <a:pt x="13" y="0"/>
                  </a:cubicBezTo>
                  <a:cubicBezTo>
                    <a:pt x="13" y="2"/>
                    <a:pt x="11" y="4"/>
                    <a:pt x="8" y="4"/>
                  </a:cubicBezTo>
                  <a:cubicBezTo>
                    <a:pt x="6" y="4"/>
                    <a:pt x="3" y="2"/>
                    <a:pt x="3" y="0"/>
                  </a:cubicBezTo>
                  <a:cubicBezTo>
                    <a:pt x="0" y="21"/>
                    <a:pt x="1" y="45"/>
                    <a:pt x="0" y="77"/>
                  </a:cubicBezTo>
                  <a:cubicBezTo>
                    <a:pt x="0" y="90"/>
                    <a:pt x="1" y="107"/>
                    <a:pt x="8" y="115"/>
                  </a:cubicBezTo>
                  <a:cubicBezTo>
                    <a:pt x="10" y="117"/>
                    <a:pt x="13" y="119"/>
                    <a:pt x="16" y="119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5" y="111"/>
                    <a:pt x="14" y="109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0" name="Freeform 559">
              <a:extLst>
                <a:ext uri="{FF2B5EF4-FFF2-40B4-BE49-F238E27FC236}">
                  <a16:creationId xmlns:a16="http://schemas.microsoft.com/office/drawing/2014/main" id="{D2BF0436-9A2D-42B8-817A-130886697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799"/>
              <a:ext cx="138" cy="139"/>
            </a:xfrm>
            <a:custGeom>
              <a:avLst/>
              <a:gdLst>
                <a:gd name="T0" fmla="*/ 0 w 46"/>
                <a:gd name="T1" fmla="*/ 32 h 43"/>
                <a:gd name="T2" fmla="*/ 27 w 46"/>
                <a:gd name="T3" fmla="*/ 239 h 43"/>
                <a:gd name="T4" fmla="*/ 540 w 46"/>
                <a:gd name="T5" fmla="*/ 879 h 43"/>
                <a:gd name="T6" fmla="*/ 1053 w 46"/>
                <a:gd name="T7" fmla="*/ 1451 h 43"/>
                <a:gd name="T8" fmla="*/ 1242 w 46"/>
                <a:gd name="T9" fmla="*/ 1254 h 43"/>
                <a:gd name="T10" fmla="*/ 1188 w 46"/>
                <a:gd name="T11" fmla="*/ 1287 h 43"/>
                <a:gd name="T12" fmla="*/ 999 w 46"/>
                <a:gd name="T13" fmla="*/ 1287 h 43"/>
                <a:gd name="T14" fmla="*/ 675 w 46"/>
                <a:gd name="T15" fmla="*/ 773 h 43"/>
                <a:gd name="T16" fmla="*/ 0 w 46"/>
                <a:gd name="T17" fmla="*/ 32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3">
                  <a:moveTo>
                    <a:pt x="0" y="1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7" y="7"/>
                    <a:pt x="14" y="17"/>
                    <a:pt x="20" y="26"/>
                  </a:cubicBezTo>
                  <a:cubicBezTo>
                    <a:pt x="26" y="36"/>
                    <a:pt x="32" y="43"/>
                    <a:pt x="39" y="43"/>
                  </a:cubicBezTo>
                  <a:cubicBezTo>
                    <a:pt x="43" y="43"/>
                    <a:pt x="44" y="41"/>
                    <a:pt x="46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2" y="41"/>
                    <a:pt x="38" y="39"/>
                    <a:pt x="37" y="38"/>
                  </a:cubicBezTo>
                  <a:cubicBezTo>
                    <a:pt x="33" y="36"/>
                    <a:pt x="29" y="29"/>
                    <a:pt x="25" y="23"/>
                  </a:cubicBezTo>
                  <a:cubicBezTo>
                    <a:pt x="17" y="12"/>
                    <a:pt x="10" y="0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1" name="Freeform 560">
              <a:extLst>
                <a:ext uri="{FF2B5EF4-FFF2-40B4-BE49-F238E27FC236}">
                  <a16:creationId xmlns:a16="http://schemas.microsoft.com/office/drawing/2014/main" id="{808093EC-BFA8-429C-B266-7EC35456B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243"/>
              <a:ext cx="28" cy="138"/>
            </a:xfrm>
            <a:custGeom>
              <a:avLst/>
              <a:gdLst>
                <a:gd name="T0" fmla="*/ 184 w 9"/>
                <a:gd name="T1" fmla="*/ 462 h 43"/>
                <a:gd name="T2" fmla="*/ 0 w 9"/>
                <a:gd name="T3" fmla="*/ 1390 h 43"/>
                <a:gd name="T4" fmla="*/ 28 w 9"/>
                <a:gd name="T5" fmla="*/ 1422 h 43"/>
                <a:gd name="T6" fmla="*/ 212 w 9"/>
                <a:gd name="T7" fmla="*/ 462 h 43"/>
                <a:gd name="T8" fmla="*/ 184 w 9"/>
                <a:gd name="T9" fmla="*/ 0 h 43"/>
                <a:gd name="T10" fmla="*/ 184 w 9"/>
                <a:gd name="T11" fmla="*/ 0 h 43"/>
                <a:gd name="T12" fmla="*/ 184 w 9"/>
                <a:gd name="T13" fmla="*/ 46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43">
                  <a:moveTo>
                    <a:pt x="6" y="14"/>
                  </a:moveTo>
                  <a:cubicBezTo>
                    <a:pt x="6" y="24"/>
                    <a:pt x="7" y="37"/>
                    <a:pt x="0" y="4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9" y="37"/>
                    <a:pt x="8" y="25"/>
                    <a:pt x="7" y="14"/>
                  </a:cubicBezTo>
                  <a:cubicBezTo>
                    <a:pt x="7" y="9"/>
                    <a:pt x="5" y="4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4"/>
                    <a:pt x="5" y="9"/>
                    <a:pt x="6" y="14"/>
                  </a:cubicBezTo>
                  <a:close/>
                </a:path>
              </a:pathLst>
            </a:custGeom>
            <a:solidFill>
              <a:srgbClr val="008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2" name="Freeform 561">
              <a:extLst>
                <a:ext uri="{FF2B5EF4-FFF2-40B4-BE49-F238E27FC236}">
                  <a16:creationId xmlns:a16="http://schemas.microsoft.com/office/drawing/2014/main" id="{98117645-434D-41EB-B129-0B834D168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050"/>
              <a:ext cx="30" cy="20"/>
            </a:xfrm>
            <a:custGeom>
              <a:avLst/>
              <a:gdLst>
                <a:gd name="T0" fmla="*/ 0 w 10"/>
                <a:gd name="T1" fmla="*/ 143 h 6"/>
                <a:gd name="T2" fmla="*/ 135 w 10"/>
                <a:gd name="T3" fmla="*/ 33 h 6"/>
                <a:gd name="T4" fmla="*/ 270 w 10"/>
                <a:gd name="T5" fmla="*/ 110 h 6"/>
                <a:gd name="T6" fmla="*/ 135 w 10"/>
                <a:gd name="T7" fmla="*/ 223 h 6"/>
                <a:gd name="T8" fmla="*/ 0 w 10"/>
                <a:gd name="T9" fmla="*/ 14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0" y="4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7" y="0"/>
                    <a:pt x="9" y="1"/>
                    <a:pt x="10" y="3"/>
                  </a:cubicBezTo>
                  <a:cubicBezTo>
                    <a:pt x="10" y="4"/>
                    <a:pt x="8" y="6"/>
                    <a:pt x="5" y="6"/>
                  </a:cubicBezTo>
                  <a:cubicBezTo>
                    <a:pt x="3" y="6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3" name="Freeform 562">
              <a:extLst>
                <a:ext uri="{FF2B5EF4-FFF2-40B4-BE49-F238E27FC236}">
                  <a16:creationId xmlns:a16="http://schemas.microsoft.com/office/drawing/2014/main" id="{582ABBA1-2F90-47CD-9180-17D4E931D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050"/>
              <a:ext cx="30" cy="20"/>
            </a:xfrm>
            <a:custGeom>
              <a:avLst/>
              <a:gdLst>
                <a:gd name="T0" fmla="*/ 270 w 10"/>
                <a:gd name="T1" fmla="*/ 110 h 6"/>
                <a:gd name="T2" fmla="*/ 162 w 10"/>
                <a:gd name="T3" fmla="*/ 0 h 6"/>
                <a:gd name="T4" fmla="*/ 27 w 10"/>
                <a:gd name="T5" fmla="*/ 77 h 6"/>
                <a:gd name="T6" fmla="*/ 135 w 10"/>
                <a:gd name="T7" fmla="*/ 190 h 6"/>
                <a:gd name="T8" fmla="*/ 270 w 10"/>
                <a:gd name="T9" fmla="*/ 11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10" y="3"/>
                  </a:moveTo>
                  <a:cubicBezTo>
                    <a:pt x="10" y="2"/>
                    <a:pt x="8" y="0"/>
                    <a:pt x="6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2" y="5"/>
                    <a:pt x="5" y="5"/>
                  </a:cubicBezTo>
                  <a:cubicBezTo>
                    <a:pt x="7" y="6"/>
                    <a:pt x="10" y="5"/>
                    <a:pt x="10" y="3"/>
                  </a:cubicBezTo>
                  <a:close/>
                </a:path>
              </a:pathLst>
            </a:cu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4" name="Freeform 563">
              <a:extLst>
                <a:ext uri="{FF2B5EF4-FFF2-40B4-BE49-F238E27FC236}">
                  <a16:creationId xmlns:a16="http://schemas.microsoft.com/office/drawing/2014/main" id="{F5222429-34DA-44EE-BEAA-6F0F7E215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590"/>
              <a:ext cx="2958" cy="1538"/>
            </a:xfrm>
            <a:custGeom>
              <a:avLst/>
              <a:gdLst>
                <a:gd name="T0" fmla="*/ 25603 w 981"/>
                <a:gd name="T1" fmla="*/ 1065 h 478"/>
                <a:gd name="T2" fmla="*/ 25331 w 981"/>
                <a:gd name="T3" fmla="*/ 1564 h 478"/>
                <a:gd name="T4" fmla="*/ 26239 w 981"/>
                <a:gd name="T5" fmla="*/ 7030 h 478"/>
                <a:gd name="T6" fmla="*/ 23221 w 981"/>
                <a:gd name="T7" fmla="*/ 11191 h 478"/>
                <a:gd name="T8" fmla="*/ 21767 w 981"/>
                <a:gd name="T9" fmla="*/ 10528 h 478"/>
                <a:gd name="T10" fmla="*/ 21194 w 981"/>
                <a:gd name="T11" fmla="*/ 5499 h 478"/>
                <a:gd name="T12" fmla="*/ 21249 w 981"/>
                <a:gd name="T13" fmla="*/ 10924 h 478"/>
                <a:gd name="T14" fmla="*/ 19412 w 981"/>
                <a:gd name="T15" fmla="*/ 8530 h 478"/>
                <a:gd name="T16" fmla="*/ 19029 w 981"/>
                <a:gd name="T17" fmla="*/ 8324 h 478"/>
                <a:gd name="T18" fmla="*/ 19958 w 981"/>
                <a:gd name="T19" fmla="*/ 10994 h 478"/>
                <a:gd name="T20" fmla="*/ 18692 w 981"/>
                <a:gd name="T21" fmla="*/ 9991 h 478"/>
                <a:gd name="T22" fmla="*/ 18149 w 981"/>
                <a:gd name="T23" fmla="*/ 7600 h 478"/>
                <a:gd name="T24" fmla="*/ 17685 w 981"/>
                <a:gd name="T25" fmla="*/ 5560 h 478"/>
                <a:gd name="T26" fmla="*/ 17956 w 981"/>
                <a:gd name="T27" fmla="*/ 7722 h 478"/>
                <a:gd name="T28" fmla="*/ 18258 w 981"/>
                <a:gd name="T29" fmla="*/ 8530 h 478"/>
                <a:gd name="T30" fmla="*/ 19029 w 981"/>
                <a:gd name="T31" fmla="*/ 11265 h 478"/>
                <a:gd name="T32" fmla="*/ 17437 w 981"/>
                <a:gd name="T33" fmla="*/ 10023 h 478"/>
                <a:gd name="T34" fmla="*/ 17057 w 981"/>
                <a:gd name="T35" fmla="*/ 9029 h 478"/>
                <a:gd name="T36" fmla="*/ 17410 w 981"/>
                <a:gd name="T37" fmla="*/ 10290 h 478"/>
                <a:gd name="T38" fmla="*/ 16530 w 981"/>
                <a:gd name="T39" fmla="*/ 12455 h 478"/>
                <a:gd name="T40" fmla="*/ 16011 w 981"/>
                <a:gd name="T41" fmla="*/ 8726 h 478"/>
                <a:gd name="T42" fmla="*/ 15710 w 981"/>
                <a:gd name="T43" fmla="*/ 9029 h 478"/>
                <a:gd name="T44" fmla="*/ 15848 w 981"/>
                <a:gd name="T45" fmla="*/ 10393 h 478"/>
                <a:gd name="T46" fmla="*/ 15930 w 981"/>
                <a:gd name="T47" fmla="*/ 13263 h 478"/>
                <a:gd name="T48" fmla="*/ 15357 w 981"/>
                <a:gd name="T49" fmla="*/ 12031 h 478"/>
                <a:gd name="T50" fmla="*/ 15330 w 981"/>
                <a:gd name="T51" fmla="*/ 12153 h 478"/>
                <a:gd name="T52" fmla="*/ 12501 w 981"/>
                <a:gd name="T53" fmla="*/ 14029 h 478"/>
                <a:gd name="T54" fmla="*/ 11956 w 981"/>
                <a:gd name="T55" fmla="*/ 10499 h 478"/>
                <a:gd name="T56" fmla="*/ 11319 w 981"/>
                <a:gd name="T57" fmla="*/ 10621 h 478"/>
                <a:gd name="T58" fmla="*/ 11455 w 981"/>
                <a:gd name="T59" fmla="*/ 9691 h 478"/>
                <a:gd name="T60" fmla="*/ 9700 w 981"/>
                <a:gd name="T61" fmla="*/ 12590 h 478"/>
                <a:gd name="T62" fmla="*/ 11428 w 981"/>
                <a:gd name="T63" fmla="*/ 8623 h 478"/>
                <a:gd name="T64" fmla="*/ 10336 w 981"/>
                <a:gd name="T65" fmla="*/ 9733 h 478"/>
                <a:gd name="T66" fmla="*/ 9984 w 981"/>
                <a:gd name="T67" fmla="*/ 9823 h 478"/>
                <a:gd name="T68" fmla="*/ 8802 w 981"/>
                <a:gd name="T69" fmla="*/ 11989 h 478"/>
                <a:gd name="T70" fmla="*/ 10475 w 981"/>
                <a:gd name="T71" fmla="*/ 8263 h 478"/>
                <a:gd name="T72" fmla="*/ 10336 w 981"/>
                <a:gd name="T73" fmla="*/ 8263 h 478"/>
                <a:gd name="T74" fmla="*/ 10692 w 981"/>
                <a:gd name="T75" fmla="*/ 6728 h 478"/>
                <a:gd name="T76" fmla="*/ 10092 w 981"/>
                <a:gd name="T77" fmla="*/ 7764 h 478"/>
                <a:gd name="T78" fmla="*/ 8910 w 981"/>
                <a:gd name="T79" fmla="*/ 11461 h 478"/>
                <a:gd name="T80" fmla="*/ 8392 w 981"/>
                <a:gd name="T81" fmla="*/ 9389 h 478"/>
                <a:gd name="T82" fmla="*/ 9510 w 981"/>
                <a:gd name="T83" fmla="*/ 7194 h 478"/>
                <a:gd name="T84" fmla="*/ 9266 w 981"/>
                <a:gd name="T85" fmla="*/ 5901 h 478"/>
                <a:gd name="T86" fmla="*/ 8364 w 981"/>
                <a:gd name="T87" fmla="*/ 8926 h 478"/>
                <a:gd name="T88" fmla="*/ 5892 w 981"/>
                <a:gd name="T89" fmla="*/ 9897 h 478"/>
                <a:gd name="T90" fmla="*/ 5865 w 981"/>
                <a:gd name="T91" fmla="*/ 8623 h 478"/>
                <a:gd name="T92" fmla="*/ 5675 w 981"/>
                <a:gd name="T93" fmla="*/ 9733 h 478"/>
                <a:gd name="T94" fmla="*/ 1481 w 981"/>
                <a:gd name="T95" fmla="*/ 10061 h 478"/>
                <a:gd name="T96" fmla="*/ 2274 w 981"/>
                <a:gd name="T97" fmla="*/ 7433 h 478"/>
                <a:gd name="T98" fmla="*/ 1481 w 981"/>
                <a:gd name="T99" fmla="*/ 2732 h 478"/>
                <a:gd name="T100" fmla="*/ 3483 w 981"/>
                <a:gd name="T101" fmla="*/ 4131 h 478"/>
                <a:gd name="T102" fmla="*/ 2599 w 981"/>
                <a:gd name="T103" fmla="*/ 3063 h 478"/>
                <a:gd name="T104" fmla="*/ 190 w 981"/>
                <a:gd name="T105" fmla="*/ 6834 h 478"/>
                <a:gd name="T106" fmla="*/ 1728 w 981"/>
                <a:gd name="T107" fmla="*/ 15924 h 478"/>
                <a:gd name="T108" fmla="*/ 5919 w 981"/>
                <a:gd name="T109" fmla="*/ 11689 h 478"/>
                <a:gd name="T110" fmla="*/ 13711 w 981"/>
                <a:gd name="T111" fmla="*/ 13623 h 478"/>
                <a:gd name="T112" fmla="*/ 21493 w 981"/>
                <a:gd name="T113" fmla="*/ 11657 h 478"/>
                <a:gd name="T114" fmla="*/ 25739 w 981"/>
                <a:gd name="T115" fmla="*/ 15052 h 478"/>
                <a:gd name="T116" fmla="*/ 26622 w 981"/>
                <a:gd name="T117" fmla="*/ 8366 h 4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81" h="478">
                  <a:moveTo>
                    <a:pt x="973" y="98"/>
                  </a:moveTo>
                  <a:cubicBezTo>
                    <a:pt x="970" y="84"/>
                    <a:pt x="967" y="75"/>
                    <a:pt x="962" y="66"/>
                  </a:cubicBezTo>
                  <a:cubicBezTo>
                    <a:pt x="959" y="61"/>
                    <a:pt x="955" y="57"/>
                    <a:pt x="952" y="53"/>
                  </a:cubicBezTo>
                  <a:cubicBezTo>
                    <a:pt x="948" y="48"/>
                    <a:pt x="948" y="48"/>
                    <a:pt x="948" y="48"/>
                  </a:cubicBezTo>
                  <a:cubicBezTo>
                    <a:pt x="947" y="47"/>
                    <a:pt x="947" y="47"/>
                    <a:pt x="947" y="47"/>
                  </a:cubicBezTo>
                  <a:cubicBezTo>
                    <a:pt x="945" y="44"/>
                    <a:pt x="942" y="38"/>
                    <a:pt x="939" y="37"/>
                  </a:cubicBezTo>
                  <a:cubicBezTo>
                    <a:pt x="937" y="34"/>
                    <a:pt x="937" y="29"/>
                    <a:pt x="937" y="24"/>
                  </a:cubicBezTo>
                  <a:cubicBezTo>
                    <a:pt x="936" y="16"/>
                    <a:pt x="936" y="6"/>
                    <a:pt x="930" y="0"/>
                  </a:cubicBezTo>
                  <a:cubicBezTo>
                    <a:pt x="930" y="4"/>
                    <a:pt x="930" y="4"/>
                    <a:pt x="930" y="4"/>
                  </a:cubicBezTo>
                  <a:cubicBezTo>
                    <a:pt x="934" y="9"/>
                    <a:pt x="933" y="16"/>
                    <a:pt x="934" y="24"/>
                  </a:cubicBezTo>
                  <a:cubicBezTo>
                    <a:pt x="934" y="27"/>
                    <a:pt x="934" y="30"/>
                    <a:pt x="934" y="32"/>
                  </a:cubicBezTo>
                  <a:cubicBezTo>
                    <a:pt x="934" y="33"/>
                    <a:pt x="933" y="35"/>
                    <a:pt x="932" y="36"/>
                  </a:cubicBezTo>
                  <a:cubicBezTo>
                    <a:pt x="926" y="37"/>
                    <a:pt x="922" y="42"/>
                    <a:pt x="920" y="45"/>
                  </a:cubicBezTo>
                  <a:cubicBezTo>
                    <a:pt x="919" y="48"/>
                    <a:pt x="919" y="48"/>
                    <a:pt x="919" y="48"/>
                  </a:cubicBezTo>
                  <a:cubicBezTo>
                    <a:pt x="910" y="61"/>
                    <a:pt x="902" y="74"/>
                    <a:pt x="888" y="82"/>
                  </a:cubicBezTo>
                  <a:cubicBezTo>
                    <a:pt x="883" y="85"/>
                    <a:pt x="883" y="85"/>
                    <a:pt x="883" y="85"/>
                  </a:cubicBezTo>
                  <a:cubicBezTo>
                    <a:pt x="869" y="92"/>
                    <a:pt x="852" y="105"/>
                    <a:pt x="848" y="121"/>
                  </a:cubicBezTo>
                  <a:cubicBezTo>
                    <a:pt x="850" y="120"/>
                    <a:pt x="850" y="120"/>
                    <a:pt x="850" y="120"/>
                  </a:cubicBezTo>
                  <a:cubicBezTo>
                    <a:pt x="854" y="106"/>
                    <a:pt x="871" y="96"/>
                    <a:pt x="885" y="88"/>
                  </a:cubicBezTo>
                  <a:cubicBezTo>
                    <a:pt x="890" y="85"/>
                    <a:pt x="890" y="85"/>
                    <a:pt x="890" y="85"/>
                  </a:cubicBezTo>
                  <a:cubicBezTo>
                    <a:pt x="905" y="77"/>
                    <a:pt x="913" y="63"/>
                    <a:pt x="922" y="50"/>
                  </a:cubicBezTo>
                  <a:cubicBezTo>
                    <a:pt x="924" y="47"/>
                    <a:pt x="924" y="47"/>
                    <a:pt x="924" y="47"/>
                  </a:cubicBezTo>
                  <a:cubicBezTo>
                    <a:pt x="927" y="42"/>
                    <a:pt x="930" y="39"/>
                    <a:pt x="935" y="39"/>
                  </a:cubicBezTo>
                  <a:cubicBezTo>
                    <a:pt x="938" y="40"/>
                    <a:pt x="942" y="46"/>
                    <a:pt x="944" y="49"/>
                  </a:cubicBezTo>
                  <a:cubicBezTo>
                    <a:pt x="945" y="50"/>
                    <a:pt x="945" y="50"/>
                    <a:pt x="945" y="50"/>
                  </a:cubicBezTo>
                  <a:cubicBezTo>
                    <a:pt x="949" y="55"/>
                    <a:pt x="949" y="55"/>
                    <a:pt x="949" y="55"/>
                  </a:cubicBezTo>
                  <a:cubicBezTo>
                    <a:pt x="952" y="59"/>
                    <a:pt x="956" y="64"/>
                    <a:pt x="958" y="68"/>
                  </a:cubicBezTo>
                  <a:cubicBezTo>
                    <a:pt x="963" y="77"/>
                    <a:pt x="966" y="85"/>
                    <a:pt x="969" y="99"/>
                  </a:cubicBezTo>
                  <a:cubicBezTo>
                    <a:pt x="973" y="113"/>
                    <a:pt x="977" y="134"/>
                    <a:pt x="973" y="152"/>
                  </a:cubicBezTo>
                  <a:cubicBezTo>
                    <a:pt x="972" y="161"/>
                    <a:pt x="972" y="168"/>
                    <a:pt x="971" y="175"/>
                  </a:cubicBezTo>
                  <a:cubicBezTo>
                    <a:pt x="970" y="193"/>
                    <a:pt x="970" y="193"/>
                    <a:pt x="970" y="193"/>
                  </a:cubicBezTo>
                  <a:cubicBezTo>
                    <a:pt x="970" y="195"/>
                    <a:pt x="967" y="199"/>
                    <a:pt x="964" y="202"/>
                  </a:cubicBezTo>
                  <a:cubicBezTo>
                    <a:pt x="961" y="205"/>
                    <a:pt x="958" y="208"/>
                    <a:pt x="957" y="211"/>
                  </a:cubicBezTo>
                  <a:cubicBezTo>
                    <a:pt x="955" y="217"/>
                    <a:pt x="957" y="221"/>
                    <a:pt x="959" y="226"/>
                  </a:cubicBezTo>
                  <a:cubicBezTo>
                    <a:pt x="961" y="232"/>
                    <a:pt x="961" y="232"/>
                    <a:pt x="961" y="232"/>
                  </a:cubicBezTo>
                  <a:cubicBezTo>
                    <a:pt x="964" y="241"/>
                    <a:pt x="964" y="241"/>
                    <a:pt x="964" y="241"/>
                  </a:cubicBezTo>
                  <a:cubicBezTo>
                    <a:pt x="968" y="252"/>
                    <a:pt x="968" y="252"/>
                    <a:pt x="968" y="252"/>
                  </a:cubicBezTo>
                  <a:cubicBezTo>
                    <a:pt x="970" y="260"/>
                    <a:pt x="971" y="266"/>
                    <a:pt x="970" y="271"/>
                  </a:cubicBezTo>
                  <a:cubicBezTo>
                    <a:pt x="970" y="285"/>
                    <a:pt x="970" y="285"/>
                    <a:pt x="970" y="285"/>
                  </a:cubicBezTo>
                  <a:cubicBezTo>
                    <a:pt x="970" y="288"/>
                    <a:pt x="970" y="291"/>
                    <a:pt x="970" y="297"/>
                  </a:cubicBezTo>
                  <a:cubicBezTo>
                    <a:pt x="971" y="311"/>
                    <a:pt x="973" y="333"/>
                    <a:pt x="955" y="345"/>
                  </a:cubicBezTo>
                  <a:cubicBezTo>
                    <a:pt x="938" y="356"/>
                    <a:pt x="916" y="349"/>
                    <a:pt x="898" y="344"/>
                  </a:cubicBezTo>
                  <a:cubicBezTo>
                    <a:pt x="891" y="341"/>
                    <a:pt x="884" y="339"/>
                    <a:pt x="879" y="339"/>
                  </a:cubicBezTo>
                  <a:cubicBezTo>
                    <a:pt x="869" y="339"/>
                    <a:pt x="857" y="337"/>
                    <a:pt x="847" y="336"/>
                  </a:cubicBezTo>
                  <a:cubicBezTo>
                    <a:pt x="837" y="334"/>
                    <a:pt x="828" y="333"/>
                    <a:pt x="822" y="333"/>
                  </a:cubicBezTo>
                  <a:cubicBezTo>
                    <a:pt x="813" y="333"/>
                    <a:pt x="809" y="330"/>
                    <a:pt x="805" y="326"/>
                  </a:cubicBezTo>
                  <a:cubicBezTo>
                    <a:pt x="804" y="326"/>
                    <a:pt x="801" y="323"/>
                    <a:pt x="800" y="318"/>
                  </a:cubicBezTo>
                  <a:cubicBezTo>
                    <a:pt x="800" y="317"/>
                    <a:pt x="799" y="316"/>
                    <a:pt x="799" y="314"/>
                  </a:cubicBezTo>
                  <a:cubicBezTo>
                    <a:pt x="797" y="298"/>
                    <a:pt x="797" y="298"/>
                    <a:pt x="797" y="298"/>
                  </a:cubicBezTo>
                  <a:cubicBezTo>
                    <a:pt x="796" y="288"/>
                    <a:pt x="795" y="281"/>
                    <a:pt x="792" y="267"/>
                  </a:cubicBezTo>
                  <a:cubicBezTo>
                    <a:pt x="786" y="246"/>
                    <a:pt x="784" y="228"/>
                    <a:pt x="787" y="223"/>
                  </a:cubicBezTo>
                  <a:cubicBezTo>
                    <a:pt x="785" y="219"/>
                    <a:pt x="785" y="219"/>
                    <a:pt x="785" y="219"/>
                  </a:cubicBezTo>
                  <a:cubicBezTo>
                    <a:pt x="779" y="228"/>
                    <a:pt x="785" y="259"/>
                    <a:pt x="788" y="268"/>
                  </a:cubicBezTo>
                  <a:cubicBezTo>
                    <a:pt x="791" y="281"/>
                    <a:pt x="791" y="288"/>
                    <a:pt x="792" y="297"/>
                  </a:cubicBezTo>
                  <a:cubicBezTo>
                    <a:pt x="794" y="316"/>
                    <a:pt x="794" y="316"/>
                    <a:pt x="794" y="316"/>
                  </a:cubicBezTo>
                  <a:cubicBezTo>
                    <a:pt x="795" y="325"/>
                    <a:pt x="798" y="330"/>
                    <a:pt x="800" y="334"/>
                  </a:cubicBezTo>
                  <a:cubicBezTo>
                    <a:pt x="801" y="341"/>
                    <a:pt x="789" y="341"/>
                    <a:pt x="784" y="343"/>
                  </a:cubicBezTo>
                  <a:cubicBezTo>
                    <a:pt x="770" y="349"/>
                    <a:pt x="761" y="351"/>
                    <a:pt x="750" y="350"/>
                  </a:cubicBezTo>
                  <a:cubicBezTo>
                    <a:pt x="744" y="350"/>
                    <a:pt x="739" y="352"/>
                    <a:pt x="731" y="353"/>
                  </a:cubicBezTo>
                  <a:cubicBezTo>
                    <a:pt x="730" y="353"/>
                    <a:pt x="730" y="354"/>
                    <a:pt x="731" y="353"/>
                  </a:cubicBezTo>
                  <a:cubicBezTo>
                    <a:pt x="733" y="354"/>
                    <a:pt x="747" y="349"/>
                    <a:pt x="747" y="349"/>
                  </a:cubicBezTo>
                  <a:cubicBezTo>
                    <a:pt x="786" y="337"/>
                    <a:pt x="793" y="331"/>
                    <a:pt x="789" y="291"/>
                  </a:cubicBezTo>
                  <a:cubicBezTo>
                    <a:pt x="789" y="291"/>
                    <a:pt x="789" y="286"/>
                    <a:pt x="789" y="286"/>
                  </a:cubicBezTo>
                  <a:cubicBezTo>
                    <a:pt x="788" y="274"/>
                    <a:pt x="788" y="275"/>
                    <a:pt x="786" y="267"/>
                  </a:cubicBezTo>
                  <a:cubicBezTo>
                    <a:pt x="784" y="256"/>
                    <a:pt x="784" y="256"/>
                    <a:pt x="784" y="256"/>
                  </a:cubicBezTo>
                  <a:cubicBezTo>
                    <a:pt x="784" y="256"/>
                    <a:pt x="771" y="184"/>
                    <a:pt x="773" y="165"/>
                  </a:cubicBezTo>
                  <a:cubicBezTo>
                    <a:pt x="773" y="163"/>
                    <a:pt x="770" y="160"/>
                    <a:pt x="770" y="160"/>
                  </a:cubicBezTo>
                  <a:cubicBezTo>
                    <a:pt x="768" y="168"/>
                    <a:pt x="770" y="193"/>
                    <a:pt x="774" y="217"/>
                  </a:cubicBezTo>
                  <a:cubicBezTo>
                    <a:pt x="774" y="216"/>
                    <a:pt x="774" y="214"/>
                    <a:pt x="773" y="213"/>
                  </a:cubicBezTo>
                  <a:cubicBezTo>
                    <a:pt x="765" y="181"/>
                    <a:pt x="756" y="144"/>
                    <a:pt x="756" y="127"/>
                  </a:cubicBezTo>
                  <a:cubicBezTo>
                    <a:pt x="753" y="128"/>
                    <a:pt x="753" y="128"/>
                    <a:pt x="753" y="128"/>
                  </a:cubicBezTo>
                  <a:cubicBezTo>
                    <a:pt x="753" y="145"/>
                    <a:pt x="761" y="181"/>
                    <a:pt x="769" y="214"/>
                  </a:cubicBezTo>
                  <a:cubicBezTo>
                    <a:pt x="774" y="230"/>
                    <a:pt x="777" y="246"/>
                    <a:pt x="780" y="256"/>
                  </a:cubicBezTo>
                  <a:cubicBezTo>
                    <a:pt x="782" y="268"/>
                    <a:pt x="782" y="268"/>
                    <a:pt x="782" y="268"/>
                  </a:cubicBezTo>
                  <a:cubicBezTo>
                    <a:pt x="784" y="275"/>
                    <a:pt x="784" y="275"/>
                    <a:pt x="784" y="287"/>
                  </a:cubicBezTo>
                  <a:cubicBezTo>
                    <a:pt x="784" y="292"/>
                    <a:pt x="784" y="292"/>
                    <a:pt x="784" y="292"/>
                  </a:cubicBezTo>
                  <a:cubicBezTo>
                    <a:pt x="786" y="311"/>
                    <a:pt x="783" y="321"/>
                    <a:pt x="775" y="328"/>
                  </a:cubicBezTo>
                  <a:cubicBezTo>
                    <a:pt x="768" y="334"/>
                    <a:pt x="757" y="338"/>
                    <a:pt x="738" y="344"/>
                  </a:cubicBezTo>
                  <a:cubicBezTo>
                    <a:pt x="736" y="345"/>
                    <a:pt x="736" y="345"/>
                    <a:pt x="736" y="345"/>
                  </a:cubicBezTo>
                  <a:cubicBezTo>
                    <a:pt x="736" y="345"/>
                    <a:pt x="734" y="346"/>
                    <a:pt x="734" y="344"/>
                  </a:cubicBezTo>
                  <a:cubicBezTo>
                    <a:pt x="732" y="338"/>
                    <a:pt x="731" y="334"/>
                    <a:pt x="731" y="329"/>
                  </a:cubicBezTo>
                  <a:cubicBezTo>
                    <a:pt x="731" y="327"/>
                    <a:pt x="731" y="327"/>
                    <a:pt x="731" y="327"/>
                  </a:cubicBezTo>
                  <a:cubicBezTo>
                    <a:pt x="730" y="321"/>
                    <a:pt x="730" y="315"/>
                    <a:pt x="728" y="308"/>
                  </a:cubicBezTo>
                  <a:cubicBezTo>
                    <a:pt x="727" y="305"/>
                    <a:pt x="727" y="302"/>
                    <a:pt x="727" y="299"/>
                  </a:cubicBezTo>
                  <a:cubicBezTo>
                    <a:pt x="727" y="295"/>
                    <a:pt x="727" y="292"/>
                    <a:pt x="726" y="289"/>
                  </a:cubicBezTo>
                  <a:cubicBezTo>
                    <a:pt x="725" y="284"/>
                    <a:pt x="721" y="280"/>
                    <a:pt x="717" y="277"/>
                  </a:cubicBezTo>
                  <a:cubicBezTo>
                    <a:pt x="714" y="273"/>
                    <a:pt x="710" y="269"/>
                    <a:pt x="709" y="264"/>
                  </a:cubicBezTo>
                  <a:cubicBezTo>
                    <a:pt x="708" y="261"/>
                    <a:pt x="708" y="259"/>
                    <a:pt x="708" y="256"/>
                  </a:cubicBezTo>
                  <a:cubicBezTo>
                    <a:pt x="708" y="252"/>
                    <a:pt x="707" y="247"/>
                    <a:pt x="704" y="242"/>
                  </a:cubicBezTo>
                  <a:cubicBezTo>
                    <a:pt x="702" y="239"/>
                    <a:pt x="702" y="239"/>
                    <a:pt x="702" y="239"/>
                  </a:cubicBezTo>
                  <a:cubicBezTo>
                    <a:pt x="697" y="231"/>
                    <a:pt x="695" y="229"/>
                    <a:pt x="696" y="217"/>
                  </a:cubicBezTo>
                  <a:cubicBezTo>
                    <a:pt x="694" y="199"/>
                    <a:pt x="694" y="199"/>
                    <a:pt x="694" y="199"/>
                  </a:cubicBezTo>
                  <a:cubicBezTo>
                    <a:pt x="694" y="199"/>
                    <a:pt x="694" y="199"/>
                    <a:pt x="694" y="199"/>
                  </a:cubicBezTo>
                  <a:cubicBezTo>
                    <a:pt x="693" y="217"/>
                    <a:pt x="693" y="217"/>
                    <a:pt x="693" y="217"/>
                  </a:cubicBezTo>
                  <a:cubicBezTo>
                    <a:pt x="692" y="229"/>
                    <a:pt x="694" y="232"/>
                    <a:pt x="700" y="241"/>
                  </a:cubicBezTo>
                  <a:cubicBezTo>
                    <a:pt x="701" y="243"/>
                    <a:pt x="701" y="243"/>
                    <a:pt x="701" y="243"/>
                  </a:cubicBezTo>
                  <a:cubicBezTo>
                    <a:pt x="704" y="248"/>
                    <a:pt x="705" y="252"/>
                    <a:pt x="705" y="256"/>
                  </a:cubicBezTo>
                  <a:cubicBezTo>
                    <a:pt x="705" y="257"/>
                    <a:pt x="705" y="259"/>
                    <a:pt x="705" y="260"/>
                  </a:cubicBezTo>
                  <a:cubicBezTo>
                    <a:pt x="702" y="256"/>
                    <a:pt x="699" y="253"/>
                    <a:pt x="694" y="250"/>
                  </a:cubicBezTo>
                  <a:cubicBezTo>
                    <a:pt x="687" y="246"/>
                    <a:pt x="682" y="240"/>
                    <a:pt x="679" y="233"/>
                  </a:cubicBezTo>
                  <a:cubicBezTo>
                    <a:pt x="679" y="233"/>
                    <a:pt x="679" y="233"/>
                    <a:pt x="679" y="233"/>
                  </a:cubicBezTo>
                  <a:cubicBezTo>
                    <a:pt x="682" y="240"/>
                    <a:pt x="685" y="248"/>
                    <a:pt x="692" y="252"/>
                  </a:cubicBezTo>
                  <a:cubicBezTo>
                    <a:pt x="699" y="256"/>
                    <a:pt x="702" y="260"/>
                    <a:pt x="707" y="267"/>
                  </a:cubicBezTo>
                  <a:cubicBezTo>
                    <a:pt x="707" y="267"/>
                    <a:pt x="707" y="267"/>
                    <a:pt x="707" y="267"/>
                  </a:cubicBezTo>
                  <a:cubicBezTo>
                    <a:pt x="708" y="272"/>
                    <a:pt x="712" y="275"/>
                    <a:pt x="715" y="279"/>
                  </a:cubicBezTo>
                  <a:cubicBezTo>
                    <a:pt x="719" y="282"/>
                    <a:pt x="722" y="286"/>
                    <a:pt x="723" y="290"/>
                  </a:cubicBezTo>
                  <a:cubicBezTo>
                    <a:pt x="724" y="292"/>
                    <a:pt x="724" y="296"/>
                    <a:pt x="724" y="299"/>
                  </a:cubicBezTo>
                  <a:cubicBezTo>
                    <a:pt x="724" y="302"/>
                    <a:pt x="724" y="306"/>
                    <a:pt x="725" y="309"/>
                  </a:cubicBezTo>
                  <a:cubicBezTo>
                    <a:pt x="727" y="316"/>
                    <a:pt x="727" y="321"/>
                    <a:pt x="728" y="327"/>
                  </a:cubicBezTo>
                  <a:cubicBezTo>
                    <a:pt x="728" y="330"/>
                    <a:pt x="728" y="330"/>
                    <a:pt x="728" y="330"/>
                  </a:cubicBezTo>
                  <a:cubicBezTo>
                    <a:pt x="728" y="334"/>
                    <a:pt x="729" y="339"/>
                    <a:pt x="731" y="344"/>
                  </a:cubicBezTo>
                  <a:cubicBezTo>
                    <a:pt x="732" y="346"/>
                    <a:pt x="730" y="347"/>
                    <a:pt x="730" y="347"/>
                  </a:cubicBezTo>
                  <a:cubicBezTo>
                    <a:pt x="724" y="349"/>
                    <a:pt x="724" y="349"/>
                    <a:pt x="724" y="349"/>
                  </a:cubicBezTo>
                  <a:cubicBezTo>
                    <a:pt x="718" y="350"/>
                    <a:pt x="705" y="354"/>
                    <a:pt x="703" y="350"/>
                  </a:cubicBezTo>
                  <a:cubicBezTo>
                    <a:pt x="701" y="347"/>
                    <a:pt x="700" y="344"/>
                    <a:pt x="700" y="344"/>
                  </a:cubicBezTo>
                  <a:cubicBezTo>
                    <a:pt x="696" y="337"/>
                    <a:pt x="696" y="337"/>
                    <a:pt x="696" y="337"/>
                  </a:cubicBezTo>
                  <a:cubicBezTo>
                    <a:pt x="694" y="333"/>
                    <a:pt x="692" y="330"/>
                    <a:pt x="691" y="326"/>
                  </a:cubicBezTo>
                  <a:cubicBezTo>
                    <a:pt x="691" y="324"/>
                    <a:pt x="691" y="322"/>
                    <a:pt x="691" y="320"/>
                  </a:cubicBezTo>
                  <a:cubicBezTo>
                    <a:pt x="691" y="318"/>
                    <a:pt x="692" y="316"/>
                    <a:pt x="691" y="313"/>
                  </a:cubicBezTo>
                  <a:cubicBezTo>
                    <a:pt x="690" y="309"/>
                    <a:pt x="687" y="307"/>
                    <a:pt x="685" y="304"/>
                  </a:cubicBezTo>
                  <a:cubicBezTo>
                    <a:pt x="682" y="300"/>
                    <a:pt x="682" y="300"/>
                    <a:pt x="682" y="300"/>
                  </a:cubicBezTo>
                  <a:cubicBezTo>
                    <a:pt x="680" y="296"/>
                    <a:pt x="680" y="293"/>
                    <a:pt x="681" y="290"/>
                  </a:cubicBezTo>
                  <a:cubicBezTo>
                    <a:pt x="682" y="287"/>
                    <a:pt x="682" y="287"/>
                    <a:pt x="682" y="287"/>
                  </a:cubicBezTo>
                  <a:cubicBezTo>
                    <a:pt x="683" y="281"/>
                    <a:pt x="681" y="277"/>
                    <a:pt x="678" y="273"/>
                  </a:cubicBezTo>
                  <a:cubicBezTo>
                    <a:pt x="675" y="268"/>
                    <a:pt x="675" y="268"/>
                    <a:pt x="675" y="268"/>
                  </a:cubicBezTo>
                  <a:cubicBezTo>
                    <a:pt x="673" y="265"/>
                    <a:pt x="670" y="262"/>
                    <a:pt x="669" y="258"/>
                  </a:cubicBezTo>
                  <a:cubicBezTo>
                    <a:pt x="669" y="258"/>
                    <a:pt x="669" y="258"/>
                    <a:pt x="669" y="258"/>
                  </a:cubicBezTo>
                  <a:cubicBezTo>
                    <a:pt x="669" y="258"/>
                    <a:pt x="669" y="258"/>
                    <a:pt x="669" y="258"/>
                  </a:cubicBezTo>
                  <a:cubicBezTo>
                    <a:pt x="669" y="257"/>
                    <a:pt x="669" y="256"/>
                    <a:pt x="669" y="256"/>
                  </a:cubicBezTo>
                  <a:cubicBezTo>
                    <a:pt x="668" y="253"/>
                    <a:pt x="669" y="251"/>
                    <a:pt x="669" y="249"/>
                  </a:cubicBezTo>
                  <a:cubicBezTo>
                    <a:pt x="669" y="244"/>
                    <a:pt x="669" y="244"/>
                    <a:pt x="669" y="244"/>
                  </a:cubicBezTo>
                  <a:cubicBezTo>
                    <a:pt x="668" y="237"/>
                    <a:pt x="665" y="232"/>
                    <a:pt x="662" y="228"/>
                  </a:cubicBezTo>
                  <a:cubicBezTo>
                    <a:pt x="659" y="223"/>
                    <a:pt x="656" y="218"/>
                    <a:pt x="656" y="213"/>
                  </a:cubicBezTo>
                  <a:cubicBezTo>
                    <a:pt x="656" y="209"/>
                    <a:pt x="656" y="209"/>
                    <a:pt x="656" y="209"/>
                  </a:cubicBezTo>
                  <a:cubicBezTo>
                    <a:pt x="656" y="206"/>
                    <a:pt x="656" y="203"/>
                    <a:pt x="655" y="199"/>
                  </a:cubicBezTo>
                  <a:cubicBezTo>
                    <a:pt x="651" y="193"/>
                    <a:pt x="651" y="193"/>
                    <a:pt x="651" y="193"/>
                  </a:cubicBezTo>
                  <a:cubicBezTo>
                    <a:pt x="650" y="190"/>
                    <a:pt x="648" y="187"/>
                    <a:pt x="648" y="184"/>
                  </a:cubicBezTo>
                  <a:cubicBezTo>
                    <a:pt x="647" y="182"/>
                    <a:pt x="647" y="179"/>
                    <a:pt x="648" y="177"/>
                  </a:cubicBezTo>
                  <a:cubicBezTo>
                    <a:pt x="648" y="174"/>
                    <a:pt x="648" y="171"/>
                    <a:pt x="647" y="168"/>
                  </a:cubicBezTo>
                  <a:cubicBezTo>
                    <a:pt x="646" y="164"/>
                    <a:pt x="646" y="164"/>
                    <a:pt x="646" y="164"/>
                  </a:cubicBezTo>
                  <a:cubicBezTo>
                    <a:pt x="645" y="162"/>
                    <a:pt x="643" y="161"/>
                    <a:pt x="643" y="160"/>
                  </a:cubicBezTo>
                  <a:cubicBezTo>
                    <a:pt x="643" y="160"/>
                    <a:pt x="643" y="160"/>
                    <a:pt x="643" y="160"/>
                  </a:cubicBezTo>
                  <a:cubicBezTo>
                    <a:pt x="643" y="162"/>
                    <a:pt x="645" y="167"/>
                    <a:pt x="645" y="167"/>
                  </a:cubicBezTo>
                  <a:cubicBezTo>
                    <a:pt x="646" y="170"/>
                    <a:pt x="645" y="174"/>
                    <a:pt x="645" y="176"/>
                  </a:cubicBezTo>
                  <a:cubicBezTo>
                    <a:pt x="644" y="179"/>
                    <a:pt x="644" y="182"/>
                    <a:pt x="645" y="185"/>
                  </a:cubicBezTo>
                  <a:cubicBezTo>
                    <a:pt x="646" y="188"/>
                    <a:pt x="647" y="191"/>
                    <a:pt x="649" y="194"/>
                  </a:cubicBezTo>
                  <a:cubicBezTo>
                    <a:pt x="652" y="200"/>
                    <a:pt x="652" y="200"/>
                    <a:pt x="652" y="200"/>
                  </a:cubicBezTo>
                  <a:cubicBezTo>
                    <a:pt x="653" y="203"/>
                    <a:pt x="653" y="206"/>
                    <a:pt x="653" y="209"/>
                  </a:cubicBezTo>
                  <a:cubicBezTo>
                    <a:pt x="653" y="213"/>
                    <a:pt x="653" y="213"/>
                    <a:pt x="653" y="213"/>
                  </a:cubicBezTo>
                  <a:cubicBezTo>
                    <a:pt x="653" y="219"/>
                    <a:pt x="656" y="224"/>
                    <a:pt x="659" y="229"/>
                  </a:cubicBezTo>
                  <a:cubicBezTo>
                    <a:pt x="662" y="234"/>
                    <a:pt x="665" y="238"/>
                    <a:pt x="666" y="244"/>
                  </a:cubicBezTo>
                  <a:cubicBezTo>
                    <a:pt x="666" y="244"/>
                    <a:pt x="666" y="247"/>
                    <a:pt x="666" y="248"/>
                  </a:cubicBezTo>
                  <a:cubicBezTo>
                    <a:pt x="663" y="244"/>
                    <a:pt x="661" y="240"/>
                    <a:pt x="658" y="236"/>
                  </a:cubicBezTo>
                  <a:cubicBezTo>
                    <a:pt x="655" y="232"/>
                    <a:pt x="655" y="232"/>
                    <a:pt x="655" y="232"/>
                  </a:cubicBezTo>
                  <a:cubicBezTo>
                    <a:pt x="652" y="228"/>
                    <a:pt x="650" y="226"/>
                    <a:pt x="647" y="223"/>
                  </a:cubicBezTo>
                  <a:cubicBezTo>
                    <a:pt x="644" y="220"/>
                    <a:pt x="644" y="220"/>
                    <a:pt x="644" y="220"/>
                  </a:cubicBezTo>
                  <a:cubicBezTo>
                    <a:pt x="641" y="217"/>
                    <a:pt x="639" y="214"/>
                    <a:pt x="637" y="211"/>
                  </a:cubicBezTo>
                  <a:cubicBezTo>
                    <a:pt x="634" y="207"/>
                    <a:pt x="630" y="204"/>
                    <a:pt x="627" y="201"/>
                  </a:cubicBezTo>
                  <a:cubicBezTo>
                    <a:pt x="627" y="201"/>
                    <a:pt x="627" y="201"/>
                    <a:pt x="627" y="201"/>
                  </a:cubicBezTo>
                  <a:cubicBezTo>
                    <a:pt x="630" y="204"/>
                    <a:pt x="632" y="209"/>
                    <a:pt x="634" y="212"/>
                  </a:cubicBezTo>
                  <a:cubicBezTo>
                    <a:pt x="637" y="216"/>
                    <a:pt x="639" y="219"/>
                    <a:pt x="642" y="222"/>
                  </a:cubicBezTo>
                  <a:cubicBezTo>
                    <a:pt x="645" y="225"/>
                    <a:pt x="645" y="225"/>
                    <a:pt x="645" y="225"/>
                  </a:cubicBezTo>
                  <a:cubicBezTo>
                    <a:pt x="648" y="228"/>
                    <a:pt x="650" y="230"/>
                    <a:pt x="653" y="234"/>
                  </a:cubicBezTo>
                  <a:cubicBezTo>
                    <a:pt x="656" y="238"/>
                    <a:pt x="656" y="238"/>
                    <a:pt x="656" y="238"/>
                  </a:cubicBezTo>
                  <a:cubicBezTo>
                    <a:pt x="660" y="244"/>
                    <a:pt x="664" y="249"/>
                    <a:pt x="666" y="256"/>
                  </a:cubicBezTo>
                  <a:cubicBezTo>
                    <a:pt x="666" y="257"/>
                    <a:pt x="666" y="258"/>
                    <a:pt x="666" y="259"/>
                  </a:cubicBezTo>
                  <a:cubicBezTo>
                    <a:pt x="668" y="263"/>
                    <a:pt x="670" y="266"/>
                    <a:pt x="673" y="270"/>
                  </a:cubicBezTo>
                  <a:cubicBezTo>
                    <a:pt x="676" y="274"/>
                    <a:pt x="676" y="274"/>
                    <a:pt x="676" y="274"/>
                  </a:cubicBezTo>
                  <a:cubicBezTo>
                    <a:pt x="678" y="278"/>
                    <a:pt x="680" y="282"/>
                    <a:pt x="679" y="286"/>
                  </a:cubicBezTo>
                  <a:cubicBezTo>
                    <a:pt x="678" y="289"/>
                    <a:pt x="678" y="289"/>
                    <a:pt x="678" y="289"/>
                  </a:cubicBezTo>
                  <a:cubicBezTo>
                    <a:pt x="677" y="293"/>
                    <a:pt x="677" y="296"/>
                    <a:pt x="680" y="301"/>
                  </a:cubicBezTo>
                  <a:cubicBezTo>
                    <a:pt x="683" y="306"/>
                    <a:pt x="683" y="306"/>
                    <a:pt x="683" y="306"/>
                  </a:cubicBezTo>
                  <a:cubicBezTo>
                    <a:pt x="685" y="308"/>
                    <a:pt x="687" y="311"/>
                    <a:pt x="688" y="314"/>
                  </a:cubicBezTo>
                  <a:cubicBezTo>
                    <a:pt x="689" y="316"/>
                    <a:pt x="688" y="318"/>
                    <a:pt x="688" y="320"/>
                  </a:cubicBezTo>
                  <a:cubicBezTo>
                    <a:pt x="688" y="322"/>
                    <a:pt x="688" y="324"/>
                    <a:pt x="688" y="327"/>
                  </a:cubicBezTo>
                  <a:cubicBezTo>
                    <a:pt x="689" y="331"/>
                    <a:pt x="692" y="335"/>
                    <a:pt x="694" y="338"/>
                  </a:cubicBezTo>
                  <a:cubicBezTo>
                    <a:pt x="697" y="345"/>
                    <a:pt x="697" y="345"/>
                    <a:pt x="697" y="345"/>
                  </a:cubicBezTo>
                  <a:cubicBezTo>
                    <a:pt x="700" y="352"/>
                    <a:pt x="700" y="352"/>
                    <a:pt x="700" y="352"/>
                  </a:cubicBezTo>
                  <a:cubicBezTo>
                    <a:pt x="700" y="352"/>
                    <a:pt x="701" y="354"/>
                    <a:pt x="699" y="354"/>
                  </a:cubicBezTo>
                  <a:cubicBezTo>
                    <a:pt x="692" y="358"/>
                    <a:pt x="684" y="361"/>
                    <a:pt x="677" y="365"/>
                  </a:cubicBezTo>
                  <a:cubicBezTo>
                    <a:pt x="670" y="368"/>
                    <a:pt x="663" y="371"/>
                    <a:pt x="655" y="375"/>
                  </a:cubicBezTo>
                  <a:cubicBezTo>
                    <a:pt x="655" y="375"/>
                    <a:pt x="653" y="376"/>
                    <a:pt x="653" y="373"/>
                  </a:cubicBezTo>
                  <a:cubicBezTo>
                    <a:pt x="652" y="361"/>
                    <a:pt x="648" y="351"/>
                    <a:pt x="644" y="340"/>
                  </a:cubicBezTo>
                  <a:cubicBezTo>
                    <a:pt x="642" y="336"/>
                    <a:pt x="642" y="336"/>
                    <a:pt x="642" y="336"/>
                  </a:cubicBezTo>
                  <a:cubicBezTo>
                    <a:pt x="639" y="329"/>
                    <a:pt x="639" y="323"/>
                    <a:pt x="638" y="317"/>
                  </a:cubicBezTo>
                  <a:cubicBezTo>
                    <a:pt x="638" y="309"/>
                    <a:pt x="638" y="309"/>
                    <a:pt x="638" y="309"/>
                  </a:cubicBezTo>
                  <a:cubicBezTo>
                    <a:pt x="637" y="306"/>
                    <a:pt x="637" y="304"/>
                    <a:pt x="636" y="301"/>
                  </a:cubicBezTo>
                  <a:cubicBezTo>
                    <a:pt x="636" y="301"/>
                    <a:pt x="636" y="301"/>
                    <a:pt x="636" y="301"/>
                  </a:cubicBezTo>
                  <a:cubicBezTo>
                    <a:pt x="633" y="290"/>
                    <a:pt x="634" y="285"/>
                    <a:pt x="637" y="274"/>
                  </a:cubicBezTo>
                  <a:cubicBezTo>
                    <a:pt x="639" y="269"/>
                    <a:pt x="638" y="264"/>
                    <a:pt x="637" y="259"/>
                  </a:cubicBezTo>
                  <a:cubicBezTo>
                    <a:pt x="636" y="254"/>
                    <a:pt x="634" y="249"/>
                    <a:pt x="636" y="246"/>
                  </a:cubicBezTo>
                  <a:cubicBezTo>
                    <a:pt x="636" y="246"/>
                    <a:pt x="636" y="246"/>
                    <a:pt x="636" y="246"/>
                  </a:cubicBezTo>
                  <a:cubicBezTo>
                    <a:pt x="634" y="250"/>
                    <a:pt x="633" y="254"/>
                    <a:pt x="634" y="260"/>
                  </a:cubicBezTo>
                  <a:cubicBezTo>
                    <a:pt x="635" y="264"/>
                    <a:pt x="636" y="269"/>
                    <a:pt x="635" y="273"/>
                  </a:cubicBezTo>
                  <a:cubicBezTo>
                    <a:pt x="632" y="281"/>
                    <a:pt x="631" y="286"/>
                    <a:pt x="632" y="292"/>
                  </a:cubicBezTo>
                  <a:cubicBezTo>
                    <a:pt x="631" y="292"/>
                    <a:pt x="630" y="291"/>
                    <a:pt x="630" y="290"/>
                  </a:cubicBezTo>
                  <a:cubicBezTo>
                    <a:pt x="626" y="287"/>
                    <a:pt x="626" y="287"/>
                    <a:pt x="626" y="287"/>
                  </a:cubicBezTo>
                  <a:cubicBezTo>
                    <a:pt x="623" y="283"/>
                    <a:pt x="622" y="277"/>
                    <a:pt x="622" y="271"/>
                  </a:cubicBezTo>
                  <a:cubicBezTo>
                    <a:pt x="623" y="263"/>
                    <a:pt x="622" y="257"/>
                    <a:pt x="616" y="250"/>
                  </a:cubicBezTo>
                  <a:cubicBezTo>
                    <a:pt x="613" y="245"/>
                    <a:pt x="613" y="245"/>
                    <a:pt x="613" y="245"/>
                  </a:cubicBezTo>
                  <a:cubicBezTo>
                    <a:pt x="606" y="237"/>
                    <a:pt x="599" y="230"/>
                    <a:pt x="599" y="219"/>
                  </a:cubicBezTo>
                  <a:cubicBezTo>
                    <a:pt x="599" y="219"/>
                    <a:pt x="599" y="219"/>
                    <a:pt x="599" y="219"/>
                  </a:cubicBezTo>
                  <a:cubicBezTo>
                    <a:pt x="600" y="231"/>
                    <a:pt x="604" y="239"/>
                    <a:pt x="610" y="247"/>
                  </a:cubicBezTo>
                  <a:cubicBezTo>
                    <a:pt x="614" y="252"/>
                    <a:pt x="614" y="252"/>
                    <a:pt x="614" y="252"/>
                  </a:cubicBezTo>
                  <a:cubicBezTo>
                    <a:pt x="619" y="258"/>
                    <a:pt x="620" y="263"/>
                    <a:pt x="619" y="271"/>
                  </a:cubicBezTo>
                  <a:cubicBezTo>
                    <a:pt x="619" y="277"/>
                    <a:pt x="620" y="284"/>
                    <a:pt x="624" y="289"/>
                  </a:cubicBezTo>
                  <a:cubicBezTo>
                    <a:pt x="628" y="293"/>
                    <a:pt x="628" y="293"/>
                    <a:pt x="628" y="293"/>
                  </a:cubicBezTo>
                  <a:cubicBezTo>
                    <a:pt x="629" y="294"/>
                    <a:pt x="631" y="295"/>
                    <a:pt x="632" y="297"/>
                  </a:cubicBezTo>
                  <a:cubicBezTo>
                    <a:pt x="634" y="301"/>
                    <a:pt x="634" y="305"/>
                    <a:pt x="635" y="309"/>
                  </a:cubicBezTo>
                  <a:cubicBezTo>
                    <a:pt x="635" y="309"/>
                    <a:pt x="635" y="317"/>
                    <a:pt x="635" y="317"/>
                  </a:cubicBezTo>
                  <a:cubicBezTo>
                    <a:pt x="636" y="324"/>
                    <a:pt x="636" y="330"/>
                    <a:pt x="639" y="337"/>
                  </a:cubicBezTo>
                  <a:cubicBezTo>
                    <a:pt x="641" y="341"/>
                    <a:pt x="641" y="341"/>
                    <a:pt x="641" y="341"/>
                  </a:cubicBezTo>
                  <a:cubicBezTo>
                    <a:pt x="645" y="352"/>
                    <a:pt x="649" y="362"/>
                    <a:pt x="650" y="374"/>
                  </a:cubicBezTo>
                  <a:cubicBezTo>
                    <a:pt x="650" y="375"/>
                    <a:pt x="651" y="377"/>
                    <a:pt x="648" y="378"/>
                  </a:cubicBezTo>
                  <a:cubicBezTo>
                    <a:pt x="641" y="381"/>
                    <a:pt x="633" y="384"/>
                    <a:pt x="624" y="387"/>
                  </a:cubicBezTo>
                  <a:cubicBezTo>
                    <a:pt x="617" y="389"/>
                    <a:pt x="611" y="391"/>
                    <a:pt x="606" y="392"/>
                  </a:cubicBezTo>
                  <a:cubicBezTo>
                    <a:pt x="603" y="393"/>
                    <a:pt x="603" y="391"/>
                    <a:pt x="603" y="391"/>
                  </a:cubicBezTo>
                  <a:cubicBezTo>
                    <a:pt x="603" y="387"/>
                    <a:pt x="603" y="387"/>
                    <a:pt x="603" y="387"/>
                  </a:cubicBezTo>
                  <a:cubicBezTo>
                    <a:pt x="603" y="382"/>
                    <a:pt x="603" y="382"/>
                    <a:pt x="603" y="382"/>
                  </a:cubicBezTo>
                  <a:cubicBezTo>
                    <a:pt x="603" y="379"/>
                    <a:pt x="604" y="377"/>
                    <a:pt x="603" y="374"/>
                  </a:cubicBezTo>
                  <a:cubicBezTo>
                    <a:pt x="602" y="371"/>
                    <a:pt x="600" y="368"/>
                    <a:pt x="598" y="366"/>
                  </a:cubicBezTo>
                  <a:cubicBezTo>
                    <a:pt x="596" y="363"/>
                    <a:pt x="594" y="361"/>
                    <a:pt x="593" y="358"/>
                  </a:cubicBezTo>
                  <a:cubicBezTo>
                    <a:pt x="591" y="354"/>
                    <a:pt x="592" y="350"/>
                    <a:pt x="592" y="346"/>
                  </a:cubicBezTo>
                  <a:cubicBezTo>
                    <a:pt x="592" y="337"/>
                    <a:pt x="592" y="337"/>
                    <a:pt x="592" y="337"/>
                  </a:cubicBezTo>
                  <a:cubicBezTo>
                    <a:pt x="591" y="330"/>
                    <a:pt x="588" y="324"/>
                    <a:pt x="584" y="318"/>
                  </a:cubicBezTo>
                  <a:cubicBezTo>
                    <a:pt x="580" y="311"/>
                    <a:pt x="580" y="311"/>
                    <a:pt x="580" y="311"/>
                  </a:cubicBezTo>
                  <a:cubicBezTo>
                    <a:pt x="578" y="307"/>
                    <a:pt x="578" y="303"/>
                    <a:pt x="578" y="299"/>
                  </a:cubicBezTo>
                  <a:cubicBezTo>
                    <a:pt x="580" y="290"/>
                    <a:pt x="580" y="290"/>
                    <a:pt x="580" y="290"/>
                  </a:cubicBezTo>
                  <a:cubicBezTo>
                    <a:pt x="582" y="284"/>
                    <a:pt x="583" y="278"/>
                    <a:pt x="583" y="273"/>
                  </a:cubicBezTo>
                  <a:cubicBezTo>
                    <a:pt x="583" y="271"/>
                    <a:pt x="583" y="271"/>
                    <a:pt x="583" y="271"/>
                  </a:cubicBezTo>
                  <a:cubicBezTo>
                    <a:pt x="582" y="267"/>
                    <a:pt x="582" y="266"/>
                    <a:pt x="584" y="262"/>
                  </a:cubicBezTo>
                  <a:cubicBezTo>
                    <a:pt x="585" y="260"/>
                    <a:pt x="585" y="260"/>
                    <a:pt x="585" y="260"/>
                  </a:cubicBezTo>
                  <a:cubicBezTo>
                    <a:pt x="586" y="258"/>
                    <a:pt x="586" y="257"/>
                    <a:pt x="584" y="254"/>
                  </a:cubicBezTo>
                  <a:cubicBezTo>
                    <a:pt x="584" y="254"/>
                    <a:pt x="584" y="254"/>
                    <a:pt x="584" y="254"/>
                  </a:cubicBezTo>
                  <a:cubicBezTo>
                    <a:pt x="585" y="255"/>
                    <a:pt x="583" y="257"/>
                    <a:pt x="582" y="259"/>
                  </a:cubicBezTo>
                  <a:cubicBezTo>
                    <a:pt x="581" y="261"/>
                    <a:pt x="581" y="261"/>
                    <a:pt x="581" y="261"/>
                  </a:cubicBezTo>
                  <a:cubicBezTo>
                    <a:pt x="579" y="265"/>
                    <a:pt x="579" y="268"/>
                    <a:pt x="580" y="271"/>
                  </a:cubicBezTo>
                  <a:cubicBezTo>
                    <a:pt x="580" y="273"/>
                    <a:pt x="580" y="273"/>
                    <a:pt x="580" y="273"/>
                  </a:cubicBezTo>
                  <a:cubicBezTo>
                    <a:pt x="580" y="278"/>
                    <a:pt x="579" y="284"/>
                    <a:pt x="577" y="289"/>
                  </a:cubicBezTo>
                  <a:cubicBezTo>
                    <a:pt x="577" y="290"/>
                    <a:pt x="577" y="290"/>
                    <a:pt x="577" y="290"/>
                  </a:cubicBezTo>
                  <a:cubicBezTo>
                    <a:pt x="577" y="289"/>
                    <a:pt x="577" y="288"/>
                    <a:pt x="576" y="287"/>
                  </a:cubicBezTo>
                  <a:cubicBezTo>
                    <a:pt x="574" y="282"/>
                    <a:pt x="574" y="276"/>
                    <a:pt x="573" y="271"/>
                  </a:cubicBezTo>
                  <a:cubicBezTo>
                    <a:pt x="572" y="264"/>
                    <a:pt x="572" y="264"/>
                    <a:pt x="572" y="264"/>
                  </a:cubicBezTo>
                  <a:cubicBezTo>
                    <a:pt x="568" y="244"/>
                    <a:pt x="568" y="244"/>
                    <a:pt x="568" y="244"/>
                  </a:cubicBezTo>
                  <a:cubicBezTo>
                    <a:pt x="568" y="244"/>
                    <a:pt x="568" y="244"/>
                    <a:pt x="568" y="244"/>
                  </a:cubicBezTo>
                  <a:cubicBezTo>
                    <a:pt x="569" y="265"/>
                    <a:pt x="569" y="265"/>
                    <a:pt x="569" y="265"/>
                  </a:cubicBezTo>
                  <a:cubicBezTo>
                    <a:pt x="570" y="271"/>
                    <a:pt x="570" y="271"/>
                    <a:pt x="570" y="271"/>
                  </a:cubicBezTo>
                  <a:cubicBezTo>
                    <a:pt x="571" y="277"/>
                    <a:pt x="572" y="282"/>
                    <a:pt x="573" y="288"/>
                  </a:cubicBezTo>
                  <a:cubicBezTo>
                    <a:pt x="574" y="291"/>
                    <a:pt x="575" y="295"/>
                    <a:pt x="575" y="298"/>
                  </a:cubicBezTo>
                  <a:cubicBezTo>
                    <a:pt x="575" y="298"/>
                    <a:pt x="575" y="299"/>
                    <a:pt x="575" y="299"/>
                  </a:cubicBezTo>
                  <a:cubicBezTo>
                    <a:pt x="575" y="299"/>
                    <a:pt x="575" y="299"/>
                    <a:pt x="575" y="299"/>
                  </a:cubicBezTo>
                  <a:cubicBezTo>
                    <a:pt x="575" y="299"/>
                    <a:pt x="575" y="299"/>
                    <a:pt x="575" y="299"/>
                  </a:cubicBezTo>
                  <a:cubicBezTo>
                    <a:pt x="575" y="303"/>
                    <a:pt x="575" y="308"/>
                    <a:pt x="578" y="312"/>
                  </a:cubicBezTo>
                  <a:cubicBezTo>
                    <a:pt x="582" y="320"/>
                    <a:pt x="582" y="320"/>
                    <a:pt x="582" y="320"/>
                  </a:cubicBezTo>
                  <a:cubicBezTo>
                    <a:pt x="585" y="325"/>
                    <a:pt x="588" y="331"/>
                    <a:pt x="589" y="337"/>
                  </a:cubicBezTo>
                  <a:cubicBezTo>
                    <a:pt x="589" y="337"/>
                    <a:pt x="589" y="346"/>
                    <a:pt x="589" y="346"/>
                  </a:cubicBezTo>
                  <a:cubicBezTo>
                    <a:pt x="589" y="350"/>
                    <a:pt x="588" y="354"/>
                    <a:pt x="590" y="359"/>
                  </a:cubicBezTo>
                  <a:cubicBezTo>
                    <a:pt x="591" y="362"/>
                    <a:pt x="593" y="365"/>
                    <a:pt x="595" y="367"/>
                  </a:cubicBezTo>
                  <a:cubicBezTo>
                    <a:pt x="597" y="370"/>
                    <a:pt x="599" y="372"/>
                    <a:pt x="600" y="375"/>
                  </a:cubicBezTo>
                  <a:cubicBezTo>
                    <a:pt x="601" y="377"/>
                    <a:pt x="600" y="379"/>
                    <a:pt x="600" y="382"/>
                  </a:cubicBezTo>
                  <a:cubicBezTo>
                    <a:pt x="600" y="387"/>
                    <a:pt x="600" y="387"/>
                    <a:pt x="600" y="387"/>
                  </a:cubicBezTo>
                  <a:cubicBezTo>
                    <a:pt x="600" y="391"/>
                    <a:pt x="600" y="391"/>
                    <a:pt x="600" y="391"/>
                  </a:cubicBezTo>
                  <a:cubicBezTo>
                    <a:pt x="600" y="391"/>
                    <a:pt x="601" y="394"/>
                    <a:pt x="598" y="394"/>
                  </a:cubicBezTo>
                  <a:cubicBezTo>
                    <a:pt x="591" y="396"/>
                    <a:pt x="585" y="397"/>
                    <a:pt x="581" y="398"/>
                  </a:cubicBezTo>
                  <a:cubicBezTo>
                    <a:pt x="575" y="400"/>
                    <a:pt x="571" y="401"/>
                    <a:pt x="568" y="402"/>
                  </a:cubicBezTo>
                  <a:cubicBezTo>
                    <a:pt x="567" y="402"/>
                    <a:pt x="565" y="401"/>
                    <a:pt x="565" y="400"/>
                  </a:cubicBezTo>
                  <a:cubicBezTo>
                    <a:pt x="565" y="398"/>
                    <a:pt x="565" y="397"/>
                    <a:pt x="565" y="394"/>
                  </a:cubicBezTo>
                  <a:cubicBezTo>
                    <a:pt x="566" y="387"/>
                    <a:pt x="566" y="379"/>
                    <a:pt x="565" y="372"/>
                  </a:cubicBezTo>
                  <a:cubicBezTo>
                    <a:pt x="565" y="370"/>
                    <a:pt x="564" y="369"/>
                    <a:pt x="564" y="367"/>
                  </a:cubicBezTo>
                  <a:cubicBezTo>
                    <a:pt x="562" y="365"/>
                    <a:pt x="563" y="361"/>
                    <a:pt x="565" y="358"/>
                  </a:cubicBezTo>
                  <a:cubicBezTo>
                    <a:pt x="571" y="348"/>
                    <a:pt x="570" y="333"/>
                    <a:pt x="570" y="333"/>
                  </a:cubicBezTo>
                  <a:cubicBezTo>
                    <a:pt x="570" y="333"/>
                    <a:pt x="570" y="333"/>
                    <a:pt x="570" y="333"/>
                  </a:cubicBezTo>
                  <a:cubicBezTo>
                    <a:pt x="568" y="342"/>
                    <a:pt x="568" y="342"/>
                    <a:pt x="568" y="342"/>
                  </a:cubicBezTo>
                  <a:cubicBezTo>
                    <a:pt x="566" y="347"/>
                    <a:pt x="565" y="352"/>
                    <a:pt x="562" y="356"/>
                  </a:cubicBezTo>
                  <a:cubicBezTo>
                    <a:pt x="561" y="358"/>
                    <a:pt x="560" y="360"/>
                    <a:pt x="560" y="361"/>
                  </a:cubicBezTo>
                  <a:cubicBezTo>
                    <a:pt x="559" y="359"/>
                    <a:pt x="559" y="359"/>
                    <a:pt x="559" y="359"/>
                  </a:cubicBezTo>
                  <a:cubicBezTo>
                    <a:pt x="557" y="355"/>
                    <a:pt x="557" y="350"/>
                    <a:pt x="557" y="346"/>
                  </a:cubicBezTo>
                  <a:cubicBezTo>
                    <a:pt x="558" y="343"/>
                    <a:pt x="558" y="343"/>
                    <a:pt x="558" y="343"/>
                  </a:cubicBezTo>
                  <a:cubicBezTo>
                    <a:pt x="558" y="338"/>
                    <a:pt x="555" y="334"/>
                    <a:pt x="553" y="331"/>
                  </a:cubicBezTo>
                  <a:cubicBezTo>
                    <a:pt x="551" y="327"/>
                    <a:pt x="547" y="323"/>
                    <a:pt x="549" y="318"/>
                  </a:cubicBezTo>
                  <a:cubicBezTo>
                    <a:pt x="549" y="318"/>
                    <a:pt x="549" y="318"/>
                    <a:pt x="549" y="318"/>
                  </a:cubicBezTo>
                  <a:cubicBezTo>
                    <a:pt x="547" y="325"/>
                    <a:pt x="548" y="329"/>
                    <a:pt x="551" y="333"/>
                  </a:cubicBezTo>
                  <a:cubicBezTo>
                    <a:pt x="553" y="336"/>
                    <a:pt x="555" y="339"/>
                    <a:pt x="555" y="343"/>
                  </a:cubicBezTo>
                  <a:cubicBezTo>
                    <a:pt x="554" y="346"/>
                    <a:pt x="554" y="346"/>
                    <a:pt x="554" y="346"/>
                  </a:cubicBezTo>
                  <a:cubicBezTo>
                    <a:pt x="554" y="350"/>
                    <a:pt x="554" y="355"/>
                    <a:pt x="556" y="360"/>
                  </a:cubicBezTo>
                  <a:cubicBezTo>
                    <a:pt x="559" y="365"/>
                    <a:pt x="559" y="365"/>
                    <a:pt x="559" y="365"/>
                  </a:cubicBezTo>
                  <a:cubicBezTo>
                    <a:pt x="560" y="368"/>
                    <a:pt x="562" y="370"/>
                    <a:pt x="562" y="373"/>
                  </a:cubicBezTo>
                  <a:cubicBezTo>
                    <a:pt x="563" y="380"/>
                    <a:pt x="563" y="387"/>
                    <a:pt x="562" y="394"/>
                  </a:cubicBezTo>
                  <a:cubicBezTo>
                    <a:pt x="562" y="397"/>
                    <a:pt x="562" y="400"/>
                    <a:pt x="563" y="402"/>
                  </a:cubicBezTo>
                  <a:cubicBezTo>
                    <a:pt x="563" y="403"/>
                    <a:pt x="562" y="405"/>
                    <a:pt x="561" y="405"/>
                  </a:cubicBezTo>
                  <a:cubicBezTo>
                    <a:pt x="556" y="408"/>
                    <a:pt x="551" y="414"/>
                    <a:pt x="546" y="423"/>
                  </a:cubicBezTo>
                  <a:cubicBezTo>
                    <a:pt x="545" y="424"/>
                    <a:pt x="544" y="424"/>
                    <a:pt x="543" y="422"/>
                  </a:cubicBezTo>
                  <a:cubicBezTo>
                    <a:pt x="537" y="409"/>
                    <a:pt x="524" y="402"/>
                    <a:pt x="501" y="402"/>
                  </a:cubicBezTo>
                  <a:cubicBezTo>
                    <a:pt x="501" y="402"/>
                    <a:pt x="501" y="401"/>
                    <a:pt x="501" y="401"/>
                  </a:cubicBezTo>
                  <a:cubicBezTo>
                    <a:pt x="499" y="401"/>
                    <a:pt x="499" y="401"/>
                    <a:pt x="499" y="401"/>
                  </a:cubicBezTo>
                  <a:cubicBezTo>
                    <a:pt x="499" y="401"/>
                    <a:pt x="499" y="402"/>
                    <a:pt x="499" y="402"/>
                  </a:cubicBezTo>
                  <a:cubicBezTo>
                    <a:pt x="475" y="402"/>
                    <a:pt x="463" y="408"/>
                    <a:pt x="456" y="421"/>
                  </a:cubicBezTo>
                  <a:cubicBezTo>
                    <a:pt x="456" y="422"/>
                    <a:pt x="454" y="422"/>
                    <a:pt x="452" y="420"/>
                  </a:cubicBezTo>
                  <a:cubicBezTo>
                    <a:pt x="446" y="408"/>
                    <a:pt x="442" y="406"/>
                    <a:pt x="436" y="403"/>
                  </a:cubicBezTo>
                  <a:cubicBezTo>
                    <a:pt x="435" y="403"/>
                    <a:pt x="433" y="401"/>
                    <a:pt x="433" y="400"/>
                  </a:cubicBezTo>
                  <a:cubicBezTo>
                    <a:pt x="428" y="389"/>
                    <a:pt x="430" y="372"/>
                    <a:pt x="432" y="362"/>
                  </a:cubicBezTo>
                  <a:cubicBezTo>
                    <a:pt x="432" y="361"/>
                    <a:pt x="432" y="360"/>
                    <a:pt x="432" y="359"/>
                  </a:cubicBezTo>
                  <a:cubicBezTo>
                    <a:pt x="433" y="359"/>
                    <a:pt x="433" y="359"/>
                    <a:pt x="433" y="359"/>
                  </a:cubicBezTo>
                  <a:cubicBezTo>
                    <a:pt x="434" y="351"/>
                    <a:pt x="443" y="334"/>
                    <a:pt x="448" y="329"/>
                  </a:cubicBezTo>
                  <a:cubicBezTo>
                    <a:pt x="444" y="333"/>
                    <a:pt x="438" y="339"/>
                    <a:pt x="434" y="346"/>
                  </a:cubicBezTo>
                  <a:cubicBezTo>
                    <a:pt x="434" y="347"/>
                    <a:pt x="434" y="347"/>
                    <a:pt x="434" y="346"/>
                  </a:cubicBezTo>
                  <a:cubicBezTo>
                    <a:pt x="434" y="345"/>
                    <a:pt x="434" y="343"/>
                    <a:pt x="434" y="342"/>
                  </a:cubicBezTo>
                  <a:cubicBezTo>
                    <a:pt x="434" y="332"/>
                    <a:pt x="433" y="323"/>
                    <a:pt x="436" y="315"/>
                  </a:cubicBezTo>
                  <a:cubicBezTo>
                    <a:pt x="433" y="324"/>
                    <a:pt x="431" y="332"/>
                    <a:pt x="431" y="342"/>
                  </a:cubicBezTo>
                  <a:cubicBezTo>
                    <a:pt x="431" y="348"/>
                    <a:pt x="431" y="355"/>
                    <a:pt x="429" y="361"/>
                  </a:cubicBezTo>
                  <a:cubicBezTo>
                    <a:pt x="426" y="373"/>
                    <a:pt x="425" y="388"/>
                    <a:pt x="429" y="399"/>
                  </a:cubicBezTo>
                  <a:cubicBezTo>
                    <a:pt x="429" y="399"/>
                    <a:pt x="429" y="401"/>
                    <a:pt x="428" y="400"/>
                  </a:cubicBezTo>
                  <a:cubicBezTo>
                    <a:pt x="425" y="400"/>
                    <a:pt x="423" y="399"/>
                    <a:pt x="419" y="398"/>
                  </a:cubicBezTo>
                  <a:cubicBezTo>
                    <a:pt x="414" y="397"/>
                    <a:pt x="408" y="396"/>
                    <a:pt x="400" y="394"/>
                  </a:cubicBezTo>
                  <a:cubicBezTo>
                    <a:pt x="399" y="393"/>
                    <a:pt x="398" y="393"/>
                    <a:pt x="398" y="391"/>
                  </a:cubicBezTo>
                  <a:cubicBezTo>
                    <a:pt x="398" y="386"/>
                    <a:pt x="398" y="382"/>
                    <a:pt x="397" y="378"/>
                  </a:cubicBezTo>
                  <a:cubicBezTo>
                    <a:pt x="397" y="371"/>
                    <a:pt x="396" y="363"/>
                    <a:pt x="398" y="356"/>
                  </a:cubicBezTo>
                  <a:cubicBezTo>
                    <a:pt x="400" y="344"/>
                    <a:pt x="405" y="334"/>
                    <a:pt x="411" y="323"/>
                  </a:cubicBezTo>
                  <a:cubicBezTo>
                    <a:pt x="413" y="319"/>
                    <a:pt x="413" y="319"/>
                    <a:pt x="413" y="319"/>
                  </a:cubicBezTo>
                  <a:cubicBezTo>
                    <a:pt x="414" y="316"/>
                    <a:pt x="416" y="312"/>
                    <a:pt x="416" y="309"/>
                  </a:cubicBezTo>
                  <a:cubicBezTo>
                    <a:pt x="420" y="302"/>
                    <a:pt x="421" y="301"/>
                    <a:pt x="428" y="299"/>
                  </a:cubicBezTo>
                  <a:cubicBezTo>
                    <a:pt x="434" y="297"/>
                    <a:pt x="437" y="294"/>
                    <a:pt x="444" y="289"/>
                  </a:cubicBezTo>
                  <a:cubicBezTo>
                    <a:pt x="438" y="294"/>
                    <a:pt x="433" y="294"/>
                    <a:pt x="427" y="296"/>
                  </a:cubicBezTo>
                  <a:cubicBezTo>
                    <a:pt x="424" y="297"/>
                    <a:pt x="421" y="298"/>
                    <a:pt x="420" y="300"/>
                  </a:cubicBezTo>
                  <a:cubicBezTo>
                    <a:pt x="419" y="300"/>
                    <a:pt x="419" y="298"/>
                    <a:pt x="419" y="298"/>
                  </a:cubicBezTo>
                  <a:cubicBezTo>
                    <a:pt x="421" y="292"/>
                    <a:pt x="421" y="292"/>
                    <a:pt x="421" y="292"/>
                  </a:cubicBezTo>
                  <a:cubicBezTo>
                    <a:pt x="422" y="287"/>
                    <a:pt x="426" y="284"/>
                    <a:pt x="429" y="280"/>
                  </a:cubicBezTo>
                  <a:cubicBezTo>
                    <a:pt x="433" y="275"/>
                    <a:pt x="436" y="270"/>
                    <a:pt x="437" y="262"/>
                  </a:cubicBezTo>
                  <a:cubicBezTo>
                    <a:pt x="436" y="269"/>
                    <a:pt x="431" y="273"/>
                    <a:pt x="427" y="278"/>
                  </a:cubicBezTo>
                  <a:cubicBezTo>
                    <a:pt x="423" y="282"/>
                    <a:pt x="420" y="286"/>
                    <a:pt x="418" y="291"/>
                  </a:cubicBezTo>
                  <a:cubicBezTo>
                    <a:pt x="415" y="303"/>
                    <a:pt x="415" y="303"/>
                    <a:pt x="415" y="303"/>
                  </a:cubicBezTo>
                  <a:cubicBezTo>
                    <a:pt x="414" y="304"/>
                    <a:pt x="414" y="306"/>
                    <a:pt x="414" y="308"/>
                  </a:cubicBezTo>
                  <a:cubicBezTo>
                    <a:pt x="413" y="308"/>
                    <a:pt x="413" y="309"/>
                    <a:pt x="413" y="309"/>
                  </a:cubicBezTo>
                  <a:cubicBezTo>
                    <a:pt x="412" y="312"/>
                    <a:pt x="411" y="315"/>
                    <a:pt x="410" y="318"/>
                  </a:cubicBezTo>
                  <a:cubicBezTo>
                    <a:pt x="408" y="322"/>
                    <a:pt x="408" y="322"/>
                    <a:pt x="408" y="322"/>
                  </a:cubicBezTo>
                  <a:cubicBezTo>
                    <a:pt x="403" y="332"/>
                    <a:pt x="397" y="343"/>
                    <a:pt x="395" y="355"/>
                  </a:cubicBezTo>
                  <a:cubicBezTo>
                    <a:pt x="393" y="363"/>
                    <a:pt x="394" y="371"/>
                    <a:pt x="394" y="378"/>
                  </a:cubicBezTo>
                  <a:cubicBezTo>
                    <a:pt x="395" y="382"/>
                    <a:pt x="395" y="386"/>
                    <a:pt x="395" y="390"/>
                  </a:cubicBezTo>
                  <a:cubicBezTo>
                    <a:pt x="395" y="391"/>
                    <a:pt x="393" y="392"/>
                    <a:pt x="392" y="391"/>
                  </a:cubicBezTo>
                  <a:cubicBezTo>
                    <a:pt x="388" y="390"/>
                    <a:pt x="382" y="389"/>
                    <a:pt x="376" y="387"/>
                  </a:cubicBezTo>
                  <a:cubicBezTo>
                    <a:pt x="368" y="384"/>
                    <a:pt x="361" y="381"/>
                    <a:pt x="354" y="378"/>
                  </a:cubicBezTo>
                  <a:cubicBezTo>
                    <a:pt x="353" y="378"/>
                    <a:pt x="351" y="376"/>
                    <a:pt x="351" y="375"/>
                  </a:cubicBezTo>
                  <a:cubicBezTo>
                    <a:pt x="349" y="368"/>
                    <a:pt x="353" y="360"/>
                    <a:pt x="357" y="352"/>
                  </a:cubicBezTo>
                  <a:cubicBezTo>
                    <a:pt x="360" y="346"/>
                    <a:pt x="360" y="346"/>
                    <a:pt x="360" y="346"/>
                  </a:cubicBezTo>
                  <a:cubicBezTo>
                    <a:pt x="369" y="321"/>
                    <a:pt x="369" y="321"/>
                    <a:pt x="369" y="321"/>
                  </a:cubicBezTo>
                  <a:cubicBezTo>
                    <a:pt x="378" y="297"/>
                    <a:pt x="378" y="297"/>
                    <a:pt x="378" y="297"/>
                  </a:cubicBezTo>
                  <a:cubicBezTo>
                    <a:pt x="380" y="294"/>
                    <a:pt x="381" y="292"/>
                    <a:pt x="382" y="289"/>
                  </a:cubicBezTo>
                  <a:cubicBezTo>
                    <a:pt x="385" y="287"/>
                    <a:pt x="389" y="286"/>
                    <a:pt x="393" y="285"/>
                  </a:cubicBezTo>
                  <a:cubicBezTo>
                    <a:pt x="398" y="284"/>
                    <a:pt x="402" y="283"/>
                    <a:pt x="406" y="280"/>
                  </a:cubicBezTo>
                  <a:cubicBezTo>
                    <a:pt x="413" y="274"/>
                    <a:pt x="416" y="267"/>
                    <a:pt x="419" y="259"/>
                  </a:cubicBezTo>
                  <a:cubicBezTo>
                    <a:pt x="420" y="250"/>
                    <a:pt x="420" y="250"/>
                    <a:pt x="420" y="250"/>
                  </a:cubicBezTo>
                  <a:cubicBezTo>
                    <a:pt x="417" y="259"/>
                    <a:pt x="417" y="259"/>
                    <a:pt x="417" y="259"/>
                  </a:cubicBezTo>
                  <a:cubicBezTo>
                    <a:pt x="415" y="267"/>
                    <a:pt x="411" y="272"/>
                    <a:pt x="404" y="277"/>
                  </a:cubicBezTo>
                  <a:cubicBezTo>
                    <a:pt x="401" y="280"/>
                    <a:pt x="397" y="281"/>
                    <a:pt x="393" y="282"/>
                  </a:cubicBezTo>
                  <a:cubicBezTo>
                    <a:pt x="391" y="282"/>
                    <a:pt x="390" y="283"/>
                    <a:pt x="389" y="283"/>
                  </a:cubicBezTo>
                  <a:cubicBezTo>
                    <a:pt x="388" y="283"/>
                    <a:pt x="388" y="283"/>
                    <a:pt x="388" y="282"/>
                  </a:cubicBezTo>
                  <a:cubicBezTo>
                    <a:pt x="389" y="281"/>
                    <a:pt x="390" y="281"/>
                    <a:pt x="390" y="280"/>
                  </a:cubicBezTo>
                  <a:cubicBezTo>
                    <a:pt x="394" y="276"/>
                    <a:pt x="397" y="272"/>
                    <a:pt x="400" y="267"/>
                  </a:cubicBezTo>
                  <a:cubicBezTo>
                    <a:pt x="405" y="259"/>
                    <a:pt x="409" y="243"/>
                    <a:pt x="411" y="234"/>
                  </a:cubicBezTo>
                  <a:cubicBezTo>
                    <a:pt x="410" y="243"/>
                    <a:pt x="402" y="258"/>
                    <a:pt x="398" y="266"/>
                  </a:cubicBezTo>
                  <a:cubicBezTo>
                    <a:pt x="395" y="270"/>
                    <a:pt x="392" y="274"/>
                    <a:pt x="388" y="278"/>
                  </a:cubicBezTo>
                  <a:cubicBezTo>
                    <a:pt x="385" y="281"/>
                    <a:pt x="383" y="284"/>
                    <a:pt x="380" y="287"/>
                  </a:cubicBezTo>
                  <a:cubicBezTo>
                    <a:pt x="379" y="289"/>
                    <a:pt x="377" y="292"/>
                    <a:pt x="377" y="292"/>
                  </a:cubicBezTo>
                  <a:cubicBezTo>
                    <a:pt x="377" y="293"/>
                    <a:pt x="376" y="294"/>
                    <a:pt x="376" y="296"/>
                  </a:cubicBezTo>
                  <a:cubicBezTo>
                    <a:pt x="367" y="318"/>
                    <a:pt x="367" y="318"/>
                    <a:pt x="367" y="318"/>
                  </a:cubicBezTo>
                  <a:cubicBezTo>
                    <a:pt x="367" y="318"/>
                    <a:pt x="366" y="319"/>
                    <a:pt x="366" y="318"/>
                  </a:cubicBezTo>
                  <a:cubicBezTo>
                    <a:pt x="366" y="317"/>
                    <a:pt x="365" y="315"/>
                    <a:pt x="365" y="314"/>
                  </a:cubicBezTo>
                  <a:cubicBezTo>
                    <a:pt x="364" y="310"/>
                    <a:pt x="363" y="306"/>
                    <a:pt x="364" y="301"/>
                  </a:cubicBezTo>
                  <a:cubicBezTo>
                    <a:pt x="366" y="297"/>
                    <a:pt x="366" y="297"/>
                    <a:pt x="366" y="297"/>
                  </a:cubicBezTo>
                  <a:cubicBezTo>
                    <a:pt x="366" y="295"/>
                    <a:pt x="368" y="292"/>
                    <a:pt x="368" y="289"/>
                  </a:cubicBezTo>
                  <a:cubicBezTo>
                    <a:pt x="368" y="287"/>
                    <a:pt x="367" y="285"/>
                    <a:pt x="367" y="283"/>
                  </a:cubicBezTo>
                  <a:cubicBezTo>
                    <a:pt x="364" y="278"/>
                    <a:pt x="364" y="278"/>
                    <a:pt x="364" y="278"/>
                  </a:cubicBezTo>
                  <a:cubicBezTo>
                    <a:pt x="364" y="278"/>
                    <a:pt x="366" y="287"/>
                    <a:pt x="366" y="289"/>
                  </a:cubicBezTo>
                  <a:cubicBezTo>
                    <a:pt x="366" y="291"/>
                    <a:pt x="365" y="293"/>
                    <a:pt x="364" y="295"/>
                  </a:cubicBezTo>
                  <a:cubicBezTo>
                    <a:pt x="361" y="301"/>
                    <a:pt x="361" y="301"/>
                    <a:pt x="361" y="301"/>
                  </a:cubicBezTo>
                  <a:cubicBezTo>
                    <a:pt x="360" y="306"/>
                    <a:pt x="361" y="310"/>
                    <a:pt x="362" y="315"/>
                  </a:cubicBezTo>
                  <a:cubicBezTo>
                    <a:pt x="363" y="318"/>
                    <a:pt x="364" y="322"/>
                    <a:pt x="364" y="325"/>
                  </a:cubicBezTo>
                  <a:cubicBezTo>
                    <a:pt x="363" y="328"/>
                    <a:pt x="363" y="328"/>
                    <a:pt x="363" y="328"/>
                  </a:cubicBezTo>
                  <a:cubicBezTo>
                    <a:pt x="357" y="345"/>
                    <a:pt x="357" y="345"/>
                    <a:pt x="357" y="345"/>
                  </a:cubicBezTo>
                  <a:cubicBezTo>
                    <a:pt x="354" y="351"/>
                    <a:pt x="354" y="351"/>
                    <a:pt x="354" y="351"/>
                  </a:cubicBezTo>
                  <a:cubicBezTo>
                    <a:pt x="351" y="358"/>
                    <a:pt x="347" y="366"/>
                    <a:pt x="348" y="373"/>
                  </a:cubicBezTo>
                  <a:cubicBezTo>
                    <a:pt x="348" y="374"/>
                    <a:pt x="346" y="375"/>
                    <a:pt x="346" y="375"/>
                  </a:cubicBezTo>
                  <a:cubicBezTo>
                    <a:pt x="338" y="372"/>
                    <a:pt x="331" y="368"/>
                    <a:pt x="324" y="365"/>
                  </a:cubicBezTo>
                  <a:cubicBezTo>
                    <a:pt x="323" y="365"/>
                    <a:pt x="323" y="364"/>
                    <a:pt x="322" y="364"/>
                  </a:cubicBezTo>
                  <a:cubicBezTo>
                    <a:pt x="321" y="364"/>
                    <a:pt x="320" y="362"/>
                    <a:pt x="321" y="360"/>
                  </a:cubicBezTo>
                  <a:cubicBezTo>
                    <a:pt x="322" y="355"/>
                    <a:pt x="324" y="350"/>
                    <a:pt x="327" y="346"/>
                  </a:cubicBezTo>
                  <a:cubicBezTo>
                    <a:pt x="330" y="341"/>
                    <a:pt x="333" y="335"/>
                    <a:pt x="335" y="329"/>
                  </a:cubicBezTo>
                  <a:cubicBezTo>
                    <a:pt x="336" y="320"/>
                    <a:pt x="336" y="320"/>
                    <a:pt x="336" y="320"/>
                  </a:cubicBezTo>
                  <a:cubicBezTo>
                    <a:pt x="336" y="316"/>
                    <a:pt x="336" y="313"/>
                    <a:pt x="338" y="310"/>
                  </a:cubicBezTo>
                  <a:cubicBezTo>
                    <a:pt x="339" y="306"/>
                    <a:pt x="341" y="302"/>
                    <a:pt x="344" y="299"/>
                  </a:cubicBezTo>
                  <a:cubicBezTo>
                    <a:pt x="349" y="291"/>
                    <a:pt x="349" y="291"/>
                    <a:pt x="349" y="291"/>
                  </a:cubicBezTo>
                  <a:cubicBezTo>
                    <a:pt x="351" y="287"/>
                    <a:pt x="355" y="278"/>
                    <a:pt x="355" y="277"/>
                  </a:cubicBezTo>
                  <a:cubicBezTo>
                    <a:pt x="355" y="276"/>
                    <a:pt x="355" y="275"/>
                    <a:pt x="356" y="275"/>
                  </a:cubicBezTo>
                  <a:cubicBezTo>
                    <a:pt x="358" y="269"/>
                    <a:pt x="367" y="261"/>
                    <a:pt x="373" y="256"/>
                  </a:cubicBezTo>
                  <a:cubicBezTo>
                    <a:pt x="379" y="250"/>
                    <a:pt x="379" y="250"/>
                    <a:pt x="379" y="250"/>
                  </a:cubicBezTo>
                  <a:cubicBezTo>
                    <a:pt x="379" y="250"/>
                    <a:pt x="382" y="248"/>
                    <a:pt x="382" y="248"/>
                  </a:cubicBezTo>
                  <a:cubicBezTo>
                    <a:pt x="386" y="244"/>
                    <a:pt x="386" y="244"/>
                    <a:pt x="386" y="244"/>
                  </a:cubicBezTo>
                  <a:cubicBezTo>
                    <a:pt x="387" y="243"/>
                    <a:pt x="388" y="242"/>
                    <a:pt x="388" y="240"/>
                  </a:cubicBezTo>
                  <a:cubicBezTo>
                    <a:pt x="389" y="239"/>
                    <a:pt x="389" y="237"/>
                    <a:pt x="389" y="237"/>
                  </a:cubicBezTo>
                  <a:cubicBezTo>
                    <a:pt x="391" y="235"/>
                    <a:pt x="393" y="235"/>
                    <a:pt x="395" y="235"/>
                  </a:cubicBezTo>
                  <a:cubicBezTo>
                    <a:pt x="398" y="235"/>
                    <a:pt x="400" y="234"/>
                    <a:pt x="402" y="228"/>
                  </a:cubicBezTo>
                  <a:cubicBezTo>
                    <a:pt x="401" y="232"/>
                    <a:pt x="397" y="232"/>
                    <a:pt x="394" y="232"/>
                  </a:cubicBezTo>
                  <a:cubicBezTo>
                    <a:pt x="392" y="232"/>
                    <a:pt x="390" y="233"/>
                    <a:pt x="387" y="235"/>
                  </a:cubicBezTo>
                  <a:cubicBezTo>
                    <a:pt x="386" y="236"/>
                    <a:pt x="386" y="237"/>
                    <a:pt x="385" y="239"/>
                  </a:cubicBezTo>
                  <a:cubicBezTo>
                    <a:pt x="385" y="241"/>
                    <a:pt x="385" y="242"/>
                    <a:pt x="384" y="243"/>
                  </a:cubicBezTo>
                  <a:cubicBezTo>
                    <a:pt x="380" y="246"/>
                    <a:pt x="380" y="246"/>
                    <a:pt x="380" y="246"/>
                  </a:cubicBezTo>
                  <a:cubicBezTo>
                    <a:pt x="377" y="248"/>
                    <a:pt x="377" y="248"/>
                    <a:pt x="377" y="248"/>
                  </a:cubicBezTo>
                  <a:cubicBezTo>
                    <a:pt x="371" y="254"/>
                    <a:pt x="371" y="254"/>
                    <a:pt x="371" y="254"/>
                  </a:cubicBezTo>
                  <a:cubicBezTo>
                    <a:pt x="367" y="257"/>
                    <a:pt x="364" y="260"/>
                    <a:pt x="361" y="263"/>
                  </a:cubicBezTo>
                  <a:cubicBezTo>
                    <a:pt x="360" y="264"/>
                    <a:pt x="359" y="264"/>
                    <a:pt x="359" y="263"/>
                  </a:cubicBezTo>
                  <a:cubicBezTo>
                    <a:pt x="359" y="262"/>
                    <a:pt x="359" y="261"/>
                    <a:pt x="360" y="261"/>
                  </a:cubicBezTo>
                  <a:cubicBezTo>
                    <a:pt x="362" y="252"/>
                    <a:pt x="362" y="252"/>
                    <a:pt x="362" y="252"/>
                  </a:cubicBezTo>
                  <a:cubicBezTo>
                    <a:pt x="363" y="248"/>
                    <a:pt x="365" y="245"/>
                    <a:pt x="367" y="241"/>
                  </a:cubicBezTo>
                  <a:cubicBezTo>
                    <a:pt x="370" y="234"/>
                    <a:pt x="370" y="234"/>
                    <a:pt x="370" y="234"/>
                  </a:cubicBezTo>
                  <a:cubicBezTo>
                    <a:pt x="371" y="233"/>
                    <a:pt x="371" y="232"/>
                    <a:pt x="371" y="231"/>
                  </a:cubicBezTo>
                  <a:cubicBezTo>
                    <a:pt x="374" y="227"/>
                    <a:pt x="376" y="225"/>
                    <a:pt x="379" y="223"/>
                  </a:cubicBezTo>
                  <a:cubicBezTo>
                    <a:pt x="382" y="220"/>
                    <a:pt x="385" y="218"/>
                    <a:pt x="388" y="214"/>
                  </a:cubicBezTo>
                  <a:cubicBezTo>
                    <a:pt x="390" y="211"/>
                    <a:pt x="389" y="206"/>
                    <a:pt x="390" y="202"/>
                  </a:cubicBezTo>
                  <a:cubicBezTo>
                    <a:pt x="391" y="197"/>
                    <a:pt x="392" y="191"/>
                    <a:pt x="395" y="188"/>
                  </a:cubicBezTo>
                  <a:cubicBezTo>
                    <a:pt x="391" y="191"/>
                    <a:pt x="389" y="196"/>
                    <a:pt x="388" y="202"/>
                  </a:cubicBezTo>
                  <a:cubicBezTo>
                    <a:pt x="388" y="206"/>
                    <a:pt x="387" y="210"/>
                    <a:pt x="385" y="213"/>
                  </a:cubicBezTo>
                  <a:cubicBezTo>
                    <a:pt x="383" y="216"/>
                    <a:pt x="380" y="218"/>
                    <a:pt x="377" y="220"/>
                  </a:cubicBezTo>
                  <a:cubicBezTo>
                    <a:pt x="376" y="222"/>
                    <a:pt x="374" y="223"/>
                    <a:pt x="373" y="225"/>
                  </a:cubicBezTo>
                  <a:cubicBezTo>
                    <a:pt x="373" y="224"/>
                    <a:pt x="373" y="223"/>
                    <a:pt x="373" y="222"/>
                  </a:cubicBezTo>
                  <a:cubicBezTo>
                    <a:pt x="373" y="218"/>
                    <a:pt x="372" y="213"/>
                    <a:pt x="374" y="209"/>
                  </a:cubicBezTo>
                  <a:cubicBezTo>
                    <a:pt x="372" y="214"/>
                    <a:pt x="371" y="217"/>
                    <a:pt x="371" y="222"/>
                  </a:cubicBezTo>
                  <a:cubicBezTo>
                    <a:pt x="371" y="225"/>
                    <a:pt x="369" y="227"/>
                    <a:pt x="369" y="230"/>
                  </a:cubicBezTo>
                  <a:cubicBezTo>
                    <a:pt x="368" y="230"/>
                    <a:pt x="368" y="231"/>
                    <a:pt x="368" y="231"/>
                  </a:cubicBezTo>
                  <a:cubicBezTo>
                    <a:pt x="368" y="231"/>
                    <a:pt x="368" y="232"/>
                    <a:pt x="368" y="233"/>
                  </a:cubicBezTo>
                  <a:cubicBezTo>
                    <a:pt x="364" y="240"/>
                    <a:pt x="364" y="240"/>
                    <a:pt x="364" y="240"/>
                  </a:cubicBezTo>
                  <a:cubicBezTo>
                    <a:pt x="362" y="243"/>
                    <a:pt x="360" y="247"/>
                    <a:pt x="359" y="251"/>
                  </a:cubicBezTo>
                  <a:cubicBezTo>
                    <a:pt x="359" y="251"/>
                    <a:pt x="357" y="260"/>
                    <a:pt x="357" y="260"/>
                  </a:cubicBezTo>
                  <a:cubicBezTo>
                    <a:pt x="355" y="265"/>
                    <a:pt x="354" y="269"/>
                    <a:pt x="353" y="273"/>
                  </a:cubicBezTo>
                  <a:cubicBezTo>
                    <a:pt x="352" y="274"/>
                    <a:pt x="352" y="275"/>
                    <a:pt x="352" y="276"/>
                  </a:cubicBezTo>
                  <a:cubicBezTo>
                    <a:pt x="350" y="281"/>
                    <a:pt x="349" y="285"/>
                    <a:pt x="346" y="290"/>
                  </a:cubicBezTo>
                  <a:cubicBezTo>
                    <a:pt x="341" y="297"/>
                    <a:pt x="341" y="297"/>
                    <a:pt x="341" y="297"/>
                  </a:cubicBezTo>
                  <a:cubicBezTo>
                    <a:pt x="339" y="301"/>
                    <a:pt x="336" y="305"/>
                    <a:pt x="335" y="309"/>
                  </a:cubicBezTo>
                  <a:cubicBezTo>
                    <a:pt x="334" y="312"/>
                    <a:pt x="333" y="316"/>
                    <a:pt x="333" y="320"/>
                  </a:cubicBezTo>
                  <a:cubicBezTo>
                    <a:pt x="332" y="328"/>
                    <a:pt x="332" y="328"/>
                    <a:pt x="332" y="328"/>
                  </a:cubicBezTo>
                  <a:cubicBezTo>
                    <a:pt x="330" y="334"/>
                    <a:pt x="327" y="339"/>
                    <a:pt x="325" y="344"/>
                  </a:cubicBezTo>
                  <a:cubicBezTo>
                    <a:pt x="322" y="349"/>
                    <a:pt x="319" y="353"/>
                    <a:pt x="318" y="359"/>
                  </a:cubicBezTo>
                  <a:cubicBezTo>
                    <a:pt x="318" y="360"/>
                    <a:pt x="316" y="361"/>
                    <a:pt x="315" y="361"/>
                  </a:cubicBezTo>
                  <a:cubicBezTo>
                    <a:pt x="307" y="357"/>
                    <a:pt x="299" y="353"/>
                    <a:pt x="290" y="351"/>
                  </a:cubicBezTo>
                  <a:cubicBezTo>
                    <a:pt x="290" y="351"/>
                    <a:pt x="290" y="351"/>
                    <a:pt x="290" y="351"/>
                  </a:cubicBezTo>
                  <a:cubicBezTo>
                    <a:pt x="289" y="350"/>
                    <a:pt x="288" y="350"/>
                    <a:pt x="288" y="350"/>
                  </a:cubicBezTo>
                  <a:cubicBezTo>
                    <a:pt x="287" y="350"/>
                    <a:pt x="286" y="349"/>
                    <a:pt x="286" y="346"/>
                  </a:cubicBezTo>
                  <a:cubicBezTo>
                    <a:pt x="288" y="342"/>
                    <a:pt x="289" y="337"/>
                    <a:pt x="289" y="332"/>
                  </a:cubicBezTo>
                  <a:cubicBezTo>
                    <a:pt x="290" y="325"/>
                    <a:pt x="291" y="318"/>
                    <a:pt x="295" y="312"/>
                  </a:cubicBezTo>
                  <a:cubicBezTo>
                    <a:pt x="298" y="308"/>
                    <a:pt x="298" y="308"/>
                    <a:pt x="298" y="308"/>
                  </a:cubicBezTo>
                  <a:cubicBezTo>
                    <a:pt x="300" y="303"/>
                    <a:pt x="303" y="299"/>
                    <a:pt x="305" y="294"/>
                  </a:cubicBezTo>
                  <a:cubicBezTo>
                    <a:pt x="306" y="290"/>
                    <a:pt x="306" y="286"/>
                    <a:pt x="306" y="282"/>
                  </a:cubicBezTo>
                  <a:cubicBezTo>
                    <a:pt x="306" y="277"/>
                    <a:pt x="306" y="273"/>
                    <a:pt x="307" y="269"/>
                  </a:cubicBezTo>
                  <a:cubicBezTo>
                    <a:pt x="309" y="265"/>
                    <a:pt x="311" y="264"/>
                    <a:pt x="314" y="262"/>
                  </a:cubicBezTo>
                  <a:cubicBezTo>
                    <a:pt x="316" y="261"/>
                    <a:pt x="322" y="255"/>
                    <a:pt x="324" y="254"/>
                  </a:cubicBezTo>
                  <a:cubicBezTo>
                    <a:pt x="328" y="250"/>
                    <a:pt x="331" y="246"/>
                    <a:pt x="334" y="242"/>
                  </a:cubicBezTo>
                  <a:cubicBezTo>
                    <a:pt x="335" y="239"/>
                    <a:pt x="336" y="236"/>
                    <a:pt x="337" y="233"/>
                  </a:cubicBezTo>
                  <a:cubicBezTo>
                    <a:pt x="338" y="230"/>
                    <a:pt x="339" y="228"/>
                    <a:pt x="341" y="225"/>
                  </a:cubicBezTo>
                  <a:cubicBezTo>
                    <a:pt x="342" y="222"/>
                    <a:pt x="346" y="220"/>
                    <a:pt x="349" y="218"/>
                  </a:cubicBezTo>
                  <a:cubicBezTo>
                    <a:pt x="351" y="217"/>
                    <a:pt x="354" y="215"/>
                    <a:pt x="355" y="213"/>
                  </a:cubicBezTo>
                  <a:cubicBezTo>
                    <a:pt x="358" y="209"/>
                    <a:pt x="361" y="198"/>
                    <a:pt x="361" y="198"/>
                  </a:cubicBezTo>
                  <a:cubicBezTo>
                    <a:pt x="361" y="198"/>
                    <a:pt x="356" y="208"/>
                    <a:pt x="354" y="211"/>
                  </a:cubicBezTo>
                  <a:cubicBezTo>
                    <a:pt x="352" y="213"/>
                    <a:pt x="350" y="215"/>
                    <a:pt x="347" y="216"/>
                  </a:cubicBezTo>
                  <a:cubicBezTo>
                    <a:pt x="344" y="219"/>
                    <a:pt x="340" y="220"/>
                    <a:pt x="338" y="224"/>
                  </a:cubicBezTo>
                  <a:cubicBezTo>
                    <a:pt x="336" y="226"/>
                    <a:pt x="335" y="229"/>
                    <a:pt x="335" y="232"/>
                  </a:cubicBezTo>
                  <a:cubicBezTo>
                    <a:pt x="334" y="235"/>
                    <a:pt x="333" y="238"/>
                    <a:pt x="331" y="241"/>
                  </a:cubicBezTo>
                  <a:cubicBezTo>
                    <a:pt x="330" y="243"/>
                    <a:pt x="328" y="245"/>
                    <a:pt x="326" y="247"/>
                  </a:cubicBezTo>
                  <a:cubicBezTo>
                    <a:pt x="325" y="248"/>
                    <a:pt x="325" y="247"/>
                    <a:pt x="325" y="246"/>
                  </a:cubicBezTo>
                  <a:cubicBezTo>
                    <a:pt x="326" y="244"/>
                    <a:pt x="327" y="242"/>
                    <a:pt x="327" y="240"/>
                  </a:cubicBezTo>
                  <a:cubicBezTo>
                    <a:pt x="329" y="232"/>
                    <a:pt x="329" y="232"/>
                    <a:pt x="329" y="232"/>
                  </a:cubicBezTo>
                  <a:cubicBezTo>
                    <a:pt x="333" y="225"/>
                    <a:pt x="333" y="225"/>
                    <a:pt x="333" y="225"/>
                  </a:cubicBezTo>
                  <a:cubicBezTo>
                    <a:pt x="335" y="220"/>
                    <a:pt x="337" y="216"/>
                    <a:pt x="338" y="212"/>
                  </a:cubicBezTo>
                  <a:cubicBezTo>
                    <a:pt x="338" y="207"/>
                    <a:pt x="338" y="202"/>
                    <a:pt x="338" y="198"/>
                  </a:cubicBezTo>
                  <a:cubicBezTo>
                    <a:pt x="338" y="191"/>
                    <a:pt x="336" y="185"/>
                    <a:pt x="338" y="177"/>
                  </a:cubicBezTo>
                  <a:cubicBezTo>
                    <a:pt x="336" y="185"/>
                    <a:pt x="335" y="192"/>
                    <a:pt x="335" y="198"/>
                  </a:cubicBezTo>
                  <a:cubicBezTo>
                    <a:pt x="335" y="202"/>
                    <a:pt x="335" y="206"/>
                    <a:pt x="335" y="211"/>
                  </a:cubicBezTo>
                  <a:cubicBezTo>
                    <a:pt x="334" y="215"/>
                    <a:pt x="332" y="219"/>
                    <a:pt x="330" y="224"/>
                  </a:cubicBezTo>
                  <a:cubicBezTo>
                    <a:pt x="327" y="231"/>
                    <a:pt x="327" y="231"/>
                    <a:pt x="327" y="231"/>
                  </a:cubicBezTo>
                  <a:cubicBezTo>
                    <a:pt x="324" y="239"/>
                    <a:pt x="324" y="239"/>
                    <a:pt x="324" y="239"/>
                  </a:cubicBezTo>
                  <a:cubicBezTo>
                    <a:pt x="323" y="245"/>
                    <a:pt x="321" y="251"/>
                    <a:pt x="317" y="255"/>
                  </a:cubicBezTo>
                  <a:cubicBezTo>
                    <a:pt x="317" y="255"/>
                    <a:pt x="317" y="255"/>
                    <a:pt x="317" y="255"/>
                  </a:cubicBezTo>
                  <a:cubicBezTo>
                    <a:pt x="317" y="255"/>
                    <a:pt x="317" y="255"/>
                    <a:pt x="317" y="255"/>
                  </a:cubicBezTo>
                  <a:cubicBezTo>
                    <a:pt x="317" y="255"/>
                    <a:pt x="317" y="255"/>
                    <a:pt x="317" y="256"/>
                  </a:cubicBezTo>
                  <a:cubicBezTo>
                    <a:pt x="316" y="257"/>
                    <a:pt x="314" y="259"/>
                    <a:pt x="312" y="260"/>
                  </a:cubicBezTo>
                  <a:cubicBezTo>
                    <a:pt x="309" y="262"/>
                    <a:pt x="306" y="263"/>
                    <a:pt x="305" y="268"/>
                  </a:cubicBezTo>
                  <a:cubicBezTo>
                    <a:pt x="303" y="272"/>
                    <a:pt x="303" y="277"/>
                    <a:pt x="303" y="282"/>
                  </a:cubicBezTo>
                  <a:cubicBezTo>
                    <a:pt x="303" y="286"/>
                    <a:pt x="303" y="290"/>
                    <a:pt x="302" y="293"/>
                  </a:cubicBezTo>
                  <a:cubicBezTo>
                    <a:pt x="300" y="298"/>
                    <a:pt x="298" y="302"/>
                    <a:pt x="295" y="306"/>
                  </a:cubicBezTo>
                  <a:cubicBezTo>
                    <a:pt x="292" y="311"/>
                    <a:pt x="292" y="311"/>
                    <a:pt x="292" y="311"/>
                  </a:cubicBezTo>
                  <a:cubicBezTo>
                    <a:pt x="288" y="317"/>
                    <a:pt x="287" y="325"/>
                    <a:pt x="286" y="332"/>
                  </a:cubicBezTo>
                  <a:cubicBezTo>
                    <a:pt x="286" y="337"/>
                    <a:pt x="285" y="342"/>
                    <a:pt x="283" y="346"/>
                  </a:cubicBezTo>
                  <a:cubicBezTo>
                    <a:pt x="282" y="349"/>
                    <a:pt x="280" y="348"/>
                    <a:pt x="279" y="348"/>
                  </a:cubicBezTo>
                  <a:cubicBezTo>
                    <a:pt x="271" y="346"/>
                    <a:pt x="263" y="345"/>
                    <a:pt x="255" y="345"/>
                  </a:cubicBezTo>
                  <a:cubicBezTo>
                    <a:pt x="253" y="345"/>
                    <a:pt x="253" y="345"/>
                    <a:pt x="253" y="345"/>
                  </a:cubicBezTo>
                  <a:cubicBezTo>
                    <a:pt x="232" y="344"/>
                    <a:pt x="223" y="343"/>
                    <a:pt x="218" y="337"/>
                  </a:cubicBezTo>
                  <a:cubicBezTo>
                    <a:pt x="213" y="331"/>
                    <a:pt x="214" y="322"/>
                    <a:pt x="215" y="297"/>
                  </a:cubicBezTo>
                  <a:cubicBezTo>
                    <a:pt x="215" y="294"/>
                    <a:pt x="215" y="294"/>
                    <a:pt x="215" y="294"/>
                  </a:cubicBezTo>
                  <a:cubicBezTo>
                    <a:pt x="216" y="276"/>
                    <a:pt x="216" y="273"/>
                    <a:pt x="219" y="260"/>
                  </a:cubicBezTo>
                  <a:cubicBezTo>
                    <a:pt x="221" y="250"/>
                    <a:pt x="221" y="250"/>
                    <a:pt x="221" y="250"/>
                  </a:cubicBezTo>
                  <a:cubicBezTo>
                    <a:pt x="228" y="217"/>
                    <a:pt x="229" y="166"/>
                    <a:pt x="229" y="142"/>
                  </a:cubicBezTo>
                  <a:cubicBezTo>
                    <a:pt x="229" y="142"/>
                    <a:pt x="225" y="151"/>
                    <a:pt x="225" y="157"/>
                  </a:cubicBezTo>
                  <a:cubicBezTo>
                    <a:pt x="225" y="169"/>
                    <a:pt x="224" y="184"/>
                    <a:pt x="223" y="200"/>
                  </a:cubicBezTo>
                  <a:cubicBezTo>
                    <a:pt x="222" y="190"/>
                    <a:pt x="221" y="182"/>
                    <a:pt x="220" y="178"/>
                  </a:cubicBezTo>
                  <a:cubicBezTo>
                    <a:pt x="219" y="185"/>
                    <a:pt x="219" y="185"/>
                    <a:pt x="219" y="185"/>
                  </a:cubicBezTo>
                  <a:cubicBezTo>
                    <a:pt x="220" y="193"/>
                    <a:pt x="221" y="211"/>
                    <a:pt x="220" y="229"/>
                  </a:cubicBezTo>
                  <a:cubicBezTo>
                    <a:pt x="219" y="236"/>
                    <a:pt x="218" y="243"/>
                    <a:pt x="216" y="249"/>
                  </a:cubicBezTo>
                  <a:cubicBezTo>
                    <a:pt x="214" y="259"/>
                    <a:pt x="214" y="259"/>
                    <a:pt x="214" y="259"/>
                  </a:cubicBezTo>
                  <a:cubicBezTo>
                    <a:pt x="212" y="272"/>
                    <a:pt x="211" y="275"/>
                    <a:pt x="210" y="293"/>
                  </a:cubicBezTo>
                  <a:cubicBezTo>
                    <a:pt x="210" y="297"/>
                    <a:pt x="210" y="297"/>
                    <a:pt x="210" y="297"/>
                  </a:cubicBezTo>
                  <a:cubicBezTo>
                    <a:pt x="208" y="347"/>
                    <a:pt x="209" y="348"/>
                    <a:pt x="253" y="350"/>
                  </a:cubicBezTo>
                  <a:cubicBezTo>
                    <a:pt x="255" y="350"/>
                    <a:pt x="255" y="350"/>
                    <a:pt x="255" y="350"/>
                  </a:cubicBezTo>
                  <a:cubicBezTo>
                    <a:pt x="263" y="351"/>
                    <a:pt x="270" y="352"/>
                    <a:pt x="277" y="353"/>
                  </a:cubicBezTo>
                  <a:cubicBezTo>
                    <a:pt x="274" y="353"/>
                    <a:pt x="272" y="353"/>
                    <a:pt x="269" y="353"/>
                  </a:cubicBezTo>
                  <a:cubicBezTo>
                    <a:pt x="252" y="354"/>
                    <a:pt x="236" y="354"/>
                    <a:pt x="218" y="347"/>
                  </a:cubicBezTo>
                  <a:cubicBezTo>
                    <a:pt x="214" y="345"/>
                    <a:pt x="211" y="344"/>
                    <a:pt x="208" y="343"/>
                  </a:cubicBezTo>
                  <a:cubicBezTo>
                    <a:pt x="201" y="339"/>
                    <a:pt x="199" y="336"/>
                    <a:pt x="201" y="332"/>
                  </a:cubicBezTo>
                  <a:cubicBezTo>
                    <a:pt x="202" y="328"/>
                    <a:pt x="204" y="323"/>
                    <a:pt x="205" y="315"/>
                  </a:cubicBezTo>
                  <a:cubicBezTo>
                    <a:pt x="207" y="306"/>
                    <a:pt x="207" y="299"/>
                    <a:pt x="207" y="292"/>
                  </a:cubicBezTo>
                  <a:cubicBezTo>
                    <a:pt x="207" y="284"/>
                    <a:pt x="208" y="275"/>
                    <a:pt x="211" y="264"/>
                  </a:cubicBezTo>
                  <a:cubicBezTo>
                    <a:pt x="216" y="246"/>
                    <a:pt x="217" y="222"/>
                    <a:pt x="213" y="215"/>
                  </a:cubicBezTo>
                  <a:cubicBezTo>
                    <a:pt x="209" y="219"/>
                    <a:pt x="209" y="219"/>
                    <a:pt x="209" y="219"/>
                  </a:cubicBezTo>
                  <a:cubicBezTo>
                    <a:pt x="212" y="224"/>
                    <a:pt x="213" y="242"/>
                    <a:pt x="207" y="263"/>
                  </a:cubicBezTo>
                  <a:cubicBezTo>
                    <a:pt x="204" y="275"/>
                    <a:pt x="203" y="283"/>
                    <a:pt x="203" y="292"/>
                  </a:cubicBezTo>
                  <a:cubicBezTo>
                    <a:pt x="203" y="299"/>
                    <a:pt x="203" y="306"/>
                    <a:pt x="201" y="314"/>
                  </a:cubicBezTo>
                  <a:cubicBezTo>
                    <a:pt x="201" y="316"/>
                    <a:pt x="201" y="317"/>
                    <a:pt x="200" y="319"/>
                  </a:cubicBezTo>
                  <a:cubicBezTo>
                    <a:pt x="198" y="321"/>
                    <a:pt x="195" y="324"/>
                    <a:pt x="193" y="325"/>
                  </a:cubicBezTo>
                  <a:cubicBezTo>
                    <a:pt x="190" y="327"/>
                    <a:pt x="185" y="330"/>
                    <a:pt x="179" y="330"/>
                  </a:cubicBezTo>
                  <a:cubicBezTo>
                    <a:pt x="167" y="330"/>
                    <a:pt x="158" y="330"/>
                    <a:pt x="140" y="322"/>
                  </a:cubicBezTo>
                  <a:cubicBezTo>
                    <a:pt x="122" y="315"/>
                    <a:pt x="84" y="299"/>
                    <a:pt x="54" y="302"/>
                  </a:cubicBezTo>
                  <a:cubicBezTo>
                    <a:pt x="26" y="305"/>
                    <a:pt x="13" y="284"/>
                    <a:pt x="8" y="267"/>
                  </a:cubicBezTo>
                  <a:cubicBezTo>
                    <a:pt x="3" y="252"/>
                    <a:pt x="4" y="235"/>
                    <a:pt x="10" y="206"/>
                  </a:cubicBezTo>
                  <a:cubicBezTo>
                    <a:pt x="11" y="202"/>
                    <a:pt x="12" y="198"/>
                    <a:pt x="13" y="195"/>
                  </a:cubicBezTo>
                  <a:cubicBezTo>
                    <a:pt x="14" y="194"/>
                    <a:pt x="15" y="193"/>
                    <a:pt x="15" y="193"/>
                  </a:cubicBezTo>
                  <a:cubicBezTo>
                    <a:pt x="21" y="199"/>
                    <a:pt x="28" y="199"/>
                    <a:pt x="38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52" y="199"/>
                    <a:pt x="61" y="200"/>
                    <a:pt x="70" y="209"/>
                  </a:cubicBezTo>
                  <a:cubicBezTo>
                    <a:pt x="76" y="214"/>
                    <a:pt x="78" y="220"/>
                    <a:pt x="80" y="224"/>
                  </a:cubicBezTo>
                  <a:cubicBezTo>
                    <a:pt x="81" y="227"/>
                    <a:pt x="84" y="232"/>
                    <a:pt x="86" y="234"/>
                  </a:cubicBezTo>
                  <a:cubicBezTo>
                    <a:pt x="86" y="230"/>
                    <a:pt x="86" y="230"/>
                    <a:pt x="86" y="230"/>
                  </a:cubicBezTo>
                  <a:cubicBezTo>
                    <a:pt x="84" y="229"/>
                    <a:pt x="84" y="226"/>
                    <a:pt x="83" y="223"/>
                  </a:cubicBezTo>
                  <a:cubicBezTo>
                    <a:pt x="81" y="219"/>
                    <a:pt x="79" y="213"/>
                    <a:pt x="72" y="207"/>
                  </a:cubicBezTo>
                  <a:cubicBezTo>
                    <a:pt x="62" y="198"/>
                    <a:pt x="52" y="196"/>
                    <a:pt x="41" y="196"/>
                  </a:cubicBezTo>
                  <a:cubicBezTo>
                    <a:pt x="38" y="196"/>
                    <a:pt x="38" y="196"/>
                    <a:pt x="38" y="196"/>
                  </a:cubicBezTo>
                  <a:cubicBezTo>
                    <a:pt x="27" y="196"/>
                    <a:pt x="21" y="196"/>
                    <a:pt x="16" y="190"/>
                  </a:cubicBezTo>
                  <a:cubicBezTo>
                    <a:pt x="16" y="189"/>
                    <a:pt x="15" y="186"/>
                    <a:pt x="15" y="185"/>
                  </a:cubicBezTo>
                  <a:cubicBezTo>
                    <a:pt x="16" y="179"/>
                    <a:pt x="16" y="174"/>
                    <a:pt x="16" y="168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7" y="134"/>
                    <a:pt x="23" y="118"/>
                    <a:pt x="35" y="100"/>
                  </a:cubicBezTo>
                  <a:cubicBezTo>
                    <a:pt x="39" y="94"/>
                    <a:pt x="41" y="86"/>
                    <a:pt x="44" y="78"/>
                  </a:cubicBezTo>
                  <a:cubicBezTo>
                    <a:pt x="44" y="78"/>
                    <a:pt x="45" y="78"/>
                    <a:pt x="45" y="78"/>
                  </a:cubicBezTo>
                  <a:cubicBezTo>
                    <a:pt x="47" y="81"/>
                    <a:pt x="50" y="81"/>
                    <a:pt x="54" y="82"/>
                  </a:cubicBezTo>
                  <a:cubicBezTo>
                    <a:pt x="58" y="82"/>
                    <a:pt x="62" y="83"/>
                    <a:pt x="67" y="85"/>
                  </a:cubicBezTo>
                  <a:cubicBezTo>
                    <a:pt x="67" y="85"/>
                    <a:pt x="76" y="87"/>
                    <a:pt x="76" y="87"/>
                  </a:cubicBezTo>
                  <a:cubicBezTo>
                    <a:pt x="83" y="89"/>
                    <a:pt x="87" y="90"/>
                    <a:pt x="93" y="95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10" y="104"/>
                    <a:pt x="118" y="108"/>
                    <a:pt x="120" y="112"/>
                  </a:cubicBezTo>
                  <a:cubicBezTo>
                    <a:pt x="122" y="116"/>
                    <a:pt x="124" y="121"/>
                    <a:pt x="125" y="126"/>
                  </a:cubicBezTo>
                  <a:cubicBezTo>
                    <a:pt x="125" y="131"/>
                    <a:pt x="129" y="144"/>
                    <a:pt x="129" y="144"/>
                  </a:cubicBezTo>
                  <a:cubicBezTo>
                    <a:pt x="130" y="148"/>
                    <a:pt x="131" y="151"/>
                    <a:pt x="131" y="153"/>
                  </a:cubicBezTo>
                  <a:cubicBezTo>
                    <a:pt x="132" y="155"/>
                    <a:pt x="132" y="155"/>
                    <a:pt x="132" y="155"/>
                  </a:cubicBezTo>
                  <a:cubicBezTo>
                    <a:pt x="130" y="144"/>
                    <a:pt x="130" y="144"/>
                    <a:pt x="130" y="144"/>
                  </a:cubicBezTo>
                  <a:cubicBezTo>
                    <a:pt x="128" y="137"/>
                    <a:pt x="127" y="129"/>
                    <a:pt x="127" y="124"/>
                  </a:cubicBezTo>
                  <a:cubicBezTo>
                    <a:pt x="126" y="123"/>
                    <a:pt x="126" y="121"/>
                    <a:pt x="126" y="120"/>
                  </a:cubicBezTo>
                  <a:cubicBezTo>
                    <a:pt x="126" y="119"/>
                    <a:pt x="126" y="118"/>
                    <a:pt x="127" y="119"/>
                  </a:cubicBezTo>
                  <a:cubicBezTo>
                    <a:pt x="129" y="119"/>
                    <a:pt x="131" y="117"/>
                    <a:pt x="135" y="114"/>
                  </a:cubicBezTo>
                  <a:cubicBezTo>
                    <a:pt x="138" y="110"/>
                    <a:pt x="138" y="110"/>
                    <a:pt x="138" y="110"/>
                  </a:cubicBezTo>
                  <a:cubicBezTo>
                    <a:pt x="138" y="111"/>
                    <a:pt x="138" y="111"/>
                    <a:pt x="138" y="111"/>
                  </a:cubicBezTo>
                  <a:cubicBezTo>
                    <a:pt x="134" y="113"/>
                    <a:pt x="134" y="113"/>
                    <a:pt x="134" y="113"/>
                  </a:cubicBezTo>
                  <a:cubicBezTo>
                    <a:pt x="132" y="115"/>
                    <a:pt x="128" y="116"/>
                    <a:pt x="127" y="116"/>
                  </a:cubicBezTo>
                  <a:cubicBezTo>
                    <a:pt x="126" y="115"/>
                    <a:pt x="125" y="114"/>
                    <a:pt x="123" y="111"/>
                  </a:cubicBezTo>
                  <a:cubicBezTo>
                    <a:pt x="123" y="111"/>
                    <a:pt x="123" y="111"/>
                    <a:pt x="123" y="111"/>
                  </a:cubicBezTo>
                  <a:cubicBezTo>
                    <a:pt x="120" y="106"/>
                    <a:pt x="113" y="102"/>
                    <a:pt x="105" y="98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88" y="88"/>
                    <a:pt x="84" y="86"/>
                    <a:pt x="77" y="85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3" y="80"/>
                    <a:pt x="59" y="79"/>
                    <a:pt x="55" y="78"/>
                  </a:cubicBezTo>
                  <a:cubicBezTo>
                    <a:pt x="50" y="77"/>
                    <a:pt x="45" y="75"/>
                    <a:pt x="46" y="68"/>
                  </a:cubicBezTo>
                  <a:cubicBezTo>
                    <a:pt x="47" y="64"/>
                    <a:pt x="46" y="55"/>
                    <a:pt x="47" y="51"/>
                  </a:cubicBezTo>
                  <a:cubicBezTo>
                    <a:pt x="48" y="44"/>
                    <a:pt x="49" y="39"/>
                    <a:pt x="50" y="36"/>
                  </a:cubicBezTo>
                  <a:cubicBezTo>
                    <a:pt x="48" y="40"/>
                    <a:pt x="46" y="46"/>
                    <a:pt x="44" y="54"/>
                  </a:cubicBezTo>
                  <a:cubicBezTo>
                    <a:pt x="42" y="69"/>
                    <a:pt x="39" y="87"/>
                    <a:pt x="32" y="97"/>
                  </a:cubicBezTo>
                  <a:cubicBezTo>
                    <a:pt x="19" y="116"/>
                    <a:pt x="13" y="133"/>
                    <a:pt x="12" y="154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2" y="178"/>
                    <a:pt x="12" y="185"/>
                    <a:pt x="7" y="205"/>
                  </a:cubicBezTo>
                  <a:cubicBezTo>
                    <a:pt x="1" y="235"/>
                    <a:pt x="0" y="252"/>
                    <a:pt x="5" y="268"/>
                  </a:cubicBezTo>
                  <a:cubicBezTo>
                    <a:pt x="11" y="287"/>
                    <a:pt x="25" y="311"/>
                    <a:pt x="55" y="308"/>
                  </a:cubicBezTo>
                  <a:cubicBezTo>
                    <a:pt x="60" y="307"/>
                    <a:pt x="59" y="309"/>
                    <a:pt x="57" y="309"/>
                  </a:cubicBezTo>
                  <a:cubicBezTo>
                    <a:pt x="47" y="311"/>
                    <a:pt x="38" y="316"/>
                    <a:pt x="30" y="328"/>
                  </a:cubicBezTo>
                  <a:cubicBezTo>
                    <a:pt x="21" y="347"/>
                    <a:pt x="24" y="362"/>
                    <a:pt x="28" y="385"/>
                  </a:cubicBezTo>
                  <a:cubicBezTo>
                    <a:pt x="30" y="396"/>
                    <a:pt x="30" y="396"/>
                    <a:pt x="30" y="396"/>
                  </a:cubicBezTo>
                  <a:cubicBezTo>
                    <a:pt x="33" y="413"/>
                    <a:pt x="38" y="423"/>
                    <a:pt x="41" y="432"/>
                  </a:cubicBezTo>
                  <a:cubicBezTo>
                    <a:pt x="43" y="437"/>
                    <a:pt x="45" y="443"/>
                    <a:pt x="46" y="448"/>
                  </a:cubicBezTo>
                  <a:cubicBezTo>
                    <a:pt x="47" y="455"/>
                    <a:pt x="47" y="455"/>
                    <a:pt x="47" y="455"/>
                  </a:cubicBezTo>
                  <a:cubicBezTo>
                    <a:pt x="48" y="465"/>
                    <a:pt x="51" y="472"/>
                    <a:pt x="64" y="478"/>
                  </a:cubicBezTo>
                  <a:cubicBezTo>
                    <a:pt x="63" y="478"/>
                    <a:pt x="63" y="478"/>
                    <a:pt x="63" y="478"/>
                  </a:cubicBezTo>
                  <a:cubicBezTo>
                    <a:pt x="53" y="473"/>
                    <a:pt x="50" y="466"/>
                    <a:pt x="49" y="456"/>
                  </a:cubicBezTo>
                  <a:cubicBezTo>
                    <a:pt x="48" y="448"/>
                    <a:pt x="48" y="448"/>
                    <a:pt x="48" y="448"/>
                  </a:cubicBezTo>
                  <a:cubicBezTo>
                    <a:pt x="47" y="443"/>
                    <a:pt x="45" y="438"/>
                    <a:pt x="43" y="432"/>
                  </a:cubicBezTo>
                  <a:cubicBezTo>
                    <a:pt x="40" y="423"/>
                    <a:pt x="36" y="413"/>
                    <a:pt x="33" y="396"/>
                  </a:cubicBezTo>
                  <a:cubicBezTo>
                    <a:pt x="31" y="385"/>
                    <a:pt x="31" y="385"/>
                    <a:pt x="31" y="385"/>
                  </a:cubicBezTo>
                  <a:cubicBezTo>
                    <a:pt x="27" y="363"/>
                    <a:pt x="25" y="350"/>
                    <a:pt x="34" y="332"/>
                  </a:cubicBezTo>
                  <a:cubicBezTo>
                    <a:pt x="42" y="318"/>
                    <a:pt x="53" y="314"/>
                    <a:pt x="66" y="313"/>
                  </a:cubicBezTo>
                  <a:cubicBezTo>
                    <a:pt x="85" y="312"/>
                    <a:pt x="107" y="318"/>
                    <a:pt x="125" y="325"/>
                  </a:cubicBezTo>
                  <a:cubicBezTo>
                    <a:pt x="132" y="328"/>
                    <a:pt x="139" y="332"/>
                    <a:pt x="145" y="334"/>
                  </a:cubicBezTo>
                  <a:cubicBezTo>
                    <a:pt x="156" y="337"/>
                    <a:pt x="165" y="338"/>
                    <a:pt x="174" y="339"/>
                  </a:cubicBezTo>
                  <a:cubicBezTo>
                    <a:pt x="187" y="342"/>
                    <a:pt x="198" y="344"/>
                    <a:pt x="216" y="351"/>
                  </a:cubicBezTo>
                  <a:cubicBezTo>
                    <a:pt x="235" y="359"/>
                    <a:pt x="254" y="360"/>
                    <a:pt x="270" y="360"/>
                  </a:cubicBezTo>
                  <a:cubicBezTo>
                    <a:pt x="279" y="359"/>
                    <a:pt x="285" y="360"/>
                    <a:pt x="292" y="361"/>
                  </a:cubicBezTo>
                  <a:cubicBezTo>
                    <a:pt x="302" y="364"/>
                    <a:pt x="308" y="368"/>
                    <a:pt x="318" y="373"/>
                  </a:cubicBezTo>
                  <a:cubicBezTo>
                    <a:pt x="333" y="380"/>
                    <a:pt x="349" y="388"/>
                    <a:pt x="372" y="396"/>
                  </a:cubicBezTo>
                  <a:cubicBezTo>
                    <a:pt x="393" y="402"/>
                    <a:pt x="406" y="406"/>
                    <a:pt x="415" y="408"/>
                  </a:cubicBezTo>
                  <a:cubicBezTo>
                    <a:pt x="433" y="412"/>
                    <a:pt x="440" y="416"/>
                    <a:pt x="444" y="433"/>
                  </a:cubicBezTo>
                  <a:cubicBezTo>
                    <a:pt x="447" y="443"/>
                    <a:pt x="447" y="445"/>
                    <a:pt x="448" y="456"/>
                  </a:cubicBezTo>
                  <a:cubicBezTo>
                    <a:pt x="450" y="454"/>
                    <a:pt x="453" y="452"/>
                    <a:pt x="458" y="451"/>
                  </a:cubicBezTo>
                  <a:cubicBezTo>
                    <a:pt x="463" y="450"/>
                    <a:pt x="468" y="452"/>
                    <a:pt x="470" y="454"/>
                  </a:cubicBezTo>
                  <a:cubicBezTo>
                    <a:pt x="469" y="446"/>
                    <a:pt x="469" y="437"/>
                    <a:pt x="469" y="434"/>
                  </a:cubicBezTo>
                  <a:cubicBezTo>
                    <a:pt x="470" y="416"/>
                    <a:pt x="470" y="410"/>
                    <a:pt x="500" y="409"/>
                  </a:cubicBezTo>
                  <a:cubicBezTo>
                    <a:pt x="528" y="410"/>
                    <a:pt x="529" y="424"/>
                    <a:pt x="529" y="435"/>
                  </a:cubicBezTo>
                  <a:cubicBezTo>
                    <a:pt x="529" y="438"/>
                    <a:pt x="530" y="445"/>
                    <a:pt x="530" y="454"/>
                  </a:cubicBezTo>
                  <a:cubicBezTo>
                    <a:pt x="532" y="451"/>
                    <a:pt x="537" y="450"/>
                    <a:pt x="542" y="450"/>
                  </a:cubicBezTo>
                  <a:cubicBezTo>
                    <a:pt x="547" y="451"/>
                    <a:pt x="551" y="454"/>
                    <a:pt x="552" y="456"/>
                  </a:cubicBezTo>
                  <a:cubicBezTo>
                    <a:pt x="552" y="443"/>
                    <a:pt x="552" y="435"/>
                    <a:pt x="557" y="426"/>
                  </a:cubicBezTo>
                  <a:cubicBezTo>
                    <a:pt x="566" y="410"/>
                    <a:pt x="567" y="412"/>
                    <a:pt x="585" y="408"/>
                  </a:cubicBezTo>
                  <a:cubicBezTo>
                    <a:pt x="594" y="406"/>
                    <a:pt x="607" y="402"/>
                    <a:pt x="628" y="396"/>
                  </a:cubicBezTo>
                  <a:cubicBezTo>
                    <a:pt x="651" y="389"/>
                    <a:pt x="666" y="380"/>
                    <a:pt x="681" y="373"/>
                  </a:cubicBezTo>
                  <a:cubicBezTo>
                    <a:pt x="691" y="369"/>
                    <a:pt x="707" y="362"/>
                    <a:pt x="719" y="360"/>
                  </a:cubicBezTo>
                  <a:cubicBezTo>
                    <a:pt x="732" y="358"/>
                    <a:pt x="740" y="356"/>
                    <a:pt x="748" y="356"/>
                  </a:cubicBezTo>
                  <a:cubicBezTo>
                    <a:pt x="759" y="356"/>
                    <a:pt x="768" y="356"/>
                    <a:pt x="784" y="350"/>
                  </a:cubicBezTo>
                  <a:cubicBezTo>
                    <a:pt x="811" y="340"/>
                    <a:pt x="824" y="341"/>
                    <a:pt x="848" y="344"/>
                  </a:cubicBezTo>
                  <a:cubicBezTo>
                    <a:pt x="856" y="345"/>
                    <a:pt x="856" y="345"/>
                    <a:pt x="856" y="345"/>
                  </a:cubicBezTo>
                  <a:cubicBezTo>
                    <a:pt x="874" y="348"/>
                    <a:pt x="883" y="350"/>
                    <a:pt x="897" y="353"/>
                  </a:cubicBezTo>
                  <a:cubicBezTo>
                    <a:pt x="904" y="354"/>
                    <a:pt x="904" y="354"/>
                    <a:pt x="904" y="354"/>
                  </a:cubicBezTo>
                  <a:cubicBezTo>
                    <a:pt x="908" y="355"/>
                    <a:pt x="913" y="355"/>
                    <a:pt x="918" y="355"/>
                  </a:cubicBezTo>
                  <a:cubicBezTo>
                    <a:pt x="925" y="355"/>
                    <a:pt x="932" y="355"/>
                    <a:pt x="936" y="357"/>
                  </a:cubicBezTo>
                  <a:cubicBezTo>
                    <a:pt x="949" y="364"/>
                    <a:pt x="956" y="374"/>
                    <a:pt x="957" y="389"/>
                  </a:cubicBezTo>
                  <a:cubicBezTo>
                    <a:pt x="958" y="393"/>
                    <a:pt x="957" y="397"/>
                    <a:pt x="957" y="400"/>
                  </a:cubicBezTo>
                  <a:cubicBezTo>
                    <a:pt x="957" y="406"/>
                    <a:pt x="957" y="406"/>
                    <a:pt x="957" y="406"/>
                  </a:cubicBezTo>
                  <a:cubicBezTo>
                    <a:pt x="956" y="418"/>
                    <a:pt x="951" y="435"/>
                    <a:pt x="938" y="451"/>
                  </a:cubicBezTo>
                  <a:cubicBezTo>
                    <a:pt x="939" y="452"/>
                    <a:pt x="939" y="452"/>
                    <a:pt x="939" y="452"/>
                  </a:cubicBezTo>
                  <a:cubicBezTo>
                    <a:pt x="953" y="435"/>
                    <a:pt x="960" y="419"/>
                    <a:pt x="961" y="406"/>
                  </a:cubicBezTo>
                  <a:cubicBezTo>
                    <a:pt x="961" y="400"/>
                    <a:pt x="961" y="400"/>
                    <a:pt x="961" y="400"/>
                  </a:cubicBezTo>
                  <a:cubicBezTo>
                    <a:pt x="961" y="397"/>
                    <a:pt x="962" y="393"/>
                    <a:pt x="961" y="389"/>
                  </a:cubicBezTo>
                  <a:cubicBezTo>
                    <a:pt x="960" y="375"/>
                    <a:pt x="954" y="364"/>
                    <a:pt x="944" y="357"/>
                  </a:cubicBezTo>
                  <a:cubicBezTo>
                    <a:pt x="942" y="356"/>
                    <a:pt x="942" y="354"/>
                    <a:pt x="944" y="354"/>
                  </a:cubicBezTo>
                  <a:cubicBezTo>
                    <a:pt x="948" y="353"/>
                    <a:pt x="953" y="351"/>
                    <a:pt x="957" y="348"/>
                  </a:cubicBezTo>
                  <a:cubicBezTo>
                    <a:pt x="977" y="335"/>
                    <a:pt x="975" y="311"/>
                    <a:pt x="974" y="296"/>
                  </a:cubicBezTo>
                  <a:cubicBezTo>
                    <a:pt x="974" y="292"/>
                    <a:pt x="974" y="288"/>
                    <a:pt x="974" y="286"/>
                  </a:cubicBezTo>
                  <a:cubicBezTo>
                    <a:pt x="974" y="286"/>
                    <a:pt x="974" y="286"/>
                    <a:pt x="974" y="286"/>
                  </a:cubicBezTo>
                  <a:cubicBezTo>
                    <a:pt x="974" y="271"/>
                    <a:pt x="974" y="271"/>
                    <a:pt x="974" y="271"/>
                  </a:cubicBezTo>
                  <a:cubicBezTo>
                    <a:pt x="975" y="265"/>
                    <a:pt x="973" y="257"/>
                    <a:pt x="971" y="251"/>
                  </a:cubicBezTo>
                  <a:cubicBezTo>
                    <a:pt x="968" y="240"/>
                    <a:pt x="968" y="240"/>
                    <a:pt x="968" y="240"/>
                  </a:cubicBezTo>
                  <a:cubicBezTo>
                    <a:pt x="965" y="230"/>
                    <a:pt x="965" y="230"/>
                    <a:pt x="965" y="230"/>
                  </a:cubicBezTo>
                  <a:cubicBezTo>
                    <a:pt x="965" y="230"/>
                    <a:pt x="963" y="225"/>
                    <a:pt x="963" y="225"/>
                  </a:cubicBezTo>
                  <a:cubicBezTo>
                    <a:pt x="961" y="220"/>
                    <a:pt x="960" y="217"/>
                    <a:pt x="961" y="212"/>
                  </a:cubicBezTo>
                  <a:cubicBezTo>
                    <a:pt x="962" y="210"/>
                    <a:pt x="964" y="207"/>
                    <a:pt x="967" y="205"/>
                  </a:cubicBezTo>
                  <a:cubicBezTo>
                    <a:pt x="970" y="201"/>
                    <a:pt x="974" y="197"/>
                    <a:pt x="974" y="194"/>
                  </a:cubicBezTo>
                  <a:cubicBezTo>
                    <a:pt x="975" y="176"/>
                    <a:pt x="975" y="176"/>
                    <a:pt x="975" y="176"/>
                  </a:cubicBezTo>
                  <a:cubicBezTo>
                    <a:pt x="976" y="168"/>
                    <a:pt x="976" y="161"/>
                    <a:pt x="977" y="153"/>
                  </a:cubicBezTo>
                  <a:cubicBezTo>
                    <a:pt x="981" y="133"/>
                    <a:pt x="977" y="112"/>
                    <a:pt x="973" y="98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5" name="Freeform 564">
              <a:extLst>
                <a:ext uri="{FF2B5EF4-FFF2-40B4-BE49-F238E27FC236}">
                  <a16:creationId xmlns:a16="http://schemas.microsoft.com/office/drawing/2014/main" id="{CA4767BA-B9FE-4510-B7A0-ADE33AED7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690"/>
              <a:ext cx="115" cy="23"/>
            </a:xfrm>
            <a:custGeom>
              <a:avLst/>
              <a:gdLst>
                <a:gd name="T0" fmla="*/ 0 w 38"/>
                <a:gd name="T1" fmla="*/ 0 h 7"/>
                <a:gd name="T2" fmla="*/ 1053 w 38"/>
                <a:gd name="T3" fmla="*/ 250 h 7"/>
                <a:gd name="T4" fmla="*/ 0 w 3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">
                  <a:moveTo>
                    <a:pt x="0" y="0"/>
                  </a:moveTo>
                  <a:cubicBezTo>
                    <a:pt x="10" y="0"/>
                    <a:pt x="31" y="3"/>
                    <a:pt x="38" y="7"/>
                  </a:cubicBezTo>
                  <a:cubicBezTo>
                    <a:pt x="29" y="6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6" name="Freeform 565">
              <a:extLst>
                <a:ext uri="{FF2B5EF4-FFF2-40B4-BE49-F238E27FC236}">
                  <a16:creationId xmlns:a16="http://schemas.microsoft.com/office/drawing/2014/main" id="{F627BF47-15EA-4669-9DBD-CD04F6E31C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97" y="2687"/>
              <a:ext cx="118" cy="26"/>
            </a:xfrm>
            <a:custGeom>
              <a:avLst/>
              <a:gdLst>
                <a:gd name="T0" fmla="*/ 0 w 39"/>
                <a:gd name="T1" fmla="*/ 33 h 8"/>
                <a:gd name="T2" fmla="*/ 27 w 39"/>
                <a:gd name="T3" fmla="*/ 33 h 8"/>
                <a:gd name="T4" fmla="*/ 1080 w 39"/>
                <a:gd name="T5" fmla="*/ 276 h 8"/>
                <a:gd name="T6" fmla="*/ 1080 w 39"/>
                <a:gd name="T7" fmla="*/ 276 h 8"/>
                <a:gd name="T8" fmla="*/ 1080 w 39"/>
                <a:gd name="T9" fmla="*/ 276 h 8"/>
                <a:gd name="T10" fmla="*/ 27 w 39"/>
                <a:gd name="T11" fmla="*/ 0 h 8"/>
                <a:gd name="T12" fmla="*/ 0 w 39"/>
                <a:gd name="T13" fmla="*/ 33 h 8"/>
                <a:gd name="T14" fmla="*/ 163 w 39"/>
                <a:gd name="T15" fmla="*/ 75 h 8"/>
                <a:gd name="T16" fmla="*/ 971 w 39"/>
                <a:gd name="T17" fmla="*/ 244 h 8"/>
                <a:gd name="T18" fmla="*/ 163 w 39"/>
                <a:gd name="T19" fmla="*/ 75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8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5" y="3"/>
                    <a:pt x="30" y="7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3" y="4"/>
                    <a:pt x="1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  <a:moveTo>
                    <a:pt x="6" y="2"/>
                  </a:moveTo>
                  <a:cubicBezTo>
                    <a:pt x="15" y="2"/>
                    <a:pt x="28" y="5"/>
                    <a:pt x="35" y="7"/>
                  </a:cubicBezTo>
                  <a:cubicBezTo>
                    <a:pt x="27" y="6"/>
                    <a:pt x="13" y="3"/>
                    <a:pt x="6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7" name="Freeform 566">
              <a:extLst>
                <a:ext uri="{FF2B5EF4-FFF2-40B4-BE49-F238E27FC236}">
                  <a16:creationId xmlns:a16="http://schemas.microsoft.com/office/drawing/2014/main" id="{909CE7AF-7CBE-4327-B1BD-E1E04E9FF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648"/>
              <a:ext cx="57" cy="33"/>
            </a:xfrm>
            <a:custGeom>
              <a:avLst/>
              <a:gdLst>
                <a:gd name="T0" fmla="*/ 0 w 19"/>
                <a:gd name="T1" fmla="*/ 218 h 10"/>
                <a:gd name="T2" fmla="*/ 405 w 19"/>
                <a:gd name="T3" fmla="*/ 284 h 10"/>
                <a:gd name="T4" fmla="*/ 459 w 19"/>
                <a:gd name="T5" fmla="*/ 76 h 10"/>
                <a:gd name="T6" fmla="*/ 0 w 19"/>
                <a:gd name="T7" fmla="*/ 21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0" y="6"/>
                  </a:moveTo>
                  <a:cubicBezTo>
                    <a:pt x="5" y="5"/>
                    <a:pt x="10" y="7"/>
                    <a:pt x="15" y="8"/>
                  </a:cubicBezTo>
                  <a:cubicBezTo>
                    <a:pt x="19" y="10"/>
                    <a:pt x="16" y="4"/>
                    <a:pt x="17" y="2"/>
                  </a:cubicBezTo>
                  <a:cubicBezTo>
                    <a:pt x="17" y="0"/>
                    <a:pt x="6" y="7"/>
                    <a:pt x="0" y="6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8" name="Freeform 567">
              <a:extLst>
                <a:ext uri="{FF2B5EF4-FFF2-40B4-BE49-F238E27FC236}">
                  <a16:creationId xmlns:a16="http://schemas.microsoft.com/office/drawing/2014/main" id="{83D9607F-440D-4350-9AAB-0D87F4BDEB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9" y="2652"/>
              <a:ext cx="57" cy="25"/>
            </a:xfrm>
            <a:custGeom>
              <a:avLst/>
              <a:gdLst>
                <a:gd name="T0" fmla="*/ 378 w 19"/>
                <a:gd name="T1" fmla="*/ 59 h 8"/>
                <a:gd name="T2" fmla="*/ 108 w 19"/>
                <a:gd name="T3" fmla="*/ 128 h 8"/>
                <a:gd name="T4" fmla="*/ 27 w 19"/>
                <a:gd name="T5" fmla="*/ 128 h 8"/>
                <a:gd name="T6" fmla="*/ 0 w 19"/>
                <a:gd name="T7" fmla="*/ 156 h 8"/>
                <a:gd name="T8" fmla="*/ 27 w 19"/>
                <a:gd name="T9" fmla="*/ 156 h 8"/>
                <a:gd name="T10" fmla="*/ 108 w 19"/>
                <a:gd name="T11" fmla="*/ 156 h 8"/>
                <a:gd name="T12" fmla="*/ 432 w 19"/>
                <a:gd name="T13" fmla="*/ 244 h 8"/>
                <a:gd name="T14" fmla="*/ 486 w 19"/>
                <a:gd name="T15" fmla="*/ 244 h 8"/>
                <a:gd name="T16" fmla="*/ 486 w 19"/>
                <a:gd name="T17" fmla="*/ 128 h 8"/>
                <a:gd name="T18" fmla="*/ 486 w 19"/>
                <a:gd name="T19" fmla="*/ 59 h 8"/>
                <a:gd name="T20" fmla="*/ 486 w 19"/>
                <a:gd name="T21" fmla="*/ 28 h 8"/>
                <a:gd name="T22" fmla="*/ 378 w 19"/>
                <a:gd name="T23" fmla="*/ 59 h 8"/>
                <a:gd name="T24" fmla="*/ 378 w 19"/>
                <a:gd name="T25" fmla="*/ 88 h 8"/>
                <a:gd name="T26" fmla="*/ 459 w 19"/>
                <a:gd name="T27" fmla="*/ 59 h 8"/>
                <a:gd name="T28" fmla="*/ 459 w 19"/>
                <a:gd name="T29" fmla="*/ 59 h 8"/>
                <a:gd name="T30" fmla="*/ 486 w 19"/>
                <a:gd name="T31" fmla="*/ 128 h 8"/>
                <a:gd name="T32" fmla="*/ 486 w 19"/>
                <a:gd name="T33" fmla="*/ 184 h 8"/>
                <a:gd name="T34" fmla="*/ 486 w 19"/>
                <a:gd name="T35" fmla="*/ 216 h 8"/>
                <a:gd name="T36" fmla="*/ 432 w 19"/>
                <a:gd name="T37" fmla="*/ 216 h 8"/>
                <a:gd name="T38" fmla="*/ 189 w 19"/>
                <a:gd name="T39" fmla="*/ 156 h 8"/>
                <a:gd name="T40" fmla="*/ 378 w 19"/>
                <a:gd name="T41" fmla="*/ 88 h 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" h="8">
                  <a:moveTo>
                    <a:pt x="14" y="2"/>
                  </a:moveTo>
                  <a:cubicBezTo>
                    <a:pt x="11" y="3"/>
                    <a:pt x="7" y="4"/>
                    <a:pt x="4" y="4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2" y="6"/>
                    <a:pt x="3" y="6"/>
                    <a:pt x="4" y="5"/>
                  </a:cubicBezTo>
                  <a:cubicBezTo>
                    <a:pt x="8" y="6"/>
                    <a:pt x="12" y="7"/>
                    <a:pt x="16" y="8"/>
                  </a:cubicBezTo>
                  <a:cubicBezTo>
                    <a:pt x="17" y="8"/>
                    <a:pt x="18" y="8"/>
                    <a:pt x="18" y="8"/>
                  </a:cubicBezTo>
                  <a:cubicBezTo>
                    <a:pt x="19" y="7"/>
                    <a:pt x="19" y="5"/>
                    <a:pt x="18" y="4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0"/>
                    <a:pt x="17" y="1"/>
                    <a:pt x="14" y="2"/>
                  </a:cubicBezTo>
                  <a:close/>
                  <a:moveTo>
                    <a:pt x="14" y="3"/>
                  </a:moveTo>
                  <a:cubicBezTo>
                    <a:pt x="15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3"/>
                    <a:pt x="18" y="4"/>
                    <a:pt x="18" y="4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7"/>
                    <a:pt x="17" y="7"/>
                    <a:pt x="16" y="7"/>
                  </a:cubicBezTo>
                  <a:cubicBezTo>
                    <a:pt x="13" y="6"/>
                    <a:pt x="10" y="5"/>
                    <a:pt x="7" y="5"/>
                  </a:cubicBezTo>
                  <a:cubicBezTo>
                    <a:pt x="10" y="4"/>
                    <a:pt x="12" y="3"/>
                    <a:pt x="14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9" name="Freeform 568">
              <a:extLst>
                <a:ext uri="{FF2B5EF4-FFF2-40B4-BE49-F238E27FC236}">
                  <a16:creationId xmlns:a16="http://schemas.microsoft.com/office/drawing/2014/main" id="{2A5494AE-3CD0-46A0-9ECC-B5DB986E8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635"/>
              <a:ext cx="72" cy="23"/>
            </a:xfrm>
            <a:custGeom>
              <a:avLst/>
              <a:gdLst>
                <a:gd name="T0" fmla="*/ 0 w 24"/>
                <a:gd name="T1" fmla="*/ 0 h 7"/>
                <a:gd name="T2" fmla="*/ 648 w 24"/>
                <a:gd name="T3" fmla="*/ 25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0"/>
                  </a:moveTo>
                  <a:cubicBezTo>
                    <a:pt x="7" y="5"/>
                    <a:pt x="20" y="7"/>
                    <a:pt x="24" y="7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0" name="Freeform 569">
              <a:extLst>
                <a:ext uri="{FF2B5EF4-FFF2-40B4-BE49-F238E27FC236}">
                  <a16:creationId xmlns:a16="http://schemas.microsoft.com/office/drawing/2014/main" id="{61E33B6F-FDE6-4586-BE66-93E4C62D6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635"/>
              <a:ext cx="72" cy="26"/>
            </a:xfrm>
            <a:custGeom>
              <a:avLst/>
              <a:gdLst>
                <a:gd name="T0" fmla="*/ 0 w 24"/>
                <a:gd name="T1" fmla="*/ 0 h 8"/>
                <a:gd name="T2" fmla="*/ 0 w 24"/>
                <a:gd name="T3" fmla="*/ 33 h 8"/>
                <a:gd name="T4" fmla="*/ 648 w 24"/>
                <a:gd name="T5" fmla="*/ 276 h 8"/>
                <a:gd name="T6" fmla="*/ 648 w 24"/>
                <a:gd name="T7" fmla="*/ 244 h 8"/>
                <a:gd name="T8" fmla="*/ 648 w 24"/>
                <a:gd name="T9" fmla="*/ 244 h 8"/>
                <a:gd name="T10" fmla="*/ 27 w 24"/>
                <a:gd name="T11" fmla="*/ 0 h 8"/>
                <a:gd name="T12" fmla="*/ 0 w 24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8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6" y="6"/>
                    <a:pt x="20" y="8"/>
                    <a:pt x="24" y="8"/>
                  </a:cubicBezTo>
                  <a:cubicBezTo>
                    <a:pt x="24" y="8"/>
                    <a:pt x="24" y="8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0" y="7"/>
                    <a:pt x="7" y="5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1" name="Freeform 570">
              <a:extLst>
                <a:ext uri="{FF2B5EF4-FFF2-40B4-BE49-F238E27FC236}">
                  <a16:creationId xmlns:a16="http://schemas.microsoft.com/office/drawing/2014/main" id="{CAF2FE5B-3752-4A04-8A27-CE456FF79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941"/>
              <a:ext cx="27" cy="100"/>
            </a:xfrm>
            <a:custGeom>
              <a:avLst/>
              <a:gdLst>
                <a:gd name="T0" fmla="*/ 189 w 9"/>
                <a:gd name="T1" fmla="*/ 1042 h 31"/>
                <a:gd name="T2" fmla="*/ 0 w 9"/>
                <a:gd name="T3" fmla="*/ 0 h 31"/>
                <a:gd name="T4" fmla="*/ 189 w 9"/>
                <a:gd name="T5" fmla="*/ 104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1">
                  <a:moveTo>
                    <a:pt x="7" y="31"/>
                  </a:moveTo>
                  <a:cubicBezTo>
                    <a:pt x="9" y="18"/>
                    <a:pt x="6" y="7"/>
                    <a:pt x="0" y="0"/>
                  </a:cubicBezTo>
                  <a:cubicBezTo>
                    <a:pt x="1" y="3"/>
                    <a:pt x="7" y="25"/>
                    <a:pt x="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2" name="Freeform 571">
              <a:extLst>
                <a:ext uri="{FF2B5EF4-FFF2-40B4-BE49-F238E27FC236}">
                  <a16:creationId xmlns:a16="http://schemas.microsoft.com/office/drawing/2014/main" id="{51856B7D-1275-4735-8FF2-A541B6890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922"/>
              <a:ext cx="36" cy="115"/>
            </a:xfrm>
            <a:custGeom>
              <a:avLst/>
              <a:gdLst>
                <a:gd name="T0" fmla="*/ 0 w 12"/>
                <a:gd name="T1" fmla="*/ 0 h 36"/>
                <a:gd name="T2" fmla="*/ 216 w 12"/>
                <a:gd name="T3" fmla="*/ 1172 h 36"/>
                <a:gd name="T4" fmla="*/ 0 w 1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6">
                  <a:moveTo>
                    <a:pt x="0" y="0"/>
                  </a:moveTo>
                  <a:cubicBezTo>
                    <a:pt x="4" y="4"/>
                    <a:pt x="9" y="9"/>
                    <a:pt x="8" y="36"/>
                  </a:cubicBezTo>
                  <a:cubicBezTo>
                    <a:pt x="10" y="27"/>
                    <a:pt x="12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3" name="Freeform 572">
              <a:extLst>
                <a:ext uri="{FF2B5EF4-FFF2-40B4-BE49-F238E27FC236}">
                  <a16:creationId xmlns:a16="http://schemas.microsoft.com/office/drawing/2014/main" id="{CD900657-A028-4317-B5E7-7B502B1AB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899"/>
              <a:ext cx="43" cy="58"/>
            </a:xfrm>
            <a:custGeom>
              <a:avLst/>
              <a:gdLst>
                <a:gd name="T0" fmla="*/ 405 w 14"/>
                <a:gd name="T1" fmla="*/ 0 h 18"/>
                <a:gd name="T2" fmla="*/ 0 w 14"/>
                <a:gd name="T3" fmla="*/ 60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14" y="0"/>
                  </a:moveTo>
                  <a:cubicBezTo>
                    <a:pt x="9" y="2"/>
                    <a:pt x="3" y="12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4" name="Freeform 573">
              <a:extLst>
                <a:ext uri="{FF2B5EF4-FFF2-40B4-BE49-F238E27FC236}">
                  <a16:creationId xmlns:a16="http://schemas.microsoft.com/office/drawing/2014/main" id="{6ED0C645-8BB8-4E10-A2A1-E6A7B9389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545"/>
              <a:ext cx="15" cy="145"/>
            </a:xfrm>
            <a:custGeom>
              <a:avLst/>
              <a:gdLst>
                <a:gd name="T0" fmla="*/ 0 w 5"/>
                <a:gd name="T1" fmla="*/ 0 h 45"/>
                <a:gd name="T2" fmla="*/ 108 w 5"/>
                <a:gd name="T3" fmla="*/ 150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5">
                  <a:moveTo>
                    <a:pt x="0" y="0"/>
                  </a:moveTo>
                  <a:cubicBezTo>
                    <a:pt x="2" y="7"/>
                    <a:pt x="5" y="37"/>
                    <a:pt x="4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5" name="Freeform 574">
              <a:extLst>
                <a:ext uri="{FF2B5EF4-FFF2-40B4-BE49-F238E27FC236}">
                  <a16:creationId xmlns:a16="http://schemas.microsoft.com/office/drawing/2014/main" id="{2BD49249-7870-4914-9BCC-1E95A3630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545"/>
              <a:ext cx="9" cy="142"/>
            </a:xfrm>
            <a:custGeom>
              <a:avLst/>
              <a:gdLst>
                <a:gd name="T0" fmla="*/ 81 w 3"/>
                <a:gd name="T1" fmla="*/ 0 h 44"/>
                <a:gd name="T2" fmla="*/ 27 w 3"/>
                <a:gd name="T3" fmla="*/ 1478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4">
                  <a:moveTo>
                    <a:pt x="3" y="0"/>
                  </a:moveTo>
                  <a:cubicBezTo>
                    <a:pt x="0" y="6"/>
                    <a:pt x="1" y="35"/>
                    <a:pt x="1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6" name="Freeform 575">
              <a:extLst>
                <a:ext uri="{FF2B5EF4-FFF2-40B4-BE49-F238E27FC236}">
                  <a16:creationId xmlns:a16="http://schemas.microsoft.com/office/drawing/2014/main" id="{DC2132D3-6EC2-4ED2-B58C-CE4B6C6749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76" y="2697"/>
              <a:ext cx="27" cy="32"/>
            </a:xfrm>
            <a:custGeom>
              <a:avLst/>
              <a:gdLst>
                <a:gd name="T0" fmla="*/ 0 w 9"/>
                <a:gd name="T1" fmla="*/ 163 h 10"/>
                <a:gd name="T2" fmla="*/ 135 w 9"/>
                <a:gd name="T3" fmla="*/ 326 h 10"/>
                <a:gd name="T4" fmla="*/ 243 w 9"/>
                <a:gd name="T5" fmla="*/ 163 h 10"/>
                <a:gd name="T6" fmla="*/ 135 w 9"/>
                <a:gd name="T7" fmla="*/ 0 h 10"/>
                <a:gd name="T8" fmla="*/ 0 w 9"/>
                <a:gd name="T9" fmla="*/ 163 h 10"/>
                <a:gd name="T10" fmla="*/ 27 w 9"/>
                <a:gd name="T11" fmla="*/ 163 h 10"/>
                <a:gd name="T12" fmla="*/ 135 w 9"/>
                <a:gd name="T13" fmla="*/ 32 h 10"/>
                <a:gd name="T14" fmla="*/ 216 w 9"/>
                <a:gd name="T15" fmla="*/ 163 h 10"/>
                <a:gd name="T16" fmla="*/ 135 w 9"/>
                <a:gd name="T17" fmla="*/ 298 h 10"/>
                <a:gd name="T18" fmla="*/ 27 w 9"/>
                <a:gd name="T19" fmla="*/ 16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8"/>
                    <a:pt x="2" y="10"/>
                    <a:pt x="5" y="10"/>
                  </a:cubicBezTo>
                  <a:cubicBezTo>
                    <a:pt x="7" y="10"/>
                    <a:pt x="9" y="8"/>
                    <a:pt x="9" y="5"/>
                  </a:cubicBezTo>
                  <a:cubicBezTo>
                    <a:pt x="9" y="3"/>
                    <a:pt x="7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  <a:moveTo>
                    <a:pt x="1" y="5"/>
                  </a:moveTo>
                  <a:cubicBezTo>
                    <a:pt x="1" y="3"/>
                    <a:pt x="2" y="1"/>
                    <a:pt x="5" y="1"/>
                  </a:cubicBezTo>
                  <a:cubicBezTo>
                    <a:pt x="7" y="1"/>
                    <a:pt x="8" y="3"/>
                    <a:pt x="8" y="5"/>
                  </a:cubicBezTo>
                  <a:cubicBezTo>
                    <a:pt x="8" y="7"/>
                    <a:pt x="7" y="9"/>
                    <a:pt x="5" y="9"/>
                  </a:cubicBezTo>
                  <a:cubicBezTo>
                    <a:pt x="2" y="9"/>
                    <a:pt x="1" y="7"/>
                    <a:pt x="1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7" name="Freeform 576">
              <a:extLst>
                <a:ext uri="{FF2B5EF4-FFF2-40B4-BE49-F238E27FC236}">
                  <a16:creationId xmlns:a16="http://schemas.microsoft.com/office/drawing/2014/main" id="{0DF19714-16AC-480C-8EEC-996FC11DB2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3" y="2697"/>
              <a:ext cx="30" cy="32"/>
            </a:xfrm>
            <a:custGeom>
              <a:avLst/>
              <a:gdLst>
                <a:gd name="T0" fmla="*/ 0 w 10"/>
                <a:gd name="T1" fmla="*/ 163 h 10"/>
                <a:gd name="T2" fmla="*/ 135 w 10"/>
                <a:gd name="T3" fmla="*/ 326 h 10"/>
                <a:gd name="T4" fmla="*/ 270 w 10"/>
                <a:gd name="T5" fmla="*/ 163 h 10"/>
                <a:gd name="T6" fmla="*/ 135 w 10"/>
                <a:gd name="T7" fmla="*/ 0 h 10"/>
                <a:gd name="T8" fmla="*/ 0 w 10"/>
                <a:gd name="T9" fmla="*/ 163 h 10"/>
                <a:gd name="T10" fmla="*/ 27 w 10"/>
                <a:gd name="T11" fmla="*/ 163 h 10"/>
                <a:gd name="T12" fmla="*/ 135 w 10"/>
                <a:gd name="T13" fmla="*/ 32 h 10"/>
                <a:gd name="T14" fmla="*/ 243 w 10"/>
                <a:gd name="T15" fmla="*/ 163 h 10"/>
                <a:gd name="T16" fmla="*/ 135 w 10"/>
                <a:gd name="T17" fmla="*/ 298 h 10"/>
                <a:gd name="T18" fmla="*/ 27 w 10"/>
                <a:gd name="T19" fmla="*/ 16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8"/>
                    <a:pt x="2" y="10"/>
                    <a:pt x="5" y="10"/>
                  </a:cubicBezTo>
                  <a:cubicBezTo>
                    <a:pt x="7" y="10"/>
                    <a:pt x="10" y="8"/>
                    <a:pt x="10" y="5"/>
                  </a:cubicBezTo>
                  <a:cubicBezTo>
                    <a:pt x="10" y="3"/>
                    <a:pt x="7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  <a:moveTo>
                    <a:pt x="1" y="5"/>
                  </a:moveTo>
                  <a:cubicBezTo>
                    <a:pt x="1" y="3"/>
                    <a:pt x="3" y="1"/>
                    <a:pt x="5" y="1"/>
                  </a:cubicBezTo>
                  <a:cubicBezTo>
                    <a:pt x="7" y="1"/>
                    <a:pt x="9" y="3"/>
                    <a:pt x="9" y="5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3" y="9"/>
                    <a:pt x="1" y="7"/>
                    <a:pt x="1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8" name="Oval 577">
              <a:extLst>
                <a:ext uri="{FF2B5EF4-FFF2-40B4-BE49-F238E27FC236}">
                  <a16:creationId xmlns:a16="http://schemas.microsoft.com/office/drawing/2014/main" id="{90F8393A-2D0D-4AEC-8F8E-CC89F5AF6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2700"/>
              <a:ext cx="27" cy="29"/>
            </a:xfrm>
            <a:prstGeom prst="ellipse">
              <a:avLst/>
            </a:pr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049" name="Oval 578">
              <a:extLst>
                <a:ext uri="{FF2B5EF4-FFF2-40B4-BE49-F238E27FC236}">
                  <a16:creationId xmlns:a16="http://schemas.microsoft.com/office/drawing/2014/main" id="{6A376D89-19E0-4254-A066-F0B49C481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2709"/>
              <a:ext cx="9" cy="7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050" name="Freeform 579">
              <a:extLst>
                <a:ext uri="{FF2B5EF4-FFF2-40B4-BE49-F238E27FC236}">
                  <a16:creationId xmlns:a16="http://schemas.microsoft.com/office/drawing/2014/main" id="{25D4AE86-6673-4CE0-954C-B10D117828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2" y="2706"/>
              <a:ext cx="15" cy="16"/>
            </a:xfrm>
            <a:custGeom>
              <a:avLst/>
              <a:gdLst>
                <a:gd name="T0" fmla="*/ 0 w 5"/>
                <a:gd name="T1" fmla="*/ 61 h 5"/>
                <a:gd name="T2" fmla="*/ 81 w 5"/>
                <a:gd name="T3" fmla="*/ 163 h 5"/>
                <a:gd name="T4" fmla="*/ 135 w 5"/>
                <a:gd name="T5" fmla="*/ 61 h 5"/>
                <a:gd name="T6" fmla="*/ 81 w 5"/>
                <a:gd name="T7" fmla="*/ 0 h 5"/>
                <a:gd name="T8" fmla="*/ 0 w 5"/>
                <a:gd name="T9" fmla="*/ 61 h 5"/>
                <a:gd name="T10" fmla="*/ 54 w 5"/>
                <a:gd name="T11" fmla="*/ 61 h 5"/>
                <a:gd name="T12" fmla="*/ 81 w 5"/>
                <a:gd name="T13" fmla="*/ 61 h 5"/>
                <a:gd name="T14" fmla="*/ 81 w 5"/>
                <a:gd name="T15" fmla="*/ 61 h 5"/>
                <a:gd name="T16" fmla="*/ 81 w 5"/>
                <a:gd name="T17" fmla="*/ 102 h 5"/>
                <a:gd name="T18" fmla="*/ 54 w 5"/>
                <a:gd name="T19" fmla="*/ 61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1" name="Oval 580">
              <a:extLst>
                <a:ext uri="{FF2B5EF4-FFF2-40B4-BE49-F238E27FC236}">
                  <a16:creationId xmlns:a16="http://schemas.microsoft.com/office/drawing/2014/main" id="{7871A2D0-B165-4381-9851-5C6DBA60E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2700"/>
              <a:ext cx="27" cy="29"/>
            </a:xfrm>
            <a:prstGeom prst="ellipse">
              <a:avLst/>
            </a:pr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052" name="Oval 581">
              <a:extLst>
                <a:ext uri="{FF2B5EF4-FFF2-40B4-BE49-F238E27FC236}">
                  <a16:creationId xmlns:a16="http://schemas.microsoft.com/office/drawing/2014/main" id="{B442383E-AD4F-4953-92DF-AB2C853D5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709"/>
              <a:ext cx="6" cy="7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053" name="Freeform 582">
              <a:extLst>
                <a:ext uri="{FF2B5EF4-FFF2-40B4-BE49-F238E27FC236}">
                  <a16:creationId xmlns:a16="http://schemas.microsoft.com/office/drawing/2014/main" id="{48BEA0B9-108A-4F77-B376-AD35DF2A8F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9" y="2706"/>
              <a:ext cx="15" cy="16"/>
            </a:xfrm>
            <a:custGeom>
              <a:avLst/>
              <a:gdLst>
                <a:gd name="T0" fmla="*/ 0 w 5"/>
                <a:gd name="T1" fmla="*/ 61 h 5"/>
                <a:gd name="T2" fmla="*/ 81 w 5"/>
                <a:gd name="T3" fmla="*/ 163 h 5"/>
                <a:gd name="T4" fmla="*/ 135 w 5"/>
                <a:gd name="T5" fmla="*/ 61 h 5"/>
                <a:gd name="T6" fmla="*/ 81 w 5"/>
                <a:gd name="T7" fmla="*/ 0 h 5"/>
                <a:gd name="T8" fmla="*/ 0 w 5"/>
                <a:gd name="T9" fmla="*/ 61 h 5"/>
                <a:gd name="T10" fmla="*/ 54 w 5"/>
                <a:gd name="T11" fmla="*/ 61 h 5"/>
                <a:gd name="T12" fmla="*/ 81 w 5"/>
                <a:gd name="T13" fmla="*/ 61 h 5"/>
                <a:gd name="T14" fmla="*/ 81 w 5"/>
                <a:gd name="T15" fmla="*/ 61 h 5"/>
                <a:gd name="T16" fmla="*/ 81 w 5"/>
                <a:gd name="T17" fmla="*/ 102 h 5"/>
                <a:gd name="T18" fmla="*/ 54 w 5"/>
                <a:gd name="T19" fmla="*/ 61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4" name="Freeform 583">
              <a:extLst>
                <a:ext uri="{FF2B5EF4-FFF2-40B4-BE49-F238E27FC236}">
                  <a16:creationId xmlns:a16="http://schemas.microsoft.com/office/drawing/2014/main" id="{0D14043C-9D07-4773-9CAC-12D302907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668"/>
              <a:ext cx="126" cy="16"/>
            </a:xfrm>
            <a:custGeom>
              <a:avLst/>
              <a:gdLst>
                <a:gd name="T0" fmla="*/ 0 w 42"/>
                <a:gd name="T1" fmla="*/ 0 h 5"/>
                <a:gd name="T2" fmla="*/ 1134 w 42"/>
                <a:gd name="T3" fmla="*/ 16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5">
                  <a:moveTo>
                    <a:pt x="0" y="0"/>
                  </a:moveTo>
                  <a:cubicBezTo>
                    <a:pt x="5" y="0"/>
                    <a:pt x="31" y="0"/>
                    <a:pt x="4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5" name="Freeform 584">
              <a:extLst>
                <a:ext uri="{FF2B5EF4-FFF2-40B4-BE49-F238E27FC236}">
                  <a16:creationId xmlns:a16="http://schemas.microsoft.com/office/drawing/2014/main" id="{D9C5A1D4-633E-406A-A187-287051D5C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565"/>
              <a:ext cx="166" cy="51"/>
            </a:xfrm>
            <a:custGeom>
              <a:avLst/>
              <a:gdLst>
                <a:gd name="T0" fmla="*/ 0 w 55"/>
                <a:gd name="T1" fmla="*/ 102 h 16"/>
                <a:gd name="T2" fmla="*/ 1512 w 55"/>
                <a:gd name="T3" fmla="*/ 52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6">
                  <a:moveTo>
                    <a:pt x="0" y="3"/>
                  </a:moveTo>
                  <a:cubicBezTo>
                    <a:pt x="6" y="0"/>
                    <a:pt x="41" y="9"/>
                    <a:pt x="55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6" name="Freeform 585">
              <a:extLst>
                <a:ext uri="{FF2B5EF4-FFF2-40B4-BE49-F238E27FC236}">
                  <a16:creationId xmlns:a16="http://schemas.microsoft.com/office/drawing/2014/main" id="{956DD288-BEBE-443E-A22F-C3C3205D9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780"/>
              <a:ext cx="238" cy="90"/>
            </a:xfrm>
            <a:custGeom>
              <a:avLst/>
              <a:gdLst>
                <a:gd name="T0" fmla="*/ 0 w 79"/>
                <a:gd name="T1" fmla="*/ 0 h 28"/>
                <a:gd name="T2" fmla="*/ 2160 w 79"/>
                <a:gd name="T3" fmla="*/ 929 h 28"/>
                <a:gd name="T4" fmla="*/ 0 w 7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8">
                  <a:moveTo>
                    <a:pt x="0" y="0"/>
                  </a:moveTo>
                  <a:cubicBezTo>
                    <a:pt x="13" y="9"/>
                    <a:pt x="57" y="26"/>
                    <a:pt x="79" y="28"/>
                  </a:cubicBezTo>
                  <a:cubicBezTo>
                    <a:pt x="69" y="26"/>
                    <a:pt x="7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7" name="Freeform 586">
              <a:extLst>
                <a:ext uri="{FF2B5EF4-FFF2-40B4-BE49-F238E27FC236}">
                  <a16:creationId xmlns:a16="http://schemas.microsoft.com/office/drawing/2014/main" id="{BA2E40A6-7CDD-40C9-81BA-3B46F97F66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3037"/>
              <a:ext cx="72" cy="49"/>
            </a:xfrm>
            <a:custGeom>
              <a:avLst/>
              <a:gdLst>
                <a:gd name="T0" fmla="*/ 297 w 24"/>
                <a:gd name="T1" fmla="*/ 33 h 15"/>
                <a:gd name="T2" fmla="*/ 27 w 24"/>
                <a:gd name="T3" fmla="*/ 170 h 15"/>
                <a:gd name="T4" fmla="*/ 0 w 24"/>
                <a:gd name="T5" fmla="*/ 278 h 15"/>
                <a:gd name="T6" fmla="*/ 0 w 24"/>
                <a:gd name="T7" fmla="*/ 310 h 15"/>
                <a:gd name="T8" fmla="*/ 54 w 24"/>
                <a:gd name="T9" fmla="*/ 415 h 15"/>
                <a:gd name="T10" fmla="*/ 351 w 24"/>
                <a:gd name="T11" fmla="*/ 490 h 15"/>
                <a:gd name="T12" fmla="*/ 621 w 24"/>
                <a:gd name="T13" fmla="*/ 310 h 15"/>
                <a:gd name="T14" fmla="*/ 648 w 24"/>
                <a:gd name="T15" fmla="*/ 212 h 15"/>
                <a:gd name="T16" fmla="*/ 297 w 24"/>
                <a:gd name="T17" fmla="*/ 33 h 15"/>
                <a:gd name="T18" fmla="*/ 81 w 24"/>
                <a:gd name="T19" fmla="*/ 385 h 15"/>
                <a:gd name="T20" fmla="*/ 27 w 24"/>
                <a:gd name="T21" fmla="*/ 310 h 15"/>
                <a:gd name="T22" fmla="*/ 27 w 24"/>
                <a:gd name="T23" fmla="*/ 310 h 15"/>
                <a:gd name="T24" fmla="*/ 54 w 24"/>
                <a:gd name="T25" fmla="*/ 212 h 15"/>
                <a:gd name="T26" fmla="*/ 297 w 24"/>
                <a:gd name="T27" fmla="*/ 75 h 15"/>
                <a:gd name="T28" fmla="*/ 621 w 24"/>
                <a:gd name="T29" fmla="*/ 212 h 15"/>
                <a:gd name="T30" fmla="*/ 594 w 24"/>
                <a:gd name="T31" fmla="*/ 310 h 15"/>
                <a:gd name="T32" fmla="*/ 351 w 24"/>
                <a:gd name="T33" fmla="*/ 448 h 15"/>
                <a:gd name="T34" fmla="*/ 81 w 24"/>
                <a:gd name="T35" fmla="*/ 385 h 15"/>
                <a:gd name="T36" fmla="*/ 0 w 24"/>
                <a:gd name="T37" fmla="*/ 310 h 15"/>
                <a:gd name="T38" fmla="*/ 0 w 24"/>
                <a:gd name="T39" fmla="*/ 310 h 1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4" h="15">
                  <a:moveTo>
                    <a:pt x="11" y="1"/>
                  </a:moveTo>
                  <a:cubicBezTo>
                    <a:pt x="7" y="1"/>
                    <a:pt x="3" y="3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1" y="11"/>
                    <a:pt x="2" y="12"/>
                  </a:cubicBezTo>
                  <a:cubicBezTo>
                    <a:pt x="5" y="14"/>
                    <a:pt x="9" y="15"/>
                    <a:pt x="13" y="14"/>
                  </a:cubicBezTo>
                  <a:cubicBezTo>
                    <a:pt x="17" y="14"/>
                    <a:pt x="21" y="12"/>
                    <a:pt x="23" y="9"/>
                  </a:cubicBezTo>
                  <a:cubicBezTo>
                    <a:pt x="23" y="8"/>
                    <a:pt x="24" y="7"/>
                    <a:pt x="24" y="6"/>
                  </a:cubicBezTo>
                  <a:cubicBezTo>
                    <a:pt x="23" y="2"/>
                    <a:pt x="18" y="0"/>
                    <a:pt x="11" y="1"/>
                  </a:cubicBezTo>
                  <a:close/>
                  <a:moveTo>
                    <a:pt x="3" y="11"/>
                  </a:moveTo>
                  <a:cubicBezTo>
                    <a:pt x="2" y="11"/>
                    <a:pt x="1" y="10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8"/>
                    <a:pt x="1" y="7"/>
                    <a:pt x="2" y="6"/>
                  </a:cubicBezTo>
                  <a:cubicBezTo>
                    <a:pt x="4" y="4"/>
                    <a:pt x="7" y="2"/>
                    <a:pt x="11" y="2"/>
                  </a:cubicBezTo>
                  <a:cubicBezTo>
                    <a:pt x="17" y="1"/>
                    <a:pt x="22" y="3"/>
                    <a:pt x="23" y="6"/>
                  </a:cubicBezTo>
                  <a:cubicBezTo>
                    <a:pt x="23" y="7"/>
                    <a:pt x="22" y="8"/>
                    <a:pt x="22" y="9"/>
                  </a:cubicBezTo>
                  <a:cubicBezTo>
                    <a:pt x="20" y="11"/>
                    <a:pt x="17" y="13"/>
                    <a:pt x="13" y="13"/>
                  </a:cubicBezTo>
                  <a:cubicBezTo>
                    <a:pt x="9" y="14"/>
                    <a:pt x="5" y="13"/>
                    <a:pt x="3" y="11"/>
                  </a:cubicBezTo>
                  <a:close/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8" name="Freeform 587">
              <a:extLst>
                <a:ext uri="{FF2B5EF4-FFF2-40B4-BE49-F238E27FC236}">
                  <a16:creationId xmlns:a16="http://schemas.microsoft.com/office/drawing/2014/main" id="{C37E8650-B04F-4A09-B850-E3054ADB8A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90" y="3034"/>
              <a:ext cx="76" cy="48"/>
            </a:xfrm>
            <a:custGeom>
              <a:avLst/>
              <a:gdLst>
                <a:gd name="T0" fmla="*/ 27 w 25"/>
                <a:gd name="T1" fmla="*/ 195 h 15"/>
                <a:gd name="T2" fmla="*/ 55 w 25"/>
                <a:gd name="T3" fmla="*/ 326 h 15"/>
                <a:gd name="T4" fmla="*/ 304 w 25"/>
                <a:gd name="T5" fmla="*/ 461 h 15"/>
                <a:gd name="T6" fmla="*/ 620 w 25"/>
                <a:gd name="T7" fmla="*/ 390 h 15"/>
                <a:gd name="T8" fmla="*/ 675 w 25"/>
                <a:gd name="T9" fmla="*/ 298 h 15"/>
                <a:gd name="T10" fmla="*/ 675 w 25"/>
                <a:gd name="T11" fmla="*/ 298 h 15"/>
                <a:gd name="T12" fmla="*/ 371 w 25"/>
                <a:gd name="T13" fmla="*/ 32 h 15"/>
                <a:gd name="T14" fmla="*/ 27 w 25"/>
                <a:gd name="T15" fmla="*/ 195 h 15"/>
                <a:gd name="T16" fmla="*/ 304 w 25"/>
                <a:gd name="T17" fmla="*/ 429 h 15"/>
                <a:gd name="T18" fmla="*/ 55 w 25"/>
                <a:gd name="T19" fmla="*/ 298 h 15"/>
                <a:gd name="T20" fmla="*/ 55 w 25"/>
                <a:gd name="T21" fmla="*/ 195 h 15"/>
                <a:gd name="T22" fmla="*/ 371 w 25"/>
                <a:gd name="T23" fmla="*/ 61 h 15"/>
                <a:gd name="T24" fmla="*/ 648 w 25"/>
                <a:gd name="T25" fmla="*/ 298 h 15"/>
                <a:gd name="T26" fmla="*/ 648 w 25"/>
                <a:gd name="T27" fmla="*/ 298 h 15"/>
                <a:gd name="T28" fmla="*/ 593 w 25"/>
                <a:gd name="T29" fmla="*/ 390 h 15"/>
                <a:gd name="T30" fmla="*/ 304 w 25"/>
                <a:gd name="T31" fmla="*/ 429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" h="15">
                  <a:moveTo>
                    <a:pt x="1" y="6"/>
                  </a:moveTo>
                  <a:cubicBezTo>
                    <a:pt x="0" y="7"/>
                    <a:pt x="1" y="8"/>
                    <a:pt x="2" y="10"/>
                  </a:cubicBezTo>
                  <a:cubicBezTo>
                    <a:pt x="3" y="12"/>
                    <a:pt x="7" y="14"/>
                    <a:pt x="11" y="14"/>
                  </a:cubicBezTo>
                  <a:cubicBezTo>
                    <a:pt x="16" y="15"/>
                    <a:pt x="20" y="14"/>
                    <a:pt x="22" y="12"/>
                  </a:cubicBezTo>
                  <a:cubicBezTo>
                    <a:pt x="23" y="12"/>
                    <a:pt x="24" y="10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5" y="5"/>
                    <a:pt x="20" y="2"/>
                    <a:pt x="13" y="1"/>
                  </a:cubicBezTo>
                  <a:cubicBezTo>
                    <a:pt x="7" y="0"/>
                    <a:pt x="1" y="2"/>
                    <a:pt x="1" y="6"/>
                  </a:cubicBezTo>
                  <a:close/>
                  <a:moveTo>
                    <a:pt x="11" y="13"/>
                  </a:moveTo>
                  <a:cubicBezTo>
                    <a:pt x="8" y="13"/>
                    <a:pt x="4" y="11"/>
                    <a:pt x="2" y="9"/>
                  </a:cubicBezTo>
                  <a:cubicBezTo>
                    <a:pt x="2" y="8"/>
                    <a:pt x="1" y="7"/>
                    <a:pt x="2" y="6"/>
                  </a:cubicBezTo>
                  <a:cubicBezTo>
                    <a:pt x="2" y="3"/>
                    <a:pt x="7" y="1"/>
                    <a:pt x="13" y="2"/>
                  </a:cubicBezTo>
                  <a:cubicBezTo>
                    <a:pt x="19" y="3"/>
                    <a:pt x="23" y="6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10"/>
                    <a:pt x="22" y="11"/>
                    <a:pt x="21" y="12"/>
                  </a:cubicBezTo>
                  <a:cubicBezTo>
                    <a:pt x="19" y="13"/>
                    <a:pt x="15" y="14"/>
                    <a:pt x="1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9" name="Freeform 588">
              <a:extLst>
                <a:ext uri="{FF2B5EF4-FFF2-40B4-BE49-F238E27FC236}">
                  <a16:creationId xmlns:a16="http://schemas.microsoft.com/office/drawing/2014/main" id="{EBBFD6A1-83BA-45EE-BE9F-F4871860A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799"/>
              <a:ext cx="136" cy="145"/>
            </a:xfrm>
            <a:custGeom>
              <a:avLst/>
              <a:gdLst>
                <a:gd name="T0" fmla="*/ 520 w 45"/>
                <a:gd name="T1" fmla="*/ 799 h 45"/>
                <a:gd name="T2" fmla="*/ 520 w 45"/>
                <a:gd name="T3" fmla="*/ 841 h 45"/>
                <a:gd name="T4" fmla="*/ 190 w 45"/>
                <a:gd name="T5" fmla="*/ 1340 h 45"/>
                <a:gd name="T6" fmla="*/ 109 w 45"/>
                <a:gd name="T7" fmla="*/ 1369 h 45"/>
                <a:gd name="T8" fmla="*/ 82 w 45"/>
                <a:gd name="T9" fmla="*/ 1369 h 45"/>
                <a:gd name="T10" fmla="*/ 0 w 45"/>
                <a:gd name="T11" fmla="*/ 1340 h 45"/>
                <a:gd name="T12" fmla="*/ 0 w 45"/>
                <a:gd name="T13" fmla="*/ 1340 h 45"/>
                <a:gd name="T14" fmla="*/ 0 w 45"/>
                <a:gd name="T15" fmla="*/ 1369 h 45"/>
                <a:gd name="T16" fmla="*/ 0 w 45"/>
                <a:gd name="T17" fmla="*/ 1369 h 45"/>
                <a:gd name="T18" fmla="*/ 136 w 45"/>
                <a:gd name="T19" fmla="*/ 1505 h 45"/>
                <a:gd name="T20" fmla="*/ 695 w 45"/>
                <a:gd name="T21" fmla="*/ 934 h 45"/>
                <a:gd name="T22" fmla="*/ 1215 w 45"/>
                <a:gd name="T23" fmla="*/ 271 h 45"/>
                <a:gd name="T24" fmla="*/ 1215 w 45"/>
                <a:gd name="T25" fmla="*/ 238 h 45"/>
                <a:gd name="T26" fmla="*/ 1215 w 45"/>
                <a:gd name="T27" fmla="*/ 238 h 45"/>
                <a:gd name="T28" fmla="*/ 668 w 45"/>
                <a:gd name="T29" fmla="*/ 902 h 45"/>
                <a:gd name="T30" fmla="*/ 136 w 45"/>
                <a:gd name="T31" fmla="*/ 1476 h 45"/>
                <a:gd name="T32" fmla="*/ 27 w 45"/>
                <a:gd name="T33" fmla="*/ 1369 h 45"/>
                <a:gd name="T34" fmla="*/ 82 w 45"/>
                <a:gd name="T35" fmla="*/ 1369 h 45"/>
                <a:gd name="T36" fmla="*/ 109 w 45"/>
                <a:gd name="T37" fmla="*/ 1402 h 45"/>
                <a:gd name="T38" fmla="*/ 221 w 45"/>
                <a:gd name="T39" fmla="*/ 1369 h 45"/>
                <a:gd name="T40" fmla="*/ 547 w 45"/>
                <a:gd name="T41" fmla="*/ 841 h 45"/>
                <a:gd name="T42" fmla="*/ 547 w 45"/>
                <a:gd name="T43" fmla="*/ 799 h 45"/>
                <a:gd name="T44" fmla="*/ 1242 w 45"/>
                <a:gd name="T45" fmla="*/ 61 h 45"/>
                <a:gd name="T46" fmla="*/ 1242 w 45"/>
                <a:gd name="T47" fmla="*/ 61 h 45"/>
                <a:gd name="T48" fmla="*/ 1242 w 45"/>
                <a:gd name="T49" fmla="*/ 32 h 45"/>
                <a:gd name="T50" fmla="*/ 520 w 45"/>
                <a:gd name="T51" fmla="*/ 799 h 4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5" h="45">
                  <a:moveTo>
                    <a:pt x="19" y="24"/>
                  </a:moveTo>
                  <a:cubicBezTo>
                    <a:pt x="19" y="25"/>
                    <a:pt x="19" y="25"/>
                    <a:pt x="19" y="25"/>
                  </a:cubicBezTo>
                  <a:cubicBezTo>
                    <a:pt x="15" y="31"/>
                    <a:pt x="11" y="38"/>
                    <a:pt x="7" y="40"/>
                  </a:cubicBezTo>
                  <a:cubicBezTo>
                    <a:pt x="6" y="41"/>
                    <a:pt x="5" y="41"/>
                    <a:pt x="4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0" y="40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" y="44"/>
                    <a:pt x="2" y="45"/>
                    <a:pt x="5" y="45"/>
                  </a:cubicBezTo>
                  <a:cubicBezTo>
                    <a:pt x="13" y="45"/>
                    <a:pt x="19" y="38"/>
                    <a:pt x="25" y="28"/>
                  </a:cubicBezTo>
                  <a:cubicBezTo>
                    <a:pt x="31" y="18"/>
                    <a:pt x="38" y="7"/>
                    <a:pt x="44" y="8"/>
                  </a:cubicBezTo>
                  <a:cubicBezTo>
                    <a:pt x="44" y="8"/>
                    <a:pt x="44" y="8"/>
                    <a:pt x="44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37" y="6"/>
                    <a:pt x="30" y="17"/>
                    <a:pt x="24" y="27"/>
                  </a:cubicBezTo>
                  <a:cubicBezTo>
                    <a:pt x="18" y="37"/>
                    <a:pt x="12" y="44"/>
                    <a:pt x="5" y="44"/>
                  </a:cubicBezTo>
                  <a:cubicBezTo>
                    <a:pt x="3" y="44"/>
                    <a:pt x="2" y="44"/>
                    <a:pt x="1" y="41"/>
                  </a:cubicBezTo>
                  <a:cubicBezTo>
                    <a:pt x="2" y="41"/>
                    <a:pt x="3" y="41"/>
                    <a:pt x="3" y="41"/>
                  </a:cubicBezTo>
                  <a:cubicBezTo>
                    <a:pt x="3" y="42"/>
                    <a:pt x="4" y="42"/>
                    <a:pt x="4" y="42"/>
                  </a:cubicBezTo>
                  <a:cubicBezTo>
                    <a:pt x="5" y="43"/>
                    <a:pt x="8" y="41"/>
                    <a:pt x="8" y="41"/>
                  </a:cubicBezTo>
                  <a:cubicBezTo>
                    <a:pt x="11" y="38"/>
                    <a:pt x="16" y="31"/>
                    <a:pt x="20" y="25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7" y="13"/>
                    <a:pt x="35" y="1"/>
                    <a:pt x="45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34" y="0"/>
                    <a:pt x="27" y="12"/>
                    <a:pt x="19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0" name="Freeform 589">
              <a:extLst>
                <a:ext uri="{FF2B5EF4-FFF2-40B4-BE49-F238E27FC236}">
                  <a16:creationId xmlns:a16="http://schemas.microsoft.com/office/drawing/2014/main" id="{A2566BBF-3E41-4CA7-8E6B-89024F60C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799"/>
              <a:ext cx="145" cy="139"/>
            </a:xfrm>
            <a:custGeom>
              <a:avLst/>
              <a:gdLst>
                <a:gd name="T0" fmla="*/ 27 w 48"/>
                <a:gd name="T1" fmla="*/ 32 h 43"/>
                <a:gd name="T2" fmla="*/ 0 w 48"/>
                <a:gd name="T3" fmla="*/ 61 h 43"/>
                <a:gd name="T4" fmla="*/ 27 w 48"/>
                <a:gd name="T5" fmla="*/ 61 h 43"/>
                <a:gd name="T6" fmla="*/ 695 w 48"/>
                <a:gd name="T7" fmla="*/ 773 h 43"/>
                <a:gd name="T8" fmla="*/ 1021 w 48"/>
                <a:gd name="T9" fmla="*/ 1316 h 43"/>
                <a:gd name="T10" fmla="*/ 1242 w 48"/>
                <a:gd name="T11" fmla="*/ 1287 h 43"/>
                <a:gd name="T12" fmla="*/ 1269 w 48"/>
                <a:gd name="T13" fmla="*/ 1287 h 43"/>
                <a:gd name="T14" fmla="*/ 1106 w 48"/>
                <a:gd name="T15" fmla="*/ 1422 h 43"/>
                <a:gd name="T16" fmla="*/ 574 w 48"/>
                <a:gd name="T17" fmla="*/ 879 h 43"/>
                <a:gd name="T18" fmla="*/ 27 w 48"/>
                <a:gd name="T19" fmla="*/ 239 h 43"/>
                <a:gd name="T20" fmla="*/ 27 w 48"/>
                <a:gd name="T21" fmla="*/ 239 h 43"/>
                <a:gd name="T22" fmla="*/ 54 w 48"/>
                <a:gd name="T23" fmla="*/ 272 h 43"/>
                <a:gd name="T24" fmla="*/ 547 w 48"/>
                <a:gd name="T25" fmla="*/ 908 h 43"/>
                <a:gd name="T26" fmla="*/ 1106 w 48"/>
                <a:gd name="T27" fmla="*/ 1451 h 43"/>
                <a:gd name="T28" fmla="*/ 1296 w 48"/>
                <a:gd name="T29" fmla="*/ 1287 h 43"/>
                <a:gd name="T30" fmla="*/ 1296 w 48"/>
                <a:gd name="T31" fmla="*/ 1254 h 43"/>
                <a:gd name="T32" fmla="*/ 1296 w 48"/>
                <a:gd name="T33" fmla="*/ 1254 h 43"/>
                <a:gd name="T34" fmla="*/ 1242 w 48"/>
                <a:gd name="T35" fmla="*/ 1287 h 43"/>
                <a:gd name="T36" fmla="*/ 1048 w 48"/>
                <a:gd name="T37" fmla="*/ 1287 h 43"/>
                <a:gd name="T38" fmla="*/ 722 w 48"/>
                <a:gd name="T39" fmla="*/ 773 h 43"/>
                <a:gd name="T40" fmla="*/ 27 w 48"/>
                <a:gd name="T41" fmla="*/ 32 h 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8" h="43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1" y="1"/>
                    <a:pt x="18" y="12"/>
                    <a:pt x="25" y="23"/>
                  </a:cubicBezTo>
                  <a:cubicBezTo>
                    <a:pt x="29" y="29"/>
                    <a:pt x="34" y="36"/>
                    <a:pt x="37" y="39"/>
                  </a:cubicBezTo>
                  <a:cubicBezTo>
                    <a:pt x="38" y="39"/>
                    <a:pt x="43" y="41"/>
                    <a:pt x="45" y="38"/>
                  </a:cubicBezTo>
                  <a:cubicBezTo>
                    <a:pt x="45" y="38"/>
                    <a:pt x="46" y="38"/>
                    <a:pt x="46" y="38"/>
                  </a:cubicBezTo>
                  <a:cubicBezTo>
                    <a:pt x="45" y="41"/>
                    <a:pt x="43" y="42"/>
                    <a:pt x="40" y="42"/>
                  </a:cubicBezTo>
                  <a:cubicBezTo>
                    <a:pt x="33" y="42"/>
                    <a:pt x="27" y="36"/>
                    <a:pt x="21" y="26"/>
                  </a:cubicBezTo>
                  <a:cubicBezTo>
                    <a:pt x="15" y="17"/>
                    <a:pt x="8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2" y="8"/>
                  </a:cubicBezTo>
                  <a:cubicBezTo>
                    <a:pt x="8" y="7"/>
                    <a:pt x="14" y="18"/>
                    <a:pt x="20" y="27"/>
                  </a:cubicBezTo>
                  <a:cubicBezTo>
                    <a:pt x="27" y="37"/>
                    <a:pt x="33" y="43"/>
                    <a:pt x="40" y="43"/>
                  </a:cubicBezTo>
                  <a:cubicBezTo>
                    <a:pt x="44" y="43"/>
                    <a:pt x="46" y="41"/>
                    <a:pt x="47" y="38"/>
                  </a:cubicBezTo>
                  <a:cubicBezTo>
                    <a:pt x="48" y="37"/>
                    <a:pt x="48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3" y="40"/>
                    <a:pt x="39" y="38"/>
                    <a:pt x="38" y="38"/>
                  </a:cubicBezTo>
                  <a:cubicBezTo>
                    <a:pt x="34" y="35"/>
                    <a:pt x="30" y="29"/>
                    <a:pt x="26" y="23"/>
                  </a:cubicBezTo>
                  <a:cubicBezTo>
                    <a:pt x="19" y="11"/>
                    <a:pt x="11" y="0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1" name="Freeform 590">
              <a:extLst>
                <a:ext uri="{FF2B5EF4-FFF2-40B4-BE49-F238E27FC236}">
                  <a16:creationId xmlns:a16="http://schemas.microsoft.com/office/drawing/2014/main" id="{A1A0C9CA-FCA0-469F-92BA-C82B344CE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590"/>
              <a:ext cx="1152" cy="1454"/>
            </a:xfrm>
            <a:custGeom>
              <a:avLst/>
              <a:gdLst>
                <a:gd name="T0" fmla="*/ 9457 w 382"/>
                <a:gd name="T1" fmla="*/ 11786 h 452"/>
                <a:gd name="T2" fmla="*/ 10287 w 382"/>
                <a:gd name="T3" fmla="*/ 9519 h 452"/>
                <a:gd name="T4" fmla="*/ 10039 w 382"/>
                <a:gd name="T5" fmla="*/ 7656 h 452"/>
                <a:gd name="T6" fmla="*/ 10287 w 382"/>
                <a:gd name="T7" fmla="*/ 6456 h 452"/>
                <a:gd name="T8" fmla="*/ 9958 w 382"/>
                <a:gd name="T9" fmla="*/ 2194 h 452"/>
                <a:gd name="T10" fmla="*/ 9322 w 382"/>
                <a:gd name="T11" fmla="*/ 1232 h 452"/>
                <a:gd name="T12" fmla="*/ 9186 w 382"/>
                <a:gd name="T13" fmla="*/ 798 h 452"/>
                <a:gd name="T14" fmla="*/ 8776 w 382"/>
                <a:gd name="T15" fmla="*/ 1592 h 452"/>
                <a:gd name="T16" fmla="*/ 6885 w 382"/>
                <a:gd name="T17" fmla="*/ 3995 h 452"/>
                <a:gd name="T18" fmla="*/ 8911 w 382"/>
                <a:gd name="T19" fmla="*/ 1563 h 452"/>
                <a:gd name="T20" fmla="*/ 9596 w 382"/>
                <a:gd name="T21" fmla="*/ 1830 h 452"/>
                <a:gd name="T22" fmla="*/ 10205 w 382"/>
                <a:gd name="T23" fmla="*/ 5826 h 452"/>
                <a:gd name="T24" fmla="*/ 9876 w 382"/>
                <a:gd name="T25" fmla="*/ 7524 h 452"/>
                <a:gd name="T26" fmla="*/ 10178 w 382"/>
                <a:gd name="T27" fmla="*/ 9023 h 452"/>
                <a:gd name="T28" fmla="*/ 8203 w 382"/>
                <a:gd name="T29" fmla="*/ 11455 h 452"/>
                <a:gd name="T30" fmla="*/ 5648 w 382"/>
                <a:gd name="T31" fmla="*/ 10854 h 452"/>
                <a:gd name="T32" fmla="*/ 5293 w 382"/>
                <a:gd name="T33" fmla="*/ 8888 h 452"/>
                <a:gd name="T34" fmla="*/ 5293 w 382"/>
                <a:gd name="T35" fmla="*/ 9882 h 452"/>
                <a:gd name="T36" fmla="*/ 4138 w 382"/>
                <a:gd name="T37" fmla="*/ 11651 h 452"/>
                <a:gd name="T38" fmla="*/ 5211 w 382"/>
                <a:gd name="T39" fmla="*/ 9519 h 452"/>
                <a:gd name="T40" fmla="*/ 4692 w 382"/>
                <a:gd name="T41" fmla="*/ 5330 h 452"/>
                <a:gd name="T42" fmla="*/ 4219 w 382"/>
                <a:gd name="T43" fmla="*/ 4262 h 452"/>
                <a:gd name="T44" fmla="*/ 5075 w 382"/>
                <a:gd name="T45" fmla="*/ 9551 h 452"/>
                <a:gd name="T46" fmla="*/ 3755 w 382"/>
                <a:gd name="T47" fmla="*/ 11487 h 452"/>
                <a:gd name="T48" fmla="*/ 3537 w 382"/>
                <a:gd name="T49" fmla="*/ 10255 h 452"/>
                <a:gd name="T50" fmla="*/ 3019 w 382"/>
                <a:gd name="T51" fmla="*/ 8785 h 452"/>
                <a:gd name="T52" fmla="*/ 2666 w 382"/>
                <a:gd name="T53" fmla="*/ 7222 h 452"/>
                <a:gd name="T54" fmla="*/ 2802 w 382"/>
                <a:gd name="T55" fmla="*/ 8094 h 452"/>
                <a:gd name="T56" fmla="*/ 2192 w 382"/>
                <a:gd name="T57" fmla="*/ 7762 h 452"/>
                <a:gd name="T58" fmla="*/ 3182 w 382"/>
                <a:gd name="T59" fmla="*/ 9281 h 452"/>
                <a:gd name="T60" fmla="*/ 3537 w 382"/>
                <a:gd name="T61" fmla="*/ 10886 h 452"/>
                <a:gd name="T62" fmla="*/ 3429 w 382"/>
                <a:gd name="T63" fmla="*/ 11619 h 452"/>
                <a:gd name="T64" fmla="*/ 2518 w 382"/>
                <a:gd name="T65" fmla="*/ 10854 h 452"/>
                <a:gd name="T66" fmla="*/ 2274 w 382"/>
                <a:gd name="T67" fmla="*/ 9985 h 452"/>
                <a:gd name="T68" fmla="*/ 2084 w 382"/>
                <a:gd name="T69" fmla="*/ 8920 h 452"/>
                <a:gd name="T70" fmla="*/ 1918 w 382"/>
                <a:gd name="T71" fmla="*/ 8528 h 452"/>
                <a:gd name="T72" fmla="*/ 1565 w 382"/>
                <a:gd name="T73" fmla="*/ 7090 h 452"/>
                <a:gd name="T74" fmla="*/ 1345 w 382"/>
                <a:gd name="T75" fmla="*/ 6125 h 452"/>
                <a:gd name="T76" fmla="*/ 1209 w 382"/>
                <a:gd name="T77" fmla="*/ 5330 h 452"/>
                <a:gd name="T78" fmla="*/ 1372 w 382"/>
                <a:gd name="T79" fmla="*/ 6456 h 452"/>
                <a:gd name="T80" fmla="*/ 1647 w 382"/>
                <a:gd name="T81" fmla="*/ 7627 h 452"/>
                <a:gd name="T82" fmla="*/ 1538 w 382"/>
                <a:gd name="T83" fmla="*/ 7720 h 452"/>
                <a:gd name="T84" fmla="*/ 763 w 382"/>
                <a:gd name="T85" fmla="*/ 6694 h 452"/>
                <a:gd name="T86" fmla="*/ 1484 w 382"/>
                <a:gd name="T87" fmla="*/ 7791 h 452"/>
                <a:gd name="T88" fmla="*/ 2030 w 382"/>
                <a:gd name="T89" fmla="*/ 8991 h 452"/>
                <a:gd name="T90" fmla="*/ 2220 w 382"/>
                <a:gd name="T91" fmla="*/ 10017 h 452"/>
                <a:gd name="T92" fmla="*/ 2437 w 382"/>
                <a:gd name="T93" fmla="*/ 10886 h 452"/>
                <a:gd name="T94" fmla="*/ 2747 w 382"/>
                <a:gd name="T95" fmla="*/ 11786 h 452"/>
                <a:gd name="T96" fmla="*/ 1236 w 382"/>
                <a:gd name="T97" fmla="*/ 11320 h 452"/>
                <a:gd name="T98" fmla="*/ 1019 w 382"/>
                <a:gd name="T99" fmla="*/ 10017 h 452"/>
                <a:gd name="T100" fmla="*/ 1019 w 382"/>
                <a:gd name="T101" fmla="*/ 8187 h 452"/>
                <a:gd name="T102" fmla="*/ 844 w 382"/>
                <a:gd name="T103" fmla="*/ 9654 h 452"/>
                <a:gd name="T104" fmla="*/ 383 w 382"/>
                <a:gd name="T105" fmla="*/ 8155 h 452"/>
                <a:gd name="T106" fmla="*/ 546 w 382"/>
                <a:gd name="T107" fmla="*/ 9023 h 452"/>
                <a:gd name="T108" fmla="*/ 992 w 382"/>
                <a:gd name="T109" fmla="*/ 10287 h 452"/>
                <a:gd name="T110" fmla="*/ 1399 w 382"/>
                <a:gd name="T111" fmla="*/ 12449 h 452"/>
                <a:gd name="T112" fmla="*/ 992 w 382"/>
                <a:gd name="T113" fmla="*/ 13080 h 452"/>
                <a:gd name="T114" fmla="*/ 5075 w 382"/>
                <a:gd name="T115" fmla="*/ 11651 h 452"/>
                <a:gd name="T116" fmla="*/ 8366 w 382"/>
                <a:gd name="T117" fmla="*/ 11786 h 452"/>
                <a:gd name="T118" fmla="*/ 9822 w 382"/>
                <a:gd name="T119" fmla="*/ 13318 h 452"/>
                <a:gd name="T120" fmla="*/ 9931 w 382"/>
                <a:gd name="T121" fmla="*/ 13514 h 45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82" h="452">
                  <a:moveTo>
                    <a:pt x="362" y="400"/>
                  </a:moveTo>
                  <a:cubicBezTo>
                    <a:pt x="362" y="397"/>
                    <a:pt x="363" y="393"/>
                    <a:pt x="362" y="389"/>
                  </a:cubicBezTo>
                  <a:cubicBezTo>
                    <a:pt x="361" y="375"/>
                    <a:pt x="355" y="364"/>
                    <a:pt x="345" y="357"/>
                  </a:cubicBezTo>
                  <a:cubicBezTo>
                    <a:pt x="343" y="356"/>
                    <a:pt x="343" y="354"/>
                    <a:pt x="345" y="354"/>
                  </a:cubicBezTo>
                  <a:cubicBezTo>
                    <a:pt x="349" y="353"/>
                    <a:pt x="354" y="351"/>
                    <a:pt x="358" y="348"/>
                  </a:cubicBezTo>
                  <a:cubicBezTo>
                    <a:pt x="378" y="335"/>
                    <a:pt x="376" y="311"/>
                    <a:pt x="375" y="296"/>
                  </a:cubicBezTo>
                  <a:cubicBezTo>
                    <a:pt x="375" y="292"/>
                    <a:pt x="375" y="288"/>
                    <a:pt x="375" y="286"/>
                  </a:cubicBezTo>
                  <a:cubicBezTo>
                    <a:pt x="375" y="286"/>
                    <a:pt x="375" y="286"/>
                    <a:pt x="375" y="286"/>
                  </a:cubicBezTo>
                  <a:cubicBezTo>
                    <a:pt x="375" y="271"/>
                    <a:pt x="375" y="271"/>
                    <a:pt x="375" y="271"/>
                  </a:cubicBezTo>
                  <a:cubicBezTo>
                    <a:pt x="376" y="265"/>
                    <a:pt x="374" y="257"/>
                    <a:pt x="372" y="251"/>
                  </a:cubicBezTo>
                  <a:cubicBezTo>
                    <a:pt x="369" y="240"/>
                    <a:pt x="369" y="240"/>
                    <a:pt x="369" y="240"/>
                  </a:cubicBezTo>
                  <a:cubicBezTo>
                    <a:pt x="366" y="230"/>
                    <a:pt x="366" y="230"/>
                    <a:pt x="366" y="230"/>
                  </a:cubicBezTo>
                  <a:cubicBezTo>
                    <a:pt x="366" y="230"/>
                    <a:pt x="364" y="225"/>
                    <a:pt x="364" y="225"/>
                  </a:cubicBezTo>
                  <a:cubicBezTo>
                    <a:pt x="362" y="220"/>
                    <a:pt x="361" y="217"/>
                    <a:pt x="362" y="212"/>
                  </a:cubicBezTo>
                  <a:cubicBezTo>
                    <a:pt x="363" y="210"/>
                    <a:pt x="365" y="207"/>
                    <a:pt x="368" y="205"/>
                  </a:cubicBezTo>
                  <a:cubicBezTo>
                    <a:pt x="371" y="201"/>
                    <a:pt x="375" y="197"/>
                    <a:pt x="375" y="194"/>
                  </a:cubicBezTo>
                  <a:cubicBezTo>
                    <a:pt x="376" y="176"/>
                    <a:pt x="376" y="176"/>
                    <a:pt x="376" y="176"/>
                  </a:cubicBezTo>
                  <a:cubicBezTo>
                    <a:pt x="377" y="168"/>
                    <a:pt x="377" y="161"/>
                    <a:pt x="378" y="153"/>
                  </a:cubicBezTo>
                  <a:cubicBezTo>
                    <a:pt x="382" y="133"/>
                    <a:pt x="378" y="112"/>
                    <a:pt x="374" y="98"/>
                  </a:cubicBezTo>
                  <a:cubicBezTo>
                    <a:pt x="371" y="84"/>
                    <a:pt x="368" y="75"/>
                    <a:pt x="363" y="66"/>
                  </a:cubicBezTo>
                  <a:cubicBezTo>
                    <a:pt x="360" y="61"/>
                    <a:pt x="356" y="57"/>
                    <a:pt x="353" y="53"/>
                  </a:cubicBezTo>
                  <a:cubicBezTo>
                    <a:pt x="349" y="48"/>
                    <a:pt x="349" y="48"/>
                    <a:pt x="349" y="48"/>
                  </a:cubicBezTo>
                  <a:cubicBezTo>
                    <a:pt x="348" y="47"/>
                    <a:pt x="348" y="47"/>
                    <a:pt x="348" y="47"/>
                  </a:cubicBezTo>
                  <a:cubicBezTo>
                    <a:pt x="346" y="44"/>
                    <a:pt x="343" y="38"/>
                    <a:pt x="340" y="37"/>
                  </a:cubicBezTo>
                  <a:cubicBezTo>
                    <a:pt x="338" y="34"/>
                    <a:pt x="338" y="29"/>
                    <a:pt x="338" y="24"/>
                  </a:cubicBezTo>
                  <a:cubicBezTo>
                    <a:pt x="337" y="16"/>
                    <a:pt x="337" y="6"/>
                    <a:pt x="331" y="0"/>
                  </a:cubicBezTo>
                  <a:cubicBezTo>
                    <a:pt x="331" y="4"/>
                    <a:pt x="331" y="4"/>
                    <a:pt x="331" y="4"/>
                  </a:cubicBezTo>
                  <a:cubicBezTo>
                    <a:pt x="335" y="9"/>
                    <a:pt x="334" y="16"/>
                    <a:pt x="335" y="24"/>
                  </a:cubicBezTo>
                  <a:cubicBezTo>
                    <a:pt x="335" y="27"/>
                    <a:pt x="335" y="30"/>
                    <a:pt x="335" y="32"/>
                  </a:cubicBezTo>
                  <a:cubicBezTo>
                    <a:pt x="335" y="33"/>
                    <a:pt x="334" y="35"/>
                    <a:pt x="333" y="36"/>
                  </a:cubicBezTo>
                  <a:cubicBezTo>
                    <a:pt x="327" y="37"/>
                    <a:pt x="323" y="42"/>
                    <a:pt x="321" y="45"/>
                  </a:cubicBezTo>
                  <a:cubicBezTo>
                    <a:pt x="320" y="48"/>
                    <a:pt x="320" y="48"/>
                    <a:pt x="320" y="48"/>
                  </a:cubicBezTo>
                  <a:cubicBezTo>
                    <a:pt x="311" y="61"/>
                    <a:pt x="303" y="74"/>
                    <a:pt x="289" y="82"/>
                  </a:cubicBezTo>
                  <a:cubicBezTo>
                    <a:pt x="284" y="85"/>
                    <a:pt x="284" y="85"/>
                    <a:pt x="284" y="85"/>
                  </a:cubicBezTo>
                  <a:cubicBezTo>
                    <a:pt x="270" y="92"/>
                    <a:pt x="253" y="105"/>
                    <a:pt x="249" y="121"/>
                  </a:cubicBezTo>
                  <a:cubicBezTo>
                    <a:pt x="251" y="120"/>
                    <a:pt x="251" y="120"/>
                    <a:pt x="251" y="120"/>
                  </a:cubicBezTo>
                  <a:cubicBezTo>
                    <a:pt x="255" y="106"/>
                    <a:pt x="272" y="96"/>
                    <a:pt x="286" y="88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306" y="77"/>
                    <a:pt x="314" y="63"/>
                    <a:pt x="323" y="50"/>
                  </a:cubicBezTo>
                  <a:cubicBezTo>
                    <a:pt x="325" y="47"/>
                    <a:pt x="325" y="47"/>
                    <a:pt x="325" y="47"/>
                  </a:cubicBezTo>
                  <a:cubicBezTo>
                    <a:pt x="328" y="42"/>
                    <a:pt x="331" y="39"/>
                    <a:pt x="336" y="39"/>
                  </a:cubicBezTo>
                  <a:cubicBezTo>
                    <a:pt x="339" y="40"/>
                    <a:pt x="343" y="46"/>
                    <a:pt x="345" y="49"/>
                  </a:cubicBezTo>
                  <a:cubicBezTo>
                    <a:pt x="346" y="50"/>
                    <a:pt x="346" y="50"/>
                    <a:pt x="346" y="50"/>
                  </a:cubicBezTo>
                  <a:cubicBezTo>
                    <a:pt x="350" y="55"/>
                    <a:pt x="350" y="55"/>
                    <a:pt x="350" y="55"/>
                  </a:cubicBezTo>
                  <a:cubicBezTo>
                    <a:pt x="353" y="59"/>
                    <a:pt x="357" y="64"/>
                    <a:pt x="359" y="68"/>
                  </a:cubicBezTo>
                  <a:cubicBezTo>
                    <a:pt x="364" y="77"/>
                    <a:pt x="367" y="85"/>
                    <a:pt x="370" y="99"/>
                  </a:cubicBezTo>
                  <a:cubicBezTo>
                    <a:pt x="374" y="113"/>
                    <a:pt x="378" y="134"/>
                    <a:pt x="374" y="152"/>
                  </a:cubicBezTo>
                  <a:cubicBezTo>
                    <a:pt x="373" y="161"/>
                    <a:pt x="373" y="168"/>
                    <a:pt x="372" y="175"/>
                  </a:cubicBezTo>
                  <a:cubicBezTo>
                    <a:pt x="371" y="193"/>
                    <a:pt x="371" y="193"/>
                    <a:pt x="371" y="193"/>
                  </a:cubicBezTo>
                  <a:cubicBezTo>
                    <a:pt x="371" y="195"/>
                    <a:pt x="368" y="199"/>
                    <a:pt x="365" y="202"/>
                  </a:cubicBezTo>
                  <a:cubicBezTo>
                    <a:pt x="362" y="205"/>
                    <a:pt x="359" y="208"/>
                    <a:pt x="358" y="211"/>
                  </a:cubicBezTo>
                  <a:cubicBezTo>
                    <a:pt x="356" y="217"/>
                    <a:pt x="358" y="221"/>
                    <a:pt x="360" y="226"/>
                  </a:cubicBezTo>
                  <a:cubicBezTo>
                    <a:pt x="362" y="232"/>
                    <a:pt x="362" y="232"/>
                    <a:pt x="362" y="232"/>
                  </a:cubicBezTo>
                  <a:cubicBezTo>
                    <a:pt x="365" y="241"/>
                    <a:pt x="365" y="241"/>
                    <a:pt x="365" y="241"/>
                  </a:cubicBezTo>
                  <a:cubicBezTo>
                    <a:pt x="369" y="252"/>
                    <a:pt x="369" y="252"/>
                    <a:pt x="369" y="252"/>
                  </a:cubicBezTo>
                  <a:cubicBezTo>
                    <a:pt x="371" y="260"/>
                    <a:pt x="372" y="266"/>
                    <a:pt x="371" y="271"/>
                  </a:cubicBezTo>
                  <a:cubicBezTo>
                    <a:pt x="371" y="285"/>
                    <a:pt x="371" y="285"/>
                    <a:pt x="371" y="285"/>
                  </a:cubicBezTo>
                  <a:cubicBezTo>
                    <a:pt x="371" y="288"/>
                    <a:pt x="371" y="291"/>
                    <a:pt x="371" y="297"/>
                  </a:cubicBezTo>
                  <a:cubicBezTo>
                    <a:pt x="372" y="311"/>
                    <a:pt x="374" y="333"/>
                    <a:pt x="356" y="345"/>
                  </a:cubicBezTo>
                  <a:cubicBezTo>
                    <a:pt x="339" y="356"/>
                    <a:pt x="317" y="349"/>
                    <a:pt x="299" y="344"/>
                  </a:cubicBezTo>
                  <a:cubicBezTo>
                    <a:pt x="292" y="341"/>
                    <a:pt x="285" y="339"/>
                    <a:pt x="280" y="339"/>
                  </a:cubicBezTo>
                  <a:cubicBezTo>
                    <a:pt x="270" y="339"/>
                    <a:pt x="258" y="337"/>
                    <a:pt x="248" y="336"/>
                  </a:cubicBezTo>
                  <a:cubicBezTo>
                    <a:pt x="238" y="334"/>
                    <a:pt x="229" y="333"/>
                    <a:pt x="223" y="333"/>
                  </a:cubicBezTo>
                  <a:cubicBezTo>
                    <a:pt x="214" y="333"/>
                    <a:pt x="210" y="330"/>
                    <a:pt x="206" y="326"/>
                  </a:cubicBezTo>
                  <a:cubicBezTo>
                    <a:pt x="205" y="326"/>
                    <a:pt x="202" y="323"/>
                    <a:pt x="201" y="318"/>
                  </a:cubicBezTo>
                  <a:cubicBezTo>
                    <a:pt x="201" y="317"/>
                    <a:pt x="200" y="316"/>
                    <a:pt x="200" y="314"/>
                  </a:cubicBezTo>
                  <a:cubicBezTo>
                    <a:pt x="198" y="298"/>
                    <a:pt x="198" y="298"/>
                    <a:pt x="198" y="298"/>
                  </a:cubicBezTo>
                  <a:cubicBezTo>
                    <a:pt x="197" y="288"/>
                    <a:pt x="196" y="281"/>
                    <a:pt x="193" y="267"/>
                  </a:cubicBezTo>
                  <a:cubicBezTo>
                    <a:pt x="187" y="246"/>
                    <a:pt x="185" y="228"/>
                    <a:pt x="188" y="223"/>
                  </a:cubicBezTo>
                  <a:cubicBezTo>
                    <a:pt x="186" y="219"/>
                    <a:pt x="186" y="219"/>
                    <a:pt x="186" y="219"/>
                  </a:cubicBezTo>
                  <a:cubicBezTo>
                    <a:pt x="180" y="228"/>
                    <a:pt x="186" y="259"/>
                    <a:pt x="189" y="268"/>
                  </a:cubicBezTo>
                  <a:cubicBezTo>
                    <a:pt x="192" y="281"/>
                    <a:pt x="192" y="288"/>
                    <a:pt x="193" y="297"/>
                  </a:cubicBezTo>
                  <a:cubicBezTo>
                    <a:pt x="195" y="316"/>
                    <a:pt x="195" y="316"/>
                    <a:pt x="195" y="316"/>
                  </a:cubicBezTo>
                  <a:cubicBezTo>
                    <a:pt x="196" y="325"/>
                    <a:pt x="199" y="330"/>
                    <a:pt x="201" y="334"/>
                  </a:cubicBezTo>
                  <a:cubicBezTo>
                    <a:pt x="202" y="341"/>
                    <a:pt x="190" y="341"/>
                    <a:pt x="185" y="343"/>
                  </a:cubicBezTo>
                  <a:cubicBezTo>
                    <a:pt x="171" y="349"/>
                    <a:pt x="162" y="351"/>
                    <a:pt x="151" y="350"/>
                  </a:cubicBezTo>
                  <a:cubicBezTo>
                    <a:pt x="146" y="350"/>
                    <a:pt x="142" y="352"/>
                    <a:pt x="137" y="352"/>
                  </a:cubicBezTo>
                  <a:cubicBezTo>
                    <a:pt x="142" y="351"/>
                    <a:pt x="148" y="349"/>
                    <a:pt x="148" y="349"/>
                  </a:cubicBezTo>
                  <a:cubicBezTo>
                    <a:pt x="187" y="337"/>
                    <a:pt x="194" y="331"/>
                    <a:pt x="190" y="291"/>
                  </a:cubicBezTo>
                  <a:cubicBezTo>
                    <a:pt x="190" y="291"/>
                    <a:pt x="190" y="286"/>
                    <a:pt x="190" y="286"/>
                  </a:cubicBezTo>
                  <a:cubicBezTo>
                    <a:pt x="189" y="274"/>
                    <a:pt x="189" y="275"/>
                    <a:pt x="187" y="267"/>
                  </a:cubicBezTo>
                  <a:cubicBezTo>
                    <a:pt x="185" y="256"/>
                    <a:pt x="185" y="256"/>
                    <a:pt x="185" y="256"/>
                  </a:cubicBezTo>
                  <a:cubicBezTo>
                    <a:pt x="185" y="256"/>
                    <a:pt x="172" y="184"/>
                    <a:pt x="174" y="165"/>
                  </a:cubicBezTo>
                  <a:cubicBezTo>
                    <a:pt x="174" y="163"/>
                    <a:pt x="171" y="160"/>
                    <a:pt x="171" y="160"/>
                  </a:cubicBezTo>
                  <a:cubicBezTo>
                    <a:pt x="169" y="168"/>
                    <a:pt x="171" y="193"/>
                    <a:pt x="175" y="217"/>
                  </a:cubicBezTo>
                  <a:cubicBezTo>
                    <a:pt x="175" y="216"/>
                    <a:pt x="175" y="214"/>
                    <a:pt x="174" y="213"/>
                  </a:cubicBezTo>
                  <a:cubicBezTo>
                    <a:pt x="166" y="181"/>
                    <a:pt x="157" y="144"/>
                    <a:pt x="157" y="127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54" y="145"/>
                    <a:pt x="162" y="181"/>
                    <a:pt x="170" y="214"/>
                  </a:cubicBezTo>
                  <a:cubicBezTo>
                    <a:pt x="175" y="230"/>
                    <a:pt x="178" y="246"/>
                    <a:pt x="181" y="256"/>
                  </a:cubicBezTo>
                  <a:cubicBezTo>
                    <a:pt x="183" y="268"/>
                    <a:pt x="183" y="268"/>
                    <a:pt x="183" y="268"/>
                  </a:cubicBezTo>
                  <a:cubicBezTo>
                    <a:pt x="185" y="275"/>
                    <a:pt x="185" y="275"/>
                    <a:pt x="185" y="287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7" y="311"/>
                    <a:pt x="184" y="321"/>
                    <a:pt x="176" y="328"/>
                  </a:cubicBezTo>
                  <a:cubicBezTo>
                    <a:pt x="169" y="334"/>
                    <a:pt x="158" y="338"/>
                    <a:pt x="139" y="344"/>
                  </a:cubicBezTo>
                  <a:cubicBezTo>
                    <a:pt x="137" y="345"/>
                    <a:pt x="137" y="345"/>
                    <a:pt x="137" y="345"/>
                  </a:cubicBezTo>
                  <a:cubicBezTo>
                    <a:pt x="137" y="345"/>
                    <a:pt x="135" y="346"/>
                    <a:pt x="135" y="344"/>
                  </a:cubicBezTo>
                  <a:cubicBezTo>
                    <a:pt x="133" y="338"/>
                    <a:pt x="132" y="334"/>
                    <a:pt x="132" y="329"/>
                  </a:cubicBezTo>
                  <a:cubicBezTo>
                    <a:pt x="132" y="327"/>
                    <a:pt x="132" y="327"/>
                    <a:pt x="132" y="327"/>
                  </a:cubicBezTo>
                  <a:cubicBezTo>
                    <a:pt x="131" y="321"/>
                    <a:pt x="131" y="315"/>
                    <a:pt x="129" y="308"/>
                  </a:cubicBezTo>
                  <a:cubicBezTo>
                    <a:pt x="128" y="305"/>
                    <a:pt x="128" y="302"/>
                    <a:pt x="128" y="299"/>
                  </a:cubicBezTo>
                  <a:cubicBezTo>
                    <a:pt x="128" y="295"/>
                    <a:pt x="128" y="292"/>
                    <a:pt x="127" y="289"/>
                  </a:cubicBezTo>
                  <a:cubicBezTo>
                    <a:pt x="126" y="284"/>
                    <a:pt x="122" y="280"/>
                    <a:pt x="118" y="277"/>
                  </a:cubicBezTo>
                  <a:cubicBezTo>
                    <a:pt x="115" y="273"/>
                    <a:pt x="111" y="269"/>
                    <a:pt x="110" y="264"/>
                  </a:cubicBezTo>
                  <a:cubicBezTo>
                    <a:pt x="109" y="261"/>
                    <a:pt x="109" y="259"/>
                    <a:pt x="109" y="256"/>
                  </a:cubicBezTo>
                  <a:cubicBezTo>
                    <a:pt x="109" y="252"/>
                    <a:pt x="108" y="247"/>
                    <a:pt x="105" y="242"/>
                  </a:cubicBezTo>
                  <a:cubicBezTo>
                    <a:pt x="103" y="239"/>
                    <a:pt x="103" y="239"/>
                    <a:pt x="103" y="239"/>
                  </a:cubicBezTo>
                  <a:cubicBezTo>
                    <a:pt x="98" y="231"/>
                    <a:pt x="96" y="229"/>
                    <a:pt x="97" y="217"/>
                  </a:cubicBezTo>
                  <a:cubicBezTo>
                    <a:pt x="95" y="199"/>
                    <a:pt x="95" y="199"/>
                    <a:pt x="95" y="199"/>
                  </a:cubicBezTo>
                  <a:cubicBezTo>
                    <a:pt x="94" y="217"/>
                    <a:pt x="94" y="217"/>
                    <a:pt x="94" y="217"/>
                  </a:cubicBezTo>
                  <a:cubicBezTo>
                    <a:pt x="93" y="229"/>
                    <a:pt x="95" y="232"/>
                    <a:pt x="101" y="241"/>
                  </a:cubicBezTo>
                  <a:cubicBezTo>
                    <a:pt x="102" y="243"/>
                    <a:pt x="102" y="243"/>
                    <a:pt x="102" y="243"/>
                  </a:cubicBezTo>
                  <a:cubicBezTo>
                    <a:pt x="105" y="248"/>
                    <a:pt x="106" y="252"/>
                    <a:pt x="106" y="256"/>
                  </a:cubicBezTo>
                  <a:cubicBezTo>
                    <a:pt x="106" y="257"/>
                    <a:pt x="106" y="259"/>
                    <a:pt x="106" y="260"/>
                  </a:cubicBezTo>
                  <a:cubicBezTo>
                    <a:pt x="103" y="256"/>
                    <a:pt x="100" y="253"/>
                    <a:pt x="95" y="250"/>
                  </a:cubicBezTo>
                  <a:cubicBezTo>
                    <a:pt x="88" y="246"/>
                    <a:pt x="83" y="240"/>
                    <a:pt x="80" y="233"/>
                  </a:cubicBezTo>
                  <a:cubicBezTo>
                    <a:pt x="83" y="240"/>
                    <a:pt x="86" y="248"/>
                    <a:pt x="93" y="252"/>
                  </a:cubicBezTo>
                  <a:cubicBezTo>
                    <a:pt x="100" y="256"/>
                    <a:pt x="103" y="260"/>
                    <a:pt x="108" y="267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9" y="272"/>
                    <a:pt x="113" y="275"/>
                    <a:pt x="116" y="279"/>
                  </a:cubicBezTo>
                  <a:cubicBezTo>
                    <a:pt x="120" y="282"/>
                    <a:pt x="123" y="286"/>
                    <a:pt x="124" y="290"/>
                  </a:cubicBezTo>
                  <a:cubicBezTo>
                    <a:pt x="125" y="292"/>
                    <a:pt x="125" y="296"/>
                    <a:pt x="125" y="299"/>
                  </a:cubicBezTo>
                  <a:cubicBezTo>
                    <a:pt x="125" y="302"/>
                    <a:pt x="125" y="306"/>
                    <a:pt x="126" y="309"/>
                  </a:cubicBezTo>
                  <a:cubicBezTo>
                    <a:pt x="128" y="316"/>
                    <a:pt x="128" y="321"/>
                    <a:pt x="129" y="327"/>
                  </a:cubicBezTo>
                  <a:cubicBezTo>
                    <a:pt x="129" y="330"/>
                    <a:pt x="129" y="330"/>
                    <a:pt x="129" y="330"/>
                  </a:cubicBezTo>
                  <a:cubicBezTo>
                    <a:pt x="129" y="334"/>
                    <a:pt x="130" y="339"/>
                    <a:pt x="132" y="344"/>
                  </a:cubicBezTo>
                  <a:cubicBezTo>
                    <a:pt x="133" y="346"/>
                    <a:pt x="131" y="347"/>
                    <a:pt x="131" y="347"/>
                  </a:cubicBezTo>
                  <a:cubicBezTo>
                    <a:pt x="125" y="349"/>
                    <a:pt x="125" y="349"/>
                    <a:pt x="125" y="349"/>
                  </a:cubicBezTo>
                  <a:cubicBezTo>
                    <a:pt x="119" y="350"/>
                    <a:pt x="106" y="354"/>
                    <a:pt x="104" y="350"/>
                  </a:cubicBezTo>
                  <a:cubicBezTo>
                    <a:pt x="102" y="347"/>
                    <a:pt x="101" y="344"/>
                    <a:pt x="101" y="344"/>
                  </a:cubicBezTo>
                  <a:cubicBezTo>
                    <a:pt x="97" y="337"/>
                    <a:pt x="97" y="337"/>
                    <a:pt x="97" y="337"/>
                  </a:cubicBezTo>
                  <a:cubicBezTo>
                    <a:pt x="95" y="333"/>
                    <a:pt x="93" y="330"/>
                    <a:pt x="92" y="326"/>
                  </a:cubicBezTo>
                  <a:cubicBezTo>
                    <a:pt x="92" y="324"/>
                    <a:pt x="92" y="322"/>
                    <a:pt x="92" y="320"/>
                  </a:cubicBezTo>
                  <a:cubicBezTo>
                    <a:pt x="92" y="318"/>
                    <a:pt x="93" y="316"/>
                    <a:pt x="92" y="313"/>
                  </a:cubicBezTo>
                  <a:cubicBezTo>
                    <a:pt x="91" y="309"/>
                    <a:pt x="88" y="307"/>
                    <a:pt x="86" y="304"/>
                  </a:cubicBezTo>
                  <a:cubicBezTo>
                    <a:pt x="83" y="300"/>
                    <a:pt x="83" y="300"/>
                    <a:pt x="83" y="300"/>
                  </a:cubicBezTo>
                  <a:cubicBezTo>
                    <a:pt x="81" y="296"/>
                    <a:pt x="81" y="293"/>
                    <a:pt x="82" y="290"/>
                  </a:cubicBezTo>
                  <a:cubicBezTo>
                    <a:pt x="83" y="287"/>
                    <a:pt x="83" y="287"/>
                    <a:pt x="83" y="287"/>
                  </a:cubicBezTo>
                  <a:cubicBezTo>
                    <a:pt x="84" y="281"/>
                    <a:pt x="82" y="277"/>
                    <a:pt x="79" y="273"/>
                  </a:cubicBezTo>
                  <a:cubicBezTo>
                    <a:pt x="76" y="268"/>
                    <a:pt x="76" y="268"/>
                    <a:pt x="76" y="268"/>
                  </a:cubicBezTo>
                  <a:cubicBezTo>
                    <a:pt x="74" y="265"/>
                    <a:pt x="71" y="262"/>
                    <a:pt x="70" y="258"/>
                  </a:cubicBezTo>
                  <a:cubicBezTo>
                    <a:pt x="70" y="258"/>
                    <a:pt x="70" y="258"/>
                    <a:pt x="70" y="258"/>
                  </a:cubicBezTo>
                  <a:cubicBezTo>
                    <a:pt x="70" y="258"/>
                    <a:pt x="70" y="258"/>
                    <a:pt x="70" y="258"/>
                  </a:cubicBezTo>
                  <a:cubicBezTo>
                    <a:pt x="70" y="257"/>
                    <a:pt x="70" y="256"/>
                    <a:pt x="70" y="256"/>
                  </a:cubicBezTo>
                  <a:cubicBezTo>
                    <a:pt x="69" y="253"/>
                    <a:pt x="70" y="251"/>
                    <a:pt x="70" y="249"/>
                  </a:cubicBezTo>
                  <a:cubicBezTo>
                    <a:pt x="70" y="244"/>
                    <a:pt x="70" y="244"/>
                    <a:pt x="70" y="244"/>
                  </a:cubicBezTo>
                  <a:cubicBezTo>
                    <a:pt x="69" y="237"/>
                    <a:pt x="66" y="232"/>
                    <a:pt x="63" y="228"/>
                  </a:cubicBezTo>
                  <a:cubicBezTo>
                    <a:pt x="60" y="223"/>
                    <a:pt x="57" y="218"/>
                    <a:pt x="57" y="213"/>
                  </a:cubicBezTo>
                  <a:cubicBezTo>
                    <a:pt x="57" y="209"/>
                    <a:pt x="57" y="209"/>
                    <a:pt x="57" y="209"/>
                  </a:cubicBezTo>
                  <a:cubicBezTo>
                    <a:pt x="57" y="206"/>
                    <a:pt x="57" y="203"/>
                    <a:pt x="56" y="199"/>
                  </a:cubicBezTo>
                  <a:cubicBezTo>
                    <a:pt x="52" y="193"/>
                    <a:pt x="52" y="193"/>
                    <a:pt x="52" y="193"/>
                  </a:cubicBezTo>
                  <a:cubicBezTo>
                    <a:pt x="51" y="190"/>
                    <a:pt x="49" y="187"/>
                    <a:pt x="49" y="184"/>
                  </a:cubicBezTo>
                  <a:cubicBezTo>
                    <a:pt x="48" y="182"/>
                    <a:pt x="48" y="179"/>
                    <a:pt x="49" y="177"/>
                  </a:cubicBezTo>
                  <a:cubicBezTo>
                    <a:pt x="49" y="174"/>
                    <a:pt x="49" y="171"/>
                    <a:pt x="48" y="168"/>
                  </a:cubicBezTo>
                  <a:cubicBezTo>
                    <a:pt x="47" y="164"/>
                    <a:pt x="47" y="164"/>
                    <a:pt x="47" y="164"/>
                  </a:cubicBezTo>
                  <a:cubicBezTo>
                    <a:pt x="46" y="162"/>
                    <a:pt x="44" y="161"/>
                    <a:pt x="44" y="160"/>
                  </a:cubicBezTo>
                  <a:cubicBezTo>
                    <a:pt x="44" y="162"/>
                    <a:pt x="46" y="167"/>
                    <a:pt x="46" y="167"/>
                  </a:cubicBezTo>
                  <a:cubicBezTo>
                    <a:pt x="47" y="170"/>
                    <a:pt x="46" y="174"/>
                    <a:pt x="46" y="176"/>
                  </a:cubicBezTo>
                  <a:cubicBezTo>
                    <a:pt x="45" y="179"/>
                    <a:pt x="45" y="182"/>
                    <a:pt x="46" y="185"/>
                  </a:cubicBezTo>
                  <a:cubicBezTo>
                    <a:pt x="47" y="188"/>
                    <a:pt x="48" y="191"/>
                    <a:pt x="50" y="194"/>
                  </a:cubicBezTo>
                  <a:cubicBezTo>
                    <a:pt x="53" y="200"/>
                    <a:pt x="53" y="200"/>
                    <a:pt x="53" y="200"/>
                  </a:cubicBezTo>
                  <a:cubicBezTo>
                    <a:pt x="54" y="203"/>
                    <a:pt x="54" y="206"/>
                    <a:pt x="54" y="209"/>
                  </a:cubicBezTo>
                  <a:cubicBezTo>
                    <a:pt x="54" y="213"/>
                    <a:pt x="54" y="213"/>
                    <a:pt x="54" y="213"/>
                  </a:cubicBezTo>
                  <a:cubicBezTo>
                    <a:pt x="54" y="219"/>
                    <a:pt x="57" y="224"/>
                    <a:pt x="60" y="229"/>
                  </a:cubicBezTo>
                  <a:cubicBezTo>
                    <a:pt x="63" y="234"/>
                    <a:pt x="66" y="238"/>
                    <a:pt x="67" y="244"/>
                  </a:cubicBezTo>
                  <a:cubicBezTo>
                    <a:pt x="67" y="244"/>
                    <a:pt x="67" y="247"/>
                    <a:pt x="67" y="248"/>
                  </a:cubicBezTo>
                  <a:cubicBezTo>
                    <a:pt x="64" y="244"/>
                    <a:pt x="62" y="240"/>
                    <a:pt x="59" y="236"/>
                  </a:cubicBezTo>
                  <a:cubicBezTo>
                    <a:pt x="56" y="232"/>
                    <a:pt x="56" y="232"/>
                    <a:pt x="56" y="232"/>
                  </a:cubicBezTo>
                  <a:cubicBezTo>
                    <a:pt x="53" y="228"/>
                    <a:pt x="51" y="226"/>
                    <a:pt x="48" y="223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42" y="217"/>
                    <a:pt x="40" y="214"/>
                    <a:pt x="38" y="211"/>
                  </a:cubicBezTo>
                  <a:cubicBezTo>
                    <a:pt x="35" y="207"/>
                    <a:pt x="31" y="204"/>
                    <a:pt x="28" y="201"/>
                  </a:cubicBezTo>
                  <a:cubicBezTo>
                    <a:pt x="31" y="204"/>
                    <a:pt x="33" y="209"/>
                    <a:pt x="35" y="212"/>
                  </a:cubicBezTo>
                  <a:cubicBezTo>
                    <a:pt x="38" y="216"/>
                    <a:pt x="40" y="219"/>
                    <a:pt x="43" y="222"/>
                  </a:cubicBezTo>
                  <a:cubicBezTo>
                    <a:pt x="46" y="225"/>
                    <a:pt x="46" y="225"/>
                    <a:pt x="46" y="225"/>
                  </a:cubicBezTo>
                  <a:cubicBezTo>
                    <a:pt x="49" y="228"/>
                    <a:pt x="51" y="230"/>
                    <a:pt x="54" y="234"/>
                  </a:cubicBezTo>
                  <a:cubicBezTo>
                    <a:pt x="57" y="238"/>
                    <a:pt x="57" y="238"/>
                    <a:pt x="57" y="238"/>
                  </a:cubicBezTo>
                  <a:cubicBezTo>
                    <a:pt x="61" y="244"/>
                    <a:pt x="65" y="249"/>
                    <a:pt x="67" y="256"/>
                  </a:cubicBezTo>
                  <a:cubicBezTo>
                    <a:pt x="67" y="257"/>
                    <a:pt x="67" y="258"/>
                    <a:pt x="67" y="259"/>
                  </a:cubicBezTo>
                  <a:cubicBezTo>
                    <a:pt x="69" y="263"/>
                    <a:pt x="71" y="266"/>
                    <a:pt x="74" y="270"/>
                  </a:cubicBezTo>
                  <a:cubicBezTo>
                    <a:pt x="77" y="274"/>
                    <a:pt x="77" y="274"/>
                    <a:pt x="77" y="274"/>
                  </a:cubicBezTo>
                  <a:cubicBezTo>
                    <a:pt x="79" y="278"/>
                    <a:pt x="81" y="282"/>
                    <a:pt x="80" y="286"/>
                  </a:cubicBezTo>
                  <a:cubicBezTo>
                    <a:pt x="79" y="289"/>
                    <a:pt x="79" y="289"/>
                    <a:pt x="79" y="289"/>
                  </a:cubicBezTo>
                  <a:cubicBezTo>
                    <a:pt x="78" y="293"/>
                    <a:pt x="78" y="296"/>
                    <a:pt x="81" y="301"/>
                  </a:cubicBezTo>
                  <a:cubicBezTo>
                    <a:pt x="84" y="306"/>
                    <a:pt x="84" y="306"/>
                    <a:pt x="84" y="306"/>
                  </a:cubicBezTo>
                  <a:cubicBezTo>
                    <a:pt x="86" y="308"/>
                    <a:pt x="88" y="311"/>
                    <a:pt x="89" y="314"/>
                  </a:cubicBezTo>
                  <a:cubicBezTo>
                    <a:pt x="90" y="316"/>
                    <a:pt x="89" y="318"/>
                    <a:pt x="89" y="320"/>
                  </a:cubicBezTo>
                  <a:cubicBezTo>
                    <a:pt x="89" y="322"/>
                    <a:pt x="89" y="324"/>
                    <a:pt x="89" y="327"/>
                  </a:cubicBezTo>
                  <a:cubicBezTo>
                    <a:pt x="90" y="331"/>
                    <a:pt x="93" y="335"/>
                    <a:pt x="95" y="338"/>
                  </a:cubicBezTo>
                  <a:cubicBezTo>
                    <a:pt x="98" y="345"/>
                    <a:pt x="98" y="345"/>
                    <a:pt x="98" y="345"/>
                  </a:cubicBezTo>
                  <a:cubicBezTo>
                    <a:pt x="101" y="352"/>
                    <a:pt x="101" y="352"/>
                    <a:pt x="101" y="352"/>
                  </a:cubicBezTo>
                  <a:cubicBezTo>
                    <a:pt x="101" y="352"/>
                    <a:pt x="102" y="354"/>
                    <a:pt x="100" y="354"/>
                  </a:cubicBezTo>
                  <a:cubicBezTo>
                    <a:pt x="93" y="358"/>
                    <a:pt x="85" y="361"/>
                    <a:pt x="78" y="365"/>
                  </a:cubicBezTo>
                  <a:cubicBezTo>
                    <a:pt x="71" y="368"/>
                    <a:pt x="64" y="371"/>
                    <a:pt x="56" y="375"/>
                  </a:cubicBezTo>
                  <a:cubicBezTo>
                    <a:pt x="56" y="375"/>
                    <a:pt x="54" y="376"/>
                    <a:pt x="54" y="373"/>
                  </a:cubicBezTo>
                  <a:cubicBezTo>
                    <a:pt x="53" y="361"/>
                    <a:pt x="49" y="351"/>
                    <a:pt x="45" y="340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0" y="329"/>
                    <a:pt x="40" y="323"/>
                    <a:pt x="39" y="317"/>
                  </a:cubicBezTo>
                  <a:cubicBezTo>
                    <a:pt x="39" y="309"/>
                    <a:pt x="39" y="309"/>
                    <a:pt x="39" y="309"/>
                  </a:cubicBezTo>
                  <a:cubicBezTo>
                    <a:pt x="38" y="306"/>
                    <a:pt x="38" y="304"/>
                    <a:pt x="37" y="301"/>
                  </a:cubicBezTo>
                  <a:cubicBezTo>
                    <a:pt x="37" y="301"/>
                    <a:pt x="37" y="301"/>
                    <a:pt x="37" y="301"/>
                  </a:cubicBezTo>
                  <a:cubicBezTo>
                    <a:pt x="34" y="290"/>
                    <a:pt x="35" y="285"/>
                    <a:pt x="38" y="274"/>
                  </a:cubicBezTo>
                  <a:cubicBezTo>
                    <a:pt x="40" y="269"/>
                    <a:pt x="39" y="264"/>
                    <a:pt x="38" y="259"/>
                  </a:cubicBezTo>
                  <a:cubicBezTo>
                    <a:pt x="37" y="254"/>
                    <a:pt x="35" y="249"/>
                    <a:pt x="37" y="246"/>
                  </a:cubicBezTo>
                  <a:cubicBezTo>
                    <a:pt x="35" y="250"/>
                    <a:pt x="34" y="254"/>
                    <a:pt x="35" y="260"/>
                  </a:cubicBezTo>
                  <a:cubicBezTo>
                    <a:pt x="36" y="264"/>
                    <a:pt x="37" y="269"/>
                    <a:pt x="36" y="273"/>
                  </a:cubicBezTo>
                  <a:cubicBezTo>
                    <a:pt x="33" y="281"/>
                    <a:pt x="32" y="286"/>
                    <a:pt x="33" y="292"/>
                  </a:cubicBezTo>
                  <a:cubicBezTo>
                    <a:pt x="32" y="292"/>
                    <a:pt x="31" y="291"/>
                    <a:pt x="31" y="290"/>
                  </a:cubicBezTo>
                  <a:cubicBezTo>
                    <a:pt x="27" y="287"/>
                    <a:pt x="27" y="287"/>
                    <a:pt x="27" y="287"/>
                  </a:cubicBezTo>
                  <a:cubicBezTo>
                    <a:pt x="24" y="283"/>
                    <a:pt x="23" y="277"/>
                    <a:pt x="23" y="271"/>
                  </a:cubicBezTo>
                  <a:cubicBezTo>
                    <a:pt x="24" y="263"/>
                    <a:pt x="23" y="257"/>
                    <a:pt x="17" y="250"/>
                  </a:cubicBezTo>
                  <a:cubicBezTo>
                    <a:pt x="14" y="245"/>
                    <a:pt x="14" y="245"/>
                    <a:pt x="14" y="245"/>
                  </a:cubicBezTo>
                  <a:cubicBezTo>
                    <a:pt x="7" y="237"/>
                    <a:pt x="0" y="230"/>
                    <a:pt x="0" y="219"/>
                  </a:cubicBezTo>
                  <a:cubicBezTo>
                    <a:pt x="1" y="231"/>
                    <a:pt x="5" y="239"/>
                    <a:pt x="11" y="247"/>
                  </a:cubicBezTo>
                  <a:cubicBezTo>
                    <a:pt x="15" y="252"/>
                    <a:pt x="15" y="252"/>
                    <a:pt x="15" y="252"/>
                  </a:cubicBezTo>
                  <a:cubicBezTo>
                    <a:pt x="20" y="258"/>
                    <a:pt x="21" y="263"/>
                    <a:pt x="20" y="271"/>
                  </a:cubicBezTo>
                  <a:cubicBezTo>
                    <a:pt x="20" y="277"/>
                    <a:pt x="21" y="284"/>
                    <a:pt x="25" y="289"/>
                  </a:cubicBezTo>
                  <a:cubicBezTo>
                    <a:pt x="29" y="293"/>
                    <a:pt x="29" y="293"/>
                    <a:pt x="29" y="293"/>
                  </a:cubicBezTo>
                  <a:cubicBezTo>
                    <a:pt x="30" y="294"/>
                    <a:pt x="32" y="295"/>
                    <a:pt x="33" y="297"/>
                  </a:cubicBezTo>
                  <a:cubicBezTo>
                    <a:pt x="35" y="301"/>
                    <a:pt x="35" y="305"/>
                    <a:pt x="36" y="309"/>
                  </a:cubicBezTo>
                  <a:cubicBezTo>
                    <a:pt x="36" y="309"/>
                    <a:pt x="36" y="317"/>
                    <a:pt x="36" y="317"/>
                  </a:cubicBezTo>
                  <a:cubicBezTo>
                    <a:pt x="37" y="324"/>
                    <a:pt x="37" y="330"/>
                    <a:pt x="40" y="337"/>
                  </a:cubicBezTo>
                  <a:cubicBezTo>
                    <a:pt x="42" y="341"/>
                    <a:pt x="42" y="341"/>
                    <a:pt x="42" y="341"/>
                  </a:cubicBezTo>
                  <a:cubicBezTo>
                    <a:pt x="46" y="352"/>
                    <a:pt x="50" y="362"/>
                    <a:pt x="51" y="374"/>
                  </a:cubicBezTo>
                  <a:cubicBezTo>
                    <a:pt x="51" y="375"/>
                    <a:pt x="52" y="377"/>
                    <a:pt x="49" y="378"/>
                  </a:cubicBezTo>
                  <a:cubicBezTo>
                    <a:pt x="44" y="380"/>
                    <a:pt x="39" y="382"/>
                    <a:pt x="34" y="384"/>
                  </a:cubicBezTo>
                  <a:cubicBezTo>
                    <a:pt x="34" y="384"/>
                    <a:pt x="34" y="385"/>
                    <a:pt x="34" y="385"/>
                  </a:cubicBezTo>
                  <a:cubicBezTo>
                    <a:pt x="35" y="388"/>
                    <a:pt x="35" y="391"/>
                    <a:pt x="36" y="393"/>
                  </a:cubicBezTo>
                  <a:cubicBezTo>
                    <a:pt x="55" y="387"/>
                    <a:pt x="69" y="380"/>
                    <a:pt x="82" y="373"/>
                  </a:cubicBezTo>
                  <a:cubicBezTo>
                    <a:pt x="92" y="369"/>
                    <a:pt x="108" y="362"/>
                    <a:pt x="120" y="360"/>
                  </a:cubicBezTo>
                  <a:cubicBezTo>
                    <a:pt x="133" y="358"/>
                    <a:pt x="141" y="356"/>
                    <a:pt x="149" y="356"/>
                  </a:cubicBezTo>
                  <a:cubicBezTo>
                    <a:pt x="160" y="356"/>
                    <a:pt x="169" y="356"/>
                    <a:pt x="185" y="350"/>
                  </a:cubicBezTo>
                  <a:cubicBezTo>
                    <a:pt x="212" y="340"/>
                    <a:pt x="225" y="341"/>
                    <a:pt x="249" y="344"/>
                  </a:cubicBezTo>
                  <a:cubicBezTo>
                    <a:pt x="257" y="345"/>
                    <a:pt x="257" y="345"/>
                    <a:pt x="257" y="345"/>
                  </a:cubicBezTo>
                  <a:cubicBezTo>
                    <a:pt x="275" y="348"/>
                    <a:pt x="284" y="350"/>
                    <a:pt x="298" y="353"/>
                  </a:cubicBezTo>
                  <a:cubicBezTo>
                    <a:pt x="305" y="354"/>
                    <a:pt x="305" y="354"/>
                    <a:pt x="305" y="354"/>
                  </a:cubicBezTo>
                  <a:cubicBezTo>
                    <a:pt x="309" y="355"/>
                    <a:pt x="314" y="355"/>
                    <a:pt x="319" y="355"/>
                  </a:cubicBezTo>
                  <a:cubicBezTo>
                    <a:pt x="326" y="355"/>
                    <a:pt x="333" y="355"/>
                    <a:pt x="337" y="357"/>
                  </a:cubicBezTo>
                  <a:cubicBezTo>
                    <a:pt x="350" y="364"/>
                    <a:pt x="357" y="374"/>
                    <a:pt x="358" y="389"/>
                  </a:cubicBezTo>
                  <a:cubicBezTo>
                    <a:pt x="359" y="393"/>
                    <a:pt x="358" y="397"/>
                    <a:pt x="358" y="400"/>
                  </a:cubicBezTo>
                  <a:cubicBezTo>
                    <a:pt x="358" y="406"/>
                    <a:pt x="358" y="406"/>
                    <a:pt x="358" y="406"/>
                  </a:cubicBezTo>
                  <a:cubicBezTo>
                    <a:pt x="357" y="418"/>
                    <a:pt x="352" y="435"/>
                    <a:pt x="339" y="451"/>
                  </a:cubicBezTo>
                  <a:cubicBezTo>
                    <a:pt x="340" y="452"/>
                    <a:pt x="340" y="452"/>
                    <a:pt x="340" y="452"/>
                  </a:cubicBezTo>
                  <a:cubicBezTo>
                    <a:pt x="354" y="435"/>
                    <a:pt x="361" y="419"/>
                    <a:pt x="362" y="406"/>
                  </a:cubicBezTo>
                  <a:lnTo>
                    <a:pt x="362" y="400"/>
                  </a:lnTo>
                  <a:close/>
                </a:path>
              </a:pathLst>
            </a:custGeom>
            <a:solidFill>
              <a:srgbClr val="008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2" name="Freeform 591">
              <a:extLst>
                <a:ext uri="{FF2B5EF4-FFF2-40B4-BE49-F238E27FC236}">
                  <a16:creationId xmlns:a16="http://schemas.microsoft.com/office/drawing/2014/main" id="{4623B9EC-F3B1-41C4-AFFF-C5B6606C5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2822"/>
              <a:ext cx="33" cy="42"/>
            </a:xfrm>
            <a:custGeom>
              <a:avLst/>
              <a:gdLst>
                <a:gd name="T0" fmla="*/ 189 w 11"/>
                <a:gd name="T1" fmla="*/ 0 h 13"/>
                <a:gd name="T2" fmla="*/ 54 w 11"/>
                <a:gd name="T3" fmla="*/ 32 h 13"/>
                <a:gd name="T4" fmla="*/ 81 w 11"/>
                <a:gd name="T5" fmla="*/ 103 h 13"/>
                <a:gd name="T6" fmla="*/ 54 w 11"/>
                <a:gd name="T7" fmla="*/ 168 h 13"/>
                <a:gd name="T8" fmla="*/ 81 w 11"/>
                <a:gd name="T9" fmla="*/ 197 h 13"/>
                <a:gd name="T10" fmla="*/ 54 w 11"/>
                <a:gd name="T11" fmla="*/ 304 h 13"/>
                <a:gd name="T12" fmla="*/ 0 w 11"/>
                <a:gd name="T13" fmla="*/ 407 h 13"/>
                <a:gd name="T14" fmla="*/ 0 w 11"/>
                <a:gd name="T15" fmla="*/ 439 h 13"/>
                <a:gd name="T16" fmla="*/ 81 w 11"/>
                <a:gd name="T17" fmla="*/ 407 h 13"/>
                <a:gd name="T18" fmla="*/ 189 w 11"/>
                <a:gd name="T19" fmla="*/ 333 h 13"/>
                <a:gd name="T20" fmla="*/ 270 w 11"/>
                <a:gd name="T21" fmla="*/ 271 h 13"/>
                <a:gd name="T22" fmla="*/ 297 w 11"/>
                <a:gd name="T23" fmla="*/ 32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" h="13">
                  <a:moveTo>
                    <a:pt x="7" y="0"/>
                  </a:moveTo>
                  <a:cubicBezTo>
                    <a:pt x="6" y="0"/>
                    <a:pt x="3" y="1"/>
                    <a:pt x="2" y="1"/>
                  </a:cubicBezTo>
                  <a:cubicBezTo>
                    <a:pt x="2" y="2"/>
                    <a:pt x="3" y="3"/>
                    <a:pt x="3" y="3"/>
                  </a:cubicBezTo>
                  <a:cubicBezTo>
                    <a:pt x="3" y="4"/>
                    <a:pt x="3" y="4"/>
                    <a:pt x="2" y="5"/>
                  </a:cubicBezTo>
                  <a:cubicBezTo>
                    <a:pt x="2" y="5"/>
                    <a:pt x="2" y="5"/>
                    <a:pt x="3" y="6"/>
                  </a:cubicBezTo>
                  <a:cubicBezTo>
                    <a:pt x="4" y="7"/>
                    <a:pt x="3" y="7"/>
                    <a:pt x="2" y="9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1" y="12"/>
                    <a:pt x="0" y="12"/>
                    <a:pt x="0" y="13"/>
                  </a:cubicBezTo>
                  <a:cubicBezTo>
                    <a:pt x="1" y="13"/>
                    <a:pt x="2" y="12"/>
                    <a:pt x="3" y="12"/>
                  </a:cubicBezTo>
                  <a:cubicBezTo>
                    <a:pt x="4" y="11"/>
                    <a:pt x="6" y="11"/>
                    <a:pt x="7" y="10"/>
                  </a:cubicBezTo>
                  <a:cubicBezTo>
                    <a:pt x="9" y="10"/>
                    <a:pt x="9" y="10"/>
                    <a:pt x="10" y="8"/>
                  </a:cubicBezTo>
                  <a:cubicBezTo>
                    <a:pt x="11" y="6"/>
                    <a:pt x="10" y="3"/>
                    <a:pt x="11" y="1"/>
                  </a:cubicBezTo>
                </a:path>
              </a:pathLst>
            </a:custGeom>
            <a:solidFill>
              <a:srgbClr val="008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3" name="Freeform 592">
              <a:extLst>
                <a:ext uri="{FF2B5EF4-FFF2-40B4-BE49-F238E27FC236}">
                  <a16:creationId xmlns:a16="http://schemas.microsoft.com/office/drawing/2014/main" id="{A1272210-4357-4FE5-9F7E-A9AD1BEB8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738"/>
              <a:ext cx="115" cy="55"/>
            </a:xfrm>
            <a:custGeom>
              <a:avLst/>
              <a:gdLst>
                <a:gd name="T0" fmla="*/ 0 w 38"/>
                <a:gd name="T1" fmla="*/ 576 h 17"/>
                <a:gd name="T2" fmla="*/ 1053 w 38"/>
                <a:gd name="T3" fmla="*/ 0 h 17"/>
                <a:gd name="T4" fmla="*/ 0 w 38"/>
                <a:gd name="T5" fmla="*/ 5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7">
                  <a:moveTo>
                    <a:pt x="0" y="17"/>
                  </a:moveTo>
                  <a:cubicBezTo>
                    <a:pt x="8" y="12"/>
                    <a:pt x="32" y="1"/>
                    <a:pt x="38" y="0"/>
                  </a:cubicBezTo>
                  <a:cubicBezTo>
                    <a:pt x="32" y="4"/>
                    <a:pt x="4" y="16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4" name="Freeform 593">
              <a:extLst>
                <a:ext uri="{FF2B5EF4-FFF2-40B4-BE49-F238E27FC236}">
                  <a16:creationId xmlns:a16="http://schemas.microsoft.com/office/drawing/2014/main" id="{7E4B8F67-761A-4AD7-A775-5D9C343B4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594"/>
              <a:ext cx="108" cy="96"/>
            </a:xfrm>
            <a:custGeom>
              <a:avLst/>
              <a:gdLst>
                <a:gd name="T0" fmla="*/ 972 w 36"/>
                <a:gd name="T1" fmla="*/ 0 h 30"/>
                <a:gd name="T2" fmla="*/ 0 w 36"/>
                <a:gd name="T3" fmla="*/ 982 h 30"/>
                <a:gd name="T4" fmla="*/ 972 w 3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0">
                  <a:moveTo>
                    <a:pt x="36" y="0"/>
                  </a:moveTo>
                  <a:cubicBezTo>
                    <a:pt x="33" y="10"/>
                    <a:pt x="31" y="21"/>
                    <a:pt x="0" y="30"/>
                  </a:cubicBezTo>
                  <a:cubicBezTo>
                    <a:pt x="20" y="27"/>
                    <a:pt x="36" y="1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5" name="Freeform 594">
              <a:extLst>
                <a:ext uri="{FF2B5EF4-FFF2-40B4-BE49-F238E27FC236}">
                  <a16:creationId xmlns:a16="http://schemas.microsoft.com/office/drawing/2014/main" id="{DAA374ED-E39C-48C9-8FFA-45C66FF1A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632"/>
              <a:ext cx="51" cy="61"/>
            </a:xfrm>
            <a:custGeom>
              <a:avLst/>
              <a:gdLst>
                <a:gd name="T0" fmla="*/ 270 w 17"/>
                <a:gd name="T1" fmla="*/ 0 h 19"/>
                <a:gd name="T2" fmla="*/ 351 w 17"/>
                <a:gd name="T3" fmla="*/ 360 h 19"/>
                <a:gd name="T4" fmla="*/ 0 w 17"/>
                <a:gd name="T5" fmla="*/ 629 h 19"/>
                <a:gd name="T6" fmla="*/ 459 w 17"/>
                <a:gd name="T7" fmla="*/ 433 h 19"/>
                <a:gd name="T8" fmla="*/ 270 w 1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10" y="0"/>
                  </a:moveTo>
                  <a:cubicBezTo>
                    <a:pt x="12" y="6"/>
                    <a:pt x="13" y="8"/>
                    <a:pt x="13" y="11"/>
                  </a:cubicBezTo>
                  <a:cubicBezTo>
                    <a:pt x="14" y="14"/>
                    <a:pt x="12" y="16"/>
                    <a:pt x="0" y="19"/>
                  </a:cubicBezTo>
                  <a:cubicBezTo>
                    <a:pt x="14" y="17"/>
                    <a:pt x="17" y="15"/>
                    <a:pt x="17" y="13"/>
                  </a:cubicBezTo>
                  <a:cubicBezTo>
                    <a:pt x="17" y="10"/>
                    <a:pt x="11" y="3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6" name="Freeform 595">
              <a:extLst>
                <a:ext uri="{FF2B5EF4-FFF2-40B4-BE49-F238E27FC236}">
                  <a16:creationId xmlns:a16="http://schemas.microsoft.com/office/drawing/2014/main" id="{47401044-3E40-4DD8-8E33-5AC126F10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295"/>
              <a:ext cx="33" cy="176"/>
            </a:xfrm>
            <a:custGeom>
              <a:avLst/>
              <a:gdLst>
                <a:gd name="T0" fmla="*/ 0 w 11"/>
                <a:gd name="T1" fmla="*/ 0 h 55"/>
                <a:gd name="T2" fmla="*/ 297 w 11"/>
                <a:gd name="T3" fmla="*/ 1802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5">
                  <a:moveTo>
                    <a:pt x="0" y="0"/>
                  </a:moveTo>
                  <a:cubicBezTo>
                    <a:pt x="5" y="13"/>
                    <a:pt x="11" y="45"/>
                    <a:pt x="11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>
            <a:extLst>
              <a:ext uri="{FF2B5EF4-FFF2-40B4-BE49-F238E27FC236}">
                <a16:creationId xmlns:a16="http://schemas.microsoft.com/office/drawing/2014/main" id="{4AD91984-00AE-4BF8-89F9-81189EB37E2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Hemorrhagic stroke</a:t>
            </a:r>
            <a:endParaRPr lang="fr-FR" altLang="x-none" sz="2900"/>
          </a:p>
        </p:txBody>
      </p:sp>
      <p:grpSp>
        <p:nvGrpSpPr>
          <p:cNvPr id="80898" name="Hemorrhagic-Stroke-Coronal-Brain-Section">
            <a:extLst>
              <a:ext uri="{FF2B5EF4-FFF2-40B4-BE49-F238E27FC236}">
                <a16:creationId xmlns:a16="http://schemas.microsoft.com/office/drawing/2014/main" id="{701F592E-6E7B-4964-9B8A-5EED74FACE63}"/>
              </a:ext>
            </a:extLst>
          </p:cNvPr>
          <p:cNvGrpSpPr>
            <a:grpSpLocks/>
          </p:cNvGrpSpPr>
          <p:nvPr/>
        </p:nvGrpSpPr>
        <p:grpSpPr bwMode="auto">
          <a:xfrm>
            <a:off x="3840163" y="1524000"/>
            <a:ext cx="4656137" cy="4025900"/>
            <a:chOff x="1459" y="960"/>
            <a:chExt cx="2933" cy="2536"/>
          </a:xfrm>
        </p:grpSpPr>
        <p:sp>
          <p:nvSpPr>
            <p:cNvPr id="80924" name="Freeform 4">
              <a:extLst>
                <a:ext uri="{FF2B5EF4-FFF2-40B4-BE49-F238E27FC236}">
                  <a16:creationId xmlns:a16="http://schemas.microsoft.com/office/drawing/2014/main" id="{0735D79C-BD80-4182-9612-12D3A61C9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465"/>
              <a:ext cx="267" cy="1636"/>
            </a:xfrm>
            <a:custGeom>
              <a:avLst/>
              <a:gdLst>
                <a:gd name="T0" fmla="*/ 2112 w 90"/>
                <a:gd name="T1" fmla="*/ 7052 h 518"/>
                <a:gd name="T2" fmla="*/ 2112 w 90"/>
                <a:gd name="T3" fmla="*/ 4760 h 518"/>
                <a:gd name="T4" fmla="*/ 1409 w 90"/>
                <a:gd name="T5" fmla="*/ 2773 h 518"/>
                <a:gd name="T6" fmla="*/ 1196 w 90"/>
                <a:gd name="T7" fmla="*/ 1765 h 518"/>
                <a:gd name="T8" fmla="*/ 0 w 90"/>
                <a:gd name="T9" fmla="*/ 0 h 518"/>
                <a:gd name="T10" fmla="*/ 599 w 90"/>
                <a:gd name="T11" fmla="*/ 846 h 518"/>
                <a:gd name="T12" fmla="*/ 546 w 90"/>
                <a:gd name="T13" fmla="*/ 2612 h 518"/>
                <a:gd name="T14" fmla="*/ 1724 w 90"/>
                <a:gd name="T15" fmla="*/ 4159 h 518"/>
                <a:gd name="T16" fmla="*/ 1804 w 90"/>
                <a:gd name="T17" fmla="*/ 6803 h 518"/>
                <a:gd name="T18" fmla="*/ 1074 w 90"/>
                <a:gd name="T19" fmla="*/ 7880 h 518"/>
                <a:gd name="T20" fmla="*/ 1777 w 90"/>
                <a:gd name="T21" fmla="*/ 9983 h 518"/>
                <a:gd name="T22" fmla="*/ 1620 w 90"/>
                <a:gd name="T23" fmla="*/ 11660 h 518"/>
                <a:gd name="T24" fmla="*/ 730 w 90"/>
                <a:gd name="T25" fmla="*/ 12261 h 518"/>
                <a:gd name="T26" fmla="*/ 1486 w 90"/>
                <a:gd name="T27" fmla="*/ 13707 h 518"/>
                <a:gd name="T28" fmla="*/ 730 w 90"/>
                <a:gd name="T29" fmla="*/ 15908 h 518"/>
                <a:gd name="T30" fmla="*/ 492 w 90"/>
                <a:gd name="T31" fmla="*/ 16319 h 518"/>
                <a:gd name="T32" fmla="*/ 1724 w 90"/>
                <a:gd name="T33" fmla="*/ 13824 h 518"/>
                <a:gd name="T34" fmla="*/ 1777 w 90"/>
                <a:gd name="T35" fmla="*/ 12099 h 518"/>
                <a:gd name="T36" fmla="*/ 2032 w 90"/>
                <a:gd name="T37" fmla="*/ 9867 h 518"/>
                <a:gd name="T38" fmla="*/ 1724 w 90"/>
                <a:gd name="T39" fmla="*/ 7839 h 518"/>
                <a:gd name="T40" fmla="*/ 2112 w 90"/>
                <a:gd name="T41" fmla="*/ 7052 h 5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518">
                  <a:moveTo>
                    <a:pt x="81" y="224"/>
                  </a:moveTo>
                  <a:cubicBezTo>
                    <a:pt x="84" y="205"/>
                    <a:pt x="90" y="193"/>
                    <a:pt x="81" y="151"/>
                  </a:cubicBezTo>
                  <a:cubicBezTo>
                    <a:pt x="72" y="109"/>
                    <a:pt x="63" y="98"/>
                    <a:pt x="54" y="88"/>
                  </a:cubicBezTo>
                  <a:cubicBezTo>
                    <a:pt x="45" y="78"/>
                    <a:pt x="52" y="75"/>
                    <a:pt x="46" y="56"/>
                  </a:cubicBezTo>
                  <a:cubicBezTo>
                    <a:pt x="40" y="38"/>
                    <a:pt x="20" y="15"/>
                    <a:pt x="0" y="0"/>
                  </a:cubicBezTo>
                  <a:cubicBezTo>
                    <a:pt x="8" y="9"/>
                    <a:pt x="16" y="19"/>
                    <a:pt x="23" y="27"/>
                  </a:cubicBezTo>
                  <a:cubicBezTo>
                    <a:pt x="38" y="44"/>
                    <a:pt x="26" y="78"/>
                    <a:pt x="21" y="83"/>
                  </a:cubicBezTo>
                  <a:cubicBezTo>
                    <a:pt x="40" y="81"/>
                    <a:pt x="59" y="98"/>
                    <a:pt x="66" y="132"/>
                  </a:cubicBezTo>
                  <a:cubicBezTo>
                    <a:pt x="73" y="166"/>
                    <a:pt x="68" y="201"/>
                    <a:pt x="69" y="216"/>
                  </a:cubicBezTo>
                  <a:cubicBezTo>
                    <a:pt x="70" y="231"/>
                    <a:pt x="50" y="247"/>
                    <a:pt x="41" y="250"/>
                  </a:cubicBezTo>
                  <a:cubicBezTo>
                    <a:pt x="62" y="257"/>
                    <a:pt x="67" y="286"/>
                    <a:pt x="68" y="317"/>
                  </a:cubicBezTo>
                  <a:cubicBezTo>
                    <a:pt x="69" y="348"/>
                    <a:pt x="71" y="356"/>
                    <a:pt x="62" y="370"/>
                  </a:cubicBezTo>
                  <a:cubicBezTo>
                    <a:pt x="53" y="384"/>
                    <a:pt x="34" y="390"/>
                    <a:pt x="28" y="389"/>
                  </a:cubicBezTo>
                  <a:cubicBezTo>
                    <a:pt x="39" y="397"/>
                    <a:pt x="57" y="408"/>
                    <a:pt x="57" y="435"/>
                  </a:cubicBezTo>
                  <a:cubicBezTo>
                    <a:pt x="57" y="465"/>
                    <a:pt x="36" y="490"/>
                    <a:pt x="28" y="505"/>
                  </a:cubicBezTo>
                  <a:cubicBezTo>
                    <a:pt x="25" y="510"/>
                    <a:pt x="22" y="514"/>
                    <a:pt x="19" y="518"/>
                  </a:cubicBezTo>
                  <a:cubicBezTo>
                    <a:pt x="42" y="497"/>
                    <a:pt x="61" y="462"/>
                    <a:pt x="66" y="439"/>
                  </a:cubicBezTo>
                  <a:cubicBezTo>
                    <a:pt x="71" y="414"/>
                    <a:pt x="61" y="397"/>
                    <a:pt x="68" y="384"/>
                  </a:cubicBezTo>
                  <a:cubicBezTo>
                    <a:pt x="75" y="371"/>
                    <a:pt x="80" y="359"/>
                    <a:pt x="78" y="313"/>
                  </a:cubicBezTo>
                  <a:cubicBezTo>
                    <a:pt x="76" y="267"/>
                    <a:pt x="61" y="255"/>
                    <a:pt x="66" y="249"/>
                  </a:cubicBezTo>
                  <a:cubicBezTo>
                    <a:pt x="71" y="243"/>
                    <a:pt x="78" y="243"/>
                    <a:pt x="81" y="224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5" name="Freeform 5">
              <a:extLst>
                <a:ext uri="{FF2B5EF4-FFF2-40B4-BE49-F238E27FC236}">
                  <a16:creationId xmlns:a16="http://schemas.microsoft.com/office/drawing/2014/main" id="{0E60AA19-60AB-4741-B7E6-D474E3E2C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547"/>
              <a:ext cx="251" cy="1573"/>
            </a:xfrm>
            <a:custGeom>
              <a:avLst/>
              <a:gdLst>
                <a:gd name="T0" fmla="*/ 1804 w 85"/>
                <a:gd name="T1" fmla="*/ 15506 h 498"/>
                <a:gd name="T2" fmla="*/ 1107 w 85"/>
                <a:gd name="T3" fmla="*/ 13389 h 498"/>
                <a:gd name="T4" fmla="*/ 1978 w 85"/>
                <a:gd name="T5" fmla="*/ 10146 h 498"/>
                <a:gd name="T6" fmla="*/ 1778 w 85"/>
                <a:gd name="T7" fmla="*/ 9988 h 498"/>
                <a:gd name="T8" fmla="*/ 304 w 85"/>
                <a:gd name="T9" fmla="*/ 8888 h 498"/>
                <a:gd name="T10" fmla="*/ 1264 w 85"/>
                <a:gd name="T11" fmla="*/ 6646 h 498"/>
                <a:gd name="T12" fmla="*/ 670 w 85"/>
                <a:gd name="T13" fmla="*/ 4890 h 498"/>
                <a:gd name="T14" fmla="*/ 1911 w 85"/>
                <a:gd name="T15" fmla="*/ 3023 h 498"/>
                <a:gd name="T16" fmla="*/ 2188 w 85"/>
                <a:gd name="T17" fmla="*/ 0 h 498"/>
                <a:gd name="T18" fmla="*/ 2188 w 85"/>
                <a:gd name="T19" fmla="*/ 0 h 498"/>
                <a:gd name="T20" fmla="*/ 871 w 85"/>
                <a:gd name="T21" fmla="*/ 2426 h 498"/>
                <a:gd name="T22" fmla="*/ 697 w 85"/>
                <a:gd name="T23" fmla="*/ 3433 h 498"/>
                <a:gd name="T24" fmla="*/ 183 w 85"/>
                <a:gd name="T25" fmla="*/ 5389 h 498"/>
                <a:gd name="T26" fmla="*/ 210 w 85"/>
                <a:gd name="T27" fmla="*/ 6775 h 498"/>
                <a:gd name="T28" fmla="*/ 130 w 85"/>
                <a:gd name="T29" fmla="*/ 8759 h 498"/>
                <a:gd name="T30" fmla="*/ 723 w 85"/>
                <a:gd name="T31" fmla="*/ 10117 h 498"/>
                <a:gd name="T32" fmla="*/ 620 w 85"/>
                <a:gd name="T33" fmla="*/ 12262 h 498"/>
                <a:gd name="T34" fmla="*/ 1187 w 85"/>
                <a:gd name="T35" fmla="*/ 14656 h 498"/>
                <a:gd name="T36" fmla="*/ 2085 w 85"/>
                <a:gd name="T37" fmla="*/ 15695 h 498"/>
                <a:gd name="T38" fmla="*/ 1804 w 85"/>
                <a:gd name="T39" fmla="*/ 15506 h 49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5" h="498">
                  <a:moveTo>
                    <a:pt x="70" y="492"/>
                  </a:moveTo>
                  <a:cubicBezTo>
                    <a:pt x="51" y="476"/>
                    <a:pt x="49" y="447"/>
                    <a:pt x="43" y="425"/>
                  </a:cubicBezTo>
                  <a:cubicBezTo>
                    <a:pt x="28" y="374"/>
                    <a:pt x="20" y="329"/>
                    <a:pt x="77" y="322"/>
                  </a:cubicBezTo>
                  <a:cubicBezTo>
                    <a:pt x="69" y="317"/>
                    <a:pt x="69" y="317"/>
                    <a:pt x="69" y="317"/>
                  </a:cubicBezTo>
                  <a:cubicBezTo>
                    <a:pt x="44" y="314"/>
                    <a:pt x="17" y="302"/>
                    <a:pt x="12" y="282"/>
                  </a:cubicBezTo>
                  <a:cubicBezTo>
                    <a:pt x="2" y="247"/>
                    <a:pt x="8" y="210"/>
                    <a:pt x="49" y="211"/>
                  </a:cubicBezTo>
                  <a:cubicBezTo>
                    <a:pt x="17" y="197"/>
                    <a:pt x="20" y="189"/>
                    <a:pt x="26" y="155"/>
                  </a:cubicBezTo>
                  <a:cubicBezTo>
                    <a:pt x="32" y="121"/>
                    <a:pt x="44" y="110"/>
                    <a:pt x="74" y="96"/>
                  </a:cubicBezTo>
                  <a:cubicBezTo>
                    <a:pt x="31" y="85"/>
                    <a:pt x="55" y="26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59" y="18"/>
                    <a:pt x="38" y="55"/>
                    <a:pt x="34" y="77"/>
                  </a:cubicBezTo>
                  <a:cubicBezTo>
                    <a:pt x="30" y="99"/>
                    <a:pt x="27" y="109"/>
                    <a:pt x="27" y="109"/>
                  </a:cubicBezTo>
                  <a:cubicBezTo>
                    <a:pt x="27" y="109"/>
                    <a:pt x="9" y="135"/>
                    <a:pt x="7" y="171"/>
                  </a:cubicBezTo>
                  <a:cubicBezTo>
                    <a:pt x="5" y="207"/>
                    <a:pt x="14" y="199"/>
                    <a:pt x="8" y="215"/>
                  </a:cubicBezTo>
                  <a:cubicBezTo>
                    <a:pt x="2" y="231"/>
                    <a:pt x="0" y="260"/>
                    <a:pt x="5" y="278"/>
                  </a:cubicBezTo>
                  <a:cubicBezTo>
                    <a:pt x="12" y="304"/>
                    <a:pt x="30" y="311"/>
                    <a:pt x="28" y="321"/>
                  </a:cubicBezTo>
                  <a:cubicBezTo>
                    <a:pt x="27" y="332"/>
                    <a:pt x="17" y="333"/>
                    <a:pt x="24" y="389"/>
                  </a:cubicBezTo>
                  <a:cubicBezTo>
                    <a:pt x="32" y="445"/>
                    <a:pt x="41" y="439"/>
                    <a:pt x="46" y="465"/>
                  </a:cubicBezTo>
                  <a:cubicBezTo>
                    <a:pt x="50" y="484"/>
                    <a:pt x="68" y="495"/>
                    <a:pt x="81" y="498"/>
                  </a:cubicBezTo>
                  <a:cubicBezTo>
                    <a:pt x="78" y="497"/>
                    <a:pt x="74" y="494"/>
                    <a:pt x="70" y="492"/>
                  </a:cubicBezTo>
                  <a:close/>
                </a:path>
              </a:pathLst>
            </a:custGeom>
            <a:solidFill>
              <a:srgbClr val="B6ACB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26" name="Oval 6">
              <a:extLst>
                <a:ext uri="{FF2B5EF4-FFF2-40B4-BE49-F238E27FC236}">
                  <a16:creationId xmlns:a16="http://schemas.microsoft.com/office/drawing/2014/main" id="{AABFA4E9-DC3D-412E-B139-DE9A7F420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896"/>
              <a:ext cx="68" cy="53"/>
            </a:xfrm>
            <a:prstGeom prst="ellipse">
              <a:avLst/>
            </a:prstGeom>
            <a:solidFill>
              <a:srgbClr val="BFB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27" name="Oval 7">
              <a:extLst>
                <a:ext uri="{FF2B5EF4-FFF2-40B4-BE49-F238E27FC236}">
                  <a16:creationId xmlns:a16="http://schemas.microsoft.com/office/drawing/2014/main" id="{355D4562-F3DB-4246-B82D-B5C4E5193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6" y="2896"/>
              <a:ext cx="69" cy="53"/>
            </a:xfrm>
            <a:prstGeom prst="ellipse">
              <a:avLst/>
            </a:prstGeom>
            <a:solidFill>
              <a:srgbClr val="BFB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28" name="Freeform 8">
              <a:extLst>
                <a:ext uri="{FF2B5EF4-FFF2-40B4-BE49-F238E27FC236}">
                  <a16:creationId xmlns:a16="http://schemas.microsoft.com/office/drawing/2014/main" id="{48120E1C-B49B-489A-8760-C9E2EC7CA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855"/>
              <a:ext cx="180" cy="66"/>
            </a:xfrm>
            <a:custGeom>
              <a:avLst/>
              <a:gdLst>
                <a:gd name="T0" fmla="*/ 794 w 61"/>
                <a:gd name="T1" fmla="*/ 0 h 21"/>
                <a:gd name="T2" fmla="*/ 794 w 61"/>
                <a:gd name="T3" fmla="*/ 0 h 21"/>
                <a:gd name="T4" fmla="*/ 27 w 61"/>
                <a:gd name="T5" fmla="*/ 405 h 21"/>
                <a:gd name="T6" fmla="*/ 0 w 61"/>
                <a:gd name="T7" fmla="*/ 651 h 21"/>
                <a:gd name="T8" fmla="*/ 53 w 61"/>
                <a:gd name="T9" fmla="*/ 651 h 21"/>
                <a:gd name="T10" fmla="*/ 357 w 61"/>
                <a:gd name="T11" fmla="*/ 405 h 21"/>
                <a:gd name="T12" fmla="*/ 643 w 61"/>
                <a:gd name="T13" fmla="*/ 651 h 21"/>
                <a:gd name="T14" fmla="*/ 924 w 61"/>
                <a:gd name="T15" fmla="*/ 651 h 21"/>
                <a:gd name="T16" fmla="*/ 1236 w 61"/>
                <a:gd name="T17" fmla="*/ 405 h 21"/>
                <a:gd name="T18" fmla="*/ 1490 w 61"/>
                <a:gd name="T19" fmla="*/ 563 h 21"/>
                <a:gd name="T20" fmla="*/ 1567 w 61"/>
                <a:gd name="T21" fmla="*/ 493 h 21"/>
                <a:gd name="T22" fmla="*/ 1514 w 61"/>
                <a:gd name="T23" fmla="*/ 374 h 21"/>
                <a:gd name="T24" fmla="*/ 794 w 61"/>
                <a:gd name="T25" fmla="*/ 0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" h="21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20" y="0"/>
                    <a:pt x="15" y="11"/>
                    <a:pt x="1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17"/>
                    <a:pt x="7" y="13"/>
                    <a:pt x="14" y="13"/>
                  </a:cubicBezTo>
                  <a:cubicBezTo>
                    <a:pt x="20" y="13"/>
                    <a:pt x="25" y="17"/>
                    <a:pt x="25" y="21"/>
                  </a:cubicBezTo>
                  <a:cubicBezTo>
                    <a:pt x="25" y="15"/>
                    <a:pt x="36" y="15"/>
                    <a:pt x="36" y="21"/>
                  </a:cubicBezTo>
                  <a:cubicBezTo>
                    <a:pt x="36" y="17"/>
                    <a:pt x="41" y="13"/>
                    <a:pt x="48" y="13"/>
                  </a:cubicBezTo>
                  <a:cubicBezTo>
                    <a:pt x="52" y="13"/>
                    <a:pt x="56" y="15"/>
                    <a:pt x="58" y="18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46" y="10"/>
                    <a:pt x="42" y="0"/>
                    <a:pt x="31" y="0"/>
                  </a:cubicBezTo>
                  <a:close/>
                </a:path>
              </a:pathLst>
            </a:custGeom>
            <a:solidFill>
              <a:srgbClr val="EDEC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9" name="Freeform 9">
              <a:extLst>
                <a:ext uri="{FF2B5EF4-FFF2-40B4-BE49-F238E27FC236}">
                  <a16:creationId xmlns:a16="http://schemas.microsoft.com/office/drawing/2014/main" id="{41D9E402-4BB9-47E9-94E8-0C4461212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3097"/>
              <a:ext cx="94" cy="159"/>
            </a:xfrm>
            <a:custGeom>
              <a:avLst/>
              <a:gdLst>
                <a:gd name="T0" fmla="*/ 0 w 32"/>
                <a:gd name="T1" fmla="*/ 162 h 50"/>
                <a:gd name="T2" fmla="*/ 129 w 32"/>
                <a:gd name="T3" fmla="*/ 576 h 50"/>
                <a:gd name="T4" fmla="*/ 250 w 32"/>
                <a:gd name="T5" fmla="*/ 1030 h 50"/>
                <a:gd name="T6" fmla="*/ 379 w 32"/>
                <a:gd name="T7" fmla="*/ 1415 h 50"/>
                <a:gd name="T8" fmla="*/ 485 w 32"/>
                <a:gd name="T9" fmla="*/ 1609 h 50"/>
                <a:gd name="T10" fmla="*/ 811 w 32"/>
                <a:gd name="T11" fmla="*/ 1062 h 50"/>
                <a:gd name="T12" fmla="*/ 588 w 32"/>
                <a:gd name="T13" fmla="*/ 840 h 50"/>
                <a:gd name="T14" fmla="*/ 329 w 32"/>
                <a:gd name="T15" fmla="*/ 677 h 50"/>
                <a:gd name="T16" fmla="*/ 129 w 32"/>
                <a:gd name="T17" fmla="*/ 353 h 50"/>
                <a:gd name="T18" fmla="*/ 26 w 32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50">
                  <a:moveTo>
                    <a:pt x="0" y="5"/>
                  </a:moveTo>
                  <a:cubicBezTo>
                    <a:pt x="1" y="10"/>
                    <a:pt x="3" y="14"/>
                    <a:pt x="5" y="18"/>
                  </a:cubicBezTo>
                  <a:cubicBezTo>
                    <a:pt x="6" y="23"/>
                    <a:pt x="8" y="28"/>
                    <a:pt x="10" y="32"/>
                  </a:cubicBezTo>
                  <a:cubicBezTo>
                    <a:pt x="11" y="36"/>
                    <a:pt x="12" y="40"/>
                    <a:pt x="15" y="44"/>
                  </a:cubicBezTo>
                  <a:cubicBezTo>
                    <a:pt x="16" y="46"/>
                    <a:pt x="18" y="48"/>
                    <a:pt x="19" y="50"/>
                  </a:cubicBezTo>
                  <a:cubicBezTo>
                    <a:pt x="19" y="44"/>
                    <a:pt x="25" y="34"/>
                    <a:pt x="32" y="33"/>
                  </a:cubicBezTo>
                  <a:cubicBezTo>
                    <a:pt x="29" y="31"/>
                    <a:pt x="26" y="29"/>
                    <a:pt x="23" y="26"/>
                  </a:cubicBezTo>
                  <a:cubicBezTo>
                    <a:pt x="20" y="24"/>
                    <a:pt x="16" y="23"/>
                    <a:pt x="13" y="21"/>
                  </a:cubicBezTo>
                  <a:cubicBezTo>
                    <a:pt x="9" y="18"/>
                    <a:pt x="7" y="15"/>
                    <a:pt x="5" y="11"/>
                  </a:cubicBezTo>
                  <a:cubicBezTo>
                    <a:pt x="3" y="9"/>
                    <a:pt x="0" y="3"/>
                    <a:pt x="1" y="0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0" name="Freeform 10">
              <a:extLst>
                <a:ext uri="{FF2B5EF4-FFF2-40B4-BE49-F238E27FC236}">
                  <a16:creationId xmlns:a16="http://schemas.microsoft.com/office/drawing/2014/main" id="{93902A7E-8D06-4618-A2CA-AEB7C5B89C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3" y="3094"/>
              <a:ext cx="101" cy="168"/>
            </a:xfrm>
            <a:custGeom>
              <a:avLst/>
              <a:gdLst>
                <a:gd name="T0" fmla="*/ 0 w 34"/>
                <a:gd name="T1" fmla="*/ 32 h 53"/>
                <a:gd name="T2" fmla="*/ 0 w 34"/>
                <a:gd name="T3" fmla="*/ 101 h 53"/>
                <a:gd name="T4" fmla="*/ 27 w 34"/>
                <a:gd name="T5" fmla="*/ 162 h 53"/>
                <a:gd name="T6" fmla="*/ 0 w 34"/>
                <a:gd name="T7" fmla="*/ 190 h 53"/>
                <a:gd name="T8" fmla="*/ 0 w 34"/>
                <a:gd name="T9" fmla="*/ 222 h 53"/>
                <a:gd name="T10" fmla="*/ 80 w 34"/>
                <a:gd name="T11" fmla="*/ 482 h 53"/>
                <a:gd name="T12" fmla="*/ 238 w 34"/>
                <a:gd name="T13" fmla="*/ 1084 h 53"/>
                <a:gd name="T14" fmla="*/ 264 w 34"/>
                <a:gd name="T15" fmla="*/ 1116 h 53"/>
                <a:gd name="T16" fmla="*/ 371 w 34"/>
                <a:gd name="T17" fmla="*/ 1468 h 53"/>
                <a:gd name="T18" fmla="*/ 425 w 34"/>
                <a:gd name="T19" fmla="*/ 1528 h 53"/>
                <a:gd name="T20" fmla="*/ 466 w 34"/>
                <a:gd name="T21" fmla="*/ 1658 h 53"/>
                <a:gd name="T22" fmla="*/ 520 w 34"/>
                <a:gd name="T23" fmla="*/ 1690 h 53"/>
                <a:gd name="T24" fmla="*/ 547 w 34"/>
                <a:gd name="T25" fmla="*/ 1629 h 53"/>
                <a:gd name="T26" fmla="*/ 864 w 34"/>
                <a:gd name="T27" fmla="*/ 1144 h 53"/>
                <a:gd name="T28" fmla="*/ 891 w 34"/>
                <a:gd name="T29" fmla="*/ 1116 h 53"/>
                <a:gd name="T30" fmla="*/ 891 w 34"/>
                <a:gd name="T31" fmla="*/ 1056 h 53"/>
                <a:gd name="T32" fmla="*/ 758 w 34"/>
                <a:gd name="T33" fmla="*/ 926 h 53"/>
                <a:gd name="T34" fmla="*/ 654 w 34"/>
                <a:gd name="T35" fmla="*/ 824 h 53"/>
                <a:gd name="T36" fmla="*/ 493 w 34"/>
                <a:gd name="T37" fmla="*/ 732 h 53"/>
                <a:gd name="T38" fmla="*/ 398 w 34"/>
                <a:gd name="T39" fmla="*/ 634 h 53"/>
                <a:gd name="T40" fmla="*/ 184 w 34"/>
                <a:gd name="T41" fmla="*/ 352 h 53"/>
                <a:gd name="T42" fmla="*/ 80 w 34"/>
                <a:gd name="T43" fmla="*/ 60 h 53"/>
                <a:gd name="T44" fmla="*/ 53 w 34"/>
                <a:gd name="T45" fmla="*/ 0 h 53"/>
                <a:gd name="T46" fmla="*/ 0 w 34"/>
                <a:gd name="T47" fmla="*/ 32 h 53"/>
                <a:gd name="T48" fmla="*/ 466 w 34"/>
                <a:gd name="T49" fmla="*/ 1468 h 53"/>
                <a:gd name="T50" fmla="*/ 452 w 34"/>
                <a:gd name="T51" fmla="*/ 1398 h 53"/>
                <a:gd name="T52" fmla="*/ 345 w 34"/>
                <a:gd name="T53" fmla="*/ 1084 h 53"/>
                <a:gd name="T54" fmla="*/ 318 w 34"/>
                <a:gd name="T55" fmla="*/ 1056 h 53"/>
                <a:gd name="T56" fmla="*/ 157 w 34"/>
                <a:gd name="T57" fmla="*/ 482 h 53"/>
                <a:gd name="T58" fmla="*/ 345 w 34"/>
                <a:gd name="T59" fmla="*/ 732 h 53"/>
                <a:gd name="T60" fmla="*/ 452 w 34"/>
                <a:gd name="T61" fmla="*/ 792 h 53"/>
                <a:gd name="T62" fmla="*/ 600 w 34"/>
                <a:gd name="T63" fmla="*/ 926 h 53"/>
                <a:gd name="T64" fmla="*/ 707 w 34"/>
                <a:gd name="T65" fmla="*/ 1014 h 53"/>
                <a:gd name="T66" fmla="*/ 784 w 34"/>
                <a:gd name="T67" fmla="*/ 1084 h 53"/>
                <a:gd name="T68" fmla="*/ 493 w 34"/>
                <a:gd name="T69" fmla="*/ 1496 h 53"/>
                <a:gd name="T70" fmla="*/ 466 w 34"/>
                <a:gd name="T71" fmla="*/ 1468 h 5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" h="5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9"/>
                    <a:pt x="12" y="42"/>
                    <a:pt x="14" y="46"/>
                  </a:cubicBezTo>
                  <a:cubicBezTo>
                    <a:pt x="14" y="46"/>
                    <a:pt x="16" y="48"/>
                    <a:pt x="16" y="48"/>
                  </a:cubicBezTo>
                  <a:cubicBezTo>
                    <a:pt x="17" y="49"/>
                    <a:pt x="18" y="50"/>
                    <a:pt x="18" y="52"/>
                  </a:cubicBezTo>
                  <a:cubicBezTo>
                    <a:pt x="18" y="52"/>
                    <a:pt x="19" y="53"/>
                    <a:pt x="20" y="53"/>
                  </a:cubicBezTo>
                  <a:cubicBezTo>
                    <a:pt x="21" y="53"/>
                    <a:pt x="21" y="52"/>
                    <a:pt x="21" y="51"/>
                  </a:cubicBezTo>
                  <a:cubicBezTo>
                    <a:pt x="22" y="45"/>
                    <a:pt x="27" y="37"/>
                    <a:pt x="33" y="36"/>
                  </a:cubicBezTo>
                  <a:cubicBezTo>
                    <a:pt x="34" y="36"/>
                    <a:pt x="34" y="35"/>
                    <a:pt x="34" y="35"/>
                  </a:cubicBezTo>
                  <a:cubicBezTo>
                    <a:pt x="34" y="34"/>
                    <a:pt x="34" y="33"/>
                    <a:pt x="34" y="3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1" y="18"/>
                    <a:pt x="9" y="14"/>
                    <a:pt x="7" y="11"/>
                  </a:cubicBezTo>
                  <a:cubicBezTo>
                    <a:pt x="3" y="5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  <a:moveTo>
                    <a:pt x="18" y="46"/>
                  </a:moveTo>
                  <a:cubicBezTo>
                    <a:pt x="17" y="44"/>
                    <a:pt x="17" y="44"/>
                    <a:pt x="17" y="44"/>
                  </a:cubicBezTo>
                  <a:cubicBezTo>
                    <a:pt x="15" y="41"/>
                    <a:pt x="14" y="38"/>
                    <a:pt x="13" y="34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6" y="17"/>
                    <a:pt x="6" y="15"/>
                  </a:cubicBezTo>
                  <a:cubicBezTo>
                    <a:pt x="8" y="18"/>
                    <a:pt x="10" y="21"/>
                    <a:pt x="13" y="23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9" y="33"/>
                    <a:pt x="30" y="34"/>
                  </a:cubicBezTo>
                  <a:cubicBezTo>
                    <a:pt x="25" y="36"/>
                    <a:pt x="21" y="42"/>
                    <a:pt x="19" y="47"/>
                  </a:cubicBezTo>
                  <a:cubicBezTo>
                    <a:pt x="19" y="47"/>
                    <a:pt x="19" y="46"/>
                    <a:pt x="18" y="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1" name="Freeform 11">
              <a:extLst>
                <a:ext uri="{FF2B5EF4-FFF2-40B4-BE49-F238E27FC236}">
                  <a16:creationId xmlns:a16="http://schemas.microsoft.com/office/drawing/2014/main" id="{5D655334-21C5-44F2-9D92-C0C7954EE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222"/>
              <a:ext cx="123" cy="231"/>
            </a:xfrm>
            <a:custGeom>
              <a:avLst/>
              <a:gdLst>
                <a:gd name="T0" fmla="*/ 0 w 42"/>
                <a:gd name="T1" fmla="*/ 731 h 73"/>
                <a:gd name="T2" fmla="*/ 756 w 42"/>
                <a:gd name="T3" fmla="*/ 0 h 73"/>
                <a:gd name="T4" fmla="*/ 1004 w 42"/>
                <a:gd name="T5" fmla="*/ 1272 h 73"/>
                <a:gd name="T6" fmla="*/ 302 w 42"/>
                <a:gd name="T7" fmla="*/ 2152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73">
                  <a:moveTo>
                    <a:pt x="0" y="23"/>
                  </a:moveTo>
                  <a:cubicBezTo>
                    <a:pt x="15" y="25"/>
                    <a:pt x="22" y="10"/>
                    <a:pt x="30" y="0"/>
                  </a:cubicBezTo>
                  <a:cubicBezTo>
                    <a:pt x="31" y="14"/>
                    <a:pt x="38" y="27"/>
                    <a:pt x="40" y="40"/>
                  </a:cubicBezTo>
                  <a:cubicBezTo>
                    <a:pt x="42" y="61"/>
                    <a:pt x="33" y="73"/>
                    <a:pt x="12" y="68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2" name="Freeform 12">
              <a:extLst>
                <a:ext uri="{FF2B5EF4-FFF2-40B4-BE49-F238E27FC236}">
                  <a16:creationId xmlns:a16="http://schemas.microsoft.com/office/drawing/2014/main" id="{0A9AFA21-E08F-47A5-9CE9-92137756C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975"/>
              <a:ext cx="2877" cy="2521"/>
            </a:xfrm>
            <a:custGeom>
              <a:avLst/>
              <a:gdLst>
                <a:gd name="T0" fmla="*/ 263 w 972"/>
                <a:gd name="T1" fmla="*/ 14602 h 798"/>
                <a:gd name="T2" fmla="*/ 622 w 972"/>
                <a:gd name="T3" fmla="*/ 10589 h 798"/>
                <a:gd name="T4" fmla="*/ 2726 w 972"/>
                <a:gd name="T5" fmla="*/ 5358 h 798"/>
                <a:gd name="T6" fmla="*/ 5422 w 972"/>
                <a:gd name="T7" fmla="*/ 3503 h 798"/>
                <a:gd name="T8" fmla="*/ 6719 w 972"/>
                <a:gd name="T9" fmla="*/ 1576 h 798"/>
                <a:gd name="T10" fmla="*/ 9338 w 972"/>
                <a:gd name="T11" fmla="*/ 629 h 798"/>
                <a:gd name="T12" fmla="*/ 12292 w 972"/>
                <a:gd name="T13" fmla="*/ 1387 h 798"/>
                <a:gd name="T14" fmla="*/ 12914 w 972"/>
                <a:gd name="T15" fmla="*/ 3721 h 798"/>
                <a:gd name="T16" fmla="*/ 12002 w 972"/>
                <a:gd name="T17" fmla="*/ 6337 h 798"/>
                <a:gd name="T18" fmla="*/ 10889 w 972"/>
                <a:gd name="T19" fmla="*/ 6397 h 798"/>
                <a:gd name="T20" fmla="*/ 12704 w 972"/>
                <a:gd name="T21" fmla="*/ 6369 h 798"/>
                <a:gd name="T22" fmla="*/ 12159 w 972"/>
                <a:gd name="T23" fmla="*/ 8233 h 798"/>
                <a:gd name="T24" fmla="*/ 12941 w 972"/>
                <a:gd name="T25" fmla="*/ 8763 h 798"/>
                <a:gd name="T26" fmla="*/ 14394 w 972"/>
                <a:gd name="T27" fmla="*/ 8353 h 798"/>
                <a:gd name="T28" fmla="*/ 13692 w 972"/>
                <a:gd name="T29" fmla="*/ 8195 h 798"/>
                <a:gd name="T30" fmla="*/ 13151 w 972"/>
                <a:gd name="T31" fmla="*/ 6369 h 798"/>
                <a:gd name="T32" fmla="*/ 14053 w 972"/>
                <a:gd name="T33" fmla="*/ 5769 h 798"/>
                <a:gd name="T34" fmla="*/ 12967 w 972"/>
                <a:gd name="T35" fmla="*/ 4950 h 798"/>
                <a:gd name="T36" fmla="*/ 13151 w 972"/>
                <a:gd name="T37" fmla="*/ 2117 h 798"/>
                <a:gd name="T38" fmla="*/ 14053 w 972"/>
                <a:gd name="T39" fmla="*/ 278 h 798"/>
                <a:gd name="T40" fmla="*/ 17768 w 972"/>
                <a:gd name="T41" fmla="*/ 2016 h 798"/>
                <a:gd name="T42" fmla="*/ 20799 w 972"/>
                <a:gd name="T43" fmla="*/ 2714 h 798"/>
                <a:gd name="T44" fmla="*/ 22690 w 972"/>
                <a:gd name="T45" fmla="*/ 4161 h 798"/>
                <a:gd name="T46" fmla="*/ 23857 w 972"/>
                <a:gd name="T47" fmla="*/ 7506 h 798"/>
                <a:gd name="T48" fmla="*/ 25100 w 972"/>
                <a:gd name="T49" fmla="*/ 11698 h 798"/>
                <a:gd name="T50" fmla="*/ 25073 w 972"/>
                <a:gd name="T51" fmla="*/ 14880 h 798"/>
                <a:gd name="T52" fmla="*/ 24040 w 972"/>
                <a:gd name="T53" fmla="*/ 17157 h 798"/>
                <a:gd name="T54" fmla="*/ 24040 w 972"/>
                <a:gd name="T55" fmla="*/ 20809 h 798"/>
                <a:gd name="T56" fmla="*/ 21421 w 972"/>
                <a:gd name="T57" fmla="*/ 21157 h 798"/>
                <a:gd name="T58" fmla="*/ 20536 w 972"/>
                <a:gd name="T59" fmla="*/ 24341 h 798"/>
                <a:gd name="T60" fmla="*/ 18363 w 972"/>
                <a:gd name="T61" fmla="*/ 24152 h 798"/>
                <a:gd name="T62" fmla="*/ 15838 w 972"/>
                <a:gd name="T63" fmla="*/ 23555 h 798"/>
                <a:gd name="T64" fmla="*/ 15323 w 972"/>
                <a:gd name="T65" fmla="*/ 22414 h 798"/>
                <a:gd name="T66" fmla="*/ 14885 w 972"/>
                <a:gd name="T67" fmla="*/ 20528 h 798"/>
                <a:gd name="T68" fmla="*/ 14569 w 972"/>
                <a:gd name="T69" fmla="*/ 18983 h 798"/>
                <a:gd name="T70" fmla="*/ 13826 w 972"/>
                <a:gd name="T71" fmla="*/ 19173 h 798"/>
                <a:gd name="T72" fmla="*/ 12941 w 972"/>
                <a:gd name="T73" fmla="*/ 18762 h 798"/>
                <a:gd name="T74" fmla="*/ 11354 w 972"/>
                <a:gd name="T75" fmla="*/ 18822 h 798"/>
                <a:gd name="T76" fmla="*/ 11100 w 972"/>
                <a:gd name="T77" fmla="*/ 19991 h 798"/>
                <a:gd name="T78" fmla="*/ 10531 w 972"/>
                <a:gd name="T79" fmla="*/ 22196 h 798"/>
                <a:gd name="T80" fmla="*/ 9593 w 972"/>
                <a:gd name="T81" fmla="*/ 24373 h 798"/>
                <a:gd name="T82" fmla="*/ 6142 w 972"/>
                <a:gd name="T83" fmla="*/ 24341 h 798"/>
                <a:gd name="T84" fmla="*/ 2856 w 972"/>
                <a:gd name="T85" fmla="*/ 22446 h 798"/>
                <a:gd name="T86" fmla="*/ 1761 w 972"/>
                <a:gd name="T87" fmla="*/ 21217 h 798"/>
                <a:gd name="T88" fmla="*/ 2155 w 972"/>
                <a:gd name="T89" fmla="*/ 15827 h 79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72" h="798">
                  <a:moveTo>
                    <a:pt x="70" y="498"/>
                  </a:moveTo>
                  <a:cubicBezTo>
                    <a:pt x="45" y="496"/>
                    <a:pt x="16" y="483"/>
                    <a:pt x="10" y="463"/>
                  </a:cubicBezTo>
                  <a:cubicBezTo>
                    <a:pt x="0" y="428"/>
                    <a:pt x="6" y="391"/>
                    <a:pt x="47" y="392"/>
                  </a:cubicBezTo>
                  <a:cubicBezTo>
                    <a:pt x="15" y="378"/>
                    <a:pt x="18" y="370"/>
                    <a:pt x="24" y="336"/>
                  </a:cubicBezTo>
                  <a:cubicBezTo>
                    <a:pt x="30" y="302"/>
                    <a:pt x="42" y="291"/>
                    <a:pt x="72" y="277"/>
                  </a:cubicBezTo>
                  <a:cubicBezTo>
                    <a:pt x="19" y="264"/>
                    <a:pt x="67" y="176"/>
                    <a:pt x="105" y="170"/>
                  </a:cubicBezTo>
                  <a:cubicBezTo>
                    <a:pt x="82" y="127"/>
                    <a:pt x="181" y="66"/>
                    <a:pt x="208" y="119"/>
                  </a:cubicBezTo>
                  <a:cubicBezTo>
                    <a:pt x="209" y="111"/>
                    <a:pt x="209" y="111"/>
                    <a:pt x="209" y="111"/>
                  </a:cubicBezTo>
                  <a:cubicBezTo>
                    <a:pt x="210" y="95"/>
                    <a:pt x="207" y="75"/>
                    <a:pt x="216" y="65"/>
                  </a:cubicBezTo>
                  <a:cubicBezTo>
                    <a:pt x="224" y="56"/>
                    <a:pt x="248" y="54"/>
                    <a:pt x="259" y="50"/>
                  </a:cubicBezTo>
                  <a:cubicBezTo>
                    <a:pt x="301" y="36"/>
                    <a:pt x="317" y="30"/>
                    <a:pt x="341" y="73"/>
                  </a:cubicBezTo>
                  <a:cubicBezTo>
                    <a:pt x="344" y="47"/>
                    <a:pt x="331" y="31"/>
                    <a:pt x="360" y="20"/>
                  </a:cubicBezTo>
                  <a:cubicBezTo>
                    <a:pt x="381" y="12"/>
                    <a:pt x="403" y="14"/>
                    <a:pt x="425" y="9"/>
                  </a:cubicBezTo>
                  <a:cubicBezTo>
                    <a:pt x="463" y="0"/>
                    <a:pt x="486" y="26"/>
                    <a:pt x="474" y="44"/>
                  </a:cubicBezTo>
                  <a:cubicBezTo>
                    <a:pt x="490" y="37"/>
                    <a:pt x="490" y="58"/>
                    <a:pt x="495" y="67"/>
                  </a:cubicBezTo>
                  <a:cubicBezTo>
                    <a:pt x="500" y="87"/>
                    <a:pt x="498" y="94"/>
                    <a:pt x="498" y="118"/>
                  </a:cubicBezTo>
                  <a:cubicBezTo>
                    <a:pt x="498" y="141"/>
                    <a:pt x="490" y="158"/>
                    <a:pt x="494" y="169"/>
                  </a:cubicBezTo>
                  <a:cubicBezTo>
                    <a:pt x="499" y="181"/>
                    <a:pt x="473" y="201"/>
                    <a:pt x="463" y="201"/>
                  </a:cubicBezTo>
                  <a:cubicBezTo>
                    <a:pt x="455" y="202"/>
                    <a:pt x="435" y="205"/>
                    <a:pt x="424" y="197"/>
                  </a:cubicBezTo>
                  <a:cubicBezTo>
                    <a:pt x="416" y="193"/>
                    <a:pt x="410" y="195"/>
                    <a:pt x="420" y="203"/>
                  </a:cubicBezTo>
                  <a:cubicBezTo>
                    <a:pt x="425" y="207"/>
                    <a:pt x="457" y="205"/>
                    <a:pt x="470" y="202"/>
                  </a:cubicBezTo>
                  <a:cubicBezTo>
                    <a:pt x="480" y="199"/>
                    <a:pt x="486" y="198"/>
                    <a:pt x="490" y="202"/>
                  </a:cubicBezTo>
                  <a:cubicBezTo>
                    <a:pt x="497" y="213"/>
                    <a:pt x="505" y="245"/>
                    <a:pt x="495" y="254"/>
                  </a:cubicBezTo>
                  <a:cubicBezTo>
                    <a:pt x="487" y="262"/>
                    <a:pt x="481" y="259"/>
                    <a:pt x="469" y="261"/>
                  </a:cubicBezTo>
                  <a:cubicBezTo>
                    <a:pt x="451" y="258"/>
                    <a:pt x="437" y="256"/>
                    <a:pt x="437" y="261"/>
                  </a:cubicBezTo>
                  <a:cubicBezTo>
                    <a:pt x="437" y="266"/>
                    <a:pt x="454" y="278"/>
                    <a:pt x="499" y="278"/>
                  </a:cubicBezTo>
                  <a:cubicBezTo>
                    <a:pt x="512" y="278"/>
                    <a:pt x="541" y="278"/>
                    <a:pt x="557" y="270"/>
                  </a:cubicBezTo>
                  <a:cubicBezTo>
                    <a:pt x="564" y="268"/>
                    <a:pt x="561" y="263"/>
                    <a:pt x="555" y="265"/>
                  </a:cubicBezTo>
                  <a:cubicBezTo>
                    <a:pt x="549" y="267"/>
                    <a:pt x="541" y="262"/>
                    <a:pt x="528" y="260"/>
                  </a:cubicBezTo>
                  <a:cubicBezTo>
                    <a:pt x="528" y="260"/>
                    <a:pt x="528" y="260"/>
                    <a:pt x="528" y="260"/>
                  </a:cubicBezTo>
                  <a:cubicBezTo>
                    <a:pt x="516" y="256"/>
                    <a:pt x="511" y="259"/>
                    <a:pt x="511" y="247"/>
                  </a:cubicBezTo>
                  <a:cubicBezTo>
                    <a:pt x="510" y="235"/>
                    <a:pt x="503" y="217"/>
                    <a:pt x="507" y="202"/>
                  </a:cubicBezTo>
                  <a:cubicBezTo>
                    <a:pt x="511" y="191"/>
                    <a:pt x="521" y="189"/>
                    <a:pt x="526" y="189"/>
                  </a:cubicBezTo>
                  <a:cubicBezTo>
                    <a:pt x="539" y="190"/>
                    <a:pt x="549" y="188"/>
                    <a:pt x="542" y="183"/>
                  </a:cubicBezTo>
                  <a:cubicBezTo>
                    <a:pt x="535" y="178"/>
                    <a:pt x="509" y="183"/>
                    <a:pt x="506" y="176"/>
                  </a:cubicBezTo>
                  <a:cubicBezTo>
                    <a:pt x="504" y="169"/>
                    <a:pt x="499" y="165"/>
                    <a:pt x="500" y="157"/>
                  </a:cubicBezTo>
                  <a:cubicBezTo>
                    <a:pt x="502" y="148"/>
                    <a:pt x="503" y="139"/>
                    <a:pt x="502" y="123"/>
                  </a:cubicBezTo>
                  <a:cubicBezTo>
                    <a:pt x="502" y="100"/>
                    <a:pt x="501" y="87"/>
                    <a:pt x="507" y="67"/>
                  </a:cubicBezTo>
                  <a:cubicBezTo>
                    <a:pt x="511" y="58"/>
                    <a:pt x="508" y="21"/>
                    <a:pt x="539" y="10"/>
                  </a:cubicBezTo>
                  <a:cubicBezTo>
                    <a:pt x="542" y="9"/>
                    <a:pt x="542" y="9"/>
                    <a:pt x="542" y="9"/>
                  </a:cubicBezTo>
                  <a:cubicBezTo>
                    <a:pt x="560" y="6"/>
                    <a:pt x="625" y="13"/>
                    <a:pt x="648" y="22"/>
                  </a:cubicBezTo>
                  <a:cubicBezTo>
                    <a:pt x="671" y="31"/>
                    <a:pt x="686" y="43"/>
                    <a:pt x="685" y="64"/>
                  </a:cubicBezTo>
                  <a:cubicBezTo>
                    <a:pt x="695" y="47"/>
                    <a:pt x="719" y="46"/>
                    <a:pt x="740" y="56"/>
                  </a:cubicBezTo>
                  <a:cubicBezTo>
                    <a:pt x="761" y="66"/>
                    <a:pt x="782" y="74"/>
                    <a:pt x="802" y="86"/>
                  </a:cubicBezTo>
                  <a:cubicBezTo>
                    <a:pt x="822" y="98"/>
                    <a:pt x="830" y="124"/>
                    <a:pt x="826" y="137"/>
                  </a:cubicBezTo>
                  <a:cubicBezTo>
                    <a:pt x="841" y="114"/>
                    <a:pt x="862" y="124"/>
                    <a:pt x="875" y="132"/>
                  </a:cubicBezTo>
                  <a:cubicBezTo>
                    <a:pt x="888" y="140"/>
                    <a:pt x="907" y="165"/>
                    <a:pt x="922" y="182"/>
                  </a:cubicBezTo>
                  <a:cubicBezTo>
                    <a:pt x="937" y="199"/>
                    <a:pt x="925" y="233"/>
                    <a:pt x="920" y="238"/>
                  </a:cubicBezTo>
                  <a:cubicBezTo>
                    <a:pt x="939" y="236"/>
                    <a:pt x="958" y="253"/>
                    <a:pt x="965" y="287"/>
                  </a:cubicBezTo>
                  <a:cubicBezTo>
                    <a:pt x="972" y="321"/>
                    <a:pt x="967" y="356"/>
                    <a:pt x="968" y="371"/>
                  </a:cubicBezTo>
                  <a:cubicBezTo>
                    <a:pt x="969" y="386"/>
                    <a:pt x="949" y="402"/>
                    <a:pt x="940" y="405"/>
                  </a:cubicBezTo>
                  <a:cubicBezTo>
                    <a:pt x="961" y="412"/>
                    <a:pt x="966" y="441"/>
                    <a:pt x="967" y="472"/>
                  </a:cubicBezTo>
                  <a:cubicBezTo>
                    <a:pt x="968" y="503"/>
                    <a:pt x="970" y="511"/>
                    <a:pt x="961" y="525"/>
                  </a:cubicBezTo>
                  <a:cubicBezTo>
                    <a:pt x="952" y="539"/>
                    <a:pt x="933" y="545"/>
                    <a:pt x="927" y="544"/>
                  </a:cubicBezTo>
                  <a:cubicBezTo>
                    <a:pt x="938" y="552"/>
                    <a:pt x="956" y="563"/>
                    <a:pt x="956" y="590"/>
                  </a:cubicBezTo>
                  <a:cubicBezTo>
                    <a:pt x="956" y="620"/>
                    <a:pt x="935" y="645"/>
                    <a:pt x="927" y="660"/>
                  </a:cubicBezTo>
                  <a:cubicBezTo>
                    <a:pt x="911" y="688"/>
                    <a:pt x="898" y="697"/>
                    <a:pt x="887" y="706"/>
                  </a:cubicBezTo>
                  <a:cubicBezTo>
                    <a:pt x="876" y="715"/>
                    <a:pt x="829" y="699"/>
                    <a:pt x="826" y="671"/>
                  </a:cubicBezTo>
                  <a:cubicBezTo>
                    <a:pt x="825" y="687"/>
                    <a:pt x="835" y="708"/>
                    <a:pt x="845" y="725"/>
                  </a:cubicBezTo>
                  <a:cubicBezTo>
                    <a:pt x="855" y="742"/>
                    <a:pt x="833" y="758"/>
                    <a:pt x="792" y="772"/>
                  </a:cubicBezTo>
                  <a:cubicBezTo>
                    <a:pt x="751" y="786"/>
                    <a:pt x="732" y="794"/>
                    <a:pt x="716" y="792"/>
                  </a:cubicBezTo>
                  <a:cubicBezTo>
                    <a:pt x="700" y="790"/>
                    <a:pt x="708" y="766"/>
                    <a:pt x="708" y="766"/>
                  </a:cubicBezTo>
                  <a:cubicBezTo>
                    <a:pt x="704" y="784"/>
                    <a:pt x="689" y="792"/>
                    <a:pt x="666" y="788"/>
                  </a:cubicBezTo>
                  <a:cubicBezTo>
                    <a:pt x="643" y="784"/>
                    <a:pt x="614" y="759"/>
                    <a:pt x="611" y="747"/>
                  </a:cubicBezTo>
                  <a:cubicBezTo>
                    <a:pt x="608" y="735"/>
                    <a:pt x="625" y="717"/>
                    <a:pt x="631" y="713"/>
                  </a:cubicBezTo>
                  <a:cubicBezTo>
                    <a:pt x="616" y="718"/>
                    <a:pt x="604" y="739"/>
                    <a:pt x="591" y="711"/>
                  </a:cubicBezTo>
                  <a:cubicBezTo>
                    <a:pt x="587" y="701"/>
                    <a:pt x="575" y="687"/>
                    <a:pt x="568" y="670"/>
                  </a:cubicBezTo>
                  <a:cubicBezTo>
                    <a:pt x="566" y="665"/>
                    <a:pt x="574" y="657"/>
                    <a:pt x="574" y="651"/>
                  </a:cubicBezTo>
                  <a:cubicBezTo>
                    <a:pt x="571" y="644"/>
                    <a:pt x="561" y="639"/>
                    <a:pt x="562" y="631"/>
                  </a:cubicBezTo>
                  <a:cubicBezTo>
                    <a:pt x="556" y="610"/>
                    <a:pt x="562" y="602"/>
                    <a:pt x="562" y="602"/>
                  </a:cubicBezTo>
                  <a:cubicBezTo>
                    <a:pt x="555" y="608"/>
                    <a:pt x="567" y="590"/>
                    <a:pt x="561" y="590"/>
                  </a:cubicBezTo>
                  <a:cubicBezTo>
                    <a:pt x="560" y="600"/>
                    <a:pt x="549" y="609"/>
                    <a:pt x="533" y="608"/>
                  </a:cubicBezTo>
                  <a:cubicBezTo>
                    <a:pt x="516" y="608"/>
                    <a:pt x="511" y="595"/>
                    <a:pt x="499" y="595"/>
                  </a:cubicBezTo>
                  <a:cubicBezTo>
                    <a:pt x="499" y="595"/>
                    <a:pt x="499" y="595"/>
                    <a:pt x="499" y="595"/>
                  </a:cubicBezTo>
                  <a:cubicBezTo>
                    <a:pt x="487" y="595"/>
                    <a:pt x="483" y="608"/>
                    <a:pt x="465" y="608"/>
                  </a:cubicBezTo>
                  <a:cubicBezTo>
                    <a:pt x="449" y="609"/>
                    <a:pt x="439" y="607"/>
                    <a:pt x="438" y="597"/>
                  </a:cubicBezTo>
                  <a:cubicBezTo>
                    <a:pt x="432" y="597"/>
                    <a:pt x="419" y="599"/>
                    <a:pt x="424" y="601"/>
                  </a:cubicBezTo>
                  <a:cubicBezTo>
                    <a:pt x="432" y="605"/>
                    <a:pt x="447" y="622"/>
                    <a:pt x="428" y="634"/>
                  </a:cubicBezTo>
                  <a:cubicBezTo>
                    <a:pt x="410" y="646"/>
                    <a:pt x="408" y="633"/>
                    <a:pt x="421" y="650"/>
                  </a:cubicBezTo>
                  <a:cubicBezTo>
                    <a:pt x="433" y="666"/>
                    <a:pt x="416" y="687"/>
                    <a:pt x="406" y="704"/>
                  </a:cubicBezTo>
                  <a:cubicBezTo>
                    <a:pt x="395" y="721"/>
                    <a:pt x="393" y="740"/>
                    <a:pt x="370" y="729"/>
                  </a:cubicBezTo>
                  <a:cubicBezTo>
                    <a:pt x="397" y="758"/>
                    <a:pt x="370" y="773"/>
                    <a:pt x="370" y="773"/>
                  </a:cubicBezTo>
                  <a:cubicBezTo>
                    <a:pt x="370" y="773"/>
                    <a:pt x="337" y="796"/>
                    <a:pt x="312" y="794"/>
                  </a:cubicBezTo>
                  <a:cubicBezTo>
                    <a:pt x="286" y="792"/>
                    <a:pt x="245" y="798"/>
                    <a:pt x="237" y="772"/>
                  </a:cubicBezTo>
                  <a:cubicBezTo>
                    <a:pt x="229" y="791"/>
                    <a:pt x="169" y="775"/>
                    <a:pt x="140" y="756"/>
                  </a:cubicBezTo>
                  <a:cubicBezTo>
                    <a:pt x="123" y="742"/>
                    <a:pt x="103" y="740"/>
                    <a:pt x="110" y="712"/>
                  </a:cubicBezTo>
                  <a:cubicBezTo>
                    <a:pt x="117" y="690"/>
                    <a:pt x="149" y="686"/>
                    <a:pt x="154" y="665"/>
                  </a:cubicBezTo>
                  <a:cubicBezTo>
                    <a:pt x="133" y="684"/>
                    <a:pt x="93" y="692"/>
                    <a:pt x="68" y="673"/>
                  </a:cubicBezTo>
                  <a:cubicBezTo>
                    <a:pt x="49" y="657"/>
                    <a:pt x="47" y="628"/>
                    <a:pt x="41" y="606"/>
                  </a:cubicBezTo>
                  <a:cubicBezTo>
                    <a:pt x="25" y="552"/>
                    <a:pt x="18" y="506"/>
                    <a:pt x="83" y="502"/>
                  </a:cubicBezTo>
                  <a:lnTo>
                    <a:pt x="70" y="498"/>
                  </a:ln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3" name="Freeform 13">
              <a:extLst>
                <a:ext uri="{FF2B5EF4-FFF2-40B4-BE49-F238E27FC236}">
                  <a16:creationId xmlns:a16="http://schemas.microsoft.com/office/drawing/2014/main" id="{662119FC-E1C2-4AD4-A77C-F3F63C424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757"/>
              <a:ext cx="955" cy="629"/>
            </a:xfrm>
            <a:custGeom>
              <a:avLst/>
              <a:gdLst>
                <a:gd name="T0" fmla="*/ 183 w 323"/>
                <a:gd name="T1" fmla="*/ 2017 h 199"/>
                <a:gd name="T2" fmla="*/ 130 w 323"/>
                <a:gd name="T3" fmla="*/ 3186 h 199"/>
                <a:gd name="T4" fmla="*/ 464 w 323"/>
                <a:gd name="T5" fmla="*/ 3815 h 199"/>
                <a:gd name="T6" fmla="*/ 648 w 323"/>
                <a:gd name="T7" fmla="*/ 3218 h 199"/>
                <a:gd name="T8" fmla="*/ 1109 w 323"/>
                <a:gd name="T9" fmla="*/ 3066 h 199"/>
                <a:gd name="T10" fmla="*/ 1889 w 323"/>
                <a:gd name="T11" fmla="*/ 3625 h 199"/>
                <a:gd name="T12" fmla="*/ 1626 w 323"/>
                <a:gd name="T13" fmla="*/ 4896 h 199"/>
                <a:gd name="T14" fmla="*/ 1626 w 323"/>
                <a:gd name="T15" fmla="*/ 5493 h 199"/>
                <a:gd name="T16" fmla="*/ 1478 w 323"/>
                <a:gd name="T17" fmla="*/ 5844 h 199"/>
                <a:gd name="T18" fmla="*/ 1836 w 323"/>
                <a:gd name="T19" fmla="*/ 5904 h 199"/>
                <a:gd name="T20" fmla="*/ 2073 w 323"/>
                <a:gd name="T21" fmla="*/ 5964 h 199"/>
                <a:gd name="T22" fmla="*/ 2484 w 323"/>
                <a:gd name="T23" fmla="*/ 5715 h 199"/>
                <a:gd name="T24" fmla="*/ 2998 w 323"/>
                <a:gd name="T25" fmla="*/ 5626 h 199"/>
                <a:gd name="T26" fmla="*/ 3489 w 323"/>
                <a:gd name="T27" fmla="*/ 5964 h 199"/>
                <a:gd name="T28" fmla="*/ 4677 w 323"/>
                <a:gd name="T29" fmla="*/ 5876 h 199"/>
                <a:gd name="T30" fmla="*/ 5245 w 323"/>
                <a:gd name="T31" fmla="*/ 4864 h 199"/>
                <a:gd name="T32" fmla="*/ 5115 w 323"/>
                <a:gd name="T33" fmla="*/ 4137 h 199"/>
                <a:gd name="T34" fmla="*/ 5088 w 323"/>
                <a:gd name="T35" fmla="*/ 3407 h 199"/>
                <a:gd name="T36" fmla="*/ 4808 w 323"/>
                <a:gd name="T37" fmla="*/ 2747 h 199"/>
                <a:gd name="T38" fmla="*/ 4914 w 323"/>
                <a:gd name="T39" fmla="*/ 2017 h 199"/>
                <a:gd name="T40" fmla="*/ 5866 w 323"/>
                <a:gd name="T41" fmla="*/ 1707 h 199"/>
                <a:gd name="T42" fmla="*/ 6540 w 323"/>
                <a:gd name="T43" fmla="*/ 2149 h 199"/>
                <a:gd name="T44" fmla="*/ 6644 w 323"/>
                <a:gd name="T45" fmla="*/ 2996 h 199"/>
                <a:gd name="T46" fmla="*/ 6854 w 323"/>
                <a:gd name="T47" fmla="*/ 3477 h 199"/>
                <a:gd name="T48" fmla="*/ 7238 w 323"/>
                <a:gd name="T49" fmla="*/ 3316 h 199"/>
                <a:gd name="T50" fmla="*/ 8060 w 323"/>
                <a:gd name="T51" fmla="*/ 2048 h 199"/>
                <a:gd name="T52" fmla="*/ 8113 w 323"/>
                <a:gd name="T53" fmla="*/ 629 h 199"/>
                <a:gd name="T54" fmla="*/ 6951 w 323"/>
                <a:gd name="T55" fmla="*/ 130 h 199"/>
                <a:gd name="T56" fmla="*/ 5813 w 323"/>
                <a:gd name="T57" fmla="*/ 250 h 199"/>
                <a:gd name="T58" fmla="*/ 4494 w 323"/>
                <a:gd name="T59" fmla="*/ 351 h 199"/>
                <a:gd name="T60" fmla="*/ 2735 w 323"/>
                <a:gd name="T61" fmla="*/ 759 h 199"/>
                <a:gd name="T62" fmla="*/ 1679 w 323"/>
                <a:gd name="T63" fmla="*/ 1577 h 199"/>
                <a:gd name="T64" fmla="*/ 183 w 323"/>
                <a:gd name="T65" fmla="*/ 2017 h 19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23" h="199">
                  <a:moveTo>
                    <a:pt x="7" y="64"/>
                  </a:moveTo>
                  <a:cubicBezTo>
                    <a:pt x="0" y="69"/>
                    <a:pt x="7" y="93"/>
                    <a:pt x="5" y="101"/>
                  </a:cubicBezTo>
                  <a:cubicBezTo>
                    <a:pt x="2" y="109"/>
                    <a:pt x="9" y="136"/>
                    <a:pt x="18" y="121"/>
                  </a:cubicBezTo>
                  <a:cubicBezTo>
                    <a:pt x="22" y="115"/>
                    <a:pt x="20" y="107"/>
                    <a:pt x="25" y="102"/>
                  </a:cubicBezTo>
                  <a:cubicBezTo>
                    <a:pt x="30" y="97"/>
                    <a:pt x="38" y="97"/>
                    <a:pt x="43" y="97"/>
                  </a:cubicBezTo>
                  <a:cubicBezTo>
                    <a:pt x="58" y="97"/>
                    <a:pt x="70" y="99"/>
                    <a:pt x="73" y="115"/>
                  </a:cubicBezTo>
                  <a:cubicBezTo>
                    <a:pt x="76" y="132"/>
                    <a:pt x="60" y="139"/>
                    <a:pt x="63" y="155"/>
                  </a:cubicBezTo>
                  <a:cubicBezTo>
                    <a:pt x="64" y="161"/>
                    <a:pt x="68" y="168"/>
                    <a:pt x="63" y="174"/>
                  </a:cubicBezTo>
                  <a:cubicBezTo>
                    <a:pt x="61" y="178"/>
                    <a:pt x="50" y="179"/>
                    <a:pt x="57" y="185"/>
                  </a:cubicBezTo>
                  <a:cubicBezTo>
                    <a:pt x="58" y="186"/>
                    <a:pt x="69" y="186"/>
                    <a:pt x="71" y="187"/>
                  </a:cubicBezTo>
                  <a:cubicBezTo>
                    <a:pt x="75" y="188"/>
                    <a:pt x="76" y="189"/>
                    <a:pt x="80" y="189"/>
                  </a:cubicBezTo>
                  <a:cubicBezTo>
                    <a:pt x="86" y="188"/>
                    <a:pt x="91" y="184"/>
                    <a:pt x="96" y="181"/>
                  </a:cubicBezTo>
                  <a:cubicBezTo>
                    <a:pt x="103" y="177"/>
                    <a:pt x="108" y="177"/>
                    <a:pt x="116" y="178"/>
                  </a:cubicBezTo>
                  <a:cubicBezTo>
                    <a:pt x="126" y="179"/>
                    <a:pt x="128" y="183"/>
                    <a:pt x="135" y="189"/>
                  </a:cubicBezTo>
                  <a:cubicBezTo>
                    <a:pt x="146" y="199"/>
                    <a:pt x="169" y="191"/>
                    <a:pt x="181" y="186"/>
                  </a:cubicBezTo>
                  <a:cubicBezTo>
                    <a:pt x="192" y="177"/>
                    <a:pt x="204" y="168"/>
                    <a:pt x="203" y="154"/>
                  </a:cubicBezTo>
                  <a:cubicBezTo>
                    <a:pt x="202" y="146"/>
                    <a:pt x="199" y="139"/>
                    <a:pt x="198" y="131"/>
                  </a:cubicBezTo>
                  <a:cubicBezTo>
                    <a:pt x="197" y="124"/>
                    <a:pt x="198" y="115"/>
                    <a:pt x="197" y="108"/>
                  </a:cubicBezTo>
                  <a:cubicBezTo>
                    <a:pt x="195" y="99"/>
                    <a:pt x="188" y="95"/>
                    <a:pt x="186" y="87"/>
                  </a:cubicBezTo>
                  <a:cubicBezTo>
                    <a:pt x="184" y="81"/>
                    <a:pt x="187" y="70"/>
                    <a:pt x="190" y="64"/>
                  </a:cubicBezTo>
                  <a:cubicBezTo>
                    <a:pt x="197" y="50"/>
                    <a:pt x="214" y="48"/>
                    <a:pt x="227" y="54"/>
                  </a:cubicBezTo>
                  <a:cubicBezTo>
                    <a:pt x="235" y="58"/>
                    <a:pt x="246" y="63"/>
                    <a:pt x="253" y="68"/>
                  </a:cubicBezTo>
                  <a:cubicBezTo>
                    <a:pt x="262" y="75"/>
                    <a:pt x="259" y="85"/>
                    <a:pt x="257" y="95"/>
                  </a:cubicBezTo>
                  <a:cubicBezTo>
                    <a:pt x="254" y="104"/>
                    <a:pt x="255" y="108"/>
                    <a:pt x="265" y="110"/>
                  </a:cubicBezTo>
                  <a:cubicBezTo>
                    <a:pt x="271" y="111"/>
                    <a:pt x="275" y="109"/>
                    <a:pt x="280" y="105"/>
                  </a:cubicBezTo>
                  <a:cubicBezTo>
                    <a:pt x="292" y="95"/>
                    <a:pt x="306" y="79"/>
                    <a:pt x="312" y="65"/>
                  </a:cubicBezTo>
                  <a:cubicBezTo>
                    <a:pt x="317" y="53"/>
                    <a:pt x="323" y="31"/>
                    <a:pt x="314" y="20"/>
                  </a:cubicBezTo>
                  <a:cubicBezTo>
                    <a:pt x="305" y="6"/>
                    <a:pt x="283" y="0"/>
                    <a:pt x="269" y="4"/>
                  </a:cubicBezTo>
                  <a:cubicBezTo>
                    <a:pt x="255" y="8"/>
                    <a:pt x="245" y="6"/>
                    <a:pt x="225" y="8"/>
                  </a:cubicBezTo>
                  <a:cubicBezTo>
                    <a:pt x="205" y="10"/>
                    <a:pt x="196" y="3"/>
                    <a:pt x="174" y="11"/>
                  </a:cubicBezTo>
                  <a:cubicBezTo>
                    <a:pt x="152" y="19"/>
                    <a:pt x="132" y="18"/>
                    <a:pt x="106" y="24"/>
                  </a:cubicBezTo>
                  <a:cubicBezTo>
                    <a:pt x="99" y="26"/>
                    <a:pt x="93" y="32"/>
                    <a:pt x="65" y="50"/>
                  </a:cubicBezTo>
                  <a:cubicBezTo>
                    <a:pt x="37" y="68"/>
                    <a:pt x="20" y="60"/>
                    <a:pt x="7" y="64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4" name="Freeform 14">
              <a:extLst>
                <a:ext uri="{FF2B5EF4-FFF2-40B4-BE49-F238E27FC236}">
                  <a16:creationId xmlns:a16="http://schemas.microsoft.com/office/drawing/2014/main" id="{C431640A-94E7-4987-86DE-116714C76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108"/>
              <a:ext cx="2551" cy="1667"/>
            </a:xfrm>
            <a:custGeom>
              <a:avLst/>
              <a:gdLst>
                <a:gd name="T0" fmla="*/ 10186 w 862"/>
                <a:gd name="T1" fmla="*/ 6040 h 528"/>
                <a:gd name="T2" fmla="*/ 7671 w 862"/>
                <a:gd name="T3" fmla="*/ 4755 h 528"/>
                <a:gd name="T4" fmla="*/ 9328 w 862"/>
                <a:gd name="T5" fmla="*/ 4275 h 528"/>
                <a:gd name="T6" fmla="*/ 9177 w 862"/>
                <a:gd name="T7" fmla="*/ 2832 h 528"/>
                <a:gd name="T8" fmla="*/ 9153 w 862"/>
                <a:gd name="T9" fmla="*/ 1575 h 528"/>
                <a:gd name="T10" fmla="*/ 9230 w 862"/>
                <a:gd name="T11" fmla="*/ 350 h 528"/>
                <a:gd name="T12" fmla="*/ 7857 w 862"/>
                <a:gd name="T13" fmla="*/ 1825 h 528"/>
                <a:gd name="T14" fmla="*/ 6736 w 862"/>
                <a:gd name="T15" fmla="*/ 3151 h 528"/>
                <a:gd name="T16" fmla="*/ 5395 w 862"/>
                <a:gd name="T17" fmla="*/ 1664 h 528"/>
                <a:gd name="T18" fmla="*/ 4694 w 862"/>
                <a:gd name="T19" fmla="*/ 3590 h 528"/>
                <a:gd name="T20" fmla="*/ 5211 w 862"/>
                <a:gd name="T21" fmla="*/ 4944 h 528"/>
                <a:gd name="T22" fmla="*/ 3548 w 862"/>
                <a:gd name="T23" fmla="*/ 5882 h 528"/>
                <a:gd name="T24" fmla="*/ 1971 w 862"/>
                <a:gd name="T25" fmla="*/ 3839 h 528"/>
                <a:gd name="T26" fmla="*/ 1296 w 862"/>
                <a:gd name="T27" fmla="*/ 4783 h 528"/>
                <a:gd name="T28" fmla="*/ 1998 w 862"/>
                <a:gd name="T29" fmla="*/ 6668 h 528"/>
                <a:gd name="T30" fmla="*/ 2181 w 862"/>
                <a:gd name="T31" fmla="*/ 8752 h 528"/>
                <a:gd name="T32" fmla="*/ 317 w 862"/>
                <a:gd name="T33" fmla="*/ 10008 h 528"/>
                <a:gd name="T34" fmla="*/ 542 w 862"/>
                <a:gd name="T35" fmla="*/ 11742 h 528"/>
                <a:gd name="T36" fmla="*/ 385 w 862"/>
                <a:gd name="T37" fmla="*/ 13405 h 528"/>
                <a:gd name="T38" fmla="*/ 2329 w 862"/>
                <a:gd name="T39" fmla="*/ 13724 h 528"/>
                <a:gd name="T40" fmla="*/ 2776 w 862"/>
                <a:gd name="T41" fmla="*/ 10854 h 528"/>
                <a:gd name="T42" fmla="*/ 3915 w 862"/>
                <a:gd name="T43" fmla="*/ 7587 h 528"/>
                <a:gd name="T44" fmla="*/ 4430 w 862"/>
                <a:gd name="T45" fmla="*/ 9727 h 528"/>
                <a:gd name="T46" fmla="*/ 4407 w 862"/>
                <a:gd name="T47" fmla="*/ 14094 h 528"/>
                <a:gd name="T48" fmla="*/ 7233 w 862"/>
                <a:gd name="T49" fmla="*/ 15290 h 528"/>
                <a:gd name="T50" fmla="*/ 10450 w 862"/>
                <a:gd name="T51" fmla="*/ 15549 h 528"/>
                <a:gd name="T52" fmla="*/ 11841 w 862"/>
                <a:gd name="T53" fmla="*/ 16616 h 528"/>
                <a:gd name="T54" fmla="*/ 13714 w 862"/>
                <a:gd name="T55" fmla="*/ 15290 h 528"/>
                <a:gd name="T56" fmla="*/ 15729 w 862"/>
                <a:gd name="T57" fmla="*/ 14981 h 528"/>
                <a:gd name="T58" fmla="*/ 17446 w 862"/>
                <a:gd name="T59" fmla="*/ 13345 h 528"/>
                <a:gd name="T60" fmla="*/ 16877 w 862"/>
                <a:gd name="T61" fmla="*/ 11584 h 528"/>
                <a:gd name="T62" fmla="*/ 15993 w 862"/>
                <a:gd name="T63" fmla="*/ 8872 h 528"/>
                <a:gd name="T64" fmla="*/ 17647 w 862"/>
                <a:gd name="T65" fmla="*/ 7486 h 528"/>
                <a:gd name="T66" fmla="*/ 18638 w 862"/>
                <a:gd name="T67" fmla="*/ 10826 h 528"/>
                <a:gd name="T68" fmla="*/ 19310 w 862"/>
                <a:gd name="T69" fmla="*/ 13465 h 528"/>
                <a:gd name="T70" fmla="*/ 21799 w 862"/>
                <a:gd name="T71" fmla="*/ 14921 h 528"/>
                <a:gd name="T72" fmla="*/ 22264 w 862"/>
                <a:gd name="T73" fmla="*/ 13405 h 528"/>
                <a:gd name="T74" fmla="*/ 21692 w 862"/>
                <a:gd name="T75" fmla="*/ 12051 h 528"/>
                <a:gd name="T76" fmla="*/ 21692 w 862"/>
                <a:gd name="T77" fmla="*/ 10665 h 528"/>
                <a:gd name="T78" fmla="*/ 22317 w 862"/>
                <a:gd name="T79" fmla="*/ 9689 h 528"/>
                <a:gd name="T80" fmla="*/ 21772 w 862"/>
                <a:gd name="T81" fmla="*/ 8123 h 528"/>
                <a:gd name="T82" fmla="*/ 20686 w 862"/>
                <a:gd name="T83" fmla="*/ 9787 h 528"/>
                <a:gd name="T84" fmla="*/ 18822 w 862"/>
                <a:gd name="T85" fmla="*/ 9380 h 528"/>
                <a:gd name="T86" fmla="*/ 18428 w 862"/>
                <a:gd name="T87" fmla="*/ 7236 h 528"/>
                <a:gd name="T88" fmla="*/ 20887 w 862"/>
                <a:gd name="T89" fmla="*/ 4496 h 528"/>
                <a:gd name="T90" fmla="*/ 19724 w 862"/>
                <a:gd name="T91" fmla="*/ 4215 h 528"/>
                <a:gd name="T92" fmla="*/ 17780 w 862"/>
                <a:gd name="T93" fmla="*/ 4347 h 528"/>
                <a:gd name="T94" fmla="*/ 18322 w 862"/>
                <a:gd name="T95" fmla="*/ 2523 h 528"/>
                <a:gd name="T96" fmla="*/ 16922 w 862"/>
                <a:gd name="T97" fmla="*/ 1544 h 528"/>
                <a:gd name="T98" fmla="*/ 16614 w 862"/>
                <a:gd name="T99" fmla="*/ 2990 h 528"/>
                <a:gd name="T100" fmla="*/ 15859 w 862"/>
                <a:gd name="T101" fmla="*/ 5222 h 528"/>
                <a:gd name="T102" fmla="*/ 14380 w 862"/>
                <a:gd name="T103" fmla="*/ 3868 h 528"/>
                <a:gd name="T104" fmla="*/ 13637 w 862"/>
                <a:gd name="T105" fmla="*/ 3271 h 528"/>
                <a:gd name="T106" fmla="*/ 14643 w 862"/>
                <a:gd name="T107" fmla="*/ 1354 h 528"/>
                <a:gd name="T108" fmla="*/ 12725 w 862"/>
                <a:gd name="T109" fmla="*/ 218 h 528"/>
                <a:gd name="T110" fmla="*/ 11429 w 862"/>
                <a:gd name="T111" fmla="*/ 2523 h 528"/>
                <a:gd name="T112" fmla="*/ 12489 w 862"/>
                <a:gd name="T113" fmla="*/ 3650 h 528"/>
                <a:gd name="T114" fmla="*/ 11894 w 862"/>
                <a:gd name="T115" fmla="*/ 5692 h 528"/>
                <a:gd name="T116" fmla="*/ 11586 w 862"/>
                <a:gd name="T117" fmla="*/ 6479 h 52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862" h="528">
                  <a:moveTo>
                    <a:pt x="360" y="218"/>
                  </a:moveTo>
                  <a:cubicBezTo>
                    <a:pt x="379" y="218"/>
                    <a:pt x="400" y="202"/>
                    <a:pt x="393" y="192"/>
                  </a:cubicBezTo>
                  <a:cubicBezTo>
                    <a:pt x="389" y="186"/>
                    <a:pt x="353" y="192"/>
                    <a:pt x="325" y="188"/>
                  </a:cubicBezTo>
                  <a:cubicBezTo>
                    <a:pt x="310" y="185"/>
                    <a:pt x="295" y="158"/>
                    <a:pt x="296" y="151"/>
                  </a:cubicBezTo>
                  <a:cubicBezTo>
                    <a:pt x="299" y="133"/>
                    <a:pt x="305" y="110"/>
                    <a:pt x="311" y="108"/>
                  </a:cubicBezTo>
                  <a:cubicBezTo>
                    <a:pt x="335" y="98"/>
                    <a:pt x="343" y="134"/>
                    <a:pt x="360" y="136"/>
                  </a:cubicBezTo>
                  <a:cubicBezTo>
                    <a:pt x="375" y="138"/>
                    <a:pt x="379" y="115"/>
                    <a:pt x="374" y="104"/>
                  </a:cubicBezTo>
                  <a:cubicBezTo>
                    <a:pt x="366" y="83"/>
                    <a:pt x="366" y="100"/>
                    <a:pt x="354" y="90"/>
                  </a:cubicBezTo>
                  <a:cubicBezTo>
                    <a:pt x="351" y="88"/>
                    <a:pt x="349" y="82"/>
                    <a:pt x="347" y="75"/>
                  </a:cubicBezTo>
                  <a:cubicBezTo>
                    <a:pt x="344" y="69"/>
                    <a:pt x="347" y="53"/>
                    <a:pt x="353" y="50"/>
                  </a:cubicBezTo>
                  <a:cubicBezTo>
                    <a:pt x="358" y="47"/>
                    <a:pt x="365" y="43"/>
                    <a:pt x="366" y="39"/>
                  </a:cubicBezTo>
                  <a:cubicBezTo>
                    <a:pt x="371" y="29"/>
                    <a:pt x="357" y="17"/>
                    <a:pt x="356" y="11"/>
                  </a:cubicBezTo>
                  <a:cubicBezTo>
                    <a:pt x="355" y="1"/>
                    <a:pt x="323" y="0"/>
                    <a:pt x="314" y="4"/>
                  </a:cubicBezTo>
                  <a:cubicBezTo>
                    <a:pt x="303" y="10"/>
                    <a:pt x="301" y="48"/>
                    <a:pt x="303" y="58"/>
                  </a:cubicBezTo>
                  <a:cubicBezTo>
                    <a:pt x="306" y="71"/>
                    <a:pt x="304" y="74"/>
                    <a:pt x="293" y="84"/>
                  </a:cubicBezTo>
                  <a:cubicBezTo>
                    <a:pt x="284" y="91"/>
                    <a:pt x="270" y="99"/>
                    <a:pt x="260" y="100"/>
                  </a:cubicBezTo>
                  <a:cubicBezTo>
                    <a:pt x="236" y="104"/>
                    <a:pt x="234" y="101"/>
                    <a:pt x="225" y="77"/>
                  </a:cubicBezTo>
                  <a:cubicBezTo>
                    <a:pt x="221" y="67"/>
                    <a:pt x="219" y="57"/>
                    <a:pt x="208" y="53"/>
                  </a:cubicBezTo>
                  <a:cubicBezTo>
                    <a:pt x="191" y="46"/>
                    <a:pt x="173" y="65"/>
                    <a:pt x="173" y="79"/>
                  </a:cubicBezTo>
                  <a:cubicBezTo>
                    <a:pt x="173" y="88"/>
                    <a:pt x="176" y="107"/>
                    <a:pt x="181" y="114"/>
                  </a:cubicBezTo>
                  <a:cubicBezTo>
                    <a:pt x="184" y="118"/>
                    <a:pt x="192" y="117"/>
                    <a:pt x="196" y="121"/>
                  </a:cubicBezTo>
                  <a:cubicBezTo>
                    <a:pt x="202" y="129"/>
                    <a:pt x="206" y="147"/>
                    <a:pt x="201" y="157"/>
                  </a:cubicBezTo>
                  <a:cubicBezTo>
                    <a:pt x="201" y="157"/>
                    <a:pt x="201" y="157"/>
                    <a:pt x="201" y="157"/>
                  </a:cubicBezTo>
                  <a:cubicBezTo>
                    <a:pt x="185" y="184"/>
                    <a:pt x="173" y="203"/>
                    <a:pt x="137" y="187"/>
                  </a:cubicBezTo>
                  <a:cubicBezTo>
                    <a:pt x="123" y="181"/>
                    <a:pt x="98" y="169"/>
                    <a:pt x="92" y="153"/>
                  </a:cubicBezTo>
                  <a:cubicBezTo>
                    <a:pt x="90" y="146"/>
                    <a:pt x="94" y="115"/>
                    <a:pt x="76" y="122"/>
                  </a:cubicBezTo>
                  <a:cubicBezTo>
                    <a:pt x="70" y="125"/>
                    <a:pt x="69" y="134"/>
                    <a:pt x="65" y="139"/>
                  </a:cubicBezTo>
                  <a:cubicBezTo>
                    <a:pt x="61" y="144"/>
                    <a:pt x="55" y="147"/>
                    <a:pt x="50" y="152"/>
                  </a:cubicBezTo>
                  <a:cubicBezTo>
                    <a:pt x="45" y="158"/>
                    <a:pt x="14" y="187"/>
                    <a:pt x="17" y="195"/>
                  </a:cubicBezTo>
                  <a:cubicBezTo>
                    <a:pt x="23" y="210"/>
                    <a:pt x="66" y="209"/>
                    <a:pt x="77" y="212"/>
                  </a:cubicBezTo>
                  <a:cubicBezTo>
                    <a:pt x="93" y="217"/>
                    <a:pt x="105" y="226"/>
                    <a:pt x="104" y="240"/>
                  </a:cubicBezTo>
                  <a:cubicBezTo>
                    <a:pt x="104" y="256"/>
                    <a:pt x="94" y="266"/>
                    <a:pt x="84" y="278"/>
                  </a:cubicBezTo>
                  <a:cubicBezTo>
                    <a:pt x="74" y="290"/>
                    <a:pt x="72" y="301"/>
                    <a:pt x="69" y="316"/>
                  </a:cubicBezTo>
                  <a:cubicBezTo>
                    <a:pt x="65" y="341"/>
                    <a:pt x="29" y="318"/>
                    <a:pt x="12" y="318"/>
                  </a:cubicBezTo>
                  <a:cubicBezTo>
                    <a:pt x="0" y="319"/>
                    <a:pt x="14" y="333"/>
                    <a:pt x="17" y="344"/>
                  </a:cubicBezTo>
                  <a:cubicBezTo>
                    <a:pt x="19" y="353"/>
                    <a:pt x="18" y="364"/>
                    <a:pt x="21" y="373"/>
                  </a:cubicBezTo>
                  <a:cubicBezTo>
                    <a:pt x="23" y="381"/>
                    <a:pt x="28" y="390"/>
                    <a:pt x="30" y="398"/>
                  </a:cubicBezTo>
                  <a:cubicBezTo>
                    <a:pt x="27" y="413"/>
                    <a:pt x="7" y="417"/>
                    <a:pt x="15" y="426"/>
                  </a:cubicBezTo>
                  <a:cubicBezTo>
                    <a:pt x="23" y="436"/>
                    <a:pt x="42" y="433"/>
                    <a:pt x="59" y="445"/>
                  </a:cubicBezTo>
                  <a:cubicBezTo>
                    <a:pt x="76" y="457"/>
                    <a:pt x="83" y="453"/>
                    <a:pt x="90" y="436"/>
                  </a:cubicBezTo>
                  <a:cubicBezTo>
                    <a:pt x="96" y="418"/>
                    <a:pt x="95" y="398"/>
                    <a:pt x="90" y="381"/>
                  </a:cubicBezTo>
                  <a:cubicBezTo>
                    <a:pt x="84" y="364"/>
                    <a:pt x="94" y="362"/>
                    <a:pt x="107" y="345"/>
                  </a:cubicBezTo>
                  <a:cubicBezTo>
                    <a:pt x="120" y="328"/>
                    <a:pt x="107" y="329"/>
                    <a:pt x="115" y="300"/>
                  </a:cubicBezTo>
                  <a:cubicBezTo>
                    <a:pt x="123" y="270"/>
                    <a:pt x="139" y="249"/>
                    <a:pt x="151" y="241"/>
                  </a:cubicBezTo>
                  <a:cubicBezTo>
                    <a:pt x="163" y="233"/>
                    <a:pt x="172" y="238"/>
                    <a:pt x="171" y="254"/>
                  </a:cubicBezTo>
                  <a:cubicBezTo>
                    <a:pt x="170" y="270"/>
                    <a:pt x="166" y="280"/>
                    <a:pt x="171" y="309"/>
                  </a:cubicBezTo>
                  <a:cubicBezTo>
                    <a:pt x="176" y="338"/>
                    <a:pt x="184" y="352"/>
                    <a:pt x="175" y="385"/>
                  </a:cubicBezTo>
                  <a:cubicBezTo>
                    <a:pt x="166" y="418"/>
                    <a:pt x="154" y="432"/>
                    <a:pt x="170" y="448"/>
                  </a:cubicBezTo>
                  <a:cubicBezTo>
                    <a:pt x="186" y="464"/>
                    <a:pt x="192" y="460"/>
                    <a:pt x="224" y="465"/>
                  </a:cubicBezTo>
                  <a:cubicBezTo>
                    <a:pt x="256" y="470"/>
                    <a:pt x="256" y="472"/>
                    <a:pt x="279" y="486"/>
                  </a:cubicBezTo>
                  <a:cubicBezTo>
                    <a:pt x="302" y="501"/>
                    <a:pt x="326" y="492"/>
                    <a:pt x="344" y="496"/>
                  </a:cubicBezTo>
                  <a:cubicBezTo>
                    <a:pt x="363" y="500"/>
                    <a:pt x="383" y="509"/>
                    <a:pt x="403" y="494"/>
                  </a:cubicBezTo>
                  <a:cubicBezTo>
                    <a:pt x="427" y="492"/>
                    <a:pt x="427" y="492"/>
                    <a:pt x="427" y="492"/>
                  </a:cubicBezTo>
                  <a:cubicBezTo>
                    <a:pt x="429" y="504"/>
                    <a:pt x="447" y="528"/>
                    <a:pt x="457" y="528"/>
                  </a:cubicBezTo>
                  <a:cubicBezTo>
                    <a:pt x="467" y="528"/>
                    <a:pt x="465" y="518"/>
                    <a:pt x="475" y="510"/>
                  </a:cubicBezTo>
                  <a:cubicBezTo>
                    <a:pt x="485" y="502"/>
                    <a:pt x="521" y="502"/>
                    <a:pt x="529" y="486"/>
                  </a:cubicBezTo>
                  <a:cubicBezTo>
                    <a:pt x="537" y="470"/>
                    <a:pt x="555" y="478"/>
                    <a:pt x="567" y="484"/>
                  </a:cubicBezTo>
                  <a:cubicBezTo>
                    <a:pt x="579" y="490"/>
                    <a:pt x="593" y="484"/>
                    <a:pt x="607" y="476"/>
                  </a:cubicBezTo>
                  <a:cubicBezTo>
                    <a:pt x="621" y="468"/>
                    <a:pt x="631" y="476"/>
                    <a:pt x="649" y="464"/>
                  </a:cubicBezTo>
                  <a:cubicBezTo>
                    <a:pt x="667" y="452"/>
                    <a:pt x="675" y="438"/>
                    <a:pt x="673" y="424"/>
                  </a:cubicBezTo>
                  <a:cubicBezTo>
                    <a:pt x="671" y="410"/>
                    <a:pt x="641" y="414"/>
                    <a:pt x="635" y="394"/>
                  </a:cubicBezTo>
                  <a:cubicBezTo>
                    <a:pt x="629" y="374"/>
                    <a:pt x="643" y="382"/>
                    <a:pt x="651" y="368"/>
                  </a:cubicBezTo>
                  <a:cubicBezTo>
                    <a:pt x="659" y="354"/>
                    <a:pt x="645" y="338"/>
                    <a:pt x="641" y="322"/>
                  </a:cubicBezTo>
                  <a:cubicBezTo>
                    <a:pt x="637" y="306"/>
                    <a:pt x="625" y="306"/>
                    <a:pt x="617" y="282"/>
                  </a:cubicBezTo>
                  <a:cubicBezTo>
                    <a:pt x="609" y="258"/>
                    <a:pt x="621" y="252"/>
                    <a:pt x="645" y="250"/>
                  </a:cubicBezTo>
                  <a:cubicBezTo>
                    <a:pt x="669" y="248"/>
                    <a:pt x="661" y="246"/>
                    <a:pt x="681" y="238"/>
                  </a:cubicBezTo>
                  <a:cubicBezTo>
                    <a:pt x="701" y="230"/>
                    <a:pt x="707" y="258"/>
                    <a:pt x="703" y="282"/>
                  </a:cubicBezTo>
                  <a:cubicBezTo>
                    <a:pt x="699" y="306"/>
                    <a:pt x="715" y="328"/>
                    <a:pt x="719" y="344"/>
                  </a:cubicBezTo>
                  <a:cubicBezTo>
                    <a:pt x="723" y="360"/>
                    <a:pt x="741" y="348"/>
                    <a:pt x="747" y="370"/>
                  </a:cubicBezTo>
                  <a:cubicBezTo>
                    <a:pt x="753" y="392"/>
                    <a:pt x="745" y="396"/>
                    <a:pt x="745" y="428"/>
                  </a:cubicBezTo>
                  <a:cubicBezTo>
                    <a:pt x="745" y="460"/>
                    <a:pt x="755" y="462"/>
                    <a:pt x="775" y="460"/>
                  </a:cubicBezTo>
                  <a:cubicBezTo>
                    <a:pt x="795" y="458"/>
                    <a:pt x="823" y="474"/>
                    <a:pt x="841" y="474"/>
                  </a:cubicBezTo>
                  <a:cubicBezTo>
                    <a:pt x="859" y="474"/>
                    <a:pt x="861" y="470"/>
                    <a:pt x="861" y="455"/>
                  </a:cubicBezTo>
                  <a:cubicBezTo>
                    <a:pt x="860" y="445"/>
                    <a:pt x="861" y="435"/>
                    <a:pt x="859" y="426"/>
                  </a:cubicBezTo>
                  <a:cubicBezTo>
                    <a:pt x="857" y="417"/>
                    <a:pt x="858" y="409"/>
                    <a:pt x="853" y="401"/>
                  </a:cubicBezTo>
                  <a:cubicBezTo>
                    <a:pt x="849" y="394"/>
                    <a:pt x="843" y="388"/>
                    <a:pt x="837" y="383"/>
                  </a:cubicBezTo>
                  <a:cubicBezTo>
                    <a:pt x="832" y="378"/>
                    <a:pt x="823" y="371"/>
                    <a:pt x="823" y="362"/>
                  </a:cubicBezTo>
                  <a:cubicBezTo>
                    <a:pt x="824" y="354"/>
                    <a:pt x="831" y="344"/>
                    <a:pt x="837" y="339"/>
                  </a:cubicBezTo>
                  <a:cubicBezTo>
                    <a:pt x="843" y="334"/>
                    <a:pt x="852" y="334"/>
                    <a:pt x="856" y="327"/>
                  </a:cubicBezTo>
                  <a:cubicBezTo>
                    <a:pt x="859" y="322"/>
                    <a:pt x="860" y="314"/>
                    <a:pt x="861" y="308"/>
                  </a:cubicBezTo>
                  <a:cubicBezTo>
                    <a:pt x="862" y="294"/>
                    <a:pt x="860" y="278"/>
                    <a:pt x="855" y="265"/>
                  </a:cubicBezTo>
                  <a:cubicBezTo>
                    <a:pt x="851" y="257"/>
                    <a:pt x="847" y="254"/>
                    <a:pt x="840" y="258"/>
                  </a:cubicBezTo>
                  <a:cubicBezTo>
                    <a:pt x="835" y="261"/>
                    <a:pt x="824" y="273"/>
                    <a:pt x="821" y="278"/>
                  </a:cubicBezTo>
                  <a:cubicBezTo>
                    <a:pt x="815" y="286"/>
                    <a:pt x="803" y="301"/>
                    <a:pt x="798" y="311"/>
                  </a:cubicBezTo>
                  <a:cubicBezTo>
                    <a:pt x="794" y="318"/>
                    <a:pt x="758" y="334"/>
                    <a:pt x="746" y="328"/>
                  </a:cubicBezTo>
                  <a:cubicBezTo>
                    <a:pt x="733" y="322"/>
                    <a:pt x="724" y="312"/>
                    <a:pt x="726" y="298"/>
                  </a:cubicBezTo>
                  <a:cubicBezTo>
                    <a:pt x="728" y="284"/>
                    <a:pt x="728" y="278"/>
                    <a:pt x="716" y="269"/>
                  </a:cubicBezTo>
                  <a:cubicBezTo>
                    <a:pt x="710" y="265"/>
                    <a:pt x="703" y="244"/>
                    <a:pt x="711" y="230"/>
                  </a:cubicBezTo>
                  <a:cubicBezTo>
                    <a:pt x="719" y="217"/>
                    <a:pt x="742" y="211"/>
                    <a:pt x="746" y="215"/>
                  </a:cubicBezTo>
                  <a:cubicBezTo>
                    <a:pt x="754" y="221"/>
                    <a:pt x="820" y="162"/>
                    <a:pt x="806" y="143"/>
                  </a:cubicBezTo>
                  <a:cubicBezTo>
                    <a:pt x="800" y="135"/>
                    <a:pt x="788" y="121"/>
                    <a:pt x="777" y="119"/>
                  </a:cubicBezTo>
                  <a:cubicBezTo>
                    <a:pt x="770" y="117"/>
                    <a:pt x="764" y="127"/>
                    <a:pt x="761" y="134"/>
                  </a:cubicBezTo>
                  <a:cubicBezTo>
                    <a:pt x="752" y="150"/>
                    <a:pt x="747" y="180"/>
                    <a:pt x="723" y="180"/>
                  </a:cubicBezTo>
                  <a:cubicBezTo>
                    <a:pt x="702" y="180"/>
                    <a:pt x="680" y="160"/>
                    <a:pt x="686" y="138"/>
                  </a:cubicBezTo>
                  <a:cubicBezTo>
                    <a:pt x="690" y="127"/>
                    <a:pt x="702" y="121"/>
                    <a:pt x="707" y="110"/>
                  </a:cubicBezTo>
                  <a:cubicBezTo>
                    <a:pt x="711" y="101"/>
                    <a:pt x="712" y="89"/>
                    <a:pt x="707" y="80"/>
                  </a:cubicBezTo>
                  <a:cubicBezTo>
                    <a:pt x="702" y="71"/>
                    <a:pt x="692" y="66"/>
                    <a:pt x="684" y="62"/>
                  </a:cubicBezTo>
                  <a:cubicBezTo>
                    <a:pt x="675" y="58"/>
                    <a:pt x="663" y="49"/>
                    <a:pt x="653" y="49"/>
                  </a:cubicBezTo>
                  <a:cubicBezTo>
                    <a:pt x="644" y="49"/>
                    <a:pt x="637" y="59"/>
                    <a:pt x="636" y="68"/>
                  </a:cubicBezTo>
                  <a:cubicBezTo>
                    <a:pt x="635" y="77"/>
                    <a:pt x="639" y="86"/>
                    <a:pt x="641" y="95"/>
                  </a:cubicBezTo>
                  <a:cubicBezTo>
                    <a:pt x="642" y="108"/>
                    <a:pt x="641" y="120"/>
                    <a:pt x="637" y="132"/>
                  </a:cubicBezTo>
                  <a:cubicBezTo>
                    <a:pt x="632" y="144"/>
                    <a:pt x="624" y="160"/>
                    <a:pt x="612" y="166"/>
                  </a:cubicBezTo>
                  <a:cubicBezTo>
                    <a:pt x="596" y="173"/>
                    <a:pt x="578" y="168"/>
                    <a:pt x="565" y="158"/>
                  </a:cubicBezTo>
                  <a:cubicBezTo>
                    <a:pt x="550" y="147"/>
                    <a:pt x="554" y="139"/>
                    <a:pt x="555" y="123"/>
                  </a:cubicBezTo>
                  <a:cubicBezTo>
                    <a:pt x="555" y="115"/>
                    <a:pt x="552" y="106"/>
                    <a:pt x="543" y="104"/>
                  </a:cubicBezTo>
                  <a:cubicBezTo>
                    <a:pt x="538" y="103"/>
                    <a:pt x="532" y="107"/>
                    <a:pt x="526" y="104"/>
                  </a:cubicBezTo>
                  <a:cubicBezTo>
                    <a:pt x="511" y="98"/>
                    <a:pt x="528" y="60"/>
                    <a:pt x="535" y="50"/>
                  </a:cubicBezTo>
                  <a:cubicBezTo>
                    <a:pt x="541" y="43"/>
                    <a:pt x="559" y="49"/>
                    <a:pt x="565" y="43"/>
                  </a:cubicBezTo>
                  <a:cubicBezTo>
                    <a:pt x="571" y="36"/>
                    <a:pt x="566" y="23"/>
                    <a:pt x="560" y="19"/>
                  </a:cubicBezTo>
                  <a:cubicBezTo>
                    <a:pt x="547" y="9"/>
                    <a:pt x="506" y="8"/>
                    <a:pt x="491" y="7"/>
                  </a:cubicBezTo>
                  <a:cubicBezTo>
                    <a:pt x="473" y="6"/>
                    <a:pt x="460" y="20"/>
                    <a:pt x="453" y="36"/>
                  </a:cubicBezTo>
                  <a:cubicBezTo>
                    <a:pt x="448" y="48"/>
                    <a:pt x="443" y="66"/>
                    <a:pt x="441" y="80"/>
                  </a:cubicBezTo>
                  <a:cubicBezTo>
                    <a:pt x="440" y="91"/>
                    <a:pt x="450" y="95"/>
                    <a:pt x="458" y="100"/>
                  </a:cubicBezTo>
                  <a:cubicBezTo>
                    <a:pt x="466" y="107"/>
                    <a:pt x="476" y="107"/>
                    <a:pt x="482" y="116"/>
                  </a:cubicBezTo>
                  <a:cubicBezTo>
                    <a:pt x="490" y="127"/>
                    <a:pt x="486" y="145"/>
                    <a:pt x="483" y="158"/>
                  </a:cubicBezTo>
                  <a:cubicBezTo>
                    <a:pt x="479" y="173"/>
                    <a:pt x="473" y="178"/>
                    <a:pt x="459" y="181"/>
                  </a:cubicBezTo>
                  <a:cubicBezTo>
                    <a:pt x="452" y="182"/>
                    <a:pt x="449" y="181"/>
                    <a:pt x="448" y="189"/>
                  </a:cubicBezTo>
                  <a:cubicBezTo>
                    <a:pt x="446" y="195"/>
                    <a:pt x="446" y="201"/>
                    <a:pt x="447" y="206"/>
                  </a:cubicBezTo>
                  <a:cubicBezTo>
                    <a:pt x="451" y="221"/>
                    <a:pt x="463" y="217"/>
                    <a:pt x="474" y="222"/>
                  </a:cubicBezTo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5" name="Freeform 15">
              <a:extLst>
                <a:ext uri="{FF2B5EF4-FFF2-40B4-BE49-F238E27FC236}">
                  <a16:creationId xmlns:a16="http://schemas.microsoft.com/office/drawing/2014/main" id="{27536F53-6A4D-4607-A40F-4020716C11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7" y="2270"/>
              <a:ext cx="773" cy="339"/>
            </a:xfrm>
            <a:custGeom>
              <a:avLst/>
              <a:gdLst>
                <a:gd name="T0" fmla="*/ 6622 w 261"/>
                <a:gd name="T1" fmla="*/ 2829 h 107"/>
                <a:gd name="T2" fmla="*/ 6702 w 261"/>
                <a:gd name="T3" fmla="*/ 2801 h 107"/>
                <a:gd name="T4" fmla="*/ 6622 w 261"/>
                <a:gd name="T5" fmla="*/ 2829 h 107"/>
                <a:gd name="T6" fmla="*/ 6465 w 261"/>
                <a:gd name="T7" fmla="*/ 2731 h 107"/>
                <a:gd name="T8" fmla="*/ 6649 w 261"/>
                <a:gd name="T9" fmla="*/ 2611 h 107"/>
                <a:gd name="T10" fmla="*/ 6622 w 261"/>
                <a:gd name="T11" fmla="*/ 2319 h 107"/>
                <a:gd name="T12" fmla="*/ 6421 w 261"/>
                <a:gd name="T13" fmla="*/ 2287 h 107"/>
                <a:gd name="T14" fmla="*/ 6519 w 261"/>
                <a:gd name="T15" fmla="*/ 2129 h 107"/>
                <a:gd name="T16" fmla="*/ 6157 w 261"/>
                <a:gd name="T17" fmla="*/ 2158 h 107"/>
                <a:gd name="T18" fmla="*/ 5088 w 261"/>
                <a:gd name="T19" fmla="*/ 1435 h 107"/>
                <a:gd name="T20" fmla="*/ 4185 w 261"/>
                <a:gd name="T21" fmla="*/ 482 h 107"/>
                <a:gd name="T22" fmla="*/ 3720 w 261"/>
                <a:gd name="T23" fmla="*/ 0 h 107"/>
                <a:gd name="T24" fmla="*/ 3219 w 261"/>
                <a:gd name="T25" fmla="*/ 222 h 107"/>
                <a:gd name="T26" fmla="*/ 2861 w 261"/>
                <a:gd name="T27" fmla="*/ 954 h 107"/>
                <a:gd name="T28" fmla="*/ 2026 w 261"/>
                <a:gd name="T29" fmla="*/ 1746 h 107"/>
                <a:gd name="T30" fmla="*/ 1484 w 261"/>
                <a:gd name="T31" fmla="*/ 1936 h 107"/>
                <a:gd name="T32" fmla="*/ 385 w 261"/>
                <a:gd name="T33" fmla="*/ 1936 h 107"/>
                <a:gd name="T34" fmla="*/ 385 w 261"/>
                <a:gd name="T35" fmla="*/ 1967 h 107"/>
                <a:gd name="T36" fmla="*/ 290 w 261"/>
                <a:gd name="T37" fmla="*/ 1907 h 107"/>
                <a:gd name="T38" fmla="*/ 317 w 261"/>
                <a:gd name="T39" fmla="*/ 2037 h 107"/>
                <a:gd name="T40" fmla="*/ 130 w 261"/>
                <a:gd name="T41" fmla="*/ 2069 h 107"/>
                <a:gd name="T42" fmla="*/ 290 w 261"/>
                <a:gd name="T43" fmla="*/ 2319 h 107"/>
                <a:gd name="T44" fmla="*/ 107 w 261"/>
                <a:gd name="T45" fmla="*/ 2449 h 107"/>
                <a:gd name="T46" fmla="*/ 264 w 261"/>
                <a:gd name="T47" fmla="*/ 2671 h 107"/>
                <a:gd name="T48" fmla="*/ 0 w 261"/>
                <a:gd name="T49" fmla="*/ 2731 h 107"/>
                <a:gd name="T50" fmla="*/ 344 w 261"/>
                <a:gd name="T51" fmla="*/ 2861 h 107"/>
                <a:gd name="T52" fmla="*/ 344 w 261"/>
                <a:gd name="T53" fmla="*/ 2861 h 107"/>
                <a:gd name="T54" fmla="*/ 344 w 261"/>
                <a:gd name="T55" fmla="*/ 2889 h 107"/>
                <a:gd name="T56" fmla="*/ 385 w 261"/>
                <a:gd name="T57" fmla="*/ 2889 h 107"/>
                <a:gd name="T58" fmla="*/ 385 w 261"/>
                <a:gd name="T59" fmla="*/ 2889 h 107"/>
                <a:gd name="T60" fmla="*/ 3720 w 261"/>
                <a:gd name="T61" fmla="*/ 1847 h 107"/>
                <a:gd name="T62" fmla="*/ 6341 w 261"/>
                <a:gd name="T63" fmla="*/ 2962 h 107"/>
                <a:gd name="T64" fmla="*/ 6341 w 261"/>
                <a:gd name="T65" fmla="*/ 2962 h 107"/>
                <a:gd name="T66" fmla="*/ 6779 w 261"/>
                <a:gd name="T67" fmla="*/ 2829 h 107"/>
                <a:gd name="T68" fmla="*/ 6465 w 261"/>
                <a:gd name="T69" fmla="*/ 2731 h 10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61" h="107">
                  <a:moveTo>
                    <a:pt x="255" y="89"/>
                  </a:moveTo>
                  <a:cubicBezTo>
                    <a:pt x="256" y="89"/>
                    <a:pt x="257" y="89"/>
                    <a:pt x="258" y="88"/>
                  </a:cubicBezTo>
                  <a:cubicBezTo>
                    <a:pt x="257" y="89"/>
                    <a:pt x="256" y="89"/>
                    <a:pt x="255" y="89"/>
                  </a:cubicBezTo>
                  <a:close/>
                  <a:moveTo>
                    <a:pt x="249" y="86"/>
                  </a:moveTo>
                  <a:cubicBezTo>
                    <a:pt x="251" y="85"/>
                    <a:pt x="254" y="84"/>
                    <a:pt x="256" y="82"/>
                  </a:cubicBezTo>
                  <a:cubicBezTo>
                    <a:pt x="247" y="79"/>
                    <a:pt x="249" y="78"/>
                    <a:pt x="255" y="73"/>
                  </a:cubicBezTo>
                  <a:cubicBezTo>
                    <a:pt x="252" y="73"/>
                    <a:pt x="249" y="72"/>
                    <a:pt x="247" y="72"/>
                  </a:cubicBezTo>
                  <a:cubicBezTo>
                    <a:pt x="248" y="70"/>
                    <a:pt x="249" y="68"/>
                    <a:pt x="251" y="67"/>
                  </a:cubicBezTo>
                  <a:cubicBezTo>
                    <a:pt x="247" y="69"/>
                    <a:pt x="242" y="69"/>
                    <a:pt x="237" y="68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161" y="15"/>
                    <a:pt x="161" y="15"/>
                    <a:pt x="161" y="15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24" y="7"/>
                    <a:pt x="124" y="7"/>
                    <a:pt x="124" y="7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78" y="55"/>
                    <a:pt x="78" y="55"/>
                    <a:pt x="78" y="55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4" y="61"/>
                    <a:pt x="12" y="61"/>
                    <a:pt x="11" y="60"/>
                  </a:cubicBezTo>
                  <a:cubicBezTo>
                    <a:pt x="12" y="61"/>
                    <a:pt x="12" y="63"/>
                    <a:pt x="12" y="64"/>
                  </a:cubicBezTo>
                  <a:cubicBezTo>
                    <a:pt x="10" y="65"/>
                    <a:pt x="7" y="65"/>
                    <a:pt x="5" y="65"/>
                  </a:cubicBezTo>
                  <a:cubicBezTo>
                    <a:pt x="6" y="68"/>
                    <a:pt x="8" y="72"/>
                    <a:pt x="11" y="73"/>
                  </a:cubicBezTo>
                  <a:cubicBezTo>
                    <a:pt x="10" y="76"/>
                    <a:pt x="7" y="77"/>
                    <a:pt x="4" y="77"/>
                  </a:cubicBezTo>
                  <a:cubicBezTo>
                    <a:pt x="5" y="80"/>
                    <a:pt x="8" y="82"/>
                    <a:pt x="10" y="84"/>
                  </a:cubicBezTo>
                  <a:cubicBezTo>
                    <a:pt x="7" y="85"/>
                    <a:pt x="3" y="86"/>
                    <a:pt x="0" y="86"/>
                  </a:cubicBezTo>
                  <a:cubicBezTo>
                    <a:pt x="4" y="88"/>
                    <a:pt x="9" y="89"/>
                    <a:pt x="13" y="90"/>
                  </a:cubicBezTo>
                  <a:cubicBezTo>
                    <a:pt x="13" y="90"/>
                    <a:pt x="13" y="90"/>
                    <a:pt x="13" y="90"/>
                  </a:cubicBezTo>
                  <a:cubicBezTo>
                    <a:pt x="13" y="90"/>
                    <a:pt x="13" y="91"/>
                    <a:pt x="13" y="91"/>
                  </a:cubicBezTo>
                  <a:cubicBezTo>
                    <a:pt x="14" y="91"/>
                    <a:pt x="14" y="91"/>
                    <a:pt x="15" y="91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64" y="107"/>
                    <a:pt x="99" y="58"/>
                    <a:pt x="143" y="58"/>
                  </a:cubicBezTo>
                  <a:cubicBezTo>
                    <a:pt x="187" y="58"/>
                    <a:pt x="182" y="94"/>
                    <a:pt x="244" y="93"/>
                  </a:cubicBezTo>
                  <a:cubicBezTo>
                    <a:pt x="244" y="93"/>
                    <a:pt x="244" y="93"/>
                    <a:pt x="244" y="93"/>
                  </a:cubicBezTo>
                  <a:cubicBezTo>
                    <a:pt x="247" y="93"/>
                    <a:pt x="257" y="91"/>
                    <a:pt x="261" y="89"/>
                  </a:cubicBezTo>
                  <a:cubicBezTo>
                    <a:pt x="258" y="90"/>
                    <a:pt x="250" y="90"/>
                    <a:pt x="249" y="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6" name="Freeform 16">
              <a:extLst>
                <a:ext uri="{FF2B5EF4-FFF2-40B4-BE49-F238E27FC236}">
                  <a16:creationId xmlns:a16="http://schemas.microsoft.com/office/drawing/2014/main" id="{D3909365-FFAF-47DD-A858-5FFB45F7E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942"/>
              <a:ext cx="1053" cy="546"/>
            </a:xfrm>
            <a:custGeom>
              <a:avLst/>
              <a:gdLst>
                <a:gd name="T0" fmla="*/ 7087 w 356"/>
                <a:gd name="T1" fmla="*/ 0 h 173"/>
                <a:gd name="T2" fmla="*/ 6939 w 356"/>
                <a:gd name="T3" fmla="*/ 88 h 173"/>
                <a:gd name="T4" fmla="*/ 5697 w 356"/>
                <a:gd name="T5" fmla="*/ 1505 h 173"/>
                <a:gd name="T6" fmla="*/ 5460 w 356"/>
                <a:gd name="T7" fmla="*/ 4302 h 173"/>
                <a:gd name="T8" fmla="*/ 5224 w 356"/>
                <a:gd name="T9" fmla="*/ 4403 h 173"/>
                <a:gd name="T10" fmla="*/ 4611 w 356"/>
                <a:gd name="T11" fmla="*/ 2989 h 173"/>
                <a:gd name="T12" fmla="*/ 4611 w 356"/>
                <a:gd name="T13" fmla="*/ 2989 h 173"/>
                <a:gd name="T14" fmla="*/ 4611 w 356"/>
                <a:gd name="T15" fmla="*/ 2989 h 173"/>
                <a:gd name="T16" fmla="*/ 3964 w 356"/>
                <a:gd name="T17" fmla="*/ 4403 h 173"/>
                <a:gd name="T18" fmla="*/ 3727 w 356"/>
                <a:gd name="T19" fmla="*/ 4302 h 173"/>
                <a:gd name="T20" fmla="*/ 3490 w 356"/>
                <a:gd name="T21" fmla="*/ 1505 h 173"/>
                <a:gd name="T22" fmla="*/ 2248 w 356"/>
                <a:gd name="T23" fmla="*/ 88 h 173"/>
                <a:gd name="T24" fmla="*/ 2100 w 356"/>
                <a:gd name="T25" fmla="*/ 0 h 173"/>
                <a:gd name="T26" fmla="*/ 237 w 356"/>
                <a:gd name="T27" fmla="*/ 3456 h 173"/>
                <a:gd name="T28" fmla="*/ 2221 w 356"/>
                <a:gd name="T29" fmla="*/ 5438 h 173"/>
                <a:gd name="T30" fmla="*/ 3623 w 356"/>
                <a:gd name="T31" fmla="*/ 4841 h 173"/>
                <a:gd name="T32" fmla="*/ 4611 w 356"/>
                <a:gd name="T33" fmla="*/ 2260 h 173"/>
                <a:gd name="T34" fmla="*/ 4611 w 356"/>
                <a:gd name="T35" fmla="*/ 2260 h 173"/>
                <a:gd name="T36" fmla="*/ 4611 w 356"/>
                <a:gd name="T37" fmla="*/ 2260 h 173"/>
                <a:gd name="T38" fmla="*/ 5564 w 356"/>
                <a:gd name="T39" fmla="*/ 4841 h 173"/>
                <a:gd name="T40" fmla="*/ 7114 w 356"/>
                <a:gd name="T41" fmla="*/ 5438 h 173"/>
                <a:gd name="T42" fmla="*/ 8951 w 356"/>
                <a:gd name="T43" fmla="*/ 3456 h 173"/>
                <a:gd name="T44" fmla="*/ 7087 w 356"/>
                <a:gd name="T45" fmla="*/ 0 h 17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56" h="173">
                  <a:moveTo>
                    <a:pt x="274" y="0"/>
                  </a:moveTo>
                  <a:cubicBezTo>
                    <a:pt x="272" y="1"/>
                    <a:pt x="270" y="2"/>
                    <a:pt x="268" y="3"/>
                  </a:cubicBezTo>
                  <a:cubicBezTo>
                    <a:pt x="246" y="12"/>
                    <a:pt x="229" y="32"/>
                    <a:pt x="220" y="48"/>
                  </a:cubicBezTo>
                  <a:cubicBezTo>
                    <a:pt x="211" y="63"/>
                    <a:pt x="194" y="99"/>
                    <a:pt x="211" y="137"/>
                  </a:cubicBezTo>
                  <a:cubicBezTo>
                    <a:pt x="221" y="157"/>
                    <a:pt x="211" y="156"/>
                    <a:pt x="202" y="140"/>
                  </a:cubicBezTo>
                  <a:cubicBezTo>
                    <a:pt x="193" y="125"/>
                    <a:pt x="190" y="95"/>
                    <a:pt x="178" y="95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65" y="95"/>
                    <a:pt x="162" y="125"/>
                    <a:pt x="153" y="140"/>
                  </a:cubicBezTo>
                  <a:cubicBezTo>
                    <a:pt x="144" y="156"/>
                    <a:pt x="134" y="157"/>
                    <a:pt x="144" y="137"/>
                  </a:cubicBezTo>
                  <a:cubicBezTo>
                    <a:pt x="161" y="99"/>
                    <a:pt x="144" y="63"/>
                    <a:pt x="135" y="48"/>
                  </a:cubicBezTo>
                  <a:cubicBezTo>
                    <a:pt x="126" y="32"/>
                    <a:pt x="109" y="12"/>
                    <a:pt x="87" y="3"/>
                  </a:cubicBezTo>
                  <a:cubicBezTo>
                    <a:pt x="85" y="2"/>
                    <a:pt x="83" y="1"/>
                    <a:pt x="81" y="0"/>
                  </a:cubicBezTo>
                  <a:cubicBezTo>
                    <a:pt x="49" y="2"/>
                    <a:pt x="0" y="35"/>
                    <a:pt x="9" y="110"/>
                  </a:cubicBezTo>
                  <a:cubicBezTo>
                    <a:pt x="13" y="137"/>
                    <a:pt x="41" y="171"/>
                    <a:pt x="86" y="173"/>
                  </a:cubicBezTo>
                  <a:cubicBezTo>
                    <a:pt x="103" y="172"/>
                    <a:pt x="121" y="165"/>
                    <a:pt x="140" y="154"/>
                  </a:cubicBezTo>
                  <a:cubicBezTo>
                    <a:pt x="153" y="146"/>
                    <a:pt x="166" y="84"/>
                    <a:pt x="178" y="72"/>
                  </a:cubicBezTo>
                  <a:cubicBezTo>
                    <a:pt x="178" y="72"/>
                    <a:pt x="178" y="72"/>
                    <a:pt x="178" y="72"/>
                  </a:cubicBezTo>
                  <a:cubicBezTo>
                    <a:pt x="178" y="72"/>
                    <a:pt x="178" y="72"/>
                    <a:pt x="178" y="72"/>
                  </a:cubicBezTo>
                  <a:cubicBezTo>
                    <a:pt x="190" y="84"/>
                    <a:pt x="202" y="146"/>
                    <a:pt x="215" y="154"/>
                  </a:cubicBezTo>
                  <a:cubicBezTo>
                    <a:pt x="236" y="166"/>
                    <a:pt x="257" y="173"/>
                    <a:pt x="275" y="173"/>
                  </a:cubicBezTo>
                  <a:cubicBezTo>
                    <a:pt x="313" y="171"/>
                    <a:pt x="342" y="137"/>
                    <a:pt x="346" y="110"/>
                  </a:cubicBezTo>
                  <a:cubicBezTo>
                    <a:pt x="356" y="35"/>
                    <a:pt x="306" y="2"/>
                    <a:pt x="274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7" name="Freeform 17">
              <a:extLst>
                <a:ext uri="{FF2B5EF4-FFF2-40B4-BE49-F238E27FC236}">
                  <a16:creationId xmlns:a16="http://schemas.microsoft.com/office/drawing/2014/main" id="{4900C9DB-2F1C-441B-A6C3-254CF03F2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677"/>
              <a:ext cx="971" cy="315"/>
            </a:xfrm>
            <a:custGeom>
              <a:avLst/>
              <a:gdLst>
                <a:gd name="T0" fmla="*/ 8511 w 328"/>
                <a:gd name="T1" fmla="*/ 1191 h 100"/>
                <a:gd name="T2" fmla="*/ 8431 w 328"/>
                <a:gd name="T3" fmla="*/ 684 h 100"/>
                <a:gd name="T4" fmla="*/ 7940 w 328"/>
                <a:gd name="T5" fmla="*/ 784 h 100"/>
                <a:gd name="T6" fmla="*/ 7886 w 328"/>
                <a:gd name="T7" fmla="*/ 277 h 100"/>
                <a:gd name="T8" fmla="*/ 5995 w 328"/>
                <a:gd name="T9" fmla="*/ 1440 h 100"/>
                <a:gd name="T10" fmla="*/ 2356 w 328"/>
                <a:gd name="T11" fmla="*/ 1279 h 100"/>
                <a:gd name="T12" fmla="*/ 1297 w 328"/>
                <a:gd name="T13" fmla="*/ 158 h 100"/>
                <a:gd name="T14" fmla="*/ 885 w 328"/>
                <a:gd name="T15" fmla="*/ 0 h 100"/>
                <a:gd name="T16" fmla="*/ 518 w 328"/>
                <a:gd name="T17" fmla="*/ 277 h 100"/>
                <a:gd name="T18" fmla="*/ 358 w 328"/>
                <a:gd name="T19" fmla="*/ 784 h 100"/>
                <a:gd name="T20" fmla="*/ 332 w 328"/>
                <a:gd name="T21" fmla="*/ 1310 h 100"/>
                <a:gd name="T22" fmla="*/ 0 w 328"/>
                <a:gd name="T23" fmla="*/ 1906 h 100"/>
                <a:gd name="T24" fmla="*/ 1086 w 328"/>
                <a:gd name="T25" fmla="*/ 2003 h 100"/>
                <a:gd name="T26" fmla="*/ 1086 w 328"/>
                <a:gd name="T27" fmla="*/ 2003 h 100"/>
                <a:gd name="T28" fmla="*/ 1640 w 328"/>
                <a:gd name="T29" fmla="*/ 2155 h 100"/>
                <a:gd name="T30" fmla="*/ 4127 w 328"/>
                <a:gd name="T31" fmla="*/ 2967 h 100"/>
                <a:gd name="T32" fmla="*/ 6303 w 328"/>
                <a:gd name="T33" fmla="*/ 2372 h 100"/>
                <a:gd name="T34" fmla="*/ 8325 w 328"/>
                <a:gd name="T35" fmla="*/ 2123 h 100"/>
                <a:gd name="T36" fmla="*/ 8404 w 328"/>
                <a:gd name="T37" fmla="*/ 1688 h 100"/>
                <a:gd name="T38" fmla="*/ 8511 w 328"/>
                <a:gd name="T39" fmla="*/ 1191 h 10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28" h="100">
                  <a:moveTo>
                    <a:pt x="328" y="38"/>
                  </a:moveTo>
                  <a:cubicBezTo>
                    <a:pt x="314" y="38"/>
                    <a:pt x="319" y="25"/>
                    <a:pt x="325" y="22"/>
                  </a:cubicBezTo>
                  <a:cubicBezTo>
                    <a:pt x="322" y="23"/>
                    <a:pt x="309" y="27"/>
                    <a:pt x="306" y="25"/>
                  </a:cubicBezTo>
                  <a:cubicBezTo>
                    <a:pt x="303" y="23"/>
                    <a:pt x="304" y="9"/>
                    <a:pt x="304" y="9"/>
                  </a:cubicBezTo>
                  <a:cubicBezTo>
                    <a:pt x="304" y="9"/>
                    <a:pt x="301" y="28"/>
                    <a:pt x="231" y="46"/>
                  </a:cubicBezTo>
                  <a:cubicBezTo>
                    <a:pt x="161" y="63"/>
                    <a:pt x="118" y="55"/>
                    <a:pt x="91" y="41"/>
                  </a:cubicBezTo>
                  <a:cubicBezTo>
                    <a:pt x="78" y="34"/>
                    <a:pt x="49" y="12"/>
                    <a:pt x="50" y="5"/>
                  </a:cubicBezTo>
                  <a:cubicBezTo>
                    <a:pt x="50" y="14"/>
                    <a:pt x="35" y="9"/>
                    <a:pt x="34" y="0"/>
                  </a:cubicBezTo>
                  <a:cubicBezTo>
                    <a:pt x="36" y="8"/>
                    <a:pt x="27" y="21"/>
                    <a:pt x="20" y="9"/>
                  </a:cubicBezTo>
                  <a:cubicBezTo>
                    <a:pt x="23" y="16"/>
                    <a:pt x="24" y="28"/>
                    <a:pt x="14" y="25"/>
                  </a:cubicBezTo>
                  <a:cubicBezTo>
                    <a:pt x="21" y="30"/>
                    <a:pt x="24" y="41"/>
                    <a:pt x="13" y="42"/>
                  </a:cubicBezTo>
                  <a:cubicBezTo>
                    <a:pt x="19" y="47"/>
                    <a:pt x="9" y="59"/>
                    <a:pt x="0" y="61"/>
                  </a:cubicBezTo>
                  <a:cubicBezTo>
                    <a:pt x="10" y="57"/>
                    <a:pt x="31" y="61"/>
                    <a:pt x="42" y="64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9" y="66"/>
                    <a:pt x="56" y="68"/>
                    <a:pt x="63" y="69"/>
                  </a:cubicBezTo>
                  <a:cubicBezTo>
                    <a:pt x="78" y="72"/>
                    <a:pt x="105" y="90"/>
                    <a:pt x="159" y="95"/>
                  </a:cubicBezTo>
                  <a:cubicBezTo>
                    <a:pt x="213" y="100"/>
                    <a:pt x="200" y="86"/>
                    <a:pt x="243" y="76"/>
                  </a:cubicBezTo>
                  <a:cubicBezTo>
                    <a:pt x="265" y="70"/>
                    <a:pt x="291" y="56"/>
                    <a:pt x="321" y="68"/>
                  </a:cubicBezTo>
                  <a:cubicBezTo>
                    <a:pt x="309" y="64"/>
                    <a:pt x="314" y="54"/>
                    <a:pt x="324" y="54"/>
                  </a:cubicBezTo>
                  <a:cubicBezTo>
                    <a:pt x="314" y="48"/>
                    <a:pt x="316" y="41"/>
                    <a:pt x="32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8" name="Freeform 18">
              <a:extLst>
                <a:ext uri="{FF2B5EF4-FFF2-40B4-BE49-F238E27FC236}">
                  <a16:creationId xmlns:a16="http://schemas.microsoft.com/office/drawing/2014/main" id="{3580F3B0-E10C-4056-8C2C-D0C111CFA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963"/>
              <a:ext cx="1340" cy="890"/>
            </a:xfrm>
            <a:custGeom>
              <a:avLst/>
              <a:gdLst>
                <a:gd name="T0" fmla="*/ 805 w 453"/>
                <a:gd name="T1" fmla="*/ 1695 h 282"/>
                <a:gd name="T2" fmla="*/ 2923 w 453"/>
                <a:gd name="T3" fmla="*/ 2421 h 282"/>
                <a:gd name="T4" fmla="*/ 3414 w 453"/>
                <a:gd name="T5" fmla="*/ 757 h 282"/>
                <a:gd name="T6" fmla="*/ 5103 w 453"/>
                <a:gd name="T7" fmla="*/ 407 h 282"/>
                <a:gd name="T8" fmla="*/ 6369 w 453"/>
                <a:gd name="T9" fmla="*/ 1505 h 282"/>
                <a:gd name="T10" fmla="*/ 6913 w 453"/>
                <a:gd name="T11" fmla="*/ 2231 h 282"/>
                <a:gd name="T12" fmla="*/ 6990 w 453"/>
                <a:gd name="T13" fmla="*/ 3835 h 282"/>
                <a:gd name="T14" fmla="*/ 6623 w 453"/>
                <a:gd name="T15" fmla="*/ 5719 h 282"/>
                <a:gd name="T16" fmla="*/ 6029 w 453"/>
                <a:gd name="T17" fmla="*/ 6227 h 282"/>
                <a:gd name="T18" fmla="*/ 5076 w 453"/>
                <a:gd name="T19" fmla="*/ 6315 h 282"/>
                <a:gd name="T20" fmla="*/ 4970 w 453"/>
                <a:gd name="T21" fmla="*/ 6505 h 282"/>
                <a:gd name="T22" fmla="*/ 6265 w 453"/>
                <a:gd name="T23" fmla="*/ 6473 h 282"/>
                <a:gd name="T24" fmla="*/ 6780 w 453"/>
                <a:gd name="T25" fmla="*/ 6473 h 282"/>
                <a:gd name="T26" fmla="*/ 6913 w 453"/>
                <a:gd name="T27" fmla="*/ 8108 h 282"/>
                <a:gd name="T28" fmla="*/ 6239 w 453"/>
                <a:gd name="T29" fmla="*/ 8326 h 282"/>
                <a:gd name="T30" fmla="*/ 5407 w 453"/>
                <a:gd name="T31" fmla="*/ 8326 h 282"/>
                <a:gd name="T32" fmla="*/ 7017 w 453"/>
                <a:gd name="T33" fmla="*/ 8865 h 282"/>
                <a:gd name="T34" fmla="*/ 8513 w 453"/>
                <a:gd name="T35" fmla="*/ 8616 h 282"/>
                <a:gd name="T36" fmla="*/ 8460 w 453"/>
                <a:gd name="T37" fmla="*/ 8455 h 282"/>
                <a:gd name="T38" fmla="*/ 7762 w 453"/>
                <a:gd name="T39" fmla="*/ 8297 h 282"/>
                <a:gd name="T40" fmla="*/ 7762 w 453"/>
                <a:gd name="T41" fmla="*/ 8297 h 282"/>
                <a:gd name="T42" fmla="*/ 7762 w 453"/>
                <a:gd name="T43" fmla="*/ 8297 h 282"/>
                <a:gd name="T44" fmla="*/ 7762 w 453"/>
                <a:gd name="T45" fmla="*/ 8297 h 282"/>
                <a:gd name="T46" fmla="*/ 7324 w 453"/>
                <a:gd name="T47" fmla="*/ 7890 h 282"/>
                <a:gd name="T48" fmla="*/ 7218 w 453"/>
                <a:gd name="T49" fmla="*/ 6473 h 282"/>
                <a:gd name="T50" fmla="*/ 7718 w 453"/>
                <a:gd name="T51" fmla="*/ 6066 h 282"/>
                <a:gd name="T52" fmla="*/ 8129 w 453"/>
                <a:gd name="T53" fmla="*/ 5877 h 282"/>
                <a:gd name="T54" fmla="*/ 7194 w 453"/>
                <a:gd name="T55" fmla="*/ 5659 h 282"/>
                <a:gd name="T56" fmla="*/ 7043 w 453"/>
                <a:gd name="T57" fmla="*/ 5059 h 282"/>
                <a:gd name="T58" fmla="*/ 7096 w 453"/>
                <a:gd name="T59" fmla="*/ 3996 h 282"/>
                <a:gd name="T60" fmla="*/ 7218 w 453"/>
                <a:gd name="T61" fmla="*/ 2231 h 282"/>
                <a:gd name="T62" fmla="*/ 8049 w 453"/>
                <a:gd name="T63" fmla="*/ 439 h 282"/>
                <a:gd name="T64" fmla="*/ 8129 w 453"/>
                <a:gd name="T65" fmla="*/ 407 h 282"/>
                <a:gd name="T66" fmla="*/ 10868 w 453"/>
                <a:gd name="T67" fmla="*/ 817 h 282"/>
                <a:gd name="T68" fmla="*/ 11699 w 453"/>
                <a:gd name="T69" fmla="*/ 1543 h 282"/>
                <a:gd name="T70" fmla="*/ 11726 w 453"/>
                <a:gd name="T71" fmla="*/ 1505 h 282"/>
                <a:gd name="T72" fmla="*/ 10377 w 453"/>
                <a:gd name="T73" fmla="*/ 439 h 282"/>
                <a:gd name="T74" fmla="*/ 7945 w 453"/>
                <a:gd name="T75" fmla="*/ 189 h 282"/>
                <a:gd name="T76" fmla="*/ 7017 w 453"/>
                <a:gd name="T77" fmla="*/ 947 h 282"/>
                <a:gd name="T78" fmla="*/ 6345 w 453"/>
                <a:gd name="T79" fmla="*/ 189 h 282"/>
                <a:gd name="T80" fmla="*/ 4585 w 453"/>
                <a:gd name="T81" fmla="*/ 189 h 282"/>
                <a:gd name="T82" fmla="*/ 2615 w 453"/>
                <a:gd name="T83" fmla="*/ 877 h 282"/>
                <a:gd name="T84" fmla="*/ 1837 w 453"/>
                <a:gd name="T85" fmla="*/ 1007 h 282"/>
                <a:gd name="T86" fmla="*/ 0 w 453"/>
                <a:gd name="T87" fmla="*/ 1954 h 282"/>
                <a:gd name="T88" fmla="*/ 805 w 453"/>
                <a:gd name="T89" fmla="*/ 1695 h 28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3" h="282">
                  <a:moveTo>
                    <a:pt x="31" y="54"/>
                  </a:moveTo>
                  <a:cubicBezTo>
                    <a:pt x="73" y="40"/>
                    <a:pt x="89" y="34"/>
                    <a:pt x="113" y="77"/>
                  </a:cubicBezTo>
                  <a:cubicBezTo>
                    <a:pt x="116" y="51"/>
                    <a:pt x="103" y="35"/>
                    <a:pt x="132" y="24"/>
                  </a:cubicBezTo>
                  <a:cubicBezTo>
                    <a:pt x="153" y="16"/>
                    <a:pt x="175" y="18"/>
                    <a:pt x="197" y="13"/>
                  </a:cubicBezTo>
                  <a:cubicBezTo>
                    <a:pt x="235" y="4"/>
                    <a:pt x="258" y="30"/>
                    <a:pt x="246" y="48"/>
                  </a:cubicBezTo>
                  <a:cubicBezTo>
                    <a:pt x="262" y="41"/>
                    <a:pt x="262" y="62"/>
                    <a:pt x="267" y="71"/>
                  </a:cubicBezTo>
                  <a:cubicBezTo>
                    <a:pt x="272" y="91"/>
                    <a:pt x="270" y="98"/>
                    <a:pt x="270" y="122"/>
                  </a:cubicBezTo>
                  <a:cubicBezTo>
                    <a:pt x="270" y="145"/>
                    <a:pt x="265" y="179"/>
                    <a:pt x="256" y="182"/>
                  </a:cubicBezTo>
                  <a:cubicBezTo>
                    <a:pt x="248" y="184"/>
                    <a:pt x="243" y="198"/>
                    <a:pt x="233" y="198"/>
                  </a:cubicBezTo>
                  <a:cubicBezTo>
                    <a:pt x="225" y="199"/>
                    <a:pt x="207" y="209"/>
                    <a:pt x="196" y="201"/>
                  </a:cubicBezTo>
                  <a:cubicBezTo>
                    <a:pt x="188" y="197"/>
                    <a:pt x="182" y="199"/>
                    <a:pt x="192" y="207"/>
                  </a:cubicBezTo>
                  <a:cubicBezTo>
                    <a:pt x="197" y="211"/>
                    <a:pt x="229" y="209"/>
                    <a:pt x="242" y="206"/>
                  </a:cubicBezTo>
                  <a:cubicBezTo>
                    <a:pt x="252" y="203"/>
                    <a:pt x="258" y="202"/>
                    <a:pt x="262" y="206"/>
                  </a:cubicBezTo>
                  <a:cubicBezTo>
                    <a:pt x="269" y="217"/>
                    <a:pt x="277" y="249"/>
                    <a:pt x="267" y="258"/>
                  </a:cubicBezTo>
                  <a:cubicBezTo>
                    <a:pt x="259" y="266"/>
                    <a:pt x="253" y="263"/>
                    <a:pt x="241" y="265"/>
                  </a:cubicBezTo>
                  <a:cubicBezTo>
                    <a:pt x="223" y="262"/>
                    <a:pt x="209" y="260"/>
                    <a:pt x="209" y="265"/>
                  </a:cubicBezTo>
                  <a:cubicBezTo>
                    <a:pt x="209" y="270"/>
                    <a:pt x="226" y="282"/>
                    <a:pt x="271" y="282"/>
                  </a:cubicBezTo>
                  <a:cubicBezTo>
                    <a:pt x="284" y="282"/>
                    <a:pt x="313" y="282"/>
                    <a:pt x="329" y="274"/>
                  </a:cubicBezTo>
                  <a:cubicBezTo>
                    <a:pt x="336" y="272"/>
                    <a:pt x="333" y="267"/>
                    <a:pt x="327" y="269"/>
                  </a:cubicBezTo>
                  <a:cubicBezTo>
                    <a:pt x="321" y="271"/>
                    <a:pt x="313" y="266"/>
                    <a:pt x="300" y="264"/>
                  </a:cubicBezTo>
                  <a:cubicBezTo>
                    <a:pt x="300" y="264"/>
                    <a:pt x="300" y="264"/>
                    <a:pt x="300" y="264"/>
                  </a:cubicBezTo>
                  <a:cubicBezTo>
                    <a:pt x="300" y="264"/>
                    <a:pt x="300" y="264"/>
                    <a:pt x="300" y="264"/>
                  </a:cubicBezTo>
                  <a:cubicBezTo>
                    <a:pt x="300" y="264"/>
                    <a:pt x="300" y="264"/>
                    <a:pt x="300" y="264"/>
                  </a:cubicBezTo>
                  <a:cubicBezTo>
                    <a:pt x="288" y="260"/>
                    <a:pt x="283" y="263"/>
                    <a:pt x="283" y="251"/>
                  </a:cubicBezTo>
                  <a:cubicBezTo>
                    <a:pt x="282" y="239"/>
                    <a:pt x="275" y="221"/>
                    <a:pt x="279" y="206"/>
                  </a:cubicBezTo>
                  <a:cubicBezTo>
                    <a:pt x="283" y="195"/>
                    <a:pt x="293" y="193"/>
                    <a:pt x="298" y="193"/>
                  </a:cubicBezTo>
                  <a:cubicBezTo>
                    <a:pt x="311" y="194"/>
                    <a:pt x="321" y="192"/>
                    <a:pt x="314" y="187"/>
                  </a:cubicBezTo>
                  <a:cubicBezTo>
                    <a:pt x="307" y="182"/>
                    <a:pt x="281" y="187"/>
                    <a:pt x="278" y="180"/>
                  </a:cubicBezTo>
                  <a:cubicBezTo>
                    <a:pt x="276" y="173"/>
                    <a:pt x="271" y="169"/>
                    <a:pt x="272" y="161"/>
                  </a:cubicBezTo>
                  <a:cubicBezTo>
                    <a:pt x="274" y="152"/>
                    <a:pt x="275" y="143"/>
                    <a:pt x="274" y="127"/>
                  </a:cubicBezTo>
                  <a:cubicBezTo>
                    <a:pt x="274" y="104"/>
                    <a:pt x="273" y="91"/>
                    <a:pt x="279" y="71"/>
                  </a:cubicBezTo>
                  <a:cubicBezTo>
                    <a:pt x="283" y="62"/>
                    <a:pt x="280" y="25"/>
                    <a:pt x="311" y="14"/>
                  </a:cubicBezTo>
                  <a:cubicBezTo>
                    <a:pt x="314" y="13"/>
                    <a:pt x="314" y="13"/>
                    <a:pt x="314" y="13"/>
                  </a:cubicBezTo>
                  <a:cubicBezTo>
                    <a:pt x="332" y="10"/>
                    <a:pt x="397" y="17"/>
                    <a:pt x="420" y="26"/>
                  </a:cubicBezTo>
                  <a:cubicBezTo>
                    <a:pt x="435" y="32"/>
                    <a:pt x="446" y="39"/>
                    <a:pt x="452" y="49"/>
                  </a:cubicBezTo>
                  <a:cubicBezTo>
                    <a:pt x="453" y="48"/>
                    <a:pt x="453" y="48"/>
                    <a:pt x="453" y="48"/>
                  </a:cubicBezTo>
                  <a:cubicBezTo>
                    <a:pt x="453" y="48"/>
                    <a:pt x="433" y="20"/>
                    <a:pt x="401" y="14"/>
                  </a:cubicBezTo>
                  <a:cubicBezTo>
                    <a:pt x="369" y="8"/>
                    <a:pt x="325" y="4"/>
                    <a:pt x="307" y="6"/>
                  </a:cubicBezTo>
                  <a:cubicBezTo>
                    <a:pt x="289" y="8"/>
                    <a:pt x="277" y="8"/>
                    <a:pt x="271" y="30"/>
                  </a:cubicBezTo>
                  <a:cubicBezTo>
                    <a:pt x="269" y="22"/>
                    <a:pt x="259" y="12"/>
                    <a:pt x="245" y="6"/>
                  </a:cubicBezTo>
                  <a:cubicBezTo>
                    <a:pt x="231" y="0"/>
                    <a:pt x="201" y="0"/>
                    <a:pt x="177" y="6"/>
                  </a:cubicBezTo>
                  <a:cubicBezTo>
                    <a:pt x="153" y="12"/>
                    <a:pt x="109" y="10"/>
                    <a:pt x="101" y="28"/>
                  </a:cubicBezTo>
                  <a:cubicBezTo>
                    <a:pt x="101" y="28"/>
                    <a:pt x="89" y="24"/>
                    <a:pt x="71" y="32"/>
                  </a:cubicBezTo>
                  <a:cubicBezTo>
                    <a:pt x="57" y="39"/>
                    <a:pt x="22" y="51"/>
                    <a:pt x="0" y="62"/>
                  </a:cubicBezTo>
                  <a:cubicBezTo>
                    <a:pt x="10" y="58"/>
                    <a:pt x="23" y="57"/>
                    <a:pt x="31" y="54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9" name="Freeform 19">
              <a:extLst>
                <a:ext uri="{FF2B5EF4-FFF2-40B4-BE49-F238E27FC236}">
                  <a16:creationId xmlns:a16="http://schemas.microsoft.com/office/drawing/2014/main" id="{03822E87-210F-4800-9045-2E3CEE3A3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758"/>
              <a:ext cx="57" cy="89"/>
            </a:xfrm>
            <a:custGeom>
              <a:avLst/>
              <a:gdLst>
                <a:gd name="T0" fmla="*/ 81 w 19"/>
                <a:gd name="T1" fmla="*/ 0 h 28"/>
                <a:gd name="T2" fmla="*/ 27 w 19"/>
                <a:gd name="T3" fmla="*/ 60 h 28"/>
                <a:gd name="T4" fmla="*/ 0 w 19"/>
                <a:gd name="T5" fmla="*/ 575 h 28"/>
                <a:gd name="T6" fmla="*/ 0 w 19"/>
                <a:gd name="T7" fmla="*/ 575 h 28"/>
                <a:gd name="T8" fmla="*/ 0 w 19"/>
                <a:gd name="T9" fmla="*/ 607 h 28"/>
                <a:gd name="T10" fmla="*/ 27 w 19"/>
                <a:gd name="T11" fmla="*/ 607 h 28"/>
                <a:gd name="T12" fmla="*/ 243 w 19"/>
                <a:gd name="T13" fmla="*/ 900 h 28"/>
                <a:gd name="T14" fmla="*/ 486 w 19"/>
                <a:gd name="T15" fmla="*/ 607 h 28"/>
                <a:gd name="T16" fmla="*/ 513 w 19"/>
                <a:gd name="T17" fmla="*/ 385 h 28"/>
                <a:gd name="T18" fmla="*/ 486 w 19"/>
                <a:gd name="T19" fmla="*/ 324 h 28"/>
                <a:gd name="T20" fmla="*/ 351 w 19"/>
                <a:gd name="T21" fmla="*/ 292 h 28"/>
                <a:gd name="T22" fmla="*/ 135 w 19"/>
                <a:gd name="T23" fmla="*/ 60 h 28"/>
                <a:gd name="T24" fmla="*/ 81 w 19"/>
                <a:gd name="T25" fmla="*/ 0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28">
                  <a:moveTo>
                    <a:pt x="3" y="0"/>
                  </a:moveTo>
                  <a:cubicBezTo>
                    <a:pt x="2" y="0"/>
                    <a:pt x="2" y="1"/>
                    <a:pt x="1" y="2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19"/>
                    <a:pt x="0" y="19"/>
                    <a:pt x="1" y="19"/>
                  </a:cubicBezTo>
                  <a:cubicBezTo>
                    <a:pt x="1" y="24"/>
                    <a:pt x="4" y="28"/>
                    <a:pt x="9" y="28"/>
                  </a:cubicBezTo>
                  <a:cubicBezTo>
                    <a:pt x="14" y="28"/>
                    <a:pt x="18" y="24"/>
                    <a:pt x="18" y="19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1"/>
                    <a:pt x="19" y="10"/>
                    <a:pt x="18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7" y="8"/>
                    <a:pt x="5" y="7"/>
                    <a:pt x="5" y="2"/>
                  </a:cubicBezTo>
                  <a:cubicBezTo>
                    <a:pt x="4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0" name="Oval 20">
              <a:extLst>
                <a:ext uri="{FF2B5EF4-FFF2-40B4-BE49-F238E27FC236}">
                  <a16:creationId xmlns:a16="http://schemas.microsoft.com/office/drawing/2014/main" id="{F20C6DF5-0D3D-4FAA-B698-F0B1F207C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1797"/>
              <a:ext cx="41" cy="44"/>
            </a:xfrm>
            <a:prstGeom prst="ellipse">
              <a:avLst/>
            </a:pr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41" name="Oval 21">
              <a:extLst>
                <a:ext uri="{FF2B5EF4-FFF2-40B4-BE49-F238E27FC236}">
                  <a16:creationId xmlns:a16="http://schemas.microsoft.com/office/drawing/2014/main" id="{A7E1EE00-13ED-47C5-A2EF-0FBBDF539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1812"/>
              <a:ext cx="11" cy="13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42" name="Oval 22">
              <a:extLst>
                <a:ext uri="{FF2B5EF4-FFF2-40B4-BE49-F238E27FC236}">
                  <a16:creationId xmlns:a16="http://schemas.microsoft.com/office/drawing/2014/main" id="{0EB7DA04-A12F-44A4-BBB9-2B78D7DFF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1806"/>
              <a:ext cx="23" cy="26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43" name="Freeform 23">
              <a:extLst>
                <a:ext uri="{FF2B5EF4-FFF2-40B4-BE49-F238E27FC236}">
                  <a16:creationId xmlns:a16="http://schemas.microsoft.com/office/drawing/2014/main" id="{3F61B719-3EC1-4AEF-AD10-0C6EDD33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765"/>
              <a:ext cx="52" cy="54"/>
            </a:xfrm>
            <a:custGeom>
              <a:avLst/>
              <a:gdLst>
                <a:gd name="T0" fmla="*/ 223 w 17"/>
                <a:gd name="T1" fmla="*/ 324 h 17"/>
                <a:gd name="T2" fmla="*/ 431 w 17"/>
                <a:gd name="T3" fmla="*/ 546 h 17"/>
                <a:gd name="T4" fmla="*/ 486 w 17"/>
                <a:gd name="T5" fmla="*/ 292 h 17"/>
                <a:gd name="T6" fmla="*/ 55 w 17"/>
                <a:gd name="T7" fmla="*/ 0 h 17"/>
                <a:gd name="T8" fmla="*/ 55 w 17"/>
                <a:gd name="T9" fmla="*/ 0 h 17"/>
                <a:gd name="T10" fmla="*/ 0 w 17"/>
                <a:gd name="T11" fmla="*/ 515 h 17"/>
                <a:gd name="T12" fmla="*/ 28 w 17"/>
                <a:gd name="T13" fmla="*/ 515 h 17"/>
                <a:gd name="T14" fmla="*/ 223 w 17"/>
                <a:gd name="T15" fmla="*/ 324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7">
                  <a:moveTo>
                    <a:pt x="8" y="10"/>
                  </a:moveTo>
                  <a:cubicBezTo>
                    <a:pt x="12" y="10"/>
                    <a:pt x="15" y="13"/>
                    <a:pt x="15" y="1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8" y="7"/>
                    <a:pt x="3" y="8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3"/>
                    <a:pt x="5" y="10"/>
                    <a:pt x="8" y="1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4" name="Freeform 24">
              <a:extLst>
                <a:ext uri="{FF2B5EF4-FFF2-40B4-BE49-F238E27FC236}">
                  <a16:creationId xmlns:a16="http://schemas.microsoft.com/office/drawing/2014/main" id="{4AACD05E-2A73-45DA-A4EE-D7EC0C9C9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772"/>
              <a:ext cx="57" cy="78"/>
            </a:xfrm>
            <a:custGeom>
              <a:avLst/>
              <a:gdLst>
                <a:gd name="T0" fmla="*/ 432 w 19"/>
                <a:gd name="T1" fmla="*/ 28 h 25"/>
                <a:gd name="T2" fmla="*/ 27 w 19"/>
                <a:gd name="T3" fmla="*/ 215 h 25"/>
                <a:gd name="T4" fmla="*/ 0 w 19"/>
                <a:gd name="T5" fmla="*/ 243 h 25"/>
                <a:gd name="T6" fmla="*/ 0 w 19"/>
                <a:gd name="T7" fmla="*/ 427 h 25"/>
                <a:gd name="T8" fmla="*/ 0 w 19"/>
                <a:gd name="T9" fmla="*/ 459 h 25"/>
                <a:gd name="T10" fmla="*/ 0 w 19"/>
                <a:gd name="T11" fmla="*/ 487 h 25"/>
                <a:gd name="T12" fmla="*/ 243 w 19"/>
                <a:gd name="T13" fmla="*/ 758 h 25"/>
                <a:gd name="T14" fmla="*/ 459 w 19"/>
                <a:gd name="T15" fmla="*/ 487 h 25"/>
                <a:gd name="T16" fmla="*/ 459 w 19"/>
                <a:gd name="T17" fmla="*/ 515 h 25"/>
                <a:gd name="T18" fmla="*/ 513 w 19"/>
                <a:gd name="T19" fmla="*/ 59 h 25"/>
                <a:gd name="T20" fmla="*/ 486 w 19"/>
                <a:gd name="T21" fmla="*/ 28 h 25"/>
                <a:gd name="T22" fmla="*/ 432 w 19"/>
                <a:gd name="T23" fmla="*/ 28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" h="25">
                  <a:moveTo>
                    <a:pt x="16" y="1"/>
                  </a:moveTo>
                  <a:cubicBezTo>
                    <a:pt x="11" y="6"/>
                    <a:pt x="7" y="6"/>
                    <a:pt x="1" y="7"/>
                  </a:cubicBezTo>
                  <a:cubicBezTo>
                    <a:pt x="1" y="7"/>
                    <a:pt x="0" y="7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4" y="25"/>
                    <a:pt x="9" y="25"/>
                  </a:cubicBezTo>
                  <a:cubicBezTo>
                    <a:pt x="13" y="25"/>
                    <a:pt x="17" y="21"/>
                    <a:pt x="17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9" y="12"/>
                    <a:pt x="19" y="2"/>
                    <a:pt x="19" y="2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7" y="0"/>
                    <a:pt x="17" y="1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5" name="Oval 25">
              <a:extLst>
                <a:ext uri="{FF2B5EF4-FFF2-40B4-BE49-F238E27FC236}">
                  <a16:creationId xmlns:a16="http://schemas.microsoft.com/office/drawing/2014/main" id="{A2B71427-4EFC-4476-BA3F-CAF3D477A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800"/>
              <a:ext cx="41" cy="44"/>
            </a:xfrm>
            <a:prstGeom prst="ellipse">
              <a:avLst/>
            </a:pr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46" name="Oval 26">
              <a:extLst>
                <a:ext uri="{FF2B5EF4-FFF2-40B4-BE49-F238E27FC236}">
                  <a16:creationId xmlns:a16="http://schemas.microsoft.com/office/drawing/2014/main" id="{34859CC9-717D-4093-8079-43FB4A2D1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1819"/>
              <a:ext cx="12" cy="9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47" name="Oval 27">
              <a:extLst>
                <a:ext uri="{FF2B5EF4-FFF2-40B4-BE49-F238E27FC236}">
                  <a16:creationId xmlns:a16="http://schemas.microsoft.com/office/drawing/2014/main" id="{22BF0A01-6201-4420-A4B1-E85CE684C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812"/>
              <a:ext cx="23" cy="23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48" name="Freeform 28">
              <a:extLst>
                <a:ext uri="{FF2B5EF4-FFF2-40B4-BE49-F238E27FC236}">
                  <a16:creationId xmlns:a16="http://schemas.microsoft.com/office/drawing/2014/main" id="{6FAB3AC2-C0A4-40F7-8A9C-EF18BB191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778"/>
              <a:ext cx="47" cy="44"/>
            </a:xfrm>
            <a:custGeom>
              <a:avLst/>
              <a:gdLst>
                <a:gd name="T0" fmla="*/ 405 w 16"/>
                <a:gd name="T1" fmla="*/ 0 h 14"/>
                <a:gd name="T2" fmla="*/ 0 w 16"/>
                <a:gd name="T3" fmla="*/ 189 h 14"/>
                <a:gd name="T4" fmla="*/ 0 w 16"/>
                <a:gd name="T5" fmla="*/ 374 h 14"/>
                <a:gd name="T6" fmla="*/ 26 w 16"/>
                <a:gd name="T7" fmla="*/ 405 h 14"/>
                <a:gd name="T8" fmla="*/ 209 w 16"/>
                <a:gd name="T9" fmla="*/ 217 h 14"/>
                <a:gd name="T10" fmla="*/ 379 w 16"/>
                <a:gd name="T11" fmla="*/ 434 h 14"/>
                <a:gd name="T12" fmla="*/ 405 w 16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4">
                  <a:moveTo>
                    <a:pt x="16" y="0"/>
                  </a:moveTo>
                  <a:cubicBezTo>
                    <a:pt x="11" y="5"/>
                    <a:pt x="6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0"/>
                    <a:pt x="4" y="7"/>
                    <a:pt x="8" y="7"/>
                  </a:cubicBezTo>
                  <a:cubicBezTo>
                    <a:pt x="12" y="7"/>
                    <a:pt x="15" y="10"/>
                    <a:pt x="15" y="14"/>
                  </a:cubicBezTo>
                  <a:cubicBezTo>
                    <a:pt x="16" y="9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9" name="Freeform 29">
              <a:extLst>
                <a:ext uri="{FF2B5EF4-FFF2-40B4-BE49-F238E27FC236}">
                  <a16:creationId xmlns:a16="http://schemas.microsoft.com/office/drawing/2014/main" id="{9907EDDE-399A-46AF-8FB2-1E175EB62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522"/>
              <a:ext cx="64" cy="73"/>
            </a:xfrm>
            <a:custGeom>
              <a:avLst/>
              <a:gdLst>
                <a:gd name="T0" fmla="*/ 169 w 22"/>
                <a:gd name="T1" fmla="*/ 32 h 23"/>
                <a:gd name="T2" fmla="*/ 49 w 22"/>
                <a:gd name="T3" fmla="*/ 292 h 23"/>
                <a:gd name="T4" fmla="*/ 0 w 22"/>
                <a:gd name="T5" fmla="*/ 444 h 23"/>
                <a:gd name="T6" fmla="*/ 221 w 22"/>
                <a:gd name="T7" fmla="*/ 736 h 23"/>
                <a:gd name="T8" fmla="*/ 416 w 22"/>
                <a:gd name="T9" fmla="*/ 514 h 23"/>
                <a:gd name="T10" fmla="*/ 416 w 22"/>
                <a:gd name="T11" fmla="*/ 514 h 23"/>
                <a:gd name="T12" fmla="*/ 541 w 22"/>
                <a:gd name="T13" fmla="*/ 251 h 23"/>
                <a:gd name="T14" fmla="*/ 541 w 22"/>
                <a:gd name="T15" fmla="*/ 222 h 23"/>
                <a:gd name="T16" fmla="*/ 541 w 22"/>
                <a:gd name="T17" fmla="*/ 190 h 23"/>
                <a:gd name="T18" fmla="*/ 515 w 22"/>
                <a:gd name="T19" fmla="*/ 190 h 23"/>
                <a:gd name="T20" fmla="*/ 271 w 22"/>
                <a:gd name="T21" fmla="*/ 102 h 23"/>
                <a:gd name="T22" fmla="*/ 244 w 22"/>
                <a:gd name="T23" fmla="*/ 32 h 23"/>
                <a:gd name="T24" fmla="*/ 221 w 22"/>
                <a:gd name="T25" fmla="*/ 0 h 23"/>
                <a:gd name="T26" fmla="*/ 169 w 22"/>
                <a:gd name="T27" fmla="*/ 32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23">
                  <a:moveTo>
                    <a:pt x="7" y="1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0" y="12"/>
                    <a:pt x="0" y="14"/>
                  </a:cubicBezTo>
                  <a:cubicBezTo>
                    <a:pt x="0" y="19"/>
                    <a:pt x="4" y="23"/>
                    <a:pt x="9" y="23"/>
                  </a:cubicBezTo>
                  <a:cubicBezTo>
                    <a:pt x="13" y="23"/>
                    <a:pt x="16" y="20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7"/>
                    <a:pt x="22" y="7"/>
                  </a:cubicBezTo>
                  <a:cubicBezTo>
                    <a:pt x="22" y="7"/>
                    <a:pt x="22" y="7"/>
                    <a:pt x="22" y="6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19" y="6"/>
                    <a:pt x="11" y="5"/>
                    <a:pt x="11" y="3"/>
                  </a:cubicBezTo>
                  <a:cubicBezTo>
                    <a:pt x="11" y="3"/>
                    <a:pt x="10" y="1"/>
                    <a:pt x="10" y="1"/>
                  </a:cubicBezTo>
                  <a:cubicBezTo>
                    <a:pt x="10" y="1"/>
                    <a:pt x="9" y="0"/>
                    <a:pt x="9" y="0"/>
                  </a:cubicBezTo>
                  <a:cubicBezTo>
                    <a:pt x="8" y="0"/>
                    <a:pt x="8" y="0"/>
                    <a:pt x="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0" name="Oval 30">
              <a:extLst>
                <a:ext uri="{FF2B5EF4-FFF2-40B4-BE49-F238E27FC236}">
                  <a16:creationId xmlns:a16="http://schemas.microsoft.com/office/drawing/2014/main" id="{EA4A29DA-95AC-4C7B-ABE5-B823E7AFF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1544"/>
              <a:ext cx="42" cy="45"/>
            </a:xfrm>
            <a:prstGeom prst="ellipse">
              <a:avLst/>
            </a:pr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51" name="Oval 31">
              <a:extLst>
                <a:ext uri="{FF2B5EF4-FFF2-40B4-BE49-F238E27FC236}">
                  <a16:creationId xmlns:a16="http://schemas.microsoft.com/office/drawing/2014/main" id="{646AFB63-7760-412C-8613-D148E3B41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6" y="1563"/>
              <a:ext cx="12" cy="9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52" name="Oval 32">
              <a:extLst>
                <a:ext uri="{FF2B5EF4-FFF2-40B4-BE49-F238E27FC236}">
                  <a16:creationId xmlns:a16="http://schemas.microsoft.com/office/drawing/2014/main" id="{A3861835-5B70-4988-BAEB-DF1057129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557"/>
              <a:ext cx="24" cy="21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53" name="Freeform 33">
              <a:extLst>
                <a:ext uri="{FF2B5EF4-FFF2-40B4-BE49-F238E27FC236}">
                  <a16:creationId xmlns:a16="http://schemas.microsoft.com/office/drawing/2014/main" id="{3FAA1376-A41B-44B3-B981-D566A25F4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525"/>
              <a:ext cx="51" cy="44"/>
            </a:xfrm>
            <a:custGeom>
              <a:avLst/>
              <a:gdLst>
                <a:gd name="T0" fmla="*/ 324 w 17"/>
                <a:gd name="T1" fmla="*/ 405 h 14"/>
                <a:gd name="T2" fmla="*/ 324 w 17"/>
                <a:gd name="T3" fmla="*/ 434 h 14"/>
                <a:gd name="T4" fmla="*/ 459 w 17"/>
                <a:gd name="T5" fmla="*/ 189 h 14"/>
                <a:gd name="T6" fmla="*/ 135 w 17"/>
                <a:gd name="T7" fmla="*/ 60 h 14"/>
                <a:gd name="T8" fmla="*/ 135 w 17"/>
                <a:gd name="T9" fmla="*/ 0 h 14"/>
                <a:gd name="T10" fmla="*/ 0 w 17"/>
                <a:gd name="T11" fmla="*/ 248 h 14"/>
                <a:gd name="T12" fmla="*/ 135 w 17"/>
                <a:gd name="T13" fmla="*/ 189 h 14"/>
                <a:gd name="T14" fmla="*/ 324 w 17"/>
                <a:gd name="T15" fmla="*/ 405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4">
                  <a:moveTo>
                    <a:pt x="12" y="13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1" y="6"/>
                    <a:pt x="6" y="5"/>
                    <a:pt x="5" y="2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7"/>
                    <a:pt x="3" y="6"/>
                    <a:pt x="5" y="6"/>
                  </a:cubicBezTo>
                  <a:cubicBezTo>
                    <a:pt x="9" y="6"/>
                    <a:pt x="12" y="9"/>
                    <a:pt x="12" y="13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4" name="Freeform 34">
              <a:extLst>
                <a:ext uri="{FF2B5EF4-FFF2-40B4-BE49-F238E27FC236}">
                  <a16:creationId xmlns:a16="http://schemas.microsoft.com/office/drawing/2014/main" id="{728C7F67-C38B-474E-A310-9780C3EEE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512"/>
              <a:ext cx="60" cy="83"/>
            </a:xfrm>
            <a:custGeom>
              <a:avLst/>
              <a:gdLst>
                <a:gd name="T0" fmla="*/ 378 w 20"/>
                <a:gd name="T1" fmla="*/ 0 h 26"/>
                <a:gd name="T2" fmla="*/ 351 w 20"/>
                <a:gd name="T3" fmla="*/ 32 h 26"/>
                <a:gd name="T4" fmla="*/ 216 w 20"/>
                <a:gd name="T5" fmla="*/ 223 h 26"/>
                <a:gd name="T6" fmla="*/ 27 w 20"/>
                <a:gd name="T7" fmla="*/ 386 h 26"/>
                <a:gd name="T8" fmla="*/ 27 w 20"/>
                <a:gd name="T9" fmla="*/ 428 h 26"/>
                <a:gd name="T10" fmla="*/ 81 w 20"/>
                <a:gd name="T11" fmla="*/ 623 h 26"/>
                <a:gd name="T12" fmla="*/ 81 w 20"/>
                <a:gd name="T13" fmla="*/ 623 h 26"/>
                <a:gd name="T14" fmla="*/ 324 w 20"/>
                <a:gd name="T15" fmla="*/ 846 h 26"/>
                <a:gd name="T16" fmla="*/ 540 w 20"/>
                <a:gd name="T17" fmla="*/ 549 h 26"/>
                <a:gd name="T18" fmla="*/ 540 w 20"/>
                <a:gd name="T19" fmla="*/ 488 h 26"/>
                <a:gd name="T20" fmla="*/ 432 w 20"/>
                <a:gd name="T21" fmla="*/ 61 h 26"/>
                <a:gd name="T22" fmla="*/ 432 w 20"/>
                <a:gd name="T23" fmla="*/ 32 h 26"/>
                <a:gd name="T24" fmla="*/ 432 w 20"/>
                <a:gd name="T25" fmla="*/ 32 h 26"/>
                <a:gd name="T26" fmla="*/ 378 w 20"/>
                <a:gd name="T27" fmla="*/ 0 h 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" h="26">
                  <a:moveTo>
                    <a:pt x="14" y="0"/>
                  </a:moveTo>
                  <a:cubicBezTo>
                    <a:pt x="14" y="0"/>
                    <a:pt x="13" y="0"/>
                    <a:pt x="13" y="1"/>
                  </a:cubicBezTo>
                  <a:cubicBezTo>
                    <a:pt x="11" y="5"/>
                    <a:pt x="10" y="6"/>
                    <a:pt x="8" y="7"/>
                  </a:cubicBezTo>
                  <a:cubicBezTo>
                    <a:pt x="6" y="7"/>
                    <a:pt x="3" y="10"/>
                    <a:pt x="1" y="12"/>
                  </a:cubicBezTo>
                  <a:cubicBezTo>
                    <a:pt x="1" y="12"/>
                    <a:pt x="0" y="13"/>
                    <a:pt x="1" y="13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3"/>
                    <a:pt x="8" y="26"/>
                    <a:pt x="12" y="26"/>
                  </a:cubicBezTo>
                  <a:cubicBezTo>
                    <a:pt x="16" y="26"/>
                    <a:pt x="20" y="22"/>
                    <a:pt x="20" y="17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17" y="6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0"/>
                    <a:pt x="15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5" name="Oval 35">
              <a:extLst>
                <a:ext uri="{FF2B5EF4-FFF2-40B4-BE49-F238E27FC236}">
                  <a16:creationId xmlns:a16="http://schemas.microsoft.com/office/drawing/2014/main" id="{3694BB10-9164-48CF-ACE3-DA66E2400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544"/>
              <a:ext cx="41" cy="45"/>
            </a:xfrm>
            <a:prstGeom prst="ellipse">
              <a:avLst/>
            </a:pr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56" name="Oval 36">
              <a:extLst>
                <a:ext uri="{FF2B5EF4-FFF2-40B4-BE49-F238E27FC236}">
                  <a16:creationId xmlns:a16="http://schemas.microsoft.com/office/drawing/2014/main" id="{FB398149-0B7F-4F66-95F4-10E67782D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1563"/>
              <a:ext cx="12" cy="9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57" name="Oval 37">
              <a:extLst>
                <a:ext uri="{FF2B5EF4-FFF2-40B4-BE49-F238E27FC236}">
                  <a16:creationId xmlns:a16="http://schemas.microsoft.com/office/drawing/2014/main" id="{4744746E-EE14-4ADD-85B9-2F2FDACE0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557"/>
              <a:ext cx="23" cy="21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58" name="Freeform 38">
              <a:extLst>
                <a:ext uri="{FF2B5EF4-FFF2-40B4-BE49-F238E27FC236}">
                  <a16:creationId xmlns:a16="http://schemas.microsoft.com/office/drawing/2014/main" id="{1183983B-45CB-446C-80E8-EB5520014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516"/>
              <a:ext cx="50" cy="56"/>
            </a:xfrm>
            <a:custGeom>
              <a:avLst/>
              <a:gdLst>
                <a:gd name="T0" fmla="*/ 182 w 17"/>
                <a:gd name="T1" fmla="*/ 212 h 18"/>
                <a:gd name="T2" fmla="*/ 0 w 17"/>
                <a:gd name="T3" fmla="*/ 358 h 18"/>
                <a:gd name="T4" fmla="*/ 76 w 17"/>
                <a:gd name="T5" fmla="*/ 541 h 18"/>
                <a:gd name="T6" fmla="*/ 76 w 17"/>
                <a:gd name="T7" fmla="*/ 541 h 18"/>
                <a:gd name="T8" fmla="*/ 76 w 17"/>
                <a:gd name="T9" fmla="*/ 485 h 18"/>
                <a:gd name="T10" fmla="*/ 250 w 17"/>
                <a:gd name="T11" fmla="*/ 271 h 18"/>
                <a:gd name="T12" fmla="*/ 432 w 17"/>
                <a:gd name="T13" fmla="*/ 454 h 18"/>
                <a:gd name="T14" fmla="*/ 432 w 17"/>
                <a:gd name="T15" fmla="*/ 454 h 18"/>
                <a:gd name="T16" fmla="*/ 329 w 17"/>
                <a:gd name="T17" fmla="*/ 28 h 18"/>
                <a:gd name="T18" fmla="*/ 303 w 17"/>
                <a:gd name="T19" fmla="*/ 0 h 18"/>
                <a:gd name="T20" fmla="*/ 182 w 17"/>
                <a:gd name="T21" fmla="*/ 212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18">
                  <a:moveTo>
                    <a:pt x="7" y="7"/>
                  </a:moveTo>
                  <a:cubicBezTo>
                    <a:pt x="4" y="8"/>
                    <a:pt x="2" y="10"/>
                    <a:pt x="0" y="12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7"/>
                    <a:pt x="3" y="17"/>
                    <a:pt x="3" y="16"/>
                  </a:cubicBezTo>
                  <a:cubicBezTo>
                    <a:pt x="3" y="12"/>
                    <a:pt x="6" y="9"/>
                    <a:pt x="10" y="9"/>
                  </a:cubicBezTo>
                  <a:cubicBezTo>
                    <a:pt x="13" y="9"/>
                    <a:pt x="16" y="12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4" y="5"/>
                    <a:pt x="13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4"/>
                    <a:pt x="9" y="6"/>
                    <a:pt x="7" y="7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9" name="Freeform 39">
              <a:extLst>
                <a:ext uri="{FF2B5EF4-FFF2-40B4-BE49-F238E27FC236}">
                  <a16:creationId xmlns:a16="http://schemas.microsoft.com/office/drawing/2014/main" id="{078B4D1F-7F86-40D2-B74D-CB60EFFE2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076"/>
              <a:ext cx="183" cy="126"/>
            </a:xfrm>
            <a:custGeom>
              <a:avLst/>
              <a:gdLst>
                <a:gd name="T0" fmla="*/ 1594 w 62"/>
                <a:gd name="T1" fmla="*/ 0 h 40"/>
                <a:gd name="T2" fmla="*/ 0 w 62"/>
                <a:gd name="T3" fmla="*/ 567 h 40"/>
                <a:gd name="T4" fmla="*/ 540 w 62"/>
                <a:gd name="T5" fmla="*/ 1251 h 40"/>
                <a:gd name="T6" fmla="*/ 567 w 62"/>
                <a:gd name="T7" fmla="*/ 1251 h 40"/>
                <a:gd name="T8" fmla="*/ 1594 w 62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0">
                  <a:moveTo>
                    <a:pt x="62" y="0"/>
                  </a:moveTo>
                  <a:cubicBezTo>
                    <a:pt x="47" y="14"/>
                    <a:pt x="22" y="22"/>
                    <a:pt x="0" y="18"/>
                  </a:cubicBezTo>
                  <a:cubicBezTo>
                    <a:pt x="10" y="21"/>
                    <a:pt x="23" y="31"/>
                    <a:pt x="21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32" y="24"/>
                    <a:pt x="57" y="19"/>
                    <a:pt x="62" y="0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0" name="Freeform 40">
              <a:extLst>
                <a:ext uri="{FF2B5EF4-FFF2-40B4-BE49-F238E27FC236}">
                  <a16:creationId xmlns:a16="http://schemas.microsoft.com/office/drawing/2014/main" id="{926664F8-FCA9-409E-97FD-FFC7262590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1" y="3070"/>
              <a:ext cx="195" cy="139"/>
            </a:xfrm>
            <a:custGeom>
              <a:avLst/>
              <a:gdLst>
                <a:gd name="T0" fmla="*/ 1625 w 66"/>
                <a:gd name="T1" fmla="*/ 0 h 44"/>
                <a:gd name="T2" fmla="*/ 53 w 66"/>
                <a:gd name="T3" fmla="*/ 600 h 44"/>
                <a:gd name="T4" fmla="*/ 0 w 66"/>
                <a:gd name="T5" fmla="*/ 629 h 44"/>
                <a:gd name="T6" fmla="*/ 27 w 66"/>
                <a:gd name="T7" fmla="*/ 660 h 44"/>
                <a:gd name="T8" fmla="*/ 567 w 66"/>
                <a:gd name="T9" fmla="*/ 1327 h 44"/>
                <a:gd name="T10" fmla="*/ 594 w 66"/>
                <a:gd name="T11" fmla="*/ 1387 h 44"/>
                <a:gd name="T12" fmla="*/ 647 w 66"/>
                <a:gd name="T13" fmla="*/ 1358 h 44"/>
                <a:gd name="T14" fmla="*/ 1135 w 66"/>
                <a:gd name="T15" fmla="*/ 818 h 44"/>
                <a:gd name="T16" fmla="*/ 1675 w 66"/>
                <a:gd name="T17" fmla="*/ 60 h 44"/>
                <a:gd name="T18" fmla="*/ 1675 w 66"/>
                <a:gd name="T19" fmla="*/ 0 h 44"/>
                <a:gd name="T20" fmla="*/ 1625 w 66"/>
                <a:gd name="T21" fmla="*/ 0 h 44"/>
                <a:gd name="T22" fmla="*/ 27 w 66"/>
                <a:gd name="T23" fmla="*/ 660 h 44"/>
                <a:gd name="T24" fmla="*/ 53 w 66"/>
                <a:gd name="T25" fmla="*/ 698 h 44"/>
                <a:gd name="T26" fmla="*/ 27 w 66"/>
                <a:gd name="T27" fmla="*/ 660 h 44"/>
                <a:gd name="T28" fmla="*/ 1545 w 66"/>
                <a:gd name="T29" fmla="*/ 190 h 44"/>
                <a:gd name="T30" fmla="*/ 1081 w 66"/>
                <a:gd name="T31" fmla="*/ 758 h 44"/>
                <a:gd name="T32" fmla="*/ 647 w 66"/>
                <a:gd name="T33" fmla="*/ 1197 h 44"/>
                <a:gd name="T34" fmla="*/ 263 w 66"/>
                <a:gd name="T35" fmla="*/ 698 h 44"/>
                <a:gd name="T36" fmla="*/ 1545 w 66"/>
                <a:gd name="T37" fmla="*/ 190 h 44"/>
                <a:gd name="T38" fmla="*/ 647 w 66"/>
                <a:gd name="T39" fmla="*/ 1327 h 44"/>
                <a:gd name="T40" fmla="*/ 647 w 66"/>
                <a:gd name="T41" fmla="*/ 1327 h 44"/>
                <a:gd name="T42" fmla="*/ 647 w 66"/>
                <a:gd name="T43" fmla="*/ 1327 h 44"/>
                <a:gd name="T44" fmla="*/ 647 w 66"/>
                <a:gd name="T45" fmla="*/ 1327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6" h="44">
                  <a:moveTo>
                    <a:pt x="63" y="0"/>
                  </a:moveTo>
                  <a:cubicBezTo>
                    <a:pt x="47" y="15"/>
                    <a:pt x="23" y="22"/>
                    <a:pt x="2" y="19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1"/>
                    <a:pt x="1" y="21"/>
                  </a:cubicBezTo>
                  <a:cubicBezTo>
                    <a:pt x="11" y="24"/>
                    <a:pt x="24" y="34"/>
                    <a:pt x="22" y="42"/>
                  </a:cubicBezTo>
                  <a:cubicBezTo>
                    <a:pt x="22" y="42"/>
                    <a:pt x="22" y="43"/>
                    <a:pt x="23" y="44"/>
                  </a:cubicBezTo>
                  <a:cubicBezTo>
                    <a:pt x="24" y="44"/>
                    <a:pt x="24" y="44"/>
                    <a:pt x="25" y="43"/>
                  </a:cubicBezTo>
                  <a:cubicBezTo>
                    <a:pt x="29" y="36"/>
                    <a:pt x="37" y="31"/>
                    <a:pt x="44" y="26"/>
                  </a:cubicBezTo>
                  <a:cubicBezTo>
                    <a:pt x="53" y="20"/>
                    <a:pt x="63" y="13"/>
                    <a:pt x="65" y="2"/>
                  </a:cubicBezTo>
                  <a:cubicBezTo>
                    <a:pt x="66" y="1"/>
                    <a:pt x="65" y="1"/>
                    <a:pt x="65" y="0"/>
                  </a:cubicBezTo>
                  <a:cubicBezTo>
                    <a:pt x="64" y="0"/>
                    <a:pt x="63" y="0"/>
                    <a:pt x="63" y="0"/>
                  </a:cubicBezTo>
                  <a:close/>
                  <a:moveTo>
                    <a:pt x="1" y="21"/>
                  </a:moveTo>
                  <a:cubicBezTo>
                    <a:pt x="2" y="22"/>
                    <a:pt x="2" y="21"/>
                    <a:pt x="2" y="22"/>
                  </a:cubicBezTo>
                  <a:cubicBezTo>
                    <a:pt x="2" y="22"/>
                    <a:pt x="2" y="22"/>
                    <a:pt x="1" y="21"/>
                  </a:cubicBezTo>
                  <a:close/>
                  <a:moveTo>
                    <a:pt x="60" y="6"/>
                  </a:moveTo>
                  <a:cubicBezTo>
                    <a:pt x="57" y="13"/>
                    <a:pt x="50" y="18"/>
                    <a:pt x="42" y="24"/>
                  </a:cubicBezTo>
                  <a:cubicBezTo>
                    <a:pt x="36" y="28"/>
                    <a:pt x="29" y="32"/>
                    <a:pt x="25" y="38"/>
                  </a:cubicBezTo>
                  <a:cubicBezTo>
                    <a:pt x="23" y="32"/>
                    <a:pt x="17" y="26"/>
                    <a:pt x="10" y="22"/>
                  </a:cubicBezTo>
                  <a:cubicBezTo>
                    <a:pt x="28" y="23"/>
                    <a:pt x="47" y="17"/>
                    <a:pt x="60" y="6"/>
                  </a:cubicBezTo>
                  <a:close/>
                  <a:moveTo>
                    <a:pt x="25" y="42"/>
                  </a:moveTo>
                  <a:cubicBezTo>
                    <a:pt x="25" y="42"/>
                    <a:pt x="25" y="42"/>
                    <a:pt x="25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2"/>
                    <a:pt x="25" y="42"/>
                    <a:pt x="25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1" name="Freeform 41">
              <a:extLst>
                <a:ext uri="{FF2B5EF4-FFF2-40B4-BE49-F238E27FC236}">
                  <a16:creationId xmlns:a16="http://schemas.microsoft.com/office/drawing/2014/main" id="{AE23FC1F-9C39-4289-8CAE-09FE36241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134"/>
              <a:ext cx="204" cy="166"/>
            </a:xfrm>
            <a:custGeom>
              <a:avLst/>
              <a:gdLst>
                <a:gd name="T0" fmla="*/ 1783 w 69"/>
                <a:gd name="T1" fmla="*/ 0 h 53"/>
                <a:gd name="T2" fmla="*/ 568 w 69"/>
                <a:gd name="T3" fmla="*/ 401 h 53"/>
                <a:gd name="T4" fmla="*/ 27 w 69"/>
                <a:gd name="T5" fmla="*/ 1629 h 53"/>
                <a:gd name="T6" fmla="*/ 621 w 69"/>
                <a:gd name="T7" fmla="*/ 589 h 53"/>
                <a:gd name="T8" fmla="*/ 1783 w 6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3">
                  <a:moveTo>
                    <a:pt x="69" y="0"/>
                  </a:moveTo>
                  <a:cubicBezTo>
                    <a:pt x="61" y="5"/>
                    <a:pt x="36" y="11"/>
                    <a:pt x="22" y="13"/>
                  </a:cubicBezTo>
                  <a:cubicBezTo>
                    <a:pt x="8" y="15"/>
                    <a:pt x="0" y="25"/>
                    <a:pt x="1" y="53"/>
                  </a:cubicBezTo>
                  <a:cubicBezTo>
                    <a:pt x="2" y="39"/>
                    <a:pt x="11" y="22"/>
                    <a:pt x="24" y="19"/>
                  </a:cubicBezTo>
                  <a:cubicBezTo>
                    <a:pt x="37" y="16"/>
                    <a:pt x="60" y="8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2" name="Freeform 42">
              <a:extLst>
                <a:ext uri="{FF2B5EF4-FFF2-40B4-BE49-F238E27FC236}">
                  <a16:creationId xmlns:a16="http://schemas.microsoft.com/office/drawing/2014/main" id="{2684A6E2-11BD-4CA3-BFCA-AEB884D6F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566"/>
              <a:ext cx="101" cy="206"/>
            </a:xfrm>
            <a:custGeom>
              <a:avLst/>
              <a:gdLst>
                <a:gd name="T0" fmla="*/ 891 w 34"/>
                <a:gd name="T1" fmla="*/ 0 h 65"/>
                <a:gd name="T2" fmla="*/ 53 w 34"/>
                <a:gd name="T3" fmla="*/ 2070 h 65"/>
                <a:gd name="T4" fmla="*/ 891 w 34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65">
                  <a:moveTo>
                    <a:pt x="34" y="0"/>
                  </a:moveTo>
                  <a:cubicBezTo>
                    <a:pt x="13" y="13"/>
                    <a:pt x="0" y="52"/>
                    <a:pt x="2" y="65"/>
                  </a:cubicBezTo>
                  <a:cubicBezTo>
                    <a:pt x="7" y="52"/>
                    <a:pt x="22" y="12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3" name="Freeform 43">
              <a:extLst>
                <a:ext uri="{FF2B5EF4-FFF2-40B4-BE49-F238E27FC236}">
                  <a16:creationId xmlns:a16="http://schemas.microsoft.com/office/drawing/2014/main" id="{326F3A7E-A844-4593-B420-F130371B5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911"/>
              <a:ext cx="75" cy="201"/>
            </a:xfrm>
            <a:custGeom>
              <a:avLst/>
              <a:gdLst>
                <a:gd name="T0" fmla="*/ 675 w 25"/>
                <a:gd name="T1" fmla="*/ 0 h 64"/>
                <a:gd name="T2" fmla="*/ 0 w 25"/>
                <a:gd name="T3" fmla="*/ 1982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4">
                  <a:moveTo>
                    <a:pt x="25" y="0"/>
                  </a:moveTo>
                  <a:cubicBezTo>
                    <a:pt x="11" y="14"/>
                    <a:pt x="2" y="33"/>
                    <a:pt x="0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4" name="Freeform 44">
              <a:extLst>
                <a:ext uri="{FF2B5EF4-FFF2-40B4-BE49-F238E27FC236}">
                  <a16:creationId xmlns:a16="http://schemas.microsoft.com/office/drawing/2014/main" id="{414DF697-59D3-4C82-AA57-BA8312E59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010"/>
              <a:ext cx="231" cy="212"/>
            </a:xfrm>
            <a:custGeom>
              <a:avLst/>
              <a:gdLst>
                <a:gd name="T0" fmla="*/ 2026 w 78"/>
                <a:gd name="T1" fmla="*/ 221 h 67"/>
                <a:gd name="T2" fmla="*/ 385 w 78"/>
                <a:gd name="T3" fmla="*/ 541 h 67"/>
                <a:gd name="T4" fmla="*/ 0 w 78"/>
                <a:gd name="T5" fmla="*/ 2123 h 67"/>
                <a:gd name="T6" fmla="*/ 729 w 78"/>
                <a:gd name="T7" fmla="*/ 471 h 67"/>
                <a:gd name="T8" fmla="*/ 2026 w 78"/>
                <a:gd name="T9" fmla="*/ 22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7">
                  <a:moveTo>
                    <a:pt x="78" y="7"/>
                  </a:moveTo>
                  <a:cubicBezTo>
                    <a:pt x="57" y="4"/>
                    <a:pt x="24" y="0"/>
                    <a:pt x="15" y="17"/>
                  </a:cubicBezTo>
                  <a:cubicBezTo>
                    <a:pt x="6" y="34"/>
                    <a:pt x="6" y="56"/>
                    <a:pt x="0" y="67"/>
                  </a:cubicBezTo>
                  <a:cubicBezTo>
                    <a:pt x="16" y="44"/>
                    <a:pt x="12" y="21"/>
                    <a:pt x="28" y="15"/>
                  </a:cubicBezTo>
                  <a:cubicBezTo>
                    <a:pt x="44" y="9"/>
                    <a:pt x="66" y="5"/>
                    <a:pt x="7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5" name="Freeform 45">
              <a:extLst>
                <a:ext uri="{FF2B5EF4-FFF2-40B4-BE49-F238E27FC236}">
                  <a16:creationId xmlns:a16="http://schemas.microsoft.com/office/drawing/2014/main" id="{61D0E0DF-FC34-4FDD-AE0A-F62AEA458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155"/>
              <a:ext cx="91" cy="319"/>
            </a:xfrm>
            <a:custGeom>
              <a:avLst/>
              <a:gdLst>
                <a:gd name="T0" fmla="*/ 784 w 31"/>
                <a:gd name="T1" fmla="*/ 60 h 101"/>
                <a:gd name="T2" fmla="*/ 53 w 31"/>
                <a:gd name="T3" fmla="*/ 1068 h 101"/>
                <a:gd name="T4" fmla="*/ 103 w 31"/>
                <a:gd name="T5" fmla="*/ 3184 h 101"/>
                <a:gd name="T6" fmla="*/ 182 w 31"/>
                <a:gd name="T7" fmla="*/ 919 h 101"/>
                <a:gd name="T8" fmla="*/ 784 w 31"/>
                <a:gd name="T9" fmla="*/ 6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1">
                  <a:moveTo>
                    <a:pt x="31" y="2"/>
                  </a:moveTo>
                  <a:cubicBezTo>
                    <a:pt x="13" y="0"/>
                    <a:pt x="4" y="12"/>
                    <a:pt x="2" y="34"/>
                  </a:cubicBezTo>
                  <a:cubicBezTo>
                    <a:pt x="0" y="56"/>
                    <a:pt x="8" y="90"/>
                    <a:pt x="4" y="101"/>
                  </a:cubicBezTo>
                  <a:cubicBezTo>
                    <a:pt x="8" y="83"/>
                    <a:pt x="4" y="40"/>
                    <a:pt x="7" y="29"/>
                  </a:cubicBezTo>
                  <a:cubicBezTo>
                    <a:pt x="10" y="18"/>
                    <a:pt x="22" y="4"/>
                    <a:pt x="3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6" name="Freeform 46">
              <a:extLst>
                <a:ext uri="{FF2B5EF4-FFF2-40B4-BE49-F238E27FC236}">
                  <a16:creationId xmlns:a16="http://schemas.microsoft.com/office/drawing/2014/main" id="{6ED318BD-A75E-4B29-AA00-E1FDB184F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209"/>
              <a:ext cx="56" cy="65"/>
            </a:xfrm>
            <a:custGeom>
              <a:avLst/>
              <a:gdLst>
                <a:gd name="T0" fmla="*/ 304 w 19"/>
                <a:gd name="T1" fmla="*/ 0 h 21"/>
                <a:gd name="T2" fmla="*/ 236 w 19"/>
                <a:gd name="T3" fmla="*/ 356 h 21"/>
                <a:gd name="T4" fmla="*/ 0 w 19"/>
                <a:gd name="T5" fmla="*/ 594 h 21"/>
                <a:gd name="T6" fmla="*/ 486 w 19"/>
                <a:gd name="T7" fmla="*/ 594 h 21"/>
                <a:gd name="T8" fmla="*/ 383 w 19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2" y="0"/>
                  </a:moveTo>
                  <a:cubicBezTo>
                    <a:pt x="14" y="4"/>
                    <a:pt x="12" y="9"/>
                    <a:pt x="9" y="12"/>
                  </a:cubicBezTo>
                  <a:cubicBezTo>
                    <a:pt x="7" y="15"/>
                    <a:pt x="2" y="16"/>
                    <a:pt x="0" y="20"/>
                  </a:cubicBezTo>
                  <a:cubicBezTo>
                    <a:pt x="6" y="21"/>
                    <a:pt x="15" y="15"/>
                    <a:pt x="19" y="20"/>
                  </a:cubicBezTo>
                  <a:cubicBezTo>
                    <a:pt x="15" y="14"/>
                    <a:pt x="13" y="6"/>
                    <a:pt x="15" y="0"/>
                  </a:cubicBezTo>
                </a:path>
              </a:pathLst>
            </a:custGeom>
            <a:solidFill>
              <a:srgbClr val="ACA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7" name="Freeform 47">
              <a:extLst>
                <a:ext uri="{FF2B5EF4-FFF2-40B4-BE49-F238E27FC236}">
                  <a16:creationId xmlns:a16="http://schemas.microsoft.com/office/drawing/2014/main" id="{7C7DA207-9A0F-4042-A415-E0F8515D0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271"/>
              <a:ext cx="65" cy="51"/>
            </a:xfrm>
            <a:custGeom>
              <a:avLst/>
              <a:gdLst>
                <a:gd name="T0" fmla="*/ 0 w 22"/>
                <a:gd name="T1" fmla="*/ 131 h 16"/>
                <a:gd name="T2" fmla="*/ 157 w 22"/>
                <a:gd name="T3" fmla="*/ 520 h 16"/>
                <a:gd name="T4" fmla="*/ 567 w 22"/>
                <a:gd name="T5" fmla="*/ 102 h 16"/>
                <a:gd name="T6" fmla="*/ 210 w 22"/>
                <a:gd name="T7" fmla="*/ 10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0" y="4"/>
                  </a:moveTo>
                  <a:cubicBezTo>
                    <a:pt x="5" y="7"/>
                    <a:pt x="5" y="11"/>
                    <a:pt x="6" y="16"/>
                  </a:cubicBezTo>
                  <a:cubicBezTo>
                    <a:pt x="7" y="6"/>
                    <a:pt x="20" y="9"/>
                    <a:pt x="22" y="3"/>
                  </a:cubicBezTo>
                  <a:cubicBezTo>
                    <a:pt x="19" y="0"/>
                    <a:pt x="12" y="4"/>
                    <a:pt x="8" y="3"/>
                  </a:cubicBezTo>
                </a:path>
              </a:pathLst>
            </a:custGeom>
            <a:solidFill>
              <a:srgbClr val="ACA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8" name="Freeform 48">
              <a:extLst>
                <a:ext uri="{FF2B5EF4-FFF2-40B4-BE49-F238E27FC236}">
                  <a16:creationId xmlns:a16="http://schemas.microsoft.com/office/drawing/2014/main" id="{F78E5889-290C-4198-A423-3C4FC0579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009"/>
              <a:ext cx="36" cy="47"/>
            </a:xfrm>
            <a:custGeom>
              <a:avLst/>
              <a:gdLst>
                <a:gd name="T0" fmla="*/ 54 w 12"/>
                <a:gd name="T1" fmla="*/ 28 h 15"/>
                <a:gd name="T2" fmla="*/ 162 w 12"/>
                <a:gd name="T3" fmla="*/ 461 h 15"/>
                <a:gd name="T4" fmla="*/ 324 w 12"/>
                <a:gd name="T5" fmla="*/ 188 h 15"/>
                <a:gd name="T6" fmla="*/ 0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2" y="1"/>
                  </a:moveTo>
                  <a:cubicBezTo>
                    <a:pt x="6" y="5"/>
                    <a:pt x="6" y="11"/>
                    <a:pt x="6" y="15"/>
                  </a:cubicBezTo>
                  <a:cubicBezTo>
                    <a:pt x="7" y="10"/>
                    <a:pt x="8" y="8"/>
                    <a:pt x="12" y="6"/>
                  </a:cubicBezTo>
                  <a:cubicBezTo>
                    <a:pt x="8" y="3"/>
                    <a:pt x="5" y="0"/>
                    <a:pt x="0" y="0"/>
                  </a:cubicBezTo>
                </a:path>
              </a:pathLst>
            </a:custGeom>
            <a:solidFill>
              <a:srgbClr val="ACA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9" name="Freeform 49">
              <a:extLst>
                <a:ext uri="{FF2B5EF4-FFF2-40B4-BE49-F238E27FC236}">
                  <a16:creationId xmlns:a16="http://schemas.microsoft.com/office/drawing/2014/main" id="{94705434-839C-4470-B280-87FC5BE3C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251"/>
              <a:ext cx="41" cy="124"/>
            </a:xfrm>
            <a:custGeom>
              <a:avLst/>
              <a:gdLst>
                <a:gd name="T0" fmla="*/ 179 w 14"/>
                <a:gd name="T1" fmla="*/ 0 h 39"/>
                <a:gd name="T2" fmla="*/ 0 w 14"/>
                <a:gd name="T3" fmla="*/ 1253 h 39"/>
                <a:gd name="T4" fmla="*/ 179 w 1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9">
                  <a:moveTo>
                    <a:pt x="7" y="0"/>
                  </a:moveTo>
                  <a:cubicBezTo>
                    <a:pt x="9" y="11"/>
                    <a:pt x="13" y="19"/>
                    <a:pt x="0" y="39"/>
                  </a:cubicBezTo>
                  <a:cubicBezTo>
                    <a:pt x="11" y="25"/>
                    <a:pt x="14" y="17"/>
                    <a:pt x="7" y="0"/>
                  </a:cubicBezTo>
                  <a:close/>
                </a:path>
              </a:pathLst>
            </a:custGeom>
            <a:solidFill>
              <a:srgbClr val="F8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0" name="Freeform 50">
              <a:extLst>
                <a:ext uri="{FF2B5EF4-FFF2-40B4-BE49-F238E27FC236}">
                  <a16:creationId xmlns:a16="http://schemas.microsoft.com/office/drawing/2014/main" id="{F44B485F-0E5C-4920-95BE-618AC3443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678"/>
              <a:ext cx="986" cy="694"/>
            </a:xfrm>
            <a:custGeom>
              <a:avLst/>
              <a:gdLst>
                <a:gd name="T0" fmla="*/ 290 w 333"/>
                <a:gd name="T1" fmla="*/ 278 h 220"/>
                <a:gd name="T2" fmla="*/ 518 w 333"/>
                <a:gd name="T3" fmla="*/ 2290 h 220"/>
                <a:gd name="T4" fmla="*/ 939 w 333"/>
                <a:gd name="T5" fmla="*/ 3265 h 220"/>
                <a:gd name="T6" fmla="*/ 1868 w 333"/>
                <a:gd name="T7" fmla="*/ 3265 h 220"/>
                <a:gd name="T8" fmla="*/ 2700 w 333"/>
                <a:gd name="T9" fmla="*/ 3483 h 220"/>
                <a:gd name="T10" fmla="*/ 3085 w 333"/>
                <a:gd name="T11" fmla="*/ 3861 h 220"/>
                <a:gd name="T12" fmla="*/ 2594 w 333"/>
                <a:gd name="T13" fmla="*/ 4678 h 220"/>
                <a:gd name="T14" fmla="*/ 2209 w 333"/>
                <a:gd name="T15" fmla="*/ 5363 h 220"/>
                <a:gd name="T16" fmla="*/ 3008 w 333"/>
                <a:gd name="T17" fmla="*/ 6281 h 220"/>
                <a:gd name="T18" fmla="*/ 3840 w 333"/>
                <a:gd name="T19" fmla="*/ 6498 h 220"/>
                <a:gd name="T20" fmla="*/ 3612 w 333"/>
                <a:gd name="T21" fmla="*/ 5621 h 220"/>
                <a:gd name="T22" fmla="*/ 3971 w 333"/>
                <a:gd name="T23" fmla="*/ 4360 h 220"/>
                <a:gd name="T24" fmla="*/ 4856 w 333"/>
                <a:gd name="T25" fmla="*/ 4808 h 220"/>
                <a:gd name="T26" fmla="*/ 5892 w 333"/>
                <a:gd name="T27" fmla="*/ 5274 h 220"/>
                <a:gd name="T28" fmla="*/ 6023 w 333"/>
                <a:gd name="T29" fmla="*/ 6309 h 220"/>
                <a:gd name="T30" fmla="*/ 6751 w 333"/>
                <a:gd name="T31" fmla="*/ 6776 h 220"/>
                <a:gd name="T32" fmla="*/ 6671 w 333"/>
                <a:gd name="T33" fmla="*/ 5871 h 220"/>
                <a:gd name="T34" fmla="*/ 6979 w 333"/>
                <a:gd name="T35" fmla="*/ 4997 h 220"/>
                <a:gd name="T36" fmla="*/ 7453 w 333"/>
                <a:gd name="T37" fmla="*/ 3991 h 220"/>
                <a:gd name="T38" fmla="*/ 8021 w 333"/>
                <a:gd name="T39" fmla="*/ 4549 h 220"/>
                <a:gd name="T40" fmla="*/ 8619 w 333"/>
                <a:gd name="T41" fmla="*/ 3890 h 220"/>
                <a:gd name="T42" fmla="*/ 8021 w 333"/>
                <a:gd name="T43" fmla="*/ 3363 h 220"/>
                <a:gd name="T44" fmla="*/ 7059 w 333"/>
                <a:gd name="T45" fmla="*/ 2915 h 220"/>
                <a:gd name="T46" fmla="*/ 6408 w 333"/>
                <a:gd name="T47" fmla="*/ 1732 h 220"/>
                <a:gd name="T48" fmla="*/ 4752 w 333"/>
                <a:gd name="T49" fmla="*/ 1224 h 220"/>
                <a:gd name="T50" fmla="*/ 2464 w 333"/>
                <a:gd name="T51" fmla="*/ 536 h 220"/>
                <a:gd name="T52" fmla="*/ 290 w 333"/>
                <a:gd name="T53" fmla="*/ 278 h 2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3" h="220">
                  <a:moveTo>
                    <a:pt x="11" y="9"/>
                  </a:moveTo>
                  <a:cubicBezTo>
                    <a:pt x="0" y="28"/>
                    <a:pt x="17" y="53"/>
                    <a:pt x="20" y="73"/>
                  </a:cubicBezTo>
                  <a:cubicBezTo>
                    <a:pt x="23" y="93"/>
                    <a:pt x="25" y="97"/>
                    <a:pt x="36" y="104"/>
                  </a:cubicBezTo>
                  <a:cubicBezTo>
                    <a:pt x="47" y="111"/>
                    <a:pt x="55" y="111"/>
                    <a:pt x="72" y="104"/>
                  </a:cubicBezTo>
                  <a:cubicBezTo>
                    <a:pt x="89" y="97"/>
                    <a:pt x="92" y="110"/>
                    <a:pt x="104" y="111"/>
                  </a:cubicBezTo>
                  <a:cubicBezTo>
                    <a:pt x="117" y="111"/>
                    <a:pt x="121" y="112"/>
                    <a:pt x="119" y="123"/>
                  </a:cubicBezTo>
                  <a:cubicBezTo>
                    <a:pt x="116" y="133"/>
                    <a:pt x="104" y="143"/>
                    <a:pt x="100" y="149"/>
                  </a:cubicBezTo>
                  <a:cubicBezTo>
                    <a:pt x="96" y="156"/>
                    <a:pt x="80" y="155"/>
                    <a:pt x="85" y="171"/>
                  </a:cubicBezTo>
                  <a:cubicBezTo>
                    <a:pt x="91" y="187"/>
                    <a:pt x="97" y="193"/>
                    <a:pt x="116" y="200"/>
                  </a:cubicBezTo>
                  <a:cubicBezTo>
                    <a:pt x="135" y="207"/>
                    <a:pt x="148" y="215"/>
                    <a:pt x="148" y="207"/>
                  </a:cubicBezTo>
                  <a:cubicBezTo>
                    <a:pt x="148" y="199"/>
                    <a:pt x="141" y="203"/>
                    <a:pt x="139" y="179"/>
                  </a:cubicBezTo>
                  <a:cubicBezTo>
                    <a:pt x="136" y="155"/>
                    <a:pt x="137" y="139"/>
                    <a:pt x="153" y="139"/>
                  </a:cubicBezTo>
                  <a:cubicBezTo>
                    <a:pt x="169" y="139"/>
                    <a:pt x="161" y="137"/>
                    <a:pt x="187" y="153"/>
                  </a:cubicBezTo>
                  <a:cubicBezTo>
                    <a:pt x="212" y="169"/>
                    <a:pt x="213" y="164"/>
                    <a:pt x="227" y="168"/>
                  </a:cubicBezTo>
                  <a:cubicBezTo>
                    <a:pt x="240" y="172"/>
                    <a:pt x="235" y="183"/>
                    <a:pt x="232" y="201"/>
                  </a:cubicBezTo>
                  <a:cubicBezTo>
                    <a:pt x="229" y="220"/>
                    <a:pt x="252" y="217"/>
                    <a:pt x="260" y="216"/>
                  </a:cubicBezTo>
                  <a:cubicBezTo>
                    <a:pt x="268" y="215"/>
                    <a:pt x="257" y="203"/>
                    <a:pt x="257" y="187"/>
                  </a:cubicBezTo>
                  <a:cubicBezTo>
                    <a:pt x="257" y="171"/>
                    <a:pt x="264" y="177"/>
                    <a:pt x="269" y="159"/>
                  </a:cubicBezTo>
                  <a:cubicBezTo>
                    <a:pt x="275" y="140"/>
                    <a:pt x="269" y="127"/>
                    <a:pt x="287" y="127"/>
                  </a:cubicBezTo>
                  <a:cubicBezTo>
                    <a:pt x="304" y="127"/>
                    <a:pt x="297" y="145"/>
                    <a:pt x="309" y="145"/>
                  </a:cubicBezTo>
                  <a:cubicBezTo>
                    <a:pt x="321" y="145"/>
                    <a:pt x="333" y="131"/>
                    <a:pt x="332" y="124"/>
                  </a:cubicBezTo>
                  <a:cubicBezTo>
                    <a:pt x="331" y="117"/>
                    <a:pt x="327" y="113"/>
                    <a:pt x="309" y="107"/>
                  </a:cubicBezTo>
                  <a:cubicBezTo>
                    <a:pt x="292" y="100"/>
                    <a:pt x="284" y="108"/>
                    <a:pt x="272" y="93"/>
                  </a:cubicBezTo>
                  <a:cubicBezTo>
                    <a:pt x="260" y="79"/>
                    <a:pt x="259" y="61"/>
                    <a:pt x="247" y="55"/>
                  </a:cubicBezTo>
                  <a:cubicBezTo>
                    <a:pt x="235" y="48"/>
                    <a:pt x="213" y="44"/>
                    <a:pt x="183" y="39"/>
                  </a:cubicBezTo>
                  <a:cubicBezTo>
                    <a:pt x="152" y="33"/>
                    <a:pt x="121" y="35"/>
                    <a:pt x="95" y="17"/>
                  </a:cubicBezTo>
                  <a:cubicBezTo>
                    <a:pt x="68" y="0"/>
                    <a:pt x="13" y="0"/>
                    <a:pt x="11" y="9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1" name="Freeform 51">
              <a:extLst>
                <a:ext uri="{FF2B5EF4-FFF2-40B4-BE49-F238E27FC236}">
                  <a16:creationId xmlns:a16="http://schemas.microsoft.com/office/drawing/2014/main" id="{FF5A7D51-8E98-4FED-89F9-5D0D55C65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866"/>
              <a:ext cx="726" cy="572"/>
            </a:xfrm>
            <a:custGeom>
              <a:avLst/>
              <a:gdLst>
                <a:gd name="T0" fmla="*/ 3197 w 245"/>
                <a:gd name="T1" fmla="*/ 4263 h 181"/>
                <a:gd name="T2" fmla="*/ 3829 w 245"/>
                <a:gd name="T3" fmla="*/ 5173 h 181"/>
                <a:gd name="T4" fmla="*/ 4057 w 245"/>
                <a:gd name="T5" fmla="*/ 5085 h 181"/>
                <a:gd name="T6" fmla="*/ 4294 w 245"/>
                <a:gd name="T7" fmla="*/ 2279 h 181"/>
                <a:gd name="T8" fmla="*/ 5541 w 245"/>
                <a:gd name="T9" fmla="*/ 850 h 181"/>
                <a:gd name="T10" fmla="*/ 6137 w 245"/>
                <a:gd name="T11" fmla="*/ 221 h 181"/>
                <a:gd name="T12" fmla="*/ 4451 w 245"/>
                <a:gd name="T13" fmla="*/ 850 h 181"/>
                <a:gd name="T14" fmla="*/ 3197 w 245"/>
                <a:gd name="T15" fmla="*/ 1068 h 181"/>
                <a:gd name="T16" fmla="*/ 3197 w 245"/>
                <a:gd name="T17" fmla="*/ 1068 h 181"/>
                <a:gd name="T18" fmla="*/ 1923 w 245"/>
                <a:gd name="T19" fmla="*/ 850 h 181"/>
                <a:gd name="T20" fmla="*/ 237 w 245"/>
                <a:gd name="T21" fmla="*/ 221 h 181"/>
                <a:gd name="T22" fmla="*/ 836 w 245"/>
                <a:gd name="T23" fmla="*/ 850 h 181"/>
                <a:gd name="T24" fmla="*/ 2080 w 245"/>
                <a:gd name="T25" fmla="*/ 2279 h 181"/>
                <a:gd name="T26" fmla="*/ 2317 w 245"/>
                <a:gd name="T27" fmla="*/ 5085 h 181"/>
                <a:gd name="T28" fmla="*/ 2545 w 245"/>
                <a:gd name="T29" fmla="*/ 5173 h 181"/>
                <a:gd name="T30" fmla="*/ 3197 w 245"/>
                <a:gd name="T31" fmla="*/ 4263 h 1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45" h="181">
                  <a:moveTo>
                    <a:pt x="123" y="135"/>
                  </a:moveTo>
                  <a:cubicBezTo>
                    <a:pt x="135" y="135"/>
                    <a:pt x="138" y="149"/>
                    <a:pt x="147" y="164"/>
                  </a:cubicBezTo>
                  <a:cubicBezTo>
                    <a:pt x="156" y="180"/>
                    <a:pt x="166" y="181"/>
                    <a:pt x="156" y="161"/>
                  </a:cubicBezTo>
                  <a:cubicBezTo>
                    <a:pt x="139" y="123"/>
                    <a:pt x="156" y="87"/>
                    <a:pt x="165" y="72"/>
                  </a:cubicBezTo>
                  <a:cubicBezTo>
                    <a:pt x="174" y="56"/>
                    <a:pt x="191" y="36"/>
                    <a:pt x="213" y="27"/>
                  </a:cubicBezTo>
                  <a:cubicBezTo>
                    <a:pt x="225" y="20"/>
                    <a:pt x="245" y="15"/>
                    <a:pt x="236" y="7"/>
                  </a:cubicBezTo>
                  <a:cubicBezTo>
                    <a:pt x="230" y="0"/>
                    <a:pt x="191" y="22"/>
                    <a:pt x="171" y="27"/>
                  </a:cubicBezTo>
                  <a:cubicBezTo>
                    <a:pt x="152" y="31"/>
                    <a:pt x="137" y="34"/>
                    <a:pt x="123" y="34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108" y="34"/>
                    <a:pt x="93" y="31"/>
                    <a:pt x="74" y="27"/>
                  </a:cubicBezTo>
                  <a:cubicBezTo>
                    <a:pt x="54" y="22"/>
                    <a:pt x="15" y="0"/>
                    <a:pt x="9" y="7"/>
                  </a:cubicBezTo>
                  <a:cubicBezTo>
                    <a:pt x="0" y="15"/>
                    <a:pt x="20" y="20"/>
                    <a:pt x="32" y="27"/>
                  </a:cubicBezTo>
                  <a:cubicBezTo>
                    <a:pt x="54" y="36"/>
                    <a:pt x="71" y="56"/>
                    <a:pt x="80" y="72"/>
                  </a:cubicBezTo>
                  <a:cubicBezTo>
                    <a:pt x="89" y="87"/>
                    <a:pt x="106" y="123"/>
                    <a:pt x="89" y="161"/>
                  </a:cubicBezTo>
                  <a:cubicBezTo>
                    <a:pt x="79" y="181"/>
                    <a:pt x="89" y="180"/>
                    <a:pt x="98" y="164"/>
                  </a:cubicBezTo>
                  <a:cubicBezTo>
                    <a:pt x="107" y="149"/>
                    <a:pt x="110" y="135"/>
                    <a:pt x="123" y="135"/>
                  </a:cubicBezTo>
                  <a:close/>
                </a:path>
              </a:pathLst>
            </a:custGeom>
            <a:solidFill>
              <a:srgbClr val="9D9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2" name="Freeform 52">
              <a:extLst>
                <a:ext uri="{FF2B5EF4-FFF2-40B4-BE49-F238E27FC236}">
                  <a16:creationId xmlns:a16="http://schemas.microsoft.com/office/drawing/2014/main" id="{6977AB71-5FBC-4643-9AA9-20D6CA848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866"/>
              <a:ext cx="723" cy="291"/>
            </a:xfrm>
            <a:custGeom>
              <a:avLst/>
              <a:gdLst>
                <a:gd name="T0" fmla="*/ 4424 w 244"/>
                <a:gd name="T1" fmla="*/ 851 h 92"/>
                <a:gd name="T2" fmla="*/ 3179 w 244"/>
                <a:gd name="T3" fmla="*/ 1082 h 92"/>
                <a:gd name="T4" fmla="*/ 3179 w 244"/>
                <a:gd name="T5" fmla="*/ 1082 h 92"/>
                <a:gd name="T6" fmla="*/ 1896 w 244"/>
                <a:gd name="T7" fmla="*/ 851 h 92"/>
                <a:gd name="T8" fmla="*/ 210 w 244"/>
                <a:gd name="T9" fmla="*/ 221 h 92"/>
                <a:gd name="T10" fmla="*/ 649 w 244"/>
                <a:gd name="T11" fmla="*/ 759 h 92"/>
                <a:gd name="T12" fmla="*/ 649 w 244"/>
                <a:gd name="T13" fmla="*/ 731 h 92"/>
                <a:gd name="T14" fmla="*/ 1405 w 244"/>
                <a:gd name="T15" fmla="*/ 981 h 92"/>
                <a:gd name="T16" fmla="*/ 2317 w 244"/>
                <a:gd name="T17" fmla="*/ 1230 h 92"/>
                <a:gd name="T18" fmla="*/ 2969 w 244"/>
                <a:gd name="T19" fmla="*/ 1901 h 92"/>
                <a:gd name="T20" fmla="*/ 3073 w 244"/>
                <a:gd name="T21" fmla="*/ 2372 h 92"/>
                <a:gd name="T22" fmla="*/ 3073 w 244"/>
                <a:gd name="T23" fmla="*/ 2910 h 92"/>
                <a:gd name="T24" fmla="*/ 3197 w 244"/>
                <a:gd name="T25" fmla="*/ 2502 h 92"/>
                <a:gd name="T26" fmla="*/ 3381 w 244"/>
                <a:gd name="T27" fmla="*/ 2021 h 92"/>
                <a:gd name="T28" fmla="*/ 3722 w 244"/>
                <a:gd name="T29" fmla="*/ 1420 h 92"/>
                <a:gd name="T30" fmla="*/ 4374 w 244"/>
                <a:gd name="T31" fmla="*/ 1082 h 92"/>
                <a:gd name="T32" fmla="*/ 4504 w 244"/>
                <a:gd name="T33" fmla="*/ 1550 h 92"/>
                <a:gd name="T34" fmla="*/ 4163 w 244"/>
                <a:gd name="T35" fmla="*/ 2470 h 92"/>
                <a:gd name="T36" fmla="*/ 4267 w 244"/>
                <a:gd name="T37" fmla="*/ 2281 h 92"/>
                <a:gd name="T38" fmla="*/ 5514 w 244"/>
                <a:gd name="T39" fmla="*/ 851 h 92"/>
                <a:gd name="T40" fmla="*/ 6110 w 244"/>
                <a:gd name="T41" fmla="*/ 221 h 92"/>
                <a:gd name="T42" fmla="*/ 4424 w 244"/>
                <a:gd name="T43" fmla="*/ 851 h 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4" h="92">
                  <a:moveTo>
                    <a:pt x="170" y="27"/>
                  </a:moveTo>
                  <a:cubicBezTo>
                    <a:pt x="151" y="31"/>
                    <a:pt x="136" y="34"/>
                    <a:pt x="122" y="34"/>
                  </a:cubicBezTo>
                  <a:cubicBezTo>
                    <a:pt x="122" y="34"/>
                    <a:pt x="122" y="34"/>
                    <a:pt x="122" y="34"/>
                  </a:cubicBezTo>
                  <a:cubicBezTo>
                    <a:pt x="107" y="34"/>
                    <a:pt x="92" y="31"/>
                    <a:pt x="73" y="27"/>
                  </a:cubicBezTo>
                  <a:cubicBezTo>
                    <a:pt x="53" y="22"/>
                    <a:pt x="14" y="0"/>
                    <a:pt x="8" y="7"/>
                  </a:cubicBezTo>
                  <a:cubicBezTo>
                    <a:pt x="0" y="14"/>
                    <a:pt x="13" y="18"/>
                    <a:pt x="25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5" y="14"/>
                    <a:pt x="50" y="29"/>
                    <a:pt x="54" y="31"/>
                  </a:cubicBezTo>
                  <a:cubicBezTo>
                    <a:pt x="64" y="38"/>
                    <a:pt x="77" y="37"/>
                    <a:pt x="89" y="39"/>
                  </a:cubicBezTo>
                  <a:cubicBezTo>
                    <a:pt x="101" y="41"/>
                    <a:pt x="109" y="49"/>
                    <a:pt x="114" y="60"/>
                  </a:cubicBezTo>
                  <a:cubicBezTo>
                    <a:pt x="117" y="65"/>
                    <a:pt x="118" y="70"/>
                    <a:pt x="118" y="75"/>
                  </a:cubicBezTo>
                  <a:cubicBezTo>
                    <a:pt x="119" y="81"/>
                    <a:pt x="117" y="87"/>
                    <a:pt x="118" y="92"/>
                  </a:cubicBezTo>
                  <a:cubicBezTo>
                    <a:pt x="120" y="89"/>
                    <a:pt x="121" y="83"/>
                    <a:pt x="123" y="79"/>
                  </a:cubicBezTo>
                  <a:cubicBezTo>
                    <a:pt x="125" y="74"/>
                    <a:pt x="127" y="69"/>
                    <a:pt x="130" y="64"/>
                  </a:cubicBezTo>
                  <a:cubicBezTo>
                    <a:pt x="134" y="57"/>
                    <a:pt x="137" y="51"/>
                    <a:pt x="143" y="45"/>
                  </a:cubicBezTo>
                  <a:cubicBezTo>
                    <a:pt x="149" y="39"/>
                    <a:pt x="161" y="36"/>
                    <a:pt x="168" y="34"/>
                  </a:cubicBezTo>
                  <a:cubicBezTo>
                    <a:pt x="180" y="32"/>
                    <a:pt x="178" y="42"/>
                    <a:pt x="173" y="49"/>
                  </a:cubicBezTo>
                  <a:cubicBezTo>
                    <a:pt x="168" y="57"/>
                    <a:pt x="163" y="65"/>
                    <a:pt x="160" y="78"/>
                  </a:cubicBezTo>
                  <a:cubicBezTo>
                    <a:pt x="162" y="75"/>
                    <a:pt x="163" y="73"/>
                    <a:pt x="164" y="72"/>
                  </a:cubicBezTo>
                  <a:cubicBezTo>
                    <a:pt x="173" y="56"/>
                    <a:pt x="190" y="36"/>
                    <a:pt x="212" y="27"/>
                  </a:cubicBezTo>
                  <a:cubicBezTo>
                    <a:pt x="224" y="20"/>
                    <a:pt x="244" y="15"/>
                    <a:pt x="235" y="7"/>
                  </a:cubicBezTo>
                  <a:cubicBezTo>
                    <a:pt x="229" y="0"/>
                    <a:pt x="190" y="22"/>
                    <a:pt x="170" y="27"/>
                  </a:cubicBezTo>
                  <a:close/>
                </a:path>
              </a:pathLst>
            </a:custGeom>
            <a:solidFill>
              <a:srgbClr val="867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3" name="Freeform 53">
              <a:extLst>
                <a:ext uri="{FF2B5EF4-FFF2-40B4-BE49-F238E27FC236}">
                  <a16:creationId xmlns:a16="http://schemas.microsoft.com/office/drawing/2014/main" id="{815C02A2-402A-4D46-9BF3-D8BA79188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942"/>
              <a:ext cx="115" cy="300"/>
            </a:xfrm>
            <a:custGeom>
              <a:avLst/>
              <a:gdLst>
                <a:gd name="T0" fmla="*/ 540 w 39"/>
                <a:gd name="T1" fmla="*/ 0 h 95"/>
                <a:gd name="T2" fmla="*/ 27 w 39"/>
                <a:gd name="T3" fmla="*/ 278 h 95"/>
                <a:gd name="T4" fmla="*/ 0 w 39"/>
                <a:gd name="T5" fmla="*/ 278 h 95"/>
                <a:gd name="T6" fmla="*/ 330 w 39"/>
                <a:gd name="T7" fmla="*/ 818 h 95"/>
                <a:gd name="T8" fmla="*/ 433 w 39"/>
                <a:gd name="T9" fmla="*/ 2173 h 95"/>
                <a:gd name="T10" fmla="*/ 513 w 39"/>
                <a:gd name="T11" fmla="*/ 2991 h 95"/>
                <a:gd name="T12" fmla="*/ 513 w 39"/>
                <a:gd name="T13" fmla="*/ 2991 h 95"/>
                <a:gd name="T14" fmla="*/ 513 w 39"/>
                <a:gd name="T15" fmla="*/ 2991 h 95"/>
                <a:gd name="T16" fmla="*/ 513 w 39"/>
                <a:gd name="T17" fmla="*/ 2991 h 95"/>
                <a:gd name="T18" fmla="*/ 487 w 39"/>
                <a:gd name="T19" fmla="*/ 2173 h 95"/>
                <a:gd name="T20" fmla="*/ 696 w 39"/>
                <a:gd name="T21" fmla="*/ 818 h 95"/>
                <a:gd name="T22" fmla="*/ 1000 w 39"/>
                <a:gd name="T23" fmla="*/ 278 h 95"/>
                <a:gd name="T24" fmla="*/ 1000 w 39"/>
                <a:gd name="T25" fmla="*/ 278 h 95"/>
                <a:gd name="T26" fmla="*/ 593 w 39"/>
                <a:gd name="T27" fmla="*/ 60 h 95"/>
                <a:gd name="T28" fmla="*/ 540 w 39"/>
                <a:gd name="T29" fmla="*/ 0 h 9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95">
                  <a:moveTo>
                    <a:pt x="21" y="0"/>
                  </a:moveTo>
                  <a:cubicBezTo>
                    <a:pt x="15" y="0"/>
                    <a:pt x="7" y="10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10"/>
                    <a:pt x="9" y="20"/>
                    <a:pt x="13" y="26"/>
                  </a:cubicBezTo>
                  <a:cubicBezTo>
                    <a:pt x="15" y="31"/>
                    <a:pt x="16" y="42"/>
                    <a:pt x="17" y="69"/>
                  </a:cubicBezTo>
                  <a:cubicBezTo>
                    <a:pt x="17" y="76"/>
                    <a:pt x="19" y="82"/>
                    <a:pt x="20" y="95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20" y="85"/>
                    <a:pt x="18" y="76"/>
                    <a:pt x="19" y="69"/>
                  </a:cubicBezTo>
                  <a:cubicBezTo>
                    <a:pt x="20" y="42"/>
                    <a:pt x="24" y="31"/>
                    <a:pt x="27" y="26"/>
                  </a:cubicBezTo>
                  <a:cubicBezTo>
                    <a:pt x="30" y="20"/>
                    <a:pt x="33" y="10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2" y="10"/>
                    <a:pt x="29" y="2"/>
                    <a:pt x="23" y="2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4" name="Freeform 54">
              <a:extLst>
                <a:ext uri="{FF2B5EF4-FFF2-40B4-BE49-F238E27FC236}">
                  <a16:creationId xmlns:a16="http://schemas.microsoft.com/office/drawing/2014/main" id="{9A9E7CD7-3F15-4323-BF5A-979456022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989"/>
              <a:ext cx="36" cy="50"/>
            </a:xfrm>
            <a:custGeom>
              <a:avLst/>
              <a:gdLst>
                <a:gd name="T0" fmla="*/ 0 w 12"/>
                <a:gd name="T1" fmla="*/ 0 h 16"/>
                <a:gd name="T2" fmla="*/ 162 w 12"/>
                <a:gd name="T3" fmla="*/ 488 h 16"/>
                <a:gd name="T4" fmla="*/ 324 w 12"/>
                <a:gd name="T5" fmla="*/ 0 h 16"/>
                <a:gd name="T6" fmla="*/ 0 w 12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3" y="5"/>
                    <a:pt x="6" y="10"/>
                    <a:pt x="6" y="16"/>
                  </a:cubicBezTo>
                  <a:cubicBezTo>
                    <a:pt x="8" y="8"/>
                    <a:pt x="11" y="2"/>
                    <a:pt x="12" y="0"/>
                  </a:cubicBezTo>
                  <a:cubicBezTo>
                    <a:pt x="9" y="1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5" name="Freeform 55">
              <a:extLst>
                <a:ext uri="{FF2B5EF4-FFF2-40B4-BE49-F238E27FC236}">
                  <a16:creationId xmlns:a16="http://schemas.microsoft.com/office/drawing/2014/main" id="{02AB3E9E-3B8D-4690-B617-5EAED4461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277"/>
              <a:ext cx="107" cy="161"/>
            </a:xfrm>
            <a:custGeom>
              <a:avLst/>
              <a:gdLst>
                <a:gd name="T0" fmla="*/ 493 w 36"/>
                <a:gd name="T1" fmla="*/ 0 h 51"/>
                <a:gd name="T2" fmla="*/ 425 w 36"/>
                <a:gd name="T3" fmla="*/ 628 h 51"/>
                <a:gd name="T4" fmla="*/ 0 w 36"/>
                <a:gd name="T5" fmla="*/ 189 h 51"/>
                <a:gd name="T6" fmla="*/ 452 w 36"/>
                <a:gd name="T7" fmla="*/ 1067 h 51"/>
                <a:gd name="T8" fmla="*/ 681 w 36"/>
                <a:gd name="T9" fmla="*/ 975 h 51"/>
                <a:gd name="T10" fmla="*/ 493 w 36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1">
                  <a:moveTo>
                    <a:pt x="19" y="0"/>
                  </a:moveTo>
                  <a:cubicBezTo>
                    <a:pt x="17" y="6"/>
                    <a:pt x="19" y="19"/>
                    <a:pt x="16" y="20"/>
                  </a:cubicBezTo>
                  <a:cubicBezTo>
                    <a:pt x="14" y="21"/>
                    <a:pt x="1" y="8"/>
                    <a:pt x="0" y="6"/>
                  </a:cubicBezTo>
                  <a:cubicBezTo>
                    <a:pt x="5" y="16"/>
                    <a:pt x="11" y="25"/>
                    <a:pt x="17" y="34"/>
                  </a:cubicBezTo>
                  <a:cubicBezTo>
                    <a:pt x="26" y="50"/>
                    <a:pt x="36" y="51"/>
                    <a:pt x="26" y="31"/>
                  </a:cubicBezTo>
                  <a:cubicBezTo>
                    <a:pt x="21" y="21"/>
                    <a:pt x="19" y="10"/>
                    <a:pt x="19" y="0"/>
                  </a:cubicBezTo>
                  <a:close/>
                </a:path>
              </a:pathLst>
            </a:custGeom>
            <a:solidFill>
              <a:srgbClr val="867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6" name="Freeform 56">
              <a:extLst>
                <a:ext uri="{FF2B5EF4-FFF2-40B4-BE49-F238E27FC236}">
                  <a16:creationId xmlns:a16="http://schemas.microsoft.com/office/drawing/2014/main" id="{D08B0216-B7B3-4298-A826-CA568CF17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103"/>
              <a:ext cx="48" cy="177"/>
            </a:xfrm>
            <a:custGeom>
              <a:avLst/>
              <a:gdLst>
                <a:gd name="T0" fmla="*/ 432 w 16"/>
                <a:gd name="T1" fmla="*/ 0 h 56"/>
                <a:gd name="T2" fmla="*/ 135 w 16"/>
                <a:gd name="T3" fmla="*/ 1767 h 56"/>
                <a:gd name="T4" fmla="*/ 432 w 1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6">
                  <a:moveTo>
                    <a:pt x="16" y="0"/>
                  </a:moveTo>
                  <a:cubicBezTo>
                    <a:pt x="7" y="18"/>
                    <a:pt x="1" y="36"/>
                    <a:pt x="5" y="56"/>
                  </a:cubicBezTo>
                  <a:cubicBezTo>
                    <a:pt x="0" y="41"/>
                    <a:pt x="1" y="16"/>
                    <a:pt x="16" y="0"/>
                  </a:cubicBezTo>
                  <a:close/>
                </a:path>
              </a:pathLst>
            </a:custGeom>
            <a:solidFill>
              <a:srgbClr val="D3D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7" name="Freeform 57">
              <a:extLst>
                <a:ext uri="{FF2B5EF4-FFF2-40B4-BE49-F238E27FC236}">
                  <a16:creationId xmlns:a16="http://schemas.microsoft.com/office/drawing/2014/main" id="{AE5CAC82-FDEF-4306-A25B-0AEDFFCF7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002"/>
              <a:ext cx="373" cy="486"/>
            </a:xfrm>
            <a:custGeom>
              <a:avLst/>
              <a:gdLst>
                <a:gd name="T0" fmla="*/ 3138 w 126"/>
                <a:gd name="T1" fmla="*/ 2739 h 154"/>
                <a:gd name="T2" fmla="*/ 2937 w 126"/>
                <a:gd name="T3" fmla="*/ 2449 h 154"/>
                <a:gd name="T4" fmla="*/ 2673 w 126"/>
                <a:gd name="T5" fmla="*/ 2480 h 154"/>
                <a:gd name="T6" fmla="*/ 2700 w 126"/>
                <a:gd name="T7" fmla="*/ 2260 h 154"/>
                <a:gd name="T8" fmla="*/ 2516 w 126"/>
                <a:gd name="T9" fmla="*/ 2102 h 154"/>
                <a:gd name="T10" fmla="*/ 2288 w 126"/>
                <a:gd name="T11" fmla="*/ 2171 h 154"/>
                <a:gd name="T12" fmla="*/ 2463 w 126"/>
                <a:gd name="T13" fmla="*/ 1543 h 154"/>
                <a:gd name="T14" fmla="*/ 2102 w 126"/>
                <a:gd name="T15" fmla="*/ 1764 h 154"/>
                <a:gd name="T16" fmla="*/ 2128 w 126"/>
                <a:gd name="T17" fmla="*/ 1663 h 154"/>
                <a:gd name="T18" fmla="*/ 1841 w 126"/>
                <a:gd name="T19" fmla="*/ 1325 h 154"/>
                <a:gd name="T20" fmla="*/ 1613 w 126"/>
                <a:gd name="T21" fmla="*/ 1007 h 154"/>
                <a:gd name="T22" fmla="*/ 1403 w 126"/>
                <a:gd name="T23" fmla="*/ 726 h 154"/>
                <a:gd name="T24" fmla="*/ 1166 w 126"/>
                <a:gd name="T25" fmla="*/ 347 h 154"/>
                <a:gd name="T26" fmla="*/ 858 w 126"/>
                <a:gd name="T27" fmla="*/ 467 h 154"/>
                <a:gd name="T28" fmla="*/ 983 w 126"/>
                <a:gd name="T29" fmla="*/ 129 h 154"/>
                <a:gd name="T30" fmla="*/ 622 w 126"/>
                <a:gd name="T31" fmla="*/ 0 h 154"/>
                <a:gd name="T32" fmla="*/ 545 w 126"/>
                <a:gd name="T33" fmla="*/ 88 h 154"/>
                <a:gd name="T34" fmla="*/ 545 w 126"/>
                <a:gd name="T35" fmla="*/ 88 h 154"/>
                <a:gd name="T36" fmla="*/ 438 w 126"/>
                <a:gd name="T37" fmla="*/ 218 h 154"/>
                <a:gd name="T38" fmla="*/ 438 w 126"/>
                <a:gd name="T39" fmla="*/ 218 h 154"/>
                <a:gd name="T40" fmla="*/ 358 w 126"/>
                <a:gd name="T41" fmla="*/ 347 h 154"/>
                <a:gd name="T42" fmla="*/ 358 w 126"/>
                <a:gd name="T43" fmla="*/ 347 h 154"/>
                <a:gd name="T44" fmla="*/ 80 w 126"/>
                <a:gd name="T45" fmla="*/ 947 h 154"/>
                <a:gd name="T46" fmla="*/ 80 w 126"/>
                <a:gd name="T47" fmla="*/ 947 h 154"/>
                <a:gd name="T48" fmla="*/ 27 w 126"/>
                <a:gd name="T49" fmla="*/ 1095 h 154"/>
                <a:gd name="T50" fmla="*/ 0 w 126"/>
                <a:gd name="T51" fmla="*/ 1095 h 154"/>
                <a:gd name="T52" fmla="*/ 237 w 126"/>
                <a:gd name="T53" fmla="*/ 1325 h 154"/>
                <a:gd name="T54" fmla="*/ 545 w 126"/>
                <a:gd name="T55" fmla="*/ 1414 h 154"/>
                <a:gd name="T56" fmla="*/ 858 w 126"/>
                <a:gd name="T57" fmla="*/ 1764 h 154"/>
                <a:gd name="T58" fmla="*/ 1113 w 126"/>
                <a:gd name="T59" fmla="*/ 2070 h 154"/>
                <a:gd name="T60" fmla="*/ 1480 w 126"/>
                <a:gd name="T61" fmla="*/ 1852 h 154"/>
                <a:gd name="T62" fmla="*/ 1430 w 126"/>
                <a:gd name="T63" fmla="*/ 2361 h 154"/>
                <a:gd name="T64" fmla="*/ 1403 w 126"/>
                <a:gd name="T65" fmla="*/ 2361 h 154"/>
                <a:gd name="T66" fmla="*/ 1113 w 126"/>
                <a:gd name="T67" fmla="*/ 2638 h 154"/>
                <a:gd name="T68" fmla="*/ 1140 w 126"/>
                <a:gd name="T69" fmla="*/ 3017 h 154"/>
                <a:gd name="T70" fmla="*/ 1060 w 126"/>
                <a:gd name="T71" fmla="*/ 3516 h 154"/>
                <a:gd name="T72" fmla="*/ 1086 w 126"/>
                <a:gd name="T73" fmla="*/ 3923 h 154"/>
                <a:gd name="T74" fmla="*/ 1217 w 126"/>
                <a:gd name="T75" fmla="*/ 4273 h 154"/>
                <a:gd name="T76" fmla="*/ 1377 w 126"/>
                <a:gd name="T77" fmla="*/ 4620 h 154"/>
                <a:gd name="T78" fmla="*/ 1533 w 126"/>
                <a:gd name="T79" fmla="*/ 4810 h 154"/>
                <a:gd name="T80" fmla="*/ 1868 w 126"/>
                <a:gd name="T81" fmla="*/ 4841 h 154"/>
                <a:gd name="T82" fmla="*/ 1998 w 126"/>
                <a:gd name="T83" fmla="*/ 4841 h 154"/>
                <a:gd name="T84" fmla="*/ 1972 w 126"/>
                <a:gd name="T85" fmla="*/ 4712 h 154"/>
                <a:gd name="T86" fmla="*/ 1815 w 126"/>
                <a:gd name="T87" fmla="*/ 4680 h 154"/>
                <a:gd name="T88" fmla="*/ 1868 w 126"/>
                <a:gd name="T89" fmla="*/ 4491 h 154"/>
                <a:gd name="T90" fmla="*/ 1735 w 126"/>
                <a:gd name="T91" fmla="*/ 4112 h 154"/>
                <a:gd name="T92" fmla="*/ 1640 w 126"/>
                <a:gd name="T93" fmla="*/ 3705 h 154"/>
                <a:gd name="T94" fmla="*/ 1640 w 126"/>
                <a:gd name="T95" fmla="*/ 3336 h 154"/>
                <a:gd name="T96" fmla="*/ 1640 w 126"/>
                <a:gd name="T97" fmla="*/ 3109 h 154"/>
                <a:gd name="T98" fmla="*/ 1613 w 126"/>
                <a:gd name="T99" fmla="*/ 3049 h 154"/>
                <a:gd name="T100" fmla="*/ 1788 w 126"/>
                <a:gd name="T101" fmla="*/ 2989 h 154"/>
                <a:gd name="T102" fmla="*/ 1815 w 126"/>
                <a:gd name="T103" fmla="*/ 3017 h 154"/>
                <a:gd name="T104" fmla="*/ 3111 w 126"/>
                <a:gd name="T105" fmla="*/ 4301 h 154"/>
                <a:gd name="T106" fmla="*/ 3031 w 126"/>
                <a:gd name="T107" fmla="*/ 4112 h 154"/>
                <a:gd name="T108" fmla="*/ 3111 w 126"/>
                <a:gd name="T109" fmla="*/ 3774 h 154"/>
                <a:gd name="T110" fmla="*/ 3242 w 126"/>
                <a:gd name="T111" fmla="*/ 3427 h 154"/>
                <a:gd name="T112" fmla="*/ 3138 w 126"/>
                <a:gd name="T113" fmla="*/ 3077 h 154"/>
                <a:gd name="T114" fmla="*/ 3138 w 126"/>
                <a:gd name="T115" fmla="*/ 2739 h 15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26" h="154">
                  <a:moveTo>
                    <a:pt x="121" y="87"/>
                  </a:moveTo>
                  <a:cubicBezTo>
                    <a:pt x="112" y="90"/>
                    <a:pt x="112" y="85"/>
                    <a:pt x="113" y="78"/>
                  </a:cubicBezTo>
                  <a:cubicBezTo>
                    <a:pt x="110" y="79"/>
                    <a:pt x="107" y="80"/>
                    <a:pt x="103" y="79"/>
                  </a:cubicBezTo>
                  <a:cubicBezTo>
                    <a:pt x="104" y="77"/>
                    <a:pt x="103" y="74"/>
                    <a:pt x="104" y="72"/>
                  </a:cubicBezTo>
                  <a:cubicBezTo>
                    <a:pt x="99" y="75"/>
                    <a:pt x="93" y="74"/>
                    <a:pt x="97" y="67"/>
                  </a:cubicBezTo>
                  <a:cubicBezTo>
                    <a:pt x="94" y="68"/>
                    <a:pt x="91" y="69"/>
                    <a:pt x="88" y="69"/>
                  </a:cubicBezTo>
                  <a:cubicBezTo>
                    <a:pt x="86" y="62"/>
                    <a:pt x="91" y="55"/>
                    <a:pt x="95" y="49"/>
                  </a:cubicBezTo>
                  <a:cubicBezTo>
                    <a:pt x="89" y="50"/>
                    <a:pt x="85" y="54"/>
                    <a:pt x="81" y="56"/>
                  </a:cubicBezTo>
                  <a:cubicBezTo>
                    <a:pt x="81" y="55"/>
                    <a:pt x="82" y="54"/>
                    <a:pt x="82" y="53"/>
                  </a:cubicBezTo>
                  <a:cubicBezTo>
                    <a:pt x="69" y="58"/>
                    <a:pt x="63" y="54"/>
                    <a:pt x="71" y="42"/>
                  </a:cubicBezTo>
                  <a:cubicBezTo>
                    <a:pt x="62" y="39"/>
                    <a:pt x="55" y="45"/>
                    <a:pt x="62" y="32"/>
                  </a:cubicBezTo>
                  <a:cubicBezTo>
                    <a:pt x="53" y="35"/>
                    <a:pt x="45" y="31"/>
                    <a:pt x="54" y="23"/>
                  </a:cubicBezTo>
                  <a:cubicBezTo>
                    <a:pt x="42" y="29"/>
                    <a:pt x="44" y="19"/>
                    <a:pt x="45" y="11"/>
                  </a:cubicBezTo>
                  <a:cubicBezTo>
                    <a:pt x="41" y="11"/>
                    <a:pt x="37" y="14"/>
                    <a:pt x="33" y="15"/>
                  </a:cubicBezTo>
                  <a:cubicBezTo>
                    <a:pt x="31" y="11"/>
                    <a:pt x="36" y="8"/>
                    <a:pt x="38" y="4"/>
                  </a:cubicBezTo>
                  <a:cubicBezTo>
                    <a:pt x="32" y="6"/>
                    <a:pt x="24" y="6"/>
                    <a:pt x="24" y="0"/>
                  </a:cubicBezTo>
                  <a:cubicBezTo>
                    <a:pt x="23" y="1"/>
                    <a:pt x="22" y="2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5"/>
                    <a:pt x="18" y="6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8"/>
                    <a:pt x="15" y="10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0" y="16"/>
                    <a:pt x="6" y="23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2" y="32"/>
                    <a:pt x="1" y="33"/>
                    <a:pt x="1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4" y="37"/>
                    <a:pt x="7" y="38"/>
                    <a:pt x="9" y="42"/>
                  </a:cubicBezTo>
                  <a:cubicBezTo>
                    <a:pt x="14" y="38"/>
                    <a:pt x="22" y="36"/>
                    <a:pt x="21" y="45"/>
                  </a:cubicBezTo>
                  <a:cubicBezTo>
                    <a:pt x="31" y="39"/>
                    <a:pt x="35" y="44"/>
                    <a:pt x="33" y="56"/>
                  </a:cubicBezTo>
                  <a:cubicBezTo>
                    <a:pt x="42" y="51"/>
                    <a:pt x="43" y="59"/>
                    <a:pt x="43" y="66"/>
                  </a:cubicBezTo>
                  <a:cubicBezTo>
                    <a:pt x="48" y="64"/>
                    <a:pt x="52" y="60"/>
                    <a:pt x="57" y="59"/>
                  </a:cubicBezTo>
                  <a:cubicBezTo>
                    <a:pt x="59" y="64"/>
                    <a:pt x="57" y="70"/>
                    <a:pt x="55" y="75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2" y="80"/>
                    <a:pt x="47" y="80"/>
                    <a:pt x="43" y="84"/>
                  </a:cubicBezTo>
                  <a:cubicBezTo>
                    <a:pt x="52" y="87"/>
                    <a:pt x="49" y="91"/>
                    <a:pt x="44" y="96"/>
                  </a:cubicBezTo>
                  <a:cubicBezTo>
                    <a:pt x="53" y="102"/>
                    <a:pt x="46" y="107"/>
                    <a:pt x="41" y="112"/>
                  </a:cubicBezTo>
                  <a:cubicBezTo>
                    <a:pt x="50" y="112"/>
                    <a:pt x="44" y="121"/>
                    <a:pt x="42" y="125"/>
                  </a:cubicBezTo>
                  <a:cubicBezTo>
                    <a:pt x="50" y="122"/>
                    <a:pt x="54" y="131"/>
                    <a:pt x="47" y="136"/>
                  </a:cubicBezTo>
                  <a:cubicBezTo>
                    <a:pt x="57" y="131"/>
                    <a:pt x="57" y="141"/>
                    <a:pt x="53" y="147"/>
                  </a:cubicBezTo>
                  <a:cubicBezTo>
                    <a:pt x="59" y="142"/>
                    <a:pt x="60" y="148"/>
                    <a:pt x="59" y="153"/>
                  </a:cubicBezTo>
                  <a:cubicBezTo>
                    <a:pt x="63" y="153"/>
                    <a:pt x="67" y="154"/>
                    <a:pt x="72" y="154"/>
                  </a:cubicBezTo>
                  <a:cubicBezTo>
                    <a:pt x="74" y="154"/>
                    <a:pt x="75" y="154"/>
                    <a:pt x="77" y="154"/>
                  </a:cubicBezTo>
                  <a:cubicBezTo>
                    <a:pt x="76" y="153"/>
                    <a:pt x="76" y="151"/>
                    <a:pt x="76" y="150"/>
                  </a:cubicBezTo>
                  <a:cubicBezTo>
                    <a:pt x="75" y="150"/>
                    <a:pt x="72" y="149"/>
                    <a:pt x="70" y="149"/>
                  </a:cubicBezTo>
                  <a:cubicBezTo>
                    <a:pt x="71" y="148"/>
                    <a:pt x="71" y="144"/>
                    <a:pt x="72" y="143"/>
                  </a:cubicBezTo>
                  <a:cubicBezTo>
                    <a:pt x="66" y="142"/>
                    <a:pt x="63" y="136"/>
                    <a:pt x="67" y="131"/>
                  </a:cubicBezTo>
                  <a:cubicBezTo>
                    <a:pt x="63" y="128"/>
                    <a:pt x="56" y="122"/>
                    <a:pt x="63" y="118"/>
                  </a:cubicBezTo>
                  <a:cubicBezTo>
                    <a:pt x="62" y="115"/>
                    <a:pt x="58" y="107"/>
                    <a:pt x="63" y="106"/>
                  </a:cubicBezTo>
                  <a:cubicBezTo>
                    <a:pt x="61" y="102"/>
                    <a:pt x="61" y="100"/>
                    <a:pt x="63" y="99"/>
                  </a:cubicBezTo>
                  <a:cubicBezTo>
                    <a:pt x="62" y="97"/>
                    <a:pt x="62" y="97"/>
                    <a:pt x="62" y="97"/>
                  </a:cubicBezTo>
                  <a:cubicBezTo>
                    <a:pt x="64" y="96"/>
                    <a:pt x="66" y="95"/>
                    <a:pt x="69" y="95"/>
                  </a:cubicBezTo>
                  <a:cubicBezTo>
                    <a:pt x="69" y="95"/>
                    <a:pt x="70" y="95"/>
                    <a:pt x="70" y="96"/>
                  </a:cubicBezTo>
                  <a:cubicBezTo>
                    <a:pt x="86" y="98"/>
                    <a:pt x="104" y="123"/>
                    <a:pt x="120" y="137"/>
                  </a:cubicBezTo>
                  <a:cubicBezTo>
                    <a:pt x="119" y="135"/>
                    <a:pt x="119" y="133"/>
                    <a:pt x="117" y="131"/>
                  </a:cubicBezTo>
                  <a:cubicBezTo>
                    <a:pt x="119" y="128"/>
                    <a:pt x="119" y="124"/>
                    <a:pt x="120" y="120"/>
                  </a:cubicBezTo>
                  <a:cubicBezTo>
                    <a:pt x="121" y="116"/>
                    <a:pt x="125" y="113"/>
                    <a:pt x="125" y="109"/>
                  </a:cubicBezTo>
                  <a:cubicBezTo>
                    <a:pt x="126" y="104"/>
                    <a:pt x="122" y="102"/>
                    <a:pt x="121" y="98"/>
                  </a:cubicBezTo>
                  <a:cubicBezTo>
                    <a:pt x="120" y="94"/>
                    <a:pt x="121" y="90"/>
                    <a:pt x="121" y="87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8" name="Freeform 58">
              <a:extLst>
                <a:ext uri="{FF2B5EF4-FFF2-40B4-BE49-F238E27FC236}">
                  <a16:creationId xmlns:a16="http://schemas.microsoft.com/office/drawing/2014/main" id="{8E683ED7-BF26-44D9-A6A7-A4034F5E1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002"/>
              <a:ext cx="372" cy="486"/>
            </a:xfrm>
            <a:custGeom>
              <a:avLst/>
              <a:gdLst>
                <a:gd name="T0" fmla="*/ 3242 w 126"/>
                <a:gd name="T1" fmla="*/ 1095 h 154"/>
                <a:gd name="T2" fmla="*/ 2884 w 126"/>
                <a:gd name="T3" fmla="*/ 347 h 154"/>
                <a:gd name="T4" fmla="*/ 2884 w 126"/>
                <a:gd name="T5" fmla="*/ 347 h 154"/>
                <a:gd name="T6" fmla="*/ 2808 w 126"/>
                <a:gd name="T7" fmla="*/ 218 h 154"/>
                <a:gd name="T8" fmla="*/ 2808 w 126"/>
                <a:gd name="T9" fmla="*/ 218 h 154"/>
                <a:gd name="T10" fmla="*/ 2625 w 126"/>
                <a:gd name="T11" fmla="*/ 0 h 154"/>
                <a:gd name="T12" fmla="*/ 2267 w 126"/>
                <a:gd name="T13" fmla="*/ 129 h 154"/>
                <a:gd name="T14" fmla="*/ 2397 w 126"/>
                <a:gd name="T15" fmla="*/ 467 h 154"/>
                <a:gd name="T16" fmla="*/ 2084 w 126"/>
                <a:gd name="T17" fmla="*/ 347 h 154"/>
                <a:gd name="T18" fmla="*/ 1857 w 126"/>
                <a:gd name="T19" fmla="*/ 726 h 154"/>
                <a:gd name="T20" fmla="*/ 1647 w 126"/>
                <a:gd name="T21" fmla="*/ 1007 h 154"/>
                <a:gd name="T22" fmla="*/ 1411 w 126"/>
                <a:gd name="T23" fmla="*/ 1325 h 154"/>
                <a:gd name="T24" fmla="*/ 1134 w 126"/>
                <a:gd name="T25" fmla="*/ 1663 h 154"/>
                <a:gd name="T26" fmla="*/ 1160 w 126"/>
                <a:gd name="T27" fmla="*/ 1764 h 154"/>
                <a:gd name="T28" fmla="*/ 803 w 126"/>
                <a:gd name="T29" fmla="*/ 1543 h 154"/>
                <a:gd name="T30" fmla="*/ 977 w 126"/>
                <a:gd name="T31" fmla="*/ 2171 h 154"/>
                <a:gd name="T32" fmla="*/ 750 w 126"/>
                <a:gd name="T33" fmla="*/ 2102 h 154"/>
                <a:gd name="T34" fmla="*/ 567 w 126"/>
                <a:gd name="T35" fmla="*/ 2260 h 154"/>
                <a:gd name="T36" fmla="*/ 593 w 126"/>
                <a:gd name="T37" fmla="*/ 2480 h 154"/>
                <a:gd name="T38" fmla="*/ 331 w 126"/>
                <a:gd name="T39" fmla="*/ 2449 h 154"/>
                <a:gd name="T40" fmla="*/ 130 w 126"/>
                <a:gd name="T41" fmla="*/ 2739 h 154"/>
                <a:gd name="T42" fmla="*/ 130 w 126"/>
                <a:gd name="T43" fmla="*/ 3077 h 154"/>
                <a:gd name="T44" fmla="*/ 27 w 126"/>
                <a:gd name="T45" fmla="*/ 3427 h 154"/>
                <a:gd name="T46" fmla="*/ 156 w 126"/>
                <a:gd name="T47" fmla="*/ 3774 h 154"/>
                <a:gd name="T48" fmla="*/ 236 w 126"/>
                <a:gd name="T49" fmla="*/ 4112 h 154"/>
                <a:gd name="T50" fmla="*/ 156 w 126"/>
                <a:gd name="T51" fmla="*/ 4301 h 154"/>
                <a:gd name="T52" fmla="*/ 1438 w 126"/>
                <a:gd name="T53" fmla="*/ 3017 h 154"/>
                <a:gd name="T54" fmla="*/ 1464 w 126"/>
                <a:gd name="T55" fmla="*/ 2989 h 154"/>
                <a:gd name="T56" fmla="*/ 1647 w 126"/>
                <a:gd name="T57" fmla="*/ 3049 h 154"/>
                <a:gd name="T58" fmla="*/ 1621 w 126"/>
                <a:gd name="T59" fmla="*/ 3109 h 154"/>
                <a:gd name="T60" fmla="*/ 1647 w 126"/>
                <a:gd name="T61" fmla="*/ 3336 h 154"/>
                <a:gd name="T62" fmla="*/ 1621 w 126"/>
                <a:gd name="T63" fmla="*/ 3705 h 154"/>
                <a:gd name="T64" fmla="*/ 1518 w 126"/>
                <a:gd name="T65" fmla="*/ 4112 h 154"/>
                <a:gd name="T66" fmla="*/ 1385 w 126"/>
                <a:gd name="T67" fmla="*/ 4491 h 154"/>
                <a:gd name="T68" fmla="*/ 1438 w 126"/>
                <a:gd name="T69" fmla="*/ 4680 h 154"/>
                <a:gd name="T70" fmla="*/ 1290 w 126"/>
                <a:gd name="T71" fmla="*/ 4712 h 154"/>
                <a:gd name="T72" fmla="*/ 1264 w 126"/>
                <a:gd name="T73" fmla="*/ 4841 h 154"/>
                <a:gd name="T74" fmla="*/ 1544 w 126"/>
                <a:gd name="T75" fmla="*/ 4841 h 154"/>
                <a:gd name="T76" fmla="*/ 1751 w 126"/>
                <a:gd name="T77" fmla="*/ 4810 h 154"/>
                <a:gd name="T78" fmla="*/ 1884 w 126"/>
                <a:gd name="T79" fmla="*/ 4620 h 154"/>
                <a:gd name="T80" fmla="*/ 2031 w 126"/>
                <a:gd name="T81" fmla="*/ 4273 h 154"/>
                <a:gd name="T82" fmla="*/ 2161 w 126"/>
                <a:gd name="T83" fmla="*/ 3923 h 154"/>
                <a:gd name="T84" fmla="*/ 2188 w 126"/>
                <a:gd name="T85" fmla="*/ 3516 h 154"/>
                <a:gd name="T86" fmla="*/ 2108 w 126"/>
                <a:gd name="T87" fmla="*/ 3017 h 154"/>
                <a:gd name="T88" fmla="*/ 2135 w 126"/>
                <a:gd name="T89" fmla="*/ 2638 h 154"/>
                <a:gd name="T90" fmla="*/ 1857 w 126"/>
                <a:gd name="T91" fmla="*/ 2361 h 154"/>
                <a:gd name="T92" fmla="*/ 1830 w 126"/>
                <a:gd name="T93" fmla="*/ 2361 h 154"/>
                <a:gd name="T94" fmla="*/ 1777 w 126"/>
                <a:gd name="T95" fmla="*/ 1852 h 154"/>
                <a:gd name="T96" fmla="*/ 2135 w 126"/>
                <a:gd name="T97" fmla="*/ 2070 h 154"/>
                <a:gd name="T98" fmla="*/ 2424 w 126"/>
                <a:gd name="T99" fmla="*/ 1764 h 154"/>
                <a:gd name="T100" fmla="*/ 2701 w 126"/>
                <a:gd name="T101" fmla="*/ 1414 h 154"/>
                <a:gd name="T102" fmla="*/ 3008 w 126"/>
                <a:gd name="T103" fmla="*/ 1325 h 154"/>
                <a:gd name="T104" fmla="*/ 3242 w 126"/>
                <a:gd name="T105" fmla="*/ 1095 h 154"/>
                <a:gd name="T106" fmla="*/ 3242 w 126"/>
                <a:gd name="T107" fmla="*/ 1095 h 15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26" h="154">
                  <a:moveTo>
                    <a:pt x="126" y="35"/>
                  </a:moveTo>
                  <a:cubicBezTo>
                    <a:pt x="122" y="26"/>
                    <a:pt x="118" y="18"/>
                    <a:pt x="112" y="11"/>
                  </a:cubicBezTo>
                  <a:cubicBezTo>
                    <a:pt x="112" y="11"/>
                    <a:pt x="112" y="11"/>
                    <a:pt x="112" y="11"/>
                  </a:cubicBezTo>
                  <a:cubicBezTo>
                    <a:pt x="111" y="10"/>
                    <a:pt x="110" y="8"/>
                    <a:pt x="109" y="7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7" y="4"/>
                    <a:pt x="104" y="2"/>
                    <a:pt x="102" y="0"/>
                  </a:cubicBezTo>
                  <a:cubicBezTo>
                    <a:pt x="102" y="6"/>
                    <a:pt x="94" y="6"/>
                    <a:pt x="88" y="4"/>
                  </a:cubicBezTo>
                  <a:cubicBezTo>
                    <a:pt x="90" y="8"/>
                    <a:pt x="95" y="11"/>
                    <a:pt x="93" y="15"/>
                  </a:cubicBezTo>
                  <a:cubicBezTo>
                    <a:pt x="89" y="14"/>
                    <a:pt x="85" y="11"/>
                    <a:pt x="81" y="11"/>
                  </a:cubicBezTo>
                  <a:cubicBezTo>
                    <a:pt x="83" y="19"/>
                    <a:pt x="84" y="29"/>
                    <a:pt x="72" y="23"/>
                  </a:cubicBezTo>
                  <a:cubicBezTo>
                    <a:pt x="81" y="31"/>
                    <a:pt x="73" y="35"/>
                    <a:pt x="64" y="32"/>
                  </a:cubicBezTo>
                  <a:cubicBezTo>
                    <a:pt x="71" y="45"/>
                    <a:pt x="64" y="39"/>
                    <a:pt x="55" y="42"/>
                  </a:cubicBezTo>
                  <a:cubicBezTo>
                    <a:pt x="63" y="54"/>
                    <a:pt x="57" y="58"/>
                    <a:pt x="44" y="53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1" y="54"/>
                    <a:pt x="37" y="50"/>
                    <a:pt x="31" y="49"/>
                  </a:cubicBezTo>
                  <a:cubicBezTo>
                    <a:pt x="35" y="55"/>
                    <a:pt x="40" y="62"/>
                    <a:pt x="38" y="69"/>
                  </a:cubicBezTo>
                  <a:cubicBezTo>
                    <a:pt x="35" y="69"/>
                    <a:pt x="32" y="68"/>
                    <a:pt x="29" y="67"/>
                  </a:cubicBezTo>
                  <a:cubicBezTo>
                    <a:pt x="34" y="74"/>
                    <a:pt x="27" y="75"/>
                    <a:pt x="22" y="72"/>
                  </a:cubicBezTo>
                  <a:cubicBezTo>
                    <a:pt x="23" y="74"/>
                    <a:pt x="22" y="77"/>
                    <a:pt x="23" y="79"/>
                  </a:cubicBezTo>
                  <a:cubicBezTo>
                    <a:pt x="20" y="80"/>
                    <a:pt x="16" y="79"/>
                    <a:pt x="13" y="78"/>
                  </a:cubicBezTo>
                  <a:cubicBezTo>
                    <a:pt x="14" y="85"/>
                    <a:pt x="14" y="90"/>
                    <a:pt x="5" y="87"/>
                  </a:cubicBezTo>
                  <a:cubicBezTo>
                    <a:pt x="5" y="90"/>
                    <a:pt x="6" y="94"/>
                    <a:pt x="5" y="98"/>
                  </a:cubicBezTo>
                  <a:cubicBezTo>
                    <a:pt x="4" y="102"/>
                    <a:pt x="0" y="104"/>
                    <a:pt x="1" y="109"/>
                  </a:cubicBezTo>
                  <a:cubicBezTo>
                    <a:pt x="1" y="113"/>
                    <a:pt x="5" y="116"/>
                    <a:pt x="6" y="120"/>
                  </a:cubicBezTo>
                  <a:cubicBezTo>
                    <a:pt x="7" y="124"/>
                    <a:pt x="7" y="128"/>
                    <a:pt x="9" y="131"/>
                  </a:cubicBezTo>
                  <a:cubicBezTo>
                    <a:pt x="7" y="133"/>
                    <a:pt x="7" y="135"/>
                    <a:pt x="6" y="137"/>
                  </a:cubicBezTo>
                  <a:cubicBezTo>
                    <a:pt x="22" y="123"/>
                    <a:pt x="40" y="98"/>
                    <a:pt x="56" y="96"/>
                  </a:cubicBezTo>
                  <a:cubicBezTo>
                    <a:pt x="56" y="95"/>
                    <a:pt x="57" y="95"/>
                    <a:pt x="57" y="95"/>
                  </a:cubicBezTo>
                  <a:cubicBezTo>
                    <a:pt x="60" y="95"/>
                    <a:pt x="62" y="96"/>
                    <a:pt x="64" y="97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5" y="100"/>
                    <a:pt x="65" y="102"/>
                    <a:pt x="64" y="106"/>
                  </a:cubicBezTo>
                  <a:cubicBezTo>
                    <a:pt x="68" y="107"/>
                    <a:pt x="65" y="115"/>
                    <a:pt x="63" y="118"/>
                  </a:cubicBezTo>
                  <a:cubicBezTo>
                    <a:pt x="70" y="122"/>
                    <a:pt x="63" y="128"/>
                    <a:pt x="59" y="131"/>
                  </a:cubicBezTo>
                  <a:cubicBezTo>
                    <a:pt x="64" y="136"/>
                    <a:pt x="61" y="142"/>
                    <a:pt x="54" y="143"/>
                  </a:cubicBezTo>
                  <a:cubicBezTo>
                    <a:pt x="55" y="144"/>
                    <a:pt x="55" y="148"/>
                    <a:pt x="56" y="149"/>
                  </a:cubicBezTo>
                  <a:cubicBezTo>
                    <a:pt x="54" y="149"/>
                    <a:pt x="51" y="150"/>
                    <a:pt x="50" y="150"/>
                  </a:cubicBezTo>
                  <a:cubicBezTo>
                    <a:pt x="50" y="151"/>
                    <a:pt x="50" y="152"/>
                    <a:pt x="49" y="154"/>
                  </a:cubicBezTo>
                  <a:cubicBezTo>
                    <a:pt x="53" y="154"/>
                    <a:pt x="56" y="154"/>
                    <a:pt x="60" y="154"/>
                  </a:cubicBezTo>
                  <a:cubicBezTo>
                    <a:pt x="63" y="154"/>
                    <a:pt x="65" y="154"/>
                    <a:pt x="68" y="153"/>
                  </a:cubicBezTo>
                  <a:cubicBezTo>
                    <a:pt x="66" y="149"/>
                    <a:pt x="67" y="142"/>
                    <a:pt x="73" y="147"/>
                  </a:cubicBezTo>
                  <a:cubicBezTo>
                    <a:pt x="69" y="141"/>
                    <a:pt x="69" y="131"/>
                    <a:pt x="79" y="136"/>
                  </a:cubicBezTo>
                  <a:cubicBezTo>
                    <a:pt x="72" y="131"/>
                    <a:pt x="76" y="122"/>
                    <a:pt x="84" y="125"/>
                  </a:cubicBezTo>
                  <a:cubicBezTo>
                    <a:pt x="82" y="121"/>
                    <a:pt x="76" y="112"/>
                    <a:pt x="85" y="112"/>
                  </a:cubicBezTo>
                  <a:cubicBezTo>
                    <a:pt x="80" y="107"/>
                    <a:pt x="73" y="102"/>
                    <a:pt x="82" y="96"/>
                  </a:cubicBezTo>
                  <a:cubicBezTo>
                    <a:pt x="77" y="91"/>
                    <a:pt x="74" y="87"/>
                    <a:pt x="83" y="84"/>
                  </a:cubicBezTo>
                  <a:cubicBezTo>
                    <a:pt x="79" y="80"/>
                    <a:pt x="74" y="80"/>
                    <a:pt x="72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69" y="70"/>
                    <a:pt x="67" y="64"/>
                    <a:pt x="69" y="59"/>
                  </a:cubicBezTo>
                  <a:cubicBezTo>
                    <a:pt x="75" y="60"/>
                    <a:pt x="78" y="64"/>
                    <a:pt x="83" y="66"/>
                  </a:cubicBezTo>
                  <a:cubicBezTo>
                    <a:pt x="83" y="59"/>
                    <a:pt x="84" y="51"/>
                    <a:pt x="94" y="56"/>
                  </a:cubicBezTo>
                  <a:cubicBezTo>
                    <a:pt x="91" y="44"/>
                    <a:pt x="96" y="39"/>
                    <a:pt x="105" y="45"/>
                  </a:cubicBezTo>
                  <a:cubicBezTo>
                    <a:pt x="104" y="36"/>
                    <a:pt x="112" y="38"/>
                    <a:pt x="117" y="42"/>
                  </a:cubicBezTo>
                  <a:cubicBezTo>
                    <a:pt x="119" y="38"/>
                    <a:pt x="122" y="37"/>
                    <a:pt x="126" y="35"/>
                  </a:cubicBezTo>
                  <a:cubicBezTo>
                    <a:pt x="126" y="35"/>
                    <a:pt x="126" y="35"/>
                    <a:pt x="126" y="35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9" name="Freeform 59">
              <a:extLst>
                <a:ext uri="{FF2B5EF4-FFF2-40B4-BE49-F238E27FC236}">
                  <a16:creationId xmlns:a16="http://schemas.microsoft.com/office/drawing/2014/main" id="{55FBB2E7-8A2C-43E6-AD77-557CF9990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154"/>
              <a:ext cx="98" cy="278"/>
            </a:xfrm>
            <a:custGeom>
              <a:avLst/>
              <a:gdLst>
                <a:gd name="T0" fmla="*/ 864 w 33"/>
                <a:gd name="T1" fmla="*/ 2774 h 88"/>
                <a:gd name="T2" fmla="*/ 184 w 33"/>
                <a:gd name="T3" fmla="*/ 0 h 88"/>
                <a:gd name="T4" fmla="*/ 864 w 33"/>
                <a:gd name="T5" fmla="*/ 2774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88">
                  <a:moveTo>
                    <a:pt x="33" y="88"/>
                  </a:moveTo>
                  <a:cubicBezTo>
                    <a:pt x="0" y="64"/>
                    <a:pt x="4" y="24"/>
                    <a:pt x="7" y="0"/>
                  </a:cubicBezTo>
                  <a:cubicBezTo>
                    <a:pt x="6" y="29"/>
                    <a:pt x="18" y="55"/>
                    <a:pt x="33" y="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0" name="Freeform 60">
              <a:extLst>
                <a:ext uri="{FF2B5EF4-FFF2-40B4-BE49-F238E27FC236}">
                  <a16:creationId xmlns:a16="http://schemas.microsoft.com/office/drawing/2014/main" id="{5C2FD49A-D434-400F-9D62-28558DC16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974"/>
              <a:ext cx="169" cy="265"/>
            </a:xfrm>
            <a:custGeom>
              <a:avLst/>
              <a:gdLst>
                <a:gd name="T0" fmla="*/ 1485 w 57"/>
                <a:gd name="T1" fmla="*/ 0 h 84"/>
                <a:gd name="T2" fmla="*/ 0 w 57"/>
                <a:gd name="T3" fmla="*/ 2637 h 84"/>
                <a:gd name="T4" fmla="*/ 1485 w 57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84">
                  <a:moveTo>
                    <a:pt x="57" y="0"/>
                  </a:moveTo>
                  <a:cubicBezTo>
                    <a:pt x="43" y="4"/>
                    <a:pt x="4" y="39"/>
                    <a:pt x="0" y="84"/>
                  </a:cubicBezTo>
                  <a:cubicBezTo>
                    <a:pt x="3" y="69"/>
                    <a:pt x="24" y="23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1" name="Freeform 61">
              <a:extLst>
                <a:ext uri="{FF2B5EF4-FFF2-40B4-BE49-F238E27FC236}">
                  <a16:creationId xmlns:a16="http://schemas.microsoft.com/office/drawing/2014/main" id="{5B308D2F-6651-4141-9035-6D17DA498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100"/>
              <a:ext cx="207" cy="461"/>
            </a:xfrm>
            <a:custGeom>
              <a:avLst/>
              <a:gdLst>
                <a:gd name="T0" fmla="*/ 621 w 70"/>
                <a:gd name="T1" fmla="*/ 1067 h 146"/>
                <a:gd name="T2" fmla="*/ 1346 w 70"/>
                <a:gd name="T3" fmla="*/ 3969 h 146"/>
                <a:gd name="T4" fmla="*/ 53 w 70"/>
                <a:gd name="T5" fmla="*/ 2393 h 146"/>
                <a:gd name="T6" fmla="*/ 515 w 70"/>
                <a:gd name="T7" fmla="*/ 0 h 146"/>
                <a:gd name="T8" fmla="*/ 621 w 70"/>
                <a:gd name="T9" fmla="*/ 1067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46">
                  <a:moveTo>
                    <a:pt x="24" y="34"/>
                  </a:moveTo>
                  <a:cubicBezTo>
                    <a:pt x="22" y="78"/>
                    <a:pt x="34" y="106"/>
                    <a:pt x="52" y="126"/>
                  </a:cubicBezTo>
                  <a:cubicBezTo>
                    <a:pt x="70" y="146"/>
                    <a:pt x="4" y="112"/>
                    <a:pt x="2" y="76"/>
                  </a:cubicBezTo>
                  <a:cubicBezTo>
                    <a:pt x="0" y="40"/>
                    <a:pt x="10" y="0"/>
                    <a:pt x="20" y="0"/>
                  </a:cubicBezTo>
                  <a:cubicBezTo>
                    <a:pt x="30" y="0"/>
                    <a:pt x="24" y="8"/>
                    <a:pt x="24" y="34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2" name="Freeform 62">
              <a:extLst>
                <a:ext uri="{FF2B5EF4-FFF2-40B4-BE49-F238E27FC236}">
                  <a16:creationId xmlns:a16="http://schemas.microsoft.com/office/drawing/2014/main" id="{49135DE3-30A5-4C9F-BFF5-9D3E11C61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100"/>
              <a:ext cx="207" cy="461"/>
            </a:xfrm>
            <a:custGeom>
              <a:avLst/>
              <a:gdLst>
                <a:gd name="T0" fmla="*/ 1189 w 70"/>
                <a:gd name="T1" fmla="*/ 1067 h 146"/>
                <a:gd name="T2" fmla="*/ 464 w 70"/>
                <a:gd name="T3" fmla="*/ 3969 h 146"/>
                <a:gd name="T4" fmla="*/ 1757 w 70"/>
                <a:gd name="T5" fmla="*/ 2393 h 146"/>
                <a:gd name="T6" fmla="*/ 1295 w 70"/>
                <a:gd name="T7" fmla="*/ 0 h 146"/>
                <a:gd name="T8" fmla="*/ 1189 w 70"/>
                <a:gd name="T9" fmla="*/ 1067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46">
                  <a:moveTo>
                    <a:pt x="46" y="34"/>
                  </a:moveTo>
                  <a:cubicBezTo>
                    <a:pt x="48" y="78"/>
                    <a:pt x="36" y="106"/>
                    <a:pt x="18" y="126"/>
                  </a:cubicBezTo>
                  <a:cubicBezTo>
                    <a:pt x="0" y="146"/>
                    <a:pt x="66" y="112"/>
                    <a:pt x="68" y="76"/>
                  </a:cubicBezTo>
                  <a:cubicBezTo>
                    <a:pt x="70" y="40"/>
                    <a:pt x="60" y="0"/>
                    <a:pt x="50" y="0"/>
                  </a:cubicBezTo>
                  <a:cubicBezTo>
                    <a:pt x="40" y="0"/>
                    <a:pt x="46" y="8"/>
                    <a:pt x="46" y="34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3" name="Freeform 63">
              <a:extLst>
                <a:ext uri="{FF2B5EF4-FFF2-40B4-BE49-F238E27FC236}">
                  <a16:creationId xmlns:a16="http://schemas.microsoft.com/office/drawing/2014/main" id="{0ECB04A9-EE47-4DEA-AE6F-EE601B860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447"/>
              <a:ext cx="98" cy="439"/>
            </a:xfrm>
            <a:custGeom>
              <a:avLst/>
              <a:gdLst>
                <a:gd name="T0" fmla="*/ 440 w 33"/>
                <a:gd name="T1" fmla="*/ 0 h 139"/>
                <a:gd name="T2" fmla="*/ 0 w 33"/>
                <a:gd name="T3" fmla="*/ 568 h 139"/>
                <a:gd name="T4" fmla="*/ 211 w 33"/>
                <a:gd name="T5" fmla="*/ 3869 h 139"/>
                <a:gd name="T6" fmla="*/ 627 w 33"/>
                <a:gd name="T7" fmla="*/ 4030 h 139"/>
                <a:gd name="T8" fmla="*/ 864 w 33"/>
                <a:gd name="T9" fmla="*/ 379 h 139"/>
                <a:gd name="T10" fmla="*/ 440 w 33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39">
                  <a:moveTo>
                    <a:pt x="17" y="0"/>
                  </a:moveTo>
                  <a:cubicBezTo>
                    <a:pt x="8" y="0"/>
                    <a:pt x="0" y="4"/>
                    <a:pt x="0" y="18"/>
                  </a:cubicBezTo>
                  <a:cubicBezTo>
                    <a:pt x="1" y="33"/>
                    <a:pt x="8" y="107"/>
                    <a:pt x="8" y="123"/>
                  </a:cubicBezTo>
                  <a:cubicBezTo>
                    <a:pt x="8" y="139"/>
                    <a:pt x="24" y="128"/>
                    <a:pt x="24" y="128"/>
                  </a:cubicBezTo>
                  <a:cubicBezTo>
                    <a:pt x="24" y="128"/>
                    <a:pt x="33" y="19"/>
                    <a:pt x="33" y="12"/>
                  </a:cubicBezTo>
                  <a:cubicBezTo>
                    <a:pt x="32" y="6"/>
                    <a:pt x="25" y="0"/>
                    <a:pt x="17" y="0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4" name="Freeform 64">
              <a:extLst>
                <a:ext uri="{FF2B5EF4-FFF2-40B4-BE49-F238E27FC236}">
                  <a16:creationId xmlns:a16="http://schemas.microsoft.com/office/drawing/2014/main" id="{0500DC14-9359-4B9B-A844-80D9A86D2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047"/>
              <a:ext cx="118" cy="391"/>
            </a:xfrm>
            <a:custGeom>
              <a:avLst/>
              <a:gdLst>
                <a:gd name="T0" fmla="*/ 897 w 40"/>
                <a:gd name="T1" fmla="*/ 2346 h 124"/>
                <a:gd name="T2" fmla="*/ 0 w 40"/>
                <a:gd name="T3" fmla="*/ 0 h 124"/>
                <a:gd name="T4" fmla="*/ 0 w 40"/>
                <a:gd name="T5" fmla="*/ 28 h 124"/>
                <a:gd name="T6" fmla="*/ 277 w 40"/>
                <a:gd name="T7" fmla="*/ 536 h 124"/>
                <a:gd name="T8" fmla="*/ 487 w 40"/>
                <a:gd name="T9" fmla="*/ 3260 h 124"/>
                <a:gd name="T10" fmla="*/ 723 w 40"/>
                <a:gd name="T11" fmla="*/ 3352 h 124"/>
                <a:gd name="T12" fmla="*/ 1027 w 40"/>
                <a:gd name="T13" fmla="*/ 2664 h 124"/>
                <a:gd name="T14" fmla="*/ 897 w 40"/>
                <a:gd name="T15" fmla="*/ 2346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124">
                  <a:moveTo>
                    <a:pt x="35" y="75"/>
                  </a:moveTo>
                  <a:cubicBezTo>
                    <a:pt x="36" y="57"/>
                    <a:pt x="25" y="8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4" y="4"/>
                    <a:pt x="8" y="10"/>
                    <a:pt x="11" y="17"/>
                  </a:cubicBezTo>
                  <a:cubicBezTo>
                    <a:pt x="21" y="33"/>
                    <a:pt x="35" y="67"/>
                    <a:pt x="19" y="104"/>
                  </a:cubicBezTo>
                  <a:cubicBezTo>
                    <a:pt x="9" y="124"/>
                    <a:pt x="19" y="123"/>
                    <a:pt x="28" y="107"/>
                  </a:cubicBezTo>
                  <a:cubicBezTo>
                    <a:pt x="33" y="99"/>
                    <a:pt x="36" y="91"/>
                    <a:pt x="40" y="85"/>
                  </a:cubicBezTo>
                  <a:cubicBezTo>
                    <a:pt x="37" y="89"/>
                    <a:pt x="35" y="88"/>
                    <a:pt x="35" y="75"/>
                  </a:cubicBezTo>
                  <a:close/>
                </a:path>
              </a:pathLst>
            </a:custGeom>
            <a:solidFill>
              <a:srgbClr val="867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5" name="Freeform 65">
              <a:extLst>
                <a:ext uri="{FF2B5EF4-FFF2-40B4-BE49-F238E27FC236}">
                  <a16:creationId xmlns:a16="http://schemas.microsoft.com/office/drawing/2014/main" id="{A7DAA45C-6E8C-44F6-997E-6CAEF6660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230"/>
              <a:ext cx="168" cy="246"/>
            </a:xfrm>
            <a:custGeom>
              <a:avLst/>
              <a:gdLst>
                <a:gd name="T0" fmla="*/ 1459 w 57"/>
                <a:gd name="T1" fmla="*/ 467 h 78"/>
                <a:gd name="T2" fmla="*/ 433 w 57"/>
                <a:gd name="T3" fmla="*/ 407 h 78"/>
                <a:gd name="T4" fmla="*/ 539 w 57"/>
                <a:gd name="T5" fmla="*/ 2447 h 78"/>
                <a:gd name="T6" fmla="*/ 589 w 57"/>
                <a:gd name="T7" fmla="*/ 656 h 78"/>
                <a:gd name="T8" fmla="*/ 1459 w 57"/>
                <a:gd name="T9" fmla="*/ 467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8">
                  <a:moveTo>
                    <a:pt x="57" y="15"/>
                  </a:moveTo>
                  <a:cubicBezTo>
                    <a:pt x="45" y="5"/>
                    <a:pt x="28" y="0"/>
                    <a:pt x="17" y="13"/>
                  </a:cubicBezTo>
                  <a:cubicBezTo>
                    <a:pt x="0" y="34"/>
                    <a:pt x="5" y="67"/>
                    <a:pt x="21" y="78"/>
                  </a:cubicBezTo>
                  <a:cubicBezTo>
                    <a:pt x="10" y="56"/>
                    <a:pt x="15" y="31"/>
                    <a:pt x="23" y="21"/>
                  </a:cubicBezTo>
                  <a:cubicBezTo>
                    <a:pt x="31" y="11"/>
                    <a:pt x="50" y="8"/>
                    <a:pt x="57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6" name="Freeform 66">
              <a:extLst>
                <a:ext uri="{FF2B5EF4-FFF2-40B4-BE49-F238E27FC236}">
                  <a16:creationId xmlns:a16="http://schemas.microsoft.com/office/drawing/2014/main" id="{1315E9CB-AA76-4B97-9287-37218643A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678"/>
              <a:ext cx="434" cy="138"/>
            </a:xfrm>
            <a:custGeom>
              <a:avLst/>
              <a:gdLst>
                <a:gd name="T0" fmla="*/ 156 w 147"/>
                <a:gd name="T1" fmla="*/ 276 h 44"/>
                <a:gd name="T2" fmla="*/ 156 w 147"/>
                <a:gd name="T3" fmla="*/ 1358 h 44"/>
                <a:gd name="T4" fmla="*/ 3782 w 147"/>
                <a:gd name="T5" fmla="*/ 1358 h 44"/>
                <a:gd name="T6" fmla="*/ 3451 w 147"/>
                <a:gd name="T7" fmla="*/ 1022 h 44"/>
                <a:gd name="T8" fmla="*/ 2318 w 147"/>
                <a:gd name="T9" fmla="*/ 521 h 44"/>
                <a:gd name="T10" fmla="*/ 156 w 147"/>
                <a:gd name="T11" fmla="*/ 27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44">
                  <a:moveTo>
                    <a:pt x="6" y="9"/>
                  </a:moveTo>
                  <a:cubicBezTo>
                    <a:pt x="0" y="20"/>
                    <a:pt x="2" y="32"/>
                    <a:pt x="6" y="44"/>
                  </a:cubicBezTo>
                  <a:cubicBezTo>
                    <a:pt x="147" y="44"/>
                    <a:pt x="147" y="44"/>
                    <a:pt x="147" y="44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19" y="30"/>
                    <a:pt x="104" y="27"/>
                    <a:pt x="90" y="17"/>
                  </a:cubicBezTo>
                  <a:cubicBezTo>
                    <a:pt x="63" y="0"/>
                    <a:pt x="8" y="0"/>
                    <a:pt x="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7" name="Freeform 67">
              <a:extLst>
                <a:ext uri="{FF2B5EF4-FFF2-40B4-BE49-F238E27FC236}">
                  <a16:creationId xmlns:a16="http://schemas.microsoft.com/office/drawing/2014/main" id="{C7CAF447-FB4C-4071-851C-2C70EC0C7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149"/>
              <a:ext cx="165" cy="395"/>
            </a:xfrm>
            <a:custGeom>
              <a:avLst/>
              <a:gdLst>
                <a:gd name="T0" fmla="*/ 1432 w 56"/>
                <a:gd name="T1" fmla="*/ 28 h 125"/>
                <a:gd name="T2" fmla="*/ 1128 w 56"/>
                <a:gd name="T3" fmla="*/ 2048 h 125"/>
                <a:gd name="T4" fmla="*/ 946 w 56"/>
                <a:gd name="T5" fmla="*/ 3944 h 125"/>
                <a:gd name="T6" fmla="*/ 1025 w 56"/>
                <a:gd name="T7" fmla="*/ 2427 h 125"/>
                <a:gd name="T8" fmla="*/ 0 w 56"/>
                <a:gd name="T9" fmla="*/ 2206 h 125"/>
                <a:gd name="T10" fmla="*/ 893 w 56"/>
                <a:gd name="T11" fmla="*/ 1766 h 125"/>
                <a:gd name="T12" fmla="*/ 1223 w 56"/>
                <a:gd name="T13" fmla="*/ 0 h 125"/>
                <a:gd name="T14" fmla="*/ 1432 w 56"/>
                <a:gd name="T15" fmla="*/ 28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25">
                  <a:moveTo>
                    <a:pt x="56" y="1"/>
                  </a:moveTo>
                  <a:cubicBezTo>
                    <a:pt x="51" y="17"/>
                    <a:pt x="43" y="48"/>
                    <a:pt x="44" y="65"/>
                  </a:cubicBezTo>
                  <a:cubicBezTo>
                    <a:pt x="46" y="78"/>
                    <a:pt x="53" y="119"/>
                    <a:pt x="37" y="125"/>
                  </a:cubicBezTo>
                  <a:cubicBezTo>
                    <a:pt x="27" y="113"/>
                    <a:pt x="45" y="92"/>
                    <a:pt x="40" y="77"/>
                  </a:cubicBezTo>
                  <a:cubicBezTo>
                    <a:pt x="34" y="59"/>
                    <a:pt x="15" y="75"/>
                    <a:pt x="0" y="70"/>
                  </a:cubicBezTo>
                  <a:cubicBezTo>
                    <a:pt x="3" y="59"/>
                    <a:pt x="27" y="66"/>
                    <a:pt x="35" y="56"/>
                  </a:cubicBezTo>
                  <a:cubicBezTo>
                    <a:pt x="46" y="43"/>
                    <a:pt x="44" y="15"/>
                    <a:pt x="48" y="0"/>
                  </a:cubicBezTo>
                  <a:cubicBezTo>
                    <a:pt x="50" y="8"/>
                    <a:pt x="55" y="4"/>
                    <a:pt x="56" y="1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8" name="Freeform 68">
              <a:extLst>
                <a:ext uri="{FF2B5EF4-FFF2-40B4-BE49-F238E27FC236}">
                  <a16:creationId xmlns:a16="http://schemas.microsoft.com/office/drawing/2014/main" id="{097F4892-A1C0-440F-9755-96A8CFBD3F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3" y="1143"/>
              <a:ext cx="175" cy="404"/>
            </a:xfrm>
            <a:custGeom>
              <a:avLst/>
              <a:gdLst>
                <a:gd name="T0" fmla="*/ 1249 w 59"/>
                <a:gd name="T1" fmla="*/ 28 h 128"/>
                <a:gd name="T2" fmla="*/ 1195 w 59"/>
                <a:gd name="T3" fmla="*/ 628 h 128"/>
                <a:gd name="T4" fmla="*/ 940 w 59"/>
                <a:gd name="T5" fmla="*/ 1793 h 128"/>
                <a:gd name="T6" fmla="*/ 466 w 59"/>
                <a:gd name="T7" fmla="*/ 1982 h 128"/>
                <a:gd name="T8" fmla="*/ 27 w 59"/>
                <a:gd name="T9" fmla="*/ 2260 h 128"/>
                <a:gd name="T10" fmla="*/ 27 w 59"/>
                <a:gd name="T11" fmla="*/ 2332 h 128"/>
                <a:gd name="T12" fmla="*/ 546 w 59"/>
                <a:gd name="T13" fmla="*/ 2291 h 128"/>
                <a:gd name="T14" fmla="*/ 1074 w 59"/>
                <a:gd name="T15" fmla="*/ 2522 h 128"/>
                <a:gd name="T16" fmla="*/ 994 w 59"/>
                <a:gd name="T17" fmla="*/ 3178 h 128"/>
                <a:gd name="T18" fmla="*/ 967 w 59"/>
                <a:gd name="T19" fmla="*/ 4024 h 128"/>
                <a:gd name="T20" fmla="*/ 1020 w 59"/>
                <a:gd name="T21" fmla="*/ 4024 h 128"/>
                <a:gd name="T22" fmla="*/ 1275 w 59"/>
                <a:gd name="T23" fmla="*/ 2291 h 128"/>
                <a:gd name="T24" fmla="*/ 1249 w 59"/>
                <a:gd name="T25" fmla="*/ 2102 h 128"/>
                <a:gd name="T26" fmla="*/ 1539 w 59"/>
                <a:gd name="T27" fmla="*/ 129 h 128"/>
                <a:gd name="T28" fmla="*/ 1539 w 59"/>
                <a:gd name="T29" fmla="*/ 129 h 128"/>
                <a:gd name="T30" fmla="*/ 1539 w 59"/>
                <a:gd name="T31" fmla="*/ 129 h 128"/>
                <a:gd name="T32" fmla="*/ 1539 w 59"/>
                <a:gd name="T33" fmla="*/ 88 h 128"/>
                <a:gd name="T34" fmla="*/ 1513 w 59"/>
                <a:gd name="T35" fmla="*/ 60 h 128"/>
                <a:gd name="T36" fmla="*/ 1459 w 59"/>
                <a:gd name="T37" fmla="*/ 88 h 128"/>
                <a:gd name="T38" fmla="*/ 1459 w 59"/>
                <a:gd name="T39" fmla="*/ 88 h 128"/>
                <a:gd name="T40" fmla="*/ 1409 w 59"/>
                <a:gd name="T41" fmla="*/ 161 h 128"/>
                <a:gd name="T42" fmla="*/ 1329 w 59"/>
                <a:gd name="T43" fmla="*/ 28 h 128"/>
                <a:gd name="T44" fmla="*/ 1302 w 59"/>
                <a:gd name="T45" fmla="*/ 0 h 128"/>
                <a:gd name="T46" fmla="*/ 1249 w 59"/>
                <a:gd name="T47" fmla="*/ 28 h 128"/>
                <a:gd name="T48" fmla="*/ 492 w 59"/>
                <a:gd name="T49" fmla="*/ 2074 h 128"/>
                <a:gd name="T50" fmla="*/ 994 w 59"/>
                <a:gd name="T51" fmla="*/ 1853 h 128"/>
                <a:gd name="T52" fmla="*/ 1275 w 59"/>
                <a:gd name="T53" fmla="*/ 628 h 128"/>
                <a:gd name="T54" fmla="*/ 1302 w 59"/>
                <a:gd name="T55" fmla="*/ 189 h 128"/>
                <a:gd name="T56" fmla="*/ 1409 w 59"/>
                <a:gd name="T57" fmla="*/ 249 h 128"/>
                <a:gd name="T58" fmla="*/ 1433 w 59"/>
                <a:gd name="T59" fmla="*/ 249 h 128"/>
                <a:gd name="T60" fmla="*/ 1169 w 59"/>
                <a:gd name="T61" fmla="*/ 1954 h 128"/>
                <a:gd name="T62" fmla="*/ 1169 w 59"/>
                <a:gd name="T63" fmla="*/ 2102 h 128"/>
                <a:gd name="T64" fmla="*/ 1195 w 59"/>
                <a:gd name="T65" fmla="*/ 2332 h 128"/>
                <a:gd name="T66" fmla="*/ 1249 w 59"/>
                <a:gd name="T67" fmla="*/ 3147 h 128"/>
                <a:gd name="T68" fmla="*/ 1020 w 59"/>
                <a:gd name="T69" fmla="*/ 3936 h 128"/>
                <a:gd name="T70" fmla="*/ 967 w 59"/>
                <a:gd name="T71" fmla="*/ 3705 h 128"/>
                <a:gd name="T72" fmla="*/ 1074 w 59"/>
                <a:gd name="T73" fmla="*/ 3207 h 128"/>
                <a:gd name="T74" fmla="*/ 1154 w 59"/>
                <a:gd name="T75" fmla="*/ 2670 h 128"/>
                <a:gd name="T76" fmla="*/ 1127 w 59"/>
                <a:gd name="T77" fmla="*/ 2481 h 128"/>
                <a:gd name="T78" fmla="*/ 519 w 59"/>
                <a:gd name="T79" fmla="*/ 2203 h 128"/>
                <a:gd name="T80" fmla="*/ 107 w 59"/>
                <a:gd name="T81" fmla="*/ 2231 h 128"/>
                <a:gd name="T82" fmla="*/ 492 w 59"/>
                <a:gd name="T83" fmla="*/ 2074 h 1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9" h="128">
                  <a:moveTo>
                    <a:pt x="48" y="1"/>
                  </a:moveTo>
                  <a:cubicBezTo>
                    <a:pt x="47" y="7"/>
                    <a:pt x="46" y="13"/>
                    <a:pt x="46" y="20"/>
                  </a:cubicBezTo>
                  <a:cubicBezTo>
                    <a:pt x="44" y="33"/>
                    <a:pt x="43" y="48"/>
                    <a:pt x="36" y="57"/>
                  </a:cubicBezTo>
                  <a:cubicBezTo>
                    <a:pt x="32" y="61"/>
                    <a:pt x="25" y="62"/>
                    <a:pt x="18" y="63"/>
                  </a:cubicBezTo>
                  <a:cubicBezTo>
                    <a:pt x="11" y="64"/>
                    <a:pt x="3" y="65"/>
                    <a:pt x="1" y="72"/>
                  </a:cubicBezTo>
                  <a:cubicBezTo>
                    <a:pt x="0" y="73"/>
                    <a:pt x="1" y="73"/>
                    <a:pt x="1" y="74"/>
                  </a:cubicBezTo>
                  <a:cubicBezTo>
                    <a:pt x="8" y="76"/>
                    <a:pt x="15" y="74"/>
                    <a:pt x="21" y="73"/>
                  </a:cubicBezTo>
                  <a:cubicBezTo>
                    <a:pt x="31" y="71"/>
                    <a:pt x="38" y="70"/>
                    <a:pt x="41" y="80"/>
                  </a:cubicBezTo>
                  <a:cubicBezTo>
                    <a:pt x="43" y="86"/>
                    <a:pt x="40" y="94"/>
                    <a:pt x="38" y="101"/>
                  </a:cubicBezTo>
                  <a:cubicBezTo>
                    <a:pt x="35" y="111"/>
                    <a:pt x="31" y="120"/>
                    <a:pt x="37" y="128"/>
                  </a:cubicBezTo>
                  <a:cubicBezTo>
                    <a:pt x="38" y="128"/>
                    <a:pt x="38" y="128"/>
                    <a:pt x="39" y="128"/>
                  </a:cubicBezTo>
                  <a:cubicBezTo>
                    <a:pt x="55" y="123"/>
                    <a:pt x="51" y="92"/>
                    <a:pt x="49" y="73"/>
                  </a:cubicBezTo>
                  <a:cubicBezTo>
                    <a:pt x="48" y="67"/>
                    <a:pt x="48" y="67"/>
                    <a:pt x="48" y="67"/>
                  </a:cubicBezTo>
                  <a:cubicBezTo>
                    <a:pt x="46" y="50"/>
                    <a:pt x="55" y="18"/>
                    <a:pt x="59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3"/>
                    <a:pt x="59" y="3"/>
                  </a:cubicBezTo>
                  <a:cubicBezTo>
                    <a:pt x="59" y="3"/>
                    <a:pt x="59" y="2"/>
                    <a:pt x="58" y="2"/>
                  </a:cubicBezTo>
                  <a:cubicBezTo>
                    <a:pt x="57" y="2"/>
                    <a:pt x="56" y="2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4"/>
                    <a:pt x="55" y="5"/>
                    <a:pt x="54" y="5"/>
                  </a:cubicBezTo>
                  <a:cubicBezTo>
                    <a:pt x="52" y="5"/>
                    <a:pt x="51" y="3"/>
                    <a:pt x="51" y="1"/>
                  </a:cubicBezTo>
                  <a:cubicBezTo>
                    <a:pt x="51" y="1"/>
                    <a:pt x="50" y="0"/>
                    <a:pt x="50" y="0"/>
                  </a:cubicBezTo>
                  <a:cubicBezTo>
                    <a:pt x="49" y="0"/>
                    <a:pt x="48" y="1"/>
                    <a:pt x="48" y="1"/>
                  </a:cubicBezTo>
                  <a:close/>
                  <a:moveTo>
                    <a:pt x="19" y="66"/>
                  </a:moveTo>
                  <a:cubicBezTo>
                    <a:pt x="26" y="65"/>
                    <a:pt x="34" y="64"/>
                    <a:pt x="38" y="59"/>
                  </a:cubicBezTo>
                  <a:cubicBezTo>
                    <a:pt x="46" y="50"/>
                    <a:pt x="47" y="34"/>
                    <a:pt x="49" y="20"/>
                  </a:cubicBezTo>
                  <a:cubicBezTo>
                    <a:pt x="49" y="15"/>
                    <a:pt x="50" y="11"/>
                    <a:pt x="50" y="6"/>
                  </a:cubicBezTo>
                  <a:cubicBezTo>
                    <a:pt x="52" y="8"/>
                    <a:pt x="53" y="8"/>
                    <a:pt x="54" y="8"/>
                  </a:cubicBezTo>
                  <a:cubicBezTo>
                    <a:pt x="54" y="8"/>
                    <a:pt x="55" y="8"/>
                    <a:pt x="55" y="8"/>
                  </a:cubicBezTo>
                  <a:cubicBezTo>
                    <a:pt x="50" y="22"/>
                    <a:pt x="45" y="46"/>
                    <a:pt x="45" y="62"/>
                  </a:cubicBezTo>
                  <a:cubicBezTo>
                    <a:pt x="45" y="64"/>
                    <a:pt x="45" y="65"/>
                    <a:pt x="45" y="67"/>
                  </a:cubicBezTo>
                  <a:cubicBezTo>
                    <a:pt x="46" y="74"/>
                    <a:pt x="46" y="74"/>
                    <a:pt x="46" y="74"/>
                  </a:cubicBezTo>
                  <a:cubicBezTo>
                    <a:pt x="46" y="81"/>
                    <a:pt x="48" y="91"/>
                    <a:pt x="48" y="100"/>
                  </a:cubicBezTo>
                  <a:cubicBezTo>
                    <a:pt x="48" y="111"/>
                    <a:pt x="46" y="121"/>
                    <a:pt x="39" y="125"/>
                  </a:cubicBezTo>
                  <a:cubicBezTo>
                    <a:pt x="38" y="123"/>
                    <a:pt x="37" y="120"/>
                    <a:pt x="37" y="118"/>
                  </a:cubicBezTo>
                  <a:cubicBezTo>
                    <a:pt x="37" y="113"/>
                    <a:pt x="39" y="108"/>
                    <a:pt x="41" y="102"/>
                  </a:cubicBezTo>
                  <a:cubicBezTo>
                    <a:pt x="42" y="96"/>
                    <a:pt x="44" y="90"/>
                    <a:pt x="44" y="85"/>
                  </a:cubicBezTo>
                  <a:cubicBezTo>
                    <a:pt x="44" y="83"/>
                    <a:pt x="44" y="81"/>
                    <a:pt x="43" y="79"/>
                  </a:cubicBezTo>
                  <a:cubicBezTo>
                    <a:pt x="39" y="66"/>
                    <a:pt x="30" y="68"/>
                    <a:pt x="20" y="70"/>
                  </a:cubicBezTo>
                  <a:cubicBezTo>
                    <a:pt x="15" y="71"/>
                    <a:pt x="9" y="72"/>
                    <a:pt x="4" y="71"/>
                  </a:cubicBezTo>
                  <a:cubicBezTo>
                    <a:pt x="7" y="68"/>
                    <a:pt x="12" y="67"/>
                    <a:pt x="19" y="6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9" name="Freeform 69">
              <a:extLst>
                <a:ext uri="{FF2B5EF4-FFF2-40B4-BE49-F238E27FC236}">
                  <a16:creationId xmlns:a16="http://schemas.microsoft.com/office/drawing/2014/main" id="{9C132246-0236-43C8-BBC0-7398E398EA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9" y="1459"/>
              <a:ext cx="273" cy="1649"/>
            </a:xfrm>
            <a:custGeom>
              <a:avLst/>
              <a:gdLst>
                <a:gd name="T0" fmla="*/ 27 w 92"/>
                <a:gd name="T1" fmla="*/ 88 h 522"/>
                <a:gd name="T2" fmla="*/ 626 w 92"/>
                <a:gd name="T3" fmla="*/ 948 h 522"/>
                <a:gd name="T4" fmla="*/ 573 w 92"/>
                <a:gd name="T5" fmla="*/ 2714 h 522"/>
                <a:gd name="T6" fmla="*/ 1754 w 92"/>
                <a:gd name="T7" fmla="*/ 4252 h 522"/>
                <a:gd name="T8" fmla="*/ 1831 w 92"/>
                <a:gd name="T9" fmla="*/ 6906 h 522"/>
                <a:gd name="T10" fmla="*/ 1101 w 92"/>
                <a:gd name="T11" fmla="*/ 7945 h 522"/>
                <a:gd name="T12" fmla="*/ 1804 w 92"/>
                <a:gd name="T13" fmla="*/ 10058 h 522"/>
                <a:gd name="T14" fmla="*/ 1647 w 92"/>
                <a:gd name="T15" fmla="*/ 11695 h 522"/>
                <a:gd name="T16" fmla="*/ 757 w 92"/>
                <a:gd name="T17" fmla="*/ 12295 h 522"/>
                <a:gd name="T18" fmla="*/ 810 w 92"/>
                <a:gd name="T19" fmla="*/ 12424 h 522"/>
                <a:gd name="T20" fmla="*/ 890 w 92"/>
                <a:gd name="T21" fmla="*/ 15637 h 522"/>
                <a:gd name="T22" fmla="*/ 519 w 92"/>
                <a:gd name="T23" fmla="*/ 16427 h 522"/>
                <a:gd name="T24" fmla="*/ 1804 w 92"/>
                <a:gd name="T25" fmla="*/ 13931 h 522"/>
                <a:gd name="T26" fmla="*/ 1858 w 92"/>
                <a:gd name="T27" fmla="*/ 12203 h 522"/>
                <a:gd name="T28" fmla="*/ 1858 w 92"/>
                <a:gd name="T29" fmla="*/ 8292 h 522"/>
                <a:gd name="T30" fmla="*/ 1911 w 92"/>
                <a:gd name="T31" fmla="*/ 7853 h 522"/>
                <a:gd name="T32" fmla="*/ 2246 w 92"/>
                <a:gd name="T33" fmla="*/ 6846 h 522"/>
                <a:gd name="T34" fmla="*/ 1487 w 92"/>
                <a:gd name="T35" fmla="*/ 2805 h 522"/>
                <a:gd name="T36" fmla="*/ 1276 w 92"/>
                <a:gd name="T37" fmla="*/ 1826 h 522"/>
                <a:gd name="T38" fmla="*/ 27 w 92"/>
                <a:gd name="T39" fmla="*/ 28 h 522"/>
                <a:gd name="T40" fmla="*/ 677 w 92"/>
                <a:gd name="T41" fmla="*/ 878 h 522"/>
                <a:gd name="T42" fmla="*/ 1223 w 92"/>
                <a:gd name="T43" fmla="*/ 1857 h 522"/>
                <a:gd name="T44" fmla="*/ 1436 w 92"/>
                <a:gd name="T45" fmla="*/ 2865 h 522"/>
                <a:gd name="T46" fmla="*/ 2246 w 92"/>
                <a:gd name="T47" fmla="*/ 6018 h 522"/>
                <a:gd name="T48" fmla="*/ 2113 w 92"/>
                <a:gd name="T49" fmla="*/ 7127 h 522"/>
                <a:gd name="T50" fmla="*/ 1754 w 92"/>
                <a:gd name="T51" fmla="*/ 7885 h 522"/>
                <a:gd name="T52" fmla="*/ 1777 w 92"/>
                <a:gd name="T53" fmla="*/ 8324 h 522"/>
                <a:gd name="T54" fmla="*/ 2059 w 92"/>
                <a:gd name="T55" fmla="*/ 10529 h 522"/>
                <a:gd name="T56" fmla="*/ 1727 w 92"/>
                <a:gd name="T57" fmla="*/ 12544 h 522"/>
                <a:gd name="T58" fmla="*/ 1777 w 92"/>
                <a:gd name="T59" fmla="*/ 13432 h 522"/>
                <a:gd name="T60" fmla="*/ 810 w 92"/>
                <a:gd name="T61" fmla="*/ 16016 h 522"/>
                <a:gd name="T62" fmla="*/ 1593 w 92"/>
                <a:gd name="T63" fmla="*/ 13770 h 522"/>
                <a:gd name="T64" fmla="*/ 890 w 92"/>
                <a:gd name="T65" fmla="*/ 12355 h 522"/>
                <a:gd name="T66" fmla="*/ 1911 w 92"/>
                <a:gd name="T67" fmla="*/ 10876 h 522"/>
                <a:gd name="T68" fmla="*/ 1884 w 92"/>
                <a:gd name="T69" fmla="*/ 10058 h 522"/>
                <a:gd name="T70" fmla="*/ 1911 w 92"/>
                <a:gd name="T71" fmla="*/ 6906 h 522"/>
                <a:gd name="T72" fmla="*/ 1911 w 92"/>
                <a:gd name="T73" fmla="*/ 6716 h 522"/>
                <a:gd name="T74" fmla="*/ 1938 w 92"/>
                <a:gd name="T75" fmla="*/ 5579 h 522"/>
                <a:gd name="T76" fmla="*/ 677 w 92"/>
                <a:gd name="T77" fmla="*/ 2644 h 522"/>
                <a:gd name="T78" fmla="*/ 783 w 92"/>
                <a:gd name="T79" fmla="*/ 12383 h 522"/>
                <a:gd name="T80" fmla="*/ 783 w 92"/>
                <a:gd name="T81" fmla="*/ 12383 h 52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2" h="522">
                  <a:moveTo>
                    <a:pt x="1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9" y="47"/>
                    <a:pt x="27" y="80"/>
                    <a:pt x="22" y="84"/>
                  </a:cubicBezTo>
                  <a:cubicBezTo>
                    <a:pt x="22" y="85"/>
                    <a:pt x="22" y="85"/>
                    <a:pt x="22" y="86"/>
                  </a:cubicBezTo>
                  <a:cubicBezTo>
                    <a:pt x="22" y="87"/>
                    <a:pt x="23" y="87"/>
                    <a:pt x="24" y="87"/>
                  </a:cubicBezTo>
                  <a:cubicBezTo>
                    <a:pt x="43" y="85"/>
                    <a:pt x="61" y="104"/>
                    <a:pt x="67" y="135"/>
                  </a:cubicBezTo>
                  <a:cubicBezTo>
                    <a:pt x="72" y="158"/>
                    <a:pt x="71" y="182"/>
                    <a:pt x="70" y="200"/>
                  </a:cubicBezTo>
                  <a:cubicBezTo>
                    <a:pt x="70" y="207"/>
                    <a:pt x="70" y="214"/>
                    <a:pt x="70" y="219"/>
                  </a:cubicBezTo>
                  <a:cubicBezTo>
                    <a:pt x="71" y="233"/>
                    <a:pt x="51" y="248"/>
                    <a:pt x="43" y="251"/>
                  </a:cubicBezTo>
                  <a:cubicBezTo>
                    <a:pt x="42" y="251"/>
                    <a:pt x="42" y="252"/>
                    <a:pt x="42" y="252"/>
                  </a:cubicBezTo>
                  <a:cubicBezTo>
                    <a:pt x="42" y="253"/>
                    <a:pt x="42" y="254"/>
                    <a:pt x="43" y="254"/>
                  </a:cubicBezTo>
                  <a:cubicBezTo>
                    <a:pt x="64" y="261"/>
                    <a:pt x="68" y="293"/>
                    <a:pt x="69" y="319"/>
                  </a:cubicBezTo>
                  <a:cubicBezTo>
                    <a:pt x="69" y="330"/>
                    <a:pt x="69" y="330"/>
                    <a:pt x="69" y="330"/>
                  </a:cubicBezTo>
                  <a:cubicBezTo>
                    <a:pt x="70" y="353"/>
                    <a:pt x="70" y="359"/>
                    <a:pt x="63" y="371"/>
                  </a:cubicBezTo>
                  <a:cubicBezTo>
                    <a:pt x="54" y="385"/>
                    <a:pt x="36" y="391"/>
                    <a:pt x="30" y="390"/>
                  </a:cubicBezTo>
                  <a:cubicBezTo>
                    <a:pt x="30" y="389"/>
                    <a:pt x="29" y="390"/>
                    <a:pt x="29" y="390"/>
                  </a:cubicBezTo>
                  <a:cubicBezTo>
                    <a:pt x="28" y="391"/>
                    <a:pt x="29" y="392"/>
                    <a:pt x="29" y="392"/>
                  </a:cubicBezTo>
                  <a:cubicBezTo>
                    <a:pt x="31" y="394"/>
                    <a:pt x="31" y="394"/>
                    <a:pt x="31" y="394"/>
                  </a:cubicBezTo>
                  <a:cubicBezTo>
                    <a:pt x="42" y="401"/>
                    <a:pt x="58" y="413"/>
                    <a:pt x="58" y="437"/>
                  </a:cubicBezTo>
                  <a:cubicBezTo>
                    <a:pt x="57" y="461"/>
                    <a:pt x="44" y="481"/>
                    <a:pt x="34" y="496"/>
                  </a:cubicBezTo>
                  <a:cubicBezTo>
                    <a:pt x="20" y="519"/>
                    <a:pt x="20" y="519"/>
                    <a:pt x="20" y="519"/>
                  </a:cubicBezTo>
                  <a:cubicBezTo>
                    <a:pt x="20" y="520"/>
                    <a:pt x="20" y="521"/>
                    <a:pt x="20" y="521"/>
                  </a:cubicBezTo>
                  <a:cubicBezTo>
                    <a:pt x="21" y="522"/>
                    <a:pt x="22" y="522"/>
                    <a:pt x="22" y="521"/>
                  </a:cubicBezTo>
                  <a:cubicBezTo>
                    <a:pt x="44" y="501"/>
                    <a:pt x="65" y="466"/>
                    <a:pt x="69" y="442"/>
                  </a:cubicBezTo>
                  <a:cubicBezTo>
                    <a:pt x="72" y="429"/>
                    <a:pt x="71" y="419"/>
                    <a:pt x="70" y="410"/>
                  </a:cubicBezTo>
                  <a:cubicBezTo>
                    <a:pt x="69" y="401"/>
                    <a:pt x="68" y="393"/>
                    <a:pt x="71" y="387"/>
                  </a:cubicBezTo>
                  <a:cubicBezTo>
                    <a:pt x="79" y="373"/>
                    <a:pt x="83" y="361"/>
                    <a:pt x="81" y="315"/>
                  </a:cubicBezTo>
                  <a:cubicBezTo>
                    <a:pt x="80" y="288"/>
                    <a:pt x="74" y="272"/>
                    <a:pt x="71" y="263"/>
                  </a:cubicBezTo>
                  <a:cubicBezTo>
                    <a:pt x="69" y="257"/>
                    <a:pt x="68" y="254"/>
                    <a:pt x="69" y="252"/>
                  </a:cubicBezTo>
                  <a:cubicBezTo>
                    <a:pt x="73" y="249"/>
                    <a:pt x="73" y="249"/>
                    <a:pt x="73" y="249"/>
                  </a:cubicBezTo>
                  <a:cubicBezTo>
                    <a:pt x="77" y="245"/>
                    <a:pt x="82" y="241"/>
                    <a:pt x="84" y="227"/>
                  </a:cubicBezTo>
                  <a:cubicBezTo>
                    <a:pt x="86" y="217"/>
                    <a:pt x="86" y="217"/>
                    <a:pt x="86" y="217"/>
                  </a:cubicBezTo>
                  <a:cubicBezTo>
                    <a:pt x="89" y="202"/>
                    <a:pt x="92" y="188"/>
                    <a:pt x="84" y="153"/>
                  </a:cubicBezTo>
                  <a:cubicBezTo>
                    <a:pt x="75" y="109"/>
                    <a:pt x="65" y="99"/>
                    <a:pt x="57" y="89"/>
                  </a:cubicBezTo>
                  <a:cubicBezTo>
                    <a:pt x="52" y="84"/>
                    <a:pt x="52" y="81"/>
                    <a:pt x="52" y="76"/>
                  </a:cubicBezTo>
                  <a:cubicBezTo>
                    <a:pt x="52" y="72"/>
                    <a:pt x="52" y="67"/>
                    <a:pt x="49" y="58"/>
                  </a:cubicBezTo>
                  <a:cubicBezTo>
                    <a:pt x="44" y="40"/>
                    <a:pt x="25" y="17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lose/>
                  <a:moveTo>
                    <a:pt x="34" y="52"/>
                  </a:moveTo>
                  <a:cubicBezTo>
                    <a:pt x="34" y="44"/>
                    <a:pt x="32" y="35"/>
                    <a:pt x="26" y="28"/>
                  </a:cubicBezTo>
                  <a:cubicBezTo>
                    <a:pt x="26" y="28"/>
                    <a:pt x="14" y="14"/>
                    <a:pt x="14" y="14"/>
                  </a:cubicBezTo>
                  <a:cubicBezTo>
                    <a:pt x="30" y="29"/>
                    <a:pt x="42" y="46"/>
                    <a:pt x="47" y="59"/>
                  </a:cubicBezTo>
                  <a:cubicBezTo>
                    <a:pt x="49" y="67"/>
                    <a:pt x="49" y="72"/>
                    <a:pt x="49" y="76"/>
                  </a:cubicBezTo>
                  <a:cubicBezTo>
                    <a:pt x="49" y="82"/>
                    <a:pt x="49" y="85"/>
                    <a:pt x="55" y="91"/>
                  </a:cubicBezTo>
                  <a:cubicBezTo>
                    <a:pt x="63" y="101"/>
                    <a:pt x="72" y="111"/>
                    <a:pt x="81" y="154"/>
                  </a:cubicBezTo>
                  <a:cubicBezTo>
                    <a:pt x="85" y="170"/>
                    <a:pt x="86" y="182"/>
                    <a:pt x="86" y="191"/>
                  </a:cubicBezTo>
                  <a:cubicBezTo>
                    <a:pt x="86" y="202"/>
                    <a:pt x="85" y="209"/>
                    <a:pt x="83" y="217"/>
                  </a:cubicBezTo>
                  <a:cubicBezTo>
                    <a:pt x="81" y="226"/>
                    <a:pt x="81" y="226"/>
                    <a:pt x="81" y="226"/>
                  </a:cubicBezTo>
                  <a:cubicBezTo>
                    <a:pt x="79" y="240"/>
                    <a:pt x="75" y="243"/>
                    <a:pt x="71" y="246"/>
                  </a:cubicBezTo>
                  <a:cubicBezTo>
                    <a:pt x="67" y="250"/>
                    <a:pt x="67" y="250"/>
                    <a:pt x="67" y="250"/>
                  </a:cubicBezTo>
                  <a:cubicBezTo>
                    <a:pt x="66" y="252"/>
                    <a:pt x="65" y="253"/>
                    <a:pt x="65" y="254"/>
                  </a:cubicBezTo>
                  <a:cubicBezTo>
                    <a:pt x="65" y="257"/>
                    <a:pt x="67" y="260"/>
                    <a:pt x="68" y="264"/>
                  </a:cubicBezTo>
                  <a:cubicBezTo>
                    <a:pt x="72" y="273"/>
                    <a:pt x="77" y="289"/>
                    <a:pt x="78" y="316"/>
                  </a:cubicBezTo>
                  <a:cubicBezTo>
                    <a:pt x="79" y="323"/>
                    <a:pt x="79" y="329"/>
                    <a:pt x="79" y="334"/>
                  </a:cubicBezTo>
                  <a:cubicBezTo>
                    <a:pt x="79" y="364"/>
                    <a:pt x="75" y="374"/>
                    <a:pt x="69" y="386"/>
                  </a:cubicBezTo>
                  <a:cubicBezTo>
                    <a:pt x="67" y="390"/>
                    <a:pt x="66" y="394"/>
                    <a:pt x="66" y="398"/>
                  </a:cubicBezTo>
                  <a:cubicBezTo>
                    <a:pt x="66" y="402"/>
                    <a:pt x="66" y="406"/>
                    <a:pt x="67" y="410"/>
                  </a:cubicBezTo>
                  <a:cubicBezTo>
                    <a:pt x="67" y="415"/>
                    <a:pt x="68" y="420"/>
                    <a:pt x="68" y="426"/>
                  </a:cubicBezTo>
                  <a:cubicBezTo>
                    <a:pt x="68" y="431"/>
                    <a:pt x="68" y="436"/>
                    <a:pt x="66" y="441"/>
                  </a:cubicBezTo>
                  <a:cubicBezTo>
                    <a:pt x="63" y="461"/>
                    <a:pt x="48" y="488"/>
                    <a:pt x="31" y="508"/>
                  </a:cubicBezTo>
                  <a:cubicBezTo>
                    <a:pt x="31" y="508"/>
                    <a:pt x="37" y="498"/>
                    <a:pt x="37" y="498"/>
                  </a:cubicBezTo>
                  <a:cubicBezTo>
                    <a:pt x="47" y="483"/>
                    <a:pt x="60" y="462"/>
                    <a:pt x="61" y="437"/>
                  </a:cubicBezTo>
                  <a:cubicBezTo>
                    <a:pt x="61" y="437"/>
                    <a:pt x="61" y="437"/>
                    <a:pt x="61" y="437"/>
                  </a:cubicBezTo>
                  <a:cubicBezTo>
                    <a:pt x="61" y="412"/>
                    <a:pt x="45" y="400"/>
                    <a:pt x="34" y="392"/>
                  </a:cubicBezTo>
                  <a:cubicBezTo>
                    <a:pt x="43" y="391"/>
                    <a:pt x="58" y="385"/>
                    <a:pt x="65" y="373"/>
                  </a:cubicBezTo>
                  <a:cubicBezTo>
                    <a:pt x="71" y="364"/>
                    <a:pt x="73" y="357"/>
                    <a:pt x="73" y="345"/>
                  </a:cubicBezTo>
                  <a:cubicBezTo>
                    <a:pt x="73" y="341"/>
                    <a:pt x="72" y="336"/>
                    <a:pt x="72" y="330"/>
                  </a:cubicBezTo>
                  <a:cubicBezTo>
                    <a:pt x="72" y="319"/>
                    <a:pt x="72" y="319"/>
                    <a:pt x="72" y="319"/>
                  </a:cubicBezTo>
                  <a:cubicBezTo>
                    <a:pt x="71" y="293"/>
                    <a:pt x="67" y="262"/>
                    <a:pt x="47" y="253"/>
                  </a:cubicBezTo>
                  <a:cubicBezTo>
                    <a:pt x="57" y="248"/>
                    <a:pt x="73" y="233"/>
                    <a:pt x="73" y="219"/>
                  </a:cubicBezTo>
                  <a:cubicBezTo>
                    <a:pt x="73" y="219"/>
                    <a:pt x="73" y="219"/>
                    <a:pt x="73" y="218"/>
                  </a:cubicBezTo>
                  <a:cubicBezTo>
                    <a:pt x="73" y="217"/>
                    <a:pt x="73" y="215"/>
                    <a:pt x="73" y="213"/>
                  </a:cubicBezTo>
                  <a:cubicBezTo>
                    <a:pt x="73" y="210"/>
                    <a:pt x="73" y="205"/>
                    <a:pt x="73" y="200"/>
                  </a:cubicBezTo>
                  <a:cubicBezTo>
                    <a:pt x="73" y="193"/>
                    <a:pt x="74" y="185"/>
                    <a:pt x="74" y="177"/>
                  </a:cubicBezTo>
                  <a:cubicBezTo>
                    <a:pt x="74" y="164"/>
                    <a:pt x="73" y="149"/>
                    <a:pt x="70" y="134"/>
                  </a:cubicBezTo>
                  <a:cubicBezTo>
                    <a:pt x="64" y="103"/>
                    <a:pt x="46" y="84"/>
                    <a:pt x="26" y="84"/>
                  </a:cubicBezTo>
                  <a:cubicBezTo>
                    <a:pt x="30" y="78"/>
                    <a:pt x="34" y="65"/>
                    <a:pt x="34" y="52"/>
                  </a:cubicBezTo>
                  <a:close/>
                  <a:moveTo>
                    <a:pt x="30" y="393"/>
                  </a:moveTo>
                  <a:cubicBezTo>
                    <a:pt x="30" y="393"/>
                    <a:pt x="30" y="393"/>
                    <a:pt x="30" y="393"/>
                  </a:cubicBezTo>
                  <a:cubicBezTo>
                    <a:pt x="30" y="393"/>
                    <a:pt x="30" y="393"/>
                    <a:pt x="30" y="39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0" name="Freeform 70">
              <a:extLst>
                <a:ext uri="{FF2B5EF4-FFF2-40B4-BE49-F238E27FC236}">
                  <a16:creationId xmlns:a16="http://schemas.microsoft.com/office/drawing/2014/main" id="{684B3644-110D-48DA-9E12-2D746519D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120"/>
              <a:ext cx="1297" cy="1663"/>
            </a:xfrm>
            <a:custGeom>
              <a:avLst/>
              <a:gdLst>
                <a:gd name="T0" fmla="*/ 832 w 438"/>
                <a:gd name="T1" fmla="*/ 3098 h 526"/>
                <a:gd name="T2" fmla="*/ 859 w 438"/>
                <a:gd name="T3" fmla="*/ 5526 h 526"/>
                <a:gd name="T4" fmla="*/ 992 w 438"/>
                <a:gd name="T5" fmla="*/ 6858 h 526"/>
                <a:gd name="T6" fmla="*/ 992 w 438"/>
                <a:gd name="T7" fmla="*/ 6728 h 526"/>
                <a:gd name="T8" fmla="*/ 885 w 438"/>
                <a:gd name="T9" fmla="*/ 5656 h 526"/>
                <a:gd name="T10" fmla="*/ 885 w 438"/>
                <a:gd name="T11" fmla="*/ 2997 h 526"/>
                <a:gd name="T12" fmla="*/ 1709 w 438"/>
                <a:gd name="T13" fmla="*/ 161 h 526"/>
                <a:gd name="T14" fmla="*/ 3586 w 438"/>
                <a:gd name="T15" fmla="*/ 1198 h 526"/>
                <a:gd name="T16" fmla="*/ 2597 w 438"/>
                <a:gd name="T17" fmla="*/ 3219 h 526"/>
                <a:gd name="T18" fmla="*/ 3296 w 438"/>
                <a:gd name="T19" fmla="*/ 4018 h 526"/>
                <a:gd name="T20" fmla="*/ 5665 w 438"/>
                <a:gd name="T21" fmla="*/ 2880 h 526"/>
                <a:gd name="T22" fmla="*/ 6461 w 438"/>
                <a:gd name="T23" fmla="*/ 1739 h 526"/>
                <a:gd name="T24" fmla="*/ 7015 w 438"/>
                <a:gd name="T25" fmla="*/ 3728 h 526"/>
                <a:gd name="T26" fmla="*/ 8620 w 438"/>
                <a:gd name="T27" fmla="*/ 4550 h 526"/>
                <a:gd name="T28" fmla="*/ 9425 w 438"/>
                <a:gd name="T29" fmla="*/ 5596 h 526"/>
                <a:gd name="T30" fmla="*/ 7533 w 438"/>
                <a:gd name="T31" fmla="*/ 8435 h 526"/>
                <a:gd name="T32" fmla="*/ 10261 w 438"/>
                <a:gd name="T33" fmla="*/ 8818 h 526"/>
                <a:gd name="T34" fmla="*/ 11110 w 438"/>
                <a:gd name="T35" fmla="*/ 8277 h 526"/>
                <a:gd name="T36" fmla="*/ 10672 w 438"/>
                <a:gd name="T37" fmla="*/ 10557 h 526"/>
                <a:gd name="T38" fmla="*/ 11084 w 438"/>
                <a:gd name="T39" fmla="*/ 12574 h 526"/>
                <a:gd name="T40" fmla="*/ 11267 w 438"/>
                <a:gd name="T41" fmla="*/ 14252 h 526"/>
                <a:gd name="T42" fmla="*/ 8513 w 438"/>
                <a:gd name="T43" fmla="*/ 14252 h 526"/>
                <a:gd name="T44" fmla="*/ 7945 w 438"/>
                <a:gd name="T45" fmla="*/ 11024 h 526"/>
                <a:gd name="T46" fmla="*/ 7033 w 438"/>
                <a:gd name="T47" fmla="*/ 7398 h 526"/>
                <a:gd name="T48" fmla="*/ 4936 w 438"/>
                <a:gd name="T49" fmla="*/ 8087 h 526"/>
                <a:gd name="T50" fmla="*/ 5709 w 438"/>
                <a:gd name="T51" fmla="*/ 10585 h 526"/>
                <a:gd name="T52" fmla="*/ 6023 w 438"/>
                <a:gd name="T53" fmla="*/ 12953 h 526"/>
                <a:gd name="T54" fmla="*/ 4699 w 438"/>
                <a:gd name="T55" fmla="*/ 14885 h 526"/>
                <a:gd name="T56" fmla="*/ 1270 w 438"/>
                <a:gd name="T57" fmla="*/ 15963 h 526"/>
                <a:gd name="T58" fmla="*/ 53 w 438"/>
                <a:gd name="T59" fmla="*/ 15362 h 526"/>
                <a:gd name="T60" fmla="*/ 1324 w 438"/>
                <a:gd name="T61" fmla="*/ 16055 h 526"/>
                <a:gd name="T62" fmla="*/ 4753 w 438"/>
                <a:gd name="T63" fmla="*/ 14983 h 526"/>
                <a:gd name="T64" fmla="*/ 6050 w 438"/>
                <a:gd name="T65" fmla="*/ 12865 h 526"/>
                <a:gd name="T66" fmla="*/ 5813 w 438"/>
                <a:gd name="T67" fmla="*/ 10525 h 526"/>
                <a:gd name="T68" fmla="*/ 5034 w 438"/>
                <a:gd name="T69" fmla="*/ 8157 h 526"/>
                <a:gd name="T70" fmla="*/ 6988 w 438"/>
                <a:gd name="T71" fmla="*/ 7487 h 526"/>
                <a:gd name="T72" fmla="*/ 7918 w 438"/>
                <a:gd name="T73" fmla="*/ 11154 h 526"/>
                <a:gd name="T74" fmla="*/ 8463 w 438"/>
                <a:gd name="T75" fmla="*/ 14344 h 526"/>
                <a:gd name="T76" fmla="*/ 11374 w 438"/>
                <a:gd name="T77" fmla="*/ 14252 h 526"/>
                <a:gd name="T78" fmla="*/ 11164 w 438"/>
                <a:gd name="T79" fmla="*/ 12514 h 526"/>
                <a:gd name="T80" fmla="*/ 10749 w 438"/>
                <a:gd name="T81" fmla="*/ 10645 h 526"/>
                <a:gd name="T82" fmla="*/ 11187 w 438"/>
                <a:gd name="T83" fmla="*/ 8217 h 526"/>
                <a:gd name="T84" fmla="*/ 10181 w 438"/>
                <a:gd name="T85" fmla="*/ 8726 h 526"/>
                <a:gd name="T86" fmla="*/ 7584 w 438"/>
                <a:gd name="T87" fmla="*/ 8315 h 526"/>
                <a:gd name="T88" fmla="*/ 9322 w 438"/>
                <a:gd name="T89" fmla="*/ 5937 h 526"/>
                <a:gd name="T90" fmla="*/ 8513 w 438"/>
                <a:gd name="T91" fmla="*/ 4489 h 526"/>
                <a:gd name="T92" fmla="*/ 7086 w 438"/>
                <a:gd name="T93" fmla="*/ 3829 h 526"/>
                <a:gd name="T94" fmla="*/ 6515 w 438"/>
                <a:gd name="T95" fmla="*/ 1641 h 526"/>
                <a:gd name="T96" fmla="*/ 5558 w 438"/>
                <a:gd name="T97" fmla="*/ 2880 h 526"/>
                <a:gd name="T98" fmla="*/ 3402 w 438"/>
                <a:gd name="T99" fmla="*/ 4018 h 526"/>
                <a:gd name="T100" fmla="*/ 2647 w 438"/>
                <a:gd name="T101" fmla="*/ 3130 h 526"/>
                <a:gd name="T102" fmla="*/ 3666 w 438"/>
                <a:gd name="T103" fmla="*/ 1299 h 526"/>
                <a:gd name="T104" fmla="*/ 1709 w 438"/>
                <a:gd name="T105" fmla="*/ 28 h 52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38" h="526">
                  <a:moveTo>
                    <a:pt x="27" y="31"/>
                  </a:moveTo>
                  <a:cubicBezTo>
                    <a:pt x="21" y="44"/>
                    <a:pt x="16" y="62"/>
                    <a:pt x="14" y="75"/>
                  </a:cubicBezTo>
                  <a:cubicBezTo>
                    <a:pt x="13" y="86"/>
                    <a:pt x="21" y="90"/>
                    <a:pt x="27" y="95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5" y="101"/>
                    <a:pt x="39" y="102"/>
                    <a:pt x="42" y="104"/>
                  </a:cubicBezTo>
                  <a:cubicBezTo>
                    <a:pt x="48" y="106"/>
                    <a:pt x="52" y="108"/>
                    <a:pt x="55" y="113"/>
                  </a:cubicBezTo>
                  <a:cubicBezTo>
                    <a:pt x="62" y="123"/>
                    <a:pt x="59" y="139"/>
                    <a:pt x="56" y="153"/>
                  </a:cubicBezTo>
                  <a:cubicBezTo>
                    <a:pt x="52" y="167"/>
                    <a:pt x="47" y="172"/>
                    <a:pt x="33" y="175"/>
                  </a:cubicBezTo>
                  <a:cubicBezTo>
                    <a:pt x="30" y="175"/>
                    <a:pt x="30" y="175"/>
                    <a:pt x="30" y="175"/>
                  </a:cubicBezTo>
                  <a:cubicBezTo>
                    <a:pt x="25" y="176"/>
                    <a:pt x="22" y="177"/>
                    <a:pt x="21" y="185"/>
                  </a:cubicBezTo>
                  <a:cubicBezTo>
                    <a:pt x="19" y="190"/>
                    <a:pt x="19" y="197"/>
                    <a:pt x="21" y="203"/>
                  </a:cubicBezTo>
                  <a:cubicBezTo>
                    <a:pt x="23" y="214"/>
                    <a:pt x="30" y="216"/>
                    <a:pt x="38" y="217"/>
                  </a:cubicBezTo>
                  <a:cubicBezTo>
                    <a:pt x="41" y="218"/>
                    <a:pt x="45" y="218"/>
                    <a:pt x="48" y="220"/>
                  </a:cubicBezTo>
                  <a:cubicBezTo>
                    <a:pt x="49" y="221"/>
                    <a:pt x="50" y="220"/>
                    <a:pt x="51" y="219"/>
                  </a:cubicBezTo>
                  <a:cubicBezTo>
                    <a:pt x="51" y="218"/>
                    <a:pt x="51" y="217"/>
                    <a:pt x="50" y="217"/>
                  </a:cubicBezTo>
                  <a:cubicBezTo>
                    <a:pt x="46" y="215"/>
                    <a:pt x="42" y="214"/>
                    <a:pt x="38" y="213"/>
                  </a:cubicBezTo>
                  <a:cubicBezTo>
                    <a:pt x="31" y="212"/>
                    <a:pt x="26" y="211"/>
                    <a:pt x="24" y="202"/>
                  </a:cubicBezTo>
                  <a:cubicBezTo>
                    <a:pt x="23" y="197"/>
                    <a:pt x="23" y="191"/>
                    <a:pt x="24" y="185"/>
                  </a:cubicBezTo>
                  <a:cubicBezTo>
                    <a:pt x="26" y="180"/>
                    <a:pt x="26" y="180"/>
                    <a:pt x="31" y="179"/>
                  </a:cubicBezTo>
                  <a:cubicBezTo>
                    <a:pt x="34" y="179"/>
                    <a:pt x="34" y="179"/>
                    <a:pt x="34" y="179"/>
                  </a:cubicBezTo>
                  <a:cubicBezTo>
                    <a:pt x="49" y="176"/>
                    <a:pt x="56" y="170"/>
                    <a:pt x="60" y="154"/>
                  </a:cubicBezTo>
                  <a:cubicBezTo>
                    <a:pt x="63" y="139"/>
                    <a:pt x="66" y="122"/>
                    <a:pt x="59" y="111"/>
                  </a:cubicBezTo>
                  <a:cubicBezTo>
                    <a:pt x="55" y="105"/>
                    <a:pt x="49" y="102"/>
                    <a:pt x="44" y="100"/>
                  </a:cubicBezTo>
                  <a:cubicBezTo>
                    <a:pt x="41" y="99"/>
                    <a:pt x="37" y="97"/>
                    <a:pt x="34" y="95"/>
                  </a:cubicBezTo>
                  <a:cubicBezTo>
                    <a:pt x="30" y="92"/>
                    <a:pt x="30" y="92"/>
                    <a:pt x="30" y="92"/>
                  </a:cubicBezTo>
                  <a:cubicBezTo>
                    <a:pt x="23" y="87"/>
                    <a:pt x="18" y="84"/>
                    <a:pt x="18" y="76"/>
                  </a:cubicBezTo>
                  <a:cubicBezTo>
                    <a:pt x="20" y="63"/>
                    <a:pt x="25" y="45"/>
                    <a:pt x="30" y="33"/>
                  </a:cubicBezTo>
                  <a:cubicBezTo>
                    <a:pt x="34" y="24"/>
                    <a:pt x="45" y="4"/>
                    <a:pt x="66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85" y="6"/>
                    <a:pt x="122" y="8"/>
                    <a:pt x="134" y="16"/>
                  </a:cubicBezTo>
                  <a:cubicBezTo>
                    <a:pt x="137" y="19"/>
                    <a:pt x="140" y="25"/>
                    <a:pt x="141" y="30"/>
                  </a:cubicBezTo>
                  <a:cubicBezTo>
                    <a:pt x="141" y="32"/>
                    <a:pt x="141" y="35"/>
                    <a:pt x="138" y="38"/>
                  </a:cubicBezTo>
                  <a:cubicBezTo>
                    <a:pt x="136" y="40"/>
                    <a:pt x="131" y="40"/>
                    <a:pt x="126" y="40"/>
                  </a:cubicBezTo>
                  <a:cubicBezTo>
                    <a:pt x="119" y="40"/>
                    <a:pt x="113" y="40"/>
                    <a:pt x="109" y="45"/>
                  </a:cubicBezTo>
                  <a:cubicBezTo>
                    <a:pt x="103" y="53"/>
                    <a:pt x="90" y="80"/>
                    <a:pt x="94" y="94"/>
                  </a:cubicBezTo>
                  <a:cubicBezTo>
                    <a:pt x="95" y="98"/>
                    <a:pt x="97" y="101"/>
                    <a:pt x="100" y="102"/>
                  </a:cubicBezTo>
                  <a:cubicBezTo>
                    <a:pt x="104" y="104"/>
                    <a:pt x="107" y="103"/>
                    <a:pt x="111" y="103"/>
                  </a:cubicBezTo>
                  <a:cubicBezTo>
                    <a:pt x="113" y="102"/>
                    <a:pt x="116" y="102"/>
                    <a:pt x="118" y="102"/>
                  </a:cubicBezTo>
                  <a:cubicBezTo>
                    <a:pt x="126" y="104"/>
                    <a:pt x="128" y="112"/>
                    <a:pt x="128" y="119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26" y="138"/>
                    <a:pt x="126" y="146"/>
                    <a:pt x="138" y="156"/>
                  </a:cubicBezTo>
                  <a:cubicBezTo>
                    <a:pt x="153" y="167"/>
                    <a:pt x="172" y="170"/>
                    <a:pt x="188" y="164"/>
                  </a:cubicBezTo>
                  <a:cubicBezTo>
                    <a:pt x="198" y="159"/>
                    <a:pt x="206" y="148"/>
                    <a:pt x="214" y="129"/>
                  </a:cubicBezTo>
                  <a:cubicBezTo>
                    <a:pt x="218" y="117"/>
                    <a:pt x="220" y="104"/>
                    <a:pt x="218" y="91"/>
                  </a:cubicBezTo>
                  <a:cubicBezTo>
                    <a:pt x="215" y="81"/>
                    <a:pt x="215" y="81"/>
                    <a:pt x="215" y="81"/>
                  </a:cubicBezTo>
                  <a:cubicBezTo>
                    <a:pt x="214" y="75"/>
                    <a:pt x="212" y="70"/>
                    <a:pt x="213" y="64"/>
                  </a:cubicBezTo>
                  <a:cubicBezTo>
                    <a:pt x="214" y="56"/>
                    <a:pt x="221" y="47"/>
                    <a:pt x="228" y="47"/>
                  </a:cubicBezTo>
                  <a:cubicBezTo>
                    <a:pt x="235" y="47"/>
                    <a:pt x="243" y="51"/>
                    <a:pt x="249" y="55"/>
                  </a:cubicBezTo>
                  <a:cubicBezTo>
                    <a:pt x="258" y="60"/>
                    <a:pt x="258" y="60"/>
                    <a:pt x="258" y="60"/>
                  </a:cubicBezTo>
                  <a:cubicBezTo>
                    <a:pt x="269" y="65"/>
                    <a:pt x="276" y="70"/>
                    <a:pt x="280" y="77"/>
                  </a:cubicBezTo>
                  <a:cubicBezTo>
                    <a:pt x="284" y="84"/>
                    <a:pt x="284" y="95"/>
                    <a:pt x="280" y="106"/>
                  </a:cubicBezTo>
                  <a:cubicBezTo>
                    <a:pt x="278" y="110"/>
                    <a:pt x="274" y="114"/>
                    <a:pt x="270" y="118"/>
                  </a:cubicBezTo>
                  <a:cubicBezTo>
                    <a:pt x="266" y="122"/>
                    <a:pt x="261" y="127"/>
                    <a:pt x="260" y="133"/>
                  </a:cubicBezTo>
                  <a:cubicBezTo>
                    <a:pt x="257" y="143"/>
                    <a:pt x="259" y="153"/>
                    <a:pt x="265" y="161"/>
                  </a:cubicBezTo>
                  <a:cubicBezTo>
                    <a:pt x="273" y="172"/>
                    <a:pt x="286" y="178"/>
                    <a:pt x="298" y="178"/>
                  </a:cubicBezTo>
                  <a:cubicBezTo>
                    <a:pt x="318" y="178"/>
                    <a:pt x="325" y="159"/>
                    <a:pt x="332" y="144"/>
                  </a:cubicBezTo>
                  <a:cubicBezTo>
                    <a:pt x="334" y="139"/>
                    <a:pt x="335" y="134"/>
                    <a:pt x="337" y="131"/>
                  </a:cubicBezTo>
                  <a:cubicBezTo>
                    <a:pt x="341" y="125"/>
                    <a:pt x="346" y="116"/>
                    <a:pt x="352" y="117"/>
                  </a:cubicBezTo>
                  <a:cubicBezTo>
                    <a:pt x="362" y="119"/>
                    <a:pt x="374" y="132"/>
                    <a:pt x="380" y="140"/>
                  </a:cubicBezTo>
                  <a:cubicBezTo>
                    <a:pt x="384" y="147"/>
                    <a:pt x="378" y="160"/>
                    <a:pt x="363" y="177"/>
                  </a:cubicBezTo>
                  <a:cubicBezTo>
                    <a:pt x="345" y="198"/>
                    <a:pt x="325" y="211"/>
                    <a:pt x="322" y="209"/>
                  </a:cubicBezTo>
                  <a:cubicBezTo>
                    <a:pt x="319" y="207"/>
                    <a:pt x="314" y="208"/>
                    <a:pt x="311" y="208"/>
                  </a:cubicBezTo>
                  <a:cubicBezTo>
                    <a:pt x="302" y="210"/>
                    <a:pt x="289" y="216"/>
                    <a:pt x="284" y="225"/>
                  </a:cubicBezTo>
                  <a:cubicBezTo>
                    <a:pt x="276" y="240"/>
                    <a:pt x="284" y="262"/>
                    <a:pt x="290" y="267"/>
                  </a:cubicBezTo>
                  <a:cubicBezTo>
                    <a:pt x="301" y="275"/>
                    <a:pt x="301" y="280"/>
                    <a:pt x="299" y="293"/>
                  </a:cubicBezTo>
                  <a:cubicBezTo>
                    <a:pt x="297" y="307"/>
                    <a:pt x="305" y="319"/>
                    <a:pt x="320" y="326"/>
                  </a:cubicBezTo>
                  <a:cubicBezTo>
                    <a:pt x="333" y="333"/>
                    <a:pt x="370" y="315"/>
                    <a:pt x="375" y="308"/>
                  </a:cubicBezTo>
                  <a:cubicBezTo>
                    <a:pt x="379" y="300"/>
                    <a:pt x="388" y="288"/>
                    <a:pt x="395" y="279"/>
                  </a:cubicBezTo>
                  <a:cubicBezTo>
                    <a:pt x="398" y="275"/>
                    <a:pt x="398" y="275"/>
                    <a:pt x="398" y="275"/>
                  </a:cubicBezTo>
                  <a:cubicBezTo>
                    <a:pt x="401" y="270"/>
                    <a:pt x="411" y="259"/>
                    <a:pt x="416" y="256"/>
                  </a:cubicBezTo>
                  <a:cubicBezTo>
                    <a:pt x="418" y="254"/>
                    <a:pt x="420" y="254"/>
                    <a:pt x="422" y="254"/>
                  </a:cubicBezTo>
                  <a:cubicBezTo>
                    <a:pt x="424" y="255"/>
                    <a:pt x="426" y="257"/>
                    <a:pt x="428" y="262"/>
                  </a:cubicBezTo>
                  <a:cubicBezTo>
                    <a:pt x="433" y="273"/>
                    <a:pt x="435" y="288"/>
                    <a:pt x="434" y="304"/>
                  </a:cubicBezTo>
                  <a:cubicBezTo>
                    <a:pt x="433" y="310"/>
                    <a:pt x="432" y="318"/>
                    <a:pt x="429" y="322"/>
                  </a:cubicBezTo>
                  <a:cubicBezTo>
                    <a:pt x="427" y="326"/>
                    <a:pt x="424" y="327"/>
                    <a:pt x="420" y="329"/>
                  </a:cubicBezTo>
                  <a:cubicBezTo>
                    <a:pt x="417" y="330"/>
                    <a:pt x="414" y="331"/>
                    <a:pt x="411" y="334"/>
                  </a:cubicBezTo>
                  <a:cubicBezTo>
                    <a:pt x="406" y="338"/>
                    <a:pt x="397" y="349"/>
                    <a:pt x="396" y="358"/>
                  </a:cubicBezTo>
                  <a:cubicBezTo>
                    <a:pt x="396" y="367"/>
                    <a:pt x="403" y="374"/>
                    <a:pt x="409" y="379"/>
                  </a:cubicBezTo>
                  <a:cubicBezTo>
                    <a:pt x="411" y="381"/>
                    <a:pt x="411" y="381"/>
                    <a:pt x="411" y="381"/>
                  </a:cubicBezTo>
                  <a:cubicBezTo>
                    <a:pt x="418" y="386"/>
                    <a:pt x="423" y="392"/>
                    <a:pt x="427" y="398"/>
                  </a:cubicBezTo>
                  <a:cubicBezTo>
                    <a:pt x="430" y="403"/>
                    <a:pt x="430" y="409"/>
                    <a:pt x="431" y="414"/>
                  </a:cubicBezTo>
                  <a:cubicBezTo>
                    <a:pt x="432" y="422"/>
                    <a:pt x="432" y="422"/>
                    <a:pt x="432" y="422"/>
                  </a:cubicBezTo>
                  <a:cubicBezTo>
                    <a:pt x="433" y="429"/>
                    <a:pt x="433" y="435"/>
                    <a:pt x="434" y="442"/>
                  </a:cubicBezTo>
                  <a:cubicBezTo>
                    <a:pt x="434" y="451"/>
                    <a:pt x="434" y="451"/>
                    <a:pt x="434" y="451"/>
                  </a:cubicBezTo>
                  <a:cubicBezTo>
                    <a:pt x="434" y="466"/>
                    <a:pt x="433" y="468"/>
                    <a:pt x="416" y="468"/>
                  </a:cubicBezTo>
                  <a:cubicBezTo>
                    <a:pt x="408" y="468"/>
                    <a:pt x="398" y="465"/>
                    <a:pt x="388" y="462"/>
                  </a:cubicBezTo>
                  <a:cubicBezTo>
                    <a:pt x="375" y="458"/>
                    <a:pt x="361" y="453"/>
                    <a:pt x="350" y="454"/>
                  </a:cubicBezTo>
                  <a:cubicBezTo>
                    <a:pt x="340" y="455"/>
                    <a:pt x="333" y="455"/>
                    <a:pt x="328" y="451"/>
                  </a:cubicBezTo>
                  <a:cubicBezTo>
                    <a:pt x="324" y="447"/>
                    <a:pt x="322" y="439"/>
                    <a:pt x="322" y="424"/>
                  </a:cubicBezTo>
                  <a:cubicBezTo>
                    <a:pt x="322" y="411"/>
                    <a:pt x="323" y="402"/>
                    <a:pt x="325" y="395"/>
                  </a:cubicBezTo>
                  <a:cubicBezTo>
                    <a:pt x="326" y="386"/>
                    <a:pt x="327" y="379"/>
                    <a:pt x="324" y="366"/>
                  </a:cubicBezTo>
                  <a:cubicBezTo>
                    <a:pt x="320" y="353"/>
                    <a:pt x="313" y="351"/>
                    <a:pt x="306" y="349"/>
                  </a:cubicBezTo>
                  <a:cubicBezTo>
                    <a:pt x="301" y="347"/>
                    <a:pt x="297" y="346"/>
                    <a:pt x="296" y="340"/>
                  </a:cubicBezTo>
                  <a:cubicBezTo>
                    <a:pt x="295" y="335"/>
                    <a:pt x="292" y="329"/>
                    <a:pt x="290" y="323"/>
                  </a:cubicBezTo>
                  <a:cubicBezTo>
                    <a:pt x="284" y="310"/>
                    <a:pt x="277" y="295"/>
                    <a:pt x="280" y="279"/>
                  </a:cubicBezTo>
                  <a:cubicBezTo>
                    <a:pt x="283" y="262"/>
                    <a:pt x="281" y="242"/>
                    <a:pt x="271" y="234"/>
                  </a:cubicBezTo>
                  <a:cubicBezTo>
                    <a:pt x="268" y="232"/>
                    <a:pt x="263" y="229"/>
                    <a:pt x="255" y="233"/>
                  </a:cubicBezTo>
                  <a:cubicBezTo>
                    <a:pt x="248" y="235"/>
                    <a:pt x="244" y="238"/>
                    <a:pt x="241" y="239"/>
                  </a:cubicBezTo>
                  <a:cubicBezTo>
                    <a:pt x="237" y="242"/>
                    <a:pt x="235" y="243"/>
                    <a:pt x="220" y="244"/>
                  </a:cubicBezTo>
                  <a:cubicBezTo>
                    <a:pt x="208" y="245"/>
                    <a:pt x="196" y="247"/>
                    <a:pt x="190" y="256"/>
                  </a:cubicBezTo>
                  <a:cubicBezTo>
                    <a:pt x="187" y="261"/>
                    <a:pt x="187" y="269"/>
                    <a:pt x="190" y="279"/>
                  </a:cubicBezTo>
                  <a:cubicBezTo>
                    <a:pt x="194" y="292"/>
                    <a:pt x="200" y="298"/>
                    <a:pt x="205" y="304"/>
                  </a:cubicBezTo>
                  <a:cubicBezTo>
                    <a:pt x="209" y="308"/>
                    <a:pt x="212" y="312"/>
                    <a:pt x="214" y="319"/>
                  </a:cubicBezTo>
                  <a:cubicBezTo>
                    <a:pt x="215" y="324"/>
                    <a:pt x="218" y="330"/>
                    <a:pt x="220" y="335"/>
                  </a:cubicBezTo>
                  <a:cubicBezTo>
                    <a:pt x="225" y="345"/>
                    <a:pt x="229" y="355"/>
                    <a:pt x="224" y="363"/>
                  </a:cubicBezTo>
                  <a:cubicBezTo>
                    <a:pt x="221" y="368"/>
                    <a:pt x="218" y="370"/>
                    <a:pt x="214" y="372"/>
                  </a:cubicBezTo>
                  <a:cubicBezTo>
                    <a:pt x="208" y="375"/>
                    <a:pt x="204" y="378"/>
                    <a:pt x="208" y="391"/>
                  </a:cubicBezTo>
                  <a:cubicBezTo>
                    <a:pt x="212" y="403"/>
                    <a:pt x="222" y="407"/>
                    <a:pt x="232" y="410"/>
                  </a:cubicBezTo>
                  <a:cubicBezTo>
                    <a:pt x="239" y="413"/>
                    <a:pt x="245" y="415"/>
                    <a:pt x="246" y="421"/>
                  </a:cubicBezTo>
                  <a:cubicBezTo>
                    <a:pt x="248" y="434"/>
                    <a:pt x="240" y="447"/>
                    <a:pt x="223" y="459"/>
                  </a:cubicBezTo>
                  <a:cubicBezTo>
                    <a:pt x="213" y="465"/>
                    <a:pt x="206" y="466"/>
                    <a:pt x="199" y="466"/>
                  </a:cubicBezTo>
                  <a:cubicBezTo>
                    <a:pt x="194" y="466"/>
                    <a:pt x="188" y="467"/>
                    <a:pt x="181" y="471"/>
                  </a:cubicBezTo>
                  <a:cubicBezTo>
                    <a:pt x="168" y="478"/>
                    <a:pt x="154" y="484"/>
                    <a:pt x="143" y="479"/>
                  </a:cubicBezTo>
                  <a:cubicBezTo>
                    <a:pt x="133" y="474"/>
                    <a:pt x="111" y="463"/>
                    <a:pt x="102" y="482"/>
                  </a:cubicBezTo>
                  <a:cubicBezTo>
                    <a:pt x="98" y="491"/>
                    <a:pt x="83" y="494"/>
                    <a:pt x="70" y="497"/>
                  </a:cubicBezTo>
                  <a:cubicBezTo>
                    <a:pt x="61" y="500"/>
                    <a:pt x="53" y="502"/>
                    <a:pt x="49" y="505"/>
                  </a:cubicBezTo>
                  <a:cubicBezTo>
                    <a:pt x="44" y="509"/>
                    <a:pt x="42" y="513"/>
                    <a:pt x="40" y="516"/>
                  </a:cubicBezTo>
                  <a:cubicBezTo>
                    <a:pt x="38" y="520"/>
                    <a:pt x="36" y="522"/>
                    <a:pt x="32" y="522"/>
                  </a:cubicBezTo>
                  <a:cubicBezTo>
                    <a:pt x="23" y="522"/>
                    <a:pt x="6" y="500"/>
                    <a:pt x="4" y="488"/>
                  </a:cubicBezTo>
                  <a:cubicBezTo>
                    <a:pt x="4" y="487"/>
                    <a:pt x="3" y="486"/>
                    <a:pt x="2" y="486"/>
                  </a:cubicBezTo>
                  <a:cubicBezTo>
                    <a:pt x="1" y="487"/>
                    <a:pt x="0" y="488"/>
                    <a:pt x="0" y="489"/>
                  </a:cubicBezTo>
                  <a:cubicBezTo>
                    <a:pt x="2" y="501"/>
                    <a:pt x="20" y="526"/>
                    <a:pt x="32" y="526"/>
                  </a:cubicBezTo>
                  <a:cubicBezTo>
                    <a:pt x="39" y="526"/>
                    <a:pt x="41" y="522"/>
                    <a:pt x="44" y="518"/>
                  </a:cubicBezTo>
                  <a:cubicBezTo>
                    <a:pt x="45" y="515"/>
                    <a:pt x="47" y="511"/>
                    <a:pt x="51" y="508"/>
                  </a:cubicBezTo>
                  <a:cubicBezTo>
                    <a:pt x="55" y="505"/>
                    <a:pt x="62" y="503"/>
                    <a:pt x="71" y="501"/>
                  </a:cubicBezTo>
                  <a:cubicBezTo>
                    <a:pt x="85" y="498"/>
                    <a:pt x="100" y="494"/>
                    <a:pt x="106" y="483"/>
                  </a:cubicBezTo>
                  <a:cubicBezTo>
                    <a:pt x="112" y="470"/>
                    <a:pt x="127" y="475"/>
                    <a:pt x="141" y="482"/>
                  </a:cubicBezTo>
                  <a:cubicBezTo>
                    <a:pt x="154" y="489"/>
                    <a:pt x="169" y="482"/>
                    <a:pt x="183" y="474"/>
                  </a:cubicBezTo>
                  <a:cubicBezTo>
                    <a:pt x="189" y="471"/>
                    <a:pt x="194" y="470"/>
                    <a:pt x="200" y="470"/>
                  </a:cubicBezTo>
                  <a:cubicBezTo>
                    <a:pt x="207" y="470"/>
                    <a:pt x="215" y="469"/>
                    <a:pt x="225" y="462"/>
                  </a:cubicBezTo>
                  <a:cubicBezTo>
                    <a:pt x="243" y="450"/>
                    <a:pt x="252" y="435"/>
                    <a:pt x="250" y="420"/>
                  </a:cubicBezTo>
                  <a:cubicBezTo>
                    <a:pt x="249" y="412"/>
                    <a:pt x="241" y="410"/>
                    <a:pt x="233" y="407"/>
                  </a:cubicBezTo>
                  <a:cubicBezTo>
                    <a:pt x="224" y="403"/>
                    <a:pt x="215" y="400"/>
                    <a:pt x="212" y="390"/>
                  </a:cubicBezTo>
                  <a:cubicBezTo>
                    <a:pt x="209" y="379"/>
                    <a:pt x="211" y="378"/>
                    <a:pt x="216" y="376"/>
                  </a:cubicBezTo>
                  <a:cubicBezTo>
                    <a:pt x="220" y="374"/>
                    <a:pt x="224" y="371"/>
                    <a:pt x="228" y="365"/>
                  </a:cubicBezTo>
                  <a:cubicBezTo>
                    <a:pt x="234" y="355"/>
                    <a:pt x="229" y="344"/>
                    <a:pt x="224" y="333"/>
                  </a:cubicBezTo>
                  <a:cubicBezTo>
                    <a:pt x="221" y="328"/>
                    <a:pt x="219" y="323"/>
                    <a:pt x="218" y="318"/>
                  </a:cubicBezTo>
                  <a:cubicBezTo>
                    <a:pt x="216" y="310"/>
                    <a:pt x="212" y="306"/>
                    <a:pt x="208" y="301"/>
                  </a:cubicBezTo>
                  <a:cubicBezTo>
                    <a:pt x="203" y="296"/>
                    <a:pt x="198" y="290"/>
                    <a:pt x="194" y="278"/>
                  </a:cubicBezTo>
                  <a:cubicBezTo>
                    <a:pt x="191" y="269"/>
                    <a:pt x="191" y="262"/>
                    <a:pt x="194" y="258"/>
                  </a:cubicBezTo>
                  <a:cubicBezTo>
                    <a:pt x="197" y="252"/>
                    <a:pt x="205" y="250"/>
                    <a:pt x="220" y="248"/>
                  </a:cubicBezTo>
                  <a:cubicBezTo>
                    <a:pt x="236" y="247"/>
                    <a:pt x="238" y="246"/>
                    <a:pt x="244" y="243"/>
                  </a:cubicBezTo>
                  <a:cubicBezTo>
                    <a:pt x="246" y="241"/>
                    <a:pt x="250" y="239"/>
                    <a:pt x="257" y="236"/>
                  </a:cubicBezTo>
                  <a:cubicBezTo>
                    <a:pt x="262" y="234"/>
                    <a:pt x="266" y="235"/>
                    <a:pt x="269" y="237"/>
                  </a:cubicBezTo>
                  <a:cubicBezTo>
                    <a:pt x="276" y="243"/>
                    <a:pt x="279" y="260"/>
                    <a:pt x="276" y="278"/>
                  </a:cubicBezTo>
                  <a:cubicBezTo>
                    <a:pt x="273" y="295"/>
                    <a:pt x="280" y="311"/>
                    <a:pt x="286" y="325"/>
                  </a:cubicBezTo>
                  <a:cubicBezTo>
                    <a:pt x="288" y="331"/>
                    <a:pt x="291" y="336"/>
                    <a:pt x="292" y="341"/>
                  </a:cubicBezTo>
                  <a:cubicBezTo>
                    <a:pt x="294" y="349"/>
                    <a:pt x="300" y="351"/>
                    <a:pt x="305" y="353"/>
                  </a:cubicBezTo>
                  <a:cubicBezTo>
                    <a:pt x="311" y="354"/>
                    <a:pt x="317" y="356"/>
                    <a:pt x="320" y="367"/>
                  </a:cubicBezTo>
                  <a:cubicBezTo>
                    <a:pt x="323" y="379"/>
                    <a:pt x="322" y="385"/>
                    <a:pt x="321" y="395"/>
                  </a:cubicBezTo>
                  <a:cubicBezTo>
                    <a:pt x="319" y="402"/>
                    <a:pt x="318" y="411"/>
                    <a:pt x="318" y="424"/>
                  </a:cubicBezTo>
                  <a:cubicBezTo>
                    <a:pt x="318" y="440"/>
                    <a:pt x="320" y="449"/>
                    <a:pt x="326" y="454"/>
                  </a:cubicBezTo>
                  <a:cubicBezTo>
                    <a:pt x="332" y="460"/>
                    <a:pt x="341" y="459"/>
                    <a:pt x="350" y="458"/>
                  </a:cubicBezTo>
                  <a:cubicBezTo>
                    <a:pt x="361" y="457"/>
                    <a:pt x="374" y="462"/>
                    <a:pt x="386" y="466"/>
                  </a:cubicBezTo>
                  <a:cubicBezTo>
                    <a:pt x="397" y="469"/>
                    <a:pt x="407" y="472"/>
                    <a:pt x="416" y="472"/>
                  </a:cubicBezTo>
                  <a:cubicBezTo>
                    <a:pt x="435" y="472"/>
                    <a:pt x="438" y="468"/>
                    <a:pt x="438" y="451"/>
                  </a:cubicBezTo>
                  <a:cubicBezTo>
                    <a:pt x="438" y="450"/>
                    <a:pt x="438" y="441"/>
                    <a:pt x="438" y="441"/>
                  </a:cubicBezTo>
                  <a:cubicBezTo>
                    <a:pt x="437" y="435"/>
                    <a:pt x="437" y="428"/>
                    <a:pt x="436" y="421"/>
                  </a:cubicBezTo>
                  <a:cubicBezTo>
                    <a:pt x="435" y="414"/>
                    <a:pt x="435" y="414"/>
                    <a:pt x="435" y="414"/>
                  </a:cubicBezTo>
                  <a:cubicBezTo>
                    <a:pt x="434" y="408"/>
                    <a:pt x="434" y="402"/>
                    <a:pt x="430" y="396"/>
                  </a:cubicBezTo>
                  <a:cubicBezTo>
                    <a:pt x="425" y="388"/>
                    <a:pt x="419" y="382"/>
                    <a:pt x="414" y="378"/>
                  </a:cubicBezTo>
                  <a:cubicBezTo>
                    <a:pt x="412" y="376"/>
                    <a:pt x="412" y="376"/>
                    <a:pt x="412" y="376"/>
                  </a:cubicBezTo>
                  <a:cubicBezTo>
                    <a:pt x="406" y="371"/>
                    <a:pt x="400" y="365"/>
                    <a:pt x="400" y="358"/>
                  </a:cubicBezTo>
                  <a:cubicBezTo>
                    <a:pt x="401" y="351"/>
                    <a:pt x="408" y="342"/>
                    <a:pt x="414" y="337"/>
                  </a:cubicBezTo>
                  <a:cubicBezTo>
                    <a:pt x="416" y="335"/>
                    <a:pt x="418" y="334"/>
                    <a:pt x="421" y="333"/>
                  </a:cubicBezTo>
                  <a:cubicBezTo>
                    <a:pt x="426" y="331"/>
                    <a:pt x="430" y="329"/>
                    <a:pt x="433" y="324"/>
                  </a:cubicBezTo>
                  <a:cubicBezTo>
                    <a:pt x="436" y="319"/>
                    <a:pt x="437" y="311"/>
                    <a:pt x="438" y="304"/>
                  </a:cubicBezTo>
                  <a:cubicBezTo>
                    <a:pt x="438" y="294"/>
                    <a:pt x="438" y="276"/>
                    <a:pt x="431" y="260"/>
                  </a:cubicBezTo>
                  <a:cubicBezTo>
                    <a:pt x="430" y="256"/>
                    <a:pt x="427" y="252"/>
                    <a:pt x="423" y="250"/>
                  </a:cubicBezTo>
                  <a:cubicBezTo>
                    <a:pt x="420" y="250"/>
                    <a:pt x="417" y="250"/>
                    <a:pt x="414" y="252"/>
                  </a:cubicBezTo>
                  <a:cubicBezTo>
                    <a:pt x="408" y="255"/>
                    <a:pt x="397" y="267"/>
                    <a:pt x="395" y="273"/>
                  </a:cubicBezTo>
                  <a:cubicBezTo>
                    <a:pt x="395" y="273"/>
                    <a:pt x="392" y="276"/>
                    <a:pt x="392" y="276"/>
                  </a:cubicBezTo>
                  <a:cubicBezTo>
                    <a:pt x="385" y="285"/>
                    <a:pt x="376" y="297"/>
                    <a:pt x="371" y="306"/>
                  </a:cubicBezTo>
                  <a:cubicBezTo>
                    <a:pt x="368" y="312"/>
                    <a:pt x="332" y="328"/>
                    <a:pt x="322" y="323"/>
                  </a:cubicBezTo>
                  <a:cubicBezTo>
                    <a:pt x="308" y="316"/>
                    <a:pt x="302" y="306"/>
                    <a:pt x="303" y="294"/>
                  </a:cubicBezTo>
                  <a:cubicBezTo>
                    <a:pt x="305" y="279"/>
                    <a:pt x="305" y="273"/>
                    <a:pt x="292" y="263"/>
                  </a:cubicBezTo>
                  <a:cubicBezTo>
                    <a:pt x="287" y="260"/>
                    <a:pt x="280" y="240"/>
                    <a:pt x="288" y="227"/>
                  </a:cubicBezTo>
                  <a:cubicBezTo>
                    <a:pt x="292" y="220"/>
                    <a:pt x="303" y="214"/>
                    <a:pt x="312" y="212"/>
                  </a:cubicBezTo>
                  <a:cubicBezTo>
                    <a:pt x="317" y="211"/>
                    <a:pt x="319" y="212"/>
                    <a:pt x="320" y="212"/>
                  </a:cubicBezTo>
                  <a:cubicBezTo>
                    <a:pt x="327" y="217"/>
                    <a:pt x="350" y="196"/>
                    <a:pt x="359" y="188"/>
                  </a:cubicBezTo>
                  <a:cubicBezTo>
                    <a:pt x="367" y="180"/>
                    <a:pt x="393" y="152"/>
                    <a:pt x="383" y="138"/>
                  </a:cubicBezTo>
                  <a:cubicBezTo>
                    <a:pt x="377" y="130"/>
                    <a:pt x="364" y="116"/>
                    <a:pt x="353" y="113"/>
                  </a:cubicBezTo>
                  <a:cubicBezTo>
                    <a:pt x="344" y="111"/>
                    <a:pt x="338" y="122"/>
                    <a:pt x="334" y="129"/>
                  </a:cubicBezTo>
                  <a:cubicBezTo>
                    <a:pt x="332" y="133"/>
                    <a:pt x="330" y="137"/>
                    <a:pt x="328" y="142"/>
                  </a:cubicBezTo>
                  <a:cubicBezTo>
                    <a:pt x="322" y="157"/>
                    <a:pt x="315" y="174"/>
                    <a:pt x="298" y="174"/>
                  </a:cubicBezTo>
                  <a:cubicBezTo>
                    <a:pt x="287" y="174"/>
                    <a:pt x="275" y="168"/>
                    <a:pt x="268" y="159"/>
                  </a:cubicBezTo>
                  <a:cubicBezTo>
                    <a:pt x="263" y="151"/>
                    <a:pt x="261" y="142"/>
                    <a:pt x="263" y="134"/>
                  </a:cubicBezTo>
                  <a:cubicBezTo>
                    <a:pt x="265" y="129"/>
                    <a:pt x="269" y="125"/>
                    <a:pt x="273" y="121"/>
                  </a:cubicBezTo>
                  <a:cubicBezTo>
                    <a:pt x="277" y="117"/>
                    <a:pt x="281" y="113"/>
                    <a:pt x="283" y="107"/>
                  </a:cubicBezTo>
                  <a:cubicBezTo>
                    <a:pt x="288" y="96"/>
                    <a:pt x="288" y="83"/>
                    <a:pt x="283" y="75"/>
                  </a:cubicBezTo>
                  <a:cubicBezTo>
                    <a:pt x="279" y="67"/>
                    <a:pt x="271" y="61"/>
                    <a:pt x="260" y="56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44" y="48"/>
                    <a:pt x="236" y="43"/>
                    <a:pt x="228" y="43"/>
                  </a:cubicBezTo>
                  <a:cubicBezTo>
                    <a:pt x="219" y="43"/>
                    <a:pt x="210" y="54"/>
                    <a:pt x="209" y="64"/>
                  </a:cubicBezTo>
                  <a:cubicBezTo>
                    <a:pt x="208" y="70"/>
                    <a:pt x="210" y="76"/>
                    <a:pt x="212" y="82"/>
                  </a:cubicBezTo>
                  <a:cubicBezTo>
                    <a:pt x="214" y="91"/>
                    <a:pt x="214" y="91"/>
                    <a:pt x="214" y="91"/>
                  </a:cubicBezTo>
                  <a:cubicBezTo>
                    <a:pt x="216" y="104"/>
                    <a:pt x="214" y="116"/>
                    <a:pt x="210" y="127"/>
                  </a:cubicBezTo>
                  <a:cubicBezTo>
                    <a:pt x="203" y="145"/>
                    <a:pt x="195" y="156"/>
                    <a:pt x="186" y="160"/>
                  </a:cubicBezTo>
                  <a:cubicBezTo>
                    <a:pt x="172" y="166"/>
                    <a:pt x="154" y="163"/>
                    <a:pt x="141" y="153"/>
                  </a:cubicBezTo>
                  <a:cubicBezTo>
                    <a:pt x="130" y="144"/>
                    <a:pt x="130" y="138"/>
                    <a:pt x="131" y="127"/>
                  </a:cubicBezTo>
                  <a:cubicBezTo>
                    <a:pt x="132" y="119"/>
                    <a:pt x="132" y="119"/>
                    <a:pt x="132" y="119"/>
                  </a:cubicBezTo>
                  <a:cubicBezTo>
                    <a:pt x="132" y="111"/>
                    <a:pt x="129" y="101"/>
                    <a:pt x="119" y="98"/>
                  </a:cubicBezTo>
                  <a:cubicBezTo>
                    <a:pt x="116" y="98"/>
                    <a:pt x="113" y="98"/>
                    <a:pt x="110" y="99"/>
                  </a:cubicBezTo>
                  <a:cubicBezTo>
                    <a:pt x="107" y="99"/>
                    <a:pt x="104" y="100"/>
                    <a:pt x="102" y="99"/>
                  </a:cubicBezTo>
                  <a:cubicBezTo>
                    <a:pt x="100" y="98"/>
                    <a:pt x="98" y="96"/>
                    <a:pt x="98" y="93"/>
                  </a:cubicBezTo>
                  <a:cubicBezTo>
                    <a:pt x="95" y="81"/>
                    <a:pt x="106" y="55"/>
                    <a:pt x="112" y="48"/>
                  </a:cubicBezTo>
                  <a:cubicBezTo>
                    <a:pt x="115" y="44"/>
                    <a:pt x="120" y="44"/>
                    <a:pt x="126" y="44"/>
                  </a:cubicBezTo>
                  <a:cubicBezTo>
                    <a:pt x="132" y="44"/>
                    <a:pt x="138" y="44"/>
                    <a:pt x="141" y="41"/>
                  </a:cubicBezTo>
                  <a:cubicBezTo>
                    <a:pt x="144" y="38"/>
                    <a:pt x="145" y="34"/>
                    <a:pt x="145" y="29"/>
                  </a:cubicBezTo>
                  <a:cubicBezTo>
                    <a:pt x="144" y="23"/>
                    <a:pt x="141" y="16"/>
                    <a:pt x="136" y="13"/>
                  </a:cubicBezTo>
                  <a:cubicBezTo>
                    <a:pt x="124" y="4"/>
                    <a:pt x="87" y="2"/>
                    <a:pt x="69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50" y="0"/>
                    <a:pt x="36" y="11"/>
                    <a:pt x="2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1" name="Freeform 71">
              <a:extLst>
                <a:ext uri="{FF2B5EF4-FFF2-40B4-BE49-F238E27FC236}">
                  <a16:creationId xmlns:a16="http://schemas.microsoft.com/office/drawing/2014/main" id="{46A5E5AB-9BEE-40BD-AE21-2ABDE8B32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105"/>
              <a:ext cx="1184" cy="1611"/>
            </a:xfrm>
            <a:custGeom>
              <a:avLst/>
              <a:gdLst>
                <a:gd name="T0" fmla="*/ 7421 w 400"/>
                <a:gd name="T1" fmla="*/ 2644 h 510"/>
                <a:gd name="T2" fmla="*/ 5704 w 400"/>
                <a:gd name="T3" fmla="*/ 2265 h 510"/>
                <a:gd name="T4" fmla="*/ 4301 w 400"/>
                <a:gd name="T5" fmla="*/ 2524 h 510"/>
                <a:gd name="T6" fmla="*/ 4899 w 400"/>
                <a:gd name="T7" fmla="*/ 3911 h 510"/>
                <a:gd name="T8" fmla="*/ 2303 w 400"/>
                <a:gd name="T9" fmla="*/ 4849 h 510"/>
                <a:gd name="T10" fmla="*/ 1814 w 400"/>
                <a:gd name="T11" fmla="*/ 3841 h 510"/>
                <a:gd name="T12" fmla="*/ 1323 w 400"/>
                <a:gd name="T13" fmla="*/ 4571 h 510"/>
                <a:gd name="T14" fmla="*/ 263 w 400"/>
                <a:gd name="T15" fmla="*/ 6207 h 510"/>
                <a:gd name="T16" fmla="*/ 2516 w 400"/>
                <a:gd name="T17" fmla="*/ 7594 h 510"/>
                <a:gd name="T18" fmla="*/ 1613 w 400"/>
                <a:gd name="T19" fmla="*/ 9988 h 510"/>
                <a:gd name="T20" fmla="*/ 184 w 400"/>
                <a:gd name="T21" fmla="*/ 9988 h 510"/>
                <a:gd name="T22" fmla="*/ 130 w 400"/>
                <a:gd name="T23" fmla="*/ 10528 h 510"/>
                <a:gd name="T24" fmla="*/ 358 w 400"/>
                <a:gd name="T25" fmla="*/ 11823 h 510"/>
                <a:gd name="T26" fmla="*/ 332 w 400"/>
                <a:gd name="T27" fmla="*/ 13021 h 510"/>
                <a:gd name="T28" fmla="*/ 728 w 400"/>
                <a:gd name="T29" fmla="*/ 13810 h 510"/>
                <a:gd name="T30" fmla="*/ 2235 w 400"/>
                <a:gd name="T31" fmla="*/ 13769 h 510"/>
                <a:gd name="T32" fmla="*/ 2700 w 400"/>
                <a:gd name="T33" fmla="*/ 10936 h 510"/>
                <a:gd name="T34" fmla="*/ 3812 w 400"/>
                <a:gd name="T35" fmla="*/ 7692 h 510"/>
                <a:gd name="T36" fmla="*/ 4224 w 400"/>
                <a:gd name="T37" fmla="*/ 8352 h 510"/>
                <a:gd name="T38" fmla="*/ 4354 w 400"/>
                <a:gd name="T39" fmla="*/ 12165 h 510"/>
                <a:gd name="T40" fmla="*/ 5159 w 400"/>
                <a:gd name="T41" fmla="*/ 14657 h 510"/>
                <a:gd name="T42" fmla="*/ 7080 w 400"/>
                <a:gd name="T43" fmla="*/ 15415 h 510"/>
                <a:gd name="T44" fmla="*/ 9052 w 400"/>
                <a:gd name="T45" fmla="*/ 15794 h 510"/>
                <a:gd name="T46" fmla="*/ 10295 w 400"/>
                <a:gd name="T47" fmla="*/ 15567 h 510"/>
                <a:gd name="T48" fmla="*/ 8244 w 400"/>
                <a:gd name="T49" fmla="*/ 15567 h 510"/>
                <a:gd name="T50" fmla="*/ 5704 w 400"/>
                <a:gd name="T51" fmla="*/ 14629 h 510"/>
                <a:gd name="T52" fmla="*/ 4274 w 400"/>
                <a:gd name="T53" fmla="*/ 12891 h 510"/>
                <a:gd name="T54" fmla="*/ 4354 w 400"/>
                <a:gd name="T55" fmla="*/ 9767 h 510"/>
                <a:gd name="T56" fmla="*/ 4206 w 400"/>
                <a:gd name="T57" fmla="*/ 7502 h 510"/>
                <a:gd name="T58" fmla="*/ 2750 w 400"/>
                <a:gd name="T59" fmla="*/ 10307 h 510"/>
                <a:gd name="T60" fmla="*/ 2155 w 400"/>
                <a:gd name="T61" fmla="*/ 12073 h 510"/>
                <a:gd name="T62" fmla="*/ 1427 w 400"/>
                <a:gd name="T63" fmla="*/ 14000 h 510"/>
                <a:gd name="T64" fmla="*/ 411 w 400"/>
                <a:gd name="T65" fmla="*/ 13112 h 510"/>
                <a:gd name="T66" fmla="*/ 568 w 400"/>
                <a:gd name="T67" fmla="*/ 12165 h 510"/>
                <a:gd name="T68" fmla="*/ 358 w 400"/>
                <a:gd name="T69" fmla="*/ 10847 h 510"/>
                <a:gd name="T70" fmla="*/ 184 w 400"/>
                <a:gd name="T71" fmla="*/ 10118 h 510"/>
                <a:gd name="T72" fmla="*/ 1708 w 400"/>
                <a:gd name="T73" fmla="*/ 10029 h 510"/>
                <a:gd name="T74" fmla="*/ 2620 w 400"/>
                <a:gd name="T75" fmla="*/ 7622 h 510"/>
                <a:gd name="T76" fmla="*/ 358 w 400"/>
                <a:gd name="T77" fmla="*/ 6176 h 510"/>
                <a:gd name="T78" fmla="*/ 1403 w 400"/>
                <a:gd name="T79" fmla="*/ 4700 h 510"/>
                <a:gd name="T80" fmla="*/ 1865 w 400"/>
                <a:gd name="T81" fmla="*/ 3942 h 510"/>
                <a:gd name="T82" fmla="*/ 2235 w 400"/>
                <a:gd name="T83" fmla="*/ 4890 h 510"/>
                <a:gd name="T84" fmla="*/ 4976 w 400"/>
                <a:gd name="T85" fmla="*/ 3813 h 510"/>
                <a:gd name="T86" fmla="*/ 4407 w 400"/>
                <a:gd name="T87" fmla="*/ 2524 h 510"/>
                <a:gd name="T88" fmla="*/ 5597 w 400"/>
                <a:gd name="T89" fmla="*/ 2334 h 510"/>
                <a:gd name="T90" fmla="*/ 7492 w 400"/>
                <a:gd name="T91" fmla="*/ 2745 h 510"/>
                <a:gd name="T92" fmla="*/ 8972 w 400"/>
                <a:gd name="T93" fmla="*/ 278 h 510"/>
                <a:gd name="T94" fmla="*/ 9339 w 400"/>
                <a:gd name="T95" fmla="*/ 1257 h 510"/>
                <a:gd name="T96" fmla="*/ 9025 w 400"/>
                <a:gd name="T97" fmla="*/ 2935 h 510"/>
                <a:gd name="T98" fmla="*/ 9463 w 400"/>
                <a:gd name="T99" fmla="*/ 4132 h 510"/>
                <a:gd name="T100" fmla="*/ 7939 w 400"/>
                <a:gd name="T101" fmla="*/ 3374 h 510"/>
                <a:gd name="T102" fmla="*/ 8403 w 400"/>
                <a:gd name="T103" fmla="*/ 6018 h 510"/>
                <a:gd name="T104" fmla="*/ 10040 w 400"/>
                <a:gd name="T105" fmla="*/ 6305 h 510"/>
                <a:gd name="T106" fmla="*/ 9209 w 400"/>
                <a:gd name="T107" fmla="*/ 6874 h 510"/>
                <a:gd name="T108" fmla="*/ 9410 w 400"/>
                <a:gd name="T109" fmla="*/ 5958 h 510"/>
                <a:gd name="T110" fmla="*/ 7595 w 400"/>
                <a:gd name="T111" fmla="*/ 4789 h 510"/>
                <a:gd name="T112" fmla="*/ 9209 w 400"/>
                <a:gd name="T113" fmla="*/ 4381 h 510"/>
                <a:gd name="T114" fmla="*/ 9312 w 400"/>
                <a:gd name="T115" fmla="*/ 2903 h 510"/>
                <a:gd name="T116" fmla="*/ 9052 w 400"/>
                <a:gd name="T117" fmla="*/ 1668 h 510"/>
                <a:gd name="T118" fmla="*/ 9155 w 400"/>
                <a:gd name="T119" fmla="*/ 379 h 5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510">
                  <a:moveTo>
                    <a:pt x="308" y="4"/>
                  </a:moveTo>
                  <a:cubicBezTo>
                    <a:pt x="295" y="10"/>
                    <a:pt x="294" y="49"/>
                    <a:pt x="296" y="60"/>
                  </a:cubicBezTo>
                  <a:cubicBezTo>
                    <a:pt x="299" y="71"/>
                    <a:pt x="298" y="74"/>
                    <a:pt x="286" y="84"/>
                  </a:cubicBezTo>
                  <a:cubicBezTo>
                    <a:pt x="278" y="91"/>
                    <a:pt x="264" y="98"/>
                    <a:pt x="255" y="99"/>
                  </a:cubicBezTo>
                  <a:cubicBezTo>
                    <a:pt x="232" y="103"/>
                    <a:pt x="231" y="101"/>
                    <a:pt x="221" y="77"/>
                  </a:cubicBezTo>
                  <a:cubicBezTo>
                    <a:pt x="220" y="72"/>
                    <a:pt x="220" y="72"/>
                    <a:pt x="220" y="72"/>
                  </a:cubicBezTo>
                  <a:cubicBezTo>
                    <a:pt x="217" y="64"/>
                    <a:pt x="214" y="56"/>
                    <a:pt x="204" y="52"/>
                  </a:cubicBezTo>
                  <a:cubicBezTo>
                    <a:pt x="197" y="49"/>
                    <a:pt x="189" y="50"/>
                    <a:pt x="181" y="55"/>
                  </a:cubicBezTo>
                  <a:cubicBezTo>
                    <a:pt x="172" y="62"/>
                    <a:pt x="166" y="72"/>
                    <a:pt x="166" y="80"/>
                  </a:cubicBezTo>
                  <a:cubicBezTo>
                    <a:pt x="166" y="88"/>
                    <a:pt x="168" y="108"/>
                    <a:pt x="175" y="117"/>
                  </a:cubicBezTo>
                  <a:cubicBezTo>
                    <a:pt x="177" y="119"/>
                    <a:pt x="180" y="120"/>
                    <a:pt x="183" y="121"/>
                  </a:cubicBezTo>
                  <a:cubicBezTo>
                    <a:pt x="185" y="122"/>
                    <a:pt x="188" y="122"/>
                    <a:pt x="189" y="124"/>
                  </a:cubicBezTo>
                  <a:cubicBezTo>
                    <a:pt x="195" y="130"/>
                    <a:pt x="199" y="148"/>
                    <a:pt x="195" y="157"/>
                  </a:cubicBezTo>
                  <a:cubicBezTo>
                    <a:pt x="178" y="185"/>
                    <a:pt x="166" y="201"/>
                    <a:pt x="133" y="186"/>
                  </a:cubicBezTo>
                  <a:cubicBezTo>
                    <a:pt x="108" y="175"/>
                    <a:pt x="93" y="164"/>
                    <a:pt x="89" y="154"/>
                  </a:cubicBezTo>
                  <a:cubicBezTo>
                    <a:pt x="89" y="152"/>
                    <a:pt x="88" y="149"/>
                    <a:pt x="88" y="145"/>
                  </a:cubicBezTo>
                  <a:cubicBezTo>
                    <a:pt x="88" y="136"/>
                    <a:pt x="87" y="125"/>
                    <a:pt x="81" y="122"/>
                  </a:cubicBezTo>
                  <a:cubicBezTo>
                    <a:pt x="78" y="120"/>
                    <a:pt x="75" y="120"/>
                    <a:pt x="70" y="122"/>
                  </a:cubicBezTo>
                  <a:cubicBezTo>
                    <a:pt x="66" y="123"/>
                    <a:pt x="64" y="128"/>
                    <a:pt x="62" y="133"/>
                  </a:cubicBezTo>
                  <a:cubicBezTo>
                    <a:pt x="61" y="135"/>
                    <a:pt x="60" y="137"/>
                    <a:pt x="59" y="139"/>
                  </a:cubicBezTo>
                  <a:cubicBezTo>
                    <a:pt x="57" y="141"/>
                    <a:pt x="54" y="143"/>
                    <a:pt x="51" y="145"/>
                  </a:cubicBezTo>
                  <a:cubicBezTo>
                    <a:pt x="49" y="147"/>
                    <a:pt x="46" y="149"/>
                    <a:pt x="44" y="152"/>
                  </a:cubicBezTo>
                  <a:cubicBezTo>
                    <a:pt x="38" y="158"/>
                    <a:pt x="38" y="158"/>
                    <a:pt x="38" y="158"/>
                  </a:cubicBezTo>
                  <a:cubicBezTo>
                    <a:pt x="23" y="173"/>
                    <a:pt x="8" y="190"/>
                    <a:pt x="10" y="197"/>
                  </a:cubicBezTo>
                  <a:cubicBezTo>
                    <a:pt x="15" y="209"/>
                    <a:pt x="38" y="211"/>
                    <a:pt x="57" y="213"/>
                  </a:cubicBezTo>
                  <a:cubicBezTo>
                    <a:pt x="63" y="214"/>
                    <a:pt x="69" y="214"/>
                    <a:pt x="72" y="215"/>
                  </a:cubicBezTo>
                  <a:cubicBezTo>
                    <a:pt x="89" y="220"/>
                    <a:pt x="98" y="229"/>
                    <a:pt x="97" y="241"/>
                  </a:cubicBezTo>
                  <a:cubicBezTo>
                    <a:pt x="97" y="256"/>
                    <a:pt x="89" y="265"/>
                    <a:pt x="80" y="276"/>
                  </a:cubicBezTo>
                  <a:cubicBezTo>
                    <a:pt x="78" y="278"/>
                    <a:pt x="78" y="278"/>
                    <a:pt x="78" y="278"/>
                  </a:cubicBezTo>
                  <a:cubicBezTo>
                    <a:pt x="67" y="290"/>
                    <a:pt x="65" y="301"/>
                    <a:pt x="62" y="317"/>
                  </a:cubicBezTo>
                  <a:cubicBezTo>
                    <a:pt x="62" y="321"/>
                    <a:pt x="60" y="324"/>
                    <a:pt x="58" y="325"/>
                  </a:cubicBezTo>
                  <a:cubicBezTo>
                    <a:pt x="51" y="329"/>
                    <a:pt x="39" y="325"/>
                    <a:pt x="28" y="322"/>
                  </a:cubicBezTo>
                  <a:cubicBezTo>
                    <a:pt x="20" y="320"/>
                    <a:pt x="13" y="317"/>
                    <a:pt x="7" y="317"/>
                  </a:cubicBezTo>
                  <a:cubicBezTo>
                    <a:pt x="4" y="317"/>
                    <a:pt x="2" y="318"/>
                    <a:pt x="1" y="320"/>
                  </a:cubicBezTo>
                  <a:cubicBezTo>
                    <a:pt x="1" y="321"/>
                    <a:pt x="0" y="322"/>
                    <a:pt x="0" y="323"/>
                  </a:cubicBezTo>
                  <a:cubicBezTo>
                    <a:pt x="0" y="326"/>
                    <a:pt x="2" y="330"/>
                    <a:pt x="5" y="334"/>
                  </a:cubicBezTo>
                  <a:cubicBezTo>
                    <a:pt x="7" y="338"/>
                    <a:pt x="9" y="342"/>
                    <a:pt x="10" y="345"/>
                  </a:cubicBezTo>
                  <a:cubicBezTo>
                    <a:pt x="11" y="350"/>
                    <a:pt x="11" y="354"/>
                    <a:pt x="11" y="359"/>
                  </a:cubicBezTo>
                  <a:cubicBezTo>
                    <a:pt x="12" y="364"/>
                    <a:pt x="12" y="370"/>
                    <a:pt x="14" y="375"/>
                  </a:cubicBezTo>
                  <a:cubicBezTo>
                    <a:pt x="15" y="379"/>
                    <a:pt x="17" y="383"/>
                    <a:pt x="19" y="387"/>
                  </a:cubicBezTo>
                  <a:cubicBezTo>
                    <a:pt x="20" y="391"/>
                    <a:pt x="22" y="395"/>
                    <a:pt x="23" y="399"/>
                  </a:cubicBezTo>
                  <a:cubicBezTo>
                    <a:pt x="22" y="405"/>
                    <a:pt x="17" y="409"/>
                    <a:pt x="13" y="413"/>
                  </a:cubicBezTo>
                  <a:cubicBezTo>
                    <a:pt x="10" y="416"/>
                    <a:pt x="6" y="419"/>
                    <a:pt x="6" y="423"/>
                  </a:cubicBezTo>
                  <a:cubicBezTo>
                    <a:pt x="6" y="425"/>
                    <a:pt x="7" y="427"/>
                    <a:pt x="8" y="429"/>
                  </a:cubicBezTo>
                  <a:cubicBezTo>
                    <a:pt x="13" y="434"/>
                    <a:pt x="20" y="436"/>
                    <a:pt x="28" y="438"/>
                  </a:cubicBezTo>
                  <a:cubicBezTo>
                    <a:pt x="36" y="440"/>
                    <a:pt x="44" y="442"/>
                    <a:pt x="53" y="448"/>
                  </a:cubicBezTo>
                  <a:cubicBezTo>
                    <a:pt x="62" y="454"/>
                    <a:pt x="68" y="456"/>
                    <a:pt x="73" y="454"/>
                  </a:cubicBezTo>
                  <a:cubicBezTo>
                    <a:pt x="79" y="453"/>
                    <a:pt x="83" y="448"/>
                    <a:pt x="86" y="437"/>
                  </a:cubicBezTo>
                  <a:cubicBezTo>
                    <a:pt x="93" y="421"/>
                    <a:pt x="93" y="402"/>
                    <a:pt x="87" y="382"/>
                  </a:cubicBezTo>
                  <a:cubicBezTo>
                    <a:pt x="83" y="370"/>
                    <a:pt x="86" y="367"/>
                    <a:pt x="94" y="359"/>
                  </a:cubicBezTo>
                  <a:cubicBezTo>
                    <a:pt x="104" y="347"/>
                    <a:pt x="104" y="347"/>
                    <a:pt x="104" y="347"/>
                  </a:cubicBezTo>
                  <a:cubicBezTo>
                    <a:pt x="111" y="337"/>
                    <a:pt x="111" y="333"/>
                    <a:pt x="110" y="327"/>
                  </a:cubicBezTo>
                  <a:cubicBezTo>
                    <a:pt x="109" y="321"/>
                    <a:pt x="108" y="315"/>
                    <a:pt x="112" y="301"/>
                  </a:cubicBezTo>
                  <a:cubicBezTo>
                    <a:pt x="120" y="273"/>
                    <a:pt x="135" y="252"/>
                    <a:pt x="147" y="244"/>
                  </a:cubicBezTo>
                  <a:cubicBezTo>
                    <a:pt x="152" y="240"/>
                    <a:pt x="157" y="240"/>
                    <a:pt x="160" y="241"/>
                  </a:cubicBezTo>
                  <a:cubicBezTo>
                    <a:pt x="163" y="243"/>
                    <a:pt x="165" y="248"/>
                    <a:pt x="164" y="255"/>
                  </a:cubicBezTo>
                  <a:cubicBezTo>
                    <a:pt x="163" y="265"/>
                    <a:pt x="163" y="265"/>
                    <a:pt x="163" y="265"/>
                  </a:cubicBezTo>
                  <a:cubicBezTo>
                    <a:pt x="161" y="277"/>
                    <a:pt x="160" y="288"/>
                    <a:pt x="164" y="310"/>
                  </a:cubicBezTo>
                  <a:cubicBezTo>
                    <a:pt x="168" y="328"/>
                    <a:pt x="168" y="328"/>
                    <a:pt x="168" y="328"/>
                  </a:cubicBezTo>
                  <a:cubicBezTo>
                    <a:pt x="172" y="347"/>
                    <a:pt x="175" y="360"/>
                    <a:pt x="168" y="386"/>
                  </a:cubicBezTo>
                  <a:cubicBezTo>
                    <a:pt x="161" y="407"/>
                    <a:pt x="161" y="407"/>
                    <a:pt x="161" y="407"/>
                  </a:cubicBezTo>
                  <a:cubicBezTo>
                    <a:pt x="154" y="426"/>
                    <a:pt x="150" y="437"/>
                    <a:pt x="163" y="450"/>
                  </a:cubicBezTo>
                  <a:cubicBezTo>
                    <a:pt x="176" y="463"/>
                    <a:pt x="183" y="463"/>
                    <a:pt x="199" y="465"/>
                  </a:cubicBezTo>
                  <a:cubicBezTo>
                    <a:pt x="219" y="468"/>
                    <a:pt x="219" y="468"/>
                    <a:pt x="219" y="468"/>
                  </a:cubicBezTo>
                  <a:cubicBezTo>
                    <a:pt x="248" y="473"/>
                    <a:pt x="250" y="474"/>
                    <a:pt x="268" y="486"/>
                  </a:cubicBezTo>
                  <a:cubicBezTo>
                    <a:pt x="273" y="489"/>
                    <a:pt x="273" y="489"/>
                    <a:pt x="273" y="489"/>
                  </a:cubicBezTo>
                  <a:cubicBezTo>
                    <a:pt x="288" y="499"/>
                    <a:pt x="304" y="498"/>
                    <a:pt x="318" y="498"/>
                  </a:cubicBezTo>
                  <a:cubicBezTo>
                    <a:pt x="325" y="498"/>
                    <a:pt x="332" y="497"/>
                    <a:pt x="339" y="499"/>
                  </a:cubicBezTo>
                  <a:cubicBezTo>
                    <a:pt x="349" y="501"/>
                    <a:pt x="349" y="501"/>
                    <a:pt x="349" y="501"/>
                  </a:cubicBezTo>
                  <a:cubicBezTo>
                    <a:pt x="364" y="505"/>
                    <a:pt x="382" y="510"/>
                    <a:pt x="399" y="497"/>
                  </a:cubicBezTo>
                  <a:cubicBezTo>
                    <a:pt x="400" y="496"/>
                    <a:pt x="400" y="495"/>
                    <a:pt x="400" y="494"/>
                  </a:cubicBezTo>
                  <a:cubicBezTo>
                    <a:pt x="399" y="493"/>
                    <a:pt x="398" y="493"/>
                    <a:pt x="397" y="494"/>
                  </a:cubicBezTo>
                  <a:cubicBezTo>
                    <a:pt x="381" y="505"/>
                    <a:pt x="365" y="501"/>
                    <a:pt x="350" y="497"/>
                  </a:cubicBezTo>
                  <a:cubicBezTo>
                    <a:pt x="340" y="495"/>
                    <a:pt x="340" y="495"/>
                    <a:pt x="340" y="495"/>
                  </a:cubicBezTo>
                  <a:cubicBezTo>
                    <a:pt x="333" y="493"/>
                    <a:pt x="325" y="494"/>
                    <a:pt x="318" y="494"/>
                  </a:cubicBezTo>
                  <a:cubicBezTo>
                    <a:pt x="304" y="494"/>
                    <a:pt x="289" y="495"/>
                    <a:pt x="275" y="486"/>
                  </a:cubicBezTo>
                  <a:cubicBezTo>
                    <a:pt x="270" y="483"/>
                    <a:pt x="270" y="483"/>
                    <a:pt x="270" y="483"/>
                  </a:cubicBezTo>
                  <a:cubicBezTo>
                    <a:pt x="252" y="471"/>
                    <a:pt x="249" y="469"/>
                    <a:pt x="220" y="464"/>
                  </a:cubicBezTo>
                  <a:cubicBezTo>
                    <a:pt x="200" y="461"/>
                    <a:pt x="200" y="461"/>
                    <a:pt x="200" y="461"/>
                  </a:cubicBezTo>
                  <a:cubicBezTo>
                    <a:pt x="183" y="460"/>
                    <a:pt x="177" y="459"/>
                    <a:pt x="166" y="447"/>
                  </a:cubicBezTo>
                  <a:cubicBezTo>
                    <a:pt x="155" y="436"/>
                    <a:pt x="158" y="427"/>
                    <a:pt x="165" y="409"/>
                  </a:cubicBezTo>
                  <a:cubicBezTo>
                    <a:pt x="172" y="387"/>
                    <a:pt x="172" y="387"/>
                    <a:pt x="172" y="387"/>
                  </a:cubicBezTo>
                  <a:cubicBezTo>
                    <a:pt x="179" y="360"/>
                    <a:pt x="176" y="346"/>
                    <a:pt x="172" y="327"/>
                  </a:cubicBezTo>
                  <a:cubicBezTo>
                    <a:pt x="168" y="310"/>
                    <a:pt x="168" y="310"/>
                    <a:pt x="168" y="310"/>
                  </a:cubicBezTo>
                  <a:cubicBezTo>
                    <a:pt x="164" y="287"/>
                    <a:pt x="165" y="277"/>
                    <a:pt x="167" y="266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9" y="247"/>
                    <a:pt x="166" y="241"/>
                    <a:pt x="162" y="238"/>
                  </a:cubicBezTo>
                  <a:cubicBezTo>
                    <a:pt x="157" y="235"/>
                    <a:pt x="151" y="236"/>
                    <a:pt x="145" y="240"/>
                  </a:cubicBezTo>
                  <a:cubicBezTo>
                    <a:pt x="132" y="249"/>
                    <a:pt x="116" y="270"/>
                    <a:pt x="108" y="300"/>
                  </a:cubicBezTo>
                  <a:cubicBezTo>
                    <a:pt x="104" y="314"/>
                    <a:pt x="105" y="322"/>
                    <a:pt x="106" y="327"/>
                  </a:cubicBezTo>
                  <a:cubicBezTo>
                    <a:pt x="107" y="333"/>
                    <a:pt x="107" y="336"/>
                    <a:pt x="100" y="345"/>
                  </a:cubicBezTo>
                  <a:cubicBezTo>
                    <a:pt x="91" y="356"/>
                    <a:pt x="91" y="356"/>
                    <a:pt x="91" y="356"/>
                  </a:cubicBezTo>
                  <a:cubicBezTo>
                    <a:pt x="83" y="364"/>
                    <a:pt x="78" y="369"/>
                    <a:pt x="83" y="383"/>
                  </a:cubicBezTo>
                  <a:cubicBezTo>
                    <a:pt x="89" y="402"/>
                    <a:pt x="89" y="421"/>
                    <a:pt x="83" y="436"/>
                  </a:cubicBezTo>
                  <a:cubicBezTo>
                    <a:pt x="79" y="445"/>
                    <a:pt x="76" y="449"/>
                    <a:pt x="72" y="451"/>
                  </a:cubicBezTo>
                  <a:cubicBezTo>
                    <a:pt x="68" y="452"/>
                    <a:pt x="63" y="450"/>
                    <a:pt x="55" y="444"/>
                  </a:cubicBezTo>
                  <a:cubicBezTo>
                    <a:pt x="46" y="438"/>
                    <a:pt x="37" y="436"/>
                    <a:pt x="29" y="434"/>
                  </a:cubicBezTo>
                  <a:cubicBezTo>
                    <a:pt x="21" y="432"/>
                    <a:pt x="15" y="430"/>
                    <a:pt x="11" y="426"/>
                  </a:cubicBezTo>
                  <a:cubicBezTo>
                    <a:pt x="9" y="423"/>
                    <a:pt x="10" y="421"/>
                    <a:pt x="16" y="416"/>
                  </a:cubicBezTo>
                  <a:cubicBezTo>
                    <a:pt x="20" y="412"/>
                    <a:pt x="26" y="407"/>
                    <a:pt x="27" y="399"/>
                  </a:cubicBezTo>
                  <a:cubicBezTo>
                    <a:pt x="27" y="399"/>
                    <a:pt x="27" y="398"/>
                    <a:pt x="27" y="398"/>
                  </a:cubicBezTo>
                  <a:cubicBezTo>
                    <a:pt x="26" y="394"/>
                    <a:pt x="24" y="390"/>
                    <a:pt x="22" y="386"/>
                  </a:cubicBezTo>
                  <a:cubicBezTo>
                    <a:pt x="20" y="382"/>
                    <a:pt x="19" y="378"/>
                    <a:pt x="17" y="374"/>
                  </a:cubicBezTo>
                  <a:cubicBezTo>
                    <a:pt x="16" y="369"/>
                    <a:pt x="16" y="364"/>
                    <a:pt x="15" y="359"/>
                  </a:cubicBezTo>
                  <a:cubicBezTo>
                    <a:pt x="15" y="354"/>
                    <a:pt x="15" y="349"/>
                    <a:pt x="14" y="344"/>
                  </a:cubicBezTo>
                  <a:cubicBezTo>
                    <a:pt x="13" y="340"/>
                    <a:pt x="10" y="336"/>
                    <a:pt x="8" y="332"/>
                  </a:cubicBezTo>
                  <a:cubicBezTo>
                    <a:pt x="6" y="329"/>
                    <a:pt x="4" y="324"/>
                    <a:pt x="4" y="322"/>
                  </a:cubicBezTo>
                  <a:cubicBezTo>
                    <a:pt x="5" y="322"/>
                    <a:pt x="6" y="321"/>
                    <a:pt x="7" y="321"/>
                  </a:cubicBezTo>
                  <a:cubicBezTo>
                    <a:pt x="12" y="321"/>
                    <a:pt x="19" y="323"/>
                    <a:pt x="26" y="326"/>
                  </a:cubicBezTo>
                  <a:cubicBezTo>
                    <a:pt x="39" y="330"/>
                    <a:pt x="52" y="333"/>
                    <a:pt x="60" y="329"/>
                  </a:cubicBezTo>
                  <a:cubicBezTo>
                    <a:pt x="63" y="326"/>
                    <a:pt x="66" y="323"/>
                    <a:pt x="66" y="318"/>
                  </a:cubicBezTo>
                  <a:cubicBezTo>
                    <a:pt x="69" y="302"/>
                    <a:pt x="71" y="292"/>
                    <a:pt x="81" y="281"/>
                  </a:cubicBezTo>
                  <a:cubicBezTo>
                    <a:pt x="83" y="278"/>
                    <a:pt x="83" y="278"/>
                    <a:pt x="83" y="278"/>
                  </a:cubicBezTo>
                  <a:cubicBezTo>
                    <a:pt x="92" y="267"/>
                    <a:pt x="101" y="257"/>
                    <a:pt x="101" y="242"/>
                  </a:cubicBezTo>
                  <a:cubicBezTo>
                    <a:pt x="102" y="227"/>
                    <a:pt x="92" y="217"/>
                    <a:pt x="73" y="211"/>
                  </a:cubicBezTo>
                  <a:cubicBezTo>
                    <a:pt x="70" y="211"/>
                    <a:pt x="64" y="210"/>
                    <a:pt x="57" y="209"/>
                  </a:cubicBezTo>
                  <a:cubicBezTo>
                    <a:pt x="41" y="208"/>
                    <a:pt x="18" y="205"/>
                    <a:pt x="14" y="196"/>
                  </a:cubicBezTo>
                  <a:cubicBezTo>
                    <a:pt x="12" y="190"/>
                    <a:pt x="33" y="168"/>
                    <a:pt x="41" y="160"/>
                  </a:cubicBezTo>
                  <a:cubicBezTo>
                    <a:pt x="47" y="155"/>
                    <a:pt x="47" y="155"/>
                    <a:pt x="47" y="155"/>
                  </a:cubicBezTo>
                  <a:cubicBezTo>
                    <a:pt x="49" y="152"/>
                    <a:pt x="51" y="150"/>
                    <a:pt x="54" y="149"/>
                  </a:cubicBezTo>
                  <a:cubicBezTo>
                    <a:pt x="57" y="146"/>
                    <a:pt x="60" y="144"/>
                    <a:pt x="62" y="141"/>
                  </a:cubicBezTo>
                  <a:cubicBezTo>
                    <a:pt x="63" y="139"/>
                    <a:pt x="65" y="137"/>
                    <a:pt x="66" y="134"/>
                  </a:cubicBezTo>
                  <a:cubicBezTo>
                    <a:pt x="67" y="130"/>
                    <a:pt x="69" y="127"/>
                    <a:pt x="72" y="125"/>
                  </a:cubicBezTo>
                  <a:cubicBezTo>
                    <a:pt x="75" y="124"/>
                    <a:pt x="77" y="124"/>
                    <a:pt x="79" y="125"/>
                  </a:cubicBezTo>
                  <a:cubicBezTo>
                    <a:pt x="83" y="128"/>
                    <a:pt x="84" y="138"/>
                    <a:pt x="84" y="145"/>
                  </a:cubicBezTo>
                  <a:cubicBezTo>
                    <a:pt x="85" y="149"/>
                    <a:pt x="85" y="153"/>
                    <a:pt x="86" y="155"/>
                  </a:cubicBezTo>
                  <a:cubicBezTo>
                    <a:pt x="90" y="167"/>
                    <a:pt x="105" y="178"/>
                    <a:pt x="131" y="190"/>
                  </a:cubicBezTo>
                  <a:cubicBezTo>
                    <a:pt x="169" y="207"/>
                    <a:pt x="183" y="185"/>
                    <a:pt x="198" y="159"/>
                  </a:cubicBezTo>
                  <a:cubicBezTo>
                    <a:pt x="203" y="148"/>
                    <a:pt x="199" y="129"/>
                    <a:pt x="192" y="121"/>
                  </a:cubicBezTo>
                  <a:cubicBezTo>
                    <a:pt x="190" y="119"/>
                    <a:pt x="187" y="118"/>
                    <a:pt x="184" y="117"/>
                  </a:cubicBezTo>
                  <a:cubicBezTo>
                    <a:pt x="181" y="116"/>
                    <a:pt x="179" y="116"/>
                    <a:pt x="178" y="114"/>
                  </a:cubicBezTo>
                  <a:cubicBezTo>
                    <a:pt x="173" y="107"/>
                    <a:pt x="170" y="90"/>
                    <a:pt x="170" y="80"/>
                  </a:cubicBezTo>
                  <a:cubicBezTo>
                    <a:pt x="170" y="73"/>
                    <a:pt x="176" y="64"/>
                    <a:pt x="183" y="59"/>
                  </a:cubicBezTo>
                  <a:cubicBezTo>
                    <a:pt x="187" y="56"/>
                    <a:pt x="194" y="52"/>
                    <a:pt x="202" y="56"/>
                  </a:cubicBezTo>
                  <a:cubicBezTo>
                    <a:pt x="211" y="59"/>
                    <a:pt x="213" y="66"/>
                    <a:pt x="216" y="74"/>
                  </a:cubicBezTo>
                  <a:cubicBezTo>
                    <a:pt x="218" y="78"/>
                    <a:pt x="218" y="78"/>
                    <a:pt x="218" y="78"/>
                  </a:cubicBezTo>
                  <a:cubicBezTo>
                    <a:pt x="227" y="104"/>
                    <a:pt x="230" y="107"/>
                    <a:pt x="256" y="103"/>
                  </a:cubicBezTo>
                  <a:cubicBezTo>
                    <a:pt x="265" y="102"/>
                    <a:pt x="280" y="95"/>
                    <a:pt x="289" y="87"/>
                  </a:cubicBezTo>
                  <a:cubicBezTo>
                    <a:pt x="301" y="76"/>
                    <a:pt x="303" y="73"/>
                    <a:pt x="300" y="59"/>
                  </a:cubicBezTo>
                  <a:cubicBezTo>
                    <a:pt x="298" y="47"/>
                    <a:pt x="300" y="12"/>
                    <a:pt x="310" y="7"/>
                  </a:cubicBezTo>
                  <a:cubicBezTo>
                    <a:pt x="317" y="4"/>
                    <a:pt x="337" y="4"/>
                    <a:pt x="346" y="9"/>
                  </a:cubicBezTo>
                  <a:cubicBezTo>
                    <a:pt x="348" y="10"/>
                    <a:pt x="349" y="11"/>
                    <a:pt x="349" y="13"/>
                  </a:cubicBezTo>
                  <a:cubicBezTo>
                    <a:pt x="350" y="15"/>
                    <a:pt x="352" y="18"/>
                    <a:pt x="354" y="22"/>
                  </a:cubicBezTo>
                  <a:cubicBezTo>
                    <a:pt x="357" y="27"/>
                    <a:pt x="362" y="34"/>
                    <a:pt x="360" y="40"/>
                  </a:cubicBezTo>
                  <a:cubicBezTo>
                    <a:pt x="358" y="43"/>
                    <a:pt x="352" y="46"/>
                    <a:pt x="347" y="49"/>
                  </a:cubicBezTo>
                  <a:cubicBezTo>
                    <a:pt x="340" y="53"/>
                    <a:pt x="337" y="70"/>
                    <a:pt x="340" y="77"/>
                  </a:cubicBezTo>
                  <a:cubicBezTo>
                    <a:pt x="342" y="85"/>
                    <a:pt x="345" y="91"/>
                    <a:pt x="348" y="93"/>
                  </a:cubicBezTo>
                  <a:cubicBezTo>
                    <a:pt x="354" y="98"/>
                    <a:pt x="358" y="97"/>
                    <a:pt x="360" y="96"/>
                  </a:cubicBezTo>
                  <a:cubicBezTo>
                    <a:pt x="362" y="96"/>
                    <a:pt x="363" y="96"/>
                    <a:pt x="368" y="106"/>
                  </a:cubicBezTo>
                  <a:cubicBezTo>
                    <a:pt x="370" y="113"/>
                    <a:pt x="369" y="125"/>
                    <a:pt x="365" y="131"/>
                  </a:cubicBezTo>
                  <a:cubicBezTo>
                    <a:pt x="362" y="135"/>
                    <a:pt x="359" y="136"/>
                    <a:pt x="355" y="135"/>
                  </a:cubicBezTo>
                  <a:cubicBezTo>
                    <a:pt x="349" y="135"/>
                    <a:pt x="344" y="128"/>
                    <a:pt x="339" y="122"/>
                  </a:cubicBezTo>
                  <a:cubicBezTo>
                    <a:pt x="331" y="112"/>
                    <a:pt x="321" y="100"/>
                    <a:pt x="306" y="107"/>
                  </a:cubicBezTo>
                  <a:cubicBezTo>
                    <a:pt x="295" y="111"/>
                    <a:pt x="289" y="150"/>
                    <a:pt x="289" y="152"/>
                  </a:cubicBezTo>
                  <a:cubicBezTo>
                    <a:pt x="288" y="157"/>
                    <a:pt x="293" y="165"/>
                    <a:pt x="298" y="172"/>
                  </a:cubicBezTo>
                  <a:cubicBezTo>
                    <a:pt x="302" y="177"/>
                    <a:pt x="312" y="190"/>
                    <a:pt x="324" y="191"/>
                  </a:cubicBezTo>
                  <a:cubicBezTo>
                    <a:pt x="337" y="193"/>
                    <a:pt x="351" y="193"/>
                    <a:pt x="363" y="193"/>
                  </a:cubicBezTo>
                  <a:cubicBezTo>
                    <a:pt x="373" y="193"/>
                    <a:pt x="385" y="192"/>
                    <a:pt x="387" y="195"/>
                  </a:cubicBezTo>
                  <a:cubicBezTo>
                    <a:pt x="388" y="196"/>
                    <a:pt x="388" y="198"/>
                    <a:pt x="387" y="200"/>
                  </a:cubicBezTo>
                  <a:cubicBezTo>
                    <a:pt x="383" y="207"/>
                    <a:pt x="369" y="214"/>
                    <a:pt x="355" y="214"/>
                  </a:cubicBezTo>
                  <a:cubicBezTo>
                    <a:pt x="354" y="214"/>
                    <a:pt x="353" y="215"/>
                    <a:pt x="353" y="216"/>
                  </a:cubicBezTo>
                  <a:cubicBezTo>
                    <a:pt x="353" y="218"/>
                    <a:pt x="354" y="218"/>
                    <a:pt x="355" y="218"/>
                  </a:cubicBezTo>
                  <a:cubicBezTo>
                    <a:pt x="369" y="218"/>
                    <a:pt x="386" y="211"/>
                    <a:pt x="390" y="202"/>
                  </a:cubicBezTo>
                  <a:cubicBezTo>
                    <a:pt x="392" y="198"/>
                    <a:pt x="392" y="195"/>
                    <a:pt x="390" y="192"/>
                  </a:cubicBezTo>
                  <a:cubicBezTo>
                    <a:pt x="387" y="188"/>
                    <a:pt x="379" y="188"/>
                    <a:pt x="363" y="189"/>
                  </a:cubicBezTo>
                  <a:cubicBezTo>
                    <a:pt x="351" y="189"/>
                    <a:pt x="337" y="189"/>
                    <a:pt x="325" y="187"/>
                  </a:cubicBezTo>
                  <a:cubicBezTo>
                    <a:pt x="317" y="186"/>
                    <a:pt x="308" y="180"/>
                    <a:pt x="301" y="170"/>
                  </a:cubicBezTo>
                  <a:cubicBezTo>
                    <a:pt x="295" y="162"/>
                    <a:pt x="292" y="155"/>
                    <a:pt x="293" y="152"/>
                  </a:cubicBezTo>
                  <a:cubicBezTo>
                    <a:pt x="296" y="131"/>
                    <a:pt x="302" y="112"/>
                    <a:pt x="307" y="110"/>
                  </a:cubicBezTo>
                  <a:cubicBezTo>
                    <a:pt x="320" y="105"/>
                    <a:pt x="328" y="115"/>
                    <a:pt x="336" y="124"/>
                  </a:cubicBezTo>
                  <a:cubicBezTo>
                    <a:pt x="342" y="132"/>
                    <a:pt x="347" y="138"/>
                    <a:pt x="355" y="139"/>
                  </a:cubicBezTo>
                  <a:cubicBezTo>
                    <a:pt x="360" y="140"/>
                    <a:pt x="364" y="138"/>
                    <a:pt x="368" y="134"/>
                  </a:cubicBezTo>
                  <a:cubicBezTo>
                    <a:pt x="374" y="126"/>
                    <a:pt x="374" y="112"/>
                    <a:pt x="371" y="105"/>
                  </a:cubicBezTo>
                  <a:cubicBezTo>
                    <a:pt x="367" y="93"/>
                    <a:pt x="364" y="91"/>
                    <a:pt x="359" y="92"/>
                  </a:cubicBezTo>
                  <a:cubicBezTo>
                    <a:pt x="357" y="93"/>
                    <a:pt x="355" y="93"/>
                    <a:pt x="350" y="90"/>
                  </a:cubicBezTo>
                  <a:cubicBezTo>
                    <a:pt x="348" y="88"/>
                    <a:pt x="346" y="83"/>
                    <a:pt x="343" y="75"/>
                  </a:cubicBezTo>
                  <a:cubicBezTo>
                    <a:pt x="341" y="69"/>
                    <a:pt x="344" y="55"/>
                    <a:pt x="349" y="53"/>
                  </a:cubicBezTo>
                  <a:cubicBezTo>
                    <a:pt x="355" y="50"/>
                    <a:pt x="361" y="46"/>
                    <a:pt x="363" y="41"/>
                  </a:cubicBezTo>
                  <a:cubicBezTo>
                    <a:pt x="366" y="34"/>
                    <a:pt x="361" y="26"/>
                    <a:pt x="357" y="20"/>
                  </a:cubicBezTo>
                  <a:cubicBezTo>
                    <a:pt x="355" y="17"/>
                    <a:pt x="353" y="14"/>
                    <a:pt x="353" y="12"/>
                  </a:cubicBezTo>
                  <a:cubicBezTo>
                    <a:pt x="353" y="9"/>
                    <a:pt x="351" y="7"/>
                    <a:pt x="348" y="5"/>
                  </a:cubicBezTo>
                  <a:cubicBezTo>
                    <a:pt x="338" y="0"/>
                    <a:pt x="316" y="0"/>
                    <a:pt x="30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2" name="Freeform 72">
              <a:extLst>
                <a:ext uri="{FF2B5EF4-FFF2-40B4-BE49-F238E27FC236}">
                  <a16:creationId xmlns:a16="http://schemas.microsoft.com/office/drawing/2014/main" id="{A5A0A5E8-BCDF-420E-B1FA-B11974FA97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54" y="2671"/>
              <a:ext cx="976" cy="701"/>
            </a:xfrm>
            <a:custGeom>
              <a:avLst/>
              <a:gdLst>
                <a:gd name="T0" fmla="*/ 104 w 330"/>
                <a:gd name="T1" fmla="*/ 351 h 222"/>
                <a:gd name="T2" fmla="*/ 183 w 330"/>
                <a:gd name="T3" fmla="*/ 1734 h 222"/>
                <a:gd name="T4" fmla="*/ 778 w 330"/>
                <a:gd name="T5" fmla="*/ 3401 h 222"/>
                <a:gd name="T6" fmla="*/ 2221 w 330"/>
                <a:gd name="T7" fmla="*/ 3461 h 222"/>
                <a:gd name="T8" fmla="*/ 2895 w 330"/>
                <a:gd name="T9" fmla="*/ 3679 h 222"/>
                <a:gd name="T10" fmla="*/ 2588 w 330"/>
                <a:gd name="T11" fmla="*/ 4468 h 222"/>
                <a:gd name="T12" fmla="*/ 2248 w 330"/>
                <a:gd name="T13" fmla="*/ 4875 h 222"/>
                <a:gd name="T14" fmla="*/ 2842 w 330"/>
                <a:gd name="T15" fmla="*/ 6423 h 222"/>
                <a:gd name="T16" fmla="*/ 3700 w 330"/>
                <a:gd name="T17" fmla="*/ 6710 h 222"/>
                <a:gd name="T18" fmla="*/ 3673 w 330"/>
                <a:gd name="T19" fmla="*/ 6331 h 222"/>
                <a:gd name="T20" fmla="*/ 3596 w 330"/>
                <a:gd name="T21" fmla="*/ 4598 h 222"/>
                <a:gd name="T22" fmla="*/ 3937 w 330"/>
                <a:gd name="T23" fmla="*/ 4506 h 222"/>
                <a:gd name="T24" fmla="*/ 4679 w 330"/>
                <a:gd name="T25" fmla="*/ 4945 h 222"/>
                <a:gd name="T26" fmla="*/ 5720 w 330"/>
                <a:gd name="T27" fmla="*/ 5415 h 222"/>
                <a:gd name="T28" fmla="*/ 5818 w 330"/>
                <a:gd name="T29" fmla="*/ 6391 h 222"/>
                <a:gd name="T30" fmla="*/ 6595 w 330"/>
                <a:gd name="T31" fmla="*/ 6931 h 222"/>
                <a:gd name="T32" fmla="*/ 6675 w 330"/>
                <a:gd name="T33" fmla="*/ 6480 h 222"/>
                <a:gd name="T34" fmla="*/ 6675 w 330"/>
                <a:gd name="T35" fmla="*/ 5573 h 222"/>
                <a:gd name="T36" fmla="*/ 6962 w 330"/>
                <a:gd name="T37" fmla="*/ 4598 h 222"/>
                <a:gd name="T38" fmla="*/ 7610 w 330"/>
                <a:gd name="T39" fmla="*/ 4408 h 222"/>
                <a:gd name="T40" fmla="*/ 8379 w 330"/>
                <a:gd name="T41" fmla="*/ 4377 h 222"/>
                <a:gd name="T42" fmla="*/ 7891 w 330"/>
                <a:gd name="T43" fmla="*/ 3369 h 222"/>
                <a:gd name="T44" fmla="*/ 6936 w 330"/>
                <a:gd name="T45" fmla="*/ 2962 h 222"/>
                <a:gd name="T46" fmla="*/ 6288 w 330"/>
                <a:gd name="T47" fmla="*/ 1734 h 222"/>
                <a:gd name="T48" fmla="*/ 3981 w 330"/>
                <a:gd name="T49" fmla="*/ 1137 h 222"/>
                <a:gd name="T50" fmla="*/ 263 w 330"/>
                <a:gd name="T51" fmla="*/ 189 h 222"/>
                <a:gd name="T52" fmla="*/ 438 w 330"/>
                <a:gd name="T53" fmla="*/ 2362 h 222"/>
                <a:gd name="T54" fmla="*/ 183 w 330"/>
                <a:gd name="T55" fmla="*/ 379 h 222"/>
                <a:gd name="T56" fmla="*/ 290 w 330"/>
                <a:gd name="T57" fmla="*/ 319 h 222"/>
                <a:gd name="T58" fmla="*/ 3981 w 330"/>
                <a:gd name="T59" fmla="*/ 1257 h 222"/>
                <a:gd name="T60" fmla="*/ 6238 w 330"/>
                <a:gd name="T61" fmla="*/ 1854 h 222"/>
                <a:gd name="T62" fmla="*/ 6859 w 330"/>
                <a:gd name="T63" fmla="*/ 3050 h 222"/>
                <a:gd name="T64" fmla="*/ 7864 w 330"/>
                <a:gd name="T65" fmla="*/ 3499 h 222"/>
                <a:gd name="T66" fmla="*/ 8302 w 330"/>
                <a:gd name="T67" fmla="*/ 4279 h 222"/>
                <a:gd name="T68" fmla="*/ 7681 w 330"/>
                <a:gd name="T69" fmla="*/ 4377 h 222"/>
                <a:gd name="T70" fmla="*/ 6859 w 330"/>
                <a:gd name="T71" fmla="*/ 4598 h 222"/>
                <a:gd name="T72" fmla="*/ 6595 w 330"/>
                <a:gd name="T73" fmla="*/ 5475 h 222"/>
                <a:gd name="T74" fmla="*/ 6569 w 330"/>
                <a:gd name="T75" fmla="*/ 6552 h 222"/>
                <a:gd name="T76" fmla="*/ 6595 w 330"/>
                <a:gd name="T77" fmla="*/ 6802 h 222"/>
                <a:gd name="T78" fmla="*/ 5921 w 330"/>
                <a:gd name="T79" fmla="*/ 6423 h 222"/>
                <a:gd name="T80" fmla="*/ 5747 w 330"/>
                <a:gd name="T81" fmla="*/ 5286 h 222"/>
                <a:gd name="T82" fmla="*/ 4732 w 330"/>
                <a:gd name="T83" fmla="*/ 4847 h 222"/>
                <a:gd name="T84" fmla="*/ 3937 w 330"/>
                <a:gd name="T85" fmla="*/ 4377 h 222"/>
                <a:gd name="T86" fmla="*/ 3517 w 330"/>
                <a:gd name="T87" fmla="*/ 4538 h 222"/>
                <a:gd name="T88" fmla="*/ 3596 w 330"/>
                <a:gd name="T89" fmla="*/ 6423 h 222"/>
                <a:gd name="T90" fmla="*/ 3647 w 330"/>
                <a:gd name="T91" fmla="*/ 6612 h 222"/>
                <a:gd name="T92" fmla="*/ 2895 w 330"/>
                <a:gd name="T93" fmla="*/ 6303 h 222"/>
                <a:gd name="T94" fmla="*/ 2301 w 330"/>
                <a:gd name="T95" fmla="*/ 4976 h 222"/>
                <a:gd name="T96" fmla="*/ 2668 w 330"/>
                <a:gd name="T97" fmla="*/ 4566 h 222"/>
                <a:gd name="T98" fmla="*/ 2975 w 330"/>
                <a:gd name="T99" fmla="*/ 3590 h 222"/>
                <a:gd name="T100" fmla="*/ 2274 w 330"/>
                <a:gd name="T101" fmla="*/ 3369 h 222"/>
                <a:gd name="T102" fmla="*/ 831 w 330"/>
                <a:gd name="T103" fmla="*/ 3271 h 222"/>
                <a:gd name="T104" fmla="*/ 104 w 330"/>
                <a:gd name="T105" fmla="*/ 351 h 222"/>
                <a:gd name="T106" fmla="*/ 104 w 330"/>
                <a:gd name="T107" fmla="*/ 351 h 22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30" h="222">
                  <a:moveTo>
                    <a:pt x="10" y="6"/>
                  </a:moveTo>
                  <a:cubicBezTo>
                    <a:pt x="6" y="7"/>
                    <a:pt x="4" y="9"/>
                    <a:pt x="4" y="11"/>
                  </a:cubicBezTo>
                  <a:cubicBezTo>
                    <a:pt x="1" y="15"/>
                    <a:pt x="0" y="20"/>
                    <a:pt x="0" y="25"/>
                  </a:cubicBezTo>
                  <a:cubicBezTo>
                    <a:pt x="0" y="35"/>
                    <a:pt x="4" y="45"/>
                    <a:pt x="7" y="55"/>
                  </a:cubicBezTo>
                  <a:cubicBezTo>
                    <a:pt x="10" y="62"/>
                    <a:pt x="12" y="69"/>
                    <a:pt x="13" y="76"/>
                  </a:cubicBezTo>
                  <a:cubicBezTo>
                    <a:pt x="16" y="96"/>
                    <a:pt x="19" y="101"/>
                    <a:pt x="30" y="108"/>
                  </a:cubicBezTo>
                  <a:cubicBezTo>
                    <a:pt x="41" y="115"/>
                    <a:pt x="50" y="115"/>
                    <a:pt x="68" y="108"/>
                  </a:cubicBezTo>
                  <a:cubicBezTo>
                    <a:pt x="77" y="104"/>
                    <a:pt x="81" y="107"/>
                    <a:pt x="86" y="110"/>
                  </a:cubicBezTo>
                  <a:cubicBezTo>
                    <a:pt x="90" y="112"/>
                    <a:pt x="94" y="115"/>
                    <a:pt x="99" y="115"/>
                  </a:cubicBezTo>
                  <a:cubicBezTo>
                    <a:pt x="106" y="115"/>
                    <a:pt x="110" y="115"/>
                    <a:pt x="112" y="117"/>
                  </a:cubicBezTo>
                  <a:cubicBezTo>
                    <a:pt x="113" y="118"/>
                    <a:pt x="113" y="120"/>
                    <a:pt x="112" y="124"/>
                  </a:cubicBezTo>
                  <a:cubicBezTo>
                    <a:pt x="110" y="131"/>
                    <a:pt x="105" y="137"/>
                    <a:pt x="100" y="142"/>
                  </a:cubicBezTo>
                  <a:cubicBezTo>
                    <a:pt x="97" y="145"/>
                    <a:pt x="95" y="148"/>
                    <a:pt x="93" y="150"/>
                  </a:cubicBezTo>
                  <a:cubicBezTo>
                    <a:pt x="92" y="152"/>
                    <a:pt x="90" y="153"/>
                    <a:pt x="87" y="155"/>
                  </a:cubicBezTo>
                  <a:cubicBezTo>
                    <a:pt x="82" y="157"/>
                    <a:pt x="74" y="161"/>
                    <a:pt x="78" y="173"/>
                  </a:cubicBezTo>
                  <a:cubicBezTo>
                    <a:pt x="84" y="190"/>
                    <a:pt x="91" y="197"/>
                    <a:pt x="110" y="204"/>
                  </a:cubicBezTo>
                  <a:cubicBezTo>
                    <a:pt x="123" y="209"/>
                    <a:pt x="123" y="209"/>
                    <a:pt x="123" y="209"/>
                  </a:cubicBezTo>
                  <a:cubicBezTo>
                    <a:pt x="133" y="213"/>
                    <a:pt x="139" y="216"/>
                    <a:pt x="143" y="213"/>
                  </a:cubicBezTo>
                  <a:cubicBezTo>
                    <a:pt x="144" y="213"/>
                    <a:pt x="145" y="211"/>
                    <a:pt x="145" y="209"/>
                  </a:cubicBezTo>
                  <a:cubicBezTo>
                    <a:pt x="145" y="205"/>
                    <a:pt x="144" y="203"/>
                    <a:pt x="142" y="201"/>
                  </a:cubicBezTo>
                  <a:cubicBezTo>
                    <a:pt x="140" y="199"/>
                    <a:pt x="137" y="195"/>
                    <a:pt x="136" y="181"/>
                  </a:cubicBezTo>
                  <a:cubicBezTo>
                    <a:pt x="134" y="167"/>
                    <a:pt x="133" y="153"/>
                    <a:pt x="139" y="146"/>
                  </a:cubicBezTo>
                  <a:cubicBezTo>
                    <a:pt x="141" y="144"/>
                    <a:pt x="144" y="143"/>
                    <a:pt x="148" y="143"/>
                  </a:cubicBezTo>
                  <a:cubicBezTo>
                    <a:pt x="152" y="143"/>
                    <a:pt x="152" y="143"/>
                    <a:pt x="152" y="143"/>
                  </a:cubicBezTo>
                  <a:cubicBezTo>
                    <a:pt x="159" y="143"/>
                    <a:pt x="159" y="143"/>
                    <a:pt x="166" y="147"/>
                  </a:cubicBezTo>
                  <a:cubicBezTo>
                    <a:pt x="181" y="157"/>
                    <a:pt x="181" y="157"/>
                    <a:pt x="181" y="157"/>
                  </a:cubicBezTo>
                  <a:cubicBezTo>
                    <a:pt x="199" y="169"/>
                    <a:pt x="205" y="169"/>
                    <a:pt x="212" y="170"/>
                  </a:cubicBezTo>
                  <a:cubicBezTo>
                    <a:pt x="214" y="171"/>
                    <a:pt x="217" y="171"/>
                    <a:pt x="221" y="172"/>
                  </a:cubicBezTo>
                  <a:cubicBezTo>
                    <a:pt x="230" y="175"/>
                    <a:pt x="229" y="179"/>
                    <a:pt x="227" y="193"/>
                  </a:cubicBezTo>
                  <a:cubicBezTo>
                    <a:pt x="225" y="203"/>
                    <a:pt x="225" y="203"/>
                    <a:pt x="225" y="203"/>
                  </a:cubicBezTo>
                  <a:cubicBezTo>
                    <a:pt x="224" y="209"/>
                    <a:pt x="225" y="213"/>
                    <a:pt x="229" y="216"/>
                  </a:cubicBezTo>
                  <a:cubicBezTo>
                    <a:pt x="235" y="222"/>
                    <a:pt x="246" y="222"/>
                    <a:pt x="255" y="220"/>
                  </a:cubicBezTo>
                  <a:cubicBezTo>
                    <a:pt x="257" y="220"/>
                    <a:pt x="258" y="219"/>
                    <a:pt x="259" y="218"/>
                  </a:cubicBezTo>
                  <a:cubicBezTo>
                    <a:pt x="261" y="215"/>
                    <a:pt x="260" y="211"/>
                    <a:pt x="258" y="206"/>
                  </a:cubicBezTo>
                  <a:cubicBezTo>
                    <a:pt x="256" y="202"/>
                    <a:pt x="254" y="196"/>
                    <a:pt x="254" y="189"/>
                  </a:cubicBezTo>
                  <a:cubicBezTo>
                    <a:pt x="254" y="181"/>
                    <a:pt x="256" y="179"/>
                    <a:pt x="258" y="177"/>
                  </a:cubicBezTo>
                  <a:cubicBezTo>
                    <a:pt x="261" y="174"/>
                    <a:pt x="264" y="171"/>
                    <a:pt x="266" y="161"/>
                  </a:cubicBezTo>
                  <a:cubicBezTo>
                    <a:pt x="268" y="156"/>
                    <a:pt x="268" y="151"/>
                    <a:pt x="269" y="146"/>
                  </a:cubicBezTo>
                  <a:cubicBezTo>
                    <a:pt x="270" y="136"/>
                    <a:pt x="271" y="131"/>
                    <a:pt x="282" y="131"/>
                  </a:cubicBezTo>
                  <a:cubicBezTo>
                    <a:pt x="290" y="131"/>
                    <a:pt x="292" y="135"/>
                    <a:pt x="294" y="140"/>
                  </a:cubicBezTo>
                  <a:cubicBezTo>
                    <a:pt x="295" y="145"/>
                    <a:pt x="297" y="149"/>
                    <a:pt x="304" y="149"/>
                  </a:cubicBezTo>
                  <a:cubicBezTo>
                    <a:pt x="312" y="149"/>
                    <a:pt x="320" y="144"/>
                    <a:pt x="324" y="139"/>
                  </a:cubicBezTo>
                  <a:cubicBezTo>
                    <a:pt x="328" y="134"/>
                    <a:pt x="330" y="129"/>
                    <a:pt x="329" y="126"/>
                  </a:cubicBezTo>
                  <a:cubicBezTo>
                    <a:pt x="327" y="118"/>
                    <a:pt x="322" y="113"/>
                    <a:pt x="305" y="107"/>
                  </a:cubicBezTo>
                  <a:cubicBezTo>
                    <a:pt x="298" y="104"/>
                    <a:pt x="293" y="104"/>
                    <a:pt x="288" y="103"/>
                  </a:cubicBezTo>
                  <a:cubicBezTo>
                    <a:pt x="281" y="103"/>
                    <a:pt x="275" y="103"/>
                    <a:pt x="268" y="94"/>
                  </a:cubicBezTo>
                  <a:cubicBezTo>
                    <a:pt x="263" y="88"/>
                    <a:pt x="260" y="81"/>
                    <a:pt x="257" y="75"/>
                  </a:cubicBezTo>
                  <a:cubicBezTo>
                    <a:pt x="254" y="67"/>
                    <a:pt x="250" y="59"/>
                    <a:pt x="243" y="55"/>
                  </a:cubicBezTo>
                  <a:cubicBezTo>
                    <a:pt x="230" y="48"/>
                    <a:pt x="209" y="44"/>
                    <a:pt x="178" y="39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31" y="33"/>
                    <a:pt x="110" y="30"/>
                    <a:pt x="91" y="18"/>
                  </a:cubicBezTo>
                  <a:cubicBezTo>
                    <a:pt x="68" y="3"/>
                    <a:pt x="25" y="0"/>
                    <a:pt x="10" y="6"/>
                  </a:cubicBezTo>
                  <a:close/>
                  <a:moveTo>
                    <a:pt x="32" y="104"/>
                  </a:moveTo>
                  <a:cubicBezTo>
                    <a:pt x="22" y="98"/>
                    <a:pt x="20" y="95"/>
                    <a:pt x="17" y="75"/>
                  </a:cubicBezTo>
                  <a:cubicBezTo>
                    <a:pt x="16" y="68"/>
                    <a:pt x="14" y="61"/>
                    <a:pt x="11" y="53"/>
                  </a:cubicBezTo>
                  <a:cubicBezTo>
                    <a:pt x="6" y="39"/>
                    <a:pt x="1" y="24"/>
                    <a:pt x="7" y="12"/>
                  </a:cubicBezTo>
                  <a:cubicBezTo>
                    <a:pt x="7" y="12"/>
                    <a:pt x="7" y="12"/>
                    <a:pt x="8" y="12"/>
                  </a:cubicBezTo>
                  <a:cubicBezTo>
                    <a:pt x="8" y="11"/>
                    <a:pt x="9" y="11"/>
                    <a:pt x="11" y="10"/>
                  </a:cubicBezTo>
                  <a:cubicBezTo>
                    <a:pt x="24" y="5"/>
                    <a:pt x="66" y="6"/>
                    <a:pt x="89" y="21"/>
                  </a:cubicBezTo>
                  <a:cubicBezTo>
                    <a:pt x="109" y="34"/>
                    <a:pt x="131" y="37"/>
                    <a:pt x="154" y="40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208" y="48"/>
                    <a:pt x="229" y="52"/>
                    <a:pt x="241" y="59"/>
                  </a:cubicBezTo>
                  <a:cubicBezTo>
                    <a:pt x="247" y="62"/>
                    <a:pt x="250" y="69"/>
                    <a:pt x="254" y="77"/>
                  </a:cubicBezTo>
                  <a:cubicBezTo>
                    <a:pt x="257" y="83"/>
                    <a:pt x="260" y="90"/>
                    <a:pt x="265" y="97"/>
                  </a:cubicBezTo>
                  <a:cubicBezTo>
                    <a:pt x="273" y="106"/>
                    <a:pt x="280" y="107"/>
                    <a:pt x="288" y="107"/>
                  </a:cubicBezTo>
                  <a:cubicBezTo>
                    <a:pt x="292" y="108"/>
                    <a:pt x="297" y="108"/>
                    <a:pt x="304" y="111"/>
                  </a:cubicBezTo>
                  <a:cubicBezTo>
                    <a:pt x="320" y="117"/>
                    <a:pt x="324" y="121"/>
                    <a:pt x="325" y="127"/>
                  </a:cubicBezTo>
                  <a:cubicBezTo>
                    <a:pt x="325" y="128"/>
                    <a:pt x="324" y="132"/>
                    <a:pt x="321" y="136"/>
                  </a:cubicBezTo>
                  <a:cubicBezTo>
                    <a:pt x="317" y="141"/>
                    <a:pt x="311" y="145"/>
                    <a:pt x="304" y="145"/>
                  </a:cubicBezTo>
                  <a:cubicBezTo>
                    <a:pt x="300" y="145"/>
                    <a:pt x="299" y="143"/>
                    <a:pt x="297" y="139"/>
                  </a:cubicBezTo>
                  <a:cubicBezTo>
                    <a:pt x="295" y="134"/>
                    <a:pt x="292" y="127"/>
                    <a:pt x="282" y="127"/>
                  </a:cubicBezTo>
                  <a:cubicBezTo>
                    <a:pt x="268" y="127"/>
                    <a:pt x="266" y="135"/>
                    <a:pt x="265" y="146"/>
                  </a:cubicBezTo>
                  <a:cubicBezTo>
                    <a:pt x="264" y="150"/>
                    <a:pt x="264" y="155"/>
                    <a:pt x="262" y="160"/>
                  </a:cubicBezTo>
                  <a:cubicBezTo>
                    <a:pt x="260" y="169"/>
                    <a:pt x="257" y="171"/>
                    <a:pt x="255" y="174"/>
                  </a:cubicBezTo>
                  <a:cubicBezTo>
                    <a:pt x="253" y="177"/>
                    <a:pt x="250" y="180"/>
                    <a:pt x="250" y="189"/>
                  </a:cubicBezTo>
                  <a:cubicBezTo>
                    <a:pt x="250" y="196"/>
                    <a:pt x="252" y="203"/>
                    <a:pt x="254" y="208"/>
                  </a:cubicBezTo>
                  <a:cubicBezTo>
                    <a:pt x="255" y="211"/>
                    <a:pt x="256" y="215"/>
                    <a:pt x="256" y="216"/>
                  </a:cubicBezTo>
                  <a:cubicBezTo>
                    <a:pt x="256" y="216"/>
                    <a:pt x="255" y="216"/>
                    <a:pt x="255" y="216"/>
                  </a:cubicBezTo>
                  <a:cubicBezTo>
                    <a:pt x="243" y="218"/>
                    <a:pt x="235" y="217"/>
                    <a:pt x="231" y="213"/>
                  </a:cubicBezTo>
                  <a:cubicBezTo>
                    <a:pt x="229" y="211"/>
                    <a:pt x="228" y="208"/>
                    <a:pt x="229" y="204"/>
                  </a:cubicBezTo>
                  <a:cubicBezTo>
                    <a:pt x="231" y="194"/>
                    <a:pt x="231" y="194"/>
                    <a:pt x="231" y="194"/>
                  </a:cubicBezTo>
                  <a:cubicBezTo>
                    <a:pt x="233" y="181"/>
                    <a:pt x="235" y="172"/>
                    <a:pt x="222" y="168"/>
                  </a:cubicBezTo>
                  <a:cubicBezTo>
                    <a:pt x="218" y="167"/>
                    <a:pt x="215" y="167"/>
                    <a:pt x="212" y="166"/>
                  </a:cubicBezTo>
                  <a:cubicBezTo>
                    <a:pt x="206" y="165"/>
                    <a:pt x="200" y="165"/>
                    <a:pt x="183" y="154"/>
                  </a:cubicBezTo>
                  <a:cubicBezTo>
                    <a:pt x="168" y="144"/>
                    <a:pt x="168" y="144"/>
                    <a:pt x="168" y="144"/>
                  </a:cubicBezTo>
                  <a:cubicBezTo>
                    <a:pt x="161" y="139"/>
                    <a:pt x="160" y="139"/>
                    <a:pt x="152" y="139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3" y="139"/>
                    <a:pt x="139" y="140"/>
                    <a:pt x="136" y="144"/>
                  </a:cubicBezTo>
                  <a:cubicBezTo>
                    <a:pt x="129" y="151"/>
                    <a:pt x="130" y="166"/>
                    <a:pt x="132" y="181"/>
                  </a:cubicBezTo>
                  <a:cubicBezTo>
                    <a:pt x="133" y="196"/>
                    <a:pt x="137" y="201"/>
                    <a:pt x="139" y="204"/>
                  </a:cubicBezTo>
                  <a:cubicBezTo>
                    <a:pt x="140" y="206"/>
                    <a:pt x="141" y="206"/>
                    <a:pt x="141" y="209"/>
                  </a:cubicBezTo>
                  <a:cubicBezTo>
                    <a:pt x="141" y="209"/>
                    <a:pt x="141" y="210"/>
                    <a:pt x="141" y="210"/>
                  </a:cubicBezTo>
                  <a:cubicBezTo>
                    <a:pt x="139" y="211"/>
                    <a:pt x="131" y="208"/>
                    <a:pt x="124" y="205"/>
                  </a:cubicBezTo>
                  <a:cubicBezTo>
                    <a:pt x="112" y="200"/>
                    <a:pt x="112" y="200"/>
                    <a:pt x="112" y="200"/>
                  </a:cubicBezTo>
                  <a:cubicBezTo>
                    <a:pt x="94" y="194"/>
                    <a:pt x="87" y="188"/>
                    <a:pt x="82" y="172"/>
                  </a:cubicBezTo>
                  <a:cubicBezTo>
                    <a:pt x="79" y="163"/>
                    <a:pt x="84" y="161"/>
                    <a:pt x="89" y="158"/>
                  </a:cubicBezTo>
                  <a:cubicBezTo>
                    <a:pt x="92" y="157"/>
                    <a:pt x="95" y="155"/>
                    <a:pt x="97" y="152"/>
                  </a:cubicBezTo>
                  <a:cubicBezTo>
                    <a:pt x="98" y="150"/>
                    <a:pt x="100" y="148"/>
                    <a:pt x="103" y="145"/>
                  </a:cubicBezTo>
                  <a:cubicBezTo>
                    <a:pt x="108" y="139"/>
                    <a:pt x="114" y="133"/>
                    <a:pt x="116" y="125"/>
                  </a:cubicBezTo>
                  <a:cubicBezTo>
                    <a:pt x="117" y="120"/>
                    <a:pt x="117" y="117"/>
                    <a:pt x="115" y="114"/>
                  </a:cubicBezTo>
                  <a:cubicBezTo>
                    <a:pt x="112" y="111"/>
                    <a:pt x="108" y="111"/>
                    <a:pt x="99" y="111"/>
                  </a:cubicBezTo>
                  <a:cubicBezTo>
                    <a:pt x="95" y="111"/>
                    <a:pt x="92" y="109"/>
                    <a:pt x="88" y="107"/>
                  </a:cubicBezTo>
                  <a:cubicBezTo>
                    <a:pt x="83" y="103"/>
                    <a:pt x="78" y="100"/>
                    <a:pt x="66" y="104"/>
                  </a:cubicBezTo>
                  <a:cubicBezTo>
                    <a:pt x="49" y="111"/>
                    <a:pt x="42" y="111"/>
                    <a:pt x="32" y="104"/>
                  </a:cubicBezTo>
                  <a:close/>
                  <a:moveTo>
                    <a:pt x="4" y="11"/>
                  </a:move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3" name="Freeform 73">
              <a:extLst>
                <a:ext uri="{FF2B5EF4-FFF2-40B4-BE49-F238E27FC236}">
                  <a16:creationId xmlns:a16="http://schemas.microsoft.com/office/drawing/2014/main" id="{3F6A7197-C02E-4D65-AE5D-4069D08862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5" y="2751"/>
              <a:ext cx="959" cy="644"/>
            </a:xfrm>
            <a:custGeom>
              <a:avLst/>
              <a:gdLst>
                <a:gd name="T0" fmla="*/ 6299 w 324"/>
                <a:gd name="T1" fmla="*/ 218 h 204"/>
                <a:gd name="T2" fmla="*/ 5292 w 324"/>
                <a:gd name="T3" fmla="*/ 249 h 204"/>
                <a:gd name="T4" fmla="*/ 3531 w 324"/>
                <a:gd name="T5" fmla="*/ 597 h 204"/>
                <a:gd name="T6" fmla="*/ 2279 w 324"/>
                <a:gd name="T7" fmla="*/ 1067 h 204"/>
                <a:gd name="T8" fmla="*/ 545 w 324"/>
                <a:gd name="T9" fmla="*/ 1983 h 204"/>
                <a:gd name="T10" fmla="*/ 130 w 324"/>
                <a:gd name="T11" fmla="*/ 2042 h 204"/>
                <a:gd name="T12" fmla="*/ 53 w 324"/>
                <a:gd name="T13" fmla="*/ 3211 h 204"/>
                <a:gd name="T14" fmla="*/ 491 w 324"/>
                <a:gd name="T15" fmla="*/ 3896 h 204"/>
                <a:gd name="T16" fmla="*/ 675 w 324"/>
                <a:gd name="T17" fmla="*/ 3299 h 204"/>
                <a:gd name="T18" fmla="*/ 1814 w 324"/>
                <a:gd name="T19" fmla="*/ 3719 h 204"/>
                <a:gd name="T20" fmla="*/ 1560 w 324"/>
                <a:gd name="T21" fmla="*/ 4944 h 204"/>
                <a:gd name="T22" fmla="*/ 1586 w 324"/>
                <a:gd name="T23" fmla="*/ 5502 h 204"/>
                <a:gd name="T24" fmla="*/ 1350 w 324"/>
                <a:gd name="T25" fmla="*/ 5761 h 204"/>
                <a:gd name="T26" fmla="*/ 1681 w 324"/>
                <a:gd name="T27" fmla="*/ 5979 h 204"/>
                <a:gd name="T28" fmla="*/ 1865 w 324"/>
                <a:gd name="T29" fmla="*/ 6039 h 204"/>
                <a:gd name="T30" fmla="*/ 2409 w 324"/>
                <a:gd name="T31" fmla="*/ 5881 h 204"/>
                <a:gd name="T32" fmla="*/ 2978 w 324"/>
                <a:gd name="T33" fmla="*/ 5730 h 204"/>
                <a:gd name="T34" fmla="*/ 3425 w 324"/>
                <a:gd name="T35" fmla="*/ 6071 h 204"/>
                <a:gd name="T36" fmla="*/ 4721 w 324"/>
                <a:gd name="T37" fmla="*/ 5951 h 204"/>
                <a:gd name="T38" fmla="*/ 5292 w 324"/>
                <a:gd name="T39" fmla="*/ 4903 h 204"/>
                <a:gd name="T40" fmla="*/ 5159 w 324"/>
                <a:gd name="T41" fmla="*/ 4186 h 204"/>
                <a:gd name="T42" fmla="*/ 5132 w 324"/>
                <a:gd name="T43" fmla="*/ 3457 h 204"/>
                <a:gd name="T44" fmla="*/ 4845 w 324"/>
                <a:gd name="T45" fmla="*/ 2800 h 204"/>
                <a:gd name="T46" fmla="*/ 5834 w 324"/>
                <a:gd name="T47" fmla="*/ 1825 h 204"/>
                <a:gd name="T48" fmla="*/ 6589 w 324"/>
                <a:gd name="T49" fmla="*/ 3050 h 204"/>
                <a:gd name="T50" fmla="*/ 6843 w 324"/>
                <a:gd name="T51" fmla="*/ 3586 h 204"/>
                <a:gd name="T52" fmla="*/ 8113 w 324"/>
                <a:gd name="T53" fmla="*/ 2144 h 204"/>
                <a:gd name="T54" fmla="*/ 6920 w 324"/>
                <a:gd name="T55" fmla="*/ 161 h 204"/>
                <a:gd name="T56" fmla="*/ 6325 w 324"/>
                <a:gd name="T57" fmla="*/ 347 h 204"/>
                <a:gd name="T58" fmla="*/ 8069 w 324"/>
                <a:gd name="T59" fmla="*/ 726 h 204"/>
                <a:gd name="T60" fmla="*/ 7210 w 324"/>
                <a:gd name="T61" fmla="*/ 3340 h 204"/>
                <a:gd name="T62" fmla="*/ 6666 w 324"/>
                <a:gd name="T63" fmla="*/ 3368 h 204"/>
                <a:gd name="T64" fmla="*/ 6562 w 324"/>
                <a:gd name="T65" fmla="*/ 2172 h 204"/>
                <a:gd name="T66" fmla="*/ 4845 w 324"/>
                <a:gd name="T67" fmla="*/ 2042 h 204"/>
                <a:gd name="T68" fmla="*/ 4748 w 324"/>
                <a:gd name="T69" fmla="*/ 2832 h 204"/>
                <a:gd name="T70" fmla="*/ 5029 w 324"/>
                <a:gd name="T71" fmla="*/ 3457 h 204"/>
                <a:gd name="T72" fmla="*/ 5055 w 324"/>
                <a:gd name="T73" fmla="*/ 4186 h 204"/>
                <a:gd name="T74" fmla="*/ 5186 w 324"/>
                <a:gd name="T75" fmla="*/ 4903 h 204"/>
                <a:gd name="T76" fmla="*/ 4694 w 324"/>
                <a:gd name="T77" fmla="*/ 5821 h 204"/>
                <a:gd name="T78" fmla="*/ 3504 w 324"/>
                <a:gd name="T79" fmla="*/ 5979 h 204"/>
                <a:gd name="T80" fmla="*/ 2978 w 324"/>
                <a:gd name="T81" fmla="*/ 5600 h 204"/>
                <a:gd name="T82" fmla="*/ 2356 w 324"/>
                <a:gd name="T83" fmla="*/ 5761 h 204"/>
                <a:gd name="T84" fmla="*/ 1918 w 324"/>
                <a:gd name="T85" fmla="*/ 5910 h 204"/>
                <a:gd name="T86" fmla="*/ 1681 w 324"/>
                <a:gd name="T87" fmla="*/ 5850 h 204"/>
                <a:gd name="T88" fmla="*/ 1453 w 324"/>
                <a:gd name="T89" fmla="*/ 5790 h 204"/>
                <a:gd name="T90" fmla="*/ 1655 w 324"/>
                <a:gd name="T91" fmla="*/ 5600 h 204"/>
                <a:gd name="T92" fmla="*/ 1655 w 324"/>
                <a:gd name="T93" fmla="*/ 4944 h 204"/>
                <a:gd name="T94" fmla="*/ 1918 w 324"/>
                <a:gd name="T95" fmla="*/ 3678 h 204"/>
                <a:gd name="T96" fmla="*/ 595 w 324"/>
                <a:gd name="T97" fmla="*/ 3211 h 204"/>
                <a:gd name="T98" fmla="*/ 385 w 324"/>
                <a:gd name="T99" fmla="*/ 3836 h 204"/>
                <a:gd name="T100" fmla="*/ 130 w 324"/>
                <a:gd name="T101" fmla="*/ 3368 h 204"/>
                <a:gd name="T102" fmla="*/ 157 w 324"/>
                <a:gd name="T103" fmla="*/ 3078 h 204"/>
                <a:gd name="T104" fmla="*/ 130 w 324"/>
                <a:gd name="T105" fmla="*/ 2421 h 204"/>
                <a:gd name="T106" fmla="*/ 545 w 324"/>
                <a:gd name="T107" fmla="*/ 2112 h 204"/>
                <a:gd name="T108" fmla="*/ 2329 w 324"/>
                <a:gd name="T109" fmla="*/ 1165 h 204"/>
                <a:gd name="T110" fmla="*/ 3558 w 324"/>
                <a:gd name="T111" fmla="*/ 726 h 204"/>
                <a:gd name="T112" fmla="*/ 5292 w 324"/>
                <a:gd name="T113" fmla="*/ 379 h 20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24" h="204">
                  <a:moveTo>
                    <a:pt x="267" y="5"/>
                  </a:moveTo>
                  <a:cubicBezTo>
                    <a:pt x="259" y="7"/>
                    <a:pt x="252" y="7"/>
                    <a:pt x="243" y="7"/>
                  </a:cubicBezTo>
                  <a:cubicBezTo>
                    <a:pt x="224" y="8"/>
                    <a:pt x="224" y="8"/>
                    <a:pt x="224" y="8"/>
                  </a:cubicBezTo>
                  <a:cubicBezTo>
                    <a:pt x="216" y="9"/>
                    <a:pt x="210" y="9"/>
                    <a:pt x="204" y="8"/>
                  </a:cubicBezTo>
                  <a:cubicBezTo>
                    <a:pt x="195" y="7"/>
                    <a:pt x="186" y="6"/>
                    <a:pt x="172" y="11"/>
                  </a:cubicBezTo>
                  <a:cubicBezTo>
                    <a:pt x="160" y="16"/>
                    <a:pt x="148" y="17"/>
                    <a:pt x="136" y="19"/>
                  </a:cubicBezTo>
                  <a:cubicBezTo>
                    <a:pt x="126" y="20"/>
                    <a:pt x="116" y="22"/>
                    <a:pt x="104" y="25"/>
                  </a:cubicBezTo>
                  <a:cubicBezTo>
                    <a:pt x="100" y="26"/>
                    <a:pt x="96" y="28"/>
                    <a:pt x="88" y="34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45" y="62"/>
                    <a:pt x="32" y="63"/>
                    <a:pt x="21" y="63"/>
                  </a:cubicBezTo>
                  <a:cubicBezTo>
                    <a:pt x="15" y="63"/>
                    <a:pt x="10" y="63"/>
                    <a:pt x="6" y="64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0" y="68"/>
                    <a:pt x="1" y="78"/>
                    <a:pt x="2" y="88"/>
                  </a:cubicBezTo>
                  <a:cubicBezTo>
                    <a:pt x="2" y="94"/>
                    <a:pt x="3" y="100"/>
                    <a:pt x="2" y="102"/>
                  </a:cubicBezTo>
                  <a:cubicBezTo>
                    <a:pt x="0" y="109"/>
                    <a:pt x="3" y="126"/>
                    <a:pt x="10" y="129"/>
                  </a:cubicBezTo>
                  <a:cubicBezTo>
                    <a:pt x="12" y="130"/>
                    <a:pt x="15" y="130"/>
                    <a:pt x="19" y="124"/>
                  </a:cubicBezTo>
                  <a:cubicBezTo>
                    <a:pt x="21" y="121"/>
                    <a:pt x="21" y="118"/>
                    <a:pt x="22" y="115"/>
                  </a:cubicBezTo>
                  <a:cubicBezTo>
                    <a:pt x="23" y="111"/>
                    <a:pt x="23" y="108"/>
                    <a:pt x="26" y="105"/>
                  </a:cubicBezTo>
                  <a:cubicBezTo>
                    <a:pt x="29" y="102"/>
                    <a:pt x="34" y="101"/>
                    <a:pt x="42" y="101"/>
                  </a:cubicBezTo>
                  <a:cubicBezTo>
                    <a:pt x="57" y="101"/>
                    <a:pt x="67" y="102"/>
                    <a:pt x="70" y="118"/>
                  </a:cubicBezTo>
                  <a:cubicBezTo>
                    <a:pt x="71" y="125"/>
                    <a:pt x="68" y="131"/>
                    <a:pt x="65" y="136"/>
                  </a:cubicBezTo>
                  <a:cubicBezTo>
                    <a:pt x="62" y="142"/>
                    <a:pt x="58" y="148"/>
                    <a:pt x="60" y="157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62" y="167"/>
                    <a:pt x="64" y="171"/>
                    <a:pt x="61" y="175"/>
                  </a:cubicBezTo>
                  <a:cubicBezTo>
                    <a:pt x="60" y="176"/>
                    <a:pt x="59" y="177"/>
                    <a:pt x="57" y="177"/>
                  </a:cubicBezTo>
                  <a:cubicBezTo>
                    <a:pt x="55" y="179"/>
                    <a:pt x="52" y="180"/>
                    <a:pt x="52" y="183"/>
                  </a:cubicBezTo>
                  <a:cubicBezTo>
                    <a:pt x="52" y="185"/>
                    <a:pt x="53" y="187"/>
                    <a:pt x="55" y="189"/>
                  </a:cubicBezTo>
                  <a:cubicBezTo>
                    <a:pt x="56" y="190"/>
                    <a:pt x="59" y="190"/>
                    <a:pt x="65" y="190"/>
                  </a:cubicBezTo>
                  <a:cubicBezTo>
                    <a:pt x="70" y="191"/>
                    <a:pt x="70" y="191"/>
                    <a:pt x="70" y="191"/>
                  </a:cubicBezTo>
                  <a:cubicBezTo>
                    <a:pt x="72" y="192"/>
                    <a:pt x="72" y="192"/>
                    <a:pt x="72" y="192"/>
                  </a:cubicBezTo>
                  <a:cubicBezTo>
                    <a:pt x="74" y="192"/>
                    <a:pt x="76" y="193"/>
                    <a:pt x="79" y="193"/>
                  </a:cubicBezTo>
                  <a:cubicBezTo>
                    <a:pt x="84" y="192"/>
                    <a:pt x="89" y="189"/>
                    <a:pt x="93" y="187"/>
                  </a:cubicBezTo>
                  <a:cubicBezTo>
                    <a:pt x="96" y="185"/>
                    <a:pt x="96" y="185"/>
                    <a:pt x="96" y="185"/>
                  </a:cubicBezTo>
                  <a:cubicBezTo>
                    <a:pt x="102" y="182"/>
                    <a:pt x="107" y="181"/>
                    <a:pt x="115" y="182"/>
                  </a:cubicBezTo>
                  <a:cubicBezTo>
                    <a:pt x="122" y="183"/>
                    <a:pt x="125" y="185"/>
                    <a:pt x="129" y="190"/>
                  </a:cubicBezTo>
                  <a:cubicBezTo>
                    <a:pt x="132" y="193"/>
                    <a:pt x="132" y="193"/>
                    <a:pt x="132" y="193"/>
                  </a:cubicBezTo>
                  <a:cubicBezTo>
                    <a:pt x="145" y="204"/>
                    <a:pt x="168" y="195"/>
                    <a:pt x="181" y="190"/>
                  </a:cubicBezTo>
                  <a:cubicBezTo>
                    <a:pt x="181" y="189"/>
                    <a:pt x="181" y="189"/>
                    <a:pt x="182" y="189"/>
                  </a:cubicBezTo>
                  <a:cubicBezTo>
                    <a:pt x="183" y="188"/>
                    <a:pt x="183" y="188"/>
                    <a:pt x="183" y="188"/>
                  </a:cubicBezTo>
                  <a:cubicBezTo>
                    <a:pt x="193" y="180"/>
                    <a:pt x="205" y="170"/>
                    <a:pt x="204" y="156"/>
                  </a:cubicBezTo>
                  <a:cubicBezTo>
                    <a:pt x="203" y="151"/>
                    <a:pt x="202" y="146"/>
                    <a:pt x="201" y="142"/>
                  </a:cubicBezTo>
                  <a:cubicBezTo>
                    <a:pt x="199" y="133"/>
                    <a:pt x="199" y="133"/>
                    <a:pt x="199" y="133"/>
                  </a:cubicBezTo>
                  <a:cubicBezTo>
                    <a:pt x="198" y="129"/>
                    <a:pt x="198" y="125"/>
                    <a:pt x="198" y="121"/>
                  </a:cubicBezTo>
                  <a:cubicBezTo>
                    <a:pt x="198" y="110"/>
                    <a:pt x="198" y="110"/>
                    <a:pt x="198" y="110"/>
                  </a:cubicBezTo>
                  <a:cubicBezTo>
                    <a:pt x="197" y="104"/>
                    <a:pt x="194" y="101"/>
                    <a:pt x="192" y="97"/>
                  </a:cubicBezTo>
                  <a:cubicBezTo>
                    <a:pt x="190" y="94"/>
                    <a:pt x="188" y="92"/>
                    <a:pt x="187" y="89"/>
                  </a:cubicBezTo>
                  <a:cubicBezTo>
                    <a:pt x="186" y="83"/>
                    <a:pt x="188" y="72"/>
                    <a:pt x="191" y="67"/>
                  </a:cubicBezTo>
                  <a:cubicBezTo>
                    <a:pt x="198" y="53"/>
                    <a:pt x="214" y="53"/>
                    <a:pt x="225" y="58"/>
                  </a:cubicBezTo>
                  <a:cubicBezTo>
                    <a:pt x="234" y="62"/>
                    <a:pt x="244" y="67"/>
                    <a:pt x="251" y="72"/>
                  </a:cubicBezTo>
                  <a:cubicBezTo>
                    <a:pt x="258" y="78"/>
                    <a:pt x="257" y="86"/>
                    <a:pt x="254" y="97"/>
                  </a:cubicBezTo>
                  <a:cubicBezTo>
                    <a:pt x="252" y="102"/>
                    <a:pt x="252" y="106"/>
                    <a:pt x="254" y="109"/>
                  </a:cubicBezTo>
                  <a:cubicBezTo>
                    <a:pt x="255" y="111"/>
                    <a:pt x="259" y="113"/>
                    <a:pt x="264" y="114"/>
                  </a:cubicBezTo>
                  <a:cubicBezTo>
                    <a:pt x="271" y="115"/>
                    <a:pt x="275" y="113"/>
                    <a:pt x="280" y="109"/>
                  </a:cubicBezTo>
                  <a:cubicBezTo>
                    <a:pt x="292" y="99"/>
                    <a:pt x="306" y="84"/>
                    <a:pt x="313" y="68"/>
                  </a:cubicBezTo>
                  <a:cubicBezTo>
                    <a:pt x="318" y="57"/>
                    <a:pt x="324" y="33"/>
                    <a:pt x="314" y="21"/>
                  </a:cubicBezTo>
                  <a:cubicBezTo>
                    <a:pt x="305" y="7"/>
                    <a:pt x="282" y="0"/>
                    <a:pt x="267" y="5"/>
                  </a:cubicBezTo>
                  <a:close/>
                  <a:moveTo>
                    <a:pt x="224" y="12"/>
                  </a:moveTo>
                  <a:cubicBezTo>
                    <a:pt x="244" y="11"/>
                    <a:pt x="244" y="11"/>
                    <a:pt x="244" y="11"/>
                  </a:cubicBezTo>
                  <a:cubicBezTo>
                    <a:pt x="253" y="11"/>
                    <a:pt x="260" y="11"/>
                    <a:pt x="268" y="8"/>
                  </a:cubicBezTo>
                  <a:cubicBezTo>
                    <a:pt x="282" y="5"/>
                    <a:pt x="303" y="10"/>
                    <a:pt x="311" y="23"/>
                  </a:cubicBezTo>
                  <a:cubicBezTo>
                    <a:pt x="319" y="34"/>
                    <a:pt x="314" y="55"/>
                    <a:pt x="309" y="66"/>
                  </a:cubicBezTo>
                  <a:cubicBezTo>
                    <a:pt x="302" y="81"/>
                    <a:pt x="289" y="97"/>
                    <a:pt x="278" y="106"/>
                  </a:cubicBezTo>
                  <a:cubicBezTo>
                    <a:pt x="273" y="110"/>
                    <a:pt x="270" y="111"/>
                    <a:pt x="265" y="110"/>
                  </a:cubicBezTo>
                  <a:cubicBezTo>
                    <a:pt x="260" y="109"/>
                    <a:pt x="258" y="108"/>
                    <a:pt x="257" y="107"/>
                  </a:cubicBezTo>
                  <a:cubicBezTo>
                    <a:pt x="256" y="105"/>
                    <a:pt x="256" y="103"/>
                    <a:pt x="258" y="98"/>
                  </a:cubicBezTo>
                  <a:cubicBezTo>
                    <a:pt x="260" y="89"/>
                    <a:pt x="263" y="77"/>
                    <a:pt x="253" y="69"/>
                  </a:cubicBezTo>
                  <a:cubicBezTo>
                    <a:pt x="246" y="63"/>
                    <a:pt x="235" y="58"/>
                    <a:pt x="227" y="55"/>
                  </a:cubicBezTo>
                  <a:cubicBezTo>
                    <a:pt x="214" y="48"/>
                    <a:pt x="195" y="49"/>
                    <a:pt x="187" y="65"/>
                  </a:cubicBezTo>
                  <a:cubicBezTo>
                    <a:pt x="185" y="70"/>
                    <a:pt x="183" y="78"/>
                    <a:pt x="183" y="84"/>
                  </a:cubicBezTo>
                  <a:cubicBezTo>
                    <a:pt x="183" y="86"/>
                    <a:pt x="183" y="88"/>
                    <a:pt x="183" y="90"/>
                  </a:cubicBezTo>
                  <a:cubicBezTo>
                    <a:pt x="184" y="94"/>
                    <a:pt x="186" y="97"/>
                    <a:pt x="189" y="100"/>
                  </a:cubicBezTo>
                  <a:cubicBezTo>
                    <a:pt x="191" y="103"/>
                    <a:pt x="193" y="106"/>
                    <a:pt x="194" y="110"/>
                  </a:cubicBezTo>
                  <a:cubicBezTo>
                    <a:pt x="194" y="121"/>
                    <a:pt x="194" y="121"/>
                    <a:pt x="194" y="121"/>
                  </a:cubicBezTo>
                  <a:cubicBezTo>
                    <a:pt x="194" y="125"/>
                    <a:pt x="194" y="129"/>
                    <a:pt x="195" y="133"/>
                  </a:cubicBezTo>
                  <a:cubicBezTo>
                    <a:pt x="197" y="143"/>
                    <a:pt x="197" y="143"/>
                    <a:pt x="197" y="143"/>
                  </a:cubicBezTo>
                  <a:cubicBezTo>
                    <a:pt x="198" y="147"/>
                    <a:pt x="199" y="151"/>
                    <a:pt x="200" y="156"/>
                  </a:cubicBezTo>
                  <a:cubicBezTo>
                    <a:pt x="200" y="157"/>
                    <a:pt x="200" y="157"/>
                    <a:pt x="200" y="158"/>
                  </a:cubicBezTo>
                  <a:cubicBezTo>
                    <a:pt x="200" y="170"/>
                    <a:pt x="190" y="177"/>
                    <a:pt x="181" y="185"/>
                  </a:cubicBezTo>
                  <a:cubicBezTo>
                    <a:pt x="181" y="185"/>
                    <a:pt x="180" y="186"/>
                    <a:pt x="179" y="186"/>
                  </a:cubicBezTo>
                  <a:cubicBezTo>
                    <a:pt x="167" y="191"/>
                    <a:pt x="145" y="199"/>
                    <a:pt x="135" y="190"/>
                  </a:cubicBezTo>
                  <a:cubicBezTo>
                    <a:pt x="132" y="187"/>
                    <a:pt x="132" y="187"/>
                    <a:pt x="132" y="187"/>
                  </a:cubicBezTo>
                  <a:cubicBezTo>
                    <a:pt x="127" y="182"/>
                    <a:pt x="124" y="179"/>
                    <a:pt x="115" y="178"/>
                  </a:cubicBezTo>
                  <a:cubicBezTo>
                    <a:pt x="108" y="177"/>
                    <a:pt x="102" y="177"/>
                    <a:pt x="94" y="181"/>
                  </a:cubicBezTo>
                  <a:cubicBezTo>
                    <a:pt x="91" y="183"/>
                    <a:pt x="91" y="183"/>
                    <a:pt x="91" y="183"/>
                  </a:cubicBezTo>
                  <a:cubicBezTo>
                    <a:pt x="87" y="186"/>
                    <a:pt x="83" y="188"/>
                    <a:pt x="79" y="189"/>
                  </a:cubicBezTo>
                  <a:cubicBezTo>
                    <a:pt x="76" y="189"/>
                    <a:pt x="75" y="188"/>
                    <a:pt x="74" y="188"/>
                  </a:cubicBezTo>
                  <a:cubicBezTo>
                    <a:pt x="71" y="187"/>
                    <a:pt x="71" y="187"/>
                    <a:pt x="71" y="187"/>
                  </a:cubicBezTo>
                  <a:cubicBezTo>
                    <a:pt x="71" y="187"/>
                    <a:pt x="65" y="186"/>
                    <a:pt x="65" y="186"/>
                  </a:cubicBezTo>
                  <a:cubicBezTo>
                    <a:pt x="62" y="186"/>
                    <a:pt x="58" y="186"/>
                    <a:pt x="57" y="185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3"/>
                    <a:pt x="58" y="181"/>
                    <a:pt x="59" y="181"/>
                  </a:cubicBezTo>
                  <a:cubicBezTo>
                    <a:pt x="61" y="180"/>
                    <a:pt x="63" y="179"/>
                    <a:pt x="64" y="178"/>
                  </a:cubicBezTo>
                  <a:cubicBezTo>
                    <a:pt x="68" y="172"/>
                    <a:pt x="66" y="166"/>
                    <a:pt x="65" y="162"/>
                  </a:cubicBezTo>
                  <a:cubicBezTo>
                    <a:pt x="64" y="157"/>
                    <a:pt x="64" y="157"/>
                    <a:pt x="64" y="157"/>
                  </a:cubicBezTo>
                  <a:cubicBezTo>
                    <a:pt x="63" y="149"/>
                    <a:pt x="66" y="144"/>
                    <a:pt x="69" y="138"/>
                  </a:cubicBezTo>
                  <a:cubicBezTo>
                    <a:pt x="72" y="132"/>
                    <a:pt x="75" y="126"/>
                    <a:pt x="74" y="117"/>
                  </a:cubicBezTo>
                  <a:cubicBezTo>
                    <a:pt x="71" y="99"/>
                    <a:pt x="57" y="97"/>
                    <a:pt x="42" y="97"/>
                  </a:cubicBezTo>
                  <a:cubicBezTo>
                    <a:pt x="33" y="97"/>
                    <a:pt x="27" y="99"/>
                    <a:pt x="23" y="102"/>
                  </a:cubicBezTo>
                  <a:cubicBezTo>
                    <a:pt x="20" y="106"/>
                    <a:pt x="19" y="110"/>
                    <a:pt x="18" y="114"/>
                  </a:cubicBezTo>
                  <a:cubicBezTo>
                    <a:pt x="17" y="117"/>
                    <a:pt x="17" y="120"/>
                    <a:pt x="15" y="122"/>
                  </a:cubicBezTo>
                  <a:cubicBezTo>
                    <a:pt x="14" y="124"/>
                    <a:pt x="13" y="126"/>
                    <a:pt x="11" y="125"/>
                  </a:cubicBezTo>
                  <a:cubicBezTo>
                    <a:pt x="8" y="124"/>
                    <a:pt x="5" y="114"/>
                    <a:pt x="5" y="107"/>
                  </a:cubicBezTo>
                  <a:cubicBezTo>
                    <a:pt x="5" y="106"/>
                    <a:pt x="5" y="105"/>
                    <a:pt x="6" y="104"/>
                  </a:cubicBezTo>
                  <a:cubicBezTo>
                    <a:pt x="6" y="102"/>
                    <a:pt x="6" y="100"/>
                    <a:pt x="6" y="98"/>
                  </a:cubicBezTo>
                  <a:cubicBezTo>
                    <a:pt x="6" y="95"/>
                    <a:pt x="6" y="92"/>
                    <a:pt x="6" y="88"/>
                  </a:cubicBezTo>
                  <a:cubicBezTo>
                    <a:pt x="5" y="85"/>
                    <a:pt x="5" y="81"/>
                    <a:pt x="5" y="77"/>
                  </a:cubicBezTo>
                  <a:cubicBezTo>
                    <a:pt x="5" y="73"/>
                    <a:pt x="5" y="69"/>
                    <a:pt x="7" y="68"/>
                  </a:cubicBezTo>
                  <a:cubicBezTo>
                    <a:pt x="11" y="67"/>
                    <a:pt x="16" y="67"/>
                    <a:pt x="21" y="67"/>
                  </a:cubicBezTo>
                  <a:cubicBezTo>
                    <a:pt x="32" y="67"/>
                    <a:pt x="46" y="66"/>
                    <a:pt x="65" y="54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98" y="32"/>
                    <a:pt x="101" y="29"/>
                    <a:pt x="105" y="28"/>
                  </a:cubicBezTo>
                  <a:cubicBezTo>
                    <a:pt x="117" y="25"/>
                    <a:pt x="127" y="24"/>
                    <a:pt x="137" y="23"/>
                  </a:cubicBezTo>
                  <a:cubicBezTo>
                    <a:pt x="149" y="21"/>
                    <a:pt x="161" y="20"/>
                    <a:pt x="173" y="15"/>
                  </a:cubicBezTo>
                  <a:cubicBezTo>
                    <a:pt x="186" y="10"/>
                    <a:pt x="195" y="11"/>
                    <a:pt x="204" y="12"/>
                  </a:cubicBezTo>
                  <a:cubicBezTo>
                    <a:pt x="210" y="13"/>
                    <a:pt x="216" y="13"/>
                    <a:pt x="22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4" name="Freeform 74">
              <a:extLst>
                <a:ext uri="{FF2B5EF4-FFF2-40B4-BE49-F238E27FC236}">
                  <a16:creationId xmlns:a16="http://schemas.microsoft.com/office/drawing/2014/main" id="{3190A6A5-1DF2-4FC9-AEC4-6B0676D9A8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3" y="960"/>
              <a:ext cx="1353" cy="900"/>
            </a:xfrm>
            <a:custGeom>
              <a:avLst/>
              <a:gdLst>
                <a:gd name="T0" fmla="*/ 2673 w 457"/>
                <a:gd name="T1" fmla="*/ 878 h 285"/>
                <a:gd name="T2" fmla="*/ 27 w 457"/>
                <a:gd name="T3" fmla="*/ 1955 h 285"/>
                <a:gd name="T4" fmla="*/ 518 w 457"/>
                <a:gd name="T5" fmla="*/ 1885 h 285"/>
                <a:gd name="T6" fmla="*/ 2937 w 457"/>
                <a:gd name="T7" fmla="*/ 2482 h 285"/>
                <a:gd name="T8" fmla="*/ 3005 w 457"/>
                <a:gd name="T9" fmla="*/ 1794 h 285"/>
                <a:gd name="T10" fmla="*/ 5163 w 457"/>
                <a:gd name="T11" fmla="*/ 467 h 285"/>
                <a:gd name="T12" fmla="*/ 6407 w 457"/>
                <a:gd name="T13" fmla="*/ 1576 h 285"/>
                <a:gd name="T14" fmla="*/ 6854 w 457"/>
                <a:gd name="T15" fmla="*/ 2015 h 285"/>
                <a:gd name="T16" fmla="*/ 7005 w 457"/>
                <a:gd name="T17" fmla="*/ 3868 h 285"/>
                <a:gd name="T18" fmla="*/ 6102 w 457"/>
                <a:gd name="T19" fmla="*/ 6234 h 285"/>
                <a:gd name="T20" fmla="*/ 4882 w 457"/>
                <a:gd name="T21" fmla="*/ 6303 h 285"/>
                <a:gd name="T22" fmla="*/ 6380 w 457"/>
                <a:gd name="T23" fmla="*/ 6553 h 285"/>
                <a:gd name="T24" fmla="*/ 6540 w 457"/>
                <a:gd name="T25" fmla="*/ 8318 h 285"/>
                <a:gd name="T26" fmla="*/ 5477 w 457"/>
                <a:gd name="T27" fmla="*/ 8286 h 285"/>
                <a:gd name="T28" fmla="*/ 8615 w 457"/>
                <a:gd name="T29" fmla="*/ 8725 h 285"/>
                <a:gd name="T30" fmla="*/ 8204 w 457"/>
                <a:gd name="T31" fmla="*/ 8406 h 285"/>
                <a:gd name="T32" fmla="*/ 7425 w 457"/>
                <a:gd name="T33" fmla="*/ 7907 h 285"/>
                <a:gd name="T34" fmla="*/ 7783 w 457"/>
                <a:gd name="T35" fmla="*/ 6174 h 285"/>
                <a:gd name="T36" fmla="*/ 7757 w 457"/>
                <a:gd name="T37" fmla="*/ 5795 h 285"/>
                <a:gd name="T38" fmla="*/ 7162 w 457"/>
                <a:gd name="T39" fmla="*/ 5106 h 285"/>
                <a:gd name="T40" fmla="*/ 7319 w 457"/>
                <a:gd name="T41" fmla="*/ 2264 h 285"/>
                <a:gd name="T42" fmla="*/ 8231 w 457"/>
                <a:gd name="T43" fmla="*/ 508 h 285"/>
                <a:gd name="T44" fmla="*/ 11780 w 457"/>
                <a:gd name="T45" fmla="*/ 1604 h 285"/>
                <a:gd name="T46" fmla="*/ 11860 w 457"/>
                <a:gd name="T47" fmla="*/ 1544 h 285"/>
                <a:gd name="T48" fmla="*/ 7940 w 457"/>
                <a:gd name="T49" fmla="*/ 189 h 285"/>
                <a:gd name="T50" fmla="*/ 4645 w 457"/>
                <a:gd name="T51" fmla="*/ 189 h 285"/>
                <a:gd name="T52" fmla="*/ 4672 w 457"/>
                <a:gd name="T53" fmla="*/ 278 h 285"/>
                <a:gd name="T54" fmla="*/ 7082 w 457"/>
                <a:gd name="T55" fmla="*/ 1036 h 285"/>
                <a:gd name="T56" fmla="*/ 8047 w 457"/>
                <a:gd name="T57" fmla="*/ 278 h 285"/>
                <a:gd name="T58" fmla="*/ 10975 w 457"/>
                <a:gd name="T59" fmla="*/ 818 h 285"/>
                <a:gd name="T60" fmla="*/ 7319 w 457"/>
                <a:gd name="T61" fmla="*/ 1923 h 285"/>
                <a:gd name="T62" fmla="*/ 7135 w 457"/>
                <a:gd name="T63" fmla="*/ 4029 h 285"/>
                <a:gd name="T64" fmla="*/ 7239 w 457"/>
                <a:gd name="T65" fmla="*/ 5735 h 285"/>
                <a:gd name="T66" fmla="*/ 8231 w 457"/>
                <a:gd name="T67" fmla="*/ 6013 h 285"/>
                <a:gd name="T68" fmla="*/ 7292 w 457"/>
                <a:gd name="T69" fmla="*/ 7528 h 285"/>
                <a:gd name="T70" fmla="*/ 7837 w 457"/>
                <a:gd name="T71" fmla="*/ 8378 h 285"/>
                <a:gd name="T72" fmla="*/ 8669 w 457"/>
                <a:gd name="T73" fmla="*/ 8567 h 285"/>
                <a:gd name="T74" fmla="*/ 5530 w 457"/>
                <a:gd name="T75" fmla="*/ 8378 h 285"/>
                <a:gd name="T76" fmla="*/ 6303 w 457"/>
                <a:gd name="T77" fmla="*/ 8406 h 285"/>
                <a:gd name="T78" fmla="*/ 6880 w 457"/>
                <a:gd name="T79" fmla="*/ 6521 h 285"/>
                <a:gd name="T80" fmla="*/ 5057 w 457"/>
                <a:gd name="T81" fmla="*/ 6493 h 285"/>
                <a:gd name="T82" fmla="*/ 5865 w 457"/>
                <a:gd name="T83" fmla="*/ 6392 h 285"/>
                <a:gd name="T84" fmla="*/ 6697 w 457"/>
                <a:gd name="T85" fmla="*/ 5795 h 285"/>
                <a:gd name="T86" fmla="*/ 7005 w 457"/>
                <a:gd name="T87" fmla="*/ 2233 h 285"/>
                <a:gd name="T88" fmla="*/ 6513 w 457"/>
                <a:gd name="T89" fmla="*/ 1475 h 285"/>
                <a:gd name="T90" fmla="*/ 5137 w 457"/>
                <a:gd name="T91" fmla="*/ 379 h 285"/>
                <a:gd name="T92" fmla="*/ 2937 w 457"/>
                <a:gd name="T93" fmla="*/ 1576 h 285"/>
                <a:gd name="T94" fmla="*/ 2937 w 457"/>
                <a:gd name="T95" fmla="*/ 2302 h 285"/>
                <a:gd name="T96" fmla="*/ 859 w 457"/>
                <a:gd name="T97" fmla="*/ 1705 h 285"/>
                <a:gd name="T98" fmla="*/ 1323 w 457"/>
                <a:gd name="T99" fmla="*/ 1386 h 285"/>
                <a:gd name="T100" fmla="*/ 2727 w 457"/>
                <a:gd name="T101" fmla="*/ 947 h 285"/>
                <a:gd name="T102" fmla="*/ 859 w 457"/>
                <a:gd name="T103" fmla="*/ 1705 h 285"/>
                <a:gd name="T104" fmla="*/ 885 w 457"/>
                <a:gd name="T105" fmla="*/ 1794 h 28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57" h="285">
                  <a:moveTo>
                    <a:pt x="179" y="6"/>
                  </a:moveTo>
                  <a:cubicBezTo>
                    <a:pt x="172" y="8"/>
                    <a:pt x="163" y="9"/>
                    <a:pt x="154" y="10"/>
                  </a:cubicBezTo>
                  <a:cubicBezTo>
                    <a:pt x="132" y="13"/>
                    <a:pt x="109" y="15"/>
                    <a:pt x="103" y="28"/>
                  </a:cubicBezTo>
                  <a:cubicBezTo>
                    <a:pt x="99" y="27"/>
                    <a:pt x="88" y="25"/>
                    <a:pt x="73" y="32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35" y="47"/>
                    <a:pt x="15" y="55"/>
                    <a:pt x="1" y="62"/>
                  </a:cubicBezTo>
                  <a:cubicBezTo>
                    <a:pt x="0" y="62"/>
                    <a:pt x="0" y="63"/>
                    <a:pt x="0" y="64"/>
                  </a:cubicBezTo>
                  <a:cubicBezTo>
                    <a:pt x="1" y="64"/>
                    <a:pt x="2" y="65"/>
                    <a:pt x="2" y="64"/>
                  </a:cubicBezTo>
                  <a:cubicBezTo>
                    <a:pt x="8" y="62"/>
                    <a:pt x="15" y="61"/>
                    <a:pt x="20" y="6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75" y="43"/>
                    <a:pt x="90" y="38"/>
                    <a:pt x="113" y="79"/>
                  </a:cubicBezTo>
                  <a:cubicBezTo>
                    <a:pt x="114" y="79"/>
                    <a:pt x="114" y="80"/>
                    <a:pt x="115" y="79"/>
                  </a:cubicBezTo>
                  <a:cubicBezTo>
                    <a:pt x="115" y="79"/>
                    <a:pt x="116" y="79"/>
                    <a:pt x="116" y="78"/>
                  </a:cubicBezTo>
                  <a:cubicBezTo>
                    <a:pt x="117" y="70"/>
                    <a:pt x="117" y="64"/>
                    <a:pt x="116" y="57"/>
                  </a:cubicBezTo>
                  <a:cubicBezTo>
                    <a:pt x="116" y="43"/>
                    <a:pt x="115" y="34"/>
                    <a:pt x="134" y="26"/>
                  </a:cubicBezTo>
                  <a:cubicBezTo>
                    <a:pt x="146" y="22"/>
                    <a:pt x="159" y="20"/>
                    <a:pt x="172" y="19"/>
                  </a:cubicBezTo>
                  <a:cubicBezTo>
                    <a:pt x="181" y="18"/>
                    <a:pt x="190" y="17"/>
                    <a:pt x="199" y="15"/>
                  </a:cubicBezTo>
                  <a:cubicBezTo>
                    <a:pt x="223" y="9"/>
                    <a:pt x="240" y="18"/>
                    <a:pt x="246" y="28"/>
                  </a:cubicBezTo>
                  <a:cubicBezTo>
                    <a:pt x="251" y="35"/>
                    <a:pt x="251" y="42"/>
                    <a:pt x="247" y="49"/>
                  </a:cubicBezTo>
                  <a:cubicBezTo>
                    <a:pt x="247" y="49"/>
                    <a:pt x="247" y="50"/>
                    <a:pt x="247" y="50"/>
                  </a:cubicBezTo>
                  <a:cubicBezTo>
                    <a:pt x="248" y="51"/>
                    <a:pt x="248" y="51"/>
                    <a:pt x="249" y="51"/>
                  </a:cubicBezTo>
                  <a:cubicBezTo>
                    <a:pt x="252" y="49"/>
                    <a:pt x="255" y="49"/>
                    <a:pt x="257" y="50"/>
                  </a:cubicBezTo>
                  <a:cubicBezTo>
                    <a:pt x="261" y="52"/>
                    <a:pt x="263" y="58"/>
                    <a:pt x="264" y="64"/>
                  </a:cubicBezTo>
                  <a:cubicBezTo>
                    <a:pt x="265" y="67"/>
                    <a:pt x="266" y="70"/>
                    <a:pt x="267" y="72"/>
                  </a:cubicBezTo>
                  <a:cubicBezTo>
                    <a:pt x="271" y="87"/>
                    <a:pt x="271" y="94"/>
                    <a:pt x="271" y="107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70" y="148"/>
                    <a:pt x="265" y="179"/>
                    <a:pt x="257" y="182"/>
                  </a:cubicBezTo>
                  <a:cubicBezTo>
                    <a:pt x="254" y="183"/>
                    <a:pt x="251" y="186"/>
                    <a:pt x="247" y="189"/>
                  </a:cubicBezTo>
                  <a:cubicBezTo>
                    <a:pt x="244" y="193"/>
                    <a:pt x="240" y="198"/>
                    <a:pt x="235" y="198"/>
                  </a:cubicBezTo>
                  <a:cubicBezTo>
                    <a:pt x="232" y="198"/>
                    <a:pt x="229" y="199"/>
                    <a:pt x="225" y="200"/>
                  </a:cubicBezTo>
                  <a:cubicBezTo>
                    <a:pt x="216" y="203"/>
                    <a:pt x="206" y="206"/>
                    <a:pt x="198" y="201"/>
                  </a:cubicBezTo>
                  <a:cubicBezTo>
                    <a:pt x="194" y="199"/>
                    <a:pt x="189" y="197"/>
                    <a:pt x="188" y="200"/>
                  </a:cubicBezTo>
                  <a:cubicBezTo>
                    <a:pt x="186" y="202"/>
                    <a:pt x="188" y="205"/>
                    <a:pt x="193" y="209"/>
                  </a:cubicBezTo>
                  <a:cubicBezTo>
                    <a:pt x="199" y="214"/>
                    <a:pt x="232" y="211"/>
                    <a:pt x="244" y="208"/>
                  </a:cubicBezTo>
                  <a:cubicBezTo>
                    <a:pt x="244" y="208"/>
                    <a:pt x="246" y="208"/>
                    <a:pt x="246" y="208"/>
                  </a:cubicBezTo>
                  <a:cubicBezTo>
                    <a:pt x="255" y="206"/>
                    <a:pt x="260" y="205"/>
                    <a:pt x="263" y="208"/>
                  </a:cubicBezTo>
                  <a:cubicBezTo>
                    <a:pt x="270" y="218"/>
                    <a:pt x="277" y="250"/>
                    <a:pt x="268" y="258"/>
                  </a:cubicBezTo>
                  <a:cubicBezTo>
                    <a:pt x="263" y="263"/>
                    <a:pt x="258" y="263"/>
                    <a:pt x="252" y="264"/>
                  </a:cubicBezTo>
                  <a:cubicBezTo>
                    <a:pt x="243" y="264"/>
                    <a:pt x="243" y="264"/>
                    <a:pt x="243" y="264"/>
                  </a:cubicBezTo>
                  <a:cubicBezTo>
                    <a:pt x="243" y="264"/>
                    <a:pt x="236" y="264"/>
                    <a:pt x="236" y="264"/>
                  </a:cubicBezTo>
                  <a:cubicBezTo>
                    <a:pt x="222" y="261"/>
                    <a:pt x="214" y="260"/>
                    <a:pt x="211" y="263"/>
                  </a:cubicBezTo>
                  <a:cubicBezTo>
                    <a:pt x="210" y="266"/>
                    <a:pt x="210" y="266"/>
                    <a:pt x="210" y="266"/>
                  </a:cubicBezTo>
                  <a:cubicBezTo>
                    <a:pt x="210" y="274"/>
                    <a:pt x="230" y="285"/>
                    <a:pt x="273" y="285"/>
                  </a:cubicBezTo>
                  <a:cubicBezTo>
                    <a:pt x="286" y="285"/>
                    <a:pt x="316" y="285"/>
                    <a:pt x="332" y="277"/>
                  </a:cubicBezTo>
                  <a:cubicBezTo>
                    <a:pt x="336" y="275"/>
                    <a:pt x="337" y="272"/>
                    <a:pt x="337" y="271"/>
                  </a:cubicBezTo>
                  <a:cubicBezTo>
                    <a:pt x="336" y="269"/>
                    <a:pt x="333" y="267"/>
                    <a:pt x="329" y="269"/>
                  </a:cubicBezTo>
                  <a:cubicBezTo>
                    <a:pt x="326" y="270"/>
                    <a:pt x="321" y="268"/>
                    <a:pt x="316" y="267"/>
                  </a:cubicBezTo>
                  <a:cubicBezTo>
                    <a:pt x="312" y="266"/>
                    <a:pt x="308" y="264"/>
                    <a:pt x="302" y="263"/>
                  </a:cubicBezTo>
                  <a:cubicBezTo>
                    <a:pt x="303" y="263"/>
                    <a:pt x="295" y="262"/>
                    <a:pt x="295" y="262"/>
                  </a:cubicBezTo>
                  <a:cubicBezTo>
                    <a:pt x="289" y="260"/>
                    <a:pt x="287" y="260"/>
                    <a:pt x="286" y="251"/>
                  </a:cubicBezTo>
                  <a:cubicBezTo>
                    <a:pt x="286" y="248"/>
                    <a:pt x="285" y="243"/>
                    <a:pt x="284" y="239"/>
                  </a:cubicBezTo>
                  <a:cubicBezTo>
                    <a:pt x="282" y="229"/>
                    <a:pt x="280" y="217"/>
                    <a:pt x="283" y="207"/>
                  </a:cubicBezTo>
                  <a:cubicBezTo>
                    <a:pt x="286" y="197"/>
                    <a:pt x="296" y="195"/>
                    <a:pt x="300" y="196"/>
                  </a:cubicBezTo>
                  <a:cubicBezTo>
                    <a:pt x="303" y="196"/>
                    <a:pt x="318" y="197"/>
                    <a:pt x="320" y="192"/>
                  </a:cubicBezTo>
                  <a:cubicBezTo>
                    <a:pt x="320" y="190"/>
                    <a:pt x="319" y="188"/>
                    <a:pt x="317" y="187"/>
                  </a:cubicBezTo>
                  <a:cubicBezTo>
                    <a:pt x="313" y="184"/>
                    <a:pt x="306" y="184"/>
                    <a:pt x="299" y="184"/>
                  </a:cubicBezTo>
                  <a:cubicBezTo>
                    <a:pt x="291" y="184"/>
                    <a:pt x="283" y="184"/>
                    <a:pt x="282" y="181"/>
                  </a:cubicBezTo>
                  <a:cubicBezTo>
                    <a:pt x="279" y="174"/>
                    <a:pt x="279" y="174"/>
                    <a:pt x="279" y="174"/>
                  </a:cubicBezTo>
                  <a:cubicBezTo>
                    <a:pt x="276" y="170"/>
                    <a:pt x="275" y="167"/>
                    <a:pt x="276" y="162"/>
                  </a:cubicBezTo>
                  <a:cubicBezTo>
                    <a:pt x="278" y="153"/>
                    <a:pt x="278" y="144"/>
                    <a:pt x="278" y="128"/>
                  </a:cubicBezTo>
                  <a:cubicBezTo>
                    <a:pt x="278" y="128"/>
                    <a:pt x="278" y="115"/>
                    <a:pt x="278" y="115"/>
                  </a:cubicBezTo>
                  <a:cubicBezTo>
                    <a:pt x="277" y="100"/>
                    <a:pt x="277" y="88"/>
                    <a:pt x="282" y="72"/>
                  </a:cubicBezTo>
                  <a:cubicBezTo>
                    <a:pt x="283" y="70"/>
                    <a:pt x="284" y="66"/>
                    <a:pt x="284" y="61"/>
                  </a:cubicBezTo>
                  <a:cubicBezTo>
                    <a:pt x="287" y="47"/>
                    <a:pt x="291" y="25"/>
                    <a:pt x="314" y="17"/>
                  </a:cubicBezTo>
                  <a:cubicBezTo>
                    <a:pt x="317" y="16"/>
                    <a:pt x="317" y="16"/>
                    <a:pt x="317" y="16"/>
                  </a:cubicBezTo>
                  <a:cubicBezTo>
                    <a:pt x="334" y="13"/>
                    <a:pt x="399" y="20"/>
                    <a:pt x="422" y="29"/>
                  </a:cubicBezTo>
                  <a:cubicBezTo>
                    <a:pt x="438" y="35"/>
                    <a:pt x="448" y="42"/>
                    <a:pt x="453" y="50"/>
                  </a:cubicBezTo>
                  <a:cubicBezTo>
                    <a:pt x="453" y="51"/>
                    <a:pt x="454" y="51"/>
                    <a:pt x="454" y="51"/>
                  </a:cubicBezTo>
                  <a:cubicBezTo>
                    <a:pt x="456" y="51"/>
                    <a:pt x="456" y="51"/>
                    <a:pt x="456" y="51"/>
                  </a:cubicBezTo>
                  <a:cubicBezTo>
                    <a:pt x="456" y="51"/>
                    <a:pt x="457" y="50"/>
                    <a:pt x="457" y="50"/>
                  </a:cubicBezTo>
                  <a:cubicBezTo>
                    <a:pt x="457" y="50"/>
                    <a:pt x="457" y="49"/>
                    <a:pt x="457" y="49"/>
                  </a:cubicBezTo>
                  <a:cubicBezTo>
                    <a:pt x="456" y="47"/>
                    <a:pt x="436" y="20"/>
                    <a:pt x="404" y="14"/>
                  </a:cubicBezTo>
                  <a:cubicBezTo>
                    <a:pt x="370" y="8"/>
                    <a:pt x="327" y="4"/>
                    <a:pt x="309" y="6"/>
                  </a:cubicBezTo>
                  <a:cubicBezTo>
                    <a:pt x="306" y="6"/>
                    <a:pt x="306" y="6"/>
                    <a:pt x="306" y="6"/>
                  </a:cubicBezTo>
                  <a:cubicBezTo>
                    <a:pt x="291" y="8"/>
                    <a:pt x="279" y="9"/>
                    <a:pt x="273" y="27"/>
                  </a:cubicBezTo>
                  <a:cubicBezTo>
                    <a:pt x="269" y="19"/>
                    <a:pt x="260" y="11"/>
                    <a:pt x="248" y="6"/>
                  </a:cubicBezTo>
                  <a:cubicBezTo>
                    <a:pt x="234" y="0"/>
                    <a:pt x="203" y="0"/>
                    <a:pt x="179" y="6"/>
                  </a:cubicBezTo>
                  <a:close/>
                  <a:moveTo>
                    <a:pt x="105" y="30"/>
                  </a:moveTo>
                  <a:cubicBezTo>
                    <a:pt x="110" y="18"/>
                    <a:pt x="133" y="15"/>
                    <a:pt x="154" y="13"/>
                  </a:cubicBezTo>
                  <a:cubicBezTo>
                    <a:pt x="164" y="12"/>
                    <a:pt x="172" y="11"/>
                    <a:pt x="180" y="9"/>
                  </a:cubicBezTo>
                  <a:cubicBezTo>
                    <a:pt x="204" y="3"/>
                    <a:pt x="233" y="3"/>
                    <a:pt x="247" y="9"/>
                  </a:cubicBezTo>
                  <a:cubicBezTo>
                    <a:pt x="260" y="14"/>
                    <a:pt x="270" y="24"/>
                    <a:pt x="272" y="32"/>
                  </a:cubicBezTo>
                  <a:cubicBezTo>
                    <a:pt x="272" y="32"/>
                    <a:pt x="273" y="33"/>
                    <a:pt x="273" y="33"/>
                  </a:cubicBezTo>
                  <a:cubicBezTo>
                    <a:pt x="274" y="33"/>
                    <a:pt x="275" y="32"/>
                    <a:pt x="275" y="32"/>
                  </a:cubicBezTo>
                  <a:cubicBezTo>
                    <a:pt x="280" y="12"/>
                    <a:pt x="290" y="11"/>
                    <a:pt x="307" y="9"/>
                  </a:cubicBezTo>
                  <a:cubicBezTo>
                    <a:pt x="310" y="9"/>
                    <a:pt x="310" y="9"/>
                    <a:pt x="310" y="9"/>
                  </a:cubicBezTo>
                  <a:cubicBezTo>
                    <a:pt x="327" y="7"/>
                    <a:pt x="370" y="11"/>
                    <a:pt x="403" y="17"/>
                  </a:cubicBezTo>
                  <a:cubicBezTo>
                    <a:pt x="415" y="19"/>
                    <a:pt x="426" y="25"/>
                    <a:pt x="434" y="31"/>
                  </a:cubicBezTo>
                  <a:cubicBezTo>
                    <a:pt x="431" y="29"/>
                    <a:pt x="427" y="28"/>
                    <a:pt x="423" y="26"/>
                  </a:cubicBezTo>
                  <a:cubicBezTo>
                    <a:pt x="400" y="17"/>
                    <a:pt x="335" y="10"/>
                    <a:pt x="316" y="13"/>
                  </a:cubicBezTo>
                  <a:cubicBezTo>
                    <a:pt x="313" y="14"/>
                    <a:pt x="313" y="14"/>
                    <a:pt x="313" y="14"/>
                  </a:cubicBezTo>
                  <a:cubicBezTo>
                    <a:pt x="288" y="22"/>
                    <a:pt x="284" y="46"/>
                    <a:pt x="282" y="61"/>
                  </a:cubicBezTo>
                  <a:cubicBezTo>
                    <a:pt x="281" y="65"/>
                    <a:pt x="280" y="69"/>
                    <a:pt x="279" y="71"/>
                  </a:cubicBezTo>
                  <a:cubicBezTo>
                    <a:pt x="274" y="88"/>
                    <a:pt x="274" y="99"/>
                    <a:pt x="275" y="115"/>
                  </a:cubicBezTo>
                  <a:cubicBezTo>
                    <a:pt x="275" y="128"/>
                    <a:pt x="275" y="128"/>
                    <a:pt x="275" y="128"/>
                  </a:cubicBezTo>
                  <a:cubicBezTo>
                    <a:pt x="275" y="143"/>
                    <a:pt x="275" y="152"/>
                    <a:pt x="273" y="161"/>
                  </a:cubicBezTo>
                  <a:cubicBezTo>
                    <a:pt x="272" y="168"/>
                    <a:pt x="274" y="171"/>
                    <a:pt x="276" y="175"/>
                  </a:cubicBezTo>
                  <a:cubicBezTo>
                    <a:pt x="279" y="182"/>
                    <a:pt x="279" y="182"/>
                    <a:pt x="279" y="182"/>
                  </a:cubicBezTo>
                  <a:cubicBezTo>
                    <a:pt x="280" y="187"/>
                    <a:pt x="289" y="187"/>
                    <a:pt x="299" y="187"/>
                  </a:cubicBezTo>
                  <a:cubicBezTo>
                    <a:pt x="305" y="187"/>
                    <a:pt x="312" y="187"/>
                    <a:pt x="315" y="189"/>
                  </a:cubicBezTo>
                  <a:cubicBezTo>
                    <a:pt x="317" y="190"/>
                    <a:pt x="317" y="191"/>
                    <a:pt x="317" y="191"/>
                  </a:cubicBezTo>
                  <a:cubicBezTo>
                    <a:pt x="317" y="192"/>
                    <a:pt x="311" y="193"/>
                    <a:pt x="300" y="193"/>
                  </a:cubicBezTo>
                  <a:cubicBezTo>
                    <a:pt x="294" y="192"/>
                    <a:pt x="283" y="195"/>
                    <a:pt x="280" y="206"/>
                  </a:cubicBezTo>
                  <a:cubicBezTo>
                    <a:pt x="277" y="217"/>
                    <a:pt x="279" y="229"/>
                    <a:pt x="281" y="239"/>
                  </a:cubicBezTo>
                  <a:cubicBezTo>
                    <a:pt x="282" y="244"/>
                    <a:pt x="283" y="248"/>
                    <a:pt x="283" y="252"/>
                  </a:cubicBezTo>
                  <a:cubicBezTo>
                    <a:pt x="284" y="262"/>
                    <a:pt x="287" y="263"/>
                    <a:pt x="295" y="265"/>
                  </a:cubicBezTo>
                  <a:cubicBezTo>
                    <a:pt x="302" y="266"/>
                    <a:pt x="302" y="266"/>
                    <a:pt x="302" y="266"/>
                  </a:cubicBezTo>
                  <a:cubicBezTo>
                    <a:pt x="307" y="267"/>
                    <a:pt x="311" y="268"/>
                    <a:pt x="315" y="270"/>
                  </a:cubicBezTo>
                  <a:cubicBezTo>
                    <a:pt x="321" y="271"/>
                    <a:pt x="326" y="273"/>
                    <a:pt x="330" y="271"/>
                  </a:cubicBezTo>
                  <a:cubicBezTo>
                    <a:pt x="332" y="271"/>
                    <a:pt x="334" y="271"/>
                    <a:pt x="334" y="272"/>
                  </a:cubicBezTo>
                  <a:cubicBezTo>
                    <a:pt x="334" y="272"/>
                    <a:pt x="333" y="273"/>
                    <a:pt x="331" y="274"/>
                  </a:cubicBezTo>
                  <a:cubicBezTo>
                    <a:pt x="315" y="282"/>
                    <a:pt x="286" y="282"/>
                    <a:pt x="273" y="282"/>
                  </a:cubicBezTo>
                  <a:cubicBezTo>
                    <a:pt x="227" y="282"/>
                    <a:pt x="213" y="270"/>
                    <a:pt x="213" y="266"/>
                  </a:cubicBezTo>
                  <a:cubicBezTo>
                    <a:pt x="213" y="265"/>
                    <a:pt x="213" y="265"/>
                    <a:pt x="213" y="265"/>
                  </a:cubicBezTo>
                  <a:cubicBezTo>
                    <a:pt x="215" y="264"/>
                    <a:pt x="225" y="265"/>
                    <a:pt x="236" y="266"/>
                  </a:cubicBezTo>
                  <a:cubicBezTo>
                    <a:pt x="243" y="267"/>
                    <a:pt x="243" y="267"/>
                    <a:pt x="243" y="267"/>
                  </a:cubicBezTo>
                  <a:cubicBezTo>
                    <a:pt x="243" y="267"/>
                    <a:pt x="252" y="267"/>
                    <a:pt x="252" y="267"/>
                  </a:cubicBezTo>
                  <a:cubicBezTo>
                    <a:pt x="259" y="266"/>
                    <a:pt x="264" y="266"/>
                    <a:pt x="270" y="260"/>
                  </a:cubicBezTo>
                  <a:cubicBezTo>
                    <a:pt x="281" y="251"/>
                    <a:pt x="273" y="217"/>
                    <a:pt x="265" y="207"/>
                  </a:cubicBezTo>
                  <a:cubicBezTo>
                    <a:pt x="261" y="201"/>
                    <a:pt x="255" y="203"/>
                    <a:pt x="245" y="205"/>
                  </a:cubicBezTo>
                  <a:cubicBezTo>
                    <a:pt x="244" y="205"/>
                    <a:pt x="244" y="205"/>
                    <a:pt x="244" y="205"/>
                  </a:cubicBezTo>
                  <a:cubicBezTo>
                    <a:pt x="229" y="208"/>
                    <a:pt x="199" y="210"/>
                    <a:pt x="195" y="206"/>
                  </a:cubicBezTo>
                  <a:cubicBezTo>
                    <a:pt x="190" y="203"/>
                    <a:pt x="190" y="201"/>
                    <a:pt x="190" y="201"/>
                  </a:cubicBezTo>
                  <a:cubicBezTo>
                    <a:pt x="190" y="201"/>
                    <a:pt x="193" y="201"/>
                    <a:pt x="197" y="204"/>
                  </a:cubicBezTo>
                  <a:cubicBezTo>
                    <a:pt x="205" y="209"/>
                    <a:pt x="217" y="206"/>
                    <a:pt x="226" y="203"/>
                  </a:cubicBezTo>
                  <a:cubicBezTo>
                    <a:pt x="229" y="202"/>
                    <a:pt x="233" y="201"/>
                    <a:pt x="235" y="201"/>
                  </a:cubicBezTo>
                  <a:cubicBezTo>
                    <a:pt x="241" y="201"/>
                    <a:pt x="245" y="196"/>
                    <a:pt x="250" y="192"/>
                  </a:cubicBezTo>
                  <a:cubicBezTo>
                    <a:pt x="252" y="188"/>
                    <a:pt x="255" y="185"/>
                    <a:pt x="258" y="184"/>
                  </a:cubicBezTo>
                  <a:cubicBezTo>
                    <a:pt x="268" y="181"/>
                    <a:pt x="273" y="146"/>
                    <a:pt x="273" y="123"/>
                  </a:cubicBezTo>
                  <a:cubicBezTo>
                    <a:pt x="274" y="107"/>
                    <a:pt x="274" y="107"/>
                    <a:pt x="274" y="107"/>
                  </a:cubicBezTo>
                  <a:cubicBezTo>
                    <a:pt x="274" y="94"/>
                    <a:pt x="274" y="86"/>
                    <a:pt x="270" y="71"/>
                  </a:cubicBezTo>
                  <a:cubicBezTo>
                    <a:pt x="269" y="69"/>
                    <a:pt x="268" y="66"/>
                    <a:pt x="267" y="63"/>
                  </a:cubicBezTo>
                  <a:cubicBezTo>
                    <a:pt x="265" y="57"/>
                    <a:pt x="263" y="50"/>
                    <a:pt x="258" y="47"/>
                  </a:cubicBezTo>
                  <a:cubicBezTo>
                    <a:pt x="256" y="46"/>
                    <a:pt x="254" y="47"/>
                    <a:pt x="251" y="47"/>
                  </a:cubicBezTo>
                  <a:cubicBezTo>
                    <a:pt x="252" y="45"/>
                    <a:pt x="253" y="42"/>
                    <a:pt x="253" y="39"/>
                  </a:cubicBezTo>
                  <a:cubicBezTo>
                    <a:pt x="253" y="35"/>
                    <a:pt x="252" y="30"/>
                    <a:pt x="249" y="26"/>
                  </a:cubicBezTo>
                  <a:cubicBezTo>
                    <a:pt x="242" y="16"/>
                    <a:pt x="224" y="6"/>
                    <a:pt x="198" y="12"/>
                  </a:cubicBezTo>
                  <a:cubicBezTo>
                    <a:pt x="189" y="14"/>
                    <a:pt x="180" y="15"/>
                    <a:pt x="171" y="16"/>
                  </a:cubicBezTo>
                  <a:cubicBezTo>
                    <a:pt x="159" y="17"/>
                    <a:pt x="146" y="19"/>
                    <a:pt x="133" y="23"/>
                  </a:cubicBezTo>
                  <a:cubicBezTo>
                    <a:pt x="116" y="30"/>
                    <a:pt x="113" y="39"/>
                    <a:pt x="113" y="50"/>
                  </a:cubicBezTo>
                  <a:cubicBezTo>
                    <a:pt x="113" y="53"/>
                    <a:pt x="113" y="55"/>
                    <a:pt x="113" y="58"/>
                  </a:cubicBezTo>
                  <a:cubicBezTo>
                    <a:pt x="114" y="61"/>
                    <a:pt x="114" y="64"/>
                    <a:pt x="114" y="67"/>
                  </a:cubicBezTo>
                  <a:cubicBezTo>
                    <a:pt x="114" y="69"/>
                    <a:pt x="114" y="71"/>
                    <a:pt x="113" y="73"/>
                  </a:cubicBezTo>
                  <a:cubicBezTo>
                    <a:pt x="91" y="35"/>
                    <a:pt x="74" y="40"/>
                    <a:pt x="35" y="53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19" y="57"/>
                    <a:pt x="18" y="57"/>
                    <a:pt x="17" y="57"/>
                  </a:cubicBezTo>
                  <a:cubicBezTo>
                    <a:pt x="29" y="53"/>
                    <a:pt x="41" y="48"/>
                    <a:pt x="51" y="44"/>
                  </a:cubicBezTo>
                  <a:cubicBezTo>
                    <a:pt x="74" y="35"/>
                    <a:pt x="74" y="35"/>
                    <a:pt x="74" y="35"/>
                  </a:cubicBezTo>
                  <a:cubicBezTo>
                    <a:pt x="91" y="27"/>
                    <a:pt x="103" y="31"/>
                    <a:pt x="103" y="31"/>
                  </a:cubicBezTo>
                  <a:cubicBezTo>
                    <a:pt x="104" y="31"/>
                    <a:pt x="104" y="31"/>
                    <a:pt x="105" y="30"/>
                  </a:cubicBezTo>
                  <a:close/>
                  <a:moveTo>
                    <a:pt x="33" y="54"/>
                  </a:moveTo>
                  <a:cubicBezTo>
                    <a:pt x="33" y="54"/>
                    <a:pt x="33" y="54"/>
                    <a:pt x="33" y="54"/>
                  </a:cubicBezTo>
                  <a:moveTo>
                    <a:pt x="33" y="54"/>
                  </a:moveTo>
                  <a:cubicBezTo>
                    <a:pt x="33" y="54"/>
                    <a:pt x="33" y="54"/>
                    <a:pt x="33" y="54"/>
                  </a:cubicBezTo>
                  <a:close/>
                  <a:moveTo>
                    <a:pt x="34" y="57"/>
                  </a:moveTo>
                  <a:cubicBezTo>
                    <a:pt x="34" y="57"/>
                    <a:pt x="34" y="57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5" name="Freeform 75">
              <a:extLst>
                <a:ext uri="{FF2B5EF4-FFF2-40B4-BE49-F238E27FC236}">
                  <a16:creationId xmlns:a16="http://schemas.microsoft.com/office/drawing/2014/main" id="{D1A6A47B-54E7-4A27-B4BE-9DB49079A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225"/>
              <a:ext cx="70" cy="72"/>
            </a:xfrm>
            <a:custGeom>
              <a:avLst/>
              <a:gdLst>
                <a:gd name="T0" fmla="*/ 519 w 24"/>
                <a:gd name="T1" fmla="*/ 28 h 23"/>
                <a:gd name="T2" fmla="*/ 26 w 24"/>
                <a:gd name="T3" fmla="*/ 617 h 23"/>
                <a:gd name="T4" fmla="*/ 0 w 24"/>
                <a:gd name="T5" fmla="*/ 648 h 23"/>
                <a:gd name="T6" fmla="*/ 53 w 24"/>
                <a:gd name="T7" fmla="*/ 704 h 23"/>
                <a:gd name="T8" fmla="*/ 595 w 24"/>
                <a:gd name="T9" fmla="*/ 88 h 23"/>
                <a:gd name="T10" fmla="*/ 569 w 24"/>
                <a:gd name="T11" fmla="*/ 28 h 23"/>
                <a:gd name="T12" fmla="*/ 519 w 24"/>
                <a:gd name="T13" fmla="*/ 28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3">
                  <a:moveTo>
                    <a:pt x="21" y="1"/>
                  </a:moveTo>
                  <a:cubicBezTo>
                    <a:pt x="16" y="11"/>
                    <a:pt x="5" y="20"/>
                    <a:pt x="1" y="20"/>
                  </a:cubicBezTo>
                  <a:cubicBezTo>
                    <a:pt x="1" y="20"/>
                    <a:pt x="0" y="20"/>
                    <a:pt x="0" y="21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7" y="22"/>
                    <a:pt x="19" y="13"/>
                    <a:pt x="24" y="3"/>
                  </a:cubicBezTo>
                  <a:cubicBezTo>
                    <a:pt x="24" y="2"/>
                    <a:pt x="24" y="1"/>
                    <a:pt x="23" y="1"/>
                  </a:cubicBezTo>
                  <a:cubicBezTo>
                    <a:pt x="23" y="0"/>
                    <a:pt x="22" y="0"/>
                    <a:pt x="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6" name="Freeform 76">
              <a:extLst>
                <a:ext uri="{FF2B5EF4-FFF2-40B4-BE49-F238E27FC236}">
                  <a16:creationId xmlns:a16="http://schemas.microsoft.com/office/drawing/2014/main" id="{B6BF4C66-4597-4AF7-A49E-D2E1F65AC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3126"/>
              <a:ext cx="83" cy="83"/>
            </a:xfrm>
            <a:custGeom>
              <a:avLst/>
              <a:gdLst>
                <a:gd name="T0" fmla="*/ 0 w 28"/>
                <a:gd name="T1" fmla="*/ 32 h 26"/>
                <a:gd name="T2" fmla="*/ 27 w 28"/>
                <a:gd name="T3" fmla="*/ 102 h 26"/>
                <a:gd name="T4" fmla="*/ 599 w 28"/>
                <a:gd name="T5" fmla="*/ 785 h 26"/>
                <a:gd name="T6" fmla="*/ 623 w 28"/>
                <a:gd name="T7" fmla="*/ 814 h 26"/>
                <a:gd name="T8" fmla="*/ 676 w 28"/>
                <a:gd name="T9" fmla="*/ 785 h 26"/>
                <a:gd name="T10" fmla="*/ 53 w 28"/>
                <a:gd name="T11" fmla="*/ 0 h 26"/>
                <a:gd name="T12" fmla="*/ 0 w 28"/>
                <a:gd name="T13" fmla="*/ 3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6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11" y="6"/>
                    <a:pt x="25" y="16"/>
                    <a:pt x="23" y="24"/>
                  </a:cubicBezTo>
                  <a:cubicBezTo>
                    <a:pt x="23" y="24"/>
                    <a:pt x="23" y="25"/>
                    <a:pt x="24" y="25"/>
                  </a:cubicBezTo>
                  <a:cubicBezTo>
                    <a:pt x="25" y="26"/>
                    <a:pt x="26" y="25"/>
                    <a:pt x="26" y="24"/>
                  </a:cubicBezTo>
                  <a:cubicBezTo>
                    <a:pt x="28" y="15"/>
                    <a:pt x="13" y="3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7" name="Freeform 77">
              <a:extLst>
                <a:ext uri="{FF2B5EF4-FFF2-40B4-BE49-F238E27FC236}">
                  <a16:creationId xmlns:a16="http://schemas.microsoft.com/office/drawing/2014/main" id="{F75528BA-6034-4010-8107-0BEA332C8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3199"/>
              <a:ext cx="53" cy="69"/>
            </a:xfrm>
            <a:custGeom>
              <a:avLst/>
              <a:gdLst>
                <a:gd name="T0" fmla="*/ 130 w 18"/>
                <a:gd name="T1" fmla="*/ 188 h 22"/>
                <a:gd name="T2" fmla="*/ 27 w 18"/>
                <a:gd name="T3" fmla="*/ 649 h 22"/>
                <a:gd name="T4" fmla="*/ 80 w 18"/>
                <a:gd name="T5" fmla="*/ 677 h 22"/>
                <a:gd name="T6" fmla="*/ 103 w 18"/>
                <a:gd name="T7" fmla="*/ 621 h 22"/>
                <a:gd name="T8" fmla="*/ 183 w 18"/>
                <a:gd name="T9" fmla="*/ 245 h 22"/>
                <a:gd name="T10" fmla="*/ 406 w 18"/>
                <a:gd name="T11" fmla="*/ 88 h 22"/>
                <a:gd name="T12" fmla="*/ 459 w 18"/>
                <a:gd name="T13" fmla="*/ 60 h 22"/>
                <a:gd name="T14" fmla="*/ 406 w 18"/>
                <a:gd name="T15" fmla="*/ 0 h 22"/>
                <a:gd name="T16" fmla="*/ 130 w 18"/>
                <a:gd name="T17" fmla="*/ 188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5" y="6"/>
                  </a:moveTo>
                  <a:cubicBezTo>
                    <a:pt x="2" y="10"/>
                    <a:pt x="0" y="16"/>
                    <a:pt x="1" y="21"/>
                  </a:cubicBezTo>
                  <a:cubicBezTo>
                    <a:pt x="1" y="22"/>
                    <a:pt x="2" y="22"/>
                    <a:pt x="3" y="22"/>
                  </a:cubicBezTo>
                  <a:cubicBezTo>
                    <a:pt x="4" y="22"/>
                    <a:pt x="4" y="21"/>
                    <a:pt x="4" y="20"/>
                  </a:cubicBezTo>
                  <a:cubicBezTo>
                    <a:pt x="3" y="16"/>
                    <a:pt x="4" y="11"/>
                    <a:pt x="7" y="8"/>
                  </a:cubicBezTo>
                  <a:cubicBezTo>
                    <a:pt x="10" y="5"/>
                    <a:pt x="13" y="3"/>
                    <a:pt x="16" y="3"/>
                  </a:cubicBezTo>
                  <a:cubicBezTo>
                    <a:pt x="17" y="3"/>
                    <a:pt x="18" y="3"/>
                    <a:pt x="18" y="2"/>
                  </a:cubicBezTo>
                  <a:cubicBezTo>
                    <a:pt x="18" y="1"/>
                    <a:pt x="17" y="0"/>
                    <a:pt x="16" y="0"/>
                  </a:cubicBezTo>
                  <a:cubicBezTo>
                    <a:pt x="12" y="0"/>
                    <a:pt x="8" y="2"/>
                    <a:pt x="5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8" name="Freeform 78">
              <a:extLst>
                <a:ext uri="{FF2B5EF4-FFF2-40B4-BE49-F238E27FC236}">
                  <a16:creationId xmlns:a16="http://schemas.microsoft.com/office/drawing/2014/main" id="{F0592861-B7A7-4C86-95CA-0681BC200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054"/>
              <a:ext cx="23" cy="231"/>
            </a:xfrm>
            <a:custGeom>
              <a:avLst/>
              <a:gdLst>
                <a:gd name="T0" fmla="*/ 49 w 8"/>
                <a:gd name="T1" fmla="*/ 0 h 73"/>
                <a:gd name="T2" fmla="*/ 26 w 8"/>
                <a:gd name="T3" fmla="*/ 60 h 73"/>
                <a:gd name="T4" fmla="*/ 0 w 8"/>
                <a:gd name="T5" fmla="*/ 2253 h 73"/>
                <a:gd name="T6" fmla="*/ 26 w 8"/>
                <a:gd name="T7" fmla="*/ 2282 h 73"/>
                <a:gd name="T8" fmla="*/ 75 w 8"/>
                <a:gd name="T9" fmla="*/ 2253 h 73"/>
                <a:gd name="T10" fmla="*/ 101 w 8"/>
                <a:gd name="T11" fmla="*/ 28 h 73"/>
                <a:gd name="T12" fmla="*/ 49 w 8"/>
                <a:gd name="T13" fmla="*/ 0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3">
                  <a:moveTo>
                    <a:pt x="2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2" y="11"/>
                    <a:pt x="5" y="51"/>
                    <a:pt x="0" y="71"/>
                  </a:cubicBezTo>
                  <a:cubicBezTo>
                    <a:pt x="0" y="71"/>
                    <a:pt x="0" y="72"/>
                    <a:pt x="1" y="72"/>
                  </a:cubicBezTo>
                  <a:cubicBezTo>
                    <a:pt x="2" y="73"/>
                    <a:pt x="3" y="72"/>
                    <a:pt x="3" y="71"/>
                  </a:cubicBezTo>
                  <a:cubicBezTo>
                    <a:pt x="8" y="52"/>
                    <a:pt x="5" y="1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9" name="Freeform 79">
              <a:extLst>
                <a:ext uri="{FF2B5EF4-FFF2-40B4-BE49-F238E27FC236}">
                  <a16:creationId xmlns:a16="http://schemas.microsoft.com/office/drawing/2014/main" id="{9FB10219-6223-4FDF-B137-F761F5E7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45"/>
              <a:ext cx="42" cy="164"/>
            </a:xfrm>
            <a:custGeom>
              <a:avLst/>
              <a:gdLst>
                <a:gd name="T0" fmla="*/ 54 w 14"/>
                <a:gd name="T1" fmla="*/ 28 h 52"/>
                <a:gd name="T2" fmla="*/ 108 w 14"/>
                <a:gd name="T3" fmla="*/ 656 h 52"/>
                <a:gd name="T4" fmla="*/ 189 w 14"/>
                <a:gd name="T5" fmla="*/ 877 h 52"/>
                <a:gd name="T6" fmla="*/ 216 w 14"/>
                <a:gd name="T7" fmla="*/ 1094 h 52"/>
                <a:gd name="T8" fmla="*/ 216 w 14"/>
                <a:gd name="T9" fmla="*/ 1284 h 52"/>
                <a:gd name="T10" fmla="*/ 243 w 14"/>
                <a:gd name="T11" fmla="*/ 1413 h 52"/>
                <a:gd name="T12" fmla="*/ 297 w 14"/>
                <a:gd name="T13" fmla="*/ 1571 h 52"/>
                <a:gd name="T14" fmla="*/ 324 w 14"/>
                <a:gd name="T15" fmla="*/ 1631 h 52"/>
                <a:gd name="T16" fmla="*/ 378 w 14"/>
                <a:gd name="T17" fmla="*/ 1571 h 52"/>
                <a:gd name="T18" fmla="*/ 324 w 14"/>
                <a:gd name="T19" fmla="*/ 1381 h 52"/>
                <a:gd name="T20" fmla="*/ 297 w 14"/>
                <a:gd name="T21" fmla="*/ 1252 h 52"/>
                <a:gd name="T22" fmla="*/ 297 w 14"/>
                <a:gd name="T23" fmla="*/ 1094 h 52"/>
                <a:gd name="T24" fmla="*/ 270 w 14"/>
                <a:gd name="T25" fmla="*/ 845 h 52"/>
                <a:gd name="T26" fmla="*/ 189 w 14"/>
                <a:gd name="T27" fmla="*/ 628 h 52"/>
                <a:gd name="T28" fmla="*/ 108 w 14"/>
                <a:gd name="T29" fmla="*/ 60 h 52"/>
                <a:gd name="T30" fmla="*/ 81 w 14"/>
                <a:gd name="T31" fmla="*/ 0 h 52"/>
                <a:gd name="T32" fmla="*/ 54 w 14"/>
                <a:gd name="T33" fmla="*/ 28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" h="52">
                  <a:moveTo>
                    <a:pt x="2" y="1"/>
                  </a:moveTo>
                  <a:cubicBezTo>
                    <a:pt x="0" y="8"/>
                    <a:pt x="2" y="15"/>
                    <a:pt x="4" y="21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7"/>
                    <a:pt x="11" y="49"/>
                    <a:pt x="11" y="50"/>
                  </a:cubicBezTo>
                  <a:cubicBezTo>
                    <a:pt x="11" y="51"/>
                    <a:pt x="12" y="52"/>
                    <a:pt x="12" y="52"/>
                  </a:cubicBezTo>
                  <a:cubicBezTo>
                    <a:pt x="13" y="52"/>
                    <a:pt x="14" y="51"/>
                    <a:pt x="14" y="50"/>
                  </a:cubicBezTo>
                  <a:cubicBezTo>
                    <a:pt x="14" y="48"/>
                    <a:pt x="13" y="46"/>
                    <a:pt x="12" y="44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5" y="14"/>
                    <a:pt x="3" y="8"/>
                    <a:pt x="4" y="2"/>
                  </a:cubicBezTo>
                  <a:cubicBezTo>
                    <a:pt x="5" y="1"/>
                    <a:pt x="4" y="1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0" name="Freeform 80">
              <a:extLst>
                <a:ext uri="{FF2B5EF4-FFF2-40B4-BE49-F238E27FC236}">
                  <a16:creationId xmlns:a16="http://schemas.microsoft.com/office/drawing/2014/main" id="{8E91529D-4947-4554-9E52-2B1DAC7088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6" y="978"/>
              <a:ext cx="2862" cy="2518"/>
            </a:xfrm>
            <a:custGeom>
              <a:avLst/>
              <a:gdLst>
                <a:gd name="T0" fmla="*/ 8681 w 967"/>
                <a:gd name="T1" fmla="*/ 2117 h 797"/>
                <a:gd name="T2" fmla="*/ 5292 w 967"/>
                <a:gd name="T3" fmla="*/ 3472 h 797"/>
                <a:gd name="T4" fmla="*/ 1113 w 967"/>
                <a:gd name="T5" fmla="*/ 7756 h 797"/>
                <a:gd name="T6" fmla="*/ 0 w 967"/>
                <a:gd name="T7" fmla="*/ 13683 h 797"/>
                <a:gd name="T8" fmla="*/ 1006 w 967"/>
                <a:gd name="T9" fmla="*/ 19585 h 797"/>
                <a:gd name="T10" fmla="*/ 3504 w 967"/>
                <a:gd name="T11" fmla="*/ 23875 h 797"/>
                <a:gd name="T12" fmla="*/ 9856 w 967"/>
                <a:gd name="T13" fmla="*/ 23746 h 797"/>
                <a:gd name="T14" fmla="*/ 10652 w 967"/>
                <a:gd name="T15" fmla="*/ 20182 h 797"/>
                <a:gd name="T16" fmla="*/ 12499 w 967"/>
                <a:gd name="T17" fmla="*/ 18956 h 797"/>
                <a:gd name="T18" fmla="*/ 14443 w 967"/>
                <a:gd name="T19" fmla="*/ 19045 h 797"/>
                <a:gd name="T20" fmla="*/ 14724 w 967"/>
                <a:gd name="T21" fmla="*/ 20533 h 797"/>
                <a:gd name="T22" fmla="*/ 15994 w 967"/>
                <a:gd name="T23" fmla="*/ 22709 h 797"/>
                <a:gd name="T24" fmla="*/ 18229 w 967"/>
                <a:gd name="T25" fmla="*/ 24855 h 797"/>
                <a:gd name="T26" fmla="*/ 21392 w 967"/>
                <a:gd name="T27" fmla="*/ 21540 h 797"/>
                <a:gd name="T28" fmla="*/ 24737 w 967"/>
                <a:gd name="T29" fmla="*/ 18577 h 797"/>
                <a:gd name="T30" fmla="*/ 25045 w 967"/>
                <a:gd name="T31" fmla="*/ 11699 h 797"/>
                <a:gd name="T32" fmla="*/ 24035 w 967"/>
                <a:gd name="T33" fmla="*/ 6439 h 797"/>
                <a:gd name="T34" fmla="*/ 19605 w 967"/>
                <a:gd name="T35" fmla="*/ 1987 h 797"/>
                <a:gd name="T36" fmla="*/ 12990 w 967"/>
                <a:gd name="T37" fmla="*/ 2047 h 797"/>
                <a:gd name="T38" fmla="*/ 13919 w 967"/>
                <a:gd name="T39" fmla="*/ 5769 h 797"/>
                <a:gd name="T40" fmla="*/ 13585 w 967"/>
                <a:gd name="T41" fmla="*/ 8195 h 797"/>
                <a:gd name="T42" fmla="*/ 11273 w 967"/>
                <a:gd name="T43" fmla="*/ 8164 h 797"/>
                <a:gd name="T44" fmla="*/ 12078 w 967"/>
                <a:gd name="T45" fmla="*/ 6278 h 797"/>
                <a:gd name="T46" fmla="*/ 12448 w 967"/>
                <a:gd name="T47" fmla="*/ 5611 h 797"/>
                <a:gd name="T48" fmla="*/ 12315 w 967"/>
                <a:gd name="T49" fmla="*/ 1039 h 797"/>
                <a:gd name="T50" fmla="*/ 10214 w 967"/>
                <a:gd name="T51" fmla="*/ 411 h 797"/>
                <a:gd name="T52" fmla="*/ 12596 w 967"/>
                <a:gd name="T53" fmla="*/ 1826 h 797"/>
                <a:gd name="T54" fmla="*/ 11590 w 967"/>
                <a:gd name="T55" fmla="*/ 6120 h 797"/>
                <a:gd name="T56" fmla="*/ 12703 w 967"/>
                <a:gd name="T57" fmla="*/ 7946 h 797"/>
                <a:gd name="T58" fmla="*/ 14366 w 967"/>
                <a:gd name="T59" fmla="*/ 8543 h 797"/>
                <a:gd name="T60" fmla="*/ 13123 w 967"/>
                <a:gd name="T61" fmla="*/ 7345 h 797"/>
                <a:gd name="T62" fmla="*/ 12990 w 967"/>
                <a:gd name="T63" fmla="*/ 5301 h 797"/>
                <a:gd name="T64" fmla="*/ 13973 w 967"/>
                <a:gd name="T65" fmla="*/ 319 h 797"/>
                <a:gd name="T66" fmla="*/ 20691 w 967"/>
                <a:gd name="T67" fmla="*/ 2745 h 797"/>
                <a:gd name="T68" fmla="*/ 23722 w 967"/>
                <a:gd name="T69" fmla="*/ 7447 h 797"/>
                <a:gd name="T70" fmla="*/ 24237 w 967"/>
                <a:gd name="T71" fmla="*/ 12735 h 797"/>
                <a:gd name="T72" fmla="*/ 23905 w 967"/>
                <a:gd name="T73" fmla="*/ 17158 h 797"/>
                <a:gd name="T74" fmla="*/ 22144 w 967"/>
                <a:gd name="T75" fmla="*/ 22138 h 797"/>
                <a:gd name="T76" fmla="*/ 19963 w 967"/>
                <a:gd name="T77" fmla="*/ 24475 h 797"/>
                <a:gd name="T78" fmla="*/ 18282 w 967"/>
                <a:gd name="T79" fmla="*/ 24096 h 797"/>
                <a:gd name="T80" fmla="*/ 16257 w 967"/>
                <a:gd name="T81" fmla="*/ 22419 h 797"/>
                <a:gd name="T82" fmla="*/ 14724 w 967"/>
                <a:gd name="T83" fmla="*/ 20782 h 797"/>
                <a:gd name="T84" fmla="*/ 14461 w 967"/>
                <a:gd name="T85" fmla="*/ 19484 h 797"/>
                <a:gd name="T86" fmla="*/ 14514 w 967"/>
                <a:gd name="T87" fmla="*/ 18924 h 797"/>
                <a:gd name="T88" fmla="*/ 13218 w 967"/>
                <a:gd name="T89" fmla="*/ 18855 h 797"/>
                <a:gd name="T90" fmla="*/ 10862 w 967"/>
                <a:gd name="T91" fmla="*/ 18956 h 797"/>
                <a:gd name="T92" fmla="*/ 10504 w 967"/>
                <a:gd name="T93" fmla="*/ 21948 h 797"/>
                <a:gd name="T94" fmla="*/ 9459 w 967"/>
                <a:gd name="T95" fmla="*/ 24314 h 797"/>
                <a:gd name="T96" fmla="*/ 3549 w 967"/>
                <a:gd name="T97" fmla="*/ 23777 h 797"/>
                <a:gd name="T98" fmla="*/ 1681 w 967"/>
                <a:gd name="T99" fmla="*/ 21161 h 797"/>
                <a:gd name="T100" fmla="*/ 1708 w 967"/>
                <a:gd name="T101" fmla="*/ 15642 h 797"/>
                <a:gd name="T102" fmla="*/ 542 w 967"/>
                <a:gd name="T103" fmla="*/ 10751 h 797"/>
                <a:gd name="T104" fmla="*/ 2646 w 967"/>
                <a:gd name="T105" fmla="*/ 5361 h 797"/>
                <a:gd name="T106" fmla="*/ 5369 w 967"/>
                <a:gd name="T107" fmla="*/ 3472 h 797"/>
                <a:gd name="T108" fmla="*/ 8734 w 967"/>
                <a:gd name="T109" fmla="*/ 2306 h 797"/>
                <a:gd name="T110" fmla="*/ 21366 w 967"/>
                <a:gd name="T111" fmla="*/ 4294 h 79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67" h="797">
                  <a:moveTo>
                    <a:pt x="420" y="6"/>
                  </a:moveTo>
                  <a:cubicBezTo>
                    <a:pt x="411" y="8"/>
                    <a:pt x="402" y="9"/>
                    <a:pt x="393" y="10"/>
                  </a:cubicBezTo>
                  <a:cubicBezTo>
                    <a:pt x="381" y="11"/>
                    <a:pt x="368" y="13"/>
                    <a:pt x="355" y="17"/>
                  </a:cubicBezTo>
                  <a:cubicBezTo>
                    <a:pt x="338" y="24"/>
                    <a:pt x="335" y="33"/>
                    <a:pt x="335" y="44"/>
                  </a:cubicBezTo>
                  <a:cubicBezTo>
                    <a:pt x="335" y="47"/>
                    <a:pt x="335" y="49"/>
                    <a:pt x="335" y="52"/>
                  </a:cubicBezTo>
                  <a:cubicBezTo>
                    <a:pt x="336" y="55"/>
                    <a:pt x="336" y="58"/>
                    <a:pt x="336" y="61"/>
                  </a:cubicBezTo>
                  <a:cubicBezTo>
                    <a:pt x="336" y="63"/>
                    <a:pt x="336" y="65"/>
                    <a:pt x="335" y="67"/>
                  </a:cubicBezTo>
                  <a:cubicBezTo>
                    <a:pt x="313" y="29"/>
                    <a:pt x="296" y="34"/>
                    <a:pt x="257" y="47"/>
                  </a:cubicBezTo>
                  <a:cubicBezTo>
                    <a:pt x="255" y="48"/>
                    <a:pt x="255" y="48"/>
                    <a:pt x="255" y="48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30" y="53"/>
                    <a:pt x="217" y="56"/>
                    <a:pt x="210" y="63"/>
                  </a:cubicBezTo>
                  <a:cubicBezTo>
                    <a:pt x="205" y="70"/>
                    <a:pt x="204" y="80"/>
                    <a:pt x="204" y="91"/>
                  </a:cubicBezTo>
                  <a:cubicBezTo>
                    <a:pt x="204" y="94"/>
                    <a:pt x="204" y="97"/>
                    <a:pt x="204" y="100"/>
                  </a:cubicBezTo>
                  <a:cubicBezTo>
                    <a:pt x="204" y="110"/>
                    <a:pt x="204" y="110"/>
                    <a:pt x="204" y="110"/>
                  </a:cubicBezTo>
                  <a:cubicBezTo>
                    <a:pt x="204" y="110"/>
                    <a:pt x="203" y="112"/>
                    <a:pt x="203" y="114"/>
                  </a:cubicBezTo>
                  <a:cubicBezTo>
                    <a:pt x="196" y="103"/>
                    <a:pt x="185" y="96"/>
                    <a:pt x="171" y="96"/>
                  </a:cubicBezTo>
                  <a:cubicBezTo>
                    <a:pt x="147" y="95"/>
                    <a:pt x="117" y="111"/>
                    <a:pt x="103" y="133"/>
                  </a:cubicBezTo>
                  <a:cubicBezTo>
                    <a:pt x="98" y="141"/>
                    <a:pt x="96" y="148"/>
                    <a:pt x="96" y="156"/>
                  </a:cubicBezTo>
                  <a:cubicBezTo>
                    <a:pt x="96" y="160"/>
                    <a:pt x="97" y="164"/>
                    <a:pt x="99" y="168"/>
                  </a:cubicBezTo>
                  <a:cubicBezTo>
                    <a:pt x="74" y="174"/>
                    <a:pt x="44" y="213"/>
                    <a:pt x="43" y="244"/>
                  </a:cubicBezTo>
                  <a:cubicBezTo>
                    <a:pt x="43" y="244"/>
                    <a:pt x="43" y="245"/>
                    <a:pt x="43" y="246"/>
                  </a:cubicBezTo>
                  <a:cubicBezTo>
                    <a:pt x="43" y="261"/>
                    <a:pt x="50" y="271"/>
                    <a:pt x="64" y="276"/>
                  </a:cubicBezTo>
                  <a:cubicBezTo>
                    <a:pt x="37" y="290"/>
                    <a:pt x="24" y="302"/>
                    <a:pt x="19" y="335"/>
                  </a:cubicBezTo>
                  <a:cubicBezTo>
                    <a:pt x="18" y="340"/>
                    <a:pt x="18" y="340"/>
                    <a:pt x="18" y="340"/>
                  </a:cubicBezTo>
                  <a:cubicBezTo>
                    <a:pt x="16" y="349"/>
                    <a:pt x="15" y="357"/>
                    <a:pt x="15" y="362"/>
                  </a:cubicBezTo>
                  <a:cubicBezTo>
                    <a:pt x="15" y="374"/>
                    <a:pt x="20" y="382"/>
                    <a:pt x="37" y="390"/>
                  </a:cubicBezTo>
                  <a:cubicBezTo>
                    <a:pt x="25" y="391"/>
                    <a:pt x="15" y="395"/>
                    <a:pt x="9" y="403"/>
                  </a:cubicBezTo>
                  <a:cubicBezTo>
                    <a:pt x="2" y="412"/>
                    <a:pt x="0" y="423"/>
                    <a:pt x="0" y="434"/>
                  </a:cubicBezTo>
                  <a:cubicBezTo>
                    <a:pt x="0" y="445"/>
                    <a:pt x="2" y="455"/>
                    <a:pt x="4" y="463"/>
                  </a:cubicBezTo>
                  <a:cubicBezTo>
                    <a:pt x="10" y="484"/>
                    <a:pt x="40" y="497"/>
                    <a:pt x="66" y="499"/>
                  </a:cubicBezTo>
                  <a:cubicBezTo>
                    <a:pt x="66" y="499"/>
                    <a:pt x="69" y="499"/>
                    <a:pt x="72" y="500"/>
                  </a:cubicBezTo>
                  <a:cubicBezTo>
                    <a:pt x="53" y="503"/>
                    <a:pt x="40" y="509"/>
                    <a:pt x="32" y="520"/>
                  </a:cubicBezTo>
                  <a:cubicBezTo>
                    <a:pt x="27" y="528"/>
                    <a:pt x="25" y="538"/>
                    <a:pt x="25" y="549"/>
                  </a:cubicBezTo>
                  <a:cubicBezTo>
                    <a:pt x="25" y="566"/>
                    <a:pt x="30" y="586"/>
                    <a:pt x="35" y="605"/>
                  </a:cubicBezTo>
                  <a:cubicBezTo>
                    <a:pt x="39" y="621"/>
                    <a:pt x="39" y="621"/>
                    <a:pt x="39" y="621"/>
                  </a:cubicBezTo>
                  <a:cubicBezTo>
                    <a:pt x="44" y="641"/>
                    <a:pt x="48" y="661"/>
                    <a:pt x="64" y="673"/>
                  </a:cubicBezTo>
                  <a:cubicBezTo>
                    <a:pt x="87" y="692"/>
                    <a:pt x="124" y="685"/>
                    <a:pt x="146" y="668"/>
                  </a:cubicBezTo>
                  <a:cubicBezTo>
                    <a:pt x="143" y="675"/>
                    <a:pt x="136" y="680"/>
                    <a:pt x="128" y="686"/>
                  </a:cubicBezTo>
                  <a:cubicBezTo>
                    <a:pt x="118" y="692"/>
                    <a:pt x="108" y="699"/>
                    <a:pt x="105" y="711"/>
                  </a:cubicBezTo>
                  <a:cubicBezTo>
                    <a:pt x="104" y="715"/>
                    <a:pt x="103" y="719"/>
                    <a:pt x="103" y="722"/>
                  </a:cubicBezTo>
                  <a:cubicBezTo>
                    <a:pt x="103" y="735"/>
                    <a:pt x="112" y="741"/>
                    <a:pt x="122" y="748"/>
                  </a:cubicBezTo>
                  <a:cubicBezTo>
                    <a:pt x="126" y="750"/>
                    <a:pt x="131" y="753"/>
                    <a:pt x="135" y="757"/>
                  </a:cubicBezTo>
                  <a:cubicBezTo>
                    <a:pt x="160" y="772"/>
                    <a:pt x="204" y="786"/>
                    <a:pt x="224" y="780"/>
                  </a:cubicBezTo>
                  <a:cubicBezTo>
                    <a:pt x="228" y="778"/>
                    <a:pt x="230" y="776"/>
                    <a:pt x="232" y="774"/>
                  </a:cubicBezTo>
                  <a:cubicBezTo>
                    <a:pt x="240" y="793"/>
                    <a:pt x="268" y="794"/>
                    <a:pt x="290" y="794"/>
                  </a:cubicBezTo>
                  <a:cubicBezTo>
                    <a:pt x="307" y="795"/>
                    <a:pt x="307" y="795"/>
                    <a:pt x="307" y="795"/>
                  </a:cubicBezTo>
                  <a:cubicBezTo>
                    <a:pt x="333" y="797"/>
                    <a:pt x="366" y="774"/>
                    <a:pt x="367" y="773"/>
                  </a:cubicBezTo>
                  <a:cubicBezTo>
                    <a:pt x="367" y="773"/>
                    <a:pt x="378" y="768"/>
                    <a:pt x="379" y="756"/>
                  </a:cubicBezTo>
                  <a:cubicBezTo>
                    <a:pt x="380" y="755"/>
                    <a:pt x="380" y="754"/>
                    <a:pt x="380" y="753"/>
                  </a:cubicBezTo>
                  <a:cubicBezTo>
                    <a:pt x="380" y="746"/>
                    <a:pt x="377" y="739"/>
                    <a:pt x="371" y="731"/>
                  </a:cubicBezTo>
                  <a:cubicBezTo>
                    <a:pt x="386" y="736"/>
                    <a:pt x="391" y="726"/>
                    <a:pt x="397" y="714"/>
                  </a:cubicBezTo>
                  <a:cubicBezTo>
                    <a:pt x="403" y="704"/>
                    <a:pt x="403" y="704"/>
                    <a:pt x="403" y="704"/>
                  </a:cubicBezTo>
                  <a:cubicBezTo>
                    <a:pt x="407" y="697"/>
                    <a:pt x="407" y="697"/>
                    <a:pt x="407" y="697"/>
                  </a:cubicBezTo>
                  <a:cubicBezTo>
                    <a:pt x="415" y="686"/>
                    <a:pt x="423" y="674"/>
                    <a:pt x="423" y="662"/>
                  </a:cubicBezTo>
                  <a:cubicBezTo>
                    <a:pt x="423" y="657"/>
                    <a:pt x="421" y="652"/>
                    <a:pt x="418" y="648"/>
                  </a:cubicBezTo>
                  <a:cubicBezTo>
                    <a:pt x="415" y="644"/>
                    <a:pt x="413" y="641"/>
                    <a:pt x="411" y="640"/>
                  </a:cubicBezTo>
                  <a:cubicBezTo>
                    <a:pt x="414" y="640"/>
                    <a:pt x="418" y="638"/>
                    <a:pt x="425" y="634"/>
                  </a:cubicBezTo>
                  <a:cubicBezTo>
                    <a:pt x="433" y="629"/>
                    <a:pt x="435" y="623"/>
                    <a:pt x="435" y="619"/>
                  </a:cubicBezTo>
                  <a:cubicBezTo>
                    <a:pt x="435" y="619"/>
                    <a:pt x="435" y="619"/>
                    <a:pt x="435" y="618"/>
                  </a:cubicBezTo>
                  <a:cubicBezTo>
                    <a:pt x="434" y="610"/>
                    <a:pt x="427" y="602"/>
                    <a:pt x="421" y="599"/>
                  </a:cubicBezTo>
                  <a:cubicBezTo>
                    <a:pt x="424" y="599"/>
                    <a:pt x="428" y="598"/>
                    <a:pt x="433" y="598"/>
                  </a:cubicBezTo>
                  <a:cubicBezTo>
                    <a:pt x="436" y="609"/>
                    <a:pt x="450" y="609"/>
                    <a:pt x="461" y="608"/>
                  </a:cubicBezTo>
                  <a:cubicBezTo>
                    <a:pt x="471" y="608"/>
                    <a:pt x="477" y="604"/>
                    <a:pt x="482" y="601"/>
                  </a:cubicBezTo>
                  <a:cubicBezTo>
                    <a:pt x="486" y="598"/>
                    <a:pt x="490" y="595"/>
                    <a:pt x="495" y="595"/>
                  </a:cubicBezTo>
                  <a:cubicBezTo>
                    <a:pt x="500" y="595"/>
                    <a:pt x="504" y="598"/>
                    <a:pt x="508" y="601"/>
                  </a:cubicBezTo>
                  <a:cubicBezTo>
                    <a:pt x="513" y="604"/>
                    <a:pt x="519" y="608"/>
                    <a:pt x="529" y="608"/>
                  </a:cubicBezTo>
                  <a:cubicBezTo>
                    <a:pt x="544" y="610"/>
                    <a:pt x="555" y="601"/>
                    <a:pt x="558" y="592"/>
                  </a:cubicBezTo>
                  <a:cubicBezTo>
                    <a:pt x="558" y="592"/>
                    <a:pt x="558" y="593"/>
                    <a:pt x="558" y="594"/>
                  </a:cubicBezTo>
                  <a:cubicBezTo>
                    <a:pt x="558" y="596"/>
                    <a:pt x="558" y="598"/>
                    <a:pt x="557" y="599"/>
                  </a:cubicBezTo>
                  <a:cubicBezTo>
                    <a:pt x="557" y="601"/>
                    <a:pt x="557" y="602"/>
                    <a:pt x="557" y="604"/>
                  </a:cubicBezTo>
                  <a:cubicBezTo>
                    <a:pt x="557" y="605"/>
                    <a:pt x="557" y="605"/>
                    <a:pt x="558" y="606"/>
                  </a:cubicBezTo>
                  <a:cubicBezTo>
                    <a:pt x="556" y="608"/>
                    <a:pt x="555" y="612"/>
                    <a:pt x="555" y="618"/>
                  </a:cubicBezTo>
                  <a:cubicBezTo>
                    <a:pt x="555" y="621"/>
                    <a:pt x="555" y="625"/>
                    <a:pt x="556" y="630"/>
                  </a:cubicBezTo>
                  <a:cubicBezTo>
                    <a:pt x="556" y="630"/>
                    <a:pt x="556" y="631"/>
                    <a:pt x="556" y="631"/>
                  </a:cubicBezTo>
                  <a:cubicBezTo>
                    <a:pt x="556" y="635"/>
                    <a:pt x="560" y="639"/>
                    <a:pt x="563" y="643"/>
                  </a:cubicBezTo>
                  <a:cubicBezTo>
                    <a:pt x="565" y="645"/>
                    <a:pt x="567" y="648"/>
                    <a:pt x="568" y="651"/>
                  </a:cubicBezTo>
                  <a:cubicBezTo>
                    <a:pt x="568" y="651"/>
                    <a:pt x="568" y="651"/>
                    <a:pt x="568" y="651"/>
                  </a:cubicBezTo>
                  <a:cubicBezTo>
                    <a:pt x="568" y="652"/>
                    <a:pt x="567" y="655"/>
                    <a:pt x="565" y="658"/>
                  </a:cubicBezTo>
                  <a:cubicBezTo>
                    <a:pt x="564" y="661"/>
                    <a:pt x="562" y="664"/>
                    <a:pt x="562" y="667"/>
                  </a:cubicBezTo>
                  <a:cubicBezTo>
                    <a:pt x="562" y="668"/>
                    <a:pt x="562" y="669"/>
                    <a:pt x="563" y="670"/>
                  </a:cubicBezTo>
                  <a:cubicBezTo>
                    <a:pt x="567" y="680"/>
                    <a:pt x="573" y="689"/>
                    <a:pt x="578" y="697"/>
                  </a:cubicBezTo>
                  <a:cubicBezTo>
                    <a:pt x="581" y="703"/>
                    <a:pt x="584" y="707"/>
                    <a:pt x="586" y="711"/>
                  </a:cubicBezTo>
                  <a:cubicBezTo>
                    <a:pt x="590" y="720"/>
                    <a:pt x="594" y="724"/>
                    <a:pt x="599" y="726"/>
                  </a:cubicBezTo>
                  <a:cubicBezTo>
                    <a:pt x="605" y="727"/>
                    <a:pt x="611" y="724"/>
                    <a:pt x="617" y="720"/>
                  </a:cubicBezTo>
                  <a:cubicBezTo>
                    <a:pt x="617" y="720"/>
                    <a:pt x="618" y="719"/>
                    <a:pt x="618" y="719"/>
                  </a:cubicBezTo>
                  <a:cubicBezTo>
                    <a:pt x="612" y="726"/>
                    <a:pt x="605" y="735"/>
                    <a:pt x="605" y="743"/>
                  </a:cubicBezTo>
                  <a:cubicBezTo>
                    <a:pt x="605" y="745"/>
                    <a:pt x="606" y="746"/>
                    <a:pt x="606" y="747"/>
                  </a:cubicBezTo>
                  <a:cubicBezTo>
                    <a:pt x="609" y="759"/>
                    <a:pt x="638" y="785"/>
                    <a:pt x="662" y="789"/>
                  </a:cubicBezTo>
                  <a:cubicBezTo>
                    <a:pt x="680" y="792"/>
                    <a:pt x="694" y="788"/>
                    <a:pt x="701" y="777"/>
                  </a:cubicBezTo>
                  <a:cubicBezTo>
                    <a:pt x="701" y="777"/>
                    <a:pt x="701" y="777"/>
                    <a:pt x="701" y="778"/>
                  </a:cubicBezTo>
                  <a:cubicBezTo>
                    <a:pt x="701" y="781"/>
                    <a:pt x="701" y="785"/>
                    <a:pt x="703" y="788"/>
                  </a:cubicBezTo>
                  <a:cubicBezTo>
                    <a:pt x="705" y="791"/>
                    <a:pt x="708" y="792"/>
                    <a:pt x="712" y="793"/>
                  </a:cubicBezTo>
                  <a:cubicBezTo>
                    <a:pt x="726" y="795"/>
                    <a:pt x="742" y="789"/>
                    <a:pt x="771" y="779"/>
                  </a:cubicBezTo>
                  <a:cubicBezTo>
                    <a:pt x="789" y="773"/>
                    <a:pt x="789" y="773"/>
                    <a:pt x="789" y="773"/>
                  </a:cubicBezTo>
                  <a:cubicBezTo>
                    <a:pt x="821" y="762"/>
                    <a:pt x="840" y="750"/>
                    <a:pt x="844" y="738"/>
                  </a:cubicBezTo>
                  <a:cubicBezTo>
                    <a:pt x="845" y="736"/>
                    <a:pt x="845" y="734"/>
                    <a:pt x="845" y="733"/>
                  </a:cubicBezTo>
                  <a:cubicBezTo>
                    <a:pt x="845" y="730"/>
                    <a:pt x="844" y="727"/>
                    <a:pt x="843" y="724"/>
                  </a:cubicBezTo>
                  <a:cubicBezTo>
                    <a:pt x="833" y="707"/>
                    <a:pt x="827" y="694"/>
                    <a:pt x="825" y="683"/>
                  </a:cubicBezTo>
                  <a:cubicBezTo>
                    <a:pt x="831" y="693"/>
                    <a:pt x="842" y="701"/>
                    <a:pt x="853" y="705"/>
                  </a:cubicBezTo>
                  <a:cubicBezTo>
                    <a:pt x="866" y="710"/>
                    <a:pt x="878" y="711"/>
                    <a:pt x="884" y="707"/>
                  </a:cubicBezTo>
                  <a:cubicBezTo>
                    <a:pt x="886" y="705"/>
                    <a:pt x="886" y="705"/>
                    <a:pt x="886" y="705"/>
                  </a:cubicBezTo>
                  <a:cubicBezTo>
                    <a:pt x="896" y="696"/>
                    <a:pt x="909" y="686"/>
                    <a:pt x="924" y="659"/>
                  </a:cubicBezTo>
                  <a:cubicBezTo>
                    <a:pt x="930" y="650"/>
                    <a:pt x="930" y="650"/>
                    <a:pt x="930" y="650"/>
                  </a:cubicBezTo>
                  <a:cubicBezTo>
                    <a:pt x="940" y="635"/>
                    <a:pt x="953" y="614"/>
                    <a:pt x="954" y="589"/>
                  </a:cubicBezTo>
                  <a:cubicBezTo>
                    <a:pt x="954" y="589"/>
                    <a:pt x="954" y="589"/>
                    <a:pt x="954" y="589"/>
                  </a:cubicBezTo>
                  <a:cubicBezTo>
                    <a:pt x="954" y="564"/>
                    <a:pt x="938" y="552"/>
                    <a:pt x="927" y="544"/>
                  </a:cubicBezTo>
                  <a:cubicBezTo>
                    <a:pt x="936" y="543"/>
                    <a:pt x="951" y="537"/>
                    <a:pt x="958" y="525"/>
                  </a:cubicBezTo>
                  <a:cubicBezTo>
                    <a:pt x="964" y="516"/>
                    <a:pt x="966" y="509"/>
                    <a:pt x="966" y="497"/>
                  </a:cubicBezTo>
                  <a:cubicBezTo>
                    <a:pt x="966" y="493"/>
                    <a:pt x="965" y="488"/>
                    <a:pt x="965" y="482"/>
                  </a:cubicBezTo>
                  <a:cubicBezTo>
                    <a:pt x="965" y="471"/>
                    <a:pt x="965" y="471"/>
                    <a:pt x="965" y="471"/>
                  </a:cubicBezTo>
                  <a:cubicBezTo>
                    <a:pt x="964" y="445"/>
                    <a:pt x="960" y="414"/>
                    <a:pt x="940" y="405"/>
                  </a:cubicBezTo>
                  <a:cubicBezTo>
                    <a:pt x="950" y="400"/>
                    <a:pt x="966" y="385"/>
                    <a:pt x="966" y="371"/>
                  </a:cubicBezTo>
                  <a:cubicBezTo>
                    <a:pt x="966" y="371"/>
                    <a:pt x="966" y="371"/>
                    <a:pt x="966" y="370"/>
                  </a:cubicBezTo>
                  <a:cubicBezTo>
                    <a:pt x="966" y="369"/>
                    <a:pt x="966" y="367"/>
                    <a:pt x="966" y="365"/>
                  </a:cubicBezTo>
                  <a:cubicBezTo>
                    <a:pt x="966" y="362"/>
                    <a:pt x="966" y="357"/>
                    <a:pt x="966" y="352"/>
                  </a:cubicBezTo>
                  <a:cubicBezTo>
                    <a:pt x="966" y="345"/>
                    <a:pt x="967" y="337"/>
                    <a:pt x="967" y="329"/>
                  </a:cubicBezTo>
                  <a:cubicBezTo>
                    <a:pt x="967" y="316"/>
                    <a:pt x="966" y="301"/>
                    <a:pt x="963" y="286"/>
                  </a:cubicBezTo>
                  <a:cubicBezTo>
                    <a:pt x="957" y="255"/>
                    <a:pt x="939" y="236"/>
                    <a:pt x="919" y="236"/>
                  </a:cubicBezTo>
                  <a:cubicBezTo>
                    <a:pt x="923" y="230"/>
                    <a:pt x="927" y="217"/>
                    <a:pt x="927" y="204"/>
                  </a:cubicBezTo>
                  <a:cubicBezTo>
                    <a:pt x="927" y="196"/>
                    <a:pt x="925" y="187"/>
                    <a:pt x="919" y="180"/>
                  </a:cubicBezTo>
                  <a:cubicBezTo>
                    <a:pt x="908" y="167"/>
                    <a:pt x="908" y="167"/>
                    <a:pt x="908" y="167"/>
                  </a:cubicBezTo>
                  <a:cubicBezTo>
                    <a:pt x="895" y="152"/>
                    <a:pt x="882" y="136"/>
                    <a:pt x="872" y="130"/>
                  </a:cubicBezTo>
                  <a:cubicBezTo>
                    <a:pt x="864" y="125"/>
                    <a:pt x="841" y="112"/>
                    <a:pt x="825" y="131"/>
                  </a:cubicBezTo>
                  <a:cubicBezTo>
                    <a:pt x="825" y="131"/>
                    <a:pt x="825" y="130"/>
                    <a:pt x="825" y="129"/>
                  </a:cubicBezTo>
                  <a:cubicBezTo>
                    <a:pt x="825" y="115"/>
                    <a:pt x="817" y="95"/>
                    <a:pt x="799" y="84"/>
                  </a:cubicBezTo>
                  <a:cubicBezTo>
                    <a:pt x="785" y="76"/>
                    <a:pt x="771" y="69"/>
                    <a:pt x="756" y="63"/>
                  </a:cubicBezTo>
                  <a:cubicBezTo>
                    <a:pt x="737" y="54"/>
                    <a:pt x="737" y="54"/>
                    <a:pt x="737" y="54"/>
                  </a:cubicBezTo>
                  <a:cubicBezTo>
                    <a:pt x="715" y="44"/>
                    <a:pt x="694" y="46"/>
                    <a:pt x="683" y="59"/>
                  </a:cubicBezTo>
                  <a:cubicBezTo>
                    <a:pt x="682" y="42"/>
                    <a:pt x="670" y="30"/>
                    <a:pt x="645" y="20"/>
                  </a:cubicBezTo>
                  <a:cubicBezTo>
                    <a:pt x="622" y="11"/>
                    <a:pt x="557" y="4"/>
                    <a:pt x="538" y="7"/>
                  </a:cubicBezTo>
                  <a:cubicBezTo>
                    <a:pt x="535" y="8"/>
                    <a:pt x="535" y="8"/>
                    <a:pt x="535" y="8"/>
                  </a:cubicBezTo>
                  <a:cubicBezTo>
                    <a:pt x="510" y="16"/>
                    <a:pt x="506" y="40"/>
                    <a:pt x="504" y="55"/>
                  </a:cubicBezTo>
                  <a:cubicBezTo>
                    <a:pt x="503" y="59"/>
                    <a:pt x="502" y="63"/>
                    <a:pt x="501" y="65"/>
                  </a:cubicBezTo>
                  <a:cubicBezTo>
                    <a:pt x="496" y="82"/>
                    <a:pt x="496" y="93"/>
                    <a:pt x="497" y="109"/>
                  </a:cubicBezTo>
                  <a:cubicBezTo>
                    <a:pt x="497" y="122"/>
                    <a:pt x="497" y="122"/>
                    <a:pt x="497" y="122"/>
                  </a:cubicBezTo>
                  <a:cubicBezTo>
                    <a:pt x="497" y="137"/>
                    <a:pt x="497" y="146"/>
                    <a:pt x="495" y="155"/>
                  </a:cubicBezTo>
                  <a:cubicBezTo>
                    <a:pt x="494" y="162"/>
                    <a:pt x="496" y="165"/>
                    <a:pt x="498" y="169"/>
                  </a:cubicBezTo>
                  <a:cubicBezTo>
                    <a:pt x="501" y="176"/>
                    <a:pt x="501" y="176"/>
                    <a:pt x="501" y="176"/>
                  </a:cubicBezTo>
                  <a:cubicBezTo>
                    <a:pt x="502" y="181"/>
                    <a:pt x="511" y="181"/>
                    <a:pt x="521" y="181"/>
                  </a:cubicBezTo>
                  <a:cubicBezTo>
                    <a:pt x="527" y="181"/>
                    <a:pt x="534" y="181"/>
                    <a:pt x="537" y="183"/>
                  </a:cubicBezTo>
                  <a:cubicBezTo>
                    <a:pt x="539" y="184"/>
                    <a:pt x="539" y="185"/>
                    <a:pt x="539" y="185"/>
                  </a:cubicBezTo>
                  <a:cubicBezTo>
                    <a:pt x="539" y="186"/>
                    <a:pt x="533" y="187"/>
                    <a:pt x="522" y="187"/>
                  </a:cubicBezTo>
                  <a:cubicBezTo>
                    <a:pt x="516" y="186"/>
                    <a:pt x="505" y="189"/>
                    <a:pt x="502" y="200"/>
                  </a:cubicBezTo>
                  <a:cubicBezTo>
                    <a:pt x="499" y="211"/>
                    <a:pt x="501" y="223"/>
                    <a:pt x="503" y="233"/>
                  </a:cubicBezTo>
                  <a:cubicBezTo>
                    <a:pt x="504" y="238"/>
                    <a:pt x="505" y="242"/>
                    <a:pt x="505" y="246"/>
                  </a:cubicBezTo>
                  <a:cubicBezTo>
                    <a:pt x="506" y="256"/>
                    <a:pt x="509" y="257"/>
                    <a:pt x="517" y="259"/>
                  </a:cubicBezTo>
                  <a:cubicBezTo>
                    <a:pt x="524" y="260"/>
                    <a:pt x="524" y="260"/>
                    <a:pt x="524" y="260"/>
                  </a:cubicBezTo>
                  <a:cubicBezTo>
                    <a:pt x="529" y="261"/>
                    <a:pt x="533" y="262"/>
                    <a:pt x="537" y="264"/>
                  </a:cubicBezTo>
                  <a:cubicBezTo>
                    <a:pt x="543" y="265"/>
                    <a:pt x="548" y="267"/>
                    <a:pt x="552" y="265"/>
                  </a:cubicBezTo>
                  <a:cubicBezTo>
                    <a:pt x="554" y="265"/>
                    <a:pt x="556" y="265"/>
                    <a:pt x="556" y="266"/>
                  </a:cubicBezTo>
                  <a:cubicBezTo>
                    <a:pt x="556" y="266"/>
                    <a:pt x="555" y="267"/>
                    <a:pt x="553" y="268"/>
                  </a:cubicBezTo>
                  <a:cubicBezTo>
                    <a:pt x="537" y="276"/>
                    <a:pt x="508" y="276"/>
                    <a:pt x="495" y="276"/>
                  </a:cubicBezTo>
                  <a:cubicBezTo>
                    <a:pt x="449" y="276"/>
                    <a:pt x="435" y="264"/>
                    <a:pt x="435" y="260"/>
                  </a:cubicBezTo>
                  <a:cubicBezTo>
                    <a:pt x="435" y="259"/>
                    <a:pt x="435" y="259"/>
                    <a:pt x="435" y="259"/>
                  </a:cubicBezTo>
                  <a:cubicBezTo>
                    <a:pt x="437" y="258"/>
                    <a:pt x="447" y="259"/>
                    <a:pt x="458" y="260"/>
                  </a:cubicBezTo>
                  <a:cubicBezTo>
                    <a:pt x="465" y="261"/>
                    <a:pt x="465" y="261"/>
                    <a:pt x="465" y="261"/>
                  </a:cubicBezTo>
                  <a:cubicBezTo>
                    <a:pt x="465" y="261"/>
                    <a:pt x="474" y="261"/>
                    <a:pt x="474" y="261"/>
                  </a:cubicBezTo>
                  <a:cubicBezTo>
                    <a:pt x="481" y="260"/>
                    <a:pt x="486" y="260"/>
                    <a:pt x="492" y="254"/>
                  </a:cubicBezTo>
                  <a:cubicBezTo>
                    <a:pt x="503" y="245"/>
                    <a:pt x="495" y="211"/>
                    <a:pt x="487" y="201"/>
                  </a:cubicBezTo>
                  <a:cubicBezTo>
                    <a:pt x="483" y="195"/>
                    <a:pt x="477" y="197"/>
                    <a:pt x="467" y="199"/>
                  </a:cubicBezTo>
                  <a:cubicBezTo>
                    <a:pt x="466" y="199"/>
                    <a:pt x="466" y="199"/>
                    <a:pt x="466" y="199"/>
                  </a:cubicBezTo>
                  <a:cubicBezTo>
                    <a:pt x="451" y="202"/>
                    <a:pt x="421" y="204"/>
                    <a:pt x="417" y="200"/>
                  </a:cubicBezTo>
                  <a:cubicBezTo>
                    <a:pt x="412" y="197"/>
                    <a:pt x="412" y="195"/>
                    <a:pt x="412" y="195"/>
                  </a:cubicBezTo>
                  <a:cubicBezTo>
                    <a:pt x="412" y="195"/>
                    <a:pt x="415" y="195"/>
                    <a:pt x="419" y="198"/>
                  </a:cubicBezTo>
                  <a:cubicBezTo>
                    <a:pt x="427" y="203"/>
                    <a:pt x="439" y="200"/>
                    <a:pt x="448" y="197"/>
                  </a:cubicBezTo>
                  <a:cubicBezTo>
                    <a:pt x="451" y="196"/>
                    <a:pt x="455" y="195"/>
                    <a:pt x="457" y="195"/>
                  </a:cubicBezTo>
                  <a:cubicBezTo>
                    <a:pt x="463" y="195"/>
                    <a:pt x="467" y="190"/>
                    <a:pt x="472" y="186"/>
                  </a:cubicBezTo>
                  <a:cubicBezTo>
                    <a:pt x="474" y="182"/>
                    <a:pt x="477" y="179"/>
                    <a:pt x="480" y="178"/>
                  </a:cubicBezTo>
                  <a:cubicBezTo>
                    <a:pt x="490" y="175"/>
                    <a:pt x="495" y="140"/>
                    <a:pt x="495" y="117"/>
                  </a:cubicBezTo>
                  <a:cubicBezTo>
                    <a:pt x="496" y="101"/>
                    <a:pt x="496" y="101"/>
                    <a:pt x="496" y="101"/>
                  </a:cubicBezTo>
                  <a:cubicBezTo>
                    <a:pt x="496" y="88"/>
                    <a:pt x="496" y="80"/>
                    <a:pt x="492" y="65"/>
                  </a:cubicBezTo>
                  <a:cubicBezTo>
                    <a:pt x="491" y="63"/>
                    <a:pt x="490" y="60"/>
                    <a:pt x="489" y="57"/>
                  </a:cubicBezTo>
                  <a:cubicBezTo>
                    <a:pt x="487" y="51"/>
                    <a:pt x="485" y="44"/>
                    <a:pt x="480" y="41"/>
                  </a:cubicBezTo>
                  <a:cubicBezTo>
                    <a:pt x="478" y="40"/>
                    <a:pt x="476" y="41"/>
                    <a:pt x="473" y="41"/>
                  </a:cubicBezTo>
                  <a:cubicBezTo>
                    <a:pt x="474" y="39"/>
                    <a:pt x="475" y="36"/>
                    <a:pt x="475" y="33"/>
                  </a:cubicBezTo>
                  <a:cubicBezTo>
                    <a:pt x="475" y="29"/>
                    <a:pt x="474" y="24"/>
                    <a:pt x="471" y="20"/>
                  </a:cubicBezTo>
                  <a:cubicBezTo>
                    <a:pt x="464" y="10"/>
                    <a:pt x="446" y="0"/>
                    <a:pt x="420" y="6"/>
                  </a:cubicBezTo>
                  <a:close/>
                  <a:moveTo>
                    <a:pt x="337" y="73"/>
                  </a:moveTo>
                  <a:cubicBezTo>
                    <a:pt x="337" y="73"/>
                    <a:pt x="338" y="73"/>
                    <a:pt x="338" y="72"/>
                  </a:cubicBezTo>
                  <a:cubicBezTo>
                    <a:pt x="339" y="64"/>
                    <a:pt x="339" y="58"/>
                    <a:pt x="338" y="51"/>
                  </a:cubicBezTo>
                  <a:cubicBezTo>
                    <a:pt x="338" y="37"/>
                    <a:pt x="337" y="28"/>
                    <a:pt x="356" y="20"/>
                  </a:cubicBezTo>
                  <a:cubicBezTo>
                    <a:pt x="368" y="16"/>
                    <a:pt x="381" y="14"/>
                    <a:pt x="394" y="13"/>
                  </a:cubicBezTo>
                  <a:cubicBezTo>
                    <a:pt x="403" y="12"/>
                    <a:pt x="412" y="11"/>
                    <a:pt x="421" y="9"/>
                  </a:cubicBezTo>
                  <a:cubicBezTo>
                    <a:pt x="445" y="3"/>
                    <a:pt x="462" y="12"/>
                    <a:pt x="468" y="22"/>
                  </a:cubicBezTo>
                  <a:cubicBezTo>
                    <a:pt x="473" y="29"/>
                    <a:pt x="473" y="36"/>
                    <a:pt x="469" y="43"/>
                  </a:cubicBezTo>
                  <a:cubicBezTo>
                    <a:pt x="469" y="43"/>
                    <a:pt x="469" y="44"/>
                    <a:pt x="469" y="44"/>
                  </a:cubicBezTo>
                  <a:cubicBezTo>
                    <a:pt x="470" y="45"/>
                    <a:pt x="470" y="45"/>
                    <a:pt x="471" y="45"/>
                  </a:cubicBezTo>
                  <a:cubicBezTo>
                    <a:pt x="474" y="43"/>
                    <a:pt x="477" y="43"/>
                    <a:pt x="479" y="44"/>
                  </a:cubicBezTo>
                  <a:cubicBezTo>
                    <a:pt x="483" y="46"/>
                    <a:pt x="485" y="52"/>
                    <a:pt x="486" y="58"/>
                  </a:cubicBezTo>
                  <a:cubicBezTo>
                    <a:pt x="487" y="61"/>
                    <a:pt x="488" y="64"/>
                    <a:pt x="489" y="66"/>
                  </a:cubicBezTo>
                  <a:cubicBezTo>
                    <a:pt x="493" y="81"/>
                    <a:pt x="493" y="88"/>
                    <a:pt x="493" y="101"/>
                  </a:cubicBezTo>
                  <a:cubicBezTo>
                    <a:pt x="492" y="117"/>
                    <a:pt x="492" y="117"/>
                    <a:pt x="492" y="117"/>
                  </a:cubicBezTo>
                  <a:cubicBezTo>
                    <a:pt x="492" y="142"/>
                    <a:pt x="487" y="173"/>
                    <a:pt x="479" y="176"/>
                  </a:cubicBezTo>
                  <a:cubicBezTo>
                    <a:pt x="476" y="177"/>
                    <a:pt x="473" y="180"/>
                    <a:pt x="469" y="183"/>
                  </a:cubicBezTo>
                  <a:cubicBezTo>
                    <a:pt x="466" y="187"/>
                    <a:pt x="462" y="192"/>
                    <a:pt x="457" y="192"/>
                  </a:cubicBezTo>
                  <a:cubicBezTo>
                    <a:pt x="454" y="192"/>
                    <a:pt x="451" y="193"/>
                    <a:pt x="447" y="194"/>
                  </a:cubicBezTo>
                  <a:cubicBezTo>
                    <a:pt x="438" y="197"/>
                    <a:pt x="428" y="200"/>
                    <a:pt x="420" y="195"/>
                  </a:cubicBezTo>
                  <a:cubicBezTo>
                    <a:pt x="416" y="193"/>
                    <a:pt x="411" y="191"/>
                    <a:pt x="410" y="194"/>
                  </a:cubicBezTo>
                  <a:cubicBezTo>
                    <a:pt x="408" y="196"/>
                    <a:pt x="410" y="199"/>
                    <a:pt x="415" y="203"/>
                  </a:cubicBezTo>
                  <a:cubicBezTo>
                    <a:pt x="421" y="208"/>
                    <a:pt x="454" y="205"/>
                    <a:pt x="466" y="202"/>
                  </a:cubicBezTo>
                  <a:cubicBezTo>
                    <a:pt x="466" y="202"/>
                    <a:pt x="468" y="202"/>
                    <a:pt x="468" y="202"/>
                  </a:cubicBezTo>
                  <a:cubicBezTo>
                    <a:pt x="477" y="200"/>
                    <a:pt x="482" y="199"/>
                    <a:pt x="485" y="202"/>
                  </a:cubicBezTo>
                  <a:cubicBezTo>
                    <a:pt x="492" y="212"/>
                    <a:pt x="499" y="244"/>
                    <a:pt x="490" y="252"/>
                  </a:cubicBezTo>
                  <a:cubicBezTo>
                    <a:pt x="485" y="257"/>
                    <a:pt x="480" y="257"/>
                    <a:pt x="474" y="258"/>
                  </a:cubicBezTo>
                  <a:cubicBezTo>
                    <a:pt x="465" y="258"/>
                    <a:pt x="465" y="258"/>
                    <a:pt x="465" y="258"/>
                  </a:cubicBezTo>
                  <a:cubicBezTo>
                    <a:pt x="465" y="258"/>
                    <a:pt x="458" y="258"/>
                    <a:pt x="458" y="258"/>
                  </a:cubicBezTo>
                  <a:cubicBezTo>
                    <a:pt x="444" y="255"/>
                    <a:pt x="436" y="254"/>
                    <a:pt x="433" y="257"/>
                  </a:cubicBezTo>
                  <a:cubicBezTo>
                    <a:pt x="432" y="260"/>
                    <a:pt x="432" y="260"/>
                    <a:pt x="432" y="260"/>
                  </a:cubicBezTo>
                  <a:cubicBezTo>
                    <a:pt x="432" y="268"/>
                    <a:pt x="452" y="279"/>
                    <a:pt x="495" y="279"/>
                  </a:cubicBezTo>
                  <a:cubicBezTo>
                    <a:pt x="508" y="279"/>
                    <a:pt x="538" y="279"/>
                    <a:pt x="554" y="271"/>
                  </a:cubicBezTo>
                  <a:cubicBezTo>
                    <a:pt x="558" y="269"/>
                    <a:pt x="559" y="266"/>
                    <a:pt x="559" y="265"/>
                  </a:cubicBezTo>
                  <a:cubicBezTo>
                    <a:pt x="558" y="263"/>
                    <a:pt x="555" y="261"/>
                    <a:pt x="551" y="263"/>
                  </a:cubicBezTo>
                  <a:cubicBezTo>
                    <a:pt x="548" y="264"/>
                    <a:pt x="543" y="262"/>
                    <a:pt x="538" y="261"/>
                  </a:cubicBezTo>
                  <a:cubicBezTo>
                    <a:pt x="534" y="260"/>
                    <a:pt x="529" y="258"/>
                    <a:pt x="524" y="257"/>
                  </a:cubicBezTo>
                  <a:cubicBezTo>
                    <a:pt x="525" y="257"/>
                    <a:pt x="517" y="256"/>
                    <a:pt x="517" y="256"/>
                  </a:cubicBezTo>
                  <a:cubicBezTo>
                    <a:pt x="511" y="254"/>
                    <a:pt x="509" y="254"/>
                    <a:pt x="508" y="245"/>
                  </a:cubicBezTo>
                  <a:cubicBezTo>
                    <a:pt x="508" y="242"/>
                    <a:pt x="507" y="237"/>
                    <a:pt x="506" y="233"/>
                  </a:cubicBezTo>
                  <a:cubicBezTo>
                    <a:pt x="504" y="223"/>
                    <a:pt x="502" y="211"/>
                    <a:pt x="505" y="201"/>
                  </a:cubicBezTo>
                  <a:cubicBezTo>
                    <a:pt x="508" y="191"/>
                    <a:pt x="518" y="189"/>
                    <a:pt x="522" y="190"/>
                  </a:cubicBezTo>
                  <a:cubicBezTo>
                    <a:pt x="525" y="190"/>
                    <a:pt x="540" y="191"/>
                    <a:pt x="542" y="186"/>
                  </a:cubicBezTo>
                  <a:cubicBezTo>
                    <a:pt x="542" y="184"/>
                    <a:pt x="541" y="182"/>
                    <a:pt x="539" y="181"/>
                  </a:cubicBezTo>
                  <a:cubicBezTo>
                    <a:pt x="535" y="178"/>
                    <a:pt x="528" y="178"/>
                    <a:pt x="521" y="178"/>
                  </a:cubicBezTo>
                  <a:cubicBezTo>
                    <a:pt x="513" y="178"/>
                    <a:pt x="505" y="178"/>
                    <a:pt x="504" y="175"/>
                  </a:cubicBezTo>
                  <a:cubicBezTo>
                    <a:pt x="501" y="168"/>
                    <a:pt x="501" y="168"/>
                    <a:pt x="501" y="168"/>
                  </a:cubicBezTo>
                  <a:cubicBezTo>
                    <a:pt x="498" y="164"/>
                    <a:pt x="497" y="161"/>
                    <a:pt x="498" y="156"/>
                  </a:cubicBezTo>
                  <a:cubicBezTo>
                    <a:pt x="500" y="147"/>
                    <a:pt x="500" y="138"/>
                    <a:pt x="500" y="122"/>
                  </a:cubicBezTo>
                  <a:cubicBezTo>
                    <a:pt x="500" y="122"/>
                    <a:pt x="500" y="109"/>
                    <a:pt x="500" y="109"/>
                  </a:cubicBezTo>
                  <a:cubicBezTo>
                    <a:pt x="499" y="94"/>
                    <a:pt x="499" y="82"/>
                    <a:pt x="504" y="66"/>
                  </a:cubicBezTo>
                  <a:cubicBezTo>
                    <a:pt x="505" y="64"/>
                    <a:pt x="506" y="60"/>
                    <a:pt x="506" y="55"/>
                  </a:cubicBezTo>
                  <a:cubicBezTo>
                    <a:pt x="509" y="41"/>
                    <a:pt x="513" y="19"/>
                    <a:pt x="536" y="11"/>
                  </a:cubicBezTo>
                  <a:cubicBezTo>
                    <a:pt x="539" y="10"/>
                    <a:pt x="539" y="10"/>
                    <a:pt x="539" y="10"/>
                  </a:cubicBezTo>
                  <a:cubicBezTo>
                    <a:pt x="556" y="7"/>
                    <a:pt x="621" y="14"/>
                    <a:pt x="644" y="23"/>
                  </a:cubicBezTo>
                  <a:cubicBezTo>
                    <a:pt x="670" y="33"/>
                    <a:pt x="681" y="45"/>
                    <a:pt x="680" y="63"/>
                  </a:cubicBezTo>
                  <a:cubicBezTo>
                    <a:pt x="680" y="64"/>
                    <a:pt x="680" y="65"/>
                    <a:pt x="681" y="65"/>
                  </a:cubicBezTo>
                  <a:cubicBezTo>
                    <a:pt x="682" y="65"/>
                    <a:pt x="682" y="65"/>
                    <a:pt x="683" y="64"/>
                  </a:cubicBezTo>
                  <a:cubicBezTo>
                    <a:pt x="693" y="47"/>
                    <a:pt x="717" y="48"/>
                    <a:pt x="736" y="57"/>
                  </a:cubicBezTo>
                  <a:cubicBezTo>
                    <a:pt x="755" y="66"/>
                    <a:pt x="755" y="66"/>
                    <a:pt x="755" y="66"/>
                  </a:cubicBezTo>
                  <a:cubicBezTo>
                    <a:pt x="770" y="72"/>
                    <a:pt x="784" y="78"/>
                    <a:pt x="798" y="87"/>
                  </a:cubicBezTo>
                  <a:cubicBezTo>
                    <a:pt x="817" y="99"/>
                    <a:pt x="825" y="124"/>
                    <a:pt x="821" y="136"/>
                  </a:cubicBezTo>
                  <a:cubicBezTo>
                    <a:pt x="821" y="137"/>
                    <a:pt x="821" y="137"/>
                    <a:pt x="822" y="138"/>
                  </a:cubicBezTo>
                  <a:cubicBezTo>
                    <a:pt x="822" y="138"/>
                    <a:pt x="823" y="138"/>
                    <a:pt x="824" y="137"/>
                  </a:cubicBezTo>
                  <a:cubicBezTo>
                    <a:pt x="838" y="116"/>
                    <a:pt x="857" y="124"/>
                    <a:pt x="871" y="133"/>
                  </a:cubicBezTo>
                  <a:cubicBezTo>
                    <a:pt x="880" y="139"/>
                    <a:pt x="893" y="154"/>
                    <a:pt x="905" y="169"/>
                  </a:cubicBezTo>
                  <a:cubicBezTo>
                    <a:pt x="917" y="182"/>
                    <a:pt x="917" y="182"/>
                    <a:pt x="917" y="182"/>
                  </a:cubicBezTo>
                  <a:cubicBezTo>
                    <a:pt x="932" y="199"/>
                    <a:pt x="920" y="232"/>
                    <a:pt x="915" y="236"/>
                  </a:cubicBezTo>
                  <a:cubicBezTo>
                    <a:pt x="915" y="237"/>
                    <a:pt x="915" y="237"/>
                    <a:pt x="915" y="238"/>
                  </a:cubicBezTo>
                  <a:cubicBezTo>
                    <a:pt x="915" y="239"/>
                    <a:pt x="916" y="239"/>
                    <a:pt x="917" y="239"/>
                  </a:cubicBezTo>
                  <a:cubicBezTo>
                    <a:pt x="936" y="237"/>
                    <a:pt x="954" y="256"/>
                    <a:pt x="960" y="287"/>
                  </a:cubicBezTo>
                  <a:cubicBezTo>
                    <a:pt x="965" y="310"/>
                    <a:pt x="964" y="334"/>
                    <a:pt x="963" y="352"/>
                  </a:cubicBezTo>
                  <a:cubicBezTo>
                    <a:pt x="963" y="359"/>
                    <a:pt x="963" y="366"/>
                    <a:pt x="963" y="371"/>
                  </a:cubicBezTo>
                  <a:cubicBezTo>
                    <a:pt x="964" y="385"/>
                    <a:pt x="944" y="400"/>
                    <a:pt x="936" y="403"/>
                  </a:cubicBezTo>
                  <a:cubicBezTo>
                    <a:pt x="935" y="403"/>
                    <a:pt x="935" y="404"/>
                    <a:pt x="935" y="404"/>
                  </a:cubicBezTo>
                  <a:cubicBezTo>
                    <a:pt x="935" y="405"/>
                    <a:pt x="935" y="406"/>
                    <a:pt x="936" y="406"/>
                  </a:cubicBezTo>
                  <a:cubicBezTo>
                    <a:pt x="957" y="413"/>
                    <a:pt x="961" y="445"/>
                    <a:pt x="962" y="471"/>
                  </a:cubicBezTo>
                  <a:cubicBezTo>
                    <a:pt x="962" y="482"/>
                    <a:pt x="962" y="482"/>
                    <a:pt x="962" y="482"/>
                  </a:cubicBezTo>
                  <a:cubicBezTo>
                    <a:pt x="963" y="505"/>
                    <a:pt x="963" y="511"/>
                    <a:pt x="956" y="523"/>
                  </a:cubicBezTo>
                  <a:cubicBezTo>
                    <a:pt x="947" y="537"/>
                    <a:pt x="929" y="543"/>
                    <a:pt x="923" y="542"/>
                  </a:cubicBezTo>
                  <a:cubicBezTo>
                    <a:pt x="923" y="541"/>
                    <a:pt x="922" y="542"/>
                    <a:pt x="922" y="542"/>
                  </a:cubicBezTo>
                  <a:cubicBezTo>
                    <a:pt x="921" y="543"/>
                    <a:pt x="922" y="544"/>
                    <a:pt x="922" y="544"/>
                  </a:cubicBezTo>
                  <a:cubicBezTo>
                    <a:pt x="924" y="546"/>
                    <a:pt x="924" y="546"/>
                    <a:pt x="924" y="546"/>
                  </a:cubicBezTo>
                  <a:cubicBezTo>
                    <a:pt x="935" y="553"/>
                    <a:pt x="951" y="565"/>
                    <a:pt x="951" y="589"/>
                  </a:cubicBezTo>
                  <a:cubicBezTo>
                    <a:pt x="950" y="613"/>
                    <a:pt x="937" y="633"/>
                    <a:pt x="927" y="648"/>
                  </a:cubicBezTo>
                  <a:cubicBezTo>
                    <a:pt x="921" y="658"/>
                    <a:pt x="921" y="658"/>
                    <a:pt x="921" y="658"/>
                  </a:cubicBezTo>
                  <a:cubicBezTo>
                    <a:pt x="906" y="684"/>
                    <a:pt x="894" y="694"/>
                    <a:pt x="884" y="703"/>
                  </a:cubicBezTo>
                  <a:cubicBezTo>
                    <a:pt x="882" y="704"/>
                    <a:pt x="882" y="704"/>
                    <a:pt x="882" y="704"/>
                  </a:cubicBezTo>
                  <a:cubicBezTo>
                    <a:pt x="877" y="708"/>
                    <a:pt x="866" y="707"/>
                    <a:pt x="854" y="702"/>
                  </a:cubicBezTo>
                  <a:cubicBezTo>
                    <a:pt x="840" y="697"/>
                    <a:pt x="825" y="685"/>
                    <a:pt x="824" y="670"/>
                  </a:cubicBezTo>
                  <a:cubicBezTo>
                    <a:pt x="824" y="669"/>
                    <a:pt x="823" y="669"/>
                    <a:pt x="822" y="669"/>
                  </a:cubicBezTo>
                  <a:cubicBezTo>
                    <a:pt x="822" y="669"/>
                    <a:pt x="821" y="670"/>
                    <a:pt x="821" y="670"/>
                  </a:cubicBezTo>
                  <a:cubicBezTo>
                    <a:pt x="820" y="684"/>
                    <a:pt x="826" y="702"/>
                    <a:pt x="840" y="725"/>
                  </a:cubicBezTo>
                  <a:cubicBezTo>
                    <a:pt x="842" y="729"/>
                    <a:pt x="843" y="733"/>
                    <a:pt x="841" y="737"/>
                  </a:cubicBezTo>
                  <a:cubicBezTo>
                    <a:pt x="837" y="748"/>
                    <a:pt x="819" y="759"/>
                    <a:pt x="788" y="770"/>
                  </a:cubicBezTo>
                  <a:cubicBezTo>
                    <a:pt x="770" y="776"/>
                    <a:pt x="770" y="776"/>
                    <a:pt x="770" y="776"/>
                  </a:cubicBezTo>
                  <a:cubicBezTo>
                    <a:pt x="742" y="786"/>
                    <a:pt x="726" y="792"/>
                    <a:pt x="713" y="790"/>
                  </a:cubicBezTo>
                  <a:cubicBezTo>
                    <a:pt x="709" y="790"/>
                    <a:pt x="707" y="788"/>
                    <a:pt x="706" y="786"/>
                  </a:cubicBezTo>
                  <a:cubicBezTo>
                    <a:pt x="701" y="779"/>
                    <a:pt x="706" y="766"/>
                    <a:pt x="706" y="766"/>
                  </a:cubicBezTo>
                  <a:cubicBezTo>
                    <a:pt x="706" y="766"/>
                    <a:pt x="706" y="766"/>
                    <a:pt x="706" y="766"/>
                  </a:cubicBezTo>
                  <a:cubicBezTo>
                    <a:pt x="706" y="766"/>
                    <a:pt x="706" y="766"/>
                    <a:pt x="706" y="766"/>
                  </a:cubicBezTo>
                  <a:cubicBezTo>
                    <a:pt x="706" y="766"/>
                    <a:pt x="706" y="766"/>
                    <a:pt x="706" y="765"/>
                  </a:cubicBezTo>
                  <a:cubicBezTo>
                    <a:pt x="706" y="765"/>
                    <a:pt x="705" y="764"/>
                    <a:pt x="705" y="764"/>
                  </a:cubicBezTo>
                  <a:cubicBezTo>
                    <a:pt x="704" y="764"/>
                    <a:pt x="703" y="764"/>
                    <a:pt x="703" y="765"/>
                  </a:cubicBezTo>
                  <a:cubicBezTo>
                    <a:pt x="703" y="765"/>
                    <a:pt x="703" y="765"/>
                    <a:pt x="703" y="765"/>
                  </a:cubicBezTo>
                  <a:cubicBezTo>
                    <a:pt x="699" y="782"/>
                    <a:pt x="685" y="790"/>
                    <a:pt x="663" y="786"/>
                  </a:cubicBezTo>
                  <a:cubicBezTo>
                    <a:pt x="640" y="782"/>
                    <a:pt x="612" y="757"/>
                    <a:pt x="609" y="746"/>
                  </a:cubicBezTo>
                  <a:cubicBezTo>
                    <a:pt x="606" y="735"/>
                    <a:pt x="622" y="718"/>
                    <a:pt x="628" y="714"/>
                  </a:cubicBezTo>
                  <a:cubicBezTo>
                    <a:pt x="629" y="713"/>
                    <a:pt x="629" y="712"/>
                    <a:pt x="629" y="712"/>
                  </a:cubicBezTo>
                  <a:cubicBezTo>
                    <a:pt x="628" y="711"/>
                    <a:pt x="628" y="711"/>
                    <a:pt x="627" y="711"/>
                  </a:cubicBezTo>
                  <a:cubicBezTo>
                    <a:pt x="623" y="712"/>
                    <a:pt x="619" y="715"/>
                    <a:pt x="615" y="717"/>
                  </a:cubicBezTo>
                  <a:cubicBezTo>
                    <a:pt x="610" y="721"/>
                    <a:pt x="605" y="724"/>
                    <a:pt x="600" y="723"/>
                  </a:cubicBezTo>
                  <a:cubicBezTo>
                    <a:pt x="596" y="722"/>
                    <a:pt x="592" y="717"/>
                    <a:pt x="589" y="710"/>
                  </a:cubicBezTo>
                  <a:cubicBezTo>
                    <a:pt x="587" y="706"/>
                    <a:pt x="584" y="701"/>
                    <a:pt x="580" y="696"/>
                  </a:cubicBezTo>
                  <a:cubicBezTo>
                    <a:pt x="575" y="688"/>
                    <a:pt x="569" y="679"/>
                    <a:pt x="566" y="669"/>
                  </a:cubicBezTo>
                  <a:cubicBezTo>
                    <a:pt x="565" y="668"/>
                    <a:pt x="565" y="668"/>
                    <a:pt x="565" y="667"/>
                  </a:cubicBezTo>
                  <a:cubicBezTo>
                    <a:pt x="565" y="665"/>
                    <a:pt x="567" y="662"/>
                    <a:pt x="568" y="659"/>
                  </a:cubicBezTo>
                  <a:cubicBezTo>
                    <a:pt x="570" y="656"/>
                    <a:pt x="571" y="653"/>
                    <a:pt x="571" y="650"/>
                  </a:cubicBezTo>
                  <a:cubicBezTo>
                    <a:pt x="571" y="650"/>
                    <a:pt x="571" y="650"/>
                    <a:pt x="571" y="650"/>
                  </a:cubicBezTo>
                  <a:cubicBezTo>
                    <a:pt x="570" y="646"/>
                    <a:pt x="567" y="643"/>
                    <a:pt x="565" y="641"/>
                  </a:cubicBezTo>
                  <a:cubicBezTo>
                    <a:pt x="562" y="637"/>
                    <a:pt x="559" y="634"/>
                    <a:pt x="559" y="631"/>
                  </a:cubicBezTo>
                  <a:cubicBezTo>
                    <a:pt x="559" y="631"/>
                    <a:pt x="559" y="630"/>
                    <a:pt x="559" y="630"/>
                  </a:cubicBezTo>
                  <a:cubicBezTo>
                    <a:pt x="559" y="630"/>
                    <a:pt x="559" y="630"/>
                    <a:pt x="559" y="630"/>
                  </a:cubicBezTo>
                  <a:cubicBezTo>
                    <a:pt x="558" y="625"/>
                    <a:pt x="558" y="621"/>
                    <a:pt x="558" y="618"/>
                  </a:cubicBezTo>
                  <a:cubicBezTo>
                    <a:pt x="558" y="611"/>
                    <a:pt x="560" y="608"/>
                    <a:pt x="561" y="607"/>
                  </a:cubicBezTo>
                  <a:cubicBezTo>
                    <a:pt x="562" y="606"/>
                    <a:pt x="562" y="606"/>
                    <a:pt x="563" y="606"/>
                  </a:cubicBezTo>
                  <a:cubicBezTo>
                    <a:pt x="563" y="605"/>
                    <a:pt x="563" y="605"/>
                    <a:pt x="563" y="604"/>
                  </a:cubicBezTo>
                  <a:cubicBezTo>
                    <a:pt x="563" y="604"/>
                    <a:pt x="563" y="604"/>
                    <a:pt x="563" y="604"/>
                  </a:cubicBezTo>
                  <a:cubicBezTo>
                    <a:pt x="562" y="603"/>
                    <a:pt x="561" y="603"/>
                    <a:pt x="561" y="603"/>
                  </a:cubicBezTo>
                  <a:cubicBezTo>
                    <a:pt x="561" y="603"/>
                    <a:pt x="560" y="603"/>
                    <a:pt x="560" y="603"/>
                  </a:cubicBezTo>
                  <a:cubicBezTo>
                    <a:pt x="560" y="602"/>
                    <a:pt x="560" y="601"/>
                    <a:pt x="560" y="600"/>
                  </a:cubicBezTo>
                  <a:cubicBezTo>
                    <a:pt x="561" y="598"/>
                    <a:pt x="561" y="596"/>
                    <a:pt x="561" y="594"/>
                  </a:cubicBezTo>
                  <a:cubicBezTo>
                    <a:pt x="561" y="592"/>
                    <a:pt x="561" y="590"/>
                    <a:pt x="559" y="589"/>
                  </a:cubicBezTo>
                  <a:cubicBezTo>
                    <a:pt x="557" y="588"/>
                    <a:pt x="557" y="588"/>
                    <a:pt x="557" y="588"/>
                  </a:cubicBezTo>
                  <a:cubicBezTo>
                    <a:pt x="556" y="588"/>
                    <a:pt x="556" y="588"/>
                    <a:pt x="556" y="588"/>
                  </a:cubicBezTo>
                  <a:cubicBezTo>
                    <a:pt x="555" y="588"/>
                    <a:pt x="555" y="589"/>
                    <a:pt x="555" y="589"/>
                  </a:cubicBezTo>
                  <a:cubicBezTo>
                    <a:pt x="554" y="598"/>
                    <a:pt x="544" y="606"/>
                    <a:pt x="529" y="605"/>
                  </a:cubicBezTo>
                  <a:cubicBezTo>
                    <a:pt x="520" y="605"/>
                    <a:pt x="515" y="602"/>
                    <a:pt x="510" y="598"/>
                  </a:cubicBezTo>
                  <a:cubicBezTo>
                    <a:pt x="505" y="595"/>
                    <a:pt x="501" y="592"/>
                    <a:pt x="495" y="592"/>
                  </a:cubicBezTo>
                  <a:cubicBezTo>
                    <a:pt x="489" y="592"/>
                    <a:pt x="485" y="595"/>
                    <a:pt x="481" y="598"/>
                  </a:cubicBezTo>
                  <a:cubicBezTo>
                    <a:pt x="476" y="602"/>
                    <a:pt x="470" y="605"/>
                    <a:pt x="461" y="605"/>
                  </a:cubicBezTo>
                  <a:cubicBezTo>
                    <a:pt x="444" y="607"/>
                    <a:pt x="437" y="604"/>
                    <a:pt x="435" y="596"/>
                  </a:cubicBezTo>
                  <a:cubicBezTo>
                    <a:pt x="435" y="595"/>
                    <a:pt x="435" y="595"/>
                    <a:pt x="434" y="595"/>
                  </a:cubicBezTo>
                  <a:cubicBezTo>
                    <a:pt x="429" y="595"/>
                    <a:pt x="418" y="595"/>
                    <a:pt x="417" y="598"/>
                  </a:cubicBezTo>
                  <a:cubicBezTo>
                    <a:pt x="417" y="599"/>
                    <a:pt x="417" y="600"/>
                    <a:pt x="419" y="601"/>
                  </a:cubicBezTo>
                  <a:cubicBezTo>
                    <a:pt x="424" y="604"/>
                    <a:pt x="431" y="611"/>
                    <a:pt x="432" y="618"/>
                  </a:cubicBezTo>
                  <a:cubicBezTo>
                    <a:pt x="432" y="623"/>
                    <a:pt x="429" y="628"/>
                    <a:pt x="423" y="632"/>
                  </a:cubicBezTo>
                  <a:cubicBezTo>
                    <a:pt x="416" y="636"/>
                    <a:pt x="411" y="637"/>
                    <a:pt x="410" y="637"/>
                  </a:cubicBezTo>
                  <a:cubicBezTo>
                    <a:pt x="409" y="637"/>
                    <a:pt x="408" y="638"/>
                    <a:pt x="407" y="639"/>
                  </a:cubicBezTo>
                  <a:cubicBezTo>
                    <a:pt x="407" y="640"/>
                    <a:pt x="408" y="640"/>
                    <a:pt x="409" y="641"/>
                  </a:cubicBezTo>
                  <a:cubicBezTo>
                    <a:pt x="410" y="643"/>
                    <a:pt x="412" y="645"/>
                    <a:pt x="416" y="649"/>
                  </a:cubicBezTo>
                  <a:cubicBezTo>
                    <a:pt x="426" y="663"/>
                    <a:pt x="415" y="680"/>
                    <a:pt x="405" y="696"/>
                  </a:cubicBezTo>
                  <a:cubicBezTo>
                    <a:pt x="400" y="702"/>
                    <a:pt x="400" y="702"/>
                    <a:pt x="400" y="702"/>
                  </a:cubicBezTo>
                  <a:cubicBezTo>
                    <a:pt x="395" y="713"/>
                    <a:pt x="395" y="713"/>
                    <a:pt x="395" y="713"/>
                  </a:cubicBezTo>
                  <a:cubicBezTo>
                    <a:pt x="388" y="726"/>
                    <a:pt x="384" y="734"/>
                    <a:pt x="367" y="727"/>
                  </a:cubicBezTo>
                  <a:cubicBezTo>
                    <a:pt x="366" y="726"/>
                    <a:pt x="365" y="727"/>
                    <a:pt x="365" y="727"/>
                  </a:cubicBezTo>
                  <a:cubicBezTo>
                    <a:pt x="365" y="728"/>
                    <a:pt x="365" y="729"/>
                    <a:pt x="365" y="729"/>
                  </a:cubicBezTo>
                  <a:cubicBezTo>
                    <a:pt x="374" y="739"/>
                    <a:pt x="378" y="748"/>
                    <a:pt x="377" y="756"/>
                  </a:cubicBezTo>
                  <a:cubicBezTo>
                    <a:pt x="375" y="766"/>
                    <a:pt x="366" y="771"/>
                    <a:pt x="365" y="771"/>
                  </a:cubicBezTo>
                  <a:cubicBezTo>
                    <a:pt x="365" y="771"/>
                    <a:pt x="332" y="794"/>
                    <a:pt x="308" y="792"/>
                  </a:cubicBezTo>
                  <a:cubicBezTo>
                    <a:pt x="290" y="791"/>
                    <a:pt x="290" y="791"/>
                    <a:pt x="290" y="791"/>
                  </a:cubicBezTo>
                  <a:cubicBezTo>
                    <a:pt x="267" y="791"/>
                    <a:pt x="240" y="790"/>
                    <a:pt x="234" y="770"/>
                  </a:cubicBezTo>
                  <a:cubicBezTo>
                    <a:pt x="234" y="770"/>
                    <a:pt x="233" y="769"/>
                    <a:pt x="233" y="769"/>
                  </a:cubicBezTo>
                  <a:cubicBezTo>
                    <a:pt x="232" y="769"/>
                    <a:pt x="231" y="770"/>
                    <a:pt x="231" y="770"/>
                  </a:cubicBezTo>
                  <a:cubicBezTo>
                    <a:pt x="230" y="773"/>
                    <a:pt x="227" y="775"/>
                    <a:pt x="223" y="777"/>
                  </a:cubicBezTo>
                  <a:cubicBezTo>
                    <a:pt x="204" y="783"/>
                    <a:pt x="160" y="769"/>
                    <a:pt x="137" y="754"/>
                  </a:cubicBezTo>
                  <a:cubicBezTo>
                    <a:pt x="133" y="751"/>
                    <a:pt x="128" y="748"/>
                    <a:pt x="124" y="745"/>
                  </a:cubicBezTo>
                  <a:cubicBezTo>
                    <a:pt x="112" y="737"/>
                    <a:pt x="103" y="731"/>
                    <a:pt x="108" y="712"/>
                  </a:cubicBezTo>
                  <a:cubicBezTo>
                    <a:pt x="111" y="701"/>
                    <a:pt x="120" y="694"/>
                    <a:pt x="130" y="688"/>
                  </a:cubicBezTo>
                  <a:cubicBezTo>
                    <a:pt x="139" y="682"/>
                    <a:pt x="149" y="675"/>
                    <a:pt x="151" y="664"/>
                  </a:cubicBezTo>
                  <a:cubicBezTo>
                    <a:pt x="152" y="663"/>
                    <a:pt x="151" y="663"/>
                    <a:pt x="151" y="662"/>
                  </a:cubicBezTo>
                  <a:cubicBezTo>
                    <a:pt x="150" y="662"/>
                    <a:pt x="149" y="662"/>
                    <a:pt x="149" y="662"/>
                  </a:cubicBezTo>
                  <a:cubicBezTo>
                    <a:pt x="128" y="682"/>
                    <a:pt x="89" y="690"/>
                    <a:pt x="65" y="671"/>
                  </a:cubicBezTo>
                  <a:cubicBezTo>
                    <a:pt x="51" y="659"/>
                    <a:pt x="47" y="639"/>
                    <a:pt x="42" y="621"/>
                  </a:cubicBezTo>
                  <a:cubicBezTo>
                    <a:pt x="38" y="604"/>
                    <a:pt x="38" y="604"/>
                    <a:pt x="38" y="604"/>
                  </a:cubicBezTo>
                  <a:cubicBezTo>
                    <a:pt x="29" y="573"/>
                    <a:pt x="22" y="541"/>
                    <a:pt x="35" y="521"/>
                  </a:cubicBezTo>
                  <a:cubicBezTo>
                    <a:pt x="43" y="510"/>
                    <a:pt x="57" y="504"/>
                    <a:pt x="79" y="502"/>
                  </a:cubicBezTo>
                  <a:cubicBezTo>
                    <a:pt x="80" y="502"/>
                    <a:pt x="81" y="502"/>
                    <a:pt x="81" y="501"/>
                  </a:cubicBezTo>
                  <a:cubicBezTo>
                    <a:pt x="81" y="500"/>
                    <a:pt x="80" y="499"/>
                    <a:pt x="80" y="499"/>
                  </a:cubicBezTo>
                  <a:cubicBezTo>
                    <a:pt x="66" y="496"/>
                    <a:pt x="66" y="496"/>
                    <a:pt x="66" y="496"/>
                  </a:cubicBezTo>
                  <a:cubicBezTo>
                    <a:pt x="66" y="496"/>
                    <a:pt x="66" y="496"/>
                    <a:pt x="66" y="496"/>
                  </a:cubicBezTo>
                  <a:cubicBezTo>
                    <a:pt x="42" y="494"/>
                    <a:pt x="13" y="481"/>
                    <a:pt x="7" y="462"/>
                  </a:cubicBezTo>
                  <a:cubicBezTo>
                    <a:pt x="1" y="438"/>
                    <a:pt x="2" y="417"/>
                    <a:pt x="11" y="405"/>
                  </a:cubicBezTo>
                  <a:cubicBezTo>
                    <a:pt x="18" y="396"/>
                    <a:pt x="29" y="392"/>
                    <a:pt x="43" y="392"/>
                  </a:cubicBezTo>
                  <a:cubicBezTo>
                    <a:pt x="44" y="392"/>
                    <a:pt x="44" y="392"/>
                    <a:pt x="44" y="391"/>
                  </a:cubicBezTo>
                  <a:cubicBezTo>
                    <a:pt x="44" y="390"/>
                    <a:pt x="44" y="389"/>
                    <a:pt x="43" y="389"/>
                  </a:cubicBezTo>
                  <a:cubicBezTo>
                    <a:pt x="14" y="377"/>
                    <a:pt x="15" y="370"/>
                    <a:pt x="21" y="341"/>
                  </a:cubicBezTo>
                  <a:cubicBezTo>
                    <a:pt x="22" y="336"/>
                    <a:pt x="22" y="336"/>
                    <a:pt x="22" y="336"/>
                  </a:cubicBezTo>
                  <a:cubicBezTo>
                    <a:pt x="27" y="303"/>
                    <a:pt x="39" y="292"/>
                    <a:pt x="68" y="277"/>
                  </a:cubicBezTo>
                  <a:cubicBezTo>
                    <a:pt x="69" y="277"/>
                    <a:pt x="69" y="276"/>
                    <a:pt x="69" y="276"/>
                  </a:cubicBezTo>
                  <a:cubicBezTo>
                    <a:pt x="69" y="275"/>
                    <a:pt x="68" y="274"/>
                    <a:pt x="68" y="274"/>
                  </a:cubicBezTo>
                  <a:cubicBezTo>
                    <a:pt x="49" y="270"/>
                    <a:pt x="45" y="255"/>
                    <a:pt x="46" y="244"/>
                  </a:cubicBezTo>
                  <a:cubicBezTo>
                    <a:pt x="47" y="214"/>
                    <a:pt x="77" y="174"/>
                    <a:pt x="101" y="171"/>
                  </a:cubicBezTo>
                  <a:cubicBezTo>
                    <a:pt x="102" y="171"/>
                    <a:pt x="102" y="170"/>
                    <a:pt x="102" y="170"/>
                  </a:cubicBezTo>
                  <a:cubicBezTo>
                    <a:pt x="102" y="169"/>
                    <a:pt x="102" y="169"/>
                    <a:pt x="102" y="168"/>
                  </a:cubicBezTo>
                  <a:cubicBezTo>
                    <a:pt x="96" y="156"/>
                    <a:pt x="101" y="143"/>
                    <a:pt x="106" y="135"/>
                  </a:cubicBezTo>
                  <a:cubicBezTo>
                    <a:pt x="119" y="113"/>
                    <a:pt x="148" y="98"/>
                    <a:pt x="171" y="99"/>
                  </a:cubicBezTo>
                  <a:cubicBezTo>
                    <a:pt x="185" y="99"/>
                    <a:pt x="196" y="106"/>
                    <a:pt x="202" y="118"/>
                  </a:cubicBezTo>
                  <a:cubicBezTo>
                    <a:pt x="203" y="119"/>
                    <a:pt x="203" y="119"/>
                    <a:pt x="204" y="119"/>
                  </a:cubicBezTo>
                  <a:cubicBezTo>
                    <a:pt x="205" y="119"/>
                    <a:pt x="205" y="118"/>
                    <a:pt x="205" y="118"/>
                  </a:cubicBezTo>
                  <a:cubicBezTo>
                    <a:pt x="207" y="110"/>
                    <a:pt x="207" y="110"/>
                    <a:pt x="207" y="110"/>
                  </a:cubicBezTo>
                  <a:cubicBezTo>
                    <a:pt x="207" y="110"/>
                    <a:pt x="207" y="100"/>
                    <a:pt x="207" y="100"/>
                  </a:cubicBezTo>
                  <a:cubicBezTo>
                    <a:pt x="207" y="86"/>
                    <a:pt x="206" y="72"/>
                    <a:pt x="213" y="65"/>
                  </a:cubicBezTo>
                  <a:cubicBezTo>
                    <a:pt x="218" y="59"/>
                    <a:pt x="231" y="56"/>
                    <a:pt x="242" y="54"/>
                  </a:cubicBezTo>
                  <a:cubicBezTo>
                    <a:pt x="256" y="51"/>
                    <a:pt x="256" y="51"/>
                    <a:pt x="256" y="51"/>
                  </a:cubicBezTo>
                  <a:cubicBezTo>
                    <a:pt x="258" y="50"/>
                    <a:pt x="258" y="50"/>
                    <a:pt x="258" y="50"/>
                  </a:cubicBezTo>
                  <a:cubicBezTo>
                    <a:pt x="297" y="37"/>
                    <a:pt x="312" y="32"/>
                    <a:pt x="335" y="73"/>
                  </a:cubicBezTo>
                  <a:cubicBezTo>
                    <a:pt x="336" y="73"/>
                    <a:pt x="336" y="74"/>
                    <a:pt x="337" y="73"/>
                  </a:cubicBezTo>
                  <a:close/>
                  <a:moveTo>
                    <a:pt x="923" y="545"/>
                  </a:moveTo>
                  <a:cubicBezTo>
                    <a:pt x="923" y="545"/>
                    <a:pt x="923" y="545"/>
                    <a:pt x="923" y="545"/>
                  </a:cubicBezTo>
                  <a:cubicBezTo>
                    <a:pt x="923" y="545"/>
                    <a:pt x="923" y="545"/>
                    <a:pt x="923" y="545"/>
                  </a:cubicBezTo>
                  <a:close/>
                  <a:moveTo>
                    <a:pt x="824" y="136"/>
                  </a:moveTo>
                  <a:cubicBezTo>
                    <a:pt x="824" y="136"/>
                    <a:pt x="824" y="136"/>
                    <a:pt x="824" y="136"/>
                  </a:cubicBezTo>
                  <a:cubicBezTo>
                    <a:pt x="824" y="137"/>
                    <a:pt x="824" y="137"/>
                    <a:pt x="824" y="137"/>
                  </a:cubicBezTo>
                  <a:cubicBezTo>
                    <a:pt x="824" y="137"/>
                    <a:pt x="824" y="137"/>
                    <a:pt x="824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1" name="Freeform 81">
              <a:extLst>
                <a:ext uri="{FF2B5EF4-FFF2-40B4-BE49-F238E27FC236}">
                  <a16:creationId xmlns:a16="http://schemas.microsoft.com/office/drawing/2014/main" id="{A97557F0-17C6-4552-86BD-E22001240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447"/>
              <a:ext cx="98" cy="439"/>
            </a:xfrm>
            <a:custGeom>
              <a:avLst/>
              <a:gdLst>
                <a:gd name="T0" fmla="*/ 440 w 33"/>
                <a:gd name="T1" fmla="*/ 0 h 139"/>
                <a:gd name="T2" fmla="*/ 0 w 33"/>
                <a:gd name="T3" fmla="*/ 568 h 139"/>
                <a:gd name="T4" fmla="*/ 211 w 33"/>
                <a:gd name="T5" fmla="*/ 3869 h 139"/>
                <a:gd name="T6" fmla="*/ 627 w 33"/>
                <a:gd name="T7" fmla="*/ 4030 h 139"/>
                <a:gd name="T8" fmla="*/ 864 w 33"/>
                <a:gd name="T9" fmla="*/ 379 h 139"/>
                <a:gd name="T10" fmla="*/ 440 w 33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39">
                  <a:moveTo>
                    <a:pt x="17" y="0"/>
                  </a:moveTo>
                  <a:cubicBezTo>
                    <a:pt x="8" y="0"/>
                    <a:pt x="0" y="4"/>
                    <a:pt x="0" y="18"/>
                  </a:cubicBezTo>
                  <a:cubicBezTo>
                    <a:pt x="1" y="33"/>
                    <a:pt x="8" y="107"/>
                    <a:pt x="8" y="123"/>
                  </a:cubicBezTo>
                  <a:cubicBezTo>
                    <a:pt x="8" y="139"/>
                    <a:pt x="24" y="128"/>
                    <a:pt x="24" y="128"/>
                  </a:cubicBezTo>
                  <a:cubicBezTo>
                    <a:pt x="24" y="128"/>
                    <a:pt x="33" y="19"/>
                    <a:pt x="33" y="12"/>
                  </a:cubicBezTo>
                  <a:cubicBezTo>
                    <a:pt x="32" y="6"/>
                    <a:pt x="25" y="0"/>
                    <a:pt x="17" y="0"/>
                  </a:cubicBezTo>
                  <a:close/>
                </a:path>
              </a:pathLst>
            </a:custGeom>
            <a:solidFill>
              <a:srgbClr val="897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2" name="Freeform 82">
              <a:extLst>
                <a:ext uri="{FF2B5EF4-FFF2-40B4-BE49-F238E27FC236}">
                  <a16:creationId xmlns:a16="http://schemas.microsoft.com/office/drawing/2014/main" id="{CD7333B8-989B-4509-BC34-660EEF67D6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91" y="2444"/>
              <a:ext cx="107" cy="429"/>
            </a:xfrm>
            <a:custGeom>
              <a:avLst/>
              <a:gdLst>
                <a:gd name="T0" fmla="*/ 107 w 36"/>
                <a:gd name="T1" fmla="*/ 158 h 136"/>
                <a:gd name="T2" fmla="*/ 0 w 36"/>
                <a:gd name="T3" fmla="*/ 596 h 136"/>
                <a:gd name="T4" fmla="*/ 80 w 36"/>
                <a:gd name="T5" fmla="*/ 1949 h 136"/>
                <a:gd name="T6" fmla="*/ 211 w 36"/>
                <a:gd name="T7" fmla="*/ 3889 h 136"/>
                <a:gd name="T8" fmla="*/ 318 w 36"/>
                <a:gd name="T9" fmla="*/ 4180 h 136"/>
                <a:gd name="T10" fmla="*/ 681 w 36"/>
                <a:gd name="T11" fmla="*/ 4079 h 136"/>
                <a:gd name="T12" fmla="*/ 681 w 36"/>
                <a:gd name="T13" fmla="*/ 4050 h 136"/>
                <a:gd name="T14" fmla="*/ 918 w 36"/>
                <a:gd name="T15" fmla="*/ 407 h 136"/>
                <a:gd name="T16" fmla="*/ 479 w 36"/>
                <a:gd name="T17" fmla="*/ 0 h 136"/>
                <a:gd name="T18" fmla="*/ 107 w 36"/>
                <a:gd name="T19" fmla="*/ 158 h 136"/>
                <a:gd name="T20" fmla="*/ 345 w 36"/>
                <a:gd name="T21" fmla="*/ 4110 h 136"/>
                <a:gd name="T22" fmla="*/ 291 w 36"/>
                <a:gd name="T23" fmla="*/ 3889 h 136"/>
                <a:gd name="T24" fmla="*/ 161 w 36"/>
                <a:gd name="T25" fmla="*/ 1949 h 136"/>
                <a:gd name="T26" fmla="*/ 80 w 36"/>
                <a:gd name="T27" fmla="*/ 596 h 136"/>
                <a:gd name="T28" fmla="*/ 161 w 36"/>
                <a:gd name="T29" fmla="*/ 218 h 136"/>
                <a:gd name="T30" fmla="*/ 479 w 36"/>
                <a:gd name="T31" fmla="*/ 88 h 136"/>
                <a:gd name="T32" fmla="*/ 838 w 36"/>
                <a:gd name="T33" fmla="*/ 438 h 136"/>
                <a:gd name="T34" fmla="*/ 838 w 36"/>
                <a:gd name="T35" fmla="*/ 438 h 136"/>
                <a:gd name="T36" fmla="*/ 600 w 36"/>
                <a:gd name="T37" fmla="*/ 4019 h 136"/>
                <a:gd name="T38" fmla="*/ 345 w 36"/>
                <a:gd name="T39" fmla="*/ 4110 h 1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" h="136">
                  <a:moveTo>
                    <a:pt x="4" y="5"/>
                  </a:moveTo>
                  <a:cubicBezTo>
                    <a:pt x="1" y="8"/>
                    <a:pt x="0" y="13"/>
                    <a:pt x="0" y="19"/>
                  </a:cubicBezTo>
                  <a:cubicBezTo>
                    <a:pt x="0" y="26"/>
                    <a:pt x="2" y="43"/>
                    <a:pt x="3" y="62"/>
                  </a:cubicBezTo>
                  <a:cubicBezTo>
                    <a:pt x="5" y="87"/>
                    <a:pt x="8" y="115"/>
                    <a:pt x="8" y="124"/>
                  </a:cubicBezTo>
                  <a:cubicBezTo>
                    <a:pt x="8" y="129"/>
                    <a:pt x="9" y="132"/>
                    <a:pt x="12" y="133"/>
                  </a:cubicBezTo>
                  <a:cubicBezTo>
                    <a:pt x="17" y="136"/>
                    <a:pt x="25" y="131"/>
                    <a:pt x="26" y="130"/>
                  </a:cubicBezTo>
                  <a:cubicBezTo>
                    <a:pt x="26" y="130"/>
                    <a:pt x="26" y="129"/>
                    <a:pt x="26" y="129"/>
                  </a:cubicBezTo>
                  <a:cubicBezTo>
                    <a:pt x="27" y="124"/>
                    <a:pt x="36" y="20"/>
                    <a:pt x="35" y="13"/>
                  </a:cubicBezTo>
                  <a:cubicBezTo>
                    <a:pt x="35" y="6"/>
                    <a:pt x="27" y="0"/>
                    <a:pt x="18" y="0"/>
                  </a:cubicBezTo>
                  <a:cubicBezTo>
                    <a:pt x="12" y="0"/>
                    <a:pt x="7" y="1"/>
                    <a:pt x="4" y="5"/>
                  </a:cubicBezTo>
                  <a:close/>
                  <a:moveTo>
                    <a:pt x="13" y="131"/>
                  </a:moveTo>
                  <a:cubicBezTo>
                    <a:pt x="11" y="130"/>
                    <a:pt x="11" y="127"/>
                    <a:pt x="11" y="124"/>
                  </a:cubicBezTo>
                  <a:cubicBezTo>
                    <a:pt x="11" y="115"/>
                    <a:pt x="8" y="87"/>
                    <a:pt x="6" y="62"/>
                  </a:cubicBezTo>
                  <a:cubicBezTo>
                    <a:pt x="5" y="43"/>
                    <a:pt x="3" y="26"/>
                    <a:pt x="3" y="19"/>
                  </a:cubicBezTo>
                  <a:cubicBezTo>
                    <a:pt x="3" y="14"/>
                    <a:pt x="4" y="9"/>
                    <a:pt x="6" y="7"/>
                  </a:cubicBezTo>
                  <a:cubicBezTo>
                    <a:pt x="9" y="4"/>
                    <a:pt x="12" y="3"/>
                    <a:pt x="18" y="3"/>
                  </a:cubicBezTo>
                  <a:cubicBezTo>
                    <a:pt x="25" y="3"/>
                    <a:pt x="32" y="8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23"/>
                    <a:pt x="27" y="91"/>
                    <a:pt x="23" y="128"/>
                  </a:cubicBezTo>
                  <a:cubicBezTo>
                    <a:pt x="21" y="129"/>
                    <a:pt x="16" y="132"/>
                    <a:pt x="13" y="1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3" name="Freeform 83">
              <a:extLst>
                <a:ext uri="{FF2B5EF4-FFF2-40B4-BE49-F238E27FC236}">
                  <a16:creationId xmlns:a16="http://schemas.microsoft.com/office/drawing/2014/main" id="{2BF7F806-6777-45DF-A9DF-76F45BED6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326"/>
              <a:ext cx="33" cy="212"/>
            </a:xfrm>
            <a:custGeom>
              <a:avLst/>
              <a:gdLst>
                <a:gd name="T0" fmla="*/ 54 w 11"/>
                <a:gd name="T1" fmla="*/ 250 h 67"/>
                <a:gd name="T2" fmla="*/ 108 w 11"/>
                <a:gd name="T3" fmla="*/ 1804 h 67"/>
                <a:gd name="T4" fmla="*/ 243 w 11"/>
                <a:gd name="T5" fmla="*/ 1772 h 67"/>
                <a:gd name="T6" fmla="*/ 108 w 11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7">
                  <a:moveTo>
                    <a:pt x="2" y="8"/>
                  </a:moveTo>
                  <a:cubicBezTo>
                    <a:pt x="2" y="23"/>
                    <a:pt x="0" y="42"/>
                    <a:pt x="4" y="57"/>
                  </a:cubicBezTo>
                  <a:cubicBezTo>
                    <a:pt x="6" y="66"/>
                    <a:pt x="11" y="67"/>
                    <a:pt x="9" y="56"/>
                  </a:cubicBezTo>
                  <a:cubicBezTo>
                    <a:pt x="5" y="39"/>
                    <a:pt x="9" y="16"/>
                    <a:pt x="4" y="0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4" name="Freeform 84">
              <a:extLst>
                <a:ext uri="{FF2B5EF4-FFF2-40B4-BE49-F238E27FC236}">
                  <a16:creationId xmlns:a16="http://schemas.microsoft.com/office/drawing/2014/main" id="{F2DCC978-0292-49D2-8203-D593DF251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20"/>
              <a:ext cx="39" cy="214"/>
            </a:xfrm>
            <a:custGeom>
              <a:avLst/>
              <a:gdLst>
                <a:gd name="T0" fmla="*/ 108 w 13"/>
                <a:gd name="T1" fmla="*/ 0 h 68"/>
                <a:gd name="T2" fmla="*/ 81 w 13"/>
                <a:gd name="T3" fmla="*/ 60 h 68"/>
                <a:gd name="T4" fmla="*/ 162 w 13"/>
                <a:gd name="T5" fmla="*/ 1001 h 68"/>
                <a:gd name="T6" fmla="*/ 216 w 13"/>
                <a:gd name="T7" fmla="*/ 1813 h 68"/>
                <a:gd name="T8" fmla="*/ 243 w 13"/>
                <a:gd name="T9" fmla="*/ 1992 h 68"/>
                <a:gd name="T10" fmla="*/ 162 w 13"/>
                <a:gd name="T11" fmla="*/ 1841 h 68"/>
                <a:gd name="T12" fmla="*/ 108 w 13"/>
                <a:gd name="T13" fmla="*/ 784 h 68"/>
                <a:gd name="T14" fmla="*/ 135 w 13"/>
                <a:gd name="T15" fmla="*/ 308 h 68"/>
                <a:gd name="T16" fmla="*/ 81 w 13"/>
                <a:gd name="T17" fmla="*/ 277 h 68"/>
                <a:gd name="T18" fmla="*/ 54 w 13"/>
                <a:gd name="T19" fmla="*/ 308 h 68"/>
                <a:gd name="T20" fmla="*/ 27 w 13"/>
                <a:gd name="T21" fmla="*/ 784 h 68"/>
                <a:gd name="T22" fmla="*/ 81 w 13"/>
                <a:gd name="T23" fmla="*/ 1873 h 68"/>
                <a:gd name="T24" fmla="*/ 270 w 13"/>
                <a:gd name="T25" fmla="*/ 2090 h 68"/>
                <a:gd name="T26" fmla="*/ 297 w 13"/>
                <a:gd name="T27" fmla="*/ 1813 h 68"/>
                <a:gd name="T28" fmla="*/ 243 w 13"/>
                <a:gd name="T29" fmla="*/ 1001 h 68"/>
                <a:gd name="T30" fmla="*/ 162 w 13"/>
                <a:gd name="T31" fmla="*/ 28 h 68"/>
                <a:gd name="T32" fmla="*/ 108 w 13"/>
                <a:gd name="T33" fmla="*/ 0 h 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" h="68">
                  <a:moveTo>
                    <a:pt x="4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6" y="11"/>
                    <a:pt x="6" y="22"/>
                    <a:pt x="6" y="32"/>
                  </a:cubicBezTo>
                  <a:cubicBezTo>
                    <a:pt x="7" y="41"/>
                    <a:pt x="7" y="50"/>
                    <a:pt x="8" y="58"/>
                  </a:cubicBezTo>
                  <a:cubicBezTo>
                    <a:pt x="9" y="62"/>
                    <a:pt x="9" y="64"/>
                    <a:pt x="9" y="64"/>
                  </a:cubicBezTo>
                  <a:cubicBezTo>
                    <a:pt x="8" y="64"/>
                    <a:pt x="7" y="63"/>
                    <a:pt x="6" y="59"/>
                  </a:cubicBezTo>
                  <a:cubicBezTo>
                    <a:pt x="3" y="49"/>
                    <a:pt x="4" y="37"/>
                    <a:pt x="4" y="25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9"/>
                    <a:pt x="4" y="9"/>
                    <a:pt x="3" y="9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36"/>
                    <a:pt x="0" y="49"/>
                    <a:pt x="3" y="60"/>
                  </a:cubicBezTo>
                  <a:cubicBezTo>
                    <a:pt x="4" y="65"/>
                    <a:pt x="7" y="68"/>
                    <a:pt x="10" y="67"/>
                  </a:cubicBezTo>
                  <a:cubicBezTo>
                    <a:pt x="11" y="67"/>
                    <a:pt x="13" y="65"/>
                    <a:pt x="11" y="58"/>
                  </a:cubicBezTo>
                  <a:cubicBezTo>
                    <a:pt x="10" y="50"/>
                    <a:pt x="10" y="41"/>
                    <a:pt x="9" y="32"/>
                  </a:cubicBezTo>
                  <a:cubicBezTo>
                    <a:pt x="9" y="21"/>
                    <a:pt x="9" y="10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5" name="Freeform 85">
              <a:extLst>
                <a:ext uri="{FF2B5EF4-FFF2-40B4-BE49-F238E27FC236}">
                  <a16:creationId xmlns:a16="http://schemas.microsoft.com/office/drawing/2014/main" id="{B1CDFF23-9A36-4AFE-A796-A9AC423E5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193"/>
              <a:ext cx="62" cy="130"/>
            </a:xfrm>
            <a:custGeom>
              <a:avLst/>
              <a:gdLst>
                <a:gd name="T0" fmla="*/ 103 w 21"/>
                <a:gd name="T1" fmla="*/ 32 h 41"/>
                <a:gd name="T2" fmla="*/ 210 w 21"/>
                <a:gd name="T3" fmla="*/ 1306 h 41"/>
                <a:gd name="T4" fmla="*/ 156 w 21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1">
                  <a:moveTo>
                    <a:pt x="4" y="1"/>
                  </a:moveTo>
                  <a:cubicBezTo>
                    <a:pt x="8" y="12"/>
                    <a:pt x="0" y="34"/>
                    <a:pt x="8" y="41"/>
                  </a:cubicBezTo>
                  <a:cubicBezTo>
                    <a:pt x="21" y="38"/>
                    <a:pt x="8" y="9"/>
                    <a:pt x="6" y="0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6" name="Freeform 86">
              <a:extLst>
                <a:ext uri="{FF2B5EF4-FFF2-40B4-BE49-F238E27FC236}">
                  <a16:creationId xmlns:a16="http://schemas.microsoft.com/office/drawing/2014/main" id="{2A6EB334-C686-460D-8AAD-8610E8A38A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2" y="1187"/>
              <a:ext cx="44" cy="139"/>
            </a:xfrm>
            <a:custGeom>
              <a:avLst/>
              <a:gdLst>
                <a:gd name="T0" fmla="*/ 103 w 15"/>
                <a:gd name="T1" fmla="*/ 28 h 44"/>
                <a:gd name="T2" fmla="*/ 76 w 15"/>
                <a:gd name="T3" fmla="*/ 60 h 44"/>
                <a:gd name="T4" fmla="*/ 76 w 15"/>
                <a:gd name="T5" fmla="*/ 60 h 44"/>
                <a:gd name="T6" fmla="*/ 53 w 15"/>
                <a:gd name="T7" fmla="*/ 60 h 44"/>
                <a:gd name="T8" fmla="*/ 26 w 15"/>
                <a:gd name="T9" fmla="*/ 130 h 44"/>
                <a:gd name="T10" fmla="*/ 26 w 15"/>
                <a:gd name="T11" fmla="*/ 660 h 44"/>
                <a:gd name="T12" fmla="*/ 129 w 15"/>
                <a:gd name="T13" fmla="*/ 1387 h 44"/>
                <a:gd name="T14" fmla="*/ 155 w 15"/>
                <a:gd name="T15" fmla="*/ 1387 h 44"/>
                <a:gd name="T16" fmla="*/ 276 w 15"/>
                <a:gd name="T17" fmla="*/ 1257 h 44"/>
                <a:gd name="T18" fmla="*/ 197 w 15"/>
                <a:gd name="T19" fmla="*/ 351 h 44"/>
                <a:gd name="T20" fmla="*/ 155 w 15"/>
                <a:gd name="T21" fmla="*/ 60 h 44"/>
                <a:gd name="T22" fmla="*/ 103 w 15"/>
                <a:gd name="T23" fmla="*/ 28 h 44"/>
                <a:gd name="T24" fmla="*/ 103 w 15"/>
                <a:gd name="T25" fmla="*/ 979 h 44"/>
                <a:gd name="T26" fmla="*/ 103 w 15"/>
                <a:gd name="T27" fmla="*/ 660 h 44"/>
                <a:gd name="T28" fmla="*/ 129 w 15"/>
                <a:gd name="T29" fmla="*/ 351 h 44"/>
                <a:gd name="T30" fmla="*/ 129 w 15"/>
                <a:gd name="T31" fmla="*/ 319 h 44"/>
                <a:gd name="T32" fmla="*/ 155 w 15"/>
                <a:gd name="T33" fmla="*/ 379 h 44"/>
                <a:gd name="T34" fmla="*/ 249 w 15"/>
                <a:gd name="T35" fmla="*/ 1039 h 44"/>
                <a:gd name="T36" fmla="*/ 223 w 15"/>
                <a:gd name="T37" fmla="*/ 1229 h 44"/>
                <a:gd name="T38" fmla="*/ 155 w 15"/>
                <a:gd name="T39" fmla="*/ 1298 h 44"/>
                <a:gd name="T40" fmla="*/ 103 w 15"/>
                <a:gd name="T41" fmla="*/ 979 h 4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" h="44">
                  <a:moveTo>
                    <a:pt x="4" y="1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3" y="8"/>
                    <a:pt x="2" y="15"/>
                    <a:pt x="1" y="21"/>
                  </a:cubicBezTo>
                  <a:cubicBezTo>
                    <a:pt x="0" y="31"/>
                    <a:pt x="0" y="40"/>
                    <a:pt x="5" y="44"/>
                  </a:cubicBezTo>
                  <a:cubicBezTo>
                    <a:pt x="5" y="44"/>
                    <a:pt x="6" y="44"/>
                    <a:pt x="6" y="44"/>
                  </a:cubicBezTo>
                  <a:cubicBezTo>
                    <a:pt x="8" y="44"/>
                    <a:pt x="10" y="42"/>
                    <a:pt x="11" y="40"/>
                  </a:cubicBezTo>
                  <a:cubicBezTo>
                    <a:pt x="15" y="34"/>
                    <a:pt x="11" y="21"/>
                    <a:pt x="8" y="1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4" y="1"/>
                  </a:cubicBezTo>
                  <a:close/>
                  <a:moveTo>
                    <a:pt x="4" y="31"/>
                  </a:moveTo>
                  <a:cubicBezTo>
                    <a:pt x="4" y="28"/>
                    <a:pt x="4" y="25"/>
                    <a:pt x="4" y="21"/>
                  </a:cubicBezTo>
                  <a:cubicBezTo>
                    <a:pt x="5" y="18"/>
                    <a:pt x="5" y="14"/>
                    <a:pt x="5" y="11"/>
                  </a:cubicBezTo>
                  <a:cubicBezTo>
                    <a:pt x="5" y="11"/>
                    <a:pt x="5" y="10"/>
                    <a:pt x="5" y="10"/>
                  </a:cubicBezTo>
                  <a:cubicBezTo>
                    <a:pt x="5" y="11"/>
                    <a:pt x="6" y="12"/>
                    <a:pt x="6" y="12"/>
                  </a:cubicBezTo>
                  <a:cubicBezTo>
                    <a:pt x="7" y="19"/>
                    <a:pt x="10" y="27"/>
                    <a:pt x="10" y="33"/>
                  </a:cubicBezTo>
                  <a:cubicBezTo>
                    <a:pt x="10" y="35"/>
                    <a:pt x="10" y="37"/>
                    <a:pt x="9" y="39"/>
                  </a:cubicBezTo>
                  <a:cubicBezTo>
                    <a:pt x="8" y="40"/>
                    <a:pt x="7" y="40"/>
                    <a:pt x="6" y="41"/>
                  </a:cubicBezTo>
                  <a:cubicBezTo>
                    <a:pt x="4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7" name="Freeform 87">
              <a:extLst>
                <a:ext uri="{FF2B5EF4-FFF2-40B4-BE49-F238E27FC236}">
                  <a16:creationId xmlns:a16="http://schemas.microsoft.com/office/drawing/2014/main" id="{261921B3-3878-4980-82BA-F830D1AD6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273"/>
              <a:ext cx="116" cy="88"/>
            </a:xfrm>
            <a:custGeom>
              <a:avLst/>
              <a:gdLst>
                <a:gd name="T0" fmla="*/ 1026 w 39"/>
                <a:gd name="T1" fmla="*/ 189 h 28"/>
                <a:gd name="T2" fmla="*/ 27 w 39"/>
                <a:gd name="T3" fmla="*/ 405 h 28"/>
                <a:gd name="T4" fmla="*/ 547 w 39"/>
                <a:gd name="T5" fmla="*/ 594 h 28"/>
                <a:gd name="T6" fmla="*/ 973 w 39"/>
                <a:gd name="T7" fmla="*/ 52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39" y="6"/>
                  </a:moveTo>
                  <a:cubicBezTo>
                    <a:pt x="34" y="28"/>
                    <a:pt x="4" y="0"/>
                    <a:pt x="1" y="13"/>
                  </a:cubicBezTo>
                  <a:cubicBezTo>
                    <a:pt x="0" y="21"/>
                    <a:pt x="17" y="18"/>
                    <a:pt x="21" y="19"/>
                  </a:cubicBezTo>
                  <a:cubicBezTo>
                    <a:pt x="28" y="20"/>
                    <a:pt x="31" y="25"/>
                    <a:pt x="37" y="17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8" name="Freeform 88">
              <a:extLst>
                <a:ext uri="{FF2B5EF4-FFF2-40B4-BE49-F238E27FC236}">
                  <a16:creationId xmlns:a16="http://schemas.microsoft.com/office/drawing/2014/main" id="{6AA35C06-644A-4A56-BA35-30ECB0C4C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288"/>
              <a:ext cx="124" cy="63"/>
            </a:xfrm>
            <a:custGeom>
              <a:avLst/>
              <a:gdLst>
                <a:gd name="T0" fmla="*/ 1004 w 42"/>
                <a:gd name="T1" fmla="*/ 28 h 20"/>
                <a:gd name="T2" fmla="*/ 898 w 42"/>
                <a:gd name="T3" fmla="*/ 249 h 20"/>
                <a:gd name="T4" fmla="*/ 461 w 42"/>
                <a:gd name="T5" fmla="*/ 189 h 20"/>
                <a:gd name="T6" fmla="*/ 103 w 42"/>
                <a:gd name="T7" fmla="*/ 129 h 20"/>
                <a:gd name="T8" fmla="*/ 27 w 42"/>
                <a:gd name="T9" fmla="*/ 249 h 20"/>
                <a:gd name="T10" fmla="*/ 53 w 42"/>
                <a:gd name="T11" fmla="*/ 378 h 20"/>
                <a:gd name="T12" fmla="*/ 437 w 42"/>
                <a:gd name="T13" fmla="*/ 466 h 20"/>
                <a:gd name="T14" fmla="*/ 567 w 42"/>
                <a:gd name="T15" fmla="*/ 466 h 20"/>
                <a:gd name="T16" fmla="*/ 697 w 42"/>
                <a:gd name="T17" fmla="*/ 536 h 20"/>
                <a:gd name="T18" fmla="*/ 1004 w 42"/>
                <a:gd name="T19" fmla="*/ 406 h 20"/>
                <a:gd name="T20" fmla="*/ 1004 w 42"/>
                <a:gd name="T21" fmla="*/ 347 h 20"/>
                <a:gd name="T22" fmla="*/ 951 w 42"/>
                <a:gd name="T23" fmla="*/ 347 h 20"/>
                <a:gd name="T24" fmla="*/ 723 w 42"/>
                <a:gd name="T25" fmla="*/ 438 h 20"/>
                <a:gd name="T26" fmla="*/ 567 w 42"/>
                <a:gd name="T27" fmla="*/ 378 h 20"/>
                <a:gd name="T28" fmla="*/ 437 w 42"/>
                <a:gd name="T29" fmla="*/ 378 h 20"/>
                <a:gd name="T30" fmla="*/ 103 w 42"/>
                <a:gd name="T31" fmla="*/ 318 h 20"/>
                <a:gd name="T32" fmla="*/ 103 w 42"/>
                <a:gd name="T33" fmla="*/ 277 h 20"/>
                <a:gd name="T34" fmla="*/ 130 w 42"/>
                <a:gd name="T35" fmla="*/ 217 h 20"/>
                <a:gd name="T36" fmla="*/ 437 w 42"/>
                <a:gd name="T37" fmla="*/ 277 h 20"/>
                <a:gd name="T38" fmla="*/ 924 w 42"/>
                <a:gd name="T39" fmla="*/ 318 h 20"/>
                <a:gd name="T40" fmla="*/ 1081 w 42"/>
                <a:gd name="T41" fmla="*/ 60 h 20"/>
                <a:gd name="T42" fmla="*/ 1054 w 42"/>
                <a:gd name="T43" fmla="*/ 0 h 20"/>
                <a:gd name="T44" fmla="*/ 1004 w 42"/>
                <a:gd name="T45" fmla="*/ 28 h 2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" h="20">
                  <a:moveTo>
                    <a:pt x="39" y="1"/>
                  </a:moveTo>
                  <a:cubicBezTo>
                    <a:pt x="38" y="4"/>
                    <a:pt x="37" y="6"/>
                    <a:pt x="35" y="8"/>
                  </a:cubicBezTo>
                  <a:cubicBezTo>
                    <a:pt x="30" y="10"/>
                    <a:pt x="24" y="8"/>
                    <a:pt x="18" y="6"/>
                  </a:cubicBezTo>
                  <a:cubicBezTo>
                    <a:pt x="12" y="4"/>
                    <a:pt x="7" y="2"/>
                    <a:pt x="4" y="4"/>
                  </a:cubicBezTo>
                  <a:cubicBezTo>
                    <a:pt x="2" y="5"/>
                    <a:pt x="1" y="6"/>
                    <a:pt x="1" y="8"/>
                  </a:cubicBezTo>
                  <a:cubicBezTo>
                    <a:pt x="0" y="10"/>
                    <a:pt x="1" y="11"/>
                    <a:pt x="2" y="12"/>
                  </a:cubicBezTo>
                  <a:cubicBezTo>
                    <a:pt x="4" y="15"/>
                    <a:pt x="11" y="15"/>
                    <a:pt x="17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31" y="18"/>
                    <a:pt x="34" y="20"/>
                    <a:pt x="39" y="13"/>
                  </a:cubicBezTo>
                  <a:cubicBezTo>
                    <a:pt x="40" y="13"/>
                    <a:pt x="40" y="12"/>
                    <a:pt x="39" y="11"/>
                  </a:cubicBezTo>
                  <a:cubicBezTo>
                    <a:pt x="39" y="11"/>
                    <a:pt x="38" y="11"/>
                    <a:pt x="37" y="11"/>
                  </a:cubicBezTo>
                  <a:cubicBezTo>
                    <a:pt x="33" y="16"/>
                    <a:pt x="32" y="15"/>
                    <a:pt x="28" y="14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3" y="12"/>
                    <a:pt x="6" y="12"/>
                    <a:pt x="4" y="10"/>
                  </a:cubicBezTo>
                  <a:cubicBezTo>
                    <a:pt x="4" y="10"/>
                    <a:pt x="4" y="9"/>
                    <a:pt x="4" y="9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7" y="5"/>
                    <a:pt x="12" y="7"/>
                    <a:pt x="17" y="9"/>
                  </a:cubicBezTo>
                  <a:cubicBezTo>
                    <a:pt x="23" y="11"/>
                    <a:pt x="31" y="13"/>
                    <a:pt x="36" y="10"/>
                  </a:cubicBezTo>
                  <a:cubicBezTo>
                    <a:pt x="39" y="9"/>
                    <a:pt x="41" y="6"/>
                    <a:pt x="42" y="2"/>
                  </a:cubicBezTo>
                  <a:cubicBezTo>
                    <a:pt x="42" y="1"/>
                    <a:pt x="42" y="0"/>
                    <a:pt x="41" y="0"/>
                  </a:cubicBezTo>
                  <a:cubicBezTo>
                    <a:pt x="40" y="0"/>
                    <a:pt x="39" y="0"/>
                    <a:pt x="3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9" name="Freeform 89">
              <a:extLst>
                <a:ext uri="{FF2B5EF4-FFF2-40B4-BE49-F238E27FC236}">
                  <a16:creationId xmlns:a16="http://schemas.microsoft.com/office/drawing/2014/main" id="{750D3590-EEF5-4F27-93B3-97204141C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664"/>
              <a:ext cx="254" cy="328"/>
            </a:xfrm>
            <a:custGeom>
              <a:avLst/>
              <a:gdLst>
                <a:gd name="T0" fmla="*/ 2162 w 86"/>
                <a:gd name="T1" fmla="*/ 0 h 104"/>
                <a:gd name="T2" fmla="*/ 1465 w 86"/>
                <a:gd name="T3" fmla="*/ 1252 h 104"/>
                <a:gd name="T4" fmla="*/ 437 w 86"/>
                <a:gd name="T5" fmla="*/ 2129 h 104"/>
                <a:gd name="T6" fmla="*/ 0 w 86"/>
                <a:gd name="T7" fmla="*/ 2946 h 104"/>
                <a:gd name="T8" fmla="*/ 1081 w 86"/>
                <a:gd name="T9" fmla="*/ 2069 h 104"/>
                <a:gd name="T10" fmla="*/ 2215 w 86"/>
                <a:gd name="T11" fmla="*/ 628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04">
                  <a:moveTo>
                    <a:pt x="84" y="0"/>
                  </a:moveTo>
                  <a:cubicBezTo>
                    <a:pt x="81" y="12"/>
                    <a:pt x="65" y="33"/>
                    <a:pt x="57" y="40"/>
                  </a:cubicBezTo>
                  <a:cubicBezTo>
                    <a:pt x="45" y="51"/>
                    <a:pt x="29" y="59"/>
                    <a:pt x="17" y="68"/>
                  </a:cubicBezTo>
                  <a:cubicBezTo>
                    <a:pt x="10" y="74"/>
                    <a:pt x="0" y="93"/>
                    <a:pt x="0" y="94"/>
                  </a:cubicBezTo>
                  <a:cubicBezTo>
                    <a:pt x="4" y="104"/>
                    <a:pt x="26" y="80"/>
                    <a:pt x="42" y="66"/>
                  </a:cubicBezTo>
                  <a:cubicBezTo>
                    <a:pt x="57" y="52"/>
                    <a:pt x="78" y="40"/>
                    <a:pt x="86" y="20"/>
                  </a:cubicBezTo>
                </a:path>
              </a:pathLst>
            </a:custGeom>
            <a:solidFill>
              <a:srgbClr val="195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0" name="Freeform 90">
              <a:extLst>
                <a:ext uri="{FF2B5EF4-FFF2-40B4-BE49-F238E27FC236}">
                  <a16:creationId xmlns:a16="http://schemas.microsoft.com/office/drawing/2014/main" id="{3B5A7C22-9741-438C-8126-977401CAB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658"/>
              <a:ext cx="265" cy="319"/>
            </a:xfrm>
            <a:custGeom>
              <a:avLst/>
              <a:gdLst>
                <a:gd name="T0" fmla="*/ 2141 w 90"/>
                <a:gd name="T1" fmla="*/ 60 h 101"/>
                <a:gd name="T2" fmla="*/ 1484 w 90"/>
                <a:gd name="T3" fmla="*/ 1285 h 101"/>
                <a:gd name="T4" fmla="*/ 892 w 90"/>
                <a:gd name="T5" fmla="*/ 1797 h 101"/>
                <a:gd name="T6" fmla="*/ 459 w 90"/>
                <a:gd name="T7" fmla="*/ 2176 h 101"/>
                <a:gd name="T8" fmla="*/ 0 w 90"/>
                <a:gd name="T9" fmla="*/ 3023 h 101"/>
                <a:gd name="T10" fmla="*/ 103 w 90"/>
                <a:gd name="T11" fmla="*/ 3124 h 101"/>
                <a:gd name="T12" fmla="*/ 866 w 90"/>
                <a:gd name="T13" fmla="*/ 2495 h 101"/>
                <a:gd name="T14" fmla="*/ 1154 w 90"/>
                <a:gd name="T15" fmla="*/ 2176 h 101"/>
                <a:gd name="T16" fmla="*/ 1431 w 90"/>
                <a:gd name="T17" fmla="*/ 1895 h 101"/>
                <a:gd name="T18" fmla="*/ 2270 w 90"/>
                <a:gd name="T19" fmla="*/ 730 h 101"/>
                <a:gd name="T20" fmla="*/ 2270 w 90"/>
                <a:gd name="T21" fmla="*/ 657 h 101"/>
                <a:gd name="T22" fmla="*/ 2220 w 90"/>
                <a:gd name="T23" fmla="*/ 689 h 101"/>
                <a:gd name="T24" fmla="*/ 1378 w 90"/>
                <a:gd name="T25" fmla="*/ 1797 h 101"/>
                <a:gd name="T26" fmla="*/ 1101 w 90"/>
                <a:gd name="T27" fmla="*/ 2116 h 101"/>
                <a:gd name="T28" fmla="*/ 816 w 90"/>
                <a:gd name="T29" fmla="*/ 2423 h 101"/>
                <a:gd name="T30" fmla="*/ 130 w 90"/>
                <a:gd name="T31" fmla="*/ 3023 h 101"/>
                <a:gd name="T32" fmla="*/ 103 w 90"/>
                <a:gd name="T33" fmla="*/ 3023 h 101"/>
                <a:gd name="T34" fmla="*/ 512 w 90"/>
                <a:gd name="T35" fmla="*/ 2265 h 101"/>
                <a:gd name="T36" fmla="*/ 945 w 90"/>
                <a:gd name="T37" fmla="*/ 1895 h 101"/>
                <a:gd name="T38" fmla="*/ 1534 w 90"/>
                <a:gd name="T39" fmla="*/ 1358 h 101"/>
                <a:gd name="T40" fmla="*/ 2220 w 90"/>
                <a:gd name="T41" fmla="*/ 60 h 101"/>
                <a:gd name="T42" fmla="*/ 2220 w 90"/>
                <a:gd name="T43" fmla="*/ 60 h 101"/>
                <a:gd name="T44" fmla="*/ 2194 w 90"/>
                <a:gd name="T45" fmla="*/ 0 h 101"/>
                <a:gd name="T46" fmla="*/ 2141 w 90"/>
                <a:gd name="T47" fmla="*/ 60 h 10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0" h="101">
                  <a:moveTo>
                    <a:pt x="84" y="2"/>
                  </a:moveTo>
                  <a:cubicBezTo>
                    <a:pt x="82" y="13"/>
                    <a:pt x="65" y="34"/>
                    <a:pt x="58" y="41"/>
                  </a:cubicBezTo>
                  <a:cubicBezTo>
                    <a:pt x="51" y="47"/>
                    <a:pt x="43" y="52"/>
                    <a:pt x="35" y="57"/>
                  </a:cubicBezTo>
                  <a:cubicBezTo>
                    <a:pt x="29" y="61"/>
                    <a:pt x="23" y="65"/>
                    <a:pt x="18" y="69"/>
                  </a:cubicBezTo>
                  <a:cubicBezTo>
                    <a:pt x="12" y="74"/>
                    <a:pt x="0" y="94"/>
                    <a:pt x="0" y="96"/>
                  </a:cubicBezTo>
                  <a:cubicBezTo>
                    <a:pt x="1" y="98"/>
                    <a:pt x="3" y="99"/>
                    <a:pt x="4" y="99"/>
                  </a:cubicBezTo>
                  <a:cubicBezTo>
                    <a:pt x="9" y="101"/>
                    <a:pt x="19" y="93"/>
                    <a:pt x="34" y="79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69" y="49"/>
                    <a:pt x="83" y="39"/>
                    <a:pt x="89" y="23"/>
                  </a:cubicBezTo>
                  <a:cubicBezTo>
                    <a:pt x="90" y="22"/>
                    <a:pt x="89" y="21"/>
                    <a:pt x="89" y="21"/>
                  </a:cubicBezTo>
                  <a:cubicBezTo>
                    <a:pt x="88" y="21"/>
                    <a:pt x="87" y="21"/>
                    <a:pt x="87" y="22"/>
                  </a:cubicBezTo>
                  <a:cubicBezTo>
                    <a:pt x="80" y="37"/>
                    <a:pt x="67" y="47"/>
                    <a:pt x="54" y="5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32" y="77"/>
                    <a:pt x="32" y="77"/>
                    <a:pt x="32" y="77"/>
                  </a:cubicBezTo>
                  <a:cubicBezTo>
                    <a:pt x="22" y="86"/>
                    <a:pt x="9" y="98"/>
                    <a:pt x="5" y="96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5" y="93"/>
                    <a:pt x="13" y="77"/>
                    <a:pt x="20" y="72"/>
                  </a:cubicBezTo>
                  <a:cubicBezTo>
                    <a:pt x="25" y="68"/>
                    <a:pt x="31" y="64"/>
                    <a:pt x="37" y="60"/>
                  </a:cubicBezTo>
                  <a:cubicBezTo>
                    <a:pt x="45" y="55"/>
                    <a:pt x="53" y="49"/>
                    <a:pt x="60" y="43"/>
                  </a:cubicBezTo>
                  <a:cubicBezTo>
                    <a:pt x="68" y="36"/>
                    <a:pt x="84" y="14"/>
                    <a:pt x="87" y="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7" y="1"/>
                    <a:pt x="87" y="1"/>
                    <a:pt x="86" y="0"/>
                  </a:cubicBezTo>
                  <a:cubicBezTo>
                    <a:pt x="86" y="0"/>
                    <a:pt x="85" y="1"/>
                    <a:pt x="8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1" name="Freeform 91">
              <a:extLst>
                <a:ext uri="{FF2B5EF4-FFF2-40B4-BE49-F238E27FC236}">
                  <a16:creationId xmlns:a16="http://schemas.microsoft.com/office/drawing/2014/main" id="{F9282993-7884-4331-B9A6-2A567CB78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399"/>
              <a:ext cx="124" cy="199"/>
            </a:xfrm>
            <a:custGeom>
              <a:avLst/>
              <a:gdLst>
                <a:gd name="T0" fmla="*/ 1054 w 42"/>
                <a:gd name="T1" fmla="*/ 0 h 63"/>
                <a:gd name="T2" fmla="*/ 871 w 42"/>
                <a:gd name="T3" fmla="*/ 1327 h 63"/>
                <a:gd name="T4" fmla="*/ 357 w 42"/>
                <a:gd name="T5" fmla="*/ 1895 h 63"/>
                <a:gd name="T6" fmla="*/ 776 w 42"/>
                <a:gd name="T7" fmla="*/ 1257 h 63"/>
                <a:gd name="T8" fmla="*/ 1004 w 42"/>
                <a:gd name="T9" fmla="*/ 88 h 63"/>
                <a:gd name="T10" fmla="*/ 1054 w 42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3">
                  <a:moveTo>
                    <a:pt x="41" y="0"/>
                  </a:moveTo>
                  <a:cubicBezTo>
                    <a:pt x="42" y="13"/>
                    <a:pt x="39" y="30"/>
                    <a:pt x="34" y="42"/>
                  </a:cubicBezTo>
                  <a:cubicBezTo>
                    <a:pt x="31" y="50"/>
                    <a:pt x="24" y="63"/>
                    <a:pt x="14" y="60"/>
                  </a:cubicBezTo>
                  <a:cubicBezTo>
                    <a:pt x="0" y="57"/>
                    <a:pt x="28" y="43"/>
                    <a:pt x="30" y="40"/>
                  </a:cubicBezTo>
                  <a:cubicBezTo>
                    <a:pt x="35" y="33"/>
                    <a:pt x="39" y="12"/>
                    <a:pt x="39" y="3"/>
                  </a:cubicBezTo>
                  <a:cubicBezTo>
                    <a:pt x="40" y="4"/>
                    <a:pt x="41" y="0"/>
                    <a:pt x="41" y="0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2" name="Freeform 92">
              <a:extLst>
                <a:ext uri="{FF2B5EF4-FFF2-40B4-BE49-F238E27FC236}">
                  <a16:creationId xmlns:a16="http://schemas.microsoft.com/office/drawing/2014/main" id="{7CD8AC39-64A9-4482-9C85-10AEBD1EBE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8" y="1395"/>
              <a:ext cx="103" cy="209"/>
            </a:xfrm>
            <a:custGeom>
              <a:avLst/>
              <a:gdLst>
                <a:gd name="T0" fmla="*/ 815 w 35"/>
                <a:gd name="T1" fmla="*/ 32 h 66"/>
                <a:gd name="T2" fmla="*/ 789 w 35"/>
                <a:gd name="T3" fmla="*/ 60 h 66"/>
                <a:gd name="T4" fmla="*/ 789 w 35"/>
                <a:gd name="T5" fmla="*/ 60 h 66"/>
                <a:gd name="T6" fmla="*/ 762 w 35"/>
                <a:gd name="T7" fmla="*/ 130 h 66"/>
                <a:gd name="T8" fmla="*/ 536 w 35"/>
                <a:gd name="T9" fmla="*/ 1305 h 66"/>
                <a:gd name="T10" fmla="*/ 406 w 35"/>
                <a:gd name="T11" fmla="*/ 1393 h 66"/>
                <a:gd name="T12" fmla="*/ 26 w 35"/>
                <a:gd name="T13" fmla="*/ 1875 h 66"/>
                <a:gd name="T14" fmla="*/ 156 w 35"/>
                <a:gd name="T15" fmla="*/ 2005 h 66"/>
                <a:gd name="T16" fmla="*/ 683 w 35"/>
                <a:gd name="T17" fmla="*/ 1393 h 66"/>
                <a:gd name="T18" fmla="*/ 892 w 35"/>
                <a:gd name="T19" fmla="*/ 32 h 66"/>
                <a:gd name="T20" fmla="*/ 865 w 35"/>
                <a:gd name="T21" fmla="*/ 0 h 66"/>
                <a:gd name="T22" fmla="*/ 815 w 35"/>
                <a:gd name="T23" fmla="*/ 32 h 66"/>
                <a:gd name="T24" fmla="*/ 182 w 35"/>
                <a:gd name="T25" fmla="*/ 1906 h 66"/>
                <a:gd name="T26" fmla="*/ 103 w 35"/>
                <a:gd name="T27" fmla="*/ 1846 h 66"/>
                <a:gd name="T28" fmla="*/ 103 w 35"/>
                <a:gd name="T29" fmla="*/ 1846 h 66"/>
                <a:gd name="T30" fmla="*/ 433 w 35"/>
                <a:gd name="T31" fmla="*/ 1495 h 66"/>
                <a:gd name="T32" fmla="*/ 615 w 35"/>
                <a:gd name="T33" fmla="*/ 1333 h 66"/>
                <a:gd name="T34" fmla="*/ 736 w 35"/>
                <a:gd name="T35" fmla="*/ 823 h 66"/>
                <a:gd name="T36" fmla="*/ 642 w 35"/>
                <a:gd name="T37" fmla="*/ 1333 h 66"/>
                <a:gd name="T38" fmla="*/ 182 w 35"/>
                <a:gd name="T39" fmla="*/ 1906 h 6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" h="66">
                  <a:moveTo>
                    <a:pt x="32" y="1"/>
                  </a:moveTo>
                  <a:cubicBezTo>
                    <a:pt x="32" y="1"/>
                    <a:pt x="32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29" y="13"/>
                    <a:pt x="26" y="34"/>
                    <a:pt x="21" y="41"/>
                  </a:cubicBezTo>
                  <a:cubicBezTo>
                    <a:pt x="21" y="41"/>
                    <a:pt x="18" y="43"/>
                    <a:pt x="16" y="44"/>
                  </a:cubicBezTo>
                  <a:cubicBezTo>
                    <a:pt x="7" y="50"/>
                    <a:pt x="0" y="55"/>
                    <a:pt x="1" y="59"/>
                  </a:cubicBezTo>
                  <a:cubicBezTo>
                    <a:pt x="1" y="61"/>
                    <a:pt x="3" y="62"/>
                    <a:pt x="6" y="63"/>
                  </a:cubicBezTo>
                  <a:cubicBezTo>
                    <a:pt x="18" y="66"/>
                    <a:pt x="25" y="49"/>
                    <a:pt x="27" y="44"/>
                  </a:cubicBezTo>
                  <a:cubicBezTo>
                    <a:pt x="33" y="32"/>
                    <a:pt x="35" y="13"/>
                    <a:pt x="35" y="1"/>
                  </a:cubicBezTo>
                  <a:cubicBezTo>
                    <a:pt x="35" y="1"/>
                    <a:pt x="34" y="0"/>
                    <a:pt x="34" y="0"/>
                  </a:cubicBezTo>
                  <a:cubicBezTo>
                    <a:pt x="33" y="0"/>
                    <a:pt x="32" y="0"/>
                    <a:pt x="32" y="1"/>
                  </a:cubicBezTo>
                  <a:close/>
                  <a:moveTo>
                    <a:pt x="7" y="60"/>
                  </a:moveTo>
                  <a:cubicBezTo>
                    <a:pt x="5" y="59"/>
                    <a:pt x="4" y="59"/>
                    <a:pt x="4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4" y="56"/>
                    <a:pt x="13" y="50"/>
                    <a:pt x="17" y="47"/>
                  </a:cubicBezTo>
                  <a:cubicBezTo>
                    <a:pt x="21" y="45"/>
                    <a:pt x="23" y="43"/>
                    <a:pt x="24" y="42"/>
                  </a:cubicBezTo>
                  <a:cubicBezTo>
                    <a:pt x="26" y="39"/>
                    <a:pt x="28" y="33"/>
                    <a:pt x="29" y="26"/>
                  </a:cubicBezTo>
                  <a:cubicBezTo>
                    <a:pt x="28" y="32"/>
                    <a:pt x="27" y="38"/>
                    <a:pt x="25" y="42"/>
                  </a:cubicBezTo>
                  <a:cubicBezTo>
                    <a:pt x="19" y="56"/>
                    <a:pt x="13" y="61"/>
                    <a:pt x="7" y="6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3" name="Freeform 93">
              <a:extLst>
                <a:ext uri="{FF2B5EF4-FFF2-40B4-BE49-F238E27FC236}">
                  <a16:creationId xmlns:a16="http://schemas.microsoft.com/office/drawing/2014/main" id="{62732042-168A-425F-B6C4-AD7F6D7ED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3206"/>
              <a:ext cx="180" cy="227"/>
            </a:xfrm>
            <a:custGeom>
              <a:avLst/>
              <a:gdLst>
                <a:gd name="T0" fmla="*/ 794 w 61"/>
                <a:gd name="T1" fmla="*/ 2226 h 72"/>
                <a:gd name="T2" fmla="*/ 1080 w 61"/>
                <a:gd name="T3" fmla="*/ 1132 h 72"/>
                <a:gd name="T4" fmla="*/ 1464 w 61"/>
                <a:gd name="T5" fmla="*/ 725 h 72"/>
                <a:gd name="T6" fmla="*/ 750 w 61"/>
                <a:gd name="T7" fmla="*/ 656 h 72"/>
                <a:gd name="T8" fmla="*/ 156 w 61"/>
                <a:gd name="T9" fmla="*/ 189 h 72"/>
                <a:gd name="T10" fmla="*/ 794 w 61"/>
                <a:gd name="T11" fmla="*/ 905 h 72"/>
                <a:gd name="T12" fmla="*/ 643 w 61"/>
                <a:gd name="T13" fmla="*/ 2257 h 72"/>
                <a:gd name="T14" fmla="*/ 794 w 61"/>
                <a:gd name="T15" fmla="*/ 2226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72">
                  <a:moveTo>
                    <a:pt x="31" y="71"/>
                  </a:moveTo>
                  <a:cubicBezTo>
                    <a:pt x="32" y="60"/>
                    <a:pt x="37" y="43"/>
                    <a:pt x="42" y="36"/>
                  </a:cubicBezTo>
                  <a:cubicBezTo>
                    <a:pt x="47" y="30"/>
                    <a:pt x="61" y="30"/>
                    <a:pt x="57" y="23"/>
                  </a:cubicBezTo>
                  <a:cubicBezTo>
                    <a:pt x="53" y="15"/>
                    <a:pt x="41" y="25"/>
                    <a:pt x="29" y="21"/>
                  </a:cubicBezTo>
                  <a:cubicBezTo>
                    <a:pt x="19" y="17"/>
                    <a:pt x="12" y="0"/>
                    <a:pt x="6" y="6"/>
                  </a:cubicBezTo>
                  <a:cubicBezTo>
                    <a:pt x="0" y="11"/>
                    <a:pt x="25" y="19"/>
                    <a:pt x="31" y="29"/>
                  </a:cubicBezTo>
                  <a:cubicBezTo>
                    <a:pt x="38" y="39"/>
                    <a:pt x="34" y="63"/>
                    <a:pt x="25" y="72"/>
                  </a:cubicBezTo>
                  <a:cubicBezTo>
                    <a:pt x="28" y="70"/>
                    <a:pt x="30" y="70"/>
                    <a:pt x="31" y="71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4" name="Freeform 94">
              <a:extLst>
                <a:ext uri="{FF2B5EF4-FFF2-40B4-BE49-F238E27FC236}">
                  <a16:creationId xmlns:a16="http://schemas.microsoft.com/office/drawing/2014/main" id="{28D5409D-C4AE-42E1-8211-A6FAFEB237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8" y="3206"/>
              <a:ext cx="167" cy="230"/>
            </a:xfrm>
            <a:custGeom>
              <a:avLst/>
              <a:gdLst>
                <a:gd name="T0" fmla="*/ 27 w 56"/>
                <a:gd name="T1" fmla="*/ 129 h 73"/>
                <a:gd name="T2" fmla="*/ 0 w 56"/>
                <a:gd name="T3" fmla="*/ 249 h 73"/>
                <a:gd name="T4" fmla="*/ 292 w 56"/>
                <a:gd name="T5" fmla="*/ 567 h 73"/>
                <a:gd name="T6" fmla="*/ 695 w 56"/>
                <a:gd name="T7" fmla="*/ 942 h 73"/>
                <a:gd name="T8" fmla="*/ 534 w 56"/>
                <a:gd name="T9" fmla="*/ 2224 h 73"/>
                <a:gd name="T10" fmla="*/ 507 w 56"/>
                <a:gd name="T11" fmla="*/ 2284 h 73"/>
                <a:gd name="T12" fmla="*/ 561 w 56"/>
                <a:gd name="T13" fmla="*/ 2284 h 73"/>
                <a:gd name="T14" fmla="*/ 695 w 56"/>
                <a:gd name="T15" fmla="*/ 2253 h 73"/>
                <a:gd name="T16" fmla="*/ 749 w 56"/>
                <a:gd name="T17" fmla="*/ 2284 h 73"/>
                <a:gd name="T18" fmla="*/ 763 w 56"/>
                <a:gd name="T19" fmla="*/ 2224 h 73"/>
                <a:gd name="T20" fmla="*/ 1059 w 56"/>
                <a:gd name="T21" fmla="*/ 1163 h 73"/>
                <a:gd name="T22" fmla="*/ 1247 w 56"/>
                <a:gd name="T23" fmla="*/ 1002 h 73"/>
                <a:gd name="T24" fmla="*/ 1458 w 56"/>
                <a:gd name="T25" fmla="*/ 813 h 73"/>
                <a:gd name="T26" fmla="*/ 1458 w 56"/>
                <a:gd name="T27" fmla="*/ 684 h 73"/>
                <a:gd name="T28" fmla="*/ 1086 w 56"/>
                <a:gd name="T29" fmla="*/ 595 h 73"/>
                <a:gd name="T30" fmla="*/ 695 w 56"/>
                <a:gd name="T31" fmla="*/ 624 h 73"/>
                <a:gd name="T32" fmla="*/ 373 w 56"/>
                <a:gd name="T33" fmla="*/ 318 h 73"/>
                <a:gd name="T34" fmla="*/ 27 w 56"/>
                <a:gd name="T35" fmla="*/ 129 h 73"/>
                <a:gd name="T36" fmla="*/ 844 w 56"/>
                <a:gd name="T37" fmla="*/ 1339 h 73"/>
                <a:gd name="T38" fmla="*/ 763 w 56"/>
                <a:gd name="T39" fmla="*/ 873 h 73"/>
                <a:gd name="T40" fmla="*/ 346 w 56"/>
                <a:gd name="T41" fmla="*/ 466 h 73"/>
                <a:gd name="T42" fmla="*/ 81 w 56"/>
                <a:gd name="T43" fmla="*/ 217 h 73"/>
                <a:gd name="T44" fmla="*/ 81 w 56"/>
                <a:gd name="T45" fmla="*/ 217 h 73"/>
                <a:gd name="T46" fmla="*/ 81 w 56"/>
                <a:gd name="T47" fmla="*/ 217 h 73"/>
                <a:gd name="T48" fmla="*/ 319 w 56"/>
                <a:gd name="T49" fmla="*/ 378 h 73"/>
                <a:gd name="T50" fmla="*/ 668 w 56"/>
                <a:gd name="T51" fmla="*/ 684 h 73"/>
                <a:gd name="T52" fmla="*/ 1112 w 56"/>
                <a:gd name="T53" fmla="*/ 684 h 73"/>
                <a:gd name="T54" fmla="*/ 1378 w 56"/>
                <a:gd name="T55" fmla="*/ 715 h 73"/>
                <a:gd name="T56" fmla="*/ 1378 w 56"/>
                <a:gd name="T57" fmla="*/ 785 h 73"/>
                <a:gd name="T58" fmla="*/ 1378 w 56"/>
                <a:gd name="T59" fmla="*/ 785 h 73"/>
                <a:gd name="T60" fmla="*/ 1220 w 56"/>
                <a:gd name="T61" fmla="*/ 942 h 73"/>
                <a:gd name="T62" fmla="*/ 978 w 56"/>
                <a:gd name="T63" fmla="*/ 1093 h 73"/>
                <a:gd name="T64" fmla="*/ 844 w 56"/>
                <a:gd name="T65" fmla="*/ 1380 h 73"/>
                <a:gd name="T66" fmla="*/ 844 w 56"/>
                <a:gd name="T67" fmla="*/ 1339 h 73"/>
                <a:gd name="T68" fmla="*/ 695 w 56"/>
                <a:gd name="T69" fmla="*/ 2095 h 73"/>
                <a:gd name="T70" fmla="*/ 695 w 56"/>
                <a:gd name="T71" fmla="*/ 2155 h 73"/>
                <a:gd name="T72" fmla="*/ 668 w 56"/>
                <a:gd name="T73" fmla="*/ 2155 h 73"/>
                <a:gd name="T74" fmla="*/ 695 w 56"/>
                <a:gd name="T75" fmla="*/ 2095 h 7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56" h="73">
                  <a:moveTo>
                    <a:pt x="1" y="4"/>
                  </a:moveTo>
                  <a:cubicBezTo>
                    <a:pt x="0" y="6"/>
                    <a:pt x="0" y="7"/>
                    <a:pt x="0" y="8"/>
                  </a:cubicBezTo>
                  <a:cubicBezTo>
                    <a:pt x="0" y="11"/>
                    <a:pt x="5" y="14"/>
                    <a:pt x="11" y="18"/>
                  </a:cubicBezTo>
                  <a:cubicBezTo>
                    <a:pt x="17" y="22"/>
                    <a:pt x="23" y="25"/>
                    <a:pt x="26" y="30"/>
                  </a:cubicBezTo>
                  <a:cubicBezTo>
                    <a:pt x="33" y="39"/>
                    <a:pt x="29" y="62"/>
                    <a:pt x="20" y="71"/>
                  </a:cubicBezTo>
                  <a:cubicBezTo>
                    <a:pt x="19" y="71"/>
                    <a:pt x="19" y="72"/>
                    <a:pt x="19" y="73"/>
                  </a:cubicBezTo>
                  <a:cubicBezTo>
                    <a:pt x="20" y="73"/>
                    <a:pt x="20" y="73"/>
                    <a:pt x="21" y="73"/>
                  </a:cubicBezTo>
                  <a:cubicBezTo>
                    <a:pt x="25" y="71"/>
                    <a:pt x="26" y="72"/>
                    <a:pt x="26" y="72"/>
                  </a:cubicBezTo>
                  <a:cubicBezTo>
                    <a:pt x="26" y="73"/>
                    <a:pt x="27" y="73"/>
                    <a:pt x="28" y="73"/>
                  </a:cubicBezTo>
                  <a:cubicBezTo>
                    <a:pt x="28" y="73"/>
                    <a:pt x="29" y="72"/>
                    <a:pt x="29" y="71"/>
                  </a:cubicBezTo>
                  <a:cubicBezTo>
                    <a:pt x="29" y="60"/>
                    <a:pt x="34" y="44"/>
                    <a:pt x="40" y="37"/>
                  </a:cubicBezTo>
                  <a:cubicBezTo>
                    <a:pt x="41" y="35"/>
                    <a:pt x="44" y="34"/>
                    <a:pt x="47" y="32"/>
                  </a:cubicBezTo>
                  <a:cubicBezTo>
                    <a:pt x="51" y="31"/>
                    <a:pt x="54" y="29"/>
                    <a:pt x="55" y="26"/>
                  </a:cubicBezTo>
                  <a:cubicBezTo>
                    <a:pt x="56" y="25"/>
                    <a:pt x="55" y="23"/>
                    <a:pt x="55" y="22"/>
                  </a:cubicBezTo>
                  <a:cubicBezTo>
                    <a:pt x="52" y="17"/>
                    <a:pt x="47" y="18"/>
                    <a:pt x="41" y="19"/>
                  </a:cubicBezTo>
                  <a:cubicBezTo>
                    <a:pt x="36" y="20"/>
                    <a:pt x="31" y="22"/>
                    <a:pt x="26" y="20"/>
                  </a:cubicBezTo>
                  <a:cubicBezTo>
                    <a:pt x="22" y="18"/>
                    <a:pt x="18" y="14"/>
                    <a:pt x="14" y="10"/>
                  </a:cubicBezTo>
                  <a:cubicBezTo>
                    <a:pt x="10" y="5"/>
                    <a:pt x="6" y="0"/>
                    <a:pt x="1" y="4"/>
                  </a:cubicBezTo>
                  <a:close/>
                  <a:moveTo>
                    <a:pt x="32" y="43"/>
                  </a:moveTo>
                  <a:cubicBezTo>
                    <a:pt x="32" y="37"/>
                    <a:pt x="31" y="32"/>
                    <a:pt x="29" y="28"/>
                  </a:cubicBezTo>
                  <a:cubicBezTo>
                    <a:pt x="26" y="23"/>
                    <a:pt x="19" y="19"/>
                    <a:pt x="13" y="15"/>
                  </a:cubicBezTo>
                  <a:cubicBezTo>
                    <a:pt x="9" y="13"/>
                    <a:pt x="3" y="9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5" y="5"/>
                    <a:pt x="8" y="7"/>
                    <a:pt x="12" y="12"/>
                  </a:cubicBezTo>
                  <a:cubicBezTo>
                    <a:pt x="16" y="16"/>
                    <a:pt x="20" y="21"/>
                    <a:pt x="25" y="22"/>
                  </a:cubicBezTo>
                  <a:cubicBezTo>
                    <a:pt x="31" y="25"/>
                    <a:pt x="37" y="23"/>
                    <a:pt x="42" y="22"/>
                  </a:cubicBezTo>
                  <a:cubicBezTo>
                    <a:pt x="47" y="21"/>
                    <a:pt x="51" y="21"/>
                    <a:pt x="52" y="23"/>
                  </a:cubicBezTo>
                  <a:cubicBezTo>
                    <a:pt x="52" y="24"/>
                    <a:pt x="52" y="25"/>
                    <a:pt x="52" y="25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7"/>
                    <a:pt x="49" y="28"/>
                    <a:pt x="46" y="30"/>
                  </a:cubicBezTo>
                  <a:cubicBezTo>
                    <a:pt x="43" y="31"/>
                    <a:pt x="39" y="32"/>
                    <a:pt x="37" y="35"/>
                  </a:cubicBezTo>
                  <a:cubicBezTo>
                    <a:pt x="35" y="37"/>
                    <a:pt x="34" y="40"/>
                    <a:pt x="32" y="44"/>
                  </a:cubicBezTo>
                  <a:cubicBezTo>
                    <a:pt x="32" y="44"/>
                    <a:pt x="32" y="43"/>
                    <a:pt x="32" y="43"/>
                  </a:cubicBezTo>
                  <a:close/>
                  <a:moveTo>
                    <a:pt x="26" y="67"/>
                  </a:moveTo>
                  <a:cubicBezTo>
                    <a:pt x="26" y="67"/>
                    <a:pt x="26" y="68"/>
                    <a:pt x="26" y="69"/>
                  </a:cubicBezTo>
                  <a:cubicBezTo>
                    <a:pt x="26" y="69"/>
                    <a:pt x="25" y="69"/>
                    <a:pt x="25" y="69"/>
                  </a:cubicBezTo>
                  <a:cubicBezTo>
                    <a:pt x="25" y="68"/>
                    <a:pt x="26" y="68"/>
                    <a:pt x="26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5" name="Freeform 95">
              <a:extLst>
                <a:ext uri="{FF2B5EF4-FFF2-40B4-BE49-F238E27FC236}">
                  <a16:creationId xmlns:a16="http://schemas.microsoft.com/office/drawing/2014/main" id="{D240D494-B7B2-4FF3-9806-762731BFC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3164"/>
              <a:ext cx="151" cy="142"/>
            </a:xfrm>
            <a:custGeom>
              <a:avLst/>
              <a:gdLst>
                <a:gd name="T0" fmla="*/ 1140 w 51"/>
                <a:gd name="T1" fmla="*/ 1136 h 45"/>
                <a:gd name="T2" fmla="*/ 832 w 51"/>
                <a:gd name="T3" fmla="*/ 726 h 45"/>
                <a:gd name="T4" fmla="*/ 622 w 51"/>
                <a:gd name="T5" fmla="*/ 0 h 45"/>
                <a:gd name="T6" fmla="*/ 648 w 51"/>
                <a:gd name="T7" fmla="*/ 688 h 45"/>
                <a:gd name="T8" fmla="*/ 237 w 51"/>
                <a:gd name="T9" fmla="*/ 1325 h 45"/>
                <a:gd name="T10" fmla="*/ 491 w 51"/>
                <a:gd name="T11" fmla="*/ 1136 h 45"/>
                <a:gd name="T12" fmla="*/ 755 w 51"/>
                <a:gd name="T13" fmla="*/ 1095 h 45"/>
                <a:gd name="T14" fmla="*/ 1323 w 51"/>
                <a:gd name="T15" fmla="*/ 1385 h 45"/>
                <a:gd name="T16" fmla="*/ 1140 w 51"/>
                <a:gd name="T17" fmla="*/ 1136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5">
                  <a:moveTo>
                    <a:pt x="44" y="36"/>
                  </a:moveTo>
                  <a:cubicBezTo>
                    <a:pt x="37" y="34"/>
                    <a:pt x="34" y="30"/>
                    <a:pt x="32" y="23"/>
                  </a:cubicBezTo>
                  <a:cubicBezTo>
                    <a:pt x="31" y="16"/>
                    <a:pt x="34" y="1"/>
                    <a:pt x="24" y="0"/>
                  </a:cubicBezTo>
                  <a:cubicBezTo>
                    <a:pt x="20" y="6"/>
                    <a:pt x="31" y="14"/>
                    <a:pt x="25" y="22"/>
                  </a:cubicBezTo>
                  <a:cubicBezTo>
                    <a:pt x="23" y="26"/>
                    <a:pt x="0" y="36"/>
                    <a:pt x="9" y="42"/>
                  </a:cubicBezTo>
                  <a:cubicBezTo>
                    <a:pt x="13" y="45"/>
                    <a:pt x="16" y="38"/>
                    <a:pt x="19" y="36"/>
                  </a:cubicBezTo>
                  <a:cubicBezTo>
                    <a:pt x="22" y="34"/>
                    <a:pt x="26" y="35"/>
                    <a:pt x="29" y="35"/>
                  </a:cubicBezTo>
                  <a:cubicBezTo>
                    <a:pt x="36" y="36"/>
                    <a:pt x="46" y="43"/>
                    <a:pt x="51" y="44"/>
                  </a:cubicBezTo>
                  <a:cubicBezTo>
                    <a:pt x="49" y="44"/>
                    <a:pt x="46" y="37"/>
                    <a:pt x="44" y="36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6" name="Freeform 96">
              <a:extLst>
                <a:ext uri="{FF2B5EF4-FFF2-40B4-BE49-F238E27FC236}">
                  <a16:creationId xmlns:a16="http://schemas.microsoft.com/office/drawing/2014/main" id="{64E2595A-EE40-4983-B128-AD2EBB27AF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4" y="3158"/>
              <a:ext cx="142" cy="151"/>
            </a:xfrm>
            <a:custGeom>
              <a:avLst/>
              <a:gdLst>
                <a:gd name="T0" fmla="*/ 438 w 48"/>
                <a:gd name="T1" fmla="*/ 28 h 48"/>
                <a:gd name="T2" fmla="*/ 464 w 48"/>
                <a:gd name="T3" fmla="*/ 378 h 48"/>
                <a:gd name="T4" fmla="*/ 491 w 48"/>
                <a:gd name="T5" fmla="*/ 714 h 48"/>
                <a:gd name="T6" fmla="*/ 331 w 48"/>
                <a:gd name="T7" fmla="*/ 871 h 48"/>
                <a:gd name="T8" fmla="*/ 0 w 48"/>
                <a:gd name="T9" fmla="*/ 1277 h 48"/>
                <a:gd name="T10" fmla="*/ 80 w 48"/>
                <a:gd name="T11" fmla="*/ 1406 h 48"/>
                <a:gd name="T12" fmla="*/ 317 w 48"/>
                <a:gd name="T13" fmla="*/ 1306 h 48"/>
                <a:gd name="T14" fmla="*/ 385 w 48"/>
                <a:gd name="T15" fmla="*/ 1246 h 48"/>
                <a:gd name="T16" fmla="*/ 621 w 48"/>
                <a:gd name="T17" fmla="*/ 1217 h 48"/>
                <a:gd name="T18" fmla="*/ 911 w 48"/>
                <a:gd name="T19" fmla="*/ 1337 h 48"/>
                <a:gd name="T20" fmla="*/ 1163 w 48"/>
                <a:gd name="T21" fmla="*/ 1466 h 48"/>
                <a:gd name="T22" fmla="*/ 1163 w 48"/>
                <a:gd name="T23" fmla="*/ 1466 h 48"/>
                <a:gd name="T24" fmla="*/ 1189 w 48"/>
                <a:gd name="T25" fmla="*/ 1494 h 48"/>
                <a:gd name="T26" fmla="*/ 1189 w 48"/>
                <a:gd name="T27" fmla="*/ 1494 h 48"/>
                <a:gd name="T28" fmla="*/ 1189 w 48"/>
                <a:gd name="T29" fmla="*/ 1494 h 48"/>
                <a:gd name="T30" fmla="*/ 1243 w 48"/>
                <a:gd name="T31" fmla="*/ 1435 h 48"/>
                <a:gd name="T32" fmla="*/ 1243 w 48"/>
                <a:gd name="T33" fmla="*/ 1435 h 48"/>
                <a:gd name="T34" fmla="*/ 1216 w 48"/>
                <a:gd name="T35" fmla="*/ 1406 h 48"/>
                <a:gd name="T36" fmla="*/ 1189 w 48"/>
                <a:gd name="T37" fmla="*/ 1406 h 48"/>
                <a:gd name="T38" fmla="*/ 1112 w 48"/>
                <a:gd name="T39" fmla="*/ 1277 h 48"/>
                <a:gd name="T40" fmla="*/ 1032 w 48"/>
                <a:gd name="T41" fmla="*/ 1148 h 48"/>
                <a:gd name="T42" fmla="*/ 1032 w 48"/>
                <a:gd name="T43" fmla="*/ 1148 h 48"/>
                <a:gd name="T44" fmla="*/ 751 w 48"/>
                <a:gd name="T45" fmla="*/ 752 h 48"/>
                <a:gd name="T46" fmla="*/ 728 w 48"/>
                <a:gd name="T47" fmla="*/ 563 h 48"/>
                <a:gd name="T48" fmla="*/ 491 w 48"/>
                <a:gd name="T49" fmla="*/ 0 h 48"/>
                <a:gd name="T50" fmla="*/ 438 w 48"/>
                <a:gd name="T51" fmla="*/ 28 h 48"/>
                <a:gd name="T52" fmla="*/ 107 w 48"/>
                <a:gd name="T53" fmla="*/ 1306 h 48"/>
                <a:gd name="T54" fmla="*/ 80 w 48"/>
                <a:gd name="T55" fmla="*/ 1277 h 48"/>
                <a:gd name="T56" fmla="*/ 80 w 48"/>
                <a:gd name="T57" fmla="*/ 1277 h 48"/>
                <a:gd name="T58" fmla="*/ 358 w 48"/>
                <a:gd name="T59" fmla="*/ 969 h 48"/>
                <a:gd name="T60" fmla="*/ 568 w 48"/>
                <a:gd name="T61" fmla="*/ 783 h 48"/>
                <a:gd name="T62" fmla="*/ 595 w 48"/>
                <a:gd name="T63" fmla="*/ 595 h 48"/>
                <a:gd name="T64" fmla="*/ 541 w 48"/>
                <a:gd name="T65" fmla="*/ 308 h 48"/>
                <a:gd name="T66" fmla="*/ 491 w 48"/>
                <a:gd name="T67" fmla="*/ 129 h 48"/>
                <a:gd name="T68" fmla="*/ 518 w 48"/>
                <a:gd name="T69" fmla="*/ 129 h 48"/>
                <a:gd name="T70" fmla="*/ 648 w 48"/>
                <a:gd name="T71" fmla="*/ 563 h 48"/>
                <a:gd name="T72" fmla="*/ 675 w 48"/>
                <a:gd name="T73" fmla="*/ 783 h 48"/>
                <a:gd name="T74" fmla="*/ 1006 w 48"/>
                <a:gd name="T75" fmla="*/ 1246 h 48"/>
                <a:gd name="T76" fmla="*/ 1006 w 48"/>
                <a:gd name="T77" fmla="*/ 1246 h 48"/>
                <a:gd name="T78" fmla="*/ 1059 w 48"/>
                <a:gd name="T79" fmla="*/ 1337 h 48"/>
                <a:gd name="T80" fmla="*/ 1059 w 48"/>
                <a:gd name="T81" fmla="*/ 1337 h 48"/>
                <a:gd name="T82" fmla="*/ 938 w 48"/>
                <a:gd name="T83" fmla="*/ 1277 h 48"/>
                <a:gd name="T84" fmla="*/ 648 w 48"/>
                <a:gd name="T85" fmla="*/ 1117 h 48"/>
                <a:gd name="T86" fmla="*/ 331 w 48"/>
                <a:gd name="T87" fmla="*/ 1148 h 48"/>
                <a:gd name="T88" fmla="*/ 263 w 48"/>
                <a:gd name="T89" fmla="*/ 1246 h 48"/>
                <a:gd name="T90" fmla="*/ 107 w 48"/>
                <a:gd name="T91" fmla="*/ 1306 h 4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8" h="48">
                  <a:moveTo>
                    <a:pt x="17" y="1"/>
                  </a:moveTo>
                  <a:cubicBezTo>
                    <a:pt x="15" y="4"/>
                    <a:pt x="17" y="8"/>
                    <a:pt x="18" y="12"/>
                  </a:cubicBezTo>
                  <a:cubicBezTo>
                    <a:pt x="20" y="16"/>
                    <a:pt x="22" y="19"/>
                    <a:pt x="19" y="23"/>
                  </a:cubicBezTo>
                  <a:cubicBezTo>
                    <a:pt x="18" y="24"/>
                    <a:pt x="15" y="27"/>
                    <a:pt x="13" y="28"/>
                  </a:cubicBezTo>
                  <a:cubicBezTo>
                    <a:pt x="6" y="32"/>
                    <a:pt x="0" y="37"/>
                    <a:pt x="0" y="41"/>
                  </a:cubicBezTo>
                  <a:cubicBezTo>
                    <a:pt x="0" y="42"/>
                    <a:pt x="1" y="43"/>
                    <a:pt x="3" y="45"/>
                  </a:cubicBezTo>
                  <a:cubicBezTo>
                    <a:pt x="7" y="48"/>
                    <a:pt x="10" y="44"/>
                    <a:pt x="12" y="42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8" y="38"/>
                    <a:pt x="21" y="38"/>
                    <a:pt x="24" y="39"/>
                  </a:cubicBezTo>
                  <a:cubicBezTo>
                    <a:pt x="27" y="39"/>
                    <a:pt x="31" y="41"/>
                    <a:pt x="35" y="43"/>
                  </a:cubicBezTo>
                  <a:cubicBezTo>
                    <a:pt x="39" y="45"/>
                    <a:pt x="42" y="46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6" y="48"/>
                    <a:pt x="46" y="48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7" y="48"/>
                    <a:pt x="48" y="47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5"/>
                    <a:pt x="47" y="45"/>
                    <a:pt x="47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4"/>
                    <a:pt x="44" y="42"/>
                    <a:pt x="43" y="41"/>
                  </a:cubicBezTo>
                  <a:cubicBezTo>
                    <a:pt x="42" y="39"/>
                    <a:pt x="41" y="38"/>
                    <a:pt x="40" y="37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3" y="35"/>
                    <a:pt x="30" y="32"/>
                    <a:pt x="29" y="24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1"/>
                    <a:pt x="28" y="1"/>
                    <a:pt x="19" y="0"/>
                  </a:cubicBezTo>
                  <a:cubicBezTo>
                    <a:pt x="18" y="0"/>
                    <a:pt x="18" y="0"/>
                    <a:pt x="17" y="1"/>
                  </a:cubicBezTo>
                  <a:close/>
                  <a:moveTo>
                    <a:pt x="4" y="42"/>
                  </a:moveTo>
                  <a:cubicBezTo>
                    <a:pt x="3" y="42"/>
                    <a:pt x="3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38"/>
                    <a:pt x="10" y="34"/>
                    <a:pt x="14" y="31"/>
                  </a:cubicBezTo>
                  <a:cubicBezTo>
                    <a:pt x="18" y="28"/>
                    <a:pt x="21" y="26"/>
                    <a:pt x="22" y="25"/>
                  </a:cubicBezTo>
                  <a:cubicBezTo>
                    <a:pt x="23" y="23"/>
                    <a:pt x="23" y="21"/>
                    <a:pt x="23" y="19"/>
                  </a:cubicBezTo>
                  <a:cubicBezTo>
                    <a:pt x="23" y="16"/>
                    <a:pt x="22" y="13"/>
                    <a:pt x="21" y="10"/>
                  </a:cubicBezTo>
                  <a:cubicBezTo>
                    <a:pt x="20" y="8"/>
                    <a:pt x="19" y="6"/>
                    <a:pt x="19" y="4"/>
                  </a:cubicBezTo>
                  <a:cubicBezTo>
                    <a:pt x="19" y="4"/>
                    <a:pt x="20" y="4"/>
                    <a:pt x="20" y="4"/>
                  </a:cubicBezTo>
                  <a:cubicBezTo>
                    <a:pt x="24" y="5"/>
                    <a:pt x="25" y="11"/>
                    <a:pt x="25" y="18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8" y="33"/>
                    <a:pt x="31" y="38"/>
                    <a:pt x="39" y="40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40"/>
                    <a:pt x="40" y="42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39" y="42"/>
                    <a:pt x="38" y="41"/>
                    <a:pt x="36" y="41"/>
                  </a:cubicBezTo>
                  <a:cubicBezTo>
                    <a:pt x="32" y="39"/>
                    <a:pt x="28" y="36"/>
                    <a:pt x="25" y="36"/>
                  </a:cubicBezTo>
                  <a:cubicBezTo>
                    <a:pt x="21" y="35"/>
                    <a:pt x="17" y="35"/>
                    <a:pt x="13" y="37"/>
                  </a:cubicBezTo>
                  <a:cubicBezTo>
                    <a:pt x="13" y="37"/>
                    <a:pt x="10" y="40"/>
                    <a:pt x="10" y="40"/>
                  </a:cubicBezTo>
                  <a:cubicBezTo>
                    <a:pt x="7" y="43"/>
                    <a:pt x="6" y="44"/>
                    <a:pt x="4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7" name="Freeform 97">
              <a:extLst>
                <a:ext uri="{FF2B5EF4-FFF2-40B4-BE49-F238E27FC236}">
                  <a16:creationId xmlns:a16="http://schemas.microsoft.com/office/drawing/2014/main" id="{D8F7B9F8-2BEB-4966-A3CA-A8798465E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136"/>
              <a:ext cx="104" cy="138"/>
            </a:xfrm>
            <a:custGeom>
              <a:avLst/>
              <a:gdLst>
                <a:gd name="T0" fmla="*/ 0 w 35"/>
                <a:gd name="T1" fmla="*/ 985 h 44"/>
                <a:gd name="T2" fmla="*/ 398 w 35"/>
                <a:gd name="T3" fmla="*/ 590 h 44"/>
                <a:gd name="T4" fmla="*/ 627 w 35"/>
                <a:gd name="T5" fmla="*/ 0 h 44"/>
                <a:gd name="T6" fmla="*/ 493 w 35"/>
                <a:gd name="T7" fmla="*/ 649 h 44"/>
                <a:gd name="T8" fmla="*/ 493 w 35"/>
                <a:gd name="T9" fmla="*/ 1358 h 44"/>
                <a:gd name="T10" fmla="*/ 371 w 35"/>
                <a:gd name="T11" fmla="*/ 894 h 44"/>
                <a:gd name="T12" fmla="*/ 0 w 35"/>
                <a:gd name="T13" fmla="*/ 108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4">
                  <a:moveTo>
                    <a:pt x="0" y="32"/>
                  </a:moveTo>
                  <a:cubicBezTo>
                    <a:pt x="6" y="30"/>
                    <a:pt x="11" y="25"/>
                    <a:pt x="15" y="19"/>
                  </a:cubicBezTo>
                  <a:cubicBezTo>
                    <a:pt x="19" y="13"/>
                    <a:pt x="19" y="6"/>
                    <a:pt x="24" y="0"/>
                  </a:cubicBezTo>
                  <a:cubicBezTo>
                    <a:pt x="35" y="2"/>
                    <a:pt x="20" y="17"/>
                    <a:pt x="19" y="21"/>
                  </a:cubicBezTo>
                  <a:cubicBezTo>
                    <a:pt x="18" y="28"/>
                    <a:pt x="24" y="38"/>
                    <a:pt x="19" y="44"/>
                  </a:cubicBezTo>
                  <a:cubicBezTo>
                    <a:pt x="14" y="41"/>
                    <a:pt x="18" y="31"/>
                    <a:pt x="14" y="29"/>
                  </a:cubicBezTo>
                  <a:cubicBezTo>
                    <a:pt x="12" y="28"/>
                    <a:pt x="6" y="30"/>
                    <a:pt x="0" y="35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8" name="Freeform 98">
              <a:extLst>
                <a:ext uri="{FF2B5EF4-FFF2-40B4-BE49-F238E27FC236}">
                  <a16:creationId xmlns:a16="http://schemas.microsoft.com/office/drawing/2014/main" id="{FFB4F175-E45E-4CBD-BD08-6CB82E254A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09" y="3132"/>
              <a:ext cx="97" cy="149"/>
            </a:xfrm>
            <a:custGeom>
              <a:avLst/>
              <a:gdLst>
                <a:gd name="T0" fmla="*/ 632 w 33"/>
                <a:gd name="T1" fmla="*/ 0 h 47"/>
                <a:gd name="T2" fmla="*/ 485 w 33"/>
                <a:gd name="T3" fmla="*/ 380 h 47"/>
                <a:gd name="T4" fmla="*/ 406 w 33"/>
                <a:gd name="T5" fmla="*/ 634 h 47"/>
                <a:gd name="T6" fmla="*/ 26 w 33"/>
                <a:gd name="T7" fmla="*/ 1014 h 47"/>
                <a:gd name="T8" fmla="*/ 0 w 33"/>
                <a:gd name="T9" fmla="*/ 1056 h 47"/>
                <a:gd name="T10" fmla="*/ 0 w 33"/>
                <a:gd name="T11" fmla="*/ 1084 h 47"/>
                <a:gd name="T12" fmla="*/ 26 w 33"/>
                <a:gd name="T13" fmla="*/ 1116 h 47"/>
                <a:gd name="T14" fmla="*/ 26 w 33"/>
                <a:gd name="T15" fmla="*/ 1116 h 47"/>
                <a:gd name="T16" fmla="*/ 26 w 33"/>
                <a:gd name="T17" fmla="*/ 1144 h 47"/>
                <a:gd name="T18" fmla="*/ 26 w 33"/>
                <a:gd name="T19" fmla="*/ 1176 h 47"/>
                <a:gd name="T20" fmla="*/ 76 w 33"/>
                <a:gd name="T21" fmla="*/ 1176 h 47"/>
                <a:gd name="T22" fmla="*/ 406 w 33"/>
                <a:gd name="T23" fmla="*/ 986 h 47"/>
                <a:gd name="T24" fmla="*/ 432 w 33"/>
                <a:gd name="T25" fmla="*/ 1176 h 47"/>
                <a:gd name="T26" fmla="*/ 509 w 33"/>
                <a:gd name="T27" fmla="*/ 1468 h 47"/>
                <a:gd name="T28" fmla="*/ 561 w 33"/>
                <a:gd name="T29" fmla="*/ 1468 h 47"/>
                <a:gd name="T30" fmla="*/ 588 w 33"/>
                <a:gd name="T31" fmla="*/ 986 h 47"/>
                <a:gd name="T32" fmla="*/ 561 w 33"/>
                <a:gd name="T33" fmla="*/ 704 h 47"/>
                <a:gd name="T34" fmla="*/ 655 w 33"/>
                <a:gd name="T35" fmla="*/ 542 h 47"/>
                <a:gd name="T36" fmla="*/ 785 w 33"/>
                <a:gd name="T37" fmla="*/ 101 h 47"/>
                <a:gd name="T38" fmla="*/ 682 w 33"/>
                <a:gd name="T39" fmla="*/ 0 h 47"/>
                <a:gd name="T40" fmla="*/ 632 w 33"/>
                <a:gd name="T41" fmla="*/ 0 h 47"/>
                <a:gd name="T42" fmla="*/ 459 w 33"/>
                <a:gd name="T43" fmla="*/ 672 h 47"/>
                <a:gd name="T44" fmla="*/ 561 w 33"/>
                <a:gd name="T45" fmla="*/ 412 h 47"/>
                <a:gd name="T46" fmla="*/ 682 w 33"/>
                <a:gd name="T47" fmla="*/ 101 h 47"/>
                <a:gd name="T48" fmla="*/ 735 w 33"/>
                <a:gd name="T49" fmla="*/ 130 h 47"/>
                <a:gd name="T50" fmla="*/ 735 w 33"/>
                <a:gd name="T51" fmla="*/ 162 h 47"/>
                <a:gd name="T52" fmla="*/ 588 w 33"/>
                <a:gd name="T53" fmla="*/ 482 h 47"/>
                <a:gd name="T54" fmla="*/ 509 w 33"/>
                <a:gd name="T55" fmla="*/ 704 h 47"/>
                <a:gd name="T56" fmla="*/ 485 w 33"/>
                <a:gd name="T57" fmla="*/ 764 h 47"/>
                <a:gd name="T58" fmla="*/ 509 w 33"/>
                <a:gd name="T59" fmla="*/ 1014 h 47"/>
                <a:gd name="T60" fmla="*/ 535 w 33"/>
                <a:gd name="T61" fmla="*/ 1246 h 47"/>
                <a:gd name="T62" fmla="*/ 535 w 33"/>
                <a:gd name="T63" fmla="*/ 1338 h 47"/>
                <a:gd name="T64" fmla="*/ 509 w 33"/>
                <a:gd name="T65" fmla="*/ 1176 h 47"/>
                <a:gd name="T66" fmla="*/ 432 w 33"/>
                <a:gd name="T67" fmla="*/ 926 h 47"/>
                <a:gd name="T68" fmla="*/ 303 w 33"/>
                <a:gd name="T69" fmla="*/ 926 h 47"/>
                <a:gd name="T70" fmla="*/ 459 w 33"/>
                <a:gd name="T71" fmla="*/ 672 h 4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3" h="47">
                  <a:moveTo>
                    <a:pt x="25" y="0"/>
                  </a:moveTo>
                  <a:cubicBezTo>
                    <a:pt x="22" y="4"/>
                    <a:pt x="20" y="8"/>
                    <a:pt x="19" y="12"/>
                  </a:cubicBezTo>
                  <a:cubicBezTo>
                    <a:pt x="18" y="15"/>
                    <a:pt x="17" y="17"/>
                    <a:pt x="16" y="20"/>
                  </a:cubicBezTo>
                  <a:cubicBezTo>
                    <a:pt x="12" y="25"/>
                    <a:pt x="7" y="29"/>
                    <a:pt x="1" y="32"/>
                  </a:cubicBezTo>
                  <a:cubicBezTo>
                    <a:pt x="1" y="32"/>
                    <a:pt x="0" y="33"/>
                    <a:pt x="0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6"/>
                    <a:pt x="1" y="36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8"/>
                    <a:pt x="2" y="38"/>
                    <a:pt x="3" y="37"/>
                  </a:cubicBezTo>
                  <a:cubicBezTo>
                    <a:pt x="8" y="32"/>
                    <a:pt x="14" y="31"/>
                    <a:pt x="16" y="31"/>
                  </a:cubicBezTo>
                  <a:cubicBezTo>
                    <a:pt x="17" y="32"/>
                    <a:pt x="17" y="34"/>
                    <a:pt x="17" y="37"/>
                  </a:cubicBezTo>
                  <a:cubicBezTo>
                    <a:pt x="17" y="40"/>
                    <a:pt x="17" y="44"/>
                    <a:pt x="20" y="46"/>
                  </a:cubicBezTo>
                  <a:cubicBezTo>
                    <a:pt x="21" y="47"/>
                    <a:pt x="22" y="47"/>
                    <a:pt x="22" y="46"/>
                  </a:cubicBezTo>
                  <a:cubicBezTo>
                    <a:pt x="26" y="42"/>
                    <a:pt x="24" y="37"/>
                    <a:pt x="23" y="31"/>
                  </a:cubicBezTo>
                  <a:cubicBezTo>
                    <a:pt x="23" y="28"/>
                    <a:pt x="22" y="25"/>
                    <a:pt x="22" y="22"/>
                  </a:cubicBezTo>
                  <a:cubicBezTo>
                    <a:pt x="23" y="21"/>
                    <a:pt x="24" y="19"/>
                    <a:pt x="26" y="17"/>
                  </a:cubicBezTo>
                  <a:cubicBezTo>
                    <a:pt x="29" y="12"/>
                    <a:pt x="33" y="6"/>
                    <a:pt x="31" y="3"/>
                  </a:cubicBezTo>
                  <a:cubicBezTo>
                    <a:pt x="31" y="1"/>
                    <a:pt x="29" y="0"/>
                    <a:pt x="27" y="0"/>
                  </a:cubicBezTo>
                  <a:cubicBezTo>
                    <a:pt x="26" y="0"/>
                    <a:pt x="26" y="0"/>
                    <a:pt x="25" y="0"/>
                  </a:cubicBezTo>
                  <a:close/>
                  <a:moveTo>
                    <a:pt x="18" y="21"/>
                  </a:moveTo>
                  <a:cubicBezTo>
                    <a:pt x="20" y="19"/>
                    <a:pt x="21" y="16"/>
                    <a:pt x="22" y="13"/>
                  </a:cubicBezTo>
                  <a:cubicBezTo>
                    <a:pt x="23" y="9"/>
                    <a:pt x="24" y="6"/>
                    <a:pt x="27" y="3"/>
                  </a:cubicBezTo>
                  <a:cubicBezTo>
                    <a:pt x="28" y="3"/>
                    <a:pt x="28" y="4"/>
                    <a:pt x="29" y="4"/>
                  </a:cubicBezTo>
                  <a:cubicBezTo>
                    <a:pt x="29" y="4"/>
                    <a:pt x="29" y="4"/>
                    <a:pt x="29" y="5"/>
                  </a:cubicBezTo>
                  <a:cubicBezTo>
                    <a:pt x="29" y="7"/>
                    <a:pt x="26" y="12"/>
                    <a:pt x="23" y="15"/>
                  </a:cubicBezTo>
                  <a:cubicBezTo>
                    <a:pt x="21" y="18"/>
                    <a:pt x="20" y="20"/>
                    <a:pt x="20" y="22"/>
                  </a:cubicBezTo>
                  <a:cubicBezTo>
                    <a:pt x="19" y="23"/>
                    <a:pt x="19" y="24"/>
                    <a:pt x="19" y="24"/>
                  </a:cubicBezTo>
                  <a:cubicBezTo>
                    <a:pt x="19" y="27"/>
                    <a:pt x="20" y="30"/>
                    <a:pt x="20" y="32"/>
                  </a:cubicBezTo>
                  <a:cubicBezTo>
                    <a:pt x="21" y="35"/>
                    <a:pt x="21" y="37"/>
                    <a:pt x="21" y="39"/>
                  </a:cubicBezTo>
                  <a:cubicBezTo>
                    <a:pt x="21" y="40"/>
                    <a:pt x="21" y="41"/>
                    <a:pt x="21" y="42"/>
                  </a:cubicBezTo>
                  <a:cubicBezTo>
                    <a:pt x="20" y="41"/>
                    <a:pt x="20" y="39"/>
                    <a:pt x="20" y="37"/>
                  </a:cubicBezTo>
                  <a:cubicBezTo>
                    <a:pt x="20" y="34"/>
                    <a:pt x="20" y="30"/>
                    <a:pt x="17" y="29"/>
                  </a:cubicBezTo>
                  <a:cubicBezTo>
                    <a:pt x="16" y="28"/>
                    <a:pt x="14" y="28"/>
                    <a:pt x="12" y="29"/>
                  </a:cubicBezTo>
                  <a:cubicBezTo>
                    <a:pt x="14" y="27"/>
                    <a:pt x="16" y="24"/>
                    <a:pt x="18" y="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9" name="Freeform 99">
              <a:extLst>
                <a:ext uri="{FF2B5EF4-FFF2-40B4-BE49-F238E27FC236}">
                  <a16:creationId xmlns:a16="http://schemas.microsoft.com/office/drawing/2014/main" id="{83C6DD61-88DB-49B0-849B-70630FF84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984"/>
              <a:ext cx="94" cy="177"/>
            </a:xfrm>
            <a:custGeom>
              <a:avLst/>
              <a:gdLst>
                <a:gd name="T0" fmla="*/ 588 w 32"/>
                <a:gd name="T1" fmla="*/ 1359 h 56"/>
                <a:gd name="T2" fmla="*/ 561 w 32"/>
                <a:gd name="T3" fmla="*/ 920 h 56"/>
                <a:gd name="T4" fmla="*/ 761 w 32"/>
                <a:gd name="T5" fmla="*/ 471 h 56"/>
                <a:gd name="T6" fmla="*/ 432 w 32"/>
                <a:gd name="T7" fmla="*/ 161 h 56"/>
                <a:gd name="T8" fmla="*/ 250 w 32"/>
                <a:gd name="T9" fmla="*/ 0 h 56"/>
                <a:gd name="T10" fmla="*/ 379 w 32"/>
                <a:gd name="T11" fmla="*/ 411 h 56"/>
                <a:gd name="T12" fmla="*/ 629 w 32"/>
                <a:gd name="T13" fmla="*/ 1767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56">
                  <a:moveTo>
                    <a:pt x="23" y="43"/>
                  </a:moveTo>
                  <a:cubicBezTo>
                    <a:pt x="22" y="41"/>
                    <a:pt x="22" y="31"/>
                    <a:pt x="22" y="29"/>
                  </a:cubicBezTo>
                  <a:cubicBezTo>
                    <a:pt x="24" y="23"/>
                    <a:pt x="29" y="21"/>
                    <a:pt x="30" y="15"/>
                  </a:cubicBezTo>
                  <a:cubicBezTo>
                    <a:pt x="32" y="7"/>
                    <a:pt x="22" y="9"/>
                    <a:pt x="17" y="5"/>
                  </a:cubicBezTo>
                  <a:cubicBezTo>
                    <a:pt x="15" y="3"/>
                    <a:pt x="11" y="0"/>
                    <a:pt x="10" y="0"/>
                  </a:cubicBezTo>
                  <a:cubicBezTo>
                    <a:pt x="0" y="3"/>
                    <a:pt x="13" y="9"/>
                    <a:pt x="15" y="13"/>
                  </a:cubicBezTo>
                  <a:cubicBezTo>
                    <a:pt x="18" y="18"/>
                    <a:pt x="18" y="45"/>
                    <a:pt x="25" y="56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0" name="Freeform 100">
              <a:extLst>
                <a:ext uri="{FF2B5EF4-FFF2-40B4-BE49-F238E27FC236}">
                  <a16:creationId xmlns:a16="http://schemas.microsoft.com/office/drawing/2014/main" id="{819E271F-54B0-4E3C-B645-F36DF08614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2" y="2978"/>
              <a:ext cx="82" cy="189"/>
            </a:xfrm>
            <a:custGeom>
              <a:avLst/>
              <a:gdLst>
                <a:gd name="T0" fmla="*/ 129 w 28"/>
                <a:gd name="T1" fmla="*/ 0 h 60"/>
                <a:gd name="T2" fmla="*/ 0 w 28"/>
                <a:gd name="T3" fmla="*/ 129 h 60"/>
                <a:gd name="T4" fmla="*/ 129 w 28"/>
                <a:gd name="T5" fmla="*/ 378 h 60"/>
                <a:gd name="T6" fmla="*/ 223 w 28"/>
                <a:gd name="T7" fmla="*/ 466 h 60"/>
                <a:gd name="T8" fmla="*/ 275 w 28"/>
                <a:gd name="T9" fmla="*/ 904 h 60"/>
                <a:gd name="T10" fmla="*/ 480 w 28"/>
                <a:gd name="T11" fmla="*/ 1846 h 60"/>
                <a:gd name="T12" fmla="*/ 524 w 28"/>
                <a:gd name="T13" fmla="*/ 1874 h 60"/>
                <a:gd name="T14" fmla="*/ 524 w 28"/>
                <a:gd name="T15" fmla="*/ 1814 h 60"/>
                <a:gd name="T16" fmla="*/ 524 w 28"/>
                <a:gd name="T17" fmla="*/ 1814 h 60"/>
                <a:gd name="T18" fmla="*/ 428 w 28"/>
                <a:gd name="T19" fmla="*/ 1440 h 60"/>
                <a:gd name="T20" fmla="*/ 480 w 28"/>
                <a:gd name="T21" fmla="*/ 1440 h 60"/>
                <a:gd name="T22" fmla="*/ 480 w 28"/>
                <a:gd name="T23" fmla="*/ 1408 h 60"/>
                <a:gd name="T24" fmla="*/ 480 w 28"/>
                <a:gd name="T25" fmla="*/ 973 h 60"/>
                <a:gd name="T26" fmla="*/ 548 w 28"/>
                <a:gd name="T27" fmla="*/ 784 h 60"/>
                <a:gd name="T28" fmla="*/ 677 w 28"/>
                <a:gd name="T29" fmla="*/ 536 h 60"/>
                <a:gd name="T30" fmla="*/ 480 w 28"/>
                <a:gd name="T31" fmla="*/ 249 h 60"/>
                <a:gd name="T32" fmla="*/ 325 w 28"/>
                <a:gd name="T33" fmla="*/ 158 h 60"/>
                <a:gd name="T34" fmla="*/ 275 w 28"/>
                <a:gd name="T35" fmla="*/ 129 h 60"/>
                <a:gd name="T36" fmla="*/ 129 w 28"/>
                <a:gd name="T37" fmla="*/ 0 h 60"/>
                <a:gd name="T38" fmla="*/ 351 w 28"/>
                <a:gd name="T39" fmla="*/ 873 h 60"/>
                <a:gd name="T40" fmla="*/ 275 w 28"/>
                <a:gd name="T41" fmla="*/ 438 h 60"/>
                <a:gd name="T42" fmla="*/ 179 w 28"/>
                <a:gd name="T43" fmla="*/ 318 h 60"/>
                <a:gd name="T44" fmla="*/ 76 w 28"/>
                <a:gd name="T45" fmla="*/ 158 h 60"/>
                <a:gd name="T46" fmla="*/ 76 w 28"/>
                <a:gd name="T47" fmla="*/ 158 h 60"/>
                <a:gd name="T48" fmla="*/ 129 w 28"/>
                <a:gd name="T49" fmla="*/ 88 h 60"/>
                <a:gd name="T50" fmla="*/ 223 w 28"/>
                <a:gd name="T51" fmla="*/ 189 h 60"/>
                <a:gd name="T52" fmla="*/ 275 w 28"/>
                <a:gd name="T53" fmla="*/ 249 h 60"/>
                <a:gd name="T54" fmla="*/ 454 w 28"/>
                <a:gd name="T55" fmla="*/ 347 h 60"/>
                <a:gd name="T56" fmla="*/ 600 w 28"/>
                <a:gd name="T57" fmla="*/ 466 h 60"/>
                <a:gd name="T58" fmla="*/ 600 w 28"/>
                <a:gd name="T59" fmla="*/ 536 h 60"/>
                <a:gd name="T60" fmla="*/ 507 w 28"/>
                <a:gd name="T61" fmla="*/ 715 h 60"/>
                <a:gd name="T62" fmla="*/ 404 w 28"/>
                <a:gd name="T63" fmla="*/ 942 h 60"/>
                <a:gd name="T64" fmla="*/ 404 w 28"/>
                <a:gd name="T65" fmla="*/ 1062 h 60"/>
                <a:gd name="T66" fmla="*/ 404 w 28"/>
                <a:gd name="T67" fmla="*/ 1310 h 60"/>
                <a:gd name="T68" fmla="*/ 351 w 28"/>
                <a:gd name="T69" fmla="*/ 873 h 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" h="60">
                  <a:moveTo>
                    <a:pt x="5" y="0"/>
                  </a:moveTo>
                  <a:cubicBezTo>
                    <a:pt x="2" y="1"/>
                    <a:pt x="0" y="3"/>
                    <a:pt x="0" y="4"/>
                  </a:cubicBezTo>
                  <a:cubicBezTo>
                    <a:pt x="0" y="7"/>
                    <a:pt x="2" y="10"/>
                    <a:pt x="5" y="12"/>
                  </a:cubicBezTo>
                  <a:cubicBezTo>
                    <a:pt x="7" y="13"/>
                    <a:pt x="8" y="14"/>
                    <a:pt x="9" y="15"/>
                  </a:cubicBezTo>
                  <a:cubicBezTo>
                    <a:pt x="10" y="17"/>
                    <a:pt x="10" y="23"/>
                    <a:pt x="11" y="29"/>
                  </a:cubicBezTo>
                  <a:cubicBezTo>
                    <a:pt x="12" y="39"/>
                    <a:pt x="14" y="52"/>
                    <a:pt x="19" y="59"/>
                  </a:cubicBezTo>
                  <a:cubicBezTo>
                    <a:pt x="19" y="60"/>
                    <a:pt x="20" y="60"/>
                    <a:pt x="21" y="60"/>
                  </a:cubicBezTo>
                  <a:cubicBezTo>
                    <a:pt x="21" y="59"/>
                    <a:pt x="21" y="59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9" y="55"/>
                    <a:pt x="18" y="50"/>
                    <a:pt x="17" y="46"/>
                  </a:cubicBezTo>
                  <a:cubicBezTo>
                    <a:pt x="17" y="46"/>
                    <a:pt x="18" y="47"/>
                    <a:pt x="19" y="46"/>
                  </a:cubicBezTo>
                  <a:cubicBezTo>
                    <a:pt x="19" y="46"/>
                    <a:pt x="20" y="45"/>
                    <a:pt x="19" y="45"/>
                  </a:cubicBezTo>
                  <a:cubicBezTo>
                    <a:pt x="19" y="43"/>
                    <a:pt x="18" y="33"/>
                    <a:pt x="19" y="31"/>
                  </a:cubicBezTo>
                  <a:cubicBezTo>
                    <a:pt x="19" y="28"/>
                    <a:pt x="21" y="27"/>
                    <a:pt x="22" y="25"/>
                  </a:cubicBezTo>
                  <a:cubicBezTo>
                    <a:pt x="24" y="23"/>
                    <a:pt x="26" y="21"/>
                    <a:pt x="27" y="17"/>
                  </a:cubicBezTo>
                  <a:cubicBezTo>
                    <a:pt x="28" y="11"/>
                    <a:pt x="23" y="9"/>
                    <a:pt x="19" y="8"/>
                  </a:cubicBezTo>
                  <a:cubicBezTo>
                    <a:pt x="17" y="7"/>
                    <a:pt x="14" y="7"/>
                    <a:pt x="13" y="5"/>
                  </a:cubicBezTo>
                  <a:cubicBezTo>
                    <a:pt x="13" y="5"/>
                    <a:pt x="11" y="4"/>
                    <a:pt x="11" y="4"/>
                  </a:cubicBezTo>
                  <a:cubicBezTo>
                    <a:pt x="7" y="1"/>
                    <a:pt x="6" y="0"/>
                    <a:pt x="5" y="0"/>
                  </a:cubicBezTo>
                  <a:close/>
                  <a:moveTo>
                    <a:pt x="14" y="28"/>
                  </a:moveTo>
                  <a:cubicBezTo>
                    <a:pt x="13" y="22"/>
                    <a:pt x="12" y="16"/>
                    <a:pt x="11" y="14"/>
                  </a:cubicBezTo>
                  <a:cubicBezTo>
                    <a:pt x="10" y="13"/>
                    <a:pt x="9" y="11"/>
                    <a:pt x="7" y="10"/>
                  </a:cubicBezTo>
                  <a:cubicBezTo>
                    <a:pt x="6" y="8"/>
                    <a:pt x="3" y="6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4"/>
                    <a:pt x="5" y="3"/>
                  </a:cubicBezTo>
                  <a:cubicBezTo>
                    <a:pt x="6" y="4"/>
                    <a:pt x="8" y="5"/>
                    <a:pt x="9" y="6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3" y="9"/>
                    <a:pt x="16" y="10"/>
                    <a:pt x="18" y="11"/>
                  </a:cubicBezTo>
                  <a:cubicBezTo>
                    <a:pt x="22" y="12"/>
                    <a:pt x="24" y="13"/>
                    <a:pt x="24" y="15"/>
                  </a:cubicBezTo>
                  <a:cubicBezTo>
                    <a:pt x="24" y="16"/>
                    <a:pt x="24" y="16"/>
                    <a:pt x="24" y="17"/>
                  </a:cubicBezTo>
                  <a:cubicBezTo>
                    <a:pt x="23" y="19"/>
                    <a:pt x="22" y="21"/>
                    <a:pt x="20" y="23"/>
                  </a:cubicBezTo>
                  <a:cubicBezTo>
                    <a:pt x="18" y="25"/>
                    <a:pt x="17" y="27"/>
                    <a:pt x="16" y="30"/>
                  </a:cubicBezTo>
                  <a:cubicBezTo>
                    <a:pt x="16" y="31"/>
                    <a:pt x="16" y="33"/>
                    <a:pt x="16" y="34"/>
                  </a:cubicBezTo>
                  <a:cubicBezTo>
                    <a:pt x="16" y="37"/>
                    <a:pt x="16" y="40"/>
                    <a:pt x="16" y="42"/>
                  </a:cubicBezTo>
                  <a:cubicBezTo>
                    <a:pt x="15" y="37"/>
                    <a:pt x="15" y="33"/>
                    <a:pt x="14" y="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1" name="Freeform 101">
              <a:extLst>
                <a:ext uri="{FF2B5EF4-FFF2-40B4-BE49-F238E27FC236}">
                  <a16:creationId xmlns:a16="http://schemas.microsoft.com/office/drawing/2014/main" id="{3B7759FF-A170-48B3-9D8D-042133C6E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955"/>
              <a:ext cx="1157" cy="935"/>
            </a:xfrm>
            <a:custGeom>
              <a:avLst/>
              <a:gdLst>
                <a:gd name="T0" fmla="*/ 0 w 391"/>
                <a:gd name="T1" fmla="*/ 9198 h 296"/>
                <a:gd name="T2" fmla="*/ 1586 w 391"/>
                <a:gd name="T3" fmla="*/ 9170 h 296"/>
                <a:gd name="T4" fmla="*/ 3214 w 391"/>
                <a:gd name="T5" fmla="*/ 8222 h 296"/>
                <a:gd name="T6" fmla="*/ 5542 w 391"/>
                <a:gd name="T7" fmla="*/ 7562 h 296"/>
                <a:gd name="T8" fmla="*/ 7951 w 391"/>
                <a:gd name="T9" fmla="*/ 7284 h 296"/>
                <a:gd name="T10" fmla="*/ 8966 w 391"/>
                <a:gd name="T11" fmla="*/ 7502 h 296"/>
                <a:gd name="T12" fmla="*/ 10132 w 391"/>
                <a:gd name="T13" fmla="*/ 7881 h 296"/>
                <a:gd name="T14" fmla="*/ 9948 w 391"/>
                <a:gd name="T15" fmla="*/ 7344 h 296"/>
                <a:gd name="T16" fmla="*/ 8546 w 391"/>
                <a:gd name="T17" fmla="*/ 6934 h 296"/>
                <a:gd name="T18" fmla="*/ 6735 w 391"/>
                <a:gd name="T19" fmla="*/ 6614 h 296"/>
                <a:gd name="T20" fmla="*/ 6321 w 391"/>
                <a:gd name="T21" fmla="*/ 5108 h 296"/>
                <a:gd name="T22" fmla="*/ 6321 w 391"/>
                <a:gd name="T23" fmla="*/ 3781 h 296"/>
                <a:gd name="T24" fmla="*/ 5699 w 391"/>
                <a:gd name="T25" fmla="*/ 1576 h 296"/>
                <a:gd name="T26" fmla="*/ 5622 w 391"/>
                <a:gd name="T27" fmla="*/ 0 h 296"/>
                <a:gd name="T28" fmla="*/ 4666 w 391"/>
                <a:gd name="T29" fmla="*/ 190 h 296"/>
                <a:gd name="T30" fmla="*/ 5238 w 391"/>
                <a:gd name="T31" fmla="*/ 1636 h 296"/>
                <a:gd name="T32" fmla="*/ 4974 w 391"/>
                <a:gd name="T33" fmla="*/ 3911 h 296"/>
                <a:gd name="T34" fmla="*/ 5806 w 391"/>
                <a:gd name="T35" fmla="*/ 4789 h 296"/>
                <a:gd name="T36" fmla="*/ 5439 w 391"/>
                <a:gd name="T37" fmla="*/ 6554 h 296"/>
                <a:gd name="T38" fmla="*/ 3424 w 391"/>
                <a:gd name="T39" fmla="*/ 7562 h 296"/>
                <a:gd name="T40" fmla="*/ 1917 w 391"/>
                <a:gd name="T41" fmla="*/ 7373 h 296"/>
                <a:gd name="T42" fmla="*/ 1296 w 391"/>
                <a:gd name="T43" fmla="*/ 8380 h 296"/>
                <a:gd name="T44" fmla="*/ 237 w 391"/>
                <a:gd name="T45" fmla="*/ 8819 h 29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91" h="296">
                  <a:moveTo>
                    <a:pt x="0" y="292"/>
                  </a:moveTo>
                  <a:cubicBezTo>
                    <a:pt x="17" y="285"/>
                    <a:pt x="41" y="296"/>
                    <a:pt x="61" y="291"/>
                  </a:cubicBezTo>
                  <a:cubicBezTo>
                    <a:pt x="82" y="286"/>
                    <a:pt x="105" y="272"/>
                    <a:pt x="124" y="261"/>
                  </a:cubicBezTo>
                  <a:cubicBezTo>
                    <a:pt x="156" y="243"/>
                    <a:pt x="181" y="246"/>
                    <a:pt x="214" y="240"/>
                  </a:cubicBezTo>
                  <a:cubicBezTo>
                    <a:pt x="246" y="235"/>
                    <a:pt x="274" y="223"/>
                    <a:pt x="307" y="231"/>
                  </a:cubicBezTo>
                  <a:cubicBezTo>
                    <a:pt x="321" y="234"/>
                    <a:pt x="331" y="238"/>
                    <a:pt x="346" y="238"/>
                  </a:cubicBezTo>
                  <a:cubicBezTo>
                    <a:pt x="364" y="239"/>
                    <a:pt x="381" y="234"/>
                    <a:pt x="391" y="250"/>
                  </a:cubicBezTo>
                  <a:cubicBezTo>
                    <a:pt x="391" y="243"/>
                    <a:pt x="386" y="239"/>
                    <a:pt x="384" y="233"/>
                  </a:cubicBezTo>
                  <a:cubicBezTo>
                    <a:pt x="369" y="228"/>
                    <a:pt x="347" y="225"/>
                    <a:pt x="330" y="220"/>
                  </a:cubicBezTo>
                  <a:cubicBezTo>
                    <a:pt x="309" y="215"/>
                    <a:pt x="279" y="218"/>
                    <a:pt x="260" y="210"/>
                  </a:cubicBezTo>
                  <a:cubicBezTo>
                    <a:pt x="236" y="200"/>
                    <a:pt x="249" y="182"/>
                    <a:pt x="244" y="162"/>
                  </a:cubicBezTo>
                  <a:cubicBezTo>
                    <a:pt x="240" y="146"/>
                    <a:pt x="224" y="135"/>
                    <a:pt x="244" y="120"/>
                  </a:cubicBezTo>
                  <a:cubicBezTo>
                    <a:pt x="222" y="95"/>
                    <a:pt x="229" y="80"/>
                    <a:pt x="220" y="50"/>
                  </a:cubicBezTo>
                  <a:cubicBezTo>
                    <a:pt x="215" y="35"/>
                    <a:pt x="201" y="13"/>
                    <a:pt x="217" y="0"/>
                  </a:cubicBezTo>
                  <a:cubicBezTo>
                    <a:pt x="206" y="8"/>
                    <a:pt x="193" y="11"/>
                    <a:pt x="180" y="6"/>
                  </a:cubicBezTo>
                  <a:cubicBezTo>
                    <a:pt x="200" y="10"/>
                    <a:pt x="196" y="28"/>
                    <a:pt x="202" y="52"/>
                  </a:cubicBezTo>
                  <a:cubicBezTo>
                    <a:pt x="208" y="76"/>
                    <a:pt x="210" y="114"/>
                    <a:pt x="192" y="124"/>
                  </a:cubicBezTo>
                  <a:cubicBezTo>
                    <a:pt x="216" y="122"/>
                    <a:pt x="218" y="130"/>
                    <a:pt x="224" y="152"/>
                  </a:cubicBezTo>
                  <a:cubicBezTo>
                    <a:pt x="230" y="174"/>
                    <a:pt x="226" y="196"/>
                    <a:pt x="210" y="208"/>
                  </a:cubicBezTo>
                  <a:cubicBezTo>
                    <a:pt x="194" y="220"/>
                    <a:pt x="168" y="218"/>
                    <a:pt x="132" y="240"/>
                  </a:cubicBezTo>
                  <a:cubicBezTo>
                    <a:pt x="96" y="262"/>
                    <a:pt x="84" y="230"/>
                    <a:pt x="74" y="234"/>
                  </a:cubicBezTo>
                  <a:cubicBezTo>
                    <a:pt x="64" y="238"/>
                    <a:pt x="70" y="254"/>
                    <a:pt x="50" y="266"/>
                  </a:cubicBezTo>
                  <a:cubicBezTo>
                    <a:pt x="30" y="278"/>
                    <a:pt x="9" y="280"/>
                    <a:pt x="9" y="280"/>
                  </a:cubicBezTo>
                </a:path>
              </a:pathLst>
            </a:custGeom>
            <a:solidFill>
              <a:srgbClr val="9D9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2" name="Freeform 102">
              <a:extLst>
                <a:ext uri="{FF2B5EF4-FFF2-40B4-BE49-F238E27FC236}">
                  <a16:creationId xmlns:a16="http://schemas.microsoft.com/office/drawing/2014/main" id="{CEBDCE76-7822-47BB-98D2-95577FDC7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870"/>
              <a:ext cx="695" cy="562"/>
            </a:xfrm>
            <a:custGeom>
              <a:avLst/>
              <a:gdLst>
                <a:gd name="T0" fmla="*/ 80 w 235"/>
                <a:gd name="T1" fmla="*/ 161 h 178"/>
                <a:gd name="T2" fmla="*/ 0 w 235"/>
                <a:gd name="T3" fmla="*/ 350 h 178"/>
                <a:gd name="T4" fmla="*/ 411 w 235"/>
                <a:gd name="T5" fmla="*/ 688 h 178"/>
                <a:gd name="T6" fmla="*/ 674 w 235"/>
                <a:gd name="T7" fmla="*/ 846 h 178"/>
                <a:gd name="T8" fmla="*/ 1916 w 235"/>
                <a:gd name="T9" fmla="*/ 2232 h 178"/>
                <a:gd name="T10" fmla="*/ 2144 w 235"/>
                <a:gd name="T11" fmla="*/ 5004 h 178"/>
                <a:gd name="T12" fmla="*/ 2073 w 235"/>
                <a:gd name="T13" fmla="*/ 5541 h 178"/>
                <a:gd name="T14" fmla="*/ 2431 w 235"/>
                <a:gd name="T15" fmla="*/ 5162 h 178"/>
                <a:gd name="T16" fmla="*/ 2588 w 235"/>
                <a:gd name="T17" fmla="*/ 4843 h 178"/>
                <a:gd name="T18" fmla="*/ 3052 w 235"/>
                <a:gd name="T19" fmla="*/ 4275 h 178"/>
                <a:gd name="T20" fmla="*/ 3490 w 235"/>
                <a:gd name="T21" fmla="*/ 4843 h 178"/>
                <a:gd name="T22" fmla="*/ 3647 w 235"/>
                <a:gd name="T23" fmla="*/ 5162 h 178"/>
                <a:gd name="T24" fmla="*/ 4007 w 235"/>
                <a:gd name="T25" fmla="*/ 5541 h 178"/>
                <a:gd name="T26" fmla="*/ 3936 w 235"/>
                <a:gd name="T27" fmla="*/ 5004 h 178"/>
                <a:gd name="T28" fmla="*/ 4164 w 235"/>
                <a:gd name="T29" fmla="*/ 2232 h 178"/>
                <a:gd name="T30" fmla="*/ 5406 w 235"/>
                <a:gd name="T31" fmla="*/ 846 h 178"/>
                <a:gd name="T32" fmla="*/ 5666 w 235"/>
                <a:gd name="T33" fmla="*/ 688 h 178"/>
                <a:gd name="T34" fmla="*/ 6078 w 235"/>
                <a:gd name="T35" fmla="*/ 350 h 178"/>
                <a:gd name="T36" fmla="*/ 6001 w 235"/>
                <a:gd name="T37" fmla="*/ 161 h 178"/>
                <a:gd name="T38" fmla="*/ 5045 w 235"/>
                <a:gd name="T39" fmla="*/ 439 h 178"/>
                <a:gd name="T40" fmla="*/ 4294 w 235"/>
                <a:gd name="T41" fmla="*/ 758 h 178"/>
                <a:gd name="T42" fmla="*/ 4268 w 235"/>
                <a:gd name="T43" fmla="*/ 758 h 178"/>
                <a:gd name="T44" fmla="*/ 3490 w 235"/>
                <a:gd name="T45" fmla="*/ 947 h 178"/>
                <a:gd name="T46" fmla="*/ 3463 w 235"/>
                <a:gd name="T47" fmla="*/ 1007 h 178"/>
                <a:gd name="T48" fmla="*/ 3490 w 235"/>
                <a:gd name="T49" fmla="*/ 1036 h 178"/>
                <a:gd name="T50" fmla="*/ 4294 w 235"/>
                <a:gd name="T51" fmla="*/ 846 h 178"/>
                <a:gd name="T52" fmla="*/ 4321 w 235"/>
                <a:gd name="T53" fmla="*/ 846 h 178"/>
                <a:gd name="T54" fmla="*/ 5072 w 235"/>
                <a:gd name="T55" fmla="*/ 508 h 178"/>
                <a:gd name="T56" fmla="*/ 5947 w 235"/>
                <a:gd name="T57" fmla="*/ 218 h 178"/>
                <a:gd name="T58" fmla="*/ 6001 w 235"/>
                <a:gd name="T59" fmla="*/ 319 h 178"/>
                <a:gd name="T60" fmla="*/ 5643 w 235"/>
                <a:gd name="T61" fmla="*/ 628 h 178"/>
                <a:gd name="T62" fmla="*/ 5380 w 235"/>
                <a:gd name="T63" fmla="*/ 758 h 178"/>
                <a:gd name="T64" fmla="*/ 4111 w 235"/>
                <a:gd name="T65" fmla="*/ 2204 h 178"/>
                <a:gd name="T66" fmla="*/ 3857 w 235"/>
                <a:gd name="T67" fmla="*/ 5064 h 178"/>
                <a:gd name="T68" fmla="*/ 3954 w 235"/>
                <a:gd name="T69" fmla="*/ 5443 h 178"/>
                <a:gd name="T70" fmla="*/ 3700 w 235"/>
                <a:gd name="T71" fmla="*/ 5134 h 178"/>
                <a:gd name="T72" fmla="*/ 3570 w 235"/>
                <a:gd name="T73" fmla="*/ 4815 h 178"/>
                <a:gd name="T74" fmla="*/ 3052 w 235"/>
                <a:gd name="T75" fmla="*/ 4187 h 178"/>
                <a:gd name="T76" fmla="*/ 2511 w 235"/>
                <a:gd name="T77" fmla="*/ 4815 h 178"/>
                <a:gd name="T78" fmla="*/ 2378 w 235"/>
                <a:gd name="T79" fmla="*/ 5134 h 178"/>
                <a:gd name="T80" fmla="*/ 2126 w 235"/>
                <a:gd name="T81" fmla="*/ 5443 h 178"/>
                <a:gd name="T82" fmla="*/ 2221 w 235"/>
                <a:gd name="T83" fmla="*/ 5064 h 178"/>
                <a:gd name="T84" fmla="*/ 1993 w 235"/>
                <a:gd name="T85" fmla="*/ 2204 h 178"/>
                <a:gd name="T86" fmla="*/ 701 w 235"/>
                <a:gd name="T87" fmla="*/ 758 h 178"/>
                <a:gd name="T88" fmla="*/ 464 w 235"/>
                <a:gd name="T89" fmla="*/ 628 h 178"/>
                <a:gd name="T90" fmla="*/ 80 w 235"/>
                <a:gd name="T91" fmla="*/ 319 h 178"/>
                <a:gd name="T92" fmla="*/ 130 w 235"/>
                <a:gd name="T93" fmla="*/ 218 h 178"/>
                <a:gd name="T94" fmla="*/ 1006 w 235"/>
                <a:gd name="T95" fmla="*/ 508 h 178"/>
                <a:gd name="T96" fmla="*/ 1757 w 235"/>
                <a:gd name="T97" fmla="*/ 846 h 178"/>
                <a:gd name="T98" fmla="*/ 1783 w 235"/>
                <a:gd name="T99" fmla="*/ 846 h 178"/>
                <a:gd name="T100" fmla="*/ 2564 w 235"/>
                <a:gd name="T101" fmla="*/ 1036 h 178"/>
                <a:gd name="T102" fmla="*/ 2614 w 235"/>
                <a:gd name="T103" fmla="*/ 1007 h 178"/>
                <a:gd name="T104" fmla="*/ 2588 w 235"/>
                <a:gd name="T105" fmla="*/ 947 h 178"/>
                <a:gd name="T106" fmla="*/ 1810 w 235"/>
                <a:gd name="T107" fmla="*/ 758 h 178"/>
                <a:gd name="T108" fmla="*/ 1783 w 235"/>
                <a:gd name="T109" fmla="*/ 758 h 178"/>
                <a:gd name="T110" fmla="*/ 1059 w 235"/>
                <a:gd name="T111" fmla="*/ 439 h 178"/>
                <a:gd name="T112" fmla="*/ 80 w 235"/>
                <a:gd name="T113" fmla="*/ 161 h 1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35" h="178">
                  <a:moveTo>
                    <a:pt x="3" y="5"/>
                  </a:moveTo>
                  <a:cubicBezTo>
                    <a:pt x="1" y="7"/>
                    <a:pt x="0" y="9"/>
                    <a:pt x="0" y="11"/>
                  </a:cubicBezTo>
                  <a:cubicBezTo>
                    <a:pt x="1" y="16"/>
                    <a:pt x="8" y="19"/>
                    <a:pt x="16" y="22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47" y="36"/>
                    <a:pt x="65" y="56"/>
                    <a:pt x="74" y="71"/>
                  </a:cubicBezTo>
                  <a:cubicBezTo>
                    <a:pt x="82" y="85"/>
                    <a:pt x="99" y="121"/>
                    <a:pt x="83" y="159"/>
                  </a:cubicBezTo>
                  <a:cubicBezTo>
                    <a:pt x="80" y="166"/>
                    <a:pt x="77" y="174"/>
                    <a:pt x="80" y="176"/>
                  </a:cubicBezTo>
                  <a:cubicBezTo>
                    <a:pt x="84" y="178"/>
                    <a:pt x="90" y="172"/>
                    <a:pt x="94" y="164"/>
                  </a:cubicBezTo>
                  <a:cubicBezTo>
                    <a:pt x="100" y="154"/>
                    <a:pt x="100" y="154"/>
                    <a:pt x="100" y="154"/>
                  </a:cubicBezTo>
                  <a:cubicBezTo>
                    <a:pt x="105" y="144"/>
                    <a:pt x="109" y="136"/>
                    <a:pt x="118" y="136"/>
                  </a:cubicBezTo>
                  <a:cubicBezTo>
                    <a:pt x="126" y="136"/>
                    <a:pt x="130" y="144"/>
                    <a:pt x="135" y="154"/>
                  </a:cubicBezTo>
                  <a:cubicBezTo>
                    <a:pt x="141" y="164"/>
                    <a:pt x="141" y="164"/>
                    <a:pt x="141" y="164"/>
                  </a:cubicBezTo>
                  <a:cubicBezTo>
                    <a:pt x="145" y="172"/>
                    <a:pt x="151" y="178"/>
                    <a:pt x="155" y="176"/>
                  </a:cubicBezTo>
                  <a:cubicBezTo>
                    <a:pt x="158" y="174"/>
                    <a:pt x="155" y="166"/>
                    <a:pt x="152" y="159"/>
                  </a:cubicBezTo>
                  <a:cubicBezTo>
                    <a:pt x="136" y="121"/>
                    <a:pt x="153" y="85"/>
                    <a:pt x="161" y="71"/>
                  </a:cubicBezTo>
                  <a:cubicBezTo>
                    <a:pt x="170" y="56"/>
                    <a:pt x="188" y="36"/>
                    <a:pt x="209" y="27"/>
                  </a:cubicBezTo>
                  <a:cubicBezTo>
                    <a:pt x="209" y="27"/>
                    <a:pt x="219" y="22"/>
                    <a:pt x="219" y="22"/>
                  </a:cubicBezTo>
                  <a:cubicBezTo>
                    <a:pt x="227" y="19"/>
                    <a:pt x="234" y="16"/>
                    <a:pt x="235" y="11"/>
                  </a:cubicBezTo>
                  <a:cubicBezTo>
                    <a:pt x="235" y="9"/>
                    <a:pt x="234" y="7"/>
                    <a:pt x="232" y="5"/>
                  </a:cubicBezTo>
                  <a:cubicBezTo>
                    <a:pt x="228" y="0"/>
                    <a:pt x="215" y="5"/>
                    <a:pt x="195" y="14"/>
                  </a:cubicBezTo>
                  <a:cubicBezTo>
                    <a:pt x="184" y="18"/>
                    <a:pt x="174" y="22"/>
                    <a:pt x="166" y="24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54" y="27"/>
                    <a:pt x="144" y="29"/>
                    <a:pt x="135" y="30"/>
                  </a:cubicBezTo>
                  <a:cubicBezTo>
                    <a:pt x="134" y="30"/>
                    <a:pt x="133" y="31"/>
                    <a:pt x="134" y="32"/>
                  </a:cubicBezTo>
                  <a:cubicBezTo>
                    <a:pt x="134" y="33"/>
                    <a:pt x="134" y="33"/>
                    <a:pt x="135" y="33"/>
                  </a:cubicBezTo>
                  <a:cubicBezTo>
                    <a:pt x="144" y="32"/>
                    <a:pt x="154" y="30"/>
                    <a:pt x="166" y="27"/>
                  </a:cubicBezTo>
                  <a:cubicBezTo>
                    <a:pt x="167" y="27"/>
                    <a:pt x="167" y="27"/>
                    <a:pt x="167" y="27"/>
                  </a:cubicBezTo>
                  <a:cubicBezTo>
                    <a:pt x="175" y="25"/>
                    <a:pt x="185" y="21"/>
                    <a:pt x="196" y="16"/>
                  </a:cubicBezTo>
                  <a:cubicBezTo>
                    <a:pt x="210" y="11"/>
                    <a:pt x="227" y="3"/>
                    <a:pt x="230" y="7"/>
                  </a:cubicBezTo>
                  <a:cubicBezTo>
                    <a:pt x="232" y="9"/>
                    <a:pt x="232" y="10"/>
                    <a:pt x="232" y="10"/>
                  </a:cubicBezTo>
                  <a:cubicBezTo>
                    <a:pt x="231" y="14"/>
                    <a:pt x="224" y="17"/>
                    <a:pt x="218" y="20"/>
                  </a:cubicBezTo>
                  <a:cubicBezTo>
                    <a:pt x="208" y="24"/>
                    <a:pt x="208" y="24"/>
                    <a:pt x="208" y="24"/>
                  </a:cubicBezTo>
                  <a:cubicBezTo>
                    <a:pt x="186" y="34"/>
                    <a:pt x="168" y="54"/>
                    <a:pt x="159" y="70"/>
                  </a:cubicBezTo>
                  <a:cubicBezTo>
                    <a:pt x="150" y="84"/>
                    <a:pt x="132" y="121"/>
                    <a:pt x="149" y="161"/>
                  </a:cubicBezTo>
                  <a:cubicBezTo>
                    <a:pt x="155" y="171"/>
                    <a:pt x="153" y="173"/>
                    <a:pt x="153" y="173"/>
                  </a:cubicBezTo>
                  <a:cubicBezTo>
                    <a:pt x="152" y="174"/>
                    <a:pt x="148" y="171"/>
                    <a:pt x="143" y="163"/>
                  </a:cubicBezTo>
                  <a:cubicBezTo>
                    <a:pt x="138" y="153"/>
                    <a:pt x="138" y="153"/>
                    <a:pt x="138" y="153"/>
                  </a:cubicBezTo>
                  <a:cubicBezTo>
                    <a:pt x="132" y="142"/>
                    <a:pt x="128" y="133"/>
                    <a:pt x="118" y="133"/>
                  </a:cubicBezTo>
                  <a:cubicBezTo>
                    <a:pt x="107" y="133"/>
                    <a:pt x="103" y="142"/>
                    <a:pt x="97" y="153"/>
                  </a:cubicBezTo>
                  <a:cubicBezTo>
                    <a:pt x="92" y="163"/>
                    <a:pt x="92" y="163"/>
                    <a:pt x="92" y="163"/>
                  </a:cubicBezTo>
                  <a:cubicBezTo>
                    <a:pt x="87" y="171"/>
                    <a:pt x="83" y="174"/>
                    <a:pt x="82" y="173"/>
                  </a:cubicBezTo>
                  <a:cubicBezTo>
                    <a:pt x="82" y="173"/>
                    <a:pt x="80" y="171"/>
                    <a:pt x="86" y="161"/>
                  </a:cubicBezTo>
                  <a:cubicBezTo>
                    <a:pt x="103" y="121"/>
                    <a:pt x="85" y="84"/>
                    <a:pt x="77" y="70"/>
                  </a:cubicBezTo>
                  <a:cubicBezTo>
                    <a:pt x="67" y="54"/>
                    <a:pt x="49" y="34"/>
                    <a:pt x="27" y="24"/>
                  </a:cubicBezTo>
                  <a:cubicBezTo>
                    <a:pt x="28" y="24"/>
                    <a:pt x="18" y="20"/>
                    <a:pt x="18" y="20"/>
                  </a:cubicBezTo>
                  <a:cubicBezTo>
                    <a:pt x="11" y="17"/>
                    <a:pt x="4" y="14"/>
                    <a:pt x="3" y="10"/>
                  </a:cubicBezTo>
                  <a:cubicBezTo>
                    <a:pt x="3" y="10"/>
                    <a:pt x="3" y="9"/>
                    <a:pt x="5" y="7"/>
                  </a:cubicBezTo>
                  <a:cubicBezTo>
                    <a:pt x="8" y="3"/>
                    <a:pt x="25" y="11"/>
                    <a:pt x="39" y="16"/>
                  </a:cubicBezTo>
                  <a:cubicBezTo>
                    <a:pt x="50" y="21"/>
                    <a:pt x="60" y="25"/>
                    <a:pt x="68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81" y="30"/>
                    <a:pt x="90" y="32"/>
                    <a:pt x="99" y="33"/>
                  </a:cubicBezTo>
                  <a:cubicBezTo>
                    <a:pt x="100" y="33"/>
                    <a:pt x="101" y="33"/>
                    <a:pt x="101" y="32"/>
                  </a:cubicBezTo>
                  <a:cubicBezTo>
                    <a:pt x="101" y="31"/>
                    <a:pt x="101" y="30"/>
                    <a:pt x="100" y="30"/>
                  </a:cubicBezTo>
                  <a:cubicBezTo>
                    <a:pt x="91" y="29"/>
                    <a:pt x="81" y="27"/>
                    <a:pt x="70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1" y="22"/>
                    <a:pt x="51" y="18"/>
                    <a:pt x="41" y="14"/>
                  </a:cubicBezTo>
                  <a:cubicBezTo>
                    <a:pt x="20" y="5"/>
                    <a:pt x="7" y="0"/>
                    <a:pt x="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3" name="Freeform 103">
              <a:extLst>
                <a:ext uri="{FF2B5EF4-FFF2-40B4-BE49-F238E27FC236}">
                  <a16:creationId xmlns:a16="http://schemas.microsoft.com/office/drawing/2014/main" id="{A99D2B8A-E22F-4A19-938E-0804E7AFD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967"/>
              <a:ext cx="120" cy="329"/>
            </a:xfrm>
            <a:custGeom>
              <a:avLst/>
              <a:gdLst>
                <a:gd name="T0" fmla="*/ 978 w 41"/>
                <a:gd name="T1" fmla="*/ 0 h 104"/>
                <a:gd name="T2" fmla="*/ 729 w 41"/>
                <a:gd name="T3" fmla="*/ 440 h 104"/>
                <a:gd name="T4" fmla="*/ 676 w 41"/>
                <a:gd name="T5" fmla="*/ 569 h 104"/>
                <a:gd name="T6" fmla="*/ 480 w 41"/>
                <a:gd name="T7" fmla="*/ 1832 h 104"/>
                <a:gd name="T8" fmla="*/ 351 w 41"/>
                <a:gd name="T9" fmla="*/ 569 h 104"/>
                <a:gd name="T10" fmla="*/ 325 w 41"/>
                <a:gd name="T11" fmla="*/ 440 h 104"/>
                <a:gd name="T12" fmla="*/ 53 w 41"/>
                <a:gd name="T13" fmla="*/ 0 h 104"/>
                <a:gd name="T14" fmla="*/ 0 w 41"/>
                <a:gd name="T15" fmla="*/ 0 h 104"/>
                <a:gd name="T16" fmla="*/ 26 w 41"/>
                <a:gd name="T17" fmla="*/ 60 h 104"/>
                <a:gd name="T18" fmla="*/ 275 w 41"/>
                <a:gd name="T19" fmla="*/ 471 h 104"/>
                <a:gd name="T20" fmla="*/ 325 w 41"/>
                <a:gd name="T21" fmla="*/ 601 h 104"/>
                <a:gd name="T22" fmla="*/ 427 w 41"/>
                <a:gd name="T23" fmla="*/ 1933 h 104"/>
                <a:gd name="T24" fmla="*/ 454 w 41"/>
                <a:gd name="T25" fmla="*/ 2281 h 104"/>
                <a:gd name="T26" fmla="*/ 506 w 41"/>
                <a:gd name="T27" fmla="*/ 3262 h 104"/>
                <a:gd name="T28" fmla="*/ 524 w 41"/>
                <a:gd name="T29" fmla="*/ 3293 h 104"/>
                <a:gd name="T30" fmla="*/ 547 w 41"/>
                <a:gd name="T31" fmla="*/ 3262 h 104"/>
                <a:gd name="T32" fmla="*/ 547 w 41"/>
                <a:gd name="T33" fmla="*/ 2752 h 104"/>
                <a:gd name="T34" fmla="*/ 524 w 41"/>
                <a:gd name="T35" fmla="*/ 2312 h 104"/>
                <a:gd name="T36" fmla="*/ 524 w 41"/>
                <a:gd name="T37" fmla="*/ 1933 h 104"/>
                <a:gd name="T38" fmla="*/ 702 w 41"/>
                <a:gd name="T39" fmla="*/ 601 h 104"/>
                <a:gd name="T40" fmla="*/ 755 w 41"/>
                <a:gd name="T41" fmla="*/ 471 h 104"/>
                <a:gd name="T42" fmla="*/ 1001 w 41"/>
                <a:gd name="T43" fmla="*/ 60 h 104"/>
                <a:gd name="T44" fmla="*/ 1027 w 41"/>
                <a:gd name="T45" fmla="*/ 0 h 104"/>
                <a:gd name="T46" fmla="*/ 978 w 41"/>
                <a:gd name="T47" fmla="*/ 0 h 1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1" h="104">
                  <a:moveTo>
                    <a:pt x="39" y="0"/>
                  </a:moveTo>
                  <a:cubicBezTo>
                    <a:pt x="35" y="1"/>
                    <a:pt x="31" y="8"/>
                    <a:pt x="29" y="14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4" y="23"/>
                    <a:pt x="20" y="34"/>
                    <a:pt x="19" y="58"/>
                  </a:cubicBezTo>
                  <a:cubicBezTo>
                    <a:pt x="18" y="33"/>
                    <a:pt x="17" y="23"/>
                    <a:pt x="14" y="18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0" y="8"/>
                    <a:pt x="7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5" y="2"/>
                    <a:pt x="8" y="9"/>
                    <a:pt x="11" y="15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5" y="24"/>
                    <a:pt x="16" y="35"/>
                    <a:pt x="17" y="61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82"/>
                    <a:pt x="20" y="95"/>
                    <a:pt x="20" y="103"/>
                  </a:cubicBezTo>
                  <a:cubicBezTo>
                    <a:pt x="20" y="104"/>
                    <a:pt x="20" y="104"/>
                    <a:pt x="21" y="104"/>
                  </a:cubicBezTo>
                  <a:cubicBezTo>
                    <a:pt x="21" y="104"/>
                    <a:pt x="22" y="104"/>
                    <a:pt x="22" y="103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2" y="87"/>
                    <a:pt x="21" y="73"/>
                    <a:pt x="21" y="73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2" y="32"/>
                    <a:pt x="27" y="22"/>
                    <a:pt x="28" y="19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3" y="9"/>
                    <a:pt x="36" y="2"/>
                    <a:pt x="40" y="2"/>
                  </a:cubicBezTo>
                  <a:cubicBezTo>
                    <a:pt x="40" y="2"/>
                    <a:pt x="41" y="1"/>
                    <a:pt x="41" y="0"/>
                  </a:cubicBezTo>
                  <a:cubicBezTo>
                    <a:pt x="41" y="0"/>
                    <a:pt x="40" y="0"/>
                    <a:pt x="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4" name="Freeform 104">
              <a:extLst>
                <a:ext uri="{FF2B5EF4-FFF2-40B4-BE49-F238E27FC236}">
                  <a16:creationId xmlns:a16="http://schemas.microsoft.com/office/drawing/2014/main" id="{BFE1D423-C446-48DE-A8CD-2A89C183C3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0" y="1986"/>
              <a:ext cx="42" cy="57"/>
            </a:xfrm>
            <a:custGeom>
              <a:avLst/>
              <a:gdLst>
                <a:gd name="T0" fmla="*/ 351 w 14"/>
                <a:gd name="T1" fmla="*/ 0 h 18"/>
                <a:gd name="T2" fmla="*/ 27 w 14"/>
                <a:gd name="T3" fmla="*/ 32 h 18"/>
                <a:gd name="T4" fmla="*/ 27 w 14"/>
                <a:gd name="T5" fmla="*/ 32 h 18"/>
                <a:gd name="T6" fmla="*/ 27 w 14"/>
                <a:gd name="T7" fmla="*/ 32 h 18"/>
                <a:gd name="T8" fmla="*/ 0 w 14"/>
                <a:gd name="T9" fmla="*/ 0 h 18"/>
                <a:gd name="T10" fmla="*/ 0 w 14"/>
                <a:gd name="T11" fmla="*/ 32 h 18"/>
                <a:gd name="T12" fmla="*/ 0 w 14"/>
                <a:gd name="T13" fmla="*/ 60 h 18"/>
                <a:gd name="T14" fmla="*/ 0 w 14"/>
                <a:gd name="T15" fmla="*/ 60 h 18"/>
                <a:gd name="T16" fmla="*/ 0 w 14"/>
                <a:gd name="T17" fmla="*/ 60 h 18"/>
                <a:gd name="T18" fmla="*/ 162 w 14"/>
                <a:gd name="T19" fmla="*/ 542 h 18"/>
                <a:gd name="T20" fmla="*/ 162 w 14"/>
                <a:gd name="T21" fmla="*/ 573 h 18"/>
                <a:gd name="T22" fmla="*/ 216 w 14"/>
                <a:gd name="T23" fmla="*/ 542 h 18"/>
                <a:gd name="T24" fmla="*/ 378 w 14"/>
                <a:gd name="T25" fmla="*/ 60 h 18"/>
                <a:gd name="T26" fmla="*/ 378 w 14"/>
                <a:gd name="T27" fmla="*/ 32 h 18"/>
                <a:gd name="T28" fmla="*/ 351 w 14"/>
                <a:gd name="T29" fmla="*/ 0 h 18"/>
                <a:gd name="T30" fmla="*/ 297 w 14"/>
                <a:gd name="T31" fmla="*/ 101 h 18"/>
                <a:gd name="T32" fmla="*/ 189 w 14"/>
                <a:gd name="T33" fmla="*/ 380 h 18"/>
                <a:gd name="T34" fmla="*/ 81 w 14"/>
                <a:gd name="T35" fmla="*/ 101 h 18"/>
                <a:gd name="T36" fmla="*/ 297 w 14"/>
                <a:gd name="T37" fmla="*/ 101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" h="18">
                  <a:moveTo>
                    <a:pt x="13" y="0"/>
                  </a:moveTo>
                  <a:cubicBezTo>
                    <a:pt x="9" y="1"/>
                    <a:pt x="2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6"/>
                    <a:pt x="6" y="11"/>
                    <a:pt x="6" y="17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7" y="18"/>
                    <a:pt x="7" y="18"/>
                    <a:pt x="8" y="17"/>
                  </a:cubicBezTo>
                  <a:cubicBezTo>
                    <a:pt x="10" y="9"/>
                    <a:pt x="12" y="3"/>
                    <a:pt x="14" y="2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4" y="0"/>
                    <a:pt x="13" y="0"/>
                    <a:pt x="13" y="0"/>
                  </a:cubicBezTo>
                  <a:close/>
                  <a:moveTo>
                    <a:pt x="11" y="3"/>
                  </a:moveTo>
                  <a:cubicBezTo>
                    <a:pt x="10" y="5"/>
                    <a:pt x="8" y="8"/>
                    <a:pt x="7" y="12"/>
                  </a:cubicBezTo>
                  <a:cubicBezTo>
                    <a:pt x="6" y="8"/>
                    <a:pt x="5" y="6"/>
                    <a:pt x="3" y="3"/>
                  </a:cubicBezTo>
                  <a:cubicBezTo>
                    <a:pt x="6" y="4"/>
                    <a:pt x="9" y="3"/>
                    <a:pt x="1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5" name="Freeform 105">
              <a:extLst>
                <a:ext uri="{FF2B5EF4-FFF2-40B4-BE49-F238E27FC236}">
                  <a16:creationId xmlns:a16="http://schemas.microsoft.com/office/drawing/2014/main" id="{746DEE0C-F00B-4922-9A58-3164F46A5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544"/>
              <a:ext cx="255" cy="1172"/>
            </a:xfrm>
            <a:custGeom>
              <a:avLst/>
              <a:gdLst>
                <a:gd name="T0" fmla="*/ 836 w 86"/>
                <a:gd name="T1" fmla="*/ 2455 h 371"/>
                <a:gd name="T2" fmla="*/ 107 w 86"/>
                <a:gd name="T3" fmla="*/ 5418 h 371"/>
                <a:gd name="T4" fmla="*/ 157 w 86"/>
                <a:gd name="T5" fmla="*/ 6365 h 371"/>
                <a:gd name="T6" fmla="*/ 130 w 86"/>
                <a:gd name="T7" fmla="*/ 6805 h 371"/>
                <a:gd name="T8" fmla="*/ 53 w 86"/>
                <a:gd name="T9" fmla="*/ 8792 h 371"/>
                <a:gd name="T10" fmla="*/ 676 w 86"/>
                <a:gd name="T11" fmla="*/ 10118 h 371"/>
                <a:gd name="T12" fmla="*/ 626 w 86"/>
                <a:gd name="T13" fmla="*/ 10368 h 371"/>
                <a:gd name="T14" fmla="*/ 519 w 86"/>
                <a:gd name="T15" fmla="*/ 11635 h 371"/>
                <a:gd name="T16" fmla="*/ 599 w 86"/>
                <a:gd name="T17" fmla="*/ 11635 h 371"/>
                <a:gd name="T18" fmla="*/ 572 w 86"/>
                <a:gd name="T19" fmla="*/ 11227 h 371"/>
                <a:gd name="T20" fmla="*/ 756 w 86"/>
                <a:gd name="T21" fmla="*/ 10178 h 371"/>
                <a:gd name="T22" fmla="*/ 546 w 86"/>
                <a:gd name="T23" fmla="*/ 9679 h 371"/>
                <a:gd name="T24" fmla="*/ 80 w 86"/>
                <a:gd name="T25" fmla="*/ 7973 h 371"/>
                <a:gd name="T26" fmla="*/ 264 w 86"/>
                <a:gd name="T27" fmla="*/ 6527 h 371"/>
                <a:gd name="T28" fmla="*/ 184 w 86"/>
                <a:gd name="T29" fmla="*/ 5737 h 371"/>
                <a:gd name="T30" fmla="*/ 703 w 86"/>
                <a:gd name="T31" fmla="*/ 3503 h 371"/>
                <a:gd name="T32" fmla="*/ 913 w 86"/>
                <a:gd name="T33" fmla="*/ 2455 h 371"/>
                <a:gd name="T34" fmla="*/ 1248 w 86"/>
                <a:gd name="T35" fmla="*/ 2117 h 371"/>
                <a:gd name="T36" fmla="*/ 1803 w 86"/>
                <a:gd name="T37" fmla="*/ 3055 h 371"/>
                <a:gd name="T38" fmla="*/ 599 w 86"/>
                <a:gd name="T39" fmla="*/ 5080 h 371"/>
                <a:gd name="T40" fmla="*/ 1100 w 86"/>
                <a:gd name="T41" fmla="*/ 6656 h 371"/>
                <a:gd name="T42" fmla="*/ 130 w 86"/>
                <a:gd name="T43" fmla="*/ 8043 h 371"/>
                <a:gd name="T44" fmla="*/ 1749 w 86"/>
                <a:gd name="T45" fmla="*/ 10058 h 371"/>
                <a:gd name="T46" fmla="*/ 783 w 86"/>
                <a:gd name="T47" fmla="*/ 11505 h 371"/>
                <a:gd name="T48" fmla="*/ 809 w 86"/>
                <a:gd name="T49" fmla="*/ 11565 h 371"/>
                <a:gd name="T50" fmla="*/ 2004 w 86"/>
                <a:gd name="T51" fmla="*/ 10219 h 371"/>
                <a:gd name="T52" fmla="*/ 2004 w 86"/>
                <a:gd name="T53" fmla="*/ 10118 h 371"/>
                <a:gd name="T54" fmla="*/ 1776 w 86"/>
                <a:gd name="T55" fmla="*/ 9960 h 371"/>
                <a:gd name="T56" fmla="*/ 412 w 86"/>
                <a:gd name="T57" fmla="*/ 7127 h 371"/>
                <a:gd name="T58" fmla="*/ 1275 w 86"/>
                <a:gd name="T59" fmla="*/ 6688 h 371"/>
                <a:gd name="T60" fmla="*/ 676 w 86"/>
                <a:gd name="T61" fmla="*/ 5108 h 371"/>
                <a:gd name="T62" fmla="*/ 1898 w 86"/>
                <a:gd name="T63" fmla="*/ 3093 h 371"/>
                <a:gd name="T64" fmla="*/ 1898 w 86"/>
                <a:gd name="T65" fmla="*/ 2995 h 371"/>
                <a:gd name="T66" fmla="*/ 2215 w 86"/>
                <a:gd name="T67" fmla="*/ 60 h 371"/>
                <a:gd name="T68" fmla="*/ 2162 w 86"/>
                <a:gd name="T69" fmla="*/ 0 h 37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6" h="371">
                  <a:moveTo>
                    <a:pt x="83" y="0"/>
                  </a:moveTo>
                  <a:cubicBezTo>
                    <a:pt x="58" y="18"/>
                    <a:pt x="36" y="54"/>
                    <a:pt x="32" y="78"/>
                  </a:cubicBezTo>
                  <a:cubicBezTo>
                    <a:pt x="28" y="98"/>
                    <a:pt x="25" y="109"/>
                    <a:pt x="25" y="110"/>
                  </a:cubicBezTo>
                  <a:cubicBezTo>
                    <a:pt x="24" y="111"/>
                    <a:pt x="6" y="136"/>
                    <a:pt x="4" y="172"/>
                  </a:cubicBezTo>
                  <a:cubicBezTo>
                    <a:pt x="4" y="176"/>
                    <a:pt x="4" y="179"/>
                    <a:pt x="4" y="182"/>
                  </a:cubicBezTo>
                  <a:cubicBezTo>
                    <a:pt x="4" y="193"/>
                    <a:pt x="5" y="199"/>
                    <a:pt x="6" y="202"/>
                  </a:cubicBezTo>
                  <a:cubicBezTo>
                    <a:pt x="7" y="204"/>
                    <a:pt x="7" y="206"/>
                    <a:pt x="7" y="207"/>
                  </a:cubicBezTo>
                  <a:cubicBezTo>
                    <a:pt x="7" y="209"/>
                    <a:pt x="7" y="212"/>
                    <a:pt x="5" y="216"/>
                  </a:cubicBezTo>
                  <a:cubicBezTo>
                    <a:pt x="2" y="226"/>
                    <a:pt x="0" y="240"/>
                    <a:pt x="0" y="253"/>
                  </a:cubicBezTo>
                  <a:cubicBezTo>
                    <a:pt x="0" y="263"/>
                    <a:pt x="1" y="272"/>
                    <a:pt x="2" y="279"/>
                  </a:cubicBezTo>
                  <a:cubicBezTo>
                    <a:pt x="6" y="294"/>
                    <a:pt x="14" y="303"/>
                    <a:pt x="19" y="309"/>
                  </a:cubicBezTo>
                  <a:cubicBezTo>
                    <a:pt x="23" y="314"/>
                    <a:pt x="26" y="317"/>
                    <a:pt x="26" y="321"/>
                  </a:cubicBezTo>
                  <a:cubicBezTo>
                    <a:pt x="26" y="322"/>
                    <a:pt x="26" y="322"/>
                    <a:pt x="26" y="322"/>
                  </a:cubicBezTo>
                  <a:cubicBezTo>
                    <a:pt x="25" y="325"/>
                    <a:pt x="25" y="326"/>
                    <a:pt x="24" y="329"/>
                  </a:cubicBezTo>
                  <a:cubicBezTo>
                    <a:pt x="22" y="334"/>
                    <a:pt x="19" y="340"/>
                    <a:pt x="19" y="356"/>
                  </a:cubicBezTo>
                  <a:cubicBezTo>
                    <a:pt x="19" y="360"/>
                    <a:pt x="19" y="364"/>
                    <a:pt x="20" y="369"/>
                  </a:cubicBezTo>
                  <a:cubicBezTo>
                    <a:pt x="20" y="370"/>
                    <a:pt x="20" y="371"/>
                    <a:pt x="21" y="371"/>
                  </a:cubicBezTo>
                  <a:cubicBezTo>
                    <a:pt x="22" y="371"/>
                    <a:pt x="23" y="370"/>
                    <a:pt x="23" y="369"/>
                  </a:cubicBezTo>
                  <a:cubicBezTo>
                    <a:pt x="23" y="369"/>
                    <a:pt x="23" y="369"/>
                    <a:pt x="23" y="369"/>
                  </a:cubicBezTo>
                  <a:cubicBezTo>
                    <a:pt x="22" y="364"/>
                    <a:pt x="22" y="360"/>
                    <a:pt x="22" y="356"/>
                  </a:cubicBezTo>
                  <a:cubicBezTo>
                    <a:pt x="22" y="341"/>
                    <a:pt x="25" y="335"/>
                    <a:pt x="27" y="330"/>
                  </a:cubicBezTo>
                  <a:cubicBezTo>
                    <a:pt x="28" y="327"/>
                    <a:pt x="28" y="325"/>
                    <a:pt x="29" y="323"/>
                  </a:cubicBezTo>
                  <a:cubicBezTo>
                    <a:pt x="29" y="322"/>
                    <a:pt x="29" y="322"/>
                    <a:pt x="29" y="321"/>
                  </a:cubicBezTo>
                  <a:cubicBezTo>
                    <a:pt x="29" y="316"/>
                    <a:pt x="25" y="312"/>
                    <a:pt x="21" y="307"/>
                  </a:cubicBezTo>
                  <a:cubicBezTo>
                    <a:pt x="16" y="301"/>
                    <a:pt x="9" y="293"/>
                    <a:pt x="5" y="279"/>
                  </a:cubicBezTo>
                  <a:cubicBezTo>
                    <a:pt x="4" y="272"/>
                    <a:pt x="3" y="263"/>
                    <a:pt x="3" y="253"/>
                  </a:cubicBezTo>
                  <a:cubicBezTo>
                    <a:pt x="3" y="240"/>
                    <a:pt x="4" y="226"/>
                    <a:pt x="8" y="217"/>
                  </a:cubicBezTo>
                  <a:cubicBezTo>
                    <a:pt x="10" y="213"/>
                    <a:pt x="10" y="210"/>
                    <a:pt x="10" y="207"/>
                  </a:cubicBezTo>
                  <a:cubicBezTo>
                    <a:pt x="10" y="205"/>
                    <a:pt x="10" y="204"/>
                    <a:pt x="9" y="202"/>
                  </a:cubicBezTo>
                  <a:cubicBezTo>
                    <a:pt x="8" y="198"/>
                    <a:pt x="7" y="193"/>
                    <a:pt x="7" y="182"/>
                  </a:cubicBezTo>
                  <a:cubicBezTo>
                    <a:pt x="7" y="179"/>
                    <a:pt x="7" y="176"/>
                    <a:pt x="7" y="172"/>
                  </a:cubicBezTo>
                  <a:cubicBezTo>
                    <a:pt x="9" y="137"/>
                    <a:pt x="27" y="112"/>
                    <a:pt x="27" y="111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27" y="111"/>
                    <a:pt x="31" y="100"/>
                    <a:pt x="35" y="78"/>
                  </a:cubicBezTo>
                  <a:cubicBezTo>
                    <a:pt x="38" y="62"/>
                    <a:pt x="49" y="41"/>
                    <a:pt x="63" y="23"/>
                  </a:cubicBezTo>
                  <a:cubicBezTo>
                    <a:pt x="54" y="37"/>
                    <a:pt x="48" y="53"/>
                    <a:pt x="48" y="67"/>
                  </a:cubicBezTo>
                  <a:cubicBezTo>
                    <a:pt x="48" y="70"/>
                    <a:pt x="48" y="73"/>
                    <a:pt x="49" y="76"/>
                  </a:cubicBezTo>
                  <a:cubicBezTo>
                    <a:pt x="51" y="86"/>
                    <a:pt x="58" y="93"/>
                    <a:pt x="69" y="97"/>
                  </a:cubicBezTo>
                  <a:cubicBezTo>
                    <a:pt x="42" y="111"/>
                    <a:pt x="29" y="123"/>
                    <a:pt x="24" y="156"/>
                  </a:cubicBezTo>
                  <a:cubicBezTo>
                    <a:pt x="23" y="161"/>
                    <a:pt x="23" y="161"/>
                    <a:pt x="23" y="161"/>
                  </a:cubicBezTo>
                  <a:cubicBezTo>
                    <a:pt x="21" y="170"/>
                    <a:pt x="20" y="178"/>
                    <a:pt x="20" y="183"/>
                  </a:cubicBezTo>
                  <a:cubicBezTo>
                    <a:pt x="20" y="195"/>
                    <a:pt x="25" y="203"/>
                    <a:pt x="42" y="211"/>
                  </a:cubicBezTo>
                  <a:cubicBezTo>
                    <a:pt x="30" y="212"/>
                    <a:pt x="20" y="216"/>
                    <a:pt x="14" y="224"/>
                  </a:cubicBezTo>
                  <a:cubicBezTo>
                    <a:pt x="7" y="233"/>
                    <a:pt x="5" y="244"/>
                    <a:pt x="5" y="255"/>
                  </a:cubicBezTo>
                  <a:cubicBezTo>
                    <a:pt x="5" y="266"/>
                    <a:pt x="7" y="276"/>
                    <a:pt x="9" y="284"/>
                  </a:cubicBezTo>
                  <a:cubicBezTo>
                    <a:pt x="15" y="304"/>
                    <a:pt x="43" y="317"/>
                    <a:pt x="67" y="319"/>
                  </a:cubicBezTo>
                  <a:cubicBezTo>
                    <a:pt x="67" y="319"/>
                    <a:pt x="70" y="321"/>
                    <a:pt x="72" y="322"/>
                  </a:cubicBezTo>
                  <a:cubicBezTo>
                    <a:pt x="45" y="327"/>
                    <a:pt x="31" y="341"/>
                    <a:pt x="30" y="365"/>
                  </a:cubicBezTo>
                  <a:cubicBezTo>
                    <a:pt x="30" y="365"/>
                    <a:pt x="30" y="365"/>
                    <a:pt x="30" y="365"/>
                  </a:cubicBezTo>
                  <a:cubicBezTo>
                    <a:pt x="30" y="366"/>
                    <a:pt x="30" y="366"/>
                    <a:pt x="31" y="367"/>
                  </a:cubicBezTo>
                  <a:cubicBezTo>
                    <a:pt x="32" y="367"/>
                    <a:pt x="33" y="366"/>
                    <a:pt x="33" y="365"/>
                  </a:cubicBezTo>
                  <a:cubicBezTo>
                    <a:pt x="34" y="341"/>
                    <a:pt x="48" y="328"/>
                    <a:pt x="77" y="324"/>
                  </a:cubicBezTo>
                  <a:cubicBezTo>
                    <a:pt x="77" y="324"/>
                    <a:pt x="78" y="323"/>
                    <a:pt x="78" y="323"/>
                  </a:cubicBezTo>
                  <a:cubicBezTo>
                    <a:pt x="78" y="322"/>
                    <a:pt x="78" y="322"/>
                    <a:pt x="77" y="321"/>
                  </a:cubicBezTo>
                  <a:cubicBezTo>
                    <a:pt x="68" y="316"/>
                    <a:pt x="68" y="316"/>
                    <a:pt x="68" y="316"/>
                  </a:cubicBezTo>
                  <a:cubicBezTo>
                    <a:pt x="68" y="316"/>
                    <a:pt x="68" y="316"/>
                    <a:pt x="68" y="316"/>
                  </a:cubicBezTo>
                  <a:cubicBezTo>
                    <a:pt x="44" y="314"/>
                    <a:pt x="17" y="301"/>
                    <a:pt x="12" y="283"/>
                  </a:cubicBezTo>
                  <a:cubicBezTo>
                    <a:pt x="6" y="259"/>
                    <a:pt x="7" y="238"/>
                    <a:pt x="16" y="226"/>
                  </a:cubicBezTo>
                  <a:cubicBezTo>
                    <a:pt x="23" y="217"/>
                    <a:pt x="34" y="213"/>
                    <a:pt x="48" y="213"/>
                  </a:cubicBezTo>
                  <a:cubicBezTo>
                    <a:pt x="49" y="213"/>
                    <a:pt x="49" y="213"/>
                    <a:pt x="49" y="212"/>
                  </a:cubicBezTo>
                  <a:cubicBezTo>
                    <a:pt x="49" y="211"/>
                    <a:pt x="49" y="210"/>
                    <a:pt x="48" y="210"/>
                  </a:cubicBezTo>
                  <a:cubicBezTo>
                    <a:pt x="19" y="198"/>
                    <a:pt x="20" y="191"/>
                    <a:pt x="26" y="162"/>
                  </a:cubicBezTo>
                  <a:cubicBezTo>
                    <a:pt x="27" y="157"/>
                    <a:pt x="27" y="157"/>
                    <a:pt x="27" y="157"/>
                  </a:cubicBezTo>
                  <a:cubicBezTo>
                    <a:pt x="32" y="124"/>
                    <a:pt x="44" y="113"/>
                    <a:pt x="73" y="98"/>
                  </a:cubicBezTo>
                  <a:cubicBezTo>
                    <a:pt x="74" y="98"/>
                    <a:pt x="74" y="97"/>
                    <a:pt x="74" y="97"/>
                  </a:cubicBezTo>
                  <a:cubicBezTo>
                    <a:pt x="74" y="96"/>
                    <a:pt x="73" y="95"/>
                    <a:pt x="73" y="95"/>
                  </a:cubicBezTo>
                  <a:cubicBezTo>
                    <a:pt x="61" y="92"/>
                    <a:pt x="54" y="86"/>
                    <a:pt x="52" y="75"/>
                  </a:cubicBezTo>
                  <a:cubicBezTo>
                    <a:pt x="47" y="53"/>
                    <a:pt x="65" y="19"/>
                    <a:pt x="85" y="2"/>
                  </a:cubicBezTo>
                  <a:cubicBezTo>
                    <a:pt x="86" y="2"/>
                    <a:pt x="86" y="1"/>
                    <a:pt x="85" y="0"/>
                  </a:cubicBezTo>
                  <a:cubicBezTo>
                    <a:pt x="85" y="0"/>
                    <a:pt x="84" y="0"/>
                    <a:pt x="8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6" name="Freeform 106">
              <a:extLst>
                <a:ext uri="{FF2B5EF4-FFF2-40B4-BE49-F238E27FC236}">
                  <a16:creationId xmlns:a16="http://schemas.microsoft.com/office/drawing/2014/main" id="{AFF21BD9-F100-4158-965C-37E63DFC8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178"/>
              <a:ext cx="186" cy="156"/>
            </a:xfrm>
            <a:custGeom>
              <a:avLst/>
              <a:gdLst>
                <a:gd name="T0" fmla="*/ 263 w 63"/>
                <a:gd name="T1" fmla="*/ 353 h 49"/>
                <a:gd name="T2" fmla="*/ 1134 w 63"/>
                <a:gd name="T3" fmla="*/ 739 h 49"/>
                <a:gd name="T4" fmla="*/ 1594 w 63"/>
                <a:gd name="T5" fmla="*/ 1582 h 49"/>
                <a:gd name="T6" fmla="*/ 1290 w 63"/>
                <a:gd name="T7" fmla="*/ 608 h 49"/>
                <a:gd name="T8" fmla="*/ 0 w 63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9">
                  <a:moveTo>
                    <a:pt x="10" y="11"/>
                  </a:moveTo>
                  <a:cubicBezTo>
                    <a:pt x="19" y="11"/>
                    <a:pt x="39" y="16"/>
                    <a:pt x="44" y="23"/>
                  </a:cubicBezTo>
                  <a:cubicBezTo>
                    <a:pt x="51" y="31"/>
                    <a:pt x="48" y="47"/>
                    <a:pt x="62" y="49"/>
                  </a:cubicBezTo>
                  <a:cubicBezTo>
                    <a:pt x="63" y="39"/>
                    <a:pt x="56" y="26"/>
                    <a:pt x="50" y="19"/>
                  </a:cubicBezTo>
                  <a:cubicBezTo>
                    <a:pt x="38" y="6"/>
                    <a:pt x="15" y="0"/>
                    <a:pt x="0" y="0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7" name="Freeform 107">
              <a:extLst>
                <a:ext uri="{FF2B5EF4-FFF2-40B4-BE49-F238E27FC236}">
                  <a16:creationId xmlns:a16="http://schemas.microsoft.com/office/drawing/2014/main" id="{A0E4E89A-471D-4FE8-9A54-8FC8BE4D4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172"/>
              <a:ext cx="198" cy="165"/>
            </a:xfrm>
            <a:custGeom>
              <a:avLst/>
              <a:gdLst>
                <a:gd name="T0" fmla="*/ 53 w 67"/>
                <a:gd name="T1" fmla="*/ 32 h 52"/>
                <a:gd name="T2" fmla="*/ 0 w 67"/>
                <a:gd name="T3" fmla="*/ 60 h 52"/>
                <a:gd name="T4" fmla="*/ 53 w 67"/>
                <a:gd name="T5" fmla="*/ 130 h 52"/>
                <a:gd name="T6" fmla="*/ 1291 w 67"/>
                <a:gd name="T7" fmla="*/ 704 h 52"/>
                <a:gd name="T8" fmla="*/ 1599 w 67"/>
                <a:gd name="T9" fmla="*/ 1529 h 52"/>
                <a:gd name="T10" fmla="*/ 1599 w 67"/>
                <a:gd name="T11" fmla="*/ 1561 h 52"/>
                <a:gd name="T12" fmla="*/ 1345 w 67"/>
                <a:gd name="T13" fmla="*/ 1117 h 52"/>
                <a:gd name="T14" fmla="*/ 1215 w 67"/>
                <a:gd name="T15" fmla="*/ 765 h 52"/>
                <a:gd name="T16" fmla="*/ 304 w 67"/>
                <a:gd name="T17" fmla="*/ 384 h 52"/>
                <a:gd name="T18" fmla="*/ 263 w 67"/>
                <a:gd name="T19" fmla="*/ 444 h 52"/>
                <a:gd name="T20" fmla="*/ 304 w 67"/>
                <a:gd name="T21" fmla="*/ 482 h 52"/>
                <a:gd name="T22" fmla="*/ 1161 w 67"/>
                <a:gd name="T23" fmla="*/ 835 h 52"/>
                <a:gd name="T24" fmla="*/ 1268 w 67"/>
                <a:gd name="T25" fmla="*/ 1149 h 52"/>
                <a:gd name="T26" fmla="*/ 1652 w 67"/>
                <a:gd name="T27" fmla="*/ 1663 h 52"/>
                <a:gd name="T28" fmla="*/ 1676 w 67"/>
                <a:gd name="T29" fmla="*/ 1631 h 52"/>
                <a:gd name="T30" fmla="*/ 1371 w 67"/>
                <a:gd name="T31" fmla="*/ 635 h 52"/>
                <a:gd name="T32" fmla="*/ 53 w 67"/>
                <a:gd name="T33" fmla="*/ 32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52">
                  <a:moveTo>
                    <a:pt x="2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17" y="3"/>
                    <a:pt x="40" y="10"/>
                    <a:pt x="50" y="22"/>
                  </a:cubicBezTo>
                  <a:cubicBezTo>
                    <a:pt x="57" y="29"/>
                    <a:pt x="62" y="40"/>
                    <a:pt x="62" y="48"/>
                  </a:cubicBezTo>
                  <a:cubicBezTo>
                    <a:pt x="62" y="48"/>
                    <a:pt x="62" y="48"/>
                    <a:pt x="62" y="49"/>
                  </a:cubicBezTo>
                  <a:cubicBezTo>
                    <a:pt x="56" y="47"/>
                    <a:pt x="54" y="42"/>
                    <a:pt x="52" y="35"/>
                  </a:cubicBezTo>
                  <a:cubicBezTo>
                    <a:pt x="51" y="31"/>
                    <a:pt x="50" y="27"/>
                    <a:pt x="47" y="24"/>
                  </a:cubicBezTo>
                  <a:cubicBezTo>
                    <a:pt x="42" y="16"/>
                    <a:pt x="21" y="11"/>
                    <a:pt x="12" y="12"/>
                  </a:cubicBezTo>
                  <a:cubicBezTo>
                    <a:pt x="11" y="12"/>
                    <a:pt x="10" y="13"/>
                    <a:pt x="10" y="14"/>
                  </a:cubicBezTo>
                  <a:cubicBezTo>
                    <a:pt x="11" y="14"/>
                    <a:pt x="11" y="15"/>
                    <a:pt x="12" y="15"/>
                  </a:cubicBezTo>
                  <a:cubicBezTo>
                    <a:pt x="20" y="14"/>
                    <a:pt x="40" y="19"/>
                    <a:pt x="45" y="26"/>
                  </a:cubicBezTo>
                  <a:cubicBezTo>
                    <a:pt x="47" y="29"/>
                    <a:pt x="48" y="32"/>
                    <a:pt x="49" y="36"/>
                  </a:cubicBezTo>
                  <a:cubicBezTo>
                    <a:pt x="51" y="43"/>
                    <a:pt x="54" y="51"/>
                    <a:pt x="64" y="52"/>
                  </a:cubicBezTo>
                  <a:cubicBezTo>
                    <a:pt x="64" y="52"/>
                    <a:pt x="65" y="52"/>
                    <a:pt x="65" y="51"/>
                  </a:cubicBezTo>
                  <a:cubicBezTo>
                    <a:pt x="67" y="40"/>
                    <a:pt x="59" y="27"/>
                    <a:pt x="53" y="20"/>
                  </a:cubicBezTo>
                  <a:cubicBezTo>
                    <a:pt x="41" y="7"/>
                    <a:pt x="18" y="0"/>
                    <a:pt x="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8" name="Freeform 108">
              <a:extLst>
                <a:ext uri="{FF2B5EF4-FFF2-40B4-BE49-F238E27FC236}">
                  <a16:creationId xmlns:a16="http://schemas.microsoft.com/office/drawing/2014/main" id="{5A519023-7E2C-4720-85EF-4D7C6060A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822"/>
              <a:ext cx="324" cy="269"/>
            </a:xfrm>
            <a:custGeom>
              <a:avLst/>
              <a:gdLst>
                <a:gd name="T0" fmla="*/ 0 w 110"/>
                <a:gd name="T1" fmla="*/ 0 h 85"/>
                <a:gd name="T2" fmla="*/ 1535 w 110"/>
                <a:gd name="T3" fmla="*/ 791 h 85"/>
                <a:gd name="T4" fmla="*/ 2247 w 110"/>
                <a:gd name="T5" fmla="*/ 953 h 85"/>
                <a:gd name="T6" fmla="*/ 2810 w 110"/>
                <a:gd name="T7" fmla="*/ 630 h 85"/>
                <a:gd name="T8" fmla="*/ 2074 w 110"/>
                <a:gd name="T9" fmla="*/ 1392 h 85"/>
                <a:gd name="T10" fmla="*/ 2074 w 110"/>
                <a:gd name="T11" fmla="*/ 2693 h 85"/>
                <a:gd name="T12" fmla="*/ 1485 w 110"/>
                <a:gd name="T13" fmla="*/ 1013 h 85"/>
                <a:gd name="T14" fmla="*/ 277 w 110"/>
                <a:gd name="T15" fmla="*/ 38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85">
                  <a:moveTo>
                    <a:pt x="0" y="0"/>
                  </a:moveTo>
                  <a:cubicBezTo>
                    <a:pt x="36" y="7"/>
                    <a:pt x="47" y="18"/>
                    <a:pt x="60" y="25"/>
                  </a:cubicBezTo>
                  <a:cubicBezTo>
                    <a:pt x="72" y="31"/>
                    <a:pt x="77" y="37"/>
                    <a:pt x="88" y="30"/>
                  </a:cubicBezTo>
                  <a:cubicBezTo>
                    <a:pt x="95" y="27"/>
                    <a:pt x="101" y="14"/>
                    <a:pt x="110" y="20"/>
                  </a:cubicBezTo>
                  <a:cubicBezTo>
                    <a:pt x="102" y="27"/>
                    <a:pt x="88" y="35"/>
                    <a:pt x="81" y="44"/>
                  </a:cubicBezTo>
                  <a:cubicBezTo>
                    <a:pt x="71" y="59"/>
                    <a:pt x="86" y="71"/>
                    <a:pt x="81" y="85"/>
                  </a:cubicBezTo>
                  <a:cubicBezTo>
                    <a:pt x="63" y="68"/>
                    <a:pt x="76" y="45"/>
                    <a:pt x="58" y="32"/>
                  </a:cubicBezTo>
                  <a:cubicBezTo>
                    <a:pt x="45" y="23"/>
                    <a:pt x="26" y="17"/>
                    <a:pt x="11" y="12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9" name="Freeform 109">
              <a:extLst>
                <a:ext uri="{FF2B5EF4-FFF2-40B4-BE49-F238E27FC236}">
                  <a16:creationId xmlns:a16="http://schemas.microsoft.com/office/drawing/2014/main" id="{96825CDE-BA29-444D-9B07-5F5D73085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1816"/>
              <a:ext cx="335" cy="281"/>
            </a:xfrm>
            <a:custGeom>
              <a:avLst/>
              <a:gdLst>
                <a:gd name="T0" fmla="*/ 0 w 113"/>
                <a:gd name="T1" fmla="*/ 28 h 89"/>
                <a:gd name="T2" fmla="*/ 27 w 113"/>
                <a:gd name="T3" fmla="*/ 88 h 89"/>
                <a:gd name="T4" fmla="*/ 1379 w 113"/>
                <a:gd name="T5" fmla="*/ 726 h 89"/>
                <a:gd name="T6" fmla="*/ 1616 w 113"/>
                <a:gd name="T7" fmla="*/ 878 h 89"/>
                <a:gd name="T8" fmla="*/ 1749 w 113"/>
                <a:gd name="T9" fmla="*/ 976 h 89"/>
                <a:gd name="T10" fmla="*/ 2372 w 113"/>
                <a:gd name="T11" fmla="*/ 1067 h 89"/>
                <a:gd name="T12" fmla="*/ 2558 w 113"/>
                <a:gd name="T13" fmla="*/ 878 h 89"/>
                <a:gd name="T14" fmla="*/ 2840 w 113"/>
                <a:gd name="T15" fmla="*/ 726 h 89"/>
                <a:gd name="T16" fmla="*/ 2627 w 113"/>
                <a:gd name="T17" fmla="*/ 916 h 89"/>
                <a:gd name="T18" fmla="*/ 2135 w 113"/>
                <a:gd name="T19" fmla="*/ 1446 h 89"/>
                <a:gd name="T20" fmla="*/ 2031 w 113"/>
                <a:gd name="T21" fmla="*/ 1793 h 89"/>
                <a:gd name="T22" fmla="*/ 2084 w 113"/>
                <a:gd name="T23" fmla="*/ 2172 h 89"/>
                <a:gd name="T24" fmla="*/ 2161 w 113"/>
                <a:gd name="T25" fmla="*/ 2523 h 89"/>
                <a:gd name="T26" fmla="*/ 2135 w 113"/>
                <a:gd name="T27" fmla="*/ 2643 h 89"/>
                <a:gd name="T28" fmla="*/ 1897 w 113"/>
                <a:gd name="T29" fmla="*/ 1853 h 89"/>
                <a:gd name="T30" fmla="*/ 1592 w 113"/>
                <a:gd name="T31" fmla="*/ 1036 h 89"/>
                <a:gd name="T32" fmla="*/ 545 w 113"/>
                <a:gd name="T33" fmla="*/ 467 h 89"/>
                <a:gd name="T34" fmla="*/ 371 w 113"/>
                <a:gd name="T35" fmla="*/ 379 h 89"/>
                <a:gd name="T36" fmla="*/ 317 w 113"/>
                <a:gd name="T37" fmla="*/ 407 h 89"/>
                <a:gd name="T38" fmla="*/ 344 w 113"/>
                <a:gd name="T39" fmla="*/ 467 h 89"/>
                <a:gd name="T40" fmla="*/ 519 w 113"/>
                <a:gd name="T41" fmla="*/ 568 h 89"/>
                <a:gd name="T42" fmla="*/ 1539 w 113"/>
                <a:gd name="T43" fmla="*/ 1105 h 89"/>
                <a:gd name="T44" fmla="*/ 1829 w 113"/>
                <a:gd name="T45" fmla="*/ 1853 h 89"/>
                <a:gd name="T46" fmla="*/ 2135 w 113"/>
                <a:gd name="T47" fmla="*/ 2772 h 89"/>
                <a:gd name="T48" fmla="*/ 2161 w 113"/>
                <a:gd name="T49" fmla="*/ 2801 h 89"/>
                <a:gd name="T50" fmla="*/ 2188 w 113"/>
                <a:gd name="T51" fmla="*/ 2772 h 89"/>
                <a:gd name="T52" fmla="*/ 2161 w 113"/>
                <a:gd name="T53" fmla="*/ 2144 h 89"/>
                <a:gd name="T54" fmla="*/ 2188 w 113"/>
                <a:gd name="T55" fmla="*/ 1474 h 89"/>
                <a:gd name="T56" fmla="*/ 2680 w 113"/>
                <a:gd name="T57" fmla="*/ 976 h 89"/>
                <a:gd name="T58" fmla="*/ 2944 w 113"/>
                <a:gd name="T59" fmla="*/ 726 h 89"/>
                <a:gd name="T60" fmla="*/ 2944 w 113"/>
                <a:gd name="T61" fmla="*/ 688 h 89"/>
                <a:gd name="T62" fmla="*/ 2944 w 113"/>
                <a:gd name="T63" fmla="*/ 657 h 89"/>
                <a:gd name="T64" fmla="*/ 2505 w 113"/>
                <a:gd name="T65" fmla="*/ 818 h 89"/>
                <a:gd name="T66" fmla="*/ 2348 w 113"/>
                <a:gd name="T67" fmla="*/ 976 h 89"/>
                <a:gd name="T68" fmla="*/ 1776 w 113"/>
                <a:gd name="T69" fmla="*/ 916 h 89"/>
                <a:gd name="T70" fmla="*/ 1642 w 113"/>
                <a:gd name="T71" fmla="*/ 818 h 89"/>
                <a:gd name="T72" fmla="*/ 1432 w 113"/>
                <a:gd name="T73" fmla="*/ 657 h 89"/>
                <a:gd name="T74" fmla="*/ 53 w 113"/>
                <a:gd name="T75" fmla="*/ 0 h 89"/>
                <a:gd name="T76" fmla="*/ 0 w 113"/>
                <a:gd name="T77" fmla="*/ 28 h 8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3" h="89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0" y="9"/>
                    <a:pt x="42" y="17"/>
                    <a:pt x="53" y="23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75" y="36"/>
                    <a:pt x="81" y="39"/>
                    <a:pt x="91" y="34"/>
                  </a:cubicBezTo>
                  <a:cubicBezTo>
                    <a:pt x="93" y="32"/>
                    <a:pt x="96" y="30"/>
                    <a:pt x="98" y="28"/>
                  </a:cubicBezTo>
                  <a:cubicBezTo>
                    <a:pt x="102" y="24"/>
                    <a:pt x="105" y="22"/>
                    <a:pt x="109" y="23"/>
                  </a:cubicBezTo>
                  <a:cubicBezTo>
                    <a:pt x="106" y="25"/>
                    <a:pt x="101" y="29"/>
                    <a:pt x="101" y="29"/>
                  </a:cubicBezTo>
                  <a:cubicBezTo>
                    <a:pt x="94" y="34"/>
                    <a:pt x="86" y="39"/>
                    <a:pt x="82" y="46"/>
                  </a:cubicBezTo>
                  <a:cubicBezTo>
                    <a:pt x="79" y="50"/>
                    <a:pt x="78" y="54"/>
                    <a:pt x="78" y="57"/>
                  </a:cubicBezTo>
                  <a:cubicBezTo>
                    <a:pt x="78" y="61"/>
                    <a:pt x="79" y="65"/>
                    <a:pt x="80" y="69"/>
                  </a:cubicBezTo>
                  <a:cubicBezTo>
                    <a:pt x="82" y="73"/>
                    <a:pt x="83" y="77"/>
                    <a:pt x="83" y="80"/>
                  </a:cubicBezTo>
                  <a:cubicBezTo>
                    <a:pt x="83" y="82"/>
                    <a:pt x="82" y="83"/>
                    <a:pt x="82" y="84"/>
                  </a:cubicBezTo>
                  <a:cubicBezTo>
                    <a:pt x="75" y="76"/>
                    <a:pt x="74" y="67"/>
                    <a:pt x="73" y="59"/>
                  </a:cubicBezTo>
                  <a:cubicBezTo>
                    <a:pt x="72" y="49"/>
                    <a:pt x="70" y="39"/>
                    <a:pt x="61" y="33"/>
                  </a:cubicBezTo>
                  <a:cubicBezTo>
                    <a:pt x="50" y="25"/>
                    <a:pt x="35" y="20"/>
                    <a:pt x="21" y="15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3" y="12"/>
                    <a:pt x="12" y="12"/>
                    <a:pt x="12" y="13"/>
                  </a:cubicBezTo>
                  <a:cubicBezTo>
                    <a:pt x="11" y="14"/>
                    <a:pt x="12" y="15"/>
                    <a:pt x="13" y="15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34" y="22"/>
                    <a:pt x="49" y="28"/>
                    <a:pt x="59" y="35"/>
                  </a:cubicBezTo>
                  <a:cubicBezTo>
                    <a:pt x="68" y="41"/>
                    <a:pt x="69" y="49"/>
                    <a:pt x="70" y="59"/>
                  </a:cubicBezTo>
                  <a:cubicBezTo>
                    <a:pt x="71" y="69"/>
                    <a:pt x="72" y="79"/>
                    <a:pt x="82" y="88"/>
                  </a:cubicBezTo>
                  <a:cubicBezTo>
                    <a:pt x="82" y="89"/>
                    <a:pt x="83" y="89"/>
                    <a:pt x="83" y="89"/>
                  </a:cubicBezTo>
                  <a:cubicBezTo>
                    <a:pt x="84" y="89"/>
                    <a:pt x="84" y="88"/>
                    <a:pt x="84" y="88"/>
                  </a:cubicBezTo>
                  <a:cubicBezTo>
                    <a:pt x="87" y="81"/>
                    <a:pt x="85" y="75"/>
                    <a:pt x="83" y="68"/>
                  </a:cubicBezTo>
                  <a:cubicBezTo>
                    <a:pt x="81" y="61"/>
                    <a:pt x="79" y="55"/>
                    <a:pt x="84" y="47"/>
                  </a:cubicBezTo>
                  <a:cubicBezTo>
                    <a:pt x="89" y="42"/>
                    <a:pt x="96" y="36"/>
                    <a:pt x="103" y="31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2"/>
                    <a:pt x="113" y="22"/>
                  </a:cubicBezTo>
                  <a:cubicBezTo>
                    <a:pt x="113" y="21"/>
                    <a:pt x="113" y="21"/>
                    <a:pt x="113" y="21"/>
                  </a:cubicBezTo>
                  <a:cubicBezTo>
                    <a:pt x="106" y="16"/>
                    <a:pt x="100" y="22"/>
                    <a:pt x="96" y="26"/>
                  </a:cubicBezTo>
                  <a:cubicBezTo>
                    <a:pt x="94" y="28"/>
                    <a:pt x="92" y="30"/>
                    <a:pt x="90" y="31"/>
                  </a:cubicBezTo>
                  <a:cubicBezTo>
                    <a:pt x="81" y="36"/>
                    <a:pt x="77" y="33"/>
                    <a:pt x="68" y="29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44" y="14"/>
                    <a:pt x="31" y="6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0" name="Freeform 110">
              <a:extLst>
                <a:ext uri="{FF2B5EF4-FFF2-40B4-BE49-F238E27FC236}">
                  <a16:creationId xmlns:a16="http://schemas.microsoft.com/office/drawing/2014/main" id="{34E678A4-BBCB-4B57-99AA-BFE1DAEF21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3" y="2893"/>
              <a:ext cx="73" cy="59"/>
            </a:xfrm>
            <a:custGeom>
              <a:avLst/>
              <a:gdLst>
                <a:gd name="T0" fmla="*/ 0 w 25"/>
                <a:gd name="T1" fmla="*/ 270 h 19"/>
                <a:gd name="T2" fmla="*/ 324 w 25"/>
                <a:gd name="T3" fmla="*/ 568 h 19"/>
                <a:gd name="T4" fmla="*/ 622 w 25"/>
                <a:gd name="T5" fmla="*/ 270 h 19"/>
                <a:gd name="T6" fmla="*/ 324 w 25"/>
                <a:gd name="T7" fmla="*/ 0 h 19"/>
                <a:gd name="T8" fmla="*/ 0 w 25"/>
                <a:gd name="T9" fmla="*/ 270 h 19"/>
                <a:gd name="T10" fmla="*/ 53 w 25"/>
                <a:gd name="T11" fmla="*/ 270 h 19"/>
                <a:gd name="T12" fmla="*/ 324 w 25"/>
                <a:gd name="T13" fmla="*/ 59 h 19"/>
                <a:gd name="T14" fmla="*/ 572 w 25"/>
                <a:gd name="T15" fmla="*/ 270 h 19"/>
                <a:gd name="T16" fmla="*/ 324 w 25"/>
                <a:gd name="T17" fmla="*/ 512 h 19"/>
                <a:gd name="T18" fmla="*/ 53 w 25"/>
                <a:gd name="T19" fmla="*/ 27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19">
                  <a:moveTo>
                    <a:pt x="0" y="9"/>
                  </a:moveTo>
                  <a:cubicBezTo>
                    <a:pt x="0" y="15"/>
                    <a:pt x="6" y="19"/>
                    <a:pt x="13" y="19"/>
                  </a:cubicBezTo>
                  <a:cubicBezTo>
                    <a:pt x="19" y="19"/>
                    <a:pt x="25" y="15"/>
                    <a:pt x="25" y="9"/>
                  </a:cubicBezTo>
                  <a:cubicBezTo>
                    <a:pt x="25" y="4"/>
                    <a:pt x="19" y="0"/>
                    <a:pt x="13" y="0"/>
                  </a:cubicBezTo>
                  <a:cubicBezTo>
                    <a:pt x="6" y="0"/>
                    <a:pt x="0" y="4"/>
                    <a:pt x="0" y="9"/>
                  </a:cubicBezTo>
                  <a:close/>
                  <a:moveTo>
                    <a:pt x="2" y="9"/>
                  </a:moveTo>
                  <a:cubicBezTo>
                    <a:pt x="2" y="5"/>
                    <a:pt x="7" y="2"/>
                    <a:pt x="13" y="2"/>
                  </a:cubicBezTo>
                  <a:cubicBezTo>
                    <a:pt x="18" y="2"/>
                    <a:pt x="23" y="5"/>
                    <a:pt x="23" y="9"/>
                  </a:cubicBezTo>
                  <a:cubicBezTo>
                    <a:pt x="23" y="14"/>
                    <a:pt x="18" y="17"/>
                    <a:pt x="13" y="17"/>
                  </a:cubicBezTo>
                  <a:cubicBezTo>
                    <a:pt x="7" y="17"/>
                    <a:pt x="2" y="14"/>
                    <a:pt x="2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1" name="Freeform 111">
              <a:extLst>
                <a:ext uri="{FF2B5EF4-FFF2-40B4-BE49-F238E27FC236}">
                  <a16:creationId xmlns:a16="http://schemas.microsoft.com/office/drawing/2014/main" id="{4EFC7524-0312-45DF-99A1-59C834A82B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3" y="2893"/>
              <a:ext cx="74" cy="59"/>
            </a:xfrm>
            <a:custGeom>
              <a:avLst/>
              <a:gdLst>
                <a:gd name="T0" fmla="*/ 0 w 25"/>
                <a:gd name="T1" fmla="*/ 270 h 19"/>
                <a:gd name="T2" fmla="*/ 332 w 25"/>
                <a:gd name="T3" fmla="*/ 568 h 19"/>
                <a:gd name="T4" fmla="*/ 648 w 25"/>
                <a:gd name="T5" fmla="*/ 270 h 19"/>
                <a:gd name="T6" fmla="*/ 332 w 25"/>
                <a:gd name="T7" fmla="*/ 0 h 19"/>
                <a:gd name="T8" fmla="*/ 0 w 25"/>
                <a:gd name="T9" fmla="*/ 270 h 19"/>
                <a:gd name="T10" fmla="*/ 53 w 25"/>
                <a:gd name="T11" fmla="*/ 270 h 19"/>
                <a:gd name="T12" fmla="*/ 332 w 25"/>
                <a:gd name="T13" fmla="*/ 59 h 19"/>
                <a:gd name="T14" fmla="*/ 595 w 25"/>
                <a:gd name="T15" fmla="*/ 270 h 19"/>
                <a:gd name="T16" fmla="*/ 332 w 25"/>
                <a:gd name="T17" fmla="*/ 512 h 19"/>
                <a:gd name="T18" fmla="*/ 53 w 25"/>
                <a:gd name="T19" fmla="*/ 27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19">
                  <a:moveTo>
                    <a:pt x="0" y="9"/>
                  </a:moveTo>
                  <a:cubicBezTo>
                    <a:pt x="0" y="15"/>
                    <a:pt x="6" y="19"/>
                    <a:pt x="13" y="19"/>
                  </a:cubicBezTo>
                  <a:cubicBezTo>
                    <a:pt x="19" y="19"/>
                    <a:pt x="25" y="15"/>
                    <a:pt x="25" y="9"/>
                  </a:cubicBezTo>
                  <a:cubicBezTo>
                    <a:pt x="25" y="4"/>
                    <a:pt x="19" y="0"/>
                    <a:pt x="13" y="0"/>
                  </a:cubicBezTo>
                  <a:cubicBezTo>
                    <a:pt x="6" y="0"/>
                    <a:pt x="0" y="4"/>
                    <a:pt x="0" y="9"/>
                  </a:cubicBezTo>
                  <a:close/>
                  <a:moveTo>
                    <a:pt x="2" y="9"/>
                  </a:moveTo>
                  <a:cubicBezTo>
                    <a:pt x="2" y="5"/>
                    <a:pt x="7" y="2"/>
                    <a:pt x="13" y="2"/>
                  </a:cubicBezTo>
                  <a:cubicBezTo>
                    <a:pt x="18" y="2"/>
                    <a:pt x="23" y="5"/>
                    <a:pt x="23" y="9"/>
                  </a:cubicBezTo>
                  <a:cubicBezTo>
                    <a:pt x="23" y="14"/>
                    <a:pt x="18" y="17"/>
                    <a:pt x="13" y="17"/>
                  </a:cubicBezTo>
                  <a:cubicBezTo>
                    <a:pt x="7" y="17"/>
                    <a:pt x="2" y="14"/>
                    <a:pt x="2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2" name="Freeform 112">
              <a:extLst>
                <a:ext uri="{FF2B5EF4-FFF2-40B4-BE49-F238E27FC236}">
                  <a16:creationId xmlns:a16="http://schemas.microsoft.com/office/drawing/2014/main" id="{7CACBEAA-03F3-40F7-A8FC-E3223D80F4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7" y="2848"/>
              <a:ext cx="189" cy="80"/>
            </a:xfrm>
            <a:custGeom>
              <a:avLst/>
              <a:gdLst>
                <a:gd name="T0" fmla="*/ 830 w 64"/>
                <a:gd name="T1" fmla="*/ 0 h 25"/>
                <a:gd name="T2" fmla="*/ 464 w 64"/>
                <a:gd name="T3" fmla="*/ 195 h 25"/>
                <a:gd name="T4" fmla="*/ 53 w 64"/>
                <a:gd name="T5" fmla="*/ 429 h 25"/>
                <a:gd name="T6" fmla="*/ 0 w 64"/>
                <a:gd name="T7" fmla="*/ 461 h 25"/>
                <a:gd name="T8" fmla="*/ 0 w 64"/>
                <a:gd name="T9" fmla="*/ 758 h 25"/>
                <a:gd name="T10" fmla="*/ 0 w 64"/>
                <a:gd name="T11" fmla="*/ 787 h 25"/>
                <a:gd name="T12" fmla="*/ 27 w 64"/>
                <a:gd name="T13" fmla="*/ 819 h 25"/>
                <a:gd name="T14" fmla="*/ 80 w 64"/>
                <a:gd name="T15" fmla="*/ 819 h 25"/>
                <a:gd name="T16" fmla="*/ 130 w 64"/>
                <a:gd name="T17" fmla="*/ 758 h 25"/>
                <a:gd name="T18" fmla="*/ 384 w 64"/>
                <a:gd name="T19" fmla="*/ 522 h 25"/>
                <a:gd name="T20" fmla="*/ 620 w 64"/>
                <a:gd name="T21" fmla="*/ 758 h 25"/>
                <a:gd name="T22" fmla="*/ 670 w 64"/>
                <a:gd name="T23" fmla="*/ 819 h 25"/>
                <a:gd name="T24" fmla="*/ 697 w 64"/>
                <a:gd name="T25" fmla="*/ 758 h 25"/>
                <a:gd name="T26" fmla="*/ 803 w 64"/>
                <a:gd name="T27" fmla="*/ 656 h 25"/>
                <a:gd name="T28" fmla="*/ 924 w 64"/>
                <a:gd name="T29" fmla="*/ 758 h 25"/>
                <a:gd name="T30" fmla="*/ 951 w 64"/>
                <a:gd name="T31" fmla="*/ 819 h 25"/>
                <a:gd name="T32" fmla="*/ 1004 w 64"/>
                <a:gd name="T33" fmla="*/ 758 h 25"/>
                <a:gd name="T34" fmla="*/ 1264 w 64"/>
                <a:gd name="T35" fmla="*/ 522 h 25"/>
                <a:gd name="T36" fmla="*/ 1491 w 64"/>
                <a:gd name="T37" fmla="*/ 685 h 25"/>
                <a:gd name="T38" fmla="*/ 1518 w 64"/>
                <a:gd name="T39" fmla="*/ 717 h 25"/>
                <a:gd name="T40" fmla="*/ 1544 w 64"/>
                <a:gd name="T41" fmla="*/ 685 h 25"/>
                <a:gd name="T42" fmla="*/ 1621 w 64"/>
                <a:gd name="T43" fmla="*/ 656 h 25"/>
                <a:gd name="T44" fmla="*/ 1621 w 64"/>
                <a:gd name="T45" fmla="*/ 595 h 25"/>
                <a:gd name="T46" fmla="*/ 1595 w 64"/>
                <a:gd name="T47" fmla="*/ 461 h 25"/>
                <a:gd name="T48" fmla="*/ 1544 w 64"/>
                <a:gd name="T49" fmla="*/ 429 h 25"/>
                <a:gd name="T50" fmla="*/ 1211 w 64"/>
                <a:gd name="T51" fmla="*/ 195 h 25"/>
                <a:gd name="T52" fmla="*/ 830 w 64"/>
                <a:gd name="T53" fmla="*/ 0 h 25"/>
                <a:gd name="T54" fmla="*/ 487 w 64"/>
                <a:gd name="T55" fmla="*/ 298 h 25"/>
                <a:gd name="T56" fmla="*/ 830 w 64"/>
                <a:gd name="T57" fmla="*/ 102 h 25"/>
                <a:gd name="T58" fmla="*/ 830 w 64"/>
                <a:gd name="T59" fmla="*/ 102 h 25"/>
                <a:gd name="T60" fmla="*/ 1161 w 64"/>
                <a:gd name="T61" fmla="*/ 298 h 25"/>
                <a:gd name="T62" fmla="*/ 1518 w 64"/>
                <a:gd name="T63" fmla="*/ 493 h 25"/>
                <a:gd name="T64" fmla="*/ 1544 w 64"/>
                <a:gd name="T65" fmla="*/ 595 h 25"/>
                <a:gd name="T66" fmla="*/ 1518 w 64"/>
                <a:gd name="T67" fmla="*/ 595 h 25"/>
                <a:gd name="T68" fmla="*/ 1264 w 64"/>
                <a:gd name="T69" fmla="*/ 429 h 25"/>
                <a:gd name="T70" fmla="*/ 951 w 64"/>
                <a:gd name="T71" fmla="*/ 624 h 25"/>
                <a:gd name="T72" fmla="*/ 803 w 64"/>
                <a:gd name="T73" fmla="*/ 554 h 25"/>
                <a:gd name="T74" fmla="*/ 670 w 64"/>
                <a:gd name="T75" fmla="*/ 624 h 25"/>
                <a:gd name="T76" fmla="*/ 384 w 64"/>
                <a:gd name="T77" fmla="*/ 429 h 25"/>
                <a:gd name="T78" fmla="*/ 80 w 64"/>
                <a:gd name="T79" fmla="*/ 624 h 25"/>
                <a:gd name="T80" fmla="*/ 80 w 64"/>
                <a:gd name="T81" fmla="*/ 522 h 25"/>
                <a:gd name="T82" fmla="*/ 487 w 64"/>
                <a:gd name="T83" fmla="*/ 298 h 2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4" h="25">
                  <a:moveTo>
                    <a:pt x="32" y="0"/>
                  </a:moveTo>
                  <a:cubicBezTo>
                    <a:pt x="26" y="0"/>
                    <a:pt x="22" y="3"/>
                    <a:pt x="18" y="6"/>
                  </a:cubicBezTo>
                  <a:cubicBezTo>
                    <a:pt x="13" y="9"/>
                    <a:pt x="9" y="12"/>
                    <a:pt x="2" y="13"/>
                  </a:cubicBezTo>
                  <a:cubicBezTo>
                    <a:pt x="1" y="13"/>
                    <a:pt x="0" y="14"/>
                    <a:pt x="0" y="14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4" y="25"/>
                    <a:pt x="5" y="24"/>
                    <a:pt x="5" y="23"/>
                  </a:cubicBezTo>
                  <a:cubicBezTo>
                    <a:pt x="5" y="19"/>
                    <a:pt x="9" y="16"/>
                    <a:pt x="15" y="16"/>
                  </a:cubicBezTo>
                  <a:cubicBezTo>
                    <a:pt x="20" y="16"/>
                    <a:pt x="24" y="19"/>
                    <a:pt x="24" y="23"/>
                  </a:cubicBezTo>
                  <a:cubicBezTo>
                    <a:pt x="24" y="24"/>
                    <a:pt x="25" y="25"/>
                    <a:pt x="26" y="25"/>
                  </a:cubicBezTo>
                  <a:cubicBezTo>
                    <a:pt x="27" y="25"/>
                    <a:pt x="27" y="24"/>
                    <a:pt x="27" y="23"/>
                  </a:cubicBezTo>
                  <a:cubicBezTo>
                    <a:pt x="27" y="20"/>
                    <a:pt x="31" y="20"/>
                    <a:pt x="31" y="20"/>
                  </a:cubicBezTo>
                  <a:cubicBezTo>
                    <a:pt x="33" y="20"/>
                    <a:pt x="36" y="21"/>
                    <a:pt x="36" y="23"/>
                  </a:cubicBezTo>
                  <a:cubicBezTo>
                    <a:pt x="36" y="24"/>
                    <a:pt x="36" y="25"/>
                    <a:pt x="37" y="25"/>
                  </a:cubicBezTo>
                  <a:cubicBezTo>
                    <a:pt x="38" y="25"/>
                    <a:pt x="39" y="24"/>
                    <a:pt x="39" y="23"/>
                  </a:cubicBezTo>
                  <a:cubicBezTo>
                    <a:pt x="39" y="19"/>
                    <a:pt x="43" y="16"/>
                    <a:pt x="49" y="16"/>
                  </a:cubicBezTo>
                  <a:cubicBezTo>
                    <a:pt x="53" y="16"/>
                    <a:pt x="56" y="18"/>
                    <a:pt x="58" y="21"/>
                  </a:cubicBezTo>
                  <a:cubicBezTo>
                    <a:pt x="58" y="21"/>
                    <a:pt x="58" y="21"/>
                    <a:pt x="59" y="22"/>
                  </a:cubicBezTo>
                  <a:cubicBezTo>
                    <a:pt x="59" y="22"/>
                    <a:pt x="60" y="22"/>
                    <a:pt x="60" y="21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3" y="19"/>
                    <a:pt x="64" y="19"/>
                    <a:pt x="63" y="18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1" y="13"/>
                    <a:pt x="61" y="13"/>
                    <a:pt x="60" y="13"/>
                  </a:cubicBezTo>
                  <a:cubicBezTo>
                    <a:pt x="55" y="12"/>
                    <a:pt x="51" y="9"/>
                    <a:pt x="47" y="6"/>
                  </a:cubicBezTo>
                  <a:cubicBezTo>
                    <a:pt x="42" y="3"/>
                    <a:pt x="38" y="0"/>
                    <a:pt x="32" y="0"/>
                  </a:cubicBezTo>
                  <a:close/>
                  <a:moveTo>
                    <a:pt x="19" y="9"/>
                  </a:moveTo>
                  <a:cubicBezTo>
                    <a:pt x="23" y="6"/>
                    <a:pt x="27" y="3"/>
                    <a:pt x="32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7" y="3"/>
                    <a:pt x="41" y="6"/>
                    <a:pt x="45" y="9"/>
                  </a:cubicBezTo>
                  <a:cubicBezTo>
                    <a:pt x="49" y="11"/>
                    <a:pt x="53" y="14"/>
                    <a:pt x="59" y="15"/>
                  </a:cubicBezTo>
                  <a:cubicBezTo>
                    <a:pt x="59" y="16"/>
                    <a:pt x="60" y="17"/>
                    <a:pt x="60" y="18"/>
                  </a:cubicBezTo>
                  <a:cubicBezTo>
                    <a:pt x="60" y="18"/>
                    <a:pt x="60" y="18"/>
                    <a:pt x="59" y="18"/>
                  </a:cubicBezTo>
                  <a:cubicBezTo>
                    <a:pt x="57" y="15"/>
                    <a:pt x="53" y="13"/>
                    <a:pt x="49" y="13"/>
                  </a:cubicBezTo>
                  <a:cubicBezTo>
                    <a:pt x="43" y="13"/>
                    <a:pt x="39" y="16"/>
                    <a:pt x="37" y="19"/>
                  </a:cubicBezTo>
                  <a:cubicBezTo>
                    <a:pt x="35" y="18"/>
                    <a:pt x="33" y="17"/>
                    <a:pt x="31" y="17"/>
                  </a:cubicBezTo>
                  <a:cubicBezTo>
                    <a:pt x="29" y="17"/>
                    <a:pt x="27" y="18"/>
                    <a:pt x="26" y="19"/>
                  </a:cubicBezTo>
                  <a:cubicBezTo>
                    <a:pt x="24" y="16"/>
                    <a:pt x="20" y="13"/>
                    <a:pt x="15" y="13"/>
                  </a:cubicBezTo>
                  <a:cubicBezTo>
                    <a:pt x="10" y="13"/>
                    <a:pt x="5" y="16"/>
                    <a:pt x="3" y="19"/>
                  </a:cubicBezTo>
                  <a:cubicBezTo>
                    <a:pt x="3" y="17"/>
                    <a:pt x="3" y="17"/>
                    <a:pt x="3" y="16"/>
                  </a:cubicBezTo>
                  <a:cubicBezTo>
                    <a:pt x="10" y="15"/>
                    <a:pt x="15" y="11"/>
                    <a:pt x="19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3" name="Freeform 113">
              <a:extLst>
                <a:ext uri="{FF2B5EF4-FFF2-40B4-BE49-F238E27FC236}">
                  <a16:creationId xmlns:a16="http://schemas.microsoft.com/office/drawing/2014/main" id="{860456A4-3B1C-43D0-8AD3-D12BAAFC3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961"/>
              <a:ext cx="1179" cy="929"/>
            </a:xfrm>
            <a:custGeom>
              <a:avLst/>
              <a:gdLst>
                <a:gd name="T0" fmla="*/ 0 w 398"/>
                <a:gd name="T1" fmla="*/ 5612 h 294"/>
                <a:gd name="T2" fmla="*/ 465 w 398"/>
                <a:gd name="T3" fmla="*/ 5710 h 294"/>
                <a:gd name="T4" fmla="*/ 1140 w 398"/>
                <a:gd name="T5" fmla="*/ 5741 h 294"/>
                <a:gd name="T6" fmla="*/ 2106 w 398"/>
                <a:gd name="T7" fmla="*/ 6032 h 294"/>
                <a:gd name="T8" fmla="*/ 3694 w 398"/>
                <a:gd name="T9" fmla="*/ 6560 h 294"/>
                <a:gd name="T10" fmla="*/ 4212 w 398"/>
                <a:gd name="T11" fmla="*/ 5113 h 294"/>
                <a:gd name="T12" fmla="*/ 4292 w 398"/>
                <a:gd name="T13" fmla="*/ 3286 h 294"/>
                <a:gd name="T14" fmla="*/ 4731 w 398"/>
                <a:gd name="T15" fmla="*/ 1517 h 294"/>
                <a:gd name="T16" fmla="*/ 5246 w 398"/>
                <a:gd name="T17" fmla="*/ 0 h 294"/>
                <a:gd name="T18" fmla="*/ 5045 w 398"/>
                <a:gd name="T19" fmla="*/ 1956 h 294"/>
                <a:gd name="T20" fmla="*/ 5045 w 398"/>
                <a:gd name="T21" fmla="*/ 3624 h 294"/>
                <a:gd name="T22" fmla="*/ 4731 w 398"/>
                <a:gd name="T23" fmla="*/ 5012 h 294"/>
                <a:gd name="T24" fmla="*/ 5045 w 398"/>
                <a:gd name="T25" fmla="*/ 6911 h 294"/>
                <a:gd name="T26" fmla="*/ 6994 w 398"/>
                <a:gd name="T27" fmla="*/ 7189 h 294"/>
                <a:gd name="T28" fmla="*/ 8371 w 398"/>
                <a:gd name="T29" fmla="*/ 7669 h 294"/>
                <a:gd name="T30" fmla="*/ 9154 w 398"/>
                <a:gd name="T31" fmla="*/ 8326 h 294"/>
                <a:gd name="T32" fmla="*/ 10187 w 398"/>
                <a:gd name="T33" fmla="*/ 8765 h 294"/>
                <a:gd name="T34" fmla="*/ 10347 w 398"/>
                <a:gd name="T35" fmla="*/ 9277 h 294"/>
                <a:gd name="T36" fmla="*/ 8943 w 398"/>
                <a:gd name="T37" fmla="*/ 8895 h 294"/>
                <a:gd name="T38" fmla="*/ 7231 w 398"/>
                <a:gd name="T39" fmla="*/ 8168 h 294"/>
                <a:gd name="T40" fmla="*/ 4914 w 398"/>
                <a:gd name="T41" fmla="*/ 7508 h 294"/>
                <a:gd name="T42" fmla="*/ 2965 w 398"/>
                <a:gd name="T43" fmla="*/ 6879 h 294"/>
                <a:gd name="T44" fmla="*/ 1614 w 398"/>
                <a:gd name="T45" fmla="*/ 6310 h 294"/>
                <a:gd name="T46" fmla="*/ 237 w 398"/>
                <a:gd name="T47" fmla="*/ 6282 h 294"/>
                <a:gd name="T48" fmla="*/ 572 w 398"/>
                <a:gd name="T49" fmla="*/ 5931 h 294"/>
                <a:gd name="T50" fmla="*/ 0 w 398"/>
                <a:gd name="T51" fmla="*/ 5612 h 29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98" h="294">
                  <a:moveTo>
                    <a:pt x="0" y="178"/>
                  </a:moveTo>
                  <a:cubicBezTo>
                    <a:pt x="5" y="180"/>
                    <a:pt x="11" y="181"/>
                    <a:pt x="18" y="181"/>
                  </a:cubicBezTo>
                  <a:cubicBezTo>
                    <a:pt x="27" y="181"/>
                    <a:pt x="34" y="180"/>
                    <a:pt x="44" y="182"/>
                  </a:cubicBezTo>
                  <a:cubicBezTo>
                    <a:pt x="58" y="185"/>
                    <a:pt x="73" y="189"/>
                    <a:pt x="81" y="191"/>
                  </a:cubicBezTo>
                  <a:cubicBezTo>
                    <a:pt x="98" y="195"/>
                    <a:pt x="123" y="216"/>
                    <a:pt x="142" y="208"/>
                  </a:cubicBezTo>
                  <a:cubicBezTo>
                    <a:pt x="166" y="198"/>
                    <a:pt x="157" y="182"/>
                    <a:pt x="162" y="162"/>
                  </a:cubicBezTo>
                  <a:cubicBezTo>
                    <a:pt x="166" y="145"/>
                    <a:pt x="174" y="120"/>
                    <a:pt x="165" y="104"/>
                  </a:cubicBezTo>
                  <a:cubicBezTo>
                    <a:pt x="187" y="79"/>
                    <a:pt x="174" y="78"/>
                    <a:pt x="182" y="48"/>
                  </a:cubicBezTo>
                  <a:cubicBezTo>
                    <a:pt x="187" y="33"/>
                    <a:pt x="189" y="5"/>
                    <a:pt x="202" y="0"/>
                  </a:cubicBezTo>
                  <a:cubicBezTo>
                    <a:pt x="193" y="0"/>
                    <a:pt x="192" y="40"/>
                    <a:pt x="194" y="62"/>
                  </a:cubicBezTo>
                  <a:cubicBezTo>
                    <a:pt x="196" y="77"/>
                    <a:pt x="189" y="100"/>
                    <a:pt x="194" y="115"/>
                  </a:cubicBezTo>
                  <a:cubicBezTo>
                    <a:pt x="191" y="130"/>
                    <a:pt x="185" y="150"/>
                    <a:pt x="182" y="159"/>
                  </a:cubicBezTo>
                  <a:cubicBezTo>
                    <a:pt x="176" y="181"/>
                    <a:pt x="178" y="207"/>
                    <a:pt x="194" y="219"/>
                  </a:cubicBezTo>
                  <a:cubicBezTo>
                    <a:pt x="210" y="231"/>
                    <a:pt x="233" y="206"/>
                    <a:pt x="269" y="228"/>
                  </a:cubicBezTo>
                  <a:cubicBezTo>
                    <a:pt x="305" y="250"/>
                    <a:pt x="317" y="242"/>
                    <a:pt x="322" y="243"/>
                  </a:cubicBezTo>
                  <a:cubicBezTo>
                    <a:pt x="328" y="244"/>
                    <a:pt x="332" y="252"/>
                    <a:pt x="352" y="264"/>
                  </a:cubicBezTo>
                  <a:cubicBezTo>
                    <a:pt x="372" y="276"/>
                    <a:pt x="392" y="278"/>
                    <a:pt x="392" y="278"/>
                  </a:cubicBezTo>
                  <a:cubicBezTo>
                    <a:pt x="398" y="294"/>
                    <a:pt x="398" y="294"/>
                    <a:pt x="398" y="294"/>
                  </a:cubicBezTo>
                  <a:cubicBezTo>
                    <a:pt x="381" y="287"/>
                    <a:pt x="364" y="286"/>
                    <a:pt x="344" y="282"/>
                  </a:cubicBezTo>
                  <a:cubicBezTo>
                    <a:pt x="322" y="277"/>
                    <a:pt x="297" y="270"/>
                    <a:pt x="278" y="259"/>
                  </a:cubicBezTo>
                  <a:cubicBezTo>
                    <a:pt x="247" y="241"/>
                    <a:pt x="222" y="244"/>
                    <a:pt x="189" y="238"/>
                  </a:cubicBezTo>
                  <a:cubicBezTo>
                    <a:pt x="157" y="233"/>
                    <a:pt x="156" y="223"/>
                    <a:pt x="114" y="218"/>
                  </a:cubicBezTo>
                  <a:cubicBezTo>
                    <a:pt x="100" y="216"/>
                    <a:pt x="78" y="200"/>
                    <a:pt x="62" y="200"/>
                  </a:cubicBezTo>
                  <a:cubicBezTo>
                    <a:pt x="46" y="201"/>
                    <a:pt x="22" y="190"/>
                    <a:pt x="9" y="199"/>
                  </a:cubicBezTo>
                  <a:cubicBezTo>
                    <a:pt x="13" y="195"/>
                    <a:pt x="22" y="192"/>
                    <a:pt x="22" y="188"/>
                  </a:cubicBezTo>
                  <a:cubicBezTo>
                    <a:pt x="21" y="184"/>
                    <a:pt x="3" y="179"/>
                    <a:pt x="0" y="178"/>
                  </a:cubicBezTo>
                  <a:close/>
                </a:path>
              </a:pathLst>
            </a:custGeom>
            <a:solidFill>
              <a:srgbClr val="9D9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4" name="Freeform 114">
              <a:extLst>
                <a:ext uri="{FF2B5EF4-FFF2-40B4-BE49-F238E27FC236}">
                  <a16:creationId xmlns:a16="http://schemas.microsoft.com/office/drawing/2014/main" id="{6CF72758-8647-4A9A-956C-04DF872262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1" y="1958"/>
              <a:ext cx="1190" cy="938"/>
            </a:xfrm>
            <a:custGeom>
              <a:avLst/>
              <a:gdLst>
                <a:gd name="T0" fmla="*/ 5293 w 402"/>
                <a:gd name="T1" fmla="*/ 0 h 297"/>
                <a:gd name="T2" fmla="*/ 5186 w 402"/>
                <a:gd name="T3" fmla="*/ 60 h 297"/>
                <a:gd name="T4" fmla="*/ 4748 w 402"/>
                <a:gd name="T5" fmla="*/ 1548 h 297"/>
                <a:gd name="T6" fmla="*/ 4301 w 402"/>
                <a:gd name="T7" fmla="*/ 3272 h 297"/>
                <a:gd name="T8" fmla="*/ 4301 w 402"/>
                <a:gd name="T9" fmla="*/ 3341 h 297"/>
                <a:gd name="T10" fmla="*/ 4251 w 402"/>
                <a:gd name="T11" fmla="*/ 4977 h 297"/>
                <a:gd name="T12" fmla="*/ 4180 w 402"/>
                <a:gd name="T13" fmla="*/ 5634 h 297"/>
                <a:gd name="T14" fmla="*/ 2673 w 402"/>
                <a:gd name="T15" fmla="*/ 6263 h 297"/>
                <a:gd name="T16" fmla="*/ 1841 w 402"/>
                <a:gd name="T17" fmla="*/ 5896 h 297"/>
                <a:gd name="T18" fmla="*/ 648 w 402"/>
                <a:gd name="T19" fmla="*/ 5666 h 297"/>
                <a:gd name="T20" fmla="*/ 53 w 402"/>
                <a:gd name="T21" fmla="*/ 5606 h 297"/>
                <a:gd name="T22" fmla="*/ 0 w 402"/>
                <a:gd name="T23" fmla="*/ 5634 h 297"/>
                <a:gd name="T24" fmla="*/ 27 w 402"/>
                <a:gd name="T25" fmla="*/ 5666 h 297"/>
                <a:gd name="T26" fmla="*/ 27 w 402"/>
                <a:gd name="T27" fmla="*/ 5666 h 297"/>
                <a:gd name="T28" fmla="*/ 568 w 402"/>
                <a:gd name="T29" fmla="*/ 5953 h 297"/>
                <a:gd name="T30" fmla="*/ 438 w 402"/>
                <a:gd name="T31" fmla="*/ 6114 h 297"/>
                <a:gd name="T32" fmla="*/ 263 w 402"/>
                <a:gd name="T33" fmla="*/ 6263 h 297"/>
                <a:gd name="T34" fmla="*/ 263 w 402"/>
                <a:gd name="T35" fmla="*/ 6263 h 297"/>
                <a:gd name="T36" fmla="*/ 263 w 402"/>
                <a:gd name="T37" fmla="*/ 6332 h 297"/>
                <a:gd name="T38" fmla="*/ 1166 w 402"/>
                <a:gd name="T39" fmla="*/ 6332 h 297"/>
                <a:gd name="T40" fmla="*/ 2436 w 402"/>
                <a:gd name="T41" fmla="*/ 6683 h 297"/>
                <a:gd name="T42" fmla="*/ 4153 w 402"/>
                <a:gd name="T43" fmla="*/ 7311 h 297"/>
                <a:gd name="T44" fmla="*/ 5651 w 402"/>
                <a:gd name="T45" fmla="*/ 7719 h 297"/>
                <a:gd name="T46" fmla="*/ 8946 w 402"/>
                <a:gd name="T47" fmla="*/ 8947 h 297"/>
                <a:gd name="T48" fmla="*/ 10375 w 402"/>
                <a:gd name="T49" fmla="*/ 9355 h 297"/>
                <a:gd name="T50" fmla="*/ 10429 w 402"/>
                <a:gd name="T51" fmla="*/ 9295 h 297"/>
                <a:gd name="T52" fmla="*/ 10242 w 402"/>
                <a:gd name="T53" fmla="*/ 8758 h 297"/>
                <a:gd name="T54" fmla="*/ 8641 w 402"/>
                <a:gd name="T55" fmla="*/ 7810 h 297"/>
                <a:gd name="T56" fmla="*/ 8297 w 402"/>
                <a:gd name="T57" fmla="*/ 7649 h 297"/>
                <a:gd name="T58" fmla="*/ 5704 w 402"/>
                <a:gd name="T59" fmla="*/ 6961 h 297"/>
                <a:gd name="T60" fmla="*/ 4748 w 402"/>
                <a:gd name="T61" fmla="*/ 5764 h 297"/>
                <a:gd name="T62" fmla="*/ 4881 w 402"/>
                <a:gd name="T63" fmla="*/ 4756 h 297"/>
                <a:gd name="T64" fmla="*/ 5136 w 402"/>
                <a:gd name="T65" fmla="*/ 3651 h 297"/>
                <a:gd name="T66" fmla="*/ 5083 w 402"/>
                <a:gd name="T67" fmla="*/ 3212 h 297"/>
                <a:gd name="T68" fmla="*/ 5136 w 402"/>
                <a:gd name="T69" fmla="*/ 2173 h 297"/>
                <a:gd name="T70" fmla="*/ 5109 w 402"/>
                <a:gd name="T71" fmla="*/ 1285 h 297"/>
                <a:gd name="T72" fmla="*/ 5319 w 402"/>
                <a:gd name="T73" fmla="*/ 88 h 297"/>
                <a:gd name="T74" fmla="*/ 5346 w 402"/>
                <a:gd name="T75" fmla="*/ 28 h 297"/>
                <a:gd name="T76" fmla="*/ 5293 w 402"/>
                <a:gd name="T77" fmla="*/ 0 h 297"/>
                <a:gd name="T78" fmla="*/ 4828 w 402"/>
                <a:gd name="T79" fmla="*/ 1576 h 297"/>
                <a:gd name="T80" fmla="*/ 5083 w 402"/>
                <a:gd name="T81" fmla="*/ 407 h 297"/>
                <a:gd name="T82" fmla="*/ 5056 w 402"/>
                <a:gd name="T83" fmla="*/ 1983 h 297"/>
                <a:gd name="T84" fmla="*/ 5029 w 402"/>
                <a:gd name="T85" fmla="*/ 2643 h 297"/>
                <a:gd name="T86" fmla="*/ 5056 w 402"/>
                <a:gd name="T87" fmla="*/ 3651 h 297"/>
                <a:gd name="T88" fmla="*/ 4748 w 402"/>
                <a:gd name="T89" fmla="*/ 5037 h 297"/>
                <a:gd name="T90" fmla="*/ 5056 w 402"/>
                <a:gd name="T91" fmla="*/ 6961 h 297"/>
                <a:gd name="T92" fmla="*/ 7001 w 402"/>
                <a:gd name="T93" fmla="*/ 7283 h 297"/>
                <a:gd name="T94" fmla="*/ 8404 w 402"/>
                <a:gd name="T95" fmla="*/ 7750 h 297"/>
                <a:gd name="T96" fmla="*/ 9183 w 402"/>
                <a:gd name="T97" fmla="*/ 8407 h 297"/>
                <a:gd name="T98" fmla="*/ 10322 w 402"/>
                <a:gd name="T99" fmla="*/ 9225 h 297"/>
                <a:gd name="T100" fmla="*/ 8972 w 402"/>
                <a:gd name="T101" fmla="*/ 8846 h 297"/>
                <a:gd name="T102" fmla="*/ 5651 w 402"/>
                <a:gd name="T103" fmla="*/ 7621 h 297"/>
                <a:gd name="T104" fmla="*/ 4180 w 402"/>
                <a:gd name="T105" fmla="*/ 7210 h 297"/>
                <a:gd name="T106" fmla="*/ 2463 w 402"/>
                <a:gd name="T107" fmla="*/ 6582 h 297"/>
                <a:gd name="T108" fmla="*/ 1166 w 402"/>
                <a:gd name="T109" fmla="*/ 6234 h 297"/>
                <a:gd name="T110" fmla="*/ 648 w 402"/>
                <a:gd name="T111" fmla="*/ 5953 h 297"/>
                <a:gd name="T112" fmla="*/ 491 w 402"/>
                <a:gd name="T113" fmla="*/ 5764 h 297"/>
                <a:gd name="T114" fmla="*/ 648 w 402"/>
                <a:gd name="T115" fmla="*/ 5764 h 297"/>
                <a:gd name="T116" fmla="*/ 1815 w 402"/>
                <a:gd name="T117" fmla="*/ 5985 h 297"/>
                <a:gd name="T118" fmla="*/ 2646 w 402"/>
                <a:gd name="T119" fmla="*/ 6364 h 297"/>
                <a:gd name="T120" fmla="*/ 4251 w 402"/>
                <a:gd name="T121" fmla="*/ 5634 h 297"/>
                <a:gd name="T122" fmla="*/ 4328 w 402"/>
                <a:gd name="T123" fmla="*/ 4977 h 297"/>
                <a:gd name="T124" fmla="*/ 4381 w 402"/>
                <a:gd name="T125" fmla="*/ 3341 h 29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02" h="297">
                  <a:moveTo>
                    <a:pt x="204" y="0"/>
                  </a:moveTo>
                  <a:cubicBezTo>
                    <a:pt x="204" y="0"/>
                    <a:pt x="204" y="0"/>
                    <a:pt x="204" y="0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3" y="0"/>
                    <a:pt x="201" y="1"/>
                    <a:pt x="200" y="2"/>
                  </a:cubicBezTo>
                  <a:cubicBezTo>
                    <a:pt x="192" y="7"/>
                    <a:pt x="189" y="22"/>
                    <a:pt x="186" y="36"/>
                  </a:cubicBezTo>
                  <a:cubicBezTo>
                    <a:pt x="183" y="49"/>
                    <a:pt x="183" y="49"/>
                    <a:pt x="183" y="49"/>
                  </a:cubicBezTo>
                  <a:cubicBezTo>
                    <a:pt x="180" y="60"/>
                    <a:pt x="179" y="68"/>
                    <a:pt x="179" y="74"/>
                  </a:cubicBezTo>
                  <a:cubicBezTo>
                    <a:pt x="179" y="83"/>
                    <a:pt x="179" y="89"/>
                    <a:pt x="166" y="104"/>
                  </a:cubicBezTo>
                  <a:cubicBezTo>
                    <a:pt x="166" y="105"/>
                    <a:pt x="165" y="105"/>
                    <a:pt x="165" y="105"/>
                  </a:cubicBezTo>
                  <a:cubicBezTo>
                    <a:pt x="165" y="106"/>
                    <a:pt x="166" y="106"/>
                    <a:pt x="166" y="106"/>
                  </a:cubicBezTo>
                  <a:cubicBezTo>
                    <a:pt x="169" y="111"/>
                    <a:pt x="170" y="118"/>
                    <a:pt x="170" y="124"/>
                  </a:cubicBezTo>
                  <a:cubicBezTo>
                    <a:pt x="170" y="136"/>
                    <a:pt x="167" y="148"/>
                    <a:pt x="164" y="158"/>
                  </a:cubicBezTo>
                  <a:cubicBezTo>
                    <a:pt x="163" y="162"/>
                    <a:pt x="163" y="162"/>
                    <a:pt x="163" y="162"/>
                  </a:cubicBezTo>
                  <a:cubicBezTo>
                    <a:pt x="161" y="168"/>
                    <a:pt x="161" y="174"/>
                    <a:pt x="161" y="179"/>
                  </a:cubicBezTo>
                  <a:cubicBezTo>
                    <a:pt x="160" y="191"/>
                    <a:pt x="160" y="201"/>
                    <a:pt x="144" y="208"/>
                  </a:cubicBezTo>
                  <a:cubicBezTo>
                    <a:pt x="132" y="213"/>
                    <a:pt x="117" y="205"/>
                    <a:pt x="103" y="199"/>
                  </a:cubicBezTo>
                  <a:cubicBezTo>
                    <a:pt x="96" y="195"/>
                    <a:pt x="89" y="192"/>
                    <a:pt x="83" y="191"/>
                  </a:cubicBezTo>
                  <a:cubicBezTo>
                    <a:pt x="71" y="187"/>
                    <a:pt x="71" y="187"/>
                    <a:pt x="71" y="187"/>
                  </a:cubicBezTo>
                  <a:cubicBezTo>
                    <a:pt x="46" y="181"/>
                    <a:pt x="46" y="181"/>
                    <a:pt x="46" y="181"/>
                  </a:cubicBezTo>
                  <a:cubicBezTo>
                    <a:pt x="38" y="180"/>
                    <a:pt x="31" y="180"/>
                    <a:pt x="25" y="180"/>
                  </a:cubicBezTo>
                  <a:cubicBezTo>
                    <a:pt x="20" y="180"/>
                    <a:pt x="20" y="180"/>
                    <a:pt x="20" y="180"/>
                  </a:cubicBezTo>
                  <a:cubicBezTo>
                    <a:pt x="14" y="181"/>
                    <a:pt x="8" y="180"/>
                    <a:pt x="2" y="178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2" y="177"/>
                    <a:pt x="1" y="178"/>
                    <a:pt x="0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180"/>
                    <a:pt x="1" y="180"/>
                    <a:pt x="1" y="180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5" y="181"/>
                    <a:pt x="5" y="181"/>
                    <a:pt x="5" y="181"/>
                  </a:cubicBezTo>
                  <a:cubicBezTo>
                    <a:pt x="19" y="186"/>
                    <a:pt x="22" y="188"/>
                    <a:pt x="22" y="189"/>
                  </a:cubicBezTo>
                  <a:cubicBezTo>
                    <a:pt x="22" y="189"/>
                    <a:pt x="22" y="189"/>
                    <a:pt x="22" y="189"/>
                  </a:cubicBezTo>
                  <a:cubicBezTo>
                    <a:pt x="22" y="191"/>
                    <a:pt x="20" y="193"/>
                    <a:pt x="17" y="194"/>
                  </a:cubicBezTo>
                  <a:cubicBezTo>
                    <a:pt x="14" y="196"/>
                    <a:pt x="12" y="197"/>
                    <a:pt x="10" y="199"/>
                  </a:cubicBezTo>
                  <a:cubicBezTo>
                    <a:pt x="10" y="199"/>
                    <a:pt x="10" y="199"/>
                    <a:pt x="10" y="199"/>
                  </a:cubicBezTo>
                  <a:cubicBezTo>
                    <a:pt x="10" y="199"/>
                    <a:pt x="10" y="199"/>
                    <a:pt x="10" y="199"/>
                  </a:cubicBezTo>
                  <a:cubicBezTo>
                    <a:pt x="10" y="199"/>
                    <a:pt x="10" y="199"/>
                    <a:pt x="10" y="199"/>
                  </a:cubicBezTo>
                  <a:cubicBezTo>
                    <a:pt x="10" y="200"/>
                    <a:pt x="10" y="200"/>
                    <a:pt x="10" y="200"/>
                  </a:cubicBezTo>
                  <a:cubicBezTo>
                    <a:pt x="10" y="201"/>
                    <a:pt x="10" y="201"/>
                    <a:pt x="10" y="201"/>
                  </a:cubicBezTo>
                  <a:cubicBezTo>
                    <a:pt x="11" y="202"/>
                    <a:pt x="11" y="202"/>
                    <a:pt x="12" y="202"/>
                  </a:cubicBezTo>
                  <a:cubicBezTo>
                    <a:pt x="20" y="196"/>
                    <a:pt x="32" y="198"/>
                    <a:pt x="45" y="201"/>
                  </a:cubicBezTo>
                  <a:cubicBezTo>
                    <a:pt x="52" y="202"/>
                    <a:pt x="59" y="203"/>
                    <a:pt x="64" y="203"/>
                  </a:cubicBezTo>
                  <a:cubicBezTo>
                    <a:pt x="73" y="203"/>
                    <a:pt x="83" y="207"/>
                    <a:pt x="94" y="212"/>
                  </a:cubicBezTo>
                  <a:cubicBezTo>
                    <a:pt x="102" y="216"/>
                    <a:pt x="110" y="219"/>
                    <a:pt x="116" y="220"/>
                  </a:cubicBezTo>
                  <a:cubicBezTo>
                    <a:pt x="139" y="223"/>
                    <a:pt x="149" y="227"/>
                    <a:pt x="160" y="232"/>
                  </a:cubicBezTo>
                  <a:cubicBezTo>
                    <a:pt x="168" y="235"/>
                    <a:pt x="176" y="238"/>
                    <a:pt x="190" y="241"/>
                  </a:cubicBezTo>
                  <a:cubicBezTo>
                    <a:pt x="200" y="243"/>
                    <a:pt x="209" y="244"/>
                    <a:pt x="218" y="245"/>
                  </a:cubicBezTo>
                  <a:cubicBezTo>
                    <a:pt x="238" y="247"/>
                    <a:pt x="258" y="249"/>
                    <a:pt x="280" y="261"/>
                  </a:cubicBezTo>
                  <a:cubicBezTo>
                    <a:pt x="299" y="273"/>
                    <a:pt x="325" y="279"/>
                    <a:pt x="345" y="284"/>
                  </a:cubicBezTo>
                  <a:cubicBezTo>
                    <a:pt x="366" y="288"/>
                    <a:pt x="366" y="288"/>
                    <a:pt x="366" y="288"/>
                  </a:cubicBezTo>
                  <a:cubicBezTo>
                    <a:pt x="378" y="290"/>
                    <a:pt x="389" y="292"/>
                    <a:pt x="400" y="297"/>
                  </a:cubicBezTo>
                  <a:cubicBezTo>
                    <a:pt x="400" y="297"/>
                    <a:pt x="401" y="297"/>
                    <a:pt x="401" y="297"/>
                  </a:cubicBezTo>
                  <a:cubicBezTo>
                    <a:pt x="402" y="296"/>
                    <a:pt x="402" y="295"/>
                    <a:pt x="402" y="295"/>
                  </a:cubicBezTo>
                  <a:cubicBezTo>
                    <a:pt x="396" y="279"/>
                    <a:pt x="396" y="279"/>
                    <a:pt x="396" y="279"/>
                  </a:cubicBezTo>
                  <a:cubicBezTo>
                    <a:pt x="396" y="278"/>
                    <a:pt x="395" y="278"/>
                    <a:pt x="395" y="278"/>
                  </a:cubicBezTo>
                  <a:cubicBezTo>
                    <a:pt x="394" y="278"/>
                    <a:pt x="375" y="276"/>
                    <a:pt x="355" y="264"/>
                  </a:cubicBezTo>
                  <a:cubicBezTo>
                    <a:pt x="344" y="258"/>
                    <a:pt x="338" y="252"/>
                    <a:pt x="333" y="248"/>
                  </a:cubicBezTo>
                  <a:cubicBezTo>
                    <a:pt x="330" y="245"/>
                    <a:pt x="327" y="243"/>
                    <a:pt x="325" y="243"/>
                  </a:cubicBezTo>
                  <a:cubicBezTo>
                    <a:pt x="320" y="243"/>
                    <a:pt x="320" y="243"/>
                    <a:pt x="320" y="243"/>
                  </a:cubicBezTo>
                  <a:cubicBezTo>
                    <a:pt x="313" y="244"/>
                    <a:pt x="300" y="245"/>
                    <a:pt x="272" y="228"/>
                  </a:cubicBezTo>
                  <a:cubicBezTo>
                    <a:pt x="250" y="215"/>
                    <a:pt x="234" y="218"/>
                    <a:pt x="220" y="221"/>
                  </a:cubicBezTo>
                  <a:cubicBezTo>
                    <a:pt x="211" y="222"/>
                    <a:pt x="203" y="224"/>
                    <a:pt x="197" y="219"/>
                  </a:cubicBezTo>
                  <a:cubicBezTo>
                    <a:pt x="187" y="211"/>
                    <a:pt x="183" y="197"/>
                    <a:pt x="183" y="183"/>
                  </a:cubicBezTo>
                  <a:cubicBezTo>
                    <a:pt x="183" y="175"/>
                    <a:pt x="184" y="168"/>
                    <a:pt x="186" y="160"/>
                  </a:cubicBezTo>
                  <a:cubicBezTo>
                    <a:pt x="188" y="151"/>
                    <a:pt x="188" y="151"/>
                    <a:pt x="188" y="151"/>
                  </a:cubicBezTo>
                  <a:cubicBezTo>
                    <a:pt x="191" y="141"/>
                    <a:pt x="195" y="127"/>
                    <a:pt x="198" y="116"/>
                  </a:cubicBezTo>
                  <a:cubicBezTo>
                    <a:pt x="198" y="116"/>
                    <a:pt x="198" y="116"/>
                    <a:pt x="198" y="116"/>
                  </a:cubicBezTo>
                  <a:cubicBezTo>
                    <a:pt x="198" y="116"/>
                    <a:pt x="198" y="116"/>
                    <a:pt x="198" y="116"/>
                  </a:cubicBezTo>
                  <a:cubicBezTo>
                    <a:pt x="196" y="112"/>
                    <a:pt x="196" y="107"/>
                    <a:pt x="196" y="102"/>
                  </a:cubicBezTo>
                  <a:cubicBezTo>
                    <a:pt x="196" y="96"/>
                    <a:pt x="196" y="91"/>
                    <a:pt x="197" y="85"/>
                  </a:cubicBezTo>
                  <a:cubicBezTo>
                    <a:pt x="198" y="79"/>
                    <a:pt x="198" y="73"/>
                    <a:pt x="198" y="69"/>
                  </a:cubicBezTo>
                  <a:cubicBezTo>
                    <a:pt x="198" y="66"/>
                    <a:pt x="198" y="64"/>
                    <a:pt x="198" y="63"/>
                  </a:cubicBezTo>
                  <a:cubicBezTo>
                    <a:pt x="197" y="56"/>
                    <a:pt x="197" y="49"/>
                    <a:pt x="197" y="41"/>
                  </a:cubicBezTo>
                  <a:cubicBezTo>
                    <a:pt x="197" y="25"/>
                    <a:pt x="198" y="9"/>
                    <a:pt x="202" y="4"/>
                  </a:cubicBezTo>
                  <a:cubicBezTo>
                    <a:pt x="203" y="4"/>
                    <a:pt x="204" y="3"/>
                    <a:pt x="205" y="3"/>
                  </a:cubicBezTo>
                  <a:cubicBezTo>
                    <a:pt x="205" y="3"/>
                    <a:pt x="206" y="2"/>
                    <a:pt x="206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0"/>
                    <a:pt x="205" y="0"/>
                    <a:pt x="204" y="0"/>
                  </a:cubicBezTo>
                  <a:cubicBezTo>
                    <a:pt x="204" y="0"/>
                    <a:pt x="204" y="0"/>
                    <a:pt x="204" y="0"/>
                  </a:cubicBezTo>
                  <a:close/>
                  <a:moveTo>
                    <a:pt x="182" y="74"/>
                  </a:moveTo>
                  <a:cubicBezTo>
                    <a:pt x="182" y="68"/>
                    <a:pt x="183" y="61"/>
                    <a:pt x="186" y="50"/>
                  </a:cubicBezTo>
                  <a:cubicBezTo>
                    <a:pt x="189" y="37"/>
                    <a:pt x="189" y="37"/>
                    <a:pt x="189" y="37"/>
                  </a:cubicBezTo>
                  <a:cubicBezTo>
                    <a:pt x="191" y="28"/>
                    <a:pt x="193" y="19"/>
                    <a:pt x="196" y="13"/>
                  </a:cubicBezTo>
                  <a:cubicBezTo>
                    <a:pt x="194" y="21"/>
                    <a:pt x="194" y="31"/>
                    <a:pt x="194" y="41"/>
                  </a:cubicBezTo>
                  <a:cubicBezTo>
                    <a:pt x="194" y="49"/>
                    <a:pt x="194" y="57"/>
                    <a:pt x="195" y="63"/>
                  </a:cubicBezTo>
                  <a:cubicBezTo>
                    <a:pt x="195" y="65"/>
                    <a:pt x="195" y="67"/>
                    <a:pt x="195" y="69"/>
                  </a:cubicBezTo>
                  <a:cubicBezTo>
                    <a:pt x="195" y="73"/>
                    <a:pt x="195" y="79"/>
                    <a:pt x="194" y="84"/>
                  </a:cubicBezTo>
                  <a:cubicBezTo>
                    <a:pt x="193" y="90"/>
                    <a:pt x="193" y="96"/>
                    <a:pt x="193" y="102"/>
                  </a:cubicBezTo>
                  <a:cubicBezTo>
                    <a:pt x="193" y="107"/>
                    <a:pt x="193" y="112"/>
                    <a:pt x="195" y="116"/>
                  </a:cubicBezTo>
                  <a:cubicBezTo>
                    <a:pt x="193" y="127"/>
                    <a:pt x="189" y="140"/>
                    <a:pt x="186" y="150"/>
                  </a:cubicBezTo>
                  <a:cubicBezTo>
                    <a:pt x="183" y="160"/>
                    <a:pt x="183" y="160"/>
                    <a:pt x="183" y="160"/>
                  </a:cubicBezTo>
                  <a:cubicBezTo>
                    <a:pt x="181" y="167"/>
                    <a:pt x="180" y="175"/>
                    <a:pt x="180" y="183"/>
                  </a:cubicBezTo>
                  <a:cubicBezTo>
                    <a:pt x="180" y="198"/>
                    <a:pt x="184" y="213"/>
                    <a:pt x="195" y="221"/>
                  </a:cubicBezTo>
                  <a:cubicBezTo>
                    <a:pt x="203" y="227"/>
                    <a:pt x="211" y="225"/>
                    <a:pt x="221" y="223"/>
                  </a:cubicBezTo>
                  <a:cubicBezTo>
                    <a:pt x="234" y="221"/>
                    <a:pt x="250" y="218"/>
                    <a:pt x="270" y="231"/>
                  </a:cubicBezTo>
                  <a:cubicBezTo>
                    <a:pt x="299" y="248"/>
                    <a:pt x="313" y="247"/>
                    <a:pt x="320" y="246"/>
                  </a:cubicBezTo>
                  <a:cubicBezTo>
                    <a:pt x="324" y="246"/>
                    <a:pt x="324" y="246"/>
                    <a:pt x="324" y="246"/>
                  </a:cubicBezTo>
                  <a:cubicBezTo>
                    <a:pt x="326" y="246"/>
                    <a:pt x="328" y="248"/>
                    <a:pt x="332" y="251"/>
                  </a:cubicBezTo>
                  <a:cubicBezTo>
                    <a:pt x="336" y="254"/>
                    <a:pt x="342" y="260"/>
                    <a:pt x="354" y="267"/>
                  </a:cubicBezTo>
                  <a:cubicBezTo>
                    <a:pt x="372" y="278"/>
                    <a:pt x="389" y="280"/>
                    <a:pt x="393" y="281"/>
                  </a:cubicBezTo>
                  <a:cubicBezTo>
                    <a:pt x="394" y="282"/>
                    <a:pt x="397" y="289"/>
                    <a:pt x="398" y="293"/>
                  </a:cubicBezTo>
                  <a:cubicBezTo>
                    <a:pt x="388" y="289"/>
                    <a:pt x="377" y="287"/>
                    <a:pt x="366" y="285"/>
                  </a:cubicBezTo>
                  <a:cubicBezTo>
                    <a:pt x="346" y="281"/>
                    <a:pt x="346" y="281"/>
                    <a:pt x="346" y="281"/>
                  </a:cubicBezTo>
                  <a:cubicBezTo>
                    <a:pt x="327" y="277"/>
                    <a:pt x="301" y="270"/>
                    <a:pt x="281" y="259"/>
                  </a:cubicBezTo>
                  <a:cubicBezTo>
                    <a:pt x="258" y="246"/>
                    <a:pt x="239" y="244"/>
                    <a:pt x="218" y="242"/>
                  </a:cubicBezTo>
                  <a:cubicBezTo>
                    <a:pt x="209" y="241"/>
                    <a:pt x="200" y="240"/>
                    <a:pt x="191" y="238"/>
                  </a:cubicBezTo>
                  <a:cubicBezTo>
                    <a:pt x="177" y="235"/>
                    <a:pt x="169" y="232"/>
                    <a:pt x="161" y="229"/>
                  </a:cubicBezTo>
                  <a:cubicBezTo>
                    <a:pt x="150" y="225"/>
                    <a:pt x="140" y="220"/>
                    <a:pt x="116" y="217"/>
                  </a:cubicBezTo>
                  <a:cubicBezTo>
                    <a:pt x="111" y="217"/>
                    <a:pt x="103" y="213"/>
                    <a:pt x="95" y="209"/>
                  </a:cubicBezTo>
                  <a:cubicBezTo>
                    <a:pt x="84" y="205"/>
                    <a:pt x="73" y="200"/>
                    <a:pt x="64" y="200"/>
                  </a:cubicBezTo>
                  <a:cubicBezTo>
                    <a:pt x="59" y="200"/>
                    <a:pt x="52" y="199"/>
                    <a:pt x="45" y="198"/>
                  </a:cubicBezTo>
                  <a:cubicBezTo>
                    <a:pt x="37" y="196"/>
                    <a:pt x="28" y="195"/>
                    <a:pt x="20" y="196"/>
                  </a:cubicBezTo>
                  <a:cubicBezTo>
                    <a:pt x="23" y="194"/>
                    <a:pt x="25" y="192"/>
                    <a:pt x="25" y="189"/>
                  </a:cubicBezTo>
                  <a:cubicBezTo>
                    <a:pt x="25" y="189"/>
                    <a:pt x="25" y="189"/>
                    <a:pt x="25" y="189"/>
                  </a:cubicBezTo>
                  <a:cubicBezTo>
                    <a:pt x="25" y="187"/>
                    <a:pt x="23" y="185"/>
                    <a:pt x="19" y="183"/>
                  </a:cubicBezTo>
                  <a:cubicBezTo>
                    <a:pt x="20" y="183"/>
                    <a:pt x="20" y="183"/>
                    <a:pt x="20" y="183"/>
                  </a:cubicBezTo>
                  <a:cubicBezTo>
                    <a:pt x="25" y="183"/>
                    <a:pt x="25" y="183"/>
                    <a:pt x="25" y="183"/>
                  </a:cubicBezTo>
                  <a:cubicBezTo>
                    <a:pt x="32" y="183"/>
                    <a:pt x="38" y="183"/>
                    <a:pt x="45" y="184"/>
                  </a:cubicBezTo>
                  <a:cubicBezTo>
                    <a:pt x="70" y="190"/>
                    <a:pt x="70" y="190"/>
                    <a:pt x="70" y="190"/>
                  </a:cubicBezTo>
                  <a:cubicBezTo>
                    <a:pt x="83" y="194"/>
                    <a:pt x="83" y="194"/>
                    <a:pt x="83" y="194"/>
                  </a:cubicBezTo>
                  <a:cubicBezTo>
                    <a:pt x="88" y="195"/>
                    <a:pt x="95" y="198"/>
                    <a:pt x="102" y="202"/>
                  </a:cubicBezTo>
                  <a:cubicBezTo>
                    <a:pt x="116" y="208"/>
                    <a:pt x="132" y="216"/>
                    <a:pt x="145" y="210"/>
                  </a:cubicBezTo>
                  <a:cubicBezTo>
                    <a:pt x="163" y="203"/>
                    <a:pt x="163" y="192"/>
                    <a:pt x="164" y="179"/>
                  </a:cubicBezTo>
                  <a:cubicBezTo>
                    <a:pt x="164" y="174"/>
                    <a:pt x="164" y="169"/>
                    <a:pt x="166" y="163"/>
                  </a:cubicBezTo>
                  <a:cubicBezTo>
                    <a:pt x="167" y="158"/>
                    <a:pt x="167" y="158"/>
                    <a:pt x="167" y="158"/>
                  </a:cubicBezTo>
                  <a:cubicBezTo>
                    <a:pt x="170" y="148"/>
                    <a:pt x="173" y="136"/>
                    <a:pt x="173" y="124"/>
                  </a:cubicBezTo>
                  <a:cubicBezTo>
                    <a:pt x="173" y="118"/>
                    <a:pt x="172" y="111"/>
                    <a:pt x="169" y="106"/>
                  </a:cubicBezTo>
                  <a:cubicBezTo>
                    <a:pt x="182" y="90"/>
                    <a:pt x="182" y="83"/>
                    <a:pt x="182" y="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5" name="Freeform 115">
              <a:extLst>
                <a:ext uri="{FF2B5EF4-FFF2-40B4-BE49-F238E27FC236}">
                  <a16:creationId xmlns:a16="http://schemas.microsoft.com/office/drawing/2014/main" id="{B5F0E2F8-6B44-403D-B843-02B5D4DD4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948"/>
              <a:ext cx="1169" cy="938"/>
            </a:xfrm>
            <a:custGeom>
              <a:avLst/>
              <a:gdLst>
                <a:gd name="T0" fmla="*/ 4720 w 395"/>
                <a:gd name="T1" fmla="*/ 218 h 297"/>
                <a:gd name="T2" fmla="*/ 4720 w 395"/>
                <a:gd name="T3" fmla="*/ 218 h 297"/>
                <a:gd name="T4" fmla="*/ 4667 w 395"/>
                <a:gd name="T5" fmla="*/ 250 h 297"/>
                <a:gd name="T6" fmla="*/ 4720 w 395"/>
                <a:gd name="T7" fmla="*/ 319 h 297"/>
                <a:gd name="T8" fmla="*/ 5158 w 395"/>
                <a:gd name="T9" fmla="*/ 1169 h 297"/>
                <a:gd name="T10" fmla="*/ 5002 w 395"/>
                <a:gd name="T11" fmla="*/ 3941 h 297"/>
                <a:gd name="T12" fmla="*/ 5028 w 395"/>
                <a:gd name="T13" fmla="*/ 4030 h 297"/>
                <a:gd name="T14" fmla="*/ 5833 w 395"/>
                <a:gd name="T15" fmla="*/ 4889 h 297"/>
                <a:gd name="T16" fmla="*/ 4774 w 395"/>
                <a:gd name="T17" fmla="*/ 6932 h 297"/>
                <a:gd name="T18" fmla="*/ 2276 w 395"/>
                <a:gd name="T19" fmla="*/ 7561 h 297"/>
                <a:gd name="T20" fmla="*/ 1734 w 395"/>
                <a:gd name="T21" fmla="*/ 7750 h 297"/>
                <a:gd name="T22" fmla="*/ 290 w 395"/>
                <a:gd name="T23" fmla="*/ 8846 h 297"/>
                <a:gd name="T24" fmla="*/ 290 w 395"/>
                <a:gd name="T25" fmla="*/ 8947 h 297"/>
                <a:gd name="T26" fmla="*/ 1814 w 395"/>
                <a:gd name="T27" fmla="*/ 7779 h 297"/>
                <a:gd name="T28" fmla="*/ 2234 w 395"/>
                <a:gd name="T29" fmla="*/ 7621 h 297"/>
                <a:gd name="T30" fmla="*/ 4800 w 395"/>
                <a:gd name="T31" fmla="*/ 7021 h 297"/>
                <a:gd name="T32" fmla="*/ 5886 w 395"/>
                <a:gd name="T33" fmla="*/ 4848 h 297"/>
                <a:gd name="T34" fmla="*/ 5158 w 395"/>
                <a:gd name="T35" fmla="*/ 3941 h 297"/>
                <a:gd name="T36" fmla="*/ 5315 w 395"/>
                <a:gd name="T37" fmla="*/ 1705 h 297"/>
                <a:gd name="T38" fmla="*/ 5002 w 395"/>
                <a:gd name="T39" fmla="*/ 379 h 297"/>
                <a:gd name="T40" fmla="*/ 5440 w 395"/>
                <a:gd name="T41" fmla="*/ 568 h 297"/>
                <a:gd name="T42" fmla="*/ 5703 w 395"/>
                <a:gd name="T43" fmla="*/ 1664 h 297"/>
                <a:gd name="T44" fmla="*/ 6324 w 395"/>
                <a:gd name="T45" fmla="*/ 3840 h 297"/>
                <a:gd name="T46" fmla="*/ 6218 w 395"/>
                <a:gd name="T47" fmla="*/ 4816 h 297"/>
                <a:gd name="T48" fmla="*/ 6378 w 395"/>
                <a:gd name="T49" fmla="*/ 5546 h 297"/>
                <a:gd name="T50" fmla="*/ 6351 w 395"/>
                <a:gd name="T51" fmla="*/ 5953 h 297"/>
                <a:gd name="T52" fmla="*/ 7804 w 395"/>
                <a:gd name="T53" fmla="*/ 6932 h 297"/>
                <a:gd name="T54" fmla="*/ 9127 w 395"/>
                <a:gd name="T55" fmla="*/ 7182 h 297"/>
                <a:gd name="T56" fmla="*/ 10053 w 395"/>
                <a:gd name="T57" fmla="*/ 7621 h 297"/>
                <a:gd name="T58" fmla="*/ 9302 w 395"/>
                <a:gd name="T59" fmla="*/ 7529 h 297"/>
                <a:gd name="T60" fmla="*/ 8269 w 395"/>
                <a:gd name="T61" fmla="*/ 7371 h 297"/>
                <a:gd name="T62" fmla="*/ 6191 w 395"/>
                <a:gd name="T63" fmla="*/ 7431 h 297"/>
                <a:gd name="T64" fmla="*/ 4868 w 395"/>
                <a:gd name="T65" fmla="*/ 7719 h 297"/>
                <a:gd name="T66" fmla="*/ 3134 w 395"/>
                <a:gd name="T67" fmla="*/ 8319 h 297"/>
                <a:gd name="T68" fmla="*/ 885 w 395"/>
                <a:gd name="T69" fmla="*/ 9165 h 297"/>
                <a:gd name="T70" fmla="*/ 27 w 395"/>
                <a:gd name="T71" fmla="*/ 9295 h 297"/>
                <a:gd name="T72" fmla="*/ 858 w 395"/>
                <a:gd name="T73" fmla="*/ 9266 h 297"/>
                <a:gd name="T74" fmla="*/ 3161 w 395"/>
                <a:gd name="T75" fmla="*/ 8407 h 297"/>
                <a:gd name="T76" fmla="*/ 4895 w 395"/>
                <a:gd name="T77" fmla="*/ 7810 h 297"/>
                <a:gd name="T78" fmla="*/ 6191 w 395"/>
                <a:gd name="T79" fmla="*/ 7529 h 297"/>
                <a:gd name="T80" fmla="*/ 8242 w 395"/>
                <a:gd name="T81" fmla="*/ 7472 h 297"/>
                <a:gd name="T82" fmla="*/ 9302 w 395"/>
                <a:gd name="T83" fmla="*/ 7621 h 297"/>
                <a:gd name="T84" fmla="*/ 10187 w 395"/>
                <a:gd name="T85" fmla="*/ 8000 h 297"/>
                <a:gd name="T86" fmla="*/ 10107 w 395"/>
                <a:gd name="T87" fmla="*/ 7561 h 297"/>
                <a:gd name="T88" fmla="*/ 10030 w 395"/>
                <a:gd name="T89" fmla="*/ 7371 h 297"/>
                <a:gd name="T90" fmla="*/ 8609 w 395"/>
                <a:gd name="T91" fmla="*/ 6961 h 297"/>
                <a:gd name="T92" fmla="*/ 6813 w 395"/>
                <a:gd name="T93" fmla="*/ 6642 h 297"/>
                <a:gd name="T94" fmla="*/ 6401 w 395"/>
                <a:gd name="T95" fmla="*/ 5167 h 297"/>
                <a:gd name="T96" fmla="*/ 6401 w 395"/>
                <a:gd name="T97" fmla="*/ 3869 h 297"/>
                <a:gd name="T98" fmla="*/ 6401 w 395"/>
                <a:gd name="T99" fmla="*/ 3809 h 297"/>
                <a:gd name="T100" fmla="*/ 5780 w 395"/>
                <a:gd name="T101" fmla="*/ 1636 h 297"/>
                <a:gd name="T102" fmla="*/ 5703 w 395"/>
                <a:gd name="T103" fmla="*/ 88 h 297"/>
                <a:gd name="T104" fmla="*/ 5650 w 395"/>
                <a:gd name="T105" fmla="*/ 28 h 2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95" h="297">
                  <a:moveTo>
                    <a:pt x="218" y="1"/>
                  </a:moveTo>
                  <a:cubicBezTo>
                    <a:pt x="208" y="9"/>
                    <a:pt x="195" y="11"/>
                    <a:pt x="182" y="7"/>
                  </a:cubicBezTo>
                  <a:cubicBezTo>
                    <a:pt x="182" y="7"/>
                    <a:pt x="182" y="7"/>
                    <a:pt x="182" y="7"/>
                  </a:cubicBezTo>
                  <a:cubicBezTo>
                    <a:pt x="182" y="7"/>
                    <a:pt x="182" y="7"/>
                    <a:pt x="182" y="7"/>
                  </a:cubicBezTo>
                  <a:cubicBezTo>
                    <a:pt x="181" y="7"/>
                    <a:pt x="181" y="7"/>
                    <a:pt x="180" y="8"/>
                  </a:cubicBezTo>
                  <a:cubicBezTo>
                    <a:pt x="180" y="8"/>
                    <a:pt x="180" y="8"/>
                    <a:pt x="180" y="8"/>
                  </a:cubicBezTo>
                  <a:cubicBezTo>
                    <a:pt x="180" y="9"/>
                    <a:pt x="181" y="10"/>
                    <a:pt x="181" y="10"/>
                  </a:cubicBezTo>
                  <a:cubicBezTo>
                    <a:pt x="182" y="10"/>
                    <a:pt x="182" y="10"/>
                    <a:pt x="182" y="10"/>
                  </a:cubicBezTo>
                  <a:cubicBezTo>
                    <a:pt x="182" y="10"/>
                    <a:pt x="182" y="10"/>
                    <a:pt x="182" y="10"/>
                  </a:cubicBezTo>
                  <a:cubicBezTo>
                    <a:pt x="195" y="13"/>
                    <a:pt x="197" y="23"/>
                    <a:pt x="199" y="37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8" y="78"/>
                    <a:pt x="211" y="116"/>
                    <a:pt x="193" y="125"/>
                  </a:cubicBezTo>
                  <a:cubicBezTo>
                    <a:pt x="193" y="125"/>
                    <a:pt x="192" y="126"/>
                    <a:pt x="193" y="127"/>
                  </a:cubicBezTo>
                  <a:cubicBezTo>
                    <a:pt x="193" y="128"/>
                    <a:pt x="193" y="128"/>
                    <a:pt x="194" y="128"/>
                  </a:cubicBezTo>
                  <a:cubicBezTo>
                    <a:pt x="217" y="126"/>
                    <a:pt x="218" y="133"/>
                    <a:pt x="224" y="154"/>
                  </a:cubicBezTo>
                  <a:cubicBezTo>
                    <a:pt x="225" y="155"/>
                    <a:pt x="225" y="155"/>
                    <a:pt x="225" y="155"/>
                  </a:cubicBezTo>
                  <a:cubicBezTo>
                    <a:pt x="231" y="178"/>
                    <a:pt x="226" y="198"/>
                    <a:pt x="211" y="209"/>
                  </a:cubicBezTo>
                  <a:cubicBezTo>
                    <a:pt x="204" y="214"/>
                    <a:pt x="195" y="217"/>
                    <a:pt x="184" y="220"/>
                  </a:cubicBezTo>
                  <a:cubicBezTo>
                    <a:pt x="171" y="224"/>
                    <a:pt x="153" y="229"/>
                    <a:pt x="133" y="241"/>
                  </a:cubicBezTo>
                  <a:cubicBezTo>
                    <a:pt x="110" y="255"/>
                    <a:pt x="97" y="246"/>
                    <a:pt x="88" y="240"/>
                  </a:cubicBezTo>
                  <a:cubicBezTo>
                    <a:pt x="83" y="236"/>
                    <a:pt x="79" y="233"/>
                    <a:pt x="75" y="235"/>
                  </a:cubicBezTo>
                  <a:cubicBezTo>
                    <a:pt x="71" y="237"/>
                    <a:pt x="69" y="241"/>
                    <a:pt x="67" y="246"/>
                  </a:cubicBezTo>
                  <a:cubicBezTo>
                    <a:pt x="65" y="253"/>
                    <a:pt x="62" y="261"/>
                    <a:pt x="51" y="267"/>
                  </a:cubicBezTo>
                  <a:cubicBezTo>
                    <a:pt x="32" y="279"/>
                    <a:pt x="11" y="281"/>
                    <a:pt x="11" y="281"/>
                  </a:cubicBezTo>
                  <a:cubicBezTo>
                    <a:pt x="10" y="281"/>
                    <a:pt x="10" y="282"/>
                    <a:pt x="10" y="283"/>
                  </a:cubicBezTo>
                  <a:cubicBezTo>
                    <a:pt x="10" y="283"/>
                    <a:pt x="11" y="284"/>
                    <a:pt x="11" y="284"/>
                  </a:cubicBezTo>
                  <a:cubicBezTo>
                    <a:pt x="12" y="284"/>
                    <a:pt x="33" y="282"/>
                    <a:pt x="53" y="270"/>
                  </a:cubicBezTo>
                  <a:cubicBezTo>
                    <a:pt x="65" y="263"/>
                    <a:pt x="68" y="254"/>
                    <a:pt x="70" y="247"/>
                  </a:cubicBezTo>
                  <a:cubicBezTo>
                    <a:pt x="72" y="243"/>
                    <a:pt x="73" y="239"/>
                    <a:pt x="77" y="238"/>
                  </a:cubicBezTo>
                  <a:cubicBezTo>
                    <a:pt x="79" y="237"/>
                    <a:pt x="82" y="239"/>
                    <a:pt x="86" y="242"/>
                  </a:cubicBezTo>
                  <a:cubicBezTo>
                    <a:pt x="96" y="249"/>
                    <a:pt x="110" y="259"/>
                    <a:pt x="135" y="244"/>
                  </a:cubicBezTo>
                  <a:cubicBezTo>
                    <a:pt x="155" y="232"/>
                    <a:pt x="172" y="227"/>
                    <a:pt x="185" y="223"/>
                  </a:cubicBezTo>
                  <a:cubicBezTo>
                    <a:pt x="196" y="220"/>
                    <a:pt x="206" y="217"/>
                    <a:pt x="213" y="212"/>
                  </a:cubicBezTo>
                  <a:cubicBezTo>
                    <a:pt x="228" y="200"/>
                    <a:pt x="234" y="178"/>
                    <a:pt x="227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22" y="133"/>
                    <a:pt x="219" y="124"/>
                    <a:pt x="199" y="125"/>
                  </a:cubicBezTo>
                  <a:cubicBezTo>
                    <a:pt x="207" y="117"/>
                    <a:pt x="210" y="103"/>
                    <a:pt x="210" y="89"/>
                  </a:cubicBezTo>
                  <a:cubicBezTo>
                    <a:pt x="210" y="76"/>
                    <a:pt x="208" y="63"/>
                    <a:pt x="205" y="54"/>
                  </a:cubicBezTo>
                  <a:cubicBezTo>
                    <a:pt x="202" y="37"/>
                    <a:pt x="202" y="37"/>
                    <a:pt x="202" y="37"/>
                  </a:cubicBezTo>
                  <a:cubicBezTo>
                    <a:pt x="201" y="26"/>
                    <a:pt x="199" y="17"/>
                    <a:pt x="193" y="12"/>
                  </a:cubicBezTo>
                  <a:cubicBezTo>
                    <a:pt x="200" y="12"/>
                    <a:pt x="206" y="11"/>
                    <a:pt x="213" y="8"/>
                  </a:cubicBezTo>
                  <a:cubicBezTo>
                    <a:pt x="211" y="11"/>
                    <a:pt x="210" y="15"/>
                    <a:pt x="210" y="18"/>
                  </a:cubicBezTo>
                  <a:cubicBezTo>
                    <a:pt x="210" y="26"/>
                    <a:pt x="214" y="35"/>
                    <a:pt x="217" y="43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23" y="63"/>
                    <a:pt x="225" y="71"/>
                    <a:pt x="226" y="78"/>
                  </a:cubicBezTo>
                  <a:cubicBezTo>
                    <a:pt x="228" y="93"/>
                    <a:pt x="230" y="105"/>
                    <a:pt x="244" y="122"/>
                  </a:cubicBezTo>
                  <a:cubicBezTo>
                    <a:pt x="237" y="127"/>
                    <a:pt x="235" y="133"/>
                    <a:pt x="235" y="137"/>
                  </a:cubicBezTo>
                  <a:cubicBezTo>
                    <a:pt x="235" y="143"/>
                    <a:pt x="237" y="148"/>
                    <a:pt x="240" y="153"/>
                  </a:cubicBezTo>
                  <a:cubicBezTo>
                    <a:pt x="242" y="156"/>
                    <a:pt x="243" y="160"/>
                    <a:pt x="245" y="165"/>
                  </a:cubicBezTo>
                  <a:cubicBezTo>
                    <a:pt x="246" y="169"/>
                    <a:pt x="246" y="173"/>
                    <a:pt x="246" y="176"/>
                  </a:cubicBezTo>
                  <a:cubicBezTo>
                    <a:pt x="246" y="179"/>
                    <a:pt x="246" y="181"/>
                    <a:pt x="246" y="183"/>
                  </a:cubicBezTo>
                  <a:cubicBezTo>
                    <a:pt x="246" y="185"/>
                    <a:pt x="245" y="187"/>
                    <a:pt x="245" y="189"/>
                  </a:cubicBezTo>
                  <a:cubicBezTo>
                    <a:pt x="245" y="199"/>
                    <a:pt x="248" y="207"/>
                    <a:pt x="261" y="213"/>
                  </a:cubicBezTo>
                  <a:cubicBezTo>
                    <a:pt x="272" y="218"/>
                    <a:pt x="287" y="219"/>
                    <a:pt x="301" y="220"/>
                  </a:cubicBezTo>
                  <a:cubicBezTo>
                    <a:pt x="312" y="221"/>
                    <a:pt x="323" y="222"/>
                    <a:pt x="332" y="224"/>
                  </a:cubicBezTo>
                  <a:cubicBezTo>
                    <a:pt x="352" y="228"/>
                    <a:pt x="352" y="228"/>
                    <a:pt x="352" y="228"/>
                  </a:cubicBezTo>
                  <a:cubicBezTo>
                    <a:pt x="364" y="231"/>
                    <a:pt x="376" y="233"/>
                    <a:pt x="385" y="237"/>
                  </a:cubicBezTo>
                  <a:cubicBezTo>
                    <a:pt x="386" y="238"/>
                    <a:pt x="388" y="242"/>
                    <a:pt x="388" y="242"/>
                  </a:cubicBezTo>
                  <a:cubicBezTo>
                    <a:pt x="389" y="244"/>
                    <a:pt x="390" y="245"/>
                    <a:pt x="390" y="247"/>
                  </a:cubicBezTo>
                  <a:cubicBezTo>
                    <a:pt x="382" y="238"/>
                    <a:pt x="371" y="238"/>
                    <a:pt x="359" y="239"/>
                  </a:cubicBezTo>
                  <a:cubicBezTo>
                    <a:pt x="348" y="239"/>
                    <a:pt x="348" y="239"/>
                    <a:pt x="348" y="239"/>
                  </a:cubicBezTo>
                  <a:cubicBezTo>
                    <a:pt x="336" y="239"/>
                    <a:pt x="328" y="236"/>
                    <a:pt x="319" y="234"/>
                  </a:cubicBezTo>
                  <a:cubicBezTo>
                    <a:pt x="310" y="231"/>
                    <a:pt x="310" y="231"/>
                    <a:pt x="310" y="231"/>
                  </a:cubicBezTo>
                  <a:cubicBezTo>
                    <a:pt x="284" y="225"/>
                    <a:pt x="262" y="230"/>
                    <a:pt x="239" y="236"/>
                  </a:cubicBezTo>
                  <a:cubicBezTo>
                    <a:pt x="216" y="241"/>
                    <a:pt x="216" y="241"/>
                    <a:pt x="216" y="241"/>
                  </a:cubicBezTo>
                  <a:cubicBezTo>
                    <a:pt x="206" y="243"/>
                    <a:pt x="197" y="244"/>
                    <a:pt x="188" y="245"/>
                  </a:cubicBezTo>
                  <a:cubicBezTo>
                    <a:pt x="167" y="247"/>
                    <a:pt x="148" y="249"/>
                    <a:pt x="125" y="262"/>
                  </a:cubicBezTo>
                  <a:cubicBezTo>
                    <a:pt x="121" y="264"/>
                    <a:pt x="121" y="264"/>
                    <a:pt x="121" y="264"/>
                  </a:cubicBezTo>
                  <a:cubicBezTo>
                    <a:pt x="102" y="275"/>
                    <a:pt x="81" y="287"/>
                    <a:pt x="62" y="291"/>
                  </a:cubicBezTo>
                  <a:cubicBezTo>
                    <a:pt x="53" y="294"/>
                    <a:pt x="43" y="293"/>
                    <a:pt x="34" y="291"/>
                  </a:cubicBezTo>
                  <a:cubicBezTo>
                    <a:pt x="22" y="290"/>
                    <a:pt x="11" y="289"/>
                    <a:pt x="1" y="293"/>
                  </a:cubicBezTo>
                  <a:cubicBezTo>
                    <a:pt x="1" y="293"/>
                    <a:pt x="0" y="294"/>
                    <a:pt x="1" y="295"/>
                  </a:cubicBezTo>
                  <a:cubicBezTo>
                    <a:pt x="1" y="296"/>
                    <a:pt x="2" y="296"/>
                    <a:pt x="3" y="296"/>
                  </a:cubicBezTo>
                  <a:cubicBezTo>
                    <a:pt x="11" y="292"/>
                    <a:pt x="22" y="293"/>
                    <a:pt x="33" y="294"/>
                  </a:cubicBezTo>
                  <a:cubicBezTo>
                    <a:pt x="43" y="296"/>
                    <a:pt x="53" y="297"/>
                    <a:pt x="63" y="294"/>
                  </a:cubicBezTo>
                  <a:cubicBezTo>
                    <a:pt x="82" y="290"/>
                    <a:pt x="104" y="278"/>
                    <a:pt x="122" y="267"/>
                  </a:cubicBezTo>
                  <a:cubicBezTo>
                    <a:pt x="127" y="264"/>
                    <a:pt x="127" y="264"/>
                    <a:pt x="127" y="264"/>
                  </a:cubicBezTo>
                  <a:cubicBezTo>
                    <a:pt x="149" y="252"/>
                    <a:pt x="168" y="250"/>
                    <a:pt x="189" y="248"/>
                  </a:cubicBezTo>
                  <a:cubicBezTo>
                    <a:pt x="197" y="247"/>
                    <a:pt x="206" y="246"/>
                    <a:pt x="216" y="244"/>
                  </a:cubicBezTo>
                  <a:cubicBezTo>
                    <a:pt x="239" y="239"/>
                    <a:pt x="239" y="239"/>
                    <a:pt x="239" y="239"/>
                  </a:cubicBezTo>
                  <a:cubicBezTo>
                    <a:pt x="262" y="233"/>
                    <a:pt x="284" y="228"/>
                    <a:pt x="309" y="234"/>
                  </a:cubicBezTo>
                  <a:cubicBezTo>
                    <a:pt x="318" y="237"/>
                    <a:pt x="318" y="237"/>
                    <a:pt x="318" y="237"/>
                  </a:cubicBezTo>
                  <a:cubicBezTo>
                    <a:pt x="328" y="239"/>
                    <a:pt x="336" y="242"/>
                    <a:pt x="348" y="242"/>
                  </a:cubicBezTo>
                  <a:cubicBezTo>
                    <a:pt x="359" y="242"/>
                    <a:pt x="359" y="242"/>
                    <a:pt x="359" y="242"/>
                  </a:cubicBezTo>
                  <a:cubicBezTo>
                    <a:pt x="373" y="241"/>
                    <a:pt x="384" y="241"/>
                    <a:pt x="392" y="253"/>
                  </a:cubicBezTo>
                  <a:cubicBezTo>
                    <a:pt x="392" y="254"/>
                    <a:pt x="393" y="254"/>
                    <a:pt x="393" y="254"/>
                  </a:cubicBezTo>
                  <a:cubicBezTo>
                    <a:pt x="394" y="254"/>
                    <a:pt x="394" y="253"/>
                    <a:pt x="394" y="252"/>
                  </a:cubicBezTo>
                  <a:cubicBezTo>
                    <a:pt x="395" y="247"/>
                    <a:pt x="392" y="244"/>
                    <a:pt x="390" y="240"/>
                  </a:cubicBezTo>
                  <a:cubicBezTo>
                    <a:pt x="387" y="235"/>
                    <a:pt x="387" y="235"/>
                    <a:pt x="387" y="235"/>
                  </a:cubicBezTo>
                  <a:cubicBezTo>
                    <a:pt x="387" y="234"/>
                    <a:pt x="387" y="234"/>
                    <a:pt x="387" y="234"/>
                  </a:cubicBezTo>
                  <a:cubicBezTo>
                    <a:pt x="377" y="230"/>
                    <a:pt x="365" y="228"/>
                    <a:pt x="353" y="225"/>
                  </a:cubicBezTo>
                  <a:cubicBezTo>
                    <a:pt x="332" y="221"/>
                    <a:pt x="332" y="221"/>
                    <a:pt x="332" y="221"/>
                  </a:cubicBezTo>
                  <a:cubicBezTo>
                    <a:pt x="323" y="219"/>
                    <a:pt x="312" y="218"/>
                    <a:pt x="302" y="217"/>
                  </a:cubicBezTo>
                  <a:cubicBezTo>
                    <a:pt x="288" y="216"/>
                    <a:pt x="273" y="215"/>
                    <a:pt x="263" y="211"/>
                  </a:cubicBezTo>
                  <a:cubicBezTo>
                    <a:pt x="248" y="204"/>
                    <a:pt x="248" y="195"/>
                    <a:pt x="249" y="183"/>
                  </a:cubicBezTo>
                  <a:cubicBezTo>
                    <a:pt x="249" y="177"/>
                    <a:pt x="249" y="171"/>
                    <a:pt x="247" y="164"/>
                  </a:cubicBezTo>
                  <a:cubicBezTo>
                    <a:pt x="246" y="159"/>
                    <a:pt x="244" y="155"/>
                    <a:pt x="242" y="151"/>
                  </a:cubicBezTo>
                  <a:cubicBezTo>
                    <a:pt x="237" y="141"/>
                    <a:pt x="234" y="134"/>
                    <a:pt x="247" y="123"/>
                  </a:cubicBezTo>
                  <a:cubicBezTo>
                    <a:pt x="247" y="123"/>
                    <a:pt x="247" y="123"/>
                    <a:pt x="247" y="122"/>
                  </a:cubicBezTo>
                  <a:cubicBezTo>
                    <a:pt x="247" y="122"/>
                    <a:pt x="247" y="121"/>
                    <a:pt x="247" y="121"/>
                  </a:cubicBezTo>
                  <a:cubicBezTo>
                    <a:pt x="232" y="105"/>
                    <a:pt x="231" y="93"/>
                    <a:pt x="229" y="78"/>
                  </a:cubicBezTo>
                  <a:cubicBezTo>
                    <a:pt x="228" y="70"/>
                    <a:pt x="226" y="62"/>
                    <a:pt x="223" y="52"/>
                  </a:cubicBezTo>
                  <a:cubicBezTo>
                    <a:pt x="219" y="42"/>
                    <a:pt x="219" y="42"/>
                    <a:pt x="219" y="42"/>
                  </a:cubicBezTo>
                  <a:cubicBezTo>
                    <a:pt x="214" y="28"/>
                    <a:pt x="208" y="13"/>
                    <a:pt x="220" y="3"/>
                  </a:cubicBezTo>
                  <a:cubicBezTo>
                    <a:pt x="221" y="3"/>
                    <a:pt x="221" y="2"/>
                    <a:pt x="220" y="1"/>
                  </a:cubicBezTo>
                  <a:cubicBezTo>
                    <a:pt x="220" y="1"/>
                    <a:pt x="219" y="0"/>
                    <a:pt x="2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6" name="Freeform 116">
              <a:extLst>
                <a:ext uri="{FF2B5EF4-FFF2-40B4-BE49-F238E27FC236}">
                  <a16:creationId xmlns:a16="http://schemas.microsoft.com/office/drawing/2014/main" id="{0CAC4E44-6F9E-4A1B-85A3-0C12D6CADE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1" y="1575"/>
              <a:ext cx="2910" cy="1478"/>
            </a:xfrm>
            <a:custGeom>
              <a:avLst/>
              <a:gdLst>
                <a:gd name="T0" fmla="*/ 12664 w 983"/>
                <a:gd name="T1" fmla="*/ 13037 h 468"/>
                <a:gd name="T2" fmla="*/ 24802 w 983"/>
                <a:gd name="T3" fmla="*/ 12317 h 468"/>
                <a:gd name="T4" fmla="*/ 25012 w 983"/>
                <a:gd name="T5" fmla="*/ 2144 h 468"/>
                <a:gd name="T6" fmla="*/ 24020 w 983"/>
                <a:gd name="T7" fmla="*/ 1576 h 468"/>
                <a:gd name="T8" fmla="*/ 20595 w 983"/>
                <a:gd name="T9" fmla="*/ 8476 h 468"/>
                <a:gd name="T10" fmla="*/ 19121 w 983"/>
                <a:gd name="T11" fmla="*/ 10902 h 468"/>
                <a:gd name="T12" fmla="*/ 18552 w 983"/>
                <a:gd name="T13" fmla="*/ 8887 h 468"/>
                <a:gd name="T14" fmla="*/ 17072 w 983"/>
                <a:gd name="T15" fmla="*/ 6771 h 468"/>
                <a:gd name="T16" fmla="*/ 17229 w 983"/>
                <a:gd name="T17" fmla="*/ 7690 h 468"/>
                <a:gd name="T18" fmla="*/ 17694 w 983"/>
                <a:gd name="T19" fmla="*/ 9733 h 468"/>
                <a:gd name="T20" fmla="*/ 16474 w 983"/>
                <a:gd name="T21" fmla="*/ 7778 h 468"/>
                <a:gd name="T22" fmla="*/ 15959 w 983"/>
                <a:gd name="T23" fmla="*/ 7182 h 468"/>
                <a:gd name="T24" fmla="*/ 15696 w 983"/>
                <a:gd name="T25" fmla="*/ 11840 h 468"/>
                <a:gd name="T26" fmla="*/ 15021 w 983"/>
                <a:gd name="T27" fmla="*/ 8726 h 468"/>
                <a:gd name="T28" fmla="*/ 14713 w 983"/>
                <a:gd name="T29" fmla="*/ 12667 h 468"/>
                <a:gd name="T30" fmla="*/ 14266 w 983"/>
                <a:gd name="T31" fmla="*/ 10551 h 468"/>
                <a:gd name="T32" fmla="*/ 12996 w 983"/>
                <a:gd name="T33" fmla="*/ 9733 h 468"/>
                <a:gd name="T34" fmla="*/ 11619 w 983"/>
                <a:gd name="T35" fmla="*/ 10393 h 468"/>
                <a:gd name="T36" fmla="*/ 11462 w 983"/>
                <a:gd name="T37" fmla="*/ 9294 h 468"/>
                <a:gd name="T38" fmla="*/ 10192 w 983"/>
                <a:gd name="T39" fmla="*/ 12348 h 468"/>
                <a:gd name="T40" fmla="*/ 10296 w 983"/>
                <a:gd name="T41" fmla="*/ 8407 h 468"/>
                <a:gd name="T42" fmla="*/ 8999 w 983"/>
                <a:gd name="T43" fmla="*/ 11780 h 468"/>
                <a:gd name="T44" fmla="*/ 10272 w 983"/>
                <a:gd name="T45" fmla="*/ 7339 h 468"/>
                <a:gd name="T46" fmla="*/ 9728 w 983"/>
                <a:gd name="T47" fmla="*/ 6900 h 468"/>
                <a:gd name="T48" fmla="*/ 7546 w 983"/>
                <a:gd name="T49" fmla="*/ 10523 h 468"/>
                <a:gd name="T50" fmla="*/ 8825 w 983"/>
                <a:gd name="T51" fmla="*/ 6143 h 468"/>
                <a:gd name="T52" fmla="*/ 5705 w 983"/>
                <a:gd name="T53" fmla="*/ 10643 h 468"/>
                <a:gd name="T54" fmla="*/ 4671 w 983"/>
                <a:gd name="T55" fmla="*/ 10422 h 468"/>
                <a:gd name="T56" fmla="*/ 1377 w 983"/>
                <a:gd name="T57" fmla="*/ 2672 h 468"/>
                <a:gd name="T58" fmla="*/ 3215 w 983"/>
                <a:gd name="T59" fmla="*/ 3531 h 468"/>
                <a:gd name="T60" fmla="*/ 885 w 983"/>
                <a:gd name="T61" fmla="*/ 3152 h 468"/>
                <a:gd name="T62" fmla="*/ 5373 w 983"/>
                <a:gd name="T63" fmla="*/ 9983 h 468"/>
                <a:gd name="T64" fmla="*/ 8535 w 983"/>
                <a:gd name="T65" fmla="*/ 7339 h 468"/>
                <a:gd name="T66" fmla="*/ 7966 w 983"/>
                <a:gd name="T67" fmla="*/ 8508 h 468"/>
                <a:gd name="T68" fmla="*/ 9316 w 983"/>
                <a:gd name="T69" fmla="*/ 8249 h 468"/>
                <a:gd name="T70" fmla="*/ 10166 w 983"/>
                <a:gd name="T71" fmla="*/ 7431 h 468"/>
                <a:gd name="T72" fmla="*/ 10376 w 983"/>
                <a:gd name="T73" fmla="*/ 8438 h 468"/>
                <a:gd name="T74" fmla="*/ 9808 w 983"/>
                <a:gd name="T75" fmla="*/ 9386 h 468"/>
                <a:gd name="T76" fmla="*/ 10814 w 983"/>
                <a:gd name="T77" fmla="*/ 9604 h 468"/>
                <a:gd name="T78" fmla="*/ 10296 w 983"/>
                <a:gd name="T79" fmla="*/ 11969 h 468"/>
                <a:gd name="T80" fmla="*/ 15127 w 983"/>
                <a:gd name="T81" fmla="*/ 8287 h 468"/>
                <a:gd name="T82" fmla="*/ 14476 w 983"/>
                <a:gd name="T83" fmla="*/ 11369 h 468"/>
                <a:gd name="T84" fmla="*/ 15337 w 983"/>
                <a:gd name="T85" fmla="*/ 10681 h 468"/>
                <a:gd name="T86" fmla="*/ 16451 w 983"/>
                <a:gd name="T87" fmla="*/ 8975 h 468"/>
                <a:gd name="T88" fmla="*/ 14731 w 983"/>
                <a:gd name="T89" fmla="*/ 12696 h 468"/>
                <a:gd name="T90" fmla="*/ 17327 w 983"/>
                <a:gd name="T91" fmla="*/ 8129 h 468"/>
                <a:gd name="T92" fmla="*/ 17641 w 983"/>
                <a:gd name="T93" fmla="*/ 9196 h 468"/>
                <a:gd name="T94" fmla="*/ 18105 w 983"/>
                <a:gd name="T95" fmla="*/ 7431 h 468"/>
                <a:gd name="T96" fmla="*/ 18911 w 983"/>
                <a:gd name="T97" fmla="*/ 10084 h 468"/>
                <a:gd name="T98" fmla="*/ 2726 w 983"/>
                <a:gd name="T99" fmla="*/ 3180 h 468"/>
                <a:gd name="T100" fmla="*/ 24905 w 983"/>
                <a:gd name="T101" fmla="*/ 6863 h 468"/>
                <a:gd name="T102" fmla="*/ 22232 w 983"/>
                <a:gd name="T103" fmla="*/ 10902 h 468"/>
                <a:gd name="T104" fmla="*/ 12164 w 983"/>
                <a:gd name="T105" fmla="*/ 14423 h 468"/>
                <a:gd name="T106" fmla="*/ 1454 w 983"/>
                <a:gd name="T107" fmla="*/ 9705 h 468"/>
                <a:gd name="T108" fmla="*/ 5503 w 983"/>
                <a:gd name="T109" fmla="*/ 10084 h 468"/>
                <a:gd name="T110" fmla="*/ 8298 w 983"/>
                <a:gd name="T111" fmla="*/ 11369 h 468"/>
                <a:gd name="T112" fmla="*/ 11314 w 983"/>
                <a:gd name="T113" fmla="*/ 12787 h 468"/>
                <a:gd name="T114" fmla="*/ 13022 w 983"/>
                <a:gd name="T115" fmla="*/ 11619 h 468"/>
                <a:gd name="T116" fmla="*/ 14215 w 983"/>
                <a:gd name="T117" fmla="*/ 13416 h 468"/>
                <a:gd name="T118" fmla="*/ 18807 w 983"/>
                <a:gd name="T119" fmla="*/ 11091 h 468"/>
                <a:gd name="T120" fmla="*/ 20367 w 983"/>
                <a:gd name="T121" fmla="*/ 8508 h 468"/>
                <a:gd name="T122" fmla="*/ 22803 w 983"/>
                <a:gd name="T123" fmla="*/ 10801 h 468"/>
                <a:gd name="T124" fmla="*/ 15959 w 983"/>
                <a:gd name="T125" fmla="*/ 6452 h 46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983" h="468">
                  <a:moveTo>
                    <a:pt x="30" y="355"/>
                  </a:moveTo>
                  <a:cubicBezTo>
                    <a:pt x="31" y="348"/>
                    <a:pt x="32" y="342"/>
                    <a:pt x="36" y="335"/>
                  </a:cubicBezTo>
                  <a:cubicBezTo>
                    <a:pt x="44" y="321"/>
                    <a:pt x="54" y="318"/>
                    <a:pt x="67" y="317"/>
                  </a:cubicBezTo>
                  <a:cubicBezTo>
                    <a:pt x="86" y="315"/>
                    <a:pt x="109" y="322"/>
                    <a:pt x="125" y="329"/>
                  </a:cubicBezTo>
                  <a:cubicBezTo>
                    <a:pt x="132" y="332"/>
                    <a:pt x="132" y="332"/>
                    <a:pt x="132" y="332"/>
                  </a:cubicBezTo>
                  <a:cubicBezTo>
                    <a:pt x="137" y="334"/>
                    <a:pt x="141" y="336"/>
                    <a:pt x="145" y="337"/>
                  </a:cubicBezTo>
                  <a:cubicBezTo>
                    <a:pt x="153" y="340"/>
                    <a:pt x="160" y="341"/>
                    <a:pt x="166" y="342"/>
                  </a:cubicBezTo>
                  <a:cubicBezTo>
                    <a:pt x="174" y="343"/>
                    <a:pt x="174" y="343"/>
                    <a:pt x="174" y="343"/>
                  </a:cubicBezTo>
                  <a:cubicBezTo>
                    <a:pt x="187" y="345"/>
                    <a:pt x="198" y="347"/>
                    <a:pt x="216" y="354"/>
                  </a:cubicBezTo>
                  <a:cubicBezTo>
                    <a:pt x="236" y="363"/>
                    <a:pt x="257" y="363"/>
                    <a:pt x="271" y="363"/>
                  </a:cubicBezTo>
                  <a:cubicBezTo>
                    <a:pt x="279" y="363"/>
                    <a:pt x="286" y="363"/>
                    <a:pt x="292" y="364"/>
                  </a:cubicBezTo>
                  <a:cubicBezTo>
                    <a:pt x="299" y="367"/>
                    <a:pt x="304" y="369"/>
                    <a:pt x="309" y="372"/>
                  </a:cubicBezTo>
                  <a:cubicBezTo>
                    <a:pt x="318" y="377"/>
                    <a:pt x="318" y="377"/>
                    <a:pt x="318" y="377"/>
                  </a:cubicBezTo>
                  <a:cubicBezTo>
                    <a:pt x="333" y="384"/>
                    <a:pt x="350" y="392"/>
                    <a:pt x="372" y="399"/>
                  </a:cubicBezTo>
                  <a:cubicBezTo>
                    <a:pt x="391" y="405"/>
                    <a:pt x="405" y="409"/>
                    <a:pt x="415" y="411"/>
                  </a:cubicBezTo>
                  <a:cubicBezTo>
                    <a:pt x="433" y="415"/>
                    <a:pt x="439" y="418"/>
                    <a:pt x="443" y="435"/>
                  </a:cubicBezTo>
                  <a:cubicBezTo>
                    <a:pt x="446" y="445"/>
                    <a:pt x="446" y="447"/>
                    <a:pt x="447" y="458"/>
                  </a:cubicBezTo>
                  <a:cubicBezTo>
                    <a:pt x="447" y="459"/>
                    <a:pt x="447" y="460"/>
                    <a:pt x="447" y="460"/>
                  </a:cubicBezTo>
                  <a:cubicBezTo>
                    <a:pt x="447" y="461"/>
                    <a:pt x="447" y="461"/>
                    <a:pt x="447" y="461"/>
                  </a:cubicBezTo>
                  <a:cubicBezTo>
                    <a:pt x="447" y="463"/>
                    <a:pt x="448" y="464"/>
                    <a:pt x="449" y="465"/>
                  </a:cubicBezTo>
                  <a:cubicBezTo>
                    <a:pt x="452" y="467"/>
                    <a:pt x="456" y="468"/>
                    <a:pt x="461" y="467"/>
                  </a:cubicBezTo>
                  <a:cubicBezTo>
                    <a:pt x="465" y="467"/>
                    <a:pt x="469" y="465"/>
                    <a:pt x="471" y="462"/>
                  </a:cubicBezTo>
                  <a:cubicBezTo>
                    <a:pt x="472" y="461"/>
                    <a:pt x="472" y="460"/>
                    <a:pt x="472" y="458"/>
                  </a:cubicBezTo>
                  <a:cubicBezTo>
                    <a:pt x="472" y="458"/>
                    <a:pt x="472" y="458"/>
                    <a:pt x="472" y="458"/>
                  </a:cubicBezTo>
                  <a:cubicBezTo>
                    <a:pt x="472" y="458"/>
                    <a:pt x="472" y="457"/>
                    <a:pt x="472" y="456"/>
                  </a:cubicBezTo>
                  <a:cubicBezTo>
                    <a:pt x="472" y="456"/>
                    <a:pt x="471" y="448"/>
                    <a:pt x="471" y="448"/>
                  </a:cubicBezTo>
                  <a:cubicBezTo>
                    <a:pt x="471" y="436"/>
                    <a:pt x="471" y="436"/>
                    <a:pt x="471" y="436"/>
                  </a:cubicBezTo>
                  <a:cubicBezTo>
                    <a:pt x="472" y="423"/>
                    <a:pt x="472" y="417"/>
                    <a:pt x="485" y="414"/>
                  </a:cubicBezTo>
                  <a:cubicBezTo>
                    <a:pt x="485" y="414"/>
                    <a:pt x="488" y="414"/>
                    <a:pt x="488" y="414"/>
                  </a:cubicBezTo>
                  <a:cubicBezTo>
                    <a:pt x="488" y="414"/>
                    <a:pt x="501" y="413"/>
                    <a:pt x="501" y="413"/>
                  </a:cubicBezTo>
                  <a:cubicBezTo>
                    <a:pt x="527" y="413"/>
                    <a:pt x="528" y="426"/>
                    <a:pt x="528" y="437"/>
                  </a:cubicBezTo>
                  <a:cubicBezTo>
                    <a:pt x="528" y="438"/>
                    <a:pt x="529" y="441"/>
                    <a:pt x="529" y="441"/>
                  </a:cubicBezTo>
                  <a:cubicBezTo>
                    <a:pt x="529" y="441"/>
                    <a:pt x="529" y="456"/>
                    <a:pt x="529" y="456"/>
                  </a:cubicBezTo>
                  <a:cubicBezTo>
                    <a:pt x="529" y="456"/>
                    <a:pt x="529" y="457"/>
                    <a:pt x="529" y="457"/>
                  </a:cubicBezTo>
                  <a:cubicBezTo>
                    <a:pt x="529" y="457"/>
                    <a:pt x="529" y="457"/>
                    <a:pt x="529" y="458"/>
                  </a:cubicBezTo>
                  <a:cubicBezTo>
                    <a:pt x="529" y="459"/>
                    <a:pt x="530" y="460"/>
                    <a:pt x="531" y="461"/>
                  </a:cubicBezTo>
                  <a:cubicBezTo>
                    <a:pt x="532" y="464"/>
                    <a:pt x="536" y="466"/>
                    <a:pt x="541" y="466"/>
                  </a:cubicBezTo>
                  <a:cubicBezTo>
                    <a:pt x="545" y="467"/>
                    <a:pt x="550" y="466"/>
                    <a:pt x="552" y="464"/>
                  </a:cubicBezTo>
                  <a:cubicBezTo>
                    <a:pt x="554" y="463"/>
                    <a:pt x="554" y="462"/>
                    <a:pt x="555" y="460"/>
                  </a:cubicBezTo>
                  <a:cubicBezTo>
                    <a:pt x="554" y="458"/>
                    <a:pt x="554" y="458"/>
                    <a:pt x="554" y="458"/>
                  </a:cubicBezTo>
                  <a:cubicBezTo>
                    <a:pt x="554" y="458"/>
                    <a:pt x="554" y="458"/>
                    <a:pt x="554" y="458"/>
                  </a:cubicBezTo>
                  <a:cubicBezTo>
                    <a:pt x="554" y="446"/>
                    <a:pt x="554" y="438"/>
                    <a:pt x="559" y="429"/>
                  </a:cubicBezTo>
                  <a:cubicBezTo>
                    <a:pt x="566" y="416"/>
                    <a:pt x="568" y="415"/>
                    <a:pt x="580" y="413"/>
                  </a:cubicBezTo>
                  <a:cubicBezTo>
                    <a:pt x="586" y="411"/>
                    <a:pt x="586" y="411"/>
                    <a:pt x="586" y="411"/>
                  </a:cubicBezTo>
                  <a:cubicBezTo>
                    <a:pt x="595" y="409"/>
                    <a:pt x="608" y="406"/>
                    <a:pt x="629" y="399"/>
                  </a:cubicBezTo>
                  <a:cubicBezTo>
                    <a:pt x="649" y="393"/>
                    <a:pt x="665" y="385"/>
                    <a:pt x="678" y="379"/>
                  </a:cubicBezTo>
                  <a:cubicBezTo>
                    <a:pt x="682" y="377"/>
                    <a:pt x="682" y="377"/>
                    <a:pt x="682" y="377"/>
                  </a:cubicBezTo>
                  <a:cubicBezTo>
                    <a:pt x="689" y="373"/>
                    <a:pt x="707" y="366"/>
                    <a:pt x="720" y="363"/>
                  </a:cubicBezTo>
                  <a:cubicBezTo>
                    <a:pt x="720" y="363"/>
                    <a:pt x="732" y="362"/>
                    <a:pt x="732" y="362"/>
                  </a:cubicBezTo>
                  <a:cubicBezTo>
                    <a:pt x="738" y="360"/>
                    <a:pt x="743" y="360"/>
                    <a:pt x="748" y="360"/>
                  </a:cubicBezTo>
                  <a:cubicBezTo>
                    <a:pt x="760" y="360"/>
                    <a:pt x="769" y="360"/>
                    <a:pt x="785" y="354"/>
                  </a:cubicBezTo>
                  <a:cubicBezTo>
                    <a:pt x="812" y="343"/>
                    <a:pt x="825" y="345"/>
                    <a:pt x="848" y="348"/>
                  </a:cubicBezTo>
                  <a:cubicBezTo>
                    <a:pt x="856" y="349"/>
                    <a:pt x="856" y="349"/>
                    <a:pt x="856" y="349"/>
                  </a:cubicBezTo>
                  <a:cubicBezTo>
                    <a:pt x="874" y="351"/>
                    <a:pt x="884" y="353"/>
                    <a:pt x="897" y="356"/>
                  </a:cubicBezTo>
                  <a:cubicBezTo>
                    <a:pt x="905" y="358"/>
                    <a:pt x="905" y="358"/>
                    <a:pt x="905" y="358"/>
                  </a:cubicBezTo>
                  <a:cubicBezTo>
                    <a:pt x="909" y="359"/>
                    <a:pt x="913" y="359"/>
                    <a:pt x="918" y="359"/>
                  </a:cubicBezTo>
                  <a:cubicBezTo>
                    <a:pt x="925" y="358"/>
                    <a:pt x="932" y="358"/>
                    <a:pt x="936" y="361"/>
                  </a:cubicBezTo>
                  <a:cubicBezTo>
                    <a:pt x="948" y="367"/>
                    <a:pt x="955" y="377"/>
                    <a:pt x="956" y="391"/>
                  </a:cubicBezTo>
                  <a:cubicBezTo>
                    <a:pt x="957" y="395"/>
                    <a:pt x="957" y="399"/>
                    <a:pt x="956" y="402"/>
                  </a:cubicBezTo>
                  <a:cubicBezTo>
                    <a:pt x="956" y="408"/>
                    <a:pt x="956" y="408"/>
                    <a:pt x="956" y="408"/>
                  </a:cubicBezTo>
                  <a:cubicBezTo>
                    <a:pt x="956" y="415"/>
                    <a:pt x="954" y="433"/>
                    <a:pt x="938" y="452"/>
                  </a:cubicBezTo>
                  <a:cubicBezTo>
                    <a:pt x="937" y="453"/>
                    <a:pt x="937" y="453"/>
                    <a:pt x="938" y="454"/>
                  </a:cubicBezTo>
                  <a:cubicBezTo>
                    <a:pt x="938" y="454"/>
                    <a:pt x="938" y="455"/>
                    <a:pt x="939" y="455"/>
                  </a:cubicBezTo>
                  <a:cubicBezTo>
                    <a:pt x="939" y="455"/>
                    <a:pt x="939" y="455"/>
                    <a:pt x="939" y="455"/>
                  </a:cubicBezTo>
                  <a:cubicBezTo>
                    <a:pt x="940" y="455"/>
                    <a:pt x="941" y="455"/>
                    <a:pt x="941" y="455"/>
                  </a:cubicBezTo>
                  <a:cubicBezTo>
                    <a:pt x="955" y="438"/>
                    <a:pt x="962" y="422"/>
                    <a:pt x="963" y="408"/>
                  </a:cubicBezTo>
                  <a:cubicBezTo>
                    <a:pt x="963" y="403"/>
                    <a:pt x="963" y="403"/>
                    <a:pt x="963" y="403"/>
                  </a:cubicBezTo>
                  <a:cubicBezTo>
                    <a:pt x="964" y="399"/>
                    <a:pt x="964" y="395"/>
                    <a:pt x="963" y="390"/>
                  </a:cubicBezTo>
                  <a:cubicBezTo>
                    <a:pt x="962" y="376"/>
                    <a:pt x="956" y="366"/>
                    <a:pt x="945" y="358"/>
                  </a:cubicBezTo>
                  <a:cubicBezTo>
                    <a:pt x="945" y="358"/>
                    <a:pt x="945" y="357"/>
                    <a:pt x="945" y="357"/>
                  </a:cubicBezTo>
                  <a:cubicBezTo>
                    <a:pt x="950" y="356"/>
                    <a:pt x="955" y="354"/>
                    <a:pt x="959" y="351"/>
                  </a:cubicBezTo>
                  <a:cubicBezTo>
                    <a:pt x="979" y="338"/>
                    <a:pt x="978" y="313"/>
                    <a:pt x="976" y="298"/>
                  </a:cubicBezTo>
                  <a:cubicBezTo>
                    <a:pt x="976" y="294"/>
                    <a:pt x="976" y="290"/>
                    <a:pt x="976" y="288"/>
                  </a:cubicBezTo>
                  <a:cubicBezTo>
                    <a:pt x="976" y="288"/>
                    <a:pt x="976" y="288"/>
                    <a:pt x="976" y="288"/>
                  </a:cubicBezTo>
                  <a:cubicBezTo>
                    <a:pt x="976" y="273"/>
                    <a:pt x="976" y="273"/>
                    <a:pt x="976" y="273"/>
                  </a:cubicBezTo>
                  <a:cubicBezTo>
                    <a:pt x="978" y="267"/>
                    <a:pt x="975" y="258"/>
                    <a:pt x="973" y="253"/>
                  </a:cubicBezTo>
                  <a:cubicBezTo>
                    <a:pt x="970" y="242"/>
                    <a:pt x="970" y="242"/>
                    <a:pt x="970" y="242"/>
                  </a:cubicBezTo>
                  <a:cubicBezTo>
                    <a:pt x="967" y="232"/>
                    <a:pt x="967" y="232"/>
                    <a:pt x="967" y="232"/>
                  </a:cubicBezTo>
                  <a:cubicBezTo>
                    <a:pt x="967" y="232"/>
                    <a:pt x="967" y="232"/>
                    <a:pt x="965" y="226"/>
                  </a:cubicBezTo>
                  <a:cubicBezTo>
                    <a:pt x="963" y="222"/>
                    <a:pt x="962" y="219"/>
                    <a:pt x="963" y="215"/>
                  </a:cubicBezTo>
                  <a:cubicBezTo>
                    <a:pt x="964" y="213"/>
                    <a:pt x="966" y="210"/>
                    <a:pt x="969" y="208"/>
                  </a:cubicBezTo>
                  <a:cubicBezTo>
                    <a:pt x="972" y="204"/>
                    <a:pt x="976" y="200"/>
                    <a:pt x="976" y="196"/>
                  </a:cubicBezTo>
                  <a:cubicBezTo>
                    <a:pt x="978" y="178"/>
                    <a:pt x="978" y="178"/>
                    <a:pt x="978" y="178"/>
                  </a:cubicBezTo>
                  <a:cubicBezTo>
                    <a:pt x="978" y="170"/>
                    <a:pt x="978" y="163"/>
                    <a:pt x="980" y="155"/>
                  </a:cubicBezTo>
                  <a:cubicBezTo>
                    <a:pt x="983" y="135"/>
                    <a:pt x="979" y="114"/>
                    <a:pt x="975" y="100"/>
                  </a:cubicBezTo>
                  <a:cubicBezTo>
                    <a:pt x="975" y="100"/>
                    <a:pt x="975" y="100"/>
                    <a:pt x="975" y="100"/>
                  </a:cubicBezTo>
                  <a:cubicBezTo>
                    <a:pt x="972" y="86"/>
                    <a:pt x="969" y="77"/>
                    <a:pt x="964" y="68"/>
                  </a:cubicBezTo>
                  <a:cubicBezTo>
                    <a:pt x="961" y="63"/>
                    <a:pt x="957" y="58"/>
                    <a:pt x="954" y="54"/>
                  </a:cubicBezTo>
                  <a:cubicBezTo>
                    <a:pt x="950" y="49"/>
                    <a:pt x="950" y="49"/>
                    <a:pt x="950" y="49"/>
                  </a:cubicBezTo>
                  <a:cubicBezTo>
                    <a:pt x="949" y="48"/>
                    <a:pt x="949" y="48"/>
                    <a:pt x="949" y="48"/>
                  </a:cubicBezTo>
                  <a:cubicBezTo>
                    <a:pt x="949" y="48"/>
                    <a:pt x="948" y="46"/>
                    <a:pt x="948" y="46"/>
                  </a:cubicBezTo>
                  <a:cubicBezTo>
                    <a:pt x="946" y="43"/>
                    <a:pt x="943" y="39"/>
                    <a:pt x="940" y="37"/>
                  </a:cubicBezTo>
                  <a:cubicBezTo>
                    <a:pt x="940" y="37"/>
                    <a:pt x="940" y="38"/>
                    <a:pt x="941" y="38"/>
                  </a:cubicBezTo>
                  <a:cubicBezTo>
                    <a:pt x="939" y="36"/>
                    <a:pt x="939" y="31"/>
                    <a:pt x="939" y="26"/>
                  </a:cubicBezTo>
                  <a:cubicBezTo>
                    <a:pt x="938" y="17"/>
                    <a:pt x="938" y="8"/>
                    <a:pt x="931" y="2"/>
                  </a:cubicBezTo>
                  <a:cubicBezTo>
                    <a:pt x="931" y="1"/>
                    <a:pt x="930" y="0"/>
                    <a:pt x="930" y="1"/>
                  </a:cubicBezTo>
                  <a:cubicBezTo>
                    <a:pt x="929" y="1"/>
                    <a:pt x="929" y="1"/>
                    <a:pt x="929" y="2"/>
                  </a:cubicBezTo>
                  <a:cubicBezTo>
                    <a:pt x="929" y="7"/>
                    <a:pt x="929" y="7"/>
                    <a:pt x="929" y="7"/>
                  </a:cubicBezTo>
                  <a:cubicBezTo>
                    <a:pt x="929" y="7"/>
                    <a:pt x="930" y="7"/>
                    <a:pt x="930" y="7"/>
                  </a:cubicBezTo>
                  <a:cubicBezTo>
                    <a:pt x="933" y="11"/>
                    <a:pt x="933" y="16"/>
                    <a:pt x="933" y="22"/>
                  </a:cubicBezTo>
                  <a:cubicBezTo>
                    <a:pt x="933" y="26"/>
                    <a:pt x="933" y="26"/>
                    <a:pt x="933" y="26"/>
                  </a:cubicBezTo>
                  <a:cubicBezTo>
                    <a:pt x="933" y="34"/>
                    <a:pt x="933" y="34"/>
                    <a:pt x="933" y="34"/>
                  </a:cubicBezTo>
                  <a:cubicBezTo>
                    <a:pt x="933" y="35"/>
                    <a:pt x="932" y="36"/>
                    <a:pt x="932" y="36"/>
                  </a:cubicBezTo>
                  <a:cubicBezTo>
                    <a:pt x="926" y="37"/>
                    <a:pt x="922" y="43"/>
                    <a:pt x="920" y="46"/>
                  </a:cubicBezTo>
                  <a:cubicBezTo>
                    <a:pt x="918" y="49"/>
                    <a:pt x="918" y="49"/>
                    <a:pt x="918" y="49"/>
                  </a:cubicBezTo>
                  <a:cubicBezTo>
                    <a:pt x="910" y="62"/>
                    <a:pt x="901" y="75"/>
                    <a:pt x="888" y="82"/>
                  </a:cubicBezTo>
                  <a:cubicBezTo>
                    <a:pt x="883" y="85"/>
                    <a:pt x="883" y="85"/>
                    <a:pt x="883" y="85"/>
                  </a:cubicBezTo>
                  <a:cubicBezTo>
                    <a:pt x="874" y="90"/>
                    <a:pt x="853" y="103"/>
                    <a:pt x="847" y="122"/>
                  </a:cubicBezTo>
                  <a:cubicBezTo>
                    <a:pt x="847" y="123"/>
                    <a:pt x="847" y="123"/>
                    <a:pt x="847" y="124"/>
                  </a:cubicBezTo>
                  <a:cubicBezTo>
                    <a:pt x="848" y="124"/>
                    <a:pt x="848" y="124"/>
                    <a:pt x="849" y="124"/>
                  </a:cubicBezTo>
                  <a:cubicBezTo>
                    <a:pt x="851" y="124"/>
                    <a:pt x="851" y="124"/>
                    <a:pt x="851" y="124"/>
                  </a:cubicBezTo>
                  <a:cubicBezTo>
                    <a:pt x="852" y="123"/>
                    <a:pt x="852" y="123"/>
                    <a:pt x="852" y="123"/>
                  </a:cubicBezTo>
                  <a:cubicBezTo>
                    <a:pt x="857" y="109"/>
                    <a:pt x="874" y="98"/>
                    <a:pt x="886" y="92"/>
                  </a:cubicBezTo>
                  <a:cubicBezTo>
                    <a:pt x="892" y="89"/>
                    <a:pt x="892" y="89"/>
                    <a:pt x="892" y="89"/>
                  </a:cubicBezTo>
                  <a:cubicBezTo>
                    <a:pt x="906" y="80"/>
                    <a:pt x="915" y="66"/>
                    <a:pt x="924" y="53"/>
                  </a:cubicBezTo>
                  <a:cubicBezTo>
                    <a:pt x="926" y="50"/>
                    <a:pt x="926" y="50"/>
                    <a:pt x="926" y="50"/>
                  </a:cubicBezTo>
                  <a:cubicBezTo>
                    <a:pt x="929" y="44"/>
                    <a:pt x="932" y="43"/>
                    <a:pt x="935" y="43"/>
                  </a:cubicBezTo>
                  <a:cubicBezTo>
                    <a:pt x="937" y="43"/>
                    <a:pt x="940" y="47"/>
                    <a:pt x="942" y="50"/>
                  </a:cubicBezTo>
                  <a:cubicBezTo>
                    <a:pt x="944" y="52"/>
                    <a:pt x="944" y="52"/>
                    <a:pt x="944" y="52"/>
                  </a:cubicBezTo>
                  <a:cubicBezTo>
                    <a:pt x="944" y="53"/>
                    <a:pt x="944" y="53"/>
                    <a:pt x="944" y="53"/>
                  </a:cubicBezTo>
                  <a:cubicBezTo>
                    <a:pt x="948" y="58"/>
                    <a:pt x="948" y="58"/>
                    <a:pt x="948" y="58"/>
                  </a:cubicBezTo>
                  <a:cubicBezTo>
                    <a:pt x="952" y="62"/>
                    <a:pt x="955" y="66"/>
                    <a:pt x="958" y="71"/>
                  </a:cubicBezTo>
                  <a:cubicBezTo>
                    <a:pt x="962" y="80"/>
                    <a:pt x="965" y="88"/>
                    <a:pt x="969" y="101"/>
                  </a:cubicBezTo>
                  <a:cubicBezTo>
                    <a:pt x="972" y="115"/>
                    <a:pt x="976" y="136"/>
                    <a:pt x="973" y="154"/>
                  </a:cubicBezTo>
                  <a:cubicBezTo>
                    <a:pt x="971" y="163"/>
                    <a:pt x="971" y="170"/>
                    <a:pt x="971" y="177"/>
                  </a:cubicBezTo>
                  <a:cubicBezTo>
                    <a:pt x="969" y="195"/>
                    <a:pt x="969" y="195"/>
                    <a:pt x="969" y="195"/>
                  </a:cubicBezTo>
                  <a:cubicBezTo>
                    <a:pt x="969" y="197"/>
                    <a:pt x="966" y="200"/>
                    <a:pt x="963" y="203"/>
                  </a:cubicBezTo>
                  <a:cubicBezTo>
                    <a:pt x="960" y="206"/>
                    <a:pt x="958" y="209"/>
                    <a:pt x="957" y="212"/>
                  </a:cubicBezTo>
                  <a:cubicBezTo>
                    <a:pt x="954" y="219"/>
                    <a:pt x="957" y="224"/>
                    <a:pt x="959" y="229"/>
                  </a:cubicBezTo>
                  <a:cubicBezTo>
                    <a:pt x="961" y="234"/>
                    <a:pt x="961" y="234"/>
                    <a:pt x="961" y="234"/>
                  </a:cubicBezTo>
                  <a:cubicBezTo>
                    <a:pt x="963" y="244"/>
                    <a:pt x="963" y="244"/>
                    <a:pt x="963" y="244"/>
                  </a:cubicBezTo>
                  <a:cubicBezTo>
                    <a:pt x="967" y="255"/>
                    <a:pt x="967" y="255"/>
                    <a:pt x="967" y="255"/>
                  </a:cubicBezTo>
                  <a:cubicBezTo>
                    <a:pt x="969" y="262"/>
                    <a:pt x="970" y="268"/>
                    <a:pt x="969" y="272"/>
                  </a:cubicBezTo>
                  <a:cubicBezTo>
                    <a:pt x="969" y="287"/>
                    <a:pt x="969" y="287"/>
                    <a:pt x="969" y="287"/>
                  </a:cubicBezTo>
                  <a:cubicBezTo>
                    <a:pt x="969" y="290"/>
                    <a:pt x="969" y="293"/>
                    <a:pt x="969" y="299"/>
                  </a:cubicBezTo>
                  <a:cubicBezTo>
                    <a:pt x="971" y="313"/>
                    <a:pt x="972" y="335"/>
                    <a:pt x="955" y="345"/>
                  </a:cubicBezTo>
                  <a:cubicBezTo>
                    <a:pt x="939" y="356"/>
                    <a:pt x="917" y="349"/>
                    <a:pt x="899" y="344"/>
                  </a:cubicBezTo>
                  <a:cubicBezTo>
                    <a:pt x="892" y="342"/>
                    <a:pt x="885" y="340"/>
                    <a:pt x="879" y="340"/>
                  </a:cubicBezTo>
                  <a:cubicBezTo>
                    <a:pt x="869" y="339"/>
                    <a:pt x="858" y="337"/>
                    <a:pt x="848" y="336"/>
                  </a:cubicBezTo>
                  <a:cubicBezTo>
                    <a:pt x="838" y="335"/>
                    <a:pt x="829" y="333"/>
                    <a:pt x="822" y="333"/>
                  </a:cubicBezTo>
                  <a:cubicBezTo>
                    <a:pt x="813" y="333"/>
                    <a:pt x="810" y="331"/>
                    <a:pt x="806" y="327"/>
                  </a:cubicBezTo>
                  <a:cubicBezTo>
                    <a:pt x="805" y="326"/>
                    <a:pt x="803" y="324"/>
                    <a:pt x="802" y="320"/>
                  </a:cubicBezTo>
                  <a:cubicBezTo>
                    <a:pt x="802" y="320"/>
                    <a:pt x="801" y="316"/>
                    <a:pt x="801" y="316"/>
                  </a:cubicBezTo>
                  <a:cubicBezTo>
                    <a:pt x="799" y="300"/>
                    <a:pt x="799" y="300"/>
                    <a:pt x="799" y="300"/>
                  </a:cubicBezTo>
                  <a:cubicBezTo>
                    <a:pt x="798" y="290"/>
                    <a:pt x="797" y="282"/>
                    <a:pt x="794" y="269"/>
                  </a:cubicBezTo>
                  <a:cubicBezTo>
                    <a:pt x="789" y="249"/>
                    <a:pt x="788" y="239"/>
                    <a:pt x="788" y="233"/>
                  </a:cubicBezTo>
                  <a:cubicBezTo>
                    <a:pt x="788" y="229"/>
                    <a:pt x="788" y="227"/>
                    <a:pt x="789" y="226"/>
                  </a:cubicBezTo>
                  <a:cubicBezTo>
                    <a:pt x="789" y="226"/>
                    <a:pt x="789" y="226"/>
                    <a:pt x="789" y="225"/>
                  </a:cubicBezTo>
                  <a:cubicBezTo>
                    <a:pt x="789" y="225"/>
                    <a:pt x="789" y="225"/>
                    <a:pt x="789" y="225"/>
                  </a:cubicBezTo>
                  <a:cubicBezTo>
                    <a:pt x="787" y="221"/>
                    <a:pt x="787" y="221"/>
                    <a:pt x="787" y="221"/>
                  </a:cubicBezTo>
                  <a:cubicBezTo>
                    <a:pt x="787" y="220"/>
                    <a:pt x="786" y="220"/>
                    <a:pt x="786" y="220"/>
                  </a:cubicBezTo>
                  <a:cubicBezTo>
                    <a:pt x="785" y="220"/>
                    <a:pt x="785" y="220"/>
                    <a:pt x="784" y="220"/>
                  </a:cubicBezTo>
                  <a:cubicBezTo>
                    <a:pt x="783" y="223"/>
                    <a:pt x="782" y="228"/>
                    <a:pt x="782" y="233"/>
                  </a:cubicBezTo>
                  <a:cubicBezTo>
                    <a:pt x="779" y="212"/>
                    <a:pt x="775" y="183"/>
                    <a:pt x="775" y="170"/>
                  </a:cubicBezTo>
                  <a:cubicBezTo>
                    <a:pt x="775" y="169"/>
                    <a:pt x="775" y="168"/>
                    <a:pt x="775" y="167"/>
                  </a:cubicBezTo>
                  <a:cubicBezTo>
                    <a:pt x="775" y="167"/>
                    <a:pt x="775" y="167"/>
                    <a:pt x="775" y="167"/>
                  </a:cubicBezTo>
                  <a:cubicBezTo>
                    <a:pt x="775" y="165"/>
                    <a:pt x="773" y="162"/>
                    <a:pt x="772" y="162"/>
                  </a:cubicBezTo>
                  <a:cubicBezTo>
                    <a:pt x="772" y="161"/>
                    <a:pt x="771" y="161"/>
                    <a:pt x="771" y="161"/>
                  </a:cubicBezTo>
                  <a:cubicBezTo>
                    <a:pt x="770" y="161"/>
                    <a:pt x="770" y="161"/>
                    <a:pt x="770" y="162"/>
                  </a:cubicBezTo>
                  <a:cubicBezTo>
                    <a:pt x="769" y="164"/>
                    <a:pt x="768" y="168"/>
                    <a:pt x="768" y="172"/>
                  </a:cubicBezTo>
                  <a:cubicBezTo>
                    <a:pt x="768" y="178"/>
                    <a:pt x="769" y="185"/>
                    <a:pt x="770" y="193"/>
                  </a:cubicBezTo>
                  <a:cubicBezTo>
                    <a:pt x="762" y="162"/>
                    <a:pt x="759" y="141"/>
                    <a:pt x="759" y="129"/>
                  </a:cubicBezTo>
                  <a:cubicBezTo>
                    <a:pt x="759" y="129"/>
                    <a:pt x="758" y="129"/>
                    <a:pt x="758" y="128"/>
                  </a:cubicBezTo>
                  <a:cubicBezTo>
                    <a:pt x="758" y="128"/>
                    <a:pt x="757" y="128"/>
                    <a:pt x="757" y="128"/>
                  </a:cubicBezTo>
                  <a:cubicBezTo>
                    <a:pt x="754" y="128"/>
                    <a:pt x="754" y="128"/>
                    <a:pt x="754" y="128"/>
                  </a:cubicBezTo>
                  <a:cubicBezTo>
                    <a:pt x="753" y="128"/>
                    <a:pt x="753" y="129"/>
                    <a:pt x="753" y="130"/>
                  </a:cubicBezTo>
                  <a:cubicBezTo>
                    <a:pt x="753" y="145"/>
                    <a:pt x="759" y="177"/>
                    <a:pt x="769" y="216"/>
                  </a:cubicBezTo>
                  <a:cubicBezTo>
                    <a:pt x="773" y="233"/>
                    <a:pt x="777" y="248"/>
                    <a:pt x="779" y="259"/>
                  </a:cubicBezTo>
                  <a:cubicBezTo>
                    <a:pt x="781" y="271"/>
                    <a:pt x="781" y="271"/>
                    <a:pt x="781" y="271"/>
                  </a:cubicBezTo>
                  <a:cubicBezTo>
                    <a:pt x="783" y="278"/>
                    <a:pt x="783" y="278"/>
                    <a:pt x="783" y="289"/>
                  </a:cubicBezTo>
                  <a:cubicBezTo>
                    <a:pt x="783" y="294"/>
                    <a:pt x="783" y="294"/>
                    <a:pt x="783" y="294"/>
                  </a:cubicBezTo>
                  <a:cubicBezTo>
                    <a:pt x="785" y="312"/>
                    <a:pt x="783" y="321"/>
                    <a:pt x="775" y="329"/>
                  </a:cubicBezTo>
                  <a:cubicBezTo>
                    <a:pt x="768" y="335"/>
                    <a:pt x="756" y="339"/>
                    <a:pt x="738" y="345"/>
                  </a:cubicBezTo>
                  <a:cubicBezTo>
                    <a:pt x="737" y="346"/>
                    <a:pt x="737" y="346"/>
                    <a:pt x="737" y="346"/>
                  </a:cubicBezTo>
                  <a:cubicBezTo>
                    <a:pt x="736" y="346"/>
                    <a:pt x="736" y="345"/>
                    <a:pt x="736" y="345"/>
                  </a:cubicBezTo>
                  <a:cubicBezTo>
                    <a:pt x="734" y="340"/>
                    <a:pt x="733" y="336"/>
                    <a:pt x="733" y="331"/>
                  </a:cubicBezTo>
                  <a:cubicBezTo>
                    <a:pt x="733" y="329"/>
                    <a:pt x="733" y="329"/>
                    <a:pt x="733" y="329"/>
                  </a:cubicBezTo>
                  <a:cubicBezTo>
                    <a:pt x="732" y="322"/>
                    <a:pt x="732" y="317"/>
                    <a:pt x="730" y="310"/>
                  </a:cubicBezTo>
                  <a:cubicBezTo>
                    <a:pt x="729" y="307"/>
                    <a:pt x="729" y="304"/>
                    <a:pt x="729" y="301"/>
                  </a:cubicBezTo>
                  <a:cubicBezTo>
                    <a:pt x="729" y="297"/>
                    <a:pt x="729" y="294"/>
                    <a:pt x="728" y="291"/>
                  </a:cubicBezTo>
                  <a:cubicBezTo>
                    <a:pt x="727" y="285"/>
                    <a:pt x="723" y="281"/>
                    <a:pt x="719" y="278"/>
                  </a:cubicBezTo>
                  <a:cubicBezTo>
                    <a:pt x="715" y="274"/>
                    <a:pt x="712" y="271"/>
                    <a:pt x="711" y="266"/>
                  </a:cubicBezTo>
                  <a:cubicBezTo>
                    <a:pt x="710" y="258"/>
                    <a:pt x="710" y="258"/>
                    <a:pt x="710" y="258"/>
                  </a:cubicBezTo>
                  <a:cubicBezTo>
                    <a:pt x="710" y="254"/>
                    <a:pt x="710" y="249"/>
                    <a:pt x="706" y="243"/>
                  </a:cubicBezTo>
                  <a:cubicBezTo>
                    <a:pt x="704" y="240"/>
                    <a:pt x="704" y="240"/>
                    <a:pt x="704" y="240"/>
                  </a:cubicBezTo>
                  <a:cubicBezTo>
                    <a:pt x="699" y="232"/>
                    <a:pt x="698" y="230"/>
                    <a:pt x="698" y="219"/>
                  </a:cubicBezTo>
                  <a:cubicBezTo>
                    <a:pt x="696" y="201"/>
                    <a:pt x="696" y="201"/>
                    <a:pt x="696" y="201"/>
                  </a:cubicBezTo>
                  <a:cubicBezTo>
                    <a:pt x="696" y="201"/>
                    <a:pt x="696" y="200"/>
                    <a:pt x="695" y="200"/>
                  </a:cubicBezTo>
                  <a:cubicBezTo>
                    <a:pt x="694" y="200"/>
                    <a:pt x="694" y="201"/>
                    <a:pt x="693" y="201"/>
                  </a:cubicBezTo>
                  <a:cubicBezTo>
                    <a:pt x="692" y="219"/>
                    <a:pt x="692" y="219"/>
                    <a:pt x="692" y="219"/>
                  </a:cubicBezTo>
                  <a:cubicBezTo>
                    <a:pt x="692" y="220"/>
                    <a:pt x="692" y="221"/>
                    <a:pt x="692" y="221"/>
                  </a:cubicBezTo>
                  <a:cubicBezTo>
                    <a:pt x="692" y="232"/>
                    <a:pt x="694" y="235"/>
                    <a:pt x="699" y="244"/>
                  </a:cubicBezTo>
                  <a:cubicBezTo>
                    <a:pt x="701" y="246"/>
                    <a:pt x="701" y="246"/>
                    <a:pt x="701" y="246"/>
                  </a:cubicBezTo>
                  <a:cubicBezTo>
                    <a:pt x="703" y="251"/>
                    <a:pt x="704" y="254"/>
                    <a:pt x="704" y="257"/>
                  </a:cubicBezTo>
                  <a:cubicBezTo>
                    <a:pt x="702" y="255"/>
                    <a:pt x="699" y="253"/>
                    <a:pt x="695" y="250"/>
                  </a:cubicBezTo>
                  <a:cubicBezTo>
                    <a:pt x="689" y="247"/>
                    <a:pt x="684" y="241"/>
                    <a:pt x="681" y="235"/>
                  </a:cubicBezTo>
                  <a:cubicBezTo>
                    <a:pt x="680" y="234"/>
                    <a:pt x="680" y="234"/>
                    <a:pt x="679" y="234"/>
                  </a:cubicBezTo>
                  <a:cubicBezTo>
                    <a:pt x="678" y="234"/>
                    <a:pt x="678" y="235"/>
                    <a:pt x="678" y="235"/>
                  </a:cubicBezTo>
                  <a:cubicBezTo>
                    <a:pt x="678" y="236"/>
                    <a:pt x="678" y="236"/>
                    <a:pt x="678" y="236"/>
                  </a:cubicBezTo>
                  <a:cubicBezTo>
                    <a:pt x="680" y="239"/>
                    <a:pt x="680" y="239"/>
                    <a:pt x="680" y="239"/>
                  </a:cubicBezTo>
                  <a:cubicBezTo>
                    <a:pt x="682" y="245"/>
                    <a:pt x="686" y="252"/>
                    <a:pt x="692" y="256"/>
                  </a:cubicBezTo>
                  <a:cubicBezTo>
                    <a:pt x="699" y="259"/>
                    <a:pt x="701" y="263"/>
                    <a:pt x="706" y="270"/>
                  </a:cubicBezTo>
                  <a:cubicBezTo>
                    <a:pt x="708" y="275"/>
                    <a:pt x="711" y="278"/>
                    <a:pt x="715" y="282"/>
                  </a:cubicBezTo>
                  <a:cubicBezTo>
                    <a:pt x="718" y="285"/>
                    <a:pt x="721" y="288"/>
                    <a:pt x="722" y="292"/>
                  </a:cubicBezTo>
                  <a:cubicBezTo>
                    <a:pt x="723" y="294"/>
                    <a:pt x="723" y="297"/>
                    <a:pt x="723" y="300"/>
                  </a:cubicBezTo>
                  <a:cubicBezTo>
                    <a:pt x="723" y="300"/>
                    <a:pt x="723" y="301"/>
                    <a:pt x="723" y="302"/>
                  </a:cubicBezTo>
                  <a:cubicBezTo>
                    <a:pt x="723" y="305"/>
                    <a:pt x="723" y="308"/>
                    <a:pt x="724" y="311"/>
                  </a:cubicBezTo>
                  <a:cubicBezTo>
                    <a:pt x="726" y="318"/>
                    <a:pt x="726" y="323"/>
                    <a:pt x="727" y="330"/>
                  </a:cubicBezTo>
                  <a:cubicBezTo>
                    <a:pt x="727" y="332"/>
                    <a:pt x="727" y="332"/>
                    <a:pt x="727" y="332"/>
                  </a:cubicBezTo>
                  <a:cubicBezTo>
                    <a:pt x="727" y="337"/>
                    <a:pt x="728" y="341"/>
                    <a:pt x="730" y="347"/>
                  </a:cubicBezTo>
                  <a:cubicBezTo>
                    <a:pt x="730" y="347"/>
                    <a:pt x="730" y="347"/>
                    <a:pt x="730" y="347"/>
                  </a:cubicBezTo>
                  <a:cubicBezTo>
                    <a:pt x="730" y="348"/>
                    <a:pt x="730" y="348"/>
                    <a:pt x="730" y="348"/>
                  </a:cubicBezTo>
                  <a:cubicBezTo>
                    <a:pt x="730" y="348"/>
                    <a:pt x="724" y="350"/>
                    <a:pt x="724" y="350"/>
                  </a:cubicBezTo>
                  <a:cubicBezTo>
                    <a:pt x="724" y="350"/>
                    <a:pt x="721" y="350"/>
                    <a:pt x="721" y="350"/>
                  </a:cubicBezTo>
                  <a:cubicBezTo>
                    <a:pt x="711" y="352"/>
                    <a:pt x="706" y="353"/>
                    <a:pt x="705" y="352"/>
                  </a:cubicBezTo>
                  <a:cubicBezTo>
                    <a:pt x="702" y="345"/>
                    <a:pt x="702" y="345"/>
                    <a:pt x="702" y="345"/>
                  </a:cubicBezTo>
                  <a:cubicBezTo>
                    <a:pt x="698" y="338"/>
                    <a:pt x="698" y="338"/>
                    <a:pt x="698" y="338"/>
                  </a:cubicBezTo>
                  <a:cubicBezTo>
                    <a:pt x="696" y="335"/>
                    <a:pt x="694" y="331"/>
                    <a:pt x="694" y="328"/>
                  </a:cubicBezTo>
                  <a:cubicBezTo>
                    <a:pt x="693" y="323"/>
                    <a:pt x="693" y="323"/>
                    <a:pt x="693" y="323"/>
                  </a:cubicBezTo>
                  <a:cubicBezTo>
                    <a:pt x="694" y="320"/>
                    <a:pt x="694" y="318"/>
                    <a:pt x="693" y="315"/>
                  </a:cubicBezTo>
                  <a:cubicBezTo>
                    <a:pt x="692" y="311"/>
                    <a:pt x="689" y="308"/>
                    <a:pt x="687" y="305"/>
                  </a:cubicBezTo>
                  <a:cubicBezTo>
                    <a:pt x="684" y="301"/>
                    <a:pt x="684" y="301"/>
                    <a:pt x="684" y="301"/>
                  </a:cubicBezTo>
                  <a:cubicBezTo>
                    <a:pt x="682" y="298"/>
                    <a:pt x="683" y="296"/>
                    <a:pt x="683" y="292"/>
                  </a:cubicBezTo>
                  <a:cubicBezTo>
                    <a:pt x="684" y="289"/>
                    <a:pt x="684" y="289"/>
                    <a:pt x="684" y="289"/>
                  </a:cubicBezTo>
                  <a:cubicBezTo>
                    <a:pt x="685" y="283"/>
                    <a:pt x="683" y="279"/>
                    <a:pt x="680" y="274"/>
                  </a:cubicBezTo>
                  <a:cubicBezTo>
                    <a:pt x="677" y="269"/>
                    <a:pt x="677" y="269"/>
                    <a:pt x="677" y="269"/>
                  </a:cubicBezTo>
                  <a:cubicBezTo>
                    <a:pt x="674" y="266"/>
                    <a:pt x="672" y="263"/>
                    <a:pt x="671" y="260"/>
                  </a:cubicBezTo>
                  <a:cubicBezTo>
                    <a:pt x="671" y="259"/>
                    <a:pt x="671" y="257"/>
                    <a:pt x="671" y="257"/>
                  </a:cubicBezTo>
                  <a:cubicBezTo>
                    <a:pt x="671" y="257"/>
                    <a:pt x="671" y="251"/>
                    <a:pt x="671" y="251"/>
                  </a:cubicBezTo>
                  <a:cubicBezTo>
                    <a:pt x="671" y="246"/>
                    <a:pt x="671" y="246"/>
                    <a:pt x="671" y="246"/>
                  </a:cubicBezTo>
                  <a:cubicBezTo>
                    <a:pt x="670" y="239"/>
                    <a:pt x="667" y="234"/>
                    <a:pt x="664" y="229"/>
                  </a:cubicBezTo>
                  <a:cubicBezTo>
                    <a:pt x="661" y="224"/>
                    <a:pt x="658" y="220"/>
                    <a:pt x="658" y="215"/>
                  </a:cubicBezTo>
                  <a:cubicBezTo>
                    <a:pt x="658" y="211"/>
                    <a:pt x="658" y="211"/>
                    <a:pt x="658" y="211"/>
                  </a:cubicBezTo>
                  <a:cubicBezTo>
                    <a:pt x="658" y="210"/>
                    <a:pt x="658" y="209"/>
                    <a:pt x="658" y="208"/>
                  </a:cubicBezTo>
                  <a:cubicBezTo>
                    <a:pt x="658" y="206"/>
                    <a:pt x="658" y="203"/>
                    <a:pt x="657" y="201"/>
                  </a:cubicBezTo>
                  <a:cubicBezTo>
                    <a:pt x="653" y="194"/>
                    <a:pt x="653" y="194"/>
                    <a:pt x="653" y="194"/>
                  </a:cubicBezTo>
                  <a:cubicBezTo>
                    <a:pt x="652" y="191"/>
                    <a:pt x="650" y="189"/>
                    <a:pt x="650" y="186"/>
                  </a:cubicBezTo>
                  <a:cubicBezTo>
                    <a:pt x="650" y="186"/>
                    <a:pt x="650" y="179"/>
                    <a:pt x="650" y="179"/>
                  </a:cubicBezTo>
                  <a:cubicBezTo>
                    <a:pt x="650" y="178"/>
                    <a:pt x="650" y="176"/>
                    <a:pt x="650" y="175"/>
                  </a:cubicBezTo>
                  <a:cubicBezTo>
                    <a:pt x="650" y="173"/>
                    <a:pt x="650" y="171"/>
                    <a:pt x="649" y="169"/>
                  </a:cubicBezTo>
                  <a:cubicBezTo>
                    <a:pt x="648" y="165"/>
                    <a:pt x="648" y="165"/>
                    <a:pt x="648" y="165"/>
                  </a:cubicBezTo>
                  <a:cubicBezTo>
                    <a:pt x="648" y="165"/>
                    <a:pt x="646" y="163"/>
                    <a:pt x="646" y="163"/>
                  </a:cubicBezTo>
                  <a:cubicBezTo>
                    <a:pt x="646" y="163"/>
                    <a:pt x="645" y="162"/>
                    <a:pt x="645" y="162"/>
                  </a:cubicBezTo>
                  <a:cubicBezTo>
                    <a:pt x="645" y="162"/>
                    <a:pt x="645" y="162"/>
                    <a:pt x="645" y="162"/>
                  </a:cubicBezTo>
                  <a:cubicBezTo>
                    <a:pt x="645" y="161"/>
                    <a:pt x="644" y="160"/>
                    <a:pt x="644" y="160"/>
                  </a:cubicBezTo>
                  <a:cubicBezTo>
                    <a:pt x="643" y="160"/>
                    <a:pt x="642" y="161"/>
                    <a:pt x="642" y="162"/>
                  </a:cubicBezTo>
                  <a:cubicBezTo>
                    <a:pt x="642" y="162"/>
                    <a:pt x="642" y="162"/>
                    <a:pt x="642" y="162"/>
                  </a:cubicBezTo>
                  <a:cubicBezTo>
                    <a:pt x="642" y="162"/>
                    <a:pt x="642" y="162"/>
                    <a:pt x="642" y="162"/>
                  </a:cubicBezTo>
                  <a:cubicBezTo>
                    <a:pt x="642" y="164"/>
                    <a:pt x="644" y="169"/>
                    <a:pt x="645" y="170"/>
                  </a:cubicBezTo>
                  <a:cubicBezTo>
                    <a:pt x="645" y="170"/>
                    <a:pt x="645" y="170"/>
                    <a:pt x="645" y="171"/>
                  </a:cubicBezTo>
                  <a:cubicBezTo>
                    <a:pt x="645" y="172"/>
                    <a:pt x="644" y="173"/>
                    <a:pt x="644" y="175"/>
                  </a:cubicBezTo>
                  <a:cubicBezTo>
                    <a:pt x="644" y="178"/>
                    <a:pt x="644" y="178"/>
                    <a:pt x="644" y="178"/>
                  </a:cubicBezTo>
                  <a:cubicBezTo>
                    <a:pt x="644" y="179"/>
                    <a:pt x="644" y="181"/>
                    <a:pt x="644" y="182"/>
                  </a:cubicBezTo>
                  <a:cubicBezTo>
                    <a:pt x="644" y="183"/>
                    <a:pt x="644" y="185"/>
                    <a:pt x="644" y="187"/>
                  </a:cubicBezTo>
                  <a:cubicBezTo>
                    <a:pt x="645" y="191"/>
                    <a:pt x="647" y="194"/>
                    <a:pt x="648" y="197"/>
                  </a:cubicBezTo>
                  <a:cubicBezTo>
                    <a:pt x="651" y="203"/>
                    <a:pt x="651" y="203"/>
                    <a:pt x="651" y="203"/>
                  </a:cubicBezTo>
                  <a:cubicBezTo>
                    <a:pt x="652" y="205"/>
                    <a:pt x="652" y="206"/>
                    <a:pt x="652" y="208"/>
                  </a:cubicBezTo>
                  <a:cubicBezTo>
                    <a:pt x="652" y="209"/>
                    <a:pt x="652" y="210"/>
                    <a:pt x="652" y="211"/>
                  </a:cubicBezTo>
                  <a:cubicBezTo>
                    <a:pt x="652" y="215"/>
                    <a:pt x="652" y="215"/>
                    <a:pt x="652" y="215"/>
                  </a:cubicBezTo>
                  <a:cubicBezTo>
                    <a:pt x="652" y="222"/>
                    <a:pt x="655" y="227"/>
                    <a:pt x="659" y="232"/>
                  </a:cubicBezTo>
                  <a:cubicBezTo>
                    <a:pt x="661" y="236"/>
                    <a:pt x="663" y="240"/>
                    <a:pt x="664" y="244"/>
                  </a:cubicBezTo>
                  <a:cubicBezTo>
                    <a:pt x="663" y="241"/>
                    <a:pt x="661" y="239"/>
                    <a:pt x="660" y="237"/>
                  </a:cubicBezTo>
                  <a:cubicBezTo>
                    <a:pt x="657" y="233"/>
                    <a:pt x="657" y="233"/>
                    <a:pt x="657" y="233"/>
                  </a:cubicBezTo>
                  <a:cubicBezTo>
                    <a:pt x="654" y="229"/>
                    <a:pt x="652" y="227"/>
                    <a:pt x="649" y="224"/>
                  </a:cubicBezTo>
                  <a:cubicBezTo>
                    <a:pt x="646" y="221"/>
                    <a:pt x="646" y="221"/>
                    <a:pt x="646" y="221"/>
                  </a:cubicBezTo>
                  <a:cubicBezTo>
                    <a:pt x="643" y="218"/>
                    <a:pt x="641" y="215"/>
                    <a:pt x="639" y="212"/>
                  </a:cubicBezTo>
                  <a:cubicBezTo>
                    <a:pt x="636" y="209"/>
                    <a:pt x="634" y="206"/>
                    <a:pt x="631" y="204"/>
                  </a:cubicBezTo>
                  <a:cubicBezTo>
                    <a:pt x="628" y="202"/>
                    <a:pt x="628" y="202"/>
                    <a:pt x="628" y="202"/>
                  </a:cubicBezTo>
                  <a:cubicBezTo>
                    <a:pt x="628" y="202"/>
                    <a:pt x="628" y="202"/>
                    <a:pt x="628" y="202"/>
                  </a:cubicBezTo>
                  <a:cubicBezTo>
                    <a:pt x="628" y="201"/>
                    <a:pt x="627" y="201"/>
                    <a:pt x="626" y="202"/>
                  </a:cubicBezTo>
                  <a:cubicBezTo>
                    <a:pt x="626" y="202"/>
                    <a:pt x="626" y="203"/>
                    <a:pt x="626" y="203"/>
                  </a:cubicBezTo>
                  <a:cubicBezTo>
                    <a:pt x="626" y="203"/>
                    <a:pt x="626" y="204"/>
                    <a:pt x="626" y="204"/>
                  </a:cubicBezTo>
                  <a:cubicBezTo>
                    <a:pt x="626" y="204"/>
                    <a:pt x="626" y="204"/>
                    <a:pt x="626" y="204"/>
                  </a:cubicBezTo>
                  <a:cubicBezTo>
                    <a:pt x="626" y="204"/>
                    <a:pt x="626" y="204"/>
                    <a:pt x="626" y="204"/>
                  </a:cubicBezTo>
                  <a:cubicBezTo>
                    <a:pt x="628" y="206"/>
                    <a:pt x="630" y="208"/>
                    <a:pt x="631" y="211"/>
                  </a:cubicBezTo>
                  <a:cubicBezTo>
                    <a:pt x="634" y="215"/>
                    <a:pt x="634" y="215"/>
                    <a:pt x="634" y="215"/>
                  </a:cubicBezTo>
                  <a:cubicBezTo>
                    <a:pt x="636" y="219"/>
                    <a:pt x="638" y="222"/>
                    <a:pt x="642" y="225"/>
                  </a:cubicBezTo>
                  <a:cubicBezTo>
                    <a:pt x="645" y="228"/>
                    <a:pt x="645" y="228"/>
                    <a:pt x="645" y="228"/>
                  </a:cubicBezTo>
                  <a:cubicBezTo>
                    <a:pt x="647" y="231"/>
                    <a:pt x="650" y="233"/>
                    <a:pt x="652" y="237"/>
                  </a:cubicBezTo>
                  <a:cubicBezTo>
                    <a:pt x="655" y="241"/>
                    <a:pt x="655" y="241"/>
                    <a:pt x="655" y="241"/>
                  </a:cubicBezTo>
                  <a:cubicBezTo>
                    <a:pt x="659" y="246"/>
                    <a:pt x="663" y="252"/>
                    <a:pt x="665" y="259"/>
                  </a:cubicBezTo>
                  <a:cubicBezTo>
                    <a:pt x="665" y="259"/>
                    <a:pt x="666" y="261"/>
                    <a:pt x="666" y="261"/>
                  </a:cubicBezTo>
                  <a:cubicBezTo>
                    <a:pt x="667" y="266"/>
                    <a:pt x="669" y="269"/>
                    <a:pt x="672" y="273"/>
                  </a:cubicBezTo>
                  <a:cubicBezTo>
                    <a:pt x="675" y="277"/>
                    <a:pt x="675" y="277"/>
                    <a:pt x="675" y="277"/>
                  </a:cubicBezTo>
                  <a:cubicBezTo>
                    <a:pt x="677" y="280"/>
                    <a:pt x="678" y="283"/>
                    <a:pt x="678" y="286"/>
                  </a:cubicBezTo>
                  <a:cubicBezTo>
                    <a:pt x="678" y="286"/>
                    <a:pt x="678" y="287"/>
                    <a:pt x="678" y="288"/>
                  </a:cubicBezTo>
                  <a:cubicBezTo>
                    <a:pt x="678" y="291"/>
                    <a:pt x="678" y="291"/>
                    <a:pt x="678" y="291"/>
                  </a:cubicBezTo>
                  <a:cubicBezTo>
                    <a:pt x="677" y="293"/>
                    <a:pt x="677" y="295"/>
                    <a:pt x="677" y="296"/>
                  </a:cubicBezTo>
                  <a:cubicBezTo>
                    <a:pt x="677" y="299"/>
                    <a:pt x="677" y="301"/>
                    <a:pt x="679" y="304"/>
                  </a:cubicBezTo>
                  <a:cubicBezTo>
                    <a:pt x="682" y="309"/>
                    <a:pt x="682" y="309"/>
                    <a:pt x="682" y="309"/>
                  </a:cubicBezTo>
                  <a:cubicBezTo>
                    <a:pt x="684" y="311"/>
                    <a:pt x="686" y="313"/>
                    <a:pt x="687" y="316"/>
                  </a:cubicBezTo>
                  <a:cubicBezTo>
                    <a:pt x="687" y="317"/>
                    <a:pt x="688" y="318"/>
                    <a:pt x="688" y="319"/>
                  </a:cubicBezTo>
                  <a:cubicBezTo>
                    <a:pt x="688" y="320"/>
                    <a:pt x="688" y="321"/>
                    <a:pt x="687" y="322"/>
                  </a:cubicBezTo>
                  <a:cubicBezTo>
                    <a:pt x="687" y="323"/>
                    <a:pt x="687" y="324"/>
                    <a:pt x="687" y="325"/>
                  </a:cubicBezTo>
                  <a:cubicBezTo>
                    <a:pt x="687" y="326"/>
                    <a:pt x="687" y="328"/>
                    <a:pt x="688" y="329"/>
                  </a:cubicBezTo>
                  <a:cubicBezTo>
                    <a:pt x="689" y="333"/>
                    <a:pt x="691" y="337"/>
                    <a:pt x="693" y="341"/>
                  </a:cubicBezTo>
                  <a:cubicBezTo>
                    <a:pt x="697" y="348"/>
                    <a:pt x="697" y="348"/>
                    <a:pt x="697" y="348"/>
                  </a:cubicBezTo>
                  <a:cubicBezTo>
                    <a:pt x="700" y="354"/>
                    <a:pt x="700" y="354"/>
                    <a:pt x="700" y="354"/>
                  </a:cubicBezTo>
                  <a:cubicBezTo>
                    <a:pt x="700" y="354"/>
                    <a:pt x="700" y="354"/>
                    <a:pt x="700" y="354"/>
                  </a:cubicBezTo>
                  <a:cubicBezTo>
                    <a:pt x="700" y="355"/>
                    <a:pt x="700" y="355"/>
                    <a:pt x="700" y="355"/>
                  </a:cubicBezTo>
                  <a:cubicBezTo>
                    <a:pt x="692" y="358"/>
                    <a:pt x="685" y="362"/>
                    <a:pt x="677" y="366"/>
                  </a:cubicBezTo>
                  <a:cubicBezTo>
                    <a:pt x="676" y="366"/>
                    <a:pt x="655" y="375"/>
                    <a:pt x="655" y="375"/>
                  </a:cubicBezTo>
                  <a:cubicBezTo>
                    <a:pt x="655" y="375"/>
                    <a:pt x="655" y="375"/>
                    <a:pt x="655" y="375"/>
                  </a:cubicBezTo>
                  <a:cubicBezTo>
                    <a:pt x="654" y="363"/>
                    <a:pt x="650" y="352"/>
                    <a:pt x="646" y="342"/>
                  </a:cubicBezTo>
                  <a:cubicBezTo>
                    <a:pt x="644" y="337"/>
                    <a:pt x="644" y="337"/>
                    <a:pt x="644" y="337"/>
                  </a:cubicBezTo>
                  <a:cubicBezTo>
                    <a:pt x="641" y="331"/>
                    <a:pt x="641" y="325"/>
                    <a:pt x="641" y="319"/>
                  </a:cubicBezTo>
                  <a:cubicBezTo>
                    <a:pt x="640" y="311"/>
                    <a:pt x="640" y="311"/>
                    <a:pt x="640" y="311"/>
                  </a:cubicBezTo>
                  <a:cubicBezTo>
                    <a:pt x="640" y="311"/>
                    <a:pt x="639" y="303"/>
                    <a:pt x="639" y="303"/>
                  </a:cubicBezTo>
                  <a:cubicBezTo>
                    <a:pt x="637" y="298"/>
                    <a:pt x="637" y="295"/>
                    <a:pt x="637" y="291"/>
                  </a:cubicBezTo>
                  <a:cubicBezTo>
                    <a:pt x="637" y="287"/>
                    <a:pt x="638" y="283"/>
                    <a:pt x="640" y="277"/>
                  </a:cubicBezTo>
                  <a:cubicBezTo>
                    <a:pt x="640" y="275"/>
                    <a:pt x="640" y="272"/>
                    <a:pt x="640" y="270"/>
                  </a:cubicBezTo>
                  <a:cubicBezTo>
                    <a:pt x="640" y="267"/>
                    <a:pt x="640" y="264"/>
                    <a:pt x="639" y="261"/>
                  </a:cubicBezTo>
                  <a:cubicBezTo>
                    <a:pt x="639" y="261"/>
                    <a:pt x="639" y="257"/>
                    <a:pt x="639" y="257"/>
                  </a:cubicBezTo>
                  <a:cubicBezTo>
                    <a:pt x="638" y="255"/>
                    <a:pt x="638" y="252"/>
                    <a:pt x="638" y="251"/>
                  </a:cubicBezTo>
                  <a:cubicBezTo>
                    <a:pt x="638" y="250"/>
                    <a:pt x="638" y="249"/>
                    <a:pt x="638" y="248"/>
                  </a:cubicBezTo>
                  <a:cubicBezTo>
                    <a:pt x="638" y="248"/>
                    <a:pt x="638" y="248"/>
                    <a:pt x="638" y="248"/>
                  </a:cubicBezTo>
                  <a:cubicBezTo>
                    <a:pt x="638" y="248"/>
                    <a:pt x="638" y="248"/>
                    <a:pt x="638" y="248"/>
                  </a:cubicBezTo>
                  <a:cubicBezTo>
                    <a:pt x="638" y="247"/>
                    <a:pt x="638" y="247"/>
                    <a:pt x="637" y="246"/>
                  </a:cubicBezTo>
                  <a:cubicBezTo>
                    <a:pt x="637" y="246"/>
                    <a:pt x="636" y="246"/>
                    <a:pt x="635" y="247"/>
                  </a:cubicBezTo>
                  <a:cubicBezTo>
                    <a:pt x="635" y="247"/>
                    <a:pt x="635" y="248"/>
                    <a:pt x="635" y="248"/>
                  </a:cubicBezTo>
                  <a:cubicBezTo>
                    <a:pt x="635" y="248"/>
                    <a:pt x="635" y="248"/>
                    <a:pt x="635" y="248"/>
                  </a:cubicBezTo>
                  <a:cubicBezTo>
                    <a:pt x="635" y="248"/>
                    <a:pt x="635" y="247"/>
                    <a:pt x="635" y="247"/>
                  </a:cubicBezTo>
                  <a:cubicBezTo>
                    <a:pt x="634" y="250"/>
                    <a:pt x="633" y="253"/>
                    <a:pt x="633" y="257"/>
                  </a:cubicBezTo>
                  <a:cubicBezTo>
                    <a:pt x="633" y="258"/>
                    <a:pt x="633" y="260"/>
                    <a:pt x="633" y="262"/>
                  </a:cubicBezTo>
                  <a:cubicBezTo>
                    <a:pt x="634" y="265"/>
                    <a:pt x="634" y="268"/>
                    <a:pt x="634" y="270"/>
                  </a:cubicBezTo>
                  <a:cubicBezTo>
                    <a:pt x="634" y="272"/>
                    <a:pt x="634" y="273"/>
                    <a:pt x="634" y="275"/>
                  </a:cubicBezTo>
                  <a:cubicBezTo>
                    <a:pt x="632" y="281"/>
                    <a:pt x="631" y="286"/>
                    <a:pt x="631" y="291"/>
                  </a:cubicBezTo>
                  <a:cubicBezTo>
                    <a:pt x="630" y="290"/>
                    <a:pt x="628" y="288"/>
                    <a:pt x="628" y="288"/>
                  </a:cubicBezTo>
                  <a:cubicBezTo>
                    <a:pt x="625" y="284"/>
                    <a:pt x="625" y="279"/>
                    <a:pt x="625" y="274"/>
                  </a:cubicBezTo>
                  <a:cubicBezTo>
                    <a:pt x="625" y="274"/>
                    <a:pt x="625" y="273"/>
                    <a:pt x="625" y="273"/>
                  </a:cubicBezTo>
                  <a:cubicBezTo>
                    <a:pt x="625" y="264"/>
                    <a:pt x="624" y="258"/>
                    <a:pt x="618" y="251"/>
                  </a:cubicBezTo>
                  <a:cubicBezTo>
                    <a:pt x="618" y="251"/>
                    <a:pt x="615" y="247"/>
                    <a:pt x="615" y="247"/>
                  </a:cubicBezTo>
                  <a:cubicBezTo>
                    <a:pt x="619" y="242"/>
                    <a:pt x="620" y="236"/>
                    <a:pt x="620" y="229"/>
                  </a:cubicBezTo>
                  <a:cubicBezTo>
                    <a:pt x="620" y="225"/>
                    <a:pt x="620" y="222"/>
                    <a:pt x="619" y="219"/>
                  </a:cubicBezTo>
                  <a:cubicBezTo>
                    <a:pt x="619" y="219"/>
                    <a:pt x="618" y="212"/>
                    <a:pt x="618" y="212"/>
                  </a:cubicBezTo>
                  <a:cubicBezTo>
                    <a:pt x="618" y="210"/>
                    <a:pt x="618" y="208"/>
                    <a:pt x="618" y="207"/>
                  </a:cubicBezTo>
                  <a:cubicBezTo>
                    <a:pt x="618" y="206"/>
                    <a:pt x="618" y="206"/>
                    <a:pt x="618" y="206"/>
                  </a:cubicBezTo>
                  <a:cubicBezTo>
                    <a:pt x="618" y="205"/>
                    <a:pt x="618" y="205"/>
                    <a:pt x="618" y="205"/>
                  </a:cubicBezTo>
                  <a:cubicBezTo>
                    <a:pt x="618" y="205"/>
                    <a:pt x="618" y="205"/>
                    <a:pt x="618" y="205"/>
                  </a:cubicBezTo>
                  <a:cubicBezTo>
                    <a:pt x="618" y="204"/>
                    <a:pt x="617" y="204"/>
                    <a:pt x="616" y="204"/>
                  </a:cubicBezTo>
                  <a:cubicBezTo>
                    <a:pt x="616" y="204"/>
                    <a:pt x="615" y="204"/>
                    <a:pt x="615" y="205"/>
                  </a:cubicBezTo>
                  <a:cubicBezTo>
                    <a:pt x="615" y="205"/>
                    <a:pt x="615" y="205"/>
                    <a:pt x="615" y="205"/>
                  </a:cubicBezTo>
                  <a:cubicBezTo>
                    <a:pt x="615" y="205"/>
                    <a:pt x="615" y="205"/>
                    <a:pt x="615" y="205"/>
                  </a:cubicBezTo>
                  <a:cubicBezTo>
                    <a:pt x="615" y="206"/>
                    <a:pt x="615" y="206"/>
                    <a:pt x="615" y="207"/>
                  </a:cubicBezTo>
                  <a:cubicBezTo>
                    <a:pt x="615" y="207"/>
                    <a:pt x="615" y="207"/>
                    <a:pt x="615" y="207"/>
                  </a:cubicBezTo>
                  <a:cubicBezTo>
                    <a:pt x="614" y="208"/>
                    <a:pt x="614" y="209"/>
                    <a:pt x="614" y="211"/>
                  </a:cubicBezTo>
                  <a:cubicBezTo>
                    <a:pt x="614" y="214"/>
                    <a:pt x="614" y="216"/>
                    <a:pt x="615" y="219"/>
                  </a:cubicBezTo>
                  <a:cubicBezTo>
                    <a:pt x="615" y="222"/>
                    <a:pt x="615" y="225"/>
                    <a:pt x="615" y="228"/>
                  </a:cubicBezTo>
                  <a:cubicBezTo>
                    <a:pt x="615" y="234"/>
                    <a:pt x="614" y="240"/>
                    <a:pt x="612" y="243"/>
                  </a:cubicBezTo>
                  <a:cubicBezTo>
                    <a:pt x="612" y="243"/>
                    <a:pt x="612" y="243"/>
                    <a:pt x="612" y="243"/>
                  </a:cubicBezTo>
                  <a:cubicBezTo>
                    <a:pt x="606" y="236"/>
                    <a:pt x="601" y="230"/>
                    <a:pt x="601" y="221"/>
                  </a:cubicBezTo>
                  <a:cubicBezTo>
                    <a:pt x="601" y="220"/>
                    <a:pt x="600" y="219"/>
                    <a:pt x="599" y="219"/>
                  </a:cubicBezTo>
                  <a:cubicBezTo>
                    <a:pt x="598" y="219"/>
                    <a:pt x="598" y="220"/>
                    <a:pt x="598" y="221"/>
                  </a:cubicBezTo>
                  <a:cubicBezTo>
                    <a:pt x="598" y="221"/>
                    <a:pt x="598" y="221"/>
                    <a:pt x="598" y="221"/>
                  </a:cubicBezTo>
                  <a:cubicBezTo>
                    <a:pt x="598" y="221"/>
                    <a:pt x="598" y="221"/>
                    <a:pt x="598" y="221"/>
                  </a:cubicBezTo>
                  <a:cubicBezTo>
                    <a:pt x="598" y="221"/>
                    <a:pt x="598" y="221"/>
                    <a:pt x="598" y="221"/>
                  </a:cubicBezTo>
                  <a:cubicBezTo>
                    <a:pt x="599" y="234"/>
                    <a:pt x="603" y="241"/>
                    <a:pt x="610" y="250"/>
                  </a:cubicBezTo>
                  <a:cubicBezTo>
                    <a:pt x="613" y="254"/>
                    <a:pt x="613" y="254"/>
                    <a:pt x="613" y="254"/>
                  </a:cubicBezTo>
                  <a:cubicBezTo>
                    <a:pt x="618" y="261"/>
                    <a:pt x="619" y="265"/>
                    <a:pt x="619" y="273"/>
                  </a:cubicBezTo>
                  <a:cubicBezTo>
                    <a:pt x="619" y="273"/>
                    <a:pt x="619" y="274"/>
                    <a:pt x="619" y="274"/>
                  </a:cubicBezTo>
                  <a:cubicBezTo>
                    <a:pt x="619" y="280"/>
                    <a:pt x="619" y="286"/>
                    <a:pt x="623" y="292"/>
                  </a:cubicBezTo>
                  <a:cubicBezTo>
                    <a:pt x="627" y="296"/>
                    <a:pt x="627" y="296"/>
                    <a:pt x="627" y="296"/>
                  </a:cubicBezTo>
                  <a:cubicBezTo>
                    <a:pt x="629" y="297"/>
                    <a:pt x="630" y="298"/>
                    <a:pt x="631" y="300"/>
                  </a:cubicBezTo>
                  <a:cubicBezTo>
                    <a:pt x="633" y="303"/>
                    <a:pt x="633" y="307"/>
                    <a:pt x="634" y="311"/>
                  </a:cubicBezTo>
                  <a:cubicBezTo>
                    <a:pt x="634" y="311"/>
                    <a:pt x="635" y="320"/>
                    <a:pt x="635" y="320"/>
                  </a:cubicBezTo>
                  <a:cubicBezTo>
                    <a:pt x="635" y="326"/>
                    <a:pt x="635" y="332"/>
                    <a:pt x="638" y="339"/>
                  </a:cubicBezTo>
                  <a:cubicBezTo>
                    <a:pt x="640" y="344"/>
                    <a:pt x="640" y="344"/>
                    <a:pt x="640" y="344"/>
                  </a:cubicBezTo>
                  <a:cubicBezTo>
                    <a:pt x="644" y="354"/>
                    <a:pt x="648" y="364"/>
                    <a:pt x="649" y="376"/>
                  </a:cubicBezTo>
                  <a:cubicBezTo>
                    <a:pt x="649" y="376"/>
                    <a:pt x="649" y="376"/>
                    <a:pt x="649" y="377"/>
                  </a:cubicBezTo>
                  <a:cubicBezTo>
                    <a:pt x="649" y="378"/>
                    <a:pt x="649" y="378"/>
                    <a:pt x="648" y="378"/>
                  </a:cubicBezTo>
                  <a:cubicBezTo>
                    <a:pt x="640" y="382"/>
                    <a:pt x="632" y="385"/>
                    <a:pt x="624" y="387"/>
                  </a:cubicBezTo>
                  <a:cubicBezTo>
                    <a:pt x="624" y="387"/>
                    <a:pt x="606" y="393"/>
                    <a:pt x="606" y="393"/>
                  </a:cubicBezTo>
                  <a:cubicBezTo>
                    <a:pt x="607" y="393"/>
                    <a:pt x="605" y="393"/>
                    <a:pt x="605" y="393"/>
                  </a:cubicBezTo>
                  <a:cubicBezTo>
                    <a:pt x="605" y="389"/>
                    <a:pt x="605" y="389"/>
                    <a:pt x="605" y="389"/>
                  </a:cubicBezTo>
                  <a:cubicBezTo>
                    <a:pt x="605" y="384"/>
                    <a:pt x="605" y="384"/>
                    <a:pt x="605" y="384"/>
                  </a:cubicBezTo>
                  <a:cubicBezTo>
                    <a:pt x="606" y="383"/>
                    <a:pt x="606" y="381"/>
                    <a:pt x="606" y="380"/>
                  </a:cubicBezTo>
                  <a:cubicBezTo>
                    <a:pt x="606" y="379"/>
                    <a:pt x="606" y="377"/>
                    <a:pt x="605" y="376"/>
                  </a:cubicBezTo>
                  <a:cubicBezTo>
                    <a:pt x="604" y="372"/>
                    <a:pt x="602" y="369"/>
                    <a:pt x="599" y="367"/>
                  </a:cubicBezTo>
                  <a:cubicBezTo>
                    <a:pt x="598" y="364"/>
                    <a:pt x="596" y="362"/>
                    <a:pt x="595" y="360"/>
                  </a:cubicBezTo>
                  <a:cubicBezTo>
                    <a:pt x="594" y="358"/>
                    <a:pt x="594" y="355"/>
                    <a:pt x="594" y="353"/>
                  </a:cubicBezTo>
                  <a:cubicBezTo>
                    <a:pt x="594" y="351"/>
                    <a:pt x="594" y="350"/>
                    <a:pt x="594" y="348"/>
                  </a:cubicBezTo>
                  <a:cubicBezTo>
                    <a:pt x="594" y="339"/>
                    <a:pt x="594" y="339"/>
                    <a:pt x="594" y="339"/>
                  </a:cubicBezTo>
                  <a:cubicBezTo>
                    <a:pt x="593" y="331"/>
                    <a:pt x="590" y="325"/>
                    <a:pt x="586" y="320"/>
                  </a:cubicBezTo>
                  <a:cubicBezTo>
                    <a:pt x="582" y="312"/>
                    <a:pt x="582" y="312"/>
                    <a:pt x="582" y="312"/>
                  </a:cubicBezTo>
                  <a:cubicBezTo>
                    <a:pt x="581" y="309"/>
                    <a:pt x="580" y="305"/>
                    <a:pt x="580" y="301"/>
                  </a:cubicBezTo>
                  <a:cubicBezTo>
                    <a:pt x="582" y="292"/>
                    <a:pt x="582" y="292"/>
                    <a:pt x="582" y="292"/>
                  </a:cubicBezTo>
                  <a:cubicBezTo>
                    <a:pt x="584" y="287"/>
                    <a:pt x="585" y="282"/>
                    <a:pt x="585" y="277"/>
                  </a:cubicBezTo>
                  <a:cubicBezTo>
                    <a:pt x="585" y="276"/>
                    <a:pt x="585" y="276"/>
                    <a:pt x="585" y="275"/>
                  </a:cubicBezTo>
                  <a:cubicBezTo>
                    <a:pt x="585" y="273"/>
                    <a:pt x="585" y="273"/>
                    <a:pt x="585" y="273"/>
                  </a:cubicBezTo>
                  <a:cubicBezTo>
                    <a:pt x="585" y="271"/>
                    <a:pt x="585" y="270"/>
                    <a:pt x="585" y="269"/>
                  </a:cubicBezTo>
                  <a:cubicBezTo>
                    <a:pt x="585" y="268"/>
                    <a:pt x="585" y="267"/>
                    <a:pt x="586" y="265"/>
                  </a:cubicBezTo>
                  <a:cubicBezTo>
                    <a:pt x="587" y="263"/>
                    <a:pt x="587" y="263"/>
                    <a:pt x="587" y="263"/>
                  </a:cubicBezTo>
                  <a:cubicBezTo>
                    <a:pt x="587" y="262"/>
                    <a:pt x="587" y="261"/>
                    <a:pt x="587" y="260"/>
                  </a:cubicBezTo>
                  <a:cubicBezTo>
                    <a:pt x="587" y="259"/>
                    <a:pt x="587" y="257"/>
                    <a:pt x="586" y="255"/>
                  </a:cubicBezTo>
                  <a:cubicBezTo>
                    <a:pt x="586" y="255"/>
                    <a:pt x="586" y="255"/>
                    <a:pt x="586" y="255"/>
                  </a:cubicBezTo>
                  <a:cubicBezTo>
                    <a:pt x="585" y="254"/>
                    <a:pt x="584" y="254"/>
                    <a:pt x="584" y="255"/>
                  </a:cubicBezTo>
                  <a:cubicBezTo>
                    <a:pt x="583" y="255"/>
                    <a:pt x="583" y="255"/>
                    <a:pt x="583" y="256"/>
                  </a:cubicBezTo>
                  <a:cubicBezTo>
                    <a:pt x="583" y="256"/>
                    <a:pt x="583" y="256"/>
                    <a:pt x="583" y="257"/>
                  </a:cubicBezTo>
                  <a:cubicBezTo>
                    <a:pt x="583" y="257"/>
                    <a:pt x="583" y="257"/>
                    <a:pt x="583" y="257"/>
                  </a:cubicBezTo>
                  <a:cubicBezTo>
                    <a:pt x="583" y="257"/>
                    <a:pt x="583" y="258"/>
                    <a:pt x="582" y="259"/>
                  </a:cubicBezTo>
                  <a:cubicBezTo>
                    <a:pt x="581" y="260"/>
                    <a:pt x="581" y="260"/>
                    <a:pt x="581" y="260"/>
                  </a:cubicBezTo>
                  <a:cubicBezTo>
                    <a:pt x="580" y="262"/>
                    <a:pt x="580" y="262"/>
                    <a:pt x="580" y="262"/>
                  </a:cubicBezTo>
                  <a:cubicBezTo>
                    <a:pt x="579" y="265"/>
                    <a:pt x="579" y="267"/>
                    <a:pt x="579" y="269"/>
                  </a:cubicBezTo>
                  <a:cubicBezTo>
                    <a:pt x="579" y="271"/>
                    <a:pt x="579" y="272"/>
                    <a:pt x="579" y="274"/>
                  </a:cubicBezTo>
                  <a:cubicBezTo>
                    <a:pt x="579" y="275"/>
                    <a:pt x="579" y="275"/>
                    <a:pt x="579" y="275"/>
                  </a:cubicBezTo>
                  <a:cubicBezTo>
                    <a:pt x="579" y="276"/>
                    <a:pt x="579" y="277"/>
                    <a:pt x="579" y="277"/>
                  </a:cubicBezTo>
                  <a:cubicBezTo>
                    <a:pt x="579" y="280"/>
                    <a:pt x="579" y="283"/>
                    <a:pt x="578" y="286"/>
                  </a:cubicBezTo>
                  <a:cubicBezTo>
                    <a:pt x="576" y="282"/>
                    <a:pt x="576" y="277"/>
                    <a:pt x="575" y="273"/>
                  </a:cubicBezTo>
                  <a:cubicBezTo>
                    <a:pt x="574" y="266"/>
                    <a:pt x="574" y="266"/>
                    <a:pt x="574" y="266"/>
                  </a:cubicBezTo>
                  <a:cubicBezTo>
                    <a:pt x="570" y="245"/>
                    <a:pt x="570" y="245"/>
                    <a:pt x="570" y="245"/>
                  </a:cubicBezTo>
                  <a:cubicBezTo>
                    <a:pt x="570" y="245"/>
                    <a:pt x="569" y="244"/>
                    <a:pt x="568" y="244"/>
                  </a:cubicBezTo>
                  <a:cubicBezTo>
                    <a:pt x="567" y="244"/>
                    <a:pt x="567" y="245"/>
                    <a:pt x="567" y="246"/>
                  </a:cubicBezTo>
                  <a:cubicBezTo>
                    <a:pt x="567" y="246"/>
                    <a:pt x="568" y="267"/>
                    <a:pt x="568" y="267"/>
                  </a:cubicBezTo>
                  <a:cubicBezTo>
                    <a:pt x="569" y="273"/>
                    <a:pt x="569" y="273"/>
                    <a:pt x="569" y="273"/>
                  </a:cubicBezTo>
                  <a:cubicBezTo>
                    <a:pt x="570" y="279"/>
                    <a:pt x="571" y="285"/>
                    <a:pt x="573" y="290"/>
                  </a:cubicBezTo>
                  <a:cubicBezTo>
                    <a:pt x="574" y="294"/>
                    <a:pt x="574" y="297"/>
                    <a:pt x="574" y="300"/>
                  </a:cubicBezTo>
                  <a:cubicBezTo>
                    <a:pt x="574" y="301"/>
                    <a:pt x="574" y="301"/>
                    <a:pt x="574" y="301"/>
                  </a:cubicBezTo>
                  <a:cubicBezTo>
                    <a:pt x="574" y="306"/>
                    <a:pt x="575" y="310"/>
                    <a:pt x="577" y="315"/>
                  </a:cubicBezTo>
                  <a:cubicBezTo>
                    <a:pt x="581" y="323"/>
                    <a:pt x="581" y="323"/>
                    <a:pt x="581" y="323"/>
                  </a:cubicBezTo>
                  <a:cubicBezTo>
                    <a:pt x="585" y="328"/>
                    <a:pt x="588" y="333"/>
                    <a:pt x="588" y="339"/>
                  </a:cubicBezTo>
                  <a:cubicBezTo>
                    <a:pt x="588" y="339"/>
                    <a:pt x="588" y="348"/>
                    <a:pt x="588" y="348"/>
                  </a:cubicBezTo>
                  <a:cubicBezTo>
                    <a:pt x="588" y="349"/>
                    <a:pt x="588" y="351"/>
                    <a:pt x="588" y="353"/>
                  </a:cubicBezTo>
                  <a:cubicBezTo>
                    <a:pt x="588" y="356"/>
                    <a:pt x="588" y="359"/>
                    <a:pt x="589" y="362"/>
                  </a:cubicBezTo>
                  <a:cubicBezTo>
                    <a:pt x="590" y="365"/>
                    <a:pt x="593" y="368"/>
                    <a:pt x="595" y="370"/>
                  </a:cubicBezTo>
                  <a:cubicBezTo>
                    <a:pt x="597" y="373"/>
                    <a:pt x="599" y="375"/>
                    <a:pt x="599" y="377"/>
                  </a:cubicBezTo>
                  <a:cubicBezTo>
                    <a:pt x="600" y="378"/>
                    <a:pt x="600" y="379"/>
                    <a:pt x="600" y="380"/>
                  </a:cubicBezTo>
                  <a:cubicBezTo>
                    <a:pt x="600" y="381"/>
                    <a:pt x="600" y="383"/>
                    <a:pt x="599" y="384"/>
                  </a:cubicBezTo>
                  <a:cubicBezTo>
                    <a:pt x="599" y="389"/>
                    <a:pt x="599" y="389"/>
                    <a:pt x="599" y="389"/>
                  </a:cubicBezTo>
                  <a:cubicBezTo>
                    <a:pt x="599" y="393"/>
                    <a:pt x="599" y="393"/>
                    <a:pt x="599" y="393"/>
                  </a:cubicBezTo>
                  <a:cubicBezTo>
                    <a:pt x="599" y="393"/>
                    <a:pt x="599" y="393"/>
                    <a:pt x="599" y="393"/>
                  </a:cubicBezTo>
                  <a:cubicBezTo>
                    <a:pt x="599" y="394"/>
                    <a:pt x="599" y="395"/>
                    <a:pt x="598" y="395"/>
                  </a:cubicBezTo>
                  <a:cubicBezTo>
                    <a:pt x="598" y="395"/>
                    <a:pt x="581" y="399"/>
                    <a:pt x="581" y="399"/>
                  </a:cubicBezTo>
                  <a:cubicBezTo>
                    <a:pt x="581" y="399"/>
                    <a:pt x="570" y="402"/>
                    <a:pt x="568" y="402"/>
                  </a:cubicBezTo>
                  <a:cubicBezTo>
                    <a:pt x="568" y="402"/>
                    <a:pt x="567" y="402"/>
                    <a:pt x="567" y="402"/>
                  </a:cubicBezTo>
                  <a:cubicBezTo>
                    <a:pt x="567" y="402"/>
                    <a:pt x="567" y="402"/>
                    <a:pt x="567" y="402"/>
                  </a:cubicBezTo>
                  <a:cubicBezTo>
                    <a:pt x="567" y="401"/>
                    <a:pt x="567" y="397"/>
                    <a:pt x="567" y="397"/>
                  </a:cubicBezTo>
                  <a:cubicBezTo>
                    <a:pt x="568" y="392"/>
                    <a:pt x="568" y="388"/>
                    <a:pt x="568" y="383"/>
                  </a:cubicBezTo>
                  <a:cubicBezTo>
                    <a:pt x="568" y="380"/>
                    <a:pt x="568" y="377"/>
                    <a:pt x="567" y="374"/>
                  </a:cubicBezTo>
                  <a:cubicBezTo>
                    <a:pt x="567" y="374"/>
                    <a:pt x="566" y="369"/>
                    <a:pt x="566" y="369"/>
                  </a:cubicBezTo>
                  <a:cubicBezTo>
                    <a:pt x="565" y="368"/>
                    <a:pt x="565" y="367"/>
                    <a:pt x="565" y="366"/>
                  </a:cubicBezTo>
                  <a:cubicBezTo>
                    <a:pt x="565" y="364"/>
                    <a:pt x="566" y="363"/>
                    <a:pt x="567" y="361"/>
                  </a:cubicBezTo>
                  <a:cubicBezTo>
                    <a:pt x="572" y="352"/>
                    <a:pt x="572" y="340"/>
                    <a:pt x="572" y="336"/>
                  </a:cubicBezTo>
                  <a:cubicBezTo>
                    <a:pt x="572" y="335"/>
                    <a:pt x="572" y="335"/>
                    <a:pt x="572" y="335"/>
                  </a:cubicBezTo>
                  <a:cubicBezTo>
                    <a:pt x="572" y="334"/>
                    <a:pt x="572" y="333"/>
                    <a:pt x="571" y="333"/>
                  </a:cubicBezTo>
                  <a:cubicBezTo>
                    <a:pt x="570" y="333"/>
                    <a:pt x="570" y="334"/>
                    <a:pt x="569" y="334"/>
                  </a:cubicBezTo>
                  <a:cubicBezTo>
                    <a:pt x="567" y="344"/>
                    <a:pt x="567" y="344"/>
                    <a:pt x="567" y="344"/>
                  </a:cubicBezTo>
                  <a:cubicBezTo>
                    <a:pt x="566" y="349"/>
                    <a:pt x="564" y="353"/>
                    <a:pt x="562" y="357"/>
                  </a:cubicBezTo>
                  <a:cubicBezTo>
                    <a:pt x="561" y="358"/>
                    <a:pt x="561" y="359"/>
                    <a:pt x="561" y="360"/>
                  </a:cubicBezTo>
                  <a:cubicBezTo>
                    <a:pt x="560" y="357"/>
                    <a:pt x="559" y="355"/>
                    <a:pt x="559" y="352"/>
                  </a:cubicBezTo>
                  <a:cubicBezTo>
                    <a:pt x="559" y="351"/>
                    <a:pt x="559" y="349"/>
                    <a:pt x="560" y="348"/>
                  </a:cubicBezTo>
                  <a:cubicBezTo>
                    <a:pt x="560" y="345"/>
                    <a:pt x="560" y="345"/>
                    <a:pt x="560" y="345"/>
                  </a:cubicBezTo>
                  <a:cubicBezTo>
                    <a:pt x="560" y="345"/>
                    <a:pt x="560" y="344"/>
                    <a:pt x="560" y="344"/>
                  </a:cubicBezTo>
                  <a:cubicBezTo>
                    <a:pt x="560" y="339"/>
                    <a:pt x="557" y="335"/>
                    <a:pt x="555" y="332"/>
                  </a:cubicBezTo>
                  <a:cubicBezTo>
                    <a:pt x="554" y="330"/>
                    <a:pt x="554" y="330"/>
                    <a:pt x="554" y="330"/>
                  </a:cubicBezTo>
                  <a:cubicBezTo>
                    <a:pt x="552" y="328"/>
                    <a:pt x="551" y="326"/>
                    <a:pt x="551" y="323"/>
                  </a:cubicBezTo>
                  <a:cubicBezTo>
                    <a:pt x="551" y="322"/>
                    <a:pt x="551" y="321"/>
                    <a:pt x="551" y="321"/>
                  </a:cubicBezTo>
                  <a:cubicBezTo>
                    <a:pt x="551" y="321"/>
                    <a:pt x="551" y="320"/>
                    <a:pt x="551" y="320"/>
                  </a:cubicBezTo>
                  <a:cubicBezTo>
                    <a:pt x="551" y="320"/>
                    <a:pt x="551" y="319"/>
                    <a:pt x="550" y="319"/>
                  </a:cubicBezTo>
                  <a:cubicBezTo>
                    <a:pt x="549" y="319"/>
                    <a:pt x="548" y="319"/>
                    <a:pt x="548" y="320"/>
                  </a:cubicBezTo>
                  <a:cubicBezTo>
                    <a:pt x="548" y="320"/>
                    <a:pt x="548" y="320"/>
                    <a:pt x="548" y="320"/>
                  </a:cubicBezTo>
                  <a:cubicBezTo>
                    <a:pt x="548" y="320"/>
                    <a:pt x="548" y="320"/>
                    <a:pt x="548" y="320"/>
                  </a:cubicBezTo>
                  <a:cubicBezTo>
                    <a:pt x="548" y="320"/>
                    <a:pt x="548" y="320"/>
                    <a:pt x="548" y="320"/>
                  </a:cubicBezTo>
                  <a:cubicBezTo>
                    <a:pt x="547" y="322"/>
                    <a:pt x="547" y="324"/>
                    <a:pt x="547" y="326"/>
                  </a:cubicBezTo>
                  <a:cubicBezTo>
                    <a:pt x="547" y="330"/>
                    <a:pt x="548" y="333"/>
                    <a:pt x="550" y="335"/>
                  </a:cubicBezTo>
                  <a:cubicBezTo>
                    <a:pt x="552" y="338"/>
                    <a:pt x="554" y="341"/>
                    <a:pt x="554" y="344"/>
                  </a:cubicBezTo>
                  <a:cubicBezTo>
                    <a:pt x="554" y="344"/>
                    <a:pt x="554" y="344"/>
                    <a:pt x="554" y="345"/>
                  </a:cubicBezTo>
                  <a:cubicBezTo>
                    <a:pt x="554" y="348"/>
                    <a:pt x="554" y="348"/>
                    <a:pt x="554" y="348"/>
                  </a:cubicBezTo>
                  <a:cubicBezTo>
                    <a:pt x="553" y="349"/>
                    <a:pt x="553" y="351"/>
                    <a:pt x="553" y="352"/>
                  </a:cubicBezTo>
                  <a:cubicBezTo>
                    <a:pt x="553" y="356"/>
                    <a:pt x="554" y="359"/>
                    <a:pt x="555" y="363"/>
                  </a:cubicBezTo>
                  <a:cubicBezTo>
                    <a:pt x="555" y="363"/>
                    <a:pt x="558" y="368"/>
                    <a:pt x="558" y="368"/>
                  </a:cubicBezTo>
                  <a:cubicBezTo>
                    <a:pt x="560" y="370"/>
                    <a:pt x="561" y="372"/>
                    <a:pt x="561" y="375"/>
                  </a:cubicBezTo>
                  <a:cubicBezTo>
                    <a:pt x="562" y="377"/>
                    <a:pt x="562" y="380"/>
                    <a:pt x="562" y="383"/>
                  </a:cubicBezTo>
                  <a:cubicBezTo>
                    <a:pt x="562" y="387"/>
                    <a:pt x="562" y="392"/>
                    <a:pt x="561" y="396"/>
                  </a:cubicBezTo>
                  <a:cubicBezTo>
                    <a:pt x="561" y="397"/>
                    <a:pt x="561" y="398"/>
                    <a:pt x="561" y="399"/>
                  </a:cubicBezTo>
                  <a:cubicBezTo>
                    <a:pt x="561" y="401"/>
                    <a:pt x="561" y="403"/>
                    <a:pt x="562" y="404"/>
                  </a:cubicBezTo>
                  <a:cubicBezTo>
                    <a:pt x="562" y="405"/>
                    <a:pt x="561" y="406"/>
                    <a:pt x="561" y="406"/>
                  </a:cubicBezTo>
                  <a:cubicBezTo>
                    <a:pt x="558" y="408"/>
                    <a:pt x="555" y="411"/>
                    <a:pt x="552" y="414"/>
                  </a:cubicBezTo>
                  <a:cubicBezTo>
                    <a:pt x="552" y="414"/>
                    <a:pt x="552" y="414"/>
                    <a:pt x="551" y="414"/>
                  </a:cubicBezTo>
                  <a:cubicBezTo>
                    <a:pt x="549" y="415"/>
                    <a:pt x="549" y="415"/>
                    <a:pt x="549" y="415"/>
                  </a:cubicBezTo>
                  <a:cubicBezTo>
                    <a:pt x="549" y="415"/>
                    <a:pt x="548" y="415"/>
                    <a:pt x="548" y="415"/>
                  </a:cubicBezTo>
                  <a:cubicBezTo>
                    <a:pt x="547" y="417"/>
                    <a:pt x="544" y="415"/>
                    <a:pt x="543" y="415"/>
                  </a:cubicBezTo>
                  <a:cubicBezTo>
                    <a:pt x="540" y="413"/>
                    <a:pt x="535" y="406"/>
                    <a:pt x="532" y="400"/>
                  </a:cubicBezTo>
                  <a:cubicBezTo>
                    <a:pt x="525" y="391"/>
                    <a:pt x="519" y="381"/>
                    <a:pt x="510" y="379"/>
                  </a:cubicBezTo>
                  <a:cubicBezTo>
                    <a:pt x="510" y="377"/>
                    <a:pt x="510" y="371"/>
                    <a:pt x="510" y="371"/>
                  </a:cubicBezTo>
                  <a:cubicBezTo>
                    <a:pt x="510" y="371"/>
                    <a:pt x="511" y="353"/>
                    <a:pt x="511" y="353"/>
                  </a:cubicBezTo>
                  <a:cubicBezTo>
                    <a:pt x="511" y="353"/>
                    <a:pt x="511" y="351"/>
                    <a:pt x="511" y="351"/>
                  </a:cubicBezTo>
                  <a:cubicBezTo>
                    <a:pt x="511" y="350"/>
                    <a:pt x="511" y="350"/>
                    <a:pt x="511" y="350"/>
                  </a:cubicBezTo>
                  <a:cubicBezTo>
                    <a:pt x="512" y="328"/>
                    <a:pt x="513" y="310"/>
                    <a:pt x="516" y="294"/>
                  </a:cubicBezTo>
                  <a:cubicBezTo>
                    <a:pt x="516" y="295"/>
                    <a:pt x="516" y="292"/>
                    <a:pt x="516" y="292"/>
                  </a:cubicBezTo>
                  <a:cubicBezTo>
                    <a:pt x="516" y="288"/>
                    <a:pt x="513" y="285"/>
                    <a:pt x="509" y="285"/>
                  </a:cubicBezTo>
                  <a:cubicBezTo>
                    <a:pt x="505" y="285"/>
                    <a:pt x="502" y="288"/>
                    <a:pt x="502" y="292"/>
                  </a:cubicBezTo>
                  <a:cubicBezTo>
                    <a:pt x="502" y="292"/>
                    <a:pt x="502" y="293"/>
                    <a:pt x="502" y="294"/>
                  </a:cubicBezTo>
                  <a:cubicBezTo>
                    <a:pt x="501" y="299"/>
                    <a:pt x="501" y="304"/>
                    <a:pt x="501" y="309"/>
                  </a:cubicBezTo>
                  <a:cubicBezTo>
                    <a:pt x="500" y="304"/>
                    <a:pt x="500" y="298"/>
                    <a:pt x="499" y="293"/>
                  </a:cubicBezTo>
                  <a:cubicBezTo>
                    <a:pt x="499" y="293"/>
                    <a:pt x="499" y="292"/>
                    <a:pt x="499" y="292"/>
                  </a:cubicBezTo>
                  <a:cubicBezTo>
                    <a:pt x="499" y="288"/>
                    <a:pt x="496" y="285"/>
                    <a:pt x="492" y="285"/>
                  </a:cubicBezTo>
                  <a:cubicBezTo>
                    <a:pt x="488" y="285"/>
                    <a:pt x="485" y="288"/>
                    <a:pt x="485" y="292"/>
                  </a:cubicBezTo>
                  <a:cubicBezTo>
                    <a:pt x="486" y="295"/>
                    <a:pt x="486" y="295"/>
                    <a:pt x="486" y="295"/>
                  </a:cubicBezTo>
                  <a:cubicBezTo>
                    <a:pt x="488" y="309"/>
                    <a:pt x="489" y="326"/>
                    <a:pt x="491" y="351"/>
                  </a:cubicBezTo>
                  <a:cubicBezTo>
                    <a:pt x="491" y="350"/>
                    <a:pt x="490" y="351"/>
                    <a:pt x="490" y="351"/>
                  </a:cubicBezTo>
                  <a:cubicBezTo>
                    <a:pt x="491" y="353"/>
                    <a:pt x="491" y="353"/>
                    <a:pt x="491" y="353"/>
                  </a:cubicBezTo>
                  <a:cubicBezTo>
                    <a:pt x="491" y="353"/>
                    <a:pt x="491" y="353"/>
                    <a:pt x="491" y="353"/>
                  </a:cubicBezTo>
                  <a:cubicBezTo>
                    <a:pt x="491" y="354"/>
                    <a:pt x="491" y="371"/>
                    <a:pt x="491" y="371"/>
                  </a:cubicBezTo>
                  <a:cubicBezTo>
                    <a:pt x="491" y="371"/>
                    <a:pt x="492" y="377"/>
                    <a:pt x="492" y="379"/>
                  </a:cubicBezTo>
                  <a:cubicBezTo>
                    <a:pt x="483" y="381"/>
                    <a:pt x="476" y="391"/>
                    <a:pt x="470" y="401"/>
                  </a:cubicBezTo>
                  <a:cubicBezTo>
                    <a:pt x="470" y="401"/>
                    <a:pt x="470" y="402"/>
                    <a:pt x="470" y="402"/>
                  </a:cubicBezTo>
                  <a:cubicBezTo>
                    <a:pt x="462" y="413"/>
                    <a:pt x="462" y="413"/>
                    <a:pt x="462" y="413"/>
                  </a:cubicBezTo>
                  <a:cubicBezTo>
                    <a:pt x="463" y="413"/>
                    <a:pt x="459" y="417"/>
                    <a:pt x="459" y="417"/>
                  </a:cubicBezTo>
                  <a:cubicBezTo>
                    <a:pt x="459" y="416"/>
                    <a:pt x="458" y="417"/>
                    <a:pt x="458" y="417"/>
                  </a:cubicBezTo>
                  <a:cubicBezTo>
                    <a:pt x="457" y="418"/>
                    <a:pt x="455" y="419"/>
                    <a:pt x="454" y="418"/>
                  </a:cubicBezTo>
                  <a:cubicBezTo>
                    <a:pt x="454" y="418"/>
                    <a:pt x="454" y="418"/>
                    <a:pt x="453" y="417"/>
                  </a:cubicBezTo>
                  <a:cubicBezTo>
                    <a:pt x="453" y="417"/>
                    <a:pt x="453" y="417"/>
                    <a:pt x="452" y="417"/>
                  </a:cubicBezTo>
                  <a:cubicBezTo>
                    <a:pt x="447" y="409"/>
                    <a:pt x="443" y="407"/>
                    <a:pt x="437" y="404"/>
                  </a:cubicBezTo>
                  <a:cubicBezTo>
                    <a:pt x="437" y="404"/>
                    <a:pt x="435" y="402"/>
                    <a:pt x="435" y="402"/>
                  </a:cubicBezTo>
                  <a:cubicBezTo>
                    <a:pt x="433" y="397"/>
                    <a:pt x="432" y="390"/>
                    <a:pt x="432" y="384"/>
                  </a:cubicBezTo>
                  <a:cubicBezTo>
                    <a:pt x="432" y="377"/>
                    <a:pt x="433" y="370"/>
                    <a:pt x="434" y="364"/>
                  </a:cubicBezTo>
                  <a:cubicBezTo>
                    <a:pt x="434" y="364"/>
                    <a:pt x="435" y="362"/>
                    <a:pt x="435" y="362"/>
                  </a:cubicBezTo>
                  <a:cubicBezTo>
                    <a:pt x="435" y="361"/>
                    <a:pt x="435" y="361"/>
                    <a:pt x="435" y="361"/>
                  </a:cubicBezTo>
                  <a:cubicBezTo>
                    <a:pt x="436" y="353"/>
                    <a:pt x="445" y="337"/>
                    <a:pt x="450" y="333"/>
                  </a:cubicBezTo>
                  <a:cubicBezTo>
                    <a:pt x="450" y="332"/>
                    <a:pt x="450" y="332"/>
                    <a:pt x="450" y="331"/>
                  </a:cubicBezTo>
                  <a:cubicBezTo>
                    <a:pt x="450" y="331"/>
                    <a:pt x="450" y="331"/>
                    <a:pt x="450" y="330"/>
                  </a:cubicBezTo>
                  <a:cubicBezTo>
                    <a:pt x="450" y="330"/>
                    <a:pt x="449" y="330"/>
                    <a:pt x="448" y="330"/>
                  </a:cubicBezTo>
                  <a:cubicBezTo>
                    <a:pt x="448" y="330"/>
                    <a:pt x="448" y="330"/>
                    <a:pt x="448" y="330"/>
                  </a:cubicBezTo>
                  <a:cubicBezTo>
                    <a:pt x="448" y="330"/>
                    <a:pt x="448" y="330"/>
                    <a:pt x="448" y="330"/>
                  </a:cubicBezTo>
                  <a:cubicBezTo>
                    <a:pt x="448" y="330"/>
                    <a:pt x="448" y="330"/>
                    <a:pt x="448" y="330"/>
                  </a:cubicBezTo>
                  <a:cubicBezTo>
                    <a:pt x="444" y="333"/>
                    <a:pt x="440" y="339"/>
                    <a:pt x="436" y="344"/>
                  </a:cubicBezTo>
                  <a:cubicBezTo>
                    <a:pt x="436" y="344"/>
                    <a:pt x="436" y="344"/>
                    <a:pt x="436" y="344"/>
                  </a:cubicBezTo>
                  <a:cubicBezTo>
                    <a:pt x="436" y="337"/>
                    <a:pt x="436" y="337"/>
                    <a:pt x="436" y="337"/>
                  </a:cubicBezTo>
                  <a:cubicBezTo>
                    <a:pt x="436" y="336"/>
                    <a:pt x="436" y="335"/>
                    <a:pt x="436" y="333"/>
                  </a:cubicBezTo>
                  <a:cubicBezTo>
                    <a:pt x="436" y="328"/>
                    <a:pt x="436" y="323"/>
                    <a:pt x="438" y="318"/>
                  </a:cubicBezTo>
                  <a:cubicBezTo>
                    <a:pt x="438" y="318"/>
                    <a:pt x="438" y="318"/>
                    <a:pt x="438" y="317"/>
                  </a:cubicBezTo>
                  <a:cubicBezTo>
                    <a:pt x="438" y="317"/>
                    <a:pt x="438" y="316"/>
                    <a:pt x="438" y="316"/>
                  </a:cubicBezTo>
                  <a:cubicBezTo>
                    <a:pt x="437" y="316"/>
                    <a:pt x="436" y="316"/>
                    <a:pt x="436" y="317"/>
                  </a:cubicBezTo>
                  <a:cubicBezTo>
                    <a:pt x="436" y="317"/>
                    <a:pt x="436" y="317"/>
                    <a:pt x="436" y="317"/>
                  </a:cubicBezTo>
                  <a:cubicBezTo>
                    <a:pt x="436" y="317"/>
                    <a:pt x="436" y="317"/>
                    <a:pt x="436" y="317"/>
                  </a:cubicBezTo>
                  <a:cubicBezTo>
                    <a:pt x="436" y="317"/>
                    <a:pt x="436" y="317"/>
                    <a:pt x="436" y="317"/>
                  </a:cubicBezTo>
                  <a:cubicBezTo>
                    <a:pt x="432" y="325"/>
                    <a:pt x="430" y="333"/>
                    <a:pt x="430" y="344"/>
                  </a:cubicBezTo>
                  <a:cubicBezTo>
                    <a:pt x="430" y="350"/>
                    <a:pt x="430" y="357"/>
                    <a:pt x="428" y="363"/>
                  </a:cubicBezTo>
                  <a:cubicBezTo>
                    <a:pt x="427" y="367"/>
                    <a:pt x="426" y="375"/>
                    <a:pt x="426" y="384"/>
                  </a:cubicBezTo>
                  <a:cubicBezTo>
                    <a:pt x="426" y="389"/>
                    <a:pt x="426" y="395"/>
                    <a:pt x="428" y="401"/>
                  </a:cubicBezTo>
                  <a:cubicBezTo>
                    <a:pt x="427" y="400"/>
                    <a:pt x="420" y="399"/>
                    <a:pt x="420" y="399"/>
                  </a:cubicBezTo>
                  <a:cubicBezTo>
                    <a:pt x="420" y="399"/>
                    <a:pt x="401" y="394"/>
                    <a:pt x="401" y="394"/>
                  </a:cubicBezTo>
                  <a:cubicBezTo>
                    <a:pt x="401" y="394"/>
                    <a:pt x="400" y="394"/>
                    <a:pt x="400" y="393"/>
                  </a:cubicBezTo>
                  <a:cubicBezTo>
                    <a:pt x="400" y="393"/>
                    <a:pt x="400" y="379"/>
                    <a:pt x="400" y="379"/>
                  </a:cubicBezTo>
                  <a:cubicBezTo>
                    <a:pt x="399" y="376"/>
                    <a:pt x="399" y="372"/>
                    <a:pt x="399" y="368"/>
                  </a:cubicBezTo>
                  <a:cubicBezTo>
                    <a:pt x="399" y="365"/>
                    <a:pt x="399" y="362"/>
                    <a:pt x="400" y="358"/>
                  </a:cubicBezTo>
                  <a:cubicBezTo>
                    <a:pt x="402" y="347"/>
                    <a:pt x="407" y="336"/>
                    <a:pt x="413" y="326"/>
                  </a:cubicBezTo>
                  <a:cubicBezTo>
                    <a:pt x="415" y="322"/>
                    <a:pt x="415" y="322"/>
                    <a:pt x="415" y="322"/>
                  </a:cubicBezTo>
                  <a:cubicBezTo>
                    <a:pt x="417" y="318"/>
                    <a:pt x="418" y="314"/>
                    <a:pt x="419" y="311"/>
                  </a:cubicBezTo>
                  <a:cubicBezTo>
                    <a:pt x="422" y="305"/>
                    <a:pt x="423" y="305"/>
                    <a:pt x="429" y="302"/>
                  </a:cubicBezTo>
                  <a:cubicBezTo>
                    <a:pt x="434" y="301"/>
                    <a:pt x="438" y="298"/>
                    <a:pt x="442" y="295"/>
                  </a:cubicBezTo>
                  <a:cubicBezTo>
                    <a:pt x="446" y="293"/>
                    <a:pt x="446" y="293"/>
                    <a:pt x="446" y="293"/>
                  </a:cubicBezTo>
                  <a:cubicBezTo>
                    <a:pt x="446" y="292"/>
                    <a:pt x="446" y="292"/>
                    <a:pt x="446" y="291"/>
                  </a:cubicBezTo>
                  <a:cubicBezTo>
                    <a:pt x="446" y="291"/>
                    <a:pt x="446" y="291"/>
                    <a:pt x="446" y="291"/>
                  </a:cubicBezTo>
                  <a:cubicBezTo>
                    <a:pt x="446" y="290"/>
                    <a:pt x="445" y="290"/>
                    <a:pt x="444" y="290"/>
                  </a:cubicBezTo>
                  <a:cubicBezTo>
                    <a:pt x="440" y="293"/>
                    <a:pt x="436" y="294"/>
                    <a:pt x="432" y="295"/>
                  </a:cubicBezTo>
                  <a:cubicBezTo>
                    <a:pt x="427" y="297"/>
                    <a:pt x="427" y="297"/>
                    <a:pt x="427" y="297"/>
                  </a:cubicBezTo>
                  <a:cubicBezTo>
                    <a:pt x="425" y="298"/>
                    <a:pt x="423" y="298"/>
                    <a:pt x="421" y="299"/>
                  </a:cubicBezTo>
                  <a:cubicBezTo>
                    <a:pt x="422" y="298"/>
                    <a:pt x="423" y="294"/>
                    <a:pt x="423" y="294"/>
                  </a:cubicBezTo>
                  <a:cubicBezTo>
                    <a:pt x="424" y="290"/>
                    <a:pt x="427" y="286"/>
                    <a:pt x="431" y="283"/>
                  </a:cubicBezTo>
                  <a:cubicBezTo>
                    <a:pt x="435" y="278"/>
                    <a:pt x="437" y="274"/>
                    <a:pt x="438" y="269"/>
                  </a:cubicBezTo>
                  <a:cubicBezTo>
                    <a:pt x="439" y="267"/>
                    <a:pt x="439" y="266"/>
                    <a:pt x="439" y="265"/>
                  </a:cubicBezTo>
                  <a:cubicBezTo>
                    <a:pt x="439" y="265"/>
                    <a:pt x="439" y="265"/>
                    <a:pt x="439" y="265"/>
                  </a:cubicBezTo>
                  <a:cubicBezTo>
                    <a:pt x="439" y="265"/>
                    <a:pt x="439" y="265"/>
                    <a:pt x="439" y="265"/>
                  </a:cubicBezTo>
                  <a:cubicBezTo>
                    <a:pt x="439" y="265"/>
                    <a:pt x="439" y="265"/>
                    <a:pt x="439" y="264"/>
                  </a:cubicBezTo>
                  <a:cubicBezTo>
                    <a:pt x="439" y="264"/>
                    <a:pt x="439" y="263"/>
                    <a:pt x="438" y="263"/>
                  </a:cubicBezTo>
                  <a:cubicBezTo>
                    <a:pt x="437" y="263"/>
                    <a:pt x="437" y="263"/>
                    <a:pt x="436" y="264"/>
                  </a:cubicBezTo>
                  <a:cubicBezTo>
                    <a:pt x="436" y="265"/>
                    <a:pt x="436" y="266"/>
                    <a:pt x="435" y="267"/>
                  </a:cubicBezTo>
                  <a:cubicBezTo>
                    <a:pt x="434" y="270"/>
                    <a:pt x="432" y="273"/>
                    <a:pt x="429" y="276"/>
                  </a:cubicBezTo>
                  <a:cubicBezTo>
                    <a:pt x="426" y="279"/>
                    <a:pt x="426" y="279"/>
                    <a:pt x="426" y="279"/>
                  </a:cubicBezTo>
                  <a:cubicBezTo>
                    <a:pt x="423" y="283"/>
                    <a:pt x="419" y="287"/>
                    <a:pt x="417" y="292"/>
                  </a:cubicBezTo>
                  <a:cubicBezTo>
                    <a:pt x="414" y="304"/>
                    <a:pt x="414" y="304"/>
                    <a:pt x="414" y="304"/>
                  </a:cubicBezTo>
                  <a:cubicBezTo>
                    <a:pt x="414" y="304"/>
                    <a:pt x="413" y="309"/>
                    <a:pt x="413" y="309"/>
                  </a:cubicBezTo>
                  <a:cubicBezTo>
                    <a:pt x="413" y="309"/>
                    <a:pt x="412" y="311"/>
                    <a:pt x="412" y="311"/>
                  </a:cubicBezTo>
                  <a:cubicBezTo>
                    <a:pt x="412" y="314"/>
                    <a:pt x="411" y="317"/>
                    <a:pt x="409" y="319"/>
                  </a:cubicBezTo>
                  <a:cubicBezTo>
                    <a:pt x="407" y="323"/>
                    <a:pt x="407" y="323"/>
                    <a:pt x="407" y="323"/>
                  </a:cubicBezTo>
                  <a:cubicBezTo>
                    <a:pt x="402" y="334"/>
                    <a:pt x="396" y="345"/>
                    <a:pt x="394" y="357"/>
                  </a:cubicBezTo>
                  <a:cubicBezTo>
                    <a:pt x="392" y="365"/>
                    <a:pt x="393" y="373"/>
                    <a:pt x="394" y="380"/>
                  </a:cubicBezTo>
                  <a:cubicBezTo>
                    <a:pt x="394" y="380"/>
                    <a:pt x="394" y="392"/>
                    <a:pt x="394" y="392"/>
                  </a:cubicBezTo>
                  <a:cubicBezTo>
                    <a:pt x="394" y="392"/>
                    <a:pt x="394" y="392"/>
                    <a:pt x="393" y="392"/>
                  </a:cubicBezTo>
                  <a:cubicBezTo>
                    <a:pt x="393" y="392"/>
                    <a:pt x="378" y="387"/>
                    <a:pt x="378" y="387"/>
                  </a:cubicBezTo>
                  <a:cubicBezTo>
                    <a:pt x="370" y="385"/>
                    <a:pt x="363" y="382"/>
                    <a:pt x="355" y="379"/>
                  </a:cubicBezTo>
                  <a:cubicBezTo>
                    <a:pt x="355" y="379"/>
                    <a:pt x="353" y="377"/>
                    <a:pt x="353" y="377"/>
                  </a:cubicBezTo>
                  <a:cubicBezTo>
                    <a:pt x="353" y="376"/>
                    <a:pt x="353" y="375"/>
                    <a:pt x="353" y="374"/>
                  </a:cubicBezTo>
                  <a:cubicBezTo>
                    <a:pt x="353" y="368"/>
                    <a:pt x="356" y="361"/>
                    <a:pt x="359" y="355"/>
                  </a:cubicBezTo>
                  <a:cubicBezTo>
                    <a:pt x="362" y="349"/>
                    <a:pt x="362" y="349"/>
                    <a:pt x="362" y="349"/>
                  </a:cubicBezTo>
                  <a:cubicBezTo>
                    <a:pt x="371" y="324"/>
                    <a:pt x="371" y="324"/>
                    <a:pt x="371" y="324"/>
                  </a:cubicBezTo>
                  <a:cubicBezTo>
                    <a:pt x="380" y="299"/>
                    <a:pt x="380" y="299"/>
                    <a:pt x="380" y="299"/>
                  </a:cubicBezTo>
                  <a:cubicBezTo>
                    <a:pt x="381" y="297"/>
                    <a:pt x="383" y="295"/>
                    <a:pt x="384" y="292"/>
                  </a:cubicBezTo>
                  <a:cubicBezTo>
                    <a:pt x="387" y="290"/>
                    <a:pt x="390" y="289"/>
                    <a:pt x="394" y="288"/>
                  </a:cubicBezTo>
                  <a:cubicBezTo>
                    <a:pt x="399" y="287"/>
                    <a:pt x="404" y="286"/>
                    <a:pt x="408" y="283"/>
                  </a:cubicBezTo>
                  <a:cubicBezTo>
                    <a:pt x="415" y="277"/>
                    <a:pt x="418" y="269"/>
                    <a:pt x="421" y="261"/>
                  </a:cubicBezTo>
                  <a:cubicBezTo>
                    <a:pt x="422" y="253"/>
                    <a:pt x="422" y="253"/>
                    <a:pt x="422" y="253"/>
                  </a:cubicBezTo>
                  <a:cubicBezTo>
                    <a:pt x="422" y="253"/>
                    <a:pt x="422" y="253"/>
                    <a:pt x="422" y="252"/>
                  </a:cubicBezTo>
                  <a:cubicBezTo>
                    <a:pt x="422" y="252"/>
                    <a:pt x="422" y="251"/>
                    <a:pt x="421" y="251"/>
                  </a:cubicBezTo>
                  <a:cubicBezTo>
                    <a:pt x="421" y="251"/>
                    <a:pt x="420" y="251"/>
                    <a:pt x="420" y="252"/>
                  </a:cubicBezTo>
                  <a:cubicBezTo>
                    <a:pt x="417" y="261"/>
                    <a:pt x="417" y="261"/>
                    <a:pt x="417" y="261"/>
                  </a:cubicBezTo>
                  <a:cubicBezTo>
                    <a:pt x="414" y="268"/>
                    <a:pt x="410" y="273"/>
                    <a:pt x="404" y="278"/>
                  </a:cubicBezTo>
                  <a:cubicBezTo>
                    <a:pt x="401" y="281"/>
                    <a:pt x="397" y="282"/>
                    <a:pt x="393" y="282"/>
                  </a:cubicBezTo>
                  <a:cubicBezTo>
                    <a:pt x="393" y="282"/>
                    <a:pt x="393" y="283"/>
                    <a:pt x="392" y="283"/>
                  </a:cubicBezTo>
                  <a:cubicBezTo>
                    <a:pt x="396" y="279"/>
                    <a:pt x="399" y="275"/>
                    <a:pt x="402" y="270"/>
                  </a:cubicBezTo>
                  <a:cubicBezTo>
                    <a:pt x="407" y="262"/>
                    <a:pt x="412" y="246"/>
                    <a:pt x="413" y="237"/>
                  </a:cubicBezTo>
                  <a:cubicBezTo>
                    <a:pt x="413" y="237"/>
                    <a:pt x="413" y="237"/>
                    <a:pt x="413" y="237"/>
                  </a:cubicBezTo>
                  <a:cubicBezTo>
                    <a:pt x="413" y="237"/>
                    <a:pt x="413" y="237"/>
                    <a:pt x="413" y="236"/>
                  </a:cubicBezTo>
                  <a:cubicBezTo>
                    <a:pt x="413" y="236"/>
                    <a:pt x="413" y="235"/>
                    <a:pt x="412" y="235"/>
                  </a:cubicBezTo>
                  <a:cubicBezTo>
                    <a:pt x="411" y="235"/>
                    <a:pt x="411" y="235"/>
                    <a:pt x="410" y="236"/>
                  </a:cubicBezTo>
                  <a:cubicBezTo>
                    <a:pt x="410" y="236"/>
                    <a:pt x="410" y="236"/>
                    <a:pt x="410" y="236"/>
                  </a:cubicBezTo>
                  <a:cubicBezTo>
                    <a:pt x="410" y="236"/>
                    <a:pt x="410" y="236"/>
                    <a:pt x="410" y="236"/>
                  </a:cubicBezTo>
                  <a:cubicBezTo>
                    <a:pt x="409" y="244"/>
                    <a:pt x="402" y="259"/>
                    <a:pt x="397" y="267"/>
                  </a:cubicBezTo>
                  <a:cubicBezTo>
                    <a:pt x="395" y="271"/>
                    <a:pt x="391" y="275"/>
                    <a:pt x="388" y="279"/>
                  </a:cubicBezTo>
                  <a:cubicBezTo>
                    <a:pt x="385" y="282"/>
                    <a:pt x="382" y="285"/>
                    <a:pt x="380" y="289"/>
                  </a:cubicBezTo>
                  <a:cubicBezTo>
                    <a:pt x="378" y="290"/>
                    <a:pt x="377" y="293"/>
                    <a:pt x="377" y="293"/>
                  </a:cubicBezTo>
                  <a:cubicBezTo>
                    <a:pt x="377" y="293"/>
                    <a:pt x="375" y="297"/>
                    <a:pt x="375" y="297"/>
                  </a:cubicBezTo>
                  <a:cubicBezTo>
                    <a:pt x="375" y="297"/>
                    <a:pt x="369" y="313"/>
                    <a:pt x="368" y="317"/>
                  </a:cubicBezTo>
                  <a:cubicBezTo>
                    <a:pt x="367" y="316"/>
                    <a:pt x="367" y="316"/>
                    <a:pt x="367" y="316"/>
                  </a:cubicBezTo>
                  <a:cubicBezTo>
                    <a:pt x="367" y="312"/>
                    <a:pt x="366" y="309"/>
                    <a:pt x="366" y="306"/>
                  </a:cubicBezTo>
                  <a:cubicBezTo>
                    <a:pt x="366" y="305"/>
                    <a:pt x="366" y="304"/>
                    <a:pt x="366" y="304"/>
                  </a:cubicBezTo>
                  <a:cubicBezTo>
                    <a:pt x="368" y="299"/>
                    <a:pt x="368" y="299"/>
                    <a:pt x="368" y="299"/>
                  </a:cubicBezTo>
                  <a:cubicBezTo>
                    <a:pt x="368" y="297"/>
                    <a:pt x="370" y="295"/>
                    <a:pt x="370" y="291"/>
                  </a:cubicBezTo>
                  <a:cubicBezTo>
                    <a:pt x="370" y="291"/>
                    <a:pt x="370" y="291"/>
                    <a:pt x="370" y="291"/>
                  </a:cubicBezTo>
                  <a:cubicBezTo>
                    <a:pt x="370" y="289"/>
                    <a:pt x="369" y="287"/>
                    <a:pt x="369" y="285"/>
                  </a:cubicBezTo>
                  <a:cubicBezTo>
                    <a:pt x="366" y="280"/>
                    <a:pt x="366" y="280"/>
                    <a:pt x="366" y="280"/>
                  </a:cubicBezTo>
                  <a:cubicBezTo>
                    <a:pt x="366" y="279"/>
                    <a:pt x="365" y="279"/>
                    <a:pt x="364" y="279"/>
                  </a:cubicBezTo>
                  <a:cubicBezTo>
                    <a:pt x="364" y="279"/>
                    <a:pt x="363" y="280"/>
                    <a:pt x="363" y="280"/>
                  </a:cubicBezTo>
                  <a:cubicBezTo>
                    <a:pt x="363" y="281"/>
                    <a:pt x="363" y="281"/>
                    <a:pt x="363" y="281"/>
                  </a:cubicBezTo>
                  <a:cubicBezTo>
                    <a:pt x="364" y="284"/>
                    <a:pt x="365" y="290"/>
                    <a:pt x="365" y="291"/>
                  </a:cubicBezTo>
                  <a:cubicBezTo>
                    <a:pt x="365" y="291"/>
                    <a:pt x="365" y="291"/>
                    <a:pt x="365" y="291"/>
                  </a:cubicBezTo>
                  <a:cubicBezTo>
                    <a:pt x="365" y="293"/>
                    <a:pt x="364" y="295"/>
                    <a:pt x="363" y="297"/>
                  </a:cubicBezTo>
                  <a:cubicBezTo>
                    <a:pt x="360" y="302"/>
                    <a:pt x="360" y="302"/>
                    <a:pt x="360" y="302"/>
                  </a:cubicBezTo>
                  <a:cubicBezTo>
                    <a:pt x="360" y="302"/>
                    <a:pt x="360" y="303"/>
                    <a:pt x="360" y="303"/>
                  </a:cubicBezTo>
                  <a:cubicBezTo>
                    <a:pt x="360" y="304"/>
                    <a:pt x="360" y="305"/>
                    <a:pt x="360" y="306"/>
                  </a:cubicBezTo>
                  <a:cubicBezTo>
                    <a:pt x="360" y="310"/>
                    <a:pt x="361" y="314"/>
                    <a:pt x="361" y="317"/>
                  </a:cubicBezTo>
                  <a:cubicBezTo>
                    <a:pt x="362" y="320"/>
                    <a:pt x="363" y="323"/>
                    <a:pt x="363" y="327"/>
                  </a:cubicBezTo>
                  <a:cubicBezTo>
                    <a:pt x="363" y="327"/>
                    <a:pt x="363" y="327"/>
                    <a:pt x="363" y="327"/>
                  </a:cubicBezTo>
                  <a:cubicBezTo>
                    <a:pt x="363" y="330"/>
                    <a:pt x="363" y="330"/>
                    <a:pt x="363" y="330"/>
                  </a:cubicBezTo>
                  <a:cubicBezTo>
                    <a:pt x="356" y="346"/>
                    <a:pt x="356" y="346"/>
                    <a:pt x="356" y="346"/>
                  </a:cubicBezTo>
                  <a:cubicBezTo>
                    <a:pt x="354" y="352"/>
                    <a:pt x="354" y="352"/>
                    <a:pt x="354" y="352"/>
                  </a:cubicBezTo>
                  <a:cubicBezTo>
                    <a:pt x="351" y="359"/>
                    <a:pt x="347" y="366"/>
                    <a:pt x="347" y="374"/>
                  </a:cubicBezTo>
                  <a:cubicBezTo>
                    <a:pt x="347" y="374"/>
                    <a:pt x="347" y="375"/>
                    <a:pt x="347" y="375"/>
                  </a:cubicBezTo>
                  <a:cubicBezTo>
                    <a:pt x="347" y="375"/>
                    <a:pt x="347" y="375"/>
                    <a:pt x="347" y="375"/>
                  </a:cubicBezTo>
                  <a:cubicBezTo>
                    <a:pt x="344" y="374"/>
                    <a:pt x="325" y="366"/>
                    <a:pt x="325" y="366"/>
                  </a:cubicBezTo>
                  <a:cubicBezTo>
                    <a:pt x="324" y="365"/>
                    <a:pt x="324" y="365"/>
                    <a:pt x="324" y="365"/>
                  </a:cubicBezTo>
                  <a:cubicBezTo>
                    <a:pt x="323" y="365"/>
                    <a:pt x="323" y="364"/>
                    <a:pt x="323" y="363"/>
                  </a:cubicBezTo>
                  <a:cubicBezTo>
                    <a:pt x="323" y="363"/>
                    <a:pt x="323" y="363"/>
                    <a:pt x="323" y="362"/>
                  </a:cubicBezTo>
                  <a:cubicBezTo>
                    <a:pt x="324" y="357"/>
                    <a:pt x="327" y="353"/>
                    <a:pt x="329" y="348"/>
                  </a:cubicBezTo>
                  <a:cubicBezTo>
                    <a:pt x="332" y="343"/>
                    <a:pt x="335" y="338"/>
                    <a:pt x="337" y="331"/>
                  </a:cubicBezTo>
                  <a:cubicBezTo>
                    <a:pt x="338" y="322"/>
                    <a:pt x="338" y="322"/>
                    <a:pt x="338" y="322"/>
                  </a:cubicBezTo>
                  <a:cubicBezTo>
                    <a:pt x="338" y="318"/>
                    <a:pt x="339" y="315"/>
                    <a:pt x="340" y="312"/>
                  </a:cubicBezTo>
                  <a:cubicBezTo>
                    <a:pt x="341" y="309"/>
                    <a:pt x="343" y="305"/>
                    <a:pt x="346" y="302"/>
                  </a:cubicBezTo>
                  <a:cubicBezTo>
                    <a:pt x="351" y="294"/>
                    <a:pt x="351" y="294"/>
                    <a:pt x="351" y="294"/>
                  </a:cubicBezTo>
                  <a:cubicBezTo>
                    <a:pt x="353" y="290"/>
                    <a:pt x="357" y="280"/>
                    <a:pt x="357" y="279"/>
                  </a:cubicBezTo>
                  <a:cubicBezTo>
                    <a:pt x="357" y="280"/>
                    <a:pt x="358" y="277"/>
                    <a:pt x="358" y="277"/>
                  </a:cubicBezTo>
                  <a:cubicBezTo>
                    <a:pt x="360" y="272"/>
                    <a:pt x="369" y="264"/>
                    <a:pt x="374" y="259"/>
                  </a:cubicBezTo>
                  <a:cubicBezTo>
                    <a:pt x="381" y="253"/>
                    <a:pt x="381" y="253"/>
                    <a:pt x="381" y="253"/>
                  </a:cubicBezTo>
                  <a:cubicBezTo>
                    <a:pt x="384" y="251"/>
                    <a:pt x="384" y="251"/>
                    <a:pt x="384" y="251"/>
                  </a:cubicBezTo>
                  <a:cubicBezTo>
                    <a:pt x="388" y="248"/>
                    <a:pt x="388" y="248"/>
                    <a:pt x="388" y="248"/>
                  </a:cubicBezTo>
                  <a:cubicBezTo>
                    <a:pt x="389" y="246"/>
                    <a:pt x="390" y="244"/>
                    <a:pt x="390" y="242"/>
                  </a:cubicBezTo>
                  <a:cubicBezTo>
                    <a:pt x="390" y="242"/>
                    <a:pt x="391" y="240"/>
                    <a:pt x="391" y="240"/>
                  </a:cubicBezTo>
                  <a:cubicBezTo>
                    <a:pt x="392" y="239"/>
                    <a:pt x="394" y="239"/>
                    <a:pt x="395" y="239"/>
                  </a:cubicBezTo>
                  <a:cubicBezTo>
                    <a:pt x="399" y="238"/>
                    <a:pt x="402" y="237"/>
                    <a:pt x="404" y="231"/>
                  </a:cubicBezTo>
                  <a:cubicBezTo>
                    <a:pt x="404" y="231"/>
                    <a:pt x="404" y="231"/>
                    <a:pt x="404" y="231"/>
                  </a:cubicBezTo>
                  <a:cubicBezTo>
                    <a:pt x="404" y="231"/>
                    <a:pt x="404" y="231"/>
                    <a:pt x="404" y="231"/>
                  </a:cubicBezTo>
                  <a:cubicBezTo>
                    <a:pt x="404" y="231"/>
                    <a:pt x="404" y="231"/>
                    <a:pt x="404" y="231"/>
                  </a:cubicBezTo>
                  <a:cubicBezTo>
                    <a:pt x="404" y="231"/>
                    <a:pt x="404" y="231"/>
                    <a:pt x="404" y="230"/>
                  </a:cubicBezTo>
                  <a:cubicBezTo>
                    <a:pt x="404" y="230"/>
                    <a:pt x="404" y="229"/>
                    <a:pt x="403" y="229"/>
                  </a:cubicBezTo>
                  <a:cubicBezTo>
                    <a:pt x="403" y="229"/>
                    <a:pt x="402" y="229"/>
                    <a:pt x="402" y="230"/>
                  </a:cubicBezTo>
                  <a:cubicBezTo>
                    <a:pt x="401" y="232"/>
                    <a:pt x="399" y="233"/>
                    <a:pt x="396" y="233"/>
                  </a:cubicBezTo>
                  <a:cubicBezTo>
                    <a:pt x="395" y="233"/>
                    <a:pt x="395" y="233"/>
                    <a:pt x="395" y="233"/>
                  </a:cubicBezTo>
                  <a:cubicBezTo>
                    <a:pt x="393" y="233"/>
                    <a:pt x="390" y="233"/>
                    <a:pt x="387" y="235"/>
                  </a:cubicBezTo>
                  <a:cubicBezTo>
                    <a:pt x="386" y="237"/>
                    <a:pt x="385" y="239"/>
                    <a:pt x="385" y="241"/>
                  </a:cubicBezTo>
                  <a:cubicBezTo>
                    <a:pt x="385" y="241"/>
                    <a:pt x="384" y="244"/>
                    <a:pt x="384" y="244"/>
                  </a:cubicBezTo>
                  <a:cubicBezTo>
                    <a:pt x="380" y="246"/>
                    <a:pt x="380" y="246"/>
                    <a:pt x="380" y="246"/>
                  </a:cubicBezTo>
                  <a:cubicBezTo>
                    <a:pt x="377" y="249"/>
                    <a:pt x="377" y="249"/>
                    <a:pt x="377" y="249"/>
                  </a:cubicBezTo>
                  <a:cubicBezTo>
                    <a:pt x="370" y="255"/>
                    <a:pt x="370" y="255"/>
                    <a:pt x="370" y="255"/>
                  </a:cubicBezTo>
                  <a:cubicBezTo>
                    <a:pt x="370" y="255"/>
                    <a:pt x="365" y="260"/>
                    <a:pt x="362" y="263"/>
                  </a:cubicBezTo>
                  <a:cubicBezTo>
                    <a:pt x="362" y="263"/>
                    <a:pt x="364" y="254"/>
                    <a:pt x="364" y="254"/>
                  </a:cubicBezTo>
                  <a:cubicBezTo>
                    <a:pt x="365" y="250"/>
                    <a:pt x="367" y="247"/>
                    <a:pt x="369" y="244"/>
                  </a:cubicBezTo>
                  <a:cubicBezTo>
                    <a:pt x="372" y="236"/>
                    <a:pt x="372" y="236"/>
                    <a:pt x="372" y="236"/>
                  </a:cubicBezTo>
                  <a:cubicBezTo>
                    <a:pt x="372" y="236"/>
                    <a:pt x="374" y="233"/>
                    <a:pt x="374" y="233"/>
                  </a:cubicBezTo>
                  <a:cubicBezTo>
                    <a:pt x="375" y="231"/>
                    <a:pt x="378" y="228"/>
                    <a:pt x="381" y="226"/>
                  </a:cubicBezTo>
                  <a:cubicBezTo>
                    <a:pt x="384" y="223"/>
                    <a:pt x="387" y="221"/>
                    <a:pt x="389" y="217"/>
                  </a:cubicBezTo>
                  <a:cubicBezTo>
                    <a:pt x="391" y="214"/>
                    <a:pt x="391" y="211"/>
                    <a:pt x="392" y="208"/>
                  </a:cubicBezTo>
                  <a:cubicBezTo>
                    <a:pt x="392" y="204"/>
                    <a:pt x="392" y="204"/>
                    <a:pt x="392" y="204"/>
                  </a:cubicBezTo>
                  <a:cubicBezTo>
                    <a:pt x="393" y="201"/>
                    <a:pt x="394" y="194"/>
                    <a:pt x="397" y="192"/>
                  </a:cubicBezTo>
                  <a:cubicBezTo>
                    <a:pt x="397" y="192"/>
                    <a:pt x="397" y="192"/>
                    <a:pt x="397" y="192"/>
                  </a:cubicBezTo>
                  <a:cubicBezTo>
                    <a:pt x="397" y="191"/>
                    <a:pt x="397" y="191"/>
                    <a:pt x="397" y="190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397" y="189"/>
                    <a:pt x="396" y="189"/>
                    <a:pt x="395" y="189"/>
                  </a:cubicBezTo>
                  <a:cubicBezTo>
                    <a:pt x="395" y="189"/>
                    <a:pt x="395" y="189"/>
                    <a:pt x="395" y="189"/>
                  </a:cubicBezTo>
                  <a:cubicBezTo>
                    <a:pt x="395" y="189"/>
                    <a:pt x="395" y="189"/>
                    <a:pt x="395" y="189"/>
                  </a:cubicBezTo>
                  <a:cubicBezTo>
                    <a:pt x="391" y="192"/>
                    <a:pt x="389" y="196"/>
                    <a:pt x="388" y="203"/>
                  </a:cubicBezTo>
                  <a:cubicBezTo>
                    <a:pt x="387" y="207"/>
                    <a:pt x="386" y="211"/>
                    <a:pt x="384" y="214"/>
                  </a:cubicBezTo>
                  <a:cubicBezTo>
                    <a:pt x="382" y="217"/>
                    <a:pt x="380" y="219"/>
                    <a:pt x="377" y="221"/>
                  </a:cubicBezTo>
                  <a:cubicBezTo>
                    <a:pt x="377" y="221"/>
                    <a:pt x="376" y="222"/>
                    <a:pt x="375" y="223"/>
                  </a:cubicBezTo>
                  <a:cubicBezTo>
                    <a:pt x="375" y="222"/>
                    <a:pt x="375" y="220"/>
                    <a:pt x="375" y="220"/>
                  </a:cubicBezTo>
                  <a:cubicBezTo>
                    <a:pt x="375" y="220"/>
                    <a:pt x="375" y="219"/>
                    <a:pt x="375" y="219"/>
                  </a:cubicBezTo>
                  <a:cubicBezTo>
                    <a:pt x="375" y="217"/>
                    <a:pt x="375" y="214"/>
                    <a:pt x="376" y="212"/>
                  </a:cubicBezTo>
                  <a:cubicBezTo>
                    <a:pt x="376" y="212"/>
                    <a:pt x="376" y="212"/>
                    <a:pt x="376" y="212"/>
                  </a:cubicBezTo>
                  <a:cubicBezTo>
                    <a:pt x="376" y="212"/>
                    <a:pt x="376" y="212"/>
                    <a:pt x="376" y="211"/>
                  </a:cubicBezTo>
                  <a:cubicBezTo>
                    <a:pt x="376" y="211"/>
                    <a:pt x="376" y="210"/>
                    <a:pt x="376" y="210"/>
                  </a:cubicBezTo>
                  <a:cubicBezTo>
                    <a:pt x="375" y="210"/>
                    <a:pt x="374" y="210"/>
                    <a:pt x="374" y="211"/>
                  </a:cubicBezTo>
                  <a:cubicBezTo>
                    <a:pt x="374" y="211"/>
                    <a:pt x="374" y="211"/>
                    <a:pt x="374" y="211"/>
                  </a:cubicBezTo>
                  <a:cubicBezTo>
                    <a:pt x="374" y="211"/>
                    <a:pt x="374" y="211"/>
                    <a:pt x="374" y="211"/>
                  </a:cubicBezTo>
                  <a:cubicBezTo>
                    <a:pt x="371" y="215"/>
                    <a:pt x="371" y="219"/>
                    <a:pt x="370" y="224"/>
                  </a:cubicBezTo>
                  <a:cubicBezTo>
                    <a:pt x="369" y="228"/>
                    <a:pt x="369" y="228"/>
                    <a:pt x="369" y="228"/>
                  </a:cubicBezTo>
                  <a:cubicBezTo>
                    <a:pt x="368" y="231"/>
                    <a:pt x="368" y="231"/>
                    <a:pt x="368" y="231"/>
                  </a:cubicBezTo>
                  <a:cubicBezTo>
                    <a:pt x="368" y="231"/>
                    <a:pt x="367" y="233"/>
                    <a:pt x="367" y="233"/>
                  </a:cubicBezTo>
                  <a:cubicBezTo>
                    <a:pt x="367" y="233"/>
                    <a:pt x="367" y="234"/>
                    <a:pt x="367" y="234"/>
                  </a:cubicBezTo>
                  <a:cubicBezTo>
                    <a:pt x="363" y="241"/>
                    <a:pt x="363" y="241"/>
                    <a:pt x="363" y="241"/>
                  </a:cubicBezTo>
                  <a:cubicBezTo>
                    <a:pt x="362" y="244"/>
                    <a:pt x="360" y="248"/>
                    <a:pt x="358" y="253"/>
                  </a:cubicBezTo>
                  <a:cubicBezTo>
                    <a:pt x="358" y="253"/>
                    <a:pt x="356" y="261"/>
                    <a:pt x="356" y="261"/>
                  </a:cubicBezTo>
                  <a:cubicBezTo>
                    <a:pt x="356" y="261"/>
                    <a:pt x="352" y="275"/>
                    <a:pt x="352" y="275"/>
                  </a:cubicBezTo>
                  <a:cubicBezTo>
                    <a:pt x="352" y="275"/>
                    <a:pt x="351" y="278"/>
                    <a:pt x="351" y="278"/>
                  </a:cubicBezTo>
                  <a:cubicBezTo>
                    <a:pt x="349" y="283"/>
                    <a:pt x="348" y="287"/>
                    <a:pt x="346" y="291"/>
                  </a:cubicBezTo>
                  <a:cubicBezTo>
                    <a:pt x="341" y="298"/>
                    <a:pt x="341" y="298"/>
                    <a:pt x="341" y="298"/>
                  </a:cubicBezTo>
                  <a:cubicBezTo>
                    <a:pt x="338" y="302"/>
                    <a:pt x="335" y="306"/>
                    <a:pt x="334" y="310"/>
                  </a:cubicBezTo>
                  <a:cubicBezTo>
                    <a:pt x="333" y="314"/>
                    <a:pt x="332" y="318"/>
                    <a:pt x="332" y="321"/>
                  </a:cubicBezTo>
                  <a:cubicBezTo>
                    <a:pt x="331" y="330"/>
                    <a:pt x="331" y="330"/>
                    <a:pt x="331" y="330"/>
                  </a:cubicBezTo>
                  <a:cubicBezTo>
                    <a:pt x="330" y="336"/>
                    <a:pt x="327" y="341"/>
                    <a:pt x="324" y="345"/>
                  </a:cubicBezTo>
                  <a:cubicBezTo>
                    <a:pt x="321" y="350"/>
                    <a:pt x="318" y="355"/>
                    <a:pt x="317" y="360"/>
                  </a:cubicBezTo>
                  <a:cubicBezTo>
                    <a:pt x="317" y="360"/>
                    <a:pt x="316" y="361"/>
                    <a:pt x="316" y="361"/>
                  </a:cubicBezTo>
                  <a:cubicBezTo>
                    <a:pt x="309" y="358"/>
                    <a:pt x="300" y="354"/>
                    <a:pt x="291" y="351"/>
                  </a:cubicBezTo>
                  <a:cubicBezTo>
                    <a:pt x="291" y="351"/>
                    <a:pt x="289" y="351"/>
                    <a:pt x="289" y="351"/>
                  </a:cubicBezTo>
                  <a:cubicBezTo>
                    <a:pt x="288" y="351"/>
                    <a:pt x="288" y="350"/>
                    <a:pt x="288" y="348"/>
                  </a:cubicBezTo>
                  <a:cubicBezTo>
                    <a:pt x="290" y="344"/>
                    <a:pt x="291" y="339"/>
                    <a:pt x="291" y="334"/>
                  </a:cubicBezTo>
                  <a:cubicBezTo>
                    <a:pt x="292" y="328"/>
                    <a:pt x="293" y="321"/>
                    <a:pt x="297" y="315"/>
                  </a:cubicBezTo>
                  <a:cubicBezTo>
                    <a:pt x="299" y="310"/>
                    <a:pt x="299" y="310"/>
                    <a:pt x="299" y="310"/>
                  </a:cubicBezTo>
                  <a:cubicBezTo>
                    <a:pt x="302" y="306"/>
                    <a:pt x="305" y="302"/>
                    <a:pt x="307" y="296"/>
                  </a:cubicBezTo>
                  <a:cubicBezTo>
                    <a:pt x="308" y="292"/>
                    <a:pt x="308" y="288"/>
                    <a:pt x="308" y="284"/>
                  </a:cubicBezTo>
                  <a:cubicBezTo>
                    <a:pt x="308" y="280"/>
                    <a:pt x="308" y="275"/>
                    <a:pt x="309" y="272"/>
                  </a:cubicBezTo>
                  <a:cubicBezTo>
                    <a:pt x="311" y="268"/>
                    <a:pt x="313" y="267"/>
                    <a:pt x="315" y="266"/>
                  </a:cubicBezTo>
                  <a:cubicBezTo>
                    <a:pt x="317" y="264"/>
                    <a:pt x="324" y="258"/>
                    <a:pt x="325" y="257"/>
                  </a:cubicBezTo>
                  <a:cubicBezTo>
                    <a:pt x="330" y="253"/>
                    <a:pt x="333" y="248"/>
                    <a:pt x="335" y="245"/>
                  </a:cubicBezTo>
                  <a:cubicBezTo>
                    <a:pt x="338" y="242"/>
                    <a:pt x="339" y="239"/>
                    <a:pt x="340" y="236"/>
                  </a:cubicBezTo>
                  <a:cubicBezTo>
                    <a:pt x="340" y="233"/>
                    <a:pt x="341" y="230"/>
                    <a:pt x="343" y="228"/>
                  </a:cubicBezTo>
                  <a:cubicBezTo>
                    <a:pt x="344" y="226"/>
                    <a:pt x="347" y="223"/>
                    <a:pt x="350" y="222"/>
                  </a:cubicBezTo>
                  <a:cubicBezTo>
                    <a:pt x="353" y="220"/>
                    <a:pt x="355" y="218"/>
                    <a:pt x="357" y="216"/>
                  </a:cubicBezTo>
                  <a:cubicBezTo>
                    <a:pt x="360" y="212"/>
                    <a:pt x="363" y="202"/>
                    <a:pt x="363" y="201"/>
                  </a:cubicBezTo>
                  <a:cubicBezTo>
                    <a:pt x="364" y="200"/>
                    <a:pt x="363" y="199"/>
                    <a:pt x="362" y="199"/>
                  </a:cubicBezTo>
                  <a:cubicBezTo>
                    <a:pt x="362" y="199"/>
                    <a:pt x="361" y="199"/>
                    <a:pt x="361" y="200"/>
                  </a:cubicBezTo>
                  <a:cubicBezTo>
                    <a:pt x="361" y="200"/>
                    <a:pt x="356" y="210"/>
                    <a:pt x="353" y="212"/>
                  </a:cubicBezTo>
                  <a:cubicBezTo>
                    <a:pt x="352" y="214"/>
                    <a:pt x="349" y="216"/>
                    <a:pt x="347" y="217"/>
                  </a:cubicBezTo>
                  <a:cubicBezTo>
                    <a:pt x="347" y="217"/>
                    <a:pt x="345" y="219"/>
                    <a:pt x="345" y="219"/>
                  </a:cubicBezTo>
                  <a:cubicBezTo>
                    <a:pt x="342" y="220"/>
                    <a:pt x="339" y="222"/>
                    <a:pt x="338" y="225"/>
                  </a:cubicBezTo>
                  <a:cubicBezTo>
                    <a:pt x="336" y="228"/>
                    <a:pt x="335" y="231"/>
                    <a:pt x="334" y="234"/>
                  </a:cubicBezTo>
                  <a:cubicBezTo>
                    <a:pt x="333" y="237"/>
                    <a:pt x="332" y="239"/>
                    <a:pt x="330" y="242"/>
                  </a:cubicBezTo>
                  <a:cubicBezTo>
                    <a:pt x="330" y="242"/>
                    <a:pt x="330" y="243"/>
                    <a:pt x="329" y="244"/>
                  </a:cubicBezTo>
                  <a:cubicBezTo>
                    <a:pt x="329" y="243"/>
                    <a:pt x="329" y="242"/>
                    <a:pt x="329" y="242"/>
                  </a:cubicBezTo>
                  <a:cubicBezTo>
                    <a:pt x="331" y="234"/>
                    <a:pt x="331" y="234"/>
                    <a:pt x="331" y="234"/>
                  </a:cubicBezTo>
                  <a:cubicBezTo>
                    <a:pt x="335" y="227"/>
                    <a:pt x="335" y="227"/>
                    <a:pt x="335" y="227"/>
                  </a:cubicBezTo>
                  <a:cubicBezTo>
                    <a:pt x="337" y="223"/>
                    <a:pt x="339" y="218"/>
                    <a:pt x="340" y="214"/>
                  </a:cubicBezTo>
                  <a:cubicBezTo>
                    <a:pt x="340" y="211"/>
                    <a:pt x="340" y="209"/>
                    <a:pt x="340" y="206"/>
                  </a:cubicBezTo>
                  <a:cubicBezTo>
                    <a:pt x="340" y="204"/>
                    <a:pt x="340" y="202"/>
                    <a:pt x="340" y="200"/>
                  </a:cubicBezTo>
                  <a:cubicBezTo>
                    <a:pt x="340" y="195"/>
                    <a:pt x="340" y="195"/>
                    <a:pt x="340" y="195"/>
                  </a:cubicBezTo>
                  <a:cubicBezTo>
                    <a:pt x="339" y="193"/>
                    <a:pt x="339" y="190"/>
                    <a:pt x="339" y="188"/>
                  </a:cubicBezTo>
                  <a:cubicBezTo>
                    <a:pt x="339" y="185"/>
                    <a:pt x="340" y="183"/>
                    <a:pt x="340" y="180"/>
                  </a:cubicBezTo>
                  <a:cubicBezTo>
                    <a:pt x="340" y="180"/>
                    <a:pt x="340" y="180"/>
                    <a:pt x="340" y="179"/>
                  </a:cubicBezTo>
                  <a:cubicBezTo>
                    <a:pt x="340" y="179"/>
                    <a:pt x="340" y="178"/>
                    <a:pt x="339" y="178"/>
                  </a:cubicBezTo>
                  <a:cubicBezTo>
                    <a:pt x="339" y="178"/>
                    <a:pt x="338" y="178"/>
                    <a:pt x="338" y="179"/>
                  </a:cubicBezTo>
                  <a:cubicBezTo>
                    <a:pt x="338" y="179"/>
                    <a:pt x="338" y="179"/>
                    <a:pt x="338" y="179"/>
                  </a:cubicBezTo>
                  <a:cubicBezTo>
                    <a:pt x="338" y="179"/>
                    <a:pt x="338" y="179"/>
                    <a:pt x="338" y="179"/>
                  </a:cubicBezTo>
                  <a:cubicBezTo>
                    <a:pt x="338" y="179"/>
                    <a:pt x="338" y="179"/>
                    <a:pt x="338" y="179"/>
                  </a:cubicBezTo>
                  <a:cubicBezTo>
                    <a:pt x="335" y="187"/>
                    <a:pt x="334" y="193"/>
                    <a:pt x="334" y="198"/>
                  </a:cubicBezTo>
                  <a:cubicBezTo>
                    <a:pt x="334" y="199"/>
                    <a:pt x="334" y="199"/>
                    <a:pt x="334" y="200"/>
                  </a:cubicBezTo>
                  <a:cubicBezTo>
                    <a:pt x="334" y="202"/>
                    <a:pt x="334" y="204"/>
                    <a:pt x="334" y="206"/>
                  </a:cubicBezTo>
                  <a:cubicBezTo>
                    <a:pt x="334" y="208"/>
                    <a:pt x="334" y="211"/>
                    <a:pt x="334" y="213"/>
                  </a:cubicBezTo>
                  <a:cubicBezTo>
                    <a:pt x="333" y="217"/>
                    <a:pt x="331" y="221"/>
                    <a:pt x="329" y="225"/>
                  </a:cubicBezTo>
                  <a:cubicBezTo>
                    <a:pt x="326" y="232"/>
                    <a:pt x="326" y="232"/>
                    <a:pt x="326" y="232"/>
                  </a:cubicBezTo>
                  <a:cubicBezTo>
                    <a:pt x="323" y="241"/>
                    <a:pt x="323" y="241"/>
                    <a:pt x="323" y="241"/>
                  </a:cubicBezTo>
                  <a:cubicBezTo>
                    <a:pt x="322" y="246"/>
                    <a:pt x="320" y="252"/>
                    <a:pt x="317" y="256"/>
                  </a:cubicBezTo>
                  <a:cubicBezTo>
                    <a:pt x="317" y="256"/>
                    <a:pt x="317" y="257"/>
                    <a:pt x="317" y="257"/>
                  </a:cubicBezTo>
                  <a:cubicBezTo>
                    <a:pt x="315" y="258"/>
                    <a:pt x="314" y="259"/>
                    <a:pt x="312" y="261"/>
                  </a:cubicBezTo>
                  <a:cubicBezTo>
                    <a:pt x="309" y="262"/>
                    <a:pt x="306" y="264"/>
                    <a:pt x="304" y="269"/>
                  </a:cubicBezTo>
                  <a:cubicBezTo>
                    <a:pt x="302" y="274"/>
                    <a:pt x="302" y="279"/>
                    <a:pt x="302" y="284"/>
                  </a:cubicBezTo>
                  <a:cubicBezTo>
                    <a:pt x="302" y="288"/>
                    <a:pt x="302" y="291"/>
                    <a:pt x="301" y="294"/>
                  </a:cubicBezTo>
                  <a:cubicBezTo>
                    <a:pt x="300" y="299"/>
                    <a:pt x="297" y="303"/>
                    <a:pt x="294" y="307"/>
                  </a:cubicBezTo>
                  <a:cubicBezTo>
                    <a:pt x="291" y="312"/>
                    <a:pt x="291" y="312"/>
                    <a:pt x="291" y="312"/>
                  </a:cubicBezTo>
                  <a:cubicBezTo>
                    <a:pt x="287" y="319"/>
                    <a:pt x="286" y="326"/>
                    <a:pt x="285" y="333"/>
                  </a:cubicBezTo>
                  <a:cubicBezTo>
                    <a:pt x="285" y="338"/>
                    <a:pt x="284" y="343"/>
                    <a:pt x="282" y="348"/>
                  </a:cubicBezTo>
                  <a:cubicBezTo>
                    <a:pt x="282" y="349"/>
                    <a:pt x="282" y="349"/>
                    <a:pt x="280" y="348"/>
                  </a:cubicBezTo>
                  <a:cubicBezTo>
                    <a:pt x="272" y="347"/>
                    <a:pt x="264" y="346"/>
                    <a:pt x="256" y="345"/>
                  </a:cubicBezTo>
                  <a:cubicBezTo>
                    <a:pt x="254" y="345"/>
                    <a:pt x="254" y="345"/>
                    <a:pt x="254" y="345"/>
                  </a:cubicBezTo>
                  <a:cubicBezTo>
                    <a:pt x="234" y="344"/>
                    <a:pt x="224" y="344"/>
                    <a:pt x="220" y="338"/>
                  </a:cubicBezTo>
                  <a:cubicBezTo>
                    <a:pt x="216" y="333"/>
                    <a:pt x="216" y="324"/>
                    <a:pt x="217" y="302"/>
                  </a:cubicBezTo>
                  <a:cubicBezTo>
                    <a:pt x="217" y="296"/>
                    <a:pt x="217" y="296"/>
                    <a:pt x="217" y="296"/>
                  </a:cubicBezTo>
                  <a:cubicBezTo>
                    <a:pt x="218" y="278"/>
                    <a:pt x="218" y="275"/>
                    <a:pt x="221" y="263"/>
                  </a:cubicBezTo>
                  <a:cubicBezTo>
                    <a:pt x="223" y="252"/>
                    <a:pt x="223" y="252"/>
                    <a:pt x="223" y="252"/>
                  </a:cubicBezTo>
                  <a:cubicBezTo>
                    <a:pt x="230" y="218"/>
                    <a:pt x="231" y="165"/>
                    <a:pt x="231" y="144"/>
                  </a:cubicBezTo>
                  <a:cubicBezTo>
                    <a:pt x="231" y="143"/>
                    <a:pt x="230" y="143"/>
                    <a:pt x="229" y="142"/>
                  </a:cubicBezTo>
                  <a:cubicBezTo>
                    <a:pt x="229" y="142"/>
                    <a:pt x="228" y="143"/>
                    <a:pt x="228" y="143"/>
                  </a:cubicBezTo>
                  <a:cubicBezTo>
                    <a:pt x="228" y="144"/>
                    <a:pt x="224" y="153"/>
                    <a:pt x="224" y="159"/>
                  </a:cubicBezTo>
                  <a:cubicBezTo>
                    <a:pt x="224" y="167"/>
                    <a:pt x="224" y="176"/>
                    <a:pt x="223" y="184"/>
                  </a:cubicBezTo>
                  <a:cubicBezTo>
                    <a:pt x="223" y="182"/>
                    <a:pt x="222" y="181"/>
                    <a:pt x="222" y="179"/>
                  </a:cubicBezTo>
                  <a:cubicBezTo>
                    <a:pt x="222" y="179"/>
                    <a:pt x="221" y="178"/>
                    <a:pt x="220" y="178"/>
                  </a:cubicBezTo>
                  <a:cubicBezTo>
                    <a:pt x="220" y="179"/>
                    <a:pt x="219" y="179"/>
                    <a:pt x="219" y="180"/>
                  </a:cubicBezTo>
                  <a:cubicBezTo>
                    <a:pt x="218" y="187"/>
                    <a:pt x="218" y="187"/>
                    <a:pt x="218" y="187"/>
                  </a:cubicBezTo>
                  <a:cubicBezTo>
                    <a:pt x="219" y="194"/>
                    <a:pt x="220" y="211"/>
                    <a:pt x="219" y="231"/>
                  </a:cubicBezTo>
                  <a:cubicBezTo>
                    <a:pt x="219" y="231"/>
                    <a:pt x="218" y="235"/>
                    <a:pt x="217" y="239"/>
                  </a:cubicBezTo>
                  <a:cubicBezTo>
                    <a:pt x="218" y="237"/>
                    <a:pt x="218" y="235"/>
                    <a:pt x="218" y="233"/>
                  </a:cubicBezTo>
                  <a:cubicBezTo>
                    <a:pt x="218" y="226"/>
                    <a:pt x="217" y="219"/>
                    <a:pt x="215" y="216"/>
                  </a:cubicBezTo>
                  <a:cubicBezTo>
                    <a:pt x="214" y="216"/>
                    <a:pt x="214" y="215"/>
                    <a:pt x="213" y="215"/>
                  </a:cubicBezTo>
                  <a:cubicBezTo>
                    <a:pt x="213" y="215"/>
                    <a:pt x="212" y="215"/>
                    <a:pt x="212" y="216"/>
                  </a:cubicBezTo>
                  <a:cubicBezTo>
                    <a:pt x="209" y="220"/>
                    <a:pt x="209" y="220"/>
                    <a:pt x="209" y="220"/>
                  </a:cubicBezTo>
                  <a:cubicBezTo>
                    <a:pt x="209" y="220"/>
                    <a:pt x="208" y="220"/>
                    <a:pt x="208" y="221"/>
                  </a:cubicBezTo>
                  <a:cubicBezTo>
                    <a:pt x="208" y="221"/>
                    <a:pt x="209" y="221"/>
                    <a:pt x="209" y="222"/>
                  </a:cubicBezTo>
                  <a:cubicBezTo>
                    <a:pt x="210" y="223"/>
                    <a:pt x="211" y="228"/>
                    <a:pt x="211" y="234"/>
                  </a:cubicBezTo>
                  <a:cubicBezTo>
                    <a:pt x="211" y="242"/>
                    <a:pt x="210" y="253"/>
                    <a:pt x="207" y="265"/>
                  </a:cubicBezTo>
                  <a:cubicBezTo>
                    <a:pt x="204" y="276"/>
                    <a:pt x="202" y="285"/>
                    <a:pt x="202" y="294"/>
                  </a:cubicBezTo>
                  <a:cubicBezTo>
                    <a:pt x="202" y="301"/>
                    <a:pt x="202" y="308"/>
                    <a:pt x="200" y="316"/>
                  </a:cubicBezTo>
                  <a:cubicBezTo>
                    <a:pt x="200" y="316"/>
                    <a:pt x="200" y="319"/>
                    <a:pt x="200" y="320"/>
                  </a:cubicBezTo>
                  <a:cubicBezTo>
                    <a:pt x="197" y="323"/>
                    <a:pt x="194" y="325"/>
                    <a:pt x="193" y="326"/>
                  </a:cubicBezTo>
                  <a:cubicBezTo>
                    <a:pt x="190" y="328"/>
                    <a:pt x="186" y="331"/>
                    <a:pt x="180" y="331"/>
                  </a:cubicBezTo>
                  <a:cubicBezTo>
                    <a:pt x="168" y="331"/>
                    <a:pt x="160" y="330"/>
                    <a:pt x="141" y="323"/>
                  </a:cubicBezTo>
                  <a:cubicBezTo>
                    <a:pt x="118" y="313"/>
                    <a:pt x="83" y="300"/>
                    <a:pt x="54" y="303"/>
                  </a:cubicBezTo>
                  <a:cubicBezTo>
                    <a:pt x="26" y="306"/>
                    <a:pt x="14" y="282"/>
                    <a:pt x="10" y="268"/>
                  </a:cubicBezTo>
                  <a:cubicBezTo>
                    <a:pt x="8" y="262"/>
                    <a:pt x="7" y="255"/>
                    <a:pt x="7" y="247"/>
                  </a:cubicBezTo>
                  <a:cubicBezTo>
                    <a:pt x="7" y="237"/>
                    <a:pt x="9" y="225"/>
                    <a:pt x="12" y="208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16" y="197"/>
                    <a:pt x="16" y="197"/>
                  </a:cubicBezTo>
                  <a:cubicBezTo>
                    <a:pt x="22" y="202"/>
                    <a:pt x="29" y="202"/>
                    <a:pt x="37" y="202"/>
                  </a:cubicBezTo>
                  <a:cubicBezTo>
                    <a:pt x="42" y="202"/>
                    <a:pt x="42" y="202"/>
                    <a:pt x="42" y="202"/>
                  </a:cubicBezTo>
                  <a:cubicBezTo>
                    <a:pt x="53" y="202"/>
                    <a:pt x="61" y="204"/>
                    <a:pt x="70" y="212"/>
                  </a:cubicBezTo>
                  <a:cubicBezTo>
                    <a:pt x="76" y="217"/>
                    <a:pt x="78" y="222"/>
                    <a:pt x="79" y="226"/>
                  </a:cubicBezTo>
                  <a:cubicBezTo>
                    <a:pt x="80" y="229"/>
                    <a:pt x="83" y="235"/>
                    <a:pt x="86" y="237"/>
                  </a:cubicBezTo>
                  <a:cubicBezTo>
                    <a:pt x="87" y="237"/>
                    <a:pt x="87" y="237"/>
                    <a:pt x="88" y="237"/>
                  </a:cubicBezTo>
                  <a:cubicBezTo>
                    <a:pt x="88" y="237"/>
                    <a:pt x="89" y="236"/>
                    <a:pt x="88" y="235"/>
                  </a:cubicBezTo>
                  <a:cubicBezTo>
                    <a:pt x="88" y="232"/>
                    <a:pt x="88" y="232"/>
                    <a:pt x="88" y="232"/>
                  </a:cubicBezTo>
                  <a:cubicBezTo>
                    <a:pt x="88" y="232"/>
                    <a:pt x="88" y="231"/>
                    <a:pt x="87" y="231"/>
                  </a:cubicBezTo>
                  <a:cubicBezTo>
                    <a:pt x="87" y="231"/>
                    <a:pt x="86" y="229"/>
                    <a:pt x="85" y="227"/>
                  </a:cubicBezTo>
                  <a:cubicBezTo>
                    <a:pt x="85" y="224"/>
                    <a:pt x="85" y="224"/>
                    <a:pt x="85" y="224"/>
                  </a:cubicBezTo>
                  <a:cubicBezTo>
                    <a:pt x="83" y="220"/>
                    <a:pt x="81" y="214"/>
                    <a:pt x="74" y="208"/>
                  </a:cubicBezTo>
                  <a:cubicBezTo>
                    <a:pt x="62" y="198"/>
                    <a:pt x="51" y="196"/>
                    <a:pt x="42" y="196"/>
                  </a:cubicBezTo>
                  <a:cubicBezTo>
                    <a:pt x="39" y="196"/>
                    <a:pt x="39" y="196"/>
                    <a:pt x="39" y="196"/>
                  </a:cubicBezTo>
                  <a:cubicBezTo>
                    <a:pt x="28" y="196"/>
                    <a:pt x="23" y="196"/>
                    <a:pt x="18" y="191"/>
                  </a:cubicBezTo>
                  <a:cubicBezTo>
                    <a:pt x="18" y="191"/>
                    <a:pt x="17" y="188"/>
                    <a:pt x="17" y="187"/>
                  </a:cubicBezTo>
                  <a:cubicBezTo>
                    <a:pt x="18" y="181"/>
                    <a:pt x="18" y="176"/>
                    <a:pt x="18" y="170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37"/>
                    <a:pt x="25" y="120"/>
                    <a:pt x="37" y="102"/>
                  </a:cubicBezTo>
                  <a:cubicBezTo>
                    <a:pt x="40" y="97"/>
                    <a:pt x="43" y="91"/>
                    <a:pt x="45" y="82"/>
                  </a:cubicBezTo>
                  <a:cubicBezTo>
                    <a:pt x="48" y="84"/>
                    <a:pt x="50" y="85"/>
                    <a:pt x="53" y="85"/>
                  </a:cubicBezTo>
                  <a:cubicBezTo>
                    <a:pt x="55" y="85"/>
                    <a:pt x="55" y="85"/>
                    <a:pt x="55" y="85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60" y="86"/>
                    <a:pt x="63" y="86"/>
                    <a:pt x="67" y="88"/>
                  </a:cubicBezTo>
                  <a:cubicBezTo>
                    <a:pt x="67" y="88"/>
                    <a:pt x="76" y="91"/>
                    <a:pt x="76" y="91"/>
                  </a:cubicBezTo>
                  <a:cubicBezTo>
                    <a:pt x="83" y="93"/>
                    <a:pt x="87" y="94"/>
                    <a:pt x="93" y="98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10" y="107"/>
                    <a:pt x="117" y="111"/>
                    <a:pt x="119" y="115"/>
                  </a:cubicBezTo>
                  <a:cubicBezTo>
                    <a:pt x="121" y="118"/>
                    <a:pt x="123" y="123"/>
                    <a:pt x="124" y="128"/>
                  </a:cubicBezTo>
                  <a:cubicBezTo>
                    <a:pt x="125" y="133"/>
                    <a:pt x="128" y="146"/>
                    <a:pt x="128" y="147"/>
                  </a:cubicBezTo>
                  <a:cubicBezTo>
                    <a:pt x="128" y="147"/>
                    <a:pt x="129" y="150"/>
                    <a:pt x="129" y="150"/>
                  </a:cubicBezTo>
                  <a:cubicBezTo>
                    <a:pt x="130" y="152"/>
                    <a:pt x="130" y="154"/>
                    <a:pt x="130" y="155"/>
                  </a:cubicBezTo>
                  <a:cubicBezTo>
                    <a:pt x="130" y="155"/>
                    <a:pt x="130" y="156"/>
                    <a:pt x="130" y="156"/>
                  </a:cubicBezTo>
                  <a:cubicBezTo>
                    <a:pt x="132" y="158"/>
                    <a:pt x="132" y="158"/>
                    <a:pt x="132" y="158"/>
                  </a:cubicBezTo>
                  <a:cubicBezTo>
                    <a:pt x="132" y="158"/>
                    <a:pt x="133" y="158"/>
                    <a:pt x="133" y="158"/>
                  </a:cubicBezTo>
                  <a:cubicBezTo>
                    <a:pt x="134" y="158"/>
                    <a:pt x="134" y="157"/>
                    <a:pt x="134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2" y="146"/>
                    <a:pt x="132" y="146"/>
                    <a:pt x="132" y="146"/>
                  </a:cubicBezTo>
                  <a:cubicBezTo>
                    <a:pt x="131" y="140"/>
                    <a:pt x="130" y="135"/>
                    <a:pt x="129" y="130"/>
                  </a:cubicBezTo>
                  <a:cubicBezTo>
                    <a:pt x="129" y="126"/>
                    <a:pt x="129" y="126"/>
                    <a:pt x="129" y="126"/>
                  </a:cubicBezTo>
                  <a:cubicBezTo>
                    <a:pt x="129" y="126"/>
                    <a:pt x="128" y="123"/>
                    <a:pt x="128" y="122"/>
                  </a:cubicBezTo>
                  <a:cubicBezTo>
                    <a:pt x="130" y="122"/>
                    <a:pt x="132" y="120"/>
                    <a:pt x="135" y="118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40" y="113"/>
                    <a:pt x="140" y="113"/>
                    <a:pt x="140" y="113"/>
                  </a:cubicBezTo>
                  <a:cubicBezTo>
                    <a:pt x="140" y="112"/>
                    <a:pt x="140" y="112"/>
                    <a:pt x="140" y="111"/>
                  </a:cubicBezTo>
                  <a:cubicBezTo>
                    <a:pt x="139" y="110"/>
                    <a:pt x="138" y="110"/>
                    <a:pt x="138" y="111"/>
                  </a:cubicBezTo>
                  <a:cubicBezTo>
                    <a:pt x="137" y="111"/>
                    <a:pt x="137" y="111"/>
                    <a:pt x="137" y="111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32" y="116"/>
                    <a:pt x="129" y="116"/>
                    <a:pt x="128" y="116"/>
                  </a:cubicBezTo>
                  <a:cubicBezTo>
                    <a:pt x="128" y="116"/>
                    <a:pt x="127" y="116"/>
                    <a:pt x="124" y="112"/>
                  </a:cubicBezTo>
                  <a:cubicBezTo>
                    <a:pt x="121" y="106"/>
                    <a:pt x="114" y="103"/>
                    <a:pt x="106" y="99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90" y="88"/>
                    <a:pt x="85" y="87"/>
                    <a:pt x="78" y="85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4" y="80"/>
                    <a:pt x="60" y="80"/>
                    <a:pt x="56" y="79"/>
                  </a:cubicBezTo>
                  <a:cubicBezTo>
                    <a:pt x="53" y="78"/>
                    <a:pt x="50" y="77"/>
                    <a:pt x="49" y="75"/>
                  </a:cubicBezTo>
                  <a:cubicBezTo>
                    <a:pt x="48" y="74"/>
                    <a:pt x="48" y="73"/>
                    <a:pt x="48" y="71"/>
                  </a:cubicBezTo>
                  <a:cubicBezTo>
                    <a:pt x="49" y="68"/>
                    <a:pt x="49" y="64"/>
                    <a:pt x="49" y="61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2" y="38"/>
                    <a:pt x="52" y="37"/>
                    <a:pt x="51" y="37"/>
                  </a:cubicBezTo>
                  <a:cubicBezTo>
                    <a:pt x="50" y="37"/>
                    <a:pt x="49" y="37"/>
                    <a:pt x="49" y="38"/>
                  </a:cubicBezTo>
                  <a:cubicBezTo>
                    <a:pt x="48" y="41"/>
                    <a:pt x="45" y="47"/>
                    <a:pt x="44" y="56"/>
                  </a:cubicBezTo>
                  <a:cubicBezTo>
                    <a:pt x="41" y="70"/>
                    <a:pt x="38" y="88"/>
                    <a:pt x="31" y="98"/>
                  </a:cubicBezTo>
                  <a:cubicBezTo>
                    <a:pt x="18" y="117"/>
                    <a:pt x="12" y="135"/>
                    <a:pt x="11" y="156"/>
                  </a:cubicBezTo>
                  <a:cubicBezTo>
                    <a:pt x="11" y="170"/>
                    <a:pt x="11" y="170"/>
                    <a:pt x="11" y="170"/>
                  </a:cubicBezTo>
                  <a:cubicBezTo>
                    <a:pt x="11" y="180"/>
                    <a:pt x="11" y="186"/>
                    <a:pt x="7" y="207"/>
                  </a:cubicBezTo>
                  <a:cubicBezTo>
                    <a:pt x="0" y="237"/>
                    <a:pt x="0" y="254"/>
                    <a:pt x="5" y="270"/>
                  </a:cubicBezTo>
                  <a:cubicBezTo>
                    <a:pt x="10" y="286"/>
                    <a:pt x="22" y="312"/>
                    <a:pt x="51" y="311"/>
                  </a:cubicBezTo>
                  <a:cubicBezTo>
                    <a:pt x="42" y="315"/>
                    <a:pt x="35" y="320"/>
                    <a:pt x="30" y="329"/>
                  </a:cubicBezTo>
                  <a:cubicBezTo>
                    <a:pt x="25" y="339"/>
                    <a:pt x="24" y="347"/>
                    <a:pt x="24" y="356"/>
                  </a:cubicBezTo>
                  <a:moveTo>
                    <a:pt x="936" y="26"/>
                  </a:moveTo>
                  <a:cubicBezTo>
                    <a:pt x="936" y="26"/>
                    <a:pt x="936" y="26"/>
                    <a:pt x="936" y="26"/>
                  </a:cubicBezTo>
                  <a:cubicBezTo>
                    <a:pt x="936" y="26"/>
                    <a:pt x="936" y="26"/>
                    <a:pt x="936" y="26"/>
                  </a:cubicBezTo>
                  <a:cubicBezTo>
                    <a:pt x="936" y="26"/>
                    <a:pt x="936" y="26"/>
                    <a:pt x="936" y="26"/>
                  </a:cubicBezTo>
                  <a:close/>
                  <a:moveTo>
                    <a:pt x="14" y="170"/>
                  </a:moveTo>
                  <a:cubicBezTo>
                    <a:pt x="14" y="156"/>
                    <a:pt x="14" y="156"/>
                    <a:pt x="14" y="156"/>
                  </a:cubicBezTo>
                  <a:cubicBezTo>
                    <a:pt x="15" y="136"/>
                    <a:pt x="21" y="118"/>
                    <a:pt x="34" y="100"/>
                  </a:cubicBezTo>
                  <a:cubicBezTo>
                    <a:pt x="40" y="90"/>
                    <a:pt x="43" y="75"/>
                    <a:pt x="46" y="61"/>
                  </a:cubicBezTo>
                  <a:cubicBezTo>
                    <a:pt x="46" y="65"/>
                    <a:pt x="46" y="68"/>
                    <a:pt x="45" y="70"/>
                  </a:cubicBezTo>
                  <a:cubicBezTo>
                    <a:pt x="45" y="71"/>
                    <a:pt x="45" y="72"/>
                    <a:pt x="45" y="72"/>
                  </a:cubicBezTo>
                  <a:cubicBezTo>
                    <a:pt x="45" y="74"/>
                    <a:pt x="45" y="75"/>
                    <a:pt x="46" y="77"/>
                  </a:cubicBezTo>
                  <a:cubicBezTo>
                    <a:pt x="49" y="80"/>
                    <a:pt x="53" y="81"/>
                    <a:pt x="56" y="82"/>
                  </a:cubicBezTo>
                  <a:cubicBezTo>
                    <a:pt x="59" y="82"/>
                    <a:pt x="63" y="83"/>
                    <a:pt x="68" y="85"/>
                  </a:cubicBezTo>
                  <a:cubicBezTo>
                    <a:pt x="64" y="84"/>
                    <a:pt x="60" y="83"/>
                    <a:pt x="57" y="83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1" y="82"/>
                    <a:pt x="48" y="81"/>
                    <a:pt x="47" y="79"/>
                  </a:cubicBezTo>
                  <a:cubicBezTo>
                    <a:pt x="46" y="79"/>
                    <a:pt x="45" y="78"/>
                    <a:pt x="44" y="79"/>
                  </a:cubicBezTo>
                  <a:cubicBezTo>
                    <a:pt x="44" y="79"/>
                    <a:pt x="43" y="79"/>
                    <a:pt x="43" y="80"/>
                  </a:cubicBezTo>
                  <a:cubicBezTo>
                    <a:pt x="40" y="89"/>
                    <a:pt x="38" y="96"/>
                    <a:pt x="34" y="101"/>
                  </a:cubicBezTo>
                  <a:cubicBezTo>
                    <a:pt x="22" y="119"/>
                    <a:pt x="16" y="136"/>
                    <a:pt x="15" y="156"/>
                  </a:cubicBezTo>
                  <a:cubicBezTo>
                    <a:pt x="15" y="170"/>
                    <a:pt x="15" y="170"/>
                    <a:pt x="15" y="170"/>
                  </a:cubicBezTo>
                  <a:cubicBezTo>
                    <a:pt x="15" y="176"/>
                    <a:pt x="15" y="180"/>
                    <a:pt x="14" y="187"/>
                  </a:cubicBezTo>
                  <a:cubicBezTo>
                    <a:pt x="14" y="187"/>
                    <a:pt x="14" y="187"/>
                    <a:pt x="14" y="187"/>
                  </a:cubicBezTo>
                  <a:cubicBezTo>
                    <a:pt x="14" y="189"/>
                    <a:pt x="15" y="192"/>
                    <a:pt x="16" y="193"/>
                  </a:cubicBezTo>
                  <a:cubicBezTo>
                    <a:pt x="17" y="194"/>
                    <a:pt x="18" y="195"/>
                    <a:pt x="19" y="196"/>
                  </a:cubicBezTo>
                  <a:cubicBezTo>
                    <a:pt x="18" y="195"/>
                    <a:pt x="18" y="195"/>
                    <a:pt x="17" y="194"/>
                  </a:cubicBezTo>
                  <a:cubicBezTo>
                    <a:pt x="16" y="194"/>
                    <a:pt x="16" y="193"/>
                    <a:pt x="15" y="194"/>
                  </a:cubicBezTo>
                  <a:cubicBezTo>
                    <a:pt x="14" y="194"/>
                    <a:pt x="13" y="195"/>
                    <a:pt x="13" y="196"/>
                  </a:cubicBezTo>
                  <a:cubicBezTo>
                    <a:pt x="11" y="200"/>
                    <a:pt x="11" y="200"/>
                    <a:pt x="11" y="200"/>
                  </a:cubicBezTo>
                  <a:cubicBezTo>
                    <a:pt x="11" y="200"/>
                    <a:pt x="11" y="203"/>
                    <a:pt x="10" y="205"/>
                  </a:cubicBezTo>
                  <a:cubicBezTo>
                    <a:pt x="14" y="186"/>
                    <a:pt x="14" y="180"/>
                    <a:pt x="14" y="170"/>
                  </a:cubicBezTo>
                  <a:close/>
                  <a:moveTo>
                    <a:pt x="209" y="343"/>
                  </a:moveTo>
                  <a:cubicBezTo>
                    <a:pt x="204" y="340"/>
                    <a:pt x="202" y="338"/>
                    <a:pt x="202" y="336"/>
                  </a:cubicBezTo>
                  <a:cubicBezTo>
                    <a:pt x="202" y="336"/>
                    <a:pt x="202" y="335"/>
                    <a:pt x="203" y="334"/>
                  </a:cubicBezTo>
                  <a:cubicBezTo>
                    <a:pt x="204" y="331"/>
                    <a:pt x="206" y="325"/>
                    <a:pt x="207" y="317"/>
                  </a:cubicBezTo>
                  <a:cubicBezTo>
                    <a:pt x="209" y="308"/>
                    <a:pt x="209" y="301"/>
                    <a:pt x="209" y="294"/>
                  </a:cubicBezTo>
                  <a:cubicBezTo>
                    <a:pt x="209" y="291"/>
                    <a:pt x="210" y="287"/>
                    <a:pt x="210" y="283"/>
                  </a:cubicBezTo>
                  <a:cubicBezTo>
                    <a:pt x="210" y="287"/>
                    <a:pt x="210" y="290"/>
                    <a:pt x="209" y="295"/>
                  </a:cubicBezTo>
                  <a:cubicBezTo>
                    <a:pt x="209" y="299"/>
                    <a:pt x="209" y="299"/>
                    <a:pt x="209" y="299"/>
                  </a:cubicBezTo>
                  <a:cubicBezTo>
                    <a:pt x="209" y="307"/>
                    <a:pt x="209" y="313"/>
                    <a:pt x="209" y="319"/>
                  </a:cubicBezTo>
                  <a:cubicBezTo>
                    <a:pt x="209" y="333"/>
                    <a:pt x="210" y="341"/>
                    <a:pt x="215" y="346"/>
                  </a:cubicBezTo>
                  <a:cubicBezTo>
                    <a:pt x="212" y="345"/>
                    <a:pt x="209" y="343"/>
                    <a:pt x="209" y="343"/>
                  </a:cubicBezTo>
                  <a:close/>
                  <a:moveTo>
                    <a:pt x="249" y="354"/>
                  </a:moveTo>
                  <a:cubicBezTo>
                    <a:pt x="250" y="354"/>
                    <a:pt x="251" y="354"/>
                    <a:pt x="252" y="354"/>
                  </a:cubicBezTo>
                  <a:cubicBezTo>
                    <a:pt x="251" y="354"/>
                    <a:pt x="250" y="354"/>
                    <a:pt x="249" y="354"/>
                  </a:cubicBezTo>
                  <a:close/>
                  <a:moveTo>
                    <a:pt x="21" y="197"/>
                  </a:moveTo>
                  <a:cubicBezTo>
                    <a:pt x="25" y="199"/>
                    <a:pt x="31" y="199"/>
                    <a:pt x="39" y="199"/>
                  </a:cubicBezTo>
                  <a:cubicBezTo>
                    <a:pt x="39" y="199"/>
                    <a:pt x="42" y="199"/>
                    <a:pt x="43" y="199"/>
                  </a:cubicBezTo>
                  <a:cubicBezTo>
                    <a:pt x="42" y="199"/>
                    <a:pt x="37" y="199"/>
                    <a:pt x="37" y="199"/>
                  </a:cubicBezTo>
                  <a:cubicBezTo>
                    <a:pt x="31" y="199"/>
                    <a:pt x="25" y="199"/>
                    <a:pt x="21" y="197"/>
                  </a:cubicBezTo>
                  <a:close/>
                  <a:moveTo>
                    <a:pt x="337" y="213"/>
                  </a:moveTo>
                  <a:cubicBezTo>
                    <a:pt x="337" y="211"/>
                    <a:pt x="337" y="209"/>
                    <a:pt x="337" y="206"/>
                  </a:cubicBezTo>
                  <a:cubicBezTo>
                    <a:pt x="337" y="206"/>
                    <a:pt x="337" y="205"/>
                    <a:pt x="337" y="204"/>
                  </a:cubicBezTo>
                  <a:cubicBezTo>
                    <a:pt x="337" y="205"/>
                    <a:pt x="337" y="206"/>
                    <a:pt x="337" y="206"/>
                  </a:cubicBezTo>
                  <a:cubicBezTo>
                    <a:pt x="337" y="209"/>
                    <a:pt x="337" y="211"/>
                    <a:pt x="337" y="213"/>
                  </a:cubicBezTo>
                  <a:cubicBezTo>
                    <a:pt x="337" y="215"/>
                    <a:pt x="336" y="217"/>
                    <a:pt x="335" y="219"/>
                  </a:cubicBezTo>
                  <a:cubicBezTo>
                    <a:pt x="336" y="217"/>
                    <a:pt x="337" y="215"/>
                    <a:pt x="337" y="213"/>
                  </a:cubicBezTo>
                  <a:close/>
                  <a:moveTo>
                    <a:pt x="329" y="233"/>
                  </a:moveTo>
                  <a:cubicBezTo>
                    <a:pt x="332" y="226"/>
                    <a:pt x="332" y="226"/>
                    <a:pt x="332" y="226"/>
                  </a:cubicBezTo>
                  <a:cubicBezTo>
                    <a:pt x="333" y="224"/>
                    <a:pt x="334" y="222"/>
                    <a:pt x="335" y="220"/>
                  </a:cubicBezTo>
                  <a:cubicBezTo>
                    <a:pt x="334" y="222"/>
                    <a:pt x="333" y="224"/>
                    <a:pt x="332" y="226"/>
                  </a:cubicBezTo>
                  <a:cubicBezTo>
                    <a:pt x="329" y="233"/>
                    <a:pt x="329" y="233"/>
                    <a:pt x="329" y="233"/>
                  </a:cubicBezTo>
                  <a:cubicBezTo>
                    <a:pt x="329" y="233"/>
                    <a:pt x="327" y="238"/>
                    <a:pt x="327" y="240"/>
                  </a:cubicBezTo>
                  <a:cubicBezTo>
                    <a:pt x="327" y="238"/>
                    <a:pt x="329" y="233"/>
                    <a:pt x="329" y="233"/>
                  </a:cubicBezTo>
                  <a:close/>
                  <a:moveTo>
                    <a:pt x="340" y="226"/>
                  </a:moveTo>
                  <a:cubicBezTo>
                    <a:pt x="340" y="226"/>
                    <a:pt x="340" y="226"/>
                    <a:pt x="340" y="226"/>
                  </a:cubicBezTo>
                  <a:cubicBezTo>
                    <a:pt x="340" y="226"/>
                    <a:pt x="340" y="226"/>
                    <a:pt x="340" y="226"/>
                  </a:cubicBezTo>
                  <a:cubicBezTo>
                    <a:pt x="340" y="227"/>
                    <a:pt x="340" y="227"/>
                    <a:pt x="339" y="228"/>
                  </a:cubicBezTo>
                  <a:cubicBezTo>
                    <a:pt x="340" y="227"/>
                    <a:pt x="340" y="227"/>
                    <a:pt x="340" y="226"/>
                  </a:cubicBezTo>
                  <a:close/>
                  <a:moveTo>
                    <a:pt x="337" y="235"/>
                  </a:moveTo>
                  <a:cubicBezTo>
                    <a:pt x="337" y="233"/>
                    <a:pt x="338" y="232"/>
                    <a:pt x="338" y="230"/>
                  </a:cubicBezTo>
                  <a:cubicBezTo>
                    <a:pt x="338" y="232"/>
                    <a:pt x="337" y="233"/>
                    <a:pt x="337" y="235"/>
                  </a:cubicBezTo>
                  <a:cubicBezTo>
                    <a:pt x="336" y="235"/>
                    <a:pt x="336" y="236"/>
                    <a:pt x="336" y="237"/>
                  </a:cubicBezTo>
                  <a:cubicBezTo>
                    <a:pt x="336" y="236"/>
                    <a:pt x="336" y="236"/>
                    <a:pt x="337" y="235"/>
                  </a:cubicBezTo>
                  <a:close/>
                  <a:moveTo>
                    <a:pt x="319" y="259"/>
                  </a:moveTo>
                  <a:cubicBezTo>
                    <a:pt x="319" y="258"/>
                    <a:pt x="319" y="258"/>
                    <a:pt x="319" y="258"/>
                  </a:cubicBezTo>
                  <a:cubicBezTo>
                    <a:pt x="322" y="255"/>
                    <a:pt x="324" y="251"/>
                    <a:pt x="325" y="247"/>
                  </a:cubicBezTo>
                  <a:cubicBezTo>
                    <a:pt x="325" y="247"/>
                    <a:pt x="325" y="248"/>
                    <a:pt x="325" y="248"/>
                  </a:cubicBezTo>
                  <a:cubicBezTo>
                    <a:pt x="324" y="248"/>
                    <a:pt x="324" y="248"/>
                    <a:pt x="324" y="249"/>
                  </a:cubicBezTo>
                  <a:cubicBezTo>
                    <a:pt x="324" y="250"/>
                    <a:pt x="325" y="250"/>
                    <a:pt x="325" y="251"/>
                  </a:cubicBezTo>
                  <a:cubicBezTo>
                    <a:pt x="326" y="251"/>
                    <a:pt x="327" y="251"/>
                    <a:pt x="328" y="250"/>
                  </a:cubicBezTo>
                  <a:cubicBezTo>
                    <a:pt x="326" y="252"/>
                    <a:pt x="325" y="253"/>
                    <a:pt x="323" y="255"/>
                  </a:cubicBezTo>
                  <a:cubicBezTo>
                    <a:pt x="323" y="256"/>
                    <a:pt x="320" y="257"/>
                    <a:pt x="318" y="259"/>
                  </a:cubicBezTo>
                  <a:cubicBezTo>
                    <a:pt x="319" y="259"/>
                    <a:pt x="319" y="259"/>
                    <a:pt x="319" y="259"/>
                  </a:cubicBezTo>
                  <a:close/>
                  <a:moveTo>
                    <a:pt x="333" y="243"/>
                  </a:moveTo>
                  <a:cubicBezTo>
                    <a:pt x="333" y="243"/>
                    <a:pt x="333" y="243"/>
                    <a:pt x="333" y="243"/>
                  </a:cubicBezTo>
                  <a:cubicBezTo>
                    <a:pt x="332" y="245"/>
                    <a:pt x="330" y="247"/>
                    <a:pt x="328" y="249"/>
                  </a:cubicBezTo>
                  <a:cubicBezTo>
                    <a:pt x="329" y="248"/>
                    <a:pt x="333" y="243"/>
                    <a:pt x="333" y="243"/>
                  </a:cubicBezTo>
                  <a:close/>
                  <a:moveTo>
                    <a:pt x="307" y="270"/>
                  </a:moveTo>
                  <a:cubicBezTo>
                    <a:pt x="308" y="267"/>
                    <a:pt x="310" y="266"/>
                    <a:pt x="312" y="264"/>
                  </a:cubicBezTo>
                  <a:cubicBezTo>
                    <a:pt x="310" y="266"/>
                    <a:pt x="308" y="267"/>
                    <a:pt x="307" y="270"/>
                  </a:cubicBezTo>
                  <a:cubicBezTo>
                    <a:pt x="307" y="271"/>
                    <a:pt x="307" y="271"/>
                    <a:pt x="307" y="271"/>
                  </a:cubicBezTo>
                  <a:cubicBezTo>
                    <a:pt x="307" y="271"/>
                    <a:pt x="307" y="271"/>
                    <a:pt x="307" y="270"/>
                  </a:cubicBezTo>
                  <a:close/>
                  <a:moveTo>
                    <a:pt x="302" y="300"/>
                  </a:moveTo>
                  <a:cubicBezTo>
                    <a:pt x="301" y="301"/>
                    <a:pt x="301" y="302"/>
                    <a:pt x="301" y="302"/>
                  </a:cubicBezTo>
                  <a:cubicBezTo>
                    <a:pt x="301" y="302"/>
                    <a:pt x="301" y="301"/>
                    <a:pt x="302" y="300"/>
                  </a:cubicBezTo>
                  <a:close/>
                  <a:moveTo>
                    <a:pt x="297" y="309"/>
                  </a:moveTo>
                  <a:cubicBezTo>
                    <a:pt x="297" y="308"/>
                    <a:pt x="298" y="307"/>
                    <a:pt x="298" y="306"/>
                  </a:cubicBezTo>
                  <a:cubicBezTo>
                    <a:pt x="298" y="307"/>
                    <a:pt x="297" y="308"/>
                    <a:pt x="297" y="309"/>
                  </a:cubicBezTo>
                  <a:cubicBezTo>
                    <a:pt x="297" y="309"/>
                    <a:pt x="294" y="313"/>
                    <a:pt x="294" y="313"/>
                  </a:cubicBezTo>
                  <a:cubicBezTo>
                    <a:pt x="294" y="313"/>
                    <a:pt x="297" y="309"/>
                    <a:pt x="297" y="309"/>
                  </a:cubicBezTo>
                  <a:close/>
                  <a:moveTo>
                    <a:pt x="288" y="334"/>
                  </a:moveTo>
                  <a:cubicBezTo>
                    <a:pt x="289" y="327"/>
                    <a:pt x="290" y="320"/>
                    <a:pt x="294" y="313"/>
                  </a:cubicBezTo>
                  <a:cubicBezTo>
                    <a:pt x="294" y="313"/>
                    <a:pt x="294" y="313"/>
                    <a:pt x="294" y="313"/>
                  </a:cubicBezTo>
                  <a:cubicBezTo>
                    <a:pt x="290" y="320"/>
                    <a:pt x="289" y="327"/>
                    <a:pt x="288" y="334"/>
                  </a:cubicBezTo>
                  <a:cubicBezTo>
                    <a:pt x="288" y="336"/>
                    <a:pt x="288" y="338"/>
                    <a:pt x="287" y="341"/>
                  </a:cubicBezTo>
                  <a:cubicBezTo>
                    <a:pt x="288" y="339"/>
                    <a:pt x="288" y="336"/>
                    <a:pt x="288" y="334"/>
                  </a:cubicBezTo>
                  <a:close/>
                  <a:moveTo>
                    <a:pt x="374" y="228"/>
                  </a:moveTo>
                  <a:cubicBezTo>
                    <a:pt x="374" y="228"/>
                    <a:pt x="376" y="226"/>
                    <a:pt x="377" y="225"/>
                  </a:cubicBezTo>
                  <a:cubicBezTo>
                    <a:pt x="375" y="227"/>
                    <a:pt x="373" y="229"/>
                    <a:pt x="371" y="232"/>
                  </a:cubicBezTo>
                  <a:cubicBezTo>
                    <a:pt x="371" y="232"/>
                    <a:pt x="371" y="233"/>
                    <a:pt x="370" y="234"/>
                  </a:cubicBezTo>
                  <a:cubicBezTo>
                    <a:pt x="370" y="233"/>
                    <a:pt x="371" y="232"/>
                    <a:pt x="371" y="232"/>
                  </a:cubicBezTo>
                  <a:cubicBezTo>
                    <a:pt x="371" y="232"/>
                    <a:pt x="372" y="229"/>
                    <a:pt x="372" y="229"/>
                  </a:cubicBezTo>
                  <a:cubicBezTo>
                    <a:pt x="372" y="229"/>
                    <a:pt x="372" y="228"/>
                    <a:pt x="372" y="227"/>
                  </a:cubicBezTo>
                  <a:cubicBezTo>
                    <a:pt x="372" y="228"/>
                    <a:pt x="372" y="228"/>
                    <a:pt x="373" y="228"/>
                  </a:cubicBezTo>
                  <a:cubicBezTo>
                    <a:pt x="373" y="228"/>
                    <a:pt x="374" y="228"/>
                    <a:pt x="374" y="228"/>
                  </a:cubicBezTo>
                  <a:close/>
                  <a:moveTo>
                    <a:pt x="370" y="235"/>
                  </a:moveTo>
                  <a:cubicBezTo>
                    <a:pt x="370" y="235"/>
                    <a:pt x="370" y="235"/>
                    <a:pt x="370" y="235"/>
                  </a:cubicBezTo>
                  <a:cubicBezTo>
                    <a:pt x="370" y="235"/>
                    <a:pt x="370" y="235"/>
                    <a:pt x="370" y="235"/>
                  </a:cubicBezTo>
                  <a:cubicBezTo>
                    <a:pt x="370" y="235"/>
                    <a:pt x="370" y="235"/>
                    <a:pt x="370" y="235"/>
                  </a:cubicBezTo>
                  <a:close/>
                  <a:moveTo>
                    <a:pt x="355" y="276"/>
                  </a:moveTo>
                  <a:cubicBezTo>
                    <a:pt x="355" y="276"/>
                    <a:pt x="359" y="262"/>
                    <a:pt x="359" y="262"/>
                  </a:cubicBezTo>
                  <a:cubicBezTo>
                    <a:pt x="361" y="253"/>
                    <a:pt x="361" y="253"/>
                    <a:pt x="361" y="253"/>
                  </a:cubicBezTo>
                  <a:cubicBezTo>
                    <a:pt x="362" y="249"/>
                    <a:pt x="364" y="246"/>
                    <a:pt x="366" y="242"/>
                  </a:cubicBezTo>
                  <a:cubicBezTo>
                    <a:pt x="364" y="246"/>
                    <a:pt x="362" y="249"/>
                    <a:pt x="361" y="253"/>
                  </a:cubicBezTo>
                  <a:cubicBezTo>
                    <a:pt x="359" y="262"/>
                    <a:pt x="359" y="262"/>
                    <a:pt x="359" y="262"/>
                  </a:cubicBezTo>
                  <a:cubicBezTo>
                    <a:pt x="359" y="262"/>
                    <a:pt x="358" y="265"/>
                    <a:pt x="358" y="265"/>
                  </a:cubicBezTo>
                  <a:cubicBezTo>
                    <a:pt x="358" y="265"/>
                    <a:pt x="358" y="265"/>
                    <a:pt x="358" y="265"/>
                  </a:cubicBezTo>
                  <a:cubicBezTo>
                    <a:pt x="358" y="266"/>
                    <a:pt x="358" y="267"/>
                    <a:pt x="359" y="267"/>
                  </a:cubicBezTo>
                  <a:cubicBezTo>
                    <a:pt x="360" y="268"/>
                    <a:pt x="361" y="267"/>
                    <a:pt x="362" y="266"/>
                  </a:cubicBezTo>
                  <a:cubicBezTo>
                    <a:pt x="362" y="266"/>
                    <a:pt x="362" y="266"/>
                    <a:pt x="363" y="266"/>
                  </a:cubicBezTo>
                  <a:cubicBezTo>
                    <a:pt x="359" y="269"/>
                    <a:pt x="356" y="273"/>
                    <a:pt x="355" y="276"/>
                  </a:cubicBezTo>
                  <a:cubicBezTo>
                    <a:pt x="355" y="276"/>
                    <a:pt x="354" y="278"/>
                    <a:pt x="354" y="278"/>
                  </a:cubicBezTo>
                  <a:cubicBezTo>
                    <a:pt x="354" y="278"/>
                    <a:pt x="355" y="276"/>
                    <a:pt x="355" y="276"/>
                  </a:cubicBezTo>
                  <a:close/>
                  <a:moveTo>
                    <a:pt x="647" y="186"/>
                  </a:moveTo>
                  <a:cubicBezTo>
                    <a:pt x="647" y="185"/>
                    <a:pt x="647" y="183"/>
                    <a:pt x="647" y="182"/>
                  </a:cubicBezTo>
                  <a:cubicBezTo>
                    <a:pt x="647" y="181"/>
                    <a:pt x="647" y="180"/>
                    <a:pt x="647" y="179"/>
                  </a:cubicBezTo>
                  <a:cubicBezTo>
                    <a:pt x="647" y="179"/>
                    <a:pt x="647" y="186"/>
                    <a:pt x="647" y="186"/>
                  </a:cubicBezTo>
                  <a:cubicBezTo>
                    <a:pt x="647" y="188"/>
                    <a:pt x="648" y="189"/>
                    <a:pt x="648" y="190"/>
                  </a:cubicBezTo>
                  <a:cubicBezTo>
                    <a:pt x="648" y="189"/>
                    <a:pt x="647" y="188"/>
                    <a:pt x="647" y="186"/>
                  </a:cubicBezTo>
                  <a:close/>
                  <a:moveTo>
                    <a:pt x="649" y="191"/>
                  </a:moveTo>
                  <a:cubicBezTo>
                    <a:pt x="649" y="193"/>
                    <a:pt x="650" y="194"/>
                    <a:pt x="651" y="195"/>
                  </a:cubicBezTo>
                  <a:cubicBezTo>
                    <a:pt x="651" y="195"/>
                    <a:pt x="651" y="195"/>
                    <a:pt x="651" y="195"/>
                  </a:cubicBezTo>
                  <a:cubicBezTo>
                    <a:pt x="650" y="194"/>
                    <a:pt x="649" y="193"/>
                    <a:pt x="649" y="191"/>
                  </a:cubicBezTo>
                  <a:close/>
                  <a:moveTo>
                    <a:pt x="395" y="236"/>
                  </a:moveTo>
                  <a:cubicBezTo>
                    <a:pt x="395" y="236"/>
                    <a:pt x="395" y="236"/>
                    <a:pt x="395" y="236"/>
                  </a:cubicBezTo>
                  <a:cubicBezTo>
                    <a:pt x="395" y="236"/>
                    <a:pt x="395" y="236"/>
                    <a:pt x="395" y="236"/>
                  </a:cubicBezTo>
                  <a:cubicBezTo>
                    <a:pt x="394" y="236"/>
                    <a:pt x="393" y="236"/>
                    <a:pt x="393" y="236"/>
                  </a:cubicBezTo>
                  <a:cubicBezTo>
                    <a:pt x="393" y="236"/>
                    <a:pt x="394" y="236"/>
                    <a:pt x="395" y="236"/>
                  </a:cubicBezTo>
                  <a:close/>
                  <a:moveTo>
                    <a:pt x="389" y="238"/>
                  </a:moveTo>
                  <a:cubicBezTo>
                    <a:pt x="390" y="237"/>
                    <a:pt x="391" y="236"/>
                    <a:pt x="392" y="236"/>
                  </a:cubicBezTo>
                  <a:cubicBezTo>
                    <a:pt x="391" y="236"/>
                    <a:pt x="390" y="237"/>
                    <a:pt x="389" y="238"/>
                  </a:cubicBezTo>
                  <a:cubicBezTo>
                    <a:pt x="389" y="238"/>
                    <a:pt x="389" y="238"/>
                    <a:pt x="389" y="238"/>
                  </a:cubicBezTo>
                  <a:cubicBezTo>
                    <a:pt x="389" y="238"/>
                    <a:pt x="389" y="238"/>
                    <a:pt x="389" y="238"/>
                  </a:cubicBezTo>
                  <a:close/>
                  <a:moveTo>
                    <a:pt x="388" y="239"/>
                  </a:moveTo>
                  <a:cubicBezTo>
                    <a:pt x="388" y="240"/>
                    <a:pt x="388" y="241"/>
                    <a:pt x="388" y="241"/>
                  </a:cubicBezTo>
                  <a:cubicBezTo>
                    <a:pt x="388" y="241"/>
                    <a:pt x="388" y="240"/>
                    <a:pt x="388" y="239"/>
                  </a:cubicBezTo>
                  <a:close/>
                  <a:moveTo>
                    <a:pt x="387" y="242"/>
                  </a:moveTo>
                  <a:cubicBezTo>
                    <a:pt x="387" y="243"/>
                    <a:pt x="387" y="245"/>
                    <a:pt x="386" y="245"/>
                  </a:cubicBezTo>
                  <a:cubicBezTo>
                    <a:pt x="386" y="245"/>
                    <a:pt x="386" y="246"/>
                    <a:pt x="386" y="246"/>
                  </a:cubicBezTo>
                  <a:cubicBezTo>
                    <a:pt x="386" y="245"/>
                    <a:pt x="387" y="242"/>
                    <a:pt x="387" y="242"/>
                  </a:cubicBezTo>
                  <a:close/>
                  <a:moveTo>
                    <a:pt x="354" y="279"/>
                  </a:moveTo>
                  <a:cubicBezTo>
                    <a:pt x="353" y="281"/>
                    <a:pt x="350" y="289"/>
                    <a:pt x="348" y="292"/>
                  </a:cubicBezTo>
                  <a:cubicBezTo>
                    <a:pt x="348" y="292"/>
                    <a:pt x="348" y="292"/>
                    <a:pt x="348" y="292"/>
                  </a:cubicBezTo>
                  <a:cubicBezTo>
                    <a:pt x="350" y="288"/>
                    <a:pt x="352" y="284"/>
                    <a:pt x="354" y="279"/>
                  </a:cubicBezTo>
                  <a:close/>
                  <a:moveTo>
                    <a:pt x="343" y="301"/>
                  </a:moveTo>
                  <a:cubicBezTo>
                    <a:pt x="342" y="302"/>
                    <a:pt x="341" y="304"/>
                    <a:pt x="339" y="306"/>
                  </a:cubicBezTo>
                  <a:cubicBezTo>
                    <a:pt x="341" y="304"/>
                    <a:pt x="342" y="302"/>
                    <a:pt x="343" y="301"/>
                  </a:cubicBezTo>
                  <a:close/>
                  <a:moveTo>
                    <a:pt x="335" y="319"/>
                  </a:moveTo>
                  <a:cubicBezTo>
                    <a:pt x="335" y="320"/>
                    <a:pt x="335" y="321"/>
                    <a:pt x="335" y="322"/>
                  </a:cubicBezTo>
                  <a:cubicBezTo>
                    <a:pt x="335" y="322"/>
                    <a:pt x="335" y="322"/>
                    <a:pt x="335" y="322"/>
                  </a:cubicBezTo>
                  <a:cubicBezTo>
                    <a:pt x="335" y="321"/>
                    <a:pt x="335" y="320"/>
                    <a:pt x="335" y="319"/>
                  </a:cubicBezTo>
                  <a:close/>
                  <a:moveTo>
                    <a:pt x="334" y="330"/>
                  </a:moveTo>
                  <a:cubicBezTo>
                    <a:pt x="334" y="330"/>
                    <a:pt x="334" y="330"/>
                    <a:pt x="334" y="330"/>
                  </a:cubicBezTo>
                  <a:cubicBezTo>
                    <a:pt x="333" y="336"/>
                    <a:pt x="330" y="340"/>
                    <a:pt x="328" y="344"/>
                  </a:cubicBezTo>
                  <a:cubicBezTo>
                    <a:pt x="330" y="340"/>
                    <a:pt x="333" y="336"/>
                    <a:pt x="334" y="330"/>
                  </a:cubicBezTo>
                  <a:close/>
                  <a:moveTo>
                    <a:pt x="326" y="348"/>
                  </a:moveTo>
                  <a:cubicBezTo>
                    <a:pt x="325" y="350"/>
                    <a:pt x="324" y="352"/>
                    <a:pt x="323" y="354"/>
                  </a:cubicBezTo>
                  <a:cubicBezTo>
                    <a:pt x="324" y="352"/>
                    <a:pt x="325" y="350"/>
                    <a:pt x="326" y="348"/>
                  </a:cubicBezTo>
                  <a:close/>
                  <a:moveTo>
                    <a:pt x="400" y="268"/>
                  </a:moveTo>
                  <a:cubicBezTo>
                    <a:pt x="400" y="268"/>
                    <a:pt x="400" y="268"/>
                    <a:pt x="400" y="268"/>
                  </a:cubicBezTo>
                  <a:cubicBezTo>
                    <a:pt x="400" y="268"/>
                    <a:pt x="400" y="268"/>
                    <a:pt x="400" y="268"/>
                  </a:cubicBezTo>
                  <a:cubicBezTo>
                    <a:pt x="400" y="268"/>
                    <a:pt x="400" y="269"/>
                    <a:pt x="399" y="269"/>
                  </a:cubicBezTo>
                  <a:cubicBezTo>
                    <a:pt x="400" y="269"/>
                    <a:pt x="400" y="268"/>
                    <a:pt x="400" y="268"/>
                  </a:cubicBezTo>
                  <a:close/>
                  <a:moveTo>
                    <a:pt x="363" y="303"/>
                  </a:moveTo>
                  <a:cubicBezTo>
                    <a:pt x="363" y="304"/>
                    <a:pt x="363" y="305"/>
                    <a:pt x="363" y="306"/>
                  </a:cubicBezTo>
                  <a:cubicBezTo>
                    <a:pt x="363" y="310"/>
                    <a:pt x="364" y="313"/>
                    <a:pt x="364" y="316"/>
                  </a:cubicBezTo>
                  <a:cubicBezTo>
                    <a:pt x="364" y="313"/>
                    <a:pt x="363" y="310"/>
                    <a:pt x="363" y="306"/>
                  </a:cubicBezTo>
                  <a:cubicBezTo>
                    <a:pt x="363" y="305"/>
                    <a:pt x="363" y="304"/>
                    <a:pt x="363" y="303"/>
                  </a:cubicBezTo>
                  <a:cubicBezTo>
                    <a:pt x="363" y="303"/>
                    <a:pt x="363" y="303"/>
                    <a:pt x="363" y="303"/>
                  </a:cubicBezTo>
                  <a:close/>
                  <a:moveTo>
                    <a:pt x="359" y="348"/>
                  </a:moveTo>
                  <a:cubicBezTo>
                    <a:pt x="365" y="331"/>
                    <a:pt x="365" y="331"/>
                    <a:pt x="365" y="331"/>
                  </a:cubicBezTo>
                  <a:cubicBezTo>
                    <a:pt x="366" y="328"/>
                    <a:pt x="366" y="328"/>
                    <a:pt x="366" y="328"/>
                  </a:cubicBezTo>
                  <a:cubicBezTo>
                    <a:pt x="366" y="327"/>
                    <a:pt x="366" y="327"/>
                    <a:pt x="366" y="327"/>
                  </a:cubicBezTo>
                  <a:cubicBezTo>
                    <a:pt x="366" y="323"/>
                    <a:pt x="365" y="320"/>
                    <a:pt x="364" y="316"/>
                  </a:cubicBezTo>
                  <a:cubicBezTo>
                    <a:pt x="364" y="316"/>
                    <a:pt x="365" y="320"/>
                    <a:pt x="365" y="320"/>
                  </a:cubicBezTo>
                  <a:cubicBezTo>
                    <a:pt x="365" y="321"/>
                    <a:pt x="366" y="321"/>
                    <a:pt x="366" y="322"/>
                  </a:cubicBezTo>
                  <a:cubicBezTo>
                    <a:pt x="367" y="322"/>
                    <a:pt x="368" y="321"/>
                    <a:pt x="369" y="321"/>
                  </a:cubicBezTo>
                  <a:cubicBezTo>
                    <a:pt x="369" y="321"/>
                    <a:pt x="369" y="321"/>
                    <a:pt x="369" y="320"/>
                  </a:cubicBezTo>
                  <a:cubicBezTo>
                    <a:pt x="369" y="321"/>
                    <a:pt x="359" y="348"/>
                    <a:pt x="359" y="348"/>
                  </a:cubicBezTo>
                  <a:cubicBezTo>
                    <a:pt x="359" y="348"/>
                    <a:pt x="358" y="350"/>
                    <a:pt x="357" y="352"/>
                  </a:cubicBezTo>
                  <a:cubicBezTo>
                    <a:pt x="358" y="350"/>
                    <a:pt x="359" y="348"/>
                    <a:pt x="359" y="348"/>
                  </a:cubicBezTo>
                  <a:close/>
                  <a:moveTo>
                    <a:pt x="390" y="280"/>
                  </a:moveTo>
                  <a:cubicBezTo>
                    <a:pt x="390" y="280"/>
                    <a:pt x="390" y="281"/>
                    <a:pt x="390" y="281"/>
                  </a:cubicBezTo>
                  <a:cubicBezTo>
                    <a:pt x="390" y="281"/>
                    <a:pt x="390" y="280"/>
                    <a:pt x="390" y="280"/>
                  </a:cubicBezTo>
                  <a:close/>
                  <a:moveTo>
                    <a:pt x="411" y="276"/>
                  </a:moveTo>
                  <a:cubicBezTo>
                    <a:pt x="409" y="277"/>
                    <a:pt x="408" y="279"/>
                    <a:pt x="406" y="280"/>
                  </a:cubicBezTo>
                  <a:cubicBezTo>
                    <a:pt x="408" y="279"/>
                    <a:pt x="409" y="277"/>
                    <a:pt x="411" y="276"/>
                  </a:cubicBezTo>
                  <a:close/>
                  <a:moveTo>
                    <a:pt x="378" y="298"/>
                  </a:moveTo>
                  <a:cubicBezTo>
                    <a:pt x="378" y="298"/>
                    <a:pt x="379" y="295"/>
                    <a:pt x="379" y="295"/>
                  </a:cubicBezTo>
                  <a:cubicBezTo>
                    <a:pt x="380" y="293"/>
                    <a:pt x="381" y="291"/>
                    <a:pt x="382" y="291"/>
                  </a:cubicBezTo>
                  <a:cubicBezTo>
                    <a:pt x="384" y="288"/>
                    <a:pt x="386" y="285"/>
                    <a:pt x="388" y="283"/>
                  </a:cubicBezTo>
                  <a:cubicBezTo>
                    <a:pt x="387" y="284"/>
                    <a:pt x="387" y="284"/>
                    <a:pt x="387" y="285"/>
                  </a:cubicBezTo>
                  <a:cubicBezTo>
                    <a:pt x="387" y="285"/>
                    <a:pt x="387" y="285"/>
                    <a:pt x="388" y="286"/>
                  </a:cubicBezTo>
                  <a:cubicBezTo>
                    <a:pt x="388" y="286"/>
                    <a:pt x="389" y="287"/>
                    <a:pt x="390" y="286"/>
                  </a:cubicBezTo>
                  <a:cubicBezTo>
                    <a:pt x="390" y="286"/>
                    <a:pt x="394" y="285"/>
                    <a:pt x="394" y="285"/>
                  </a:cubicBezTo>
                  <a:cubicBezTo>
                    <a:pt x="396" y="285"/>
                    <a:pt x="398" y="284"/>
                    <a:pt x="400" y="284"/>
                  </a:cubicBezTo>
                  <a:cubicBezTo>
                    <a:pt x="398" y="284"/>
                    <a:pt x="396" y="285"/>
                    <a:pt x="394" y="285"/>
                  </a:cubicBezTo>
                  <a:cubicBezTo>
                    <a:pt x="389" y="286"/>
                    <a:pt x="385" y="287"/>
                    <a:pt x="382" y="290"/>
                  </a:cubicBezTo>
                  <a:cubicBezTo>
                    <a:pt x="380" y="293"/>
                    <a:pt x="379" y="296"/>
                    <a:pt x="378" y="298"/>
                  </a:cubicBezTo>
                  <a:cubicBezTo>
                    <a:pt x="378" y="298"/>
                    <a:pt x="378" y="298"/>
                    <a:pt x="378" y="298"/>
                  </a:cubicBezTo>
                  <a:close/>
                  <a:moveTo>
                    <a:pt x="355" y="357"/>
                  </a:moveTo>
                  <a:cubicBezTo>
                    <a:pt x="354" y="358"/>
                    <a:pt x="354" y="358"/>
                    <a:pt x="354" y="359"/>
                  </a:cubicBezTo>
                  <a:cubicBezTo>
                    <a:pt x="354" y="358"/>
                    <a:pt x="354" y="358"/>
                    <a:pt x="355" y="357"/>
                  </a:cubicBezTo>
                  <a:close/>
                  <a:moveTo>
                    <a:pt x="428" y="281"/>
                  </a:moveTo>
                  <a:cubicBezTo>
                    <a:pt x="426" y="283"/>
                    <a:pt x="425" y="285"/>
                    <a:pt x="424" y="287"/>
                  </a:cubicBezTo>
                  <a:cubicBezTo>
                    <a:pt x="425" y="285"/>
                    <a:pt x="426" y="283"/>
                    <a:pt x="428" y="281"/>
                  </a:cubicBezTo>
                  <a:close/>
                  <a:moveTo>
                    <a:pt x="420" y="293"/>
                  </a:moveTo>
                  <a:cubicBezTo>
                    <a:pt x="420" y="292"/>
                    <a:pt x="421" y="290"/>
                    <a:pt x="422" y="289"/>
                  </a:cubicBezTo>
                  <a:cubicBezTo>
                    <a:pt x="421" y="290"/>
                    <a:pt x="420" y="292"/>
                    <a:pt x="420" y="293"/>
                  </a:cubicBezTo>
                  <a:close/>
                  <a:moveTo>
                    <a:pt x="572" y="273"/>
                  </a:moveTo>
                  <a:cubicBezTo>
                    <a:pt x="572" y="273"/>
                    <a:pt x="572" y="272"/>
                    <a:pt x="571" y="270"/>
                  </a:cubicBezTo>
                  <a:cubicBezTo>
                    <a:pt x="572" y="272"/>
                    <a:pt x="572" y="273"/>
                    <a:pt x="572" y="273"/>
                  </a:cubicBezTo>
                  <a:cubicBezTo>
                    <a:pt x="572" y="275"/>
                    <a:pt x="573" y="278"/>
                    <a:pt x="573" y="280"/>
                  </a:cubicBezTo>
                  <a:cubicBezTo>
                    <a:pt x="573" y="278"/>
                    <a:pt x="572" y="275"/>
                    <a:pt x="572" y="273"/>
                  </a:cubicBezTo>
                  <a:close/>
                  <a:moveTo>
                    <a:pt x="415" y="311"/>
                  </a:moveTo>
                  <a:cubicBezTo>
                    <a:pt x="415" y="311"/>
                    <a:pt x="416" y="310"/>
                    <a:pt x="416" y="310"/>
                  </a:cubicBezTo>
                  <a:cubicBezTo>
                    <a:pt x="416" y="310"/>
                    <a:pt x="417" y="305"/>
                    <a:pt x="417" y="305"/>
                  </a:cubicBezTo>
                  <a:cubicBezTo>
                    <a:pt x="417" y="305"/>
                    <a:pt x="417" y="302"/>
                    <a:pt x="418" y="300"/>
                  </a:cubicBezTo>
                  <a:cubicBezTo>
                    <a:pt x="418" y="300"/>
                    <a:pt x="418" y="300"/>
                    <a:pt x="418" y="300"/>
                  </a:cubicBezTo>
                  <a:cubicBezTo>
                    <a:pt x="418" y="300"/>
                    <a:pt x="418" y="300"/>
                    <a:pt x="418" y="300"/>
                  </a:cubicBezTo>
                  <a:cubicBezTo>
                    <a:pt x="418" y="303"/>
                    <a:pt x="419" y="303"/>
                    <a:pt x="420" y="303"/>
                  </a:cubicBezTo>
                  <a:cubicBezTo>
                    <a:pt x="420" y="303"/>
                    <a:pt x="421" y="303"/>
                    <a:pt x="421" y="303"/>
                  </a:cubicBezTo>
                  <a:cubicBezTo>
                    <a:pt x="422" y="302"/>
                    <a:pt x="422" y="302"/>
                    <a:pt x="423" y="302"/>
                  </a:cubicBezTo>
                  <a:cubicBezTo>
                    <a:pt x="420" y="304"/>
                    <a:pt x="418" y="306"/>
                    <a:pt x="416" y="310"/>
                  </a:cubicBezTo>
                  <a:cubicBezTo>
                    <a:pt x="415" y="312"/>
                    <a:pt x="415" y="314"/>
                    <a:pt x="414" y="316"/>
                  </a:cubicBezTo>
                  <a:cubicBezTo>
                    <a:pt x="414" y="314"/>
                    <a:pt x="415" y="313"/>
                    <a:pt x="415" y="311"/>
                  </a:cubicBezTo>
                  <a:close/>
                  <a:moveTo>
                    <a:pt x="428" y="300"/>
                  </a:moveTo>
                  <a:cubicBezTo>
                    <a:pt x="428" y="300"/>
                    <a:pt x="428" y="300"/>
                    <a:pt x="428" y="300"/>
                  </a:cubicBezTo>
                  <a:cubicBezTo>
                    <a:pt x="428" y="300"/>
                    <a:pt x="428" y="300"/>
                    <a:pt x="428" y="300"/>
                  </a:cubicBezTo>
                  <a:cubicBezTo>
                    <a:pt x="426" y="300"/>
                    <a:pt x="425" y="301"/>
                    <a:pt x="424" y="301"/>
                  </a:cubicBezTo>
                  <a:cubicBezTo>
                    <a:pt x="425" y="301"/>
                    <a:pt x="426" y="300"/>
                    <a:pt x="428" y="300"/>
                  </a:cubicBezTo>
                  <a:close/>
                  <a:moveTo>
                    <a:pt x="412" y="321"/>
                  </a:moveTo>
                  <a:cubicBezTo>
                    <a:pt x="412" y="321"/>
                    <a:pt x="412" y="321"/>
                    <a:pt x="412" y="321"/>
                  </a:cubicBezTo>
                  <a:cubicBezTo>
                    <a:pt x="412" y="321"/>
                    <a:pt x="412" y="321"/>
                    <a:pt x="412" y="321"/>
                  </a:cubicBezTo>
                  <a:cubicBezTo>
                    <a:pt x="412" y="321"/>
                    <a:pt x="412" y="321"/>
                    <a:pt x="411" y="322"/>
                  </a:cubicBezTo>
                  <a:cubicBezTo>
                    <a:pt x="412" y="321"/>
                    <a:pt x="412" y="321"/>
                    <a:pt x="412" y="321"/>
                  </a:cubicBezTo>
                  <a:close/>
                  <a:moveTo>
                    <a:pt x="396" y="368"/>
                  </a:moveTo>
                  <a:cubicBezTo>
                    <a:pt x="396" y="365"/>
                    <a:pt x="396" y="361"/>
                    <a:pt x="397" y="358"/>
                  </a:cubicBezTo>
                  <a:cubicBezTo>
                    <a:pt x="399" y="348"/>
                    <a:pt x="403" y="338"/>
                    <a:pt x="408" y="329"/>
                  </a:cubicBezTo>
                  <a:cubicBezTo>
                    <a:pt x="403" y="338"/>
                    <a:pt x="399" y="348"/>
                    <a:pt x="397" y="358"/>
                  </a:cubicBezTo>
                  <a:cubicBezTo>
                    <a:pt x="396" y="361"/>
                    <a:pt x="396" y="365"/>
                    <a:pt x="396" y="368"/>
                  </a:cubicBezTo>
                  <a:cubicBezTo>
                    <a:pt x="396" y="368"/>
                    <a:pt x="396" y="368"/>
                    <a:pt x="396" y="368"/>
                  </a:cubicBezTo>
                  <a:close/>
                  <a:moveTo>
                    <a:pt x="397" y="380"/>
                  </a:moveTo>
                  <a:cubicBezTo>
                    <a:pt x="396" y="378"/>
                    <a:pt x="396" y="376"/>
                    <a:pt x="396" y="374"/>
                  </a:cubicBezTo>
                  <a:cubicBezTo>
                    <a:pt x="396" y="376"/>
                    <a:pt x="396" y="378"/>
                    <a:pt x="397" y="380"/>
                  </a:cubicBezTo>
                  <a:cubicBezTo>
                    <a:pt x="397" y="380"/>
                    <a:pt x="397" y="380"/>
                    <a:pt x="397" y="380"/>
                  </a:cubicBezTo>
                  <a:cubicBezTo>
                    <a:pt x="397" y="380"/>
                    <a:pt x="397" y="380"/>
                    <a:pt x="397" y="380"/>
                  </a:cubicBezTo>
                  <a:close/>
                  <a:moveTo>
                    <a:pt x="429" y="384"/>
                  </a:moveTo>
                  <a:cubicBezTo>
                    <a:pt x="429" y="377"/>
                    <a:pt x="430" y="370"/>
                    <a:pt x="431" y="363"/>
                  </a:cubicBezTo>
                  <a:cubicBezTo>
                    <a:pt x="433" y="357"/>
                    <a:pt x="433" y="350"/>
                    <a:pt x="433" y="344"/>
                  </a:cubicBezTo>
                  <a:cubicBezTo>
                    <a:pt x="433" y="344"/>
                    <a:pt x="433" y="344"/>
                    <a:pt x="433" y="344"/>
                  </a:cubicBezTo>
                  <a:cubicBezTo>
                    <a:pt x="433" y="344"/>
                    <a:pt x="433" y="348"/>
                    <a:pt x="433" y="348"/>
                  </a:cubicBezTo>
                  <a:cubicBezTo>
                    <a:pt x="433" y="349"/>
                    <a:pt x="433" y="350"/>
                    <a:pt x="434" y="350"/>
                  </a:cubicBezTo>
                  <a:cubicBezTo>
                    <a:pt x="435" y="350"/>
                    <a:pt x="435" y="350"/>
                    <a:pt x="436" y="349"/>
                  </a:cubicBezTo>
                  <a:cubicBezTo>
                    <a:pt x="434" y="354"/>
                    <a:pt x="432" y="358"/>
                    <a:pt x="432" y="361"/>
                  </a:cubicBezTo>
                  <a:cubicBezTo>
                    <a:pt x="432" y="361"/>
                    <a:pt x="432" y="362"/>
                    <a:pt x="432" y="362"/>
                  </a:cubicBezTo>
                  <a:cubicBezTo>
                    <a:pt x="431" y="363"/>
                    <a:pt x="431" y="363"/>
                    <a:pt x="431" y="363"/>
                  </a:cubicBezTo>
                  <a:cubicBezTo>
                    <a:pt x="430" y="369"/>
                    <a:pt x="429" y="376"/>
                    <a:pt x="429" y="383"/>
                  </a:cubicBezTo>
                  <a:cubicBezTo>
                    <a:pt x="429" y="387"/>
                    <a:pt x="429" y="390"/>
                    <a:pt x="430" y="394"/>
                  </a:cubicBezTo>
                  <a:cubicBezTo>
                    <a:pt x="429" y="390"/>
                    <a:pt x="429" y="387"/>
                    <a:pt x="429" y="384"/>
                  </a:cubicBezTo>
                  <a:close/>
                  <a:moveTo>
                    <a:pt x="611" y="247"/>
                  </a:moveTo>
                  <a:cubicBezTo>
                    <a:pt x="611" y="247"/>
                    <a:pt x="611" y="247"/>
                    <a:pt x="612" y="247"/>
                  </a:cubicBezTo>
                  <a:cubicBezTo>
                    <a:pt x="612" y="247"/>
                    <a:pt x="612" y="248"/>
                    <a:pt x="612" y="248"/>
                  </a:cubicBezTo>
                  <a:cubicBezTo>
                    <a:pt x="612" y="248"/>
                    <a:pt x="611" y="247"/>
                    <a:pt x="611" y="247"/>
                  </a:cubicBezTo>
                  <a:close/>
                  <a:moveTo>
                    <a:pt x="616" y="253"/>
                  </a:moveTo>
                  <a:cubicBezTo>
                    <a:pt x="616" y="253"/>
                    <a:pt x="612" y="248"/>
                    <a:pt x="612" y="248"/>
                  </a:cubicBezTo>
                  <a:cubicBezTo>
                    <a:pt x="612" y="248"/>
                    <a:pt x="616" y="253"/>
                    <a:pt x="616" y="253"/>
                  </a:cubicBezTo>
                  <a:cubicBezTo>
                    <a:pt x="616" y="253"/>
                    <a:pt x="616" y="253"/>
                    <a:pt x="616" y="254"/>
                  </a:cubicBezTo>
                  <a:cubicBezTo>
                    <a:pt x="616" y="253"/>
                    <a:pt x="616" y="253"/>
                    <a:pt x="616" y="253"/>
                  </a:cubicBezTo>
                  <a:close/>
                  <a:moveTo>
                    <a:pt x="582" y="277"/>
                  </a:moveTo>
                  <a:cubicBezTo>
                    <a:pt x="582" y="276"/>
                    <a:pt x="582" y="276"/>
                    <a:pt x="582" y="275"/>
                  </a:cubicBezTo>
                  <a:cubicBezTo>
                    <a:pt x="582" y="273"/>
                    <a:pt x="582" y="273"/>
                    <a:pt x="582" y="273"/>
                  </a:cubicBezTo>
                  <a:cubicBezTo>
                    <a:pt x="582" y="272"/>
                    <a:pt x="582" y="271"/>
                    <a:pt x="582" y="269"/>
                  </a:cubicBezTo>
                  <a:cubicBezTo>
                    <a:pt x="582" y="268"/>
                    <a:pt x="582" y="266"/>
                    <a:pt x="583" y="263"/>
                  </a:cubicBezTo>
                  <a:cubicBezTo>
                    <a:pt x="583" y="263"/>
                    <a:pt x="583" y="263"/>
                    <a:pt x="583" y="263"/>
                  </a:cubicBezTo>
                  <a:cubicBezTo>
                    <a:pt x="582" y="266"/>
                    <a:pt x="582" y="268"/>
                    <a:pt x="582" y="269"/>
                  </a:cubicBezTo>
                  <a:cubicBezTo>
                    <a:pt x="582" y="271"/>
                    <a:pt x="582" y="272"/>
                    <a:pt x="582" y="273"/>
                  </a:cubicBezTo>
                  <a:cubicBezTo>
                    <a:pt x="582" y="275"/>
                    <a:pt x="582" y="275"/>
                    <a:pt x="582" y="275"/>
                  </a:cubicBezTo>
                  <a:cubicBezTo>
                    <a:pt x="582" y="276"/>
                    <a:pt x="582" y="276"/>
                    <a:pt x="582" y="277"/>
                  </a:cubicBezTo>
                  <a:cubicBezTo>
                    <a:pt x="582" y="278"/>
                    <a:pt x="582" y="280"/>
                    <a:pt x="582" y="281"/>
                  </a:cubicBezTo>
                  <a:cubicBezTo>
                    <a:pt x="582" y="280"/>
                    <a:pt x="582" y="278"/>
                    <a:pt x="582" y="277"/>
                  </a:cubicBezTo>
                  <a:close/>
                  <a:moveTo>
                    <a:pt x="579" y="313"/>
                  </a:moveTo>
                  <a:cubicBezTo>
                    <a:pt x="578" y="309"/>
                    <a:pt x="577" y="305"/>
                    <a:pt x="577" y="301"/>
                  </a:cubicBezTo>
                  <a:cubicBezTo>
                    <a:pt x="577" y="301"/>
                    <a:pt x="577" y="300"/>
                    <a:pt x="577" y="300"/>
                  </a:cubicBezTo>
                  <a:cubicBezTo>
                    <a:pt x="577" y="296"/>
                    <a:pt x="577" y="293"/>
                    <a:pt x="575" y="289"/>
                  </a:cubicBezTo>
                  <a:cubicBezTo>
                    <a:pt x="575" y="289"/>
                    <a:pt x="576" y="292"/>
                    <a:pt x="576" y="292"/>
                  </a:cubicBezTo>
                  <a:cubicBezTo>
                    <a:pt x="576" y="293"/>
                    <a:pt x="577" y="294"/>
                    <a:pt x="578" y="294"/>
                  </a:cubicBezTo>
                  <a:cubicBezTo>
                    <a:pt x="578" y="294"/>
                    <a:pt x="579" y="293"/>
                    <a:pt x="579" y="292"/>
                  </a:cubicBezTo>
                  <a:cubicBezTo>
                    <a:pt x="579" y="294"/>
                    <a:pt x="577" y="301"/>
                    <a:pt x="577" y="301"/>
                  </a:cubicBezTo>
                  <a:cubicBezTo>
                    <a:pt x="577" y="305"/>
                    <a:pt x="578" y="309"/>
                    <a:pt x="580" y="313"/>
                  </a:cubicBezTo>
                  <a:cubicBezTo>
                    <a:pt x="580" y="313"/>
                    <a:pt x="580" y="314"/>
                    <a:pt x="580" y="314"/>
                  </a:cubicBezTo>
                  <a:cubicBezTo>
                    <a:pt x="580" y="314"/>
                    <a:pt x="579" y="313"/>
                    <a:pt x="579" y="313"/>
                  </a:cubicBezTo>
                  <a:close/>
                  <a:moveTo>
                    <a:pt x="579" y="291"/>
                  </a:moveTo>
                  <a:cubicBezTo>
                    <a:pt x="579" y="291"/>
                    <a:pt x="579" y="291"/>
                    <a:pt x="579" y="291"/>
                  </a:cubicBezTo>
                  <a:cubicBezTo>
                    <a:pt x="579" y="291"/>
                    <a:pt x="579" y="291"/>
                    <a:pt x="579" y="291"/>
                  </a:cubicBezTo>
                  <a:close/>
                  <a:moveTo>
                    <a:pt x="557" y="348"/>
                  </a:moveTo>
                  <a:cubicBezTo>
                    <a:pt x="557" y="345"/>
                    <a:pt x="557" y="345"/>
                    <a:pt x="557" y="345"/>
                  </a:cubicBezTo>
                  <a:cubicBezTo>
                    <a:pt x="557" y="345"/>
                    <a:pt x="557" y="344"/>
                    <a:pt x="557" y="344"/>
                  </a:cubicBezTo>
                  <a:cubicBezTo>
                    <a:pt x="557" y="342"/>
                    <a:pt x="556" y="340"/>
                    <a:pt x="555" y="338"/>
                  </a:cubicBezTo>
                  <a:cubicBezTo>
                    <a:pt x="556" y="340"/>
                    <a:pt x="557" y="342"/>
                    <a:pt x="557" y="344"/>
                  </a:cubicBezTo>
                  <a:cubicBezTo>
                    <a:pt x="557" y="344"/>
                    <a:pt x="557" y="345"/>
                    <a:pt x="557" y="345"/>
                  </a:cubicBezTo>
                  <a:cubicBezTo>
                    <a:pt x="557" y="345"/>
                    <a:pt x="557" y="348"/>
                    <a:pt x="557" y="348"/>
                  </a:cubicBezTo>
                  <a:cubicBezTo>
                    <a:pt x="557" y="348"/>
                    <a:pt x="557" y="348"/>
                    <a:pt x="557" y="348"/>
                  </a:cubicBezTo>
                  <a:close/>
                  <a:moveTo>
                    <a:pt x="558" y="361"/>
                  </a:moveTo>
                  <a:cubicBezTo>
                    <a:pt x="558" y="362"/>
                    <a:pt x="558" y="362"/>
                    <a:pt x="558" y="362"/>
                  </a:cubicBezTo>
                  <a:cubicBezTo>
                    <a:pt x="558" y="362"/>
                    <a:pt x="558" y="362"/>
                    <a:pt x="558" y="362"/>
                  </a:cubicBezTo>
                  <a:cubicBezTo>
                    <a:pt x="558" y="362"/>
                    <a:pt x="559" y="362"/>
                    <a:pt x="559" y="363"/>
                  </a:cubicBezTo>
                  <a:cubicBezTo>
                    <a:pt x="559" y="362"/>
                    <a:pt x="558" y="362"/>
                    <a:pt x="558" y="361"/>
                  </a:cubicBezTo>
                  <a:close/>
                  <a:moveTo>
                    <a:pt x="561" y="365"/>
                  </a:moveTo>
                  <a:cubicBezTo>
                    <a:pt x="562" y="365"/>
                    <a:pt x="562" y="364"/>
                    <a:pt x="562" y="364"/>
                  </a:cubicBezTo>
                  <a:cubicBezTo>
                    <a:pt x="562" y="363"/>
                    <a:pt x="562" y="363"/>
                    <a:pt x="562" y="363"/>
                  </a:cubicBezTo>
                  <a:cubicBezTo>
                    <a:pt x="562" y="364"/>
                    <a:pt x="562" y="365"/>
                    <a:pt x="562" y="366"/>
                  </a:cubicBezTo>
                  <a:cubicBezTo>
                    <a:pt x="562" y="367"/>
                    <a:pt x="562" y="369"/>
                    <a:pt x="563" y="370"/>
                  </a:cubicBezTo>
                  <a:cubicBezTo>
                    <a:pt x="562" y="369"/>
                    <a:pt x="562" y="368"/>
                    <a:pt x="561" y="366"/>
                  </a:cubicBezTo>
                  <a:cubicBezTo>
                    <a:pt x="560" y="365"/>
                    <a:pt x="560" y="365"/>
                    <a:pt x="559" y="364"/>
                  </a:cubicBezTo>
                  <a:cubicBezTo>
                    <a:pt x="560" y="365"/>
                    <a:pt x="560" y="365"/>
                    <a:pt x="561" y="365"/>
                  </a:cubicBezTo>
                  <a:close/>
                  <a:moveTo>
                    <a:pt x="564" y="374"/>
                  </a:moveTo>
                  <a:cubicBezTo>
                    <a:pt x="564" y="374"/>
                    <a:pt x="564" y="374"/>
                    <a:pt x="564" y="374"/>
                  </a:cubicBezTo>
                  <a:cubicBezTo>
                    <a:pt x="564" y="374"/>
                    <a:pt x="564" y="374"/>
                    <a:pt x="564" y="374"/>
                  </a:cubicBezTo>
                  <a:cubicBezTo>
                    <a:pt x="565" y="376"/>
                    <a:pt x="565" y="377"/>
                    <a:pt x="565" y="379"/>
                  </a:cubicBezTo>
                  <a:cubicBezTo>
                    <a:pt x="565" y="377"/>
                    <a:pt x="565" y="376"/>
                    <a:pt x="564" y="374"/>
                  </a:cubicBezTo>
                  <a:close/>
                  <a:moveTo>
                    <a:pt x="564" y="399"/>
                  </a:moveTo>
                  <a:cubicBezTo>
                    <a:pt x="564" y="398"/>
                    <a:pt x="564" y="397"/>
                    <a:pt x="564" y="396"/>
                  </a:cubicBezTo>
                  <a:cubicBezTo>
                    <a:pt x="564" y="394"/>
                    <a:pt x="564" y="392"/>
                    <a:pt x="565" y="391"/>
                  </a:cubicBezTo>
                  <a:cubicBezTo>
                    <a:pt x="564" y="392"/>
                    <a:pt x="564" y="394"/>
                    <a:pt x="564" y="396"/>
                  </a:cubicBezTo>
                  <a:cubicBezTo>
                    <a:pt x="564" y="396"/>
                    <a:pt x="564" y="399"/>
                    <a:pt x="564" y="401"/>
                  </a:cubicBezTo>
                  <a:cubicBezTo>
                    <a:pt x="564" y="400"/>
                    <a:pt x="564" y="399"/>
                    <a:pt x="564" y="399"/>
                  </a:cubicBezTo>
                  <a:close/>
                  <a:moveTo>
                    <a:pt x="590" y="332"/>
                  </a:moveTo>
                  <a:cubicBezTo>
                    <a:pt x="590" y="333"/>
                    <a:pt x="590" y="334"/>
                    <a:pt x="590" y="334"/>
                  </a:cubicBezTo>
                  <a:cubicBezTo>
                    <a:pt x="590" y="334"/>
                    <a:pt x="590" y="333"/>
                    <a:pt x="590" y="332"/>
                  </a:cubicBezTo>
                  <a:close/>
                  <a:moveTo>
                    <a:pt x="590" y="335"/>
                  </a:moveTo>
                  <a:cubicBezTo>
                    <a:pt x="591" y="336"/>
                    <a:pt x="591" y="338"/>
                    <a:pt x="591" y="339"/>
                  </a:cubicBezTo>
                  <a:cubicBezTo>
                    <a:pt x="591" y="339"/>
                    <a:pt x="591" y="339"/>
                    <a:pt x="591" y="339"/>
                  </a:cubicBezTo>
                  <a:cubicBezTo>
                    <a:pt x="591" y="338"/>
                    <a:pt x="591" y="336"/>
                    <a:pt x="590" y="335"/>
                  </a:cubicBezTo>
                  <a:close/>
                  <a:moveTo>
                    <a:pt x="602" y="392"/>
                  </a:moveTo>
                  <a:cubicBezTo>
                    <a:pt x="602" y="392"/>
                    <a:pt x="602" y="390"/>
                    <a:pt x="602" y="390"/>
                  </a:cubicBezTo>
                  <a:cubicBezTo>
                    <a:pt x="602" y="390"/>
                    <a:pt x="602" y="393"/>
                    <a:pt x="602" y="393"/>
                  </a:cubicBezTo>
                  <a:cubicBezTo>
                    <a:pt x="602" y="393"/>
                    <a:pt x="602" y="392"/>
                    <a:pt x="602" y="392"/>
                  </a:cubicBezTo>
                  <a:close/>
                  <a:moveTo>
                    <a:pt x="622" y="273"/>
                  </a:moveTo>
                  <a:cubicBezTo>
                    <a:pt x="622" y="273"/>
                    <a:pt x="622" y="273"/>
                    <a:pt x="622" y="273"/>
                  </a:cubicBezTo>
                  <a:cubicBezTo>
                    <a:pt x="622" y="273"/>
                    <a:pt x="622" y="274"/>
                    <a:pt x="622" y="274"/>
                  </a:cubicBezTo>
                  <a:cubicBezTo>
                    <a:pt x="622" y="274"/>
                    <a:pt x="622" y="273"/>
                    <a:pt x="622" y="273"/>
                  </a:cubicBezTo>
                  <a:close/>
                  <a:moveTo>
                    <a:pt x="622" y="282"/>
                  </a:moveTo>
                  <a:cubicBezTo>
                    <a:pt x="622" y="282"/>
                    <a:pt x="622" y="282"/>
                    <a:pt x="622" y="282"/>
                  </a:cubicBezTo>
                  <a:cubicBezTo>
                    <a:pt x="622" y="282"/>
                    <a:pt x="622" y="282"/>
                    <a:pt x="622" y="282"/>
                  </a:cubicBezTo>
                  <a:close/>
                  <a:moveTo>
                    <a:pt x="623" y="284"/>
                  </a:moveTo>
                  <a:cubicBezTo>
                    <a:pt x="623" y="285"/>
                    <a:pt x="623" y="286"/>
                    <a:pt x="624" y="286"/>
                  </a:cubicBezTo>
                  <a:cubicBezTo>
                    <a:pt x="623" y="286"/>
                    <a:pt x="623" y="285"/>
                    <a:pt x="623" y="284"/>
                  </a:cubicBezTo>
                  <a:close/>
                  <a:moveTo>
                    <a:pt x="626" y="290"/>
                  </a:moveTo>
                  <a:cubicBezTo>
                    <a:pt x="625" y="289"/>
                    <a:pt x="624" y="288"/>
                    <a:pt x="624" y="287"/>
                  </a:cubicBezTo>
                  <a:cubicBezTo>
                    <a:pt x="624" y="288"/>
                    <a:pt x="625" y="289"/>
                    <a:pt x="626" y="290"/>
                  </a:cubicBezTo>
                  <a:cubicBezTo>
                    <a:pt x="626" y="290"/>
                    <a:pt x="626" y="290"/>
                    <a:pt x="626" y="290"/>
                  </a:cubicBezTo>
                  <a:close/>
                  <a:moveTo>
                    <a:pt x="644" y="223"/>
                  </a:moveTo>
                  <a:cubicBezTo>
                    <a:pt x="644" y="223"/>
                    <a:pt x="644" y="223"/>
                    <a:pt x="644" y="223"/>
                  </a:cubicBezTo>
                  <a:cubicBezTo>
                    <a:pt x="644" y="223"/>
                    <a:pt x="644" y="223"/>
                    <a:pt x="644" y="223"/>
                  </a:cubicBezTo>
                  <a:close/>
                  <a:moveTo>
                    <a:pt x="636" y="261"/>
                  </a:moveTo>
                  <a:cubicBezTo>
                    <a:pt x="636" y="261"/>
                    <a:pt x="636" y="261"/>
                    <a:pt x="636" y="261"/>
                  </a:cubicBezTo>
                  <a:cubicBezTo>
                    <a:pt x="636" y="261"/>
                    <a:pt x="636" y="261"/>
                    <a:pt x="636" y="261"/>
                  </a:cubicBezTo>
                  <a:cubicBezTo>
                    <a:pt x="637" y="264"/>
                    <a:pt x="637" y="267"/>
                    <a:pt x="637" y="270"/>
                  </a:cubicBezTo>
                  <a:cubicBezTo>
                    <a:pt x="637" y="267"/>
                    <a:pt x="637" y="264"/>
                    <a:pt x="636" y="261"/>
                  </a:cubicBezTo>
                  <a:close/>
                  <a:moveTo>
                    <a:pt x="634" y="284"/>
                  </a:moveTo>
                  <a:cubicBezTo>
                    <a:pt x="634" y="284"/>
                    <a:pt x="634" y="284"/>
                    <a:pt x="634" y="285"/>
                  </a:cubicBezTo>
                  <a:cubicBezTo>
                    <a:pt x="634" y="284"/>
                    <a:pt x="634" y="284"/>
                    <a:pt x="634" y="284"/>
                  </a:cubicBezTo>
                  <a:close/>
                  <a:moveTo>
                    <a:pt x="633" y="296"/>
                  </a:moveTo>
                  <a:cubicBezTo>
                    <a:pt x="633" y="295"/>
                    <a:pt x="634" y="295"/>
                    <a:pt x="634" y="294"/>
                  </a:cubicBezTo>
                  <a:cubicBezTo>
                    <a:pt x="634" y="294"/>
                    <a:pt x="634" y="294"/>
                    <a:pt x="634" y="294"/>
                  </a:cubicBezTo>
                  <a:cubicBezTo>
                    <a:pt x="634" y="293"/>
                    <a:pt x="634" y="293"/>
                    <a:pt x="634" y="292"/>
                  </a:cubicBezTo>
                  <a:cubicBezTo>
                    <a:pt x="634" y="295"/>
                    <a:pt x="634" y="299"/>
                    <a:pt x="636" y="304"/>
                  </a:cubicBezTo>
                  <a:cubicBezTo>
                    <a:pt x="636" y="304"/>
                    <a:pt x="636" y="304"/>
                    <a:pt x="636" y="304"/>
                  </a:cubicBezTo>
                  <a:cubicBezTo>
                    <a:pt x="636" y="304"/>
                    <a:pt x="636" y="304"/>
                    <a:pt x="636" y="304"/>
                  </a:cubicBezTo>
                  <a:cubicBezTo>
                    <a:pt x="635" y="302"/>
                    <a:pt x="635" y="300"/>
                    <a:pt x="634" y="299"/>
                  </a:cubicBezTo>
                  <a:cubicBezTo>
                    <a:pt x="633" y="297"/>
                    <a:pt x="631" y="295"/>
                    <a:pt x="629" y="294"/>
                  </a:cubicBezTo>
                  <a:cubicBezTo>
                    <a:pt x="630" y="294"/>
                    <a:pt x="631" y="295"/>
                    <a:pt x="631" y="295"/>
                  </a:cubicBezTo>
                  <a:cubicBezTo>
                    <a:pt x="632" y="296"/>
                    <a:pt x="632" y="296"/>
                    <a:pt x="633" y="296"/>
                  </a:cubicBezTo>
                  <a:close/>
                  <a:moveTo>
                    <a:pt x="637" y="311"/>
                  </a:moveTo>
                  <a:cubicBezTo>
                    <a:pt x="637" y="311"/>
                    <a:pt x="637" y="311"/>
                    <a:pt x="637" y="311"/>
                  </a:cubicBezTo>
                  <a:cubicBezTo>
                    <a:pt x="637" y="311"/>
                    <a:pt x="637" y="315"/>
                    <a:pt x="637" y="317"/>
                  </a:cubicBezTo>
                  <a:cubicBezTo>
                    <a:pt x="637" y="315"/>
                    <a:pt x="637" y="311"/>
                    <a:pt x="637" y="311"/>
                  </a:cubicBezTo>
                  <a:close/>
                  <a:moveTo>
                    <a:pt x="641" y="338"/>
                  </a:moveTo>
                  <a:cubicBezTo>
                    <a:pt x="639" y="333"/>
                    <a:pt x="638" y="328"/>
                    <a:pt x="638" y="323"/>
                  </a:cubicBezTo>
                  <a:cubicBezTo>
                    <a:pt x="638" y="328"/>
                    <a:pt x="639" y="333"/>
                    <a:pt x="641" y="338"/>
                  </a:cubicBezTo>
                  <a:cubicBezTo>
                    <a:pt x="641" y="338"/>
                    <a:pt x="642" y="340"/>
                    <a:pt x="642" y="341"/>
                  </a:cubicBezTo>
                  <a:cubicBezTo>
                    <a:pt x="642" y="340"/>
                    <a:pt x="641" y="338"/>
                    <a:pt x="641" y="338"/>
                  </a:cubicBezTo>
                  <a:close/>
                  <a:moveTo>
                    <a:pt x="547" y="422"/>
                  </a:moveTo>
                  <a:cubicBezTo>
                    <a:pt x="546" y="423"/>
                    <a:pt x="546" y="423"/>
                    <a:pt x="546" y="424"/>
                  </a:cubicBezTo>
                  <a:cubicBezTo>
                    <a:pt x="545" y="424"/>
                    <a:pt x="545" y="423"/>
                    <a:pt x="545" y="423"/>
                  </a:cubicBezTo>
                  <a:cubicBezTo>
                    <a:pt x="545" y="423"/>
                    <a:pt x="545" y="423"/>
                    <a:pt x="544" y="422"/>
                  </a:cubicBezTo>
                  <a:cubicBezTo>
                    <a:pt x="544" y="422"/>
                    <a:pt x="545" y="422"/>
                    <a:pt x="545" y="422"/>
                  </a:cubicBezTo>
                  <a:cubicBezTo>
                    <a:pt x="546" y="422"/>
                    <a:pt x="546" y="422"/>
                    <a:pt x="547" y="422"/>
                  </a:cubicBezTo>
                  <a:close/>
                  <a:moveTo>
                    <a:pt x="568" y="402"/>
                  </a:moveTo>
                  <a:cubicBezTo>
                    <a:pt x="568" y="403"/>
                    <a:pt x="568" y="403"/>
                    <a:pt x="568" y="403"/>
                  </a:cubicBezTo>
                  <a:cubicBezTo>
                    <a:pt x="568" y="403"/>
                    <a:pt x="568" y="402"/>
                    <a:pt x="568" y="402"/>
                  </a:cubicBezTo>
                  <a:close/>
                  <a:moveTo>
                    <a:pt x="657" y="239"/>
                  </a:moveTo>
                  <a:cubicBezTo>
                    <a:pt x="657" y="239"/>
                    <a:pt x="657" y="238"/>
                    <a:pt x="656" y="237"/>
                  </a:cubicBezTo>
                  <a:cubicBezTo>
                    <a:pt x="657" y="238"/>
                    <a:pt x="657" y="239"/>
                    <a:pt x="657" y="239"/>
                  </a:cubicBezTo>
                  <a:cubicBezTo>
                    <a:pt x="659" y="241"/>
                    <a:pt x="661" y="244"/>
                    <a:pt x="662" y="247"/>
                  </a:cubicBezTo>
                  <a:cubicBezTo>
                    <a:pt x="661" y="244"/>
                    <a:pt x="659" y="241"/>
                    <a:pt x="657" y="239"/>
                  </a:cubicBezTo>
                  <a:close/>
                  <a:moveTo>
                    <a:pt x="654" y="202"/>
                  </a:moveTo>
                  <a:cubicBezTo>
                    <a:pt x="654" y="202"/>
                    <a:pt x="654" y="202"/>
                    <a:pt x="654" y="202"/>
                  </a:cubicBezTo>
                  <a:cubicBezTo>
                    <a:pt x="655" y="204"/>
                    <a:pt x="655" y="206"/>
                    <a:pt x="655" y="208"/>
                  </a:cubicBezTo>
                  <a:cubicBezTo>
                    <a:pt x="655" y="208"/>
                    <a:pt x="655" y="208"/>
                    <a:pt x="655" y="208"/>
                  </a:cubicBezTo>
                  <a:cubicBezTo>
                    <a:pt x="655" y="206"/>
                    <a:pt x="655" y="204"/>
                    <a:pt x="654" y="202"/>
                  </a:cubicBezTo>
                  <a:close/>
                  <a:moveTo>
                    <a:pt x="655" y="215"/>
                  </a:moveTo>
                  <a:cubicBezTo>
                    <a:pt x="655" y="214"/>
                    <a:pt x="655" y="214"/>
                    <a:pt x="655" y="214"/>
                  </a:cubicBezTo>
                  <a:cubicBezTo>
                    <a:pt x="655" y="215"/>
                    <a:pt x="655" y="215"/>
                    <a:pt x="655" y="216"/>
                  </a:cubicBezTo>
                  <a:cubicBezTo>
                    <a:pt x="655" y="215"/>
                    <a:pt x="655" y="215"/>
                    <a:pt x="655" y="215"/>
                  </a:cubicBezTo>
                  <a:close/>
                  <a:moveTo>
                    <a:pt x="663" y="233"/>
                  </a:moveTo>
                  <a:cubicBezTo>
                    <a:pt x="663" y="234"/>
                    <a:pt x="663" y="234"/>
                    <a:pt x="664" y="234"/>
                  </a:cubicBezTo>
                  <a:cubicBezTo>
                    <a:pt x="663" y="234"/>
                    <a:pt x="663" y="234"/>
                    <a:pt x="663" y="233"/>
                  </a:cubicBezTo>
                  <a:close/>
                  <a:moveTo>
                    <a:pt x="666" y="238"/>
                  </a:moveTo>
                  <a:cubicBezTo>
                    <a:pt x="666" y="238"/>
                    <a:pt x="666" y="238"/>
                    <a:pt x="666" y="238"/>
                  </a:cubicBezTo>
                  <a:cubicBezTo>
                    <a:pt x="666" y="238"/>
                    <a:pt x="666" y="238"/>
                    <a:pt x="666" y="238"/>
                  </a:cubicBezTo>
                  <a:close/>
                  <a:moveTo>
                    <a:pt x="667" y="240"/>
                  </a:moveTo>
                  <a:cubicBezTo>
                    <a:pt x="667" y="241"/>
                    <a:pt x="667" y="241"/>
                    <a:pt x="667" y="242"/>
                  </a:cubicBezTo>
                  <a:cubicBezTo>
                    <a:pt x="667" y="241"/>
                    <a:pt x="667" y="241"/>
                    <a:pt x="667" y="240"/>
                  </a:cubicBezTo>
                  <a:close/>
                  <a:moveTo>
                    <a:pt x="667" y="243"/>
                  </a:moveTo>
                  <a:cubicBezTo>
                    <a:pt x="668" y="244"/>
                    <a:pt x="668" y="245"/>
                    <a:pt x="668" y="246"/>
                  </a:cubicBezTo>
                  <a:cubicBezTo>
                    <a:pt x="668" y="246"/>
                    <a:pt x="668" y="246"/>
                    <a:pt x="668" y="246"/>
                  </a:cubicBezTo>
                  <a:cubicBezTo>
                    <a:pt x="668" y="245"/>
                    <a:pt x="668" y="244"/>
                    <a:pt x="667" y="243"/>
                  </a:cubicBezTo>
                  <a:close/>
                  <a:moveTo>
                    <a:pt x="668" y="258"/>
                  </a:moveTo>
                  <a:cubicBezTo>
                    <a:pt x="667" y="255"/>
                    <a:pt x="665" y="251"/>
                    <a:pt x="664" y="248"/>
                  </a:cubicBezTo>
                  <a:cubicBezTo>
                    <a:pt x="664" y="249"/>
                    <a:pt x="665" y="250"/>
                    <a:pt x="665" y="251"/>
                  </a:cubicBezTo>
                  <a:cubicBezTo>
                    <a:pt x="665" y="251"/>
                    <a:pt x="666" y="252"/>
                    <a:pt x="667" y="252"/>
                  </a:cubicBezTo>
                  <a:cubicBezTo>
                    <a:pt x="667" y="251"/>
                    <a:pt x="668" y="251"/>
                    <a:pt x="668" y="250"/>
                  </a:cubicBezTo>
                  <a:cubicBezTo>
                    <a:pt x="668" y="250"/>
                    <a:pt x="668" y="251"/>
                    <a:pt x="668" y="251"/>
                  </a:cubicBezTo>
                  <a:cubicBezTo>
                    <a:pt x="668" y="251"/>
                    <a:pt x="668" y="258"/>
                    <a:pt x="668" y="258"/>
                  </a:cubicBezTo>
                  <a:cubicBezTo>
                    <a:pt x="668" y="258"/>
                    <a:pt x="668" y="260"/>
                    <a:pt x="668" y="260"/>
                  </a:cubicBezTo>
                  <a:cubicBezTo>
                    <a:pt x="668" y="260"/>
                    <a:pt x="668" y="260"/>
                    <a:pt x="668" y="260"/>
                  </a:cubicBezTo>
                  <a:cubicBezTo>
                    <a:pt x="668" y="260"/>
                    <a:pt x="668" y="261"/>
                    <a:pt x="668" y="261"/>
                  </a:cubicBezTo>
                  <a:cubicBezTo>
                    <a:pt x="668" y="261"/>
                    <a:pt x="668" y="258"/>
                    <a:pt x="668" y="258"/>
                  </a:cubicBezTo>
                  <a:close/>
                  <a:moveTo>
                    <a:pt x="695" y="221"/>
                  </a:moveTo>
                  <a:cubicBezTo>
                    <a:pt x="695" y="221"/>
                    <a:pt x="695" y="220"/>
                    <a:pt x="695" y="219"/>
                  </a:cubicBezTo>
                  <a:cubicBezTo>
                    <a:pt x="695" y="219"/>
                    <a:pt x="695" y="221"/>
                    <a:pt x="695" y="221"/>
                  </a:cubicBezTo>
                  <a:cubicBezTo>
                    <a:pt x="695" y="221"/>
                    <a:pt x="695" y="221"/>
                    <a:pt x="695" y="221"/>
                  </a:cubicBezTo>
                  <a:close/>
                  <a:moveTo>
                    <a:pt x="694" y="253"/>
                  </a:moveTo>
                  <a:cubicBezTo>
                    <a:pt x="694" y="253"/>
                    <a:pt x="694" y="253"/>
                    <a:pt x="694" y="253"/>
                  </a:cubicBezTo>
                  <a:cubicBezTo>
                    <a:pt x="694" y="253"/>
                    <a:pt x="694" y="253"/>
                    <a:pt x="694" y="253"/>
                  </a:cubicBezTo>
                  <a:cubicBezTo>
                    <a:pt x="694" y="253"/>
                    <a:pt x="694" y="253"/>
                    <a:pt x="694" y="253"/>
                  </a:cubicBezTo>
                  <a:close/>
                  <a:moveTo>
                    <a:pt x="671" y="266"/>
                  </a:moveTo>
                  <a:cubicBezTo>
                    <a:pt x="672" y="267"/>
                    <a:pt x="672" y="268"/>
                    <a:pt x="673" y="268"/>
                  </a:cubicBezTo>
                  <a:cubicBezTo>
                    <a:pt x="672" y="268"/>
                    <a:pt x="672" y="267"/>
                    <a:pt x="671" y="266"/>
                  </a:cubicBezTo>
                  <a:close/>
                  <a:moveTo>
                    <a:pt x="681" y="286"/>
                  </a:moveTo>
                  <a:cubicBezTo>
                    <a:pt x="681" y="282"/>
                    <a:pt x="680" y="279"/>
                    <a:pt x="678" y="275"/>
                  </a:cubicBezTo>
                  <a:cubicBezTo>
                    <a:pt x="678" y="275"/>
                    <a:pt x="678" y="275"/>
                    <a:pt x="678" y="275"/>
                  </a:cubicBezTo>
                  <a:cubicBezTo>
                    <a:pt x="680" y="279"/>
                    <a:pt x="681" y="282"/>
                    <a:pt x="681" y="286"/>
                  </a:cubicBezTo>
                  <a:cubicBezTo>
                    <a:pt x="681" y="287"/>
                    <a:pt x="681" y="287"/>
                    <a:pt x="681" y="288"/>
                  </a:cubicBezTo>
                  <a:cubicBezTo>
                    <a:pt x="681" y="289"/>
                    <a:pt x="681" y="289"/>
                    <a:pt x="681" y="289"/>
                  </a:cubicBezTo>
                  <a:cubicBezTo>
                    <a:pt x="681" y="288"/>
                    <a:pt x="681" y="287"/>
                    <a:pt x="681" y="286"/>
                  </a:cubicBezTo>
                  <a:close/>
                  <a:moveTo>
                    <a:pt x="680" y="292"/>
                  </a:moveTo>
                  <a:cubicBezTo>
                    <a:pt x="680" y="292"/>
                    <a:pt x="681" y="291"/>
                    <a:pt x="681" y="291"/>
                  </a:cubicBezTo>
                  <a:cubicBezTo>
                    <a:pt x="681" y="291"/>
                    <a:pt x="680" y="292"/>
                    <a:pt x="680" y="292"/>
                  </a:cubicBezTo>
                  <a:cubicBezTo>
                    <a:pt x="680" y="292"/>
                    <a:pt x="680" y="292"/>
                    <a:pt x="680" y="292"/>
                  </a:cubicBezTo>
                  <a:close/>
                  <a:moveTo>
                    <a:pt x="682" y="302"/>
                  </a:moveTo>
                  <a:cubicBezTo>
                    <a:pt x="680" y="300"/>
                    <a:pt x="680" y="298"/>
                    <a:pt x="680" y="296"/>
                  </a:cubicBezTo>
                  <a:cubicBezTo>
                    <a:pt x="680" y="295"/>
                    <a:pt x="680" y="294"/>
                    <a:pt x="680" y="292"/>
                  </a:cubicBezTo>
                  <a:cubicBezTo>
                    <a:pt x="680" y="293"/>
                    <a:pt x="680" y="295"/>
                    <a:pt x="680" y="296"/>
                  </a:cubicBezTo>
                  <a:cubicBezTo>
                    <a:pt x="680" y="298"/>
                    <a:pt x="680" y="300"/>
                    <a:pt x="682" y="302"/>
                  </a:cubicBezTo>
                  <a:close/>
                  <a:moveTo>
                    <a:pt x="688" y="311"/>
                  </a:moveTo>
                  <a:cubicBezTo>
                    <a:pt x="688" y="311"/>
                    <a:pt x="688" y="311"/>
                    <a:pt x="688" y="311"/>
                  </a:cubicBezTo>
                  <a:cubicBezTo>
                    <a:pt x="688" y="311"/>
                    <a:pt x="688" y="311"/>
                    <a:pt x="688" y="311"/>
                  </a:cubicBezTo>
                  <a:close/>
                  <a:moveTo>
                    <a:pt x="690" y="325"/>
                  </a:moveTo>
                  <a:cubicBezTo>
                    <a:pt x="690" y="324"/>
                    <a:pt x="690" y="323"/>
                    <a:pt x="690" y="322"/>
                  </a:cubicBezTo>
                  <a:cubicBezTo>
                    <a:pt x="691" y="321"/>
                    <a:pt x="691" y="320"/>
                    <a:pt x="691" y="319"/>
                  </a:cubicBezTo>
                  <a:cubicBezTo>
                    <a:pt x="691" y="318"/>
                    <a:pt x="690" y="317"/>
                    <a:pt x="690" y="316"/>
                  </a:cubicBezTo>
                  <a:cubicBezTo>
                    <a:pt x="690" y="317"/>
                    <a:pt x="691" y="318"/>
                    <a:pt x="691" y="319"/>
                  </a:cubicBezTo>
                  <a:cubicBezTo>
                    <a:pt x="691" y="320"/>
                    <a:pt x="691" y="321"/>
                    <a:pt x="690" y="322"/>
                  </a:cubicBezTo>
                  <a:cubicBezTo>
                    <a:pt x="690" y="322"/>
                    <a:pt x="691" y="328"/>
                    <a:pt x="691" y="328"/>
                  </a:cubicBezTo>
                  <a:cubicBezTo>
                    <a:pt x="690" y="327"/>
                    <a:pt x="690" y="326"/>
                    <a:pt x="690" y="325"/>
                  </a:cubicBezTo>
                  <a:close/>
                  <a:moveTo>
                    <a:pt x="696" y="339"/>
                  </a:moveTo>
                  <a:cubicBezTo>
                    <a:pt x="695" y="338"/>
                    <a:pt x="694" y="336"/>
                    <a:pt x="693" y="334"/>
                  </a:cubicBezTo>
                  <a:cubicBezTo>
                    <a:pt x="694" y="336"/>
                    <a:pt x="695" y="338"/>
                    <a:pt x="696" y="339"/>
                  </a:cubicBezTo>
                  <a:cubicBezTo>
                    <a:pt x="696" y="339"/>
                    <a:pt x="696" y="340"/>
                    <a:pt x="696" y="341"/>
                  </a:cubicBezTo>
                  <a:cubicBezTo>
                    <a:pt x="696" y="340"/>
                    <a:pt x="696" y="339"/>
                    <a:pt x="696" y="339"/>
                  </a:cubicBezTo>
                  <a:close/>
                  <a:moveTo>
                    <a:pt x="699" y="257"/>
                  </a:moveTo>
                  <a:cubicBezTo>
                    <a:pt x="700" y="258"/>
                    <a:pt x="700" y="258"/>
                    <a:pt x="701" y="258"/>
                  </a:cubicBezTo>
                  <a:cubicBezTo>
                    <a:pt x="700" y="258"/>
                    <a:pt x="700" y="258"/>
                    <a:pt x="699" y="257"/>
                  </a:cubicBezTo>
                  <a:close/>
                  <a:moveTo>
                    <a:pt x="702" y="242"/>
                  </a:moveTo>
                  <a:cubicBezTo>
                    <a:pt x="700" y="240"/>
                    <a:pt x="699" y="238"/>
                    <a:pt x="698" y="236"/>
                  </a:cubicBezTo>
                  <a:cubicBezTo>
                    <a:pt x="699" y="238"/>
                    <a:pt x="700" y="240"/>
                    <a:pt x="702" y="242"/>
                  </a:cubicBezTo>
                  <a:cubicBezTo>
                    <a:pt x="702" y="242"/>
                    <a:pt x="702" y="243"/>
                    <a:pt x="702" y="243"/>
                  </a:cubicBezTo>
                  <a:cubicBezTo>
                    <a:pt x="702" y="243"/>
                    <a:pt x="702" y="242"/>
                    <a:pt x="702" y="242"/>
                  </a:cubicBezTo>
                  <a:close/>
                  <a:moveTo>
                    <a:pt x="704" y="245"/>
                  </a:moveTo>
                  <a:cubicBezTo>
                    <a:pt x="706" y="249"/>
                    <a:pt x="707" y="252"/>
                    <a:pt x="707" y="255"/>
                  </a:cubicBezTo>
                  <a:cubicBezTo>
                    <a:pt x="707" y="252"/>
                    <a:pt x="706" y="249"/>
                    <a:pt x="704" y="245"/>
                  </a:cubicBezTo>
                  <a:close/>
                  <a:moveTo>
                    <a:pt x="706" y="263"/>
                  </a:moveTo>
                  <a:cubicBezTo>
                    <a:pt x="707" y="263"/>
                    <a:pt x="707" y="262"/>
                    <a:pt x="707" y="262"/>
                  </a:cubicBezTo>
                  <a:cubicBezTo>
                    <a:pt x="707" y="262"/>
                    <a:pt x="707" y="258"/>
                    <a:pt x="707" y="258"/>
                  </a:cubicBezTo>
                  <a:cubicBezTo>
                    <a:pt x="707" y="258"/>
                    <a:pt x="708" y="267"/>
                    <a:pt x="708" y="267"/>
                  </a:cubicBezTo>
                  <a:cubicBezTo>
                    <a:pt x="708" y="268"/>
                    <a:pt x="709" y="268"/>
                    <a:pt x="709" y="269"/>
                  </a:cubicBezTo>
                  <a:cubicBezTo>
                    <a:pt x="709" y="269"/>
                    <a:pt x="709" y="269"/>
                    <a:pt x="709" y="269"/>
                  </a:cubicBezTo>
                  <a:cubicBezTo>
                    <a:pt x="707" y="266"/>
                    <a:pt x="706" y="264"/>
                    <a:pt x="704" y="262"/>
                  </a:cubicBezTo>
                  <a:cubicBezTo>
                    <a:pt x="704" y="262"/>
                    <a:pt x="704" y="263"/>
                    <a:pt x="705" y="263"/>
                  </a:cubicBezTo>
                  <a:cubicBezTo>
                    <a:pt x="705" y="263"/>
                    <a:pt x="706" y="263"/>
                    <a:pt x="706" y="263"/>
                  </a:cubicBezTo>
                  <a:close/>
                  <a:moveTo>
                    <a:pt x="712" y="274"/>
                  </a:moveTo>
                  <a:cubicBezTo>
                    <a:pt x="712" y="275"/>
                    <a:pt x="713" y="275"/>
                    <a:pt x="713" y="275"/>
                  </a:cubicBezTo>
                  <a:cubicBezTo>
                    <a:pt x="713" y="275"/>
                    <a:pt x="712" y="275"/>
                    <a:pt x="712" y="274"/>
                  </a:cubicBezTo>
                  <a:close/>
                  <a:moveTo>
                    <a:pt x="726" y="301"/>
                  </a:moveTo>
                  <a:cubicBezTo>
                    <a:pt x="726" y="301"/>
                    <a:pt x="726" y="301"/>
                    <a:pt x="726" y="301"/>
                  </a:cubicBezTo>
                  <a:cubicBezTo>
                    <a:pt x="726" y="301"/>
                    <a:pt x="726" y="301"/>
                    <a:pt x="726" y="301"/>
                  </a:cubicBezTo>
                  <a:cubicBezTo>
                    <a:pt x="726" y="301"/>
                    <a:pt x="726" y="301"/>
                    <a:pt x="726" y="301"/>
                  </a:cubicBezTo>
                  <a:close/>
                  <a:moveTo>
                    <a:pt x="726" y="303"/>
                  </a:moveTo>
                  <a:cubicBezTo>
                    <a:pt x="726" y="304"/>
                    <a:pt x="726" y="305"/>
                    <a:pt x="726" y="306"/>
                  </a:cubicBezTo>
                  <a:cubicBezTo>
                    <a:pt x="726" y="305"/>
                    <a:pt x="726" y="304"/>
                    <a:pt x="726" y="303"/>
                  </a:cubicBezTo>
                  <a:close/>
                  <a:moveTo>
                    <a:pt x="727" y="310"/>
                  </a:moveTo>
                  <a:cubicBezTo>
                    <a:pt x="727" y="310"/>
                    <a:pt x="727" y="310"/>
                    <a:pt x="727" y="309"/>
                  </a:cubicBezTo>
                  <a:cubicBezTo>
                    <a:pt x="727" y="310"/>
                    <a:pt x="727" y="310"/>
                    <a:pt x="727" y="310"/>
                  </a:cubicBezTo>
                  <a:cubicBezTo>
                    <a:pt x="728" y="314"/>
                    <a:pt x="728" y="317"/>
                    <a:pt x="729" y="320"/>
                  </a:cubicBezTo>
                  <a:cubicBezTo>
                    <a:pt x="728" y="317"/>
                    <a:pt x="728" y="314"/>
                    <a:pt x="727" y="310"/>
                  </a:cubicBezTo>
                  <a:close/>
                  <a:moveTo>
                    <a:pt x="730" y="331"/>
                  </a:moveTo>
                  <a:cubicBezTo>
                    <a:pt x="730" y="331"/>
                    <a:pt x="730" y="330"/>
                    <a:pt x="730" y="330"/>
                  </a:cubicBezTo>
                  <a:cubicBezTo>
                    <a:pt x="730" y="331"/>
                    <a:pt x="730" y="331"/>
                    <a:pt x="730" y="331"/>
                  </a:cubicBezTo>
                  <a:cubicBezTo>
                    <a:pt x="730" y="334"/>
                    <a:pt x="730" y="336"/>
                    <a:pt x="731" y="338"/>
                  </a:cubicBezTo>
                  <a:cubicBezTo>
                    <a:pt x="730" y="336"/>
                    <a:pt x="730" y="334"/>
                    <a:pt x="730" y="331"/>
                  </a:cubicBezTo>
                  <a:close/>
                  <a:moveTo>
                    <a:pt x="786" y="225"/>
                  </a:moveTo>
                  <a:cubicBezTo>
                    <a:pt x="786" y="225"/>
                    <a:pt x="786" y="226"/>
                    <a:pt x="786" y="226"/>
                  </a:cubicBezTo>
                  <a:cubicBezTo>
                    <a:pt x="786" y="226"/>
                    <a:pt x="785" y="227"/>
                    <a:pt x="785" y="227"/>
                  </a:cubicBezTo>
                  <a:cubicBezTo>
                    <a:pt x="785" y="227"/>
                    <a:pt x="786" y="226"/>
                    <a:pt x="786" y="225"/>
                  </a:cubicBezTo>
                  <a:close/>
                  <a:moveTo>
                    <a:pt x="792" y="309"/>
                  </a:moveTo>
                  <a:cubicBezTo>
                    <a:pt x="793" y="314"/>
                    <a:pt x="793" y="318"/>
                    <a:pt x="793" y="318"/>
                  </a:cubicBezTo>
                  <a:cubicBezTo>
                    <a:pt x="794" y="327"/>
                    <a:pt x="797" y="332"/>
                    <a:pt x="798" y="335"/>
                  </a:cubicBezTo>
                  <a:cubicBezTo>
                    <a:pt x="799" y="336"/>
                    <a:pt x="799" y="336"/>
                    <a:pt x="799" y="336"/>
                  </a:cubicBezTo>
                  <a:cubicBezTo>
                    <a:pt x="799" y="337"/>
                    <a:pt x="799" y="337"/>
                    <a:pt x="799" y="337"/>
                  </a:cubicBezTo>
                  <a:cubicBezTo>
                    <a:pt x="799" y="338"/>
                    <a:pt x="799" y="338"/>
                    <a:pt x="799" y="338"/>
                  </a:cubicBezTo>
                  <a:cubicBezTo>
                    <a:pt x="797" y="340"/>
                    <a:pt x="793" y="341"/>
                    <a:pt x="790" y="342"/>
                  </a:cubicBezTo>
                  <a:cubicBezTo>
                    <a:pt x="784" y="343"/>
                    <a:pt x="784" y="343"/>
                    <a:pt x="784" y="343"/>
                  </a:cubicBezTo>
                  <a:cubicBezTo>
                    <a:pt x="771" y="349"/>
                    <a:pt x="762" y="351"/>
                    <a:pt x="753" y="351"/>
                  </a:cubicBezTo>
                  <a:cubicBezTo>
                    <a:pt x="782" y="341"/>
                    <a:pt x="792" y="334"/>
                    <a:pt x="792" y="309"/>
                  </a:cubicBezTo>
                  <a:close/>
                  <a:moveTo>
                    <a:pt x="68" y="85"/>
                  </a:moveTo>
                  <a:cubicBezTo>
                    <a:pt x="68" y="85"/>
                    <a:pt x="68" y="85"/>
                    <a:pt x="68" y="85"/>
                  </a:cubicBezTo>
                  <a:cubicBezTo>
                    <a:pt x="68" y="85"/>
                    <a:pt x="70" y="86"/>
                    <a:pt x="72" y="87"/>
                  </a:cubicBezTo>
                  <a:cubicBezTo>
                    <a:pt x="70" y="86"/>
                    <a:pt x="68" y="85"/>
                    <a:pt x="68" y="85"/>
                  </a:cubicBezTo>
                  <a:close/>
                  <a:moveTo>
                    <a:pt x="105" y="101"/>
                  </a:moveTo>
                  <a:cubicBezTo>
                    <a:pt x="105" y="101"/>
                    <a:pt x="105" y="101"/>
                    <a:pt x="105" y="101"/>
                  </a:cubicBezTo>
                  <a:cubicBezTo>
                    <a:pt x="112" y="105"/>
                    <a:pt x="119" y="109"/>
                    <a:pt x="122" y="113"/>
                  </a:cubicBezTo>
                  <a:cubicBezTo>
                    <a:pt x="122" y="113"/>
                    <a:pt x="122" y="113"/>
                    <a:pt x="122" y="113"/>
                  </a:cubicBezTo>
                  <a:cubicBezTo>
                    <a:pt x="119" y="109"/>
                    <a:pt x="112" y="105"/>
                    <a:pt x="105" y="101"/>
                  </a:cubicBezTo>
                  <a:close/>
                  <a:moveTo>
                    <a:pt x="122" y="113"/>
                  </a:moveTo>
                  <a:cubicBezTo>
                    <a:pt x="125" y="117"/>
                    <a:pt x="126" y="119"/>
                    <a:pt x="128" y="119"/>
                  </a:cubicBezTo>
                  <a:cubicBezTo>
                    <a:pt x="127" y="119"/>
                    <a:pt x="126" y="119"/>
                    <a:pt x="125" y="120"/>
                  </a:cubicBezTo>
                  <a:cubicBezTo>
                    <a:pt x="125" y="120"/>
                    <a:pt x="125" y="121"/>
                    <a:pt x="125" y="121"/>
                  </a:cubicBezTo>
                  <a:cubicBezTo>
                    <a:pt x="124" y="118"/>
                    <a:pt x="123" y="116"/>
                    <a:pt x="122" y="113"/>
                  </a:cubicBezTo>
                  <a:close/>
                  <a:moveTo>
                    <a:pt x="884" y="88"/>
                  </a:moveTo>
                  <a:cubicBezTo>
                    <a:pt x="890" y="85"/>
                    <a:pt x="890" y="85"/>
                    <a:pt x="890" y="85"/>
                  </a:cubicBezTo>
                  <a:cubicBezTo>
                    <a:pt x="904" y="77"/>
                    <a:pt x="912" y="64"/>
                    <a:pt x="921" y="51"/>
                  </a:cubicBezTo>
                  <a:cubicBezTo>
                    <a:pt x="922" y="48"/>
                    <a:pt x="922" y="48"/>
                    <a:pt x="922" y="48"/>
                  </a:cubicBezTo>
                  <a:cubicBezTo>
                    <a:pt x="924" y="45"/>
                    <a:pt x="927" y="40"/>
                    <a:pt x="933" y="39"/>
                  </a:cubicBezTo>
                  <a:cubicBezTo>
                    <a:pt x="934" y="39"/>
                    <a:pt x="936" y="36"/>
                    <a:pt x="936" y="34"/>
                  </a:cubicBezTo>
                  <a:cubicBezTo>
                    <a:pt x="936" y="34"/>
                    <a:pt x="936" y="34"/>
                    <a:pt x="936" y="34"/>
                  </a:cubicBezTo>
                  <a:cubicBezTo>
                    <a:pt x="936" y="34"/>
                    <a:pt x="936" y="34"/>
                    <a:pt x="936" y="34"/>
                  </a:cubicBezTo>
                  <a:cubicBezTo>
                    <a:pt x="937" y="36"/>
                    <a:pt x="937" y="38"/>
                    <a:pt x="938" y="39"/>
                  </a:cubicBezTo>
                  <a:cubicBezTo>
                    <a:pt x="938" y="40"/>
                    <a:pt x="938" y="40"/>
                    <a:pt x="939" y="40"/>
                  </a:cubicBezTo>
                  <a:cubicBezTo>
                    <a:pt x="941" y="41"/>
                    <a:pt x="943" y="45"/>
                    <a:pt x="945" y="47"/>
                  </a:cubicBezTo>
                  <a:cubicBezTo>
                    <a:pt x="947" y="50"/>
                    <a:pt x="947" y="50"/>
                    <a:pt x="947" y="50"/>
                  </a:cubicBezTo>
                  <a:cubicBezTo>
                    <a:pt x="947" y="50"/>
                    <a:pt x="947" y="50"/>
                    <a:pt x="947" y="50"/>
                  </a:cubicBezTo>
                  <a:cubicBezTo>
                    <a:pt x="951" y="56"/>
                    <a:pt x="951" y="56"/>
                    <a:pt x="951" y="56"/>
                  </a:cubicBezTo>
                  <a:cubicBezTo>
                    <a:pt x="955" y="60"/>
                    <a:pt x="958" y="64"/>
                    <a:pt x="961" y="69"/>
                  </a:cubicBezTo>
                  <a:cubicBezTo>
                    <a:pt x="966" y="78"/>
                    <a:pt x="969" y="87"/>
                    <a:pt x="972" y="100"/>
                  </a:cubicBezTo>
                  <a:cubicBezTo>
                    <a:pt x="972" y="100"/>
                    <a:pt x="972" y="100"/>
                    <a:pt x="972" y="100"/>
                  </a:cubicBezTo>
                  <a:cubicBezTo>
                    <a:pt x="975" y="111"/>
                    <a:pt x="978" y="125"/>
                    <a:pt x="978" y="139"/>
                  </a:cubicBezTo>
                  <a:cubicBezTo>
                    <a:pt x="978" y="144"/>
                    <a:pt x="977" y="150"/>
                    <a:pt x="977" y="155"/>
                  </a:cubicBezTo>
                  <a:cubicBezTo>
                    <a:pt x="975" y="163"/>
                    <a:pt x="975" y="170"/>
                    <a:pt x="975" y="178"/>
                  </a:cubicBezTo>
                  <a:cubicBezTo>
                    <a:pt x="973" y="196"/>
                    <a:pt x="973" y="196"/>
                    <a:pt x="973" y="196"/>
                  </a:cubicBezTo>
                  <a:cubicBezTo>
                    <a:pt x="973" y="199"/>
                    <a:pt x="970" y="202"/>
                    <a:pt x="966" y="206"/>
                  </a:cubicBezTo>
                  <a:cubicBezTo>
                    <a:pt x="964" y="209"/>
                    <a:pt x="961" y="211"/>
                    <a:pt x="960" y="214"/>
                  </a:cubicBezTo>
                  <a:cubicBezTo>
                    <a:pt x="960" y="215"/>
                    <a:pt x="960" y="217"/>
                    <a:pt x="960" y="218"/>
                  </a:cubicBezTo>
                  <a:cubicBezTo>
                    <a:pt x="960" y="221"/>
                    <a:pt x="961" y="224"/>
                    <a:pt x="962" y="227"/>
                  </a:cubicBezTo>
                  <a:cubicBezTo>
                    <a:pt x="962" y="227"/>
                    <a:pt x="964" y="233"/>
                    <a:pt x="964" y="233"/>
                  </a:cubicBezTo>
                  <a:cubicBezTo>
                    <a:pt x="967" y="243"/>
                    <a:pt x="967" y="243"/>
                    <a:pt x="967" y="243"/>
                  </a:cubicBezTo>
                  <a:cubicBezTo>
                    <a:pt x="971" y="254"/>
                    <a:pt x="971" y="254"/>
                    <a:pt x="971" y="254"/>
                  </a:cubicBezTo>
                  <a:cubicBezTo>
                    <a:pt x="972" y="257"/>
                    <a:pt x="974" y="264"/>
                    <a:pt x="974" y="269"/>
                  </a:cubicBezTo>
                  <a:cubicBezTo>
                    <a:pt x="974" y="271"/>
                    <a:pt x="974" y="272"/>
                    <a:pt x="973" y="273"/>
                  </a:cubicBezTo>
                  <a:cubicBezTo>
                    <a:pt x="973" y="288"/>
                    <a:pt x="973" y="288"/>
                    <a:pt x="973" y="288"/>
                  </a:cubicBezTo>
                  <a:cubicBezTo>
                    <a:pt x="973" y="289"/>
                    <a:pt x="973" y="290"/>
                    <a:pt x="973" y="291"/>
                  </a:cubicBezTo>
                  <a:cubicBezTo>
                    <a:pt x="973" y="293"/>
                    <a:pt x="973" y="296"/>
                    <a:pt x="973" y="298"/>
                  </a:cubicBezTo>
                  <a:cubicBezTo>
                    <a:pt x="974" y="302"/>
                    <a:pt x="974" y="306"/>
                    <a:pt x="974" y="311"/>
                  </a:cubicBezTo>
                  <a:cubicBezTo>
                    <a:pt x="974" y="324"/>
                    <a:pt x="971" y="340"/>
                    <a:pt x="957" y="349"/>
                  </a:cubicBezTo>
                  <a:cubicBezTo>
                    <a:pt x="953" y="351"/>
                    <a:pt x="949" y="353"/>
                    <a:pt x="944" y="354"/>
                  </a:cubicBezTo>
                  <a:cubicBezTo>
                    <a:pt x="943" y="354"/>
                    <a:pt x="942" y="355"/>
                    <a:pt x="942" y="356"/>
                  </a:cubicBezTo>
                  <a:cubicBezTo>
                    <a:pt x="942" y="357"/>
                    <a:pt x="942" y="357"/>
                    <a:pt x="942" y="357"/>
                  </a:cubicBezTo>
                  <a:cubicBezTo>
                    <a:pt x="942" y="358"/>
                    <a:pt x="943" y="360"/>
                    <a:pt x="944" y="360"/>
                  </a:cubicBezTo>
                  <a:cubicBezTo>
                    <a:pt x="953" y="367"/>
                    <a:pt x="959" y="377"/>
                    <a:pt x="960" y="391"/>
                  </a:cubicBezTo>
                  <a:cubicBezTo>
                    <a:pt x="961" y="392"/>
                    <a:pt x="961" y="394"/>
                    <a:pt x="961" y="395"/>
                  </a:cubicBezTo>
                  <a:cubicBezTo>
                    <a:pt x="961" y="398"/>
                    <a:pt x="960" y="400"/>
                    <a:pt x="960" y="402"/>
                  </a:cubicBezTo>
                  <a:cubicBezTo>
                    <a:pt x="960" y="408"/>
                    <a:pt x="960" y="408"/>
                    <a:pt x="960" y="408"/>
                  </a:cubicBezTo>
                  <a:cubicBezTo>
                    <a:pt x="960" y="413"/>
                    <a:pt x="958" y="418"/>
                    <a:pt x="957" y="423"/>
                  </a:cubicBezTo>
                  <a:cubicBezTo>
                    <a:pt x="958" y="416"/>
                    <a:pt x="959" y="411"/>
                    <a:pt x="959" y="408"/>
                  </a:cubicBezTo>
                  <a:cubicBezTo>
                    <a:pt x="959" y="402"/>
                    <a:pt x="959" y="402"/>
                    <a:pt x="959" y="402"/>
                  </a:cubicBezTo>
                  <a:cubicBezTo>
                    <a:pt x="959" y="400"/>
                    <a:pt x="960" y="398"/>
                    <a:pt x="960" y="395"/>
                  </a:cubicBezTo>
                  <a:cubicBezTo>
                    <a:pt x="960" y="394"/>
                    <a:pt x="960" y="392"/>
                    <a:pt x="959" y="391"/>
                  </a:cubicBezTo>
                  <a:cubicBezTo>
                    <a:pt x="958" y="375"/>
                    <a:pt x="951" y="365"/>
                    <a:pt x="938" y="358"/>
                  </a:cubicBezTo>
                  <a:cubicBezTo>
                    <a:pt x="933" y="355"/>
                    <a:pt x="926" y="355"/>
                    <a:pt x="918" y="356"/>
                  </a:cubicBezTo>
                  <a:cubicBezTo>
                    <a:pt x="914" y="356"/>
                    <a:pt x="909" y="356"/>
                    <a:pt x="905" y="355"/>
                  </a:cubicBezTo>
                  <a:cubicBezTo>
                    <a:pt x="898" y="353"/>
                    <a:pt x="898" y="353"/>
                    <a:pt x="898" y="353"/>
                  </a:cubicBezTo>
                  <a:cubicBezTo>
                    <a:pt x="884" y="350"/>
                    <a:pt x="875" y="348"/>
                    <a:pt x="857" y="346"/>
                  </a:cubicBezTo>
                  <a:cubicBezTo>
                    <a:pt x="849" y="345"/>
                    <a:pt x="849" y="345"/>
                    <a:pt x="849" y="345"/>
                  </a:cubicBezTo>
                  <a:cubicBezTo>
                    <a:pt x="825" y="342"/>
                    <a:pt x="811" y="340"/>
                    <a:pt x="784" y="351"/>
                  </a:cubicBezTo>
                  <a:cubicBezTo>
                    <a:pt x="769" y="357"/>
                    <a:pt x="760" y="357"/>
                    <a:pt x="748" y="357"/>
                  </a:cubicBezTo>
                  <a:cubicBezTo>
                    <a:pt x="743" y="357"/>
                    <a:pt x="738" y="357"/>
                    <a:pt x="731" y="359"/>
                  </a:cubicBezTo>
                  <a:cubicBezTo>
                    <a:pt x="719" y="360"/>
                    <a:pt x="719" y="360"/>
                    <a:pt x="719" y="360"/>
                  </a:cubicBezTo>
                  <a:cubicBezTo>
                    <a:pt x="706" y="363"/>
                    <a:pt x="688" y="371"/>
                    <a:pt x="681" y="374"/>
                  </a:cubicBezTo>
                  <a:cubicBezTo>
                    <a:pt x="676" y="376"/>
                    <a:pt x="676" y="376"/>
                    <a:pt x="676" y="376"/>
                  </a:cubicBezTo>
                  <a:cubicBezTo>
                    <a:pt x="663" y="383"/>
                    <a:pt x="648" y="390"/>
                    <a:pt x="628" y="396"/>
                  </a:cubicBezTo>
                  <a:cubicBezTo>
                    <a:pt x="607" y="403"/>
                    <a:pt x="594" y="406"/>
                    <a:pt x="586" y="408"/>
                  </a:cubicBezTo>
                  <a:cubicBezTo>
                    <a:pt x="580" y="410"/>
                    <a:pt x="580" y="410"/>
                    <a:pt x="580" y="410"/>
                  </a:cubicBezTo>
                  <a:cubicBezTo>
                    <a:pt x="567" y="412"/>
                    <a:pt x="564" y="413"/>
                    <a:pt x="557" y="427"/>
                  </a:cubicBezTo>
                  <a:cubicBezTo>
                    <a:pt x="551" y="437"/>
                    <a:pt x="551" y="446"/>
                    <a:pt x="551" y="458"/>
                  </a:cubicBezTo>
                  <a:cubicBezTo>
                    <a:pt x="552" y="459"/>
                    <a:pt x="552" y="460"/>
                    <a:pt x="552" y="460"/>
                  </a:cubicBezTo>
                  <a:cubicBezTo>
                    <a:pt x="552" y="461"/>
                    <a:pt x="551" y="461"/>
                    <a:pt x="550" y="462"/>
                  </a:cubicBezTo>
                  <a:cubicBezTo>
                    <a:pt x="548" y="463"/>
                    <a:pt x="545" y="464"/>
                    <a:pt x="541" y="463"/>
                  </a:cubicBezTo>
                  <a:cubicBezTo>
                    <a:pt x="538" y="463"/>
                    <a:pt x="534" y="461"/>
                    <a:pt x="533" y="459"/>
                  </a:cubicBezTo>
                  <a:cubicBezTo>
                    <a:pt x="532" y="459"/>
                    <a:pt x="532" y="458"/>
                    <a:pt x="532" y="457"/>
                  </a:cubicBezTo>
                  <a:cubicBezTo>
                    <a:pt x="532" y="457"/>
                    <a:pt x="532" y="457"/>
                    <a:pt x="532" y="457"/>
                  </a:cubicBezTo>
                  <a:cubicBezTo>
                    <a:pt x="532" y="457"/>
                    <a:pt x="533" y="456"/>
                    <a:pt x="533" y="456"/>
                  </a:cubicBezTo>
                  <a:cubicBezTo>
                    <a:pt x="532" y="440"/>
                    <a:pt x="532" y="440"/>
                    <a:pt x="532" y="440"/>
                  </a:cubicBezTo>
                  <a:cubicBezTo>
                    <a:pt x="531" y="437"/>
                    <a:pt x="531" y="437"/>
                    <a:pt x="531" y="437"/>
                  </a:cubicBezTo>
                  <a:cubicBezTo>
                    <a:pt x="531" y="426"/>
                    <a:pt x="530" y="410"/>
                    <a:pt x="501" y="410"/>
                  </a:cubicBezTo>
                  <a:cubicBezTo>
                    <a:pt x="501" y="410"/>
                    <a:pt x="488" y="411"/>
                    <a:pt x="488" y="411"/>
                  </a:cubicBezTo>
                  <a:cubicBezTo>
                    <a:pt x="487" y="411"/>
                    <a:pt x="485" y="411"/>
                    <a:pt x="485" y="411"/>
                  </a:cubicBezTo>
                  <a:cubicBezTo>
                    <a:pt x="469" y="414"/>
                    <a:pt x="469" y="423"/>
                    <a:pt x="468" y="436"/>
                  </a:cubicBezTo>
                  <a:cubicBezTo>
                    <a:pt x="468" y="448"/>
                    <a:pt x="468" y="448"/>
                    <a:pt x="468" y="448"/>
                  </a:cubicBezTo>
                  <a:cubicBezTo>
                    <a:pt x="469" y="456"/>
                    <a:pt x="469" y="456"/>
                    <a:pt x="469" y="456"/>
                  </a:cubicBezTo>
                  <a:cubicBezTo>
                    <a:pt x="469" y="457"/>
                    <a:pt x="469" y="457"/>
                    <a:pt x="469" y="457"/>
                  </a:cubicBezTo>
                  <a:cubicBezTo>
                    <a:pt x="469" y="458"/>
                    <a:pt x="469" y="458"/>
                    <a:pt x="469" y="458"/>
                  </a:cubicBezTo>
                  <a:cubicBezTo>
                    <a:pt x="469" y="459"/>
                    <a:pt x="469" y="459"/>
                    <a:pt x="469" y="460"/>
                  </a:cubicBezTo>
                  <a:cubicBezTo>
                    <a:pt x="467" y="462"/>
                    <a:pt x="464" y="464"/>
                    <a:pt x="460" y="464"/>
                  </a:cubicBezTo>
                  <a:cubicBezTo>
                    <a:pt x="457" y="465"/>
                    <a:pt x="453" y="464"/>
                    <a:pt x="451" y="463"/>
                  </a:cubicBezTo>
                  <a:cubicBezTo>
                    <a:pt x="450" y="462"/>
                    <a:pt x="450" y="461"/>
                    <a:pt x="450" y="461"/>
                  </a:cubicBezTo>
                  <a:cubicBezTo>
                    <a:pt x="450" y="460"/>
                    <a:pt x="450" y="460"/>
                    <a:pt x="450" y="459"/>
                  </a:cubicBezTo>
                  <a:cubicBezTo>
                    <a:pt x="450" y="459"/>
                    <a:pt x="450" y="458"/>
                    <a:pt x="450" y="458"/>
                  </a:cubicBezTo>
                  <a:cubicBezTo>
                    <a:pt x="449" y="447"/>
                    <a:pt x="449" y="444"/>
                    <a:pt x="446" y="435"/>
                  </a:cubicBezTo>
                  <a:cubicBezTo>
                    <a:pt x="442" y="416"/>
                    <a:pt x="434" y="413"/>
                    <a:pt x="416" y="408"/>
                  </a:cubicBezTo>
                  <a:cubicBezTo>
                    <a:pt x="406" y="406"/>
                    <a:pt x="392" y="402"/>
                    <a:pt x="373" y="396"/>
                  </a:cubicBezTo>
                  <a:cubicBezTo>
                    <a:pt x="351" y="389"/>
                    <a:pt x="334" y="381"/>
                    <a:pt x="320" y="374"/>
                  </a:cubicBezTo>
                  <a:cubicBezTo>
                    <a:pt x="310" y="369"/>
                    <a:pt x="310" y="369"/>
                    <a:pt x="310" y="369"/>
                  </a:cubicBezTo>
                  <a:cubicBezTo>
                    <a:pt x="305" y="366"/>
                    <a:pt x="300" y="364"/>
                    <a:pt x="293" y="362"/>
                  </a:cubicBezTo>
                  <a:cubicBezTo>
                    <a:pt x="286" y="360"/>
                    <a:pt x="280" y="360"/>
                    <a:pt x="271" y="360"/>
                  </a:cubicBezTo>
                  <a:cubicBezTo>
                    <a:pt x="257" y="360"/>
                    <a:pt x="237" y="360"/>
                    <a:pt x="217" y="352"/>
                  </a:cubicBezTo>
                  <a:cubicBezTo>
                    <a:pt x="199" y="344"/>
                    <a:pt x="188" y="342"/>
                    <a:pt x="175" y="340"/>
                  </a:cubicBezTo>
                  <a:cubicBezTo>
                    <a:pt x="167" y="339"/>
                    <a:pt x="167" y="339"/>
                    <a:pt x="167" y="339"/>
                  </a:cubicBezTo>
                  <a:cubicBezTo>
                    <a:pt x="160" y="338"/>
                    <a:pt x="154" y="337"/>
                    <a:pt x="146" y="334"/>
                  </a:cubicBezTo>
                  <a:cubicBezTo>
                    <a:pt x="142" y="333"/>
                    <a:pt x="138" y="332"/>
                    <a:pt x="134" y="330"/>
                  </a:cubicBezTo>
                  <a:cubicBezTo>
                    <a:pt x="126" y="326"/>
                    <a:pt x="126" y="326"/>
                    <a:pt x="126" y="326"/>
                  </a:cubicBezTo>
                  <a:cubicBezTo>
                    <a:pt x="110" y="320"/>
                    <a:pt x="87" y="312"/>
                    <a:pt x="66" y="314"/>
                  </a:cubicBezTo>
                  <a:cubicBezTo>
                    <a:pt x="53" y="315"/>
                    <a:pt x="42" y="319"/>
                    <a:pt x="33" y="333"/>
                  </a:cubicBezTo>
                  <a:cubicBezTo>
                    <a:pt x="29" y="343"/>
                    <a:pt x="27" y="351"/>
                    <a:pt x="27" y="360"/>
                  </a:cubicBezTo>
                  <a:cubicBezTo>
                    <a:pt x="27" y="363"/>
                    <a:pt x="27" y="368"/>
                    <a:pt x="28" y="372"/>
                  </a:cubicBezTo>
                  <a:cubicBezTo>
                    <a:pt x="27" y="366"/>
                    <a:pt x="27" y="361"/>
                    <a:pt x="27" y="356"/>
                  </a:cubicBezTo>
                  <a:cubicBezTo>
                    <a:pt x="27" y="348"/>
                    <a:pt x="28" y="340"/>
                    <a:pt x="32" y="331"/>
                  </a:cubicBezTo>
                  <a:cubicBezTo>
                    <a:pt x="39" y="320"/>
                    <a:pt x="46" y="315"/>
                    <a:pt x="58" y="312"/>
                  </a:cubicBezTo>
                  <a:cubicBezTo>
                    <a:pt x="60" y="312"/>
                    <a:pt x="61" y="311"/>
                    <a:pt x="61" y="310"/>
                  </a:cubicBezTo>
                  <a:cubicBezTo>
                    <a:pt x="61" y="310"/>
                    <a:pt x="61" y="310"/>
                    <a:pt x="61" y="310"/>
                  </a:cubicBezTo>
                  <a:cubicBezTo>
                    <a:pt x="61" y="308"/>
                    <a:pt x="58" y="308"/>
                    <a:pt x="56" y="308"/>
                  </a:cubicBezTo>
                  <a:cubicBezTo>
                    <a:pt x="35" y="310"/>
                    <a:pt x="23" y="299"/>
                    <a:pt x="15" y="287"/>
                  </a:cubicBezTo>
                  <a:cubicBezTo>
                    <a:pt x="23" y="298"/>
                    <a:pt x="35" y="308"/>
                    <a:pt x="54" y="306"/>
                  </a:cubicBezTo>
                  <a:cubicBezTo>
                    <a:pt x="83" y="303"/>
                    <a:pt x="117" y="316"/>
                    <a:pt x="140" y="325"/>
                  </a:cubicBezTo>
                  <a:cubicBezTo>
                    <a:pt x="159" y="333"/>
                    <a:pt x="168" y="334"/>
                    <a:pt x="180" y="334"/>
                  </a:cubicBezTo>
                  <a:cubicBezTo>
                    <a:pt x="187" y="334"/>
                    <a:pt x="191" y="331"/>
                    <a:pt x="195" y="328"/>
                  </a:cubicBezTo>
                  <a:cubicBezTo>
                    <a:pt x="196" y="327"/>
                    <a:pt x="200" y="325"/>
                    <a:pt x="202" y="322"/>
                  </a:cubicBezTo>
                  <a:cubicBezTo>
                    <a:pt x="202" y="321"/>
                    <a:pt x="203" y="321"/>
                    <a:pt x="203" y="321"/>
                  </a:cubicBezTo>
                  <a:cubicBezTo>
                    <a:pt x="203" y="316"/>
                    <a:pt x="203" y="316"/>
                    <a:pt x="203" y="316"/>
                  </a:cubicBezTo>
                  <a:cubicBezTo>
                    <a:pt x="205" y="308"/>
                    <a:pt x="205" y="301"/>
                    <a:pt x="205" y="294"/>
                  </a:cubicBezTo>
                  <a:cubicBezTo>
                    <a:pt x="205" y="285"/>
                    <a:pt x="207" y="277"/>
                    <a:pt x="209" y="265"/>
                  </a:cubicBezTo>
                  <a:cubicBezTo>
                    <a:pt x="212" y="254"/>
                    <a:pt x="214" y="243"/>
                    <a:pt x="214" y="234"/>
                  </a:cubicBezTo>
                  <a:cubicBezTo>
                    <a:pt x="214" y="228"/>
                    <a:pt x="213" y="224"/>
                    <a:pt x="212" y="221"/>
                  </a:cubicBezTo>
                  <a:cubicBezTo>
                    <a:pt x="212" y="221"/>
                    <a:pt x="212" y="220"/>
                    <a:pt x="213" y="220"/>
                  </a:cubicBezTo>
                  <a:cubicBezTo>
                    <a:pt x="214" y="223"/>
                    <a:pt x="215" y="227"/>
                    <a:pt x="215" y="233"/>
                  </a:cubicBezTo>
                  <a:cubicBezTo>
                    <a:pt x="215" y="243"/>
                    <a:pt x="213" y="255"/>
                    <a:pt x="210" y="266"/>
                  </a:cubicBezTo>
                  <a:cubicBezTo>
                    <a:pt x="208" y="277"/>
                    <a:pt x="206" y="285"/>
                    <a:pt x="206" y="294"/>
                  </a:cubicBezTo>
                  <a:cubicBezTo>
                    <a:pt x="206" y="301"/>
                    <a:pt x="206" y="308"/>
                    <a:pt x="204" y="317"/>
                  </a:cubicBezTo>
                  <a:cubicBezTo>
                    <a:pt x="203" y="325"/>
                    <a:pt x="201" y="330"/>
                    <a:pt x="200" y="333"/>
                  </a:cubicBezTo>
                  <a:cubicBezTo>
                    <a:pt x="199" y="334"/>
                    <a:pt x="199" y="335"/>
                    <a:pt x="199" y="336"/>
                  </a:cubicBezTo>
                  <a:cubicBezTo>
                    <a:pt x="199" y="340"/>
                    <a:pt x="203" y="343"/>
                    <a:pt x="207" y="346"/>
                  </a:cubicBezTo>
                  <a:cubicBezTo>
                    <a:pt x="208" y="346"/>
                    <a:pt x="218" y="350"/>
                    <a:pt x="218" y="350"/>
                  </a:cubicBezTo>
                  <a:cubicBezTo>
                    <a:pt x="237" y="357"/>
                    <a:pt x="253" y="357"/>
                    <a:pt x="270" y="357"/>
                  </a:cubicBezTo>
                  <a:cubicBezTo>
                    <a:pt x="270" y="357"/>
                    <a:pt x="278" y="357"/>
                    <a:pt x="278" y="357"/>
                  </a:cubicBezTo>
                  <a:cubicBezTo>
                    <a:pt x="278" y="357"/>
                    <a:pt x="279" y="356"/>
                    <a:pt x="279" y="355"/>
                  </a:cubicBezTo>
                  <a:cubicBezTo>
                    <a:pt x="279" y="355"/>
                    <a:pt x="279" y="355"/>
                    <a:pt x="279" y="355"/>
                  </a:cubicBezTo>
                  <a:cubicBezTo>
                    <a:pt x="279" y="355"/>
                    <a:pt x="279" y="354"/>
                    <a:pt x="278" y="354"/>
                  </a:cubicBezTo>
                  <a:cubicBezTo>
                    <a:pt x="271" y="352"/>
                    <a:pt x="263" y="351"/>
                    <a:pt x="256" y="351"/>
                  </a:cubicBezTo>
                  <a:cubicBezTo>
                    <a:pt x="254" y="351"/>
                    <a:pt x="254" y="351"/>
                    <a:pt x="254" y="351"/>
                  </a:cubicBezTo>
                  <a:cubicBezTo>
                    <a:pt x="218" y="349"/>
                    <a:pt x="212" y="349"/>
                    <a:pt x="212" y="320"/>
                  </a:cubicBezTo>
                  <a:cubicBezTo>
                    <a:pt x="212" y="314"/>
                    <a:pt x="212" y="307"/>
                    <a:pt x="212" y="299"/>
                  </a:cubicBezTo>
                  <a:cubicBezTo>
                    <a:pt x="212" y="295"/>
                    <a:pt x="212" y="295"/>
                    <a:pt x="212" y="295"/>
                  </a:cubicBezTo>
                  <a:cubicBezTo>
                    <a:pt x="213" y="277"/>
                    <a:pt x="214" y="274"/>
                    <a:pt x="216" y="262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8" y="251"/>
                    <a:pt x="222" y="232"/>
                    <a:pt x="222" y="232"/>
                  </a:cubicBezTo>
                  <a:cubicBezTo>
                    <a:pt x="222" y="225"/>
                    <a:pt x="222" y="219"/>
                    <a:pt x="222" y="214"/>
                  </a:cubicBezTo>
                  <a:cubicBezTo>
                    <a:pt x="222" y="209"/>
                    <a:pt x="222" y="206"/>
                    <a:pt x="222" y="202"/>
                  </a:cubicBezTo>
                  <a:cubicBezTo>
                    <a:pt x="222" y="203"/>
                    <a:pt x="223" y="203"/>
                    <a:pt x="223" y="203"/>
                  </a:cubicBezTo>
                  <a:cubicBezTo>
                    <a:pt x="224" y="203"/>
                    <a:pt x="225" y="203"/>
                    <a:pt x="225" y="202"/>
                  </a:cubicBezTo>
                  <a:cubicBezTo>
                    <a:pt x="226" y="188"/>
                    <a:pt x="227" y="172"/>
                    <a:pt x="227" y="159"/>
                  </a:cubicBezTo>
                  <a:cubicBezTo>
                    <a:pt x="227" y="158"/>
                    <a:pt x="227" y="157"/>
                    <a:pt x="228" y="156"/>
                  </a:cubicBezTo>
                  <a:cubicBezTo>
                    <a:pt x="227" y="181"/>
                    <a:pt x="226" y="223"/>
                    <a:pt x="220" y="252"/>
                  </a:cubicBezTo>
                  <a:cubicBezTo>
                    <a:pt x="218" y="262"/>
                    <a:pt x="218" y="262"/>
                    <a:pt x="218" y="262"/>
                  </a:cubicBezTo>
                  <a:cubicBezTo>
                    <a:pt x="215" y="275"/>
                    <a:pt x="215" y="277"/>
                    <a:pt x="214" y="296"/>
                  </a:cubicBezTo>
                  <a:cubicBezTo>
                    <a:pt x="214" y="302"/>
                    <a:pt x="214" y="302"/>
                    <a:pt x="214" y="302"/>
                  </a:cubicBezTo>
                  <a:cubicBezTo>
                    <a:pt x="214" y="310"/>
                    <a:pt x="213" y="316"/>
                    <a:pt x="213" y="321"/>
                  </a:cubicBezTo>
                  <a:cubicBezTo>
                    <a:pt x="213" y="331"/>
                    <a:pt x="214" y="336"/>
                    <a:pt x="218" y="340"/>
                  </a:cubicBezTo>
                  <a:cubicBezTo>
                    <a:pt x="222" y="346"/>
                    <a:pt x="232" y="347"/>
                    <a:pt x="254" y="348"/>
                  </a:cubicBezTo>
                  <a:cubicBezTo>
                    <a:pt x="256" y="348"/>
                    <a:pt x="256" y="348"/>
                    <a:pt x="256" y="348"/>
                  </a:cubicBezTo>
                  <a:cubicBezTo>
                    <a:pt x="264" y="349"/>
                    <a:pt x="272" y="350"/>
                    <a:pt x="279" y="351"/>
                  </a:cubicBezTo>
                  <a:cubicBezTo>
                    <a:pt x="281" y="352"/>
                    <a:pt x="284" y="352"/>
                    <a:pt x="285" y="349"/>
                  </a:cubicBezTo>
                  <a:cubicBezTo>
                    <a:pt x="286" y="347"/>
                    <a:pt x="286" y="346"/>
                    <a:pt x="286" y="345"/>
                  </a:cubicBezTo>
                  <a:cubicBezTo>
                    <a:pt x="286" y="346"/>
                    <a:pt x="286" y="347"/>
                    <a:pt x="286" y="348"/>
                  </a:cubicBezTo>
                  <a:cubicBezTo>
                    <a:pt x="285" y="348"/>
                    <a:pt x="285" y="349"/>
                    <a:pt x="285" y="350"/>
                  </a:cubicBezTo>
                  <a:cubicBezTo>
                    <a:pt x="285" y="352"/>
                    <a:pt x="287" y="353"/>
                    <a:pt x="288" y="353"/>
                  </a:cubicBezTo>
                  <a:cubicBezTo>
                    <a:pt x="290" y="354"/>
                    <a:pt x="290" y="354"/>
                    <a:pt x="290" y="354"/>
                  </a:cubicBezTo>
                  <a:cubicBezTo>
                    <a:pt x="299" y="357"/>
                    <a:pt x="308" y="361"/>
                    <a:pt x="315" y="364"/>
                  </a:cubicBezTo>
                  <a:cubicBezTo>
                    <a:pt x="315" y="364"/>
                    <a:pt x="316" y="364"/>
                    <a:pt x="317" y="364"/>
                  </a:cubicBezTo>
                  <a:cubicBezTo>
                    <a:pt x="318" y="363"/>
                    <a:pt x="320" y="362"/>
                    <a:pt x="320" y="361"/>
                  </a:cubicBezTo>
                  <a:cubicBezTo>
                    <a:pt x="320" y="359"/>
                    <a:pt x="321" y="357"/>
                    <a:pt x="322" y="355"/>
                  </a:cubicBezTo>
                  <a:cubicBezTo>
                    <a:pt x="321" y="357"/>
                    <a:pt x="320" y="359"/>
                    <a:pt x="320" y="362"/>
                  </a:cubicBezTo>
                  <a:cubicBezTo>
                    <a:pt x="320" y="362"/>
                    <a:pt x="320" y="363"/>
                    <a:pt x="320" y="363"/>
                  </a:cubicBezTo>
                  <a:cubicBezTo>
                    <a:pt x="320" y="365"/>
                    <a:pt x="321" y="367"/>
                    <a:pt x="322" y="367"/>
                  </a:cubicBezTo>
                  <a:cubicBezTo>
                    <a:pt x="322" y="367"/>
                    <a:pt x="322" y="367"/>
                    <a:pt x="322" y="367"/>
                  </a:cubicBezTo>
                  <a:cubicBezTo>
                    <a:pt x="324" y="368"/>
                    <a:pt x="324" y="368"/>
                    <a:pt x="324" y="368"/>
                  </a:cubicBezTo>
                  <a:cubicBezTo>
                    <a:pt x="346" y="378"/>
                    <a:pt x="346" y="378"/>
                    <a:pt x="346" y="378"/>
                  </a:cubicBezTo>
                  <a:cubicBezTo>
                    <a:pt x="347" y="379"/>
                    <a:pt x="347" y="379"/>
                    <a:pt x="348" y="378"/>
                  </a:cubicBezTo>
                  <a:cubicBezTo>
                    <a:pt x="349" y="377"/>
                    <a:pt x="350" y="376"/>
                    <a:pt x="350" y="375"/>
                  </a:cubicBezTo>
                  <a:cubicBezTo>
                    <a:pt x="350" y="375"/>
                    <a:pt x="350" y="375"/>
                    <a:pt x="350" y="375"/>
                  </a:cubicBezTo>
                  <a:cubicBezTo>
                    <a:pt x="350" y="374"/>
                    <a:pt x="350" y="374"/>
                    <a:pt x="350" y="374"/>
                  </a:cubicBezTo>
                  <a:cubicBezTo>
                    <a:pt x="350" y="369"/>
                    <a:pt x="352" y="364"/>
                    <a:pt x="354" y="359"/>
                  </a:cubicBezTo>
                  <a:cubicBezTo>
                    <a:pt x="352" y="364"/>
                    <a:pt x="350" y="369"/>
                    <a:pt x="350" y="374"/>
                  </a:cubicBezTo>
                  <a:cubicBezTo>
                    <a:pt x="350" y="375"/>
                    <a:pt x="350" y="376"/>
                    <a:pt x="350" y="378"/>
                  </a:cubicBezTo>
                  <a:cubicBezTo>
                    <a:pt x="351" y="379"/>
                    <a:pt x="353" y="381"/>
                    <a:pt x="354" y="382"/>
                  </a:cubicBezTo>
                  <a:cubicBezTo>
                    <a:pt x="362" y="385"/>
                    <a:pt x="369" y="388"/>
                    <a:pt x="377" y="390"/>
                  </a:cubicBezTo>
                  <a:cubicBezTo>
                    <a:pt x="393" y="395"/>
                    <a:pt x="393" y="395"/>
                    <a:pt x="393" y="395"/>
                  </a:cubicBezTo>
                  <a:cubicBezTo>
                    <a:pt x="394" y="395"/>
                    <a:pt x="395" y="394"/>
                    <a:pt x="396" y="394"/>
                  </a:cubicBezTo>
                  <a:cubicBezTo>
                    <a:pt x="396" y="394"/>
                    <a:pt x="397" y="393"/>
                    <a:pt x="397" y="392"/>
                  </a:cubicBezTo>
                  <a:cubicBezTo>
                    <a:pt x="397" y="392"/>
                    <a:pt x="397" y="393"/>
                    <a:pt x="397" y="393"/>
                  </a:cubicBezTo>
                  <a:cubicBezTo>
                    <a:pt x="398" y="396"/>
                    <a:pt x="399" y="397"/>
                    <a:pt x="400" y="397"/>
                  </a:cubicBezTo>
                  <a:cubicBezTo>
                    <a:pt x="420" y="402"/>
                    <a:pt x="420" y="402"/>
                    <a:pt x="420" y="402"/>
                  </a:cubicBezTo>
                  <a:cubicBezTo>
                    <a:pt x="420" y="402"/>
                    <a:pt x="428" y="404"/>
                    <a:pt x="428" y="404"/>
                  </a:cubicBezTo>
                  <a:cubicBezTo>
                    <a:pt x="429" y="404"/>
                    <a:pt x="430" y="404"/>
                    <a:pt x="431" y="403"/>
                  </a:cubicBezTo>
                  <a:cubicBezTo>
                    <a:pt x="431" y="403"/>
                    <a:pt x="431" y="402"/>
                    <a:pt x="431" y="401"/>
                  </a:cubicBezTo>
                  <a:cubicBezTo>
                    <a:pt x="431" y="401"/>
                    <a:pt x="431" y="401"/>
                    <a:pt x="431" y="400"/>
                  </a:cubicBezTo>
                  <a:cubicBezTo>
                    <a:pt x="431" y="398"/>
                    <a:pt x="430" y="396"/>
                    <a:pt x="430" y="394"/>
                  </a:cubicBezTo>
                  <a:cubicBezTo>
                    <a:pt x="430" y="397"/>
                    <a:pt x="431" y="400"/>
                    <a:pt x="432" y="403"/>
                  </a:cubicBezTo>
                  <a:cubicBezTo>
                    <a:pt x="433" y="404"/>
                    <a:pt x="435" y="406"/>
                    <a:pt x="436" y="406"/>
                  </a:cubicBezTo>
                  <a:cubicBezTo>
                    <a:pt x="442" y="409"/>
                    <a:pt x="445" y="411"/>
                    <a:pt x="450" y="419"/>
                  </a:cubicBezTo>
                  <a:cubicBezTo>
                    <a:pt x="450" y="420"/>
                    <a:pt x="451" y="420"/>
                    <a:pt x="451" y="420"/>
                  </a:cubicBezTo>
                  <a:cubicBezTo>
                    <a:pt x="453" y="420"/>
                    <a:pt x="453" y="420"/>
                    <a:pt x="453" y="420"/>
                  </a:cubicBezTo>
                  <a:cubicBezTo>
                    <a:pt x="452" y="420"/>
                    <a:pt x="452" y="420"/>
                    <a:pt x="452" y="420"/>
                  </a:cubicBezTo>
                  <a:cubicBezTo>
                    <a:pt x="454" y="421"/>
                    <a:pt x="454" y="421"/>
                    <a:pt x="454" y="421"/>
                  </a:cubicBezTo>
                  <a:cubicBezTo>
                    <a:pt x="456" y="422"/>
                    <a:pt x="459" y="420"/>
                    <a:pt x="460" y="420"/>
                  </a:cubicBezTo>
                  <a:cubicBezTo>
                    <a:pt x="461" y="419"/>
                    <a:pt x="461" y="419"/>
                    <a:pt x="461" y="419"/>
                  </a:cubicBezTo>
                  <a:cubicBezTo>
                    <a:pt x="462" y="418"/>
                    <a:pt x="465" y="415"/>
                    <a:pt x="465" y="415"/>
                  </a:cubicBezTo>
                  <a:cubicBezTo>
                    <a:pt x="465" y="415"/>
                    <a:pt x="472" y="404"/>
                    <a:pt x="472" y="404"/>
                  </a:cubicBezTo>
                  <a:cubicBezTo>
                    <a:pt x="473" y="403"/>
                    <a:pt x="473" y="403"/>
                    <a:pt x="473" y="403"/>
                  </a:cubicBezTo>
                  <a:cubicBezTo>
                    <a:pt x="479" y="393"/>
                    <a:pt x="485" y="382"/>
                    <a:pt x="493" y="381"/>
                  </a:cubicBezTo>
                  <a:cubicBezTo>
                    <a:pt x="494" y="381"/>
                    <a:pt x="495" y="380"/>
                    <a:pt x="495" y="380"/>
                  </a:cubicBezTo>
                  <a:cubicBezTo>
                    <a:pt x="494" y="371"/>
                    <a:pt x="494" y="371"/>
                    <a:pt x="494" y="371"/>
                  </a:cubicBezTo>
                  <a:cubicBezTo>
                    <a:pt x="494" y="353"/>
                    <a:pt x="494" y="353"/>
                    <a:pt x="494" y="353"/>
                  </a:cubicBezTo>
                  <a:cubicBezTo>
                    <a:pt x="494" y="352"/>
                    <a:pt x="493" y="351"/>
                    <a:pt x="493" y="351"/>
                  </a:cubicBezTo>
                  <a:cubicBezTo>
                    <a:pt x="493" y="351"/>
                    <a:pt x="494" y="351"/>
                    <a:pt x="494" y="350"/>
                  </a:cubicBezTo>
                  <a:cubicBezTo>
                    <a:pt x="492" y="326"/>
                    <a:pt x="491" y="309"/>
                    <a:pt x="489" y="294"/>
                  </a:cubicBezTo>
                  <a:cubicBezTo>
                    <a:pt x="489" y="294"/>
                    <a:pt x="488" y="292"/>
                    <a:pt x="488" y="292"/>
                  </a:cubicBezTo>
                  <a:cubicBezTo>
                    <a:pt x="488" y="290"/>
                    <a:pt x="490" y="288"/>
                    <a:pt x="492" y="288"/>
                  </a:cubicBezTo>
                  <a:cubicBezTo>
                    <a:pt x="495" y="288"/>
                    <a:pt x="496" y="290"/>
                    <a:pt x="496" y="292"/>
                  </a:cubicBezTo>
                  <a:cubicBezTo>
                    <a:pt x="496" y="293"/>
                    <a:pt x="496" y="293"/>
                    <a:pt x="496" y="293"/>
                  </a:cubicBezTo>
                  <a:cubicBezTo>
                    <a:pt x="498" y="307"/>
                    <a:pt x="499" y="322"/>
                    <a:pt x="499" y="340"/>
                  </a:cubicBezTo>
                  <a:cubicBezTo>
                    <a:pt x="499" y="351"/>
                    <a:pt x="499" y="351"/>
                    <a:pt x="499" y="351"/>
                  </a:cubicBezTo>
                  <a:cubicBezTo>
                    <a:pt x="499" y="351"/>
                    <a:pt x="499" y="351"/>
                    <a:pt x="499" y="351"/>
                  </a:cubicBezTo>
                  <a:cubicBezTo>
                    <a:pt x="499" y="351"/>
                    <a:pt x="499" y="351"/>
                    <a:pt x="499" y="351"/>
                  </a:cubicBezTo>
                  <a:cubicBezTo>
                    <a:pt x="499" y="351"/>
                    <a:pt x="499" y="352"/>
                    <a:pt x="499" y="352"/>
                  </a:cubicBezTo>
                  <a:cubicBezTo>
                    <a:pt x="499" y="369"/>
                    <a:pt x="499" y="369"/>
                    <a:pt x="499" y="369"/>
                  </a:cubicBezTo>
                  <a:cubicBezTo>
                    <a:pt x="499" y="370"/>
                    <a:pt x="500" y="370"/>
                    <a:pt x="501" y="370"/>
                  </a:cubicBezTo>
                  <a:cubicBezTo>
                    <a:pt x="502" y="370"/>
                    <a:pt x="502" y="370"/>
                    <a:pt x="502" y="369"/>
                  </a:cubicBezTo>
                  <a:cubicBezTo>
                    <a:pt x="503" y="352"/>
                    <a:pt x="503" y="352"/>
                    <a:pt x="503" y="352"/>
                  </a:cubicBezTo>
                  <a:cubicBezTo>
                    <a:pt x="503" y="352"/>
                    <a:pt x="503" y="352"/>
                    <a:pt x="503" y="351"/>
                  </a:cubicBezTo>
                  <a:cubicBezTo>
                    <a:pt x="503" y="351"/>
                    <a:pt x="503" y="351"/>
                    <a:pt x="503" y="351"/>
                  </a:cubicBezTo>
                  <a:cubicBezTo>
                    <a:pt x="503" y="351"/>
                    <a:pt x="503" y="351"/>
                    <a:pt x="503" y="350"/>
                  </a:cubicBezTo>
                  <a:cubicBezTo>
                    <a:pt x="503" y="338"/>
                    <a:pt x="503" y="338"/>
                    <a:pt x="503" y="338"/>
                  </a:cubicBezTo>
                  <a:cubicBezTo>
                    <a:pt x="503" y="322"/>
                    <a:pt x="503" y="307"/>
                    <a:pt x="505" y="294"/>
                  </a:cubicBezTo>
                  <a:cubicBezTo>
                    <a:pt x="505" y="294"/>
                    <a:pt x="505" y="293"/>
                    <a:pt x="505" y="293"/>
                  </a:cubicBezTo>
                  <a:cubicBezTo>
                    <a:pt x="505" y="292"/>
                    <a:pt x="505" y="292"/>
                    <a:pt x="505" y="292"/>
                  </a:cubicBezTo>
                  <a:cubicBezTo>
                    <a:pt x="505" y="290"/>
                    <a:pt x="507" y="288"/>
                    <a:pt x="509" y="288"/>
                  </a:cubicBezTo>
                  <a:cubicBezTo>
                    <a:pt x="511" y="288"/>
                    <a:pt x="513" y="290"/>
                    <a:pt x="513" y="292"/>
                  </a:cubicBezTo>
                  <a:cubicBezTo>
                    <a:pt x="513" y="294"/>
                    <a:pt x="513" y="294"/>
                    <a:pt x="513" y="294"/>
                  </a:cubicBezTo>
                  <a:cubicBezTo>
                    <a:pt x="510" y="310"/>
                    <a:pt x="509" y="327"/>
                    <a:pt x="508" y="350"/>
                  </a:cubicBezTo>
                  <a:cubicBezTo>
                    <a:pt x="508" y="351"/>
                    <a:pt x="508" y="351"/>
                    <a:pt x="508" y="351"/>
                  </a:cubicBezTo>
                  <a:cubicBezTo>
                    <a:pt x="508" y="351"/>
                    <a:pt x="508" y="351"/>
                    <a:pt x="508" y="351"/>
                  </a:cubicBezTo>
                  <a:cubicBezTo>
                    <a:pt x="508" y="351"/>
                    <a:pt x="508" y="352"/>
                    <a:pt x="508" y="352"/>
                  </a:cubicBezTo>
                  <a:cubicBezTo>
                    <a:pt x="508" y="352"/>
                    <a:pt x="508" y="352"/>
                    <a:pt x="508" y="352"/>
                  </a:cubicBezTo>
                  <a:cubicBezTo>
                    <a:pt x="507" y="371"/>
                    <a:pt x="507" y="371"/>
                    <a:pt x="507" y="371"/>
                  </a:cubicBezTo>
                  <a:cubicBezTo>
                    <a:pt x="507" y="380"/>
                    <a:pt x="507" y="380"/>
                    <a:pt x="507" y="380"/>
                  </a:cubicBezTo>
                  <a:cubicBezTo>
                    <a:pt x="507" y="380"/>
                    <a:pt x="508" y="381"/>
                    <a:pt x="509" y="381"/>
                  </a:cubicBezTo>
                  <a:cubicBezTo>
                    <a:pt x="516" y="382"/>
                    <a:pt x="523" y="392"/>
                    <a:pt x="529" y="402"/>
                  </a:cubicBezTo>
                  <a:cubicBezTo>
                    <a:pt x="533" y="408"/>
                    <a:pt x="538" y="415"/>
                    <a:pt x="541" y="417"/>
                  </a:cubicBezTo>
                  <a:cubicBezTo>
                    <a:pt x="542" y="418"/>
                    <a:pt x="545" y="419"/>
                    <a:pt x="548" y="419"/>
                  </a:cubicBezTo>
                  <a:cubicBezTo>
                    <a:pt x="547" y="419"/>
                    <a:pt x="546" y="419"/>
                    <a:pt x="545" y="419"/>
                  </a:cubicBezTo>
                  <a:cubicBezTo>
                    <a:pt x="542" y="419"/>
                    <a:pt x="542" y="419"/>
                    <a:pt x="542" y="419"/>
                  </a:cubicBezTo>
                  <a:cubicBezTo>
                    <a:pt x="541" y="419"/>
                    <a:pt x="541" y="419"/>
                    <a:pt x="540" y="419"/>
                  </a:cubicBezTo>
                  <a:cubicBezTo>
                    <a:pt x="540" y="420"/>
                    <a:pt x="540" y="420"/>
                    <a:pt x="540" y="421"/>
                  </a:cubicBezTo>
                  <a:cubicBezTo>
                    <a:pt x="542" y="424"/>
                    <a:pt x="542" y="424"/>
                    <a:pt x="542" y="424"/>
                  </a:cubicBezTo>
                  <a:cubicBezTo>
                    <a:pt x="543" y="427"/>
                    <a:pt x="545" y="427"/>
                    <a:pt x="546" y="427"/>
                  </a:cubicBezTo>
                  <a:cubicBezTo>
                    <a:pt x="547" y="427"/>
                    <a:pt x="547" y="427"/>
                    <a:pt x="548" y="426"/>
                  </a:cubicBezTo>
                  <a:cubicBezTo>
                    <a:pt x="552" y="418"/>
                    <a:pt x="557" y="412"/>
                    <a:pt x="563" y="408"/>
                  </a:cubicBezTo>
                  <a:cubicBezTo>
                    <a:pt x="564" y="408"/>
                    <a:pt x="565" y="406"/>
                    <a:pt x="565" y="404"/>
                  </a:cubicBezTo>
                  <a:cubicBezTo>
                    <a:pt x="565" y="404"/>
                    <a:pt x="565" y="404"/>
                    <a:pt x="565" y="404"/>
                  </a:cubicBezTo>
                  <a:cubicBezTo>
                    <a:pt x="565" y="403"/>
                    <a:pt x="565" y="403"/>
                    <a:pt x="565" y="403"/>
                  </a:cubicBezTo>
                  <a:cubicBezTo>
                    <a:pt x="565" y="404"/>
                    <a:pt x="566" y="405"/>
                    <a:pt x="567" y="405"/>
                  </a:cubicBezTo>
                  <a:cubicBezTo>
                    <a:pt x="568" y="405"/>
                    <a:pt x="568" y="406"/>
                    <a:pt x="569" y="405"/>
                  </a:cubicBezTo>
                  <a:cubicBezTo>
                    <a:pt x="569" y="405"/>
                    <a:pt x="582" y="402"/>
                    <a:pt x="582" y="402"/>
                  </a:cubicBezTo>
                  <a:cubicBezTo>
                    <a:pt x="599" y="398"/>
                    <a:pt x="599" y="398"/>
                    <a:pt x="599" y="398"/>
                  </a:cubicBezTo>
                  <a:cubicBezTo>
                    <a:pt x="602" y="397"/>
                    <a:pt x="602" y="395"/>
                    <a:pt x="602" y="393"/>
                  </a:cubicBezTo>
                  <a:cubicBezTo>
                    <a:pt x="602" y="393"/>
                    <a:pt x="602" y="393"/>
                    <a:pt x="602" y="393"/>
                  </a:cubicBezTo>
                  <a:cubicBezTo>
                    <a:pt x="602" y="393"/>
                    <a:pt x="603" y="394"/>
                    <a:pt x="603" y="395"/>
                  </a:cubicBezTo>
                  <a:cubicBezTo>
                    <a:pt x="604" y="396"/>
                    <a:pt x="606" y="396"/>
                    <a:pt x="607" y="395"/>
                  </a:cubicBezTo>
                  <a:cubicBezTo>
                    <a:pt x="607" y="395"/>
                    <a:pt x="625" y="390"/>
                    <a:pt x="625" y="390"/>
                  </a:cubicBezTo>
                  <a:cubicBezTo>
                    <a:pt x="633" y="387"/>
                    <a:pt x="641" y="385"/>
                    <a:pt x="649" y="381"/>
                  </a:cubicBezTo>
                  <a:cubicBezTo>
                    <a:pt x="651" y="381"/>
                    <a:pt x="652" y="379"/>
                    <a:pt x="652" y="376"/>
                  </a:cubicBezTo>
                  <a:cubicBezTo>
                    <a:pt x="652" y="376"/>
                    <a:pt x="652" y="376"/>
                    <a:pt x="652" y="376"/>
                  </a:cubicBezTo>
                  <a:cubicBezTo>
                    <a:pt x="651" y="365"/>
                    <a:pt x="648" y="356"/>
                    <a:pt x="644" y="347"/>
                  </a:cubicBezTo>
                  <a:cubicBezTo>
                    <a:pt x="648" y="356"/>
                    <a:pt x="651" y="365"/>
                    <a:pt x="652" y="375"/>
                  </a:cubicBezTo>
                  <a:cubicBezTo>
                    <a:pt x="652" y="376"/>
                    <a:pt x="653" y="378"/>
                    <a:pt x="654" y="378"/>
                  </a:cubicBezTo>
                  <a:cubicBezTo>
                    <a:pt x="655" y="379"/>
                    <a:pt x="656" y="378"/>
                    <a:pt x="657" y="378"/>
                  </a:cubicBezTo>
                  <a:cubicBezTo>
                    <a:pt x="657" y="378"/>
                    <a:pt x="677" y="368"/>
                    <a:pt x="677" y="368"/>
                  </a:cubicBezTo>
                  <a:cubicBezTo>
                    <a:pt x="686" y="364"/>
                    <a:pt x="693" y="361"/>
                    <a:pt x="701" y="358"/>
                  </a:cubicBezTo>
                  <a:cubicBezTo>
                    <a:pt x="701" y="358"/>
                    <a:pt x="701" y="358"/>
                    <a:pt x="701" y="358"/>
                  </a:cubicBezTo>
                  <a:cubicBezTo>
                    <a:pt x="701" y="358"/>
                    <a:pt x="702" y="357"/>
                    <a:pt x="702" y="357"/>
                  </a:cubicBezTo>
                  <a:cubicBezTo>
                    <a:pt x="703" y="353"/>
                    <a:pt x="703" y="353"/>
                    <a:pt x="703" y="353"/>
                  </a:cubicBezTo>
                  <a:cubicBezTo>
                    <a:pt x="703" y="353"/>
                    <a:pt x="700" y="347"/>
                    <a:pt x="699" y="346"/>
                  </a:cubicBezTo>
                  <a:cubicBezTo>
                    <a:pt x="703" y="353"/>
                    <a:pt x="703" y="353"/>
                    <a:pt x="703" y="353"/>
                  </a:cubicBezTo>
                  <a:cubicBezTo>
                    <a:pt x="704" y="357"/>
                    <a:pt x="712" y="355"/>
                    <a:pt x="722" y="353"/>
                  </a:cubicBezTo>
                  <a:cubicBezTo>
                    <a:pt x="725" y="352"/>
                    <a:pt x="725" y="352"/>
                    <a:pt x="725" y="352"/>
                  </a:cubicBezTo>
                  <a:cubicBezTo>
                    <a:pt x="731" y="351"/>
                    <a:pt x="731" y="351"/>
                    <a:pt x="731" y="351"/>
                  </a:cubicBezTo>
                  <a:cubicBezTo>
                    <a:pt x="731" y="350"/>
                    <a:pt x="733" y="349"/>
                    <a:pt x="733" y="349"/>
                  </a:cubicBezTo>
                  <a:cubicBezTo>
                    <a:pt x="733" y="346"/>
                    <a:pt x="733" y="346"/>
                    <a:pt x="733" y="346"/>
                  </a:cubicBezTo>
                  <a:cubicBezTo>
                    <a:pt x="732" y="344"/>
                    <a:pt x="732" y="342"/>
                    <a:pt x="731" y="340"/>
                  </a:cubicBezTo>
                  <a:cubicBezTo>
                    <a:pt x="732" y="342"/>
                    <a:pt x="732" y="344"/>
                    <a:pt x="733" y="346"/>
                  </a:cubicBezTo>
                  <a:cubicBezTo>
                    <a:pt x="733" y="346"/>
                    <a:pt x="735" y="348"/>
                    <a:pt x="735" y="348"/>
                  </a:cubicBezTo>
                  <a:cubicBezTo>
                    <a:pt x="738" y="348"/>
                    <a:pt x="738" y="348"/>
                    <a:pt x="738" y="348"/>
                  </a:cubicBezTo>
                  <a:cubicBezTo>
                    <a:pt x="739" y="348"/>
                    <a:pt x="739" y="348"/>
                    <a:pt x="739" y="348"/>
                  </a:cubicBezTo>
                  <a:cubicBezTo>
                    <a:pt x="758" y="342"/>
                    <a:pt x="769" y="338"/>
                    <a:pt x="777" y="331"/>
                  </a:cubicBezTo>
                  <a:cubicBezTo>
                    <a:pt x="784" y="324"/>
                    <a:pt x="787" y="316"/>
                    <a:pt x="787" y="303"/>
                  </a:cubicBezTo>
                  <a:cubicBezTo>
                    <a:pt x="787" y="300"/>
                    <a:pt x="787" y="297"/>
                    <a:pt x="786" y="294"/>
                  </a:cubicBezTo>
                  <a:cubicBezTo>
                    <a:pt x="786" y="289"/>
                    <a:pt x="786" y="289"/>
                    <a:pt x="786" y="289"/>
                  </a:cubicBezTo>
                  <a:cubicBezTo>
                    <a:pt x="786" y="277"/>
                    <a:pt x="786" y="277"/>
                    <a:pt x="784" y="270"/>
                  </a:cubicBezTo>
                  <a:cubicBezTo>
                    <a:pt x="782" y="258"/>
                    <a:pt x="782" y="258"/>
                    <a:pt x="782" y="258"/>
                  </a:cubicBezTo>
                  <a:cubicBezTo>
                    <a:pt x="780" y="248"/>
                    <a:pt x="776" y="232"/>
                    <a:pt x="771" y="216"/>
                  </a:cubicBezTo>
                  <a:cubicBezTo>
                    <a:pt x="762" y="178"/>
                    <a:pt x="756" y="147"/>
                    <a:pt x="756" y="131"/>
                  </a:cubicBezTo>
                  <a:cubicBezTo>
                    <a:pt x="756" y="131"/>
                    <a:pt x="756" y="131"/>
                    <a:pt x="756" y="131"/>
                  </a:cubicBezTo>
                  <a:cubicBezTo>
                    <a:pt x="756" y="145"/>
                    <a:pt x="761" y="173"/>
                    <a:pt x="772" y="215"/>
                  </a:cubicBezTo>
                  <a:cubicBezTo>
                    <a:pt x="774" y="220"/>
                    <a:pt x="774" y="220"/>
                    <a:pt x="774" y="220"/>
                  </a:cubicBezTo>
                  <a:cubicBezTo>
                    <a:pt x="774" y="221"/>
                    <a:pt x="774" y="221"/>
                    <a:pt x="775" y="221"/>
                  </a:cubicBezTo>
                  <a:cubicBezTo>
                    <a:pt x="776" y="221"/>
                    <a:pt x="776" y="220"/>
                    <a:pt x="776" y="219"/>
                  </a:cubicBezTo>
                  <a:cubicBezTo>
                    <a:pt x="776" y="219"/>
                    <a:pt x="776" y="219"/>
                    <a:pt x="776" y="219"/>
                  </a:cubicBezTo>
                  <a:cubicBezTo>
                    <a:pt x="773" y="198"/>
                    <a:pt x="771" y="182"/>
                    <a:pt x="771" y="172"/>
                  </a:cubicBezTo>
                  <a:cubicBezTo>
                    <a:pt x="771" y="170"/>
                    <a:pt x="772" y="168"/>
                    <a:pt x="772" y="167"/>
                  </a:cubicBezTo>
                  <a:cubicBezTo>
                    <a:pt x="772" y="167"/>
                    <a:pt x="772" y="167"/>
                    <a:pt x="772" y="167"/>
                  </a:cubicBezTo>
                  <a:cubicBezTo>
                    <a:pt x="772" y="167"/>
                    <a:pt x="772" y="167"/>
                    <a:pt x="772" y="167"/>
                  </a:cubicBezTo>
                  <a:cubicBezTo>
                    <a:pt x="772" y="168"/>
                    <a:pt x="772" y="169"/>
                    <a:pt x="772" y="170"/>
                  </a:cubicBezTo>
                  <a:cubicBezTo>
                    <a:pt x="772" y="192"/>
                    <a:pt x="782" y="256"/>
                    <a:pt x="783" y="259"/>
                  </a:cubicBezTo>
                  <a:cubicBezTo>
                    <a:pt x="785" y="270"/>
                    <a:pt x="785" y="270"/>
                    <a:pt x="785" y="270"/>
                  </a:cubicBezTo>
                  <a:cubicBezTo>
                    <a:pt x="785" y="270"/>
                    <a:pt x="786" y="274"/>
                    <a:pt x="786" y="274"/>
                  </a:cubicBezTo>
                  <a:cubicBezTo>
                    <a:pt x="787" y="277"/>
                    <a:pt x="787" y="279"/>
                    <a:pt x="788" y="288"/>
                  </a:cubicBezTo>
                  <a:cubicBezTo>
                    <a:pt x="788" y="291"/>
                    <a:pt x="788" y="293"/>
                    <a:pt x="789" y="294"/>
                  </a:cubicBezTo>
                  <a:cubicBezTo>
                    <a:pt x="789" y="293"/>
                    <a:pt x="789" y="293"/>
                    <a:pt x="789" y="293"/>
                  </a:cubicBezTo>
                  <a:cubicBezTo>
                    <a:pt x="792" y="332"/>
                    <a:pt x="786" y="337"/>
                    <a:pt x="747" y="350"/>
                  </a:cubicBezTo>
                  <a:cubicBezTo>
                    <a:pt x="747" y="350"/>
                    <a:pt x="736" y="353"/>
                    <a:pt x="736" y="353"/>
                  </a:cubicBezTo>
                  <a:cubicBezTo>
                    <a:pt x="736" y="353"/>
                    <a:pt x="735" y="354"/>
                    <a:pt x="735" y="355"/>
                  </a:cubicBezTo>
                  <a:cubicBezTo>
                    <a:pt x="736" y="356"/>
                    <a:pt x="736" y="356"/>
                    <a:pt x="737" y="356"/>
                  </a:cubicBezTo>
                  <a:cubicBezTo>
                    <a:pt x="742" y="355"/>
                    <a:pt x="742" y="355"/>
                    <a:pt x="742" y="355"/>
                  </a:cubicBezTo>
                  <a:cubicBezTo>
                    <a:pt x="745" y="354"/>
                    <a:pt x="748" y="354"/>
                    <a:pt x="750" y="354"/>
                  </a:cubicBezTo>
                  <a:cubicBezTo>
                    <a:pt x="762" y="354"/>
                    <a:pt x="771" y="352"/>
                    <a:pt x="786" y="346"/>
                  </a:cubicBezTo>
                  <a:cubicBezTo>
                    <a:pt x="790" y="345"/>
                    <a:pt x="790" y="345"/>
                    <a:pt x="790" y="345"/>
                  </a:cubicBezTo>
                  <a:cubicBezTo>
                    <a:pt x="795" y="344"/>
                    <a:pt x="799" y="343"/>
                    <a:pt x="801" y="340"/>
                  </a:cubicBezTo>
                  <a:cubicBezTo>
                    <a:pt x="802" y="339"/>
                    <a:pt x="802" y="338"/>
                    <a:pt x="802" y="337"/>
                  </a:cubicBezTo>
                  <a:cubicBezTo>
                    <a:pt x="802" y="337"/>
                    <a:pt x="802" y="336"/>
                    <a:pt x="802" y="335"/>
                  </a:cubicBezTo>
                  <a:cubicBezTo>
                    <a:pt x="802" y="335"/>
                    <a:pt x="801" y="334"/>
                    <a:pt x="801" y="334"/>
                  </a:cubicBezTo>
                  <a:cubicBezTo>
                    <a:pt x="799" y="330"/>
                    <a:pt x="797" y="326"/>
                    <a:pt x="796" y="318"/>
                  </a:cubicBezTo>
                  <a:cubicBezTo>
                    <a:pt x="795" y="299"/>
                    <a:pt x="795" y="299"/>
                    <a:pt x="795" y="299"/>
                  </a:cubicBezTo>
                  <a:cubicBezTo>
                    <a:pt x="795" y="299"/>
                    <a:pt x="794" y="294"/>
                    <a:pt x="794" y="294"/>
                  </a:cubicBezTo>
                  <a:cubicBezTo>
                    <a:pt x="793" y="287"/>
                    <a:pt x="793" y="281"/>
                    <a:pt x="790" y="270"/>
                  </a:cubicBezTo>
                  <a:cubicBezTo>
                    <a:pt x="788" y="261"/>
                    <a:pt x="786" y="250"/>
                    <a:pt x="785" y="240"/>
                  </a:cubicBezTo>
                  <a:cubicBezTo>
                    <a:pt x="786" y="247"/>
                    <a:pt x="788" y="257"/>
                    <a:pt x="791" y="269"/>
                  </a:cubicBezTo>
                  <a:cubicBezTo>
                    <a:pt x="794" y="283"/>
                    <a:pt x="795" y="290"/>
                    <a:pt x="796" y="300"/>
                  </a:cubicBezTo>
                  <a:cubicBezTo>
                    <a:pt x="798" y="316"/>
                    <a:pt x="798" y="316"/>
                    <a:pt x="798" y="316"/>
                  </a:cubicBezTo>
                  <a:cubicBezTo>
                    <a:pt x="798" y="316"/>
                    <a:pt x="799" y="320"/>
                    <a:pt x="799" y="320"/>
                  </a:cubicBezTo>
                  <a:cubicBezTo>
                    <a:pt x="800" y="324"/>
                    <a:pt x="802" y="327"/>
                    <a:pt x="804" y="329"/>
                  </a:cubicBezTo>
                  <a:cubicBezTo>
                    <a:pt x="809" y="334"/>
                    <a:pt x="813" y="336"/>
                    <a:pt x="822" y="336"/>
                  </a:cubicBezTo>
                  <a:cubicBezTo>
                    <a:pt x="828" y="336"/>
                    <a:pt x="837" y="338"/>
                    <a:pt x="848" y="339"/>
                  </a:cubicBezTo>
                  <a:cubicBezTo>
                    <a:pt x="858" y="340"/>
                    <a:pt x="869" y="342"/>
                    <a:pt x="879" y="343"/>
                  </a:cubicBezTo>
                  <a:cubicBezTo>
                    <a:pt x="884" y="343"/>
                    <a:pt x="891" y="345"/>
                    <a:pt x="898" y="347"/>
                  </a:cubicBezTo>
                  <a:cubicBezTo>
                    <a:pt x="917" y="353"/>
                    <a:pt x="939" y="359"/>
                    <a:pt x="957" y="348"/>
                  </a:cubicBezTo>
                  <a:cubicBezTo>
                    <a:pt x="975" y="336"/>
                    <a:pt x="974" y="313"/>
                    <a:pt x="972" y="298"/>
                  </a:cubicBezTo>
                  <a:cubicBezTo>
                    <a:pt x="972" y="294"/>
                    <a:pt x="972" y="290"/>
                    <a:pt x="972" y="288"/>
                  </a:cubicBezTo>
                  <a:cubicBezTo>
                    <a:pt x="972" y="273"/>
                    <a:pt x="972" y="273"/>
                    <a:pt x="972" y="273"/>
                  </a:cubicBezTo>
                  <a:cubicBezTo>
                    <a:pt x="973" y="268"/>
                    <a:pt x="972" y="261"/>
                    <a:pt x="970" y="254"/>
                  </a:cubicBezTo>
                  <a:cubicBezTo>
                    <a:pt x="966" y="243"/>
                    <a:pt x="966" y="243"/>
                    <a:pt x="966" y="243"/>
                  </a:cubicBezTo>
                  <a:cubicBezTo>
                    <a:pt x="964" y="233"/>
                    <a:pt x="964" y="233"/>
                    <a:pt x="964" y="233"/>
                  </a:cubicBezTo>
                  <a:cubicBezTo>
                    <a:pt x="961" y="228"/>
                    <a:pt x="961" y="228"/>
                    <a:pt x="961" y="228"/>
                  </a:cubicBezTo>
                  <a:cubicBezTo>
                    <a:pt x="959" y="223"/>
                    <a:pt x="958" y="219"/>
                    <a:pt x="959" y="213"/>
                  </a:cubicBezTo>
                  <a:cubicBezTo>
                    <a:pt x="960" y="211"/>
                    <a:pt x="963" y="208"/>
                    <a:pt x="966" y="205"/>
                  </a:cubicBezTo>
                  <a:cubicBezTo>
                    <a:pt x="969" y="202"/>
                    <a:pt x="972" y="198"/>
                    <a:pt x="972" y="195"/>
                  </a:cubicBezTo>
                  <a:cubicBezTo>
                    <a:pt x="974" y="178"/>
                    <a:pt x="974" y="178"/>
                    <a:pt x="974" y="178"/>
                  </a:cubicBezTo>
                  <a:cubicBezTo>
                    <a:pt x="974" y="170"/>
                    <a:pt x="974" y="163"/>
                    <a:pt x="976" y="154"/>
                  </a:cubicBezTo>
                  <a:cubicBezTo>
                    <a:pt x="979" y="135"/>
                    <a:pt x="975" y="115"/>
                    <a:pt x="971" y="101"/>
                  </a:cubicBezTo>
                  <a:cubicBezTo>
                    <a:pt x="968" y="87"/>
                    <a:pt x="965" y="78"/>
                    <a:pt x="960" y="70"/>
                  </a:cubicBezTo>
                  <a:cubicBezTo>
                    <a:pt x="958" y="65"/>
                    <a:pt x="954" y="60"/>
                    <a:pt x="951" y="56"/>
                  </a:cubicBezTo>
                  <a:cubicBezTo>
                    <a:pt x="947" y="51"/>
                    <a:pt x="947" y="51"/>
                    <a:pt x="947" y="51"/>
                  </a:cubicBezTo>
                  <a:cubicBezTo>
                    <a:pt x="946" y="50"/>
                    <a:pt x="946" y="50"/>
                    <a:pt x="946" y="50"/>
                  </a:cubicBezTo>
                  <a:cubicBezTo>
                    <a:pt x="945" y="48"/>
                    <a:pt x="945" y="48"/>
                    <a:pt x="945" y="48"/>
                  </a:cubicBezTo>
                  <a:cubicBezTo>
                    <a:pt x="942" y="45"/>
                    <a:pt x="939" y="40"/>
                    <a:pt x="935" y="40"/>
                  </a:cubicBezTo>
                  <a:cubicBezTo>
                    <a:pt x="930" y="39"/>
                    <a:pt x="926" y="44"/>
                    <a:pt x="923" y="48"/>
                  </a:cubicBezTo>
                  <a:cubicBezTo>
                    <a:pt x="921" y="51"/>
                    <a:pt x="921" y="51"/>
                    <a:pt x="921" y="51"/>
                  </a:cubicBezTo>
                  <a:cubicBezTo>
                    <a:pt x="913" y="64"/>
                    <a:pt x="904" y="78"/>
                    <a:pt x="890" y="86"/>
                  </a:cubicBezTo>
                  <a:cubicBezTo>
                    <a:pt x="885" y="89"/>
                    <a:pt x="885" y="89"/>
                    <a:pt x="885" y="89"/>
                  </a:cubicBezTo>
                  <a:cubicBezTo>
                    <a:pt x="878" y="92"/>
                    <a:pt x="871" y="97"/>
                    <a:pt x="865" y="102"/>
                  </a:cubicBezTo>
                  <a:cubicBezTo>
                    <a:pt x="872" y="95"/>
                    <a:pt x="881" y="90"/>
                    <a:pt x="884" y="88"/>
                  </a:cubicBezTo>
                  <a:close/>
                  <a:moveTo>
                    <a:pt x="615" y="205"/>
                  </a:moveTo>
                  <a:cubicBezTo>
                    <a:pt x="615" y="205"/>
                    <a:pt x="615" y="205"/>
                    <a:pt x="615" y="205"/>
                  </a:cubicBezTo>
                  <a:cubicBezTo>
                    <a:pt x="615" y="205"/>
                    <a:pt x="615" y="205"/>
                    <a:pt x="615" y="205"/>
                  </a:cubicBezTo>
                  <a:cubicBezTo>
                    <a:pt x="615" y="205"/>
                    <a:pt x="615" y="205"/>
                    <a:pt x="615" y="20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7" name="Freeform 117">
              <a:extLst>
                <a:ext uri="{FF2B5EF4-FFF2-40B4-BE49-F238E27FC236}">
                  <a16:creationId xmlns:a16="http://schemas.microsoft.com/office/drawing/2014/main" id="{90600133-C8B8-49DE-87F4-25EDE380A8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99" y="2902"/>
              <a:ext cx="21" cy="15"/>
            </a:xfrm>
            <a:custGeom>
              <a:avLst/>
              <a:gdLst>
                <a:gd name="T0" fmla="*/ 0 w 7"/>
                <a:gd name="T1" fmla="*/ 27 h 5"/>
                <a:gd name="T2" fmla="*/ 0 w 7"/>
                <a:gd name="T3" fmla="*/ 81 h 5"/>
                <a:gd name="T4" fmla="*/ 108 w 7"/>
                <a:gd name="T5" fmla="*/ 135 h 5"/>
                <a:gd name="T6" fmla="*/ 162 w 7"/>
                <a:gd name="T7" fmla="*/ 108 h 5"/>
                <a:gd name="T8" fmla="*/ 162 w 7"/>
                <a:gd name="T9" fmla="*/ 54 h 5"/>
                <a:gd name="T10" fmla="*/ 135 w 7"/>
                <a:gd name="T11" fmla="*/ 27 h 5"/>
                <a:gd name="T12" fmla="*/ 54 w 7"/>
                <a:gd name="T13" fmla="*/ 27 h 5"/>
                <a:gd name="T14" fmla="*/ 0 w 7"/>
                <a:gd name="T15" fmla="*/ 27 h 5"/>
                <a:gd name="T16" fmla="*/ 27 w 7"/>
                <a:gd name="T17" fmla="*/ 81 h 5"/>
                <a:gd name="T18" fmla="*/ 27 w 7"/>
                <a:gd name="T19" fmla="*/ 81 h 5"/>
                <a:gd name="T20" fmla="*/ 27 w 7"/>
                <a:gd name="T21" fmla="*/ 81 h 5"/>
                <a:gd name="T22" fmla="*/ 135 w 7"/>
                <a:gd name="T23" fmla="*/ 108 h 5"/>
                <a:gd name="T24" fmla="*/ 135 w 7"/>
                <a:gd name="T25" fmla="*/ 108 h 5"/>
                <a:gd name="T26" fmla="*/ 135 w 7"/>
                <a:gd name="T27" fmla="*/ 108 h 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5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1" y="4"/>
                    <a:pt x="3" y="5"/>
                    <a:pt x="4" y="5"/>
                  </a:cubicBezTo>
                  <a:cubicBezTo>
                    <a:pt x="5" y="5"/>
                    <a:pt x="6" y="5"/>
                    <a:pt x="6" y="4"/>
                  </a:cubicBezTo>
                  <a:cubicBezTo>
                    <a:pt x="7" y="3"/>
                    <a:pt x="6" y="3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8" name="Freeform 118">
              <a:extLst>
                <a:ext uri="{FF2B5EF4-FFF2-40B4-BE49-F238E27FC236}">
                  <a16:creationId xmlns:a16="http://schemas.microsoft.com/office/drawing/2014/main" id="{756E6DDB-E0C6-464C-A3A1-63243E8FE4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4" y="2789"/>
              <a:ext cx="59" cy="78"/>
            </a:xfrm>
            <a:custGeom>
              <a:avLst/>
              <a:gdLst>
                <a:gd name="T0" fmla="*/ 460 w 20"/>
                <a:gd name="T1" fmla="*/ 0 h 25"/>
                <a:gd name="T2" fmla="*/ 27 w 20"/>
                <a:gd name="T3" fmla="*/ 643 h 25"/>
                <a:gd name="T4" fmla="*/ 0 w 20"/>
                <a:gd name="T5" fmla="*/ 671 h 25"/>
                <a:gd name="T6" fmla="*/ 0 w 20"/>
                <a:gd name="T7" fmla="*/ 730 h 25"/>
                <a:gd name="T8" fmla="*/ 53 w 20"/>
                <a:gd name="T9" fmla="*/ 730 h 25"/>
                <a:gd name="T10" fmla="*/ 277 w 20"/>
                <a:gd name="T11" fmla="*/ 671 h 25"/>
                <a:gd name="T12" fmla="*/ 384 w 20"/>
                <a:gd name="T13" fmla="*/ 602 h 25"/>
                <a:gd name="T14" fmla="*/ 384 w 20"/>
                <a:gd name="T15" fmla="*/ 602 h 25"/>
                <a:gd name="T16" fmla="*/ 513 w 20"/>
                <a:gd name="T17" fmla="*/ 59 h 25"/>
                <a:gd name="T18" fmla="*/ 513 w 20"/>
                <a:gd name="T19" fmla="*/ 28 h 25"/>
                <a:gd name="T20" fmla="*/ 460 w 20"/>
                <a:gd name="T21" fmla="*/ 0 h 25"/>
                <a:gd name="T22" fmla="*/ 437 w 20"/>
                <a:gd name="T23" fmla="*/ 156 h 25"/>
                <a:gd name="T24" fmla="*/ 304 w 20"/>
                <a:gd name="T25" fmla="*/ 546 h 25"/>
                <a:gd name="T26" fmla="*/ 277 w 20"/>
                <a:gd name="T27" fmla="*/ 574 h 25"/>
                <a:gd name="T28" fmla="*/ 130 w 20"/>
                <a:gd name="T29" fmla="*/ 643 h 25"/>
                <a:gd name="T30" fmla="*/ 437 w 20"/>
                <a:gd name="T31" fmla="*/ 156 h 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25">
                  <a:moveTo>
                    <a:pt x="18" y="0"/>
                  </a:moveTo>
                  <a:cubicBezTo>
                    <a:pt x="12" y="3"/>
                    <a:pt x="6" y="12"/>
                    <a:pt x="1" y="21"/>
                  </a:cubicBezTo>
                  <a:cubicBezTo>
                    <a:pt x="1" y="21"/>
                    <a:pt x="0" y="22"/>
                    <a:pt x="0" y="22"/>
                  </a:cubicBezTo>
                  <a:cubicBezTo>
                    <a:pt x="0" y="23"/>
                    <a:pt x="0" y="23"/>
                    <a:pt x="0" y="24"/>
                  </a:cubicBezTo>
                  <a:cubicBezTo>
                    <a:pt x="1" y="24"/>
                    <a:pt x="1" y="25"/>
                    <a:pt x="2" y="24"/>
                  </a:cubicBezTo>
                  <a:cubicBezTo>
                    <a:pt x="5" y="24"/>
                    <a:pt x="8" y="23"/>
                    <a:pt x="11" y="22"/>
                  </a:cubicBezTo>
                  <a:cubicBezTo>
                    <a:pt x="12" y="22"/>
                    <a:pt x="13" y="22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6" y="19"/>
                    <a:pt x="19" y="15"/>
                    <a:pt x="20" y="2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0"/>
                    <a:pt x="19" y="0"/>
                    <a:pt x="18" y="0"/>
                  </a:cubicBezTo>
                  <a:close/>
                  <a:moveTo>
                    <a:pt x="17" y="5"/>
                  </a:moveTo>
                  <a:cubicBezTo>
                    <a:pt x="16" y="14"/>
                    <a:pt x="13" y="18"/>
                    <a:pt x="12" y="18"/>
                  </a:cubicBezTo>
                  <a:cubicBezTo>
                    <a:pt x="12" y="19"/>
                    <a:pt x="11" y="19"/>
                    <a:pt x="11" y="19"/>
                  </a:cubicBezTo>
                  <a:cubicBezTo>
                    <a:pt x="9" y="20"/>
                    <a:pt x="7" y="20"/>
                    <a:pt x="5" y="21"/>
                  </a:cubicBezTo>
                  <a:cubicBezTo>
                    <a:pt x="8" y="15"/>
                    <a:pt x="13" y="8"/>
                    <a:pt x="1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9" name="Freeform 119">
              <a:extLst>
                <a:ext uri="{FF2B5EF4-FFF2-40B4-BE49-F238E27FC236}">
                  <a16:creationId xmlns:a16="http://schemas.microsoft.com/office/drawing/2014/main" id="{69563E51-EC4B-40EF-AE9D-71CF102CD8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6" y="2783"/>
              <a:ext cx="36" cy="72"/>
            </a:xfrm>
            <a:custGeom>
              <a:avLst/>
              <a:gdLst>
                <a:gd name="T0" fmla="*/ 108 w 12"/>
                <a:gd name="T1" fmla="*/ 28 h 23"/>
                <a:gd name="T2" fmla="*/ 0 w 12"/>
                <a:gd name="T3" fmla="*/ 648 h 23"/>
                <a:gd name="T4" fmla="*/ 27 w 12"/>
                <a:gd name="T5" fmla="*/ 676 h 23"/>
                <a:gd name="T6" fmla="*/ 54 w 12"/>
                <a:gd name="T7" fmla="*/ 704 h 23"/>
                <a:gd name="T8" fmla="*/ 135 w 12"/>
                <a:gd name="T9" fmla="*/ 704 h 23"/>
                <a:gd name="T10" fmla="*/ 189 w 12"/>
                <a:gd name="T11" fmla="*/ 704 h 23"/>
                <a:gd name="T12" fmla="*/ 189 w 12"/>
                <a:gd name="T13" fmla="*/ 704 h 23"/>
                <a:gd name="T14" fmla="*/ 270 w 12"/>
                <a:gd name="T15" fmla="*/ 704 h 23"/>
                <a:gd name="T16" fmla="*/ 297 w 12"/>
                <a:gd name="T17" fmla="*/ 676 h 23"/>
                <a:gd name="T18" fmla="*/ 297 w 12"/>
                <a:gd name="T19" fmla="*/ 648 h 23"/>
                <a:gd name="T20" fmla="*/ 189 w 12"/>
                <a:gd name="T21" fmla="*/ 28 h 23"/>
                <a:gd name="T22" fmla="*/ 162 w 12"/>
                <a:gd name="T23" fmla="*/ 0 h 23"/>
                <a:gd name="T24" fmla="*/ 108 w 12"/>
                <a:gd name="T25" fmla="*/ 28 h 23"/>
                <a:gd name="T26" fmla="*/ 162 w 12"/>
                <a:gd name="T27" fmla="*/ 401 h 23"/>
                <a:gd name="T28" fmla="*/ 216 w 12"/>
                <a:gd name="T29" fmla="*/ 617 h 23"/>
                <a:gd name="T30" fmla="*/ 189 w 12"/>
                <a:gd name="T31" fmla="*/ 617 h 23"/>
                <a:gd name="T32" fmla="*/ 189 w 12"/>
                <a:gd name="T33" fmla="*/ 617 h 23"/>
                <a:gd name="T34" fmla="*/ 135 w 12"/>
                <a:gd name="T35" fmla="*/ 617 h 23"/>
                <a:gd name="T36" fmla="*/ 108 w 12"/>
                <a:gd name="T37" fmla="*/ 617 h 23"/>
                <a:gd name="T38" fmla="*/ 162 w 12"/>
                <a:gd name="T39" fmla="*/ 401 h 2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" h="23">
                  <a:moveTo>
                    <a:pt x="4" y="1"/>
                  </a:moveTo>
                  <a:cubicBezTo>
                    <a:pt x="4" y="10"/>
                    <a:pt x="3" y="16"/>
                    <a:pt x="0" y="21"/>
                  </a:cubicBezTo>
                  <a:cubicBezTo>
                    <a:pt x="0" y="21"/>
                    <a:pt x="0" y="22"/>
                    <a:pt x="1" y="22"/>
                  </a:cubicBezTo>
                  <a:cubicBezTo>
                    <a:pt x="1" y="23"/>
                    <a:pt x="1" y="23"/>
                    <a:pt x="2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1" y="23"/>
                    <a:pt x="11" y="22"/>
                  </a:cubicBezTo>
                  <a:cubicBezTo>
                    <a:pt x="11" y="22"/>
                    <a:pt x="12" y="21"/>
                    <a:pt x="11" y="21"/>
                  </a:cubicBezTo>
                  <a:cubicBezTo>
                    <a:pt x="9" y="16"/>
                    <a:pt x="8" y="10"/>
                    <a:pt x="7" y="1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5" y="0"/>
                    <a:pt x="4" y="1"/>
                    <a:pt x="4" y="1"/>
                  </a:cubicBezTo>
                  <a:close/>
                  <a:moveTo>
                    <a:pt x="6" y="13"/>
                  </a:moveTo>
                  <a:cubicBezTo>
                    <a:pt x="6" y="16"/>
                    <a:pt x="7" y="18"/>
                    <a:pt x="8" y="20"/>
                  </a:cubicBezTo>
                  <a:cubicBezTo>
                    <a:pt x="8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4" y="20"/>
                    <a:pt x="4" y="20"/>
                  </a:cubicBezTo>
                  <a:cubicBezTo>
                    <a:pt x="5" y="18"/>
                    <a:pt x="5" y="16"/>
                    <a:pt x="6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0" name="Freeform 120">
              <a:extLst>
                <a:ext uri="{FF2B5EF4-FFF2-40B4-BE49-F238E27FC236}">
                  <a16:creationId xmlns:a16="http://schemas.microsoft.com/office/drawing/2014/main" id="{D033D09A-C495-43DB-B7FE-A88D0AEC43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5" y="2789"/>
              <a:ext cx="65" cy="81"/>
            </a:xfrm>
            <a:custGeom>
              <a:avLst/>
              <a:gdLst>
                <a:gd name="T0" fmla="*/ 0 w 22"/>
                <a:gd name="T1" fmla="*/ 28 h 26"/>
                <a:gd name="T2" fmla="*/ 0 w 22"/>
                <a:gd name="T3" fmla="*/ 59 h 26"/>
                <a:gd name="T4" fmla="*/ 130 w 22"/>
                <a:gd name="T5" fmla="*/ 601 h 26"/>
                <a:gd name="T6" fmla="*/ 236 w 22"/>
                <a:gd name="T7" fmla="*/ 670 h 26"/>
                <a:gd name="T8" fmla="*/ 236 w 22"/>
                <a:gd name="T9" fmla="*/ 670 h 26"/>
                <a:gd name="T10" fmla="*/ 514 w 22"/>
                <a:gd name="T11" fmla="*/ 785 h 26"/>
                <a:gd name="T12" fmla="*/ 541 w 22"/>
                <a:gd name="T13" fmla="*/ 785 h 26"/>
                <a:gd name="T14" fmla="*/ 567 w 22"/>
                <a:gd name="T15" fmla="*/ 729 h 26"/>
                <a:gd name="T16" fmla="*/ 488 w 22"/>
                <a:gd name="T17" fmla="*/ 573 h 26"/>
                <a:gd name="T18" fmla="*/ 53 w 22"/>
                <a:gd name="T19" fmla="*/ 0 h 26"/>
                <a:gd name="T20" fmla="*/ 0 w 22"/>
                <a:gd name="T21" fmla="*/ 28 h 26"/>
                <a:gd name="T22" fmla="*/ 236 w 22"/>
                <a:gd name="T23" fmla="*/ 601 h 26"/>
                <a:gd name="T24" fmla="*/ 236 w 22"/>
                <a:gd name="T25" fmla="*/ 573 h 26"/>
                <a:gd name="T26" fmla="*/ 183 w 22"/>
                <a:gd name="T27" fmla="*/ 542 h 26"/>
                <a:gd name="T28" fmla="*/ 80 w 22"/>
                <a:gd name="T29" fmla="*/ 156 h 26"/>
                <a:gd name="T30" fmla="*/ 411 w 22"/>
                <a:gd name="T31" fmla="*/ 632 h 26"/>
                <a:gd name="T32" fmla="*/ 437 w 22"/>
                <a:gd name="T33" fmla="*/ 670 h 26"/>
                <a:gd name="T34" fmla="*/ 236 w 22"/>
                <a:gd name="T35" fmla="*/ 601 h 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" h="26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5"/>
                    <a:pt x="4" y="19"/>
                    <a:pt x="5" y="20"/>
                  </a:cubicBezTo>
                  <a:cubicBezTo>
                    <a:pt x="6" y="22"/>
                    <a:pt x="7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3" y="23"/>
                    <a:pt x="16" y="24"/>
                    <a:pt x="20" y="26"/>
                  </a:cubicBezTo>
                  <a:cubicBezTo>
                    <a:pt x="20" y="26"/>
                    <a:pt x="21" y="26"/>
                    <a:pt x="21" y="26"/>
                  </a:cubicBezTo>
                  <a:cubicBezTo>
                    <a:pt x="22" y="25"/>
                    <a:pt x="22" y="24"/>
                    <a:pt x="22" y="24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3" y="12"/>
                    <a:pt x="8" y="3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  <a:moveTo>
                    <a:pt x="9" y="20"/>
                  </a:move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8" y="19"/>
                    <a:pt x="7" y="18"/>
                  </a:cubicBezTo>
                  <a:cubicBezTo>
                    <a:pt x="7" y="18"/>
                    <a:pt x="4" y="14"/>
                    <a:pt x="3" y="5"/>
                  </a:cubicBezTo>
                  <a:cubicBezTo>
                    <a:pt x="7" y="8"/>
                    <a:pt x="12" y="15"/>
                    <a:pt x="16" y="21"/>
                  </a:cubicBezTo>
                  <a:cubicBezTo>
                    <a:pt x="16" y="21"/>
                    <a:pt x="16" y="22"/>
                    <a:pt x="17" y="22"/>
                  </a:cubicBezTo>
                  <a:cubicBezTo>
                    <a:pt x="14" y="21"/>
                    <a:pt x="12" y="20"/>
                    <a:pt x="9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1" name="Oval 121">
              <a:extLst>
                <a:ext uri="{FF2B5EF4-FFF2-40B4-BE49-F238E27FC236}">
                  <a16:creationId xmlns:a16="http://schemas.microsoft.com/office/drawing/2014/main" id="{F7D4EB66-B847-442E-952D-F63407A7E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2482"/>
              <a:ext cx="33" cy="35"/>
            </a:xfrm>
            <a:prstGeom prst="ellipse">
              <a:avLst/>
            </a:pr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42" name="Oval 122">
              <a:extLst>
                <a:ext uri="{FF2B5EF4-FFF2-40B4-BE49-F238E27FC236}">
                  <a16:creationId xmlns:a16="http://schemas.microsoft.com/office/drawing/2014/main" id="{739852C6-9D0A-4757-AA70-0474F041C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2482"/>
              <a:ext cx="33" cy="35"/>
            </a:xfrm>
            <a:prstGeom prst="ellipse">
              <a:avLst/>
            </a:pr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43" name="Freeform 123">
              <a:extLst>
                <a:ext uri="{FF2B5EF4-FFF2-40B4-BE49-F238E27FC236}">
                  <a16:creationId xmlns:a16="http://schemas.microsoft.com/office/drawing/2014/main" id="{45A5E28D-844C-4294-BEE8-6F5FD34D3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003"/>
              <a:ext cx="67" cy="47"/>
            </a:xfrm>
            <a:custGeom>
              <a:avLst/>
              <a:gdLst>
                <a:gd name="T0" fmla="*/ 0 w 23"/>
                <a:gd name="T1" fmla="*/ 276 h 15"/>
                <a:gd name="T2" fmla="*/ 271 w 23"/>
                <a:gd name="T3" fmla="*/ 28 h 15"/>
                <a:gd name="T4" fmla="*/ 568 w 23"/>
                <a:gd name="T5" fmla="*/ 188 h 15"/>
                <a:gd name="T6" fmla="*/ 297 w 23"/>
                <a:gd name="T7" fmla="*/ 432 h 15"/>
                <a:gd name="T8" fmla="*/ 0 w 23"/>
                <a:gd name="T9" fmla="*/ 27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0" y="9"/>
                  </a:moveTo>
                  <a:cubicBezTo>
                    <a:pt x="0" y="5"/>
                    <a:pt x="4" y="2"/>
                    <a:pt x="11" y="1"/>
                  </a:cubicBezTo>
                  <a:cubicBezTo>
                    <a:pt x="17" y="0"/>
                    <a:pt x="22" y="2"/>
                    <a:pt x="23" y="6"/>
                  </a:cubicBezTo>
                  <a:cubicBezTo>
                    <a:pt x="23" y="9"/>
                    <a:pt x="19" y="13"/>
                    <a:pt x="12" y="14"/>
                  </a:cubicBezTo>
                  <a:cubicBezTo>
                    <a:pt x="6" y="15"/>
                    <a:pt x="1" y="12"/>
                    <a:pt x="0" y="9"/>
                  </a:cubicBezTo>
                  <a:close/>
                </a:path>
              </a:pathLst>
            </a:cu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4" name="Freeform 124">
              <a:extLst>
                <a:ext uri="{FF2B5EF4-FFF2-40B4-BE49-F238E27FC236}">
                  <a16:creationId xmlns:a16="http://schemas.microsoft.com/office/drawing/2014/main" id="{C53B9245-FBE3-4AC8-A990-B59C5148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000"/>
              <a:ext cx="71" cy="47"/>
            </a:xfrm>
            <a:custGeom>
              <a:avLst/>
              <a:gdLst>
                <a:gd name="T0" fmla="*/ 595 w 24"/>
                <a:gd name="T1" fmla="*/ 276 h 15"/>
                <a:gd name="T2" fmla="*/ 331 w 24"/>
                <a:gd name="T3" fmla="*/ 28 h 15"/>
                <a:gd name="T4" fmla="*/ 27 w 24"/>
                <a:gd name="T5" fmla="*/ 188 h 15"/>
                <a:gd name="T6" fmla="*/ 290 w 24"/>
                <a:gd name="T7" fmla="*/ 432 h 15"/>
                <a:gd name="T8" fmla="*/ 595 w 24"/>
                <a:gd name="T9" fmla="*/ 27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9"/>
                  </a:moveTo>
                  <a:cubicBezTo>
                    <a:pt x="24" y="6"/>
                    <a:pt x="19" y="2"/>
                    <a:pt x="13" y="1"/>
                  </a:cubicBezTo>
                  <a:cubicBezTo>
                    <a:pt x="7" y="0"/>
                    <a:pt x="1" y="3"/>
                    <a:pt x="1" y="6"/>
                  </a:cubicBezTo>
                  <a:cubicBezTo>
                    <a:pt x="0" y="10"/>
                    <a:pt x="5" y="13"/>
                    <a:pt x="11" y="14"/>
                  </a:cubicBezTo>
                  <a:cubicBezTo>
                    <a:pt x="17" y="15"/>
                    <a:pt x="23" y="13"/>
                    <a:pt x="23" y="9"/>
                  </a:cubicBezTo>
                  <a:close/>
                </a:path>
              </a:pathLst>
            </a:cu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5" name="Oval 125">
              <a:extLst>
                <a:ext uri="{FF2B5EF4-FFF2-40B4-BE49-F238E27FC236}">
                  <a16:creationId xmlns:a16="http://schemas.microsoft.com/office/drawing/2014/main" id="{75B29E5F-9956-4FF7-B9ED-71ABADF2F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2494"/>
              <a:ext cx="9" cy="10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46" name="Freeform 126">
              <a:extLst>
                <a:ext uri="{FF2B5EF4-FFF2-40B4-BE49-F238E27FC236}">
                  <a16:creationId xmlns:a16="http://schemas.microsoft.com/office/drawing/2014/main" id="{324CA83E-CCD5-4489-BC76-6360CC1B89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9" y="2488"/>
              <a:ext cx="21" cy="23"/>
            </a:xfrm>
            <a:custGeom>
              <a:avLst/>
              <a:gdLst>
                <a:gd name="T0" fmla="*/ 0 w 7"/>
                <a:gd name="T1" fmla="*/ 108 h 7"/>
                <a:gd name="T2" fmla="*/ 81 w 7"/>
                <a:gd name="T3" fmla="*/ 250 h 7"/>
                <a:gd name="T4" fmla="*/ 189 w 7"/>
                <a:gd name="T5" fmla="*/ 108 h 7"/>
                <a:gd name="T6" fmla="*/ 81 w 7"/>
                <a:gd name="T7" fmla="*/ 0 h 7"/>
                <a:gd name="T8" fmla="*/ 0 w 7"/>
                <a:gd name="T9" fmla="*/ 108 h 7"/>
                <a:gd name="T10" fmla="*/ 81 w 7"/>
                <a:gd name="T11" fmla="*/ 108 h 7"/>
                <a:gd name="T12" fmla="*/ 81 w 7"/>
                <a:gd name="T13" fmla="*/ 108 h 7"/>
                <a:gd name="T14" fmla="*/ 108 w 7"/>
                <a:gd name="T15" fmla="*/ 108 h 7"/>
                <a:gd name="T16" fmla="*/ 81 w 7"/>
                <a:gd name="T17" fmla="*/ 141 h 7"/>
                <a:gd name="T18" fmla="*/ 81 w 7"/>
                <a:gd name="T19" fmla="*/ 108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5"/>
                    <a:pt x="1" y="7"/>
                    <a:pt x="3" y="7"/>
                  </a:cubicBezTo>
                  <a:cubicBezTo>
                    <a:pt x="5" y="7"/>
                    <a:pt x="7" y="5"/>
                    <a:pt x="7" y="3"/>
                  </a:cubicBezTo>
                  <a:cubicBezTo>
                    <a:pt x="7" y="2"/>
                    <a:pt x="5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lose/>
                </a:path>
              </a:pathLst>
            </a:cu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7" name="Oval 127">
              <a:extLst>
                <a:ext uri="{FF2B5EF4-FFF2-40B4-BE49-F238E27FC236}">
                  <a16:creationId xmlns:a16="http://schemas.microsoft.com/office/drawing/2014/main" id="{ACAA10CC-85E3-46F3-BCE9-8ED7C547E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2494"/>
              <a:ext cx="8" cy="10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48" name="Freeform 128">
              <a:extLst>
                <a:ext uri="{FF2B5EF4-FFF2-40B4-BE49-F238E27FC236}">
                  <a16:creationId xmlns:a16="http://schemas.microsoft.com/office/drawing/2014/main" id="{D734BB77-6EC9-463F-BF82-F9C56CB80B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6" y="2488"/>
              <a:ext cx="21" cy="23"/>
            </a:xfrm>
            <a:custGeom>
              <a:avLst/>
              <a:gdLst>
                <a:gd name="T0" fmla="*/ 0 w 7"/>
                <a:gd name="T1" fmla="*/ 108 h 7"/>
                <a:gd name="T2" fmla="*/ 108 w 7"/>
                <a:gd name="T3" fmla="*/ 250 h 7"/>
                <a:gd name="T4" fmla="*/ 189 w 7"/>
                <a:gd name="T5" fmla="*/ 108 h 7"/>
                <a:gd name="T6" fmla="*/ 108 w 7"/>
                <a:gd name="T7" fmla="*/ 0 h 7"/>
                <a:gd name="T8" fmla="*/ 0 w 7"/>
                <a:gd name="T9" fmla="*/ 108 h 7"/>
                <a:gd name="T10" fmla="*/ 81 w 7"/>
                <a:gd name="T11" fmla="*/ 108 h 7"/>
                <a:gd name="T12" fmla="*/ 108 w 7"/>
                <a:gd name="T13" fmla="*/ 108 h 7"/>
                <a:gd name="T14" fmla="*/ 108 w 7"/>
                <a:gd name="T15" fmla="*/ 108 h 7"/>
                <a:gd name="T16" fmla="*/ 108 w 7"/>
                <a:gd name="T17" fmla="*/ 141 h 7"/>
                <a:gd name="T18" fmla="*/ 81 w 7"/>
                <a:gd name="T19" fmla="*/ 108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5"/>
                    <a:pt x="2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2"/>
                    <a:pt x="0" y="3"/>
                  </a:cubicBezTo>
                  <a:close/>
                  <a:moveTo>
                    <a:pt x="3" y="3"/>
                  </a:move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4"/>
                    <a:pt x="3" y="3"/>
                  </a:cubicBezTo>
                  <a:close/>
                </a:path>
              </a:pathLst>
            </a:cu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9" name="Freeform 129">
              <a:extLst>
                <a:ext uri="{FF2B5EF4-FFF2-40B4-BE49-F238E27FC236}">
                  <a16:creationId xmlns:a16="http://schemas.microsoft.com/office/drawing/2014/main" id="{4E76391B-1507-45C2-9FD3-BBA5C7242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501"/>
              <a:ext cx="47" cy="379"/>
            </a:xfrm>
            <a:custGeom>
              <a:avLst/>
              <a:gdLst>
                <a:gd name="T0" fmla="*/ 405 w 16"/>
                <a:gd name="T1" fmla="*/ 2454 h 120"/>
                <a:gd name="T2" fmla="*/ 329 w 16"/>
                <a:gd name="T3" fmla="*/ 0 h 120"/>
                <a:gd name="T4" fmla="*/ 182 w 16"/>
                <a:gd name="T5" fmla="*/ 161 h 120"/>
                <a:gd name="T6" fmla="*/ 53 w 16"/>
                <a:gd name="T7" fmla="*/ 28 h 120"/>
                <a:gd name="T8" fmla="*/ 209 w 16"/>
                <a:gd name="T9" fmla="*/ 2454 h 120"/>
                <a:gd name="T10" fmla="*/ 76 w 16"/>
                <a:gd name="T11" fmla="*/ 3462 h 120"/>
                <a:gd name="T12" fmla="*/ 0 w 16"/>
                <a:gd name="T13" fmla="*/ 3531 h 120"/>
                <a:gd name="T14" fmla="*/ 0 w 16"/>
                <a:gd name="T15" fmla="*/ 3781 h 120"/>
                <a:gd name="T16" fmla="*/ 209 w 16"/>
                <a:gd name="T17" fmla="*/ 3651 h 120"/>
                <a:gd name="T18" fmla="*/ 405 w 16"/>
                <a:gd name="T19" fmla="*/ 2454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20">
                  <a:moveTo>
                    <a:pt x="16" y="78"/>
                  </a:moveTo>
                  <a:cubicBezTo>
                    <a:pt x="15" y="46"/>
                    <a:pt x="16" y="22"/>
                    <a:pt x="13" y="0"/>
                  </a:cubicBezTo>
                  <a:cubicBezTo>
                    <a:pt x="12" y="3"/>
                    <a:pt x="10" y="5"/>
                    <a:pt x="7" y="5"/>
                  </a:cubicBezTo>
                  <a:cubicBezTo>
                    <a:pt x="5" y="5"/>
                    <a:pt x="3" y="3"/>
                    <a:pt x="2" y="1"/>
                  </a:cubicBezTo>
                  <a:cubicBezTo>
                    <a:pt x="5" y="23"/>
                    <a:pt x="7" y="47"/>
                    <a:pt x="8" y="78"/>
                  </a:cubicBezTo>
                  <a:cubicBezTo>
                    <a:pt x="9" y="102"/>
                    <a:pt x="4" y="109"/>
                    <a:pt x="3" y="110"/>
                  </a:cubicBezTo>
                  <a:cubicBezTo>
                    <a:pt x="1" y="112"/>
                    <a:pt x="1" y="112"/>
                    <a:pt x="0" y="112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3" y="120"/>
                    <a:pt x="6" y="118"/>
                    <a:pt x="8" y="116"/>
                  </a:cubicBezTo>
                  <a:cubicBezTo>
                    <a:pt x="16" y="108"/>
                    <a:pt x="16" y="91"/>
                    <a:pt x="16" y="78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0" name="Freeform 130">
              <a:extLst>
                <a:ext uri="{FF2B5EF4-FFF2-40B4-BE49-F238E27FC236}">
                  <a16:creationId xmlns:a16="http://schemas.microsoft.com/office/drawing/2014/main" id="{F6F9B31F-88C7-451B-BDAA-33DD97C7E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769"/>
              <a:ext cx="131" cy="142"/>
            </a:xfrm>
            <a:custGeom>
              <a:avLst/>
              <a:gdLst>
                <a:gd name="T0" fmla="*/ 506 w 44"/>
                <a:gd name="T1" fmla="*/ 757 h 45"/>
                <a:gd name="T2" fmla="*/ 188 w 44"/>
                <a:gd name="T3" fmla="*/ 1256 h 45"/>
                <a:gd name="T4" fmla="*/ 54 w 44"/>
                <a:gd name="T5" fmla="*/ 1284 h 45"/>
                <a:gd name="T6" fmla="*/ 0 w 44"/>
                <a:gd name="T7" fmla="*/ 1256 h 45"/>
                <a:gd name="T8" fmla="*/ 134 w 44"/>
                <a:gd name="T9" fmla="*/ 1414 h 45"/>
                <a:gd name="T10" fmla="*/ 628 w 44"/>
                <a:gd name="T11" fmla="*/ 846 h 45"/>
                <a:gd name="T12" fmla="*/ 1161 w 44"/>
                <a:gd name="T13" fmla="*/ 218 h 45"/>
                <a:gd name="T14" fmla="*/ 1161 w 44"/>
                <a:gd name="T15" fmla="*/ 28 h 45"/>
                <a:gd name="T16" fmla="*/ 506 w 44"/>
                <a:gd name="T17" fmla="*/ 75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5">
                  <a:moveTo>
                    <a:pt x="19" y="24"/>
                  </a:moveTo>
                  <a:cubicBezTo>
                    <a:pt x="15" y="31"/>
                    <a:pt x="11" y="38"/>
                    <a:pt x="7" y="40"/>
                  </a:cubicBezTo>
                  <a:cubicBezTo>
                    <a:pt x="6" y="41"/>
                    <a:pt x="3" y="43"/>
                    <a:pt x="2" y="4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4"/>
                    <a:pt x="1" y="45"/>
                    <a:pt x="5" y="45"/>
                  </a:cubicBezTo>
                  <a:cubicBezTo>
                    <a:pt x="12" y="44"/>
                    <a:pt x="18" y="38"/>
                    <a:pt x="24" y="27"/>
                  </a:cubicBezTo>
                  <a:cubicBezTo>
                    <a:pt x="31" y="18"/>
                    <a:pt x="37" y="7"/>
                    <a:pt x="44" y="7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34" y="0"/>
                    <a:pt x="27" y="12"/>
                    <a:pt x="19" y="24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1" name="Freeform 131">
              <a:extLst>
                <a:ext uri="{FF2B5EF4-FFF2-40B4-BE49-F238E27FC236}">
                  <a16:creationId xmlns:a16="http://schemas.microsoft.com/office/drawing/2014/main" id="{18CFDD49-4251-4824-AA55-547AB0198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504"/>
              <a:ext cx="51" cy="376"/>
            </a:xfrm>
            <a:custGeom>
              <a:avLst/>
              <a:gdLst>
                <a:gd name="T0" fmla="*/ 378 w 17"/>
                <a:gd name="T1" fmla="*/ 3435 h 119"/>
                <a:gd name="T2" fmla="*/ 243 w 17"/>
                <a:gd name="T3" fmla="*/ 2427 h 119"/>
                <a:gd name="T4" fmla="*/ 378 w 17"/>
                <a:gd name="T5" fmla="*/ 0 h 119"/>
                <a:gd name="T6" fmla="*/ 243 w 17"/>
                <a:gd name="T7" fmla="*/ 130 h 119"/>
                <a:gd name="T8" fmla="*/ 81 w 17"/>
                <a:gd name="T9" fmla="*/ 0 h 119"/>
                <a:gd name="T10" fmla="*/ 27 w 17"/>
                <a:gd name="T11" fmla="*/ 2427 h 119"/>
                <a:gd name="T12" fmla="*/ 216 w 17"/>
                <a:gd name="T13" fmla="*/ 3624 h 119"/>
                <a:gd name="T14" fmla="*/ 459 w 17"/>
                <a:gd name="T15" fmla="*/ 3754 h 119"/>
                <a:gd name="T16" fmla="*/ 459 w 17"/>
                <a:gd name="T17" fmla="*/ 3504 h 119"/>
                <a:gd name="T18" fmla="*/ 378 w 17"/>
                <a:gd name="T19" fmla="*/ 3435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19">
                  <a:moveTo>
                    <a:pt x="14" y="109"/>
                  </a:moveTo>
                  <a:cubicBezTo>
                    <a:pt x="13" y="108"/>
                    <a:pt x="8" y="101"/>
                    <a:pt x="9" y="77"/>
                  </a:cubicBezTo>
                  <a:cubicBezTo>
                    <a:pt x="10" y="46"/>
                    <a:pt x="11" y="22"/>
                    <a:pt x="14" y="0"/>
                  </a:cubicBezTo>
                  <a:cubicBezTo>
                    <a:pt x="13" y="2"/>
                    <a:pt x="11" y="4"/>
                    <a:pt x="9" y="4"/>
                  </a:cubicBezTo>
                  <a:cubicBezTo>
                    <a:pt x="6" y="4"/>
                    <a:pt x="4" y="2"/>
                    <a:pt x="3" y="0"/>
                  </a:cubicBezTo>
                  <a:cubicBezTo>
                    <a:pt x="0" y="21"/>
                    <a:pt x="2" y="45"/>
                    <a:pt x="1" y="77"/>
                  </a:cubicBezTo>
                  <a:cubicBezTo>
                    <a:pt x="0" y="90"/>
                    <a:pt x="1" y="107"/>
                    <a:pt x="8" y="115"/>
                  </a:cubicBezTo>
                  <a:cubicBezTo>
                    <a:pt x="11" y="117"/>
                    <a:pt x="14" y="119"/>
                    <a:pt x="17" y="119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6" y="111"/>
                    <a:pt x="15" y="111"/>
                    <a:pt x="14" y="109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2" name="Freeform 132">
              <a:extLst>
                <a:ext uri="{FF2B5EF4-FFF2-40B4-BE49-F238E27FC236}">
                  <a16:creationId xmlns:a16="http://schemas.microsoft.com/office/drawing/2014/main" id="{B6092B0C-8A83-4E89-8220-8A71163C0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769"/>
              <a:ext cx="136" cy="136"/>
            </a:xfrm>
            <a:custGeom>
              <a:avLst/>
              <a:gdLst>
                <a:gd name="T0" fmla="*/ 0 w 46"/>
                <a:gd name="T1" fmla="*/ 28 h 43"/>
                <a:gd name="T2" fmla="*/ 0 w 46"/>
                <a:gd name="T3" fmla="*/ 221 h 43"/>
                <a:gd name="T4" fmla="*/ 491 w 46"/>
                <a:gd name="T5" fmla="*/ 819 h 43"/>
                <a:gd name="T6" fmla="*/ 1005 w 46"/>
                <a:gd name="T7" fmla="*/ 1360 h 43"/>
                <a:gd name="T8" fmla="*/ 1189 w 46"/>
                <a:gd name="T9" fmla="*/ 1170 h 43"/>
                <a:gd name="T10" fmla="*/ 1109 w 46"/>
                <a:gd name="T11" fmla="*/ 1202 h 43"/>
                <a:gd name="T12" fmla="*/ 925 w 46"/>
                <a:gd name="T13" fmla="*/ 1202 h 43"/>
                <a:gd name="T14" fmla="*/ 621 w 46"/>
                <a:gd name="T15" fmla="*/ 731 h 43"/>
                <a:gd name="T16" fmla="*/ 0 w 46"/>
                <a:gd name="T17" fmla="*/ 28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3">
                  <a:moveTo>
                    <a:pt x="0" y="1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6" y="7"/>
                    <a:pt x="13" y="17"/>
                    <a:pt x="19" y="26"/>
                  </a:cubicBezTo>
                  <a:cubicBezTo>
                    <a:pt x="26" y="36"/>
                    <a:pt x="32" y="43"/>
                    <a:pt x="39" y="43"/>
                  </a:cubicBezTo>
                  <a:cubicBezTo>
                    <a:pt x="42" y="43"/>
                    <a:pt x="44" y="41"/>
                    <a:pt x="46" y="37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2" y="41"/>
                    <a:pt x="37" y="39"/>
                    <a:pt x="36" y="38"/>
                  </a:cubicBezTo>
                  <a:cubicBezTo>
                    <a:pt x="33" y="36"/>
                    <a:pt x="28" y="29"/>
                    <a:pt x="24" y="23"/>
                  </a:cubicBezTo>
                  <a:cubicBezTo>
                    <a:pt x="17" y="12"/>
                    <a:pt x="9" y="0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3" name="Freeform 133">
              <a:extLst>
                <a:ext uri="{FF2B5EF4-FFF2-40B4-BE49-F238E27FC236}">
                  <a16:creationId xmlns:a16="http://schemas.microsoft.com/office/drawing/2014/main" id="{57B02774-707E-4ACB-BFD8-3FB99E4BB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223"/>
              <a:ext cx="26" cy="135"/>
            </a:xfrm>
            <a:custGeom>
              <a:avLst/>
              <a:gdLst>
                <a:gd name="T0" fmla="*/ 116 w 9"/>
                <a:gd name="T1" fmla="*/ 433 h 43"/>
                <a:gd name="T2" fmla="*/ 0 w 9"/>
                <a:gd name="T3" fmla="*/ 1300 h 43"/>
                <a:gd name="T4" fmla="*/ 26 w 9"/>
                <a:gd name="T5" fmla="*/ 1331 h 43"/>
                <a:gd name="T6" fmla="*/ 168 w 9"/>
                <a:gd name="T7" fmla="*/ 433 h 43"/>
                <a:gd name="T8" fmla="*/ 116 w 9"/>
                <a:gd name="T9" fmla="*/ 0 h 43"/>
                <a:gd name="T10" fmla="*/ 116 w 9"/>
                <a:gd name="T11" fmla="*/ 0 h 43"/>
                <a:gd name="T12" fmla="*/ 116 w 9"/>
                <a:gd name="T13" fmla="*/ 433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43">
                  <a:moveTo>
                    <a:pt x="5" y="14"/>
                  </a:moveTo>
                  <a:cubicBezTo>
                    <a:pt x="6" y="24"/>
                    <a:pt x="7" y="37"/>
                    <a:pt x="0" y="4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9" y="37"/>
                    <a:pt x="8" y="25"/>
                    <a:pt x="7" y="14"/>
                  </a:cubicBezTo>
                  <a:cubicBezTo>
                    <a:pt x="6" y="9"/>
                    <a:pt x="5" y="4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4"/>
                    <a:pt x="5" y="9"/>
                    <a:pt x="5" y="14"/>
                  </a:cubicBezTo>
                  <a:close/>
                </a:path>
              </a:pathLst>
            </a:custGeom>
            <a:solidFill>
              <a:srgbClr val="008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4" name="Freeform 134">
              <a:extLst>
                <a:ext uri="{FF2B5EF4-FFF2-40B4-BE49-F238E27FC236}">
                  <a16:creationId xmlns:a16="http://schemas.microsoft.com/office/drawing/2014/main" id="{50622D91-31F4-465D-8A36-DADAB4DBB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016"/>
              <a:ext cx="27" cy="19"/>
            </a:xfrm>
            <a:custGeom>
              <a:avLst/>
              <a:gdLst>
                <a:gd name="T0" fmla="*/ 0 w 9"/>
                <a:gd name="T1" fmla="*/ 130 h 6"/>
                <a:gd name="T2" fmla="*/ 108 w 9"/>
                <a:gd name="T3" fmla="*/ 32 h 6"/>
                <a:gd name="T4" fmla="*/ 243 w 9"/>
                <a:gd name="T5" fmla="*/ 101 h 6"/>
                <a:gd name="T6" fmla="*/ 135 w 9"/>
                <a:gd name="T7" fmla="*/ 190 h 6"/>
                <a:gd name="T8" fmla="*/ 0 w 9"/>
                <a:gd name="T9" fmla="*/ 13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3"/>
                    <a:pt x="2" y="1"/>
                    <a:pt x="4" y="1"/>
                  </a:cubicBezTo>
                  <a:cubicBezTo>
                    <a:pt x="7" y="0"/>
                    <a:pt x="9" y="1"/>
                    <a:pt x="9" y="3"/>
                  </a:cubicBezTo>
                  <a:cubicBezTo>
                    <a:pt x="9" y="4"/>
                    <a:pt x="7" y="6"/>
                    <a:pt x="5" y="6"/>
                  </a:cubicBezTo>
                  <a:cubicBezTo>
                    <a:pt x="2" y="6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5" name="Freeform 135">
              <a:extLst>
                <a:ext uri="{FF2B5EF4-FFF2-40B4-BE49-F238E27FC236}">
                  <a16:creationId xmlns:a16="http://schemas.microsoft.com/office/drawing/2014/main" id="{64B0FBE1-D513-4856-9824-92C56017D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016"/>
              <a:ext cx="30" cy="19"/>
            </a:xfrm>
            <a:custGeom>
              <a:avLst/>
              <a:gdLst>
                <a:gd name="T0" fmla="*/ 270 w 10"/>
                <a:gd name="T1" fmla="*/ 101 h 6"/>
                <a:gd name="T2" fmla="*/ 135 w 10"/>
                <a:gd name="T3" fmla="*/ 0 h 6"/>
                <a:gd name="T4" fmla="*/ 0 w 10"/>
                <a:gd name="T5" fmla="*/ 60 h 6"/>
                <a:gd name="T6" fmla="*/ 135 w 10"/>
                <a:gd name="T7" fmla="*/ 162 h 6"/>
                <a:gd name="T8" fmla="*/ 270 w 10"/>
                <a:gd name="T9" fmla="*/ 1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10" y="3"/>
                  </a:moveTo>
                  <a:cubicBezTo>
                    <a:pt x="10" y="2"/>
                    <a:pt x="8" y="0"/>
                    <a:pt x="5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0" y="3"/>
                    <a:pt x="2" y="5"/>
                    <a:pt x="5" y="5"/>
                  </a:cubicBezTo>
                  <a:cubicBezTo>
                    <a:pt x="7" y="6"/>
                    <a:pt x="9" y="5"/>
                    <a:pt x="10" y="3"/>
                  </a:cubicBezTo>
                  <a:close/>
                </a:path>
              </a:pathLst>
            </a:cu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6" name="Freeform 136">
              <a:extLst>
                <a:ext uri="{FF2B5EF4-FFF2-40B4-BE49-F238E27FC236}">
                  <a16:creationId xmlns:a16="http://schemas.microsoft.com/office/drawing/2014/main" id="{5438DD69-B587-42F2-9FFA-7CD8F34CF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581"/>
              <a:ext cx="2900" cy="1510"/>
            </a:xfrm>
            <a:custGeom>
              <a:avLst/>
              <a:gdLst>
                <a:gd name="T0" fmla="*/ 24203 w 980"/>
                <a:gd name="T1" fmla="*/ 1008 h 478"/>
                <a:gd name="T2" fmla="*/ 23940 w 980"/>
                <a:gd name="T3" fmla="*/ 1478 h 478"/>
                <a:gd name="T4" fmla="*/ 24798 w 980"/>
                <a:gd name="T5" fmla="*/ 6656 h 478"/>
                <a:gd name="T6" fmla="*/ 21945 w 980"/>
                <a:gd name="T7" fmla="*/ 10589 h 478"/>
                <a:gd name="T8" fmla="*/ 20552 w 980"/>
                <a:gd name="T9" fmla="*/ 9960 h 478"/>
                <a:gd name="T10" fmla="*/ 20001 w 980"/>
                <a:gd name="T11" fmla="*/ 5200 h 478"/>
                <a:gd name="T12" fmla="*/ 20078 w 980"/>
                <a:gd name="T13" fmla="*/ 10339 h 478"/>
                <a:gd name="T14" fmla="*/ 18320 w 980"/>
                <a:gd name="T15" fmla="*/ 8074 h 478"/>
                <a:gd name="T16" fmla="*/ 17959 w 980"/>
                <a:gd name="T17" fmla="*/ 7885 h 478"/>
                <a:gd name="T18" fmla="*/ 18835 w 980"/>
                <a:gd name="T19" fmla="*/ 10399 h 478"/>
                <a:gd name="T20" fmla="*/ 17672 w 980"/>
                <a:gd name="T21" fmla="*/ 9461 h 478"/>
                <a:gd name="T22" fmla="*/ 17154 w 980"/>
                <a:gd name="T23" fmla="*/ 7184 h 478"/>
                <a:gd name="T24" fmla="*/ 16716 w 980"/>
                <a:gd name="T25" fmla="*/ 5269 h 478"/>
                <a:gd name="T26" fmla="*/ 16971 w 980"/>
                <a:gd name="T27" fmla="*/ 7316 h 478"/>
                <a:gd name="T28" fmla="*/ 17234 w 980"/>
                <a:gd name="T29" fmla="*/ 8074 h 478"/>
                <a:gd name="T30" fmla="*/ 17959 w 980"/>
                <a:gd name="T31" fmla="*/ 10658 h 478"/>
                <a:gd name="T32" fmla="*/ 16480 w 980"/>
                <a:gd name="T33" fmla="*/ 9490 h 478"/>
                <a:gd name="T34" fmla="*/ 16122 w 980"/>
                <a:gd name="T35" fmla="*/ 8542 h 478"/>
                <a:gd name="T36" fmla="*/ 16426 w 980"/>
                <a:gd name="T37" fmla="*/ 9739 h 478"/>
                <a:gd name="T38" fmla="*/ 15622 w 980"/>
                <a:gd name="T39" fmla="*/ 11786 h 478"/>
                <a:gd name="T40" fmla="*/ 15107 w 980"/>
                <a:gd name="T41" fmla="*/ 8264 h 478"/>
                <a:gd name="T42" fmla="*/ 14826 w 980"/>
                <a:gd name="T43" fmla="*/ 8542 h 478"/>
                <a:gd name="T44" fmla="*/ 14947 w 980"/>
                <a:gd name="T45" fmla="*/ 9840 h 478"/>
                <a:gd name="T46" fmla="*/ 15053 w 980"/>
                <a:gd name="T47" fmla="*/ 12544 h 478"/>
                <a:gd name="T48" fmla="*/ 14509 w 980"/>
                <a:gd name="T49" fmla="*/ 11376 h 478"/>
                <a:gd name="T50" fmla="*/ 14482 w 980"/>
                <a:gd name="T51" fmla="*/ 11505 h 478"/>
                <a:gd name="T52" fmla="*/ 11813 w 980"/>
                <a:gd name="T53" fmla="*/ 13271 h 478"/>
                <a:gd name="T54" fmla="*/ 11295 w 980"/>
                <a:gd name="T55" fmla="*/ 9929 h 478"/>
                <a:gd name="T56" fmla="*/ 10674 w 980"/>
                <a:gd name="T57" fmla="*/ 10058 h 478"/>
                <a:gd name="T58" fmla="*/ 10807 w 980"/>
                <a:gd name="T59" fmla="*/ 9171 h 478"/>
                <a:gd name="T60" fmla="*/ 9176 w 980"/>
                <a:gd name="T61" fmla="*/ 11916 h 478"/>
                <a:gd name="T62" fmla="*/ 10807 w 980"/>
                <a:gd name="T63" fmla="*/ 8163 h 478"/>
                <a:gd name="T64" fmla="*/ 9771 w 980"/>
                <a:gd name="T65" fmla="*/ 9202 h 478"/>
                <a:gd name="T66" fmla="*/ 9431 w 980"/>
                <a:gd name="T67" fmla="*/ 9300 h 478"/>
                <a:gd name="T68" fmla="*/ 8292 w 980"/>
                <a:gd name="T69" fmla="*/ 11347 h 478"/>
                <a:gd name="T70" fmla="*/ 9896 w 980"/>
                <a:gd name="T71" fmla="*/ 7812 h 478"/>
                <a:gd name="T72" fmla="*/ 9771 w 980"/>
                <a:gd name="T73" fmla="*/ 7812 h 478"/>
                <a:gd name="T74" fmla="*/ 10106 w 980"/>
                <a:gd name="T75" fmla="*/ 6365 h 478"/>
                <a:gd name="T76" fmla="*/ 9511 w 980"/>
                <a:gd name="T77" fmla="*/ 7345 h 478"/>
                <a:gd name="T78" fmla="*/ 8398 w 980"/>
                <a:gd name="T79" fmla="*/ 10848 h 478"/>
                <a:gd name="T80" fmla="*/ 7907 w 980"/>
                <a:gd name="T81" fmla="*/ 8893 h 478"/>
                <a:gd name="T82" fmla="*/ 8993 w 980"/>
                <a:gd name="T83" fmla="*/ 6804 h 478"/>
                <a:gd name="T84" fmla="*/ 8756 w 980"/>
                <a:gd name="T85" fmla="*/ 5579 h 478"/>
                <a:gd name="T86" fmla="*/ 7880 w 980"/>
                <a:gd name="T87" fmla="*/ 8453 h 478"/>
                <a:gd name="T88" fmla="*/ 5569 w 980"/>
                <a:gd name="T89" fmla="*/ 9360 h 478"/>
                <a:gd name="T90" fmla="*/ 5543 w 980"/>
                <a:gd name="T91" fmla="*/ 8163 h 478"/>
                <a:gd name="T92" fmla="*/ 5368 w 980"/>
                <a:gd name="T93" fmla="*/ 9202 h 478"/>
                <a:gd name="T94" fmla="*/ 1376 w 980"/>
                <a:gd name="T95" fmla="*/ 9521 h 478"/>
                <a:gd name="T96" fmla="*/ 2128 w 980"/>
                <a:gd name="T97" fmla="*/ 7026 h 478"/>
                <a:gd name="T98" fmla="*/ 1400 w 980"/>
                <a:gd name="T99" fmla="*/ 2584 h 478"/>
                <a:gd name="T100" fmla="*/ 3267 w 980"/>
                <a:gd name="T101" fmla="*/ 3911 h 478"/>
                <a:gd name="T102" fmla="*/ 2462 w 980"/>
                <a:gd name="T103" fmla="*/ 2903 h 478"/>
                <a:gd name="T104" fmla="*/ 183 w 980"/>
                <a:gd name="T105" fmla="*/ 6466 h 478"/>
                <a:gd name="T106" fmla="*/ 1628 w 980"/>
                <a:gd name="T107" fmla="*/ 15068 h 478"/>
                <a:gd name="T108" fmla="*/ 5569 w 980"/>
                <a:gd name="T109" fmla="*/ 11066 h 478"/>
                <a:gd name="T110" fmla="*/ 12961 w 980"/>
                <a:gd name="T111" fmla="*/ 12892 h 478"/>
                <a:gd name="T112" fmla="*/ 20315 w 980"/>
                <a:gd name="T113" fmla="*/ 11038 h 478"/>
                <a:gd name="T114" fmla="*/ 24336 w 980"/>
                <a:gd name="T115" fmla="*/ 14250 h 478"/>
                <a:gd name="T116" fmla="*/ 25159 w 980"/>
                <a:gd name="T117" fmla="*/ 7913 h 4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80" h="478">
                  <a:moveTo>
                    <a:pt x="973" y="98"/>
                  </a:moveTo>
                  <a:cubicBezTo>
                    <a:pt x="969" y="84"/>
                    <a:pt x="966" y="75"/>
                    <a:pt x="961" y="66"/>
                  </a:cubicBezTo>
                  <a:cubicBezTo>
                    <a:pt x="959" y="61"/>
                    <a:pt x="955" y="57"/>
                    <a:pt x="952" y="53"/>
                  </a:cubicBezTo>
                  <a:cubicBezTo>
                    <a:pt x="948" y="48"/>
                    <a:pt x="948" y="48"/>
                    <a:pt x="948" y="48"/>
                  </a:cubicBezTo>
                  <a:cubicBezTo>
                    <a:pt x="947" y="47"/>
                    <a:pt x="947" y="47"/>
                    <a:pt x="947" y="47"/>
                  </a:cubicBezTo>
                  <a:cubicBezTo>
                    <a:pt x="945" y="44"/>
                    <a:pt x="942" y="38"/>
                    <a:pt x="938" y="37"/>
                  </a:cubicBezTo>
                  <a:cubicBezTo>
                    <a:pt x="937" y="34"/>
                    <a:pt x="936" y="29"/>
                    <a:pt x="936" y="24"/>
                  </a:cubicBezTo>
                  <a:cubicBezTo>
                    <a:pt x="936" y="16"/>
                    <a:pt x="936" y="6"/>
                    <a:pt x="930" y="0"/>
                  </a:cubicBezTo>
                  <a:cubicBezTo>
                    <a:pt x="930" y="4"/>
                    <a:pt x="930" y="4"/>
                    <a:pt x="930" y="4"/>
                  </a:cubicBezTo>
                  <a:cubicBezTo>
                    <a:pt x="934" y="9"/>
                    <a:pt x="933" y="16"/>
                    <a:pt x="933" y="24"/>
                  </a:cubicBezTo>
                  <a:cubicBezTo>
                    <a:pt x="933" y="27"/>
                    <a:pt x="933" y="30"/>
                    <a:pt x="934" y="32"/>
                  </a:cubicBezTo>
                  <a:cubicBezTo>
                    <a:pt x="934" y="33"/>
                    <a:pt x="932" y="35"/>
                    <a:pt x="931" y="36"/>
                  </a:cubicBezTo>
                  <a:cubicBezTo>
                    <a:pt x="926" y="37"/>
                    <a:pt x="922" y="42"/>
                    <a:pt x="920" y="45"/>
                  </a:cubicBezTo>
                  <a:cubicBezTo>
                    <a:pt x="918" y="48"/>
                    <a:pt x="918" y="48"/>
                    <a:pt x="918" y="48"/>
                  </a:cubicBezTo>
                  <a:cubicBezTo>
                    <a:pt x="910" y="61"/>
                    <a:pt x="902" y="74"/>
                    <a:pt x="888" y="82"/>
                  </a:cubicBezTo>
                  <a:cubicBezTo>
                    <a:pt x="882" y="85"/>
                    <a:pt x="882" y="85"/>
                    <a:pt x="882" y="85"/>
                  </a:cubicBezTo>
                  <a:cubicBezTo>
                    <a:pt x="868" y="92"/>
                    <a:pt x="852" y="105"/>
                    <a:pt x="847" y="121"/>
                  </a:cubicBezTo>
                  <a:cubicBezTo>
                    <a:pt x="850" y="120"/>
                    <a:pt x="850" y="120"/>
                    <a:pt x="850" y="120"/>
                  </a:cubicBezTo>
                  <a:cubicBezTo>
                    <a:pt x="854" y="106"/>
                    <a:pt x="871" y="96"/>
                    <a:pt x="884" y="88"/>
                  </a:cubicBezTo>
                  <a:cubicBezTo>
                    <a:pt x="890" y="85"/>
                    <a:pt x="890" y="85"/>
                    <a:pt x="890" y="85"/>
                  </a:cubicBezTo>
                  <a:cubicBezTo>
                    <a:pt x="904" y="77"/>
                    <a:pt x="913" y="63"/>
                    <a:pt x="922" y="50"/>
                  </a:cubicBezTo>
                  <a:cubicBezTo>
                    <a:pt x="924" y="47"/>
                    <a:pt x="924" y="47"/>
                    <a:pt x="924" y="47"/>
                  </a:cubicBezTo>
                  <a:cubicBezTo>
                    <a:pt x="927" y="42"/>
                    <a:pt x="930" y="39"/>
                    <a:pt x="934" y="39"/>
                  </a:cubicBezTo>
                  <a:cubicBezTo>
                    <a:pt x="938" y="40"/>
                    <a:pt x="941" y="46"/>
                    <a:pt x="944" y="49"/>
                  </a:cubicBezTo>
                  <a:cubicBezTo>
                    <a:pt x="944" y="50"/>
                    <a:pt x="944" y="50"/>
                    <a:pt x="944" y="50"/>
                  </a:cubicBezTo>
                  <a:cubicBezTo>
                    <a:pt x="948" y="55"/>
                    <a:pt x="948" y="55"/>
                    <a:pt x="948" y="55"/>
                  </a:cubicBezTo>
                  <a:cubicBezTo>
                    <a:pt x="952" y="59"/>
                    <a:pt x="955" y="64"/>
                    <a:pt x="958" y="68"/>
                  </a:cubicBezTo>
                  <a:cubicBezTo>
                    <a:pt x="963" y="77"/>
                    <a:pt x="966" y="85"/>
                    <a:pt x="969" y="99"/>
                  </a:cubicBezTo>
                  <a:cubicBezTo>
                    <a:pt x="972" y="113"/>
                    <a:pt x="976" y="134"/>
                    <a:pt x="973" y="152"/>
                  </a:cubicBezTo>
                  <a:cubicBezTo>
                    <a:pt x="972" y="161"/>
                    <a:pt x="971" y="168"/>
                    <a:pt x="971" y="175"/>
                  </a:cubicBezTo>
                  <a:cubicBezTo>
                    <a:pt x="970" y="193"/>
                    <a:pt x="970" y="193"/>
                    <a:pt x="970" y="193"/>
                  </a:cubicBezTo>
                  <a:cubicBezTo>
                    <a:pt x="970" y="195"/>
                    <a:pt x="966" y="199"/>
                    <a:pt x="964" y="202"/>
                  </a:cubicBezTo>
                  <a:cubicBezTo>
                    <a:pt x="961" y="205"/>
                    <a:pt x="958" y="208"/>
                    <a:pt x="957" y="211"/>
                  </a:cubicBezTo>
                  <a:cubicBezTo>
                    <a:pt x="955" y="217"/>
                    <a:pt x="957" y="221"/>
                    <a:pt x="959" y="226"/>
                  </a:cubicBezTo>
                  <a:cubicBezTo>
                    <a:pt x="961" y="232"/>
                    <a:pt x="961" y="232"/>
                    <a:pt x="961" y="232"/>
                  </a:cubicBezTo>
                  <a:cubicBezTo>
                    <a:pt x="964" y="241"/>
                    <a:pt x="964" y="241"/>
                    <a:pt x="964" y="241"/>
                  </a:cubicBezTo>
                  <a:cubicBezTo>
                    <a:pt x="967" y="252"/>
                    <a:pt x="967" y="252"/>
                    <a:pt x="967" y="252"/>
                  </a:cubicBezTo>
                  <a:cubicBezTo>
                    <a:pt x="970" y="260"/>
                    <a:pt x="971" y="266"/>
                    <a:pt x="970" y="271"/>
                  </a:cubicBezTo>
                  <a:cubicBezTo>
                    <a:pt x="970" y="285"/>
                    <a:pt x="970" y="285"/>
                    <a:pt x="970" y="285"/>
                  </a:cubicBezTo>
                  <a:cubicBezTo>
                    <a:pt x="969" y="288"/>
                    <a:pt x="970" y="291"/>
                    <a:pt x="970" y="297"/>
                  </a:cubicBezTo>
                  <a:cubicBezTo>
                    <a:pt x="971" y="311"/>
                    <a:pt x="973" y="333"/>
                    <a:pt x="955" y="345"/>
                  </a:cubicBezTo>
                  <a:cubicBezTo>
                    <a:pt x="938" y="356"/>
                    <a:pt x="916" y="349"/>
                    <a:pt x="898" y="344"/>
                  </a:cubicBezTo>
                  <a:cubicBezTo>
                    <a:pt x="890" y="341"/>
                    <a:pt x="884" y="339"/>
                    <a:pt x="878" y="339"/>
                  </a:cubicBezTo>
                  <a:cubicBezTo>
                    <a:pt x="868" y="339"/>
                    <a:pt x="857" y="337"/>
                    <a:pt x="847" y="336"/>
                  </a:cubicBezTo>
                  <a:cubicBezTo>
                    <a:pt x="836" y="334"/>
                    <a:pt x="827" y="333"/>
                    <a:pt x="821" y="333"/>
                  </a:cubicBezTo>
                  <a:cubicBezTo>
                    <a:pt x="812" y="333"/>
                    <a:pt x="809" y="330"/>
                    <a:pt x="804" y="326"/>
                  </a:cubicBezTo>
                  <a:cubicBezTo>
                    <a:pt x="803" y="326"/>
                    <a:pt x="801" y="323"/>
                    <a:pt x="800" y="318"/>
                  </a:cubicBezTo>
                  <a:cubicBezTo>
                    <a:pt x="799" y="317"/>
                    <a:pt x="799" y="316"/>
                    <a:pt x="799" y="314"/>
                  </a:cubicBezTo>
                  <a:cubicBezTo>
                    <a:pt x="797" y="298"/>
                    <a:pt x="797" y="298"/>
                    <a:pt x="797" y="298"/>
                  </a:cubicBezTo>
                  <a:cubicBezTo>
                    <a:pt x="796" y="288"/>
                    <a:pt x="795" y="281"/>
                    <a:pt x="791" y="267"/>
                  </a:cubicBezTo>
                  <a:cubicBezTo>
                    <a:pt x="786" y="246"/>
                    <a:pt x="783" y="228"/>
                    <a:pt x="786" y="223"/>
                  </a:cubicBezTo>
                  <a:cubicBezTo>
                    <a:pt x="785" y="219"/>
                    <a:pt x="785" y="219"/>
                    <a:pt x="785" y="219"/>
                  </a:cubicBezTo>
                  <a:cubicBezTo>
                    <a:pt x="779" y="228"/>
                    <a:pt x="785" y="259"/>
                    <a:pt x="787" y="268"/>
                  </a:cubicBezTo>
                  <a:cubicBezTo>
                    <a:pt x="791" y="281"/>
                    <a:pt x="791" y="288"/>
                    <a:pt x="792" y="297"/>
                  </a:cubicBezTo>
                  <a:cubicBezTo>
                    <a:pt x="793" y="316"/>
                    <a:pt x="793" y="316"/>
                    <a:pt x="793" y="316"/>
                  </a:cubicBezTo>
                  <a:cubicBezTo>
                    <a:pt x="795" y="325"/>
                    <a:pt x="798" y="330"/>
                    <a:pt x="799" y="334"/>
                  </a:cubicBezTo>
                  <a:cubicBezTo>
                    <a:pt x="801" y="341"/>
                    <a:pt x="789" y="341"/>
                    <a:pt x="784" y="343"/>
                  </a:cubicBezTo>
                  <a:cubicBezTo>
                    <a:pt x="769" y="349"/>
                    <a:pt x="761" y="351"/>
                    <a:pt x="749" y="350"/>
                  </a:cubicBezTo>
                  <a:cubicBezTo>
                    <a:pt x="744" y="350"/>
                    <a:pt x="739" y="352"/>
                    <a:pt x="731" y="353"/>
                  </a:cubicBezTo>
                  <a:cubicBezTo>
                    <a:pt x="730" y="353"/>
                    <a:pt x="729" y="354"/>
                    <a:pt x="731" y="353"/>
                  </a:cubicBezTo>
                  <a:cubicBezTo>
                    <a:pt x="733" y="354"/>
                    <a:pt x="746" y="349"/>
                    <a:pt x="746" y="349"/>
                  </a:cubicBezTo>
                  <a:cubicBezTo>
                    <a:pt x="786" y="337"/>
                    <a:pt x="792" y="331"/>
                    <a:pt x="789" y="291"/>
                  </a:cubicBezTo>
                  <a:cubicBezTo>
                    <a:pt x="789" y="291"/>
                    <a:pt x="788" y="286"/>
                    <a:pt x="788" y="286"/>
                  </a:cubicBezTo>
                  <a:cubicBezTo>
                    <a:pt x="788" y="274"/>
                    <a:pt x="787" y="275"/>
                    <a:pt x="786" y="267"/>
                  </a:cubicBezTo>
                  <a:cubicBezTo>
                    <a:pt x="783" y="256"/>
                    <a:pt x="783" y="256"/>
                    <a:pt x="783" y="256"/>
                  </a:cubicBezTo>
                  <a:cubicBezTo>
                    <a:pt x="783" y="256"/>
                    <a:pt x="771" y="184"/>
                    <a:pt x="772" y="165"/>
                  </a:cubicBezTo>
                  <a:cubicBezTo>
                    <a:pt x="772" y="163"/>
                    <a:pt x="770" y="160"/>
                    <a:pt x="770" y="160"/>
                  </a:cubicBezTo>
                  <a:cubicBezTo>
                    <a:pt x="767" y="168"/>
                    <a:pt x="770" y="193"/>
                    <a:pt x="774" y="217"/>
                  </a:cubicBezTo>
                  <a:cubicBezTo>
                    <a:pt x="774" y="216"/>
                    <a:pt x="773" y="214"/>
                    <a:pt x="773" y="213"/>
                  </a:cubicBezTo>
                  <a:cubicBezTo>
                    <a:pt x="765" y="181"/>
                    <a:pt x="756" y="144"/>
                    <a:pt x="756" y="127"/>
                  </a:cubicBezTo>
                  <a:cubicBezTo>
                    <a:pt x="753" y="128"/>
                    <a:pt x="753" y="128"/>
                    <a:pt x="753" y="128"/>
                  </a:cubicBezTo>
                  <a:cubicBezTo>
                    <a:pt x="753" y="145"/>
                    <a:pt x="761" y="181"/>
                    <a:pt x="769" y="214"/>
                  </a:cubicBezTo>
                  <a:cubicBezTo>
                    <a:pt x="773" y="230"/>
                    <a:pt x="777" y="246"/>
                    <a:pt x="779" y="256"/>
                  </a:cubicBezTo>
                  <a:cubicBezTo>
                    <a:pt x="782" y="268"/>
                    <a:pt x="782" y="268"/>
                    <a:pt x="782" y="268"/>
                  </a:cubicBezTo>
                  <a:cubicBezTo>
                    <a:pt x="783" y="275"/>
                    <a:pt x="783" y="275"/>
                    <a:pt x="784" y="287"/>
                  </a:cubicBezTo>
                  <a:cubicBezTo>
                    <a:pt x="784" y="292"/>
                    <a:pt x="784" y="292"/>
                    <a:pt x="784" y="292"/>
                  </a:cubicBezTo>
                  <a:cubicBezTo>
                    <a:pt x="786" y="311"/>
                    <a:pt x="782" y="321"/>
                    <a:pt x="775" y="328"/>
                  </a:cubicBezTo>
                  <a:cubicBezTo>
                    <a:pt x="767" y="334"/>
                    <a:pt x="756" y="338"/>
                    <a:pt x="738" y="344"/>
                  </a:cubicBezTo>
                  <a:cubicBezTo>
                    <a:pt x="736" y="345"/>
                    <a:pt x="736" y="345"/>
                    <a:pt x="736" y="345"/>
                  </a:cubicBezTo>
                  <a:cubicBezTo>
                    <a:pt x="736" y="345"/>
                    <a:pt x="734" y="346"/>
                    <a:pt x="734" y="344"/>
                  </a:cubicBezTo>
                  <a:cubicBezTo>
                    <a:pt x="732" y="338"/>
                    <a:pt x="731" y="334"/>
                    <a:pt x="730" y="329"/>
                  </a:cubicBezTo>
                  <a:cubicBezTo>
                    <a:pt x="730" y="327"/>
                    <a:pt x="730" y="327"/>
                    <a:pt x="730" y="327"/>
                  </a:cubicBezTo>
                  <a:cubicBezTo>
                    <a:pt x="730" y="321"/>
                    <a:pt x="729" y="315"/>
                    <a:pt x="727" y="308"/>
                  </a:cubicBezTo>
                  <a:cubicBezTo>
                    <a:pt x="727" y="305"/>
                    <a:pt x="727" y="302"/>
                    <a:pt x="727" y="299"/>
                  </a:cubicBezTo>
                  <a:cubicBezTo>
                    <a:pt x="727" y="295"/>
                    <a:pt x="727" y="292"/>
                    <a:pt x="726" y="289"/>
                  </a:cubicBezTo>
                  <a:cubicBezTo>
                    <a:pt x="724" y="284"/>
                    <a:pt x="721" y="280"/>
                    <a:pt x="717" y="277"/>
                  </a:cubicBezTo>
                  <a:cubicBezTo>
                    <a:pt x="713" y="273"/>
                    <a:pt x="710" y="269"/>
                    <a:pt x="708" y="264"/>
                  </a:cubicBezTo>
                  <a:cubicBezTo>
                    <a:pt x="708" y="261"/>
                    <a:pt x="708" y="259"/>
                    <a:pt x="707" y="256"/>
                  </a:cubicBezTo>
                  <a:cubicBezTo>
                    <a:pt x="707" y="252"/>
                    <a:pt x="707" y="247"/>
                    <a:pt x="704" y="242"/>
                  </a:cubicBezTo>
                  <a:cubicBezTo>
                    <a:pt x="702" y="239"/>
                    <a:pt x="702" y="239"/>
                    <a:pt x="702" y="239"/>
                  </a:cubicBezTo>
                  <a:cubicBezTo>
                    <a:pt x="696" y="231"/>
                    <a:pt x="695" y="229"/>
                    <a:pt x="695" y="217"/>
                  </a:cubicBezTo>
                  <a:cubicBezTo>
                    <a:pt x="694" y="199"/>
                    <a:pt x="694" y="199"/>
                    <a:pt x="694" y="199"/>
                  </a:cubicBezTo>
                  <a:cubicBezTo>
                    <a:pt x="694" y="199"/>
                    <a:pt x="694" y="199"/>
                    <a:pt x="694" y="199"/>
                  </a:cubicBezTo>
                  <a:cubicBezTo>
                    <a:pt x="692" y="217"/>
                    <a:pt x="692" y="217"/>
                    <a:pt x="692" y="217"/>
                  </a:cubicBezTo>
                  <a:cubicBezTo>
                    <a:pt x="692" y="229"/>
                    <a:pt x="694" y="232"/>
                    <a:pt x="699" y="241"/>
                  </a:cubicBezTo>
                  <a:cubicBezTo>
                    <a:pt x="701" y="243"/>
                    <a:pt x="701" y="243"/>
                    <a:pt x="701" y="243"/>
                  </a:cubicBezTo>
                  <a:cubicBezTo>
                    <a:pt x="704" y="248"/>
                    <a:pt x="704" y="252"/>
                    <a:pt x="704" y="256"/>
                  </a:cubicBezTo>
                  <a:cubicBezTo>
                    <a:pt x="705" y="257"/>
                    <a:pt x="705" y="259"/>
                    <a:pt x="705" y="260"/>
                  </a:cubicBezTo>
                  <a:cubicBezTo>
                    <a:pt x="702" y="256"/>
                    <a:pt x="699" y="253"/>
                    <a:pt x="693" y="250"/>
                  </a:cubicBezTo>
                  <a:cubicBezTo>
                    <a:pt x="687" y="246"/>
                    <a:pt x="682" y="240"/>
                    <a:pt x="678" y="233"/>
                  </a:cubicBezTo>
                  <a:cubicBezTo>
                    <a:pt x="678" y="233"/>
                    <a:pt x="678" y="233"/>
                    <a:pt x="678" y="233"/>
                  </a:cubicBezTo>
                  <a:cubicBezTo>
                    <a:pt x="682" y="240"/>
                    <a:pt x="685" y="248"/>
                    <a:pt x="692" y="252"/>
                  </a:cubicBezTo>
                  <a:cubicBezTo>
                    <a:pt x="699" y="256"/>
                    <a:pt x="701" y="260"/>
                    <a:pt x="706" y="267"/>
                  </a:cubicBezTo>
                  <a:cubicBezTo>
                    <a:pt x="706" y="267"/>
                    <a:pt x="706" y="267"/>
                    <a:pt x="706" y="267"/>
                  </a:cubicBezTo>
                  <a:cubicBezTo>
                    <a:pt x="708" y="272"/>
                    <a:pt x="712" y="275"/>
                    <a:pt x="715" y="279"/>
                  </a:cubicBezTo>
                  <a:cubicBezTo>
                    <a:pt x="718" y="282"/>
                    <a:pt x="722" y="286"/>
                    <a:pt x="723" y="290"/>
                  </a:cubicBezTo>
                  <a:cubicBezTo>
                    <a:pt x="724" y="292"/>
                    <a:pt x="724" y="296"/>
                    <a:pt x="724" y="299"/>
                  </a:cubicBezTo>
                  <a:cubicBezTo>
                    <a:pt x="724" y="302"/>
                    <a:pt x="724" y="306"/>
                    <a:pt x="724" y="309"/>
                  </a:cubicBezTo>
                  <a:cubicBezTo>
                    <a:pt x="726" y="316"/>
                    <a:pt x="727" y="321"/>
                    <a:pt x="727" y="327"/>
                  </a:cubicBezTo>
                  <a:cubicBezTo>
                    <a:pt x="727" y="330"/>
                    <a:pt x="727" y="330"/>
                    <a:pt x="727" y="330"/>
                  </a:cubicBezTo>
                  <a:cubicBezTo>
                    <a:pt x="728" y="334"/>
                    <a:pt x="729" y="339"/>
                    <a:pt x="731" y="344"/>
                  </a:cubicBezTo>
                  <a:cubicBezTo>
                    <a:pt x="731" y="346"/>
                    <a:pt x="730" y="347"/>
                    <a:pt x="730" y="347"/>
                  </a:cubicBezTo>
                  <a:cubicBezTo>
                    <a:pt x="724" y="349"/>
                    <a:pt x="724" y="349"/>
                    <a:pt x="724" y="349"/>
                  </a:cubicBezTo>
                  <a:cubicBezTo>
                    <a:pt x="718" y="350"/>
                    <a:pt x="705" y="354"/>
                    <a:pt x="703" y="350"/>
                  </a:cubicBezTo>
                  <a:cubicBezTo>
                    <a:pt x="701" y="347"/>
                    <a:pt x="700" y="344"/>
                    <a:pt x="700" y="344"/>
                  </a:cubicBezTo>
                  <a:cubicBezTo>
                    <a:pt x="696" y="337"/>
                    <a:pt x="696" y="337"/>
                    <a:pt x="696" y="337"/>
                  </a:cubicBezTo>
                  <a:cubicBezTo>
                    <a:pt x="694" y="333"/>
                    <a:pt x="692" y="330"/>
                    <a:pt x="691" y="326"/>
                  </a:cubicBezTo>
                  <a:cubicBezTo>
                    <a:pt x="691" y="324"/>
                    <a:pt x="691" y="322"/>
                    <a:pt x="691" y="320"/>
                  </a:cubicBezTo>
                  <a:cubicBezTo>
                    <a:pt x="691" y="318"/>
                    <a:pt x="691" y="316"/>
                    <a:pt x="690" y="313"/>
                  </a:cubicBezTo>
                  <a:cubicBezTo>
                    <a:pt x="689" y="309"/>
                    <a:pt x="687" y="307"/>
                    <a:pt x="685" y="304"/>
                  </a:cubicBezTo>
                  <a:cubicBezTo>
                    <a:pt x="682" y="300"/>
                    <a:pt x="682" y="300"/>
                    <a:pt x="682" y="300"/>
                  </a:cubicBezTo>
                  <a:cubicBezTo>
                    <a:pt x="680" y="296"/>
                    <a:pt x="680" y="293"/>
                    <a:pt x="681" y="290"/>
                  </a:cubicBezTo>
                  <a:cubicBezTo>
                    <a:pt x="682" y="287"/>
                    <a:pt x="682" y="287"/>
                    <a:pt x="682" y="287"/>
                  </a:cubicBezTo>
                  <a:cubicBezTo>
                    <a:pt x="683" y="281"/>
                    <a:pt x="681" y="277"/>
                    <a:pt x="678" y="273"/>
                  </a:cubicBezTo>
                  <a:cubicBezTo>
                    <a:pt x="675" y="268"/>
                    <a:pt x="675" y="268"/>
                    <a:pt x="675" y="268"/>
                  </a:cubicBezTo>
                  <a:cubicBezTo>
                    <a:pt x="672" y="265"/>
                    <a:pt x="670" y="262"/>
                    <a:pt x="669" y="258"/>
                  </a:cubicBezTo>
                  <a:cubicBezTo>
                    <a:pt x="669" y="258"/>
                    <a:pt x="669" y="258"/>
                    <a:pt x="669" y="258"/>
                  </a:cubicBezTo>
                  <a:cubicBezTo>
                    <a:pt x="669" y="258"/>
                    <a:pt x="669" y="258"/>
                    <a:pt x="669" y="258"/>
                  </a:cubicBezTo>
                  <a:cubicBezTo>
                    <a:pt x="669" y="257"/>
                    <a:pt x="669" y="256"/>
                    <a:pt x="668" y="256"/>
                  </a:cubicBezTo>
                  <a:cubicBezTo>
                    <a:pt x="668" y="253"/>
                    <a:pt x="668" y="251"/>
                    <a:pt x="668" y="249"/>
                  </a:cubicBezTo>
                  <a:cubicBezTo>
                    <a:pt x="668" y="244"/>
                    <a:pt x="668" y="244"/>
                    <a:pt x="668" y="244"/>
                  </a:cubicBezTo>
                  <a:cubicBezTo>
                    <a:pt x="668" y="237"/>
                    <a:pt x="665" y="232"/>
                    <a:pt x="662" y="228"/>
                  </a:cubicBezTo>
                  <a:cubicBezTo>
                    <a:pt x="658" y="223"/>
                    <a:pt x="655" y="218"/>
                    <a:pt x="655" y="213"/>
                  </a:cubicBezTo>
                  <a:cubicBezTo>
                    <a:pt x="655" y="209"/>
                    <a:pt x="655" y="209"/>
                    <a:pt x="655" y="209"/>
                  </a:cubicBezTo>
                  <a:cubicBezTo>
                    <a:pt x="655" y="206"/>
                    <a:pt x="656" y="203"/>
                    <a:pt x="654" y="199"/>
                  </a:cubicBezTo>
                  <a:cubicBezTo>
                    <a:pt x="651" y="193"/>
                    <a:pt x="651" y="193"/>
                    <a:pt x="651" y="193"/>
                  </a:cubicBezTo>
                  <a:cubicBezTo>
                    <a:pt x="650" y="190"/>
                    <a:pt x="648" y="187"/>
                    <a:pt x="647" y="184"/>
                  </a:cubicBezTo>
                  <a:cubicBezTo>
                    <a:pt x="647" y="182"/>
                    <a:pt x="647" y="179"/>
                    <a:pt x="647" y="177"/>
                  </a:cubicBezTo>
                  <a:cubicBezTo>
                    <a:pt x="647" y="174"/>
                    <a:pt x="647" y="171"/>
                    <a:pt x="647" y="168"/>
                  </a:cubicBezTo>
                  <a:cubicBezTo>
                    <a:pt x="645" y="164"/>
                    <a:pt x="645" y="164"/>
                    <a:pt x="645" y="164"/>
                  </a:cubicBezTo>
                  <a:cubicBezTo>
                    <a:pt x="645" y="162"/>
                    <a:pt x="643" y="161"/>
                    <a:pt x="643" y="160"/>
                  </a:cubicBezTo>
                  <a:cubicBezTo>
                    <a:pt x="643" y="160"/>
                    <a:pt x="643" y="160"/>
                    <a:pt x="643" y="160"/>
                  </a:cubicBezTo>
                  <a:cubicBezTo>
                    <a:pt x="643" y="162"/>
                    <a:pt x="645" y="167"/>
                    <a:pt x="645" y="167"/>
                  </a:cubicBezTo>
                  <a:cubicBezTo>
                    <a:pt x="646" y="170"/>
                    <a:pt x="644" y="174"/>
                    <a:pt x="644" y="176"/>
                  </a:cubicBezTo>
                  <a:cubicBezTo>
                    <a:pt x="644" y="179"/>
                    <a:pt x="644" y="182"/>
                    <a:pt x="645" y="185"/>
                  </a:cubicBezTo>
                  <a:cubicBezTo>
                    <a:pt x="645" y="188"/>
                    <a:pt x="647" y="191"/>
                    <a:pt x="648" y="194"/>
                  </a:cubicBezTo>
                  <a:cubicBezTo>
                    <a:pt x="652" y="200"/>
                    <a:pt x="652" y="200"/>
                    <a:pt x="652" y="200"/>
                  </a:cubicBezTo>
                  <a:cubicBezTo>
                    <a:pt x="653" y="203"/>
                    <a:pt x="652" y="206"/>
                    <a:pt x="652" y="209"/>
                  </a:cubicBezTo>
                  <a:cubicBezTo>
                    <a:pt x="652" y="213"/>
                    <a:pt x="652" y="213"/>
                    <a:pt x="652" y="213"/>
                  </a:cubicBezTo>
                  <a:cubicBezTo>
                    <a:pt x="652" y="219"/>
                    <a:pt x="656" y="224"/>
                    <a:pt x="659" y="229"/>
                  </a:cubicBezTo>
                  <a:cubicBezTo>
                    <a:pt x="662" y="234"/>
                    <a:pt x="665" y="238"/>
                    <a:pt x="665" y="244"/>
                  </a:cubicBezTo>
                  <a:cubicBezTo>
                    <a:pt x="665" y="244"/>
                    <a:pt x="665" y="247"/>
                    <a:pt x="665" y="248"/>
                  </a:cubicBezTo>
                  <a:cubicBezTo>
                    <a:pt x="663" y="244"/>
                    <a:pt x="660" y="240"/>
                    <a:pt x="658" y="236"/>
                  </a:cubicBezTo>
                  <a:cubicBezTo>
                    <a:pt x="655" y="232"/>
                    <a:pt x="655" y="232"/>
                    <a:pt x="655" y="232"/>
                  </a:cubicBezTo>
                  <a:cubicBezTo>
                    <a:pt x="652" y="228"/>
                    <a:pt x="650" y="226"/>
                    <a:pt x="647" y="223"/>
                  </a:cubicBezTo>
                  <a:cubicBezTo>
                    <a:pt x="644" y="220"/>
                    <a:pt x="644" y="220"/>
                    <a:pt x="644" y="220"/>
                  </a:cubicBezTo>
                  <a:cubicBezTo>
                    <a:pt x="641" y="217"/>
                    <a:pt x="639" y="214"/>
                    <a:pt x="636" y="211"/>
                  </a:cubicBezTo>
                  <a:cubicBezTo>
                    <a:pt x="634" y="207"/>
                    <a:pt x="630" y="204"/>
                    <a:pt x="626" y="201"/>
                  </a:cubicBezTo>
                  <a:cubicBezTo>
                    <a:pt x="626" y="201"/>
                    <a:pt x="626" y="201"/>
                    <a:pt x="626" y="201"/>
                  </a:cubicBezTo>
                  <a:cubicBezTo>
                    <a:pt x="630" y="204"/>
                    <a:pt x="631" y="209"/>
                    <a:pt x="634" y="212"/>
                  </a:cubicBezTo>
                  <a:cubicBezTo>
                    <a:pt x="636" y="216"/>
                    <a:pt x="639" y="219"/>
                    <a:pt x="642" y="222"/>
                  </a:cubicBezTo>
                  <a:cubicBezTo>
                    <a:pt x="645" y="225"/>
                    <a:pt x="645" y="225"/>
                    <a:pt x="645" y="225"/>
                  </a:cubicBezTo>
                  <a:cubicBezTo>
                    <a:pt x="648" y="228"/>
                    <a:pt x="650" y="230"/>
                    <a:pt x="652" y="234"/>
                  </a:cubicBezTo>
                  <a:cubicBezTo>
                    <a:pt x="655" y="238"/>
                    <a:pt x="655" y="238"/>
                    <a:pt x="655" y="238"/>
                  </a:cubicBezTo>
                  <a:cubicBezTo>
                    <a:pt x="659" y="244"/>
                    <a:pt x="663" y="249"/>
                    <a:pt x="665" y="256"/>
                  </a:cubicBezTo>
                  <a:cubicBezTo>
                    <a:pt x="666" y="257"/>
                    <a:pt x="666" y="258"/>
                    <a:pt x="666" y="259"/>
                  </a:cubicBezTo>
                  <a:cubicBezTo>
                    <a:pt x="667" y="263"/>
                    <a:pt x="670" y="266"/>
                    <a:pt x="672" y="270"/>
                  </a:cubicBezTo>
                  <a:cubicBezTo>
                    <a:pt x="676" y="274"/>
                    <a:pt x="676" y="274"/>
                    <a:pt x="676" y="274"/>
                  </a:cubicBezTo>
                  <a:cubicBezTo>
                    <a:pt x="678" y="278"/>
                    <a:pt x="679" y="282"/>
                    <a:pt x="679" y="286"/>
                  </a:cubicBezTo>
                  <a:cubicBezTo>
                    <a:pt x="678" y="289"/>
                    <a:pt x="678" y="289"/>
                    <a:pt x="678" y="289"/>
                  </a:cubicBezTo>
                  <a:cubicBezTo>
                    <a:pt x="677" y="293"/>
                    <a:pt x="676" y="296"/>
                    <a:pt x="679" y="301"/>
                  </a:cubicBezTo>
                  <a:cubicBezTo>
                    <a:pt x="683" y="306"/>
                    <a:pt x="683" y="306"/>
                    <a:pt x="683" y="306"/>
                  </a:cubicBezTo>
                  <a:cubicBezTo>
                    <a:pt x="685" y="308"/>
                    <a:pt x="687" y="311"/>
                    <a:pt x="688" y="314"/>
                  </a:cubicBezTo>
                  <a:cubicBezTo>
                    <a:pt x="688" y="316"/>
                    <a:pt x="688" y="318"/>
                    <a:pt x="688" y="320"/>
                  </a:cubicBezTo>
                  <a:cubicBezTo>
                    <a:pt x="688" y="322"/>
                    <a:pt x="688" y="324"/>
                    <a:pt x="688" y="327"/>
                  </a:cubicBezTo>
                  <a:cubicBezTo>
                    <a:pt x="689" y="331"/>
                    <a:pt x="691" y="335"/>
                    <a:pt x="693" y="338"/>
                  </a:cubicBezTo>
                  <a:cubicBezTo>
                    <a:pt x="697" y="345"/>
                    <a:pt x="697" y="345"/>
                    <a:pt x="697" y="345"/>
                  </a:cubicBezTo>
                  <a:cubicBezTo>
                    <a:pt x="700" y="352"/>
                    <a:pt x="700" y="352"/>
                    <a:pt x="700" y="352"/>
                  </a:cubicBezTo>
                  <a:cubicBezTo>
                    <a:pt x="700" y="352"/>
                    <a:pt x="701" y="354"/>
                    <a:pt x="699" y="354"/>
                  </a:cubicBezTo>
                  <a:cubicBezTo>
                    <a:pt x="692" y="358"/>
                    <a:pt x="684" y="361"/>
                    <a:pt x="676" y="365"/>
                  </a:cubicBezTo>
                  <a:cubicBezTo>
                    <a:pt x="670" y="368"/>
                    <a:pt x="663" y="371"/>
                    <a:pt x="655" y="375"/>
                  </a:cubicBezTo>
                  <a:cubicBezTo>
                    <a:pt x="654" y="375"/>
                    <a:pt x="653" y="376"/>
                    <a:pt x="653" y="373"/>
                  </a:cubicBezTo>
                  <a:cubicBezTo>
                    <a:pt x="652" y="361"/>
                    <a:pt x="648" y="351"/>
                    <a:pt x="643" y="340"/>
                  </a:cubicBezTo>
                  <a:cubicBezTo>
                    <a:pt x="641" y="336"/>
                    <a:pt x="641" y="336"/>
                    <a:pt x="641" y="336"/>
                  </a:cubicBezTo>
                  <a:cubicBezTo>
                    <a:pt x="639" y="329"/>
                    <a:pt x="638" y="323"/>
                    <a:pt x="638" y="317"/>
                  </a:cubicBezTo>
                  <a:cubicBezTo>
                    <a:pt x="637" y="309"/>
                    <a:pt x="637" y="309"/>
                    <a:pt x="637" y="309"/>
                  </a:cubicBezTo>
                  <a:cubicBezTo>
                    <a:pt x="637" y="306"/>
                    <a:pt x="637" y="304"/>
                    <a:pt x="636" y="301"/>
                  </a:cubicBezTo>
                  <a:cubicBezTo>
                    <a:pt x="636" y="301"/>
                    <a:pt x="636" y="301"/>
                    <a:pt x="636" y="301"/>
                  </a:cubicBezTo>
                  <a:cubicBezTo>
                    <a:pt x="633" y="290"/>
                    <a:pt x="634" y="285"/>
                    <a:pt x="637" y="274"/>
                  </a:cubicBezTo>
                  <a:cubicBezTo>
                    <a:pt x="639" y="269"/>
                    <a:pt x="638" y="264"/>
                    <a:pt x="637" y="259"/>
                  </a:cubicBezTo>
                  <a:cubicBezTo>
                    <a:pt x="636" y="254"/>
                    <a:pt x="634" y="249"/>
                    <a:pt x="636" y="246"/>
                  </a:cubicBezTo>
                  <a:cubicBezTo>
                    <a:pt x="636" y="246"/>
                    <a:pt x="636" y="246"/>
                    <a:pt x="636" y="246"/>
                  </a:cubicBezTo>
                  <a:cubicBezTo>
                    <a:pt x="634" y="250"/>
                    <a:pt x="633" y="254"/>
                    <a:pt x="634" y="260"/>
                  </a:cubicBezTo>
                  <a:cubicBezTo>
                    <a:pt x="635" y="264"/>
                    <a:pt x="636" y="269"/>
                    <a:pt x="634" y="273"/>
                  </a:cubicBezTo>
                  <a:cubicBezTo>
                    <a:pt x="632" y="281"/>
                    <a:pt x="631" y="286"/>
                    <a:pt x="631" y="292"/>
                  </a:cubicBezTo>
                  <a:cubicBezTo>
                    <a:pt x="631" y="292"/>
                    <a:pt x="630" y="291"/>
                    <a:pt x="629" y="290"/>
                  </a:cubicBezTo>
                  <a:cubicBezTo>
                    <a:pt x="626" y="287"/>
                    <a:pt x="626" y="287"/>
                    <a:pt x="626" y="287"/>
                  </a:cubicBezTo>
                  <a:cubicBezTo>
                    <a:pt x="622" y="283"/>
                    <a:pt x="622" y="277"/>
                    <a:pt x="622" y="271"/>
                  </a:cubicBezTo>
                  <a:cubicBezTo>
                    <a:pt x="622" y="263"/>
                    <a:pt x="621" y="257"/>
                    <a:pt x="616" y="250"/>
                  </a:cubicBezTo>
                  <a:cubicBezTo>
                    <a:pt x="612" y="245"/>
                    <a:pt x="612" y="245"/>
                    <a:pt x="612" y="245"/>
                  </a:cubicBezTo>
                  <a:cubicBezTo>
                    <a:pt x="606" y="237"/>
                    <a:pt x="599" y="230"/>
                    <a:pt x="598" y="219"/>
                  </a:cubicBezTo>
                  <a:cubicBezTo>
                    <a:pt x="598" y="219"/>
                    <a:pt x="598" y="219"/>
                    <a:pt x="598" y="219"/>
                  </a:cubicBezTo>
                  <a:cubicBezTo>
                    <a:pt x="599" y="231"/>
                    <a:pt x="603" y="239"/>
                    <a:pt x="610" y="247"/>
                  </a:cubicBezTo>
                  <a:cubicBezTo>
                    <a:pt x="613" y="252"/>
                    <a:pt x="613" y="252"/>
                    <a:pt x="613" y="252"/>
                  </a:cubicBezTo>
                  <a:cubicBezTo>
                    <a:pt x="618" y="258"/>
                    <a:pt x="619" y="263"/>
                    <a:pt x="619" y="271"/>
                  </a:cubicBezTo>
                  <a:cubicBezTo>
                    <a:pt x="619" y="277"/>
                    <a:pt x="619" y="284"/>
                    <a:pt x="623" y="289"/>
                  </a:cubicBezTo>
                  <a:cubicBezTo>
                    <a:pt x="627" y="293"/>
                    <a:pt x="627" y="293"/>
                    <a:pt x="627" y="293"/>
                  </a:cubicBezTo>
                  <a:cubicBezTo>
                    <a:pt x="629" y="294"/>
                    <a:pt x="630" y="295"/>
                    <a:pt x="631" y="297"/>
                  </a:cubicBezTo>
                  <a:cubicBezTo>
                    <a:pt x="633" y="301"/>
                    <a:pt x="634" y="305"/>
                    <a:pt x="634" y="309"/>
                  </a:cubicBezTo>
                  <a:cubicBezTo>
                    <a:pt x="634" y="309"/>
                    <a:pt x="635" y="317"/>
                    <a:pt x="635" y="317"/>
                  </a:cubicBezTo>
                  <a:cubicBezTo>
                    <a:pt x="635" y="324"/>
                    <a:pt x="636" y="330"/>
                    <a:pt x="639" y="337"/>
                  </a:cubicBezTo>
                  <a:cubicBezTo>
                    <a:pt x="640" y="341"/>
                    <a:pt x="640" y="341"/>
                    <a:pt x="640" y="341"/>
                  </a:cubicBezTo>
                  <a:cubicBezTo>
                    <a:pt x="645" y="352"/>
                    <a:pt x="649" y="362"/>
                    <a:pt x="650" y="374"/>
                  </a:cubicBezTo>
                  <a:cubicBezTo>
                    <a:pt x="650" y="375"/>
                    <a:pt x="650" y="377"/>
                    <a:pt x="648" y="378"/>
                  </a:cubicBezTo>
                  <a:cubicBezTo>
                    <a:pt x="640" y="381"/>
                    <a:pt x="632" y="384"/>
                    <a:pt x="624" y="387"/>
                  </a:cubicBezTo>
                  <a:cubicBezTo>
                    <a:pt x="617" y="389"/>
                    <a:pt x="611" y="391"/>
                    <a:pt x="606" y="392"/>
                  </a:cubicBezTo>
                  <a:cubicBezTo>
                    <a:pt x="603" y="393"/>
                    <a:pt x="603" y="391"/>
                    <a:pt x="603" y="391"/>
                  </a:cubicBezTo>
                  <a:cubicBezTo>
                    <a:pt x="603" y="387"/>
                    <a:pt x="603" y="387"/>
                    <a:pt x="603" y="387"/>
                  </a:cubicBezTo>
                  <a:cubicBezTo>
                    <a:pt x="603" y="382"/>
                    <a:pt x="603" y="382"/>
                    <a:pt x="603" y="382"/>
                  </a:cubicBezTo>
                  <a:cubicBezTo>
                    <a:pt x="603" y="379"/>
                    <a:pt x="603" y="377"/>
                    <a:pt x="603" y="374"/>
                  </a:cubicBezTo>
                  <a:cubicBezTo>
                    <a:pt x="602" y="371"/>
                    <a:pt x="600" y="368"/>
                    <a:pt x="597" y="366"/>
                  </a:cubicBezTo>
                  <a:cubicBezTo>
                    <a:pt x="595" y="363"/>
                    <a:pt x="593" y="361"/>
                    <a:pt x="592" y="358"/>
                  </a:cubicBezTo>
                  <a:cubicBezTo>
                    <a:pt x="591" y="354"/>
                    <a:pt x="591" y="350"/>
                    <a:pt x="592" y="346"/>
                  </a:cubicBezTo>
                  <a:cubicBezTo>
                    <a:pt x="592" y="337"/>
                    <a:pt x="592" y="337"/>
                    <a:pt x="592" y="337"/>
                  </a:cubicBezTo>
                  <a:cubicBezTo>
                    <a:pt x="591" y="330"/>
                    <a:pt x="588" y="324"/>
                    <a:pt x="584" y="318"/>
                  </a:cubicBezTo>
                  <a:cubicBezTo>
                    <a:pt x="580" y="311"/>
                    <a:pt x="580" y="311"/>
                    <a:pt x="580" y="311"/>
                  </a:cubicBezTo>
                  <a:cubicBezTo>
                    <a:pt x="578" y="307"/>
                    <a:pt x="578" y="303"/>
                    <a:pt x="578" y="299"/>
                  </a:cubicBezTo>
                  <a:cubicBezTo>
                    <a:pt x="580" y="290"/>
                    <a:pt x="580" y="290"/>
                    <a:pt x="580" y="290"/>
                  </a:cubicBezTo>
                  <a:cubicBezTo>
                    <a:pt x="581" y="284"/>
                    <a:pt x="583" y="278"/>
                    <a:pt x="583" y="273"/>
                  </a:cubicBezTo>
                  <a:cubicBezTo>
                    <a:pt x="582" y="271"/>
                    <a:pt x="582" y="271"/>
                    <a:pt x="582" y="271"/>
                  </a:cubicBezTo>
                  <a:cubicBezTo>
                    <a:pt x="582" y="267"/>
                    <a:pt x="582" y="266"/>
                    <a:pt x="583" y="262"/>
                  </a:cubicBezTo>
                  <a:cubicBezTo>
                    <a:pt x="584" y="260"/>
                    <a:pt x="584" y="260"/>
                    <a:pt x="584" y="260"/>
                  </a:cubicBezTo>
                  <a:cubicBezTo>
                    <a:pt x="585" y="258"/>
                    <a:pt x="585" y="257"/>
                    <a:pt x="583" y="254"/>
                  </a:cubicBezTo>
                  <a:cubicBezTo>
                    <a:pt x="583" y="254"/>
                    <a:pt x="583" y="254"/>
                    <a:pt x="583" y="254"/>
                  </a:cubicBezTo>
                  <a:cubicBezTo>
                    <a:pt x="584" y="255"/>
                    <a:pt x="583" y="257"/>
                    <a:pt x="582" y="259"/>
                  </a:cubicBezTo>
                  <a:cubicBezTo>
                    <a:pt x="581" y="261"/>
                    <a:pt x="581" y="261"/>
                    <a:pt x="581" y="261"/>
                  </a:cubicBezTo>
                  <a:cubicBezTo>
                    <a:pt x="579" y="265"/>
                    <a:pt x="579" y="268"/>
                    <a:pt x="579" y="271"/>
                  </a:cubicBezTo>
                  <a:cubicBezTo>
                    <a:pt x="580" y="273"/>
                    <a:pt x="580" y="273"/>
                    <a:pt x="580" y="273"/>
                  </a:cubicBezTo>
                  <a:cubicBezTo>
                    <a:pt x="580" y="278"/>
                    <a:pt x="578" y="284"/>
                    <a:pt x="577" y="289"/>
                  </a:cubicBezTo>
                  <a:cubicBezTo>
                    <a:pt x="577" y="290"/>
                    <a:pt x="577" y="290"/>
                    <a:pt x="577" y="290"/>
                  </a:cubicBezTo>
                  <a:cubicBezTo>
                    <a:pt x="576" y="289"/>
                    <a:pt x="576" y="288"/>
                    <a:pt x="576" y="287"/>
                  </a:cubicBezTo>
                  <a:cubicBezTo>
                    <a:pt x="574" y="282"/>
                    <a:pt x="573" y="276"/>
                    <a:pt x="572" y="271"/>
                  </a:cubicBezTo>
                  <a:cubicBezTo>
                    <a:pt x="571" y="264"/>
                    <a:pt x="571" y="264"/>
                    <a:pt x="571" y="264"/>
                  </a:cubicBezTo>
                  <a:cubicBezTo>
                    <a:pt x="567" y="244"/>
                    <a:pt x="567" y="244"/>
                    <a:pt x="567" y="244"/>
                  </a:cubicBezTo>
                  <a:cubicBezTo>
                    <a:pt x="567" y="244"/>
                    <a:pt x="567" y="244"/>
                    <a:pt x="567" y="244"/>
                  </a:cubicBezTo>
                  <a:cubicBezTo>
                    <a:pt x="568" y="265"/>
                    <a:pt x="568" y="265"/>
                    <a:pt x="568" y="265"/>
                  </a:cubicBezTo>
                  <a:cubicBezTo>
                    <a:pt x="569" y="271"/>
                    <a:pt x="569" y="271"/>
                    <a:pt x="569" y="271"/>
                  </a:cubicBezTo>
                  <a:cubicBezTo>
                    <a:pt x="570" y="277"/>
                    <a:pt x="571" y="282"/>
                    <a:pt x="573" y="288"/>
                  </a:cubicBezTo>
                  <a:cubicBezTo>
                    <a:pt x="574" y="291"/>
                    <a:pt x="574" y="295"/>
                    <a:pt x="574" y="298"/>
                  </a:cubicBezTo>
                  <a:cubicBezTo>
                    <a:pt x="574" y="298"/>
                    <a:pt x="575" y="299"/>
                    <a:pt x="575" y="299"/>
                  </a:cubicBezTo>
                  <a:cubicBezTo>
                    <a:pt x="574" y="299"/>
                    <a:pt x="574" y="299"/>
                    <a:pt x="574" y="299"/>
                  </a:cubicBezTo>
                  <a:cubicBezTo>
                    <a:pt x="575" y="299"/>
                    <a:pt x="575" y="299"/>
                    <a:pt x="575" y="299"/>
                  </a:cubicBezTo>
                  <a:cubicBezTo>
                    <a:pt x="575" y="303"/>
                    <a:pt x="575" y="308"/>
                    <a:pt x="577" y="312"/>
                  </a:cubicBezTo>
                  <a:cubicBezTo>
                    <a:pt x="582" y="320"/>
                    <a:pt x="582" y="320"/>
                    <a:pt x="582" y="320"/>
                  </a:cubicBezTo>
                  <a:cubicBezTo>
                    <a:pt x="585" y="325"/>
                    <a:pt x="588" y="331"/>
                    <a:pt x="589" y="337"/>
                  </a:cubicBezTo>
                  <a:cubicBezTo>
                    <a:pt x="589" y="337"/>
                    <a:pt x="589" y="346"/>
                    <a:pt x="589" y="346"/>
                  </a:cubicBezTo>
                  <a:cubicBezTo>
                    <a:pt x="588" y="350"/>
                    <a:pt x="588" y="354"/>
                    <a:pt x="590" y="359"/>
                  </a:cubicBezTo>
                  <a:cubicBezTo>
                    <a:pt x="591" y="362"/>
                    <a:pt x="593" y="365"/>
                    <a:pt x="595" y="367"/>
                  </a:cubicBezTo>
                  <a:cubicBezTo>
                    <a:pt x="597" y="370"/>
                    <a:pt x="599" y="372"/>
                    <a:pt x="600" y="375"/>
                  </a:cubicBezTo>
                  <a:cubicBezTo>
                    <a:pt x="600" y="377"/>
                    <a:pt x="600" y="379"/>
                    <a:pt x="600" y="382"/>
                  </a:cubicBezTo>
                  <a:cubicBezTo>
                    <a:pt x="600" y="387"/>
                    <a:pt x="600" y="387"/>
                    <a:pt x="600" y="387"/>
                  </a:cubicBezTo>
                  <a:cubicBezTo>
                    <a:pt x="600" y="391"/>
                    <a:pt x="600" y="391"/>
                    <a:pt x="600" y="391"/>
                  </a:cubicBezTo>
                  <a:cubicBezTo>
                    <a:pt x="600" y="391"/>
                    <a:pt x="600" y="394"/>
                    <a:pt x="597" y="394"/>
                  </a:cubicBezTo>
                  <a:cubicBezTo>
                    <a:pt x="591" y="396"/>
                    <a:pt x="585" y="397"/>
                    <a:pt x="581" y="398"/>
                  </a:cubicBezTo>
                  <a:cubicBezTo>
                    <a:pt x="575" y="400"/>
                    <a:pt x="571" y="401"/>
                    <a:pt x="567" y="402"/>
                  </a:cubicBezTo>
                  <a:cubicBezTo>
                    <a:pt x="567" y="402"/>
                    <a:pt x="565" y="401"/>
                    <a:pt x="565" y="400"/>
                  </a:cubicBezTo>
                  <a:cubicBezTo>
                    <a:pt x="565" y="398"/>
                    <a:pt x="565" y="397"/>
                    <a:pt x="565" y="394"/>
                  </a:cubicBezTo>
                  <a:cubicBezTo>
                    <a:pt x="565" y="387"/>
                    <a:pt x="566" y="379"/>
                    <a:pt x="565" y="372"/>
                  </a:cubicBezTo>
                  <a:cubicBezTo>
                    <a:pt x="565" y="370"/>
                    <a:pt x="564" y="369"/>
                    <a:pt x="563" y="367"/>
                  </a:cubicBezTo>
                  <a:cubicBezTo>
                    <a:pt x="562" y="365"/>
                    <a:pt x="562" y="361"/>
                    <a:pt x="565" y="358"/>
                  </a:cubicBezTo>
                  <a:cubicBezTo>
                    <a:pt x="570" y="348"/>
                    <a:pt x="570" y="333"/>
                    <a:pt x="570" y="333"/>
                  </a:cubicBezTo>
                  <a:cubicBezTo>
                    <a:pt x="570" y="333"/>
                    <a:pt x="570" y="333"/>
                    <a:pt x="570" y="333"/>
                  </a:cubicBezTo>
                  <a:cubicBezTo>
                    <a:pt x="567" y="342"/>
                    <a:pt x="567" y="342"/>
                    <a:pt x="567" y="342"/>
                  </a:cubicBezTo>
                  <a:cubicBezTo>
                    <a:pt x="566" y="347"/>
                    <a:pt x="565" y="352"/>
                    <a:pt x="562" y="356"/>
                  </a:cubicBezTo>
                  <a:cubicBezTo>
                    <a:pt x="561" y="358"/>
                    <a:pt x="560" y="360"/>
                    <a:pt x="560" y="361"/>
                  </a:cubicBezTo>
                  <a:cubicBezTo>
                    <a:pt x="558" y="359"/>
                    <a:pt x="558" y="359"/>
                    <a:pt x="558" y="359"/>
                  </a:cubicBezTo>
                  <a:cubicBezTo>
                    <a:pt x="557" y="355"/>
                    <a:pt x="557" y="350"/>
                    <a:pt x="557" y="346"/>
                  </a:cubicBezTo>
                  <a:cubicBezTo>
                    <a:pt x="557" y="343"/>
                    <a:pt x="557" y="343"/>
                    <a:pt x="557" y="343"/>
                  </a:cubicBezTo>
                  <a:cubicBezTo>
                    <a:pt x="557" y="338"/>
                    <a:pt x="555" y="334"/>
                    <a:pt x="553" y="331"/>
                  </a:cubicBezTo>
                  <a:cubicBezTo>
                    <a:pt x="550" y="327"/>
                    <a:pt x="547" y="323"/>
                    <a:pt x="548" y="318"/>
                  </a:cubicBezTo>
                  <a:cubicBezTo>
                    <a:pt x="548" y="318"/>
                    <a:pt x="548" y="318"/>
                    <a:pt x="548" y="318"/>
                  </a:cubicBezTo>
                  <a:cubicBezTo>
                    <a:pt x="546" y="325"/>
                    <a:pt x="548" y="329"/>
                    <a:pt x="550" y="333"/>
                  </a:cubicBezTo>
                  <a:cubicBezTo>
                    <a:pt x="552" y="336"/>
                    <a:pt x="554" y="339"/>
                    <a:pt x="554" y="343"/>
                  </a:cubicBezTo>
                  <a:cubicBezTo>
                    <a:pt x="554" y="346"/>
                    <a:pt x="554" y="346"/>
                    <a:pt x="554" y="346"/>
                  </a:cubicBezTo>
                  <a:cubicBezTo>
                    <a:pt x="554" y="350"/>
                    <a:pt x="554" y="355"/>
                    <a:pt x="556" y="360"/>
                  </a:cubicBezTo>
                  <a:cubicBezTo>
                    <a:pt x="559" y="365"/>
                    <a:pt x="559" y="365"/>
                    <a:pt x="559" y="365"/>
                  </a:cubicBezTo>
                  <a:cubicBezTo>
                    <a:pt x="560" y="368"/>
                    <a:pt x="562" y="370"/>
                    <a:pt x="562" y="373"/>
                  </a:cubicBezTo>
                  <a:cubicBezTo>
                    <a:pt x="563" y="380"/>
                    <a:pt x="562" y="387"/>
                    <a:pt x="562" y="394"/>
                  </a:cubicBezTo>
                  <a:cubicBezTo>
                    <a:pt x="561" y="397"/>
                    <a:pt x="562" y="400"/>
                    <a:pt x="562" y="402"/>
                  </a:cubicBezTo>
                  <a:cubicBezTo>
                    <a:pt x="562" y="403"/>
                    <a:pt x="562" y="405"/>
                    <a:pt x="561" y="405"/>
                  </a:cubicBezTo>
                  <a:cubicBezTo>
                    <a:pt x="556" y="408"/>
                    <a:pt x="551" y="414"/>
                    <a:pt x="545" y="423"/>
                  </a:cubicBezTo>
                  <a:cubicBezTo>
                    <a:pt x="545" y="424"/>
                    <a:pt x="544" y="424"/>
                    <a:pt x="543" y="422"/>
                  </a:cubicBezTo>
                  <a:cubicBezTo>
                    <a:pt x="536" y="409"/>
                    <a:pt x="524" y="402"/>
                    <a:pt x="501" y="402"/>
                  </a:cubicBezTo>
                  <a:cubicBezTo>
                    <a:pt x="501" y="402"/>
                    <a:pt x="501" y="401"/>
                    <a:pt x="501" y="401"/>
                  </a:cubicBezTo>
                  <a:cubicBezTo>
                    <a:pt x="499" y="401"/>
                    <a:pt x="499" y="401"/>
                    <a:pt x="499" y="401"/>
                  </a:cubicBezTo>
                  <a:cubicBezTo>
                    <a:pt x="499" y="401"/>
                    <a:pt x="499" y="402"/>
                    <a:pt x="499" y="402"/>
                  </a:cubicBezTo>
                  <a:cubicBezTo>
                    <a:pt x="475" y="402"/>
                    <a:pt x="462" y="408"/>
                    <a:pt x="456" y="421"/>
                  </a:cubicBezTo>
                  <a:cubicBezTo>
                    <a:pt x="456" y="422"/>
                    <a:pt x="454" y="422"/>
                    <a:pt x="452" y="420"/>
                  </a:cubicBezTo>
                  <a:cubicBezTo>
                    <a:pt x="446" y="408"/>
                    <a:pt x="442" y="406"/>
                    <a:pt x="435" y="403"/>
                  </a:cubicBezTo>
                  <a:cubicBezTo>
                    <a:pt x="435" y="403"/>
                    <a:pt x="433" y="401"/>
                    <a:pt x="433" y="400"/>
                  </a:cubicBezTo>
                  <a:cubicBezTo>
                    <a:pt x="428" y="389"/>
                    <a:pt x="429" y="372"/>
                    <a:pt x="432" y="362"/>
                  </a:cubicBezTo>
                  <a:cubicBezTo>
                    <a:pt x="432" y="361"/>
                    <a:pt x="432" y="360"/>
                    <a:pt x="432" y="359"/>
                  </a:cubicBezTo>
                  <a:cubicBezTo>
                    <a:pt x="432" y="359"/>
                    <a:pt x="432" y="359"/>
                    <a:pt x="432" y="359"/>
                  </a:cubicBezTo>
                  <a:cubicBezTo>
                    <a:pt x="434" y="351"/>
                    <a:pt x="442" y="334"/>
                    <a:pt x="448" y="329"/>
                  </a:cubicBezTo>
                  <a:cubicBezTo>
                    <a:pt x="444" y="333"/>
                    <a:pt x="438" y="339"/>
                    <a:pt x="434" y="346"/>
                  </a:cubicBezTo>
                  <a:cubicBezTo>
                    <a:pt x="434" y="347"/>
                    <a:pt x="433" y="347"/>
                    <a:pt x="433" y="346"/>
                  </a:cubicBezTo>
                  <a:cubicBezTo>
                    <a:pt x="433" y="345"/>
                    <a:pt x="433" y="343"/>
                    <a:pt x="433" y="342"/>
                  </a:cubicBezTo>
                  <a:cubicBezTo>
                    <a:pt x="434" y="332"/>
                    <a:pt x="433" y="323"/>
                    <a:pt x="436" y="315"/>
                  </a:cubicBezTo>
                  <a:cubicBezTo>
                    <a:pt x="432" y="324"/>
                    <a:pt x="431" y="332"/>
                    <a:pt x="430" y="342"/>
                  </a:cubicBezTo>
                  <a:cubicBezTo>
                    <a:pt x="430" y="348"/>
                    <a:pt x="430" y="355"/>
                    <a:pt x="429" y="361"/>
                  </a:cubicBezTo>
                  <a:cubicBezTo>
                    <a:pt x="426" y="373"/>
                    <a:pt x="425" y="388"/>
                    <a:pt x="429" y="399"/>
                  </a:cubicBezTo>
                  <a:cubicBezTo>
                    <a:pt x="429" y="399"/>
                    <a:pt x="429" y="401"/>
                    <a:pt x="427" y="400"/>
                  </a:cubicBezTo>
                  <a:cubicBezTo>
                    <a:pt x="425" y="400"/>
                    <a:pt x="422" y="399"/>
                    <a:pt x="419" y="398"/>
                  </a:cubicBezTo>
                  <a:cubicBezTo>
                    <a:pt x="414" y="397"/>
                    <a:pt x="408" y="396"/>
                    <a:pt x="399" y="394"/>
                  </a:cubicBezTo>
                  <a:cubicBezTo>
                    <a:pt x="399" y="393"/>
                    <a:pt x="398" y="393"/>
                    <a:pt x="398" y="391"/>
                  </a:cubicBezTo>
                  <a:cubicBezTo>
                    <a:pt x="398" y="386"/>
                    <a:pt x="397" y="382"/>
                    <a:pt x="397" y="378"/>
                  </a:cubicBezTo>
                  <a:cubicBezTo>
                    <a:pt x="397" y="371"/>
                    <a:pt x="396" y="363"/>
                    <a:pt x="397" y="356"/>
                  </a:cubicBezTo>
                  <a:cubicBezTo>
                    <a:pt x="399" y="344"/>
                    <a:pt x="405" y="334"/>
                    <a:pt x="410" y="323"/>
                  </a:cubicBezTo>
                  <a:cubicBezTo>
                    <a:pt x="412" y="319"/>
                    <a:pt x="412" y="319"/>
                    <a:pt x="412" y="319"/>
                  </a:cubicBezTo>
                  <a:cubicBezTo>
                    <a:pt x="414" y="316"/>
                    <a:pt x="415" y="312"/>
                    <a:pt x="416" y="309"/>
                  </a:cubicBezTo>
                  <a:cubicBezTo>
                    <a:pt x="420" y="302"/>
                    <a:pt x="421" y="301"/>
                    <a:pt x="427" y="299"/>
                  </a:cubicBezTo>
                  <a:cubicBezTo>
                    <a:pt x="434" y="297"/>
                    <a:pt x="437" y="294"/>
                    <a:pt x="444" y="289"/>
                  </a:cubicBezTo>
                  <a:cubicBezTo>
                    <a:pt x="437" y="294"/>
                    <a:pt x="433" y="294"/>
                    <a:pt x="426" y="296"/>
                  </a:cubicBezTo>
                  <a:cubicBezTo>
                    <a:pt x="423" y="297"/>
                    <a:pt x="421" y="298"/>
                    <a:pt x="419" y="300"/>
                  </a:cubicBezTo>
                  <a:cubicBezTo>
                    <a:pt x="419" y="300"/>
                    <a:pt x="419" y="298"/>
                    <a:pt x="419" y="298"/>
                  </a:cubicBezTo>
                  <a:cubicBezTo>
                    <a:pt x="420" y="292"/>
                    <a:pt x="420" y="292"/>
                    <a:pt x="420" y="292"/>
                  </a:cubicBezTo>
                  <a:cubicBezTo>
                    <a:pt x="422" y="287"/>
                    <a:pt x="425" y="284"/>
                    <a:pt x="429" y="280"/>
                  </a:cubicBezTo>
                  <a:cubicBezTo>
                    <a:pt x="433" y="275"/>
                    <a:pt x="436" y="270"/>
                    <a:pt x="437" y="262"/>
                  </a:cubicBezTo>
                  <a:cubicBezTo>
                    <a:pt x="436" y="269"/>
                    <a:pt x="431" y="273"/>
                    <a:pt x="426" y="278"/>
                  </a:cubicBezTo>
                  <a:cubicBezTo>
                    <a:pt x="423" y="282"/>
                    <a:pt x="419" y="286"/>
                    <a:pt x="417" y="291"/>
                  </a:cubicBezTo>
                  <a:cubicBezTo>
                    <a:pt x="414" y="303"/>
                    <a:pt x="414" y="303"/>
                    <a:pt x="414" y="303"/>
                  </a:cubicBezTo>
                  <a:cubicBezTo>
                    <a:pt x="414" y="304"/>
                    <a:pt x="414" y="306"/>
                    <a:pt x="413" y="308"/>
                  </a:cubicBezTo>
                  <a:cubicBezTo>
                    <a:pt x="413" y="308"/>
                    <a:pt x="413" y="309"/>
                    <a:pt x="413" y="309"/>
                  </a:cubicBezTo>
                  <a:cubicBezTo>
                    <a:pt x="412" y="312"/>
                    <a:pt x="411" y="315"/>
                    <a:pt x="410" y="318"/>
                  </a:cubicBezTo>
                  <a:cubicBezTo>
                    <a:pt x="408" y="322"/>
                    <a:pt x="408" y="322"/>
                    <a:pt x="408" y="322"/>
                  </a:cubicBezTo>
                  <a:cubicBezTo>
                    <a:pt x="402" y="332"/>
                    <a:pt x="397" y="343"/>
                    <a:pt x="394" y="355"/>
                  </a:cubicBezTo>
                  <a:cubicBezTo>
                    <a:pt x="393" y="363"/>
                    <a:pt x="394" y="371"/>
                    <a:pt x="394" y="378"/>
                  </a:cubicBezTo>
                  <a:cubicBezTo>
                    <a:pt x="394" y="382"/>
                    <a:pt x="395" y="386"/>
                    <a:pt x="395" y="390"/>
                  </a:cubicBezTo>
                  <a:cubicBezTo>
                    <a:pt x="395" y="391"/>
                    <a:pt x="393" y="392"/>
                    <a:pt x="392" y="391"/>
                  </a:cubicBezTo>
                  <a:cubicBezTo>
                    <a:pt x="387" y="390"/>
                    <a:pt x="382" y="389"/>
                    <a:pt x="376" y="387"/>
                  </a:cubicBezTo>
                  <a:cubicBezTo>
                    <a:pt x="368" y="384"/>
                    <a:pt x="360" y="381"/>
                    <a:pt x="354" y="378"/>
                  </a:cubicBezTo>
                  <a:cubicBezTo>
                    <a:pt x="353" y="378"/>
                    <a:pt x="351" y="376"/>
                    <a:pt x="351" y="375"/>
                  </a:cubicBezTo>
                  <a:cubicBezTo>
                    <a:pt x="349" y="368"/>
                    <a:pt x="353" y="360"/>
                    <a:pt x="357" y="352"/>
                  </a:cubicBezTo>
                  <a:cubicBezTo>
                    <a:pt x="360" y="346"/>
                    <a:pt x="360" y="346"/>
                    <a:pt x="360" y="346"/>
                  </a:cubicBezTo>
                  <a:cubicBezTo>
                    <a:pt x="369" y="321"/>
                    <a:pt x="369" y="321"/>
                    <a:pt x="369" y="321"/>
                  </a:cubicBezTo>
                  <a:cubicBezTo>
                    <a:pt x="378" y="297"/>
                    <a:pt x="378" y="297"/>
                    <a:pt x="378" y="297"/>
                  </a:cubicBezTo>
                  <a:cubicBezTo>
                    <a:pt x="379" y="294"/>
                    <a:pt x="381" y="292"/>
                    <a:pt x="382" y="289"/>
                  </a:cubicBezTo>
                  <a:cubicBezTo>
                    <a:pt x="385" y="287"/>
                    <a:pt x="389" y="286"/>
                    <a:pt x="393" y="285"/>
                  </a:cubicBezTo>
                  <a:cubicBezTo>
                    <a:pt x="397" y="284"/>
                    <a:pt x="402" y="283"/>
                    <a:pt x="406" y="280"/>
                  </a:cubicBezTo>
                  <a:cubicBezTo>
                    <a:pt x="413" y="274"/>
                    <a:pt x="416" y="267"/>
                    <a:pt x="418" y="259"/>
                  </a:cubicBezTo>
                  <a:cubicBezTo>
                    <a:pt x="420" y="250"/>
                    <a:pt x="420" y="250"/>
                    <a:pt x="420" y="250"/>
                  </a:cubicBezTo>
                  <a:cubicBezTo>
                    <a:pt x="417" y="259"/>
                    <a:pt x="417" y="259"/>
                    <a:pt x="417" y="259"/>
                  </a:cubicBezTo>
                  <a:cubicBezTo>
                    <a:pt x="414" y="267"/>
                    <a:pt x="410" y="272"/>
                    <a:pt x="404" y="277"/>
                  </a:cubicBezTo>
                  <a:cubicBezTo>
                    <a:pt x="401" y="280"/>
                    <a:pt x="396" y="281"/>
                    <a:pt x="392" y="282"/>
                  </a:cubicBezTo>
                  <a:cubicBezTo>
                    <a:pt x="391" y="282"/>
                    <a:pt x="390" y="283"/>
                    <a:pt x="389" y="283"/>
                  </a:cubicBezTo>
                  <a:cubicBezTo>
                    <a:pt x="388" y="283"/>
                    <a:pt x="387" y="283"/>
                    <a:pt x="388" y="282"/>
                  </a:cubicBezTo>
                  <a:cubicBezTo>
                    <a:pt x="389" y="281"/>
                    <a:pt x="389" y="281"/>
                    <a:pt x="390" y="280"/>
                  </a:cubicBezTo>
                  <a:cubicBezTo>
                    <a:pt x="394" y="276"/>
                    <a:pt x="397" y="272"/>
                    <a:pt x="400" y="267"/>
                  </a:cubicBezTo>
                  <a:cubicBezTo>
                    <a:pt x="405" y="259"/>
                    <a:pt x="409" y="243"/>
                    <a:pt x="411" y="234"/>
                  </a:cubicBezTo>
                  <a:cubicBezTo>
                    <a:pt x="409" y="243"/>
                    <a:pt x="402" y="258"/>
                    <a:pt x="397" y="266"/>
                  </a:cubicBezTo>
                  <a:cubicBezTo>
                    <a:pt x="395" y="270"/>
                    <a:pt x="391" y="274"/>
                    <a:pt x="388" y="278"/>
                  </a:cubicBezTo>
                  <a:cubicBezTo>
                    <a:pt x="385" y="281"/>
                    <a:pt x="382" y="284"/>
                    <a:pt x="380" y="287"/>
                  </a:cubicBezTo>
                  <a:cubicBezTo>
                    <a:pt x="379" y="289"/>
                    <a:pt x="377" y="292"/>
                    <a:pt x="377" y="292"/>
                  </a:cubicBezTo>
                  <a:cubicBezTo>
                    <a:pt x="376" y="293"/>
                    <a:pt x="376" y="294"/>
                    <a:pt x="375" y="296"/>
                  </a:cubicBezTo>
                  <a:cubicBezTo>
                    <a:pt x="367" y="318"/>
                    <a:pt x="367" y="318"/>
                    <a:pt x="367" y="318"/>
                  </a:cubicBezTo>
                  <a:cubicBezTo>
                    <a:pt x="367" y="318"/>
                    <a:pt x="366" y="319"/>
                    <a:pt x="366" y="318"/>
                  </a:cubicBezTo>
                  <a:cubicBezTo>
                    <a:pt x="365" y="317"/>
                    <a:pt x="365" y="315"/>
                    <a:pt x="365" y="314"/>
                  </a:cubicBezTo>
                  <a:cubicBezTo>
                    <a:pt x="364" y="310"/>
                    <a:pt x="363" y="306"/>
                    <a:pt x="364" y="301"/>
                  </a:cubicBezTo>
                  <a:cubicBezTo>
                    <a:pt x="365" y="297"/>
                    <a:pt x="365" y="297"/>
                    <a:pt x="365" y="297"/>
                  </a:cubicBezTo>
                  <a:cubicBezTo>
                    <a:pt x="366" y="295"/>
                    <a:pt x="367" y="292"/>
                    <a:pt x="367" y="289"/>
                  </a:cubicBezTo>
                  <a:cubicBezTo>
                    <a:pt x="367" y="287"/>
                    <a:pt x="367" y="285"/>
                    <a:pt x="366" y="283"/>
                  </a:cubicBezTo>
                  <a:cubicBezTo>
                    <a:pt x="364" y="278"/>
                    <a:pt x="364" y="278"/>
                    <a:pt x="364" y="278"/>
                  </a:cubicBezTo>
                  <a:cubicBezTo>
                    <a:pt x="364" y="278"/>
                    <a:pt x="366" y="287"/>
                    <a:pt x="365" y="289"/>
                  </a:cubicBezTo>
                  <a:cubicBezTo>
                    <a:pt x="365" y="291"/>
                    <a:pt x="365" y="293"/>
                    <a:pt x="364" y="295"/>
                  </a:cubicBezTo>
                  <a:cubicBezTo>
                    <a:pt x="361" y="301"/>
                    <a:pt x="361" y="301"/>
                    <a:pt x="361" y="301"/>
                  </a:cubicBezTo>
                  <a:cubicBezTo>
                    <a:pt x="360" y="306"/>
                    <a:pt x="361" y="310"/>
                    <a:pt x="362" y="315"/>
                  </a:cubicBezTo>
                  <a:cubicBezTo>
                    <a:pt x="363" y="318"/>
                    <a:pt x="364" y="322"/>
                    <a:pt x="363" y="325"/>
                  </a:cubicBezTo>
                  <a:cubicBezTo>
                    <a:pt x="363" y="328"/>
                    <a:pt x="363" y="328"/>
                    <a:pt x="363" y="328"/>
                  </a:cubicBezTo>
                  <a:cubicBezTo>
                    <a:pt x="357" y="345"/>
                    <a:pt x="357" y="345"/>
                    <a:pt x="357" y="345"/>
                  </a:cubicBezTo>
                  <a:cubicBezTo>
                    <a:pt x="354" y="351"/>
                    <a:pt x="354" y="351"/>
                    <a:pt x="354" y="351"/>
                  </a:cubicBezTo>
                  <a:cubicBezTo>
                    <a:pt x="351" y="358"/>
                    <a:pt x="347" y="366"/>
                    <a:pt x="347" y="373"/>
                  </a:cubicBezTo>
                  <a:cubicBezTo>
                    <a:pt x="347" y="374"/>
                    <a:pt x="346" y="375"/>
                    <a:pt x="345" y="375"/>
                  </a:cubicBezTo>
                  <a:cubicBezTo>
                    <a:pt x="337" y="372"/>
                    <a:pt x="330" y="368"/>
                    <a:pt x="324" y="365"/>
                  </a:cubicBezTo>
                  <a:cubicBezTo>
                    <a:pt x="323" y="365"/>
                    <a:pt x="322" y="364"/>
                    <a:pt x="322" y="364"/>
                  </a:cubicBezTo>
                  <a:cubicBezTo>
                    <a:pt x="321" y="364"/>
                    <a:pt x="320" y="362"/>
                    <a:pt x="320" y="360"/>
                  </a:cubicBezTo>
                  <a:cubicBezTo>
                    <a:pt x="322" y="355"/>
                    <a:pt x="324" y="350"/>
                    <a:pt x="327" y="346"/>
                  </a:cubicBezTo>
                  <a:cubicBezTo>
                    <a:pt x="330" y="341"/>
                    <a:pt x="333" y="335"/>
                    <a:pt x="334" y="329"/>
                  </a:cubicBezTo>
                  <a:cubicBezTo>
                    <a:pt x="336" y="320"/>
                    <a:pt x="336" y="320"/>
                    <a:pt x="336" y="320"/>
                  </a:cubicBezTo>
                  <a:cubicBezTo>
                    <a:pt x="336" y="316"/>
                    <a:pt x="336" y="313"/>
                    <a:pt x="337" y="310"/>
                  </a:cubicBezTo>
                  <a:cubicBezTo>
                    <a:pt x="338" y="306"/>
                    <a:pt x="341" y="302"/>
                    <a:pt x="344" y="299"/>
                  </a:cubicBezTo>
                  <a:cubicBezTo>
                    <a:pt x="349" y="291"/>
                    <a:pt x="349" y="291"/>
                    <a:pt x="349" y="291"/>
                  </a:cubicBezTo>
                  <a:cubicBezTo>
                    <a:pt x="351" y="287"/>
                    <a:pt x="354" y="278"/>
                    <a:pt x="354" y="277"/>
                  </a:cubicBezTo>
                  <a:cubicBezTo>
                    <a:pt x="355" y="276"/>
                    <a:pt x="355" y="275"/>
                    <a:pt x="355" y="275"/>
                  </a:cubicBezTo>
                  <a:cubicBezTo>
                    <a:pt x="358" y="269"/>
                    <a:pt x="366" y="261"/>
                    <a:pt x="372" y="256"/>
                  </a:cubicBezTo>
                  <a:cubicBezTo>
                    <a:pt x="379" y="250"/>
                    <a:pt x="379" y="250"/>
                    <a:pt x="379" y="250"/>
                  </a:cubicBezTo>
                  <a:cubicBezTo>
                    <a:pt x="379" y="250"/>
                    <a:pt x="382" y="248"/>
                    <a:pt x="382" y="248"/>
                  </a:cubicBezTo>
                  <a:cubicBezTo>
                    <a:pt x="386" y="244"/>
                    <a:pt x="386" y="244"/>
                    <a:pt x="386" y="244"/>
                  </a:cubicBezTo>
                  <a:cubicBezTo>
                    <a:pt x="387" y="243"/>
                    <a:pt x="388" y="242"/>
                    <a:pt x="388" y="240"/>
                  </a:cubicBezTo>
                  <a:cubicBezTo>
                    <a:pt x="388" y="239"/>
                    <a:pt x="389" y="237"/>
                    <a:pt x="389" y="237"/>
                  </a:cubicBezTo>
                  <a:cubicBezTo>
                    <a:pt x="391" y="235"/>
                    <a:pt x="392" y="235"/>
                    <a:pt x="394" y="235"/>
                  </a:cubicBezTo>
                  <a:cubicBezTo>
                    <a:pt x="397" y="235"/>
                    <a:pt x="400" y="234"/>
                    <a:pt x="402" y="228"/>
                  </a:cubicBezTo>
                  <a:cubicBezTo>
                    <a:pt x="400" y="232"/>
                    <a:pt x="397" y="232"/>
                    <a:pt x="394" y="232"/>
                  </a:cubicBezTo>
                  <a:cubicBezTo>
                    <a:pt x="392" y="232"/>
                    <a:pt x="389" y="233"/>
                    <a:pt x="387" y="235"/>
                  </a:cubicBezTo>
                  <a:cubicBezTo>
                    <a:pt x="386" y="236"/>
                    <a:pt x="385" y="237"/>
                    <a:pt x="385" y="239"/>
                  </a:cubicBezTo>
                  <a:cubicBezTo>
                    <a:pt x="385" y="241"/>
                    <a:pt x="384" y="242"/>
                    <a:pt x="384" y="243"/>
                  </a:cubicBezTo>
                  <a:cubicBezTo>
                    <a:pt x="380" y="246"/>
                    <a:pt x="380" y="246"/>
                    <a:pt x="380" y="246"/>
                  </a:cubicBezTo>
                  <a:cubicBezTo>
                    <a:pt x="377" y="248"/>
                    <a:pt x="377" y="248"/>
                    <a:pt x="377" y="248"/>
                  </a:cubicBezTo>
                  <a:cubicBezTo>
                    <a:pt x="370" y="254"/>
                    <a:pt x="370" y="254"/>
                    <a:pt x="370" y="254"/>
                  </a:cubicBezTo>
                  <a:cubicBezTo>
                    <a:pt x="367" y="257"/>
                    <a:pt x="363" y="260"/>
                    <a:pt x="360" y="263"/>
                  </a:cubicBezTo>
                  <a:cubicBezTo>
                    <a:pt x="359" y="264"/>
                    <a:pt x="358" y="264"/>
                    <a:pt x="359" y="263"/>
                  </a:cubicBezTo>
                  <a:cubicBezTo>
                    <a:pt x="359" y="262"/>
                    <a:pt x="359" y="261"/>
                    <a:pt x="359" y="261"/>
                  </a:cubicBezTo>
                  <a:cubicBezTo>
                    <a:pt x="362" y="252"/>
                    <a:pt x="362" y="252"/>
                    <a:pt x="362" y="252"/>
                  </a:cubicBezTo>
                  <a:cubicBezTo>
                    <a:pt x="363" y="248"/>
                    <a:pt x="365" y="245"/>
                    <a:pt x="366" y="241"/>
                  </a:cubicBezTo>
                  <a:cubicBezTo>
                    <a:pt x="370" y="234"/>
                    <a:pt x="370" y="234"/>
                    <a:pt x="370" y="234"/>
                  </a:cubicBezTo>
                  <a:cubicBezTo>
                    <a:pt x="371" y="233"/>
                    <a:pt x="371" y="232"/>
                    <a:pt x="371" y="231"/>
                  </a:cubicBezTo>
                  <a:cubicBezTo>
                    <a:pt x="373" y="227"/>
                    <a:pt x="376" y="225"/>
                    <a:pt x="379" y="223"/>
                  </a:cubicBezTo>
                  <a:cubicBezTo>
                    <a:pt x="382" y="220"/>
                    <a:pt x="385" y="218"/>
                    <a:pt x="387" y="214"/>
                  </a:cubicBezTo>
                  <a:cubicBezTo>
                    <a:pt x="390" y="211"/>
                    <a:pt x="389" y="206"/>
                    <a:pt x="390" y="202"/>
                  </a:cubicBezTo>
                  <a:cubicBezTo>
                    <a:pt x="390" y="197"/>
                    <a:pt x="392" y="191"/>
                    <a:pt x="395" y="188"/>
                  </a:cubicBezTo>
                  <a:cubicBezTo>
                    <a:pt x="391" y="191"/>
                    <a:pt x="389" y="196"/>
                    <a:pt x="388" y="202"/>
                  </a:cubicBezTo>
                  <a:cubicBezTo>
                    <a:pt x="387" y="206"/>
                    <a:pt x="387" y="210"/>
                    <a:pt x="385" y="213"/>
                  </a:cubicBezTo>
                  <a:cubicBezTo>
                    <a:pt x="383" y="216"/>
                    <a:pt x="380" y="218"/>
                    <a:pt x="377" y="220"/>
                  </a:cubicBezTo>
                  <a:cubicBezTo>
                    <a:pt x="375" y="222"/>
                    <a:pt x="374" y="223"/>
                    <a:pt x="372" y="225"/>
                  </a:cubicBezTo>
                  <a:cubicBezTo>
                    <a:pt x="372" y="224"/>
                    <a:pt x="372" y="223"/>
                    <a:pt x="373" y="222"/>
                  </a:cubicBezTo>
                  <a:cubicBezTo>
                    <a:pt x="373" y="218"/>
                    <a:pt x="372" y="213"/>
                    <a:pt x="374" y="209"/>
                  </a:cubicBezTo>
                  <a:cubicBezTo>
                    <a:pt x="372" y="214"/>
                    <a:pt x="371" y="217"/>
                    <a:pt x="371" y="222"/>
                  </a:cubicBezTo>
                  <a:cubicBezTo>
                    <a:pt x="370" y="225"/>
                    <a:pt x="369" y="227"/>
                    <a:pt x="368" y="230"/>
                  </a:cubicBezTo>
                  <a:cubicBezTo>
                    <a:pt x="368" y="230"/>
                    <a:pt x="368" y="231"/>
                    <a:pt x="368" y="231"/>
                  </a:cubicBezTo>
                  <a:cubicBezTo>
                    <a:pt x="368" y="231"/>
                    <a:pt x="368" y="232"/>
                    <a:pt x="367" y="233"/>
                  </a:cubicBezTo>
                  <a:cubicBezTo>
                    <a:pt x="364" y="240"/>
                    <a:pt x="364" y="240"/>
                    <a:pt x="364" y="240"/>
                  </a:cubicBezTo>
                  <a:cubicBezTo>
                    <a:pt x="362" y="243"/>
                    <a:pt x="360" y="247"/>
                    <a:pt x="359" y="251"/>
                  </a:cubicBezTo>
                  <a:cubicBezTo>
                    <a:pt x="359" y="251"/>
                    <a:pt x="356" y="260"/>
                    <a:pt x="356" y="260"/>
                  </a:cubicBezTo>
                  <a:cubicBezTo>
                    <a:pt x="355" y="265"/>
                    <a:pt x="354" y="269"/>
                    <a:pt x="353" y="273"/>
                  </a:cubicBezTo>
                  <a:cubicBezTo>
                    <a:pt x="352" y="274"/>
                    <a:pt x="352" y="275"/>
                    <a:pt x="352" y="276"/>
                  </a:cubicBezTo>
                  <a:cubicBezTo>
                    <a:pt x="350" y="281"/>
                    <a:pt x="348" y="285"/>
                    <a:pt x="346" y="290"/>
                  </a:cubicBezTo>
                  <a:cubicBezTo>
                    <a:pt x="341" y="297"/>
                    <a:pt x="341" y="297"/>
                    <a:pt x="341" y="297"/>
                  </a:cubicBezTo>
                  <a:cubicBezTo>
                    <a:pt x="338" y="301"/>
                    <a:pt x="336" y="305"/>
                    <a:pt x="334" y="309"/>
                  </a:cubicBezTo>
                  <a:cubicBezTo>
                    <a:pt x="333" y="312"/>
                    <a:pt x="333" y="316"/>
                    <a:pt x="333" y="320"/>
                  </a:cubicBezTo>
                  <a:cubicBezTo>
                    <a:pt x="332" y="328"/>
                    <a:pt x="332" y="328"/>
                    <a:pt x="332" y="328"/>
                  </a:cubicBezTo>
                  <a:cubicBezTo>
                    <a:pt x="330" y="334"/>
                    <a:pt x="327" y="339"/>
                    <a:pt x="324" y="344"/>
                  </a:cubicBezTo>
                  <a:cubicBezTo>
                    <a:pt x="321" y="349"/>
                    <a:pt x="319" y="353"/>
                    <a:pt x="317" y="359"/>
                  </a:cubicBezTo>
                  <a:cubicBezTo>
                    <a:pt x="317" y="360"/>
                    <a:pt x="315" y="361"/>
                    <a:pt x="315" y="361"/>
                  </a:cubicBezTo>
                  <a:cubicBezTo>
                    <a:pt x="306" y="357"/>
                    <a:pt x="298" y="353"/>
                    <a:pt x="290" y="351"/>
                  </a:cubicBezTo>
                  <a:cubicBezTo>
                    <a:pt x="290" y="351"/>
                    <a:pt x="290" y="351"/>
                    <a:pt x="290" y="351"/>
                  </a:cubicBezTo>
                  <a:cubicBezTo>
                    <a:pt x="289" y="350"/>
                    <a:pt x="288" y="350"/>
                    <a:pt x="287" y="350"/>
                  </a:cubicBezTo>
                  <a:cubicBezTo>
                    <a:pt x="286" y="350"/>
                    <a:pt x="285" y="349"/>
                    <a:pt x="286" y="346"/>
                  </a:cubicBezTo>
                  <a:cubicBezTo>
                    <a:pt x="288" y="342"/>
                    <a:pt x="288" y="337"/>
                    <a:pt x="289" y="332"/>
                  </a:cubicBezTo>
                  <a:cubicBezTo>
                    <a:pt x="290" y="325"/>
                    <a:pt x="291" y="318"/>
                    <a:pt x="294" y="312"/>
                  </a:cubicBezTo>
                  <a:cubicBezTo>
                    <a:pt x="297" y="308"/>
                    <a:pt x="297" y="308"/>
                    <a:pt x="297" y="308"/>
                  </a:cubicBezTo>
                  <a:cubicBezTo>
                    <a:pt x="300" y="303"/>
                    <a:pt x="303" y="299"/>
                    <a:pt x="304" y="294"/>
                  </a:cubicBezTo>
                  <a:cubicBezTo>
                    <a:pt x="305" y="290"/>
                    <a:pt x="305" y="286"/>
                    <a:pt x="305" y="282"/>
                  </a:cubicBezTo>
                  <a:cubicBezTo>
                    <a:pt x="305" y="277"/>
                    <a:pt x="305" y="273"/>
                    <a:pt x="307" y="269"/>
                  </a:cubicBezTo>
                  <a:cubicBezTo>
                    <a:pt x="309" y="265"/>
                    <a:pt x="311" y="264"/>
                    <a:pt x="313" y="262"/>
                  </a:cubicBezTo>
                  <a:cubicBezTo>
                    <a:pt x="315" y="261"/>
                    <a:pt x="322" y="255"/>
                    <a:pt x="323" y="254"/>
                  </a:cubicBezTo>
                  <a:cubicBezTo>
                    <a:pt x="327" y="250"/>
                    <a:pt x="331" y="246"/>
                    <a:pt x="333" y="242"/>
                  </a:cubicBezTo>
                  <a:cubicBezTo>
                    <a:pt x="335" y="239"/>
                    <a:pt x="336" y="236"/>
                    <a:pt x="337" y="233"/>
                  </a:cubicBezTo>
                  <a:cubicBezTo>
                    <a:pt x="338" y="230"/>
                    <a:pt x="339" y="228"/>
                    <a:pt x="340" y="225"/>
                  </a:cubicBezTo>
                  <a:cubicBezTo>
                    <a:pt x="342" y="222"/>
                    <a:pt x="345" y="220"/>
                    <a:pt x="348" y="218"/>
                  </a:cubicBezTo>
                  <a:cubicBezTo>
                    <a:pt x="351" y="217"/>
                    <a:pt x="353" y="215"/>
                    <a:pt x="355" y="213"/>
                  </a:cubicBezTo>
                  <a:cubicBezTo>
                    <a:pt x="358" y="209"/>
                    <a:pt x="361" y="198"/>
                    <a:pt x="361" y="198"/>
                  </a:cubicBezTo>
                  <a:cubicBezTo>
                    <a:pt x="361" y="198"/>
                    <a:pt x="356" y="208"/>
                    <a:pt x="353" y="211"/>
                  </a:cubicBezTo>
                  <a:cubicBezTo>
                    <a:pt x="352" y="213"/>
                    <a:pt x="349" y="215"/>
                    <a:pt x="347" y="216"/>
                  </a:cubicBezTo>
                  <a:cubicBezTo>
                    <a:pt x="344" y="219"/>
                    <a:pt x="340" y="220"/>
                    <a:pt x="338" y="224"/>
                  </a:cubicBezTo>
                  <a:cubicBezTo>
                    <a:pt x="336" y="226"/>
                    <a:pt x="335" y="229"/>
                    <a:pt x="334" y="232"/>
                  </a:cubicBezTo>
                  <a:cubicBezTo>
                    <a:pt x="333" y="235"/>
                    <a:pt x="332" y="238"/>
                    <a:pt x="331" y="241"/>
                  </a:cubicBezTo>
                  <a:cubicBezTo>
                    <a:pt x="329" y="243"/>
                    <a:pt x="328" y="245"/>
                    <a:pt x="326" y="247"/>
                  </a:cubicBezTo>
                  <a:cubicBezTo>
                    <a:pt x="325" y="248"/>
                    <a:pt x="325" y="247"/>
                    <a:pt x="325" y="246"/>
                  </a:cubicBezTo>
                  <a:cubicBezTo>
                    <a:pt x="326" y="244"/>
                    <a:pt x="326" y="242"/>
                    <a:pt x="327" y="240"/>
                  </a:cubicBezTo>
                  <a:cubicBezTo>
                    <a:pt x="329" y="232"/>
                    <a:pt x="329" y="232"/>
                    <a:pt x="329" y="232"/>
                  </a:cubicBezTo>
                  <a:cubicBezTo>
                    <a:pt x="332" y="225"/>
                    <a:pt x="332" y="225"/>
                    <a:pt x="332" y="225"/>
                  </a:cubicBezTo>
                  <a:cubicBezTo>
                    <a:pt x="335" y="220"/>
                    <a:pt x="337" y="216"/>
                    <a:pt x="337" y="212"/>
                  </a:cubicBezTo>
                  <a:cubicBezTo>
                    <a:pt x="338" y="207"/>
                    <a:pt x="338" y="202"/>
                    <a:pt x="338" y="198"/>
                  </a:cubicBezTo>
                  <a:cubicBezTo>
                    <a:pt x="337" y="191"/>
                    <a:pt x="336" y="185"/>
                    <a:pt x="338" y="177"/>
                  </a:cubicBezTo>
                  <a:cubicBezTo>
                    <a:pt x="335" y="185"/>
                    <a:pt x="334" y="192"/>
                    <a:pt x="335" y="198"/>
                  </a:cubicBezTo>
                  <a:cubicBezTo>
                    <a:pt x="335" y="202"/>
                    <a:pt x="335" y="206"/>
                    <a:pt x="334" y="211"/>
                  </a:cubicBezTo>
                  <a:cubicBezTo>
                    <a:pt x="334" y="215"/>
                    <a:pt x="332" y="219"/>
                    <a:pt x="330" y="224"/>
                  </a:cubicBezTo>
                  <a:cubicBezTo>
                    <a:pt x="326" y="231"/>
                    <a:pt x="326" y="231"/>
                    <a:pt x="326" y="231"/>
                  </a:cubicBezTo>
                  <a:cubicBezTo>
                    <a:pt x="324" y="239"/>
                    <a:pt x="324" y="239"/>
                    <a:pt x="324" y="239"/>
                  </a:cubicBezTo>
                  <a:cubicBezTo>
                    <a:pt x="322" y="245"/>
                    <a:pt x="321" y="251"/>
                    <a:pt x="317" y="255"/>
                  </a:cubicBezTo>
                  <a:cubicBezTo>
                    <a:pt x="317" y="255"/>
                    <a:pt x="317" y="255"/>
                    <a:pt x="317" y="255"/>
                  </a:cubicBezTo>
                  <a:cubicBezTo>
                    <a:pt x="317" y="255"/>
                    <a:pt x="317" y="255"/>
                    <a:pt x="317" y="255"/>
                  </a:cubicBezTo>
                  <a:cubicBezTo>
                    <a:pt x="317" y="255"/>
                    <a:pt x="317" y="255"/>
                    <a:pt x="317" y="256"/>
                  </a:cubicBezTo>
                  <a:cubicBezTo>
                    <a:pt x="315" y="257"/>
                    <a:pt x="313" y="259"/>
                    <a:pt x="312" y="260"/>
                  </a:cubicBezTo>
                  <a:cubicBezTo>
                    <a:pt x="309" y="262"/>
                    <a:pt x="306" y="263"/>
                    <a:pt x="304" y="268"/>
                  </a:cubicBezTo>
                  <a:cubicBezTo>
                    <a:pt x="302" y="272"/>
                    <a:pt x="302" y="277"/>
                    <a:pt x="302" y="282"/>
                  </a:cubicBezTo>
                  <a:cubicBezTo>
                    <a:pt x="302" y="286"/>
                    <a:pt x="302" y="290"/>
                    <a:pt x="301" y="293"/>
                  </a:cubicBezTo>
                  <a:cubicBezTo>
                    <a:pt x="300" y="298"/>
                    <a:pt x="297" y="302"/>
                    <a:pt x="295" y="306"/>
                  </a:cubicBezTo>
                  <a:cubicBezTo>
                    <a:pt x="292" y="311"/>
                    <a:pt x="292" y="311"/>
                    <a:pt x="292" y="311"/>
                  </a:cubicBezTo>
                  <a:cubicBezTo>
                    <a:pt x="288" y="317"/>
                    <a:pt x="287" y="325"/>
                    <a:pt x="286" y="332"/>
                  </a:cubicBezTo>
                  <a:cubicBezTo>
                    <a:pt x="285" y="337"/>
                    <a:pt x="285" y="342"/>
                    <a:pt x="283" y="346"/>
                  </a:cubicBezTo>
                  <a:cubicBezTo>
                    <a:pt x="282" y="349"/>
                    <a:pt x="280" y="348"/>
                    <a:pt x="278" y="348"/>
                  </a:cubicBezTo>
                  <a:cubicBezTo>
                    <a:pt x="271" y="346"/>
                    <a:pt x="263" y="345"/>
                    <a:pt x="255" y="345"/>
                  </a:cubicBezTo>
                  <a:cubicBezTo>
                    <a:pt x="253" y="345"/>
                    <a:pt x="253" y="345"/>
                    <a:pt x="253" y="345"/>
                  </a:cubicBezTo>
                  <a:cubicBezTo>
                    <a:pt x="232" y="344"/>
                    <a:pt x="222" y="343"/>
                    <a:pt x="218" y="337"/>
                  </a:cubicBezTo>
                  <a:cubicBezTo>
                    <a:pt x="213" y="331"/>
                    <a:pt x="214" y="322"/>
                    <a:pt x="215" y="297"/>
                  </a:cubicBezTo>
                  <a:cubicBezTo>
                    <a:pt x="215" y="294"/>
                    <a:pt x="215" y="294"/>
                    <a:pt x="215" y="294"/>
                  </a:cubicBezTo>
                  <a:cubicBezTo>
                    <a:pt x="215" y="276"/>
                    <a:pt x="216" y="273"/>
                    <a:pt x="219" y="260"/>
                  </a:cubicBezTo>
                  <a:cubicBezTo>
                    <a:pt x="221" y="250"/>
                    <a:pt x="221" y="250"/>
                    <a:pt x="221" y="250"/>
                  </a:cubicBezTo>
                  <a:cubicBezTo>
                    <a:pt x="227" y="217"/>
                    <a:pt x="228" y="166"/>
                    <a:pt x="228" y="142"/>
                  </a:cubicBezTo>
                  <a:cubicBezTo>
                    <a:pt x="228" y="142"/>
                    <a:pt x="225" y="151"/>
                    <a:pt x="225" y="157"/>
                  </a:cubicBezTo>
                  <a:cubicBezTo>
                    <a:pt x="224" y="169"/>
                    <a:pt x="224" y="184"/>
                    <a:pt x="222" y="200"/>
                  </a:cubicBezTo>
                  <a:cubicBezTo>
                    <a:pt x="222" y="190"/>
                    <a:pt x="221" y="182"/>
                    <a:pt x="219" y="178"/>
                  </a:cubicBezTo>
                  <a:cubicBezTo>
                    <a:pt x="218" y="185"/>
                    <a:pt x="218" y="185"/>
                    <a:pt x="218" y="185"/>
                  </a:cubicBezTo>
                  <a:cubicBezTo>
                    <a:pt x="219" y="193"/>
                    <a:pt x="220" y="211"/>
                    <a:pt x="219" y="229"/>
                  </a:cubicBezTo>
                  <a:cubicBezTo>
                    <a:pt x="218" y="236"/>
                    <a:pt x="217" y="243"/>
                    <a:pt x="216" y="249"/>
                  </a:cubicBezTo>
                  <a:cubicBezTo>
                    <a:pt x="214" y="259"/>
                    <a:pt x="214" y="259"/>
                    <a:pt x="214" y="259"/>
                  </a:cubicBezTo>
                  <a:cubicBezTo>
                    <a:pt x="211" y="272"/>
                    <a:pt x="211" y="275"/>
                    <a:pt x="210" y="293"/>
                  </a:cubicBezTo>
                  <a:cubicBezTo>
                    <a:pt x="210" y="297"/>
                    <a:pt x="210" y="297"/>
                    <a:pt x="210" y="297"/>
                  </a:cubicBezTo>
                  <a:cubicBezTo>
                    <a:pt x="208" y="347"/>
                    <a:pt x="209" y="348"/>
                    <a:pt x="253" y="350"/>
                  </a:cubicBezTo>
                  <a:cubicBezTo>
                    <a:pt x="255" y="350"/>
                    <a:pt x="255" y="350"/>
                    <a:pt x="255" y="350"/>
                  </a:cubicBezTo>
                  <a:cubicBezTo>
                    <a:pt x="263" y="351"/>
                    <a:pt x="270" y="352"/>
                    <a:pt x="277" y="353"/>
                  </a:cubicBezTo>
                  <a:cubicBezTo>
                    <a:pt x="274" y="353"/>
                    <a:pt x="271" y="353"/>
                    <a:pt x="269" y="353"/>
                  </a:cubicBezTo>
                  <a:cubicBezTo>
                    <a:pt x="252" y="354"/>
                    <a:pt x="236" y="354"/>
                    <a:pt x="218" y="347"/>
                  </a:cubicBezTo>
                  <a:cubicBezTo>
                    <a:pt x="214" y="345"/>
                    <a:pt x="211" y="344"/>
                    <a:pt x="207" y="343"/>
                  </a:cubicBezTo>
                  <a:cubicBezTo>
                    <a:pt x="200" y="339"/>
                    <a:pt x="198" y="336"/>
                    <a:pt x="200" y="332"/>
                  </a:cubicBezTo>
                  <a:cubicBezTo>
                    <a:pt x="202" y="328"/>
                    <a:pt x="204" y="323"/>
                    <a:pt x="205" y="315"/>
                  </a:cubicBezTo>
                  <a:cubicBezTo>
                    <a:pt x="206" y="306"/>
                    <a:pt x="206" y="299"/>
                    <a:pt x="207" y="292"/>
                  </a:cubicBezTo>
                  <a:cubicBezTo>
                    <a:pt x="207" y="284"/>
                    <a:pt x="208" y="275"/>
                    <a:pt x="211" y="264"/>
                  </a:cubicBezTo>
                  <a:cubicBezTo>
                    <a:pt x="215" y="246"/>
                    <a:pt x="217" y="222"/>
                    <a:pt x="212" y="215"/>
                  </a:cubicBezTo>
                  <a:cubicBezTo>
                    <a:pt x="209" y="219"/>
                    <a:pt x="209" y="219"/>
                    <a:pt x="209" y="219"/>
                  </a:cubicBezTo>
                  <a:cubicBezTo>
                    <a:pt x="212" y="224"/>
                    <a:pt x="212" y="242"/>
                    <a:pt x="207" y="263"/>
                  </a:cubicBezTo>
                  <a:cubicBezTo>
                    <a:pt x="204" y="275"/>
                    <a:pt x="203" y="283"/>
                    <a:pt x="203" y="292"/>
                  </a:cubicBezTo>
                  <a:cubicBezTo>
                    <a:pt x="202" y="299"/>
                    <a:pt x="202" y="306"/>
                    <a:pt x="201" y="314"/>
                  </a:cubicBezTo>
                  <a:cubicBezTo>
                    <a:pt x="201" y="316"/>
                    <a:pt x="200" y="317"/>
                    <a:pt x="200" y="319"/>
                  </a:cubicBezTo>
                  <a:cubicBezTo>
                    <a:pt x="198" y="321"/>
                    <a:pt x="195" y="324"/>
                    <a:pt x="193" y="325"/>
                  </a:cubicBezTo>
                  <a:cubicBezTo>
                    <a:pt x="190" y="327"/>
                    <a:pt x="185" y="330"/>
                    <a:pt x="179" y="330"/>
                  </a:cubicBezTo>
                  <a:cubicBezTo>
                    <a:pt x="166" y="330"/>
                    <a:pt x="158" y="330"/>
                    <a:pt x="140" y="322"/>
                  </a:cubicBezTo>
                  <a:cubicBezTo>
                    <a:pt x="122" y="315"/>
                    <a:pt x="84" y="299"/>
                    <a:pt x="53" y="302"/>
                  </a:cubicBezTo>
                  <a:cubicBezTo>
                    <a:pt x="26" y="305"/>
                    <a:pt x="13" y="284"/>
                    <a:pt x="7" y="267"/>
                  </a:cubicBezTo>
                  <a:cubicBezTo>
                    <a:pt x="3" y="252"/>
                    <a:pt x="3" y="235"/>
                    <a:pt x="10" y="206"/>
                  </a:cubicBezTo>
                  <a:cubicBezTo>
                    <a:pt x="11" y="202"/>
                    <a:pt x="12" y="198"/>
                    <a:pt x="13" y="195"/>
                  </a:cubicBezTo>
                  <a:cubicBezTo>
                    <a:pt x="13" y="194"/>
                    <a:pt x="14" y="193"/>
                    <a:pt x="15" y="193"/>
                  </a:cubicBezTo>
                  <a:cubicBezTo>
                    <a:pt x="21" y="199"/>
                    <a:pt x="28" y="199"/>
                    <a:pt x="38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52" y="199"/>
                    <a:pt x="60" y="200"/>
                    <a:pt x="70" y="209"/>
                  </a:cubicBezTo>
                  <a:cubicBezTo>
                    <a:pt x="76" y="214"/>
                    <a:pt x="78" y="220"/>
                    <a:pt x="79" y="224"/>
                  </a:cubicBezTo>
                  <a:cubicBezTo>
                    <a:pt x="81" y="227"/>
                    <a:pt x="83" y="232"/>
                    <a:pt x="86" y="234"/>
                  </a:cubicBezTo>
                  <a:cubicBezTo>
                    <a:pt x="85" y="230"/>
                    <a:pt x="85" y="230"/>
                    <a:pt x="85" y="230"/>
                  </a:cubicBezTo>
                  <a:cubicBezTo>
                    <a:pt x="84" y="229"/>
                    <a:pt x="83" y="226"/>
                    <a:pt x="82" y="223"/>
                  </a:cubicBezTo>
                  <a:cubicBezTo>
                    <a:pt x="81" y="219"/>
                    <a:pt x="78" y="213"/>
                    <a:pt x="72" y="207"/>
                  </a:cubicBezTo>
                  <a:cubicBezTo>
                    <a:pt x="61" y="198"/>
                    <a:pt x="52" y="196"/>
                    <a:pt x="41" y="196"/>
                  </a:cubicBezTo>
                  <a:cubicBezTo>
                    <a:pt x="38" y="196"/>
                    <a:pt x="38" y="196"/>
                    <a:pt x="38" y="196"/>
                  </a:cubicBezTo>
                  <a:cubicBezTo>
                    <a:pt x="27" y="196"/>
                    <a:pt x="21" y="196"/>
                    <a:pt x="16" y="190"/>
                  </a:cubicBezTo>
                  <a:cubicBezTo>
                    <a:pt x="15" y="189"/>
                    <a:pt x="14" y="186"/>
                    <a:pt x="15" y="185"/>
                  </a:cubicBezTo>
                  <a:cubicBezTo>
                    <a:pt x="15" y="179"/>
                    <a:pt x="16" y="174"/>
                    <a:pt x="16" y="168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7" y="134"/>
                    <a:pt x="22" y="118"/>
                    <a:pt x="35" y="100"/>
                  </a:cubicBezTo>
                  <a:cubicBezTo>
                    <a:pt x="38" y="94"/>
                    <a:pt x="41" y="86"/>
                    <a:pt x="43" y="78"/>
                  </a:cubicBezTo>
                  <a:cubicBezTo>
                    <a:pt x="43" y="78"/>
                    <a:pt x="44" y="78"/>
                    <a:pt x="45" y="78"/>
                  </a:cubicBezTo>
                  <a:cubicBezTo>
                    <a:pt x="47" y="81"/>
                    <a:pt x="50" y="81"/>
                    <a:pt x="54" y="82"/>
                  </a:cubicBezTo>
                  <a:cubicBezTo>
                    <a:pt x="57" y="82"/>
                    <a:pt x="62" y="83"/>
                    <a:pt x="66" y="85"/>
                  </a:cubicBezTo>
                  <a:cubicBezTo>
                    <a:pt x="67" y="85"/>
                    <a:pt x="76" y="87"/>
                    <a:pt x="76" y="87"/>
                  </a:cubicBezTo>
                  <a:cubicBezTo>
                    <a:pt x="83" y="89"/>
                    <a:pt x="87" y="90"/>
                    <a:pt x="93" y="95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10" y="104"/>
                    <a:pt x="117" y="108"/>
                    <a:pt x="120" y="112"/>
                  </a:cubicBezTo>
                  <a:cubicBezTo>
                    <a:pt x="122" y="116"/>
                    <a:pt x="123" y="121"/>
                    <a:pt x="124" y="126"/>
                  </a:cubicBezTo>
                  <a:cubicBezTo>
                    <a:pt x="125" y="131"/>
                    <a:pt x="129" y="144"/>
                    <a:pt x="129" y="144"/>
                  </a:cubicBezTo>
                  <a:cubicBezTo>
                    <a:pt x="129" y="148"/>
                    <a:pt x="131" y="151"/>
                    <a:pt x="131" y="153"/>
                  </a:cubicBezTo>
                  <a:cubicBezTo>
                    <a:pt x="132" y="155"/>
                    <a:pt x="132" y="155"/>
                    <a:pt x="132" y="155"/>
                  </a:cubicBezTo>
                  <a:cubicBezTo>
                    <a:pt x="130" y="144"/>
                    <a:pt x="130" y="144"/>
                    <a:pt x="130" y="144"/>
                  </a:cubicBezTo>
                  <a:cubicBezTo>
                    <a:pt x="128" y="137"/>
                    <a:pt x="127" y="129"/>
                    <a:pt x="126" y="124"/>
                  </a:cubicBezTo>
                  <a:cubicBezTo>
                    <a:pt x="126" y="123"/>
                    <a:pt x="126" y="121"/>
                    <a:pt x="125" y="120"/>
                  </a:cubicBezTo>
                  <a:cubicBezTo>
                    <a:pt x="125" y="119"/>
                    <a:pt x="126" y="118"/>
                    <a:pt x="126" y="119"/>
                  </a:cubicBezTo>
                  <a:cubicBezTo>
                    <a:pt x="129" y="119"/>
                    <a:pt x="131" y="117"/>
                    <a:pt x="134" y="114"/>
                  </a:cubicBezTo>
                  <a:cubicBezTo>
                    <a:pt x="138" y="110"/>
                    <a:pt x="138" y="110"/>
                    <a:pt x="138" y="110"/>
                  </a:cubicBezTo>
                  <a:cubicBezTo>
                    <a:pt x="137" y="111"/>
                    <a:pt x="137" y="111"/>
                    <a:pt x="137" y="111"/>
                  </a:cubicBezTo>
                  <a:cubicBezTo>
                    <a:pt x="134" y="113"/>
                    <a:pt x="134" y="113"/>
                    <a:pt x="134" y="113"/>
                  </a:cubicBezTo>
                  <a:cubicBezTo>
                    <a:pt x="131" y="115"/>
                    <a:pt x="128" y="116"/>
                    <a:pt x="127" y="116"/>
                  </a:cubicBezTo>
                  <a:cubicBezTo>
                    <a:pt x="126" y="115"/>
                    <a:pt x="124" y="114"/>
                    <a:pt x="122" y="111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19" y="106"/>
                    <a:pt x="112" y="102"/>
                    <a:pt x="105" y="98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88" y="88"/>
                    <a:pt x="83" y="86"/>
                    <a:pt x="76" y="85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3" y="80"/>
                    <a:pt x="59" y="79"/>
                    <a:pt x="55" y="78"/>
                  </a:cubicBezTo>
                  <a:cubicBezTo>
                    <a:pt x="49" y="77"/>
                    <a:pt x="44" y="75"/>
                    <a:pt x="46" y="68"/>
                  </a:cubicBezTo>
                  <a:cubicBezTo>
                    <a:pt x="46" y="64"/>
                    <a:pt x="46" y="55"/>
                    <a:pt x="47" y="51"/>
                  </a:cubicBezTo>
                  <a:cubicBezTo>
                    <a:pt x="48" y="44"/>
                    <a:pt x="49" y="39"/>
                    <a:pt x="50" y="36"/>
                  </a:cubicBezTo>
                  <a:cubicBezTo>
                    <a:pt x="48" y="40"/>
                    <a:pt x="46" y="46"/>
                    <a:pt x="44" y="54"/>
                  </a:cubicBezTo>
                  <a:cubicBezTo>
                    <a:pt x="42" y="69"/>
                    <a:pt x="38" y="87"/>
                    <a:pt x="31" y="97"/>
                  </a:cubicBezTo>
                  <a:cubicBezTo>
                    <a:pt x="19" y="116"/>
                    <a:pt x="13" y="133"/>
                    <a:pt x="12" y="154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1" y="178"/>
                    <a:pt x="11" y="185"/>
                    <a:pt x="7" y="205"/>
                  </a:cubicBezTo>
                  <a:cubicBezTo>
                    <a:pt x="1" y="235"/>
                    <a:pt x="0" y="252"/>
                    <a:pt x="5" y="268"/>
                  </a:cubicBezTo>
                  <a:cubicBezTo>
                    <a:pt x="11" y="287"/>
                    <a:pt x="25" y="311"/>
                    <a:pt x="55" y="308"/>
                  </a:cubicBezTo>
                  <a:cubicBezTo>
                    <a:pt x="60" y="307"/>
                    <a:pt x="59" y="309"/>
                    <a:pt x="56" y="309"/>
                  </a:cubicBezTo>
                  <a:cubicBezTo>
                    <a:pt x="46" y="311"/>
                    <a:pt x="38" y="316"/>
                    <a:pt x="30" y="328"/>
                  </a:cubicBezTo>
                  <a:cubicBezTo>
                    <a:pt x="21" y="347"/>
                    <a:pt x="24" y="362"/>
                    <a:pt x="28" y="385"/>
                  </a:cubicBezTo>
                  <a:cubicBezTo>
                    <a:pt x="30" y="396"/>
                    <a:pt x="30" y="396"/>
                    <a:pt x="30" y="396"/>
                  </a:cubicBezTo>
                  <a:cubicBezTo>
                    <a:pt x="33" y="413"/>
                    <a:pt x="37" y="423"/>
                    <a:pt x="40" y="432"/>
                  </a:cubicBezTo>
                  <a:cubicBezTo>
                    <a:pt x="43" y="437"/>
                    <a:pt x="45" y="443"/>
                    <a:pt x="46" y="448"/>
                  </a:cubicBezTo>
                  <a:cubicBezTo>
                    <a:pt x="47" y="455"/>
                    <a:pt x="47" y="455"/>
                    <a:pt x="47" y="455"/>
                  </a:cubicBezTo>
                  <a:cubicBezTo>
                    <a:pt x="47" y="465"/>
                    <a:pt x="50" y="472"/>
                    <a:pt x="63" y="478"/>
                  </a:cubicBezTo>
                  <a:cubicBezTo>
                    <a:pt x="63" y="478"/>
                    <a:pt x="63" y="478"/>
                    <a:pt x="63" y="478"/>
                  </a:cubicBezTo>
                  <a:cubicBezTo>
                    <a:pt x="52" y="473"/>
                    <a:pt x="49" y="466"/>
                    <a:pt x="49" y="456"/>
                  </a:cubicBezTo>
                  <a:cubicBezTo>
                    <a:pt x="48" y="448"/>
                    <a:pt x="48" y="448"/>
                    <a:pt x="48" y="448"/>
                  </a:cubicBezTo>
                  <a:cubicBezTo>
                    <a:pt x="47" y="443"/>
                    <a:pt x="45" y="438"/>
                    <a:pt x="43" y="432"/>
                  </a:cubicBezTo>
                  <a:cubicBezTo>
                    <a:pt x="40" y="423"/>
                    <a:pt x="36" y="413"/>
                    <a:pt x="33" y="396"/>
                  </a:cubicBezTo>
                  <a:cubicBezTo>
                    <a:pt x="31" y="385"/>
                    <a:pt x="31" y="385"/>
                    <a:pt x="31" y="385"/>
                  </a:cubicBezTo>
                  <a:cubicBezTo>
                    <a:pt x="27" y="363"/>
                    <a:pt x="25" y="350"/>
                    <a:pt x="33" y="332"/>
                  </a:cubicBezTo>
                  <a:cubicBezTo>
                    <a:pt x="42" y="318"/>
                    <a:pt x="53" y="314"/>
                    <a:pt x="65" y="313"/>
                  </a:cubicBezTo>
                  <a:cubicBezTo>
                    <a:pt x="84" y="312"/>
                    <a:pt x="107" y="318"/>
                    <a:pt x="124" y="325"/>
                  </a:cubicBezTo>
                  <a:cubicBezTo>
                    <a:pt x="132" y="328"/>
                    <a:pt x="139" y="332"/>
                    <a:pt x="144" y="334"/>
                  </a:cubicBezTo>
                  <a:cubicBezTo>
                    <a:pt x="156" y="337"/>
                    <a:pt x="165" y="338"/>
                    <a:pt x="174" y="339"/>
                  </a:cubicBezTo>
                  <a:cubicBezTo>
                    <a:pt x="186" y="342"/>
                    <a:pt x="197" y="344"/>
                    <a:pt x="215" y="351"/>
                  </a:cubicBezTo>
                  <a:cubicBezTo>
                    <a:pt x="234" y="359"/>
                    <a:pt x="254" y="360"/>
                    <a:pt x="270" y="360"/>
                  </a:cubicBezTo>
                  <a:cubicBezTo>
                    <a:pt x="278" y="359"/>
                    <a:pt x="285" y="360"/>
                    <a:pt x="292" y="361"/>
                  </a:cubicBezTo>
                  <a:cubicBezTo>
                    <a:pt x="302" y="364"/>
                    <a:pt x="307" y="368"/>
                    <a:pt x="318" y="373"/>
                  </a:cubicBezTo>
                  <a:cubicBezTo>
                    <a:pt x="333" y="380"/>
                    <a:pt x="349" y="388"/>
                    <a:pt x="372" y="396"/>
                  </a:cubicBezTo>
                  <a:cubicBezTo>
                    <a:pt x="392" y="402"/>
                    <a:pt x="405" y="406"/>
                    <a:pt x="414" y="408"/>
                  </a:cubicBezTo>
                  <a:cubicBezTo>
                    <a:pt x="433" y="412"/>
                    <a:pt x="439" y="416"/>
                    <a:pt x="444" y="433"/>
                  </a:cubicBezTo>
                  <a:cubicBezTo>
                    <a:pt x="446" y="443"/>
                    <a:pt x="447" y="445"/>
                    <a:pt x="448" y="456"/>
                  </a:cubicBezTo>
                  <a:cubicBezTo>
                    <a:pt x="449" y="454"/>
                    <a:pt x="453" y="452"/>
                    <a:pt x="458" y="451"/>
                  </a:cubicBezTo>
                  <a:cubicBezTo>
                    <a:pt x="463" y="450"/>
                    <a:pt x="468" y="452"/>
                    <a:pt x="469" y="454"/>
                  </a:cubicBezTo>
                  <a:cubicBezTo>
                    <a:pt x="469" y="446"/>
                    <a:pt x="469" y="437"/>
                    <a:pt x="469" y="434"/>
                  </a:cubicBezTo>
                  <a:cubicBezTo>
                    <a:pt x="469" y="416"/>
                    <a:pt x="470" y="410"/>
                    <a:pt x="500" y="409"/>
                  </a:cubicBezTo>
                  <a:cubicBezTo>
                    <a:pt x="528" y="410"/>
                    <a:pt x="528" y="424"/>
                    <a:pt x="529" y="435"/>
                  </a:cubicBezTo>
                  <a:cubicBezTo>
                    <a:pt x="529" y="438"/>
                    <a:pt x="530" y="445"/>
                    <a:pt x="530" y="454"/>
                  </a:cubicBezTo>
                  <a:cubicBezTo>
                    <a:pt x="531" y="451"/>
                    <a:pt x="536" y="450"/>
                    <a:pt x="542" y="450"/>
                  </a:cubicBezTo>
                  <a:cubicBezTo>
                    <a:pt x="547" y="451"/>
                    <a:pt x="551" y="454"/>
                    <a:pt x="552" y="456"/>
                  </a:cubicBezTo>
                  <a:cubicBezTo>
                    <a:pt x="552" y="443"/>
                    <a:pt x="552" y="435"/>
                    <a:pt x="557" y="426"/>
                  </a:cubicBezTo>
                  <a:cubicBezTo>
                    <a:pt x="565" y="410"/>
                    <a:pt x="567" y="412"/>
                    <a:pt x="585" y="408"/>
                  </a:cubicBezTo>
                  <a:cubicBezTo>
                    <a:pt x="594" y="406"/>
                    <a:pt x="607" y="402"/>
                    <a:pt x="628" y="396"/>
                  </a:cubicBezTo>
                  <a:cubicBezTo>
                    <a:pt x="650" y="389"/>
                    <a:pt x="666" y="380"/>
                    <a:pt x="681" y="373"/>
                  </a:cubicBezTo>
                  <a:cubicBezTo>
                    <a:pt x="690" y="369"/>
                    <a:pt x="706" y="362"/>
                    <a:pt x="718" y="360"/>
                  </a:cubicBezTo>
                  <a:cubicBezTo>
                    <a:pt x="731" y="358"/>
                    <a:pt x="740" y="356"/>
                    <a:pt x="747" y="356"/>
                  </a:cubicBezTo>
                  <a:cubicBezTo>
                    <a:pt x="759" y="356"/>
                    <a:pt x="768" y="356"/>
                    <a:pt x="784" y="350"/>
                  </a:cubicBezTo>
                  <a:cubicBezTo>
                    <a:pt x="810" y="340"/>
                    <a:pt x="824" y="341"/>
                    <a:pt x="848" y="344"/>
                  </a:cubicBezTo>
                  <a:cubicBezTo>
                    <a:pt x="855" y="345"/>
                    <a:pt x="855" y="345"/>
                    <a:pt x="855" y="345"/>
                  </a:cubicBezTo>
                  <a:cubicBezTo>
                    <a:pt x="874" y="348"/>
                    <a:pt x="883" y="350"/>
                    <a:pt x="896" y="353"/>
                  </a:cubicBezTo>
                  <a:cubicBezTo>
                    <a:pt x="904" y="354"/>
                    <a:pt x="904" y="354"/>
                    <a:pt x="904" y="354"/>
                  </a:cubicBezTo>
                  <a:cubicBezTo>
                    <a:pt x="908" y="355"/>
                    <a:pt x="912" y="355"/>
                    <a:pt x="917" y="355"/>
                  </a:cubicBezTo>
                  <a:cubicBezTo>
                    <a:pt x="924" y="355"/>
                    <a:pt x="932" y="355"/>
                    <a:pt x="936" y="357"/>
                  </a:cubicBezTo>
                  <a:cubicBezTo>
                    <a:pt x="949" y="364"/>
                    <a:pt x="955" y="374"/>
                    <a:pt x="957" y="389"/>
                  </a:cubicBezTo>
                  <a:cubicBezTo>
                    <a:pt x="957" y="393"/>
                    <a:pt x="957" y="397"/>
                    <a:pt x="957" y="400"/>
                  </a:cubicBezTo>
                  <a:cubicBezTo>
                    <a:pt x="956" y="406"/>
                    <a:pt x="956" y="406"/>
                    <a:pt x="956" y="406"/>
                  </a:cubicBezTo>
                  <a:cubicBezTo>
                    <a:pt x="956" y="418"/>
                    <a:pt x="951" y="435"/>
                    <a:pt x="938" y="451"/>
                  </a:cubicBezTo>
                  <a:cubicBezTo>
                    <a:pt x="939" y="452"/>
                    <a:pt x="939" y="452"/>
                    <a:pt x="939" y="452"/>
                  </a:cubicBezTo>
                  <a:cubicBezTo>
                    <a:pt x="953" y="435"/>
                    <a:pt x="960" y="419"/>
                    <a:pt x="960" y="406"/>
                  </a:cubicBezTo>
                  <a:cubicBezTo>
                    <a:pt x="961" y="400"/>
                    <a:pt x="961" y="400"/>
                    <a:pt x="961" y="400"/>
                  </a:cubicBezTo>
                  <a:cubicBezTo>
                    <a:pt x="961" y="397"/>
                    <a:pt x="961" y="393"/>
                    <a:pt x="961" y="389"/>
                  </a:cubicBezTo>
                  <a:cubicBezTo>
                    <a:pt x="959" y="375"/>
                    <a:pt x="954" y="364"/>
                    <a:pt x="944" y="357"/>
                  </a:cubicBezTo>
                  <a:cubicBezTo>
                    <a:pt x="942" y="356"/>
                    <a:pt x="942" y="354"/>
                    <a:pt x="943" y="354"/>
                  </a:cubicBezTo>
                  <a:cubicBezTo>
                    <a:pt x="948" y="353"/>
                    <a:pt x="953" y="351"/>
                    <a:pt x="957" y="348"/>
                  </a:cubicBezTo>
                  <a:cubicBezTo>
                    <a:pt x="977" y="335"/>
                    <a:pt x="975" y="311"/>
                    <a:pt x="974" y="296"/>
                  </a:cubicBezTo>
                  <a:cubicBezTo>
                    <a:pt x="974" y="292"/>
                    <a:pt x="973" y="288"/>
                    <a:pt x="974" y="286"/>
                  </a:cubicBezTo>
                  <a:cubicBezTo>
                    <a:pt x="974" y="286"/>
                    <a:pt x="974" y="286"/>
                    <a:pt x="974" y="286"/>
                  </a:cubicBezTo>
                  <a:cubicBezTo>
                    <a:pt x="974" y="271"/>
                    <a:pt x="974" y="271"/>
                    <a:pt x="974" y="271"/>
                  </a:cubicBezTo>
                  <a:cubicBezTo>
                    <a:pt x="975" y="265"/>
                    <a:pt x="973" y="257"/>
                    <a:pt x="971" y="251"/>
                  </a:cubicBezTo>
                  <a:cubicBezTo>
                    <a:pt x="968" y="240"/>
                    <a:pt x="968" y="240"/>
                    <a:pt x="968" y="240"/>
                  </a:cubicBezTo>
                  <a:cubicBezTo>
                    <a:pt x="965" y="230"/>
                    <a:pt x="965" y="230"/>
                    <a:pt x="965" y="230"/>
                  </a:cubicBezTo>
                  <a:cubicBezTo>
                    <a:pt x="965" y="230"/>
                    <a:pt x="963" y="225"/>
                    <a:pt x="963" y="225"/>
                  </a:cubicBezTo>
                  <a:cubicBezTo>
                    <a:pt x="961" y="220"/>
                    <a:pt x="959" y="217"/>
                    <a:pt x="961" y="212"/>
                  </a:cubicBezTo>
                  <a:cubicBezTo>
                    <a:pt x="961" y="210"/>
                    <a:pt x="964" y="207"/>
                    <a:pt x="967" y="205"/>
                  </a:cubicBezTo>
                  <a:cubicBezTo>
                    <a:pt x="970" y="201"/>
                    <a:pt x="974" y="197"/>
                    <a:pt x="974" y="194"/>
                  </a:cubicBezTo>
                  <a:cubicBezTo>
                    <a:pt x="975" y="176"/>
                    <a:pt x="975" y="176"/>
                    <a:pt x="975" y="176"/>
                  </a:cubicBezTo>
                  <a:cubicBezTo>
                    <a:pt x="975" y="168"/>
                    <a:pt x="976" y="161"/>
                    <a:pt x="977" y="153"/>
                  </a:cubicBezTo>
                  <a:cubicBezTo>
                    <a:pt x="980" y="133"/>
                    <a:pt x="976" y="112"/>
                    <a:pt x="973" y="98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7" name="Freeform 137">
              <a:extLst>
                <a:ext uri="{FF2B5EF4-FFF2-40B4-BE49-F238E27FC236}">
                  <a16:creationId xmlns:a16="http://schemas.microsoft.com/office/drawing/2014/main" id="{4AD86830-5DD7-4D8C-A3FC-706676539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662"/>
              <a:ext cx="112" cy="22"/>
            </a:xfrm>
            <a:custGeom>
              <a:avLst/>
              <a:gdLst>
                <a:gd name="T0" fmla="*/ 0 w 38"/>
                <a:gd name="T1" fmla="*/ 0 h 7"/>
                <a:gd name="T2" fmla="*/ 973 w 38"/>
                <a:gd name="T3" fmla="*/ 217 h 7"/>
                <a:gd name="T4" fmla="*/ 0 w 3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">
                  <a:moveTo>
                    <a:pt x="0" y="0"/>
                  </a:moveTo>
                  <a:cubicBezTo>
                    <a:pt x="10" y="0"/>
                    <a:pt x="32" y="3"/>
                    <a:pt x="38" y="7"/>
                  </a:cubicBezTo>
                  <a:cubicBezTo>
                    <a:pt x="30" y="6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8" name="Freeform 138">
              <a:extLst>
                <a:ext uri="{FF2B5EF4-FFF2-40B4-BE49-F238E27FC236}">
                  <a16:creationId xmlns:a16="http://schemas.microsoft.com/office/drawing/2014/main" id="{00BC91E7-A5F9-45DA-AA1F-7E22526F8B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19" y="2659"/>
              <a:ext cx="115" cy="25"/>
            </a:xfrm>
            <a:custGeom>
              <a:avLst/>
              <a:gdLst>
                <a:gd name="T0" fmla="*/ 0 w 39"/>
                <a:gd name="T1" fmla="*/ 28 h 8"/>
                <a:gd name="T2" fmla="*/ 0 w 39"/>
                <a:gd name="T3" fmla="*/ 28 h 8"/>
                <a:gd name="T4" fmla="*/ 973 w 39"/>
                <a:gd name="T5" fmla="*/ 244 h 8"/>
                <a:gd name="T6" fmla="*/ 1000 w 39"/>
                <a:gd name="T7" fmla="*/ 244 h 8"/>
                <a:gd name="T8" fmla="*/ 1000 w 39"/>
                <a:gd name="T9" fmla="*/ 244 h 8"/>
                <a:gd name="T10" fmla="*/ 0 w 39"/>
                <a:gd name="T11" fmla="*/ 0 h 8"/>
                <a:gd name="T12" fmla="*/ 0 w 39"/>
                <a:gd name="T13" fmla="*/ 28 h 8"/>
                <a:gd name="T14" fmla="*/ 130 w 39"/>
                <a:gd name="T15" fmla="*/ 59 h 8"/>
                <a:gd name="T16" fmla="*/ 870 w 39"/>
                <a:gd name="T17" fmla="*/ 216 h 8"/>
                <a:gd name="T18" fmla="*/ 130 w 39"/>
                <a:gd name="T19" fmla="*/ 59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8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4" y="3"/>
                    <a:pt x="30" y="7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2" y="4"/>
                    <a:pt x="1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  <a:moveTo>
                    <a:pt x="5" y="2"/>
                  </a:moveTo>
                  <a:cubicBezTo>
                    <a:pt x="14" y="2"/>
                    <a:pt x="27" y="5"/>
                    <a:pt x="34" y="7"/>
                  </a:cubicBezTo>
                  <a:cubicBezTo>
                    <a:pt x="26" y="6"/>
                    <a:pt x="13" y="3"/>
                    <a:pt x="5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9" name="Freeform 139">
              <a:extLst>
                <a:ext uri="{FF2B5EF4-FFF2-40B4-BE49-F238E27FC236}">
                  <a16:creationId xmlns:a16="http://schemas.microsoft.com/office/drawing/2014/main" id="{1277CB94-CB35-4CE5-8997-04195EDAE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621"/>
              <a:ext cx="60" cy="32"/>
            </a:xfrm>
            <a:custGeom>
              <a:avLst/>
              <a:gdLst>
                <a:gd name="T0" fmla="*/ 0 w 20"/>
                <a:gd name="T1" fmla="*/ 195 h 10"/>
                <a:gd name="T2" fmla="*/ 405 w 20"/>
                <a:gd name="T3" fmla="*/ 266 h 10"/>
                <a:gd name="T4" fmla="*/ 459 w 20"/>
                <a:gd name="T5" fmla="*/ 61 h 10"/>
                <a:gd name="T6" fmla="*/ 0 w 20"/>
                <a:gd name="T7" fmla="*/ 19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0">
                  <a:moveTo>
                    <a:pt x="0" y="6"/>
                  </a:moveTo>
                  <a:cubicBezTo>
                    <a:pt x="6" y="5"/>
                    <a:pt x="11" y="7"/>
                    <a:pt x="15" y="8"/>
                  </a:cubicBezTo>
                  <a:cubicBezTo>
                    <a:pt x="20" y="10"/>
                    <a:pt x="17" y="4"/>
                    <a:pt x="17" y="2"/>
                  </a:cubicBezTo>
                  <a:cubicBezTo>
                    <a:pt x="18" y="0"/>
                    <a:pt x="7" y="7"/>
                    <a:pt x="0" y="6"/>
                  </a:cubicBezTo>
                  <a:close/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0" name="Freeform 140">
              <a:extLst>
                <a:ext uri="{FF2B5EF4-FFF2-40B4-BE49-F238E27FC236}">
                  <a16:creationId xmlns:a16="http://schemas.microsoft.com/office/drawing/2014/main" id="{85528B60-D668-4E71-8899-9D08CAD209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8" y="2624"/>
              <a:ext cx="57" cy="26"/>
            </a:xfrm>
            <a:custGeom>
              <a:avLst/>
              <a:gdLst>
                <a:gd name="T0" fmla="*/ 351 w 19"/>
                <a:gd name="T1" fmla="*/ 75 h 8"/>
                <a:gd name="T2" fmla="*/ 108 w 19"/>
                <a:gd name="T3" fmla="*/ 137 h 8"/>
                <a:gd name="T4" fmla="*/ 0 w 19"/>
                <a:gd name="T5" fmla="*/ 137 h 8"/>
                <a:gd name="T6" fmla="*/ 0 w 19"/>
                <a:gd name="T7" fmla="*/ 169 h 8"/>
                <a:gd name="T8" fmla="*/ 0 w 19"/>
                <a:gd name="T9" fmla="*/ 169 h 8"/>
                <a:gd name="T10" fmla="*/ 108 w 19"/>
                <a:gd name="T11" fmla="*/ 169 h 8"/>
                <a:gd name="T12" fmla="*/ 405 w 19"/>
                <a:gd name="T13" fmla="*/ 276 h 8"/>
                <a:gd name="T14" fmla="*/ 486 w 19"/>
                <a:gd name="T15" fmla="*/ 276 h 8"/>
                <a:gd name="T16" fmla="*/ 486 w 19"/>
                <a:gd name="T17" fmla="*/ 137 h 8"/>
                <a:gd name="T18" fmla="*/ 486 w 19"/>
                <a:gd name="T19" fmla="*/ 75 h 8"/>
                <a:gd name="T20" fmla="*/ 486 w 19"/>
                <a:gd name="T21" fmla="*/ 33 h 8"/>
                <a:gd name="T22" fmla="*/ 351 w 19"/>
                <a:gd name="T23" fmla="*/ 75 h 8"/>
                <a:gd name="T24" fmla="*/ 378 w 19"/>
                <a:gd name="T25" fmla="*/ 107 h 8"/>
                <a:gd name="T26" fmla="*/ 459 w 19"/>
                <a:gd name="T27" fmla="*/ 75 h 8"/>
                <a:gd name="T28" fmla="*/ 459 w 19"/>
                <a:gd name="T29" fmla="*/ 75 h 8"/>
                <a:gd name="T30" fmla="*/ 459 w 19"/>
                <a:gd name="T31" fmla="*/ 137 h 8"/>
                <a:gd name="T32" fmla="*/ 459 w 19"/>
                <a:gd name="T33" fmla="*/ 211 h 8"/>
                <a:gd name="T34" fmla="*/ 459 w 19"/>
                <a:gd name="T35" fmla="*/ 244 h 8"/>
                <a:gd name="T36" fmla="*/ 432 w 19"/>
                <a:gd name="T37" fmla="*/ 244 h 8"/>
                <a:gd name="T38" fmla="*/ 189 w 19"/>
                <a:gd name="T39" fmla="*/ 169 h 8"/>
                <a:gd name="T40" fmla="*/ 378 w 19"/>
                <a:gd name="T41" fmla="*/ 107 h 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" h="8">
                  <a:moveTo>
                    <a:pt x="13" y="2"/>
                  </a:moveTo>
                  <a:cubicBezTo>
                    <a:pt x="11" y="3"/>
                    <a:pt x="7" y="4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2" y="6"/>
                    <a:pt x="4" y="5"/>
                  </a:cubicBezTo>
                  <a:cubicBezTo>
                    <a:pt x="8" y="6"/>
                    <a:pt x="12" y="7"/>
                    <a:pt x="15" y="8"/>
                  </a:cubicBezTo>
                  <a:cubicBezTo>
                    <a:pt x="17" y="8"/>
                    <a:pt x="17" y="8"/>
                    <a:pt x="18" y="8"/>
                  </a:cubicBezTo>
                  <a:cubicBezTo>
                    <a:pt x="19" y="7"/>
                    <a:pt x="18" y="5"/>
                    <a:pt x="18" y="4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0"/>
                    <a:pt x="16" y="1"/>
                    <a:pt x="13" y="2"/>
                  </a:cubicBezTo>
                  <a:close/>
                  <a:moveTo>
                    <a:pt x="14" y="3"/>
                  </a:moveTo>
                  <a:cubicBezTo>
                    <a:pt x="15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3"/>
                    <a:pt x="17" y="4"/>
                    <a:pt x="17" y="4"/>
                  </a:cubicBezTo>
                  <a:cubicBezTo>
                    <a:pt x="17" y="5"/>
                    <a:pt x="17" y="6"/>
                    <a:pt x="17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3" y="6"/>
                    <a:pt x="10" y="5"/>
                    <a:pt x="7" y="5"/>
                  </a:cubicBezTo>
                  <a:cubicBezTo>
                    <a:pt x="9" y="4"/>
                    <a:pt x="12" y="3"/>
                    <a:pt x="14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1" name="Freeform 141">
              <a:extLst>
                <a:ext uri="{FF2B5EF4-FFF2-40B4-BE49-F238E27FC236}">
                  <a16:creationId xmlns:a16="http://schemas.microsoft.com/office/drawing/2014/main" id="{8A962562-E0A7-49EC-B821-85A56B230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609"/>
              <a:ext cx="68" cy="21"/>
            </a:xfrm>
            <a:custGeom>
              <a:avLst/>
              <a:gdLst>
                <a:gd name="T0" fmla="*/ 0 w 23"/>
                <a:gd name="T1" fmla="*/ 0 h 7"/>
                <a:gd name="T2" fmla="*/ 594 w 23"/>
                <a:gd name="T3" fmla="*/ 18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">
                  <a:moveTo>
                    <a:pt x="0" y="0"/>
                  </a:moveTo>
                  <a:cubicBezTo>
                    <a:pt x="6" y="5"/>
                    <a:pt x="20" y="7"/>
                    <a:pt x="23" y="7"/>
                  </a:cubicBezTo>
                </a:path>
              </a:pathLst>
            </a:custGeom>
            <a:solidFill>
              <a:srgbClr val="B6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2" name="Freeform 142">
              <a:extLst>
                <a:ext uri="{FF2B5EF4-FFF2-40B4-BE49-F238E27FC236}">
                  <a16:creationId xmlns:a16="http://schemas.microsoft.com/office/drawing/2014/main" id="{E91767B4-DD28-4E97-A406-909294157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609"/>
              <a:ext cx="73" cy="24"/>
            </a:xfrm>
            <a:custGeom>
              <a:avLst/>
              <a:gdLst>
                <a:gd name="T0" fmla="*/ 26 w 25"/>
                <a:gd name="T1" fmla="*/ 0 h 8"/>
                <a:gd name="T2" fmla="*/ 26 w 25"/>
                <a:gd name="T3" fmla="*/ 27 h 8"/>
                <a:gd name="T4" fmla="*/ 596 w 25"/>
                <a:gd name="T5" fmla="*/ 216 h 8"/>
                <a:gd name="T6" fmla="*/ 622 w 25"/>
                <a:gd name="T7" fmla="*/ 189 h 8"/>
                <a:gd name="T8" fmla="*/ 596 w 25"/>
                <a:gd name="T9" fmla="*/ 189 h 8"/>
                <a:gd name="T10" fmla="*/ 26 w 25"/>
                <a:gd name="T11" fmla="*/ 0 h 8"/>
                <a:gd name="T12" fmla="*/ 26 w 25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8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7" y="6"/>
                    <a:pt x="20" y="8"/>
                    <a:pt x="24" y="8"/>
                  </a:cubicBezTo>
                  <a:cubicBezTo>
                    <a:pt x="25" y="8"/>
                    <a:pt x="25" y="8"/>
                    <a:pt x="25" y="7"/>
                  </a:cubicBezTo>
                  <a:cubicBezTo>
                    <a:pt x="25" y="7"/>
                    <a:pt x="25" y="7"/>
                    <a:pt x="24" y="7"/>
                  </a:cubicBezTo>
                  <a:cubicBezTo>
                    <a:pt x="21" y="7"/>
                    <a:pt x="7" y="5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3" name="Freeform 143">
              <a:extLst>
                <a:ext uri="{FF2B5EF4-FFF2-40B4-BE49-F238E27FC236}">
                  <a16:creationId xmlns:a16="http://schemas.microsoft.com/office/drawing/2014/main" id="{CA9F8C38-43ED-407A-9AC4-ABCA72A90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908"/>
              <a:ext cx="27" cy="98"/>
            </a:xfrm>
            <a:custGeom>
              <a:avLst/>
              <a:gdLst>
                <a:gd name="T0" fmla="*/ 216 w 9"/>
                <a:gd name="T1" fmla="*/ 980 h 31"/>
                <a:gd name="T2" fmla="*/ 0 w 9"/>
                <a:gd name="T3" fmla="*/ 0 h 31"/>
                <a:gd name="T4" fmla="*/ 216 w 9"/>
                <a:gd name="T5" fmla="*/ 98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1">
                  <a:moveTo>
                    <a:pt x="8" y="31"/>
                  </a:moveTo>
                  <a:cubicBezTo>
                    <a:pt x="9" y="18"/>
                    <a:pt x="6" y="7"/>
                    <a:pt x="0" y="0"/>
                  </a:cubicBezTo>
                  <a:cubicBezTo>
                    <a:pt x="2" y="3"/>
                    <a:pt x="8" y="25"/>
                    <a:pt x="8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4" name="Freeform 144">
              <a:extLst>
                <a:ext uri="{FF2B5EF4-FFF2-40B4-BE49-F238E27FC236}">
                  <a16:creationId xmlns:a16="http://schemas.microsoft.com/office/drawing/2014/main" id="{2D422FFF-9A6E-4FB7-9C7F-608CEBB4E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890"/>
              <a:ext cx="36" cy="113"/>
            </a:xfrm>
            <a:custGeom>
              <a:avLst/>
              <a:gdLst>
                <a:gd name="T0" fmla="*/ 0 w 12"/>
                <a:gd name="T1" fmla="*/ 0 h 36"/>
                <a:gd name="T2" fmla="*/ 189 w 12"/>
                <a:gd name="T3" fmla="*/ 1114 h 36"/>
                <a:gd name="T4" fmla="*/ 0 w 1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6">
                  <a:moveTo>
                    <a:pt x="0" y="0"/>
                  </a:moveTo>
                  <a:cubicBezTo>
                    <a:pt x="4" y="4"/>
                    <a:pt x="8" y="9"/>
                    <a:pt x="7" y="36"/>
                  </a:cubicBezTo>
                  <a:cubicBezTo>
                    <a:pt x="10" y="27"/>
                    <a:pt x="12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5" name="Freeform 145">
              <a:extLst>
                <a:ext uri="{FF2B5EF4-FFF2-40B4-BE49-F238E27FC236}">
                  <a16:creationId xmlns:a16="http://schemas.microsoft.com/office/drawing/2014/main" id="{42519EC9-4717-46A5-8A8F-0C982905C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867"/>
              <a:ext cx="42" cy="58"/>
            </a:xfrm>
            <a:custGeom>
              <a:avLst/>
              <a:gdLst>
                <a:gd name="T0" fmla="*/ 378 w 14"/>
                <a:gd name="T1" fmla="*/ 0 h 18"/>
                <a:gd name="T2" fmla="*/ 0 w 14"/>
                <a:gd name="T3" fmla="*/ 60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14" y="0"/>
                  </a:moveTo>
                  <a:cubicBezTo>
                    <a:pt x="9" y="2"/>
                    <a:pt x="3" y="12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6" name="Freeform 146">
              <a:extLst>
                <a:ext uri="{FF2B5EF4-FFF2-40B4-BE49-F238E27FC236}">
                  <a16:creationId xmlns:a16="http://schemas.microsoft.com/office/drawing/2014/main" id="{3F3B9FF3-9422-41E3-A998-0654BE8C6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520"/>
              <a:ext cx="14" cy="142"/>
            </a:xfrm>
            <a:custGeom>
              <a:avLst/>
              <a:gdLst>
                <a:gd name="T0" fmla="*/ 0 w 5"/>
                <a:gd name="T1" fmla="*/ 0 h 45"/>
                <a:gd name="T2" fmla="*/ 87 w 5"/>
                <a:gd name="T3" fmla="*/ 1414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5">
                  <a:moveTo>
                    <a:pt x="0" y="0"/>
                  </a:moveTo>
                  <a:cubicBezTo>
                    <a:pt x="2" y="7"/>
                    <a:pt x="5" y="37"/>
                    <a:pt x="4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7" name="Freeform 147">
              <a:extLst>
                <a:ext uri="{FF2B5EF4-FFF2-40B4-BE49-F238E27FC236}">
                  <a16:creationId xmlns:a16="http://schemas.microsoft.com/office/drawing/2014/main" id="{5F448E97-2A67-4842-A682-97E64CBAE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520"/>
              <a:ext cx="9" cy="139"/>
            </a:xfrm>
            <a:custGeom>
              <a:avLst/>
              <a:gdLst>
                <a:gd name="T0" fmla="*/ 81 w 3"/>
                <a:gd name="T1" fmla="*/ 0 h 44"/>
                <a:gd name="T2" fmla="*/ 27 w 3"/>
                <a:gd name="T3" fmla="*/ 138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4">
                  <a:moveTo>
                    <a:pt x="3" y="0"/>
                  </a:moveTo>
                  <a:cubicBezTo>
                    <a:pt x="0" y="6"/>
                    <a:pt x="0" y="35"/>
                    <a:pt x="1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8" name="Freeform 148">
              <a:extLst>
                <a:ext uri="{FF2B5EF4-FFF2-40B4-BE49-F238E27FC236}">
                  <a16:creationId xmlns:a16="http://schemas.microsoft.com/office/drawing/2014/main" id="{1AF5EA78-0B71-4634-BEF2-BBAE35C2AB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4" y="2668"/>
              <a:ext cx="30" cy="32"/>
            </a:xfrm>
            <a:custGeom>
              <a:avLst/>
              <a:gdLst>
                <a:gd name="T0" fmla="*/ 0 w 10"/>
                <a:gd name="T1" fmla="*/ 163 h 10"/>
                <a:gd name="T2" fmla="*/ 135 w 10"/>
                <a:gd name="T3" fmla="*/ 326 h 10"/>
                <a:gd name="T4" fmla="*/ 270 w 10"/>
                <a:gd name="T5" fmla="*/ 163 h 10"/>
                <a:gd name="T6" fmla="*/ 135 w 10"/>
                <a:gd name="T7" fmla="*/ 0 h 10"/>
                <a:gd name="T8" fmla="*/ 0 w 10"/>
                <a:gd name="T9" fmla="*/ 163 h 10"/>
                <a:gd name="T10" fmla="*/ 27 w 10"/>
                <a:gd name="T11" fmla="*/ 163 h 10"/>
                <a:gd name="T12" fmla="*/ 135 w 10"/>
                <a:gd name="T13" fmla="*/ 32 h 10"/>
                <a:gd name="T14" fmla="*/ 243 w 10"/>
                <a:gd name="T15" fmla="*/ 163 h 10"/>
                <a:gd name="T16" fmla="*/ 135 w 10"/>
                <a:gd name="T17" fmla="*/ 298 h 10"/>
                <a:gd name="T18" fmla="*/ 27 w 10"/>
                <a:gd name="T19" fmla="*/ 16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8"/>
                    <a:pt x="3" y="10"/>
                    <a:pt x="5" y="10"/>
                  </a:cubicBezTo>
                  <a:cubicBezTo>
                    <a:pt x="8" y="10"/>
                    <a:pt x="10" y="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ubicBezTo>
                    <a:pt x="3" y="0"/>
                    <a:pt x="0" y="3"/>
                    <a:pt x="0" y="5"/>
                  </a:cubicBezTo>
                  <a:close/>
                  <a:moveTo>
                    <a:pt x="1" y="5"/>
                  </a:moveTo>
                  <a:cubicBezTo>
                    <a:pt x="1" y="3"/>
                    <a:pt x="3" y="1"/>
                    <a:pt x="5" y="1"/>
                  </a:cubicBezTo>
                  <a:cubicBezTo>
                    <a:pt x="7" y="1"/>
                    <a:pt x="9" y="3"/>
                    <a:pt x="9" y="5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3" y="9"/>
                    <a:pt x="1" y="7"/>
                    <a:pt x="1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9" name="Freeform 149">
              <a:extLst>
                <a:ext uri="{FF2B5EF4-FFF2-40B4-BE49-F238E27FC236}">
                  <a16:creationId xmlns:a16="http://schemas.microsoft.com/office/drawing/2014/main" id="{CFF42E60-CBDB-49CA-A3BE-006DF26FE6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4" y="2668"/>
              <a:ext cx="26" cy="32"/>
            </a:xfrm>
            <a:custGeom>
              <a:avLst/>
              <a:gdLst>
                <a:gd name="T0" fmla="*/ 0 w 9"/>
                <a:gd name="T1" fmla="*/ 163 h 10"/>
                <a:gd name="T2" fmla="*/ 101 w 9"/>
                <a:gd name="T3" fmla="*/ 326 h 10"/>
                <a:gd name="T4" fmla="*/ 217 w 9"/>
                <a:gd name="T5" fmla="*/ 163 h 10"/>
                <a:gd name="T6" fmla="*/ 101 w 9"/>
                <a:gd name="T7" fmla="*/ 0 h 10"/>
                <a:gd name="T8" fmla="*/ 0 w 9"/>
                <a:gd name="T9" fmla="*/ 163 h 10"/>
                <a:gd name="T10" fmla="*/ 26 w 9"/>
                <a:gd name="T11" fmla="*/ 163 h 10"/>
                <a:gd name="T12" fmla="*/ 101 w 9"/>
                <a:gd name="T13" fmla="*/ 32 h 10"/>
                <a:gd name="T14" fmla="*/ 191 w 9"/>
                <a:gd name="T15" fmla="*/ 163 h 10"/>
                <a:gd name="T16" fmla="*/ 101 w 9"/>
                <a:gd name="T17" fmla="*/ 298 h 10"/>
                <a:gd name="T18" fmla="*/ 26 w 9"/>
                <a:gd name="T19" fmla="*/ 16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8"/>
                    <a:pt x="2" y="10"/>
                    <a:pt x="4" y="10"/>
                  </a:cubicBezTo>
                  <a:cubicBezTo>
                    <a:pt x="7" y="10"/>
                    <a:pt x="9" y="8"/>
                    <a:pt x="9" y="5"/>
                  </a:cubicBezTo>
                  <a:cubicBezTo>
                    <a:pt x="9" y="3"/>
                    <a:pt x="7" y="0"/>
                    <a:pt x="4" y="0"/>
                  </a:cubicBezTo>
                  <a:cubicBezTo>
                    <a:pt x="2" y="0"/>
                    <a:pt x="0" y="3"/>
                    <a:pt x="0" y="5"/>
                  </a:cubicBezTo>
                  <a:close/>
                  <a:moveTo>
                    <a:pt x="1" y="5"/>
                  </a:moveTo>
                  <a:cubicBezTo>
                    <a:pt x="1" y="3"/>
                    <a:pt x="2" y="1"/>
                    <a:pt x="4" y="1"/>
                  </a:cubicBezTo>
                  <a:cubicBezTo>
                    <a:pt x="7" y="1"/>
                    <a:pt x="8" y="3"/>
                    <a:pt x="8" y="5"/>
                  </a:cubicBezTo>
                  <a:cubicBezTo>
                    <a:pt x="8" y="7"/>
                    <a:pt x="7" y="9"/>
                    <a:pt x="4" y="9"/>
                  </a:cubicBezTo>
                  <a:cubicBezTo>
                    <a:pt x="2" y="9"/>
                    <a:pt x="1" y="7"/>
                    <a:pt x="1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70" name="Oval 150">
              <a:extLst>
                <a:ext uri="{FF2B5EF4-FFF2-40B4-BE49-F238E27FC236}">
                  <a16:creationId xmlns:a16="http://schemas.microsoft.com/office/drawing/2014/main" id="{3EE83300-7CFF-47F9-AD16-D67E7E753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" y="2671"/>
              <a:ext cx="27" cy="29"/>
            </a:xfrm>
            <a:prstGeom prst="ellipse">
              <a:avLst/>
            </a:pr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71" name="Oval 151">
              <a:extLst>
                <a:ext uri="{FF2B5EF4-FFF2-40B4-BE49-F238E27FC236}">
                  <a16:creationId xmlns:a16="http://schemas.microsoft.com/office/drawing/2014/main" id="{99794EDD-A5BC-4997-B2C0-F2F56737B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681"/>
              <a:ext cx="7" cy="6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72" name="Freeform 152">
              <a:extLst>
                <a:ext uri="{FF2B5EF4-FFF2-40B4-BE49-F238E27FC236}">
                  <a16:creationId xmlns:a16="http://schemas.microsoft.com/office/drawing/2014/main" id="{59BE4C7E-DE28-40FB-9CA3-6A1C6E051A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3" y="2678"/>
              <a:ext cx="16" cy="16"/>
            </a:xfrm>
            <a:custGeom>
              <a:avLst/>
              <a:gdLst>
                <a:gd name="T0" fmla="*/ 0 w 5"/>
                <a:gd name="T1" fmla="*/ 61 h 5"/>
                <a:gd name="T2" fmla="*/ 61 w 5"/>
                <a:gd name="T3" fmla="*/ 163 h 5"/>
                <a:gd name="T4" fmla="*/ 163 w 5"/>
                <a:gd name="T5" fmla="*/ 61 h 5"/>
                <a:gd name="T6" fmla="*/ 61 w 5"/>
                <a:gd name="T7" fmla="*/ 0 h 5"/>
                <a:gd name="T8" fmla="*/ 0 w 5"/>
                <a:gd name="T9" fmla="*/ 61 h 5"/>
                <a:gd name="T10" fmla="*/ 61 w 5"/>
                <a:gd name="T11" fmla="*/ 61 h 5"/>
                <a:gd name="T12" fmla="*/ 61 w 5"/>
                <a:gd name="T13" fmla="*/ 61 h 5"/>
                <a:gd name="T14" fmla="*/ 102 w 5"/>
                <a:gd name="T15" fmla="*/ 61 h 5"/>
                <a:gd name="T16" fmla="*/ 61 w 5"/>
                <a:gd name="T17" fmla="*/ 102 h 5"/>
                <a:gd name="T18" fmla="*/ 61 w 5"/>
                <a:gd name="T19" fmla="*/ 61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73" name="Oval 153">
              <a:extLst>
                <a:ext uri="{FF2B5EF4-FFF2-40B4-BE49-F238E27FC236}">
                  <a16:creationId xmlns:a16="http://schemas.microsoft.com/office/drawing/2014/main" id="{6B953226-EAF8-425D-89B8-DBB37490F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" y="2671"/>
              <a:ext cx="26" cy="29"/>
            </a:xfrm>
            <a:prstGeom prst="ellipse">
              <a:avLst/>
            </a:prstGeom>
            <a:solidFill>
              <a:srgbClr val="F7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74" name="Oval 154">
              <a:extLst>
                <a:ext uri="{FF2B5EF4-FFF2-40B4-BE49-F238E27FC236}">
                  <a16:creationId xmlns:a16="http://schemas.microsoft.com/office/drawing/2014/main" id="{79EC74DF-A2A8-4DF3-9EDC-BA4D48BBD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681"/>
              <a:ext cx="9" cy="6"/>
            </a:xfrm>
            <a:prstGeom prst="ellipse">
              <a:avLst/>
            </a:pr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75" name="Freeform 155">
              <a:extLst>
                <a:ext uri="{FF2B5EF4-FFF2-40B4-BE49-F238E27FC236}">
                  <a16:creationId xmlns:a16="http://schemas.microsoft.com/office/drawing/2014/main" id="{6871CC7F-9660-4FD7-86DA-172182F154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0" y="2678"/>
              <a:ext cx="15" cy="16"/>
            </a:xfrm>
            <a:custGeom>
              <a:avLst/>
              <a:gdLst>
                <a:gd name="T0" fmla="*/ 0 w 5"/>
                <a:gd name="T1" fmla="*/ 61 h 5"/>
                <a:gd name="T2" fmla="*/ 54 w 5"/>
                <a:gd name="T3" fmla="*/ 163 h 5"/>
                <a:gd name="T4" fmla="*/ 135 w 5"/>
                <a:gd name="T5" fmla="*/ 61 h 5"/>
                <a:gd name="T6" fmla="*/ 54 w 5"/>
                <a:gd name="T7" fmla="*/ 0 h 5"/>
                <a:gd name="T8" fmla="*/ 0 w 5"/>
                <a:gd name="T9" fmla="*/ 61 h 5"/>
                <a:gd name="T10" fmla="*/ 54 w 5"/>
                <a:gd name="T11" fmla="*/ 61 h 5"/>
                <a:gd name="T12" fmla="*/ 54 w 5"/>
                <a:gd name="T13" fmla="*/ 61 h 5"/>
                <a:gd name="T14" fmla="*/ 81 w 5"/>
                <a:gd name="T15" fmla="*/ 61 h 5"/>
                <a:gd name="T16" fmla="*/ 54 w 5"/>
                <a:gd name="T17" fmla="*/ 102 h 5"/>
                <a:gd name="T18" fmla="*/ 54 w 5"/>
                <a:gd name="T19" fmla="*/ 61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6D0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76" name="Freeform 156">
              <a:extLst>
                <a:ext uri="{FF2B5EF4-FFF2-40B4-BE49-F238E27FC236}">
                  <a16:creationId xmlns:a16="http://schemas.microsoft.com/office/drawing/2014/main" id="{5FE801E2-2A81-42C3-8FA9-5CFC68692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639"/>
              <a:ext cx="124" cy="17"/>
            </a:xfrm>
            <a:custGeom>
              <a:avLst/>
              <a:gdLst>
                <a:gd name="T0" fmla="*/ 0 w 42"/>
                <a:gd name="T1" fmla="*/ 0 h 5"/>
                <a:gd name="T2" fmla="*/ 1081 w 42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5">
                  <a:moveTo>
                    <a:pt x="0" y="0"/>
                  </a:moveTo>
                  <a:cubicBezTo>
                    <a:pt x="5" y="0"/>
                    <a:pt x="31" y="0"/>
                    <a:pt x="4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77" name="Freeform 157">
              <a:extLst>
                <a:ext uri="{FF2B5EF4-FFF2-40B4-BE49-F238E27FC236}">
                  <a16:creationId xmlns:a16="http://schemas.microsoft.com/office/drawing/2014/main" id="{22B2375A-8D33-4129-8C1D-EADC599F1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539"/>
              <a:ext cx="159" cy="50"/>
            </a:xfrm>
            <a:custGeom>
              <a:avLst/>
              <a:gdLst>
                <a:gd name="T0" fmla="*/ 0 w 54"/>
                <a:gd name="T1" fmla="*/ 88 h 16"/>
                <a:gd name="T2" fmla="*/ 1378 w 54"/>
                <a:gd name="T3" fmla="*/ 48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6">
                  <a:moveTo>
                    <a:pt x="0" y="3"/>
                  </a:moveTo>
                  <a:cubicBezTo>
                    <a:pt x="6" y="0"/>
                    <a:pt x="40" y="9"/>
                    <a:pt x="5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78" name="Freeform 158">
              <a:extLst>
                <a:ext uri="{FF2B5EF4-FFF2-40B4-BE49-F238E27FC236}">
                  <a16:creationId xmlns:a16="http://schemas.microsoft.com/office/drawing/2014/main" id="{E9E6B148-8908-4090-8886-D39FFF4E9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751"/>
              <a:ext cx="234" cy="88"/>
            </a:xfrm>
            <a:custGeom>
              <a:avLst/>
              <a:gdLst>
                <a:gd name="T0" fmla="*/ 0 w 79"/>
                <a:gd name="T1" fmla="*/ 0 h 28"/>
                <a:gd name="T2" fmla="*/ 2053 w 79"/>
                <a:gd name="T3" fmla="*/ 871 h 28"/>
                <a:gd name="T4" fmla="*/ 0 w 7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8">
                  <a:moveTo>
                    <a:pt x="0" y="0"/>
                  </a:moveTo>
                  <a:cubicBezTo>
                    <a:pt x="12" y="9"/>
                    <a:pt x="57" y="26"/>
                    <a:pt x="79" y="28"/>
                  </a:cubicBezTo>
                  <a:cubicBezTo>
                    <a:pt x="68" y="26"/>
                    <a:pt x="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79" name="Freeform 159">
              <a:extLst>
                <a:ext uri="{FF2B5EF4-FFF2-40B4-BE49-F238E27FC236}">
                  <a16:creationId xmlns:a16="http://schemas.microsoft.com/office/drawing/2014/main" id="{CAF4672F-DA32-4654-9207-1E768A45E9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8" y="3003"/>
              <a:ext cx="67" cy="47"/>
            </a:xfrm>
            <a:custGeom>
              <a:avLst/>
              <a:gdLst>
                <a:gd name="T0" fmla="*/ 271 w 23"/>
                <a:gd name="T1" fmla="*/ 28 h 15"/>
                <a:gd name="T2" fmla="*/ 26 w 23"/>
                <a:gd name="T3" fmla="*/ 157 h 15"/>
                <a:gd name="T4" fmla="*/ 0 w 23"/>
                <a:gd name="T5" fmla="*/ 244 h 15"/>
                <a:gd name="T6" fmla="*/ 0 w 23"/>
                <a:gd name="T7" fmla="*/ 276 h 15"/>
                <a:gd name="T8" fmla="*/ 50 w 23"/>
                <a:gd name="T9" fmla="*/ 373 h 15"/>
                <a:gd name="T10" fmla="*/ 323 w 23"/>
                <a:gd name="T11" fmla="*/ 432 h 15"/>
                <a:gd name="T12" fmla="*/ 542 w 23"/>
                <a:gd name="T13" fmla="*/ 276 h 15"/>
                <a:gd name="T14" fmla="*/ 568 w 23"/>
                <a:gd name="T15" fmla="*/ 188 h 15"/>
                <a:gd name="T16" fmla="*/ 271 w 23"/>
                <a:gd name="T17" fmla="*/ 28 h 15"/>
                <a:gd name="T18" fmla="*/ 50 w 23"/>
                <a:gd name="T19" fmla="*/ 335 h 15"/>
                <a:gd name="T20" fmla="*/ 26 w 23"/>
                <a:gd name="T21" fmla="*/ 276 h 15"/>
                <a:gd name="T22" fmla="*/ 26 w 23"/>
                <a:gd name="T23" fmla="*/ 276 h 15"/>
                <a:gd name="T24" fmla="*/ 50 w 23"/>
                <a:gd name="T25" fmla="*/ 188 h 15"/>
                <a:gd name="T26" fmla="*/ 271 w 23"/>
                <a:gd name="T27" fmla="*/ 60 h 15"/>
                <a:gd name="T28" fmla="*/ 542 w 23"/>
                <a:gd name="T29" fmla="*/ 188 h 15"/>
                <a:gd name="T30" fmla="*/ 519 w 23"/>
                <a:gd name="T31" fmla="*/ 276 h 15"/>
                <a:gd name="T32" fmla="*/ 297 w 23"/>
                <a:gd name="T33" fmla="*/ 401 h 15"/>
                <a:gd name="T34" fmla="*/ 50 w 23"/>
                <a:gd name="T35" fmla="*/ 335 h 15"/>
                <a:gd name="T36" fmla="*/ 0 w 23"/>
                <a:gd name="T37" fmla="*/ 276 h 15"/>
                <a:gd name="T38" fmla="*/ 0 w 23"/>
                <a:gd name="T39" fmla="*/ 276 h 1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3" h="15">
                  <a:moveTo>
                    <a:pt x="11" y="1"/>
                  </a:moveTo>
                  <a:cubicBezTo>
                    <a:pt x="6" y="1"/>
                    <a:pt x="3" y="3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1" y="11"/>
                    <a:pt x="2" y="12"/>
                  </a:cubicBezTo>
                  <a:cubicBezTo>
                    <a:pt x="4" y="14"/>
                    <a:pt x="8" y="15"/>
                    <a:pt x="13" y="14"/>
                  </a:cubicBezTo>
                  <a:cubicBezTo>
                    <a:pt x="17" y="14"/>
                    <a:pt x="20" y="12"/>
                    <a:pt x="22" y="9"/>
                  </a:cubicBezTo>
                  <a:cubicBezTo>
                    <a:pt x="23" y="8"/>
                    <a:pt x="23" y="7"/>
                    <a:pt x="23" y="6"/>
                  </a:cubicBezTo>
                  <a:cubicBezTo>
                    <a:pt x="23" y="2"/>
                    <a:pt x="17" y="0"/>
                    <a:pt x="11" y="1"/>
                  </a:cubicBezTo>
                  <a:close/>
                  <a:moveTo>
                    <a:pt x="2" y="11"/>
                  </a:moveTo>
                  <a:cubicBezTo>
                    <a:pt x="2" y="11"/>
                    <a:pt x="1" y="10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8"/>
                    <a:pt x="1" y="7"/>
                    <a:pt x="2" y="6"/>
                  </a:cubicBezTo>
                  <a:cubicBezTo>
                    <a:pt x="3" y="4"/>
                    <a:pt x="7" y="2"/>
                    <a:pt x="11" y="2"/>
                  </a:cubicBezTo>
                  <a:cubicBezTo>
                    <a:pt x="17" y="1"/>
                    <a:pt x="22" y="3"/>
                    <a:pt x="22" y="6"/>
                  </a:cubicBezTo>
                  <a:cubicBezTo>
                    <a:pt x="22" y="7"/>
                    <a:pt x="22" y="8"/>
                    <a:pt x="21" y="9"/>
                  </a:cubicBezTo>
                  <a:cubicBezTo>
                    <a:pt x="20" y="11"/>
                    <a:pt x="16" y="13"/>
                    <a:pt x="12" y="13"/>
                  </a:cubicBezTo>
                  <a:cubicBezTo>
                    <a:pt x="8" y="14"/>
                    <a:pt x="5" y="13"/>
                    <a:pt x="2" y="11"/>
                  </a:cubicBezTo>
                  <a:close/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80" name="Freeform 160">
              <a:extLst>
                <a:ext uri="{FF2B5EF4-FFF2-40B4-BE49-F238E27FC236}">
                  <a16:creationId xmlns:a16="http://schemas.microsoft.com/office/drawing/2014/main" id="{A1EF038F-6702-44EA-9D30-E07ABC10E7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0" y="3000"/>
              <a:ext cx="71" cy="47"/>
            </a:xfrm>
            <a:custGeom>
              <a:avLst/>
              <a:gdLst>
                <a:gd name="T0" fmla="*/ 0 w 24"/>
                <a:gd name="T1" fmla="*/ 188 h 15"/>
                <a:gd name="T2" fmla="*/ 27 w 24"/>
                <a:gd name="T3" fmla="*/ 304 h 15"/>
                <a:gd name="T4" fmla="*/ 290 w 24"/>
                <a:gd name="T5" fmla="*/ 432 h 15"/>
                <a:gd name="T6" fmla="*/ 568 w 24"/>
                <a:gd name="T7" fmla="*/ 373 h 15"/>
                <a:gd name="T8" fmla="*/ 621 w 24"/>
                <a:gd name="T9" fmla="*/ 276 h 15"/>
                <a:gd name="T10" fmla="*/ 621 w 24"/>
                <a:gd name="T11" fmla="*/ 276 h 15"/>
                <a:gd name="T12" fmla="*/ 331 w 24"/>
                <a:gd name="T13" fmla="*/ 28 h 15"/>
                <a:gd name="T14" fmla="*/ 0 w 24"/>
                <a:gd name="T15" fmla="*/ 188 h 15"/>
                <a:gd name="T16" fmla="*/ 290 w 24"/>
                <a:gd name="T17" fmla="*/ 401 h 15"/>
                <a:gd name="T18" fmla="*/ 53 w 24"/>
                <a:gd name="T19" fmla="*/ 276 h 15"/>
                <a:gd name="T20" fmla="*/ 27 w 24"/>
                <a:gd name="T21" fmla="*/ 188 h 15"/>
                <a:gd name="T22" fmla="*/ 331 w 24"/>
                <a:gd name="T23" fmla="*/ 60 h 15"/>
                <a:gd name="T24" fmla="*/ 595 w 24"/>
                <a:gd name="T25" fmla="*/ 276 h 15"/>
                <a:gd name="T26" fmla="*/ 595 w 24"/>
                <a:gd name="T27" fmla="*/ 276 h 15"/>
                <a:gd name="T28" fmla="*/ 541 w 24"/>
                <a:gd name="T29" fmla="*/ 373 h 15"/>
                <a:gd name="T30" fmla="*/ 290 w 24"/>
                <a:gd name="T31" fmla="*/ 401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4" h="15">
                  <a:moveTo>
                    <a:pt x="0" y="6"/>
                  </a:moveTo>
                  <a:cubicBezTo>
                    <a:pt x="0" y="7"/>
                    <a:pt x="0" y="8"/>
                    <a:pt x="1" y="10"/>
                  </a:cubicBezTo>
                  <a:cubicBezTo>
                    <a:pt x="3" y="12"/>
                    <a:pt x="7" y="14"/>
                    <a:pt x="11" y="14"/>
                  </a:cubicBezTo>
                  <a:cubicBezTo>
                    <a:pt x="15" y="15"/>
                    <a:pt x="19" y="14"/>
                    <a:pt x="22" y="12"/>
                  </a:cubicBezTo>
                  <a:cubicBezTo>
                    <a:pt x="23" y="12"/>
                    <a:pt x="24" y="10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5"/>
                    <a:pt x="19" y="2"/>
                    <a:pt x="13" y="1"/>
                  </a:cubicBezTo>
                  <a:cubicBezTo>
                    <a:pt x="6" y="0"/>
                    <a:pt x="1" y="2"/>
                    <a:pt x="0" y="6"/>
                  </a:cubicBezTo>
                  <a:close/>
                  <a:moveTo>
                    <a:pt x="11" y="13"/>
                  </a:moveTo>
                  <a:cubicBezTo>
                    <a:pt x="7" y="13"/>
                    <a:pt x="4" y="11"/>
                    <a:pt x="2" y="9"/>
                  </a:cubicBezTo>
                  <a:cubicBezTo>
                    <a:pt x="1" y="8"/>
                    <a:pt x="1" y="7"/>
                    <a:pt x="1" y="6"/>
                  </a:cubicBezTo>
                  <a:cubicBezTo>
                    <a:pt x="2" y="3"/>
                    <a:pt x="7" y="1"/>
                    <a:pt x="13" y="2"/>
                  </a:cubicBezTo>
                  <a:cubicBezTo>
                    <a:pt x="19" y="3"/>
                    <a:pt x="23" y="6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10"/>
                    <a:pt x="22" y="11"/>
                    <a:pt x="21" y="12"/>
                  </a:cubicBezTo>
                  <a:cubicBezTo>
                    <a:pt x="19" y="13"/>
                    <a:pt x="15" y="14"/>
                    <a:pt x="1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81" name="Freeform 161">
              <a:extLst>
                <a:ext uri="{FF2B5EF4-FFF2-40B4-BE49-F238E27FC236}">
                  <a16:creationId xmlns:a16="http://schemas.microsoft.com/office/drawing/2014/main" id="{C1817A23-75B8-4F26-9F77-E08E48759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769"/>
              <a:ext cx="136" cy="142"/>
            </a:xfrm>
            <a:custGeom>
              <a:avLst/>
              <a:gdLst>
                <a:gd name="T0" fmla="*/ 514 w 46"/>
                <a:gd name="T1" fmla="*/ 757 h 45"/>
                <a:gd name="T2" fmla="*/ 491 w 46"/>
                <a:gd name="T3" fmla="*/ 786 h 45"/>
                <a:gd name="T4" fmla="*/ 210 w 46"/>
                <a:gd name="T5" fmla="*/ 1256 h 45"/>
                <a:gd name="T6" fmla="*/ 130 w 46"/>
                <a:gd name="T7" fmla="*/ 1284 h 45"/>
                <a:gd name="T8" fmla="*/ 103 w 46"/>
                <a:gd name="T9" fmla="*/ 1284 h 45"/>
                <a:gd name="T10" fmla="*/ 27 w 46"/>
                <a:gd name="T11" fmla="*/ 1256 h 45"/>
                <a:gd name="T12" fmla="*/ 27 w 46"/>
                <a:gd name="T13" fmla="*/ 1256 h 45"/>
                <a:gd name="T14" fmla="*/ 0 w 46"/>
                <a:gd name="T15" fmla="*/ 1284 h 45"/>
                <a:gd name="T16" fmla="*/ 27 w 46"/>
                <a:gd name="T17" fmla="*/ 1284 h 45"/>
                <a:gd name="T18" fmla="*/ 157 w 46"/>
                <a:gd name="T19" fmla="*/ 1414 h 45"/>
                <a:gd name="T20" fmla="*/ 674 w 46"/>
                <a:gd name="T21" fmla="*/ 877 h 45"/>
                <a:gd name="T22" fmla="*/ 1162 w 46"/>
                <a:gd name="T23" fmla="*/ 249 h 45"/>
                <a:gd name="T24" fmla="*/ 1162 w 46"/>
                <a:gd name="T25" fmla="*/ 218 h 45"/>
                <a:gd name="T26" fmla="*/ 1162 w 46"/>
                <a:gd name="T27" fmla="*/ 218 h 45"/>
                <a:gd name="T28" fmla="*/ 647 w 46"/>
                <a:gd name="T29" fmla="*/ 846 h 45"/>
                <a:gd name="T30" fmla="*/ 157 w 46"/>
                <a:gd name="T31" fmla="*/ 1385 h 45"/>
                <a:gd name="T32" fmla="*/ 53 w 46"/>
                <a:gd name="T33" fmla="*/ 1284 h 45"/>
                <a:gd name="T34" fmla="*/ 80 w 46"/>
                <a:gd name="T35" fmla="*/ 1284 h 45"/>
                <a:gd name="T36" fmla="*/ 103 w 46"/>
                <a:gd name="T37" fmla="*/ 1325 h 45"/>
                <a:gd name="T38" fmla="*/ 210 w 46"/>
                <a:gd name="T39" fmla="*/ 1284 h 45"/>
                <a:gd name="T40" fmla="*/ 514 w 46"/>
                <a:gd name="T41" fmla="*/ 786 h 45"/>
                <a:gd name="T42" fmla="*/ 541 w 46"/>
                <a:gd name="T43" fmla="*/ 757 h 45"/>
                <a:gd name="T44" fmla="*/ 1162 w 46"/>
                <a:gd name="T45" fmla="*/ 60 h 45"/>
                <a:gd name="T46" fmla="*/ 1189 w 46"/>
                <a:gd name="T47" fmla="*/ 60 h 45"/>
                <a:gd name="T48" fmla="*/ 1162 w 46"/>
                <a:gd name="T49" fmla="*/ 28 h 45"/>
                <a:gd name="T50" fmla="*/ 514 w 46"/>
                <a:gd name="T51" fmla="*/ 757 h 4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6" h="45">
                  <a:moveTo>
                    <a:pt x="20" y="24"/>
                  </a:moveTo>
                  <a:cubicBezTo>
                    <a:pt x="19" y="25"/>
                    <a:pt x="19" y="25"/>
                    <a:pt x="19" y="25"/>
                  </a:cubicBezTo>
                  <a:cubicBezTo>
                    <a:pt x="16" y="31"/>
                    <a:pt x="11" y="38"/>
                    <a:pt x="8" y="40"/>
                  </a:cubicBezTo>
                  <a:cubicBezTo>
                    <a:pt x="7" y="41"/>
                    <a:pt x="6" y="41"/>
                    <a:pt x="5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40"/>
                    <a:pt x="0" y="40"/>
                    <a:pt x="0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" y="44"/>
                    <a:pt x="2" y="45"/>
                    <a:pt x="6" y="45"/>
                  </a:cubicBezTo>
                  <a:cubicBezTo>
                    <a:pt x="13" y="45"/>
                    <a:pt x="19" y="38"/>
                    <a:pt x="26" y="28"/>
                  </a:cubicBezTo>
                  <a:cubicBezTo>
                    <a:pt x="32" y="18"/>
                    <a:pt x="39" y="7"/>
                    <a:pt x="45" y="8"/>
                  </a:cubicBezTo>
                  <a:cubicBezTo>
                    <a:pt x="45" y="8"/>
                    <a:pt x="45" y="8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38" y="6"/>
                    <a:pt x="31" y="17"/>
                    <a:pt x="25" y="27"/>
                  </a:cubicBezTo>
                  <a:cubicBezTo>
                    <a:pt x="19" y="37"/>
                    <a:pt x="13" y="44"/>
                    <a:pt x="6" y="44"/>
                  </a:cubicBezTo>
                  <a:cubicBezTo>
                    <a:pt x="3" y="44"/>
                    <a:pt x="3" y="44"/>
                    <a:pt x="2" y="41"/>
                  </a:cubicBezTo>
                  <a:cubicBezTo>
                    <a:pt x="2" y="41"/>
                    <a:pt x="3" y="41"/>
                    <a:pt x="3" y="41"/>
                  </a:cubicBezTo>
                  <a:cubicBezTo>
                    <a:pt x="3" y="42"/>
                    <a:pt x="4" y="42"/>
                    <a:pt x="4" y="42"/>
                  </a:cubicBezTo>
                  <a:cubicBezTo>
                    <a:pt x="6" y="43"/>
                    <a:pt x="8" y="41"/>
                    <a:pt x="8" y="41"/>
                  </a:cubicBezTo>
                  <a:cubicBezTo>
                    <a:pt x="12" y="38"/>
                    <a:pt x="16" y="31"/>
                    <a:pt x="20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8" y="13"/>
                    <a:pt x="36" y="1"/>
                    <a:pt x="45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1"/>
                    <a:pt x="46" y="1"/>
                    <a:pt x="45" y="1"/>
                  </a:cubicBezTo>
                  <a:cubicBezTo>
                    <a:pt x="35" y="0"/>
                    <a:pt x="27" y="12"/>
                    <a:pt x="20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82" name="Freeform 162">
              <a:extLst>
                <a:ext uri="{FF2B5EF4-FFF2-40B4-BE49-F238E27FC236}">
                  <a16:creationId xmlns:a16="http://schemas.microsoft.com/office/drawing/2014/main" id="{A132C431-FE85-4F1E-8C62-BC5BCAA21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769"/>
              <a:ext cx="139" cy="136"/>
            </a:xfrm>
            <a:custGeom>
              <a:avLst/>
              <a:gdLst>
                <a:gd name="T0" fmla="*/ 0 w 47"/>
                <a:gd name="T1" fmla="*/ 28 h 43"/>
                <a:gd name="T2" fmla="*/ 0 w 47"/>
                <a:gd name="T3" fmla="*/ 60 h 43"/>
                <a:gd name="T4" fmla="*/ 27 w 47"/>
                <a:gd name="T5" fmla="*/ 60 h 43"/>
                <a:gd name="T6" fmla="*/ 648 w 47"/>
                <a:gd name="T7" fmla="*/ 731 h 43"/>
                <a:gd name="T8" fmla="*/ 952 w 47"/>
                <a:gd name="T9" fmla="*/ 1230 h 43"/>
                <a:gd name="T10" fmla="*/ 1162 w 47"/>
                <a:gd name="T11" fmla="*/ 1202 h 43"/>
                <a:gd name="T12" fmla="*/ 1189 w 47"/>
                <a:gd name="T13" fmla="*/ 1202 h 43"/>
                <a:gd name="T14" fmla="*/ 1032 w 47"/>
                <a:gd name="T15" fmla="*/ 1332 h 43"/>
                <a:gd name="T16" fmla="*/ 541 w 47"/>
                <a:gd name="T17" fmla="*/ 819 h 43"/>
                <a:gd name="T18" fmla="*/ 27 w 47"/>
                <a:gd name="T19" fmla="*/ 221 h 43"/>
                <a:gd name="T20" fmla="*/ 27 w 47"/>
                <a:gd name="T21" fmla="*/ 221 h 43"/>
                <a:gd name="T22" fmla="*/ 27 w 47"/>
                <a:gd name="T23" fmla="*/ 250 h 43"/>
                <a:gd name="T24" fmla="*/ 515 w 47"/>
                <a:gd name="T25" fmla="*/ 851 h 43"/>
                <a:gd name="T26" fmla="*/ 1032 w 47"/>
                <a:gd name="T27" fmla="*/ 1360 h 43"/>
                <a:gd name="T28" fmla="*/ 1216 w 47"/>
                <a:gd name="T29" fmla="*/ 1202 h 43"/>
                <a:gd name="T30" fmla="*/ 1216 w 47"/>
                <a:gd name="T31" fmla="*/ 1170 h 43"/>
                <a:gd name="T32" fmla="*/ 1216 w 47"/>
                <a:gd name="T33" fmla="*/ 1170 h 43"/>
                <a:gd name="T34" fmla="*/ 1136 w 47"/>
                <a:gd name="T35" fmla="*/ 1202 h 43"/>
                <a:gd name="T36" fmla="*/ 979 w 47"/>
                <a:gd name="T37" fmla="*/ 1202 h 43"/>
                <a:gd name="T38" fmla="*/ 674 w 47"/>
                <a:gd name="T39" fmla="*/ 731 h 43"/>
                <a:gd name="T40" fmla="*/ 0 w 47"/>
                <a:gd name="T41" fmla="*/ 28 h 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" h="43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0" y="1"/>
                    <a:pt x="18" y="12"/>
                    <a:pt x="25" y="23"/>
                  </a:cubicBezTo>
                  <a:cubicBezTo>
                    <a:pt x="29" y="29"/>
                    <a:pt x="33" y="36"/>
                    <a:pt x="37" y="39"/>
                  </a:cubicBezTo>
                  <a:cubicBezTo>
                    <a:pt x="38" y="39"/>
                    <a:pt x="43" y="41"/>
                    <a:pt x="45" y="38"/>
                  </a:cubicBezTo>
                  <a:cubicBezTo>
                    <a:pt x="45" y="38"/>
                    <a:pt x="45" y="38"/>
                    <a:pt x="46" y="38"/>
                  </a:cubicBezTo>
                  <a:cubicBezTo>
                    <a:pt x="44" y="41"/>
                    <a:pt x="43" y="42"/>
                    <a:pt x="40" y="42"/>
                  </a:cubicBezTo>
                  <a:cubicBezTo>
                    <a:pt x="33" y="42"/>
                    <a:pt x="27" y="36"/>
                    <a:pt x="21" y="26"/>
                  </a:cubicBezTo>
                  <a:cubicBezTo>
                    <a:pt x="15" y="17"/>
                    <a:pt x="8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7" y="7"/>
                    <a:pt x="14" y="18"/>
                    <a:pt x="20" y="27"/>
                  </a:cubicBezTo>
                  <a:cubicBezTo>
                    <a:pt x="26" y="37"/>
                    <a:pt x="32" y="43"/>
                    <a:pt x="40" y="43"/>
                  </a:cubicBezTo>
                  <a:cubicBezTo>
                    <a:pt x="44" y="43"/>
                    <a:pt x="45" y="41"/>
                    <a:pt x="47" y="38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3" y="40"/>
                    <a:pt x="38" y="38"/>
                    <a:pt x="38" y="38"/>
                  </a:cubicBezTo>
                  <a:cubicBezTo>
                    <a:pt x="34" y="35"/>
                    <a:pt x="30" y="29"/>
                    <a:pt x="26" y="23"/>
                  </a:cubicBezTo>
                  <a:cubicBezTo>
                    <a:pt x="18" y="11"/>
                    <a:pt x="11" y="0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83" name="Freeform 163">
              <a:extLst>
                <a:ext uri="{FF2B5EF4-FFF2-40B4-BE49-F238E27FC236}">
                  <a16:creationId xmlns:a16="http://schemas.microsoft.com/office/drawing/2014/main" id="{2925B083-1FE5-4A4C-BFB6-297C44BAC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709"/>
              <a:ext cx="113" cy="54"/>
            </a:xfrm>
            <a:custGeom>
              <a:avLst/>
              <a:gdLst>
                <a:gd name="T0" fmla="*/ 0 w 38"/>
                <a:gd name="T1" fmla="*/ 546 h 17"/>
                <a:gd name="T2" fmla="*/ 999 w 38"/>
                <a:gd name="T3" fmla="*/ 0 h 17"/>
                <a:gd name="T4" fmla="*/ 0 w 38"/>
                <a:gd name="T5" fmla="*/ 54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7">
                  <a:moveTo>
                    <a:pt x="0" y="17"/>
                  </a:moveTo>
                  <a:cubicBezTo>
                    <a:pt x="8" y="12"/>
                    <a:pt x="32" y="1"/>
                    <a:pt x="38" y="0"/>
                  </a:cubicBezTo>
                  <a:cubicBezTo>
                    <a:pt x="33" y="4"/>
                    <a:pt x="5" y="16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84" name="Freeform 164">
              <a:extLst>
                <a:ext uri="{FF2B5EF4-FFF2-40B4-BE49-F238E27FC236}">
                  <a16:creationId xmlns:a16="http://schemas.microsoft.com/office/drawing/2014/main" id="{1EF17D32-EC2E-4C2D-B4BE-73F4A5EE3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567"/>
              <a:ext cx="107" cy="95"/>
            </a:xfrm>
            <a:custGeom>
              <a:avLst/>
              <a:gdLst>
                <a:gd name="T0" fmla="*/ 945 w 36"/>
                <a:gd name="T1" fmla="*/ 0 h 30"/>
                <a:gd name="T2" fmla="*/ 0 w 36"/>
                <a:gd name="T3" fmla="*/ 953 h 30"/>
                <a:gd name="T4" fmla="*/ 945 w 3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0">
                  <a:moveTo>
                    <a:pt x="36" y="0"/>
                  </a:moveTo>
                  <a:cubicBezTo>
                    <a:pt x="33" y="10"/>
                    <a:pt x="30" y="21"/>
                    <a:pt x="0" y="30"/>
                  </a:cubicBezTo>
                  <a:cubicBezTo>
                    <a:pt x="20" y="27"/>
                    <a:pt x="36" y="1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85" name="Freeform 165">
              <a:extLst>
                <a:ext uri="{FF2B5EF4-FFF2-40B4-BE49-F238E27FC236}">
                  <a16:creationId xmlns:a16="http://schemas.microsoft.com/office/drawing/2014/main" id="{FC13E587-7919-4EA0-9288-FC9E3B6B1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605"/>
              <a:ext cx="48" cy="60"/>
            </a:xfrm>
            <a:custGeom>
              <a:avLst/>
              <a:gdLst>
                <a:gd name="T0" fmla="*/ 243 w 16"/>
                <a:gd name="T1" fmla="*/ 0 h 19"/>
                <a:gd name="T2" fmla="*/ 351 w 16"/>
                <a:gd name="T3" fmla="*/ 351 h 19"/>
                <a:gd name="T4" fmla="*/ 0 w 16"/>
                <a:gd name="T5" fmla="*/ 597 h 19"/>
                <a:gd name="T6" fmla="*/ 432 w 16"/>
                <a:gd name="T7" fmla="*/ 407 h 19"/>
                <a:gd name="T8" fmla="*/ 243 w 16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9" y="0"/>
                  </a:moveTo>
                  <a:cubicBezTo>
                    <a:pt x="12" y="6"/>
                    <a:pt x="13" y="8"/>
                    <a:pt x="13" y="11"/>
                  </a:cubicBezTo>
                  <a:cubicBezTo>
                    <a:pt x="13" y="14"/>
                    <a:pt x="12" y="16"/>
                    <a:pt x="0" y="19"/>
                  </a:cubicBezTo>
                  <a:cubicBezTo>
                    <a:pt x="14" y="17"/>
                    <a:pt x="16" y="15"/>
                    <a:pt x="16" y="13"/>
                  </a:cubicBezTo>
                  <a:cubicBezTo>
                    <a:pt x="16" y="10"/>
                    <a:pt x="11" y="3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86" name="Freeform 166">
              <a:extLst>
                <a:ext uri="{FF2B5EF4-FFF2-40B4-BE49-F238E27FC236}">
                  <a16:creationId xmlns:a16="http://schemas.microsoft.com/office/drawing/2014/main" id="{038470E6-B497-4D6B-B540-26447ABAF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273"/>
              <a:ext cx="33" cy="174"/>
            </a:xfrm>
            <a:custGeom>
              <a:avLst/>
              <a:gdLst>
                <a:gd name="T0" fmla="*/ 0 w 11"/>
                <a:gd name="T1" fmla="*/ 0 h 55"/>
                <a:gd name="T2" fmla="*/ 297 w 11"/>
                <a:gd name="T3" fmla="*/ 174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5">
                  <a:moveTo>
                    <a:pt x="0" y="0"/>
                  </a:moveTo>
                  <a:cubicBezTo>
                    <a:pt x="5" y="13"/>
                    <a:pt x="10" y="45"/>
                    <a:pt x="11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87" name="Oval 167">
              <a:extLst>
                <a:ext uri="{FF2B5EF4-FFF2-40B4-BE49-F238E27FC236}">
                  <a16:creationId xmlns:a16="http://schemas.microsoft.com/office/drawing/2014/main" id="{A0C5C2ED-210A-4AB0-A0EA-CB5761A50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" y="2233"/>
              <a:ext cx="12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88" name="Oval 168">
              <a:extLst>
                <a:ext uri="{FF2B5EF4-FFF2-40B4-BE49-F238E27FC236}">
                  <a16:creationId xmlns:a16="http://schemas.microsoft.com/office/drawing/2014/main" id="{9E182149-82FF-43C4-A0A3-5E67816DC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2230"/>
              <a:ext cx="11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89" name="Oval 169">
              <a:extLst>
                <a:ext uri="{FF2B5EF4-FFF2-40B4-BE49-F238E27FC236}">
                  <a16:creationId xmlns:a16="http://schemas.microsoft.com/office/drawing/2014/main" id="{1E92BDE3-658E-41BF-9EB6-3154F35F4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221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90" name="Oval 170">
              <a:extLst>
                <a:ext uri="{FF2B5EF4-FFF2-40B4-BE49-F238E27FC236}">
                  <a16:creationId xmlns:a16="http://schemas.microsoft.com/office/drawing/2014/main" id="{E58FF6F9-F439-4F2F-BDF7-F3A47287D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" y="222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91" name="Oval 171">
              <a:extLst>
                <a:ext uri="{FF2B5EF4-FFF2-40B4-BE49-F238E27FC236}">
                  <a16:creationId xmlns:a16="http://schemas.microsoft.com/office/drawing/2014/main" id="{00BA5E09-32B0-484D-A287-DEE9E3AC4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5" y="2255"/>
              <a:ext cx="12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92" name="Oval 172">
              <a:extLst>
                <a:ext uri="{FF2B5EF4-FFF2-40B4-BE49-F238E27FC236}">
                  <a16:creationId xmlns:a16="http://schemas.microsoft.com/office/drawing/2014/main" id="{AC414BF6-3BC3-426F-8928-8FBA631D6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230"/>
              <a:ext cx="11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93" name="Oval 173">
              <a:extLst>
                <a:ext uri="{FF2B5EF4-FFF2-40B4-BE49-F238E27FC236}">
                  <a16:creationId xmlns:a16="http://schemas.microsoft.com/office/drawing/2014/main" id="{734069BA-9B7F-4A26-A976-AE5DFA2A6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" y="2233"/>
              <a:ext cx="11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94" name="Oval 174">
              <a:extLst>
                <a:ext uri="{FF2B5EF4-FFF2-40B4-BE49-F238E27FC236}">
                  <a16:creationId xmlns:a16="http://schemas.microsoft.com/office/drawing/2014/main" id="{40E62899-A57D-40CA-A67F-CA85568D6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2" y="2210"/>
              <a:ext cx="11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95" name="Oval 175">
              <a:extLst>
                <a:ext uri="{FF2B5EF4-FFF2-40B4-BE49-F238E27FC236}">
                  <a16:creationId xmlns:a16="http://schemas.microsoft.com/office/drawing/2014/main" id="{FC68B96C-2CD0-4F9E-94A6-DA88F1E5F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" y="2189"/>
              <a:ext cx="11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96" name="Oval 176">
              <a:extLst>
                <a:ext uri="{FF2B5EF4-FFF2-40B4-BE49-F238E27FC236}">
                  <a16:creationId xmlns:a16="http://schemas.microsoft.com/office/drawing/2014/main" id="{EB7F94ED-EACC-4A35-8236-069A19923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195"/>
              <a:ext cx="11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97" name="Oval 177">
              <a:extLst>
                <a:ext uri="{FF2B5EF4-FFF2-40B4-BE49-F238E27FC236}">
                  <a16:creationId xmlns:a16="http://schemas.microsoft.com/office/drawing/2014/main" id="{75C90961-B34D-4804-95F5-72024BDE6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2195"/>
              <a:ext cx="12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98" name="Oval 178">
              <a:extLst>
                <a:ext uri="{FF2B5EF4-FFF2-40B4-BE49-F238E27FC236}">
                  <a16:creationId xmlns:a16="http://schemas.microsoft.com/office/drawing/2014/main" id="{D1D2433C-6E62-4F73-A145-C989A0DC6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2210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099" name="Oval 179">
              <a:extLst>
                <a:ext uri="{FF2B5EF4-FFF2-40B4-BE49-F238E27FC236}">
                  <a16:creationId xmlns:a16="http://schemas.microsoft.com/office/drawing/2014/main" id="{1B503499-954F-4ED0-8304-9247ADFFF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222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00" name="Oval 180">
              <a:extLst>
                <a:ext uri="{FF2B5EF4-FFF2-40B4-BE49-F238E27FC236}">
                  <a16:creationId xmlns:a16="http://schemas.microsoft.com/office/drawing/2014/main" id="{96C5F1C5-0901-4058-9995-B0FE7D015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224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01" name="Oval 181">
              <a:extLst>
                <a:ext uri="{FF2B5EF4-FFF2-40B4-BE49-F238E27FC236}">
                  <a16:creationId xmlns:a16="http://schemas.microsoft.com/office/drawing/2014/main" id="{C488B539-30ED-4362-8749-FBA322280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8" y="2261"/>
              <a:ext cx="11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02" name="Oval 182">
              <a:extLst>
                <a:ext uri="{FF2B5EF4-FFF2-40B4-BE49-F238E27FC236}">
                  <a16:creationId xmlns:a16="http://schemas.microsoft.com/office/drawing/2014/main" id="{BFE832DA-5081-4CCE-9D7F-258FB8BCF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228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03" name="Oval 183">
              <a:extLst>
                <a:ext uri="{FF2B5EF4-FFF2-40B4-BE49-F238E27FC236}">
                  <a16:creationId xmlns:a16="http://schemas.microsoft.com/office/drawing/2014/main" id="{F3EC15D7-C36D-4420-B254-4269263EE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9" y="2305"/>
              <a:ext cx="12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04" name="Oval 184">
              <a:extLst>
                <a:ext uri="{FF2B5EF4-FFF2-40B4-BE49-F238E27FC236}">
                  <a16:creationId xmlns:a16="http://schemas.microsoft.com/office/drawing/2014/main" id="{3ECBE88A-A74D-45AF-986B-2FBA097BF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32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05" name="Oval 185">
              <a:extLst>
                <a:ext uri="{FF2B5EF4-FFF2-40B4-BE49-F238E27FC236}">
                  <a16:creationId xmlns:a16="http://schemas.microsoft.com/office/drawing/2014/main" id="{FE4E4CE8-96BC-4962-A5BB-32D01C3D5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2337"/>
              <a:ext cx="12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06" name="Oval 186">
              <a:extLst>
                <a:ext uri="{FF2B5EF4-FFF2-40B4-BE49-F238E27FC236}">
                  <a16:creationId xmlns:a16="http://schemas.microsoft.com/office/drawing/2014/main" id="{9D89BDC4-2037-4FCB-8E35-829026E68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232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07" name="Oval 187">
              <a:extLst>
                <a:ext uri="{FF2B5EF4-FFF2-40B4-BE49-F238E27FC236}">
                  <a16:creationId xmlns:a16="http://schemas.microsoft.com/office/drawing/2014/main" id="{2E48A781-DFB5-4137-B99B-FCDAE97BE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8" y="2296"/>
              <a:ext cx="11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08" name="Oval 188">
              <a:extLst>
                <a:ext uri="{FF2B5EF4-FFF2-40B4-BE49-F238E27FC236}">
                  <a16:creationId xmlns:a16="http://schemas.microsoft.com/office/drawing/2014/main" id="{1E55B30F-198F-4160-BF94-FAA9EDB89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" y="2343"/>
              <a:ext cx="11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09" name="Oval 189">
              <a:extLst>
                <a:ext uri="{FF2B5EF4-FFF2-40B4-BE49-F238E27FC236}">
                  <a16:creationId xmlns:a16="http://schemas.microsoft.com/office/drawing/2014/main" id="{F7F5539A-5441-4B54-9801-2EF211502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2369"/>
              <a:ext cx="13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10" name="Oval 190">
              <a:extLst>
                <a:ext uri="{FF2B5EF4-FFF2-40B4-BE49-F238E27FC236}">
                  <a16:creationId xmlns:a16="http://schemas.microsoft.com/office/drawing/2014/main" id="{294200B6-42C0-4F76-A75B-15DCEB7E9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355"/>
              <a:ext cx="12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11" name="Oval 191">
              <a:extLst>
                <a:ext uri="{FF2B5EF4-FFF2-40B4-BE49-F238E27FC236}">
                  <a16:creationId xmlns:a16="http://schemas.microsoft.com/office/drawing/2014/main" id="{1203BA9C-5A14-495A-AA02-C54618871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0" y="2280"/>
              <a:ext cx="11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12" name="Oval 192">
              <a:extLst>
                <a:ext uri="{FF2B5EF4-FFF2-40B4-BE49-F238E27FC236}">
                  <a16:creationId xmlns:a16="http://schemas.microsoft.com/office/drawing/2014/main" id="{B0AED81A-BB1F-46C9-B0A5-271C39BA4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5" y="2302"/>
              <a:ext cx="12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13" name="Oval 193">
              <a:extLst>
                <a:ext uri="{FF2B5EF4-FFF2-40B4-BE49-F238E27FC236}">
                  <a16:creationId xmlns:a16="http://schemas.microsoft.com/office/drawing/2014/main" id="{FDEB43F2-3466-47AC-A982-C77FB4C12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" y="232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14" name="Oval 194">
              <a:extLst>
                <a:ext uri="{FF2B5EF4-FFF2-40B4-BE49-F238E27FC236}">
                  <a16:creationId xmlns:a16="http://schemas.microsoft.com/office/drawing/2014/main" id="{562446C5-7A2A-44DE-9CB0-1CFD88EE7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7" y="2311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15" name="Oval 195">
              <a:extLst>
                <a:ext uri="{FF2B5EF4-FFF2-40B4-BE49-F238E27FC236}">
                  <a16:creationId xmlns:a16="http://schemas.microsoft.com/office/drawing/2014/main" id="{D169689B-4287-42BE-9E7B-5563668B0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228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16" name="Oval 196">
              <a:extLst>
                <a:ext uri="{FF2B5EF4-FFF2-40B4-BE49-F238E27FC236}">
                  <a16:creationId xmlns:a16="http://schemas.microsoft.com/office/drawing/2014/main" id="{523D4036-167C-423F-B951-7EEEA8956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0" y="2264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17" name="Oval 197">
              <a:extLst>
                <a:ext uri="{FF2B5EF4-FFF2-40B4-BE49-F238E27FC236}">
                  <a16:creationId xmlns:a16="http://schemas.microsoft.com/office/drawing/2014/main" id="{06FA7276-B365-458E-A60F-A9BCB28AF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222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18" name="Oval 198">
              <a:extLst>
                <a:ext uri="{FF2B5EF4-FFF2-40B4-BE49-F238E27FC236}">
                  <a16:creationId xmlns:a16="http://schemas.microsoft.com/office/drawing/2014/main" id="{B58A7644-3838-4209-9FED-0C12786C0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22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19" name="Oval 199">
              <a:extLst>
                <a:ext uri="{FF2B5EF4-FFF2-40B4-BE49-F238E27FC236}">
                  <a16:creationId xmlns:a16="http://schemas.microsoft.com/office/drawing/2014/main" id="{DA6DB03F-6E3A-45B1-A2BA-991F5C316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9" y="2220"/>
              <a:ext cx="11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20" name="Oval 200">
              <a:extLst>
                <a:ext uri="{FF2B5EF4-FFF2-40B4-BE49-F238E27FC236}">
                  <a16:creationId xmlns:a16="http://schemas.microsoft.com/office/drawing/2014/main" id="{FBB04C9F-0F35-4B21-A338-77A0AD8EB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7" y="2337"/>
              <a:ext cx="13" cy="1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21" name="Oval 201">
              <a:extLst>
                <a:ext uri="{FF2B5EF4-FFF2-40B4-BE49-F238E27FC236}">
                  <a16:creationId xmlns:a16="http://schemas.microsoft.com/office/drawing/2014/main" id="{4F53F165-BCE1-41CC-8C9C-D6285C5D9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3" y="2314"/>
              <a:ext cx="5" cy="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22" name="Oval 202">
              <a:extLst>
                <a:ext uri="{FF2B5EF4-FFF2-40B4-BE49-F238E27FC236}">
                  <a16:creationId xmlns:a16="http://schemas.microsoft.com/office/drawing/2014/main" id="{445FCE35-31FC-406E-BE46-AF8CA21D7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0" y="2328"/>
              <a:ext cx="5" cy="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23" name="Oval 203">
              <a:extLst>
                <a:ext uri="{FF2B5EF4-FFF2-40B4-BE49-F238E27FC236}">
                  <a16:creationId xmlns:a16="http://schemas.microsoft.com/office/drawing/2014/main" id="{9B09E83C-637E-43D4-8254-4BB092060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2302"/>
              <a:ext cx="6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24" name="Oval 204">
              <a:extLst>
                <a:ext uri="{FF2B5EF4-FFF2-40B4-BE49-F238E27FC236}">
                  <a16:creationId xmlns:a16="http://schemas.microsoft.com/office/drawing/2014/main" id="{C67ADD62-69C0-4844-AD4E-A791A87E7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" y="2293"/>
              <a:ext cx="8" cy="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25" name="Oval 205">
              <a:extLst>
                <a:ext uri="{FF2B5EF4-FFF2-40B4-BE49-F238E27FC236}">
                  <a16:creationId xmlns:a16="http://schemas.microsoft.com/office/drawing/2014/main" id="{D6459237-32AD-44C5-9967-C0EAC1B90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5" y="2290"/>
              <a:ext cx="9" cy="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26" name="Oval 206">
              <a:extLst>
                <a:ext uri="{FF2B5EF4-FFF2-40B4-BE49-F238E27FC236}">
                  <a16:creationId xmlns:a16="http://schemas.microsoft.com/office/drawing/2014/main" id="{E1E7B597-DC24-4178-A022-7698F4415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3" y="2264"/>
              <a:ext cx="5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27" name="Oval 207">
              <a:extLst>
                <a:ext uri="{FF2B5EF4-FFF2-40B4-BE49-F238E27FC236}">
                  <a16:creationId xmlns:a16="http://schemas.microsoft.com/office/drawing/2014/main" id="{A58030C0-6851-44F6-98B8-B40AEE750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" y="2239"/>
              <a:ext cx="6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28" name="Oval 208">
              <a:extLst>
                <a:ext uri="{FF2B5EF4-FFF2-40B4-BE49-F238E27FC236}">
                  <a16:creationId xmlns:a16="http://schemas.microsoft.com/office/drawing/2014/main" id="{5C843BD3-7F0E-4157-87EE-0865B3DB1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2216"/>
              <a:ext cx="6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29" name="Oval 209">
              <a:extLst>
                <a:ext uri="{FF2B5EF4-FFF2-40B4-BE49-F238E27FC236}">
                  <a16:creationId xmlns:a16="http://schemas.microsoft.com/office/drawing/2014/main" id="{CA21DDC6-1E4F-46B2-BAAB-3C4ACA6D2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" y="2216"/>
              <a:ext cx="6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30" name="Oval 210">
              <a:extLst>
                <a:ext uri="{FF2B5EF4-FFF2-40B4-BE49-F238E27FC236}">
                  <a16:creationId xmlns:a16="http://schemas.microsoft.com/office/drawing/2014/main" id="{50E05467-F667-408D-85B1-97640AA47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2226"/>
              <a:ext cx="7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31" name="Oval 211">
              <a:extLst>
                <a:ext uri="{FF2B5EF4-FFF2-40B4-BE49-F238E27FC236}">
                  <a16:creationId xmlns:a16="http://schemas.microsoft.com/office/drawing/2014/main" id="{567845BC-7DB8-4D95-83A3-49ADDA03C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4" y="2248"/>
              <a:ext cx="6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32" name="Oval 212">
              <a:extLst>
                <a:ext uri="{FF2B5EF4-FFF2-40B4-BE49-F238E27FC236}">
                  <a16:creationId xmlns:a16="http://schemas.microsoft.com/office/drawing/2014/main" id="{CF95FABF-914D-4E55-8B67-E9E489F9E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" y="2210"/>
              <a:ext cx="9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33" name="Oval 213">
              <a:extLst>
                <a:ext uri="{FF2B5EF4-FFF2-40B4-BE49-F238E27FC236}">
                  <a16:creationId xmlns:a16="http://schemas.microsoft.com/office/drawing/2014/main" id="{1F7C5E28-9BC8-4D35-8612-7A49B186B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" y="2223"/>
              <a:ext cx="7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34" name="Oval 214">
              <a:extLst>
                <a:ext uri="{FF2B5EF4-FFF2-40B4-BE49-F238E27FC236}">
                  <a16:creationId xmlns:a16="http://schemas.microsoft.com/office/drawing/2014/main" id="{36953FF0-1562-4DA4-935C-BA515D579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2207"/>
              <a:ext cx="6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35" name="Oval 215">
              <a:extLst>
                <a:ext uri="{FF2B5EF4-FFF2-40B4-BE49-F238E27FC236}">
                  <a16:creationId xmlns:a16="http://schemas.microsoft.com/office/drawing/2014/main" id="{8E765835-7DCC-4885-AE89-9C97C380B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213"/>
              <a:ext cx="6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36" name="Oval 216">
              <a:extLst>
                <a:ext uri="{FF2B5EF4-FFF2-40B4-BE49-F238E27FC236}">
                  <a16:creationId xmlns:a16="http://schemas.microsoft.com/office/drawing/2014/main" id="{A27617C5-BAED-4606-95C1-5112A7181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" y="2216"/>
              <a:ext cx="6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37" name="Oval 217">
              <a:extLst>
                <a:ext uri="{FF2B5EF4-FFF2-40B4-BE49-F238E27FC236}">
                  <a16:creationId xmlns:a16="http://schemas.microsoft.com/office/drawing/2014/main" id="{ABDF77D3-4E83-4AA7-85BD-DB3353461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2236"/>
              <a:ext cx="6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38" name="Oval 218">
              <a:extLst>
                <a:ext uri="{FF2B5EF4-FFF2-40B4-BE49-F238E27FC236}">
                  <a16:creationId xmlns:a16="http://schemas.microsoft.com/office/drawing/2014/main" id="{A2B9E9FA-68F2-43E8-A376-E132B18FA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" y="2195"/>
              <a:ext cx="9" cy="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39" name="Oval 219">
              <a:extLst>
                <a:ext uri="{FF2B5EF4-FFF2-40B4-BE49-F238E27FC236}">
                  <a16:creationId xmlns:a16="http://schemas.microsoft.com/office/drawing/2014/main" id="{48258977-EBC2-42D4-AC8C-E03AC343E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" y="2178"/>
              <a:ext cx="5" cy="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40" name="Oval 220">
              <a:extLst>
                <a:ext uri="{FF2B5EF4-FFF2-40B4-BE49-F238E27FC236}">
                  <a16:creationId xmlns:a16="http://schemas.microsoft.com/office/drawing/2014/main" id="{4FFF607B-C51E-406A-A577-3DE2B24E9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0" y="2192"/>
              <a:ext cx="6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41" name="Oval 221">
              <a:extLst>
                <a:ext uri="{FF2B5EF4-FFF2-40B4-BE49-F238E27FC236}">
                  <a16:creationId xmlns:a16="http://schemas.microsoft.com/office/drawing/2014/main" id="{FAFFF001-A0BF-40B1-A9C5-14BC15655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181"/>
              <a:ext cx="6" cy="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42" name="Oval 222">
              <a:extLst>
                <a:ext uri="{FF2B5EF4-FFF2-40B4-BE49-F238E27FC236}">
                  <a16:creationId xmlns:a16="http://schemas.microsoft.com/office/drawing/2014/main" id="{AF3A39EF-7022-4E8E-B458-4ED2FF154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2189"/>
              <a:ext cx="5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43" name="Oval 223">
              <a:extLst>
                <a:ext uri="{FF2B5EF4-FFF2-40B4-BE49-F238E27FC236}">
                  <a16:creationId xmlns:a16="http://schemas.microsoft.com/office/drawing/2014/main" id="{CCCCDE4A-0CE0-4322-8879-61065B7CF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2204"/>
              <a:ext cx="6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44" name="Oval 224">
              <a:extLst>
                <a:ext uri="{FF2B5EF4-FFF2-40B4-BE49-F238E27FC236}">
                  <a16:creationId xmlns:a16="http://schemas.microsoft.com/office/drawing/2014/main" id="{C832305B-DC1F-446F-A777-660D81E6F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2213"/>
              <a:ext cx="6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45" name="Oval 225">
              <a:extLst>
                <a:ext uri="{FF2B5EF4-FFF2-40B4-BE49-F238E27FC236}">
                  <a16:creationId xmlns:a16="http://schemas.microsoft.com/office/drawing/2014/main" id="{19006334-03C9-426F-B5CA-80E9980DD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1" y="2226"/>
              <a:ext cx="6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46" name="Oval 226">
              <a:extLst>
                <a:ext uri="{FF2B5EF4-FFF2-40B4-BE49-F238E27FC236}">
                  <a16:creationId xmlns:a16="http://schemas.microsoft.com/office/drawing/2014/main" id="{77C8935A-B381-414A-8366-202C636A3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2242"/>
              <a:ext cx="6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47" name="Oval 227">
              <a:extLst>
                <a:ext uri="{FF2B5EF4-FFF2-40B4-BE49-F238E27FC236}">
                  <a16:creationId xmlns:a16="http://schemas.microsoft.com/office/drawing/2014/main" id="{7C89C146-239B-4FEC-85AB-737C8C613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2255"/>
              <a:ext cx="9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48" name="Oval 228">
              <a:extLst>
                <a:ext uri="{FF2B5EF4-FFF2-40B4-BE49-F238E27FC236}">
                  <a16:creationId xmlns:a16="http://schemas.microsoft.com/office/drawing/2014/main" id="{0D4EEEFE-42F1-48B3-95E0-01AA6614C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2273"/>
              <a:ext cx="6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49" name="Oval 229">
              <a:extLst>
                <a:ext uri="{FF2B5EF4-FFF2-40B4-BE49-F238E27FC236}">
                  <a16:creationId xmlns:a16="http://schemas.microsoft.com/office/drawing/2014/main" id="{06EB0AA3-030C-4396-802C-E7ABAFA65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" y="2290"/>
              <a:ext cx="7" cy="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50" name="Oval 230">
              <a:extLst>
                <a:ext uri="{FF2B5EF4-FFF2-40B4-BE49-F238E27FC236}">
                  <a16:creationId xmlns:a16="http://schemas.microsoft.com/office/drawing/2014/main" id="{7CF4122A-710D-446A-8DF6-713B6A5D1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2317"/>
              <a:ext cx="6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51" name="Oval 231">
              <a:extLst>
                <a:ext uri="{FF2B5EF4-FFF2-40B4-BE49-F238E27FC236}">
                  <a16:creationId xmlns:a16="http://schemas.microsoft.com/office/drawing/2014/main" id="{C44B1AB5-70F1-40DB-B8DA-3E64EF4E6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2340"/>
              <a:ext cx="6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52" name="Oval 232">
              <a:extLst>
                <a:ext uri="{FF2B5EF4-FFF2-40B4-BE49-F238E27FC236}">
                  <a16:creationId xmlns:a16="http://schemas.microsoft.com/office/drawing/2014/main" id="{2F7941D2-E9EC-482A-9E7F-AE6EFE911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2337"/>
              <a:ext cx="5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53" name="Oval 233">
              <a:extLst>
                <a:ext uri="{FF2B5EF4-FFF2-40B4-BE49-F238E27FC236}">
                  <a16:creationId xmlns:a16="http://schemas.microsoft.com/office/drawing/2014/main" id="{CC32A03D-ABE6-47FD-8F0D-B9E92B273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349"/>
              <a:ext cx="9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54" name="Oval 234">
              <a:extLst>
                <a:ext uri="{FF2B5EF4-FFF2-40B4-BE49-F238E27FC236}">
                  <a16:creationId xmlns:a16="http://schemas.microsoft.com/office/drawing/2014/main" id="{686DEE30-4CC2-4C9B-A120-408A90C17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" y="2355"/>
              <a:ext cx="5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55" name="Oval 235">
              <a:extLst>
                <a:ext uri="{FF2B5EF4-FFF2-40B4-BE49-F238E27FC236}">
                  <a16:creationId xmlns:a16="http://schemas.microsoft.com/office/drawing/2014/main" id="{79C828A6-53F1-440A-AA45-573A86E1E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2375"/>
              <a:ext cx="9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56" name="Oval 236">
              <a:extLst>
                <a:ext uri="{FF2B5EF4-FFF2-40B4-BE49-F238E27FC236}">
                  <a16:creationId xmlns:a16="http://schemas.microsoft.com/office/drawing/2014/main" id="{A70E2056-ABD9-4596-AE00-FBC745955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387"/>
              <a:ext cx="6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57" name="Oval 237">
              <a:extLst>
                <a:ext uri="{FF2B5EF4-FFF2-40B4-BE49-F238E27FC236}">
                  <a16:creationId xmlns:a16="http://schemas.microsoft.com/office/drawing/2014/main" id="{5F2A957D-BE7A-4ED0-BEC0-D6B8F65B2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403"/>
              <a:ext cx="6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58" name="Oval 238">
              <a:extLst>
                <a:ext uri="{FF2B5EF4-FFF2-40B4-BE49-F238E27FC236}">
                  <a16:creationId xmlns:a16="http://schemas.microsoft.com/office/drawing/2014/main" id="{6F524043-9FB8-4A26-BC18-3B2857A58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415"/>
              <a:ext cx="6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59" name="Oval 239">
              <a:extLst>
                <a:ext uri="{FF2B5EF4-FFF2-40B4-BE49-F238E27FC236}">
                  <a16:creationId xmlns:a16="http://schemas.microsoft.com/office/drawing/2014/main" id="{E7067EF5-0A33-47A1-B838-13DFBF258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428"/>
              <a:ext cx="6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60" name="Oval 240">
              <a:extLst>
                <a:ext uri="{FF2B5EF4-FFF2-40B4-BE49-F238E27FC236}">
                  <a16:creationId xmlns:a16="http://schemas.microsoft.com/office/drawing/2014/main" id="{B4F681AA-F0C9-4149-89D7-C7B76651B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1" y="2387"/>
              <a:ext cx="9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61" name="Oval 241">
              <a:extLst>
                <a:ext uri="{FF2B5EF4-FFF2-40B4-BE49-F238E27FC236}">
                  <a16:creationId xmlns:a16="http://schemas.microsoft.com/office/drawing/2014/main" id="{1F4EC456-C395-4B0A-BC6F-75A7A991C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9" y="2378"/>
              <a:ext cx="5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62" name="Oval 242">
              <a:extLst>
                <a:ext uri="{FF2B5EF4-FFF2-40B4-BE49-F238E27FC236}">
                  <a16:creationId xmlns:a16="http://schemas.microsoft.com/office/drawing/2014/main" id="{6171E264-7FF5-4D3E-8F7C-4BD49AA3F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2365"/>
              <a:ext cx="5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63" name="Oval 243">
              <a:extLst>
                <a:ext uri="{FF2B5EF4-FFF2-40B4-BE49-F238E27FC236}">
                  <a16:creationId xmlns:a16="http://schemas.microsoft.com/office/drawing/2014/main" id="{7F1B3173-0928-461B-BCA6-3088208C3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2358"/>
              <a:ext cx="6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64" name="Oval 244">
              <a:extLst>
                <a:ext uri="{FF2B5EF4-FFF2-40B4-BE49-F238E27FC236}">
                  <a16:creationId xmlns:a16="http://schemas.microsoft.com/office/drawing/2014/main" id="{0A3B6313-75A1-494A-B5C6-D58D0F39F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2343"/>
              <a:ext cx="9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65" name="Oval 245">
              <a:extLst>
                <a:ext uri="{FF2B5EF4-FFF2-40B4-BE49-F238E27FC236}">
                  <a16:creationId xmlns:a16="http://schemas.microsoft.com/office/drawing/2014/main" id="{88FC243A-3AAF-4C18-940C-C8F65EA3E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" y="2393"/>
              <a:ext cx="6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66" name="Oval 246">
              <a:extLst>
                <a:ext uri="{FF2B5EF4-FFF2-40B4-BE49-F238E27FC236}">
                  <a16:creationId xmlns:a16="http://schemas.microsoft.com/office/drawing/2014/main" id="{42831217-2501-44D1-B453-B0DB97008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" y="2406"/>
              <a:ext cx="8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67" name="Oval 247">
              <a:extLst>
                <a:ext uri="{FF2B5EF4-FFF2-40B4-BE49-F238E27FC236}">
                  <a16:creationId xmlns:a16="http://schemas.microsoft.com/office/drawing/2014/main" id="{D5FCED19-4A32-4AA3-9A01-D75721BE8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210"/>
              <a:ext cx="8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68" name="Oval 248">
              <a:extLst>
                <a:ext uri="{FF2B5EF4-FFF2-40B4-BE49-F238E27FC236}">
                  <a16:creationId xmlns:a16="http://schemas.microsoft.com/office/drawing/2014/main" id="{BB7B1B27-EC18-440A-A07B-C4CDA035F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" y="2198"/>
              <a:ext cx="5" cy="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69" name="Oval 249">
              <a:extLst>
                <a:ext uri="{FF2B5EF4-FFF2-40B4-BE49-F238E27FC236}">
                  <a16:creationId xmlns:a16="http://schemas.microsoft.com/office/drawing/2014/main" id="{EF94EC46-90AF-450D-949D-B326F879F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236"/>
              <a:ext cx="6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70" name="Oval 250">
              <a:extLst>
                <a:ext uri="{FF2B5EF4-FFF2-40B4-BE49-F238E27FC236}">
                  <a16:creationId xmlns:a16="http://schemas.microsoft.com/office/drawing/2014/main" id="{7D5CDE13-9FF8-40AF-AF98-6E385C99A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2236"/>
              <a:ext cx="6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71" name="Oval 251">
              <a:extLst>
                <a:ext uri="{FF2B5EF4-FFF2-40B4-BE49-F238E27FC236}">
                  <a16:creationId xmlns:a16="http://schemas.microsoft.com/office/drawing/2014/main" id="{789CB6EC-9B1E-4CA4-B340-869B82556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2255"/>
              <a:ext cx="7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72" name="Oval 252">
              <a:extLst>
                <a:ext uri="{FF2B5EF4-FFF2-40B4-BE49-F238E27FC236}">
                  <a16:creationId xmlns:a16="http://schemas.microsoft.com/office/drawing/2014/main" id="{E73A9709-3D75-4FD2-8CC8-76662D540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2248"/>
              <a:ext cx="5" cy="7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73" name="Oval 253">
              <a:extLst>
                <a:ext uri="{FF2B5EF4-FFF2-40B4-BE49-F238E27FC236}">
                  <a16:creationId xmlns:a16="http://schemas.microsoft.com/office/drawing/2014/main" id="{0B6FAAC6-383B-4759-A011-C685B4B7F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" y="2267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74" name="Oval 254">
              <a:extLst>
                <a:ext uri="{FF2B5EF4-FFF2-40B4-BE49-F238E27FC236}">
                  <a16:creationId xmlns:a16="http://schemas.microsoft.com/office/drawing/2014/main" id="{15F6FABB-6835-4E27-8A45-B988E8568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2293"/>
              <a:ext cx="9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75" name="Oval 255">
              <a:extLst>
                <a:ext uri="{FF2B5EF4-FFF2-40B4-BE49-F238E27FC236}">
                  <a16:creationId xmlns:a16="http://schemas.microsoft.com/office/drawing/2014/main" id="{32A07404-207F-439C-ACDB-F6515AE38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" y="2320"/>
              <a:ext cx="6" cy="8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76" name="Oval 256">
              <a:extLst>
                <a:ext uri="{FF2B5EF4-FFF2-40B4-BE49-F238E27FC236}">
                  <a16:creationId xmlns:a16="http://schemas.microsoft.com/office/drawing/2014/main" id="{567EC2E6-5907-4597-AA6D-877333C36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9" y="2346"/>
              <a:ext cx="5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77" name="Oval 257">
              <a:extLst>
                <a:ext uri="{FF2B5EF4-FFF2-40B4-BE49-F238E27FC236}">
                  <a16:creationId xmlns:a16="http://schemas.microsoft.com/office/drawing/2014/main" id="{5F39CF87-FA47-49C8-9832-C16962055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9" y="2334"/>
              <a:ext cx="5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78" name="Oval 258">
              <a:extLst>
                <a:ext uri="{FF2B5EF4-FFF2-40B4-BE49-F238E27FC236}">
                  <a16:creationId xmlns:a16="http://schemas.microsoft.com/office/drawing/2014/main" id="{2FAEED13-7A1D-4904-AD55-25A158742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2302"/>
              <a:ext cx="6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79" name="Oval 259">
              <a:extLst>
                <a:ext uri="{FF2B5EF4-FFF2-40B4-BE49-F238E27FC236}">
                  <a16:creationId xmlns:a16="http://schemas.microsoft.com/office/drawing/2014/main" id="{53321C41-BE99-40E7-8D63-41A8C2F63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" y="2207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80" name="Oval 260">
              <a:extLst>
                <a:ext uri="{FF2B5EF4-FFF2-40B4-BE49-F238E27FC236}">
                  <a16:creationId xmlns:a16="http://schemas.microsoft.com/office/drawing/2014/main" id="{6FDC5992-367E-47C4-B4B5-643E6F18A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198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81" name="Oval 261">
              <a:extLst>
                <a:ext uri="{FF2B5EF4-FFF2-40B4-BE49-F238E27FC236}">
                  <a16:creationId xmlns:a16="http://schemas.microsoft.com/office/drawing/2014/main" id="{0BFFA760-6553-49E2-B0E8-467990DFA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210"/>
              <a:ext cx="9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82" name="Oval 262">
              <a:extLst>
                <a:ext uri="{FF2B5EF4-FFF2-40B4-BE49-F238E27FC236}">
                  <a16:creationId xmlns:a16="http://schemas.microsoft.com/office/drawing/2014/main" id="{2E770319-52B1-41C5-930A-63C39D605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10"/>
              <a:ext cx="8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83" name="Oval 263">
              <a:extLst>
                <a:ext uri="{FF2B5EF4-FFF2-40B4-BE49-F238E27FC236}">
                  <a16:creationId xmlns:a16="http://schemas.microsoft.com/office/drawing/2014/main" id="{9AC87A2A-12EB-4F0C-96D3-27C4E2D1C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26"/>
              <a:ext cx="6" cy="7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84" name="Oval 264">
              <a:extLst>
                <a:ext uri="{FF2B5EF4-FFF2-40B4-BE49-F238E27FC236}">
                  <a16:creationId xmlns:a16="http://schemas.microsoft.com/office/drawing/2014/main" id="{27870FC5-651A-44E8-BE79-C04DD8CBC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23"/>
              <a:ext cx="10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85" name="Oval 265">
              <a:extLst>
                <a:ext uri="{FF2B5EF4-FFF2-40B4-BE49-F238E27FC236}">
                  <a16:creationId xmlns:a16="http://schemas.microsoft.com/office/drawing/2014/main" id="{5E348E7E-7738-46B3-BE7E-70CB05978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2239"/>
              <a:ext cx="5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86" name="Oval 266">
              <a:extLst>
                <a:ext uri="{FF2B5EF4-FFF2-40B4-BE49-F238E27FC236}">
                  <a16:creationId xmlns:a16="http://schemas.microsoft.com/office/drawing/2014/main" id="{6430DEC7-5D08-49C4-B3CD-F53DA18F4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2261"/>
              <a:ext cx="5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87" name="Oval 267">
              <a:extLst>
                <a:ext uri="{FF2B5EF4-FFF2-40B4-BE49-F238E27FC236}">
                  <a16:creationId xmlns:a16="http://schemas.microsoft.com/office/drawing/2014/main" id="{178C73B6-50DC-4C47-B0E8-6CE2F091B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9" y="2270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88" name="Oval 268">
              <a:extLst>
                <a:ext uri="{FF2B5EF4-FFF2-40B4-BE49-F238E27FC236}">
                  <a16:creationId xmlns:a16="http://schemas.microsoft.com/office/drawing/2014/main" id="{EA3645F1-1052-458F-9650-5CE3D6A4A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296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89" name="Oval 269">
              <a:extLst>
                <a:ext uri="{FF2B5EF4-FFF2-40B4-BE49-F238E27FC236}">
                  <a16:creationId xmlns:a16="http://schemas.microsoft.com/office/drawing/2014/main" id="{DC69625F-DB18-45E2-A85A-6D456EE8B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2314"/>
              <a:ext cx="5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90" name="Oval 270">
              <a:extLst>
                <a:ext uri="{FF2B5EF4-FFF2-40B4-BE49-F238E27FC236}">
                  <a16:creationId xmlns:a16="http://schemas.microsoft.com/office/drawing/2014/main" id="{6B6BF295-FADB-4656-A106-B36C35607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320"/>
              <a:ext cx="6" cy="8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91" name="Oval 271">
              <a:extLst>
                <a:ext uri="{FF2B5EF4-FFF2-40B4-BE49-F238E27FC236}">
                  <a16:creationId xmlns:a16="http://schemas.microsoft.com/office/drawing/2014/main" id="{774A6EAD-5442-42CE-9E5E-F2DCC8800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337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92" name="Oval 272">
              <a:extLst>
                <a:ext uri="{FF2B5EF4-FFF2-40B4-BE49-F238E27FC236}">
                  <a16:creationId xmlns:a16="http://schemas.microsoft.com/office/drawing/2014/main" id="{E12F5371-09DC-4852-B3B5-EF2CD4353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2349"/>
              <a:ext cx="10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93" name="Oval 273">
              <a:extLst>
                <a:ext uri="{FF2B5EF4-FFF2-40B4-BE49-F238E27FC236}">
                  <a16:creationId xmlns:a16="http://schemas.microsoft.com/office/drawing/2014/main" id="{67EA742E-47C5-4E48-A242-0EFAE1B67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2372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94" name="Oval 274">
              <a:extLst>
                <a:ext uri="{FF2B5EF4-FFF2-40B4-BE49-F238E27FC236}">
                  <a16:creationId xmlns:a16="http://schemas.microsoft.com/office/drawing/2014/main" id="{BACD106C-1E58-4CD5-B489-EE60614ED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2233"/>
              <a:ext cx="6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95" name="Oval 275">
              <a:extLst>
                <a:ext uri="{FF2B5EF4-FFF2-40B4-BE49-F238E27FC236}">
                  <a16:creationId xmlns:a16="http://schemas.microsoft.com/office/drawing/2014/main" id="{463481EF-628C-4DEA-A38E-5D0F86B90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07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96" name="Oval 276">
              <a:extLst>
                <a:ext uri="{FF2B5EF4-FFF2-40B4-BE49-F238E27FC236}">
                  <a16:creationId xmlns:a16="http://schemas.microsoft.com/office/drawing/2014/main" id="{DAA132D0-5C22-4B20-84F2-1DB99FF5E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6" y="2239"/>
              <a:ext cx="10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97" name="Oval 277">
              <a:extLst>
                <a:ext uri="{FF2B5EF4-FFF2-40B4-BE49-F238E27FC236}">
                  <a16:creationId xmlns:a16="http://schemas.microsoft.com/office/drawing/2014/main" id="{5A8B09CE-6B49-43E8-B500-51E68BA03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6" y="2255"/>
              <a:ext cx="7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98" name="Oval 278">
              <a:extLst>
                <a:ext uri="{FF2B5EF4-FFF2-40B4-BE49-F238E27FC236}">
                  <a16:creationId xmlns:a16="http://schemas.microsoft.com/office/drawing/2014/main" id="{B49737AD-DBF0-4378-B688-F40A8C7B0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5" y="2239"/>
              <a:ext cx="5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199" name="Oval 279">
              <a:extLst>
                <a:ext uri="{FF2B5EF4-FFF2-40B4-BE49-F238E27FC236}">
                  <a16:creationId xmlns:a16="http://schemas.microsoft.com/office/drawing/2014/main" id="{11BA602F-3D8F-4332-AFF6-1038191EC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2223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200" name="Oval 280">
              <a:extLst>
                <a:ext uri="{FF2B5EF4-FFF2-40B4-BE49-F238E27FC236}">
                  <a16:creationId xmlns:a16="http://schemas.microsoft.com/office/drawing/2014/main" id="{A6674C7C-FD0A-41D4-9195-F28CA42BB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2207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201" name="Oval 281">
              <a:extLst>
                <a:ext uri="{FF2B5EF4-FFF2-40B4-BE49-F238E27FC236}">
                  <a16:creationId xmlns:a16="http://schemas.microsoft.com/office/drawing/2014/main" id="{729CEDA2-B2B0-4D04-84B3-440D073CB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2245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202" name="Oval 282">
              <a:extLst>
                <a:ext uri="{FF2B5EF4-FFF2-40B4-BE49-F238E27FC236}">
                  <a16:creationId xmlns:a16="http://schemas.microsoft.com/office/drawing/2014/main" id="{40783322-CEFC-4EBB-9C30-C978D4DCE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" y="2248"/>
              <a:ext cx="7" cy="7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203" name="Oval 283">
              <a:extLst>
                <a:ext uri="{FF2B5EF4-FFF2-40B4-BE49-F238E27FC236}">
                  <a16:creationId xmlns:a16="http://schemas.microsoft.com/office/drawing/2014/main" id="{9753B48C-3080-48DA-923C-C40A086FA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6" y="2233"/>
              <a:ext cx="6" cy="9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204" name="Oval 284">
              <a:extLst>
                <a:ext uri="{FF2B5EF4-FFF2-40B4-BE49-F238E27FC236}">
                  <a16:creationId xmlns:a16="http://schemas.microsoft.com/office/drawing/2014/main" id="{B2F7765B-AF4A-426E-B934-7F1ED54C1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1" y="2226"/>
              <a:ext cx="6" cy="7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205" name="Oval 285">
              <a:extLst>
                <a:ext uri="{FF2B5EF4-FFF2-40B4-BE49-F238E27FC236}">
                  <a16:creationId xmlns:a16="http://schemas.microsoft.com/office/drawing/2014/main" id="{00DE0BBC-9DBE-44B6-A956-CBDF06B08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" y="2251"/>
              <a:ext cx="6" cy="10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206" name="Oval 286">
              <a:extLst>
                <a:ext uri="{FF2B5EF4-FFF2-40B4-BE49-F238E27FC236}">
                  <a16:creationId xmlns:a16="http://schemas.microsoft.com/office/drawing/2014/main" id="{556EEF15-B9D6-40D6-9771-4924B8D1D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2255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207" name="Oval 287">
              <a:extLst>
                <a:ext uri="{FF2B5EF4-FFF2-40B4-BE49-F238E27FC236}">
                  <a16:creationId xmlns:a16="http://schemas.microsoft.com/office/drawing/2014/main" id="{053A52E0-8567-4DB0-ADB6-F43A8620D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1" y="2276"/>
              <a:ext cx="6" cy="7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208" name="Freeform 288">
              <a:extLst>
                <a:ext uri="{FF2B5EF4-FFF2-40B4-BE49-F238E27FC236}">
                  <a16:creationId xmlns:a16="http://schemas.microsoft.com/office/drawing/2014/main" id="{00F3E74C-1EFA-4CA3-8BBE-4B09D40F5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195"/>
              <a:ext cx="246" cy="414"/>
            </a:xfrm>
            <a:custGeom>
              <a:avLst/>
              <a:gdLst>
                <a:gd name="T0" fmla="*/ 1820 w 83"/>
                <a:gd name="T1" fmla="*/ 190 h 131"/>
                <a:gd name="T2" fmla="*/ 1301 w 83"/>
                <a:gd name="T3" fmla="*/ 130 h 131"/>
                <a:gd name="T4" fmla="*/ 913 w 83"/>
                <a:gd name="T5" fmla="*/ 509 h 131"/>
                <a:gd name="T6" fmla="*/ 545 w 83"/>
                <a:gd name="T7" fmla="*/ 319 h 131"/>
                <a:gd name="T8" fmla="*/ 27 w 83"/>
                <a:gd name="T9" fmla="*/ 730 h 131"/>
                <a:gd name="T10" fmla="*/ 80 w 83"/>
                <a:gd name="T11" fmla="*/ 1447 h 131"/>
                <a:gd name="T12" fmla="*/ 465 w 83"/>
                <a:gd name="T13" fmla="*/ 2117 h 131"/>
                <a:gd name="T14" fmla="*/ 545 w 83"/>
                <a:gd name="T15" fmla="*/ 2718 h 131"/>
                <a:gd name="T16" fmla="*/ 809 w 83"/>
                <a:gd name="T17" fmla="*/ 3315 h 131"/>
                <a:gd name="T18" fmla="*/ 622 w 83"/>
                <a:gd name="T19" fmla="*/ 3625 h 131"/>
                <a:gd name="T20" fmla="*/ 572 w 83"/>
                <a:gd name="T21" fmla="*/ 3786 h 131"/>
                <a:gd name="T22" fmla="*/ 465 w 83"/>
                <a:gd name="T23" fmla="*/ 3884 h 131"/>
                <a:gd name="T24" fmla="*/ 344 w 83"/>
                <a:gd name="T25" fmla="*/ 3976 h 131"/>
                <a:gd name="T26" fmla="*/ 622 w 83"/>
                <a:gd name="T27" fmla="*/ 4134 h 131"/>
                <a:gd name="T28" fmla="*/ 622 w 83"/>
                <a:gd name="T29" fmla="*/ 3944 h 131"/>
                <a:gd name="T30" fmla="*/ 836 w 83"/>
                <a:gd name="T31" fmla="*/ 3856 h 131"/>
                <a:gd name="T32" fmla="*/ 940 w 83"/>
                <a:gd name="T33" fmla="*/ 3666 h 131"/>
                <a:gd name="T34" fmla="*/ 1141 w 83"/>
                <a:gd name="T35" fmla="*/ 3505 h 131"/>
                <a:gd name="T36" fmla="*/ 1432 w 83"/>
                <a:gd name="T37" fmla="*/ 3126 h 131"/>
                <a:gd name="T38" fmla="*/ 1538 w 83"/>
                <a:gd name="T39" fmla="*/ 2367 h 131"/>
                <a:gd name="T40" fmla="*/ 1538 w 83"/>
                <a:gd name="T41" fmla="*/ 1707 h 131"/>
                <a:gd name="T42" fmla="*/ 2057 w 83"/>
                <a:gd name="T43" fmla="*/ 1169 h 131"/>
                <a:gd name="T44" fmla="*/ 1820 w 83"/>
                <a:gd name="T45" fmla="*/ 190 h 13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3" h="131">
                  <a:moveTo>
                    <a:pt x="70" y="6"/>
                  </a:moveTo>
                  <a:cubicBezTo>
                    <a:pt x="63" y="2"/>
                    <a:pt x="55" y="0"/>
                    <a:pt x="50" y="4"/>
                  </a:cubicBezTo>
                  <a:cubicBezTo>
                    <a:pt x="44" y="9"/>
                    <a:pt x="45" y="17"/>
                    <a:pt x="35" y="16"/>
                  </a:cubicBezTo>
                  <a:cubicBezTo>
                    <a:pt x="30" y="16"/>
                    <a:pt x="26" y="11"/>
                    <a:pt x="21" y="10"/>
                  </a:cubicBezTo>
                  <a:cubicBezTo>
                    <a:pt x="15" y="10"/>
                    <a:pt x="3" y="16"/>
                    <a:pt x="1" y="23"/>
                  </a:cubicBezTo>
                  <a:cubicBezTo>
                    <a:pt x="0" y="26"/>
                    <a:pt x="2" y="42"/>
                    <a:pt x="3" y="46"/>
                  </a:cubicBezTo>
                  <a:cubicBezTo>
                    <a:pt x="5" y="55"/>
                    <a:pt x="15" y="59"/>
                    <a:pt x="18" y="67"/>
                  </a:cubicBezTo>
                  <a:cubicBezTo>
                    <a:pt x="20" y="74"/>
                    <a:pt x="18" y="79"/>
                    <a:pt x="21" y="86"/>
                  </a:cubicBezTo>
                  <a:cubicBezTo>
                    <a:pt x="23" y="92"/>
                    <a:pt x="31" y="99"/>
                    <a:pt x="31" y="105"/>
                  </a:cubicBezTo>
                  <a:cubicBezTo>
                    <a:pt x="31" y="107"/>
                    <a:pt x="27" y="111"/>
                    <a:pt x="24" y="115"/>
                  </a:cubicBezTo>
                  <a:cubicBezTo>
                    <a:pt x="23" y="117"/>
                    <a:pt x="23" y="119"/>
                    <a:pt x="22" y="120"/>
                  </a:cubicBezTo>
                  <a:cubicBezTo>
                    <a:pt x="20" y="122"/>
                    <a:pt x="19" y="123"/>
                    <a:pt x="18" y="123"/>
                  </a:cubicBezTo>
                  <a:cubicBezTo>
                    <a:pt x="17" y="125"/>
                    <a:pt x="14" y="125"/>
                    <a:pt x="13" y="126"/>
                  </a:cubicBezTo>
                  <a:cubicBezTo>
                    <a:pt x="24" y="131"/>
                    <a:pt x="24" y="131"/>
                    <a:pt x="24" y="131"/>
                  </a:cubicBezTo>
                  <a:cubicBezTo>
                    <a:pt x="25" y="130"/>
                    <a:pt x="22" y="126"/>
                    <a:pt x="24" y="125"/>
                  </a:cubicBezTo>
                  <a:cubicBezTo>
                    <a:pt x="25" y="124"/>
                    <a:pt x="29" y="124"/>
                    <a:pt x="32" y="122"/>
                  </a:cubicBezTo>
                  <a:cubicBezTo>
                    <a:pt x="33" y="120"/>
                    <a:pt x="34" y="118"/>
                    <a:pt x="36" y="116"/>
                  </a:cubicBezTo>
                  <a:cubicBezTo>
                    <a:pt x="38" y="114"/>
                    <a:pt x="42" y="113"/>
                    <a:pt x="44" y="111"/>
                  </a:cubicBezTo>
                  <a:cubicBezTo>
                    <a:pt x="50" y="106"/>
                    <a:pt x="54" y="101"/>
                    <a:pt x="55" y="99"/>
                  </a:cubicBezTo>
                  <a:cubicBezTo>
                    <a:pt x="59" y="89"/>
                    <a:pt x="60" y="85"/>
                    <a:pt x="59" y="75"/>
                  </a:cubicBezTo>
                  <a:cubicBezTo>
                    <a:pt x="59" y="68"/>
                    <a:pt x="56" y="60"/>
                    <a:pt x="59" y="54"/>
                  </a:cubicBezTo>
                  <a:cubicBezTo>
                    <a:pt x="64" y="46"/>
                    <a:pt x="75" y="47"/>
                    <a:pt x="79" y="37"/>
                  </a:cubicBezTo>
                  <a:cubicBezTo>
                    <a:pt x="83" y="26"/>
                    <a:pt x="80" y="11"/>
                    <a:pt x="70" y="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0899" name="Ruptured-Blood-Vessel-Hemorrhagic-Stroke">
            <a:extLst>
              <a:ext uri="{FF2B5EF4-FFF2-40B4-BE49-F238E27FC236}">
                <a16:creationId xmlns:a16="http://schemas.microsoft.com/office/drawing/2014/main" id="{53785F56-44E0-4977-9729-88AD9A217A1A}"/>
              </a:ext>
            </a:extLst>
          </p:cNvPr>
          <p:cNvGrpSpPr>
            <a:grpSpLocks/>
          </p:cNvGrpSpPr>
          <p:nvPr/>
        </p:nvGrpSpPr>
        <p:grpSpPr bwMode="auto">
          <a:xfrm>
            <a:off x="3495675" y="4467225"/>
            <a:ext cx="1306513" cy="1393825"/>
            <a:chOff x="283" y="2250"/>
            <a:chExt cx="823" cy="878"/>
          </a:xfrm>
        </p:grpSpPr>
        <p:sp>
          <p:nvSpPr>
            <p:cNvPr id="80903" name="Freeform 290">
              <a:extLst>
                <a:ext uri="{FF2B5EF4-FFF2-40B4-BE49-F238E27FC236}">
                  <a16:creationId xmlns:a16="http://schemas.microsoft.com/office/drawing/2014/main" id="{4D549FB3-3D7E-4589-B238-B62760F69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" y="2256"/>
              <a:ext cx="811" cy="866"/>
            </a:xfrm>
            <a:custGeom>
              <a:avLst/>
              <a:gdLst>
                <a:gd name="T0" fmla="*/ 848 w 793"/>
                <a:gd name="T1" fmla="*/ 905 h 847"/>
                <a:gd name="T2" fmla="*/ 848 w 793"/>
                <a:gd name="T3" fmla="*/ 0 h 847"/>
                <a:gd name="T4" fmla="*/ 848 w 793"/>
                <a:gd name="T5" fmla="*/ 0 h 847"/>
                <a:gd name="T6" fmla="*/ 0 w 793"/>
                <a:gd name="T7" fmla="*/ 0 h 847"/>
                <a:gd name="T8" fmla="*/ 0 w 793"/>
                <a:gd name="T9" fmla="*/ 4 h 847"/>
                <a:gd name="T10" fmla="*/ 0 w 793"/>
                <a:gd name="T11" fmla="*/ 905 h 847"/>
                <a:gd name="T12" fmla="*/ 848 w 793"/>
                <a:gd name="T13" fmla="*/ 905 h 8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3" h="847">
                  <a:moveTo>
                    <a:pt x="793" y="847"/>
                  </a:moveTo>
                  <a:lnTo>
                    <a:pt x="79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847"/>
                  </a:lnTo>
                  <a:lnTo>
                    <a:pt x="793" y="847"/>
                  </a:ln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4" name="Freeform 291">
              <a:extLst>
                <a:ext uri="{FF2B5EF4-FFF2-40B4-BE49-F238E27FC236}">
                  <a16:creationId xmlns:a16="http://schemas.microsoft.com/office/drawing/2014/main" id="{15C2F4F1-834B-40B4-BED2-102E42FE6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" y="2256"/>
              <a:ext cx="811" cy="866"/>
            </a:xfrm>
            <a:custGeom>
              <a:avLst/>
              <a:gdLst>
                <a:gd name="T0" fmla="*/ 848 w 793"/>
                <a:gd name="T1" fmla="*/ 905 h 847"/>
                <a:gd name="T2" fmla="*/ 848 w 793"/>
                <a:gd name="T3" fmla="*/ 0 h 847"/>
                <a:gd name="T4" fmla="*/ 848 w 793"/>
                <a:gd name="T5" fmla="*/ 0 h 847"/>
                <a:gd name="T6" fmla="*/ 0 w 793"/>
                <a:gd name="T7" fmla="*/ 0 h 847"/>
                <a:gd name="T8" fmla="*/ 0 w 793"/>
                <a:gd name="T9" fmla="*/ 4 h 847"/>
                <a:gd name="T10" fmla="*/ 0 w 793"/>
                <a:gd name="T11" fmla="*/ 905 h 8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3" h="847">
                  <a:moveTo>
                    <a:pt x="793" y="847"/>
                  </a:moveTo>
                  <a:lnTo>
                    <a:pt x="79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84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5" name="Freeform 292">
              <a:extLst>
                <a:ext uri="{FF2B5EF4-FFF2-40B4-BE49-F238E27FC236}">
                  <a16:creationId xmlns:a16="http://schemas.microsoft.com/office/drawing/2014/main" id="{4FC0B8B7-4245-41D0-B262-1060219F5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2256"/>
              <a:ext cx="719" cy="310"/>
            </a:xfrm>
            <a:custGeom>
              <a:avLst/>
              <a:gdLst>
                <a:gd name="T0" fmla="*/ 6293 w 243"/>
                <a:gd name="T1" fmla="*/ 0 h 98"/>
                <a:gd name="T2" fmla="*/ 6293 w 243"/>
                <a:gd name="T3" fmla="*/ 0 h 98"/>
                <a:gd name="T4" fmla="*/ 0 w 243"/>
                <a:gd name="T5" fmla="*/ 0 h 98"/>
                <a:gd name="T6" fmla="*/ 3835 w 243"/>
                <a:gd name="T7" fmla="*/ 1961 h 98"/>
                <a:gd name="T8" fmla="*/ 6293 w 243"/>
                <a:gd name="T9" fmla="*/ 1550 h 98"/>
                <a:gd name="T10" fmla="*/ 6293 w 243"/>
                <a:gd name="T11" fmla="*/ 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3" h="98">
                  <a:moveTo>
                    <a:pt x="243" y="0"/>
                  </a:moveTo>
                  <a:cubicBezTo>
                    <a:pt x="243" y="0"/>
                    <a:pt x="243" y="0"/>
                    <a:pt x="2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7" y="31"/>
                    <a:pt x="90" y="22"/>
                    <a:pt x="148" y="62"/>
                  </a:cubicBezTo>
                  <a:cubicBezTo>
                    <a:pt x="199" y="98"/>
                    <a:pt x="223" y="92"/>
                    <a:pt x="243" y="49"/>
                  </a:cubicBezTo>
                  <a:lnTo>
                    <a:pt x="243" y="0"/>
                  </a:ln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6" name="Freeform 293">
              <a:extLst>
                <a:ext uri="{FF2B5EF4-FFF2-40B4-BE49-F238E27FC236}">
                  <a16:creationId xmlns:a16="http://schemas.microsoft.com/office/drawing/2014/main" id="{5BD92E06-0658-461B-89E7-049D2AD03D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" y="2250"/>
              <a:ext cx="731" cy="294"/>
            </a:xfrm>
            <a:custGeom>
              <a:avLst/>
              <a:gdLst>
                <a:gd name="T0" fmla="*/ 53 w 247"/>
                <a:gd name="T1" fmla="*/ 0 h 93"/>
                <a:gd name="T2" fmla="*/ 0 w 247"/>
                <a:gd name="T3" fmla="*/ 28 h 93"/>
                <a:gd name="T4" fmla="*/ 0 w 247"/>
                <a:gd name="T5" fmla="*/ 89 h 93"/>
                <a:gd name="T6" fmla="*/ 1604 w 247"/>
                <a:gd name="T7" fmla="*/ 980 h 93"/>
                <a:gd name="T8" fmla="*/ 3836 w 247"/>
                <a:gd name="T9" fmla="*/ 2090 h 93"/>
                <a:gd name="T10" fmla="*/ 5517 w 247"/>
                <a:gd name="T11" fmla="*/ 2779 h 93"/>
                <a:gd name="T12" fmla="*/ 6401 w 247"/>
                <a:gd name="T13" fmla="*/ 1638 h 93"/>
                <a:gd name="T14" fmla="*/ 6401 w 247"/>
                <a:gd name="T15" fmla="*/ 1609 h 93"/>
                <a:gd name="T16" fmla="*/ 6401 w 247"/>
                <a:gd name="T17" fmla="*/ 60 h 93"/>
                <a:gd name="T18" fmla="*/ 6351 w 247"/>
                <a:gd name="T19" fmla="*/ 0 h 93"/>
                <a:gd name="T20" fmla="*/ 53 w 247"/>
                <a:gd name="T21" fmla="*/ 0 h 93"/>
                <a:gd name="T22" fmla="*/ 6298 w 247"/>
                <a:gd name="T23" fmla="*/ 130 h 93"/>
                <a:gd name="T24" fmla="*/ 6298 w 247"/>
                <a:gd name="T25" fmla="*/ 1609 h 93"/>
                <a:gd name="T26" fmla="*/ 5493 w 247"/>
                <a:gd name="T27" fmla="*/ 2687 h 93"/>
                <a:gd name="T28" fmla="*/ 3915 w 247"/>
                <a:gd name="T29" fmla="*/ 1988 h 93"/>
                <a:gd name="T30" fmla="*/ 1628 w 247"/>
                <a:gd name="T31" fmla="*/ 850 h 93"/>
                <a:gd name="T32" fmla="*/ 183 w 247"/>
                <a:gd name="T33" fmla="*/ 130 h 93"/>
                <a:gd name="T34" fmla="*/ 6298 w 247"/>
                <a:gd name="T35" fmla="*/ 130 h 9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7" h="93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4" y="19"/>
                    <a:pt x="36" y="25"/>
                    <a:pt x="62" y="31"/>
                  </a:cubicBezTo>
                  <a:cubicBezTo>
                    <a:pt x="89" y="38"/>
                    <a:pt x="119" y="46"/>
                    <a:pt x="148" y="66"/>
                  </a:cubicBezTo>
                  <a:cubicBezTo>
                    <a:pt x="177" y="86"/>
                    <a:pt x="197" y="93"/>
                    <a:pt x="213" y="88"/>
                  </a:cubicBezTo>
                  <a:cubicBezTo>
                    <a:pt x="226" y="85"/>
                    <a:pt x="237" y="74"/>
                    <a:pt x="247" y="52"/>
                  </a:cubicBezTo>
                  <a:cubicBezTo>
                    <a:pt x="247" y="52"/>
                    <a:pt x="247" y="52"/>
                    <a:pt x="247" y="51"/>
                  </a:cubicBezTo>
                  <a:cubicBezTo>
                    <a:pt x="247" y="2"/>
                    <a:pt x="247" y="2"/>
                    <a:pt x="247" y="2"/>
                  </a:cubicBezTo>
                  <a:cubicBezTo>
                    <a:pt x="247" y="1"/>
                    <a:pt x="246" y="0"/>
                    <a:pt x="245" y="0"/>
                  </a:cubicBezTo>
                  <a:lnTo>
                    <a:pt x="2" y="0"/>
                  </a:lnTo>
                  <a:close/>
                  <a:moveTo>
                    <a:pt x="243" y="4"/>
                  </a:moveTo>
                  <a:cubicBezTo>
                    <a:pt x="243" y="7"/>
                    <a:pt x="243" y="50"/>
                    <a:pt x="243" y="51"/>
                  </a:cubicBezTo>
                  <a:cubicBezTo>
                    <a:pt x="233" y="71"/>
                    <a:pt x="224" y="81"/>
                    <a:pt x="212" y="85"/>
                  </a:cubicBezTo>
                  <a:cubicBezTo>
                    <a:pt x="197" y="88"/>
                    <a:pt x="178" y="82"/>
                    <a:pt x="151" y="63"/>
                  </a:cubicBezTo>
                  <a:cubicBezTo>
                    <a:pt x="121" y="42"/>
                    <a:pt x="90" y="34"/>
                    <a:pt x="63" y="27"/>
                  </a:cubicBezTo>
                  <a:cubicBezTo>
                    <a:pt x="40" y="21"/>
                    <a:pt x="20" y="16"/>
                    <a:pt x="7" y="4"/>
                  </a:cubicBezTo>
                  <a:cubicBezTo>
                    <a:pt x="16" y="4"/>
                    <a:pt x="239" y="4"/>
                    <a:pt x="24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7" name="Freeform 294">
              <a:extLst>
                <a:ext uri="{FF2B5EF4-FFF2-40B4-BE49-F238E27FC236}">
                  <a16:creationId xmlns:a16="http://schemas.microsoft.com/office/drawing/2014/main" id="{AB0EF017-6D6B-4447-825A-0002D77C4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" y="2566"/>
              <a:ext cx="811" cy="385"/>
            </a:xfrm>
            <a:custGeom>
              <a:avLst/>
              <a:gdLst>
                <a:gd name="T0" fmla="*/ 0 w 274"/>
                <a:gd name="T1" fmla="*/ 1256 h 122"/>
                <a:gd name="T2" fmla="*/ 2856 w 274"/>
                <a:gd name="T3" fmla="*/ 2360 h 122"/>
                <a:gd name="T4" fmla="*/ 7104 w 274"/>
                <a:gd name="T5" fmla="*/ 3834 h 122"/>
                <a:gd name="T6" fmla="*/ 7104 w 274"/>
                <a:gd name="T7" fmla="*/ 2610 h 122"/>
                <a:gd name="T8" fmla="*/ 4327 w 274"/>
                <a:gd name="T9" fmla="*/ 1764 h 122"/>
                <a:gd name="T10" fmla="*/ 0 w 274"/>
                <a:gd name="T11" fmla="*/ 0 h 122"/>
                <a:gd name="T12" fmla="*/ 0 w 274"/>
                <a:gd name="T13" fmla="*/ 1256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122">
                  <a:moveTo>
                    <a:pt x="0" y="40"/>
                  </a:moveTo>
                  <a:cubicBezTo>
                    <a:pt x="38" y="48"/>
                    <a:pt x="75" y="61"/>
                    <a:pt x="110" y="75"/>
                  </a:cubicBezTo>
                  <a:cubicBezTo>
                    <a:pt x="185" y="106"/>
                    <a:pt x="243" y="118"/>
                    <a:pt x="274" y="122"/>
                  </a:cubicBezTo>
                  <a:cubicBezTo>
                    <a:pt x="274" y="83"/>
                    <a:pt x="274" y="83"/>
                    <a:pt x="274" y="83"/>
                  </a:cubicBezTo>
                  <a:cubicBezTo>
                    <a:pt x="242" y="81"/>
                    <a:pt x="212" y="74"/>
                    <a:pt x="167" y="56"/>
                  </a:cubicBezTo>
                  <a:cubicBezTo>
                    <a:pt x="130" y="41"/>
                    <a:pt x="67" y="16"/>
                    <a:pt x="0" y="0"/>
                  </a:cubicBezTo>
                  <a:lnTo>
                    <a:pt x="0" y="40"/>
                  </a:ln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8" name="Freeform 295">
              <a:extLst>
                <a:ext uri="{FF2B5EF4-FFF2-40B4-BE49-F238E27FC236}">
                  <a16:creationId xmlns:a16="http://schemas.microsoft.com/office/drawing/2014/main" id="{5598BD1D-902B-4D04-AFA7-5615B7F11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256"/>
              <a:ext cx="467" cy="515"/>
            </a:xfrm>
            <a:custGeom>
              <a:avLst/>
              <a:gdLst>
                <a:gd name="T0" fmla="*/ 594 w 158"/>
                <a:gd name="T1" fmla="*/ 0 h 163"/>
                <a:gd name="T2" fmla="*/ 674 w 158"/>
                <a:gd name="T3" fmla="*/ 379 h 163"/>
                <a:gd name="T4" fmla="*/ 1572 w 158"/>
                <a:gd name="T5" fmla="*/ 2366 h 163"/>
                <a:gd name="T6" fmla="*/ 952 w 158"/>
                <a:gd name="T7" fmla="*/ 3475 h 163"/>
                <a:gd name="T8" fmla="*/ 777 w 158"/>
                <a:gd name="T9" fmla="*/ 4003 h 163"/>
                <a:gd name="T10" fmla="*/ 411 w 158"/>
                <a:gd name="T11" fmla="*/ 4354 h 163"/>
                <a:gd name="T12" fmla="*/ 0 w 158"/>
                <a:gd name="T13" fmla="*/ 4673 h 163"/>
                <a:gd name="T14" fmla="*/ 978 w 158"/>
                <a:gd name="T15" fmla="*/ 5141 h 163"/>
                <a:gd name="T16" fmla="*/ 1032 w 158"/>
                <a:gd name="T17" fmla="*/ 4483 h 163"/>
                <a:gd name="T18" fmla="*/ 1318 w 158"/>
                <a:gd name="T19" fmla="*/ 4322 h 163"/>
                <a:gd name="T20" fmla="*/ 1626 w 158"/>
                <a:gd name="T21" fmla="*/ 4164 h 163"/>
                <a:gd name="T22" fmla="*/ 1992 w 158"/>
                <a:gd name="T23" fmla="*/ 3564 h 163"/>
                <a:gd name="T24" fmla="*/ 2707 w 158"/>
                <a:gd name="T25" fmla="*/ 2995 h 163"/>
                <a:gd name="T26" fmla="*/ 3668 w 158"/>
                <a:gd name="T27" fmla="*/ 1738 h 163"/>
                <a:gd name="T28" fmla="*/ 4079 w 158"/>
                <a:gd name="T29" fmla="*/ 0 h 163"/>
                <a:gd name="T30" fmla="*/ 594 w 158"/>
                <a:gd name="T31" fmla="*/ 0 h 1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8" h="163">
                  <a:moveTo>
                    <a:pt x="23" y="0"/>
                  </a:moveTo>
                  <a:cubicBezTo>
                    <a:pt x="24" y="4"/>
                    <a:pt x="25" y="8"/>
                    <a:pt x="26" y="12"/>
                  </a:cubicBezTo>
                  <a:cubicBezTo>
                    <a:pt x="34" y="31"/>
                    <a:pt x="62" y="55"/>
                    <a:pt x="61" y="75"/>
                  </a:cubicBezTo>
                  <a:cubicBezTo>
                    <a:pt x="60" y="84"/>
                    <a:pt x="47" y="96"/>
                    <a:pt x="37" y="110"/>
                  </a:cubicBezTo>
                  <a:cubicBezTo>
                    <a:pt x="33" y="115"/>
                    <a:pt x="35" y="123"/>
                    <a:pt x="30" y="127"/>
                  </a:cubicBezTo>
                  <a:cubicBezTo>
                    <a:pt x="26" y="132"/>
                    <a:pt x="21" y="136"/>
                    <a:pt x="16" y="138"/>
                  </a:cubicBezTo>
                  <a:cubicBezTo>
                    <a:pt x="14" y="143"/>
                    <a:pt x="3" y="144"/>
                    <a:pt x="0" y="148"/>
                  </a:cubicBezTo>
                  <a:cubicBezTo>
                    <a:pt x="38" y="163"/>
                    <a:pt x="38" y="163"/>
                    <a:pt x="38" y="163"/>
                  </a:cubicBezTo>
                  <a:cubicBezTo>
                    <a:pt x="41" y="160"/>
                    <a:pt x="34" y="147"/>
                    <a:pt x="40" y="142"/>
                  </a:cubicBezTo>
                  <a:cubicBezTo>
                    <a:pt x="43" y="140"/>
                    <a:pt x="46" y="138"/>
                    <a:pt x="51" y="137"/>
                  </a:cubicBezTo>
                  <a:cubicBezTo>
                    <a:pt x="54" y="135"/>
                    <a:pt x="59" y="135"/>
                    <a:pt x="63" y="132"/>
                  </a:cubicBezTo>
                  <a:cubicBezTo>
                    <a:pt x="69" y="128"/>
                    <a:pt x="71" y="118"/>
                    <a:pt x="77" y="113"/>
                  </a:cubicBezTo>
                  <a:cubicBezTo>
                    <a:pt x="86" y="106"/>
                    <a:pt x="97" y="102"/>
                    <a:pt x="105" y="95"/>
                  </a:cubicBezTo>
                  <a:cubicBezTo>
                    <a:pt x="124" y="79"/>
                    <a:pt x="138" y="62"/>
                    <a:pt x="142" y="55"/>
                  </a:cubicBezTo>
                  <a:cubicBezTo>
                    <a:pt x="153" y="33"/>
                    <a:pt x="157" y="18"/>
                    <a:pt x="158" y="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9" name="Freeform 296">
              <a:extLst>
                <a:ext uri="{FF2B5EF4-FFF2-40B4-BE49-F238E27FC236}">
                  <a16:creationId xmlns:a16="http://schemas.microsoft.com/office/drawing/2014/main" id="{4FBA5CDE-D768-49BF-874E-7961923ACA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9" y="2566"/>
              <a:ext cx="811" cy="385"/>
            </a:xfrm>
            <a:custGeom>
              <a:avLst/>
              <a:gdLst>
                <a:gd name="T0" fmla="*/ 2566 w 274"/>
                <a:gd name="T1" fmla="*/ 1067 h 122"/>
                <a:gd name="T2" fmla="*/ 3084 w 274"/>
                <a:gd name="T3" fmla="*/ 1136 h 122"/>
                <a:gd name="T4" fmla="*/ 3164 w 274"/>
                <a:gd name="T5" fmla="*/ 1035 h 122"/>
                <a:gd name="T6" fmla="*/ 3137 w 274"/>
                <a:gd name="T7" fmla="*/ 1007 h 122"/>
                <a:gd name="T8" fmla="*/ 2927 w 274"/>
                <a:gd name="T9" fmla="*/ 1067 h 122"/>
                <a:gd name="T10" fmla="*/ 2646 w 274"/>
                <a:gd name="T11" fmla="*/ 975 h 122"/>
                <a:gd name="T12" fmla="*/ 2646 w 274"/>
                <a:gd name="T13" fmla="*/ 975 h 122"/>
                <a:gd name="T14" fmla="*/ 0 w 274"/>
                <a:gd name="T15" fmla="*/ 0 h 122"/>
                <a:gd name="T16" fmla="*/ 0 w 274"/>
                <a:gd name="T17" fmla="*/ 158 h 122"/>
                <a:gd name="T18" fmla="*/ 2540 w 274"/>
                <a:gd name="T19" fmla="*/ 1067 h 122"/>
                <a:gd name="T20" fmla="*/ 2566 w 274"/>
                <a:gd name="T21" fmla="*/ 1067 h 122"/>
                <a:gd name="T22" fmla="*/ 2883 w 274"/>
                <a:gd name="T23" fmla="*/ 2260 h 122"/>
                <a:gd name="T24" fmla="*/ 0 w 274"/>
                <a:gd name="T25" fmla="*/ 1136 h 122"/>
                <a:gd name="T26" fmla="*/ 0 w 274"/>
                <a:gd name="T27" fmla="*/ 1256 h 122"/>
                <a:gd name="T28" fmla="*/ 2856 w 274"/>
                <a:gd name="T29" fmla="*/ 2360 h 122"/>
                <a:gd name="T30" fmla="*/ 7104 w 274"/>
                <a:gd name="T31" fmla="*/ 3834 h 122"/>
                <a:gd name="T32" fmla="*/ 7104 w 274"/>
                <a:gd name="T33" fmla="*/ 3705 h 122"/>
                <a:gd name="T34" fmla="*/ 2883 w 274"/>
                <a:gd name="T35" fmla="*/ 2260 h 1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4" h="122">
                  <a:moveTo>
                    <a:pt x="99" y="34"/>
                  </a:moveTo>
                  <a:cubicBezTo>
                    <a:pt x="105" y="37"/>
                    <a:pt x="114" y="39"/>
                    <a:pt x="119" y="36"/>
                  </a:cubicBezTo>
                  <a:cubicBezTo>
                    <a:pt x="122" y="34"/>
                    <a:pt x="122" y="33"/>
                    <a:pt x="122" y="33"/>
                  </a:cubicBezTo>
                  <a:cubicBezTo>
                    <a:pt x="121" y="33"/>
                    <a:pt x="121" y="32"/>
                    <a:pt x="121" y="32"/>
                  </a:cubicBezTo>
                  <a:cubicBezTo>
                    <a:pt x="121" y="32"/>
                    <a:pt x="117" y="33"/>
                    <a:pt x="113" y="34"/>
                  </a:cubicBezTo>
                  <a:cubicBezTo>
                    <a:pt x="109" y="34"/>
                    <a:pt x="105" y="32"/>
                    <a:pt x="102" y="31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72" y="20"/>
                    <a:pt x="36" y="9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5" y="12"/>
                    <a:pt x="68" y="23"/>
                    <a:pt x="98" y="34"/>
                  </a:cubicBezTo>
                  <a:lnTo>
                    <a:pt x="99" y="34"/>
                  </a:lnTo>
                  <a:close/>
                  <a:moveTo>
                    <a:pt x="111" y="72"/>
                  </a:moveTo>
                  <a:cubicBezTo>
                    <a:pt x="70" y="55"/>
                    <a:pt x="33" y="43"/>
                    <a:pt x="0" y="3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38" y="48"/>
                    <a:pt x="75" y="61"/>
                    <a:pt x="110" y="75"/>
                  </a:cubicBezTo>
                  <a:cubicBezTo>
                    <a:pt x="185" y="106"/>
                    <a:pt x="243" y="118"/>
                    <a:pt x="274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10" y="109"/>
                    <a:pt x="151" y="88"/>
                    <a:pt x="111" y="72"/>
                  </a:cubicBezTo>
                  <a:close/>
                </a:path>
              </a:pathLst>
            </a:custGeom>
            <a:solidFill>
              <a:srgbClr val="F9C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0" name="Freeform 297">
              <a:extLst>
                <a:ext uri="{FF2B5EF4-FFF2-40B4-BE49-F238E27FC236}">
                  <a16:creationId xmlns:a16="http://schemas.microsoft.com/office/drawing/2014/main" id="{422CD208-B07A-487A-B0A2-62E1BC7A2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693"/>
              <a:ext cx="402" cy="148"/>
            </a:xfrm>
            <a:custGeom>
              <a:avLst/>
              <a:gdLst>
                <a:gd name="T0" fmla="*/ 3512 w 136"/>
                <a:gd name="T1" fmla="*/ 1338 h 47"/>
                <a:gd name="T2" fmla="*/ 304 w 136"/>
                <a:gd name="T3" fmla="*/ 249 h 47"/>
                <a:gd name="T4" fmla="*/ 236 w 136"/>
                <a:gd name="T5" fmla="*/ 60 h 47"/>
                <a:gd name="T6" fmla="*/ 236 w 136"/>
                <a:gd name="T7" fmla="*/ 0 h 47"/>
                <a:gd name="T8" fmla="*/ 0 w 136"/>
                <a:gd name="T9" fmla="*/ 157 h 47"/>
                <a:gd name="T10" fmla="*/ 290 w 136"/>
                <a:gd name="T11" fmla="*/ 378 h 47"/>
                <a:gd name="T12" fmla="*/ 3512 w 136"/>
                <a:gd name="T13" fmla="*/ 1467 h 47"/>
                <a:gd name="T14" fmla="*/ 3512 w 136"/>
                <a:gd name="T15" fmla="*/ 1338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47">
                  <a:moveTo>
                    <a:pt x="136" y="43"/>
                  </a:moveTo>
                  <a:cubicBezTo>
                    <a:pt x="99" y="38"/>
                    <a:pt x="58" y="26"/>
                    <a:pt x="12" y="8"/>
                  </a:cubicBezTo>
                  <a:cubicBezTo>
                    <a:pt x="1" y="4"/>
                    <a:pt x="5" y="3"/>
                    <a:pt x="9" y="2"/>
                  </a:cubicBezTo>
                  <a:cubicBezTo>
                    <a:pt x="9" y="2"/>
                    <a:pt x="9" y="1"/>
                    <a:pt x="9" y="0"/>
                  </a:cubicBezTo>
                  <a:cubicBezTo>
                    <a:pt x="9" y="0"/>
                    <a:pt x="0" y="0"/>
                    <a:pt x="0" y="5"/>
                  </a:cubicBezTo>
                  <a:cubicBezTo>
                    <a:pt x="0" y="7"/>
                    <a:pt x="7" y="10"/>
                    <a:pt x="11" y="12"/>
                  </a:cubicBezTo>
                  <a:cubicBezTo>
                    <a:pt x="55" y="29"/>
                    <a:pt x="97" y="42"/>
                    <a:pt x="136" y="47"/>
                  </a:cubicBezTo>
                  <a:lnTo>
                    <a:pt x="136" y="43"/>
                  </a:lnTo>
                  <a:close/>
                </a:path>
              </a:pathLst>
            </a:custGeom>
            <a:solidFill>
              <a:srgbClr val="F9C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1" name="Freeform 298">
              <a:extLst>
                <a:ext uri="{FF2B5EF4-FFF2-40B4-BE49-F238E27FC236}">
                  <a16:creationId xmlns:a16="http://schemas.microsoft.com/office/drawing/2014/main" id="{105C911C-7B5E-428E-BEBD-25BFC0B573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" y="2563"/>
              <a:ext cx="367" cy="133"/>
            </a:xfrm>
            <a:custGeom>
              <a:avLst/>
              <a:gdLst>
                <a:gd name="T0" fmla="*/ 0 w 124"/>
                <a:gd name="T1" fmla="*/ 32 h 42"/>
                <a:gd name="T2" fmla="*/ 0 w 124"/>
                <a:gd name="T3" fmla="*/ 32 h 42"/>
                <a:gd name="T4" fmla="*/ 0 w 124"/>
                <a:gd name="T5" fmla="*/ 190 h 42"/>
                <a:gd name="T6" fmla="*/ 27 w 124"/>
                <a:gd name="T7" fmla="*/ 222 h 42"/>
                <a:gd name="T8" fmla="*/ 2539 w 124"/>
                <a:gd name="T9" fmla="*/ 1143 h 42"/>
                <a:gd name="T10" fmla="*/ 2593 w 124"/>
                <a:gd name="T11" fmla="*/ 1143 h 42"/>
                <a:gd name="T12" fmla="*/ 2593 w 124"/>
                <a:gd name="T13" fmla="*/ 1143 h 42"/>
                <a:gd name="T14" fmla="*/ 3111 w 124"/>
                <a:gd name="T15" fmla="*/ 1203 h 42"/>
                <a:gd name="T16" fmla="*/ 3214 w 124"/>
                <a:gd name="T17" fmla="*/ 1115 h 42"/>
                <a:gd name="T18" fmla="*/ 3214 w 124"/>
                <a:gd name="T19" fmla="*/ 1055 h 42"/>
                <a:gd name="T20" fmla="*/ 3188 w 124"/>
                <a:gd name="T21" fmla="*/ 1013 h 42"/>
                <a:gd name="T22" fmla="*/ 3137 w 124"/>
                <a:gd name="T23" fmla="*/ 1013 h 42"/>
                <a:gd name="T24" fmla="*/ 2951 w 124"/>
                <a:gd name="T25" fmla="*/ 1083 h 42"/>
                <a:gd name="T26" fmla="*/ 2750 w 124"/>
                <a:gd name="T27" fmla="*/ 1013 h 42"/>
                <a:gd name="T28" fmla="*/ 2699 w 124"/>
                <a:gd name="T29" fmla="*/ 982 h 42"/>
                <a:gd name="T30" fmla="*/ 27 w 124"/>
                <a:gd name="T31" fmla="*/ 32 h 42"/>
                <a:gd name="T32" fmla="*/ 0 w 124"/>
                <a:gd name="T33" fmla="*/ 32 h 42"/>
                <a:gd name="T34" fmla="*/ 53 w 124"/>
                <a:gd name="T35" fmla="*/ 101 h 42"/>
                <a:gd name="T36" fmla="*/ 2673 w 124"/>
                <a:gd name="T37" fmla="*/ 1055 h 42"/>
                <a:gd name="T38" fmla="*/ 2723 w 124"/>
                <a:gd name="T39" fmla="*/ 1083 h 42"/>
                <a:gd name="T40" fmla="*/ 2951 w 124"/>
                <a:gd name="T41" fmla="*/ 1143 h 42"/>
                <a:gd name="T42" fmla="*/ 3161 w 124"/>
                <a:gd name="T43" fmla="*/ 1083 h 42"/>
                <a:gd name="T44" fmla="*/ 3161 w 124"/>
                <a:gd name="T45" fmla="*/ 1083 h 42"/>
                <a:gd name="T46" fmla="*/ 3084 w 124"/>
                <a:gd name="T47" fmla="*/ 1143 h 42"/>
                <a:gd name="T48" fmla="*/ 2619 w 124"/>
                <a:gd name="T49" fmla="*/ 1083 h 42"/>
                <a:gd name="T50" fmla="*/ 2566 w 124"/>
                <a:gd name="T51" fmla="*/ 1083 h 42"/>
                <a:gd name="T52" fmla="*/ 53 w 124"/>
                <a:gd name="T53" fmla="*/ 162 h 42"/>
                <a:gd name="T54" fmla="*/ 53 w 124"/>
                <a:gd name="T55" fmla="*/ 101 h 4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24" h="4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1" y="7"/>
                  </a:cubicBezTo>
                  <a:cubicBezTo>
                    <a:pt x="31" y="13"/>
                    <a:pt x="63" y="23"/>
                    <a:pt x="98" y="36"/>
                  </a:cubicBezTo>
                  <a:cubicBezTo>
                    <a:pt x="100" y="36"/>
                    <a:pt x="100" y="36"/>
                    <a:pt x="100" y="36"/>
                  </a:cubicBezTo>
                  <a:cubicBezTo>
                    <a:pt x="100" y="36"/>
                    <a:pt x="100" y="36"/>
                    <a:pt x="100" y="36"/>
                  </a:cubicBezTo>
                  <a:cubicBezTo>
                    <a:pt x="103" y="38"/>
                    <a:pt x="114" y="42"/>
                    <a:pt x="120" y="38"/>
                  </a:cubicBezTo>
                  <a:cubicBezTo>
                    <a:pt x="123" y="36"/>
                    <a:pt x="124" y="35"/>
                    <a:pt x="124" y="35"/>
                  </a:cubicBezTo>
                  <a:cubicBezTo>
                    <a:pt x="124" y="34"/>
                    <a:pt x="124" y="34"/>
                    <a:pt x="124" y="33"/>
                  </a:cubicBezTo>
                  <a:cubicBezTo>
                    <a:pt x="123" y="32"/>
                    <a:pt x="123" y="32"/>
                    <a:pt x="123" y="32"/>
                  </a:cubicBezTo>
                  <a:cubicBezTo>
                    <a:pt x="122" y="32"/>
                    <a:pt x="122" y="32"/>
                    <a:pt x="121" y="32"/>
                  </a:cubicBezTo>
                  <a:cubicBezTo>
                    <a:pt x="121" y="32"/>
                    <a:pt x="117" y="33"/>
                    <a:pt x="114" y="34"/>
                  </a:cubicBezTo>
                  <a:cubicBezTo>
                    <a:pt x="111" y="34"/>
                    <a:pt x="108" y="33"/>
                    <a:pt x="106" y="32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66" y="18"/>
                    <a:pt x="33" y="8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  <a:close/>
                  <a:moveTo>
                    <a:pt x="2" y="3"/>
                  </a:moveTo>
                  <a:cubicBezTo>
                    <a:pt x="33" y="10"/>
                    <a:pt x="66" y="20"/>
                    <a:pt x="103" y="33"/>
                  </a:cubicBezTo>
                  <a:cubicBezTo>
                    <a:pt x="103" y="33"/>
                    <a:pt x="105" y="34"/>
                    <a:pt x="105" y="34"/>
                  </a:cubicBezTo>
                  <a:cubicBezTo>
                    <a:pt x="108" y="35"/>
                    <a:pt x="111" y="36"/>
                    <a:pt x="114" y="36"/>
                  </a:cubicBezTo>
                  <a:cubicBezTo>
                    <a:pt x="117" y="35"/>
                    <a:pt x="120" y="34"/>
                    <a:pt x="122" y="34"/>
                  </a:cubicBezTo>
                  <a:cubicBezTo>
                    <a:pt x="122" y="34"/>
                    <a:pt x="122" y="34"/>
                    <a:pt x="122" y="34"/>
                  </a:cubicBezTo>
                  <a:cubicBezTo>
                    <a:pt x="121" y="35"/>
                    <a:pt x="119" y="36"/>
                    <a:pt x="119" y="36"/>
                  </a:cubicBezTo>
                  <a:cubicBezTo>
                    <a:pt x="115" y="39"/>
                    <a:pt x="107" y="37"/>
                    <a:pt x="101" y="34"/>
                  </a:cubicBezTo>
                  <a:cubicBezTo>
                    <a:pt x="101" y="34"/>
                    <a:pt x="99" y="34"/>
                    <a:pt x="99" y="34"/>
                  </a:cubicBezTo>
                  <a:cubicBezTo>
                    <a:pt x="64" y="21"/>
                    <a:pt x="32" y="12"/>
                    <a:pt x="2" y="5"/>
                  </a:cubicBezTo>
                  <a:cubicBezTo>
                    <a:pt x="2" y="4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2" name="Freeform 299">
              <a:extLst>
                <a:ext uri="{FF2B5EF4-FFF2-40B4-BE49-F238E27FC236}">
                  <a16:creationId xmlns:a16="http://schemas.microsoft.com/office/drawing/2014/main" id="{89CA1A5A-9A87-4780-8E00-8F1192F88B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" y="2676"/>
              <a:ext cx="817" cy="278"/>
            </a:xfrm>
            <a:custGeom>
              <a:avLst/>
              <a:gdLst>
                <a:gd name="T0" fmla="*/ 0 w 276"/>
                <a:gd name="T1" fmla="*/ 0 h 88"/>
                <a:gd name="T2" fmla="*/ 0 w 276"/>
                <a:gd name="T3" fmla="*/ 28 h 88"/>
                <a:gd name="T4" fmla="*/ 0 w 276"/>
                <a:gd name="T5" fmla="*/ 161 h 88"/>
                <a:gd name="T6" fmla="*/ 27 w 276"/>
                <a:gd name="T7" fmla="*/ 190 h 88"/>
                <a:gd name="T8" fmla="*/ 2857 w 276"/>
                <a:gd name="T9" fmla="*/ 1298 h 88"/>
                <a:gd name="T10" fmla="*/ 7134 w 276"/>
                <a:gd name="T11" fmla="*/ 2774 h 88"/>
                <a:gd name="T12" fmla="*/ 7158 w 276"/>
                <a:gd name="T13" fmla="*/ 2774 h 88"/>
                <a:gd name="T14" fmla="*/ 7158 w 276"/>
                <a:gd name="T15" fmla="*/ 2745 h 88"/>
                <a:gd name="T16" fmla="*/ 7158 w 276"/>
                <a:gd name="T17" fmla="*/ 2616 h 88"/>
                <a:gd name="T18" fmla="*/ 7134 w 276"/>
                <a:gd name="T19" fmla="*/ 2584 h 88"/>
                <a:gd name="T20" fmla="*/ 2928 w 276"/>
                <a:gd name="T21" fmla="*/ 1137 h 88"/>
                <a:gd name="T22" fmla="*/ 2928 w 276"/>
                <a:gd name="T23" fmla="*/ 1137 h 88"/>
                <a:gd name="T24" fmla="*/ 27 w 276"/>
                <a:gd name="T25" fmla="*/ 0 h 88"/>
                <a:gd name="T26" fmla="*/ 0 w 276"/>
                <a:gd name="T27" fmla="*/ 0 h 88"/>
                <a:gd name="T28" fmla="*/ 53 w 276"/>
                <a:gd name="T29" fmla="*/ 60 h 88"/>
                <a:gd name="T30" fmla="*/ 2910 w 276"/>
                <a:gd name="T31" fmla="*/ 1197 h 88"/>
                <a:gd name="T32" fmla="*/ 2910 w 276"/>
                <a:gd name="T33" fmla="*/ 1197 h 88"/>
                <a:gd name="T34" fmla="*/ 7107 w 276"/>
                <a:gd name="T35" fmla="*/ 2644 h 88"/>
                <a:gd name="T36" fmla="*/ 7107 w 276"/>
                <a:gd name="T37" fmla="*/ 2714 h 88"/>
                <a:gd name="T38" fmla="*/ 2883 w 276"/>
                <a:gd name="T39" fmla="*/ 1229 h 88"/>
                <a:gd name="T40" fmla="*/ 53 w 276"/>
                <a:gd name="T41" fmla="*/ 130 h 88"/>
                <a:gd name="T42" fmla="*/ 53 w 276"/>
                <a:gd name="T43" fmla="*/ 60 h 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76" h="88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33" y="13"/>
                    <a:pt x="69" y="24"/>
                    <a:pt x="110" y="41"/>
                  </a:cubicBezTo>
                  <a:cubicBezTo>
                    <a:pt x="181" y="71"/>
                    <a:pt x="239" y="83"/>
                    <a:pt x="275" y="88"/>
                  </a:cubicBezTo>
                  <a:cubicBezTo>
                    <a:pt x="275" y="88"/>
                    <a:pt x="276" y="88"/>
                    <a:pt x="276" y="88"/>
                  </a:cubicBezTo>
                  <a:cubicBezTo>
                    <a:pt x="276" y="87"/>
                    <a:pt x="276" y="87"/>
                    <a:pt x="276" y="87"/>
                  </a:cubicBezTo>
                  <a:cubicBezTo>
                    <a:pt x="276" y="83"/>
                    <a:pt x="276" y="83"/>
                    <a:pt x="276" y="83"/>
                  </a:cubicBezTo>
                  <a:cubicBezTo>
                    <a:pt x="276" y="82"/>
                    <a:pt x="276" y="82"/>
                    <a:pt x="275" y="82"/>
                  </a:cubicBezTo>
                  <a:cubicBezTo>
                    <a:pt x="211" y="73"/>
                    <a:pt x="151" y="52"/>
                    <a:pt x="113" y="36"/>
                  </a:cubicBezTo>
                  <a:cubicBezTo>
                    <a:pt x="113" y="36"/>
                    <a:pt x="113" y="36"/>
                    <a:pt x="113" y="36"/>
                  </a:cubicBezTo>
                  <a:cubicBezTo>
                    <a:pt x="71" y="18"/>
                    <a:pt x="34" y="7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  <a:moveTo>
                    <a:pt x="2" y="2"/>
                  </a:moveTo>
                  <a:cubicBezTo>
                    <a:pt x="35" y="9"/>
                    <a:pt x="71" y="21"/>
                    <a:pt x="112" y="38"/>
                  </a:cubicBezTo>
                  <a:cubicBezTo>
                    <a:pt x="112" y="38"/>
                    <a:pt x="112" y="38"/>
                    <a:pt x="112" y="38"/>
                  </a:cubicBezTo>
                  <a:cubicBezTo>
                    <a:pt x="150" y="53"/>
                    <a:pt x="210" y="74"/>
                    <a:pt x="274" y="84"/>
                  </a:cubicBezTo>
                  <a:cubicBezTo>
                    <a:pt x="274" y="84"/>
                    <a:pt x="274" y="85"/>
                    <a:pt x="274" y="86"/>
                  </a:cubicBezTo>
                  <a:cubicBezTo>
                    <a:pt x="238" y="81"/>
                    <a:pt x="181" y="68"/>
                    <a:pt x="111" y="39"/>
                  </a:cubicBezTo>
                  <a:cubicBezTo>
                    <a:pt x="70" y="23"/>
                    <a:pt x="34" y="11"/>
                    <a:pt x="2" y="4"/>
                  </a:cubicBezTo>
                  <a:cubicBezTo>
                    <a:pt x="2" y="4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3" name="Freeform 300">
              <a:extLst>
                <a:ext uri="{FF2B5EF4-FFF2-40B4-BE49-F238E27FC236}">
                  <a16:creationId xmlns:a16="http://schemas.microsoft.com/office/drawing/2014/main" id="{115A691F-53C1-4947-A7EE-4CA9AE0D18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5" y="2690"/>
              <a:ext cx="408" cy="154"/>
            </a:xfrm>
            <a:custGeom>
              <a:avLst/>
              <a:gdLst>
                <a:gd name="T0" fmla="*/ 263 w 138"/>
                <a:gd name="T1" fmla="*/ 0 h 49"/>
                <a:gd name="T2" fmla="*/ 0 w 138"/>
                <a:gd name="T3" fmla="*/ 189 h 49"/>
                <a:gd name="T4" fmla="*/ 305 w 138"/>
                <a:gd name="T5" fmla="*/ 405 h 49"/>
                <a:gd name="T6" fmla="*/ 3539 w 138"/>
                <a:gd name="T7" fmla="*/ 1521 h 49"/>
                <a:gd name="T8" fmla="*/ 3566 w 138"/>
                <a:gd name="T9" fmla="*/ 1521 h 49"/>
                <a:gd name="T10" fmla="*/ 3566 w 138"/>
                <a:gd name="T11" fmla="*/ 1493 h 49"/>
                <a:gd name="T12" fmla="*/ 3566 w 138"/>
                <a:gd name="T13" fmla="*/ 1364 h 49"/>
                <a:gd name="T14" fmla="*/ 3539 w 138"/>
                <a:gd name="T15" fmla="*/ 1333 h 49"/>
                <a:gd name="T16" fmla="*/ 358 w 138"/>
                <a:gd name="T17" fmla="*/ 248 h 49"/>
                <a:gd name="T18" fmla="*/ 183 w 138"/>
                <a:gd name="T19" fmla="*/ 157 h 49"/>
                <a:gd name="T20" fmla="*/ 263 w 138"/>
                <a:gd name="T21" fmla="*/ 129 h 49"/>
                <a:gd name="T22" fmla="*/ 290 w 138"/>
                <a:gd name="T23" fmla="*/ 88 h 49"/>
                <a:gd name="T24" fmla="*/ 290 w 138"/>
                <a:gd name="T25" fmla="*/ 28 h 49"/>
                <a:gd name="T26" fmla="*/ 290 w 138"/>
                <a:gd name="T27" fmla="*/ 28 h 49"/>
                <a:gd name="T28" fmla="*/ 290 w 138"/>
                <a:gd name="T29" fmla="*/ 0 h 49"/>
                <a:gd name="T30" fmla="*/ 263 w 138"/>
                <a:gd name="T31" fmla="*/ 0 h 49"/>
                <a:gd name="T32" fmla="*/ 305 w 138"/>
                <a:gd name="T33" fmla="*/ 374 h 49"/>
                <a:gd name="T34" fmla="*/ 53 w 138"/>
                <a:gd name="T35" fmla="*/ 157 h 49"/>
                <a:gd name="T36" fmla="*/ 53 w 138"/>
                <a:gd name="T37" fmla="*/ 157 h 49"/>
                <a:gd name="T38" fmla="*/ 237 w 138"/>
                <a:gd name="T39" fmla="*/ 60 h 49"/>
                <a:gd name="T40" fmla="*/ 237 w 138"/>
                <a:gd name="T41" fmla="*/ 60 h 49"/>
                <a:gd name="T42" fmla="*/ 130 w 138"/>
                <a:gd name="T43" fmla="*/ 157 h 49"/>
                <a:gd name="T44" fmla="*/ 130 w 138"/>
                <a:gd name="T45" fmla="*/ 157 h 49"/>
                <a:gd name="T46" fmla="*/ 331 w 138"/>
                <a:gd name="T47" fmla="*/ 305 h 49"/>
                <a:gd name="T48" fmla="*/ 3515 w 138"/>
                <a:gd name="T49" fmla="*/ 1392 h 49"/>
                <a:gd name="T50" fmla="*/ 3515 w 138"/>
                <a:gd name="T51" fmla="*/ 1461 h 49"/>
                <a:gd name="T52" fmla="*/ 305 w 138"/>
                <a:gd name="T53" fmla="*/ 374 h 4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8" h="49">
                  <a:moveTo>
                    <a:pt x="10" y="0"/>
                  </a:moveTo>
                  <a:cubicBezTo>
                    <a:pt x="9" y="0"/>
                    <a:pt x="0" y="0"/>
                    <a:pt x="0" y="6"/>
                  </a:cubicBezTo>
                  <a:cubicBezTo>
                    <a:pt x="0" y="9"/>
                    <a:pt x="8" y="12"/>
                    <a:pt x="12" y="13"/>
                  </a:cubicBezTo>
                  <a:cubicBezTo>
                    <a:pt x="64" y="34"/>
                    <a:pt x="103" y="45"/>
                    <a:pt x="137" y="49"/>
                  </a:cubicBezTo>
                  <a:cubicBezTo>
                    <a:pt x="137" y="49"/>
                    <a:pt x="138" y="49"/>
                    <a:pt x="138" y="49"/>
                  </a:cubicBezTo>
                  <a:cubicBezTo>
                    <a:pt x="138" y="48"/>
                    <a:pt x="138" y="48"/>
                    <a:pt x="138" y="48"/>
                  </a:cubicBezTo>
                  <a:cubicBezTo>
                    <a:pt x="138" y="44"/>
                    <a:pt x="138" y="44"/>
                    <a:pt x="138" y="44"/>
                  </a:cubicBezTo>
                  <a:cubicBezTo>
                    <a:pt x="138" y="43"/>
                    <a:pt x="138" y="43"/>
                    <a:pt x="137" y="43"/>
                  </a:cubicBezTo>
                  <a:cubicBezTo>
                    <a:pt x="104" y="39"/>
                    <a:pt x="64" y="28"/>
                    <a:pt x="14" y="8"/>
                  </a:cubicBezTo>
                  <a:cubicBezTo>
                    <a:pt x="9" y="6"/>
                    <a:pt x="8" y="5"/>
                    <a:pt x="7" y="5"/>
                  </a:cubicBezTo>
                  <a:cubicBezTo>
                    <a:pt x="8" y="5"/>
                    <a:pt x="8" y="5"/>
                    <a:pt x="10" y="4"/>
                  </a:cubicBezTo>
                  <a:cubicBezTo>
                    <a:pt x="11" y="4"/>
                    <a:pt x="11" y="4"/>
                    <a:pt x="11" y="3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0"/>
                    <a:pt x="11" y="0"/>
                  </a:cubicBezTo>
                  <a:cubicBezTo>
                    <a:pt x="11" y="0"/>
                    <a:pt x="11" y="0"/>
                    <a:pt x="10" y="0"/>
                  </a:cubicBezTo>
                  <a:close/>
                  <a:moveTo>
                    <a:pt x="12" y="12"/>
                  </a:moveTo>
                  <a:cubicBezTo>
                    <a:pt x="6" y="10"/>
                    <a:pt x="2" y="7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3"/>
                    <a:pt x="6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3"/>
                    <a:pt x="5" y="3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6" y="7"/>
                    <a:pt x="13" y="10"/>
                  </a:cubicBezTo>
                  <a:cubicBezTo>
                    <a:pt x="63" y="29"/>
                    <a:pt x="102" y="41"/>
                    <a:pt x="136" y="45"/>
                  </a:cubicBezTo>
                  <a:cubicBezTo>
                    <a:pt x="136" y="45"/>
                    <a:pt x="136" y="46"/>
                    <a:pt x="136" y="47"/>
                  </a:cubicBezTo>
                  <a:cubicBezTo>
                    <a:pt x="102" y="43"/>
                    <a:pt x="64" y="32"/>
                    <a:pt x="12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4" name="Freeform 301">
              <a:extLst>
                <a:ext uri="{FF2B5EF4-FFF2-40B4-BE49-F238E27FC236}">
                  <a16:creationId xmlns:a16="http://schemas.microsoft.com/office/drawing/2014/main" id="{422E7C3B-E27C-4276-A71C-E2BC778CB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279"/>
              <a:ext cx="130" cy="322"/>
            </a:xfrm>
            <a:custGeom>
              <a:avLst/>
              <a:gdLst>
                <a:gd name="T0" fmla="*/ 0 w 44"/>
                <a:gd name="T1" fmla="*/ 0 h 102"/>
                <a:gd name="T2" fmla="*/ 620 w 44"/>
                <a:gd name="T3" fmla="*/ 1196 h 102"/>
                <a:gd name="T4" fmla="*/ 872 w 44"/>
                <a:gd name="T5" fmla="*/ 2292 h 102"/>
                <a:gd name="T6" fmla="*/ 331 w 44"/>
                <a:gd name="T7" fmla="*/ 3211 h 102"/>
                <a:gd name="T8" fmla="*/ 1005 w 44"/>
                <a:gd name="T9" fmla="*/ 2203 h 102"/>
                <a:gd name="T10" fmla="*/ 647 w 44"/>
                <a:gd name="T11" fmla="*/ 1007 h 102"/>
                <a:gd name="T12" fmla="*/ 0 w 44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02">
                  <a:moveTo>
                    <a:pt x="0" y="0"/>
                  </a:moveTo>
                  <a:cubicBezTo>
                    <a:pt x="4" y="14"/>
                    <a:pt x="14" y="22"/>
                    <a:pt x="24" y="38"/>
                  </a:cubicBezTo>
                  <a:cubicBezTo>
                    <a:pt x="34" y="55"/>
                    <a:pt x="38" y="63"/>
                    <a:pt x="34" y="73"/>
                  </a:cubicBezTo>
                  <a:cubicBezTo>
                    <a:pt x="30" y="83"/>
                    <a:pt x="15" y="97"/>
                    <a:pt x="13" y="102"/>
                  </a:cubicBezTo>
                  <a:cubicBezTo>
                    <a:pt x="20" y="92"/>
                    <a:pt x="37" y="81"/>
                    <a:pt x="39" y="70"/>
                  </a:cubicBezTo>
                  <a:cubicBezTo>
                    <a:pt x="44" y="53"/>
                    <a:pt x="32" y="41"/>
                    <a:pt x="25" y="32"/>
                  </a:cubicBezTo>
                  <a:cubicBezTo>
                    <a:pt x="18" y="24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5" name="Freeform 302">
              <a:extLst>
                <a:ext uri="{FF2B5EF4-FFF2-40B4-BE49-F238E27FC236}">
                  <a16:creationId xmlns:a16="http://schemas.microsoft.com/office/drawing/2014/main" id="{E8D0747D-2439-44BF-A26F-C90F07641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740"/>
              <a:ext cx="355" cy="123"/>
            </a:xfrm>
            <a:custGeom>
              <a:avLst/>
              <a:gdLst>
                <a:gd name="T0" fmla="*/ 0 w 120"/>
                <a:gd name="T1" fmla="*/ 0 h 39"/>
                <a:gd name="T2" fmla="*/ 3106 w 120"/>
                <a:gd name="T3" fmla="*/ 1094 h 39"/>
                <a:gd name="T4" fmla="*/ 0 w 120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9">
                  <a:moveTo>
                    <a:pt x="0" y="0"/>
                  </a:moveTo>
                  <a:cubicBezTo>
                    <a:pt x="13" y="8"/>
                    <a:pt x="75" y="30"/>
                    <a:pt x="120" y="35"/>
                  </a:cubicBezTo>
                  <a:cubicBezTo>
                    <a:pt x="104" y="39"/>
                    <a:pt x="29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6" name="Freeform 303">
              <a:extLst>
                <a:ext uri="{FF2B5EF4-FFF2-40B4-BE49-F238E27FC236}">
                  <a16:creationId xmlns:a16="http://schemas.microsoft.com/office/drawing/2014/main" id="{A68BA06F-47DF-4B95-8F8B-EFB7DACFC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2601"/>
              <a:ext cx="263" cy="85"/>
            </a:xfrm>
            <a:custGeom>
              <a:avLst/>
              <a:gdLst>
                <a:gd name="T0" fmla="*/ 0 w 89"/>
                <a:gd name="T1" fmla="*/ 0 h 27"/>
                <a:gd name="T2" fmla="*/ 2296 w 89"/>
                <a:gd name="T3" fmla="*/ 84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27">
                  <a:moveTo>
                    <a:pt x="0" y="0"/>
                  </a:moveTo>
                  <a:cubicBezTo>
                    <a:pt x="10" y="0"/>
                    <a:pt x="72" y="19"/>
                    <a:pt x="8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7" name="Freeform 304">
              <a:extLst>
                <a:ext uri="{FF2B5EF4-FFF2-40B4-BE49-F238E27FC236}">
                  <a16:creationId xmlns:a16="http://schemas.microsoft.com/office/drawing/2014/main" id="{E63EDFC3-1D75-4C2C-8E7A-72B86EAA6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2424"/>
              <a:ext cx="269" cy="259"/>
            </a:xfrm>
            <a:custGeom>
              <a:avLst/>
              <a:gdLst>
                <a:gd name="T0" fmla="*/ 0 w 91"/>
                <a:gd name="T1" fmla="*/ 2584 h 82"/>
                <a:gd name="T2" fmla="*/ 304 w 91"/>
                <a:gd name="T3" fmla="*/ 2454 h 82"/>
                <a:gd name="T4" fmla="*/ 698 w 91"/>
                <a:gd name="T5" fmla="*/ 1854 h 82"/>
                <a:gd name="T6" fmla="*/ 1425 w 91"/>
                <a:gd name="T7" fmla="*/ 1298 h 82"/>
                <a:gd name="T8" fmla="*/ 2350 w 91"/>
                <a:gd name="T9" fmla="*/ 0 h 82"/>
                <a:gd name="T10" fmla="*/ 1215 w 91"/>
                <a:gd name="T11" fmla="*/ 1327 h 82"/>
                <a:gd name="T12" fmla="*/ 541 w 91"/>
                <a:gd name="T13" fmla="*/ 1895 h 82"/>
                <a:gd name="T14" fmla="*/ 0 w 91"/>
                <a:gd name="T15" fmla="*/ 2584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2">
                  <a:moveTo>
                    <a:pt x="0" y="82"/>
                  </a:moveTo>
                  <a:cubicBezTo>
                    <a:pt x="4" y="81"/>
                    <a:pt x="9" y="80"/>
                    <a:pt x="12" y="78"/>
                  </a:cubicBezTo>
                  <a:cubicBezTo>
                    <a:pt x="18" y="73"/>
                    <a:pt x="21" y="64"/>
                    <a:pt x="27" y="59"/>
                  </a:cubicBezTo>
                  <a:cubicBezTo>
                    <a:pt x="35" y="52"/>
                    <a:pt x="46" y="48"/>
                    <a:pt x="55" y="41"/>
                  </a:cubicBezTo>
                  <a:cubicBezTo>
                    <a:pt x="74" y="25"/>
                    <a:pt x="88" y="8"/>
                    <a:pt x="91" y="0"/>
                  </a:cubicBezTo>
                  <a:cubicBezTo>
                    <a:pt x="88" y="7"/>
                    <a:pt x="60" y="33"/>
                    <a:pt x="47" y="42"/>
                  </a:cubicBezTo>
                  <a:cubicBezTo>
                    <a:pt x="34" y="51"/>
                    <a:pt x="25" y="55"/>
                    <a:pt x="21" y="60"/>
                  </a:cubicBezTo>
                  <a:cubicBezTo>
                    <a:pt x="18" y="65"/>
                    <a:pt x="12" y="80"/>
                    <a:pt x="0" y="82"/>
                  </a:cubicBezTo>
                  <a:close/>
                </a:path>
              </a:pathLst>
            </a:custGeom>
            <a:solidFill>
              <a:srgbClr val="CA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8" name="Freeform 305">
              <a:extLst>
                <a:ext uri="{FF2B5EF4-FFF2-40B4-BE49-F238E27FC236}">
                  <a16:creationId xmlns:a16="http://schemas.microsoft.com/office/drawing/2014/main" id="{589A824C-CB23-47CF-BA1A-05D9499B13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" y="2250"/>
              <a:ext cx="823" cy="878"/>
            </a:xfrm>
            <a:custGeom>
              <a:avLst/>
              <a:gdLst>
                <a:gd name="T0" fmla="*/ 53 w 278"/>
                <a:gd name="T1" fmla="*/ 0 h 278"/>
                <a:gd name="T2" fmla="*/ 27 w 278"/>
                <a:gd name="T3" fmla="*/ 28 h 278"/>
                <a:gd name="T4" fmla="*/ 0 w 278"/>
                <a:gd name="T5" fmla="*/ 60 h 278"/>
                <a:gd name="T6" fmla="*/ 0 w 278"/>
                <a:gd name="T7" fmla="*/ 88 h 278"/>
                <a:gd name="T8" fmla="*/ 0 w 278"/>
                <a:gd name="T9" fmla="*/ 8698 h 278"/>
                <a:gd name="T10" fmla="*/ 53 w 278"/>
                <a:gd name="T11" fmla="*/ 8758 h 278"/>
                <a:gd name="T12" fmla="*/ 7161 w 278"/>
                <a:gd name="T13" fmla="*/ 8758 h 278"/>
                <a:gd name="T14" fmla="*/ 7212 w 278"/>
                <a:gd name="T15" fmla="*/ 8698 h 278"/>
                <a:gd name="T16" fmla="*/ 7212 w 278"/>
                <a:gd name="T17" fmla="*/ 60 h 278"/>
                <a:gd name="T18" fmla="*/ 7161 w 278"/>
                <a:gd name="T19" fmla="*/ 0 h 278"/>
                <a:gd name="T20" fmla="*/ 53 w 278"/>
                <a:gd name="T21" fmla="*/ 0 h 278"/>
                <a:gd name="T22" fmla="*/ 7135 w 278"/>
                <a:gd name="T23" fmla="*/ 88 h 278"/>
                <a:gd name="T24" fmla="*/ 7135 w 278"/>
                <a:gd name="T25" fmla="*/ 8669 h 278"/>
                <a:gd name="T26" fmla="*/ 80 w 278"/>
                <a:gd name="T27" fmla="*/ 8669 h 278"/>
                <a:gd name="T28" fmla="*/ 80 w 278"/>
                <a:gd name="T29" fmla="*/ 88 h 278"/>
                <a:gd name="T30" fmla="*/ 7135 w 278"/>
                <a:gd name="T31" fmla="*/ 88 h 27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8" h="278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77"/>
                    <a:pt x="1" y="278"/>
                    <a:pt x="2" y="278"/>
                  </a:cubicBezTo>
                  <a:cubicBezTo>
                    <a:pt x="276" y="278"/>
                    <a:pt x="276" y="278"/>
                    <a:pt x="276" y="278"/>
                  </a:cubicBezTo>
                  <a:cubicBezTo>
                    <a:pt x="277" y="278"/>
                    <a:pt x="278" y="277"/>
                    <a:pt x="278" y="276"/>
                  </a:cubicBezTo>
                  <a:cubicBezTo>
                    <a:pt x="278" y="2"/>
                    <a:pt x="278" y="2"/>
                    <a:pt x="278" y="2"/>
                  </a:cubicBezTo>
                  <a:cubicBezTo>
                    <a:pt x="278" y="1"/>
                    <a:pt x="277" y="0"/>
                    <a:pt x="276" y="0"/>
                  </a:cubicBezTo>
                  <a:lnTo>
                    <a:pt x="2" y="0"/>
                  </a:lnTo>
                  <a:close/>
                  <a:moveTo>
                    <a:pt x="275" y="3"/>
                  </a:moveTo>
                  <a:cubicBezTo>
                    <a:pt x="275" y="6"/>
                    <a:pt x="275" y="272"/>
                    <a:pt x="275" y="275"/>
                  </a:cubicBezTo>
                  <a:cubicBezTo>
                    <a:pt x="272" y="275"/>
                    <a:pt x="6" y="275"/>
                    <a:pt x="3" y="275"/>
                  </a:cubicBezTo>
                  <a:cubicBezTo>
                    <a:pt x="3" y="272"/>
                    <a:pt x="3" y="5"/>
                    <a:pt x="3" y="3"/>
                  </a:cubicBezTo>
                  <a:cubicBezTo>
                    <a:pt x="6" y="3"/>
                    <a:pt x="272" y="3"/>
                    <a:pt x="27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9" name="Freeform 306">
              <a:extLst>
                <a:ext uri="{FF2B5EF4-FFF2-40B4-BE49-F238E27FC236}">
                  <a16:creationId xmlns:a16="http://schemas.microsoft.com/office/drawing/2014/main" id="{43273F67-2A72-488D-935E-DB8732261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" y="2730"/>
              <a:ext cx="667" cy="244"/>
            </a:xfrm>
            <a:custGeom>
              <a:avLst/>
              <a:gdLst>
                <a:gd name="T0" fmla="*/ 2108 w 225"/>
                <a:gd name="T1" fmla="*/ 1115 h 77"/>
                <a:gd name="T2" fmla="*/ 5861 w 225"/>
                <a:gd name="T3" fmla="*/ 2351 h 77"/>
                <a:gd name="T4" fmla="*/ 2372 w 225"/>
                <a:gd name="T5" fmla="*/ 1014 h 77"/>
                <a:gd name="T6" fmla="*/ 0 w 225"/>
                <a:gd name="T7" fmla="*/ 0 h 77"/>
                <a:gd name="T8" fmla="*/ 2108 w 225"/>
                <a:gd name="T9" fmla="*/ 1115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77">
                  <a:moveTo>
                    <a:pt x="81" y="35"/>
                  </a:moveTo>
                  <a:cubicBezTo>
                    <a:pt x="100" y="45"/>
                    <a:pt x="197" y="77"/>
                    <a:pt x="225" y="74"/>
                  </a:cubicBezTo>
                  <a:cubicBezTo>
                    <a:pt x="190" y="70"/>
                    <a:pt x="114" y="43"/>
                    <a:pt x="91" y="32"/>
                  </a:cubicBezTo>
                  <a:cubicBezTo>
                    <a:pt x="68" y="22"/>
                    <a:pt x="14" y="1"/>
                    <a:pt x="0" y="0"/>
                  </a:cubicBezTo>
                  <a:cubicBezTo>
                    <a:pt x="19" y="5"/>
                    <a:pt x="59" y="25"/>
                    <a:pt x="81" y="35"/>
                  </a:cubicBezTo>
                  <a:close/>
                </a:path>
              </a:pathLst>
            </a:custGeom>
            <a:solidFill>
              <a:srgbClr val="E2C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0" name="Freeform 307">
              <a:extLst>
                <a:ext uri="{FF2B5EF4-FFF2-40B4-BE49-F238E27FC236}">
                  <a16:creationId xmlns:a16="http://schemas.microsoft.com/office/drawing/2014/main" id="{BE1C49EB-CB31-41EF-82D9-D700AD27D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537"/>
              <a:ext cx="180" cy="159"/>
            </a:xfrm>
            <a:custGeom>
              <a:avLst/>
              <a:gdLst>
                <a:gd name="T0" fmla="*/ 1567 w 61"/>
                <a:gd name="T1" fmla="*/ 0 h 50"/>
                <a:gd name="T2" fmla="*/ 696 w 61"/>
                <a:gd name="T3" fmla="*/ 738 h 50"/>
                <a:gd name="T4" fmla="*/ 304 w 61"/>
                <a:gd name="T5" fmla="*/ 1355 h 50"/>
                <a:gd name="T6" fmla="*/ 0 w 61"/>
                <a:gd name="T7" fmla="*/ 1609 h 50"/>
                <a:gd name="T8" fmla="*/ 670 w 61"/>
                <a:gd name="T9" fmla="*/ 960 h 50"/>
                <a:gd name="T10" fmla="*/ 1567 w 61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50">
                  <a:moveTo>
                    <a:pt x="61" y="0"/>
                  </a:moveTo>
                  <a:cubicBezTo>
                    <a:pt x="43" y="13"/>
                    <a:pt x="33" y="20"/>
                    <a:pt x="27" y="23"/>
                  </a:cubicBezTo>
                  <a:cubicBezTo>
                    <a:pt x="20" y="26"/>
                    <a:pt x="18" y="35"/>
                    <a:pt x="12" y="42"/>
                  </a:cubicBezTo>
                  <a:cubicBezTo>
                    <a:pt x="6" y="49"/>
                    <a:pt x="0" y="50"/>
                    <a:pt x="0" y="50"/>
                  </a:cubicBezTo>
                  <a:cubicBezTo>
                    <a:pt x="18" y="49"/>
                    <a:pt x="20" y="37"/>
                    <a:pt x="26" y="30"/>
                  </a:cubicBezTo>
                  <a:cubicBezTo>
                    <a:pt x="32" y="23"/>
                    <a:pt x="53" y="12"/>
                    <a:pt x="61" y="0"/>
                  </a:cubicBezTo>
                  <a:close/>
                </a:path>
              </a:pathLst>
            </a:custGeom>
            <a:solidFill>
              <a:srgbClr val="E2C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1" name="Freeform 308">
              <a:extLst>
                <a:ext uri="{FF2B5EF4-FFF2-40B4-BE49-F238E27FC236}">
                  <a16:creationId xmlns:a16="http://schemas.microsoft.com/office/drawing/2014/main" id="{3A2B2626-C90C-4A0F-85A0-C32CC7A61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412"/>
              <a:ext cx="75" cy="195"/>
            </a:xfrm>
            <a:custGeom>
              <a:avLst/>
              <a:gdLst>
                <a:gd name="T0" fmla="*/ 351 w 25"/>
                <a:gd name="T1" fmla="*/ 0 h 62"/>
                <a:gd name="T2" fmla="*/ 675 w 25"/>
                <a:gd name="T3" fmla="*/ 780 h 62"/>
                <a:gd name="T4" fmla="*/ 0 w 25"/>
                <a:gd name="T5" fmla="*/ 1928 h 62"/>
                <a:gd name="T6" fmla="*/ 459 w 25"/>
                <a:gd name="T7" fmla="*/ 931 h 62"/>
                <a:gd name="T8" fmla="*/ 351 w 25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2">
                  <a:moveTo>
                    <a:pt x="13" y="0"/>
                  </a:moveTo>
                  <a:cubicBezTo>
                    <a:pt x="19" y="8"/>
                    <a:pt x="25" y="17"/>
                    <a:pt x="25" y="25"/>
                  </a:cubicBezTo>
                  <a:cubicBezTo>
                    <a:pt x="23" y="39"/>
                    <a:pt x="3" y="53"/>
                    <a:pt x="0" y="62"/>
                  </a:cubicBezTo>
                  <a:cubicBezTo>
                    <a:pt x="1" y="48"/>
                    <a:pt x="15" y="44"/>
                    <a:pt x="17" y="30"/>
                  </a:cubicBezTo>
                  <a:cubicBezTo>
                    <a:pt x="19" y="15"/>
                    <a:pt x="18" y="9"/>
                    <a:pt x="13" y="0"/>
                  </a:cubicBezTo>
                  <a:close/>
                </a:path>
              </a:pathLst>
            </a:custGeom>
            <a:solidFill>
              <a:srgbClr val="E2C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2" name="Freeform 309">
              <a:extLst>
                <a:ext uri="{FF2B5EF4-FFF2-40B4-BE49-F238E27FC236}">
                  <a16:creationId xmlns:a16="http://schemas.microsoft.com/office/drawing/2014/main" id="{97D782D9-AD8E-4F0C-A8DE-941643531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825"/>
              <a:ext cx="343" cy="123"/>
            </a:xfrm>
            <a:custGeom>
              <a:avLst/>
              <a:gdLst>
                <a:gd name="T0" fmla="*/ 0 w 116"/>
                <a:gd name="T1" fmla="*/ 0 h 39"/>
                <a:gd name="T2" fmla="*/ 2998 w 116"/>
                <a:gd name="T3" fmla="*/ 1224 h 39"/>
                <a:gd name="T4" fmla="*/ 0 w 116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39">
                  <a:moveTo>
                    <a:pt x="0" y="0"/>
                  </a:moveTo>
                  <a:cubicBezTo>
                    <a:pt x="15" y="7"/>
                    <a:pt x="80" y="32"/>
                    <a:pt x="116" y="39"/>
                  </a:cubicBezTo>
                  <a:cubicBezTo>
                    <a:pt x="90" y="37"/>
                    <a:pt x="17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3" name="Freeform 310">
              <a:extLst>
                <a:ext uri="{FF2B5EF4-FFF2-40B4-BE49-F238E27FC236}">
                  <a16:creationId xmlns:a16="http://schemas.microsoft.com/office/drawing/2014/main" id="{2811F0E1-F1CC-40A3-B9D4-92F170229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576"/>
              <a:ext cx="83" cy="82"/>
            </a:xfrm>
            <a:custGeom>
              <a:avLst/>
              <a:gdLst>
                <a:gd name="T0" fmla="*/ 317 w 28"/>
                <a:gd name="T1" fmla="*/ 467 h 26"/>
                <a:gd name="T2" fmla="*/ 729 w 28"/>
                <a:gd name="T3" fmla="*/ 0 h 26"/>
                <a:gd name="T4" fmla="*/ 210 w 28"/>
                <a:gd name="T5" fmla="*/ 467 h 26"/>
                <a:gd name="T6" fmla="*/ 0 w 28"/>
                <a:gd name="T7" fmla="*/ 817 h 26"/>
                <a:gd name="T8" fmla="*/ 317 w 28"/>
                <a:gd name="T9" fmla="*/ 46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12" y="15"/>
                  </a:moveTo>
                  <a:cubicBezTo>
                    <a:pt x="17" y="12"/>
                    <a:pt x="24" y="5"/>
                    <a:pt x="28" y="0"/>
                  </a:cubicBezTo>
                  <a:cubicBezTo>
                    <a:pt x="25" y="2"/>
                    <a:pt x="12" y="12"/>
                    <a:pt x="8" y="15"/>
                  </a:cubicBezTo>
                  <a:cubicBezTo>
                    <a:pt x="4" y="17"/>
                    <a:pt x="3" y="19"/>
                    <a:pt x="0" y="26"/>
                  </a:cubicBezTo>
                  <a:cubicBezTo>
                    <a:pt x="2" y="22"/>
                    <a:pt x="7" y="18"/>
                    <a:pt x="1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0900" name="Freeform 311">
            <a:extLst>
              <a:ext uri="{FF2B5EF4-FFF2-40B4-BE49-F238E27FC236}">
                <a16:creationId xmlns:a16="http://schemas.microsoft.com/office/drawing/2014/main" id="{640F1532-4324-4620-90E5-6FA0DD378231}"/>
              </a:ext>
            </a:extLst>
          </p:cNvPr>
          <p:cNvSpPr>
            <a:spLocks/>
          </p:cNvSpPr>
          <p:nvPr/>
        </p:nvSpPr>
        <p:spPr bwMode="auto">
          <a:xfrm>
            <a:off x="3505200" y="4114800"/>
            <a:ext cx="1296988" cy="376238"/>
          </a:xfrm>
          <a:custGeom>
            <a:avLst/>
            <a:gdLst>
              <a:gd name="T0" fmla="*/ 2147483646 w 276"/>
              <a:gd name="T1" fmla="*/ 2147483646 h 75"/>
              <a:gd name="T2" fmla="*/ 0 w 276"/>
              <a:gd name="T3" fmla="*/ 2147483646 h 75"/>
              <a:gd name="T4" fmla="*/ 0 w 276"/>
              <a:gd name="T5" fmla="*/ 2147483646 h 75"/>
              <a:gd name="T6" fmla="*/ 2147483646 w 276"/>
              <a:gd name="T7" fmla="*/ 2147483646 h 75"/>
              <a:gd name="T8" fmla="*/ 2147483646 w 276"/>
              <a:gd name="T9" fmla="*/ 2147483646 h 75"/>
              <a:gd name="T10" fmla="*/ 2147483646 w 276"/>
              <a:gd name="T11" fmla="*/ 2147483646 h 75"/>
              <a:gd name="T12" fmla="*/ 2147483646 w 276"/>
              <a:gd name="T13" fmla="*/ 2147483646 h 75"/>
              <a:gd name="T14" fmla="*/ 2147483646 w 276"/>
              <a:gd name="T15" fmla="*/ 2147483646 h 75"/>
              <a:gd name="T16" fmla="*/ 2147483646 w 276"/>
              <a:gd name="T17" fmla="*/ 2147483646 h 75"/>
              <a:gd name="T18" fmla="*/ 2147483646 w 276"/>
              <a:gd name="T19" fmla="*/ 2147483646 h 75"/>
              <a:gd name="T20" fmla="*/ 2147483646 w 276"/>
              <a:gd name="T21" fmla="*/ 2147483646 h 75"/>
              <a:gd name="T22" fmla="*/ 2147483646 w 276"/>
              <a:gd name="T23" fmla="*/ 2147483646 h 75"/>
              <a:gd name="T24" fmla="*/ 2147483646 w 276"/>
              <a:gd name="T25" fmla="*/ 2147483646 h 75"/>
              <a:gd name="T26" fmla="*/ 2147483646 w 276"/>
              <a:gd name="T27" fmla="*/ 2147483646 h 75"/>
              <a:gd name="T28" fmla="*/ 2147483646 w 276"/>
              <a:gd name="T29" fmla="*/ 2147483646 h 75"/>
              <a:gd name="T30" fmla="*/ 2147483646 w 276"/>
              <a:gd name="T31" fmla="*/ 2147483646 h 75"/>
              <a:gd name="T32" fmla="*/ 2147483646 w 276"/>
              <a:gd name="T33" fmla="*/ 2147483646 h 7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76" h="75">
                <a:moveTo>
                  <a:pt x="173" y="1"/>
                </a:moveTo>
                <a:cubicBezTo>
                  <a:pt x="0" y="73"/>
                  <a:pt x="0" y="73"/>
                  <a:pt x="0" y="73"/>
                </a:cubicBezTo>
                <a:cubicBezTo>
                  <a:pt x="0" y="73"/>
                  <a:pt x="0" y="74"/>
                  <a:pt x="0" y="74"/>
                </a:cubicBezTo>
                <a:cubicBezTo>
                  <a:pt x="0" y="75"/>
                  <a:pt x="0" y="75"/>
                  <a:pt x="1" y="75"/>
                </a:cubicBezTo>
                <a:cubicBezTo>
                  <a:pt x="275" y="75"/>
                  <a:pt x="275" y="75"/>
                  <a:pt x="275" y="75"/>
                </a:cubicBezTo>
                <a:cubicBezTo>
                  <a:pt x="276" y="75"/>
                  <a:pt x="276" y="75"/>
                  <a:pt x="276" y="74"/>
                </a:cubicBezTo>
                <a:cubicBezTo>
                  <a:pt x="276" y="74"/>
                  <a:pt x="276" y="74"/>
                  <a:pt x="276" y="73"/>
                </a:cubicBezTo>
                <a:cubicBezTo>
                  <a:pt x="206" y="13"/>
                  <a:pt x="206" y="13"/>
                  <a:pt x="206" y="13"/>
                </a:cubicBezTo>
                <a:cubicBezTo>
                  <a:pt x="206" y="13"/>
                  <a:pt x="205" y="13"/>
                  <a:pt x="205" y="13"/>
                </a:cubicBezTo>
                <a:cubicBezTo>
                  <a:pt x="205" y="14"/>
                  <a:pt x="205" y="14"/>
                  <a:pt x="205" y="14"/>
                </a:cubicBezTo>
                <a:cubicBezTo>
                  <a:pt x="205" y="14"/>
                  <a:pt x="205" y="15"/>
                  <a:pt x="205" y="15"/>
                </a:cubicBezTo>
                <a:cubicBezTo>
                  <a:pt x="205" y="15"/>
                  <a:pt x="269" y="70"/>
                  <a:pt x="272" y="73"/>
                </a:cubicBezTo>
                <a:cubicBezTo>
                  <a:pt x="267" y="73"/>
                  <a:pt x="15" y="73"/>
                  <a:pt x="6" y="73"/>
                </a:cubicBezTo>
                <a:cubicBezTo>
                  <a:pt x="14" y="69"/>
                  <a:pt x="174" y="2"/>
                  <a:pt x="174" y="2"/>
                </a:cubicBezTo>
                <a:cubicBezTo>
                  <a:pt x="174" y="2"/>
                  <a:pt x="175" y="2"/>
                  <a:pt x="175" y="1"/>
                </a:cubicBezTo>
                <a:cubicBezTo>
                  <a:pt x="175" y="1"/>
                  <a:pt x="175" y="1"/>
                  <a:pt x="175" y="1"/>
                </a:cubicBezTo>
                <a:cubicBezTo>
                  <a:pt x="174" y="1"/>
                  <a:pt x="174" y="0"/>
                  <a:pt x="173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1" name="Freeform 312">
            <a:extLst>
              <a:ext uri="{FF2B5EF4-FFF2-40B4-BE49-F238E27FC236}">
                <a16:creationId xmlns:a16="http://schemas.microsoft.com/office/drawing/2014/main" id="{B2A13C1F-8EE5-4396-A6A2-A5BB29C5C275}"/>
              </a:ext>
            </a:extLst>
          </p:cNvPr>
          <p:cNvSpPr>
            <a:spLocks/>
          </p:cNvSpPr>
          <p:nvPr/>
        </p:nvSpPr>
        <p:spPr bwMode="auto">
          <a:xfrm>
            <a:off x="3962400" y="4114800"/>
            <a:ext cx="849313" cy="365125"/>
          </a:xfrm>
          <a:custGeom>
            <a:avLst/>
            <a:gdLst>
              <a:gd name="T0" fmla="*/ 2147483646 w 181"/>
              <a:gd name="T1" fmla="*/ 2147483646 h 73"/>
              <a:gd name="T2" fmla="*/ 2147483646 w 181"/>
              <a:gd name="T3" fmla="*/ 0 h 73"/>
              <a:gd name="T4" fmla="*/ 0 w 181"/>
              <a:gd name="T5" fmla="*/ 2147483646 h 73"/>
              <a:gd name="T6" fmla="*/ 2147483646 w 181"/>
              <a:gd name="T7" fmla="*/ 2147483646 h 73"/>
              <a:gd name="T8" fmla="*/ 2147483646 w 181"/>
              <a:gd name="T9" fmla="*/ 2147483646 h 73"/>
              <a:gd name="T10" fmla="*/ 2147483646 w 181"/>
              <a:gd name="T11" fmla="*/ 2147483646 h 7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81" h="73">
                <a:moveTo>
                  <a:pt x="112" y="13"/>
                </a:moveTo>
                <a:cubicBezTo>
                  <a:pt x="80" y="0"/>
                  <a:pt x="80" y="0"/>
                  <a:pt x="80" y="0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45"/>
                  <a:pt x="1" y="59"/>
                  <a:pt x="5" y="73"/>
                </a:cubicBezTo>
                <a:cubicBezTo>
                  <a:pt x="181" y="73"/>
                  <a:pt x="181" y="73"/>
                  <a:pt x="181" y="73"/>
                </a:cubicBezTo>
                <a:lnTo>
                  <a:pt x="112" y="13"/>
                </a:lnTo>
                <a:close/>
              </a:path>
            </a:pathLst>
          </a:custGeom>
          <a:solidFill>
            <a:srgbClr val="FDFA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2" name="Freeform 313">
            <a:extLst>
              <a:ext uri="{FF2B5EF4-FFF2-40B4-BE49-F238E27FC236}">
                <a16:creationId xmlns:a16="http://schemas.microsoft.com/office/drawing/2014/main" id="{C43AC6AF-55D2-4B26-A637-94EA5C09DB8F}"/>
              </a:ext>
            </a:extLst>
          </p:cNvPr>
          <p:cNvSpPr>
            <a:spLocks/>
          </p:cNvSpPr>
          <p:nvPr/>
        </p:nvSpPr>
        <p:spPr bwMode="auto">
          <a:xfrm>
            <a:off x="3505200" y="4114800"/>
            <a:ext cx="1296988" cy="376238"/>
          </a:xfrm>
          <a:custGeom>
            <a:avLst/>
            <a:gdLst>
              <a:gd name="T0" fmla="*/ 2147483646 w 276"/>
              <a:gd name="T1" fmla="*/ 2147483646 h 75"/>
              <a:gd name="T2" fmla="*/ 0 w 276"/>
              <a:gd name="T3" fmla="*/ 2147483646 h 75"/>
              <a:gd name="T4" fmla="*/ 0 w 276"/>
              <a:gd name="T5" fmla="*/ 2147483646 h 75"/>
              <a:gd name="T6" fmla="*/ 2147483646 w 276"/>
              <a:gd name="T7" fmla="*/ 2147483646 h 75"/>
              <a:gd name="T8" fmla="*/ 2147483646 w 276"/>
              <a:gd name="T9" fmla="*/ 2147483646 h 75"/>
              <a:gd name="T10" fmla="*/ 2147483646 w 276"/>
              <a:gd name="T11" fmla="*/ 2147483646 h 75"/>
              <a:gd name="T12" fmla="*/ 2147483646 w 276"/>
              <a:gd name="T13" fmla="*/ 2147483646 h 75"/>
              <a:gd name="T14" fmla="*/ 2147483646 w 276"/>
              <a:gd name="T15" fmla="*/ 2147483646 h 75"/>
              <a:gd name="T16" fmla="*/ 2147483646 w 276"/>
              <a:gd name="T17" fmla="*/ 2147483646 h 75"/>
              <a:gd name="T18" fmla="*/ 2147483646 w 276"/>
              <a:gd name="T19" fmla="*/ 2147483646 h 75"/>
              <a:gd name="T20" fmla="*/ 2147483646 w 276"/>
              <a:gd name="T21" fmla="*/ 2147483646 h 75"/>
              <a:gd name="T22" fmla="*/ 2147483646 w 276"/>
              <a:gd name="T23" fmla="*/ 2147483646 h 75"/>
              <a:gd name="T24" fmla="*/ 2147483646 w 276"/>
              <a:gd name="T25" fmla="*/ 2147483646 h 75"/>
              <a:gd name="T26" fmla="*/ 2147483646 w 276"/>
              <a:gd name="T27" fmla="*/ 2147483646 h 75"/>
              <a:gd name="T28" fmla="*/ 2147483646 w 276"/>
              <a:gd name="T29" fmla="*/ 2147483646 h 75"/>
              <a:gd name="T30" fmla="*/ 2147483646 w 276"/>
              <a:gd name="T31" fmla="*/ 2147483646 h 75"/>
              <a:gd name="T32" fmla="*/ 2147483646 w 276"/>
              <a:gd name="T33" fmla="*/ 2147483646 h 7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76" h="75">
                <a:moveTo>
                  <a:pt x="173" y="1"/>
                </a:moveTo>
                <a:cubicBezTo>
                  <a:pt x="0" y="73"/>
                  <a:pt x="0" y="73"/>
                  <a:pt x="0" y="73"/>
                </a:cubicBezTo>
                <a:cubicBezTo>
                  <a:pt x="0" y="73"/>
                  <a:pt x="0" y="74"/>
                  <a:pt x="0" y="74"/>
                </a:cubicBezTo>
                <a:cubicBezTo>
                  <a:pt x="0" y="75"/>
                  <a:pt x="0" y="75"/>
                  <a:pt x="1" y="75"/>
                </a:cubicBezTo>
                <a:cubicBezTo>
                  <a:pt x="275" y="75"/>
                  <a:pt x="275" y="75"/>
                  <a:pt x="275" y="75"/>
                </a:cubicBezTo>
                <a:cubicBezTo>
                  <a:pt x="276" y="75"/>
                  <a:pt x="276" y="75"/>
                  <a:pt x="276" y="74"/>
                </a:cubicBezTo>
                <a:cubicBezTo>
                  <a:pt x="276" y="74"/>
                  <a:pt x="276" y="74"/>
                  <a:pt x="276" y="73"/>
                </a:cubicBezTo>
                <a:cubicBezTo>
                  <a:pt x="206" y="13"/>
                  <a:pt x="206" y="13"/>
                  <a:pt x="206" y="13"/>
                </a:cubicBezTo>
                <a:cubicBezTo>
                  <a:pt x="206" y="13"/>
                  <a:pt x="205" y="13"/>
                  <a:pt x="205" y="13"/>
                </a:cubicBezTo>
                <a:cubicBezTo>
                  <a:pt x="205" y="14"/>
                  <a:pt x="205" y="14"/>
                  <a:pt x="205" y="14"/>
                </a:cubicBezTo>
                <a:cubicBezTo>
                  <a:pt x="205" y="14"/>
                  <a:pt x="205" y="15"/>
                  <a:pt x="205" y="15"/>
                </a:cubicBezTo>
                <a:cubicBezTo>
                  <a:pt x="205" y="15"/>
                  <a:pt x="269" y="70"/>
                  <a:pt x="272" y="73"/>
                </a:cubicBezTo>
                <a:cubicBezTo>
                  <a:pt x="267" y="73"/>
                  <a:pt x="15" y="73"/>
                  <a:pt x="6" y="73"/>
                </a:cubicBezTo>
                <a:cubicBezTo>
                  <a:pt x="14" y="69"/>
                  <a:pt x="174" y="2"/>
                  <a:pt x="174" y="2"/>
                </a:cubicBezTo>
                <a:cubicBezTo>
                  <a:pt x="174" y="2"/>
                  <a:pt x="175" y="2"/>
                  <a:pt x="175" y="1"/>
                </a:cubicBezTo>
                <a:cubicBezTo>
                  <a:pt x="175" y="1"/>
                  <a:pt x="175" y="1"/>
                  <a:pt x="175" y="1"/>
                </a:cubicBezTo>
                <a:cubicBezTo>
                  <a:pt x="174" y="1"/>
                  <a:pt x="174" y="0"/>
                  <a:pt x="173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>
            <a:extLst>
              <a:ext uri="{FF2B5EF4-FFF2-40B4-BE49-F238E27FC236}">
                <a16:creationId xmlns:a16="http://schemas.microsoft.com/office/drawing/2014/main" id="{6AF1F7FC-54AA-40C2-A808-A3ACE86309D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Meningitis</a:t>
            </a:r>
          </a:p>
        </p:txBody>
      </p:sp>
      <p:grpSp>
        <p:nvGrpSpPr>
          <p:cNvPr id="81922" name="Meningitis-human-brain-illustration">
            <a:extLst>
              <a:ext uri="{FF2B5EF4-FFF2-40B4-BE49-F238E27FC236}">
                <a16:creationId xmlns:a16="http://schemas.microsoft.com/office/drawing/2014/main" id="{51901878-E3BB-4031-BB01-CE8C492DE263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1843088"/>
            <a:ext cx="4197350" cy="3962400"/>
            <a:chOff x="303" y="1040"/>
            <a:chExt cx="2644" cy="2496"/>
          </a:xfrm>
        </p:grpSpPr>
        <p:sp>
          <p:nvSpPr>
            <p:cNvPr id="131653" name="Freeform 4">
              <a:extLst>
                <a:ext uri="{FF2B5EF4-FFF2-40B4-BE49-F238E27FC236}">
                  <a16:creationId xmlns:a16="http://schemas.microsoft.com/office/drawing/2014/main" id="{6BE953A7-CFA4-4C8C-B0C0-F401FC0E5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2773"/>
              <a:ext cx="910" cy="515"/>
            </a:xfrm>
            <a:custGeom>
              <a:avLst/>
              <a:gdLst>
                <a:gd name="T0" fmla="*/ 208 w 364"/>
                <a:gd name="T1" fmla="*/ 171 h 193"/>
                <a:gd name="T2" fmla="*/ 220 w 364"/>
                <a:gd name="T3" fmla="*/ 136 h 193"/>
                <a:gd name="T4" fmla="*/ 300 w 364"/>
                <a:gd name="T5" fmla="*/ 0 h 193"/>
                <a:gd name="T6" fmla="*/ 2300 w 364"/>
                <a:gd name="T7" fmla="*/ 248 h 193"/>
                <a:gd name="T8" fmla="*/ 4270 w 364"/>
                <a:gd name="T9" fmla="*/ 171 h 193"/>
                <a:gd name="T10" fmla="*/ 5688 w 364"/>
                <a:gd name="T11" fmla="*/ 720 h 193"/>
                <a:gd name="T12" fmla="*/ 5613 w 364"/>
                <a:gd name="T13" fmla="*/ 913 h 193"/>
                <a:gd name="T14" fmla="*/ 5488 w 364"/>
                <a:gd name="T15" fmla="*/ 990 h 193"/>
                <a:gd name="T16" fmla="*/ 5408 w 364"/>
                <a:gd name="T17" fmla="*/ 1083 h 193"/>
                <a:gd name="T18" fmla="*/ 5238 w 364"/>
                <a:gd name="T19" fmla="*/ 1161 h 193"/>
                <a:gd name="T20" fmla="*/ 5050 w 364"/>
                <a:gd name="T21" fmla="*/ 1766 h 193"/>
                <a:gd name="T22" fmla="*/ 4875 w 364"/>
                <a:gd name="T23" fmla="*/ 2394 h 193"/>
                <a:gd name="T24" fmla="*/ 4720 w 364"/>
                <a:gd name="T25" fmla="*/ 2756 h 193"/>
                <a:gd name="T26" fmla="*/ 4238 w 364"/>
                <a:gd name="T27" fmla="*/ 3440 h 193"/>
                <a:gd name="T28" fmla="*/ 4033 w 364"/>
                <a:gd name="T29" fmla="*/ 3440 h 193"/>
                <a:gd name="T30" fmla="*/ 3708 w 364"/>
                <a:gd name="T31" fmla="*/ 3496 h 193"/>
                <a:gd name="T32" fmla="*/ 3363 w 364"/>
                <a:gd name="T33" fmla="*/ 3517 h 193"/>
                <a:gd name="T34" fmla="*/ 3238 w 364"/>
                <a:gd name="T35" fmla="*/ 3554 h 193"/>
                <a:gd name="T36" fmla="*/ 3020 w 364"/>
                <a:gd name="T37" fmla="*/ 3554 h 193"/>
                <a:gd name="T38" fmla="*/ 2925 w 364"/>
                <a:gd name="T39" fmla="*/ 3496 h 193"/>
                <a:gd name="T40" fmla="*/ 2613 w 364"/>
                <a:gd name="T41" fmla="*/ 3402 h 193"/>
                <a:gd name="T42" fmla="*/ 1875 w 364"/>
                <a:gd name="T43" fmla="*/ 3133 h 193"/>
                <a:gd name="T44" fmla="*/ 1800 w 364"/>
                <a:gd name="T45" fmla="*/ 2719 h 193"/>
                <a:gd name="T46" fmla="*/ 1583 w 364"/>
                <a:gd name="T47" fmla="*/ 2869 h 193"/>
                <a:gd name="T48" fmla="*/ 1345 w 364"/>
                <a:gd name="T49" fmla="*/ 2735 h 193"/>
                <a:gd name="T50" fmla="*/ 833 w 364"/>
                <a:gd name="T51" fmla="*/ 2151 h 193"/>
                <a:gd name="T52" fmla="*/ 625 w 364"/>
                <a:gd name="T53" fmla="*/ 1865 h 193"/>
                <a:gd name="T54" fmla="*/ 283 w 364"/>
                <a:gd name="T55" fmla="*/ 1574 h 193"/>
                <a:gd name="T56" fmla="*/ 20 w 364"/>
                <a:gd name="T57" fmla="*/ 969 h 193"/>
                <a:gd name="T58" fmla="*/ 175 w 364"/>
                <a:gd name="T59" fmla="*/ 264 h 193"/>
                <a:gd name="T60" fmla="*/ 208 w 364"/>
                <a:gd name="T61" fmla="*/ 171 h 19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64" h="193">
                  <a:moveTo>
                    <a:pt x="13" y="9"/>
                  </a:moveTo>
                  <a:cubicBezTo>
                    <a:pt x="13" y="9"/>
                    <a:pt x="14" y="8"/>
                    <a:pt x="14" y="7"/>
                  </a:cubicBezTo>
                  <a:cubicBezTo>
                    <a:pt x="16" y="4"/>
                    <a:pt x="18" y="1"/>
                    <a:pt x="19" y="0"/>
                  </a:cubicBezTo>
                  <a:cubicBezTo>
                    <a:pt x="73" y="7"/>
                    <a:pt x="110" y="6"/>
                    <a:pt x="147" y="13"/>
                  </a:cubicBezTo>
                  <a:cubicBezTo>
                    <a:pt x="190" y="20"/>
                    <a:pt x="262" y="19"/>
                    <a:pt x="273" y="9"/>
                  </a:cubicBezTo>
                  <a:cubicBezTo>
                    <a:pt x="284" y="19"/>
                    <a:pt x="327" y="32"/>
                    <a:pt x="364" y="38"/>
                  </a:cubicBezTo>
                  <a:cubicBezTo>
                    <a:pt x="362" y="42"/>
                    <a:pt x="361" y="45"/>
                    <a:pt x="359" y="48"/>
                  </a:cubicBezTo>
                  <a:cubicBezTo>
                    <a:pt x="357" y="50"/>
                    <a:pt x="353" y="51"/>
                    <a:pt x="351" y="52"/>
                  </a:cubicBezTo>
                  <a:cubicBezTo>
                    <a:pt x="349" y="54"/>
                    <a:pt x="348" y="56"/>
                    <a:pt x="346" y="57"/>
                  </a:cubicBezTo>
                  <a:cubicBezTo>
                    <a:pt x="342" y="59"/>
                    <a:pt x="338" y="60"/>
                    <a:pt x="335" y="61"/>
                  </a:cubicBezTo>
                  <a:cubicBezTo>
                    <a:pt x="336" y="70"/>
                    <a:pt x="338" y="84"/>
                    <a:pt x="323" y="93"/>
                  </a:cubicBezTo>
                  <a:cubicBezTo>
                    <a:pt x="326" y="111"/>
                    <a:pt x="324" y="122"/>
                    <a:pt x="312" y="126"/>
                  </a:cubicBezTo>
                  <a:cubicBezTo>
                    <a:pt x="311" y="134"/>
                    <a:pt x="308" y="141"/>
                    <a:pt x="302" y="145"/>
                  </a:cubicBezTo>
                  <a:cubicBezTo>
                    <a:pt x="299" y="155"/>
                    <a:pt x="279" y="178"/>
                    <a:pt x="271" y="181"/>
                  </a:cubicBezTo>
                  <a:cubicBezTo>
                    <a:pt x="265" y="182"/>
                    <a:pt x="262" y="180"/>
                    <a:pt x="258" y="181"/>
                  </a:cubicBezTo>
                  <a:cubicBezTo>
                    <a:pt x="251" y="183"/>
                    <a:pt x="241" y="193"/>
                    <a:pt x="237" y="184"/>
                  </a:cubicBezTo>
                  <a:cubicBezTo>
                    <a:pt x="229" y="190"/>
                    <a:pt x="223" y="187"/>
                    <a:pt x="215" y="185"/>
                  </a:cubicBezTo>
                  <a:cubicBezTo>
                    <a:pt x="215" y="185"/>
                    <a:pt x="207" y="187"/>
                    <a:pt x="207" y="187"/>
                  </a:cubicBezTo>
                  <a:cubicBezTo>
                    <a:pt x="207" y="187"/>
                    <a:pt x="197" y="187"/>
                    <a:pt x="193" y="187"/>
                  </a:cubicBezTo>
                  <a:cubicBezTo>
                    <a:pt x="188" y="186"/>
                    <a:pt x="189" y="184"/>
                    <a:pt x="187" y="184"/>
                  </a:cubicBezTo>
                  <a:cubicBezTo>
                    <a:pt x="181" y="181"/>
                    <a:pt x="173" y="179"/>
                    <a:pt x="167" y="179"/>
                  </a:cubicBezTo>
                  <a:cubicBezTo>
                    <a:pt x="155" y="179"/>
                    <a:pt x="129" y="174"/>
                    <a:pt x="120" y="165"/>
                  </a:cubicBezTo>
                  <a:cubicBezTo>
                    <a:pt x="112" y="159"/>
                    <a:pt x="111" y="153"/>
                    <a:pt x="115" y="143"/>
                  </a:cubicBezTo>
                  <a:cubicBezTo>
                    <a:pt x="108" y="147"/>
                    <a:pt x="110" y="150"/>
                    <a:pt x="101" y="151"/>
                  </a:cubicBezTo>
                  <a:cubicBezTo>
                    <a:pt x="94" y="151"/>
                    <a:pt x="91" y="149"/>
                    <a:pt x="86" y="144"/>
                  </a:cubicBezTo>
                  <a:cubicBezTo>
                    <a:pt x="74" y="134"/>
                    <a:pt x="62" y="126"/>
                    <a:pt x="53" y="113"/>
                  </a:cubicBezTo>
                  <a:cubicBezTo>
                    <a:pt x="49" y="107"/>
                    <a:pt x="46" y="102"/>
                    <a:pt x="40" y="98"/>
                  </a:cubicBezTo>
                  <a:cubicBezTo>
                    <a:pt x="33" y="93"/>
                    <a:pt x="26" y="89"/>
                    <a:pt x="18" y="83"/>
                  </a:cubicBezTo>
                  <a:cubicBezTo>
                    <a:pt x="4" y="71"/>
                    <a:pt x="2" y="62"/>
                    <a:pt x="1" y="51"/>
                  </a:cubicBezTo>
                  <a:cubicBezTo>
                    <a:pt x="0" y="40"/>
                    <a:pt x="3" y="22"/>
                    <a:pt x="11" y="14"/>
                  </a:cubicBezTo>
                  <a:cubicBezTo>
                    <a:pt x="12" y="13"/>
                    <a:pt x="12" y="11"/>
                    <a:pt x="13" y="9"/>
                  </a:cubicBezTo>
                  <a:close/>
                </a:path>
              </a:pathLst>
            </a:custGeom>
            <a:solidFill>
              <a:srgbClr val="DBA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54" name="Freeform 5">
              <a:extLst>
                <a:ext uri="{FF2B5EF4-FFF2-40B4-BE49-F238E27FC236}">
                  <a16:creationId xmlns:a16="http://schemas.microsoft.com/office/drawing/2014/main" id="{E352A892-8C30-4C96-8DFE-F25788536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797"/>
              <a:ext cx="520" cy="478"/>
            </a:xfrm>
            <a:custGeom>
              <a:avLst/>
              <a:gdLst>
                <a:gd name="T0" fmla="*/ 3033 w 208"/>
                <a:gd name="T1" fmla="*/ 2326 h 179"/>
                <a:gd name="T2" fmla="*/ 1220 w 208"/>
                <a:gd name="T3" fmla="*/ 3066 h 179"/>
                <a:gd name="T4" fmla="*/ 220 w 208"/>
                <a:gd name="T5" fmla="*/ 1071 h 179"/>
                <a:gd name="T6" fmla="*/ 2033 w 208"/>
                <a:gd name="T7" fmla="*/ 342 h 179"/>
                <a:gd name="T8" fmla="*/ 3033 w 208"/>
                <a:gd name="T9" fmla="*/ 2326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179">
                  <a:moveTo>
                    <a:pt x="194" y="122"/>
                  </a:moveTo>
                  <a:cubicBezTo>
                    <a:pt x="179" y="161"/>
                    <a:pt x="128" y="179"/>
                    <a:pt x="78" y="161"/>
                  </a:cubicBezTo>
                  <a:cubicBezTo>
                    <a:pt x="28" y="142"/>
                    <a:pt x="0" y="96"/>
                    <a:pt x="14" y="56"/>
                  </a:cubicBezTo>
                  <a:cubicBezTo>
                    <a:pt x="29" y="17"/>
                    <a:pt x="81" y="0"/>
                    <a:pt x="130" y="18"/>
                  </a:cubicBezTo>
                  <a:cubicBezTo>
                    <a:pt x="180" y="36"/>
                    <a:pt x="208" y="83"/>
                    <a:pt x="194" y="122"/>
                  </a:cubicBezTo>
                  <a:close/>
                </a:path>
              </a:pathLst>
            </a:custGeom>
            <a:solidFill>
              <a:srgbClr val="DBA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55" name="Freeform 6">
              <a:extLst>
                <a:ext uri="{FF2B5EF4-FFF2-40B4-BE49-F238E27FC236}">
                  <a16:creationId xmlns:a16="http://schemas.microsoft.com/office/drawing/2014/main" id="{ACC71A9B-93BB-4E27-9009-AD3D9E08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800"/>
              <a:ext cx="512" cy="472"/>
            </a:xfrm>
            <a:custGeom>
              <a:avLst/>
              <a:gdLst>
                <a:gd name="T0" fmla="*/ 1186 w 205"/>
                <a:gd name="T1" fmla="*/ 3016 h 177"/>
                <a:gd name="T2" fmla="*/ 217 w 205"/>
                <a:gd name="T3" fmla="*/ 1059 h 177"/>
                <a:gd name="T4" fmla="*/ 1996 w 205"/>
                <a:gd name="T5" fmla="*/ 341 h 177"/>
                <a:gd name="T6" fmla="*/ 2975 w 205"/>
                <a:gd name="T7" fmla="*/ 2296 h 177"/>
                <a:gd name="T8" fmla="*/ 1186 w 205"/>
                <a:gd name="T9" fmla="*/ 3016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177">
                  <a:moveTo>
                    <a:pt x="76" y="159"/>
                  </a:moveTo>
                  <a:cubicBezTo>
                    <a:pt x="28" y="141"/>
                    <a:pt x="0" y="95"/>
                    <a:pt x="14" y="56"/>
                  </a:cubicBezTo>
                  <a:cubicBezTo>
                    <a:pt x="28" y="17"/>
                    <a:pt x="79" y="0"/>
                    <a:pt x="128" y="18"/>
                  </a:cubicBezTo>
                  <a:cubicBezTo>
                    <a:pt x="177" y="36"/>
                    <a:pt x="205" y="82"/>
                    <a:pt x="191" y="121"/>
                  </a:cubicBezTo>
                  <a:cubicBezTo>
                    <a:pt x="177" y="160"/>
                    <a:pt x="125" y="177"/>
                    <a:pt x="76" y="159"/>
                  </a:cubicBezTo>
                  <a:close/>
                </a:path>
              </a:pathLst>
            </a:custGeom>
            <a:solidFill>
              <a:srgbClr val="DAA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56" name="Freeform 7">
              <a:extLst>
                <a:ext uri="{FF2B5EF4-FFF2-40B4-BE49-F238E27FC236}">
                  <a16:creationId xmlns:a16="http://schemas.microsoft.com/office/drawing/2014/main" id="{FEC4CCA2-D812-415D-B78E-9A69956F0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805"/>
              <a:ext cx="508" cy="464"/>
            </a:xfrm>
            <a:custGeom>
              <a:avLst/>
              <a:gdLst>
                <a:gd name="T0" fmla="*/ 1189 w 203"/>
                <a:gd name="T1" fmla="*/ 2957 h 174"/>
                <a:gd name="T2" fmla="*/ 220 w 203"/>
                <a:gd name="T3" fmla="*/ 1045 h 174"/>
                <a:gd name="T4" fmla="*/ 1992 w 203"/>
                <a:gd name="T5" fmla="*/ 320 h 174"/>
                <a:gd name="T6" fmla="*/ 2963 w 203"/>
                <a:gd name="T7" fmla="*/ 2253 h 174"/>
                <a:gd name="T8" fmla="*/ 1189 w 203"/>
                <a:gd name="T9" fmla="*/ 2957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174">
                  <a:moveTo>
                    <a:pt x="76" y="156"/>
                  </a:moveTo>
                  <a:cubicBezTo>
                    <a:pt x="28" y="139"/>
                    <a:pt x="0" y="93"/>
                    <a:pt x="14" y="55"/>
                  </a:cubicBezTo>
                  <a:cubicBezTo>
                    <a:pt x="28" y="16"/>
                    <a:pt x="79" y="0"/>
                    <a:pt x="127" y="17"/>
                  </a:cubicBezTo>
                  <a:cubicBezTo>
                    <a:pt x="175" y="35"/>
                    <a:pt x="203" y="80"/>
                    <a:pt x="189" y="119"/>
                  </a:cubicBezTo>
                  <a:cubicBezTo>
                    <a:pt x="175" y="157"/>
                    <a:pt x="124" y="174"/>
                    <a:pt x="76" y="156"/>
                  </a:cubicBezTo>
                  <a:close/>
                </a:path>
              </a:pathLst>
            </a:custGeom>
            <a:solidFill>
              <a:srgbClr val="DAA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57" name="Freeform 8">
              <a:extLst>
                <a:ext uri="{FF2B5EF4-FFF2-40B4-BE49-F238E27FC236}">
                  <a16:creationId xmlns:a16="http://schemas.microsoft.com/office/drawing/2014/main" id="{0596078B-0863-4DB0-8901-6B205696A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808"/>
              <a:ext cx="502" cy="459"/>
            </a:xfrm>
            <a:custGeom>
              <a:avLst/>
              <a:gdLst>
                <a:gd name="T0" fmla="*/ 1166 w 201"/>
                <a:gd name="T1" fmla="*/ 2949 h 172"/>
                <a:gd name="T2" fmla="*/ 217 w 201"/>
                <a:gd name="T3" fmla="*/ 1025 h 172"/>
                <a:gd name="T4" fmla="*/ 1966 w 201"/>
                <a:gd name="T5" fmla="*/ 320 h 172"/>
                <a:gd name="T6" fmla="*/ 2912 w 201"/>
                <a:gd name="T7" fmla="*/ 2244 h 172"/>
                <a:gd name="T8" fmla="*/ 1166 w 201"/>
                <a:gd name="T9" fmla="*/ 2949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172">
                  <a:moveTo>
                    <a:pt x="75" y="155"/>
                  </a:moveTo>
                  <a:cubicBezTo>
                    <a:pt x="28" y="137"/>
                    <a:pt x="0" y="92"/>
                    <a:pt x="14" y="54"/>
                  </a:cubicBezTo>
                  <a:cubicBezTo>
                    <a:pt x="28" y="17"/>
                    <a:pt x="78" y="0"/>
                    <a:pt x="126" y="17"/>
                  </a:cubicBezTo>
                  <a:cubicBezTo>
                    <a:pt x="173" y="35"/>
                    <a:pt x="201" y="80"/>
                    <a:pt x="187" y="118"/>
                  </a:cubicBezTo>
                  <a:cubicBezTo>
                    <a:pt x="173" y="156"/>
                    <a:pt x="123" y="172"/>
                    <a:pt x="75" y="155"/>
                  </a:cubicBezTo>
                  <a:close/>
                </a:path>
              </a:pathLst>
            </a:custGeom>
            <a:solidFill>
              <a:srgbClr val="DAA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58" name="Freeform 9">
              <a:extLst>
                <a:ext uri="{FF2B5EF4-FFF2-40B4-BE49-F238E27FC236}">
                  <a16:creationId xmlns:a16="http://schemas.microsoft.com/office/drawing/2014/main" id="{4A3D3122-7301-4964-88CF-3564633EA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811"/>
              <a:ext cx="495" cy="453"/>
            </a:xfrm>
            <a:custGeom>
              <a:avLst/>
              <a:gdLst>
                <a:gd name="T0" fmla="*/ 1158 w 198"/>
                <a:gd name="T1" fmla="*/ 2897 h 170"/>
                <a:gd name="T2" fmla="*/ 220 w 198"/>
                <a:gd name="T3" fmla="*/ 1023 h 170"/>
                <a:gd name="T4" fmla="*/ 1938 w 198"/>
                <a:gd name="T5" fmla="*/ 341 h 170"/>
                <a:gd name="T6" fmla="*/ 2875 w 198"/>
                <a:gd name="T7" fmla="*/ 2214 h 170"/>
                <a:gd name="T8" fmla="*/ 1158 w 198"/>
                <a:gd name="T9" fmla="*/ 289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70">
                  <a:moveTo>
                    <a:pt x="74" y="153"/>
                  </a:moveTo>
                  <a:cubicBezTo>
                    <a:pt x="27" y="136"/>
                    <a:pt x="0" y="92"/>
                    <a:pt x="14" y="54"/>
                  </a:cubicBezTo>
                  <a:cubicBezTo>
                    <a:pt x="27" y="17"/>
                    <a:pt x="77" y="0"/>
                    <a:pt x="124" y="18"/>
                  </a:cubicBezTo>
                  <a:cubicBezTo>
                    <a:pt x="171" y="35"/>
                    <a:pt x="198" y="79"/>
                    <a:pt x="184" y="117"/>
                  </a:cubicBezTo>
                  <a:cubicBezTo>
                    <a:pt x="170" y="154"/>
                    <a:pt x="121" y="170"/>
                    <a:pt x="74" y="153"/>
                  </a:cubicBezTo>
                  <a:close/>
                </a:path>
              </a:pathLst>
            </a:custGeom>
            <a:solidFill>
              <a:srgbClr val="DAA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59" name="Freeform 10">
              <a:extLst>
                <a:ext uri="{FF2B5EF4-FFF2-40B4-BE49-F238E27FC236}">
                  <a16:creationId xmlns:a16="http://schemas.microsoft.com/office/drawing/2014/main" id="{1965842F-475E-47ED-B204-B9F197A36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816"/>
              <a:ext cx="488" cy="445"/>
            </a:xfrm>
            <a:custGeom>
              <a:avLst/>
              <a:gdLst>
                <a:gd name="T0" fmla="*/ 1146 w 195"/>
                <a:gd name="T1" fmla="*/ 2841 h 167"/>
                <a:gd name="T2" fmla="*/ 220 w 195"/>
                <a:gd name="T3" fmla="*/ 1002 h 167"/>
                <a:gd name="T4" fmla="*/ 1909 w 195"/>
                <a:gd name="T5" fmla="*/ 320 h 167"/>
                <a:gd name="T6" fmla="*/ 2850 w 195"/>
                <a:gd name="T7" fmla="*/ 2158 h 167"/>
                <a:gd name="T8" fmla="*/ 1146 w 195"/>
                <a:gd name="T9" fmla="*/ 2841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167">
                  <a:moveTo>
                    <a:pt x="73" y="150"/>
                  </a:moveTo>
                  <a:cubicBezTo>
                    <a:pt x="27" y="133"/>
                    <a:pt x="0" y="90"/>
                    <a:pt x="14" y="53"/>
                  </a:cubicBezTo>
                  <a:cubicBezTo>
                    <a:pt x="27" y="16"/>
                    <a:pt x="76" y="0"/>
                    <a:pt x="122" y="17"/>
                  </a:cubicBezTo>
                  <a:cubicBezTo>
                    <a:pt x="169" y="34"/>
                    <a:pt x="195" y="78"/>
                    <a:pt x="182" y="114"/>
                  </a:cubicBezTo>
                  <a:cubicBezTo>
                    <a:pt x="168" y="151"/>
                    <a:pt x="120" y="167"/>
                    <a:pt x="73" y="150"/>
                  </a:cubicBezTo>
                  <a:close/>
                </a:path>
              </a:pathLst>
            </a:custGeom>
            <a:solidFill>
              <a:srgbClr val="DAA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60" name="Freeform 11">
              <a:extLst>
                <a:ext uri="{FF2B5EF4-FFF2-40B4-BE49-F238E27FC236}">
                  <a16:creationId xmlns:a16="http://schemas.microsoft.com/office/drawing/2014/main" id="{A770D2CB-866E-4499-8FF6-A3D917A36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819"/>
              <a:ext cx="480" cy="442"/>
            </a:xfrm>
            <a:custGeom>
              <a:avLst/>
              <a:gdLst>
                <a:gd name="T0" fmla="*/ 1125 w 192"/>
                <a:gd name="T1" fmla="*/ 2814 h 166"/>
                <a:gd name="T2" fmla="*/ 208 w 192"/>
                <a:gd name="T3" fmla="*/ 998 h 166"/>
                <a:gd name="T4" fmla="*/ 1875 w 192"/>
                <a:gd name="T5" fmla="*/ 320 h 166"/>
                <a:gd name="T6" fmla="*/ 2800 w 192"/>
                <a:gd name="T7" fmla="*/ 2133 h 166"/>
                <a:gd name="T8" fmla="*/ 1125 w 192"/>
                <a:gd name="T9" fmla="*/ 2814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166">
                  <a:moveTo>
                    <a:pt x="72" y="149"/>
                  </a:moveTo>
                  <a:cubicBezTo>
                    <a:pt x="26" y="132"/>
                    <a:pt x="0" y="89"/>
                    <a:pt x="13" y="53"/>
                  </a:cubicBezTo>
                  <a:cubicBezTo>
                    <a:pt x="26" y="16"/>
                    <a:pt x="74" y="0"/>
                    <a:pt x="120" y="17"/>
                  </a:cubicBezTo>
                  <a:cubicBezTo>
                    <a:pt x="166" y="34"/>
                    <a:pt x="192" y="77"/>
                    <a:pt x="179" y="113"/>
                  </a:cubicBezTo>
                  <a:cubicBezTo>
                    <a:pt x="166" y="150"/>
                    <a:pt x="118" y="166"/>
                    <a:pt x="72" y="149"/>
                  </a:cubicBezTo>
                  <a:close/>
                </a:path>
              </a:pathLst>
            </a:custGeom>
            <a:solidFill>
              <a:srgbClr val="DAA7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61" name="Freeform 12">
              <a:extLst>
                <a:ext uri="{FF2B5EF4-FFF2-40B4-BE49-F238E27FC236}">
                  <a16:creationId xmlns:a16="http://schemas.microsoft.com/office/drawing/2014/main" id="{AF2F0E62-88D6-47E4-B158-E5C1FEE2F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824"/>
              <a:ext cx="475" cy="435"/>
            </a:xfrm>
            <a:custGeom>
              <a:avLst/>
              <a:gdLst>
                <a:gd name="T0" fmla="*/ 1113 w 190"/>
                <a:gd name="T1" fmla="*/ 2778 h 163"/>
                <a:gd name="T2" fmla="*/ 208 w 190"/>
                <a:gd name="T3" fmla="*/ 969 h 163"/>
                <a:gd name="T4" fmla="*/ 1863 w 190"/>
                <a:gd name="T5" fmla="*/ 307 h 163"/>
                <a:gd name="T6" fmla="*/ 2770 w 190"/>
                <a:gd name="T7" fmla="*/ 2108 h 163"/>
                <a:gd name="T8" fmla="*/ 1113 w 190"/>
                <a:gd name="T9" fmla="*/ 2778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63">
                  <a:moveTo>
                    <a:pt x="71" y="146"/>
                  </a:moveTo>
                  <a:cubicBezTo>
                    <a:pt x="26" y="130"/>
                    <a:pt x="0" y="87"/>
                    <a:pt x="13" y="51"/>
                  </a:cubicBezTo>
                  <a:cubicBezTo>
                    <a:pt x="27" y="15"/>
                    <a:pt x="74" y="0"/>
                    <a:pt x="119" y="16"/>
                  </a:cubicBezTo>
                  <a:cubicBezTo>
                    <a:pt x="164" y="33"/>
                    <a:pt x="190" y="75"/>
                    <a:pt x="177" y="111"/>
                  </a:cubicBezTo>
                  <a:cubicBezTo>
                    <a:pt x="164" y="147"/>
                    <a:pt x="116" y="163"/>
                    <a:pt x="71" y="146"/>
                  </a:cubicBezTo>
                  <a:close/>
                </a:path>
              </a:pathLst>
            </a:custGeom>
            <a:solidFill>
              <a:srgbClr val="DAA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62" name="Freeform 13">
              <a:extLst>
                <a:ext uri="{FF2B5EF4-FFF2-40B4-BE49-F238E27FC236}">
                  <a16:creationId xmlns:a16="http://schemas.microsoft.com/office/drawing/2014/main" id="{264AA3DB-7C59-4BC4-8166-3453EFD45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827"/>
              <a:ext cx="467" cy="429"/>
            </a:xfrm>
            <a:custGeom>
              <a:avLst/>
              <a:gdLst>
                <a:gd name="T0" fmla="*/ 1091 w 187"/>
                <a:gd name="T1" fmla="*/ 2742 h 161"/>
                <a:gd name="T2" fmla="*/ 200 w 187"/>
                <a:gd name="T3" fmla="*/ 965 h 161"/>
                <a:gd name="T4" fmla="*/ 1821 w 187"/>
                <a:gd name="T5" fmla="*/ 306 h 161"/>
                <a:gd name="T6" fmla="*/ 2712 w 187"/>
                <a:gd name="T7" fmla="*/ 2081 h 161"/>
                <a:gd name="T8" fmla="*/ 1091 w 187"/>
                <a:gd name="T9" fmla="*/ 2742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61">
                  <a:moveTo>
                    <a:pt x="70" y="145"/>
                  </a:moveTo>
                  <a:cubicBezTo>
                    <a:pt x="25" y="128"/>
                    <a:pt x="0" y="86"/>
                    <a:pt x="13" y="51"/>
                  </a:cubicBezTo>
                  <a:cubicBezTo>
                    <a:pt x="26" y="16"/>
                    <a:pt x="72" y="0"/>
                    <a:pt x="117" y="16"/>
                  </a:cubicBezTo>
                  <a:cubicBezTo>
                    <a:pt x="161" y="33"/>
                    <a:pt x="187" y="75"/>
                    <a:pt x="174" y="110"/>
                  </a:cubicBezTo>
                  <a:cubicBezTo>
                    <a:pt x="161" y="145"/>
                    <a:pt x="114" y="161"/>
                    <a:pt x="70" y="145"/>
                  </a:cubicBezTo>
                  <a:close/>
                </a:path>
              </a:pathLst>
            </a:custGeom>
            <a:solidFill>
              <a:srgbClr val="DAA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63" name="Freeform 14">
              <a:extLst>
                <a:ext uri="{FF2B5EF4-FFF2-40B4-BE49-F238E27FC236}">
                  <a16:creationId xmlns:a16="http://schemas.microsoft.com/office/drawing/2014/main" id="{A95D0501-7A82-4CC1-8C35-B0478F08E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2832"/>
              <a:ext cx="463" cy="421"/>
            </a:xfrm>
            <a:custGeom>
              <a:avLst/>
              <a:gdLst>
                <a:gd name="T0" fmla="*/ 1084 w 185"/>
                <a:gd name="T1" fmla="*/ 2683 h 158"/>
                <a:gd name="T2" fmla="*/ 208 w 185"/>
                <a:gd name="T3" fmla="*/ 943 h 158"/>
                <a:gd name="T4" fmla="*/ 1817 w 185"/>
                <a:gd name="T5" fmla="*/ 306 h 158"/>
                <a:gd name="T6" fmla="*/ 2693 w 185"/>
                <a:gd name="T7" fmla="*/ 2044 h 158"/>
                <a:gd name="T8" fmla="*/ 1084 w 185"/>
                <a:gd name="T9" fmla="*/ 2683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58">
                  <a:moveTo>
                    <a:pt x="69" y="142"/>
                  </a:moveTo>
                  <a:cubicBezTo>
                    <a:pt x="25" y="126"/>
                    <a:pt x="0" y="85"/>
                    <a:pt x="13" y="50"/>
                  </a:cubicBezTo>
                  <a:cubicBezTo>
                    <a:pt x="26" y="15"/>
                    <a:pt x="72" y="0"/>
                    <a:pt x="116" y="16"/>
                  </a:cubicBezTo>
                  <a:cubicBezTo>
                    <a:pt x="159" y="32"/>
                    <a:pt x="185" y="73"/>
                    <a:pt x="172" y="108"/>
                  </a:cubicBezTo>
                  <a:cubicBezTo>
                    <a:pt x="159" y="143"/>
                    <a:pt x="113" y="158"/>
                    <a:pt x="69" y="142"/>
                  </a:cubicBezTo>
                  <a:close/>
                </a:path>
              </a:pathLst>
            </a:custGeom>
            <a:solidFill>
              <a:srgbClr val="DAA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64" name="Freeform 15">
              <a:extLst>
                <a:ext uri="{FF2B5EF4-FFF2-40B4-BE49-F238E27FC236}">
                  <a16:creationId xmlns:a16="http://schemas.microsoft.com/office/drawing/2014/main" id="{B395CCE6-37AD-47B3-BA5C-4B92337E1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835"/>
              <a:ext cx="453" cy="416"/>
            </a:xfrm>
            <a:custGeom>
              <a:avLst/>
              <a:gdLst>
                <a:gd name="T0" fmla="*/ 1064 w 181"/>
                <a:gd name="T1" fmla="*/ 2653 h 156"/>
                <a:gd name="T2" fmla="*/ 188 w 181"/>
                <a:gd name="T3" fmla="*/ 931 h 156"/>
                <a:gd name="T4" fmla="*/ 1772 w 181"/>
                <a:gd name="T5" fmla="*/ 307 h 156"/>
                <a:gd name="T6" fmla="*/ 2650 w 181"/>
                <a:gd name="T7" fmla="*/ 2027 h 156"/>
                <a:gd name="T8" fmla="*/ 1064 w 181"/>
                <a:gd name="T9" fmla="*/ 2653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156">
                  <a:moveTo>
                    <a:pt x="68" y="140"/>
                  </a:moveTo>
                  <a:cubicBezTo>
                    <a:pt x="25" y="125"/>
                    <a:pt x="0" y="84"/>
                    <a:pt x="12" y="49"/>
                  </a:cubicBezTo>
                  <a:cubicBezTo>
                    <a:pt x="25" y="15"/>
                    <a:pt x="70" y="0"/>
                    <a:pt x="113" y="16"/>
                  </a:cubicBezTo>
                  <a:cubicBezTo>
                    <a:pt x="157" y="32"/>
                    <a:pt x="181" y="72"/>
                    <a:pt x="169" y="107"/>
                  </a:cubicBezTo>
                  <a:cubicBezTo>
                    <a:pt x="156" y="141"/>
                    <a:pt x="111" y="156"/>
                    <a:pt x="68" y="140"/>
                  </a:cubicBezTo>
                  <a:close/>
                </a:path>
              </a:pathLst>
            </a:custGeom>
            <a:solidFill>
              <a:srgbClr val="DAA5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65" name="Freeform 16">
              <a:extLst>
                <a:ext uri="{FF2B5EF4-FFF2-40B4-BE49-F238E27FC236}">
                  <a16:creationId xmlns:a16="http://schemas.microsoft.com/office/drawing/2014/main" id="{4F99E813-4A1C-4DB4-A612-BF778A12C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837"/>
              <a:ext cx="447" cy="411"/>
            </a:xfrm>
            <a:custGeom>
              <a:avLst/>
              <a:gdLst>
                <a:gd name="T0" fmla="*/ 1041 w 179"/>
                <a:gd name="T1" fmla="*/ 2642 h 154"/>
                <a:gd name="T2" fmla="*/ 200 w 179"/>
                <a:gd name="T3" fmla="*/ 934 h 154"/>
                <a:gd name="T4" fmla="*/ 1746 w 179"/>
                <a:gd name="T5" fmla="*/ 307 h 154"/>
                <a:gd name="T6" fmla="*/ 2600 w 179"/>
                <a:gd name="T7" fmla="*/ 2015 h 154"/>
                <a:gd name="T8" fmla="*/ 1041 w 179"/>
                <a:gd name="T9" fmla="*/ 2642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54">
                  <a:moveTo>
                    <a:pt x="67" y="139"/>
                  </a:moveTo>
                  <a:cubicBezTo>
                    <a:pt x="25" y="123"/>
                    <a:pt x="0" y="83"/>
                    <a:pt x="13" y="49"/>
                  </a:cubicBezTo>
                  <a:cubicBezTo>
                    <a:pt x="25" y="15"/>
                    <a:pt x="70" y="0"/>
                    <a:pt x="112" y="16"/>
                  </a:cubicBezTo>
                  <a:cubicBezTo>
                    <a:pt x="155" y="32"/>
                    <a:pt x="179" y="72"/>
                    <a:pt x="167" y="106"/>
                  </a:cubicBezTo>
                  <a:cubicBezTo>
                    <a:pt x="154" y="140"/>
                    <a:pt x="110" y="154"/>
                    <a:pt x="67" y="139"/>
                  </a:cubicBezTo>
                  <a:close/>
                </a:path>
              </a:pathLst>
            </a:custGeom>
            <a:solidFill>
              <a:srgbClr val="DAA4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66" name="Freeform 17">
              <a:extLst>
                <a:ext uri="{FF2B5EF4-FFF2-40B4-BE49-F238E27FC236}">
                  <a16:creationId xmlns:a16="http://schemas.microsoft.com/office/drawing/2014/main" id="{B7EAA8D6-C919-4DA4-B70E-B288C59BB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843"/>
              <a:ext cx="440" cy="405"/>
            </a:xfrm>
            <a:custGeom>
              <a:avLst/>
              <a:gdLst>
                <a:gd name="T0" fmla="*/ 1033 w 176"/>
                <a:gd name="T1" fmla="*/ 2571 h 152"/>
                <a:gd name="T2" fmla="*/ 188 w 176"/>
                <a:gd name="T3" fmla="*/ 909 h 152"/>
                <a:gd name="T4" fmla="*/ 1720 w 176"/>
                <a:gd name="T5" fmla="*/ 285 h 152"/>
                <a:gd name="T6" fmla="*/ 2563 w 176"/>
                <a:gd name="T7" fmla="*/ 1966 h 152"/>
                <a:gd name="T8" fmla="*/ 1033 w 176"/>
                <a:gd name="T9" fmla="*/ 2571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52">
                  <a:moveTo>
                    <a:pt x="66" y="136"/>
                  </a:moveTo>
                  <a:cubicBezTo>
                    <a:pt x="24" y="121"/>
                    <a:pt x="0" y="81"/>
                    <a:pt x="12" y="48"/>
                  </a:cubicBezTo>
                  <a:cubicBezTo>
                    <a:pt x="24" y="14"/>
                    <a:pt x="68" y="0"/>
                    <a:pt x="110" y="15"/>
                  </a:cubicBezTo>
                  <a:cubicBezTo>
                    <a:pt x="152" y="31"/>
                    <a:pt x="176" y="70"/>
                    <a:pt x="164" y="104"/>
                  </a:cubicBezTo>
                  <a:cubicBezTo>
                    <a:pt x="152" y="137"/>
                    <a:pt x="108" y="152"/>
                    <a:pt x="66" y="136"/>
                  </a:cubicBezTo>
                  <a:close/>
                </a:path>
              </a:pathLst>
            </a:custGeom>
            <a:solidFill>
              <a:srgbClr val="D9A4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67" name="Freeform 18">
              <a:extLst>
                <a:ext uri="{FF2B5EF4-FFF2-40B4-BE49-F238E27FC236}">
                  <a16:creationId xmlns:a16="http://schemas.microsoft.com/office/drawing/2014/main" id="{68817572-65F8-4F3B-BEF4-A2BA87F2D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2845"/>
              <a:ext cx="435" cy="400"/>
            </a:xfrm>
            <a:custGeom>
              <a:avLst/>
              <a:gdLst>
                <a:gd name="T0" fmla="*/ 1020 w 174"/>
                <a:gd name="T1" fmla="*/ 2560 h 150"/>
                <a:gd name="T2" fmla="*/ 188 w 174"/>
                <a:gd name="T3" fmla="*/ 909 h 150"/>
                <a:gd name="T4" fmla="*/ 1708 w 174"/>
                <a:gd name="T5" fmla="*/ 285 h 150"/>
                <a:gd name="T6" fmla="*/ 2533 w 174"/>
                <a:gd name="T7" fmla="*/ 1933 h 150"/>
                <a:gd name="T8" fmla="*/ 1020 w 174"/>
                <a:gd name="T9" fmla="*/ 256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50">
                  <a:moveTo>
                    <a:pt x="65" y="135"/>
                  </a:moveTo>
                  <a:cubicBezTo>
                    <a:pt x="24" y="119"/>
                    <a:pt x="0" y="80"/>
                    <a:pt x="12" y="48"/>
                  </a:cubicBezTo>
                  <a:cubicBezTo>
                    <a:pt x="24" y="15"/>
                    <a:pt x="67" y="0"/>
                    <a:pt x="109" y="15"/>
                  </a:cubicBezTo>
                  <a:cubicBezTo>
                    <a:pt x="150" y="31"/>
                    <a:pt x="174" y="70"/>
                    <a:pt x="162" y="102"/>
                  </a:cubicBezTo>
                  <a:cubicBezTo>
                    <a:pt x="150" y="135"/>
                    <a:pt x="107" y="150"/>
                    <a:pt x="65" y="135"/>
                  </a:cubicBezTo>
                  <a:close/>
                </a:path>
              </a:pathLst>
            </a:custGeom>
            <a:solidFill>
              <a:srgbClr val="D9A3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68" name="Freeform 19">
              <a:extLst>
                <a:ext uri="{FF2B5EF4-FFF2-40B4-BE49-F238E27FC236}">
                  <a16:creationId xmlns:a16="http://schemas.microsoft.com/office/drawing/2014/main" id="{09402466-16E1-4BB2-A094-3BFF9C843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851"/>
              <a:ext cx="428" cy="392"/>
            </a:xfrm>
            <a:custGeom>
              <a:avLst/>
              <a:gdLst>
                <a:gd name="T0" fmla="*/ 1001 w 171"/>
                <a:gd name="T1" fmla="*/ 2504 h 147"/>
                <a:gd name="T2" fmla="*/ 175 w 171"/>
                <a:gd name="T3" fmla="*/ 875 h 147"/>
                <a:gd name="T4" fmla="*/ 1679 w 171"/>
                <a:gd name="T5" fmla="*/ 285 h 147"/>
                <a:gd name="T6" fmla="*/ 2493 w 171"/>
                <a:gd name="T7" fmla="*/ 1899 h 147"/>
                <a:gd name="T8" fmla="*/ 1001 w 171"/>
                <a:gd name="T9" fmla="*/ 2504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147">
                  <a:moveTo>
                    <a:pt x="64" y="132"/>
                  </a:moveTo>
                  <a:cubicBezTo>
                    <a:pt x="23" y="117"/>
                    <a:pt x="0" y="79"/>
                    <a:pt x="11" y="46"/>
                  </a:cubicBezTo>
                  <a:cubicBezTo>
                    <a:pt x="23" y="14"/>
                    <a:pt x="66" y="0"/>
                    <a:pt x="107" y="15"/>
                  </a:cubicBezTo>
                  <a:cubicBezTo>
                    <a:pt x="147" y="30"/>
                    <a:pt x="171" y="68"/>
                    <a:pt x="159" y="100"/>
                  </a:cubicBezTo>
                  <a:cubicBezTo>
                    <a:pt x="147" y="133"/>
                    <a:pt x="104" y="147"/>
                    <a:pt x="64" y="132"/>
                  </a:cubicBezTo>
                  <a:close/>
                </a:path>
              </a:pathLst>
            </a:custGeom>
            <a:solidFill>
              <a:srgbClr val="D9A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69" name="Freeform 20">
              <a:extLst>
                <a:ext uri="{FF2B5EF4-FFF2-40B4-BE49-F238E27FC236}">
                  <a16:creationId xmlns:a16="http://schemas.microsoft.com/office/drawing/2014/main" id="{EC7148D5-6A06-4AD9-AE25-C11041125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853"/>
              <a:ext cx="422" cy="387"/>
            </a:xfrm>
            <a:custGeom>
              <a:avLst/>
              <a:gdLst>
                <a:gd name="T0" fmla="*/ 979 w 169"/>
                <a:gd name="T1" fmla="*/ 2471 h 145"/>
                <a:gd name="T2" fmla="*/ 187 w 169"/>
                <a:gd name="T3" fmla="*/ 875 h 145"/>
                <a:gd name="T4" fmla="*/ 1633 w 169"/>
                <a:gd name="T5" fmla="*/ 286 h 145"/>
                <a:gd name="T6" fmla="*/ 2445 w 169"/>
                <a:gd name="T7" fmla="*/ 1882 h 145"/>
                <a:gd name="T8" fmla="*/ 979 w 169"/>
                <a:gd name="T9" fmla="*/ 2471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145">
                  <a:moveTo>
                    <a:pt x="63" y="130"/>
                  </a:moveTo>
                  <a:cubicBezTo>
                    <a:pt x="23" y="116"/>
                    <a:pt x="0" y="78"/>
                    <a:pt x="12" y="46"/>
                  </a:cubicBezTo>
                  <a:cubicBezTo>
                    <a:pt x="23" y="14"/>
                    <a:pt x="65" y="0"/>
                    <a:pt x="105" y="15"/>
                  </a:cubicBezTo>
                  <a:cubicBezTo>
                    <a:pt x="146" y="30"/>
                    <a:pt x="169" y="67"/>
                    <a:pt x="157" y="99"/>
                  </a:cubicBezTo>
                  <a:cubicBezTo>
                    <a:pt x="145" y="131"/>
                    <a:pt x="103" y="145"/>
                    <a:pt x="63" y="130"/>
                  </a:cubicBezTo>
                  <a:close/>
                </a:path>
              </a:pathLst>
            </a:custGeom>
            <a:solidFill>
              <a:srgbClr val="D9A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70" name="Freeform 21">
              <a:extLst>
                <a:ext uri="{FF2B5EF4-FFF2-40B4-BE49-F238E27FC236}">
                  <a16:creationId xmlns:a16="http://schemas.microsoft.com/office/drawing/2014/main" id="{86EEC884-5395-4809-9DBB-C48AE934A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859"/>
              <a:ext cx="415" cy="378"/>
            </a:xfrm>
            <a:custGeom>
              <a:avLst/>
              <a:gdLst>
                <a:gd name="T0" fmla="*/ 988 w 166"/>
                <a:gd name="T1" fmla="*/ 2417 h 142"/>
                <a:gd name="T2" fmla="*/ 188 w 166"/>
                <a:gd name="T3" fmla="*/ 849 h 142"/>
                <a:gd name="T4" fmla="*/ 1625 w 166"/>
                <a:gd name="T5" fmla="*/ 261 h 142"/>
                <a:gd name="T6" fmla="*/ 2425 w 166"/>
                <a:gd name="T7" fmla="*/ 1829 h 142"/>
                <a:gd name="T8" fmla="*/ 988 w 166"/>
                <a:gd name="T9" fmla="*/ 2417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142">
                  <a:moveTo>
                    <a:pt x="63" y="128"/>
                  </a:moveTo>
                  <a:cubicBezTo>
                    <a:pt x="23" y="113"/>
                    <a:pt x="0" y="76"/>
                    <a:pt x="12" y="45"/>
                  </a:cubicBezTo>
                  <a:cubicBezTo>
                    <a:pt x="23" y="13"/>
                    <a:pt x="65" y="0"/>
                    <a:pt x="104" y="14"/>
                  </a:cubicBezTo>
                  <a:cubicBezTo>
                    <a:pt x="144" y="29"/>
                    <a:pt x="166" y="66"/>
                    <a:pt x="155" y="97"/>
                  </a:cubicBezTo>
                  <a:cubicBezTo>
                    <a:pt x="143" y="128"/>
                    <a:pt x="102" y="142"/>
                    <a:pt x="63" y="128"/>
                  </a:cubicBezTo>
                  <a:close/>
                </a:path>
              </a:pathLst>
            </a:custGeom>
            <a:solidFill>
              <a:srgbClr val="D9A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71" name="Freeform 22">
              <a:extLst>
                <a:ext uri="{FF2B5EF4-FFF2-40B4-BE49-F238E27FC236}">
                  <a16:creationId xmlns:a16="http://schemas.microsoft.com/office/drawing/2014/main" id="{867A117D-BD0C-4E53-BF27-F88B3F0B7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861"/>
              <a:ext cx="408" cy="374"/>
            </a:xfrm>
            <a:custGeom>
              <a:avLst/>
              <a:gdLst>
                <a:gd name="T0" fmla="*/ 959 w 163"/>
                <a:gd name="T1" fmla="*/ 2404 h 140"/>
                <a:gd name="T2" fmla="*/ 175 w 163"/>
                <a:gd name="T3" fmla="*/ 842 h 140"/>
                <a:gd name="T4" fmla="*/ 1597 w 163"/>
                <a:gd name="T5" fmla="*/ 264 h 140"/>
                <a:gd name="T6" fmla="*/ 2380 w 163"/>
                <a:gd name="T7" fmla="*/ 1827 h 140"/>
                <a:gd name="T8" fmla="*/ 959 w 163"/>
                <a:gd name="T9" fmla="*/ 2404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40">
                  <a:moveTo>
                    <a:pt x="61" y="126"/>
                  </a:moveTo>
                  <a:cubicBezTo>
                    <a:pt x="22" y="112"/>
                    <a:pt x="0" y="75"/>
                    <a:pt x="11" y="44"/>
                  </a:cubicBezTo>
                  <a:cubicBezTo>
                    <a:pt x="23" y="14"/>
                    <a:pt x="63" y="0"/>
                    <a:pt x="102" y="14"/>
                  </a:cubicBezTo>
                  <a:cubicBezTo>
                    <a:pt x="141" y="28"/>
                    <a:pt x="163" y="65"/>
                    <a:pt x="152" y="96"/>
                  </a:cubicBezTo>
                  <a:cubicBezTo>
                    <a:pt x="141" y="127"/>
                    <a:pt x="100" y="140"/>
                    <a:pt x="61" y="126"/>
                  </a:cubicBezTo>
                  <a:close/>
                </a:path>
              </a:pathLst>
            </a:custGeom>
            <a:solidFill>
              <a:srgbClr val="D9A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72" name="Freeform 23">
              <a:extLst>
                <a:ext uri="{FF2B5EF4-FFF2-40B4-BE49-F238E27FC236}">
                  <a16:creationId xmlns:a16="http://schemas.microsoft.com/office/drawing/2014/main" id="{D48F84B1-3A6F-47EC-8CDB-4090232CD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2864"/>
              <a:ext cx="402" cy="371"/>
            </a:xfrm>
            <a:custGeom>
              <a:avLst/>
              <a:gdLst>
                <a:gd name="T0" fmla="*/ 949 w 161"/>
                <a:gd name="T1" fmla="*/ 2378 h 139"/>
                <a:gd name="T2" fmla="*/ 187 w 161"/>
                <a:gd name="T3" fmla="*/ 833 h 139"/>
                <a:gd name="T4" fmla="*/ 1571 w 161"/>
                <a:gd name="T5" fmla="*/ 264 h 139"/>
                <a:gd name="T6" fmla="*/ 2337 w 161"/>
                <a:gd name="T7" fmla="*/ 1810 h 139"/>
                <a:gd name="T8" fmla="*/ 949 w 161"/>
                <a:gd name="T9" fmla="*/ 2378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39">
                  <a:moveTo>
                    <a:pt x="61" y="125"/>
                  </a:moveTo>
                  <a:cubicBezTo>
                    <a:pt x="22" y="111"/>
                    <a:pt x="0" y="75"/>
                    <a:pt x="12" y="44"/>
                  </a:cubicBezTo>
                  <a:cubicBezTo>
                    <a:pt x="23" y="14"/>
                    <a:pt x="63" y="0"/>
                    <a:pt x="101" y="14"/>
                  </a:cubicBezTo>
                  <a:cubicBezTo>
                    <a:pt x="139" y="28"/>
                    <a:pt x="161" y="64"/>
                    <a:pt x="150" y="95"/>
                  </a:cubicBezTo>
                  <a:cubicBezTo>
                    <a:pt x="139" y="125"/>
                    <a:pt x="99" y="139"/>
                    <a:pt x="61" y="125"/>
                  </a:cubicBezTo>
                  <a:close/>
                </a:path>
              </a:pathLst>
            </a:custGeom>
            <a:solidFill>
              <a:srgbClr val="D99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73" name="Freeform 24">
              <a:extLst>
                <a:ext uri="{FF2B5EF4-FFF2-40B4-BE49-F238E27FC236}">
                  <a16:creationId xmlns:a16="http://schemas.microsoft.com/office/drawing/2014/main" id="{58CB139D-C3B8-4BFB-A222-CD4DEED3D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2869"/>
              <a:ext cx="395" cy="363"/>
            </a:xfrm>
            <a:custGeom>
              <a:avLst/>
              <a:gdLst>
                <a:gd name="T0" fmla="*/ 925 w 158"/>
                <a:gd name="T1" fmla="*/ 2322 h 136"/>
                <a:gd name="T2" fmla="*/ 175 w 158"/>
                <a:gd name="T3" fmla="*/ 819 h 136"/>
                <a:gd name="T4" fmla="*/ 1550 w 158"/>
                <a:gd name="T5" fmla="*/ 264 h 136"/>
                <a:gd name="T6" fmla="*/ 2300 w 158"/>
                <a:gd name="T7" fmla="*/ 1767 h 136"/>
                <a:gd name="T8" fmla="*/ 925 w 158"/>
                <a:gd name="T9" fmla="*/ 2322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36">
                  <a:moveTo>
                    <a:pt x="59" y="122"/>
                  </a:moveTo>
                  <a:cubicBezTo>
                    <a:pt x="21" y="108"/>
                    <a:pt x="0" y="73"/>
                    <a:pt x="11" y="43"/>
                  </a:cubicBezTo>
                  <a:cubicBezTo>
                    <a:pt x="22" y="13"/>
                    <a:pt x="61" y="0"/>
                    <a:pt x="99" y="14"/>
                  </a:cubicBezTo>
                  <a:cubicBezTo>
                    <a:pt x="136" y="27"/>
                    <a:pt x="158" y="63"/>
                    <a:pt x="147" y="93"/>
                  </a:cubicBezTo>
                  <a:cubicBezTo>
                    <a:pt x="136" y="123"/>
                    <a:pt x="97" y="136"/>
                    <a:pt x="59" y="122"/>
                  </a:cubicBezTo>
                  <a:close/>
                </a:path>
              </a:pathLst>
            </a:custGeom>
            <a:solidFill>
              <a:srgbClr val="D9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74" name="Freeform 25">
              <a:extLst>
                <a:ext uri="{FF2B5EF4-FFF2-40B4-BE49-F238E27FC236}">
                  <a16:creationId xmlns:a16="http://schemas.microsoft.com/office/drawing/2014/main" id="{B6208F41-2189-4A66-A34B-248F7302B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872"/>
              <a:ext cx="390" cy="357"/>
            </a:xfrm>
            <a:custGeom>
              <a:avLst/>
              <a:gdLst>
                <a:gd name="T0" fmla="*/ 908 w 156"/>
                <a:gd name="T1" fmla="*/ 2273 h 134"/>
                <a:gd name="T2" fmla="*/ 175 w 156"/>
                <a:gd name="T3" fmla="*/ 815 h 134"/>
                <a:gd name="T4" fmla="*/ 1533 w 156"/>
                <a:gd name="T5" fmla="*/ 264 h 134"/>
                <a:gd name="T6" fmla="*/ 2270 w 156"/>
                <a:gd name="T7" fmla="*/ 1740 h 134"/>
                <a:gd name="T8" fmla="*/ 908 w 156"/>
                <a:gd name="T9" fmla="*/ 2273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134">
                  <a:moveTo>
                    <a:pt x="58" y="120"/>
                  </a:moveTo>
                  <a:cubicBezTo>
                    <a:pt x="22" y="107"/>
                    <a:pt x="0" y="72"/>
                    <a:pt x="11" y="43"/>
                  </a:cubicBezTo>
                  <a:cubicBezTo>
                    <a:pt x="22" y="13"/>
                    <a:pt x="61" y="0"/>
                    <a:pt x="98" y="14"/>
                  </a:cubicBezTo>
                  <a:cubicBezTo>
                    <a:pt x="134" y="27"/>
                    <a:pt x="156" y="62"/>
                    <a:pt x="145" y="92"/>
                  </a:cubicBezTo>
                  <a:cubicBezTo>
                    <a:pt x="134" y="121"/>
                    <a:pt x="95" y="134"/>
                    <a:pt x="58" y="120"/>
                  </a:cubicBezTo>
                  <a:close/>
                </a:path>
              </a:pathLst>
            </a:custGeom>
            <a:solidFill>
              <a:srgbClr val="D99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75" name="Freeform 26">
              <a:extLst>
                <a:ext uri="{FF2B5EF4-FFF2-40B4-BE49-F238E27FC236}">
                  <a16:creationId xmlns:a16="http://schemas.microsoft.com/office/drawing/2014/main" id="{2CEEB10E-22AA-4E54-9B19-A0EFABCAE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877"/>
              <a:ext cx="383" cy="350"/>
            </a:xfrm>
            <a:custGeom>
              <a:avLst/>
              <a:gdLst>
                <a:gd name="T0" fmla="*/ 896 w 153"/>
                <a:gd name="T1" fmla="*/ 2250 h 131"/>
                <a:gd name="T2" fmla="*/ 158 w 153"/>
                <a:gd name="T3" fmla="*/ 785 h 131"/>
                <a:gd name="T4" fmla="*/ 1492 w 153"/>
                <a:gd name="T5" fmla="*/ 251 h 131"/>
                <a:gd name="T6" fmla="*/ 2225 w 153"/>
                <a:gd name="T7" fmla="*/ 1699 h 131"/>
                <a:gd name="T8" fmla="*/ 896 w 153"/>
                <a:gd name="T9" fmla="*/ 225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31">
                  <a:moveTo>
                    <a:pt x="57" y="118"/>
                  </a:moveTo>
                  <a:cubicBezTo>
                    <a:pt x="21" y="104"/>
                    <a:pt x="0" y="70"/>
                    <a:pt x="10" y="41"/>
                  </a:cubicBezTo>
                  <a:cubicBezTo>
                    <a:pt x="21" y="12"/>
                    <a:pt x="59" y="0"/>
                    <a:pt x="95" y="13"/>
                  </a:cubicBezTo>
                  <a:cubicBezTo>
                    <a:pt x="132" y="26"/>
                    <a:pt x="153" y="61"/>
                    <a:pt x="142" y="89"/>
                  </a:cubicBezTo>
                  <a:cubicBezTo>
                    <a:pt x="131" y="118"/>
                    <a:pt x="93" y="131"/>
                    <a:pt x="57" y="118"/>
                  </a:cubicBezTo>
                  <a:close/>
                </a:path>
              </a:pathLst>
            </a:custGeom>
            <a:solidFill>
              <a:srgbClr val="D89D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76" name="Freeform 27">
              <a:extLst>
                <a:ext uri="{FF2B5EF4-FFF2-40B4-BE49-F238E27FC236}">
                  <a16:creationId xmlns:a16="http://schemas.microsoft.com/office/drawing/2014/main" id="{040C68F9-0747-4E70-9F8E-5BC76DE8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880"/>
              <a:ext cx="375" cy="344"/>
            </a:xfrm>
            <a:custGeom>
              <a:avLst/>
              <a:gdLst>
                <a:gd name="T0" fmla="*/ 875 w 150"/>
                <a:gd name="T1" fmla="*/ 2197 h 129"/>
                <a:gd name="T2" fmla="*/ 175 w 150"/>
                <a:gd name="T3" fmla="*/ 776 h 129"/>
                <a:gd name="T4" fmla="*/ 1470 w 150"/>
                <a:gd name="T5" fmla="*/ 248 h 129"/>
                <a:gd name="T6" fmla="*/ 2188 w 150"/>
                <a:gd name="T7" fmla="*/ 1672 h 129"/>
                <a:gd name="T8" fmla="*/ 875 w 150"/>
                <a:gd name="T9" fmla="*/ 2197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29">
                  <a:moveTo>
                    <a:pt x="56" y="116"/>
                  </a:moveTo>
                  <a:cubicBezTo>
                    <a:pt x="21" y="103"/>
                    <a:pt x="0" y="69"/>
                    <a:pt x="11" y="41"/>
                  </a:cubicBezTo>
                  <a:cubicBezTo>
                    <a:pt x="21" y="13"/>
                    <a:pt x="58" y="0"/>
                    <a:pt x="94" y="13"/>
                  </a:cubicBezTo>
                  <a:cubicBezTo>
                    <a:pt x="130" y="26"/>
                    <a:pt x="150" y="60"/>
                    <a:pt x="140" y="88"/>
                  </a:cubicBezTo>
                  <a:cubicBezTo>
                    <a:pt x="130" y="117"/>
                    <a:pt x="92" y="129"/>
                    <a:pt x="56" y="116"/>
                  </a:cubicBezTo>
                  <a:close/>
                </a:path>
              </a:pathLst>
            </a:custGeom>
            <a:solidFill>
              <a:srgbClr val="D89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77" name="Freeform 28">
              <a:extLst>
                <a:ext uri="{FF2B5EF4-FFF2-40B4-BE49-F238E27FC236}">
                  <a16:creationId xmlns:a16="http://schemas.microsoft.com/office/drawing/2014/main" id="{2A4DE457-7ED5-419D-A3C1-55402D0BF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885"/>
              <a:ext cx="367" cy="336"/>
            </a:xfrm>
            <a:custGeom>
              <a:avLst/>
              <a:gdLst>
                <a:gd name="T0" fmla="*/ 854 w 147"/>
                <a:gd name="T1" fmla="*/ 2141 h 126"/>
                <a:gd name="T2" fmla="*/ 155 w 147"/>
                <a:gd name="T3" fmla="*/ 760 h 126"/>
                <a:gd name="T4" fmla="*/ 1433 w 147"/>
                <a:gd name="T5" fmla="*/ 227 h 126"/>
                <a:gd name="T6" fmla="*/ 2132 w 147"/>
                <a:gd name="T7" fmla="*/ 1629 h 126"/>
                <a:gd name="T8" fmla="*/ 854 w 147"/>
                <a:gd name="T9" fmla="*/ 2141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26">
                  <a:moveTo>
                    <a:pt x="55" y="113"/>
                  </a:moveTo>
                  <a:cubicBezTo>
                    <a:pt x="20" y="101"/>
                    <a:pt x="0" y="68"/>
                    <a:pt x="10" y="40"/>
                  </a:cubicBezTo>
                  <a:cubicBezTo>
                    <a:pt x="20" y="12"/>
                    <a:pt x="57" y="0"/>
                    <a:pt x="92" y="12"/>
                  </a:cubicBezTo>
                  <a:cubicBezTo>
                    <a:pt x="127" y="25"/>
                    <a:pt x="147" y="58"/>
                    <a:pt x="137" y="86"/>
                  </a:cubicBezTo>
                  <a:cubicBezTo>
                    <a:pt x="127" y="114"/>
                    <a:pt x="90" y="126"/>
                    <a:pt x="55" y="113"/>
                  </a:cubicBezTo>
                  <a:close/>
                </a:path>
              </a:pathLst>
            </a:custGeom>
            <a:solidFill>
              <a:srgbClr val="D89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78" name="Freeform 29">
              <a:extLst>
                <a:ext uri="{FF2B5EF4-FFF2-40B4-BE49-F238E27FC236}">
                  <a16:creationId xmlns:a16="http://schemas.microsoft.com/office/drawing/2014/main" id="{913FEF7A-77AA-40F8-BB73-FEF81F7E2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888"/>
              <a:ext cx="363" cy="331"/>
            </a:xfrm>
            <a:custGeom>
              <a:avLst/>
              <a:gdLst>
                <a:gd name="T0" fmla="*/ 846 w 145"/>
                <a:gd name="T1" fmla="*/ 2130 h 124"/>
                <a:gd name="T2" fmla="*/ 158 w 145"/>
                <a:gd name="T3" fmla="*/ 742 h 124"/>
                <a:gd name="T4" fmla="*/ 1429 w 145"/>
                <a:gd name="T5" fmla="*/ 248 h 124"/>
                <a:gd name="T6" fmla="*/ 2118 w 145"/>
                <a:gd name="T7" fmla="*/ 1618 h 124"/>
                <a:gd name="T8" fmla="*/ 846 w 145"/>
                <a:gd name="T9" fmla="*/ 213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24">
                  <a:moveTo>
                    <a:pt x="54" y="112"/>
                  </a:moveTo>
                  <a:cubicBezTo>
                    <a:pt x="20" y="99"/>
                    <a:pt x="0" y="67"/>
                    <a:pt x="10" y="39"/>
                  </a:cubicBezTo>
                  <a:cubicBezTo>
                    <a:pt x="20" y="12"/>
                    <a:pt x="56" y="0"/>
                    <a:pt x="91" y="13"/>
                  </a:cubicBezTo>
                  <a:cubicBezTo>
                    <a:pt x="125" y="25"/>
                    <a:pt x="145" y="58"/>
                    <a:pt x="135" y="85"/>
                  </a:cubicBezTo>
                  <a:cubicBezTo>
                    <a:pt x="125" y="112"/>
                    <a:pt x="89" y="124"/>
                    <a:pt x="54" y="112"/>
                  </a:cubicBezTo>
                  <a:close/>
                </a:path>
              </a:pathLst>
            </a:custGeom>
            <a:solidFill>
              <a:srgbClr val="D8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79" name="Freeform 30">
              <a:extLst>
                <a:ext uri="{FF2B5EF4-FFF2-40B4-BE49-F238E27FC236}">
                  <a16:creationId xmlns:a16="http://schemas.microsoft.com/office/drawing/2014/main" id="{80759709-A776-40ED-8EFC-A1FDB5AAD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891"/>
              <a:ext cx="355" cy="328"/>
            </a:xfrm>
            <a:custGeom>
              <a:avLst/>
              <a:gdLst>
                <a:gd name="T0" fmla="*/ 833 w 142"/>
                <a:gd name="T1" fmla="*/ 2083 h 123"/>
                <a:gd name="T2" fmla="*/ 145 w 142"/>
                <a:gd name="T3" fmla="*/ 739 h 123"/>
                <a:gd name="T4" fmla="*/ 1395 w 142"/>
                <a:gd name="T5" fmla="*/ 248 h 123"/>
                <a:gd name="T6" fmla="*/ 2063 w 142"/>
                <a:gd name="T7" fmla="*/ 1592 h 123"/>
                <a:gd name="T8" fmla="*/ 833 w 142"/>
                <a:gd name="T9" fmla="*/ 2083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23">
                  <a:moveTo>
                    <a:pt x="53" y="110"/>
                  </a:moveTo>
                  <a:cubicBezTo>
                    <a:pt x="19" y="98"/>
                    <a:pt x="0" y="66"/>
                    <a:pt x="9" y="39"/>
                  </a:cubicBezTo>
                  <a:cubicBezTo>
                    <a:pt x="19" y="12"/>
                    <a:pt x="55" y="0"/>
                    <a:pt x="89" y="13"/>
                  </a:cubicBezTo>
                  <a:cubicBezTo>
                    <a:pt x="122" y="25"/>
                    <a:pt x="142" y="57"/>
                    <a:pt x="132" y="84"/>
                  </a:cubicBezTo>
                  <a:cubicBezTo>
                    <a:pt x="122" y="111"/>
                    <a:pt x="87" y="123"/>
                    <a:pt x="53" y="110"/>
                  </a:cubicBezTo>
                  <a:close/>
                </a:path>
              </a:pathLst>
            </a:custGeom>
            <a:solidFill>
              <a:srgbClr val="D89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80" name="Freeform 31">
              <a:extLst>
                <a:ext uri="{FF2B5EF4-FFF2-40B4-BE49-F238E27FC236}">
                  <a16:creationId xmlns:a16="http://schemas.microsoft.com/office/drawing/2014/main" id="{B7ADE941-731A-41B1-8E22-079F4D561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896"/>
              <a:ext cx="350" cy="320"/>
            </a:xfrm>
            <a:custGeom>
              <a:avLst/>
              <a:gdLst>
                <a:gd name="T0" fmla="*/ 813 w 140"/>
                <a:gd name="T1" fmla="*/ 2048 h 120"/>
                <a:gd name="T2" fmla="*/ 158 w 140"/>
                <a:gd name="T3" fmla="*/ 717 h 120"/>
                <a:gd name="T4" fmla="*/ 1363 w 140"/>
                <a:gd name="T5" fmla="*/ 227 h 120"/>
                <a:gd name="T6" fmla="*/ 2033 w 140"/>
                <a:gd name="T7" fmla="*/ 1557 h 120"/>
                <a:gd name="T8" fmla="*/ 813 w 140"/>
                <a:gd name="T9" fmla="*/ 2048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20">
                  <a:moveTo>
                    <a:pt x="52" y="108"/>
                  </a:moveTo>
                  <a:cubicBezTo>
                    <a:pt x="19" y="95"/>
                    <a:pt x="0" y="64"/>
                    <a:pt x="10" y="38"/>
                  </a:cubicBezTo>
                  <a:cubicBezTo>
                    <a:pt x="19" y="11"/>
                    <a:pt x="54" y="0"/>
                    <a:pt x="87" y="12"/>
                  </a:cubicBezTo>
                  <a:cubicBezTo>
                    <a:pt x="121" y="24"/>
                    <a:pt x="140" y="55"/>
                    <a:pt x="130" y="82"/>
                  </a:cubicBezTo>
                  <a:cubicBezTo>
                    <a:pt x="120" y="108"/>
                    <a:pt x="86" y="120"/>
                    <a:pt x="52" y="108"/>
                  </a:cubicBezTo>
                  <a:close/>
                </a:path>
              </a:pathLst>
            </a:custGeom>
            <a:solidFill>
              <a:srgbClr val="D89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81" name="Freeform 32">
              <a:extLst>
                <a:ext uri="{FF2B5EF4-FFF2-40B4-BE49-F238E27FC236}">
                  <a16:creationId xmlns:a16="http://schemas.microsoft.com/office/drawing/2014/main" id="{D7972EFE-82B0-4E30-A891-8765DDEB1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899"/>
              <a:ext cx="340" cy="314"/>
            </a:xfrm>
            <a:custGeom>
              <a:avLst/>
              <a:gdLst>
                <a:gd name="T0" fmla="*/ 800 w 136"/>
                <a:gd name="T1" fmla="*/ 1996 h 118"/>
                <a:gd name="T2" fmla="*/ 145 w 136"/>
                <a:gd name="T3" fmla="*/ 695 h 118"/>
                <a:gd name="T4" fmla="*/ 1333 w 136"/>
                <a:gd name="T5" fmla="*/ 226 h 118"/>
                <a:gd name="T6" fmla="*/ 1988 w 136"/>
                <a:gd name="T7" fmla="*/ 1530 h 118"/>
                <a:gd name="T8" fmla="*/ 800 w 136"/>
                <a:gd name="T9" fmla="*/ 1996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18">
                  <a:moveTo>
                    <a:pt x="51" y="106"/>
                  </a:moveTo>
                  <a:cubicBezTo>
                    <a:pt x="18" y="94"/>
                    <a:pt x="0" y="63"/>
                    <a:pt x="9" y="37"/>
                  </a:cubicBezTo>
                  <a:cubicBezTo>
                    <a:pt x="19" y="12"/>
                    <a:pt x="53" y="0"/>
                    <a:pt x="85" y="12"/>
                  </a:cubicBezTo>
                  <a:cubicBezTo>
                    <a:pt x="118" y="24"/>
                    <a:pt x="136" y="55"/>
                    <a:pt x="127" y="81"/>
                  </a:cubicBezTo>
                  <a:cubicBezTo>
                    <a:pt x="117" y="107"/>
                    <a:pt x="83" y="118"/>
                    <a:pt x="51" y="106"/>
                  </a:cubicBezTo>
                  <a:close/>
                </a:path>
              </a:pathLst>
            </a:custGeom>
            <a:solidFill>
              <a:srgbClr val="D89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82" name="Freeform 33">
              <a:extLst>
                <a:ext uri="{FF2B5EF4-FFF2-40B4-BE49-F238E27FC236}">
                  <a16:creationId xmlns:a16="http://schemas.microsoft.com/office/drawing/2014/main" id="{790A8011-E5BA-4134-9D99-D8221B85D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904"/>
              <a:ext cx="335" cy="307"/>
            </a:xfrm>
            <a:custGeom>
              <a:avLst/>
              <a:gdLst>
                <a:gd name="T0" fmla="*/ 783 w 134"/>
                <a:gd name="T1" fmla="*/ 1959 h 115"/>
                <a:gd name="T2" fmla="*/ 145 w 134"/>
                <a:gd name="T3" fmla="*/ 683 h 115"/>
                <a:gd name="T4" fmla="*/ 1313 w 134"/>
                <a:gd name="T5" fmla="*/ 206 h 115"/>
                <a:gd name="T6" fmla="*/ 1958 w 134"/>
                <a:gd name="T7" fmla="*/ 1503 h 115"/>
                <a:gd name="T8" fmla="*/ 783 w 134"/>
                <a:gd name="T9" fmla="*/ 1959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15">
                  <a:moveTo>
                    <a:pt x="50" y="103"/>
                  </a:moveTo>
                  <a:cubicBezTo>
                    <a:pt x="18" y="92"/>
                    <a:pt x="0" y="62"/>
                    <a:pt x="9" y="36"/>
                  </a:cubicBezTo>
                  <a:cubicBezTo>
                    <a:pt x="19" y="11"/>
                    <a:pt x="52" y="0"/>
                    <a:pt x="84" y="11"/>
                  </a:cubicBezTo>
                  <a:cubicBezTo>
                    <a:pt x="116" y="23"/>
                    <a:pt x="134" y="53"/>
                    <a:pt x="125" y="79"/>
                  </a:cubicBezTo>
                  <a:cubicBezTo>
                    <a:pt x="116" y="104"/>
                    <a:pt x="82" y="115"/>
                    <a:pt x="50" y="103"/>
                  </a:cubicBezTo>
                  <a:close/>
                </a:path>
              </a:pathLst>
            </a:custGeom>
            <a:solidFill>
              <a:srgbClr val="D89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83" name="Freeform 34">
              <a:extLst>
                <a:ext uri="{FF2B5EF4-FFF2-40B4-BE49-F238E27FC236}">
                  <a16:creationId xmlns:a16="http://schemas.microsoft.com/office/drawing/2014/main" id="{21806862-CCA0-4731-8756-47F88427E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907"/>
              <a:ext cx="330" cy="301"/>
            </a:xfrm>
            <a:custGeom>
              <a:avLst/>
              <a:gdLst>
                <a:gd name="T0" fmla="*/ 783 w 132"/>
                <a:gd name="T1" fmla="*/ 1931 h 113"/>
                <a:gd name="T2" fmla="*/ 158 w 132"/>
                <a:gd name="T3" fmla="*/ 682 h 113"/>
                <a:gd name="T4" fmla="*/ 1300 w 132"/>
                <a:gd name="T5" fmla="*/ 226 h 113"/>
                <a:gd name="T6" fmla="*/ 1925 w 132"/>
                <a:gd name="T7" fmla="*/ 1454 h 113"/>
                <a:gd name="T8" fmla="*/ 783 w 132"/>
                <a:gd name="T9" fmla="*/ 1931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13">
                  <a:moveTo>
                    <a:pt x="50" y="102"/>
                  </a:moveTo>
                  <a:cubicBezTo>
                    <a:pt x="18" y="90"/>
                    <a:pt x="0" y="61"/>
                    <a:pt x="10" y="36"/>
                  </a:cubicBezTo>
                  <a:cubicBezTo>
                    <a:pt x="19" y="11"/>
                    <a:pt x="51" y="0"/>
                    <a:pt x="83" y="12"/>
                  </a:cubicBezTo>
                  <a:cubicBezTo>
                    <a:pt x="114" y="23"/>
                    <a:pt x="132" y="53"/>
                    <a:pt x="123" y="77"/>
                  </a:cubicBezTo>
                  <a:cubicBezTo>
                    <a:pt x="114" y="102"/>
                    <a:pt x="81" y="113"/>
                    <a:pt x="50" y="102"/>
                  </a:cubicBezTo>
                  <a:close/>
                </a:path>
              </a:pathLst>
            </a:custGeom>
            <a:solidFill>
              <a:srgbClr val="D89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84" name="Freeform 35">
              <a:extLst>
                <a:ext uri="{FF2B5EF4-FFF2-40B4-BE49-F238E27FC236}">
                  <a16:creationId xmlns:a16="http://schemas.microsoft.com/office/drawing/2014/main" id="{76D444A5-F407-4362-B1AE-1D757889D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2912"/>
              <a:ext cx="322" cy="293"/>
            </a:xfrm>
            <a:custGeom>
              <a:avLst/>
              <a:gdLst>
                <a:gd name="T0" fmla="*/ 749 w 129"/>
                <a:gd name="T1" fmla="*/ 1873 h 110"/>
                <a:gd name="T2" fmla="*/ 137 w 129"/>
                <a:gd name="T3" fmla="*/ 661 h 110"/>
                <a:gd name="T4" fmla="*/ 1258 w 129"/>
                <a:gd name="T5" fmla="*/ 205 h 110"/>
                <a:gd name="T6" fmla="*/ 1870 w 129"/>
                <a:gd name="T7" fmla="*/ 1420 h 110"/>
                <a:gd name="T8" fmla="*/ 749 w 129"/>
                <a:gd name="T9" fmla="*/ 1873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10">
                  <a:moveTo>
                    <a:pt x="48" y="99"/>
                  </a:moveTo>
                  <a:cubicBezTo>
                    <a:pt x="18" y="88"/>
                    <a:pt x="0" y="59"/>
                    <a:pt x="9" y="35"/>
                  </a:cubicBezTo>
                  <a:cubicBezTo>
                    <a:pt x="18" y="10"/>
                    <a:pt x="50" y="0"/>
                    <a:pt x="81" y="11"/>
                  </a:cubicBezTo>
                  <a:cubicBezTo>
                    <a:pt x="111" y="22"/>
                    <a:pt x="129" y="51"/>
                    <a:pt x="120" y="75"/>
                  </a:cubicBezTo>
                  <a:cubicBezTo>
                    <a:pt x="111" y="100"/>
                    <a:pt x="79" y="110"/>
                    <a:pt x="48" y="99"/>
                  </a:cubicBezTo>
                  <a:close/>
                </a:path>
              </a:pathLst>
            </a:custGeom>
            <a:solidFill>
              <a:srgbClr val="D79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85" name="Freeform 36">
              <a:extLst>
                <a:ext uri="{FF2B5EF4-FFF2-40B4-BE49-F238E27FC236}">
                  <a16:creationId xmlns:a16="http://schemas.microsoft.com/office/drawing/2014/main" id="{D56F741E-FC21-47F6-8A0E-C606F8DEC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915"/>
              <a:ext cx="318" cy="290"/>
            </a:xfrm>
            <a:custGeom>
              <a:avLst/>
              <a:gdLst>
                <a:gd name="T0" fmla="*/ 751 w 127"/>
                <a:gd name="T1" fmla="*/ 1846 h 109"/>
                <a:gd name="T2" fmla="*/ 145 w 127"/>
                <a:gd name="T3" fmla="*/ 636 h 109"/>
                <a:gd name="T4" fmla="*/ 1242 w 127"/>
                <a:gd name="T5" fmla="*/ 205 h 109"/>
                <a:gd name="T6" fmla="*/ 1850 w 127"/>
                <a:gd name="T7" fmla="*/ 1394 h 109"/>
                <a:gd name="T8" fmla="*/ 751 w 127"/>
                <a:gd name="T9" fmla="*/ 1846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09">
                  <a:moveTo>
                    <a:pt x="48" y="98"/>
                  </a:moveTo>
                  <a:cubicBezTo>
                    <a:pt x="18" y="87"/>
                    <a:pt x="0" y="58"/>
                    <a:pt x="9" y="34"/>
                  </a:cubicBezTo>
                  <a:cubicBezTo>
                    <a:pt x="18" y="10"/>
                    <a:pt x="49" y="0"/>
                    <a:pt x="79" y="11"/>
                  </a:cubicBezTo>
                  <a:cubicBezTo>
                    <a:pt x="109" y="22"/>
                    <a:pt x="127" y="50"/>
                    <a:pt x="118" y="74"/>
                  </a:cubicBezTo>
                  <a:cubicBezTo>
                    <a:pt x="109" y="98"/>
                    <a:pt x="78" y="109"/>
                    <a:pt x="48" y="98"/>
                  </a:cubicBezTo>
                  <a:close/>
                </a:path>
              </a:pathLst>
            </a:custGeom>
            <a:solidFill>
              <a:srgbClr val="D79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86" name="Freeform 37">
              <a:extLst>
                <a:ext uri="{FF2B5EF4-FFF2-40B4-BE49-F238E27FC236}">
                  <a16:creationId xmlns:a16="http://schemas.microsoft.com/office/drawing/2014/main" id="{29D4D2B2-8994-4BFC-B792-9E53E0470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917"/>
              <a:ext cx="310" cy="286"/>
            </a:xfrm>
            <a:custGeom>
              <a:avLst/>
              <a:gdLst>
                <a:gd name="T0" fmla="*/ 720 w 124"/>
                <a:gd name="T1" fmla="*/ 1836 h 107"/>
                <a:gd name="T2" fmla="*/ 125 w 124"/>
                <a:gd name="T3" fmla="*/ 650 h 107"/>
                <a:gd name="T4" fmla="*/ 1208 w 124"/>
                <a:gd name="T5" fmla="*/ 208 h 107"/>
                <a:gd name="T6" fmla="*/ 1800 w 124"/>
                <a:gd name="T7" fmla="*/ 1393 h 107"/>
                <a:gd name="T8" fmla="*/ 720 w 124"/>
                <a:gd name="T9" fmla="*/ 1836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07">
                  <a:moveTo>
                    <a:pt x="46" y="96"/>
                  </a:moveTo>
                  <a:cubicBezTo>
                    <a:pt x="17" y="85"/>
                    <a:pt x="0" y="57"/>
                    <a:pt x="8" y="34"/>
                  </a:cubicBezTo>
                  <a:cubicBezTo>
                    <a:pt x="17" y="11"/>
                    <a:pt x="48" y="0"/>
                    <a:pt x="77" y="11"/>
                  </a:cubicBezTo>
                  <a:cubicBezTo>
                    <a:pt x="107" y="22"/>
                    <a:pt x="124" y="50"/>
                    <a:pt x="115" y="73"/>
                  </a:cubicBezTo>
                  <a:cubicBezTo>
                    <a:pt x="106" y="96"/>
                    <a:pt x="76" y="107"/>
                    <a:pt x="46" y="96"/>
                  </a:cubicBezTo>
                  <a:close/>
                </a:path>
              </a:pathLst>
            </a:custGeom>
            <a:solidFill>
              <a:srgbClr val="D79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87" name="Freeform 38">
              <a:extLst>
                <a:ext uri="{FF2B5EF4-FFF2-40B4-BE49-F238E27FC236}">
                  <a16:creationId xmlns:a16="http://schemas.microsoft.com/office/drawing/2014/main" id="{22B60344-E892-4361-8B6B-D7DF518FB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923"/>
              <a:ext cx="302" cy="277"/>
            </a:xfrm>
            <a:custGeom>
              <a:avLst/>
              <a:gdLst>
                <a:gd name="T0" fmla="*/ 716 w 121"/>
                <a:gd name="T1" fmla="*/ 1761 h 104"/>
                <a:gd name="T2" fmla="*/ 137 w 121"/>
                <a:gd name="T3" fmla="*/ 623 h 104"/>
                <a:gd name="T4" fmla="*/ 1183 w 121"/>
                <a:gd name="T5" fmla="*/ 192 h 104"/>
                <a:gd name="T6" fmla="*/ 1757 w 121"/>
                <a:gd name="T7" fmla="*/ 1340 h 104"/>
                <a:gd name="T8" fmla="*/ 716 w 121"/>
                <a:gd name="T9" fmla="*/ 1761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104">
                  <a:moveTo>
                    <a:pt x="46" y="93"/>
                  </a:moveTo>
                  <a:cubicBezTo>
                    <a:pt x="17" y="83"/>
                    <a:pt x="0" y="56"/>
                    <a:pt x="9" y="33"/>
                  </a:cubicBezTo>
                  <a:cubicBezTo>
                    <a:pt x="17" y="10"/>
                    <a:pt x="47" y="0"/>
                    <a:pt x="76" y="10"/>
                  </a:cubicBezTo>
                  <a:cubicBezTo>
                    <a:pt x="105" y="21"/>
                    <a:pt x="121" y="48"/>
                    <a:pt x="113" y="71"/>
                  </a:cubicBezTo>
                  <a:cubicBezTo>
                    <a:pt x="105" y="94"/>
                    <a:pt x="74" y="104"/>
                    <a:pt x="46" y="93"/>
                  </a:cubicBezTo>
                  <a:close/>
                </a:path>
              </a:pathLst>
            </a:custGeom>
            <a:solidFill>
              <a:srgbClr val="D79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88" name="Freeform 39">
              <a:extLst>
                <a:ext uri="{FF2B5EF4-FFF2-40B4-BE49-F238E27FC236}">
                  <a16:creationId xmlns:a16="http://schemas.microsoft.com/office/drawing/2014/main" id="{CE65007A-2296-43F9-8B53-40B1AC7A5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925"/>
              <a:ext cx="295" cy="272"/>
            </a:xfrm>
            <a:custGeom>
              <a:avLst/>
              <a:gdLst>
                <a:gd name="T0" fmla="*/ 688 w 118"/>
                <a:gd name="T1" fmla="*/ 1741 h 102"/>
                <a:gd name="T2" fmla="*/ 125 w 118"/>
                <a:gd name="T3" fmla="*/ 605 h 102"/>
                <a:gd name="T4" fmla="*/ 1158 w 118"/>
                <a:gd name="T5" fmla="*/ 205 h 102"/>
                <a:gd name="T6" fmla="*/ 1720 w 118"/>
                <a:gd name="T7" fmla="*/ 1331 h 102"/>
                <a:gd name="T8" fmla="*/ 688 w 118"/>
                <a:gd name="T9" fmla="*/ 174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02">
                  <a:moveTo>
                    <a:pt x="44" y="92"/>
                  </a:moveTo>
                  <a:cubicBezTo>
                    <a:pt x="16" y="81"/>
                    <a:pt x="0" y="55"/>
                    <a:pt x="8" y="32"/>
                  </a:cubicBezTo>
                  <a:cubicBezTo>
                    <a:pt x="16" y="10"/>
                    <a:pt x="46" y="0"/>
                    <a:pt x="74" y="11"/>
                  </a:cubicBezTo>
                  <a:cubicBezTo>
                    <a:pt x="102" y="21"/>
                    <a:pt x="118" y="47"/>
                    <a:pt x="110" y="70"/>
                  </a:cubicBezTo>
                  <a:cubicBezTo>
                    <a:pt x="102" y="92"/>
                    <a:pt x="72" y="102"/>
                    <a:pt x="44" y="92"/>
                  </a:cubicBezTo>
                  <a:close/>
                </a:path>
              </a:pathLst>
            </a:custGeom>
            <a:solidFill>
              <a:srgbClr val="D79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89" name="Freeform 40">
              <a:extLst>
                <a:ext uri="{FF2B5EF4-FFF2-40B4-BE49-F238E27FC236}">
                  <a16:creationId xmlns:a16="http://schemas.microsoft.com/office/drawing/2014/main" id="{C856111B-B6C9-4C1F-9D6E-4E1602B13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931"/>
              <a:ext cx="290" cy="264"/>
            </a:xfrm>
            <a:custGeom>
              <a:avLst/>
              <a:gdLst>
                <a:gd name="T0" fmla="*/ 688 w 116"/>
                <a:gd name="T1" fmla="*/ 1685 h 99"/>
                <a:gd name="T2" fmla="*/ 125 w 116"/>
                <a:gd name="T3" fmla="*/ 589 h 99"/>
                <a:gd name="T4" fmla="*/ 1145 w 116"/>
                <a:gd name="T5" fmla="*/ 192 h 99"/>
                <a:gd name="T6" fmla="*/ 1688 w 116"/>
                <a:gd name="T7" fmla="*/ 1288 h 99"/>
                <a:gd name="T8" fmla="*/ 688 w 116"/>
                <a:gd name="T9" fmla="*/ 168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9">
                  <a:moveTo>
                    <a:pt x="44" y="89"/>
                  </a:moveTo>
                  <a:cubicBezTo>
                    <a:pt x="16" y="79"/>
                    <a:pt x="0" y="53"/>
                    <a:pt x="8" y="31"/>
                  </a:cubicBezTo>
                  <a:cubicBezTo>
                    <a:pt x="16" y="9"/>
                    <a:pt x="45" y="0"/>
                    <a:pt x="73" y="10"/>
                  </a:cubicBezTo>
                  <a:cubicBezTo>
                    <a:pt x="100" y="20"/>
                    <a:pt x="116" y="46"/>
                    <a:pt x="108" y="68"/>
                  </a:cubicBezTo>
                  <a:cubicBezTo>
                    <a:pt x="100" y="90"/>
                    <a:pt x="71" y="99"/>
                    <a:pt x="44" y="89"/>
                  </a:cubicBezTo>
                  <a:close/>
                </a:path>
              </a:pathLst>
            </a:custGeom>
            <a:solidFill>
              <a:srgbClr val="D79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90" name="Freeform 41">
              <a:extLst>
                <a:ext uri="{FF2B5EF4-FFF2-40B4-BE49-F238E27FC236}">
                  <a16:creationId xmlns:a16="http://schemas.microsoft.com/office/drawing/2014/main" id="{845EB8B9-BBBE-4372-8DF1-2D037716E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933"/>
              <a:ext cx="283" cy="259"/>
            </a:xfrm>
            <a:custGeom>
              <a:avLst/>
              <a:gdLst>
                <a:gd name="T0" fmla="*/ 659 w 113"/>
                <a:gd name="T1" fmla="*/ 1653 h 97"/>
                <a:gd name="T2" fmla="*/ 125 w 113"/>
                <a:gd name="T3" fmla="*/ 593 h 97"/>
                <a:gd name="T4" fmla="*/ 1097 w 113"/>
                <a:gd name="T5" fmla="*/ 192 h 97"/>
                <a:gd name="T6" fmla="*/ 1650 w 113"/>
                <a:gd name="T7" fmla="*/ 1276 h 97"/>
                <a:gd name="T8" fmla="*/ 659 w 113"/>
                <a:gd name="T9" fmla="*/ 1653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7">
                  <a:moveTo>
                    <a:pt x="42" y="87"/>
                  </a:moveTo>
                  <a:cubicBezTo>
                    <a:pt x="15" y="78"/>
                    <a:pt x="0" y="52"/>
                    <a:pt x="8" y="31"/>
                  </a:cubicBezTo>
                  <a:cubicBezTo>
                    <a:pt x="15" y="9"/>
                    <a:pt x="44" y="0"/>
                    <a:pt x="70" y="10"/>
                  </a:cubicBezTo>
                  <a:cubicBezTo>
                    <a:pt x="97" y="20"/>
                    <a:pt x="113" y="45"/>
                    <a:pt x="105" y="67"/>
                  </a:cubicBezTo>
                  <a:cubicBezTo>
                    <a:pt x="97" y="88"/>
                    <a:pt x="69" y="97"/>
                    <a:pt x="42" y="87"/>
                  </a:cubicBezTo>
                  <a:close/>
                </a:path>
              </a:pathLst>
            </a:custGeom>
            <a:solidFill>
              <a:srgbClr val="D79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91" name="Freeform 42">
              <a:extLst>
                <a:ext uri="{FF2B5EF4-FFF2-40B4-BE49-F238E27FC236}">
                  <a16:creationId xmlns:a16="http://schemas.microsoft.com/office/drawing/2014/main" id="{710460BD-6192-4E25-8069-7A3E9108E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939"/>
              <a:ext cx="277" cy="253"/>
            </a:xfrm>
            <a:custGeom>
              <a:avLst/>
              <a:gdLst>
                <a:gd name="T0" fmla="*/ 654 w 111"/>
                <a:gd name="T1" fmla="*/ 1603 h 95"/>
                <a:gd name="T2" fmla="*/ 125 w 111"/>
                <a:gd name="T3" fmla="*/ 567 h 95"/>
                <a:gd name="T4" fmla="*/ 1071 w 111"/>
                <a:gd name="T5" fmla="*/ 170 h 95"/>
                <a:gd name="T6" fmla="*/ 1600 w 111"/>
                <a:gd name="T7" fmla="*/ 1206 h 95"/>
                <a:gd name="T8" fmla="*/ 654 w 111"/>
                <a:gd name="T9" fmla="*/ 1603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95">
                  <a:moveTo>
                    <a:pt x="42" y="85"/>
                  </a:moveTo>
                  <a:cubicBezTo>
                    <a:pt x="15" y="75"/>
                    <a:pt x="0" y="50"/>
                    <a:pt x="8" y="30"/>
                  </a:cubicBezTo>
                  <a:cubicBezTo>
                    <a:pt x="15" y="9"/>
                    <a:pt x="43" y="0"/>
                    <a:pt x="69" y="9"/>
                  </a:cubicBezTo>
                  <a:cubicBezTo>
                    <a:pt x="96" y="19"/>
                    <a:pt x="111" y="44"/>
                    <a:pt x="103" y="64"/>
                  </a:cubicBezTo>
                  <a:cubicBezTo>
                    <a:pt x="95" y="85"/>
                    <a:pt x="68" y="95"/>
                    <a:pt x="42" y="85"/>
                  </a:cubicBezTo>
                  <a:close/>
                </a:path>
              </a:pathLst>
            </a:custGeom>
            <a:solidFill>
              <a:srgbClr val="D79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92" name="Freeform 43">
              <a:extLst>
                <a:ext uri="{FF2B5EF4-FFF2-40B4-BE49-F238E27FC236}">
                  <a16:creationId xmlns:a16="http://schemas.microsoft.com/office/drawing/2014/main" id="{B80D71CB-1FE9-4E5A-A8CA-8CCA259CC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941"/>
              <a:ext cx="267" cy="248"/>
            </a:xfrm>
            <a:custGeom>
              <a:avLst/>
              <a:gdLst>
                <a:gd name="T0" fmla="*/ 624 w 107"/>
                <a:gd name="T1" fmla="*/ 1571 h 93"/>
                <a:gd name="T2" fmla="*/ 105 w 107"/>
                <a:gd name="T3" fmla="*/ 547 h 93"/>
                <a:gd name="T4" fmla="*/ 1041 w 107"/>
                <a:gd name="T5" fmla="*/ 171 h 93"/>
                <a:gd name="T6" fmla="*/ 1557 w 107"/>
                <a:gd name="T7" fmla="*/ 1195 h 93"/>
                <a:gd name="T8" fmla="*/ 624 w 107"/>
                <a:gd name="T9" fmla="*/ 157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93">
                  <a:moveTo>
                    <a:pt x="40" y="83"/>
                  </a:moveTo>
                  <a:cubicBezTo>
                    <a:pt x="14" y="74"/>
                    <a:pt x="0" y="50"/>
                    <a:pt x="7" y="29"/>
                  </a:cubicBezTo>
                  <a:cubicBezTo>
                    <a:pt x="15" y="9"/>
                    <a:pt x="41" y="0"/>
                    <a:pt x="67" y="9"/>
                  </a:cubicBezTo>
                  <a:cubicBezTo>
                    <a:pt x="93" y="19"/>
                    <a:pt x="107" y="43"/>
                    <a:pt x="100" y="63"/>
                  </a:cubicBezTo>
                  <a:cubicBezTo>
                    <a:pt x="93" y="84"/>
                    <a:pt x="66" y="93"/>
                    <a:pt x="40" y="83"/>
                  </a:cubicBezTo>
                  <a:close/>
                </a:path>
              </a:pathLst>
            </a:custGeom>
            <a:solidFill>
              <a:srgbClr val="D79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93" name="Freeform 44">
              <a:extLst>
                <a:ext uri="{FF2B5EF4-FFF2-40B4-BE49-F238E27FC236}">
                  <a16:creationId xmlns:a16="http://schemas.microsoft.com/office/drawing/2014/main" id="{7F58BBD0-4032-4FCE-B8FD-00B4ACB1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944"/>
              <a:ext cx="263" cy="243"/>
            </a:xfrm>
            <a:custGeom>
              <a:avLst/>
              <a:gdLst>
                <a:gd name="T0" fmla="*/ 614 w 105"/>
                <a:gd name="T1" fmla="*/ 1562 h 91"/>
                <a:gd name="T2" fmla="*/ 113 w 105"/>
                <a:gd name="T3" fmla="*/ 550 h 91"/>
                <a:gd name="T4" fmla="*/ 1034 w 105"/>
                <a:gd name="T5" fmla="*/ 192 h 91"/>
                <a:gd name="T6" fmla="*/ 1538 w 105"/>
                <a:gd name="T7" fmla="*/ 1183 h 91"/>
                <a:gd name="T8" fmla="*/ 614 w 105"/>
                <a:gd name="T9" fmla="*/ 156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91">
                  <a:moveTo>
                    <a:pt x="39" y="82"/>
                  </a:moveTo>
                  <a:cubicBezTo>
                    <a:pt x="14" y="72"/>
                    <a:pt x="0" y="49"/>
                    <a:pt x="7" y="29"/>
                  </a:cubicBezTo>
                  <a:cubicBezTo>
                    <a:pt x="15" y="9"/>
                    <a:pt x="41" y="0"/>
                    <a:pt x="66" y="10"/>
                  </a:cubicBezTo>
                  <a:cubicBezTo>
                    <a:pt x="91" y="19"/>
                    <a:pt x="105" y="42"/>
                    <a:pt x="98" y="62"/>
                  </a:cubicBezTo>
                  <a:cubicBezTo>
                    <a:pt x="91" y="82"/>
                    <a:pt x="64" y="91"/>
                    <a:pt x="39" y="82"/>
                  </a:cubicBezTo>
                  <a:close/>
                </a:path>
              </a:pathLst>
            </a:custGeom>
            <a:solidFill>
              <a:srgbClr val="D68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94" name="Freeform 45">
              <a:extLst>
                <a:ext uri="{FF2B5EF4-FFF2-40B4-BE49-F238E27FC236}">
                  <a16:creationId xmlns:a16="http://schemas.microsoft.com/office/drawing/2014/main" id="{CE34D6C7-32F2-4D10-8F0F-595546967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949"/>
              <a:ext cx="255" cy="235"/>
            </a:xfrm>
            <a:custGeom>
              <a:avLst/>
              <a:gdLst>
                <a:gd name="T0" fmla="*/ 595 w 102"/>
                <a:gd name="T1" fmla="*/ 1503 h 88"/>
                <a:gd name="T2" fmla="*/ 113 w 102"/>
                <a:gd name="T3" fmla="*/ 534 h 88"/>
                <a:gd name="T4" fmla="*/ 1000 w 102"/>
                <a:gd name="T5" fmla="*/ 171 h 88"/>
                <a:gd name="T6" fmla="*/ 1488 w 102"/>
                <a:gd name="T7" fmla="*/ 1140 h 88"/>
                <a:gd name="T8" fmla="*/ 595 w 102"/>
                <a:gd name="T9" fmla="*/ 1503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88">
                  <a:moveTo>
                    <a:pt x="38" y="79"/>
                  </a:moveTo>
                  <a:cubicBezTo>
                    <a:pt x="14" y="70"/>
                    <a:pt x="0" y="47"/>
                    <a:pt x="7" y="28"/>
                  </a:cubicBezTo>
                  <a:cubicBezTo>
                    <a:pt x="14" y="8"/>
                    <a:pt x="39" y="0"/>
                    <a:pt x="64" y="9"/>
                  </a:cubicBezTo>
                  <a:cubicBezTo>
                    <a:pt x="88" y="18"/>
                    <a:pt x="102" y="41"/>
                    <a:pt x="95" y="60"/>
                  </a:cubicBezTo>
                  <a:cubicBezTo>
                    <a:pt x="88" y="79"/>
                    <a:pt x="62" y="88"/>
                    <a:pt x="38" y="79"/>
                  </a:cubicBezTo>
                  <a:close/>
                </a:path>
              </a:pathLst>
            </a:custGeom>
            <a:solidFill>
              <a:srgbClr val="D68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95" name="Freeform 46">
              <a:extLst>
                <a:ext uri="{FF2B5EF4-FFF2-40B4-BE49-F238E27FC236}">
                  <a16:creationId xmlns:a16="http://schemas.microsoft.com/office/drawing/2014/main" id="{5CBC3888-9B7D-47EE-986B-D7A024075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952"/>
              <a:ext cx="250" cy="229"/>
            </a:xfrm>
            <a:custGeom>
              <a:avLst/>
              <a:gdLst>
                <a:gd name="T0" fmla="*/ 583 w 100"/>
                <a:gd name="T1" fmla="*/ 1454 h 86"/>
                <a:gd name="T2" fmla="*/ 113 w 100"/>
                <a:gd name="T3" fmla="*/ 511 h 86"/>
                <a:gd name="T4" fmla="*/ 988 w 100"/>
                <a:gd name="T5" fmla="*/ 170 h 86"/>
                <a:gd name="T6" fmla="*/ 1458 w 100"/>
                <a:gd name="T7" fmla="*/ 1113 h 86"/>
                <a:gd name="T8" fmla="*/ 583 w 100"/>
                <a:gd name="T9" fmla="*/ 1454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86">
                  <a:moveTo>
                    <a:pt x="37" y="77"/>
                  </a:moveTo>
                  <a:cubicBezTo>
                    <a:pt x="14" y="69"/>
                    <a:pt x="0" y="46"/>
                    <a:pt x="7" y="27"/>
                  </a:cubicBezTo>
                  <a:cubicBezTo>
                    <a:pt x="14" y="9"/>
                    <a:pt x="39" y="0"/>
                    <a:pt x="63" y="9"/>
                  </a:cubicBezTo>
                  <a:cubicBezTo>
                    <a:pt x="86" y="18"/>
                    <a:pt x="100" y="40"/>
                    <a:pt x="93" y="59"/>
                  </a:cubicBezTo>
                  <a:cubicBezTo>
                    <a:pt x="86" y="78"/>
                    <a:pt x="61" y="86"/>
                    <a:pt x="37" y="77"/>
                  </a:cubicBezTo>
                  <a:close/>
                </a:path>
              </a:pathLst>
            </a:custGeom>
            <a:solidFill>
              <a:srgbClr val="D68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96" name="Freeform 47">
              <a:extLst>
                <a:ext uri="{FF2B5EF4-FFF2-40B4-BE49-F238E27FC236}">
                  <a16:creationId xmlns:a16="http://schemas.microsoft.com/office/drawing/2014/main" id="{907DB905-3BC2-4B08-9E1C-CD15B111E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957"/>
              <a:ext cx="245" cy="222"/>
            </a:xfrm>
            <a:custGeom>
              <a:avLst/>
              <a:gdLst>
                <a:gd name="T0" fmla="*/ 583 w 98"/>
                <a:gd name="T1" fmla="*/ 1439 h 83"/>
                <a:gd name="T2" fmla="*/ 113 w 98"/>
                <a:gd name="T3" fmla="*/ 500 h 83"/>
                <a:gd name="T4" fmla="*/ 958 w 98"/>
                <a:gd name="T5" fmla="*/ 150 h 83"/>
                <a:gd name="T6" fmla="*/ 1425 w 98"/>
                <a:gd name="T7" fmla="*/ 1089 h 83"/>
                <a:gd name="T8" fmla="*/ 583 w 98"/>
                <a:gd name="T9" fmla="*/ 1439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3">
                  <a:moveTo>
                    <a:pt x="37" y="75"/>
                  </a:moveTo>
                  <a:cubicBezTo>
                    <a:pt x="14" y="66"/>
                    <a:pt x="0" y="45"/>
                    <a:pt x="7" y="26"/>
                  </a:cubicBezTo>
                  <a:cubicBezTo>
                    <a:pt x="14" y="8"/>
                    <a:pt x="38" y="0"/>
                    <a:pt x="61" y="8"/>
                  </a:cubicBezTo>
                  <a:cubicBezTo>
                    <a:pt x="84" y="17"/>
                    <a:pt x="98" y="38"/>
                    <a:pt x="91" y="57"/>
                  </a:cubicBezTo>
                  <a:cubicBezTo>
                    <a:pt x="84" y="75"/>
                    <a:pt x="60" y="83"/>
                    <a:pt x="37" y="75"/>
                  </a:cubicBezTo>
                  <a:close/>
                </a:path>
              </a:pathLst>
            </a:custGeom>
            <a:solidFill>
              <a:srgbClr val="D68D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97" name="Freeform 48">
              <a:extLst>
                <a:ext uri="{FF2B5EF4-FFF2-40B4-BE49-F238E27FC236}">
                  <a16:creationId xmlns:a16="http://schemas.microsoft.com/office/drawing/2014/main" id="{43333777-66F8-49ED-B30B-19134EA4D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960"/>
              <a:ext cx="238" cy="216"/>
            </a:xfrm>
            <a:custGeom>
              <a:avLst/>
              <a:gdLst>
                <a:gd name="T0" fmla="*/ 551 w 95"/>
                <a:gd name="T1" fmla="*/ 1387 h 81"/>
                <a:gd name="T2" fmla="*/ 95 w 95"/>
                <a:gd name="T3" fmla="*/ 491 h 81"/>
                <a:gd name="T4" fmla="*/ 929 w 95"/>
                <a:gd name="T5" fmla="*/ 149 h 81"/>
                <a:gd name="T6" fmla="*/ 1380 w 95"/>
                <a:gd name="T7" fmla="*/ 1059 h 81"/>
                <a:gd name="T8" fmla="*/ 551 w 95"/>
                <a:gd name="T9" fmla="*/ 1387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1">
                  <a:moveTo>
                    <a:pt x="35" y="73"/>
                  </a:moveTo>
                  <a:cubicBezTo>
                    <a:pt x="13" y="65"/>
                    <a:pt x="0" y="44"/>
                    <a:pt x="6" y="26"/>
                  </a:cubicBezTo>
                  <a:cubicBezTo>
                    <a:pt x="13" y="8"/>
                    <a:pt x="37" y="0"/>
                    <a:pt x="59" y="8"/>
                  </a:cubicBezTo>
                  <a:cubicBezTo>
                    <a:pt x="82" y="17"/>
                    <a:pt x="95" y="38"/>
                    <a:pt x="88" y="56"/>
                  </a:cubicBezTo>
                  <a:cubicBezTo>
                    <a:pt x="81" y="74"/>
                    <a:pt x="58" y="81"/>
                    <a:pt x="35" y="73"/>
                  </a:cubicBezTo>
                  <a:close/>
                </a:path>
              </a:pathLst>
            </a:custGeom>
            <a:solidFill>
              <a:srgbClr val="D68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98" name="Freeform 49">
              <a:extLst>
                <a:ext uri="{FF2B5EF4-FFF2-40B4-BE49-F238E27FC236}">
                  <a16:creationId xmlns:a16="http://schemas.microsoft.com/office/drawing/2014/main" id="{BDA1D63F-D105-4C4A-8515-DCA6A818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965"/>
              <a:ext cx="230" cy="211"/>
            </a:xfrm>
            <a:custGeom>
              <a:avLst/>
              <a:gdLst>
                <a:gd name="T0" fmla="*/ 550 w 92"/>
                <a:gd name="T1" fmla="*/ 1354 h 79"/>
                <a:gd name="T2" fmla="*/ 113 w 92"/>
                <a:gd name="T3" fmla="*/ 478 h 79"/>
                <a:gd name="T4" fmla="*/ 908 w 92"/>
                <a:gd name="T5" fmla="*/ 150 h 79"/>
                <a:gd name="T6" fmla="*/ 1345 w 92"/>
                <a:gd name="T7" fmla="*/ 1028 h 79"/>
                <a:gd name="T8" fmla="*/ 550 w 92"/>
                <a:gd name="T9" fmla="*/ 1354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79">
                  <a:moveTo>
                    <a:pt x="35" y="71"/>
                  </a:moveTo>
                  <a:cubicBezTo>
                    <a:pt x="13" y="63"/>
                    <a:pt x="0" y="42"/>
                    <a:pt x="7" y="25"/>
                  </a:cubicBezTo>
                  <a:cubicBezTo>
                    <a:pt x="13" y="7"/>
                    <a:pt x="36" y="0"/>
                    <a:pt x="58" y="8"/>
                  </a:cubicBezTo>
                  <a:cubicBezTo>
                    <a:pt x="80" y="16"/>
                    <a:pt x="92" y="36"/>
                    <a:pt x="86" y="54"/>
                  </a:cubicBezTo>
                  <a:cubicBezTo>
                    <a:pt x="80" y="71"/>
                    <a:pt x="57" y="79"/>
                    <a:pt x="35" y="71"/>
                  </a:cubicBezTo>
                  <a:close/>
                </a:path>
              </a:pathLst>
            </a:custGeom>
            <a:solidFill>
              <a:srgbClr val="D68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99" name="Freeform 50">
              <a:extLst>
                <a:ext uri="{FF2B5EF4-FFF2-40B4-BE49-F238E27FC236}">
                  <a16:creationId xmlns:a16="http://schemas.microsoft.com/office/drawing/2014/main" id="{29F30385-83B8-42C7-B5F0-18D591D78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968"/>
              <a:ext cx="222" cy="205"/>
            </a:xfrm>
            <a:custGeom>
              <a:avLst/>
              <a:gdLst>
                <a:gd name="T0" fmla="*/ 1287 w 89"/>
                <a:gd name="T1" fmla="*/ 977 h 77"/>
                <a:gd name="T2" fmla="*/ 511 w 89"/>
                <a:gd name="T3" fmla="*/ 1305 h 77"/>
                <a:gd name="T4" fmla="*/ 92 w 89"/>
                <a:gd name="T5" fmla="*/ 453 h 77"/>
                <a:gd name="T6" fmla="*/ 871 w 89"/>
                <a:gd name="T7" fmla="*/ 149 h 77"/>
                <a:gd name="T8" fmla="*/ 1287 w 89"/>
                <a:gd name="T9" fmla="*/ 97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77">
                  <a:moveTo>
                    <a:pt x="83" y="52"/>
                  </a:moveTo>
                  <a:cubicBezTo>
                    <a:pt x="77" y="69"/>
                    <a:pt x="55" y="77"/>
                    <a:pt x="33" y="69"/>
                  </a:cubicBezTo>
                  <a:cubicBezTo>
                    <a:pt x="12" y="61"/>
                    <a:pt x="0" y="41"/>
                    <a:pt x="6" y="24"/>
                  </a:cubicBezTo>
                  <a:cubicBezTo>
                    <a:pt x="12" y="7"/>
                    <a:pt x="34" y="0"/>
                    <a:pt x="56" y="8"/>
                  </a:cubicBezTo>
                  <a:cubicBezTo>
                    <a:pt x="77" y="16"/>
                    <a:pt x="89" y="36"/>
                    <a:pt x="83" y="52"/>
                  </a:cubicBezTo>
                  <a:close/>
                </a:path>
              </a:pathLst>
            </a:custGeom>
            <a:solidFill>
              <a:srgbClr val="D68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00" name="Freeform 51">
              <a:extLst>
                <a:ext uri="{FF2B5EF4-FFF2-40B4-BE49-F238E27FC236}">
                  <a16:creationId xmlns:a16="http://schemas.microsoft.com/office/drawing/2014/main" id="{FCA7CCFD-41BB-4CFE-8F7E-4A5240F29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875"/>
              <a:ext cx="372" cy="661"/>
            </a:xfrm>
            <a:custGeom>
              <a:avLst/>
              <a:gdLst>
                <a:gd name="T0" fmla="*/ 75 w 149"/>
                <a:gd name="T1" fmla="*/ 2295 h 248"/>
                <a:gd name="T2" fmla="*/ 200 w 149"/>
                <a:gd name="T3" fmla="*/ 2026 h 248"/>
                <a:gd name="T4" fmla="*/ 355 w 149"/>
                <a:gd name="T5" fmla="*/ 1668 h 248"/>
                <a:gd name="T6" fmla="*/ 529 w 149"/>
                <a:gd name="T7" fmla="*/ 1045 h 248"/>
                <a:gd name="T8" fmla="*/ 717 w 149"/>
                <a:gd name="T9" fmla="*/ 434 h 248"/>
                <a:gd name="T10" fmla="*/ 886 w 149"/>
                <a:gd name="T11" fmla="*/ 362 h 248"/>
                <a:gd name="T12" fmla="*/ 966 w 149"/>
                <a:gd name="T13" fmla="*/ 264 h 248"/>
                <a:gd name="T14" fmla="*/ 1091 w 149"/>
                <a:gd name="T15" fmla="*/ 192 h 248"/>
                <a:gd name="T16" fmla="*/ 1166 w 149"/>
                <a:gd name="T17" fmla="*/ 0 h 248"/>
                <a:gd name="T18" fmla="*/ 1153 w 149"/>
                <a:gd name="T19" fmla="*/ 0 h 248"/>
                <a:gd name="T20" fmla="*/ 2007 w 149"/>
                <a:gd name="T21" fmla="*/ 0 h 248"/>
                <a:gd name="T22" fmla="*/ 2319 w 149"/>
                <a:gd name="T23" fmla="*/ 77 h 248"/>
                <a:gd name="T24" fmla="*/ 1633 w 149"/>
                <a:gd name="T25" fmla="*/ 1058 h 248"/>
                <a:gd name="T26" fmla="*/ 1558 w 149"/>
                <a:gd name="T27" fmla="*/ 2537 h 248"/>
                <a:gd name="T28" fmla="*/ 1216 w 149"/>
                <a:gd name="T29" fmla="*/ 4696 h 248"/>
                <a:gd name="T30" fmla="*/ 0 w 149"/>
                <a:gd name="T31" fmla="*/ 4696 h 248"/>
                <a:gd name="T32" fmla="*/ 75 w 149"/>
                <a:gd name="T33" fmla="*/ 2295 h 2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9" h="248">
                  <a:moveTo>
                    <a:pt x="5" y="121"/>
                  </a:moveTo>
                  <a:cubicBezTo>
                    <a:pt x="9" y="115"/>
                    <a:pt x="12" y="110"/>
                    <a:pt x="13" y="107"/>
                  </a:cubicBezTo>
                  <a:cubicBezTo>
                    <a:pt x="19" y="103"/>
                    <a:pt x="22" y="96"/>
                    <a:pt x="23" y="88"/>
                  </a:cubicBezTo>
                  <a:cubicBezTo>
                    <a:pt x="35" y="84"/>
                    <a:pt x="37" y="73"/>
                    <a:pt x="34" y="55"/>
                  </a:cubicBezTo>
                  <a:cubicBezTo>
                    <a:pt x="49" y="46"/>
                    <a:pt x="47" y="32"/>
                    <a:pt x="46" y="23"/>
                  </a:cubicBezTo>
                  <a:cubicBezTo>
                    <a:pt x="49" y="22"/>
                    <a:pt x="53" y="21"/>
                    <a:pt x="57" y="19"/>
                  </a:cubicBezTo>
                  <a:cubicBezTo>
                    <a:pt x="59" y="18"/>
                    <a:pt x="60" y="16"/>
                    <a:pt x="62" y="14"/>
                  </a:cubicBezTo>
                  <a:cubicBezTo>
                    <a:pt x="64" y="13"/>
                    <a:pt x="68" y="12"/>
                    <a:pt x="70" y="10"/>
                  </a:cubicBezTo>
                  <a:cubicBezTo>
                    <a:pt x="72" y="7"/>
                    <a:pt x="73" y="4"/>
                    <a:pt x="75" y="0"/>
                  </a:cubicBezTo>
                  <a:cubicBezTo>
                    <a:pt x="75" y="0"/>
                    <a:pt x="74" y="0"/>
                    <a:pt x="74" y="0"/>
                  </a:cubicBezTo>
                  <a:cubicBezTo>
                    <a:pt x="99" y="4"/>
                    <a:pt x="121" y="5"/>
                    <a:pt x="129" y="0"/>
                  </a:cubicBezTo>
                  <a:cubicBezTo>
                    <a:pt x="134" y="2"/>
                    <a:pt x="141" y="3"/>
                    <a:pt x="149" y="4"/>
                  </a:cubicBezTo>
                  <a:cubicBezTo>
                    <a:pt x="140" y="32"/>
                    <a:pt x="124" y="53"/>
                    <a:pt x="105" y="56"/>
                  </a:cubicBezTo>
                  <a:cubicBezTo>
                    <a:pt x="111" y="63"/>
                    <a:pt x="118" y="86"/>
                    <a:pt x="100" y="134"/>
                  </a:cubicBezTo>
                  <a:cubicBezTo>
                    <a:pt x="83" y="181"/>
                    <a:pt x="78" y="248"/>
                    <a:pt x="78" y="248"/>
                  </a:cubicBezTo>
                  <a:cubicBezTo>
                    <a:pt x="0" y="248"/>
                    <a:pt x="0" y="248"/>
                    <a:pt x="0" y="248"/>
                  </a:cubicBezTo>
                  <a:cubicBezTo>
                    <a:pt x="6" y="231"/>
                    <a:pt x="5" y="162"/>
                    <a:pt x="5" y="121"/>
                  </a:cubicBezTo>
                  <a:close/>
                </a:path>
              </a:pathLst>
            </a:custGeom>
            <a:solidFill>
              <a:srgbClr val="F6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01" name="Freeform 52">
              <a:extLst>
                <a:ext uri="{FF2B5EF4-FFF2-40B4-BE49-F238E27FC236}">
                  <a16:creationId xmlns:a16="http://schemas.microsoft.com/office/drawing/2014/main" id="{C38DEF87-6DAE-46DD-8B00-C173D9EEA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" y="1040"/>
              <a:ext cx="2639" cy="1885"/>
            </a:xfrm>
            <a:custGeom>
              <a:avLst/>
              <a:gdLst>
                <a:gd name="T0" fmla="*/ 11819 w 1055"/>
                <a:gd name="T1" fmla="*/ 10406 h 707"/>
                <a:gd name="T2" fmla="*/ 13790 w 1055"/>
                <a:gd name="T3" fmla="*/ 11331 h 707"/>
                <a:gd name="T4" fmla="*/ 15544 w 1055"/>
                <a:gd name="T5" fmla="*/ 10670 h 707"/>
                <a:gd name="T6" fmla="*/ 16137 w 1055"/>
                <a:gd name="T7" fmla="*/ 9476 h 707"/>
                <a:gd name="T8" fmla="*/ 16419 w 1055"/>
                <a:gd name="T9" fmla="*/ 8431 h 707"/>
                <a:gd name="T10" fmla="*/ 16462 w 1055"/>
                <a:gd name="T11" fmla="*/ 7487 h 707"/>
                <a:gd name="T12" fmla="*/ 16494 w 1055"/>
                <a:gd name="T13" fmla="*/ 6783 h 707"/>
                <a:gd name="T14" fmla="*/ 16169 w 1055"/>
                <a:gd name="T15" fmla="*/ 5252 h 707"/>
                <a:gd name="T16" fmla="*/ 15824 w 1055"/>
                <a:gd name="T17" fmla="*/ 4322 h 707"/>
                <a:gd name="T18" fmla="*/ 15261 w 1055"/>
                <a:gd name="T19" fmla="*/ 3093 h 707"/>
                <a:gd name="T20" fmla="*/ 14523 w 1055"/>
                <a:gd name="T21" fmla="*/ 2333 h 707"/>
                <a:gd name="T22" fmla="*/ 12239 w 1055"/>
                <a:gd name="T23" fmla="*/ 1045 h 707"/>
                <a:gd name="T24" fmla="*/ 10373 w 1055"/>
                <a:gd name="T25" fmla="*/ 491 h 707"/>
                <a:gd name="T26" fmla="*/ 9623 w 1055"/>
                <a:gd name="T27" fmla="*/ 149 h 707"/>
                <a:gd name="T28" fmla="*/ 8830 w 1055"/>
                <a:gd name="T29" fmla="*/ 264 h 707"/>
                <a:gd name="T30" fmla="*/ 7609 w 1055"/>
                <a:gd name="T31" fmla="*/ 264 h 707"/>
                <a:gd name="T32" fmla="*/ 6451 w 1055"/>
                <a:gd name="T33" fmla="*/ 605 h 707"/>
                <a:gd name="T34" fmla="*/ 4693 w 1055"/>
                <a:gd name="T35" fmla="*/ 875 h 707"/>
                <a:gd name="T36" fmla="*/ 2972 w 1055"/>
                <a:gd name="T37" fmla="*/ 2048 h 707"/>
                <a:gd name="T38" fmla="*/ 2176 w 1055"/>
                <a:gd name="T39" fmla="*/ 3525 h 707"/>
                <a:gd name="T40" fmla="*/ 1426 w 1055"/>
                <a:gd name="T41" fmla="*/ 4458 h 707"/>
                <a:gd name="T42" fmla="*/ 1051 w 1055"/>
                <a:gd name="T43" fmla="*/ 5140 h 707"/>
                <a:gd name="T44" fmla="*/ 438 w 1055"/>
                <a:gd name="T45" fmla="*/ 7543 h 707"/>
                <a:gd name="T46" fmla="*/ 458 w 1055"/>
                <a:gd name="T47" fmla="*/ 9569 h 707"/>
                <a:gd name="T48" fmla="*/ 2021 w 1055"/>
                <a:gd name="T49" fmla="*/ 12227 h 707"/>
                <a:gd name="T50" fmla="*/ 4443 w 1055"/>
                <a:gd name="T51" fmla="*/ 12568 h 707"/>
                <a:gd name="T52" fmla="*/ 6419 w 1055"/>
                <a:gd name="T53" fmla="*/ 12491 h 707"/>
                <a:gd name="T54" fmla="*/ 8685 w 1055"/>
                <a:gd name="T55" fmla="*/ 13038 h 707"/>
                <a:gd name="T56" fmla="*/ 11539 w 1055"/>
                <a:gd name="T57" fmla="*/ 12491 h 707"/>
                <a:gd name="T58" fmla="*/ 11819 w 1055"/>
                <a:gd name="T59" fmla="*/ 10406 h 70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055" h="707">
                  <a:moveTo>
                    <a:pt x="755" y="549"/>
                  </a:moveTo>
                  <a:cubicBezTo>
                    <a:pt x="787" y="576"/>
                    <a:pt x="847" y="599"/>
                    <a:pt x="881" y="598"/>
                  </a:cubicBezTo>
                  <a:cubicBezTo>
                    <a:pt x="917" y="596"/>
                    <a:pt x="965" y="588"/>
                    <a:pt x="993" y="563"/>
                  </a:cubicBezTo>
                  <a:cubicBezTo>
                    <a:pt x="1009" y="547"/>
                    <a:pt x="1019" y="520"/>
                    <a:pt x="1031" y="500"/>
                  </a:cubicBezTo>
                  <a:cubicBezTo>
                    <a:pt x="1041" y="483"/>
                    <a:pt x="1046" y="465"/>
                    <a:pt x="1049" y="445"/>
                  </a:cubicBezTo>
                  <a:cubicBezTo>
                    <a:pt x="1051" y="428"/>
                    <a:pt x="1054" y="412"/>
                    <a:pt x="1052" y="395"/>
                  </a:cubicBezTo>
                  <a:cubicBezTo>
                    <a:pt x="1051" y="383"/>
                    <a:pt x="1055" y="371"/>
                    <a:pt x="1054" y="358"/>
                  </a:cubicBezTo>
                  <a:cubicBezTo>
                    <a:pt x="1051" y="333"/>
                    <a:pt x="1045" y="301"/>
                    <a:pt x="1033" y="277"/>
                  </a:cubicBezTo>
                  <a:cubicBezTo>
                    <a:pt x="1025" y="260"/>
                    <a:pt x="1015" y="248"/>
                    <a:pt x="1011" y="228"/>
                  </a:cubicBezTo>
                  <a:cubicBezTo>
                    <a:pt x="1005" y="202"/>
                    <a:pt x="992" y="184"/>
                    <a:pt x="975" y="163"/>
                  </a:cubicBezTo>
                  <a:cubicBezTo>
                    <a:pt x="965" y="152"/>
                    <a:pt x="938" y="127"/>
                    <a:pt x="928" y="123"/>
                  </a:cubicBezTo>
                  <a:cubicBezTo>
                    <a:pt x="906" y="97"/>
                    <a:pt x="820" y="39"/>
                    <a:pt x="782" y="55"/>
                  </a:cubicBezTo>
                  <a:cubicBezTo>
                    <a:pt x="771" y="26"/>
                    <a:pt x="687" y="10"/>
                    <a:pt x="663" y="26"/>
                  </a:cubicBezTo>
                  <a:cubicBezTo>
                    <a:pt x="660" y="17"/>
                    <a:pt x="644" y="11"/>
                    <a:pt x="615" y="8"/>
                  </a:cubicBezTo>
                  <a:cubicBezTo>
                    <a:pt x="596" y="6"/>
                    <a:pt x="573" y="6"/>
                    <a:pt x="564" y="14"/>
                  </a:cubicBezTo>
                  <a:cubicBezTo>
                    <a:pt x="549" y="10"/>
                    <a:pt x="504" y="0"/>
                    <a:pt x="486" y="14"/>
                  </a:cubicBezTo>
                  <a:cubicBezTo>
                    <a:pt x="466" y="0"/>
                    <a:pt x="422" y="16"/>
                    <a:pt x="412" y="32"/>
                  </a:cubicBezTo>
                  <a:cubicBezTo>
                    <a:pt x="396" y="12"/>
                    <a:pt x="344" y="22"/>
                    <a:pt x="300" y="46"/>
                  </a:cubicBezTo>
                  <a:cubicBezTo>
                    <a:pt x="265" y="65"/>
                    <a:pt x="227" y="80"/>
                    <a:pt x="190" y="108"/>
                  </a:cubicBezTo>
                  <a:cubicBezTo>
                    <a:pt x="154" y="135"/>
                    <a:pt x="119" y="172"/>
                    <a:pt x="139" y="186"/>
                  </a:cubicBezTo>
                  <a:cubicBezTo>
                    <a:pt x="110" y="195"/>
                    <a:pt x="107" y="206"/>
                    <a:pt x="91" y="235"/>
                  </a:cubicBezTo>
                  <a:cubicBezTo>
                    <a:pt x="74" y="265"/>
                    <a:pt x="67" y="271"/>
                    <a:pt x="67" y="271"/>
                  </a:cubicBezTo>
                  <a:cubicBezTo>
                    <a:pt x="47" y="288"/>
                    <a:pt x="20" y="375"/>
                    <a:pt x="28" y="398"/>
                  </a:cubicBezTo>
                  <a:cubicBezTo>
                    <a:pt x="15" y="413"/>
                    <a:pt x="0" y="493"/>
                    <a:pt x="29" y="505"/>
                  </a:cubicBezTo>
                  <a:cubicBezTo>
                    <a:pt x="28" y="537"/>
                    <a:pt x="66" y="635"/>
                    <a:pt x="129" y="645"/>
                  </a:cubicBezTo>
                  <a:cubicBezTo>
                    <a:pt x="199" y="657"/>
                    <a:pt x="241" y="655"/>
                    <a:pt x="284" y="663"/>
                  </a:cubicBezTo>
                  <a:cubicBezTo>
                    <a:pt x="327" y="670"/>
                    <a:pt x="399" y="669"/>
                    <a:pt x="410" y="659"/>
                  </a:cubicBezTo>
                  <a:cubicBezTo>
                    <a:pt x="428" y="675"/>
                    <a:pt x="536" y="700"/>
                    <a:pt x="555" y="688"/>
                  </a:cubicBezTo>
                  <a:cubicBezTo>
                    <a:pt x="593" y="699"/>
                    <a:pt x="699" y="707"/>
                    <a:pt x="737" y="659"/>
                  </a:cubicBezTo>
                  <a:cubicBezTo>
                    <a:pt x="761" y="629"/>
                    <a:pt x="780" y="577"/>
                    <a:pt x="755" y="549"/>
                  </a:cubicBezTo>
                  <a:close/>
                </a:path>
              </a:pathLst>
            </a:custGeom>
            <a:solidFill>
              <a:srgbClr val="F6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02" name="Oval 53">
              <a:extLst>
                <a:ext uri="{FF2B5EF4-FFF2-40B4-BE49-F238E27FC236}">
                  <a16:creationId xmlns:a16="http://schemas.microsoft.com/office/drawing/2014/main" id="{0971D78C-00A5-4229-B78E-0804E19C3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" y="1109"/>
              <a:ext cx="1945" cy="1651"/>
            </a:xfrm>
            <a:prstGeom prst="ellipse">
              <a:avLst/>
            </a:prstGeom>
            <a:solidFill>
              <a:srgbClr val="F6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03" name="Oval 54">
              <a:extLst>
                <a:ext uri="{FF2B5EF4-FFF2-40B4-BE49-F238E27FC236}">
                  <a16:creationId xmlns:a16="http://schemas.microsoft.com/office/drawing/2014/main" id="{053E6784-FF73-4029-AE76-3AF6A42F6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" y="1115"/>
              <a:ext cx="1930" cy="1637"/>
            </a:xfrm>
            <a:prstGeom prst="ellipse">
              <a:avLst/>
            </a:prstGeom>
            <a:solidFill>
              <a:srgbClr val="F6D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04" name="Oval 55">
              <a:extLst>
                <a:ext uri="{FF2B5EF4-FFF2-40B4-BE49-F238E27FC236}">
                  <a16:creationId xmlns:a16="http://schemas.microsoft.com/office/drawing/2014/main" id="{E884DED1-50BC-4AEC-862B-C41C21742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" y="1120"/>
              <a:ext cx="1916" cy="1624"/>
            </a:xfrm>
            <a:prstGeom prst="ellipse">
              <a:avLst/>
            </a:prstGeom>
            <a:solidFill>
              <a:srgbClr val="F6D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05" name="Oval 56">
              <a:extLst>
                <a:ext uri="{FF2B5EF4-FFF2-40B4-BE49-F238E27FC236}">
                  <a16:creationId xmlns:a16="http://schemas.microsoft.com/office/drawing/2014/main" id="{2FEEC27C-E74D-43D2-B070-90E528D14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" y="1125"/>
              <a:ext cx="1901" cy="1614"/>
            </a:xfrm>
            <a:prstGeom prst="ellipse">
              <a:avLst/>
            </a:prstGeom>
            <a:solidFill>
              <a:srgbClr val="F6D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06" name="Oval 57">
              <a:extLst>
                <a:ext uri="{FF2B5EF4-FFF2-40B4-BE49-F238E27FC236}">
                  <a16:creationId xmlns:a16="http://schemas.microsoft.com/office/drawing/2014/main" id="{97E359D2-CA29-4D3E-8F91-48662170E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" y="1131"/>
              <a:ext cx="1888" cy="1600"/>
            </a:xfrm>
            <a:prstGeom prst="ellipse">
              <a:avLst/>
            </a:prstGeom>
            <a:solidFill>
              <a:srgbClr val="F6D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07" name="Oval 58">
              <a:extLst>
                <a:ext uri="{FF2B5EF4-FFF2-40B4-BE49-F238E27FC236}">
                  <a16:creationId xmlns:a16="http://schemas.microsoft.com/office/drawing/2014/main" id="{505BC58B-930A-4742-A61D-F8C18D2E2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1136"/>
              <a:ext cx="1870" cy="1587"/>
            </a:xfrm>
            <a:prstGeom prst="ellipse">
              <a:avLst/>
            </a:prstGeom>
            <a:solidFill>
              <a:srgbClr val="F6D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08" name="Oval 59">
              <a:extLst>
                <a:ext uri="{FF2B5EF4-FFF2-40B4-BE49-F238E27FC236}">
                  <a16:creationId xmlns:a16="http://schemas.microsoft.com/office/drawing/2014/main" id="{0A3A7AF6-212D-4935-9F86-B919233AC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1139"/>
              <a:ext cx="1858" cy="1576"/>
            </a:xfrm>
            <a:prstGeom prst="ellipse">
              <a:avLst/>
            </a:prstGeom>
            <a:solidFill>
              <a:srgbClr val="F6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09" name="Oval 60">
              <a:extLst>
                <a:ext uri="{FF2B5EF4-FFF2-40B4-BE49-F238E27FC236}">
                  <a16:creationId xmlns:a16="http://schemas.microsoft.com/office/drawing/2014/main" id="{6805016E-3823-4E2F-A2A5-8968C0351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" y="1144"/>
              <a:ext cx="1843" cy="1563"/>
            </a:xfrm>
            <a:prstGeom prst="ellipse">
              <a:avLst/>
            </a:prstGeom>
            <a:solidFill>
              <a:srgbClr val="F6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10" name="Oval 61">
              <a:extLst>
                <a:ext uri="{FF2B5EF4-FFF2-40B4-BE49-F238E27FC236}">
                  <a16:creationId xmlns:a16="http://schemas.microsoft.com/office/drawing/2014/main" id="{C7291FD9-16BD-4538-AC5B-9601FA8F4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3" y="1149"/>
              <a:ext cx="1828" cy="1552"/>
            </a:xfrm>
            <a:prstGeom prst="ellipse">
              <a:avLst/>
            </a:prstGeom>
            <a:solidFill>
              <a:srgbClr val="F6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11" name="Oval 62">
              <a:extLst>
                <a:ext uri="{FF2B5EF4-FFF2-40B4-BE49-F238E27FC236}">
                  <a16:creationId xmlns:a16="http://schemas.microsoft.com/office/drawing/2014/main" id="{72CA165F-BD1A-48C4-8918-D63D244F3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" y="1155"/>
              <a:ext cx="1813" cy="1538"/>
            </a:xfrm>
            <a:prstGeom prst="ellipse">
              <a:avLst/>
            </a:prstGeom>
            <a:solidFill>
              <a:srgbClr val="F6DD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12" name="Oval 63">
              <a:extLst>
                <a:ext uri="{FF2B5EF4-FFF2-40B4-BE49-F238E27FC236}">
                  <a16:creationId xmlns:a16="http://schemas.microsoft.com/office/drawing/2014/main" id="{BFA258F5-1597-4830-BDE0-40AAA1080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" y="1160"/>
              <a:ext cx="1801" cy="1525"/>
            </a:xfrm>
            <a:prstGeom prst="ellipse">
              <a:avLst/>
            </a:prstGeom>
            <a:solidFill>
              <a:srgbClr val="F6DD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13" name="Oval 64">
              <a:extLst>
                <a:ext uri="{FF2B5EF4-FFF2-40B4-BE49-F238E27FC236}">
                  <a16:creationId xmlns:a16="http://schemas.microsoft.com/office/drawing/2014/main" id="{42904313-EB71-48A0-9911-C47F0C707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" y="1165"/>
              <a:ext cx="1783" cy="1512"/>
            </a:xfrm>
            <a:prstGeom prst="ellipse">
              <a:avLst/>
            </a:prstGeom>
            <a:solidFill>
              <a:srgbClr val="F6D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14" name="Oval 65">
              <a:extLst>
                <a:ext uri="{FF2B5EF4-FFF2-40B4-BE49-F238E27FC236}">
                  <a16:creationId xmlns:a16="http://schemas.microsoft.com/office/drawing/2014/main" id="{392B0C6A-8334-4D14-99C7-95D1B6C25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" y="1168"/>
              <a:ext cx="1770" cy="1501"/>
            </a:xfrm>
            <a:prstGeom prst="ellipse">
              <a:avLst/>
            </a:prstGeom>
            <a:solidFill>
              <a:srgbClr val="F6D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15" name="Oval 66">
              <a:extLst>
                <a:ext uri="{FF2B5EF4-FFF2-40B4-BE49-F238E27FC236}">
                  <a16:creationId xmlns:a16="http://schemas.microsoft.com/office/drawing/2014/main" id="{92184A33-E2CF-456F-8A5F-F6FE8C814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" y="1173"/>
              <a:ext cx="1755" cy="1488"/>
            </a:xfrm>
            <a:prstGeom prst="ellipse">
              <a:avLst/>
            </a:prstGeom>
            <a:solidFill>
              <a:srgbClr val="F6D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16" name="Oval 67">
              <a:extLst>
                <a:ext uri="{FF2B5EF4-FFF2-40B4-BE49-F238E27FC236}">
                  <a16:creationId xmlns:a16="http://schemas.microsoft.com/office/drawing/2014/main" id="{118284C0-50CC-440C-9CB7-617F1FAFE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" y="1179"/>
              <a:ext cx="1737" cy="1477"/>
            </a:xfrm>
            <a:prstGeom prst="ellipse">
              <a:avLst/>
            </a:prstGeom>
            <a:solidFill>
              <a:srgbClr val="F6D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17" name="Oval 68">
              <a:extLst>
                <a:ext uri="{FF2B5EF4-FFF2-40B4-BE49-F238E27FC236}">
                  <a16:creationId xmlns:a16="http://schemas.microsoft.com/office/drawing/2014/main" id="{B77399DE-2331-4073-800E-D7DF49C92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" y="1184"/>
              <a:ext cx="1725" cy="1464"/>
            </a:xfrm>
            <a:prstGeom prst="ellipse">
              <a:avLst/>
            </a:prstGeom>
            <a:solidFill>
              <a:srgbClr val="F6D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18" name="Oval 69">
              <a:extLst>
                <a:ext uri="{FF2B5EF4-FFF2-40B4-BE49-F238E27FC236}">
                  <a16:creationId xmlns:a16="http://schemas.microsoft.com/office/drawing/2014/main" id="{00775E37-CF4A-4D6B-8123-7746AE7EC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" y="1189"/>
              <a:ext cx="1710" cy="1451"/>
            </a:xfrm>
            <a:prstGeom prst="ellipse">
              <a:avLst/>
            </a:prstGeom>
            <a:solidFill>
              <a:srgbClr val="F6D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19" name="Oval 70">
              <a:extLst>
                <a:ext uri="{FF2B5EF4-FFF2-40B4-BE49-F238E27FC236}">
                  <a16:creationId xmlns:a16="http://schemas.microsoft.com/office/drawing/2014/main" id="{87905740-6919-47A1-B0FD-A3D47B627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" y="1195"/>
              <a:ext cx="1695" cy="1437"/>
            </a:xfrm>
            <a:prstGeom prst="ellipse">
              <a:avLst/>
            </a:prstGeom>
            <a:solidFill>
              <a:srgbClr val="F6D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20" name="Oval 71">
              <a:extLst>
                <a:ext uri="{FF2B5EF4-FFF2-40B4-BE49-F238E27FC236}">
                  <a16:creationId xmlns:a16="http://schemas.microsoft.com/office/drawing/2014/main" id="{58F42FD8-BD34-4B18-8C4C-BB95BF5E5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" y="1197"/>
              <a:ext cx="1680" cy="1427"/>
            </a:xfrm>
            <a:prstGeom prst="ellipse">
              <a:avLst/>
            </a:prstGeom>
            <a:solidFill>
              <a:srgbClr val="F6D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21" name="Oval 72">
              <a:extLst>
                <a:ext uri="{FF2B5EF4-FFF2-40B4-BE49-F238E27FC236}">
                  <a16:creationId xmlns:a16="http://schemas.microsoft.com/office/drawing/2014/main" id="{69E566A1-6759-4B5F-9DE7-1B2CAEB1E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1203"/>
              <a:ext cx="1668" cy="1416"/>
            </a:xfrm>
            <a:prstGeom prst="ellipse">
              <a:avLst/>
            </a:prstGeom>
            <a:solidFill>
              <a:srgbClr val="F7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22" name="Oval 73">
              <a:extLst>
                <a:ext uri="{FF2B5EF4-FFF2-40B4-BE49-F238E27FC236}">
                  <a16:creationId xmlns:a16="http://schemas.microsoft.com/office/drawing/2014/main" id="{D4D9221D-7CBE-4A10-957B-720CBEDD5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" y="1208"/>
              <a:ext cx="1650" cy="1403"/>
            </a:xfrm>
            <a:prstGeom prst="ellipse">
              <a:avLst/>
            </a:prstGeom>
            <a:solidFill>
              <a:srgbClr val="F7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23" name="Oval 74">
              <a:extLst>
                <a:ext uri="{FF2B5EF4-FFF2-40B4-BE49-F238E27FC236}">
                  <a16:creationId xmlns:a16="http://schemas.microsoft.com/office/drawing/2014/main" id="{58B92F38-8F8C-4B7E-94F6-0175255D3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1213"/>
              <a:ext cx="1637" cy="1390"/>
            </a:xfrm>
            <a:prstGeom prst="ellipse">
              <a:avLst/>
            </a:prstGeom>
            <a:solidFill>
              <a:srgbClr val="F7D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24" name="Oval 75">
              <a:extLst>
                <a:ext uri="{FF2B5EF4-FFF2-40B4-BE49-F238E27FC236}">
                  <a16:creationId xmlns:a16="http://schemas.microsoft.com/office/drawing/2014/main" id="{11402C47-CCE4-4679-A7AC-177BF99BA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" y="1219"/>
              <a:ext cx="1622" cy="1376"/>
            </a:xfrm>
            <a:prstGeom prst="ellipse">
              <a:avLst/>
            </a:prstGeom>
            <a:solidFill>
              <a:srgbClr val="F7DE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25" name="Oval 76">
              <a:extLst>
                <a:ext uri="{FF2B5EF4-FFF2-40B4-BE49-F238E27FC236}">
                  <a16:creationId xmlns:a16="http://schemas.microsoft.com/office/drawing/2014/main" id="{69F9315F-9034-404D-A35F-C71F3E3AE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" y="1224"/>
              <a:ext cx="1610" cy="1363"/>
            </a:xfrm>
            <a:prstGeom prst="ellipse">
              <a:avLst/>
            </a:prstGeom>
            <a:solidFill>
              <a:srgbClr val="F7DE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26" name="Oval 77">
              <a:extLst>
                <a:ext uri="{FF2B5EF4-FFF2-40B4-BE49-F238E27FC236}">
                  <a16:creationId xmlns:a16="http://schemas.microsoft.com/office/drawing/2014/main" id="{B6EAD4C3-4A04-4EA2-9B1C-52ED3AC1E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" y="1227"/>
              <a:ext cx="1593" cy="1352"/>
            </a:xfrm>
            <a:prstGeom prst="ellipse">
              <a:avLst/>
            </a:prstGeom>
            <a:solidFill>
              <a:srgbClr val="F7D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27" name="Oval 78">
              <a:extLst>
                <a:ext uri="{FF2B5EF4-FFF2-40B4-BE49-F238E27FC236}">
                  <a16:creationId xmlns:a16="http://schemas.microsoft.com/office/drawing/2014/main" id="{8F7C5186-03B3-4919-92A4-B96395451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232"/>
              <a:ext cx="1580" cy="1341"/>
            </a:xfrm>
            <a:prstGeom prst="ellipse">
              <a:avLst/>
            </a:pr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28" name="Oval 79">
              <a:extLst>
                <a:ext uri="{FF2B5EF4-FFF2-40B4-BE49-F238E27FC236}">
                  <a16:creationId xmlns:a16="http://schemas.microsoft.com/office/drawing/2014/main" id="{33231116-5488-43A8-8205-002887B7E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" y="1237"/>
              <a:ext cx="1565" cy="1328"/>
            </a:xfrm>
            <a:prstGeom prst="ellipse">
              <a:avLst/>
            </a:prstGeom>
            <a:solidFill>
              <a:srgbClr val="F7D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29" name="Oval 80">
              <a:extLst>
                <a:ext uri="{FF2B5EF4-FFF2-40B4-BE49-F238E27FC236}">
                  <a16:creationId xmlns:a16="http://schemas.microsoft.com/office/drawing/2014/main" id="{B1CFD8FD-A552-4C4B-B3F3-AAD1DCA4C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243"/>
              <a:ext cx="1550" cy="1314"/>
            </a:xfrm>
            <a:prstGeom prst="ellipse">
              <a:avLst/>
            </a:prstGeom>
            <a:solidFill>
              <a:srgbClr val="F7D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30" name="Oval 81">
              <a:extLst>
                <a:ext uri="{FF2B5EF4-FFF2-40B4-BE49-F238E27FC236}">
                  <a16:creationId xmlns:a16="http://schemas.microsoft.com/office/drawing/2014/main" id="{FBBDA995-D212-469A-A126-E55BA33E9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" y="1248"/>
              <a:ext cx="1535" cy="1301"/>
            </a:xfrm>
            <a:prstGeom prst="ellipse">
              <a:avLst/>
            </a:prstGeom>
            <a:solidFill>
              <a:srgbClr val="F7D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31" name="Oval 82">
              <a:extLst>
                <a:ext uri="{FF2B5EF4-FFF2-40B4-BE49-F238E27FC236}">
                  <a16:creationId xmlns:a16="http://schemas.microsoft.com/office/drawing/2014/main" id="{EC4AE21E-CBBF-4C67-9E76-1953D6B47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" y="1253"/>
              <a:ext cx="1520" cy="1288"/>
            </a:xfrm>
            <a:prstGeom prst="ellipse">
              <a:avLst/>
            </a:prstGeom>
            <a:solidFill>
              <a:srgbClr val="F7D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32" name="Oval 83">
              <a:extLst>
                <a:ext uri="{FF2B5EF4-FFF2-40B4-BE49-F238E27FC236}">
                  <a16:creationId xmlns:a16="http://schemas.microsoft.com/office/drawing/2014/main" id="{1599618F-646A-4F47-9287-5EE61B4ED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" y="1259"/>
              <a:ext cx="1505" cy="1274"/>
            </a:xfrm>
            <a:prstGeom prst="ellipse">
              <a:avLst/>
            </a:prstGeom>
            <a:solidFill>
              <a:srgbClr val="F7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33" name="Oval 84">
              <a:extLst>
                <a:ext uri="{FF2B5EF4-FFF2-40B4-BE49-F238E27FC236}">
                  <a16:creationId xmlns:a16="http://schemas.microsoft.com/office/drawing/2014/main" id="{2202027D-F4EE-41D4-BF2A-D1CC17F7F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" y="1261"/>
              <a:ext cx="1490" cy="1267"/>
            </a:xfrm>
            <a:prstGeom prst="ellipse">
              <a:avLst/>
            </a:prstGeom>
            <a:solidFill>
              <a:srgbClr val="F7D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34" name="Oval 85">
              <a:extLst>
                <a:ext uri="{FF2B5EF4-FFF2-40B4-BE49-F238E27FC236}">
                  <a16:creationId xmlns:a16="http://schemas.microsoft.com/office/drawing/2014/main" id="{11A8C096-C585-4E7F-AB64-C0B331186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" y="1267"/>
              <a:ext cx="1478" cy="1253"/>
            </a:xfrm>
            <a:prstGeom prst="ellipse">
              <a:avLst/>
            </a:prstGeom>
            <a:solidFill>
              <a:srgbClr val="F7D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35" name="Oval 86">
              <a:extLst>
                <a:ext uri="{FF2B5EF4-FFF2-40B4-BE49-F238E27FC236}">
                  <a16:creationId xmlns:a16="http://schemas.microsoft.com/office/drawing/2014/main" id="{91405E07-E07D-4A9E-84E8-D74F34C1E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" y="1272"/>
              <a:ext cx="1460" cy="1240"/>
            </a:xfrm>
            <a:prstGeom prst="ellipse">
              <a:avLst/>
            </a:prstGeom>
            <a:solidFill>
              <a:srgbClr val="F7D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36" name="Oval 87">
              <a:extLst>
                <a:ext uri="{FF2B5EF4-FFF2-40B4-BE49-F238E27FC236}">
                  <a16:creationId xmlns:a16="http://schemas.microsoft.com/office/drawing/2014/main" id="{56427D87-4E84-49E1-A7A5-5841E02CE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" y="1277"/>
              <a:ext cx="1447" cy="1227"/>
            </a:xfrm>
            <a:prstGeom prst="ellipse">
              <a:avLst/>
            </a:prstGeom>
            <a:solidFill>
              <a:srgbClr val="F7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37" name="Oval 88">
              <a:extLst>
                <a:ext uri="{FF2B5EF4-FFF2-40B4-BE49-F238E27FC236}">
                  <a16:creationId xmlns:a16="http://schemas.microsoft.com/office/drawing/2014/main" id="{DF3C6947-BB08-46D5-B89E-55D77C77E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" y="1283"/>
              <a:ext cx="1432" cy="1213"/>
            </a:xfrm>
            <a:prstGeom prst="ellipse">
              <a:avLst/>
            </a:prstGeom>
            <a:solidFill>
              <a:srgbClr val="F7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38" name="Oval 89">
              <a:extLst>
                <a:ext uri="{FF2B5EF4-FFF2-40B4-BE49-F238E27FC236}">
                  <a16:creationId xmlns:a16="http://schemas.microsoft.com/office/drawing/2014/main" id="{B2AD9894-9B0D-4732-AC5C-6FD76230F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" y="1288"/>
              <a:ext cx="1418" cy="1203"/>
            </a:xfrm>
            <a:prstGeom prst="ellipse">
              <a:avLst/>
            </a:prstGeom>
            <a:solidFill>
              <a:srgbClr val="F7DE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39" name="Oval 90">
              <a:extLst>
                <a:ext uri="{FF2B5EF4-FFF2-40B4-BE49-F238E27FC236}">
                  <a16:creationId xmlns:a16="http://schemas.microsoft.com/office/drawing/2014/main" id="{DD1266E8-44C9-4809-A970-DD7BB7DA1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" y="1291"/>
              <a:ext cx="1403" cy="1192"/>
            </a:xfrm>
            <a:prstGeom prst="ellipse">
              <a:avLst/>
            </a:prstGeom>
            <a:solidFill>
              <a:srgbClr val="F7D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40" name="Oval 91">
              <a:extLst>
                <a:ext uri="{FF2B5EF4-FFF2-40B4-BE49-F238E27FC236}">
                  <a16:creationId xmlns:a16="http://schemas.microsoft.com/office/drawing/2014/main" id="{B27C8977-C3D4-4692-A2E5-7C10187DC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" y="1296"/>
              <a:ext cx="1390" cy="1179"/>
            </a:xfrm>
            <a:prstGeom prst="ellipse">
              <a:avLst/>
            </a:prstGeom>
            <a:solidFill>
              <a:srgbClr val="F7D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41" name="Oval 92">
              <a:extLst>
                <a:ext uri="{FF2B5EF4-FFF2-40B4-BE49-F238E27FC236}">
                  <a16:creationId xmlns:a16="http://schemas.microsoft.com/office/drawing/2014/main" id="{F4F76FB8-D0F5-4719-A789-7917F172C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" y="1301"/>
              <a:ext cx="1372" cy="1166"/>
            </a:xfrm>
            <a:prstGeom prst="ellipse">
              <a:avLst/>
            </a:prstGeom>
            <a:solidFill>
              <a:srgbClr val="F7DE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42" name="Oval 93">
              <a:extLst>
                <a:ext uri="{FF2B5EF4-FFF2-40B4-BE49-F238E27FC236}">
                  <a16:creationId xmlns:a16="http://schemas.microsoft.com/office/drawing/2014/main" id="{75F3252C-F2D4-4FB5-B30F-78E0A717E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" y="1307"/>
              <a:ext cx="1360" cy="1152"/>
            </a:xfrm>
            <a:prstGeom prst="ellipse">
              <a:avLst/>
            </a:prstGeom>
            <a:solidFill>
              <a:srgbClr val="F7D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43" name="Oval 94">
              <a:extLst>
                <a:ext uri="{FF2B5EF4-FFF2-40B4-BE49-F238E27FC236}">
                  <a16:creationId xmlns:a16="http://schemas.microsoft.com/office/drawing/2014/main" id="{9FBD0D35-4F20-495A-A1A2-5C99059AE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312"/>
              <a:ext cx="1345" cy="1139"/>
            </a:xfrm>
            <a:prstGeom prst="ellipse">
              <a:avLst/>
            </a:prstGeom>
            <a:solidFill>
              <a:srgbClr val="F7D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44" name="Oval 95">
              <a:extLst>
                <a:ext uri="{FF2B5EF4-FFF2-40B4-BE49-F238E27FC236}">
                  <a16:creationId xmlns:a16="http://schemas.microsoft.com/office/drawing/2014/main" id="{243422CF-E322-453A-8126-F59DF7BFA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1" y="1317"/>
              <a:ext cx="1330" cy="1128"/>
            </a:xfrm>
            <a:prstGeom prst="ellipse">
              <a:avLst/>
            </a:prstGeom>
            <a:solidFill>
              <a:srgbClr val="F7D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45" name="Oval 96">
              <a:extLst>
                <a:ext uri="{FF2B5EF4-FFF2-40B4-BE49-F238E27FC236}">
                  <a16:creationId xmlns:a16="http://schemas.microsoft.com/office/drawing/2014/main" id="{CCD00ACD-9C6B-45CF-B9FA-5EBDF8DB5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6" y="1320"/>
              <a:ext cx="1315" cy="1117"/>
            </a:xfrm>
            <a:prstGeom prst="ellipse">
              <a:avLst/>
            </a:prstGeom>
            <a:solidFill>
              <a:srgbClr val="F8D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46" name="Oval 97">
              <a:extLst>
                <a:ext uri="{FF2B5EF4-FFF2-40B4-BE49-F238E27FC236}">
                  <a16:creationId xmlns:a16="http://schemas.microsoft.com/office/drawing/2014/main" id="{FB547C96-96B2-4D77-8CEF-5B58299CB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" y="1325"/>
              <a:ext cx="1300" cy="1104"/>
            </a:xfrm>
            <a:prstGeom prst="ellipse">
              <a:avLst/>
            </a:prstGeom>
            <a:solidFill>
              <a:srgbClr val="F8D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47" name="Oval 98">
              <a:extLst>
                <a:ext uri="{FF2B5EF4-FFF2-40B4-BE49-F238E27FC236}">
                  <a16:creationId xmlns:a16="http://schemas.microsoft.com/office/drawing/2014/main" id="{37C0A269-6AA1-410F-914E-F307324DF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" y="1331"/>
              <a:ext cx="1285" cy="1090"/>
            </a:xfrm>
            <a:prstGeom prst="ellipse">
              <a:avLst/>
            </a:prstGeom>
            <a:solidFill>
              <a:srgbClr val="F8D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48" name="Oval 99">
              <a:extLst>
                <a:ext uri="{FF2B5EF4-FFF2-40B4-BE49-F238E27FC236}">
                  <a16:creationId xmlns:a16="http://schemas.microsoft.com/office/drawing/2014/main" id="{9BDA7BAF-A8F9-4AF8-9C03-7F10AB0EF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4" y="1336"/>
              <a:ext cx="1270" cy="1077"/>
            </a:xfrm>
            <a:prstGeom prst="ellipse">
              <a:avLst/>
            </a:prstGeom>
            <a:solidFill>
              <a:srgbClr val="F8DE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49" name="Oval 100">
              <a:extLst>
                <a:ext uri="{FF2B5EF4-FFF2-40B4-BE49-F238E27FC236}">
                  <a16:creationId xmlns:a16="http://schemas.microsoft.com/office/drawing/2014/main" id="{A12D758C-A58A-48A9-8780-8ED15B4E7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" y="1341"/>
              <a:ext cx="1257" cy="1067"/>
            </a:xfrm>
            <a:prstGeom prst="ellipse">
              <a:avLst/>
            </a:prstGeom>
            <a:solidFill>
              <a:srgbClr val="F8D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50" name="Oval 101">
              <a:extLst>
                <a:ext uri="{FF2B5EF4-FFF2-40B4-BE49-F238E27FC236}">
                  <a16:creationId xmlns:a16="http://schemas.microsoft.com/office/drawing/2014/main" id="{629D62D9-8DF7-49F5-999C-87FD30E042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6" y="1347"/>
              <a:ext cx="1240" cy="1053"/>
            </a:xfrm>
            <a:prstGeom prst="ellipse">
              <a:avLst/>
            </a:prstGeom>
            <a:solidFill>
              <a:srgbClr val="F8D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51" name="Oval 102">
              <a:extLst>
                <a:ext uri="{FF2B5EF4-FFF2-40B4-BE49-F238E27FC236}">
                  <a16:creationId xmlns:a16="http://schemas.microsoft.com/office/drawing/2014/main" id="{441AAD70-A239-44E1-A97B-ED6DF7095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1" y="1349"/>
              <a:ext cx="1228" cy="1043"/>
            </a:xfrm>
            <a:prstGeom prst="ellipse">
              <a:avLst/>
            </a:prstGeom>
            <a:solidFill>
              <a:srgbClr val="F8D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52" name="Oval 103">
              <a:extLst>
                <a:ext uri="{FF2B5EF4-FFF2-40B4-BE49-F238E27FC236}">
                  <a16:creationId xmlns:a16="http://schemas.microsoft.com/office/drawing/2014/main" id="{CB701EEC-0034-4F97-A905-A178916F8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1355"/>
              <a:ext cx="1213" cy="1029"/>
            </a:xfrm>
            <a:prstGeom prst="ellipse">
              <a:avLst/>
            </a:prstGeom>
            <a:solidFill>
              <a:srgbClr val="F8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53" name="Oval 104">
              <a:extLst>
                <a:ext uri="{FF2B5EF4-FFF2-40B4-BE49-F238E27FC236}">
                  <a16:creationId xmlns:a16="http://schemas.microsoft.com/office/drawing/2014/main" id="{29A63929-93D9-46C1-AE64-F1B998CB8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1360"/>
              <a:ext cx="1200" cy="1016"/>
            </a:xfrm>
            <a:prstGeom prst="ellipse">
              <a:avLst/>
            </a:prstGeom>
            <a:solidFill>
              <a:srgbClr val="F8D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54" name="Oval 105">
              <a:extLst>
                <a:ext uri="{FF2B5EF4-FFF2-40B4-BE49-F238E27FC236}">
                  <a16:creationId xmlns:a16="http://schemas.microsoft.com/office/drawing/2014/main" id="{4CEE8228-255D-4432-8859-DC8710225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1365"/>
              <a:ext cx="1182" cy="1003"/>
            </a:xfrm>
            <a:prstGeom prst="ellipse">
              <a:avLst/>
            </a:prstGeom>
            <a:solidFill>
              <a:srgbClr val="F8D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55" name="Oval 106">
              <a:extLst>
                <a:ext uri="{FF2B5EF4-FFF2-40B4-BE49-F238E27FC236}">
                  <a16:creationId xmlns:a16="http://schemas.microsoft.com/office/drawing/2014/main" id="{28510E9E-17ED-4379-B449-C031B3837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4" y="1371"/>
              <a:ext cx="1170" cy="992"/>
            </a:xfrm>
            <a:prstGeom prst="ellipse">
              <a:avLst/>
            </a:prstGeom>
            <a:solidFill>
              <a:srgbClr val="F8DF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56" name="Oval 107">
              <a:extLst>
                <a:ext uri="{FF2B5EF4-FFF2-40B4-BE49-F238E27FC236}">
                  <a16:creationId xmlns:a16="http://schemas.microsoft.com/office/drawing/2014/main" id="{47701C97-ADBA-4A25-9812-946C36BB9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" y="1376"/>
              <a:ext cx="1155" cy="979"/>
            </a:xfrm>
            <a:prstGeom prst="ellipse">
              <a:avLst/>
            </a:prstGeom>
            <a:solidFill>
              <a:srgbClr val="F8D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57" name="Oval 108">
              <a:extLst>
                <a:ext uri="{FF2B5EF4-FFF2-40B4-BE49-F238E27FC236}">
                  <a16:creationId xmlns:a16="http://schemas.microsoft.com/office/drawing/2014/main" id="{20DB8E20-531A-4680-97DE-8F15E221E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" y="1379"/>
              <a:ext cx="1140" cy="968"/>
            </a:xfrm>
            <a:prstGeom prst="ellipse">
              <a:avLst/>
            </a:prstGeom>
            <a:solidFill>
              <a:srgbClr val="F8D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58" name="Oval 109">
              <a:extLst>
                <a:ext uri="{FF2B5EF4-FFF2-40B4-BE49-F238E27FC236}">
                  <a16:creationId xmlns:a16="http://schemas.microsoft.com/office/drawing/2014/main" id="{4B5F0E69-71C2-4088-B09F-E0932E211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1" y="1384"/>
              <a:ext cx="1125" cy="955"/>
            </a:xfrm>
            <a:prstGeom prst="ellipse">
              <a:avLst/>
            </a:prstGeom>
            <a:solidFill>
              <a:srgbClr val="F8D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59" name="Oval 110">
              <a:extLst>
                <a:ext uri="{FF2B5EF4-FFF2-40B4-BE49-F238E27FC236}">
                  <a16:creationId xmlns:a16="http://schemas.microsoft.com/office/drawing/2014/main" id="{0FE10806-7746-412A-8852-457E19D21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" y="1389"/>
              <a:ext cx="1110" cy="942"/>
            </a:xfrm>
            <a:prstGeom prst="ellipse">
              <a:avLst/>
            </a:prstGeom>
            <a:solidFill>
              <a:srgbClr val="F8D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60" name="Oval 111">
              <a:extLst>
                <a:ext uri="{FF2B5EF4-FFF2-40B4-BE49-F238E27FC236}">
                  <a16:creationId xmlns:a16="http://schemas.microsoft.com/office/drawing/2014/main" id="{303B465D-3C99-4E06-8317-36E64E4A0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" y="1395"/>
              <a:ext cx="1095" cy="930"/>
            </a:xfrm>
            <a:prstGeom prst="ellipse">
              <a:avLst/>
            </a:prstGeom>
            <a:solidFill>
              <a:srgbClr val="F8D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61" name="Oval 112">
              <a:extLst>
                <a:ext uri="{FF2B5EF4-FFF2-40B4-BE49-F238E27FC236}">
                  <a16:creationId xmlns:a16="http://schemas.microsoft.com/office/drawing/2014/main" id="{F4033F06-9223-4178-8AC0-CC7683A80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1400"/>
              <a:ext cx="1080" cy="917"/>
            </a:xfrm>
            <a:prstGeom prst="ellipse">
              <a:avLst/>
            </a:prstGeom>
            <a:solidFill>
              <a:srgbClr val="F8D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62" name="Oval 113">
              <a:extLst>
                <a:ext uri="{FF2B5EF4-FFF2-40B4-BE49-F238E27FC236}">
                  <a16:creationId xmlns:a16="http://schemas.microsoft.com/office/drawing/2014/main" id="{B74287AE-205E-4010-9D21-91705EFC6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4" y="1405"/>
              <a:ext cx="1067" cy="904"/>
            </a:xfrm>
            <a:prstGeom prst="ellipse">
              <a:avLst/>
            </a:prstGeom>
            <a:solidFill>
              <a:srgbClr val="F8DF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63" name="Oval 114">
              <a:extLst>
                <a:ext uri="{FF2B5EF4-FFF2-40B4-BE49-F238E27FC236}">
                  <a16:creationId xmlns:a16="http://schemas.microsoft.com/office/drawing/2014/main" id="{B6E1E610-7BF8-4F1D-BDA4-FBDB12181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" y="1408"/>
              <a:ext cx="1050" cy="893"/>
            </a:xfrm>
            <a:prstGeom prst="ellipse">
              <a:avLst/>
            </a:prstGeom>
            <a:solidFill>
              <a:srgbClr val="F8DF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1764" name="Freeform 115">
              <a:extLst>
                <a:ext uri="{FF2B5EF4-FFF2-40B4-BE49-F238E27FC236}">
                  <a16:creationId xmlns:a16="http://schemas.microsoft.com/office/drawing/2014/main" id="{A79F2A3D-E639-4D95-8CB2-8A85E47F9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523"/>
              <a:ext cx="766" cy="1008"/>
            </a:xfrm>
            <a:custGeom>
              <a:avLst/>
              <a:gdLst>
                <a:gd name="T0" fmla="*/ 2606 w 306"/>
                <a:gd name="T1" fmla="*/ 7053 h 378"/>
                <a:gd name="T2" fmla="*/ 113 w 306"/>
                <a:gd name="T3" fmla="*/ 3776 h 378"/>
                <a:gd name="T4" fmla="*/ 2193 w 306"/>
                <a:gd name="T5" fmla="*/ 93 h 378"/>
                <a:gd name="T6" fmla="*/ 4686 w 306"/>
                <a:gd name="T7" fmla="*/ 3379 h 378"/>
                <a:gd name="T8" fmla="*/ 2606 w 306"/>
                <a:gd name="T9" fmla="*/ 7053 h 3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378">
                  <a:moveTo>
                    <a:pt x="166" y="372"/>
                  </a:moveTo>
                  <a:cubicBezTo>
                    <a:pt x="86" y="378"/>
                    <a:pt x="14" y="301"/>
                    <a:pt x="7" y="199"/>
                  </a:cubicBezTo>
                  <a:cubicBezTo>
                    <a:pt x="0" y="98"/>
                    <a:pt x="59" y="11"/>
                    <a:pt x="140" y="5"/>
                  </a:cubicBezTo>
                  <a:cubicBezTo>
                    <a:pt x="220" y="0"/>
                    <a:pt x="291" y="77"/>
                    <a:pt x="299" y="178"/>
                  </a:cubicBezTo>
                  <a:cubicBezTo>
                    <a:pt x="306" y="280"/>
                    <a:pt x="247" y="367"/>
                    <a:pt x="166" y="372"/>
                  </a:cubicBezTo>
                  <a:close/>
                </a:path>
              </a:pathLst>
            </a:custGeom>
            <a:solidFill>
              <a:srgbClr val="F6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65" name="Freeform 116">
              <a:extLst>
                <a:ext uri="{FF2B5EF4-FFF2-40B4-BE49-F238E27FC236}">
                  <a16:creationId xmlns:a16="http://schemas.microsoft.com/office/drawing/2014/main" id="{4A24BD3D-A3FC-4AA5-988C-7AE854DF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525"/>
              <a:ext cx="758" cy="1003"/>
            </a:xfrm>
            <a:custGeom>
              <a:avLst/>
              <a:gdLst>
                <a:gd name="T0" fmla="*/ 113 w 303"/>
                <a:gd name="T1" fmla="*/ 3756 h 376"/>
                <a:gd name="T2" fmla="*/ 2159 w 303"/>
                <a:gd name="T3" fmla="*/ 115 h 376"/>
                <a:gd name="T4" fmla="*/ 4631 w 303"/>
                <a:gd name="T5" fmla="*/ 3358 h 376"/>
                <a:gd name="T6" fmla="*/ 2584 w 303"/>
                <a:gd name="T7" fmla="*/ 7024 h 376"/>
                <a:gd name="T8" fmla="*/ 113 w 303"/>
                <a:gd name="T9" fmla="*/ 3756 h 3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3" h="376">
                  <a:moveTo>
                    <a:pt x="7" y="198"/>
                  </a:moveTo>
                  <a:cubicBezTo>
                    <a:pt x="0" y="98"/>
                    <a:pt x="58" y="12"/>
                    <a:pt x="138" y="6"/>
                  </a:cubicBezTo>
                  <a:cubicBezTo>
                    <a:pt x="218" y="0"/>
                    <a:pt x="289" y="77"/>
                    <a:pt x="296" y="177"/>
                  </a:cubicBezTo>
                  <a:cubicBezTo>
                    <a:pt x="303" y="278"/>
                    <a:pt x="244" y="364"/>
                    <a:pt x="165" y="370"/>
                  </a:cubicBezTo>
                  <a:cubicBezTo>
                    <a:pt x="85" y="376"/>
                    <a:pt x="14" y="299"/>
                    <a:pt x="7" y="198"/>
                  </a:cubicBezTo>
                  <a:close/>
                </a:path>
              </a:pathLst>
            </a:custGeom>
            <a:solidFill>
              <a:srgbClr val="F6D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66" name="Freeform 117">
              <a:extLst>
                <a:ext uri="{FF2B5EF4-FFF2-40B4-BE49-F238E27FC236}">
                  <a16:creationId xmlns:a16="http://schemas.microsoft.com/office/drawing/2014/main" id="{1407FF67-3B97-4EB6-8044-E1B121DAA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531"/>
              <a:ext cx="755" cy="992"/>
            </a:xfrm>
            <a:custGeom>
              <a:avLst/>
              <a:gdLst>
                <a:gd name="T0" fmla="*/ 125 w 302"/>
                <a:gd name="T1" fmla="*/ 3720 h 372"/>
                <a:gd name="T2" fmla="*/ 2158 w 302"/>
                <a:gd name="T3" fmla="*/ 115 h 372"/>
                <a:gd name="T4" fmla="*/ 4595 w 302"/>
                <a:gd name="T5" fmla="*/ 3336 h 372"/>
                <a:gd name="T6" fmla="*/ 2563 w 302"/>
                <a:gd name="T7" fmla="*/ 6941 h 372"/>
                <a:gd name="T8" fmla="*/ 125 w 302"/>
                <a:gd name="T9" fmla="*/ 372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372">
                  <a:moveTo>
                    <a:pt x="8" y="196"/>
                  </a:moveTo>
                  <a:cubicBezTo>
                    <a:pt x="0" y="97"/>
                    <a:pt x="59" y="12"/>
                    <a:pt x="138" y="6"/>
                  </a:cubicBezTo>
                  <a:cubicBezTo>
                    <a:pt x="217" y="0"/>
                    <a:pt x="287" y="76"/>
                    <a:pt x="294" y="176"/>
                  </a:cubicBezTo>
                  <a:cubicBezTo>
                    <a:pt x="302" y="275"/>
                    <a:pt x="243" y="360"/>
                    <a:pt x="164" y="366"/>
                  </a:cubicBezTo>
                  <a:cubicBezTo>
                    <a:pt x="85" y="372"/>
                    <a:pt x="15" y="296"/>
                    <a:pt x="8" y="196"/>
                  </a:cubicBezTo>
                  <a:close/>
                </a:path>
              </a:pathLst>
            </a:custGeom>
            <a:solidFill>
              <a:srgbClr val="F6D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67" name="Freeform 118">
              <a:extLst>
                <a:ext uri="{FF2B5EF4-FFF2-40B4-BE49-F238E27FC236}">
                  <a16:creationId xmlns:a16="http://schemas.microsoft.com/office/drawing/2014/main" id="{E0C8AD5D-DC7D-46FA-8018-4D5810146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536"/>
              <a:ext cx="748" cy="981"/>
            </a:xfrm>
            <a:custGeom>
              <a:avLst/>
              <a:gdLst>
                <a:gd name="T0" fmla="*/ 125 w 299"/>
                <a:gd name="T1" fmla="*/ 3673 h 368"/>
                <a:gd name="T2" fmla="*/ 2146 w 299"/>
                <a:gd name="T3" fmla="*/ 115 h 368"/>
                <a:gd name="T4" fmla="*/ 4568 w 299"/>
                <a:gd name="T5" fmla="*/ 3298 h 368"/>
                <a:gd name="T6" fmla="*/ 2554 w 299"/>
                <a:gd name="T7" fmla="*/ 6878 h 368"/>
                <a:gd name="T8" fmla="*/ 125 w 299"/>
                <a:gd name="T9" fmla="*/ 3673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368">
                  <a:moveTo>
                    <a:pt x="8" y="194"/>
                  </a:moveTo>
                  <a:cubicBezTo>
                    <a:pt x="0" y="96"/>
                    <a:pt x="58" y="11"/>
                    <a:pt x="137" y="6"/>
                  </a:cubicBezTo>
                  <a:cubicBezTo>
                    <a:pt x="215" y="0"/>
                    <a:pt x="284" y="75"/>
                    <a:pt x="292" y="174"/>
                  </a:cubicBezTo>
                  <a:cubicBezTo>
                    <a:pt x="299" y="272"/>
                    <a:pt x="241" y="357"/>
                    <a:pt x="163" y="363"/>
                  </a:cubicBezTo>
                  <a:cubicBezTo>
                    <a:pt x="84" y="368"/>
                    <a:pt x="15" y="293"/>
                    <a:pt x="8" y="194"/>
                  </a:cubicBezTo>
                  <a:close/>
                </a:path>
              </a:pathLst>
            </a:custGeom>
            <a:solidFill>
              <a:srgbClr val="F6D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68" name="Freeform 119">
              <a:extLst>
                <a:ext uri="{FF2B5EF4-FFF2-40B4-BE49-F238E27FC236}">
                  <a16:creationId xmlns:a16="http://schemas.microsoft.com/office/drawing/2014/main" id="{2A0F8A0E-FDE1-451B-A943-705597A10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541"/>
              <a:ext cx="740" cy="974"/>
            </a:xfrm>
            <a:custGeom>
              <a:avLst/>
              <a:gdLst>
                <a:gd name="T0" fmla="*/ 113 w 296"/>
                <a:gd name="T1" fmla="*/ 3645 h 365"/>
                <a:gd name="T2" fmla="*/ 2113 w 296"/>
                <a:gd name="T3" fmla="*/ 93 h 365"/>
                <a:gd name="T4" fmla="*/ 4520 w 296"/>
                <a:gd name="T5" fmla="*/ 3269 h 365"/>
                <a:gd name="T6" fmla="*/ 2520 w 296"/>
                <a:gd name="T7" fmla="*/ 6821 h 365"/>
                <a:gd name="T8" fmla="*/ 113 w 296"/>
                <a:gd name="T9" fmla="*/ 3645 h 3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365">
                  <a:moveTo>
                    <a:pt x="7" y="192"/>
                  </a:moveTo>
                  <a:cubicBezTo>
                    <a:pt x="0" y="95"/>
                    <a:pt x="58" y="11"/>
                    <a:pt x="135" y="5"/>
                  </a:cubicBezTo>
                  <a:cubicBezTo>
                    <a:pt x="213" y="0"/>
                    <a:pt x="282" y="74"/>
                    <a:pt x="289" y="172"/>
                  </a:cubicBezTo>
                  <a:cubicBezTo>
                    <a:pt x="296" y="270"/>
                    <a:pt x="239" y="353"/>
                    <a:pt x="161" y="359"/>
                  </a:cubicBezTo>
                  <a:cubicBezTo>
                    <a:pt x="83" y="365"/>
                    <a:pt x="15" y="290"/>
                    <a:pt x="7" y="192"/>
                  </a:cubicBezTo>
                  <a:close/>
                </a:path>
              </a:pathLst>
            </a:custGeom>
            <a:solidFill>
              <a:srgbClr val="F6D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69" name="Freeform 120">
              <a:extLst>
                <a:ext uri="{FF2B5EF4-FFF2-40B4-BE49-F238E27FC236}">
                  <a16:creationId xmlns:a16="http://schemas.microsoft.com/office/drawing/2014/main" id="{5B4BEAC0-6012-49B0-B717-714D57B59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1544"/>
              <a:ext cx="733" cy="965"/>
            </a:xfrm>
            <a:custGeom>
              <a:avLst/>
              <a:gdLst>
                <a:gd name="T0" fmla="*/ 113 w 293"/>
                <a:gd name="T1" fmla="*/ 3617 h 362"/>
                <a:gd name="T2" fmla="*/ 2096 w 293"/>
                <a:gd name="T3" fmla="*/ 115 h 362"/>
                <a:gd name="T4" fmla="*/ 4476 w 293"/>
                <a:gd name="T5" fmla="*/ 3242 h 362"/>
                <a:gd name="T6" fmla="*/ 2492 w 293"/>
                <a:gd name="T7" fmla="*/ 6744 h 362"/>
                <a:gd name="T8" fmla="*/ 113 w 293"/>
                <a:gd name="T9" fmla="*/ 3617 h 3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3" h="362">
                  <a:moveTo>
                    <a:pt x="7" y="191"/>
                  </a:moveTo>
                  <a:cubicBezTo>
                    <a:pt x="0" y="95"/>
                    <a:pt x="57" y="12"/>
                    <a:pt x="134" y="6"/>
                  </a:cubicBezTo>
                  <a:cubicBezTo>
                    <a:pt x="211" y="0"/>
                    <a:pt x="279" y="74"/>
                    <a:pt x="286" y="171"/>
                  </a:cubicBezTo>
                  <a:cubicBezTo>
                    <a:pt x="293" y="268"/>
                    <a:pt x="236" y="351"/>
                    <a:pt x="159" y="356"/>
                  </a:cubicBezTo>
                  <a:cubicBezTo>
                    <a:pt x="82" y="362"/>
                    <a:pt x="14" y="288"/>
                    <a:pt x="7" y="191"/>
                  </a:cubicBezTo>
                  <a:close/>
                </a:path>
              </a:pathLst>
            </a:custGeom>
            <a:solidFill>
              <a:srgbClr val="F6D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70" name="Freeform 121">
              <a:extLst>
                <a:ext uri="{FF2B5EF4-FFF2-40B4-BE49-F238E27FC236}">
                  <a16:creationId xmlns:a16="http://schemas.microsoft.com/office/drawing/2014/main" id="{9E2B3103-DF4A-43B3-9765-BD8E67638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549"/>
              <a:ext cx="725" cy="955"/>
            </a:xfrm>
            <a:custGeom>
              <a:avLst/>
              <a:gdLst>
                <a:gd name="T0" fmla="*/ 113 w 290"/>
                <a:gd name="T1" fmla="*/ 3585 h 358"/>
                <a:gd name="T2" fmla="*/ 2083 w 290"/>
                <a:gd name="T3" fmla="*/ 115 h 358"/>
                <a:gd name="T4" fmla="*/ 4425 w 290"/>
                <a:gd name="T5" fmla="*/ 3209 h 358"/>
                <a:gd name="T6" fmla="*/ 2470 w 290"/>
                <a:gd name="T7" fmla="*/ 6704 h 358"/>
                <a:gd name="T8" fmla="*/ 113 w 290"/>
                <a:gd name="T9" fmla="*/ 3585 h 3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0" h="358">
                  <a:moveTo>
                    <a:pt x="7" y="189"/>
                  </a:moveTo>
                  <a:cubicBezTo>
                    <a:pt x="0" y="93"/>
                    <a:pt x="56" y="11"/>
                    <a:pt x="133" y="6"/>
                  </a:cubicBezTo>
                  <a:cubicBezTo>
                    <a:pt x="209" y="0"/>
                    <a:pt x="276" y="73"/>
                    <a:pt x="283" y="169"/>
                  </a:cubicBezTo>
                  <a:cubicBezTo>
                    <a:pt x="290" y="265"/>
                    <a:pt x="234" y="347"/>
                    <a:pt x="158" y="353"/>
                  </a:cubicBezTo>
                  <a:cubicBezTo>
                    <a:pt x="82" y="358"/>
                    <a:pt x="14" y="285"/>
                    <a:pt x="7" y="189"/>
                  </a:cubicBezTo>
                  <a:close/>
                </a:path>
              </a:pathLst>
            </a:custGeom>
            <a:solidFill>
              <a:srgbClr val="F6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71" name="Freeform 122">
              <a:extLst>
                <a:ext uri="{FF2B5EF4-FFF2-40B4-BE49-F238E27FC236}">
                  <a16:creationId xmlns:a16="http://schemas.microsoft.com/office/drawing/2014/main" id="{DF7AD673-E02B-498E-9ED9-417298D04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555"/>
              <a:ext cx="721" cy="946"/>
            </a:xfrm>
            <a:custGeom>
              <a:avLst/>
              <a:gdLst>
                <a:gd name="T0" fmla="*/ 113 w 288"/>
                <a:gd name="T1" fmla="*/ 3536 h 355"/>
                <a:gd name="T2" fmla="*/ 2055 w 288"/>
                <a:gd name="T3" fmla="*/ 93 h 355"/>
                <a:gd name="T4" fmla="*/ 4406 w 288"/>
                <a:gd name="T5" fmla="*/ 3160 h 355"/>
                <a:gd name="T6" fmla="*/ 2451 w 288"/>
                <a:gd name="T7" fmla="*/ 6603 h 355"/>
                <a:gd name="T8" fmla="*/ 113 w 288"/>
                <a:gd name="T9" fmla="*/ 3536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55">
                  <a:moveTo>
                    <a:pt x="7" y="187"/>
                  </a:moveTo>
                  <a:cubicBezTo>
                    <a:pt x="0" y="92"/>
                    <a:pt x="56" y="11"/>
                    <a:pt x="131" y="5"/>
                  </a:cubicBezTo>
                  <a:cubicBezTo>
                    <a:pt x="207" y="0"/>
                    <a:pt x="274" y="72"/>
                    <a:pt x="281" y="167"/>
                  </a:cubicBezTo>
                  <a:cubicBezTo>
                    <a:pt x="288" y="262"/>
                    <a:pt x="232" y="344"/>
                    <a:pt x="156" y="349"/>
                  </a:cubicBezTo>
                  <a:cubicBezTo>
                    <a:pt x="81" y="355"/>
                    <a:pt x="14" y="282"/>
                    <a:pt x="7" y="187"/>
                  </a:cubicBezTo>
                  <a:close/>
                </a:path>
              </a:pathLst>
            </a:custGeom>
            <a:solidFill>
              <a:srgbClr val="F6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72" name="Freeform 123">
              <a:extLst>
                <a:ext uri="{FF2B5EF4-FFF2-40B4-BE49-F238E27FC236}">
                  <a16:creationId xmlns:a16="http://schemas.microsoft.com/office/drawing/2014/main" id="{8B2FE0F3-2734-4202-8958-B730BDEBD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560"/>
              <a:ext cx="713" cy="936"/>
            </a:xfrm>
            <a:custGeom>
              <a:avLst/>
              <a:gdLst>
                <a:gd name="T0" fmla="*/ 113 w 285"/>
                <a:gd name="T1" fmla="*/ 3507 h 351"/>
                <a:gd name="T2" fmla="*/ 2034 w 285"/>
                <a:gd name="T3" fmla="*/ 93 h 351"/>
                <a:gd name="T4" fmla="*/ 4351 w 285"/>
                <a:gd name="T5" fmla="*/ 3149 h 351"/>
                <a:gd name="T6" fmla="*/ 2429 w 285"/>
                <a:gd name="T7" fmla="*/ 6563 h 351"/>
                <a:gd name="T8" fmla="*/ 113 w 285"/>
                <a:gd name="T9" fmla="*/ 3507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5" h="351">
                  <a:moveTo>
                    <a:pt x="7" y="185"/>
                  </a:moveTo>
                  <a:cubicBezTo>
                    <a:pt x="0" y="91"/>
                    <a:pt x="55" y="11"/>
                    <a:pt x="130" y="5"/>
                  </a:cubicBezTo>
                  <a:cubicBezTo>
                    <a:pt x="205" y="0"/>
                    <a:pt x="271" y="72"/>
                    <a:pt x="278" y="166"/>
                  </a:cubicBezTo>
                  <a:cubicBezTo>
                    <a:pt x="285" y="260"/>
                    <a:pt x="230" y="340"/>
                    <a:pt x="155" y="346"/>
                  </a:cubicBezTo>
                  <a:cubicBezTo>
                    <a:pt x="80" y="351"/>
                    <a:pt x="14" y="279"/>
                    <a:pt x="7" y="185"/>
                  </a:cubicBezTo>
                  <a:close/>
                </a:path>
              </a:pathLst>
            </a:custGeom>
            <a:solidFill>
              <a:srgbClr val="F6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73" name="Freeform 124">
              <a:extLst>
                <a:ext uri="{FF2B5EF4-FFF2-40B4-BE49-F238E27FC236}">
                  <a16:creationId xmlns:a16="http://schemas.microsoft.com/office/drawing/2014/main" id="{04211C09-2878-4687-8A65-6084C1026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563"/>
              <a:ext cx="706" cy="930"/>
            </a:xfrm>
            <a:custGeom>
              <a:avLst/>
              <a:gdLst>
                <a:gd name="T0" fmla="*/ 113 w 282"/>
                <a:gd name="T1" fmla="*/ 3480 h 349"/>
                <a:gd name="T2" fmla="*/ 2025 w 282"/>
                <a:gd name="T3" fmla="*/ 115 h 349"/>
                <a:gd name="T4" fmla="*/ 4311 w 282"/>
                <a:gd name="T5" fmla="*/ 3123 h 349"/>
                <a:gd name="T6" fmla="*/ 2401 w 282"/>
                <a:gd name="T7" fmla="*/ 6491 h 349"/>
                <a:gd name="T8" fmla="*/ 113 w 282"/>
                <a:gd name="T9" fmla="*/ 3480 h 3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2" h="349">
                  <a:moveTo>
                    <a:pt x="7" y="184"/>
                  </a:moveTo>
                  <a:cubicBezTo>
                    <a:pt x="0" y="91"/>
                    <a:pt x="55" y="11"/>
                    <a:pt x="129" y="6"/>
                  </a:cubicBezTo>
                  <a:cubicBezTo>
                    <a:pt x="203" y="0"/>
                    <a:pt x="268" y="72"/>
                    <a:pt x="275" y="165"/>
                  </a:cubicBezTo>
                  <a:cubicBezTo>
                    <a:pt x="282" y="258"/>
                    <a:pt x="227" y="338"/>
                    <a:pt x="153" y="343"/>
                  </a:cubicBezTo>
                  <a:cubicBezTo>
                    <a:pt x="79" y="349"/>
                    <a:pt x="14" y="277"/>
                    <a:pt x="7" y="184"/>
                  </a:cubicBezTo>
                  <a:close/>
                </a:path>
              </a:pathLst>
            </a:custGeom>
            <a:solidFill>
              <a:srgbClr val="F6DD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74" name="Freeform 125">
              <a:extLst>
                <a:ext uri="{FF2B5EF4-FFF2-40B4-BE49-F238E27FC236}">
                  <a16:creationId xmlns:a16="http://schemas.microsoft.com/office/drawing/2014/main" id="{DDD424A9-46B9-4B0B-8240-DE42CBF5E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568"/>
              <a:ext cx="698" cy="920"/>
            </a:xfrm>
            <a:custGeom>
              <a:avLst/>
              <a:gdLst>
                <a:gd name="T0" fmla="*/ 113 w 279"/>
                <a:gd name="T1" fmla="*/ 3448 h 345"/>
                <a:gd name="T2" fmla="*/ 2004 w 279"/>
                <a:gd name="T3" fmla="*/ 115 h 345"/>
                <a:gd name="T4" fmla="*/ 4276 w 279"/>
                <a:gd name="T5" fmla="*/ 3093 h 345"/>
                <a:gd name="T6" fmla="*/ 2379 w 279"/>
                <a:gd name="T7" fmla="*/ 6451 h 345"/>
                <a:gd name="T8" fmla="*/ 113 w 279"/>
                <a:gd name="T9" fmla="*/ 3448 h 3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9" h="345">
                  <a:moveTo>
                    <a:pt x="7" y="182"/>
                  </a:moveTo>
                  <a:cubicBezTo>
                    <a:pt x="0" y="90"/>
                    <a:pt x="54" y="11"/>
                    <a:pt x="128" y="6"/>
                  </a:cubicBezTo>
                  <a:cubicBezTo>
                    <a:pt x="201" y="0"/>
                    <a:pt x="266" y="71"/>
                    <a:pt x="273" y="163"/>
                  </a:cubicBezTo>
                  <a:cubicBezTo>
                    <a:pt x="279" y="255"/>
                    <a:pt x="225" y="334"/>
                    <a:pt x="152" y="340"/>
                  </a:cubicBezTo>
                  <a:cubicBezTo>
                    <a:pt x="78" y="345"/>
                    <a:pt x="14" y="274"/>
                    <a:pt x="7" y="182"/>
                  </a:cubicBezTo>
                  <a:close/>
                </a:path>
              </a:pathLst>
            </a:custGeom>
            <a:solidFill>
              <a:srgbClr val="F6D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75" name="Freeform 126">
              <a:extLst>
                <a:ext uri="{FF2B5EF4-FFF2-40B4-BE49-F238E27FC236}">
                  <a16:creationId xmlns:a16="http://schemas.microsoft.com/office/drawing/2014/main" id="{CA6A4E52-8542-4FEA-ADC8-4435B4954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573"/>
              <a:ext cx="691" cy="910"/>
            </a:xfrm>
            <a:custGeom>
              <a:avLst/>
              <a:gdLst>
                <a:gd name="T0" fmla="*/ 113 w 276"/>
                <a:gd name="T1" fmla="*/ 3419 h 341"/>
                <a:gd name="T2" fmla="*/ 1975 w 276"/>
                <a:gd name="T3" fmla="*/ 93 h 341"/>
                <a:gd name="T4" fmla="*/ 4236 w 276"/>
                <a:gd name="T5" fmla="*/ 3064 h 341"/>
                <a:gd name="T6" fmla="*/ 2356 w 276"/>
                <a:gd name="T7" fmla="*/ 6389 h 341"/>
                <a:gd name="T8" fmla="*/ 113 w 276"/>
                <a:gd name="T9" fmla="*/ 3419 h 3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6" h="341">
                  <a:moveTo>
                    <a:pt x="7" y="180"/>
                  </a:moveTo>
                  <a:cubicBezTo>
                    <a:pt x="0" y="89"/>
                    <a:pt x="54" y="10"/>
                    <a:pt x="126" y="5"/>
                  </a:cubicBezTo>
                  <a:cubicBezTo>
                    <a:pt x="199" y="0"/>
                    <a:pt x="263" y="70"/>
                    <a:pt x="270" y="161"/>
                  </a:cubicBezTo>
                  <a:cubicBezTo>
                    <a:pt x="276" y="252"/>
                    <a:pt x="223" y="331"/>
                    <a:pt x="150" y="336"/>
                  </a:cubicBezTo>
                  <a:cubicBezTo>
                    <a:pt x="78" y="341"/>
                    <a:pt x="13" y="272"/>
                    <a:pt x="7" y="180"/>
                  </a:cubicBezTo>
                  <a:close/>
                </a:path>
              </a:pathLst>
            </a:custGeom>
            <a:solidFill>
              <a:srgbClr val="F6D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76" name="Freeform 127">
              <a:extLst>
                <a:ext uri="{FF2B5EF4-FFF2-40B4-BE49-F238E27FC236}">
                  <a16:creationId xmlns:a16="http://schemas.microsoft.com/office/drawing/2014/main" id="{1F6774F9-3463-4044-A7CE-C7ED42CB0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579"/>
              <a:ext cx="685" cy="901"/>
            </a:xfrm>
            <a:custGeom>
              <a:avLst/>
              <a:gdLst>
                <a:gd name="T0" fmla="*/ 113 w 274"/>
                <a:gd name="T1" fmla="*/ 3369 h 338"/>
                <a:gd name="T2" fmla="*/ 1958 w 274"/>
                <a:gd name="T3" fmla="*/ 93 h 338"/>
                <a:gd name="T4" fmla="*/ 4175 w 274"/>
                <a:gd name="T5" fmla="*/ 3012 h 338"/>
                <a:gd name="T6" fmla="*/ 2333 w 274"/>
                <a:gd name="T7" fmla="*/ 6288 h 338"/>
                <a:gd name="T8" fmla="*/ 113 w 274"/>
                <a:gd name="T9" fmla="*/ 3369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4" h="338">
                  <a:moveTo>
                    <a:pt x="7" y="178"/>
                  </a:moveTo>
                  <a:cubicBezTo>
                    <a:pt x="0" y="88"/>
                    <a:pt x="53" y="10"/>
                    <a:pt x="125" y="5"/>
                  </a:cubicBezTo>
                  <a:cubicBezTo>
                    <a:pt x="197" y="0"/>
                    <a:pt x="261" y="69"/>
                    <a:pt x="267" y="159"/>
                  </a:cubicBezTo>
                  <a:cubicBezTo>
                    <a:pt x="274" y="250"/>
                    <a:pt x="221" y="327"/>
                    <a:pt x="149" y="332"/>
                  </a:cubicBezTo>
                  <a:cubicBezTo>
                    <a:pt x="77" y="338"/>
                    <a:pt x="13" y="269"/>
                    <a:pt x="7" y="178"/>
                  </a:cubicBezTo>
                  <a:close/>
                </a:path>
              </a:pathLst>
            </a:custGeom>
            <a:solidFill>
              <a:srgbClr val="F6DD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77" name="Freeform 128">
              <a:extLst>
                <a:ext uri="{FF2B5EF4-FFF2-40B4-BE49-F238E27FC236}">
                  <a16:creationId xmlns:a16="http://schemas.microsoft.com/office/drawing/2014/main" id="{B64C0987-14ED-4DC4-9BF8-3F022D8FF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581"/>
              <a:ext cx="678" cy="894"/>
            </a:xfrm>
            <a:custGeom>
              <a:avLst/>
              <a:gdLst>
                <a:gd name="T0" fmla="*/ 95 w 271"/>
                <a:gd name="T1" fmla="*/ 3363 h 335"/>
                <a:gd name="T2" fmla="*/ 1941 w 271"/>
                <a:gd name="T3" fmla="*/ 115 h 335"/>
                <a:gd name="T4" fmla="*/ 4131 w 271"/>
                <a:gd name="T5" fmla="*/ 3005 h 335"/>
                <a:gd name="T6" fmla="*/ 2304 w 271"/>
                <a:gd name="T7" fmla="*/ 6274 h 335"/>
                <a:gd name="T8" fmla="*/ 95 w 271"/>
                <a:gd name="T9" fmla="*/ 3363 h 3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335">
                  <a:moveTo>
                    <a:pt x="6" y="177"/>
                  </a:moveTo>
                  <a:cubicBezTo>
                    <a:pt x="0" y="88"/>
                    <a:pt x="52" y="11"/>
                    <a:pt x="124" y="6"/>
                  </a:cubicBezTo>
                  <a:cubicBezTo>
                    <a:pt x="195" y="0"/>
                    <a:pt x="258" y="69"/>
                    <a:pt x="264" y="158"/>
                  </a:cubicBezTo>
                  <a:cubicBezTo>
                    <a:pt x="271" y="248"/>
                    <a:pt x="218" y="325"/>
                    <a:pt x="147" y="330"/>
                  </a:cubicBezTo>
                  <a:cubicBezTo>
                    <a:pt x="76" y="335"/>
                    <a:pt x="13" y="267"/>
                    <a:pt x="6" y="177"/>
                  </a:cubicBezTo>
                  <a:close/>
                </a:path>
              </a:pathLst>
            </a:custGeom>
            <a:solidFill>
              <a:srgbClr val="F6DD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78" name="Freeform 129">
              <a:extLst>
                <a:ext uri="{FF2B5EF4-FFF2-40B4-BE49-F238E27FC236}">
                  <a16:creationId xmlns:a16="http://schemas.microsoft.com/office/drawing/2014/main" id="{CD2C2654-38A8-4AA2-AEA7-41DA7A32A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587"/>
              <a:ext cx="670" cy="882"/>
            </a:xfrm>
            <a:custGeom>
              <a:avLst/>
              <a:gdLst>
                <a:gd name="T0" fmla="*/ 95 w 268"/>
                <a:gd name="T1" fmla="*/ 3309 h 331"/>
                <a:gd name="T2" fmla="*/ 1908 w 268"/>
                <a:gd name="T3" fmla="*/ 93 h 331"/>
                <a:gd name="T4" fmla="*/ 4095 w 268"/>
                <a:gd name="T5" fmla="*/ 2968 h 331"/>
                <a:gd name="T6" fmla="*/ 2283 w 268"/>
                <a:gd name="T7" fmla="*/ 6171 h 331"/>
                <a:gd name="T8" fmla="*/ 95 w 268"/>
                <a:gd name="T9" fmla="*/ 3309 h 3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331">
                  <a:moveTo>
                    <a:pt x="6" y="175"/>
                  </a:moveTo>
                  <a:cubicBezTo>
                    <a:pt x="0" y="86"/>
                    <a:pt x="52" y="10"/>
                    <a:pt x="122" y="5"/>
                  </a:cubicBezTo>
                  <a:cubicBezTo>
                    <a:pt x="193" y="0"/>
                    <a:pt x="255" y="68"/>
                    <a:pt x="262" y="157"/>
                  </a:cubicBezTo>
                  <a:cubicBezTo>
                    <a:pt x="268" y="245"/>
                    <a:pt x="216" y="321"/>
                    <a:pt x="146" y="326"/>
                  </a:cubicBezTo>
                  <a:cubicBezTo>
                    <a:pt x="75" y="331"/>
                    <a:pt x="13" y="264"/>
                    <a:pt x="6" y="175"/>
                  </a:cubicBezTo>
                  <a:close/>
                </a:path>
              </a:pathLst>
            </a:custGeom>
            <a:solidFill>
              <a:srgbClr val="F6D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79" name="Freeform 130">
              <a:extLst>
                <a:ext uri="{FF2B5EF4-FFF2-40B4-BE49-F238E27FC236}">
                  <a16:creationId xmlns:a16="http://schemas.microsoft.com/office/drawing/2014/main" id="{82DB77F6-8D00-4158-AAAF-4A3DEFC9F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592"/>
              <a:ext cx="663" cy="875"/>
            </a:xfrm>
            <a:custGeom>
              <a:avLst/>
              <a:gdLst>
                <a:gd name="T0" fmla="*/ 95 w 265"/>
                <a:gd name="T1" fmla="*/ 3287 h 328"/>
                <a:gd name="T2" fmla="*/ 1896 w 265"/>
                <a:gd name="T3" fmla="*/ 93 h 328"/>
                <a:gd name="T4" fmla="*/ 4056 w 265"/>
                <a:gd name="T5" fmla="*/ 2940 h 328"/>
                <a:gd name="T6" fmla="*/ 2254 w 265"/>
                <a:gd name="T7" fmla="*/ 6136 h 328"/>
                <a:gd name="T8" fmla="*/ 95 w 265"/>
                <a:gd name="T9" fmla="*/ 3287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5" h="328">
                  <a:moveTo>
                    <a:pt x="6" y="173"/>
                  </a:moveTo>
                  <a:cubicBezTo>
                    <a:pt x="0" y="85"/>
                    <a:pt x="51" y="10"/>
                    <a:pt x="121" y="5"/>
                  </a:cubicBezTo>
                  <a:cubicBezTo>
                    <a:pt x="191" y="0"/>
                    <a:pt x="253" y="67"/>
                    <a:pt x="259" y="155"/>
                  </a:cubicBezTo>
                  <a:cubicBezTo>
                    <a:pt x="265" y="242"/>
                    <a:pt x="214" y="318"/>
                    <a:pt x="144" y="323"/>
                  </a:cubicBezTo>
                  <a:cubicBezTo>
                    <a:pt x="74" y="328"/>
                    <a:pt x="13" y="261"/>
                    <a:pt x="6" y="173"/>
                  </a:cubicBezTo>
                  <a:close/>
                </a:path>
              </a:pathLst>
            </a:custGeom>
            <a:solidFill>
              <a:srgbClr val="F6D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80" name="Freeform 131">
              <a:extLst>
                <a:ext uri="{FF2B5EF4-FFF2-40B4-BE49-F238E27FC236}">
                  <a16:creationId xmlns:a16="http://schemas.microsoft.com/office/drawing/2014/main" id="{18063210-E899-48B4-BFC3-87D00BB39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597"/>
              <a:ext cx="658" cy="864"/>
            </a:xfrm>
            <a:custGeom>
              <a:avLst/>
              <a:gdLst>
                <a:gd name="T0" fmla="*/ 95 w 263"/>
                <a:gd name="T1" fmla="*/ 3243 h 324"/>
                <a:gd name="T2" fmla="*/ 1879 w 263"/>
                <a:gd name="T3" fmla="*/ 93 h 324"/>
                <a:gd name="T4" fmla="*/ 4006 w 263"/>
                <a:gd name="T5" fmla="*/ 2901 h 324"/>
                <a:gd name="T6" fmla="*/ 2242 w 263"/>
                <a:gd name="T7" fmla="*/ 6051 h 324"/>
                <a:gd name="T8" fmla="*/ 95 w 263"/>
                <a:gd name="T9" fmla="*/ 3243 h 3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324">
                  <a:moveTo>
                    <a:pt x="6" y="171"/>
                  </a:moveTo>
                  <a:cubicBezTo>
                    <a:pt x="0" y="84"/>
                    <a:pt x="51" y="10"/>
                    <a:pt x="120" y="5"/>
                  </a:cubicBezTo>
                  <a:cubicBezTo>
                    <a:pt x="189" y="0"/>
                    <a:pt x="250" y="66"/>
                    <a:pt x="256" y="153"/>
                  </a:cubicBezTo>
                  <a:cubicBezTo>
                    <a:pt x="263" y="240"/>
                    <a:pt x="212" y="314"/>
                    <a:pt x="143" y="319"/>
                  </a:cubicBezTo>
                  <a:cubicBezTo>
                    <a:pt x="74" y="324"/>
                    <a:pt x="12" y="258"/>
                    <a:pt x="6" y="171"/>
                  </a:cubicBezTo>
                  <a:close/>
                </a:path>
              </a:pathLst>
            </a:custGeom>
            <a:solidFill>
              <a:srgbClr val="F6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81" name="Freeform 132">
              <a:extLst>
                <a:ext uri="{FF2B5EF4-FFF2-40B4-BE49-F238E27FC236}">
                  <a16:creationId xmlns:a16="http://schemas.microsoft.com/office/drawing/2014/main" id="{B9F4A404-EBBA-41BD-9A1F-62201DB51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600"/>
              <a:ext cx="651" cy="856"/>
            </a:xfrm>
            <a:custGeom>
              <a:avLst/>
              <a:gdLst>
                <a:gd name="T0" fmla="*/ 95 w 260"/>
                <a:gd name="T1" fmla="*/ 3221 h 321"/>
                <a:gd name="T2" fmla="*/ 1850 w 260"/>
                <a:gd name="T3" fmla="*/ 93 h 321"/>
                <a:gd name="T4" fmla="*/ 3969 w 260"/>
                <a:gd name="T5" fmla="*/ 2880 h 321"/>
                <a:gd name="T6" fmla="*/ 2213 w 260"/>
                <a:gd name="T7" fmla="*/ 6008 h 321"/>
                <a:gd name="T8" fmla="*/ 95 w 260"/>
                <a:gd name="T9" fmla="*/ 3221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0" h="321">
                  <a:moveTo>
                    <a:pt x="6" y="170"/>
                  </a:moveTo>
                  <a:cubicBezTo>
                    <a:pt x="0" y="84"/>
                    <a:pt x="50" y="10"/>
                    <a:pt x="118" y="5"/>
                  </a:cubicBezTo>
                  <a:cubicBezTo>
                    <a:pt x="187" y="0"/>
                    <a:pt x="247" y="66"/>
                    <a:pt x="253" y="152"/>
                  </a:cubicBezTo>
                  <a:cubicBezTo>
                    <a:pt x="260" y="238"/>
                    <a:pt x="209" y="312"/>
                    <a:pt x="141" y="317"/>
                  </a:cubicBezTo>
                  <a:cubicBezTo>
                    <a:pt x="73" y="321"/>
                    <a:pt x="12" y="256"/>
                    <a:pt x="6" y="170"/>
                  </a:cubicBezTo>
                  <a:close/>
                </a:path>
              </a:pathLst>
            </a:custGeom>
            <a:solidFill>
              <a:srgbClr val="F6D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82" name="Freeform 133">
              <a:extLst>
                <a:ext uri="{FF2B5EF4-FFF2-40B4-BE49-F238E27FC236}">
                  <a16:creationId xmlns:a16="http://schemas.microsoft.com/office/drawing/2014/main" id="{BC43E123-279E-47BC-BCD8-D8350816A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605"/>
              <a:ext cx="643" cy="848"/>
            </a:xfrm>
            <a:custGeom>
              <a:avLst/>
              <a:gdLst>
                <a:gd name="T0" fmla="*/ 95 w 257"/>
                <a:gd name="T1" fmla="*/ 3187 h 318"/>
                <a:gd name="T2" fmla="*/ 1834 w 257"/>
                <a:gd name="T3" fmla="*/ 93 h 318"/>
                <a:gd name="T4" fmla="*/ 3931 w 257"/>
                <a:gd name="T5" fmla="*/ 2845 h 318"/>
                <a:gd name="T6" fmla="*/ 2192 w 257"/>
                <a:gd name="T7" fmla="*/ 5939 h 318"/>
                <a:gd name="T8" fmla="*/ 95 w 257"/>
                <a:gd name="T9" fmla="*/ 3187 h 3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7" h="318">
                  <a:moveTo>
                    <a:pt x="6" y="168"/>
                  </a:moveTo>
                  <a:cubicBezTo>
                    <a:pt x="0" y="83"/>
                    <a:pt x="50" y="10"/>
                    <a:pt x="117" y="5"/>
                  </a:cubicBezTo>
                  <a:cubicBezTo>
                    <a:pt x="185" y="0"/>
                    <a:pt x="245" y="65"/>
                    <a:pt x="251" y="150"/>
                  </a:cubicBezTo>
                  <a:cubicBezTo>
                    <a:pt x="257" y="235"/>
                    <a:pt x="207" y="308"/>
                    <a:pt x="140" y="313"/>
                  </a:cubicBezTo>
                  <a:cubicBezTo>
                    <a:pt x="72" y="318"/>
                    <a:pt x="12" y="253"/>
                    <a:pt x="6" y="168"/>
                  </a:cubicBezTo>
                  <a:close/>
                </a:path>
              </a:pathLst>
            </a:custGeom>
            <a:solidFill>
              <a:srgbClr val="F6DC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83" name="Freeform 134">
              <a:extLst>
                <a:ext uri="{FF2B5EF4-FFF2-40B4-BE49-F238E27FC236}">
                  <a16:creationId xmlns:a16="http://schemas.microsoft.com/office/drawing/2014/main" id="{099BDCEC-8473-46C3-A8E6-5F98FD609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611"/>
              <a:ext cx="636" cy="837"/>
            </a:xfrm>
            <a:custGeom>
              <a:avLst/>
              <a:gdLst>
                <a:gd name="T0" fmla="*/ 95 w 254"/>
                <a:gd name="T1" fmla="*/ 3140 h 314"/>
                <a:gd name="T2" fmla="*/ 1818 w 254"/>
                <a:gd name="T3" fmla="*/ 93 h 314"/>
                <a:gd name="T4" fmla="*/ 3894 w 254"/>
                <a:gd name="T5" fmla="*/ 2807 h 314"/>
                <a:gd name="T6" fmla="*/ 2168 w 254"/>
                <a:gd name="T7" fmla="*/ 5854 h 314"/>
                <a:gd name="T8" fmla="*/ 95 w 254"/>
                <a:gd name="T9" fmla="*/ 3140 h 3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314">
                  <a:moveTo>
                    <a:pt x="6" y="166"/>
                  </a:moveTo>
                  <a:cubicBezTo>
                    <a:pt x="0" y="82"/>
                    <a:pt x="49" y="10"/>
                    <a:pt x="116" y="5"/>
                  </a:cubicBezTo>
                  <a:cubicBezTo>
                    <a:pt x="183" y="0"/>
                    <a:pt x="242" y="64"/>
                    <a:pt x="248" y="148"/>
                  </a:cubicBezTo>
                  <a:cubicBezTo>
                    <a:pt x="254" y="232"/>
                    <a:pt x="205" y="305"/>
                    <a:pt x="138" y="309"/>
                  </a:cubicBezTo>
                  <a:cubicBezTo>
                    <a:pt x="71" y="314"/>
                    <a:pt x="12" y="250"/>
                    <a:pt x="6" y="166"/>
                  </a:cubicBezTo>
                  <a:close/>
                </a:path>
              </a:pathLst>
            </a:custGeom>
            <a:solidFill>
              <a:srgbClr val="F6D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84" name="Freeform 135">
              <a:extLst>
                <a:ext uri="{FF2B5EF4-FFF2-40B4-BE49-F238E27FC236}">
                  <a16:creationId xmlns:a16="http://schemas.microsoft.com/office/drawing/2014/main" id="{8E10FBE9-81C8-43EB-8B67-5CD262816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16"/>
              <a:ext cx="628" cy="829"/>
            </a:xfrm>
            <a:custGeom>
              <a:avLst/>
              <a:gdLst>
                <a:gd name="T0" fmla="*/ 95 w 251"/>
                <a:gd name="T1" fmla="*/ 3105 h 311"/>
                <a:gd name="T2" fmla="*/ 1804 w 251"/>
                <a:gd name="T3" fmla="*/ 93 h 311"/>
                <a:gd name="T4" fmla="*/ 3838 w 251"/>
                <a:gd name="T5" fmla="*/ 2764 h 311"/>
                <a:gd name="T6" fmla="*/ 2129 w 251"/>
                <a:gd name="T7" fmla="*/ 5798 h 311"/>
                <a:gd name="T8" fmla="*/ 95 w 251"/>
                <a:gd name="T9" fmla="*/ 3105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311">
                  <a:moveTo>
                    <a:pt x="6" y="164"/>
                  </a:moveTo>
                  <a:cubicBezTo>
                    <a:pt x="0" y="81"/>
                    <a:pt x="48" y="9"/>
                    <a:pt x="115" y="5"/>
                  </a:cubicBezTo>
                  <a:cubicBezTo>
                    <a:pt x="181" y="0"/>
                    <a:pt x="239" y="63"/>
                    <a:pt x="245" y="146"/>
                  </a:cubicBezTo>
                  <a:cubicBezTo>
                    <a:pt x="251" y="230"/>
                    <a:pt x="203" y="301"/>
                    <a:pt x="136" y="306"/>
                  </a:cubicBezTo>
                  <a:cubicBezTo>
                    <a:pt x="70" y="311"/>
                    <a:pt x="12" y="247"/>
                    <a:pt x="6" y="164"/>
                  </a:cubicBezTo>
                  <a:close/>
                </a:path>
              </a:pathLst>
            </a:custGeom>
            <a:solidFill>
              <a:srgbClr val="F6D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85" name="Freeform 136">
              <a:extLst>
                <a:ext uri="{FF2B5EF4-FFF2-40B4-BE49-F238E27FC236}">
                  <a16:creationId xmlns:a16="http://schemas.microsoft.com/office/drawing/2014/main" id="{D5B35CCF-5507-4B60-9E82-345C561ED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621"/>
              <a:ext cx="623" cy="819"/>
            </a:xfrm>
            <a:custGeom>
              <a:avLst/>
              <a:gdLst>
                <a:gd name="T0" fmla="*/ 95 w 249"/>
                <a:gd name="T1" fmla="*/ 3073 h 307"/>
                <a:gd name="T2" fmla="*/ 1771 w 249"/>
                <a:gd name="T3" fmla="*/ 77 h 307"/>
                <a:gd name="T4" fmla="*/ 3806 w 249"/>
                <a:gd name="T5" fmla="*/ 2753 h 307"/>
                <a:gd name="T6" fmla="*/ 2117 w 249"/>
                <a:gd name="T7" fmla="*/ 5736 h 307"/>
                <a:gd name="T8" fmla="*/ 95 w 249"/>
                <a:gd name="T9" fmla="*/ 3073 h 3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307">
                  <a:moveTo>
                    <a:pt x="6" y="162"/>
                  </a:moveTo>
                  <a:cubicBezTo>
                    <a:pt x="0" y="80"/>
                    <a:pt x="48" y="9"/>
                    <a:pt x="113" y="4"/>
                  </a:cubicBezTo>
                  <a:cubicBezTo>
                    <a:pt x="179" y="0"/>
                    <a:pt x="237" y="62"/>
                    <a:pt x="243" y="145"/>
                  </a:cubicBezTo>
                  <a:cubicBezTo>
                    <a:pt x="249" y="227"/>
                    <a:pt x="200" y="297"/>
                    <a:pt x="135" y="302"/>
                  </a:cubicBezTo>
                  <a:cubicBezTo>
                    <a:pt x="69" y="307"/>
                    <a:pt x="12" y="244"/>
                    <a:pt x="6" y="162"/>
                  </a:cubicBezTo>
                  <a:close/>
                </a:path>
              </a:pathLst>
            </a:custGeom>
            <a:solidFill>
              <a:srgbClr val="F6D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86" name="Freeform 137">
              <a:extLst>
                <a:ext uri="{FF2B5EF4-FFF2-40B4-BE49-F238E27FC236}">
                  <a16:creationId xmlns:a16="http://schemas.microsoft.com/office/drawing/2014/main" id="{21E11472-AB8E-4865-BC1D-293FC77F1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1624"/>
              <a:ext cx="615" cy="811"/>
            </a:xfrm>
            <a:custGeom>
              <a:avLst/>
              <a:gdLst>
                <a:gd name="T0" fmla="*/ 95 w 246"/>
                <a:gd name="T1" fmla="*/ 3060 h 304"/>
                <a:gd name="T2" fmla="*/ 1750 w 246"/>
                <a:gd name="T3" fmla="*/ 93 h 304"/>
                <a:gd name="T4" fmla="*/ 3750 w 246"/>
                <a:gd name="T5" fmla="*/ 2732 h 304"/>
                <a:gd name="T6" fmla="*/ 2083 w 246"/>
                <a:gd name="T7" fmla="*/ 5693 h 304"/>
                <a:gd name="T8" fmla="*/ 95 w 246"/>
                <a:gd name="T9" fmla="*/ 3060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6" h="304">
                  <a:moveTo>
                    <a:pt x="6" y="161"/>
                  </a:moveTo>
                  <a:cubicBezTo>
                    <a:pt x="0" y="79"/>
                    <a:pt x="47" y="10"/>
                    <a:pt x="112" y="5"/>
                  </a:cubicBezTo>
                  <a:cubicBezTo>
                    <a:pt x="177" y="0"/>
                    <a:pt x="234" y="62"/>
                    <a:pt x="240" y="144"/>
                  </a:cubicBezTo>
                  <a:cubicBezTo>
                    <a:pt x="246" y="225"/>
                    <a:pt x="198" y="295"/>
                    <a:pt x="133" y="300"/>
                  </a:cubicBezTo>
                  <a:cubicBezTo>
                    <a:pt x="69" y="304"/>
                    <a:pt x="11" y="242"/>
                    <a:pt x="6" y="161"/>
                  </a:cubicBezTo>
                  <a:close/>
                </a:path>
              </a:pathLst>
            </a:custGeom>
            <a:solidFill>
              <a:srgbClr val="F6D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87" name="Freeform 138">
              <a:extLst>
                <a:ext uri="{FF2B5EF4-FFF2-40B4-BE49-F238E27FC236}">
                  <a16:creationId xmlns:a16="http://schemas.microsoft.com/office/drawing/2014/main" id="{17EAD563-66F9-402B-905A-A8FB0611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629"/>
              <a:ext cx="608" cy="803"/>
            </a:xfrm>
            <a:custGeom>
              <a:avLst/>
              <a:gdLst>
                <a:gd name="T0" fmla="*/ 83 w 243"/>
                <a:gd name="T1" fmla="*/ 3017 h 301"/>
                <a:gd name="T2" fmla="*/ 1741 w 243"/>
                <a:gd name="T3" fmla="*/ 93 h 301"/>
                <a:gd name="T4" fmla="*/ 3713 w 243"/>
                <a:gd name="T5" fmla="*/ 2697 h 301"/>
                <a:gd name="T6" fmla="*/ 2067 w 243"/>
                <a:gd name="T7" fmla="*/ 5624 h 301"/>
                <a:gd name="T8" fmla="*/ 83 w 243"/>
                <a:gd name="T9" fmla="*/ 3017 h 3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301">
                  <a:moveTo>
                    <a:pt x="5" y="159"/>
                  </a:moveTo>
                  <a:cubicBezTo>
                    <a:pt x="0" y="78"/>
                    <a:pt x="47" y="9"/>
                    <a:pt x="111" y="5"/>
                  </a:cubicBezTo>
                  <a:cubicBezTo>
                    <a:pt x="175" y="0"/>
                    <a:pt x="231" y="62"/>
                    <a:pt x="237" y="142"/>
                  </a:cubicBezTo>
                  <a:cubicBezTo>
                    <a:pt x="243" y="222"/>
                    <a:pt x="196" y="291"/>
                    <a:pt x="132" y="296"/>
                  </a:cubicBezTo>
                  <a:cubicBezTo>
                    <a:pt x="68" y="301"/>
                    <a:pt x="11" y="239"/>
                    <a:pt x="5" y="159"/>
                  </a:cubicBezTo>
                  <a:close/>
                </a:path>
              </a:pathLst>
            </a:custGeom>
            <a:solidFill>
              <a:srgbClr val="F6D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88" name="Freeform 139">
              <a:extLst>
                <a:ext uri="{FF2B5EF4-FFF2-40B4-BE49-F238E27FC236}">
                  <a16:creationId xmlns:a16="http://schemas.microsoft.com/office/drawing/2014/main" id="{3B151BC7-858D-4F8F-89E8-F26AFAAEB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635"/>
              <a:ext cx="600" cy="792"/>
            </a:xfrm>
            <a:custGeom>
              <a:avLst/>
              <a:gdLst>
                <a:gd name="T0" fmla="*/ 83 w 240"/>
                <a:gd name="T1" fmla="*/ 2979 h 297"/>
                <a:gd name="T2" fmla="*/ 1708 w 240"/>
                <a:gd name="T3" fmla="*/ 77 h 297"/>
                <a:gd name="T4" fmla="*/ 3658 w 240"/>
                <a:gd name="T5" fmla="*/ 2653 h 297"/>
                <a:gd name="T6" fmla="*/ 2033 w 240"/>
                <a:gd name="T7" fmla="*/ 5539 h 297"/>
                <a:gd name="T8" fmla="*/ 83 w 240"/>
                <a:gd name="T9" fmla="*/ 2979 h 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97">
                  <a:moveTo>
                    <a:pt x="5" y="157"/>
                  </a:moveTo>
                  <a:cubicBezTo>
                    <a:pt x="0" y="77"/>
                    <a:pt x="46" y="9"/>
                    <a:pt x="109" y="4"/>
                  </a:cubicBezTo>
                  <a:cubicBezTo>
                    <a:pt x="173" y="0"/>
                    <a:pt x="229" y="61"/>
                    <a:pt x="234" y="140"/>
                  </a:cubicBezTo>
                  <a:cubicBezTo>
                    <a:pt x="240" y="220"/>
                    <a:pt x="194" y="288"/>
                    <a:pt x="130" y="292"/>
                  </a:cubicBezTo>
                  <a:cubicBezTo>
                    <a:pt x="67" y="297"/>
                    <a:pt x="11" y="236"/>
                    <a:pt x="5" y="157"/>
                  </a:cubicBezTo>
                  <a:close/>
                </a:path>
              </a:pathLst>
            </a:custGeom>
            <a:solidFill>
              <a:srgbClr val="F6DC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89" name="Freeform 140">
              <a:extLst>
                <a:ext uri="{FF2B5EF4-FFF2-40B4-BE49-F238E27FC236}">
                  <a16:creationId xmlns:a16="http://schemas.microsoft.com/office/drawing/2014/main" id="{E006A446-66E9-4D8E-8465-8C433420A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640"/>
              <a:ext cx="595" cy="781"/>
            </a:xfrm>
            <a:custGeom>
              <a:avLst/>
              <a:gdLst>
                <a:gd name="T0" fmla="*/ 95 w 238"/>
                <a:gd name="T1" fmla="*/ 2935 h 293"/>
                <a:gd name="T2" fmla="*/ 1708 w 238"/>
                <a:gd name="T3" fmla="*/ 77 h 293"/>
                <a:gd name="T4" fmla="*/ 3645 w 238"/>
                <a:gd name="T5" fmla="*/ 2615 h 293"/>
                <a:gd name="T6" fmla="*/ 2033 w 238"/>
                <a:gd name="T7" fmla="*/ 5470 h 293"/>
                <a:gd name="T8" fmla="*/ 95 w 238"/>
                <a:gd name="T9" fmla="*/ 2935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293">
                  <a:moveTo>
                    <a:pt x="6" y="155"/>
                  </a:moveTo>
                  <a:cubicBezTo>
                    <a:pt x="0" y="76"/>
                    <a:pt x="47" y="9"/>
                    <a:pt x="109" y="4"/>
                  </a:cubicBezTo>
                  <a:cubicBezTo>
                    <a:pt x="172" y="0"/>
                    <a:pt x="227" y="60"/>
                    <a:pt x="233" y="138"/>
                  </a:cubicBezTo>
                  <a:cubicBezTo>
                    <a:pt x="238" y="217"/>
                    <a:pt x="192" y="284"/>
                    <a:pt x="130" y="289"/>
                  </a:cubicBezTo>
                  <a:cubicBezTo>
                    <a:pt x="67" y="293"/>
                    <a:pt x="12" y="233"/>
                    <a:pt x="6" y="155"/>
                  </a:cubicBezTo>
                  <a:close/>
                </a:path>
              </a:pathLst>
            </a:custGeom>
            <a:solidFill>
              <a:srgbClr val="F6DC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90" name="Freeform 141">
              <a:extLst>
                <a:ext uri="{FF2B5EF4-FFF2-40B4-BE49-F238E27FC236}">
                  <a16:creationId xmlns:a16="http://schemas.microsoft.com/office/drawing/2014/main" id="{E2C0152D-18A1-47AB-B033-9E6186CAA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643"/>
              <a:ext cx="591" cy="776"/>
            </a:xfrm>
            <a:custGeom>
              <a:avLst/>
              <a:gdLst>
                <a:gd name="T0" fmla="*/ 95 w 236"/>
                <a:gd name="T1" fmla="*/ 2923 h 291"/>
                <a:gd name="T2" fmla="*/ 1693 w 236"/>
                <a:gd name="T3" fmla="*/ 93 h 291"/>
                <a:gd name="T4" fmla="*/ 3611 w 236"/>
                <a:gd name="T5" fmla="*/ 2595 h 291"/>
                <a:gd name="T6" fmla="*/ 2013 w 236"/>
                <a:gd name="T7" fmla="*/ 5427 h 291"/>
                <a:gd name="T8" fmla="*/ 95 w 236"/>
                <a:gd name="T9" fmla="*/ 2923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6" h="291">
                  <a:moveTo>
                    <a:pt x="6" y="154"/>
                  </a:moveTo>
                  <a:cubicBezTo>
                    <a:pt x="0" y="76"/>
                    <a:pt x="46" y="9"/>
                    <a:pt x="108" y="5"/>
                  </a:cubicBezTo>
                  <a:cubicBezTo>
                    <a:pt x="170" y="0"/>
                    <a:pt x="224" y="60"/>
                    <a:pt x="230" y="137"/>
                  </a:cubicBezTo>
                  <a:cubicBezTo>
                    <a:pt x="236" y="215"/>
                    <a:pt x="190" y="282"/>
                    <a:pt x="128" y="286"/>
                  </a:cubicBezTo>
                  <a:cubicBezTo>
                    <a:pt x="66" y="291"/>
                    <a:pt x="12" y="231"/>
                    <a:pt x="6" y="154"/>
                  </a:cubicBezTo>
                  <a:close/>
                </a:path>
              </a:pathLst>
            </a:custGeom>
            <a:solidFill>
              <a:srgbClr val="F6D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91" name="Freeform 142">
              <a:extLst>
                <a:ext uri="{FF2B5EF4-FFF2-40B4-BE49-F238E27FC236}">
                  <a16:creationId xmlns:a16="http://schemas.microsoft.com/office/drawing/2014/main" id="{C8317141-F139-4C45-8EDF-A8499C04E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1648"/>
              <a:ext cx="583" cy="765"/>
            </a:xfrm>
            <a:custGeom>
              <a:avLst/>
              <a:gdLst>
                <a:gd name="T0" fmla="*/ 95 w 233"/>
                <a:gd name="T1" fmla="*/ 2879 h 287"/>
                <a:gd name="T2" fmla="*/ 1679 w 233"/>
                <a:gd name="T3" fmla="*/ 93 h 287"/>
                <a:gd name="T4" fmla="*/ 3556 w 233"/>
                <a:gd name="T5" fmla="*/ 2580 h 287"/>
                <a:gd name="T6" fmla="*/ 1992 w 233"/>
                <a:gd name="T7" fmla="*/ 5358 h 287"/>
                <a:gd name="T8" fmla="*/ 95 w 233"/>
                <a:gd name="T9" fmla="*/ 2879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3" h="287">
                  <a:moveTo>
                    <a:pt x="6" y="152"/>
                  </a:moveTo>
                  <a:cubicBezTo>
                    <a:pt x="0" y="75"/>
                    <a:pt x="45" y="9"/>
                    <a:pt x="107" y="5"/>
                  </a:cubicBezTo>
                  <a:cubicBezTo>
                    <a:pt x="168" y="0"/>
                    <a:pt x="222" y="59"/>
                    <a:pt x="227" y="136"/>
                  </a:cubicBezTo>
                  <a:cubicBezTo>
                    <a:pt x="233" y="212"/>
                    <a:pt x="188" y="278"/>
                    <a:pt x="127" y="283"/>
                  </a:cubicBezTo>
                  <a:cubicBezTo>
                    <a:pt x="66" y="287"/>
                    <a:pt x="12" y="229"/>
                    <a:pt x="6" y="152"/>
                  </a:cubicBezTo>
                  <a:close/>
                </a:path>
              </a:pathLst>
            </a:custGeom>
            <a:solidFill>
              <a:srgbClr val="F6D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92" name="Freeform 143">
              <a:extLst>
                <a:ext uri="{FF2B5EF4-FFF2-40B4-BE49-F238E27FC236}">
                  <a16:creationId xmlns:a16="http://schemas.microsoft.com/office/drawing/2014/main" id="{CE7D5AF6-2BBA-40C1-9772-AEECFCC12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653"/>
              <a:ext cx="576" cy="758"/>
            </a:xfrm>
            <a:custGeom>
              <a:avLst/>
              <a:gdLst>
                <a:gd name="T0" fmla="*/ 95 w 230"/>
                <a:gd name="T1" fmla="*/ 2851 h 284"/>
                <a:gd name="T2" fmla="*/ 1650 w 230"/>
                <a:gd name="T3" fmla="*/ 77 h 284"/>
                <a:gd name="T4" fmla="*/ 3531 w 230"/>
                <a:gd name="T5" fmla="*/ 2552 h 284"/>
                <a:gd name="T6" fmla="*/ 1963 w 230"/>
                <a:gd name="T7" fmla="*/ 5306 h 284"/>
                <a:gd name="T8" fmla="*/ 95 w 230"/>
                <a:gd name="T9" fmla="*/ 2851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284">
                  <a:moveTo>
                    <a:pt x="6" y="150"/>
                  </a:moveTo>
                  <a:cubicBezTo>
                    <a:pt x="0" y="74"/>
                    <a:pt x="45" y="9"/>
                    <a:pt x="105" y="4"/>
                  </a:cubicBezTo>
                  <a:cubicBezTo>
                    <a:pt x="166" y="0"/>
                    <a:pt x="219" y="58"/>
                    <a:pt x="225" y="134"/>
                  </a:cubicBezTo>
                  <a:cubicBezTo>
                    <a:pt x="230" y="210"/>
                    <a:pt x="186" y="275"/>
                    <a:pt x="125" y="279"/>
                  </a:cubicBezTo>
                  <a:cubicBezTo>
                    <a:pt x="65" y="284"/>
                    <a:pt x="11" y="226"/>
                    <a:pt x="6" y="150"/>
                  </a:cubicBezTo>
                  <a:close/>
                </a:path>
              </a:pathLst>
            </a:custGeom>
            <a:solidFill>
              <a:srgbClr val="F7D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93" name="Freeform 144">
              <a:extLst>
                <a:ext uri="{FF2B5EF4-FFF2-40B4-BE49-F238E27FC236}">
                  <a16:creationId xmlns:a16="http://schemas.microsoft.com/office/drawing/2014/main" id="{2D51B3DB-0FDB-4030-B5B9-C37F3542B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659"/>
              <a:ext cx="568" cy="746"/>
            </a:xfrm>
            <a:custGeom>
              <a:avLst/>
              <a:gdLst>
                <a:gd name="T0" fmla="*/ 95 w 227"/>
                <a:gd name="T1" fmla="*/ 2798 h 280"/>
                <a:gd name="T2" fmla="*/ 1629 w 227"/>
                <a:gd name="T3" fmla="*/ 77 h 280"/>
                <a:gd name="T4" fmla="*/ 3476 w 227"/>
                <a:gd name="T5" fmla="*/ 2499 h 280"/>
                <a:gd name="T6" fmla="*/ 1942 w 227"/>
                <a:gd name="T7" fmla="*/ 5217 h 280"/>
                <a:gd name="T8" fmla="*/ 95 w 227"/>
                <a:gd name="T9" fmla="*/ 2798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280">
                  <a:moveTo>
                    <a:pt x="6" y="148"/>
                  </a:moveTo>
                  <a:cubicBezTo>
                    <a:pt x="0" y="73"/>
                    <a:pt x="44" y="8"/>
                    <a:pt x="104" y="4"/>
                  </a:cubicBezTo>
                  <a:cubicBezTo>
                    <a:pt x="164" y="0"/>
                    <a:pt x="216" y="57"/>
                    <a:pt x="222" y="132"/>
                  </a:cubicBezTo>
                  <a:cubicBezTo>
                    <a:pt x="227" y="207"/>
                    <a:pt x="183" y="271"/>
                    <a:pt x="124" y="276"/>
                  </a:cubicBezTo>
                  <a:cubicBezTo>
                    <a:pt x="64" y="280"/>
                    <a:pt x="11" y="223"/>
                    <a:pt x="6" y="148"/>
                  </a:cubicBezTo>
                  <a:close/>
                </a:path>
              </a:pathLst>
            </a:custGeom>
            <a:solidFill>
              <a:srgbClr val="F7D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94" name="Freeform 145">
              <a:extLst>
                <a:ext uri="{FF2B5EF4-FFF2-40B4-BE49-F238E27FC236}">
                  <a16:creationId xmlns:a16="http://schemas.microsoft.com/office/drawing/2014/main" id="{E78450EE-AA59-45F6-8C30-B43C375F1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661"/>
              <a:ext cx="561" cy="739"/>
            </a:xfrm>
            <a:custGeom>
              <a:avLst/>
              <a:gdLst>
                <a:gd name="T0" fmla="*/ 95 w 224"/>
                <a:gd name="T1" fmla="*/ 2791 h 277"/>
                <a:gd name="T2" fmla="*/ 1618 w 224"/>
                <a:gd name="T3" fmla="*/ 93 h 277"/>
                <a:gd name="T4" fmla="*/ 3436 w 224"/>
                <a:gd name="T5" fmla="*/ 2484 h 277"/>
                <a:gd name="T6" fmla="*/ 1918 w 224"/>
                <a:gd name="T7" fmla="*/ 5181 h 277"/>
                <a:gd name="T8" fmla="*/ 95 w 224"/>
                <a:gd name="T9" fmla="*/ 2791 h 2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277">
                  <a:moveTo>
                    <a:pt x="6" y="147"/>
                  </a:moveTo>
                  <a:cubicBezTo>
                    <a:pt x="0" y="72"/>
                    <a:pt x="44" y="9"/>
                    <a:pt x="103" y="5"/>
                  </a:cubicBezTo>
                  <a:cubicBezTo>
                    <a:pt x="162" y="0"/>
                    <a:pt x="214" y="57"/>
                    <a:pt x="219" y="131"/>
                  </a:cubicBezTo>
                  <a:cubicBezTo>
                    <a:pt x="224" y="205"/>
                    <a:pt x="181" y="269"/>
                    <a:pt x="122" y="273"/>
                  </a:cubicBezTo>
                  <a:cubicBezTo>
                    <a:pt x="63" y="277"/>
                    <a:pt x="11" y="221"/>
                    <a:pt x="6" y="147"/>
                  </a:cubicBezTo>
                  <a:close/>
                </a:path>
              </a:pathLst>
            </a:custGeom>
            <a:solidFill>
              <a:srgbClr val="F7D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95" name="Freeform 146">
              <a:extLst>
                <a:ext uri="{FF2B5EF4-FFF2-40B4-BE49-F238E27FC236}">
                  <a16:creationId xmlns:a16="http://schemas.microsoft.com/office/drawing/2014/main" id="{6A2D8AF7-E365-43B2-A0E9-0E3EAFF15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667"/>
              <a:ext cx="555" cy="730"/>
            </a:xfrm>
            <a:custGeom>
              <a:avLst/>
              <a:gdLst>
                <a:gd name="T0" fmla="*/ 95 w 222"/>
                <a:gd name="T1" fmla="*/ 2739 h 274"/>
                <a:gd name="T2" fmla="*/ 1583 w 222"/>
                <a:gd name="T3" fmla="*/ 77 h 274"/>
                <a:gd name="T4" fmla="*/ 3375 w 222"/>
                <a:gd name="T5" fmla="*/ 2440 h 274"/>
                <a:gd name="T6" fmla="*/ 1895 w 222"/>
                <a:gd name="T7" fmla="*/ 5089 h 274"/>
                <a:gd name="T8" fmla="*/ 95 w 222"/>
                <a:gd name="T9" fmla="*/ 2739 h 2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274">
                  <a:moveTo>
                    <a:pt x="6" y="145"/>
                  </a:moveTo>
                  <a:cubicBezTo>
                    <a:pt x="0" y="71"/>
                    <a:pt x="43" y="9"/>
                    <a:pt x="101" y="4"/>
                  </a:cubicBezTo>
                  <a:cubicBezTo>
                    <a:pt x="160" y="0"/>
                    <a:pt x="211" y="56"/>
                    <a:pt x="216" y="129"/>
                  </a:cubicBezTo>
                  <a:cubicBezTo>
                    <a:pt x="222" y="202"/>
                    <a:pt x="179" y="265"/>
                    <a:pt x="121" y="269"/>
                  </a:cubicBezTo>
                  <a:cubicBezTo>
                    <a:pt x="62" y="274"/>
                    <a:pt x="11" y="218"/>
                    <a:pt x="6" y="145"/>
                  </a:cubicBezTo>
                  <a:close/>
                </a:path>
              </a:pathLst>
            </a:custGeom>
            <a:solidFill>
              <a:srgbClr val="F7D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96" name="Freeform 147">
              <a:extLst>
                <a:ext uri="{FF2B5EF4-FFF2-40B4-BE49-F238E27FC236}">
                  <a16:creationId xmlns:a16="http://schemas.microsoft.com/office/drawing/2014/main" id="{112871ED-0A20-4221-BC32-93614E9D3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672"/>
              <a:ext cx="548" cy="720"/>
            </a:xfrm>
            <a:custGeom>
              <a:avLst/>
              <a:gdLst>
                <a:gd name="T0" fmla="*/ 83 w 219"/>
                <a:gd name="T1" fmla="*/ 2709 h 270"/>
                <a:gd name="T2" fmla="*/ 1566 w 219"/>
                <a:gd name="T3" fmla="*/ 77 h 270"/>
                <a:gd name="T4" fmla="*/ 3351 w 219"/>
                <a:gd name="T5" fmla="*/ 2411 h 270"/>
                <a:gd name="T6" fmla="*/ 1867 w 219"/>
                <a:gd name="T7" fmla="*/ 5043 h 270"/>
                <a:gd name="T8" fmla="*/ 83 w 219"/>
                <a:gd name="T9" fmla="*/ 2709 h 2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270">
                  <a:moveTo>
                    <a:pt x="5" y="143"/>
                  </a:moveTo>
                  <a:cubicBezTo>
                    <a:pt x="0" y="70"/>
                    <a:pt x="43" y="8"/>
                    <a:pt x="100" y="4"/>
                  </a:cubicBezTo>
                  <a:cubicBezTo>
                    <a:pt x="158" y="0"/>
                    <a:pt x="208" y="55"/>
                    <a:pt x="214" y="127"/>
                  </a:cubicBezTo>
                  <a:cubicBezTo>
                    <a:pt x="219" y="200"/>
                    <a:pt x="177" y="262"/>
                    <a:pt x="119" y="266"/>
                  </a:cubicBezTo>
                  <a:cubicBezTo>
                    <a:pt x="62" y="270"/>
                    <a:pt x="11" y="215"/>
                    <a:pt x="5" y="143"/>
                  </a:cubicBezTo>
                  <a:close/>
                </a:path>
              </a:pathLst>
            </a:custGeom>
            <a:solidFill>
              <a:srgbClr val="F7D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97" name="Freeform 148">
              <a:extLst>
                <a:ext uri="{FF2B5EF4-FFF2-40B4-BE49-F238E27FC236}">
                  <a16:creationId xmlns:a16="http://schemas.microsoft.com/office/drawing/2014/main" id="{1972C5FC-3A2B-4F00-A1FC-E664D356E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677"/>
              <a:ext cx="540" cy="710"/>
            </a:xfrm>
            <a:custGeom>
              <a:avLst/>
              <a:gdLst>
                <a:gd name="T0" fmla="*/ 83 w 216"/>
                <a:gd name="T1" fmla="*/ 2664 h 266"/>
                <a:gd name="T2" fmla="*/ 1550 w 216"/>
                <a:gd name="T3" fmla="*/ 77 h 266"/>
                <a:gd name="T4" fmla="*/ 3300 w 216"/>
                <a:gd name="T5" fmla="*/ 2394 h 266"/>
                <a:gd name="T6" fmla="*/ 1845 w 216"/>
                <a:gd name="T7" fmla="*/ 4981 h 266"/>
                <a:gd name="T8" fmla="*/ 83 w 216"/>
                <a:gd name="T9" fmla="*/ 2664 h 2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66">
                  <a:moveTo>
                    <a:pt x="5" y="140"/>
                  </a:moveTo>
                  <a:cubicBezTo>
                    <a:pt x="0" y="69"/>
                    <a:pt x="42" y="8"/>
                    <a:pt x="99" y="4"/>
                  </a:cubicBezTo>
                  <a:cubicBezTo>
                    <a:pt x="156" y="0"/>
                    <a:pt x="206" y="54"/>
                    <a:pt x="211" y="126"/>
                  </a:cubicBezTo>
                  <a:cubicBezTo>
                    <a:pt x="216" y="197"/>
                    <a:pt x="174" y="258"/>
                    <a:pt x="118" y="262"/>
                  </a:cubicBezTo>
                  <a:cubicBezTo>
                    <a:pt x="61" y="266"/>
                    <a:pt x="11" y="212"/>
                    <a:pt x="5" y="140"/>
                  </a:cubicBezTo>
                  <a:close/>
                </a:path>
              </a:pathLst>
            </a:custGeom>
            <a:solidFill>
              <a:srgbClr val="F7D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98" name="Freeform 149">
              <a:extLst>
                <a:ext uri="{FF2B5EF4-FFF2-40B4-BE49-F238E27FC236}">
                  <a16:creationId xmlns:a16="http://schemas.microsoft.com/office/drawing/2014/main" id="{BC0B8FD8-B975-49B1-9654-2D63F15F2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680"/>
              <a:ext cx="533" cy="704"/>
            </a:xfrm>
            <a:custGeom>
              <a:avLst/>
              <a:gdLst>
                <a:gd name="T0" fmla="*/ 83 w 213"/>
                <a:gd name="T1" fmla="*/ 2637 h 264"/>
                <a:gd name="T2" fmla="*/ 1521 w 213"/>
                <a:gd name="T3" fmla="*/ 77 h 264"/>
                <a:gd name="T4" fmla="*/ 3256 w 213"/>
                <a:gd name="T5" fmla="*/ 2368 h 264"/>
                <a:gd name="T6" fmla="*/ 1817 w 213"/>
                <a:gd name="T7" fmla="*/ 4928 h 264"/>
                <a:gd name="T8" fmla="*/ 83 w 213"/>
                <a:gd name="T9" fmla="*/ 2637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264">
                  <a:moveTo>
                    <a:pt x="5" y="139"/>
                  </a:moveTo>
                  <a:cubicBezTo>
                    <a:pt x="0" y="69"/>
                    <a:pt x="41" y="9"/>
                    <a:pt x="97" y="4"/>
                  </a:cubicBezTo>
                  <a:cubicBezTo>
                    <a:pt x="154" y="0"/>
                    <a:pt x="203" y="54"/>
                    <a:pt x="208" y="125"/>
                  </a:cubicBezTo>
                  <a:cubicBezTo>
                    <a:pt x="213" y="195"/>
                    <a:pt x="172" y="256"/>
                    <a:pt x="116" y="260"/>
                  </a:cubicBezTo>
                  <a:cubicBezTo>
                    <a:pt x="60" y="264"/>
                    <a:pt x="10" y="210"/>
                    <a:pt x="5" y="139"/>
                  </a:cubicBezTo>
                  <a:close/>
                </a:path>
              </a:pathLst>
            </a:custGeom>
            <a:solidFill>
              <a:srgbClr val="F7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99" name="Freeform 150">
              <a:extLst>
                <a:ext uri="{FF2B5EF4-FFF2-40B4-BE49-F238E27FC236}">
                  <a16:creationId xmlns:a16="http://schemas.microsoft.com/office/drawing/2014/main" id="{F55DC762-937F-4167-8F53-79C0AFDBA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685"/>
              <a:ext cx="528" cy="694"/>
            </a:xfrm>
            <a:custGeom>
              <a:avLst/>
              <a:gdLst>
                <a:gd name="T0" fmla="*/ 83 w 211"/>
                <a:gd name="T1" fmla="*/ 2608 h 260"/>
                <a:gd name="T2" fmla="*/ 1504 w 211"/>
                <a:gd name="T3" fmla="*/ 77 h 260"/>
                <a:gd name="T4" fmla="*/ 3213 w 211"/>
                <a:gd name="T5" fmla="*/ 2338 h 260"/>
                <a:gd name="T6" fmla="*/ 1784 w 211"/>
                <a:gd name="T7" fmla="*/ 4866 h 260"/>
                <a:gd name="T8" fmla="*/ 83 w 211"/>
                <a:gd name="T9" fmla="*/ 2608 h 2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1" h="260">
                  <a:moveTo>
                    <a:pt x="5" y="137"/>
                  </a:moveTo>
                  <a:cubicBezTo>
                    <a:pt x="0" y="68"/>
                    <a:pt x="41" y="8"/>
                    <a:pt x="96" y="4"/>
                  </a:cubicBezTo>
                  <a:cubicBezTo>
                    <a:pt x="151" y="0"/>
                    <a:pt x="200" y="53"/>
                    <a:pt x="205" y="123"/>
                  </a:cubicBezTo>
                  <a:cubicBezTo>
                    <a:pt x="211" y="192"/>
                    <a:pt x="170" y="252"/>
                    <a:pt x="114" y="256"/>
                  </a:cubicBezTo>
                  <a:cubicBezTo>
                    <a:pt x="59" y="260"/>
                    <a:pt x="10" y="207"/>
                    <a:pt x="5" y="137"/>
                  </a:cubicBezTo>
                  <a:close/>
                </a:path>
              </a:pathLst>
            </a:custGeom>
            <a:solidFill>
              <a:srgbClr val="F7D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00" name="Freeform 151">
              <a:extLst>
                <a:ext uri="{FF2B5EF4-FFF2-40B4-BE49-F238E27FC236}">
                  <a16:creationId xmlns:a16="http://schemas.microsoft.com/office/drawing/2014/main" id="{0AD890BD-CA26-41DC-8135-30DFAC962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691"/>
              <a:ext cx="521" cy="685"/>
            </a:xfrm>
            <a:custGeom>
              <a:avLst/>
              <a:gdLst>
                <a:gd name="T0" fmla="*/ 83 w 208"/>
                <a:gd name="T1" fmla="*/ 2559 h 257"/>
                <a:gd name="T2" fmla="*/ 1493 w 208"/>
                <a:gd name="T3" fmla="*/ 77 h 257"/>
                <a:gd name="T4" fmla="*/ 3186 w 208"/>
                <a:gd name="T5" fmla="*/ 2295 h 257"/>
                <a:gd name="T6" fmla="*/ 1776 w 208"/>
                <a:gd name="T7" fmla="*/ 4787 h 257"/>
                <a:gd name="T8" fmla="*/ 83 w 208"/>
                <a:gd name="T9" fmla="*/ 2559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257">
                  <a:moveTo>
                    <a:pt x="5" y="135"/>
                  </a:moveTo>
                  <a:cubicBezTo>
                    <a:pt x="0" y="67"/>
                    <a:pt x="40" y="8"/>
                    <a:pt x="95" y="4"/>
                  </a:cubicBezTo>
                  <a:cubicBezTo>
                    <a:pt x="149" y="0"/>
                    <a:pt x="198" y="52"/>
                    <a:pt x="203" y="121"/>
                  </a:cubicBezTo>
                  <a:cubicBezTo>
                    <a:pt x="208" y="190"/>
                    <a:pt x="168" y="249"/>
                    <a:pt x="113" y="253"/>
                  </a:cubicBezTo>
                  <a:cubicBezTo>
                    <a:pt x="58" y="257"/>
                    <a:pt x="10" y="204"/>
                    <a:pt x="5" y="135"/>
                  </a:cubicBezTo>
                  <a:close/>
                </a:path>
              </a:pathLst>
            </a:custGeom>
            <a:solidFill>
              <a:srgbClr val="F7D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01" name="Freeform 152">
              <a:extLst>
                <a:ext uri="{FF2B5EF4-FFF2-40B4-BE49-F238E27FC236}">
                  <a16:creationId xmlns:a16="http://schemas.microsoft.com/office/drawing/2014/main" id="{30D5168C-98B6-4812-8E38-410BE54FA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696"/>
              <a:ext cx="513" cy="675"/>
            </a:xfrm>
            <a:custGeom>
              <a:avLst/>
              <a:gdLst>
                <a:gd name="T0" fmla="*/ 83 w 205"/>
                <a:gd name="T1" fmla="*/ 2527 h 253"/>
                <a:gd name="T2" fmla="*/ 1471 w 205"/>
                <a:gd name="T3" fmla="*/ 77 h 253"/>
                <a:gd name="T4" fmla="*/ 3131 w 205"/>
                <a:gd name="T5" fmla="*/ 2257 h 253"/>
                <a:gd name="T6" fmla="*/ 1742 w 205"/>
                <a:gd name="T7" fmla="*/ 4728 h 253"/>
                <a:gd name="T8" fmla="*/ 83 w 205"/>
                <a:gd name="T9" fmla="*/ 2527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53">
                  <a:moveTo>
                    <a:pt x="5" y="133"/>
                  </a:moveTo>
                  <a:cubicBezTo>
                    <a:pt x="0" y="66"/>
                    <a:pt x="40" y="8"/>
                    <a:pt x="94" y="4"/>
                  </a:cubicBezTo>
                  <a:cubicBezTo>
                    <a:pt x="147" y="0"/>
                    <a:pt x="195" y="51"/>
                    <a:pt x="200" y="119"/>
                  </a:cubicBezTo>
                  <a:cubicBezTo>
                    <a:pt x="205" y="187"/>
                    <a:pt x="165" y="245"/>
                    <a:pt x="111" y="249"/>
                  </a:cubicBezTo>
                  <a:cubicBezTo>
                    <a:pt x="57" y="253"/>
                    <a:pt x="10" y="201"/>
                    <a:pt x="5" y="133"/>
                  </a:cubicBezTo>
                  <a:close/>
                </a:path>
              </a:pathLst>
            </a:custGeom>
            <a:solidFill>
              <a:srgbClr val="F7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02" name="Freeform 153">
              <a:extLst>
                <a:ext uri="{FF2B5EF4-FFF2-40B4-BE49-F238E27FC236}">
                  <a16:creationId xmlns:a16="http://schemas.microsoft.com/office/drawing/2014/main" id="{C727E6A4-EE5D-46BD-B385-7BE20A482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699"/>
              <a:ext cx="506" cy="666"/>
            </a:xfrm>
            <a:custGeom>
              <a:avLst/>
              <a:gdLst>
                <a:gd name="T0" fmla="*/ 83 w 202"/>
                <a:gd name="T1" fmla="*/ 2499 h 250"/>
                <a:gd name="T2" fmla="*/ 1443 w 202"/>
                <a:gd name="T3" fmla="*/ 77 h 250"/>
                <a:gd name="T4" fmla="*/ 3094 w 202"/>
                <a:gd name="T5" fmla="*/ 2227 h 250"/>
                <a:gd name="T6" fmla="*/ 1731 w 202"/>
                <a:gd name="T7" fmla="*/ 4649 h 250"/>
                <a:gd name="T8" fmla="*/ 83 w 202"/>
                <a:gd name="T9" fmla="*/ 2499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2" h="250">
                  <a:moveTo>
                    <a:pt x="5" y="132"/>
                  </a:moveTo>
                  <a:cubicBezTo>
                    <a:pt x="0" y="65"/>
                    <a:pt x="39" y="8"/>
                    <a:pt x="92" y="4"/>
                  </a:cubicBezTo>
                  <a:cubicBezTo>
                    <a:pt x="145" y="0"/>
                    <a:pt x="192" y="52"/>
                    <a:pt x="197" y="118"/>
                  </a:cubicBezTo>
                  <a:cubicBezTo>
                    <a:pt x="202" y="185"/>
                    <a:pt x="163" y="243"/>
                    <a:pt x="110" y="246"/>
                  </a:cubicBezTo>
                  <a:cubicBezTo>
                    <a:pt x="57" y="250"/>
                    <a:pt x="10" y="199"/>
                    <a:pt x="5" y="132"/>
                  </a:cubicBezTo>
                  <a:close/>
                </a:path>
              </a:pathLst>
            </a:custGeom>
            <a:solidFill>
              <a:srgbClr val="F7D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03" name="Freeform 154">
              <a:extLst>
                <a:ext uri="{FF2B5EF4-FFF2-40B4-BE49-F238E27FC236}">
                  <a16:creationId xmlns:a16="http://schemas.microsoft.com/office/drawing/2014/main" id="{8212EFB0-B812-42D7-930C-F991B844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704"/>
              <a:ext cx="498" cy="659"/>
            </a:xfrm>
            <a:custGeom>
              <a:avLst/>
              <a:gdLst>
                <a:gd name="T0" fmla="*/ 83 w 199"/>
                <a:gd name="T1" fmla="*/ 2471 h 247"/>
                <a:gd name="T2" fmla="*/ 1429 w 199"/>
                <a:gd name="T3" fmla="*/ 77 h 247"/>
                <a:gd name="T4" fmla="*/ 3056 w 199"/>
                <a:gd name="T5" fmla="*/ 2220 h 247"/>
                <a:gd name="T6" fmla="*/ 1692 w 199"/>
                <a:gd name="T7" fmla="*/ 4613 h 247"/>
                <a:gd name="T8" fmla="*/ 83 w 199"/>
                <a:gd name="T9" fmla="*/ 2471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247">
                  <a:moveTo>
                    <a:pt x="5" y="130"/>
                  </a:moveTo>
                  <a:cubicBezTo>
                    <a:pt x="0" y="64"/>
                    <a:pt x="39" y="8"/>
                    <a:pt x="91" y="4"/>
                  </a:cubicBezTo>
                  <a:cubicBezTo>
                    <a:pt x="143" y="0"/>
                    <a:pt x="190" y="51"/>
                    <a:pt x="195" y="117"/>
                  </a:cubicBezTo>
                  <a:cubicBezTo>
                    <a:pt x="199" y="182"/>
                    <a:pt x="161" y="239"/>
                    <a:pt x="108" y="243"/>
                  </a:cubicBezTo>
                  <a:cubicBezTo>
                    <a:pt x="56" y="247"/>
                    <a:pt x="9" y="196"/>
                    <a:pt x="5" y="130"/>
                  </a:cubicBezTo>
                  <a:close/>
                </a:path>
              </a:pathLst>
            </a:custGeom>
            <a:solidFill>
              <a:srgbClr val="F7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04" name="Freeform 155">
              <a:extLst>
                <a:ext uri="{FF2B5EF4-FFF2-40B4-BE49-F238E27FC236}">
                  <a16:creationId xmlns:a16="http://schemas.microsoft.com/office/drawing/2014/main" id="{452C0F5D-73F4-4E1A-8235-628ED1802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709"/>
              <a:ext cx="493" cy="648"/>
            </a:xfrm>
            <a:custGeom>
              <a:avLst/>
              <a:gdLst>
                <a:gd name="T0" fmla="*/ 83 w 197"/>
                <a:gd name="T1" fmla="*/ 2424 h 243"/>
                <a:gd name="T2" fmla="*/ 1409 w 197"/>
                <a:gd name="T3" fmla="*/ 77 h 243"/>
                <a:gd name="T4" fmla="*/ 3006 w 197"/>
                <a:gd name="T5" fmla="*/ 2184 h 243"/>
                <a:gd name="T6" fmla="*/ 1679 w 197"/>
                <a:gd name="T7" fmla="*/ 4531 h 243"/>
                <a:gd name="T8" fmla="*/ 83 w 197"/>
                <a:gd name="T9" fmla="*/ 2424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243">
                  <a:moveTo>
                    <a:pt x="5" y="128"/>
                  </a:moveTo>
                  <a:cubicBezTo>
                    <a:pt x="0" y="63"/>
                    <a:pt x="38" y="7"/>
                    <a:pt x="90" y="4"/>
                  </a:cubicBezTo>
                  <a:cubicBezTo>
                    <a:pt x="141" y="0"/>
                    <a:pt x="187" y="50"/>
                    <a:pt x="192" y="115"/>
                  </a:cubicBezTo>
                  <a:cubicBezTo>
                    <a:pt x="197" y="180"/>
                    <a:pt x="159" y="235"/>
                    <a:pt x="107" y="239"/>
                  </a:cubicBezTo>
                  <a:cubicBezTo>
                    <a:pt x="55" y="243"/>
                    <a:pt x="9" y="193"/>
                    <a:pt x="5" y="128"/>
                  </a:cubicBezTo>
                  <a:close/>
                </a:path>
              </a:pathLst>
            </a:custGeom>
            <a:solidFill>
              <a:srgbClr val="F7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05" name="Freeform 156">
              <a:extLst>
                <a:ext uri="{FF2B5EF4-FFF2-40B4-BE49-F238E27FC236}">
                  <a16:creationId xmlns:a16="http://schemas.microsoft.com/office/drawing/2014/main" id="{891C76D7-777C-4C54-B225-76E19C020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715"/>
              <a:ext cx="485" cy="637"/>
            </a:xfrm>
            <a:custGeom>
              <a:avLst/>
              <a:gdLst>
                <a:gd name="T0" fmla="*/ 63 w 194"/>
                <a:gd name="T1" fmla="*/ 2388 h 239"/>
                <a:gd name="T2" fmla="*/ 1375 w 194"/>
                <a:gd name="T3" fmla="*/ 56 h 239"/>
                <a:gd name="T4" fmla="*/ 2958 w 194"/>
                <a:gd name="T5" fmla="*/ 2138 h 239"/>
                <a:gd name="T6" fmla="*/ 1645 w 194"/>
                <a:gd name="T7" fmla="*/ 4467 h 239"/>
                <a:gd name="T8" fmla="*/ 63 w 194"/>
                <a:gd name="T9" fmla="*/ 2388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239">
                  <a:moveTo>
                    <a:pt x="4" y="126"/>
                  </a:moveTo>
                  <a:cubicBezTo>
                    <a:pt x="0" y="62"/>
                    <a:pt x="37" y="7"/>
                    <a:pt x="88" y="3"/>
                  </a:cubicBezTo>
                  <a:cubicBezTo>
                    <a:pt x="139" y="0"/>
                    <a:pt x="185" y="49"/>
                    <a:pt x="189" y="113"/>
                  </a:cubicBezTo>
                  <a:cubicBezTo>
                    <a:pt x="194" y="177"/>
                    <a:pt x="156" y="232"/>
                    <a:pt x="105" y="236"/>
                  </a:cubicBezTo>
                  <a:cubicBezTo>
                    <a:pt x="54" y="239"/>
                    <a:pt x="9" y="190"/>
                    <a:pt x="4" y="126"/>
                  </a:cubicBezTo>
                  <a:close/>
                </a:path>
              </a:pathLst>
            </a:custGeom>
            <a:solidFill>
              <a:srgbClr val="F7D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06" name="Freeform 157">
              <a:extLst>
                <a:ext uri="{FF2B5EF4-FFF2-40B4-BE49-F238E27FC236}">
                  <a16:creationId xmlns:a16="http://schemas.microsoft.com/office/drawing/2014/main" id="{0DB47D0A-DE3F-4BDE-A81E-F38F8B8A8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720"/>
              <a:ext cx="478" cy="629"/>
            </a:xfrm>
            <a:custGeom>
              <a:avLst/>
              <a:gdLst>
                <a:gd name="T0" fmla="*/ 63 w 191"/>
                <a:gd name="T1" fmla="*/ 2345 h 236"/>
                <a:gd name="T2" fmla="*/ 1366 w 191"/>
                <a:gd name="T3" fmla="*/ 56 h 236"/>
                <a:gd name="T4" fmla="*/ 2913 w 191"/>
                <a:gd name="T5" fmla="*/ 2103 h 236"/>
                <a:gd name="T6" fmla="*/ 1629 w 191"/>
                <a:gd name="T7" fmla="*/ 4390 h 236"/>
                <a:gd name="T8" fmla="*/ 63 w 191"/>
                <a:gd name="T9" fmla="*/ 2345 h 2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236">
                  <a:moveTo>
                    <a:pt x="4" y="124"/>
                  </a:moveTo>
                  <a:cubicBezTo>
                    <a:pt x="0" y="61"/>
                    <a:pt x="37" y="7"/>
                    <a:pt x="87" y="3"/>
                  </a:cubicBezTo>
                  <a:cubicBezTo>
                    <a:pt x="137" y="0"/>
                    <a:pt x="182" y="48"/>
                    <a:pt x="186" y="111"/>
                  </a:cubicBezTo>
                  <a:cubicBezTo>
                    <a:pt x="191" y="174"/>
                    <a:pt x="154" y="228"/>
                    <a:pt x="104" y="232"/>
                  </a:cubicBezTo>
                  <a:cubicBezTo>
                    <a:pt x="53" y="236"/>
                    <a:pt x="9" y="187"/>
                    <a:pt x="4" y="124"/>
                  </a:cubicBezTo>
                  <a:close/>
                </a:path>
              </a:pathLst>
            </a:custGeom>
            <a:solidFill>
              <a:srgbClr val="F7DB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07" name="Freeform 158">
              <a:extLst>
                <a:ext uri="{FF2B5EF4-FFF2-40B4-BE49-F238E27FC236}">
                  <a16:creationId xmlns:a16="http://schemas.microsoft.com/office/drawing/2014/main" id="{C26D05F4-EB7F-449E-BB88-C675E9B9E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723"/>
              <a:ext cx="470" cy="621"/>
            </a:xfrm>
            <a:custGeom>
              <a:avLst/>
              <a:gdLst>
                <a:gd name="T0" fmla="*/ 63 w 188"/>
                <a:gd name="T1" fmla="*/ 2329 h 233"/>
                <a:gd name="T2" fmla="*/ 1345 w 188"/>
                <a:gd name="T3" fmla="*/ 77 h 233"/>
                <a:gd name="T4" fmla="*/ 2875 w 188"/>
                <a:gd name="T5" fmla="*/ 2082 h 233"/>
                <a:gd name="T6" fmla="*/ 1595 w 188"/>
                <a:gd name="T7" fmla="*/ 4355 h 233"/>
                <a:gd name="T8" fmla="*/ 63 w 188"/>
                <a:gd name="T9" fmla="*/ 2329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233">
                  <a:moveTo>
                    <a:pt x="4" y="123"/>
                  </a:moveTo>
                  <a:cubicBezTo>
                    <a:pt x="0" y="61"/>
                    <a:pt x="36" y="7"/>
                    <a:pt x="86" y="4"/>
                  </a:cubicBezTo>
                  <a:cubicBezTo>
                    <a:pt x="135" y="0"/>
                    <a:pt x="179" y="48"/>
                    <a:pt x="184" y="110"/>
                  </a:cubicBezTo>
                  <a:cubicBezTo>
                    <a:pt x="188" y="172"/>
                    <a:pt x="152" y="226"/>
                    <a:pt x="102" y="230"/>
                  </a:cubicBezTo>
                  <a:cubicBezTo>
                    <a:pt x="53" y="233"/>
                    <a:pt x="9" y="186"/>
                    <a:pt x="4" y="123"/>
                  </a:cubicBezTo>
                  <a:close/>
                </a:path>
              </a:pathLst>
            </a:custGeom>
            <a:solidFill>
              <a:srgbClr val="F7D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08" name="Freeform 159">
              <a:extLst>
                <a:ext uri="{FF2B5EF4-FFF2-40B4-BE49-F238E27FC236}">
                  <a16:creationId xmlns:a16="http://schemas.microsoft.com/office/drawing/2014/main" id="{80F37698-F2ED-4E4A-BF30-B1373761F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728"/>
              <a:ext cx="463" cy="611"/>
            </a:xfrm>
            <a:custGeom>
              <a:avLst/>
              <a:gdLst>
                <a:gd name="T0" fmla="*/ 63 w 185"/>
                <a:gd name="T1" fmla="*/ 2300 h 229"/>
                <a:gd name="T2" fmla="*/ 1334 w 185"/>
                <a:gd name="T3" fmla="*/ 77 h 229"/>
                <a:gd name="T4" fmla="*/ 2838 w 185"/>
                <a:gd name="T5" fmla="*/ 2049 h 229"/>
                <a:gd name="T6" fmla="*/ 1584 w 185"/>
                <a:gd name="T7" fmla="*/ 4293 h 229"/>
                <a:gd name="T8" fmla="*/ 63 w 185"/>
                <a:gd name="T9" fmla="*/ 2300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229">
                  <a:moveTo>
                    <a:pt x="4" y="121"/>
                  </a:moveTo>
                  <a:cubicBezTo>
                    <a:pt x="0" y="60"/>
                    <a:pt x="36" y="7"/>
                    <a:pt x="85" y="4"/>
                  </a:cubicBezTo>
                  <a:cubicBezTo>
                    <a:pt x="133" y="0"/>
                    <a:pt x="177" y="47"/>
                    <a:pt x="181" y="108"/>
                  </a:cubicBezTo>
                  <a:cubicBezTo>
                    <a:pt x="185" y="170"/>
                    <a:pt x="149" y="222"/>
                    <a:pt x="101" y="226"/>
                  </a:cubicBezTo>
                  <a:cubicBezTo>
                    <a:pt x="52" y="229"/>
                    <a:pt x="9" y="183"/>
                    <a:pt x="4" y="121"/>
                  </a:cubicBezTo>
                  <a:close/>
                </a:path>
              </a:pathLst>
            </a:custGeom>
            <a:solidFill>
              <a:srgbClr val="F7D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09" name="Freeform 160">
              <a:extLst>
                <a:ext uri="{FF2B5EF4-FFF2-40B4-BE49-F238E27FC236}">
                  <a16:creationId xmlns:a16="http://schemas.microsoft.com/office/drawing/2014/main" id="{9751DA6E-A329-4609-9675-2A2C5D53B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733"/>
              <a:ext cx="458" cy="603"/>
            </a:xfrm>
            <a:custGeom>
              <a:avLst/>
              <a:gdLst>
                <a:gd name="T0" fmla="*/ 63 w 183"/>
                <a:gd name="T1" fmla="*/ 2263 h 226"/>
                <a:gd name="T2" fmla="*/ 1304 w 183"/>
                <a:gd name="T3" fmla="*/ 56 h 226"/>
                <a:gd name="T4" fmla="*/ 2788 w 183"/>
                <a:gd name="T5" fmla="*/ 2014 h 226"/>
                <a:gd name="T6" fmla="*/ 1554 w 183"/>
                <a:gd name="T7" fmla="*/ 4216 h 226"/>
                <a:gd name="T8" fmla="*/ 63 w 183"/>
                <a:gd name="T9" fmla="*/ 2263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226">
                  <a:moveTo>
                    <a:pt x="4" y="119"/>
                  </a:moveTo>
                  <a:cubicBezTo>
                    <a:pt x="0" y="59"/>
                    <a:pt x="35" y="7"/>
                    <a:pt x="83" y="3"/>
                  </a:cubicBezTo>
                  <a:cubicBezTo>
                    <a:pt x="131" y="0"/>
                    <a:pt x="174" y="46"/>
                    <a:pt x="178" y="106"/>
                  </a:cubicBezTo>
                  <a:cubicBezTo>
                    <a:pt x="183" y="167"/>
                    <a:pt x="147" y="219"/>
                    <a:pt x="99" y="222"/>
                  </a:cubicBezTo>
                  <a:cubicBezTo>
                    <a:pt x="51" y="226"/>
                    <a:pt x="8" y="180"/>
                    <a:pt x="4" y="119"/>
                  </a:cubicBezTo>
                  <a:close/>
                </a:path>
              </a:pathLst>
            </a:custGeom>
            <a:solidFill>
              <a:srgbClr val="F7D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10" name="Freeform 161">
              <a:extLst>
                <a:ext uri="{FF2B5EF4-FFF2-40B4-BE49-F238E27FC236}">
                  <a16:creationId xmlns:a16="http://schemas.microsoft.com/office/drawing/2014/main" id="{F7CA4349-90B7-410C-A982-378D752A8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739"/>
              <a:ext cx="451" cy="592"/>
            </a:xfrm>
            <a:custGeom>
              <a:avLst/>
              <a:gdLst>
                <a:gd name="T0" fmla="*/ 63 w 180"/>
                <a:gd name="T1" fmla="*/ 2219 h 222"/>
                <a:gd name="T2" fmla="*/ 1288 w 180"/>
                <a:gd name="T3" fmla="*/ 56 h 222"/>
                <a:gd name="T4" fmla="*/ 2769 w 180"/>
                <a:gd name="T5" fmla="*/ 1992 h 222"/>
                <a:gd name="T6" fmla="*/ 1543 w 180"/>
                <a:gd name="T7" fmla="*/ 4152 h 222"/>
                <a:gd name="T8" fmla="*/ 63 w 180"/>
                <a:gd name="T9" fmla="*/ 2219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222">
                  <a:moveTo>
                    <a:pt x="4" y="117"/>
                  </a:moveTo>
                  <a:cubicBezTo>
                    <a:pt x="0" y="58"/>
                    <a:pt x="35" y="6"/>
                    <a:pt x="82" y="3"/>
                  </a:cubicBezTo>
                  <a:cubicBezTo>
                    <a:pt x="129" y="0"/>
                    <a:pt x="171" y="45"/>
                    <a:pt x="176" y="105"/>
                  </a:cubicBezTo>
                  <a:cubicBezTo>
                    <a:pt x="180" y="164"/>
                    <a:pt x="145" y="215"/>
                    <a:pt x="98" y="219"/>
                  </a:cubicBezTo>
                  <a:cubicBezTo>
                    <a:pt x="50" y="222"/>
                    <a:pt x="8" y="177"/>
                    <a:pt x="4" y="117"/>
                  </a:cubicBezTo>
                  <a:close/>
                </a:path>
              </a:pathLst>
            </a:custGeom>
            <a:solidFill>
              <a:srgbClr val="F7D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11" name="Freeform 162">
              <a:extLst>
                <a:ext uri="{FF2B5EF4-FFF2-40B4-BE49-F238E27FC236}">
                  <a16:creationId xmlns:a16="http://schemas.microsoft.com/office/drawing/2014/main" id="{5EDFD33F-BEF6-4D02-819A-5B59B0827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741"/>
              <a:ext cx="443" cy="587"/>
            </a:xfrm>
            <a:custGeom>
              <a:avLst/>
              <a:gdLst>
                <a:gd name="T0" fmla="*/ 63 w 177"/>
                <a:gd name="T1" fmla="*/ 2207 h 220"/>
                <a:gd name="T2" fmla="*/ 1271 w 177"/>
                <a:gd name="T3" fmla="*/ 77 h 220"/>
                <a:gd name="T4" fmla="*/ 2713 w 177"/>
                <a:gd name="T5" fmla="*/ 1972 h 220"/>
                <a:gd name="T6" fmla="*/ 1504 w 177"/>
                <a:gd name="T7" fmla="*/ 4101 h 220"/>
                <a:gd name="T8" fmla="*/ 63 w 177"/>
                <a:gd name="T9" fmla="*/ 220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20">
                  <a:moveTo>
                    <a:pt x="4" y="116"/>
                  </a:moveTo>
                  <a:cubicBezTo>
                    <a:pt x="0" y="57"/>
                    <a:pt x="34" y="7"/>
                    <a:pt x="81" y="4"/>
                  </a:cubicBezTo>
                  <a:cubicBezTo>
                    <a:pt x="127" y="0"/>
                    <a:pt x="169" y="45"/>
                    <a:pt x="173" y="104"/>
                  </a:cubicBezTo>
                  <a:cubicBezTo>
                    <a:pt x="177" y="162"/>
                    <a:pt x="143" y="213"/>
                    <a:pt x="96" y="216"/>
                  </a:cubicBezTo>
                  <a:cubicBezTo>
                    <a:pt x="49" y="220"/>
                    <a:pt x="8" y="175"/>
                    <a:pt x="4" y="116"/>
                  </a:cubicBezTo>
                  <a:close/>
                </a:path>
              </a:pathLst>
            </a:custGeom>
            <a:solidFill>
              <a:srgbClr val="F7D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12" name="Freeform 163">
              <a:extLst>
                <a:ext uri="{FF2B5EF4-FFF2-40B4-BE49-F238E27FC236}">
                  <a16:creationId xmlns:a16="http://schemas.microsoft.com/office/drawing/2014/main" id="{64947B30-83FB-46CD-A790-93A057E0B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747"/>
              <a:ext cx="436" cy="576"/>
            </a:xfrm>
            <a:custGeom>
              <a:avLst/>
              <a:gdLst>
                <a:gd name="T0" fmla="*/ 63 w 174"/>
                <a:gd name="T1" fmla="*/ 2163 h 216"/>
                <a:gd name="T2" fmla="*/ 1243 w 174"/>
                <a:gd name="T3" fmla="*/ 56 h 216"/>
                <a:gd name="T4" fmla="*/ 2674 w 174"/>
                <a:gd name="T5" fmla="*/ 1933 h 216"/>
                <a:gd name="T6" fmla="*/ 1493 w 174"/>
                <a:gd name="T7" fmla="*/ 4040 h 216"/>
                <a:gd name="T8" fmla="*/ 63 w 174"/>
                <a:gd name="T9" fmla="*/ 2163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216">
                  <a:moveTo>
                    <a:pt x="4" y="114"/>
                  </a:moveTo>
                  <a:cubicBezTo>
                    <a:pt x="0" y="56"/>
                    <a:pt x="33" y="7"/>
                    <a:pt x="79" y="3"/>
                  </a:cubicBezTo>
                  <a:cubicBezTo>
                    <a:pt x="125" y="0"/>
                    <a:pt x="166" y="44"/>
                    <a:pt x="170" y="102"/>
                  </a:cubicBezTo>
                  <a:cubicBezTo>
                    <a:pt x="174" y="160"/>
                    <a:pt x="140" y="209"/>
                    <a:pt x="95" y="213"/>
                  </a:cubicBezTo>
                  <a:cubicBezTo>
                    <a:pt x="49" y="216"/>
                    <a:pt x="8" y="172"/>
                    <a:pt x="4" y="114"/>
                  </a:cubicBezTo>
                  <a:close/>
                </a:path>
              </a:pathLst>
            </a:custGeom>
            <a:solidFill>
              <a:srgbClr val="F7D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13" name="Freeform 164">
              <a:extLst>
                <a:ext uri="{FF2B5EF4-FFF2-40B4-BE49-F238E27FC236}">
                  <a16:creationId xmlns:a16="http://schemas.microsoft.com/office/drawing/2014/main" id="{0750C478-3991-46B1-BDE7-0937318A1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752"/>
              <a:ext cx="433" cy="565"/>
            </a:xfrm>
            <a:custGeom>
              <a:avLst/>
              <a:gdLst>
                <a:gd name="T0" fmla="*/ 83 w 173"/>
                <a:gd name="T1" fmla="*/ 2116 h 212"/>
                <a:gd name="T2" fmla="*/ 1241 w 173"/>
                <a:gd name="T3" fmla="*/ 56 h 212"/>
                <a:gd name="T4" fmla="*/ 2631 w 173"/>
                <a:gd name="T5" fmla="*/ 1898 h 212"/>
                <a:gd name="T6" fmla="*/ 1472 w 173"/>
                <a:gd name="T7" fmla="*/ 3955 h 212"/>
                <a:gd name="T8" fmla="*/ 83 w 173"/>
                <a:gd name="T9" fmla="*/ 2116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212">
                  <a:moveTo>
                    <a:pt x="5" y="112"/>
                  </a:moveTo>
                  <a:cubicBezTo>
                    <a:pt x="0" y="55"/>
                    <a:pt x="34" y="6"/>
                    <a:pt x="79" y="3"/>
                  </a:cubicBezTo>
                  <a:cubicBezTo>
                    <a:pt x="124" y="0"/>
                    <a:pt x="164" y="43"/>
                    <a:pt x="168" y="100"/>
                  </a:cubicBezTo>
                  <a:cubicBezTo>
                    <a:pt x="173" y="157"/>
                    <a:pt x="139" y="206"/>
                    <a:pt x="94" y="209"/>
                  </a:cubicBezTo>
                  <a:cubicBezTo>
                    <a:pt x="49" y="212"/>
                    <a:pt x="9" y="169"/>
                    <a:pt x="5" y="112"/>
                  </a:cubicBezTo>
                  <a:close/>
                </a:path>
              </a:pathLst>
            </a:custGeom>
            <a:solidFill>
              <a:srgbClr val="F7D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14" name="Freeform 165">
              <a:extLst>
                <a:ext uri="{FF2B5EF4-FFF2-40B4-BE49-F238E27FC236}">
                  <a16:creationId xmlns:a16="http://schemas.microsoft.com/office/drawing/2014/main" id="{298FBEC8-B39E-4FC6-8D6B-020E77432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757"/>
              <a:ext cx="425" cy="558"/>
            </a:xfrm>
            <a:custGeom>
              <a:avLst/>
              <a:gdLst>
                <a:gd name="T0" fmla="*/ 63 w 170"/>
                <a:gd name="T1" fmla="*/ 2096 h 209"/>
                <a:gd name="T2" fmla="*/ 1220 w 170"/>
                <a:gd name="T3" fmla="*/ 56 h 209"/>
                <a:gd name="T4" fmla="*/ 2595 w 170"/>
                <a:gd name="T5" fmla="*/ 1869 h 209"/>
                <a:gd name="T6" fmla="*/ 1438 w 170"/>
                <a:gd name="T7" fmla="*/ 3898 h 209"/>
                <a:gd name="T8" fmla="*/ 63 w 170"/>
                <a:gd name="T9" fmla="*/ 2096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209">
                  <a:moveTo>
                    <a:pt x="4" y="110"/>
                  </a:moveTo>
                  <a:cubicBezTo>
                    <a:pt x="0" y="54"/>
                    <a:pt x="33" y="6"/>
                    <a:pt x="78" y="3"/>
                  </a:cubicBezTo>
                  <a:cubicBezTo>
                    <a:pt x="122" y="0"/>
                    <a:pt x="162" y="42"/>
                    <a:pt x="166" y="98"/>
                  </a:cubicBezTo>
                  <a:cubicBezTo>
                    <a:pt x="170" y="154"/>
                    <a:pt x="137" y="202"/>
                    <a:pt x="92" y="205"/>
                  </a:cubicBezTo>
                  <a:cubicBezTo>
                    <a:pt x="48" y="209"/>
                    <a:pt x="9" y="166"/>
                    <a:pt x="4" y="110"/>
                  </a:cubicBezTo>
                  <a:close/>
                </a:path>
              </a:pathLst>
            </a:custGeom>
            <a:solidFill>
              <a:srgbClr val="F7DA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15" name="Freeform 166">
              <a:extLst>
                <a:ext uri="{FF2B5EF4-FFF2-40B4-BE49-F238E27FC236}">
                  <a16:creationId xmlns:a16="http://schemas.microsoft.com/office/drawing/2014/main" id="{0AA855ED-94FC-40F8-A1A8-98606E2D8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760"/>
              <a:ext cx="418" cy="549"/>
            </a:xfrm>
            <a:custGeom>
              <a:avLst/>
              <a:gdLst>
                <a:gd name="T0" fmla="*/ 63 w 167"/>
                <a:gd name="T1" fmla="*/ 2060 h 206"/>
                <a:gd name="T2" fmla="*/ 1191 w 167"/>
                <a:gd name="T3" fmla="*/ 77 h 206"/>
                <a:gd name="T4" fmla="*/ 2556 w 167"/>
                <a:gd name="T5" fmla="*/ 1839 h 206"/>
                <a:gd name="T6" fmla="*/ 1429 w 167"/>
                <a:gd name="T7" fmla="*/ 3843 h 206"/>
                <a:gd name="T8" fmla="*/ 63 w 167"/>
                <a:gd name="T9" fmla="*/ 2060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206">
                  <a:moveTo>
                    <a:pt x="4" y="109"/>
                  </a:moveTo>
                  <a:cubicBezTo>
                    <a:pt x="0" y="54"/>
                    <a:pt x="33" y="7"/>
                    <a:pt x="76" y="4"/>
                  </a:cubicBezTo>
                  <a:cubicBezTo>
                    <a:pt x="120" y="0"/>
                    <a:pt x="159" y="42"/>
                    <a:pt x="163" y="97"/>
                  </a:cubicBezTo>
                  <a:cubicBezTo>
                    <a:pt x="167" y="152"/>
                    <a:pt x="135" y="200"/>
                    <a:pt x="91" y="203"/>
                  </a:cubicBezTo>
                  <a:cubicBezTo>
                    <a:pt x="47" y="206"/>
                    <a:pt x="8" y="164"/>
                    <a:pt x="4" y="109"/>
                  </a:cubicBezTo>
                  <a:close/>
                </a:path>
              </a:pathLst>
            </a:custGeom>
            <a:solidFill>
              <a:srgbClr val="F7D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16" name="Freeform 167">
              <a:extLst>
                <a:ext uri="{FF2B5EF4-FFF2-40B4-BE49-F238E27FC236}">
                  <a16:creationId xmlns:a16="http://schemas.microsoft.com/office/drawing/2014/main" id="{010C2C85-6677-4640-B465-A9477AC9B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765"/>
              <a:ext cx="410" cy="539"/>
            </a:xfrm>
            <a:custGeom>
              <a:avLst/>
              <a:gdLst>
                <a:gd name="T0" fmla="*/ 63 w 164"/>
                <a:gd name="T1" fmla="*/ 2036 h 202"/>
                <a:gd name="T2" fmla="*/ 1175 w 164"/>
                <a:gd name="T3" fmla="*/ 56 h 202"/>
                <a:gd name="T4" fmla="*/ 2500 w 164"/>
                <a:gd name="T5" fmla="*/ 1822 h 202"/>
                <a:gd name="T6" fmla="*/ 1395 w 164"/>
                <a:gd name="T7" fmla="*/ 3781 h 202"/>
                <a:gd name="T8" fmla="*/ 63 w 164"/>
                <a:gd name="T9" fmla="*/ 2036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02">
                  <a:moveTo>
                    <a:pt x="4" y="107"/>
                  </a:moveTo>
                  <a:cubicBezTo>
                    <a:pt x="0" y="53"/>
                    <a:pt x="32" y="6"/>
                    <a:pt x="75" y="3"/>
                  </a:cubicBezTo>
                  <a:cubicBezTo>
                    <a:pt x="118" y="0"/>
                    <a:pt x="156" y="41"/>
                    <a:pt x="160" y="96"/>
                  </a:cubicBezTo>
                  <a:cubicBezTo>
                    <a:pt x="164" y="150"/>
                    <a:pt x="132" y="196"/>
                    <a:pt x="89" y="199"/>
                  </a:cubicBezTo>
                  <a:cubicBezTo>
                    <a:pt x="46" y="202"/>
                    <a:pt x="8" y="161"/>
                    <a:pt x="4" y="107"/>
                  </a:cubicBezTo>
                  <a:close/>
                </a:path>
              </a:pathLst>
            </a:custGeom>
            <a:solidFill>
              <a:srgbClr val="F7D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17" name="Freeform 168">
              <a:extLst>
                <a:ext uri="{FF2B5EF4-FFF2-40B4-BE49-F238E27FC236}">
                  <a16:creationId xmlns:a16="http://schemas.microsoft.com/office/drawing/2014/main" id="{3D0D28EF-FDBB-4DE6-A9A2-65994AE7E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771"/>
              <a:ext cx="403" cy="530"/>
            </a:xfrm>
            <a:custGeom>
              <a:avLst/>
              <a:gdLst>
                <a:gd name="T0" fmla="*/ 63 w 161"/>
                <a:gd name="T1" fmla="*/ 1987 h 199"/>
                <a:gd name="T2" fmla="*/ 1159 w 161"/>
                <a:gd name="T3" fmla="*/ 56 h 199"/>
                <a:gd name="T4" fmla="*/ 2476 w 161"/>
                <a:gd name="T5" fmla="*/ 1774 h 199"/>
                <a:gd name="T6" fmla="*/ 1379 w 161"/>
                <a:gd name="T7" fmla="*/ 3702 h 199"/>
                <a:gd name="T8" fmla="*/ 63 w 161"/>
                <a:gd name="T9" fmla="*/ 1987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99">
                  <a:moveTo>
                    <a:pt x="4" y="105"/>
                  </a:moveTo>
                  <a:cubicBezTo>
                    <a:pt x="0" y="52"/>
                    <a:pt x="31" y="6"/>
                    <a:pt x="74" y="3"/>
                  </a:cubicBezTo>
                  <a:cubicBezTo>
                    <a:pt x="116" y="0"/>
                    <a:pt x="154" y="41"/>
                    <a:pt x="158" y="94"/>
                  </a:cubicBezTo>
                  <a:cubicBezTo>
                    <a:pt x="161" y="147"/>
                    <a:pt x="130" y="193"/>
                    <a:pt x="88" y="196"/>
                  </a:cubicBezTo>
                  <a:cubicBezTo>
                    <a:pt x="45" y="199"/>
                    <a:pt x="8" y="158"/>
                    <a:pt x="4" y="105"/>
                  </a:cubicBezTo>
                  <a:close/>
                </a:path>
              </a:pathLst>
            </a:custGeom>
            <a:solidFill>
              <a:srgbClr val="F7D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18" name="Freeform 169">
              <a:extLst>
                <a:ext uri="{FF2B5EF4-FFF2-40B4-BE49-F238E27FC236}">
                  <a16:creationId xmlns:a16="http://schemas.microsoft.com/office/drawing/2014/main" id="{3A18797D-C0B8-4E8F-AC14-7A15FDC17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1776"/>
              <a:ext cx="398" cy="520"/>
            </a:xfrm>
            <a:custGeom>
              <a:avLst/>
              <a:gdLst>
                <a:gd name="T0" fmla="*/ 63 w 159"/>
                <a:gd name="T1" fmla="*/ 1955 h 195"/>
                <a:gd name="T2" fmla="*/ 1146 w 159"/>
                <a:gd name="T3" fmla="*/ 56 h 195"/>
                <a:gd name="T4" fmla="*/ 2431 w 159"/>
                <a:gd name="T5" fmla="*/ 1741 h 195"/>
                <a:gd name="T6" fmla="*/ 1347 w 159"/>
                <a:gd name="T7" fmla="*/ 3640 h 195"/>
                <a:gd name="T8" fmla="*/ 63 w 159"/>
                <a:gd name="T9" fmla="*/ 1955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95">
                  <a:moveTo>
                    <a:pt x="4" y="103"/>
                  </a:moveTo>
                  <a:cubicBezTo>
                    <a:pt x="0" y="51"/>
                    <a:pt x="31" y="6"/>
                    <a:pt x="73" y="3"/>
                  </a:cubicBezTo>
                  <a:cubicBezTo>
                    <a:pt x="114" y="0"/>
                    <a:pt x="151" y="40"/>
                    <a:pt x="155" y="92"/>
                  </a:cubicBezTo>
                  <a:cubicBezTo>
                    <a:pt x="159" y="144"/>
                    <a:pt x="128" y="189"/>
                    <a:pt x="86" y="192"/>
                  </a:cubicBezTo>
                  <a:cubicBezTo>
                    <a:pt x="45" y="195"/>
                    <a:pt x="8" y="155"/>
                    <a:pt x="4" y="103"/>
                  </a:cubicBezTo>
                  <a:close/>
                </a:path>
              </a:pathLst>
            </a:custGeom>
            <a:solidFill>
              <a:srgbClr val="F7D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19" name="Freeform 170">
              <a:extLst>
                <a:ext uri="{FF2B5EF4-FFF2-40B4-BE49-F238E27FC236}">
                  <a16:creationId xmlns:a16="http://schemas.microsoft.com/office/drawing/2014/main" id="{9934D5F0-A9C6-4044-89A4-5FE606AD2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779"/>
              <a:ext cx="391" cy="514"/>
            </a:xfrm>
            <a:custGeom>
              <a:avLst/>
              <a:gdLst>
                <a:gd name="T0" fmla="*/ 63 w 156"/>
                <a:gd name="T1" fmla="*/ 1928 h 193"/>
                <a:gd name="T2" fmla="*/ 1118 w 156"/>
                <a:gd name="T3" fmla="*/ 56 h 193"/>
                <a:gd name="T4" fmla="*/ 2394 w 156"/>
                <a:gd name="T5" fmla="*/ 1715 h 193"/>
                <a:gd name="T6" fmla="*/ 1338 w 156"/>
                <a:gd name="T7" fmla="*/ 3590 h 193"/>
                <a:gd name="T8" fmla="*/ 63 w 156"/>
                <a:gd name="T9" fmla="*/ 1928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193">
                  <a:moveTo>
                    <a:pt x="4" y="102"/>
                  </a:moveTo>
                  <a:cubicBezTo>
                    <a:pt x="0" y="50"/>
                    <a:pt x="30" y="6"/>
                    <a:pt x="71" y="3"/>
                  </a:cubicBezTo>
                  <a:cubicBezTo>
                    <a:pt x="112" y="0"/>
                    <a:pt x="148" y="40"/>
                    <a:pt x="152" y="91"/>
                  </a:cubicBezTo>
                  <a:cubicBezTo>
                    <a:pt x="156" y="143"/>
                    <a:pt x="126" y="187"/>
                    <a:pt x="85" y="190"/>
                  </a:cubicBezTo>
                  <a:cubicBezTo>
                    <a:pt x="44" y="193"/>
                    <a:pt x="8" y="153"/>
                    <a:pt x="4" y="102"/>
                  </a:cubicBezTo>
                  <a:close/>
                </a:path>
              </a:pathLst>
            </a:custGeom>
            <a:solidFill>
              <a:srgbClr val="F7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20" name="Freeform 171">
              <a:extLst>
                <a:ext uri="{FF2B5EF4-FFF2-40B4-BE49-F238E27FC236}">
                  <a16:creationId xmlns:a16="http://schemas.microsoft.com/office/drawing/2014/main" id="{6368BCE7-FF44-44D4-834D-AC8BECA25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784"/>
              <a:ext cx="383" cy="504"/>
            </a:xfrm>
            <a:custGeom>
              <a:avLst/>
              <a:gdLst>
                <a:gd name="T0" fmla="*/ 63 w 153"/>
                <a:gd name="T1" fmla="*/ 1899 h 189"/>
                <a:gd name="T2" fmla="*/ 1096 w 153"/>
                <a:gd name="T3" fmla="*/ 56 h 189"/>
                <a:gd name="T4" fmla="*/ 2338 w 153"/>
                <a:gd name="T5" fmla="*/ 1685 h 189"/>
                <a:gd name="T6" fmla="*/ 1304 w 153"/>
                <a:gd name="T7" fmla="*/ 3528 h 189"/>
                <a:gd name="T8" fmla="*/ 63 w 153"/>
                <a:gd name="T9" fmla="*/ 1899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89">
                  <a:moveTo>
                    <a:pt x="4" y="100"/>
                  </a:moveTo>
                  <a:cubicBezTo>
                    <a:pt x="0" y="49"/>
                    <a:pt x="30" y="6"/>
                    <a:pt x="70" y="3"/>
                  </a:cubicBezTo>
                  <a:cubicBezTo>
                    <a:pt x="110" y="0"/>
                    <a:pt x="146" y="39"/>
                    <a:pt x="149" y="89"/>
                  </a:cubicBezTo>
                  <a:cubicBezTo>
                    <a:pt x="153" y="140"/>
                    <a:pt x="123" y="183"/>
                    <a:pt x="83" y="186"/>
                  </a:cubicBezTo>
                  <a:cubicBezTo>
                    <a:pt x="43" y="189"/>
                    <a:pt x="8" y="150"/>
                    <a:pt x="4" y="100"/>
                  </a:cubicBezTo>
                  <a:close/>
                </a:path>
              </a:pathLst>
            </a:custGeom>
            <a:solidFill>
              <a:srgbClr val="F7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21" name="Freeform 172">
              <a:extLst>
                <a:ext uri="{FF2B5EF4-FFF2-40B4-BE49-F238E27FC236}">
                  <a16:creationId xmlns:a16="http://schemas.microsoft.com/office/drawing/2014/main" id="{573B4748-5E51-4130-8288-162A9B5F7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789"/>
              <a:ext cx="376" cy="494"/>
            </a:xfrm>
            <a:custGeom>
              <a:avLst/>
              <a:gdLst>
                <a:gd name="T0" fmla="*/ 63 w 150"/>
                <a:gd name="T1" fmla="*/ 1869 h 185"/>
                <a:gd name="T2" fmla="*/ 1088 w 150"/>
                <a:gd name="T3" fmla="*/ 56 h 185"/>
                <a:gd name="T4" fmla="*/ 2311 w 150"/>
                <a:gd name="T5" fmla="*/ 1656 h 185"/>
                <a:gd name="T6" fmla="*/ 1293 w 150"/>
                <a:gd name="T7" fmla="*/ 3466 h 185"/>
                <a:gd name="T8" fmla="*/ 63 w 150"/>
                <a:gd name="T9" fmla="*/ 1869 h 1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85">
                  <a:moveTo>
                    <a:pt x="4" y="98"/>
                  </a:moveTo>
                  <a:cubicBezTo>
                    <a:pt x="0" y="48"/>
                    <a:pt x="29" y="6"/>
                    <a:pt x="69" y="3"/>
                  </a:cubicBezTo>
                  <a:cubicBezTo>
                    <a:pt x="108" y="0"/>
                    <a:pt x="143" y="38"/>
                    <a:pt x="147" y="87"/>
                  </a:cubicBezTo>
                  <a:cubicBezTo>
                    <a:pt x="150" y="137"/>
                    <a:pt x="121" y="180"/>
                    <a:pt x="82" y="182"/>
                  </a:cubicBezTo>
                  <a:cubicBezTo>
                    <a:pt x="42" y="185"/>
                    <a:pt x="7" y="147"/>
                    <a:pt x="4" y="98"/>
                  </a:cubicBezTo>
                  <a:close/>
                </a:path>
              </a:pathLst>
            </a:custGeom>
            <a:solidFill>
              <a:srgbClr val="F7D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22" name="Freeform 173">
              <a:extLst>
                <a:ext uri="{FF2B5EF4-FFF2-40B4-BE49-F238E27FC236}">
                  <a16:creationId xmlns:a16="http://schemas.microsoft.com/office/drawing/2014/main" id="{D3C0167C-FF34-4D8F-AA10-1E559D70C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795"/>
              <a:ext cx="368" cy="485"/>
            </a:xfrm>
            <a:custGeom>
              <a:avLst/>
              <a:gdLst>
                <a:gd name="T0" fmla="*/ 63 w 147"/>
                <a:gd name="T1" fmla="*/ 1817 h 182"/>
                <a:gd name="T2" fmla="*/ 1054 w 147"/>
                <a:gd name="T3" fmla="*/ 35 h 182"/>
                <a:gd name="T4" fmla="*/ 2256 w 147"/>
                <a:gd name="T5" fmla="*/ 1626 h 182"/>
                <a:gd name="T6" fmla="*/ 1254 w 147"/>
                <a:gd name="T7" fmla="*/ 3387 h 182"/>
                <a:gd name="T8" fmla="*/ 63 w 147"/>
                <a:gd name="T9" fmla="*/ 1817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82">
                  <a:moveTo>
                    <a:pt x="4" y="96"/>
                  </a:moveTo>
                  <a:cubicBezTo>
                    <a:pt x="0" y="47"/>
                    <a:pt x="29" y="5"/>
                    <a:pt x="67" y="2"/>
                  </a:cubicBezTo>
                  <a:cubicBezTo>
                    <a:pt x="106" y="0"/>
                    <a:pt x="140" y="37"/>
                    <a:pt x="144" y="86"/>
                  </a:cubicBezTo>
                  <a:cubicBezTo>
                    <a:pt x="147" y="134"/>
                    <a:pt x="119" y="176"/>
                    <a:pt x="80" y="179"/>
                  </a:cubicBezTo>
                  <a:cubicBezTo>
                    <a:pt x="41" y="182"/>
                    <a:pt x="7" y="144"/>
                    <a:pt x="4" y="96"/>
                  </a:cubicBezTo>
                  <a:close/>
                </a:path>
              </a:pathLst>
            </a:custGeom>
            <a:solidFill>
              <a:srgbClr val="F7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23" name="Freeform 174">
              <a:extLst>
                <a:ext uri="{FF2B5EF4-FFF2-40B4-BE49-F238E27FC236}">
                  <a16:creationId xmlns:a16="http://schemas.microsoft.com/office/drawing/2014/main" id="{66C1E822-8D37-4216-ABBB-58E4A1B46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1797"/>
              <a:ext cx="363" cy="478"/>
            </a:xfrm>
            <a:custGeom>
              <a:avLst/>
              <a:gdLst>
                <a:gd name="T0" fmla="*/ 63 w 145"/>
                <a:gd name="T1" fmla="*/ 1811 h 179"/>
                <a:gd name="T2" fmla="*/ 1034 w 145"/>
                <a:gd name="T3" fmla="*/ 56 h 179"/>
                <a:gd name="T4" fmla="*/ 2213 w 145"/>
                <a:gd name="T5" fmla="*/ 1618 h 179"/>
                <a:gd name="T6" fmla="*/ 1242 w 145"/>
                <a:gd name="T7" fmla="*/ 3351 h 179"/>
                <a:gd name="T8" fmla="*/ 63 w 145"/>
                <a:gd name="T9" fmla="*/ 181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79">
                  <a:moveTo>
                    <a:pt x="4" y="95"/>
                  </a:moveTo>
                  <a:cubicBezTo>
                    <a:pt x="0" y="47"/>
                    <a:pt x="28" y="6"/>
                    <a:pt x="66" y="3"/>
                  </a:cubicBezTo>
                  <a:cubicBezTo>
                    <a:pt x="104" y="0"/>
                    <a:pt x="138" y="37"/>
                    <a:pt x="141" y="85"/>
                  </a:cubicBezTo>
                  <a:cubicBezTo>
                    <a:pt x="145" y="133"/>
                    <a:pt x="117" y="173"/>
                    <a:pt x="79" y="176"/>
                  </a:cubicBezTo>
                  <a:cubicBezTo>
                    <a:pt x="41" y="179"/>
                    <a:pt x="7" y="143"/>
                    <a:pt x="4" y="95"/>
                  </a:cubicBezTo>
                  <a:close/>
                </a:path>
              </a:pathLst>
            </a:custGeom>
            <a:solidFill>
              <a:srgbClr val="F7D9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24" name="Freeform 175">
              <a:extLst>
                <a:ext uri="{FF2B5EF4-FFF2-40B4-BE49-F238E27FC236}">
                  <a16:creationId xmlns:a16="http://schemas.microsoft.com/office/drawing/2014/main" id="{A4654DF2-1238-4ADB-8BFA-12822D9D2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803"/>
              <a:ext cx="355" cy="466"/>
            </a:xfrm>
            <a:custGeom>
              <a:avLst/>
              <a:gdLst>
                <a:gd name="T0" fmla="*/ 50 w 142"/>
                <a:gd name="T1" fmla="*/ 1757 h 175"/>
                <a:gd name="T2" fmla="*/ 1020 w 142"/>
                <a:gd name="T3" fmla="*/ 56 h 175"/>
                <a:gd name="T4" fmla="*/ 2158 w 142"/>
                <a:gd name="T5" fmla="*/ 1566 h 175"/>
                <a:gd name="T6" fmla="*/ 1208 w 142"/>
                <a:gd name="T7" fmla="*/ 3270 h 175"/>
                <a:gd name="T8" fmla="*/ 50 w 142"/>
                <a:gd name="T9" fmla="*/ 1757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75">
                  <a:moveTo>
                    <a:pt x="3" y="93"/>
                  </a:moveTo>
                  <a:cubicBezTo>
                    <a:pt x="0" y="46"/>
                    <a:pt x="27" y="6"/>
                    <a:pt x="65" y="3"/>
                  </a:cubicBezTo>
                  <a:cubicBezTo>
                    <a:pt x="102" y="0"/>
                    <a:pt x="135" y="36"/>
                    <a:pt x="138" y="83"/>
                  </a:cubicBezTo>
                  <a:cubicBezTo>
                    <a:pt x="142" y="130"/>
                    <a:pt x="114" y="170"/>
                    <a:pt x="77" y="173"/>
                  </a:cubicBezTo>
                  <a:cubicBezTo>
                    <a:pt x="40" y="175"/>
                    <a:pt x="7" y="140"/>
                    <a:pt x="3" y="93"/>
                  </a:cubicBezTo>
                  <a:close/>
                </a:path>
              </a:pathLst>
            </a:custGeom>
            <a:solidFill>
              <a:srgbClr val="F7D9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25" name="Freeform 176">
              <a:extLst>
                <a:ext uri="{FF2B5EF4-FFF2-40B4-BE49-F238E27FC236}">
                  <a16:creationId xmlns:a16="http://schemas.microsoft.com/office/drawing/2014/main" id="{F36D3E92-C337-4664-B870-B5A7066BB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808"/>
              <a:ext cx="348" cy="459"/>
            </a:xfrm>
            <a:custGeom>
              <a:avLst/>
              <a:gdLst>
                <a:gd name="T0" fmla="*/ 50 w 139"/>
                <a:gd name="T1" fmla="*/ 1729 h 172"/>
                <a:gd name="T2" fmla="*/ 991 w 139"/>
                <a:gd name="T3" fmla="*/ 56 h 172"/>
                <a:gd name="T4" fmla="*/ 2131 w 139"/>
                <a:gd name="T5" fmla="*/ 1537 h 172"/>
                <a:gd name="T6" fmla="*/ 1192 w 139"/>
                <a:gd name="T7" fmla="*/ 3213 h 172"/>
                <a:gd name="T8" fmla="*/ 50 w 139"/>
                <a:gd name="T9" fmla="*/ 1729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3" y="91"/>
                  </a:moveTo>
                  <a:cubicBezTo>
                    <a:pt x="0" y="45"/>
                    <a:pt x="27" y="5"/>
                    <a:pt x="63" y="3"/>
                  </a:cubicBezTo>
                  <a:cubicBezTo>
                    <a:pt x="100" y="0"/>
                    <a:pt x="132" y="35"/>
                    <a:pt x="136" y="81"/>
                  </a:cubicBezTo>
                  <a:cubicBezTo>
                    <a:pt x="139" y="127"/>
                    <a:pt x="112" y="166"/>
                    <a:pt x="76" y="169"/>
                  </a:cubicBezTo>
                  <a:cubicBezTo>
                    <a:pt x="39" y="172"/>
                    <a:pt x="7" y="137"/>
                    <a:pt x="3" y="91"/>
                  </a:cubicBezTo>
                  <a:close/>
                </a:path>
              </a:pathLst>
            </a:custGeom>
            <a:solidFill>
              <a:srgbClr val="F7D9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26" name="Freeform 177">
              <a:extLst>
                <a:ext uri="{FF2B5EF4-FFF2-40B4-BE49-F238E27FC236}">
                  <a16:creationId xmlns:a16="http://schemas.microsoft.com/office/drawing/2014/main" id="{3B378E8A-FD73-4112-89DC-9C410DEBD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813"/>
              <a:ext cx="340" cy="448"/>
            </a:xfrm>
            <a:custGeom>
              <a:avLst/>
              <a:gdLst>
                <a:gd name="T0" fmla="*/ 50 w 136"/>
                <a:gd name="T1" fmla="*/ 1685 h 168"/>
                <a:gd name="T2" fmla="*/ 970 w 136"/>
                <a:gd name="T3" fmla="*/ 35 h 168"/>
                <a:gd name="T4" fmla="*/ 2083 w 136"/>
                <a:gd name="T5" fmla="*/ 1501 h 168"/>
                <a:gd name="T6" fmla="*/ 1158 w 136"/>
                <a:gd name="T7" fmla="*/ 3149 h 168"/>
                <a:gd name="T8" fmla="*/ 50 w 136"/>
                <a:gd name="T9" fmla="*/ 1685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68">
                  <a:moveTo>
                    <a:pt x="3" y="89"/>
                  </a:moveTo>
                  <a:cubicBezTo>
                    <a:pt x="0" y="44"/>
                    <a:pt x="26" y="5"/>
                    <a:pt x="62" y="2"/>
                  </a:cubicBezTo>
                  <a:cubicBezTo>
                    <a:pt x="98" y="0"/>
                    <a:pt x="130" y="34"/>
                    <a:pt x="133" y="79"/>
                  </a:cubicBezTo>
                  <a:cubicBezTo>
                    <a:pt x="136" y="124"/>
                    <a:pt x="110" y="163"/>
                    <a:pt x="74" y="166"/>
                  </a:cubicBezTo>
                  <a:cubicBezTo>
                    <a:pt x="38" y="168"/>
                    <a:pt x="6" y="134"/>
                    <a:pt x="3" y="89"/>
                  </a:cubicBezTo>
                  <a:close/>
                </a:path>
              </a:pathLst>
            </a:custGeom>
            <a:solidFill>
              <a:srgbClr val="F7D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27" name="Freeform 178">
              <a:extLst>
                <a:ext uri="{FF2B5EF4-FFF2-40B4-BE49-F238E27FC236}">
                  <a16:creationId xmlns:a16="http://schemas.microsoft.com/office/drawing/2014/main" id="{1B1C04C3-2EFF-4C26-A8FF-014DCC5E5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816"/>
              <a:ext cx="333" cy="440"/>
            </a:xfrm>
            <a:custGeom>
              <a:avLst/>
              <a:gdLst>
                <a:gd name="T0" fmla="*/ 50 w 133"/>
                <a:gd name="T1" fmla="*/ 1672 h 165"/>
                <a:gd name="T2" fmla="*/ 959 w 133"/>
                <a:gd name="T3" fmla="*/ 56 h 165"/>
                <a:gd name="T4" fmla="*/ 2038 w 133"/>
                <a:gd name="T5" fmla="*/ 1480 h 165"/>
                <a:gd name="T6" fmla="*/ 1129 w 133"/>
                <a:gd name="T7" fmla="*/ 3093 h 165"/>
                <a:gd name="T8" fmla="*/ 50 w 133"/>
                <a:gd name="T9" fmla="*/ 1672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65">
                  <a:moveTo>
                    <a:pt x="3" y="88"/>
                  </a:moveTo>
                  <a:cubicBezTo>
                    <a:pt x="0" y="43"/>
                    <a:pt x="26" y="6"/>
                    <a:pt x="61" y="3"/>
                  </a:cubicBezTo>
                  <a:cubicBezTo>
                    <a:pt x="96" y="0"/>
                    <a:pt x="127" y="34"/>
                    <a:pt x="130" y="78"/>
                  </a:cubicBezTo>
                  <a:cubicBezTo>
                    <a:pt x="133" y="123"/>
                    <a:pt x="108" y="160"/>
                    <a:pt x="72" y="163"/>
                  </a:cubicBezTo>
                  <a:cubicBezTo>
                    <a:pt x="37" y="165"/>
                    <a:pt x="6" y="132"/>
                    <a:pt x="3" y="88"/>
                  </a:cubicBezTo>
                  <a:close/>
                </a:path>
              </a:pathLst>
            </a:custGeom>
            <a:solidFill>
              <a:srgbClr val="F7D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28" name="Freeform 179">
              <a:extLst>
                <a:ext uri="{FF2B5EF4-FFF2-40B4-BE49-F238E27FC236}">
                  <a16:creationId xmlns:a16="http://schemas.microsoft.com/office/drawing/2014/main" id="{C2ECD183-83BD-4F22-A0EE-35CFC074F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821"/>
              <a:ext cx="328" cy="432"/>
            </a:xfrm>
            <a:custGeom>
              <a:avLst/>
              <a:gdLst>
                <a:gd name="T0" fmla="*/ 1117 w 131"/>
                <a:gd name="T1" fmla="*/ 3016 h 162"/>
                <a:gd name="T2" fmla="*/ 50 w 131"/>
                <a:gd name="T3" fmla="*/ 1629 h 162"/>
                <a:gd name="T4" fmla="*/ 941 w 131"/>
                <a:gd name="T5" fmla="*/ 56 h 162"/>
                <a:gd name="T6" fmla="*/ 2006 w 131"/>
                <a:gd name="T7" fmla="*/ 1459 h 162"/>
                <a:gd name="T8" fmla="*/ 1117 w 131"/>
                <a:gd name="T9" fmla="*/ 3016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62">
                  <a:moveTo>
                    <a:pt x="71" y="159"/>
                  </a:moveTo>
                  <a:cubicBezTo>
                    <a:pt x="37" y="162"/>
                    <a:pt x="6" y="129"/>
                    <a:pt x="3" y="86"/>
                  </a:cubicBezTo>
                  <a:cubicBezTo>
                    <a:pt x="0" y="42"/>
                    <a:pt x="25" y="5"/>
                    <a:pt x="60" y="3"/>
                  </a:cubicBezTo>
                  <a:cubicBezTo>
                    <a:pt x="94" y="0"/>
                    <a:pt x="124" y="33"/>
                    <a:pt x="128" y="77"/>
                  </a:cubicBezTo>
                  <a:cubicBezTo>
                    <a:pt x="131" y="120"/>
                    <a:pt x="105" y="157"/>
                    <a:pt x="71" y="159"/>
                  </a:cubicBezTo>
                  <a:close/>
                </a:path>
              </a:pathLst>
            </a:custGeom>
            <a:solidFill>
              <a:srgbClr val="F7D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29" name="Freeform 180">
              <a:extLst>
                <a:ext uri="{FF2B5EF4-FFF2-40B4-BE49-F238E27FC236}">
                  <a16:creationId xmlns:a16="http://schemas.microsoft.com/office/drawing/2014/main" id="{D856CEAE-158F-4FF3-B51B-BD5178A32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963"/>
              <a:ext cx="510" cy="674"/>
            </a:xfrm>
            <a:custGeom>
              <a:avLst/>
              <a:gdLst>
                <a:gd name="T0" fmla="*/ 1738 w 204"/>
                <a:gd name="T1" fmla="*/ 4705 h 253"/>
                <a:gd name="T2" fmla="*/ 63 w 204"/>
                <a:gd name="T3" fmla="*/ 2512 h 253"/>
                <a:gd name="T4" fmla="*/ 1458 w 204"/>
                <a:gd name="T5" fmla="*/ 77 h 253"/>
                <a:gd name="T6" fmla="*/ 3113 w 204"/>
                <a:gd name="T7" fmla="*/ 2248 h 253"/>
                <a:gd name="T8" fmla="*/ 1738 w 204"/>
                <a:gd name="T9" fmla="*/ 4705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253">
                  <a:moveTo>
                    <a:pt x="111" y="249"/>
                  </a:moveTo>
                  <a:cubicBezTo>
                    <a:pt x="57" y="253"/>
                    <a:pt x="9" y="201"/>
                    <a:pt x="4" y="133"/>
                  </a:cubicBezTo>
                  <a:cubicBezTo>
                    <a:pt x="0" y="66"/>
                    <a:pt x="39" y="8"/>
                    <a:pt x="93" y="4"/>
                  </a:cubicBezTo>
                  <a:cubicBezTo>
                    <a:pt x="147" y="0"/>
                    <a:pt x="194" y="52"/>
                    <a:pt x="199" y="119"/>
                  </a:cubicBezTo>
                  <a:cubicBezTo>
                    <a:pt x="204" y="187"/>
                    <a:pt x="164" y="245"/>
                    <a:pt x="111" y="249"/>
                  </a:cubicBezTo>
                  <a:close/>
                </a:path>
              </a:pathLst>
            </a:custGeom>
            <a:solidFill>
              <a:srgbClr val="F6D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30" name="Freeform 181">
              <a:extLst>
                <a:ext uri="{FF2B5EF4-FFF2-40B4-BE49-F238E27FC236}">
                  <a16:creationId xmlns:a16="http://schemas.microsoft.com/office/drawing/2014/main" id="{F01080E3-249E-4CB4-AB28-D4FD8EB6B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965"/>
              <a:ext cx="508" cy="670"/>
            </a:xfrm>
            <a:custGeom>
              <a:avLst/>
              <a:gdLst>
                <a:gd name="T0" fmla="*/ 83 w 203"/>
                <a:gd name="T1" fmla="*/ 2509 h 251"/>
                <a:gd name="T2" fmla="*/ 1459 w 203"/>
                <a:gd name="T3" fmla="*/ 77 h 251"/>
                <a:gd name="T4" fmla="*/ 3101 w 203"/>
                <a:gd name="T5" fmla="*/ 2245 h 251"/>
                <a:gd name="T6" fmla="*/ 1742 w 203"/>
                <a:gd name="T7" fmla="*/ 4695 h 251"/>
                <a:gd name="T8" fmla="*/ 83 w 203"/>
                <a:gd name="T9" fmla="*/ 2509 h 2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251">
                  <a:moveTo>
                    <a:pt x="5" y="132"/>
                  </a:moveTo>
                  <a:cubicBezTo>
                    <a:pt x="0" y="65"/>
                    <a:pt x="39" y="8"/>
                    <a:pt x="93" y="4"/>
                  </a:cubicBezTo>
                  <a:cubicBezTo>
                    <a:pt x="146" y="0"/>
                    <a:pt x="193" y="51"/>
                    <a:pt x="198" y="118"/>
                  </a:cubicBezTo>
                  <a:cubicBezTo>
                    <a:pt x="203" y="186"/>
                    <a:pt x="164" y="243"/>
                    <a:pt x="111" y="247"/>
                  </a:cubicBezTo>
                  <a:cubicBezTo>
                    <a:pt x="57" y="251"/>
                    <a:pt x="10" y="200"/>
                    <a:pt x="5" y="132"/>
                  </a:cubicBezTo>
                  <a:close/>
                </a:path>
              </a:pathLst>
            </a:custGeom>
            <a:solidFill>
              <a:srgbClr val="F6D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31" name="Freeform 182">
              <a:extLst>
                <a:ext uri="{FF2B5EF4-FFF2-40B4-BE49-F238E27FC236}">
                  <a16:creationId xmlns:a16="http://schemas.microsoft.com/office/drawing/2014/main" id="{CBF346BF-3C9F-4071-BCEF-8F54DB304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1968"/>
              <a:ext cx="503" cy="664"/>
            </a:xfrm>
            <a:custGeom>
              <a:avLst/>
              <a:gdLst>
                <a:gd name="T0" fmla="*/ 83 w 201"/>
                <a:gd name="T1" fmla="*/ 2504 h 249"/>
                <a:gd name="T2" fmla="*/ 1441 w 201"/>
                <a:gd name="T3" fmla="*/ 77 h 249"/>
                <a:gd name="T4" fmla="*/ 3088 w 201"/>
                <a:gd name="T5" fmla="*/ 2240 h 249"/>
                <a:gd name="T6" fmla="*/ 1709 w 201"/>
                <a:gd name="T7" fmla="*/ 4643 h 249"/>
                <a:gd name="T8" fmla="*/ 83 w 201"/>
                <a:gd name="T9" fmla="*/ 2504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249">
                  <a:moveTo>
                    <a:pt x="5" y="132"/>
                  </a:moveTo>
                  <a:cubicBezTo>
                    <a:pt x="0" y="65"/>
                    <a:pt x="39" y="8"/>
                    <a:pt x="92" y="4"/>
                  </a:cubicBezTo>
                  <a:cubicBezTo>
                    <a:pt x="145" y="0"/>
                    <a:pt x="192" y="51"/>
                    <a:pt x="197" y="118"/>
                  </a:cubicBezTo>
                  <a:cubicBezTo>
                    <a:pt x="201" y="184"/>
                    <a:pt x="162" y="241"/>
                    <a:pt x="109" y="245"/>
                  </a:cubicBezTo>
                  <a:cubicBezTo>
                    <a:pt x="56" y="249"/>
                    <a:pt x="9" y="198"/>
                    <a:pt x="5" y="132"/>
                  </a:cubicBezTo>
                  <a:close/>
                </a:path>
              </a:pathLst>
            </a:custGeom>
            <a:solidFill>
              <a:srgbClr val="F6D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32" name="Freeform 183">
              <a:extLst>
                <a:ext uri="{FF2B5EF4-FFF2-40B4-BE49-F238E27FC236}">
                  <a16:creationId xmlns:a16="http://schemas.microsoft.com/office/drawing/2014/main" id="{CB2680E9-F408-424C-B7E3-35CBF5B99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1971"/>
              <a:ext cx="501" cy="658"/>
            </a:xfrm>
            <a:custGeom>
              <a:avLst/>
              <a:gdLst>
                <a:gd name="T0" fmla="*/ 83 w 200"/>
                <a:gd name="T1" fmla="*/ 2477 h 247"/>
                <a:gd name="T2" fmla="*/ 1443 w 200"/>
                <a:gd name="T3" fmla="*/ 77 h 247"/>
                <a:gd name="T4" fmla="*/ 3081 w 200"/>
                <a:gd name="T5" fmla="*/ 2214 h 247"/>
                <a:gd name="T6" fmla="*/ 1713 w 200"/>
                <a:gd name="T7" fmla="*/ 4614 h 247"/>
                <a:gd name="T8" fmla="*/ 83 w 200"/>
                <a:gd name="T9" fmla="*/ 2477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247">
                  <a:moveTo>
                    <a:pt x="5" y="131"/>
                  </a:moveTo>
                  <a:cubicBezTo>
                    <a:pt x="0" y="65"/>
                    <a:pt x="39" y="8"/>
                    <a:pt x="92" y="4"/>
                  </a:cubicBezTo>
                  <a:cubicBezTo>
                    <a:pt x="144" y="0"/>
                    <a:pt x="191" y="51"/>
                    <a:pt x="196" y="117"/>
                  </a:cubicBezTo>
                  <a:cubicBezTo>
                    <a:pt x="200" y="183"/>
                    <a:pt x="162" y="240"/>
                    <a:pt x="109" y="244"/>
                  </a:cubicBezTo>
                  <a:cubicBezTo>
                    <a:pt x="56" y="247"/>
                    <a:pt x="10" y="197"/>
                    <a:pt x="5" y="131"/>
                  </a:cubicBezTo>
                  <a:close/>
                </a:path>
              </a:pathLst>
            </a:custGeom>
            <a:solidFill>
              <a:srgbClr val="F6D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33" name="Freeform 184">
              <a:extLst>
                <a:ext uri="{FF2B5EF4-FFF2-40B4-BE49-F238E27FC236}">
                  <a16:creationId xmlns:a16="http://schemas.microsoft.com/office/drawing/2014/main" id="{FA09B44E-72EA-4B04-9F12-F8C3B336A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1973"/>
              <a:ext cx="498" cy="656"/>
            </a:xfrm>
            <a:custGeom>
              <a:avLst/>
              <a:gdLst>
                <a:gd name="T0" fmla="*/ 83 w 199"/>
                <a:gd name="T1" fmla="*/ 2467 h 246"/>
                <a:gd name="T2" fmla="*/ 1429 w 199"/>
                <a:gd name="T3" fmla="*/ 77 h 246"/>
                <a:gd name="T4" fmla="*/ 3038 w 199"/>
                <a:gd name="T5" fmla="*/ 2197 h 246"/>
                <a:gd name="T6" fmla="*/ 1692 w 199"/>
                <a:gd name="T7" fmla="*/ 4587 h 246"/>
                <a:gd name="T8" fmla="*/ 83 w 199"/>
                <a:gd name="T9" fmla="*/ 2467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246">
                  <a:moveTo>
                    <a:pt x="5" y="130"/>
                  </a:moveTo>
                  <a:cubicBezTo>
                    <a:pt x="0" y="64"/>
                    <a:pt x="38" y="8"/>
                    <a:pt x="91" y="4"/>
                  </a:cubicBezTo>
                  <a:cubicBezTo>
                    <a:pt x="143" y="0"/>
                    <a:pt x="189" y="51"/>
                    <a:pt x="194" y="116"/>
                  </a:cubicBezTo>
                  <a:cubicBezTo>
                    <a:pt x="199" y="182"/>
                    <a:pt x="160" y="238"/>
                    <a:pt x="108" y="242"/>
                  </a:cubicBezTo>
                  <a:cubicBezTo>
                    <a:pt x="56" y="246"/>
                    <a:pt x="9" y="196"/>
                    <a:pt x="5" y="130"/>
                  </a:cubicBezTo>
                  <a:close/>
                </a:path>
              </a:pathLst>
            </a:custGeom>
            <a:solidFill>
              <a:srgbClr val="F6D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34" name="Freeform 185">
              <a:extLst>
                <a:ext uri="{FF2B5EF4-FFF2-40B4-BE49-F238E27FC236}">
                  <a16:creationId xmlns:a16="http://schemas.microsoft.com/office/drawing/2014/main" id="{058C78CD-6415-40BD-8320-4D63A8153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1976"/>
              <a:ext cx="495" cy="651"/>
            </a:xfrm>
            <a:custGeom>
              <a:avLst/>
              <a:gdLst>
                <a:gd name="T0" fmla="*/ 83 w 198"/>
                <a:gd name="T1" fmla="*/ 2449 h 244"/>
                <a:gd name="T2" fmla="*/ 1425 w 198"/>
                <a:gd name="T3" fmla="*/ 77 h 244"/>
                <a:gd name="T4" fmla="*/ 3020 w 198"/>
                <a:gd name="T5" fmla="*/ 2185 h 244"/>
                <a:gd name="T6" fmla="*/ 1688 w 198"/>
                <a:gd name="T7" fmla="*/ 4557 h 244"/>
                <a:gd name="T8" fmla="*/ 83 w 198"/>
                <a:gd name="T9" fmla="*/ 2449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244">
                  <a:moveTo>
                    <a:pt x="5" y="129"/>
                  </a:moveTo>
                  <a:cubicBezTo>
                    <a:pt x="0" y="64"/>
                    <a:pt x="39" y="8"/>
                    <a:pt x="91" y="4"/>
                  </a:cubicBezTo>
                  <a:cubicBezTo>
                    <a:pt x="142" y="0"/>
                    <a:pt x="188" y="50"/>
                    <a:pt x="193" y="115"/>
                  </a:cubicBezTo>
                  <a:cubicBezTo>
                    <a:pt x="198" y="181"/>
                    <a:pt x="160" y="237"/>
                    <a:pt x="108" y="240"/>
                  </a:cubicBezTo>
                  <a:cubicBezTo>
                    <a:pt x="56" y="244"/>
                    <a:pt x="10" y="194"/>
                    <a:pt x="5" y="129"/>
                  </a:cubicBezTo>
                  <a:close/>
                </a:path>
              </a:pathLst>
            </a:custGeom>
            <a:solidFill>
              <a:srgbClr val="F6D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35" name="Freeform 186">
              <a:extLst>
                <a:ext uri="{FF2B5EF4-FFF2-40B4-BE49-F238E27FC236}">
                  <a16:creationId xmlns:a16="http://schemas.microsoft.com/office/drawing/2014/main" id="{5D8DDF75-0E13-4356-9EA9-8AA1F4B38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" y="1981"/>
              <a:ext cx="491" cy="643"/>
            </a:xfrm>
            <a:custGeom>
              <a:avLst/>
              <a:gdLst>
                <a:gd name="T0" fmla="*/ 83 w 196"/>
                <a:gd name="T1" fmla="*/ 2412 h 241"/>
                <a:gd name="T2" fmla="*/ 1400 w 196"/>
                <a:gd name="T3" fmla="*/ 56 h 241"/>
                <a:gd name="T4" fmla="*/ 2999 w 196"/>
                <a:gd name="T5" fmla="*/ 2164 h 241"/>
                <a:gd name="T6" fmla="*/ 1668 w 196"/>
                <a:gd name="T7" fmla="*/ 4520 h 241"/>
                <a:gd name="T8" fmla="*/ 83 w 196"/>
                <a:gd name="T9" fmla="*/ 2412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241">
                  <a:moveTo>
                    <a:pt x="5" y="127"/>
                  </a:moveTo>
                  <a:cubicBezTo>
                    <a:pt x="0" y="63"/>
                    <a:pt x="38" y="7"/>
                    <a:pt x="89" y="3"/>
                  </a:cubicBezTo>
                  <a:cubicBezTo>
                    <a:pt x="141" y="0"/>
                    <a:pt x="186" y="49"/>
                    <a:pt x="191" y="114"/>
                  </a:cubicBezTo>
                  <a:cubicBezTo>
                    <a:pt x="196" y="178"/>
                    <a:pt x="158" y="234"/>
                    <a:pt x="106" y="238"/>
                  </a:cubicBezTo>
                  <a:cubicBezTo>
                    <a:pt x="55" y="241"/>
                    <a:pt x="9" y="192"/>
                    <a:pt x="5" y="127"/>
                  </a:cubicBezTo>
                  <a:close/>
                </a:path>
              </a:pathLst>
            </a:custGeom>
            <a:solidFill>
              <a:srgbClr val="F5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36" name="Freeform 187">
              <a:extLst>
                <a:ext uri="{FF2B5EF4-FFF2-40B4-BE49-F238E27FC236}">
                  <a16:creationId xmlns:a16="http://schemas.microsoft.com/office/drawing/2014/main" id="{0F6C07F5-5FC3-464E-BA1C-1671ED19D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984"/>
              <a:ext cx="485" cy="640"/>
            </a:xfrm>
            <a:custGeom>
              <a:avLst/>
              <a:gdLst>
                <a:gd name="T0" fmla="*/ 63 w 194"/>
                <a:gd name="T1" fmla="*/ 2389 h 240"/>
                <a:gd name="T2" fmla="*/ 1375 w 194"/>
                <a:gd name="T3" fmla="*/ 56 h 240"/>
                <a:gd name="T4" fmla="*/ 2958 w 194"/>
                <a:gd name="T5" fmla="*/ 2141 h 240"/>
                <a:gd name="T6" fmla="*/ 1645 w 194"/>
                <a:gd name="T7" fmla="*/ 4472 h 240"/>
                <a:gd name="T8" fmla="*/ 63 w 194"/>
                <a:gd name="T9" fmla="*/ 238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240">
                  <a:moveTo>
                    <a:pt x="4" y="126"/>
                  </a:moveTo>
                  <a:cubicBezTo>
                    <a:pt x="0" y="62"/>
                    <a:pt x="37" y="7"/>
                    <a:pt x="88" y="3"/>
                  </a:cubicBezTo>
                  <a:cubicBezTo>
                    <a:pt x="139" y="0"/>
                    <a:pt x="185" y="49"/>
                    <a:pt x="189" y="113"/>
                  </a:cubicBezTo>
                  <a:cubicBezTo>
                    <a:pt x="194" y="177"/>
                    <a:pt x="156" y="232"/>
                    <a:pt x="105" y="236"/>
                  </a:cubicBezTo>
                  <a:cubicBezTo>
                    <a:pt x="54" y="240"/>
                    <a:pt x="9" y="191"/>
                    <a:pt x="4" y="126"/>
                  </a:cubicBezTo>
                  <a:close/>
                </a:path>
              </a:pathLst>
            </a:custGeom>
            <a:solidFill>
              <a:srgbClr val="F5DC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37" name="Freeform 188">
              <a:extLst>
                <a:ext uri="{FF2B5EF4-FFF2-40B4-BE49-F238E27FC236}">
                  <a16:creationId xmlns:a16="http://schemas.microsoft.com/office/drawing/2014/main" id="{0164932C-5C85-48B0-A984-EA91C1FE5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987"/>
              <a:ext cx="483" cy="634"/>
            </a:xfrm>
            <a:custGeom>
              <a:avLst/>
              <a:gdLst>
                <a:gd name="T0" fmla="*/ 83 w 193"/>
                <a:gd name="T1" fmla="*/ 2384 h 238"/>
                <a:gd name="T2" fmla="*/ 1379 w 193"/>
                <a:gd name="T3" fmla="*/ 77 h 238"/>
                <a:gd name="T4" fmla="*/ 2943 w 193"/>
                <a:gd name="T5" fmla="*/ 2115 h 238"/>
                <a:gd name="T6" fmla="*/ 1647 w 193"/>
                <a:gd name="T7" fmla="*/ 4422 h 238"/>
                <a:gd name="T8" fmla="*/ 83 w 193"/>
                <a:gd name="T9" fmla="*/ 2384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238">
                  <a:moveTo>
                    <a:pt x="5" y="126"/>
                  </a:moveTo>
                  <a:cubicBezTo>
                    <a:pt x="0" y="62"/>
                    <a:pt x="38" y="7"/>
                    <a:pt x="88" y="4"/>
                  </a:cubicBezTo>
                  <a:cubicBezTo>
                    <a:pt x="139" y="0"/>
                    <a:pt x="184" y="49"/>
                    <a:pt x="188" y="112"/>
                  </a:cubicBezTo>
                  <a:cubicBezTo>
                    <a:pt x="193" y="176"/>
                    <a:pt x="156" y="231"/>
                    <a:pt x="105" y="234"/>
                  </a:cubicBezTo>
                  <a:cubicBezTo>
                    <a:pt x="54" y="238"/>
                    <a:pt x="10" y="189"/>
                    <a:pt x="5" y="126"/>
                  </a:cubicBezTo>
                  <a:close/>
                </a:path>
              </a:pathLst>
            </a:custGeom>
            <a:solidFill>
              <a:srgbClr val="F5D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38" name="Freeform 189">
              <a:extLst>
                <a:ext uri="{FF2B5EF4-FFF2-40B4-BE49-F238E27FC236}">
                  <a16:creationId xmlns:a16="http://schemas.microsoft.com/office/drawing/2014/main" id="{5D7718E8-F610-400D-B8E7-EFAB22EA2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1989"/>
              <a:ext cx="478" cy="630"/>
            </a:xfrm>
            <a:custGeom>
              <a:avLst/>
              <a:gdLst>
                <a:gd name="T0" fmla="*/ 63 w 191"/>
                <a:gd name="T1" fmla="*/ 2381 h 236"/>
                <a:gd name="T2" fmla="*/ 1366 w 191"/>
                <a:gd name="T3" fmla="*/ 77 h 236"/>
                <a:gd name="T4" fmla="*/ 2931 w 191"/>
                <a:gd name="T5" fmla="*/ 2130 h 236"/>
                <a:gd name="T6" fmla="*/ 1629 w 191"/>
                <a:gd name="T7" fmla="*/ 4431 h 236"/>
                <a:gd name="T8" fmla="*/ 63 w 191"/>
                <a:gd name="T9" fmla="*/ 2381 h 2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236">
                  <a:moveTo>
                    <a:pt x="4" y="125"/>
                  </a:moveTo>
                  <a:cubicBezTo>
                    <a:pt x="0" y="61"/>
                    <a:pt x="37" y="7"/>
                    <a:pt x="87" y="4"/>
                  </a:cubicBezTo>
                  <a:cubicBezTo>
                    <a:pt x="137" y="0"/>
                    <a:pt x="182" y="48"/>
                    <a:pt x="187" y="112"/>
                  </a:cubicBezTo>
                  <a:cubicBezTo>
                    <a:pt x="191" y="175"/>
                    <a:pt x="154" y="229"/>
                    <a:pt x="104" y="233"/>
                  </a:cubicBezTo>
                  <a:cubicBezTo>
                    <a:pt x="54" y="236"/>
                    <a:pt x="9" y="188"/>
                    <a:pt x="4" y="125"/>
                  </a:cubicBezTo>
                  <a:close/>
                </a:path>
              </a:pathLst>
            </a:custGeom>
            <a:solidFill>
              <a:srgbClr val="F5D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39" name="Freeform 190">
              <a:extLst>
                <a:ext uri="{FF2B5EF4-FFF2-40B4-BE49-F238E27FC236}">
                  <a16:creationId xmlns:a16="http://schemas.microsoft.com/office/drawing/2014/main" id="{93A4B73E-07C5-4F99-BBB2-DEA384497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1992"/>
              <a:ext cx="476" cy="627"/>
            </a:xfrm>
            <a:custGeom>
              <a:avLst/>
              <a:gdLst>
                <a:gd name="T0" fmla="*/ 83 w 190"/>
                <a:gd name="T1" fmla="*/ 2356 h 235"/>
                <a:gd name="T2" fmla="*/ 1368 w 190"/>
                <a:gd name="T3" fmla="*/ 77 h 235"/>
                <a:gd name="T4" fmla="*/ 2924 w 190"/>
                <a:gd name="T5" fmla="*/ 2108 h 235"/>
                <a:gd name="T6" fmla="*/ 1638 w 190"/>
                <a:gd name="T7" fmla="*/ 4386 h 235"/>
                <a:gd name="T8" fmla="*/ 83 w 190"/>
                <a:gd name="T9" fmla="*/ 235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235">
                  <a:moveTo>
                    <a:pt x="5" y="124"/>
                  </a:moveTo>
                  <a:cubicBezTo>
                    <a:pt x="0" y="61"/>
                    <a:pt x="37" y="7"/>
                    <a:pt x="87" y="4"/>
                  </a:cubicBezTo>
                  <a:cubicBezTo>
                    <a:pt x="137" y="0"/>
                    <a:pt x="181" y="48"/>
                    <a:pt x="186" y="111"/>
                  </a:cubicBezTo>
                  <a:cubicBezTo>
                    <a:pt x="190" y="174"/>
                    <a:pt x="154" y="227"/>
                    <a:pt x="104" y="231"/>
                  </a:cubicBezTo>
                  <a:cubicBezTo>
                    <a:pt x="54" y="235"/>
                    <a:pt x="10" y="187"/>
                    <a:pt x="5" y="124"/>
                  </a:cubicBezTo>
                  <a:close/>
                </a:path>
              </a:pathLst>
            </a:custGeom>
            <a:solidFill>
              <a:srgbClr val="F5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40" name="Freeform 191">
              <a:extLst>
                <a:ext uri="{FF2B5EF4-FFF2-40B4-BE49-F238E27FC236}">
                  <a16:creationId xmlns:a16="http://schemas.microsoft.com/office/drawing/2014/main" id="{D66AC19A-DFCB-4654-9190-F8B2DFEC2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1995"/>
              <a:ext cx="470" cy="621"/>
            </a:xfrm>
            <a:custGeom>
              <a:avLst/>
              <a:gdLst>
                <a:gd name="T0" fmla="*/ 83 w 188"/>
                <a:gd name="T1" fmla="*/ 2329 h 233"/>
                <a:gd name="T2" fmla="*/ 1345 w 188"/>
                <a:gd name="T3" fmla="*/ 77 h 233"/>
                <a:gd name="T4" fmla="*/ 2875 w 188"/>
                <a:gd name="T5" fmla="*/ 2082 h 233"/>
                <a:gd name="T6" fmla="*/ 1595 w 188"/>
                <a:gd name="T7" fmla="*/ 4334 h 233"/>
                <a:gd name="T8" fmla="*/ 83 w 188"/>
                <a:gd name="T9" fmla="*/ 2329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233">
                  <a:moveTo>
                    <a:pt x="5" y="123"/>
                  </a:moveTo>
                  <a:cubicBezTo>
                    <a:pt x="0" y="61"/>
                    <a:pt x="37" y="7"/>
                    <a:pt x="86" y="4"/>
                  </a:cubicBezTo>
                  <a:cubicBezTo>
                    <a:pt x="136" y="0"/>
                    <a:pt x="179" y="48"/>
                    <a:pt x="184" y="110"/>
                  </a:cubicBezTo>
                  <a:cubicBezTo>
                    <a:pt x="188" y="172"/>
                    <a:pt x="152" y="226"/>
                    <a:pt x="102" y="229"/>
                  </a:cubicBezTo>
                  <a:cubicBezTo>
                    <a:pt x="53" y="233"/>
                    <a:pt x="9" y="185"/>
                    <a:pt x="5" y="123"/>
                  </a:cubicBezTo>
                  <a:close/>
                </a:path>
              </a:pathLst>
            </a:custGeom>
            <a:solidFill>
              <a:srgbClr val="F5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41" name="Freeform 192">
              <a:extLst>
                <a:ext uri="{FF2B5EF4-FFF2-40B4-BE49-F238E27FC236}">
                  <a16:creationId xmlns:a16="http://schemas.microsoft.com/office/drawing/2014/main" id="{9BC058F6-0036-402B-8655-CE6CD64B6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" y="1997"/>
              <a:ext cx="466" cy="616"/>
            </a:xfrm>
            <a:custGeom>
              <a:avLst/>
              <a:gdLst>
                <a:gd name="T0" fmla="*/ 63 w 186"/>
                <a:gd name="T1" fmla="*/ 2312 h 231"/>
                <a:gd name="T2" fmla="*/ 1338 w 186"/>
                <a:gd name="T3" fmla="*/ 77 h 231"/>
                <a:gd name="T4" fmla="*/ 2861 w 186"/>
                <a:gd name="T5" fmla="*/ 2069 h 231"/>
                <a:gd name="T6" fmla="*/ 1588 w 186"/>
                <a:gd name="T7" fmla="*/ 4323 h 231"/>
                <a:gd name="T8" fmla="*/ 63 w 186"/>
                <a:gd name="T9" fmla="*/ 2312 h 2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231">
                  <a:moveTo>
                    <a:pt x="4" y="122"/>
                  </a:moveTo>
                  <a:cubicBezTo>
                    <a:pt x="0" y="60"/>
                    <a:pt x="36" y="7"/>
                    <a:pt x="85" y="4"/>
                  </a:cubicBezTo>
                  <a:cubicBezTo>
                    <a:pt x="134" y="0"/>
                    <a:pt x="178" y="48"/>
                    <a:pt x="182" y="109"/>
                  </a:cubicBezTo>
                  <a:cubicBezTo>
                    <a:pt x="186" y="171"/>
                    <a:pt x="150" y="224"/>
                    <a:pt x="101" y="228"/>
                  </a:cubicBezTo>
                  <a:cubicBezTo>
                    <a:pt x="52" y="231"/>
                    <a:pt x="9" y="184"/>
                    <a:pt x="4" y="122"/>
                  </a:cubicBezTo>
                  <a:close/>
                </a:path>
              </a:pathLst>
            </a:custGeom>
            <a:solidFill>
              <a:srgbClr val="F5D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42" name="Freeform 193">
              <a:extLst>
                <a:ext uri="{FF2B5EF4-FFF2-40B4-BE49-F238E27FC236}">
                  <a16:creationId xmlns:a16="http://schemas.microsoft.com/office/drawing/2014/main" id="{E181A9CF-BCDD-4B56-9B3C-DA9DB1F3E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" y="2000"/>
              <a:ext cx="466" cy="611"/>
            </a:xfrm>
            <a:custGeom>
              <a:avLst/>
              <a:gdLst>
                <a:gd name="T0" fmla="*/ 83 w 186"/>
                <a:gd name="T1" fmla="*/ 2300 h 229"/>
                <a:gd name="T2" fmla="*/ 1338 w 186"/>
                <a:gd name="T3" fmla="*/ 77 h 229"/>
                <a:gd name="T4" fmla="*/ 2844 w 186"/>
                <a:gd name="T5" fmla="*/ 2070 h 229"/>
                <a:gd name="T6" fmla="*/ 1588 w 186"/>
                <a:gd name="T7" fmla="*/ 4293 h 229"/>
                <a:gd name="T8" fmla="*/ 83 w 186"/>
                <a:gd name="T9" fmla="*/ 2300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229">
                  <a:moveTo>
                    <a:pt x="5" y="121"/>
                  </a:moveTo>
                  <a:cubicBezTo>
                    <a:pt x="0" y="60"/>
                    <a:pt x="36" y="8"/>
                    <a:pt x="85" y="4"/>
                  </a:cubicBezTo>
                  <a:cubicBezTo>
                    <a:pt x="134" y="0"/>
                    <a:pt x="177" y="47"/>
                    <a:pt x="181" y="109"/>
                  </a:cubicBezTo>
                  <a:cubicBezTo>
                    <a:pt x="186" y="170"/>
                    <a:pt x="150" y="222"/>
                    <a:pt x="101" y="226"/>
                  </a:cubicBezTo>
                  <a:cubicBezTo>
                    <a:pt x="52" y="229"/>
                    <a:pt x="9" y="183"/>
                    <a:pt x="5" y="121"/>
                  </a:cubicBezTo>
                  <a:close/>
                </a:path>
              </a:pathLst>
            </a:custGeom>
            <a:solidFill>
              <a:srgbClr val="F5D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43" name="Freeform 194">
              <a:extLst>
                <a:ext uri="{FF2B5EF4-FFF2-40B4-BE49-F238E27FC236}">
                  <a16:creationId xmlns:a16="http://schemas.microsoft.com/office/drawing/2014/main" id="{E1D3278B-EE3F-4049-872C-4E804BB7C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" y="2005"/>
              <a:ext cx="460" cy="606"/>
            </a:xfrm>
            <a:custGeom>
              <a:avLst/>
              <a:gdLst>
                <a:gd name="T0" fmla="*/ 63 w 184"/>
                <a:gd name="T1" fmla="*/ 2280 h 227"/>
                <a:gd name="T2" fmla="*/ 1313 w 184"/>
                <a:gd name="T3" fmla="*/ 56 h 227"/>
                <a:gd name="T4" fmla="*/ 2800 w 184"/>
                <a:gd name="T5" fmla="*/ 2040 h 227"/>
                <a:gd name="T6" fmla="*/ 1563 w 184"/>
                <a:gd name="T7" fmla="*/ 4239 h 227"/>
                <a:gd name="T8" fmla="*/ 63 w 184"/>
                <a:gd name="T9" fmla="*/ 2280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227">
                  <a:moveTo>
                    <a:pt x="4" y="120"/>
                  </a:moveTo>
                  <a:cubicBezTo>
                    <a:pt x="0" y="59"/>
                    <a:pt x="35" y="7"/>
                    <a:pt x="84" y="3"/>
                  </a:cubicBezTo>
                  <a:cubicBezTo>
                    <a:pt x="132" y="0"/>
                    <a:pt x="175" y="46"/>
                    <a:pt x="179" y="107"/>
                  </a:cubicBezTo>
                  <a:cubicBezTo>
                    <a:pt x="184" y="168"/>
                    <a:pt x="148" y="220"/>
                    <a:pt x="100" y="223"/>
                  </a:cubicBezTo>
                  <a:cubicBezTo>
                    <a:pt x="51" y="227"/>
                    <a:pt x="9" y="180"/>
                    <a:pt x="4" y="120"/>
                  </a:cubicBezTo>
                  <a:close/>
                </a:path>
              </a:pathLst>
            </a:custGeom>
            <a:solidFill>
              <a:srgbClr val="F5D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44" name="Freeform 195">
              <a:extLst>
                <a:ext uri="{FF2B5EF4-FFF2-40B4-BE49-F238E27FC236}">
                  <a16:creationId xmlns:a16="http://schemas.microsoft.com/office/drawing/2014/main" id="{DFDE7974-71A3-4CE9-806F-28A6C613F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" y="2008"/>
              <a:ext cx="458" cy="600"/>
            </a:xfrm>
            <a:custGeom>
              <a:avLst/>
              <a:gdLst>
                <a:gd name="T0" fmla="*/ 83 w 183"/>
                <a:gd name="T1" fmla="*/ 2253 h 225"/>
                <a:gd name="T2" fmla="*/ 1316 w 183"/>
                <a:gd name="T3" fmla="*/ 56 h 225"/>
                <a:gd name="T4" fmla="*/ 2788 w 183"/>
                <a:gd name="T5" fmla="*/ 2013 h 225"/>
                <a:gd name="T6" fmla="*/ 1567 w 183"/>
                <a:gd name="T7" fmla="*/ 4211 h 225"/>
                <a:gd name="T8" fmla="*/ 83 w 183"/>
                <a:gd name="T9" fmla="*/ 2253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225">
                  <a:moveTo>
                    <a:pt x="5" y="119"/>
                  </a:moveTo>
                  <a:cubicBezTo>
                    <a:pt x="0" y="58"/>
                    <a:pt x="36" y="7"/>
                    <a:pt x="84" y="3"/>
                  </a:cubicBezTo>
                  <a:cubicBezTo>
                    <a:pt x="132" y="0"/>
                    <a:pt x="174" y="46"/>
                    <a:pt x="178" y="106"/>
                  </a:cubicBezTo>
                  <a:cubicBezTo>
                    <a:pt x="183" y="166"/>
                    <a:pt x="148" y="218"/>
                    <a:pt x="100" y="222"/>
                  </a:cubicBezTo>
                  <a:cubicBezTo>
                    <a:pt x="52" y="225"/>
                    <a:pt x="9" y="179"/>
                    <a:pt x="5" y="119"/>
                  </a:cubicBezTo>
                  <a:close/>
                </a:path>
              </a:pathLst>
            </a:custGeom>
            <a:solidFill>
              <a:srgbClr val="F5DA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45" name="Freeform 196">
              <a:extLst>
                <a:ext uri="{FF2B5EF4-FFF2-40B4-BE49-F238E27FC236}">
                  <a16:creationId xmlns:a16="http://schemas.microsoft.com/office/drawing/2014/main" id="{0D4ECD9B-BDE1-4C41-BE6D-C148C654E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011"/>
              <a:ext cx="453" cy="594"/>
            </a:xfrm>
            <a:custGeom>
              <a:avLst/>
              <a:gdLst>
                <a:gd name="T0" fmla="*/ 63 w 181"/>
                <a:gd name="T1" fmla="*/ 2227 h 223"/>
                <a:gd name="T2" fmla="*/ 1304 w 181"/>
                <a:gd name="T3" fmla="*/ 56 h 223"/>
                <a:gd name="T4" fmla="*/ 2776 w 181"/>
                <a:gd name="T5" fmla="*/ 1987 h 223"/>
                <a:gd name="T6" fmla="*/ 1534 w 181"/>
                <a:gd name="T7" fmla="*/ 4158 h 223"/>
                <a:gd name="T8" fmla="*/ 63 w 181"/>
                <a:gd name="T9" fmla="*/ 2227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223">
                  <a:moveTo>
                    <a:pt x="4" y="118"/>
                  </a:moveTo>
                  <a:cubicBezTo>
                    <a:pt x="0" y="58"/>
                    <a:pt x="35" y="7"/>
                    <a:pt x="83" y="3"/>
                  </a:cubicBezTo>
                  <a:cubicBezTo>
                    <a:pt x="130" y="0"/>
                    <a:pt x="172" y="46"/>
                    <a:pt x="177" y="105"/>
                  </a:cubicBezTo>
                  <a:cubicBezTo>
                    <a:pt x="181" y="165"/>
                    <a:pt x="146" y="216"/>
                    <a:pt x="98" y="220"/>
                  </a:cubicBezTo>
                  <a:cubicBezTo>
                    <a:pt x="51" y="223"/>
                    <a:pt x="9" y="178"/>
                    <a:pt x="4" y="118"/>
                  </a:cubicBezTo>
                  <a:close/>
                </a:path>
              </a:pathLst>
            </a:custGeom>
            <a:solidFill>
              <a:srgbClr val="F5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46" name="Freeform 197">
              <a:extLst>
                <a:ext uri="{FF2B5EF4-FFF2-40B4-BE49-F238E27FC236}">
                  <a16:creationId xmlns:a16="http://schemas.microsoft.com/office/drawing/2014/main" id="{9A588DD4-6A0D-4199-A7DA-0274992CF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2013"/>
              <a:ext cx="448" cy="592"/>
            </a:xfrm>
            <a:custGeom>
              <a:avLst/>
              <a:gdLst>
                <a:gd name="T0" fmla="*/ 63 w 179"/>
                <a:gd name="T1" fmla="*/ 2219 h 222"/>
                <a:gd name="T2" fmla="*/ 1284 w 179"/>
                <a:gd name="T3" fmla="*/ 56 h 222"/>
                <a:gd name="T4" fmla="*/ 2743 w 179"/>
                <a:gd name="T5" fmla="*/ 1992 h 222"/>
                <a:gd name="T6" fmla="*/ 1522 w 179"/>
                <a:gd name="T7" fmla="*/ 4131 h 222"/>
                <a:gd name="T8" fmla="*/ 63 w 179"/>
                <a:gd name="T9" fmla="*/ 2219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222">
                  <a:moveTo>
                    <a:pt x="4" y="117"/>
                  </a:moveTo>
                  <a:cubicBezTo>
                    <a:pt x="0" y="58"/>
                    <a:pt x="34" y="7"/>
                    <a:pt x="82" y="3"/>
                  </a:cubicBezTo>
                  <a:cubicBezTo>
                    <a:pt x="129" y="0"/>
                    <a:pt x="170" y="45"/>
                    <a:pt x="175" y="105"/>
                  </a:cubicBezTo>
                  <a:cubicBezTo>
                    <a:pt x="179" y="164"/>
                    <a:pt x="144" y="215"/>
                    <a:pt x="97" y="218"/>
                  </a:cubicBezTo>
                  <a:cubicBezTo>
                    <a:pt x="50" y="222"/>
                    <a:pt x="8" y="176"/>
                    <a:pt x="4" y="117"/>
                  </a:cubicBezTo>
                  <a:close/>
                </a:path>
              </a:pathLst>
            </a:custGeom>
            <a:solidFill>
              <a:srgbClr val="F5D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47" name="Freeform 198">
              <a:extLst>
                <a:ext uri="{FF2B5EF4-FFF2-40B4-BE49-F238E27FC236}">
                  <a16:creationId xmlns:a16="http://schemas.microsoft.com/office/drawing/2014/main" id="{2CB9C724-14B4-4EB1-B567-C302688AD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2016"/>
              <a:ext cx="445" cy="587"/>
            </a:xfrm>
            <a:custGeom>
              <a:avLst/>
              <a:gdLst>
                <a:gd name="T0" fmla="*/ 63 w 178"/>
                <a:gd name="T1" fmla="*/ 2207 h 220"/>
                <a:gd name="T2" fmla="*/ 1270 w 178"/>
                <a:gd name="T3" fmla="*/ 56 h 220"/>
                <a:gd name="T4" fmla="*/ 2720 w 178"/>
                <a:gd name="T5" fmla="*/ 1972 h 220"/>
                <a:gd name="T6" fmla="*/ 1520 w 178"/>
                <a:gd name="T7" fmla="*/ 4122 h 220"/>
                <a:gd name="T8" fmla="*/ 63 w 178"/>
                <a:gd name="T9" fmla="*/ 220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220">
                  <a:moveTo>
                    <a:pt x="4" y="116"/>
                  </a:moveTo>
                  <a:cubicBezTo>
                    <a:pt x="0" y="57"/>
                    <a:pt x="35" y="7"/>
                    <a:pt x="81" y="3"/>
                  </a:cubicBezTo>
                  <a:cubicBezTo>
                    <a:pt x="128" y="0"/>
                    <a:pt x="170" y="45"/>
                    <a:pt x="174" y="104"/>
                  </a:cubicBezTo>
                  <a:cubicBezTo>
                    <a:pt x="178" y="163"/>
                    <a:pt x="144" y="213"/>
                    <a:pt x="97" y="217"/>
                  </a:cubicBezTo>
                  <a:cubicBezTo>
                    <a:pt x="50" y="220"/>
                    <a:pt x="9" y="175"/>
                    <a:pt x="4" y="116"/>
                  </a:cubicBezTo>
                  <a:close/>
                </a:path>
              </a:pathLst>
            </a:custGeom>
            <a:solidFill>
              <a:srgbClr val="F5D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48" name="Freeform 199">
              <a:extLst>
                <a:ext uri="{FF2B5EF4-FFF2-40B4-BE49-F238E27FC236}">
                  <a16:creationId xmlns:a16="http://schemas.microsoft.com/office/drawing/2014/main" id="{E1B0C9D1-F768-49CA-B38E-B0F6F6BFD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" y="2019"/>
              <a:ext cx="441" cy="581"/>
            </a:xfrm>
            <a:custGeom>
              <a:avLst/>
              <a:gdLst>
                <a:gd name="T0" fmla="*/ 63 w 176"/>
                <a:gd name="T1" fmla="*/ 2175 h 218"/>
                <a:gd name="T2" fmla="*/ 1255 w 176"/>
                <a:gd name="T3" fmla="*/ 77 h 218"/>
                <a:gd name="T4" fmla="*/ 2706 w 176"/>
                <a:gd name="T5" fmla="*/ 1954 h 218"/>
                <a:gd name="T6" fmla="*/ 1513 w 176"/>
                <a:gd name="T7" fmla="*/ 4070 h 218"/>
                <a:gd name="T8" fmla="*/ 63 w 176"/>
                <a:gd name="T9" fmla="*/ 2175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18">
                  <a:moveTo>
                    <a:pt x="4" y="115"/>
                  </a:moveTo>
                  <a:cubicBezTo>
                    <a:pt x="0" y="57"/>
                    <a:pt x="34" y="7"/>
                    <a:pt x="80" y="4"/>
                  </a:cubicBezTo>
                  <a:cubicBezTo>
                    <a:pt x="127" y="0"/>
                    <a:pt x="168" y="45"/>
                    <a:pt x="172" y="103"/>
                  </a:cubicBezTo>
                  <a:cubicBezTo>
                    <a:pt x="176" y="161"/>
                    <a:pt x="142" y="211"/>
                    <a:pt x="96" y="215"/>
                  </a:cubicBezTo>
                  <a:cubicBezTo>
                    <a:pt x="49" y="218"/>
                    <a:pt x="8" y="174"/>
                    <a:pt x="4" y="115"/>
                  </a:cubicBezTo>
                  <a:close/>
                </a:path>
              </a:pathLst>
            </a:custGeom>
            <a:solidFill>
              <a:srgbClr val="F5D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49" name="Freeform 200">
              <a:extLst>
                <a:ext uri="{FF2B5EF4-FFF2-40B4-BE49-F238E27FC236}">
                  <a16:creationId xmlns:a16="http://schemas.microsoft.com/office/drawing/2014/main" id="{7C6EBDEB-C5CE-413D-ABB3-1742D4F32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" y="2021"/>
              <a:ext cx="438" cy="579"/>
            </a:xfrm>
            <a:custGeom>
              <a:avLst/>
              <a:gdLst>
                <a:gd name="T0" fmla="*/ 83 w 175"/>
                <a:gd name="T1" fmla="*/ 2164 h 217"/>
                <a:gd name="T2" fmla="*/ 1254 w 175"/>
                <a:gd name="T3" fmla="*/ 77 h 217"/>
                <a:gd name="T4" fmla="*/ 2681 w 175"/>
                <a:gd name="T5" fmla="*/ 1937 h 217"/>
                <a:gd name="T6" fmla="*/ 1492 w 175"/>
                <a:gd name="T7" fmla="*/ 4045 h 217"/>
                <a:gd name="T8" fmla="*/ 83 w 175"/>
                <a:gd name="T9" fmla="*/ 2164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217">
                  <a:moveTo>
                    <a:pt x="5" y="114"/>
                  </a:moveTo>
                  <a:cubicBezTo>
                    <a:pt x="0" y="57"/>
                    <a:pt x="34" y="7"/>
                    <a:pt x="80" y="4"/>
                  </a:cubicBezTo>
                  <a:cubicBezTo>
                    <a:pt x="126" y="0"/>
                    <a:pt x="167" y="45"/>
                    <a:pt x="171" y="102"/>
                  </a:cubicBezTo>
                  <a:cubicBezTo>
                    <a:pt x="175" y="160"/>
                    <a:pt x="142" y="210"/>
                    <a:pt x="95" y="213"/>
                  </a:cubicBezTo>
                  <a:cubicBezTo>
                    <a:pt x="49" y="217"/>
                    <a:pt x="9" y="172"/>
                    <a:pt x="5" y="114"/>
                  </a:cubicBezTo>
                  <a:close/>
                </a:path>
              </a:pathLst>
            </a:custGeom>
            <a:solidFill>
              <a:srgbClr val="F5D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50" name="Freeform 201">
              <a:extLst>
                <a:ext uri="{FF2B5EF4-FFF2-40B4-BE49-F238E27FC236}">
                  <a16:creationId xmlns:a16="http://schemas.microsoft.com/office/drawing/2014/main" id="{017CB90A-C9F9-4300-82B0-D0C24BCAE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2024"/>
              <a:ext cx="435" cy="573"/>
            </a:xfrm>
            <a:custGeom>
              <a:avLst/>
              <a:gdLst>
                <a:gd name="T0" fmla="*/ 63 w 174"/>
                <a:gd name="T1" fmla="*/ 2159 h 215"/>
                <a:gd name="T2" fmla="*/ 1238 w 174"/>
                <a:gd name="T3" fmla="*/ 77 h 215"/>
                <a:gd name="T4" fmla="*/ 2645 w 174"/>
                <a:gd name="T5" fmla="*/ 1932 h 215"/>
                <a:gd name="T6" fmla="*/ 1470 w 174"/>
                <a:gd name="T7" fmla="*/ 4014 h 215"/>
                <a:gd name="T8" fmla="*/ 63 w 174"/>
                <a:gd name="T9" fmla="*/ 2159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215">
                  <a:moveTo>
                    <a:pt x="4" y="114"/>
                  </a:moveTo>
                  <a:cubicBezTo>
                    <a:pt x="0" y="56"/>
                    <a:pt x="34" y="7"/>
                    <a:pt x="79" y="4"/>
                  </a:cubicBezTo>
                  <a:cubicBezTo>
                    <a:pt x="125" y="0"/>
                    <a:pt x="165" y="44"/>
                    <a:pt x="169" y="102"/>
                  </a:cubicBezTo>
                  <a:cubicBezTo>
                    <a:pt x="174" y="159"/>
                    <a:pt x="140" y="208"/>
                    <a:pt x="94" y="212"/>
                  </a:cubicBezTo>
                  <a:cubicBezTo>
                    <a:pt x="49" y="215"/>
                    <a:pt x="8" y="171"/>
                    <a:pt x="4" y="114"/>
                  </a:cubicBezTo>
                  <a:close/>
                </a:path>
              </a:pathLst>
            </a:custGeom>
            <a:solidFill>
              <a:srgbClr val="F5D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51" name="Freeform 202">
              <a:extLst>
                <a:ext uri="{FF2B5EF4-FFF2-40B4-BE49-F238E27FC236}">
                  <a16:creationId xmlns:a16="http://schemas.microsoft.com/office/drawing/2014/main" id="{CB7D06F1-0D74-4FB7-A60C-5548CC911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2029"/>
              <a:ext cx="431" cy="566"/>
            </a:xfrm>
            <a:custGeom>
              <a:avLst/>
              <a:gdLst>
                <a:gd name="T0" fmla="*/ 63 w 172"/>
                <a:gd name="T1" fmla="*/ 2131 h 212"/>
                <a:gd name="T2" fmla="*/ 1225 w 172"/>
                <a:gd name="T3" fmla="*/ 56 h 212"/>
                <a:gd name="T4" fmla="*/ 2644 w 172"/>
                <a:gd name="T5" fmla="*/ 1904 h 212"/>
                <a:gd name="T6" fmla="*/ 1463 w 172"/>
                <a:gd name="T7" fmla="*/ 3978 h 212"/>
                <a:gd name="T8" fmla="*/ 63 w 172"/>
                <a:gd name="T9" fmla="*/ 2131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212">
                  <a:moveTo>
                    <a:pt x="4" y="112"/>
                  </a:moveTo>
                  <a:cubicBezTo>
                    <a:pt x="0" y="55"/>
                    <a:pt x="33" y="6"/>
                    <a:pt x="78" y="3"/>
                  </a:cubicBezTo>
                  <a:cubicBezTo>
                    <a:pt x="123" y="0"/>
                    <a:pt x="163" y="43"/>
                    <a:pt x="168" y="100"/>
                  </a:cubicBezTo>
                  <a:cubicBezTo>
                    <a:pt x="172" y="157"/>
                    <a:pt x="138" y="206"/>
                    <a:pt x="93" y="209"/>
                  </a:cubicBezTo>
                  <a:cubicBezTo>
                    <a:pt x="48" y="212"/>
                    <a:pt x="8" y="169"/>
                    <a:pt x="4" y="112"/>
                  </a:cubicBezTo>
                  <a:close/>
                </a:path>
              </a:pathLst>
            </a:custGeom>
            <a:solidFill>
              <a:srgbClr val="F5D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52" name="Freeform 203">
              <a:extLst>
                <a:ext uri="{FF2B5EF4-FFF2-40B4-BE49-F238E27FC236}">
                  <a16:creationId xmlns:a16="http://schemas.microsoft.com/office/drawing/2014/main" id="{6F563982-79F3-4741-903D-273047A64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2032"/>
              <a:ext cx="428" cy="560"/>
            </a:xfrm>
            <a:custGeom>
              <a:avLst/>
              <a:gdLst>
                <a:gd name="T0" fmla="*/ 63 w 171"/>
                <a:gd name="T1" fmla="*/ 2104 h 210"/>
                <a:gd name="T2" fmla="*/ 1221 w 171"/>
                <a:gd name="T3" fmla="*/ 56 h 210"/>
                <a:gd name="T4" fmla="*/ 2618 w 171"/>
                <a:gd name="T5" fmla="*/ 1877 h 210"/>
                <a:gd name="T6" fmla="*/ 1459 w 171"/>
                <a:gd name="T7" fmla="*/ 3925 h 210"/>
                <a:gd name="T8" fmla="*/ 63 w 171"/>
                <a:gd name="T9" fmla="*/ 2104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10">
                  <a:moveTo>
                    <a:pt x="4" y="111"/>
                  </a:moveTo>
                  <a:cubicBezTo>
                    <a:pt x="0" y="55"/>
                    <a:pt x="33" y="6"/>
                    <a:pt x="78" y="3"/>
                  </a:cubicBezTo>
                  <a:cubicBezTo>
                    <a:pt x="123" y="0"/>
                    <a:pt x="163" y="43"/>
                    <a:pt x="167" y="99"/>
                  </a:cubicBezTo>
                  <a:cubicBezTo>
                    <a:pt x="171" y="156"/>
                    <a:pt x="138" y="204"/>
                    <a:pt x="93" y="207"/>
                  </a:cubicBezTo>
                  <a:cubicBezTo>
                    <a:pt x="48" y="210"/>
                    <a:pt x="8" y="167"/>
                    <a:pt x="4" y="111"/>
                  </a:cubicBezTo>
                  <a:close/>
                </a:path>
              </a:pathLst>
            </a:custGeom>
            <a:solidFill>
              <a:srgbClr val="F5D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53" name="Freeform 204">
              <a:extLst>
                <a:ext uri="{FF2B5EF4-FFF2-40B4-BE49-F238E27FC236}">
                  <a16:creationId xmlns:a16="http://schemas.microsoft.com/office/drawing/2014/main" id="{64B2B03A-5BBA-45AD-B9B8-5167DE82E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2035"/>
              <a:ext cx="423" cy="557"/>
            </a:xfrm>
            <a:custGeom>
              <a:avLst/>
              <a:gdLst>
                <a:gd name="T0" fmla="*/ 63 w 169"/>
                <a:gd name="T1" fmla="*/ 2081 h 209"/>
                <a:gd name="T2" fmla="*/ 1209 w 169"/>
                <a:gd name="T3" fmla="*/ 56 h 209"/>
                <a:gd name="T4" fmla="*/ 2588 w 169"/>
                <a:gd name="T5" fmla="*/ 1855 h 209"/>
                <a:gd name="T6" fmla="*/ 1442 w 169"/>
                <a:gd name="T7" fmla="*/ 3878 h 209"/>
                <a:gd name="T8" fmla="*/ 63 w 169"/>
                <a:gd name="T9" fmla="*/ 2081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209">
                  <a:moveTo>
                    <a:pt x="4" y="110"/>
                  </a:moveTo>
                  <a:cubicBezTo>
                    <a:pt x="0" y="54"/>
                    <a:pt x="33" y="6"/>
                    <a:pt x="77" y="3"/>
                  </a:cubicBezTo>
                  <a:cubicBezTo>
                    <a:pt x="121" y="0"/>
                    <a:pt x="161" y="43"/>
                    <a:pt x="165" y="98"/>
                  </a:cubicBezTo>
                  <a:cubicBezTo>
                    <a:pt x="169" y="154"/>
                    <a:pt x="136" y="202"/>
                    <a:pt x="92" y="205"/>
                  </a:cubicBezTo>
                  <a:cubicBezTo>
                    <a:pt x="47" y="209"/>
                    <a:pt x="8" y="166"/>
                    <a:pt x="4" y="110"/>
                  </a:cubicBezTo>
                  <a:close/>
                </a:path>
              </a:pathLst>
            </a:custGeom>
            <a:solidFill>
              <a:srgbClr val="F5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54" name="Freeform 205">
              <a:extLst>
                <a:ext uri="{FF2B5EF4-FFF2-40B4-BE49-F238E27FC236}">
                  <a16:creationId xmlns:a16="http://schemas.microsoft.com/office/drawing/2014/main" id="{A84C2BDD-65E3-432D-9418-17B61F982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2037"/>
              <a:ext cx="420" cy="552"/>
            </a:xfrm>
            <a:custGeom>
              <a:avLst/>
              <a:gdLst>
                <a:gd name="T0" fmla="*/ 63 w 168"/>
                <a:gd name="T1" fmla="*/ 2069 h 207"/>
                <a:gd name="T2" fmla="*/ 1208 w 168"/>
                <a:gd name="T3" fmla="*/ 56 h 207"/>
                <a:gd name="T4" fmla="*/ 2563 w 168"/>
                <a:gd name="T5" fmla="*/ 1856 h 207"/>
                <a:gd name="T6" fmla="*/ 1425 w 168"/>
                <a:gd name="T7" fmla="*/ 3869 h 207"/>
                <a:gd name="T8" fmla="*/ 63 w 168"/>
                <a:gd name="T9" fmla="*/ 2069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207">
                  <a:moveTo>
                    <a:pt x="4" y="109"/>
                  </a:moveTo>
                  <a:cubicBezTo>
                    <a:pt x="0" y="54"/>
                    <a:pt x="33" y="6"/>
                    <a:pt x="77" y="3"/>
                  </a:cubicBezTo>
                  <a:cubicBezTo>
                    <a:pt x="121" y="0"/>
                    <a:pt x="160" y="42"/>
                    <a:pt x="164" y="98"/>
                  </a:cubicBezTo>
                  <a:cubicBezTo>
                    <a:pt x="168" y="153"/>
                    <a:pt x="136" y="201"/>
                    <a:pt x="91" y="204"/>
                  </a:cubicBezTo>
                  <a:cubicBezTo>
                    <a:pt x="47" y="207"/>
                    <a:pt x="8" y="165"/>
                    <a:pt x="4" y="109"/>
                  </a:cubicBezTo>
                  <a:close/>
                </a:path>
              </a:pathLst>
            </a:custGeom>
            <a:solidFill>
              <a:srgbClr val="F5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55" name="Freeform 206">
              <a:extLst>
                <a:ext uri="{FF2B5EF4-FFF2-40B4-BE49-F238E27FC236}">
                  <a16:creationId xmlns:a16="http://schemas.microsoft.com/office/drawing/2014/main" id="{C38FC119-8132-4006-A642-F59EFBC95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040"/>
              <a:ext cx="416" cy="547"/>
            </a:xfrm>
            <a:custGeom>
              <a:avLst/>
              <a:gdLst>
                <a:gd name="T0" fmla="*/ 63 w 166"/>
                <a:gd name="T1" fmla="*/ 2049 h 205"/>
                <a:gd name="T2" fmla="*/ 1193 w 166"/>
                <a:gd name="T3" fmla="*/ 56 h 205"/>
                <a:gd name="T4" fmla="*/ 2549 w 166"/>
                <a:gd name="T5" fmla="*/ 1844 h 205"/>
                <a:gd name="T6" fmla="*/ 1418 w 166"/>
                <a:gd name="T7" fmla="*/ 3837 h 205"/>
                <a:gd name="T8" fmla="*/ 63 w 166"/>
                <a:gd name="T9" fmla="*/ 2049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205">
                  <a:moveTo>
                    <a:pt x="4" y="108"/>
                  </a:moveTo>
                  <a:cubicBezTo>
                    <a:pt x="0" y="54"/>
                    <a:pt x="32" y="6"/>
                    <a:pt x="76" y="3"/>
                  </a:cubicBezTo>
                  <a:cubicBezTo>
                    <a:pt x="119" y="0"/>
                    <a:pt x="158" y="42"/>
                    <a:pt x="162" y="97"/>
                  </a:cubicBezTo>
                  <a:cubicBezTo>
                    <a:pt x="166" y="152"/>
                    <a:pt x="134" y="199"/>
                    <a:pt x="90" y="202"/>
                  </a:cubicBezTo>
                  <a:cubicBezTo>
                    <a:pt x="47" y="205"/>
                    <a:pt x="8" y="163"/>
                    <a:pt x="4" y="108"/>
                  </a:cubicBezTo>
                  <a:close/>
                </a:path>
              </a:pathLst>
            </a:custGeom>
            <a:solidFill>
              <a:srgbClr val="F5D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56" name="Freeform 207">
              <a:extLst>
                <a:ext uri="{FF2B5EF4-FFF2-40B4-BE49-F238E27FC236}">
                  <a16:creationId xmlns:a16="http://schemas.microsoft.com/office/drawing/2014/main" id="{9266D2F1-D988-4300-B752-26F4365E7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" y="2043"/>
              <a:ext cx="410" cy="544"/>
            </a:xfrm>
            <a:custGeom>
              <a:avLst/>
              <a:gdLst>
                <a:gd name="T0" fmla="*/ 50 w 164"/>
                <a:gd name="T1" fmla="*/ 2048 h 204"/>
                <a:gd name="T2" fmla="*/ 1175 w 164"/>
                <a:gd name="T3" fmla="*/ 56 h 204"/>
                <a:gd name="T4" fmla="*/ 2500 w 164"/>
                <a:gd name="T5" fmla="*/ 1821 h 204"/>
                <a:gd name="T6" fmla="*/ 1395 w 164"/>
                <a:gd name="T7" fmla="*/ 3789 h 204"/>
                <a:gd name="T8" fmla="*/ 50 w 164"/>
                <a:gd name="T9" fmla="*/ 2048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04">
                  <a:moveTo>
                    <a:pt x="3" y="108"/>
                  </a:moveTo>
                  <a:cubicBezTo>
                    <a:pt x="0" y="53"/>
                    <a:pt x="31" y="6"/>
                    <a:pt x="75" y="3"/>
                  </a:cubicBezTo>
                  <a:cubicBezTo>
                    <a:pt x="118" y="0"/>
                    <a:pt x="156" y="42"/>
                    <a:pt x="160" y="96"/>
                  </a:cubicBezTo>
                  <a:cubicBezTo>
                    <a:pt x="164" y="151"/>
                    <a:pt x="132" y="197"/>
                    <a:pt x="89" y="200"/>
                  </a:cubicBezTo>
                  <a:cubicBezTo>
                    <a:pt x="46" y="204"/>
                    <a:pt x="7" y="162"/>
                    <a:pt x="3" y="108"/>
                  </a:cubicBezTo>
                  <a:close/>
                </a:path>
              </a:pathLst>
            </a:custGeom>
            <a:solidFill>
              <a:srgbClr val="F5D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57" name="Freeform 208">
              <a:extLst>
                <a:ext uri="{FF2B5EF4-FFF2-40B4-BE49-F238E27FC236}">
                  <a16:creationId xmlns:a16="http://schemas.microsoft.com/office/drawing/2014/main" id="{F073DD0D-1693-4BF1-80C0-D33ECD165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" y="2045"/>
              <a:ext cx="408" cy="539"/>
            </a:xfrm>
            <a:custGeom>
              <a:avLst/>
              <a:gdLst>
                <a:gd name="T0" fmla="*/ 63 w 163"/>
                <a:gd name="T1" fmla="*/ 2036 h 202"/>
                <a:gd name="T2" fmla="*/ 1179 w 163"/>
                <a:gd name="T3" fmla="*/ 56 h 202"/>
                <a:gd name="T4" fmla="*/ 2493 w 163"/>
                <a:gd name="T5" fmla="*/ 1801 h 202"/>
                <a:gd name="T6" fmla="*/ 1397 w 163"/>
                <a:gd name="T7" fmla="*/ 3781 h 202"/>
                <a:gd name="T8" fmla="*/ 63 w 163"/>
                <a:gd name="T9" fmla="*/ 2036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202">
                  <a:moveTo>
                    <a:pt x="4" y="107"/>
                  </a:moveTo>
                  <a:cubicBezTo>
                    <a:pt x="0" y="53"/>
                    <a:pt x="32" y="7"/>
                    <a:pt x="75" y="3"/>
                  </a:cubicBezTo>
                  <a:cubicBezTo>
                    <a:pt x="118" y="0"/>
                    <a:pt x="155" y="42"/>
                    <a:pt x="159" y="95"/>
                  </a:cubicBezTo>
                  <a:cubicBezTo>
                    <a:pt x="163" y="149"/>
                    <a:pt x="132" y="196"/>
                    <a:pt x="89" y="199"/>
                  </a:cubicBezTo>
                  <a:cubicBezTo>
                    <a:pt x="46" y="202"/>
                    <a:pt x="8" y="161"/>
                    <a:pt x="4" y="107"/>
                  </a:cubicBezTo>
                  <a:close/>
                </a:path>
              </a:pathLst>
            </a:custGeom>
            <a:solidFill>
              <a:srgbClr val="F6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58" name="Freeform 209">
              <a:extLst>
                <a:ext uri="{FF2B5EF4-FFF2-40B4-BE49-F238E27FC236}">
                  <a16:creationId xmlns:a16="http://schemas.microsoft.com/office/drawing/2014/main" id="{67423E08-C8A5-4338-8828-EAB52915C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2048"/>
              <a:ext cx="403" cy="533"/>
            </a:xfrm>
            <a:custGeom>
              <a:avLst/>
              <a:gdLst>
                <a:gd name="T0" fmla="*/ 63 w 161"/>
                <a:gd name="T1" fmla="*/ 2004 h 200"/>
                <a:gd name="T2" fmla="*/ 1159 w 161"/>
                <a:gd name="T3" fmla="*/ 77 h 200"/>
                <a:gd name="T4" fmla="*/ 2476 w 161"/>
                <a:gd name="T5" fmla="*/ 1796 h 200"/>
                <a:gd name="T6" fmla="*/ 1379 w 161"/>
                <a:gd name="T7" fmla="*/ 3728 h 200"/>
                <a:gd name="T8" fmla="*/ 63 w 161"/>
                <a:gd name="T9" fmla="*/ 2004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200">
                  <a:moveTo>
                    <a:pt x="4" y="106"/>
                  </a:moveTo>
                  <a:cubicBezTo>
                    <a:pt x="0" y="52"/>
                    <a:pt x="31" y="7"/>
                    <a:pt x="74" y="4"/>
                  </a:cubicBezTo>
                  <a:cubicBezTo>
                    <a:pt x="116" y="0"/>
                    <a:pt x="154" y="41"/>
                    <a:pt x="158" y="95"/>
                  </a:cubicBezTo>
                  <a:cubicBezTo>
                    <a:pt x="161" y="148"/>
                    <a:pt x="130" y="194"/>
                    <a:pt x="88" y="197"/>
                  </a:cubicBezTo>
                  <a:cubicBezTo>
                    <a:pt x="45" y="200"/>
                    <a:pt x="7" y="159"/>
                    <a:pt x="4" y="106"/>
                  </a:cubicBezTo>
                  <a:close/>
                </a:path>
              </a:pathLst>
            </a:custGeom>
            <a:solidFill>
              <a:srgbClr val="F6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59" name="Freeform 210">
              <a:extLst>
                <a:ext uri="{FF2B5EF4-FFF2-40B4-BE49-F238E27FC236}">
                  <a16:creationId xmlns:a16="http://schemas.microsoft.com/office/drawing/2014/main" id="{5C754261-8478-4B72-B9B1-CA4BD1556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2053"/>
              <a:ext cx="403" cy="526"/>
            </a:xfrm>
            <a:custGeom>
              <a:avLst/>
              <a:gdLst>
                <a:gd name="T0" fmla="*/ 63 w 161"/>
                <a:gd name="T1" fmla="*/ 1981 h 197"/>
                <a:gd name="T2" fmla="*/ 1146 w 161"/>
                <a:gd name="T3" fmla="*/ 56 h 197"/>
                <a:gd name="T4" fmla="*/ 2463 w 161"/>
                <a:gd name="T5" fmla="*/ 1768 h 197"/>
                <a:gd name="T6" fmla="*/ 1367 w 161"/>
                <a:gd name="T7" fmla="*/ 3693 h 197"/>
                <a:gd name="T8" fmla="*/ 63 w 161"/>
                <a:gd name="T9" fmla="*/ 1981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97">
                  <a:moveTo>
                    <a:pt x="4" y="104"/>
                  </a:moveTo>
                  <a:cubicBezTo>
                    <a:pt x="0" y="51"/>
                    <a:pt x="31" y="6"/>
                    <a:pt x="73" y="3"/>
                  </a:cubicBezTo>
                  <a:cubicBezTo>
                    <a:pt x="116" y="0"/>
                    <a:pt x="153" y="40"/>
                    <a:pt x="157" y="93"/>
                  </a:cubicBezTo>
                  <a:cubicBezTo>
                    <a:pt x="161" y="146"/>
                    <a:pt x="130" y="191"/>
                    <a:pt x="87" y="194"/>
                  </a:cubicBezTo>
                  <a:cubicBezTo>
                    <a:pt x="45" y="197"/>
                    <a:pt x="8" y="157"/>
                    <a:pt x="4" y="104"/>
                  </a:cubicBezTo>
                  <a:close/>
                </a:path>
              </a:pathLst>
            </a:custGeom>
            <a:solidFill>
              <a:srgbClr val="F6D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60" name="Freeform 211">
              <a:extLst>
                <a:ext uri="{FF2B5EF4-FFF2-40B4-BE49-F238E27FC236}">
                  <a16:creationId xmlns:a16="http://schemas.microsoft.com/office/drawing/2014/main" id="{1AF168A0-D31C-41BF-862A-789DE4F18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056"/>
              <a:ext cx="398" cy="523"/>
            </a:xfrm>
            <a:custGeom>
              <a:avLst/>
              <a:gdLst>
                <a:gd name="T0" fmla="*/ 63 w 159"/>
                <a:gd name="T1" fmla="*/ 1959 h 196"/>
                <a:gd name="T2" fmla="*/ 1129 w 159"/>
                <a:gd name="T3" fmla="*/ 56 h 196"/>
                <a:gd name="T4" fmla="*/ 2431 w 159"/>
                <a:gd name="T5" fmla="*/ 1745 h 196"/>
                <a:gd name="T6" fmla="*/ 1347 w 159"/>
                <a:gd name="T7" fmla="*/ 3666 h 196"/>
                <a:gd name="T8" fmla="*/ 63 w 159"/>
                <a:gd name="T9" fmla="*/ 1959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96">
                  <a:moveTo>
                    <a:pt x="4" y="103"/>
                  </a:moveTo>
                  <a:cubicBezTo>
                    <a:pt x="0" y="51"/>
                    <a:pt x="31" y="6"/>
                    <a:pt x="72" y="3"/>
                  </a:cubicBezTo>
                  <a:cubicBezTo>
                    <a:pt x="114" y="0"/>
                    <a:pt x="151" y="40"/>
                    <a:pt x="155" y="92"/>
                  </a:cubicBezTo>
                  <a:cubicBezTo>
                    <a:pt x="159" y="145"/>
                    <a:pt x="128" y="190"/>
                    <a:pt x="86" y="193"/>
                  </a:cubicBezTo>
                  <a:cubicBezTo>
                    <a:pt x="44" y="196"/>
                    <a:pt x="8" y="156"/>
                    <a:pt x="4" y="103"/>
                  </a:cubicBezTo>
                  <a:close/>
                </a:path>
              </a:pathLst>
            </a:custGeom>
            <a:solidFill>
              <a:srgbClr val="F6D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61" name="Freeform 212">
              <a:extLst>
                <a:ext uri="{FF2B5EF4-FFF2-40B4-BE49-F238E27FC236}">
                  <a16:creationId xmlns:a16="http://schemas.microsoft.com/office/drawing/2014/main" id="{A19F3501-FC07-47D6-8CB0-75E4675A8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059"/>
              <a:ext cx="395" cy="517"/>
            </a:xfrm>
            <a:custGeom>
              <a:avLst/>
              <a:gdLst>
                <a:gd name="T0" fmla="*/ 63 w 158"/>
                <a:gd name="T1" fmla="*/ 1932 h 194"/>
                <a:gd name="T2" fmla="*/ 1125 w 158"/>
                <a:gd name="T3" fmla="*/ 56 h 194"/>
                <a:gd name="T4" fmla="*/ 2408 w 158"/>
                <a:gd name="T5" fmla="*/ 1740 h 194"/>
                <a:gd name="T6" fmla="*/ 1345 w 158"/>
                <a:gd name="T7" fmla="*/ 3614 h 194"/>
                <a:gd name="T8" fmla="*/ 63 w 158"/>
                <a:gd name="T9" fmla="*/ 1932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94">
                  <a:moveTo>
                    <a:pt x="4" y="102"/>
                  </a:moveTo>
                  <a:cubicBezTo>
                    <a:pt x="0" y="50"/>
                    <a:pt x="31" y="6"/>
                    <a:pt x="72" y="3"/>
                  </a:cubicBezTo>
                  <a:cubicBezTo>
                    <a:pt x="114" y="0"/>
                    <a:pt x="150" y="40"/>
                    <a:pt x="154" y="92"/>
                  </a:cubicBezTo>
                  <a:cubicBezTo>
                    <a:pt x="158" y="144"/>
                    <a:pt x="127" y="188"/>
                    <a:pt x="86" y="191"/>
                  </a:cubicBezTo>
                  <a:cubicBezTo>
                    <a:pt x="45" y="194"/>
                    <a:pt x="8" y="154"/>
                    <a:pt x="4" y="102"/>
                  </a:cubicBezTo>
                  <a:close/>
                </a:path>
              </a:pathLst>
            </a:custGeom>
            <a:solidFill>
              <a:srgbClr val="F5D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62" name="Freeform 213">
              <a:extLst>
                <a:ext uri="{FF2B5EF4-FFF2-40B4-BE49-F238E27FC236}">
                  <a16:creationId xmlns:a16="http://schemas.microsoft.com/office/drawing/2014/main" id="{7C0CBCF7-035C-4B73-91AA-B3F153B00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061"/>
              <a:ext cx="391" cy="512"/>
            </a:xfrm>
            <a:custGeom>
              <a:avLst/>
              <a:gdLst>
                <a:gd name="T0" fmla="*/ 63 w 156"/>
                <a:gd name="T1" fmla="*/ 1933 h 192"/>
                <a:gd name="T2" fmla="*/ 1118 w 156"/>
                <a:gd name="T3" fmla="*/ 56 h 192"/>
                <a:gd name="T4" fmla="*/ 2394 w 156"/>
                <a:gd name="T5" fmla="*/ 1728 h 192"/>
                <a:gd name="T6" fmla="*/ 1338 w 156"/>
                <a:gd name="T7" fmla="*/ 3584 h 192"/>
                <a:gd name="T8" fmla="*/ 63 w 156"/>
                <a:gd name="T9" fmla="*/ 193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192">
                  <a:moveTo>
                    <a:pt x="4" y="102"/>
                  </a:moveTo>
                  <a:cubicBezTo>
                    <a:pt x="0" y="50"/>
                    <a:pt x="30" y="6"/>
                    <a:pt x="71" y="3"/>
                  </a:cubicBezTo>
                  <a:cubicBezTo>
                    <a:pt x="112" y="0"/>
                    <a:pt x="148" y="39"/>
                    <a:pt x="152" y="91"/>
                  </a:cubicBezTo>
                  <a:cubicBezTo>
                    <a:pt x="156" y="142"/>
                    <a:pt x="126" y="186"/>
                    <a:pt x="85" y="189"/>
                  </a:cubicBezTo>
                  <a:cubicBezTo>
                    <a:pt x="44" y="192"/>
                    <a:pt x="8" y="153"/>
                    <a:pt x="4" y="102"/>
                  </a:cubicBezTo>
                  <a:close/>
                </a:path>
              </a:pathLst>
            </a:custGeom>
            <a:solidFill>
              <a:srgbClr val="F5D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63" name="Freeform 214">
              <a:extLst>
                <a:ext uri="{FF2B5EF4-FFF2-40B4-BE49-F238E27FC236}">
                  <a16:creationId xmlns:a16="http://schemas.microsoft.com/office/drawing/2014/main" id="{43F84D86-87F6-4E10-A929-4BC543AE2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2064"/>
              <a:ext cx="385" cy="509"/>
            </a:xfrm>
            <a:custGeom>
              <a:avLst/>
              <a:gdLst>
                <a:gd name="T0" fmla="*/ 50 w 154"/>
                <a:gd name="T1" fmla="*/ 1911 h 191"/>
                <a:gd name="T2" fmla="*/ 1095 w 154"/>
                <a:gd name="T3" fmla="*/ 56 h 191"/>
                <a:gd name="T4" fmla="*/ 2345 w 154"/>
                <a:gd name="T5" fmla="*/ 1706 h 191"/>
                <a:gd name="T6" fmla="*/ 1313 w 154"/>
                <a:gd name="T7" fmla="*/ 3558 h 191"/>
                <a:gd name="T8" fmla="*/ 50 w 154"/>
                <a:gd name="T9" fmla="*/ 1911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91">
                  <a:moveTo>
                    <a:pt x="3" y="101"/>
                  </a:moveTo>
                  <a:cubicBezTo>
                    <a:pt x="0" y="50"/>
                    <a:pt x="30" y="6"/>
                    <a:pt x="70" y="3"/>
                  </a:cubicBezTo>
                  <a:cubicBezTo>
                    <a:pt x="111" y="0"/>
                    <a:pt x="147" y="39"/>
                    <a:pt x="150" y="90"/>
                  </a:cubicBezTo>
                  <a:cubicBezTo>
                    <a:pt x="154" y="141"/>
                    <a:pt x="124" y="185"/>
                    <a:pt x="84" y="188"/>
                  </a:cubicBezTo>
                  <a:cubicBezTo>
                    <a:pt x="43" y="191"/>
                    <a:pt x="7" y="152"/>
                    <a:pt x="3" y="101"/>
                  </a:cubicBezTo>
                  <a:close/>
                </a:path>
              </a:pathLst>
            </a:custGeom>
            <a:solidFill>
              <a:srgbClr val="F6D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64" name="Freeform 215">
              <a:extLst>
                <a:ext uri="{FF2B5EF4-FFF2-40B4-BE49-F238E27FC236}">
                  <a16:creationId xmlns:a16="http://schemas.microsoft.com/office/drawing/2014/main" id="{4132FDF8-B456-4578-830D-D3784DDA3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2067"/>
              <a:ext cx="383" cy="504"/>
            </a:xfrm>
            <a:custGeom>
              <a:avLst/>
              <a:gdLst>
                <a:gd name="T0" fmla="*/ 63 w 153"/>
                <a:gd name="T1" fmla="*/ 1899 h 189"/>
                <a:gd name="T2" fmla="*/ 1096 w 153"/>
                <a:gd name="T3" fmla="*/ 56 h 189"/>
                <a:gd name="T4" fmla="*/ 2338 w 153"/>
                <a:gd name="T5" fmla="*/ 1685 h 189"/>
                <a:gd name="T6" fmla="*/ 1304 w 153"/>
                <a:gd name="T7" fmla="*/ 3528 h 189"/>
                <a:gd name="T8" fmla="*/ 63 w 153"/>
                <a:gd name="T9" fmla="*/ 1899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89">
                  <a:moveTo>
                    <a:pt x="4" y="100"/>
                  </a:moveTo>
                  <a:cubicBezTo>
                    <a:pt x="0" y="49"/>
                    <a:pt x="30" y="6"/>
                    <a:pt x="70" y="3"/>
                  </a:cubicBezTo>
                  <a:cubicBezTo>
                    <a:pt x="110" y="0"/>
                    <a:pt x="146" y="39"/>
                    <a:pt x="149" y="89"/>
                  </a:cubicBezTo>
                  <a:cubicBezTo>
                    <a:pt x="153" y="140"/>
                    <a:pt x="124" y="183"/>
                    <a:pt x="83" y="186"/>
                  </a:cubicBezTo>
                  <a:cubicBezTo>
                    <a:pt x="43" y="189"/>
                    <a:pt x="8" y="150"/>
                    <a:pt x="4" y="100"/>
                  </a:cubicBezTo>
                  <a:close/>
                </a:path>
              </a:pathLst>
            </a:custGeom>
            <a:solidFill>
              <a:srgbClr val="F6D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65" name="Freeform 216">
              <a:extLst>
                <a:ext uri="{FF2B5EF4-FFF2-40B4-BE49-F238E27FC236}">
                  <a16:creationId xmlns:a16="http://schemas.microsoft.com/office/drawing/2014/main" id="{4B1FD061-C1CC-4327-AAB3-0476258EB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069"/>
              <a:ext cx="378" cy="499"/>
            </a:xfrm>
            <a:custGeom>
              <a:avLst/>
              <a:gdLst>
                <a:gd name="T0" fmla="*/ 50 w 151"/>
                <a:gd name="T1" fmla="*/ 1879 h 187"/>
                <a:gd name="T2" fmla="*/ 1084 w 151"/>
                <a:gd name="T3" fmla="*/ 56 h 187"/>
                <a:gd name="T4" fmla="*/ 2318 w 151"/>
                <a:gd name="T5" fmla="*/ 1686 h 187"/>
                <a:gd name="T6" fmla="*/ 1284 w 151"/>
                <a:gd name="T7" fmla="*/ 3496 h 187"/>
                <a:gd name="T8" fmla="*/ 50 w 151"/>
                <a:gd name="T9" fmla="*/ 1879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87">
                  <a:moveTo>
                    <a:pt x="3" y="99"/>
                  </a:moveTo>
                  <a:cubicBezTo>
                    <a:pt x="0" y="49"/>
                    <a:pt x="29" y="6"/>
                    <a:pt x="69" y="3"/>
                  </a:cubicBezTo>
                  <a:cubicBezTo>
                    <a:pt x="109" y="0"/>
                    <a:pt x="144" y="39"/>
                    <a:pt x="148" y="89"/>
                  </a:cubicBezTo>
                  <a:cubicBezTo>
                    <a:pt x="151" y="139"/>
                    <a:pt x="122" y="181"/>
                    <a:pt x="82" y="184"/>
                  </a:cubicBezTo>
                  <a:cubicBezTo>
                    <a:pt x="42" y="187"/>
                    <a:pt x="7" y="149"/>
                    <a:pt x="3" y="99"/>
                  </a:cubicBezTo>
                  <a:close/>
                </a:path>
              </a:pathLst>
            </a:custGeom>
            <a:solidFill>
              <a:srgbClr val="F6D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66" name="Freeform 217">
              <a:extLst>
                <a:ext uri="{FF2B5EF4-FFF2-40B4-BE49-F238E27FC236}">
                  <a16:creationId xmlns:a16="http://schemas.microsoft.com/office/drawing/2014/main" id="{CDE98B44-659C-4CF1-8B56-02C3582A5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072"/>
              <a:ext cx="376" cy="496"/>
            </a:xfrm>
            <a:custGeom>
              <a:avLst/>
              <a:gdLst>
                <a:gd name="T0" fmla="*/ 63 w 150"/>
                <a:gd name="T1" fmla="*/ 1856 h 186"/>
                <a:gd name="T2" fmla="*/ 1088 w 150"/>
                <a:gd name="T3" fmla="*/ 56 h 186"/>
                <a:gd name="T4" fmla="*/ 2311 w 150"/>
                <a:gd name="T5" fmla="*/ 1672 h 186"/>
                <a:gd name="T6" fmla="*/ 1293 w 150"/>
                <a:gd name="T7" fmla="*/ 3469 h 186"/>
                <a:gd name="T8" fmla="*/ 63 w 150"/>
                <a:gd name="T9" fmla="*/ 1856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86">
                  <a:moveTo>
                    <a:pt x="4" y="98"/>
                  </a:moveTo>
                  <a:cubicBezTo>
                    <a:pt x="0" y="49"/>
                    <a:pt x="29" y="6"/>
                    <a:pt x="69" y="3"/>
                  </a:cubicBezTo>
                  <a:cubicBezTo>
                    <a:pt x="108" y="0"/>
                    <a:pt x="143" y="38"/>
                    <a:pt x="147" y="88"/>
                  </a:cubicBezTo>
                  <a:cubicBezTo>
                    <a:pt x="150" y="137"/>
                    <a:pt x="121" y="180"/>
                    <a:pt x="82" y="183"/>
                  </a:cubicBezTo>
                  <a:cubicBezTo>
                    <a:pt x="43" y="186"/>
                    <a:pt x="8" y="148"/>
                    <a:pt x="4" y="98"/>
                  </a:cubicBezTo>
                  <a:close/>
                </a:path>
              </a:pathLst>
            </a:custGeom>
            <a:solidFill>
              <a:srgbClr val="F6D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67" name="Freeform 218">
              <a:extLst>
                <a:ext uri="{FF2B5EF4-FFF2-40B4-BE49-F238E27FC236}">
                  <a16:creationId xmlns:a16="http://schemas.microsoft.com/office/drawing/2014/main" id="{A84DA371-1A4D-48E2-AC72-CC5DEF286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2077"/>
              <a:ext cx="370" cy="488"/>
            </a:xfrm>
            <a:custGeom>
              <a:avLst/>
              <a:gdLst>
                <a:gd name="T0" fmla="*/ 63 w 148"/>
                <a:gd name="T1" fmla="*/ 1821 h 183"/>
                <a:gd name="T2" fmla="*/ 1063 w 148"/>
                <a:gd name="T3" fmla="*/ 35 h 183"/>
                <a:gd name="T4" fmla="*/ 2270 w 148"/>
                <a:gd name="T5" fmla="*/ 1629 h 183"/>
                <a:gd name="T6" fmla="*/ 1270 w 148"/>
                <a:gd name="T7" fmla="*/ 3413 h 183"/>
                <a:gd name="T8" fmla="*/ 63 w 148"/>
                <a:gd name="T9" fmla="*/ 1821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183">
                  <a:moveTo>
                    <a:pt x="4" y="96"/>
                  </a:moveTo>
                  <a:cubicBezTo>
                    <a:pt x="0" y="47"/>
                    <a:pt x="29" y="5"/>
                    <a:pt x="68" y="2"/>
                  </a:cubicBezTo>
                  <a:cubicBezTo>
                    <a:pt x="107" y="0"/>
                    <a:pt x="141" y="37"/>
                    <a:pt x="145" y="86"/>
                  </a:cubicBezTo>
                  <a:cubicBezTo>
                    <a:pt x="148" y="135"/>
                    <a:pt x="120" y="177"/>
                    <a:pt x="81" y="180"/>
                  </a:cubicBezTo>
                  <a:cubicBezTo>
                    <a:pt x="42" y="183"/>
                    <a:pt x="7" y="145"/>
                    <a:pt x="4" y="96"/>
                  </a:cubicBezTo>
                  <a:close/>
                </a:path>
              </a:pathLst>
            </a:custGeom>
            <a:solidFill>
              <a:srgbClr val="F6D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68" name="Freeform 219">
              <a:extLst>
                <a:ext uri="{FF2B5EF4-FFF2-40B4-BE49-F238E27FC236}">
                  <a16:creationId xmlns:a16="http://schemas.microsoft.com/office/drawing/2014/main" id="{15A61516-3F09-4259-98FA-15C7FA290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2080"/>
              <a:ext cx="368" cy="483"/>
            </a:xfrm>
            <a:custGeom>
              <a:avLst/>
              <a:gdLst>
                <a:gd name="T0" fmla="*/ 50 w 147"/>
                <a:gd name="T1" fmla="*/ 1809 h 181"/>
                <a:gd name="T2" fmla="*/ 1054 w 147"/>
                <a:gd name="T3" fmla="*/ 35 h 181"/>
                <a:gd name="T4" fmla="*/ 2243 w 147"/>
                <a:gd name="T5" fmla="*/ 1617 h 181"/>
                <a:gd name="T6" fmla="*/ 1242 w 147"/>
                <a:gd name="T7" fmla="*/ 3384 h 181"/>
                <a:gd name="T8" fmla="*/ 50 w 147"/>
                <a:gd name="T9" fmla="*/ 1809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81">
                  <a:moveTo>
                    <a:pt x="3" y="95"/>
                  </a:moveTo>
                  <a:cubicBezTo>
                    <a:pt x="0" y="47"/>
                    <a:pt x="28" y="5"/>
                    <a:pt x="67" y="2"/>
                  </a:cubicBezTo>
                  <a:cubicBezTo>
                    <a:pt x="105" y="0"/>
                    <a:pt x="140" y="37"/>
                    <a:pt x="143" y="85"/>
                  </a:cubicBezTo>
                  <a:cubicBezTo>
                    <a:pt x="147" y="134"/>
                    <a:pt x="118" y="176"/>
                    <a:pt x="79" y="178"/>
                  </a:cubicBezTo>
                  <a:cubicBezTo>
                    <a:pt x="41" y="181"/>
                    <a:pt x="7" y="144"/>
                    <a:pt x="3" y="95"/>
                  </a:cubicBezTo>
                  <a:close/>
                </a:path>
              </a:pathLst>
            </a:custGeom>
            <a:solidFill>
              <a:srgbClr val="F6D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69" name="Freeform 220">
              <a:extLst>
                <a:ext uri="{FF2B5EF4-FFF2-40B4-BE49-F238E27FC236}">
                  <a16:creationId xmlns:a16="http://schemas.microsoft.com/office/drawing/2014/main" id="{48E57607-A05B-4CAA-9436-140D346A7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2083"/>
              <a:ext cx="366" cy="477"/>
            </a:xfrm>
            <a:custGeom>
              <a:avLst/>
              <a:gdLst>
                <a:gd name="T0" fmla="*/ 63 w 146"/>
                <a:gd name="T1" fmla="*/ 1796 h 179"/>
                <a:gd name="T2" fmla="*/ 1055 w 146"/>
                <a:gd name="T3" fmla="*/ 56 h 179"/>
                <a:gd name="T4" fmla="*/ 2236 w 146"/>
                <a:gd name="T5" fmla="*/ 1612 h 179"/>
                <a:gd name="T6" fmla="*/ 1243 w 146"/>
                <a:gd name="T7" fmla="*/ 3352 h 179"/>
                <a:gd name="T8" fmla="*/ 63 w 146"/>
                <a:gd name="T9" fmla="*/ 1796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9">
                  <a:moveTo>
                    <a:pt x="4" y="95"/>
                  </a:moveTo>
                  <a:cubicBezTo>
                    <a:pt x="0" y="47"/>
                    <a:pt x="28" y="5"/>
                    <a:pt x="67" y="3"/>
                  </a:cubicBezTo>
                  <a:cubicBezTo>
                    <a:pt x="105" y="0"/>
                    <a:pt x="139" y="37"/>
                    <a:pt x="142" y="85"/>
                  </a:cubicBezTo>
                  <a:cubicBezTo>
                    <a:pt x="146" y="133"/>
                    <a:pt x="118" y="174"/>
                    <a:pt x="79" y="177"/>
                  </a:cubicBezTo>
                  <a:cubicBezTo>
                    <a:pt x="41" y="179"/>
                    <a:pt x="7" y="143"/>
                    <a:pt x="4" y="95"/>
                  </a:cubicBezTo>
                  <a:close/>
                </a:path>
              </a:pathLst>
            </a:custGeom>
            <a:solidFill>
              <a:srgbClr val="F5D7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70" name="Freeform 221">
              <a:extLst>
                <a:ext uri="{FF2B5EF4-FFF2-40B4-BE49-F238E27FC236}">
                  <a16:creationId xmlns:a16="http://schemas.microsoft.com/office/drawing/2014/main" id="{6A015622-5489-4ACE-99B6-DC69AB6C4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085"/>
              <a:ext cx="360" cy="475"/>
            </a:xfrm>
            <a:custGeom>
              <a:avLst/>
              <a:gdLst>
                <a:gd name="T0" fmla="*/ 50 w 144"/>
                <a:gd name="T1" fmla="*/ 1788 h 178"/>
                <a:gd name="T2" fmla="*/ 1033 w 144"/>
                <a:gd name="T3" fmla="*/ 56 h 178"/>
                <a:gd name="T4" fmla="*/ 2188 w 144"/>
                <a:gd name="T5" fmla="*/ 1596 h 178"/>
                <a:gd name="T6" fmla="*/ 1220 w 144"/>
                <a:gd name="T7" fmla="*/ 3325 h 178"/>
                <a:gd name="T8" fmla="*/ 50 w 144"/>
                <a:gd name="T9" fmla="*/ 1788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78">
                  <a:moveTo>
                    <a:pt x="3" y="94"/>
                  </a:moveTo>
                  <a:cubicBezTo>
                    <a:pt x="0" y="46"/>
                    <a:pt x="28" y="5"/>
                    <a:pt x="66" y="3"/>
                  </a:cubicBezTo>
                  <a:cubicBezTo>
                    <a:pt x="103" y="0"/>
                    <a:pt x="137" y="36"/>
                    <a:pt x="140" y="84"/>
                  </a:cubicBezTo>
                  <a:cubicBezTo>
                    <a:pt x="144" y="131"/>
                    <a:pt x="116" y="172"/>
                    <a:pt x="78" y="175"/>
                  </a:cubicBezTo>
                  <a:cubicBezTo>
                    <a:pt x="40" y="178"/>
                    <a:pt x="7" y="141"/>
                    <a:pt x="3" y="94"/>
                  </a:cubicBezTo>
                  <a:close/>
                </a:path>
              </a:pathLst>
            </a:custGeom>
            <a:solidFill>
              <a:srgbClr val="F6D7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71" name="Freeform 222">
              <a:extLst>
                <a:ext uri="{FF2B5EF4-FFF2-40B4-BE49-F238E27FC236}">
                  <a16:creationId xmlns:a16="http://schemas.microsoft.com/office/drawing/2014/main" id="{F670D746-16B4-4DB1-91D9-78D8E6A38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088"/>
              <a:ext cx="358" cy="469"/>
            </a:xfrm>
            <a:custGeom>
              <a:avLst/>
              <a:gdLst>
                <a:gd name="T0" fmla="*/ 63 w 143"/>
                <a:gd name="T1" fmla="*/ 1761 h 176"/>
                <a:gd name="T2" fmla="*/ 1021 w 143"/>
                <a:gd name="T3" fmla="*/ 56 h 176"/>
                <a:gd name="T4" fmla="*/ 2193 w 143"/>
                <a:gd name="T5" fmla="*/ 1570 h 176"/>
                <a:gd name="T6" fmla="*/ 1222 w 143"/>
                <a:gd name="T7" fmla="*/ 3272 h 176"/>
                <a:gd name="T8" fmla="*/ 63 w 143"/>
                <a:gd name="T9" fmla="*/ 1761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6">
                  <a:moveTo>
                    <a:pt x="4" y="93"/>
                  </a:moveTo>
                  <a:cubicBezTo>
                    <a:pt x="0" y="46"/>
                    <a:pt x="28" y="5"/>
                    <a:pt x="65" y="3"/>
                  </a:cubicBezTo>
                  <a:cubicBezTo>
                    <a:pt x="103" y="0"/>
                    <a:pt x="136" y="36"/>
                    <a:pt x="140" y="83"/>
                  </a:cubicBezTo>
                  <a:cubicBezTo>
                    <a:pt x="143" y="130"/>
                    <a:pt x="115" y="171"/>
                    <a:pt x="78" y="173"/>
                  </a:cubicBezTo>
                  <a:cubicBezTo>
                    <a:pt x="40" y="176"/>
                    <a:pt x="7" y="140"/>
                    <a:pt x="4" y="93"/>
                  </a:cubicBezTo>
                  <a:close/>
                </a:path>
              </a:pathLst>
            </a:custGeom>
            <a:solidFill>
              <a:srgbClr val="F6D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72" name="Freeform 223">
              <a:extLst>
                <a:ext uri="{FF2B5EF4-FFF2-40B4-BE49-F238E27FC236}">
                  <a16:creationId xmlns:a16="http://schemas.microsoft.com/office/drawing/2014/main" id="{0ECEA8E2-28A3-4DE4-8FF4-8E1AD03EC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2091"/>
              <a:ext cx="353" cy="464"/>
            </a:xfrm>
            <a:custGeom>
              <a:avLst/>
              <a:gdLst>
                <a:gd name="T0" fmla="*/ 50 w 141"/>
                <a:gd name="T1" fmla="*/ 1741 h 174"/>
                <a:gd name="T2" fmla="*/ 1004 w 141"/>
                <a:gd name="T3" fmla="*/ 56 h 174"/>
                <a:gd name="T4" fmla="*/ 2163 w 141"/>
                <a:gd name="T5" fmla="*/ 1557 h 174"/>
                <a:gd name="T6" fmla="*/ 1209 w 141"/>
                <a:gd name="T7" fmla="*/ 3264 h 174"/>
                <a:gd name="T8" fmla="*/ 50 w 141"/>
                <a:gd name="T9" fmla="*/ 1741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74">
                  <a:moveTo>
                    <a:pt x="3" y="92"/>
                  </a:moveTo>
                  <a:cubicBezTo>
                    <a:pt x="0" y="46"/>
                    <a:pt x="27" y="6"/>
                    <a:pt x="64" y="3"/>
                  </a:cubicBezTo>
                  <a:cubicBezTo>
                    <a:pt x="101" y="0"/>
                    <a:pt x="134" y="36"/>
                    <a:pt x="138" y="82"/>
                  </a:cubicBezTo>
                  <a:cubicBezTo>
                    <a:pt x="141" y="129"/>
                    <a:pt x="114" y="169"/>
                    <a:pt x="77" y="172"/>
                  </a:cubicBezTo>
                  <a:cubicBezTo>
                    <a:pt x="40" y="174"/>
                    <a:pt x="7" y="139"/>
                    <a:pt x="3" y="92"/>
                  </a:cubicBezTo>
                  <a:close/>
                </a:path>
              </a:pathLst>
            </a:custGeom>
            <a:solidFill>
              <a:srgbClr val="F6D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73" name="Freeform 224">
              <a:extLst>
                <a:ext uri="{FF2B5EF4-FFF2-40B4-BE49-F238E27FC236}">
                  <a16:creationId xmlns:a16="http://schemas.microsoft.com/office/drawing/2014/main" id="{68E63F3C-95B4-4533-A7C6-B4E54B262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093"/>
              <a:ext cx="348" cy="462"/>
            </a:xfrm>
            <a:custGeom>
              <a:avLst/>
              <a:gdLst>
                <a:gd name="T0" fmla="*/ 50 w 139"/>
                <a:gd name="T1" fmla="*/ 1733 h 173"/>
                <a:gd name="T2" fmla="*/ 991 w 139"/>
                <a:gd name="T3" fmla="*/ 56 h 173"/>
                <a:gd name="T4" fmla="*/ 2131 w 139"/>
                <a:gd name="T5" fmla="*/ 1562 h 173"/>
                <a:gd name="T6" fmla="*/ 1179 w 139"/>
                <a:gd name="T7" fmla="*/ 3237 h 173"/>
                <a:gd name="T8" fmla="*/ 50 w 139"/>
                <a:gd name="T9" fmla="*/ 1733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3">
                  <a:moveTo>
                    <a:pt x="3" y="91"/>
                  </a:moveTo>
                  <a:cubicBezTo>
                    <a:pt x="0" y="45"/>
                    <a:pt x="27" y="6"/>
                    <a:pt x="63" y="3"/>
                  </a:cubicBezTo>
                  <a:cubicBezTo>
                    <a:pt x="100" y="0"/>
                    <a:pt x="132" y="36"/>
                    <a:pt x="136" y="82"/>
                  </a:cubicBezTo>
                  <a:cubicBezTo>
                    <a:pt x="139" y="128"/>
                    <a:pt x="112" y="167"/>
                    <a:pt x="75" y="170"/>
                  </a:cubicBezTo>
                  <a:cubicBezTo>
                    <a:pt x="39" y="173"/>
                    <a:pt x="6" y="137"/>
                    <a:pt x="3" y="91"/>
                  </a:cubicBezTo>
                  <a:close/>
                </a:path>
              </a:pathLst>
            </a:custGeom>
            <a:solidFill>
              <a:srgbClr val="F6D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74" name="Freeform 225">
              <a:extLst>
                <a:ext uri="{FF2B5EF4-FFF2-40B4-BE49-F238E27FC236}">
                  <a16:creationId xmlns:a16="http://schemas.microsoft.com/office/drawing/2014/main" id="{D3F3E1C6-1656-459E-80C8-28B80A1BD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096"/>
              <a:ext cx="345" cy="456"/>
            </a:xfrm>
            <a:custGeom>
              <a:avLst/>
              <a:gdLst>
                <a:gd name="T0" fmla="*/ 63 w 138"/>
                <a:gd name="T1" fmla="*/ 1707 h 171"/>
                <a:gd name="T2" fmla="*/ 988 w 138"/>
                <a:gd name="T3" fmla="*/ 56 h 171"/>
                <a:gd name="T4" fmla="*/ 2113 w 138"/>
                <a:gd name="T5" fmla="*/ 1536 h 171"/>
                <a:gd name="T6" fmla="*/ 1175 w 138"/>
                <a:gd name="T7" fmla="*/ 3187 h 171"/>
                <a:gd name="T8" fmla="*/ 63 w 138"/>
                <a:gd name="T9" fmla="*/ 1707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1">
                  <a:moveTo>
                    <a:pt x="4" y="90"/>
                  </a:moveTo>
                  <a:cubicBezTo>
                    <a:pt x="0" y="45"/>
                    <a:pt x="27" y="6"/>
                    <a:pt x="63" y="3"/>
                  </a:cubicBezTo>
                  <a:cubicBezTo>
                    <a:pt x="100" y="0"/>
                    <a:pt x="132" y="35"/>
                    <a:pt x="135" y="81"/>
                  </a:cubicBezTo>
                  <a:cubicBezTo>
                    <a:pt x="138" y="127"/>
                    <a:pt x="112" y="166"/>
                    <a:pt x="75" y="168"/>
                  </a:cubicBezTo>
                  <a:cubicBezTo>
                    <a:pt x="39" y="171"/>
                    <a:pt x="7" y="136"/>
                    <a:pt x="4" y="90"/>
                  </a:cubicBezTo>
                  <a:close/>
                </a:path>
              </a:pathLst>
            </a:custGeom>
            <a:solidFill>
              <a:srgbClr val="F6D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75" name="Freeform 226">
              <a:extLst>
                <a:ext uri="{FF2B5EF4-FFF2-40B4-BE49-F238E27FC236}">
                  <a16:creationId xmlns:a16="http://schemas.microsoft.com/office/drawing/2014/main" id="{35294E59-8DF8-4DB8-AD8E-00A653891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101"/>
              <a:ext cx="341" cy="448"/>
            </a:xfrm>
            <a:custGeom>
              <a:avLst/>
              <a:gdLst>
                <a:gd name="T0" fmla="*/ 50 w 136"/>
                <a:gd name="T1" fmla="*/ 1685 h 168"/>
                <a:gd name="T2" fmla="*/ 975 w 136"/>
                <a:gd name="T3" fmla="*/ 35 h 168"/>
                <a:gd name="T4" fmla="*/ 2094 w 136"/>
                <a:gd name="T5" fmla="*/ 1501 h 168"/>
                <a:gd name="T6" fmla="*/ 1168 w 136"/>
                <a:gd name="T7" fmla="*/ 3149 h 168"/>
                <a:gd name="T8" fmla="*/ 50 w 136"/>
                <a:gd name="T9" fmla="*/ 1685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68">
                  <a:moveTo>
                    <a:pt x="3" y="89"/>
                  </a:moveTo>
                  <a:cubicBezTo>
                    <a:pt x="0" y="43"/>
                    <a:pt x="26" y="5"/>
                    <a:pt x="62" y="2"/>
                  </a:cubicBezTo>
                  <a:cubicBezTo>
                    <a:pt x="98" y="0"/>
                    <a:pt x="130" y="34"/>
                    <a:pt x="133" y="79"/>
                  </a:cubicBezTo>
                  <a:cubicBezTo>
                    <a:pt x="136" y="124"/>
                    <a:pt x="110" y="163"/>
                    <a:pt x="74" y="166"/>
                  </a:cubicBezTo>
                  <a:cubicBezTo>
                    <a:pt x="38" y="168"/>
                    <a:pt x="6" y="134"/>
                    <a:pt x="3" y="89"/>
                  </a:cubicBezTo>
                  <a:close/>
                </a:path>
              </a:pathLst>
            </a:custGeom>
            <a:solidFill>
              <a:srgbClr val="F6D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76" name="Freeform 227">
              <a:extLst>
                <a:ext uri="{FF2B5EF4-FFF2-40B4-BE49-F238E27FC236}">
                  <a16:creationId xmlns:a16="http://schemas.microsoft.com/office/drawing/2014/main" id="{59C01F2A-D06A-4602-93BE-15B1BEFDA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104"/>
              <a:ext cx="341" cy="445"/>
            </a:xfrm>
            <a:custGeom>
              <a:avLst/>
              <a:gdLst>
                <a:gd name="T0" fmla="*/ 63 w 136"/>
                <a:gd name="T1" fmla="*/ 1663 h 167"/>
                <a:gd name="T2" fmla="*/ 975 w 136"/>
                <a:gd name="T3" fmla="*/ 35 h 167"/>
                <a:gd name="T4" fmla="*/ 2081 w 136"/>
                <a:gd name="T5" fmla="*/ 1476 h 167"/>
                <a:gd name="T6" fmla="*/ 1168 w 136"/>
                <a:gd name="T7" fmla="*/ 3102 h 167"/>
                <a:gd name="T8" fmla="*/ 63 w 136"/>
                <a:gd name="T9" fmla="*/ 1663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67">
                  <a:moveTo>
                    <a:pt x="4" y="88"/>
                  </a:moveTo>
                  <a:cubicBezTo>
                    <a:pt x="0" y="43"/>
                    <a:pt x="27" y="5"/>
                    <a:pt x="62" y="2"/>
                  </a:cubicBezTo>
                  <a:cubicBezTo>
                    <a:pt x="98" y="0"/>
                    <a:pt x="129" y="34"/>
                    <a:pt x="132" y="78"/>
                  </a:cubicBezTo>
                  <a:cubicBezTo>
                    <a:pt x="136" y="123"/>
                    <a:pt x="109" y="161"/>
                    <a:pt x="74" y="164"/>
                  </a:cubicBezTo>
                  <a:cubicBezTo>
                    <a:pt x="38" y="167"/>
                    <a:pt x="7" y="132"/>
                    <a:pt x="4" y="88"/>
                  </a:cubicBezTo>
                  <a:close/>
                </a:path>
              </a:pathLst>
            </a:custGeom>
            <a:solidFill>
              <a:srgbClr val="F6D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77" name="Freeform 228">
              <a:extLst>
                <a:ext uri="{FF2B5EF4-FFF2-40B4-BE49-F238E27FC236}">
                  <a16:creationId xmlns:a16="http://schemas.microsoft.com/office/drawing/2014/main" id="{4CBA4E7B-CF7D-4A15-A3AF-C473FE368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2107"/>
              <a:ext cx="335" cy="440"/>
            </a:xfrm>
            <a:custGeom>
              <a:avLst/>
              <a:gdLst>
                <a:gd name="T0" fmla="*/ 50 w 134"/>
                <a:gd name="T1" fmla="*/ 1651 h 165"/>
                <a:gd name="T2" fmla="*/ 958 w 134"/>
                <a:gd name="T3" fmla="*/ 35 h 165"/>
                <a:gd name="T4" fmla="*/ 2033 w 134"/>
                <a:gd name="T5" fmla="*/ 1480 h 165"/>
                <a:gd name="T6" fmla="*/ 1145 w 134"/>
                <a:gd name="T7" fmla="*/ 3072 h 165"/>
                <a:gd name="T8" fmla="*/ 50 w 134"/>
                <a:gd name="T9" fmla="*/ 1651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65">
                  <a:moveTo>
                    <a:pt x="3" y="87"/>
                  </a:moveTo>
                  <a:cubicBezTo>
                    <a:pt x="0" y="43"/>
                    <a:pt x="26" y="5"/>
                    <a:pt x="61" y="2"/>
                  </a:cubicBezTo>
                  <a:cubicBezTo>
                    <a:pt x="96" y="0"/>
                    <a:pt x="127" y="34"/>
                    <a:pt x="130" y="78"/>
                  </a:cubicBezTo>
                  <a:cubicBezTo>
                    <a:pt x="134" y="122"/>
                    <a:pt x="108" y="160"/>
                    <a:pt x="73" y="162"/>
                  </a:cubicBezTo>
                  <a:cubicBezTo>
                    <a:pt x="37" y="165"/>
                    <a:pt x="6" y="131"/>
                    <a:pt x="3" y="87"/>
                  </a:cubicBezTo>
                  <a:close/>
                </a:path>
              </a:pathLst>
            </a:custGeom>
            <a:solidFill>
              <a:srgbClr val="F6D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78" name="Freeform 229">
              <a:extLst>
                <a:ext uri="{FF2B5EF4-FFF2-40B4-BE49-F238E27FC236}">
                  <a16:creationId xmlns:a16="http://schemas.microsoft.com/office/drawing/2014/main" id="{8F5D44A3-8B74-48DD-88BC-7027A4022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2109"/>
              <a:ext cx="331" cy="435"/>
            </a:xfrm>
            <a:custGeom>
              <a:avLst/>
              <a:gdLst>
                <a:gd name="T0" fmla="*/ 50 w 132"/>
                <a:gd name="T1" fmla="*/ 1639 h 163"/>
                <a:gd name="T2" fmla="*/ 943 w 132"/>
                <a:gd name="T3" fmla="*/ 35 h 163"/>
                <a:gd name="T4" fmla="*/ 2031 w 132"/>
                <a:gd name="T5" fmla="*/ 1460 h 163"/>
                <a:gd name="T6" fmla="*/ 1118 w 132"/>
                <a:gd name="T7" fmla="*/ 3064 h 163"/>
                <a:gd name="T8" fmla="*/ 50 w 132"/>
                <a:gd name="T9" fmla="*/ 163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63">
                  <a:moveTo>
                    <a:pt x="3" y="86"/>
                  </a:moveTo>
                  <a:cubicBezTo>
                    <a:pt x="0" y="42"/>
                    <a:pt x="25" y="5"/>
                    <a:pt x="60" y="2"/>
                  </a:cubicBezTo>
                  <a:cubicBezTo>
                    <a:pt x="95" y="0"/>
                    <a:pt x="125" y="33"/>
                    <a:pt x="129" y="77"/>
                  </a:cubicBezTo>
                  <a:cubicBezTo>
                    <a:pt x="132" y="121"/>
                    <a:pt x="106" y="158"/>
                    <a:pt x="71" y="161"/>
                  </a:cubicBezTo>
                  <a:cubicBezTo>
                    <a:pt x="37" y="163"/>
                    <a:pt x="6" y="130"/>
                    <a:pt x="3" y="86"/>
                  </a:cubicBezTo>
                  <a:close/>
                </a:path>
              </a:pathLst>
            </a:custGeom>
            <a:solidFill>
              <a:srgbClr val="F6D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79" name="Freeform 230">
              <a:extLst>
                <a:ext uri="{FF2B5EF4-FFF2-40B4-BE49-F238E27FC236}">
                  <a16:creationId xmlns:a16="http://schemas.microsoft.com/office/drawing/2014/main" id="{A07C6924-34D5-4B4E-93B4-1D7260A5B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2112"/>
              <a:ext cx="328" cy="429"/>
            </a:xfrm>
            <a:custGeom>
              <a:avLst/>
              <a:gdLst>
                <a:gd name="T0" fmla="*/ 50 w 131"/>
                <a:gd name="T1" fmla="*/ 1604 h 161"/>
                <a:gd name="T2" fmla="*/ 941 w 131"/>
                <a:gd name="T3" fmla="*/ 56 h 161"/>
                <a:gd name="T4" fmla="*/ 2006 w 131"/>
                <a:gd name="T5" fmla="*/ 1442 h 161"/>
                <a:gd name="T6" fmla="*/ 1117 w 131"/>
                <a:gd name="T7" fmla="*/ 3011 h 161"/>
                <a:gd name="T8" fmla="*/ 50 w 131"/>
                <a:gd name="T9" fmla="*/ 1604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61">
                  <a:moveTo>
                    <a:pt x="3" y="85"/>
                  </a:moveTo>
                  <a:cubicBezTo>
                    <a:pt x="0" y="42"/>
                    <a:pt x="25" y="5"/>
                    <a:pt x="60" y="3"/>
                  </a:cubicBezTo>
                  <a:cubicBezTo>
                    <a:pt x="94" y="0"/>
                    <a:pt x="125" y="33"/>
                    <a:pt x="128" y="76"/>
                  </a:cubicBezTo>
                  <a:cubicBezTo>
                    <a:pt x="131" y="119"/>
                    <a:pt x="106" y="156"/>
                    <a:pt x="71" y="159"/>
                  </a:cubicBezTo>
                  <a:cubicBezTo>
                    <a:pt x="37" y="161"/>
                    <a:pt x="6" y="128"/>
                    <a:pt x="3" y="85"/>
                  </a:cubicBezTo>
                  <a:close/>
                </a:path>
              </a:pathLst>
            </a:custGeom>
            <a:solidFill>
              <a:srgbClr val="F6D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80" name="Freeform 231">
              <a:extLst>
                <a:ext uri="{FF2B5EF4-FFF2-40B4-BE49-F238E27FC236}">
                  <a16:creationId xmlns:a16="http://schemas.microsoft.com/office/drawing/2014/main" id="{8E7BD878-44E2-433D-97F8-F097D3DC4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115"/>
              <a:ext cx="323" cy="426"/>
            </a:xfrm>
            <a:custGeom>
              <a:avLst/>
              <a:gdLst>
                <a:gd name="T0" fmla="*/ 50 w 129"/>
                <a:gd name="T1" fmla="*/ 1587 h 160"/>
                <a:gd name="T2" fmla="*/ 929 w 129"/>
                <a:gd name="T3" fmla="*/ 56 h 160"/>
                <a:gd name="T4" fmla="*/ 1976 w 129"/>
                <a:gd name="T5" fmla="*/ 1419 h 160"/>
                <a:gd name="T6" fmla="*/ 1097 w 129"/>
                <a:gd name="T7" fmla="*/ 2963 h 160"/>
                <a:gd name="T8" fmla="*/ 50 w 129"/>
                <a:gd name="T9" fmla="*/ 1587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60">
                  <a:moveTo>
                    <a:pt x="3" y="84"/>
                  </a:moveTo>
                  <a:cubicBezTo>
                    <a:pt x="0" y="42"/>
                    <a:pt x="25" y="5"/>
                    <a:pt x="59" y="3"/>
                  </a:cubicBezTo>
                  <a:cubicBezTo>
                    <a:pt x="93" y="0"/>
                    <a:pt x="123" y="33"/>
                    <a:pt x="126" y="75"/>
                  </a:cubicBezTo>
                  <a:cubicBezTo>
                    <a:pt x="129" y="118"/>
                    <a:pt x="104" y="155"/>
                    <a:pt x="70" y="157"/>
                  </a:cubicBezTo>
                  <a:cubicBezTo>
                    <a:pt x="36" y="160"/>
                    <a:pt x="6" y="127"/>
                    <a:pt x="3" y="84"/>
                  </a:cubicBezTo>
                  <a:close/>
                </a:path>
              </a:pathLst>
            </a:custGeom>
            <a:solidFill>
              <a:srgbClr val="F6D5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81" name="Freeform 232">
              <a:extLst>
                <a:ext uri="{FF2B5EF4-FFF2-40B4-BE49-F238E27FC236}">
                  <a16:creationId xmlns:a16="http://schemas.microsoft.com/office/drawing/2014/main" id="{A7A86CF7-8230-4AF4-9D61-54784A465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117"/>
              <a:ext cx="320" cy="422"/>
            </a:xfrm>
            <a:custGeom>
              <a:avLst/>
              <a:gdLst>
                <a:gd name="T0" fmla="*/ 50 w 128"/>
                <a:gd name="T1" fmla="*/ 1597 h 158"/>
                <a:gd name="T2" fmla="*/ 925 w 128"/>
                <a:gd name="T3" fmla="*/ 56 h 158"/>
                <a:gd name="T4" fmla="*/ 1958 w 128"/>
                <a:gd name="T5" fmla="*/ 1426 h 158"/>
                <a:gd name="T6" fmla="*/ 1095 w 128"/>
                <a:gd name="T7" fmla="*/ 2975 h 158"/>
                <a:gd name="T8" fmla="*/ 50 w 128"/>
                <a:gd name="T9" fmla="*/ 1597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58">
                  <a:moveTo>
                    <a:pt x="3" y="84"/>
                  </a:moveTo>
                  <a:cubicBezTo>
                    <a:pt x="0" y="41"/>
                    <a:pt x="25" y="5"/>
                    <a:pt x="59" y="3"/>
                  </a:cubicBezTo>
                  <a:cubicBezTo>
                    <a:pt x="92" y="0"/>
                    <a:pt x="122" y="33"/>
                    <a:pt x="125" y="75"/>
                  </a:cubicBezTo>
                  <a:cubicBezTo>
                    <a:pt x="128" y="117"/>
                    <a:pt x="103" y="153"/>
                    <a:pt x="70" y="156"/>
                  </a:cubicBezTo>
                  <a:cubicBezTo>
                    <a:pt x="36" y="158"/>
                    <a:pt x="6" y="126"/>
                    <a:pt x="3" y="84"/>
                  </a:cubicBezTo>
                  <a:close/>
                </a:path>
              </a:pathLst>
            </a:custGeom>
            <a:solidFill>
              <a:srgbClr val="F6D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82" name="Freeform 233">
              <a:extLst>
                <a:ext uri="{FF2B5EF4-FFF2-40B4-BE49-F238E27FC236}">
                  <a16:creationId xmlns:a16="http://schemas.microsoft.com/office/drawing/2014/main" id="{DEF07D9D-9254-4448-9986-612358E4A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120"/>
              <a:ext cx="316" cy="416"/>
            </a:xfrm>
            <a:custGeom>
              <a:avLst/>
              <a:gdLst>
                <a:gd name="T0" fmla="*/ 50 w 126"/>
                <a:gd name="T1" fmla="*/ 1571 h 156"/>
                <a:gd name="T2" fmla="*/ 913 w 126"/>
                <a:gd name="T3" fmla="*/ 56 h 156"/>
                <a:gd name="T4" fmla="*/ 1936 w 126"/>
                <a:gd name="T5" fmla="*/ 1400 h 156"/>
                <a:gd name="T6" fmla="*/ 1088 w 126"/>
                <a:gd name="T7" fmla="*/ 2923 h 156"/>
                <a:gd name="T8" fmla="*/ 50 w 126"/>
                <a:gd name="T9" fmla="*/ 1571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56">
                  <a:moveTo>
                    <a:pt x="3" y="83"/>
                  </a:moveTo>
                  <a:cubicBezTo>
                    <a:pt x="0" y="41"/>
                    <a:pt x="24" y="5"/>
                    <a:pt x="58" y="3"/>
                  </a:cubicBezTo>
                  <a:cubicBezTo>
                    <a:pt x="91" y="0"/>
                    <a:pt x="120" y="32"/>
                    <a:pt x="123" y="74"/>
                  </a:cubicBezTo>
                  <a:cubicBezTo>
                    <a:pt x="126" y="116"/>
                    <a:pt x="102" y="151"/>
                    <a:pt x="69" y="154"/>
                  </a:cubicBezTo>
                  <a:cubicBezTo>
                    <a:pt x="35" y="156"/>
                    <a:pt x="6" y="124"/>
                    <a:pt x="3" y="83"/>
                  </a:cubicBezTo>
                  <a:close/>
                </a:path>
              </a:pathLst>
            </a:custGeom>
            <a:solidFill>
              <a:srgbClr val="F6D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83" name="Freeform 234">
              <a:extLst>
                <a:ext uri="{FF2B5EF4-FFF2-40B4-BE49-F238E27FC236}">
                  <a16:creationId xmlns:a16="http://schemas.microsoft.com/office/drawing/2014/main" id="{A2228C17-044D-468A-9B19-59515605F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2125"/>
              <a:ext cx="310" cy="411"/>
            </a:xfrm>
            <a:custGeom>
              <a:avLst/>
              <a:gdLst>
                <a:gd name="T0" fmla="*/ 50 w 124"/>
                <a:gd name="T1" fmla="*/ 1537 h 154"/>
                <a:gd name="T2" fmla="*/ 895 w 124"/>
                <a:gd name="T3" fmla="*/ 35 h 154"/>
                <a:gd name="T4" fmla="*/ 1895 w 124"/>
                <a:gd name="T5" fmla="*/ 1366 h 154"/>
                <a:gd name="T6" fmla="*/ 1050 w 124"/>
                <a:gd name="T7" fmla="*/ 2872 h 154"/>
                <a:gd name="T8" fmla="*/ 50 w 124"/>
                <a:gd name="T9" fmla="*/ 1537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54">
                  <a:moveTo>
                    <a:pt x="3" y="81"/>
                  </a:moveTo>
                  <a:cubicBezTo>
                    <a:pt x="0" y="40"/>
                    <a:pt x="24" y="4"/>
                    <a:pt x="57" y="2"/>
                  </a:cubicBezTo>
                  <a:cubicBezTo>
                    <a:pt x="89" y="0"/>
                    <a:pt x="118" y="31"/>
                    <a:pt x="121" y="72"/>
                  </a:cubicBezTo>
                  <a:cubicBezTo>
                    <a:pt x="124" y="113"/>
                    <a:pt x="100" y="149"/>
                    <a:pt x="67" y="151"/>
                  </a:cubicBezTo>
                  <a:cubicBezTo>
                    <a:pt x="35" y="154"/>
                    <a:pt x="6" y="122"/>
                    <a:pt x="3" y="81"/>
                  </a:cubicBezTo>
                  <a:close/>
                </a:path>
              </a:pathLst>
            </a:custGeom>
            <a:solidFill>
              <a:srgbClr val="F6D5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84" name="Freeform 235">
              <a:extLst>
                <a:ext uri="{FF2B5EF4-FFF2-40B4-BE49-F238E27FC236}">
                  <a16:creationId xmlns:a16="http://schemas.microsoft.com/office/drawing/2014/main" id="{B3C104A1-9FB5-4ADE-B163-392CA0034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2128"/>
              <a:ext cx="308" cy="405"/>
            </a:xfrm>
            <a:custGeom>
              <a:avLst/>
              <a:gdLst>
                <a:gd name="T0" fmla="*/ 50 w 123"/>
                <a:gd name="T1" fmla="*/ 1513 h 152"/>
                <a:gd name="T2" fmla="*/ 879 w 123"/>
                <a:gd name="T3" fmla="*/ 35 h 152"/>
                <a:gd name="T4" fmla="*/ 1881 w 123"/>
                <a:gd name="T5" fmla="*/ 1364 h 152"/>
                <a:gd name="T6" fmla="*/ 1054 w 123"/>
                <a:gd name="T7" fmla="*/ 2840 h 152"/>
                <a:gd name="T8" fmla="*/ 50 w 123"/>
                <a:gd name="T9" fmla="*/ 1513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52">
                  <a:moveTo>
                    <a:pt x="3" y="80"/>
                  </a:moveTo>
                  <a:cubicBezTo>
                    <a:pt x="0" y="39"/>
                    <a:pt x="24" y="4"/>
                    <a:pt x="56" y="2"/>
                  </a:cubicBezTo>
                  <a:cubicBezTo>
                    <a:pt x="89" y="0"/>
                    <a:pt x="118" y="31"/>
                    <a:pt x="120" y="72"/>
                  </a:cubicBezTo>
                  <a:cubicBezTo>
                    <a:pt x="123" y="112"/>
                    <a:pt x="100" y="147"/>
                    <a:pt x="67" y="150"/>
                  </a:cubicBezTo>
                  <a:cubicBezTo>
                    <a:pt x="35" y="152"/>
                    <a:pt x="6" y="121"/>
                    <a:pt x="3" y="80"/>
                  </a:cubicBezTo>
                  <a:close/>
                </a:path>
              </a:pathLst>
            </a:custGeom>
            <a:solidFill>
              <a:srgbClr val="F6D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85" name="Freeform 236">
              <a:extLst>
                <a:ext uri="{FF2B5EF4-FFF2-40B4-BE49-F238E27FC236}">
                  <a16:creationId xmlns:a16="http://schemas.microsoft.com/office/drawing/2014/main" id="{6ECF927C-4CE4-4DF6-9E80-94ADFD2FE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2131"/>
              <a:ext cx="306" cy="400"/>
            </a:xfrm>
            <a:custGeom>
              <a:avLst/>
              <a:gdLst>
                <a:gd name="T0" fmla="*/ 50 w 122"/>
                <a:gd name="T1" fmla="*/ 1501 h 150"/>
                <a:gd name="T2" fmla="*/ 868 w 122"/>
                <a:gd name="T3" fmla="*/ 35 h 150"/>
                <a:gd name="T4" fmla="*/ 1874 w 122"/>
                <a:gd name="T5" fmla="*/ 1344 h 150"/>
                <a:gd name="T6" fmla="*/ 1043 w 122"/>
                <a:gd name="T7" fmla="*/ 2808 h 150"/>
                <a:gd name="T8" fmla="*/ 50 w 122"/>
                <a:gd name="T9" fmla="*/ 1501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50">
                  <a:moveTo>
                    <a:pt x="3" y="79"/>
                  </a:moveTo>
                  <a:cubicBezTo>
                    <a:pt x="0" y="39"/>
                    <a:pt x="23" y="4"/>
                    <a:pt x="55" y="2"/>
                  </a:cubicBezTo>
                  <a:cubicBezTo>
                    <a:pt x="87" y="0"/>
                    <a:pt x="116" y="31"/>
                    <a:pt x="119" y="71"/>
                  </a:cubicBezTo>
                  <a:cubicBezTo>
                    <a:pt x="122" y="111"/>
                    <a:pt x="98" y="146"/>
                    <a:pt x="66" y="148"/>
                  </a:cubicBezTo>
                  <a:cubicBezTo>
                    <a:pt x="34" y="150"/>
                    <a:pt x="6" y="119"/>
                    <a:pt x="3" y="79"/>
                  </a:cubicBezTo>
                  <a:close/>
                </a:path>
              </a:pathLst>
            </a:custGeom>
            <a:solidFill>
              <a:srgbClr val="F6D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86" name="Freeform 237">
              <a:extLst>
                <a:ext uri="{FF2B5EF4-FFF2-40B4-BE49-F238E27FC236}">
                  <a16:creationId xmlns:a16="http://schemas.microsoft.com/office/drawing/2014/main" id="{AF6CB7A0-8118-4B8F-BE2E-D7105F3FE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2133"/>
              <a:ext cx="303" cy="398"/>
            </a:xfrm>
            <a:custGeom>
              <a:avLst/>
              <a:gdLst>
                <a:gd name="T0" fmla="*/ 50 w 121"/>
                <a:gd name="T1" fmla="*/ 1485 h 149"/>
                <a:gd name="T2" fmla="*/ 866 w 121"/>
                <a:gd name="T3" fmla="*/ 35 h 149"/>
                <a:gd name="T4" fmla="*/ 1851 w 121"/>
                <a:gd name="T5" fmla="*/ 1336 h 149"/>
                <a:gd name="T6" fmla="*/ 1034 w 121"/>
                <a:gd name="T7" fmla="*/ 2783 h 149"/>
                <a:gd name="T8" fmla="*/ 50 w 121"/>
                <a:gd name="T9" fmla="*/ 1485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149">
                  <a:moveTo>
                    <a:pt x="3" y="78"/>
                  </a:moveTo>
                  <a:cubicBezTo>
                    <a:pt x="0" y="39"/>
                    <a:pt x="24" y="4"/>
                    <a:pt x="55" y="2"/>
                  </a:cubicBezTo>
                  <a:cubicBezTo>
                    <a:pt x="87" y="0"/>
                    <a:pt x="115" y="30"/>
                    <a:pt x="118" y="70"/>
                  </a:cubicBezTo>
                  <a:cubicBezTo>
                    <a:pt x="121" y="110"/>
                    <a:pt x="97" y="144"/>
                    <a:pt x="66" y="146"/>
                  </a:cubicBezTo>
                  <a:cubicBezTo>
                    <a:pt x="34" y="149"/>
                    <a:pt x="6" y="118"/>
                    <a:pt x="3" y="78"/>
                  </a:cubicBezTo>
                  <a:close/>
                </a:path>
              </a:pathLst>
            </a:custGeom>
            <a:solidFill>
              <a:srgbClr val="F6D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87" name="Freeform 238">
              <a:extLst>
                <a:ext uri="{FF2B5EF4-FFF2-40B4-BE49-F238E27FC236}">
                  <a16:creationId xmlns:a16="http://schemas.microsoft.com/office/drawing/2014/main" id="{C55E6A0F-8868-4D9F-BF1A-918E8CEA9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2136"/>
              <a:ext cx="298" cy="392"/>
            </a:xfrm>
            <a:custGeom>
              <a:avLst/>
              <a:gdLst>
                <a:gd name="T0" fmla="*/ 50 w 119"/>
                <a:gd name="T1" fmla="*/ 1480 h 147"/>
                <a:gd name="T2" fmla="*/ 846 w 119"/>
                <a:gd name="T3" fmla="*/ 35 h 147"/>
                <a:gd name="T4" fmla="*/ 1818 w 119"/>
                <a:gd name="T5" fmla="*/ 1309 h 147"/>
                <a:gd name="T6" fmla="*/ 1004 w 119"/>
                <a:gd name="T7" fmla="*/ 2752 h 147"/>
                <a:gd name="T8" fmla="*/ 50 w 119"/>
                <a:gd name="T9" fmla="*/ 148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47">
                  <a:moveTo>
                    <a:pt x="3" y="78"/>
                  </a:moveTo>
                  <a:cubicBezTo>
                    <a:pt x="0" y="38"/>
                    <a:pt x="23" y="5"/>
                    <a:pt x="54" y="2"/>
                  </a:cubicBezTo>
                  <a:cubicBezTo>
                    <a:pt x="85" y="0"/>
                    <a:pt x="113" y="30"/>
                    <a:pt x="116" y="69"/>
                  </a:cubicBezTo>
                  <a:cubicBezTo>
                    <a:pt x="119" y="109"/>
                    <a:pt x="96" y="142"/>
                    <a:pt x="64" y="145"/>
                  </a:cubicBezTo>
                  <a:cubicBezTo>
                    <a:pt x="33" y="147"/>
                    <a:pt x="6" y="117"/>
                    <a:pt x="3" y="78"/>
                  </a:cubicBezTo>
                  <a:close/>
                </a:path>
              </a:pathLst>
            </a:custGeom>
            <a:solidFill>
              <a:srgbClr val="F6D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88" name="Freeform 239">
              <a:extLst>
                <a:ext uri="{FF2B5EF4-FFF2-40B4-BE49-F238E27FC236}">
                  <a16:creationId xmlns:a16="http://schemas.microsoft.com/office/drawing/2014/main" id="{21E4D14A-4B6A-44F2-91EC-CD1802F8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" y="2139"/>
              <a:ext cx="293" cy="386"/>
            </a:xfrm>
            <a:custGeom>
              <a:avLst/>
              <a:gdLst>
                <a:gd name="T0" fmla="*/ 33 w 117"/>
                <a:gd name="T1" fmla="*/ 1453 h 145"/>
                <a:gd name="T2" fmla="*/ 834 w 117"/>
                <a:gd name="T3" fmla="*/ 35 h 145"/>
                <a:gd name="T4" fmla="*/ 1788 w 117"/>
                <a:gd name="T5" fmla="*/ 1304 h 145"/>
                <a:gd name="T6" fmla="*/ 992 w 117"/>
                <a:gd name="T7" fmla="*/ 2699 h 145"/>
                <a:gd name="T8" fmla="*/ 33 w 117"/>
                <a:gd name="T9" fmla="*/ 1453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45">
                  <a:moveTo>
                    <a:pt x="2" y="77"/>
                  </a:moveTo>
                  <a:cubicBezTo>
                    <a:pt x="0" y="38"/>
                    <a:pt x="22" y="5"/>
                    <a:pt x="53" y="2"/>
                  </a:cubicBezTo>
                  <a:cubicBezTo>
                    <a:pt x="84" y="0"/>
                    <a:pt x="111" y="30"/>
                    <a:pt x="114" y="69"/>
                  </a:cubicBezTo>
                  <a:cubicBezTo>
                    <a:pt x="117" y="107"/>
                    <a:pt x="94" y="141"/>
                    <a:pt x="63" y="143"/>
                  </a:cubicBezTo>
                  <a:cubicBezTo>
                    <a:pt x="32" y="145"/>
                    <a:pt x="5" y="115"/>
                    <a:pt x="2" y="77"/>
                  </a:cubicBezTo>
                  <a:close/>
                </a:path>
              </a:pathLst>
            </a:custGeom>
            <a:solidFill>
              <a:srgbClr val="F6D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89" name="Freeform 240">
              <a:extLst>
                <a:ext uri="{FF2B5EF4-FFF2-40B4-BE49-F238E27FC236}">
                  <a16:creationId xmlns:a16="http://schemas.microsoft.com/office/drawing/2014/main" id="{7C5DF30B-E8D1-4C43-8EE4-D1622B462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" y="2141"/>
              <a:ext cx="291" cy="382"/>
            </a:xfrm>
            <a:custGeom>
              <a:avLst/>
              <a:gdLst>
                <a:gd name="T0" fmla="*/ 50 w 116"/>
                <a:gd name="T1" fmla="*/ 1448 h 143"/>
                <a:gd name="T2" fmla="*/ 838 w 116"/>
                <a:gd name="T3" fmla="*/ 35 h 143"/>
                <a:gd name="T4" fmla="*/ 1781 w 116"/>
                <a:gd name="T5" fmla="*/ 1298 h 143"/>
                <a:gd name="T6" fmla="*/ 993 w 116"/>
                <a:gd name="T7" fmla="*/ 2690 h 143"/>
                <a:gd name="T8" fmla="*/ 50 w 116"/>
                <a:gd name="T9" fmla="*/ 1448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43">
                  <a:moveTo>
                    <a:pt x="3" y="76"/>
                  </a:moveTo>
                  <a:cubicBezTo>
                    <a:pt x="0" y="38"/>
                    <a:pt x="23" y="5"/>
                    <a:pt x="53" y="2"/>
                  </a:cubicBezTo>
                  <a:cubicBezTo>
                    <a:pt x="83" y="0"/>
                    <a:pt x="110" y="30"/>
                    <a:pt x="113" y="68"/>
                  </a:cubicBezTo>
                  <a:cubicBezTo>
                    <a:pt x="116" y="106"/>
                    <a:pt x="94" y="139"/>
                    <a:pt x="63" y="141"/>
                  </a:cubicBezTo>
                  <a:cubicBezTo>
                    <a:pt x="33" y="143"/>
                    <a:pt x="6" y="114"/>
                    <a:pt x="3" y="76"/>
                  </a:cubicBezTo>
                  <a:close/>
                </a:path>
              </a:pathLst>
            </a:custGeom>
            <a:solidFill>
              <a:srgbClr val="F6D4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90" name="Freeform 241">
              <a:extLst>
                <a:ext uri="{FF2B5EF4-FFF2-40B4-BE49-F238E27FC236}">
                  <a16:creationId xmlns:a16="http://schemas.microsoft.com/office/drawing/2014/main" id="{2AD1EABA-124D-443B-BEA2-B735490D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2144"/>
              <a:ext cx="285" cy="379"/>
            </a:xfrm>
            <a:custGeom>
              <a:avLst/>
              <a:gdLst>
                <a:gd name="T0" fmla="*/ 33 w 114"/>
                <a:gd name="T1" fmla="*/ 1425 h 142"/>
                <a:gd name="T2" fmla="*/ 813 w 114"/>
                <a:gd name="T3" fmla="*/ 56 h 142"/>
                <a:gd name="T4" fmla="*/ 1738 w 114"/>
                <a:gd name="T5" fmla="*/ 1276 h 142"/>
                <a:gd name="T6" fmla="*/ 970 w 114"/>
                <a:gd name="T7" fmla="*/ 2664 h 142"/>
                <a:gd name="T8" fmla="*/ 33 w 114"/>
                <a:gd name="T9" fmla="*/ 1425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142">
                  <a:moveTo>
                    <a:pt x="2" y="75"/>
                  </a:moveTo>
                  <a:cubicBezTo>
                    <a:pt x="0" y="37"/>
                    <a:pt x="22" y="5"/>
                    <a:pt x="52" y="3"/>
                  </a:cubicBezTo>
                  <a:cubicBezTo>
                    <a:pt x="82" y="0"/>
                    <a:pt x="109" y="29"/>
                    <a:pt x="111" y="67"/>
                  </a:cubicBezTo>
                  <a:cubicBezTo>
                    <a:pt x="114" y="105"/>
                    <a:pt x="92" y="137"/>
                    <a:pt x="62" y="140"/>
                  </a:cubicBezTo>
                  <a:cubicBezTo>
                    <a:pt x="32" y="142"/>
                    <a:pt x="5" y="113"/>
                    <a:pt x="2" y="75"/>
                  </a:cubicBezTo>
                  <a:close/>
                </a:path>
              </a:pathLst>
            </a:custGeom>
            <a:solidFill>
              <a:srgbClr val="F6D4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91" name="Freeform 242">
              <a:extLst>
                <a:ext uri="{FF2B5EF4-FFF2-40B4-BE49-F238E27FC236}">
                  <a16:creationId xmlns:a16="http://schemas.microsoft.com/office/drawing/2014/main" id="{214E96D2-38A1-4371-AC80-1BAF9D723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2149"/>
              <a:ext cx="283" cy="371"/>
            </a:xfrm>
            <a:custGeom>
              <a:avLst/>
              <a:gdLst>
                <a:gd name="T0" fmla="*/ 50 w 113"/>
                <a:gd name="T1" fmla="*/ 1388 h 139"/>
                <a:gd name="T2" fmla="*/ 816 w 113"/>
                <a:gd name="T3" fmla="*/ 35 h 139"/>
                <a:gd name="T4" fmla="*/ 1743 w 113"/>
                <a:gd name="T5" fmla="*/ 1233 h 139"/>
                <a:gd name="T6" fmla="*/ 972 w 113"/>
                <a:gd name="T7" fmla="*/ 2608 h 139"/>
                <a:gd name="T8" fmla="*/ 50 w 113"/>
                <a:gd name="T9" fmla="*/ 1388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39">
                  <a:moveTo>
                    <a:pt x="3" y="73"/>
                  </a:moveTo>
                  <a:cubicBezTo>
                    <a:pt x="0" y="36"/>
                    <a:pt x="22" y="4"/>
                    <a:pt x="52" y="2"/>
                  </a:cubicBezTo>
                  <a:cubicBezTo>
                    <a:pt x="82" y="0"/>
                    <a:pt x="108" y="28"/>
                    <a:pt x="111" y="65"/>
                  </a:cubicBezTo>
                  <a:cubicBezTo>
                    <a:pt x="113" y="103"/>
                    <a:pt x="91" y="135"/>
                    <a:pt x="62" y="137"/>
                  </a:cubicBezTo>
                  <a:cubicBezTo>
                    <a:pt x="32" y="139"/>
                    <a:pt x="6" y="110"/>
                    <a:pt x="3" y="73"/>
                  </a:cubicBezTo>
                  <a:close/>
                </a:path>
              </a:pathLst>
            </a:custGeom>
            <a:solidFill>
              <a:srgbClr val="F6D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92" name="Freeform 243">
              <a:extLst>
                <a:ext uri="{FF2B5EF4-FFF2-40B4-BE49-F238E27FC236}">
                  <a16:creationId xmlns:a16="http://schemas.microsoft.com/office/drawing/2014/main" id="{07EBEFB5-C9D8-4992-9E72-141005E9A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2152"/>
              <a:ext cx="278" cy="365"/>
            </a:xfrm>
            <a:custGeom>
              <a:avLst/>
              <a:gdLst>
                <a:gd name="T0" fmla="*/ 50 w 111"/>
                <a:gd name="T1" fmla="*/ 1364 h 137"/>
                <a:gd name="T2" fmla="*/ 804 w 111"/>
                <a:gd name="T3" fmla="*/ 35 h 137"/>
                <a:gd name="T4" fmla="*/ 1713 w 111"/>
                <a:gd name="T5" fmla="*/ 1228 h 137"/>
                <a:gd name="T6" fmla="*/ 942 w 111"/>
                <a:gd name="T7" fmla="*/ 2555 h 137"/>
                <a:gd name="T8" fmla="*/ 50 w 111"/>
                <a:gd name="T9" fmla="*/ 136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137">
                  <a:moveTo>
                    <a:pt x="3" y="72"/>
                  </a:moveTo>
                  <a:cubicBezTo>
                    <a:pt x="0" y="35"/>
                    <a:pt x="21" y="4"/>
                    <a:pt x="51" y="2"/>
                  </a:cubicBezTo>
                  <a:cubicBezTo>
                    <a:pt x="80" y="0"/>
                    <a:pt x="106" y="28"/>
                    <a:pt x="109" y="65"/>
                  </a:cubicBezTo>
                  <a:cubicBezTo>
                    <a:pt x="111" y="101"/>
                    <a:pt x="90" y="133"/>
                    <a:pt x="60" y="135"/>
                  </a:cubicBezTo>
                  <a:cubicBezTo>
                    <a:pt x="31" y="137"/>
                    <a:pt x="5" y="109"/>
                    <a:pt x="3" y="72"/>
                  </a:cubicBezTo>
                  <a:close/>
                </a:path>
              </a:pathLst>
            </a:custGeom>
            <a:solidFill>
              <a:srgbClr val="F6D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93" name="Freeform 244">
              <a:extLst>
                <a:ext uri="{FF2B5EF4-FFF2-40B4-BE49-F238E27FC236}">
                  <a16:creationId xmlns:a16="http://schemas.microsoft.com/office/drawing/2014/main" id="{53A34ED6-A746-428E-8D55-7957952FD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2155"/>
              <a:ext cx="276" cy="362"/>
            </a:xfrm>
            <a:custGeom>
              <a:avLst/>
              <a:gdLst>
                <a:gd name="T0" fmla="*/ 50 w 110"/>
                <a:gd name="T1" fmla="*/ 1339 h 136"/>
                <a:gd name="T2" fmla="*/ 805 w 110"/>
                <a:gd name="T3" fmla="*/ 35 h 136"/>
                <a:gd name="T4" fmla="*/ 1706 w 110"/>
                <a:gd name="T5" fmla="*/ 1206 h 136"/>
                <a:gd name="T6" fmla="*/ 951 w 110"/>
                <a:gd name="T7" fmla="*/ 2507 h 136"/>
                <a:gd name="T8" fmla="*/ 50 w 110"/>
                <a:gd name="T9" fmla="*/ 1339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36">
                  <a:moveTo>
                    <a:pt x="3" y="71"/>
                  </a:moveTo>
                  <a:cubicBezTo>
                    <a:pt x="0" y="35"/>
                    <a:pt x="22" y="4"/>
                    <a:pt x="51" y="2"/>
                  </a:cubicBezTo>
                  <a:cubicBezTo>
                    <a:pt x="80" y="0"/>
                    <a:pt x="105" y="28"/>
                    <a:pt x="108" y="64"/>
                  </a:cubicBezTo>
                  <a:cubicBezTo>
                    <a:pt x="110" y="100"/>
                    <a:pt x="89" y="131"/>
                    <a:pt x="60" y="133"/>
                  </a:cubicBezTo>
                  <a:cubicBezTo>
                    <a:pt x="31" y="136"/>
                    <a:pt x="6" y="108"/>
                    <a:pt x="3" y="71"/>
                  </a:cubicBezTo>
                  <a:close/>
                </a:path>
              </a:pathLst>
            </a:custGeom>
            <a:solidFill>
              <a:srgbClr val="F6D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94" name="Freeform 245">
              <a:extLst>
                <a:ext uri="{FF2B5EF4-FFF2-40B4-BE49-F238E27FC236}">
                  <a16:creationId xmlns:a16="http://schemas.microsoft.com/office/drawing/2014/main" id="{70FBFE56-CD66-40A7-8E49-C199807C9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2157"/>
              <a:ext cx="273" cy="358"/>
            </a:xfrm>
            <a:custGeom>
              <a:avLst/>
              <a:gdLst>
                <a:gd name="T0" fmla="*/ 50 w 109"/>
                <a:gd name="T1" fmla="*/ 1357 h 134"/>
                <a:gd name="T2" fmla="*/ 784 w 109"/>
                <a:gd name="T3" fmla="*/ 35 h 134"/>
                <a:gd name="T4" fmla="*/ 1663 w 109"/>
                <a:gd name="T5" fmla="*/ 1200 h 134"/>
                <a:gd name="T6" fmla="*/ 929 w 109"/>
                <a:gd name="T7" fmla="*/ 2519 h 134"/>
                <a:gd name="T8" fmla="*/ 50 w 109"/>
                <a:gd name="T9" fmla="*/ 1357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34">
                  <a:moveTo>
                    <a:pt x="3" y="71"/>
                  </a:moveTo>
                  <a:cubicBezTo>
                    <a:pt x="0" y="35"/>
                    <a:pt x="21" y="4"/>
                    <a:pt x="50" y="2"/>
                  </a:cubicBezTo>
                  <a:cubicBezTo>
                    <a:pt x="78" y="0"/>
                    <a:pt x="103" y="27"/>
                    <a:pt x="106" y="63"/>
                  </a:cubicBezTo>
                  <a:cubicBezTo>
                    <a:pt x="109" y="99"/>
                    <a:pt x="88" y="130"/>
                    <a:pt x="59" y="132"/>
                  </a:cubicBezTo>
                  <a:cubicBezTo>
                    <a:pt x="30" y="134"/>
                    <a:pt x="5" y="106"/>
                    <a:pt x="3" y="71"/>
                  </a:cubicBezTo>
                  <a:close/>
                </a:path>
              </a:pathLst>
            </a:custGeom>
            <a:solidFill>
              <a:srgbClr val="F6D4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95" name="Freeform 246">
              <a:extLst>
                <a:ext uri="{FF2B5EF4-FFF2-40B4-BE49-F238E27FC236}">
                  <a16:creationId xmlns:a16="http://schemas.microsoft.com/office/drawing/2014/main" id="{BC711569-8760-4296-A02B-CC397D0C1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160"/>
              <a:ext cx="268" cy="352"/>
            </a:xfrm>
            <a:custGeom>
              <a:avLst/>
              <a:gdLst>
                <a:gd name="T0" fmla="*/ 33 w 107"/>
                <a:gd name="T1" fmla="*/ 1331 h 132"/>
                <a:gd name="T2" fmla="*/ 771 w 107"/>
                <a:gd name="T3" fmla="*/ 35 h 132"/>
                <a:gd name="T4" fmla="*/ 1631 w 107"/>
                <a:gd name="T5" fmla="*/ 1173 h 132"/>
                <a:gd name="T6" fmla="*/ 909 w 107"/>
                <a:gd name="T7" fmla="*/ 2467 h 132"/>
                <a:gd name="T8" fmla="*/ 33 w 107"/>
                <a:gd name="T9" fmla="*/ 1331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32">
                  <a:moveTo>
                    <a:pt x="2" y="70"/>
                  </a:moveTo>
                  <a:cubicBezTo>
                    <a:pt x="0" y="34"/>
                    <a:pt x="20" y="4"/>
                    <a:pt x="49" y="2"/>
                  </a:cubicBezTo>
                  <a:cubicBezTo>
                    <a:pt x="77" y="0"/>
                    <a:pt x="102" y="27"/>
                    <a:pt x="104" y="62"/>
                  </a:cubicBezTo>
                  <a:cubicBezTo>
                    <a:pt x="107" y="98"/>
                    <a:pt x="86" y="128"/>
                    <a:pt x="58" y="130"/>
                  </a:cubicBezTo>
                  <a:cubicBezTo>
                    <a:pt x="30" y="132"/>
                    <a:pt x="5" y="105"/>
                    <a:pt x="2" y="70"/>
                  </a:cubicBezTo>
                  <a:close/>
                </a:path>
              </a:pathLst>
            </a:custGeom>
            <a:solidFill>
              <a:srgbClr val="F6D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96" name="Freeform 247">
              <a:extLst>
                <a:ext uri="{FF2B5EF4-FFF2-40B4-BE49-F238E27FC236}">
                  <a16:creationId xmlns:a16="http://schemas.microsoft.com/office/drawing/2014/main" id="{5BE1CE98-44BA-40A8-85B0-748C908BF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163"/>
              <a:ext cx="266" cy="346"/>
            </a:xfrm>
            <a:custGeom>
              <a:avLst/>
              <a:gdLst>
                <a:gd name="T0" fmla="*/ 50 w 106"/>
                <a:gd name="T1" fmla="*/ 1304 h 130"/>
                <a:gd name="T2" fmla="*/ 755 w 106"/>
                <a:gd name="T3" fmla="*/ 35 h 130"/>
                <a:gd name="T4" fmla="*/ 1624 w 106"/>
                <a:gd name="T5" fmla="*/ 1168 h 130"/>
                <a:gd name="T6" fmla="*/ 918 w 106"/>
                <a:gd name="T7" fmla="*/ 2417 h 130"/>
                <a:gd name="T8" fmla="*/ 50 w 106"/>
                <a:gd name="T9" fmla="*/ 1304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30">
                  <a:moveTo>
                    <a:pt x="3" y="69"/>
                  </a:moveTo>
                  <a:cubicBezTo>
                    <a:pt x="0" y="34"/>
                    <a:pt x="21" y="4"/>
                    <a:pt x="48" y="2"/>
                  </a:cubicBezTo>
                  <a:cubicBezTo>
                    <a:pt x="76" y="0"/>
                    <a:pt x="101" y="27"/>
                    <a:pt x="103" y="62"/>
                  </a:cubicBezTo>
                  <a:cubicBezTo>
                    <a:pt x="106" y="97"/>
                    <a:pt x="85" y="126"/>
                    <a:pt x="58" y="128"/>
                  </a:cubicBezTo>
                  <a:cubicBezTo>
                    <a:pt x="30" y="130"/>
                    <a:pt x="5" y="104"/>
                    <a:pt x="3" y="69"/>
                  </a:cubicBezTo>
                  <a:close/>
                </a:path>
              </a:pathLst>
            </a:custGeom>
            <a:solidFill>
              <a:srgbClr val="F6D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97" name="Freeform 248">
              <a:extLst>
                <a:ext uri="{FF2B5EF4-FFF2-40B4-BE49-F238E27FC236}">
                  <a16:creationId xmlns:a16="http://schemas.microsoft.com/office/drawing/2014/main" id="{6C17144A-3B96-48D9-9CE3-EFD552AAF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165"/>
              <a:ext cx="260" cy="344"/>
            </a:xfrm>
            <a:custGeom>
              <a:avLst/>
              <a:gdLst>
                <a:gd name="T0" fmla="*/ 33 w 104"/>
                <a:gd name="T1" fmla="*/ 1288 h 129"/>
                <a:gd name="T2" fmla="*/ 738 w 104"/>
                <a:gd name="T3" fmla="*/ 35 h 129"/>
                <a:gd name="T4" fmla="*/ 1583 w 104"/>
                <a:gd name="T5" fmla="*/ 1160 h 129"/>
                <a:gd name="T6" fmla="*/ 875 w 104"/>
                <a:gd name="T7" fmla="*/ 2411 h 129"/>
                <a:gd name="T8" fmla="*/ 33 w 104"/>
                <a:gd name="T9" fmla="*/ 1288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29">
                  <a:moveTo>
                    <a:pt x="2" y="68"/>
                  </a:moveTo>
                  <a:cubicBezTo>
                    <a:pt x="0" y="34"/>
                    <a:pt x="20" y="4"/>
                    <a:pt x="47" y="2"/>
                  </a:cubicBezTo>
                  <a:cubicBezTo>
                    <a:pt x="75" y="0"/>
                    <a:pt x="99" y="27"/>
                    <a:pt x="101" y="61"/>
                  </a:cubicBezTo>
                  <a:cubicBezTo>
                    <a:pt x="104" y="95"/>
                    <a:pt x="84" y="125"/>
                    <a:pt x="56" y="127"/>
                  </a:cubicBezTo>
                  <a:cubicBezTo>
                    <a:pt x="29" y="129"/>
                    <a:pt x="5" y="102"/>
                    <a:pt x="2" y="68"/>
                  </a:cubicBezTo>
                  <a:close/>
                </a:path>
              </a:pathLst>
            </a:custGeom>
            <a:solidFill>
              <a:srgbClr val="F6D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98" name="Freeform 249">
              <a:extLst>
                <a:ext uri="{FF2B5EF4-FFF2-40B4-BE49-F238E27FC236}">
                  <a16:creationId xmlns:a16="http://schemas.microsoft.com/office/drawing/2014/main" id="{444A7CCA-84AF-4463-80F0-F057B8565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168"/>
              <a:ext cx="258" cy="339"/>
            </a:xfrm>
            <a:custGeom>
              <a:avLst/>
              <a:gdLst>
                <a:gd name="T0" fmla="*/ 879 w 103"/>
                <a:gd name="T1" fmla="*/ 2381 h 127"/>
                <a:gd name="T2" fmla="*/ 50 w 103"/>
                <a:gd name="T3" fmla="*/ 1276 h 127"/>
                <a:gd name="T4" fmla="*/ 741 w 103"/>
                <a:gd name="T5" fmla="*/ 35 h 127"/>
                <a:gd name="T6" fmla="*/ 1588 w 103"/>
                <a:gd name="T7" fmla="*/ 1140 h 127"/>
                <a:gd name="T8" fmla="*/ 879 w 103"/>
                <a:gd name="T9" fmla="*/ 2381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27">
                  <a:moveTo>
                    <a:pt x="56" y="125"/>
                  </a:moveTo>
                  <a:cubicBezTo>
                    <a:pt x="29" y="127"/>
                    <a:pt x="5" y="101"/>
                    <a:pt x="3" y="67"/>
                  </a:cubicBezTo>
                  <a:cubicBezTo>
                    <a:pt x="0" y="33"/>
                    <a:pt x="20" y="4"/>
                    <a:pt x="47" y="2"/>
                  </a:cubicBezTo>
                  <a:cubicBezTo>
                    <a:pt x="74" y="0"/>
                    <a:pt x="98" y="26"/>
                    <a:pt x="101" y="60"/>
                  </a:cubicBezTo>
                  <a:cubicBezTo>
                    <a:pt x="103" y="94"/>
                    <a:pt x="83" y="123"/>
                    <a:pt x="56" y="125"/>
                  </a:cubicBezTo>
                  <a:close/>
                </a:path>
              </a:pathLst>
            </a:custGeom>
            <a:solidFill>
              <a:srgbClr val="F6D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99" name="Freeform 250">
              <a:extLst>
                <a:ext uri="{FF2B5EF4-FFF2-40B4-BE49-F238E27FC236}">
                  <a16:creationId xmlns:a16="http://schemas.microsoft.com/office/drawing/2014/main" id="{28A2848C-0D80-4B98-8282-5C6BFAC51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915"/>
              <a:ext cx="545" cy="130"/>
            </a:xfrm>
            <a:custGeom>
              <a:avLst/>
              <a:gdLst>
                <a:gd name="T0" fmla="*/ 3408 w 218"/>
                <a:gd name="T1" fmla="*/ 0 h 49"/>
                <a:gd name="T2" fmla="*/ 1270 w 218"/>
                <a:gd name="T3" fmla="*/ 618 h 49"/>
                <a:gd name="T4" fmla="*/ 0 w 218"/>
                <a:gd name="T5" fmla="*/ 562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49">
                  <a:moveTo>
                    <a:pt x="218" y="0"/>
                  </a:moveTo>
                  <a:cubicBezTo>
                    <a:pt x="207" y="32"/>
                    <a:pt x="129" y="30"/>
                    <a:pt x="81" y="33"/>
                  </a:cubicBezTo>
                  <a:cubicBezTo>
                    <a:pt x="33" y="36"/>
                    <a:pt x="26" y="49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00" name="Freeform 251">
              <a:extLst>
                <a:ext uri="{FF2B5EF4-FFF2-40B4-BE49-F238E27FC236}">
                  <a16:creationId xmlns:a16="http://schemas.microsoft.com/office/drawing/2014/main" id="{2F6E76F8-8662-4362-9AA0-F9E6251A3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843"/>
              <a:ext cx="355" cy="88"/>
            </a:xfrm>
            <a:custGeom>
              <a:avLst/>
              <a:gdLst>
                <a:gd name="T0" fmla="*/ 2220 w 142"/>
                <a:gd name="T1" fmla="*/ 320 h 33"/>
                <a:gd name="T2" fmla="*/ 688 w 142"/>
                <a:gd name="T3" fmla="*/ 192 h 33"/>
                <a:gd name="T4" fmla="*/ 0 w 142"/>
                <a:gd name="T5" fmla="*/ 14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33">
                  <a:moveTo>
                    <a:pt x="142" y="17"/>
                  </a:moveTo>
                  <a:cubicBezTo>
                    <a:pt x="134" y="33"/>
                    <a:pt x="69" y="20"/>
                    <a:pt x="44" y="10"/>
                  </a:cubicBezTo>
                  <a:cubicBezTo>
                    <a:pt x="19" y="0"/>
                    <a:pt x="4" y="0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01" name="Freeform 252">
              <a:extLst>
                <a:ext uri="{FF2B5EF4-FFF2-40B4-BE49-F238E27FC236}">
                  <a16:creationId xmlns:a16="http://schemas.microsoft.com/office/drawing/2014/main" id="{66C4AE30-FDA4-4AC2-AB74-AAACD1C13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861"/>
              <a:ext cx="25" cy="75"/>
            </a:xfrm>
            <a:custGeom>
              <a:avLst/>
              <a:gdLst>
                <a:gd name="T0" fmla="*/ 158 w 10"/>
                <a:gd name="T1" fmla="*/ 538 h 28"/>
                <a:gd name="T2" fmla="*/ 0 w 1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10" y="28"/>
                  </a:moveTo>
                  <a:cubicBezTo>
                    <a:pt x="8" y="1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02" name="Freeform 253">
              <a:extLst>
                <a:ext uri="{FF2B5EF4-FFF2-40B4-BE49-F238E27FC236}">
                  <a16:creationId xmlns:a16="http://schemas.microsoft.com/office/drawing/2014/main" id="{5C42A025-E5BA-4E53-98C8-8C2EA9DFF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888"/>
              <a:ext cx="40" cy="133"/>
            </a:xfrm>
            <a:custGeom>
              <a:avLst/>
              <a:gdLst>
                <a:gd name="T0" fmla="*/ 0 w 16"/>
                <a:gd name="T1" fmla="*/ 0 h 50"/>
                <a:gd name="T2" fmla="*/ 250 w 16"/>
                <a:gd name="T3" fmla="*/ 94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0">
                  <a:moveTo>
                    <a:pt x="0" y="0"/>
                  </a:moveTo>
                  <a:cubicBezTo>
                    <a:pt x="4" y="3"/>
                    <a:pt x="15" y="30"/>
                    <a:pt x="16" y="50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03" name="Freeform 254">
              <a:extLst>
                <a:ext uri="{FF2B5EF4-FFF2-40B4-BE49-F238E27FC236}">
                  <a16:creationId xmlns:a16="http://schemas.microsoft.com/office/drawing/2014/main" id="{8E2DDE0C-E637-4660-B4E8-6E242B38F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893"/>
              <a:ext cx="45" cy="216"/>
            </a:xfrm>
            <a:custGeom>
              <a:avLst/>
              <a:gdLst>
                <a:gd name="T0" fmla="*/ 0 w 18"/>
                <a:gd name="T1" fmla="*/ 0 h 81"/>
                <a:gd name="T2" fmla="*/ 145 w 18"/>
                <a:gd name="T3" fmla="*/ 15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1">
                  <a:moveTo>
                    <a:pt x="0" y="0"/>
                  </a:moveTo>
                  <a:cubicBezTo>
                    <a:pt x="3" y="7"/>
                    <a:pt x="18" y="39"/>
                    <a:pt x="9" y="81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04" name="Freeform 255">
              <a:extLst>
                <a:ext uri="{FF2B5EF4-FFF2-40B4-BE49-F238E27FC236}">
                  <a16:creationId xmlns:a16="http://schemas.microsoft.com/office/drawing/2014/main" id="{ACA616C4-58D7-48E0-BB19-74BA748A5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896"/>
              <a:ext cx="43" cy="264"/>
            </a:xfrm>
            <a:custGeom>
              <a:avLst/>
              <a:gdLst>
                <a:gd name="T0" fmla="*/ 0 w 17"/>
                <a:gd name="T1" fmla="*/ 0 h 99"/>
                <a:gd name="T2" fmla="*/ 63 w 17"/>
                <a:gd name="T3" fmla="*/ 1877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9">
                  <a:moveTo>
                    <a:pt x="0" y="0"/>
                  </a:moveTo>
                  <a:cubicBezTo>
                    <a:pt x="2" y="10"/>
                    <a:pt x="17" y="52"/>
                    <a:pt x="4" y="99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05" name="Freeform 256">
              <a:extLst>
                <a:ext uri="{FF2B5EF4-FFF2-40B4-BE49-F238E27FC236}">
                  <a16:creationId xmlns:a16="http://schemas.microsoft.com/office/drawing/2014/main" id="{52931306-D81F-473D-AD96-BFCFA7C27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909"/>
              <a:ext cx="115" cy="355"/>
            </a:xfrm>
            <a:custGeom>
              <a:avLst/>
              <a:gdLst>
                <a:gd name="T0" fmla="*/ 658 w 46"/>
                <a:gd name="T1" fmla="*/ 0 h 133"/>
                <a:gd name="T2" fmla="*/ 0 w 46"/>
                <a:gd name="T3" fmla="*/ 2530 h 1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33">
                  <a:moveTo>
                    <a:pt x="42" y="0"/>
                  </a:moveTo>
                  <a:cubicBezTo>
                    <a:pt x="46" y="31"/>
                    <a:pt x="33" y="93"/>
                    <a:pt x="0" y="133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06" name="Freeform 257">
              <a:extLst>
                <a:ext uri="{FF2B5EF4-FFF2-40B4-BE49-F238E27FC236}">
                  <a16:creationId xmlns:a16="http://schemas.microsoft.com/office/drawing/2014/main" id="{4190AB5C-9E59-4714-9B3F-65DC422D7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2805"/>
              <a:ext cx="233" cy="51"/>
            </a:xfrm>
            <a:custGeom>
              <a:avLst/>
              <a:gdLst>
                <a:gd name="T0" fmla="*/ 1463 w 93"/>
                <a:gd name="T1" fmla="*/ 172 h 19"/>
                <a:gd name="T2" fmla="*/ 0 w 9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9">
                  <a:moveTo>
                    <a:pt x="93" y="9"/>
                  </a:moveTo>
                  <a:cubicBezTo>
                    <a:pt x="86" y="19"/>
                    <a:pt x="30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07" name="Freeform 258">
              <a:extLst>
                <a:ext uri="{FF2B5EF4-FFF2-40B4-BE49-F238E27FC236}">
                  <a16:creationId xmlns:a16="http://schemas.microsoft.com/office/drawing/2014/main" id="{459F8FE7-88A5-439D-8F76-3321E53E2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824"/>
              <a:ext cx="300" cy="56"/>
            </a:xfrm>
            <a:custGeom>
              <a:avLst/>
              <a:gdLst>
                <a:gd name="T0" fmla="*/ 1875 w 120"/>
                <a:gd name="T1" fmla="*/ 227 h 21"/>
                <a:gd name="T2" fmla="*/ 750 w 120"/>
                <a:gd name="T3" fmla="*/ 248 h 21"/>
                <a:gd name="T4" fmla="*/ 0 w 120"/>
                <a:gd name="T5" fmla="*/ 5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21">
                  <a:moveTo>
                    <a:pt x="120" y="12"/>
                  </a:moveTo>
                  <a:cubicBezTo>
                    <a:pt x="112" y="21"/>
                    <a:pt x="69" y="19"/>
                    <a:pt x="48" y="13"/>
                  </a:cubicBezTo>
                  <a:cubicBezTo>
                    <a:pt x="27" y="7"/>
                    <a:pt x="12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08" name="Freeform 259">
              <a:extLst>
                <a:ext uri="{FF2B5EF4-FFF2-40B4-BE49-F238E27FC236}">
                  <a16:creationId xmlns:a16="http://schemas.microsoft.com/office/drawing/2014/main" id="{635E4091-6CE4-4330-B975-41140662C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877"/>
              <a:ext cx="48" cy="134"/>
            </a:xfrm>
            <a:custGeom>
              <a:avLst/>
              <a:gdLst>
                <a:gd name="T0" fmla="*/ 0 w 19"/>
                <a:gd name="T1" fmla="*/ 0 h 50"/>
                <a:gd name="T2" fmla="*/ 192 w 19"/>
                <a:gd name="T3" fmla="*/ 96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0">
                  <a:moveTo>
                    <a:pt x="0" y="0"/>
                  </a:moveTo>
                  <a:cubicBezTo>
                    <a:pt x="6" y="7"/>
                    <a:pt x="19" y="37"/>
                    <a:pt x="12" y="50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09" name="Freeform 260">
              <a:extLst>
                <a:ext uri="{FF2B5EF4-FFF2-40B4-BE49-F238E27FC236}">
                  <a16:creationId xmlns:a16="http://schemas.microsoft.com/office/drawing/2014/main" id="{84195AC9-DE21-4324-8DB0-E4F83B763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859"/>
              <a:ext cx="25" cy="69"/>
            </a:xfrm>
            <a:custGeom>
              <a:avLst/>
              <a:gdLst>
                <a:gd name="T0" fmla="*/ 0 w 10"/>
                <a:gd name="T1" fmla="*/ 0 h 26"/>
                <a:gd name="T2" fmla="*/ 145 w 10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10" y="5"/>
                    <a:pt x="10" y="23"/>
                    <a:pt x="9" y="26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10" name="Freeform 261">
              <a:extLst>
                <a:ext uri="{FF2B5EF4-FFF2-40B4-BE49-F238E27FC236}">
                  <a16:creationId xmlns:a16="http://schemas.microsoft.com/office/drawing/2014/main" id="{CB676386-CF23-4155-A6F5-37A7D361C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867"/>
              <a:ext cx="7" cy="48"/>
            </a:xfrm>
            <a:custGeom>
              <a:avLst/>
              <a:gdLst>
                <a:gd name="T0" fmla="*/ 0 w 3"/>
                <a:gd name="T1" fmla="*/ 0 h 18"/>
                <a:gd name="T2" fmla="*/ 12 w 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4"/>
                    <a:pt x="3" y="14"/>
                    <a:pt x="1" y="18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11" name="Freeform 262">
              <a:extLst>
                <a:ext uri="{FF2B5EF4-FFF2-40B4-BE49-F238E27FC236}">
                  <a16:creationId xmlns:a16="http://schemas.microsoft.com/office/drawing/2014/main" id="{03B3CE26-76EF-4FE3-88A2-C5522E357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904"/>
              <a:ext cx="95" cy="355"/>
            </a:xfrm>
            <a:custGeom>
              <a:avLst/>
              <a:gdLst>
                <a:gd name="T0" fmla="*/ 520 w 38"/>
                <a:gd name="T1" fmla="*/ 0 h 133"/>
                <a:gd name="T2" fmla="*/ 0 w 38"/>
                <a:gd name="T3" fmla="*/ 2530 h 1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33">
                  <a:moveTo>
                    <a:pt x="33" y="0"/>
                  </a:moveTo>
                  <a:cubicBezTo>
                    <a:pt x="38" y="10"/>
                    <a:pt x="37" y="106"/>
                    <a:pt x="0" y="133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12" name="Freeform 263">
              <a:extLst>
                <a:ext uri="{FF2B5EF4-FFF2-40B4-BE49-F238E27FC236}">
                  <a16:creationId xmlns:a16="http://schemas.microsoft.com/office/drawing/2014/main" id="{42B99305-F291-47E1-BA05-6CDB735DB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947"/>
              <a:ext cx="50" cy="277"/>
            </a:xfrm>
            <a:custGeom>
              <a:avLst/>
              <a:gdLst>
                <a:gd name="T0" fmla="*/ 113 w 20"/>
                <a:gd name="T1" fmla="*/ 0 h 104"/>
                <a:gd name="T2" fmla="*/ 0 w 20"/>
                <a:gd name="T3" fmla="*/ 1966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4">
                  <a:moveTo>
                    <a:pt x="7" y="0"/>
                  </a:moveTo>
                  <a:cubicBezTo>
                    <a:pt x="9" y="10"/>
                    <a:pt x="20" y="70"/>
                    <a:pt x="0" y="104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13" name="Freeform 264">
              <a:extLst>
                <a:ext uri="{FF2B5EF4-FFF2-40B4-BE49-F238E27FC236}">
                  <a16:creationId xmlns:a16="http://schemas.microsoft.com/office/drawing/2014/main" id="{E98F1058-A530-4981-8E37-64388D8F0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909"/>
              <a:ext cx="140" cy="358"/>
            </a:xfrm>
            <a:custGeom>
              <a:avLst/>
              <a:gdLst>
                <a:gd name="T0" fmla="*/ 863 w 56"/>
                <a:gd name="T1" fmla="*/ 0 h 134"/>
                <a:gd name="T2" fmla="*/ 0 w 56"/>
                <a:gd name="T3" fmla="*/ 2554 h 1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34">
                  <a:moveTo>
                    <a:pt x="55" y="0"/>
                  </a:moveTo>
                  <a:cubicBezTo>
                    <a:pt x="56" y="12"/>
                    <a:pt x="44" y="103"/>
                    <a:pt x="0" y="134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14" name="Freeform 265">
              <a:extLst>
                <a:ext uri="{FF2B5EF4-FFF2-40B4-BE49-F238E27FC236}">
                  <a16:creationId xmlns:a16="http://schemas.microsoft.com/office/drawing/2014/main" id="{06BD18F8-EEFC-4EF4-9C1E-B3C9A655A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931"/>
              <a:ext cx="217" cy="328"/>
            </a:xfrm>
            <a:custGeom>
              <a:avLst/>
              <a:gdLst>
                <a:gd name="T0" fmla="*/ 1349 w 87"/>
                <a:gd name="T1" fmla="*/ 0 h 123"/>
                <a:gd name="T2" fmla="*/ 0 w 87"/>
                <a:gd name="T3" fmla="*/ 2275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123">
                  <a:moveTo>
                    <a:pt x="87" y="0"/>
                  </a:moveTo>
                  <a:cubicBezTo>
                    <a:pt x="86" y="16"/>
                    <a:pt x="62" y="123"/>
                    <a:pt x="0" y="120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15" name="Freeform 266">
              <a:extLst>
                <a:ext uri="{FF2B5EF4-FFF2-40B4-BE49-F238E27FC236}">
                  <a16:creationId xmlns:a16="http://schemas.microsoft.com/office/drawing/2014/main" id="{D82E60F9-3596-406B-8327-BB5AFC77B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104"/>
              <a:ext cx="112" cy="168"/>
            </a:xfrm>
            <a:custGeom>
              <a:avLst/>
              <a:gdLst>
                <a:gd name="T0" fmla="*/ 694 w 45"/>
                <a:gd name="T1" fmla="*/ 0 h 63"/>
                <a:gd name="T2" fmla="*/ 0 w 45"/>
                <a:gd name="T3" fmla="*/ 119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63">
                  <a:moveTo>
                    <a:pt x="45" y="0"/>
                  </a:moveTo>
                  <a:cubicBezTo>
                    <a:pt x="42" y="18"/>
                    <a:pt x="19" y="61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16" name="Freeform 267">
              <a:extLst>
                <a:ext uri="{FF2B5EF4-FFF2-40B4-BE49-F238E27FC236}">
                  <a16:creationId xmlns:a16="http://schemas.microsoft.com/office/drawing/2014/main" id="{344CD199-F1CB-4686-AAF9-4F5005FAE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979"/>
              <a:ext cx="243" cy="266"/>
            </a:xfrm>
            <a:custGeom>
              <a:avLst/>
              <a:gdLst>
                <a:gd name="T0" fmla="*/ 1526 w 97"/>
                <a:gd name="T1" fmla="*/ 0 h 100"/>
                <a:gd name="T2" fmla="*/ 0 w 97"/>
                <a:gd name="T3" fmla="*/ 1883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100">
                  <a:moveTo>
                    <a:pt x="97" y="0"/>
                  </a:moveTo>
                  <a:cubicBezTo>
                    <a:pt x="93" y="14"/>
                    <a:pt x="64" y="99"/>
                    <a:pt x="0" y="100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17" name="Freeform 268">
              <a:extLst>
                <a:ext uri="{FF2B5EF4-FFF2-40B4-BE49-F238E27FC236}">
                  <a16:creationId xmlns:a16="http://schemas.microsoft.com/office/drawing/2014/main" id="{7E4634CE-13E8-4B71-8B5A-7BA7D98AD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3016"/>
              <a:ext cx="235" cy="216"/>
            </a:xfrm>
            <a:custGeom>
              <a:avLst/>
              <a:gdLst>
                <a:gd name="T0" fmla="*/ 1470 w 94"/>
                <a:gd name="T1" fmla="*/ 0 h 81"/>
                <a:gd name="T2" fmla="*/ 0 w 94"/>
                <a:gd name="T3" fmla="*/ 15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81">
                  <a:moveTo>
                    <a:pt x="94" y="0"/>
                  </a:moveTo>
                  <a:cubicBezTo>
                    <a:pt x="90" y="18"/>
                    <a:pt x="49" y="81"/>
                    <a:pt x="0" y="81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18" name="Freeform 269">
              <a:extLst>
                <a:ext uri="{FF2B5EF4-FFF2-40B4-BE49-F238E27FC236}">
                  <a16:creationId xmlns:a16="http://schemas.microsoft.com/office/drawing/2014/main" id="{05068267-EAB2-4725-919E-95962607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3040"/>
              <a:ext cx="125" cy="179"/>
            </a:xfrm>
            <a:custGeom>
              <a:avLst/>
              <a:gdLst>
                <a:gd name="T0" fmla="*/ 783 w 50"/>
                <a:gd name="T1" fmla="*/ 0 h 67"/>
                <a:gd name="T2" fmla="*/ 0 w 50"/>
                <a:gd name="T3" fmla="*/ 1277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67">
                  <a:moveTo>
                    <a:pt x="50" y="0"/>
                  </a:moveTo>
                  <a:cubicBezTo>
                    <a:pt x="48" y="8"/>
                    <a:pt x="29" y="58"/>
                    <a:pt x="0" y="67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19" name="Freeform 270">
              <a:extLst>
                <a:ext uri="{FF2B5EF4-FFF2-40B4-BE49-F238E27FC236}">
                  <a16:creationId xmlns:a16="http://schemas.microsoft.com/office/drawing/2014/main" id="{E374F58F-05DD-4074-B443-AAFC76839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3077"/>
              <a:ext cx="125" cy="166"/>
            </a:xfrm>
            <a:custGeom>
              <a:avLst/>
              <a:gdLst>
                <a:gd name="T0" fmla="*/ 770 w 50"/>
                <a:gd name="T1" fmla="*/ 0 h 62"/>
                <a:gd name="T2" fmla="*/ 0 w 50"/>
                <a:gd name="T3" fmla="*/ 1055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62">
                  <a:moveTo>
                    <a:pt x="49" y="0"/>
                  </a:moveTo>
                  <a:cubicBezTo>
                    <a:pt x="50" y="6"/>
                    <a:pt x="29" y="62"/>
                    <a:pt x="0" y="55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20" name="Freeform 271">
              <a:extLst>
                <a:ext uri="{FF2B5EF4-FFF2-40B4-BE49-F238E27FC236}">
                  <a16:creationId xmlns:a16="http://schemas.microsoft.com/office/drawing/2014/main" id="{82461577-3E86-45B6-A4AB-954BE74E9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3101"/>
              <a:ext cx="85" cy="104"/>
            </a:xfrm>
            <a:custGeom>
              <a:avLst/>
              <a:gdLst>
                <a:gd name="T0" fmla="*/ 533 w 34"/>
                <a:gd name="T1" fmla="*/ 0 h 39"/>
                <a:gd name="T2" fmla="*/ 63 w 34"/>
                <a:gd name="T3" fmla="*/ 73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9">
                  <a:moveTo>
                    <a:pt x="34" y="0"/>
                  </a:moveTo>
                  <a:cubicBezTo>
                    <a:pt x="34" y="6"/>
                    <a:pt x="0" y="28"/>
                    <a:pt x="4" y="39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21" name="Freeform 272">
              <a:extLst>
                <a:ext uri="{FF2B5EF4-FFF2-40B4-BE49-F238E27FC236}">
                  <a16:creationId xmlns:a16="http://schemas.microsoft.com/office/drawing/2014/main" id="{B53539CA-C577-4EA4-83E1-6CD435743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843"/>
              <a:ext cx="440" cy="72"/>
            </a:xfrm>
            <a:custGeom>
              <a:avLst/>
              <a:gdLst>
                <a:gd name="T0" fmla="*/ 2750 w 176"/>
                <a:gd name="T1" fmla="*/ 0 h 27"/>
                <a:gd name="T2" fmla="*/ 0 w 176"/>
                <a:gd name="T3" fmla="*/ 17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27">
                  <a:moveTo>
                    <a:pt x="176" y="0"/>
                  </a:moveTo>
                  <a:cubicBezTo>
                    <a:pt x="171" y="9"/>
                    <a:pt x="71" y="27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22" name="Freeform 273">
              <a:extLst>
                <a:ext uri="{FF2B5EF4-FFF2-40B4-BE49-F238E27FC236}">
                  <a16:creationId xmlns:a16="http://schemas.microsoft.com/office/drawing/2014/main" id="{485A2533-5D33-4BC1-B356-EB03103EE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816"/>
              <a:ext cx="433" cy="69"/>
            </a:xfrm>
            <a:custGeom>
              <a:avLst/>
              <a:gdLst>
                <a:gd name="T0" fmla="*/ 2713 w 173"/>
                <a:gd name="T1" fmla="*/ 0 h 26"/>
                <a:gd name="T2" fmla="*/ 0 w 173"/>
                <a:gd name="T3" fmla="*/ 13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3" h="26">
                  <a:moveTo>
                    <a:pt x="173" y="0"/>
                  </a:moveTo>
                  <a:cubicBezTo>
                    <a:pt x="165" y="12"/>
                    <a:pt x="67" y="26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23" name="Freeform 274">
              <a:extLst>
                <a:ext uri="{FF2B5EF4-FFF2-40B4-BE49-F238E27FC236}">
                  <a16:creationId xmlns:a16="http://schemas.microsoft.com/office/drawing/2014/main" id="{85EC03FA-464E-421F-A3B9-AC9B99236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797"/>
              <a:ext cx="285" cy="16"/>
            </a:xfrm>
            <a:custGeom>
              <a:avLst/>
              <a:gdLst>
                <a:gd name="T0" fmla="*/ 1783 w 114"/>
                <a:gd name="T1" fmla="*/ 93 h 6"/>
                <a:gd name="T2" fmla="*/ 770 w 114"/>
                <a:gd name="T3" fmla="*/ 56 h 6"/>
                <a:gd name="T4" fmla="*/ 0 w 11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6">
                  <a:moveTo>
                    <a:pt x="114" y="5"/>
                  </a:moveTo>
                  <a:cubicBezTo>
                    <a:pt x="100" y="6"/>
                    <a:pt x="68" y="3"/>
                    <a:pt x="49" y="3"/>
                  </a:cubicBezTo>
                  <a:cubicBezTo>
                    <a:pt x="29" y="2"/>
                    <a:pt x="21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24" name="Freeform 275">
              <a:extLst>
                <a:ext uri="{FF2B5EF4-FFF2-40B4-BE49-F238E27FC236}">
                  <a16:creationId xmlns:a16="http://schemas.microsoft.com/office/drawing/2014/main" id="{E669C490-0201-4FAE-B3C1-E9B43C646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901"/>
              <a:ext cx="175" cy="38"/>
            </a:xfrm>
            <a:custGeom>
              <a:avLst/>
              <a:gdLst>
                <a:gd name="T0" fmla="*/ 1095 w 70"/>
                <a:gd name="T1" fmla="*/ 0 h 14"/>
                <a:gd name="T2" fmla="*/ 0 w 70"/>
                <a:gd name="T3" fmla="*/ 3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14">
                  <a:moveTo>
                    <a:pt x="70" y="0"/>
                  </a:moveTo>
                  <a:cubicBezTo>
                    <a:pt x="67" y="9"/>
                    <a:pt x="36" y="14"/>
                    <a:pt x="0" y="2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25" name="Freeform 276">
              <a:extLst>
                <a:ext uri="{FF2B5EF4-FFF2-40B4-BE49-F238E27FC236}">
                  <a16:creationId xmlns:a16="http://schemas.microsoft.com/office/drawing/2014/main" id="{071F53C1-1843-43FA-925F-60B021861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912"/>
              <a:ext cx="533" cy="77"/>
            </a:xfrm>
            <a:custGeom>
              <a:avLst/>
              <a:gdLst>
                <a:gd name="T0" fmla="*/ 3338 w 213"/>
                <a:gd name="T1" fmla="*/ 0 h 29"/>
                <a:gd name="T2" fmla="*/ 1972 w 213"/>
                <a:gd name="T3" fmla="*/ 430 h 29"/>
                <a:gd name="T4" fmla="*/ 0 w 213"/>
                <a:gd name="T5" fmla="*/ 14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3" h="29">
                  <a:moveTo>
                    <a:pt x="213" y="0"/>
                  </a:moveTo>
                  <a:cubicBezTo>
                    <a:pt x="206" y="13"/>
                    <a:pt x="170" y="27"/>
                    <a:pt x="126" y="23"/>
                  </a:cubicBezTo>
                  <a:cubicBezTo>
                    <a:pt x="81" y="20"/>
                    <a:pt x="14" y="29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26" name="Freeform 277">
              <a:extLst>
                <a:ext uri="{FF2B5EF4-FFF2-40B4-BE49-F238E27FC236}">
                  <a16:creationId xmlns:a16="http://schemas.microsoft.com/office/drawing/2014/main" id="{D671DA0F-73C6-487F-8D6F-4F74FB359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2915"/>
              <a:ext cx="485" cy="176"/>
            </a:xfrm>
            <a:custGeom>
              <a:avLst/>
              <a:gdLst>
                <a:gd name="T0" fmla="*/ 3033 w 194"/>
                <a:gd name="T1" fmla="*/ 0 h 66"/>
                <a:gd name="T2" fmla="*/ 1833 w 194"/>
                <a:gd name="T3" fmla="*/ 797 h 66"/>
                <a:gd name="T4" fmla="*/ 50 w 194"/>
                <a:gd name="T5" fmla="*/ 125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66">
                  <a:moveTo>
                    <a:pt x="194" y="0"/>
                  </a:moveTo>
                  <a:cubicBezTo>
                    <a:pt x="191" y="12"/>
                    <a:pt x="163" y="40"/>
                    <a:pt x="117" y="42"/>
                  </a:cubicBezTo>
                  <a:cubicBezTo>
                    <a:pt x="71" y="44"/>
                    <a:pt x="0" y="52"/>
                    <a:pt x="3" y="66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27" name="Freeform 278">
              <a:extLst>
                <a:ext uri="{FF2B5EF4-FFF2-40B4-BE49-F238E27FC236}">
                  <a16:creationId xmlns:a16="http://schemas.microsoft.com/office/drawing/2014/main" id="{FE46642B-5A5B-44ED-AB41-5D59D0C90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027"/>
              <a:ext cx="238" cy="117"/>
            </a:xfrm>
            <a:custGeom>
              <a:avLst/>
              <a:gdLst>
                <a:gd name="T0" fmla="*/ 1493 w 95"/>
                <a:gd name="T1" fmla="*/ 0 h 44"/>
                <a:gd name="T2" fmla="*/ 50 w 95"/>
                <a:gd name="T3" fmla="*/ 82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44">
                  <a:moveTo>
                    <a:pt x="95" y="0"/>
                  </a:moveTo>
                  <a:cubicBezTo>
                    <a:pt x="80" y="2"/>
                    <a:pt x="0" y="15"/>
                    <a:pt x="3" y="44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28" name="Freeform 279">
              <a:extLst>
                <a:ext uri="{FF2B5EF4-FFF2-40B4-BE49-F238E27FC236}">
                  <a16:creationId xmlns:a16="http://schemas.microsoft.com/office/drawing/2014/main" id="{717BBF0C-B311-4BD5-B126-E6EA8D041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3056"/>
              <a:ext cx="235" cy="117"/>
            </a:xfrm>
            <a:custGeom>
              <a:avLst/>
              <a:gdLst>
                <a:gd name="T0" fmla="*/ 1470 w 94"/>
                <a:gd name="T1" fmla="*/ 0 h 44"/>
                <a:gd name="T2" fmla="*/ 345 w 94"/>
                <a:gd name="T3" fmla="*/ 303 h 44"/>
                <a:gd name="T4" fmla="*/ 20 w 94"/>
                <a:gd name="T5" fmla="*/ 82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44">
                  <a:moveTo>
                    <a:pt x="94" y="0"/>
                  </a:moveTo>
                  <a:cubicBezTo>
                    <a:pt x="81" y="4"/>
                    <a:pt x="41" y="8"/>
                    <a:pt x="22" y="16"/>
                  </a:cubicBezTo>
                  <a:cubicBezTo>
                    <a:pt x="3" y="24"/>
                    <a:pt x="0" y="37"/>
                    <a:pt x="1" y="44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29" name="Freeform 280">
              <a:extLst>
                <a:ext uri="{FF2B5EF4-FFF2-40B4-BE49-F238E27FC236}">
                  <a16:creationId xmlns:a16="http://schemas.microsoft.com/office/drawing/2014/main" id="{728F58EA-136F-4E98-B243-6D63103E0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2893"/>
              <a:ext cx="490" cy="75"/>
            </a:xfrm>
            <a:custGeom>
              <a:avLst/>
              <a:gdLst>
                <a:gd name="T0" fmla="*/ 3063 w 196"/>
                <a:gd name="T1" fmla="*/ 94 h 28"/>
                <a:gd name="T2" fmla="*/ 1595 w 196"/>
                <a:gd name="T3" fmla="*/ 388 h 28"/>
                <a:gd name="T4" fmla="*/ 0 w 19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6" h="28">
                  <a:moveTo>
                    <a:pt x="196" y="5"/>
                  </a:moveTo>
                  <a:cubicBezTo>
                    <a:pt x="191" y="14"/>
                    <a:pt x="168" y="28"/>
                    <a:pt x="102" y="20"/>
                  </a:cubicBezTo>
                  <a:cubicBezTo>
                    <a:pt x="36" y="13"/>
                    <a:pt x="2" y="1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B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30" name="Freeform 281">
              <a:extLst>
                <a:ext uri="{FF2B5EF4-FFF2-40B4-BE49-F238E27FC236}">
                  <a16:creationId xmlns:a16="http://schemas.microsoft.com/office/drawing/2014/main" id="{7C92F077-7836-43B0-9A17-E2B9A852B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613"/>
              <a:ext cx="155" cy="395"/>
            </a:xfrm>
            <a:custGeom>
              <a:avLst/>
              <a:gdLst>
                <a:gd name="T0" fmla="*/ 520 w 62"/>
                <a:gd name="T1" fmla="*/ 0 h 148"/>
                <a:gd name="T2" fmla="*/ 675 w 62"/>
                <a:gd name="T3" fmla="*/ 1924 h 148"/>
                <a:gd name="T4" fmla="*/ 0 w 62"/>
                <a:gd name="T5" fmla="*/ 2813 h 148"/>
                <a:gd name="T6" fmla="*/ 595 w 62"/>
                <a:gd name="T7" fmla="*/ 1695 h 148"/>
                <a:gd name="T8" fmla="*/ 520 w 62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48">
                  <a:moveTo>
                    <a:pt x="33" y="0"/>
                  </a:moveTo>
                  <a:cubicBezTo>
                    <a:pt x="47" y="12"/>
                    <a:pt x="62" y="38"/>
                    <a:pt x="43" y="101"/>
                  </a:cubicBezTo>
                  <a:cubicBezTo>
                    <a:pt x="36" y="126"/>
                    <a:pt x="18" y="148"/>
                    <a:pt x="0" y="148"/>
                  </a:cubicBezTo>
                  <a:cubicBezTo>
                    <a:pt x="14" y="142"/>
                    <a:pt x="30" y="118"/>
                    <a:pt x="38" y="89"/>
                  </a:cubicBezTo>
                  <a:cubicBezTo>
                    <a:pt x="47" y="60"/>
                    <a:pt x="46" y="9"/>
                    <a:pt x="33" y="0"/>
                  </a:cubicBezTo>
                  <a:close/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31" name="Freeform 282">
              <a:extLst>
                <a:ext uri="{FF2B5EF4-FFF2-40B4-BE49-F238E27FC236}">
                  <a16:creationId xmlns:a16="http://schemas.microsoft.com/office/drawing/2014/main" id="{7869C8F7-3508-412A-93DE-9EF0BFC93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045"/>
              <a:ext cx="87" cy="475"/>
            </a:xfrm>
            <a:custGeom>
              <a:avLst/>
              <a:gdLst>
                <a:gd name="T0" fmla="*/ 278 w 35"/>
                <a:gd name="T1" fmla="*/ 1310 h 178"/>
                <a:gd name="T2" fmla="*/ 0 w 35"/>
                <a:gd name="T3" fmla="*/ 3384 h 178"/>
                <a:gd name="T4" fmla="*/ 383 w 35"/>
                <a:gd name="T5" fmla="*/ 1118 h 178"/>
                <a:gd name="T6" fmla="*/ 475 w 35"/>
                <a:gd name="T7" fmla="*/ 0 h 178"/>
                <a:gd name="T8" fmla="*/ 278 w 35"/>
                <a:gd name="T9" fmla="*/ 131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8">
                  <a:moveTo>
                    <a:pt x="18" y="69"/>
                  </a:moveTo>
                  <a:cubicBezTo>
                    <a:pt x="6" y="104"/>
                    <a:pt x="0" y="178"/>
                    <a:pt x="0" y="178"/>
                  </a:cubicBezTo>
                  <a:cubicBezTo>
                    <a:pt x="1" y="138"/>
                    <a:pt x="14" y="94"/>
                    <a:pt x="25" y="59"/>
                  </a:cubicBezTo>
                  <a:cubicBezTo>
                    <a:pt x="35" y="25"/>
                    <a:pt x="34" y="13"/>
                    <a:pt x="31" y="0"/>
                  </a:cubicBezTo>
                  <a:cubicBezTo>
                    <a:pt x="31" y="8"/>
                    <a:pt x="27" y="40"/>
                    <a:pt x="18" y="69"/>
                  </a:cubicBezTo>
                  <a:close/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32" name="Freeform 283">
              <a:extLst>
                <a:ext uri="{FF2B5EF4-FFF2-40B4-BE49-F238E27FC236}">
                  <a16:creationId xmlns:a16="http://schemas.microsoft.com/office/drawing/2014/main" id="{CF543EA1-1F03-4B76-901F-0ED422956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696"/>
              <a:ext cx="177" cy="397"/>
            </a:xfrm>
            <a:custGeom>
              <a:avLst/>
              <a:gdLst>
                <a:gd name="T0" fmla="*/ 932 w 71"/>
                <a:gd name="T1" fmla="*/ 0 h 149"/>
                <a:gd name="T2" fmla="*/ 995 w 71"/>
                <a:gd name="T3" fmla="*/ 362 h 149"/>
                <a:gd name="T4" fmla="*/ 883 w 71"/>
                <a:gd name="T5" fmla="*/ 831 h 149"/>
                <a:gd name="T6" fmla="*/ 1057 w 71"/>
                <a:gd name="T7" fmla="*/ 1945 h 149"/>
                <a:gd name="T8" fmla="*/ 870 w 71"/>
                <a:gd name="T9" fmla="*/ 2704 h 149"/>
                <a:gd name="T10" fmla="*/ 653 w 71"/>
                <a:gd name="T11" fmla="*/ 2782 h 149"/>
                <a:gd name="T12" fmla="*/ 386 w 71"/>
                <a:gd name="T13" fmla="*/ 2627 h 149"/>
                <a:gd name="T14" fmla="*/ 446 w 71"/>
                <a:gd name="T15" fmla="*/ 2001 h 149"/>
                <a:gd name="T16" fmla="*/ 342 w 71"/>
                <a:gd name="T17" fmla="*/ 1343 h 149"/>
                <a:gd name="T18" fmla="*/ 187 w 71"/>
                <a:gd name="T19" fmla="*/ 794 h 149"/>
                <a:gd name="T20" fmla="*/ 0 w 71"/>
                <a:gd name="T21" fmla="*/ 512 h 149"/>
                <a:gd name="T22" fmla="*/ 155 w 71"/>
                <a:gd name="T23" fmla="*/ 512 h 1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149">
                  <a:moveTo>
                    <a:pt x="60" y="0"/>
                  </a:moveTo>
                  <a:cubicBezTo>
                    <a:pt x="62" y="6"/>
                    <a:pt x="64" y="13"/>
                    <a:pt x="64" y="19"/>
                  </a:cubicBezTo>
                  <a:cubicBezTo>
                    <a:pt x="64" y="28"/>
                    <a:pt x="59" y="35"/>
                    <a:pt x="57" y="44"/>
                  </a:cubicBezTo>
                  <a:cubicBezTo>
                    <a:pt x="53" y="65"/>
                    <a:pt x="64" y="83"/>
                    <a:pt x="68" y="103"/>
                  </a:cubicBezTo>
                  <a:cubicBezTo>
                    <a:pt x="71" y="118"/>
                    <a:pt x="64" y="131"/>
                    <a:pt x="56" y="143"/>
                  </a:cubicBezTo>
                  <a:cubicBezTo>
                    <a:pt x="52" y="148"/>
                    <a:pt x="48" y="149"/>
                    <a:pt x="42" y="147"/>
                  </a:cubicBezTo>
                  <a:cubicBezTo>
                    <a:pt x="38" y="146"/>
                    <a:pt x="27" y="142"/>
                    <a:pt x="25" y="139"/>
                  </a:cubicBezTo>
                  <a:cubicBezTo>
                    <a:pt x="21" y="134"/>
                    <a:pt x="29" y="114"/>
                    <a:pt x="29" y="106"/>
                  </a:cubicBezTo>
                  <a:cubicBezTo>
                    <a:pt x="29" y="93"/>
                    <a:pt x="25" y="83"/>
                    <a:pt x="22" y="71"/>
                  </a:cubicBezTo>
                  <a:cubicBezTo>
                    <a:pt x="19" y="61"/>
                    <a:pt x="17" y="51"/>
                    <a:pt x="12" y="42"/>
                  </a:cubicBezTo>
                  <a:cubicBezTo>
                    <a:pt x="9" y="36"/>
                    <a:pt x="3" y="32"/>
                    <a:pt x="0" y="27"/>
                  </a:cubicBezTo>
                  <a:cubicBezTo>
                    <a:pt x="4" y="27"/>
                    <a:pt x="7" y="27"/>
                    <a:pt x="10" y="27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33" name="Freeform 284">
              <a:extLst>
                <a:ext uri="{FF2B5EF4-FFF2-40B4-BE49-F238E27FC236}">
                  <a16:creationId xmlns:a16="http://schemas.microsoft.com/office/drawing/2014/main" id="{763FCFE9-1FBC-478C-A990-4A135B856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584"/>
              <a:ext cx="92" cy="557"/>
            </a:xfrm>
            <a:custGeom>
              <a:avLst/>
              <a:gdLst>
                <a:gd name="T0" fmla="*/ 12 w 37"/>
                <a:gd name="T1" fmla="*/ 77 h 209"/>
                <a:gd name="T2" fmla="*/ 167 w 37"/>
                <a:gd name="T3" fmla="*/ 1215 h 209"/>
                <a:gd name="T4" fmla="*/ 137 w 37"/>
                <a:gd name="T5" fmla="*/ 1535 h 209"/>
                <a:gd name="T6" fmla="*/ 246 w 37"/>
                <a:gd name="T7" fmla="*/ 1911 h 209"/>
                <a:gd name="T8" fmla="*/ 445 w 37"/>
                <a:gd name="T9" fmla="*/ 2913 h 209"/>
                <a:gd name="T10" fmla="*/ 383 w 37"/>
                <a:gd name="T11" fmla="*/ 3955 h 209"/>
                <a:gd name="T12" fmla="*/ 569 w 37"/>
                <a:gd name="T13" fmla="*/ 2798 h 209"/>
                <a:gd name="T14" fmla="*/ 321 w 37"/>
                <a:gd name="T15" fmla="*/ 1727 h 209"/>
                <a:gd name="T16" fmla="*/ 216 w 37"/>
                <a:gd name="T17" fmla="*/ 773 h 209"/>
                <a:gd name="T18" fmla="*/ 0 w 37"/>
                <a:gd name="T19" fmla="*/ 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209">
                  <a:moveTo>
                    <a:pt x="1" y="4"/>
                  </a:moveTo>
                  <a:cubicBezTo>
                    <a:pt x="0" y="23"/>
                    <a:pt x="10" y="44"/>
                    <a:pt x="11" y="64"/>
                  </a:cubicBezTo>
                  <a:cubicBezTo>
                    <a:pt x="12" y="70"/>
                    <a:pt x="9" y="75"/>
                    <a:pt x="9" y="81"/>
                  </a:cubicBezTo>
                  <a:cubicBezTo>
                    <a:pt x="8" y="90"/>
                    <a:pt x="12" y="93"/>
                    <a:pt x="16" y="101"/>
                  </a:cubicBezTo>
                  <a:cubicBezTo>
                    <a:pt x="22" y="117"/>
                    <a:pt x="27" y="137"/>
                    <a:pt x="29" y="154"/>
                  </a:cubicBezTo>
                  <a:cubicBezTo>
                    <a:pt x="30" y="173"/>
                    <a:pt x="25" y="190"/>
                    <a:pt x="25" y="209"/>
                  </a:cubicBezTo>
                  <a:cubicBezTo>
                    <a:pt x="36" y="192"/>
                    <a:pt x="37" y="168"/>
                    <a:pt x="37" y="148"/>
                  </a:cubicBezTo>
                  <a:cubicBezTo>
                    <a:pt x="36" y="126"/>
                    <a:pt x="25" y="111"/>
                    <a:pt x="21" y="91"/>
                  </a:cubicBezTo>
                  <a:cubicBezTo>
                    <a:pt x="17" y="75"/>
                    <a:pt x="17" y="58"/>
                    <a:pt x="14" y="41"/>
                  </a:cubicBezTo>
                  <a:cubicBezTo>
                    <a:pt x="12" y="27"/>
                    <a:pt x="6" y="14"/>
                    <a:pt x="0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34" name="Freeform 285">
              <a:extLst>
                <a:ext uri="{FF2B5EF4-FFF2-40B4-BE49-F238E27FC236}">
                  <a16:creationId xmlns:a16="http://schemas.microsoft.com/office/drawing/2014/main" id="{AF6D8021-7AA8-4182-8652-6647D43BB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1696"/>
              <a:ext cx="105" cy="520"/>
            </a:xfrm>
            <a:custGeom>
              <a:avLst/>
              <a:gdLst>
                <a:gd name="T0" fmla="*/ 220 w 42"/>
                <a:gd name="T1" fmla="*/ 512 h 195"/>
                <a:gd name="T2" fmla="*/ 550 w 42"/>
                <a:gd name="T3" fmla="*/ 1288 h 195"/>
                <a:gd name="T4" fmla="*/ 645 w 42"/>
                <a:gd name="T5" fmla="*/ 2027 h 195"/>
                <a:gd name="T6" fmla="*/ 188 w 42"/>
                <a:gd name="T7" fmla="*/ 3699 h 195"/>
                <a:gd name="T8" fmla="*/ 458 w 42"/>
                <a:gd name="T9" fmla="*/ 1843 h 195"/>
                <a:gd name="T10" fmla="*/ 270 w 42"/>
                <a:gd name="T11" fmla="*/ 819 h 195"/>
                <a:gd name="T12" fmla="*/ 0 w 42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95">
                  <a:moveTo>
                    <a:pt x="14" y="27"/>
                  </a:moveTo>
                  <a:cubicBezTo>
                    <a:pt x="22" y="41"/>
                    <a:pt x="31" y="52"/>
                    <a:pt x="35" y="68"/>
                  </a:cubicBezTo>
                  <a:cubicBezTo>
                    <a:pt x="38" y="81"/>
                    <a:pt x="40" y="94"/>
                    <a:pt x="41" y="107"/>
                  </a:cubicBezTo>
                  <a:cubicBezTo>
                    <a:pt x="42" y="139"/>
                    <a:pt x="30" y="170"/>
                    <a:pt x="12" y="195"/>
                  </a:cubicBezTo>
                  <a:cubicBezTo>
                    <a:pt x="26" y="169"/>
                    <a:pt x="34" y="127"/>
                    <a:pt x="29" y="97"/>
                  </a:cubicBezTo>
                  <a:cubicBezTo>
                    <a:pt x="27" y="79"/>
                    <a:pt x="24" y="59"/>
                    <a:pt x="17" y="43"/>
                  </a:cubicBezTo>
                  <a:cubicBezTo>
                    <a:pt x="10" y="27"/>
                    <a:pt x="4" y="17"/>
                    <a:pt x="0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35" name="Freeform 286">
              <a:extLst>
                <a:ext uri="{FF2B5EF4-FFF2-40B4-BE49-F238E27FC236}">
                  <a16:creationId xmlns:a16="http://schemas.microsoft.com/office/drawing/2014/main" id="{98324E33-6CA6-499A-AE1C-8F72FEC92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63"/>
              <a:ext cx="88" cy="74"/>
            </a:xfrm>
            <a:custGeom>
              <a:avLst/>
              <a:gdLst>
                <a:gd name="T0" fmla="*/ 33 w 35"/>
                <a:gd name="T1" fmla="*/ 0 h 28"/>
                <a:gd name="T2" fmla="*/ 556 w 35"/>
                <a:gd name="T3" fmla="*/ 111 h 28"/>
                <a:gd name="T4" fmla="*/ 0 w 35"/>
                <a:gd name="T5" fmla="*/ 518 h 28"/>
                <a:gd name="T6" fmla="*/ 83 w 35"/>
                <a:gd name="T7" fmla="*/ 18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8">
                  <a:moveTo>
                    <a:pt x="2" y="0"/>
                  </a:moveTo>
                  <a:cubicBezTo>
                    <a:pt x="4" y="15"/>
                    <a:pt x="25" y="6"/>
                    <a:pt x="35" y="6"/>
                  </a:cubicBezTo>
                  <a:cubicBezTo>
                    <a:pt x="24" y="11"/>
                    <a:pt x="5" y="17"/>
                    <a:pt x="0" y="28"/>
                  </a:cubicBezTo>
                  <a:cubicBezTo>
                    <a:pt x="2" y="22"/>
                    <a:pt x="4" y="16"/>
                    <a:pt x="5" y="1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36" name="Freeform 287">
              <a:extLst>
                <a:ext uri="{FF2B5EF4-FFF2-40B4-BE49-F238E27FC236}">
                  <a16:creationId xmlns:a16="http://schemas.microsoft.com/office/drawing/2014/main" id="{DFABC172-0835-464D-85E3-7CB0E368B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109"/>
              <a:ext cx="80" cy="120"/>
            </a:xfrm>
            <a:custGeom>
              <a:avLst/>
              <a:gdLst>
                <a:gd name="T0" fmla="*/ 470 w 32"/>
                <a:gd name="T1" fmla="*/ 0 h 45"/>
                <a:gd name="T2" fmla="*/ 0 w 32"/>
                <a:gd name="T3" fmla="*/ 739 h 45"/>
                <a:gd name="T4" fmla="*/ 500 w 32"/>
                <a:gd name="T5" fmla="*/ 853 h 45"/>
                <a:gd name="T6" fmla="*/ 500 w 32"/>
                <a:gd name="T7" fmla="*/ 7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5">
                  <a:moveTo>
                    <a:pt x="30" y="0"/>
                  </a:moveTo>
                  <a:cubicBezTo>
                    <a:pt x="21" y="14"/>
                    <a:pt x="7" y="23"/>
                    <a:pt x="0" y="39"/>
                  </a:cubicBezTo>
                  <a:cubicBezTo>
                    <a:pt x="11" y="36"/>
                    <a:pt x="23" y="41"/>
                    <a:pt x="32" y="45"/>
                  </a:cubicBezTo>
                  <a:cubicBezTo>
                    <a:pt x="5" y="38"/>
                    <a:pt x="30" y="17"/>
                    <a:pt x="32" y="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37" name="Freeform 288">
              <a:extLst>
                <a:ext uri="{FF2B5EF4-FFF2-40B4-BE49-F238E27FC236}">
                  <a16:creationId xmlns:a16="http://schemas.microsoft.com/office/drawing/2014/main" id="{D959EDA2-39DC-4DAD-AC27-C44A5FF28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155"/>
              <a:ext cx="270" cy="309"/>
            </a:xfrm>
            <a:custGeom>
              <a:avLst/>
              <a:gdLst>
                <a:gd name="T0" fmla="*/ 1645 w 108"/>
                <a:gd name="T1" fmla="*/ 93 h 116"/>
                <a:gd name="T2" fmla="*/ 1458 w 108"/>
                <a:gd name="T3" fmla="*/ 887 h 116"/>
                <a:gd name="T4" fmla="*/ 1283 w 108"/>
                <a:gd name="T5" fmla="*/ 1489 h 116"/>
                <a:gd name="T6" fmla="*/ 0 w 108"/>
                <a:gd name="T7" fmla="*/ 2078 h 116"/>
                <a:gd name="T8" fmla="*/ 1125 w 108"/>
                <a:gd name="T9" fmla="*/ 1340 h 116"/>
                <a:gd name="T10" fmla="*/ 1375 w 108"/>
                <a:gd name="T11" fmla="*/ 602 h 116"/>
                <a:gd name="T12" fmla="*/ 1675 w 108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6">
                  <a:moveTo>
                    <a:pt x="105" y="5"/>
                  </a:moveTo>
                  <a:cubicBezTo>
                    <a:pt x="105" y="19"/>
                    <a:pt x="99" y="35"/>
                    <a:pt x="93" y="47"/>
                  </a:cubicBezTo>
                  <a:cubicBezTo>
                    <a:pt x="88" y="58"/>
                    <a:pt x="87" y="68"/>
                    <a:pt x="82" y="79"/>
                  </a:cubicBezTo>
                  <a:cubicBezTo>
                    <a:pt x="69" y="104"/>
                    <a:pt x="25" y="116"/>
                    <a:pt x="0" y="110"/>
                  </a:cubicBezTo>
                  <a:cubicBezTo>
                    <a:pt x="26" y="108"/>
                    <a:pt x="62" y="98"/>
                    <a:pt x="72" y="71"/>
                  </a:cubicBezTo>
                  <a:cubicBezTo>
                    <a:pt x="78" y="57"/>
                    <a:pt x="77" y="46"/>
                    <a:pt x="88" y="32"/>
                  </a:cubicBezTo>
                  <a:cubicBezTo>
                    <a:pt x="96" y="22"/>
                    <a:pt x="108" y="14"/>
                    <a:pt x="107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38" name="Freeform 289">
              <a:extLst>
                <a:ext uri="{FF2B5EF4-FFF2-40B4-BE49-F238E27FC236}">
                  <a16:creationId xmlns:a16="http://schemas.microsoft.com/office/drawing/2014/main" id="{EE8E9C77-EBF1-4218-830A-536BE5F98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09"/>
              <a:ext cx="492" cy="331"/>
            </a:xfrm>
            <a:custGeom>
              <a:avLst/>
              <a:gdLst>
                <a:gd name="T0" fmla="*/ 887 w 197"/>
                <a:gd name="T1" fmla="*/ 2280 h 124"/>
                <a:gd name="T2" fmla="*/ 2028 w 197"/>
                <a:gd name="T3" fmla="*/ 1674 h 124"/>
                <a:gd name="T4" fmla="*/ 2475 w 197"/>
                <a:gd name="T5" fmla="*/ 948 h 124"/>
                <a:gd name="T6" fmla="*/ 3069 w 197"/>
                <a:gd name="T7" fmla="*/ 0 h 124"/>
                <a:gd name="T8" fmla="*/ 1966 w 197"/>
                <a:gd name="T9" fmla="*/ 1332 h 124"/>
                <a:gd name="T10" fmla="*/ 749 w 197"/>
                <a:gd name="T11" fmla="*/ 1823 h 124"/>
                <a:gd name="T12" fmla="*/ 292 w 197"/>
                <a:gd name="T13" fmla="*/ 1447 h 124"/>
                <a:gd name="T14" fmla="*/ 42 w 197"/>
                <a:gd name="T15" fmla="*/ 1540 h 124"/>
                <a:gd name="T16" fmla="*/ 467 w 197"/>
                <a:gd name="T17" fmla="*/ 1845 h 124"/>
                <a:gd name="T18" fmla="*/ 874 w 197"/>
                <a:gd name="T19" fmla="*/ 2360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124">
                  <a:moveTo>
                    <a:pt x="57" y="120"/>
                  </a:moveTo>
                  <a:cubicBezTo>
                    <a:pt x="87" y="120"/>
                    <a:pt x="109" y="108"/>
                    <a:pt x="130" y="88"/>
                  </a:cubicBezTo>
                  <a:cubicBezTo>
                    <a:pt x="143" y="77"/>
                    <a:pt x="151" y="64"/>
                    <a:pt x="159" y="50"/>
                  </a:cubicBezTo>
                  <a:cubicBezTo>
                    <a:pt x="168" y="34"/>
                    <a:pt x="179" y="7"/>
                    <a:pt x="197" y="0"/>
                  </a:cubicBezTo>
                  <a:cubicBezTo>
                    <a:pt x="162" y="7"/>
                    <a:pt x="148" y="47"/>
                    <a:pt x="126" y="70"/>
                  </a:cubicBezTo>
                  <a:cubicBezTo>
                    <a:pt x="105" y="91"/>
                    <a:pt x="78" y="106"/>
                    <a:pt x="48" y="96"/>
                  </a:cubicBezTo>
                  <a:cubicBezTo>
                    <a:pt x="35" y="92"/>
                    <a:pt x="30" y="82"/>
                    <a:pt x="19" y="76"/>
                  </a:cubicBezTo>
                  <a:cubicBezTo>
                    <a:pt x="17" y="74"/>
                    <a:pt x="0" y="68"/>
                    <a:pt x="3" y="81"/>
                  </a:cubicBezTo>
                  <a:cubicBezTo>
                    <a:pt x="4" y="86"/>
                    <a:pt x="26" y="93"/>
                    <a:pt x="30" y="97"/>
                  </a:cubicBezTo>
                  <a:cubicBezTo>
                    <a:pt x="39" y="106"/>
                    <a:pt x="45" y="118"/>
                    <a:pt x="56" y="12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39" name="Freeform 290">
              <a:extLst>
                <a:ext uri="{FF2B5EF4-FFF2-40B4-BE49-F238E27FC236}">
                  <a16:creationId xmlns:a16="http://schemas.microsoft.com/office/drawing/2014/main" id="{B9FCCE95-E22F-4D2C-906B-2E6348D63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923"/>
              <a:ext cx="780" cy="389"/>
            </a:xfrm>
            <a:custGeom>
              <a:avLst/>
              <a:gdLst>
                <a:gd name="T0" fmla="*/ 4783 w 312"/>
                <a:gd name="T1" fmla="*/ 56 h 146"/>
                <a:gd name="T2" fmla="*/ 4363 w 312"/>
                <a:gd name="T3" fmla="*/ 2193 h 146"/>
                <a:gd name="T4" fmla="*/ 4125 w 312"/>
                <a:gd name="T5" fmla="*/ 2739 h 146"/>
                <a:gd name="T6" fmla="*/ 3375 w 312"/>
                <a:gd name="T7" fmla="*/ 2230 h 146"/>
                <a:gd name="T8" fmla="*/ 2125 w 312"/>
                <a:gd name="T9" fmla="*/ 1740 h 146"/>
                <a:gd name="T10" fmla="*/ 1188 w 312"/>
                <a:gd name="T11" fmla="*/ 1250 h 146"/>
                <a:gd name="T12" fmla="*/ 488 w 312"/>
                <a:gd name="T13" fmla="*/ 568 h 146"/>
                <a:gd name="T14" fmla="*/ 0 w 312"/>
                <a:gd name="T15" fmla="*/ 362 h 146"/>
                <a:gd name="T16" fmla="*/ 1063 w 312"/>
                <a:gd name="T17" fmla="*/ 682 h 146"/>
                <a:gd name="T18" fmla="*/ 1875 w 312"/>
                <a:gd name="T19" fmla="*/ 1228 h 146"/>
                <a:gd name="T20" fmla="*/ 3113 w 312"/>
                <a:gd name="T21" fmla="*/ 1774 h 146"/>
                <a:gd name="T22" fmla="*/ 4363 w 312"/>
                <a:gd name="T23" fmla="*/ 1647 h 146"/>
                <a:gd name="T24" fmla="*/ 4425 w 312"/>
                <a:gd name="T25" fmla="*/ 1306 h 146"/>
                <a:gd name="T26" fmla="*/ 4595 w 312"/>
                <a:gd name="T27" fmla="*/ 887 h 146"/>
                <a:gd name="T28" fmla="*/ 4783 w 312"/>
                <a:gd name="T29" fmla="*/ 0 h 1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2" h="146">
                  <a:moveTo>
                    <a:pt x="306" y="3"/>
                  </a:moveTo>
                  <a:cubicBezTo>
                    <a:pt x="312" y="39"/>
                    <a:pt x="297" y="84"/>
                    <a:pt x="279" y="116"/>
                  </a:cubicBezTo>
                  <a:cubicBezTo>
                    <a:pt x="272" y="128"/>
                    <a:pt x="278" y="146"/>
                    <a:pt x="264" y="145"/>
                  </a:cubicBezTo>
                  <a:cubicBezTo>
                    <a:pt x="250" y="143"/>
                    <a:pt x="228" y="124"/>
                    <a:pt x="216" y="118"/>
                  </a:cubicBezTo>
                  <a:cubicBezTo>
                    <a:pt x="189" y="106"/>
                    <a:pt x="164" y="101"/>
                    <a:pt x="136" y="92"/>
                  </a:cubicBezTo>
                  <a:cubicBezTo>
                    <a:pt x="117" y="85"/>
                    <a:pt x="92" y="79"/>
                    <a:pt x="76" y="66"/>
                  </a:cubicBezTo>
                  <a:cubicBezTo>
                    <a:pt x="61" y="54"/>
                    <a:pt x="49" y="38"/>
                    <a:pt x="31" y="30"/>
                  </a:cubicBezTo>
                  <a:cubicBezTo>
                    <a:pt x="21" y="26"/>
                    <a:pt x="10" y="24"/>
                    <a:pt x="0" y="19"/>
                  </a:cubicBezTo>
                  <a:cubicBezTo>
                    <a:pt x="23" y="23"/>
                    <a:pt x="49" y="24"/>
                    <a:pt x="68" y="36"/>
                  </a:cubicBezTo>
                  <a:cubicBezTo>
                    <a:pt x="85" y="47"/>
                    <a:pt x="101" y="57"/>
                    <a:pt x="120" y="65"/>
                  </a:cubicBezTo>
                  <a:cubicBezTo>
                    <a:pt x="146" y="76"/>
                    <a:pt x="173" y="83"/>
                    <a:pt x="199" y="94"/>
                  </a:cubicBezTo>
                  <a:cubicBezTo>
                    <a:pt x="221" y="104"/>
                    <a:pt x="264" y="114"/>
                    <a:pt x="279" y="87"/>
                  </a:cubicBezTo>
                  <a:cubicBezTo>
                    <a:pt x="282" y="81"/>
                    <a:pt x="281" y="75"/>
                    <a:pt x="283" y="69"/>
                  </a:cubicBezTo>
                  <a:cubicBezTo>
                    <a:pt x="285" y="60"/>
                    <a:pt x="290" y="55"/>
                    <a:pt x="294" y="47"/>
                  </a:cubicBezTo>
                  <a:cubicBezTo>
                    <a:pt x="301" y="34"/>
                    <a:pt x="312" y="14"/>
                    <a:pt x="306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40" name="Freeform 291">
              <a:extLst>
                <a:ext uri="{FF2B5EF4-FFF2-40B4-BE49-F238E27FC236}">
                  <a16:creationId xmlns:a16="http://schemas.microsoft.com/office/drawing/2014/main" id="{9F46DA78-6521-48DA-A2A0-005917CAE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701"/>
              <a:ext cx="68" cy="118"/>
            </a:xfrm>
            <a:custGeom>
              <a:avLst/>
              <a:gdLst>
                <a:gd name="T0" fmla="*/ 0 w 27"/>
                <a:gd name="T1" fmla="*/ 330 h 44"/>
                <a:gd name="T2" fmla="*/ 285 w 27"/>
                <a:gd name="T3" fmla="*/ 0 h 44"/>
                <a:gd name="T4" fmla="*/ 431 w 27"/>
                <a:gd name="T5" fmla="*/ 847 h 44"/>
                <a:gd name="T6" fmla="*/ 63 w 27"/>
                <a:gd name="T7" fmla="*/ 40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4">
                  <a:moveTo>
                    <a:pt x="0" y="17"/>
                  </a:moveTo>
                  <a:cubicBezTo>
                    <a:pt x="10" y="15"/>
                    <a:pt x="14" y="8"/>
                    <a:pt x="18" y="0"/>
                  </a:cubicBezTo>
                  <a:cubicBezTo>
                    <a:pt x="17" y="15"/>
                    <a:pt x="24" y="29"/>
                    <a:pt x="27" y="44"/>
                  </a:cubicBezTo>
                  <a:cubicBezTo>
                    <a:pt x="23" y="31"/>
                    <a:pt x="17" y="24"/>
                    <a:pt x="4" y="21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41" name="Freeform 292">
              <a:extLst>
                <a:ext uri="{FF2B5EF4-FFF2-40B4-BE49-F238E27FC236}">
                  <a16:creationId xmlns:a16="http://schemas.microsoft.com/office/drawing/2014/main" id="{A1C4CBEB-DD5B-411C-9040-94578B157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077"/>
              <a:ext cx="112" cy="936"/>
            </a:xfrm>
            <a:custGeom>
              <a:avLst/>
              <a:gdLst>
                <a:gd name="T0" fmla="*/ 124 w 45"/>
                <a:gd name="T1" fmla="*/ 0 h 351"/>
                <a:gd name="T2" fmla="*/ 383 w 45"/>
                <a:gd name="T3" fmla="*/ 853 h 351"/>
                <a:gd name="T4" fmla="*/ 495 w 45"/>
                <a:gd name="T5" fmla="*/ 1784 h 351"/>
                <a:gd name="T6" fmla="*/ 632 w 45"/>
                <a:gd name="T7" fmla="*/ 3379 h 351"/>
                <a:gd name="T8" fmla="*/ 600 w 45"/>
                <a:gd name="T9" fmla="*/ 4573 h 351"/>
                <a:gd name="T10" fmla="*/ 682 w 45"/>
                <a:gd name="T11" fmla="*/ 6179 h 351"/>
                <a:gd name="T12" fmla="*/ 662 w 45"/>
                <a:gd name="T13" fmla="*/ 6656 h 351"/>
                <a:gd name="T14" fmla="*/ 279 w 45"/>
                <a:gd name="T15" fmla="*/ 4757 h 351"/>
                <a:gd name="T16" fmla="*/ 167 w 45"/>
                <a:gd name="T17" fmla="*/ 3107 h 351"/>
                <a:gd name="T18" fmla="*/ 291 w 45"/>
                <a:gd name="T19" fmla="*/ 2027 h 351"/>
                <a:gd name="T20" fmla="*/ 42 w 45"/>
                <a:gd name="T21" fmla="*/ 1173 h 351"/>
                <a:gd name="T22" fmla="*/ 0 w 45"/>
                <a:gd name="T23" fmla="*/ 77 h 3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351">
                  <a:moveTo>
                    <a:pt x="8" y="0"/>
                  </a:moveTo>
                  <a:cubicBezTo>
                    <a:pt x="16" y="12"/>
                    <a:pt x="21" y="31"/>
                    <a:pt x="25" y="45"/>
                  </a:cubicBezTo>
                  <a:cubicBezTo>
                    <a:pt x="30" y="61"/>
                    <a:pt x="31" y="77"/>
                    <a:pt x="32" y="94"/>
                  </a:cubicBezTo>
                  <a:cubicBezTo>
                    <a:pt x="35" y="122"/>
                    <a:pt x="37" y="150"/>
                    <a:pt x="41" y="178"/>
                  </a:cubicBezTo>
                  <a:cubicBezTo>
                    <a:pt x="44" y="201"/>
                    <a:pt x="42" y="219"/>
                    <a:pt x="39" y="241"/>
                  </a:cubicBezTo>
                  <a:cubicBezTo>
                    <a:pt x="35" y="270"/>
                    <a:pt x="45" y="297"/>
                    <a:pt x="44" y="326"/>
                  </a:cubicBezTo>
                  <a:cubicBezTo>
                    <a:pt x="44" y="334"/>
                    <a:pt x="43" y="345"/>
                    <a:pt x="43" y="351"/>
                  </a:cubicBezTo>
                  <a:cubicBezTo>
                    <a:pt x="42" y="315"/>
                    <a:pt x="19" y="286"/>
                    <a:pt x="18" y="251"/>
                  </a:cubicBezTo>
                  <a:cubicBezTo>
                    <a:pt x="16" y="228"/>
                    <a:pt x="40" y="175"/>
                    <a:pt x="11" y="164"/>
                  </a:cubicBezTo>
                  <a:cubicBezTo>
                    <a:pt x="25" y="148"/>
                    <a:pt x="20" y="127"/>
                    <a:pt x="19" y="107"/>
                  </a:cubicBezTo>
                  <a:cubicBezTo>
                    <a:pt x="18" y="94"/>
                    <a:pt x="20" y="65"/>
                    <a:pt x="3" y="62"/>
                  </a:cubicBezTo>
                  <a:cubicBezTo>
                    <a:pt x="8" y="53"/>
                    <a:pt x="14" y="5"/>
                    <a:pt x="0" y="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42" name="Freeform 293">
              <a:extLst>
                <a:ext uri="{FF2B5EF4-FFF2-40B4-BE49-F238E27FC236}">
                  <a16:creationId xmlns:a16="http://schemas.microsoft.com/office/drawing/2014/main" id="{2F7FE3F0-F037-4607-A23D-598834F72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115"/>
              <a:ext cx="123" cy="634"/>
            </a:xfrm>
            <a:custGeom>
              <a:avLst/>
              <a:gdLst>
                <a:gd name="T0" fmla="*/ 429 w 49"/>
                <a:gd name="T1" fmla="*/ 0 h 238"/>
                <a:gd name="T2" fmla="*/ 271 w 49"/>
                <a:gd name="T3" fmla="*/ 1228 h 238"/>
                <a:gd name="T4" fmla="*/ 522 w 49"/>
                <a:gd name="T5" fmla="*/ 2248 h 238"/>
                <a:gd name="T6" fmla="*/ 535 w 49"/>
                <a:gd name="T7" fmla="*/ 2853 h 238"/>
                <a:gd name="T8" fmla="*/ 650 w 49"/>
                <a:gd name="T9" fmla="*/ 3386 h 238"/>
                <a:gd name="T10" fmla="*/ 693 w 49"/>
                <a:gd name="T11" fmla="*/ 4499 h 238"/>
                <a:gd name="T12" fmla="*/ 597 w 49"/>
                <a:gd name="T13" fmla="*/ 3626 h 238"/>
                <a:gd name="T14" fmla="*/ 409 w 49"/>
                <a:gd name="T15" fmla="*/ 3157 h 238"/>
                <a:gd name="T16" fmla="*/ 459 w 49"/>
                <a:gd name="T17" fmla="*/ 2738 h 238"/>
                <a:gd name="T18" fmla="*/ 397 w 49"/>
                <a:gd name="T19" fmla="*/ 2397 h 238"/>
                <a:gd name="T20" fmla="*/ 188 w 49"/>
                <a:gd name="T21" fmla="*/ 2001 h 238"/>
                <a:gd name="T22" fmla="*/ 158 w 49"/>
                <a:gd name="T23" fmla="*/ 1510 h 238"/>
                <a:gd name="T24" fmla="*/ 83 w 49"/>
                <a:gd name="T25" fmla="*/ 1044 h 238"/>
                <a:gd name="T26" fmla="*/ 429 w 49"/>
                <a:gd name="T27" fmla="*/ 0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9" h="238">
                  <a:moveTo>
                    <a:pt x="27" y="0"/>
                  </a:moveTo>
                  <a:cubicBezTo>
                    <a:pt x="34" y="24"/>
                    <a:pt x="19" y="43"/>
                    <a:pt x="17" y="65"/>
                  </a:cubicBezTo>
                  <a:cubicBezTo>
                    <a:pt x="15" y="85"/>
                    <a:pt x="29" y="101"/>
                    <a:pt x="33" y="119"/>
                  </a:cubicBezTo>
                  <a:cubicBezTo>
                    <a:pt x="35" y="130"/>
                    <a:pt x="33" y="140"/>
                    <a:pt x="34" y="151"/>
                  </a:cubicBezTo>
                  <a:cubicBezTo>
                    <a:pt x="35" y="161"/>
                    <a:pt x="39" y="170"/>
                    <a:pt x="41" y="179"/>
                  </a:cubicBezTo>
                  <a:cubicBezTo>
                    <a:pt x="44" y="194"/>
                    <a:pt x="49" y="223"/>
                    <a:pt x="44" y="238"/>
                  </a:cubicBezTo>
                  <a:cubicBezTo>
                    <a:pt x="48" y="223"/>
                    <a:pt x="43" y="206"/>
                    <a:pt x="38" y="192"/>
                  </a:cubicBezTo>
                  <a:cubicBezTo>
                    <a:pt x="34" y="182"/>
                    <a:pt x="27" y="176"/>
                    <a:pt x="26" y="167"/>
                  </a:cubicBezTo>
                  <a:cubicBezTo>
                    <a:pt x="25" y="161"/>
                    <a:pt x="30" y="152"/>
                    <a:pt x="29" y="145"/>
                  </a:cubicBezTo>
                  <a:cubicBezTo>
                    <a:pt x="29" y="139"/>
                    <a:pt x="27" y="133"/>
                    <a:pt x="25" y="127"/>
                  </a:cubicBezTo>
                  <a:cubicBezTo>
                    <a:pt x="23" y="119"/>
                    <a:pt x="20" y="108"/>
                    <a:pt x="12" y="106"/>
                  </a:cubicBezTo>
                  <a:cubicBezTo>
                    <a:pt x="19" y="97"/>
                    <a:pt x="16" y="89"/>
                    <a:pt x="10" y="80"/>
                  </a:cubicBezTo>
                  <a:cubicBezTo>
                    <a:pt x="3" y="69"/>
                    <a:pt x="0" y="68"/>
                    <a:pt x="5" y="55"/>
                  </a:cubicBezTo>
                  <a:cubicBezTo>
                    <a:pt x="13" y="36"/>
                    <a:pt x="24" y="21"/>
                    <a:pt x="27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43" name="Freeform 294">
              <a:extLst>
                <a:ext uri="{FF2B5EF4-FFF2-40B4-BE49-F238E27FC236}">
                  <a16:creationId xmlns:a16="http://schemas.microsoft.com/office/drawing/2014/main" id="{BD96A583-B3B6-423C-A973-36F4DCC2B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091"/>
              <a:ext cx="72" cy="162"/>
            </a:xfrm>
            <a:custGeom>
              <a:avLst/>
              <a:gdLst>
                <a:gd name="T0" fmla="*/ 0 w 29"/>
                <a:gd name="T1" fmla="*/ 0 h 61"/>
                <a:gd name="T2" fmla="*/ 258 w 29"/>
                <a:gd name="T3" fmla="*/ 1142 h 61"/>
                <a:gd name="T4" fmla="*/ 30 w 29"/>
                <a:gd name="T5" fmla="*/ 9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1">
                  <a:moveTo>
                    <a:pt x="0" y="0"/>
                  </a:moveTo>
                  <a:cubicBezTo>
                    <a:pt x="29" y="2"/>
                    <a:pt x="14" y="45"/>
                    <a:pt x="17" y="61"/>
                  </a:cubicBezTo>
                  <a:cubicBezTo>
                    <a:pt x="22" y="45"/>
                    <a:pt x="15" y="15"/>
                    <a:pt x="2" y="5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44" name="Freeform 295">
              <a:extLst>
                <a:ext uri="{FF2B5EF4-FFF2-40B4-BE49-F238E27FC236}">
                  <a16:creationId xmlns:a16="http://schemas.microsoft.com/office/drawing/2014/main" id="{B55A020D-3A9A-49B8-8A99-6F809847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093"/>
              <a:ext cx="390" cy="142"/>
            </a:xfrm>
            <a:custGeom>
              <a:avLst/>
              <a:gdLst>
                <a:gd name="T0" fmla="*/ 458 w 156"/>
                <a:gd name="T1" fmla="*/ 273 h 53"/>
                <a:gd name="T2" fmla="*/ 1500 w 156"/>
                <a:gd name="T3" fmla="*/ 675 h 53"/>
                <a:gd name="T4" fmla="*/ 2438 w 156"/>
                <a:gd name="T5" fmla="*/ 940 h 53"/>
                <a:gd name="T6" fmla="*/ 2313 w 156"/>
                <a:gd name="T7" fmla="*/ 308 h 53"/>
                <a:gd name="T8" fmla="*/ 0 w 156"/>
                <a:gd name="T9" fmla="*/ 9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53">
                  <a:moveTo>
                    <a:pt x="29" y="14"/>
                  </a:moveTo>
                  <a:cubicBezTo>
                    <a:pt x="50" y="32"/>
                    <a:pt x="69" y="34"/>
                    <a:pt x="96" y="35"/>
                  </a:cubicBezTo>
                  <a:cubicBezTo>
                    <a:pt x="115" y="36"/>
                    <a:pt x="141" y="36"/>
                    <a:pt x="156" y="49"/>
                  </a:cubicBezTo>
                  <a:cubicBezTo>
                    <a:pt x="150" y="40"/>
                    <a:pt x="147" y="27"/>
                    <a:pt x="148" y="16"/>
                  </a:cubicBezTo>
                  <a:cubicBezTo>
                    <a:pt x="150" y="53"/>
                    <a:pt x="17" y="0"/>
                    <a:pt x="0" y="5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45" name="Freeform 296">
              <a:extLst>
                <a:ext uri="{FF2B5EF4-FFF2-40B4-BE49-F238E27FC236}">
                  <a16:creationId xmlns:a16="http://schemas.microsoft.com/office/drawing/2014/main" id="{0BA5BF63-6767-4556-B67A-FBC5C19F2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237"/>
              <a:ext cx="593" cy="280"/>
            </a:xfrm>
            <a:custGeom>
              <a:avLst/>
              <a:gdLst>
                <a:gd name="T0" fmla="*/ 0 w 237"/>
                <a:gd name="T1" fmla="*/ 0 h 105"/>
                <a:gd name="T2" fmla="*/ 751 w 237"/>
                <a:gd name="T3" fmla="*/ 568 h 105"/>
                <a:gd name="T4" fmla="*/ 1364 w 237"/>
                <a:gd name="T5" fmla="*/ 1059 h 105"/>
                <a:gd name="T6" fmla="*/ 2472 w 237"/>
                <a:gd name="T7" fmla="*/ 1501 h 105"/>
                <a:gd name="T8" fmla="*/ 3713 w 237"/>
                <a:gd name="T9" fmla="*/ 1992 h 105"/>
                <a:gd name="T10" fmla="*/ 2785 w 237"/>
                <a:gd name="T11" fmla="*/ 1272 h 105"/>
                <a:gd name="T12" fmla="*/ 1834 w 237"/>
                <a:gd name="T13" fmla="*/ 1080 h 105"/>
                <a:gd name="T14" fmla="*/ 988 w 237"/>
                <a:gd name="T15" fmla="*/ 512 h 105"/>
                <a:gd name="T16" fmla="*/ 0 w 237"/>
                <a:gd name="T17" fmla="*/ 0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7" h="105">
                  <a:moveTo>
                    <a:pt x="0" y="0"/>
                  </a:moveTo>
                  <a:cubicBezTo>
                    <a:pt x="14" y="25"/>
                    <a:pt x="28" y="28"/>
                    <a:pt x="48" y="30"/>
                  </a:cubicBezTo>
                  <a:cubicBezTo>
                    <a:pt x="68" y="33"/>
                    <a:pt x="68" y="40"/>
                    <a:pt x="87" y="56"/>
                  </a:cubicBezTo>
                  <a:cubicBezTo>
                    <a:pt x="106" y="71"/>
                    <a:pt x="124" y="77"/>
                    <a:pt x="158" y="79"/>
                  </a:cubicBezTo>
                  <a:cubicBezTo>
                    <a:pt x="192" y="82"/>
                    <a:pt x="199" y="74"/>
                    <a:pt x="237" y="105"/>
                  </a:cubicBezTo>
                  <a:cubicBezTo>
                    <a:pt x="228" y="92"/>
                    <a:pt x="198" y="69"/>
                    <a:pt x="178" y="67"/>
                  </a:cubicBezTo>
                  <a:cubicBezTo>
                    <a:pt x="158" y="64"/>
                    <a:pt x="133" y="67"/>
                    <a:pt x="117" y="57"/>
                  </a:cubicBezTo>
                  <a:cubicBezTo>
                    <a:pt x="102" y="47"/>
                    <a:pt x="81" y="32"/>
                    <a:pt x="63" y="27"/>
                  </a:cubicBezTo>
                  <a:cubicBezTo>
                    <a:pt x="46" y="21"/>
                    <a:pt x="10" y="14"/>
                    <a:pt x="0" y="0"/>
                  </a:cubicBezTo>
                  <a:close/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46" name="Freeform 297">
              <a:extLst>
                <a:ext uri="{FF2B5EF4-FFF2-40B4-BE49-F238E27FC236}">
                  <a16:creationId xmlns:a16="http://schemas.microsoft.com/office/drawing/2014/main" id="{9EDC6733-0309-4E22-B04C-B86F0EA54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2317"/>
              <a:ext cx="480" cy="155"/>
            </a:xfrm>
            <a:custGeom>
              <a:avLst/>
              <a:gdLst>
                <a:gd name="T0" fmla="*/ 0 w 192"/>
                <a:gd name="T1" fmla="*/ 0 h 58"/>
                <a:gd name="T2" fmla="*/ 1583 w 192"/>
                <a:gd name="T3" fmla="*/ 935 h 58"/>
                <a:gd name="T4" fmla="*/ 3000 w 192"/>
                <a:gd name="T5" fmla="*/ 1050 h 58"/>
                <a:gd name="T6" fmla="*/ 1438 w 192"/>
                <a:gd name="T7" fmla="*/ 708 h 58"/>
                <a:gd name="T8" fmla="*/ 0 w 192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58">
                  <a:moveTo>
                    <a:pt x="0" y="0"/>
                  </a:moveTo>
                  <a:cubicBezTo>
                    <a:pt x="19" y="18"/>
                    <a:pt x="44" y="41"/>
                    <a:pt x="101" y="49"/>
                  </a:cubicBezTo>
                  <a:cubicBezTo>
                    <a:pt x="158" y="58"/>
                    <a:pt x="177" y="51"/>
                    <a:pt x="192" y="55"/>
                  </a:cubicBezTo>
                  <a:cubicBezTo>
                    <a:pt x="159" y="48"/>
                    <a:pt x="116" y="46"/>
                    <a:pt x="92" y="37"/>
                  </a:cubicBezTo>
                  <a:cubicBezTo>
                    <a:pt x="68" y="28"/>
                    <a:pt x="10" y="8"/>
                    <a:pt x="0" y="0"/>
                  </a:cubicBezTo>
                  <a:close/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47" name="Freeform 298">
              <a:extLst>
                <a:ext uri="{FF2B5EF4-FFF2-40B4-BE49-F238E27FC236}">
                  <a16:creationId xmlns:a16="http://schemas.microsoft.com/office/drawing/2014/main" id="{1B3205AE-F306-4ABF-8CD1-7A4CC0782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472"/>
              <a:ext cx="525" cy="229"/>
            </a:xfrm>
            <a:custGeom>
              <a:avLst/>
              <a:gdLst>
                <a:gd name="T0" fmla="*/ 0 w 210"/>
                <a:gd name="T1" fmla="*/ 0 h 86"/>
                <a:gd name="T2" fmla="*/ 1970 w 210"/>
                <a:gd name="T3" fmla="*/ 1228 h 86"/>
                <a:gd name="T4" fmla="*/ 3283 w 210"/>
                <a:gd name="T5" fmla="*/ 1339 h 86"/>
                <a:gd name="T6" fmla="*/ 1470 w 210"/>
                <a:gd name="T7" fmla="*/ 887 h 86"/>
                <a:gd name="T8" fmla="*/ 0 w 210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0" h="86">
                  <a:moveTo>
                    <a:pt x="0" y="0"/>
                  </a:moveTo>
                  <a:cubicBezTo>
                    <a:pt x="16" y="9"/>
                    <a:pt x="53" y="43"/>
                    <a:pt x="126" y="65"/>
                  </a:cubicBezTo>
                  <a:cubicBezTo>
                    <a:pt x="199" y="86"/>
                    <a:pt x="194" y="66"/>
                    <a:pt x="210" y="71"/>
                  </a:cubicBezTo>
                  <a:cubicBezTo>
                    <a:pt x="191" y="67"/>
                    <a:pt x="137" y="66"/>
                    <a:pt x="94" y="47"/>
                  </a:cubicBezTo>
                  <a:cubicBezTo>
                    <a:pt x="51" y="28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48" name="Freeform 299">
              <a:extLst>
                <a:ext uri="{FF2B5EF4-FFF2-40B4-BE49-F238E27FC236}">
                  <a16:creationId xmlns:a16="http://schemas.microsoft.com/office/drawing/2014/main" id="{B0902827-C3C8-47D6-AB87-08547D42C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504"/>
              <a:ext cx="88" cy="56"/>
            </a:xfrm>
            <a:custGeom>
              <a:avLst/>
              <a:gdLst>
                <a:gd name="T0" fmla="*/ 556 w 35"/>
                <a:gd name="T1" fmla="*/ 0 h 21"/>
                <a:gd name="T2" fmla="*/ 0 w 35"/>
                <a:gd name="T3" fmla="*/ 264 h 21"/>
                <a:gd name="T4" fmla="*/ 525 w 35"/>
                <a:gd name="T5" fmla="*/ 397 h 21"/>
                <a:gd name="T6" fmla="*/ 556 w 35"/>
                <a:gd name="T7" fmla="*/ 9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1">
                  <a:moveTo>
                    <a:pt x="35" y="0"/>
                  </a:moveTo>
                  <a:cubicBezTo>
                    <a:pt x="22" y="11"/>
                    <a:pt x="16" y="12"/>
                    <a:pt x="0" y="14"/>
                  </a:cubicBezTo>
                  <a:cubicBezTo>
                    <a:pt x="10" y="13"/>
                    <a:pt x="22" y="20"/>
                    <a:pt x="33" y="21"/>
                  </a:cubicBezTo>
                  <a:cubicBezTo>
                    <a:pt x="26" y="17"/>
                    <a:pt x="28" y="6"/>
                    <a:pt x="35" y="5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49" name="Freeform 300">
              <a:extLst>
                <a:ext uri="{FF2B5EF4-FFF2-40B4-BE49-F238E27FC236}">
                  <a16:creationId xmlns:a16="http://schemas.microsoft.com/office/drawing/2014/main" id="{13D36713-96D4-4707-A071-9357520C3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667"/>
              <a:ext cx="112" cy="58"/>
            </a:xfrm>
            <a:custGeom>
              <a:avLst/>
              <a:gdLst>
                <a:gd name="T0" fmla="*/ 694 w 45"/>
                <a:gd name="T1" fmla="*/ 200 h 22"/>
                <a:gd name="T2" fmla="*/ 0 w 45"/>
                <a:gd name="T3" fmla="*/ 76 h 22"/>
                <a:gd name="T4" fmla="*/ 416 w 45"/>
                <a:gd name="T5" fmla="*/ 403 h 22"/>
                <a:gd name="T6" fmla="*/ 341 w 45"/>
                <a:gd name="T7" fmla="*/ 237 h 22"/>
                <a:gd name="T8" fmla="*/ 528 w 45"/>
                <a:gd name="T9" fmla="*/ 20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2">
                  <a:moveTo>
                    <a:pt x="45" y="11"/>
                  </a:moveTo>
                  <a:cubicBezTo>
                    <a:pt x="31" y="6"/>
                    <a:pt x="14" y="0"/>
                    <a:pt x="0" y="4"/>
                  </a:cubicBezTo>
                  <a:cubicBezTo>
                    <a:pt x="12" y="7"/>
                    <a:pt x="17" y="16"/>
                    <a:pt x="27" y="22"/>
                  </a:cubicBezTo>
                  <a:cubicBezTo>
                    <a:pt x="24" y="20"/>
                    <a:pt x="24" y="16"/>
                    <a:pt x="22" y="13"/>
                  </a:cubicBezTo>
                  <a:cubicBezTo>
                    <a:pt x="26" y="11"/>
                    <a:pt x="30" y="10"/>
                    <a:pt x="34" y="11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50" name="Freeform 301">
              <a:extLst>
                <a:ext uri="{FF2B5EF4-FFF2-40B4-BE49-F238E27FC236}">
                  <a16:creationId xmlns:a16="http://schemas.microsoft.com/office/drawing/2014/main" id="{CAB55395-0864-4073-AD07-49ADCA2A0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93"/>
              <a:ext cx="68" cy="88"/>
            </a:xfrm>
            <a:custGeom>
              <a:avLst/>
              <a:gdLst>
                <a:gd name="T0" fmla="*/ 33 w 27"/>
                <a:gd name="T1" fmla="*/ 0 h 33"/>
                <a:gd name="T2" fmla="*/ 431 w 27"/>
                <a:gd name="T3" fmla="*/ 435 h 33"/>
                <a:gd name="T4" fmla="*/ 0 w 27"/>
                <a:gd name="T5" fmla="*/ 627 h 33"/>
                <a:gd name="T6" fmla="*/ 50 w 27"/>
                <a:gd name="T7" fmla="*/ 264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3">
                  <a:moveTo>
                    <a:pt x="2" y="0"/>
                  </a:moveTo>
                  <a:cubicBezTo>
                    <a:pt x="5" y="11"/>
                    <a:pt x="18" y="16"/>
                    <a:pt x="27" y="23"/>
                  </a:cubicBezTo>
                  <a:cubicBezTo>
                    <a:pt x="17" y="23"/>
                    <a:pt x="7" y="27"/>
                    <a:pt x="0" y="33"/>
                  </a:cubicBezTo>
                  <a:cubicBezTo>
                    <a:pt x="8" y="28"/>
                    <a:pt x="4" y="21"/>
                    <a:pt x="3" y="1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51" name="Freeform 302">
              <a:extLst>
                <a:ext uri="{FF2B5EF4-FFF2-40B4-BE49-F238E27FC236}">
                  <a16:creationId xmlns:a16="http://schemas.microsoft.com/office/drawing/2014/main" id="{D3B68D7C-09EA-4B0A-8A99-5AACA5B05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1960"/>
              <a:ext cx="70" cy="112"/>
            </a:xfrm>
            <a:custGeom>
              <a:avLst/>
              <a:gdLst>
                <a:gd name="T0" fmla="*/ 0 w 28"/>
                <a:gd name="T1" fmla="*/ 661 h 42"/>
                <a:gd name="T2" fmla="*/ 395 w 28"/>
                <a:gd name="T3" fmla="*/ 797 h 42"/>
                <a:gd name="T4" fmla="*/ 363 w 28"/>
                <a:gd name="T5" fmla="*/ 0 h 42"/>
                <a:gd name="T6" fmla="*/ 83 w 28"/>
                <a:gd name="T7" fmla="*/ 58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2">
                  <a:moveTo>
                    <a:pt x="0" y="35"/>
                  </a:moveTo>
                  <a:cubicBezTo>
                    <a:pt x="8" y="31"/>
                    <a:pt x="18" y="37"/>
                    <a:pt x="25" y="42"/>
                  </a:cubicBezTo>
                  <a:cubicBezTo>
                    <a:pt x="21" y="28"/>
                    <a:pt x="28" y="13"/>
                    <a:pt x="23" y="0"/>
                  </a:cubicBezTo>
                  <a:cubicBezTo>
                    <a:pt x="24" y="13"/>
                    <a:pt x="18" y="29"/>
                    <a:pt x="5" y="31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52" name="Freeform 303">
              <a:extLst>
                <a:ext uri="{FF2B5EF4-FFF2-40B4-BE49-F238E27FC236}">
                  <a16:creationId xmlns:a16="http://schemas.microsoft.com/office/drawing/2014/main" id="{0AFB3788-BA9C-4BB7-A511-5DACDCBFE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512"/>
              <a:ext cx="140" cy="379"/>
            </a:xfrm>
            <a:custGeom>
              <a:avLst/>
              <a:gdLst>
                <a:gd name="T0" fmla="*/ 750 w 56"/>
                <a:gd name="T1" fmla="*/ 264 h 142"/>
                <a:gd name="T2" fmla="*/ 270 w 56"/>
                <a:gd name="T3" fmla="*/ 1481 h 142"/>
                <a:gd name="T4" fmla="*/ 238 w 56"/>
                <a:gd name="T5" fmla="*/ 2701 h 142"/>
                <a:gd name="T6" fmla="*/ 158 w 56"/>
                <a:gd name="T7" fmla="*/ 1959 h 142"/>
                <a:gd name="T8" fmla="*/ 145 w 56"/>
                <a:gd name="T9" fmla="*/ 1004 h 142"/>
                <a:gd name="T10" fmla="*/ 875 w 56"/>
                <a:gd name="T11" fmla="*/ 0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42">
                  <a:moveTo>
                    <a:pt x="48" y="14"/>
                  </a:moveTo>
                  <a:cubicBezTo>
                    <a:pt x="38" y="34"/>
                    <a:pt x="21" y="55"/>
                    <a:pt x="17" y="78"/>
                  </a:cubicBezTo>
                  <a:cubicBezTo>
                    <a:pt x="13" y="99"/>
                    <a:pt x="40" y="122"/>
                    <a:pt x="15" y="142"/>
                  </a:cubicBezTo>
                  <a:cubicBezTo>
                    <a:pt x="21" y="126"/>
                    <a:pt x="17" y="117"/>
                    <a:pt x="10" y="103"/>
                  </a:cubicBezTo>
                  <a:cubicBezTo>
                    <a:pt x="1" y="84"/>
                    <a:pt x="0" y="73"/>
                    <a:pt x="9" y="53"/>
                  </a:cubicBezTo>
                  <a:cubicBezTo>
                    <a:pt x="18" y="30"/>
                    <a:pt x="46" y="21"/>
                    <a:pt x="56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53" name="Freeform 304">
              <a:extLst>
                <a:ext uri="{FF2B5EF4-FFF2-40B4-BE49-F238E27FC236}">
                  <a16:creationId xmlns:a16="http://schemas.microsoft.com/office/drawing/2014/main" id="{9FF82999-3DC8-478B-9442-AC425F062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344"/>
              <a:ext cx="105" cy="523"/>
            </a:xfrm>
            <a:custGeom>
              <a:avLst/>
              <a:gdLst>
                <a:gd name="T0" fmla="*/ 395 w 42"/>
                <a:gd name="T1" fmla="*/ 35 h 196"/>
                <a:gd name="T2" fmla="*/ 583 w 42"/>
                <a:gd name="T3" fmla="*/ 913 h 196"/>
                <a:gd name="T4" fmla="*/ 313 w 42"/>
                <a:gd name="T5" fmla="*/ 1937 h 196"/>
                <a:gd name="T6" fmla="*/ 220 w 42"/>
                <a:gd name="T7" fmla="*/ 3725 h 196"/>
                <a:gd name="T8" fmla="*/ 33 w 42"/>
                <a:gd name="T9" fmla="*/ 2471 h 196"/>
                <a:gd name="T10" fmla="*/ 283 w 42"/>
                <a:gd name="T11" fmla="*/ 1574 h 196"/>
                <a:gd name="T12" fmla="*/ 333 w 42"/>
                <a:gd name="T13" fmla="*/ 913 h 196"/>
                <a:gd name="T14" fmla="*/ 375 w 42"/>
                <a:gd name="T15" fmla="*/ 0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96">
                  <a:moveTo>
                    <a:pt x="25" y="2"/>
                  </a:moveTo>
                  <a:cubicBezTo>
                    <a:pt x="19" y="22"/>
                    <a:pt x="31" y="32"/>
                    <a:pt x="37" y="48"/>
                  </a:cubicBezTo>
                  <a:cubicBezTo>
                    <a:pt x="42" y="61"/>
                    <a:pt x="26" y="89"/>
                    <a:pt x="20" y="102"/>
                  </a:cubicBezTo>
                  <a:cubicBezTo>
                    <a:pt x="2" y="138"/>
                    <a:pt x="1" y="155"/>
                    <a:pt x="14" y="196"/>
                  </a:cubicBezTo>
                  <a:cubicBezTo>
                    <a:pt x="3" y="177"/>
                    <a:pt x="0" y="152"/>
                    <a:pt x="2" y="130"/>
                  </a:cubicBezTo>
                  <a:cubicBezTo>
                    <a:pt x="3" y="112"/>
                    <a:pt x="14" y="100"/>
                    <a:pt x="18" y="83"/>
                  </a:cubicBezTo>
                  <a:cubicBezTo>
                    <a:pt x="23" y="67"/>
                    <a:pt x="24" y="64"/>
                    <a:pt x="21" y="48"/>
                  </a:cubicBezTo>
                  <a:cubicBezTo>
                    <a:pt x="18" y="34"/>
                    <a:pt x="22" y="14"/>
                    <a:pt x="24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54" name="Freeform 305">
              <a:extLst>
                <a:ext uri="{FF2B5EF4-FFF2-40B4-BE49-F238E27FC236}">
                  <a16:creationId xmlns:a16="http://schemas.microsoft.com/office/drawing/2014/main" id="{23E975B9-DD67-4C07-AA9A-3AFA22FB3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304"/>
              <a:ext cx="100" cy="403"/>
            </a:xfrm>
            <a:custGeom>
              <a:avLst/>
              <a:gdLst>
                <a:gd name="T0" fmla="*/ 300 w 40"/>
                <a:gd name="T1" fmla="*/ 21 h 151"/>
                <a:gd name="T2" fmla="*/ 488 w 40"/>
                <a:gd name="T3" fmla="*/ 683 h 151"/>
                <a:gd name="T4" fmla="*/ 613 w 40"/>
                <a:gd name="T5" fmla="*/ 1332 h 151"/>
                <a:gd name="T6" fmla="*/ 0 w 40"/>
                <a:gd name="T7" fmla="*/ 2872 h 151"/>
                <a:gd name="T8" fmla="*/ 300 w 40"/>
                <a:gd name="T9" fmla="*/ 2151 h 151"/>
                <a:gd name="T10" fmla="*/ 488 w 40"/>
                <a:gd name="T11" fmla="*/ 1310 h 151"/>
                <a:gd name="T12" fmla="*/ 395 w 40"/>
                <a:gd name="T13" fmla="*/ 592 h 151"/>
                <a:gd name="T14" fmla="*/ 313 w 40"/>
                <a:gd name="T15" fmla="*/ 0 h 1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151">
                  <a:moveTo>
                    <a:pt x="19" y="1"/>
                  </a:moveTo>
                  <a:cubicBezTo>
                    <a:pt x="26" y="10"/>
                    <a:pt x="29" y="25"/>
                    <a:pt x="31" y="36"/>
                  </a:cubicBezTo>
                  <a:cubicBezTo>
                    <a:pt x="34" y="48"/>
                    <a:pt x="40" y="58"/>
                    <a:pt x="39" y="70"/>
                  </a:cubicBezTo>
                  <a:cubicBezTo>
                    <a:pt x="38" y="101"/>
                    <a:pt x="18" y="128"/>
                    <a:pt x="0" y="151"/>
                  </a:cubicBezTo>
                  <a:cubicBezTo>
                    <a:pt x="2" y="139"/>
                    <a:pt x="14" y="125"/>
                    <a:pt x="19" y="113"/>
                  </a:cubicBezTo>
                  <a:cubicBezTo>
                    <a:pt x="23" y="99"/>
                    <a:pt x="30" y="83"/>
                    <a:pt x="31" y="69"/>
                  </a:cubicBezTo>
                  <a:cubicBezTo>
                    <a:pt x="32" y="56"/>
                    <a:pt x="26" y="44"/>
                    <a:pt x="25" y="31"/>
                  </a:cubicBezTo>
                  <a:cubicBezTo>
                    <a:pt x="24" y="21"/>
                    <a:pt x="19" y="10"/>
                    <a:pt x="20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55" name="Freeform 306">
              <a:extLst>
                <a:ext uri="{FF2B5EF4-FFF2-40B4-BE49-F238E27FC236}">
                  <a16:creationId xmlns:a16="http://schemas.microsoft.com/office/drawing/2014/main" id="{6341182B-5076-465E-B9CA-3574E74E1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19"/>
              <a:ext cx="73" cy="106"/>
            </a:xfrm>
            <a:custGeom>
              <a:avLst/>
              <a:gdLst>
                <a:gd name="T0" fmla="*/ 0 w 29"/>
                <a:gd name="T1" fmla="*/ 133 h 40"/>
                <a:gd name="T2" fmla="*/ 347 w 29"/>
                <a:gd name="T3" fmla="*/ 745 h 40"/>
                <a:gd name="T4" fmla="*/ 380 w 29"/>
                <a:gd name="T5" fmla="*/ 371 h 40"/>
                <a:gd name="T6" fmla="*/ 443 w 29"/>
                <a:gd name="T7" fmla="*/ 0 h 40"/>
                <a:gd name="T8" fmla="*/ 222 w 29"/>
                <a:gd name="T9" fmla="*/ 239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0">
                  <a:moveTo>
                    <a:pt x="0" y="7"/>
                  </a:moveTo>
                  <a:cubicBezTo>
                    <a:pt x="13" y="11"/>
                    <a:pt x="19" y="28"/>
                    <a:pt x="22" y="40"/>
                  </a:cubicBezTo>
                  <a:cubicBezTo>
                    <a:pt x="24" y="34"/>
                    <a:pt x="24" y="27"/>
                    <a:pt x="24" y="20"/>
                  </a:cubicBezTo>
                  <a:cubicBezTo>
                    <a:pt x="25" y="14"/>
                    <a:pt x="29" y="6"/>
                    <a:pt x="28" y="0"/>
                  </a:cubicBezTo>
                  <a:cubicBezTo>
                    <a:pt x="25" y="8"/>
                    <a:pt x="25" y="17"/>
                    <a:pt x="14" y="13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56" name="Freeform 307">
              <a:extLst>
                <a:ext uri="{FF2B5EF4-FFF2-40B4-BE49-F238E27FC236}">
                  <a16:creationId xmlns:a16="http://schemas.microsoft.com/office/drawing/2014/main" id="{F7C72A9E-1743-47B5-8747-92C1C3F1C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296"/>
              <a:ext cx="273" cy="256"/>
            </a:xfrm>
            <a:custGeom>
              <a:avLst/>
              <a:gdLst>
                <a:gd name="T0" fmla="*/ 50 w 109"/>
                <a:gd name="T1" fmla="*/ 491 h 96"/>
                <a:gd name="T2" fmla="*/ 614 w 109"/>
                <a:gd name="T3" fmla="*/ 285 h 96"/>
                <a:gd name="T4" fmla="*/ 1054 w 109"/>
                <a:gd name="T5" fmla="*/ 683 h 96"/>
                <a:gd name="T6" fmla="*/ 1380 w 109"/>
                <a:gd name="T7" fmla="*/ 1344 h 96"/>
                <a:gd name="T8" fmla="*/ 1713 w 109"/>
                <a:gd name="T9" fmla="*/ 1821 h 96"/>
                <a:gd name="T10" fmla="*/ 1335 w 109"/>
                <a:gd name="T11" fmla="*/ 1195 h 96"/>
                <a:gd name="T12" fmla="*/ 1067 w 109"/>
                <a:gd name="T13" fmla="*/ 435 h 96"/>
                <a:gd name="T14" fmla="*/ 0 w 109"/>
                <a:gd name="T15" fmla="*/ 568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96">
                  <a:moveTo>
                    <a:pt x="3" y="26"/>
                  </a:moveTo>
                  <a:cubicBezTo>
                    <a:pt x="11" y="18"/>
                    <a:pt x="28" y="15"/>
                    <a:pt x="39" y="15"/>
                  </a:cubicBezTo>
                  <a:cubicBezTo>
                    <a:pt x="53" y="17"/>
                    <a:pt x="60" y="24"/>
                    <a:pt x="67" y="36"/>
                  </a:cubicBezTo>
                  <a:cubicBezTo>
                    <a:pt x="73" y="47"/>
                    <a:pt x="79" y="60"/>
                    <a:pt x="88" y="71"/>
                  </a:cubicBezTo>
                  <a:cubicBezTo>
                    <a:pt x="95" y="79"/>
                    <a:pt x="102" y="88"/>
                    <a:pt x="109" y="96"/>
                  </a:cubicBezTo>
                  <a:cubicBezTo>
                    <a:pt x="101" y="92"/>
                    <a:pt x="90" y="72"/>
                    <a:pt x="85" y="63"/>
                  </a:cubicBezTo>
                  <a:cubicBezTo>
                    <a:pt x="78" y="51"/>
                    <a:pt x="79" y="34"/>
                    <a:pt x="68" y="23"/>
                  </a:cubicBezTo>
                  <a:cubicBezTo>
                    <a:pt x="46" y="0"/>
                    <a:pt x="17" y="4"/>
                    <a:pt x="0" y="3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57" name="Freeform 308">
              <a:extLst>
                <a:ext uri="{FF2B5EF4-FFF2-40B4-BE49-F238E27FC236}">
                  <a16:creationId xmlns:a16="http://schemas.microsoft.com/office/drawing/2014/main" id="{AFFD7516-66D9-4A50-B06B-D6539EB2F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325"/>
              <a:ext cx="163" cy="235"/>
            </a:xfrm>
            <a:custGeom>
              <a:avLst/>
              <a:gdLst>
                <a:gd name="T0" fmla="*/ 0 w 65"/>
                <a:gd name="T1" fmla="*/ 0 h 88"/>
                <a:gd name="T2" fmla="*/ 221 w 65"/>
                <a:gd name="T3" fmla="*/ 93 h 88"/>
                <a:gd name="T4" fmla="*/ 301 w 65"/>
                <a:gd name="T5" fmla="*/ 379 h 88"/>
                <a:gd name="T6" fmla="*/ 567 w 65"/>
                <a:gd name="T7" fmla="*/ 764 h 88"/>
                <a:gd name="T8" fmla="*/ 930 w 65"/>
                <a:gd name="T9" fmla="*/ 1140 h 88"/>
                <a:gd name="T10" fmla="*/ 975 w 65"/>
                <a:gd name="T11" fmla="*/ 1677 h 88"/>
                <a:gd name="T12" fmla="*/ 838 w 65"/>
                <a:gd name="T13" fmla="*/ 1354 h 88"/>
                <a:gd name="T14" fmla="*/ 554 w 65"/>
                <a:gd name="T15" fmla="*/ 935 h 88"/>
                <a:gd name="T16" fmla="*/ 188 w 65"/>
                <a:gd name="T17" fmla="*/ 478 h 88"/>
                <a:gd name="T18" fmla="*/ 113 w 65"/>
                <a:gd name="T19" fmla="*/ 115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88">
                  <a:moveTo>
                    <a:pt x="0" y="0"/>
                  </a:moveTo>
                  <a:cubicBezTo>
                    <a:pt x="4" y="2"/>
                    <a:pt x="11" y="3"/>
                    <a:pt x="14" y="5"/>
                  </a:cubicBezTo>
                  <a:cubicBezTo>
                    <a:pt x="16" y="8"/>
                    <a:pt x="18" y="16"/>
                    <a:pt x="19" y="20"/>
                  </a:cubicBezTo>
                  <a:cubicBezTo>
                    <a:pt x="23" y="29"/>
                    <a:pt x="28" y="34"/>
                    <a:pt x="36" y="40"/>
                  </a:cubicBezTo>
                  <a:cubicBezTo>
                    <a:pt x="43" y="46"/>
                    <a:pt x="54" y="52"/>
                    <a:pt x="59" y="60"/>
                  </a:cubicBezTo>
                  <a:cubicBezTo>
                    <a:pt x="65" y="69"/>
                    <a:pt x="61" y="78"/>
                    <a:pt x="62" y="88"/>
                  </a:cubicBezTo>
                  <a:cubicBezTo>
                    <a:pt x="62" y="82"/>
                    <a:pt x="58" y="76"/>
                    <a:pt x="53" y="71"/>
                  </a:cubicBezTo>
                  <a:cubicBezTo>
                    <a:pt x="47" y="63"/>
                    <a:pt x="40" y="58"/>
                    <a:pt x="35" y="49"/>
                  </a:cubicBezTo>
                  <a:cubicBezTo>
                    <a:pt x="29" y="40"/>
                    <a:pt x="18" y="34"/>
                    <a:pt x="12" y="25"/>
                  </a:cubicBezTo>
                  <a:cubicBezTo>
                    <a:pt x="8" y="19"/>
                    <a:pt x="10" y="12"/>
                    <a:pt x="7" y="6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58" name="Freeform 309">
              <a:extLst>
                <a:ext uri="{FF2B5EF4-FFF2-40B4-BE49-F238E27FC236}">
                  <a16:creationId xmlns:a16="http://schemas.microsoft.com/office/drawing/2014/main" id="{E7F89E43-4CA5-43DD-831C-9652D2A8D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880"/>
              <a:ext cx="35" cy="43"/>
            </a:xfrm>
            <a:custGeom>
              <a:avLst/>
              <a:gdLst>
                <a:gd name="T0" fmla="*/ 145 w 14"/>
                <a:gd name="T1" fmla="*/ 0 h 16"/>
                <a:gd name="T2" fmla="*/ 0 w 14"/>
                <a:gd name="T3" fmla="*/ 312 h 16"/>
                <a:gd name="T4" fmla="*/ 220 w 14"/>
                <a:gd name="T5" fmla="*/ 312 h 16"/>
                <a:gd name="T6" fmla="*/ 158 w 14"/>
                <a:gd name="T7" fmla="*/ 1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9" y="0"/>
                  </a:moveTo>
                  <a:cubicBezTo>
                    <a:pt x="7" y="6"/>
                    <a:pt x="3" y="12"/>
                    <a:pt x="0" y="16"/>
                  </a:cubicBezTo>
                  <a:cubicBezTo>
                    <a:pt x="5" y="14"/>
                    <a:pt x="9" y="14"/>
                    <a:pt x="14" y="16"/>
                  </a:cubicBezTo>
                  <a:cubicBezTo>
                    <a:pt x="11" y="14"/>
                    <a:pt x="9" y="10"/>
                    <a:pt x="10" y="6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59" name="Freeform 310">
              <a:extLst>
                <a:ext uri="{FF2B5EF4-FFF2-40B4-BE49-F238E27FC236}">
                  <a16:creationId xmlns:a16="http://schemas.microsoft.com/office/drawing/2014/main" id="{39CAE95B-772E-46B1-BC19-FC23D03F6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333"/>
              <a:ext cx="726" cy="291"/>
            </a:xfrm>
            <a:custGeom>
              <a:avLst/>
              <a:gdLst>
                <a:gd name="T0" fmla="*/ 0 w 290"/>
                <a:gd name="T1" fmla="*/ 948 h 109"/>
                <a:gd name="T2" fmla="*/ 2068 w 290"/>
                <a:gd name="T3" fmla="*/ 2053 h 109"/>
                <a:gd name="T4" fmla="*/ 3873 w 290"/>
                <a:gd name="T5" fmla="*/ 1391 h 109"/>
                <a:gd name="T6" fmla="*/ 4551 w 290"/>
                <a:gd name="T7" fmla="*/ 0 h 109"/>
                <a:gd name="T8" fmla="*/ 3935 w 290"/>
                <a:gd name="T9" fmla="*/ 948 h 109"/>
                <a:gd name="T10" fmla="*/ 2796 w 290"/>
                <a:gd name="T11" fmla="*/ 1618 h 109"/>
                <a:gd name="T12" fmla="*/ 1084 w 290"/>
                <a:gd name="T13" fmla="*/ 1426 h 109"/>
                <a:gd name="T14" fmla="*/ 739 w 290"/>
                <a:gd name="T15" fmla="*/ 721 h 109"/>
                <a:gd name="T16" fmla="*/ 0 w 290"/>
                <a:gd name="T17" fmla="*/ 948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0" h="109">
                  <a:moveTo>
                    <a:pt x="0" y="50"/>
                  </a:moveTo>
                  <a:cubicBezTo>
                    <a:pt x="11" y="66"/>
                    <a:pt x="81" y="107"/>
                    <a:pt x="132" y="108"/>
                  </a:cubicBezTo>
                  <a:cubicBezTo>
                    <a:pt x="182" y="109"/>
                    <a:pt x="229" y="90"/>
                    <a:pt x="247" y="73"/>
                  </a:cubicBezTo>
                  <a:cubicBezTo>
                    <a:pt x="265" y="56"/>
                    <a:pt x="275" y="21"/>
                    <a:pt x="290" y="0"/>
                  </a:cubicBezTo>
                  <a:cubicBezTo>
                    <a:pt x="278" y="11"/>
                    <a:pt x="259" y="38"/>
                    <a:pt x="251" y="50"/>
                  </a:cubicBezTo>
                  <a:cubicBezTo>
                    <a:pt x="244" y="63"/>
                    <a:pt x="201" y="81"/>
                    <a:pt x="178" y="85"/>
                  </a:cubicBezTo>
                  <a:cubicBezTo>
                    <a:pt x="155" y="90"/>
                    <a:pt x="101" y="95"/>
                    <a:pt x="69" y="75"/>
                  </a:cubicBezTo>
                  <a:cubicBezTo>
                    <a:pt x="37" y="56"/>
                    <a:pt x="44" y="42"/>
                    <a:pt x="47" y="38"/>
                  </a:cubicBezTo>
                  <a:cubicBezTo>
                    <a:pt x="49" y="33"/>
                    <a:pt x="27" y="57"/>
                    <a:pt x="0" y="50"/>
                  </a:cubicBezTo>
                  <a:close/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60" name="Freeform 311">
              <a:extLst>
                <a:ext uri="{FF2B5EF4-FFF2-40B4-BE49-F238E27FC236}">
                  <a16:creationId xmlns:a16="http://schemas.microsoft.com/office/drawing/2014/main" id="{7F5B1A3A-C27D-442B-BAF0-F549EA020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477"/>
              <a:ext cx="653" cy="416"/>
            </a:xfrm>
            <a:custGeom>
              <a:avLst/>
              <a:gdLst>
                <a:gd name="T0" fmla="*/ 3618 w 261"/>
                <a:gd name="T1" fmla="*/ 0 h 156"/>
                <a:gd name="T2" fmla="*/ 3900 w 261"/>
                <a:gd name="T3" fmla="*/ 1288 h 156"/>
                <a:gd name="T4" fmla="*/ 2930 w 261"/>
                <a:gd name="T5" fmla="*/ 2675 h 156"/>
                <a:gd name="T6" fmla="*/ 896 w 261"/>
                <a:gd name="T7" fmla="*/ 2731 h 156"/>
                <a:gd name="T8" fmla="*/ 0 w 261"/>
                <a:gd name="T9" fmla="*/ 2731 h 156"/>
                <a:gd name="T10" fmla="*/ 1021 w 261"/>
                <a:gd name="T11" fmla="*/ 2504 h 156"/>
                <a:gd name="T12" fmla="*/ 2880 w 261"/>
                <a:gd name="T13" fmla="*/ 1912 h 156"/>
                <a:gd name="T14" fmla="*/ 3618 w 261"/>
                <a:gd name="T15" fmla="*/ 0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1" h="156">
                  <a:moveTo>
                    <a:pt x="231" y="0"/>
                  </a:moveTo>
                  <a:cubicBezTo>
                    <a:pt x="246" y="16"/>
                    <a:pt x="261" y="28"/>
                    <a:pt x="249" y="68"/>
                  </a:cubicBezTo>
                  <a:cubicBezTo>
                    <a:pt x="236" y="107"/>
                    <a:pt x="214" y="132"/>
                    <a:pt x="187" y="141"/>
                  </a:cubicBezTo>
                  <a:cubicBezTo>
                    <a:pt x="160" y="149"/>
                    <a:pt x="91" y="156"/>
                    <a:pt x="57" y="144"/>
                  </a:cubicBezTo>
                  <a:cubicBezTo>
                    <a:pt x="44" y="140"/>
                    <a:pt x="33" y="152"/>
                    <a:pt x="0" y="144"/>
                  </a:cubicBezTo>
                  <a:cubicBezTo>
                    <a:pt x="14" y="141"/>
                    <a:pt x="44" y="132"/>
                    <a:pt x="65" y="132"/>
                  </a:cubicBezTo>
                  <a:cubicBezTo>
                    <a:pt x="87" y="132"/>
                    <a:pt x="136" y="136"/>
                    <a:pt x="184" y="101"/>
                  </a:cubicBezTo>
                  <a:cubicBezTo>
                    <a:pt x="232" y="67"/>
                    <a:pt x="256" y="42"/>
                    <a:pt x="231" y="0"/>
                  </a:cubicBezTo>
                  <a:close/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61" name="Freeform 312">
              <a:extLst>
                <a:ext uri="{FF2B5EF4-FFF2-40B4-BE49-F238E27FC236}">
                  <a16:creationId xmlns:a16="http://schemas.microsoft.com/office/drawing/2014/main" id="{CBDA54BB-5D0B-4AAB-8191-89B203CEB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2669"/>
              <a:ext cx="662" cy="120"/>
            </a:xfrm>
            <a:custGeom>
              <a:avLst/>
              <a:gdLst>
                <a:gd name="T0" fmla="*/ 0 w 265"/>
                <a:gd name="T1" fmla="*/ 93 h 45"/>
                <a:gd name="T2" fmla="*/ 1809 w 265"/>
                <a:gd name="T3" fmla="*/ 264 h 45"/>
                <a:gd name="T4" fmla="*/ 3040 w 265"/>
                <a:gd name="T5" fmla="*/ 547 h 45"/>
                <a:gd name="T6" fmla="*/ 4132 w 265"/>
                <a:gd name="T7" fmla="*/ 832 h 45"/>
                <a:gd name="T8" fmla="*/ 2695 w 265"/>
                <a:gd name="T9" fmla="*/ 205 h 45"/>
                <a:gd name="T10" fmla="*/ 1404 w 265"/>
                <a:gd name="T11" fmla="*/ 21 h 45"/>
                <a:gd name="T12" fmla="*/ 0 w 265"/>
                <a:gd name="T13" fmla="*/ 9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5" h="45">
                  <a:moveTo>
                    <a:pt x="0" y="5"/>
                  </a:moveTo>
                  <a:cubicBezTo>
                    <a:pt x="29" y="12"/>
                    <a:pt x="83" y="14"/>
                    <a:pt x="116" y="14"/>
                  </a:cubicBezTo>
                  <a:cubicBezTo>
                    <a:pt x="148" y="14"/>
                    <a:pt x="174" y="22"/>
                    <a:pt x="195" y="29"/>
                  </a:cubicBezTo>
                  <a:cubicBezTo>
                    <a:pt x="217" y="37"/>
                    <a:pt x="252" y="45"/>
                    <a:pt x="265" y="44"/>
                  </a:cubicBezTo>
                  <a:cubicBezTo>
                    <a:pt x="247" y="39"/>
                    <a:pt x="190" y="18"/>
                    <a:pt x="173" y="11"/>
                  </a:cubicBezTo>
                  <a:cubicBezTo>
                    <a:pt x="155" y="3"/>
                    <a:pt x="112" y="0"/>
                    <a:pt x="90" y="1"/>
                  </a:cubicBezTo>
                  <a:cubicBezTo>
                    <a:pt x="69" y="2"/>
                    <a:pt x="20" y="9"/>
                    <a:pt x="0" y="5"/>
                  </a:cubicBezTo>
                  <a:close/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62" name="Freeform 313">
              <a:extLst>
                <a:ext uri="{FF2B5EF4-FFF2-40B4-BE49-F238E27FC236}">
                  <a16:creationId xmlns:a16="http://schemas.microsoft.com/office/drawing/2014/main" id="{B2ABCEF8-4B71-42E0-A5DB-719FEC983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797"/>
              <a:ext cx="330" cy="72"/>
            </a:xfrm>
            <a:custGeom>
              <a:avLst/>
              <a:gdLst>
                <a:gd name="T0" fmla="*/ 0 w 132"/>
                <a:gd name="T1" fmla="*/ 0 h 27"/>
                <a:gd name="T2" fmla="*/ 1688 w 132"/>
                <a:gd name="T3" fmla="*/ 512 h 27"/>
                <a:gd name="T4" fmla="*/ 1970 w 132"/>
                <a:gd name="T5" fmla="*/ 264 h 27"/>
                <a:gd name="T6" fmla="*/ 0 w 1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27">
                  <a:moveTo>
                    <a:pt x="0" y="0"/>
                  </a:moveTo>
                  <a:cubicBezTo>
                    <a:pt x="17" y="10"/>
                    <a:pt x="84" y="27"/>
                    <a:pt x="108" y="27"/>
                  </a:cubicBezTo>
                  <a:cubicBezTo>
                    <a:pt x="132" y="26"/>
                    <a:pt x="126" y="14"/>
                    <a:pt x="126" y="14"/>
                  </a:cubicBezTo>
                  <a:cubicBezTo>
                    <a:pt x="109" y="13"/>
                    <a:pt x="27" y="16"/>
                    <a:pt x="0" y="0"/>
                  </a:cubicBezTo>
                  <a:close/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63" name="Freeform 314">
              <a:extLst>
                <a:ext uri="{FF2B5EF4-FFF2-40B4-BE49-F238E27FC236}">
                  <a16:creationId xmlns:a16="http://schemas.microsoft.com/office/drawing/2014/main" id="{9874EE90-7FA0-4279-B2D5-F0A072F8A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544"/>
              <a:ext cx="98" cy="253"/>
            </a:xfrm>
            <a:custGeom>
              <a:avLst/>
              <a:gdLst>
                <a:gd name="T0" fmla="*/ 50 w 39"/>
                <a:gd name="T1" fmla="*/ 170 h 95"/>
                <a:gd name="T2" fmla="*/ 505 w 39"/>
                <a:gd name="T3" fmla="*/ 921 h 95"/>
                <a:gd name="T4" fmla="*/ 410 w 39"/>
                <a:gd name="T5" fmla="*/ 1795 h 95"/>
                <a:gd name="T6" fmla="*/ 0 w 39"/>
                <a:gd name="T7" fmla="*/ 0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5">
                  <a:moveTo>
                    <a:pt x="3" y="9"/>
                  </a:moveTo>
                  <a:cubicBezTo>
                    <a:pt x="15" y="17"/>
                    <a:pt x="26" y="36"/>
                    <a:pt x="32" y="49"/>
                  </a:cubicBezTo>
                  <a:cubicBezTo>
                    <a:pt x="39" y="68"/>
                    <a:pt x="34" y="77"/>
                    <a:pt x="26" y="95"/>
                  </a:cubicBezTo>
                  <a:cubicBezTo>
                    <a:pt x="38" y="67"/>
                    <a:pt x="21" y="21"/>
                    <a:pt x="0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64" name="Freeform 315">
              <a:extLst>
                <a:ext uri="{FF2B5EF4-FFF2-40B4-BE49-F238E27FC236}">
                  <a16:creationId xmlns:a16="http://schemas.microsoft.com/office/drawing/2014/main" id="{CA4AFECA-296E-4605-A135-FEF1E71F0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720"/>
              <a:ext cx="140" cy="280"/>
            </a:xfrm>
            <a:custGeom>
              <a:avLst/>
              <a:gdLst>
                <a:gd name="T0" fmla="*/ 158 w 56"/>
                <a:gd name="T1" fmla="*/ 491 h 105"/>
                <a:gd name="T2" fmla="*/ 613 w 56"/>
                <a:gd name="T3" fmla="*/ 1195 h 105"/>
                <a:gd name="T4" fmla="*/ 750 w 56"/>
                <a:gd name="T5" fmla="*/ 1992 h 105"/>
                <a:gd name="T6" fmla="*/ 533 w 56"/>
                <a:gd name="T7" fmla="*/ 648 h 105"/>
                <a:gd name="T8" fmla="*/ 50 w 56"/>
                <a:gd name="T9" fmla="*/ 0 h 105"/>
                <a:gd name="T10" fmla="*/ 0 w 56"/>
                <a:gd name="T11" fmla="*/ 456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05">
                  <a:moveTo>
                    <a:pt x="10" y="26"/>
                  </a:moveTo>
                  <a:cubicBezTo>
                    <a:pt x="27" y="33"/>
                    <a:pt x="32" y="48"/>
                    <a:pt x="39" y="63"/>
                  </a:cubicBezTo>
                  <a:cubicBezTo>
                    <a:pt x="45" y="77"/>
                    <a:pt x="52" y="89"/>
                    <a:pt x="48" y="105"/>
                  </a:cubicBezTo>
                  <a:cubicBezTo>
                    <a:pt x="56" y="87"/>
                    <a:pt x="46" y="50"/>
                    <a:pt x="34" y="34"/>
                  </a:cubicBezTo>
                  <a:cubicBezTo>
                    <a:pt x="23" y="18"/>
                    <a:pt x="8" y="21"/>
                    <a:pt x="3" y="0"/>
                  </a:cubicBezTo>
                  <a:cubicBezTo>
                    <a:pt x="2" y="8"/>
                    <a:pt x="1" y="19"/>
                    <a:pt x="0" y="2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65" name="Freeform 316">
              <a:extLst>
                <a:ext uri="{FF2B5EF4-FFF2-40B4-BE49-F238E27FC236}">
                  <a16:creationId xmlns:a16="http://schemas.microsoft.com/office/drawing/2014/main" id="{7C2A4083-8405-4296-8B5C-EEC4DF551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877"/>
              <a:ext cx="160" cy="94"/>
            </a:xfrm>
            <a:custGeom>
              <a:avLst/>
              <a:gdLst>
                <a:gd name="T0" fmla="*/ 0 w 64"/>
                <a:gd name="T1" fmla="*/ 21 h 35"/>
                <a:gd name="T2" fmla="*/ 520 w 64"/>
                <a:gd name="T3" fmla="*/ 172 h 35"/>
                <a:gd name="T4" fmla="*/ 720 w 64"/>
                <a:gd name="T5" fmla="*/ 540 h 35"/>
                <a:gd name="T6" fmla="*/ 720 w 64"/>
                <a:gd name="T7" fmla="*/ 677 h 35"/>
                <a:gd name="T8" fmla="*/ 958 w 64"/>
                <a:gd name="T9" fmla="*/ 35 h 35"/>
                <a:gd name="T10" fmla="*/ 863 w 64"/>
                <a:gd name="T11" fmla="*/ 21 h 35"/>
                <a:gd name="T12" fmla="*/ 800 w 64"/>
                <a:gd name="T13" fmla="*/ 0 h 35"/>
                <a:gd name="T14" fmla="*/ 520 w 64"/>
                <a:gd name="T15" fmla="*/ 56 h 35"/>
                <a:gd name="T16" fmla="*/ 0 w 64"/>
                <a:gd name="T17" fmla="*/ 21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35">
                  <a:moveTo>
                    <a:pt x="0" y="1"/>
                  </a:moveTo>
                  <a:cubicBezTo>
                    <a:pt x="9" y="4"/>
                    <a:pt x="23" y="6"/>
                    <a:pt x="33" y="9"/>
                  </a:cubicBezTo>
                  <a:cubicBezTo>
                    <a:pt x="38" y="12"/>
                    <a:pt x="51" y="20"/>
                    <a:pt x="46" y="28"/>
                  </a:cubicBezTo>
                  <a:cubicBezTo>
                    <a:pt x="42" y="35"/>
                    <a:pt x="46" y="32"/>
                    <a:pt x="46" y="35"/>
                  </a:cubicBezTo>
                  <a:cubicBezTo>
                    <a:pt x="48" y="27"/>
                    <a:pt x="64" y="10"/>
                    <a:pt x="61" y="2"/>
                  </a:cubicBezTo>
                  <a:cubicBezTo>
                    <a:pt x="58" y="3"/>
                    <a:pt x="57" y="1"/>
                    <a:pt x="55" y="1"/>
                  </a:cubicBezTo>
                  <a:cubicBezTo>
                    <a:pt x="54" y="1"/>
                    <a:pt x="52" y="0"/>
                    <a:pt x="51" y="0"/>
                  </a:cubicBezTo>
                  <a:cubicBezTo>
                    <a:pt x="50" y="0"/>
                    <a:pt x="44" y="3"/>
                    <a:pt x="33" y="3"/>
                  </a:cubicBezTo>
                  <a:cubicBezTo>
                    <a:pt x="23" y="3"/>
                    <a:pt x="10" y="1"/>
                    <a:pt x="0" y="1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66" name="Freeform 317">
              <a:extLst>
                <a:ext uri="{FF2B5EF4-FFF2-40B4-BE49-F238E27FC236}">
                  <a16:creationId xmlns:a16="http://schemas.microsoft.com/office/drawing/2014/main" id="{0895BA2B-2F29-4B79-8C6F-0339200A7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1283"/>
              <a:ext cx="363" cy="720"/>
            </a:xfrm>
            <a:custGeom>
              <a:avLst/>
              <a:gdLst>
                <a:gd name="T0" fmla="*/ 1054 w 145"/>
                <a:gd name="T1" fmla="*/ 1139 h 270"/>
                <a:gd name="T2" fmla="*/ 1597 w 145"/>
                <a:gd name="T3" fmla="*/ 1971 h 270"/>
                <a:gd name="T4" fmla="*/ 1505 w 145"/>
                <a:gd name="T5" fmla="*/ 2957 h 270"/>
                <a:gd name="T6" fmla="*/ 1442 w 145"/>
                <a:gd name="T7" fmla="*/ 3869 h 270"/>
                <a:gd name="T8" fmla="*/ 1838 w 145"/>
                <a:gd name="T9" fmla="*/ 5120 h 270"/>
                <a:gd name="T10" fmla="*/ 2163 w 145"/>
                <a:gd name="T11" fmla="*/ 3640 h 270"/>
                <a:gd name="T12" fmla="*/ 2088 w 145"/>
                <a:gd name="T13" fmla="*/ 3107 h 270"/>
                <a:gd name="T14" fmla="*/ 2213 w 145"/>
                <a:gd name="T15" fmla="*/ 2368 h 270"/>
                <a:gd name="T16" fmla="*/ 2005 w 145"/>
                <a:gd name="T17" fmla="*/ 1821 h 270"/>
                <a:gd name="T18" fmla="*/ 1442 w 145"/>
                <a:gd name="T19" fmla="*/ 1080 h 270"/>
                <a:gd name="T20" fmla="*/ 1066 w 145"/>
                <a:gd name="T21" fmla="*/ 376 h 270"/>
                <a:gd name="T22" fmla="*/ 0 w 145"/>
                <a:gd name="T23" fmla="*/ 491 h 270"/>
                <a:gd name="T24" fmla="*/ 1054 w 145"/>
                <a:gd name="T25" fmla="*/ 1139 h 2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270">
                  <a:moveTo>
                    <a:pt x="67" y="60"/>
                  </a:moveTo>
                  <a:cubicBezTo>
                    <a:pt x="77" y="76"/>
                    <a:pt x="92" y="88"/>
                    <a:pt x="102" y="104"/>
                  </a:cubicBezTo>
                  <a:cubicBezTo>
                    <a:pt x="112" y="121"/>
                    <a:pt x="105" y="140"/>
                    <a:pt x="96" y="156"/>
                  </a:cubicBezTo>
                  <a:cubicBezTo>
                    <a:pt x="88" y="171"/>
                    <a:pt x="86" y="189"/>
                    <a:pt x="92" y="204"/>
                  </a:cubicBezTo>
                  <a:cubicBezTo>
                    <a:pt x="101" y="226"/>
                    <a:pt x="106" y="250"/>
                    <a:pt x="117" y="270"/>
                  </a:cubicBezTo>
                  <a:cubicBezTo>
                    <a:pt x="129" y="247"/>
                    <a:pt x="130" y="217"/>
                    <a:pt x="138" y="192"/>
                  </a:cubicBezTo>
                  <a:cubicBezTo>
                    <a:pt x="143" y="176"/>
                    <a:pt x="144" y="176"/>
                    <a:pt x="133" y="164"/>
                  </a:cubicBezTo>
                  <a:cubicBezTo>
                    <a:pt x="119" y="149"/>
                    <a:pt x="138" y="140"/>
                    <a:pt x="141" y="125"/>
                  </a:cubicBezTo>
                  <a:cubicBezTo>
                    <a:pt x="145" y="113"/>
                    <a:pt x="136" y="104"/>
                    <a:pt x="128" y="96"/>
                  </a:cubicBezTo>
                  <a:cubicBezTo>
                    <a:pt x="117" y="84"/>
                    <a:pt x="103" y="71"/>
                    <a:pt x="92" y="57"/>
                  </a:cubicBezTo>
                  <a:cubicBezTo>
                    <a:pt x="83" y="44"/>
                    <a:pt x="82" y="31"/>
                    <a:pt x="68" y="20"/>
                  </a:cubicBezTo>
                  <a:cubicBezTo>
                    <a:pt x="48" y="5"/>
                    <a:pt x="13" y="0"/>
                    <a:pt x="0" y="26"/>
                  </a:cubicBezTo>
                  <a:cubicBezTo>
                    <a:pt x="17" y="20"/>
                    <a:pt x="37" y="10"/>
                    <a:pt x="67" y="60"/>
                  </a:cubicBezTo>
                  <a:close/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67" name="Freeform 318">
              <a:extLst>
                <a:ext uri="{FF2B5EF4-FFF2-40B4-BE49-F238E27FC236}">
                  <a16:creationId xmlns:a16="http://schemas.microsoft.com/office/drawing/2014/main" id="{61F099F6-663A-4F7B-80F3-C225C84F0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1541"/>
              <a:ext cx="270" cy="347"/>
            </a:xfrm>
            <a:custGeom>
              <a:avLst/>
              <a:gdLst>
                <a:gd name="T0" fmla="*/ 0 w 108"/>
                <a:gd name="T1" fmla="*/ 136 h 130"/>
                <a:gd name="T2" fmla="*/ 113 w 108"/>
                <a:gd name="T3" fmla="*/ 1391 h 130"/>
                <a:gd name="T4" fmla="*/ 250 w 108"/>
                <a:gd name="T5" fmla="*/ 2037 h 130"/>
                <a:gd name="T6" fmla="*/ 438 w 108"/>
                <a:gd name="T7" fmla="*/ 2472 h 130"/>
                <a:gd name="T8" fmla="*/ 645 w 108"/>
                <a:gd name="T9" fmla="*/ 1562 h 130"/>
                <a:gd name="T10" fmla="*/ 988 w 108"/>
                <a:gd name="T11" fmla="*/ 969 h 130"/>
                <a:gd name="T12" fmla="*/ 1688 w 108"/>
                <a:gd name="T13" fmla="*/ 534 h 130"/>
                <a:gd name="T14" fmla="*/ 1083 w 108"/>
                <a:gd name="T15" fmla="*/ 0 h 130"/>
                <a:gd name="T16" fmla="*/ 770 w 108"/>
                <a:gd name="T17" fmla="*/ 1118 h 130"/>
                <a:gd name="T18" fmla="*/ 300 w 108"/>
                <a:gd name="T19" fmla="*/ 1004 h 130"/>
                <a:gd name="T20" fmla="*/ 220 w 108"/>
                <a:gd name="T21" fmla="*/ 606 h 130"/>
                <a:gd name="T22" fmla="*/ 0 w 108"/>
                <a:gd name="T23" fmla="*/ 307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8" h="130">
                  <a:moveTo>
                    <a:pt x="0" y="7"/>
                  </a:moveTo>
                  <a:cubicBezTo>
                    <a:pt x="6" y="29"/>
                    <a:pt x="3" y="51"/>
                    <a:pt x="7" y="73"/>
                  </a:cubicBezTo>
                  <a:cubicBezTo>
                    <a:pt x="10" y="85"/>
                    <a:pt x="10" y="97"/>
                    <a:pt x="16" y="107"/>
                  </a:cubicBezTo>
                  <a:cubicBezTo>
                    <a:pt x="20" y="115"/>
                    <a:pt x="25" y="122"/>
                    <a:pt x="28" y="130"/>
                  </a:cubicBezTo>
                  <a:cubicBezTo>
                    <a:pt x="28" y="113"/>
                    <a:pt x="31" y="96"/>
                    <a:pt x="41" y="82"/>
                  </a:cubicBezTo>
                  <a:cubicBezTo>
                    <a:pt x="46" y="74"/>
                    <a:pt x="63" y="61"/>
                    <a:pt x="63" y="51"/>
                  </a:cubicBezTo>
                  <a:cubicBezTo>
                    <a:pt x="79" y="46"/>
                    <a:pt x="94" y="39"/>
                    <a:pt x="108" y="28"/>
                  </a:cubicBezTo>
                  <a:cubicBezTo>
                    <a:pt x="86" y="57"/>
                    <a:pt x="81" y="2"/>
                    <a:pt x="69" y="0"/>
                  </a:cubicBezTo>
                  <a:cubicBezTo>
                    <a:pt x="65" y="20"/>
                    <a:pt x="68" y="47"/>
                    <a:pt x="49" y="59"/>
                  </a:cubicBezTo>
                  <a:cubicBezTo>
                    <a:pt x="38" y="66"/>
                    <a:pt x="23" y="67"/>
                    <a:pt x="19" y="53"/>
                  </a:cubicBezTo>
                  <a:cubicBezTo>
                    <a:pt x="17" y="46"/>
                    <a:pt x="18" y="39"/>
                    <a:pt x="14" y="32"/>
                  </a:cubicBezTo>
                  <a:cubicBezTo>
                    <a:pt x="10" y="27"/>
                    <a:pt x="4" y="22"/>
                    <a:pt x="0" y="16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68" name="Freeform 319">
              <a:extLst>
                <a:ext uri="{FF2B5EF4-FFF2-40B4-BE49-F238E27FC236}">
                  <a16:creationId xmlns:a16="http://schemas.microsoft.com/office/drawing/2014/main" id="{4AFD83B0-2367-4F1E-91C5-05C57E1C2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861"/>
              <a:ext cx="308" cy="200"/>
            </a:xfrm>
            <a:custGeom>
              <a:avLst/>
              <a:gdLst>
                <a:gd name="T0" fmla="*/ 145 w 123"/>
                <a:gd name="T1" fmla="*/ 0 h 75"/>
                <a:gd name="T2" fmla="*/ 972 w 123"/>
                <a:gd name="T3" fmla="*/ 589 h 75"/>
                <a:gd name="T4" fmla="*/ 1600 w 123"/>
                <a:gd name="T5" fmla="*/ 435 h 75"/>
                <a:gd name="T6" fmla="*/ 1931 w 123"/>
                <a:gd name="T7" fmla="*/ 419 h 75"/>
                <a:gd name="T8" fmla="*/ 1067 w 123"/>
                <a:gd name="T9" fmla="*/ 909 h 75"/>
                <a:gd name="T10" fmla="*/ 563 w 123"/>
                <a:gd name="T11" fmla="*/ 1101 h 75"/>
                <a:gd name="T12" fmla="*/ 220 w 123"/>
                <a:gd name="T13" fmla="*/ 1421 h 75"/>
                <a:gd name="T14" fmla="*/ 0 w 123"/>
                <a:gd name="T15" fmla="*/ 35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75">
                  <a:moveTo>
                    <a:pt x="9" y="0"/>
                  </a:moveTo>
                  <a:cubicBezTo>
                    <a:pt x="18" y="19"/>
                    <a:pt x="42" y="31"/>
                    <a:pt x="62" y="31"/>
                  </a:cubicBezTo>
                  <a:cubicBezTo>
                    <a:pt x="76" y="31"/>
                    <a:pt x="88" y="22"/>
                    <a:pt x="102" y="23"/>
                  </a:cubicBezTo>
                  <a:cubicBezTo>
                    <a:pt x="109" y="24"/>
                    <a:pt x="117" y="30"/>
                    <a:pt x="123" y="22"/>
                  </a:cubicBezTo>
                  <a:cubicBezTo>
                    <a:pt x="111" y="37"/>
                    <a:pt x="85" y="43"/>
                    <a:pt x="68" y="48"/>
                  </a:cubicBezTo>
                  <a:cubicBezTo>
                    <a:pt x="57" y="51"/>
                    <a:pt x="45" y="52"/>
                    <a:pt x="36" y="58"/>
                  </a:cubicBezTo>
                  <a:cubicBezTo>
                    <a:pt x="29" y="63"/>
                    <a:pt x="22" y="74"/>
                    <a:pt x="14" y="75"/>
                  </a:cubicBezTo>
                  <a:cubicBezTo>
                    <a:pt x="11" y="51"/>
                    <a:pt x="7" y="26"/>
                    <a:pt x="0" y="2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69" name="Freeform 320">
              <a:extLst>
                <a:ext uri="{FF2B5EF4-FFF2-40B4-BE49-F238E27FC236}">
                  <a16:creationId xmlns:a16="http://schemas.microsoft.com/office/drawing/2014/main" id="{23286228-9272-421B-A07E-D4231634B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821"/>
              <a:ext cx="413" cy="408"/>
            </a:xfrm>
            <a:custGeom>
              <a:avLst/>
              <a:gdLst>
                <a:gd name="T0" fmla="*/ 208 w 165"/>
                <a:gd name="T1" fmla="*/ 2275 h 153"/>
                <a:gd name="T2" fmla="*/ 20 w 165"/>
                <a:gd name="T3" fmla="*/ 2901 h 153"/>
                <a:gd name="T4" fmla="*/ 521 w 165"/>
                <a:gd name="T5" fmla="*/ 1912 h 153"/>
                <a:gd name="T6" fmla="*/ 1334 w 165"/>
                <a:gd name="T7" fmla="*/ 1459 h 153"/>
                <a:gd name="T8" fmla="*/ 1554 w 165"/>
                <a:gd name="T9" fmla="*/ 1309 h 153"/>
                <a:gd name="T10" fmla="*/ 1710 w 165"/>
                <a:gd name="T11" fmla="*/ 1139 h 153"/>
                <a:gd name="T12" fmla="*/ 2055 w 165"/>
                <a:gd name="T13" fmla="*/ 1045 h 153"/>
                <a:gd name="T14" fmla="*/ 2588 w 165"/>
                <a:gd name="T15" fmla="*/ 947 h 153"/>
                <a:gd name="T16" fmla="*/ 2413 w 165"/>
                <a:gd name="T17" fmla="*/ 248 h 153"/>
                <a:gd name="T18" fmla="*/ 2068 w 165"/>
                <a:gd name="T19" fmla="*/ 77 h 153"/>
                <a:gd name="T20" fmla="*/ 1930 w 165"/>
                <a:gd name="T21" fmla="*/ 320 h 153"/>
                <a:gd name="T22" fmla="*/ 1304 w 165"/>
                <a:gd name="T23" fmla="*/ 931 h 153"/>
                <a:gd name="T24" fmla="*/ 783 w 165"/>
                <a:gd name="T25" fmla="*/ 947 h 153"/>
                <a:gd name="T26" fmla="*/ 1272 w 165"/>
                <a:gd name="T27" fmla="*/ 1059 h 153"/>
                <a:gd name="T28" fmla="*/ 533 w 165"/>
                <a:gd name="T29" fmla="*/ 1344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5" h="153">
                  <a:moveTo>
                    <a:pt x="13" y="120"/>
                  </a:moveTo>
                  <a:cubicBezTo>
                    <a:pt x="9" y="129"/>
                    <a:pt x="0" y="143"/>
                    <a:pt x="1" y="153"/>
                  </a:cubicBezTo>
                  <a:cubicBezTo>
                    <a:pt x="13" y="137"/>
                    <a:pt x="21" y="117"/>
                    <a:pt x="33" y="101"/>
                  </a:cubicBezTo>
                  <a:cubicBezTo>
                    <a:pt x="45" y="85"/>
                    <a:pt x="69" y="85"/>
                    <a:pt x="85" y="77"/>
                  </a:cubicBezTo>
                  <a:cubicBezTo>
                    <a:pt x="90" y="75"/>
                    <a:pt x="95" y="72"/>
                    <a:pt x="99" y="69"/>
                  </a:cubicBezTo>
                  <a:cubicBezTo>
                    <a:pt x="103" y="67"/>
                    <a:pt x="105" y="62"/>
                    <a:pt x="109" y="60"/>
                  </a:cubicBezTo>
                  <a:cubicBezTo>
                    <a:pt x="115" y="57"/>
                    <a:pt x="124" y="57"/>
                    <a:pt x="131" y="55"/>
                  </a:cubicBezTo>
                  <a:cubicBezTo>
                    <a:pt x="142" y="51"/>
                    <a:pt x="155" y="54"/>
                    <a:pt x="165" y="50"/>
                  </a:cubicBezTo>
                  <a:cubicBezTo>
                    <a:pt x="151" y="41"/>
                    <a:pt x="160" y="25"/>
                    <a:pt x="154" y="13"/>
                  </a:cubicBezTo>
                  <a:cubicBezTo>
                    <a:pt x="151" y="5"/>
                    <a:pt x="141" y="0"/>
                    <a:pt x="132" y="4"/>
                  </a:cubicBezTo>
                  <a:cubicBezTo>
                    <a:pt x="126" y="6"/>
                    <a:pt x="127" y="13"/>
                    <a:pt x="123" y="17"/>
                  </a:cubicBezTo>
                  <a:cubicBezTo>
                    <a:pt x="112" y="30"/>
                    <a:pt x="97" y="40"/>
                    <a:pt x="83" y="49"/>
                  </a:cubicBezTo>
                  <a:cubicBezTo>
                    <a:pt x="71" y="55"/>
                    <a:pt x="62" y="52"/>
                    <a:pt x="50" y="50"/>
                  </a:cubicBezTo>
                  <a:cubicBezTo>
                    <a:pt x="60" y="53"/>
                    <a:pt x="73" y="51"/>
                    <a:pt x="81" y="56"/>
                  </a:cubicBezTo>
                  <a:cubicBezTo>
                    <a:pt x="65" y="58"/>
                    <a:pt x="45" y="56"/>
                    <a:pt x="34" y="71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70" name="Freeform 321">
              <a:extLst>
                <a:ext uri="{FF2B5EF4-FFF2-40B4-BE49-F238E27FC236}">
                  <a16:creationId xmlns:a16="http://schemas.microsoft.com/office/drawing/2014/main" id="{DA60E163-CB73-458B-A4A3-9CFE12635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507"/>
              <a:ext cx="288" cy="362"/>
            </a:xfrm>
            <a:custGeom>
              <a:avLst/>
              <a:gdLst>
                <a:gd name="T0" fmla="*/ 83 w 115"/>
                <a:gd name="T1" fmla="*/ 282 h 136"/>
                <a:gd name="T2" fmla="*/ 676 w 115"/>
                <a:gd name="T3" fmla="*/ 1885 h 136"/>
                <a:gd name="T4" fmla="*/ 1129 w 115"/>
                <a:gd name="T5" fmla="*/ 2225 h 136"/>
                <a:gd name="T6" fmla="*/ 1475 w 115"/>
                <a:gd name="T7" fmla="*/ 2545 h 136"/>
                <a:gd name="T8" fmla="*/ 1463 w 115"/>
                <a:gd name="T9" fmla="*/ 2225 h 136"/>
                <a:gd name="T10" fmla="*/ 1788 w 115"/>
                <a:gd name="T11" fmla="*/ 1373 h 136"/>
                <a:gd name="T12" fmla="*/ 1272 w 115"/>
                <a:gd name="T13" fmla="*/ 1701 h 136"/>
                <a:gd name="T14" fmla="*/ 959 w 115"/>
                <a:gd name="T15" fmla="*/ 1190 h 136"/>
                <a:gd name="T16" fmla="*/ 626 w 115"/>
                <a:gd name="T17" fmla="*/ 751 h 136"/>
                <a:gd name="T18" fmla="*/ 208 w 115"/>
                <a:gd name="T19" fmla="*/ 303 h 136"/>
                <a:gd name="T20" fmla="*/ 0 w 115"/>
                <a:gd name="T21" fmla="*/ 0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5" h="136">
                  <a:moveTo>
                    <a:pt x="5" y="15"/>
                  </a:moveTo>
                  <a:cubicBezTo>
                    <a:pt x="26" y="40"/>
                    <a:pt x="55" y="64"/>
                    <a:pt x="43" y="100"/>
                  </a:cubicBezTo>
                  <a:cubicBezTo>
                    <a:pt x="53" y="103"/>
                    <a:pt x="66" y="110"/>
                    <a:pt x="72" y="118"/>
                  </a:cubicBezTo>
                  <a:cubicBezTo>
                    <a:pt x="79" y="128"/>
                    <a:pt x="78" y="134"/>
                    <a:pt x="94" y="135"/>
                  </a:cubicBezTo>
                  <a:cubicBezTo>
                    <a:pt x="79" y="136"/>
                    <a:pt x="89" y="123"/>
                    <a:pt x="93" y="118"/>
                  </a:cubicBezTo>
                  <a:cubicBezTo>
                    <a:pt x="103" y="106"/>
                    <a:pt x="115" y="89"/>
                    <a:pt x="114" y="73"/>
                  </a:cubicBezTo>
                  <a:cubicBezTo>
                    <a:pt x="104" y="82"/>
                    <a:pt x="97" y="102"/>
                    <a:pt x="81" y="90"/>
                  </a:cubicBezTo>
                  <a:cubicBezTo>
                    <a:pt x="73" y="84"/>
                    <a:pt x="68" y="71"/>
                    <a:pt x="61" y="63"/>
                  </a:cubicBezTo>
                  <a:cubicBezTo>
                    <a:pt x="54" y="55"/>
                    <a:pt x="47" y="47"/>
                    <a:pt x="40" y="40"/>
                  </a:cubicBezTo>
                  <a:cubicBezTo>
                    <a:pt x="31" y="32"/>
                    <a:pt x="22" y="24"/>
                    <a:pt x="13" y="16"/>
                  </a:cubicBezTo>
                  <a:cubicBezTo>
                    <a:pt x="9" y="12"/>
                    <a:pt x="5" y="4"/>
                    <a:pt x="0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71" name="Freeform 322">
              <a:extLst>
                <a:ext uri="{FF2B5EF4-FFF2-40B4-BE49-F238E27FC236}">
                  <a16:creationId xmlns:a16="http://schemas.microsoft.com/office/drawing/2014/main" id="{D2B893CB-CB75-4322-9CE9-C6B5FFBF6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080"/>
              <a:ext cx="188" cy="179"/>
            </a:xfrm>
            <a:custGeom>
              <a:avLst/>
              <a:gdLst>
                <a:gd name="T0" fmla="*/ 0 w 75"/>
                <a:gd name="T1" fmla="*/ 1013 h 67"/>
                <a:gd name="T2" fmla="*/ 910 w 75"/>
                <a:gd name="T3" fmla="*/ 1277 h 67"/>
                <a:gd name="T4" fmla="*/ 805 w 75"/>
                <a:gd name="T5" fmla="*/ 649 h 67"/>
                <a:gd name="T6" fmla="*/ 1181 w 75"/>
                <a:gd name="T7" fmla="*/ 171 h 67"/>
                <a:gd name="T8" fmla="*/ 709 w 75"/>
                <a:gd name="T9" fmla="*/ 94 h 67"/>
                <a:gd name="T10" fmla="*/ 113 w 75"/>
                <a:gd name="T11" fmla="*/ 84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67">
                  <a:moveTo>
                    <a:pt x="0" y="53"/>
                  </a:moveTo>
                  <a:cubicBezTo>
                    <a:pt x="22" y="49"/>
                    <a:pt x="38" y="63"/>
                    <a:pt x="58" y="67"/>
                  </a:cubicBezTo>
                  <a:cubicBezTo>
                    <a:pt x="38" y="65"/>
                    <a:pt x="41" y="46"/>
                    <a:pt x="51" y="34"/>
                  </a:cubicBezTo>
                  <a:cubicBezTo>
                    <a:pt x="55" y="29"/>
                    <a:pt x="75" y="16"/>
                    <a:pt x="75" y="9"/>
                  </a:cubicBezTo>
                  <a:cubicBezTo>
                    <a:pt x="75" y="0"/>
                    <a:pt x="52" y="4"/>
                    <a:pt x="45" y="5"/>
                  </a:cubicBezTo>
                  <a:cubicBezTo>
                    <a:pt x="22" y="9"/>
                    <a:pt x="21" y="29"/>
                    <a:pt x="7" y="4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72" name="Freeform 323">
              <a:extLst>
                <a:ext uri="{FF2B5EF4-FFF2-40B4-BE49-F238E27FC236}">
                  <a16:creationId xmlns:a16="http://schemas.microsoft.com/office/drawing/2014/main" id="{943EF6DD-B503-4CDE-9B9C-39C17B242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12"/>
              <a:ext cx="390" cy="501"/>
            </a:xfrm>
            <a:custGeom>
              <a:avLst/>
              <a:gdLst>
                <a:gd name="T0" fmla="*/ 1895 w 156"/>
                <a:gd name="T1" fmla="*/ 773 h 188"/>
                <a:gd name="T2" fmla="*/ 1395 w 156"/>
                <a:gd name="T3" fmla="*/ 1343 h 188"/>
                <a:gd name="T4" fmla="*/ 720 w 156"/>
                <a:gd name="T5" fmla="*/ 1855 h 188"/>
                <a:gd name="T6" fmla="*/ 83 w 156"/>
                <a:gd name="T7" fmla="*/ 2044 h 188"/>
                <a:gd name="T8" fmla="*/ 220 w 156"/>
                <a:gd name="T9" fmla="*/ 2364 h 188"/>
                <a:gd name="T10" fmla="*/ 845 w 156"/>
                <a:gd name="T11" fmla="*/ 2990 h 188"/>
                <a:gd name="T12" fmla="*/ 1363 w 156"/>
                <a:gd name="T13" fmla="*/ 3238 h 188"/>
                <a:gd name="T14" fmla="*/ 2175 w 156"/>
                <a:gd name="T15" fmla="*/ 3366 h 188"/>
                <a:gd name="T16" fmla="*/ 1520 w 156"/>
                <a:gd name="T17" fmla="*/ 2422 h 188"/>
                <a:gd name="T18" fmla="*/ 1925 w 156"/>
                <a:gd name="T19" fmla="*/ 1783 h 188"/>
                <a:gd name="T20" fmla="*/ 2063 w 156"/>
                <a:gd name="T21" fmla="*/ 1135 h 188"/>
                <a:gd name="T22" fmla="*/ 2408 w 156"/>
                <a:gd name="T23" fmla="*/ 306 h 188"/>
                <a:gd name="T24" fmla="*/ 2300 w 156"/>
                <a:gd name="T25" fmla="*/ 77 h 188"/>
                <a:gd name="T26" fmla="*/ 1625 w 156"/>
                <a:gd name="T27" fmla="*/ 1023 h 1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188">
                  <a:moveTo>
                    <a:pt x="121" y="41"/>
                  </a:moveTo>
                  <a:cubicBezTo>
                    <a:pt x="115" y="54"/>
                    <a:pt x="100" y="62"/>
                    <a:pt x="89" y="71"/>
                  </a:cubicBezTo>
                  <a:cubicBezTo>
                    <a:pt x="75" y="82"/>
                    <a:pt x="63" y="93"/>
                    <a:pt x="46" y="98"/>
                  </a:cubicBezTo>
                  <a:cubicBezTo>
                    <a:pt x="37" y="100"/>
                    <a:pt x="10" y="101"/>
                    <a:pt x="5" y="108"/>
                  </a:cubicBezTo>
                  <a:cubicBezTo>
                    <a:pt x="0" y="115"/>
                    <a:pt x="9" y="121"/>
                    <a:pt x="14" y="125"/>
                  </a:cubicBezTo>
                  <a:cubicBezTo>
                    <a:pt x="27" y="137"/>
                    <a:pt x="36" y="152"/>
                    <a:pt x="54" y="158"/>
                  </a:cubicBezTo>
                  <a:cubicBezTo>
                    <a:pt x="66" y="162"/>
                    <a:pt x="76" y="166"/>
                    <a:pt x="87" y="171"/>
                  </a:cubicBezTo>
                  <a:cubicBezTo>
                    <a:pt x="104" y="178"/>
                    <a:pt x="123" y="171"/>
                    <a:pt x="139" y="178"/>
                  </a:cubicBezTo>
                  <a:cubicBezTo>
                    <a:pt x="117" y="188"/>
                    <a:pt x="82" y="150"/>
                    <a:pt x="97" y="128"/>
                  </a:cubicBezTo>
                  <a:cubicBezTo>
                    <a:pt x="105" y="116"/>
                    <a:pt x="116" y="107"/>
                    <a:pt x="123" y="94"/>
                  </a:cubicBezTo>
                  <a:cubicBezTo>
                    <a:pt x="131" y="82"/>
                    <a:pt x="132" y="75"/>
                    <a:pt x="132" y="60"/>
                  </a:cubicBezTo>
                  <a:cubicBezTo>
                    <a:pt x="132" y="40"/>
                    <a:pt x="152" y="36"/>
                    <a:pt x="154" y="16"/>
                  </a:cubicBezTo>
                  <a:cubicBezTo>
                    <a:pt x="155" y="8"/>
                    <a:pt x="156" y="6"/>
                    <a:pt x="147" y="4"/>
                  </a:cubicBezTo>
                  <a:cubicBezTo>
                    <a:pt x="125" y="0"/>
                    <a:pt x="117" y="43"/>
                    <a:pt x="104" y="5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73" name="Freeform 324">
              <a:extLst>
                <a:ext uri="{FF2B5EF4-FFF2-40B4-BE49-F238E27FC236}">
                  <a16:creationId xmlns:a16="http://schemas.microsoft.com/office/drawing/2014/main" id="{0173D341-039A-4934-A200-0CBCC577C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088"/>
              <a:ext cx="285" cy="747"/>
            </a:xfrm>
            <a:custGeom>
              <a:avLst/>
              <a:gdLst>
                <a:gd name="T0" fmla="*/ 583 w 114"/>
                <a:gd name="T1" fmla="*/ 0 h 280"/>
                <a:gd name="T2" fmla="*/ 345 w 114"/>
                <a:gd name="T3" fmla="*/ 947 h 280"/>
                <a:gd name="T4" fmla="*/ 0 w 114"/>
                <a:gd name="T5" fmla="*/ 1515 h 280"/>
                <a:gd name="T6" fmla="*/ 283 w 114"/>
                <a:gd name="T7" fmla="*/ 2198 h 280"/>
                <a:gd name="T8" fmla="*/ 363 w 114"/>
                <a:gd name="T9" fmla="*/ 2961 h 280"/>
                <a:gd name="T10" fmla="*/ 708 w 114"/>
                <a:gd name="T11" fmla="*/ 4122 h 280"/>
                <a:gd name="T12" fmla="*/ 908 w 114"/>
                <a:gd name="T13" fmla="*/ 5317 h 280"/>
                <a:gd name="T14" fmla="*/ 1158 w 114"/>
                <a:gd name="T15" fmla="*/ 4690 h 280"/>
                <a:gd name="T16" fmla="*/ 1050 w 114"/>
                <a:gd name="T17" fmla="*/ 3722 h 280"/>
                <a:gd name="T18" fmla="*/ 1083 w 114"/>
                <a:gd name="T19" fmla="*/ 2313 h 280"/>
                <a:gd name="T20" fmla="*/ 1708 w 114"/>
                <a:gd name="T21" fmla="*/ 1745 h 280"/>
                <a:gd name="T22" fmla="*/ 1020 w 114"/>
                <a:gd name="T23" fmla="*/ 1707 h 280"/>
                <a:gd name="T24" fmla="*/ 645 w 114"/>
                <a:gd name="T25" fmla="*/ 76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4" h="280">
                  <a:moveTo>
                    <a:pt x="37" y="0"/>
                  </a:moveTo>
                  <a:cubicBezTo>
                    <a:pt x="38" y="18"/>
                    <a:pt x="32" y="35"/>
                    <a:pt x="22" y="50"/>
                  </a:cubicBezTo>
                  <a:cubicBezTo>
                    <a:pt x="15" y="59"/>
                    <a:pt x="1" y="69"/>
                    <a:pt x="0" y="80"/>
                  </a:cubicBezTo>
                  <a:cubicBezTo>
                    <a:pt x="0" y="92"/>
                    <a:pt x="14" y="105"/>
                    <a:pt x="18" y="116"/>
                  </a:cubicBezTo>
                  <a:cubicBezTo>
                    <a:pt x="23" y="130"/>
                    <a:pt x="19" y="142"/>
                    <a:pt x="23" y="156"/>
                  </a:cubicBezTo>
                  <a:cubicBezTo>
                    <a:pt x="30" y="175"/>
                    <a:pt x="45" y="197"/>
                    <a:pt x="45" y="217"/>
                  </a:cubicBezTo>
                  <a:cubicBezTo>
                    <a:pt x="46" y="235"/>
                    <a:pt x="37" y="269"/>
                    <a:pt x="58" y="280"/>
                  </a:cubicBezTo>
                  <a:cubicBezTo>
                    <a:pt x="64" y="267"/>
                    <a:pt x="65" y="258"/>
                    <a:pt x="74" y="247"/>
                  </a:cubicBezTo>
                  <a:cubicBezTo>
                    <a:pt x="87" y="233"/>
                    <a:pt x="72" y="212"/>
                    <a:pt x="67" y="196"/>
                  </a:cubicBezTo>
                  <a:cubicBezTo>
                    <a:pt x="60" y="170"/>
                    <a:pt x="60" y="147"/>
                    <a:pt x="69" y="122"/>
                  </a:cubicBezTo>
                  <a:cubicBezTo>
                    <a:pt x="78" y="99"/>
                    <a:pt x="87" y="98"/>
                    <a:pt x="109" y="92"/>
                  </a:cubicBezTo>
                  <a:cubicBezTo>
                    <a:pt x="114" y="72"/>
                    <a:pt x="71" y="90"/>
                    <a:pt x="65" y="90"/>
                  </a:cubicBezTo>
                  <a:cubicBezTo>
                    <a:pt x="47" y="91"/>
                    <a:pt x="42" y="54"/>
                    <a:pt x="41" y="4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74" name="Freeform 325">
              <a:extLst>
                <a:ext uri="{FF2B5EF4-FFF2-40B4-BE49-F238E27FC236}">
                  <a16:creationId xmlns:a16="http://schemas.microsoft.com/office/drawing/2014/main" id="{B55183E2-40B0-43D8-83FC-8DB6A28DF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176"/>
              <a:ext cx="65" cy="203"/>
            </a:xfrm>
            <a:custGeom>
              <a:avLst/>
              <a:gdLst>
                <a:gd name="T0" fmla="*/ 363 w 26"/>
                <a:gd name="T1" fmla="*/ 227 h 76"/>
                <a:gd name="T2" fmla="*/ 375 w 26"/>
                <a:gd name="T3" fmla="*/ 841 h 76"/>
                <a:gd name="T4" fmla="*/ 283 w 26"/>
                <a:gd name="T5" fmla="*/ 1448 h 76"/>
                <a:gd name="T6" fmla="*/ 20 w 26"/>
                <a:gd name="T7" fmla="*/ 662 h 76"/>
                <a:gd name="T8" fmla="*/ 188 w 26"/>
                <a:gd name="T9" fmla="*/ 227 h 76"/>
                <a:gd name="T10" fmla="*/ 333 w 26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6">
                  <a:moveTo>
                    <a:pt x="23" y="12"/>
                  </a:moveTo>
                  <a:cubicBezTo>
                    <a:pt x="23" y="23"/>
                    <a:pt x="26" y="33"/>
                    <a:pt x="24" y="44"/>
                  </a:cubicBezTo>
                  <a:cubicBezTo>
                    <a:pt x="22" y="55"/>
                    <a:pt x="17" y="65"/>
                    <a:pt x="18" y="76"/>
                  </a:cubicBezTo>
                  <a:cubicBezTo>
                    <a:pt x="15" y="66"/>
                    <a:pt x="0" y="46"/>
                    <a:pt x="1" y="35"/>
                  </a:cubicBezTo>
                  <a:cubicBezTo>
                    <a:pt x="1" y="32"/>
                    <a:pt x="10" y="15"/>
                    <a:pt x="12" y="12"/>
                  </a:cubicBezTo>
                  <a:cubicBezTo>
                    <a:pt x="15" y="8"/>
                    <a:pt x="21" y="6"/>
                    <a:pt x="21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75" name="Freeform 326">
              <a:extLst>
                <a:ext uri="{FF2B5EF4-FFF2-40B4-BE49-F238E27FC236}">
                  <a16:creationId xmlns:a16="http://schemas.microsoft.com/office/drawing/2014/main" id="{2CD74983-D8A1-4C43-A255-0BD7DE2AB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651"/>
              <a:ext cx="272" cy="328"/>
            </a:xfrm>
            <a:custGeom>
              <a:avLst/>
              <a:gdLst>
                <a:gd name="T0" fmla="*/ 1120 w 109"/>
                <a:gd name="T1" fmla="*/ 0 h 123"/>
                <a:gd name="T2" fmla="*/ 853 w 109"/>
                <a:gd name="T3" fmla="*/ 512 h 123"/>
                <a:gd name="T4" fmla="*/ 871 w 109"/>
                <a:gd name="T5" fmla="*/ 1059 h 123"/>
                <a:gd name="T6" fmla="*/ 1028 w 109"/>
                <a:gd name="T7" fmla="*/ 1784 h 123"/>
                <a:gd name="T8" fmla="*/ 636 w 109"/>
                <a:gd name="T9" fmla="*/ 2048 h 123"/>
                <a:gd name="T10" fmla="*/ 292 w 109"/>
                <a:gd name="T11" fmla="*/ 2104 h 123"/>
                <a:gd name="T12" fmla="*/ 0 w 109"/>
                <a:gd name="T13" fmla="*/ 2027 h 123"/>
                <a:gd name="T14" fmla="*/ 871 w 109"/>
                <a:gd name="T15" fmla="*/ 2141 h 123"/>
                <a:gd name="T16" fmla="*/ 1694 w 109"/>
                <a:gd name="T17" fmla="*/ 2333 h 123"/>
                <a:gd name="T18" fmla="*/ 1278 w 109"/>
                <a:gd name="T19" fmla="*/ 1501 h 123"/>
                <a:gd name="T20" fmla="*/ 1153 w 109"/>
                <a:gd name="T21" fmla="*/ 397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123">
                  <a:moveTo>
                    <a:pt x="72" y="0"/>
                  </a:moveTo>
                  <a:cubicBezTo>
                    <a:pt x="67" y="10"/>
                    <a:pt x="59" y="18"/>
                    <a:pt x="55" y="27"/>
                  </a:cubicBezTo>
                  <a:cubicBezTo>
                    <a:pt x="66" y="33"/>
                    <a:pt x="57" y="47"/>
                    <a:pt x="56" y="56"/>
                  </a:cubicBezTo>
                  <a:cubicBezTo>
                    <a:pt x="56" y="69"/>
                    <a:pt x="60" y="83"/>
                    <a:pt x="66" y="94"/>
                  </a:cubicBezTo>
                  <a:cubicBezTo>
                    <a:pt x="60" y="102"/>
                    <a:pt x="51" y="106"/>
                    <a:pt x="41" y="108"/>
                  </a:cubicBezTo>
                  <a:cubicBezTo>
                    <a:pt x="34" y="110"/>
                    <a:pt x="27" y="112"/>
                    <a:pt x="19" y="111"/>
                  </a:cubicBezTo>
                  <a:cubicBezTo>
                    <a:pt x="13" y="110"/>
                    <a:pt x="7" y="106"/>
                    <a:pt x="0" y="107"/>
                  </a:cubicBezTo>
                  <a:cubicBezTo>
                    <a:pt x="19" y="108"/>
                    <a:pt x="37" y="110"/>
                    <a:pt x="56" y="113"/>
                  </a:cubicBezTo>
                  <a:cubicBezTo>
                    <a:pt x="73" y="116"/>
                    <a:pt x="93" y="116"/>
                    <a:pt x="109" y="123"/>
                  </a:cubicBezTo>
                  <a:cubicBezTo>
                    <a:pt x="104" y="108"/>
                    <a:pt x="89" y="95"/>
                    <a:pt x="82" y="79"/>
                  </a:cubicBezTo>
                  <a:cubicBezTo>
                    <a:pt x="75" y="62"/>
                    <a:pt x="76" y="40"/>
                    <a:pt x="74" y="21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76" name="Freeform 327">
              <a:extLst>
                <a:ext uri="{FF2B5EF4-FFF2-40B4-BE49-F238E27FC236}">
                  <a16:creationId xmlns:a16="http://schemas.microsoft.com/office/drawing/2014/main" id="{A3A06060-5282-40EE-BBF6-FF93D6DC5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21"/>
              <a:ext cx="207" cy="224"/>
            </a:xfrm>
            <a:custGeom>
              <a:avLst/>
              <a:gdLst>
                <a:gd name="T0" fmla="*/ 42 w 83"/>
                <a:gd name="T1" fmla="*/ 0 h 84"/>
                <a:gd name="T2" fmla="*/ 821 w 83"/>
                <a:gd name="T3" fmla="*/ 1101 h 84"/>
                <a:gd name="T4" fmla="*/ 1212 w 83"/>
                <a:gd name="T5" fmla="*/ 1592 h 84"/>
                <a:gd name="T6" fmla="*/ 466 w 83"/>
                <a:gd name="T7" fmla="*/ 1173 h 84"/>
                <a:gd name="T8" fmla="*/ 92 w 83"/>
                <a:gd name="T9" fmla="*/ 456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4">
                  <a:moveTo>
                    <a:pt x="3" y="0"/>
                  </a:moveTo>
                  <a:cubicBezTo>
                    <a:pt x="18" y="20"/>
                    <a:pt x="33" y="42"/>
                    <a:pt x="53" y="58"/>
                  </a:cubicBezTo>
                  <a:cubicBezTo>
                    <a:pt x="59" y="63"/>
                    <a:pt x="83" y="73"/>
                    <a:pt x="78" y="84"/>
                  </a:cubicBezTo>
                  <a:cubicBezTo>
                    <a:pt x="62" y="81"/>
                    <a:pt x="44" y="70"/>
                    <a:pt x="30" y="62"/>
                  </a:cubicBezTo>
                  <a:cubicBezTo>
                    <a:pt x="15" y="54"/>
                    <a:pt x="0" y="44"/>
                    <a:pt x="6" y="2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77" name="Freeform 328">
              <a:extLst>
                <a:ext uri="{FF2B5EF4-FFF2-40B4-BE49-F238E27FC236}">
                  <a16:creationId xmlns:a16="http://schemas.microsoft.com/office/drawing/2014/main" id="{B4AE58FA-97D2-4D0D-887C-E93AEA871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021"/>
              <a:ext cx="210" cy="259"/>
            </a:xfrm>
            <a:custGeom>
              <a:avLst/>
              <a:gdLst>
                <a:gd name="T0" fmla="*/ 20 w 84"/>
                <a:gd name="T1" fmla="*/ 115 h 97"/>
                <a:gd name="T2" fmla="*/ 250 w 84"/>
                <a:gd name="T3" fmla="*/ 1127 h 97"/>
                <a:gd name="T4" fmla="*/ 113 w 84"/>
                <a:gd name="T5" fmla="*/ 1848 h 97"/>
                <a:gd name="T6" fmla="*/ 550 w 84"/>
                <a:gd name="T7" fmla="*/ 1298 h 97"/>
                <a:gd name="T8" fmla="*/ 1313 w 84"/>
                <a:gd name="T9" fmla="*/ 935 h 97"/>
                <a:gd name="T10" fmla="*/ 550 w 84"/>
                <a:gd name="T11" fmla="*/ 491 h 97"/>
                <a:gd name="T12" fmla="*/ 0 w 84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7">
                  <a:moveTo>
                    <a:pt x="1" y="6"/>
                  </a:moveTo>
                  <a:cubicBezTo>
                    <a:pt x="16" y="15"/>
                    <a:pt x="17" y="44"/>
                    <a:pt x="16" y="59"/>
                  </a:cubicBezTo>
                  <a:cubicBezTo>
                    <a:pt x="15" y="71"/>
                    <a:pt x="6" y="85"/>
                    <a:pt x="7" y="97"/>
                  </a:cubicBezTo>
                  <a:cubicBezTo>
                    <a:pt x="18" y="92"/>
                    <a:pt x="24" y="75"/>
                    <a:pt x="35" y="68"/>
                  </a:cubicBezTo>
                  <a:cubicBezTo>
                    <a:pt x="49" y="58"/>
                    <a:pt x="68" y="51"/>
                    <a:pt x="84" y="49"/>
                  </a:cubicBezTo>
                  <a:cubicBezTo>
                    <a:pt x="69" y="40"/>
                    <a:pt x="51" y="35"/>
                    <a:pt x="35" y="26"/>
                  </a:cubicBezTo>
                  <a:cubicBezTo>
                    <a:pt x="25" y="20"/>
                    <a:pt x="11" y="1"/>
                    <a:pt x="0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78" name="Freeform 329">
              <a:extLst>
                <a:ext uri="{FF2B5EF4-FFF2-40B4-BE49-F238E27FC236}">
                  <a16:creationId xmlns:a16="http://schemas.microsoft.com/office/drawing/2014/main" id="{DBA0AC33-CA92-46EB-9B2E-07B04C684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1717"/>
              <a:ext cx="68" cy="147"/>
            </a:xfrm>
            <a:custGeom>
              <a:avLst/>
              <a:gdLst>
                <a:gd name="T0" fmla="*/ 83 w 27"/>
                <a:gd name="T1" fmla="*/ 0 h 55"/>
                <a:gd name="T2" fmla="*/ 350 w 27"/>
                <a:gd name="T3" fmla="*/ 842 h 55"/>
                <a:gd name="T4" fmla="*/ 317 w 27"/>
                <a:gd name="T5" fmla="*/ 994 h 55"/>
                <a:gd name="T6" fmla="*/ 83 w 27"/>
                <a:gd name="T7" fmla="*/ 1050 h 55"/>
                <a:gd name="T8" fmla="*/ 0 w 27"/>
                <a:gd name="T9" fmla="*/ 49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5">
                  <a:moveTo>
                    <a:pt x="5" y="0"/>
                  </a:moveTo>
                  <a:cubicBezTo>
                    <a:pt x="4" y="18"/>
                    <a:pt x="17" y="29"/>
                    <a:pt x="22" y="44"/>
                  </a:cubicBezTo>
                  <a:cubicBezTo>
                    <a:pt x="25" y="52"/>
                    <a:pt x="27" y="48"/>
                    <a:pt x="20" y="52"/>
                  </a:cubicBezTo>
                  <a:cubicBezTo>
                    <a:pt x="16" y="55"/>
                    <a:pt x="9" y="55"/>
                    <a:pt x="5" y="55"/>
                  </a:cubicBezTo>
                  <a:cubicBezTo>
                    <a:pt x="1" y="46"/>
                    <a:pt x="0" y="36"/>
                    <a:pt x="0" y="26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79" name="Freeform 330">
              <a:extLst>
                <a:ext uri="{FF2B5EF4-FFF2-40B4-BE49-F238E27FC236}">
                  <a16:creationId xmlns:a16="http://schemas.microsoft.com/office/drawing/2014/main" id="{AEFB7229-E8C3-4EDF-8757-4C431565D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733"/>
              <a:ext cx="207" cy="166"/>
            </a:xfrm>
            <a:custGeom>
              <a:avLst/>
              <a:gdLst>
                <a:gd name="T0" fmla="*/ 125 w 83"/>
                <a:gd name="T1" fmla="*/ 653 h 62"/>
                <a:gd name="T2" fmla="*/ 728 w 83"/>
                <a:gd name="T3" fmla="*/ 1167 h 62"/>
                <a:gd name="T4" fmla="*/ 1037 w 83"/>
                <a:gd name="T5" fmla="*/ 1111 h 62"/>
                <a:gd name="T6" fmla="*/ 1287 w 83"/>
                <a:gd name="T7" fmla="*/ 1133 h 62"/>
                <a:gd name="T8" fmla="*/ 915 w 83"/>
                <a:gd name="T9" fmla="*/ 0 h 62"/>
                <a:gd name="T10" fmla="*/ 653 w 83"/>
                <a:gd name="T11" fmla="*/ 731 h 62"/>
                <a:gd name="T12" fmla="*/ 0 w 83"/>
                <a:gd name="T13" fmla="*/ 444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62">
                  <a:moveTo>
                    <a:pt x="8" y="34"/>
                  </a:moveTo>
                  <a:cubicBezTo>
                    <a:pt x="16" y="49"/>
                    <a:pt x="30" y="62"/>
                    <a:pt x="47" y="61"/>
                  </a:cubicBezTo>
                  <a:cubicBezTo>
                    <a:pt x="54" y="60"/>
                    <a:pt x="60" y="58"/>
                    <a:pt x="67" y="58"/>
                  </a:cubicBezTo>
                  <a:cubicBezTo>
                    <a:pt x="73" y="58"/>
                    <a:pt x="77" y="60"/>
                    <a:pt x="83" y="59"/>
                  </a:cubicBezTo>
                  <a:cubicBezTo>
                    <a:pt x="71" y="43"/>
                    <a:pt x="59" y="22"/>
                    <a:pt x="59" y="0"/>
                  </a:cubicBezTo>
                  <a:cubicBezTo>
                    <a:pt x="56" y="17"/>
                    <a:pt x="63" y="32"/>
                    <a:pt x="42" y="38"/>
                  </a:cubicBezTo>
                  <a:cubicBezTo>
                    <a:pt x="32" y="41"/>
                    <a:pt x="1" y="37"/>
                    <a:pt x="0" y="23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80" name="Freeform 331">
              <a:extLst>
                <a:ext uri="{FF2B5EF4-FFF2-40B4-BE49-F238E27FC236}">
                  <a16:creationId xmlns:a16="http://schemas.microsoft.com/office/drawing/2014/main" id="{9EBF3C2F-9A08-491F-8320-79F6B20CC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136"/>
              <a:ext cx="157" cy="112"/>
            </a:xfrm>
            <a:custGeom>
              <a:avLst/>
              <a:gdLst>
                <a:gd name="T0" fmla="*/ 0 w 63"/>
                <a:gd name="T1" fmla="*/ 0 h 42"/>
                <a:gd name="T2" fmla="*/ 0 w 63"/>
                <a:gd name="T3" fmla="*/ 797 h 42"/>
                <a:gd name="T4" fmla="*/ 695 w 63"/>
                <a:gd name="T5" fmla="*/ 533 h 42"/>
                <a:gd name="T6" fmla="*/ 974 w 63"/>
                <a:gd name="T7" fmla="*/ 419 h 42"/>
                <a:gd name="T8" fmla="*/ 820 w 63"/>
                <a:gd name="T9" fmla="*/ 36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2">
                  <a:moveTo>
                    <a:pt x="0" y="0"/>
                  </a:moveTo>
                  <a:cubicBezTo>
                    <a:pt x="25" y="2"/>
                    <a:pt x="15" y="35"/>
                    <a:pt x="0" y="42"/>
                  </a:cubicBezTo>
                  <a:cubicBezTo>
                    <a:pt x="13" y="32"/>
                    <a:pt x="29" y="29"/>
                    <a:pt x="45" y="28"/>
                  </a:cubicBezTo>
                  <a:cubicBezTo>
                    <a:pt x="52" y="27"/>
                    <a:pt x="59" y="27"/>
                    <a:pt x="63" y="22"/>
                  </a:cubicBezTo>
                  <a:cubicBezTo>
                    <a:pt x="60" y="21"/>
                    <a:pt x="57" y="19"/>
                    <a:pt x="53" y="19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81" name="Freeform 332">
              <a:extLst>
                <a:ext uri="{FF2B5EF4-FFF2-40B4-BE49-F238E27FC236}">
                  <a16:creationId xmlns:a16="http://schemas.microsoft.com/office/drawing/2014/main" id="{FFD5939D-C141-4AAF-AE30-F36594473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195"/>
              <a:ext cx="118" cy="216"/>
            </a:xfrm>
            <a:custGeom>
              <a:avLst/>
              <a:gdLst>
                <a:gd name="T0" fmla="*/ 743 w 47"/>
                <a:gd name="T1" fmla="*/ 0 h 81"/>
                <a:gd name="T2" fmla="*/ 316 w 47"/>
                <a:gd name="T3" fmla="*/ 704 h 81"/>
                <a:gd name="T4" fmla="*/ 663 w 47"/>
                <a:gd name="T5" fmla="*/ 1421 h 81"/>
                <a:gd name="T6" fmla="*/ 176 w 47"/>
                <a:gd name="T7" fmla="*/ 1400 h 81"/>
                <a:gd name="T8" fmla="*/ 113 w 47"/>
                <a:gd name="T9" fmla="*/ 605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1">
                  <a:moveTo>
                    <a:pt x="47" y="0"/>
                  </a:moveTo>
                  <a:cubicBezTo>
                    <a:pt x="35" y="8"/>
                    <a:pt x="22" y="20"/>
                    <a:pt x="20" y="37"/>
                  </a:cubicBezTo>
                  <a:cubicBezTo>
                    <a:pt x="19" y="52"/>
                    <a:pt x="33" y="64"/>
                    <a:pt x="42" y="75"/>
                  </a:cubicBezTo>
                  <a:cubicBezTo>
                    <a:pt x="33" y="76"/>
                    <a:pt x="19" y="81"/>
                    <a:pt x="11" y="74"/>
                  </a:cubicBezTo>
                  <a:cubicBezTo>
                    <a:pt x="0" y="65"/>
                    <a:pt x="3" y="44"/>
                    <a:pt x="7" y="32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82" name="Freeform 333">
              <a:extLst>
                <a:ext uri="{FF2B5EF4-FFF2-40B4-BE49-F238E27FC236}">
                  <a16:creationId xmlns:a16="http://schemas.microsoft.com/office/drawing/2014/main" id="{CB9E8E03-428D-4AC9-8A41-FAEB3723F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13"/>
              <a:ext cx="162" cy="219"/>
            </a:xfrm>
            <a:custGeom>
              <a:avLst/>
              <a:gdLst>
                <a:gd name="T0" fmla="*/ 0 w 65"/>
                <a:gd name="T1" fmla="*/ 764 h 82"/>
                <a:gd name="T2" fmla="*/ 1007 w 65"/>
                <a:gd name="T3" fmla="*/ 0 h 82"/>
                <a:gd name="T4" fmla="*/ 745 w 65"/>
                <a:gd name="T5" fmla="*/ 1562 h 82"/>
                <a:gd name="T6" fmla="*/ 434 w 65"/>
                <a:gd name="T7" fmla="*/ 1084 h 82"/>
                <a:gd name="T8" fmla="*/ 62 w 65"/>
                <a:gd name="T9" fmla="*/ 84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82">
                  <a:moveTo>
                    <a:pt x="0" y="40"/>
                  </a:moveTo>
                  <a:cubicBezTo>
                    <a:pt x="24" y="38"/>
                    <a:pt x="59" y="28"/>
                    <a:pt x="65" y="0"/>
                  </a:cubicBezTo>
                  <a:cubicBezTo>
                    <a:pt x="55" y="27"/>
                    <a:pt x="44" y="53"/>
                    <a:pt x="48" y="82"/>
                  </a:cubicBezTo>
                  <a:cubicBezTo>
                    <a:pt x="41" y="71"/>
                    <a:pt x="40" y="64"/>
                    <a:pt x="28" y="57"/>
                  </a:cubicBezTo>
                  <a:cubicBezTo>
                    <a:pt x="21" y="52"/>
                    <a:pt x="13" y="47"/>
                    <a:pt x="4" y="4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83" name="Freeform 334">
              <a:extLst>
                <a:ext uri="{FF2B5EF4-FFF2-40B4-BE49-F238E27FC236}">
                  <a16:creationId xmlns:a16="http://schemas.microsoft.com/office/drawing/2014/main" id="{82F72D31-3273-4C93-A3CC-98FDC4351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2539"/>
              <a:ext cx="142" cy="96"/>
            </a:xfrm>
            <a:custGeom>
              <a:avLst/>
              <a:gdLst>
                <a:gd name="T0" fmla="*/ 0 w 57"/>
                <a:gd name="T1" fmla="*/ 205 h 36"/>
                <a:gd name="T2" fmla="*/ 384 w 57"/>
                <a:gd name="T3" fmla="*/ 0 h 36"/>
                <a:gd name="T4" fmla="*/ 882 w 57"/>
                <a:gd name="T5" fmla="*/ 683 h 36"/>
                <a:gd name="T6" fmla="*/ 665 w 57"/>
                <a:gd name="T7" fmla="*/ 648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6">
                  <a:moveTo>
                    <a:pt x="0" y="11"/>
                  </a:moveTo>
                  <a:cubicBezTo>
                    <a:pt x="9" y="16"/>
                    <a:pt x="20" y="6"/>
                    <a:pt x="25" y="0"/>
                  </a:cubicBezTo>
                  <a:cubicBezTo>
                    <a:pt x="34" y="14"/>
                    <a:pt x="50" y="21"/>
                    <a:pt x="57" y="36"/>
                  </a:cubicBezTo>
                  <a:cubicBezTo>
                    <a:pt x="52" y="36"/>
                    <a:pt x="48" y="35"/>
                    <a:pt x="43" y="3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84" name="Freeform 335">
              <a:extLst>
                <a:ext uri="{FF2B5EF4-FFF2-40B4-BE49-F238E27FC236}">
                  <a16:creationId xmlns:a16="http://schemas.microsoft.com/office/drawing/2014/main" id="{75FA7744-24CA-4A64-B59B-4565B65D6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219"/>
              <a:ext cx="157" cy="157"/>
            </a:xfrm>
            <a:custGeom>
              <a:avLst/>
              <a:gdLst>
                <a:gd name="T0" fmla="*/ 105 w 63"/>
                <a:gd name="T1" fmla="*/ 0 h 59"/>
                <a:gd name="T2" fmla="*/ 0 w 63"/>
                <a:gd name="T3" fmla="*/ 1091 h 59"/>
                <a:gd name="T4" fmla="*/ 12 w 63"/>
                <a:gd name="T5" fmla="*/ 1112 h 59"/>
                <a:gd name="T6" fmla="*/ 416 w 63"/>
                <a:gd name="T7" fmla="*/ 942 h 59"/>
                <a:gd name="T8" fmla="*/ 974 w 63"/>
                <a:gd name="T9" fmla="*/ 772 h 59"/>
                <a:gd name="T10" fmla="*/ 434 w 63"/>
                <a:gd name="T11" fmla="*/ 26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59">
                  <a:moveTo>
                    <a:pt x="7" y="0"/>
                  </a:moveTo>
                  <a:cubicBezTo>
                    <a:pt x="29" y="15"/>
                    <a:pt x="14" y="45"/>
                    <a:pt x="0" y="58"/>
                  </a:cubicBezTo>
                  <a:cubicBezTo>
                    <a:pt x="0" y="58"/>
                    <a:pt x="0" y="59"/>
                    <a:pt x="1" y="59"/>
                  </a:cubicBezTo>
                  <a:cubicBezTo>
                    <a:pt x="10" y="58"/>
                    <a:pt x="18" y="54"/>
                    <a:pt x="27" y="50"/>
                  </a:cubicBezTo>
                  <a:cubicBezTo>
                    <a:pt x="39" y="45"/>
                    <a:pt x="51" y="45"/>
                    <a:pt x="63" y="41"/>
                  </a:cubicBezTo>
                  <a:cubicBezTo>
                    <a:pt x="53" y="33"/>
                    <a:pt x="33" y="25"/>
                    <a:pt x="28" y="1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85" name="Freeform 336">
              <a:extLst>
                <a:ext uri="{FF2B5EF4-FFF2-40B4-BE49-F238E27FC236}">
                  <a16:creationId xmlns:a16="http://schemas.microsoft.com/office/drawing/2014/main" id="{019782F4-2761-407C-8259-6823A018E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163"/>
              <a:ext cx="141" cy="277"/>
            </a:xfrm>
            <a:custGeom>
              <a:avLst/>
              <a:gdLst>
                <a:gd name="T0" fmla="*/ 0 w 56"/>
                <a:gd name="T1" fmla="*/ 77 h 104"/>
                <a:gd name="T2" fmla="*/ 113 w 56"/>
                <a:gd name="T3" fmla="*/ 1966 h 104"/>
                <a:gd name="T4" fmla="*/ 894 w 56"/>
                <a:gd name="T5" fmla="*/ 1361 h 104"/>
                <a:gd name="T6" fmla="*/ 431 w 56"/>
                <a:gd name="T7" fmla="*/ 703 h 104"/>
                <a:gd name="T8" fmla="*/ 285 w 56"/>
                <a:gd name="T9" fmla="*/ 93 h 104"/>
                <a:gd name="T10" fmla="*/ 63 w 56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04">
                  <a:moveTo>
                    <a:pt x="0" y="4"/>
                  </a:moveTo>
                  <a:cubicBezTo>
                    <a:pt x="18" y="18"/>
                    <a:pt x="20" y="88"/>
                    <a:pt x="7" y="104"/>
                  </a:cubicBezTo>
                  <a:cubicBezTo>
                    <a:pt x="7" y="89"/>
                    <a:pt x="42" y="72"/>
                    <a:pt x="56" y="72"/>
                  </a:cubicBezTo>
                  <a:cubicBezTo>
                    <a:pt x="43" y="62"/>
                    <a:pt x="30" y="56"/>
                    <a:pt x="27" y="37"/>
                  </a:cubicBezTo>
                  <a:cubicBezTo>
                    <a:pt x="25" y="26"/>
                    <a:pt x="30" y="10"/>
                    <a:pt x="18" y="5"/>
                  </a:cubicBezTo>
                  <a:cubicBezTo>
                    <a:pt x="13" y="3"/>
                    <a:pt x="6" y="9"/>
                    <a:pt x="4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86" name="Freeform 337">
              <a:extLst>
                <a:ext uri="{FF2B5EF4-FFF2-40B4-BE49-F238E27FC236}">
                  <a16:creationId xmlns:a16="http://schemas.microsoft.com/office/drawing/2014/main" id="{9249FC68-92C1-4D14-B395-A289103D5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027"/>
              <a:ext cx="143" cy="136"/>
            </a:xfrm>
            <a:custGeom>
              <a:avLst/>
              <a:gdLst>
                <a:gd name="T0" fmla="*/ 346 w 57"/>
                <a:gd name="T1" fmla="*/ 21 h 51"/>
                <a:gd name="T2" fmla="*/ 901 w 57"/>
                <a:gd name="T3" fmla="*/ 704 h 51"/>
                <a:gd name="T4" fmla="*/ 0 w 57"/>
                <a:gd name="T5" fmla="*/ 704 h 51"/>
                <a:gd name="T6" fmla="*/ 334 w 57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51">
                  <a:moveTo>
                    <a:pt x="22" y="1"/>
                  </a:moveTo>
                  <a:cubicBezTo>
                    <a:pt x="26" y="16"/>
                    <a:pt x="46" y="27"/>
                    <a:pt x="57" y="37"/>
                  </a:cubicBezTo>
                  <a:cubicBezTo>
                    <a:pt x="38" y="45"/>
                    <a:pt x="18" y="51"/>
                    <a:pt x="0" y="37"/>
                  </a:cubicBezTo>
                  <a:cubicBezTo>
                    <a:pt x="23" y="47"/>
                    <a:pt x="16" y="8"/>
                    <a:pt x="21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87" name="Freeform 338">
              <a:extLst>
                <a:ext uri="{FF2B5EF4-FFF2-40B4-BE49-F238E27FC236}">
                  <a16:creationId xmlns:a16="http://schemas.microsoft.com/office/drawing/2014/main" id="{900894AD-1205-4F9E-B4A0-5FF928F6B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1965"/>
              <a:ext cx="125" cy="120"/>
            </a:xfrm>
            <a:custGeom>
              <a:avLst/>
              <a:gdLst>
                <a:gd name="T0" fmla="*/ 158 w 50"/>
                <a:gd name="T1" fmla="*/ 832 h 45"/>
                <a:gd name="T2" fmla="*/ 783 w 50"/>
                <a:gd name="T3" fmla="*/ 704 h 45"/>
                <a:gd name="T4" fmla="*/ 770 w 50"/>
                <a:gd name="T5" fmla="*/ 307 h 45"/>
                <a:gd name="T6" fmla="*/ 750 w 50"/>
                <a:gd name="T7" fmla="*/ 0 h 45"/>
                <a:gd name="T8" fmla="*/ 345 w 50"/>
                <a:gd name="T9" fmla="*/ 320 h 45"/>
                <a:gd name="T10" fmla="*/ 95 w 50"/>
                <a:gd name="T11" fmla="*/ 853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45">
                  <a:moveTo>
                    <a:pt x="10" y="44"/>
                  </a:moveTo>
                  <a:cubicBezTo>
                    <a:pt x="13" y="25"/>
                    <a:pt x="40" y="34"/>
                    <a:pt x="50" y="37"/>
                  </a:cubicBezTo>
                  <a:cubicBezTo>
                    <a:pt x="48" y="27"/>
                    <a:pt x="49" y="25"/>
                    <a:pt x="49" y="16"/>
                  </a:cubicBezTo>
                  <a:cubicBezTo>
                    <a:pt x="50" y="10"/>
                    <a:pt x="48" y="6"/>
                    <a:pt x="48" y="0"/>
                  </a:cubicBezTo>
                  <a:cubicBezTo>
                    <a:pt x="43" y="15"/>
                    <a:pt x="33" y="12"/>
                    <a:pt x="22" y="17"/>
                  </a:cubicBezTo>
                  <a:cubicBezTo>
                    <a:pt x="14" y="20"/>
                    <a:pt x="0" y="38"/>
                    <a:pt x="6" y="45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88" name="Freeform 339">
              <a:extLst>
                <a:ext uri="{FF2B5EF4-FFF2-40B4-BE49-F238E27FC236}">
                  <a16:creationId xmlns:a16="http://schemas.microsoft.com/office/drawing/2014/main" id="{8832C788-1A70-4B6F-B050-0BAC30B73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584"/>
              <a:ext cx="485" cy="203"/>
            </a:xfrm>
            <a:custGeom>
              <a:avLst/>
              <a:gdLst>
                <a:gd name="T0" fmla="*/ 958 w 194"/>
                <a:gd name="T1" fmla="*/ 206 h 76"/>
                <a:gd name="T2" fmla="*/ 2158 w 194"/>
                <a:gd name="T3" fmla="*/ 379 h 76"/>
                <a:gd name="T4" fmla="*/ 2738 w 194"/>
                <a:gd name="T5" fmla="*/ 534 h 76"/>
                <a:gd name="T6" fmla="*/ 3033 w 194"/>
                <a:gd name="T7" fmla="*/ 1448 h 76"/>
                <a:gd name="T8" fmla="*/ 2345 w 194"/>
                <a:gd name="T9" fmla="*/ 743 h 76"/>
                <a:gd name="T10" fmla="*/ 1875 w 194"/>
                <a:gd name="T11" fmla="*/ 799 h 76"/>
                <a:gd name="T12" fmla="*/ 1313 w 194"/>
                <a:gd name="T13" fmla="*/ 550 h 76"/>
                <a:gd name="T14" fmla="*/ 908 w 194"/>
                <a:gd name="T15" fmla="*/ 743 h 76"/>
                <a:gd name="T16" fmla="*/ 188 w 194"/>
                <a:gd name="T17" fmla="*/ 684 h 76"/>
                <a:gd name="T18" fmla="*/ 875 w 194"/>
                <a:gd name="T19" fmla="*/ 150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4" h="76">
                  <a:moveTo>
                    <a:pt x="61" y="11"/>
                  </a:moveTo>
                  <a:cubicBezTo>
                    <a:pt x="82" y="0"/>
                    <a:pt x="117" y="15"/>
                    <a:pt x="138" y="20"/>
                  </a:cubicBezTo>
                  <a:cubicBezTo>
                    <a:pt x="150" y="23"/>
                    <a:pt x="165" y="22"/>
                    <a:pt x="175" y="28"/>
                  </a:cubicBezTo>
                  <a:cubicBezTo>
                    <a:pt x="192" y="38"/>
                    <a:pt x="192" y="59"/>
                    <a:pt x="194" y="76"/>
                  </a:cubicBezTo>
                  <a:cubicBezTo>
                    <a:pt x="190" y="61"/>
                    <a:pt x="166" y="41"/>
                    <a:pt x="150" y="39"/>
                  </a:cubicBezTo>
                  <a:cubicBezTo>
                    <a:pt x="140" y="38"/>
                    <a:pt x="130" y="44"/>
                    <a:pt x="120" y="42"/>
                  </a:cubicBezTo>
                  <a:cubicBezTo>
                    <a:pt x="106" y="39"/>
                    <a:pt x="101" y="24"/>
                    <a:pt x="84" y="29"/>
                  </a:cubicBezTo>
                  <a:cubicBezTo>
                    <a:pt x="74" y="33"/>
                    <a:pt x="70" y="39"/>
                    <a:pt x="58" y="39"/>
                  </a:cubicBezTo>
                  <a:cubicBezTo>
                    <a:pt x="50" y="40"/>
                    <a:pt x="17" y="42"/>
                    <a:pt x="12" y="36"/>
                  </a:cubicBezTo>
                  <a:cubicBezTo>
                    <a:pt x="0" y="21"/>
                    <a:pt x="48" y="13"/>
                    <a:pt x="56" y="8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89" name="Freeform 340">
              <a:extLst>
                <a:ext uri="{FF2B5EF4-FFF2-40B4-BE49-F238E27FC236}">
                  <a16:creationId xmlns:a16="http://schemas.microsoft.com/office/drawing/2014/main" id="{46040D83-3D67-464B-935A-3021A3554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368"/>
              <a:ext cx="187" cy="251"/>
            </a:xfrm>
            <a:custGeom>
              <a:avLst/>
              <a:gdLst>
                <a:gd name="T0" fmla="*/ 591 w 75"/>
                <a:gd name="T1" fmla="*/ 742 h 94"/>
                <a:gd name="T2" fmla="*/ 808 w 75"/>
                <a:gd name="T3" fmla="*/ 286 h 94"/>
                <a:gd name="T4" fmla="*/ 933 w 75"/>
                <a:gd name="T5" fmla="*/ 0 h 94"/>
                <a:gd name="T6" fmla="*/ 962 w 75"/>
                <a:gd name="T7" fmla="*/ 1162 h 94"/>
                <a:gd name="T8" fmla="*/ 1037 w 75"/>
                <a:gd name="T9" fmla="*/ 1789 h 94"/>
                <a:gd name="T10" fmla="*/ 479 w 75"/>
                <a:gd name="T11" fmla="*/ 1311 h 94"/>
                <a:gd name="T12" fmla="*/ 187 w 75"/>
                <a:gd name="T13" fmla="*/ 1391 h 94"/>
                <a:gd name="T14" fmla="*/ 0 w 75"/>
                <a:gd name="T15" fmla="*/ 1255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4">
                  <a:moveTo>
                    <a:pt x="38" y="39"/>
                  </a:moveTo>
                  <a:cubicBezTo>
                    <a:pt x="45" y="32"/>
                    <a:pt x="49" y="25"/>
                    <a:pt x="52" y="15"/>
                  </a:cubicBezTo>
                  <a:cubicBezTo>
                    <a:pt x="54" y="9"/>
                    <a:pt x="54" y="2"/>
                    <a:pt x="60" y="0"/>
                  </a:cubicBezTo>
                  <a:cubicBezTo>
                    <a:pt x="58" y="23"/>
                    <a:pt x="50" y="39"/>
                    <a:pt x="62" y="61"/>
                  </a:cubicBezTo>
                  <a:cubicBezTo>
                    <a:pt x="71" y="78"/>
                    <a:pt x="75" y="76"/>
                    <a:pt x="67" y="94"/>
                  </a:cubicBezTo>
                  <a:cubicBezTo>
                    <a:pt x="62" y="83"/>
                    <a:pt x="44" y="69"/>
                    <a:pt x="31" y="69"/>
                  </a:cubicBezTo>
                  <a:cubicBezTo>
                    <a:pt x="24" y="69"/>
                    <a:pt x="19" y="75"/>
                    <a:pt x="12" y="73"/>
                  </a:cubicBezTo>
                  <a:cubicBezTo>
                    <a:pt x="8" y="72"/>
                    <a:pt x="4" y="69"/>
                    <a:pt x="0" y="66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90" name="Freeform 341">
              <a:extLst>
                <a:ext uri="{FF2B5EF4-FFF2-40B4-BE49-F238E27FC236}">
                  <a16:creationId xmlns:a16="http://schemas.microsoft.com/office/drawing/2014/main" id="{CD9A832F-E5DA-4D92-A5AD-8C3F7EA9D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309"/>
              <a:ext cx="178" cy="166"/>
            </a:xfrm>
            <a:custGeom>
              <a:avLst/>
              <a:gdLst>
                <a:gd name="T0" fmla="*/ 647 w 71"/>
                <a:gd name="T1" fmla="*/ 0 h 62"/>
                <a:gd name="T2" fmla="*/ 1118 w 71"/>
                <a:gd name="T3" fmla="*/ 1189 h 62"/>
                <a:gd name="T4" fmla="*/ 504 w 71"/>
                <a:gd name="T5" fmla="*/ 859 h 62"/>
                <a:gd name="T6" fmla="*/ 145 w 71"/>
                <a:gd name="T7" fmla="*/ 367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62">
                  <a:moveTo>
                    <a:pt x="41" y="0"/>
                  </a:moveTo>
                  <a:cubicBezTo>
                    <a:pt x="24" y="26"/>
                    <a:pt x="57" y="48"/>
                    <a:pt x="71" y="62"/>
                  </a:cubicBezTo>
                  <a:cubicBezTo>
                    <a:pt x="58" y="60"/>
                    <a:pt x="44" y="52"/>
                    <a:pt x="32" y="45"/>
                  </a:cubicBezTo>
                  <a:cubicBezTo>
                    <a:pt x="21" y="39"/>
                    <a:pt x="0" y="38"/>
                    <a:pt x="9" y="19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91" name="Freeform 342">
              <a:extLst>
                <a:ext uri="{FF2B5EF4-FFF2-40B4-BE49-F238E27FC236}">
                  <a16:creationId xmlns:a16="http://schemas.microsoft.com/office/drawing/2014/main" id="{315C17A3-882F-4D39-A055-56E0469C1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181"/>
              <a:ext cx="165" cy="251"/>
            </a:xfrm>
            <a:custGeom>
              <a:avLst/>
              <a:gdLst>
                <a:gd name="T0" fmla="*/ 958 w 66"/>
                <a:gd name="T1" fmla="*/ 0 h 94"/>
                <a:gd name="T2" fmla="*/ 770 w 66"/>
                <a:gd name="T3" fmla="*/ 854 h 94"/>
                <a:gd name="T4" fmla="*/ 1033 w 66"/>
                <a:gd name="T5" fmla="*/ 1391 h 94"/>
                <a:gd name="T6" fmla="*/ 0 w 66"/>
                <a:gd name="T7" fmla="*/ 1789 h 94"/>
                <a:gd name="T8" fmla="*/ 520 w 66"/>
                <a:gd name="T9" fmla="*/ 649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94">
                  <a:moveTo>
                    <a:pt x="61" y="0"/>
                  </a:moveTo>
                  <a:cubicBezTo>
                    <a:pt x="55" y="14"/>
                    <a:pt x="47" y="29"/>
                    <a:pt x="49" y="45"/>
                  </a:cubicBezTo>
                  <a:cubicBezTo>
                    <a:pt x="51" y="58"/>
                    <a:pt x="66" y="61"/>
                    <a:pt x="66" y="73"/>
                  </a:cubicBezTo>
                  <a:cubicBezTo>
                    <a:pt x="45" y="48"/>
                    <a:pt x="18" y="85"/>
                    <a:pt x="0" y="94"/>
                  </a:cubicBezTo>
                  <a:cubicBezTo>
                    <a:pt x="7" y="73"/>
                    <a:pt x="24" y="54"/>
                    <a:pt x="33" y="3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92" name="Freeform 343">
              <a:extLst>
                <a:ext uri="{FF2B5EF4-FFF2-40B4-BE49-F238E27FC236}">
                  <a16:creationId xmlns:a16="http://schemas.microsoft.com/office/drawing/2014/main" id="{28371BFE-20D7-4BA3-AD06-0691AD8B0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795"/>
              <a:ext cx="82" cy="160"/>
            </a:xfrm>
            <a:custGeom>
              <a:avLst/>
              <a:gdLst>
                <a:gd name="T0" fmla="*/ 0 w 33"/>
                <a:gd name="T1" fmla="*/ 376 h 60"/>
                <a:gd name="T2" fmla="*/ 216 w 33"/>
                <a:gd name="T3" fmla="*/ 1139 h 60"/>
                <a:gd name="T4" fmla="*/ 403 w 33"/>
                <a:gd name="T5" fmla="*/ 797 h 60"/>
                <a:gd name="T6" fmla="*/ 321 w 3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60">
                  <a:moveTo>
                    <a:pt x="0" y="20"/>
                  </a:moveTo>
                  <a:cubicBezTo>
                    <a:pt x="4" y="30"/>
                    <a:pt x="16" y="51"/>
                    <a:pt x="14" y="60"/>
                  </a:cubicBezTo>
                  <a:cubicBezTo>
                    <a:pt x="11" y="48"/>
                    <a:pt x="22" y="49"/>
                    <a:pt x="26" y="42"/>
                  </a:cubicBezTo>
                  <a:cubicBezTo>
                    <a:pt x="33" y="30"/>
                    <a:pt x="14" y="13"/>
                    <a:pt x="21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93" name="Freeform 344">
              <a:extLst>
                <a:ext uri="{FF2B5EF4-FFF2-40B4-BE49-F238E27FC236}">
                  <a16:creationId xmlns:a16="http://schemas.microsoft.com/office/drawing/2014/main" id="{79936A62-AB68-41C1-B41D-AC05AEB4E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363"/>
              <a:ext cx="95" cy="152"/>
            </a:xfrm>
            <a:custGeom>
              <a:avLst/>
              <a:gdLst>
                <a:gd name="T0" fmla="*/ 345 w 38"/>
                <a:gd name="T1" fmla="*/ 0 h 57"/>
                <a:gd name="T2" fmla="*/ 595 w 38"/>
                <a:gd name="T3" fmla="*/ 888 h 57"/>
                <a:gd name="T4" fmla="*/ 125 w 38"/>
                <a:gd name="T5" fmla="*/ 739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57">
                  <a:moveTo>
                    <a:pt x="22" y="0"/>
                  </a:moveTo>
                  <a:cubicBezTo>
                    <a:pt x="20" y="18"/>
                    <a:pt x="22" y="37"/>
                    <a:pt x="38" y="47"/>
                  </a:cubicBezTo>
                  <a:cubicBezTo>
                    <a:pt x="30" y="53"/>
                    <a:pt x="0" y="57"/>
                    <a:pt x="8" y="39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94" name="Freeform 345">
              <a:extLst>
                <a:ext uri="{FF2B5EF4-FFF2-40B4-BE49-F238E27FC236}">
                  <a16:creationId xmlns:a16="http://schemas.microsoft.com/office/drawing/2014/main" id="{40BBC962-99BC-42F8-AC30-75E09B7D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109"/>
              <a:ext cx="87" cy="368"/>
            </a:xfrm>
            <a:custGeom>
              <a:avLst/>
              <a:gdLst>
                <a:gd name="T0" fmla="*/ 537 w 35"/>
                <a:gd name="T1" fmla="*/ 491 h 138"/>
                <a:gd name="T2" fmla="*/ 12 w 35"/>
                <a:gd name="T3" fmla="*/ 264 h 138"/>
                <a:gd name="T4" fmla="*/ 167 w 35"/>
                <a:gd name="T5" fmla="*/ 717 h 138"/>
                <a:gd name="T6" fmla="*/ 104 w 35"/>
                <a:gd name="T7" fmla="*/ 1216 h 138"/>
                <a:gd name="T8" fmla="*/ 124 w 35"/>
                <a:gd name="T9" fmla="*/ 2253 h 138"/>
                <a:gd name="T10" fmla="*/ 154 w 35"/>
                <a:gd name="T11" fmla="*/ 2581 h 138"/>
                <a:gd name="T12" fmla="*/ 383 w 35"/>
                <a:gd name="T13" fmla="*/ 1741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38">
                  <a:moveTo>
                    <a:pt x="35" y="26"/>
                  </a:moveTo>
                  <a:cubicBezTo>
                    <a:pt x="31" y="20"/>
                    <a:pt x="7" y="0"/>
                    <a:pt x="1" y="14"/>
                  </a:cubicBezTo>
                  <a:cubicBezTo>
                    <a:pt x="0" y="17"/>
                    <a:pt x="11" y="33"/>
                    <a:pt x="11" y="38"/>
                  </a:cubicBezTo>
                  <a:cubicBezTo>
                    <a:pt x="13" y="48"/>
                    <a:pt x="10" y="55"/>
                    <a:pt x="7" y="64"/>
                  </a:cubicBezTo>
                  <a:cubicBezTo>
                    <a:pt x="1" y="84"/>
                    <a:pt x="10" y="100"/>
                    <a:pt x="8" y="119"/>
                  </a:cubicBezTo>
                  <a:cubicBezTo>
                    <a:pt x="8" y="123"/>
                    <a:pt x="3" y="135"/>
                    <a:pt x="10" y="136"/>
                  </a:cubicBezTo>
                  <a:cubicBezTo>
                    <a:pt x="18" y="138"/>
                    <a:pt x="24" y="98"/>
                    <a:pt x="25" y="92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95" name="Freeform 346">
              <a:extLst>
                <a:ext uri="{FF2B5EF4-FFF2-40B4-BE49-F238E27FC236}">
                  <a16:creationId xmlns:a16="http://schemas.microsoft.com/office/drawing/2014/main" id="{97915BDA-63C3-4841-AB91-637191348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061"/>
              <a:ext cx="107" cy="294"/>
            </a:xfrm>
            <a:custGeom>
              <a:avLst/>
              <a:gdLst>
                <a:gd name="T0" fmla="*/ 309 w 43"/>
                <a:gd name="T1" fmla="*/ 94 h 110"/>
                <a:gd name="T2" fmla="*/ 495 w 43"/>
                <a:gd name="T3" fmla="*/ 1371 h 110"/>
                <a:gd name="T4" fmla="*/ 587 w 43"/>
                <a:gd name="T5" fmla="*/ 1986 h 110"/>
                <a:gd name="T6" fmla="*/ 154 w 43"/>
                <a:gd name="T7" fmla="*/ 1892 h 110"/>
                <a:gd name="T8" fmla="*/ 154 w 43"/>
                <a:gd name="T9" fmla="*/ 1107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0">
                  <a:moveTo>
                    <a:pt x="20" y="5"/>
                  </a:moveTo>
                  <a:cubicBezTo>
                    <a:pt x="43" y="0"/>
                    <a:pt x="31" y="61"/>
                    <a:pt x="32" y="72"/>
                  </a:cubicBezTo>
                  <a:cubicBezTo>
                    <a:pt x="32" y="80"/>
                    <a:pt x="43" y="98"/>
                    <a:pt x="38" y="104"/>
                  </a:cubicBezTo>
                  <a:cubicBezTo>
                    <a:pt x="34" y="110"/>
                    <a:pt x="14" y="103"/>
                    <a:pt x="10" y="99"/>
                  </a:cubicBezTo>
                  <a:cubicBezTo>
                    <a:pt x="0" y="89"/>
                    <a:pt x="7" y="70"/>
                    <a:pt x="10" y="58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96" name="Freeform 347">
              <a:extLst>
                <a:ext uri="{FF2B5EF4-FFF2-40B4-BE49-F238E27FC236}">
                  <a16:creationId xmlns:a16="http://schemas.microsoft.com/office/drawing/2014/main" id="{C2CBFE40-D204-46BC-9D4D-F994F1E1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059"/>
              <a:ext cx="107" cy="616"/>
            </a:xfrm>
            <a:custGeom>
              <a:avLst/>
              <a:gdLst>
                <a:gd name="T0" fmla="*/ 0 w 43"/>
                <a:gd name="T1" fmla="*/ 115 h 231"/>
                <a:gd name="T2" fmla="*/ 341 w 43"/>
                <a:gd name="T3" fmla="*/ 627 h 231"/>
                <a:gd name="T4" fmla="*/ 557 w 43"/>
                <a:gd name="T5" fmla="*/ 1685 h 231"/>
                <a:gd name="T6" fmla="*/ 587 w 43"/>
                <a:gd name="T7" fmla="*/ 2880 h 231"/>
                <a:gd name="T8" fmla="*/ 528 w 43"/>
                <a:gd name="T9" fmla="*/ 4381 h 231"/>
                <a:gd name="T10" fmla="*/ 445 w 43"/>
                <a:gd name="T11" fmla="*/ 4131 h 231"/>
                <a:gd name="T12" fmla="*/ 321 w 43"/>
                <a:gd name="T13" fmla="*/ 2560 h 231"/>
                <a:gd name="T14" fmla="*/ 42 w 43"/>
                <a:gd name="T15" fmla="*/ 627 h 2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31">
                  <a:moveTo>
                    <a:pt x="0" y="6"/>
                  </a:moveTo>
                  <a:cubicBezTo>
                    <a:pt x="21" y="0"/>
                    <a:pt x="18" y="20"/>
                    <a:pt x="22" y="33"/>
                  </a:cubicBezTo>
                  <a:cubicBezTo>
                    <a:pt x="29" y="52"/>
                    <a:pt x="34" y="70"/>
                    <a:pt x="36" y="89"/>
                  </a:cubicBezTo>
                  <a:cubicBezTo>
                    <a:pt x="39" y="110"/>
                    <a:pt x="35" y="131"/>
                    <a:pt x="38" y="152"/>
                  </a:cubicBezTo>
                  <a:cubicBezTo>
                    <a:pt x="43" y="179"/>
                    <a:pt x="35" y="204"/>
                    <a:pt x="34" y="231"/>
                  </a:cubicBezTo>
                  <a:cubicBezTo>
                    <a:pt x="30" y="229"/>
                    <a:pt x="30" y="224"/>
                    <a:pt x="29" y="218"/>
                  </a:cubicBezTo>
                  <a:cubicBezTo>
                    <a:pt x="25" y="191"/>
                    <a:pt x="25" y="163"/>
                    <a:pt x="21" y="135"/>
                  </a:cubicBezTo>
                  <a:cubicBezTo>
                    <a:pt x="17" y="103"/>
                    <a:pt x="17" y="63"/>
                    <a:pt x="3" y="33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97" name="Freeform 348">
              <a:extLst>
                <a:ext uri="{FF2B5EF4-FFF2-40B4-BE49-F238E27FC236}">
                  <a16:creationId xmlns:a16="http://schemas.microsoft.com/office/drawing/2014/main" id="{DD40205A-43D4-476B-B8AF-3B8CF33DB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621"/>
              <a:ext cx="90" cy="520"/>
            </a:xfrm>
            <a:custGeom>
              <a:avLst/>
              <a:gdLst>
                <a:gd name="T0" fmla="*/ 188 w 36"/>
                <a:gd name="T1" fmla="*/ 0 h 195"/>
                <a:gd name="T2" fmla="*/ 375 w 36"/>
                <a:gd name="T3" fmla="*/ 989 h 195"/>
                <a:gd name="T4" fmla="*/ 375 w 36"/>
                <a:gd name="T5" fmla="*/ 1515 h 195"/>
                <a:gd name="T6" fmla="*/ 488 w 36"/>
                <a:gd name="T7" fmla="*/ 2048 h 195"/>
                <a:gd name="T8" fmla="*/ 533 w 36"/>
                <a:gd name="T9" fmla="*/ 2923 h 195"/>
                <a:gd name="T10" fmla="*/ 563 w 36"/>
                <a:gd name="T11" fmla="*/ 3699 h 195"/>
                <a:gd name="T12" fmla="*/ 270 w 36"/>
                <a:gd name="T13" fmla="*/ 3299 h 195"/>
                <a:gd name="T14" fmla="*/ 0 w 36"/>
                <a:gd name="T15" fmla="*/ 1216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195">
                  <a:moveTo>
                    <a:pt x="12" y="0"/>
                  </a:moveTo>
                  <a:cubicBezTo>
                    <a:pt x="16" y="17"/>
                    <a:pt x="24" y="34"/>
                    <a:pt x="24" y="52"/>
                  </a:cubicBezTo>
                  <a:cubicBezTo>
                    <a:pt x="25" y="62"/>
                    <a:pt x="23" y="70"/>
                    <a:pt x="24" y="80"/>
                  </a:cubicBezTo>
                  <a:cubicBezTo>
                    <a:pt x="26" y="90"/>
                    <a:pt x="29" y="99"/>
                    <a:pt x="31" y="108"/>
                  </a:cubicBezTo>
                  <a:cubicBezTo>
                    <a:pt x="35" y="125"/>
                    <a:pt x="36" y="138"/>
                    <a:pt x="34" y="154"/>
                  </a:cubicBezTo>
                  <a:cubicBezTo>
                    <a:pt x="32" y="169"/>
                    <a:pt x="35" y="181"/>
                    <a:pt x="36" y="195"/>
                  </a:cubicBezTo>
                  <a:cubicBezTo>
                    <a:pt x="24" y="194"/>
                    <a:pt x="19" y="186"/>
                    <a:pt x="17" y="174"/>
                  </a:cubicBezTo>
                  <a:cubicBezTo>
                    <a:pt x="12" y="137"/>
                    <a:pt x="8" y="101"/>
                    <a:pt x="0" y="6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98" name="Freeform 349">
              <a:extLst>
                <a:ext uri="{FF2B5EF4-FFF2-40B4-BE49-F238E27FC236}">
                  <a16:creationId xmlns:a16="http://schemas.microsoft.com/office/drawing/2014/main" id="{5A0834A5-EA9F-42E3-90FF-1E8A84D8E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904"/>
              <a:ext cx="220" cy="240"/>
            </a:xfrm>
            <a:custGeom>
              <a:avLst/>
              <a:gdLst>
                <a:gd name="T0" fmla="*/ 0 w 88"/>
                <a:gd name="T1" fmla="*/ 491 h 90"/>
                <a:gd name="T2" fmla="*/ 783 w 88"/>
                <a:gd name="T3" fmla="*/ 909 h 90"/>
                <a:gd name="T4" fmla="*/ 1063 w 88"/>
                <a:gd name="T5" fmla="*/ 0 h 90"/>
                <a:gd name="T6" fmla="*/ 1345 w 88"/>
                <a:gd name="T7" fmla="*/ 931 h 90"/>
                <a:gd name="T8" fmla="*/ 1313 w 88"/>
                <a:gd name="T9" fmla="*/ 1515 h 90"/>
                <a:gd name="T10" fmla="*/ 970 w 88"/>
                <a:gd name="T11" fmla="*/ 1459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90">
                  <a:moveTo>
                    <a:pt x="0" y="26"/>
                  </a:moveTo>
                  <a:cubicBezTo>
                    <a:pt x="12" y="39"/>
                    <a:pt x="31" y="60"/>
                    <a:pt x="50" y="48"/>
                  </a:cubicBezTo>
                  <a:cubicBezTo>
                    <a:pt x="69" y="37"/>
                    <a:pt x="65" y="16"/>
                    <a:pt x="68" y="0"/>
                  </a:cubicBezTo>
                  <a:cubicBezTo>
                    <a:pt x="82" y="13"/>
                    <a:pt x="87" y="30"/>
                    <a:pt x="86" y="49"/>
                  </a:cubicBezTo>
                  <a:cubicBezTo>
                    <a:pt x="86" y="57"/>
                    <a:pt x="88" y="73"/>
                    <a:pt x="84" y="80"/>
                  </a:cubicBezTo>
                  <a:cubicBezTo>
                    <a:pt x="78" y="90"/>
                    <a:pt x="67" y="85"/>
                    <a:pt x="62" y="77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99" name="Freeform 350">
              <a:extLst>
                <a:ext uri="{FF2B5EF4-FFF2-40B4-BE49-F238E27FC236}">
                  <a16:creationId xmlns:a16="http://schemas.microsoft.com/office/drawing/2014/main" id="{57EB937C-2BB8-42E6-90A4-FC6A93C1C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000"/>
              <a:ext cx="138" cy="240"/>
            </a:xfrm>
            <a:custGeom>
              <a:avLst/>
              <a:gdLst>
                <a:gd name="T0" fmla="*/ 0 w 55"/>
                <a:gd name="T1" fmla="*/ 947 h 90"/>
                <a:gd name="T2" fmla="*/ 504 w 55"/>
                <a:gd name="T3" fmla="*/ 776 h 90"/>
                <a:gd name="T4" fmla="*/ 693 w 55"/>
                <a:gd name="T5" fmla="*/ 0 h 90"/>
                <a:gd name="T6" fmla="*/ 725 w 55"/>
                <a:gd name="T7" fmla="*/ 875 h 90"/>
                <a:gd name="T8" fmla="*/ 504 w 55"/>
                <a:gd name="T9" fmla="*/ 1365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90">
                  <a:moveTo>
                    <a:pt x="0" y="50"/>
                  </a:moveTo>
                  <a:cubicBezTo>
                    <a:pt x="11" y="59"/>
                    <a:pt x="27" y="52"/>
                    <a:pt x="32" y="41"/>
                  </a:cubicBezTo>
                  <a:cubicBezTo>
                    <a:pt x="39" y="29"/>
                    <a:pt x="36" y="10"/>
                    <a:pt x="44" y="0"/>
                  </a:cubicBezTo>
                  <a:cubicBezTo>
                    <a:pt x="55" y="8"/>
                    <a:pt x="46" y="35"/>
                    <a:pt x="46" y="46"/>
                  </a:cubicBezTo>
                  <a:cubicBezTo>
                    <a:pt x="45" y="55"/>
                    <a:pt x="48" y="90"/>
                    <a:pt x="32" y="72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00" name="Freeform 351">
              <a:extLst>
                <a:ext uri="{FF2B5EF4-FFF2-40B4-BE49-F238E27FC236}">
                  <a16:creationId xmlns:a16="http://schemas.microsoft.com/office/drawing/2014/main" id="{0BD45411-0426-47A2-8D10-E2829CA0B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867"/>
              <a:ext cx="185" cy="408"/>
            </a:xfrm>
            <a:custGeom>
              <a:avLst/>
              <a:gdLst>
                <a:gd name="T0" fmla="*/ 395 w 74"/>
                <a:gd name="T1" fmla="*/ 2901 h 153"/>
                <a:gd name="T2" fmla="*/ 875 w 74"/>
                <a:gd name="T3" fmla="*/ 2069 h 153"/>
                <a:gd name="T4" fmla="*/ 1125 w 74"/>
                <a:gd name="T5" fmla="*/ 1272 h 153"/>
                <a:gd name="T6" fmla="*/ 908 w 74"/>
                <a:gd name="T7" fmla="*/ 0 h 153"/>
                <a:gd name="T8" fmla="*/ 645 w 74"/>
                <a:gd name="T9" fmla="*/ 1651 h 153"/>
                <a:gd name="T10" fmla="*/ 0 w 74"/>
                <a:gd name="T11" fmla="*/ 2581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53">
                  <a:moveTo>
                    <a:pt x="25" y="153"/>
                  </a:moveTo>
                  <a:cubicBezTo>
                    <a:pt x="41" y="143"/>
                    <a:pt x="47" y="124"/>
                    <a:pt x="56" y="109"/>
                  </a:cubicBezTo>
                  <a:cubicBezTo>
                    <a:pt x="64" y="95"/>
                    <a:pt x="71" y="84"/>
                    <a:pt x="72" y="67"/>
                  </a:cubicBezTo>
                  <a:cubicBezTo>
                    <a:pt x="74" y="43"/>
                    <a:pt x="71" y="20"/>
                    <a:pt x="58" y="0"/>
                  </a:cubicBezTo>
                  <a:cubicBezTo>
                    <a:pt x="64" y="31"/>
                    <a:pt x="54" y="58"/>
                    <a:pt x="41" y="87"/>
                  </a:cubicBezTo>
                  <a:cubicBezTo>
                    <a:pt x="33" y="106"/>
                    <a:pt x="21" y="128"/>
                    <a:pt x="0" y="136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01" name="Freeform 352">
              <a:extLst>
                <a:ext uri="{FF2B5EF4-FFF2-40B4-BE49-F238E27FC236}">
                  <a16:creationId xmlns:a16="http://schemas.microsoft.com/office/drawing/2014/main" id="{0A0A0CFB-50C3-4A6C-9C4C-D8B23FA88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643"/>
              <a:ext cx="65" cy="138"/>
            </a:xfrm>
            <a:custGeom>
              <a:avLst/>
              <a:gdLst>
                <a:gd name="T0" fmla="*/ 0 w 26"/>
                <a:gd name="T1" fmla="*/ 507 h 52"/>
                <a:gd name="T2" fmla="*/ 408 w 26"/>
                <a:gd name="T3" fmla="*/ 971 h 52"/>
                <a:gd name="T4" fmla="*/ 300 w 26"/>
                <a:gd name="T5" fmla="*/ 0 h 52"/>
                <a:gd name="T6" fmla="*/ 83 w 26"/>
                <a:gd name="T7" fmla="*/ 46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2">
                  <a:moveTo>
                    <a:pt x="0" y="27"/>
                  </a:moveTo>
                  <a:cubicBezTo>
                    <a:pt x="11" y="30"/>
                    <a:pt x="18" y="44"/>
                    <a:pt x="26" y="52"/>
                  </a:cubicBezTo>
                  <a:cubicBezTo>
                    <a:pt x="26" y="35"/>
                    <a:pt x="26" y="16"/>
                    <a:pt x="19" y="0"/>
                  </a:cubicBezTo>
                  <a:cubicBezTo>
                    <a:pt x="17" y="9"/>
                    <a:pt x="20" y="25"/>
                    <a:pt x="5" y="25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02" name="Freeform 353">
              <a:extLst>
                <a:ext uri="{FF2B5EF4-FFF2-40B4-BE49-F238E27FC236}">
                  <a16:creationId xmlns:a16="http://schemas.microsoft.com/office/drawing/2014/main" id="{BBBB3FDB-6EB6-41C1-81E9-9EE405461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216"/>
              <a:ext cx="68" cy="133"/>
            </a:xfrm>
            <a:custGeom>
              <a:avLst/>
              <a:gdLst>
                <a:gd name="T0" fmla="*/ 0 w 27"/>
                <a:gd name="T1" fmla="*/ 942 h 50"/>
                <a:gd name="T2" fmla="*/ 191 w 27"/>
                <a:gd name="T3" fmla="*/ 396 h 50"/>
                <a:gd name="T4" fmla="*/ 431 w 27"/>
                <a:gd name="T5" fmla="*/ 0 h 50"/>
                <a:gd name="T6" fmla="*/ 63 w 27"/>
                <a:gd name="T7" fmla="*/ 19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0">
                  <a:moveTo>
                    <a:pt x="0" y="50"/>
                  </a:moveTo>
                  <a:cubicBezTo>
                    <a:pt x="2" y="39"/>
                    <a:pt x="4" y="30"/>
                    <a:pt x="12" y="21"/>
                  </a:cubicBezTo>
                  <a:cubicBezTo>
                    <a:pt x="18" y="15"/>
                    <a:pt x="27" y="10"/>
                    <a:pt x="27" y="0"/>
                  </a:cubicBezTo>
                  <a:cubicBezTo>
                    <a:pt x="21" y="4"/>
                    <a:pt x="12" y="8"/>
                    <a:pt x="4" y="1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03" name="Freeform 354">
              <a:extLst>
                <a:ext uri="{FF2B5EF4-FFF2-40B4-BE49-F238E27FC236}">
                  <a16:creationId xmlns:a16="http://schemas.microsoft.com/office/drawing/2014/main" id="{BA482AF5-9E3A-4E2B-B634-5D04A2BD2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128"/>
              <a:ext cx="262" cy="208"/>
            </a:xfrm>
            <a:custGeom>
              <a:avLst/>
              <a:gdLst>
                <a:gd name="T0" fmla="*/ 0 w 105"/>
                <a:gd name="T1" fmla="*/ 819 h 78"/>
                <a:gd name="T2" fmla="*/ 821 w 105"/>
                <a:gd name="T3" fmla="*/ 1003 h 78"/>
                <a:gd name="T4" fmla="*/ 1557 w 105"/>
                <a:gd name="T5" fmla="*/ 0 h 78"/>
                <a:gd name="T6" fmla="*/ 1495 w 105"/>
                <a:gd name="T7" fmla="*/ 853 h 78"/>
                <a:gd name="T8" fmla="*/ 529 w 105"/>
                <a:gd name="T9" fmla="*/ 1272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78">
                  <a:moveTo>
                    <a:pt x="0" y="43"/>
                  </a:moveTo>
                  <a:cubicBezTo>
                    <a:pt x="12" y="61"/>
                    <a:pt x="35" y="57"/>
                    <a:pt x="53" y="53"/>
                  </a:cubicBezTo>
                  <a:cubicBezTo>
                    <a:pt x="79" y="47"/>
                    <a:pt x="93" y="24"/>
                    <a:pt x="100" y="0"/>
                  </a:cubicBezTo>
                  <a:cubicBezTo>
                    <a:pt x="104" y="15"/>
                    <a:pt x="105" y="32"/>
                    <a:pt x="96" y="45"/>
                  </a:cubicBezTo>
                  <a:cubicBezTo>
                    <a:pt x="82" y="63"/>
                    <a:pt x="56" y="78"/>
                    <a:pt x="34" y="67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04" name="Freeform 355">
              <a:extLst>
                <a:ext uri="{FF2B5EF4-FFF2-40B4-BE49-F238E27FC236}">
                  <a16:creationId xmlns:a16="http://schemas.microsoft.com/office/drawing/2014/main" id="{F07B733B-C900-4819-97A9-1C64E86A5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301"/>
              <a:ext cx="195" cy="208"/>
            </a:xfrm>
            <a:custGeom>
              <a:avLst/>
              <a:gdLst>
                <a:gd name="T0" fmla="*/ 0 w 78"/>
                <a:gd name="T1" fmla="*/ 435 h 78"/>
                <a:gd name="T2" fmla="*/ 863 w 78"/>
                <a:gd name="T3" fmla="*/ 989 h 78"/>
                <a:gd name="T4" fmla="*/ 1063 w 78"/>
                <a:gd name="T5" fmla="*/ 1480 h 78"/>
                <a:gd name="T6" fmla="*/ 1220 w 78"/>
                <a:gd name="T7" fmla="*/ 35 h 78"/>
                <a:gd name="T8" fmla="*/ 408 w 78"/>
                <a:gd name="T9" fmla="*/ 17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78">
                  <a:moveTo>
                    <a:pt x="0" y="23"/>
                  </a:moveTo>
                  <a:cubicBezTo>
                    <a:pt x="26" y="9"/>
                    <a:pt x="45" y="30"/>
                    <a:pt x="55" y="52"/>
                  </a:cubicBezTo>
                  <a:cubicBezTo>
                    <a:pt x="58" y="59"/>
                    <a:pt x="59" y="78"/>
                    <a:pt x="68" y="78"/>
                  </a:cubicBezTo>
                  <a:cubicBezTo>
                    <a:pt x="63" y="49"/>
                    <a:pt x="70" y="28"/>
                    <a:pt x="78" y="2"/>
                  </a:cubicBezTo>
                  <a:cubicBezTo>
                    <a:pt x="62" y="0"/>
                    <a:pt x="43" y="10"/>
                    <a:pt x="26" y="9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05" name="Freeform 356">
              <a:extLst>
                <a:ext uri="{FF2B5EF4-FFF2-40B4-BE49-F238E27FC236}">
                  <a16:creationId xmlns:a16="http://schemas.microsoft.com/office/drawing/2014/main" id="{C2723B80-4D85-4552-A05E-04CD25F25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373"/>
              <a:ext cx="842" cy="483"/>
            </a:xfrm>
            <a:custGeom>
              <a:avLst/>
              <a:gdLst>
                <a:gd name="T0" fmla="*/ 0 w 337"/>
                <a:gd name="T1" fmla="*/ 3018 h 181"/>
                <a:gd name="T2" fmla="*/ 1499 w 337"/>
                <a:gd name="T3" fmla="*/ 2847 h 181"/>
                <a:gd name="T4" fmla="*/ 1949 w 337"/>
                <a:gd name="T5" fmla="*/ 2735 h 181"/>
                <a:gd name="T6" fmla="*/ 2061 w 337"/>
                <a:gd name="T7" fmla="*/ 2378 h 181"/>
                <a:gd name="T8" fmla="*/ 2121 w 337"/>
                <a:gd name="T9" fmla="*/ 2164 h 181"/>
                <a:gd name="T10" fmla="*/ 2633 w 337"/>
                <a:gd name="T11" fmla="*/ 2394 h 181"/>
                <a:gd name="T12" fmla="*/ 3745 w 337"/>
                <a:gd name="T13" fmla="*/ 2378 h 181"/>
                <a:gd name="T14" fmla="*/ 3978 w 337"/>
                <a:gd name="T15" fmla="*/ 1937 h 181"/>
                <a:gd name="T16" fmla="*/ 3915 w 337"/>
                <a:gd name="T17" fmla="*/ 1617 h 181"/>
                <a:gd name="T18" fmla="*/ 3745 w 337"/>
                <a:gd name="T19" fmla="*/ 1460 h 181"/>
                <a:gd name="T20" fmla="*/ 3745 w 337"/>
                <a:gd name="T21" fmla="*/ 1083 h 181"/>
                <a:gd name="T22" fmla="*/ 3808 w 337"/>
                <a:gd name="T23" fmla="*/ 819 h 181"/>
                <a:gd name="T24" fmla="*/ 3778 w 337"/>
                <a:gd name="T25" fmla="*/ 512 h 181"/>
                <a:gd name="T26" fmla="*/ 4040 w 337"/>
                <a:gd name="T27" fmla="*/ 35 h 181"/>
                <a:gd name="T28" fmla="*/ 4557 w 337"/>
                <a:gd name="T29" fmla="*/ 320 h 181"/>
                <a:gd name="T30" fmla="*/ 5099 w 337"/>
                <a:gd name="T31" fmla="*/ 1105 h 181"/>
                <a:gd name="T32" fmla="*/ 4882 w 337"/>
                <a:gd name="T33" fmla="*/ 2356 h 181"/>
                <a:gd name="T34" fmla="*/ 3528 w 337"/>
                <a:gd name="T35" fmla="*/ 3325 h 181"/>
                <a:gd name="T36" fmla="*/ 1654 w 337"/>
                <a:gd name="T37" fmla="*/ 3440 h 181"/>
                <a:gd name="T38" fmla="*/ 762 w 337"/>
                <a:gd name="T39" fmla="*/ 3304 h 18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37" h="181">
                  <a:moveTo>
                    <a:pt x="0" y="159"/>
                  </a:moveTo>
                  <a:cubicBezTo>
                    <a:pt x="31" y="168"/>
                    <a:pt x="73" y="179"/>
                    <a:pt x="96" y="150"/>
                  </a:cubicBezTo>
                  <a:cubicBezTo>
                    <a:pt x="106" y="138"/>
                    <a:pt x="111" y="145"/>
                    <a:pt x="125" y="144"/>
                  </a:cubicBezTo>
                  <a:cubicBezTo>
                    <a:pt x="140" y="142"/>
                    <a:pt x="142" y="135"/>
                    <a:pt x="132" y="125"/>
                  </a:cubicBezTo>
                  <a:cubicBezTo>
                    <a:pt x="124" y="117"/>
                    <a:pt x="119" y="112"/>
                    <a:pt x="136" y="114"/>
                  </a:cubicBezTo>
                  <a:cubicBezTo>
                    <a:pt x="148" y="115"/>
                    <a:pt x="158" y="122"/>
                    <a:pt x="169" y="126"/>
                  </a:cubicBezTo>
                  <a:cubicBezTo>
                    <a:pt x="189" y="134"/>
                    <a:pt x="221" y="138"/>
                    <a:pt x="240" y="125"/>
                  </a:cubicBezTo>
                  <a:cubicBezTo>
                    <a:pt x="249" y="120"/>
                    <a:pt x="255" y="112"/>
                    <a:pt x="255" y="102"/>
                  </a:cubicBezTo>
                  <a:cubicBezTo>
                    <a:pt x="256" y="96"/>
                    <a:pt x="255" y="90"/>
                    <a:pt x="251" y="85"/>
                  </a:cubicBezTo>
                  <a:cubicBezTo>
                    <a:pt x="248" y="80"/>
                    <a:pt x="244" y="80"/>
                    <a:pt x="240" y="77"/>
                  </a:cubicBezTo>
                  <a:cubicBezTo>
                    <a:pt x="235" y="70"/>
                    <a:pt x="237" y="65"/>
                    <a:pt x="240" y="57"/>
                  </a:cubicBezTo>
                  <a:cubicBezTo>
                    <a:pt x="242" y="51"/>
                    <a:pt x="245" y="51"/>
                    <a:pt x="244" y="43"/>
                  </a:cubicBezTo>
                  <a:cubicBezTo>
                    <a:pt x="244" y="38"/>
                    <a:pt x="240" y="33"/>
                    <a:pt x="242" y="27"/>
                  </a:cubicBezTo>
                  <a:cubicBezTo>
                    <a:pt x="243" y="23"/>
                    <a:pt x="255" y="4"/>
                    <a:pt x="259" y="2"/>
                  </a:cubicBezTo>
                  <a:cubicBezTo>
                    <a:pt x="267" y="0"/>
                    <a:pt x="286" y="12"/>
                    <a:pt x="292" y="17"/>
                  </a:cubicBezTo>
                  <a:cubicBezTo>
                    <a:pt x="306" y="29"/>
                    <a:pt x="318" y="42"/>
                    <a:pt x="327" y="58"/>
                  </a:cubicBezTo>
                  <a:cubicBezTo>
                    <a:pt x="337" y="77"/>
                    <a:pt x="325" y="107"/>
                    <a:pt x="313" y="124"/>
                  </a:cubicBezTo>
                  <a:cubicBezTo>
                    <a:pt x="298" y="147"/>
                    <a:pt x="256" y="178"/>
                    <a:pt x="226" y="175"/>
                  </a:cubicBezTo>
                  <a:cubicBezTo>
                    <a:pt x="106" y="181"/>
                    <a:pt x="106" y="181"/>
                    <a:pt x="106" y="181"/>
                  </a:cubicBezTo>
                  <a:cubicBezTo>
                    <a:pt x="49" y="174"/>
                    <a:pt x="49" y="174"/>
                    <a:pt x="49" y="17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06" name="Freeform 357">
              <a:extLst>
                <a:ext uri="{FF2B5EF4-FFF2-40B4-BE49-F238E27FC236}">
                  <a16:creationId xmlns:a16="http://schemas.microsoft.com/office/drawing/2014/main" id="{614FC9DA-1BA5-418D-9F8D-BA18CE30B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1923"/>
              <a:ext cx="613" cy="688"/>
            </a:xfrm>
            <a:custGeom>
              <a:avLst/>
              <a:gdLst>
                <a:gd name="T0" fmla="*/ 3475 w 245"/>
                <a:gd name="T1" fmla="*/ 3221 h 258"/>
                <a:gd name="T2" fmla="*/ 3618 w 245"/>
                <a:gd name="T3" fmla="*/ 2752 h 258"/>
                <a:gd name="T4" fmla="*/ 3726 w 245"/>
                <a:gd name="T5" fmla="*/ 1877 h 258"/>
                <a:gd name="T6" fmla="*/ 3713 w 245"/>
                <a:gd name="T7" fmla="*/ 1059 h 258"/>
                <a:gd name="T8" fmla="*/ 3663 w 245"/>
                <a:gd name="T9" fmla="*/ 0 h 258"/>
                <a:gd name="T10" fmla="*/ 3555 w 245"/>
                <a:gd name="T11" fmla="*/ 1272 h 258"/>
                <a:gd name="T12" fmla="*/ 3430 w 245"/>
                <a:gd name="T13" fmla="*/ 1784 h 258"/>
                <a:gd name="T14" fmla="*/ 3130 w 245"/>
                <a:gd name="T15" fmla="*/ 2240 h 258"/>
                <a:gd name="T16" fmla="*/ 3350 w 245"/>
                <a:gd name="T17" fmla="*/ 2995 h 258"/>
                <a:gd name="T18" fmla="*/ 3193 w 245"/>
                <a:gd name="T19" fmla="*/ 3469 h 258"/>
                <a:gd name="T20" fmla="*/ 2942 w 245"/>
                <a:gd name="T21" fmla="*/ 3448 h 258"/>
                <a:gd name="T22" fmla="*/ 2722 w 245"/>
                <a:gd name="T23" fmla="*/ 3947 h 258"/>
                <a:gd name="T24" fmla="*/ 2254 w 245"/>
                <a:gd name="T25" fmla="*/ 4040 h 258"/>
                <a:gd name="T26" fmla="*/ 2429 w 245"/>
                <a:gd name="T27" fmla="*/ 3299 h 258"/>
                <a:gd name="T28" fmla="*/ 1554 w 245"/>
                <a:gd name="T29" fmla="*/ 4416 h 258"/>
                <a:gd name="T30" fmla="*/ 395 w 245"/>
                <a:gd name="T31" fmla="*/ 3549 h 258"/>
                <a:gd name="T32" fmla="*/ 0 w 245"/>
                <a:gd name="T33" fmla="*/ 4040 h 258"/>
                <a:gd name="T34" fmla="*/ 283 w 245"/>
                <a:gd name="T35" fmla="*/ 4685 h 258"/>
                <a:gd name="T36" fmla="*/ 1051 w 245"/>
                <a:gd name="T37" fmla="*/ 4893 h 258"/>
                <a:gd name="T38" fmla="*/ 1867 w 245"/>
                <a:gd name="T39" fmla="*/ 4685 h 258"/>
                <a:gd name="T40" fmla="*/ 2522 w 245"/>
                <a:gd name="T41" fmla="*/ 4459 h 258"/>
                <a:gd name="T42" fmla="*/ 2942 w 245"/>
                <a:gd name="T43" fmla="*/ 4152 h 258"/>
                <a:gd name="T44" fmla="*/ 3305 w 245"/>
                <a:gd name="T45" fmla="*/ 3507 h 2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5" h="258">
                  <a:moveTo>
                    <a:pt x="222" y="170"/>
                  </a:moveTo>
                  <a:cubicBezTo>
                    <a:pt x="221" y="168"/>
                    <a:pt x="230" y="150"/>
                    <a:pt x="231" y="145"/>
                  </a:cubicBezTo>
                  <a:cubicBezTo>
                    <a:pt x="235" y="130"/>
                    <a:pt x="238" y="115"/>
                    <a:pt x="238" y="99"/>
                  </a:cubicBezTo>
                  <a:cubicBezTo>
                    <a:pt x="239" y="84"/>
                    <a:pt x="234" y="71"/>
                    <a:pt x="237" y="56"/>
                  </a:cubicBezTo>
                  <a:cubicBezTo>
                    <a:pt x="240" y="36"/>
                    <a:pt x="242" y="20"/>
                    <a:pt x="234" y="0"/>
                  </a:cubicBezTo>
                  <a:cubicBezTo>
                    <a:pt x="245" y="24"/>
                    <a:pt x="235" y="44"/>
                    <a:pt x="227" y="67"/>
                  </a:cubicBezTo>
                  <a:cubicBezTo>
                    <a:pt x="224" y="76"/>
                    <a:pt x="222" y="85"/>
                    <a:pt x="219" y="94"/>
                  </a:cubicBezTo>
                  <a:cubicBezTo>
                    <a:pt x="214" y="104"/>
                    <a:pt x="207" y="109"/>
                    <a:pt x="200" y="118"/>
                  </a:cubicBezTo>
                  <a:cubicBezTo>
                    <a:pt x="180" y="142"/>
                    <a:pt x="200" y="141"/>
                    <a:pt x="214" y="158"/>
                  </a:cubicBezTo>
                  <a:cubicBezTo>
                    <a:pt x="225" y="170"/>
                    <a:pt x="213" y="175"/>
                    <a:pt x="204" y="183"/>
                  </a:cubicBezTo>
                  <a:cubicBezTo>
                    <a:pt x="194" y="193"/>
                    <a:pt x="198" y="187"/>
                    <a:pt x="188" y="182"/>
                  </a:cubicBezTo>
                  <a:cubicBezTo>
                    <a:pt x="163" y="169"/>
                    <a:pt x="176" y="199"/>
                    <a:pt x="174" y="208"/>
                  </a:cubicBezTo>
                  <a:cubicBezTo>
                    <a:pt x="172" y="222"/>
                    <a:pt x="150" y="227"/>
                    <a:pt x="144" y="213"/>
                  </a:cubicBezTo>
                  <a:cubicBezTo>
                    <a:pt x="139" y="200"/>
                    <a:pt x="153" y="185"/>
                    <a:pt x="155" y="174"/>
                  </a:cubicBezTo>
                  <a:cubicBezTo>
                    <a:pt x="142" y="195"/>
                    <a:pt x="125" y="227"/>
                    <a:pt x="99" y="233"/>
                  </a:cubicBezTo>
                  <a:cubicBezTo>
                    <a:pt x="67" y="242"/>
                    <a:pt x="18" y="228"/>
                    <a:pt x="25" y="187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18" y="247"/>
                    <a:pt x="18" y="247"/>
                    <a:pt x="18" y="247"/>
                  </a:cubicBezTo>
                  <a:cubicBezTo>
                    <a:pt x="67" y="258"/>
                    <a:pt x="67" y="258"/>
                    <a:pt x="67" y="258"/>
                  </a:cubicBezTo>
                  <a:cubicBezTo>
                    <a:pt x="119" y="247"/>
                    <a:pt x="119" y="247"/>
                    <a:pt x="119" y="247"/>
                  </a:cubicBezTo>
                  <a:cubicBezTo>
                    <a:pt x="119" y="247"/>
                    <a:pt x="158" y="235"/>
                    <a:pt x="161" y="235"/>
                  </a:cubicBezTo>
                  <a:cubicBezTo>
                    <a:pt x="164" y="235"/>
                    <a:pt x="188" y="219"/>
                    <a:pt x="188" y="219"/>
                  </a:cubicBezTo>
                  <a:cubicBezTo>
                    <a:pt x="211" y="185"/>
                    <a:pt x="211" y="185"/>
                    <a:pt x="211" y="185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07" name="Freeform 358">
              <a:extLst>
                <a:ext uri="{FF2B5EF4-FFF2-40B4-BE49-F238E27FC236}">
                  <a16:creationId xmlns:a16="http://schemas.microsoft.com/office/drawing/2014/main" id="{661B160D-97D5-48D6-B27C-C64F9D24A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261"/>
              <a:ext cx="376" cy="515"/>
            </a:xfrm>
            <a:custGeom>
              <a:avLst/>
              <a:gdLst>
                <a:gd name="T0" fmla="*/ 1326 w 150"/>
                <a:gd name="T1" fmla="*/ 1139 h 193"/>
                <a:gd name="T2" fmla="*/ 1935 w 150"/>
                <a:gd name="T3" fmla="*/ 1801 h 193"/>
                <a:gd name="T4" fmla="*/ 2186 w 150"/>
                <a:gd name="T5" fmla="*/ 2415 h 193"/>
                <a:gd name="T6" fmla="*/ 2344 w 150"/>
                <a:gd name="T7" fmla="*/ 3077 h 193"/>
                <a:gd name="T8" fmla="*/ 1968 w 150"/>
                <a:gd name="T9" fmla="*/ 3666 h 193"/>
                <a:gd name="T10" fmla="*/ 1968 w 150"/>
                <a:gd name="T11" fmla="*/ 2506 h 193"/>
                <a:gd name="T12" fmla="*/ 1514 w 150"/>
                <a:gd name="T13" fmla="*/ 1745 h 193"/>
                <a:gd name="T14" fmla="*/ 1263 w 150"/>
                <a:gd name="T15" fmla="*/ 1502 h 193"/>
                <a:gd name="T16" fmla="*/ 1163 w 150"/>
                <a:gd name="T17" fmla="*/ 1195 h 193"/>
                <a:gd name="T18" fmla="*/ 1088 w 150"/>
                <a:gd name="T19" fmla="*/ 1254 h 193"/>
                <a:gd name="T20" fmla="*/ 567 w 150"/>
                <a:gd name="T21" fmla="*/ 568 h 193"/>
                <a:gd name="T22" fmla="*/ 0 w 150"/>
                <a:gd name="T23" fmla="*/ 0 h 193"/>
                <a:gd name="T24" fmla="*/ 534 w 150"/>
                <a:gd name="T25" fmla="*/ 398 h 193"/>
                <a:gd name="T26" fmla="*/ 930 w 150"/>
                <a:gd name="T27" fmla="*/ 648 h 193"/>
                <a:gd name="T28" fmla="*/ 1326 w 150"/>
                <a:gd name="T29" fmla="*/ 1118 h 1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93">
                  <a:moveTo>
                    <a:pt x="84" y="60"/>
                  </a:moveTo>
                  <a:cubicBezTo>
                    <a:pt x="97" y="71"/>
                    <a:pt x="113" y="81"/>
                    <a:pt x="123" y="95"/>
                  </a:cubicBezTo>
                  <a:cubicBezTo>
                    <a:pt x="130" y="104"/>
                    <a:pt x="135" y="117"/>
                    <a:pt x="139" y="127"/>
                  </a:cubicBezTo>
                  <a:cubicBezTo>
                    <a:pt x="144" y="137"/>
                    <a:pt x="148" y="151"/>
                    <a:pt x="149" y="162"/>
                  </a:cubicBezTo>
                  <a:cubicBezTo>
                    <a:pt x="150" y="178"/>
                    <a:pt x="134" y="182"/>
                    <a:pt x="125" y="193"/>
                  </a:cubicBezTo>
                  <a:cubicBezTo>
                    <a:pt x="125" y="172"/>
                    <a:pt x="133" y="153"/>
                    <a:pt x="125" y="132"/>
                  </a:cubicBezTo>
                  <a:cubicBezTo>
                    <a:pt x="119" y="116"/>
                    <a:pt x="108" y="102"/>
                    <a:pt x="96" y="92"/>
                  </a:cubicBezTo>
                  <a:cubicBezTo>
                    <a:pt x="91" y="88"/>
                    <a:pt x="83" y="84"/>
                    <a:pt x="80" y="79"/>
                  </a:cubicBezTo>
                  <a:cubicBezTo>
                    <a:pt x="77" y="74"/>
                    <a:pt x="78" y="67"/>
                    <a:pt x="74" y="63"/>
                  </a:cubicBezTo>
                  <a:cubicBezTo>
                    <a:pt x="73" y="64"/>
                    <a:pt x="71" y="64"/>
                    <a:pt x="69" y="66"/>
                  </a:cubicBezTo>
                  <a:cubicBezTo>
                    <a:pt x="60" y="50"/>
                    <a:pt x="52" y="41"/>
                    <a:pt x="36" y="30"/>
                  </a:cubicBezTo>
                  <a:cubicBezTo>
                    <a:pt x="23" y="21"/>
                    <a:pt x="14" y="8"/>
                    <a:pt x="0" y="0"/>
                  </a:cubicBezTo>
                  <a:cubicBezTo>
                    <a:pt x="12" y="4"/>
                    <a:pt x="21" y="16"/>
                    <a:pt x="34" y="21"/>
                  </a:cubicBezTo>
                  <a:cubicBezTo>
                    <a:pt x="43" y="25"/>
                    <a:pt x="52" y="28"/>
                    <a:pt x="59" y="34"/>
                  </a:cubicBezTo>
                  <a:cubicBezTo>
                    <a:pt x="67" y="40"/>
                    <a:pt x="80" y="50"/>
                    <a:pt x="84" y="59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08" name="Freeform 359">
              <a:extLst>
                <a:ext uri="{FF2B5EF4-FFF2-40B4-BE49-F238E27FC236}">
                  <a16:creationId xmlns:a16="http://schemas.microsoft.com/office/drawing/2014/main" id="{35906541-1569-49BC-8A9B-B89B1FD97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731"/>
              <a:ext cx="127" cy="472"/>
            </a:xfrm>
            <a:custGeom>
              <a:avLst/>
              <a:gdLst>
                <a:gd name="T0" fmla="*/ 311 w 51"/>
                <a:gd name="T1" fmla="*/ 56 h 177"/>
                <a:gd name="T2" fmla="*/ 30 w 51"/>
                <a:gd name="T3" fmla="*/ 568 h 177"/>
                <a:gd name="T4" fmla="*/ 261 w 51"/>
                <a:gd name="T5" fmla="*/ 776 h 177"/>
                <a:gd name="T6" fmla="*/ 496 w 51"/>
                <a:gd name="T7" fmla="*/ 1173 h 177"/>
                <a:gd name="T8" fmla="*/ 528 w 51"/>
                <a:gd name="T9" fmla="*/ 2253 h 177"/>
                <a:gd name="T10" fmla="*/ 508 w 51"/>
                <a:gd name="T11" fmla="*/ 2808 h 177"/>
                <a:gd name="T12" fmla="*/ 478 w 51"/>
                <a:gd name="T13" fmla="*/ 3357 h 177"/>
                <a:gd name="T14" fmla="*/ 745 w 51"/>
                <a:gd name="T15" fmla="*/ 3037 h 177"/>
                <a:gd name="T16" fmla="*/ 787 w 51"/>
                <a:gd name="T17" fmla="*/ 2355 h 177"/>
                <a:gd name="T18" fmla="*/ 757 w 51"/>
                <a:gd name="T19" fmla="*/ 1459 h 177"/>
                <a:gd name="T20" fmla="*/ 540 w 51"/>
                <a:gd name="T21" fmla="*/ 605 h 177"/>
                <a:gd name="T22" fmla="*/ 341 w 51"/>
                <a:gd name="T23" fmla="*/ 0 h 1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177">
                  <a:moveTo>
                    <a:pt x="20" y="3"/>
                  </a:moveTo>
                  <a:cubicBezTo>
                    <a:pt x="15" y="12"/>
                    <a:pt x="0" y="18"/>
                    <a:pt x="2" y="30"/>
                  </a:cubicBezTo>
                  <a:cubicBezTo>
                    <a:pt x="4" y="40"/>
                    <a:pt x="11" y="38"/>
                    <a:pt x="17" y="41"/>
                  </a:cubicBezTo>
                  <a:cubicBezTo>
                    <a:pt x="27" y="46"/>
                    <a:pt x="29" y="52"/>
                    <a:pt x="32" y="62"/>
                  </a:cubicBezTo>
                  <a:cubicBezTo>
                    <a:pt x="39" y="82"/>
                    <a:pt x="37" y="99"/>
                    <a:pt x="34" y="119"/>
                  </a:cubicBezTo>
                  <a:cubicBezTo>
                    <a:pt x="33" y="130"/>
                    <a:pt x="33" y="138"/>
                    <a:pt x="33" y="148"/>
                  </a:cubicBezTo>
                  <a:cubicBezTo>
                    <a:pt x="34" y="158"/>
                    <a:pt x="30" y="168"/>
                    <a:pt x="31" y="177"/>
                  </a:cubicBezTo>
                  <a:cubicBezTo>
                    <a:pt x="33" y="169"/>
                    <a:pt x="40" y="162"/>
                    <a:pt x="48" y="160"/>
                  </a:cubicBezTo>
                  <a:cubicBezTo>
                    <a:pt x="46" y="158"/>
                    <a:pt x="51" y="132"/>
                    <a:pt x="51" y="124"/>
                  </a:cubicBezTo>
                  <a:cubicBezTo>
                    <a:pt x="51" y="109"/>
                    <a:pt x="51" y="93"/>
                    <a:pt x="49" y="77"/>
                  </a:cubicBezTo>
                  <a:cubicBezTo>
                    <a:pt x="48" y="60"/>
                    <a:pt x="41" y="47"/>
                    <a:pt x="35" y="32"/>
                  </a:cubicBezTo>
                  <a:cubicBezTo>
                    <a:pt x="30" y="21"/>
                    <a:pt x="28" y="11"/>
                    <a:pt x="22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09" name="Freeform 360">
              <a:extLst>
                <a:ext uri="{FF2B5EF4-FFF2-40B4-BE49-F238E27FC236}">
                  <a16:creationId xmlns:a16="http://schemas.microsoft.com/office/drawing/2014/main" id="{6085AB2F-1320-4DDC-B37C-F6A27D941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957"/>
              <a:ext cx="223" cy="219"/>
            </a:xfrm>
            <a:custGeom>
              <a:avLst/>
              <a:gdLst>
                <a:gd name="T0" fmla="*/ 158 w 89"/>
                <a:gd name="T1" fmla="*/ 0 h 82"/>
                <a:gd name="T2" fmla="*/ 501 w 89"/>
                <a:gd name="T3" fmla="*/ 628 h 82"/>
                <a:gd name="T4" fmla="*/ 1085 w 89"/>
                <a:gd name="T5" fmla="*/ 0 h 82"/>
                <a:gd name="T6" fmla="*/ 1022 w 89"/>
                <a:gd name="T7" fmla="*/ 1311 h 82"/>
                <a:gd name="T8" fmla="*/ 175 w 89"/>
                <a:gd name="T9" fmla="*/ 1028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2">
                  <a:moveTo>
                    <a:pt x="10" y="0"/>
                  </a:moveTo>
                  <a:cubicBezTo>
                    <a:pt x="14" y="13"/>
                    <a:pt x="16" y="30"/>
                    <a:pt x="32" y="33"/>
                  </a:cubicBezTo>
                  <a:cubicBezTo>
                    <a:pt x="55" y="37"/>
                    <a:pt x="65" y="14"/>
                    <a:pt x="69" y="0"/>
                  </a:cubicBezTo>
                  <a:cubicBezTo>
                    <a:pt x="89" y="2"/>
                    <a:pt x="75" y="59"/>
                    <a:pt x="65" y="69"/>
                  </a:cubicBezTo>
                  <a:cubicBezTo>
                    <a:pt x="53" y="82"/>
                    <a:pt x="0" y="66"/>
                    <a:pt x="11" y="5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10" name="Freeform 361">
              <a:extLst>
                <a:ext uri="{FF2B5EF4-FFF2-40B4-BE49-F238E27FC236}">
                  <a16:creationId xmlns:a16="http://schemas.microsoft.com/office/drawing/2014/main" id="{DF7DD24F-1DB6-4AA4-A169-2A9E920C9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1971"/>
              <a:ext cx="225" cy="245"/>
            </a:xfrm>
            <a:custGeom>
              <a:avLst/>
              <a:gdLst>
                <a:gd name="T0" fmla="*/ 238 w 90"/>
                <a:gd name="T1" fmla="*/ 0 h 92"/>
                <a:gd name="T2" fmla="*/ 425 w 90"/>
                <a:gd name="T3" fmla="*/ 474 h 92"/>
                <a:gd name="T4" fmla="*/ 458 w 90"/>
                <a:gd name="T5" fmla="*/ 1036 h 92"/>
                <a:gd name="T6" fmla="*/ 970 w 90"/>
                <a:gd name="T7" fmla="*/ 1531 h 92"/>
                <a:gd name="T8" fmla="*/ 625 w 90"/>
                <a:gd name="T9" fmla="*/ 1680 h 92"/>
                <a:gd name="T10" fmla="*/ 250 w 90"/>
                <a:gd name="T11" fmla="*/ 1659 h 92"/>
                <a:gd name="T12" fmla="*/ 0 w 90"/>
                <a:gd name="T13" fmla="*/ 852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92">
                  <a:moveTo>
                    <a:pt x="15" y="0"/>
                  </a:moveTo>
                  <a:cubicBezTo>
                    <a:pt x="25" y="9"/>
                    <a:pt x="28" y="12"/>
                    <a:pt x="27" y="25"/>
                  </a:cubicBezTo>
                  <a:cubicBezTo>
                    <a:pt x="27" y="35"/>
                    <a:pt x="24" y="46"/>
                    <a:pt x="29" y="55"/>
                  </a:cubicBezTo>
                  <a:cubicBezTo>
                    <a:pt x="36" y="70"/>
                    <a:pt x="47" y="77"/>
                    <a:pt x="62" y="81"/>
                  </a:cubicBezTo>
                  <a:cubicBezTo>
                    <a:pt x="90" y="89"/>
                    <a:pt x="47" y="89"/>
                    <a:pt x="40" y="89"/>
                  </a:cubicBezTo>
                  <a:cubicBezTo>
                    <a:pt x="32" y="89"/>
                    <a:pt x="23" y="92"/>
                    <a:pt x="16" y="88"/>
                  </a:cubicBezTo>
                  <a:cubicBezTo>
                    <a:pt x="1" y="80"/>
                    <a:pt x="0" y="60"/>
                    <a:pt x="0" y="45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11" name="Freeform 362">
              <a:extLst>
                <a:ext uri="{FF2B5EF4-FFF2-40B4-BE49-F238E27FC236}">
                  <a16:creationId xmlns:a16="http://schemas.microsoft.com/office/drawing/2014/main" id="{8101953E-6E6B-4F5E-992F-5E105B53D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976"/>
              <a:ext cx="140" cy="376"/>
            </a:xfrm>
            <a:custGeom>
              <a:avLst/>
              <a:gdLst>
                <a:gd name="T0" fmla="*/ 863 w 56"/>
                <a:gd name="T1" fmla="*/ 0 h 141"/>
                <a:gd name="T2" fmla="*/ 750 w 56"/>
                <a:gd name="T3" fmla="*/ 776 h 141"/>
                <a:gd name="T4" fmla="*/ 738 w 56"/>
                <a:gd name="T5" fmla="*/ 1821 h 141"/>
                <a:gd name="T6" fmla="*/ 550 w 56"/>
                <a:gd name="T7" fmla="*/ 2312 h 141"/>
                <a:gd name="T8" fmla="*/ 625 w 56"/>
                <a:gd name="T9" fmla="*/ 2675 h 141"/>
                <a:gd name="T10" fmla="*/ 20 w 56"/>
                <a:gd name="T11" fmla="*/ 2312 h 141"/>
                <a:gd name="T12" fmla="*/ 95 w 56"/>
                <a:gd name="T13" fmla="*/ 2048 h 141"/>
                <a:gd name="T14" fmla="*/ 345 w 56"/>
                <a:gd name="T15" fmla="*/ 1571 h 141"/>
                <a:gd name="T16" fmla="*/ 688 w 56"/>
                <a:gd name="T17" fmla="*/ 605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141">
                  <a:moveTo>
                    <a:pt x="55" y="0"/>
                  </a:moveTo>
                  <a:cubicBezTo>
                    <a:pt x="50" y="14"/>
                    <a:pt x="48" y="26"/>
                    <a:pt x="48" y="41"/>
                  </a:cubicBezTo>
                  <a:cubicBezTo>
                    <a:pt x="49" y="58"/>
                    <a:pt x="56" y="80"/>
                    <a:pt x="47" y="96"/>
                  </a:cubicBezTo>
                  <a:cubicBezTo>
                    <a:pt x="41" y="106"/>
                    <a:pt x="34" y="109"/>
                    <a:pt x="35" y="122"/>
                  </a:cubicBezTo>
                  <a:cubicBezTo>
                    <a:pt x="35" y="128"/>
                    <a:pt x="37" y="135"/>
                    <a:pt x="40" y="141"/>
                  </a:cubicBezTo>
                  <a:cubicBezTo>
                    <a:pt x="29" y="135"/>
                    <a:pt x="5" y="136"/>
                    <a:pt x="1" y="122"/>
                  </a:cubicBezTo>
                  <a:cubicBezTo>
                    <a:pt x="0" y="117"/>
                    <a:pt x="3" y="112"/>
                    <a:pt x="6" y="108"/>
                  </a:cubicBezTo>
                  <a:cubicBezTo>
                    <a:pt x="13" y="98"/>
                    <a:pt x="18" y="96"/>
                    <a:pt x="22" y="83"/>
                  </a:cubicBezTo>
                  <a:cubicBezTo>
                    <a:pt x="28" y="65"/>
                    <a:pt x="40" y="52"/>
                    <a:pt x="44" y="32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12" name="Freeform 363">
              <a:extLst>
                <a:ext uri="{FF2B5EF4-FFF2-40B4-BE49-F238E27FC236}">
                  <a16:creationId xmlns:a16="http://schemas.microsoft.com/office/drawing/2014/main" id="{181E2BEA-A27A-454A-8CE8-DB7ECC985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133"/>
              <a:ext cx="345" cy="238"/>
            </a:xfrm>
            <a:custGeom>
              <a:avLst/>
              <a:gdLst>
                <a:gd name="T0" fmla="*/ 95 w 138"/>
                <a:gd name="T1" fmla="*/ 1701 h 89"/>
                <a:gd name="T2" fmla="*/ 720 w 138"/>
                <a:gd name="T3" fmla="*/ 709 h 89"/>
                <a:gd name="T4" fmla="*/ 1188 w 138"/>
                <a:gd name="T5" fmla="*/ 457 h 89"/>
                <a:gd name="T6" fmla="*/ 1675 w 138"/>
                <a:gd name="T7" fmla="*/ 500 h 89"/>
                <a:gd name="T8" fmla="*/ 1645 w 138"/>
                <a:gd name="T9" fmla="*/ 479 h 89"/>
                <a:gd name="T10" fmla="*/ 2158 w 138"/>
                <a:gd name="T11" fmla="*/ 559 h 89"/>
                <a:gd name="T12" fmla="*/ 95 w 138"/>
                <a:gd name="T13" fmla="*/ 845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89">
                  <a:moveTo>
                    <a:pt x="6" y="89"/>
                  </a:moveTo>
                  <a:cubicBezTo>
                    <a:pt x="0" y="66"/>
                    <a:pt x="30" y="47"/>
                    <a:pt x="46" y="37"/>
                  </a:cubicBezTo>
                  <a:cubicBezTo>
                    <a:pt x="55" y="31"/>
                    <a:pt x="64" y="25"/>
                    <a:pt x="76" y="24"/>
                  </a:cubicBezTo>
                  <a:cubicBezTo>
                    <a:pt x="86" y="23"/>
                    <a:pt x="97" y="26"/>
                    <a:pt x="107" y="26"/>
                  </a:cubicBezTo>
                  <a:cubicBezTo>
                    <a:pt x="106" y="26"/>
                    <a:pt x="105" y="25"/>
                    <a:pt x="105" y="25"/>
                  </a:cubicBezTo>
                  <a:cubicBezTo>
                    <a:pt x="116" y="27"/>
                    <a:pt x="127" y="26"/>
                    <a:pt x="138" y="29"/>
                  </a:cubicBezTo>
                  <a:cubicBezTo>
                    <a:pt x="95" y="13"/>
                    <a:pt x="37" y="0"/>
                    <a:pt x="6" y="4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13" name="Freeform 364">
              <a:extLst>
                <a:ext uri="{FF2B5EF4-FFF2-40B4-BE49-F238E27FC236}">
                  <a16:creationId xmlns:a16="http://schemas.microsoft.com/office/drawing/2014/main" id="{6A8F75FF-9563-4D68-9546-0C0B4F75D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227"/>
              <a:ext cx="138" cy="205"/>
            </a:xfrm>
            <a:custGeom>
              <a:avLst/>
              <a:gdLst>
                <a:gd name="T0" fmla="*/ 868 w 55"/>
                <a:gd name="T1" fmla="*/ 0 h 77"/>
                <a:gd name="T2" fmla="*/ 555 w 55"/>
                <a:gd name="T3" fmla="*/ 682 h 77"/>
                <a:gd name="T4" fmla="*/ 818 w 55"/>
                <a:gd name="T5" fmla="*/ 1249 h 77"/>
                <a:gd name="T6" fmla="*/ 459 w 55"/>
                <a:gd name="T7" fmla="*/ 282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77">
                  <a:moveTo>
                    <a:pt x="55" y="0"/>
                  </a:moveTo>
                  <a:cubicBezTo>
                    <a:pt x="46" y="11"/>
                    <a:pt x="37" y="20"/>
                    <a:pt x="35" y="36"/>
                  </a:cubicBezTo>
                  <a:cubicBezTo>
                    <a:pt x="34" y="53"/>
                    <a:pt x="45" y="55"/>
                    <a:pt x="52" y="66"/>
                  </a:cubicBezTo>
                  <a:cubicBezTo>
                    <a:pt x="23" y="77"/>
                    <a:pt x="0" y="28"/>
                    <a:pt x="29" y="15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14" name="Freeform 365">
              <a:extLst>
                <a:ext uri="{FF2B5EF4-FFF2-40B4-BE49-F238E27FC236}">
                  <a16:creationId xmlns:a16="http://schemas.microsoft.com/office/drawing/2014/main" id="{29206BFE-AD59-409F-9821-C98DB3B15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840"/>
              <a:ext cx="747" cy="307"/>
            </a:xfrm>
            <a:custGeom>
              <a:avLst/>
              <a:gdLst>
                <a:gd name="T0" fmla="*/ 0 w 299"/>
                <a:gd name="T1" fmla="*/ 307 h 115"/>
                <a:gd name="T2" fmla="*/ 530 w 299"/>
                <a:gd name="T3" fmla="*/ 376 h 115"/>
                <a:gd name="T4" fmla="*/ 1167 w 299"/>
                <a:gd name="T5" fmla="*/ 763 h 115"/>
                <a:gd name="T6" fmla="*/ 1574 w 299"/>
                <a:gd name="T7" fmla="*/ 798 h 115"/>
                <a:gd name="T8" fmla="*/ 1996 w 299"/>
                <a:gd name="T9" fmla="*/ 1105 h 115"/>
                <a:gd name="T10" fmla="*/ 2558 w 299"/>
                <a:gd name="T11" fmla="*/ 1183 h 115"/>
                <a:gd name="T12" fmla="*/ 3340 w 299"/>
                <a:gd name="T13" fmla="*/ 1297 h 115"/>
                <a:gd name="T14" fmla="*/ 4320 w 299"/>
                <a:gd name="T15" fmla="*/ 2189 h 115"/>
                <a:gd name="T16" fmla="*/ 2603 w 299"/>
                <a:gd name="T17" fmla="*/ 763 h 115"/>
                <a:gd name="T18" fmla="*/ 2041 w 299"/>
                <a:gd name="T19" fmla="*/ 606 h 115"/>
                <a:gd name="T20" fmla="*/ 1417 w 299"/>
                <a:gd name="T21" fmla="*/ 363 h 115"/>
                <a:gd name="T22" fmla="*/ 592 w 299"/>
                <a:gd name="T23" fmla="*/ 248 h 115"/>
                <a:gd name="T24" fmla="*/ 405 w 299"/>
                <a:gd name="T25" fmla="*/ 0 h 1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9" h="115">
                  <a:moveTo>
                    <a:pt x="0" y="16"/>
                  </a:moveTo>
                  <a:cubicBezTo>
                    <a:pt x="12" y="13"/>
                    <a:pt x="24" y="13"/>
                    <a:pt x="34" y="20"/>
                  </a:cubicBezTo>
                  <a:cubicBezTo>
                    <a:pt x="49" y="30"/>
                    <a:pt x="56" y="40"/>
                    <a:pt x="75" y="40"/>
                  </a:cubicBezTo>
                  <a:cubicBezTo>
                    <a:pt x="85" y="40"/>
                    <a:pt x="92" y="38"/>
                    <a:pt x="101" y="42"/>
                  </a:cubicBezTo>
                  <a:cubicBezTo>
                    <a:pt x="110" y="46"/>
                    <a:pt x="118" y="54"/>
                    <a:pt x="128" y="58"/>
                  </a:cubicBezTo>
                  <a:cubicBezTo>
                    <a:pt x="140" y="63"/>
                    <a:pt x="151" y="62"/>
                    <a:pt x="164" y="62"/>
                  </a:cubicBezTo>
                  <a:cubicBezTo>
                    <a:pt x="180" y="61"/>
                    <a:pt x="198" y="63"/>
                    <a:pt x="214" y="68"/>
                  </a:cubicBezTo>
                  <a:cubicBezTo>
                    <a:pt x="237" y="75"/>
                    <a:pt x="271" y="89"/>
                    <a:pt x="277" y="115"/>
                  </a:cubicBezTo>
                  <a:cubicBezTo>
                    <a:pt x="299" y="61"/>
                    <a:pt x="199" y="47"/>
                    <a:pt x="167" y="40"/>
                  </a:cubicBezTo>
                  <a:cubicBezTo>
                    <a:pt x="155" y="38"/>
                    <a:pt x="143" y="36"/>
                    <a:pt x="131" y="32"/>
                  </a:cubicBezTo>
                  <a:cubicBezTo>
                    <a:pt x="118" y="28"/>
                    <a:pt x="105" y="16"/>
                    <a:pt x="91" y="19"/>
                  </a:cubicBezTo>
                  <a:cubicBezTo>
                    <a:pt x="77" y="22"/>
                    <a:pt x="53" y="23"/>
                    <a:pt x="38" y="13"/>
                  </a:cubicBezTo>
                  <a:cubicBezTo>
                    <a:pt x="30" y="7"/>
                    <a:pt x="36" y="5"/>
                    <a:pt x="26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15" name="Freeform 366">
              <a:extLst>
                <a:ext uri="{FF2B5EF4-FFF2-40B4-BE49-F238E27FC236}">
                  <a16:creationId xmlns:a16="http://schemas.microsoft.com/office/drawing/2014/main" id="{AE83DB28-ED5B-4653-AFB9-554CD4BF3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184"/>
              <a:ext cx="485" cy="147"/>
            </a:xfrm>
            <a:custGeom>
              <a:avLst/>
              <a:gdLst>
                <a:gd name="T0" fmla="*/ 0 w 194"/>
                <a:gd name="T1" fmla="*/ 1050 h 55"/>
                <a:gd name="T2" fmla="*/ 708 w 194"/>
                <a:gd name="T3" fmla="*/ 556 h 55"/>
                <a:gd name="T4" fmla="*/ 1125 w 194"/>
                <a:gd name="T5" fmla="*/ 535 h 55"/>
                <a:gd name="T6" fmla="*/ 1550 w 194"/>
                <a:gd name="T7" fmla="*/ 401 h 55"/>
                <a:gd name="T8" fmla="*/ 2845 w 194"/>
                <a:gd name="T9" fmla="*/ 1029 h 55"/>
                <a:gd name="T10" fmla="*/ 2658 w 194"/>
                <a:gd name="T11" fmla="*/ 230 h 55"/>
                <a:gd name="T12" fmla="*/ 1738 w 194"/>
                <a:gd name="T13" fmla="*/ 171 h 55"/>
                <a:gd name="T14" fmla="*/ 783 w 194"/>
                <a:gd name="T15" fmla="*/ 286 h 55"/>
                <a:gd name="T16" fmla="*/ 20 w 194"/>
                <a:gd name="T17" fmla="*/ 858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55">
                  <a:moveTo>
                    <a:pt x="0" y="55"/>
                  </a:moveTo>
                  <a:cubicBezTo>
                    <a:pt x="2" y="38"/>
                    <a:pt x="31" y="30"/>
                    <a:pt x="45" y="29"/>
                  </a:cubicBezTo>
                  <a:cubicBezTo>
                    <a:pt x="54" y="28"/>
                    <a:pt x="63" y="29"/>
                    <a:pt x="72" y="28"/>
                  </a:cubicBezTo>
                  <a:cubicBezTo>
                    <a:pt x="81" y="27"/>
                    <a:pt x="90" y="22"/>
                    <a:pt x="99" y="21"/>
                  </a:cubicBezTo>
                  <a:cubicBezTo>
                    <a:pt x="121" y="17"/>
                    <a:pt x="192" y="17"/>
                    <a:pt x="182" y="54"/>
                  </a:cubicBezTo>
                  <a:cubicBezTo>
                    <a:pt x="194" y="33"/>
                    <a:pt x="189" y="24"/>
                    <a:pt x="170" y="12"/>
                  </a:cubicBezTo>
                  <a:cubicBezTo>
                    <a:pt x="152" y="0"/>
                    <a:pt x="131" y="6"/>
                    <a:pt x="111" y="9"/>
                  </a:cubicBezTo>
                  <a:cubicBezTo>
                    <a:pt x="91" y="13"/>
                    <a:pt x="69" y="9"/>
                    <a:pt x="50" y="15"/>
                  </a:cubicBezTo>
                  <a:cubicBezTo>
                    <a:pt x="39" y="19"/>
                    <a:pt x="3" y="29"/>
                    <a:pt x="1" y="45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16" name="Freeform 367">
              <a:extLst>
                <a:ext uri="{FF2B5EF4-FFF2-40B4-BE49-F238E27FC236}">
                  <a16:creationId xmlns:a16="http://schemas.microsoft.com/office/drawing/2014/main" id="{AD1DC317-CEB6-4F39-B186-E75EA3297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" y="2040"/>
              <a:ext cx="183" cy="320"/>
            </a:xfrm>
            <a:custGeom>
              <a:avLst/>
              <a:gdLst>
                <a:gd name="T0" fmla="*/ 346 w 73"/>
                <a:gd name="T1" fmla="*/ 35 h 120"/>
                <a:gd name="T2" fmla="*/ 251 w 73"/>
                <a:gd name="T3" fmla="*/ 1003 h 120"/>
                <a:gd name="T4" fmla="*/ 1151 w 73"/>
                <a:gd name="T5" fmla="*/ 2275 h 120"/>
                <a:gd name="T6" fmla="*/ 805 w 73"/>
                <a:gd name="T7" fmla="*/ 1501 h 120"/>
                <a:gd name="T8" fmla="*/ 439 w 73"/>
                <a:gd name="T9" fmla="*/ 989 h 120"/>
                <a:gd name="T10" fmla="*/ 376 w 73"/>
                <a:gd name="T11" fmla="*/ 35 h 120"/>
                <a:gd name="T12" fmla="*/ 346 w 73"/>
                <a:gd name="T13" fmla="*/ 21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20">
                  <a:moveTo>
                    <a:pt x="22" y="2"/>
                  </a:moveTo>
                  <a:cubicBezTo>
                    <a:pt x="6" y="15"/>
                    <a:pt x="0" y="38"/>
                    <a:pt x="16" y="53"/>
                  </a:cubicBezTo>
                  <a:cubicBezTo>
                    <a:pt x="37" y="75"/>
                    <a:pt x="58" y="94"/>
                    <a:pt x="73" y="120"/>
                  </a:cubicBezTo>
                  <a:cubicBezTo>
                    <a:pt x="69" y="105"/>
                    <a:pt x="65" y="89"/>
                    <a:pt x="51" y="79"/>
                  </a:cubicBezTo>
                  <a:cubicBezTo>
                    <a:pt x="40" y="72"/>
                    <a:pt x="34" y="66"/>
                    <a:pt x="28" y="52"/>
                  </a:cubicBezTo>
                  <a:cubicBezTo>
                    <a:pt x="19" y="32"/>
                    <a:pt x="16" y="21"/>
                    <a:pt x="24" y="2"/>
                  </a:cubicBezTo>
                  <a:cubicBezTo>
                    <a:pt x="24" y="0"/>
                    <a:pt x="23" y="2"/>
                    <a:pt x="22" y="1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17" name="Freeform 368">
              <a:extLst>
                <a:ext uri="{FF2B5EF4-FFF2-40B4-BE49-F238E27FC236}">
                  <a16:creationId xmlns:a16="http://schemas.microsoft.com/office/drawing/2014/main" id="{8D2B31D7-2383-4D66-BABB-047E91A40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" y="2317"/>
              <a:ext cx="107" cy="80"/>
            </a:xfrm>
            <a:custGeom>
              <a:avLst/>
              <a:gdLst>
                <a:gd name="T0" fmla="*/ 0 w 43"/>
                <a:gd name="T1" fmla="*/ 149 h 30"/>
                <a:gd name="T2" fmla="*/ 92 w 43"/>
                <a:gd name="T3" fmla="*/ 264 h 30"/>
                <a:gd name="T4" fmla="*/ 445 w 43"/>
                <a:gd name="T5" fmla="*/ 115 h 30"/>
                <a:gd name="T6" fmla="*/ 587 w 43"/>
                <a:gd name="T7" fmla="*/ 491 h 30"/>
                <a:gd name="T8" fmla="*/ 199 w 43"/>
                <a:gd name="T9" fmla="*/ 17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0">
                  <a:moveTo>
                    <a:pt x="0" y="8"/>
                  </a:moveTo>
                  <a:cubicBezTo>
                    <a:pt x="4" y="8"/>
                    <a:pt x="6" y="9"/>
                    <a:pt x="6" y="14"/>
                  </a:cubicBezTo>
                  <a:cubicBezTo>
                    <a:pt x="2" y="2"/>
                    <a:pt x="23" y="0"/>
                    <a:pt x="29" y="6"/>
                  </a:cubicBezTo>
                  <a:cubicBezTo>
                    <a:pt x="31" y="8"/>
                    <a:pt x="43" y="24"/>
                    <a:pt x="38" y="26"/>
                  </a:cubicBezTo>
                  <a:cubicBezTo>
                    <a:pt x="30" y="30"/>
                    <a:pt x="25" y="5"/>
                    <a:pt x="13" y="9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18" name="Freeform 369">
              <a:extLst>
                <a:ext uri="{FF2B5EF4-FFF2-40B4-BE49-F238E27FC236}">
                  <a16:creationId xmlns:a16="http://schemas.microsoft.com/office/drawing/2014/main" id="{37A6A3EF-E050-4A9C-8788-A3B0C8472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2456"/>
              <a:ext cx="276" cy="104"/>
            </a:xfrm>
            <a:custGeom>
              <a:avLst/>
              <a:gdLst>
                <a:gd name="T0" fmla="*/ 0 w 110"/>
                <a:gd name="T1" fmla="*/ 56 h 39"/>
                <a:gd name="T2" fmla="*/ 693 w 110"/>
                <a:gd name="T3" fmla="*/ 435 h 39"/>
                <a:gd name="T4" fmla="*/ 963 w 110"/>
                <a:gd name="T5" fmla="*/ 491 h 39"/>
                <a:gd name="T6" fmla="*/ 1139 w 110"/>
                <a:gd name="T7" fmla="*/ 739 h 39"/>
                <a:gd name="T8" fmla="*/ 1234 w 110"/>
                <a:gd name="T9" fmla="*/ 397 h 39"/>
                <a:gd name="T10" fmla="*/ 1739 w 110"/>
                <a:gd name="T11" fmla="*/ 397 h 39"/>
                <a:gd name="T12" fmla="*/ 472 w 110"/>
                <a:gd name="T13" fmla="*/ 171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39">
                  <a:moveTo>
                    <a:pt x="0" y="3"/>
                  </a:moveTo>
                  <a:cubicBezTo>
                    <a:pt x="10" y="19"/>
                    <a:pt x="28" y="21"/>
                    <a:pt x="44" y="23"/>
                  </a:cubicBezTo>
                  <a:cubicBezTo>
                    <a:pt x="49" y="24"/>
                    <a:pt x="57" y="24"/>
                    <a:pt x="61" y="26"/>
                  </a:cubicBezTo>
                  <a:cubicBezTo>
                    <a:pt x="66" y="29"/>
                    <a:pt x="68" y="36"/>
                    <a:pt x="72" y="39"/>
                  </a:cubicBezTo>
                  <a:cubicBezTo>
                    <a:pt x="75" y="32"/>
                    <a:pt x="72" y="26"/>
                    <a:pt x="78" y="21"/>
                  </a:cubicBezTo>
                  <a:cubicBezTo>
                    <a:pt x="87" y="15"/>
                    <a:pt x="101" y="24"/>
                    <a:pt x="110" y="21"/>
                  </a:cubicBezTo>
                  <a:cubicBezTo>
                    <a:pt x="89" y="0"/>
                    <a:pt x="55" y="22"/>
                    <a:pt x="30" y="9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19" name="Freeform 370">
              <a:extLst>
                <a:ext uri="{FF2B5EF4-FFF2-40B4-BE49-F238E27FC236}">
                  <a16:creationId xmlns:a16="http://schemas.microsoft.com/office/drawing/2014/main" id="{B182EB7F-D515-46A3-89A4-3936430D0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2536"/>
              <a:ext cx="818" cy="272"/>
            </a:xfrm>
            <a:custGeom>
              <a:avLst/>
              <a:gdLst>
                <a:gd name="T0" fmla="*/ 238 w 327"/>
                <a:gd name="T1" fmla="*/ 533 h 102"/>
                <a:gd name="T2" fmla="*/ 926 w 327"/>
                <a:gd name="T3" fmla="*/ 1309 h 102"/>
                <a:gd name="T4" fmla="*/ 1488 w 327"/>
                <a:gd name="T5" fmla="*/ 1400 h 102"/>
                <a:gd name="T6" fmla="*/ 2459 w 327"/>
                <a:gd name="T7" fmla="*/ 1515 h 102"/>
                <a:gd name="T8" fmla="*/ 3772 w 327"/>
                <a:gd name="T9" fmla="*/ 1685 h 102"/>
                <a:gd name="T10" fmla="*/ 4630 w 327"/>
                <a:gd name="T11" fmla="*/ 1800 h 102"/>
                <a:gd name="T12" fmla="*/ 5118 w 327"/>
                <a:gd name="T13" fmla="*/ 1856 h 102"/>
                <a:gd name="T14" fmla="*/ 4400 w 327"/>
                <a:gd name="T15" fmla="*/ 1459 h 102"/>
                <a:gd name="T16" fmla="*/ 3692 w 327"/>
                <a:gd name="T17" fmla="*/ 1173 h 102"/>
                <a:gd name="T18" fmla="*/ 2221 w 327"/>
                <a:gd name="T19" fmla="*/ 1059 h 102"/>
                <a:gd name="T20" fmla="*/ 988 w 327"/>
                <a:gd name="T21" fmla="*/ 947 h 102"/>
                <a:gd name="T22" fmla="*/ 470 w 327"/>
                <a:gd name="T23" fmla="*/ 533 h 102"/>
                <a:gd name="T24" fmla="*/ 0 w 327"/>
                <a:gd name="T25" fmla="*/ 0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7" h="102">
                  <a:moveTo>
                    <a:pt x="15" y="28"/>
                  </a:moveTo>
                  <a:cubicBezTo>
                    <a:pt x="31" y="42"/>
                    <a:pt x="39" y="60"/>
                    <a:pt x="59" y="69"/>
                  </a:cubicBezTo>
                  <a:cubicBezTo>
                    <a:pt x="70" y="74"/>
                    <a:pt x="84" y="72"/>
                    <a:pt x="95" y="74"/>
                  </a:cubicBezTo>
                  <a:cubicBezTo>
                    <a:pt x="116" y="78"/>
                    <a:pt x="136" y="79"/>
                    <a:pt x="157" y="80"/>
                  </a:cubicBezTo>
                  <a:cubicBezTo>
                    <a:pt x="186" y="82"/>
                    <a:pt x="213" y="89"/>
                    <a:pt x="241" y="89"/>
                  </a:cubicBezTo>
                  <a:cubicBezTo>
                    <a:pt x="260" y="89"/>
                    <a:pt x="277" y="91"/>
                    <a:pt x="296" y="95"/>
                  </a:cubicBezTo>
                  <a:cubicBezTo>
                    <a:pt x="304" y="97"/>
                    <a:pt x="319" y="102"/>
                    <a:pt x="327" y="98"/>
                  </a:cubicBezTo>
                  <a:cubicBezTo>
                    <a:pt x="323" y="84"/>
                    <a:pt x="294" y="81"/>
                    <a:pt x="281" y="77"/>
                  </a:cubicBezTo>
                  <a:cubicBezTo>
                    <a:pt x="267" y="72"/>
                    <a:pt x="252" y="66"/>
                    <a:pt x="236" y="62"/>
                  </a:cubicBezTo>
                  <a:cubicBezTo>
                    <a:pt x="206" y="55"/>
                    <a:pt x="173" y="56"/>
                    <a:pt x="142" y="56"/>
                  </a:cubicBezTo>
                  <a:cubicBezTo>
                    <a:pt x="115" y="56"/>
                    <a:pt x="90" y="57"/>
                    <a:pt x="63" y="50"/>
                  </a:cubicBezTo>
                  <a:cubicBezTo>
                    <a:pt x="49" y="46"/>
                    <a:pt x="42" y="35"/>
                    <a:pt x="30" y="28"/>
                  </a:cubicBezTo>
                  <a:cubicBezTo>
                    <a:pt x="18" y="21"/>
                    <a:pt x="1" y="18"/>
                    <a:pt x="0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20" name="Freeform 371">
              <a:extLst>
                <a:ext uri="{FF2B5EF4-FFF2-40B4-BE49-F238E27FC236}">
                  <a16:creationId xmlns:a16="http://schemas.microsoft.com/office/drawing/2014/main" id="{E450A8DD-CEEE-4890-B349-395772D11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013"/>
              <a:ext cx="172" cy="168"/>
            </a:xfrm>
            <a:custGeom>
              <a:avLst/>
              <a:gdLst>
                <a:gd name="T0" fmla="*/ 279 w 69"/>
                <a:gd name="T1" fmla="*/ 93 h 63"/>
                <a:gd name="T2" fmla="*/ 187 w 69"/>
                <a:gd name="T3" fmla="*/ 341 h 63"/>
                <a:gd name="T4" fmla="*/ 0 w 69"/>
                <a:gd name="T5" fmla="*/ 683 h 63"/>
                <a:gd name="T6" fmla="*/ 342 w 69"/>
                <a:gd name="T7" fmla="*/ 739 h 63"/>
                <a:gd name="T8" fmla="*/ 374 w 69"/>
                <a:gd name="T9" fmla="*/ 1195 h 63"/>
                <a:gd name="T10" fmla="*/ 591 w 69"/>
                <a:gd name="T11" fmla="*/ 888 h 63"/>
                <a:gd name="T12" fmla="*/ 820 w 69"/>
                <a:gd name="T13" fmla="*/ 776 h 63"/>
                <a:gd name="T14" fmla="*/ 1057 w 69"/>
                <a:gd name="T15" fmla="*/ 0 h 63"/>
                <a:gd name="T16" fmla="*/ 666 w 69"/>
                <a:gd name="T17" fmla="*/ 376 h 63"/>
                <a:gd name="T18" fmla="*/ 342 w 69"/>
                <a:gd name="T19" fmla="*/ 56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63">
                  <a:moveTo>
                    <a:pt x="18" y="5"/>
                  </a:moveTo>
                  <a:cubicBezTo>
                    <a:pt x="13" y="8"/>
                    <a:pt x="14" y="13"/>
                    <a:pt x="12" y="18"/>
                  </a:cubicBezTo>
                  <a:cubicBezTo>
                    <a:pt x="9" y="26"/>
                    <a:pt x="6" y="30"/>
                    <a:pt x="0" y="36"/>
                  </a:cubicBezTo>
                  <a:cubicBezTo>
                    <a:pt x="8" y="36"/>
                    <a:pt x="16" y="31"/>
                    <a:pt x="22" y="39"/>
                  </a:cubicBezTo>
                  <a:cubicBezTo>
                    <a:pt x="27" y="46"/>
                    <a:pt x="24" y="56"/>
                    <a:pt x="24" y="63"/>
                  </a:cubicBezTo>
                  <a:cubicBezTo>
                    <a:pt x="28" y="58"/>
                    <a:pt x="32" y="51"/>
                    <a:pt x="38" y="47"/>
                  </a:cubicBezTo>
                  <a:cubicBezTo>
                    <a:pt x="43" y="44"/>
                    <a:pt x="49" y="44"/>
                    <a:pt x="53" y="41"/>
                  </a:cubicBezTo>
                  <a:cubicBezTo>
                    <a:pt x="64" y="34"/>
                    <a:pt x="69" y="13"/>
                    <a:pt x="68" y="0"/>
                  </a:cubicBezTo>
                  <a:cubicBezTo>
                    <a:pt x="62" y="12"/>
                    <a:pt x="58" y="22"/>
                    <a:pt x="43" y="20"/>
                  </a:cubicBezTo>
                  <a:cubicBezTo>
                    <a:pt x="33" y="18"/>
                    <a:pt x="26" y="13"/>
                    <a:pt x="22" y="3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21" name="Freeform 372">
              <a:extLst>
                <a:ext uri="{FF2B5EF4-FFF2-40B4-BE49-F238E27FC236}">
                  <a16:creationId xmlns:a16="http://schemas.microsoft.com/office/drawing/2014/main" id="{9C03CB53-1521-4C0C-A995-3E025EF2C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240"/>
              <a:ext cx="53" cy="104"/>
            </a:xfrm>
            <a:custGeom>
              <a:avLst/>
              <a:gdLst>
                <a:gd name="T0" fmla="*/ 0 w 21"/>
                <a:gd name="T1" fmla="*/ 227 h 39"/>
                <a:gd name="T2" fmla="*/ 338 w 21"/>
                <a:gd name="T3" fmla="*/ 0 h 39"/>
                <a:gd name="T4" fmla="*/ 114 w 21"/>
                <a:gd name="T5" fmla="*/ 739 h 39"/>
                <a:gd name="T6" fmla="*/ 83 w 21"/>
                <a:gd name="T7" fmla="*/ 30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9">
                  <a:moveTo>
                    <a:pt x="0" y="12"/>
                  </a:moveTo>
                  <a:cubicBezTo>
                    <a:pt x="8" y="12"/>
                    <a:pt x="15" y="5"/>
                    <a:pt x="21" y="0"/>
                  </a:cubicBezTo>
                  <a:cubicBezTo>
                    <a:pt x="13" y="12"/>
                    <a:pt x="12" y="26"/>
                    <a:pt x="7" y="39"/>
                  </a:cubicBezTo>
                  <a:cubicBezTo>
                    <a:pt x="5" y="32"/>
                    <a:pt x="8" y="24"/>
                    <a:pt x="5" y="16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22" name="Freeform 373">
              <a:extLst>
                <a:ext uri="{FF2B5EF4-FFF2-40B4-BE49-F238E27FC236}">
                  <a16:creationId xmlns:a16="http://schemas.microsoft.com/office/drawing/2014/main" id="{4FFA1631-A22D-40F9-8897-23CB7224E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389"/>
              <a:ext cx="57" cy="83"/>
            </a:xfrm>
            <a:custGeom>
              <a:avLst/>
              <a:gdLst>
                <a:gd name="T0" fmla="*/ 0 w 23"/>
                <a:gd name="T1" fmla="*/ 423 h 31"/>
                <a:gd name="T2" fmla="*/ 349 w 23"/>
                <a:gd name="T3" fmla="*/ 594 h 31"/>
                <a:gd name="T4" fmla="*/ 349 w 23"/>
                <a:gd name="T5" fmla="*/ 0 h 31"/>
                <a:gd name="T6" fmla="*/ 30 w 23"/>
                <a:gd name="T7" fmla="*/ 23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1">
                  <a:moveTo>
                    <a:pt x="0" y="22"/>
                  </a:moveTo>
                  <a:cubicBezTo>
                    <a:pt x="12" y="18"/>
                    <a:pt x="14" y="29"/>
                    <a:pt x="23" y="31"/>
                  </a:cubicBezTo>
                  <a:cubicBezTo>
                    <a:pt x="15" y="25"/>
                    <a:pt x="18" y="8"/>
                    <a:pt x="23" y="0"/>
                  </a:cubicBezTo>
                  <a:cubicBezTo>
                    <a:pt x="17" y="5"/>
                    <a:pt x="9" y="8"/>
                    <a:pt x="2" y="12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23" name="Freeform 374">
              <a:extLst>
                <a:ext uri="{FF2B5EF4-FFF2-40B4-BE49-F238E27FC236}">
                  <a16:creationId xmlns:a16="http://schemas.microsoft.com/office/drawing/2014/main" id="{122C3EC5-B762-4C69-A63C-795E7B1C2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517"/>
              <a:ext cx="100" cy="150"/>
            </a:xfrm>
            <a:custGeom>
              <a:avLst/>
              <a:gdLst>
                <a:gd name="T0" fmla="*/ 50 w 40"/>
                <a:gd name="T1" fmla="*/ 0 h 56"/>
                <a:gd name="T2" fmla="*/ 363 w 40"/>
                <a:gd name="T3" fmla="*/ 78 h 56"/>
                <a:gd name="T4" fmla="*/ 625 w 40"/>
                <a:gd name="T5" fmla="*/ 21 h 56"/>
                <a:gd name="T6" fmla="*/ 408 w 40"/>
                <a:gd name="T7" fmla="*/ 538 h 56"/>
                <a:gd name="T8" fmla="*/ 395 w 40"/>
                <a:gd name="T9" fmla="*/ 1039 h 56"/>
                <a:gd name="T10" fmla="*/ 188 w 40"/>
                <a:gd name="T11" fmla="*/ 445 h 56"/>
                <a:gd name="T12" fmla="*/ 0 w 40"/>
                <a:gd name="T13" fmla="*/ 5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6">
                  <a:moveTo>
                    <a:pt x="3" y="0"/>
                  </a:moveTo>
                  <a:cubicBezTo>
                    <a:pt x="9" y="2"/>
                    <a:pt x="17" y="4"/>
                    <a:pt x="23" y="4"/>
                  </a:cubicBezTo>
                  <a:cubicBezTo>
                    <a:pt x="29" y="4"/>
                    <a:pt x="34" y="0"/>
                    <a:pt x="40" y="1"/>
                  </a:cubicBezTo>
                  <a:cubicBezTo>
                    <a:pt x="33" y="10"/>
                    <a:pt x="27" y="16"/>
                    <a:pt x="26" y="28"/>
                  </a:cubicBezTo>
                  <a:cubicBezTo>
                    <a:pt x="26" y="34"/>
                    <a:pt x="33" y="52"/>
                    <a:pt x="25" y="54"/>
                  </a:cubicBezTo>
                  <a:cubicBezTo>
                    <a:pt x="17" y="56"/>
                    <a:pt x="15" y="28"/>
                    <a:pt x="12" y="23"/>
                  </a:cubicBezTo>
                  <a:cubicBezTo>
                    <a:pt x="8" y="16"/>
                    <a:pt x="1" y="10"/>
                    <a:pt x="0" y="3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24" name="Freeform 375">
              <a:extLst>
                <a:ext uri="{FF2B5EF4-FFF2-40B4-BE49-F238E27FC236}">
                  <a16:creationId xmlns:a16="http://schemas.microsoft.com/office/drawing/2014/main" id="{09360D17-8C3A-43D3-A86B-74E0A46D1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099"/>
              <a:ext cx="103" cy="165"/>
            </a:xfrm>
            <a:custGeom>
              <a:avLst/>
              <a:gdLst>
                <a:gd name="T0" fmla="*/ 126 w 41"/>
                <a:gd name="T1" fmla="*/ 56 h 62"/>
                <a:gd name="T2" fmla="*/ 505 w 41"/>
                <a:gd name="T3" fmla="*/ 77 h 62"/>
                <a:gd name="T4" fmla="*/ 430 w 41"/>
                <a:gd name="T5" fmla="*/ 341 h 62"/>
                <a:gd name="T6" fmla="*/ 284 w 41"/>
                <a:gd name="T7" fmla="*/ 1168 h 62"/>
                <a:gd name="T8" fmla="*/ 95 w 41"/>
                <a:gd name="T9" fmla="*/ 679 h 62"/>
                <a:gd name="T10" fmla="*/ 0 w 41"/>
                <a:gd name="T11" fmla="*/ 261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2">
                  <a:moveTo>
                    <a:pt x="8" y="3"/>
                  </a:moveTo>
                  <a:cubicBezTo>
                    <a:pt x="15" y="3"/>
                    <a:pt x="27" y="0"/>
                    <a:pt x="32" y="4"/>
                  </a:cubicBezTo>
                  <a:cubicBezTo>
                    <a:pt x="41" y="9"/>
                    <a:pt x="32" y="13"/>
                    <a:pt x="27" y="18"/>
                  </a:cubicBezTo>
                  <a:cubicBezTo>
                    <a:pt x="15" y="32"/>
                    <a:pt x="15" y="46"/>
                    <a:pt x="18" y="62"/>
                  </a:cubicBezTo>
                  <a:cubicBezTo>
                    <a:pt x="8" y="56"/>
                    <a:pt x="7" y="46"/>
                    <a:pt x="6" y="36"/>
                  </a:cubicBezTo>
                  <a:cubicBezTo>
                    <a:pt x="6" y="27"/>
                    <a:pt x="4" y="23"/>
                    <a:pt x="0" y="1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25" name="Freeform 376">
              <a:extLst>
                <a:ext uri="{FF2B5EF4-FFF2-40B4-BE49-F238E27FC236}">
                  <a16:creationId xmlns:a16="http://schemas.microsoft.com/office/drawing/2014/main" id="{F0F24CB7-270E-41B1-B6A9-38FFBE841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03"/>
              <a:ext cx="170" cy="184"/>
            </a:xfrm>
            <a:custGeom>
              <a:avLst/>
              <a:gdLst>
                <a:gd name="T0" fmla="*/ 0 w 68"/>
                <a:gd name="T1" fmla="*/ 264 h 69"/>
                <a:gd name="T2" fmla="*/ 500 w 68"/>
                <a:gd name="T3" fmla="*/ 717 h 69"/>
                <a:gd name="T4" fmla="*/ 750 w 68"/>
                <a:gd name="T5" fmla="*/ 968 h 69"/>
                <a:gd name="T6" fmla="*/ 895 w 68"/>
                <a:gd name="T7" fmla="*/ 1309 h 69"/>
                <a:gd name="T8" fmla="*/ 958 w 68"/>
                <a:gd name="T9" fmla="*/ 491 h 69"/>
                <a:gd name="T10" fmla="*/ 425 w 68"/>
                <a:gd name="T11" fmla="*/ 56 h 69"/>
                <a:gd name="T12" fmla="*/ 438 w 68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9">
                  <a:moveTo>
                    <a:pt x="0" y="14"/>
                  </a:moveTo>
                  <a:cubicBezTo>
                    <a:pt x="22" y="3"/>
                    <a:pt x="22" y="27"/>
                    <a:pt x="32" y="38"/>
                  </a:cubicBezTo>
                  <a:cubicBezTo>
                    <a:pt x="36" y="43"/>
                    <a:pt x="44" y="45"/>
                    <a:pt x="48" y="51"/>
                  </a:cubicBezTo>
                  <a:cubicBezTo>
                    <a:pt x="53" y="57"/>
                    <a:pt x="54" y="63"/>
                    <a:pt x="57" y="69"/>
                  </a:cubicBezTo>
                  <a:cubicBezTo>
                    <a:pt x="68" y="61"/>
                    <a:pt x="55" y="38"/>
                    <a:pt x="61" y="26"/>
                  </a:cubicBezTo>
                  <a:cubicBezTo>
                    <a:pt x="50" y="36"/>
                    <a:pt x="38" y="7"/>
                    <a:pt x="27" y="3"/>
                  </a:cubicBezTo>
                  <a:cubicBezTo>
                    <a:pt x="27" y="2"/>
                    <a:pt x="28" y="1"/>
                    <a:pt x="28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26" name="Freeform 377">
              <a:extLst>
                <a:ext uri="{FF2B5EF4-FFF2-40B4-BE49-F238E27FC236}">
                  <a16:creationId xmlns:a16="http://schemas.microsoft.com/office/drawing/2014/main" id="{9FEE34E3-E513-46DD-B22D-F8225569B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464"/>
              <a:ext cx="145" cy="456"/>
            </a:xfrm>
            <a:custGeom>
              <a:avLst/>
              <a:gdLst>
                <a:gd name="T0" fmla="*/ 533 w 58"/>
                <a:gd name="T1" fmla="*/ 149 h 171"/>
                <a:gd name="T2" fmla="*/ 908 w 58"/>
                <a:gd name="T3" fmla="*/ 93 h 171"/>
                <a:gd name="T4" fmla="*/ 595 w 58"/>
                <a:gd name="T5" fmla="*/ 931 h 171"/>
                <a:gd name="T6" fmla="*/ 270 w 58"/>
                <a:gd name="T7" fmla="*/ 1741 h 171"/>
                <a:gd name="T8" fmla="*/ 500 w 58"/>
                <a:gd name="T9" fmla="*/ 2504 h 171"/>
                <a:gd name="T10" fmla="*/ 563 w 58"/>
                <a:gd name="T11" fmla="*/ 2936 h 171"/>
                <a:gd name="T12" fmla="*/ 708 w 58"/>
                <a:gd name="T13" fmla="*/ 3243 h 171"/>
                <a:gd name="T14" fmla="*/ 188 w 58"/>
                <a:gd name="T15" fmla="*/ 2979 h 171"/>
                <a:gd name="T16" fmla="*/ 33 w 58"/>
                <a:gd name="T17" fmla="*/ 1933 h 171"/>
                <a:gd name="T18" fmla="*/ 113 w 58"/>
                <a:gd name="T19" fmla="*/ 1309 h 171"/>
                <a:gd name="T20" fmla="*/ 425 w 58"/>
                <a:gd name="T21" fmla="*/ 605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171">
                  <a:moveTo>
                    <a:pt x="34" y="8"/>
                  </a:moveTo>
                  <a:cubicBezTo>
                    <a:pt x="42" y="11"/>
                    <a:pt x="53" y="0"/>
                    <a:pt x="58" y="5"/>
                  </a:cubicBezTo>
                  <a:cubicBezTo>
                    <a:pt x="43" y="15"/>
                    <a:pt x="45" y="34"/>
                    <a:pt x="38" y="49"/>
                  </a:cubicBezTo>
                  <a:cubicBezTo>
                    <a:pt x="32" y="64"/>
                    <a:pt x="20" y="76"/>
                    <a:pt x="17" y="92"/>
                  </a:cubicBezTo>
                  <a:cubicBezTo>
                    <a:pt x="12" y="111"/>
                    <a:pt x="30" y="116"/>
                    <a:pt x="32" y="132"/>
                  </a:cubicBezTo>
                  <a:cubicBezTo>
                    <a:pt x="34" y="140"/>
                    <a:pt x="31" y="147"/>
                    <a:pt x="36" y="155"/>
                  </a:cubicBezTo>
                  <a:cubicBezTo>
                    <a:pt x="39" y="160"/>
                    <a:pt x="46" y="164"/>
                    <a:pt x="45" y="171"/>
                  </a:cubicBezTo>
                  <a:cubicBezTo>
                    <a:pt x="32" y="170"/>
                    <a:pt x="20" y="169"/>
                    <a:pt x="12" y="157"/>
                  </a:cubicBezTo>
                  <a:cubicBezTo>
                    <a:pt x="4" y="143"/>
                    <a:pt x="5" y="118"/>
                    <a:pt x="2" y="102"/>
                  </a:cubicBezTo>
                  <a:cubicBezTo>
                    <a:pt x="0" y="89"/>
                    <a:pt x="0" y="81"/>
                    <a:pt x="7" y="69"/>
                  </a:cubicBezTo>
                  <a:cubicBezTo>
                    <a:pt x="12" y="58"/>
                    <a:pt x="18" y="41"/>
                    <a:pt x="27" y="32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27" name="Freeform 378">
              <a:extLst>
                <a:ext uri="{FF2B5EF4-FFF2-40B4-BE49-F238E27FC236}">
                  <a16:creationId xmlns:a16="http://schemas.microsoft.com/office/drawing/2014/main" id="{2538597C-9FD0-4724-B74E-4092324B4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373"/>
              <a:ext cx="50" cy="67"/>
            </a:xfrm>
            <a:custGeom>
              <a:avLst/>
              <a:gdLst>
                <a:gd name="T0" fmla="*/ 0 w 20"/>
                <a:gd name="T1" fmla="*/ 308 h 25"/>
                <a:gd name="T2" fmla="*/ 250 w 20"/>
                <a:gd name="T3" fmla="*/ 0 h 25"/>
                <a:gd name="T4" fmla="*/ 250 w 20"/>
                <a:gd name="T5" fmla="*/ 482 h 25"/>
                <a:gd name="T6" fmla="*/ 158 w 20"/>
                <a:gd name="T7" fmla="*/ 19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0" y="16"/>
                  </a:moveTo>
                  <a:cubicBezTo>
                    <a:pt x="3" y="7"/>
                    <a:pt x="16" y="8"/>
                    <a:pt x="16" y="0"/>
                  </a:cubicBezTo>
                  <a:cubicBezTo>
                    <a:pt x="18" y="8"/>
                    <a:pt x="20" y="17"/>
                    <a:pt x="16" y="25"/>
                  </a:cubicBezTo>
                  <a:cubicBezTo>
                    <a:pt x="12" y="21"/>
                    <a:pt x="13" y="15"/>
                    <a:pt x="10" y="1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28" name="Freeform 379">
              <a:extLst>
                <a:ext uri="{FF2B5EF4-FFF2-40B4-BE49-F238E27FC236}">
                  <a16:creationId xmlns:a16="http://schemas.microsoft.com/office/drawing/2014/main" id="{58BE6028-E561-4B4A-A590-3F2FD0E0E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245"/>
              <a:ext cx="75" cy="166"/>
            </a:xfrm>
            <a:custGeom>
              <a:avLst/>
              <a:gdLst>
                <a:gd name="T0" fmla="*/ 375 w 30"/>
                <a:gd name="T1" fmla="*/ 0 h 62"/>
                <a:gd name="T2" fmla="*/ 188 w 30"/>
                <a:gd name="T3" fmla="*/ 1189 h 62"/>
                <a:gd name="T4" fmla="*/ 188 w 30"/>
                <a:gd name="T5" fmla="*/ 766 h 62"/>
                <a:gd name="T6" fmla="*/ 158 w 30"/>
                <a:gd name="T7" fmla="*/ 308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2">
                  <a:moveTo>
                    <a:pt x="24" y="0"/>
                  </a:moveTo>
                  <a:cubicBezTo>
                    <a:pt x="9" y="13"/>
                    <a:pt x="30" y="56"/>
                    <a:pt x="12" y="62"/>
                  </a:cubicBezTo>
                  <a:cubicBezTo>
                    <a:pt x="14" y="55"/>
                    <a:pt x="14" y="47"/>
                    <a:pt x="12" y="40"/>
                  </a:cubicBezTo>
                  <a:cubicBezTo>
                    <a:pt x="10" y="31"/>
                    <a:pt x="0" y="24"/>
                    <a:pt x="10" y="16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29" name="Freeform 380">
              <a:extLst>
                <a:ext uri="{FF2B5EF4-FFF2-40B4-BE49-F238E27FC236}">
                  <a16:creationId xmlns:a16="http://schemas.microsoft.com/office/drawing/2014/main" id="{905D1B59-9B87-4DF7-8EC9-8873E76E9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795"/>
              <a:ext cx="125" cy="106"/>
            </a:xfrm>
            <a:custGeom>
              <a:avLst/>
              <a:gdLst>
                <a:gd name="T0" fmla="*/ 0 w 50"/>
                <a:gd name="T1" fmla="*/ 392 h 40"/>
                <a:gd name="T2" fmla="*/ 613 w 50"/>
                <a:gd name="T3" fmla="*/ 0 h 40"/>
                <a:gd name="T4" fmla="*/ 750 w 50"/>
                <a:gd name="T5" fmla="*/ 451 h 40"/>
                <a:gd name="T6" fmla="*/ 425 w 50"/>
                <a:gd name="T7" fmla="*/ 56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40">
                  <a:moveTo>
                    <a:pt x="0" y="21"/>
                  </a:moveTo>
                  <a:cubicBezTo>
                    <a:pt x="11" y="40"/>
                    <a:pt x="42" y="16"/>
                    <a:pt x="39" y="0"/>
                  </a:cubicBezTo>
                  <a:cubicBezTo>
                    <a:pt x="42" y="6"/>
                    <a:pt x="50" y="18"/>
                    <a:pt x="48" y="24"/>
                  </a:cubicBezTo>
                  <a:cubicBezTo>
                    <a:pt x="47" y="29"/>
                    <a:pt x="32" y="32"/>
                    <a:pt x="27" y="3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30" name="Freeform 381">
              <a:extLst>
                <a:ext uri="{FF2B5EF4-FFF2-40B4-BE49-F238E27FC236}">
                  <a16:creationId xmlns:a16="http://schemas.microsoft.com/office/drawing/2014/main" id="{D48F7B89-0DA6-4B28-BA51-6AEC83F20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565"/>
              <a:ext cx="255" cy="350"/>
            </a:xfrm>
            <a:custGeom>
              <a:avLst/>
              <a:gdLst>
                <a:gd name="T0" fmla="*/ 300 w 102"/>
                <a:gd name="T1" fmla="*/ 2191 h 131"/>
                <a:gd name="T2" fmla="*/ 750 w 102"/>
                <a:gd name="T3" fmla="*/ 2041 h 131"/>
                <a:gd name="T4" fmla="*/ 1050 w 102"/>
                <a:gd name="T5" fmla="*/ 2212 h 131"/>
                <a:gd name="T6" fmla="*/ 1563 w 102"/>
                <a:gd name="T7" fmla="*/ 1827 h 131"/>
                <a:gd name="T8" fmla="*/ 1333 w 102"/>
                <a:gd name="T9" fmla="*/ 1256 h 131"/>
                <a:gd name="T10" fmla="*/ 1408 w 102"/>
                <a:gd name="T11" fmla="*/ 729 h 131"/>
                <a:gd name="T12" fmla="*/ 1125 w 102"/>
                <a:gd name="T13" fmla="*/ 0 h 131"/>
                <a:gd name="T14" fmla="*/ 1145 w 102"/>
                <a:gd name="T15" fmla="*/ 820 h 131"/>
                <a:gd name="T16" fmla="*/ 1050 w 102"/>
                <a:gd name="T17" fmla="*/ 1141 h 131"/>
                <a:gd name="T18" fmla="*/ 1113 w 102"/>
                <a:gd name="T19" fmla="*/ 1678 h 131"/>
                <a:gd name="T20" fmla="*/ 438 w 102"/>
                <a:gd name="T21" fmla="*/ 1870 h 131"/>
                <a:gd name="T22" fmla="*/ 0 w 102"/>
                <a:gd name="T23" fmla="*/ 2498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31">
                  <a:moveTo>
                    <a:pt x="19" y="115"/>
                  </a:moveTo>
                  <a:cubicBezTo>
                    <a:pt x="28" y="107"/>
                    <a:pt x="38" y="105"/>
                    <a:pt x="48" y="107"/>
                  </a:cubicBezTo>
                  <a:cubicBezTo>
                    <a:pt x="57" y="109"/>
                    <a:pt x="60" y="113"/>
                    <a:pt x="67" y="116"/>
                  </a:cubicBezTo>
                  <a:cubicBezTo>
                    <a:pt x="80" y="123"/>
                    <a:pt x="102" y="114"/>
                    <a:pt x="100" y="96"/>
                  </a:cubicBezTo>
                  <a:cubicBezTo>
                    <a:pt x="100" y="87"/>
                    <a:pt x="87" y="76"/>
                    <a:pt x="85" y="66"/>
                  </a:cubicBezTo>
                  <a:cubicBezTo>
                    <a:pt x="83" y="55"/>
                    <a:pt x="87" y="48"/>
                    <a:pt x="90" y="38"/>
                  </a:cubicBezTo>
                  <a:cubicBezTo>
                    <a:pt x="95" y="18"/>
                    <a:pt x="82" y="13"/>
                    <a:pt x="72" y="0"/>
                  </a:cubicBezTo>
                  <a:cubicBezTo>
                    <a:pt x="77" y="18"/>
                    <a:pt x="84" y="26"/>
                    <a:pt x="73" y="43"/>
                  </a:cubicBezTo>
                  <a:cubicBezTo>
                    <a:pt x="68" y="50"/>
                    <a:pt x="66" y="50"/>
                    <a:pt x="67" y="60"/>
                  </a:cubicBezTo>
                  <a:cubicBezTo>
                    <a:pt x="68" y="69"/>
                    <a:pt x="74" y="79"/>
                    <a:pt x="71" y="88"/>
                  </a:cubicBezTo>
                  <a:cubicBezTo>
                    <a:pt x="66" y="107"/>
                    <a:pt x="41" y="93"/>
                    <a:pt x="28" y="98"/>
                  </a:cubicBezTo>
                  <a:cubicBezTo>
                    <a:pt x="18" y="102"/>
                    <a:pt x="1" y="119"/>
                    <a:pt x="0" y="131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31" name="Freeform 382">
              <a:extLst>
                <a:ext uri="{FF2B5EF4-FFF2-40B4-BE49-F238E27FC236}">
                  <a16:creationId xmlns:a16="http://schemas.microsoft.com/office/drawing/2014/main" id="{2FD37E73-1CB0-4047-9B62-C2C621E65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2176"/>
              <a:ext cx="368" cy="291"/>
            </a:xfrm>
            <a:custGeom>
              <a:avLst/>
              <a:gdLst>
                <a:gd name="T0" fmla="*/ 220 w 147"/>
                <a:gd name="T1" fmla="*/ 1354 h 109"/>
                <a:gd name="T2" fmla="*/ 0 w 147"/>
                <a:gd name="T3" fmla="*/ 2074 h 109"/>
                <a:gd name="T4" fmla="*/ 345 w 147"/>
                <a:gd name="T5" fmla="*/ 1767 h 109"/>
                <a:gd name="T6" fmla="*/ 801 w 147"/>
                <a:gd name="T7" fmla="*/ 1639 h 109"/>
                <a:gd name="T8" fmla="*/ 1379 w 147"/>
                <a:gd name="T9" fmla="*/ 1733 h 109"/>
                <a:gd name="T10" fmla="*/ 2306 w 147"/>
                <a:gd name="T11" fmla="*/ 1882 h 109"/>
                <a:gd name="T12" fmla="*/ 2025 w 147"/>
                <a:gd name="T13" fmla="*/ 1789 h 109"/>
                <a:gd name="T14" fmla="*/ 1555 w 147"/>
                <a:gd name="T15" fmla="*/ 1583 h 109"/>
                <a:gd name="T16" fmla="*/ 909 w 147"/>
                <a:gd name="T17" fmla="*/ 1140 h 109"/>
                <a:gd name="T18" fmla="*/ 471 w 147"/>
                <a:gd name="T19" fmla="*/ 513 h 109"/>
                <a:gd name="T20" fmla="*/ 220 w 147"/>
                <a:gd name="T21" fmla="*/ 0 h 109"/>
                <a:gd name="T22" fmla="*/ 220 w 147"/>
                <a:gd name="T23" fmla="*/ 1391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7" h="109">
                  <a:moveTo>
                    <a:pt x="14" y="71"/>
                  </a:moveTo>
                  <a:cubicBezTo>
                    <a:pt x="11" y="83"/>
                    <a:pt x="6" y="98"/>
                    <a:pt x="0" y="109"/>
                  </a:cubicBezTo>
                  <a:cubicBezTo>
                    <a:pt x="4" y="102"/>
                    <a:pt x="15" y="97"/>
                    <a:pt x="22" y="93"/>
                  </a:cubicBezTo>
                  <a:cubicBezTo>
                    <a:pt x="32" y="87"/>
                    <a:pt x="40" y="83"/>
                    <a:pt x="51" y="86"/>
                  </a:cubicBezTo>
                  <a:cubicBezTo>
                    <a:pt x="64" y="88"/>
                    <a:pt x="75" y="91"/>
                    <a:pt x="88" y="91"/>
                  </a:cubicBezTo>
                  <a:cubicBezTo>
                    <a:pt x="108" y="91"/>
                    <a:pt x="127" y="104"/>
                    <a:pt x="147" y="99"/>
                  </a:cubicBezTo>
                  <a:cubicBezTo>
                    <a:pt x="141" y="99"/>
                    <a:pt x="135" y="96"/>
                    <a:pt x="129" y="94"/>
                  </a:cubicBezTo>
                  <a:cubicBezTo>
                    <a:pt x="119" y="90"/>
                    <a:pt x="109" y="87"/>
                    <a:pt x="99" y="83"/>
                  </a:cubicBezTo>
                  <a:cubicBezTo>
                    <a:pt x="84" y="78"/>
                    <a:pt x="70" y="70"/>
                    <a:pt x="58" y="60"/>
                  </a:cubicBezTo>
                  <a:cubicBezTo>
                    <a:pt x="47" y="51"/>
                    <a:pt x="37" y="41"/>
                    <a:pt x="30" y="27"/>
                  </a:cubicBezTo>
                  <a:cubicBezTo>
                    <a:pt x="27" y="19"/>
                    <a:pt x="22" y="4"/>
                    <a:pt x="14" y="0"/>
                  </a:cubicBezTo>
                  <a:cubicBezTo>
                    <a:pt x="14" y="24"/>
                    <a:pt x="19" y="49"/>
                    <a:pt x="14" y="73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32" name="Freeform 383">
              <a:extLst>
                <a:ext uri="{FF2B5EF4-FFF2-40B4-BE49-F238E27FC236}">
                  <a16:creationId xmlns:a16="http://schemas.microsoft.com/office/drawing/2014/main" id="{4F77C84C-4023-4D8E-A5FB-CFCE662BC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2067"/>
              <a:ext cx="685" cy="293"/>
            </a:xfrm>
            <a:custGeom>
              <a:avLst/>
              <a:gdLst>
                <a:gd name="T0" fmla="*/ 438 w 274"/>
                <a:gd name="T1" fmla="*/ 226 h 110"/>
                <a:gd name="T2" fmla="*/ 1333 w 274"/>
                <a:gd name="T3" fmla="*/ 320 h 110"/>
                <a:gd name="T4" fmla="*/ 1800 w 274"/>
                <a:gd name="T5" fmla="*/ 453 h 110"/>
                <a:gd name="T6" fmla="*/ 2363 w 274"/>
                <a:gd name="T7" fmla="*/ 567 h 110"/>
                <a:gd name="T8" fmla="*/ 3175 w 274"/>
                <a:gd name="T9" fmla="*/ 264 h 110"/>
                <a:gd name="T10" fmla="*/ 3300 w 274"/>
                <a:gd name="T11" fmla="*/ 149 h 110"/>
                <a:gd name="T12" fmla="*/ 3300 w 274"/>
                <a:gd name="T13" fmla="*/ 320 h 110"/>
                <a:gd name="T14" fmla="*/ 3333 w 274"/>
                <a:gd name="T15" fmla="*/ 589 h 110"/>
                <a:gd name="T16" fmla="*/ 3563 w 274"/>
                <a:gd name="T17" fmla="*/ 1023 h 110"/>
                <a:gd name="T18" fmla="*/ 3908 w 274"/>
                <a:gd name="T19" fmla="*/ 1420 h 110"/>
                <a:gd name="T20" fmla="*/ 4113 w 274"/>
                <a:gd name="T21" fmla="*/ 1489 h 110"/>
                <a:gd name="T22" fmla="*/ 4238 w 274"/>
                <a:gd name="T23" fmla="*/ 1532 h 110"/>
                <a:gd name="T24" fmla="*/ 4095 w 274"/>
                <a:gd name="T25" fmla="*/ 1889 h 110"/>
                <a:gd name="T26" fmla="*/ 3658 w 274"/>
                <a:gd name="T27" fmla="*/ 1702 h 110"/>
                <a:gd name="T28" fmla="*/ 3145 w 274"/>
                <a:gd name="T29" fmla="*/ 1228 h 110"/>
                <a:gd name="T30" fmla="*/ 2708 w 274"/>
                <a:gd name="T31" fmla="*/ 1092 h 110"/>
                <a:gd name="T32" fmla="*/ 1970 w 274"/>
                <a:gd name="T33" fmla="*/ 1057 h 110"/>
                <a:gd name="T34" fmla="*/ 1175 w 274"/>
                <a:gd name="T35" fmla="*/ 1319 h 110"/>
                <a:gd name="T36" fmla="*/ 583 w 274"/>
                <a:gd name="T37" fmla="*/ 1659 h 110"/>
                <a:gd name="T38" fmla="*/ 958 w 274"/>
                <a:gd name="T39" fmla="*/ 1079 h 110"/>
                <a:gd name="T40" fmla="*/ 895 w 274"/>
                <a:gd name="T41" fmla="*/ 682 h 110"/>
                <a:gd name="T42" fmla="*/ 708 w 274"/>
                <a:gd name="T43" fmla="*/ 376 h 110"/>
                <a:gd name="T44" fmla="*/ 520 w 274"/>
                <a:gd name="T45" fmla="*/ 397 h 110"/>
                <a:gd name="T46" fmla="*/ 375 w 274"/>
                <a:gd name="T47" fmla="*/ 320 h 110"/>
                <a:gd name="T48" fmla="*/ 125 w 274"/>
                <a:gd name="T49" fmla="*/ 306 h 110"/>
                <a:gd name="T50" fmla="*/ 0 w 274"/>
                <a:gd name="T51" fmla="*/ 77 h 11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74" h="110">
                  <a:moveTo>
                    <a:pt x="28" y="12"/>
                  </a:moveTo>
                  <a:cubicBezTo>
                    <a:pt x="46" y="0"/>
                    <a:pt x="67" y="9"/>
                    <a:pt x="85" y="17"/>
                  </a:cubicBezTo>
                  <a:cubicBezTo>
                    <a:pt x="94" y="22"/>
                    <a:pt x="104" y="22"/>
                    <a:pt x="115" y="24"/>
                  </a:cubicBezTo>
                  <a:cubicBezTo>
                    <a:pt x="127" y="28"/>
                    <a:pt x="139" y="31"/>
                    <a:pt x="151" y="30"/>
                  </a:cubicBezTo>
                  <a:cubicBezTo>
                    <a:pt x="166" y="30"/>
                    <a:pt x="195" y="29"/>
                    <a:pt x="203" y="14"/>
                  </a:cubicBezTo>
                  <a:cubicBezTo>
                    <a:pt x="204" y="11"/>
                    <a:pt x="206" y="0"/>
                    <a:pt x="211" y="8"/>
                  </a:cubicBezTo>
                  <a:cubicBezTo>
                    <a:pt x="213" y="11"/>
                    <a:pt x="211" y="14"/>
                    <a:pt x="211" y="17"/>
                  </a:cubicBezTo>
                  <a:cubicBezTo>
                    <a:pt x="211" y="22"/>
                    <a:pt x="211" y="26"/>
                    <a:pt x="213" y="31"/>
                  </a:cubicBezTo>
                  <a:cubicBezTo>
                    <a:pt x="215" y="40"/>
                    <a:pt x="221" y="48"/>
                    <a:pt x="228" y="54"/>
                  </a:cubicBezTo>
                  <a:cubicBezTo>
                    <a:pt x="235" y="60"/>
                    <a:pt x="242" y="69"/>
                    <a:pt x="250" y="75"/>
                  </a:cubicBezTo>
                  <a:cubicBezTo>
                    <a:pt x="255" y="78"/>
                    <a:pt x="258" y="78"/>
                    <a:pt x="263" y="79"/>
                  </a:cubicBezTo>
                  <a:cubicBezTo>
                    <a:pt x="265" y="79"/>
                    <a:pt x="270" y="79"/>
                    <a:pt x="271" y="81"/>
                  </a:cubicBezTo>
                  <a:cubicBezTo>
                    <a:pt x="274" y="85"/>
                    <a:pt x="265" y="97"/>
                    <a:pt x="262" y="100"/>
                  </a:cubicBezTo>
                  <a:cubicBezTo>
                    <a:pt x="249" y="110"/>
                    <a:pt x="241" y="99"/>
                    <a:pt x="234" y="90"/>
                  </a:cubicBezTo>
                  <a:cubicBezTo>
                    <a:pt x="225" y="79"/>
                    <a:pt x="212" y="72"/>
                    <a:pt x="201" y="65"/>
                  </a:cubicBezTo>
                  <a:cubicBezTo>
                    <a:pt x="191" y="59"/>
                    <a:pt x="185" y="57"/>
                    <a:pt x="173" y="58"/>
                  </a:cubicBezTo>
                  <a:cubicBezTo>
                    <a:pt x="157" y="58"/>
                    <a:pt x="142" y="55"/>
                    <a:pt x="126" y="56"/>
                  </a:cubicBezTo>
                  <a:cubicBezTo>
                    <a:pt x="107" y="58"/>
                    <a:pt x="92" y="64"/>
                    <a:pt x="75" y="70"/>
                  </a:cubicBezTo>
                  <a:cubicBezTo>
                    <a:pt x="58" y="76"/>
                    <a:pt x="49" y="72"/>
                    <a:pt x="37" y="88"/>
                  </a:cubicBezTo>
                  <a:cubicBezTo>
                    <a:pt x="40" y="72"/>
                    <a:pt x="57" y="74"/>
                    <a:pt x="61" y="57"/>
                  </a:cubicBezTo>
                  <a:cubicBezTo>
                    <a:pt x="63" y="49"/>
                    <a:pt x="61" y="43"/>
                    <a:pt x="57" y="36"/>
                  </a:cubicBezTo>
                  <a:cubicBezTo>
                    <a:pt x="54" y="32"/>
                    <a:pt x="49" y="22"/>
                    <a:pt x="45" y="20"/>
                  </a:cubicBezTo>
                  <a:cubicBezTo>
                    <a:pt x="38" y="16"/>
                    <a:pt x="39" y="20"/>
                    <a:pt x="33" y="21"/>
                  </a:cubicBezTo>
                  <a:cubicBezTo>
                    <a:pt x="27" y="22"/>
                    <a:pt x="29" y="19"/>
                    <a:pt x="24" y="17"/>
                  </a:cubicBezTo>
                  <a:cubicBezTo>
                    <a:pt x="19" y="14"/>
                    <a:pt x="12" y="19"/>
                    <a:pt x="8" y="16"/>
                  </a:cubicBezTo>
                  <a:cubicBezTo>
                    <a:pt x="4" y="14"/>
                    <a:pt x="5" y="6"/>
                    <a:pt x="0" y="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33" name="Freeform 384">
              <a:extLst>
                <a:ext uri="{FF2B5EF4-FFF2-40B4-BE49-F238E27FC236}">
                  <a16:creationId xmlns:a16="http://schemas.microsoft.com/office/drawing/2014/main" id="{63E6EAD7-0780-46E2-A40D-241732E78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816"/>
              <a:ext cx="282" cy="173"/>
            </a:xfrm>
            <a:custGeom>
              <a:avLst/>
              <a:gdLst>
                <a:gd name="T0" fmla="*/ 250 w 113"/>
                <a:gd name="T1" fmla="*/ 192 h 65"/>
                <a:gd name="T2" fmla="*/ 449 w 113"/>
                <a:gd name="T3" fmla="*/ 490 h 65"/>
                <a:gd name="T4" fmla="*/ 666 w 113"/>
                <a:gd name="T5" fmla="*/ 623 h 65"/>
                <a:gd name="T6" fmla="*/ 916 w 113"/>
                <a:gd name="T7" fmla="*/ 772 h 65"/>
                <a:gd name="T8" fmla="*/ 1507 w 113"/>
                <a:gd name="T9" fmla="*/ 588 h 65"/>
                <a:gd name="T10" fmla="*/ 1662 w 113"/>
                <a:gd name="T11" fmla="*/ 0 h 65"/>
                <a:gd name="T12" fmla="*/ 1724 w 113"/>
                <a:gd name="T13" fmla="*/ 452 h 65"/>
                <a:gd name="T14" fmla="*/ 1600 w 113"/>
                <a:gd name="T15" fmla="*/ 1035 h 65"/>
                <a:gd name="T16" fmla="*/ 966 w 113"/>
                <a:gd name="T17" fmla="*/ 1190 h 65"/>
                <a:gd name="T18" fmla="*/ 0 w 113"/>
                <a:gd name="T19" fmla="*/ 623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65">
                  <a:moveTo>
                    <a:pt x="16" y="10"/>
                  </a:moveTo>
                  <a:cubicBezTo>
                    <a:pt x="17" y="18"/>
                    <a:pt x="22" y="22"/>
                    <a:pt x="29" y="26"/>
                  </a:cubicBezTo>
                  <a:cubicBezTo>
                    <a:pt x="33" y="28"/>
                    <a:pt x="39" y="30"/>
                    <a:pt x="43" y="33"/>
                  </a:cubicBezTo>
                  <a:cubicBezTo>
                    <a:pt x="49" y="36"/>
                    <a:pt x="52" y="40"/>
                    <a:pt x="59" y="41"/>
                  </a:cubicBezTo>
                  <a:cubicBezTo>
                    <a:pt x="69" y="42"/>
                    <a:pt x="88" y="37"/>
                    <a:pt x="97" y="31"/>
                  </a:cubicBezTo>
                  <a:cubicBezTo>
                    <a:pt x="110" y="23"/>
                    <a:pt x="103" y="11"/>
                    <a:pt x="107" y="0"/>
                  </a:cubicBezTo>
                  <a:cubicBezTo>
                    <a:pt x="113" y="5"/>
                    <a:pt x="111" y="18"/>
                    <a:pt x="111" y="24"/>
                  </a:cubicBezTo>
                  <a:cubicBezTo>
                    <a:pt x="111" y="36"/>
                    <a:pt x="113" y="47"/>
                    <a:pt x="103" y="55"/>
                  </a:cubicBezTo>
                  <a:cubicBezTo>
                    <a:pt x="90" y="65"/>
                    <a:pt x="77" y="65"/>
                    <a:pt x="62" y="63"/>
                  </a:cubicBezTo>
                  <a:cubicBezTo>
                    <a:pt x="41" y="58"/>
                    <a:pt x="17" y="47"/>
                    <a:pt x="0" y="33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34" name="Freeform 385">
              <a:extLst>
                <a:ext uri="{FF2B5EF4-FFF2-40B4-BE49-F238E27FC236}">
                  <a16:creationId xmlns:a16="http://schemas.microsoft.com/office/drawing/2014/main" id="{CE3FE26B-34EB-45FC-A59C-90C907C1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131"/>
              <a:ext cx="210" cy="784"/>
            </a:xfrm>
            <a:custGeom>
              <a:avLst/>
              <a:gdLst>
                <a:gd name="T0" fmla="*/ 425 w 84"/>
                <a:gd name="T1" fmla="*/ 853 h 294"/>
                <a:gd name="T2" fmla="*/ 675 w 84"/>
                <a:gd name="T3" fmla="*/ 704 h 294"/>
                <a:gd name="T4" fmla="*/ 925 w 84"/>
                <a:gd name="T5" fmla="*/ 397 h 294"/>
                <a:gd name="T6" fmla="*/ 1175 w 84"/>
                <a:gd name="T7" fmla="*/ 0 h 294"/>
                <a:gd name="T8" fmla="*/ 1175 w 84"/>
                <a:gd name="T9" fmla="*/ 149 h 294"/>
                <a:gd name="T10" fmla="*/ 1208 w 84"/>
                <a:gd name="T11" fmla="*/ 491 h 294"/>
                <a:gd name="T12" fmla="*/ 1300 w 84"/>
                <a:gd name="T13" fmla="*/ 1160 h 294"/>
                <a:gd name="T14" fmla="*/ 1238 w 84"/>
                <a:gd name="T15" fmla="*/ 2483 h 294"/>
                <a:gd name="T16" fmla="*/ 1238 w 84"/>
                <a:gd name="T17" fmla="*/ 3208 h 294"/>
                <a:gd name="T18" fmla="*/ 1050 w 84"/>
                <a:gd name="T19" fmla="*/ 3891 h 294"/>
                <a:gd name="T20" fmla="*/ 1188 w 84"/>
                <a:gd name="T21" fmla="*/ 5576 h 294"/>
                <a:gd name="T22" fmla="*/ 833 w 84"/>
                <a:gd name="T23" fmla="*/ 5368 h 294"/>
                <a:gd name="T24" fmla="*/ 625 w 84"/>
                <a:gd name="T25" fmla="*/ 4552 h 294"/>
                <a:gd name="T26" fmla="*/ 408 w 84"/>
                <a:gd name="T27" fmla="*/ 4416 h 294"/>
                <a:gd name="T28" fmla="*/ 0 w 84"/>
                <a:gd name="T29" fmla="*/ 4459 h 294"/>
                <a:gd name="T30" fmla="*/ 270 w 84"/>
                <a:gd name="T31" fmla="*/ 4173 h 294"/>
                <a:gd name="T32" fmla="*/ 533 w 84"/>
                <a:gd name="T33" fmla="*/ 3677 h 294"/>
                <a:gd name="T34" fmla="*/ 863 w 84"/>
                <a:gd name="T35" fmla="*/ 2504 h 294"/>
                <a:gd name="T36" fmla="*/ 688 w 84"/>
                <a:gd name="T37" fmla="*/ 1331 h 294"/>
                <a:gd name="T38" fmla="*/ 408 w 84"/>
                <a:gd name="T39" fmla="*/ 853 h 29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" h="294">
                  <a:moveTo>
                    <a:pt x="27" y="45"/>
                  </a:moveTo>
                  <a:cubicBezTo>
                    <a:pt x="32" y="41"/>
                    <a:pt x="38" y="40"/>
                    <a:pt x="43" y="37"/>
                  </a:cubicBezTo>
                  <a:cubicBezTo>
                    <a:pt x="50" y="33"/>
                    <a:pt x="54" y="27"/>
                    <a:pt x="59" y="21"/>
                  </a:cubicBezTo>
                  <a:cubicBezTo>
                    <a:pt x="64" y="15"/>
                    <a:pt x="73" y="8"/>
                    <a:pt x="75" y="0"/>
                  </a:cubicBezTo>
                  <a:cubicBezTo>
                    <a:pt x="76" y="3"/>
                    <a:pt x="75" y="5"/>
                    <a:pt x="75" y="8"/>
                  </a:cubicBezTo>
                  <a:cubicBezTo>
                    <a:pt x="75" y="14"/>
                    <a:pt x="76" y="20"/>
                    <a:pt x="77" y="26"/>
                  </a:cubicBezTo>
                  <a:cubicBezTo>
                    <a:pt x="79" y="38"/>
                    <a:pt x="84" y="48"/>
                    <a:pt x="83" y="61"/>
                  </a:cubicBezTo>
                  <a:cubicBezTo>
                    <a:pt x="82" y="84"/>
                    <a:pt x="77" y="108"/>
                    <a:pt x="79" y="131"/>
                  </a:cubicBezTo>
                  <a:cubicBezTo>
                    <a:pt x="80" y="144"/>
                    <a:pt x="81" y="157"/>
                    <a:pt x="79" y="169"/>
                  </a:cubicBezTo>
                  <a:cubicBezTo>
                    <a:pt x="76" y="182"/>
                    <a:pt x="70" y="193"/>
                    <a:pt x="67" y="205"/>
                  </a:cubicBezTo>
                  <a:cubicBezTo>
                    <a:pt x="60" y="235"/>
                    <a:pt x="65" y="265"/>
                    <a:pt x="76" y="294"/>
                  </a:cubicBezTo>
                  <a:cubicBezTo>
                    <a:pt x="69" y="290"/>
                    <a:pt x="59" y="288"/>
                    <a:pt x="53" y="283"/>
                  </a:cubicBezTo>
                  <a:cubicBezTo>
                    <a:pt x="40" y="273"/>
                    <a:pt x="46" y="254"/>
                    <a:pt x="40" y="240"/>
                  </a:cubicBezTo>
                  <a:cubicBezTo>
                    <a:pt x="36" y="232"/>
                    <a:pt x="33" y="233"/>
                    <a:pt x="26" y="233"/>
                  </a:cubicBezTo>
                  <a:cubicBezTo>
                    <a:pt x="17" y="232"/>
                    <a:pt x="8" y="230"/>
                    <a:pt x="0" y="235"/>
                  </a:cubicBezTo>
                  <a:cubicBezTo>
                    <a:pt x="5" y="229"/>
                    <a:pt x="12" y="225"/>
                    <a:pt x="17" y="220"/>
                  </a:cubicBezTo>
                  <a:cubicBezTo>
                    <a:pt x="25" y="212"/>
                    <a:pt x="29" y="203"/>
                    <a:pt x="34" y="194"/>
                  </a:cubicBezTo>
                  <a:cubicBezTo>
                    <a:pt x="45" y="176"/>
                    <a:pt x="54" y="153"/>
                    <a:pt x="55" y="132"/>
                  </a:cubicBezTo>
                  <a:cubicBezTo>
                    <a:pt x="56" y="111"/>
                    <a:pt x="53" y="89"/>
                    <a:pt x="44" y="70"/>
                  </a:cubicBezTo>
                  <a:cubicBezTo>
                    <a:pt x="40" y="63"/>
                    <a:pt x="34" y="47"/>
                    <a:pt x="26" y="45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35" name="Freeform 386">
              <a:extLst>
                <a:ext uri="{FF2B5EF4-FFF2-40B4-BE49-F238E27FC236}">
                  <a16:creationId xmlns:a16="http://schemas.microsoft.com/office/drawing/2014/main" id="{ADCD0489-6090-426A-841E-208327EE1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427"/>
              <a:ext cx="165" cy="114"/>
            </a:xfrm>
            <a:custGeom>
              <a:avLst/>
              <a:gdLst>
                <a:gd name="T0" fmla="*/ 63 w 66"/>
                <a:gd name="T1" fmla="*/ 0 h 43"/>
                <a:gd name="T2" fmla="*/ 283 w 66"/>
                <a:gd name="T3" fmla="*/ 191 h 43"/>
                <a:gd name="T4" fmla="*/ 658 w 66"/>
                <a:gd name="T5" fmla="*/ 148 h 43"/>
                <a:gd name="T6" fmla="*/ 1020 w 66"/>
                <a:gd name="T7" fmla="*/ 779 h 43"/>
                <a:gd name="T8" fmla="*/ 708 w 66"/>
                <a:gd name="T9" fmla="*/ 464 h 43"/>
                <a:gd name="T10" fmla="*/ 333 w 66"/>
                <a:gd name="T11" fmla="*/ 801 h 43"/>
                <a:gd name="T12" fmla="*/ 50 w 66"/>
                <a:gd name="T13" fmla="*/ 294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3">
                  <a:moveTo>
                    <a:pt x="4" y="0"/>
                  </a:moveTo>
                  <a:cubicBezTo>
                    <a:pt x="8" y="5"/>
                    <a:pt x="12" y="9"/>
                    <a:pt x="18" y="10"/>
                  </a:cubicBezTo>
                  <a:cubicBezTo>
                    <a:pt x="26" y="11"/>
                    <a:pt x="34" y="8"/>
                    <a:pt x="42" y="8"/>
                  </a:cubicBezTo>
                  <a:cubicBezTo>
                    <a:pt x="66" y="9"/>
                    <a:pt x="65" y="22"/>
                    <a:pt x="65" y="42"/>
                  </a:cubicBezTo>
                  <a:cubicBezTo>
                    <a:pt x="60" y="35"/>
                    <a:pt x="55" y="25"/>
                    <a:pt x="45" y="25"/>
                  </a:cubicBezTo>
                  <a:cubicBezTo>
                    <a:pt x="34" y="25"/>
                    <a:pt x="31" y="40"/>
                    <a:pt x="21" y="43"/>
                  </a:cubicBezTo>
                  <a:cubicBezTo>
                    <a:pt x="17" y="35"/>
                    <a:pt x="0" y="24"/>
                    <a:pt x="3" y="16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36" name="Freeform 387">
              <a:extLst>
                <a:ext uri="{FF2B5EF4-FFF2-40B4-BE49-F238E27FC236}">
                  <a16:creationId xmlns:a16="http://schemas.microsoft.com/office/drawing/2014/main" id="{BF7007EE-E3DD-4650-8661-7AC5CB607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552"/>
              <a:ext cx="197" cy="347"/>
            </a:xfrm>
            <a:custGeom>
              <a:avLst/>
              <a:gdLst>
                <a:gd name="T0" fmla="*/ 903 w 79"/>
                <a:gd name="T1" fmla="*/ 2074 h 130"/>
                <a:gd name="T2" fmla="*/ 436 w 79"/>
                <a:gd name="T3" fmla="*/ 990 h 130"/>
                <a:gd name="T4" fmla="*/ 778 w 79"/>
                <a:gd name="T5" fmla="*/ 0 h 130"/>
                <a:gd name="T6" fmla="*/ 249 w 79"/>
                <a:gd name="T7" fmla="*/ 683 h 130"/>
                <a:gd name="T8" fmla="*/ 92 w 79"/>
                <a:gd name="T9" fmla="*/ 819 h 130"/>
                <a:gd name="T10" fmla="*/ 30 w 79"/>
                <a:gd name="T11" fmla="*/ 1353 h 130"/>
                <a:gd name="T12" fmla="*/ 249 w 79"/>
                <a:gd name="T13" fmla="*/ 1788 h 130"/>
                <a:gd name="T14" fmla="*/ 653 w 79"/>
                <a:gd name="T15" fmla="*/ 2109 h 130"/>
                <a:gd name="T16" fmla="*/ 1224 w 79"/>
                <a:gd name="T17" fmla="*/ 2322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130">
                  <a:moveTo>
                    <a:pt x="58" y="109"/>
                  </a:moveTo>
                  <a:cubicBezTo>
                    <a:pt x="40" y="102"/>
                    <a:pt x="22" y="71"/>
                    <a:pt x="28" y="52"/>
                  </a:cubicBezTo>
                  <a:cubicBezTo>
                    <a:pt x="34" y="33"/>
                    <a:pt x="52" y="23"/>
                    <a:pt x="50" y="0"/>
                  </a:cubicBezTo>
                  <a:cubicBezTo>
                    <a:pt x="41" y="13"/>
                    <a:pt x="28" y="25"/>
                    <a:pt x="16" y="36"/>
                  </a:cubicBezTo>
                  <a:cubicBezTo>
                    <a:pt x="13" y="39"/>
                    <a:pt x="8" y="40"/>
                    <a:pt x="6" y="43"/>
                  </a:cubicBezTo>
                  <a:cubicBezTo>
                    <a:pt x="0" y="50"/>
                    <a:pt x="0" y="62"/>
                    <a:pt x="2" y="71"/>
                  </a:cubicBezTo>
                  <a:cubicBezTo>
                    <a:pt x="4" y="80"/>
                    <a:pt x="9" y="87"/>
                    <a:pt x="16" y="94"/>
                  </a:cubicBezTo>
                  <a:cubicBezTo>
                    <a:pt x="24" y="103"/>
                    <a:pt x="32" y="105"/>
                    <a:pt x="42" y="111"/>
                  </a:cubicBezTo>
                  <a:cubicBezTo>
                    <a:pt x="48" y="116"/>
                    <a:pt x="72" y="130"/>
                    <a:pt x="79" y="122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37" name="Freeform 388">
              <a:extLst>
                <a:ext uri="{FF2B5EF4-FFF2-40B4-BE49-F238E27FC236}">
                  <a16:creationId xmlns:a16="http://schemas.microsoft.com/office/drawing/2014/main" id="{06198F41-CC04-4F3C-8ACB-FD02E7ED4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2035"/>
              <a:ext cx="240" cy="130"/>
            </a:xfrm>
            <a:custGeom>
              <a:avLst/>
              <a:gdLst>
                <a:gd name="T0" fmla="*/ 0 w 96"/>
                <a:gd name="T1" fmla="*/ 0 h 49"/>
                <a:gd name="T2" fmla="*/ 613 w 96"/>
                <a:gd name="T3" fmla="*/ 170 h 49"/>
                <a:gd name="T4" fmla="*/ 1500 w 96"/>
                <a:gd name="T5" fmla="*/ 915 h 49"/>
                <a:gd name="T6" fmla="*/ 533 w 96"/>
                <a:gd name="T7" fmla="*/ 600 h 49"/>
                <a:gd name="T8" fmla="*/ 345 w 96"/>
                <a:gd name="T9" fmla="*/ 618 h 49"/>
                <a:gd name="T10" fmla="*/ 20 w 96"/>
                <a:gd name="T11" fmla="*/ 239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49">
                  <a:moveTo>
                    <a:pt x="0" y="0"/>
                  </a:moveTo>
                  <a:cubicBezTo>
                    <a:pt x="12" y="11"/>
                    <a:pt x="24" y="6"/>
                    <a:pt x="39" y="9"/>
                  </a:cubicBezTo>
                  <a:cubicBezTo>
                    <a:pt x="61" y="14"/>
                    <a:pt x="88" y="28"/>
                    <a:pt x="96" y="49"/>
                  </a:cubicBezTo>
                  <a:cubicBezTo>
                    <a:pt x="76" y="44"/>
                    <a:pt x="56" y="29"/>
                    <a:pt x="34" y="32"/>
                  </a:cubicBezTo>
                  <a:cubicBezTo>
                    <a:pt x="30" y="32"/>
                    <a:pt x="27" y="34"/>
                    <a:pt x="22" y="33"/>
                  </a:cubicBezTo>
                  <a:cubicBezTo>
                    <a:pt x="13" y="30"/>
                    <a:pt x="8" y="20"/>
                    <a:pt x="1" y="13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38" name="Freeform 389">
              <a:extLst>
                <a:ext uri="{FF2B5EF4-FFF2-40B4-BE49-F238E27FC236}">
                  <a16:creationId xmlns:a16="http://schemas.microsoft.com/office/drawing/2014/main" id="{003DF169-3FE5-4BF3-AF0A-94C1F2612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1981"/>
              <a:ext cx="225" cy="310"/>
            </a:xfrm>
            <a:custGeom>
              <a:avLst/>
              <a:gdLst>
                <a:gd name="T0" fmla="*/ 145 w 90"/>
                <a:gd name="T1" fmla="*/ 1072 h 116"/>
                <a:gd name="T2" fmla="*/ 408 w 90"/>
                <a:gd name="T3" fmla="*/ 687 h 116"/>
                <a:gd name="T4" fmla="*/ 800 w 90"/>
                <a:gd name="T5" fmla="*/ 1144 h 116"/>
                <a:gd name="T6" fmla="*/ 1020 w 90"/>
                <a:gd name="T7" fmla="*/ 1486 h 116"/>
                <a:gd name="T8" fmla="*/ 1208 w 90"/>
                <a:gd name="T9" fmla="*/ 1849 h 116"/>
                <a:gd name="T10" fmla="*/ 1270 w 90"/>
                <a:gd name="T11" fmla="*/ 2213 h 116"/>
                <a:gd name="T12" fmla="*/ 1375 w 90"/>
                <a:gd name="T13" fmla="*/ 1777 h 116"/>
                <a:gd name="T14" fmla="*/ 1395 w 90"/>
                <a:gd name="T15" fmla="*/ 1563 h 116"/>
                <a:gd name="T16" fmla="*/ 1175 w 90"/>
                <a:gd name="T17" fmla="*/ 1187 h 116"/>
                <a:gd name="T18" fmla="*/ 938 w 90"/>
                <a:gd name="T19" fmla="*/ 649 h 116"/>
                <a:gd name="T20" fmla="*/ 845 w 90"/>
                <a:gd name="T21" fmla="*/ 265 h 116"/>
                <a:gd name="T22" fmla="*/ 800 w 90"/>
                <a:gd name="T23" fmla="*/ 0 h 116"/>
                <a:gd name="T24" fmla="*/ 363 w 90"/>
                <a:gd name="T25" fmla="*/ 251 h 116"/>
                <a:gd name="T26" fmla="*/ 95 w 90"/>
                <a:gd name="T27" fmla="*/ 935 h 1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0" h="116">
                  <a:moveTo>
                    <a:pt x="9" y="56"/>
                  </a:moveTo>
                  <a:cubicBezTo>
                    <a:pt x="8" y="46"/>
                    <a:pt x="16" y="36"/>
                    <a:pt x="26" y="36"/>
                  </a:cubicBezTo>
                  <a:cubicBezTo>
                    <a:pt x="40" y="37"/>
                    <a:pt x="46" y="49"/>
                    <a:pt x="51" y="60"/>
                  </a:cubicBezTo>
                  <a:cubicBezTo>
                    <a:pt x="54" y="68"/>
                    <a:pt x="58" y="72"/>
                    <a:pt x="65" y="78"/>
                  </a:cubicBezTo>
                  <a:cubicBezTo>
                    <a:pt x="70" y="83"/>
                    <a:pt x="75" y="91"/>
                    <a:pt x="77" y="97"/>
                  </a:cubicBezTo>
                  <a:cubicBezTo>
                    <a:pt x="80" y="104"/>
                    <a:pt x="79" y="110"/>
                    <a:pt x="81" y="116"/>
                  </a:cubicBezTo>
                  <a:cubicBezTo>
                    <a:pt x="85" y="111"/>
                    <a:pt x="87" y="100"/>
                    <a:pt x="88" y="93"/>
                  </a:cubicBezTo>
                  <a:cubicBezTo>
                    <a:pt x="89" y="89"/>
                    <a:pt x="90" y="86"/>
                    <a:pt x="89" y="82"/>
                  </a:cubicBezTo>
                  <a:cubicBezTo>
                    <a:pt x="86" y="76"/>
                    <a:pt x="79" y="69"/>
                    <a:pt x="75" y="62"/>
                  </a:cubicBezTo>
                  <a:cubicBezTo>
                    <a:pt x="69" y="53"/>
                    <a:pt x="64" y="45"/>
                    <a:pt x="60" y="34"/>
                  </a:cubicBezTo>
                  <a:cubicBezTo>
                    <a:pt x="57" y="28"/>
                    <a:pt x="56" y="21"/>
                    <a:pt x="54" y="14"/>
                  </a:cubicBezTo>
                  <a:cubicBezTo>
                    <a:pt x="54" y="10"/>
                    <a:pt x="54" y="3"/>
                    <a:pt x="51" y="0"/>
                  </a:cubicBezTo>
                  <a:cubicBezTo>
                    <a:pt x="44" y="13"/>
                    <a:pt x="34" y="8"/>
                    <a:pt x="23" y="13"/>
                  </a:cubicBezTo>
                  <a:cubicBezTo>
                    <a:pt x="10" y="19"/>
                    <a:pt x="0" y="35"/>
                    <a:pt x="6" y="49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39" name="Freeform 390">
              <a:extLst>
                <a:ext uri="{FF2B5EF4-FFF2-40B4-BE49-F238E27FC236}">
                  <a16:creationId xmlns:a16="http://schemas.microsoft.com/office/drawing/2014/main" id="{9952BDFE-40B1-4F38-9E17-C18F71FA1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501"/>
              <a:ext cx="523" cy="136"/>
            </a:xfrm>
            <a:custGeom>
              <a:avLst/>
              <a:gdLst>
                <a:gd name="T0" fmla="*/ 0 w 209"/>
                <a:gd name="T1" fmla="*/ 875 h 51"/>
                <a:gd name="T2" fmla="*/ 908 w 209"/>
                <a:gd name="T3" fmla="*/ 589 h 51"/>
                <a:gd name="T4" fmla="*/ 1396 w 209"/>
                <a:gd name="T5" fmla="*/ 661 h 51"/>
                <a:gd name="T6" fmla="*/ 1534 w 209"/>
                <a:gd name="T7" fmla="*/ 568 h 51"/>
                <a:gd name="T8" fmla="*/ 1584 w 209"/>
                <a:gd name="T9" fmla="*/ 477 h 51"/>
                <a:gd name="T10" fmla="*/ 1692 w 209"/>
                <a:gd name="T11" fmla="*/ 456 h 51"/>
                <a:gd name="T12" fmla="*/ 1617 w 209"/>
                <a:gd name="T13" fmla="*/ 0 h 51"/>
                <a:gd name="T14" fmla="*/ 1992 w 209"/>
                <a:gd name="T15" fmla="*/ 171 h 51"/>
                <a:gd name="T16" fmla="*/ 2380 w 209"/>
                <a:gd name="T17" fmla="*/ 285 h 51"/>
                <a:gd name="T18" fmla="*/ 2663 w 209"/>
                <a:gd name="T19" fmla="*/ 264 h 51"/>
                <a:gd name="T20" fmla="*/ 2838 w 209"/>
                <a:gd name="T21" fmla="*/ 35 h 51"/>
                <a:gd name="T22" fmla="*/ 3276 w 209"/>
                <a:gd name="T23" fmla="*/ 968 h 51"/>
                <a:gd name="T24" fmla="*/ 2585 w 209"/>
                <a:gd name="T25" fmla="*/ 819 h 51"/>
                <a:gd name="T26" fmla="*/ 2272 w 209"/>
                <a:gd name="T27" fmla="*/ 704 h 51"/>
                <a:gd name="T28" fmla="*/ 1959 w 209"/>
                <a:gd name="T29" fmla="*/ 589 h 51"/>
                <a:gd name="T30" fmla="*/ 1021 w 209"/>
                <a:gd name="T31" fmla="*/ 627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9" h="51">
                  <a:moveTo>
                    <a:pt x="0" y="46"/>
                  </a:moveTo>
                  <a:cubicBezTo>
                    <a:pt x="9" y="31"/>
                    <a:pt x="42" y="31"/>
                    <a:pt x="58" y="31"/>
                  </a:cubicBezTo>
                  <a:cubicBezTo>
                    <a:pt x="68" y="31"/>
                    <a:pt x="79" y="37"/>
                    <a:pt x="89" y="35"/>
                  </a:cubicBezTo>
                  <a:cubicBezTo>
                    <a:pt x="92" y="34"/>
                    <a:pt x="95" y="32"/>
                    <a:pt x="98" y="30"/>
                  </a:cubicBezTo>
                  <a:cubicBezTo>
                    <a:pt x="99" y="29"/>
                    <a:pt x="100" y="26"/>
                    <a:pt x="101" y="25"/>
                  </a:cubicBezTo>
                  <a:cubicBezTo>
                    <a:pt x="103" y="24"/>
                    <a:pt x="106" y="25"/>
                    <a:pt x="108" y="24"/>
                  </a:cubicBezTo>
                  <a:cubicBezTo>
                    <a:pt x="119" y="20"/>
                    <a:pt x="108" y="5"/>
                    <a:pt x="103" y="0"/>
                  </a:cubicBezTo>
                  <a:cubicBezTo>
                    <a:pt x="110" y="4"/>
                    <a:pt x="120" y="5"/>
                    <a:pt x="127" y="9"/>
                  </a:cubicBezTo>
                  <a:cubicBezTo>
                    <a:pt x="135" y="13"/>
                    <a:pt x="142" y="15"/>
                    <a:pt x="152" y="15"/>
                  </a:cubicBezTo>
                  <a:cubicBezTo>
                    <a:pt x="157" y="16"/>
                    <a:pt x="165" y="16"/>
                    <a:pt x="170" y="14"/>
                  </a:cubicBezTo>
                  <a:cubicBezTo>
                    <a:pt x="175" y="11"/>
                    <a:pt x="177" y="6"/>
                    <a:pt x="181" y="2"/>
                  </a:cubicBezTo>
                  <a:cubicBezTo>
                    <a:pt x="167" y="22"/>
                    <a:pt x="204" y="34"/>
                    <a:pt x="209" y="51"/>
                  </a:cubicBezTo>
                  <a:cubicBezTo>
                    <a:pt x="194" y="48"/>
                    <a:pt x="179" y="48"/>
                    <a:pt x="165" y="43"/>
                  </a:cubicBezTo>
                  <a:cubicBezTo>
                    <a:pt x="158" y="41"/>
                    <a:pt x="151" y="40"/>
                    <a:pt x="145" y="37"/>
                  </a:cubicBezTo>
                  <a:cubicBezTo>
                    <a:pt x="138" y="34"/>
                    <a:pt x="133" y="31"/>
                    <a:pt x="125" y="31"/>
                  </a:cubicBezTo>
                  <a:cubicBezTo>
                    <a:pt x="105" y="31"/>
                    <a:pt x="84" y="42"/>
                    <a:pt x="65" y="33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40" name="Freeform 391">
              <a:extLst>
                <a:ext uri="{FF2B5EF4-FFF2-40B4-BE49-F238E27FC236}">
                  <a16:creationId xmlns:a16="http://schemas.microsoft.com/office/drawing/2014/main" id="{68BE518F-6530-4088-A16F-0A2FD7F69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643"/>
              <a:ext cx="348" cy="152"/>
            </a:xfrm>
            <a:custGeom>
              <a:avLst/>
              <a:gdLst>
                <a:gd name="T0" fmla="*/ 208 w 139"/>
                <a:gd name="T1" fmla="*/ 171 h 57"/>
                <a:gd name="T2" fmla="*/ 676 w 139"/>
                <a:gd name="T3" fmla="*/ 512 h 57"/>
                <a:gd name="T4" fmla="*/ 709 w 139"/>
                <a:gd name="T5" fmla="*/ 797 h 57"/>
                <a:gd name="T6" fmla="*/ 563 w 139"/>
                <a:gd name="T7" fmla="*/ 989 h 57"/>
                <a:gd name="T8" fmla="*/ 1129 w 139"/>
                <a:gd name="T9" fmla="*/ 968 h 57"/>
                <a:gd name="T10" fmla="*/ 1334 w 139"/>
                <a:gd name="T11" fmla="*/ 776 h 57"/>
                <a:gd name="T12" fmla="*/ 1397 w 139"/>
                <a:gd name="T13" fmla="*/ 661 h 57"/>
                <a:gd name="T14" fmla="*/ 1775 w 139"/>
                <a:gd name="T15" fmla="*/ 683 h 57"/>
                <a:gd name="T16" fmla="*/ 2181 w 139"/>
                <a:gd name="T17" fmla="*/ 397 h 57"/>
                <a:gd name="T18" fmla="*/ 1054 w 139"/>
                <a:gd name="T19" fmla="*/ 77 h 57"/>
                <a:gd name="T20" fmla="*/ 426 w 139"/>
                <a:gd name="T21" fmla="*/ 35 h 57"/>
                <a:gd name="T22" fmla="*/ 0 w 139"/>
                <a:gd name="T23" fmla="*/ 0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57">
                  <a:moveTo>
                    <a:pt x="13" y="9"/>
                  </a:moveTo>
                  <a:cubicBezTo>
                    <a:pt x="22" y="15"/>
                    <a:pt x="37" y="16"/>
                    <a:pt x="43" y="27"/>
                  </a:cubicBezTo>
                  <a:cubicBezTo>
                    <a:pt x="46" y="31"/>
                    <a:pt x="47" y="37"/>
                    <a:pt x="45" y="42"/>
                  </a:cubicBezTo>
                  <a:cubicBezTo>
                    <a:pt x="43" y="46"/>
                    <a:pt x="36" y="48"/>
                    <a:pt x="36" y="52"/>
                  </a:cubicBezTo>
                  <a:cubicBezTo>
                    <a:pt x="44" y="57"/>
                    <a:pt x="63" y="53"/>
                    <a:pt x="72" y="51"/>
                  </a:cubicBezTo>
                  <a:cubicBezTo>
                    <a:pt x="80" y="50"/>
                    <a:pt x="81" y="47"/>
                    <a:pt x="85" y="41"/>
                  </a:cubicBezTo>
                  <a:cubicBezTo>
                    <a:pt x="87" y="38"/>
                    <a:pt x="85" y="37"/>
                    <a:pt x="89" y="35"/>
                  </a:cubicBezTo>
                  <a:cubicBezTo>
                    <a:pt x="96" y="31"/>
                    <a:pt x="106" y="37"/>
                    <a:pt x="113" y="36"/>
                  </a:cubicBezTo>
                  <a:cubicBezTo>
                    <a:pt x="122" y="34"/>
                    <a:pt x="132" y="27"/>
                    <a:pt x="139" y="21"/>
                  </a:cubicBezTo>
                  <a:cubicBezTo>
                    <a:pt x="114" y="20"/>
                    <a:pt x="91" y="6"/>
                    <a:pt x="67" y="4"/>
                  </a:cubicBezTo>
                  <a:cubicBezTo>
                    <a:pt x="54" y="2"/>
                    <a:pt x="40" y="4"/>
                    <a:pt x="27" y="2"/>
                  </a:cubicBezTo>
                  <a:cubicBezTo>
                    <a:pt x="22" y="1"/>
                    <a:pt x="1" y="1"/>
                    <a:pt x="0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41" name="Freeform 392">
              <a:extLst>
                <a:ext uri="{FF2B5EF4-FFF2-40B4-BE49-F238E27FC236}">
                  <a16:creationId xmlns:a16="http://schemas.microsoft.com/office/drawing/2014/main" id="{964DA08A-1A79-44CF-AF7C-61CA94C22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2499"/>
              <a:ext cx="283" cy="232"/>
            </a:xfrm>
            <a:custGeom>
              <a:avLst/>
              <a:gdLst>
                <a:gd name="T0" fmla="*/ 0 w 113"/>
                <a:gd name="T1" fmla="*/ 0 h 87"/>
                <a:gd name="T2" fmla="*/ 301 w 113"/>
                <a:gd name="T3" fmla="*/ 397 h 87"/>
                <a:gd name="T4" fmla="*/ 1004 w 113"/>
                <a:gd name="T5" fmla="*/ 648 h 87"/>
                <a:gd name="T6" fmla="*/ 1367 w 113"/>
                <a:gd name="T7" fmla="*/ 989 h 87"/>
                <a:gd name="T8" fmla="*/ 1222 w 113"/>
                <a:gd name="T9" fmla="*/ 1651 h 87"/>
                <a:gd name="T10" fmla="*/ 1525 w 113"/>
                <a:gd name="T11" fmla="*/ 1251 h 87"/>
                <a:gd name="T12" fmla="*/ 1630 w 113"/>
                <a:gd name="T13" fmla="*/ 512 h 87"/>
                <a:gd name="T14" fmla="*/ 1192 w 113"/>
                <a:gd name="T15" fmla="*/ 363 h 87"/>
                <a:gd name="T16" fmla="*/ 1004 w 113"/>
                <a:gd name="T17" fmla="*/ 376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87">
                  <a:moveTo>
                    <a:pt x="0" y="0"/>
                  </a:moveTo>
                  <a:cubicBezTo>
                    <a:pt x="5" y="8"/>
                    <a:pt x="10" y="15"/>
                    <a:pt x="19" y="21"/>
                  </a:cubicBezTo>
                  <a:cubicBezTo>
                    <a:pt x="32" y="31"/>
                    <a:pt x="48" y="30"/>
                    <a:pt x="64" y="34"/>
                  </a:cubicBezTo>
                  <a:cubicBezTo>
                    <a:pt x="73" y="37"/>
                    <a:pt x="84" y="41"/>
                    <a:pt x="87" y="52"/>
                  </a:cubicBezTo>
                  <a:cubicBezTo>
                    <a:pt x="91" y="66"/>
                    <a:pt x="84" y="75"/>
                    <a:pt x="78" y="87"/>
                  </a:cubicBezTo>
                  <a:cubicBezTo>
                    <a:pt x="86" y="83"/>
                    <a:pt x="92" y="73"/>
                    <a:pt x="97" y="66"/>
                  </a:cubicBezTo>
                  <a:cubicBezTo>
                    <a:pt x="104" y="55"/>
                    <a:pt x="113" y="39"/>
                    <a:pt x="104" y="27"/>
                  </a:cubicBezTo>
                  <a:cubicBezTo>
                    <a:pt x="97" y="18"/>
                    <a:pt x="86" y="18"/>
                    <a:pt x="76" y="19"/>
                  </a:cubicBezTo>
                  <a:cubicBezTo>
                    <a:pt x="72" y="20"/>
                    <a:pt x="67" y="21"/>
                    <a:pt x="64" y="2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42" name="Freeform 393">
              <a:extLst>
                <a:ext uri="{FF2B5EF4-FFF2-40B4-BE49-F238E27FC236}">
                  <a16:creationId xmlns:a16="http://schemas.microsoft.com/office/drawing/2014/main" id="{B628AA2D-C8A8-4F2D-A3C1-797E42E73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139"/>
              <a:ext cx="333" cy="290"/>
            </a:xfrm>
            <a:custGeom>
              <a:avLst/>
              <a:gdLst>
                <a:gd name="T0" fmla="*/ 1022 w 133"/>
                <a:gd name="T1" fmla="*/ 1974 h 109"/>
                <a:gd name="T2" fmla="*/ 658 w 133"/>
                <a:gd name="T3" fmla="*/ 1599 h 109"/>
                <a:gd name="T4" fmla="*/ 971 w 133"/>
                <a:gd name="T5" fmla="*/ 806 h 109"/>
                <a:gd name="T6" fmla="*/ 1660 w 133"/>
                <a:gd name="T7" fmla="*/ 623 h 109"/>
                <a:gd name="T8" fmla="*/ 2088 w 133"/>
                <a:gd name="T9" fmla="*/ 396 h 109"/>
                <a:gd name="T10" fmla="*/ 1725 w 133"/>
                <a:gd name="T11" fmla="*/ 303 h 109"/>
                <a:gd name="T12" fmla="*/ 1054 w 133"/>
                <a:gd name="T13" fmla="*/ 35 h 109"/>
                <a:gd name="T14" fmla="*/ 533 w 133"/>
                <a:gd name="T15" fmla="*/ 431 h 109"/>
                <a:gd name="T16" fmla="*/ 95 w 133"/>
                <a:gd name="T17" fmla="*/ 1075 h 109"/>
                <a:gd name="T18" fmla="*/ 533 w 133"/>
                <a:gd name="T19" fmla="*/ 1961 h 109"/>
                <a:gd name="T20" fmla="*/ 814 w 133"/>
                <a:gd name="T21" fmla="*/ 1995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3" h="109">
                  <a:moveTo>
                    <a:pt x="65" y="105"/>
                  </a:moveTo>
                  <a:cubicBezTo>
                    <a:pt x="55" y="106"/>
                    <a:pt x="44" y="93"/>
                    <a:pt x="42" y="85"/>
                  </a:cubicBezTo>
                  <a:cubicBezTo>
                    <a:pt x="36" y="67"/>
                    <a:pt x="47" y="52"/>
                    <a:pt x="62" y="43"/>
                  </a:cubicBezTo>
                  <a:cubicBezTo>
                    <a:pt x="75" y="35"/>
                    <a:pt x="92" y="37"/>
                    <a:pt x="106" y="33"/>
                  </a:cubicBezTo>
                  <a:cubicBezTo>
                    <a:pt x="114" y="31"/>
                    <a:pt x="129" y="28"/>
                    <a:pt x="133" y="21"/>
                  </a:cubicBezTo>
                  <a:cubicBezTo>
                    <a:pt x="126" y="20"/>
                    <a:pt x="118" y="19"/>
                    <a:pt x="110" y="16"/>
                  </a:cubicBezTo>
                  <a:cubicBezTo>
                    <a:pt x="96" y="11"/>
                    <a:pt x="82" y="0"/>
                    <a:pt x="67" y="2"/>
                  </a:cubicBezTo>
                  <a:cubicBezTo>
                    <a:pt x="55" y="4"/>
                    <a:pt x="43" y="16"/>
                    <a:pt x="34" y="23"/>
                  </a:cubicBezTo>
                  <a:cubicBezTo>
                    <a:pt x="22" y="32"/>
                    <a:pt x="9" y="41"/>
                    <a:pt x="6" y="57"/>
                  </a:cubicBezTo>
                  <a:cubicBezTo>
                    <a:pt x="0" y="79"/>
                    <a:pt x="13" y="98"/>
                    <a:pt x="34" y="104"/>
                  </a:cubicBezTo>
                  <a:cubicBezTo>
                    <a:pt x="40" y="105"/>
                    <a:pt x="48" y="109"/>
                    <a:pt x="52" y="106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43" name="Freeform 394">
              <a:extLst>
                <a:ext uri="{FF2B5EF4-FFF2-40B4-BE49-F238E27FC236}">
                  <a16:creationId xmlns:a16="http://schemas.microsoft.com/office/drawing/2014/main" id="{20124815-B4B0-4A53-8DF8-014BD018D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312"/>
              <a:ext cx="377" cy="608"/>
            </a:xfrm>
            <a:custGeom>
              <a:avLst/>
              <a:gdLst>
                <a:gd name="T0" fmla="*/ 200 w 151"/>
                <a:gd name="T1" fmla="*/ 1955 h 228"/>
                <a:gd name="T2" fmla="*/ 916 w 151"/>
                <a:gd name="T3" fmla="*/ 491 h 228"/>
                <a:gd name="T4" fmla="*/ 1353 w 151"/>
                <a:gd name="T5" fmla="*/ 1045 h 228"/>
                <a:gd name="T6" fmla="*/ 1478 w 151"/>
                <a:gd name="T7" fmla="*/ 1309 h 228"/>
                <a:gd name="T8" fmla="*/ 1590 w 151"/>
                <a:gd name="T9" fmla="*/ 1480 h 228"/>
                <a:gd name="T10" fmla="*/ 1758 w 151"/>
                <a:gd name="T11" fmla="*/ 1800 h 228"/>
                <a:gd name="T12" fmla="*/ 1820 w 151"/>
                <a:gd name="T13" fmla="*/ 2411 h 228"/>
                <a:gd name="T14" fmla="*/ 1558 w 151"/>
                <a:gd name="T15" fmla="*/ 3277 h 228"/>
                <a:gd name="T16" fmla="*/ 1745 w 151"/>
                <a:gd name="T17" fmla="*/ 3755 h 228"/>
                <a:gd name="T18" fmla="*/ 1945 w 151"/>
                <a:gd name="T19" fmla="*/ 4019 h 228"/>
                <a:gd name="T20" fmla="*/ 2037 w 151"/>
                <a:gd name="T21" fmla="*/ 4323 h 228"/>
                <a:gd name="T22" fmla="*/ 2245 w 151"/>
                <a:gd name="T23" fmla="*/ 3507 h 228"/>
                <a:gd name="T24" fmla="*/ 2307 w 151"/>
                <a:gd name="T25" fmla="*/ 2312 h 228"/>
                <a:gd name="T26" fmla="*/ 1715 w 151"/>
                <a:gd name="T27" fmla="*/ 888 h 228"/>
                <a:gd name="T28" fmla="*/ 874 w 151"/>
                <a:gd name="T29" fmla="*/ 21 h 228"/>
                <a:gd name="T30" fmla="*/ 404 w 151"/>
                <a:gd name="T31" fmla="*/ 149 h 228"/>
                <a:gd name="T32" fmla="*/ 0 w 151"/>
                <a:gd name="T33" fmla="*/ 419 h 2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1" h="228">
                  <a:moveTo>
                    <a:pt x="13" y="103"/>
                  </a:moveTo>
                  <a:cubicBezTo>
                    <a:pt x="8" y="82"/>
                    <a:pt x="23" y="7"/>
                    <a:pt x="59" y="26"/>
                  </a:cubicBezTo>
                  <a:cubicBezTo>
                    <a:pt x="70" y="31"/>
                    <a:pt x="81" y="45"/>
                    <a:pt x="87" y="55"/>
                  </a:cubicBezTo>
                  <a:cubicBezTo>
                    <a:pt x="89" y="60"/>
                    <a:pt x="91" y="65"/>
                    <a:pt x="95" y="69"/>
                  </a:cubicBezTo>
                  <a:cubicBezTo>
                    <a:pt x="97" y="72"/>
                    <a:pt x="100" y="74"/>
                    <a:pt x="102" y="78"/>
                  </a:cubicBezTo>
                  <a:cubicBezTo>
                    <a:pt x="106" y="84"/>
                    <a:pt x="107" y="89"/>
                    <a:pt x="113" y="95"/>
                  </a:cubicBezTo>
                  <a:cubicBezTo>
                    <a:pt x="123" y="105"/>
                    <a:pt x="125" y="114"/>
                    <a:pt x="117" y="127"/>
                  </a:cubicBezTo>
                  <a:cubicBezTo>
                    <a:pt x="109" y="142"/>
                    <a:pt x="100" y="155"/>
                    <a:pt x="100" y="173"/>
                  </a:cubicBezTo>
                  <a:cubicBezTo>
                    <a:pt x="100" y="184"/>
                    <a:pt x="105" y="190"/>
                    <a:pt x="112" y="198"/>
                  </a:cubicBezTo>
                  <a:cubicBezTo>
                    <a:pt x="117" y="203"/>
                    <a:pt x="122" y="207"/>
                    <a:pt x="125" y="212"/>
                  </a:cubicBezTo>
                  <a:cubicBezTo>
                    <a:pt x="129" y="217"/>
                    <a:pt x="128" y="223"/>
                    <a:pt x="131" y="228"/>
                  </a:cubicBezTo>
                  <a:cubicBezTo>
                    <a:pt x="141" y="219"/>
                    <a:pt x="142" y="198"/>
                    <a:pt x="144" y="185"/>
                  </a:cubicBezTo>
                  <a:cubicBezTo>
                    <a:pt x="146" y="165"/>
                    <a:pt x="151" y="143"/>
                    <a:pt x="148" y="122"/>
                  </a:cubicBezTo>
                  <a:cubicBezTo>
                    <a:pt x="145" y="94"/>
                    <a:pt x="124" y="71"/>
                    <a:pt x="110" y="47"/>
                  </a:cubicBezTo>
                  <a:cubicBezTo>
                    <a:pt x="99" y="29"/>
                    <a:pt x="80" y="3"/>
                    <a:pt x="56" y="1"/>
                  </a:cubicBezTo>
                  <a:cubicBezTo>
                    <a:pt x="46" y="0"/>
                    <a:pt x="35" y="5"/>
                    <a:pt x="26" y="8"/>
                  </a:cubicBezTo>
                  <a:cubicBezTo>
                    <a:pt x="17" y="11"/>
                    <a:pt x="6" y="14"/>
                    <a:pt x="0" y="22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44" name="Freeform 395">
              <a:extLst>
                <a:ext uri="{FF2B5EF4-FFF2-40B4-BE49-F238E27FC236}">
                  <a16:creationId xmlns:a16="http://schemas.microsoft.com/office/drawing/2014/main" id="{C7C2F78A-3488-473A-B7B4-0306447AE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069"/>
              <a:ext cx="113" cy="256"/>
            </a:xfrm>
            <a:custGeom>
              <a:avLst/>
              <a:gdLst>
                <a:gd name="T0" fmla="*/ 0 w 45"/>
                <a:gd name="T1" fmla="*/ 1139 h 96"/>
                <a:gd name="T2" fmla="*/ 126 w 45"/>
                <a:gd name="T3" fmla="*/ 797 h 96"/>
                <a:gd name="T4" fmla="*/ 176 w 45"/>
                <a:gd name="T5" fmla="*/ 341 h 96"/>
                <a:gd name="T6" fmla="*/ 334 w 45"/>
                <a:gd name="T7" fmla="*/ 21 h 96"/>
                <a:gd name="T8" fmla="*/ 618 w 45"/>
                <a:gd name="T9" fmla="*/ 320 h 96"/>
                <a:gd name="T10" fmla="*/ 681 w 45"/>
                <a:gd name="T11" fmla="*/ 909 h 96"/>
                <a:gd name="T12" fmla="*/ 460 w 45"/>
                <a:gd name="T13" fmla="*/ 182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96">
                  <a:moveTo>
                    <a:pt x="0" y="60"/>
                  </a:moveTo>
                  <a:cubicBezTo>
                    <a:pt x="3" y="54"/>
                    <a:pt x="7" y="49"/>
                    <a:pt x="8" y="42"/>
                  </a:cubicBezTo>
                  <a:cubicBezTo>
                    <a:pt x="11" y="34"/>
                    <a:pt x="11" y="26"/>
                    <a:pt x="11" y="18"/>
                  </a:cubicBezTo>
                  <a:cubicBezTo>
                    <a:pt x="11" y="10"/>
                    <a:pt x="11" y="3"/>
                    <a:pt x="21" y="1"/>
                  </a:cubicBezTo>
                  <a:cubicBezTo>
                    <a:pt x="30" y="0"/>
                    <a:pt x="36" y="9"/>
                    <a:pt x="39" y="17"/>
                  </a:cubicBezTo>
                  <a:cubicBezTo>
                    <a:pt x="43" y="27"/>
                    <a:pt x="45" y="38"/>
                    <a:pt x="43" y="48"/>
                  </a:cubicBezTo>
                  <a:cubicBezTo>
                    <a:pt x="40" y="65"/>
                    <a:pt x="30" y="79"/>
                    <a:pt x="29" y="96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45" name="Freeform 396">
              <a:extLst>
                <a:ext uri="{FF2B5EF4-FFF2-40B4-BE49-F238E27FC236}">
                  <a16:creationId xmlns:a16="http://schemas.microsoft.com/office/drawing/2014/main" id="{6FCAC17A-01BD-4F27-BC2A-0D5CF50A0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069"/>
              <a:ext cx="170" cy="235"/>
            </a:xfrm>
            <a:custGeom>
              <a:avLst/>
              <a:gdLst>
                <a:gd name="T0" fmla="*/ 0 w 68"/>
                <a:gd name="T1" fmla="*/ 0 h 88"/>
                <a:gd name="T2" fmla="*/ 488 w 68"/>
                <a:gd name="T3" fmla="*/ 1028 h 88"/>
                <a:gd name="T4" fmla="*/ 488 w 68"/>
                <a:gd name="T5" fmla="*/ 1482 h 88"/>
                <a:gd name="T6" fmla="*/ 875 w 68"/>
                <a:gd name="T7" fmla="*/ 1333 h 88"/>
                <a:gd name="T8" fmla="*/ 908 w 68"/>
                <a:gd name="T9" fmla="*/ 571 h 88"/>
                <a:gd name="T10" fmla="*/ 813 w 68"/>
                <a:gd name="T11" fmla="*/ 248 h 88"/>
                <a:gd name="T12" fmla="*/ 520 w 68"/>
                <a:gd name="T13" fmla="*/ 227 h 88"/>
                <a:gd name="T14" fmla="*/ 145 w 68"/>
                <a:gd name="T15" fmla="*/ 77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88">
                  <a:moveTo>
                    <a:pt x="0" y="0"/>
                  </a:moveTo>
                  <a:cubicBezTo>
                    <a:pt x="18" y="10"/>
                    <a:pt x="33" y="32"/>
                    <a:pt x="31" y="54"/>
                  </a:cubicBezTo>
                  <a:cubicBezTo>
                    <a:pt x="30" y="62"/>
                    <a:pt x="25" y="71"/>
                    <a:pt x="31" y="78"/>
                  </a:cubicBezTo>
                  <a:cubicBezTo>
                    <a:pt x="39" y="88"/>
                    <a:pt x="55" y="83"/>
                    <a:pt x="56" y="70"/>
                  </a:cubicBezTo>
                  <a:cubicBezTo>
                    <a:pt x="56" y="57"/>
                    <a:pt x="54" y="43"/>
                    <a:pt x="58" y="30"/>
                  </a:cubicBezTo>
                  <a:cubicBezTo>
                    <a:pt x="62" y="19"/>
                    <a:pt x="68" y="15"/>
                    <a:pt x="52" y="13"/>
                  </a:cubicBezTo>
                  <a:cubicBezTo>
                    <a:pt x="46" y="12"/>
                    <a:pt x="39" y="14"/>
                    <a:pt x="33" y="12"/>
                  </a:cubicBezTo>
                  <a:cubicBezTo>
                    <a:pt x="25" y="10"/>
                    <a:pt x="19" y="4"/>
                    <a:pt x="9" y="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46" name="Freeform 397">
              <a:extLst>
                <a:ext uri="{FF2B5EF4-FFF2-40B4-BE49-F238E27FC236}">
                  <a16:creationId xmlns:a16="http://schemas.microsoft.com/office/drawing/2014/main" id="{AD7428F0-DB60-4E9F-934C-213FE6526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173"/>
              <a:ext cx="190" cy="446"/>
            </a:xfrm>
            <a:custGeom>
              <a:avLst/>
              <a:gdLst>
                <a:gd name="T0" fmla="*/ 533 w 76"/>
                <a:gd name="T1" fmla="*/ 0 h 167"/>
                <a:gd name="T2" fmla="*/ 645 w 76"/>
                <a:gd name="T3" fmla="*/ 227 h 167"/>
                <a:gd name="T4" fmla="*/ 988 w 76"/>
                <a:gd name="T5" fmla="*/ 286 h 167"/>
                <a:gd name="T6" fmla="*/ 770 w 76"/>
                <a:gd name="T7" fmla="*/ 606 h 167"/>
                <a:gd name="T8" fmla="*/ 688 w 76"/>
                <a:gd name="T9" fmla="*/ 1106 h 167"/>
                <a:gd name="T10" fmla="*/ 613 w 76"/>
                <a:gd name="T11" fmla="*/ 1584 h 167"/>
                <a:gd name="T12" fmla="*/ 550 w 76"/>
                <a:gd name="T13" fmla="*/ 1926 h 167"/>
                <a:gd name="T14" fmla="*/ 708 w 76"/>
                <a:gd name="T15" fmla="*/ 2283 h 167"/>
                <a:gd name="T16" fmla="*/ 1188 w 76"/>
                <a:gd name="T17" fmla="*/ 2267 h 167"/>
                <a:gd name="T18" fmla="*/ 813 w 76"/>
                <a:gd name="T19" fmla="*/ 2761 h 167"/>
                <a:gd name="T20" fmla="*/ 438 w 76"/>
                <a:gd name="T21" fmla="*/ 2631 h 167"/>
                <a:gd name="T22" fmla="*/ 270 w 76"/>
                <a:gd name="T23" fmla="*/ 3031 h 167"/>
                <a:gd name="T24" fmla="*/ 220 w 76"/>
                <a:gd name="T25" fmla="*/ 2839 h 167"/>
                <a:gd name="T26" fmla="*/ 113 w 76"/>
                <a:gd name="T27" fmla="*/ 2518 h 167"/>
                <a:gd name="T28" fmla="*/ 20 w 76"/>
                <a:gd name="T29" fmla="*/ 2054 h 167"/>
                <a:gd name="T30" fmla="*/ 208 w 76"/>
                <a:gd name="T31" fmla="*/ 1733 h 167"/>
                <a:gd name="T32" fmla="*/ 270 w 76"/>
                <a:gd name="T33" fmla="*/ 1506 h 167"/>
                <a:gd name="T34" fmla="*/ 438 w 76"/>
                <a:gd name="T35" fmla="*/ 264 h 16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167">
                  <a:moveTo>
                    <a:pt x="34" y="0"/>
                  </a:moveTo>
                  <a:cubicBezTo>
                    <a:pt x="36" y="3"/>
                    <a:pt x="39" y="10"/>
                    <a:pt x="41" y="12"/>
                  </a:cubicBezTo>
                  <a:cubicBezTo>
                    <a:pt x="46" y="15"/>
                    <a:pt x="61" y="10"/>
                    <a:pt x="63" y="15"/>
                  </a:cubicBezTo>
                  <a:cubicBezTo>
                    <a:pt x="65" y="18"/>
                    <a:pt x="51" y="29"/>
                    <a:pt x="49" y="32"/>
                  </a:cubicBezTo>
                  <a:cubicBezTo>
                    <a:pt x="43" y="40"/>
                    <a:pt x="43" y="48"/>
                    <a:pt x="44" y="58"/>
                  </a:cubicBezTo>
                  <a:cubicBezTo>
                    <a:pt x="45" y="68"/>
                    <a:pt x="44" y="75"/>
                    <a:pt x="39" y="83"/>
                  </a:cubicBezTo>
                  <a:cubicBezTo>
                    <a:pt x="36" y="89"/>
                    <a:pt x="35" y="94"/>
                    <a:pt x="35" y="101"/>
                  </a:cubicBezTo>
                  <a:cubicBezTo>
                    <a:pt x="34" y="111"/>
                    <a:pt x="35" y="117"/>
                    <a:pt x="45" y="120"/>
                  </a:cubicBezTo>
                  <a:cubicBezTo>
                    <a:pt x="56" y="124"/>
                    <a:pt x="65" y="118"/>
                    <a:pt x="76" y="119"/>
                  </a:cubicBezTo>
                  <a:cubicBezTo>
                    <a:pt x="65" y="126"/>
                    <a:pt x="65" y="140"/>
                    <a:pt x="52" y="145"/>
                  </a:cubicBezTo>
                  <a:cubicBezTo>
                    <a:pt x="40" y="150"/>
                    <a:pt x="38" y="141"/>
                    <a:pt x="28" y="138"/>
                  </a:cubicBezTo>
                  <a:cubicBezTo>
                    <a:pt x="27" y="142"/>
                    <a:pt x="23" y="167"/>
                    <a:pt x="17" y="159"/>
                  </a:cubicBezTo>
                  <a:cubicBezTo>
                    <a:pt x="15" y="157"/>
                    <a:pt x="15" y="151"/>
                    <a:pt x="14" y="149"/>
                  </a:cubicBezTo>
                  <a:cubicBezTo>
                    <a:pt x="12" y="143"/>
                    <a:pt x="9" y="138"/>
                    <a:pt x="7" y="132"/>
                  </a:cubicBezTo>
                  <a:cubicBezTo>
                    <a:pt x="6" y="126"/>
                    <a:pt x="0" y="114"/>
                    <a:pt x="1" y="108"/>
                  </a:cubicBezTo>
                  <a:cubicBezTo>
                    <a:pt x="2" y="103"/>
                    <a:pt x="11" y="97"/>
                    <a:pt x="13" y="91"/>
                  </a:cubicBezTo>
                  <a:cubicBezTo>
                    <a:pt x="15" y="87"/>
                    <a:pt x="16" y="83"/>
                    <a:pt x="17" y="79"/>
                  </a:cubicBezTo>
                  <a:cubicBezTo>
                    <a:pt x="25" y="59"/>
                    <a:pt x="25" y="35"/>
                    <a:pt x="28" y="1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47" name="Freeform 398">
              <a:extLst>
                <a:ext uri="{FF2B5EF4-FFF2-40B4-BE49-F238E27FC236}">
                  <a16:creationId xmlns:a16="http://schemas.microsoft.com/office/drawing/2014/main" id="{D0832D7F-5600-4A8A-A54A-CC1EFED0A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539"/>
              <a:ext cx="158" cy="482"/>
            </a:xfrm>
            <a:custGeom>
              <a:avLst/>
              <a:gdLst>
                <a:gd name="T0" fmla="*/ 441 w 63"/>
                <a:gd name="T1" fmla="*/ 0 h 181"/>
                <a:gd name="T2" fmla="*/ 409 w 63"/>
                <a:gd name="T3" fmla="*/ 431 h 181"/>
                <a:gd name="T4" fmla="*/ 125 w 63"/>
                <a:gd name="T5" fmla="*/ 759 h 181"/>
                <a:gd name="T6" fmla="*/ 176 w 63"/>
                <a:gd name="T7" fmla="*/ 1113 h 181"/>
                <a:gd name="T8" fmla="*/ 409 w 63"/>
                <a:gd name="T9" fmla="*/ 1736 h 181"/>
                <a:gd name="T10" fmla="*/ 993 w 63"/>
                <a:gd name="T11" fmla="*/ 3419 h 181"/>
                <a:gd name="T12" fmla="*/ 900 w 63"/>
                <a:gd name="T13" fmla="*/ 2567 h 181"/>
                <a:gd name="T14" fmla="*/ 880 w 63"/>
                <a:gd name="T15" fmla="*/ 1829 h 181"/>
                <a:gd name="T16" fmla="*/ 900 w 63"/>
                <a:gd name="T17" fmla="*/ 1590 h 181"/>
                <a:gd name="T18" fmla="*/ 692 w 63"/>
                <a:gd name="T19" fmla="*/ 1361 h 181"/>
                <a:gd name="T20" fmla="*/ 534 w 63"/>
                <a:gd name="T21" fmla="*/ 831 h 1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81">
                  <a:moveTo>
                    <a:pt x="28" y="0"/>
                  </a:moveTo>
                  <a:cubicBezTo>
                    <a:pt x="25" y="8"/>
                    <a:pt x="29" y="15"/>
                    <a:pt x="26" y="23"/>
                  </a:cubicBezTo>
                  <a:cubicBezTo>
                    <a:pt x="22" y="33"/>
                    <a:pt x="16" y="33"/>
                    <a:pt x="8" y="40"/>
                  </a:cubicBezTo>
                  <a:cubicBezTo>
                    <a:pt x="0" y="48"/>
                    <a:pt x="5" y="52"/>
                    <a:pt x="11" y="59"/>
                  </a:cubicBezTo>
                  <a:cubicBezTo>
                    <a:pt x="18" y="69"/>
                    <a:pt x="21" y="81"/>
                    <a:pt x="26" y="92"/>
                  </a:cubicBezTo>
                  <a:cubicBezTo>
                    <a:pt x="41" y="121"/>
                    <a:pt x="56" y="150"/>
                    <a:pt x="63" y="181"/>
                  </a:cubicBezTo>
                  <a:cubicBezTo>
                    <a:pt x="62" y="166"/>
                    <a:pt x="57" y="151"/>
                    <a:pt x="57" y="136"/>
                  </a:cubicBezTo>
                  <a:cubicBezTo>
                    <a:pt x="56" y="123"/>
                    <a:pt x="52" y="110"/>
                    <a:pt x="56" y="97"/>
                  </a:cubicBezTo>
                  <a:cubicBezTo>
                    <a:pt x="58" y="92"/>
                    <a:pt x="60" y="90"/>
                    <a:pt x="57" y="84"/>
                  </a:cubicBezTo>
                  <a:cubicBezTo>
                    <a:pt x="54" y="79"/>
                    <a:pt x="47" y="77"/>
                    <a:pt x="44" y="72"/>
                  </a:cubicBezTo>
                  <a:cubicBezTo>
                    <a:pt x="39" y="65"/>
                    <a:pt x="35" y="53"/>
                    <a:pt x="34" y="4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48" name="Freeform 399">
              <a:extLst>
                <a:ext uri="{FF2B5EF4-FFF2-40B4-BE49-F238E27FC236}">
                  <a16:creationId xmlns:a16="http://schemas.microsoft.com/office/drawing/2014/main" id="{9E89607C-3FC6-4CF5-93C1-0BC4743CA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1376"/>
              <a:ext cx="253" cy="235"/>
            </a:xfrm>
            <a:custGeom>
              <a:avLst/>
              <a:gdLst>
                <a:gd name="T0" fmla="*/ 408 w 101"/>
                <a:gd name="T1" fmla="*/ 248 h 88"/>
                <a:gd name="T2" fmla="*/ 0 w 101"/>
                <a:gd name="T3" fmla="*/ 742 h 88"/>
                <a:gd name="T4" fmla="*/ 346 w 101"/>
                <a:gd name="T5" fmla="*/ 897 h 88"/>
                <a:gd name="T6" fmla="*/ 521 w 101"/>
                <a:gd name="T7" fmla="*/ 1084 h 88"/>
                <a:gd name="T8" fmla="*/ 596 w 101"/>
                <a:gd name="T9" fmla="*/ 1311 h 88"/>
                <a:gd name="T10" fmla="*/ 992 w 101"/>
                <a:gd name="T11" fmla="*/ 1482 h 88"/>
                <a:gd name="T12" fmla="*/ 1368 w 101"/>
                <a:gd name="T13" fmla="*/ 1677 h 88"/>
                <a:gd name="T14" fmla="*/ 1067 w 101"/>
                <a:gd name="T15" fmla="*/ 1333 h 88"/>
                <a:gd name="T16" fmla="*/ 1350 w 101"/>
                <a:gd name="T17" fmla="*/ 1255 h 88"/>
                <a:gd name="T18" fmla="*/ 1568 w 101"/>
                <a:gd name="T19" fmla="*/ 628 h 88"/>
                <a:gd name="T20" fmla="*/ 1443 w 101"/>
                <a:gd name="T21" fmla="*/ 171 h 88"/>
                <a:gd name="T22" fmla="*/ 1288 w 101"/>
                <a:gd name="T23" fmla="*/ 171 h 88"/>
                <a:gd name="T24" fmla="*/ 1117 w 101"/>
                <a:gd name="T25" fmla="*/ 0 h 88"/>
                <a:gd name="T26" fmla="*/ 1242 w 101"/>
                <a:gd name="T27" fmla="*/ 248 h 88"/>
                <a:gd name="T28" fmla="*/ 1242 w 101"/>
                <a:gd name="T29" fmla="*/ 628 h 88"/>
                <a:gd name="T30" fmla="*/ 1067 w 101"/>
                <a:gd name="T31" fmla="*/ 1012 h 88"/>
                <a:gd name="T32" fmla="*/ 879 w 101"/>
                <a:gd name="T33" fmla="*/ 764 h 88"/>
                <a:gd name="T34" fmla="*/ 691 w 101"/>
                <a:gd name="T35" fmla="*/ 571 h 88"/>
                <a:gd name="T36" fmla="*/ 626 w 101"/>
                <a:gd name="T37" fmla="*/ 21 h 88"/>
                <a:gd name="T38" fmla="*/ 376 w 101"/>
                <a:gd name="T39" fmla="*/ 227 h 8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1" h="88">
                  <a:moveTo>
                    <a:pt x="26" y="13"/>
                  </a:moveTo>
                  <a:cubicBezTo>
                    <a:pt x="12" y="14"/>
                    <a:pt x="4" y="27"/>
                    <a:pt x="0" y="39"/>
                  </a:cubicBezTo>
                  <a:cubicBezTo>
                    <a:pt x="8" y="41"/>
                    <a:pt x="15" y="43"/>
                    <a:pt x="22" y="47"/>
                  </a:cubicBezTo>
                  <a:cubicBezTo>
                    <a:pt x="26" y="50"/>
                    <a:pt x="30" y="52"/>
                    <a:pt x="33" y="57"/>
                  </a:cubicBezTo>
                  <a:cubicBezTo>
                    <a:pt x="35" y="60"/>
                    <a:pt x="35" y="66"/>
                    <a:pt x="38" y="69"/>
                  </a:cubicBezTo>
                  <a:cubicBezTo>
                    <a:pt x="43" y="75"/>
                    <a:pt x="56" y="75"/>
                    <a:pt x="63" y="78"/>
                  </a:cubicBezTo>
                  <a:cubicBezTo>
                    <a:pt x="71" y="82"/>
                    <a:pt x="78" y="85"/>
                    <a:pt x="87" y="88"/>
                  </a:cubicBezTo>
                  <a:cubicBezTo>
                    <a:pt x="83" y="81"/>
                    <a:pt x="70" y="78"/>
                    <a:pt x="68" y="70"/>
                  </a:cubicBezTo>
                  <a:cubicBezTo>
                    <a:pt x="74" y="66"/>
                    <a:pt x="80" y="68"/>
                    <a:pt x="86" y="66"/>
                  </a:cubicBezTo>
                  <a:cubicBezTo>
                    <a:pt x="98" y="61"/>
                    <a:pt x="101" y="45"/>
                    <a:pt x="100" y="33"/>
                  </a:cubicBezTo>
                  <a:cubicBezTo>
                    <a:pt x="100" y="28"/>
                    <a:pt x="97" y="13"/>
                    <a:pt x="92" y="9"/>
                  </a:cubicBezTo>
                  <a:cubicBezTo>
                    <a:pt x="90" y="8"/>
                    <a:pt x="84" y="9"/>
                    <a:pt x="82" y="9"/>
                  </a:cubicBezTo>
                  <a:cubicBezTo>
                    <a:pt x="77" y="7"/>
                    <a:pt x="73" y="4"/>
                    <a:pt x="71" y="0"/>
                  </a:cubicBezTo>
                  <a:cubicBezTo>
                    <a:pt x="73" y="5"/>
                    <a:pt x="77" y="8"/>
                    <a:pt x="79" y="13"/>
                  </a:cubicBezTo>
                  <a:cubicBezTo>
                    <a:pt x="82" y="20"/>
                    <a:pt x="79" y="26"/>
                    <a:pt x="79" y="33"/>
                  </a:cubicBezTo>
                  <a:cubicBezTo>
                    <a:pt x="79" y="40"/>
                    <a:pt x="82" y="56"/>
                    <a:pt x="68" y="53"/>
                  </a:cubicBezTo>
                  <a:cubicBezTo>
                    <a:pt x="62" y="52"/>
                    <a:pt x="59" y="45"/>
                    <a:pt x="56" y="40"/>
                  </a:cubicBezTo>
                  <a:cubicBezTo>
                    <a:pt x="52" y="34"/>
                    <a:pt x="50" y="33"/>
                    <a:pt x="44" y="30"/>
                  </a:cubicBezTo>
                  <a:cubicBezTo>
                    <a:pt x="29" y="21"/>
                    <a:pt x="41" y="13"/>
                    <a:pt x="40" y="1"/>
                  </a:cubicBezTo>
                  <a:cubicBezTo>
                    <a:pt x="34" y="3"/>
                    <a:pt x="29" y="8"/>
                    <a:pt x="24" y="12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49" name="Freeform 400">
              <a:extLst>
                <a:ext uri="{FF2B5EF4-FFF2-40B4-BE49-F238E27FC236}">
                  <a16:creationId xmlns:a16="http://schemas.microsoft.com/office/drawing/2014/main" id="{4E899C94-B006-4CB8-8A7E-E5BB6A1C4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405"/>
              <a:ext cx="168" cy="91"/>
            </a:xfrm>
            <a:custGeom>
              <a:avLst/>
              <a:gdLst>
                <a:gd name="T0" fmla="*/ 975 w 67"/>
                <a:gd name="T1" fmla="*/ 35 h 34"/>
                <a:gd name="T2" fmla="*/ 617 w 67"/>
                <a:gd name="T3" fmla="*/ 209 h 34"/>
                <a:gd name="T4" fmla="*/ 376 w 67"/>
                <a:gd name="T5" fmla="*/ 286 h 34"/>
                <a:gd name="T6" fmla="*/ 125 w 67"/>
                <a:gd name="T7" fmla="*/ 286 h 34"/>
                <a:gd name="T8" fmla="*/ 409 w 67"/>
                <a:gd name="T9" fmla="*/ 559 h 34"/>
                <a:gd name="T10" fmla="*/ 1056 w 67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34">
                  <a:moveTo>
                    <a:pt x="62" y="2"/>
                  </a:moveTo>
                  <a:cubicBezTo>
                    <a:pt x="57" y="0"/>
                    <a:pt x="44" y="9"/>
                    <a:pt x="39" y="11"/>
                  </a:cubicBezTo>
                  <a:cubicBezTo>
                    <a:pt x="34" y="13"/>
                    <a:pt x="30" y="15"/>
                    <a:pt x="24" y="15"/>
                  </a:cubicBezTo>
                  <a:cubicBezTo>
                    <a:pt x="21" y="15"/>
                    <a:pt x="11" y="12"/>
                    <a:pt x="8" y="15"/>
                  </a:cubicBezTo>
                  <a:cubicBezTo>
                    <a:pt x="0" y="24"/>
                    <a:pt x="21" y="28"/>
                    <a:pt x="26" y="29"/>
                  </a:cubicBezTo>
                  <a:cubicBezTo>
                    <a:pt x="40" y="32"/>
                    <a:pt x="55" y="26"/>
                    <a:pt x="67" y="3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50" name="Freeform 401">
              <a:extLst>
                <a:ext uri="{FF2B5EF4-FFF2-40B4-BE49-F238E27FC236}">
                  <a16:creationId xmlns:a16="http://schemas.microsoft.com/office/drawing/2014/main" id="{EB6BCA2E-4BEA-4A42-B9FF-EDAA071AA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979"/>
              <a:ext cx="147" cy="125"/>
            </a:xfrm>
            <a:custGeom>
              <a:avLst/>
              <a:gdLst>
                <a:gd name="T0" fmla="*/ 404 w 59"/>
                <a:gd name="T1" fmla="*/ 0 h 47"/>
                <a:gd name="T2" fmla="*/ 508 w 59"/>
                <a:gd name="T3" fmla="*/ 261 h 47"/>
                <a:gd name="T4" fmla="*/ 745 w 59"/>
                <a:gd name="T5" fmla="*/ 303 h 47"/>
                <a:gd name="T6" fmla="*/ 695 w 59"/>
                <a:gd name="T7" fmla="*/ 715 h 47"/>
                <a:gd name="T8" fmla="*/ 105 w 59"/>
                <a:gd name="T9" fmla="*/ 771 h 47"/>
                <a:gd name="T10" fmla="*/ 0 w 59"/>
                <a:gd name="T11" fmla="*/ 63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47">
                  <a:moveTo>
                    <a:pt x="26" y="0"/>
                  </a:moveTo>
                  <a:cubicBezTo>
                    <a:pt x="25" y="6"/>
                    <a:pt x="27" y="11"/>
                    <a:pt x="33" y="14"/>
                  </a:cubicBezTo>
                  <a:cubicBezTo>
                    <a:pt x="39" y="17"/>
                    <a:pt x="43" y="14"/>
                    <a:pt x="48" y="16"/>
                  </a:cubicBezTo>
                  <a:cubicBezTo>
                    <a:pt x="59" y="18"/>
                    <a:pt x="52" y="33"/>
                    <a:pt x="45" y="38"/>
                  </a:cubicBezTo>
                  <a:cubicBezTo>
                    <a:pt x="36" y="45"/>
                    <a:pt x="17" y="47"/>
                    <a:pt x="7" y="41"/>
                  </a:cubicBezTo>
                  <a:cubicBezTo>
                    <a:pt x="4" y="40"/>
                    <a:pt x="0" y="36"/>
                    <a:pt x="0" y="34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51" name="Freeform 402">
              <a:extLst>
                <a:ext uri="{FF2B5EF4-FFF2-40B4-BE49-F238E27FC236}">
                  <a16:creationId xmlns:a16="http://schemas.microsoft.com/office/drawing/2014/main" id="{A2962874-348A-4CD3-A0F6-85F2C815D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077"/>
              <a:ext cx="205" cy="416"/>
            </a:xfrm>
            <a:custGeom>
              <a:avLst/>
              <a:gdLst>
                <a:gd name="T0" fmla="*/ 625 w 82"/>
                <a:gd name="T1" fmla="*/ 363 h 156"/>
                <a:gd name="T2" fmla="*/ 1083 w 82"/>
                <a:gd name="T3" fmla="*/ 149 h 156"/>
                <a:gd name="T4" fmla="*/ 875 w 82"/>
                <a:gd name="T5" fmla="*/ 661 h 156"/>
                <a:gd name="T6" fmla="*/ 533 w 82"/>
                <a:gd name="T7" fmla="*/ 1059 h 156"/>
                <a:gd name="T8" fmla="*/ 563 w 82"/>
                <a:gd name="T9" fmla="*/ 1672 h 156"/>
                <a:gd name="T10" fmla="*/ 720 w 82"/>
                <a:gd name="T11" fmla="*/ 2312 h 156"/>
                <a:gd name="T12" fmla="*/ 500 w 82"/>
                <a:gd name="T13" fmla="*/ 2141 h 156"/>
                <a:gd name="T14" fmla="*/ 283 w 82"/>
                <a:gd name="T15" fmla="*/ 2083 h 156"/>
                <a:gd name="T16" fmla="*/ 125 w 82"/>
                <a:gd name="T17" fmla="*/ 2525 h 156"/>
                <a:gd name="T18" fmla="*/ 83 w 82"/>
                <a:gd name="T19" fmla="*/ 2957 h 156"/>
                <a:gd name="T20" fmla="*/ 63 w 82"/>
                <a:gd name="T21" fmla="*/ 2525 h 156"/>
                <a:gd name="T22" fmla="*/ 20 w 82"/>
                <a:gd name="T23" fmla="*/ 2013 h 156"/>
                <a:gd name="T24" fmla="*/ 95 w 82"/>
                <a:gd name="T25" fmla="*/ 1309 h 156"/>
                <a:gd name="T26" fmla="*/ 270 w 82"/>
                <a:gd name="T27" fmla="*/ 456 h 156"/>
                <a:gd name="T28" fmla="*/ 395 w 82"/>
                <a:gd name="T29" fmla="*/ 56 h 156"/>
                <a:gd name="T30" fmla="*/ 708 w 82"/>
                <a:gd name="T31" fmla="*/ 285 h 1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156">
                  <a:moveTo>
                    <a:pt x="40" y="19"/>
                  </a:moveTo>
                  <a:cubicBezTo>
                    <a:pt x="50" y="19"/>
                    <a:pt x="61" y="1"/>
                    <a:pt x="69" y="8"/>
                  </a:cubicBezTo>
                  <a:cubicBezTo>
                    <a:pt x="82" y="18"/>
                    <a:pt x="63" y="30"/>
                    <a:pt x="56" y="35"/>
                  </a:cubicBezTo>
                  <a:cubicBezTo>
                    <a:pt x="47" y="42"/>
                    <a:pt x="39" y="46"/>
                    <a:pt x="34" y="56"/>
                  </a:cubicBezTo>
                  <a:cubicBezTo>
                    <a:pt x="27" y="69"/>
                    <a:pt x="26" y="76"/>
                    <a:pt x="36" y="88"/>
                  </a:cubicBezTo>
                  <a:cubicBezTo>
                    <a:pt x="40" y="92"/>
                    <a:pt x="63" y="121"/>
                    <a:pt x="46" y="122"/>
                  </a:cubicBezTo>
                  <a:cubicBezTo>
                    <a:pt x="42" y="122"/>
                    <a:pt x="35" y="115"/>
                    <a:pt x="32" y="113"/>
                  </a:cubicBezTo>
                  <a:cubicBezTo>
                    <a:pt x="26" y="109"/>
                    <a:pt x="25" y="107"/>
                    <a:pt x="18" y="110"/>
                  </a:cubicBezTo>
                  <a:cubicBezTo>
                    <a:pt x="8" y="115"/>
                    <a:pt x="8" y="123"/>
                    <a:pt x="8" y="133"/>
                  </a:cubicBezTo>
                  <a:cubicBezTo>
                    <a:pt x="8" y="139"/>
                    <a:pt x="10" y="151"/>
                    <a:pt x="5" y="156"/>
                  </a:cubicBezTo>
                  <a:cubicBezTo>
                    <a:pt x="1" y="150"/>
                    <a:pt x="5" y="140"/>
                    <a:pt x="4" y="133"/>
                  </a:cubicBezTo>
                  <a:cubicBezTo>
                    <a:pt x="3" y="123"/>
                    <a:pt x="0" y="116"/>
                    <a:pt x="1" y="106"/>
                  </a:cubicBezTo>
                  <a:cubicBezTo>
                    <a:pt x="3" y="94"/>
                    <a:pt x="0" y="81"/>
                    <a:pt x="6" y="69"/>
                  </a:cubicBezTo>
                  <a:cubicBezTo>
                    <a:pt x="13" y="55"/>
                    <a:pt x="12" y="39"/>
                    <a:pt x="17" y="24"/>
                  </a:cubicBezTo>
                  <a:cubicBezTo>
                    <a:pt x="20" y="18"/>
                    <a:pt x="19" y="5"/>
                    <a:pt x="25" y="3"/>
                  </a:cubicBezTo>
                  <a:cubicBezTo>
                    <a:pt x="32" y="0"/>
                    <a:pt x="40" y="12"/>
                    <a:pt x="45" y="15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52" name="Freeform 403">
              <a:extLst>
                <a:ext uri="{FF2B5EF4-FFF2-40B4-BE49-F238E27FC236}">
                  <a16:creationId xmlns:a16="http://schemas.microsoft.com/office/drawing/2014/main" id="{E0FF56EB-D3A5-42BC-A154-5CCDB0F2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389"/>
              <a:ext cx="256" cy="134"/>
            </a:xfrm>
            <a:custGeom>
              <a:avLst/>
              <a:gdLst>
                <a:gd name="T0" fmla="*/ 334 w 102"/>
                <a:gd name="T1" fmla="*/ 230 h 50"/>
                <a:gd name="T2" fmla="*/ 1109 w 102"/>
                <a:gd name="T3" fmla="*/ 287 h 50"/>
                <a:gd name="T4" fmla="*/ 1614 w 102"/>
                <a:gd name="T5" fmla="*/ 94 h 50"/>
                <a:gd name="T6" fmla="*/ 1468 w 102"/>
                <a:gd name="T7" fmla="*/ 461 h 50"/>
                <a:gd name="T8" fmla="*/ 951 w 102"/>
                <a:gd name="T9" fmla="*/ 825 h 50"/>
                <a:gd name="T10" fmla="*/ 188 w 102"/>
                <a:gd name="T11" fmla="*/ 482 h 50"/>
                <a:gd name="T12" fmla="*/ 0 w 102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50">
                  <a:moveTo>
                    <a:pt x="21" y="12"/>
                  </a:moveTo>
                  <a:cubicBezTo>
                    <a:pt x="37" y="18"/>
                    <a:pt x="53" y="21"/>
                    <a:pt x="70" y="15"/>
                  </a:cubicBezTo>
                  <a:cubicBezTo>
                    <a:pt x="81" y="12"/>
                    <a:pt x="91" y="8"/>
                    <a:pt x="102" y="5"/>
                  </a:cubicBezTo>
                  <a:cubicBezTo>
                    <a:pt x="97" y="8"/>
                    <a:pt x="98" y="19"/>
                    <a:pt x="93" y="24"/>
                  </a:cubicBezTo>
                  <a:cubicBezTo>
                    <a:pt x="85" y="33"/>
                    <a:pt x="72" y="39"/>
                    <a:pt x="60" y="43"/>
                  </a:cubicBezTo>
                  <a:cubicBezTo>
                    <a:pt x="39" y="50"/>
                    <a:pt x="23" y="44"/>
                    <a:pt x="12" y="25"/>
                  </a:cubicBezTo>
                  <a:cubicBezTo>
                    <a:pt x="7" y="17"/>
                    <a:pt x="1" y="9"/>
                    <a:pt x="0" y="0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53" name="Freeform 404">
              <a:extLst>
                <a:ext uri="{FF2B5EF4-FFF2-40B4-BE49-F238E27FC236}">
                  <a16:creationId xmlns:a16="http://schemas.microsoft.com/office/drawing/2014/main" id="{90309146-F46A-4BE8-B752-40A2B05F6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339"/>
              <a:ext cx="680" cy="234"/>
            </a:xfrm>
            <a:custGeom>
              <a:avLst/>
              <a:gdLst>
                <a:gd name="T0" fmla="*/ 0 w 272"/>
                <a:gd name="T1" fmla="*/ 417 h 88"/>
                <a:gd name="T2" fmla="*/ 375 w 272"/>
                <a:gd name="T3" fmla="*/ 622 h 88"/>
                <a:gd name="T4" fmla="*/ 1033 w 272"/>
                <a:gd name="T5" fmla="*/ 920 h 88"/>
                <a:gd name="T6" fmla="*/ 2175 w 272"/>
                <a:gd name="T7" fmla="*/ 1146 h 88"/>
                <a:gd name="T8" fmla="*/ 3270 w 272"/>
                <a:gd name="T9" fmla="*/ 1202 h 88"/>
                <a:gd name="T10" fmla="*/ 3783 w 272"/>
                <a:gd name="T11" fmla="*/ 1463 h 88"/>
                <a:gd name="T12" fmla="*/ 4250 w 272"/>
                <a:gd name="T13" fmla="*/ 1542 h 88"/>
                <a:gd name="T14" fmla="*/ 3738 w 272"/>
                <a:gd name="T15" fmla="*/ 1244 h 88"/>
                <a:gd name="T16" fmla="*/ 3488 w 272"/>
                <a:gd name="T17" fmla="*/ 941 h 88"/>
                <a:gd name="T18" fmla="*/ 3270 w 272"/>
                <a:gd name="T19" fmla="*/ 580 h 88"/>
                <a:gd name="T20" fmla="*/ 2813 w 272"/>
                <a:gd name="T21" fmla="*/ 636 h 88"/>
                <a:gd name="T22" fmla="*/ 2220 w 272"/>
                <a:gd name="T23" fmla="*/ 524 h 88"/>
                <a:gd name="T24" fmla="*/ 1613 w 272"/>
                <a:gd name="T25" fmla="*/ 601 h 88"/>
                <a:gd name="T26" fmla="*/ 958 w 272"/>
                <a:gd name="T27" fmla="*/ 431 h 88"/>
                <a:gd name="T28" fmla="*/ 145 w 272"/>
                <a:gd name="T29" fmla="*/ 114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2" h="88">
                  <a:moveTo>
                    <a:pt x="0" y="22"/>
                  </a:moveTo>
                  <a:cubicBezTo>
                    <a:pt x="10" y="22"/>
                    <a:pt x="16" y="29"/>
                    <a:pt x="24" y="33"/>
                  </a:cubicBezTo>
                  <a:cubicBezTo>
                    <a:pt x="37" y="40"/>
                    <a:pt x="53" y="44"/>
                    <a:pt x="66" y="49"/>
                  </a:cubicBezTo>
                  <a:cubicBezTo>
                    <a:pt x="90" y="58"/>
                    <a:pt x="114" y="61"/>
                    <a:pt x="139" y="61"/>
                  </a:cubicBezTo>
                  <a:cubicBezTo>
                    <a:pt x="164" y="61"/>
                    <a:pt x="185" y="50"/>
                    <a:pt x="209" y="64"/>
                  </a:cubicBezTo>
                  <a:cubicBezTo>
                    <a:pt x="222" y="71"/>
                    <a:pt x="226" y="77"/>
                    <a:pt x="242" y="78"/>
                  </a:cubicBezTo>
                  <a:cubicBezTo>
                    <a:pt x="250" y="79"/>
                    <a:pt x="267" y="88"/>
                    <a:pt x="272" y="82"/>
                  </a:cubicBezTo>
                  <a:cubicBezTo>
                    <a:pt x="260" y="78"/>
                    <a:pt x="249" y="75"/>
                    <a:pt x="239" y="66"/>
                  </a:cubicBezTo>
                  <a:cubicBezTo>
                    <a:pt x="233" y="61"/>
                    <a:pt x="227" y="56"/>
                    <a:pt x="223" y="50"/>
                  </a:cubicBezTo>
                  <a:cubicBezTo>
                    <a:pt x="219" y="45"/>
                    <a:pt x="214" y="34"/>
                    <a:pt x="209" y="31"/>
                  </a:cubicBezTo>
                  <a:cubicBezTo>
                    <a:pt x="200" y="26"/>
                    <a:pt x="190" y="33"/>
                    <a:pt x="180" y="34"/>
                  </a:cubicBezTo>
                  <a:cubicBezTo>
                    <a:pt x="167" y="36"/>
                    <a:pt x="155" y="31"/>
                    <a:pt x="142" y="28"/>
                  </a:cubicBezTo>
                  <a:cubicBezTo>
                    <a:pt x="128" y="25"/>
                    <a:pt x="117" y="31"/>
                    <a:pt x="103" y="32"/>
                  </a:cubicBezTo>
                  <a:cubicBezTo>
                    <a:pt x="89" y="33"/>
                    <a:pt x="74" y="28"/>
                    <a:pt x="61" y="23"/>
                  </a:cubicBezTo>
                  <a:cubicBezTo>
                    <a:pt x="45" y="17"/>
                    <a:pt x="28" y="0"/>
                    <a:pt x="9" y="6"/>
                  </a:cubicBezTo>
                </a:path>
              </a:pathLst>
            </a:custGeom>
            <a:solidFill>
              <a:srgbClr val="E3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54" name="Freeform 405">
              <a:extLst>
                <a:ext uri="{FF2B5EF4-FFF2-40B4-BE49-F238E27FC236}">
                  <a16:creationId xmlns:a16="http://schemas.microsoft.com/office/drawing/2014/main" id="{9DBB0AA5-5F5C-4268-8B7F-672409D27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2779"/>
              <a:ext cx="862" cy="509"/>
            </a:xfrm>
            <a:custGeom>
              <a:avLst/>
              <a:gdLst>
                <a:gd name="T0" fmla="*/ 4807 w 345"/>
                <a:gd name="T1" fmla="*/ 533 h 191"/>
                <a:gd name="T2" fmla="*/ 3995 w 345"/>
                <a:gd name="T3" fmla="*/ 909 h 191"/>
                <a:gd name="T4" fmla="*/ 2011 w 345"/>
                <a:gd name="T5" fmla="*/ 773 h 191"/>
                <a:gd name="T6" fmla="*/ 1262 w 345"/>
                <a:gd name="T7" fmla="*/ 341 h 191"/>
                <a:gd name="T8" fmla="*/ 0 w 345"/>
                <a:gd name="T9" fmla="*/ 0 h 191"/>
                <a:gd name="T10" fmla="*/ 979 w 345"/>
                <a:gd name="T11" fmla="*/ 456 h 191"/>
                <a:gd name="T12" fmla="*/ 1811 w 345"/>
                <a:gd name="T13" fmla="*/ 930 h 191"/>
                <a:gd name="T14" fmla="*/ 3246 w 345"/>
                <a:gd name="T15" fmla="*/ 1114 h 191"/>
                <a:gd name="T16" fmla="*/ 4070 w 345"/>
                <a:gd name="T17" fmla="*/ 1023 h 191"/>
                <a:gd name="T18" fmla="*/ 4850 w 345"/>
                <a:gd name="T19" fmla="*/ 773 h 191"/>
                <a:gd name="T20" fmla="*/ 4945 w 345"/>
                <a:gd name="T21" fmla="*/ 943 h 191"/>
                <a:gd name="T22" fmla="*/ 4745 w 345"/>
                <a:gd name="T23" fmla="*/ 1306 h 191"/>
                <a:gd name="T24" fmla="*/ 4620 w 345"/>
                <a:gd name="T25" fmla="*/ 1911 h 191"/>
                <a:gd name="T26" fmla="*/ 4475 w 345"/>
                <a:gd name="T27" fmla="*/ 2231 h 191"/>
                <a:gd name="T28" fmla="*/ 4308 w 345"/>
                <a:gd name="T29" fmla="*/ 2628 h 191"/>
                <a:gd name="T30" fmla="*/ 3903 w 345"/>
                <a:gd name="T31" fmla="*/ 3182 h 191"/>
                <a:gd name="T32" fmla="*/ 3528 w 345"/>
                <a:gd name="T33" fmla="*/ 3217 h 191"/>
                <a:gd name="T34" fmla="*/ 3258 w 345"/>
                <a:gd name="T35" fmla="*/ 3275 h 191"/>
                <a:gd name="T36" fmla="*/ 3028 w 345"/>
                <a:gd name="T37" fmla="*/ 3254 h 191"/>
                <a:gd name="T38" fmla="*/ 2716 w 345"/>
                <a:gd name="T39" fmla="*/ 3275 h 191"/>
                <a:gd name="T40" fmla="*/ 2446 w 345"/>
                <a:gd name="T41" fmla="*/ 3217 h 191"/>
                <a:gd name="T42" fmla="*/ 2229 w 345"/>
                <a:gd name="T43" fmla="*/ 3083 h 191"/>
                <a:gd name="T44" fmla="*/ 1949 w 345"/>
                <a:gd name="T45" fmla="*/ 3139 h 191"/>
                <a:gd name="T46" fmla="*/ 1574 w 345"/>
                <a:gd name="T47" fmla="*/ 2854 h 191"/>
                <a:gd name="T48" fmla="*/ 1699 w 345"/>
                <a:gd name="T49" fmla="*/ 2444 h 191"/>
                <a:gd name="T50" fmla="*/ 1479 w 345"/>
                <a:gd name="T51" fmla="*/ 2670 h 191"/>
                <a:gd name="T52" fmla="*/ 1499 w 345"/>
                <a:gd name="T53" fmla="*/ 2670 h 191"/>
                <a:gd name="T54" fmla="*/ 1574 w 345"/>
                <a:gd name="T55" fmla="*/ 3083 h 191"/>
                <a:gd name="T56" fmla="*/ 2309 w 345"/>
                <a:gd name="T57" fmla="*/ 3352 h 191"/>
                <a:gd name="T58" fmla="*/ 2621 w 345"/>
                <a:gd name="T59" fmla="*/ 3443 h 191"/>
                <a:gd name="T60" fmla="*/ 2716 w 345"/>
                <a:gd name="T61" fmla="*/ 3502 h 191"/>
                <a:gd name="T62" fmla="*/ 2933 w 345"/>
                <a:gd name="T63" fmla="*/ 3502 h 191"/>
                <a:gd name="T64" fmla="*/ 3058 w 345"/>
                <a:gd name="T65" fmla="*/ 3464 h 191"/>
                <a:gd name="T66" fmla="*/ 3403 w 345"/>
                <a:gd name="T67" fmla="*/ 3443 h 191"/>
                <a:gd name="T68" fmla="*/ 3728 w 345"/>
                <a:gd name="T69" fmla="*/ 3387 h 191"/>
                <a:gd name="T70" fmla="*/ 3933 w 345"/>
                <a:gd name="T71" fmla="*/ 3387 h 191"/>
                <a:gd name="T72" fmla="*/ 4412 w 345"/>
                <a:gd name="T73" fmla="*/ 2705 h 191"/>
                <a:gd name="T74" fmla="*/ 4570 w 345"/>
                <a:gd name="T75" fmla="*/ 2342 h 191"/>
                <a:gd name="T76" fmla="*/ 4745 w 345"/>
                <a:gd name="T77" fmla="*/ 1727 h 191"/>
                <a:gd name="T78" fmla="*/ 4932 w 345"/>
                <a:gd name="T79" fmla="*/ 1114 h 191"/>
                <a:gd name="T80" fmla="*/ 5100 w 345"/>
                <a:gd name="T81" fmla="*/ 1045 h 191"/>
                <a:gd name="T82" fmla="*/ 5182 w 345"/>
                <a:gd name="T83" fmla="*/ 943 h 191"/>
                <a:gd name="T84" fmla="*/ 5307 w 345"/>
                <a:gd name="T85" fmla="*/ 874 h 191"/>
                <a:gd name="T86" fmla="*/ 5382 w 345"/>
                <a:gd name="T87" fmla="*/ 682 h 191"/>
                <a:gd name="T88" fmla="*/ 4807 w 345"/>
                <a:gd name="T89" fmla="*/ 533 h 19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45" h="191">
                  <a:moveTo>
                    <a:pt x="308" y="28"/>
                  </a:moveTo>
                  <a:cubicBezTo>
                    <a:pt x="308" y="28"/>
                    <a:pt x="298" y="42"/>
                    <a:pt x="256" y="48"/>
                  </a:cubicBezTo>
                  <a:cubicBezTo>
                    <a:pt x="223" y="54"/>
                    <a:pt x="175" y="49"/>
                    <a:pt x="129" y="41"/>
                  </a:cubicBezTo>
                  <a:cubicBezTo>
                    <a:pt x="106" y="34"/>
                    <a:pt x="106" y="22"/>
                    <a:pt x="81" y="18"/>
                  </a:cubicBezTo>
                  <a:cubicBezTo>
                    <a:pt x="28" y="6"/>
                    <a:pt x="2" y="7"/>
                    <a:pt x="0" y="0"/>
                  </a:cubicBezTo>
                  <a:cubicBezTo>
                    <a:pt x="4" y="12"/>
                    <a:pt x="43" y="21"/>
                    <a:pt x="63" y="24"/>
                  </a:cubicBezTo>
                  <a:cubicBezTo>
                    <a:pt x="82" y="27"/>
                    <a:pt x="102" y="40"/>
                    <a:pt x="116" y="49"/>
                  </a:cubicBezTo>
                  <a:cubicBezTo>
                    <a:pt x="130" y="57"/>
                    <a:pt x="182" y="62"/>
                    <a:pt x="208" y="59"/>
                  </a:cubicBezTo>
                  <a:cubicBezTo>
                    <a:pt x="233" y="56"/>
                    <a:pt x="240" y="59"/>
                    <a:pt x="261" y="54"/>
                  </a:cubicBezTo>
                  <a:cubicBezTo>
                    <a:pt x="282" y="50"/>
                    <a:pt x="303" y="48"/>
                    <a:pt x="311" y="41"/>
                  </a:cubicBezTo>
                  <a:cubicBezTo>
                    <a:pt x="319" y="34"/>
                    <a:pt x="325" y="45"/>
                    <a:pt x="317" y="50"/>
                  </a:cubicBezTo>
                  <a:cubicBezTo>
                    <a:pt x="309" y="55"/>
                    <a:pt x="307" y="54"/>
                    <a:pt x="304" y="69"/>
                  </a:cubicBezTo>
                  <a:cubicBezTo>
                    <a:pt x="301" y="85"/>
                    <a:pt x="296" y="92"/>
                    <a:pt x="296" y="101"/>
                  </a:cubicBezTo>
                  <a:cubicBezTo>
                    <a:pt x="297" y="109"/>
                    <a:pt x="290" y="116"/>
                    <a:pt x="287" y="118"/>
                  </a:cubicBezTo>
                  <a:cubicBezTo>
                    <a:pt x="286" y="126"/>
                    <a:pt x="278" y="137"/>
                    <a:pt x="276" y="139"/>
                  </a:cubicBezTo>
                  <a:cubicBezTo>
                    <a:pt x="274" y="146"/>
                    <a:pt x="257" y="167"/>
                    <a:pt x="250" y="168"/>
                  </a:cubicBezTo>
                  <a:cubicBezTo>
                    <a:pt x="246" y="172"/>
                    <a:pt x="228" y="177"/>
                    <a:pt x="226" y="170"/>
                  </a:cubicBezTo>
                  <a:cubicBezTo>
                    <a:pt x="221" y="175"/>
                    <a:pt x="208" y="179"/>
                    <a:pt x="209" y="173"/>
                  </a:cubicBezTo>
                  <a:cubicBezTo>
                    <a:pt x="201" y="179"/>
                    <a:pt x="194" y="174"/>
                    <a:pt x="194" y="172"/>
                  </a:cubicBezTo>
                  <a:cubicBezTo>
                    <a:pt x="184" y="179"/>
                    <a:pt x="173" y="176"/>
                    <a:pt x="174" y="173"/>
                  </a:cubicBezTo>
                  <a:cubicBezTo>
                    <a:pt x="166" y="175"/>
                    <a:pt x="157" y="172"/>
                    <a:pt x="157" y="170"/>
                  </a:cubicBezTo>
                  <a:cubicBezTo>
                    <a:pt x="148" y="170"/>
                    <a:pt x="143" y="166"/>
                    <a:pt x="143" y="163"/>
                  </a:cubicBezTo>
                  <a:cubicBezTo>
                    <a:pt x="131" y="168"/>
                    <a:pt x="128" y="169"/>
                    <a:pt x="125" y="166"/>
                  </a:cubicBezTo>
                  <a:cubicBezTo>
                    <a:pt x="117" y="166"/>
                    <a:pt x="99" y="157"/>
                    <a:pt x="101" y="151"/>
                  </a:cubicBezTo>
                  <a:cubicBezTo>
                    <a:pt x="102" y="145"/>
                    <a:pt x="105" y="133"/>
                    <a:pt x="109" y="129"/>
                  </a:cubicBezTo>
                  <a:cubicBezTo>
                    <a:pt x="105" y="132"/>
                    <a:pt x="101" y="134"/>
                    <a:pt x="95" y="141"/>
                  </a:cubicBezTo>
                  <a:cubicBezTo>
                    <a:pt x="96" y="141"/>
                    <a:pt x="96" y="141"/>
                    <a:pt x="96" y="141"/>
                  </a:cubicBezTo>
                  <a:cubicBezTo>
                    <a:pt x="92" y="151"/>
                    <a:pt x="93" y="157"/>
                    <a:pt x="101" y="163"/>
                  </a:cubicBezTo>
                  <a:cubicBezTo>
                    <a:pt x="110" y="172"/>
                    <a:pt x="136" y="177"/>
                    <a:pt x="148" y="177"/>
                  </a:cubicBezTo>
                  <a:cubicBezTo>
                    <a:pt x="154" y="177"/>
                    <a:pt x="162" y="179"/>
                    <a:pt x="168" y="182"/>
                  </a:cubicBezTo>
                  <a:cubicBezTo>
                    <a:pt x="170" y="182"/>
                    <a:pt x="169" y="184"/>
                    <a:pt x="174" y="185"/>
                  </a:cubicBezTo>
                  <a:cubicBezTo>
                    <a:pt x="178" y="185"/>
                    <a:pt x="188" y="185"/>
                    <a:pt x="188" y="185"/>
                  </a:cubicBezTo>
                  <a:cubicBezTo>
                    <a:pt x="188" y="185"/>
                    <a:pt x="196" y="183"/>
                    <a:pt x="196" y="183"/>
                  </a:cubicBezTo>
                  <a:cubicBezTo>
                    <a:pt x="204" y="185"/>
                    <a:pt x="210" y="188"/>
                    <a:pt x="218" y="182"/>
                  </a:cubicBezTo>
                  <a:cubicBezTo>
                    <a:pt x="222" y="191"/>
                    <a:pt x="232" y="181"/>
                    <a:pt x="239" y="179"/>
                  </a:cubicBezTo>
                  <a:cubicBezTo>
                    <a:pt x="243" y="178"/>
                    <a:pt x="246" y="180"/>
                    <a:pt x="252" y="179"/>
                  </a:cubicBezTo>
                  <a:cubicBezTo>
                    <a:pt x="260" y="176"/>
                    <a:pt x="280" y="153"/>
                    <a:pt x="283" y="143"/>
                  </a:cubicBezTo>
                  <a:cubicBezTo>
                    <a:pt x="289" y="139"/>
                    <a:pt x="292" y="132"/>
                    <a:pt x="293" y="124"/>
                  </a:cubicBezTo>
                  <a:cubicBezTo>
                    <a:pt x="305" y="120"/>
                    <a:pt x="307" y="109"/>
                    <a:pt x="304" y="91"/>
                  </a:cubicBezTo>
                  <a:cubicBezTo>
                    <a:pt x="319" y="82"/>
                    <a:pt x="317" y="68"/>
                    <a:pt x="316" y="59"/>
                  </a:cubicBezTo>
                  <a:cubicBezTo>
                    <a:pt x="319" y="58"/>
                    <a:pt x="323" y="57"/>
                    <a:pt x="327" y="55"/>
                  </a:cubicBezTo>
                  <a:cubicBezTo>
                    <a:pt x="329" y="54"/>
                    <a:pt x="330" y="52"/>
                    <a:pt x="332" y="50"/>
                  </a:cubicBezTo>
                  <a:cubicBezTo>
                    <a:pt x="334" y="49"/>
                    <a:pt x="338" y="48"/>
                    <a:pt x="340" y="46"/>
                  </a:cubicBezTo>
                  <a:cubicBezTo>
                    <a:pt x="342" y="43"/>
                    <a:pt x="343" y="40"/>
                    <a:pt x="345" y="36"/>
                  </a:cubicBezTo>
                  <a:cubicBezTo>
                    <a:pt x="333" y="34"/>
                    <a:pt x="320" y="31"/>
                    <a:pt x="308" y="28"/>
                  </a:cubicBezTo>
                  <a:close/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55" name="Freeform 406">
              <a:extLst>
                <a:ext uri="{FF2B5EF4-FFF2-40B4-BE49-F238E27FC236}">
                  <a16:creationId xmlns:a16="http://schemas.microsoft.com/office/drawing/2014/main" id="{7B028AF0-5148-43C2-82D7-00D41ED51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048"/>
              <a:ext cx="550" cy="275"/>
            </a:xfrm>
            <a:custGeom>
              <a:avLst/>
              <a:gdLst>
                <a:gd name="T0" fmla="*/ 113 w 220"/>
                <a:gd name="T1" fmla="*/ 115 h 103"/>
                <a:gd name="T2" fmla="*/ 783 w 220"/>
                <a:gd name="T3" fmla="*/ 705 h 103"/>
                <a:gd name="T4" fmla="*/ 1688 w 220"/>
                <a:gd name="T5" fmla="*/ 1012 h 103"/>
                <a:gd name="T6" fmla="*/ 3313 w 220"/>
                <a:gd name="T7" fmla="*/ 1960 h 103"/>
                <a:gd name="T8" fmla="*/ 3438 w 220"/>
                <a:gd name="T9" fmla="*/ 1653 h 103"/>
                <a:gd name="T10" fmla="*/ 3063 w 220"/>
                <a:gd name="T11" fmla="*/ 1674 h 103"/>
                <a:gd name="T12" fmla="*/ 2875 w 220"/>
                <a:gd name="T13" fmla="*/ 1541 h 103"/>
                <a:gd name="T14" fmla="*/ 2738 w 220"/>
                <a:gd name="T15" fmla="*/ 1298 h 103"/>
                <a:gd name="T16" fmla="*/ 2563 w 220"/>
                <a:gd name="T17" fmla="*/ 1276 h 103"/>
                <a:gd name="T18" fmla="*/ 2300 w 220"/>
                <a:gd name="T19" fmla="*/ 1183 h 103"/>
                <a:gd name="T20" fmla="*/ 1863 w 220"/>
                <a:gd name="T21" fmla="*/ 876 h 103"/>
                <a:gd name="T22" fmla="*/ 1333 w 220"/>
                <a:gd name="T23" fmla="*/ 721 h 103"/>
                <a:gd name="T24" fmla="*/ 863 w 220"/>
                <a:gd name="T25" fmla="*/ 550 h 103"/>
                <a:gd name="T26" fmla="*/ 0 w 220"/>
                <a:gd name="T27" fmla="*/ 0 h 10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0" h="103">
                  <a:moveTo>
                    <a:pt x="7" y="6"/>
                  </a:moveTo>
                  <a:cubicBezTo>
                    <a:pt x="13" y="20"/>
                    <a:pt x="37" y="31"/>
                    <a:pt x="50" y="37"/>
                  </a:cubicBezTo>
                  <a:cubicBezTo>
                    <a:pt x="69" y="46"/>
                    <a:pt x="88" y="49"/>
                    <a:pt x="108" y="53"/>
                  </a:cubicBezTo>
                  <a:cubicBezTo>
                    <a:pt x="146" y="62"/>
                    <a:pt x="175" y="90"/>
                    <a:pt x="212" y="103"/>
                  </a:cubicBezTo>
                  <a:cubicBezTo>
                    <a:pt x="215" y="98"/>
                    <a:pt x="217" y="92"/>
                    <a:pt x="220" y="87"/>
                  </a:cubicBezTo>
                  <a:cubicBezTo>
                    <a:pt x="212" y="95"/>
                    <a:pt x="205" y="92"/>
                    <a:pt x="196" y="88"/>
                  </a:cubicBezTo>
                  <a:cubicBezTo>
                    <a:pt x="192" y="86"/>
                    <a:pt x="187" y="84"/>
                    <a:pt x="184" y="81"/>
                  </a:cubicBezTo>
                  <a:cubicBezTo>
                    <a:pt x="180" y="78"/>
                    <a:pt x="178" y="71"/>
                    <a:pt x="175" y="68"/>
                  </a:cubicBezTo>
                  <a:cubicBezTo>
                    <a:pt x="172" y="66"/>
                    <a:pt x="168" y="68"/>
                    <a:pt x="164" y="67"/>
                  </a:cubicBezTo>
                  <a:cubicBezTo>
                    <a:pt x="159" y="67"/>
                    <a:pt x="152" y="64"/>
                    <a:pt x="147" y="62"/>
                  </a:cubicBezTo>
                  <a:cubicBezTo>
                    <a:pt x="136" y="59"/>
                    <a:pt x="129" y="51"/>
                    <a:pt x="119" y="46"/>
                  </a:cubicBezTo>
                  <a:cubicBezTo>
                    <a:pt x="111" y="42"/>
                    <a:pt x="95" y="41"/>
                    <a:pt x="85" y="38"/>
                  </a:cubicBezTo>
                  <a:cubicBezTo>
                    <a:pt x="75" y="35"/>
                    <a:pt x="65" y="32"/>
                    <a:pt x="55" y="29"/>
                  </a:cubicBezTo>
                  <a:cubicBezTo>
                    <a:pt x="33" y="24"/>
                    <a:pt x="19" y="10"/>
                    <a:pt x="0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56" name="Freeform 407">
              <a:extLst>
                <a:ext uri="{FF2B5EF4-FFF2-40B4-BE49-F238E27FC236}">
                  <a16:creationId xmlns:a16="http://schemas.microsoft.com/office/drawing/2014/main" id="{55E797EC-682C-427C-8ECE-95254CB2B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459"/>
              <a:ext cx="115" cy="101"/>
            </a:xfrm>
            <a:custGeom>
              <a:avLst/>
              <a:gdLst>
                <a:gd name="T0" fmla="*/ 375 w 46"/>
                <a:gd name="T1" fmla="*/ 0 h 38"/>
                <a:gd name="T2" fmla="*/ 0 w 46"/>
                <a:gd name="T3" fmla="*/ 114 h 38"/>
                <a:gd name="T4" fmla="*/ 720 w 46"/>
                <a:gd name="T5" fmla="*/ 712 h 38"/>
                <a:gd name="T6" fmla="*/ 300 w 46"/>
                <a:gd name="T7" fmla="*/ 396 h 38"/>
                <a:gd name="T8" fmla="*/ 333 w 46"/>
                <a:gd name="T9" fmla="*/ 7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24" y="0"/>
                  </a:moveTo>
                  <a:cubicBezTo>
                    <a:pt x="17" y="6"/>
                    <a:pt x="8" y="4"/>
                    <a:pt x="0" y="6"/>
                  </a:cubicBezTo>
                  <a:cubicBezTo>
                    <a:pt x="8" y="24"/>
                    <a:pt x="32" y="28"/>
                    <a:pt x="46" y="38"/>
                  </a:cubicBezTo>
                  <a:cubicBezTo>
                    <a:pt x="37" y="36"/>
                    <a:pt x="27" y="27"/>
                    <a:pt x="19" y="21"/>
                  </a:cubicBezTo>
                  <a:cubicBezTo>
                    <a:pt x="12" y="15"/>
                    <a:pt x="6" y="3"/>
                    <a:pt x="21" y="4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57" name="Freeform 408">
              <a:extLst>
                <a:ext uri="{FF2B5EF4-FFF2-40B4-BE49-F238E27FC236}">
                  <a16:creationId xmlns:a16="http://schemas.microsoft.com/office/drawing/2014/main" id="{4FAECD39-92B0-4E59-9339-1B1A2B1AC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333"/>
              <a:ext cx="233" cy="104"/>
            </a:xfrm>
            <a:custGeom>
              <a:avLst/>
              <a:gdLst>
                <a:gd name="T0" fmla="*/ 20 w 93"/>
                <a:gd name="T1" fmla="*/ 0 h 39"/>
                <a:gd name="T2" fmla="*/ 691 w 93"/>
                <a:gd name="T3" fmla="*/ 547 h 39"/>
                <a:gd name="T4" fmla="*/ 1463 w 93"/>
                <a:gd name="T5" fmla="*/ 435 h 39"/>
                <a:gd name="T6" fmla="*/ 646 w 93"/>
                <a:gd name="T7" fmla="*/ 435 h 39"/>
                <a:gd name="T8" fmla="*/ 0 w 93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39">
                  <a:moveTo>
                    <a:pt x="1" y="0"/>
                  </a:moveTo>
                  <a:cubicBezTo>
                    <a:pt x="18" y="9"/>
                    <a:pt x="29" y="19"/>
                    <a:pt x="44" y="29"/>
                  </a:cubicBezTo>
                  <a:cubicBezTo>
                    <a:pt x="57" y="39"/>
                    <a:pt x="81" y="33"/>
                    <a:pt x="93" y="23"/>
                  </a:cubicBezTo>
                  <a:cubicBezTo>
                    <a:pt x="76" y="29"/>
                    <a:pt x="58" y="33"/>
                    <a:pt x="41" y="23"/>
                  </a:cubicBezTo>
                  <a:cubicBezTo>
                    <a:pt x="27" y="14"/>
                    <a:pt x="18" y="1"/>
                    <a:pt x="0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58" name="Freeform 409">
              <a:extLst>
                <a:ext uri="{FF2B5EF4-FFF2-40B4-BE49-F238E27FC236}">
                  <a16:creationId xmlns:a16="http://schemas.microsoft.com/office/drawing/2014/main" id="{E124FB80-B614-42F0-81E7-92C7EB5F6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920"/>
              <a:ext cx="420" cy="283"/>
            </a:xfrm>
            <a:custGeom>
              <a:avLst/>
              <a:gdLst>
                <a:gd name="T0" fmla="*/ 2238 w 168"/>
                <a:gd name="T1" fmla="*/ 0 h 106"/>
                <a:gd name="T2" fmla="*/ 1533 w 168"/>
                <a:gd name="T3" fmla="*/ 820 h 106"/>
                <a:gd name="T4" fmla="*/ 0 w 168"/>
                <a:gd name="T5" fmla="*/ 1695 h 106"/>
                <a:gd name="T6" fmla="*/ 50 w 168"/>
                <a:gd name="T7" fmla="*/ 2018 h 106"/>
                <a:gd name="T8" fmla="*/ 583 w 168"/>
                <a:gd name="T9" fmla="*/ 1412 h 106"/>
                <a:gd name="T10" fmla="*/ 1613 w 168"/>
                <a:gd name="T11" fmla="*/ 876 h 106"/>
                <a:gd name="T12" fmla="*/ 2283 w 168"/>
                <a:gd name="T13" fmla="*/ 248 h 106"/>
                <a:gd name="T14" fmla="*/ 2625 w 168"/>
                <a:gd name="T15" fmla="*/ 21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" h="106">
                  <a:moveTo>
                    <a:pt x="143" y="0"/>
                  </a:moveTo>
                  <a:cubicBezTo>
                    <a:pt x="142" y="7"/>
                    <a:pt x="116" y="32"/>
                    <a:pt x="98" y="43"/>
                  </a:cubicBezTo>
                  <a:cubicBezTo>
                    <a:pt x="79" y="53"/>
                    <a:pt x="7" y="72"/>
                    <a:pt x="0" y="89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3" y="106"/>
                    <a:pt x="20" y="84"/>
                    <a:pt x="37" y="74"/>
                  </a:cubicBezTo>
                  <a:cubicBezTo>
                    <a:pt x="53" y="65"/>
                    <a:pt x="83" y="59"/>
                    <a:pt x="103" y="46"/>
                  </a:cubicBezTo>
                  <a:cubicBezTo>
                    <a:pt x="123" y="34"/>
                    <a:pt x="140" y="22"/>
                    <a:pt x="146" y="13"/>
                  </a:cubicBezTo>
                  <a:cubicBezTo>
                    <a:pt x="152" y="3"/>
                    <a:pt x="164" y="2"/>
                    <a:pt x="168" y="1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59" name="Freeform 410">
              <a:extLst>
                <a:ext uri="{FF2B5EF4-FFF2-40B4-BE49-F238E27FC236}">
                  <a16:creationId xmlns:a16="http://schemas.microsoft.com/office/drawing/2014/main" id="{4414F156-7EA9-499A-935B-A565DB1B3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781"/>
              <a:ext cx="695" cy="78"/>
            </a:xfrm>
            <a:custGeom>
              <a:avLst/>
              <a:gdLst>
                <a:gd name="T0" fmla="*/ 0 w 278"/>
                <a:gd name="T1" fmla="*/ 0 h 29"/>
                <a:gd name="T2" fmla="*/ 1250 w 278"/>
                <a:gd name="T3" fmla="*/ 116 h 29"/>
                <a:gd name="T4" fmla="*/ 2033 w 278"/>
                <a:gd name="T5" fmla="*/ 274 h 29"/>
                <a:gd name="T6" fmla="*/ 3125 w 278"/>
                <a:gd name="T7" fmla="*/ 231 h 29"/>
                <a:gd name="T8" fmla="*/ 3520 w 278"/>
                <a:gd name="T9" fmla="*/ 116 h 29"/>
                <a:gd name="T10" fmla="*/ 4050 w 278"/>
                <a:gd name="T11" fmla="*/ 406 h 29"/>
                <a:gd name="T12" fmla="*/ 4345 w 278"/>
                <a:gd name="T13" fmla="*/ 506 h 29"/>
                <a:gd name="T14" fmla="*/ 3488 w 278"/>
                <a:gd name="T15" fmla="*/ 406 h 29"/>
                <a:gd name="T16" fmla="*/ 1970 w 278"/>
                <a:gd name="T17" fmla="*/ 390 h 29"/>
                <a:gd name="T18" fmla="*/ 0 w 278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8" h="29">
                  <a:moveTo>
                    <a:pt x="0" y="0"/>
                  </a:moveTo>
                  <a:cubicBezTo>
                    <a:pt x="18" y="0"/>
                    <a:pt x="66" y="6"/>
                    <a:pt x="80" y="6"/>
                  </a:cubicBezTo>
                  <a:cubicBezTo>
                    <a:pt x="94" y="7"/>
                    <a:pt x="112" y="14"/>
                    <a:pt x="130" y="14"/>
                  </a:cubicBezTo>
                  <a:cubicBezTo>
                    <a:pt x="148" y="13"/>
                    <a:pt x="173" y="16"/>
                    <a:pt x="200" y="12"/>
                  </a:cubicBezTo>
                  <a:cubicBezTo>
                    <a:pt x="227" y="8"/>
                    <a:pt x="225" y="6"/>
                    <a:pt x="225" y="6"/>
                  </a:cubicBezTo>
                  <a:cubicBezTo>
                    <a:pt x="229" y="9"/>
                    <a:pt x="247" y="18"/>
                    <a:pt x="259" y="21"/>
                  </a:cubicBezTo>
                  <a:cubicBezTo>
                    <a:pt x="271" y="24"/>
                    <a:pt x="278" y="26"/>
                    <a:pt x="278" y="26"/>
                  </a:cubicBezTo>
                  <a:cubicBezTo>
                    <a:pt x="266" y="29"/>
                    <a:pt x="244" y="24"/>
                    <a:pt x="223" y="21"/>
                  </a:cubicBezTo>
                  <a:cubicBezTo>
                    <a:pt x="202" y="18"/>
                    <a:pt x="173" y="28"/>
                    <a:pt x="126" y="20"/>
                  </a:cubicBezTo>
                  <a:cubicBezTo>
                    <a:pt x="96" y="15"/>
                    <a:pt x="32" y="2"/>
                    <a:pt x="0" y="0"/>
                  </a:cubicBezTo>
                  <a:close/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60" name="Freeform 411">
              <a:extLst>
                <a:ext uri="{FF2B5EF4-FFF2-40B4-BE49-F238E27FC236}">
                  <a16:creationId xmlns:a16="http://schemas.microsoft.com/office/drawing/2014/main" id="{170E6DD2-4685-4D05-BF6D-984E60280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912"/>
              <a:ext cx="125" cy="51"/>
            </a:xfrm>
            <a:custGeom>
              <a:avLst/>
              <a:gdLst>
                <a:gd name="T0" fmla="*/ 0 w 50"/>
                <a:gd name="T1" fmla="*/ 115 h 19"/>
                <a:gd name="T2" fmla="*/ 0 w 50"/>
                <a:gd name="T3" fmla="*/ 287 h 19"/>
                <a:gd name="T4" fmla="*/ 238 w 50"/>
                <a:gd name="T5" fmla="*/ 193 h 19"/>
                <a:gd name="T6" fmla="*/ 270 w 50"/>
                <a:gd name="T7" fmla="*/ 150 h 19"/>
                <a:gd name="T8" fmla="*/ 438 w 50"/>
                <a:gd name="T9" fmla="*/ 231 h 19"/>
                <a:gd name="T10" fmla="*/ 395 w 50"/>
                <a:gd name="T11" fmla="*/ 368 h 19"/>
                <a:gd name="T12" fmla="*/ 645 w 50"/>
                <a:gd name="T13" fmla="*/ 217 h 19"/>
                <a:gd name="T14" fmla="*/ 783 w 50"/>
                <a:gd name="T15" fmla="*/ 81 h 19"/>
                <a:gd name="T16" fmla="*/ 520 w 50"/>
                <a:gd name="T17" fmla="*/ 56 h 19"/>
                <a:gd name="T18" fmla="*/ 333 w 50"/>
                <a:gd name="T19" fmla="*/ 3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19">
                  <a:moveTo>
                    <a:pt x="0" y="6"/>
                  </a:moveTo>
                  <a:cubicBezTo>
                    <a:pt x="4" y="8"/>
                    <a:pt x="4" y="13"/>
                    <a:pt x="0" y="15"/>
                  </a:cubicBezTo>
                  <a:cubicBezTo>
                    <a:pt x="4" y="13"/>
                    <a:pt x="10" y="12"/>
                    <a:pt x="15" y="10"/>
                  </a:cubicBezTo>
                  <a:cubicBezTo>
                    <a:pt x="18" y="9"/>
                    <a:pt x="14" y="9"/>
                    <a:pt x="17" y="8"/>
                  </a:cubicBezTo>
                  <a:cubicBezTo>
                    <a:pt x="21" y="6"/>
                    <a:pt x="28" y="7"/>
                    <a:pt x="28" y="12"/>
                  </a:cubicBezTo>
                  <a:cubicBezTo>
                    <a:pt x="27" y="16"/>
                    <a:pt x="26" y="16"/>
                    <a:pt x="25" y="19"/>
                  </a:cubicBezTo>
                  <a:cubicBezTo>
                    <a:pt x="31" y="17"/>
                    <a:pt x="37" y="15"/>
                    <a:pt x="41" y="11"/>
                  </a:cubicBezTo>
                  <a:cubicBezTo>
                    <a:pt x="44" y="10"/>
                    <a:pt x="50" y="6"/>
                    <a:pt x="50" y="4"/>
                  </a:cubicBezTo>
                  <a:cubicBezTo>
                    <a:pt x="45" y="4"/>
                    <a:pt x="39" y="4"/>
                    <a:pt x="33" y="3"/>
                  </a:cubicBezTo>
                  <a:cubicBezTo>
                    <a:pt x="29" y="2"/>
                    <a:pt x="26" y="0"/>
                    <a:pt x="21" y="2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61" name="Freeform 412">
              <a:extLst>
                <a:ext uri="{FF2B5EF4-FFF2-40B4-BE49-F238E27FC236}">
                  <a16:creationId xmlns:a16="http://schemas.microsoft.com/office/drawing/2014/main" id="{F3340B0C-7ABB-4951-8CD3-752EAF139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2917"/>
              <a:ext cx="75" cy="56"/>
            </a:xfrm>
            <a:custGeom>
              <a:avLst/>
              <a:gdLst>
                <a:gd name="T0" fmla="*/ 0 w 30"/>
                <a:gd name="T1" fmla="*/ 115 h 21"/>
                <a:gd name="T2" fmla="*/ 113 w 30"/>
                <a:gd name="T3" fmla="*/ 227 h 21"/>
                <a:gd name="T4" fmla="*/ 0 w 30"/>
                <a:gd name="T5" fmla="*/ 397 h 21"/>
                <a:gd name="T6" fmla="*/ 283 w 30"/>
                <a:gd name="T7" fmla="*/ 227 h 21"/>
                <a:gd name="T8" fmla="*/ 300 w 30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1">
                  <a:moveTo>
                    <a:pt x="0" y="6"/>
                  </a:moveTo>
                  <a:cubicBezTo>
                    <a:pt x="3" y="7"/>
                    <a:pt x="8" y="7"/>
                    <a:pt x="7" y="12"/>
                  </a:cubicBezTo>
                  <a:cubicBezTo>
                    <a:pt x="6" y="15"/>
                    <a:pt x="3" y="20"/>
                    <a:pt x="0" y="21"/>
                  </a:cubicBezTo>
                  <a:cubicBezTo>
                    <a:pt x="6" y="18"/>
                    <a:pt x="12" y="17"/>
                    <a:pt x="18" y="12"/>
                  </a:cubicBezTo>
                  <a:cubicBezTo>
                    <a:pt x="22" y="9"/>
                    <a:pt x="30" y="0"/>
                    <a:pt x="19" y="1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62" name="Freeform 413">
              <a:extLst>
                <a:ext uri="{FF2B5EF4-FFF2-40B4-BE49-F238E27FC236}">
                  <a16:creationId xmlns:a16="http://schemas.microsoft.com/office/drawing/2014/main" id="{816E17AB-A610-4ACD-9C60-8ECE3659E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920"/>
              <a:ext cx="42" cy="56"/>
            </a:xfrm>
            <a:custGeom>
              <a:avLst/>
              <a:gdLst>
                <a:gd name="T0" fmla="*/ 30 w 17"/>
                <a:gd name="T1" fmla="*/ 93 h 21"/>
                <a:gd name="T2" fmla="*/ 0 w 17"/>
                <a:gd name="T3" fmla="*/ 397 h 21"/>
                <a:gd name="T4" fmla="*/ 195 w 17"/>
                <a:gd name="T5" fmla="*/ 171 h 21"/>
                <a:gd name="T6" fmla="*/ 257 w 17"/>
                <a:gd name="T7" fmla="*/ 35 h 21"/>
                <a:gd name="T8" fmla="*/ 153 w 17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1">
                  <a:moveTo>
                    <a:pt x="2" y="5"/>
                  </a:moveTo>
                  <a:cubicBezTo>
                    <a:pt x="8" y="9"/>
                    <a:pt x="3" y="17"/>
                    <a:pt x="0" y="21"/>
                  </a:cubicBezTo>
                  <a:cubicBezTo>
                    <a:pt x="6" y="19"/>
                    <a:pt x="10" y="14"/>
                    <a:pt x="13" y="9"/>
                  </a:cubicBezTo>
                  <a:cubicBezTo>
                    <a:pt x="14" y="8"/>
                    <a:pt x="17" y="4"/>
                    <a:pt x="17" y="2"/>
                  </a:cubicBezTo>
                  <a:cubicBezTo>
                    <a:pt x="16" y="0"/>
                    <a:pt x="11" y="2"/>
                    <a:pt x="10" y="1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63" name="Freeform 414">
              <a:extLst>
                <a:ext uri="{FF2B5EF4-FFF2-40B4-BE49-F238E27FC236}">
                  <a16:creationId xmlns:a16="http://schemas.microsoft.com/office/drawing/2014/main" id="{A7F48EFD-9BE2-48B0-943F-D1BEC9192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923"/>
              <a:ext cx="48" cy="69"/>
            </a:xfrm>
            <a:custGeom>
              <a:avLst/>
              <a:gdLst>
                <a:gd name="T0" fmla="*/ 96 w 19"/>
                <a:gd name="T1" fmla="*/ 93 h 26"/>
                <a:gd name="T2" fmla="*/ 0 w 19"/>
                <a:gd name="T3" fmla="*/ 486 h 26"/>
                <a:gd name="T4" fmla="*/ 222 w 19"/>
                <a:gd name="T5" fmla="*/ 281 h 26"/>
                <a:gd name="T6" fmla="*/ 306 w 19"/>
                <a:gd name="T7" fmla="*/ 21 h 26"/>
                <a:gd name="T8" fmla="*/ 114 w 19"/>
                <a:gd name="T9" fmla="*/ 2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6" y="5"/>
                  </a:moveTo>
                  <a:cubicBezTo>
                    <a:pt x="10" y="11"/>
                    <a:pt x="5" y="21"/>
                    <a:pt x="0" y="26"/>
                  </a:cubicBezTo>
                  <a:cubicBezTo>
                    <a:pt x="4" y="22"/>
                    <a:pt x="10" y="19"/>
                    <a:pt x="14" y="15"/>
                  </a:cubicBezTo>
                  <a:cubicBezTo>
                    <a:pt x="17" y="12"/>
                    <a:pt x="18" y="6"/>
                    <a:pt x="19" y="1"/>
                  </a:cubicBezTo>
                  <a:cubicBezTo>
                    <a:pt x="16" y="0"/>
                    <a:pt x="11" y="2"/>
                    <a:pt x="7" y="1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64" name="Freeform 415">
              <a:extLst>
                <a:ext uri="{FF2B5EF4-FFF2-40B4-BE49-F238E27FC236}">
                  <a16:creationId xmlns:a16="http://schemas.microsoft.com/office/drawing/2014/main" id="{28C1E4D6-A5AE-4FF4-BAFE-B4DAACE2C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835"/>
              <a:ext cx="90" cy="34"/>
            </a:xfrm>
            <a:custGeom>
              <a:avLst/>
              <a:gdLst>
                <a:gd name="T0" fmla="*/ 145 w 36"/>
                <a:gd name="T1" fmla="*/ 0 h 13"/>
                <a:gd name="T2" fmla="*/ 0 w 36"/>
                <a:gd name="T3" fmla="*/ 233 h 13"/>
                <a:gd name="T4" fmla="*/ 345 w 36"/>
                <a:gd name="T5" fmla="*/ 144 h 13"/>
                <a:gd name="T6" fmla="*/ 500 w 36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">
                  <a:moveTo>
                    <a:pt x="9" y="0"/>
                  </a:moveTo>
                  <a:cubicBezTo>
                    <a:pt x="15" y="6"/>
                    <a:pt x="5" y="12"/>
                    <a:pt x="0" y="13"/>
                  </a:cubicBezTo>
                  <a:cubicBezTo>
                    <a:pt x="8" y="12"/>
                    <a:pt x="15" y="11"/>
                    <a:pt x="22" y="8"/>
                  </a:cubicBezTo>
                  <a:cubicBezTo>
                    <a:pt x="23" y="7"/>
                    <a:pt x="36" y="4"/>
                    <a:pt x="32" y="1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65" name="Freeform 416">
              <a:extLst>
                <a:ext uri="{FF2B5EF4-FFF2-40B4-BE49-F238E27FC236}">
                  <a16:creationId xmlns:a16="http://schemas.microsoft.com/office/drawing/2014/main" id="{349BEAEB-85B3-4885-ACA2-AEB65C537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845"/>
              <a:ext cx="143" cy="62"/>
            </a:xfrm>
            <a:custGeom>
              <a:avLst/>
              <a:gdLst>
                <a:gd name="T0" fmla="*/ 597 w 57"/>
                <a:gd name="T1" fmla="*/ 35 h 23"/>
                <a:gd name="T2" fmla="*/ 334 w 57"/>
                <a:gd name="T3" fmla="*/ 334 h 23"/>
                <a:gd name="T4" fmla="*/ 0 w 57"/>
                <a:gd name="T5" fmla="*/ 450 h 23"/>
                <a:gd name="T6" fmla="*/ 366 w 57"/>
                <a:gd name="T7" fmla="*/ 415 h 23"/>
                <a:gd name="T8" fmla="*/ 617 w 57"/>
                <a:gd name="T9" fmla="*/ 313 h 23"/>
                <a:gd name="T10" fmla="*/ 901 w 57"/>
                <a:gd name="T11" fmla="*/ 59 h 23"/>
                <a:gd name="T12" fmla="*/ 838 w 57"/>
                <a:gd name="T13" fmla="*/ 2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3">
                  <a:moveTo>
                    <a:pt x="38" y="2"/>
                  </a:moveTo>
                  <a:cubicBezTo>
                    <a:pt x="40" y="9"/>
                    <a:pt x="26" y="15"/>
                    <a:pt x="21" y="17"/>
                  </a:cubicBezTo>
                  <a:cubicBezTo>
                    <a:pt x="15" y="19"/>
                    <a:pt x="7" y="23"/>
                    <a:pt x="0" y="23"/>
                  </a:cubicBezTo>
                  <a:cubicBezTo>
                    <a:pt x="8" y="21"/>
                    <a:pt x="15" y="23"/>
                    <a:pt x="23" y="21"/>
                  </a:cubicBezTo>
                  <a:cubicBezTo>
                    <a:pt x="28" y="20"/>
                    <a:pt x="34" y="18"/>
                    <a:pt x="39" y="16"/>
                  </a:cubicBezTo>
                  <a:cubicBezTo>
                    <a:pt x="44" y="13"/>
                    <a:pt x="55" y="10"/>
                    <a:pt x="57" y="3"/>
                  </a:cubicBezTo>
                  <a:cubicBezTo>
                    <a:pt x="55" y="3"/>
                    <a:pt x="55" y="0"/>
                    <a:pt x="53" y="1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66" name="Freeform 417">
              <a:extLst>
                <a:ext uri="{FF2B5EF4-FFF2-40B4-BE49-F238E27FC236}">
                  <a16:creationId xmlns:a16="http://schemas.microsoft.com/office/drawing/2014/main" id="{1446B2C8-EC59-405C-8A60-18D898F8E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821"/>
              <a:ext cx="78" cy="16"/>
            </a:xfrm>
            <a:custGeom>
              <a:avLst/>
              <a:gdLst>
                <a:gd name="T0" fmla="*/ 20 w 31"/>
                <a:gd name="T1" fmla="*/ 0 h 6"/>
                <a:gd name="T2" fmla="*/ 0 w 31"/>
                <a:gd name="T3" fmla="*/ 115 h 6"/>
                <a:gd name="T4" fmla="*/ 254 w 31"/>
                <a:gd name="T5" fmla="*/ 115 h 6"/>
                <a:gd name="T6" fmla="*/ 493 w 31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">
                  <a:moveTo>
                    <a:pt x="1" y="0"/>
                  </a:moveTo>
                  <a:cubicBezTo>
                    <a:pt x="3" y="2"/>
                    <a:pt x="2" y="4"/>
                    <a:pt x="0" y="6"/>
                  </a:cubicBezTo>
                  <a:cubicBezTo>
                    <a:pt x="5" y="6"/>
                    <a:pt x="11" y="6"/>
                    <a:pt x="16" y="6"/>
                  </a:cubicBezTo>
                  <a:cubicBezTo>
                    <a:pt x="21" y="6"/>
                    <a:pt x="27" y="6"/>
                    <a:pt x="31" y="5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67" name="Freeform 418">
              <a:extLst>
                <a:ext uri="{FF2B5EF4-FFF2-40B4-BE49-F238E27FC236}">
                  <a16:creationId xmlns:a16="http://schemas.microsoft.com/office/drawing/2014/main" id="{E3561831-13C4-4BE5-A5C7-9DD16A3B8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845"/>
              <a:ext cx="85" cy="27"/>
            </a:xfrm>
            <a:custGeom>
              <a:avLst/>
              <a:gdLst>
                <a:gd name="T0" fmla="*/ 95 w 34"/>
                <a:gd name="T1" fmla="*/ 0 h 10"/>
                <a:gd name="T2" fmla="*/ 0 w 34"/>
                <a:gd name="T3" fmla="*/ 197 h 10"/>
                <a:gd name="T4" fmla="*/ 313 w 34"/>
                <a:gd name="T5" fmla="*/ 176 h 10"/>
                <a:gd name="T6" fmla="*/ 533 w 34"/>
                <a:gd name="T7" fmla="*/ 1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0">
                  <a:moveTo>
                    <a:pt x="6" y="0"/>
                  </a:moveTo>
                  <a:cubicBezTo>
                    <a:pt x="16" y="3"/>
                    <a:pt x="6" y="9"/>
                    <a:pt x="0" y="10"/>
                  </a:cubicBezTo>
                  <a:cubicBezTo>
                    <a:pt x="6" y="9"/>
                    <a:pt x="14" y="10"/>
                    <a:pt x="20" y="9"/>
                  </a:cubicBezTo>
                  <a:cubicBezTo>
                    <a:pt x="24" y="9"/>
                    <a:pt x="31" y="9"/>
                    <a:pt x="34" y="7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68" name="Freeform 419">
              <a:extLst>
                <a:ext uri="{FF2B5EF4-FFF2-40B4-BE49-F238E27FC236}">
                  <a16:creationId xmlns:a16="http://schemas.microsoft.com/office/drawing/2014/main" id="{2AAE04EC-B0A1-470D-8366-C331A25A0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2867"/>
              <a:ext cx="85" cy="56"/>
            </a:xfrm>
            <a:custGeom>
              <a:avLst/>
              <a:gdLst>
                <a:gd name="T0" fmla="*/ 0 w 34"/>
                <a:gd name="T1" fmla="*/ 56 h 21"/>
                <a:gd name="T2" fmla="*/ 158 w 34"/>
                <a:gd name="T3" fmla="*/ 149 h 21"/>
                <a:gd name="T4" fmla="*/ 20 w 34"/>
                <a:gd name="T5" fmla="*/ 307 h 21"/>
                <a:gd name="T6" fmla="*/ 533 w 34"/>
                <a:gd name="T7" fmla="*/ 227 h 21"/>
                <a:gd name="T8" fmla="*/ 300 w 34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1">
                  <a:moveTo>
                    <a:pt x="0" y="3"/>
                  </a:moveTo>
                  <a:cubicBezTo>
                    <a:pt x="4" y="3"/>
                    <a:pt x="9" y="3"/>
                    <a:pt x="10" y="8"/>
                  </a:cubicBezTo>
                  <a:cubicBezTo>
                    <a:pt x="10" y="13"/>
                    <a:pt x="5" y="16"/>
                    <a:pt x="1" y="16"/>
                  </a:cubicBezTo>
                  <a:cubicBezTo>
                    <a:pt x="11" y="13"/>
                    <a:pt x="25" y="21"/>
                    <a:pt x="34" y="12"/>
                  </a:cubicBezTo>
                  <a:cubicBezTo>
                    <a:pt x="28" y="9"/>
                    <a:pt x="23" y="6"/>
                    <a:pt x="19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69" name="Freeform 420">
              <a:extLst>
                <a:ext uri="{FF2B5EF4-FFF2-40B4-BE49-F238E27FC236}">
                  <a16:creationId xmlns:a16="http://schemas.microsoft.com/office/drawing/2014/main" id="{5B28CAC0-33B4-4EE4-9C6D-A957876CA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901"/>
              <a:ext cx="85" cy="32"/>
            </a:xfrm>
            <a:custGeom>
              <a:avLst/>
              <a:gdLst>
                <a:gd name="T0" fmla="*/ 0 w 34"/>
                <a:gd name="T1" fmla="*/ 77 h 12"/>
                <a:gd name="T2" fmla="*/ 113 w 34"/>
                <a:gd name="T3" fmla="*/ 171 h 12"/>
                <a:gd name="T4" fmla="*/ 533 w 34"/>
                <a:gd name="T5" fmla="*/ 136 h 12"/>
                <a:gd name="T6" fmla="*/ 250 w 34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2">
                  <a:moveTo>
                    <a:pt x="0" y="4"/>
                  </a:moveTo>
                  <a:cubicBezTo>
                    <a:pt x="4" y="3"/>
                    <a:pt x="8" y="5"/>
                    <a:pt x="7" y="9"/>
                  </a:cubicBezTo>
                  <a:cubicBezTo>
                    <a:pt x="13" y="7"/>
                    <a:pt x="31" y="12"/>
                    <a:pt x="34" y="7"/>
                  </a:cubicBezTo>
                  <a:cubicBezTo>
                    <a:pt x="29" y="4"/>
                    <a:pt x="19" y="6"/>
                    <a:pt x="16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70" name="Freeform 421">
              <a:extLst>
                <a:ext uri="{FF2B5EF4-FFF2-40B4-BE49-F238E27FC236}">
                  <a16:creationId xmlns:a16="http://schemas.microsoft.com/office/drawing/2014/main" id="{4529FC91-7ECC-4851-8F70-D1FB3DAA3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3083"/>
              <a:ext cx="50" cy="82"/>
            </a:xfrm>
            <a:custGeom>
              <a:avLst/>
              <a:gdLst>
                <a:gd name="T0" fmla="*/ 0 w 20"/>
                <a:gd name="T1" fmla="*/ 204 h 31"/>
                <a:gd name="T2" fmla="*/ 95 w 20"/>
                <a:gd name="T3" fmla="*/ 574 h 31"/>
                <a:gd name="T4" fmla="*/ 158 w 20"/>
                <a:gd name="T5" fmla="*/ 463 h 31"/>
                <a:gd name="T6" fmla="*/ 220 w 20"/>
                <a:gd name="T7" fmla="*/ 259 h 31"/>
                <a:gd name="T8" fmla="*/ 300 w 20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0" y="11"/>
                  </a:moveTo>
                  <a:cubicBezTo>
                    <a:pt x="9" y="10"/>
                    <a:pt x="8" y="26"/>
                    <a:pt x="6" y="31"/>
                  </a:cubicBezTo>
                  <a:cubicBezTo>
                    <a:pt x="7" y="29"/>
                    <a:pt x="9" y="27"/>
                    <a:pt x="10" y="25"/>
                  </a:cubicBezTo>
                  <a:cubicBezTo>
                    <a:pt x="12" y="22"/>
                    <a:pt x="13" y="18"/>
                    <a:pt x="14" y="14"/>
                  </a:cubicBezTo>
                  <a:cubicBezTo>
                    <a:pt x="16" y="11"/>
                    <a:pt x="20" y="3"/>
                    <a:pt x="19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71" name="Freeform 422">
              <a:extLst>
                <a:ext uri="{FF2B5EF4-FFF2-40B4-BE49-F238E27FC236}">
                  <a16:creationId xmlns:a16="http://schemas.microsoft.com/office/drawing/2014/main" id="{B9CD20A8-0BB5-44AD-B17D-898DD50B3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056"/>
              <a:ext cx="40" cy="80"/>
            </a:xfrm>
            <a:custGeom>
              <a:avLst/>
              <a:gdLst>
                <a:gd name="T0" fmla="*/ 0 w 16"/>
                <a:gd name="T1" fmla="*/ 149 h 30"/>
                <a:gd name="T2" fmla="*/ 95 w 16"/>
                <a:gd name="T3" fmla="*/ 568 h 30"/>
                <a:gd name="T4" fmla="*/ 188 w 16"/>
                <a:gd name="T5" fmla="*/ 307 h 30"/>
                <a:gd name="T6" fmla="*/ 250 w 16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0">
                  <a:moveTo>
                    <a:pt x="0" y="8"/>
                  </a:moveTo>
                  <a:cubicBezTo>
                    <a:pt x="9" y="8"/>
                    <a:pt x="7" y="25"/>
                    <a:pt x="6" y="30"/>
                  </a:cubicBezTo>
                  <a:cubicBezTo>
                    <a:pt x="6" y="26"/>
                    <a:pt x="10" y="20"/>
                    <a:pt x="12" y="16"/>
                  </a:cubicBezTo>
                  <a:cubicBezTo>
                    <a:pt x="14" y="10"/>
                    <a:pt x="16" y="5"/>
                    <a:pt x="16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72" name="Freeform 423">
              <a:extLst>
                <a:ext uri="{FF2B5EF4-FFF2-40B4-BE49-F238E27FC236}">
                  <a16:creationId xmlns:a16="http://schemas.microsoft.com/office/drawing/2014/main" id="{A78BA42F-A711-4BF3-8477-C39869EA3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027"/>
              <a:ext cx="37" cy="66"/>
            </a:xfrm>
            <a:custGeom>
              <a:avLst/>
              <a:gdLst>
                <a:gd name="T0" fmla="*/ 0 w 15"/>
                <a:gd name="T1" fmla="*/ 166 h 25"/>
                <a:gd name="T2" fmla="*/ 42 w 15"/>
                <a:gd name="T3" fmla="*/ 459 h 25"/>
                <a:gd name="T4" fmla="*/ 133 w 15"/>
                <a:gd name="T5" fmla="*/ 238 h 25"/>
                <a:gd name="T6" fmla="*/ 212 w 15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0" y="9"/>
                  </a:moveTo>
                  <a:cubicBezTo>
                    <a:pt x="5" y="12"/>
                    <a:pt x="4" y="20"/>
                    <a:pt x="3" y="25"/>
                  </a:cubicBezTo>
                  <a:cubicBezTo>
                    <a:pt x="5" y="21"/>
                    <a:pt x="7" y="17"/>
                    <a:pt x="9" y="13"/>
                  </a:cubicBezTo>
                  <a:cubicBezTo>
                    <a:pt x="11" y="9"/>
                    <a:pt x="15" y="5"/>
                    <a:pt x="14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73" name="Freeform 424">
              <a:extLst>
                <a:ext uri="{FF2B5EF4-FFF2-40B4-BE49-F238E27FC236}">
                  <a16:creationId xmlns:a16="http://schemas.microsoft.com/office/drawing/2014/main" id="{097BDC3D-FC3C-48E1-8819-B1C59E722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997"/>
              <a:ext cx="45" cy="75"/>
            </a:xfrm>
            <a:custGeom>
              <a:avLst/>
              <a:gdLst>
                <a:gd name="T0" fmla="*/ 0 w 18"/>
                <a:gd name="T1" fmla="*/ 252 h 28"/>
                <a:gd name="T2" fmla="*/ 95 w 18"/>
                <a:gd name="T3" fmla="*/ 538 h 28"/>
                <a:gd name="T4" fmla="*/ 283 w 1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0" y="13"/>
                  </a:moveTo>
                  <a:cubicBezTo>
                    <a:pt x="8" y="8"/>
                    <a:pt x="7" y="24"/>
                    <a:pt x="6" y="28"/>
                  </a:cubicBezTo>
                  <a:cubicBezTo>
                    <a:pt x="11" y="20"/>
                    <a:pt x="18" y="9"/>
                    <a:pt x="18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74" name="Freeform 425">
              <a:extLst>
                <a:ext uri="{FF2B5EF4-FFF2-40B4-BE49-F238E27FC236}">
                  <a16:creationId xmlns:a16="http://schemas.microsoft.com/office/drawing/2014/main" id="{72EAB234-2958-42E3-BE99-CFBEF3974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968"/>
              <a:ext cx="30" cy="75"/>
            </a:xfrm>
            <a:custGeom>
              <a:avLst/>
              <a:gdLst>
                <a:gd name="T0" fmla="*/ 0 w 12"/>
                <a:gd name="T1" fmla="*/ 230 h 28"/>
                <a:gd name="T2" fmla="*/ 63 w 12"/>
                <a:gd name="T3" fmla="*/ 329 h 28"/>
                <a:gd name="T4" fmla="*/ 83 w 12"/>
                <a:gd name="T5" fmla="*/ 538 h 28"/>
                <a:gd name="T6" fmla="*/ 145 w 12"/>
                <a:gd name="T7" fmla="*/ 230 h 28"/>
                <a:gd name="T8" fmla="*/ 188 w 12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8">
                  <a:moveTo>
                    <a:pt x="0" y="12"/>
                  </a:moveTo>
                  <a:cubicBezTo>
                    <a:pt x="2" y="14"/>
                    <a:pt x="3" y="14"/>
                    <a:pt x="4" y="17"/>
                  </a:cubicBezTo>
                  <a:cubicBezTo>
                    <a:pt x="6" y="21"/>
                    <a:pt x="4" y="24"/>
                    <a:pt x="5" y="28"/>
                  </a:cubicBezTo>
                  <a:cubicBezTo>
                    <a:pt x="8" y="24"/>
                    <a:pt x="8" y="17"/>
                    <a:pt x="9" y="12"/>
                  </a:cubicBezTo>
                  <a:cubicBezTo>
                    <a:pt x="10" y="8"/>
                    <a:pt x="12" y="4"/>
                    <a:pt x="12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75" name="Freeform 426">
              <a:extLst>
                <a:ext uri="{FF2B5EF4-FFF2-40B4-BE49-F238E27FC236}">
                  <a16:creationId xmlns:a16="http://schemas.microsoft.com/office/drawing/2014/main" id="{1C2DA443-19CC-48C8-82C4-FDB6B1B12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2928"/>
              <a:ext cx="28" cy="77"/>
            </a:xfrm>
            <a:custGeom>
              <a:avLst/>
              <a:gdLst>
                <a:gd name="T0" fmla="*/ 0 w 11"/>
                <a:gd name="T1" fmla="*/ 191 h 29"/>
                <a:gd name="T2" fmla="*/ 117 w 11"/>
                <a:gd name="T3" fmla="*/ 281 h 29"/>
                <a:gd name="T4" fmla="*/ 130 w 11"/>
                <a:gd name="T5" fmla="*/ 542 h 29"/>
                <a:gd name="T6" fmla="*/ 181 w 11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0" y="10"/>
                  </a:moveTo>
                  <a:cubicBezTo>
                    <a:pt x="5" y="10"/>
                    <a:pt x="5" y="10"/>
                    <a:pt x="7" y="15"/>
                  </a:cubicBezTo>
                  <a:cubicBezTo>
                    <a:pt x="8" y="20"/>
                    <a:pt x="8" y="24"/>
                    <a:pt x="8" y="29"/>
                  </a:cubicBezTo>
                  <a:cubicBezTo>
                    <a:pt x="8" y="19"/>
                    <a:pt x="11" y="9"/>
                    <a:pt x="11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76" name="Freeform 427">
              <a:extLst>
                <a:ext uri="{FF2B5EF4-FFF2-40B4-BE49-F238E27FC236}">
                  <a16:creationId xmlns:a16="http://schemas.microsoft.com/office/drawing/2014/main" id="{48416F27-3A3A-4010-BAFF-37AF9A11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920"/>
              <a:ext cx="23" cy="61"/>
            </a:xfrm>
            <a:custGeom>
              <a:avLst/>
              <a:gdLst>
                <a:gd name="T0" fmla="*/ 0 w 9"/>
                <a:gd name="T1" fmla="*/ 90 h 23"/>
                <a:gd name="T2" fmla="*/ 130 w 9"/>
                <a:gd name="T3" fmla="*/ 430 h 23"/>
                <a:gd name="T4" fmla="*/ 130 w 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3">
                  <a:moveTo>
                    <a:pt x="0" y="5"/>
                  </a:moveTo>
                  <a:cubicBezTo>
                    <a:pt x="9" y="4"/>
                    <a:pt x="7" y="17"/>
                    <a:pt x="8" y="23"/>
                  </a:cubicBezTo>
                  <a:cubicBezTo>
                    <a:pt x="8" y="15"/>
                    <a:pt x="9" y="7"/>
                    <a:pt x="8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77" name="Freeform 428">
              <a:extLst>
                <a:ext uri="{FF2B5EF4-FFF2-40B4-BE49-F238E27FC236}">
                  <a16:creationId xmlns:a16="http://schemas.microsoft.com/office/drawing/2014/main" id="{5B716DAC-D2FB-4ED6-A55D-354410878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915"/>
              <a:ext cx="30" cy="66"/>
            </a:xfrm>
            <a:custGeom>
              <a:avLst/>
              <a:gdLst>
                <a:gd name="T0" fmla="*/ 0 w 12"/>
                <a:gd name="T1" fmla="*/ 55 h 25"/>
                <a:gd name="T2" fmla="*/ 188 w 12"/>
                <a:gd name="T3" fmla="*/ 459 h 25"/>
                <a:gd name="T4" fmla="*/ 158 w 1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0" y="3"/>
                  </a:moveTo>
                  <a:cubicBezTo>
                    <a:pt x="9" y="4"/>
                    <a:pt x="12" y="16"/>
                    <a:pt x="12" y="25"/>
                  </a:cubicBezTo>
                  <a:cubicBezTo>
                    <a:pt x="12" y="16"/>
                    <a:pt x="12" y="8"/>
                    <a:pt x="10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78" name="Freeform 429">
              <a:extLst>
                <a:ext uri="{FF2B5EF4-FFF2-40B4-BE49-F238E27FC236}">
                  <a16:creationId xmlns:a16="http://schemas.microsoft.com/office/drawing/2014/main" id="{E2771F0D-A212-45E2-AF98-3ADE48FE1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907"/>
              <a:ext cx="33" cy="64"/>
            </a:xfrm>
            <a:custGeom>
              <a:avLst/>
              <a:gdLst>
                <a:gd name="T0" fmla="*/ 0 w 13"/>
                <a:gd name="T1" fmla="*/ 93 h 24"/>
                <a:gd name="T2" fmla="*/ 213 w 13"/>
                <a:gd name="T3" fmla="*/ 456 h 24"/>
                <a:gd name="T4" fmla="*/ 117 w 1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0" y="5"/>
                  </a:moveTo>
                  <a:cubicBezTo>
                    <a:pt x="9" y="8"/>
                    <a:pt x="10" y="16"/>
                    <a:pt x="13" y="24"/>
                  </a:cubicBezTo>
                  <a:cubicBezTo>
                    <a:pt x="12" y="17"/>
                    <a:pt x="11" y="6"/>
                    <a:pt x="7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79" name="Freeform 430">
              <a:extLst>
                <a:ext uri="{FF2B5EF4-FFF2-40B4-BE49-F238E27FC236}">
                  <a16:creationId xmlns:a16="http://schemas.microsoft.com/office/drawing/2014/main" id="{DD0FD506-6053-4E0F-8E55-253DD8E90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904"/>
              <a:ext cx="32" cy="51"/>
            </a:xfrm>
            <a:custGeom>
              <a:avLst/>
              <a:gdLst>
                <a:gd name="T0" fmla="*/ 0 w 13"/>
                <a:gd name="T1" fmla="*/ 94 h 19"/>
                <a:gd name="T2" fmla="*/ 194 w 13"/>
                <a:gd name="T3" fmla="*/ 368 h 19"/>
                <a:gd name="T4" fmla="*/ 62 w 1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5"/>
                  </a:moveTo>
                  <a:cubicBezTo>
                    <a:pt x="6" y="8"/>
                    <a:pt x="11" y="13"/>
                    <a:pt x="13" y="19"/>
                  </a:cubicBezTo>
                  <a:cubicBezTo>
                    <a:pt x="9" y="13"/>
                    <a:pt x="8" y="6"/>
                    <a:pt x="4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80" name="Freeform 431">
              <a:extLst>
                <a:ext uri="{FF2B5EF4-FFF2-40B4-BE49-F238E27FC236}">
                  <a16:creationId xmlns:a16="http://schemas.microsoft.com/office/drawing/2014/main" id="{78DDE840-5181-4B1A-9844-0800B7EF3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899"/>
              <a:ext cx="32" cy="42"/>
            </a:xfrm>
            <a:custGeom>
              <a:avLst/>
              <a:gdLst>
                <a:gd name="T0" fmla="*/ 0 w 13"/>
                <a:gd name="T1" fmla="*/ 76 h 16"/>
                <a:gd name="T2" fmla="*/ 194 w 13"/>
                <a:gd name="T3" fmla="*/ 289 h 16"/>
                <a:gd name="T4" fmla="*/ 133 w 13"/>
                <a:gd name="T5" fmla="*/ 110 h 16"/>
                <a:gd name="T6" fmla="*/ 62 w 13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0" y="4"/>
                  </a:moveTo>
                  <a:cubicBezTo>
                    <a:pt x="5" y="6"/>
                    <a:pt x="11" y="10"/>
                    <a:pt x="13" y="16"/>
                  </a:cubicBezTo>
                  <a:cubicBezTo>
                    <a:pt x="10" y="13"/>
                    <a:pt x="10" y="10"/>
                    <a:pt x="9" y="6"/>
                  </a:cubicBezTo>
                  <a:cubicBezTo>
                    <a:pt x="8" y="4"/>
                    <a:pt x="6" y="2"/>
                    <a:pt x="4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81" name="Freeform 432">
              <a:extLst>
                <a:ext uri="{FF2B5EF4-FFF2-40B4-BE49-F238E27FC236}">
                  <a16:creationId xmlns:a16="http://schemas.microsoft.com/office/drawing/2014/main" id="{DAAED327-9556-4042-84D1-BC129204C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893"/>
              <a:ext cx="38" cy="51"/>
            </a:xfrm>
            <a:custGeom>
              <a:avLst/>
              <a:gdLst>
                <a:gd name="T0" fmla="*/ 0 w 15"/>
                <a:gd name="T1" fmla="*/ 94 h 19"/>
                <a:gd name="T2" fmla="*/ 243 w 15"/>
                <a:gd name="T3" fmla="*/ 368 h 19"/>
                <a:gd name="T4" fmla="*/ 96 w 1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0" y="5"/>
                  </a:moveTo>
                  <a:cubicBezTo>
                    <a:pt x="6" y="3"/>
                    <a:pt x="14" y="13"/>
                    <a:pt x="15" y="19"/>
                  </a:cubicBezTo>
                  <a:cubicBezTo>
                    <a:pt x="11" y="12"/>
                    <a:pt x="9" y="6"/>
                    <a:pt x="6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82" name="Freeform 433">
              <a:extLst>
                <a:ext uri="{FF2B5EF4-FFF2-40B4-BE49-F238E27FC236}">
                  <a16:creationId xmlns:a16="http://schemas.microsoft.com/office/drawing/2014/main" id="{56ACA347-C34C-468A-BCB8-CAA4E08FE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877"/>
              <a:ext cx="30" cy="56"/>
            </a:xfrm>
            <a:custGeom>
              <a:avLst/>
              <a:gdLst>
                <a:gd name="T0" fmla="*/ 0 w 12"/>
                <a:gd name="T1" fmla="*/ 136 h 21"/>
                <a:gd name="T2" fmla="*/ 188 w 12"/>
                <a:gd name="T3" fmla="*/ 397 h 21"/>
                <a:gd name="T4" fmla="*/ 63 w 1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0" y="7"/>
                  </a:moveTo>
                  <a:cubicBezTo>
                    <a:pt x="8" y="9"/>
                    <a:pt x="9" y="14"/>
                    <a:pt x="12" y="21"/>
                  </a:cubicBezTo>
                  <a:cubicBezTo>
                    <a:pt x="11" y="14"/>
                    <a:pt x="8" y="7"/>
                    <a:pt x="4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83" name="Freeform 434">
              <a:extLst>
                <a:ext uri="{FF2B5EF4-FFF2-40B4-BE49-F238E27FC236}">
                  <a16:creationId xmlns:a16="http://schemas.microsoft.com/office/drawing/2014/main" id="{3401C6B5-1984-4CFA-873D-3386DD135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3147"/>
              <a:ext cx="87" cy="112"/>
            </a:xfrm>
            <a:custGeom>
              <a:avLst/>
              <a:gdLst>
                <a:gd name="T0" fmla="*/ 0 w 35"/>
                <a:gd name="T1" fmla="*/ 648 h 42"/>
                <a:gd name="T2" fmla="*/ 353 w 35"/>
                <a:gd name="T3" fmla="*/ 419 h 42"/>
                <a:gd name="T4" fmla="*/ 537 w 35"/>
                <a:gd name="T5" fmla="*/ 0 h 42"/>
                <a:gd name="T6" fmla="*/ 383 w 35"/>
                <a:gd name="T7" fmla="*/ 477 h 42"/>
                <a:gd name="T8" fmla="*/ 186 w 35"/>
                <a:gd name="T9" fmla="*/ 79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2">
                  <a:moveTo>
                    <a:pt x="0" y="34"/>
                  </a:moveTo>
                  <a:cubicBezTo>
                    <a:pt x="6" y="39"/>
                    <a:pt x="20" y="26"/>
                    <a:pt x="23" y="22"/>
                  </a:cubicBezTo>
                  <a:cubicBezTo>
                    <a:pt x="28" y="17"/>
                    <a:pt x="33" y="7"/>
                    <a:pt x="35" y="0"/>
                  </a:cubicBezTo>
                  <a:cubicBezTo>
                    <a:pt x="34" y="9"/>
                    <a:pt x="30" y="17"/>
                    <a:pt x="25" y="25"/>
                  </a:cubicBezTo>
                  <a:cubicBezTo>
                    <a:pt x="22" y="30"/>
                    <a:pt x="16" y="40"/>
                    <a:pt x="12" y="42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84" name="Freeform 435">
              <a:extLst>
                <a:ext uri="{FF2B5EF4-FFF2-40B4-BE49-F238E27FC236}">
                  <a16:creationId xmlns:a16="http://schemas.microsoft.com/office/drawing/2014/main" id="{9AF9BF3C-FAE2-48AD-9F5F-B1A4CAB6A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069"/>
              <a:ext cx="48" cy="144"/>
            </a:xfrm>
            <a:custGeom>
              <a:avLst/>
              <a:gdLst>
                <a:gd name="T0" fmla="*/ 0 w 19"/>
                <a:gd name="T1" fmla="*/ 1024 h 54"/>
                <a:gd name="T2" fmla="*/ 210 w 19"/>
                <a:gd name="T3" fmla="*/ 512 h 54"/>
                <a:gd name="T4" fmla="*/ 275 w 19"/>
                <a:gd name="T5" fmla="*/ 0 h 54"/>
                <a:gd name="T6" fmla="*/ 255 w 19"/>
                <a:gd name="T7" fmla="*/ 376 h 54"/>
                <a:gd name="T8" fmla="*/ 222 w 19"/>
                <a:gd name="T9" fmla="*/ 83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4">
                  <a:moveTo>
                    <a:pt x="0" y="54"/>
                  </a:moveTo>
                  <a:cubicBezTo>
                    <a:pt x="7" y="47"/>
                    <a:pt x="11" y="36"/>
                    <a:pt x="13" y="27"/>
                  </a:cubicBezTo>
                  <a:cubicBezTo>
                    <a:pt x="15" y="18"/>
                    <a:pt x="17" y="9"/>
                    <a:pt x="17" y="0"/>
                  </a:cubicBezTo>
                  <a:cubicBezTo>
                    <a:pt x="19" y="5"/>
                    <a:pt x="16" y="14"/>
                    <a:pt x="16" y="20"/>
                  </a:cubicBezTo>
                  <a:cubicBezTo>
                    <a:pt x="16" y="28"/>
                    <a:pt x="16" y="36"/>
                    <a:pt x="14" y="44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85" name="Freeform 436">
              <a:extLst>
                <a:ext uri="{FF2B5EF4-FFF2-40B4-BE49-F238E27FC236}">
                  <a16:creationId xmlns:a16="http://schemas.microsoft.com/office/drawing/2014/main" id="{BFC056AF-FA4E-4140-B424-3937746A5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3021"/>
              <a:ext cx="25" cy="128"/>
            </a:xfrm>
            <a:custGeom>
              <a:avLst/>
              <a:gdLst>
                <a:gd name="T0" fmla="*/ 0 w 10"/>
                <a:gd name="T1" fmla="*/ 909 h 48"/>
                <a:gd name="T2" fmla="*/ 83 w 10"/>
                <a:gd name="T3" fmla="*/ 683 h 48"/>
                <a:gd name="T4" fmla="*/ 113 w 10"/>
                <a:gd name="T5" fmla="*/ 456 h 48"/>
                <a:gd name="T6" fmla="*/ 145 w 10"/>
                <a:gd name="T7" fmla="*/ 0 h 48"/>
                <a:gd name="T8" fmla="*/ 158 w 10"/>
                <a:gd name="T9" fmla="*/ 435 h 48"/>
                <a:gd name="T10" fmla="*/ 145 w 10"/>
                <a:gd name="T11" fmla="*/ 83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8">
                  <a:moveTo>
                    <a:pt x="0" y="48"/>
                  </a:moveTo>
                  <a:cubicBezTo>
                    <a:pt x="3" y="45"/>
                    <a:pt x="3" y="40"/>
                    <a:pt x="5" y="36"/>
                  </a:cubicBezTo>
                  <a:cubicBezTo>
                    <a:pt x="6" y="32"/>
                    <a:pt x="7" y="28"/>
                    <a:pt x="7" y="24"/>
                  </a:cubicBezTo>
                  <a:cubicBezTo>
                    <a:pt x="8" y="16"/>
                    <a:pt x="9" y="8"/>
                    <a:pt x="9" y="0"/>
                  </a:cubicBezTo>
                  <a:cubicBezTo>
                    <a:pt x="9" y="8"/>
                    <a:pt x="10" y="15"/>
                    <a:pt x="10" y="23"/>
                  </a:cubicBezTo>
                  <a:cubicBezTo>
                    <a:pt x="10" y="30"/>
                    <a:pt x="8" y="37"/>
                    <a:pt x="9" y="44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86" name="Freeform 437">
              <a:extLst>
                <a:ext uri="{FF2B5EF4-FFF2-40B4-BE49-F238E27FC236}">
                  <a16:creationId xmlns:a16="http://schemas.microsoft.com/office/drawing/2014/main" id="{E0263F45-3879-4ED7-8E4D-390FB7DDA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3125"/>
              <a:ext cx="87" cy="134"/>
            </a:xfrm>
            <a:custGeom>
              <a:avLst/>
              <a:gdLst>
                <a:gd name="T0" fmla="*/ 0 w 35"/>
                <a:gd name="T1" fmla="*/ 906 h 50"/>
                <a:gd name="T2" fmla="*/ 341 w 35"/>
                <a:gd name="T3" fmla="*/ 482 h 50"/>
                <a:gd name="T4" fmla="*/ 445 w 35"/>
                <a:gd name="T5" fmla="*/ 230 h 50"/>
                <a:gd name="T6" fmla="*/ 537 w 35"/>
                <a:gd name="T7" fmla="*/ 0 h 50"/>
                <a:gd name="T8" fmla="*/ 415 w 35"/>
                <a:gd name="T9" fmla="*/ 461 h 50"/>
                <a:gd name="T10" fmla="*/ 199 w 35"/>
                <a:gd name="T11" fmla="*/ 96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50">
                  <a:moveTo>
                    <a:pt x="0" y="47"/>
                  </a:moveTo>
                  <a:cubicBezTo>
                    <a:pt x="9" y="44"/>
                    <a:pt x="17" y="33"/>
                    <a:pt x="22" y="25"/>
                  </a:cubicBezTo>
                  <a:cubicBezTo>
                    <a:pt x="24" y="21"/>
                    <a:pt x="26" y="16"/>
                    <a:pt x="29" y="12"/>
                  </a:cubicBezTo>
                  <a:cubicBezTo>
                    <a:pt x="31" y="8"/>
                    <a:pt x="34" y="5"/>
                    <a:pt x="35" y="0"/>
                  </a:cubicBezTo>
                  <a:cubicBezTo>
                    <a:pt x="31" y="7"/>
                    <a:pt x="30" y="17"/>
                    <a:pt x="27" y="24"/>
                  </a:cubicBezTo>
                  <a:cubicBezTo>
                    <a:pt x="22" y="33"/>
                    <a:pt x="18" y="42"/>
                    <a:pt x="13" y="5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87" name="Freeform 438">
              <a:extLst>
                <a:ext uri="{FF2B5EF4-FFF2-40B4-BE49-F238E27FC236}">
                  <a16:creationId xmlns:a16="http://schemas.microsoft.com/office/drawing/2014/main" id="{F1A1C82B-AD6A-46E4-9BCB-9888B072C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3187"/>
              <a:ext cx="70" cy="80"/>
            </a:xfrm>
            <a:custGeom>
              <a:avLst/>
              <a:gdLst>
                <a:gd name="T0" fmla="*/ 0 w 28"/>
                <a:gd name="T1" fmla="*/ 419 h 30"/>
                <a:gd name="T2" fmla="*/ 438 w 28"/>
                <a:gd name="T3" fmla="*/ 0 h 30"/>
                <a:gd name="T4" fmla="*/ 250 w 28"/>
                <a:gd name="T5" fmla="*/ 341 h 30"/>
                <a:gd name="T6" fmla="*/ 33 w 28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0" y="22"/>
                  </a:moveTo>
                  <a:cubicBezTo>
                    <a:pt x="9" y="20"/>
                    <a:pt x="22" y="7"/>
                    <a:pt x="28" y="0"/>
                  </a:cubicBezTo>
                  <a:cubicBezTo>
                    <a:pt x="26" y="5"/>
                    <a:pt x="19" y="13"/>
                    <a:pt x="16" y="18"/>
                  </a:cubicBezTo>
                  <a:cubicBezTo>
                    <a:pt x="12" y="23"/>
                    <a:pt x="8" y="27"/>
                    <a:pt x="2" y="3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88" name="Freeform 439">
              <a:extLst>
                <a:ext uri="{FF2B5EF4-FFF2-40B4-BE49-F238E27FC236}">
                  <a16:creationId xmlns:a16="http://schemas.microsoft.com/office/drawing/2014/main" id="{CFA5132E-66C1-4839-8555-647127906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3168"/>
              <a:ext cx="112" cy="88"/>
            </a:xfrm>
            <a:custGeom>
              <a:avLst/>
              <a:gdLst>
                <a:gd name="T0" fmla="*/ 0 w 45"/>
                <a:gd name="T1" fmla="*/ 491 h 33"/>
                <a:gd name="T2" fmla="*/ 217 w 45"/>
                <a:gd name="T3" fmla="*/ 435 h 33"/>
                <a:gd name="T4" fmla="*/ 433 w 45"/>
                <a:gd name="T5" fmla="*/ 307 h 33"/>
                <a:gd name="T6" fmla="*/ 694 w 45"/>
                <a:gd name="T7" fmla="*/ 0 h 33"/>
                <a:gd name="T8" fmla="*/ 495 w 45"/>
                <a:gd name="T9" fmla="*/ 320 h 33"/>
                <a:gd name="T10" fmla="*/ 124 w 45"/>
                <a:gd name="T11" fmla="*/ 62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3">
                  <a:moveTo>
                    <a:pt x="0" y="26"/>
                  </a:moveTo>
                  <a:cubicBezTo>
                    <a:pt x="5" y="27"/>
                    <a:pt x="10" y="25"/>
                    <a:pt x="14" y="23"/>
                  </a:cubicBezTo>
                  <a:cubicBezTo>
                    <a:pt x="19" y="21"/>
                    <a:pt x="24" y="19"/>
                    <a:pt x="28" y="16"/>
                  </a:cubicBezTo>
                  <a:cubicBezTo>
                    <a:pt x="34" y="12"/>
                    <a:pt x="40" y="6"/>
                    <a:pt x="45" y="0"/>
                  </a:cubicBezTo>
                  <a:cubicBezTo>
                    <a:pt x="43" y="6"/>
                    <a:pt x="36" y="12"/>
                    <a:pt x="32" y="17"/>
                  </a:cubicBezTo>
                  <a:cubicBezTo>
                    <a:pt x="25" y="23"/>
                    <a:pt x="16" y="27"/>
                    <a:pt x="8" y="33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89" name="Freeform 440">
              <a:extLst>
                <a:ext uri="{FF2B5EF4-FFF2-40B4-BE49-F238E27FC236}">
                  <a16:creationId xmlns:a16="http://schemas.microsoft.com/office/drawing/2014/main" id="{02547D14-3E86-4FE7-92E4-68B7832C7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3189"/>
              <a:ext cx="82" cy="54"/>
            </a:xfrm>
            <a:custGeom>
              <a:avLst/>
              <a:gdLst>
                <a:gd name="T0" fmla="*/ 0 w 33"/>
                <a:gd name="T1" fmla="*/ 232 h 20"/>
                <a:gd name="T2" fmla="*/ 278 w 33"/>
                <a:gd name="T3" fmla="*/ 159 h 20"/>
                <a:gd name="T4" fmla="*/ 507 w 33"/>
                <a:gd name="T5" fmla="*/ 0 h 20"/>
                <a:gd name="T6" fmla="*/ 278 w 33"/>
                <a:gd name="T7" fmla="*/ 219 h 20"/>
                <a:gd name="T8" fmla="*/ 30 w 33"/>
                <a:gd name="T9" fmla="*/ 39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0" y="12"/>
                  </a:moveTo>
                  <a:cubicBezTo>
                    <a:pt x="3" y="15"/>
                    <a:pt x="14" y="10"/>
                    <a:pt x="18" y="8"/>
                  </a:cubicBezTo>
                  <a:cubicBezTo>
                    <a:pt x="24" y="6"/>
                    <a:pt x="28" y="3"/>
                    <a:pt x="33" y="0"/>
                  </a:cubicBezTo>
                  <a:cubicBezTo>
                    <a:pt x="29" y="4"/>
                    <a:pt x="23" y="8"/>
                    <a:pt x="18" y="11"/>
                  </a:cubicBezTo>
                  <a:cubicBezTo>
                    <a:pt x="13" y="14"/>
                    <a:pt x="8" y="18"/>
                    <a:pt x="2" y="2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90" name="Freeform 441">
              <a:extLst>
                <a:ext uri="{FF2B5EF4-FFF2-40B4-BE49-F238E27FC236}">
                  <a16:creationId xmlns:a16="http://schemas.microsoft.com/office/drawing/2014/main" id="{1191B0F9-388F-43A9-B9E3-64CF134A3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3147"/>
              <a:ext cx="115" cy="85"/>
            </a:xfrm>
            <a:custGeom>
              <a:avLst/>
              <a:gdLst>
                <a:gd name="T0" fmla="*/ 158 w 46"/>
                <a:gd name="T1" fmla="*/ 170 h 32"/>
                <a:gd name="T2" fmla="*/ 175 w 46"/>
                <a:gd name="T3" fmla="*/ 353 h 32"/>
                <a:gd name="T4" fmla="*/ 375 w 46"/>
                <a:gd name="T5" fmla="*/ 375 h 32"/>
                <a:gd name="T6" fmla="*/ 720 w 46"/>
                <a:gd name="T7" fmla="*/ 0 h 32"/>
                <a:gd name="T8" fmla="*/ 408 w 46"/>
                <a:gd name="T9" fmla="*/ 523 h 32"/>
                <a:gd name="T10" fmla="*/ 175 w 46"/>
                <a:gd name="T11" fmla="*/ 545 h 32"/>
                <a:gd name="T12" fmla="*/ 63 w 46"/>
                <a:gd name="T13" fmla="*/ 28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2">
                  <a:moveTo>
                    <a:pt x="10" y="9"/>
                  </a:moveTo>
                  <a:cubicBezTo>
                    <a:pt x="7" y="12"/>
                    <a:pt x="7" y="17"/>
                    <a:pt x="11" y="19"/>
                  </a:cubicBezTo>
                  <a:cubicBezTo>
                    <a:pt x="15" y="22"/>
                    <a:pt x="20" y="21"/>
                    <a:pt x="24" y="20"/>
                  </a:cubicBezTo>
                  <a:cubicBezTo>
                    <a:pt x="34" y="16"/>
                    <a:pt x="43" y="9"/>
                    <a:pt x="46" y="0"/>
                  </a:cubicBezTo>
                  <a:cubicBezTo>
                    <a:pt x="44" y="9"/>
                    <a:pt x="35" y="23"/>
                    <a:pt x="26" y="28"/>
                  </a:cubicBezTo>
                  <a:cubicBezTo>
                    <a:pt x="21" y="30"/>
                    <a:pt x="17" y="32"/>
                    <a:pt x="11" y="29"/>
                  </a:cubicBezTo>
                  <a:cubicBezTo>
                    <a:pt x="6" y="26"/>
                    <a:pt x="0" y="22"/>
                    <a:pt x="4" y="15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91" name="Freeform 442">
              <a:extLst>
                <a:ext uri="{FF2B5EF4-FFF2-40B4-BE49-F238E27FC236}">
                  <a16:creationId xmlns:a16="http://schemas.microsoft.com/office/drawing/2014/main" id="{0B5EC9E2-3990-4C2D-B71E-7E3303364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3053"/>
              <a:ext cx="195" cy="120"/>
            </a:xfrm>
            <a:custGeom>
              <a:avLst/>
              <a:gdLst>
                <a:gd name="T0" fmla="*/ 20 w 78"/>
                <a:gd name="T1" fmla="*/ 248 h 45"/>
                <a:gd name="T2" fmla="*/ 270 w 78"/>
                <a:gd name="T3" fmla="*/ 547 h 45"/>
                <a:gd name="T4" fmla="*/ 550 w 78"/>
                <a:gd name="T5" fmla="*/ 819 h 45"/>
                <a:gd name="T6" fmla="*/ 845 w 78"/>
                <a:gd name="T7" fmla="*/ 704 h 45"/>
                <a:gd name="T8" fmla="*/ 1220 w 78"/>
                <a:gd name="T9" fmla="*/ 341 h 45"/>
                <a:gd name="T10" fmla="*/ 958 w 78"/>
                <a:gd name="T11" fmla="*/ 512 h 45"/>
                <a:gd name="T12" fmla="*/ 845 w 78"/>
                <a:gd name="T13" fmla="*/ 547 h 45"/>
                <a:gd name="T14" fmla="*/ 800 w 78"/>
                <a:gd name="T15" fmla="*/ 477 h 45"/>
                <a:gd name="T16" fmla="*/ 708 w 78"/>
                <a:gd name="T17" fmla="*/ 648 h 45"/>
                <a:gd name="T18" fmla="*/ 613 w 78"/>
                <a:gd name="T19" fmla="*/ 819 h 45"/>
                <a:gd name="T20" fmla="*/ 488 w 78"/>
                <a:gd name="T21" fmla="*/ 605 h 45"/>
                <a:gd name="T22" fmla="*/ 520 w 78"/>
                <a:gd name="T23" fmla="*/ 307 h 45"/>
                <a:gd name="T24" fmla="*/ 408 w 78"/>
                <a:gd name="T25" fmla="*/ 419 h 45"/>
                <a:gd name="T26" fmla="*/ 363 w 78"/>
                <a:gd name="T27" fmla="*/ 568 h 45"/>
                <a:gd name="T28" fmla="*/ 458 w 78"/>
                <a:gd name="T29" fmla="*/ 0 h 45"/>
                <a:gd name="T30" fmla="*/ 0 w 78"/>
                <a:gd name="T31" fmla="*/ 192 h 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8" h="45">
                  <a:moveTo>
                    <a:pt x="1" y="13"/>
                  </a:moveTo>
                  <a:cubicBezTo>
                    <a:pt x="6" y="19"/>
                    <a:pt x="12" y="24"/>
                    <a:pt x="17" y="29"/>
                  </a:cubicBezTo>
                  <a:cubicBezTo>
                    <a:pt x="22" y="34"/>
                    <a:pt x="29" y="40"/>
                    <a:pt x="35" y="43"/>
                  </a:cubicBezTo>
                  <a:cubicBezTo>
                    <a:pt x="43" y="45"/>
                    <a:pt x="49" y="43"/>
                    <a:pt x="54" y="37"/>
                  </a:cubicBezTo>
                  <a:cubicBezTo>
                    <a:pt x="60" y="28"/>
                    <a:pt x="69" y="24"/>
                    <a:pt x="78" y="18"/>
                  </a:cubicBezTo>
                  <a:cubicBezTo>
                    <a:pt x="72" y="18"/>
                    <a:pt x="66" y="24"/>
                    <a:pt x="61" y="27"/>
                  </a:cubicBezTo>
                  <a:cubicBezTo>
                    <a:pt x="59" y="28"/>
                    <a:pt x="56" y="31"/>
                    <a:pt x="54" y="29"/>
                  </a:cubicBezTo>
                  <a:cubicBezTo>
                    <a:pt x="52" y="28"/>
                    <a:pt x="52" y="26"/>
                    <a:pt x="51" y="25"/>
                  </a:cubicBezTo>
                  <a:cubicBezTo>
                    <a:pt x="49" y="28"/>
                    <a:pt x="46" y="31"/>
                    <a:pt x="45" y="34"/>
                  </a:cubicBezTo>
                  <a:cubicBezTo>
                    <a:pt x="43" y="37"/>
                    <a:pt x="42" y="41"/>
                    <a:pt x="39" y="43"/>
                  </a:cubicBezTo>
                  <a:cubicBezTo>
                    <a:pt x="34" y="44"/>
                    <a:pt x="31" y="36"/>
                    <a:pt x="31" y="32"/>
                  </a:cubicBezTo>
                  <a:cubicBezTo>
                    <a:pt x="29" y="27"/>
                    <a:pt x="30" y="21"/>
                    <a:pt x="33" y="16"/>
                  </a:cubicBezTo>
                  <a:cubicBezTo>
                    <a:pt x="30" y="18"/>
                    <a:pt x="28" y="20"/>
                    <a:pt x="26" y="22"/>
                  </a:cubicBezTo>
                  <a:cubicBezTo>
                    <a:pt x="25" y="25"/>
                    <a:pt x="24" y="28"/>
                    <a:pt x="23" y="30"/>
                  </a:cubicBezTo>
                  <a:cubicBezTo>
                    <a:pt x="18" y="22"/>
                    <a:pt x="9" y="6"/>
                    <a:pt x="29" y="0"/>
                  </a:cubicBezTo>
                  <a:cubicBezTo>
                    <a:pt x="22" y="0"/>
                    <a:pt x="5" y="5"/>
                    <a:pt x="0" y="1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92" name="Freeform 443">
              <a:extLst>
                <a:ext uri="{FF2B5EF4-FFF2-40B4-BE49-F238E27FC236}">
                  <a16:creationId xmlns:a16="http://schemas.microsoft.com/office/drawing/2014/main" id="{6BA88B99-F163-4F71-9FC7-1B0E2F31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3016"/>
              <a:ext cx="105" cy="75"/>
            </a:xfrm>
            <a:custGeom>
              <a:avLst/>
              <a:gdLst>
                <a:gd name="T0" fmla="*/ 0 w 42"/>
                <a:gd name="T1" fmla="*/ 78 h 28"/>
                <a:gd name="T2" fmla="*/ 270 w 42"/>
                <a:gd name="T3" fmla="*/ 367 h 28"/>
                <a:gd name="T4" fmla="*/ 408 w 42"/>
                <a:gd name="T5" fmla="*/ 504 h 28"/>
                <a:gd name="T6" fmla="*/ 438 w 42"/>
                <a:gd name="T7" fmla="*/ 458 h 28"/>
                <a:gd name="T8" fmla="*/ 500 w 42"/>
                <a:gd name="T9" fmla="*/ 388 h 28"/>
                <a:gd name="T10" fmla="*/ 658 w 42"/>
                <a:gd name="T11" fmla="*/ 287 h 28"/>
                <a:gd name="T12" fmla="*/ 408 w 42"/>
                <a:gd name="T13" fmla="*/ 287 h 28"/>
                <a:gd name="T14" fmla="*/ 458 w 42"/>
                <a:gd name="T15" fmla="*/ 0 h 28"/>
                <a:gd name="T16" fmla="*/ 238 w 42"/>
                <a:gd name="T17" fmla="*/ 56 h 28"/>
                <a:gd name="T18" fmla="*/ 33 w 42"/>
                <a:gd name="T19" fmla="*/ 78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28">
                  <a:moveTo>
                    <a:pt x="0" y="4"/>
                  </a:moveTo>
                  <a:cubicBezTo>
                    <a:pt x="8" y="5"/>
                    <a:pt x="13" y="14"/>
                    <a:pt x="17" y="19"/>
                  </a:cubicBezTo>
                  <a:cubicBezTo>
                    <a:pt x="19" y="21"/>
                    <a:pt x="22" y="28"/>
                    <a:pt x="26" y="26"/>
                  </a:cubicBezTo>
                  <a:cubicBezTo>
                    <a:pt x="26" y="26"/>
                    <a:pt x="27" y="24"/>
                    <a:pt x="28" y="24"/>
                  </a:cubicBezTo>
                  <a:cubicBezTo>
                    <a:pt x="29" y="22"/>
                    <a:pt x="30" y="21"/>
                    <a:pt x="32" y="20"/>
                  </a:cubicBezTo>
                  <a:cubicBezTo>
                    <a:pt x="34" y="18"/>
                    <a:pt x="38" y="15"/>
                    <a:pt x="42" y="15"/>
                  </a:cubicBezTo>
                  <a:cubicBezTo>
                    <a:pt x="37" y="16"/>
                    <a:pt x="29" y="20"/>
                    <a:pt x="26" y="15"/>
                  </a:cubicBezTo>
                  <a:cubicBezTo>
                    <a:pt x="22" y="9"/>
                    <a:pt x="23" y="4"/>
                    <a:pt x="29" y="0"/>
                  </a:cubicBezTo>
                  <a:cubicBezTo>
                    <a:pt x="24" y="0"/>
                    <a:pt x="20" y="3"/>
                    <a:pt x="15" y="3"/>
                  </a:cubicBezTo>
                  <a:cubicBezTo>
                    <a:pt x="11" y="4"/>
                    <a:pt x="6" y="3"/>
                    <a:pt x="2" y="4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93" name="Freeform 444">
              <a:extLst>
                <a:ext uri="{FF2B5EF4-FFF2-40B4-BE49-F238E27FC236}">
                  <a16:creationId xmlns:a16="http://schemas.microsoft.com/office/drawing/2014/main" id="{4BB7389C-BBEF-4CB0-B1E6-D98A19888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896"/>
              <a:ext cx="137" cy="136"/>
            </a:xfrm>
            <a:custGeom>
              <a:avLst/>
              <a:gdLst>
                <a:gd name="T0" fmla="*/ 62 w 55"/>
                <a:gd name="T1" fmla="*/ 320 h 51"/>
                <a:gd name="T2" fmla="*/ 354 w 55"/>
                <a:gd name="T3" fmla="*/ 717 h 51"/>
                <a:gd name="T4" fmla="*/ 478 w 55"/>
                <a:gd name="T5" fmla="*/ 832 h 51"/>
                <a:gd name="T6" fmla="*/ 849 w 55"/>
                <a:gd name="T7" fmla="*/ 853 h 51"/>
                <a:gd name="T8" fmla="*/ 404 w 55"/>
                <a:gd name="T9" fmla="*/ 491 h 51"/>
                <a:gd name="T10" fmla="*/ 249 w 55"/>
                <a:gd name="T11" fmla="*/ 435 h 51"/>
                <a:gd name="T12" fmla="*/ 92 w 55"/>
                <a:gd name="T13" fmla="*/ 136 h 51"/>
                <a:gd name="T14" fmla="*/ 42 w 55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51">
                  <a:moveTo>
                    <a:pt x="4" y="17"/>
                  </a:moveTo>
                  <a:cubicBezTo>
                    <a:pt x="8" y="27"/>
                    <a:pt x="14" y="33"/>
                    <a:pt x="23" y="38"/>
                  </a:cubicBezTo>
                  <a:cubicBezTo>
                    <a:pt x="27" y="40"/>
                    <a:pt x="27" y="42"/>
                    <a:pt x="31" y="44"/>
                  </a:cubicBezTo>
                  <a:cubicBezTo>
                    <a:pt x="35" y="47"/>
                    <a:pt x="50" y="45"/>
                    <a:pt x="55" y="45"/>
                  </a:cubicBezTo>
                  <a:cubicBezTo>
                    <a:pt x="46" y="51"/>
                    <a:pt x="15" y="31"/>
                    <a:pt x="26" y="26"/>
                  </a:cubicBezTo>
                  <a:cubicBezTo>
                    <a:pt x="21" y="27"/>
                    <a:pt x="21" y="25"/>
                    <a:pt x="16" y="23"/>
                  </a:cubicBezTo>
                  <a:cubicBezTo>
                    <a:pt x="10" y="20"/>
                    <a:pt x="2" y="11"/>
                    <a:pt x="6" y="7"/>
                  </a:cubicBezTo>
                  <a:cubicBezTo>
                    <a:pt x="0" y="7"/>
                    <a:pt x="5" y="5"/>
                    <a:pt x="3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94" name="Freeform 445">
              <a:extLst>
                <a:ext uri="{FF2B5EF4-FFF2-40B4-BE49-F238E27FC236}">
                  <a16:creationId xmlns:a16="http://schemas.microsoft.com/office/drawing/2014/main" id="{B3ECCF73-E7E1-4210-8224-CCBBC2181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427"/>
              <a:ext cx="160" cy="149"/>
            </a:xfrm>
            <a:custGeom>
              <a:avLst/>
              <a:gdLst>
                <a:gd name="T0" fmla="*/ 1000 w 64"/>
                <a:gd name="T1" fmla="*/ 0 h 56"/>
                <a:gd name="T2" fmla="*/ 908 w 64"/>
                <a:gd name="T3" fmla="*/ 963 h 56"/>
                <a:gd name="T4" fmla="*/ 345 w 64"/>
                <a:gd name="T5" fmla="*/ 907 h 56"/>
                <a:gd name="T6" fmla="*/ 0 w 64"/>
                <a:gd name="T7" fmla="*/ 694 h 56"/>
                <a:gd name="T8" fmla="*/ 33 w 64"/>
                <a:gd name="T9" fmla="*/ 67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6">
                  <a:moveTo>
                    <a:pt x="64" y="0"/>
                  </a:moveTo>
                  <a:cubicBezTo>
                    <a:pt x="52" y="8"/>
                    <a:pt x="54" y="39"/>
                    <a:pt x="58" y="51"/>
                  </a:cubicBezTo>
                  <a:cubicBezTo>
                    <a:pt x="44" y="54"/>
                    <a:pt x="34" y="56"/>
                    <a:pt x="22" y="48"/>
                  </a:cubicBezTo>
                  <a:cubicBezTo>
                    <a:pt x="15" y="44"/>
                    <a:pt x="5" y="42"/>
                    <a:pt x="0" y="37"/>
                  </a:cubicBezTo>
                  <a:cubicBezTo>
                    <a:pt x="1" y="37"/>
                    <a:pt x="1" y="37"/>
                    <a:pt x="2" y="36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95" name="Freeform 446">
              <a:extLst>
                <a:ext uri="{FF2B5EF4-FFF2-40B4-BE49-F238E27FC236}">
                  <a16:creationId xmlns:a16="http://schemas.microsoft.com/office/drawing/2014/main" id="{01667F90-7832-4BFE-8840-1AA584B5F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984"/>
              <a:ext cx="480" cy="507"/>
            </a:xfrm>
            <a:custGeom>
              <a:avLst/>
              <a:gdLst>
                <a:gd name="T0" fmla="*/ 1970 w 192"/>
                <a:gd name="T1" fmla="*/ 1788 h 190"/>
                <a:gd name="T2" fmla="*/ 1708 w 192"/>
                <a:gd name="T3" fmla="*/ 2949 h 190"/>
                <a:gd name="T4" fmla="*/ 1270 w 192"/>
                <a:gd name="T5" fmla="*/ 2756 h 190"/>
                <a:gd name="T6" fmla="*/ 1158 w 192"/>
                <a:gd name="T7" fmla="*/ 3610 h 190"/>
                <a:gd name="T8" fmla="*/ 1050 w 192"/>
                <a:gd name="T9" fmla="*/ 2847 h 190"/>
                <a:gd name="T10" fmla="*/ 800 w 192"/>
                <a:gd name="T11" fmla="*/ 2607 h 190"/>
                <a:gd name="T12" fmla="*/ 488 w 192"/>
                <a:gd name="T13" fmla="*/ 2506 h 190"/>
                <a:gd name="T14" fmla="*/ 0 w 192"/>
                <a:gd name="T15" fmla="*/ 2663 h 190"/>
                <a:gd name="T16" fmla="*/ 283 w 192"/>
                <a:gd name="T17" fmla="*/ 1980 h 190"/>
                <a:gd name="T18" fmla="*/ 845 w 192"/>
                <a:gd name="T19" fmla="*/ 2129 h 190"/>
                <a:gd name="T20" fmla="*/ 1500 w 192"/>
                <a:gd name="T21" fmla="*/ 1788 h 190"/>
                <a:gd name="T22" fmla="*/ 1970 w 192"/>
                <a:gd name="T23" fmla="*/ 1046 h 190"/>
                <a:gd name="T24" fmla="*/ 1908 w 192"/>
                <a:gd name="T25" fmla="*/ 742 h 190"/>
                <a:gd name="T26" fmla="*/ 1863 w 192"/>
                <a:gd name="T27" fmla="*/ 606 h 190"/>
                <a:gd name="T28" fmla="*/ 1738 w 192"/>
                <a:gd name="T29" fmla="*/ 512 h 190"/>
                <a:gd name="T30" fmla="*/ 2095 w 192"/>
                <a:gd name="T31" fmla="*/ 534 h 190"/>
                <a:gd name="T32" fmla="*/ 2458 w 192"/>
                <a:gd name="T33" fmla="*/ 568 h 190"/>
                <a:gd name="T34" fmla="*/ 2750 w 192"/>
                <a:gd name="T35" fmla="*/ 171 h 190"/>
                <a:gd name="T36" fmla="*/ 2895 w 192"/>
                <a:gd name="T37" fmla="*/ 512 h 190"/>
                <a:gd name="T38" fmla="*/ 2988 w 192"/>
                <a:gd name="T39" fmla="*/ 1276 h 190"/>
                <a:gd name="T40" fmla="*/ 2313 w 192"/>
                <a:gd name="T41" fmla="*/ 1404 h 190"/>
                <a:gd name="T42" fmla="*/ 1783 w 192"/>
                <a:gd name="T43" fmla="*/ 1993 h 19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92" h="190">
                  <a:moveTo>
                    <a:pt x="126" y="94"/>
                  </a:moveTo>
                  <a:cubicBezTo>
                    <a:pt x="102" y="90"/>
                    <a:pt x="101" y="141"/>
                    <a:pt x="109" y="155"/>
                  </a:cubicBezTo>
                  <a:cubicBezTo>
                    <a:pt x="105" y="151"/>
                    <a:pt x="86" y="143"/>
                    <a:pt x="81" y="145"/>
                  </a:cubicBezTo>
                  <a:cubicBezTo>
                    <a:pt x="71" y="149"/>
                    <a:pt x="72" y="182"/>
                    <a:pt x="74" y="190"/>
                  </a:cubicBezTo>
                  <a:cubicBezTo>
                    <a:pt x="74" y="179"/>
                    <a:pt x="74" y="160"/>
                    <a:pt x="67" y="150"/>
                  </a:cubicBezTo>
                  <a:cubicBezTo>
                    <a:pt x="63" y="144"/>
                    <a:pt x="57" y="141"/>
                    <a:pt x="51" y="137"/>
                  </a:cubicBezTo>
                  <a:cubicBezTo>
                    <a:pt x="44" y="132"/>
                    <a:pt x="42" y="129"/>
                    <a:pt x="31" y="132"/>
                  </a:cubicBezTo>
                  <a:cubicBezTo>
                    <a:pt x="20" y="134"/>
                    <a:pt x="11" y="139"/>
                    <a:pt x="0" y="140"/>
                  </a:cubicBezTo>
                  <a:cubicBezTo>
                    <a:pt x="14" y="134"/>
                    <a:pt x="18" y="119"/>
                    <a:pt x="18" y="104"/>
                  </a:cubicBezTo>
                  <a:cubicBezTo>
                    <a:pt x="31" y="112"/>
                    <a:pt x="40" y="112"/>
                    <a:pt x="54" y="112"/>
                  </a:cubicBezTo>
                  <a:cubicBezTo>
                    <a:pt x="72" y="112"/>
                    <a:pt x="81" y="105"/>
                    <a:pt x="96" y="94"/>
                  </a:cubicBezTo>
                  <a:cubicBezTo>
                    <a:pt x="109" y="84"/>
                    <a:pt x="129" y="75"/>
                    <a:pt x="126" y="55"/>
                  </a:cubicBezTo>
                  <a:cubicBezTo>
                    <a:pt x="126" y="50"/>
                    <a:pt x="123" y="43"/>
                    <a:pt x="122" y="39"/>
                  </a:cubicBezTo>
                  <a:cubicBezTo>
                    <a:pt x="121" y="37"/>
                    <a:pt x="121" y="34"/>
                    <a:pt x="119" y="32"/>
                  </a:cubicBezTo>
                  <a:cubicBezTo>
                    <a:pt x="118" y="30"/>
                    <a:pt x="112" y="29"/>
                    <a:pt x="111" y="27"/>
                  </a:cubicBezTo>
                  <a:cubicBezTo>
                    <a:pt x="110" y="19"/>
                    <a:pt x="129" y="27"/>
                    <a:pt x="134" y="28"/>
                  </a:cubicBezTo>
                  <a:cubicBezTo>
                    <a:pt x="143" y="30"/>
                    <a:pt x="147" y="33"/>
                    <a:pt x="157" y="30"/>
                  </a:cubicBezTo>
                  <a:cubicBezTo>
                    <a:pt x="171" y="26"/>
                    <a:pt x="168" y="17"/>
                    <a:pt x="176" y="9"/>
                  </a:cubicBezTo>
                  <a:cubicBezTo>
                    <a:pt x="185" y="0"/>
                    <a:pt x="183" y="19"/>
                    <a:pt x="185" y="27"/>
                  </a:cubicBezTo>
                  <a:cubicBezTo>
                    <a:pt x="187" y="39"/>
                    <a:pt x="192" y="55"/>
                    <a:pt x="191" y="67"/>
                  </a:cubicBezTo>
                  <a:cubicBezTo>
                    <a:pt x="176" y="69"/>
                    <a:pt x="162" y="67"/>
                    <a:pt x="148" y="74"/>
                  </a:cubicBezTo>
                  <a:cubicBezTo>
                    <a:pt x="134" y="82"/>
                    <a:pt x="124" y="93"/>
                    <a:pt x="114" y="105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96" name="Freeform 447">
              <a:extLst>
                <a:ext uri="{FF2B5EF4-FFF2-40B4-BE49-F238E27FC236}">
                  <a16:creationId xmlns:a16="http://schemas.microsoft.com/office/drawing/2014/main" id="{D1FD73AD-E7F0-41F2-BB02-F33098684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637"/>
              <a:ext cx="130" cy="371"/>
            </a:xfrm>
            <a:custGeom>
              <a:avLst/>
              <a:gdLst>
                <a:gd name="T0" fmla="*/ 313 w 52"/>
                <a:gd name="T1" fmla="*/ 0 h 139"/>
                <a:gd name="T2" fmla="*/ 238 w 52"/>
                <a:gd name="T3" fmla="*/ 891 h 139"/>
                <a:gd name="T4" fmla="*/ 345 w 52"/>
                <a:gd name="T5" fmla="*/ 1332 h 139"/>
                <a:gd name="T6" fmla="*/ 658 w 52"/>
                <a:gd name="T7" fmla="*/ 1311 h 139"/>
                <a:gd name="T8" fmla="*/ 645 w 52"/>
                <a:gd name="T9" fmla="*/ 1788 h 139"/>
                <a:gd name="T10" fmla="*/ 425 w 52"/>
                <a:gd name="T11" fmla="*/ 2642 h 139"/>
                <a:gd name="T12" fmla="*/ 250 w 52"/>
                <a:gd name="T13" fmla="*/ 1823 h 139"/>
                <a:gd name="T14" fmla="*/ 83 w 52"/>
                <a:gd name="T15" fmla="*/ 798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39">
                  <a:moveTo>
                    <a:pt x="20" y="0"/>
                  </a:moveTo>
                  <a:cubicBezTo>
                    <a:pt x="17" y="14"/>
                    <a:pt x="14" y="32"/>
                    <a:pt x="15" y="47"/>
                  </a:cubicBezTo>
                  <a:cubicBezTo>
                    <a:pt x="16" y="54"/>
                    <a:pt x="16" y="66"/>
                    <a:pt x="22" y="70"/>
                  </a:cubicBezTo>
                  <a:cubicBezTo>
                    <a:pt x="30" y="76"/>
                    <a:pt x="35" y="67"/>
                    <a:pt x="42" y="69"/>
                  </a:cubicBezTo>
                  <a:cubicBezTo>
                    <a:pt x="52" y="71"/>
                    <a:pt x="43" y="85"/>
                    <a:pt x="41" y="94"/>
                  </a:cubicBezTo>
                  <a:cubicBezTo>
                    <a:pt x="37" y="110"/>
                    <a:pt x="36" y="125"/>
                    <a:pt x="27" y="139"/>
                  </a:cubicBezTo>
                  <a:cubicBezTo>
                    <a:pt x="22" y="126"/>
                    <a:pt x="19" y="110"/>
                    <a:pt x="16" y="96"/>
                  </a:cubicBezTo>
                  <a:cubicBezTo>
                    <a:pt x="12" y="80"/>
                    <a:pt x="0" y="58"/>
                    <a:pt x="5" y="42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97" name="Freeform 448">
              <a:extLst>
                <a:ext uri="{FF2B5EF4-FFF2-40B4-BE49-F238E27FC236}">
                  <a16:creationId xmlns:a16="http://schemas.microsoft.com/office/drawing/2014/main" id="{AA28F375-CA2F-48DA-9468-2CE041514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909"/>
              <a:ext cx="140" cy="150"/>
            </a:xfrm>
            <a:custGeom>
              <a:avLst/>
              <a:gdLst>
                <a:gd name="T0" fmla="*/ 0 w 56"/>
                <a:gd name="T1" fmla="*/ 0 h 56"/>
                <a:gd name="T2" fmla="*/ 875 w 56"/>
                <a:gd name="T3" fmla="*/ 504 h 56"/>
                <a:gd name="T4" fmla="*/ 425 w 56"/>
                <a:gd name="T5" fmla="*/ 769 h 56"/>
                <a:gd name="T6" fmla="*/ 33 w 56"/>
                <a:gd name="T7" fmla="*/ 107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6">
                  <a:moveTo>
                    <a:pt x="0" y="0"/>
                  </a:moveTo>
                  <a:cubicBezTo>
                    <a:pt x="2" y="26"/>
                    <a:pt x="41" y="21"/>
                    <a:pt x="56" y="26"/>
                  </a:cubicBezTo>
                  <a:cubicBezTo>
                    <a:pt x="49" y="32"/>
                    <a:pt x="35" y="36"/>
                    <a:pt x="27" y="40"/>
                  </a:cubicBezTo>
                  <a:cubicBezTo>
                    <a:pt x="16" y="44"/>
                    <a:pt x="10" y="48"/>
                    <a:pt x="2" y="56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98" name="Freeform 449">
              <a:extLst>
                <a:ext uri="{FF2B5EF4-FFF2-40B4-BE49-F238E27FC236}">
                  <a16:creationId xmlns:a16="http://schemas.microsoft.com/office/drawing/2014/main" id="{857DA059-F7AE-4419-A52F-E37C4CBD7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661"/>
              <a:ext cx="85" cy="200"/>
            </a:xfrm>
            <a:custGeom>
              <a:avLst/>
              <a:gdLst>
                <a:gd name="T0" fmla="*/ 0 w 34"/>
                <a:gd name="T1" fmla="*/ 0 h 75"/>
                <a:gd name="T2" fmla="*/ 208 w 34"/>
                <a:gd name="T3" fmla="*/ 533 h 75"/>
                <a:gd name="T4" fmla="*/ 500 w 34"/>
                <a:gd name="T5" fmla="*/ 547 h 75"/>
                <a:gd name="T6" fmla="*/ 425 w 34"/>
                <a:gd name="T7" fmla="*/ 1421 h 75"/>
                <a:gd name="T8" fmla="*/ 33 w 34"/>
                <a:gd name="T9" fmla="*/ 533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5">
                  <a:moveTo>
                    <a:pt x="0" y="0"/>
                  </a:moveTo>
                  <a:cubicBezTo>
                    <a:pt x="3" y="8"/>
                    <a:pt x="6" y="23"/>
                    <a:pt x="13" y="28"/>
                  </a:cubicBezTo>
                  <a:cubicBezTo>
                    <a:pt x="21" y="34"/>
                    <a:pt x="24" y="30"/>
                    <a:pt x="32" y="29"/>
                  </a:cubicBezTo>
                  <a:cubicBezTo>
                    <a:pt x="34" y="44"/>
                    <a:pt x="27" y="60"/>
                    <a:pt x="27" y="75"/>
                  </a:cubicBezTo>
                  <a:cubicBezTo>
                    <a:pt x="11" y="67"/>
                    <a:pt x="12" y="41"/>
                    <a:pt x="2" y="28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99" name="Freeform 450">
              <a:extLst>
                <a:ext uri="{FF2B5EF4-FFF2-40B4-BE49-F238E27FC236}">
                  <a16:creationId xmlns:a16="http://schemas.microsoft.com/office/drawing/2014/main" id="{CB8FF316-E6A3-4D6E-BF77-68819C426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696"/>
              <a:ext cx="175" cy="259"/>
            </a:xfrm>
            <a:custGeom>
              <a:avLst/>
              <a:gdLst>
                <a:gd name="T0" fmla="*/ 158 w 70"/>
                <a:gd name="T1" fmla="*/ 0 h 97"/>
                <a:gd name="T2" fmla="*/ 488 w 70"/>
                <a:gd name="T3" fmla="*/ 513 h 97"/>
                <a:gd name="T4" fmla="*/ 845 w 70"/>
                <a:gd name="T5" fmla="*/ 833 h 97"/>
                <a:gd name="T6" fmla="*/ 970 w 70"/>
                <a:gd name="T7" fmla="*/ 913 h 97"/>
                <a:gd name="T8" fmla="*/ 1063 w 70"/>
                <a:gd name="T9" fmla="*/ 1242 h 97"/>
                <a:gd name="T10" fmla="*/ 908 w 70"/>
                <a:gd name="T11" fmla="*/ 1848 h 97"/>
                <a:gd name="T12" fmla="*/ 583 w 70"/>
                <a:gd name="T13" fmla="*/ 969 h 97"/>
                <a:gd name="T14" fmla="*/ 0 w 70"/>
                <a:gd name="T15" fmla="*/ 684 h 97"/>
                <a:gd name="T16" fmla="*/ 175 w 70"/>
                <a:gd name="T17" fmla="*/ 248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97">
                  <a:moveTo>
                    <a:pt x="10" y="0"/>
                  </a:moveTo>
                  <a:cubicBezTo>
                    <a:pt x="25" y="6"/>
                    <a:pt x="25" y="14"/>
                    <a:pt x="31" y="27"/>
                  </a:cubicBezTo>
                  <a:cubicBezTo>
                    <a:pt x="37" y="38"/>
                    <a:pt x="44" y="39"/>
                    <a:pt x="54" y="44"/>
                  </a:cubicBezTo>
                  <a:cubicBezTo>
                    <a:pt x="60" y="46"/>
                    <a:pt x="58" y="44"/>
                    <a:pt x="62" y="48"/>
                  </a:cubicBezTo>
                  <a:cubicBezTo>
                    <a:pt x="65" y="51"/>
                    <a:pt x="67" y="61"/>
                    <a:pt x="68" y="65"/>
                  </a:cubicBezTo>
                  <a:cubicBezTo>
                    <a:pt x="70" y="77"/>
                    <a:pt x="64" y="87"/>
                    <a:pt x="58" y="97"/>
                  </a:cubicBezTo>
                  <a:cubicBezTo>
                    <a:pt x="51" y="83"/>
                    <a:pt x="47" y="65"/>
                    <a:pt x="37" y="51"/>
                  </a:cubicBezTo>
                  <a:cubicBezTo>
                    <a:pt x="31" y="41"/>
                    <a:pt x="12" y="26"/>
                    <a:pt x="0" y="36"/>
                  </a:cubicBezTo>
                  <a:cubicBezTo>
                    <a:pt x="5" y="29"/>
                    <a:pt x="11" y="21"/>
                    <a:pt x="11" y="13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0" name="Freeform 451">
              <a:extLst>
                <a:ext uri="{FF2B5EF4-FFF2-40B4-BE49-F238E27FC236}">
                  <a16:creationId xmlns:a16="http://schemas.microsoft.com/office/drawing/2014/main" id="{3F28E60B-4696-42E6-A695-F8444C726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264"/>
              <a:ext cx="60" cy="93"/>
            </a:xfrm>
            <a:custGeom>
              <a:avLst/>
              <a:gdLst>
                <a:gd name="T0" fmla="*/ 208 w 24"/>
                <a:gd name="T1" fmla="*/ 0 h 35"/>
                <a:gd name="T2" fmla="*/ 375 w 24"/>
                <a:gd name="T3" fmla="*/ 622 h 35"/>
                <a:gd name="T4" fmla="*/ 0 w 24"/>
                <a:gd name="T5" fmla="*/ 656 h 35"/>
                <a:gd name="T6" fmla="*/ 145 w 24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5">
                  <a:moveTo>
                    <a:pt x="13" y="0"/>
                  </a:moveTo>
                  <a:cubicBezTo>
                    <a:pt x="13" y="14"/>
                    <a:pt x="19" y="21"/>
                    <a:pt x="24" y="33"/>
                  </a:cubicBezTo>
                  <a:cubicBezTo>
                    <a:pt x="15" y="30"/>
                    <a:pt x="8" y="32"/>
                    <a:pt x="0" y="35"/>
                  </a:cubicBezTo>
                  <a:cubicBezTo>
                    <a:pt x="5" y="24"/>
                    <a:pt x="6" y="12"/>
                    <a:pt x="9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1" name="Freeform 452">
              <a:extLst>
                <a:ext uri="{FF2B5EF4-FFF2-40B4-BE49-F238E27FC236}">
                  <a16:creationId xmlns:a16="http://schemas.microsoft.com/office/drawing/2014/main" id="{6B414BEA-4CB2-4CD2-83A8-85F7C3A0F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091"/>
              <a:ext cx="440" cy="437"/>
            </a:xfrm>
            <a:custGeom>
              <a:avLst/>
              <a:gdLst>
                <a:gd name="T0" fmla="*/ 2750 w 176"/>
                <a:gd name="T1" fmla="*/ 0 h 164"/>
                <a:gd name="T2" fmla="*/ 2488 w 176"/>
                <a:gd name="T3" fmla="*/ 717 h 164"/>
                <a:gd name="T4" fmla="*/ 2675 w 176"/>
                <a:gd name="T5" fmla="*/ 1079 h 164"/>
                <a:gd name="T6" fmla="*/ 2145 w 176"/>
                <a:gd name="T7" fmla="*/ 1023 h 164"/>
                <a:gd name="T8" fmla="*/ 1958 w 176"/>
                <a:gd name="T9" fmla="*/ 1569 h 164"/>
                <a:gd name="T10" fmla="*/ 1970 w 176"/>
                <a:gd name="T11" fmla="*/ 2081 h 164"/>
                <a:gd name="T12" fmla="*/ 2238 w 176"/>
                <a:gd name="T13" fmla="*/ 2457 h 164"/>
                <a:gd name="T14" fmla="*/ 2145 w 176"/>
                <a:gd name="T15" fmla="*/ 2457 h 164"/>
                <a:gd name="T16" fmla="*/ 1833 w 176"/>
                <a:gd name="T17" fmla="*/ 2286 h 164"/>
                <a:gd name="T18" fmla="*/ 1458 w 176"/>
                <a:gd name="T19" fmla="*/ 2422 h 164"/>
                <a:gd name="T20" fmla="*/ 1145 w 176"/>
                <a:gd name="T21" fmla="*/ 2555 h 164"/>
                <a:gd name="T22" fmla="*/ 988 w 176"/>
                <a:gd name="T23" fmla="*/ 2968 h 164"/>
                <a:gd name="T24" fmla="*/ 500 w 176"/>
                <a:gd name="T25" fmla="*/ 2841 h 164"/>
                <a:gd name="T26" fmla="*/ 238 w 176"/>
                <a:gd name="T27" fmla="*/ 2457 h 164"/>
                <a:gd name="T28" fmla="*/ 33 w 176"/>
                <a:gd name="T29" fmla="*/ 2158 h 164"/>
                <a:gd name="T30" fmla="*/ 750 w 176"/>
                <a:gd name="T31" fmla="*/ 2193 h 164"/>
                <a:gd name="T32" fmla="*/ 1020 w 176"/>
                <a:gd name="T33" fmla="*/ 2022 h 164"/>
                <a:gd name="T34" fmla="*/ 1300 w 176"/>
                <a:gd name="T35" fmla="*/ 1873 h 164"/>
                <a:gd name="T36" fmla="*/ 1908 w 176"/>
                <a:gd name="T37" fmla="*/ 1327 h 164"/>
                <a:gd name="T38" fmla="*/ 2050 w 176"/>
                <a:gd name="T39" fmla="*/ 943 h 164"/>
                <a:gd name="T40" fmla="*/ 2333 w 176"/>
                <a:gd name="T41" fmla="*/ 456 h 16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6" h="164">
                  <a:moveTo>
                    <a:pt x="176" y="0"/>
                  </a:moveTo>
                  <a:cubicBezTo>
                    <a:pt x="169" y="9"/>
                    <a:pt x="153" y="25"/>
                    <a:pt x="159" y="38"/>
                  </a:cubicBezTo>
                  <a:cubicBezTo>
                    <a:pt x="163" y="46"/>
                    <a:pt x="171" y="47"/>
                    <a:pt x="171" y="57"/>
                  </a:cubicBezTo>
                  <a:cubicBezTo>
                    <a:pt x="160" y="58"/>
                    <a:pt x="148" y="42"/>
                    <a:pt x="137" y="54"/>
                  </a:cubicBezTo>
                  <a:cubicBezTo>
                    <a:pt x="132" y="60"/>
                    <a:pt x="128" y="75"/>
                    <a:pt x="125" y="83"/>
                  </a:cubicBezTo>
                  <a:cubicBezTo>
                    <a:pt x="122" y="93"/>
                    <a:pt x="121" y="101"/>
                    <a:pt x="126" y="110"/>
                  </a:cubicBezTo>
                  <a:cubicBezTo>
                    <a:pt x="129" y="117"/>
                    <a:pt x="142" y="123"/>
                    <a:pt x="143" y="130"/>
                  </a:cubicBezTo>
                  <a:cubicBezTo>
                    <a:pt x="145" y="138"/>
                    <a:pt x="140" y="131"/>
                    <a:pt x="137" y="130"/>
                  </a:cubicBezTo>
                  <a:cubicBezTo>
                    <a:pt x="130" y="127"/>
                    <a:pt x="124" y="123"/>
                    <a:pt x="117" y="121"/>
                  </a:cubicBezTo>
                  <a:cubicBezTo>
                    <a:pt x="107" y="119"/>
                    <a:pt x="102" y="124"/>
                    <a:pt x="93" y="128"/>
                  </a:cubicBezTo>
                  <a:cubicBezTo>
                    <a:pt x="87" y="130"/>
                    <a:pt x="79" y="131"/>
                    <a:pt x="73" y="135"/>
                  </a:cubicBezTo>
                  <a:cubicBezTo>
                    <a:pt x="65" y="141"/>
                    <a:pt x="69" y="151"/>
                    <a:pt x="63" y="157"/>
                  </a:cubicBezTo>
                  <a:cubicBezTo>
                    <a:pt x="56" y="164"/>
                    <a:pt x="39" y="155"/>
                    <a:pt x="32" y="150"/>
                  </a:cubicBezTo>
                  <a:cubicBezTo>
                    <a:pt x="25" y="145"/>
                    <a:pt x="22" y="136"/>
                    <a:pt x="15" y="130"/>
                  </a:cubicBezTo>
                  <a:cubicBezTo>
                    <a:pt x="11" y="125"/>
                    <a:pt x="0" y="122"/>
                    <a:pt x="2" y="114"/>
                  </a:cubicBezTo>
                  <a:cubicBezTo>
                    <a:pt x="13" y="120"/>
                    <a:pt x="36" y="118"/>
                    <a:pt x="48" y="116"/>
                  </a:cubicBezTo>
                  <a:cubicBezTo>
                    <a:pt x="55" y="115"/>
                    <a:pt x="60" y="111"/>
                    <a:pt x="65" y="107"/>
                  </a:cubicBezTo>
                  <a:cubicBezTo>
                    <a:pt x="72" y="103"/>
                    <a:pt x="76" y="102"/>
                    <a:pt x="83" y="99"/>
                  </a:cubicBezTo>
                  <a:cubicBezTo>
                    <a:pt x="95" y="94"/>
                    <a:pt x="114" y="81"/>
                    <a:pt x="122" y="70"/>
                  </a:cubicBezTo>
                  <a:cubicBezTo>
                    <a:pt x="126" y="64"/>
                    <a:pt x="127" y="56"/>
                    <a:pt x="131" y="50"/>
                  </a:cubicBezTo>
                  <a:cubicBezTo>
                    <a:pt x="137" y="41"/>
                    <a:pt x="146" y="35"/>
                    <a:pt x="149" y="24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2" name="Freeform 453">
              <a:extLst>
                <a:ext uri="{FF2B5EF4-FFF2-40B4-BE49-F238E27FC236}">
                  <a16:creationId xmlns:a16="http://schemas.microsoft.com/office/drawing/2014/main" id="{122BD829-4236-4989-9AC1-26A7E64AF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965"/>
              <a:ext cx="253" cy="352"/>
            </a:xfrm>
            <a:custGeom>
              <a:avLst/>
              <a:gdLst>
                <a:gd name="T0" fmla="*/ 0 w 101"/>
                <a:gd name="T1" fmla="*/ 1933 h 132"/>
                <a:gd name="T2" fmla="*/ 659 w 101"/>
                <a:gd name="T3" fmla="*/ 1877 h 132"/>
                <a:gd name="T4" fmla="*/ 1097 w 101"/>
                <a:gd name="T5" fmla="*/ 1387 h 132"/>
                <a:gd name="T6" fmla="*/ 1338 w 101"/>
                <a:gd name="T7" fmla="*/ 797 h 132"/>
                <a:gd name="T8" fmla="*/ 1505 w 101"/>
                <a:gd name="T9" fmla="*/ 0 h 132"/>
                <a:gd name="T10" fmla="*/ 1475 w 101"/>
                <a:gd name="T11" fmla="*/ 760 h 132"/>
                <a:gd name="T12" fmla="*/ 1275 w 101"/>
                <a:gd name="T13" fmla="*/ 1501 h 132"/>
                <a:gd name="T14" fmla="*/ 992 w 101"/>
                <a:gd name="T15" fmla="*/ 2027 h 132"/>
                <a:gd name="T16" fmla="*/ 834 w 101"/>
                <a:gd name="T17" fmla="*/ 2504 h 132"/>
                <a:gd name="T18" fmla="*/ 313 w 101"/>
                <a:gd name="T19" fmla="*/ 2184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132">
                  <a:moveTo>
                    <a:pt x="0" y="102"/>
                  </a:moveTo>
                  <a:cubicBezTo>
                    <a:pt x="13" y="94"/>
                    <a:pt x="27" y="101"/>
                    <a:pt x="42" y="99"/>
                  </a:cubicBezTo>
                  <a:cubicBezTo>
                    <a:pt x="60" y="97"/>
                    <a:pt x="63" y="89"/>
                    <a:pt x="70" y="73"/>
                  </a:cubicBezTo>
                  <a:cubicBezTo>
                    <a:pt x="75" y="63"/>
                    <a:pt x="81" y="53"/>
                    <a:pt x="85" y="42"/>
                  </a:cubicBezTo>
                  <a:cubicBezTo>
                    <a:pt x="90" y="29"/>
                    <a:pt x="88" y="12"/>
                    <a:pt x="96" y="0"/>
                  </a:cubicBezTo>
                  <a:cubicBezTo>
                    <a:pt x="101" y="10"/>
                    <a:pt x="95" y="30"/>
                    <a:pt x="94" y="40"/>
                  </a:cubicBezTo>
                  <a:cubicBezTo>
                    <a:pt x="91" y="54"/>
                    <a:pt x="88" y="66"/>
                    <a:pt x="81" y="79"/>
                  </a:cubicBezTo>
                  <a:cubicBezTo>
                    <a:pt x="76" y="89"/>
                    <a:pt x="69" y="97"/>
                    <a:pt x="63" y="107"/>
                  </a:cubicBezTo>
                  <a:cubicBezTo>
                    <a:pt x="58" y="115"/>
                    <a:pt x="57" y="124"/>
                    <a:pt x="53" y="132"/>
                  </a:cubicBezTo>
                  <a:cubicBezTo>
                    <a:pt x="40" y="130"/>
                    <a:pt x="31" y="121"/>
                    <a:pt x="20" y="115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3" name="Freeform 454">
              <a:extLst>
                <a:ext uri="{FF2B5EF4-FFF2-40B4-BE49-F238E27FC236}">
                  <a16:creationId xmlns:a16="http://schemas.microsoft.com/office/drawing/2014/main" id="{E8E93DFF-0614-40AA-92B3-730EB4755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563"/>
              <a:ext cx="92" cy="272"/>
            </a:xfrm>
            <a:custGeom>
              <a:avLst/>
              <a:gdLst>
                <a:gd name="T0" fmla="*/ 0 w 37"/>
                <a:gd name="T1" fmla="*/ 989 h 102"/>
                <a:gd name="T2" fmla="*/ 229 w 37"/>
                <a:gd name="T3" fmla="*/ 1288 h 102"/>
                <a:gd name="T4" fmla="*/ 370 w 37"/>
                <a:gd name="T5" fmla="*/ 1933 h 102"/>
                <a:gd name="T6" fmla="*/ 569 w 37"/>
                <a:gd name="T7" fmla="*/ 0 h 102"/>
                <a:gd name="T8" fmla="*/ 137 w 37"/>
                <a:gd name="T9" fmla="*/ 79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02">
                  <a:moveTo>
                    <a:pt x="0" y="52"/>
                  </a:moveTo>
                  <a:cubicBezTo>
                    <a:pt x="7" y="58"/>
                    <a:pt x="11" y="59"/>
                    <a:pt x="15" y="68"/>
                  </a:cubicBezTo>
                  <a:cubicBezTo>
                    <a:pt x="20" y="79"/>
                    <a:pt x="21" y="90"/>
                    <a:pt x="24" y="102"/>
                  </a:cubicBezTo>
                  <a:cubicBezTo>
                    <a:pt x="20" y="66"/>
                    <a:pt x="30" y="34"/>
                    <a:pt x="37" y="0"/>
                  </a:cubicBezTo>
                  <a:cubicBezTo>
                    <a:pt x="24" y="8"/>
                    <a:pt x="16" y="28"/>
                    <a:pt x="9" y="42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4" name="Freeform 455">
              <a:extLst>
                <a:ext uri="{FF2B5EF4-FFF2-40B4-BE49-F238E27FC236}">
                  <a16:creationId xmlns:a16="http://schemas.microsoft.com/office/drawing/2014/main" id="{3144000B-4333-4573-95C1-7317CFCD0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1189"/>
              <a:ext cx="65" cy="216"/>
            </a:xfrm>
            <a:custGeom>
              <a:avLst/>
              <a:gdLst>
                <a:gd name="T0" fmla="*/ 188 w 26"/>
                <a:gd name="T1" fmla="*/ 0 h 81"/>
                <a:gd name="T2" fmla="*/ 20 w 26"/>
                <a:gd name="T3" fmla="*/ 760 h 81"/>
                <a:gd name="T4" fmla="*/ 158 w 26"/>
                <a:gd name="T5" fmla="*/ 1101 h 81"/>
                <a:gd name="T6" fmla="*/ 250 w 26"/>
                <a:gd name="T7" fmla="*/ 1536 h 81"/>
                <a:gd name="T8" fmla="*/ 333 w 26"/>
                <a:gd name="T9" fmla="*/ 968 h 81"/>
                <a:gd name="T10" fmla="*/ 333 w 26"/>
                <a:gd name="T11" fmla="*/ 456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81">
                  <a:moveTo>
                    <a:pt x="12" y="0"/>
                  </a:moveTo>
                  <a:cubicBezTo>
                    <a:pt x="26" y="13"/>
                    <a:pt x="2" y="29"/>
                    <a:pt x="1" y="40"/>
                  </a:cubicBezTo>
                  <a:cubicBezTo>
                    <a:pt x="0" y="48"/>
                    <a:pt x="7" y="51"/>
                    <a:pt x="10" y="58"/>
                  </a:cubicBezTo>
                  <a:cubicBezTo>
                    <a:pt x="14" y="65"/>
                    <a:pt x="16" y="73"/>
                    <a:pt x="16" y="81"/>
                  </a:cubicBezTo>
                  <a:cubicBezTo>
                    <a:pt x="19" y="71"/>
                    <a:pt x="19" y="61"/>
                    <a:pt x="21" y="51"/>
                  </a:cubicBezTo>
                  <a:cubicBezTo>
                    <a:pt x="22" y="42"/>
                    <a:pt x="26" y="33"/>
                    <a:pt x="21" y="24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5" name="Freeform 456">
              <a:extLst>
                <a:ext uri="{FF2B5EF4-FFF2-40B4-BE49-F238E27FC236}">
                  <a16:creationId xmlns:a16="http://schemas.microsoft.com/office/drawing/2014/main" id="{B6774068-A4BE-422E-804F-12C5ABDAC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117"/>
              <a:ext cx="90" cy="702"/>
            </a:xfrm>
            <a:custGeom>
              <a:avLst/>
              <a:gdLst>
                <a:gd name="T0" fmla="*/ 83 w 36"/>
                <a:gd name="T1" fmla="*/ 136 h 263"/>
                <a:gd name="T2" fmla="*/ 95 w 36"/>
                <a:gd name="T3" fmla="*/ 491 h 263"/>
                <a:gd name="T4" fmla="*/ 0 w 36"/>
                <a:gd name="T5" fmla="*/ 721 h 263"/>
                <a:gd name="T6" fmla="*/ 125 w 36"/>
                <a:gd name="T7" fmla="*/ 948 h 263"/>
                <a:gd name="T8" fmla="*/ 208 w 36"/>
                <a:gd name="T9" fmla="*/ 1332 h 263"/>
                <a:gd name="T10" fmla="*/ 283 w 36"/>
                <a:gd name="T11" fmla="*/ 2472 h 263"/>
                <a:gd name="T12" fmla="*/ 250 w 36"/>
                <a:gd name="T13" fmla="*/ 2792 h 263"/>
                <a:gd name="T14" fmla="*/ 333 w 36"/>
                <a:gd name="T15" fmla="*/ 3385 h 263"/>
                <a:gd name="T16" fmla="*/ 313 w 36"/>
                <a:gd name="T17" fmla="*/ 3884 h 263"/>
                <a:gd name="T18" fmla="*/ 208 w 36"/>
                <a:gd name="T19" fmla="*/ 4183 h 263"/>
                <a:gd name="T20" fmla="*/ 458 w 36"/>
                <a:gd name="T21" fmla="*/ 4396 h 263"/>
                <a:gd name="T22" fmla="*/ 533 w 36"/>
                <a:gd name="T23" fmla="*/ 3590 h 263"/>
                <a:gd name="T24" fmla="*/ 408 w 36"/>
                <a:gd name="T25" fmla="*/ 2530 h 263"/>
                <a:gd name="T26" fmla="*/ 333 w 36"/>
                <a:gd name="T27" fmla="*/ 1118 h 263"/>
                <a:gd name="T28" fmla="*/ 363 w 36"/>
                <a:gd name="T29" fmla="*/ 721 h 263"/>
                <a:gd name="T30" fmla="*/ 188 w 36"/>
                <a:gd name="T31" fmla="*/ 206 h 263"/>
                <a:gd name="T32" fmla="*/ 125 w 36"/>
                <a:gd name="T33" fmla="*/ 0 h 2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" h="263">
                  <a:moveTo>
                    <a:pt x="5" y="7"/>
                  </a:moveTo>
                  <a:cubicBezTo>
                    <a:pt x="6" y="13"/>
                    <a:pt x="8" y="20"/>
                    <a:pt x="6" y="26"/>
                  </a:cubicBezTo>
                  <a:cubicBezTo>
                    <a:pt x="5" y="30"/>
                    <a:pt x="0" y="34"/>
                    <a:pt x="0" y="38"/>
                  </a:cubicBezTo>
                  <a:cubicBezTo>
                    <a:pt x="0" y="43"/>
                    <a:pt x="6" y="46"/>
                    <a:pt x="8" y="50"/>
                  </a:cubicBezTo>
                  <a:cubicBezTo>
                    <a:pt x="11" y="56"/>
                    <a:pt x="12" y="63"/>
                    <a:pt x="13" y="70"/>
                  </a:cubicBezTo>
                  <a:cubicBezTo>
                    <a:pt x="16" y="87"/>
                    <a:pt x="23" y="113"/>
                    <a:pt x="18" y="130"/>
                  </a:cubicBezTo>
                  <a:cubicBezTo>
                    <a:pt x="16" y="139"/>
                    <a:pt x="14" y="138"/>
                    <a:pt x="16" y="147"/>
                  </a:cubicBezTo>
                  <a:cubicBezTo>
                    <a:pt x="19" y="158"/>
                    <a:pt x="21" y="166"/>
                    <a:pt x="21" y="178"/>
                  </a:cubicBezTo>
                  <a:cubicBezTo>
                    <a:pt x="21" y="186"/>
                    <a:pt x="22" y="196"/>
                    <a:pt x="20" y="204"/>
                  </a:cubicBezTo>
                  <a:cubicBezTo>
                    <a:pt x="18" y="210"/>
                    <a:pt x="14" y="214"/>
                    <a:pt x="13" y="220"/>
                  </a:cubicBezTo>
                  <a:cubicBezTo>
                    <a:pt x="11" y="234"/>
                    <a:pt x="28" y="263"/>
                    <a:pt x="29" y="231"/>
                  </a:cubicBezTo>
                  <a:cubicBezTo>
                    <a:pt x="30" y="217"/>
                    <a:pt x="32" y="203"/>
                    <a:pt x="34" y="189"/>
                  </a:cubicBezTo>
                  <a:cubicBezTo>
                    <a:pt x="36" y="170"/>
                    <a:pt x="30" y="152"/>
                    <a:pt x="26" y="133"/>
                  </a:cubicBezTo>
                  <a:cubicBezTo>
                    <a:pt x="20" y="111"/>
                    <a:pt x="19" y="82"/>
                    <a:pt x="21" y="59"/>
                  </a:cubicBezTo>
                  <a:cubicBezTo>
                    <a:pt x="22" y="52"/>
                    <a:pt x="24" y="45"/>
                    <a:pt x="23" y="38"/>
                  </a:cubicBezTo>
                  <a:cubicBezTo>
                    <a:pt x="22" y="28"/>
                    <a:pt x="16" y="20"/>
                    <a:pt x="12" y="11"/>
                  </a:cubicBezTo>
                  <a:cubicBezTo>
                    <a:pt x="11" y="8"/>
                    <a:pt x="9" y="4"/>
                    <a:pt x="8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6" name="Freeform 457">
              <a:extLst>
                <a:ext uri="{FF2B5EF4-FFF2-40B4-BE49-F238E27FC236}">
                  <a16:creationId xmlns:a16="http://schemas.microsoft.com/office/drawing/2014/main" id="{4BED6FE7-0C73-4744-A851-77F45FAD3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168"/>
              <a:ext cx="130" cy="552"/>
            </a:xfrm>
            <a:custGeom>
              <a:avLst/>
              <a:gdLst>
                <a:gd name="T0" fmla="*/ 408 w 52"/>
                <a:gd name="T1" fmla="*/ 0 h 207"/>
                <a:gd name="T2" fmla="*/ 20 w 52"/>
                <a:gd name="T3" fmla="*/ 1117 h 207"/>
                <a:gd name="T4" fmla="*/ 238 w 52"/>
                <a:gd name="T5" fmla="*/ 1629 h 207"/>
                <a:gd name="T6" fmla="*/ 313 w 52"/>
                <a:gd name="T7" fmla="*/ 2141 h 207"/>
                <a:gd name="T8" fmla="*/ 533 w 52"/>
                <a:gd name="T9" fmla="*/ 3221 h 207"/>
                <a:gd name="T10" fmla="*/ 750 w 52"/>
                <a:gd name="T11" fmla="*/ 3925 h 207"/>
                <a:gd name="T12" fmla="*/ 675 w 52"/>
                <a:gd name="T13" fmla="*/ 2424 h 207"/>
                <a:gd name="T14" fmla="*/ 783 w 52"/>
                <a:gd name="T15" fmla="*/ 1557 h 207"/>
                <a:gd name="T16" fmla="*/ 583 w 52"/>
                <a:gd name="T17" fmla="*/ 968 h 207"/>
                <a:gd name="T18" fmla="*/ 500 w 52"/>
                <a:gd name="T19" fmla="*/ 56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207">
                  <a:moveTo>
                    <a:pt x="26" y="0"/>
                  </a:moveTo>
                  <a:cubicBezTo>
                    <a:pt x="27" y="23"/>
                    <a:pt x="0" y="38"/>
                    <a:pt x="1" y="59"/>
                  </a:cubicBezTo>
                  <a:cubicBezTo>
                    <a:pt x="2" y="68"/>
                    <a:pt x="12" y="77"/>
                    <a:pt x="15" y="86"/>
                  </a:cubicBezTo>
                  <a:cubicBezTo>
                    <a:pt x="19" y="94"/>
                    <a:pt x="20" y="104"/>
                    <a:pt x="20" y="113"/>
                  </a:cubicBezTo>
                  <a:cubicBezTo>
                    <a:pt x="21" y="132"/>
                    <a:pt x="27" y="153"/>
                    <a:pt x="34" y="170"/>
                  </a:cubicBezTo>
                  <a:cubicBezTo>
                    <a:pt x="39" y="183"/>
                    <a:pt x="46" y="193"/>
                    <a:pt x="48" y="207"/>
                  </a:cubicBezTo>
                  <a:cubicBezTo>
                    <a:pt x="48" y="180"/>
                    <a:pt x="45" y="154"/>
                    <a:pt x="43" y="128"/>
                  </a:cubicBezTo>
                  <a:cubicBezTo>
                    <a:pt x="41" y="111"/>
                    <a:pt x="52" y="98"/>
                    <a:pt x="50" y="82"/>
                  </a:cubicBezTo>
                  <a:cubicBezTo>
                    <a:pt x="49" y="71"/>
                    <a:pt x="40" y="63"/>
                    <a:pt x="37" y="51"/>
                  </a:cubicBezTo>
                  <a:cubicBezTo>
                    <a:pt x="33" y="38"/>
                    <a:pt x="27" y="15"/>
                    <a:pt x="32" y="3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7" name="Freeform 458">
              <a:extLst>
                <a:ext uri="{FF2B5EF4-FFF2-40B4-BE49-F238E27FC236}">
                  <a16:creationId xmlns:a16="http://schemas.microsoft.com/office/drawing/2014/main" id="{9F08CD46-1966-40A2-9390-2564FC876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349"/>
              <a:ext cx="218" cy="387"/>
            </a:xfrm>
            <a:custGeom>
              <a:avLst/>
              <a:gdLst>
                <a:gd name="T0" fmla="*/ 0 w 87"/>
                <a:gd name="T1" fmla="*/ 0 h 145"/>
                <a:gd name="T2" fmla="*/ 396 w 87"/>
                <a:gd name="T3" fmla="*/ 286 h 145"/>
                <a:gd name="T4" fmla="*/ 772 w 87"/>
                <a:gd name="T5" fmla="*/ 854 h 145"/>
                <a:gd name="T6" fmla="*/ 1100 w 87"/>
                <a:gd name="T7" fmla="*/ 1425 h 145"/>
                <a:gd name="T8" fmla="*/ 1305 w 87"/>
                <a:gd name="T9" fmla="*/ 1732 h 145"/>
                <a:gd name="T10" fmla="*/ 1055 w 87"/>
                <a:gd name="T11" fmla="*/ 2130 h 145"/>
                <a:gd name="T12" fmla="*/ 880 w 87"/>
                <a:gd name="T13" fmla="*/ 2757 h 145"/>
                <a:gd name="T14" fmla="*/ 880 w 87"/>
                <a:gd name="T15" fmla="*/ 1447 h 145"/>
                <a:gd name="T16" fmla="*/ 363 w 87"/>
                <a:gd name="T17" fmla="*/ 627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145">
                  <a:moveTo>
                    <a:pt x="0" y="0"/>
                  </a:moveTo>
                  <a:cubicBezTo>
                    <a:pt x="14" y="1"/>
                    <a:pt x="19" y="4"/>
                    <a:pt x="25" y="15"/>
                  </a:cubicBezTo>
                  <a:cubicBezTo>
                    <a:pt x="32" y="27"/>
                    <a:pt x="41" y="35"/>
                    <a:pt x="49" y="45"/>
                  </a:cubicBezTo>
                  <a:cubicBezTo>
                    <a:pt x="57" y="55"/>
                    <a:pt x="63" y="65"/>
                    <a:pt x="70" y="75"/>
                  </a:cubicBezTo>
                  <a:cubicBezTo>
                    <a:pt x="74" y="80"/>
                    <a:pt x="81" y="85"/>
                    <a:pt x="83" y="91"/>
                  </a:cubicBezTo>
                  <a:cubicBezTo>
                    <a:pt x="87" y="103"/>
                    <a:pt x="72" y="103"/>
                    <a:pt x="67" y="112"/>
                  </a:cubicBezTo>
                  <a:cubicBezTo>
                    <a:pt x="61" y="121"/>
                    <a:pt x="61" y="134"/>
                    <a:pt x="56" y="145"/>
                  </a:cubicBezTo>
                  <a:cubicBezTo>
                    <a:pt x="62" y="123"/>
                    <a:pt x="67" y="96"/>
                    <a:pt x="56" y="76"/>
                  </a:cubicBezTo>
                  <a:cubicBezTo>
                    <a:pt x="48" y="59"/>
                    <a:pt x="32" y="49"/>
                    <a:pt x="23" y="33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8" name="Freeform 459">
              <a:extLst>
                <a:ext uri="{FF2B5EF4-FFF2-40B4-BE49-F238E27FC236}">
                  <a16:creationId xmlns:a16="http://schemas.microsoft.com/office/drawing/2014/main" id="{ABB95150-2BEE-43E1-8DA6-3A1C1F6DB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184"/>
              <a:ext cx="52" cy="269"/>
            </a:xfrm>
            <a:custGeom>
              <a:avLst/>
              <a:gdLst>
                <a:gd name="T0" fmla="*/ 319 w 21"/>
                <a:gd name="T1" fmla="*/ 0 h 101"/>
                <a:gd name="T2" fmla="*/ 104 w 21"/>
                <a:gd name="T3" fmla="*/ 320 h 101"/>
                <a:gd name="T4" fmla="*/ 92 w 21"/>
                <a:gd name="T5" fmla="*/ 943 h 101"/>
                <a:gd name="T6" fmla="*/ 12 w 21"/>
                <a:gd name="T7" fmla="*/ 1377 h 101"/>
                <a:gd name="T8" fmla="*/ 74 w 21"/>
                <a:gd name="T9" fmla="*/ 1907 h 101"/>
                <a:gd name="T10" fmla="*/ 183 w 21"/>
                <a:gd name="T11" fmla="*/ 930 h 101"/>
                <a:gd name="T12" fmla="*/ 196 w 21"/>
                <a:gd name="T13" fmla="*/ 32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01">
                  <a:moveTo>
                    <a:pt x="21" y="0"/>
                  </a:moveTo>
                  <a:cubicBezTo>
                    <a:pt x="16" y="7"/>
                    <a:pt x="9" y="8"/>
                    <a:pt x="7" y="17"/>
                  </a:cubicBezTo>
                  <a:cubicBezTo>
                    <a:pt x="5" y="27"/>
                    <a:pt x="10" y="39"/>
                    <a:pt x="6" y="50"/>
                  </a:cubicBezTo>
                  <a:cubicBezTo>
                    <a:pt x="2" y="59"/>
                    <a:pt x="0" y="63"/>
                    <a:pt x="1" y="73"/>
                  </a:cubicBezTo>
                  <a:cubicBezTo>
                    <a:pt x="2" y="81"/>
                    <a:pt x="1" y="94"/>
                    <a:pt x="5" y="101"/>
                  </a:cubicBezTo>
                  <a:cubicBezTo>
                    <a:pt x="5" y="83"/>
                    <a:pt x="11" y="66"/>
                    <a:pt x="12" y="49"/>
                  </a:cubicBezTo>
                  <a:cubicBezTo>
                    <a:pt x="12" y="38"/>
                    <a:pt x="8" y="27"/>
                    <a:pt x="13" y="17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9" name="Freeform 460">
              <a:extLst>
                <a:ext uri="{FF2B5EF4-FFF2-40B4-BE49-F238E27FC236}">
                  <a16:creationId xmlns:a16="http://schemas.microsoft.com/office/drawing/2014/main" id="{8C792AF0-56A8-4122-B8ED-E75677098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565"/>
              <a:ext cx="60" cy="142"/>
            </a:xfrm>
            <a:custGeom>
              <a:avLst/>
              <a:gdLst>
                <a:gd name="T0" fmla="*/ 145 w 24"/>
                <a:gd name="T1" fmla="*/ 0 h 53"/>
                <a:gd name="T2" fmla="*/ 375 w 24"/>
                <a:gd name="T3" fmla="*/ 539 h 53"/>
                <a:gd name="T4" fmla="*/ 0 w 24"/>
                <a:gd name="T5" fmla="*/ 101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3">
                  <a:moveTo>
                    <a:pt x="9" y="0"/>
                  </a:moveTo>
                  <a:cubicBezTo>
                    <a:pt x="2" y="12"/>
                    <a:pt x="15" y="22"/>
                    <a:pt x="24" y="28"/>
                  </a:cubicBezTo>
                  <a:cubicBezTo>
                    <a:pt x="14" y="33"/>
                    <a:pt x="4" y="42"/>
                    <a:pt x="0" y="53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0" name="Freeform 461">
              <a:extLst>
                <a:ext uri="{FF2B5EF4-FFF2-40B4-BE49-F238E27FC236}">
                  <a16:creationId xmlns:a16="http://schemas.microsoft.com/office/drawing/2014/main" id="{DAEC88AA-8206-4A2D-87A2-2BBD43570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803"/>
              <a:ext cx="140" cy="192"/>
            </a:xfrm>
            <a:custGeom>
              <a:avLst/>
              <a:gdLst>
                <a:gd name="T0" fmla="*/ 425 w 56"/>
                <a:gd name="T1" fmla="*/ 0 h 72"/>
                <a:gd name="T2" fmla="*/ 333 w 56"/>
                <a:gd name="T3" fmla="*/ 717 h 72"/>
                <a:gd name="T4" fmla="*/ 0 w 56"/>
                <a:gd name="T5" fmla="*/ 1059 h 72"/>
                <a:gd name="T6" fmla="*/ 875 w 56"/>
                <a:gd name="T7" fmla="*/ 1365 h 72"/>
                <a:gd name="T8" fmla="*/ 645 w 56"/>
                <a:gd name="T9" fmla="*/ 83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72">
                  <a:moveTo>
                    <a:pt x="27" y="0"/>
                  </a:moveTo>
                  <a:cubicBezTo>
                    <a:pt x="19" y="10"/>
                    <a:pt x="25" y="26"/>
                    <a:pt x="21" y="38"/>
                  </a:cubicBezTo>
                  <a:cubicBezTo>
                    <a:pt x="16" y="52"/>
                    <a:pt x="10" y="50"/>
                    <a:pt x="0" y="56"/>
                  </a:cubicBezTo>
                  <a:cubicBezTo>
                    <a:pt x="15" y="55"/>
                    <a:pt x="45" y="61"/>
                    <a:pt x="56" y="72"/>
                  </a:cubicBezTo>
                  <a:cubicBezTo>
                    <a:pt x="52" y="63"/>
                    <a:pt x="46" y="53"/>
                    <a:pt x="41" y="44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1" name="Freeform 462">
              <a:extLst>
                <a:ext uri="{FF2B5EF4-FFF2-40B4-BE49-F238E27FC236}">
                  <a16:creationId xmlns:a16="http://schemas.microsoft.com/office/drawing/2014/main" id="{346D9A0E-20ED-40DB-88DB-BF8C23275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141"/>
              <a:ext cx="230" cy="75"/>
            </a:xfrm>
            <a:custGeom>
              <a:avLst/>
              <a:gdLst>
                <a:gd name="T0" fmla="*/ 0 w 92"/>
                <a:gd name="T1" fmla="*/ 35 h 28"/>
                <a:gd name="T2" fmla="*/ 50 w 92"/>
                <a:gd name="T3" fmla="*/ 517 h 28"/>
                <a:gd name="T4" fmla="*/ 720 w 92"/>
                <a:gd name="T5" fmla="*/ 423 h 28"/>
                <a:gd name="T6" fmla="*/ 1438 w 92"/>
                <a:gd name="T7" fmla="*/ 346 h 28"/>
                <a:gd name="T8" fmla="*/ 658 w 92"/>
                <a:gd name="T9" fmla="*/ 94 h 28"/>
                <a:gd name="T10" fmla="*/ 33 w 92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28">
                  <a:moveTo>
                    <a:pt x="0" y="2"/>
                  </a:moveTo>
                  <a:cubicBezTo>
                    <a:pt x="7" y="8"/>
                    <a:pt x="10" y="21"/>
                    <a:pt x="3" y="27"/>
                  </a:cubicBezTo>
                  <a:cubicBezTo>
                    <a:pt x="17" y="28"/>
                    <a:pt x="33" y="22"/>
                    <a:pt x="46" y="22"/>
                  </a:cubicBezTo>
                  <a:cubicBezTo>
                    <a:pt x="62" y="22"/>
                    <a:pt x="76" y="21"/>
                    <a:pt x="92" y="18"/>
                  </a:cubicBezTo>
                  <a:cubicBezTo>
                    <a:pt x="76" y="18"/>
                    <a:pt x="58" y="8"/>
                    <a:pt x="42" y="5"/>
                  </a:cubicBezTo>
                  <a:cubicBezTo>
                    <a:pt x="29" y="2"/>
                    <a:pt x="15" y="3"/>
                    <a:pt x="2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2" name="Freeform 463">
              <a:extLst>
                <a:ext uri="{FF2B5EF4-FFF2-40B4-BE49-F238E27FC236}">
                  <a16:creationId xmlns:a16="http://schemas.microsoft.com/office/drawing/2014/main" id="{D6ECA42D-ED63-4B5D-87D2-BEBB8D0B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064"/>
              <a:ext cx="93" cy="88"/>
            </a:xfrm>
            <a:custGeom>
              <a:avLst/>
              <a:gdLst>
                <a:gd name="T0" fmla="*/ 189 w 37"/>
                <a:gd name="T1" fmla="*/ 0 h 33"/>
                <a:gd name="T2" fmla="*/ 0 w 37"/>
                <a:gd name="T3" fmla="*/ 568 h 33"/>
                <a:gd name="T4" fmla="*/ 588 w 37"/>
                <a:gd name="T5" fmla="*/ 34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3">
                  <a:moveTo>
                    <a:pt x="12" y="0"/>
                  </a:moveTo>
                  <a:cubicBezTo>
                    <a:pt x="17" y="15"/>
                    <a:pt x="15" y="25"/>
                    <a:pt x="0" y="30"/>
                  </a:cubicBezTo>
                  <a:cubicBezTo>
                    <a:pt x="12" y="33"/>
                    <a:pt x="30" y="30"/>
                    <a:pt x="37" y="18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3" name="Freeform 464">
              <a:extLst>
                <a:ext uri="{FF2B5EF4-FFF2-40B4-BE49-F238E27FC236}">
                  <a16:creationId xmlns:a16="http://schemas.microsoft.com/office/drawing/2014/main" id="{781D90CF-8125-42BD-9A58-174D82A97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293"/>
              <a:ext cx="76" cy="83"/>
            </a:xfrm>
            <a:custGeom>
              <a:avLst/>
              <a:gdLst>
                <a:gd name="T0" fmla="*/ 160 w 30"/>
                <a:gd name="T1" fmla="*/ 94 h 31"/>
                <a:gd name="T2" fmla="*/ 489 w 30"/>
                <a:gd name="T3" fmla="*/ 388 h 31"/>
                <a:gd name="T4" fmla="*/ 33 w 30"/>
                <a:gd name="T5" fmla="*/ 594 h 31"/>
                <a:gd name="T6" fmla="*/ 117 w 3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1">
                  <a:moveTo>
                    <a:pt x="10" y="5"/>
                  </a:moveTo>
                  <a:cubicBezTo>
                    <a:pt x="18" y="10"/>
                    <a:pt x="27" y="11"/>
                    <a:pt x="30" y="20"/>
                  </a:cubicBezTo>
                  <a:cubicBezTo>
                    <a:pt x="22" y="25"/>
                    <a:pt x="11" y="27"/>
                    <a:pt x="2" y="31"/>
                  </a:cubicBezTo>
                  <a:cubicBezTo>
                    <a:pt x="0" y="21"/>
                    <a:pt x="9" y="12"/>
                    <a:pt x="7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4" name="Freeform 465">
              <a:extLst>
                <a:ext uri="{FF2B5EF4-FFF2-40B4-BE49-F238E27FC236}">
                  <a16:creationId xmlns:a16="http://schemas.microsoft.com/office/drawing/2014/main" id="{F372F63F-890D-4F48-A375-9DC3C4C64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000"/>
              <a:ext cx="68" cy="67"/>
            </a:xfrm>
            <a:custGeom>
              <a:avLst/>
              <a:gdLst>
                <a:gd name="T0" fmla="*/ 0 w 27"/>
                <a:gd name="T1" fmla="*/ 230 h 25"/>
                <a:gd name="T2" fmla="*/ 431 w 27"/>
                <a:gd name="T3" fmla="*/ 482 h 25"/>
                <a:gd name="T4" fmla="*/ 335 w 27"/>
                <a:gd name="T5" fmla="*/ 0 h 25"/>
                <a:gd name="T6" fmla="*/ 96 w 27"/>
                <a:gd name="T7" fmla="*/ 20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">
                  <a:moveTo>
                    <a:pt x="0" y="12"/>
                  </a:moveTo>
                  <a:cubicBezTo>
                    <a:pt x="10" y="17"/>
                    <a:pt x="21" y="14"/>
                    <a:pt x="27" y="25"/>
                  </a:cubicBezTo>
                  <a:cubicBezTo>
                    <a:pt x="24" y="16"/>
                    <a:pt x="21" y="9"/>
                    <a:pt x="21" y="0"/>
                  </a:cubicBezTo>
                  <a:cubicBezTo>
                    <a:pt x="19" y="6"/>
                    <a:pt x="14" y="11"/>
                    <a:pt x="6" y="11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5" name="Freeform 466">
              <a:extLst>
                <a:ext uri="{FF2B5EF4-FFF2-40B4-BE49-F238E27FC236}">
                  <a16:creationId xmlns:a16="http://schemas.microsoft.com/office/drawing/2014/main" id="{436BF0C4-2BB6-4CF2-B27A-059B21F19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808"/>
              <a:ext cx="142" cy="99"/>
            </a:xfrm>
            <a:custGeom>
              <a:avLst/>
              <a:gdLst>
                <a:gd name="T0" fmla="*/ 0 w 57"/>
                <a:gd name="T1" fmla="*/ 423 h 37"/>
                <a:gd name="T2" fmla="*/ 508 w 57"/>
                <a:gd name="T3" fmla="*/ 0 h 37"/>
                <a:gd name="T4" fmla="*/ 757 w 57"/>
                <a:gd name="T5" fmla="*/ 342 h 37"/>
                <a:gd name="T6" fmla="*/ 882 w 57"/>
                <a:gd name="T7" fmla="*/ 61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7">
                  <a:moveTo>
                    <a:pt x="0" y="22"/>
                  </a:moveTo>
                  <a:cubicBezTo>
                    <a:pt x="14" y="37"/>
                    <a:pt x="31" y="11"/>
                    <a:pt x="33" y="0"/>
                  </a:cubicBezTo>
                  <a:cubicBezTo>
                    <a:pt x="37" y="7"/>
                    <a:pt x="45" y="11"/>
                    <a:pt x="49" y="18"/>
                  </a:cubicBezTo>
                  <a:cubicBezTo>
                    <a:pt x="53" y="23"/>
                    <a:pt x="53" y="29"/>
                    <a:pt x="57" y="32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6" name="Freeform 467">
              <a:extLst>
                <a:ext uri="{FF2B5EF4-FFF2-40B4-BE49-F238E27FC236}">
                  <a16:creationId xmlns:a16="http://schemas.microsoft.com/office/drawing/2014/main" id="{28FD2311-8F72-4B96-89A3-045204D8A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605"/>
              <a:ext cx="320" cy="94"/>
            </a:xfrm>
            <a:custGeom>
              <a:avLst/>
              <a:gdLst>
                <a:gd name="T0" fmla="*/ 0 w 128"/>
                <a:gd name="T1" fmla="*/ 56 h 35"/>
                <a:gd name="T2" fmla="*/ 595 w 128"/>
                <a:gd name="T3" fmla="*/ 252 h 35"/>
                <a:gd name="T4" fmla="*/ 970 w 128"/>
                <a:gd name="T5" fmla="*/ 620 h 35"/>
                <a:gd name="T6" fmla="*/ 1438 w 128"/>
                <a:gd name="T7" fmla="*/ 449 h 35"/>
                <a:gd name="T8" fmla="*/ 1875 w 128"/>
                <a:gd name="T9" fmla="*/ 677 h 35"/>
                <a:gd name="T10" fmla="*/ 688 w 128"/>
                <a:gd name="T11" fmla="*/ 8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35">
                  <a:moveTo>
                    <a:pt x="0" y="3"/>
                  </a:moveTo>
                  <a:cubicBezTo>
                    <a:pt x="14" y="0"/>
                    <a:pt x="27" y="7"/>
                    <a:pt x="38" y="13"/>
                  </a:cubicBezTo>
                  <a:cubicBezTo>
                    <a:pt x="45" y="17"/>
                    <a:pt x="55" y="31"/>
                    <a:pt x="62" y="32"/>
                  </a:cubicBezTo>
                  <a:cubicBezTo>
                    <a:pt x="69" y="34"/>
                    <a:pt x="82" y="23"/>
                    <a:pt x="92" y="23"/>
                  </a:cubicBezTo>
                  <a:cubicBezTo>
                    <a:pt x="103" y="23"/>
                    <a:pt x="111" y="32"/>
                    <a:pt x="120" y="35"/>
                  </a:cubicBezTo>
                  <a:cubicBezTo>
                    <a:pt x="128" y="15"/>
                    <a:pt x="54" y="14"/>
                    <a:pt x="44" y="4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7" name="Freeform 468">
              <a:extLst>
                <a:ext uri="{FF2B5EF4-FFF2-40B4-BE49-F238E27FC236}">
                  <a16:creationId xmlns:a16="http://schemas.microsoft.com/office/drawing/2014/main" id="{242851C2-4CA8-4D92-950A-9D4F42951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643"/>
              <a:ext cx="200" cy="42"/>
            </a:xfrm>
            <a:custGeom>
              <a:avLst/>
              <a:gdLst>
                <a:gd name="T0" fmla="*/ 0 w 80"/>
                <a:gd name="T1" fmla="*/ 268 h 16"/>
                <a:gd name="T2" fmla="*/ 1250 w 80"/>
                <a:gd name="T3" fmla="*/ 289 h 16"/>
                <a:gd name="T4" fmla="*/ 908 w 80"/>
                <a:gd name="T5" fmla="*/ 55 h 16"/>
                <a:gd name="T6" fmla="*/ 300 w 80"/>
                <a:gd name="T7" fmla="*/ 16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16">
                  <a:moveTo>
                    <a:pt x="0" y="15"/>
                  </a:moveTo>
                  <a:cubicBezTo>
                    <a:pt x="27" y="14"/>
                    <a:pt x="55" y="16"/>
                    <a:pt x="80" y="16"/>
                  </a:cubicBezTo>
                  <a:cubicBezTo>
                    <a:pt x="70" y="14"/>
                    <a:pt x="66" y="5"/>
                    <a:pt x="58" y="3"/>
                  </a:cubicBezTo>
                  <a:cubicBezTo>
                    <a:pt x="48" y="0"/>
                    <a:pt x="30" y="7"/>
                    <a:pt x="19" y="9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8" name="Freeform 469">
              <a:extLst>
                <a:ext uri="{FF2B5EF4-FFF2-40B4-BE49-F238E27FC236}">
                  <a16:creationId xmlns:a16="http://schemas.microsoft.com/office/drawing/2014/main" id="{39A26218-542A-4C15-88C0-9497CA22A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541"/>
              <a:ext cx="127" cy="78"/>
            </a:xfrm>
            <a:custGeom>
              <a:avLst/>
              <a:gdLst>
                <a:gd name="T0" fmla="*/ 0 w 51"/>
                <a:gd name="T1" fmla="*/ 253 h 29"/>
                <a:gd name="T2" fmla="*/ 416 w 51"/>
                <a:gd name="T3" fmla="*/ 428 h 29"/>
                <a:gd name="T4" fmla="*/ 787 w 51"/>
                <a:gd name="T5" fmla="*/ 565 h 29"/>
                <a:gd name="T6" fmla="*/ 508 w 51"/>
                <a:gd name="T7" fmla="*/ 347 h 29"/>
                <a:gd name="T8" fmla="*/ 261 w 51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9">
                  <a:moveTo>
                    <a:pt x="0" y="13"/>
                  </a:moveTo>
                  <a:cubicBezTo>
                    <a:pt x="7" y="21"/>
                    <a:pt x="18" y="20"/>
                    <a:pt x="27" y="22"/>
                  </a:cubicBezTo>
                  <a:cubicBezTo>
                    <a:pt x="35" y="23"/>
                    <a:pt x="43" y="27"/>
                    <a:pt x="51" y="29"/>
                  </a:cubicBezTo>
                  <a:cubicBezTo>
                    <a:pt x="47" y="23"/>
                    <a:pt x="39" y="22"/>
                    <a:pt x="33" y="18"/>
                  </a:cubicBezTo>
                  <a:cubicBezTo>
                    <a:pt x="28" y="13"/>
                    <a:pt x="21" y="6"/>
                    <a:pt x="17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9" name="Freeform 470">
              <a:extLst>
                <a:ext uri="{FF2B5EF4-FFF2-40B4-BE49-F238E27FC236}">
                  <a16:creationId xmlns:a16="http://schemas.microsoft.com/office/drawing/2014/main" id="{0AC06C11-D9F8-4FDD-B46E-D4A9FB9A5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507"/>
              <a:ext cx="463" cy="389"/>
            </a:xfrm>
            <a:custGeom>
              <a:avLst/>
              <a:gdLst>
                <a:gd name="T0" fmla="*/ 63 w 185"/>
                <a:gd name="T1" fmla="*/ 2592 h 146"/>
                <a:gd name="T2" fmla="*/ 2097 w 185"/>
                <a:gd name="T3" fmla="*/ 2251 h 146"/>
                <a:gd name="T4" fmla="*/ 2693 w 185"/>
                <a:gd name="T5" fmla="*/ 1172 h 146"/>
                <a:gd name="T6" fmla="*/ 2555 w 185"/>
                <a:gd name="T7" fmla="*/ 0 h 146"/>
                <a:gd name="T8" fmla="*/ 2493 w 185"/>
                <a:gd name="T9" fmla="*/ 794 h 146"/>
                <a:gd name="T10" fmla="*/ 2035 w 185"/>
                <a:gd name="T11" fmla="*/ 1604 h 146"/>
                <a:gd name="T12" fmla="*/ 1679 w 185"/>
                <a:gd name="T13" fmla="*/ 1910 h 146"/>
                <a:gd name="T14" fmla="*/ 1034 w 185"/>
                <a:gd name="T15" fmla="*/ 2001 h 146"/>
                <a:gd name="T16" fmla="*/ 20 w 185"/>
                <a:gd name="T17" fmla="*/ 1761 h 146"/>
                <a:gd name="T18" fmla="*/ 175 w 185"/>
                <a:gd name="T19" fmla="*/ 2193 h 146"/>
                <a:gd name="T20" fmla="*/ 63 w 185"/>
                <a:gd name="T21" fmla="*/ 2457 h 146"/>
                <a:gd name="T22" fmla="*/ 33 w 185"/>
                <a:gd name="T23" fmla="*/ 2457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5" h="146">
                  <a:moveTo>
                    <a:pt x="4" y="137"/>
                  </a:moveTo>
                  <a:cubicBezTo>
                    <a:pt x="48" y="137"/>
                    <a:pt x="97" y="146"/>
                    <a:pt x="134" y="119"/>
                  </a:cubicBezTo>
                  <a:cubicBezTo>
                    <a:pt x="152" y="107"/>
                    <a:pt x="162" y="81"/>
                    <a:pt x="172" y="62"/>
                  </a:cubicBezTo>
                  <a:cubicBezTo>
                    <a:pt x="185" y="38"/>
                    <a:pt x="182" y="19"/>
                    <a:pt x="163" y="0"/>
                  </a:cubicBezTo>
                  <a:cubicBezTo>
                    <a:pt x="158" y="12"/>
                    <a:pt x="163" y="29"/>
                    <a:pt x="159" y="42"/>
                  </a:cubicBezTo>
                  <a:cubicBezTo>
                    <a:pt x="155" y="59"/>
                    <a:pt x="144" y="75"/>
                    <a:pt x="130" y="85"/>
                  </a:cubicBezTo>
                  <a:cubicBezTo>
                    <a:pt x="122" y="91"/>
                    <a:pt x="114" y="95"/>
                    <a:pt x="107" y="101"/>
                  </a:cubicBezTo>
                  <a:cubicBezTo>
                    <a:pt x="94" y="112"/>
                    <a:pt x="82" y="111"/>
                    <a:pt x="66" y="106"/>
                  </a:cubicBezTo>
                  <a:cubicBezTo>
                    <a:pt x="57" y="103"/>
                    <a:pt x="4" y="76"/>
                    <a:pt x="1" y="93"/>
                  </a:cubicBezTo>
                  <a:cubicBezTo>
                    <a:pt x="0" y="103"/>
                    <a:pt x="15" y="103"/>
                    <a:pt x="11" y="116"/>
                  </a:cubicBezTo>
                  <a:cubicBezTo>
                    <a:pt x="10" y="122"/>
                    <a:pt x="3" y="124"/>
                    <a:pt x="4" y="130"/>
                  </a:cubicBezTo>
                  <a:cubicBezTo>
                    <a:pt x="4" y="132"/>
                    <a:pt x="4" y="130"/>
                    <a:pt x="2" y="13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20" name="Freeform 471">
              <a:extLst>
                <a:ext uri="{FF2B5EF4-FFF2-40B4-BE49-F238E27FC236}">
                  <a16:creationId xmlns:a16="http://schemas.microsoft.com/office/drawing/2014/main" id="{9686388B-5C72-4417-A654-5360B478E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424"/>
              <a:ext cx="586" cy="203"/>
            </a:xfrm>
            <a:custGeom>
              <a:avLst/>
              <a:gdLst>
                <a:gd name="T0" fmla="*/ 533 w 234"/>
                <a:gd name="T1" fmla="*/ 0 h 76"/>
                <a:gd name="T2" fmla="*/ 551 w 234"/>
                <a:gd name="T3" fmla="*/ 513 h 76"/>
                <a:gd name="T4" fmla="*/ 1034 w 234"/>
                <a:gd name="T5" fmla="*/ 935 h 76"/>
                <a:gd name="T6" fmla="*/ 2309 w 234"/>
                <a:gd name="T7" fmla="*/ 1084 h 76"/>
                <a:gd name="T8" fmla="*/ 2577 w 234"/>
                <a:gd name="T9" fmla="*/ 914 h 76"/>
                <a:gd name="T10" fmla="*/ 2747 w 234"/>
                <a:gd name="T11" fmla="*/ 684 h 76"/>
                <a:gd name="T12" fmla="*/ 3093 w 234"/>
                <a:gd name="T13" fmla="*/ 956 h 76"/>
                <a:gd name="T14" fmla="*/ 3361 w 234"/>
                <a:gd name="T15" fmla="*/ 841 h 76"/>
                <a:gd name="T16" fmla="*/ 3468 w 234"/>
                <a:gd name="T17" fmla="*/ 743 h 76"/>
                <a:gd name="T18" fmla="*/ 3498 w 234"/>
                <a:gd name="T19" fmla="*/ 401 h 76"/>
                <a:gd name="T20" fmla="*/ 3656 w 234"/>
                <a:gd name="T21" fmla="*/ 422 h 76"/>
                <a:gd name="T22" fmla="*/ 3468 w 234"/>
                <a:gd name="T23" fmla="*/ 841 h 76"/>
                <a:gd name="T24" fmla="*/ 2434 w 234"/>
                <a:gd name="T25" fmla="*/ 1333 h 76"/>
                <a:gd name="T26" fmla="*/ 396 w 234"/>
                <a:gd name="T27" fmla="*/ 799 h 76"/>
                <a:gd name="T28" fmla="*/ 0 w 234"/>
                <a:gd name="T29" fmla="*/ 491 h 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4" h="76">
                  <a:moveTo>
                    <a:pt x="34" y="0"/>
                  </a:moveTo>
                  <a:cubicBezTo>
                    <a:pt x="33" y="11"/>
                    <a:pt x="30" y="17"/>
                    <a:pt x="35" y="27"/>
                  </a:cubicBezTo>
                  <a:cubicBezTo>
                    <a:pt x="42" y="39"/>
                    <a:pt x="54" y="44"/>
                    <a:pt x="66" y="49"/>
                  </a:cubicBezTo>
                  <a:cubicBezTo>
                    <a:pt x="91" y="59"/>
                    <a:pt x="121" y="64"/>
                    <a:pt x="147" y="57"/>
                  </a:cubicBezTo>
                  <a:cubicBezTo>
                    <a:pt x="154" y="55"/>
                    <a:pt x="159" y="53"/>
                    <a:pt x="164" y="48"/>
                  </a:cubicBezTo>
                  <a:cubicBezTo>
                    <a:pt x="167" y="45"/>
                    <a:pt x="171" y="37"/>
                    <a:pt x="175" y="36"/>
                  </a:cubicBezTo>
                  <a:cubicBezTo>
                    <a:pt x="185" y="33"/>
                    <a:pt x="187" y="50"/>
                    <a:pt x="197" y="50"/>
                  </a:cubicBezTo>
                  <a:cubicBezTo>
                    <a:pt x="202" y="50"/>
                    <a:pt x="210" y="46"/>
                    <a:pt x="214" y="44"/>
                  </a:cubicBezTo>
                  <a:cubicBezTo>
                    <a:pt x="217" y="42"/>
                    <a:pt x="219" y="41"/>
                    <a:pt x="221" y="39"/>
                  </a:cubicBezTo>
                  <a:cubicBezTo>
                    <a:pt x="227" y="32"/>
                    <a:pt x="222" y="28"/>
                    <a:pt x="223" y="21"/>
                  </a:cubicBezTo>
                  <a:cubicBezTo>
                    <a:pt x="225" y="10"/>
                    <a:pt x="231" y="12"/>
                    <a:pt x="233" y="22"/>
                  </a:cubicBezTo>
                  <a:cubicBezTo>
                    <a:pt x="234" y="32"/>
                    <a:pt x="229" y="38"/>
                    <a:pt x="221" y="44"/>
                  </a:cubicBezTo>
                  <a:cubicBezTo>
                    <a:pt x="204" y="59"/>
                    <a:pt x="177" y="67"/>
                    <a:pt x="155" y="70"/>
                  </a:cubicBezTo>
                  <a:cubicBezTo>
                    <a:pt x="110" y="76"/>
                    <a:pt x="63" y="66"/>
                    <a:pt x="25" y="42"/>
                  </a:cubicBezTo>
                  <a:cubicBezTo>
                    <a:pt x="18" y="37"/>
                    <a:pt x="3" y="35"/>
                    <a:pt x="0" y="26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21" name="Freeform 472">
              <a:extLst>
                <a:ext uri="{FF2B5EF4-FFF2-40B4-BE49-F238E27FC236}">
                  <a16:creationId xmlns:a16="http://schemas.microsoft.com/office/drawing/2014/main" id="{C0C6D38A-8A0E-4826-A214-6F9186A06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637"/>
              <a:ext cx="130" cy="251"/>
            </a:xfrm>
            <a:custGeom>
              <a:avLst/>
              <a:gdLst>
                <a:gd name="T0" fmla="*/ 0 w 52"/>
                <a:gd name="T1" fmla="*/ 1653 h 94"/>
                <a:gd name="T2" fmla="*/ 813 w 52"/>
                <a:gd name="T3" fmla="*/ 1447 h 94"/>
                <a:gd name="T4" fmla="*/ 458 w 52"/>
                <a:gd name="T5" fmla="*/ 606 h 94"/>
                <a:gd name="T6" fmla="*/ 408 w 52"/>
                <a:gd name="T7" fmla="*/ 0 h 94"/>
                <a:gd name="T8" fmla="*/ 395 w 52"/>
                <a:gd name="T9" fmla="*/ 491 h 94"/>
                <a:gd name="T10" fmla="*/ 345 w 52"/>
                <a:gd name="T11" fmla="*/ 913 h 94"/>
                <a:gd name="T12" fmla="*/ 250 w 52"/>
                <a:gd name="T13" fmla="*/ 1562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94">
                  <a:moveTo>
                    <a:pt x="0" y="87"/>
                  </a:moveTo>
                  <a:cubicBezTo>
                    <a:pt x="12" y="94"/>
                    <a:pt x="42" y="85"/>
                    <a:pt x="52" y="76"/>
                  </a:cubicBezTo>
                  <a:cubicBezTo>
                    <a:pt x="38" y="66"/>
                    <a:pt x="32" y="48"/>
                    <a:pt x="29" y="32"/>
                  </a:cubicBezTo>
                  <a:cubicBezTo>
                    <a:pt x="26" y="22"/>
                    <a:pt x="35" y="9"/>
                    <a:pt x="26" y="0"/>
                  </a:cubicBezTo>
                  <a:cubicBezTo>
                    <a:pt x="22" y="6"/>
                    <a:pt x="26" y="18"/>
                    <a:pt x="25" y="26"/>
                  </a:cubicBezTo>
                  <a:cubicBezTo>
                    <a:pt x="25" y="33"/>
                    <a:pt x="21" y="41"/>
                    <a:pt x="22" y="48"/>
                  </a:cubicBezTo>
                  <a:cubicBezTo>
                    <a:pt x="24" y="59"/>
                    <a:pt x="36" y="76"/>
                    <a:pt x="16" y="82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22" name="Freeform 473">
              <a:extLst>
                <a:ext uri="{FF2B5EF4-FFF2-40B4-BE49-F238E27FC236}">
                  <a16:creationId xmlns:a16="http://schemas.microsoft.com/office/drawing/2014/main" id="{33D622CE-8C2E-4098-A418-A67E639D6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661"/>
              <a:ext cx="537" cy="152"/>
            </a:xfrm>
            <a:custGeom>
              <a:avLst/>
              <a:gdLst>
                <a:gd name="T0" fmla="*/ 292 w 215"/>
                <a:gd name="T1" fmla="*/ 648 h 57"/>
                <a:gd name="T2" fmla="*/ 1529 w 215"/>
                <a:gd name="T3" fmla="*/ 797 h 57"/>
                <a:gd name="T4" fmla="*/ 2383 w 215"/>
                <a:gd name="T5" fmla="*/ 968 h 57"/>
                <a:gd name="T6" fmla="*/ 3349 w 215"/>
                <a:gd name="T7" fmla="*/ 909 h 57"/>
                <a:gd name="T8" fmla="*/ 2850 w 215"/>
                <a:gd name="T9" fmla="*/ 797 h 57"/>
                <a:gd name="T10" fmla="*/ 2290 w 215"/>
                <a:gd name="T11" fmla="*/ 760 h 57"/>
                <a:gd name="T12" fmla="*/ 1621 w 215"/>
                <a:gd name="T13" fmla="*/ 397 h 57"/>
                <a:gd name="T14" fmla="*/ 1311 w 215"/>
                <a:gd name="T15" fmla="*/ 0 h 57"/>
                <a:gd name="T16" fmla="*/ 1354 w 215"/>
                <a:gd name="T17" fmla="*/ 320 h 57"/>
                <a:gd name="T18" fmla="*/ 904 w 215"/>
                <a:gd name="T19" fmla="*/ 589 h 57"/>
                <a:gd name="T20" fmla="*/ 375 w 215"/>
                <a:gd name="T21" fmla="*/ 627 h 57"/>
                <a:gd name="T22" fmla="*/ 0 w 215"/>
                <a:gd name="T23" fmla="*/ 605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5" h="57">
                  <a:moveTo>
                    <a:pt x="19" y="34"/>
                  </a:moveTo>
                  <a:cubicBezTo>
                    <a:pt x="34" y="43"/>
                    <a:pt x="82" y="43"/>
                    <a:pt x="98" y="42"/>
                  </a:cubicBezTo>
                  <a:cubicBezTo>
                    <a:pt x="115" y="41"/>
                    <a:pt x="138" y="47"/>
                    <a:pt x="153" y="51"/>
                  </a:cubicBezTo>
                  <a:cubicBezTo>
                    <a:pt x="175" y="57"/>
                    <a:pt x="194" y="53"/>
                    <a:pt x="215" y="48"/>
                  </a:cubicBezTo>
                  <a:cubicBezTo>
                    <a:pt x="206" y="49"/>
                    <a:pt x="193" y="43"/>
                    <a:pt x="183" y="42"/>
                  </a:cubicBezTo>
                  <a:cubicBezTo>
                    <a:pt x="171" y="41"/>
                    <a:pt x="159" y="41"/>
                    <a:pt x="147" y="40"/>
                  </a:cubicBezTo>
                  <a:cubicBezTo>
                    <a:pt x="126" y="38"/>
                    <a:pt x="116" y="41"/>
                    <a:pt x="104" y="21"/>
                  </a:cubicBezTo>
                  <a:cubicBezTo>
                    <a:pt x="99" y="12"/>
                    <a:pt x="93" y="6"/>
                    <a:pt x="84" y="0"/>
                  </a:cubicBezTo>
                  <a:cubicBezTo>
                    <a:pt x="83" y="5"/>
                    <a:pt x="89" y="11"/>
                    <a:pt x="87" y="17"/>
                  </a:cubicBezTo>
                  <a:cubicBezTo>
                    <a:pt x="84" y="28"/>
                    <a:pt x="68" y="31"/>
                    <a:pt x="58" y="31"/>
                  </a:cubicBezTo>
                  <a:cubicBezTo>
                    <a:pt x="46" y="32"/>
                    <a:pt x="36" y="31"/>
                    <a:pt x="24" y="33"/>
                  </a:cubicBezTo>
                  <a:cubicBezTo>
                    <a:pt x="15" y="34"/>
                    <a:pt x="8" y="36"/>
                    <a:pt x="0" y="32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23" name="Freeform 474">
              <a:extLst>
                <a:ext uri="{FF2B5EF4-FFF2-40B4-BE49-F238E27FC236}">
                  <a16:creationId xmlns:a16="http://schemas.microsoft.com/office/drawing/2014/main" id="{9EC1366E-D858-4150-8FC2-EB2ACF0CD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57"/>
              <a:ext cx="340" cy="115"/>
            </a:xfrm>
            <a:custGeom>
              <a:avLst/>
              <a:gdLst>
                <a:gd name="T0" fmla="*/ 0 w 136"/>
                <a:gd name="T1" fmla="*/ 572 h 43"/>
                <a:gd name="T2" fmla="*/ 958 w 136"/>
                <a:gd name="T3" fmla="*/ 765 h 43"/>
                <a:gd name="T4" fmla="*/ 1158 w 136"/>
                <a:gd name="T5" fmla="*/ 687 h 43"/>
                <a:gd name="T6" fmla="*/ 1500 w 136"/>
                <a:gd name="T7" fmla="*/ 743 h 43"/>
                <a:gd name="T8" fmla="*/ 2000 w 136"/>
                <a:gd name="T9" fmla="*/ 364 h 43"/>
                <a:gd name="T10" fmla="*/ 1675 w 136"/>
                <a:gd name="T11" fmla="*/ 0 h 43"/>
                <a:gd name="T12" fmla="*/ 1625 w 136"/>
                <a:gd name="T13" fmla="*/ 500 h 43"/>
                <a:gd name="T14" fmla="*/ 1270 w 136"/>
                <a:gd name="T15" fmla="*/ 572 h 43"/>
                <a:gd name="T16" fmla="*/ 0 w 136"/>
                <a:gd name="T17" fmla="*/ 538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43">
                  <a:moveTo>
                    <a:pt x="0" y="30"/>
                  </a:moveTo>
                  <a:cubicBezTo>
                    <a:pt x="19" y="36"/>
                    <a:pt x="41" y="43"/>
                    <a:pt x="61" y="40"/>
                  </a:cubicBezTo>
                  <a:cubicBezTo>
                    <a:pt x="68" y="39"/>
                    <a:pt x="68" y="37"/>
                    <a:pt x="74" y="36"/>
                  </a:cubicBezTo>
                  <a:cubicBezTo>
                    <a:pt x="82" y="35"/>
                    <a:pt x="89" y="38"/>
                    <a:pt x="96" y="39"/>
                  </a:cubicBezTo>
                  <a:cubicBezTo>
                    <a:pt x="111" y="42"/>
                    <a:pt x="136" y="43"/>
                    <a:pt x="128" y="19"/>
                  </a:cubicBezTo>
                  <a:cubicBezTo>
                    <a:pt x="127" y="13"/>
                    <a:pt x="114" y="2"/>
                    <a:pt x="107" y="0"/>
                  </a:cubicBezTo>
                  <a:cubicBezTo>
                    <a:pt x="106" y="9"/>
                    <a:pt x="114" y="17"/>
                    <a:pt x="104" y="26"/>
                  </a:cubicBezTo>
                  <a:cubicBezTo>
                    <a:pt x="98" y="32"/>
                    <a:pt x="88" y="30"/>
                    <a:pt x="81" y="30"/>
                  </a:cubicBezTo>
                  <a:cubicBezTo>
                    <a:pt x="63" y="31"/>
                    <a:pt x="17" y="40"/>
                    <a:pt x="0" y="28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24" name="Freeform 475">
              <a:extLst>
                <a:ext uri="{FF2B5EF4-FFF2-40B4-BE49-F238E27FC236}">
                  <a16:creationId xmlns:a16="http://schemas.microsoft.com/office/drawing/2014/main" id="{35576CF3-7C17-4251-A158-61F500676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765"/>
              <a:ext cx="130" cy="112"/>
            </a:xfrm>
            <a:custGeom>
              <a:avLst/>
              <a:gdLst>
                <a:gd name="T0" fmla="*/ 83 w 52"/>
                <a:gd name="T1" fmla="*/ 760 h 42"/>
                <a:gd name="T2" fmla="*/ 625 w 52"/>
                <a:gd name="T3" fmla="*/ 704 h 42"/>
                <a:gd name="T4" fmla="*/ 675 w 52"/>
                <a:gd name="T5" fmla="*/ 491 h 42"/>
                <a:gd name="T6" fmla="*/ 250 w 52"/>
                <a:gd name="T7" fmla="*/ 149 h 42"/>
                <a:gd name="T8" fmla="*/ 20 w 52"/>
                <a:gd name="T9" fmla="*/ 115 h 42"/>
                <a:gd name="T10" fmla="*/ 270 w 52"/>
                <a:gd name="T11" fmla="*/ 363 h 42"/>
                <a:gd name="T12" fmla="*/ 145 w 52"/>
                <a:gd name="T13" fmla="*/ 79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2">
                  <a:moveTo>
                    <a:pt x="5" y="40"/>
                  </a:moveTo>
                  <a:cubicBezTo>
                    <a:pt x="16" y="41"/>
                    <a:pt x="31" y="42"/>
                    <a:pt x="40" y="37"/>
                  </a:cubicBezTo>
                  <a:cubicBezTo>
                    <a:pt x="52" y="33"/>
                    <a:pt x="49" y="32"/>
                    <a:pt x="43" y="26"/>
                  </a:cubicBezTo>
                  <a:cubicBezTo>
                    <a:pt x="37" y="19"/>
                    <a:pt x="25" y="12"/>
                    <a:pt x="16" y="8"/>
                  </a:cubicBezTo>
                  <a:cubicBezTo>
                    <a:pt x="14" y="7"/>
                    <a:pt x="2" y="0"/>
                    <a:pt x="1" y="6"/>
                  </a:cubicBezTo>
                  <a:cubicBezTo>
                    <a:pt x="0" y="13"/>
                    <a:pt x="14" y="16"/>
                    <a:pt x="17" y="19"/>
                  </a:cubicBezTo>
                  <a:cubicBezTo>
                    <a:pt x="29" y="30"/>
                    <a:pt x="23" y="39"/>
                    <a:pt x="9" y="42"/>
                  </a:cubicBezTo>
                </a:path>
              </a:pathLst>
            </a:custGeom>
            <a:solidFill>
              <a:srgbClr val="AF7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25" name="Freeform 476">
              <a:extLst>
                <a:ext uri="{FF2B5EF4-FFF2-40B4-BE49-F238E27FC236}">
                  <a16:creationId xmlns:a16="http://schemas.microsoft.com/office/drawing/2014/main" id="{B43B6F2C-B669-4D92-8DDB-7CA46F79F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741"/>
              <a:ext cx="295" cy="150"/>
            </a:xfrm>
            <a:custGeom>
              <a:avLst/>
              <a:gdLst>
                <a:gd name="T0" fmla="*/ 375 w 118"/>
                <a:gd name="T1" fmla="*/ 675 h 56"/>
                <a:gd name="T2" fmla="*/ 1208 w 118"/>
                <a:gd name="T3" fmla="*/ 517 h 56"/>
                <a:gd name="T4" fmla="*/ 1300 w 118"/>
                <a:gd name="T5" fmla="*/ 388 h 56"/>
                <a:gd name="T6" fmla="*/ 1500 w 118"/>
                <a:gd name="T7" fmla="*/ 346 h 56"/>
                <a:gd name="T8" fmla="*/ 1845 w 118"/>
                <a:gd name="T9" fmla="*/ 0 h 56"/>
                <a:gd name="T10" fmla="*/ 1625 w 118"/>
                <a:gd name="T11" fmla="*/ 445 h 56"/>
                <a:gd name="T12" fmla="*/ 1188 w 118"/>
                <a:gd name="T13" fmla="*/ 747 h 56"/>
                <a:gd name="T14" fmla="*/ 770 w 118"/>
                <a:gd name="T15" fmla="*/ 881 h 56"/>
                <a:gd name="T16" fmla="*/ 0 w 118"/>
                <a:gd name="T17" fmla="*/ 983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56">
                  <a:moveTo>
                    <a:pt x="24" y="35"/>
                  </a:moveTo>
                  <a:cubicBezTo>
                    <a:pt x="35" y="48"/>
                    <a:pt x="67" y="34"/>
                    <a:pt x="77" y="27"/>
                  </a:cubicBezTo>
                  <a:cubicBezTo>
                    <a:pt x="79" y="25"/>
                    <a:pt x="80" y="22"/>
                    <a:pt x="83" y="20"/>
                  </a:cubicBezTo>
                  <a:cubicBezTo>
                    <a:pt x="86" y="18"/>
                    <a:pt x="92" y="20"/>
                    <a:pt x="96" y="18"/>
                  </a:cubicBezTo>
                  <a:cubicBezTo>
                    <a:pt x="103" y="15"/>
                    <a:pt x="114" y="5"/>
                    <a:pt x="118" y="0"/>
                  </a:cubicBezTo>
                  <a:cubicBezTo>
                    <a:pt x="112" y="6"/>
                    <a:pt x="111" y="16"/>
                    <a:pt x="104" y="23"/>
                  </a:cubicBezTo>
                  <a:cubicBezTo>
                    <a:pt x="97" y="31"/>
                    <a:pt x="86" y="35"/>
                    <a:pt x="76" y="39"/>
                  </a:cubicBezTo>
                  <a:cubicBezTo>
                    <a:pt x="67" y="43"/>
                    <a:pt x="59" y="45"/>
                    <a:pt x="49" y="46"/>
                  </a:cubicBezTo>
                  <a:cubicBezTo>
                    <a:pt x="34" y="48"/>
                    <a:pt x="15" y="56"/>
                    <a:pt x="0" y="51"/>
                  </a:cubicBezTo>
                </a:path>
              </a:pathLst>
            </a:custGeom>
            <a:solidFill>
              <a:srgbClr val="AF7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26" name="Freeform 477">
              <a:extLst>
                <a:ext uri="{FF2B5EF4-FFF2-40B4-BE49-F238E27FC236}">
                  <a16:creationId xmlns:a16="http://schemas.microsoft.com/office/drawing/2014/main" id="{E9920DFD-3BDC-4742-998F-E7CCD8163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835"/>
              <a:ext cx="153" cy="45"/>
            </a:xfrm>
            <a:custGeom>
              <a:avLst/>
              <a:gdLst>
                <a:gd name="T0" fmla="*/ 0 w 61"/>
                <a:gd name="T1" fmla="*/ 238 h 17"/>
                <a:gd name="T2" fmla="*/ 534 w 61"/>
                <a:gd name="T3" fmla="*/ 294 h 17"/>
                <a:gd name="T4" fmla="*/ 900 w 61"/>
                <a:gd name="T5" fmla="*/ 0 h 17"/>
                <a:gd name="T6" fmla="*/ 567 w 61"/>
                <a:gd name="T7" fmla="*/ 148 h 17"/>
                <a:gd name="T8" fmla="*/ 83 w 61"/>
                <a:gd name="T9" fmla="*/ 23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7">
                  <a:moveTo>
                    <a:pt x="0" y="13"/>
                  </a:moveTo>
                  <a:cubicBezTo>
                    <a:pt x="10" y="9"/>
                    <a:pt x="23" y="17"/>
                    <a:pt x="34" y="16"/>
                  </a:cubicBezTo>
                  <a:cubicBezTo>
                    <a:pt x="41" y="15"/>
                    <a:pt x="61" y="10"/>
                    <a:pt x="57" y="0"/>
                  </a:cubicBezTo>
                  <a:cubicBezTo>
                    <a:pt x="52" y="9"/>
                    <a:pt x="46" y="9"/>
                    <a:pt x="36" y="8"/>
                  </a:cubicBezTo>
                  <a:cubicBezTo>
                    <a:pt x="26" y="7"/>
                    <a:pt x="14" y="16"/>
                    <a:pt x="5" y="13"/>
                  </a:cubicBezTo>
                </a:path>
              </a:pathLst>
            </a:custGeom>
            <a:solidFill>
              <a:srgbClr val="AF7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27" name="Freeform 478">
              <a:extLst>
                <a:ext uri="{FF2B5EF4-FFF2-40B4-BE49-F238E27FC236}">
                  <a16:creationId xmlns:a16="http://schemas.microsoft.com/office/drawing/2014/main" id="{FFFF1280-4008-4F42-BDDB-5A1D14D53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165"/>
              <a:ext cx="190" cy="182"/>
            </a:xfrm>
            <a:custGeom>
              <a:avLst/>
              <a:gdLst>
                <a:gd name="T0" fmla="*/ 0 w 76"/>
                <a:gd name="T1" fmla="*/ 1303 h 68"/>
                <a:gd name="T2" fmla="*/ 675 w 76"/>
                <a:gd name="T3" fmla="*/ 401 h 68"/>
                <a:gd name="T4" fmla="*/ 845 w 76"/>
                <a:gd name="T5" fmla="*/ 115 h 68"/>
                <a:gd name="T6" fmla="*/ 1188 w 76"/>
                <a:gd name="T7" fmla="*/ 0 h 68"/>
                <a:gd name="T8" fmla="*/ 613 w 76"/>
                <a:gd name="T9" fmla="*/ 193 h 68"/>
                <a:gd name="T10" fmla="*/ 20 w 76"/>
                <a:gd name="T11" fmla="*/ 98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8">
                  <a:moveTo>
                    <a:pt x="0" y="68"/>
                  </a:moveTo>
                  <a:cubicBezTo>
                    <a:pt x="8" y="46"/>
                    <a:pt x="29" y="38"/>
                    <a:pt x="43" y="21"/>
                  </a:cubicBezTo>
                  <a:cubicBezTo>
                    <a:pt x="47" y="17"/>
                    <a:pt x="50" y="9"/>
                    <a:pt x="54" y="6"/>
                  </a:cubicBezTo>
                  <a:cubicBezTo>
                    <a:pt x="60" y="2"/>
                    <a:pt x="70" y="3"/>
                    <a:pt x="76" y="0"/>
                  </a:cubicBezTo>
                  <a:cubicBezTo>
                    <a:pt x="64" y="0"/>
                    <a:pt x="49" y="3"/>
                    <a:pt x="39" y="10"/>
                  </a:cubicBezTo>
                  <a:cubicBezTo>
                    <a:pt x="25" y="17"/>
                    <a:pt x="3" y="35"/>
                    <a:pt x="1" y="51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28" name="Freeform 479">
              <a:extLst>
                <a:ext uri="{FF2B5EF4-FFF2-40B4-BE49-F238E27FC236}">
                  <a16:creationId xmlns:a16="http://schemas.microsoft.com/office/drawing/2014/main" id="{E0C31137-8006-4441-A11B-7208E2AEA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952"/>
              <a:ext cx="162" cy="293"/>
            </a:xfrm>
            <a:custGeom>
              <a:avLst/>
              <a:gdLst>
                <a:gd name="T0" fmla="*/ 434 w 65"/>
                <a:gd name="T1" fmla="*/ 0 h 110"/>
                <a:gd name="T2" fmla="*/ 479 w 65"/>
                <a:gd name="T3" fmla="*/ 589 h 110"/>
                <a:gd name="T4" fmla="*/ 354 w 65"/>
                <a:gd name="T5" fmla="*/ 1079 h 110"/>
                <a:gd name="T6" fmla="*/ 0 w 65"/>
                <a:gd name="T7" fmla="*/ 1569 h 110"/>
                <a:gd name="T8" fmla="*/ 591 w 65"/>
                <a:gd name="T9" fmla="*/ 1944 h 110"/>
                <a:gd name="T10" fmla="*/ 808 w 65"/>
                <a:gd name="T11" fmla="*/ 2078 h 110"/>
                <a:gd name="T12" fmla="*/ 1007 w 65"/>
                <a:gd name="T13" fmla="*/ 2078 h 110"/>
                <a:gd name="T14" fmla="*/ 695 w 65"/>
                <a:gd name="T15" fmla="*/ 1604 h 110"/>
                <a:gd name="T16" fmla="*/ 715 w 65"/>
                <a:gd name="T17" fmla="*/ 1191 h 110"/>
                <a:gd name="T18" fmla="*/ 653 w 65"/>
                <a:gd name="T19" fmla="*/ 623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110">
                  <a:moveTo>
                    <a:pt x="28" y="0"/>
                  </a:moveTo>
                  <a:cubicBezTo>
                    <a:pt x="29" y="10"/>
                    <a:pt x="34" y="21"/>
                    <a:pt x="31" y="31"/>
                  </a:cubicBezTo>
                  <a:cubicBezTo>
                    <a:pt x="29" y="42"/>
                    <a:pt x="23" y="45"/>
                    <a:pt x="23" y="57"/>
                  </a:cubicBezTo>
                  <a:cubicBezTo>
                    <a:pt x="24" y="72"/>
                    <a:pt x="19" y="89"/>
                    <a:pt x="0" y="83"/>
                  </a:cubicBezTo>
                  <a:cubicBezTo>
                    <a:pt x="13" y="90"/>
                    <a:pt x="26" y="98"/>
                    <a:pt x="38" y="103"/>
                  </a:cubicBezTo>
                  <a:cubicBezTo>
                    <a:pt x="43" y="105"/>
                    <a:pt x="46" y="109"/>
                    <a:pt x="52" y="110"/>
                  </a:cubicBezTo>
                  <a:cubicBezTo>
                    <a:pt x="57" y="110"/>
                    <a:pt x="61" y="109"/>
                    <a:pt x="65" y="110"/>
                  </a:cubicBezTo>
                  <a:cubicBezTo>
                    <a:pt x="54" y="107"/>
                    <a:pt x="46" y="97"/>
                    <a:pt x="45" y="85"/>
                  </a:cubicBezTo>
                  <a:cubicBezTo>
                    <a:pt x="44" y="78"/>
                    <a:pt x="47" y="70"/>
                    <a:pt x="46" y="63"/>
                  </a:cubicBezTo>
                  <a:cubicBezTo>
                    <a:pt x="46" y="52"/>
                    <a:pt x="42" y="44"/>
                    <a:pt x="42" y="33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29" name="Freeform 480">
              <a:extLst>
                <a:ext uri="{FF2B5EF4-FFF2-40B4-BE49-F238E27FC236}">
                  <a16:creationId xmlns:a16="http://schemas.microsoft.com/office/drawing/2014/main" id="{B66127AD-3344-45C6-BD15-59C8436FE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971"/>
              <a:ext cx="113" cy="376"/>
            </a:xfrm>
            <a:custGeom>
              <a:avLst/>
              <a:gdLst>
                <a:gd name="T0" fmla="*/ 693 w 45"/>
                <a:gd name="T1" fmla="*/ 136 h 141"/>
                <a:gd name="T2" fmla="*/ 429 w 45"/>
                <a:gd name="T3" fmla="*/ 2675 h 141"/>
                <a:gd name="T4" fmla="*/ 472 w 45"/>
                <a:gd name="T5" fmla="*/ 1741 h 141"/>
                <a:gd name="T6" fmla="*/ 379 w 45"/>
                <a:gd name="T7" fmla="*/ 853 h 141"/>
                <a:gd name="T8" fmla="*/ 618 w 45"/>
                <a:gd name="T9" fmla="*/ 477 h 141"/>
                <a:gd name="T10" fmla="*/ 681 w 45"/>
                <a:gd name="T11" fmla="*/ 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41">
                  <a:moveTo>
                    <a:pt x="44" y="7"/>
                  </a:moveTo>
                  <a:cubicBezTo>
                    <a:pt x="45" y="51"/>
                    <a:pt x="43" y="100"/>
                    <a:pt x="27" y="141"/>
                  </a:cubicBezTo>
                  <a:cubicBezTo>
                    <a:pt x="0" y="126"/>
                    <a:pt x="27" y="113"/>
                    <a:pt x="30" y="92"/>
                  </a:cubicBezTo>
                  <a:cubicBezTo>
                    <a:pt x="31" y="84"/>
                    <a:pt x="45" y="38"/>
                    <a:pt x="24" y="45"/>
                  </a:cubicBezTo>
                  <a:cubicBezTo>
                    <a:pt x="32" y="37"/>
                    <a:pt x="37" y="36"/>
                    <a:pt x="39" y="25"/>
                  </a:cubicBezTo>
                  <a:cubicBezTo>
                    <a:pt x="41" y="17"/>
                    <a:pt x="42" y="8"/>
                    <a:pt x="43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30" name="Freeform 481">
              <a:extLst>
                <a:ext uri="{FF2B5EF4-FFF2-40B4-BE49-F238E27FC236}">
                  <a16:creationId xmlns:a16="http://schemas.microsoft.com/office/drawing/2014/main" id="{1B0CC75F-20F6-4F02-BF08-1A59D9ABC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2179"/>
              <a:ext cx="367" cy="120"/>
            </a:xfrm>
            <a:custGeom>
              <a:avLst/>
              <a:gdLst>
                <a:gd name="T0" fmla="*/ 0 w 147"/>
                <a:gd name="T1" fmla="*/ 285 h 45"/>
                <a:gd name="T2" fmla="*/ 604 w 147"/>
                <a:gd name="T3" fmla="*/ 320 h 45"/>
                <a:gd name="T4" fmla="*/ 1308 w 147"/>
                <a:gd name="T5" fmla="*/ 285 h 45"/>
                <a:gd name="T6" fmla="*/ 2287 w 147"/>
                <a:gd name="T7" fmla="*/ 853 h 45"/>
                <a:gd name="T8" fmla="*/ 1790 w 147"/>
                <a:gd name="T9" fmla="*/ 227 h 45"/>
                <a:gd name="T10" fmla="*/ 1133 w 147"/>
                <a:gd name="T11" fmla="*/ 192 h 45"/>
                <a:gd name="T12" fmla="*/ 437 w 147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7" h="45">
                  <a:moveTo>
                    <a:pt x="0" y="15"/>
                  </a:moveTo>
                  <a:cubicBezTo>
                    <a:pt x="14" y="16"/>
                    <a:pt x="26" y="18"/>
                    <a:pt x="39" y="17"/>
                  </a:cubicBezTo>
                  <a:cubicBezTo>
                    <a:pt x="55" y="16"/>
                    <a:pt x="69" y="14"/>
                    <a:pt x="84" y="15"/>
                  </a:cubicBezTo>
                  <a:cubicBezTo>
                    <a:pt x="112" y="16"/>
                    <a:pt x="129" y="25"/>
                    <a:pt x="147" y="45"/>
                  </a:cubicBezTo>
                  <a:cubicBezTo>
                    <a:pt x="144" y="27"/>
                    <a:pt x="134" y="14"/>
                    <a:pt x="115" y="12"/>
                  </a:cubicBezTo>
                  <a:cubicBezTo>
                    <a:pt x="101" y="10"/>
                    <a:pt x="87" y="12"/>
                    <a:pt x="73" y="10"/>
                  </a:cubicBezTo>
                  <a:cubicBezTo>
                    <a:pt x="58" y="7"/>
                    <a:pt x="45" y="0"/>
                    <a:pt x="28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31" name="Freeform 482">
              <a:extLst>
                <a:ext uri="{FF2B5EF4-FFF2-40B4-BE49-F238E27FC236}">
                  <a16:creationId xmlns:a16="http://schemas.microsoft.com/office/drawing/2014/main" id="{9BB7FE9E-55B2-4AD7-BADB-506CBED98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515"/>
              <a:ext cx="108" cy="381"/>
            </a:xfrm>
            <a:custGeom>
              <a:avLst/>
              <a:gdLst>
                <a:gd name="T0" fmla="*/ 651 w 43"/>
                <a:gd name="T1" fmla="*/ 93 h 143"/>
                <a:gd name="T2" fmla="*/ 367 w 43"/>
                <a:gd name="T3" fmla="*/ 1377 h 143"/>
                <a:gd name="T4" fmla="*/ 409 w 43"/>
                <a:gd name="T5" fmla="*/ 2081 h 143"/>
                <a:gd name="T6" fmla="*/ 555 w 43"/>
                <a:gd name="T7" fmla="*/ 2704 h 143"/>
                <a:gd name="T8" fmla="*/ 63 w 43"/>
                <a:gd name="T9" fmla="*/ 2230 h 143"/>
                <a:gd name="T10" fmla="*/ 33 w 43"/>
                <a:gd name="T11" fmla="*/ 1660 h 143"/>
                <a:gd name="T12" fmla="*/ 221 w 43"/>
                <a:gd name="T13" fmla="*/ 794 h 143"/>
                <a:gd name="T14" fmla="*/ 681 w 43"/>
                <a:gd name="T15" fmla="*/ 0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3">
                  <a:moveTo>
                    <a:pt x="41" y="5"/>
                  </a:moveTo>
                  <a:cubicBezTo>
                    <a:pt x="39" y="29"/>
                    <a:pt x="22" y="48"/>
                    <a:pt x="23" y="73"/>
                  </a:cubicBezTo>
                  <a:cubicBezTo>
                    <a:pt x="23" y="85"/>
                    <a:pt x="23" y="99"/>
                    <a:pt x="26" y="110"/>
                  </a:cubicBezTo>
                  <a:cubicBezTo>
                    <a:pt x="29" y="121"/>
                    <a:pt x="33" y="131"/>
                    <a:pt x="35" y="143"/>
                  </a:cubicBezTo>
                  <a:cubicBezTo>
                    <a:pt x="26" y="137"/>
                    <a:pt x="10" y="127"/>
                    <a:pt x="4" y="118"/>
                  </a:cubicBezTo>
                  <a:cubicBezTo>
                    <a:pt x="0" y="111"/>
                    <a:pt x="2" y="96"/>
                    <a:pt x="2" y="88"/>
                  </a:cubicBezTo>
                  <a:cubicBezTo>
                    <a:pt x="2" y="69"/>
                    <a:pt x="4" y="58"/>
                    <a:pt x="14" y="42"/>
                  </a:cubicBezTo>
                  <a:cubicBezTo>
                    <a:pt x="22" y="30"/>
                    <a:pt x="40" y="14"/>
                    <a:pt x="43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32" name="Freeform 483">
              <a:extLst>
                <a:ext uri="{FF2B5EF4-FFF2-40B4-BE49-F238E27FC236}">
                  <a16:creationId xmlns:a16="http://schemas.microsoft.com/office/drawing/2014/main" id="{A6B86BE9-8821-44FA-B440-94B7C5694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904"/>
              <a:ext cx="338" cy="259"/>
            </a:xfrm>
            <a:custGeom>
              <a:avLst/>
              <a:gdLst>
                <a:gd name="T0" fmla="*/ 238 w 135"/>
                <a:gd name="T1" fmla="*/ 777 h 97"/>
                <a:gd name="T2" fmla="*/ 158 w 135"/>
                <a:gd name="T3" fmla="*/ 1298 h 97"/>
                <a:gd name="T4" fmla="*/ 0 w 135"/>
                <a:gd name="T5" fmla="*/ 1848 h 97"/>
                <a:gd name="T6" fmla="*/ 646 w 135"/>
                <a:gd name="T7" fmla="*/ 969 h 97"/>
                <a:gd name="T8" fmla="*/ 1410 w 135"/>
                <a:gd name="T9" fmla="*/ 606 h 97"/>
                <a:gd name="T10" fmla="*/ 1850 w 135"/>
                <a:gd name="T11" fmla="*/ 320 h 97"/>
                <a:gd name="T12" fmla="*/ 2118 w 135"/>
                <a:gd name="T13" fmla="*/ 21 h 97"/>
                <a:gd name="T14" fmla="*/ 1963 w 135"/>
                <a:gd name="T15" fmla="*/ 0 h 97"/>
                <a:gd name="T16" fmla="*/ 1597 w 135"/>
                <a:gd name="T17" fmla="*/ 227 h 97"/>
                <a:gd name="T18" fmla="*/ 866 w 135"/>
                <a:gd name="T19" fmla="*/ 513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97">
                  <a:moveTo>
                    <a:pt x="15" y="41"/>
                  </a:moveTo>
                  <a:cubicBezTo>
                    <a:pt x="18" y="48"/>
                    <a:pt x="12" y="61"/>
                    <a:pt x="10" y="68"/>
                  </a:cubicBezTo>
                  <a:cubicBezTo>
                    <a:pt x="8" y="78"/>
                    <a:pt x="3" y="87"/>
                    <a:pt x="0" y="97"/>
                  </a:cubicBezTo>
                  <a:cubicBezTo>
                    <a:pt x="15" y="82"/>
                    <a:pt x="20" y="60"/>
                    <a:pt x="41" y="51"/>
                  </a:cubicBezTo>
                  <a:cubicBezTo>
                    <a:pt x="57" y="44"/>
                    <a:pt x="74" y="38"/>
                    <a:pt x="90" y="32"/>
                  </a:cubicBezTo>
                  <a:cubicBezTo>
                    <a:pt x="100" y="29"/>
                    <a:pt x="110" y="24"/>
                    <a:pt x="118" y="17"/>
                  </a:cubicBezTo>
                  <a:cubicBezTo>
                    <a:pt x="123" y="13"/>
                    <a:pt x="131" y="6"/>
                    <a:pt x="135" y="1"/>
                  </a:cubicBezTo>
                  <a:cubicBezTo>
                    <a:pt x="132" y="4"/>
                    <a:pt x="125" y="8"/>
                    <a:pt x="125" y="0"/>
                  </a:cubicBezTo>
                  <a:cubicBezTo>
                    <a:pt x="117" y="1"/>
                    <a:pt x="109" y="9"/>
                    <a:pt x="102" y="12"/>
                  </a:cubicBezTo>
                  <a:cubicBezTo>
                    <a:pt x="87" y="19"/>
                    <a:pt x="71" y="23"/>
                    <a:pt x="55" y="27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33" name="Freeform 484">
              <a:extLst>
                <a:ext uri="{FF2B5EF4-FFF2-40B4-BE49-F238E27FC236}">
                  <a16:creationId xmlns:a16="http://schemas.microsoft.com/office/drawing/2014/main" id="{7FBF43FD-48EB-4C2D-BBD1-9C4D595BE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101"/>
              <a:ext cx="283" cy="302"/>
            </a:xfrm>
            <a:custGeom>
              <a:avLst/>
              <a:gdLst>
                <a:gd name="T0" fmla="*/ 1776 w 113"/>
                <a:gd name="T1" fmla="*/ 0 h 113"/>
                <a:gd name="T2" fmla="*/ 1034 w 113"/>
                <a:gd name="T3" fmla="*/ 858 h 113"/>
                <a:gd name="T4" fmla="*/ 626 w 113"/>
                <a:gd name="T5" fmla="*/ 1507 h 113"/>
                <a:gd name="T6" fmla="*/ 0 w 113"/>
                <a:gd name="T7" fmla="*/ 2157 h 113"/>
                <a:gd name="T8" fmla="*/ 834 w 113"/>
                <a:gd name="T9" fmla="*/ 1964 h 113"/>
                <a:gd name="T10" fmla="*/ 1067 w 113"/>
                <a:gd name="T11" fmla="*/ 1542 h 113"/>
                <a:gd name="T12" fmla="*/ 1367 w 113"/>
                <a:gd name="T13" fmla="*/ 935 h 113"/>
                <a:gd name="T14" fmla="*/ 1680 w 113"/>
                <a:gd name="T15" fmla="*/ 858 h 113"/>
                <a:gd name="T16" fmla="*/ 1525 w 113"/>
                <a:gd name="T17" fmla="*/ 492 h 113"/>
                <a:gd name="T18" fmla="*/ 1663 w 113"/>
                <a:gd name="T19" fmla="*/ 208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113">
                  <a:moveTo>
                    <a:pt x="113" y="0"/>
                  </a:moveTo>
                  <a:cubicBezTo>
                    <a:pt x="94" y="9"/>
                    <a:pt x="78" y="29"/>
                    <a:pt x="66" y="45"/>
                  </a:cubicBezTo>
                  <a:cubicBezTo>
                    <a:pt x="57" y="57"/>
                    <a:pt x="49" y="68"/>
                    <a:pt x="40" y="79"/>
                  </a:cubicBezTo>
                  <a:cubicBezTo>
                    <a:pt x="29" y="92"/>
                    <a:pt x="14" y="103"/>
                    <a:pt x="0" y="113"/>
                  </a:cubicBezTo>
                  <a:cubicBezTo>
                    <a:pt x="17" y="105"/>
                    <a:pt x="37" y="113"/>
                    <a:pt x="53" y="103"/>
                  </a:cubicBezTo>
                  <a:cubicBezTo>
                    <a:pt x="62" y="97"/>
                    <a:pt x="65" y="91"/>
                    <a:pt x="68" y="81"/>
                  </a:cubicBezTo>
                  <a:cubicBezTo>
                    <a:pt x="73" y="70"/>
                    <a:pt x="75" y="55"/>
                    <a:pt x="87" y="49"/>
                  </a:cubicBezTo>
                  <a:cubicBezTo>
                    <a:pt x="93" y="46"/>
                    <a:pt x="100" y="47"/>
                    <a:pt x="107" y="45"/>
                  </a:cubicBezTo>
                  <a:cubicBezTo>
                    <a:pt x="98" y="40"/>
                    <a:pt x="94" y="36"/>
                    <a:pt x="97" y="26"/>
                  </a:cubicBezTo>
                  <a:cubicBezTo>
                    <a:pt x="99" y="20"/>
                    <a:pt x="101" y="14"/>
                    <a:pt x="106" y="11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34" name="Freeform 485">
              <a:extLst>
                <a:ext uri="{FF2B5EF4-FFF2-40B4-BE49-F238E27FC236}">
                  <a16:creationId xmlns:a16="http://schemas.microsoft.com/office/drawing/2014/main" id="{B15F498B-0DF4-4743-B14D-31823E8AB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205"/>
              <a:ext cx="111" cy="83"/>
            </a:xfrm>
            <a:custGeom>
              <a:avLst/>
              <a:gdLst>
                <a:gd name="T0" fmla="*/ 0 w 44"/>
                <a:gd name="T1" fmla="*/ 0 h 31"/>
                <a:gd name="T2" fmla="*/ 356 w 44"/>
                <a:gd name="T3" fmla="*/ 265 h 31"/>
                <a:gd name="T4" fmla="*/ 706 w 44"/>
                <a:gd name="T5" fmla="*/ 345 h 31"/>
                <a:gd name="T6" fmla="*/ 611 w 44"/>
                <a:gd name="T7" fmla="*/ 594 h 31"/>
                <a:gd name="T8" fmla="*/ 33 w 44"/>
                <a:gd name="T9" fmla="*/ 15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1">
                  <a:moveTo>
                    <a:pt x="0" y="0"/>
                  </a:moveTo>
                  <a:cubicBezTo>
                    <a:pt x="8" y="4"/>
                    <a:pt x="15" y="9"/>
                    <a:pt x="22" y="14"/>
                  </a:cubicBezTo>
                  <a:cubicBezTo>
                    <a:pt x="29" y="17"/>
                    <a:pt x="36" y="21"/>
                    <a:pt x="44" y="18"/>
                  </a:cubicBezTo>
                  <a:cubicBezTo>
                    <a:pt x="38" y="19"/>
                    <a:pt x="37" y="26"/>
                    <a:pt x="38" y="31"/>
                  </a:cubicBezTo>
                  <a:cubicBezTo>
                    <a:pt x="27" y="21"/>
                    <a:pt x="15" y="15"/>
                    <a:pt x="2" y="8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35" name="Freeform 486">
              <a:extLst>
                <a:ext uri="{FF2B5EF4-FFF2-40B4-BE49-F238E27FC236}">
                  <a16:creationId xmlns:a16="http://schemas.microsoft.com/office/drawing/2014/main" id="{95B3A712-09F7-4D8A-B430-F2C7C6B06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152"/>
              <a:ext cx="253" cy="331"/>
            </a:xfrm>
            <a:custGeom>
              <a:avLst/>
              <a:gdLst>
                <a:gd name="T0" fmla="*/ 1380 w 101"/>
                <a:gd name="T1" fmla="*/ 56 h 124"/>
                <a:gd name="T2" fmla="*/ 1556 w 101"/>
                <a:gd name="T3" fmla="*/ 21 h 124"/>
                <a:gd name="T4" fmla="*/ 1475 w 101"/>
                <a:gd name="T5" fmla="*/ 206 h 124"/>
                <a:gd name="T6" fmla="*/ 1368 w 101"/>
                <a:gd name="T7" fmla="*/ 606 h 124"/>
                <a:gd name="T8" fmla="*/ 1275 w 101"/>
                <a:gd name="T9" fmla="*/ 1025 h 124"/>
                <a:gd name="T10" fmla="*/ 1400 w 101"/>
                <a:gd name="T11" fmla="*/ 1562 h 124"/>
                <a:gd name="T12" fmla="*/ 1055 w 101"/>
                <a:gd name="T13" fmla="*/ 1618 h 124"/>
                <a:gd name="T14" fmla="*/ 959 w 101"/>
                <a:gd name="T15" fmla="*/ 2015 h 124"/>
                <a:gd name="T16" fmla="*/ 551 w 101"/>
                <a:gd name="T17" fmla="*/ 2053 h 124"/>
                <a:gd name="T18" fmla="*/ 0 w 101"/>
                <a:gd name="T19" fmla="*/ 2360 h 124"/>
                <a:gd name="T20" fmla="*/ 426 w 101"/>
                <a:gd name="T21" fmla="*/ 1994 h 124"/>
                <a:gd name="T22" fmla="*/ 847 w 101"/>
                <a:gd name="T23" fmla="*/ 1311 h 124"/>
                <a:gd name="T24" fmla="*/ 1085 w 101"/>
                <a:gd name="T25" fmla="*/ 478 h 124"/>
                <a:gd name="T26" fmla="*/ 1222 w 101"/>
                <a:gd name="T27" fmla="*/ 192 h 124"/>
                <a:gd name="T28" fmla="*/ 1318 w 101"/>
                <a:gd name="T29" fmla="*/ 0 h 1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1" h="124">
                  <a:moveTo>
                    <a:pt x="88" y="3"/>
                  </a:moveTo>
                  <a:cubicBezTo>
                    <a:pt x="92" y="5"/>
                    <a:pt x="96" y="2"/>
                    <a:pt x="99" y="1"/>
                  </a:cubicBezTo>
                  <a:cubicBezTo>
                    <a:pt x="101" y="5"/>
                    <a:pt x="96" y="8"/>
                    <a:pt x="94" y="11"/>
                  </a:cubicBezTo>
                  <a:cubicBezTo>
                    <a:pt x="91" y="18"/>
                    <a:pt x="89" y="25"/>
                    <a:pt x="87" y="32"/>
                  </a:cubicBezTo>
                  <a:cubicBezTo>
                    <a:pt x="84" y="39"/>
                    <a:pt x="81" y="46"/>
                    <a:pt x="81" y="54"/>
                  </a:cubicBezTo>
                  <a:cubicBezTo>
                    <a:pt x="81" y="64"/>
                    <a:pt x="90" y="72"/>
                    <a:pt x="89" y="82"/>
                  </a:cubicBezTo>
                  <a:cubicBezTo>
                    <a:pt x="82" y="73"/>
                    <a:pt x="71" y="77"/>
                    <a:pt x="67" y="85"/>
                  </a:cubicBezTo>
                  <a:cubicBezTo>
                    <a:pt x="62" y="92"/>
                    <a:pt x="62" y="98"/>
                    <a:pt x="61" y="106"/>
                  </a:cubicBezTo>
                  <a:cubicBezTo>
                    <a:pt x="61" y="89"/>
                    <a:pt x="42" y="104"/>
                    <a:pt x="35" y="108"/>
                  </a:cubicBezTo>
                  <a:cubicBezTo>
                    <a:pt x="24" y="113"/>
                    <a:pt x="12" y="121"/>
                    <a:pt x="0" y="124"/>
                  </a:cubicBezTo>
                  <a:cubicBezTo>
                    <a:pt x="7" y="116"/>
                    <a:pt x="18" y="111"/>
                    <a:pt x="27" y="105"/>
                  </a:cubicBezTo>
                  <a:cubicBezTo>
                    <a:pt x="42" y="94"/>
                    <a:pt x="50" y="87"/>
                    <a:pt x="54" y="69"/>
                  </a:cubicBezTo>
                  <a:cubicBezTo>
                    <a:pt x="57" y="55"/>
                    <a:pt x="61" y="37"/>
                    <a:pt x="69" y="25"/>
                  </a:cubicBezTo>
                  <a:cubicBezTo>
                    <a:pt x="72" y="20"/>
                    <a:pt x="76" y="16"/>
                    <a:pt x="78" y="10"/>
                  </a:cubicBezTo>
                  <a:cubicBezTo>
                    <a:pt x="80" y="6"/>
                    <a:pt x="80" y="3"/>
                    <a:pt x="84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36" name="Freeform 487">
              <a:extLst>
                <a:ext uri="{FF2B5EF4-FFF2-40B4-BE49-F238E27FC236}">
                  <a16:creationId xmlns:a16="http://schemas.microsoft.com/office/drawing/2014/main" id="{1993BAC6-9CF9-4AFF-B278-FE444AC93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811"/>
              <a:ext cx="80" cy="229"/>
            </a:xfrm>
            <a:custGeom>
              <a:avLst/>
              <a:gdLst>
                <a:gd name="T0" fmla="*/ 500 w 32"/>
                <a:gd name="T1" fmla="*/ 490 h 86"/>
                <a:gd name="T2" fmla="*/ 470 w 32"/>
                <a:gd name="T3" fmla="*/ 831 h 86"/>
                <a:gd name="T4" fmla="*/ 408 w 32"/>
                <a:gd name="T5" fmla="*/ 1134 h 86"/>
                <a:gd name="T6" fmla="*/ 488 w 32"/>
                <a:gd name="T7" fmla="*/ 1544 h 86"/>
                <a:gd name="T8" fmla="*/ 175 w 32"/>
                <a:gd name="T9" fmla="*/ 1624 h 86"/>
                <a:gd name="T10" fmla="*/ 250 w 32"/>
                <a:gd name="T11" fmla="*/ 1377 h 86"/>
                <a:gd name="T12" fmla="*/ 238 w 32"/>
                <a:gd name="T13" fmla="*/ 921 h 86"/>
                <a:gd name="T14" fmla="*/ 145 w 32"/>
                <a:gd name="T15" fmla="*/ 341 h 86"/>
                <a:gd name="T16" fmla="*/ 0 w 32"/>
                <a:gd name="T17" fmla="*/ 0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86">
                  <a:moveTo>
                    <a:pt x="32" y="26"/>
                  </a:moveTo>
                  <a:cubicBezTo>
                    <a:pt x="29" y="31"/>
                    <a:pt x="30" y="38"/>
                    <a:pt x="30" y="44"/>
                  </a:cubicBezTo>
                  <a:cubicBezTo>
                    <a:pt x="29" y="49"/>
                    <a:pt x="26" y="55"/>
                    <a:pt x="26" y="60"/>
                  </a:cubicBezTo>
                  <a:cubicBezTo>
                    <a:pt x="26" y="68"/>
                    <a:pt x="31" y="74"/>
                    <a:pt x="31" y="82"/>
                  </a:cubicBezTo>
                  <a:cubicBezTo>
                    <a:pt x="25" y="75"/>
                    <a:pt x="19" y="85"/>
                    <a:pt x="11" y="86"/>
                  </a:cubicBezTo>
                  <a:cubicBezTo>
                    <a:pt x="12" y="82"/>
                    <a:pt x="14" y="78"/>
                    <a:pt x="16" y="73"/>
                  </a:cubicBezTo>
                  <a:cubicBezTo>
                    <a:pt x="17" y="65"/>
                    <a:pt x="16" y="57"/>
                    <a:pt x="15" y="49"/>
                  </a:cubicBezTo>
                  <a:cubicBezTo>
                    <a:pt x="14" y="39"/>
                    <a:pt x="12" y="28"/>
                    <a:pt x="9" y="18"/>
                  </a:cubicBezTo>
                  <a:cubicBezTo>
                    <a:pt x="7" y="11"/>
                    <a:pt x="2" y="6"/>
                    <a:pt x="0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37" name="Freeform 488">
              <a:extLst>
                <a:ext uri="{FF2B5EF4-FFF2-40B4-BE49-F238E27FC236}">
                  <a16:creationId xmlns:a16="http://schemas.microsoft.com/office/drawing/2014/main" id="{9EF5CCDE-E654-441B-97D8-28E728415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795"/>
              <a:ext cx="122" cy="269"/>
            </a:xfrm>
            <a:custGeom>
              <a:avLst/>
              <a:gdLst>
                <a:gd name="T0" fmla="*/ 0 w 49"/>
                <a:gd name="T1" fmla="*/ 0 h 101"/>
                <a:gd name="T2" fmla="*/ 217 w 49"/>
                <a:gd name="T3" fmla="*/ 794 h 101"/>
                <a:gd name="T4" fmla="*/ 309 w 49"/>
                <a:gd name="T5" fmla="*/ 1228 h 101"/>
                <a:gd name="T6" fmla="*/ 354 w 49"/>
                <a:gd name="T7" fmla="*/ 1907 h 101"/>
                <a:gd name="T8" fmla="*/ 570 w 49"/>
                <a:gd name="T9" fmla="*/ 1476 h 101"/>
                <a:gd name="T10" fmla="*/ 757 w 49"/>
                <a:gd name="T11" fmla="*/ 1249 h 101"/>
                <a:gd name="T12" fmla="*/ 167 w 49"/>
                <a:gd name="T13" fmla="*/ 136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01">
                  <a:moveTo>
                    <a:pt x="0" y="0"/>
                  </a:moveTo>
                  <a:cubicBezTo>
                    <a:pt x="6" y="12"/>
                    <a:pt x="10" y="29"/>
                    <a:pt x="14" y="42"/>
                  </a:cubicBezTo>
                  <a:cubicBezTo>
                    <a:pt x="16" y="50"/>
                    <a:pt x="18" y="58"/>
                    <a:pt x="20" y="65"/>
                  </a:cubicBezTo>
                  <a:cubicBezTo>
                    <a:pt x="24" y="77"/>
                    <a:pt x="21" y="89"/>
                    <a:pt x="23" y="101"/>
                  </a:cubicBezTo>
                  <a:cubicBezTo>
                    <a:pt x="26" y="92"/>
                    <a:pt x="29" y="85"/>
                    <a:pt x="37" y="78"/>
                  </a:cubicBezTo>
                  <a:cubicBezTo>
                    <a:pt x="41" y="74"/>
                    <a:pt x="47" y="71"/>
                    <a:pt x="49" y="66"/>
                  </a:cubicBezTo>
                  <a:cubicBezTo>
                    <a:pt x="29" y="57"/>
                    <a:pt x="17" y="27"/>
                    <a:pt x="11" y="7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38" name="Freeform 489">
              <a:extLst>
                <a:ext uri="{FF2B5EF4-FFF2-40B4-BE49-F238E27FC236}">
                  <a16:creationId xmlns:a16="http://schemas.microsoft.com/office/drawing/2014/main" id="{728D15D9-7500-4F0D-A3C1-86909C32E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341"/>
              <a:ext cx="200" cy="206"/>
            </a:xfrm>
            <a:custGeom>
              <a:avLst/>
              <a:gdLst>
                <a:gd name="T0" fmla="*/ 0 w 80"/>
                <a:gd name="T1" fmla="*/ 230 h 77"/>
                <a:gd name="T2" fmla="*/ 438 w 80"/>
                <a:gd name="T3" fmla="*/ 974 h 77"/>
                <a:gd name="T4" fmla="*/ 708 w 80"/>
                <a:gd name="T5" fmla="*/ 1474 h 77"/>
                <a:gd name="T6" fmla="*/ 908 w 80"/>
                <a:gd name="T7" fmla="*/ 1397 h 77"/>
                <a:gd name="T8" fmla="*/ 1250 w 80"/>
                <a:gd name="T9" fmla="*/ 1188 h 77"/>
                <a:gd name="T10" fmla="*/ 720 w 80"/>
                <a:gd name="T11" fmla="*/ 915 h 77"/>
                <a:gd name="T12" fmla="*/ 688 w 80"/>
                <a:gd name="T13" fmla="*/ 321 h 77"/>
                <a:gd name="T14" fmla="*/ 708 w 80"/>
                <a:gd name="T15" fmla="*/ 0 h 77"/>
                <a:gd name="T16" fmla="*/ 625 w 80"/>
                <a:gd name="T17" fmla="*/ 385 h 77"/>
                <a:gd name="T18" fmla="*/ 595 w 80"/>
                <a:gd name="T19" fmla="*/ 688 h 77"/>
                <a:gd name="T20" fmla="*/ 313 w 80"/>
                <a:gd name="T21" fmla="*/ 744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77">
                  <a:moveTo>
                    <a:pt x="0" y="12"/>
                  </a:moveTo>
                  <a:cubicBezTo>
                    <a:pt x="3" y="28"/>
                    <a:pt x="16" y="41"/>
                    <a:pt x="28" y="51"/>
                  </a:cubicBezTo>
                  <a:cubicBezTo>
                    <a:pt x="36" y="59"/>
                    <a:pt x="45" y="65"/>
                    <a:pt x="45" y="77"/>
                  </a:cubicBezTo>
                  <a:cubicBezTo>
                    <a:pt x="47" y="70"/>
                    <a:pt x="53" y="73"/>
                    <a:pt x="58" y="73"/>
                  </a:cubicBezTo>
                  <a:cubicBezTo>
                    <a:pt x="69" y="74"/>
                    <a:pt x="74" y="69"/>
                    <a:pt x="80" y="62"/>
                  </a:cubicBezTo>
                  <a:cubicBezTo>
                    <a:pt x="68" y="68"/>
                    <a:pt x="52" y="60"/>
                    <a:pt x="46" y="48"/>
                  </a:cubicBezTo>
                  <a:cubicBezTo>
                    <a:pt x="41" y="40"/>
                    <a:pt x="44" y="26"/>
                    <a:pt x="44" y="17"/>
                  </a:cubicBezTo>
                  <a:cubicBezTo>
                    <a:pt x="45" y="11"/>
                    <a:pt x="45" y="6"/>
                    <a:pt x="45" y="0"/>
                  </a:cubicBezTo>
                  <a:cubicBezTo>
                    <a:pt x="43" y="7"/>
                    <a:pt x="41" y="13"/>
                    <a:pt x="40" y="20"/>
                  </a:cubicBezTo>
                  <a:cubicBezTo>
                    <a:pt x="39" y="24"/>
                    <a:pt x="40" y="32"/>
                    <a:pt x="38" y="36"/>
                  </a:cubicBezTo>
                  <a:cubicBezTo>
                    <a:pt x="35" y="39"/>
                    <a:pt x="22" y="46"/>
                    <a:pt x="20" y="39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39" name="Freeform 490">
              <a:extLst>
                <a:ext uri="{FF2B5EF4-FFF2-40B4-BE49-F238E27FC236}">
                  <a16:creationId xmlns:a16="http://schemas.microsoft.com/office/drawing/2014/main" id="{261BAA1C-F233-40FA-AAC9-C9E35386D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429"/>
              <a:ext cx="106" cy="120"/>
            </a:xfrm>
            <a:custGeom>
              <a:avLst/>
              <a:gdLst>
                <a:gd name="T0" fmla="*/ 0 w 42"/>
                <a:gd name="T1" fmla="*/ 285 h 45"/>
                <a:gd name="T2" fmla="*/ 318 w 42"/>
                <a:gd name="T3" fmla="*/ 0 h 45"/>
                <a:gd name="T4" fmla="*/ 497 w 42"/>
                <a:gd name="T5" fmla="*/ 376 h 45"/>
                <a:gd name="T6" fmla="*/ 676 w 42"/>
                <a:gd name="T7" fmla="*/ 853 h 45"/>
                <a:gd name="T8" fmla="*/ 63 w 42"/>
                <a:gd name="T9" fmla="*/ 28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5">
                  <a:moveTo>
                    <a:pt x="0" y="15"/>
                  </a:moveTo>
                  <a:cubicBezTo>
                    <a:pt x="9" y="21"/>
                    <a:pt x="18" y="7"/>
                    <a:pt x="20" y="0"/>
                  </a:cubicBezTo>
                  <a:cubicBezTo>
                    <a:pt x="26" y="3"/>
                    <a:pt x="29" y="14"/>
                    <a:pt x="31" y="20"/>
                  </a:cubicBezTo>
                  <a:cubicBezTo>
                    <a:pt x="34" y="30"/>
                    <a:pt x="36" y="38"/>
                    <a:pt x="42" y="45"/>
                  </a:cubicBezTo>
                  <a:cubicBezTo>
                    <a:pt x="31" y="35"/>
                    <a:pt x="21" y="15"/>
                    <a:pt x="4" y="15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40" name="Freeform 491">
              <a:extLst>
                <a:ext uri="{FF2B5EF4-FFF2-40B4-BE49-F238E27FC236}">
                  <a16:creationId xmlns:a16="http://schemas.microsoft.com/office/drawing/2014/main" id="{2DD2CFC7-CDE4-44A0-AE81-6E77E4DE8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357"/>
              <a:ext cx="193" cy="432"/>
            </a:xfrm>
            <a:custGeom>
              <a:avLst/>
              <a:gdLst>
                <a:gd name="T0" fmla="*/ 0 w 77"/>
                <a:gd name="T1" fmla="*/ 0 h 162"/>
                <a:gd name="T2" fmla="*/ 396 w 77"/>
                <a:gd name="T3" fmla="*/ 819 h 162"/>
                <a:gd name="T4" fmla="*/ 647 w 77"/>
                <a:gd name="T5" fmla="*/ 1515 h 162"/>
                <a:gd name="T6" fmla="*/ 817 w 77"/>
                <a:gd name="T7" fmla="*/ 2083 h 162"/>
                <a:gd name="T8" fmla="*/ 742 w 77"/>
                <a:gd name="T9" fmla="*/ 2539 h 162"/>
                <a:gd name="T10" fmla="*/ 785 w 77"/>
                <a:gd name="T11" fmla="*/ 3072 h 162"/>
                <a:gd name="T12" fmla="*/ 805 w 77"/>
                <a:gd name="T13" fmla="*/ 2824 h 162"/>
                <a:gd name="T14" fmla="*/ 867 w 77"/>
                <a:gd name="T15" fmla="*/ 2389 h 162"/>
                <a:gd name="T16" fmla="*/ 1068 w 77"/>
                <a:gd name="T17" fmla="*/ 1877 h 162"/>
                <a:gd name="T18" fmla="*/ 910 w 77"/>
                <a:gd name="T19" fmla="*/ 1229 h 162"/>
                <a:gd name="T20" fmla="*/ 692 w 77"/>
                <a:gd name="T21" fmla="*/ 832 h 162"/>
                <a:gd name="T22" fmla="*/ 376 w 77"/>
                <a:gd name="T23" fmla="*/ 363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162">
                  <a:moveTo>
                    <a:pt x="0" y="0"/>
                  </a:moveTo>
                  <a:cubicBezTo>
                    <a:pt x="6" y="15"/>
                    <a:pt x="19" y="27"/>
                    <a:pt x="25" y="43"/>
                  </a:cubicBezTo>
                  <a:cubicBezTo>
                    <a:pt x="30" y="56"/>
                    <a:pt x="33" y="69"/>
                    <a:pt x="41" y="80"/>
                  </a:cubicBezTo>
                  <a:cubicBezTo>
                    <a:pt x="49" y="90"/>
                    <a:pt x="54" y="96"/>
                    <a:pt x="52" y="110"/>
                  </a:cubicBezTo>
                  <a:cubicBezTo>
                    <a:pt x="50" y="118"/>
                    <a:pt x="47" y="125"/>
                    <a:pt x="47" y="134"/>
                  </a:cubicBezTo>
                  <a:cubicBezTo>
                    <a:pt x="47" y="142"/>
                    <a:pt x="46" y="156"/>
                    <a:pt x="50" y="162"/>
                  </a:cubicBezTo>
                  <a:cubicBezTo>
                    <a:pt x="52" y="158"/>
                    <a:pt x="50" y="153"/>
                    <a:pt x="51" y="149"/>
                  </a:cubicBezTo>
                  <a:cubicBezTo>
                    <a:pt x="51" y="141"/>
                    <a:pt x="53" y="134"/>
                    <a:pt x="55" y="126"/>
                  </a:cubicBezTo>
                  <a:cubicBezTo>
                    <a:pt x="58" y="115"/>
                    <a:pt x="62" y="108"/>
                    <a:pt x="68" y="99"/>
                  </a:cubicBezTo>
                  <a:cubicBezTo>
                    <a:pt x="77" y="85"/>
                    <a:pt x="65" y="76"/>
                    <a:pt x="58" y="65"/>
                  </a:cubicBezTo>
                  <a:cubicBezTo>
                    <a:pt x="53" y="58"/>
                    <a:pt x="49" y="51"/>
                    <a:pt x="44" y="44"/>
                  </a:cubicBezTo>
                  <a:cubicBezTo>
                    <a:pt x="37" y="36"/>
                    <a:pt x="30" y="28"/>
                    <a:pt x="24" y="19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41" name="Freeform 492">
              <a:extLst>
                <a:ext uri="{FF2B5EF4-FFF2-40B4-BE49-F238E27FC236}">
                  <a16:creationId xmlns:a16="http://schemas.microsoft.com/office/drawing/2014/main" id="{765C389F-EAD7-45EE-89CB-CC314C88B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939"/>
              <a:ext cx="185" cy="437"/>
            </a:xfrm>
            <a:custGeom>
              <a:avLst/>
              <a:gdLst>
                <a:gd name="T0" fmla="*/ 1158 w 74"/>
                <a:gd name="T1" fmla="*/ 0 h 164"/>
                <a:gd name="T2" fmla="*/ 1033 w 74"/>
                <a:gd name="T3" fmla="*/ 853 h 164"/>
                <a:gd name="T4" fmla="*/ 875 w 74"/>
                <a:gd name="T5" fmla="*/ 1719 h 164"/>
                <a:gd name="T6" fmla="*/ 583 w 74"/>
                <a:gd name="T7" fmla="*/ 2443 h 164"/>
                <a:gd name="T8" fmla="*/ 833 w 74"/>
                <a:gd name="T9" fmla="*/ 3102 h 164"/>
                <a:gd name="T10" fmla="*/ 395 w 74"/>
                <a:gd name="T11" fmla="*/ 2798 h 164"/>
                <a:gd name="T12" fmla="*/ 0 w 74"/>
                <a:gd name="T13" fmla="*/ 2478 h 164"/>
                <a:gd name="T14" fmla="*/ 408 w 74"/>
                <a:gd name="T15" fmla="*/ 1967 h 164"/>
                <a:gd name="T16" fmla="*/ 833 w 74"/>
                <a:gd name="T17" fmla="*/ 1114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64">
                  <a:moveTo>
                    <a:pt x="74" y="0"/>
                  </a:moveTo>
                  <a:cubicBezTo>
                    <a:pt x="74" y="15"/>
                    <a:pt x="67" y="30"/>
                    <a:pt x="66" y="45"/>
                  </a:cubicBezTo>
                  <a:cubicBezTo>
                    <a:pt x="64" y="61"/>
                    <a:pt x="63" y="77"/>
                    <a:pt x="56" y="91"/>
                  </a:cubicBezTo>
                  <a:cubicBezTo>
                    <a:pt x="49" y="103"/>
                    <a:pt x="37" y="116"/>
                    <a:pt x="37" y="129"/>
                  </a:cubicBezTo>
                  <a:cubicBezTo>
                    <a:pt x="36" y="144"/>
                    <a:pt x="53" y="152"/>
                    <a:pt x="53" y="164"/>
                  </a:cubicBezTo>
                  <a:cubicBezTo>
                    <a:pt x="43" y="160"/>
                    <a:pt x="35" y="153"/>
                    <a:pt x="25" y="148"/>
                  </a:cubicBezTo>
                  <a:cubicBezTo>
                    <a:pt x="16" y="144"/>
                    <a:pt x="9" y="135"/>
                    <a:pt x="0" y="131"/>
                  </a:cubicBezTo>
                  <a:cubicBezTo>
                    <a:pt x="6" y="121"/>
                    <a:pt x="18" y="113"/>
                    <a:pt x="26" y="104"/>
                  </a:cubicBezTo>
                  <a:cubicBezTo>
                    <a:pt x="38" y="91"/>
                    <a:pt x="52" y="79"/>
                    <a:pt x="53" y="59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42" name="Freeform 493">
              <a:extLst>
                <a:ext uri="{FF2B5EF4-FFF2-40B4-BE49-F238E27FC236}">
                  <a16:creationId xmlns:a16="http://schemas.microsoft.com/office/drawing/2014/main" id="{6F6769BF-191F-42AF-B00C-52B4913E2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587"/>
              <a:ext cx="110" cy="506"/>
            </a:xfrm>
            <a:custGeom>
              <a:avLst/>
              <a:gdLst>
                <a:gd name="T0" fmla="*/ 158 w 44"/>
                <a:gd name="T1" fmla="*/ 0 h 190"/>
                <a:gd name="T2" fmla="*/ 175 w 44"/>
                <a:gd name="T3" fmla="*/ 320 h 190"/>
                <a:gd name="T4" fmla="*/ 188 w 44"/>
                <a:gd name="T5" fmla="*/ 887 h 190"/>
                <a:gd name="T6" fmla="*/ 0 w 44"/>
                <a:gd name="T7" fmla="*/ 1816 h 190"/>
                <a:gd name="T8" fmla="*/ 625 w 44"/>
                <a:gd name="T9" fmla="*/ 3590 h 190"/>
                <a:gd name="T10" fmla="*/ 675 w 44"/>
                <a:gd name="T11" fmla="*/ 2831 h 190"/>
                <a:gd name="T12" fmla="*/ 458 w 44"/>
                <a:gd name="T13" fmla="*/ 1590 h 190"/>
                <a:gd name="T14" fmla="*/ 363 w 44"/>
                <a:gd name="T15" fmla="*/ 533 h 190"/>
                <a:gd name="T16" fmla="*/ 188 w 44"/>
                <a:gd name="T17" fmla="*/ 0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90">
                  <a:moveTo>
                    <a:pt x="10" y="0"/>
                  </a:moveTo>
                  <a:cubicBezTo>
                    <a:pt x="9" y="5"/>
                    <a:pt x="11" y="11"/>
                    <a:pt x="11" y="17"/>
                  </a:cubicBezTo>
                  <a:cubicBezTo>
                    <a:pt x="10" y="27"/>
                    <a:pt x="12" y="37"/>
                    <a:pt x="12" y="47"/>
                  </a:cubicBezTo>
                  <a:cubicBezTo>
                    <a:pt x="12" y="63"/>
                    <a:pt x="12" y="84"/>
                    <a:pt x="0" y="96"/>
                  </a:cubicBezTo>
                  <a:cubicBezTo>
                    <a:pt x="24" y="76"/>
                    <a:pt x="41" y="176"/>
                    <a:pt x="40" y="190"/>
                  </a:cubicBezTo>
                  <a:cubicBezTo>
                    <a:pt x="44" y="176"/>
                    <a:pt x="44" y="163"/>
                    <a:pt x="43" y="150"/>
                  </a:cubicBezTo>
                  <a:cubicBezTo>
                    <a:pt x="41" y="127"/>
                    <a:pt x="32" y="106"/>
                    <a:pt x="29" y="84"/>
                  </a:cubicBezTo>
                  <a:cubicBezTo>
                    <a:pt x="27" y="65"/>
                    <a:pt x="26" y="46"/>
                    <a:pt x="23" y="28"/>
                  </a:cubicBezTo>
                  <a:cubicBezTo>
                    <a:pt x="21" y="18"/>
                    <a:pt x="15" y="10"/>
                    <a:pt x="12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43" name="Freeform 494">
              <a:extLst>
                <a:ext uri="{FF2B5EF4-FFF2-40B4-BE49-F238E27FC236}">
                  <a16:creationId xmlns:a16="http://schemas.microsoft.com/office/drawing/2014/main" id="{EAE412BF-C4C0-490E-9DFE-9686D821F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093"/>
              <a:ext cx="85" cy="411"/>
            </a:xfrm>
            <a:custGeom>
              <a:avLst/>
              <a:gdLst>
                <a:gd name="T0" fmla="*/ 95 w 34"/>
                <a:gd name="T1" fmla="*/ 0 h 154"/>
                <a:gd name="T2" fmla="*/ 220 w 34"/>
                <a:gd name="T3" fmla="*/ 478 h 154"/>
                <a:gd name="T4" fmla="*/ 300 w 34"/>
                <a:gd name="T5" fmla="*/ 1140 h 154"/>
                <a:gd name="T6" fmla="*/ 300 w 34"/>
                <a:gd name="T7" fmla="*/ 2928 h 154"/>
                <a:gd name="T8" fmla="*/ 220 w 34"/>
                <a:gd name="T9" fmla="*/ 2698 h 154"/>
                <a:gd name="T10" fmla="*/ 125 w 34"/>
                <a:gd name="T11" fmla="*/ 1695 h 154"/>
                <a:gd name="T12" fmla="*/ 0 w 34"/>
                <a:gd name="T13" fmla="*/ 763 h 154"/>
                <a:gd name="T14" fmla="*/ 50 w 34"/>
                <a:gd name="T15" fmla="*/ 491 h 1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54">
                  <a:moveTo>
                    <a:pt x="6" y="0"/>
                  </a:moveTo>
                  <a:cubicBezTo>
                    <a:pt x="13" y="8"/>
                    <a:pt x="13" y="15"/>
                    <a:pt x="14" y="25"/>
                  </a:cubicBezTo>
                  <a:cubicBezTo>
                    <a:pt x="14" y="37"/>
                    <a:pt x="16" y="49"/>
                    <a:pt x="19" y="60"/>
                  </a:cubicBezTo>
                  <a:cubicBezTo>
                    <a:pt x="28" y="91"/>
                    <a:pt x="34" y="124"/>
                    <a:pt x="19" y="154"/>
                  </a:cubicBezTo>
                  <a:cubicBezTo>
                    <a:pt x="15" y="152"/>
                    <a:pt x="15" y="145"/>
                    <a:pt x="14" y="142"/>
                  </a:cubicBezTo>
                  <a:cubicBezTo>
                    <a:pt x="11" y="124"/>
                    <a:pt x="10" y="106"/>
                    <a:pt x="8" y="89"/>
                  </a:cubicBezTo>
                  <a:cubicBezTo>
                    <a:pt x="5" y="73"/>
                    <a:pt x="1" y="57"/>
                    <a:pt x="0" y="40"/>
                  </a:cubicBezTo>
                  <a:cubicBezTo>
                    <a:pt x="0" y="35"/>
                    <a:pt x="0" y="31"/>
                    <a:pt x="3" y="26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44" name="Freeform 495">
              <a:extLst>
                <a:ext uri="{FF2B5EF4-FFF2-40B4-BE49-F238E27FC236}">
                  <a16:creationId xmlns:a16="http://schemas.microsoft.com/office/drawing/2014/main" id="{1F4AFC21-4B33-4DD7-85BD-DD683BEAA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1408"/>
              <a:ext cx="53" cy="341"/>
            </a:xfrm>
            <a:custGeom>
              <a:avLst/>
              <a:gdLst>
                <a:gd name="T0" fmla="*/ 159 w 21"/>
                <a:gd name="T1" fmla="*/ 0 h 128"/>
                <a:gd name="T2" fmla="*/ 192 w 21"/>
                <a:gd name="T3" fmla="*/ 589 h 128"/>
                <a:gd name="T4" fmla="*/ 318 w 21"/>
                <a:gd name="T5" fmla="*/ 1569 h 128"/>
                <a:gd name="T6" fmla="*/ 242 w 21"/>
                <a:gd name="T7" fmla="*/ 2419 h 128"/>
                <a:gd name="T8" fmla="*/ 0 w 21"/>
                <a:gd name="T9" fmla="*/ 285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8">
                  <a:moveTo>
                    <a:pt x="10" y="0"/>
                  </a:moveTo>
                  <a:cubicBezTo>
                    <a:pt x="13" y="10"/>
                    <a:pt x="11" y="21"/>
                    <a:pt x="12" y="31"/>
                  </a:cubicBezTo>
                  <a:cubicBezTo>
                    <a:pt x="14" y="48"/>
                    <a:pt x="18" y="65"/>
                    <a:pt x="20" y="83"/>
                  </a:cubicBezTo>
                  <a:cubicBezTo>
                    <a:pt x="21" y="98"/>
                    <a:pt x="19" y="114"/>
                    <a:pt x="15" y="128"/>
                  </a:cubicBezTo>
                  <a:cubicBezTo>
                    <a:pt x="6" y="91"/>
                    <a:pt x="2" y="53"/>
                    <a:pt x="0" y="15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45" name="Freeform 496">
              <a:extLst>
                <a:ext uri="{FF2B5EF4-FFF2-40B4-BE49-F238E27FC236}">
                  <a16:creationId xmlns:a16="http://schemas.microsoft.com/office/drawing/2014/main" id="{34DB1702-32FE-4A1B-AD11-130704765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085"/>
              <a:ext cx="103" cy="544"/>
            </a:xfrm>
            <a:custGeom>
              <a:avLst/>
              <a:gdLst>
                <a:gd name="T0" fmla="*/ 63 w 41"/>
                <a:gd name="T1" fmla="*/ 0 h 204"/>
                <a:gd name="T2" fmla="*/ 221 w 41"/>
                <a:gd name="T3" fmla="*/ 149 h 204"/>
                <a:gd name="T4" fmla="*/ 397 w 41"/>
                <a:gd name="T5" fmla="*/ 419 h 204"/>
                <a:gd name="T6" fmla="*/ 525 w 41"/>
                <a:gd name="T7" fmla="*/ 1003 h 204"/>
                <a:gd name="T8" fmla="*/ 568 w 41"/>
                <a:gd name="T9" fmla="*/ 1365 h 204"/>
                <a:gd name="T10" fmla="*/ 651 w 41"/>
                <a:gd name="T11" fmla="*/ 1592 h 204"/>
                <a:gd name="T12" fmla="*/ 555 w 41"/>
                <a:gd name="T13" fmla="*/ 1843 h 204"/>
                <a:gd name="T14" fmla="*/ 555 w 41"/>
                <a:gd name="T15" fmla="*/ 2845 h 204"/>
                <a:gd name="T16" fmla="*/ 618 w 41"/>
                <a:gd name="T17" fmla="*/ 3413 h 204"/>
                <a:gd name="T18" fmla="*/ 472 w 41"/>
                <a:gd name="T19" fmla="*/ 3869 h 204"/>
                <a:gd name="T20" fmla="*/ 347 w 41"/>
                <a:gd name="T21" fmla="*/ 3320 h 204"/>
                <a:gd name="T22" fmla="*/ 284 w 41"/>
                <a:gd name="T23" fmla="*/ 3107 h 204"/>
                <a:gd name="T24" fmla="*/ 188 w 41"/>
                <a:gd name="T25" fmla="*/ 3051 h 204"/>
                <a:gd name="T26" fmla="*/ 239 w 41"/>
                <a:gd name="T27" fmla="*/ 2696 h 204"/>
                <a:gd name="T28" fmla="*/ 239 w 41"/>
                <a:gd name="T29" fmla="*/ 2083 h 204"/>
                <a:gd name="T30" fmla="*/ 188 w 41"/>
                <a:gd name="T31" fmla="*/ 1536 h 204"/>
                <a:gd name="T32" fmla="*/ 50 w 41"/>
                <a:gd name="T33" fmla="*/ 1139 h 204"/>
                <a:gd name="T34" fmla="*/ 63 w 41"/>
                <a:gd name="T35" fmla="*/ 776 h 204"/>
                <a:gd name="T36" fmla="*/ 95 w 41"/>
                <a:gd name="T37" fmla="*/ 149 h 20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204">
                  <a:moveTo>
                    <a:pt x="4" y="0"/>
                  </a:moveTo>
                  <a:cubicBezTo>
                    <a:pt x="7" y="4"/>
                    <a:pt x="11" y="5"/>
                    <a:pt x="14" y="8"/>
                  </a:cubicBezTo>
                  <a:cubicBezTo>
                    <a:pt x="18" y="12"/>
                    <a:pt x="22" y="17"/>
                    <a:pt x="25" y="22"/>
                  </a:cubicBezTo>
                  <a:cubicBezTo>
                    <a:pt x="31" y="31"/>
                    <a:pt x="32" y="42"/>
                    <a:pt x="33" y="53"/>
                  </a:cubicBezTo>
                  <a:cubicBezTo>
                    <a:pt x="34" y="59"/>
                    <a:pt x="34" y="66"/>
                    <a:pt x="36" y="72"/>
                  </a:cubicBezTo>
                  <a:cubicBezTo>
                    <a:pt x="37" y="75"/>
                    <a:pt x="41" y="80"/>
                    <a:pt x="41" y="84"/>
                  </a:cubicBezTo>
                  <a:cubicBezTo>
                    <a:pt x="41" y="89"/>
                    <a:pt x="37" y="92"/>
                    <a:pt x="35" y="97"/>
                  </a:cubicBezTo>
                  <a:cubicBezTo>
                    <a:pt x="31" y="113"/>
                    <a:pt x="32" y="134"/>
                    <a:pt x="35" y="150"/>
                  </a:cubicBezTo>
                  <a:cubicBezTo>
                    <a:pt x="37" y="159"/>
                    <a:pt x="40" y="170"/>
                    <a:pt x="39" y="180"/>
                  </a:cubicBezTo>
                  <a:cubicBezTo>
                    <a:pt x="37" y="187"/>
                    <a:pt x="33" y="197"/>
                    <a:pt x="30" y="204"/>
                  </a:cubicBezTo>
                  <a:cubicBezTo>
                    <a:pt x="26" y="195"/>
                    <a:pt x="25" y="184"/>
                    <a:pt x="22" y="175"/>
                  </a:cubicBezTo>
                  <a:cubicBezTo>
                    <a:pt x="21" y="171"/>
                    <a:pt x="21" y="167"/>
                    <a:pt x="18" y="164"/>
                  </a:cubicBezTo>
                  <a:cubicBezTo>
                    <a:pt x="16" y="162"/>
                    <a:pt x="13" y="163"/>
                    <a:pt x="12" y="161"/>
                  </a:cubicBezTo>
                  <a:cubicBezTo>
                    <a:pt x="10" y="157"/>
                    <a:pt x="14" y="147"/>
                    <a:pt x="15" y="142"/>
                  </a:cubicBezTo>
                  <a:cubicBezTo>
                    <a:pt x="17" y="131"/>
                    <a:pt x="16" y="121"/>
                    <a:pt x="15" y="110"/>
                  </a:cubicBezTo>
                  <a:cubicBezTo>
                    <a:pt x="14" y="100"/>
                    <a:pt x="15" y="90"/>
                    <a:pt x="12" y="81"/>
                  </a:cubicBezTo>
                  <a:cubicBezTo>
                    <a:pt x="11" y="72"/>
                    <a:pt x="7" y="67"/>
                    <a:pt x="3" y="60"/>
                  </a:cubicBezTo>
                  <a:cubicBezTo>
                    <a:pt x="0" y="53"/>
                    <a:pt x="2" y="48"/>
                    <a:pt x="4" y="41"/>
                  </a:cubicBezTo>
                  <a:cubicBezTo>
                    <a:pt x="5" y="31"/>
                    <a:pt x="7" y="19"/>
                    <a:pt x="6" y="8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46" name="Freeform 497">
              <a:extLst>
                <a:ext uri="{FF2B5EF4-FFF2-40B4-BE49-F238E27FC236}">
                  <a16:creationId xmlns:a16="http://schemas.microsoft.com/office/drawing/2014/main" id="{66EDB284-873D-44BD-B707-9D081DCD4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592"/>
              <a:ext cx="200" cy="581"/>
            </a:xfrm>
            <a:custGeom>
              <a:avLst/>
              <a:gdLst>
                <a:gd name="T0" fmla="*/ 345 w 80"/>
                <a:gd name="T1" fmla="*/ 456 h 218"/>
                <a:gd name="T2" fmla="*/ 625 w 80"/>
                <a:gd name="T3" fmla="*/ 2854 h 218"/>
                <a:gd name="T4" fmla="*/ 738 w 80"/>
                <a:gd name="T5" fmla="*/ 3254 h 218"/>
                <a:gd name="T6" fmla="*/ 750 w 80"/>
                <a:gd name="T7" fmla="*/ 3579 h 218"/>
                <a:gd name="T8" fmla="*/ 1063 w 80"/>
                <a:gd name="T9" fmla="*/ 3899 h 218"/>
                <a:gd name="T10" fmla="*/ 1250 w 80"/>
                <a:gd name="T11" fmla="*/ 4126 h 218"/>
                <a:gd name="T12" fmla="*/ 1063 w 80"/>
                <a:gd name="T13" fmla="*/ 4091 h 218"/>
                <a:gd name="T14" fmla="*/ 563 w 80"/>
                <a:gd name="T15" fmla="*/ 3920 h 218"/>
                <a:gd name="T16" fmla="*/ 333 w 80"/>
                <a:gd name="T17" fmla="*/ 3238 h 218"/>
                <a:gd name="T18" fmla="*/ 20 w 80"/>
                <a:gd name="T19" fmla="*/ 3387 h 218"/>
                <a:gd name="T20" fmla="*/ 95 w 80"/>
                <a:gd name="T21" fmla="*/ 3105 h 218"/>
                <a:gd name="T22" fmla="*/ 250 w 80"/>
                <a:gd name="T23" fmla="*/ 2615 h 218"/>
                <a:gd name="T24" fmla="*/ 208 w 80"/>
                <a:gd name="T25" fmla="*/ 1706 h 218"/>
                <a:gd name="T26" fmla="*/ 125 w 80"/>
                <a:gd name="T27" fmla="*/ 1079 h 218"/>
                <a:gd name="T28" fmla="*/ 175 w 80"/>
                <a:gd name="T29" fmla="*/ 0 h 2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218">
                  <a:moveTo>
                    <a:pt x="22" y="24"/>
                  </a:moveTo>
                  <a:cubicBezTo>
                    <a:pt x="32" y="66"/>
                    <a:pt x="24" y="110"/>
                    <a:pt x="40" y="151"/>
                  </a:cubicBezTo>
                  <a:cubicBezTo>
                    <a:pt x="42" y="157"/>
                    <a:pt x="46" y="165"/>
                    <a:pt x="47" y="172"/>
                  </a:cubicBezTo>
                  <a:cubicBezTo>
                    <a:pt x="48" y="178"/>
                    <a:pt x="45" y="183"/>
                    <a:pt x="48" y="189"/>
                  </a:cubicBezTo>
                  <a:cubicBezTo>
                    <a:pt x="51" y="197"/>
                    <a:pt x="60" y="203"/>
                    <a:pt x="68" y="206"/>
                  </a:cubicBezTo>
                  <a:cubicBezTo>
                    <a:pt x="74" y="209"/>
                    <a:pt x="80" y="210"/>
                    <a:pt x="80" y="218"/>
                  </a:cubicBezTo>
                  <a:cubicBezTo>
                    <a:pt x="75" y="218"/>
                    <a:pt x="72" y="217"/>
                    <a:pt x="68" y="216"/>
                  </a:cubicBezTo>
                  <a:cubicBezTo>
                    <a:pt x="57" y="212"/>
                    <a:pt x="46" y="212"/>
                    <a:pt x="36" y="207"/>
                  </a:cubicBezTo>
                  <a:cubicBezTo>
                    <a:pt x="21" y="200"/>
                    <a:pt x="29" y="183"/>
                    <a:pt x="21" y="171"/>
                  </a:cubicBezTo>
                  <a:cubicBezTo>
                    <a:pt x="15" y="174"/>
                    <a:pt x="9" y="180"/>
                    <a:pt x="1" y="179"/>
                  </a:cubicBezTo>
                  <a:cubicBezTo>
                    <a:pt x="0" y="174"/>
                    <a:pt x="4" y="169"/>
                    <a:pt x="6" y="164"/>
                  </a:cubicBezTo>
                  <a:cubicBezTo>
                    <a:pt x="11" y="156"/>
                    <a:pt x="15" y="147"/>
                    <a:pt x="16" y="138"/>
                  </a:cubicBezTo>
                  <a:cubicBezTo>
                    <a:pt x="19" y="121"/>
                    <a:pt x="17" y="106"/>
                    <a:pt x="13" y="90"/>
                  </a:cubicBezTo>
                  <a:cubicBezTo>
                    <a:pt x="10" y="79"/>
                    <a:pt x="9" y="68"/>
                    <a:pt x="8" y="57"/>
                  </a:cubicBezTo>
                  <a:cubicBezTo>
                    <a:pt x="6" y="38"/>
                    <a:pt x="16" y="20"/>
                    <a:pt x="11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47" name="Freeform 498">
              <a:extLst>
                <a:ext uri="{FF2B5EF4-FFF2-40B4-BE49-F238E27FC236}">
                  <a16:creationId xmlns:a16="http://schemas.microsoft.com/office/drawing/2014/main" id="{AE884149-D1CD-4AFE-B9FF-FE38FA5EE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168"/>
              <a:ext cx="128" cy="715"/>
            </a:xfrm>
            <a:custGeom>
              <a:avLst/>
              <a:gdLst>
                <a:gd name="T0" fmla="*/ 208 w 51"/>
                <a:gd name="T1" fmla="*/ 704 h 268"/>
                <a:gd name="T2" fmla="*/ 663 w 51"/>
                <a:gd name="T3" fmla="*/ 0 h 268"/>
                <a:gd name="T4" fmla="*/ 776 w 51"/>
                <a:gd name="T5" fmla="*/ 1254 h 268"/>
                <a:gd name="T6" fmla="*/ 743 w 51"/>
                <a:gd name="T7" fmla="*/ 1958 h 268"/>
                <a:gd name="T8" fmla="*/ 788 w 51"/>
                <a:gd name="T9" fmla="*/ 2604 h 268"/>
                <a:gd name="T10" fmla="*/ 535 w 51"/>
                <a:gd name="T11" fmla="*/ 3722 h 268"/>
                <a:gd name="T12" fmla="*/ 472 w 51"/>
                <a:gd name="T13" fmla="*/ 4383 h 268"/>
                <a:gd name="T14" fmla="*/ 535 w 51"/>
                <a:gd name="T15" fmla="*/ 5090 h 268"/>
                <a:gd name="T16" fmla="*/ 429 w 51"/>
                <a:gd name="T17" fmla="*/ 4920 h 268"/>
                <a:gd name="T18" fmla="*/ 314 w 51"/>
                <a:gd name="T19" fmla="*/ 4327 h 268"/>
                <a:gd name="T20" fmla="*/ 0 w 51"/>
                <a:gd name="T21" fmla="*/ 4007 h 268"/>
                <a:gd name="T22" fmla="*/ 188 w 51"/>
                <a:gd name="T23" fmla="*/ 3687 h 268"/>
                <a:gd name="T24" fmla="*/ 314 w 51"/>
                <a:gd name="T25" fmla="*/ 3231 h 268"/>
                <a:gd name="T26" fmla="*/ 472 w 51"/>
                <a:gd name="T27" fmla="*/ 2334 h 268"/>
                <a:gd name="T28" fmla="*/ 366 w 51"/>
                <a:gd name="T29" fmla="*/ 1387 h 268"/>
                <a:gd name="T30" fmla="*/ 158 w 51"/>
                <a:gd name="T31" fmla="*/ 718 h 2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268">
                  <a:moveTo>
                    <a:pt x="13" y="37"/>
                  </a:moveTo>
                  <a:cubicBezTo>
                    <a:pt x="33" y="40"/>
                    <a:pt x="38" y="13"/>
                    <a:pt x="42" y="0"/>
                  </a:cubicBezTo>
                  <a:cubicBezTo>
                    <a:pt x="46" y="21"/>
                    <a:pt x="51" y="45"/>
                    <a:pt x="49" y="66"/>
                  </a:cubicBezTo>
                  <a:cubicBezTo>
                    <a:pt x="47" y="79"/>
                    <a:pt x="46" y="91"/>
                    <a:pt x="47" y="103"/>
                  </a:cubicBezTo>
                  <a:cubicBezTo>
                    <a:pt x="48" y="115"/>
                    <a:pt x="50" y="126"/>
                    <a:pt x="50" y="137"/>
                  </a:cubicBezTo>
                  <a:cubicBezTo>
                    <a:pt x="49" y="158"/>
                    <a:pt x="39" y="176"/>
                    <a:pt x="34" y="196"/>
                  </a:cubicBezTo>
                  <a:cubicBezTo>
                    <a:pt x="31" y="208"/>
                    <a:pt x="28" y="219"/>
                    <a:pt x="30" y="231"/>
                  </a:cubicBezTo>
                  <a:cubicBezTo>
                    <a:pt x="31" y="243"/>
                    <a:pt x="35" y="256"/>
                    <a:pt x="34" y="268"/>
                  </a:cubicBezTo>
                  <a:cubicBezTo>
                    <a:pt x="32" y="265"/>
                    <a:pt x="28" y="262"/>
                    <a:pt x="27" y="259"/>
                  </a:cubicBezTo>
                  <a:cubicBezTo>
                    <a:pt x="23" y="250"/>
                    <a:pt x="24" y="237"/>
                    <a:pt x="20" y="228"/>
                  </a:cubicBezTo>
                  <a:cubicBezTo>
                    <a:pt x="17" y="218"/>
                    <a:pt x="10" y="213"/>
                    <a:pt x="0" y="211"/>
                  </a:cubicBezTo>
                  <a:cubicBezTo>
                    <a:pt x="1" y="205"/>
                    <a:pt x="9" y="199"/>
                    <a:pt x="12" y="194"/>
                  </a:cubicBezTo>
                  <a:cubicBezTo>
                    <a:pt x="16" y="186"/>
                    <a:pt x="17" y="179"/>
                    <a:pt x="20" y="170"/>
                  </a:cubicBezTo>
                  <a:cubicBezTo>
                    <a:pt x="25" y="154"/>
                    <a:pt x="30" y="140"/>
                    <a:pt x="30" y="123"/>
                  </a:cubicBezTo>
                  <a:cubicBezTo>
                    <a:pt x="31" y="107"/>
                    <a:pt x="26" y="89"/>
                    <a:pt x="23" y="73"/>
                  </a:cubicBezTo>
                  <a:cubicBezTo>
                    <a:pt x="21" y="62"/>
                    <a:pt x="17" y="47"/>
                    <a:pt x="10" y="38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48" name="Freeform 499">
              <a:extLst>
                <a:ext uri="{FF2B5EF4-FFF2-40B4-BE49-F238E27FC236}">
                  <a16:creationId xmlns:a16="http://schemas.microsoft.com/office/drawing/2014/main" id="{84F6E26E-C221-45AB-9D81-D1583E576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435"/>
              <a:ext cx="117" cy="149"/>
            </a:xfrm>
            <a:custGeom>
              <a:avLst/>
              <a:gdLst>
                <a:gd name="T0" fmla="*/ 105 w 47"/>
                <a:gd name="T1" fmla="*/ 1054 h 56"/>
                <a:gd name="T2" fmla="*/ 341 w 47"/>
                <a:gd name="T3" fmla="*/ 545 h 56"/>
                <a:gd name="T4" fmla="*/ 724 w 47"/>
                <a:gd name="T5" fmla="*/ 226 h 56"/>
                <a:gd name="T6" fmla="*/ 291 w 47"/>
                <a:gd name="T7" fmla="*/ 205 h 56"/>
                <a:gd name="T8" fmla="*/ 0 w 47"/>
                <a:gd name="T9" fmla="*/ 0 h 56"/>
                <a:gd name="T10" fmla="*/ 105 w 47"/>
                <a:gd name="T11" fmla="*/ 511 h 56"/>
                <a:gd name="T12" fmla="*/ 42 w 47"/>
                <a:gd name="T13" fmla="*/ 99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6">
                  <a:moveTo>
                    <a:pt x="7" y="56"/>
                  </a:moveTo>
                  <a:cubicBezTo>
                    <a:pt x="15" y="49"/>
                    <a:pt x="16" y="37"/>
                    <a:pt x="22" y="29"/>
                  </a:cubicBezTo>
                  <a:cubicBezTo>
                    <a:pt x="28" y="21"/>
                    <a:pt x="37" y="16"/>
                    <a:pt x="47" y="12"/>
                  </a:cubicBezTo>
                  <a:cubicBezTo>
                    <a:pt x="37" y="10"/>
                    <a:pt x="29" y="15"/>
                    <a:pt x="19" y="11"/>
                  </a:cubicBezTo>
                  <a:cubicBezTo>
                    <a:pt x="13" y="8"/>
                    <a:pt x="6" y="4"/>
                    <a:pt x="0" y="0"/>
                  </a:cubicBezTo>
                  <a:cubicBezTo>
                    <a:pt x="5" y="9"/>
                    <a:pt x="8" y="18"/>
                    <a:pt x="7" y="27"/>
                  </a:cubicBezTo>
                  <a:cubicBezTo>
                    <a:pt x="7" y="36"/>
                    <a:pt x="3" y="44"/>
                    <a:pt x="3" y="53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49" name="Freeform 500">
              <a:extLst>
                <a:ext uri="{FF2B5EF4-FFF2-40B4-BE49-F238E27FC236}">
                  <a16:creationId xmlns:a16="http://schemas.microsoft.com/office/drawing/2014/main" id="{83F799B5-76D7-4847-A2F6-7E9664355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571"/>
              <a:ext cx="715" cy="448"/>
            </a:xfrm>
            <a:custGeom>
              <a:avLst/>
              <a:gdLst>
                <a:gd name="T0" fmla="*/ 925 w 286"/>
                <a:gd name="T1" fmla="*/ 0 h 168"/>
                <a:gd name="T2" fmla="*/ 550 w 286"/>
                <a:gd name="T3" fmla="*/ 491 h 168"/>
                <a:gd name="T4" fmla="*/ 283 w 286"/>
                <a:gd name="T5" fmla="*/ 248 h 168"/>
                <a:gd name="T6" fmla="*/ 333 w 286"/>
                <a:gd name="T7" fmla="*/ 797 h 168"/>
                <a:gd name="T8" fmla="*/ 188 w 286"/>
                <a:gd name="T9" fmla="*/ 1251 h 168"/>
                <a:gd name="T10" fmla="*/ 270 w 286"/>
                <a:gd name="T11" fmla="*/ 1856 h 168"/>
                <a:gd name="T12" fmla="*/ 0 w 286"/>
                <a:gd name="T13" fmla="*/ 2197 h 168"/>
                <a:gd name="T14" fmla="*/ 563 w 286"/>
                <a:gd name="T15" fmla="*/ 2296 h 168"/>
                <a:gd name="T16" fmla="*/ 1033 w 286"/>
                <a:gd name="T17" fmla="*/ 2275 h 168"/>
                <a:gd name="T18" fmla="*/ 1408 w 286"/>
                <a:gd name="T19" fmla="*/ 2483 h 168"/>
                <a:gd name="T20" fmla="*/ 2000 w 286"/>
                <a:gd name="T21" fmla="*/ 2595 h 168"/>
                <a:gd name="T22" fmla="*/ 2658 w 286"/>
                <a:gd name="T23" fmla="*/ 2867 h 168"/>
                <a:gd name="T24" fmla="*/ 3345 w 286"/>
                <a:gd name="T25" fmla="*/ 2880 h 168"/>
                <a:gd name="T26" fmla="*/ 3563 w 286"/>
                <a:gd name="T27" fmla="*/ 2957 h 168"/>
                <a:gd name="T28" fmla="*/ 3863 w 286"/>
                <a:gd name="T29" fmla="*/ 2979 h 168"/>
                <a:gd name="T30" fmla="*/ 4345 w 286"/>
                <a:gd name="T31" fmla="*/ 3072 h 168"/>
                <a:gd name="T32" fmla="*/ 4470 w 286"/>
                <a:gd name="T33" fmla="*/ 3187 h 168"/>
                <a:gd name="T34" fmla="*/ 4250 w 286"/>
                <a:gd name="T35" fmla="*/ 2901 h 168"/>
                <a:gd name="T36" fmla="*/ 3800 w 286"/>
                <a:gd name="T37" fmla="*/ 2560 h 168"/>
                <a:gd name="T38" fmla="*/ 3500 w 286"/>
                <a:gd name="T39" fmla="*/ 2637 h 168"/>
                <a:gd name="T40" fmla="*/ 3095 w 286"/>
                <a:gd name="T41" fmla="*/ 2616 h 168"/>
                <a:gd name="T42" fmla="*/ 2345 w 286"/>
                <a:gd name="T43" fmla="*/ 2368 h 168"/>
                <a:gd name="T44" fmla="*/ 1908 w 286"/>
                <a:gd name="T45" fmla="*/ 1651 h 168"/>
                <a:gd name="T46" fmla="*/ 1708 w 286"/>
                <a:gd name="T47" fmla="*/ 2013 h 168"/>
                <a:gd name="T48" fmla="*/ 1583 w 286"/>
                <a:gd name="T49" fmla="*/ 2027 h 168"/>
                <a:gd name="T50" fmla="*/ 1520 w 286"/>
                <a:gd name="T51" fmla="*/ 1971 h 168"/>
                <a:gd name="T52" fmla="*/ 1375 w 286"/>
                <a:gd name="T53" fmla="*/ 2069 h 168"/>
                <a:gd name="T54" fmla="*/ 1125 w 286"/>
                <a:gd name="T55" fmla="*/ 1955 h 168"/>
                <a:gd name="T56" fmla="*/ 688 w 286"/>
                <a:gd name="T57" fmla="*/ 1216 h 168"/>
                <a:gd name="T58" fmla="*/ 925 w 286"/>
                <a:gd name="T59" fmla="*/ 192 h 16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86" h="168">
                  <a:moveTo>
                    <a:pt x="59" y="0"/>
                  </a:moveTo>
                  <a:cubicBezTo>
                    <a:pt x="58" y="9"/>
                    <a:pt x="43" y="24"/>
                    <a:pt x="35" y="26"/>
                  </a:cubicBezTo>
                  <a:cubicBezTo>
                    <a:pt x="23" y="28"/>
                    <a:pt x="26" y="17"/>
                    <a:pt x="18" y="13"/>
                  </a:cubicBezTo>
                  <a:cubicBezTo>
                    <a:pt x="19" y="23"/>
                    <a:pt x="23" y="31"/>
                    <a:pt x="21" y="42"/>
                  </a:cubicBezTo>
                  <a:cubicBezTo>
                    <a:pt x="20" y="52"/>
                    <a:pt x="9" y="57"/>
                    <a:pt x="12" y="66"/>
                  </a:cubicBezTo>
                  <a:cubicBezTo>
                    <a:pt x="16" y="76"/>
                    <a:pt x="22" y="87"/>
                    <a:pt x="17" y="98"/>
                  </a:cubicBezTo>
                  <a:cubicBezTo>
                    <a:pt x="14" y="104"/>
                    <a:pt x="5" y="110"/>
                    <a:pt x="0" y="116"/>
                  </a:cubicBezTo>
                  <a:cubicBezTo>
                    <a:pt x="12" y="115"/>
                    <a:pt x="23" y="123"/>
                    <a:pt x="36" y="121"/>
                  </a:cubicBezTo>
                  <a:cubicBezTo>
                    <a:pt x="46" y="118"/>
                    <a:pt x="55" y="115"/>
                    <a:pt x="66" y="120"/>
                  </a:cubicBezTo>
                  <a:cubicBezTo>
                    <a:pt x="74" y="124"/>
                    <a:pt x="81" y="128"/>
                    <a:pt x="90" y="131"/>
                  </a:cubicBezTo>
                  <a:cubicBezTo>
                    <a:pt x="102" y="135"/>
                    <a:pt x="116" y="133"/>
                    <a:pt x="128" y="137"/>
                  </a:cubicBezTo>
                  <a:cubicBezTo>
                    <a:pt x="142" y="143"/>
                    <a:pt x="155" y="148"/>
                    <a:pt x="170" y="151"/>
                  </a:cubicBezTo>
                  <a:cubicBezTo>
                    <a:pt x="184" y="154"/>
                    <a:pt x="199" y="152"/>
                    <a:pt x="214" y="152"/>
                  </a:cubicBezTo>
                  <a:cubicBezTo>
                    <a:pt x="220" y="152"/>
                    <a:pt x="223" y="155"/>
                    <a:pt x="228" y="156"/>
                  </a:cubicBezTo>
                  <a:cubicBezTo>
                    <a:pt x="235" y="159"/>
                    <a:pt x="240" y="157"/>
                    <a:pt x="247" y="157"/>
                  </a:cubicBezTo>
                  <a:cubicBezTo>
                    <a:pt x="256" y="157"/>
                    <a:pt x="269" y="158"/>
                    <a:pt x="278" y="162"/>
                  </a:cubicBezTo>
                  <a:cubicBezTo>
                    <a:pt x="281" y="163"/>
                    <a:pt x="284" y="166"/>
                    <a:pt x="286" y="168"/>
                  </a:cubicBezTo>
                  <a:cubicBezTo>
                    <a:pt x="284" y="161"/>
                    <a:pt x="279" y="156"/>
                    <a:pt x="272" y="153"/>
                  </a:cubicBezTo>
                  <a:cubicBezTo>
                    <a:pt x="263" y="148"/>
                    <a:pt x="253" y="138"/>
                    <a:pt x="243" y="135"/>
                  </a:cubicBezTo>
                  <a:cubicBezTo>
                    <a:pt x="235" y="133"/>
                    <a:pt x="231" y="138"/>
                    <a:pt x="224" y="139"/>
                  </a:cubicBezTo>
                  <a:cubicBezTo>
                    <a:pt x="216" y="140"/>
                    <a:pt x="206" y="139"/>
                    <a:pt x="198" y="138"/>
                  </a:cubicBezTo>
                  <a:cubicBezTo>
                    <a:pt x="182" y="136"/>
                    <a:pt x="164" y="132"/>
                    <a:pt x="150" y="125"/>
                  </a:cubicBezTo>
                  <a:cubicBezTo>
                    <a:pt x="134" y="118"/>
                    <a:pt x="130" y="100"/>
                    <a:pt x="122" y="87"/>
                  </a:cubicBezTo>
                  <a:cubicBezTo>
                    <a:pt x="119" y="96"/>
                    <a:pt x="119" y="103"/>
                    <a:pt x="109" y="106"/>
                  </a:cubicBezTo>
                  <a:cubicBezTo>
                    <a:pt x="107" y="107"/>
                    <a:pt x="103" y="107"/>
                    <a:pt x="101" y="107"/>
                  </a:cubicBezTo>
                  <a:cubicBezTo>
                    <a:pt x="99" y="107"/>
                    <a:pt x="98" y="104"/>
                    <a:pt x="97" y="104"/>
                  </a:cubicBezTo>
                  <a:cubicBezTo>
                    <a:pt x="94" y="104"/>
                    <a:pt x="91" y="108"/>
                    <a:pt x="88" y="109"/>
                  </a:cubicBezTo>
                  <a:cubicBezTo>
                    <a:pt x="82" y="110"/>
                    <a:pt x="77" y="107"/>
                    <a:pt x="72" y="103"/>
                  </a:cubicBezTo>
                  <a:cubicBezTo>
                    <a:pt x="57" y="92"/>
                    <a:pt x="51" y="81"/>
                    <a:pt x="44" y="64"/>
                  </a:cubicBezTo>
                  <a:cubicBezTo>
                    <a:pt x="37" y="47"/>
                    <a:pt x="51" y="26"/>
                    <a:pt x="59" y="1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50" name="Freeform 501">
              <a:extLst>
                <a:ext uri="{FF2B5EF4-FFF2-40B4-BE49-F238E27FC236}">
                  <a16:creationId xmlns:a16="http://schemas.microsoft.com/office/drawing/2014/main" id="{DD6DB493-0F6F-4231-83D0-0B18C768A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832"/>
              <a:ext cx="150" cy="51"/>
            </a:xfrm>
            <a:custGeom>
              <a:avLst/>
              <a:gdLst>
                <a:gd name="T0" fmla="*/ 0 w 60"/>
                <a:gd name="T1" fmla="*/ 115 h 19"/>
                <a:gd name="T2" fmla="*/ 238 w 60"/>
                <a:gd name="T3" fmla="*/ 0 h 19"/>
                <a:gd name="T4" fmla="*/ 458 w 60"/>
                <a:gd name="T5" fmla="*/ 115 h 19"/>
                <a:gd name="T6" fmla="*/ 938 w 60"/>
                <a:gd name="T7" fmla="*/ 0 h 19"/>
                <a:gd name="T8" fmla="*/ 783 w 60"/>
                <a:gd name="T9" fmla="*/ 346 h 19"/>
                <a:gd name="T10" fmla="*/ 658 w 60"/>
                <a:gd name="T11" fmla="*/ 346 h 19"/>
                <a:gd name="T12" fmla="*/ 470 w 60"/>
                <a:gd name="T13" fmla="*/ 274 h 19"/>
                <a:gd name="T14" fmla="*/ 95 w 60"/>
                <a:gd name="T15" fmla="*/ 21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9">
                  <a:moveTo>
                    <a:pt x="0" y="6"/>
                  </a:moveTo>
                  <a:cubicBezTo>
                    <a:pt x="5" y="5"/>
                    <a:pt x="9" y="0"/>
                    <a:pt x="15" y="0"/>
                  </a:cubicBezTo>
                  <a:cubicBezTo>
                    <a:pt x="20" y="1"/>
                    <a:pt x="24" y="5"/>
                    <a:pt x="29" y="6"/>
                  </a:cubicBezTo>
                  <a:cubicBezTo>
                    <a:pt x="40" y="11"/>
                    <a:pt x="51" y="8"/>
                    <a:pt x="60" y="0"/>
                  </a:cubicBezTo>
                  <a:cubicBezTo>
                    <a:pt x="55" y="6"/>
                    <a:pt x="53" y="12"/>
                    <a:pt x="50" y="18"/>
                  </a:cubicBezTo>
                  <a:cubicBezTo>
                    <a:pt x="47" y="17"/>
                    <a:pt x="45" y="19"/>
                    <a:pt x="42" y="18"/>
                  </a:cubicBezTo>
                  <a:cubicBezTo>
                    <a:pt x="38" y="17"/>
                    <a:pt x="34" y="16"/>
                    <a:pt x="30" y="14"/>
                  </a:cubicBezTo>
                  <a:cubicBezTo>
                    <a:pt x="22" y="9"/>
                    <a:pt x="16" y="0"/>
                    <a:pt x="6" y="1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51" name="Freeform 502">
              <a:extLst>
                <a:ext uri="{FF2B5EF4-FFF2-40B4-BE49-F238E27FC236}">
                  <a16:creationId xmlns:a16="http://schemas.microsoft.com/office/drawing/2014/main" id="{A4ED4D56-7ECF-4FD7-A3EC-AA25FFDDA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976"/>
              <a:ext cx="140" cy="109"/>
            </a:xfrm>
            <a:custGeom>
              <a:avLst/>
              <a:gdLst>
                <a:gd name="T0" fmla="*/ 158 w 56"/>
                <a:gd name="T1" fmla="*/ 35 h 41"/>
                <a:gd name="T2" fmla="*/ 613 w 56"/>
                <a:gd name="T3" fmla="*/ 319 h 41"/>
                <a:gd name="T4" fmla="*/ 875 w 56"/>
                <a:gd name="T5" fmla="*/ 771 h 41"/>
                <a:gd name="T6" fmla="*/ 438 w 56"/>
                <a:gd name="T7" fmla="*/ 319 h 41"/>
                <a:gd name="T8" fmla="*/ 0 w 56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1">
                  <a:moveTo>
                    <a:pt x="10" y="2"/>
                  </a:moveTo>
                  <a:cubicBezTo>
                    <a:pt x="17" y="9"/>
                    <a:pt x="31" y="10"/>
                    <a:pt x="39" y="17"/>
                  </a:cubicBezTo>
                  <a:cubicBezTo>
                    <a:pt x="45" y="22"/>
                    <a:pt x="56" y="32"/>
                    <a:pt x="56" y="41"/>
                  </a:cubicBezTo>
                  <a:cubicBezTo>
                    <a:pt x="48" y="32"/>
                    <a:pt x="37" y="26"/>
                    <a:pt x="28" y="17"/>
                  </a:cubicBezTo>
                  <a:cubicBezTo>
                    <a:pt x="19" y="9"/>
                    <a:pt x="9" y="7"/>
                    <a:pt x="0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52" name="Freeform 503">
              <a:extLst>
                <a:ext uri="{FF2B5EF4-FFF2-40B4-BE49-F238E27FC236}">
                  <a16:creationId xmlns:a16="http://schemas.microsoft.com/office/drawing/2014/main" id="{66A0FE31-A5DE-4B5A-887C-A714FCBE6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192"/>
              <a:ext cx="405" cy="296"/>
            </a:xfrm>
            <a:custGeom>
              <a:avLst/>
              <a:gdLst>
                <a:gd name="T0" fmla="*/ 1970 w 162"/>
                <a:gd name="T1" fmla="*/ 0 h 111"/>
                <a:gd name="T2" fmla="*/ 1800 w 162"/>
                <a:gd name="T3" fmla="*/ 248 h 111"/>
                <a:gd name="T4" fmla="*/ 1595 w 162"/>
                <a:gd name="T5" fmla="*/ 547 h 111"/>
                <a:gd name="T6" fmla="*/ 1520 w 162"/>
                <a:gd name="T7" fmla="*/ 1272 h 111"/>
                <a:gd name="T8" fmla="*/ 1750 w 162"/>
                <a:gd name="T9" fmla="*/ 1480 h 111"/>
                <a:gd name="T10" fmla="*/ 1958 w 162"/>
                <a:gd name="T11" fmla="*/ 1629 h 111"/>
                <a:gd name="T12" fmla="*/ 2533 w 162"/>
                <a:gd name="T13" fmla="*/ 1800 h 111"/>
                <a:gd name="T14" fmla="*/ 1783 w 162"/>
                <a:gd name="T15" fmla="*/ 1763 h 111"/>
                <a:gd name="T16" fmla="*/ 1313 w 162"/>
                <a:gd name="T17" fmla="*/ 1501 h 111"/>
                <a:gd name="T18" fmla="*/ 938 w 162"/>
                <a:gd name="T19" fmla="*/ 1288 h 111"/>
                <a:gd name="T20" fmla="*/ 845 w 162"/>
                <a:gd name="T21" fmla="*/ 2104 h 111"/>
                <a:gd name="T22" fmla="*/ 783 w 162"/>
                <a:gd name="T23" fmla="*/ 1685 h 111"/>
                <a:gd name="T24" fmla="*/ 563 w 162"/>
                <a:gd name="T25" fmla="*/ 1272 h 111"/>
                <a:gd name="T26" fmla="*/ 220 w 162"/>
                <a:gd name="T27" fmla="*/ 1080 h 111"/>
                <a:gd name="T28" fmla="*/ 0 w 162"/>
                <a:gd name="T29" fmla="*/ 1003 h 111"/>
                <a:gd name="T30" fmla="*/ 550 w 162"/>
                <a:gd name="T31" fmla="*/ 819 h 111"/>
                <a:gd name="T32" fmla="*/ 1033 w 162"/>
                <a:gd name="T33" fmla="*/ 627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2" h="111">
                  <a:moveTo>
                    <a:pt x="126" y="0"/>
                  </a:moveTo>
                  <a:cubicBezTo>
                    <a:pt x="124" y="5"/>
                    <a:pt x="119" y="8"/>
                    <a:pt x="115" y="13"/>
                  </a:cubicBezTo>
                  <a:cubicBezTo>
                    <a:pt x="110" y="18"/>
                    <a:pt x="106" y="24"/>
                    <a:pt x="102" y="29"/>
                  </a:cubicBezTo>
                  <a:cubicBezTo>
                    <a:pt x="96" y="38"/>
                    <a:pt x="90" y="57"/>
                    <a:pt x="97" y="67"/>
                  </a:cubicBezTo>
                  <a:cubicBezTo>
                    <a:pt x="100" y="72"/>
                    <a:pt x="107" y="75"/>
                    <a:pt x="112" y="78"/>
                  </a:cubicBezTo>
                  <a:cubicBezTo>
                    <a:pt x="117" y="80"/>
                    <a:pt x="121" y="84"/>
                    <a:pt x="125" y="86"/>
                  </a:cubicBezTo>
                  <a:cubicBezTo>
                    <a:pt x="136" y="91"/>
                    <a:pt x="150" y="91"/>
                    <a:pt x="162" y="95"/>
                  </a:cubicBezTo>
                  <a:cubicBezTo>
                    <a:pt x="150" y="100"/>
                    <a:pt x="127" y="97"/>
                    <a:pt x="114" y="93"/>
                  </a:cubicBezTo>
                  <a:cubicBezTo>
                    <a:pt x="104" y="89"/>
                    <a:pt x="93" y="84"/>
                    <a:pt x="84" y="79"/>
                  </a:cubicBezTo>
                  <a:cubicBezTo>
                    <a:pt x="78" y="75"/>
                    <a:pt x="68" y="63"/>
                    <a:pt x="60" y="68"/>
                  </a:cubicBezTo>
                  <a:cubicBezTo>
                    <a:pt x="48" y="76"/>
                    <a:pt x="59" y="101"/>
                    <a:pt x="54" y="111"/>
                  </a:cubicBezTo>
                  <a:cubicBezTo>
                    <a:pt x="50" y="105"/>
                    <a:pt x="52" y="96"/>
                    <a:pt x="50" y="89"/>
                  </a:cubicBezTo>
                  <a:cubicBezTo>
                    <a:pt x="47" y="82"/>
                    <a:pt x="42" y="73"/>
                    <a:pt x="36" y="67"/>
                  </a:cubicBezTo>
                  <a:cubicBezTo>
                    <a:pt x="30" y="62"/>
                    <a:pt x="22" y="58"/>
                    <a:pt x="14" y="57"/>
                  </a:cubicBezTo>
                  <a:cubicBezTo>
                    <a:pt x="9" y="56"/>
                    <a:pt x="4" y="57"/>
                    <a:pt x="0" y="53"/>
                  </a:cubicBezTo>
                  <a:cubicBezTo>
                    <a:pt x="3" y="44"/>
                    <a:pt x="27" y="45"/>
                    <a:pt x="35" y="43"/>
                  </a:cubicBezTo>
                  <a:cubicBezTo>
                    <a:pt x="42" y="41"/>
                    <a:pt x="62" y="38"/>
                    <a:pt x="66" y="33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53" name="Freeform 504">
              <a:extLst>
                <a:ext uri="{FF2B5EF4-FFF2-40B4-BE49-F238E27FC236}">
                  <a16:creationId xmlns:a16="http://schemas.microsoft.com/office/drawing/2014/main" id="{DB4C1D11-BA17-41A2-82D5-D5FAA1633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47"/>
              <a:ext cx="273" cy="152"/>
            </a:xfrm>
            <a:custGeom>
              <a:avLst/>
              <a:gdLst>
                <a:gd name="T0" fmla="*/ 188 w 109"/>
                <a:gd name="T1" fmla="*/ 248 h 57"/>
                <a:gd name="T2" fmla="*/ 804 w 109"/>
                <a:gd name="T3" fmla="*/ 264 h 57"/>
                <a:gd name="T4" fmla="*/ 1160 w 109"/>
                <a:gd name="T5" fmla="*/ 0 h 57"/>
                <a:gd name="T6" fmla="*/ 1347 w 109"/>
                <a:gd name="T7" fmla="*/ 491 h 57"/>
                <a:gd name="T8" fmla="*/ 1693 w 109"/>
                <a:gd name="T9" fmla="*/ 1080 h 57"/>
                <a:gd name="T10" fmla="*/ 909 w 109"/>
                <a:gd name="T11" fmla="*/ 533 h 57"/>
                <a:gd name="T12" fmla="*/ 0 w 109"/>
                <a:gd name="T13" fmla="*/ 341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57">
                  <a:moveTo>
                    <a:pt x="12" y="13"/>
                  </a:moveTo>
                  <a:cubicBezTo>
                    <a:pt x="23" y="17"/>
                    <a:pt x="40" y="14"/>
                    <a:pt x="51" y="14"/>
                  </a:cubicBezTo>
                  <a:cubicBezTo>
                    <a:pt x="61" y="13"/>
                    <a:pt x="75" y="14"/>
                    <a:pt x="74" y="0"/>
                  </a:cubicBezTo>
                  <a:cubicBezTo>
                    <a:pt x="74" y="11"/>
                    <a:pt x="79" y="17"/>
                    <a:pt x="86" y="26"/>
                  </a:cubicBezTo>
                  <a:cubicBezTo>
                    <a:pt x="92" y="33"/>
                    <a:pt x="109" y="47"/>
                    <a:pt x="108" y="57"/>
                  </a:cubicBezTo>
                  <a:cubicBezTo>
                    <a:pt x="90" y="50"/>
                    <a:pt x="76" y="35"/>
                    <a:pt x="58" y="28"/>
                  </a:cubicBezTo>
                  <a:cubicBezTo>
                    <a:pt x="39" y="22"/>
                    <a:pt x="19" y="23"/>
                    <a:pt x="0" y="18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54" name="Freeform 505">
              <a:extLst>
                <a:ext uri="{FF2B5EF4-FFF2-40B4-BE49-F238E27FC236}">
                  <a16:creationId xmlns:a16="http://schemas.microsoft.com/office/drawing/2014/main" id="{C71C02FA-728C-418B-8C79-72C156CD2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067"/>
              <a:ext cx="300" cy="205"/>
            </a:xfrm>
            <a:custGeom>
              <a:avLst/>
              <a:gdLst>
                <a:gd name="T0" fmla="*/ 0 w 120"/>
                <a:gd name="T1" fmla="*/ 0 h 77"/>
                <a:gd name="T2" fmla="*/ 363 w 120"/>
                <a:gd name="T3" fmla="*/ 170 h 77"/>
                <a:gd name="T4" fmla="*/ 908 w 120"/>
                <a:gd name="T5" fmla="*/ 319 h 77"/>
                <a:gd name="T6" fmla="*/ 1345 w 120"/>
                <a:gd name="T7" fmla="*/ 644 h 77"/>
                <a:gd name="T8" fmla="*/ 1875 w 120"/>
                <a:gd name="T9" fmla="*/ 849 h 77"/>
                <a:gd name="T10" fmla="*/ 1188 w 120"/>
                <a:gd name="T11" fmla="*/ 1036 h 77"/>
                <a:gd name="T12" fmla="*/ 583 w 120"/>
                <a:gd name="T13" fmla="*/ 1454 h 77"/>
                <a:gd name="T14" fmla="*/ 783 w 120"/>
                <a:gd name="T15" fmla="*/ 490 h 77"/>
                <a:gd name="T16" fmla="*/ 438 w 120"/>
                <a:gd name="T17" fmla="*/ 418 h 77"/>
                <a:gd name="T18" fmla="*/ 33 w 120"/>
                <a:gd name="T19" fmla="*/ 453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0" h="77">
                  <a:moveTo>
                    <a:pt x="0" y="0"/>
                  </a:moveTo>
                  <a:cubicBezTo>
                    <a:pt x="8" y="3"/>
                    <a:pt x="15" y="7"/>
                    <a:pt x="23" y="9"/>
                  </a:cubicBezTo>
                  <a:cubicBezTo>
                    <a:pt x="35" y="12"/>
                    <a:pt x="46" y="11"/>
                    <a:pt x="58" y="17"/>
                  </a:cubicBezTo>
                  <a:cubicBezTo>
                    <a:pt x="67" y="22"/>
                    <a:pt x="76" y="30"/>
                    <a:pt x="86" y="34"/>
                  </a:cubicBezTo>
                  <a:cubicBezTo>
                    <a:pt x="97" y="39"/>
                    <a:pt x="109" y="40"/>
                    <a:pt x="120" y="45"/>
                  </a:cubicBezTo>
                  <a:cubicBezTo>
                    <a:pt x="103" y="44"/>
                    <a:pt x="91" y="47"/>
                    <a:pt x="76" y="55"/>
                  </a:cubicBezTo>
                  <a:cubicBezTo>
                    <a:pt x="63" y="62"/>
                    <a:pt x="50" y="70"/>
                    <a:pt x="37" y="77"/>
                  </a:cubicBezTo>
                  <a:cubicBezTo>
                    <a:pt x="58" y="64"/>
                    <a:pt x="70" y="45"/>
                    <a:pt x="50" y="26"/>
                  </a:cubicBezTo>
                  <a:cubicBezTo>
                    <a:pt x="43" y="19"/>
                    <a:pt x="37" y="19"/>
                    <a:pt x="28" y="22"/>
                  </a:cubicBezTo>
                  <a:cubicBezTo>
                    <a:pt x="20" y="24"/>
                    <a:pt x="11" y="25"/>
                    <a:pt x="2" y="24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55" name="Freeform 506">
              <a:extLst>
                <a:ext uri="{FF2B5EF4-FFF2-40B4-BE49-F238E27FC236}">
                  <a16:creationId xmlns:a16="http://schemas.microsoft.com/office/drawing/2014/main" id="{7D7F7959-2AC6-4725-878C-B48B6CA9C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979"/>
              <a:ext cx="275" cy="392"/>
            </a:xfrm>
            <a:custGeom>
              <a:avLst/>
              <a:gdLst>
                <a:gd name="T0" fmla="*/ 95 w 110"/>
                <a:gd name="T1" fmla="*/ 477 h 147"/>
                <a:gd name="T2" fmla="*/ 688 w 110"/>
                <a:gd name="T3" fmla="*/ 0 h 147"/>
                <a:gd name="T4" fmla="*/ 688 w 110"/>
                <a:gd name="T5" fmla="*/ 307 h 147"/>
                <a:gd name="T6" fmla="*/ 770 w 110"/>
                <a:gd name="T7" fmla="*/ 717 h 147"/>
                <a:gd name="T8" fmla="*/ 1125 w 110"/>
                <a:gd name="T9" fmla="*/ 1365 h 147"/>
                <a:gd name="T10" fmla="*/ 1458 w 110"/>
                <a:gd name="T11" fmla="*/ 2104 h 147"/>
                <a:gd name="T12" fmla="*/ 1720 w 110"/>
                <a:gd name="T13" fmla="*/ 2616 h 147"/>
                <a:gd name="T14" fmla="*/ 1283 w 110"/>
                <a:gd name="T15" fmla="*/ 2787 h 147"/>
                <a:gd name="T16" fmla="*/ 1208 w 110"/>
                <a:gd name="T17" fmla="*/ 1933 h 147"/>
                <a:gd name="T18" fmla="*/ 833 w 110"/>
                <a:gd name="T19" fmla="*/ 1195 h 147"/>
                <a:gd name="T20" fmla="*/ 313 w 110"/>
                <a:gd name="T21" fmla="*/ 533 h 147"/>
                <a:gd name="T22" fmla="*/ 0 w 110"/>
                <a:gd name="T23" fmla="*/ 533 h 1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147">
                  <a:moveTo>
                    <a:pt x="6" y="25"/>
                  </a:moveTo>
                  <a:cubicBezTo>
                    <a:pt x="20" y="31"/>
                    <a:pt x="36" y="8"/>
                    <a:pt x="44" y="0"/>
                  </a:cubicBezTo>
                  <a:cubicBezTo>
                    <a:pt x="46" y="4"/>
                    <a:pt x="43" y="11"/>
                    <a:pt x="44" y="16"/>
                  </a:cubicBezTo>
                  <a:cubicBezTo>
                    <a:pt x="44" y="24"/>
                    <a:pt x="46" y="31"/>
                    <a:pt x="49" y="38"/>
                  </a:cubicBezTo>
                  <a:cubicBezTo>
                    <a:pt x="56" y="50"/>
                    <a:pt x="63" y="62"/>
                    <a:pt x="72" y="72"/>
                  </a:cubicBezTo>
                  <a:cubicBezTo>
                    <a:pt x="82" y="85"/>
                    <a:pt x="87" y="96"/>
                    <a:pt x="93" y="111"/>
                  </a:cubicBezTo>
                  <a:cubicBezTo>
                    <a:pt x="97" y="122"/>
                    <a:pt x="104" y="129"/>
                    <a:pt x="110" y="138"/>
                  </a:cubicBezTo>
                  <a:cubicBezTo>
                    <a:pt x="98" y="136"/>
                    <a:pt x="92" y="140"/>
                    <a:pt x="82" y="147"/>
                  </a:cubicBezTo>
                  <a:cubicBezTo>
                    <a:pt x="82" y="131"/>
                    <a:pt x="83" y="117"/>
                    <a:pt x="77" y="102"/>
                  </a:cubicBezTo>
                  <a:cubicBezTo>
                    <a:pt x="71" y="88"/>
                    <a:pt x="62" y="75"/>
                    <a:pt x="53" y="63"/>
                  </a:cubicBezTo>
                  <a:cubicBezTo>
                    <a:pt x="45" y="52"/>
                    <a:pt x="34" y="34"/>
                    <a:pt x="20" y="28"/>
                  </a:cubicBezTo>
                  <a:cubicBezTo>
                    <a:pt x="16" y="27"/>
                    <a:pt x="2" y="23"/>
                    <a:pt x="0" y="28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56" name="Freeform 507">
              <a:extLst>
                <a:ext uri="{FF2B5EF4-FFF2-40B4-BE49-F238E27FC236}">
                  <a16:creationId xmlns:a16="http://schemas.microsoft.com/office/drawing/2014/main" id="{82C74FB3-A9B5-4746-92E6-6E4DA8257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317"/>
              <a:ext cx="440" cy="150"/>
            </a:xfrm>
            <a:custGeom>
              <a:avLst/>
              <a:gdLst>
                <a:gd name="T0" fmla="*/ 0 w 176"/>
                <a:gd name="T1" fmla="*/ 0 h 56"/>
                <a:gd name="T2" fmla="*/ 283 w 176"/>
                <a:gd name="T3" fmla="*/ 137 h 56"/>
                <a:gd name="T4" fmla="*/ 645 w 176"/>
                <a:gd name="T5" fmla="*/ 388 h 56"/>
                <a:gd name="T6" fmla="*/ 988 w 176"/>
                <a:gd name="T7" fmla="*/ 616 h 56"/>
                <a:gd name="T8" fmla="*/ 1488 w 176"/>
                <a:gd name="T9" fmla="*/ 769 h 56"/>
                <a:gd name="T10" fmla="*/ 2283 w 176"/>
                <a:gd name="T11" fmla="*/ 940 h 56"/>
                <a:gd name="T12" fmla="*/ 2750 w 176"/>
                <a:gd name="T13" fmla="*/ 962 h 56"/>
                <a:gd name="T14" fmla="*/ 2113 w 176"/>
                <a:gd name="T15" fmla="*/ 1055 h 56"/>
                <a:gd name="T16" fmla="*/ 1500 w 176"/>
                <a:gd name="T17" fmla="*/ 1018 h 56"/>
                <a:gd name="T18" fmla="*/ 833 w 176"/>
                <a:gd name="T19" fmla="*/ 731 h 56"/>
                <a:gd name="T20" fmla="*/ 458 w 176"/>
                <a:gd name="T21" fmla="*/ 517 h 56"/>
                <a:gd name="T22" fmla="*/ 125 w 176"/>
                <a:gd name="T23" fmla="*/ 193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6" h="56">
                  <a:moveTo>
                    <a:pt x="0" y="0"/>
                  </a:moveTo>
                  <a:cubicBezTo>
                    <a:pt x="5" y="3"/>
                    <a:pt x="12" y="4"/>
                    <a:pt x="18" y="7"/>
                  </a:cubicBezTo>
                  <a:cubicBezTo>
                    <a:pt x="26" y="11"/>
                    <a:pt x="33" y="16"/>
                    <a:pt x="41" y="20"/>
                  </a:cubicBezTo>
                  <a:cubicBezTo>
                    <a:pt x="48" y="24"/>
                    <a:pt x="56" y="29"/>
                    <a:pt x="63" y="32"/>
                  </a:cubicBezTo>
                  <a:cubicBezTo>
                    <a:pt x="73" y="36"/>
                    <a:pt x="84" y="37"/>
                    <a:pt x="95" y="40"/>
                  </a:cubicBezTo>
                  <a:cubicBezTo>
                    <a:pt x="112" y="45"/>
                    <a:pt x="128" y="48"/>
                    <a:pt x="146" y="49"/>
                  </a:cubicBezTo>
                  <a:cubicBezTo>
                    <a:pt x="156" y="50"/>
                    <a:pt x="167" y="46"/>
                    <a:pt x="176" y="50"/>
                  </a:cubicBezTo>
                  <a:cubicBezTo>
                    <a:pt x="163" y="50"/>
                    <a:pt x="149" y="54"/>
                    <a:pt x="135" y="55"/>
                  </a:cubicBezTo>
                  <a:cubicBezTo>
                    <a:pt x="122" y="56"/>
                    <a:pt x="108" y="55"/>
                    <a:pt x="96" y="53"/>
                  </a:cubicBezTo>
                  <a:cubicBezTo>
                    <a:pt x="81" y="50"/>
                    <a:pt x="67" y="44"/>
                    <a:pt x="53" y="38"/>
                  </a:cubicBezTo>
                  <a:cubicBezTo>
                    <a:pt x="45" y="35"/>
                    <a:pt x="36" y="32"/>
                    <a:pt x="29" y="27"/>
                  </a:cubicBezTo>
                  <a:cubicBezTo>
                    <a:pt x="22" y="21"/>
                    <a:pt x="17" y="14"/>
                    <a:pt x="8" y="1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57" name="Freeform 508">
              <a:extLst>
                <a:ext uri="{FF2B5EF4-FFF2-40B4-BE49-F238E27FC236}">
                  <a16:creationId xmlns:a16="http://schemas.microsoft.com/office/drawing/2014/main" id="{55706F98-B290-47DC-A24A-535B9C191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467"/>
              <a:ext cx="590" cy="224"/>
            </a:xfrm>
            <a:custGeom>
              <a:avLst/>
              <a:gdLst>
                <a:gd name="T0" fmla="*/ 283 w 236"/>
                <a:gd name="T1" fmla="*/ 227 h 84"/>
                <a:gd name="T2" fmla="*/ 438 w 236"/>
                <a:gd name="T3" fmla="*/ 760 h 84"/>
                <a:gd name="T4" fmla="*/ 813 w 236"/>
                <a:gd name="T5" fmla="*/ 832 h 84"/>
                <a:gd name="T6" fmla="*/ 1188 w 236"/>
                <a:gd name="T7" fmla="*/ 931 h 84"/>
                <a:gd name="T8" fmla="*/ 2020 w 236"/>
                <a:gd name="T9" fmla="*/ 1229 h 84"/>
                <a:gd name="T10" fmla="*/ 2970 w 236"/>
                <a:gd name="T11" fmla="*/ 1501 h 84"/>
                <a:gd name="T12" fmla="*/ 3688 w 236"/>
                <a:gd name="T13" fmla="*/ 1592 h 84"/>
                <a:gd name="T14" fmla="*/ 3270 w 236"/>
                <a:gd name="T15" fmla="*/ 1443 h 84"/>
                <a:gd name="T16" fmla="*/ 2613 w 236"/>
                <a:gd name="T17" fmla="*/ 1387 h 84"/>
                <a:gd name="T18" fmla="*/ 2050 w 236"/>
                <a:gd name="T19" fmla="*/ 1139 h 84"/>
                <a:gd name="T20" fmla="*/ 1595 w 236"/>
                <a:gd name="T21" fmla="*/ 888 h 84"/>
                <a:gd name="T22" fmla="*/ 1000 w 236"/>
                <a:gd name="T23" fmla="*/ 589 h 84"/>
                <a:gd name="T24" fmla="*/ 520 w 236"/>
                <a:gd name="T25" fmla="*/ 285 h 84"/>
                <a:gd name="T26" fmla="*/ 0 w 236"/>
                <a:gd name="T27" fmla="*/ 0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6" h="84">
                  <a:moveTo>
                    <a:pt x="18" y="12"/>
                  </a:moveTo>
                  <a:cubicBezTo>
                    <a:pt x="25" y="18"/>
                    <a:pt x="41" y="31"/>
                    <a:pt x="28" y="40"/>
                  </a:cubicBezTo>
                  <a:cubicBezTo>
                    <a:pt x="35" y="36"/>
                    <a:pt x="45" y="42"/>
                    <a:pt x="52" y="44"/>
                  </a:cubicBezTo>
                  <a:cubicBezTo>
                    <a:pt x="60" y="46"/>
                    <a:pt x="68" y="48"/>
                    <a:pt x="76" y="49"/>
                  </a:cubicBezTo>
                  <a:cubicBezTo>
                    <a:pt x="94" y="53"/>
                    <a:pt x="111" y="60"/>
                    <a:pt x="129" y="65"/>
                  </a:cubicBezTo>
                  <a:cubicBezTo>
                    <a:pt x="150" y="70"/>
                    <a:pt x="168" y="81"/>
                    <a:pt x="190" y="79"/>
                  </a:cubicBezTo>
                  <a:cubicBezTo>
                    <a:pt x="206" y="78"/>
                    <a:pt x="220" y="84"/>
                    <a:pt x="236" y="84"/>
                  </a:cubicBezTo>
                  <a:cubicBezTo>
                    <a:pt x="227" y="82"/>
                    <a:pt x="218" y="78"/>
                    <a:pt x="209" y="76"/>
                  </a:cubicBezTo>
                  <a:cubicBezTo>
                    <a:pt x="195" y="74"/>
                    <a:pt x="181" y="75"/>
                    <a:pt x="167" y="73"/>
                  </a:cubicBezTo>
                  <a:cubicBezTo>
                    <a:pt x="154" y="71"/>
                    <a:pt x="143" y="65"/>
                    <a:pt x="131" y="60"/>
                  </a:cubicBezTo>
                  <a:cubicBezTo>
                    <a:pt x="121" y="57"/>
                    <a:pt x="112" y="53"/>
                    <a:pt x="102" y="47"/>
                  </a:cubicBezTo>
                  <a:cubicBezTo>
                    <a:pt x="90" y="39"/>
                    <a:pt x="78" y="35"/>
                    <a:pt x="64" y="31"/>
                  </a:cubicBezTo>
                  <a:cubicBezTo>
                    <a:pt x="52" y="27"/>
                    <a:pt x="44" y="21"/>
                    <a:pt x="33" y="15"/>
                  </a:cubicBezTo>
                  <a:cubicBezTo>
                    <a:pt x="25" y="11"/>
                    <a:pt x="3" y="9"/>
                    <a:pt x="0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58" name="Freeform 509">
              <a:extLst>
                <a:ext uri="{FF2B5EF4-FFF2-40B4-BE49-F238E27FC236}">
                  <a16:creationId xmlns:a16="http://schemas.microsoft.com/office/drawing/2014/main" id="{D425F378-F025-4133-9F5D-DCD9F766A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664"/>
              <a:ext cx="128" cy="43"/>
            </a:xfrm>
            <a:custGeom>
              <a:avLst/>
              <a:gdLst>
                <a:gd name="T0" fmla="*/ 0 w 51"/>
                <a:gd name="T1" fmla="*/ 35 h 16"/>
                <a:gd name="T2" fmla="*/ 238 w 51"/>
                <a:gd name="T3" fmla="*/ 175 h 16"/>
                <a:gd name="T4" fmla="*/ 409 w 51"/>
                <a:gd name="T5" fmla="*/ 312 h 16"/>
                <a:gd name="T6" fmla="*/ 806 w 51"/>
                <a:gd name="T7" fmla="*/ 116 h 16"/>
                <a:gd name="T8" fmla="*/ 522 w 5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6">
                  <a:moveTo>
                    <a:pt x="0" y="2"/>
                  </a:moveTo>
                  <a:cubicBezTo>
                    <a:pt x="5" y="4"/>
                    <a:pt x="10" y="5"/>
                    <a:pt x="15" y="9"/>
                  </a:cubicBezTo>
                  <a:cubicBezTo>
                    <a:pt x="19" y="11"/>
                    <a:pt x="22" y="16"/>
                    <a:pt x="26" y="16"/>
                  </a:cubicBezTo>
                  <a:cubicBezTo>
                    <a:pt x="23" y="4"/>
                    <a:pt x="47" y="12"/>
                    <a:pt x="51" y="6"/>
                  </a:cubicBezTo>
                  <a:cubicBezTo>
                    <a:pt x="45" y="5"/>
                    <a:pt x="39" y="3"/>
                    <a:pt x="33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59" name="Freeform 510">
              <a:extLst>
                <a:ext uri="{FF2B5EF4-FFF2-40B4-BE49-F238E27FC236}">
                  <a16:creationId xmlns:a16="http://schemas.microsoft.com/office/drawing/2014/main" id="{A98A3BF6-1503-4D31-9C6D-929E53434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2595"/>
              <a:ext cx="275" cy="104"/>
            </a:xfrm>
            <a:custGeom>
              <a:avLst/>
              <a:gdLst>
                <a:gd name="T0" fmla="*/ 1458 w 110"/>
                <a:gd name="T1" fmla="*/ 171 h 39"/>
                <a:gd name="T2" fmla="*/ 1145 w 110"/>
                <a:gd name="T3" fmla="*/ 21 h 39"/>
                <a:gd name="T4" fmla="*/ 738 w 110"/>
                <a:gd name="T5" fmla="*/ 192 h 39"/>
                <a:gd name="T6" fmla="*/ 0 w 110"/>
                <a:gd name="T7" fmla="*/ 547 h 39"/>
                <a:gd name="T8" fmla="*/ 625 w 110"/>
                <a:gd name="T9" fmla="*/ 456 h 39"/>
                <a:gd name="T10" fmla="*/ 750 w 110"/>
                <a:gd name="T11" fmla="*/ 477 h 39"/>
                <a:gd name="T12" fmla="*/ 1020 w 110"/>
                <a:gd name="T13" fmla="*/ 320 h 39"/>
                <a:gd name="T14" fmla="*/ 1408 w 110"/>
                <a:gd name="T15" fmla="*/ 435 h 39"/>
                <a:gd name="T16" fmla="*/ 1720 w 110"/>
                <a:gd name="T17" fmla="*/ 605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39">
                  <a:moveTo>
                    <a:pt x="93" y="9"/>
                  </a:moveTo>
                  <a:cubicBezTo>
                    <a:pt x="87" y="6"/>
                    <a:pt x="81" y="0"/>
                    <a:pt x="73" y="1"/>
                  </a:cubicBezTo>
                  <a:cubicBezTo>
                    <a:pt x="64" y="1"/>
                    <a:pt x="55" y="6"/>
                    <a:pt x="47" y="10"/>
                  </a:cubicBezTo>
                  <a:cubicBezTo>
                    <a:pt x="32" y="17"/>
                    <a:pt x="16" y="25"/>
                    <a:pt x="0" y="29"/>
                  </a:cubicBezTo>
                  <a:cubicBezTo>
                    <a:pt x="11" y="23"/>
                    <a:pt x="28" y="21"/>
                    <a:pt x="40" y="24"/>
                  </a:cubicBezTo>
                  <a:cubicBezTo>
                    <a:pt x="44" y="25"/>
                    <a:pt x="44" y="26"/>
                    <a:pt x="48" y="25"/>
                  </a:cubicBezTo>
                  <a:cubicBezTo>
                    <a:pt x="53" y="24"/>
                    <a:pt x="59" y="19"/>
                    <a:pt x="65" y="17"/>
                  </a:cubicBezTo>
                  <a:cubicBezTo>
                    <a:pt x="75" y="15"/>
                    <a:pt x="83" y="16"/>
                    <a:pt x="90" y="23"/>
                  </a:cubicBezTo>
                  <a:cubicBezTo>
                    <a:pt x="94" y="27"/>
                    <a:pt x="104" y="39"/>
                    <a:pt x="110" y="32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60" name="Freeform 511">
              <a:extLst>
                <a:ext uri="{FF2B5EF4-FFF2-40B4-BE49-F238E27FC236}">
                  <a16:creationId xmlns:a16="http://schemas.microsoft.com/office/drawing/2014/main" id="{2719BF70-8E50-4A61-ABB0-EF7BE51E7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632"/>
              <a:ext cx="78" cy="67"/>
            </a:xfrm>
            <a:custGeom>
              <a:avLst/>
              <a:gdLst>
                <a:gd name="T0" fmla="*/ 0 w 31"/>
                <a:gd name="T1" fmla="*/ 230 h 25"/>
                <a:gd name="T2" fmla="*/ 159 w 31"/>
                <a:gd name="T3" fmla="*/ 287 h 25"/>
                <a:gd name="T4" fmla="*/ 284 w 31"/>
                <a:gd name="T5" fmla="*/ 482 h 25"/>
                <a:gd name="T6" fmla="*/ 254 w 31"/>
                <a:gd name="T7" fmla="*/ 193 h 25"/>
                <a:gd name="T8" fmla="*/ 493 w 3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0" y="12"/>
                  </a:moveTo>
                  <a:cubicBezTo>
                    <a:pt x="4" y="13"/>
                    <a:pt x="7" y="12"/>
                    <a:pt x="10" y="15"/>
                  </a:cubicBezTo>
                  <a:cubicBezTo>
                    <a:pt x="13" y="17"/>
                    <a:pt x="13" y="24"/>
                    <a:pt x="18" y="25"/>
                  </a:cubicBezTo>
                  <a:cubicBezTo>
                    <a:pt x="18" y="20"/>
                    <a:pt x="14" y="14"/>
                    <a:pt x="16" y="10"/>
                  </a:cubicBezTo>
                  <a:cubicBezTo>
                    <a:pt x="19" y="4"/>
                    <a:pt x="27" y="4"/>
                    <a:pt x="31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61" name="Freeform 512">
              <a:extLst>
                <a:ext uri="{FF2B5EF4-FFF2-40B4-BE49-F238E27FC236}">
                  <a16:creationId xmlns:a16="http://schemas.microsoft.com/office/drawing/2014/main" id="{E6E2C043-A23B-420A-9F4F-AE6AF04A8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2691"/>
              <a:ext cx="355" cy="74"/>
            </a:xfrm>
            <a:custGeom>
              <a:avLst/>
              <a:gdLst>
                <a:gd name="T0" fmla="*/ 0 w 142"/>
                <a:gd name="T1" fmla="*/ 0 h 28"/>
                <a:gd name="T2" fmla="*/ 533 w 142"/>
                <a:gd name="T3" fmla="*/ 336 h 28"/>
                <a:gd name="T4" fmla="*/ 1113 w 142"/>
                <a:gd name="T5" fmla="*/ 481 h 28"/>
                <a:gd name="T6" fmla="*/ 1688 w 142"/>
                <a:gd name="T7" fmla="*/ 460 h 28"/>
                <a:gd name="T8" fmla="*/ 2220 w 142"/>
                <a:gd name="T9" fmla="*/ 426 h 28"/>
                <a:gd name="T10" fmla="*/ 1300 w 142"/>
                <a:gd name="T11" fmla="*/ 111 h 28"/>
                <a:gd name="T12" fmla="*/ 583 w 142"/>
                <a:gd name="T13" fmla="*/ 259 h 28"/>
                <a:gd name="T14" fmla="*/ 125 w 142"/>
                <a:gd name="T15" fmla="*/ 3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28">
                  <a:moveTo>
                    <a:pt x="0" y="0"/>
                  </a:moveTo>
                  <a:cubicBezTo>
                    <a:pt x="0" y="11"/>
                    <a:pt x="26" y="17"/>
                    <a:pt x="34" y="18"/>
                  </a:cubicBezTo>
                  <a:cubicBezTo>
                    <a:pt x="46" y="21"/>
                    <a:pt x="59" y="25"/>
                    <a:pt x="71" y="26"/>
                  </a:cubicBezTo>
                  <a:cubicBezTo>
                    <a:pt x="84" y="27"/>
                    <a:pt x="96" y="24"/>
                    <a:pt x="108" y="25"/>
                  </a:cubicBezTo>
                  <a:cubicBezTo>
                    <a:pt x="120" y="26"/>
                    <a:pt x="131" y="28"/>
                    <a:pt x="142" y="23"/>
                  </a:cubicBezTo>
                  <a:cubicBezTo>
                    <a:pt x="125" y="21"/>
                    <a:pt x="94" y="22"/>
                    <a:pt x="83" y="6"/>
                  </a:cubicBezTo>
                  <a:cubicBezTo>
                    <a:pt x="78" y="20"/>
                    <a:pt x="48" y="16"/>
                    <a:pt x="37" y="14"/>
                  </a:cubicBezTo>
                  <a:cubicBezTo>
                    <a:pt x="31" y="14"/>
                    <a:pt x="9" y="11"/>
                    <a:pt x="8" y="2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62" name="Freeform 513">
              <a:extLst>
                <a:ext uri="{FF2B5EF4-FFF2-40B4-BE49-F238E27FC236}">
                  <a16:creationId xmlns:a16="http://schemas.microsoft.com/office/drawing/2014/main" id="{85E196D8-04D4-457F-927B-4E9EA3EC2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144"/>
              <a:ext cx="118" cy="107"/>
            </a:xfrm>
            <a:custGeom>
              <a:avLst/>
              <a:gdLst>
                <a:gd name="T0" fmla="*/ 0 w 47"/>
                <a:gd name="T1" fmla="*/ 765 h 40"/>
                <a:gd name="T2" fmla="*/ 585 w 47"/>
                <a:gd name="T3" fmla="*/ 629 h 40"/>
                <a:gd name="T4" fmla="*/ 442 w 47"/>
                <a:gd name="T5" fmla="*/ 321 h 40"/>
                <a:gd name="T6" fmla="*/ 630 w 47"/>
                <a:gd name="T7" fmla="*/ 193 h 40"/>
                <a:gd name="T8" fmla="*/ 158 w 47"/>
                <a:gd name="T9" fmla="*/ 19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0">
                  <a:moveTo>
                    <a:pt x="0" y="40"/>
                  </a:moveTo>
                  <a:cubicBezTo>
                    <a:pt x="14" y="34"/>
                    <a:pt x="22" y="28"/>
                    <a:pt x="37" y="33"/>
                  </a:cubicBezTo>
                  <a:cubicBezTo>
                    <a:pt x="32" y="30"/>
                    <a:pt x="25" y="23"/>
                    <a:pt x="28" y="17"/>
                  </a:cubicBezTo>
                  <a:cubicBezTo>
                    <a:pt x="30" y="11"/>
                    <a:pt x="38" y="14"/>
                    <a:pt x="40" y="10"/>
                  </a:cubicBezTo>
                  <a:cubicBezTo>
                    <a:pt x="47" y="0"/>
                    <a:pt x="15" y="8"/>
                    <a:pt x="10" y="1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63" name="Freeform 514">
              <a:extLst>
                <a:ext uri="{FF2B5EF4-FFF2-40B4-BE49-F238E27FC236}">
                  <a16:creationId xmlns:a16="http://schemas.microsoft.com/office/drawing/2014/main" id="{55479D7D-EEA0-4A35-B8E1-6B6BB4CD2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597"/>
              <a:ext cx="108" cy="251"/>
            </a:xfrm>
            <a:custGeom>
              <a:avLst/>
              <a:gdLst>
                <a:gd name="T0" fmla="*/ 146 w 43"/>
                <a:gd name="T1" fmla="*/ 0 h 94"/>
                <a:gd name="T2" fmla="*/ 251 w 43"/>
                <a:gd name="T3" fmla="*/ 478 h 94"/>
                <a:gd name="T4" fmla="*/ 284 w 43"/>
                <a:gd name="T5" fmla="*/ 1012 h 94"/>
                <a:gd name="T6" fmla="*/ 460 w 43"/>
                <a:gd name="T7" fmla="*/ 1298 h 94"/>
                <a:gd name="T8" fmla="*/ 681 w 43"/>
                <a:gd name="T9" fmla="*/ 1789 h 94"/>
                <a:gd name="T10" fmla="*/ 347 w 43"/>
                <a:gd name="T11" fmla="*/ 1469 h 94"/>
                <a:gd name="T12" fmla="*/ 50 w 43"/>
                <a:gd name="T13" fmla="*/ 1653 h 94"/>
                <a:gd name="T14" fmla="*/ 83 w 43"/>
                <a:gd name="T15" fmla="*/ 1426 h 94"/>
                <a:gd name="T16" fmla="*/ 208 w 43"/>
                <a:gd name="T17" fmla="*/ 935 h 94"/>
                <a:gd name="T18" fmla="*/ 113 w 43"/>
                <a:gd name="T19" fmla="*/ 0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94">
                  <a:moveTo>
                    <a:pt x="9" y="0"/>
                  </a:moveTo>
                  <a:cubicBezTo>
                    <a:pt x="10" y="8"/>
                    <a:pt x="15" y="16"/>
                    <a:pt x="16" y="25"/>
                  </a:cubicBezTo>
                  <a:cubicBezTo>
                    <a:pt x="18" y="34"/>
                    <a:pt x="17" y="43"/>
                    <a:pt x="18" y="53"/>
                  </a:cubicBezTo>
                  <a:cubicBezTo>
                    <a:pt x="19" y="61"/>
                    <a:pt x="23" y="62"/>
                    <a:pt x="29" y="68"/>
                  </a:cubicBezTo>
                  <a:cubicBezTo>
                    <a:pt x="36" y="74"/>
                    <a:pt x="41" y="84"/>
                    <a:pt x="43" y="94"/>
                  </a:cubicBezTo>
                  <a:cubicBezTo>
                    <a:pt x="39" y="86"/>
                    <a:pt x="31" y="78"/>
                    <a:pt x="22" y="77"/>
                  </a:cubicBezTo>
                  <a:cubicBezTo>
                    <a:pt x="14" y="76"/>
                    <a:pt x="9" y="82"/>
                    <a:pt x="3" y="87"/>
                  </a:cubicBezTo>
                  <a:cubicBezTo>
                    <a:pt x="0" y="81"/>
                    <a:pt x="2" y="79"/>
                    <a:pt x="5" y="75"/>
                  </a:cubicBezTo>
                  <a:cubicBezTo>
                    <a:pt x="9" y="66"/>
                    <a:pt x="12" y="58"/>
                    <a:pt x="13" y="49"/>
                  </a:cubicBezTo>
                  <a:cubicBezTo>
                    <a:pt x="16" y="32"/>
                    <a:pt x="9" y="17"/>
                    <a:pt x="7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64" name="Freeform 515">
              <a:extLst>
                <a:ext uri="{FF2B5EF4-FFF2-40B4-BE49-F238E27FC236}">
                  <a16:creationId xmlns:a16="http://schemas.microsoft.com/office/drawing/2014/main" id="{BA8564FA-C881-455A-BAFC-40F2821CC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099"/>
              <a:ext cx="58" cy="104"/>
            </a:xfrm>
            <a:custGeom>
              <a:avLst/>
              <a:gdLst>
                <a:gd name="T0" fmla="*/ 0 w 23"/>
                <a:gd name="T1" fmla="*/ 56 h 39"/>
                <a:gd name="T2" fmla="*/ 209 w 23"/>
                <a:gd name="T3" fmla="*/ 739 h 39"/>
                <a:gd name="T4" fmla="*/ 368 w 23"/>
                <a:gd name="T5" fmla="*/ 205 h 39"/>
                <a:gd name="T6" fmla="*/ 63 w 23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9">
                  <a:moveTo>
                    <a:pt x="0" y="3"/>
                  </a:moveTo>
                  <a:cubicBezTo>
                    <a:pt x="7" y="14"/>
                    <a:pt x="6" y="29"/>
                    <a:pt x="13" y="39"/>
                  </a:cubicBezTo>
                  <a:cubicBezTo>
                    <a:pt x="13" y="28"/>
                    <a:pt x="15" y="19"/>
                    <a:pt x="23" y="11"/>
                  </a:cubicBezTo>
                  <a:cubicBezTo>
                    <a:pt x="14" y="13"/>
                    <a:pt x="9" y="0"/>
                    <a:pt x="4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65" name="Freeform 516">
              <a:extLst>
                <a:ext uri="{FF2B5EF4-FFF2-40B4-BE49-F238E27FC236}">
                  <a16:creationId xmlns:a16="http://schemas.microsoft.com/office/drawing/2014/main" id="{9A5CE134-1B9A-4BB3-B131-A544A72C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2491"/>
              <a:ext cx="132" cy="42"/>
            </a:xfrm>
            <a:custGeom>
              <a:avLst/>
              <a:gdLst>
                <a:gd name="T0" fmla="*/ 0 w 53"/>
                <a:gd name="T1" fmla="*/ 21 h 16"/>
                <a:gd name="T2" fmla="*/ 125 w 53"/>
                <a:gd name="T3" fmla="*/ 34 h 16"/>
                <a:gd name="T4" fmla="*/ 384 w 53"/>
                <a:gd name="T5" fmla="*/ 76 h 16"/>
                <a:gd name="T6" fmla="*/ 819 w 53"/>
                <a:gd name="T7" fmla="*/ 55 h 16"/>
                <a:gd name="T8" fmla="*/ 590 w 53"/>
                <a:gd name="T9" fmla="*/ 289 h 16"/>
                <a:gd name="T10" fmla="*/ 279 w 53"/>
                <a:gd name="T11" fmla="*/ 7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6">
                  <a:moveTo>
                    <a:pt x="0" y="1"/>
                  </a:moveTo>
                  <a:cubicBezTo>
                    <a:pt x="3" y="0"/>
                    <a:pt x="5" y="1"/>
                    <a:pt x="8" y="2"/>
                  </a:cubicBezTo>
                  <a:cubicBezTo>
                    <a:pt x="13" y="3"/>
                    <a:pt x="20" y="4"/>
                    <a:pt x="25" y="4"/>
                  </a:cubicBezTo>
                  <a:cubicBezTo>
                    <a:pt x="35" y="4"/>
                    <a:pt x="44" y="1"/>
                    <a:pt x="53" y="3"/>
                  </a:cubicBezTo>
                  <a:cubicBezTo>
                    <a:pt x="45" y="4"/>
                    <a:pt x="40" y="8"/>
                    <a:pt x="38" y="16"/>
                  </a:cubicBezTo>
                  <a:cubicBezTo>
                    <a:pt x="33" y="7"/>
                    <a:pt x="25" y="10"/>
                    <a:pt x="18" y="4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66" name="Freeform 517">
              <a:extLst>
                <a:ext uri="{FF2B5EF4-FFF2-40B4-BE49-F238E27FC236}">
                  <a16:creationId xmlns:a16="http://schemas.microsoft.com/office/drawing/2014/main" id="{A249E49E-B956-4BF2-BF78-BEE23EBDC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2259"/>
              <a:ext cx="40" cy="53"/>
            </a:xfrm>
            <a:custGeom>
              <a:avLst/>
              <a:gdLst>
                <a:gd name="T0" fmla="*/ 0 w 16"/>
                <a:gd name="T1" fmla="*/ 0 h 20"/>
                <a:gd name="T2" fmla="*/ 250 w 16"/>
                <a:gd name="T3" fmla="*/ 371 h 20"/>
                <a:gd name="T4" fmla="*/ 20 w 1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0" y="0"/>
                  </a:moveTo>
                  <a:cubicBezTo>
                    <a:pt x="10" y="5"/>
                    <a:pt x="12" y="9"/>
                    <a:pt x="16" y="20"/>
                  </a:cubicBezTo>
                  <a:cubicBezTo>
                    <a:pt x="12" y="13"/>
                    <a:pt x="5" y="8"/>
                    <a:pt x="1" y="0"/>
                  </a:cubicBezTo>
                </a:path>
              </a:pathLst>
            </a:custGeom>
            <a:solidFill>
              <a:srgbClr val="C08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67" name="Freeform 518">
              <a:extLst>
                <a:ext uri="{FF2B5EF4-FFF2-40B4-BE49-F238E27FC236}">
                  <a16:creationId xmlns:a16="http://schemas.microsoft.com/office/drawing/2014/main" id="{C3F70DEA-C352-44BB-A7F4-334D7D664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040"/>
              <a:ext cx="140" cy="157"/>
            </a:xfrm>
            <a:custGeom>
              <a:avLst/>
              <a:gdLst>
                <a:gd name="T0" fmla="*/ 783 w 56"/>
                <a:gd name="T1" fmla="*/ 0 h 59"/>
                <a:gd name="T2" fmla="*/ 438 w 56"/>
                <a:gd name="T3" fmla="*/ 375 h 59"/>
                <a:gd name="T4" fmla="*/ 188 w 56"/>
                <a:gd name="T5" fmla="*/ 341 h 59"/>
                <a:gd name="T6" fmla="*/ 175 w 56"/>
                <a:gd name="T7" fmla="*/ 580 h 59"/>
                <a:gd name="T8" fmla="*/ 0 w 56"/>
                <a:gd name="T9" fmla="*/ 1112 h 59"/>
                <a:gd name="T10" fmla="*/ 563 w 56"/>
                <a:gd name="T11" fmla="*/ 793 h 59"/>
                <a:gd name="T12" fmla="*/ 875 w 56"/>
                <a:gd name="T13" fmla="*/ 636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59">
                  <a:moveTo>
                    <a:pt x="50" y="0"/>
                  </a:moveTo>
                  <a:cubicBezTo>
                    <a:pt x="47" y="10"/>
                    <a:pt x="39" y="20"/>
                    <a:pt x="28" y="20"/>
                  </a:cubicBezTo>
                  <a:cubicBezTo>
                    <a:pt x="23" y="20"/>
                    <a:pt x="17" y="16"/>
                    <a:pt x="12" y="18"/>
                  </a:cubicBezTo>
                  <a:cubicBezTo>
                    <a:pt x="2" y="22"/>
                    <a:pt x="10" y="24"/>
                    <a:pt x="11" y="31"/>
                  </a:cubicBezTo>
                  <a:cubicBezTo>
                    <a:pt x="13" y="43"/>
                    <a:pt x="0" y="48"/>
                    <a:pt x="0" y="59"/>
                  </a:cubicBezTo>
                  <a:cubicBezTo>
                    <a:pt x="13" y="55"/>
                    <a:pt x="21" y="44"/>
                    <a:pt x="36" y="42"/>
                  </a:cubicBezTo>
                  <a:cubicBezTo>
                    <a:pt x="45" y="41"/>
                    <a:pt x="53" y="44"/>
                    <a:pt x="56" y="34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68" name="Freeform 519">
              <a:extLst>
                <a:ext uri="{FF2B5EF4-FFF2-40B4-BE49-F238E27FC236}">
                  <a16:creationId xmlns:a16="http://schemas.microsoft.com/office/drawing/2014/main" id="{132DBD46-E03D-4B32-87DA-5AC81587A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131"/>
              <a:ext cx="285" cy="237"/>
            </a:xfrm>
            <a:custGeom>
              <a:avLst/>
              <a:gdLst>
                <a:gd name="T0" fmla="*/ 1458 w 114"/>
                <a:gd name="T1" fmla="*/ 0 h 89"/>
                <a:gd name="T2" fmla="*/ 1188 w 114"/>
                <a:gd name="T3" fmla="*/ 341 h 89"/>
                <a:gd name="T4" fmla="*/ 770 w 114"/>
                <a:gd name="T5" fmla="*/ 703 h 89"/>
                <a:gd name="T6" fmla="*/ 345 w 114"/>
                <a:gd name="T7" fmla="*/ 1148 h 89"/>
                <a:gd name="T8" fmla="*/ 125 w 114"/>
                <a:gd name="T9" fmla="*/ 1339 h 89"/>
                <a:gd name="T10" fmla="*/ 0 w 114"/>
                <a:gd name="T11" fmla="*/ 1377 h 89"/>
                <a:gd name="T12" fmla="*/ 645 w 114"/>
                <a:gd name="T13" fmla="*/ 1249 h 89"/>
                <a:gd name="T14" fmla="*/ 550 w 114"/>
                <a:gd name="T15" fmla="*/ 1680 h 89"/>
                <a:gd name="T16" fmla="*/ 1095 w 114"/>
                <a:gd name="T17" fmla="*/ 887 h 89"/>
                <a:gd name="T18" fmla="*/ 1550 w 114"/>
                <a:gd name="T19" fmla="*/ 418 h 89"/>
                <a:gd name="T20" fmla="*/ 1783 w 114"/>
                <a:gd name="T21" fmla="*/ 14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89">
                  <a:moveTo>
                    <a:pt x="93" y="0"/>
                  </a:moveTo>
                  <a:cubicBezTo>
                    <a:pt x="91" y="6"/>
                    <a:pt x="80" y="15"/>
                    <a:pt x="76" y="18"/>
                  </a:cubicBezTo>
                  <a:cubicBezTo>
                    <a:pt x="67" y="25"/>
                    <a:pt x="57" y="29"/>
                    <a:pt x="49" y="37"/>
                  </a:cubicBezTo>
                  <a:cubicBezTo>
                    <a:pt x="40" y="45"/>
                    <a:pt x="32" y="54"/>
                    <a:pt x="22" y="61"/>
                  </a:cubicBezTo>
                  <a:cubicBezTo>
                    <a:pt x="17" y="65"/>
                    <a:pt x="14" y="69"/>
                    <a:pt x="8" y="71"/>
                  </a:cubicBezTo>
                  <a:cubicBezTo>
                    <a:pt x="5" y="72"/>
                    <a:pt x="2" y="71"/>
                    <a:pt x="0" y="73"/>
                  </a:cubicBezTo>
                  <a:cubicBezTo>
                    <a:pt x="12" y="71"/>
                    <a:pt x="28" y="62"/>
                    <a:pt x="41" y="66"/>
                  </a:cubicBezTo>
                  <a:cubicBezTo>
                    <a:pt x="40" y="73"/>
                    <a:pt x="37" y="82"/>
                    <a:pt x="35" y="89"/>
                  </a:cubicBezTo>
                  <a:cubicBezTo>
                    <a:pt x="44" y="72"/>
                    <a:pt x="55" y="59"/>
                    <a:pt x="70" y="47"/>
                  </a:cubicBezTo>
                  <a:cubicBezTo>
                    <a:pt x="80" y="39"/>
                    <a:pt x="90" y="31"/>
                    <a:pt x="99" y="22"/>
                  </a:cubicBezTo>
                  <a:cubicBezTo>
                    <a:pt x="103" y="17"/>
                    <a:pt x="110" y="13"/>
                    <a:pt x="114" y="8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69" name="Freeform 520">
              <a:extLst>
                <a:ext uri="{FF2B5EF4-FFF2-40B4-BE49-F238E27FC236}">
                  <a16:creationId xmlns:a16="http://schemas.microsoft.com/office/drawing/2014/main" id="{90924AFE-7916-4BE6-9131-3EC918F45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312"/>
              <a:ext cx="90" cy="64"/>
            </a:xfrm>
            <a:custGeom>
              <a:avLst/>
              <a:gdLst>
                <a:gd name="T0" fmla="*/ 20 w 36"/>
                <a:gd name="T1" fmla="*/ 115 h 24"/>
                <a:gd name="T2" fmla="*/ 333 w 36"/>
                <a:gd name="T3" fmla="*/ 264 h 24"/>
                <a:gd name="T4" fmla="*/ 470 w 36"/>
                <a:gd name="T5" fmla="*/ 456 h 24"/>
                <a:gd name="T6" fmla="*/ 500 w 36"/>
                <a:gd name="T7" fmla="*/ 205 h 24"/>
                <a:gd name="T8" fmla="*/ 563 w 36"/>
                <a:gd name="T9" fmla="*/ 56 h 24"/>
                <a:gd name="T10" fmla="*/ 283 w 36"/>
                <a:gd name="T11" fmla="*/ 93 h 24"/>
                <a:gd name="T12" fmla="*/ 0 w 36"/>
                <a:gd name="T13" fmla="*/ 7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1" y="6"/>
                  </a:moveTo>
                  <a:cubicBezTo>
                    <a:pt x="8" y="9"/>
                    <a:pt x="15" y="8"/>
                    <a:pt x="21" y="14"/>
                  </a:cubicBezTo>
                  <a:cubicBezTo>
                    <a:pt x="24" y="18"/>
                    <a:pt x="25" y="22"/>
                    <a:pt x="30" y="24"/>
                  </a:cubicBezTo>
                  <a:cubicBezTo>
                    <a:pt x="30" y="20"/>
                    <a:pt x="30" y="15"/>
                    <a:pt x="32" y="11"/>
                  </a:cubicBezTo>
                  <a:cubicBezTo>
                    <a:pt x="33" y="8"/>
                    <a:pt x="36" y="6"/>
                    <a:pt x="36" y="3"/>
                  </a:cubicBezTo>
                  <a:cubicBezTo>
                    <a:pt x="30" y="0"/>
                    <a:pt x="25" y="3"/>
                    <a:pt x="18" y="5"/>
                  </a:cubicBezTo>
                  <a:cubicBezTo>
                    <a:pt x="12" y="6"/>
                    <a:pt x="7" y="3"/>
                    <a:pt x="0" y="4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70" name="Freeform 521">
              <a:extLst>
                <a:ext uri="{FF2B5EF4-FFF2-40B4-BE49-F238E27FC236}">
                  <a16:creationId xmlns:a16="http://schemas.microsoft.com/office/drawing/2014/main" id="{2C0F76C0-96FA-44E7-BC84-A6005183B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488"/>
              <a:ext cx="105" cy="75"/>
            </a:xfrm>
            <a:custGeom>
              <a:avLst/>
              <a:gdLst>
                <a:gd name="T0" fmla="*/ 0 w 42"/>
                <a:gd name="T1" fmla="*/ 273 h 28"/>
                <a:gd name="T2" fmla="*/ 613 w 42"/>
                <a:gd name="T3" fmla="*/ 517 h 28"/>
                <a:gd name="T4" fmla="*/ 458 w 42"/>
                <a:gd name="T5" fmla="*/ 479 h 28"/>
                <a:gd name="T6" fmla="*/ 500 w 42"/>
                <a:gd name="T7" fmla="*/ 209 h 28"/>
                <a:gd name="T8" fmla="*/ 645 w 42"/>
                <a:gd name="T9" fmla="*/ 35 h 28"/>
                <a:gd name="T10" fmla="*/ 563 w 42"/>
                <a:gd name="T11" fmla="*/ 3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8">
                  <a:moveTo>
                    <a:pt x="0" y="14"/>
                  </a:moveTo>
                  <a:cubicBezTo>
                    <a:pt x="12" y="23"/>
                    <a:pt x="25" y="25"/>
                    <a:pt x="39" y="27"/>
                  </a:cubicBezTo>
                  <a:cubicBezTo>
                    <a:pt x="37" y="28"/>
                    <a:pt x="32" y="27"/>
                    <a:pt x="29" y="25"/>
                  </a:cubicBezTo>
                  <a:cubicBezTo>
                    <a:pt x="23" y="19"/>
                    <a:pt x="27" y="15"/>
                    <a:pt x="32" y="11"/>
                  </a:cubicBezTo>
                  <a:cubicBezTo>
                    <a:pt x="33" y="10"/>
                    <a:pt x="42" y="4"/>
                    <a:pt x="41" y="2"/>
                  </a:cubicBezTo>
                  <a:cubicBezTo>
                    <a:pt x="40" y="0"/>
                    <a:pt x="38" y="1"/>
                    <a:pt x="36" y="2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71" name="Freeform 522">
              <a:extLst>
                <a:ext uri="{FF2B5EF4-FFF2-40B4-BE49-F238E27FC236}">
                  <a16:creationId xmlns:a16="http://schemas.microsoft.com/office/drawing/2014/main" id="{5CF424C6-6201-4930-B39B-F8929E606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280"/>
              <a:ext cx="277" cy="176"/>
            </a:xfrm>
            <a:custGeom>
              <a:avLst/>
              <a:gdLst>
                <a:gd name="T0" fmla="*/ 1724 w 111"/>
                <a:gd name="T1" fmla="*/ 0 h 66"/>
                <a:gd name="T2" fmla="*/ 1712 w 111"/>
                <a:gd name="T3" fmla="*/ 1003 h 66"/>
                <a:gd name="T4" fmla="*/ 1353 w 111"/>
                <a:gd name="T5" fmla="*/ 760 h 66"/>
                <a:gd name="T6" fmla="*/ 1120 w 111"/>
                <a:gd name="T7" fmla="*/ 888 h 66"/>
                <a:gd name="T8" fmla="*/ 324 w 111"/>
                <a:gd name="T9" fmla="*/ 1195 h 66"/>
                <a:gd name="T10" fmla="*/ 0 w 111"/>
                <a:gd name="T11" fmla="*/ 1024 h 66"/>
                <a:gd name="T12" fmla="*/ 354 w 111"/>
                <a:gd name="T13" fmla="*/ 1003 h 66"/>
                <a:gd name="T14" fmla="*/ 791 w 111"/>
                <a:gd name="T15" fmla="*/ 760 h 66"/>
                <a:gd name="T16" fmla="*/ 1028 w 111"/>
                <a:gd name="T17" fmla="*/ 819 h 66"/>
                <a:gd name="T18" fmla="*/ 1353 w 111"/>
                <a:gd name="T19" fmla="*/ 683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1" h="66">
                  <a:moveTo>
                    <a:pt x="111" y="0"/>
                  </a:moveTo>
                  <a:cubicBezTo>
                    <a:pt x="103" y="16"/>
                    <a:pt x="101" y="37"/>
                    <a:pt x="110" y="53"/>
                  </a:cubicBezTo>
                  <a:cubicBezTo>
                    <a:pt x="103" y="50"/>
                    <a:pt x="94" y="41"/>
                    <a:pt x="87" y="40"/>
                  </a:cubicBezTo>
                  <a:cubicBezTo>
                    <a:pt x="82" y="40"/>
                    <a:pt x="76" y="45"/>
                    <a:pt x="72" y="47"/>
                  </a:cubicBezTo>
                  <a:cubicBezTo>
                    <a:pt x="57" y="54"/>
                    <a:pt x="38" y="66"/>
                    <a:pt x="21" y="63"/>
                  </a:cubicBezTo>
                  <a:cubicBezTo>
                    <a:pt x="17" y="63"/>
                    <a:pt x="0" y="58"/>
                    <a:pt x="0" y="54"/>
                  </a:cubicBezTo>
                  <a:cubicBezTo>
                    <a:pt x="0" y="53"/>
                    <a:pt x="20" y="53"/>
                    <a:pt x="23" y="53"/>
                  </a:cubicBezTo>
                  <a:cubicBezTo>
                    <a:pt x="34" y="51"/>
                    <a:pt x="43" y="48"/>
                    <a:pt x="51" y="40"/>
                  </a:cubicBezTo>
                  <a:cubicBezTo>
                    <a:pt x="55" y="44"/>
                    <a:pt x="61" y="45"/>
                    <a:pt x="66" y="43"/>
                  </a:cubicBezTo>
                  <a:cubicBezTo>
                    <a:pt x="73" y="41"/>
                    <a:pt x="79" y="38"/>
                    <a:pt x="87" y="36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72" name="Freeform 523">
              <a:extLst>
                <a:ext uri="{FF2B5EF4-FFF2-40B4-BE49-F238E27FC236}">
                  <a16:creationId xmlns:a16="http://schemas.microsoft.com/office/drawing/2014/main" id="{55EEDA23-2EBD-452B-9835-B5CDA96DC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141"/>
              <a:ext cx="75" cy="99"/>
            </a:xfrm>
            <a:custGeom>
              <a:avLst/>
              <a:gdLst>
                <a:gd name="T0" fmla="*/ 458 w 30"/>
                <a:gd name="T1" fmla="*/ 0 h 37"/>
                <a:gd name="T2" fmla="*/ 470 w 30"/>
                <a:gd name="T3" fmla="*/ 674 h 37"/>
                <a:gd name="T4" fmla="*/ 313 w 30"/>
                <a:gd name="T5" fmla="*/ 629 h 37"/>
                <a:gd name="T6" fmla="*/ 0 w 30"/>
                <a:gd name="T7" fmla="*/ 70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7">
                  <a:moveTo>
                    <a:pt x="29" y="0"/>
                  </a:moveTo>
                  <a:cubicBezTo>
                    <a:pt x="18" y="10"/>
                    <a:pt x="21" y="25"/>
                    <a:pt x="30" y="35"/>
                  </a:cubicBezTo>
                  <a:cubicBezTo>
                    <a:pt x="27" y="36"/>
                    <a:pt x="24" y="34"/>
                    <a:pt x="20" y="33"/>
                  </a:cubicBezTo>
                  <a:cubicBezTo>
                    <a:pt x="12" y="31"/>
                    <a:pt x="7" y="33"/>
                    <a:pt x="0" y="37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73" name="Freeform 524">
              <a:extLst>
                <a:ext uri="{FF2B5EF4-FFF2-40B4-BE49-F238E27FC236}">
                  <a16:creationId xmlns:a16="http://schemas.microsoft.com/office/drawing/2014/main" id="{8888B12D-8815-4651-8F98-AB5EA8259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957"/>
              <a:ext cx="58" cy="112"/>
            </a:xfrm>
            <a:custGeom>
              <a:avLst/>
              <a:gdLst>
                <a:gd name="T0" fmla="*/ 33 w 23"/>
                <a:gd name="T1" fmla="*/ 0 h 42"/>
                <a:gd name="T2" fmla="*/ 368 w 23"/>
                <a:gd name="T3" fmla="*/ 307 h 42"/>
                <a:gd name="T4" fmla="*/ 0 w 23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2">
                  <a:moveTo>
                    <a:pt x="2" y="0"/>
                  </a:moveTo>
                  <a:cubicBezTo>
                    <a:pt x="3" y="11"/>
                    <a:pt x="14" y="13"/>
                    <a:pt x="23" y="16"/>
                  </a:cubicBezTo>
                  <a:cubicBezTo>
                    <a:pt x="15" y="24"/>
                    <a:pt x="4" y="30"/>
                    <a:pt x="0" y="42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74" name="Freeform 525">
              <a:extLst>
                <a:ext uri="{FF2B5EF4-FFF2-40B4-BE49-F238E27FC236}">
                  <a16:creationId xmlns:a16="http://schemas.microsoft.com/office/drawing/2014/main" id="{D19799F8-A502-4C88-AF72-9E5A0580F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752"/>
              <a:ext cx="55" cy="101"/>
            </a:xfrm>
            <a:custGeom>
              <a:avLst/>
              <a:gdLst>
                <a:gd name="T0" fmla="*/ 20 w 22"/>
                <a:gd name="T1" fmla="*/ 0 h 38"/>
                <a:gd name="T2" fmla="*/ 345 w 22"/>
                <a:gd name="T3" fmla="*/ 149 h 38"/>
                <a:gd name="T4" fmla="*/ 270 w 22"/>
                <a:gd name="T5" fmla="*/ 71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8">
                  <a:moveTo>
                    <a:pt x="1" y="0"/>
                  </a:moveTo>
                  <a:cubicBezTo>
                    <a:pt x="0" y="11"/>
                    <a:pt x="15" y="11"/>
                    <a:pt x="22" y="8"/>
                  </a:cubicBezTo>
                  <a:cubicBezTo>
                    <a:pt x="22" y="18"/>
                    <a:pt x="17" y="28"/>
                    <a:pt x="17" y="38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75" name="Freeform 526">
              <a:extLst>
                <a:ext uri="{FF2B5EF4-FFF2-40B4-BE49-F238E27FC236}">
                  <a16:creationId xmlns:a16="http://schemas.microsoft.com/office/drawing/2014/main" id="{24BCB72D-C45D-43C8-BBBE-D746925EB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877"/>
              <a:ext cx="62" cy="144"/>
            </a:xfrm>
            <a:custGeom>
              <a:avLst/>
              <a:gdLst>
                <a:gd name="T0" fmla="*/ 0 w 25"/>
                <a:gd name="T1" fmla="*/ 0 h 54"/>
                <a:gd name="T2" fmla="*/ 184 w 25"/>
                <a:gd name="T3" fmla="*/ 307 h 54"/>
                <a:gd name="T4" fmla="*/ 337 w 25"/>
                <a:gd name="T5" fmla="*/ 285 h 54"/>
                <a:gd name="T6" fmla="*/ 136 w 25"/>
                <a:gd name="T7" fmla="*/ 102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4">
                  <a:moveTo>
                    <a:pt x="0" y="0"/>
                  </a:moveTo>
                  <a:cubicBezTo>
                    <a:pt x="3" y="6"/>
                    <a:pt x="3" y="18"/>
                    <a:pt x="12" y="16"/>
                  </a:cubicBezTo>
                  <a:cubicBezTo>
                    <a:pt x="17" y="15"/>
                    <a:pt x="19" y="7"/>
                    <a:pt x="22" y="15"/>
                  </a:cubicBezTo>
                  <a:cubicBezTo>
                    <a:pt x="25" y="23"/>
                    <a:pt x="14" y="48"/>
                    <a:pt x="9" y="54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76" name="Freeform 527">
              <a:extLst>
                <a:ext uri="{FF2B5EF4-FFF2-40B4-BE49-F238E27FC236}">
                  <a16:creationId xmlns:a16="http://schemas.microsoft.com/office/drawing/2014/main" id="{F695E590-A80A-47EA-B064-1FF35F3A4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224"/>
              <a:ext cx="132" cy="80"/>
            </a:xfrm>
            <a:custGeom>
              <a:avLst/>
              <a:gdLst>
                <a:gd name="T0" fmla="*/ 0 w 53"/>
                <a:gd name="T1" fmla="*/ 205 h 30"/>
                <a:gd name="T2" fmla="*/ 620 w 53"/>
                <a:gd name="T3" fmla="*/ 136 h 30"/>
                <a:gd name="T4" fmla="*/ 725 w 53"/>
                <a:gd name="T5" fmla="*/ 93 h 30"/>
                <a:gd name="T6" fmla="*/ 478 w 53"/>
                <a:gd name="T7" fmla="*/ 547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0">
                  <a:moveTo>
                    <a:pt x="0" y="11"/>
                  </a:moveTo>
                  <a:cubicBezTo>
                    <a:pt x="10" y="22"/>
                    <a:pt x="32" y="15"/>
                    <a:pt x="40" y="7"/>
                  </a:cubicBezTo>
                  <a:cubicBezTo>
                    <a:pt x="44" y="3"/>
                    <a:pt x="44" y="0"/>
                    <a:pt x="47" y="5"/>
                  </a:cubicBezTo>
                  <a:cubicBezTo>
                    <a:pt x="53" y="13"/>
                    <a:pt x="39" y="30"/>
                    <a:pt x="31" y="29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77" name="Freeform 528">
              <a:extLst>
                <a:ext uri="{FF2B5EF4-FFF2-40B4-BE49-F238E27FC236}">
                  <a16:creationId xmlns:a16="http://schemas.microsoft.com/office/drawing/2014/main" id="{DD257A2F-8703-4179-AB58-900D000BF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240"/>
              <a:ext cx="50" cy="309"/>
            </a:xfrm>
            <a:custGeom>
              <a:avLst/>
              <a:gdLst>
                <a:gd name="T0" fmla="*/ 95 w 20"/>
                <a:gd name="T1" fmla="*/ 0 h 116"/>
                <a:gd name="T2" fmla="*/ 145 w 20"/>
                <a:gd name="T3" fmla="*/ 738 h 116"/>
                <a:gd name="T4" fmla="*/ 283 w 20"/>
                <a:gd name="T5" fmla="*/ 1361 h 116"/>
                <a:gd name="T6" fmla="*/ 313 w 20"/>
                <a:gd name="T7" fmla="*/ 1646 h 116"/>
                <a:gd name="T8" fmla="*/ 270 w 20"/>
                <a:gd name="T9" fmla="*/ 2192 h 116"/>
                <a:gd name="T10" fmla="*/ 158 w 20"/>
                <a:gd name="T11" fmla="*/ 1851 h 116"/>
                <a:gd name="T12" fmla="*/ 20 w 20"/>
                <a:gd name="T13" fmla="*/ 1398 h 116"/>
                <a:gd name="T14" fmla="*/ 20 w 20"/>
                <a:gd name="T15" fmla="*/ 815 h 116"/>
                <a:gd name="T16" fmla="*/ 33 w 20"/>
                <a:gd name="T17" fmla="*/ 35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16">
                  <a:moveTo>
                    <a:pt x="6" y="0"/>
                  </a:moveTo>
                  <a:cubicBezTo>
                    <a:pt x="11" y="12"/>
                    <a:pt x="6" y="27"/>
                    <a:pt x="9" y="39"/>
                  </a:cubicBezTo>
                  <a:cubicBezTo>
                    <a:pt x="12" y="50"/>
                    <a:pt x="15" y="61"/>
                    <a:pt x="18" y="72"/>
                  </a:cubicBezTo>
                  <a:cubicBezTo>
                    <a:pt x="19" y="78"/>
                    <a:pt x="20" y="82"/>
                    <a:pt x="20" y="87"/>
                  </a:cubicBezTo>
                  <a:cubicBezTo>
                    <a:pt x="19" y="96"/>
                    <a:pt x="19" y="108"/>
                    <a:pt x="17" y="116"/>
                  </a:cubicBezTo>
                  <a:cubicBezTo>
                    <a:pt x="14" y="110"/>
                    <a:pt x="11" y="104"/>
                    <a:pt x="10" y="98"/>
                  </a:cubicBezTo>
                  <a:cubicBezTo>
                    <a:pt x="7" y="90"/>
                    <a:pt x="2" y="82"/>
                    <a:pt x="1" y="74"/>
                  </a:cubicBezTo>
                  <a:cubicBezTo>
                    <a:pt x="0" y="64"/>
                    <a:pt x="2" y="54"/>
                    <a:pt x="1" y="43"/>
                  </a:cubicBezTo>
                  <a:cubicBezTo>
                    <a:pt x="0" y="30"/>
                    <a:pt x="6" y="16"/>
                    <a:pt x="2" y="2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78" name="Freeform 529">
              <a:extLst>
                <a:ext uri="{FF2B5EF4-FFF2-40B4-BE49-F238E27FC236}">
                  <a16:creationId xmlns:a16="http://schemas.microsoft.com/office/drawing/2014/main" id="{16024AD6-DC46-4D12-8F5A-584566F1C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563"/>
              <a:ext cx="40" cy="88"/>
            </a:xfrm>
            <a:custGeom>
              <a:avLst/>
              <a:gdLst>
                <a:gd name="T0" fmla="*/ 0 w 16"/>
                <a:gd name="T1" fmla="*/ 0 h 33"/>
                <a:gd name="T2" fmla="*/ 220 w 16"/>
                <a:gd name="T3" fmla="*/ 363 h 33"/>
                <a:gd name="T4" fmla="*/ 50 w 16"/>
                <a:gd name="T5" fmla="*/ 627 h 33"/>
                <a:gd name="T6" fmla="*/ 63 w 16"/>
                <a:gd name="T7" fmla="*/ 11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0" y="0"/>
                  </a:moveTo>
                  <a:cubicBezTo>
                    <a:pt x="4" y="6"/>
                    <a:pt x="16" y="11"/>
                    <a:pt x="14" y="19"/>
                  </a:cubicBezTo>
                  <a:cubicBezTo>
                    <a:pt x="12" y="25"/>
                    <a:pt x="4" y="26"/>
                    <a:pt x="3" y="33"/>
                  </a:cubicBezTo>
                  <a:cubicBezTo>
                    <a:pt x="6" y="25"/>
                    <a:pt x="4" y="15"/>
                    <a:pt x="4" y="6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79" name="Freeform 530">
              <a:extLst>
                <a:ext uri="{FF2B5EF4-FFF2-40B4-BE49-F238E27FC236}">
                  <a16:creationId xmlns:a16="http://schemas.microsoft.com/office/drawing/2014/main" id="{316B2373-4E4B-4C9B-85D4-D6BD78A8E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301"/>
              <a:ext cx="40" cy="107"/>
            </a:xfrm>
            <a:custGeom>
              <a:avLst/>
              <a:gdLst>
                <a:gd name="T0" fmla="*/ 238 w 16"/>
                <a:gd name="T1" fmla="*/ 0 h 40"/>
                <a:gd name="T2" fmla="*/ 175 w 16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0">
                  <a:moveTo>
                    <a:pt x="15" y="0"/>
                  </a:moveTo>
                  <a:cubicBezTo>
                    <a:pt x="16" y="7"/>
                    <a:pt x="0" y="39"/>
                    <a:pt x="11" y="4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80" name="Freeform 531">
              <a:extLst>
                <a:ext uri="{FF2B5EF4-FFF2-40B4-BE49-F238E27FC236}">
                  <a16:creationId xmlns:a16="http://schemas.microsoft.com/office/drawing/2014/main" id="{8FA854D9-2F8D-4E8E-B1F2-3BEA3823B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91"/>
              <a:ext cx="120" cy="106"/>
            </a:xfrm>
            <a:custGeom>
              <a:avLst/>
              <a:gdLst>
                <a:gd name="T0" fmla="*/ 0 w 48"/>
                <a:gd name="T1" fmla="*/ 485 h 40"/>
                <a:gd name="T2" fmla="*/ 345 w 48"/>
                <a:gd name="T3" fmla="*/ 0 h 40"/>
                <a:gd name="T4" fmla="*/ 563 w 48"/>
                <a:gd name="T5" fmla="*/ 429 h 40"/>
                <a:gd name="T6" fmla="*/ 738 w 48"/>
                <a:gd name="T7" fmla="*/ 74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0">
                  <a:moveTo>
                    <a:pt x="0" y="26"/>
                  </a:moveTo>
                  <a:cubicBezTo>
                    <a:pt x="13" y="27"/>
                    <a:pt x="22" y="12"/>
                    <a:pt x="22" y="0"/>
                  </a:cubicBezTo>
                  <a:cubicBezTo>
                    <a:pt x="28" y="5"/>
                    <a:pt x="32" y="16"/>
                    <a:pt x="36" y="23"/>
                  </a:cubicBezTo>
                  <a:cubicBezTo>
                    <a:pt x="39" y="27"/>
                    <a:pt x="48" y="38"/>
                    <a:pt x="47" y="4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81" name="Freeform 532">
              <a:extLst>
                <a:ext uri="{FF2B5EF4-FFF2-40B4-BE49-F238E27FC236}">
                  <a16:creationId xmlns:a16="http://schemas.microsoft.com/office/drawing/2014/main" id="{1E69FCB3-43C5-418D-BCCA-2F0AC415B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811"/>
              <a:ext cx="113" cy="85"/>
            </a:xfrm>
            <a:custGeom>
              <a:avLst/>
              <a:gdLst>
                <a:gd name="T0" fmla="*/ 442 w 45"/>
                <a:gd name="T1" fmla="*/ 0 h 32"/>
                <a:gd name="T2" fmla="*/ 316 w 45"/>
                <a:gd name="T3" fmla="*/ 396 h 32"/>
                <a:gd name="T4" fmla="*/ 0 w 45"/>
                <a:gd name="T5" fmla="*/ 579 h 32"/>
                <a:gd name="T6" fmla="*/ 347 w 45"/>
                <a:gd name="T7" fmla="*/ 579 h 32"/>
                <a:gd name="T8" fmla="*/ 713 w 45"/>
                <a:gd name="T9" fmla="*/ 6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2">
                  <a:moveTo>
                    <a:pt x="28" y="0"/>
                  </a:moveTo>
                  <a:cubicBezTo>
                    <a:pt x="25" y="8"/>
                    <a:pt x="28" y="14"/>
                    <a:pt x="20" y="21"/>
                  </a:cubicBezTo>
                  <a:cubicBezTo>
                    <a:pt x="15" y="26"/>
                    <a:pt x="6" y="28"/>
                    <a:pt x="0" y="31"/>
                  </a:cubicBezTo>
                  <a:cubicBezTo>
                    <a:pt x="5" y="28"/>
                    <a:pt x="16" y="31"/>
                    <a:pt x="22" y="31"/>
                  </a:cubicBezTo>
                  <a:cubicBezTo>
                    <a:pt x="30" y="31"/>
                    <a:pt x="37" y="32"/>
                    <a:pt x="45" y="32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82" name="Freeform 533">
              <a:extLst>
                <a:ext uri="{FF2B5EF4-FFF2-40B4-BE49-F238E27FC236}">
                  <a16:creationId xmlns:a16="http://schemas.microsoft.com/office/drawing/2014/main" id="{0D59F4C3-0507-4C00-9B80-7232CF0A9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77"/>
              <a:ext cx="70" cy="80"/>
            </a:xfrm>
            <a:custGeom>
              <a:avLst/>
              <a:gdLst>
                <a:gd name="T0" fmla="*/ 63 w 28"/>
                <a:gd name="T1" fmla="*/ 0 h 30"/>
                <a:gd name="T2" fmla="*/ 0 w 28"/>
                <a:gd name="T3" fmla="*/ 568 h 30"/>
                <a:gd name="T4" fmla="*/ 438 w 28"/>
                <a:gd name="T5" fmla="*/ 37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">
                  <a:moveTo>
                    <a:pt x="4" y="0"/>
                  </a:moveTo>
                  <a:cubicBezTo>
                    <a:pt x="11" y="13"/>
                    <a:pt x="9" y="20"/>
                    <a:pt x="0" y="30"/>
                  </a:cubicBezTo>
                  <a:cubicBezTo>
                    <a:pt x="5" y="26"/>
                    <a:pt x="22" y="19"/>
                    <a:pt x="28" y="2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83" name="Freeform 534">
              <a:extLst>
                <a:ext uri="{FF2B5EF4-FFF2-40B4-BE49-F238E27FC236}">
                  <a16:creationId xmlns:a16="http://schemas.microsoft.com/office/drawing/2014/main" id="{017FDC27-0AA3-4330-8D36-181398E1D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152"/>
              <a:ext cx="78" cy="59"/>
            </a:xfrm>
            <a:custGeom>
              <a:avLst/>
              <a:gdLst>
                <a:gd name="T0" fmla="*/ 0 w 31"/>
                <a:gd name="T1" fmla="*/ 0 h 22"/>
                <a:gd name="T2" fmla="*/ 96 w 31"/>
                <a:gd name="T3" fmla="*/ 424 h 22"/>
                <a:gd name="T4" fmla="*/ 493 w 31"/>
                <a:gd name="T5" fmla="*/ 34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2">
                  <a:moveTo>
                    <a:pt x="0" y="0"/>
                  </a:moveTo>
                  <a:cubicBezTo>
                    <a:pt x="5" y="8"/>
                    <a:pt x="8" y="11"/>
                    <a:pt x="6" y="22"/>
                  </a:cubicBezTo>
                  <a:cubicBezTo>
                    <a:pt x="14" y="19"/>
                    <a:pt x="23" y="19"/>
                    <a:pt x="31" y="18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84" name="Freeform 535">
              <a:extLst>
                <a:ext uri="{FF2B5EF4-FFF2-40B4-BE49-F238E27FC236}">
                  <a16:creationId xmlns:a16="http://schemas.microsoft.com/office/drawing/2014/main" id="{2680B39B-7F56-483E-94FD-D1976A820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277"/>
              <a:ext cx="75" cy="83"/>
            </a:xfrm>
            <a:custGeom>
              <a:avLst/>
              <a:gdLst>
                <a:gd name="T0" fmla="*/ 50 w 30"/>
                <a:gd name="T1" fmla="*/ 0 h 31"/>
                <a:gd name="T2" fmla="*/ 95 w 30"/>
                <a:gd name="T3" fmla="*/ 329 h 31"/>
                <a:gd name="T4" fmla="*/ 0 w 30"/>
                <a:gd name="T5" fmla="*/ 594 h 31"/>
                <a:gd name="T6" fmla="*/ 125 w 30"/>
                <a:gd name="T7" fmla="*/ 458 h 31"/>
                <a:gd name="T8" fmla="*/ 408 w 30"/>
                <a:gd name="T9" fmla="*/ 367 h 31"/>
                <a:gd name="T10" fmla="*/ 458 w 30"/>
                <a:gd name="T11" fmla="*/ 286 h 31"/>
                <a:gd name="T12" fmla="*/ 283 w 30"/>
                <a:gd name="T13" fmla="*/ 13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1">
                  <a:moveTo>
                    <a:pt x="3" y="0"/>
                  </a:moveTo>
                  <a:cubicBezTo>
                    <a:pt x="5" y="6"/>
                    <a:pt x="8" y="11"/>
                    <a:pt x="6" y="17"/>
                  </a:cubicBezTo>
                  <a:cubicBezTo>
                    <a:pt x="5" y="22"/>
                    <a:pt x="1" y="26"/>
                    <a:pt x="0" y="31"/>
                  </a:cubicBezTo>
                  <a:cubicBezTo>
                    <a:pt x="2" y="28"/>
                    <a:pt x="5" y="26"/>
                    <a:pt x="8" y="24"/>
                  </a:cubicBezTo>
                  <a:cubicBezTo>
                    <a:pt x="13" y="22"/>
                    <a:pt x="22" y="22"/>
                    <a:pt x="26" y="19"/>
                  </a:cubicBezTo>
                  <a:cubicBezTo>
                    <a:pt x="29" y="16"/>
                    <a:pt x="30" y="19"/>
                    <a:pt x="29" y="15"/>
                  </a:cubicBezTo>
                  <a:cubicBezTo>
                    <a:pt x="28" y="11"/>
                    <a:pt x="21" y="8"/>
                    <a:pt x="18" y="7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85" name="Freeform 536">
              <a:extLst>
                <a:ext uri="{FF2B5EF4-FFF2-40B4-BE49-F238E27FC236}">
                  <a16:creationId xmlns:a16="http://schemas.microsoft.com/office/drawing/2014/main" id="{4CAB02D3-0FA1-47E2-AA09-649961342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2029"/>
              <a:ext cx="35" cy="43"/>
            </a:xfrm>
            <a:custGeom>
              <a:avLst/>
              <a:gdLst>
                <a:gd name="T0" fmla="*/ 125 w 14"/>
                <a:gd name="T1" fmla="*/ 0 h 16"/>
                <a:gd name="T2" fmla="*/ 0 w 14"/>
                <a:gd name="T3" fmla="*/ 137 h 16"/>
                <a:gd name="T4" fmla="*/ 220 w 14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8" y="0"/>
                  </a:moveTo>
                  <a:cubicBezTo>
                    <a:pt x="6" y="2"/>
                    <a:pt x="2" y="4"/>
                    <a:pt x="0" y="7"/>
                  </a:cubicBezTo>
                  <a:cubicBezTo>
                    <a:pt x="5" y="10"/>
                    <a:pt x="11" y="14"/>
                    <a:pt x="14" y="16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86" name="Freeform 537">
              <a:extLst>
                <a:ext uri="{FF2B5EF4-FFF2-40B4-BE49-F238E27FC236}">
                  <a16:creationId xmlns:a16="http://schemas.microsoft.com/office/drawing/2014/main" id="{8DDA9AD6-CC4C-4560-9800-59EA86D04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2331"/>
              <a:ext cx="45" cy="32"/>
            </a:xfrm>
            <a:custGeom>
              <a:avLst/>
              <a:gdLst>
                <a:gd name="T0" fmla="*/ 20 w 18"/>
                <a:gd name="T1" fmla="*/ 0 h 12"/>
                <a:gd name="T2" fmla="*/ 20 w 18"/>
                <a:gd name="T3" fmla="*/ 171 h 12"/>
                <a:gd name="T4" fmla="*/ 283 w 18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1" y="0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7" y="11"/>
                    <a:pt x="12" y="11"/>
                    <a:pt x="18" y="12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87" name="Freeform 538">
              <a:extLst>
                <a:ext uri="{FF2B5EF4-FFF2-40B4-BE49-F238E27FC236}">
                  <a16:creationId xmlns:a16="http://schemas.microsoft.com/office/drawing/2014/main" id="{3715586A-62AF-4619-96F0-8AE3EF830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629"/>
              <a:ext cx="47" cy="70"/>
            </a:xfrm>
            <a:custGeom>
              <a:avLst/>
              <a:gdLst>
                <a:gd name="T0" fmla="*/ 0 w 19"/>
                <a:gd name="T1" fmla="*/ 0 h 26"/>
                <a:gd name="T2" fmla="*/ 287 w 19"/>
                <a:gd name="T3" fmla="*/ 94 h 26"/>
                <a:gd name="T4" fmla="*/ 153 w 19"/>
                <a:gd name="T5" fmla="*/ 50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0" y="0"/>
                  </a:moveTo>
                  <a:cubicBezTo>
                    <a:pt x="5" y="4"/>
                    <a:pt x="12" y="7"/>
                    <a:pt x="19" y="5"/>
                  </a:cubicBezTo>
                  <a:cubicBezTo>
                    <a:pt x="13" y="10"/>
                    <a:pt x="9" y="18"/>
                    <a:pt x="10" y="26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88" name="Freeform 539">
              <a:extLst>
                <a:ext uri="{FF2B5EF4-FFF2-40B4-BE49-F238E27FC236}">
                  <a16:creationId xmlns:a16="http://schemas.microsoft.com/office/drawing/2014/main" id="{E2D32B09-D69A-45CB-8FF6-92F2029C9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619"/>
              <a:ext cx="37" cy="149"/>
            </a:xfrm>
            <a:custGeom>
              <a:avLst/>
              <a:gdLst>
                <a:gd name="T0" fmla="*/ 195 w 15"/>
                <a:gd name="T1" fmla="*/ 0 h 56"/>
                <a:gd name="T2" fmla="*/ 121 w 15"/>
                <a:gd name="T3" fmla="*/ 341 h 56"/>
                <a:gd name="T4" fmla="*/ 0 w 15"/>
                <a:gd name="T5" fmla="*/ 678 h 56"/>
                <a:gd name="T6" fmla="*/ 104 w 15"/>
                <a:gd name="T7" fmla="*/ 1019 h 56"/>
                <a:gd name="T8" fmla="*/ 224 w 15"/>
                <a:gd name="T9" fmla="*/ 36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6">
                  <a:moveTo>
                    <a:pt x="13" y="0"/>
                  </a:moveTo>
                  <a:cubicBezTo>
                    <a:pt x="12" y="7"/>
                    <a:pt x="11" y="12"/>
                    <a:pt x="8" y="18"/>
                  </a:cubicBezTo>
                  <a:cubicBezTo>
                    <a:pt x="4" y="23"/>
                    <a:pt x="0" y="29"/>
                    <a:pt x="0" y="36"/>
                  </a:cubicBezTo>
                  <a:cubicBezTo>
                    <a:pt x="0" y="39"/>
                    <a:pt x="4" y="53"/>
                    <a:pt x="7" y="54"/>
                  </a:cubicBezTo>
                  <a:cubicBezTo>
                    <a:pt x="14" y="56"/>
                    <a:pt x="15" y="23"/>
                    <a:pt x="15" y="19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89" name="Freeform 540">
              <a:extLst>
                <a:ext uri="{FF2B5EF4-FFF2-40B4-BE49-F238E27FC236}">
                  <a16:creationId xmlns:a16="http://schemas.microsoft.com/office/drawing/2014/main" id="{8608E806-ED13-4BB8-8989-AA18F24D3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179"/>
              <a:ext cx="45" cy="120"/>
            </a:xfrm>
            <a:custGeom>
              <a:avLst/>
              <a:gdLst>
                <a:gd name="T0" fmla="*/ 113 w 18"/>
                <a:gd name="T1" fmla="*/ 0 h 45"/>
                <a:gd name="T2" fmla="*/ 63 w 18"/>
                <a:gd name="T3" fmla="*/ 363 h 45"/>
                <a:gd name="T4" fmla="*/ 283 w 18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7" y="0"/>
                  </a:moveTo>
                  <a:cubicBezTo>
                    <a:pt x="3" y="7"/>
                    <a:pt x="0" y="13"/>
                    <a:pt x="4" y="19"/>
                  </a:cubicBezTo>
                  <a:cubicBezTo>
                    <a:pt x="9" y="28"/>
                    <a:pt x="17" y="34"/>
                    <a:pt x="18" y="45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90" name="Freeform 541">
              <a:extLst>
                <a:ext uri="{FF2B5EF4-FFF2-40B4-BE49-F238E27FC236}">
                  <a16:creationId xmlns:a16="http://schemas.microsoft.com/office/drawing/2014/main" id="{854F3B9E-2ED5-48A6-AF25-68B33D3C9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605"/>
              <a:ext cx="175" cy="67"/>
            </a:xfrm>
            <a:custGeom>
              <a:avLst/>
              <a:gdLst>
                <a:gd name="T0" fmla="*/ 0 w 70"/>
                <a:gd name="T1" fmla="*/ 0 h 25"/>
                <a:gd name="T2" fmla="*/ 250 w 70"/>
                <a:gd name="T3" fmla="*/ 273 h 25"/>
                <a:gd name="T4" fmla="*/ 625 w 70"/>
                <a:gd name="T5" fmla="*/ 445 h 25"/>
                <a:gd name="T6" fmla="*/ 970 w 70"/>
                <a:gd name="T7" fmla="*/ 346 h 25"/>
                <a:gd name="T8" fmla="*/ 1095 w 70"/>
                <a:gd name="T9" fmla="*/ 346 h 25"/>
                <a:gd name="T10" fmla="*/ 863 w 70"/>
                <a:gd name="T11" fmla="*/ 287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25">
                  <a:moveTo>
                    <a:pt x="0" y="0"/>
                  </a:moveTo>
                  <a:cubicBezTo>
                    <a:pt x="3" y="7"/>
                    <a:pt x="10" y="10"/>
                    <a:pt x="16" y="14"/>
                  </a:cubicBezTo>
                  <a:cubicBezTo>
                    <a:pt x="24" y="19"/>
                    <a:pt x="30" y="25"/>
                    <a:pt x="40" y="23"/>
                  </a:cubicBezTo>
                  <a:cubicBezTo>
                    <a:pt x="49" y="21"/>
                    <a:pt x="53" y="17"/>
                    <a:pt x="62" y="18"/>
                  </a:cubicBezTo>
                  <a:cubicBezTo>
                    <a:pt x="65" y="18"/>
                    <a:pt x="66" y="20"/>
                    <a:pt x="70" y="18"/>
                  </a:cubicBezTo>
                  <a:cubicBezTo>
                    <a:pt x="65" y="17"/>
                    <a:pt x="60" y="17"/>
                    <a:pt x="55" y="15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91" name="Freeform 542">
              <a:extLst>
                <a:ext uri="{FF2B5EF4-FFF2-40B4-BE49-F238E27FC236}">
                  <a16:creationId xmlns:a16="http://schemas.microsoft.com/office/drawing/2014/main" id="{25C63FBA-69CF-49D3-8457-7B002E30C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656"/>
              <a:ext cx="88" cy="21"/>
            </a:xfrm>
            <a:custGeom>
              <a:avLst/>
              <a:gdLst>
                <a:gd name="T0" fmla="*/ 0 w 35"/>
                <a:gd name="T1" fmla="*/ 123 h 8"/>
                <a:gd name="T2" fmla="*/ 556 w 35"/>
                <a:gd name="T3" fmla="*/ 123 h 8"/>
                <a:gd name="T4" fmla="*/ 83 w 35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8">
                  <a:moveTo>
                    <a:pt x="0" y="7"/>
                  </a:moveTo>
                  <a:cubicBezTo>
                    <a:pt x="13" y="1"/>
                    <a:pt x="23" y="0"/>
                    <a:pt x="35" y="7"/>
                  </a:cubicBezTo>
                  <a:cubicBezTo>
                    <a:pt x="25" y="8"/>
                    <a:pt x="15" y="6"/>
                    <a:pt x="5" y="6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92" name="Freeform 543">
              <a:extLst>
                <a:ext uri="{FF2B5EF4-FFF2-40B4-BE49-F238E27FC236}">
                  <a16:creationId xmlns:a16="http://schemas.microsoft.com/office/drawing/2014/main" id="{64169126-002E-49D2-B4BE-BF3831804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435"/>
              <a:ext cx="85" cy="69"/>
            </a:xfrm>
            <a:custGeom>
              <a:avLst/>
              <a:gdLst>
                <a:gd name="T0" fmla="*/ 533 w 34"/>
                <a:gd name="T1" fmla="*/ 0 h 26"/>
                <a:gd name="T2" fmla="*/ 345 w 34"/>
                <a:gd name="T3" fmla="*/ 226 h 26"/>
                <a:gd name="T4" fmla="*/ 283 w 34"/>
                <a:gd name="T5" fmla="*/ 464 h 26"/>
                <a:gd name="T6" fmla="*/ 95 w 34"/>
                <a:gd name="T7" fmla="*/ 374 h 26"/>
                <a:gd name="T8" fmla="*/ 0 w 34"/>
                <a:gd name="T9" fmla="*/ 11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6">
                  <a:moveTo>
                    <a:pt x="34" y="0"/>
                  </a:moveTo>
                  <a:cubicBezTo>
                    <a:pt x="29" y="3"/>
                    <a:pt x="24" y="7"/>
                    <a:pt x="22" y="12"/>
                  </a:cubicBezTo>
                  <a:cubicBezTo>
                    <a:pt x="20" y="14"/>
                    <a:pt x="20" y="24"/>
                    <a:pt x="18" y="25"/>
                  </a:cubicBezTo>
                  <a:cubicBezTo>
                    <a:pt x="16" y="26"/>
                    <a:pt x="8" y="22"/>
                    <a:pt x="6" y="20"/>
                  </a:cubicBezTo>
                  <a:cubicBezTo>
                    <a:pt x="1" y="16"/>
                    <a:pt x="4" y="10"/>
                    <a:pt x="0" y="6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93" name="Freeform 544">
              <a:extLst>
                <a:ext uri="{FF2B5EF4-FFF2-40B4-BE49-F238E27FC236}">
                  <a16:creationId xmlns:a16="http://schemas.microsoft.com/office/drawing/2014/main" id="{5D925FB7-41F1-4C6E-8EE4-19DA2DF29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459"/>
              <a:ext cx="157" cy="122"/>
            </a:xfrm>
            <a:custGeom>
              <a:avLst/>
              <a:gdLst>
                <a:gd name="T0" fmla="*/ 137 w 63"/>
                <a:gd name="T1" fmla="*/ 0 h 46"/>
                <a:gd name="T2" fmla="*/ 434 w 63"/>
                <a:gd name="T3" fmla="*/ 408 h 46"/>
                <a:gd name="T4" fmla="*/ 974 w 63"/>
                <a:gd name="T5" fmla="*/ 766 h 46"/>
                <a:gd name="T6" fmla="*/ 354 w 63"/>
                <a:gd name="T7" fmla="*/ 507 h 46"/>
                <a:gd name="T8" fmla="*/ 0 w 63"/>
                <a:gd name="T9" fmla="*/ 26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6">
                  <a:moveTo>
                    <a:pt x="9" y="0"/>
                  </a:moveTo>
                  <a:cubicBezTo>
                    <a:pt x="3" y="14"/>
                    <a:pt x="20" y="18"/>
                    <a:pt x="28" y="22"/>
                  </a:cubicBezTo>
                  <a:cubicBezTo>
                    <a:pt x="41" y="28"/>
                    <a:pt x="49" y="37"/>
                    <a:pt x="63" y="41"/>
                  </a:cubicBezTo>
                  <a:cubicBezTo>
                    <a:pt x="50" y="46"/>
                    <a:pt x="35" y="31"/>
                    <a:pt x="23" y="27"/>
                  </a:cubicBezTo>
                  <a:cubicBezTo>
                    <a:pt x="12" y="24"/>
                    <a:pt x="7" y="24"/>
                    <a:pt x="0" y="14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94" name="Freeform 545">
              <a:extLst>
                <a:ext uri="{FF2B5EF4-FFF2-40B4-BE49-F238E27FC236}">
                  <a16:creationId xmlns:a16="http://schemas.microsoft.com/office/drawing/2014/main" id="{8EC15954-6FBF-41DE-B946-D0711C4D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52"/>
              <a:ext cx="140" cy="53"/>
            </a:xfrm>
            <a:custGeom>
              <a:avLst/>
              <a:gdLst>
                <a:gd name="T0" fmla="*/ 500 w 56"/>
                <a:gd name="T1" fmla="*/ 0 h 20"/>
                <a:gd name="T2" fmla="*/ 0 w 56"/>
                <a:gd name="T3" fmla="*/ 352 h 20"/>
                <a:gd name="T4" fmla="*/ 488 w 56"/>
                <a:gd name="T5" fmla="*/ 294 h 20"/>
                <a:gd name="T6" fmla="*/ 875 w 56"/>
                <a:gd name="T7" fmla="*/ 148 h 20"/>
                <a:gd name="T8" fmla="*/ 563 w 56"/>
                <a:gd name="T9" fmla="*/ 3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0">
                  <a:moveTo>
                    <a:pt x="32" y="0"/>
                  </a:moveTo>
                  <a:cubicBezTo>
                    <a:pt x="28" y="13"/>
                    <a:pt x="13" y="20"/>
                    <a:pt x="0" y="19"/>
                  </a:cubicBezTo>
                  <a:cubicBezTo>
                    <a:pt x="10" y="16"/>
                    <a:pt x="21" y="18"/>
                    <a:pt x="31" y="16"/>
                  </a:cubicBezTo>
                  <a:cubicBezTo>
                    <a:pt x="39" y="14"/>
                    <a:pt x="48" y="11"/>
                    <a:pt x="56" y="8"/>
                  </a:cubicBezTo>
                  <a:cubicBezTo>
                    <a:pt x="49" y="8"/>
                    <a:pt x="40" y="9"/>
                    <a:pt x="36" y="2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95" name="Freeform 546">
              <a:extLst>
                <a:ext uri="{FF2B5EF4-FFF2-40B4-BE49-F238E27FC236}">
                  <a16:creationId xmlns:a16="http://schemas.microsoft.com/office/drawing/2014/main" id="{2A346EF4-B122-4F76-92AE-94FBC7CB7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792"/>
              <a:ext cx="77" cy="99"/>
            </a:xfrm>
            <a:custGeom>
              <a:avLst/>
              <a:gdLst>
                <a:gd name="T0" fmla="*/ 229 w 31"/>
                <a:gd name="T1" fmla="*/ 0 h 37"/>
                <a:gd name="T2" fmla="*/ 462 w 31"/>
                <a:gd name="T3" fmla="*/ 423 h 37"/>
                <a:gd name="T4" fmla="*/ 0 w 31"/>
                <a:gd name="T5" fmla="*/ 709 h 37"/>
                <a:gd name="T6" fmla="*/ 186 w 31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15" y="0"/>
                  </a:moveTo>
                  <a:cubicBezTo>
                    <a:pt x="19" y="5"/>
                    <a:pt x="31" y="16"/>
                    <a:pt x="30" y="22"/>
                  </a:cubicBezTo>
                  <a:cubicBezTo>
                    <a:pt x="28" y="30"/>
                    <a:pt x="6" y="34"/>
                    <a:pt x="0" y="37"/>
                  </a:cubicBezTo>
                  <a:cubicBezTo>
                    <a:pt x="7" y="27"/>
                    <a:pt x="13" y="13"/>
                    <a:pt x="12" y="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96" name="Freeform 547">
              <a:extLst>
                <a:ext uri="{FF2B5EF4-FFF2-40B4-BE49-F238E27FC236}">
                  <a16:creationId xmlns:a16="http://schemas.microsoft.com/office/drawing/2014/main" id="{193A5FD9-5569-4BBA-B29B-BB9A05799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123"/>
              <a:ext cx="97" cy="130"/>
            </a:xfrm>
            <a:custGeom>
              <a:avLst/>
              <a:gdLst>
                <a:gd name="T0" fmla="*/ 0 w 39"/>
                <a:gd name="T1" fmla="*/ 464 h 49"/>
                <a:gd name="T2" fmla="*/ 371 w 39"/>
                <a:gd name="T3" fmla="*/ 0 h 49"/>
                <a:gd name="T4" fmla="*/ 599 w 39"/>
                <a:gd name="T5" fmla="*/ 91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9">
                  <a:moveTo>
                    <a:pt x="0" y="25"/>
                  </a:moveTo>
                  <a:cubicBezTo>
                    <a:pt x="14" y="26"/>
                    <a:pt x="26" y="14"/>
                    <a:pt x="24" y="0"/>
                  </a:cubicBezTo>
                  <a:cubicBezTo>
                    <a:pt x="27" y="14"/>
                    <a:pt x="32" y="39"/>
                    <a:pt x="39" y="49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97" name="Freeform 548">
              <a:extLst>
                <a:ext uri="{FF2B5EF4-FFF2-40B4-BE49-F238E27FC236}">
                  <a16:creationId xmlns:a16="http://schemas.microsoft.com/office/drawing/2014/main" id="{BD28B3B1-529B-45A9-A640-E4C04C3CF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720"/>
              <a:ext cx="85" cy="96"/>
            </a:xfrm>
            <a:custGeom>
              <a:avLst/>
              <a:gdLst>
                <a:gd name="T0" fmla="*/ 158 w 34"/>
                <a:gd name="T1" fmla="*/ 0 h 36"/>
                <a:gd name="T2" fmla="*/ 408 w 34"/>
                <a:gd name="T3" fmla="*/ 376 h 36"/>
                <a:gd name="T4" fmla="*/ 458 w 34"/>
                <a:gd name="T5" fmla="*/ 533 h 36"/>
                <a:gd name="T6" fmla="*/ 533 w 34"/>
                <a:gd name="T7" fmla="*/ 683 h 36"/>
                <a:gd name="T8" fmla="*/ 283 w 34"/>
                <a:gd name="T9" fmla="*/ 456 h 36"/>
                <a:gd name="T10" fmla="*/ 0 w 34"/>
                <a:gd name="T11" fmla="*/ 512 h 36"/>
                <a:gd name="T12" fmla="*/ 158 w 34"/>
                <a:gd name="T13" fmla="*/ 19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6">
                  <a:moveTo>
                    <a:pt x="10" y="0"/>
                  </a:moveTo>
                  <a:cubicBezTo>
                    <a:pt x="12" y="11"/>
                    <a:pt x="20" y="13"/>
                    <a:pt x="26" y="20"/>
                  </a:cubicBezTo>
                  <a:cubicBezTo>
                    <a:pt x="28" y="22"/>
                    <a:pt x="28" y="25"/>
                    <a:pt x="29" y="28"/>
                  </a:cubicBezTo>
                  <a:cubicBezTo>
                    <a:pt x="31" y="31"/>
                    <a:pt x="34" y="32"/>
                    <a:pt x="34" y="36"/>
                  </a:cubicBezTo>
                  <a:cubicBezTo>
                    <a:pt x="28" y="33"/>
                    <a:pt x="25" y="26"/>
                    <a:pt x="18" y="24"/>
                  </a:cubicBezTo>
                  <a:cubicBezTo>
                    <a:pt x="13" y="23"/>
                    <a:pt x="4" y="24"/>
                    <a:pt x="0" y="27"/>
                  </a:cubicBezTo>
                  <a:cubicBezTo>
                    <a:pt x="4" y="22"/>
                    <a:pt x="9" y="17"/>
                    <a:pt x="10" y="1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98" name="Freeform 549">
              <a:extLst>
                <a:ext uri="{FF2B5EF4-FFF2-40B4-BE49-F238E27FC236}">
                  <a16:creationId xmlns:a16="http://schemas.microsoft.com/office/drawing/2014/main" id="{4838AD45-CD18-49DF-A9D8-68F3BC72C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787"/>
              <a:ext cx="98" cy="98"/>
            </a:xfrm>
            <a:custGeom>
              <a:avLst/>
              <a:gdLst>
                <a:gd name="T0" fmla="*/ 0 w 39"/>
                <a:gd name="T1" fmla="*/ 0 h 37"/>
                <a:gd name="T2" fmla="*/ 493 w 39"/>
                <a:gd name="T3" fmla="*/ 225 h 37"/>
                <a:gd name="T4" fmla="*/ 618 w 39"/>
                <a:gd name="T5" fmla="*/ 689 h 37"/>
                <a:gd name="T6" fmla="*/ 460 w 39"/>
                <a:gd name="T7" fmla="*/ 540 h 37"/>
                <a:gd name="T8" fmla="*/ 304 w 39"/>
                <a:gd name="T9" fmla="*/ 667 h 37"/>
                <a:gd name="T10" fmla="*/ 176 w 39"/>
                <a:gd name="T11" fmla="*/ 429 h 37"/>
                <a:gd name="T12" fmla="*/ 63 w 39"/>
                <a:gd name="T13" fmla="*/ 14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0"/>
                  </a:moveTo>
                  <a:cubicBezTo>
                    <a:pt x="4" y="3"/>
                    <a:pt x="28" y="29"/>
                    <a:pt x="31" y="12"/>
                  </a:cubicBezTo>
                  <a:cubicBezTo>
                    <a:pt x="34" y="19"/>
                    <a:pt x="38" y="30"/>
                    <a:pt x="39" y="37"/>
                  </a:cubicBezTo>
                  <a:cubicBezTo>
                    <a:pt x="34" y="31"/>
                    <a:pt x="36" y="26"/>
                    <a:pt x="29" y="29"/>
                  </a:cubicBezTo>
                  <a:cubicBezTo>
                    <a:pt x="25" y="30"/>
                    <a:pt x="23" y="34"/>
                    <a:pt x="19" y="36"/>
                  </a:cubicBezTo>
                  <a:cubicBezTo>
                    <a:pt x="16" y="32"/>
                    <a:pt x="14" y="27"/>
                    <a:pt x="11" y="23"/>
                  </a:cubicBezTo>
                  <a:cubicBezTo>
                    <a:pt x="8" y="18"/>
                    <a:pt x="4" y="14"/>
                    <a:pt x="4" y="8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99" name="Freeform 550">
              <a:extLst>
                <a:ext uri="{FF2B5EF4-FFF2-40B4-BE49-F238E27FC236}">
                  <a16:creationId xmlns:a16="http://schemas.microsoft.com/office/drawing/2014/main" id="{9F547C4C-809A-4356-AF96-928532B5A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213"/>
              <a:ext cx="72" cy="152"/>
            </a:xfrm>
            <a:custGeom>
              <a:avLst/>
              <a:gdLst>
                <a:gd name="T0" fmla="*/ 382 w 29"/>
                <a:gd name="T1" fmla="*/ 0 h 57"/>
                <a:gd name="T2" fmla="*/ 166 w 29"/>
                <a:gd name="T3" fmla="*/ 435 h 57"/>
                <a:gd name="T4" fmla="*/ 62 w 29"/>
                <a:gd name="T5" fmla="*/ 1080 h 57"/>
                <a:gd name="T6" fmla="*/ 228 w 29"/>
                <a:gd name="T7" fmla="*/ 989 h 57"/>
                <a:gd name="T8" fmla="*/ 444 w 29"/>
                <a:gd name="T9" fmla="*/ 968 h 57"/>
                <a:gd name="T10" fmla="*/ 370 w 29"/>
                <a:gd name="T11" fmla="*/ 115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57">
                  <a:moveTo>
                    <a:pt x="25" y="0"/>
                  </a:moveTo>
                  <a:cubicBezTo>
                    <a:pt x="18" y="7"/>
                    <a:pt x="14" y="15"/>
                    <a:pt x="11" y="23"/>
                  </a:cubicBezTo>
                  <a:cubicBezTo>
                    <a:pt x="8" y="31"/>
                    <a:pt x="0" y="49"/>
                    <a:pt x="4" y="57"/>
                  </a:cubicBezTo>
                  <a:cubicBezTo>
                    <a:pt x="7" y="56"/>
                    <a:pt x="11" y="53"/>
                    <a:pt x="15" y="52"/>
                  </a:cubicBezTo>
                  <a:cubicBezTo>
                    <a:pt x="20" y="51"/>
                    <a:pt x="24" y="51"/>
                    <a:pt x="29" y="51"/>
                  </a:cubicBezTo>
                  <a:cubicBezTo>
                    <a:pt x="10" y="45"/>
                    <a:pt x="18" y="19"/>
                    <a:pt x="24" y="6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00" name="Freeform 551">
              <a:extLst>
                <a:ext uri="{FF2B5EF4-FFF2-40B4-BE49-F238E27FC236}">
                  <a16:creationId xmlns:a16="http://schemas.microsoft.com/office/drawing/2014/main" id="{BFF5EC20-D224-40BC-A89B-27115B806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360"/>
              <a:ext cx="92" cy="80"/>
            </a:xfrm>
            <a:custGeom>
              <a:avLst/>
              <a:gdLst>
                <a:gd name="T0" fmla="*/ 0 w 37"/>
                <a:gd name="T1" fmla="*/ 568 h 30"/>
                <a:gd name="T2" fmla="*/ 353 w 37"/>
                <a:gd name="T3" fmla="*/ 363 h 30"/>
                <a:gd name="T4" fmla="*/ 569 w 37"/>
                <a:gd name="T5" fmla="*/ 0 h 30"/>
                <a:gd name="T6" fmla="*/ 370 w 37"/>
                <a:gd name="T7" fmla="*/ 192 h 30"/>
                <a:gd name="T8" fmla="*/ 92 w 37"/>
                <a:gd name="T9" fmla="*/ 47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0">
                  <a:moveTo>
                    <a:pt x="0" y="30"/>
                  </a:moveTo>
                  <a:cubicBezTo>
                    <a:pt x="7" y="28"/>
                    <a:pt x="17" y="24"/>
                    <a:pt x="23" y="19"/>
                  </a:cubicBezTo>
                  <a:cubicBezTo>
                    <a:pt x="29" y="14"/>
                    <a:pt x="32" y="6"/>
                    <a:pt x="37" y="0"/>
                  </a:cubicBezTo>
                  <a:cubicBezTo>
                    <a:pt x="32" y="3"/>
                    <a:pt x="28" y="7"/>
                    <a:pt x="24" y="10"/>
                  </a:cubicBezTo>
                  <a:cubicBezTo>
                    <a:pt x="18" y="14"/>
                    <a:pt x="13" y="22"/>
                    <a:pt x="6" y="25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01" name="Freeform 552">
              <a:extLst>
                <a:ext uri="{FF2B5EF4-FFF2-40B4-BE49-F238E27FC236}">
                  <a16:creationId xmlns:a16="http://schemas.microsoft.com/office/drawing/2014/main" id="{2A49D9DB-219D-4ED0-A027-C383BC473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176"/>
              <a:ext cx="137" cy="141"/>
            </a:xfrm>
            <a:custGeom>
              <a:avLst/>
              <a:gdLst>
                <a:gd name="T0" fmla="*/ 0 w 55"/>
                <a:gd name="T1" fmla="*/ 998 h 53"/>
                <a:gd name="T2" fmla="*/ 849 w 55"/>
                <a:gd name="T3" fmla="*/ 0 h 53"/>
                <a:gd name="T4" fmla="*/ 0 w 55"/>
                <a:gd name="T5" fmla="*/ 94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3">
                  <a:moveTo>
                    <a:pt x="0" y="53"/>
                  </a:moveTo>
                  <a:cubicBezTo>
                    <a:pt x="21" y="38"/>
                    <a:pt x="36" y="17"/>
                    <a:pt x="55" y="0"/>
                  </a:cubicBezTo>
                  <a:cubicBezTo>
                    <a:pt x="33" y="10"/>
                    <a:pt x="14" y="31"/>
                    <a:pt x="0" y="5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02" name="Freeform 553">
              <a:extLst>
                <a:ext uri="{FF2B5EF4-FFF2-40B4-BE49-F238E27FC236}">
                  <a16:creationId xmlns:a16="http://schemas.microsoft.com/office/drawing/2014/main" id="{CB8CFDEB-7A74-4066-B1C7-84B270C56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269"/>
              <a:ext cx="277" cy="166"/>
            </a:xfrm>
            <a:custGeom>
              <a:avLst/>
              <a:gdLst>
                <a:gd name="T0" fmla="*/ 903 w 111"/>
                <a:gd name="T1" fmla="*/ 171 h 62"/>
                <a:gd name="T2" fmla="*/ 779 w 111"/>
                <a:gd name="T3" fmla="*/ 209 h 62"/>
                <a:gd name="T4" fmla="*/ 542 w 111"/>
                <a:gd name="T5" fmla="*/ 230 h 62"/>
                <a:gd name="T6" fmla="*/ 0 w 111"/>
                <a:gd name="T7" fmla="*/ 78 h 62"/>
                <a:gd name="T8" fmla="*/ 62 w 111"/>
                <a:gd name="T9" fmla="*/ 388 h 62"/>
                <a:gd name="T10" fmla="*/ 529 w 111"/>
                <a:gd name="T11" fmla="*/ 560 h 62"/>
                <a:gd name="T12" fmla="*/ 821 w 111"/>
                <a:gd name="T13" fmla="*/ 803 h 62"/>
                <a:gd name="T14" fmla="*/ 978 w 111"/>
                <a:gd name="T15" fmla="*/ 803 h 62"/>
                <a:gd name="T16" fmla="*/ 1183 w 111"/>
                <a:gd name="T17" fmla="*/ 940 h 62"/>
                <a:gd name="T18" fmla="*/ 1724 w 111"/>
                <a:gd name="T19" fmla="*/ 1154 h 62"/>
                <a:gd name="T20" fmla="*/ 1432 w 111"/>
                <a:gd name="T21" fmla="*/ 21 h 62"/>
                <a:gd name="T22" fmla="*/ 1058 w 111"/>
                <a:gd name="T23" fmla="*/ 78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1" h="62">
                  <a:moveTo>
                    <a:pt x="58" y="9"/>
                  </a:moveTo>
                  <a:cubicBezTo>
                    <a:pt x="55" y="8"/>
                    <a:pt x="53" y="10"/>
                    <a:pt x="50" y="11"/>
                  </a:cubicBezTo>
                  <a:cubicBezTo>
                    <a:pt x="45" y="12"/>
                    <a:pt x="40" y="13"/>
                    <a:pt x="35" y="12"/>
                  </a:cubicBezTo>
                  <a:cubicBezTo>
                    <a:pt x="22" y="11"/>
                    <a:pt x="12" y="7"/>
                    <a:pt x="0" y="4"/>
                  </a:cubicBezTo>
                  <a:cubicBezTo>
                    <a:pt x="3" y="8"/>
                    <a:pt x="6" y="15"/>
                    <a:pt x="4" y="20"/>
                  </a:cubicBezTo>
                  <a:cubicBezTo>
                    <a:pt x="14" y="19"/>
                    <a:pt x="28" y="22"/>
                    <a:pt x="34" y="29"/>
                  </a:cubicBezTo>
                  <a:cubicBezTo>
                    <a:pt x="39" y="34"/>
                    <a:pt x="45" y="41"/>
                    <a:pt x="53" y="42"/>
                  </a:cubicBezTo>
                  <a:cubicBezTo>
                    <a:pt x="56" y="43"/>
                    <a:pt x="60" y="41"/>
                    <a:pt x="63" y="42"/>
                  </a:cubicBezTo>
                  <a:cubicBezTo>
                    <a:pt x="68" y="43"/>
                    <a:pt x="72" y="47"/>
                    <a:pt x="76" y="49"/>
                  </a:cubicBezTo>
                  <a:cubicBezTo>
                    <a:pt x="87" y="56"/>
                    <a:pt x="98" y="58"/>
                    <a:pt x="111" y="60"/>
                  </a:cubicBezTo>
                  <a:cubicBezTo>
                    <a:pt x="79" y="62"/>
                    <a:pt x="78" y="19"/>
                    <a:pt x="92" y="1"/>
                  </a:cubicBezTo>
                  <a:cubicBezTo>
                    <a:pt x="85" y="0"/>
                    <a:pt x="75" y="2"/>
                    <a:pt x="68" y="4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03" name="Freeform 554">
              <a:extLst>
                <a:ext uri="{FF2B5EF4-FFF2-40B4-BE49-F238E27FC236}">
                  <a16:creationId xmlns:a16="http://schemas.microsoft.com/office/drawing/2014/main" id="{95F23237-4999-4E1D-80E2-CB4FABCB2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088"/>
              <a:ext cx="485" cy="141"/>
            </a:xfrm>
            <a:custGeom>
              <a:avLst/>
              <a:gdLst>
                <a:gd name="T0" fmla="*/ 0 w 194"/>
                <a:gd name="T1" fmla="*/ 0 h 53"/>
                <a:gd name="T2" fmla="*/ 395 w 194"/>
                <a:gd name="T3" fmla="*/ 93 h 53"/>
                <a:gd name="T4" fmla="*/ 833 w 194"/>
                <a:gd name="T5" fmla="*/ 282 h 53"/>
                <a:gd name="T6" fmla="*/ 1595 w 194"/>
                <a:gd name="T7" fmla="*/ 567 h 53"/>
                <a:gd name="T8" fmla="*/ 2270 w 194"/>
                <a:gd name="T9" fmla="*/ 678 h 53"/>
                <a:gd name="T10" fmla="*/ 2625 w 194"/>
                <a:gd name="T11" fmla="*/ 716 h 53"/>
                <a:gd name="T12" fmla="*/ 2925 w 194"/>
                <a:gd name="T13" fmla="*/ 636 h 53"/>
                <a:gd name="T14" fmla="*/ 3033 w 194"/>
                <a:gd name="T15" fmla="*/ 998 h 53"/>
                <a:gd name="T16" fmla="*/ 2145 w 194"/>
                <a:gd name="T17" fmla="*/ 827 h 53"/>
                <a:gd name="T18" fmla="*/ 1583 w 194"/>
                <a:gd name="T19" fmla="*/ 806 h 53"/>
                <a:gd name="T20" fmla="*/ 1363 w 194"/>
                <a:gd name="T21" fmla="*/ 827 h 53"/>
                <a:gd name="T22" fmla="*/ 1188 w 194"/>
                <a:gd name="T23" fmla="*/ 865 h 53"/>
                <a:gd name="T24" fmla="*/ 1033 w 194"/>
                <a:gd name="T25" fmla="*/ 601 h 53"/>
                <a:gd name="T26" fmla="*/ 833 w 194"/>
                <a:gd name="T27" fmla="*/ 524 h 53"/>
                <a:gd name="T28" fmla="*/ 675 w 194"/>
                <a:gd name="T29" fmla="*/ 418 h 53"/>
                <a:gd name="T30" fmla="*/ 283 w 194"/>
                <a:gd name="T31" fmla="*/ 319 h 53"/>
                <a:gd name="T32" fmla="*/ 20 w 194"/>
                <a:gd name="T33" fmla="*/ 247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4" h="53">
                  <a:moveTo>
                    <a:pt x="0" y="0"/>
                  </a:moveTo>
                  <a:cubicBezTo>
                    <a:pt x="3" y="5"/>
                    <a:pt x="20" y="4"/>
                    <a:pt x="25" y="5"/>
                  </a:cubicBezTo>
                  <a:cubicBezTo>
                    <a:pt x="35" y="6"/>
                    <a:pt x="44" y="9"/>
                    <a:pt x="53" y="15"/>
                  </a:cubicBezTo>
                  <a:cubicBezTo>
                    <a:pt x="69" y="26"/>
                    <a:pt x="83" y="30"/>
                    <a:pt x="102" y="30"/>
                  </a:cubicBezTo>
                  <a:cubicBezTo>
                    <a:pt x="96" y="40"/>
                    <a:pt x="141" y="37"/>
                    <a:pt x="145" y="36"/>
                  </a:cubicBezTo>
                  <a:cubicBezTo>
                    <a:pt x="154" y="35"/>
                    <a:pt x="160" y="38"/>
                    <a:pt x="168" y="38"/>
                  </a:cubicBezTo>
                  <a:cubicBezTo>
                    <a:pt x="173" y="39"/>
                    <a:pt x="185" y="40"/>
                    <a:pt x="187" y="34"/>
                  </a:cubicBezTo>
                  <a:cubicBezTo>
                    <a:pt x="189" y="40"/>
                    <a:pt x="192" y="47"/>
                    <a:pt x="194" y="53"/>
                  </a:cubicBezTo>
                  <a:cubicBezTo>
                    <a:pt x="176" y="38"/>
                    <a:pt x="159" y="44"/>
                    <a:pt x="137" y="44"/>
                  </a:cubicBezTo>
                  <a:cubicBezTo>
                    <a:pt x="125" y="44"/>
                    <a:pt x="113" y="45"/>
                    <a:pt x="101" y="43"/>
                  </a:cubicBezTo>
                  <a:cubicBezTo>
                    <a:pt x="96" y="42"/>
                    <a:pt x="92" y="42"/>
                    <a:pt x="87" y="44"/>
                  </a:cubicBezTo>
                  <a:cubicBezTo>
                    <a:pt x="84" y="44"/>
                    <a:pt x="79" y="47"/>
                    <a:pt x="76" y="46"/>
                  </a:cubicBezTo>
                  <a:cubicBezTo>
                    <a:pt x="71" y="45"/>
                    <a:pt x="71" y="35"/>
                    <a:pt x="66" y="32"/>
                  </a:cubicBezTo>
                  <a:cubicBezTo>
                    <a:pt x="62" y="29"/>
                    <a:pt x="57" y="29"/>
                    <a:pt x="53" y="28"/>
                  </a:cubicBezTo>
                  <a:cubicBezTo>
                    <a:pt x="49" y="26"/>
                    <a:pt x="47" y="24"/>
                    <a:pt x="43" y="22"/>
                  </a:cubicBezTo>
                  <a:cubicBezTo>
                    <a:pt x="34" y="16"/>
                    <a:pt x="27" y="19"/>
                    <a:pt x="18" y="17"/>
                  </a:cubicBezTo>
                  <a:cubicBezTo>
                    <a:pt x="14" y="16"/>
                    <a:pt x="2" y="15"/>
                    <a:pt x="1" y="13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04" name="Freeform 555">
              <a:extLst>
                <a:ext uri="{FF2B5EF4-FFF2-40B4-BE49-F238E27FC236}">
                  <a16:creationId xmlns:a16="http://schemas.microsoft.com/office/drawing/2014/main" id="{D1FEFD4B-56DF-468B-A552-B57F19964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989"/>
              <a:ext cx="213" cy="398"/>
            </a:xfrm>
            <a:custGeom>
              <a:avLst/>
              <a:gdLst>
                <a:gd name="T0" fmla="*/ 271 w 85"/>
                <a:gd name="T1" fmla="*/ 56 h 149"/>
                <a:gd name="T2" fmla="*/ 238 w 85"/>
                <a:gd name="T3" fmla="*/ 150 h 149"/>
                <a:gd name="T4" fmla="*/ 33 w 85"/>
                <a:gd name="T5" fmla="*/ 379 h 149"/>
                <a:gd name="T6" fmla="*/ 145 w 85"/>
                <a:gd name="T7" fmla="*/ 534 h 149"/>
                <a:gd name="T8" fmla="*/ 616 w 85"/>
                <a:gd name="T9" fmla="*/ 1141 h 149"/>
                <a:gd name="T10" fmla="*/ 754 w 85"/>
                <a:gd name="T11" fmla="*/ 1563 h 149"/>
                <a:gd name="T12" fmla="*/ 910 w 85"/>
                <a:gd name="T13" fmla="*/ 2019 h 149"/>
                <a:gd name="T14" fmla="*/ 1005 w 85"/>
                <a:gd name="T15" fmla="*/ 2463 h 149"/>
                <a:gd name="T16" fmla="*/ 930 w 85"/>
                <a:gd name="T17" fmla="*/ 2839 h 149"/>
                <a:gd name="T18" fmla="*/ 1338 w 85"/>
                <a:gd name="T19" fmla="*/ 2634 h 149"/>
                <a:gd name="T20" fmla="*/ 1163 w 85"/>
                <a:gd name="T21" fmla="*/ 2361 h 149"/>
                <a:gd name="T22" fmla="*/ 1035 w 85"/>
                <a:gd name="T23" fmla="*/ 2113 h 149"/>
                <a:gd name="T24" fmla="*/ 867 w 85"/>
                <a:gd name="T25" fmla="*/ 1734 h 149"/>
                <a:gd name="T26" fmla="*/ 754 w 85"/>
                <a:gd name="T27" fmla="*/ 1370 h 149"/>
                <a:gd name="T28" fmla="*/ 408 w 85"/>
                <a:gd name="T29" fmla="*/ 743 h 149"/>
                <a:gd name="T30" fmla="*/ 313 w 85"/>
                <a:gd name="T31" fmla="*/ 0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5" h="149">
                  <a:moveTo>
                    <a:pt x="17" y="3"/>
                  </a:moveTo>
                  <a:cubicBezTo>
                    <a:pt x="17" y="5"/>
                    <a:pt x="16" y="7"/>
                    <a:pt x="15" y="8"/>
                  </a:cubicBezTo>
                  <a:cubicBezTo>
                    <a:pt x="12" y="13"/>
                    <a:pt x="4" y="15"/>
                    <a:pt x="2" y="20"/>
                  </a:cubicBezTo>
                  <a:cubicBezTo>
                    <a:pt x="0" y="24"/>
                    <a:pt x="6" y="25"/>
                    <a:pt x="9" y="28"/>
                  </a:cubicBezTo>
                  <a:cubicBezTo>
                    <a:pt x="22" y="35"/>
                    <a:pt x="32" y="48"/>
                    <a:pt x="39" y="60"/>
                  </a:cubicBezTo>
                  <a:cubicBezTo>
                    <a:pt x="43" y="67"/>
                    <a:pt x="45" y="75"/>
                    <a:pt x="48" y="82"/>
                  </a:cubicBezTo>
                  <a:cubicBezTo>
                    <a:pt x="51" y="90"/>
                    <a:pt x="55" y="98"/>
                    <a:pt x="58" y="106"/>
                  </a:cubicBezTo>
                  <a:cubicBezTo>
                    <a:pt x="61" y="113"/>
                    <a:pt x="64" y="121"/>
                    <a:pt x="64" y="129"/>
                  </a:cubicBezTo>
                  <a:cubicBezTo>
                    <a:pt x="64" y="136"/>
                    <a:pt x="60" y="142"/>
                    <a:pt x="59" y="149"/>
                  </a:cubicBezTo>
                  <a:cubicBezTo>
                    <a:pt x="64" y="141"/>
                    <a:pt x="77" y="142"/>
                    <a:pt x="85" y="138"/>
                  </a:cubicBezTo>
                  <a:cubicBezTo>
                    <a:pt x="80" y="135"/>
                    <a:pt x="78" y="129"/>
                    <a:pt x="74" y="124"/>
                  </a:cubicBezTo>
                  <a:cubicBezTo>
                    <a:pt x="70" y="120"/>
                    <a:pt x="69" y="116"/>
                    <a:pt x="66" y="111"/>
                  </a:cubicBezTo>
                  <a:cubicBezTo>
                    <a:pt x="62" y="104"/>
                    <a:pt x="58" y="98"/>
                    <a:pt x="55" y="91"/>
                  </a:cubicBezTo>
                  <a:cubicBezTo>
                    <a:pt x="52" y="85"/>
                    <a:pt x="51" y="78"/>
                    <a:pt x="48" y="72"/>
                  </a:cubicBezTo>
                  <a:cubicBezTo>
                    <a:pt x="42" y="61"/>
                    <a:pt x="32" y="51"/>
                    <a:pt x="26" y="39"/>
                  </a:cubicBezTo>
                  <a:cubicBezTo>
                    <a:pt x="19" y="25"/>
                    <a:pt x="19" y="15"/>
                    <a:pt x="20" y="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05" name="Freeform 556">
              <a:extLst>
                <a:ext uri="{FF2B5EF4-FFF2-40B4-BE49-F238E27FC236}">
                  <a16:creationId xmlns:a16="http://schemas.microsoft.com/office/drawing/2014/main" id="{70FBBA49-7E71-428D-8DCC-30C0024A5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504"/>
              <a:ext cx="237" cy="117"/>
            </a:xfrm>
            <a:custGeom>
              <a:avLst/>
              <a:gdLst>
                <a:gd name="T0" fmla="*/ 262 w 95"/>
                <a:gd name="T1" fmla="*/ 247 h 44"/>
                <a:gd name="T2" fmla="*/ 249 w 95"/>
                <a:gd name="T3" fmla="*/ 508 h 44"/>
                <a:gd name="T4" fmla="*/ 511 w 95"/>
                <a:gd name="T5" fmla="*/ 580 h 44"/>
                <a:gd name="T6" fmla="*/ 716 w 95"/>
                <a:gd name="T7" fmla="*/ 601 h 44"/>
                <a:gd name="T8" fmla="*/ 1474 w 95"/>
                <a:gd name="T9" fmla="*/ 806 h 44"/>
                <a:gd name="T10" fmla="*/ 791 w 95"/>
                <a:gd name="T11" fmla="*/ 452 h 44"/>
                <a:gd name="T12" fmla="*/ 404 w 95"/>
                <a:gd name="T13" fmla="*/ 247 h 44"/>
                <a:gd name="T14" fmla="*/ 0 w 95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44">
                  <a:moveTo>
                    <a:pt x="17" y="13"/>
                  </a:moveTo>
                  <a:cubicBezTo>
                    <a:pt x="22" y="17"/>
                    <a:pt x="20" y="23"/>
                    <a:pt x="16" y="27"/>
                  </a:cubicBezTo>
                  <a:cubicBezTo>
                    <a:pt x="21" y="26"/>
                    <a:pt x="28" y="30"/>
                    <a:pt x="33" y="31"/>
                  </a:cubicBezTo>
                  <a:cubicBezTo>
                    <a:pt x="38" y="32"/>
                    <a:pt x="42" y="32"/>
                    <a:pt x="46" y="32"/>
                  </a:cubicBezTo>
                  <a:cubicBezTo>
                    <a:pt x="63" y="36"/>
                    <a:pt x="78" y="44"/>
                    <a:pt x="95" y="43"/>
                  </a:cubicBezTo>
                  <a:cubicBezTo>
                    <a:pt x="78" y="44"/>
                    <a:pt x="66" y="30"/>
                    <a:pt x="51" y="24"/>
                  </a:cubicBezTo>
                  <a:cubicBezTo>
                    <a:pt x="43" y="20"/>
                    <a:pt x="34" y="18"/>
                    <a:pt x="26" y="13"/>
                  </a:cubicBezTo>
                  <a:cubicBezTo>
                    <a:pt x="18" y="9"/>
                    <a:pt x="7" y="6"/>
                    <a:pt x="0" y="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06" name="Freeform 557">
              <a:extLst>
                <a:ext uri="{FF2B5EF4-FFF2-40B4-BE49-F238E27FC236}">
                  <a16:creationId xmlns:a16="http://schemas.microsoft.com/office/drawing/2014/main" id="{7DB28E1A-640B-4BE5-A78B-B689D3387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2595"/>
              <a:ext cx="272" cy="96"/>
            </a:xfrm>
            <a:custGeom>
              <a:avLst/>
              <a:gdLst>
                <a:gd name="T0" fmla="*/ 292 w 109"/>
                <a:gd name="T1" fmla="*/ 397 h 36"/>
                <a:gd name="T2" fmla="*/ 1215 w 109"/>
                <a:gd name="T3" fmla="*/ 77 h 36"/>
                <a:gd name="T4" fmla="*/ 1694 w 109"/>
                <a:gd name="T5" fmla="*/ 477 h 36"/>
                <a:gd name="T6" fmla="*/ 1400 w 109"/>
                <a:gd name="T7" fmla="*/ 264 h 36"/>
                <a:gd name="T8" fmla="*/ 1008 w 109"/>
                <a:gd name="T9" fmla="*/ 205 h 36"/>
                <a:gd name="T10" fmla="*/ 591 w 109"/>
                <a:gd name="T11" fmla="*/ 605 h 36"/>
                <a:gd name="T12" fmla="*/ 0 w 109"/>
                <a:gd name="T13" fmla="*/ 605 h 36"/>
                <a:gd name="T14" fmla="*/ 187 w 109"/>
                <a:gd name="T15" fmla="*/ 477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36">
                  <a:moveTo>
                    <a:pt x="19" y="21"/>
                  </a:moveTo>
                  <a:cubicBezTo>
                    <a:pt x="38" y="15"/>
                    <a:pt x="57" y="0"/>
                    <a:pt x="78" y="4"/>
                  </a:cubicBezTo>
                  <a:cubicBezTo>
                    <a:pt x="90" y="6"/>
                    <a:pt x="104" y="15"/>
                    <a:pt x="109" y="25"/>
                  </a:cubicBezTo>
                  <a:cubicBezTo>
                    <a:pt x="107" y="20"/>
                    <a:pt x="95" y="16"/>
                    <a:pt x="90" y="14"/>
                  </a:cubicBezTo>
                  <a:cubicBezTo>
                    <a:pt x="82" y="11"/>
                    <a:pt x="73" y="11"/>
                    <a:pt x="65" y="11"/>
                  </a:cubicBezTo>
                  <a:cubicBezTo>
                    <a:pt x="55" y="12"/>
                    <a:pt x="30" y="18"/>
                    <a:pt x="38" y="32"/>
                  </a:cubicBezTo>
                  <a:cubicBezTo>
                    <a:pt x="25" y="23"/>
                    <a:pt x="13" y="36"/>
                    <a:pt x="0" y="32"/>
                  </a:cubicBezTo>
                  <a:cubicBezTo>
                    <a:pt x="2" y="29"/>
                    <a:pt x="9" y="27"/>
                    <a:pt x="12" y="25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07" name="Freeform 558">
              <a:extLst>
                <a:ext uri="{FF2B5EF4-FFF2-40B4-BE49-F238E27FC236}">
                  <a16:creationId xmlns:a16="http://schemas.microsoft.com/office/drawing/2014/main" id="{466158C7-D7B6-46A0-A01C-83E5DE5CF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701"/>
              <a:ext cx="270" cy="91"/>
            </a:xfrm>
            <a:custGeom>
              <a:avLst/>
              <a:gdLst>
                <a:gd name="T0" fmla="*/ 0 w 108"/>
                <a:gd name="T1" fmla="*/ 500 h 34"/>
                <a:gd name="T2" fmla="*/ 300 w 108"/>
                <a:gd name="T3" fmla="*/ 517 h 34"/>
                <a:gd name="T4" fmla="*/ 738 w 108"/>
                <a:gd name="T5" fmla="*/ 479 h 34"/>
                <a:gd name="T6" fmla="*/ 1688 w 108"/>
                <a:gd name="T7" fmla="*/ 616 h 34"/>
                <a:gd name="T8" fmla="*/ 970 w 108"/>
                <a:gd name="T9" fmla="*/ 458 h 34"/>
                <a:gd name="T10" fmla="*/ 738 w 108"/>
                <a:gd name="T11" fmla="*/ 209 h 34"/>
                <a:gd name="T12" fmla="*/ 625 w 108"/>
                <a:gd name="T13" fmla="*/ 0 h 34"/>
                <a:gd name="T14" fmla="*/ 488 w 108"/>
                <a:gd name="T15" fmla="*/ 308 h 34"/>
                <a:gd name="T16" fmla="*/ 63 w 108"/>
                <a:gd name="T17" fmla="*/ 479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34">
                  <a:moveTo>
                    <a:pt x="0" y="26"/>
                  </a:moveTo>
                  <a:cubicBezTo>
                    <a:pt x="6" y="26"/>
                    <a:pt x="13" y="26"/>
                    <a:pt x="19" y="27"/>
                  </a:cubicBezTo>
                  <a:cubicBezTo>
                    <a:pt x="29" y="27"/>
                    <a:pt x="38" y="25"/>
                    <a:pt x="47" y="25"/>
                  </a:cubicBezTo>
                  <a:cubicBezTo>
                    <a:pt x="68" y="26"/>
                    <a:pt x="87" y="34"/>
                    <a:pt x="108" y="32"/>
                  </a:cubicBezTo>
                  <a:cubicBezTo>
                    <a:pt x="93" y="32"/>
                    <a:pt x="76" y="30"/>
                    <a:pt x="62" y="24"/>
                  </a:cubicBezTo>
                  <a:cubicBezTo>
                    <a:pt x="56" y="21"/>
                    <a:pt x="51" y="17"/>
                    <a:pt x="47" y="11"/>
                  </a:cubicBezTo>
                  <a:cubicBezTo>
                    <a:pt x="45" y="7"/>
                    <a:pt x="44" y="2"/>
                    <a:pt x="40" y="0"/>
                  </a:cubicBezTo>
                  <a:cubicBezTo>
                    <a:pt x="35" y="5"/>
                    <a:pt x="34" y="11"/>
                    <a:pt x="31" y="16"/>
                  </a:cubicBezTo>
                  <a:cubicBezTo>
                    <a:pt x="25" y="25"/>
                    <a:pt x="14" y="25"/>
                    <a:pt x="4" y="25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08" name="Freeform 559">
              <a:extLst>
                <a:ext uri="{FF2B5EF4-FFF2-40B4-BE49-F238E27FC236}">
                  <a16:creationId xmlns:a16="http://schemas.microsoft.com/office/drawing/2014/main" id="{04DD7EC3-B0F7-4A90-85BF-10263ED26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707"/>
              <a:ext cx="390" cy="176"/>
            </a:xfrm>
            <a:custGeom>
              <a:avLst/>
              <a:gdLst>
                <a:gd name="T0" fmla="*/ 0 w 156"/>
                <a:gd name="T1" fmla="*/ 1160 h 66"/>
                <a:gd name="T2" fmla="*/ 283 w 156"/>
                <a:gd name="T3" fmla="*/ 1216 h 66"/>
                <a:gd name="T4" fmla="*/ 833 w 156"/>
                <a:gd name="T5" fmla="*/ 1195 h 66"/>
                <a:gd name="T6" fmla="*/ 1333 w 156"/>
                <a:gd name="T7" fmla="*/ 1117 h 66"/>
                <a:gd name="T8" fmla="*/ 1708 w 156"/>
                <a:gd name="T9" fmla="*/ 968 h 66"/>
                <a:gd name="T10" fmla="*/ 2188 w 156"/>
                <a:gd name="T11" fmla="*/ 568 h 66"/>
                <a:gd name="T12" fmla="*/ 2333 w 156"/>
                <a:gd name="T13" fmla="*/ 285 h 66"/>
                <a:gd name="T14" fmla="*/ 2438 w 156"/>
                <a:gd name="T15" fmla="*/ 0 h 66"/>
                <a:gd name="T16" fmla="*/ 2250 w 156"/>
                <a:gd name="T17" fmla="*/ 285 h 66"/>
                <a:gd name="T18" fmla="*/ 1958 w 156"/>
                <a:gd name="T19" fmla="*/ 547 h 66"/>
                <a:gd name="T20" fmla="*/ 1675 w 156"/>
                <a:gd name="T21" fmla="*/ 627 h 66"/>
                <a:gd name="T22" fmla="*/ 1488 w 156"/>
                <a:gd name="T23" fmla="*/ 853 h 66"/>
                <a:gd name="T24" fmla="*/ 875 w 156"/>
                <a:gd name="T25" fmla="*/ 989 h 66"/>
                <a:gd name="T26" fmla="*/ 708 w 156"/>
                <a:gd name="T27" fmla="*/ 797 h 66"/>
                <a:gd name="T28" fmla="*/ 458 w 156"/>
                <a:gd name="T29" fmla="*/ 605 h 66"/>
                <a:gd name="T30" fmla="*/ 645 w 156"/>
                <a:gd name="T31" fmla="*/ 1101 h 66"/>
                <a:gd name="T32" fmla="*/ 395 w 156"/>
                <a:gd name="T33" fmla="*/ 1139 h 66"/>
                <a:gd name="T34" fmla="*/ 0 w 156"/>
                <a:gd name="T35" fmla="*/ 1117 h 6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6" h="66">
                  <a:moveTo>
                    <a:pt x="0" y="61"/>
                  </a:moveTo>
                  <a:cubicBezTo>
                    <a:pt x="6" y="60"/>
                    <a:pt x="13" y="63"/>
                    <a:pt x="18" y="64"/>
                  </a:cubicBezTo>
                  <a:cubicBezTo>
                    <a:pt x="30" y="66"/>
                    <a:pt x="41" y="64"/>
                    <a:pt x="53" y="63"/>
                  </a:cubicBezTo>
                  <a:cubicBezTo>
                    <a:pt x="64" y="63"/>
                    <a:pt x="74" y="61"/>
                    <a:pt x="85" y="59"/>
                  </a:cubicBezTo>
                  <a:cubicBezTo>
                    <a:pt x="93" y="57"/>
                    <a:pt x="101" y="54"/>
                    <a:pt x="109" y="51"/>
                  </a:cubicBezTo>
                  <a:cubicBezTo>
                    <a:pt x="121" y="47"/>
                    <a:pt x="132" y="40"/>
                    <a:pt x="140" y="30"/>
                  </a:cubicBezTo>
                  <a:cubicBezTo>
                    <a:pt x="144" y="26"/>
                    <a:pt x="146" y="20"/>
                    <a:pt x="149" y="15"/>
                  </a:cubicBezTo>
                  <a:cubicBezTo>
                    <a:pt x="151" y="10"/>
                    <a:pt x="156" y="5"/>
                    <a:pt x="156" y="0"/>
                  </a:cubicBezTo>
                  <a:cubicBezTo>
                    <a:pt x="151" y="3"/>
                    <a:pt x="148" y="10"/>
                    <a:pt x="144" y="15"/>
                  </a:cubicBezTo>
                  <a:cubicBezTo>
                    <a:pt x="139" y="22"/>
                    <a:pt x="134" y="27"/>
                    <a:pt x="125" y="29"/>
                  </a:cubicBezTo>
                  <a:cubicBezTo>
                    <a:pt x="119" y="31"/>
                    <a:pt x="112" y="31"/>
                    <a:pt x="107" y="33"/>
                  </a:cubicBezTo>
                  <a:cubicBezTo>
                    <a:pt x="102" y="36"/>
                    <a:pt x="100" y="41"/>
                    <a:pt x="95" y="45"/>
                  </a:cubicBezTo>
                  <a:cubicBezTo>
                    <a:pt x="85" y="52"/>
                    <a:pt x="68" y="57"/>
                    <a:pt x="56" y="52"/>
                  </a:cubicBezTo>
                  <a:cubicBezTo>
                    <a:pt x="50" y="50"/>
                    <a:pt x="49" y="47"/>
                    <a:pt x="45" y="42"/>
                  </a:cubicBezTo>
                  <a:cubicBezTo>
                    <a:pt x="41" y="38"/>
                    <a:pt x="35" y="34"/>
                    <a:pt x="29" y="32"/>
                  </a:cubicBezTo>
                  <a:cubicBezTo>
                    <a:pt x="35" y="36"/>
                    <a:pt x="45" y="51"/>
                    <a:pt x="41" y="58"/>
                  </a:cubicBezTo>
                  <a:cubicBezTo>
                    <a:pt x="38" y="62"/>
                    <a:pt x="29" y="60"/>
                    <a:pt x="25" y="60"/>
                  </a:cubicBezTo>
                  <a:cubicBezTo>
                    <a:pt x="18" y="60"/>
                    <a:pt x="7" y="62"/>
                    <a:pt x="0" y="59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09" name="Freeform 560">
              <a:extLst>
                <a:ext uri="{FF2B5EF4-FFF2-40B4-BE49-F238E27FC236}">
                  <a16:creationId xmlns:a16="http://schemas.microsoft.com/office/drawing/2014/main" id="{C882F341-EF0A-4B3B-9AF2-767E52415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909"/>
              <a:ext cx="722" cy="448"/>
            </a:xfrm>
            <a:custGeom>
              <a:avLst/>
              <a:gdLst>
                <a:gd name="T0" fmla="*/ 1354 w 289"/>
                <a:gd name="T1" fmla="*/ 2027 h 168"/>
                <a:gd name="T2" fmla="*/ 2278 w 289"/>
                <a:gd name="T3" fmla="*/ 1912 h 168"/>
                <a:gd name="T4" fmla="*/ 3028 w 289"/>
                <a:gd name="T5" fmla="*/ 2219 h 168"/>
                <a:gd name="T6" fmla="*/ 3807 w 289"/>
                <a:gd name="T7" fmla="*/ 2709 h 168"/>
                <a:gd name="T8" fmla="*/ 4162 w 289"/>
                <a:gd name="T9" fmla="*/ 2936 h 168"/>
                <a:gd name="T10" fmla="*/ 4507 w 289"/>
                <a:gd name="T11" fmla="*/ 3187 h 168"/>
                <a:gd name="T12" fmla="*/ 4307 w 289"/>
                <a:gd name="T13" fmla="*/ 2696 h 168"/>
                <a:gd name="T14" fmla="*/ 4320 w 289"/>
                <a:gd name="T15" fmla="*/ 2445 h 168"/>
                <a:gd name="T16" fmla="*/ 4349 w 289"/>
                <a:gd name="T17" fmla="*/ 2312 h 168"/>
                <a:gd name="T18" fmla="*/ 4195 w 289"/>
                <a:gd name="T19" fmla="*/ 2355 h 168"/>
                <a:gd name="T20" fmla="*/ 3912 w 289"/>
                <a:gd name="T21" fmla="*/ 2411 h 168"/>
                <a:gd name="T22" fmla="*/ 3415 w 289"/>
                <a:gd name="T23" fmla="*/ 2368 h 168"/>
                <a:gd name="T24" fmla="*/ 3165 w 289"/>
                <a:gd name="T25" fmla="*/ 1877 h 168"/>
                <a:gd name="T26" fmla="*/ 3120 w 289"/>
                <a:gd name="T27" fmla="*/ 1288 h 168"/>
                <a:gd name="T28" fmla="*/ 2778 w 289"/>
                <a:gd name="T29" fmla="*/ 1912 h 168"/>
                <a:gd name="T30" fmla="*/ 2166 w 289"/>
                <a:gd name="T31" fmla="*/ 1672 h 168"/>
                <a:gd name="T32" fmla="*/ 2041 w 289"/>
                <a:gd name="T33" fmla="*/ 1344 h 168"/>
                <a:gd name="T34" fmla="*/ 1946 w 289"/>
                <a:gd name="T35" fmla="*/ 931 h 168"/>
                <a:gd name="T36" fmla="*/ 1809 w 289"/>
                <a:gd name="T37" fmla="*/ 0 h 168"/>
                <a:gd name="T38" fmla="*/ 1791 w 289"/>
                <a:gd name="T39" fmla="*/ 491 h 168"/>
                <a:gd name="T40" fmla="*/ 1686 w 289"/>
                <a:gd name="T41" fmla="*/ 989 h 168"/>
                <a:gd name="T42" fmla="*/ 1074 w 289"/>
                <a:gd name="T43" fmla="*/ 1024 h 168"/>
                <a:gd name="T44" fmla="*/ 729 w 289"/>
                <a:gd name="T45" fmla="*/ 819 h 168"/>
                <a:gd name="T46" fmla="*/ 592 w 289"/>
                <a:gd name="T47" fmla="*/ 661 h 168"/>
                <a:gd name="T48" fmla="*/ 387 w 289"/>
                <a:gd name="T49" fmla="*/ 547 h 168"/>
                <a:gd name="T50" fmla="*/ 0 w 289"/>
                <a:gd name="T51" fmla="*/ 397 h 168"/>
                <a:gd name="T52" fmla="*/ 187 w 289"/>
                <a:gd name="T53" fmla="*/ 568 h 168"/>
                <a:gd name="T54" fmla="*/ 500 w 289"/>
                <a:gd name="T55" fmla="*/ 776 h 168"/>
                <a:gd name="T56" fmla="*/ 887 w 289"/>
                <a:gd name="T57" fmla="*/ 1139 h 168"/>
                <a:gd name="T58" fmla="*/ 1511 w 289"/>
                <a:gd name="T59" fmla="*/ 1592 h 16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89" h="168">
                  <a:moveTo>
                    <a:pt x="87" y="107"/>
                  </a:moveTo>
                  <a:cubicBezTo>
                    <a:pt x="108" y="96"/>
                    <a:pt x="124" y="95"/>
                    <a:pt x="146" y="101"/>
                  </a:cubicBezTo>
                  <a:cubicBezTo>
                    <a:pt x="162" y="106"/>
                    <a:pt x="180" y="109"/>
                    <a:pt x="194" y="117"/>
                  </a:cubicBezTo>
                  <a:cubicBezTo>
                    <a:pt x="211" y="126"/>
                    <a:pt x="228" y="134"/>
                    <a:pt x="244" y="143"/>
                  </a:cubicBezTo>
                  <a:cubicBezTo>
                    <a:pt x="252" y="147"/>
                    <a:pt x="260" y="150"/>
                    <a:pt x="267" y="155"/>
                  </a:cubicBezTo>
                  <a:cubicBezTo>
                    <a:pt x="274" y="159"/>
                    <a:pt x="281" y="166"/>
                    <a:pt x="289" y="168"/>
                  </a:cubicBezTo>
                  <a:cubicBezTo>
                    <a:pt x="279" y="164"/>
                    <a:pt x="275" y="151"/>
                    <a:pt x="276" y="142"/>
                  </a:cubicBezTo>
                  <a:cubicBezTo>
                    <a:pt x="277" y="138"/>
                    <a:pt x="276" y="133"/>
                    <a:pt x="277" y="129"/>
                  </a:cubicBezTo>
                  <a:cubicBezTo>
                    <a:pt x="278" y="126"/>
                    <a:pt x="280" y="124"/>
                    <a:pt x="279" y="122"/>
                  </a:cubicBezTo>
                  <a:cubicBezTo>
                    <a:pt x="276" y="124"/>
                    <a:pt x="273" y="124"/>
                    <a:pt x="269" y="124"/>
                  </a:cubicBezTo>
                  <a:cubicBezTo>
                    <a:pt x="263" y="124"/>
                    <a:pt x="257" y="126"/>
                    <a:pt x="251" y="127"/>
                  </a:cubicBezTo>
                  <a:cubicBezTo>
                    <a:pt x="241" y="129"/>
                    <a:pt x="228" y="131"/>
                    <a:pt x="219" y="125"/>
                  </a:cubicBezTo>
                  <a:cubicBezTo>
                    <a:pt x="210" y="119"/>
                    <a:pt x="206" y="108"/>
                    <a:pt x="203" y="99"/>
                  </a:cubicBezTo>
                  <a:cubicBezTo>
                    <a:pt x="200" y="89"/>
                    <a:pt x="203" y="77"/>
                    <a:pt x="200" y="68"/>
                  </a:cubicBezTo>
                  <a:cubicBezTo>
                    <a:pt x="197" y="78"/>
                    <a:pt x="190" y="97"/>
                    <a:pt x="178" y="101"/>
                  </a:cubicBezTo>
                  <a:cubicBezTo>
                    <a:pt x="168" y="104"/>
                    <a:pt x="147" y="96"/>
                    <a:pt x="139" y="88"/>
                  </a:cubicBezTo>
                  <a:cubicBezTo>
                    <a:pt x="134" y="84"/>
                    <a:pt x="133" y="77"/>
                    <a:pt x="131" y="71"/>
                  </a:cubicBezTo>
                  <a:cubicBezTo>
                    <a:pt x="129" y="64"/>
                    <a:pt x="126" y="57"/>
                    <a:pt x="125" y="49"/>
                  </a:cubicBezTo>
                  <a:cubicBezTo>
                    <a:pt x="122" y="33"/>
                    <a:pt x="119" y="16"/>
                    <a:pt x="116" y="0"/>
                  </a:cubicBezTo>
                  <a:cubicBezTo>
                    <a:pt x="116" y="9"/>
                    <a:pt x="116" y="17"/>
                    <a:pt x="115" y="26"/>
                  </a:cubicBezTo>
                  <a:cubicBezTo>
                    <a:pt x="114" y="34"/>
                    <a:pt x="114" y="45"/>
                    <a:pt x="108" y="52"/>
                  </a:cubicBezTo>
                  <a:cubicBezTo>
                    <a:pt x="99" y="65"/>
                    <a:pt x="81" y="60"/>
                    <a:pt x="69" y="54"/>
                  </a:cubicBezTo>
                  <a:cubicBezTo>
                    <a:pt x="62" y="50"/>
                    <a:pt x="53" y="48"/>
                    <a:pt x="47" y="43"/>
                  </a:cubicBezTo>
                  <a:cubicBezTo>
                    <a:pt x="44" y="40"/>
                    <a:pt x="42" y="37"/>
                    <a:pt x="38" y="35"/>
                  </a:cubicBezTo>
                  <a:cubicBezTo>
                    <a:pt x="34" y="32"/>
                    <a:pt x="29" y="31"/>
                    <a:pt x="25" y="29"/>
                  </a:cubicBezTo>
                  <a:cubicBezTo>
                    <a:pt x="22" y="27"/>
                    <a:pt x="0" y="11"/>
                    <a:pt x="0" y="21"/>
                  </a:cubicBezTo>
                  <a:cubicBezTo>
                    <a:pt x="0" y="26"/>
                    <a:pt x="9" y="28"/>
                    <a:pt x="12" y="30"/>
                  </a:cubicBezTo>
                  <a:cubicBezTo>
                    <a:pt x="19" y="33"/>
                    <a:pt x="25" y="37"/>
                    <a:pt x="32" y="41"/>
                  </a:cubicBezTo>
                  <a:cubicBezTo>
                    <a:pt x="41" y="46"/>
                    <a:pt x="49" y="53"/>
                    <a:pt x="57" y="60"/>
                  </a:cubicBezTo>
                  <a:cubicBezTo>
                    <a:pt x="69" y="69"/>
                    <a:pt x="84" y="77"/>
                    <a:pt x="97" y="84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10" name="Freeform 561">
              <a:extLst>
                <a:ext uri="{FF2B5EF4-FFF2-40B4-BE49-F238E27FC236}">
                  <a16:creationId xmlns:a16="http://schemas.microsoft.com/office/drawing/2014/main" id="{3C2D172D-B3F8-442A-BA65-6E288C78D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464"/>
              <a:ext cx="677" cy="533"/>
            </a:xfrm>
            <a:custGeom>
              <a:avLst/>
              <a:gdLst>
                <a:gd name="T0" fmla="*/ 887 w 271"/>
                <a:gd name="T1" fmla="*/ 909 h 200"/>
                <a:gd name="T2" fmla="*/ 500 w 271"/>
                <a:gd name="T3" fmla="*/ 1343 h 200"/>
                <a:gd name="T4" fmla="*/ 480 w 271"/>
                <a:gd name="T5" fmla="*/ 1514 h 200"/>
                <a:gd name="T6" fmla="*/ 437 w 271"/>
                <a:gd name="T7" fmla="*/ 1727 h 200"/>
                <a:gd name="T8" fmla="*/ 250 w 271"/>
                <a:gd name="T9" fmla="*/ 1932 h 200"/>
                <a:gd name="T10" fmla="*/ 512 w 271"/>
                <a:gd name="T11" fmla="*/ 2422 h 200"/>
                <a:gd name="T12" fmla="*/ 325 w 271"/>
                <a:gd name="T13" fmla="*/ 2798 h 200"/>
                <a:gd name="T14" fmla="*/ 0 w 271"/>
                <a:gd name="T15" fmla="*/ 2897 h 200"/>
                <a:gd name="T16" fmla="*/ 155 w 271"/>
                <a:gd name="T17" fmla="*/ 2934 h 200"/>
                <a:gd name="T18" fmla="*/ 280 w 271"/>
                <a:gd name="T19" fmla="*/ 3011 h 200"/>
                <a:gd name="T20" fmla="*/ 530 w 271"/>
                <a:gd name="T21" fmla="*/ 3011 h 200"/>
                <a:gd name="T22" fmla="*/ 887 w 271"/>
                <a:gd name="T23" fmla="*/ 2876 h 200"/>
                <a:gd name="T24" fmla="*/ 1104 w 271"/>
                <a:gd name="T25" fmla="*/ 3046 h 200"/>
                <a:gd name="T26" fmla="*/ 1449 w 271"/>
                <a:gd name="T27" fmla="*/ 3105 h 200"/>
                <a:gd name="T28" fmla="*/ 1654 w 271"/>
                <a:gd name="T29" fmla="*/ 3046 h 200"/>
                <a:gd name="T30" fmla="*/ 1916 w 271"/>
                <a:gd name="T31" fmla="*/ 3161 h 200"/>
                <a:gd name="T32" fmla="*/ 2478 w 271"/>
                <a:gd name="T33" fmla="*/ 3523 h 200"/>
                <a:gd name="T34" fmla="*/ 2870 w 271"/>
                <a:gd name="T35" fmla="*/ 3536 h 200"/>
                <a:gd name="T36" fmla="*/ 3028 w 271"/>
                <a:gd name="T37" fmla="*/ 3523 h 200"/>
                <a:gd name="T38" fmla="*/ 3557 w 271"/>
                <a:gd name="T39" fmla="*/ 3763 h 200"/>
                <a:gd name="T40" fmla="*/ 3932 w 271"/>
                <a:gd name="T41" fmla="*/ 3728 h 200"/>
                <a:gd name="T42" fmla="*/ 4224 w 271"/>
                <a:gd name="T43" fmla="*/ 3763 h 200"/>
                <a:gd name="T44" fmla="*/ 3945 w 271"/>
                <a:gd name="T45" fmla="*/ 3105 h 200"/>
                <a:gd name="T46" fmla="*/ 3850 w 271"/>
                <a:gd name="T47" fmla="*/ 2500 h 200"/>
                <a:gd name="T48" fmla="*/ 3570 w 271"/>
                <a:gd name="T49" fmla="*/ 3366 h 200"/>
                <a:gd name="T50" fmla="*/ 3278 w 271"/>
                <a:gd name="T51" fmla="*/ 3409 h 200"/>
                <a:gd name="T52" fmla="*/ 2728 w 271"/>
                <a:gd name="T53" fmla="*/ 3275 h 200"/>
                <a:gd name="T54" fmla="*/ 2246 w 271"/>
                <a:gd name="T55" fmla="*/ 3046 h 200"/>
                <a:gd name="T56" fmla="*/ 2029 w 271"/>
                <a:gd name="T57" fmla="*/ 2841 h 200"/>
                <a:gd name="T58" fmla="*/ 1884 w 271"/>
                <a:gd name="T59" fmla="*/ 2116 h 200"/>
                <a:gd name="T60" fmla="*/ 1854 w 271"/>
                <a:gd name="T61" fmla="*/ 1455 h 200"/>
                <a:gd name="T62" fmla="*/ 2041 w 271"/>
                <a:gd name="T63" fmla="*/ 986 h 200"/>
                <a:gd name="T64" fmla="*/ 2166 w 271"/>
                <a:gd name="T65" fmla="*/ 794 h 200"/>
                <a:gd name="T66" fmla="*/ 2258 w 271"/>
                <a:gd name="T67" fmla="*/ 512 h 200"/>
                <a:gd name="T68" fmla="*/ 2371 w 271"/>
                <a:gd name="T69" fmla="*/ 285 h 200"/>
                <a:gd name="T70" fmla="*/ 2591 w 271"/>
                <a:gd name="T71" fmla="*/ 0 h 200"/>
                <a:gd name="T72" fmla="*/ 2308 w 271"/>
                <a:gd name="T73" fmla="*/ 115 h 200"/>
                <a:gd name="T74" fmla="*/ 2153 w 271"/>
                <a:gd name="T75" fmla="*/ 21 h 200"/>
                <a:gd name="T76" fmla="*/ 2166 w 271"/>
                <a:gd name="T77" fmla="*/ 306 h 200"/>
                <a:gd name="T78" fmla="*/ 2071 w 271"/>
                <a:gd name="T79" fmla="*/ 589 h 200"/>
                <a:gd name="T80" fmla="*/ 1809 w 271"/>
                <a:gd name="T81" fmla="*/ 1157 h 200"/>
                <a:gd name="T82" fmla="*/ 1666 w 271"/>
                <a:gd name="T83" fmla="*/ 2081 h 200"/>
                <a:gd name="T84" fmla="*/ 1479 w 271"/>
                <a:gd name="T85" fmla="*/ 2742 h 200"/>
                <a:gd name="T86" fmla="*/ 1029 w 271"/>
                <a:gd name="T87" fmla="*/ 2684 h 200"/>
                <a:gd name="T88" fmla="*/ 667 w 271"/>
                <a:gd name="T89" fmla="*/ 2215 h 200"/>
                <a:gd name="T90" fmla="*/ 687 w 271"/>
                <a:gd name="T91" fmla="*/ 1897 h 200"/>
                <a:gd name="T92" fmla="*/ 717 w 271"/>
                <a:gd name="T93" fmla="*/ 1535 h 200"/>
                <a:gd name="T94" fmla="*/ 792 w 271"/>
                <a:gd name="T95" fmla="*/ 1194 h 200"/>
                <a:gd name="T96" fmla="*/ 937 w 271"/>
                <a:gd name="T97" fmla="*/ 965 h 2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71" h="200">
                  <a:moveTo>
                    <a:pt x="57" y="48"/>
                  </a:moveTo>
                  <a:cubicBezTo>
                    <a:pt x="57" y="60"/>
                    <a:pt x="36" y="62"/>
                    <a:pt x="32" y="71"/>
                  </a:cubicBezTo>
                  <a:cubicBezTo>
                    <a:pt x="31" y="73"/>
                    <a:pt x="31" y="77"/>
                    <a:pt x="31" y="80"/>
                  </a:cubicBezTo>
                  <a:cubicBezTo>
                    <a:pt x="30" y="83"/>
                    <a:pt x="29" y="87"/>
                    <a:pt x="28" y="91"/>
                  </a:cubicBezTo>
                  <a:cubicBezTo>
                    <a:pt x="25" y="96"/>
                    <a:pt x="22" y="99"/>
                    <a:pt x="16" y="102"/>
                  </a:cubicBezTo>
                  <a:cubicBezTo>
                    <a:pt x="30" y="100"/>
                    <a:pt x="36" y="117"/>
                    <a:pt x="33" y="128"/>
                  </a:cubicBezTo>
                  <a:cubicBezTo>
                    <a:pt x="32" y="136"/>
                    <a:pt x="27" y="142"/>
                    <a:pt x="21" y="148"/>
                  </a:cubicBezTo>
                  <a:cubicBezTo>
                    <a:pt x="15" y="154"/>
                    <a:pt x="7" y="151"/>
                    <a:pt x="0" y="153"/>
                  </a:cubicBezTo>
                  <a:cubicBezTo>
                    <a:pt x="3" y="154"/>
                    <a:pt x="6" y="154"/>
                    <a:pt x="10" y="155"/>
                  </a:cubicBezTo>
                  <a:cubicBezTo>
                    <a:pt x="13" y="155"/>
                    <a:pt x="15" y="157"/>
                    <a:pt x="18" y="159"/>
                  </a:cubicBezTo>
                  <a:cubicBezTo>
                    <a:pt x="23" y="161"/>
                    <a:pt x="29" y="162"/>
                    <a:pt x="34" y="159"/>
                  </a:cubicBezTo>
                  <a:cubicBezTo>
                    <a:pt x="42" y="154"/>
                    <a:pt x="48" y="144"/>
                    <a:pt x="57" y="152"/>
                  </a:cubicBezTo>
                  <a:cubicBezTo>
                    <a:pt x="62" y="156"/>
                    <a:pt x="65" y="159"/>
                    <a:pt x="71" y="161"/>
                  </a:cubicBezTo>
                  <a:cubicBezTo>
                    <a:pt x="78" y="164"/>
                    <a:pt x="86" y="166"/>
                    <a:pt x="93" y="164"/>
                  </a:cubicBezTo>
                  <a:cubicBezTo>
                    <a:pt x="98" y="163"/>
                    <a:pt x="102" y="161"/>
                    <a:pt x="106" y="161"/>
                  </a:cubicBezTo>
                  <a:cubicBezTo>
                    <a:pt x="112" y="161"/>
                    <a:pt x="118" y="165"/>
                    <a:pt x="123" y="167"/>
                  </a:cubicBezTo>
                  <a:cubicBezTo>
                    <a:pt x="136" y="173"/>
                    <a:pt x="144" y="183"/>
                    <a:pt x="159" y="186"/>
                  </a:cubicBezTo>
                  <a:cubicBezTo>
                    <a:pt x="167" y="188"/>
                    <a:pt x="176" y="189"/>
                    <a:pt x="184" y="187"/>
                  </a:cubicBezTo>
                  <a:cubicBezTo>
                    <a:pt x="187" y="186"/>
                    <a:pt x="191" y="186"/>
                    <a:pt x="194" y="186"/>
                  </a:cubicBezTo>
                  <a:cubicBezTo>
                    <a:pt x="206" y="188"/>
                    <a:pt x="216" y="197"/>
                    <a:pt x="228" y="199"/>
                  </a:cubicBezTo>
                  <a:cubicBezTo>
                    <a:pt x="237" y="200"/>
                    <a:pt x="244" y="198"/>
                    <a:pt x="252" y="197"/>
                  </a:cubicBezTo>
                  <a:cubicBezTo>
                    <a:pt x="259" y="197"/>
                    <a:pt x="265" y="198"/>
                    <a:pt x="271" y="199"/>
                  </a:cubicBezTo>
                  <a:cubicBezTo>
                    <a:pt x="255" y="197"/>
                    <a:pt x="256" y="175"/>
                    <a:pt x="253" y="164"/>
                  </a:cubicBezTo>
                  <a:cubicBezTo>
                    <a:pt x="250" y="153"/>
                    <a:pt x="247" y="144"/>
                    <a:pt x="247" y="132"/>
                  </a:cubicBezTo>
                  <a:cubicBezTo>
                    <a:pt x="246" y="145"/>
                    <a:pt x="242" y="171"/>
                    <a:pt x="229" y="178"/>
                  </a:cubicBezTo>
                  <a:cubicBezTo>
                    <a:pt x="224" y="181"/>
                    <a:pt x="216" y="180"/>
                    <a:pt x="210" y="180"/>
                  </a:cubicBezTo>
                  <a:cubicBezTo>
                    <a:pt x="198" y="179"/>
                    <a:pt x="187" y="176"/>
                    <a:pt x="175" y="173"/>
                  </a:cubicBezTo>
                  <a:cubicBezTo>
                    <a:pt x="165" y="169"/>
                    <a:pt x="154" y="165"/>
                    <a:pt x="144" y="161"/>
                  </a:cubicBezTo>
                  <a:cubicBezTo>
                    <a:pt x="138" y="159"/>
                    <a:pt x="134" y="155"/>
                    <a:pt x="130" y="150"/>
                  </a:cubicBezTo>
                  <a:cubicBezTo>
                    <a:pt x="123" y="139"/>
                    <a:pt x="121" y="125"/>
                    <a:pt x="121" y="112"/>
                  </a:cubicBezTo>
                  <a:cubicBezTo>
                    <a:pt x="121" y="100"/>
                    <a:pt x="118" y="89"/>
                    <a:pt x="119" y="77"/>
                  </a:cubicBezTo>
                  <a:cubicBezTo>
                    <a:pt x="121" y="67"/>
                    <a:pt x="124" y="60"/>
                    <a:pt x="131" y="52"/>
                  </a:cubicBezTo>
                  <a:cubicBezTo>
                    <a:pt x="134" y="48"/>
                    <a:pt x="137" y="46"/>
                    <a:pt x="139" y="42"/>
                  </a:cubicBezTo>
                  <a:cubicBezTo>
                    <a:pt x="142" y="37"/>
                    <a:pt x="143" y="32"/>
                    <a:pt x="145" y="27"/>
                  </a:cubicBezTo>
                  <a:cubicBezTo>
                    <a:pt x="147" y="22"/>
                    <a:pt x="148" y="18"/>
                    <a:pt x="152" y="15"/>
                  </a:cubicBezTo>
                  <a:cubicBezTo>
                    <a:pt x="157" y="11"/>
                    <a:pt x="164" y="7"/>
                    <a:pt x="166" y="0"/>
                  </a:cubicBezTo>
                  <a:cubicBezTo>
                    <a:pt x="162" y="4"/>
                    <a:pt x="154" y="6"/>
                    <a:pt x="148" y="6"/>
                  </a:cubicBezTo>
                  <a:cubicBezTo>
                    <a:pt x="142" y="6"/>
                    <a:pt x="143" y="3"/>
                    <a:pt x="138" y="1"/>
                  </a:cubicBezTo>
                  <a:cubicBezTo>
                    <a:pt x="138" y="6"/>
                    <a:pt x="140" y="11"/>
                    <a:pt x="139" y="16"/>
                  </a:cubicBezTo>
                  <a:cubicBezTo>
                    <a:pt x="138" y="21"/>
                    <a:pt x="136" y="26"/>
                    <a:pt x="133" y="31"/>
                  </a:cubicBezTo>
                  <a:cubicBezTo>
                    <a:pt x="128" y="41"/>
                    <a:pt x="118" y="48"/>
                    <a:pt x="116" y="61"/>
                  </a:cubicBezTo>
                  <a:cubicBezTo>
                    <a:pt x="113" y="77"/>
                    <a:pt x="110" y="94"/>
                    <a:pt x="107" y="110"/>
                  </a:cubicBezTo>
                  <a:cubicBezTo>
                    <a:pt x="106" y="125"/>
                    <a:pt x="106" y="134"/>
                    <a:pt x="95" y="145"/>
                  </a:cubicBezTo>
                  <a:cubicBezTo>
                    <a:pt x="86" y="156"/>
                    <a:pt x="76" y="148"/>
                    <a:pt x="66" y="142"/>
                  </a:cubicBezTo>
                  <a:cubicBezTo>
                    <a:pt x="56" y="136"/>
                    <a:pt x="47" y="128"/>
                    <a:pt x="43" y="117"/>
                  </a:cubicBezTo>
                  <a:cubicBezTo>
                    <a:pt x="41" y="111"/>
                    <a:pt x="43" y="106"/>
                    <a:pt x="44" y="100"/>
                  </a:cubicBezTo>
                  <a:cubicBezTo>
                    <a:pt x="45" y="94"/>
                    <a:pt x="44" y="87"/>
                    <a:pt x="46" y="81"/>
                  </a:cubicBezTo>
                  <a:cubicBezTo>
                    <a:pt x="47" y="75"/>
                    <a:pt x="49" y="69"/>
                    <a:pt x="51" y="63"/>
                  </a:cubicBezTo>
                  <a:cubicBezTo>
                    <a:pt x="53" y="58"/>
                    <a:pt x="58" y="56"/>
                    <a:pt x="60" y="51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11" name="Freeform 562">
              <a:extLst>
                <a:ext uri="{FF2B5EF4-FFF2-40B4-BE49-F238E27FC236}">
                  <a16:creationId xmlns:a16="http://schemas.microsoft.com/office/drawing/2014/main" id="{9AF3A4B1-67B4-42BA-BD92-3D1DCF3E6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235"/>
              <a:ext cx="67" cy="173"/>
            </a:xfrm>
            <a:custGeom>
              <a:avLst/>
              <a:gdLst>
                <a:gd name="T0" fmla="*/ 0 w 27"/>
                <a:gd name="T1" fmla="*/ 319 h 65"/>
                <a:gd name="T2" fmla="*/ 400 w 27"/>
                <a:gd name="T3" fmla="*/ 0 h 65"/>
                <a:gd name="T4" fmla="*/ 370 w 27"/>
                <a:gd name="T5" fmla="*/ 490 h 65"/>
                <a:gd name="T6" fmla="*/ 370 w 27"/>
                <a:gd name="T7" fmla="*/ 1224 h 65"/>
                <a:gd name="T8" fmla="*/ 246 w 27"/>
                <a:gd name="T9" fmla="*/ 716 h 65"/>
                <a:gd name="T10" fmla="*/ 62 w 27"/>
                <a:gd name="T11" fmla="*/ 341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5">
                  <a:moveTo>
                    <a:pt x="0" y="17"/>
                  </a:moveTo>
                  <a:cubicBezTo>
                    <a:pt x="12" y="28"/>
                    <a:pt x="23" y="9"/>
                    <a:pt x="26" y="0"/>
                  </a:cubicBezTo>
                  <a:cubicBezTo>
                    <a:pt x="27" y="8"/>
                    <a:pt x="25" y="18"/>
                    <a:pt x="24" y="26"/>
                  </a:cubicBezTo>
                  <a:cubicBezTo>
                    <a:pt x="23" y="39"/>
                    <a:pt x="24" y="52"/>
                    <a:pt x="24" y="65"/>
                  </a:cubicBezTo>
                  <a:cubicBezTo>
                    <a:pt x="24" y="56"/>
                    <a:pt x="20" y="46"/>
                    <a:pt x="16" y="38"/>
                  </a:cubicBezTo>
                  <a:cubicBezTo>
                    <a:pt x="13" y="32"/>
                    <a:pt x="4" y="25"/>
                    <a:pt x="4" y="18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12" name="Freeform 563">
              <a:extLst>
                <a:ext uri="{FF2B5EF4-FFF2-40B4-BE49-F238E27FC236}">
                  <a16:creationId xmlns:a16="http://schemas.microsoft.com/office/drawing/2014/main" id="{B351F41B-4D00-4153-A3EA-2D006DBBA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637"/>
              <a:ext cx="67" cy="166"/>
            </a:xfrm>
            <a:custGeom>
              <a:avLst/>
              <a:gdLst>
                <a:gd name="T0" fmla="*/ 350 w 27"/>
                <a:gd name="T1" fmla="*/ 35 h 62"/>
                <a:gd name="T2" fmla="*/ 0 w 27"/>
                <a:gd name="T3" fmla="*/ 616 h 62"/>
                <a:gd name="T4" fmla="*/ 412 w 27"/>
                <a:gd name="T5" fmla="*/ 1189 h 62"/>
                <a:gd name="T6" fmla="*/ 370 w 27"/>
                <a:gd name="T7" fmla="*/ 594 h 62"/>
                <a:gd name="T8" fmla="*/ 350 w 27"/>
                <a:gd name="T9" fmla="*/ 193 h 62"/>
                <a:gd name="T10" fmla="*/ 412 w 27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2">
                  <a:moveTo>
                    <a:pt x="23" y="2"/>
                  </a:moveTo>
                  <a:cubicBezTo>
                    <a:pt x="21" y="14"/>
                    <a:pt x="7" y="22"/>
                    <a:pt x="0" y="32"/>
                  </a:cubicBezTo>
                  <a:cubicBezTo>
                    <a:pt x="16" y="25"/>
                    <a:pt x="27" y="50"/>
                    <a:pt x="27" y="62"/>
                  </a:cubicBezTo>
                  <a:cubicBezTo>
                    <a:pt x="27" y="51"/>
                    <a:pt x="25" y="41"/>
                    <a:pt x="24" y="31"/>
                  </a:cubicBezTo>
                  <a:cubicBezTo>
                    <a:pt x="24" y="24"/>
                    <a:pt x="22" y="17"/>
                    <a:pt x="23" y="10"/>
                  </a:cubicBezTo>
                  <a:cubicBezTo>
                    <a:pt x="23" y="5"/>
                    <a:pt x="26" y="4"/>
                    <a:pt x="27" y="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13" name="Freeform 564">
              <a:extLst>
                <a:ext uri="{FF2B5EF4-FFF2-40B4-BE49-F238E27FC236}">
                  <a16:creationId xmlns:a16="http://schemas.microsoft.com/office/drawing/2014/main" id="{2D2982D1-4021-4374-A9E6-FE24AFE61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147"/>
              <a:ext cx="80" cy="378"/>
            </a:xfrm>
            <a:custGeom>
              <a:avLst/>
              <a:gdLst>
                <a:gd name="T0" fmla="*/ 158 w 32"/>
                <a:gd name="T1" fmla="*/ 0 h 142"/>
                <a:gd name="T2" fmla="*/ 125 w 32"/>
                <a:gd name="T3" fmla="*/ 341 h 142"/>
                <a:gd name="T4" fmla="*/ 0 w 32"/>
                <a:gd name="T5" fmla="*/ 546 h 142"/>
                <a:gd name="T6" fmla="*/ 250 w 32"/>
                <a:gd name="T7" fmla="*/ 1453 h 142"/>
                <a:gd name="T8" fmla="*/ 283 w 32"/>
                <a:gd name="T9" fmla="*/ 1941 h 142"/>
                <a:gd name="T10" fmla="*/ 270 w 32"/>
                <a:gd name="T11" fmla="*/ 2204 h 142"/>
                <a:gd name="T12" fmla="*/ 220 w 32"/>
                <a:gd name="T13" fmla="*/ 2396 h 142"/>
                <a:gd name="T14" fmla="*/ 408 w 32"/>
                <a:gd name="T15" fmla="*/ 2678 h 142"/>
                <a:gd name="T16" fmla="*/ 395 w 32"/>
                <a:gd name="T17" fmla="*/ 2473 h 142"/>
                <a:gd name="T18" fmla="*/ 363 w 32"/>
                <a:gd name="T19" fmla="*/ 1941 h 142"/>
                <a:gd name="T20" fmla="*/ 500 w 32"/>
                <a:gd name="T21" fmla="*/ 1227 h 142"/>
                <a:gd name="T22" fmla="*/ 345 w 32"/>
                <a:gd name="T23" fmla="*/ 772 h 142"/>
                <a:gd name="T24" fmla="*/ 188 w 32"/>
                <a:gd name="T25" fmla="*/ 17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142">
                  <a:moveTo>
                    <a:pt x="10" y="0"/>
                  </a:moveTo>
                  <a:cubicBezTo>
                    <a:pt x="10" y="6"/>
                    <a:pt x="10" y="12"/>
                    <a:pt x="8" y="18"/>
                  </a:cubicBezTo>
                  <a:cubicBezTo>
                    <a:pt x="6" y="22"/>
                    <a:pt x="2" y="25"/>
                    <a:pt x="0" y="29"/>
                  </a:cubicBezTo>
                  <a:cubicBezTo>
                    <a:pt x="16" y="40"/>
                    <a:pt x="15" y="60"/>
                    <a:pt x="16" y="77"/>
                  </a:cubicBezTo>
                  <a:cubicBezTo>
                    <a:pt x="16" y="86"/>
                    <a:pt x="17" y="95"/>
                    <a:pt x="18" y="103"/>
                  </a:cubicBezTo>
                  <a:cubicBezTo>
                    <a:pt x="19" y="108"/>
                    <a:pt x="19" y="112"/>
                    <a:pt x="17" y="117"/>
                  </a:cubicBezTo>
                  <a:cubicBezTo>
                    <a:pt x="16" y="120"/>
                    <a:pt x="14" y="123"/>
                    <a:pt x="14" y="127"/>
                  </a:cubicBezTo>
                  <a:cubicBezTo>
                    <a:pt x="20" y="126"/>
                    <a:pt x="24" y="137"/>
                    <a:pt x="26" y="142"/>
                  </a:cubicBezTo>
                  <a:cubicBezTo>
                    <a:pt x="27" y="138"/>
                    <a:pt x="26" y="135"/>
                    <a:pt x="25" y="131"/>
                  </a:cubicBezTo>
                  <a:cubicBezTo>
                    <a:pt x="24" y="122"/>
                    <a:pt x="23" y="113"/>
                    <a:pt x="23" y="103"/>
                  </a:cubicBezTo>
                  <a:cubicBezTo>
                    <a:pt x="23" y="92"/>
                    <a:pt x="24" y="74"/>
                    <a:pt x="32" y="65"/>
                  </a:cubicBezTo>
                  <a:cubicBezTo>
                    <a:pt x="24" y="64"/>
                    <a:pt x="23" y="47"/>
                    <a:pt x="22" y="41"/>
                  </a:cubicBezTo>
                  <a:cubicBezTo>
                    <a:pt x="20" y="30"/>
                    <a:pt x="13" y="20"/>
                    <a:pt x="12" y="9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14" name="Freeform 565">
              <a:extLst>
                <a:ext uri="{FF2B5EF4-FFF2-40B4-BE49-F238E27FC236}">
                  <a16:creationId xmlns:a16="http://schemas.microsoft.com/office/drawing/2014/main" id="{AE873474-A91E-41E7-87DA-5A00FD5AA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147"/>
              <a:ext cx="75" cy="378"/>
            </a:xfrm>
            <a:custGeom>
              <a:avLst/>
              <a:gdLst>
                <a:gd name="T0" fmla="*/ 238 w 30"/>
                <a:gd name="T1" fmla="*/ 0 h 142"/>
                <a:gd name="T2" fmla="*/ 220 w 30"/>
                <a:gd name="T3" fmla="*/ 303 h 142"/>
                <a:gd name="T4" fmla="*/ 250 w 30"/>
                <a:gd name="T5" fmla="*/ 793 h 142"/>
                <a:gd name="T6" fmla="*/ 470 w 30"/>
                <a:gd name="T7" fmla="*/ 1531 h 142"/>
                <a:gd name="T8" fmla="*/ 363 w 30"/>
                <a:gd name="T9" fmla="*/ 1983 h 142"/>
                <a:gd name="T10" fmla="*/ 363 w 30"/>
                <a:gd name="T11" fmla="*/ 2337 h 142"/>
                <a:gd name="T12" fmla="*/ 375 w 30"/>
                <a:gd name="T13" fmla="*/ 2678 h 142"/>
                <a:gd name="T14" fmla="*/ 220 w 30"/>
                <a:gd name="T15" fmla="*/ 2111 h 142"/>
                <a:gd name="T16" fmla="*/ 50 w 30"/>
                <a:gd name="T17" fmla="*/ 1360 h 142"/>
                <a:gd name="T18" fmla="*/ 33 w 30"/>
                <a:gd name="T19" fmla="*/ 942 h 142"/>
                <a:gd name="T20" fmla="*/ 188 w 30"/>
                <a:gd name="T21" fmla="*/ 341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142">
                  <a:moveTo>
                    <a:pt x="15" y="0"/>
                  </a:moveTo>
                  <a:cubicBezTo>
                    <a:pt x="14" y="5"/>
                    <a:pt x="15" y="11"/>
                    <a:pt x="14" y="16"/>
                  </a:cubicBezTo>
                  <a:cubicBezTo>
                    <a:pt x="14" y="25"/>
                    <a:pt x="15" y="33"/>
                    <a:pt x="16" y="42"/>
                  </a:cubicBezTo>
                  <a:cubicBezTo>
                    <a:pt x="17" y="56"/>
                    <a:pt x="17" y="72"/>
                    <a:pt x="30" y="81"/>
                  </a:cubicBezTo>
                  <a:cubicBezTo>
                    <a:pt x="21" y="85"/>
                    <a:pt x="23" y="98"/>
                    <a:pt x="23" y="105"/>
                  </a:cubicBezTo>
                  <a:cubicBezTo>
                    <a:pt x="23" y="112"/>
                    <a:pt x="23" y="118"/>
                    <a:pt x="23" y="124"/>
                  </a:cubicBezTo>
                  <a:cubicBezTo>
                    <a:pt x="23" y="129"/>
                    <a:pt x="26" y="137"/>
                    <a:pt x="24" y="142"/>
                  </a:cubicBezTo>
                  <a:cubicBezTo>
                    <a:pt x="19" y="133"/>
                    <a:pt x="17" y="121"/>
                    <a:pt x="14" y="112"/>
                  </a:cubicBezTo>
                  <a:cubicBezTo>
                    <a:pt x="11" y="98"/>
                    <a:pt x="8" y="85"/>
                    <a:pt x="3" y="72"/>
                  </a:cubicBezTo>
                  <a:cubicBezTo>
                    <a:pt x="0" y="65"/>
                    <a:pt x="0" y="58"/>
                    <a:pt x="2" y="50"/>
                  </a:cubicBezTo>
                  <a:cubicBezTo>
                    <a:pt x="5" y="39"/>
                    <a:pt x="8" y="29"/>
                    <a:pt x="12" y="18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15" name="Freeform 566">
              <a:extLst>
                <a:ext uri="{FF2B5EF4-FFF2-40B4-BE49-F238E27FC236}">
                  <a16:creationId xmlns:a16="http://schemas.microsoft.com/office/drawing/2014/main" id="{84F105D9-895F-430C-A20D-60E3B68A3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115"/>
              <a:ext cx="27" cy="48"/>
            </a:xfrm>
            <a:custGeom>
              <a:avLst/>
              <a:gdLst>
                <a:gd name="T0" fmla="*/ 42 w 11"/>
                <a:gd name="T1" fmla="*/ 0 h 18"/>
                <a:gd name="T2" fmla="*/ 103 w 11"/>
                <a:gd name="T3" fmla="*/ 341 h 18"/>
                <a:gd name="T4" fmla="*/ 162 w 11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3" y="0"/>
                  </a:moveTo>
                  <a:cubicBezTo>
                    <a:pt x="4" y="6"/>
                    <a:pt x="0" y="15"/>
                    <a:pt x="7" y="18"/>
                  </a:cubicBezTo>
                  <a:cubicBezTo>
                    <a:pt x="9" y="15"/>
                    <a:pt x="10" y="11"/>
                    <a:pt x="11" y="7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16" name="Freeform 567">
              <a:extLst>
                <a:ext uri="{FF2B5EF4-FFF2-40B4-BE49-F238E27FC236}">
                  <a16:creationId xmlns:a16="http://schemas.microsoft.com/office/drawing/2014/main" id="{A39CA530-314D-4EE1-8985-A6296F08E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469"/>
              <a:ext cx="80" cy="75"/>
            </a:xfrm>
            <a:custGeom>
              <a:avLst/>
              <a:gdLst>
                <a:gd name="T0" fmla="*/ 50 w 32"/>
                <a:gd name="T1" fmla="*/ 0 h 28"/>
                <a:gd name="T2" fmla="*/ 238 w 32"/>
                <a:gd name="T3" fmla="*/ 0 h 28"/>
                <a:gd name="T4" fmla="*/ 500 w 32"/>
                <a:gd name="T5" fmla="*/ 458 h 28"/>
                <a:gd name="T6" fmla="*/ 250 w 32"/>
                <a:gd name="T7" fmla="*/ 538 h 28"/>
                <a:gd name="T8" fmla="*/ 175 w 32"/>
                <a:gd name="T9" fmla="*/ 252 h 28"/>
                <a:gd name="T10" fmla="*/ 0 w 32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8">
                  <a:moveTo>
                    <a:pt x="3" y="0"/>
                  </a:moveTo>
                  <a:cubicBezTo>
                    <a:pt x="5" y="2"/>
                    <a:pt x="12" y="1"/>
                    <a:pt x="15" y="0"/>
                  </a:cubicBezTo>
                  <a:cubicBezTo>
                    <a:pt x="19" y="9"/>
                    <a:pt x="29" y="15"/>
                    <a:pt x="32" y="24"/>
                  </a:cubicBezTo>
                  <a:cubicBezTo>
                    <a:pt x="26" y="18"/>
                    <a:pt x="21" y="26"/>
                    <a:pt x="16" y="28"/>
                  </a:cubicBezTo>
                  <a:cubicBezTo>
                    <a:pt x="15" y="23"/>
                    <a:pt x="14" y="17"/>
                    <a:pt x="11" y="13"/>
                  </a:cubicBezTo>
                  <a:cubicBezTo>
                    <a:pt x="9" y="9"/>
                    <a:pt x="3" y="0"/>
                    <a:pt x="0" y="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17" name="Freeform 568">
              <a:extLst>
                <a:ext uri="{FF2B5EF4-FFF2-40B4-BE49-F238E27FC236}">
                  <a16:creationId xmlns:a16="http://schemas.microsoft.com/office/drawing/2014/main" id="{BC40C01F-3E97-443A-93C5-0A7D67A70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365"/>
              <a:ext cx="100" cy="158"/>
            </a:xfrm>
            <a:custGeom>
              <a:avLst/>
              <a:gdLst>
                <a:gd name="T0" fmla="*/ 125 w 40"/>
                <a:gd name="T1" fmla="*/ 209 h 59"/>
                <a:gd name="T2" fmla="*/ 425 w 40"/>
                <a:gd name="T3" fmla="*/ 803 h 59"/>
                <a:gd name="T4" fmla="*/ 625 w 40"/>
                <a:gd name="T5" fmla="*/ 1133 h 59"/>
                <a:gd name="T6" fmla="*/ 345 w 40"/>
                <a:gd name="T7" fmla="*/ 479 h 59"/>
                <a:gd name="T8" fmla="*/ 0 w 40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9">
                  <a:moveTo>
                    <a:pt x="8" y="11"/>
                  </a:moveTo>
                  <a:cubicBezTo>
                    <a:pt x="12" y="23"/>
                    <a:pt x="19" y="32"/>
                    <a:pt x="27" y="42"/>
                  </a:cubicBezTo>
                  <a:cubicBezTo>
                    <a:pt x="32" y="48"/>
                    <a:pt x="35" y="55"/>
                    <a:pt x="40" y="59"/>
                  </a:cubicBezTo>
                  <a:cubicBezTo>
                    <a:pt x="35" y="47"/>
                    <a:pt x="31" y="35"/>
                    <a:pt x="22" y="25"/>
                  </a:cubicBezTo>
                  <a:cubicBezTo>
                    <a:pt x="16" y="17"/>
                    <a:pt x="9" y="5"/>
                    <a:pt x="0" y="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18" name="Freeform 569">
              <a:extLst>
                <a:ext uri="{FF2B5EF4-FFF2-40B4-BE49-F238E27FC236}">
                  <a16:creationId xmlns:a16="http://schemas.microsoft.com/office/drawing/2014/main" id="{D818B52F-36F8-49D7-AE1A-F0FDDCF4C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731"/>
              <a:ext cx="40" cy="162"/>
            </a:xfrm>
            <a:custGeom>
              <a:avLst/>
              <a:gdLst>
                <a:gd name="T0" fmla="*/ 83 w 16"/>
                <a:gd name="T1" fmla="*/ 0 h 61"/>
                <a:gd name="T2" fmla="*/ 0 w 16"/>
                <a:gd name="T3" fmla="*/ 507 h 61"/>
                <a:gd name="T4" fmla="*/ 125 w 16"/>
                <a:gd name="T5" fmla="*/ 733 h 61"/>
                <a:gd name="T6" fmla="*/ 250 w 16"/>
                <a:gd name="T7" fmla="*/ 1142 h 61"/>
                <a:gd name="T8" fmla="*/ 158 w 16"/>
                <a:gd name="T9" fmla="*/ 635 h 61"/>
                <a:gd name="T10" fmla="*/ 113 w 16"/>
                <a:gd name="T11" fmla="*/ 191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61">
                  <a:moveTo>
                    <a:pt x="5" y="0"/>
                  </a:moveTo>
                  <a:cubicBezTo>
                    <a:pt x="8" y="6"/>
                    <a:pt x="4" y="22"/>
                    <a:pt x="0" y="27"/>
                  </a:cubicBezTo>
                  <a:cubicBezTo>
                    <a:pt x="3" y="31"/>
                    <a:pt x="6" y="34"/>
                    <a:pt x="8" y="39"/>
                  </a:cubicBezTo>
                  <a:cubicBezTo>
                    <a:pt x="11" y="46"/>
                    <a:pt x="12" y="54"/>
                    <a:pt x="16" y="61"/>
                  </a:cubicBezTo>
                  <a:cubicBezTo>
                    <a:pt x="15" y="52"/>
                    <a:pt x="11" y="43"/>
                    <a:pt x="10" y="34"/>
                  </a:cubicBezTo>
                  <a:cubicBezTo>
                    <a:pt x="9" y="26"/>
                    <a:pt x="10" y="18"/>
                    <a:pt x="7" y="1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19" name="Freeform 570">
              <a:extLst>
                <a:ext uri="{FF2B5EF4-FFF2-40B4-BE49-F238E27FC236}">
                  <a16:creationId xmlns:a16="http://schemas.microsoft.com/office/drawing/2014/main" id="{4D6516EC-DD36-4877-9509-30BDEB765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685"/>
              <a:ext cx="87" cy="275"/>
            </a:xfrm>
            <a:custGeom>
              <a:avLst/>
              <a:gdLst>
                <a:gd name="T0" fmla="*/ 92 w 35"/>
                <a:gd name="T1" fmla="*/ 0 h 103"/>
                <a:gd name="T2" fmla="*/ 12 w 35"/>
                <a:gd name="T3" fmla="*/ 683 h 103"/>
                <a:gd name="T4" fmla="*/ 92 w 35"/>
                <a:gd name="T5" fmla="*/ 1105 h 103"/>
                <a:gd name="T6" fmla="*/ 229 w 35"/>
                <a:gd name="T7" fmla="*/ 1412 h 103"/>
                <a:gd name="T8" fmla="*/ 308 w 35"/>
                <a:gd name="T9" fmla="*/ 1639 h 103"/>
                <a:gd name="T10" fmla="*/ 341 w 35"/>
                <a:gd name="T11" fmla="*/ 1960 h 103"/>
                <a:gd name="T12" fmla="*/ 537 w 35"/>
                <a:gd name="T13" fmla="*/ 1412 h 103"/>
                <a:gd name="T14" fmla="*/ 137 w 35"/>
                <a:gd name="T15" fmla="*/ 833 h 103"/>
                <a:gd name="T16" fmla="*/ 75 w 35"/>
                <a:gd name="T17" fmla="*/ 478 h 103"/>
                <a:gd name="T18" fmla="*/ 92 w 35"/>
                <a:gd name="T19" fmla="*/ 286 h 103"/>
                <a:gd name="T20" fmla="*/ 92 w 35"/>
                <a:gd name="T21" fmla="*/ 9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103">
                  <a:moveTo>
                    <a:pt x="6" y="0"/>
                  </a:moveTo>
                  <a:cubicBezTo>
                    <a:pt x="1" y="11"/>
                    <a:pt x="0" y="24"/>
                    <a:pt x="1" y="36"/>
                  </a:cubicBezTo>
                  <a:cubicBezTo>
                    <a:pt x="2" y="43"/>
                    <a:pt x="3" y="52"/>
                    <a:pt x="6" y="58"/>
                  </a:cubicBezTo>
                  <a:cubicBezTo>
                    <a:pt x="8" y="63"/>
                    <a:pt x="12" y="68"/>
                    <a:pt x="15" y="74"/>
                  </a:cubicBezTo>
                  <a:cubicBezTo>
                    <a:pt x="17" y="78"/>
                    <a:pt x="18" y="82"/>
                    <a:pt x="20" y="86"/>
                  </a:cubicBezTo>
                  <a:cubicBezTo>
                    <a:pt x="22" y="92"/>
                    <a:pt x="21" y="98"/>
                    <a:pt x="22" y="103"/>
                  </a:cubicBezTo>
                  <a:cubicBezTo>
                    <a:pt x="33" y="96"/>
                    <a:pt x="34" y="86"/>
                    <a:pt x="35" y="74"/>
                  </a:cubicBezTo>
                  <a:cubicBezTo>
                    <a:pt x="25" y="89"/>
                    <a:pt x="12" y="50"/>
                    <a:pt x="9" y="44"/>
                  </a:cubicBezTo>
                  <a:cubicBezTo>
                    <a:pt x="4" y="37"/>
                    <a:pt x="2" y="34"/>
                    <a:pt x="5" y="25"/>
                  </a:cubicBezTo>
                  <a:cubicBezTo>
                    <a:pt x="7" y="21"/>
                    <a:pt x="7" y="18"/>
                    <a:pt x="6" y="15"/>
                  </a:cubicBezTo>
                  <a:cubicBezTo>
                    <a:pt x="6" y="11"/>
                    <a:pt x="4" y="8"/>
                    <a:pt x="6" y="5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20" name="Freeform 571">
              <a:extLst>
                <a:ext uri="{FF2B5EF4-FFF2-40B4-BE49-F238E27FC236}">
                  <a16:creationId xmlns:a16="http://schemas.microsoft.com/office/drawing/2014/main" id="{A02FDC09-41CC-43E1-ACA2-4D116D69E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080"/>
              <a:ext cx="103" cy="200"/>
            </a:xfrm>
            <a:custGeom>
              <a:avLst/>
              <a:gdLst>
                <a:gd name="T0" fmla="*/ 0 w 41"/>
                <a:gd name="T1" fmla="*/ 1173 h 75"/>
                <a:gd name="T2" fmla="*/ 397 w 41"/>
                <a:gd name="T3" fmla="*/ 704 h 75"/>
                <a:gd name="T4" fmla="*/ 651 w 41"/>
                <a:gd name="T5" fmla="*/ 0 h 75"/>
                <a:gd name="T6" fmla="*/ 430 w 41"/>
                <a:gd name="T7" fmla="*/ 819 h 75"/>
                <a:gd name="T8" fmla="*/ 271 w 41"/>
                <a:gd name="T9" fmla="*/ 1160 h 75"/>
                <a:gd name="T10" fmla="*/ 113 w 41"/>
                <a:gd name="T11" fmla="*/ 142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75">
                  <a:moveTo>
                    <a:pt x="0" y="62"/>
                  </a:moveTo>
                  <a:cubicBezTo>
                    <a:pt x="7" y="51"/>
                    <a:pt x="19" y="48"/>
                    <a:pt x="25" y="37"/>
                  </a:cubicBezTo>
                  <a:cubicBezTo>
                    <a:pt x="31" y="26"/>
                    <a:pt x="41" y="14"/>
                    <a:pt x="41" y="0"/>
                  </a:cubicBezTo>
                  <a:cubicBezTo>
                    <a:pt x="38" y="16"/>
                    <a:pt x="34" y="29"/>
                    <a:pt x="27" y="43"/>
                  </a:cubicBezTo>
                  <a:cubicBezTo>
                    <a:pt x="24" y="49"/>
                    <a:pt x="21" y="56"/>
                    <a:pt x="17" y="61"/>
                  </a:cubicBezTo>
                  <a:cubicBezTo>
                    <a:pt x="13" y="66"/>
                    <a:pt x="10" y="70"/>
                    <a:pt x="7" y="75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21" name="Freeform 572">
              <a:extLst>
                <a:ext uri="{FF2B5EF4-FFF2-40B4-BE49-F238E27FC236}">
                  <a16:creationId xmlns:a16="http://schemas.microsoft.com/office/drawing/2014/main" id="{9654FFFB-F07E-434D-B181-8D9116C99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317"/>
              <a:ext cx="165" cy="139"/>
            </a:xfrm>
            <a:custGeom>
              <a:avLst/>
              <a:gdLst>
                <a:gd name="T0" fmla="*/ 0 w 66"/>
                <a:gd name="T1" fmla="*/ 0 h 52"/>
                <a:gd name="T2" fmla="*/ 563 w 66"/>
                <a:gd name="T3" fmla="*/ 535 h 52"/>
                <a:gd name="T4" fmla="*/ 988 w 66"/>
                <a:gd name="T5" fmla="*/ 994 h 52"/>
                <a:gd name="T6" fmla="*/ 845 w 66"/>
                <a:gd name="T7" fmla="*/ 572 h 52"/>
                <a:gd name="T8" fmla="*/ 533 w 66"/>
                <a:gd name="T9" fmla="*/ 209 h 52"/>
                <a:gd name="T10" fmla="*/ 250 w 66"/>
                <a:gd name="T11" fmla="*/ 5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2">
                  <a:moveTo>
                    <a:pt x="0" y="0"/>
                  </a:moveTo>
                  <a:cubicBezTo>
                    <a:pt x="5" y="13"/>
                    <a:pt x="25" y="19"/>
                    <a:pt x="36" y="28"/>
                  </a:cubicBezTo>
                  <a:cubicBezTo>
                    <a:pt x="44" y="34"/>
                    <a:pt x="53" y="49"/>
                    <a:pt x="63" y="52"/>
                  </a:cubicBezTo>
                  <a:cubicBezTo>
                    <a:pt x="66" y="43"/>
                    <a:pt x="59" y="36"/>
                    <a:pt x="54" y="30"/>
                  </a:cubicBezTo>
                  <a:cubicBezTo>
                    <a:pt x="49" y="22"/>
                    <a:pt x="43" y="15"/>
                    <a:pt x="34" y="11"/>
                  </a:cubicBezTo>
                  <a:cubicBezTo>
                    <a:pt x="29" y="8"/>
                    <a:pt x="22" y="3"/>
                    <a:pt x="16" y="3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22" name="Freeform 573">
              <a:extLst>
                <a:ext uri="{FF2B5EF4-FFF2-40B4-BE49-F238E27FC236}">
                  <a16:creationId xmlns:a16="http://schemas.microsoft.com/office/drawing/2014/main" id="{E22CD504-956C-44A9-ACC8-9B01F69D1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421"/>
              <a:ext cx="65" cy="67"/>
            </a:xfrm>
            <a:custGeom>
              <a:avLst/>
              <a:gdLst>
                <a:gd name="T0" fmla="*/ 0 w 26"/>
                <a:gd name="T1" fmla="*/ 115 h 25"/>
                <a:gd name="T2" fmla="*/ 300 w 26"/>
                <a:gd name="T3" fmla="*/ 482 h 25"/>
                <a:gd name="T4" fmla="*/ 345 w 26"/>
                <a:gd name="T5" fmla="*/ 252 h 25"/>
                <a:gd name="T6" fmla="*/ 63 w 26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5">
                  <a:moveTo>
                    <a:pt x="0" y="6"/>
                  </a:moveTo>
                  <a:cubicBezTo>
                    <a:pt x="1" y="11"/>
                    <a:pt x="14" y="24"/>
                    <a:pt x="19" y="25"/>
                  </a:cubicBezTo>
                  <a:cubicBezTo>
                    <a:pt x="26" y="25"/>
                    <a:pt x="25" y="17"/>
                    <a:pt x="22" y="13"/>
                  </a:cubicBezTo>
                  <a:cubicBezTo>
                    <a:pt x="19" y="7"/>
                    <a:pt x="11" y="3"/>
                    <a:pt x="4" y="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23" name="Freeform 574">
              <a:extLst>
                <a:ext uri="{FF2B5EF4-FFF2-40B4-BE49-F238E27FC236}">
                  <a16:creationId xmlns:a16="http://schemas.microsoft.com/office/drawing/2014/main" id="{197B8BA3-67E1-4CA6-A38E-73CDEE8C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147"/>
              <a:ext cx="421" cy="285"/>
            </a:xfrm>
            <a:custGeom>
              <a:avLst/>
              <a:gdLst>
                <a:gd name="T0" fmla="*/ 0 w 168"/>
                <a:gd name="T1" fmla="*/ 1774 h 107"/>
                <a:gd name="T2" fmla="*/ 408 w 168"/>
                <a:gd name="T3" fmla="*/ 1928 h 107"/>
                <a:gd name="T4" fmla="*/ 784 w 168"/>
                <a:gd name="T5" fmla="*/ 1830 h 107"/>
                <a:gd name="T6" fmla="*/ 1276 w 168"/>
                <a:gd name="T7" fmla="*/ 1305 h 107"/>
                <a:gd name="T8" fmla="*/ 1544 w 168"/>
                <a:gd name="T9" fmla="*/ 1284 h 107"/>
                <a:gd name="T10" fmla="*/ 1777 w 168"/>
                <a:gd name="T11" fmla="*/ 852 h 107"/>
                <a:gd name="T12" fmla="*/ 2268 w 168"/>
                <a:gd name="T13" fmla="*/ 0 h 107"/>
                <a:gd name="T14" fmla="*/ 2280 w 168"/>
                <a:gd name="T15" fmla="*/ 453 h 107"/>
                <a:gd name="T16" fmla="*/ 2644 w 168"/>
                <a:gd name="T17" fmla="*/ 772 h 107"/>
                <a:gd name="T18" fmla="*/ 2205 w 168"/>
                <a:gd name="T19" fmla="*/ 661 h 107"/>
                <a:gd name="T20" fmla="*/ 1872 w 168"/>
                <a:gd name="T21" fmla="*/ 831 h 107"/>
                <a:gd name="T22" fmla="*/ 1589 w 168"/>
                <a:gd name="T23" fmla="*/ 1761 h 107"/>
                <a:gd name="T24" fmla="*/ 1163 w 168"/>
                <a:gd name="T25" fmla="*/ 1888 h 107"/>
                <a:gd name="T26" fmla="*/ 897 w 168"/>
                <a:gd name="T27" fmla="*/ 2022 h 10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8" h="107">
                  <a:moveTo>
                    <a:pt x="0" y="94"/>
                  </a:moveTo>
                  <a:cubicBezTo>
                    <a:pt x="8" y="99"/>
                    <a:pt x="16" y="101"/>
                    <a:pt x="26" y="102"/>
                  </a:cubicBezTo>
                  <a:cubicBezTo>
                    <a:pt x="36" y="104"/>
                    <a:pt x="41" y="101"/>
                    <a:pt x="50" y="97"/>
                  </a:cubicBezTo>
                  <a:cubicBezTo>
                    <a:pt x="65" y="91"/>
                    <a:pt x="82" y="91"/>
                    <a:pt x="81" y="69"/>
                  </a:cubicBezTo>
                  <a:cubicBezTo>
                    <a:pt x="81" y="80"/>
                    <a:pt x="94" y="72"/>
                    <a:pt x="98" y="68"/>
                  </a:cubicBezTo>
                  <a:cubicBezTo>
                    <a:pt x="105" y="62"/>
                    <a:pt x="110" y="55"/>
                    <a:pt x="113" y="45"/>
                  </a:cubicBezTo>
                  <a:cubicBezTo>
                    <a:pt x="118" y="27"/>
                    <a:pt x="131" y="13"/>
                    <a:pt x="144" y="0"/>
                  </a:cubicBezTo>
                  <a:cubicBezTo>
                    <a:pt x="137" y="7"/>
                    <a:pt x="137" y="18"/>
                    <a:pt x="145" y="24"/>
                  </a:cubicBezTo>
                  <a:cubicBezTo>
                    <a:pt x="153" y="29"/>
                    <a:pt x="160" y="35"/>
                    <a:pt x="168" y="41"/>
                  </a:cubicBezTo>
                  <a:cubicBezTo>
                    <a:pt x="158" y="40"/>
                    <a:pt x="150" y="33"/>
                    <a:pt x="140" y="35"/>
                  </a:cubicBezTo>
                  <a:cubicBezTo>
                    <a:pt x="133" y="36"/>
                    <a:pt x="124" y="38"/>
                    <a:pt x="119" y="44"/>
                  </a:cubicBezTo>
                  <a:cubicBezTo>
                    <a:pt x="106" y="58"/>
                    <a:pt x="105" y="74"/>
                    <a:pt x="101" y="93"/>
                  </a:cubicBezTo>
                  <a:cubicBezTo>
                    <a:pt x="92" y="94"/>
                    <a:pt x="83" y="97"/>
                    <a:pt x="74" y="100"/>
                  </a:cubicBezTo>
                  <a:cubicBezTo>
                    <a:pt x="69" y="101"/>
                    <a:pt x="61" y="103"/>
                    <a:pt x="57" y="107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24" name="Freeform 575">
              <a:extLst>
                <a:ext uri="{FF2B5EF4-FFF2-40B4-BE49-F238E27FC236}">
                  <a16:creationId xmlns:a16="http://schemas.microsoft.com/office/drawing/2014/main" id="{1F4D7CBD-F63A-4EBD-93F5-C2C695BC3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208"/>
              <a:ext cx="130" cy="224"/>
            </a:xfrm>
            <a:custGeom>
              <a:avLst/>
              <a:gdLst>
                <a:gd name="T0" fmla="*/ 813 w 52"/>
                <a:gd name="T1" fmla="*/ 0 h 84"/>
                <a:gd name="T2" fmla="*/ 583 w 52"/>
                <a:gd name="T3" fmla="*/ 456 h 84"/>
                <a:gd name="T4" fmla="*/ 375 w 52"/>
                <a:gd name="T5" fmla="*/ 853 h 84"/>
                <a:gd name="T6" fmla="*/ 250 w 52"/>
                <a:gd name="T7" fmla="*/ 1229 h 84"/>
                <a:gd name="T8" fmla="*/ 0 w 52"/>
                <a:gd name="T9" fmla="*/ 1592 h 84"/>
                <a:gd name="T10" fmla="*/ 533 w 52"/>
                <a:gd name="T11" fmla="*/ 931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84">
                  <a:moveTo>
                    <a:pt x="52" y="0"/>
                  </a:moveTo>
                  <a:cubicBezTo>
                    <a:pt x="49" y="9"/>
                    <a:pt x="42" y="16"/>
                    <a:pt x="37" y="24"/>
                  </a:cubicBezTo>
                  <a:cubicBezTo>
                    <a:pt x="33" y="31"/>
                    <a:pt x="28" y="38"/>
                    <a:pt x="24" y="45"/>
                  </a:cubicBezTo>
                  <a:cubicBezTo>
                    <a:pt x="21" y="52"/>
                    <a:pt x="19" y="58"/>
                    <a:pt x="16" y="65"/>
                  </a:cubicBezTo>
                  <a:cubicBezTo>
                    <a:pt x="12" y="73"/>
                    <a:pt x="6" y="77"/>
                    <a:pt x="0" y="84"/>
                  </a:cubicBezTo>
                  <a:cubicBezTo>
                    <a:pt x="18" y="81"/>
                    <a:pt x="27" y="64"/>
                    <a:pt x="34" y="49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25" name="Freeform 576">
              <a:extLst>
                <a:ext uri="{FF2B5EF4-FFF2-40B4-BE49-F238E27FC236}">
                  <a16:creationId xmlns:a16="http://schemas.microsoft.com/office/drawing/2014/main" id="{643E3A3A-9B56-493B-A000-FADE31D45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157"/>
              <a:ext cx="32" cy="51"/>
            </a:xfrm>
            <a:custGeom>
              <a:avLst/>
              <a:gdLst>
                <a:gd name="T0" fmla="*/ 12 w 13"/>
                <a:gd name="T1" fmla="*/ 35 h 19"/>
                <a:gd name="T2" fmla="*/ 0 w 13"/>
                <a:gd name="T3" fmla="*/ 368 h 19"/>
                <a:gd name="T4" fmla="*/ 194 w 13"/>
                <a:gd name="T5" fmla="*/ 0 h 19"/>
                <a:gd name="T6" fmla="*/ 30 w 13"/>
                <a:gd name="T7" fmla="*/ 8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1" y="2"/>
                  </a:moveTo>
                  <a:cubicBezTo>
                    <a:pt x="1" y="7"/>
                    <a:pt x="0" y="13"/>
                    <a:pt x="0" y="19"/>
                  </a:cubicBezTo>
                  <a:cubicBezTo>
                    <a:pt x="5" y="14"/>
                    <a:pt x="7" y="6"/>
                    <a:pt x="13" y="0"/>
                  </a:cubicBezTo>
                  <a:cubicBezTo>
                    <a:pt x="10" y="2"/>
                    <a:pt x="5" y="6"/>
                    <a:pt x="2" y="4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26" name="Freeform 577">
              <a:extLst>
                <a:ext uri="{FF2B5EF4-FFF2-40B4-BE49-F238E27FC236}">
                  <a16:creationId xmlns:a16="http://schemas.microsoft.com/office/drawing/2014/main" id="{870C029C-AFEA-4EA7-9C2B-2083EC122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32"/>
              <a:ext cx="47" cy="160"/>
            </a:xfrm>
            <a:custGeom>
              <a:avLst/>
              <a:gdLst>
                <a:gd name="T0" fmla="*/ 0 w 19"/>
                <a:gd name="T1" fmla="*/ 320 h 60"/>
                <a:gd name="T2" fmla="*/ 134 w 19"/>
                <a:gd name="T3" fmla="*/ 717 h 60"/>
                <a:gd name="T4" fmla="*/ 195 w 19"/>
                <a:gd name="T5" fmla="*/ 1139 h 60"/>
                <a:gd name="T6" fmla="*/ 257 w 19"/>
                <a:gd name="T7" fmla="*/ 568 h 60"/>
                <a:gd name="T8" fmla="*/ 166 w 19"/>
                <a:gd name="T9" fmla="*/ 285 h 60"/>
                <a:gd name="T10" fmla="*/ 166 w 19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60">
                  <a:moveTo>
                    <a:pt x="0" y="17"/>
                  </a:moveTo>
                  <a:cubicBezTo>
                    <a:pt x="3" y="24"/>
                    <a:pt x="6" y="31"/>
                    <a:pt x="9" y="38"/>
                  </a:cubicBezTo>
                  <a:cubicBezTo>
                    <a:pt x="11" y="44"/>
                    <a:pt x="15" y="53"/>
                    <a:pt x="13" y="60"/>
                  </a:cubicBezTo>
                  <a:cubicBezTo>
                    <a:pt x="15" y="50"/>
                    <a:pt x="19" y="40"/>
                    <a:pt x="17" y="30"/>
                  </a:cubicBezTo>
                  <a:cubicBezTo>
                    <a:pt x="16" y="24"/>
                    <a:pt x="12" y="20"/>
                    <a:pt x="11" y="15"/>
                  </a:cubicBezTo>
                  <a:cubicBezTo>
                    <a:pt x="10" y="10"/>
                    <a:pt x="13" y="4"/>
                    <a:pt x="11" y="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27" name="Freeform 578">
              <a:extLst>
                <a:ext uri="{FF2B5EF4-FFF2-40B4-BE49-F238E27FC236}">
                  <a16:creationId xmlns:a16="http://schemas.microsoft.com/office/drawing/2014/main" id="{EE8048C8-FFE8-4ED5-87D5-F0317E607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715"/>
              <a:ext cx="262" cy="376"/>
            </a:xfrm>
            <a:custGeom>
              <a:avLst/>
              <a:gdLst>
                <a:gd name="T0" fmla="*/ 479 w 105"/>
                <a:gd name="T1" fmla="*/ 1480 h 141"/>
                <a:gd name="T2" fmla="*/ 791 w 105"/>
                <a:gd name="T3" fmla="*/ 1971 h 141"/>
                <a:gd name="T4" fmla="*/ 1228 w 105"/>
                <a:gd name="T5" fmla="*/ 1877 h 141"/>
                <a:gd name="T6" fmla="*/ 1632 w 105"/>
                <a:gd name="T7" fmla="*/ 1856 h 141"/>
                <a:gd name="T8" fmla="*/ 1228 w 105"/>
                <a:gd name="T9" fmla="*/ 1933 h 141"/>
                <a:gd name="T10" fmla="*/ 903 w 105"/>
                <a:gd name="T11" fmla="*/ 2125 h 141"/>
                <a:gd name="T12" fmla="*/ 437 w 105"/>
                <a:gd name="T13" fmla="*/ 2675 h 141"/>
                <a:gd name="T14" fmla="*/ 417 w 105"/>
                <a:gd name="T15" fmla="*/ 2355 h 141"/>
                <a:gd name="T16" fmla="*/ 417 w 105"/>
                <a:gd name="T17" fmla="*/ 1955 h 141"/>
                <a:gd name="T18" fmla="*/ 374 w 105"/>
                <a:gd name="T19" fmla="*/ 1139 h 141"/>
                <a:gd name="T20" fmla="*/ 92 w 105"/>
                <a:gd name="T21" fmla="*/ 477 h 141"/>
                <a:gd name="T22" fmla="*/ 0 w 105"/>
                <a:gd name="T23" fmla="*/ 136 h 141"/>
                <a:gd name="T24" fmla="*/ 12 w 105"/>
                <a:gd name="T25" fmla="*/ 0 h 141"/>
                <a:gd name="T26" fmla="*/ 230 w 105"/>
                <a:gd name="T27" fmla="*/ 456 h 141"/>
                <a:gd name="T28" fmla="*/ 404 w 105"/>
                <a:gd name="T29" fmla="*/ 477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5" h="141">
                  <a:moveTo>
                    <a:pt x="31" y="78"/>
                  </a:moveTo>
                  <a:cubicBezTo>
                    <a:pt x="35" y="87"/>
                    <a:pt x="39" y="103"/>
                    <a:pt x="51" y="104"/>
                  </a:cubicBezTo>
                  <a:cubicBezTo>
                    <a:pt x="60" y="105"/>
                    <a:pt x="71" y="100"/>
                    <a:pt x="79" y="99"/>
                  </a:cubicBezTo>
                  <a:cubicBezTo>
                    <a:pt x="86" y="98"/>
                    <a:pt x="99" y="94"/>
                    <a:pt x="105" y="98"/>
                  </a:cubicBezTo>
                  <a:cubicBezTo>
                    <a:pt x="98" y="96"/>
                    <a:pt x="87" y="100"/>
                    <a:pt x="79" y="102"/>
                  </a:cubicBezTo>
                  <a:cubicBezTo>
                    <a:pt x="71" y="104"/>
                    <a:pt x="66" y="108"/>
                    <a:pt x="58" y="112"/>
                  </a:cubicBezTo>
                  <a:cubicBezTo>
                    <a:pt x="46" y="120"/>
                    <a:pt x="35" y="129"/>
                    <a:pt x="28" y="141"/>
                  </a:cubicBezTo>
                  <a:cubicBezTo>
                    <a:pt x="30" y="136"/>
                    <a:pt x="27" y="129"/>
                    <a:pt x="27" y="124"/>
                  </a:cubicBezTo>
                  <a:cubicBezTo>
                    <a:pt x="27" y="117"/>
                    <a:pt x="27" y="110"/>
                    <a:pt x="27" y="103"/>
                  </a:cubicBezTo>
                  <a:cubicBezTo>
                    <a:pt x="28" y="89"/>
                    <a:pt x="28" y="73"/>
                    <a:pt x="24" y="60"/>
                  </a:cubicBezTo>
                  <a:cubicBezTo>
                    <a:pt x="20" y="47"/>
                    <a:pt x="12" y="37"/>
                    <a:pt x="6" y="25"/>
                  </a:cubicBezTo>
                  <a:cubicBezTo>
                    <a:pt x="4" y="20"/>
                    <a:pt x="1" y="13"/>
                    <a:pt x="0" y="7"/>
                  </a:cubicBezTo>
                  <a:cubicBezTo>
                    <a:pt x="0" y="5"/>
                    <a:pt x="2" y="3"/>
                    <a:pt x="1" y="0"/>
                  </a:cubicBezTo>
                  <a:cubicBezTo>
                    <a:pt x="3" y="8"/>
                    <a:pt x="8" y="20"/>
                    <a:pt x="15" y="24"/>
                  </a:cubicBezTo>
                  <a:cubicBezTo>
                    <a:pt x="20" y="28"/>
                    <a:pt x="22" y="23"/>
                    <a:pt x="26" y="25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28" name="Freeform 579">
              <a:extLst>
                <a:ext uri="{FF2B5EF4-FFF2-40B4-BE49-F238E27FC236}">
                  <a16:creationId xmlns:a16="http://schemas.microsoft.com/office/drawing/2014/main" id="{AD69A7E8-1688-462B-A4C2-C917C8298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619"/>
              <a:ext cx="27" cy="42"/>
            </a:xfrm>
            <a:custGeom>
              <a:avLst/>
              <a:gdLst>
                <a:gd name="T0" fmla="*/ 61 w 11"/>
                <a:gd name="T1" fmla="*/ 0 h 16"/>
                <a:gd name="T2" fmla="*/ 0 w 11"/>
                <a:gd name="T3" fmla="*/ 289 h 16"/>
                <a:gd name="T4" fmla="*/ 91 w 11"/>
                <a:gd name="T5" fmla="*/ 179 h 16"/>
                <a:gd name="T6" fmla="*/ 162 w 11"/>
                <a:gd name="T7" fmla="*/ 16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4" y="0"/>
                  </a:moveTo>
                  <a:cubicBezTo>
                    <a:pt x="2" y="5"/>
                    <a:pt x="3" y="12"/>
                    <a:pt x="0" y="16"/>
                  </a:cubicBezTo>
                  <a:cubicBezTo>
                    <a:pt x="1" y="13"/>
                    <a:pt x="3" y="11"/>
                    <a:pt x="6" y="10"/>
                  </a:cubicBezTo>
                  <a:cubicBezTo>
                    <a:pt x="8" y="9"/>
                    <a:pt x="11" y="10"/>
                    <a:pt x="11" y="9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29" name="Freeform 580">
              <a:extLst>
                <a:ext uri="{FF2B5EF4-FFF2-40B4-BE49-F238E27FC236}">
                  <a16:creationId xmlns:a16="http://schemas.microsoft.com/office/drawing/2014/main" id="{C6AA98E9-B0DE-4DE8-A0AD-F62199003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477"/>
              <a:ext cx="35" cy="35"/>
            </a:xfrm>
            <a:custGeom>
              <a:avLst/>
              <a:gdLst>
                <a:gd name="T0" fmla="*/ 63 w 14"/>
                <a:gd name="T1" fmla="*/ 0 h 13"/>
                <a:gd name="T2" fmla="*/ 0 w 14"/>
                <a:gd name="T3" fmla="*/ 94 h 13"/>
                <a:gd name="T4" fmla="*/ 220 w 14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  <a:cubicBezTo>
                    <a:pt x="4" y="8"/>
                    <a:pt x="9" y="12"/>
                    <a:pt x="14" y="13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30" name="Freeform 581">
              <a:extLst>
                <a:ext uri="{FF2B5EF4-FFF2-40B4-BE49-F238E27FC236}">
                  <a16:creationId xmlns:a16="http://schemas.microsoft.com/office/drawing/2014/main" id="{208B5280-ECAF-4A1F-84D1-F7815CBCA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709"/>
              <a:ext cx="40" cy="86"/>
            </a:xfrm>
            <a:custGeom>
              <a:avLst/>
              <a:gdLst>
                <a:gd name="T0" fmla="*/ 63 w 16"/>
                <a:gd name="T1" fmla="*/ 0 h 32"/>
                <a:gd name="T2" fmla="*/ 0 w 16"/>
                <a:gd name="T3" fmla="*/ 621 h 32"/>
                <a:gd name="T4" fmla="*/ 250 w 16"/>
                <a:gd name="T5" fmla="*/ 599 h 32"/>
                <a:gd name="T6" fmla="*/ 95 w 16"/>
                <a:gd name="T7" fmla="*/ 39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4" y="0"/>
                  </a:moveTo>
                  <a:cubicBezTo>
                    <a:pt x="4" y="11"/>
                    <a:pt x="2" y="21"/>
                    <a:pt x="0" y="32"/>
                  </a:cubicBezTo>
                  <a:cubicBezTo>
                    <a:pt x="3" y="28"/>
                    <a:pt x="12" y="28"/>
                    <a:pt x="16" y="31"/>
                  </a:cubicBezTo>
                  <a:cubicBezTo>
                    <a:pt x="13" y="29"/>
                    <a:pt x="4" y="24"/>
                    <a:pt x="6" y="2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31" name="Freeform 582">
              <a:extLst>
                <a:ext uri="{FF2B5EF4-FFF2-40B4-BE49-F238E27FC236}">
                  <a16:creationId xmlns:a16="http://schemas.microsoft.com/office/drawing/2014/main" id="{F96CA09C-1D14-4E6D-95DA-6DC5C1437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035"/>
              <a:ext cx="25" cy="88"/>
            </a:xfrm>
            <a:custGeom>
              <a:avLst/>
              <a:gdLst>
                <a:gd name="T0" fmla="*/ 0 w 10"/>
                <a:gd name="T1" fmla="*/ 307 h 33"/>
                <a:gd name="T2" fmla="*/ 113 w 10"/>
                <a:gd name="T3" fmla="*/ 627 h 33"/>
                <a:gd name="T4" fmla="*/ 125 w 1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3">
                  <a:moveTo>
                    <a:pt x="0" y="16"/>
                  </a:moveTo>
                  <a:cubicBezTo>
                    <a:pt x="8" y="18"/>
                    <a:pt x="7" y="27"/>
                    <a:pt x="7" y="33"/>
                  </a:cubicBezTo>
                  <a:cubicBezTo>
                    <a:pt x="10" y="23"/>
                    <a:pt x="7" y="9"/>
                    <a:pt x="8" y="0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32" name="Freeform 583">
              <a:extLst>
                <a:ext uri="{FF2B5EF4-FFF2-40B4-BE49-F238E27FC236}">
                  <a16:creationId xmlns:a16="http://schemas.microsoft.com/office/drawing/2014/main" id="{231553FF-4CF5-4115-B6EF-ED378BA6B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240"/>
              <a:ext cx="38" cy="96"/>
            </a:xfrm>
            <a:custGeom>
              <a:avLst/>
              <a:gdLst>
                <a:gd name="T0" fmla="*/ 243 w 15"/>
                <a:gd name="T1" fmla="*/ 0 h 36"/>
                <a:gd name="T2" fmla="*/ 84 w 15"/>
                <a:gd name="T3" fmla="*/ 683 h 36"/>
                <a:gd name="T4" fmla="*/ 0 w 15"/>
                <a:gd name="T5" fmla="*/ 512 h 36"/>
                <a:gd name="T6" fmla="*/ 213 w 15"/>
                <a:gd name="T7" fmla="*/ 11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6">
                  <a:moveTo>
                    <a:pt x="15" y="0"/>
                  </a:moveTo>
                  <a:cubicBezTo>
                    <a:pt x="15" y="12"/>
                    <a:pt x="7" y="24"/>
                    <a:pt x="5" y="36"/>
                  </a:cubicBezTo>
                  <a:cubicBezTo>
                    <a:pt x="7" y="32"/>
                    <a:pt x="5" y="27"/>
                    <a:pt x="0" y="27"/>
                  </a:cubicBezTo>
                  <a:cubicBezTo>
                    <a:pt x="0" y="18"/>
                    <a:pt x="10" y="14"/>
                    <a:pt x="13" y="6"/>
                  </a:cubicBezTo>
                </a:path>
              </a:pathLst>
            </a:custGeom>
            <a:solidFill>
              <a:srgbClr val="90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33" name="Freeform 584">
              <a:extLst>
                <a:ext uri="{FF2B5EF4-FFF2-40B4-BE49-F238E27FC236}">
                  <a16:creationId xmlns:a16="http://schemas.microsoft.com/office/drawing/2014/main" id="{F9C4EE21-A727-439A-8709-CA15721AF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096"/>
              <a:ext cx="92" cy="67"/>
            </a:xfrm>
            <a:custGeom>
              <a:avLst/>
              <a:gdLst>
                <a:gd name="T0" fmla="*/ 42 w 37"/>
                <a:gd name="T1" fmla="*/ 115 h 25"/>
                <a:gd name="T2" fmla="*/ 0 w 37"/>
                <a:gd name="T3" fmla="*/ 482 h 25"/>
                <a:gd name="T4" fmla="*/ 557 w 37"/>
                <a:gd name="T5" fmla="*/ 230 h 25"/>
                <a:gd name="T6" fmla="*/ 167 w 37"/>
                <a:gd name="T7" fmla="*/ 3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5">
                  <a:moveTo>
                    <a:pt x="3" y="6"/>
                  </a:moveTo>
                  <a:cubicBezTo>
                    <a:pt x="6" y="12"/>
                    <a:pt x="6" y="24"/>
                    <a:pt x="0" y="25"/>
                  </a:cubicBezTo>
                  <a:cubicBezTo>
                    <a:pt x="6" y="23"/>
                    <a:pt x="35" y="19"/>
                    <a:pt x="36" y="12"/>
                  </a:cubicBezTo>
                  <a:cubicBezTo>
                    <a:pt x="37" y="0"/>
                    <a:pt x="18" y="8"/>
                    <a:pt x="11" y="2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34" name="Freeform 585">
              <a:extLst>
                <a:ext uri="{FF2B5EF4-FFF2-40B4-BE49-F238E27FC236}">
                  <a16:creationId xmlns:a16="http://schemas.microsoft.com/office/drawing/2014/main" id="{2993BC4C-FB7F-4346-B1EB-D87E137E2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181"/>
              <a:ext cx="65" cy="51"/>
            </a:xfrm>
            <a:custGeom>
              <a:avLst/>
              <a:gdLst>
                <a:gd name="T0" fmla="*/ 0 w 26"/>
                <a:gd name="T1" fmla="*/ 150 h 19"/>
                <a:gd name="T2" fmla="*/ 238 w 26"/>
                <a:gd name="T3" fmla="*/ 0 h 19"/>
                <a:gd name="T4" fmla="*/ 408 w 26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0" y="8"/>
                  </a:moveTo>
                  <a:cubicBezTo>
                    <a:pt x="6" y="7"/>
                    <a:pt x="11" y="3"/>
                    <a:pt x="15" y="0"/>
                  </a:cubicBezTo>
                  <a:cubicBezTo>
                    <a:pt x="17" y="6"/>
                    <a:pt x="24" y="14"/>
                    <a:pt x="26" y="19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35" name="Freeform 586">
              <a:extLst>
                <a:ext uri="{FF2B5EF4-FFF2-40B4-BE49-F238E27FC236}">
                  <a16:creationId xmlns:a16="http://schemas.microsoft.com/office/drawing/2014/main" id="{80BE4A1E-740A-4A28-BC4C-6D86475EF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416"/>
              <a:ext cx="93" cy="85"/>
            </a:xfrm>
            <a:custGeom>
              <a:avLst/>
              <a:gdLst>
                <a:gd name="T0" fmla="*/ 0 w 37"/>
                <a:gd name="T1" fmla="*/ 56 h 32"/>
                <a:gd name="T2" fmla="*/ 588 w 37"/>
                <a:gd name="T3" fmla="*/ 35 h 32"/>
                <a:gd name="T4" fmla="*/ 410 w 37"/>
                <a:gd name="T5" fmla="*/ 600 h 32"/>
                <a:gd name="T6" fmla="*/ 113 w 37"/>
                <a:gd name="T7" fmla="*/ 14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2">
                  <a:moveTo>
                    <a:pt x="0" y="3"/>
                  </a:moveTo>
                  <a:cubicBezTo>
                    <a:pt x="12" y="5"/>
                    <a:pt x="25" y="0"/>
                    <a:pt x="37" y="2"/>
                  </a:cubicBezTo>
                  <a:cubicBezTo>
                    <a:pt x="26" y="6"/>
                    <a:pt x="25" y="22"/>
                    <a:pt x="26" y="32"/>
                  </a:cubicBezTo>
                  <a:cubicBezTo>
                    <a:pt x="25" y="22"/>
                    <a:pt x="13" y="15"/>
                    <a:pt x="7" y="8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36" name="Freeform 587">
              <a:extLst>
                <a:ext uri="{FF2B5EF4-FFF2-40B4-BE49-F238E27FC236}">
                  <a16:creationId xmlns:a16="http://schemas.microsoft.com/office/drawing/2014/main" id="{1DA3AA4C-79FB-4185-9594-678C53119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381"/>
              <a:ext cx="45" cy="112"/>
            </a:xfrm>
            <a:custGeom>
              <a:avLst/>
              <a:gdLst>
                <a:gd name="T0" fmla="*/ 63 w 18"/>
                <a:gd name="T1" fmla="*/ 0 h 42"/>
                <a:gd name="T2" fmla="*/ 208 w 18"/>
                <a:gd name="T3" fmla="*/ 797 h 42"/>
                <a:gd name="T4" fmla="*/ 283 w 18"/>
                <a:gd name="T5" fmla="*/ 648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2">
                  <a:moveTo>
                    <a:pt x="4" y="0"/>
                  </a:moveTo>
                  <a:cubicBezTo>
                    <a:pt x="0" y="15"/>
                    <a:pt x="4" y="30"/>
                    <a:pt x="13" y="42"/>
                  </a:cubicBezTo>
                  <a:cubicBezTo>
                    <a:pt x="14" y="40"/>
                    <a:pt x="17" y="37"/>
                    <a:pt x="18" y="34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37" name="Freeform 588">
              <a:extLst>
                <a:ext uri="{FF2B5EF4-FFF2-40B4-BE49-F238E27FC236}">
                  <a16:creationId xmlns:a16="http://schemas.microsoft.com/office/drawing/2014/main" id="{2405F20E-C90F-454E-9839-E81B06141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195"/>
              <a:ext cx="68" cy="192"/>
            </a:xfrm>
            <a:custGeom>
              <a:avLst/>
              <a:gdLst>
                <a:gd name="T0" fmla="*/ 413 w 27"/>
                <a:gd name="T1" fmla="*/ 0 h 72"/>
                <a:gd name="T2" fmla="*/ 431 w 27"/>
                <a:gd name="T3" fmla="*/ 1365 h 72"/>
                <a:gd name="T4" fmla="*/ 400 w 27"/>
                <a:gd name="T5" fmla="*/ 307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2">
                  <a:moveTo>
                    <a:pt x="26" y="0"/>
                  </a:moveTo>
                  <a:cubicBezTo>
                    <a:pt x="14" y="29"/>
                    <a:pt x="0" y="46"/>
                    <a:pt x="27" y="72"/>
                  </a:cubicBezTo>
                  <a:cubicBezTo>
                    <a:pt x="27" y="55"/>
                    <a:pt x="15" y="32"/>
                    <a:pt x="25" y="16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38" name="Freeform 589">
              <a:extLst>
                <a:ext uri="{FF2B5EF4-FFF2-40B4-BE49-F238E27FC236}">
                  <a16:creationId xmlns:a16="http://schemas.microsoft.com/office/drawing/2014/main" id="{4CD86C63-5B18-4C23-8861-3B7A8C55E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557"/>
              <a:ext cx="62" cy="192"/>
            </a:xfrm>
            <a:custGeom>
              <a:avLst/>
              <a:gdLst>
                <a:gd name="T0" fmla="*/ 290 w 25"/>
                <a:gd name="T1" fmla="*/ 93 h 72"/>
                <a:gd name="T2" fmla="*/ 62 w 25"/>
                <a:gd name="T3" fmla="*/ 568 h 72"/>
                <a:gd name="T4" fmla="*/ 136 w 25"/>
                <a:gd name="T5" fmla="*/ 1365 h 72"/>
                <a:gd name="T6" fmla="*/ 196 w 25"/>
                <a:gd name="T7" fmla="*/ 704 h 72"/>
                <a:gd name="T8" fmla="*/ 382 w 25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2">
                  <a:moveTo>
                    <a:pt x="19" y="5"/>
                  </a:moveTo>
                  <a:cubicBezTo>
                    <a:pt x="14" y="14"/>
                    <a:pt x="7" y="20"/>
                    <a:pt x="4" y="30"/>
                  </a:cubicBezTo>
                  <a:cubicBezTo>
                    <a:pt x="0" y="46"/>
                    <a:pt x="5" y="57"/>
                    <a:pt x="9" y="72"/>
                  </a:cubicBezTo>
                  <a:cubicBezTo>
                    <a:pt x="14" y="61"/>
                    <a:pt x="11" y="49"/>
                    <a:pt x="13" y="37"/>
                  </a:cubicBezTo>
                  <a:cubicBezTo>
                    <a:pt x="15" y="24"/>
                    <a:pt x="21" y="12"/>
                    <a:pt x="25" y="0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39" name="Freeform 590">
              <a:extLst>
                <a:ext uri="{FF2B5EF4-FFF2-40B4-BE49-F238E27FC236}">
                  <a16:creationId xmlns:a16="http://schemas.microsoft.com/office/drawing/2014/main" id="{FD7B05EB-67C2-4AB8-94F9-E6BE9670E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235"/>
              <a:ext cx="42" cy="202"/>
            </a:xfrm>
            <a:custGeom>
              <a:avLst/>
              <a:gdLst>
                <a:gd name="T0" fmla="*/ 121 w 17"/>
                <a:gd name="T1" fmla="*/ 0 h 76"/>
                <a:gd name="T2" fmla="*/ 74 w 17"/>
                <a:gd name="T3" fmla="*/ 691 h 76"/>
                <a:gd name="T4" fmla="*/ 195 w 17"/>
                <a:gd name="T5" fmla="*/ 1427 h 76"/>
                <a:gd name="T6" fmla="*/ 257 w 17"/>
                <a:gd name="T7" fmla="*/ 136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6">
                  <a:moveTo>
                    <a:pt x="8" y="0"/>
                  </a:moveTo>
                  <a:cubicBezTo>
                    <a:pt x="7" y="12"/>
                    <a:pt x="7" y="24"/>
                    <a:pt x="5" y="37"/>
                  </a:cubicBezTo>
                  <a:cubicBezTo>
                    <a:pt x="3" y="50"/>
                    <a:pt x="0" y="68"/>
                    <a:pt x="13" y="76"/>
                  </a:cubicBezTo>
                  <a:cubicBezTo>
                    <a:pt x="15" y="53"/>
                    <a:pt x="12" y="30"/>
                    <a:pt x="17" y="7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40" name="Freeform 591">
              <a:extLst>
                <a:ext uri="{FF2B5EF4-FFF2-40B4-BE49-F238E27FC236}">
                  <a16:creationId xmlns:a16="http://schemas.microsoft.com/office/drawing/2014/main" id="{566D1CE6-A880-49D2-8F92-286FF8472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1901"/>
              <a:ext cx="88" cy="86"/>
            </a:xfrm>
            <a:custGeom>
              <a:avLst/>
              <a:gdLst>
                <a:gd name="T0" fmla="*/ 176 w 35"/>
                <a:gd name="T1" fmla="*/ 0 h 32"/>
                <a:gd name="T2" fmla="*/ 0 w 35"/>
                <a:gd name="T3" fmla="*/ 449 h 32"/>
                <a:gd name="T4" fmla="*/ 556 w 35"/>
                <a:gd name="T5" fmla="*/ 59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2">
                  <a:moveTo>
                    <a:pt x="11" y="0"/>
                  </a:moveTo>
                  <a:cubicBezTo>
                    <a:pt x="15" y="12"/>
                    <a:pt x="7" y="16"/>
                    <a:pt x="0" y="23"/>
                  </a:cubicBezTo>
                  <a:cubicBezTo>
                    <a:pt x="10" y="29"/>
                    <a:pt x="27" y="32"/>
                    <a:pt x="35" y="31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41" name="Freeform 592">
              <a:extLst>
                <a:ext uri="{FF2B5EF4-FFF2-40B4-BE49-F238E27FC236}">
                  <a16:creationId xmlns:a16="http://schemas.microsoft.com/office/drawing/2014/main" id="{CA376C25-F2A5-43BA-BDEE-B33C2AF74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781"/>
              <a:ext cx="60" cy="99"/>
            </a:xfrm>
            <a:custGeom>
              <a:avLst/>
              <a:gdLst>
                <a:gd name="T0" fmla="*/ 95 w 24"/>
                <a:gd name="T1" fmla="*/ 0 h 37"/>
                <a:gd name="T2" fmla="*/ 0 w 24"/>
                <a:gd name="T3" fmla="*/ 709 h 37"/>
                <a:gd name="T4" fmla="*/ 375 w 24"/>
                <a:gd name="T5" fmla="*/ 47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7">
                  <a:moveTo>
                    <a:pt x="6" y="0"/>
                  </a:moveTo>
                  <a:cubicBezTo>
                    <a:pt x="6" y="13"/>
                    <a:pt x="6" y="25"/>
                    <a:pt x="0" y="37"/>
                  </a:cubicBezTo>
                  <a:cubicBezTo>
                    <a:pt x="5" y="30"/>
                    <a:pt x="15" y="26"/>
                    <a:pt x="24" y="25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42" name="Freeform 593">
              <a:extLst>
                <a:ext uri="{FF2B5EF4-FFF2-40B4-BE49-F238E27FC236}">
                  <a16:creationId xmlns:a16="http://schemas.microsoft.com/office/drawing/2014/main" id="{D3F884B6-7D4F-4EAF-B69C-421AA8857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837"/>
              <a:ext cx="58" cy="56"/>
            </a:xfrm>
            <a:custGeom>
              <a:avLst/>
              <a:gdLst>
                <a:gd name="T0" fmla="*/ 146 w 23"/>
                <a:gd name="T1" fmla="*/ 77 h 21"/>
                <a:gd name="T2" fmla="*/ 0 w 23"/>
                <a:gd name="T3" fmla="*/ 363 h 21"/>
                <a:gd name="T4" fmla="*/ 351 w 23"/>
                <a:gd name="T5" fmla="*/ 376 h 21"/>
                <a:gd name="T6" fmla="*/ 368 w 23"/>
                <a:gd name="T7" fmla="*/ 363 h 21"/>
                <a:gd name="T8" fmla="*/ 209 w 2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9" y="4"/>
                  </a:moveTo>
                  <a:cubicBezTo>
                    <a:pt x="6" y="9"/>
                    <a:pt x="1" y="14"/>
                    <a:pt x="0" y="19"/>
                  </a:cubicBezTo>
                  <a:cubicBezTo>
                    <a:pt x="7" y="21"/>
                    <a:pt x="14" y="16"/>
                    <a:pt x="22" y="20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1" y="11"/>
                    <a:pt x="9" y="10"/>
                    <a:pt x="13" y="0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43" name="Freeform 594">
              <a:extLst>
                <a:ext uri="{FF2B5EF4-FFF2-40B4-BE49-F238E27FC236}">
                  <a16:creationId xmlns:a16="http://schemas.microsoft.com/office/drawing/2014/main" id="{1FA5F30E-CC29-4693-9547-89D74A2BE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099"/>
              <a:ext cx="37" cy="32"/>
            </a:xfrm>
            <a:custGeom>
              <a:avLst/>
              <a:gdLst>
                <a:gd name="T0" fmla="*/ 0 w 15"/>
                <a:gd name="T1" fmla="*/ 0 h 12"/>
                <a:gd name="T2" fmla="*/ 0 w 15"/>
                <a:gd name="T3" fmla="*/ 227 h 12"/>
                <a:gd name="T4" fmla="*/ 224 w 15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  <a:cubicBezTo>
                    <a:pt x="5" y="11"/>
                    <a:pt x="12" y="7"/>
                    <a:pt x="15" y="7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44" name="Freeform 595">
              <a:extLst>
                <a:ext uri="{FF2B5EF4-FFF2-40B4-BE49-F238E27FC236}">
                  <a16:creationId xmlns:a16="http://schemas.microsoft.com/office/drawing/2014/main" id="{1CCF2BEE-61AD-432B-A7F2-8C3276173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160"/>
              <a:ext cx="68" cy="45"/>
            </a:xfrm>
            <a:custGeom>
              <a:avLst/>
              <a:gdLst>
                <a:gd name="T0" fmla="*/ 0 w 27"/>
                <a:gd name="T1" fmla="*/ 0 h 17"/>
                <a:gd name="T2" fmla="*/ 33 w 27"/>
                <a:gd name="T3" fmla="*/ 315 h 17"/>
                <a:gd name="T4" fmla="*/ 431 w 27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7">
                  <a:moveTo>
                    <a:pt x="0" y="0"/>
                  </a:moveTo>
                  <a:cubicBezTo>
                    <a:pt x="1" y="6"/>
                    <a:pt x="5" y="11"/>
                    <a:pt x="2" y="17"/>
                  </a:cubicBezTo>
                  <a:cubicBezTo>
                    <a:pt x="11" y="16"/>
                    <a:pt x="18" y="9"/>
                    <a:pt x="27" y="10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45" name="Freeform 596">
              <a:extLst>
                <a:ext uri="{FF2B5EF4-FFF2-40B4-BE49-F238E27FC236}">
                  <a16:creationId xmlns:a16="http://schemas.microsoft.com/office/drawing/2014/main" id="{EB02AACE-4DB2-425A-8424-F6FB21869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291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20 w 22"/>
                <a:gd name="T3" fmla="*/ 285 h 15"/>
                <a:gd name="T4" fmla="*/ 345 w 22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1" y="5"/>
                    <a:pt x="1" y="10"/>
                    <a:pt x="1" y="15"/>
                  </a:cubicBezTo>
                  <a:cubicBezTo>
                    <a:pt x="7" y="14"/>
                    <a:pt x="15" y="11"/>
                    <a:pt x="22" y="10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46" name="Freeform 597">
              <a:extLst>
                <a:ext uri="{FF2B5EF4-FFF2-40B4-BE49-F238E27FC236}">
                  <a16:creationId xmlns:a16="http://schemas.microsoft.com/office/drawing/2014/main" id="{948EB3B1-0B59-40E6-BE1E-3F97A7EAB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301"/>
              <a:ext cx="72" cy="64"/>
            </a:xfrm>
            <a:custGeom>
              <a:avLst/>
              <a:gdLst>
                <a:gd name="T0" fmla="*/ 0 w 29"/>
                <a:gd name="T1" fmla="*/ 227 h 24"/>
                <a:gd name="T2" fmla="*/ 216 w 29"/>
                <a:gd name="T3" fmla="*/ 456 h 24"/>
                <a:gd name="T4" fmla="*/ 308 w 29"/>
                <a:gd name="T5" fmla="*/ 285 h 24"/>
                <a:gd name="T6" fmla="*/ 412 w 29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4">
                  <a:moveTo>
                    <a:pt x="0" y="12"/>
                  </a:moveTo>
                  <a:cubicBezTo>
                    <a:pt x="10" y="10"/>
                    <a:pt x="9" y="20"/>
                    <a:pt x="14" y="24"/>
                  </a:cubicBezTo>
                  <a:cubicBezTo>
                    <a:pt x="17" y="21"/>
                    <a:pt x="18" y="18"/>
                    <a:pt x="20" y="15"/>
                  </a:cubicBezTo>
                  <a:cubicBezTo>
                    <a:pt x="22" y="11"/>
                    <a:pt x="29" y="0"/>
                    <a:pt x="27" y="1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47" name="Freeform 598">
              <a:extLst>
                <a:ext uri="{FF2B5EF4-FFF2-40B4-BE49-F238E27FC236}">
                  <a16:creationId xmlns:a16="http://schemas.microsoft.com/office/drawing/2014/main" id="{30CE0451-271E-4B60-AE42-48D8B853E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245"/>
              <a:ext cx="72" cy="56"/>
            </a:xfrm>
            <a:custGeom>
              <a:avLst/>
              <a:gdLst>
                <a:gd name="T0" fmla="*/ 0 w 29"/>
                <a:gd name="T1" fmla="*/ 248 h 21"/>
                <a:gd name="T2" fmla="*/ 444 w 29"/>
                <a:gd name="T3" fmla="*/ 0 h 21"/>
                <a:gd name="T4" fmla="*/ 370 w 29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13"/>
                  </a:moveTo>
                  <a:cubicBezTo>
                    <a:pt x="10" y="12"/>
                    <a:pt x="22" y="6"/>
                    <a:pt x="29" y="0"/>
                  </a:cubicBezTo>
                  <a:cubicBezTo>
                    <a:pt x="29" y="7"/>
                    <a:pt x="24" y="14"/>
                    <a:pt x="24" y="21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48" name="Freeform 599">
              <a:extLst>
                <a:ext uri="{FF2B5EF4-FFF2-40B4-BE49-F238E27FC236}">
                  <a16:creationId xmlns:a16="http://schemas.microsoft.com/office/drawing/2014/main" id="{562125B1-6349-49C4-8295-9ABDE8924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928"/>
              <a:ext cx="35" cy="88"/>
            </a:xfrm>
            <a:custGeom>
              <a:avLst/>
              <a:gdLst>
                <a:gd name="T0" fmla="*/ 0 w 14"/>
                <a:gd name="T1" fmla="*/ 0 h 33"/>
                <a:gd name="T2" fmla="*/ 188 w 14"/>
                <a:gd name="T3" fmla="*/ 35 h 33"/>
                <a:gd name="T4" fmla="*/ 63 w 14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3" y="6"/>
                    <a:pt x="8" y="5"/>
                    <a:pt x="12" y="2"/>
                  </a:cubicBezTo>
                  <a:cubicBezTo>
                    <a:pt x="14" y="12"/>
                    <a:pt x="8" y="23"/>
                    <a:pt x="4" y="33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49" name="Freeform 600">
              <a:extLst>
                <a:ext uri="{FF2B5EF4-FFF2-40B4-BE49-F238E27FC236}">
                  <a16:creationId xmlns:a16="http://schemas.microsoft.com/office/drawing/2014/main" id="{D1FA4AEC-1D50-45E5-BDB3-93FDB102D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992"/>
              <a:ext cx="45" cy="64"/>
            </a:xfrm>
            <a:custGeom>
              <a:avLst/>
              <a:gdLst>
                <a:gd name="T0" fmla="*/ 20 w 18"/>
                <a:gd name="T1" fmla="*/ 0 h 24"/>
                <a:gd name="T2" fmla="*/ 0 w 18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1" y="0"/>
                  </a:moveTo>
                  <a:cubicBezTo>
                    <a:pt x="18" y="9"/>
                    <a:pt x="11" y="9"/>
                    <a:pt x="0" y="24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50" name="Freeform 601">
              <a:extLst>
                <a:ext uri="{FF2B5EF4-FFF2-40B4-BE49-F238E27FC236}">
                  <a16:creationId xmlns:a16="http://schemas.microsoft.com/office/drawing/2014/main" id="{918BE6E3-A9AE-4C1A-B116-BF00C4F3B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797"/>
              <a:ext cx="25" cy="56"/>
            </a:xfrm>
            <a:custGeom>
              <a:avLst/>
              <a:gdLst>
                <a:gd name="T0" fmla="*/ 0 w 10"/>
                <a:gd name="T1" fmla="*/ 56 h 21"/>
                <a:gd name="T2" fmla="*/ 145 w 10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0" y="3"/>
                  </a:moveTo>
                  <a:cubicBezTo>
                    <a:pt x="10" y="0"/>
                    <a:pt x="8" y="15"/>
                    <a:pt x="9" y="21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51" name="Freeform 602">
              <a:extLst>
                <a:ext uri="{FF2B5EF4-FFF2-40B4-BE49-F238E27FC236}">
                  <a16:creationId xmlns:a16="http://schemas.microsoft.com/office/drawing/2014/main" id="{D9FF7826-77D5-4D8F-864A-C979F6091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352"/>
              <a:ext cx="155" cy="88"/>
            </a:xfrm>
            <a:custGeom>
              <a:avLst/>
              <a:gdLst>
                <a:gd name="T0" fmla="*/ 925 w 62"/>
                <a:gd name="T1" fmla="*/ 0 h 33"/>
                <a:gd name="T2" fmla="*/ 970 w 62"/>
                <a:gd name="T3" fmla="*/ 320 h 33"/>
                <a:gd name="T4" fmla="*/ 425 w 62"/>
                <a:gd name="T5" fmla="*/ 491 h 33"/>
                <a:gd name="T6" fmla="*/ 33 w 62"/>
                <a:gd name="T7" fmla="*/ 605 h 33"/>
                <a:gd name="T8" fmla="*/ 313 w 62"/>
                <a:gd name="T9" fmla="*/ 376 h 33"/>
                <a:gd name="T10" fmla="*/ 800 w 62"/>
                <a:gd name="T11" fmla="*/ 22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33">
                  <a:moveTo>
                    <a:pt x="59" y="0"/>
                  </a:moveTo>
                  <a:cubicBezTo>
                    <a:pt x="57" y="6"/>
                    <a:pt x="58" y="12"/>
                    <a:pt x="62" y="17"/>
                  </a:cubicBezTo>
                  <a:cubicBezTo>
                    <a:pt x="49" y="19"/>
                    <a:pt x="39" y="26"/>
                    <a:pt x="27" y="26"/>
                  </a:cubicBezTo>
                  <a:cubicBezTo>
                    <a:pt x="19" y="27"/>
                    <a:pt x="10" y="33"/>
                    <a:pt x="2" y="32"/>
                  </a:cubicBezTo>
                  <a:cubicBezTo>
                    <a:pt x="0" y="19"/>
                    <a:pt x="10" y="22"/>
                    <a:pt x="20" y="20"/>
                  </a:cubicBezTo>
                  <a:cubicBezTo>
                    <a:pt x="32" y="19"/>
                    <a:pt x="38" y="12"/>
                    <a:pt x="51" y="12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52" name="Freeform 603">
              <a:extLst>
                <a:ext uri="{FF2B5EF4-FFF2-40B4-BE49-F238E27FC236}">
                  <a16:creationId xmlns:a16="http://schemas.microsoft.com/office/drawing/2014/main" id="{6B720618-1837-4CFB-AF10-84C536EA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619"/>
              <a:ext cx="105" cy="42"/>
            </a:xfrm>
            <a:custGeom>
              <a:avLst/>
              <a:gdLst>
                <a:gd name="T0" fmla="*/ 83 w 42"/>
                <a:gd name="T1" fmla="*/ 0 h 16"/>
                <a:gd name="T2" fmla="*/ 658 w 42"/>
                <a:gd name="T3" fmla="*/ 11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6">
                  <a:moveTo>
                    <a:pt x="5" y="0"/>
                  </a:moveTo>
                  <a:cubicBezTo>
                    <a:pt x="0" y="16"/>
                    <a:pt x="36" y="8"/>
                    <a:pt x="42" y="6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53" name="Freeform 604">
              <a:extLst>
                <a:ext uri="{FF2B5EF4-FFF2-40B4-BE49-F238E27FC236}">
                  <a16:creationId xmlns:a16="http://schemas.microsoft.com/office/drawing/2014/main" id="{451F54B2-603D-4367-9FF1-A8503C2DB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755"/>
              <a:ext cx="30" cy="37"/>
            </a:xfrm>
            <a:custGeom>
              <a:avLst/>
              <a:gdLst>
                <a:gd name="T0" fmla="*/ 125 w 12"/>
                <a:gd name="T1" fmla="*/ 0 h 14"/>
                <a:gd name="T2" fmla="*/ 188 w 12"/>
                <a:gd name="T3" fmla="*/ 167 h 14"/>
                <a:gd name="T4" fmla="*/ 0 w 12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8" y="0"/>
                  </a:moveTo>
                  <a:cubicBezTo>
                    <a:pt x="7" y="3"/>
                    <a:pt x="9" y="7"/>
                    <a:pt x="12" y="9"/>
                  </a:cubicBezTo>
                  <a:cubicBezTo>
                    <a:pt x="7" y="8"/>
                    <a:pt x="2" y="10"/>
                    <a:pt x="0" y="14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54" name="Freeform 605">
              <a:extLst>
                <a:ext uri="{FF2B5EF4-FFF2-40B4-BE49-F238E27FC236}">
                  <a16:creationId xmlns:a16="http://schemas.microsoft.com/office/drawing/2014/main" id="{DCA8B09F-1409-4EF8-8F85-FAB607C63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229"/>
              <a:ext cx="47" cy="128"/>
            </a:xfrm>
            <a:custGeom>
              <a:avLst/>
              <a:gdLst>
                <a:gd name="T0" fmla="*/ 287 w 19"/>
                <a:gd name="T1" fmla="*/ 0 h 48"/>
                <a:gd name="T2" fmla="*/ 153 w 19"/>
                <a:gd name="T3" fmla="*/ 491 h 48"/>
                <a:gd name="T4" fmla="*/ 166 w 19"/>
                <a:gd name="T5" fmla="*/ 888 h 48"/>
                <a:gd name="T6" fmla="*/ 0 w 19"/>
                <a:gd name="T7" fmla="*/ 909 h 48"/>
                <a:gd name="T8" fmla="*/ 74 w 19"/>
                <a:gd name="T9" fmla="*/ 51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8">
                  <a:moveTo>
                    <a:pt x="19" y="0"/>
                  </a:moveTo>
                  <a:cubicBezTo>
                    <a:pt x="19" y="8"/>
                    <a:pt x="12" y="17"/>
                    <a:pt x="10" y="26"/>
                  </a:cubicBezTo>
                  <a:cubicBezTo>
                    <a:pt x="9" y="33"/>
                    <a:pt x="11" y="39"/>
                    <a:pt x="11" y="47"/>
                  </a:cubicBezTo>
                  <a:cubicBezTo>
                    <a:pt x="7" y="48"/>
                    <a:pt x="3" y="48"/>
                    <a:pt x="0" y="48"/>
                  </a:cubicBezTo>
                  <a:cubicBezTo>
                    <a:pt x="0" y="41"/>
                    <a:pt x="1" y="33"/>
                    <a:pt x="5" y="27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55" name="Freeform 606">
              <a:extLst>
                <a:ext uri="{FF2B5EF4-FFF2-40B4-BE49-F238E27FC236}">
                  <a16:creationId xmlns:a16="http://schemas.microsoft.com/office/drawing/2014/main" id="{DCE588B5-468C-47AF-B150-AAEA3DCBB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203"/>
              <a:ext cx="120" cy="192"/>
            </a:xfrm>
            <a:custGeom>
              <a:avLst/>
              <a:gdLst>
                <a:gd name="T0" fmla="*/ 63 w 48"/>
                <a:gd name="T1" fmla="*/ 797 h 72"/>
                <a:gd name="T2" fmla="*/ 750 w 48"/>
                <a:gd name="T3" fmla="*/ 0 h 72"/>
                <a:gd name="T4" fmla="*/ 313 w 48"/>
                <a:gd name="T5" fmla="*/ 648 h 72"/>
                <a:gd name="T6" fmla="*/ 283 w 48"/>
                <a:gd name="T7" fmla="*/ 1365 h 72"/>
                <a:gd name="T8" fmla="*/ 0 w 48"/>
                <a:gd name="T9" fmla="*/ 931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2">
                  <a:moveTo>
                    <a:pt x="4" y="42"/>
                  </a:moveTo>
                  <a:cubicBezTo>
                    <a:pt x="17" y="24"/>
                    <a:pt x="35" y="17"/>
                    <a:pt x="48" y="0"/>
                  </a:cubicBezTo>
                  <a:cubicBezTo>
                    <a:pt x="41" y="13"/>
                    <a:pt x="26" y="21"/>
                    <a:pt x="20" y="34"/>
                  </a:cubicBezTo>
                  <a:cubicBezTo>
                    <a:pt x="15" y="44"/>
                    <a:pt x="12" y="63"/>
                    <a:pt x="18" y="72"/>
                  </a:cubicBezTo>
                  <a:cubicBezTo>
                    <a:pt x="10" y="66"/>
                    <a:pt x="5" y="58"/>
                    <a:pt x="0" y="49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56" name="Freeform 607">
              <a:extLst>
                <a:ext uri="{FF2B5EF4-FFF2-40B4-BE49-F238E27FC236}">
                  <a16:creationId xmlns:a16="http://schemas.microsoft.com/office/drawing/2014/main" id="{9E8D28D3-7DA9-4E6B-B3D4-F77E4E0CA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723"/>
              <a:ext cx="90" cy="192"/>
            </a:xfrm>
            <a:custGeom>
              <a:avLst/>
              <a:gdLst>
                <a:gd name="T0" fmla="*/ 208 w 36"/>
                <a:gd name="T1" fmla="*/ 0 h 72"/>
                <a:gd name="T2" fmla="*/ 313 w 36"/>
                <a:gd name="T3" fmla="*/ 717 h 72"/>
                <a:gd name="T4" fmla="*/ 563 w 36"/>
                <a:gd name="T5" fmla="*/ 1365 h 72"/>
                <a:gd name="T6" fmla="*/ 0 w 36"/>
                <a:gd name="T7" fmla="*/ 1080 h 72"/>
                <a:gd name="T8" fmla="*/ 158 w 36"/>
                <a:gd name="T9" fmla="*/ 533 h 72"/>
                <a:gd name="T10" fmla="*/ 220 w 36"/>
                <a:gd name="T11" fmla="*/ 136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2">
                  <a:moveTo>
                    <a:pt x="13" y="0"/>
                  </a:moveTo>
                  <a:cubicBezTo>
                    <a:pt x="13" y="13"/>
                    <a:pt x="16" y="26"/>
                    <a:pt x="20" y="38"/>
                  </a:cubicBezTo>
                  <a:cubicBezTo>
                    <a:pt x="24" y="49"/>
                    <a:pt x="34" y="60"/>
                    <a:pt x="36" y="72"/>
                  </a:cubicBezTo>
                  <a:cubicBezTo>
                    <a:pt x="27" y="65"/>
                    <a:pt x="12" y="58"/>
                    <a:pt x="0" y="57"/>
                  </a:cubicBezTo>
                  <a:cubicBezTo>
                    <a:pt x="3" y="47"/>
                    <a:pt x="10" y="39"/>
                    <a:pt x="10" y="28"/>
                  </a:cubicBezTo>
                  <a:cubicBezTo>
                    <a:pt x="11" y="20"/>
                    <a:pt x="12" y="15"/>
                    <a:pt x="14" y="7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57" name="Freeform 608">
              <a:extLst>
                <a:ext uri="{FF2B5EF4-FFF2-40B4-BE49-F238E27FC236}">
                  <a16:creationId xmlns:a16="http://schemas.microsoft.com/office/drawing/2014/main" id="{2930BD33-9A64-456C-A2E6-528A05CAF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448"/>
              <a:ext cx="63" cy="75"/>
            </a:xfrm>
            <a:custGeom>
              <a:avLst/>
              <a:gdLst>
                <a:gd name="T0" fmla="*/ 126 w 25"/>
                <a:gd name="T1" fmla="*/ 538 h 28"/>
                <a:gd name="T2" fmla="*/ 401 w 25"/>
                <a:gd name="T3" fmla="*/ 209 h 28"/>
                <a:gd name="T4" fmla="*/ 0 w 25"/>
                <a:gd name="T5" fmla="*/ 0 h 28"/>
                <a:gd name="T6" fmla="*/ 126 w 25"/>
                <a:gd name="T7" fmla="*/ 38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8">
                  <a:moveTo>
                    <a:pt x="8" y="28"/>
                  </a:moveTo>
                  <a:cubicBezTo>
                    <a:pt x="13" y="22"/>
                    <a:pt x="17" y="13"/>
                    <a:pt x="25" y="11"/>
                  </a:cubicBezTo>
                  <a:cubicBezTo>
                    <a:pt x="17" y="8"/>
                    <a:pt x="7" y="6"/>
                    <a:pt x="0" y="0"/>
                  </a:cubicBezTo>
                  <a:cubicBezTo>
                    <a:pt x="3" y="7"/>
                    <a:pt x="8" y="12"/>
                    <a:pt x="8" y="20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58" name="Freeform 609">
              <a:extLst>
                <a:ext uri="{FF2B5EF4-FFF2-40B4-BE49-F238E27FC236}">
                  <a16:creationId xmlns:a16="http://schemas.microsoft.com/office/drawing/2014/main" id="{83E4FF24-39D0-4AD4-8552-5B2D1245C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933"/>
              <a:ext cx="200" cy="46"/>
            </a:xfrm>
            <a:custGeom>
              <a:avLst/>
              <a:gdLst>
                <a:gd name="T0" fmla="*/ 1158 w 80"/>
                <a:gd name="T1" fmla="*/ 0 h 17"/>
                <a:gd name="T2" fmla="*/ 0 w 80"/>
                <a:gd name="T3" fmla="*/ 38 h 17"/>
                <a:gd name="T4" fmla="*/ 675 w 80"/>
                <a:gd name="T5" fmla="*/ 257 h 17"/>
                <a:gd name="T6" fmla="*/ 970 w 80"/>
                <a:gd name="T7" fmla="*/ 336 h 17"/>
                <a:gd name="T8" fmla="*/ 1250 w 80"/>
                <a:gd name="T9" fmla="*/ 27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7">
                  <a:moveTo>
                    <a:pt x="74" y="0"/>
                  </a:moveTo>
                  <a:cubicBezTo>
                    <a:pt x="66" y="16"/>
                    <a:pt x="14" y="5"/>
                    <a:pt x="0" y="2"/>
                  </a:cubicBezTo>
                  <a:cubicBezTo>
                    <a:pt x="15" y="4"/>
                    <a:pt x="28" y="8"/>
                    <a:pt x="43" y="13"/>
                  </a:cubicBezTo>
                  <a:cubicBezTo>
                    <a:pt x="49" y="14"/>
                    <a:pt x="55" y="17"/>
                    <a:pt x="62" y="17"/>
                  </a:cubicBezTo>
                  <a:cubicBezTo>
                    <a:pt x="68" y="16"/>
                    <a:pt x="75" y="12"/>
                    <a:pt x="80" y="14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59" name="Freeform 610">
              <a:extLst>
                <a:ext uri="{FF2B5EF4-FFF2-40B4-BE49-F238E27FC236}">
                  <a16:creationId xmlns:a16="http://schemas.microsoft.com/office/drawing/2014/main" id="{28CA3F43-C69B-4E47-B3E6-88444F5B6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2104"/>
              <a:ext cx="120" cy="40"/>
            </a:xfrm>
            <a:custGeom>
              <a:avLst/>
              <a:gdLst>
                <a:gd name="T0" fmla="*/ 20 w 48"/>
                <a:gd name="T1" fmla="*/ 0 h 15"/>
                <a:gd name="T2" fmla="*/ 750 w 48"/>
                <a:gd name="T3" fmla="*/ 285 h 15"/>
                <a:gd name="T4" fmla="*/ 375 w 48"/>
                <a:gd name="T5" fmla="*/ 115 h 15"/>
                <a:gd name="T6" fmla="*/ 0 w 48"/>
                <a:gd name="T7" fmla="*/ 9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5">
                  <a:moveTo>
                    <a:pt x="1" y="0"/>
                  </a:moveTo>
                  <a:cubicBezTo>
                    <a:pt x="18" y="0"/>
                    <a:pt x="36" y="1"/>
                    <a:pt x="48" y="15"/>
                  </a:cubicBezTo>
                  <a:cubicBezTo>
                    <a:pt x="42" y="7"/>
                    <a:pt x="33" y="6"/>
                    <a:pt x="24" y="6"/>
                  </a:cubicBezTo>
                  <a:cubicBezTo>
                    <a:pt x="16" y="6"/>
                    <a:pt x="8" y="5"/>
                    <a:pt x="0" y="5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60" name="Freeform 611">
              <a:extLst>
                <a:ext uri="{FF2B5EF4-FFF2-40B4-BE49-F238E27FC236}">
                  <a16:creationId xmlns:a16="http://schemas.microsoft.com/office/drawing/2014/main" id="{879CE369-0C33-4B48-8992-A18F1A7EF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296"/>
              <a:ext cx="58" cy="67"/>
            </a:xfrm>
            <a:custGeom>
              <a:avLst/>
              <a:gdLst>
                <a:gd name="T0" fmla="*/ 0 w 23"/>
                <a:gd name="T1" fmla="*/ 0 h 25"/>
                <a:gd name="T2" fmla="*/ 33 w 23"/>
                <a:gd name="T3" fmla="*/ 482 h 25"/>
                <a:gd name="T4" fmla="*/ 368 w 23"/>
                <a:gd name="T5" fmla="*/ 38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0"/>
                  </a:moveTo>
                  <a:cubicBezTo>
                    <a:pt x="6" y="8"/>
                    <a:pt x="5" y="17"/>
                    <a:pt x="2" y="25"/>
                  </a:cubicBezTo>
                  <a:cubicBezTo>
                    <a:pt x="8" y="20"/>
                    <a:pt x="15" y="19"/>
                    <a:pt x="23" y="20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61" name="Freeform 612">
              <a:extLst>
                <a:ext uri="{FF2B5EF4-FFF2-40B4-BE49-F238E27FC236}">
                  <a16:creationId xmlns:a16="http://schemas.microsoft.com/office/drawing/2014/main" id="{2352581B-B2E3-4461-9856-B23D6DF87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797"/>
              <a:ext cx="115" cy="56"/>
            </a:xfrm>
            <a:custGeom>
              <a:avLst/>
              <a:gdLst>
                <a:gd name="T0" fmla="*/ 0 w 46"/>
                <a:gd name="T1" fmla="*/ 397 h 21"/>
                <a:gd name="T2" fmla="*/ 333 w 46"/>
                <a:gd name="T3" fmla="*/ 307 h 21"/>
                <a:gd name="T4" fmla="*/ 720 w 46"/>
                <a:gd name="T5" fmla="*/ 0 h 21"/>
                <a:gd name="T6" fmla="*/ 550 w 46"/>
                <a:gd name="T7" fmla="*/ 93 h 21"/>
                <a:gd name="T8" fmla="*/ 363 w 46"/>
                <a:gd name="T9" fmla="*/ 93 h 21"/>
                <a:gd name="T10" fmla="*/ 50 w 46"/>
                <a:gd name="T11" fmla="*/ 3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7" y="19"/>
                    <a:pt x="14" y="18"/>
                    <a:pt x="21" y="16"/>
                  </a:cubicBezTo>
                  <a:cubicBezTo>
                    <a:pt x="31" y="13"/>
                    <a:pt x="39" y="6"/>
                    <a:pt x="46" y="0"/>
                  </a:cubicBezTo>
                  <a:cubicBezTo>
                    <a:pt x="43" y="2"/>
                    <a:pt x="38" y="4"/>
                    <a:pt x="35" y="5"/>
                  </a:cubicBezTo>
                  <a:cubicBezTo>
                    <a:pt x="31" y="6"/>
                    <a:pt x="26" y="4"/>
                    <a:pt x="23" y="5"/>
                  </a:cubicBezTo>
                  <a:cubicBezTo>
                    <a:pt x="16" y="6"/>
                    <a:pt x="12" y="16"/>
                    <a:pt x="3" y="17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62" name="Freeform 613">
              <a:extLst>
                <a:ext uri="{FF2B5EF4-FFF2-40B4-BE49-F238E27FC236}">
                  <a16:creationId xmlns:a16="http://schemas.microsoft.com/office/drawing/2014/main" id="{1E310D10-BCC9-4A7D-895B-46EB2B4E7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045"/>
              <a:ext cx="288" cy="158"/>
            </a:xfrm>
            <a:custGeom>
              <a:avLst/>
              <a:gdLst>
                <a:gd name="T0" fmla="*/ 0 w 115"/>
                <a:gd name="T1" fmla="*/ 0 h 59"/>
                <a:gd name="T2" fmla="*/ 563 w 115"/>
                <a:gd name="T3" fmla="*/ 367 h 59"/>
                <a:gd name="T4" fmla="*/ 1192 w 115"/>
                <a:gd name="T5" fmla="*/ 308 h 59"/>
                <a:gd name="T6" fmla="*/ 1443 w 115"/>
                <a:gd name="T7" fmla="*/ 803 h 59"/>
                <a:gd name="T8" fmla="*/ 1806 w 115"/>
                <a:gd name="T9" fmla="*/ 1039 h 59"/>
                <a:gd name="T10" fmla="*/ 270 w 115"/>
                <a:gd name="T11" fmla="*/ 1133 h 59"/>
                <a:gd name="T12" fmla="*/ 551 w 115"/>
                <a:gd name="T13" fmla="*/ 573 h 59"/>
                <a:gd name="T14" fmla="*/ 313 w 115"/>
                <a:gd name="T15" fmla="*/ 252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59">
                  <a:moveTo>
                    <a:pt x="0" y="0"/>
                  </a:moveTo>
                  <a:cubicBezTo>
                    <a:pt x="10" y="10"/>
                    <a:pt x="24" y="15"/>
                    <a:pt x="36" y="19"/>
                  </a:cubicBezTo>
                  <a:cubicBezTo>
                    <a:pt x="51" y="23"/>
                    <a:pt x="61" y="21"/>
                    <a:pt x="76" y="16"/>
                  </a:cubicBezTo>
                  <a:cubicBezTo>
                    <a:pt x="77" y="26"/>
                    <a:pt x="83" y="35"/>
                    <a:pt x="92" y="42"/>
                  </a:cubicBezTo>
                  <a:cubicBezTo>
                    <a:pt x="99" y="48"/>
                    <a:pt x="108" y="48"/>
                    <a:pt x="115" y="54"/>
                  </a:cubicBezTo>
                  <a:cubicBezTo>
                    <a:pt x="82" y="44"/>
                    <a:pt x="47" y="33"/>
                    <a:pt x="17" y="59"/>
                  </a:cubicBezTo>
                  <a:cubicBezTo>
                    <a:pt x="24" y="53"/>
                    <a:pt x="39" y="41"/>
                    <a:pt x="35" y="30"/>
                  </a:cubicBezTo>
                  <a:cubicBezTo>
                    <a:pt x="32" y="24"/>
                    <a:pt x="24" y="19"/>
                    <a:pt x="20" y="13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63" name="Freeform 614">
              <a:extLst>
                <a:ext uri="{FF2B5EF4-FFF2-40B4-BE49-F238E27FC236}">
                  <a16:creationId xmlns:a16="http://schemas.microsoft.com/office/drawing/2014/main" id="{F6BD605F-BE1A-47B8-81AD-0860B7137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304"/>
              <a:ext cx="118" cy="109"/>
            </a:xfrm>
            <a:custGeom>
              <a:avLst/>
              <a:gdLst>
                <a:gd name="T0" fmla="*/ 630 w 47"/>
                <a:gd name="T1" fmla="*/ 524 h 41"/>
                <a:gd name="T2" fmla="*/ 743 w 47"/>
                <a:gd name="T3" fmla="*/ 0 h 41"/>
                <a:gd name="T4" fmla="*/ 505 w 47"/>
                <a:gd name="T5" fmla="*/ 340 h 41"/>
                <a:gd name="T6" fmla="*/ 304 w 47"/>
                <a:gd name="T7" fmla="*/ 452 h 41"/>
                <a:gd name="T8" fmla="*/ 0 w 47"/>
                <a:gd name="T9" fmla="*/ 771 h 41"/>
                <a:gd name="T10" fmla="*/ 600 w 47"/>
                <a:gd name="T11" fmla="*/ 465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41">
                  <a:moveTo>
                    <a:pt x="40" y="28"/>
                  </a:moveTo>
                  <a:cubicBezTo>
                    <a:pt x="40" y="17"/>
                    <a:pt x="42" y="9"/>
                    <a:pt x="47" y="0"/>
                  </a:cubicBezTo>
                  <a:cubicBezTo>
                    <a:pt x="41" y="4"/>
                    <a:pt x="38" y="13"/>
                    <a:pt x="32" y="18"/>
                  </a:cubicBezTo>
                  <a:cubicBezTo>
                    <a:pt x="29" y="21"/>
                    <a:pt x="24" y="23"/>
                    <a:pt x="19" y="24"/>
                  </a:cubicBezTo>
                  <a:cubicBezTo>
                    <a:pt x="17" y="32"/>
                    <a:pt x="6" y="37"/>
                    <a:pt x="0" y="41"/>
                  </a:cubicBezTo>
                  <a:cubicBezTo>
                    <a:pt x="12" y="37"/>
                    <a:pt x="29" y="35"/>
                    <a:pt x="38" y="25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64" name="Freeform 615">
              <a:extLst>
                <a:ext uri="{FF2B5EF4-FFF2-40B4-BE49-F238E27FC236}">
                  <a16:creationId xmlns:a16="http://schemas.microsoft.com/office/drawing/2014/main" id="{4BC6C722-2E69-4B3D-8C49-45746F7F4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317"/>
              <a:ext cx="75" cy="96"/>
            </a:xfrm>
            <a:custGeom>
              <a:avLst/>
              <a:gdLst>
                <a:gd name="T0" fmla="*/ 250 w 30"/>
                <a:gd name="T1" fmla="*/ 77 h 36"/>
                <a:gd name="T2" fmla="*/ 0 w 30"/>
                <a:gd name="T3" fmla="*/ 683 h 36"/>
                <a:gd name="T4" fmla="*/ 188 w 30"/>
                <a:gd name="T5" fmla="*/ 477 h 36"/>
                <a:gd name="T6" fmla="*/ 363 w 30"/>
                <a:gd name="T7" fmla="*/ 171 h 36"/>
                <a:gd name="T8" fmla="*/ 470 w 30"/>
                <a:gd name="T9" fmla="*/ 136 h 36"/>
                <a:gd name="T10" fmla="*/ 375 w 30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6">
                  <a:moveTo>
                    <a:pt x="16" y="4"/>
                  </a:moveTo>
                  <a:cubicBezTo>
                    <a:pt x="12" y="3"/>
                    <a:pt x="2" y="32"/>
                    <a:pt x="0" y="36"/>
                  </a:cubicBezTo>
                  <a:cubicBezTo>
                    <a:pt x="4" y="34"/>
                    <a:pt x="8" y="29"/>
                    <a:pt x="12" y="25"/>
                  </a:cubicBezTo>
                  <a:cubicBezTo>
                    <a:pt x="16" y="21"/>
                    <a:pt x="19" y="12"/>
                    <a:pt x="23" y="9"/>
                  </a:cubicBezTo>
                  <a:cubicBezTo>
                    <a:pt x="25" y="8"/>
                    <a:pt x="29" y="7"/>
                    <a:pt x="30" y="7"/>
                  </a:cubicBezTo>
                  <a:cubicBezTo>
                    <a:pt x="26" y="7"/>
                    <a:pt x="23" y="4"/>
                    <a:pt x="24" y="0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65" name="Freeform 616">
              <a:extLst>
                <a:ext uri="{FF2B5EF4-FFF2-40B4-BE49-F238E27FC236}">
                  <a16:creationId xmlns:a16="http://schemas.microsoft.com/office/drawing/2014/main" id="{F4347A01-A0C6-44CB-B024-46DD9AC13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176"/>
              <a:ext cx="40" cy="59"/>
            </a:xfrm>
            <a:custGeom>
              <a:avLst/>
              <a:gdLst>
                <a:gd name="T0" fmla="*/ 208 w 16"/>
                <a:gd name="T1" fmla="*/ 0 h 22"/>
                <a:gd name="T2" fmla="*/ 250 w 16"/>
                <a:gd name="T3" fmla="*/ 308 h 22"/>
                <a:gd name="T4" fmla="*/ 0 w 16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13" y="0"/>
                  </a:moveTo>
                  <a:cubicBezTo>
                    <a:pt x="10" y="5"/>
                    <a:pt x="12" y="12"/>
                    <a:pt x="16" y="16"/>
                  </a:cubicBezTo>
                  <a:cubicBezTo>
                    <a:pt x="10" y="16"/>
                    <a:pt x="5" y="19"/>
                    <a:pt x="0" y="22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66" name="Freeform 617">
              <a:extLst>
                <a:ext uri="{FF2B5EF4-FFF2-40B4-BE49-F238E27FC236}">
                  <a16:creationId xmlns:a16="http://schemas.microsoft.com/office/drawing/2014/main" id="{90DFBA9B-F755-42CF-AD8E-DD838AC36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965"/>
              <a:ext cx="53" cy="107"/>
            </a:xfrm>
            <a:custGeom>
              <a:avLst/>
              <a:gdLst>
                <a:gd name="T0" fmla="*/ 63 w 21"/>
                <a:gd name="T1" fmla="*/ 0 h 40"/>
                <a:gd name="T2" fmla="*/ 338 w 21"/>
                <a:gd name="T3" fmla="*/ 321 h 40"/>
                <a:gd name="T4" fmla="*/ 0 w 21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0">
                  <a:moveTo>
                    <a:pt x="4" y="0"/>
                  </a:moveTo>
                  <a:cubicBezTo>
                    <a:pt x="4" y="11"/>
                    <a:pt x="11" y="16"/>
                    <a:pt x="21" y="17"/>
                  </a:cubicBezTo>
                  <a:cubicBezTo>
                    <a:pt x="14" y="24"/>
                    <a:pt x="7" y="33"/>
                    <a:pt x="0" y="40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67" name="Freeform 618">
              <a:extLst>
                <a:ext uri="{FF2B5EF4-FFF2-40B4-BE49-F238E27FC236}">
                  <a16:creationId xmlns:a16="http://schemas.microsoft.com/office/drawing/2014/main" id="{68A3DF12-06FF-455C-A6DD-9C61C2A37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773"/>
              <a:ext cx="15" cy="59"/>
            </a:xfrm>
            <a:custGeom>
              <a:avLst/>
              <a:gdLst>
                <a:gd name="T0" fmla="*/ 63 w 6"/>
                <a:gd name="T1" fmla="*/ 0 h 22"/>
                <a:gd name="T2" fmla="*/ 95 w 6"/>
                <a:gd name="T3" fmla="*/ 424 h 22"/>
                <a:gd name="T4" fmla="*/ 33 w 6"/>
                <a:gd name="T5" fmla="*/ 11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2">
                  <a:moveTo>
                    <a:pt x="4" y="0"/>
                  </a:moveTo>
                  <a:cubicBezTo>
                    <a:pt x="6" y="7"/>
                    <a:pt x="6" y="14"/>
                    <a:pt x="6" y="22"/>
                  </a:cubicBezTo>
                  <a:cubicBezTo>
                    <a:pt x="3" y="17"/>
                    <a:pt x="0" y="12"/>
                    <a:pt x="2" y="6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68" name="Freeform 619">
              <a:extLst>
                <a:ext uri="{FF2B5EF4-FFF2-40B4-BE49-F238E27FC236}">
                  <a16:creationId xmlns:a16="http://schemas.microsoft.com/office/drawing/2014/main" id="{8434F267-CA0A-4876-A28C-4B168032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285"/>
              <a:ext cx="55" cy="147"/>
            </a:xfrm>
            <a:custGeom>
              <a:avLst/>
              <a:gdLst>
                <a:gd name="T0" fmla="*/ 20 w 22"/>
                <a:gd name="T1" fmla="*/ 0 h 55"/>
                <a:gd name="T2" fmla="*/ 345 w 22"/>
                <a:gd name="T3" fmla="*/ 556 h 55"/>
                <a:gd name="T4" fmla="*/ 175 w 22"/>
                <a:gd name="T5" fmla="*/ 1050 h 55"/>
                <a:gd name="T6" fmla="*/ 20 w 22"/>
                <a:gd name="T7" fmla="*/ 136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5">
                  <a:moveTo>
                    <a:pt x="1" y="0"/>
                  </a:moveTo>
                  <a:cubicBezTo>
                    <a:pt x="0" y="12"/>
                    <a:pt x="12" y="25"/>
                    <a:pt x="22" y="29"/>
                  </a:cubicBezTo>
                  <a:cubicBezTo>
                    <a:pt x="10" y="32"/>
                    <a:pt x="11" y="45"/>
                    <a:pt x="11" y="55"/>
                  </a:cubicBezTo>
                  <a:cubicBezTo>
                    <a:pt x="8" y="40"/>
                    <a:pt x="8" y="21"/>
                    <a:pt x="1" y="7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69" name="Freeform 620">
              <a:extLst>
                <a:ext uri="{FF2B5EF4-FFF2-40B4-BE49-F238E27FC236}">
                  <a16:creationId xmlns:a16="http://schemas.microsoft.com/office/drawing/2014/main" id="{CAF9541D-EE81-471E-8557-86052EE3C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288"/>
              <a:ext cx="30" cy="85"/>
            </a:xfrm>
            <a:custGeom>
              <a:avLst/>
              <a:gdLst>
                <a:gd name="T0" fmla="*/ 125 w 12"/>
                <a:gd name="T1" fmla="*/ 0 h 32"/>
                <a:gd name="T2" fmla="*/ 188 w 12"/>
                <a:gd name="T3" fmla="*/ 260 h 32"/>
                <a:gd name="T4" fmla="*/ 145 w 12"/>
                <a:gd name="T5" fmla="*/ 353 h 32"/>
                <a:gd name="T6" fmla="*/ 113 w 12"/>
                <a:gd name="T7" fmla="*/ 600 h 32"/>
                <a:gd name="T8" fmla="*/ 95 w 12"/>
                <a:gd name="T9" fmla="*/ 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2">
                  <a:moveTo>
                    <a:pt x="8" y="0"/>
                  </a:moveTo>
                  <a:cubicBezTo>
                    <a:pt x="9" y="4"/>
                    <a:pt x="12" y="10"/>
                    <a:pt x="12" y="14"/>
                  </a:cubicBezTo>
                  <a:cubicBezTo>
                    <a:pt x="12" y="15"/>
                    <a:pt x="9" y="17"/>
                    <a:pt x="9" y="19"/>
                  </a:cubicBezTo>
                  <a:cubicBezTo>
                    <a:pt x="7" y="23"/>
                    <a:pt x="6" y="27"/>
                    <a:pt x="7" y="32"/>
                  </a:cubicBezTo>
                  <a:cubicBezTo>
                    <a:pt x="7" y="22"/>
                    <a:pt x="0" y="9"/>
                    <a:pt x="6" y="1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70" name="Freeform 621">
              <a:extLst>
                <a:ext uri="{FF2B5EF4-FFF2-40B4-BE49-F238E27FC236}">
                  <a16:creationId xmlns:a16="http://schemas.microsoft.com/office/drawing/2014/main" id="{2E47A3B5-0A5A-4EE6-9336-5F0F8657D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424"/>
              <a:ext cx="33" cy="120"/>
            </a:xfrm>
            <a:custGeom>
              <a:avLst/>
              <a:gdLst>
                <a:gd name="T0" fmla="*/ 129 w 13"/>
                <a:gd name="T1" fmla="*/ 0 h 45"/>
                <a:gd name="T2" fmla="*/ 193 w 13"/>
                <a:gd name="T3" fmla="*/ 853 h 45"/>
                <a:gd name="T4" fmla="*/ 180 w 13"/>
                <a:gd name="T5" fmla="*/ 589 h 45"/>
                <a:gd name="T6" fmla="*/ 180 w 13"/>
                <a:gd name="T7" fmla="*/ 11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5">
                  <a:moveTo>
                    <a:pt x="8" y="0"/>
                  </a:moveTo>
                  <a:cubicBezTo>
                    <a:pt x="0" y="14"/>
                    <a:pt x="9" y="31"/>
                    <a:pt x="12" y="45"/>
                  </a:cubicBezTo>
                  <a:cubicBezTo>
                    <a:pt x="13" y="40"/>
                    <a:pt x="11" y="35"/>
                    <a:pt x="11" y="31"/>
                  </a:cubicBezTo>
                  <a:cubicBezTo>
                    <a:pt x="10" y="22"/>
                    <a:pt x="11" y="14"/>
                    <a:pt x="11" y="6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71" name="Freeform 622">
              <a:extLst>
                <a:ext uri="{FF2B5EF4-FFF2-40B4-BE49-F238E27FC236}">
                  <a16:creationId xmlns:a16="http://schemas.microsoft.com/office/drawing/2014/main" id="{4B9BE1F2-28AB-43CB-9FDA-AA254B3E6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96"/>
              <a:ext cx="27" cy="85"/>
            </a:xfrm>
            <a:custGeom>
              <a:avLst/>
              <a:gdLst>
                <a:gd name="T0" fmla="*/ 12 w 11"/>
                <a:gd name="T1" fmla="*/ 93 h 32"/>
                <a:gd name="T2" fmla="*/ 150 w 11"/>
                <a:gd name="T3" fmla="*/ 0 h 32"/>
                <a:gd name="T4" fmla="*/ 162 w 11"/>
                <a:gd name="T5" fmla="*/ 600 h 32"/>
                <a:gd name="T6" fmla="*/ 0 w 11"/>
                <a:gd name="T7" fmla="*/ 5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2">
                  <a:moveTo>
                    <a:pt x="1" y="5"/>
                  </a:moveTo>
                  <a:cubicBezTo>
                    <a:pt x="5" y="7"/>
                    <a:pt x="9" y="3"/>
                    <a:pt x="10" y="0"/>
                  </a:cubicBezTo>
                  <a:cubicBezTo>
                    <a:pt x="8" y="9"/>
                    <a:pt x="8" y="23"/>
                    <a:pt x="11" y="32"/>
                  </a:cubicBezTo>
                  <a:cubicBezTo>
                    <a:pt x="6" y="23"/>
                    <a:pt x="3" y="13"/>
                    <a:pt x="0" y="3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72" name="Freeform 623">
              <a:extLst>
                <a:ext uri="{FF2B5EF4-FFF2-40B4-BE49-F238E27FC236}">
                  <a16:creationId xmlns:a16="http://schemas.microsoft.com/office/drawing/2014/main" id="{2071892D-991B-4350-9581-B2C95A4CC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392"/>
              <a:ext cx="33" cy="200"/>
            </a:xfrm>
            <a:custGeom>
              <a:avLst/>
              <a:gdLst>
                <a:gd name="T0" fmla="*/ 63 w 13"/>
                <a:gd name="T1" fmla="*/ 115 h 75"/>
                <a:gd name="T2" fmla="*/ 147 w 13"/>
                <a:gd name="T3" fmla="*/ 683 h 75"/>
                <a:gd name="T4" fmla="*/ 0 w 13"/>
                <a:gd name="T5" fmla="*/ 1421 h 75"/>
                <a:gd name="T6" fmla="*/ 180 w 13"/>
                <a:gd name="T7" fmla="*/ 888 h 75"/>
                <a:gd name="T8" fmla="*/ 117 w 13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5">
                  <a:moveTo>
                    <a:pt x="4" y="6"/>
                  </a:moveTo>
                  <a:cubicBezTo>
                    <a:pt x="3" y="16"/>
                    <a:pt x="9" y="26"/>
                    <a:pt x="9" y="36"/>
                  </a:cubicBezTo>
                  <a:cubicBezTo>
                    <a:pt x="9" y="50"/>
                    <a:pt x="3" y="62"/>
                    <a:pt x="0" y="75"/>
                  </a:cubicBezTo>
                  <a:cubicBezTo>
                    <a:pt x="9" y="69"/>
                    <a:pt x="10" y="57"/>
                    <a:pt x="11" y="47"/>
                  </a:cubicBezTo>
                  <a:cubicBezTo>
                    <a:pt x="12" y="33"/>
                    <a:pt x="13" y="13"/>
                    <a:pt x="7" y="0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73" name="Freeform 624">
              <a:extLst>
                <a:ext uri="{FF2B5EF4-FFF2-40B4-BE49-F238E27FC236}">
                  <a16:creationId xmlns:a16="http://schemas.microsoft.com/office/drawing/2014/main" id="{C2CD4745-33E0-4DDF-ADB1-95EF345C3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648"/>
              <a:ext cx="37" cy="59"/>
            </a:xfrm>
            <a:custGeom>
              <a:avLst/>
              <a:gdLst>
                <a:gd name="T0" fmla="*/ 133 w 15"/>
                <a:gd name="T1" fmla="*/ 21 h 22"/>
                <a:gd name="T2" fmla="*/ 0 w 15"/>
                <a:gd name="T3" fmla="*/ 330 h 22"/>
                <a:gd name="T4" fmla="*/ 212 w 15"/>
                <a:gd name="T5" fmla="*/ 424 h 22"/>
                <a:gd name="T6" fmla="*/ 224 w 15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9" y="1"/>
                  </a:moveTo>
                  <a:cubicBezTo>
                    <a:pt x="8" y="7"/>
                    <a:pt x="3" y="11"/>
                    <a:pt x="0" y="17"/>
                  </a:cubicBezTo>
                  <a:cubicBezTo>
                    <a:pt x="5" y="12"/>
                    <a:pt x="12" y="16"/>
                    <a:pt x="14" y="22"/>
                  </a:cubicBezTo>
                  <a:cubicBezTo>
                    <a:pt x="13" y="15"/>
                    <a:pt x="13" y="7"/>
                    <a:pt x="15" y="0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74" name="Freeform 625">
              <a:extLst>
                <a:ext uri="{FF2B5EF4-FFF2-40B4-BE49-F238E27FC236}">
                  <a16:creationId xmlns:a16="http://schemas.microsoft.com/office/drawing/2014/main" id="{C8A423D0-9609-4671-B4F6-FD3E7F531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19"/>
              <a:ext cx="35" cy="130"/>
            </a:xfrm>
            <a:custGeom>
              <a:avLst/>
              <a:gdLst>
                <a:gd name="T0" fmla="*/ 50 w 14"/>
                <a:gd name="T1" fmla="*/ 90 h 49"/>
                <a:gd name="T2" fmla="*/ 220 w 14"/>
                <a:gd name="T3" fmla="*/ 860 h 49"/>
                <a:gd name="T4" fmla="*/ 33 w 14"/>
                <a:gd name="T5" fmla="*/ 915 h 49"/>
                <a:gd name="T6" fmla="*/ 95 w 14"/>
                <a:gd name="T7" fmla="*/ 395 h 49"/>
                <a:gd name="T8" fmla="*/ 33 w 14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9">
                  <a:moveTo>
                    <a:pt x="3" y="5"/>
                  </a:moveTo>
                  <a:cubicBezTo>
                    <a:pt x="5" y="18"/>
                    <a:pt x="10" y="33"/>
                    <a:pt x="14" y="46"/>
                  </a:cubicBezTo>
                  <a:cubicBezTo>
                    <a:pt x="10" y="40"/>
                    <a:pt x="4" y="43"/>
                    <a:pt x="2" y="49"/>
                  </a:cubicBezTo>
                  <a:cubicBezTo>
                    <a:pt x="3" y="39"/>
                    <a:pt x="6" y="30"/>
                    <a:pt x="6" y="21"/>
                  </a:cubicBezTo>
                  <a:cubicBezTo>
                    <a:pt x="5" y="14"/>
                    <a:pt x="0" y="7"/>
                    <a:pt x="2" y="0"/>
                  </a:cubicBezTo>
                </a:path>
              </a:pathLst>
            </a:custGeom>
            <a:solidFill>
              <a:srgbClr val="6B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75" name="Freeform 626">
              <a:extLst>
                <a:ext uri="{FF2B5EF4-FFF2-40B4-BE49-F238E27FC236}">
                  <a16:creationId xmlns:a16="http://schemas.microsoft.com/office/drawing/2014/main" id="{E4559C5C-8A49-4C24-93D4-3894FEC7C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912"/>
              <a:ext cx="362" cy="243"/>
            </a:xfrm>
            <a:custGeom>
              <a:avLst/>
              <a:gdLst>
                <a:gd name="T0" fmla="*/ 2257 w 145"/>
                <a:gd name="T1" fmla="*/ 0 h 91"/>
                <a:gd name="T2" fmla="*/ 0 w 145"/>
                <a:gd name="T3" fmla="*/ 173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91">
                  <a:moveTo>
                    <a:pt x="145" y="0"/>
                  </a:moveTo>
                  <a:cubicBezTo>
                    <a:pt x="132" y="54"/>
                    <a:pt x="17" y="64"/>
                    <a:pt x="0" y="9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76" name="Freeform 627">
              <a:extLst>
                <a:ext uri="{FF2B5EF4-FFF2-40B4-BE49-F238E27FC236}">
                  <a16:creationId xmlns:a16="http://schemas.microsoft.com/office/drawing/2014/main" id="{F853397E-CDC0-47FF-9A7C-107FF02D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" y="1040"/>
              <a:ext cx="2639" cy="1885"/>
            </a:xfrm>
            <a:custGeom>
              <a:avLst/>
              <a:gdLst>
                <a:gd name="T0" fmla="*/ 11819 w 1055"/>
                <a:gd name="T1" fmla="*/ 10406 h 707"/>
                <a:gd name="T2" fmla="*/ 13790 w 1055"/>
                <a:gd name="T3" fmla="*/ 11331 h 707"/>
                <a:gd name="T4" fmla="*/ 15544 w 1055"/>
                <a:gd name="T5" fmla="*/ 10670 h 707"/>
                <a:gd name="T6" fmla="*/ 16137 w 1055"/>
                <a:gd name="T7" fmla="*/ 9476 h 707"/>
                <a:gd name="T8" fmla="*/ 16419 w 1055"/>
                <a:gd name="T9" fmla="*/ 8431 h 707"/>
                <a:gd name="T10" fmla="*/ 16462 w 1055"/>
                <a:gd name="T11" fmla="*/ 7487 h 707"/>
                <a:gd name="T12" fmla="*/ 16494 w 1055"/>
                <a:gd name="T13" fmla="*/ 6783 h 707"/>
                <a:gd name="T14" fmla="*/ 16169 w 1055"/>
                <a:gd name="T15" fmla="*/ 5252 h 707"/>
                <a:gd name="T16" fmla="*/ 15824 w 1055"/>
                <a:gd name="T17" fmla="*/ 4322 h 707"/>
                <a:gd name="T18" fmla="*/ 15261 w 1055"/>
                <a:gd name="T19" fmla="*/ 3093 h 707"/>
                <a:gd name="T20" fmla="*/ 14523 w 1055"/>
                <a:gd name="T21" fmla="*/ 2333 h 707"/>
                <a:gd name="T22" fmla="*/ 12239 w 1055"/>
                <a:gd name="T23" fmla="*/ 1045 h 707"/>
                <a:gd name="T24" fmla="*/ 10373 w 1055"/>
                <a:gd name="T25" fmla="*/ 491 h 707"/>
                <a:gd name="T26" fmla="*/ 9623 w 1055"/>
                <a:gd name="T27" fmla="*/ 149 h 707"/>
                <a:gd name="T28" fmla="*/ 8830 w 1055"/>
                <a:gd name="T29" fmla="*/ 264 h 707"/>
                <a:gd name="T30" fmla="*/ 7609 w 1055"/>
                <a:gd name="T31" fmla="*/ 264 h 707"/>
                <a:gd name="T32" fmla="*/ 6451 w 1055"/>
                <a:gd name="T33" fmla="*/ 605 h 707"/>
                <a:gd name="T34" fmla="*/ 4693 w 1055"/>
                <a:gd name="T35" fmla="*/ 875 h 707"/>
                <a:gd name="T36" fmla="*/ 2972 w 1055"/>
                <a:gd name="T37" fmla="*/ 2048 h 707"/>
                <a:gd name="T38" fmla="*/ 2176 w 1055"/>
                <a:gd name="T39" fmla="*/ 3525 h 707"/>
                <a:gd name="T40" fmla="*/ 1426 w 1055"/>
                <a:gd name="T41" fmla="*/ 4458 h 707"/>
                <a:gd name="T42" fmla="*/ 1051 w 1055"/>
                <a:gd name="T43" fmla="*/ 5140 h 707"/>
                <a:gd name="T44" fmla="*/ 438 w 1055"/>
                <a:gd name="T45" fmla="*/ 7543 h 707"/>
                <a:gd name="T46" fmla="*/ 458 w 1055"/>
                <a:gd name="T47" fmla="*/ 9569 h 707"/>
                <a:gd name="T48" fmla="*/ 2021 w 1055"/>
                <a:gd name="T49" fmla="*/ 12227 h 707"/>
                <a:gd name="T50" fmla="*/ 4443 w 1055"/>
                <a:gd name="T51" fmla="*/ 12568 h 707"/>
                <a:gd name="T52" fmla="*/ 6419 w 1055"/>
                <a:gd name="T53" fmla="*/ 12491 h 707"/>
                <a:gd name="T54" fmla="*/ 8685 w 1055"/>
                <a:gd name="T55" fmla="*/ 13038 h 707"/>
                <a:gd name="T56" fmla="*/ 11539 w 1055"/>
                <a:gd name="T57" fmla="*/ 12491 h 707"/>
                <a:gd name="T58" fmla="*/ 11819 w 1055"/>
                <a:gd name="T59" fmla="*/ 10406 h 70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055" h="707">
                  <a:moveTo>
                    <a:pt x="755" y="549"/>
                  </a:moveTo>
                  <a:cubicBezTo>
                    <a:pt x="787" y="576"/>
                    <a:pt x="847" y="599"/>
                    <a:pt x="881" y="598"/>
                  </a:cubicBezTo>
                  <a:cubicBezTo>
                    <a:pt x="917" y="596"/>
                    <a:pt x="965" y="588"/>
                    <a:pt x="993" y="563"/>
                  </a:cubicBezTo>
                  <a:cubicBezTo>
                    <a:pt x="1009" y="547"/>
                    <a:pt x="1019" y="520"/>
                    <a:pt x="1031" y="500"/>
                  </a:cubicBezTo>
                  <a:cubicBezTo>
                    <a:pt x="1041" y="483"/>
                    <a:pt x="1046" y="465"/>
                    <a:pt x="1049" y="445"/>
                  </a:cubicBezTo>
                  <a:cubicBezTo>
                    <a:pt x="1051" y="428"/>
                    <a:pt x="1054" y="412"/>
                    <a:pt x="1052" y="395"/>
                  </a:cubicBezTo>
                  <a:cubicBezTo>
                    <a:pt x="1051" y="383"/>
                    <a:pt x="1055" y="371"/>
                    <a:pt x="1054" y="358"/>
                  </a:cubicBezTo>
                  <a:cubicBezTo>
                    <a:pt x="1051" y="333"/>
                    <a:pt x="1045" y="301"/>
                    <a:pt x="1033" y="277"/>
                  </a:cubicBezTo>
                  <a:cubicBezTo>
                    <a:pt x="1025" y="260"/>
                    <a:pt x="1015" y="248"/>
                    <a:pt x="1011" y="228"/>
                  </a:cubicBezTo>
                  <a:cubicBezTo>
                    <a:pt x="1005" y="202"/>
                    <a:pt x="992" y="184"/>
                    <a:pt x="975" y="163"/>
                  </a:cubicBezTo>
                  <a:cubicBezTo>
                    <a:pt x="965" y="152"/>
                    <a:pt x="938" y="127"/>
                    <a:pt x="928" y="123"/>
                  </a:cubicBezTo>
                  <a:cubicBezTo>
                    <a:pt x="906" y="97"/>
                    <a:pt x="820" y="39"/>
                    <a:pt x="782" y="55"/>
                  </a:cubicBezTo>
                  <a:cubicBezTo>
                    <a:pt x="771" y="26"/>
                    <a:pt x="687" y="10"/>
                    <a:pt x="663" y="26"/>
                  </a:cubicBezTo>
                  <a:cubicBezTo>
                    <a:pt x="660" y="17"/>
                    <a:pt x="644" y="11"/>
                    <a:pt x="615" y="8"/>
                  </a:cubicBezTo>
                  <a:cubicBezTo>
                    <a:pt x="596" y="6"/>
                    <a:pt x="573" y="6"/>
                    <a:pt x="564" y="14"/>
                  </a:cubicBezTo>
                  <a:cubicBezTo>
                    <a:pt x="549" y="10"/>
                    <a:pt x="504" y="0"/>
                    <a:pt x="486" y="14"/>
                  </a:cubicBezTo>
                  <a:cubicBezTo>
                    <a:pt x="466" y="0"/>
                    <a:pt x="422" y="16"/>
                    <a:pt x="412" y="32"/>
                  </a:cubicBezTo>
                  <a:cubicBezTo>
                    <a:pt x="396" y="12"/>
                    <a:pt x="344" y="22"/>
                    <a:pt x="300" y="46"/>
                  </a:cubicBezTo>
                  <a:cubicBezTo>
                    <a:pt x="265" y="65"/>
                    <a:pt x="227" y="80"/>
                    <a:pt x="190" y="108"/>
                  </a:cubicBezTo>
                  <a:cubicBezTo>
                    <a:pt x="154" y="135"/>
                    <a:pt x="119" y="172"/>
                    <a:pt x="139" y="186"/>
                  </a:cubicBezTo>
                  <a:cubicBezTo>
                    <a:pt x="110" y="195"/>
                    <a:pt x="107" y="206"/>
                    <a:pt x="91" y="235"/>
                  </a:cubicBezTo>
                  <a:cubicBezTo>
                    <a:pt x="74" y="265"/>
                    <a:pt x="67" y="271"/>
                    <a:pt x="67" y="271"/>
                  </a:cubicBezTo>
                  <a:cubicBezTo>
                    <a:pt x="47" y="288"/>
                    <a:pt x="20" y="375"/>
                    <a:pt x="28" y="398"/>
                  </a:cubicBezTo>
                  <a:cubicBezTo>
                    <a:pt x="15" y="413"/>
                    <a:pt x="0" y="493"/>
                    <a:pt x="29" y="505"/>
                  </a:cubicBezTo>
                  <a:cubicBezTo>
                    <a:pt x="28" y="537"/>
                    <a:pt x="66" y="635"/>
                    <a:pt x="129" y="645"/>
                  </a:cubicBezTo>
                  <a:cubicBezTo>
                    <a:pt x="199" y="657"/>
                    <a:pt x="241" y="655"/>
                    <a:pt x="284" y="663"/>
                  </a:cubicBezTo>
                  <a:cubicBezTo>
                    <a:pt x="327" y="670"/>
                    <a:pt x="399" y="669"/>
                    <a:pt x="410" y="659"/>
                  </a:cubicBezTo>
                  <a:cubicBezTo>
                    <a:pt x="428" y="675"/>
                    <a:pt x="536" y="700"/>
                    <a:pt x="555" y="688"/>
                  </a:cubicBezTo>
                  <a:cubicBezTo>
                    <a:pt x="593" y="699"/>
                    <a:pt x="699" y="707"/>
                    <a:pt x="737" y="659"/>
                  </a:cubicBezTo>
                  <a:cubicBezTo>
                    <a:pt x="761" y="629"/>
                    <a:pt x="780" y="577"/>
                    <a:pt x="755" y="549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77" name="Freeform 628">
              <a:extLst>
                <a:ext uri="{FF2B5EF4-FFF2-40B4-BE49-F238E27FC236}">
                  <a16:creationId xmlns:a16="http://schemas.microsoft.com/office/drawing/2014/main" id="{B8DC7B94-B9E1-4132-8218-6E0F669F8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965"/>
              <a:ext cx="925" cy="542"/>
            </a:xfrm>
            <a:custGeom>
              <a:avLst/>
              <a:gdLst>
                <a:gd name="T0" fmla="*/ 0 w 370"/>
                <a:gd name="T1" fmla="*/ 0 h 203"/>
                <a:gd name="T2" fmla="*/ 863 w 370"/>
                <a:gd name="T3" fmla="*/ 379 h 203"/>
                <a:gd name="T4" fmla="*/ 1645 w 370"/>
                <a:gd name="T5" fmla="*/ 1105 h 203"/>
                <a:gd name="T6" fmla="*/ 3645 w 370"/>
                <a:gd name="T7" fmla="*/ 2040 h 203"/>
                <a:gd name="T8" fmla="*/ 5208 w 370"/>
                <a:gd name="T9" fmla="*/ 3180 h 203"/>
                <a:gd name="T10" fmla="*/ 5783 w 370"/>
                <a:gd name="T11" fmla="*/ 3863 h 2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0" h="203">
                  <a:moveTo>
                    <a:pt x="0" y="0"/>
                  </a:moveTo>
                  <a:cubicBezTo>
                    <a:pt x="19" y="7"/>
                    <a:pt x="38" y="8"/>
                    <a:pt x="55" y="20"/>
                  </a:cubicBezTo>
                  <a:cubicBezTo>
                    <a:pt x="73" y="32"/>
                    <a:pt x="85" y="47"/>
                    <a:pt x="105" y="58"/>
                  </a:cubicBezTo>
                  <a:cubicBezTo>
                    <a:pt x="145" y="80"/>
                    <a:pt x="194" y="82"/>
                    <a:pt x="233" y="107"/>
                  </a:cubicBezTo>
                  <a:cubicBezTo>
                    <a:pt x="266" y="128"/>
                    <a:pt x="304" y="142"/>
                    <a:pt x="333" y="167"/>
                  </a:cubicBezTo>
                  <a:cubicBezTo>
                    <a:pt x="343" y="176"/>
                    <a:pt x="358" y="193"/>
                    <a:pt x="370" y="203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78" name="Freeform 629">
              <a:extLst>
                <a:ext uri="{FF2B5EF4-FFF2-40B4-BE49-F238E27FC236}">
                  <a16:creationId xmlns:a16="http://schemas.microsoft.com/office/drawing/2014/main" id="{30B08156-B437-4A14-8A7B-F786EE125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077"/>
              <a:ext cx="117" cy="952"/>
            </a:xfrm>
            <a:custGeom>
              <a:avLst/>
              <a:gdLst>
                <a:gd name="T0" fmla="*/ 0 w 47"/>
                <a:gd name="T1" fmla="*/ 0 h 357"/>
                <a:gd name="T2" fmla="*/ 321 w 47"/>
                <a:gd name="T3" fmla="*/ 1592 h 357"/>
                <a:gd name="T4" fmla="*/ 416 w 47"/>
                <a:gd name="T5" fmla="*/ 3072 h 357"/>
                <a:gd name="T6" fmla="*/ 466 w 47"/>
                <a:gd name="T7" fmla="*/ 4245 h 357"/>
                <a:gd name="T8" fmla="*/ 724 w 47"/>
                <a:gd name="T9" fmla="*/ 6771 h 3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57">
                  <a:moveTo>
                    <a:pt x="0" y="0"/>
                  </a:moveTo>
                  <a:cubicBezTo>
                    <a:pt x="7" y="20"/>
                    <a:pt x="21" y="48"/>
                    <a:pt x="21" y="84"/>
                  </a:cubicBezTo>
                  <a:cubicBezTo>
                    <a:pt x="21" y="120"/>
                    <a:pt x="25" y="139"/>
                    <a:pt x="27" y="162"/>
                  </a:cubicBezTo>
                  <a:cubicBezTo>
                    <a:pt x="29" y="186"/>
                    <a:pt x="36" y="204"/>
                    <a:pt x="30" y="224"/>
                  </a:cubicBezTo>
                  <a:cubicBezTo>
                    <a:pt x="25" y="244"/>
                    <a:pt x="29" y="317"/>
                    <a:pt x="47" y="357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79" name="Freeform 630">
              <a:extLst>
                <a:ext uri="{FF2B5EF4-FFF2-40B4-BE49-F238E27FC236}">
                  <a16:creationId xmlns:a16="http://schemas.microsoft.com/office/drawing/2014/main" id="{9EFD6469-BE69-4382-B831-A57A4FA4E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077"/>
              <a:ext cx="110" cy="699"/>
            </a:xfrm>
            <a:custGeom>
              <a:avLst/>
              <a:gdLst>
                <a:gd name="T0" fmla="*/ 220 w 44"/>
                <a:gd name="T1" fmla="*/ 0 h 262"/>
                <a:gd name="T2" fmla="*/ 125 w 44"/>
                <a:gd name="T3" fmla="*/ 1275 h 262"/>
                <a:gd name="T4" fmla="*/ 283 w 44"/>
                <a:gd name="T5" fmla="*/ 2241 h 262"/>
                <a:gd name="T6" fmla="*/ 375 w 44"/>
                <a:gd name="T7" fmla="*/ 3097 h 262"/>
                <a:gd name="T8" fmla="*/ 550 w 44"/>
                <a:gd name="T9" fmla="*/ 4042 h 262"/>
                <a:gd name="T10" fmla="*/ 363 w 44"/>
                <a:gd name="T11" fmla="*/ 4976 h 2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62">
                  <a:moveTo>
                    <a:pt x="14" y="0"/>
                  </a:moveTo>
                  <a:cubicBezTo>
                    <a:pt x="25" y="20"/>
                    <a:pt x="14" y="48"/>
                    <a:pt x="8" y="67"/>
                  </a:cubicBezTo>
                  <a:cubicBezTo>
                    <a:pt x="0" y="90"/>
                    <a:pt x="8" y="99"/>
                    <a:pt x="18" y="118"/>
                  </a:cubicBezTo>
                  <a:cubicBezTo>
                    <a:pt x="26" y="135"/>
                    <a:pt x="23" y="144"/>
                    <a:pt x="24" y="163"/>
                  </a:cubicBezTo>
                  <a:cubicBezTo>
                    <a:pt x="26" y="180"/>
                    <a:pt x="33" y="196"/>
                    <a:pt x="35" y="213"/>
                  </a:cubicBezTo>
                  <a:cubicBezTo>
                    <a:pt x="37" y="237"/>
                    <a:pt x="44" y="249"/>
                    <a:pt x="23" y="26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80" name="Freeform 631">
              <a:extLst>
                <a:ext uri="{FF2B5EF4-FFF2-40B4-BE49-F238E27FC236}">
                  <a16:creationId xmlns:a16="http://schemas.microsoft.com/office/drawing/2014/main" id="{9D3D5204-D1D3-4FBF-8270-2045FE895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731"/>
              <a:ext cx="33" cy="37"/>
            </a:xfrm>
            <a:custGeom>
              <a:avLst/>
              <a:gdLst>
                <a:gd name="T0" fmla="*/ 0 w 13"/>
                <a:gd name="T1" fmla="*/ 0 h 14"/>
                <a:gd name="T2" fmla="*/ 213 w 1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3" y="6"/>
                    <a:pt x="8" y="10"/>
                    <a:pt x="13" y="14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81" name="Freeform 632">
              <a:extLst>
                <a:ext uri="{FF2B5EF4-FFF2-40B4-BE49-F238E27FC236}">
                  <a16:creationId xmlns:a16="http://schemas.microsoft.com/office/drawing/2014/main" id="{4FABAB94-D5B1-450C-9CBB-03C81CE2F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309"/>
              <a:ext cx="300" cy="259"/>
            </a:xfrm>
            <a:custGeom>
              <a:avLst/>
              <a:gdLst>
                <a:gd name="T0" fmla="*/ 0 w 120"/>
                <a:gd name="T1" fmla="*/ 606 h 97"/>
                <a:gd name="T2" fmla="*/ 970 w 120"/>
                <a:gd name="T3" fmla="*/ 363 h 97"/>
                <a:gd name="T4" fmla="*/ 1375 w 120"/>
                <a:gd name="T5" fmla="*/ 1084 h 97"/>
                <a:gd name="T6" fmla="*/ 1875 w 120"/>
                <a:gd name="T7" fmla="*/ 1848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97">
                  <a:moveTo>
                    <a:pt x="0" y="32"/>
                  </a:moveTo>
                  <a:cubicBezTo>
                    <a:pt x="17" y="14"/>
                    <a:pt x="41" y="0"/>
                    <a:pt x="62" y="19"/>
                  </a:cubicBezTo>
                  <a:cubicBezTo>
                    <a:pt x="73" y="28"/>
                    <a:pt x="81" y="45"/>
                    <a:pt x="88" y="57"/>
                  </a:cubicBezTo>
                  <a:cubicBezTo>
                    <a:pt x="97" y="73"/>
                    <a:pt x="110" y="83"/>
                    <a:pt x="120" y="97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82" name="Freeform 633">
              <a:extLst>
                <a:ext uri="{FF2B5EF4-FFF2-40B4-BE49-F238E27FC236}">
                  <a16:creationId xmlns:a16="http://schemas.microsoft.com/office/drawing/2014/main" id="{119F8B01-C955-4871-A10E-74AB7DAA0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315"/>
              <a:ext cx="72" cy="29"/>
            </a:xfrm>
            <a:custGeom>
              <a:avLst/>
              <a:gdLst>
                <a:gd name="T0" fmla="*/ 0 w 29"/>
                <a:gd name="T1" fmla="*/ 34 h 11"/>
                <a:gd name="T2" fmla="*/ 444 w 2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2"/>
                  </a:moveTo>
                  <a:cubicBezTo>
                    <a:pt x="8" y="11"/>
                    <a:pt x="22" y="11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83" name="Freeform 634">
              <a:extLst>
                <a:ext uri="{FF2B5EF4-FFF2-40B4-BE49-F238E27FC236}">
                  <a16:creationId xmlns:a16="http://schemas.microsoft.com/office/drawing/2014/main" id="{2E4D08B9-8DA2-414F-858C-B8897C02B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493"/>
              <a:ext cx="87" cy="78"/>
            </a:xfrm>
            <a:custGeom>
              <a:avLst/>
              <a:gdLst>
                <a:gd name="T0" fmla="*/ 0 w 35"/>
                <a:gd name="T1" fmla="*/ 565 h 29"/>
                <a:gd name="T2" fmla="*/ 0 w 35"/>
                <a:gd name="T3" fmla="*/ 0 h 29"/>
                <a:gd name="T4" fmla="*/ 537 w 35"/>
                <a:gd name="T5" fmla="*/ 11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9">
                  <a:moveTo>
                    <a:pt x="0" y="29"/>
                  </a:moveTo>
                  <a:cubicBezTo>
                    <a:pt x="2" y="20"/>
                    <a:pt x="2" y="10"/>
                    <a:pt x="0" y="0"/>
                  </a:cubicBezTo>
                  <a:cubicBezTo>
                    <a:pt x="11" y="4"/>
                    <a:pt x="24" y="11"/>
                    <a:pt x="35" y="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84" name="Freeform 635">
              <a:extLst>
                <a:ext uri="{FF2B5EF4-FFF2-40B4-BE49-F238E27FC236}">
                  <a16:creationId xmlns:a16="http://schemas.microsoft.com/office/drawing/2014/main" id="{1016E5A5-AD02-456F-ACB0-DDC727F50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41"/>
              <a:ext cx="125" cy="155"/>
            </a:xfrm>
            <a:custGeom>
              <a:avLst/>
              <a:gdLst>
                <a:gd name="T0" fmla="*/ 0 w 50"/>
                <a:gd name="T1" fmla="*/ 0 h 58"/>
                <a:gd name="T2" fmla="*/ 783 w 50"/>
                <a:gd name="T3" fmla="*/ 110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58">
                  <a:moveTo>
                    <a:pt x="0" y="0"/>
                  </a:moveTo>
                  <a:cubicBezTo>
                    <a:pt x="8" y="28"/>
                    <a:pt x="32" y="39"/>
                    <a:pt x="50" y="58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85" name="Freeform 636">
              <a:extLst>
                <a:ext uri="{FF2B5EF4-FFF2-40B4-BE49-F238E27FC236}">
                  <a16:creationId xmlns:a16="http://schemas.microsoft.com/office/drawing/2014/main" id="{2D88DE8A-A813-4982-A19F-207D8C365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848"/>
              <a:ext cx="133" cy="477"/>
            </a:xfrm>
            <a:custGeom>
              <a:avLst/>
              <a:gdLst>
                <a:gd name="T0" fmla="*/ 492 w 53"/>
                <a:gd name="T1" fmla="*/ 0 h 179"/>
                <a:gd name="T2" fmla="*/ 459 w 53"/>
                <a:gd name="T3" fmla="*/ 2286 h 179"/>
                <a:gd name="T4" fmla="*/ 0 w 53"/>
                <a:gd name="T5" fmla="*/ 3387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79">
                  <a:moveTo>
                    <a:pt x="31" y="0"/>
                  </a:moveTo>
                  <a:cubicBezTo>
                    <a:pt x="53" y="25"/>
                    <a:pt x="38" y="92"/>
                    <a:pt x="29" y="121"/>
                  </a:cubicBezTo>
                  <a:cubicBezTo>
                    <a:pt x="24" y="137"/>
                    <a:pt x="0" y="167"/>
                    <a:pt x="0" y="1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86" name="Freeform 637">
              <a:extLst>
                <a:ext uri="{FF2B5EF4-FFF2-40B4-BE49-F238E27FC236}">
                  <a16:creationId xmlns:a16="http://schemas.microsoft.com/office/drawing/2014/main" id="{D18F545F-3198-4DF6-B82D-5D43E0CC2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088"/>
              <a:ext cx="435" cy="392"/>
            </a:xfrm>
            <a:custGeom>
              <a:avLst/>
              <a:gdLst>
                <a:gd name="T0" fmla="*/ 0 w 174"/>
                <a:gd name="T1" fmla="*/ 2525 h 147"/>
                <a:gd name="T2" fmla="*/ 1645 w 174"/>
                <a:gd name="T3" fmla="*/ 1536 h 147"/>
                <a:gd name="T4" fmla="*/ 2720 w 174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147">
                  <a:moveTo>
                    <a:pt x="0" y="133"/>
                  </a:moveTo>
                  <a:cubicBezTo>
                    <a:pt x="38" y="147"/>
                    <a:pt x="85" y="108"/>
                    <a:pt x="105" y="81"/>
                  </a:cubicBezTo>
                  <a:cubicBezTo>
                    <a:pt x="120" y="60"/>
                    <a:pt x="143" y="2"/>
                    <a:pt x="174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87" name="Freeform 638">
              <a:extLst>
                <a:ext uri="{FF2B5EF4-FFF2-40B4-BE49-F238E27FC236}">
                  <a16:creationId xmlns:a16="http://schemas.microsoft.com/office/drawing/2014/main" id="{3FF71C0D-7AB4-476C-8319-CC782C430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195"/>
              <a:ext cx="183" cy="112"/>
            </a:xfrm>
            <a:custGeom>
              <a:avLst/>
              <a:gdLst>
                <a:gd name="T0" fmla="*/ 0 w 73"/>
                <a:gd name="T1" fmla="*/ 264 h 42"/>
                <a:gd name="T2" fmla="*/ 1151 w 73"/>
                <a:gd name="T3" fmla="*/ 376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42">
                  <a:moveTo>
                    <a:pt x="0" y="14"/>
                  </a:moveTo>
                  <a:cubicBezTo>
                    <a:pt x="25" y="0"/>
                    <a:pt x="54" y="42"/>
                    <a:pt x="73" y="2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88" name="Freeform 639">
              <a:extLst>
                <a:ext uri="{FF2B5EF4-FFF2-40B4-BE49-F238E27FC236}">
                  <a16:creationId xmlns:a16="http://schemas.microsoft.com/office/drawing/2014/main" id="{1B5E3A01-B97D-41AB-A31E-2B29D49DE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264"/>
              <a:ext cx="50" cy="67"/>
            </a:xfrm>
            <a:custGeom>
              <a:avLst/>
              <a:gdLst>
                <a:gd name="T0" fmla="*/ 0 w 20"/>
                <a:gd name="T1" fmla="*/ 0 h 25"/>
                <a:gd name="T2" fmla="*/ 208 w 20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12" y="4"/>
                    <a:pt x="20" y="14"/>
                    <a:pt x="13" y="25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89" name="Freeform 640">
              <a:extLst>
                <a:ext uri="{FF2B5EF4-FFF2-40B4-BE49-F238E27FC236}">
                  <a16:creationId xmlns:a16="http://schemas.microsoft.com/office/drawing/2014/main" id="{0ED8CF1A-F103-4AF9-B3D8-607970C6B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1547"/>
              <a:ext cx="97" cy="290"/>
            </a:xfrm>
            <a:custGeom>
              <a:avLst/>
              <a:gdLst>
                <a:gd name="T0" fmla="*/ 75 w 39"/>
                <a:gd name="T1" fmla="*/ 0 h 109"/>
                <a:gd name="T2" fmla="*/ 0 w 39"/>
                <a:gd name="T3" fmla="*/ 2054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09">
                  <a:moveTo>
                    <a:pt x="5" y="0"/>
                  </a:moveTo>
                  <a:cubicBezTo>
                    <a:pt x="7" y="28"/>
                    <a:pt x="39" y="92"/>
                    <a:pt x="0" y="10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90" name="Freeform 641">
              <a:extLst>
                <a:ext uri="{FF2B5EF4-FFF2-40B4-BE49-F238E27FC236}">
                  <a16:creationId xmlns:a16="http://schemas.microsoft.com/office/drawing/2014/main" id="{663B34F2-16D7-4548-93D9-276C3F607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800"/>
              <a:ext cx="102" cy="349"/>
            </a:xfrm>
            <a:custGeom>
              <a:avLst/>
              <a:gdLst>
                <a:gd name="T0" fmla="*/ 0 w 41"/>
                <a:gd name="T1" fmla="*/ 0 h 131"/>
                <a:gd name="T2" fmla="*/ 104 w 41"/>
                <a:gd name="T3" fmla="*/ 2478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31">
                  <a:moveTo>
                    <a:pt x="0" y="0"/>
                  </a:moveTo>
                  <a:cubicBezTo>
                    <a:pt x="11" y="33"/>
                    <a:pt x="41" y="101"/>
                    <a:pt x="7" y="13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91" name="Freeform 642">
              <a:extLst>
                <a:ext uri="{FF2B5EF4-FFF2-40B4-BE49-F238E27FC236}">
                  <a16:creationId xmlns:a16="http://schemas.microsoft.com/office/drawing/2014/main" id="{0D02BC3F-4299-4843-A3B0-FBEEDA8DB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096"/>
              <a:ext cx="22" cy="48"/>
            </a:xfrm>
            <a:custGeom>
              <a:avLst/>
              <a:gdLst>
                <a:gd name="T0" fmla="*/ 0 w 9"/>
                <a:gd name="T1" fmla="*/ 0 h 18"/>
                <a:gd name="T2" fmla="*/ 132 w 9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8"/>
                    <a:pt x="3" y="14"/>
                    <a:pt x="9" y="18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92" name="Freeform 643">
              <a:extLst>
                <a:ext uri="{FF2B5EF4-FFF2-40B4-BE49-F238E27FC236}">
                  <a16:creationId xmlns:a16="http://schemas.microsoft.com/office/drawing/2014/main" id="{AD16D69A-06C7-4955-9F58-133F64F81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651"/>
              <a:ext cx="120" cy="576"/>
            </a:xfrm>
            <a:custGeom>
              <a:avLst/>
              <a:gdLst>
                <a:gd name="T0" fmla="*/ 0 w 48"/>
                <a:gd name="T1" fmla="*/ 0 h 216"/>
                <a:gd name="T2" fmla="*/ 658 w 48"/>
                <a:gd name="T3" fmla="*/ 2125 h 216"/>
                <a:gd name="T4" fmla="*/ 238 w 48"/>
                <a:gd name="T5" fmla="*/ 4096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16">
                  <a:moveTo>
                    <a:pt x="0" y="0"/>
                  </a:moveTo>
                  <a:cubicBezTo>
                    <a:pt x="11" y="39"/>
                    <a:pt x="36" y="72"/>
                    <a:pt x="42" y="112"/>
                  </a:cubicBezTo>
                  <a:cubicBezTo>
                    <a:pt x="48" y="150"/>
                    <a:pt x="36" y="185"/>
                    <a:pt x="15" y="21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93" name="Freeform 644">
              <a:extLst>
                <a:ext uri="{FF2B5EF4-FFF2-40B4-BE49-F238E27FC236}">
                  <a16:creationId xmlns:a16="http://schemas.microsoft.com/office/drawing/2014/main" id="{D6E64398-845A-43DB-AB59-364B57F56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875"/>
              <a:ext cx="288" cy="200"/>
            </a:xfrm>
            <a:custGeom>
              <a:avLst/>
              <a:gdLst>
                <a:gd name="T0" fmla="*/ 0 w 115"/>
                <a:gd name="T1" fmla="*/ 1421 h 75"/>
                <a:gd name="T2" fmla="*/ 488 w 115"/>
                <a:gd name="T3" fmla="*/ 931 h 75"/>
                <a:gd name="T4" fmla="*/ 1210 w 115"/>
                <a:gd name="T5" fmla="*/ 683 h 75"/>
                <a:gd name="T6" fmla="*/ 1806 w 11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75">
                  <a:moveTo>
                    <a:pt x="0" y="75"/>
                  </a:moveTo>
                  <a:cubicBezTo>
                    <a:pt x="10" y="63"/>
                    <a:pt x="17" y="56"/>
                    <a:pt x="31" y="49"/>
                  </a:cubicBezTo>
                  <a:cubicBezTo>
                    <a:pt x="45" y="41"/>
                    <a:pt x="62" y="42"/>
                    <a:pt x="77" y="36"/>
                  </a:cubicBezTo>
                  <a:cubicBezTo>
                    <a:pt x="96" y="29"/>
                    <a:pt x="108" y="18"/>
                    <a:pt x="115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94" name="Freeform 645">
              <a:extLst>
                <a:ext uri="{FF2B5EF4-FFF2-40B4-BE49-F238E27FC236}">
                  <a16:creationId xmlns:a16="http://schemas.microsoft.com/office/drawing/2014/main" id="{7DE82AA8-D236-498A-BEC1-1D8403E82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923"/>
              <a:ext cx="65" cy="13"/>
            </a:xfrm>
            <a:custGeom>
              <a:avLst/>
              <a:gdLst>
                <a:gd name="T0" fmla="*/ 0 w 26"/>
                <a:gd name="T1" fmla="*/ 55 h 5"/>
                <a:gd name="T2" fmla="*/ 408 w 2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3"/>
                  </a:moveTo>
                  <a:cubicBezTo>
                    <a:pt x="8" y="0"/>
                    <a:pt x="18" y="1"/>
                    <a:pt x="26" y="5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95" name="Freeform 646">
              <a:extLst>
                <a:ext uri="{FF2B5EF4-FFF2-40B4-BE49-F238E27FC236}">
                  <a16:creationId xmlns:a16="http://schemas.microsoft.com/office/drawing/2014/main" id="{FF426121-4A2B-4C62-A5A0-CF5CFD40D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323"/>
              <a:ext cx="155" cy="173"/>
            </a:xfrm>
            <a:custGeom>
              <a:avLst/>
              <a:gdLst>
                <a:gd name="T0" fmla="*/ 175 w 62"/>
                <a:gd name="T1" fmla="*/ 0 h 65"/>
                <a:gd name="T2" fmla="*/ 250 w 62"/>
                <a:gd name="T3" fmla="*/ 1057 h 65"/>
                <a:gd name="T4" fmla="*/ 938 w 62"/>
                <a:gd name="T5" fmla="*/ 122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5">
                  <a:moveTo>
                    <a:pt x="11" y="0"/>
                  </a:moveTo>
                  <a:cubicBezTo>
                    <a:pt x="0" y="9"/>
                    <a:pt x="5" y="48"/>
                    <a:pt x="16" y="56"/>
                  </a:cubicBezTo>
                  <a:cubicBezTo>
                    <a:pt x="27" y="63"/>
                    <a:pt x="62" y="43"/>
                    <a:pt x="60" y="65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96" name="Freeform 647">
              <a:extLst>
                <a:ext uri="{FF2B5EF4-FFF2-40B4-BE49-F238E27FC236}">
                  <a16:creationId xmlns:a16="http://schemas.microsoft.com/office/drawing/2014/main" id="{527F8F23-0B41-4666-9EA0-6D74AB09F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1475"/>
              <a:ext cx="285" cy="506"/>
            </a:xfrm>
            <a:custGeom>
              <a:avLst/>
              <a:gdLst>
                <a:gd name="T0" fmla="*/ 563 w 114"/>
                <a:gd name="T1" fmla="*/ 0 h 190"/>
                <a:gd name="T2" fmla="*/ 145 w 114"/>
                <a:gd name="T3" fmla="*/ 1284 h 190"/>
                <a:gd name="T4" fmla="*/ 175 w 114"/>
                <a:gd name="T5" fmla="*/ 2738 h 190"/>
                <a:gd name="T6" fmla="*/ 1783 w 114"/>
                <a:gd name="T7" fmla="*/ 3590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190">
                  <a:moveTo>
                    <a:pt x="36" y="0"/>
                  </a:moveTo>
                  <a:cubicBezTo>
                    <a:pt x="37" y="25"/>
                    <a:pt x="17" y="45"/>
                    <a:pt x="9" y="68"/>
                  </a:cubicBezTo>
                  <a:cubicBezTo>
                    <a:pt x="0" y="91"/>
                    <a:pt x="1" y="123"/>
                    <a:pt x="11" y="145"/>
                  </a:cubicBezTo>
                  <a:cubicBezTo>
                    <a:pt x="27" y="185"/>
                    <a:pt x="86" y="167"/>
                    <a:pt x="114" y="19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97" name="Freeform 648">
              <a:extLst>
                <a:ext uri="{FF2B5EF4-FFF2-40B4-BE49-F238E27FC236}">
                  <a16:creationId xmlns:a16="http://schemas.microsoft.com/office/drawing/2014/main" id="{F843BEF7-A5A1-4B12-A4D3-C97F3D544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00"/>
              <a:ext cx="65" cy="640"/>
            </a:xfrm>
            <a:custGeom>
              <a:avLst/>
              <a:gdLst>
                <a:gd name="T0" fmla="*/ 345 w 26"/>
                <a:gd name="T1" fmla="*/ 0 h 240"/>
                <a:gd name="T2" fmla="*/ 220 w 26"/>
                <a:gd name="T3" fmla="*/ 1024 h 240"/>
                <a:gd name="T4" fmla="*/ 345 w 26"/>
                <a:gd name="T5" fmla="*/ 2296 h 240"/>
                <a:gd name="T6" fmla="*/ 33 w 26"/>
                <a:gd name="T7" fmla="*/ 3277 h 240"/>
                <a:gd name="T8" fmla="*/ 145 w 26"/>
                <a:gd name="T9" fmla="*/ 4552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0">
                  <a:moveTo>
                    <a:pt x="22" y="0"/>
                  </a:moveTo>
                  <a:cubicBezTo>
                    <a:pt x="22" y="20"/>
                    <a:pt x="16" y="35"/>
                    <a:pt x="14" y="54"/>
                  </a:cubicBezTo>
                  <a:cubicBezTo>
                    <a:pt x="12" y="76"/>
                    <a:pt x="26" y="98"/>
                    <a:pt x="22" y="121"/>
                  </a:cubicBezTo>
                  <a:cubicBezTo>
                    <a:pt x="18" y="140"/>
                    <a:pt x="4" y="154"/>
                    <a:pt x="2" y="173"/>
                  </a:cubicBezTo>
                  <a:cubicBezTo>
                    <a:pt x="0" y="195"/>
                    <a:pt x="8" y="218"/>
                    <a:pt x="9" y="24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98" name="Freeform 649">
              <a:extLst>
                <a:ext uri="{FF2B5EF4-FFF2-40B4-BE49-F238E27FC236}">
                  <a16:creationId xmlns:a16="http://schemas.microsoft.com/office/drawing/2014/main" id="{4C514844-2396-4DCF-9AA1-B668D68B1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621"/>
              <a:ext cx="92" cy="120"/>
            </a:xfrm>
            <a:custGeom>
              <a:avLst/>
              <a:gdLst>
                <a:gd name="T0" fmla="*/ 0 w 37"/>
                <a:gd name="T1" fmla="*/ 853 h 45"/>
                <a:gd name="T2" fmla="*/ 569 w 37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5">
                  <a:moveTo>
                    <a:pt x="0" y="45"/>
                  </a:moveTo>
                  <a:cubicBezTo>
                    <a:pt x="13" y="41"/>
                    <a:pt x="34" y="14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99" name="Freeform 650">
              <a:extLst>
                <a:ext uri="{FF2B5EF4-FFF2-40B4-BE49-F238E27FC236}">
                  <a16:creationId xmlns:a16="http://schemas.microsoft.com/office/drawing/2014/main" id="{E022C6DF-10E0-4877-B034-307BEE925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253"/>
              <a:ext cx="87" cy="120"/>
            </a:xfrm>
            <a:custGeom>
              <a:avLst/>
              <a:gdLst>
                <a:gd name="T0" fmla="*/ 0 w 35"/>
                <a:gd name="T1" fmla="*/ 0 h 45"/>
                <a:gd name="T2" fmla="*/ 537 w 35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5">
                  <a:moveTo>
                    <a:pt x="0" y="0"/>
                  </a:moveTo>
                  <a:cubicBezTo>
                    <a:pt x="17" y="1"/>
                    <a:pt x="32" y="30"/>
                    <a:pt x="35" y="45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00" name="Freeform 651">
              <a:extLst>
                <a:ext uri="{FF2B5EF4-FFF2-40B4-BE49-F238E27FC236}">
                  <a16:creationId xmlns:a16="http://schemas.microsoft.com/office/drawing/2014/main" id="{9E73B812-6B9C-4BE2-9449-40447DF30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107"/>
              <a:ext cx="1217" cy="480"/>
            </a:xfrm>
            <a:custGeom>
              <a:avLst/>
              <a:gdLst>
                <a:gd name="T0" fmla="*/ 0 w 487"/>
                <a:gd name="T1" fmla="*/ 0 h 180"/>
                <a:gd name="T2" fmla="*/ 1167 w 487"/>
                <a:gd name="T3" fmla="*/ 605 h 180"/>
                <a:gd name="T4" fmla="*/ 2529 w 487"/>
                <a:gd name="T5" fmla="*/ 797 h 180"/>
                <a:gd name="T6" fmla="*/ 2979 w 487"/>
                <a:gd name="T7" fmla="*/ 1309 h 180"/>
                <a:gd name="T8" fmla="*/ 3778 w 487"/>
                <a:gd name="T9" fmla="*/ 1707 h 180"/>
                <a:gd name="T10" fmla="*/ 4666 w 487"/>
                <a:gd name="T11" fmla="*/ 2355 h 180"/>
                <a:gd name="T12" fmla="*/ 5933 w 487"/>
                <a:gd name="T13" fmla="*/ 2539 h 180"/>
                <a:gd name="T14" fmla="*/ 6620 w 487"/>
                <a:gd name="T15" fmla="*/ 3072 h 180"/>
                <a:gd name="T16" fmla="*/ 7599 w 487"/>
                <a:gd name="T17" fmla="*/ 3413 h 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7" h="180">
                  <a:moveTo>
                    <a:pt x="0" y="0"/>
                  </a:moveTo>
                  <a:cubicBezTo>
                    <a:pt x="27" y="6"/>
                    <a:pt x="47" y="26"/>
                    <a:pt x="75" y="32"/>
                  </a:cubicBezTo>
                  <a:cubicBezTo>
                    <a:pt x="103" y="38"/>
                    <a:pt x="137" y="29"/>
                    <a:pt x="162" y="42"/>
                  </a:cubicBezTo>
                  <a:cubicBezTo>
                    <a:pt x="175" y="48"/>
                    <a:pt x="180" y="61"/>
                    <a:pt x="191" y="69"/>
                  </a:cubicBezTo>
                  <a:cubicBezTo>
                    <a:pt x="207" y="82"/>
                    <a:pt x="227" y="79"/>
                    <a:pt x="242" y="90"/>
                  </a:cubicBezTo>
                  <a:cubicBezTo>
                    <a:pt x="262" y="105"/>
                    <a:pt x="273" y="118"/>
                    <a:pt x="299" y="124"/>
                  </a:cubicBezTo>
                  <a:cubicBezTo>
                    <a:pt x="325" y="129"/>
                    <a:pt x="354" y="125"/>
                    <a:pt x="380" y="134"/>
                  </a:cubicBezTo>
                  <a:cubicBezTo>
                    <a:pt x="397" y="140"/>
                    <a:pt x="408" y="153"/>
                    <a:pt x="424" y="162"/>
                  </a:cubicBezTo>
                  <a:cubicBezTo>
                    <a:pt x="443" y="173"/>
                    <a:pt x="471" y="169"/>
                    <a:pt x="487" y="18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01" name="Freeform 652">
              <a:extLst>
                <a:ext uri="{FF2B5EF4-FFF2-40B4-BE49-F238E27FC236}">
                  <a16:creationId xmlns:a16="http://schemas.microsoft.com/office/drawing/2014/main" id="{74B23991-F087-4E6A-90EA-4799B32EE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291"/>
              <a:ext cx="1220" cy="402"/>
            </a:xfrm>
            <a:custGeom>
              <a:avLst/>
              <a:gdLst>
                <a:gd name="T0" fmla="*/ 0 w 488"/>
                <a:gd name="T1" fmla="*/ 0 h 151"/>
                <a:gd name="T2" fmla="*/ 1175 w 488"/>
                <a:gd name="T3" fmla="*/ 964 h 151"/>
                <a:gd name="T4" fmla="*/ 2083 w 488"/>
                <a:gd name="T5" fmla="*/ 1206 h 151"/>
                <a:gd name="T6" fmla="*/ 3113 w 488"/>
                <a:gd name="T7" fmla="*/ 1169 h 151"/>
                <a:gd name="T8" fmla="*/ 4050 w 488"/>
                <a:gd name="T9" fmla="*/ 1850 h 151"/>
                <a:gd name="T10" fmla="*/ 5438 w 488"/>
                <a:gd name="T11" fmla="*/ 2508 h 151"/>
                <a:gd name="T12" fmla="*/ 6175 w 488"/>
                <a:gd name="T13" fmla="*/ 2715 h 151"/>
                <a:gd name="T14" fmla="*/ 6800 w 488"/>
                <a:gd name="T15" fmla="*/ 2678 h 151"/>
                <a:gd name="T16" fmla="*/ 7625 w 488"/>
                <a:gd name="T17" fmla="*/ 2849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8" h="151">
                  <a:moveTo>
                    <a:pt x="0" y="0"/>
                  </a:moveTo>
                  <a:cubicBezTo>
                    <a:pt x="16" y="21"/>
                    <a:pt x="50" y="44"/>
                    <a:pt x="75" y="51"/>
                  </a:cubicBezTo>
                  <a:cubicBezTo>
                    <a:pt x="94" y="56"/>
                    <a:pt x="115" y="61"/>
                    <a:pt x="133" y="64"/>
                  </a:cubicBezTo>
                  <a:cubicBezTo>
                    <a:pt x="154" y="67"/>
                    <a:pt x="179" y="60"/>
                    <a:pt x="199" y="62"/>
                  </a:cubicBezTo>
                  <a:cubicBezTo>
                    <a:pt x="224" y="64"/>
                    <a:pt x="239" y="86"/>
                    <a:pt x="259" y="98"/>
                  </a:cubicBezTo>
                  <a:cubicBezTo>
                    <a:pt x="289" y="115"/>
                    <a:pt x="314" y="124"/>
                    <a:pt x="348" y="133"/>
                  </a:cubicBezTo>
                  <a:cubicBezTo>
                    <a:pt x="361" y="136"/>
                    <a:pt x="381" y="145"/>
                    <a:pt x="395" y="144"/>
                  </a:cubicBezTo>
                  <a:cubicBezTo>
                    <a:pt x="411" y="143"/>
                    <a:pt x="418" y="137"/>
                    <a:pt x="435" y="142"/>
                  </a:cubicBezTo>
                  <a:cubicBezTo>
                    <a:pt x="453" y="148"/>
                    <a:pt x="468" y="151"/>
                    <a:pt x="488" y="15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02" name="Freeform 653">
              <a:extLst>
                <a:ext uri="{FF2B5EF4-FFF2-40B4-BE49-F238E27FC236}">
                  <a16:creationId xmlns:a16="http://schemas.microsoft.com/office/drawing/2014/main" id="{3493B363-4786-4F71-A2F1-01C324458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485"/>
              <a:ext cx="150" cy="46"/>
            </a:xfrm>
            <a:custGeom>
              <a:avLst/>
              <a:gdLst>
                <a:gd name="T0" fmla="*/ 0 w 60"/>
                <a:gd name="T1" fmla="*/ 257 h 17"/>
                <a:gd name="T2" fmla="*/ 625 w 60"/>
                <a:gd name="T3" fmla="*/ 235 h 17"/>
                <a:gd name="T4" fmla="*/ 938 w 6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7">
                  <a:moveTo>
                    <a:pt x="0" y="13"/>
                  </a:moveTo>
                  <a:cubicBezTo>
                    <a:pt x="11" y="16"/>
                    <a:pt x="30" y="17"/>
                    <a:pt x="40" y="12"/>
                  </a:cubicBezTo>
                  <a:cubicBezTo>
                    <a:pt x="49" y="9"/>
                    <a:pt x="50" y="0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03" name="Freeform 654">
              <a:extLst>
                <a:ext uri="{FF2B5EF4-FFF2-40B4-BE49-F238E27FC236}">
                  <a16:creationId xmlns:a16="http://schemas.microsoft.com/office/drawing/2014/main" id="{B5E00FB7-1664-443C-B8EE-14D9482EE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128"/>
              <a:ext cx="42" cy="112"/>
            </a:xfrm>
            <a:custGeom>
              <a:avLst/>
              <a:gdLst>
                <a:gd name="T0" fmla="*/ 0 w 17"/>
                <a:gd name="T1" fmla="*/ 0 h 42"/>
                <a:gd name="T2" fmla="*/ 257 w 17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2">
                  <a:moveTo>
                    <a:pt x="0" y="0"/>
                  </a:moveTo>
                  <a:cubicBezTo>
                    <a:pt x="5" y="15"/>
                    <a:pt x="6" y="31"/>
                    <a:pt x="17" y="4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04" name="Freeform 655">
              <a:extLst>
                <a:ext uri="{FF2B5EF4-FFF2-40B4-BE49-F238E27FC236}">
                  <a16:creationId xmlns:a16="http://schemas.microsoft.com/office/drawing/2014/main" id="{5DA3AF99-3F5E-4647-99C7-39BFFA8D6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355"/>
              <a:ext cx="85" cy="48"/>
            </a:xfrm>
            <a:custGeom>
              <a:avLst/>
              <a:gdLst>
                <a:gd name="T0" fmla="*/ 0 w 34"/>
                <a:gd name="T1" fmla="*/ 341 h 18"/>
                <a:gd name="T2" fmla="*/ 533 w 34"/>
                <a:gd name="T3" fmla="*/ 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8">
                  <a:moveTo>
                    <a:pt x="0" y="18"/>
                  </a:moveTo>
                  <a:cubicBezTo>
                    <a:pt x="4" y="0"/>
                    <a:pt x="20" y="1"/>
                    <a:pt x="34" y="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05" name="Freeform 656">
              <a:extLst>
                <a:ext uri="{FF2B5EF4-FFF2-40B4-BE49-F238E27FC236}">
                  <a16:creationId xmlns:a16="http://schemas.microsoft.com/office/drawing/2014/main" id="{4E616932-0DC3-44B1-A77F-5768982F1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1936"/>
              <a:ext cx="60" cy="219"/>
            </a:xfrm>
            <a:custGeom>
              <a:avLst/>
              <a:gdLst>
                <a:gd name="T0" fmla="*/ 33 w 24"/>
                <a:gd name="T1" fmla="*/ 0 h 82"/>
                <a:gd name="T2" fmla="*/ 63 w 24"/>
                <a:gd name="T3" fmla="*/ 841 h 82"/>
                <a:gd name="T4" fmla="*/ 375 w 24"/>
                <a:gd name="T5" fmla="*/ 1562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2">
                  <a:moveTo>
                    <a:pt x="2" y="0"/>
                  </a:moveTo>
                  <a:cubicBezTo>
                    <a:pt x="7" y="14"/>
                    <a:pt x="0" y="29"/>
                    <a:pt x="4" y="44"/>
                  </a:cubicBezTo>
                  <a:cubicBezTo>
                    <a:pt x="8" y="58"/>
                    <a:pt x="17" y="70"/>
                    <a:pt x="24" y="8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06" name="Freeform 657">
              <a:extLst>
                <a:ext uri="{FF2B5EF4-FFF2-40B4-BE49-F238E27FC236}">
                  <a16:creationId xmlns:a16="http://schemas.microsoft.com/office/drawing/2014/main" id="{FAA871AB-4AA9-4EC1-8C77-DB987CC8E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2053"/>
              <a:ext cx="73" cy="43"/>
            </a:xfrm>
            <a:custGeom>
              <a:avLst/>
              <a:gdLst>
                <a:gd name="T0" fmla="*/ 463 w 29"/>
                <a:gd name="T1" fmla="*/ 312 h 16"/>
                <a:gd name="T2" fmla="*/ 0 w 2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6">
                  <a:moveTo>
                    <a:pt x="29" y="16"/>
                  </a:moveTo>
                  <a:cubicBezTo>
                    <a:pt x="22" y="7"/>
                    <a:pt x="1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07" name="Freeform 658">
              <a:extLst>
                <a:ext uri="{FF2B5EF4-FFF2-40B4-BE49-F238E27FC236}">
                  <a16:creationId xmlns:a16="http://schemas.microsoft.com/office/drawing/2014/main" id="{91B12F70-DF7A-40C8-9920-16C44EF6F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520"/>
              <a:ext cx="98" cy="339"/>
            </a:xfrm>
            <a:custGeom>
              <a:avLst/>
              <a:gdLst>
                <a:gd name="T0" fmla="*/ 618 w 39"/>
                <a:gd name="T1" fmla="*/ 0 h 127"/>
                <a:gd name="T2" fmla="*/ 50 w 39"/>
                <a:gd name="T3" fmla="*/ 1425 h 127"/>
                <a:gd name="T4" fmla="*/ 379 w 39"/>
                <a:gd name="T5" fmla="*/ 2416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7">
                  <a:moveTo>
                    <a:pt x="39" y="0"/>
                  </a:moveTo>
                  <a:cubicBezTo>
                    <a:pt x="28" y="24"/>
                    <a:pt x="6" y="48"/>
                    <a:pt x="3" y="75"/>
                  </a:cubicBezTo>
                  <a:cubicBezTo>
                    <a:pt x="0" y="96"/>
                    <a:pt x="17" y="114"/>
                    <a:pt x="24" y="127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08" name="Freeform 659">
              <a:extLst>
                <a:ext uri="{FF2B5EF4-FFF2-40B4-BE49-F238E27FC236}">
                  <a16:creationId xmlns:a16="http://schemas.microsoft.com/office/drawing/2014/main" id="{C0508C35-72FC-4498-9D03-8B02409C9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1795"/>
              <a:ext cx="38" cy="93"/>
            </a:xfrm>
            <a:custGeom>
              <a:avLst/>
              <a:gdLst>
                <a:gd name="T0" fmla="*/ 180 w 15"/>
                <a:gd name="T1" fmla="*/ 0 h 35"/>
                <a:gd name="T2" fmla="*/ 0 w 15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5">
                  <a:moveTo>
                    <a:pt x="11" y="0"/>
                  </a:moveTo>
                  <a:cubicBezTo>
                    <a:pt x="15" y="16"/>
                    <a:pt x="13" y="27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09" name="Freeform 660">
              <a:extLst>
                <a:ext uri="{FF2B5EF4-FFF2-40B4-BE49-F238E27FC236}">
                  <a16:creationId xmlns:a16="http://schemas.microsoft.com/office/drawing/2014/main" id="{ED59BEC9-9BA2-4D35-AB31-41AB0B7B9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1475"/>
              <a:ext cx="300" cy="573"/>
            </a:xfrm>
            <a:custGeom>
              <a:avLst/>
              <a:gdLst>
                <a:gd name="T0" fmla="*/ 0 w 120"/>
                <a:gd name="T1" fmla="*/ 0 h 215"/>
                <a:gd name="T2" fmla="*/ 958 w 120"/>
                <a:gd name="T3" fmla="*/ 2273 h 215"/>
                <a:gd name="T4" fmla="*/ 1688 w 120"/>
                <a:gd name="T5" fmla="*/ 2913 h 215"/>
                <a:gd name="T6" fmla="*/ 1875 w 120"/>
                <a:gd name="T7" fmla="*/ 3523 h 215"/>
                <a:gd name="T8" fmla="*/ 1675 w 120"/>
                <a:gd name="T9" fmla="*/ 4070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215">
                  <a:moveTo>
                    <a:pt x="0" y="0"/>
                  </a:moveTo>
                  <a:cubicBezTo>
                    <a:pt x="26" y="17"/>
                    <a:pt x="99" y="87"/>
                    <a:pt x="61" y="120"/>
                  </a:cubicBezTo>
                  <a:cubicBezTo>
                    <a:pt x="81" y="103"/>
                    <a:pt x="102" y="137"/>
                    <a:pt x="108" y="154"/>
                  </a:cubicBezTo>
                  <a:cubicBezTo>
                    <a:pt x="112" y="163"/>
                    <a:pt x="120" y="177"/>
                    <a:pt x="120" y="186"/>
                  </a:cubicBezTo>
                  <a:cubicBezTo>
                    <a:pt x="120" y="196"/>
                    <a:pt x="107" y="213"/>
                    <a:pt x="107" y="215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10" name="Freeform 661">
              <a:extLst>
                <a:ext uri="{FF2B5EF4-FFF2-40B4-BE49-F238E27FC236}">
                  <a16:creationId xmlns:a16="http://schemas.microsoft.com/office/drawing/2014/main" id="{082825AF-44F6-4049-8463-BC70FFFD5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989"/>
              <a:ext cx="28" cy="46"/>
            </a:xfrm>
            <a:custGeom>
              <a:avLst/>
              <a:gdLst>
                <a:gd name="T0" fmla="*/ 0 w 11"/>
                <a:gd name="T1" fmla="*/ 0 h 17"/>
                <a:gd name="T2" fmla="*/ 181 w 11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1" y="7"/>
                    <a:pt x="5" y="13"/>
                    <a:pt x="11" y="17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11" name="Freeform 662">
              <a:extLst>
                <a:ext uri="{FF2B5EF4-FFF2-40B4-BE49-F238E27FC236}">
                  <a16:creationId xmlns:a16="http://schemas.microsoft.com/office/drawing/2014/main" id="{B1BD1700-C10C-4E3E-B13E-C2DC30FCC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536"/>
              <a:ext cx="55" cy="67"/>
            </a:xfrm>
            <a:custGeom>
              <a:avLst/>
              <a:gdLst>
                <a:gd name="T0" fmla="*/ 0 w 22"/>
                <a:gd name="T1" fmla="*/ 0 h 25"/>
                <a:gd name="T2" fmla="*/ 345 w 22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5">
                  <a:moveTo>
                    <a:pt x="0" y="0"/>
                  </a:moveTo>
                  <a:cubicBezTo>
                    <a:pt x="17" y="9"/>
                    <a:pt x="17" y="10"/>
                    <a:pt x="22" y="25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12" name="Freeform 663">
              <a:extLst>
                <a:ext uri="{FF2B5EF4-FFF2-40B4-BE49-F238E27FC236}">
                  <a16:creationId xmlns:a16="http://schemas.microsoft.com/office/drawing/2014/main" id="{AA14DFE0-3826-4666-9FD0-092828D41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117"/>
              <a:ext cx="15" cy="43"/>
            </a:xfrm>
            <a:custGeom>
              <a:avLst/>
              <a:gdLst>
                <a:gd name="T0" fmla="*/ 95 w 6"/>
                <a:gd name="T1" fmla="*/ 0 h 16"/>
                <a:gd name="T2" fmla="*/ 20 w 6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0" y="7"/>
                    <a:pt x="1" y="10"/>
                    <a:pt x="1" y="1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13" name="Freeform 664">
              <a:extLst>
                <a:ext uri="{FF2B5EF4-FFF2-40B4-BE49-F238E27FC236}">
                  <a16:creationId xmlns:a16="http://schemas.microsoft.com/office/drawing/2014/main" id="{2D18E385-CAB5-439F-AEAF-4A72B4CC9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109"/>
              <a:ext cx="18" cy="158"/>
            </a:xfrm>
            <a:custGeom>
              <a:avLst/>
              <a:gdLst>
                <a:gd name="T0" fmla="*/ 0 w 7"/>
                <a:gd name="T1" fmla="*/ 0 h 59"/>
                <a:gd name="T2" fmla="*/ 54 w 7"/>
                <a:gd name="T3" fmla="*/ 113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9">
                  <a:moveTo>
                    <a:pt x="0" y="0"/>
                  </a:moveTo>
                  <a:cubicBezTo>
                    <a:pt x="6" y="13"/>
                    <a:pt x="7" y="36"/>
                    <a:pt x="3" y="5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14" name="Freeform 665">
              <a:extLst>
                <a:ext uri="{FF2B5EF4-FFF2-40B4-BE49-F238E27FC236}">
                  <a16:creationId xmlns:a16="http://schemas.microsoft.com/office/drawing/2014/main" id="{1F386E70-E5FD-4E7B-93A6-54ACBA359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187"/>
              <a:ext cx="20" cy="96"/>
            </a:xfrm>
            <a:custGeom>
              <a:avLst/>
              <a:gdLst>
                <a:gd name="T0" fmla="*/ 113 w 8"/>
                <a:gd name="T1" fmla="*/ 0 h 36"/>
                <a:gd name="T2" fmla="*/ 20 w 8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7" y="0"/>
                  </a:moveTo>
                  <a:cubicBezTo>
                    <a:pt x="8" y="15"/>
                    <a:pt x="0" y="17"/>
                    <a:pt x="1" y="3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15" name="Freeform 666">
              <a:extLst>
                <a:ext uri="{FF2B5EF4-FFF2-40B4-BE49-F238E27FC236}">
                  <a16:creationId xmlns:a16="http://schemas.microsoft.com/office/drawing/2014/main" id="{2E501CD8-D4CA-45C9-B701-FFDE1C5E2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365"/>
              <a:ext cx="30" cy="126"/>
            </a:xfrm>
            <a:custGeom>
              <a:avLst/>
              <a:gdLst>
                <a:gd name="T0" fmla="*/ 113 w 12"/>
                <a:gd name="T1" fmla="*/ 0 h 47"/>
                <a:gd name="T2" fmla="*/ 113 w 12"/>
                <a:gd name="T3" fmla="*/ 90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7">
                  <a:moveTo>
                    <a:pt x="7" y="0"/>
                  </a:moveTo>
                  <a:cubicBezTo>
                    <a:pt x="12" y="17"/>
                    <a:pt x="0" y="33"/>
                    <a:pt x="7" y="47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16" name="Freeform 667">
              <a:extLst>
                <a:ext uri="{FF2B5EF4-FFF2-40B4-BE49-F238E27FC236}">
                  <a16:creationId xmlns:a16="http://schemas.microsoft.com/office/drawing/2014/main" id="{6F535EBB-DCF1-49C3-8FE0-F3BD14A03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451"/>
              <a:ext cx="40" cy="82"/>
            </a:xfrm>
            <a:custGeom>
              <a:avLst/>
              <a:gdLst>
                <a:gd name="T0" fmla="*/ 0 w 16"/>
                <a:gd name="T1" fmla="*/ 0 h 31"/>
                <a:gd name="T2" fmla="*/ 250 w 16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cubicBezTo>
                    <a:pt x="1" y="11"/>
                    <a:pt x="7" y="24"/>
                    <a:pt x="16" y="3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17" name="Freeform 668">
              <a:extLst>
                <a:ext uri="{FF2B5EF4-FFF2-40B4-BE49-F238E27FC236}">
                  <a16:creationId xmlns:a16="http://schemas.microsoft.com/office/drawing/2014/main" id="{4A972452-803D-4941-B065-FA7280BFD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125"/>
              <a:ext cx="293" cy="368"/>
            </a:xfrm>
            <a:custGeom>
              <a:avLst/>
              <a:gdLst>
                <a:gd name="T0" fmla="*/ 0 w 117"/>
                <a:gd name="T1" fmla="*/ 2483 h 138"/>
                <a:gd name="T2" fmla="*/ 771 w 117"/>
                <a:gd name="T3" fmla="*/ 2355 h 138"/>
                <a:gd name="T4" fmla="*/ 1505 w 117"/>
                <a:gd name="T5" fmla="*/ 1515 h 138"/>
                <a:gd name="T6" fmla="*/ 1743 w 117"/>
                <a:gd name="T7" fmla="*/ 760 h 138"/>
                <a:gd name="T8" fmla="*/ 1838 w 117"/>
                <a:gd name="T9" fmla="*/ 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38">
                  <a:moveTo>
                    <a:pt x="0" y="131"/>
                  </a:moveTo>
                  <a:cubicBezTo>
                    <a:pt x="12" y="138"/>
                    <a:pt x="37" y="129"/>
                    <a:pt x="49" y="124"/>
                  </a:cubicBezTo>
                  <a:cubicBezTo>
                    <a:pt x="71" y="115"/>
                    <a:pt x="89" y="105"/>
                    <a:pt x="96" y="80"/>
                  </a:cubicBezTo>
                  <a:cubicBezTo>
                    <a:pt x="99" y="66"/>
                    <a:pt x="106" y="54"/>
                    <a:pt x="111" y="40"/>
                  </a:cubicBezTo>
                  <a:cubicBezTo>
                    <a:pt x="116" y="28"/>
                    <a:pt x="116" y="13"/>
                    <a:pt x="117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18" name="Freeform 669">
              <a:extLst>
                <a:ext uri="{FF2B5EF4-FFF2-40B4-BE49-F238E27FC236}">
                  <a16:creationId xmlns:a16="http://schemas.microsoft.com/office/drawing/2014/main" id="{0023C98F-FC14-4492-B21C-D3BEEE7DA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360"/>
              <a:ext cx="28" cy="123"/>
            </a:xfrm>
            <a:custGeom>
              <a:avLst/>
              <a:gdLst>
                <a:gd name="T0" fmla="*/ 181 w 11"/>
                <a:gd name="T1" fmla="*/ 0 h 46"/>
                <a:gd name="T2" fmla="*/ 181 w 11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11" y="0"/>
                  </a:moveTo>
                  <a:cubicBezTo>
                    <a:pt x="7" y="13"/>
                    <a:pt x="0" y="34"/>
                    <a:pt x="11" y="4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19" name="Freeform 670">
              <a:extLst>
                <a:ext uri="{FF2B5EF4-FFF2-40B4-BE49-F238E27FC236}">
                  <a16:creationId xmlns:a16="http://schemas.microsoft.com/office/drawing/2014/main" id="{DA6BA6A8-1CA5-46E1-A729-C1C3249D8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139"/>
              <a:ext cx="67" cy="82"/>
            </a:xfrm>
            <a:custGeom>
              <a:avLst/>
              <a:gdLst>
                <a:gd name="T0" fmla="*/ 0 w 27"/>
                <a:gd name="T1" fmla="*/ 574 h 31"/>
                <a:gd name="T2" fmla="*/ 124 w 27"/>
                <a:gd name="T3" fmla="*/ 294 h 31"/>
                <a:gd name="T4" fmla="*/ 412 w 2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1">
                  <a:moveTo>
                    <a:pt x="0" y="31"/>
                  </a:moveTo>
                  <a:cubicBezTo>
                    <a:pt x="3" y="26"/>
                    <a:pt x="4" y="20"/>
                    <a:pt x="8" y="16"/>
                  </a:cubicBezTo>
                  <a:cubicBezTo>
                    <a:pt x="13" y="9"/>
                    <a:pt x="21" y="6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20" name="Freeform 671">
              <a:extLst>
                <a:ext uri="{FF2B5EF4-FFF2-40B4-BE49-F238E27FC236}">
                  <a16:creationId xmlns:a16="http://schemas.microsoft.com/office/drawing/2014/main" id="{95DBF819-0A2E-4B9C-9902-8DCD8E228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885"/>
              <a:ext cx="20" cy="142"/>
            </a:xfrm>
            <a:custGeom>
              <a:avLst/>
              <a:gdLst>
                <a:gd name="T0" fmla="*/ 33 w 8"/>
                <a:gd name="T1" fmla="*/ 0 h 53"/>
                <a:gd name="T2" fmla="*/ 0 w 8"/>
                <a:gd name="T3" fmla="*/ 101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3">
                  <a:moveTo>
                    <a:pt x="2" y="0"/>
                  </a:moveTo>
                  <a:cubicBezTo>
                    <a:pt x="2" y="18"/>
                    <a:pt x="8" y="36"/>
                    <a:pt x="0" y="53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21" name="Freeform 672">
              <a:extLst>
                <a:ext uri="{FF2B5EF4-FFF2-40B4-BE49-F238E27FC236}">
                  <a16:creationId xmlns:a16="http://schemas.microsoft.com/office/drawing/2014/main" id="{64B81A6B-1948-48A2-BE77-D6AA458CA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568"/>
              <a:ext cx="182" cy="29"/>
            </a:xfrm>
            <a:custGeom>
              <a:avLst/>
              <a:gdLst>
                <a:gd name="T0" fmla="*/ 0 w 73"/>
                <a:gd name="T1" fmla="*/ 200 h 11"/>
                <a:gd name="T2" fmla="*/ 778 w 73"/>
                <a:gd name="T3" fmla="*/ 90 h 11"/>
                <a:gd name="T4" fmla="*/ 1132 w 73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1">
                  <a:moveTo>
                    <a:pt x="0" y="11"/>
                  </a:moveTo>
                  <a:cubicBezTo>
                    <a:pt x="11" y="0"/>
                    <a:pt x="36" y="2"/>
                    <a:pt x="50" y="5"/>
                  </a:cubicBezTo>
                  <a:cubicBezTo>
                    <a:pt x="58" y="7"/>
                    <a:pt x="66" y="9"/>
                    <a:pt x="73" y="1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22" name="Freeform 673">
              <a:extLst>
                <a:ext uri="{FF2B5EF4-FFF2-40B4-BE49-F238E27FC236}">
                  <a16:creationId xmlns:a16="http://schemas.microsoft.com/office/drawing/2014/main" id="{4D768AEC-1914-4355-8A12-106D6C205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675"/>
              <a:ext cx="113" cy="50"/>
            </a:xfrm>
            <a:custGeom>
              <a:avLst/>
              <a:gdLst>
                <a:gd name="T0" fmla="*/ 0 w 45"/>
                <a:gd name="T1" fmla="*/ 0 h 19"/>
                <a:gd name="T2" fmla="*/ 713 w 45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9">
                  <a:moveTo>
                    <a:pt x="0" y="0"/>
                  </a:moveTo>
                  <a:cubicBezTo>
                    <a:pt x="16" y="3"/>
                    <a:pt x="31" y="9"/>
                    <a:pt x="45" y="1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23" name="Freeform 674">
              <a:extLst>
                <a:ext uri="{FF2B5EF4-FFF2-40B4-BE49-F238E27FC236}">
                  <a16:creationId xmlns:a16="http://schemas.microsoft.com/office/drawing/2014/main" id="{2BE76C6B-71AE-48E9-AC8D-8D8C57F53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2773"/>
              <a:ext cx="910" cy="515"/>
            </a:xfrm>
            <a:custGeom>
              <a:avLst/>
              <a:gdLst>
                <a:gd name="T0" fmla="*/ 208 w 364"/>
                <a:gd name="T1" fmla="*/ 171 h 193"/>
                <a:gd name="T2" fmla="*/ 220 w 364"/>
                <a:gd name="T3" fmla="*/ 136 h 193"/>
                <a:gd name="T4" fmla="*/ 300 w 364"/>
                <a:gd name="T5" fmla="*/ 0 h 193"/>
                <a:gd name="T6" fmla="*/ 2300 w 364"/>
                <a:gd name="T7" fmla="*/ 248 h 193"/>
                <a:gd name="T8" fmla="*/ 4270 w 364"/>
                <a:gd name="T9" fmla="*/ 171 h 193"/>
                <a:gd name="T10" fmla="*/ 5688 w 364"/>
                <a:gd name="T11" fmla="*/ 720 h 193"/>
                <a:gd name="T12" fmla="*/ 5613 w 364"/>
                <a:gd name="T13" fmla="*/ 913 h 193"/>
                <a:gd name="T14" fmla="*/ 5488 w 364"/>
                <a:gd name="T15" fmla="*/ 990 h 193"/>
                <a:gd name="T16" fmla="*/ 5408 w 364"/>
                <a:gd name="T17" fmla="*/ 1083 h 193"/>
                <a:gd name="T18" fmla="*/ 5238 w 364"/>
                <a:gd name="T19" fmla="*/ 1161 h 193"/>
                <a:gd name="T20" fmla="*/ 5050 w 364"/>
                <a:gd name="T21" fmla="*/ 1766 h 193"/>
                <a:gd name="T22" fmla="*/ 4875 w 364"/>
                <a:gd name="T23" fmla="*/ 2394 h 193"/>
                <a:gd name="T24" fmla="*/ 4720 w 364"/>
                <a:gd name="T25" fmla="*/ 2756 h 193"/>
                <a:gd name="T26" fmla="*/ 4238 w 364"/>
                <a:gd name="T27" fmla="*/ 3440 h 193"/>
                <a:gd name="T28" fmla="*/ 4033 w 364"/>
                <a:gd name="T29" fmla="*/ 3440 h 193"/>
                <a:gd name="T30" fmla="*/ 3708 w 364"/>
                <a:gd name="T31" fmla="*/ 3496 h 193"/>
                <a:gd name="T32" fmla="*/ 3363 w 364"/>
                <a:gd name="T33" fmla="*/ 3517 h 193"/>
                <a:gd name="T34" fmla="*/ 3238 w 364"/>
                <a:gd name="T35" fmla="*/ 3554 h 193"/>
                <a:gd name="T36" fmla="*/ 3020 w 364"/>
                <a:gd name="T37" fmla="*/ 3554 h 193"/>
                <a:gd name="T38" fmla="*/ 2925 w 364"/>
                <a:gd name="T39" fmla="*/ 3496 h 193"/>
                <a:gd name="T40" fmla="*/ 2613 w 364"/>
                <a:gd name="T41" fmla="*/ 3402 h 193"/>
                <a:gd name="T42" fmla="*/ 1875 w 364"/>
                <a:gd name="T43" fmla="*/ 3133 h 193"/>
                <a:gd name="T44" fmla="*/ 1800 w 364"/>
                <a:gd name="T45" fmla="*/ 2719 h 193"/>
                <a:gd name="T46" fmla="*/ 1583 w 364"/>
                <a:gd name="T47" fmla="*/ 2869 h 193"/>
                <a:gd name="T48" fmla="*/ 1345 w 364"/>
                <a:gd name="T49" fmla="*/ 2735 h 193"/>
                <a:gd name="T50" fmla="*/ 833 w 364"/>
                <a:gd name="T51" fmla="*/ 2151 h 193"/>
                <a:gd name="T52" fmla="*/ 625 w 364"/>
                <a:gd name="T53" fmla="*/ 1865 h 193"/>
                <a:gd name="T54" fmla="*/ 283 w 364"/>
                <a:gd name="T55" fmla="*/ 1574 h 193"/>
                <a:gd name="T56" fmla="*/ 20 w 364"/>
                <a:gd name="T57" fmla="*/ 969 h 193"/>
                <a:gd name="T58" fmla="*/ 175 w 364"/>
                <a:gd name="T59" fmla="*/ 264 h 193"/>
                <a:gd name="T60" fmla="*/ 208 w 364"/>
                <a:gd name="T61" fmla="*/ 171 h 19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64" h="193">
                  <a:moveTo>
                    <a:pt x="13" y="9"/>
                  </a:moveTo>
                  <a:cubicBezTo>
                    <a:pt x="13" y="9"/>
                    <a:pt x="14" y="8"/>
                    <a:pt x="14" y="7"/>
                  </a:cubicBezTo>
                  <a:cubicBezTo>
                    <a:pt x="16" y="4"/>
                    <a:pt x="18" y="1"/>
                    <a:pt x="19" y="0"/>
                  </a:cubicBezTo>
                  <a:cubicBezTo>
                    <a:pt x="73" y="7"/>
                    <a:pt x="110" y="6"/>
                    <a:pt x="147" y="13"/>
                  </a:cubicBezTo>
                  <a:cubicBezTo>
                    <a:pt x="190" y="20"/>
                    <a:pt x="262" y="19"/>
                    <a:pt x="273" y="9"/>
                  </a:cubicBezTo>
                  <a:cubicBezTo>
                    <a:pt x="284" y="19"/>
                    <a:pt x="327" y="32"/>
                    <a:pt x="364" y="38"/>
                  </a:cubicBezTo>
                  <a:cubicBezTo>
                    <a:pt x="362" y="42"/>
                    <a:pt x="361" y="45"/>
                    <a:pt x="359" y="48"/>
                  </a:cubicBezTo>
                  <a:cubicBezTo>
                    <a:pt x="357" y="50"/>
                    <a:pt x="353" y="51"/>
                    <a:pt x="351" y="52"/>
                  </a:cubicBezTo>
                  <a:cubicBezTo>
                    <a:pt x="349" y="54"/>
                    <a:pt x="348" y="56"/>
                    <a:pt x="346" y="57"/>
                  </a:cubicBezTo>
                  <a:cubicBezTo>
                    <a:pt x="342" y="59"/>
                    <a:pt x="338" y="60"/>
                    <a:pt x="335" y="61"/>
                  </a:cubicBezTo>
                  <a:cubicBezTo>
                    <a:pt x="336" y="70"/>
                    <a:pt x="338" y="84"/>
                    <a:pt x="323" y="93"/>
                  </a:cubicBezTo>
                  <a:cubicBezTo>
                    <a:pt x="326" y="111"/>
                    <a:pt x="324" y="122"/>
                    <a:pt x="312" y="126"/>
                  </a:cubicBezTo>
                  <a:cubicBezTo>
                    <a:pt x="311" y="134"/>
                    <a:pt x="308" y="141"/>
                    <a:pt x="302" y="145"/>
                  </a:cubicBezTo>
                  <a:cubicBezTo>
                    <a:pt x="299" y="155"/>
                    <a:pt x="279" y="178"/>
                    <a:pt x="271" y="181"/>
                  </a:cubicBezTo>
                  <a:cubicBezTo>
                    <a:pt x="265" y="182"/>
                    <a:pt x="262" y="180"/>
                    <a:pt x="258" y="181"/>
                  </a:cubicBezTo>
                  <a:cubicBezTo>
                    <a:pt x="251" y="183"/>
                    <a:pt x="241" y="193"/>
                    <a:pt x="237" y="184"/>
                  </a:cubicBezTo>
                  <a:cubicBezTo>
                    <a:pt x="229" y="190"/>
                    <a:pt x="223" y="187"/>
                    <a:pt x="215" y="185"/>
                  </a:cubicBezTo>
                  <a:cubicBezTo>
                    <a:pt x="215" y="185"/>
                    <a:pt x="207" y="187"/>
                    <a:pt x="207" y="187"/>
                  </a:cubicBezTo>
                  <a:cubicBezTo>
                    <a:pt x="207" y="187"/>
                    <a:pt x="197" y="187"/>
                    <a:pt x="193" y="187"/>
                  </a:cubicBezTo>
                  <a:cubicBezTo>
                    <a:pt x="188" y="186"/>
                    <a:pt x="189" y="184"/>
                    <a:pt x="187" y="184"/>
                  </a:cubicBezTo>
                  <a:cubicBezTo>
                    <a:pt x="181" y="181"/>
                    <a:pt x="173" y="179"/>
                    <a:pt x="167" y="179"/>
                  </a:cubicBezTo>
                  <a:cubicBezTo>
                    <a:pt x="155" y="179"/>
                    <a:pt x="129" y="174"/>
                    <a:pt x="120" y="165"/>
                  </a:cubicBezTo>
                  <a:cubicBezTo>
                    <a:pt x="112" y="159"/>
                    <a:pt x="111" y="153"/>
                    <a:pt x="115" y="143"/>
                  </a:cubicBezTo>
                  <a:cubicBezTo>
                    <a:pt x="108" y="147"/>
                    <a:pt x="110" y="150"/>
                    <a:pt x="101" y="151"/>
                  </a:cubicBezTo>
                  <a:cubicBezTo>
                    <a:pt x="94" y="151"/>
                    <a:pt x="91" y="149"/>
                    <a:pt x="86" y="144"/>
                  </a:cubicBezTo>
                  <a:cubicBezTo>
                    <a:pt x="74" y="134"/>
                    <a:pt x="62" y="126"/>
                    <a:pt x="53" y="113"/>
                  </a:cubicBezTo>
                  <a:cubicBezTo>
                    <a:pt x="49" y="107"/>
                    <a:pt x="46" y="102"/>
                    <a:pt x="40" y="98"/>
                  </a:cubicBezTo>
                  <a:cubicBezTo>
                    <a:pt x="33" y="93"/>
                    <a:pt x="26" y="89"/>
                    <a:pt x="18" y="83"/>
                  </a:cubicBezTo>
                  <a:cubicBezTo>
                    <a:pt x="4" y="71"/>
                    <a:pt x="2" y="62"/>
                    <a:pt x="1" y="51"/>
                  </a:cubicBezTo>
                  <a:cubicBezTo>
                    <a:pt x="0" y="40"/>
                    <a:pt x="3" y="22"/>
                    <a:pt x="11" y="14"/>
                  </a:cubicBezTo>
                  <a:cubicBezTo>
                    <a:pt x="12" y="13"/>
                    <a:pt x="12" y="11"/>
                    <a:pt x="13" y="9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24" name="Freeform 675">
              <a:extLst>
                <a:ext uri="{FF2B5EF4-FFF2-40B4-BE49-F238E27FC236}">
                  <a16:creationId xmlns:a16="http://schemas.microsoft.com/office/drawing/2014/main" id="{00AB1525-D040-4BEB-B0A5-422091BE1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875"/>
              <a:ext cx="372" cy="661"/>
            </a:xfrm>
            <a:custGeom>
              <a:avLst/>
              <a:gdLst>
                <a:gd name="T0" fmla="*/ 0 w 149"/>
                <a:gd name="T1" fmla="*/ 4696 h 248"/>
                <a:gd name="T2" fmla="*/ 75 w 149"/>
                <a:gd name="T3" fmla="*/ 2295 h 248"/>
                <a:gd name="T4" fmla="*/ 200 w 149"/>
                <a:gd name="T5" fmla="*/ 2026 h 248"/>
                <a:gd name="T6" fmla="*/ 355 w 149"/>
                <a:gd name="T7" fmla="*/ 1668 h 248"/>
                <a:gd name="T8" fmla="*/ 529 w 149"/>
                <a:gd name="T9" fmla="*/ 1045 h 248"/>
                <a:gd name="T10" fmla="*/ 717 w 149"/>
                <a:gd name="T11" fmla="*/ 434 h 248"/>
                <a:gd name="T12" fmla="*/ 886 w 149"/>
                <a:gd name="T13" fmla="*/ 362 h 248"/>
                <a:gd name="T14" fmla="*/ 966 w 149"/>
                <a:gd name="T15" fmla="*/ 264 h 248"/>
                <a:gd name="T16" fmla="*/ 1091 w 149"/>
                <a:gd name="T17" fmla="*/ 192 h 248"/>
                <a:gd name="T18" fmla="*/ 1166 w 149"/>
                <a:gd name="T19" fmla="*/ 0 h 248"/>
                <a:gd name="T20" fmla="*/ 1153 w 149"/>
                <a:gd name="T21" fmla="*/ 0 h 248"/>
                <a:gd name="T22" fmla="*/ 2007 w 149"/>
                <a:gd name="T23" fmla="*/ 0 h 248"/>
                <a:gd name="T24" fmla="*/ 2319 w 149"/>
                <a:gd name="T25" fmla="*/ 77 h 248"/>
                <a:gd name="T26" fmla="*/ 1633 w 149"/>
                <a:gd name="T27" fmla="*/ 1058 h 248"/>
                <a:gd name="T28" fmla="*/ 1558 w 149"/>
                <a:gd name="T29" fmla="*/ 2537 h 248"/>
                <a:gd name="T30" fmla="*/ 1216 w 149"/>
                <a:gd name="T31" fmla="*/ 4696 h 2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9" h="248">
                  <a:moveTo>
                    <a:pt x="0" y="248"/>
                  </a:moveTo>
                  <a:cubicBezTo>
                    <a:pt x="6" y="231"/>
                    <a:pt x="5" y="162"/>
                    <a:pt x="5" y="121"/>
                  </a:cubicBezTo>
                  <a:cubicBezTo>
                    <a:pt x="9" y="115"/>
                    <a:pt x="12" y="110"/>
                    <a:pt x="13" y="107"/>
                  </a:cubicBezTo>
                  <a:cubicBezTo>
                    <a:pt x="19" y="103"/>
                    <a:pt x="22" y="96"/>
                    <a:pt x="23" y="88"/>
                  </a:cubicBezTo>
                  <a:cubicBezTo>
                    <a:pt x="35" y="84"/>
                    <a:pt x="37" y="73"/>
                    <a:pt x="34" y="55"/>
                  </a:cubicBezTo>
                  <a:cubicBezTo>
                    <a:pt x="49" y="46"/>
                    <a:pt x="47" y="32"/>
                    <a:pt x="46" y="23"/>
                  </a:cubicBezTo>
                  <a:cubicBezTo>
                    <a:pt x="49" y="22"/>
                    <a:pt x="53" y="21"/>
                    <a:pt x="57" y="19"/>
                  </a:cubicBezTo>
                  <a:cubicBezTo>
                    <a:pt x="59" y="18"/>
                    <a:pt x="60" y="16"/>
                    <a:pt x="62" y="14"/>
                  </a:cubicBezTo>
                  <a:cubicBezTo>
                    <a:pt x="64" y="13"/>
                    <a:pt x="68" y="12"/>
                    <a:pt x="70" y="10"/>
                  </a:cubicBezTo>
                  <a:cubicBezTo>
                    <a:pt x="72" y="7"/>
                    <a:pt x="73" y="4"/>
                    <a:pt x="75" y="0"/>
                  </a:cubicBezTo>
                  <a:cubicBezTo>
                    <a:pt x="75" y="0"/>
                    <a:pt x="74" y="0"/>
                    <a:pt x="74" y="0"/>
                  </a:cubicBezTo>
                  <a:cubicBezTo>
                    <a:pt x="99" y="4"/>
                    <a:pt x="121" y="5"/>
                    <a:pt x="129" y="0"/>
                  </a:cubicBezTo>
                  <a:cubicBezTo>
                    <a:pt x="134" y="2"/>
                    <a:pt x="141" y="3"/>
                    <a:pt x="149" y="4"/>
                  </a:cubicBezTo>
                  <a:cubicBezTo>
                    <a:pt x="140" y="32"/>
                    <a:pt x="124" y="53"/>
                    <a:pt x="105" y="56"/>
                  </a:cubicBezTo>
                  <a:cubicBezTo>
                    <a:pt x="111" y="63"/>
                    <a:pt x="118" y="86"/>
                    <a:pt x="100" y="134"/>
                  </a:cubicBezTo>
                  <a:cubicBezTo>
                    <a:pt x="83" y="181"/>
                    <a:pt x="78" y="248"/>
                    <a:pt x="78" y="248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25" name="Freeform 676">
              <a:extLst>
                <a:ext uri="{FF2B5EF4-FFF2-40B4-BE49-F238E27FC236}">
                  <a16:creationId xmlns:a16="http://schemas.microsoft.com/office/drawing/2014/main" id="{C6251C20-B9E2-4FD6-A5EF-1072D7858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912"/>
              <a:ext cx="362" cy="243"/>
            </a:xfrm>
            <a:custGeom>
              <a:avLst/>
              <a:gdLst>
                <a:gd name="T0" fmla="*/ 2257 w 145"/>
                <a:gd name="T1" fmla="*/ 0 h 91"/>
                <a:gd name="T2" fmla="*/ 0 w 145"/>
                <a:gd name="T3" fmla="*/ 173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91">
                  <a:moveTo>
                    <a:pt x="145" y="0"/>
                  </a:moveTo>
                  <a:cubicBezTo>
                    <a:pt x="132" y="54"/>
                    <a:pt x="17" y="64"/>
                    <a:pt x="0" y="9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26" name="Freeform 677">
              <a:extLst>
                <a:ext uri="{FF2B5EF4-FFF2-40B4-BE49-F238E27FC236}">
                  <a16:creationId xmlns:a16="http://schemas.microsoft.com/office/drawing/2014/main" id="{431E9129-E497-4A44-BE1F-3FC9A39F5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2779"/>
              <a:ext cx="770" cy="144"/>
            </a:xfrm>
            <a:custGeom>
              <a:avLst/>
              <a:gdLst>
                <a:gd name="T0" fmla="*/ 0 w 308"/>
                <a:gd name="T1" fmla="*/ 0 h 54"/>
                <a:gd name="T2" fmla="*/ 1270 w 308"/>
                <a:gd name="T3" fmla="*/ 341 h 54"/>
                <a:gd name="T4" fmla="*/ 2020 w 308"/>
                <a:gd name="T5" fmla="*/ 776 h 54"/>
                <a:gd name="T6" fmla="*/ 4000 w 308"/>
                <a:gd name="T7" fmla="*/ 909 h 54"/>
                <a:gd name="T8" fmla="*/ 4813 w 308"/>
                <a:gd name="T9" fmla="*/ 53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8" h="54">
                  <a:moveTo>
                    <a:pt x="0" y="0"/>
                  </a:moveTo>
                  <a:cubicBezTo>
                    <a:pt x="2" y="7"/>
                    <a:pt x="28" y="6"/>
                    <a:pt x="81" y="18"/>
                  </a:cubicBezTo>
                  <a:cubicBezTo>
                    <a:pt x="106" y="22"/>
                    <a:pt x="106" y="34"/>
                    <a:pt x="129" y="41"/>
                  </a:cubicBezTo>
                  <a:cubicBezTo>
                    <a:pt x="175" y="49"/>
                    <a:pt x="223" y="54"/>
                    <a:pt x="256" y="48"/>
                  </a:cubicBezTo>
                  <a:cubicBezTo>
                    <a:pt x="298" y="42"/>
                    <a:pt x="308" y="28"/>
                    <a:pt x="308" y="28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27" name="Freeform 678">
              <a:extLst>
                <a:ext uri="{FF2B5EF4-FFF2-40B4-BE49-F238E27FC236}">
                  <a16:creationId xmlns:a16="http://schemas.microsoft.com/office/drawing/2014/main" id="{4DB53C18-18AF-46A9-AD7B-939357258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979"/>
              <a:ext cx="37" cy="53"/>
            </a:xfrm>
            <a:custGeom>
              <a:avLst/>
              <a:gdLst>
                <a:gd name="T0" fmla="*/ 121 w 15"/>
                <a:gd name="T1" fmla="*/ 371 h 20"/>
                <a:gd name="T2" fmla="*/ 212 w 15"/>
                <a:gd name="T3" fmla="*/ 239 h 20"/>
                <a:gd name="T4" fmla="*/ 74 w 15"/>
                <a:gd name="T5" fmla="*/ 239 h 20"/>
                <a:gd name="T6" fmla="*/ 133 w 15"/>
                <a:gd name="T7" fmla="*/ 34 h 20"/>
                <a:gd name="T8" fmla="*/ 0 w 15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8" y="20"/>
                  </a:moveTo>
                  <a:cubicBezTo>
                    <a:pt x="10" y="18"/>
                    <a:pt x="12" y="16"/>
                    <a:pt x="14" y="13"/>
                  </a:cubicBezTo>
                  <a:cubicBezTo>
                    <a:pt x="11" y="12"/>
                    <a:pt x="8" y="13"/>
                    <a:pt x="5" y="13"/>
                  </a:cubicBezTo>
                  <a:cubicBezTo>
                    <a:pt x="9" y="9"/>
                    <a:pt x="15" y="5"/>
                    <a:pt x="9" y="2"/>
                  </a:cubicBezTo>
                  <a:cubicBezTo>
                    <a:pt x="6" y="0"/>
                    <a:pt x="3" y="3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C08C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28" name="Freeform 679">
              <a:extLst>
                <a:ext uri="{FF2B5EF4-FFF2-40B4-BE49-F238E27FC236}">
                  <a16:creationId xmlns:a16="http://schemas.microsoft.com/office/drawing/2014/main" id="{CAFC87C3-701E-4399-A350-AFC1DA5B1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003"/>
              <a:ext cx="30" cy="26"/>
            </a:xfrm>
            <a:custGeom>
              <a:avLst/>
              <a:gdLst>
                <a:gd name="T0" fmla="*/ 145 w 12"/>
                <a:gd name="T1" fmla="*/ 177 h 10"/>
                <a:gd name="T2" fmla="*/ 188 w 12"/>
                <a:gd name="T3" fmla="*/ 3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9" y="10"/>
                  </a:moveTo>
                  <a:cubicBezTo>
                    <a:pt x="0" y="5"/>
                    <a:pt x="2" y="0"/>
                    <a:pt x="12" y="2"/>
                  </a:cubicBezTo>
                </a:path>
              </a:pathLst>
            </a:custGeom>
            <a:noFill/>
            <a:ln w="7938" cap="flat">
              <a:solidFill>
                <a:srgbClr val="C08C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29" name="Freeform 680">
              <a:extLst>
                <a:ext uri="{FF2B5EF4-FFF2-40B4-BE49-F238E27FC236}">
                  <a16:creationId xmlns:a16="http://schemas.microsoft.com/office/drawing/2014/main" id="{463B417E-8917-4A72-A950-112082948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744"/>
              <a:ext cx="25" cy="45"/>
            </a:xfrm>
            <a:custGeom>
              <a:avLst/>
              <a:gdLst>
                <a:gd name="T0" fmla="*/ 33 w 10"/>
                <a:gd name="T1" fmla="*/ 315 h 17"/>
                <a:gd name="T2" fmla="*/ 0 w 10"/>
                <a:gd name="T3" fmla="*/ 111 h 17"/>
                <a:gd name="T4" fmla="*/ 145 w 10"/>
                <a:gd name="T5" fmla="*/ 225 h 17"/>
                <a:gd name="T6" fmla="*/ 83 w 1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2" y="17"/>
                  </a:moveTo>
                  <a:cubicBezTo>
                    <a:pt x="2" y="13"/>
                    <a:pt x="0" y="10"/>
                    <a:pt x="0" y="6"/>
                  </a:cubicBezTo>
                  <a:cubicBezTo>
                    <a:pt x="3" y="7"/>
                    <a:pt x="5" y="11"/>
                    <a:pt x="9" y="12"/>
                  </a:cubicBezTo>
                  <a:cubicBezTo>
                    <a:pt x="10" y="7"/>
                    <a:pt x="7" y="4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30" name="Freeform 681">
              <a:extLst>
                <a:ext uri="{FF2B5EF4-FFF2-40B4-BE49-F238E27FC236}">
                  <a16:creationId xmlns:a16="http://schemas.microsoft.com/office/drawing/2014/main" id="{198B4F28-EE6E-42FE-9E23-E313FBEA4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728"/>
              <a:ext cx="37" cy="43"/>
            </a:xfrm>
            <a:custGeom>
              <a:avLst/>
              <a:gdLst>
                <a:gd name="T0" fmla="*/ 121 w 15"/>
                <a:gd name="T1" fmla="*/ 274 h 16"/>
                <a:gd name="T2" fmla="*/ 183 w 15"/>
                <a:gd name="T3" fmla="*/ 81 h 16"/>
                <a:gd name="T4" fmla="*/ 0 w 15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8" y="14"/>
                  </a:moveTo>
                  <a:cubicBezTo>
                    <a:pt x="11" y="12"/>
                    <a:pt x="15" y="7"/>
                    <a:pt x="12" y="4"/>
                  </a:cubicBezTo>
                  <a:cubicBezTo>
                    <a:pt x="9" y="0"/>
                    <a:pt x="1" y="14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31" name="Freeform 682">
              <a:extLst>
                <a:ext uri="{FF2B5EF4-FFF2-40B4-BE49-F238E27FC236}">
                  <a16:creationId xmlns:a16="http://schemas.microsoft.com/office/drawing/2014/main" id="{C825CF71-1352-4EE7-A052-0D2AAD5C2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707"/>
              <a:ext cx="30" cy="42"/>
            </a:xfrm>
            <a:custGeom>
              <a:avLst/>
              <a:gdLst>
                <a:gd name="T0" fmla="*/ 33 w 12"/>
                <a:gd name="T1" fmla="*/ 289 h 16"/>
                <a:gd name="T2" fmla="*/ 20 w 12"/>
                <a:gd name="T3" fmla="*/ 144 h 16"/>
                <a:gd name="T4" fmla="*/ 125 w 12"/>
                <a:gd name="T5" fmla="*/ 200 h 16"/>
                <a:gd name="T6" fmla="*/ 113 w 12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2" y="16"/>
                  </a:moveTo>
                  <a:cubicBezTo>
                    <a:pt x="0" y="14"/>
                    <a:pt x="0" y="11"/>
                    <a:pt x="1" y="8"/>
                  </a:cubicBezTo>
                  <a:cubicBezTo>
                    <a:pt x="3" y="8"/>
                    <a:pt x="6" y="12"/>
                    <a:pt x="8" y="11"/>
                  </a:cubicBezTo>
                  <a:cubicBezTo>
                    <a:pt x="12" y="10"/>
                    <a:pt x="9" y="3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32" name="Freeform 683">
              <a:extLst>
                <a:ext uri="{FF2B5EF4-FFF2-40B4-BE49-F238E27FC236}">
                  <a16:creationId xmlns:a16="http://schemas.microsoft.com/office/drawing/2014/main" id="{4AF80355-9B08-4D69-8EE8-E311D5210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811"/>
              <a:ext cx="33" cy="34"/>
            </a:xfrm>
            <a:custGeom>
              <a:avLst/>
              <a:gdLst>
                <a:gd name="T0" fmla="*/ 51 w 13"/>
                <a:gd name="T1" fmla="*/ 233 h 13"/>
                <a:gd name="T2" fmla="*/ 193 w 13"/>
                <a:gd name="T3" fmla="*/ 110 h 13"/>
                <a:gd name="T4" fmla="*/ 0 w 13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3" y="13"/>
                  </a:moveTo>
                  <a:cubicBezTo>
                    <a:pt x="4" y="9"/>
                    <a:pt x="12" y="9"/>
                    <a:pt x="12" y="6"/>
                  </a:cubicBezTo>
                  <a:cubicBezTo>
                    <a:pt x="13" y="0"/>
                    <a:pt x="3" y="1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33" name="Freeform 684">
              <a:extLst>
                <a:ext uri="{FF2B5EF4-FFF2-40B4-BE49-F238E27FC236}">
                  <a16:creationId xmlns:a16="http://schemas.microsoft.com/office/drawing/2014/main" id="{FF8C87A2-C47D-4E8F-A4B9-404E318A5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459"/>
              <a:ext cx="38" cy="40"/>
            </a:xfrm>
            <a:custGeom>
              <a:avLst/>
              <a:gdLst>
                <a:gd name="T0" fmla="*/ 129 w 15"/>
                <a:gd name="T1" fmla="*/ 285 h 15"/>
                <a:gd name="T2" fmla="*/ 243 w 15"/>
                <a:gd name="T3" fmla="*/ 205 h 15"/>
                <a:gd name="T4" fmla="*/ 20 w 15"/>
                <a:gd name="T5" fmla="*/ 248 h 15"/>
                <a:gd name="T6" fmla="*/ 51 w 1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8" y="15"/>
                  </a:moveTo>
                  <a:cubicBezTo>
                    <a:pt x="10" y="14"/>
                    <a:pt x="13" y="13"/>
                    <a:pt x="15" y="11"/>
                  </a:cubicBezTo>
                  <a:cubicBezTo>
                    <a:pt x="12" y="4"/>
                    <a:pt x="4" y="10"/>
                    <a:pt x="1" y="13"/>
                  </a:cubicBezTo>
                  <a:cubicBezTo>
                    <a:pt x="0" y="8"/>
                    <a:pt x="4" y="2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34" name="Freeform 685">
              <a:extLst>
                <a:ext uri="{FF2B5EF4-FFF2-40B4-BE49-F238E27FC236}">
                  <a16:creationId xmlns:a16="http://schemas.microsoft.com/office/drawing/2014/main" id="{89D418F0-71FC-4571-BCD9-F2192F393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317"/>
              <a:ext cx="25" cy="19"/>
            </a:xfrm>
            <a:custGeom>
              <a:avLst/>
              <a:gdLst>
                <a:gd name="T0" fmla="*/ 145 w 10"/>
                <a:gd name="T1" fmla="*/ 60 h 7"/>
                <a:gd name="T2" fmla="*/ 0 w 10"/>
                <a:gd name="T3" fmla="*/ 60 h 7"/>
                <a:gd name="T4" fmla="*/ 158 w 10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9" y="3"/>
                  </a:moveTo>
                  <a:cubicBezTo>
                    <a:pt x="7" y="0"/>
                    <a:pt x="3" y="1"/>
                    <a:pt x="0" y="3"/>
                  </a:cubicBezTo>
                  <a:cubicBezTo>
                    <a:pt x="2" y="6"/>
                    <a:pt x="6" y="7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F6DDD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35" name="Freeform 686">
              <a:extLst>
                <a:ext uri="{FF2B5EF4-FFF2-40B4-BE49-F238E27FC236}">
                  <a16:creationId xmlns:a16="http://schemas.microsoft.com/office/drawing/2014/main" id="{929D5ABA-C22D-490B-B9BE-154AD82A9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245"/>
              <a:ext cx="35" cy="32"/>
            </a:xfrm>
            <a:custGeom>
              <a:avLst/>
              <a:gdLst>
                <a:gd name="T0" fmla="*/ 0 w 14"/>
                <a:gd name="T1" fmla="*/ 136 h 12"/>
                <a:gd name="T2" fmla="*/ 83 w 14"/>
                <a:gd name="T3" fmla="*/ 0 h 12"/>
                <a:gd name="T4" fmla="*/ 95 w 14"/>
                <a:gd name="T5" fmla="*/ 227 h 12"/>
                <a:gd name="T6" fmla="*/ 220 w 14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0" y="7"/>
                  </a:moveTo>
                  <a:cubicBezTo>
                    <a:pt x="2" y="4"/>
                    <a:pt x="3" y="1"/>
                    <a:pt x="5" y="0"/>
                  </a:cubicBezTo>
                  <a:cubicBezTo>
                    <a:pt x="6" y="4"/>
                    <a:pt x="3" y="9"/>
                    <a:pt x="6" y="12"/>
                  </a:cubicBezTo>
                  <a:cubicBezTo>
                    <a:pt x="10" y="10"/>
                    <a:pt x="12" y="6"/>
                    <a:pt x="14" y="2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36" name="Freeform 687">
              <a:extLst>
                <a:ext uri="{FF2B5EF4-FFF2-40B4-BE49-F238E27FC236}">
                  <a16:creationId xmlns:a16="http://schemas.microsoft.com/office/drawing/2014/main" id="{69643A3D-49DD-443A-86EB-BCC7EB67B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117"/>
              <a:ext cx="47" cy="54"/>
            </a:xfrm>
            <a:custGeom>
              <a:avLst/>
              <a:gdLst>
                <a:gd name="T0" fmla="*/ 42 w 19"/>
                <a:gd name="T1" fmla="*/ 300 h 20"/>
                <a:gd name="T2" fmla="*/ 0 w 19"/>
                <a:gd name="T3" fmla="*/ 19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3" y="15"/>
                  </a:moveTo>
                  <a:cubicBezTo>
                    <a:pt x="19" y="20"/>
                    <a:pt x="12" y="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6DDD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37" name="Freeform 688">
              <a:extLst>
                <a:ext uri="{FF2B5EF4-FFF2-40B4-BE49-F238E27FC236}">
                  <a16:creationId xmlns:a16="http://schemas.microsoft.com/office/drawing/2014/main" id="{63170575-1722-496A-B7FF-7CA666307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189"/>
              <a:ext cx="32" cy="38"/>
            </a:xfrm>
            <a:custGeom>
              <a:avLst/>
              <a:gdLst>
                <a:gd name="T0" fmla="*/ 42 w 13"/>
                <a:gd name="T1" fmla="*/ 141 h 14"/>
                <a:gd name="T2" fmla="*/ 0 w 13"/>
                <a:gd name="T3" fmla="*/ 25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3" y="7"/>
                  </a:moveTo>
                  <a:cubicBezTo>
                    <a:pt x="13" y="0"/>
                    <a:pt x="12" y="14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38" name="Freeform 689">
              <a:extLst>
                <a:ext uri="{FF2B5EF4-FFF2-40B4-BE49-F238E27FC236}">
                  <a16:creationId xmlns:a16="http://schemas.microsoft.com/office/drawing/2014/main" id="{A0438B16-8C44-4C98-8B78-D91A95F12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515"/>
              <a:ext cx="43" cy="45"/>
            </a:xfrm>
            <a:custGeom>
              <a:avLst/>
              <a:gdLst>
                <a:gd name="T0" fmla="*/ 225 w 17"/>
                <a:gd name="T1" fmla="*/ 111 h 17"/>
                <a:gd name="T2" fmla="*/ 83 w 17"/>
                <a:gd name="T3" fmla="*/ 56 h 17"/>
                <a:gd name="T4" fmla="*/ 159 w 17"/>
                <a:gd name="T5" fmla="*/ 169 h 17"/>
                <a:gd name="T6" fmla="*/ 0 w 17"/>
                <a:gd name="T7" fmla="*/ 20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7">
                  <a:moveTo>
                    <a:pt x="14" y="6"/>
                  </a:moveTo>
                  <a:cubicBezTo>
                    <a:pt x="13" y="3"/>
                    <a:pt x="8" y="0"/>
                    <a:pt x="5" y="3"/>
                  </a:cubicBezTo>
                  <a:cubicBezTo>
                    <a:pt x="3" y="7"/>
                    <a:pt x="8" y="7"/>
                    <a:pt x="10" y="9"/>
                  </a:cubicBezTo>
                  <a:cubicBezTo>
                    <a:pt x="17" y="17"/>
                    <a:pt x="3" y="1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6DDD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39" name="Freeform 690">
              <a:extLst>
                <a:ext uri="{FF2B5EF4-FFF2-40B4-BE49-F238E27FC236}">
                  <a16:creationId xmlns:a16="http://schemas.microsoft.com/office/drawing/2014/main" id="{8F373883-B924-4788-BC7B-B742C5F94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541"/>
              <a:ext cx="50" cy="64"/>
            </a:xfrm>
            <a:custGeom>
              <a:avLst/>
              <a:gdLst>
                <a:gd name="T0" fmla="*/ 175 w 20"/>
                <a:gd name="T1" fmla="*/ 456 h 24"/>
                <a:gd name="T2" fmla="*/ 113 w 20"/>
                <a:gd name="T3" fmla="*/ 320 h 24"/>
                <a:gd name="T4" fmla="*/ 0 w 20"/>
                <a:gd name="T5" fmla="*/ 24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11" y="24"/>
                  </a:moveTo>
                  <a:cubicBezTo>
                    <a:pt x="20" y="17"/>
                    <a:pt x="17" y="12"/>
                    <a:pt x="7" y="17"/>
                  </a:cubicBezTo>
                  <a:cubicBezTo>
                    <a:pt x="19" y="5"/>
                    <a:pt x="6" y="0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6DDD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40" name="Freeform 691">
              <a:extLst>
                <a:ext uri="{FF2B5EF4-FFF2-40B4-BE49-F238E27FC236}">
                  <a16:creationId xmlns:a16="http://schemas.microsoft.com/office/drawing/2014/main" id="{3E86EBEE-B1FA-47EA-85B6-F8AEC9450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1939"/>
              <a:ext cx="22" cy="37"/>
            </a:xfrm>
            <a:custGeom>
              <a:avLst/>
              <a:gdLst>
                <a:gd name="T0" fmla="*/ 120 w 9"/>
                <a:gd name="T1" fmla="*/ 0 h 14"/>
                <a:gd name="T2" fmla="*/ 29 w 9"/>
                <a:gd name="T3" fmla="*/ 77 h 14"/>
                <a:gd name="T4" fmla="*/ 71 w 9"/>
                <a:gd name="T5" fmla="*/ 132 h 14"/>
                <a:gd name="T6" fmla="*/ 132 w 9"/>
                <a:gd name="T7" fmla="*/ 167 h 14"/>
                <a:gd name="T8" fmla="*/ 42 w 9"/>
                <a:gd name="T9" fmla="*/ 25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8" y="0"/>
                  </a:moveTo>
                  <a:cubicBezTo>
                    <a:pt x="6" y="0"/>
                    <a:pt x="2" y="1"/>
                    <a:pt x="2" y="4"/>
                  </a:cubicBezTo>
                  <a:cubicBezTo>
                    <a:pt x="0" y="8"/>
                    <a:pt x="3" y="5"/>
                    <a:pt x="5" y="7"/>
                  </a:cubicBezTo>
                  <a:cubicBezTo>
                    <a:pt x="6" y="8"/>
                    <a:pt x="9" y="6"/>
                    <a:pt x="9" y="9"/>
                  </a:cubicBezTo>
                  <a:cubicBezTo>
                    <a:pt x="9" y="11"/>
                    <a:pt x="5" y="13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F6DDD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41" name="Freeform 692">
              <a:extLst>
                <a:ext uri="{FF2B5EF4-FFF2-40B4-BE49-F238E27FC236}">
                  <a16:creationId xmlns:a16="http://schemas.microsoft.com/office/drawing/2014/main" id="{48B71058-5B0A-453F-90AC-930E9B353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128"/>
              <a:ext cx="32" cy="37"/>
            </a:xfrm>
            <a:custGeom>
              <a:avLst/>
              <a:gdLst>
                <a:gd name="T0" fmla="*/ 133 w 13"/>
                <a:gd name="T1" fmla="*/ 21 h 14"/>
                <a:gd name="T2" fmla="*/ 30 w 13"/>
                <a:gd name="T3" fmla="*/ 34 h 14"/>
                <a:gd name="T4" fmla="*/ 103 w 13"/>
                <a:gd name="T5" fmla="*/ 111 h 14"/>
                <a:gd name="T6" fmla="*/ 182 w 13"/>
                <a:gd name="T7" fmla="*/ 167 h 14"/>
                <a:gd name="T8" fmla="*/ 62 w 13"/>
                <a:gd name="T9" fmla="*/ 25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9" y="1"/>
                  </a:moveTo>
                  <a:cubicBezTo>
                    <a:pt x="7" y="0"/>
                    <a:pt x="3" y="0"/>
                    <a:pt x="2" y="2"/>
                  </a:cubicBezTo>
                  <a:cubicBezTo>
                    <a:pt x="0" y="6"/>
                    <a:pt x="5" y="5"/>
                    <a:pt x="7" y="6"/>
                  </a:cubicBezTo>
                  <a:cubicBezTo>
                    <a:pt x="9" y="7"/>
                    <a:pt x="13" y="5"/>
                    <a:pt x="12" y="9"/>
                  </a:cubicBezTo>
                  <a:cubicBezTo>
                    <a:pt x="12" y="11"/>
                    <a:pt x="6" y="13"/>
                    <a:pt x="4" y="14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42" name="Freeform 693">
              <a:extLst>
                <a:ext uri="{FF2B5EF4-FFF2-40B4-BE49-F238E27FC236}">
                  <a16:creationId xmlns:a16="http://schemas.microsoft.com/office/drawing/2014/main" id="{BE547145-E983-4BC9-8A0A-0551758B7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381"/>
              <a:ext cx="38" cy="35"/>
            </a:xfrm>
            <a:custGeom>
              <a:avLst/>
              <a:gdLst>
                <a:gd name="T0" fmla="*/ 0 w 15"/>
                <a:gd name="T1" fmla="*/ 35 h 13"/>
                <a:gd name="T2" fmla="*/ 33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2"/>
                  </a:moveTo>
                  <a:cubicBezTo>
                    <a:pt x="3" y="13"/>
                    <a:pt x="15" y="5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43" name="Freeform 694">
              <a:extLst>
                <a:ext uri="{FF2B5EF4-FFF2-40B4-BE49-F238E27FC236}">
                  <a16:creationId xmlns:a16="http://schemas.microsoft.com/office/drawing/2014/main" id="{6FE677A3-759A-4EAD-B99E-CE6F0C6CD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549"/>
              <a:ext cx="45" cy="59"/>
            </a:xfrm>
            <a:custGeom>
              <a:avLst/>
              <a:gdLst>
                <a:gd name="T0" fmla="*/ 0 w 18"/>
                <a:gd name="T1" fmla="*/ 274 h 22"/>
                <a:gd name="T2" fmla="*/ 158 w 18"/>
                <a:gd name="T3" fmla="*/ 346 h 22"/>
                <a:gd name="T4" fmla="*/ 95 w 18"/>
                <a:gd name="T5" fmla="*/ 150 h 22"/>
                <a:gd name="T6" fmla="*/ 283 w 18"/>
                <a:gd name="T7" fmla="*/ 27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2">
                  <a:moveTo>
                    <a:pt x="0" y="14"/>
                  </a:moveTo>
                  <a:cubicBezTo>
                    <a:pt x="1" y="16"/>
                    <a:pt x="7" y="22"/>
                    <a:pt x="10" y="18"/>
                  </a:cubicBezTo>
                  <a:cubicBezTo>
                    <a:pt x="11" y="16"/>
                    <a:pt x="7" y="10"/>
                    <a:pt x="6" y="8"/>
                  </a:cubicBezTo>
                  <a:cubicBezTo>
                    <a:pt x="14" y="0"/>
                    <a:pt x="13" y="14"/>
                    <a:pt x="18" y="14"/>
                  </a:cubicBezTo>
                </a:path>
              </a:pathLst>
            </a:custGeom>
            <a:noFill/>
            <a:ln w="7938" cap="rnd">
              <a:solidFill>
                <a:srgbClr val="F6DDD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44" name="Freeform 695">
              <a:extLst>
                <a:ext uri="{FF2B5EF4-FFF2-40B4-BE49-F238E27FC236}">
                  <a16:creationId xmlns:a16="http://schemas.microsoft.com/office/drawing/2014/main" id="{23FAD65C-CE1A-40AD-BC17-00A4BB62F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704"/>
              <a:ext cx="27" cy="27"/>
            </a:xfrm>
            <a:custGeom>
              <a:avLst/>
              <a:gdLst>
                <a:gd name="T0" fmla="*/ 162 w 11"/>
                <a:gd name="T1" fmla="*/ 59 h 10"/>
                <a:gd name="T2" fmla="*/ 12 w 11"/>
                <a:gd name="T3" fmla="*/ 176 h 10"/>
                <a:gd name="T4" fmla="*/ 61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3"/>
                  </a:moveTo>
                  <a:cubicBezTo>
                    <a:pt x="9" y="7"/>
                    <a:pt x="5" y="10"/>
                    <a:pt x="1" y="9"/>
                  </a:cubicBez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45" name="Line 696">
              <a:extLst>
                <a:ext uri="{FF2B5EF4-FFF2-40B4-BE49-F238E27FC236}">
                  <a16:creationId xmlns:a16="http://schemas.microsoft.com/office/drawing/2014/main" id="{9ADE6EC5-3DEC-474B-BD86-538AFAB99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4" y="1795"/>
              <a:ext cx="1" cy="1"/>
            </a:xfrm>
            <a:prstGeom prst="line">
              <a:avLst/>
            </a:prstGeom>
            <a:noFill/>
            <a:ln w="7938">
              <a:solidFill>
                <a:srgbClr val="E3B69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46" name="Freeform 697">
              <a:extLst>
                <a:ext uri="{FF2B5EF4-FFF2-40B4-BE49-F238E27FC236}">
                  <a16:creationId xmlns:a16="http://schemas.microsoft.com/office/drawing/2014/main" id="{8EFE6F84-7C97-4E3D-A631-9D1A6C91B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509"/>
              <a:ext cx="62" cy="67"/>
            </a:xfrm>
            <a:custGeom>
              <a:avLst/>
              <a:gdLst>
                <a:gd name="T0" fmla="*/ 228 w 25"/>
                <a:gd name="T1" fmla="*/ 482 h 25"/>
                <a:gd name="T2" fmla="*/ 166 w 25"/>
                <a:gd name="T3" fmla="*/ 346 h 25"/>
                <a:gd name="T4" fmla="*/ 258 w 25"/>
                <a:gd name="T5" fmla="*/ 172 h 25"/>
                <a:gd name="T6" fmla="*/ 0 w 25"/>
                <a:gd name="T7" fmla="*/ 25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15" y="25"/>
                  </a:moveTo>
                  <a:cubicBezTo>
                    <a:pt x="25" y="23"/>
                    <a:pt x="20" y="8"/>
                    <a:pt x="11" y="18"/>
                  </a:cubicBezTo>
                  <a:cubicBezTo>
                    <a:pt x="13" y="16"/>
                    <a:pt x="18" y="13"/>
                    <a:pt x="17" y="9"/>
                  </a:cubicBezTo>
                  <a:cubicBezTo>
                    <a:pt x="16" y="0"/>
                    <a:pt x="3" y="10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C08C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47" name="Freeform 698">
              <a:extLst>
                <a:ext uri="{FF2B5EF4-FFF2-40B4-BE49-F238E27FC236}">
                  <a16:creationId xmlns:a16="http://schemas.microsoft.com/office/drawing/2014/main" id="{E08CBA8A-765E-43B0-87A9-569BD7CCA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547"/>
              <a:ext cx="25" cy="24"/>
            </a:xfrm>
            <a:custGeom>
              <a:avLst/>
              <a:gdLst>
                <a:gd name="T0" fmla="*/ 33 w 10"/>
                <a:gd name="T1" fmla="*/ 115 h 9"/>
                <a:gd name="T2" fmla="*/ 158 w 10"/>
                <a:gd name="T3" fmla="*/ 136 h 9"/>
                <a:gd name="T4" fmla="*/ 0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2" y="6"/>
                  </a:moveTo>
                  <a:cubicBezTo>
                    <a:pt x="4" y="9"/>
                    <a:pt x="7" y="9"/>
                    <a:pt x="10" y="7"/>
                  </a:cubicBezTo>
                  <a:cubicBezTo>
                    <a:pt x="9" y="3"/>
                    <a:pt x="4" y="0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48" name="Freeform 699">
              <a:extLst>
                <a:ext uri="{FF2B5EF4-FFF2-40B4-BE49-F238E27FC236}">
                  <a16:creationId xmlns:a16="http://schemas.microsoft.com/office/drawing/2014/main" id="{824BFC90-CF07-42D0-9C11-18529F712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485"/>
              <a:ext cx="43" cy="38"/>
            </a:xfrm>
            <a:custGeom>
              <a:avLst/>
              <a:gdLst>
                <a:gd name="T0" fmla="*/ 276 w 17"/>
                <a:gd name="T1" fmla="*/ 280 h 14"/>
                <a:gd name="T2" fmla="*/ 180 w 17"/>
                <a:gd name="T3" fmla="*/ 60 h 14"/>
                <a:gd name="T4" fmla="*/ 96 w 17"/>
                <a:gd name="T5" fmla="*/ 258 h 14"/>
                <a:gd name="T6" fmla="*/ 51 w 1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17" y="14"/>
                  </a:moveTo>
                  <a:cubicBezTo>
                    <a:pt x="16" y="11"/>
                    <a:pt x="16" y="5"/>
                    <a:pt x="11" y="3"/>
                  </a:cubicBezTo>
                  <a:cubicBezTo>
                    <a:pt x="7" y="7"/>
                    <a:pt x="9" y="9"/>
                    <a:pt x="6" y="13"/>
                  </a:cubicBezTo>
                  <a:cubicBezTo>
                    <a:pt x="0" y="10"/>
                    <a:pt x="0" y="6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49" name="Freeform 700">
              <a:extLst>
                <a:ext uri="{FF2B5EF4-FFF2-40B4-BE49-F238E27FC236}">
                  <a16:creationId xmlns:a16="http://schemas.microsoft.com/office/drawing/2014/main" id="{58BA9AA2-9972-4863-B3B7-DE93DBBE9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651"/>
              <a:ext cx="25" cy="50"/>
            </a:xfrm>
            <a:custGeom>
              <a:avLst/>
              <a:gdLst>
                <a:gd name="T0" fmla="*/ 33 w 10"/>
                <a:gd name="T1" fmla="*/ 76 h 19"/>
                <a:gd name="T2" fmla="*/ 0 w 10"/>
                <a:gd name="T3" fmla="*/ 55 h 19"/>
                <a:gd name="T4" fmla="*/ 145 w 10"/>
                <a:gd name="T5" fmla="*/ 21 h 19"/>
                <a:gd name="T6" fmla="*/ 20 w 10"/>
                <a:gd name="T7" fmla="*/ 179 h 19"/>
                <a:gd name="T8" fmla="*/ 158 w 10"/>
                <a:gd name="T9" fmla="*/ 221 h 19"/>
                <a:gd name="T10" fmla="*/ 0 w 10"/>
                <a:gd name="T11" fmla="*/ 34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9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2" y="1"/>
                    <a:pt x="6" y="0"/>
                    <a:pt x="9" y="1"/>
                  </a:cubicBezTo>
                  <a:cubicBezTo>
                    <a:pt x="9" y="5"/>
                    <a:pt x="3" y="7"/>
                    <a:pt x="1" y="10"/>
                  </a:cubicBezTo>
                  <a:cubicBezTo>
                    <a:pt x="4" y="10"/>
                    <a:pt x="8" y="9"/>
                    <a:pt x="10" y="12"/>
                  </a:cubicBezTo>
                  <a:cubicBezTo>
                    <a:pt x="10" y="16"/>
                    <a:pt x="4" y="18"/>
                    <a:pt x="0" y="19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50" name="Freeform 701">
              <a:extLst>
                <a:ext uri="{FF2B5EF4-FFF2-40B4-BE49-F238E27FC236}">
                  <a16:creationId xmlns:a16="http://schemas.microsoft.com/office/drawing/2014/main" id="{279069DC-7B34-4D71-8E62-AE4C2C036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1317"/>
              <a:ext cx="18" cy="32"/>
            </a:xfrm>
            <a:custGeom>
              <a:avLst/>
              <a:gdLst>
                <a:gd name="T0" fmla="*/ 0 w 7"/>
                <a:gd name="T1" fmla="*/ 149 h 12"/>
                <a:gd name="T2" fmla="*/ 100 w 7"/>
                <a:gd name="T3" fmla="*/ 0 h 12"/>
                <a:gd name="T4" fmla="*/ 85 w 7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8"/>
                  </a:moveTo>
                  <a:cubicBezTo>
                    <a:pt x="2" y="6"/>
                    <a:pt x="3" y="2"/>
                    <a:pt x="6" y="0"/>
                  </a:cubicBezTo>
                  <a:cubicBezTo>
                    <a:pt x="7" y="3"/>
                    <a:pt x="6" y="8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F6DDD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51" name="Freeform 702">
              <a:extLst>
                <a:ext uri="{FF2B5EF4-FFF2-40B4-BE49-F238E27FC236}">
                  <a16:creationId xmlns:a16="http://schemas.microsoft.com/office/drawing/2014/main" id="{9DB7E11A-9119-4FC3-8E44-5DE96DD85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307"/>
              <a:ext cx="43" cy="37"/>
            </a:xfrm>
            <a:custGeom>
              <a:avLst/>
              <a:gdLst>
                <a:gd name="T0" fmla="*/ 276 w 17"/>
                <a:gd name="T1" fmla="*/ 148 h 14"/>
                <a:gd name="T2" fmla="*/ 116 w 17"/>
                <a:gd name="T3" fmla="*/ 34 h 14"/>
                <a:gd name="T4" fmla="*/ 255 w 17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7" y="8"/>
                  </a:moveTo>
                  <a:cubicBezTo>
                    <a:pt x="16" y="5"/>
                    <a:pt x="11" y="0"/>
                    <a:pt x="7" y="2"/>
                  </a:cubicBezTo>
                  <a:cubicBezTo>
                    <a:pt x="0" y="7"/>
                    <a:pt x="13" y="13"/>
                    <a:pt x="16" y="14"/>
                  </a:cubicBezTo>
                </a:path>
              </a:pathLst>
            </a:custGeom>
            <a:noFill/>
            <a:ln w="7938" cap="rnd">
              <a:solidFill>
                <a:srgbClr val="F6DDD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52" name="Freeform 703">
              <a:extLst>
                <a:ext uri="{FF2B5EF4-FFF2-40B4-BE49-F238E27FC236}">
                  <a16:creationId xmlns:a16="http://schemas.microsoft.com/office/drawing/2014/main" id="{CEF67AD1-75CB-478B-8C6C-D2614907B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187"/>
              <a:ext cx="35" cy="80"/>
            </a:xfrm>
            <a:custGeom>
              <a:avLst/>
              <a:gdLst>
                <a:gd name="T0" fmla="*/ 50 w 14"/>
                <a:gd name="T1" fmla="*/ 568 h 30"/>
                <a:gd name="T2" fmla="*/ 20 w 14"/>
                <a:gd name="T3" fmla="*/ 568 h 30"/>
                <a:gd name="T4" fmla="*/ 158 w 14"/>
                <a:gd name="T5" fmla="*/ 491 h 30"/>
                <a:gd name="T6" fmla="*/ 33 w 14"/>
                <a:gd name="T7" fmla="*/ 397 h 30"/>
                <a:gd name="T8" fmla="*/ 0 w 14"/>
                <a:gd name="T9" fmla="*/ 9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0">
                  <a:moveTo>
                    <a:pt x="3" y="30"/>
                  </a:moveTo>
                  <a:cubicBezTo>
                    <a:pt x="2" y="30"/>
                    <a:pt x="1" y="30"/>
                    <a:pt x="1" y="30"/>
                  </a:cubicBezTo>
                  <a:cubicBezTo>
                    <a:pt x="4" y="29"/>
                    <a:pt x="7" y="28"/>
                    <a:pt x="10" y="26"/>
                  </a:cubicBezTo>
                  <a:cubicBezTo>
                    <a:pt x="9" y="23"/>
                    <a:pt x="5" y="22"/>
                    <a:pt x="2" y="21"/>
                  </a:cubicBezTo>
                  <a:cubicBezTo>
                    <a:pt x="7" y="16"/>
                    <a:pt x="14" y="0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53" name="Freeform 704">
              <a:extLst>
                <a:ext uri="{FF2B5EF4-FFF2-40B4-BE49-F238E27FC236}">
                  <a16:creationId xmlns:a16="http://schemas.microsoft.com/office/drawing/2014/main" id="{139C984E-038E-41EA-9B3E-D140F6AD3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357"/>
              <a:ext cx="23" cy="40"/>
            </a:xfrm>
            <a:custGeom>
              <a:avLst/>
              <a:gdLst>
                <a:gd name="T0" fmla="*/ 20 w 9"/>
                <a:gd name="T1" fmla="*/ 227 h 15"/>
                <a:gd name="T2" fmla="*/ 51 w 9"/>
                <a:gd name="T3" fmla="*/ 285 h 15"/>
                <a:gd name="T4" fmla="*/ 20 w 9"/>
                <a:gd name="T5" fmla="*/ 136 h 15"/>
                <a:gd name="T6" fmla="*/ 151 w 9"/>
                <a:gd name="T7" fmla="*/ 205 h 15"/>
                <a:gd name="T8" fmla="*/ 130 w 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1" y="12"/>
                  </a:moveTo>
                  <a:cubicBezTo>
                    <a:pt x="2" y="14"/>
                    <a:pt x="2" y="15"/>
                    <a:pt x="3" y="15"/>
                  </a:cubicBezTo>
                  <a:cubicBezTo>
                    <a:pt x="2" y="13"/>
                    <a:pt x="0" y="9"/>
                    <a:pt x="1" y="7"/>
                  </a:cubicBezTo>
                  <a:cubicBezTo>
                    <a:pt x="4" y="8"/>
                    <a:pt x="6" y="10"/>
                    <a:pt x="9" y="11"/>
                  </a:cubicBezTo>
                  <a:cubicBezTo>
                    <a:pt x="9" y="7"/>
                    <a:pt x="8" y="3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54" name="Freeform 705">
              <a:extLst>
                <a:ext uri="{FF2B5EF4-FFF2-40B4-BE49-F238E27FC236}">
                  <a16:creationId xmlns:a16="http://schemas.microsoft.com/office/drawing/2014/main" id="{98038BD2-AF8B-44F2-A437-162969DFE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224"/>
              <a:ext cx="35" cy="61"/>
            </a:xfrm>
            <a:custGeom>
              <a:avLst/>
              <a:gdLst>
                <a:gd name="T0" fmla="*/ 113 w 14"/>
                <a:gd name="T1" fmla="*/ 430 h 23"/>
                <a:gd name="T2" fmla="*/ 158 w 14"/>
                <a:gd name="T3" fmla="*/ 395 h 23"/>
                <a:gd name="T4" fmla="*/ 50 w 14"/>
                <a:gd name="T5" fmla="*/ 316 h 23"/>
                <a:gd name="T6" fmla="*/ 188 w 14"/>
                <a:gd name="T7" fmla="*/ 204 h 23"/>
                <a:gd name="T8" fmla="*/ 0 w 1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3">
                  <a:moveTo>
                    <a:pt x="7" y="23"/>
                  </a:moveTo>
                  <a:cubicBezTo>
                    <a:pt x="8" y="23"/>
                    <a:pt x="9" y="23"/>
                    <a:pt x="10" y="21"/>
                  </a:cubicBezTo>
                  <a:cubicBezTo>
                    <a:pt x="8" y="19"/>
                    <a:pt x="6" y="18"/>
                    <a:pt x="3" y="17"/>
                  </a:cubicBezTo>
                  <a:cubicBezTo>
                    <a:pt x="5" y="16"/>
                    <a:pt x="11" y="13"/>
                    <a:pt x="12" y="11"/>
                  </a:cubicBezTo>
                  <a:cubicBezTo>
                    <a:pt x="14" y="6"/>
                    <a:pt x="4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55" name="Freeform 706">
              <a:extLst>
                <a:ext uri="{FF2B5EF4-FFF2-40B4-BE49-F238E27FC236}">
                  <a16:creationId xmlns:a16="http://schemas.microsoft.com/office/drawing/2014/main" id="{2E7B2635-1057-48A3-B2E8-C0184F1FD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432"/>
              <a:ext cx="32" cy="61"/>
            </a:xfrm>
            <a:custGeom>
              <a:avLst/>
              <a:gdLst>
                <a:gd name="T0" fmla="*/ 30 w 13"/>
                <a:gd name="T1" fmla="*/ 395 h 23"/>
                <a:gd name="T2" fmla="*/ 194 w 13"/>
                <a:gd name="T3" fmla="*/ 395 h 23"/>
                <a:gd name="T4" fmla="*/ 62 w 13"/>
                <a:gd name="T5" fmla="*/ 316 h 23"/>
                <a:gd name="T6" fmla="*/ 74 w 13"/>
                <a:gd name="T7" fmla="*/ 149 h 23"/>
                <a:gd name="T8" fmla="*/ 194 w 13"/>
                <a:gd name="T9" fmla="*/ 90 h 23"/>
                <a:gd name="T10" fmla="*/ 0 w 13"/>
                <a:gd name="T11" fmla="*/ 2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3">
                  <a:moveTo>
                    <a:pt x="2" y="21"/>
                  </a:moveTo>
                  <a:cubicBezTo>
                    <a:pt x="6" y="22"/>
                    <a:pt x="10" y="23"/>
                    <a:pt x="13" y="21"/>
                  </a:cubicBezTo>
                  <a:cubicBezTo>
                    <a:pt x="11" y="18"/>
                    <a:pt x="7" y="17"/>
                    <a:pt x="4" y="17"/>
                  </a:cubicBezTo>
                  <a:cubicBezTo>
                    <a:pt x="12" y="17"/>
                    <a:pt x="13" y="12"/>
                    <a:pt x="5" y="8"/>
                  </a:cubicBezTo>
                  <a:cubicBezTo>
                    <a:pt x="7" y="7"/>
                    <a:pt x="11" y="6"/>
                    <a:pt x="13" y="5"/>
                  </a:cubicBezTo>
                  <a:cubicBezTo>
                    <a:pt x="13" y="0"/>
                    <a:pt x="4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56" name="Freeform 707">
              <a:extLst>
                <a:ext uri="{FF2B5EF4-FFF2-40B4-BE49-F238E27FC236}">
                  <a16:creationId xmlns:a16="http://schemas.microsoft.com/office/drawing/2014/main" id="{4479AC38-E9B9-4B53-AE56-5C30F5F30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869"/>
              <a:ext cx="15" cy="24"/>
            </a:xfrm>
            <a:custGeom>
              <a:avLst/>
              <a:gdLst>
                <a:gd name="T0" fmla="*/ 95 w 6"/>
                <a:gd name="T1" fmla="*/ 77 h 9"/>
                <a:gd name="T2" fmla="*/ 0 w 6"/>
                <a:gd name="T3" fmla="*/ 21 h 9"/>
                <a:gd name="T4" fmla="*/ 63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4"/>
                  </a:moveTo>
                  <a:cubicBezTo>
                    <a:pt x="5" y="1"/>
                    <a:pt x="3" y="0"/>
                    <a:pt x="0" y="1"/>
                  </a:cubicBezTo>
                  <a:cubicBezTo>
                    <a:pt x="0" y="4"/>
                    <a:pt x="2" y="8"/>
                    <a:pt x="4" y="9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57" name="Freeform 708">
              <a:extLst>
                <a:ext uri="{FF2B5EF4-FFF2-40B4-BE49-F238E27FC236}">
                  <a16:creationId xmlns:a16="http://schemas.microsoft.com/office/drawing/2014/main" id="{7C2256B8-C295-4309-B662-29A1FB696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928"/>
              <a:ext cx="20" cy="21"/>
            </a:xfrm>
            <a:custGeom>
              <a:avLst/>
              <a:gdLst>
                <a:gd name="T0" fmla="*/ 125 w 8"/>
                <a:gd name="T1" fmla="*/ 21 h 8"/>
                <a:gd name="T2" fmla="*/ 113 w 8"/>
                <a:gd name="T3" fmla="*/ 144 h 8"/>
                <a:gd name="T4" fmla="*/ 63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1"/>
                  </a:moveTo>
                  <a:cubicBezTo>
                    <a:pt x="8" y="4"/>
                    <a:pt x="8" y="6"/>
                    <a:pt x="7" y="8"/>
                  </a:cubicBezTo>
                  <a:cubicBezTo>
                    <a:pt x="3" y="8"/>
                    <a:pt x="0" y="3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58" name="Freeform 709">
              <a:extLst>
                <a:ext uri="{FF2B5EF4-FFF2-40B4-BE49-F238E27FC236}">
                  <a16:creationId xmlns:a16="http://schemas.microsoft.com/office/drawing/2014/main" id="{437619A3-DE69-4E8D-9566-F98454318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203"/>
              <a:ext cx="25" cy="32"/>
            </a:xfrm>
            <a:custGeom>
              <a:avLst/>
              <a:gdLst>
                <a:gd name="T0" fmla="*/ 95 w 10"/>
                <a:gd name="T1" fmla="*/ 227 h 12"/>
                <a:gd name="T2" fmla="*/ 0 w 10"/>
                <a:gd name="T3" fmla="*/ 93 h 12"/>
                <a:gd name="T4" fmla="*/ 113 w 10"/>
                <a:gd name="T5" fmla="*/ 115 h 12"/>
                <a:gd name="T6" fmla="*/ 33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6" y="12"/>
                  </a:moveTo>
                  <a:cubicBezTo>
                    <a:pt x="3" y="11"/>
                    <a:pt x="0" y="8"/>
                    <a:pt x="0" y="5"/>
                  </a:cubicBezTo>
                  <a:cubicBezTo>
                    <a:pt x="1" y="6"/>
                    <a:pt x="5" y="8"/>
                    <a:pt x="7" y="6"/>
                  </a:cubicBezTo>
                  <a:cubicBezTo>
                    <a:pt x="10" y="4"/>
                    <a:pt x="4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6DDD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59" name="Freeform 710">
              <a:extLst>
                <a:ext uri="{FF2B5EF4-FFF2-40B4-BE49-F238E27FC236}">
                  <a16:creationId xmlns:a16="http://schemas.microsoft.com/office/drawing/2014/main" id="{5E313DCB-FC71-48C1-8FD9-33F83B89A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024"/>
              <a:ext cx="23" cy="21"/>
            </a:xfrm>
            <a:custGeom>
              <a:avLst/>
              <a:gdLst>
                <a:gd name="T0" fmla="*/ 0 w 9"/>
                <a:gd name="T1" fmla="*/ 110 h 8"/>
                <a:gd name="T2" fmla="*/ 151 w 9"/>
                <a:gd name="T3" fmla="*/ 89 h 8"/>
                <a:gd name="T4" fmla="*/ 2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6"/>
                  </a:moveTo>
                  <a:cubicBezTo>
                    <a:pt x="2" y="7"/>
                    <a:pt x="8" y="8"/>
                    <a:pt x="9" y="5"/>
                  </a:cubicBezTo>
                  <a:cubicBezTo>
                    <a:pt x="9" y="2"/>
                    <a:pt x="2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60" name="Freeform 711">
              <a:extLst>
                <a:ext uri="{FF2B5EF4-FFF2-40B4-BE49-F238E27FC236}">
                  <a16:creationId xmlns:a16="http://schemas.microsoft.com/office/drawing/2014/main" id="{350E41B2-51F0-4251-96D3-1ABFCDB48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128"/>
              <a:ext cx="30" cy="29"/>
            </a:xfrm>
            <a:custGeom>
              <a:avLst/>
              <a:gdLst>
                <a:gd name="T0" fmla="*/ 145 w 12"/>
                <a:gd name="T1" fmla="*/ 0 h 11"/>
                <a:gd name="T2" fmla="*/ 63 w 12"/>
                <a:gd name="T3" fmla="*/ 55 h 11"/>
                <a:gd name="T4" fmla="*/ 188 w 12"/>
                <a:gd name="T5" fmla="*/ 111 h 11"/>
                <a:gd name="T6" fmla="*/ 0 w 12"/>
                <a:gd name="T7" fmla="*/ 18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9" y="0"/>
                  </a:moveTo>
                  <a:cubicBezTo>
                    <a:pt x="7" y="0"/>
                    <a:pt x="5" y="1"/>
                    <a:pt x="4" y="3"/>
                  </a:cubicBezTo>
                  <a:cubicBezTo>
                    <a:pt x="6" y="4"/>
                    <a:pt x="10" y="4"/>
                    <a:pt x="12" y="6"/>
                  </a:cubicBezTo>
                  <a:cubicBezTo>
                    <a:pt x="11" y="11"/>
                    <a:pt x="4" y="10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61" name="Freeform 712">
              <a:extLst>
                <a:ext uri="{FF2B5EF4-FFF2-40B4-BE49-F238E27FC236}">
                  <a16:creationId xmlns:a16="http://schemas.microsoft.com/office/drawing/2014/main" id="{6E65C027-4011-4731-A454-E7C5AA7E7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136"/>
              <a:ext cx="35" cy="29"/>
            </a:xfrm>
            <a:custGeom>
              <a:avLst/>
              <a:gdLst>
                <a:gd name="T0" fmla="*/ 220 w 14"/>
                <a:gd name="T1" fmla="*/ 166 h 11"/>
                <a:gd name="T2" fmla="*/ 113 w 14"/>
                <a:gd name="T3" fmla="*/ 21 h 11"/>
                <a:gd name="T4" fmla="*/ 145 w 14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9"/>
                  </a:moveTo>
                  <a:cubicBezTo>
                    <a:pt x="13" y="7"/>
                    <a:pt x="10" y="0"/>
                    <a:pt x="7" y="1"/>
                  </a:cubicBezTo>
                  <a:cubicBezTo>
                    <a:pt x="0" y="2"/>
                    <a:pt x="7" y="9"/>
                    <a:pt x="9" y="11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62" name="Freeform 713">
              <a:extLst>
                <a:ext uri="{FF2B5EF4-FFF2-40B4-BE49-F238E27FC236}">
                  <a16:creationId xmlns:a16="http://schemas.microsoft.com/office/drawing/2014/main" id="{E46A8186-D5EF-4C2C-963C-9E5B744A6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467"/>
              <a:ext cx="63" cy="34"/>
            </a:xfrm>
            <a:custGeom>
              <a:avLst/>
              <a:gdLst>
                <a:gd name="T0" fmla="*/ 50 w 25"/>
                <a:gd name="T1" fmla="*/ 21 h 13"/>
                <a:gd name="T2" fmla="*/ 20 w 25"/>
                <a:gd name="T3" fmla="*/ 165 h 13"/>
                <a:gd name="T4" fmla="*/ 113 w 25"/>
                <a:gd name="T5" fmla="*/ 34 h 13"/>
                <a:gd name="T6" fmla="*/ 179 w 25"/>
                <a:gd name="T7" fmla="*/ 212 h 13"/>
                <a:gd name="T8" fmla="*/ 285 w 25"/>
                <a:gd name="T9" fmla="*/ 55 h 13"/>
                <a:gd name="T10" fmla="*/ 305 w 25"/>
                <a:gd name="T11" fmla="*/ 123 h 13"/>
                <a:gd name="T12" fmla="*/ 381 w 25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3">
                  <a:moveTo>
                    <a:pt x="3" y="1"/>
                  </a:moveTo>
                  <a:cubicBezTo>
                    <a:pt x="2" y="3"/>
                    <a:pt x="0" y="6"/>
                    <a:pt x="1" y="9"/>
                  </a:cubicBezTo>
                  <a:cubicBezTo>
                    <a:pt x="4" y="7"/>
                    <a:pt x="6" y="5"/>
                    <a:pt x="7" y="2"/>
                  </a:cubicBezTo>
                  <a:cubicBezTo>
                    <a:pt x="7" y="5"/>
                    <a:pt x="7" y="11"/>
                    <a:pt x="11" y="12"/>
                  </a:cubicBezTo>
                  <a:cubicBezTo>
                    <a:pt x="16" y="13"/>
                    <a:pt x="17" y="6"/>
                    <a:pt x="18" y="3"/>
                  </a:cubicBezTo>
                  <a:cubicBezTo>
                    <a:pt x="18" y="4"/>
                    <a:pt x="19" y="6"/>
                    <a:pt x="19" y="7"/>
                  </a:cubicBezTo>
                  <a:cubicBezTo>
                    <a:pt x="23" y="8"/>
                    <a:pt x="25" y="4"/>
                    <a:pt x="24" y="0"/>
                  </a:cubicBezTo>
                </a:path>
              </a:pathLst>
            </a:custGeom>
            <a:noFill/>
            <a:ln w="7938" cap="flat">
              <a:solidFill>
                <a:srgbClr val="E3B6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63" name="Freeform 714">
              <a:extLst>
                <a:ext uri="{FF2B5EF4-FFF2-40B4-BE49-F238E27FC236}">
                  <a16:creationId xmlns:a16="http://schemas.microsoft.com/office/drawing/2014/main" id="{C8A74349-4F69-4169-87FA-F9DDF4607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128"/>
              <a:ext cx="27" cy="24"/>
            </a:xfrm>
            <a:custGeom>
              <a:avLst/>
              <a:gdLst>
                <a:gd name="T0" fmla="*/ 133 w 11"/>
                <a:gd name="T1" fmla="*/ 171 h 9"/>
                <a:gd name="T2" fmla="*/ 29 w 11"/>
                <a:gd name="T3" fmla="*/ 21 h 9"/>
                <a:gd name="T4" fmla="*/ 162 w 1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9" y="9"/>
                  </a:moveTo>
                  <a:cubicBezTo>
                    <a:pt x="5" y="8"/>
                    <a:pt x="0" y="6"/>
                    <a:pt x="2" y="1"/>
                  </a:cubicBezTo>
                  <a:cubicBezTo>
                    <a:pt x="5" y="0"/>
                    <a:pt x="8" y="3"/>
                    <a:pt x="11" y="5"/>
                  </a:cubicBezTo>
                </a:path>
              </a:pathLst>
            </a:custGeom>
            <a:noFill/>
            <a:ln w="7938" cap="rnd">
              <a:solidFill>
                <a:srgbClr val="F6DDD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64" name="Freeform 715">
              <a:extLst>
                <a:ext uri="{FF2B5EF4-FFF2-40B4-BE49-F238E27FC236}">
                  <a16:creationId xmlns:a16="http://schemas.microsoft.com/office/drawing/2014/main" id="{BAC6A605-CA94-466C-BFF8-3F3CB1A15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131"/>
              <a:ext cx="10" cy="18"/>
            </a:xfrm>
            <a:custGeom>
              <a:avLst/>
              <a:gdLst>
                <a:gd name="T0" fmla="*/ 63 w 4"/>
                <a:gd name="T1" fmla="*/ 0 h 7"/>
                <a:gd name="T2" fmla="*/ 0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3" y="3"/>
                    <a:pt x="1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6DDD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65" name="Freeform 716">
              <a:extLst>
                <a:ext uri="{FF2B5EF4-FFF2-40B4-BE49-F238E27FC236}">
                  <a16:creationId xmlns:a16="http://schemas.microsoft.com/office/drawing/2014/main" id="{7D40F695-E5EE-4787-BF42-0F6C5F232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1549"/>
              <a:ext cx="27" cy="27"/>
            </a:xfrm>
            <a:custGeom>
              <a:avLst/>
              <a:gdLst>
                <a:gd name="T0" fmla="*/ 0 w 11"/>
                <a:gd name="T1" fmla="*/ 103 h 10"/>
                <a:gd name="T2" fmla="*/ 162 w 11"/>
                <a:gd name="T3" fmla="*/ 22 h 10"/>
                <a:gd name="T4" fmla="*/ 29 w 11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5"/>
                  </a:moveTo>
                  <a:cubicBezTo>
                    <a:pt x="3" y="1"/>
                    <a:pt x="7" y="0"/>
                    <a:pt x="11" y="1"/>
                  </a:cubicBezTo>
                  <a:cubicBezTo>
                    <a:pt x="11" y="7"/>
                    <a:pt x="5" y="7"/>
                    <a:pt x="2" y="10"/>
                  </a:cubicBezTo>
                </a:path>
              </a:pathLst>
            </a:custGeom>
            <a:noFill/>
            <a:ln w="7938" cap="rnd">
              <a:solidFill>
                <a:srgbClr val="F6DDD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66" name="Freeform 717">
              <a:extLst>
                <a:ext uri="{FF2B5EF4-FFF2-40B4-BE49-F238E27FC236}">
                  <a16:creationId xmlns:a16="http://schemas.microsoft.com/office/drawing/2014/main" id="{5974B695-09C2-4C68-9F97-3CBBC2C0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072"/>
              <a:ext cx="5" cy="21"/>
            </a:xfrm>
            <a:custGeom>
              <a:avLst/>
              <a:gdLst>
                <a:gd name="T0" fmla="*/ 33 w 2"/>
                <a:gd name="T1" fmla="*/ 144 h 8"/>
                <a:gd name="T2" fmla="*/ 0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5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6DDD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67" name="Freeform 718">
              <a:extLst>
                <a:ext uri="{FF2B5EF4-FFF2-40B4-BE49-F238E27FC236}">
                  <a16:creationId xmlns:a16="http://schemas.microsoft.com/office/drawing/2014/main" id="{EDD56E0C-619C-464D-8B82-80AE451C7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307"/>
              <a:ext cx="20" cy="21"/>
            </a:xfrm>
            <a:custGeom>
              <a:avLst/>
              <a:gdLst>
                <a:gd name="T0" fmla="*/ 0 w 8"/>
                <a:gd name="T1" fmla="*/ 110 h 8"/>
                <a:gd name="T2" fmla="*/ 125 w 8"/>
                <a:gd name="T3" fmla="*/ 76 h 8"/>
                <a:gd name="T4" fmla="*/ 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6"/>
                  </a:moveTo>
                  <a:cubicBezTo>
                    <a:pt x="4" y="8"/>
                    <a:pt x="7" y="7"/>
                    <a:pt x="8" y="4"/>
                  </a:cubicBezTo>
                  <a:cubicBezTo>
                    <a:pt x="7" y="1"/>
                    <a:pt x="4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6DDD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68" name="Freeform 719">
              <a:extLst>
                <a:ext uri="{FF2B5EF4-FFF2-40B4-BE49-F238E27FC236}">
                  <a16:creationId xmlns:a16="http://schemas.microsoft.com/office/drawing/2014/main" id="{7FC6CC82-F2C5-41C3-979A-B90752841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32"/>
              <a:ext cx="15" cy="21"/>
            </a:xfrm>
            <a:custGeom>
              <a:avLst/>
              <a:gdLst>
                <a:gd name="T0" fmla="*/ 95 w 6"/>
                <a:gd name="T1" fmla="*/ 144 h 8"/>
                <a:gd name="T2" fmla="*/ 0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8"/>
                  </a:moveTo>
                  <a:cubicBezTo>
                    <a:pt x="3" y="7"/>
                    <a:pt x="1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6DDD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69" name="Oval 720">
              <a:extLst>
                <a:ext uri="{FF2B5EF4-FFF2-40B4-BE49-F238E27FC236}">
                  <a16:creationId xmlns:a16="http://schemas.microsoft.com/office/drawing/2014/main" id="{6E2DDA3B-6193-41E8-8EB7-CAE47F85C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877"/>
              <a:ext cx="15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70" name="Oval 721">
              <a:extLst>
                <a:ext uri="{FF2B5EF4-FFF2-40B4-BE49-F238E27FC236}">
                  <a16:creationId xmlns:a16="http://schemas.microsoft.com/office/drawing/2014/main" id="{20821700-C2A1-45CE-8B2A-BAC667940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9" y="1920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71" name="Oval 722">
              <a:extLst>
                <a:ext uri="{FF2B5EF4-FFF2-40B4-BE49-F238E27FC236}">
                  <a16:creationId xmlns:a16="http://schemas.microsoft.com/office/drawing/2014/main" id="{08ED01AF-16C1-4B01-9374-A872E5DD3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" y="1880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72" name="Oval 723">
              <a:extLst>
                <a:ext uri="{FF2B5EF4-FFF2-40B4-BE49-F238E27FC236}">
                  <a16:creationId xmlns:a16="http://schemas.microsoft.com/office/drawing/2014/main" id="{BA926892-4938-4226-A3FE-53CB80982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9" y="1893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73" name="Oval 724">
              <a:extLst>
                <a:ext uri="{FF2B5EF4-FFF2-40B4-BE49-F238E27FC236}">
                  <a16:creationId xmlns:a16="http://schemas.microsoft.com/office/drawing/2014/main" id="{54E76FAA-0428-40AA-8680-AF87385B0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1915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74" name="Oval 725">
              <a:extLst>
                <a:ext uri="{FF2B5EF4-FFF2-40B4-BE49-F238E27FC236}">
                  <a16:creationId xmlns:a16="http://schemas.microsoft.com/office/drawing/2014/main" id="{63CCA5B2-5ABB-467D-B539-B4C5D3FB7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1907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75" name="Oval 726">
              <a:extLst>
                <a:ext uri="{FF2B5EF4-FFF2-40B4-BE49-F238E27FC236}">
                  <a16:creationId xmlns:a16="http://schemas.microsoft.com/office/drawing/2014/main" id="{87E077AC-30BE-4713-AC31-C8139D9FB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9" y="1944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76" name="Oval 727">
              <a:extLst>
                <a:ext uri="{FF2B5EF4-FFF2-40B4-BE49-F238E27FC236}">
                  <a16:creationId xmlns:a16="http://schemas.microsoft.com/office/drawing/2014/main" id="{77385C26-D6D0-4D3C-9E43-598D165E6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" y="1789"/>
              <a:ext cx="15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77" name="Oval 728">
              <a:extLst>
                <a:ext uri="{FF2B5EF4-FFF2-40B4-BE49-F238E27FC236}">
                  <a16:creationId xmlns:a16="http://schemas.microsoft.com/office/drawing/2014/main" id="{19340BD9-41E0-4711-A178-D0BAE5F90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1808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78" name="Oval 729">
              <a:extLst>
                <a:ext uri="{FF2B5EF4-FFF2-40B4-BE49-F238E27FC236}">
                  <a16:creationId xmlns:a16="http://schemas.microsoft.com/office/drawing/2014/main" id="{CDF5A6A0-509E-44E5-B15A-FFB68A019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1789"/>
              <a:ext cx="15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79" name="Oval 730">
              <a:extLst>
                <a:ext uri="{FF2B5EF4-FFF2-40B4-BE49-F238E27FC236}">
                  <a16:creationId xmlns:a16="http://schemas.microsoft.com/office/drawing/2014/main" id="{E500E2DA-E7B3-42C7-BB27-52A7D1766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824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80" name="Oval 731">
              <a:extLst>
                <a:ext uri="{FF2B5EF4-FFF2-40B4-BE49-F238E27FC236}">
                  <a16:creationId xmlns:a16="http://schemas.microsoft.com/office/drawing/2014/main" id="{AA63B181-0637-4184-9E0D-0596D54A5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1824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81" name="Oval 732">
              <a:extLst>
                <a:ext uri="{FF2B5EF4-FFF2-40B4-BE49-F238E27FC236}">
                  <a16:creationId xmlns:a16="http://schemas.microsoft.com/office/drawing/2014/main" id="{D29745EF-3F9F-443C-9AE3-5076651F0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" y="1853"/>
              <a:ext cx="13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82" name="Oval 733">
              <a:extLst>
                <a:ext uri="{FF2B5EF4-FFF2-40B4-BE49-F238E27FC236}">
                  <a16:creationId xmlns:a16="http://schemas.microsoft.com/office/drawing/2014/main" id="{D387D1EE-CA4A-43F2-B701-4126FC6A9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1824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83" name="Oval 734">
              <a:extLst>
                <a:ext uri="{FF2B5EF4-FFF2-40B4-BE49-F238E27FC236}">
                  <a16:creationId xmlns:a16="http://schemas.microsoft.com/office/drawing/2014/main" id="{4D2AFECE-6E0E-443B-A9D5-D6B0C859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9" y="1872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84" name="Oval 735">
              <a:extLst>
                <a:ext uri="{FF2B5EF4-FFF2-40B4-BE49-F238E27FC236}">
                  <a16:creationId xmlns:a16="http://schemas.microsoft.com/office/drawing/2014/main" id="{FA30C99E-86FF-4B0D-AC89-CA34B91E7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1877"/>
              <a:ext cx="15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85" name="Oval 736">
              <a:extLst>
                <a:ext uri="{FF2B5EF4-FFF2-40B4-BE49-F238E27FC236}">
                  <a16:creationId xmlns:a16="http://schemas.microsoft.com/office/drawing/2014/main" id="{0E5A778F-B9AF-4D0D-AF50-1C084231F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1861"/>
              <a:ext cx="13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86" name="Oval 737">
              <a:extLst>
                <a:ext uri="{FF2B5EF4-FFF2-40B4-BE49-F238E27FC236}">
                  <a16:creationId xmlns:a16="http://schemas.microsoft.com/office/drawing/2014/main" id="{6222AA0D-7915-418D-ACFF-4765FB413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1837"/>
              <a:ext cx="15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87" name="Oval 738">
              <a:extLst>
                <a:ext uri="{FF2B5EF4-FFF2-40B4-BE49-F238E27FC236}">
                  <a16:creationId xmlns:a16="http://schemas.microsoft.com/office/drawing/2014/main" id="{3142BBA9-5BB9-4346-9F88-8D8870CF8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853"/>
              <a:ext cx="15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88" name="Oval 739">
              <a:extLst>
                <a:ext uri="{FF2B5EF4-FFF2-40B4-BE49-F238E27FC236}">
                  <a16:creationId xmlns:a16="http://schemas.microsoft.com/office/drawing/2014/main" id="{7B2B5EA5-F932-4741-B1CF-99848AA90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1872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89" name="Oval 740">
              <a:extLst>
                <a:ext uri="{FF2B5EF4-FFF2-40B4-BE49-F238E27FC236}">
                  <a16:creationId xmlns:a16="http://schemas.microsoft.com/office/drawing/2014/main" id="{21768960-8F26-4482-88A8-6DC125D9E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1" y="1869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90" name="Oval 741">
              <a:extLst>
                <a:ext uri="{FF2B5EF4-FFF2-40B4-BE49-F238E27FC236}">
                  <a16:creationId xmlns:a16="http://schemas.microsoft.com/office/drawing/2014/main" id="{4C457E7A-445F-43AF-B95F-4D6B150D9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9" y="1827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91" name="Oval 742">
              <a:extLst>
                <a:ext uri="{FF2B5EF4-FFF2-40B4-BE49-F238E27FC236}">
                  <a16:creationId xmlns:a16="http://schemas.microsoft.com/office/drawing/2014/main" id="{FBC41A3B-D89B-4946-9BDC-7BAB99512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6" y="1805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92" name="Oval 743">
              <a:extLst>
                <a:ext uri="{FF2B5EF4-FFF2-40B4-BE49-F238E27FC236}">
                  <a16:creationId xmlns:a16="http://schemas.microsoft.com/office/drawing/2014/main" id="{C02CAFD6-436E-4B07-AB7E-3DA19D27A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1840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93" name="Oval 744">
              <a:extLst>
                <a:ext uri="{FF2B5EF4-FFF2-40B4-BE49-F238E27FC236}">
                  <a16:creationId xmlns:a16="http://schemas.microsoft.com/office/drawing/2014/main" id="{9F1B2DBB-531D-4A5E-BD76-C4C0CBAE9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861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94" name="Oval 745">
              <a:extLst>
                <a:ext uri="{FF2B5EF4-FFF2-40B4-BE49-F238E27FC236}">
                  <a16:creationId xmlns:a16="http://schemas.microsoft.com/office/drawing/2014/main" id="{66BBDAC0-A05F-4EEB-8C67-C3B79EA06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891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95" name="Oval 746">
              <a:extLst>
                <a:ext uri="{FF2B5EF4-FFF2-40B4-BE49-F238E27FC236}">
                  <a16:creationId xmlns:a16="http://schemas.microsoft.com/office/drawing/2014/main" id="{583487B4-44B1-436C-9CDE-53A79C773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1" y="1851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96" name="Oval 747">
              <a:extLst>
                <a:ext uri="{FF2B5EF4-FFF2-40B4-BE49-F238E27FC236}">
                  <a16:creationId xmlns:a16="http://schemas.microsoft.com/office/drawing/2014/main" id="{E2ECCF78-FF61-4F7A-A582-50DC06BEF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1837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97" name="Oval 748">
              <a:extLst>
                <a:ext uri="{FF2B5EF4-FFF2-40B4-BE49-F238E27FC236}">
                  <a16:creationId xmlns:a16="http://schemas.microsoft.com/office/drawing/2014/main" id="{A08A0181-FB81-4048-A995-E14AFEE88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1" y="1811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98" name="Oval 749">
              <a:extLst>
                <a:ext uri="{FF2B5EF4-FFF2-40B4-BE49-F238E27FC236}">
                  <a16:creationId xmlns:a16="http://schemas.microsoft.com/office/drawing/2014/main" id="{62B0DF25-D58D-4066-866D-D10A45974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6" y="1787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399" name="Oval 750">
              <a:extLst>
                <a:ext uri="{FF2B5EF4-FFF2-40B4-BE49-F238E27FC236}">
                  <a16:creationId xmlns:a16="http://schemas.microsoft.com/office/drawing/2014/main" id="{D357C941-2C77-4B79-A12B-72B9D1785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1771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00" name="Oval 751">
              <a:extLst>
                <a:ext uri="{FF2B5EF4-FFF2-40B4-BE49-F238E27FC236}">
                  <a16:creationId xmlns:a16="http://schemas.microsoft.com/office/drawing/2014/main" id="{E56EE61C-D010-4782-AA03-633E6B691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6" y="1763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01" name="Oval 752">
              <a:extLst>
                <a:ext uri="{FF2B5EF4-FFF2-40B4-BE49-F238E27FC236}">
                  <a16:creationId xmlns:a16="http://schemas.microsoft.com/office/drawing/2014/main" id="{9B278675-4D7A-4D6E-AFD8-1C9D53880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" y="1789"/>
              <a:ext cx="15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02" name="Oval 753">
              <a:extLst>
                <a:ext uri="{FF2B5EF4-FFF2-40B4-BE49-F238E27FC236}">
                  <a16:creationId xmlns:a16="http://schemas.microsoft.com/office/drawing/2014/main" id="{CAC4D446-6A99-4C73-8D40-8C3666B5A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4" y="1800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03" name="Oval 754">
              <a:extLst>
                <a:ext uri="{FF2B5EF4-FFF2-40B4-BE49-F238E27FC236}">
                  <a16:creationId xmlns:a16="http://schemas.microsoft.com/office/drawing/2014/main" id="{E16D02B1-8395-4637-BA6C-5D03F3B2B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1819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04" name="Oval 755">
              <a:extLst>
                <a:ext uri="{FF2B5EF4-FFF2-40B4-BE49-F238E27FC236}">
                  <a16:creationId xmlns:a16="http://schemas.microsoft.com/office/drawing/2014/main" id="{5117D9C6-F170-40D0-B938-7F7A2926E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1837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05" name="Oval 756">
              <a:extLst>
                <a:ext uri="{FF2B5EF4-FFF2-40B4-BE49-F238E27FC236}">
                  <a16:creationId xmlns:a16="http://schemas.microsoft.com/office/drawing/2014/main" id="{F65E25E2-A145-4301-9017-470401813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851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06" name="Oval 757">
              <a:extLst>
                <a:ext uri="{FF2B5EF4-FFF2-40B4-BE49-F238E27FC236}">
                  <a16:creationId xmlns:a16="http://schemas.microsoft.com/office/drawing/2014/main" id="{088ECBF7-5CAC-4EED-9765-B36543586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1864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07" name="Oval 758">
              <a:extLst>
                <a:ext uri="{FF2B5EF4-FFF2-40B4-BE49-F238E27FC236}">
                  <a16:creationId xmlns:a16="http://schemas.microsoft.com/office/drawing/2014/main" id="{FB76E36C-548B-447C-96AF-953D483F4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1888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08" name="Oval 759">
              <a:extLst>
                <a:ext uri="{FF2B5EF4-FFF2-40B4-BE49-F238E27FC236}">
                  <a16:creationId xmlns:a16="http://schemas.microsoft.com/office/drawing/2014/main" id="{D8C22A16-FACB-463D-93CD-777CEDE13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1904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09" name="Oval 760">
              <a:extLst>
                <a:ext uri="{FF2B5EF4-FFF2-40B4-BE49-F238E27FC236}">
                  <a16:creationId xmlns:a16="http://schemas.microsoft.com/office/drawing/2014/main" id="{C424F4D3-5611-4924-A203-F3796B2B8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1925"/>
              <a:ext cx="13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10" name="Oval 761">
              <a:extLst>
                <a:ext uri="{FF2B5EF4-FFF2-40B4-BE49-F238E27FC236}">
                  <a16:creationId xmlns:a16="http://schemas.microsoft.com/office/drawing/2014/main" id="{E8544DCA-8375-4EB8-905C-CCFC800E0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1947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11" name="Oval 762">
              <a:extLst>
                <a:ext uri="{FF2B5EF4-FFF2-40B4-BE49-F238E27FC236}">
                  <a16:creationId xmlns:a16="http://schemas.microsoft.com/office/drawing/2014/main" id="{CF38A63A-6DC3-46BF-96B4-740C8D793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925"/>
              <a:ext cx="13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12" name="Oval 763">
              <a:extLst>
                <a:ext uri="{FF2B5EF4-FFF2-40B4-BE49-F238E27FC236}">
                  <a16:creationId xmlns:a16="http://schemas.microsoft.com/office/drawing/2014/main" id="{13AF238C-3B60-4CC5-AA1E-D853D8460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1867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13" name="Oval 764">
              <a:extLst>
                <a:ext uri="{FF2B5EF4-FFF2-40B4-BE49-F238E27FC236}">
                  <a16:creationId xmlns:a16="http://schemas.microsoft.com/office/drawing/2014/main" id="{2EC928D6-52DF-499D-9F2F-9348C2A13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1853"/>
              <a:ext cx="15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14" name="Oval 765">
              <a:extLst>
                <a:ext uri="{FF2B5EF4-FFF2-40B4-BE49-F238E27FC236}">
                  <a16:creationId xmlns:a16="http://schemas.microsoft.com/office/drawing/2014/main" id="{48F7B2D8-8421-4D94-815E-3B8331CBC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1888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15" name="Oval 766">
              <a:extLst>
                <a:ext uri="{FF2B5EF4-FFF2-40B4-BE49-F238E27FC236}">
                  <a16:creationId xmlns:a16="http://schemas.microsoft.com/office/drawing/2014/main" id="{18BB0B4E-9D13-4A3D-9CCA-6773B23F3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1901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16" name="Oval 767">
              <a:extLst>
                <a:ext uri="{FF2B5EF4-FFF2-40B4-BE49-F238E27FC236}">
                  <a16:creationId xmlns:a16="http://schemas.microsoft.com/office/drawing/2014/main" id="{FF33E099-4B4F-4504-9FBA-B47F02FD6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6" y="1877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17" name="Oval 768">
              <a:extLst>
                <a:ext uri="{FF2B5EF4-FFF2-40B4-BE49-F238E27FC236}">
                  <a16:creationId xmlns:a16="http://schemas.microsoft.com/office/drawing/2014/main" id="{97CCFBE2-26B1-4DCF-9D19-2732BF915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1816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18" name="Oval 769">
              <a:extLst>
                <a:ext uri="{FF2B5EF4-FFF2-40B4-BE49-F238E27FC236}">
                  <a16:creationId xmlns:a16="http://schemas.microsoft.com/office/drawing/2014/main" id="{F08B5E8F-913C-44B0-A993-331B28C4C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6" y="1835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19" name="Oval 770">
              <a:extLst>
                <a:ext uri="{FF2B5EF4-FFF2-40B4-BE49-F238E27FC236}">
                  <a16:creationId xmlns:a16="http://schemas.microsoft.com/office/drawing/2014/main" id="{EC546DD1-3F95-44DB-87E5-FA655830F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891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20" name="Oval 771">
              <a:extLst>
                <a:ext uri="{FF2B5EF4-FFF2-40B4-BE49-F238E27FC236}">
                  <a16:creationId xmlns:a16="http://schemas.microsoft.com/office/drawing/2014/main" id="{56EF24F0-BBBB-4E2D-94B2-C6CE9F730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1" y="1949"/>
              <a:ext cx="13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21" name="Oval 772">
              <a:extLst>
                <a:ext uri="{FF2B5EF4-FFF2-40B4-BE49-F238E27FC236}">
                  <a16:creationId xmlns:a16="http://schemas.microsoft.com/office/drawing/2014/main" id="{309E734D-37AD-420F-A1C1-880F5F44A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9" y="1856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22" name="Oval 773">
              <a:extLst>
                <a:ext uri="{FF2B5EF4-FFF2-40B4-BE49-F238E27FC236}">
                  <a16:creationId xmlns:a16="http://schemas.microsoft.com/office/drawing/2014/main" id="{4C3E9DC0-6D1D-4D55-BBE1-741BEE18A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4" y="1755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23" name="Oval 774">
              <a:extLst>
                <a:ext uri="{FF2B5EF4-FFF2-40B4-BE49-F238E27FC236}">
                  <a16:creationId xmlns:a16="http://schemas.microsoft.com/office/drawing/2014/main" id="{04360997-8947-49F3-A07E-8CEAF337D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9" y="1709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24" name="Oval 775">
              <a:extLst>
                <a:ext uri="{FF2B5EF4-FFF2-40B4-BE49-F238E27FC236}">
                  <a16:creationId xmlns:a16="http://schemas.microsoft.com/office/drawing/2014/main" id="{B8910FF7-FC5B-4803-8A68-160638FB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6" y="1832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25" name="Oval 776">
              <a:extLst>
                <a:ext uri="{FF2B5EF4-FFF2-40B4-BE49-F238E27FC236}">
                  <a16:creationId xmlns:a16="http://schemas.microsoft.com/office/drawing/2014/main" id="{AD854C21-795F-4364-B823-5A7DC30DE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9" y="1851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26" name="Oval 777">
              <a:extLst>
                <a:ext uri="{FF2B5EF4-FFF2-40B4-BE49-F238E27FC236}">
                  <a16:creationId xmlns:a16="http://schemas.microsoft.com/office/drawing/2014/main" id="{22276336-AB46-4192-95A6-10432239C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4" y="1835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27" name="Oval 778">
              <a:extLst>
                <a:ext uri="{FF2B5EF4-FFF2-40B4-BE49-F238E27FC236}">
                  <a16:creationId xmlns:a16="http://schemas.microsoft.com/office/drawing/2014/main" id="{79D5418A-24A1-4CC9-AC5D-EB5BA555A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6" y="1779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28" name="Oval 779">
              <a:extLst>
                <a:ext uri="{FF2B5EF4-FFF2-40B4-BE49-F238E27FC236}">
                  <a16:creationId xmlns:a16="http://schemas.microsoft.com/office/drawing/2014/main" id="{42D70B42-6260-4555-A219-18C1B1899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1795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29" name="Oval 780">
              <a:extLst>
                <a:ext uri="{FF2B5EF4-FFF2-40B4-BE49-F238E27FC236}">
                  <a16:creationId xmlns:a16="http://schemas.microsoft.com/office/drawing/2014/main" id="{F5D786EF-BCAA-4D48-A376-2816D698F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4" y="1757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30" name="Oval 781">
              <a:extLst>
                <a:ext uri="{FF2B5EF4-FFF2-40B4-BE49-F238E27FC236}">
                  <a16:creationId xmlns:a16="http://schemas.microsoft.com/office/drawing/2014/main" id="{230DA880-0D7A-48D9-BFF6-75573633D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1768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31" name="Oval 782">
              <a:extLst>
                <a:ext uri="{FF2B5EF4-FFF2-40B4-BE49-F238E27FC236}">
                  <a16:creationId xmlns:a16="http://schemas.microsoft.com/office/drawing/2014/main" id="{E4398650-CB2D-458F-B24B-893A54F54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4" y="1755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32" name="Oval 783">
              <a:extLst>
                <a:ext uri="{FF2B5EF4-FFF2-40B4-BE49-F238E27FC236}">
                  <a16:creationId xmlns:a16="http://schemas.microsoft.com/office/drawing/2014/main" id="{EFBE7E13-BF18-46F0-987F-07D1680B7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1733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33" name="Oval 784">
              <a:extLst>
                <a:ext uri="{FF2B5EF4-FFF2-40B4-BE49-F238E27FC236}">
                  <a16:creationId xmlns:a16="http://schemas.microsoft.com/office/drawing/2014/main" id="{DD488A6E-91B9-4F10-8A86-F32DCE52A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1739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34" name="Oval 785">
              <a:extLst>
                <a:ext uri="{FF2B5EF4-FFF2-40B4-BE49-F238E27FC236}">
                  <a16:creationId xmlns:a16="http://schemas.microsoft.com/office/drawing/2014/main" id="{7D3223DF-0FE0-49A8-BA03-3D78DB2AE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1709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35" name="Oval 786">
              <a:extLst>
                <a:ext uri="{FF2B5EF4-FFF2-40B4-BE49-F238E27FC236}">
                  <a16:creationId xmlns:a16="http://schemas.microsoft.com/office/drawing/2014/main" id="{CABC4C50-568F-41DF-BDBA-F2AE82D61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1784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36" name="Oval 787">
              <a:extLst>
                <a:ext uri="{FF2B5EF4-FFF2-40B4-BE49-F238E27FC236}">
                  <a16:creationId xmlns:a16="http://schemas.microsoft.com/office/drawing/2014/main" id="{D93FCEEF-47A3-4AC4-AA41-ACB5B3B19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1" y="1763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37" name="Oval 788">
              <a:extLst>
                <a:ext uri="{FF2B5EF4-FFF2-40B4-BE49-F238E27FC236}">
                  <a16:creationId xmlns:a16="http://schemas.microsoft.com/office/drawing/2014/main" id="{EC61E363-E514-44F9-8507-A915360E4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1768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38" name="Oval 789">
              <a:extLst>
                <a:ext uri="{FF2B5EF4-FFF2-40B4-BE49-F238E27FC236}">
                  <a16:creationId xmlns:a16="http://schemas.microsoft.com/office/drawing/2014/main" id="{9584D397-0DA9-4D6B-9D82-15A800F75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6" y="1739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39" name="Oval 790">
              <a:extLst>
                <a:ext uri="{FF2B5EF4-FFF2-40B4-BE49-F238E27FC236}">
                  <a16:creationId xmlns:a16="http://schemas.microsoft.com/office/drawing/2014/main" id="{99DA4A30-24CA-433D-8D7F-8A5487B21A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6" y="1851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40" name="Oval 791">
              <a:extLst>
                <a:ext uri="{FF2B5EF4-FFF2-40B4-BE49-F238E27FC236}">
                  <a16:creationId xmlns:a16="http://schemas.microsoft.com/office/drawing/2014/main" id="{A583645F-67C3-4368-AE5A-71F37E0B2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1829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41" name="Oval 792">
              <a:extLst>
                <a:ext uri="{FF2B5EF4-FFF2-40B4-BE49-F238E27FC236}">
                  <a16:creationId xmlns:a16="http://schemas.microsoft.com/office/drawing/2014/main" id="{8920400D-F89F-4883-BC65-56125DDE1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9" y="1837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42" name="Oval 793">
              <a:extLst>
                <a:ext uri="{FF2B5EF4-FFF2-40B4-BE49-F238E27FC236}">
                  <a16:creationId xmlns:a16="http://schemas.microsoft.com/office/drawing/2014/main" id="{A88897DE-8A7A-44C3-BBCB-778ED3186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1" y="1808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43" name="Oval 794">
              <a:extLst>
                <a:ext uri="{FF2B5EF4-FFF2-40B4-BE49-F238E27FC236}">
                  <a16:creationId xmlns:a16="http://schemas.microsoft.com/office/drawing/2014/main" id="{F781F70A-D1B1-4F7B-86DA-8712BB4FE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4" y="1784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44" name="Oval 795">
              <a:extLst>
                <a:ext uri="{FF2B5EF4-FFF2-40B4-BE49-F238E27FC236}">
                  <a16:creationId xmlns:a16="http://schemas.microsoft.com/office/drawing/2014/main" id="{6B393115-2931-4131-BC0C-794E2089D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4" y="1760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45" name="Oval 796">
              <a:extLst>
                <a:ext uri="{FF2B5EF4-FFF2-40B4-BE49-F238E27FC236}">
                  <a16:creationId xmlns:a16="http://schemas.microsoft.com/office/drawing/2014/main" id="{1A8B63FA-653F-4BAA-839D-5297B8D8B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" y="1709"/>
              <a:ext cx="13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46" name="Oval 797">
              <a:extLst>
                <a:ext uri="{FF2B5EF4-FFF2-40B4-BE49-F238E27FC236}">
                  <a16:creationId xmlns:a16="http://schemas.microsoft.com/office/drawing/2014/main" id="{F3ED9AB8-DF27-4277-9048-7AFBE0611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4" y="1821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47" name="Oval 798">
              <a:extLst>
                <a:ext uri="{FF2B5EF4-FFF2-40B4-BE49-F238E27FC236}">
                  <a16:creationId xmlns:a16="http://schemas.microsoft.com/office/drawing/2014/main" id="{3D6E5C71-F73A-4799-8504-17F9509AD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4" y="1856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48" name="Oval 799">
              <a:extLst>
                <a:ext uri="{FF2B5EF4-FFF2-40B4-BE49-F238E27FC236}">
                  <a16:creationId xmlns:a16="http://schemas.microsoft.com/office/drawing/2014/main" id="{B1B88249-B050-4C83-9C58-F37C0A1D0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1693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49" name="Oval 800">
              <a:extLst>
                <a:ext uri="{FF2B5EF4-FFF2-40B4-BE49-F238E27FC236}">
                  <a16:creationId xmlns:a16="http://schemas.microsoft.com/office/drawing/2014/main" id="{7FE82E0B-2F88-4E70-A0CF-3B91787B9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672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50" name="Oval 801">
              <a:extLst>
                <a:ext uri="{FF2B5EF4-FFF2-40B4-BE49-F238E27FC236}">
                  <a16:creationId xmlns:a16="http://schemas.microsoft.com/office/drawing/2014/main" id="{F2827B56-CD6D-4C1C-9355-D31B07E94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1677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51" name="Oval 802">
              <a:extLst>
                <a:ext uri="{FF2B5EF4-FFF2-40B4-BE49-F238E27FC236}">
                  <a16:creationId xmlns:a16="http://schemas.microsoft.com/office/drawing/2014/main" id="{9F3E2534-9626-4CD5-914C-387C13053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1667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52" name="Oval 803">
              <a:extLst>
                <a:ext uri="{FF2B5EF4-FFF2-40B4-BE49-F238E27FC236}">
                  <a16:creationId xmlns:a16="http://schemas.microsoft.com/office/drawing/2014/main" id="{AA3F54B7-7BC5-43B7-B9D5-A405C370D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9" y="1651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53" name="Oval 804">
              <a:extLst>
                <a:ext uri="{FF2B5EF4-FFF2-40B4-BE49-F238E27FC236}">
                  <a16:creationId xmlns:a16="http://schemas.microsoft.com/office/drawing/2014/main" id="{59093E50-3209-4554-8721-DB55C3B3F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1787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54" name="Oval 805">
              <a:extLst>
                <a:ext uri="{FF2B5EF4-FFF2-40B4-BE49-F238E27FC236}">
                  <a16:creationId xmlns:a16="http://schemas.microsoft.com/office/drawing/2014/main" id="{07BD233C-A2DB-46E3-8D3F-E6CAC3977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1869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55" name="Oval 806">
              <a:extLst>
                <a:ext uri="{FF2B5EF4-FFF2-40B4-BE49-F238E27FC236}">
                  <a16:creationId xmlns:a16="http://schemas.microsoft.com/office/drawing/2014/main" id="{C4C9D544-CA0E-4DD8-B0CF-E8B7D210F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9" y="1891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56" name="Oval 807">
              <a:extLst>
                <a:ext uri="{FF2B5EF4-FFF2-40B4-BE49-F238E27FC236}">
                  <a16:creationId xmlns:a16="http://schemas.microsoft.com/office/drawing/2014/main" id="{5C824E8A-146E-464E-AA75-831379AA0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1925"/>
              <a:ext cx="13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57" name="Oval 808">
              <a:extLst>
                <a:ext uri="{FF2B5EF4-FFF2-40B4-BE49-F238E27FC236}">
                  <a16:creationId xmlns:a16="http://schemas.microsoft.com/office/drawing/2014/main" id="{AC0D66B7-1CDC-412E-9F76-61418AC09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9" y="1944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58" name="Oval 809">
              <a:extLst>
                <a:ext uri="{FF2B5EF4-FFF2-40B4-BE49-F238E27FC236}">
                  <a16:creationId xmlns:a16="http://schemas.microsoft.com/office/drawing/2014/main" id="{F683EC73-A4BB-466A-99E9-0723DE7CE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1" y="1987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59" name="Oval 810">
              <a:extLst>
                <a:ext uri="{FF2B5EF4-FFF2-40B4-BE49-F238E27FC236}">
                  <a16:creationId xmlns:a16="http://schemas.microsoft.com/office/drawing/2014/main" id="{1FB3D4E4-064C-4F24-8BF4-8C8BCE0B5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1936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60" name="Oval 811">
              <a:extLst>
                <a:ext uri="{FF2B5EF4-FFF2-40B4-BE49-F238E27FC236}">
                  <a16:creationId xmlns:a16="http://schemas.microsoft.com/office/drawing/2014/main" id="{C27DB911-583E-4C86-BF2E-237E1DD69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1968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61" name="Oval 812">
              <a:extLst>
                <a:ext uri="{FF2B5EF4-FFF2-40B4-BE49-F238E27FC236}">
                  <a16:creationId xmlns:a16="http://schemas.microsoft.com/office/drawing/2014/main" id="{0A3E59E7-4FDE-42E0-AC95-9931C57B7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947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62" name="Oval 813">
              <a:extLst>
                <a:ext uri="{FF2B5EF4-FFF2-40B4-BE49-F238E27FC236}">
                  <a16:creationId xmlns:a16="http://schemas.microsoft.com/office/drawing/2014/main" id="{D1684A4C-7DF7-4125-A9B9-BB56F6A32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1837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63" name="Oval 814">
              <a:extLst>
                <a:ext uri="{FF2B5EF4-FFF2-40B4-BE49-F238E27FC236}">
                  <a16:creationId xmlns:a16="http://schemas.microsoft.com/office/drawing/2014/main" id="{82079E89-1C58-4557-9233-D73810379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1808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64" name="Oval 815">
              <a:extLst>
                <a:ext uri="{FF2B5EF4-FFF2-40B4-BE49-F238E27FC236}">
                  <a16:creationId xmlns:a16="http://schemas.microsoft.com/office/drawing/2014/main" id="{BC71EE86-676B-4843-8F76-94F118849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1808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65" name="Oval 816">
              <a:extLst>
                <a:ext uri="{FF2B5EF4-FFF2-40B4-BE49-F238E27FC236}">
                  <a16:creationId xmlns:a16="http://schemas.microsoft.com/office/drawing/2014/main" id="{2B4AF513-2719-462E-8121-433704CED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9" y="1853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66" name="Oval 817">
              <a:extLst>
                <a:ext uri="{FF2B5EF4-FFF2-40B4-BE49-F238E27FC236}">
                  <a16:creationId xmlns:a16="http://schemas.microsoft.com/office/drawing/2014/main" id="{5BC94C08-31B1-4072-9E1B-894F6D20D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6" y="1872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67" name="Oval 818">
              <a:extLst>
                <a:ext uri="{FF2B5EF4-FFF2-40B4-BE49-F238E27FC236}">
                  <a16:creationId xmlns:a16="http://schemas.microsoft.com/office/drawing/2014/main" id="{B203B23D-EC69-48F5-8AA6-27A378BD5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1904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68" name="Oval 819">
              <a:extLst>
                <a:ext uri="{FF2B5EF4-FFF2-40B4-BE49-F238E27FC236}">
                  <a16:creationId xmlns:a16="http://schemas.microsoft.com/office/drawing/2014/main" id="{EFE56994-C75D-46E3-83A6-1BE3F067D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899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69" name="Oval 820">
              <a:extLst>
                <a:ext uri="{FF2B5EF4-FFF2-40B4-BE49-F238E27FC236}">
                  <a16:creationId xmlns:a16="http://schemas.microsoft.com/office/drawing/2014/main" id="{99B5B9FF-CDAC-4DD7-8532-02BD3B4F6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1936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70" name="Oval 821">
              <a:extLst>
                <a:ext uri="{FF2B5EF4-FFF2-40B4-BE49-F238E27FC236}">
                  <a16:creationId xmlns:a16="http://schemas.microsoft.com/office/drawing/2014/main" id="{51D767CC-E9D0-4900-B597-F79C2EB11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4" y="1888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71" name="Oval 822">
              <a:extLst>
                <a:ext uri="{FF2B5EF4-FFF2-40B4-BE49-F238E27FC236}">
                  <a16:creationId xmlns:a16="http://schemas.microsoft.com/office/drawing/2014/main" id="{58C194D8-5D2B-4871-AA52-671F81B2B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1787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72" name="Oval 823">
              <a:extLst>
                <a:ext uri="{FF2B5EF4-FFF2-40B4-BE49-F238E27FC236}">
                  <a16:creationId xmlns:a16="http://schemas.microsoft.com/office/drawing/2014/main" id="{3EAD9A6B-970B-49AA-B5ED-76CF629EA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1776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73" name="Oval 824">
              <a:extLst>
                <a:ext uri="{FF2B5EF4-FFF2-40B4-BE49-F238E27FC236}">
                  <a16:creationId xmlns:a16="http://schemas.microsoft.com/office/drawing/2014/main" id="{78A9A93C-5D77-4E50-8393-78F11B52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1" y="1675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74" name="Oval 825">
              <a:extLst>
                <a:ext uri="{FF2B5EF4-FFF2-40B4-BE49-F238E27FC236}">
                  <a16:creationId xmlns:a16="http://schemas.microsoft.com/office/drawing/2014/main" id="{7664B166-49CD-4ADD-B741-5779E1AA0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1" y="1621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75" name="Oval 826">
              <a:extLst>
                <a:ext uri="{FF2B5EF4-FFF2-40B4-BE49-F238E27FC236}">
                  <a16:creationId xmlns:a16="http://schemas.microsoft.com/office/drawing/2014/main" id="{2097A0C5-3A59-4D9F-A09E-1D567080F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1605"/>
              <a:ext cx="7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76" name="Oval 827">
              <a:extLst>
                <a:ext uri="{FF2B5EF4-FFF2-40B4-BE49-F238E27FC236}">
                  <a16:creationId xmlns:a16="http://schemas.microsoft.com/office/drawing/2014/main" id="{C51113D6-D07C-431B-BCCA-1D32891C2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9" y="1573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77" name="Oval 828">
              <a:extLst>
                <a:ext uri="{FF2B5EF4-FFF2-40B4-BE49-F238E27FC236}">
                  <a16:creationId xmlns:a16="http://schemas.microsoft.com/office/drawing/2014/main" id="{B9C312BE-33D1-41DA-B1F3-3086EDC01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597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78" name="Oval 829">
              <a:extLst>
                <a:ext uri="{FF2B5EF4-FFF2-40B4-BE49-F238E27FC236}">
                  <a16:creationId xmlns:a16="http://schemas.microsoft.com/office/drawing/2014/main" id="{C7AD205E-8556-404F-AB30-23D283E55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1587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79" name="Oval 830">
              <a:extLst>
                <a:ext uri="{FF2B5EF4-FFF2-40B4-BE49-F238E27FC236}">
                  <a16:creationId xmlns:a16="http://schemas.microsoft.com/office/drawing/2014/main" id="{76572608-681F-4984-B43F-2B5F6C889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1552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80" name="Oval 831">
              <a:extLst>
                <a:ext uri="{FF2B5EF4-FFF2-40B4-BE49-F238E27FC236}">
                  <a16:creationId xmlns:a16="http://schemas.microsoft.com/office/drawing/2014/main" id="{E800136E-44D0-4A07-99D6-AD954D7DF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1541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81" name="Oval 832">
              <a:extLst>
                <a:ext uri="{FF2B5EF4-FFF2-40B4-BE49-F238E27FC236}">
                  <a16:creationId xmlns:a16="http://schemas.microsoft.com/office/drawing/2014/main" id="{C537C71E-ED6B-48C6-BC7C-84C009E52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" y="1541"/>
              <a:ext cx="5" cy="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82" name="Oval 833">
              <a:extLst>
                <a:ext uri="{FF2B5EF4-FFF2-40B4-BE49-F238E27FC236}">
                  <a16:creationId xmlns:a16="http://schemas.microsoft.com/office/drawing/2014/main" id="{0D5992FF-3AFA-4955-B6CE-0E12870ED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1555"/>
              <a:ext cx="8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83" name="Oval 834">
              <a:extLst>
                <a:ext uri="{FF2B5EF4-FFF2-40B4-BE49-F238E27FC236}">
                  <a16:creationId xmlns:a16="http://schemas.microsoft.com/office/drawing/2014/main" id="{5144035C-FFBB-4CF4-9729-61E044DE9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1520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84" name="Oval 835">
              <a:extLst>
                <a:ext uri="{FF2B5EF4-FFF2-40B4-BE49-F238E27FC236}">
                  <a16:creationId xmlns:a16="http://schemas.microsoft.com/office/drawing/2014/main" id="{DE378E19-8B02-4573-AA0B-9A2686A03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488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85" name="Oval 836">
              <a:extLst>
                <a:ext uri="{FF2B5EF4-FFF2-40B4-BE49-F238E27FC236}">
                  <a16:creationId xmlns:a16="http://schemas.microsoft.com/office/drawing/2014/main" id="{290784A8-3370-4B28-95CB-3E9516743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445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86" name="Oval 837">
              <a:extLst>
                <a:ext uri="{FF2B5EF4-FFF2-40B4-BE49-F238E27FC236}">
                  <a16:creationId xmlns:a16="http://schemas.microsoft.com/office/drawing/2014/main" id="{98798A29-CBB1-4462-B93F-A866B2BDC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1" y="1509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87" name="Oval 838">
              <a:extLst>
                <a:ext uri="{FF2B5EF4-FFF2-40B4-BE49-F238E27FC236}">
                  <a16:creationId xmlns:a16="http://schemas.microsoft.com/office/drawing/2014/main" id="{02AF19F7-3930-40FA-9BE1-3D2098839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" y="1488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88" name="Oval 839">
              <a:extLst>
                <a:ext uri="{FF2B5EF4-FFF2-40B4-BE49-F238E27FC236}">
                  <a16:creationId xmlns:a16="http://schemas.microsoft.com/office/drawing/2014/main" id="{2E341A23-8300-49F2-AA2E-211F07070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1528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89" name="Oval 840">
              <a:extLst>
                <a:ext uri="{FF2B5EF4-FFF2-40B4-BE49-F238E27FC236}">
                  <a16:creationId xmlns:a16="http://schemas.microsoft.com/office/drawing/2014/main" id="{D2DBA241-ED99-43CB-9757-67F1C2909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539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90" name="Oval 841">
              <a:extLst>
                <a:ext uri="{FF2B5EF4-FFF2-40B4-BE49-F238E27FC236}">
                  <a16:creationId xmlns:a16="http://schemas.microsoft.com/office/drawing/2014/main" id="{8C89CA7E-CE61-4421-B78B-65C491EB1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1" y="1560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91" name="Oval 842">
              <a:extLst>
                <a:ext uri="{FF2B5EF4-FFF2-40B4-BE49-F238E27FC236}">
                  <a16:creationId xmlns:a16="http://schemas.microsoft.com/office/drawing/2014/main" id="{5A1654DA-82C5-4DE1-9BE0-6EC02F0F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1" y="1648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92" name="Oval 843">
              <a:extLst>
                <a:ext uri="{FF2B5EF4-FFF2-40B4-BE49-F238E27FC236}">
                  <a16:creationId xmlns:a16="http://schemas.microsoft.com/office/drawing/2014/main" id="{29F2926E-1441-436A-8A91-583FBD470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1611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93" name="Oval 844">
              <a:extLst>
                <a:ext uri="{FF2B5EF4-FFF2-40B4-BE49-F238E27FC236}">
                  <a16:creationId xmlns:a16="http://schemas.microsoft.com/office/drawing/2014/main" id="{96B72C0A-5FEC-46F7-942A-DED41CBBA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9" y="1595"/>
              <a:ext cx="10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94" name="Oval 845">
              <a:extLst>
                <a:ext uri="{FF2B5EF4-FFF2-40B4-BE49-F238E27FC236}">
                  <a16:creationId xmlns:a16="http://schemas.microsoft.com/office/drawing/2014/main" id="{064C37D2-77C0-4038-A447-2E69393E6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9" y="1616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95" name="Oval 846">
              <a:extLst>
                <a:ext uri="{FF2B5EF4-FFF2-40B4-BE49-F238E27FC236}">
                  <a16:creationId xmlns:a16="http://schemas.microsoft.com/office/drawing/2014/main" id="{8B9F3FFD-93FB-417B-8FA3-B92F2047B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9" y="1573"/>
              <a:ext cx="5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96" name="Oval 847">
              <a:extLst>
                <a:ext uri="{FF2B5EF4-FFF2-40B4-BE49-F238E27FC236}">
                  <a16:creationId xmlns:a16="http://schemas.microsoft.com/office/drawing/2014/main" id="{F5E015B4-68D8-430C-8E58-39BFA2627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640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97" name="Oval 848">
              <a:extLst>
                <a:ext uri="{FF2B5EF4-FFF2-40B4-BE49-F238E27FC236}">
                  <a16:creationId xmlns:a16="http://schemas.microsoft.com/office/drawing/2014/main" id="{DE8DBEA0-C3F0-4CB7-88E3-8A66A9FC9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1619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98" name="Oval 849">
              <a:extLst>
                <a:ext uri="{FF2B5EF4-FFF2-40B4-BE49-F238E27FC236}">
                  <a16:creationId xmlns:a16="http://schemas.microsoft.com/office/drawing/2014/main" id="{7208FACC-6607-43B5-9E33-810CA9D33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1640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499" name="Oval 850">
              <a:extLst>
                <a:ext uri="{FF2B5EF4-FFF2-40B4-BE49-F238E27FC236}">
                  <a16:creationId xmlns:a16="http://schemas.microsoft.com/office/drawing/2014/main" id="{3538F075-CE0B-41E4-9A6F-14ECA8705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" y="1581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00" name="Oval 851">
              <a:extLst>
                <a:ext uri="{FF2B5EF4-FFF2-40B4-BE49-F238E27FC236}">
                  <a16:creationId xmlns:a16="http://schemas.microsoft.com/office/drawing/2014/main" id="{EFEE8D8C-9592-4887-96FB-6E32862CF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1608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01" name="Oval 852">
              <a:extLst>
                <a:ext uri="{FF2B5EF4-FFF2-40B4-BE49-F238E27FC236}">
                  <a16:creationId xmlns:a16="http://schemas.microsoft.com/office/drawing/2014/main" id="{CA3EDCC1-F450-40C1-9D2D-796019F04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1659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02" name="Oval 853">
              <a:extLst>
                <a:ext uri="{FF2B5EF4-FFF2-40B4-BE49-F238E27FC236}">
                  <a16:creationId xmlns:a16="http://schemas.microsoft.com/office/drawing/2014/main" id="{918432B2-B947-481A-AFD9-86DCD6E8D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" y="1683"/>
              <a:ext cx="10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03" name="Oval 854">
              <a:extLst>
                <a:ext uri="{FF2B5EF4-FFF2-40B4-BE49-F238E27FC236}">
                  <a16:creationId xmlns:a16="http://schemas.microsoft.com/office/drawing/2014/main" id="{B45DFBE9-27E1-49CF-9D36-D8E87170E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1696"/>
              <a:ext cx="7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04" name="Oval 855">
              <a:extLst>
                <a:ext uri="{FF2B5EF4-FFF2-40B4-BE49-F238E27FC236}">
                  <a16:creationId xmlns:a16="http://schemas.microsoft.com/office/drawing/2014/main" id="{32CFCCDC-04C2-4FE9-A19D-B20DFBA11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1731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05" name="Oval 856">
              <a:extLst>
                <a:ext uri="{FF2B5EF4-FFF2-40B4-BE49-F238E27FC236}">
                  <a16:creationId xmlns:a16="http://schemas.microsoft.com/office/drawing/2014/main" id="{D0012446-D618-4CA2-A412-C85E51AF8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1733"/>
              <a:ext cx="7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06" name="Oval 857">
              <a:extLst>
                <a:ext uri="{FF2B5EF4-FFF2-40B4-BE49-F238E27FC236}">
                  <a16:creationId xmlns:a16="http://schemas.microsoft.com/office/drawing/2014/main" id="{7336B44A-FA33-434D-B244-058E36293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6" y="1816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07" name="Oval 858">
              <a:extLst>
                <a:ext uri="{FF2B5EF4-FFF2-40B4-BE49-F238E27FC236}">
                  <a16:creationId xmlns:a16="http://schemas.microsoft.com/office/drawing/2014/main" id="{F25CB0C3-39A4-46AB-BF90-51B57B18C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611"/>
              <a:ext cx="8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08" name="Oval 859">
              <a:extLst>
                <a:ext uri="{FF2B5EF4-FFF2-40B4-BE49-F238E27FC236}">
                  <a16:creationId xmlns:a16="http://schemas.microsoft.com/office/drawing/2014/main" id="{71DAA5F1-46CF-4DA7-B4CF-070A1BA36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621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09" name="Oval 860">
              <a:extLst>
                <a:ext uri="{FF2B5EF4-FFF2-40B4-BE49-F238E27FC236}">
                  <a16:creationId xmlns:a16="http://schemas.microsoft.com/office/drawing/2014/main" id="{6F6A374E-E4B0-4C29-B0A1-3B966CA73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648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10" name="Oval 861">
              <a:extLst>
                <a:ext uri="{FF2B5EF4-FFF2-40B4-BE49-F238E27FC236}">
                  <a16:creationId xmlns:a16="http://schemas.microsoft.com/office/drawing/2014/main" id="{D6C66264-D262-48F8-AF3B-038384FC0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1656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11" name="Oval 862">
              <a:extLst>
                <a:ext uri="{FF2B5EF4-FFF2-40B4-BE49-F238E27FC236}">
                  <a16:creationId xmlns:a16="http://schemas.microsoft.com/office/drawing/2014/main" id="{5EBFF708-5B83-4C8A-AAF2-E3D3AA446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1736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12" name="Oval 863">
              <a:extLst>
                <a:ext uri="{FF2B5EF4-FFF2-40B4-BE49-F238E27FC236}">
                  <a16:creationId xmlns:a16="http://schemas.microsoft.com/office/drawing/2014/main" id="{E37C6A4A-0A0D-4184-8002-06B70B790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720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13" name="Oval 864">
              <a:extLst>
                <a:ext uri="{FF2B5EF4-FFF2-40B4-BE49-F238E27FC236}">
                  <a16:creationId xmlns:a16="http://schemas.microsoft.com/office/drawing/2014/main" id="{698FDF05-F5CD-4A2A-9F39-50B026818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6" y="1699"/>
              <a:ext cx="8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14" name="Oval 865">
              <a:extLst>
                <a:ext uri="{FF2B5EF4-FFF2-40B4-BE49-F238E27FC236}">
                  <a16:creationId xmlns:a16="http://schemas.microsoft.com/office/drawing/2014/main" id="{F372BC85-D490-4ABB-AE3D-DCA4F706E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9" y="1715"/>
              <a:ext cx="10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15" name="Oval 866">
              <a:extLst>
                <a:ext uri="{FF2B5EF4-FFF2-40B4-BE49-F238E27FC236}">
                  <a16:creationId xmlns:a16="http://schemas.microsoft.com/office/drawing/2014/main" id="{B28B76EB-8182-4220-B009-CE412DBB2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1619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16" name="Oval 867">
              <a:extLst>
                <a:ext uri="{FF2B5EF4-FFF2-40B4-BE49-F238E27FC236}">
                  <a16:creationId xmlns:a16="http://schemas.microsoft.com/office/drawing/2014/main" id="{675300CF-4261-44EB-92EA-EFFDCDD7E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555"/>
              <a:ext cx="8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17" name="Oval 868">
              <a:extLst>
                <a:ext uri="{FF2B5EF4-FFF2-40B4-BE49-F238E27FC236}">
                  <a16:creationId xmlns:a16="http://schemas.microsoft.com/office/drawing/2014/main" id="{16005368-C149-4C76-86A6-3D0846259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600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18" name="Oval 869">
              <a:extLst>
                <a:ext uri="{FF2B5EF4-FFF2-40B4-BE49-F238E27FC236}">
                  <a16:creationId xmlns:a16="http://schemas.microsoft.com/office/drawing/2014/main" id="{08675C0C-D5D7-49AC-AB05-576418FAD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1616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19" name="Oval 870">
              <a:extLst>
                <a:ext uri="{FF2B5EF4-FFF2-40B4-BE49-F238E27FC236}">
                  <a16:creationId xmlns:a16="http://schemas.microsoft.com/office/drawing/2014/main" id="{7AC9FCEF-12DC-452B-9EF2-585278C0D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6" y="1632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20" name="Oval 871">
              <a:extLst>
                <a:ext uri="{FF2B5EF4-FFF2-40B4-BE49-F238E27FC236}">
                  <a16:creationId xmlns:a16="http://schemas.microsoft.com/office/drawing/2014/main" id="{E2B26D41-64F0-4F98-8499-84F89FC00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1659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21" name="Oval 872">
              <a:extLst>
                <a:ext uri="{FF2B5EF4-FFF2-40B4-BE49-F238E27FC236}">
                  <a16:creationId xmlns:a16="http://schemas.microsoft.com/office/drawing/2014/main" id="{C1821A28-6335-4A59-9731-3E7FA7F9A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9" y="1643"/>
              <a:ext cx="7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22" name="Oval 873">
              <a:extLst>
                <a:ext uri="{FF2B5EF4-FFF2-40B4-BE49-F238E27FC236}">
                  <a16:creationId xmlns:a16="http://schemas.microsoft.com/office/drawing/2014/main" id="{59787AA7-BA34-44BA-AF32-7D87EBFEB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1669"/>
              <a:ext cx="7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23" name="Oval 874">
              <a:extLst>
                <a:ext uri="{FF2B5EF4-FFF2-40B4-BE49-F238E27FC236}">
                  <a16:creationId xmlns:a16="http://schemas.microsoft.com/office/drawing/2014/main" id="{71780C94-3B25-4B22-9122-B724C5341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1680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24" name="Oval 875">
              <a:extLst>
                <a:ext uri="{FF2B5EF4-FFF2-40B4-BE49-F238E27FC236}">
                  <a16:creationId xmlns:a16="http://schemas.microsoft.com/office/drawing/2014/main" id="{888D89C3-B2B3-4F14-9229-6C5740383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1645"/>
              <a:ext cx="5" cy="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25" name="Oval 876">
              <a:extLst>
                <a:ext uri="{FF2B5EF4-FFF2-40B4-BE49-F238E27FC236}">
                  <a16:creationId xmlns:a16="http://schemas.microsoft.com/office/drawing/2014/main" id="{3842FBDC-0001-4BF4-B5E1-FD1A380F2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1" y="1664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26" name="Oval 877">
              <a:extLst>
                <a:ext uri="{FF2B5EF4-FFF2-40B4-BE49-F238E27FC236}">
                  <a16:creationId xmlns:a16="http://schemas.microsoft.com/office/drawing/2014/main" id="{FEBE0D83-CEF9-406D-A376-0AA6DADA6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616"/>
              <a:ext cx="7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27" name="Oval 878">
              <a:extLst>
                <a:ext uri="{FF2B5EF4-FFF2-40B4-BE49-F238E27FC236}">
                  <a16:creationId xmlns:a16="http://schemas.microsoft.com/office/drawing/2014/main" id="{4861F656-8BEA-4253-ACE0-38561F868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4" y="1587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28" name="Oval 879">
              <a:extLst>
                <a:ext uri="{FF2B5EF4-FFF2-40B4-BE49-F238E27FC236}">
                  <a16:creationId xmlns:a16="http://schemas.microsoft.com/office/drawing/2014/main" id="{641E2D96-762F-4991-909F-2665300CC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552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29" name="Oval 880">
              <a:extLst>
                <a:ext uri="{FF2B5EF4-FFF2-40B4-BE49-F238E27FC236}">
                  <a16:creationId xmlns:a16="http://schemas.microsoft.com/office/drawing/2014/main" id="{73E78127-1BF1-49AE-9537-BA3B23FA4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9" y="1611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30" name="Oval 881">
              <a:extLst>
                <a:ext uri="{FF2B5EF4-FFF2-40B4-BE49-F238E27FC236}">
                  <a16:creationId xmlns:a16="http://schemas.microsoft.com/office/drawing/2014/main" id="{2FACB594-46EF-4457-B9EB-EDB935742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6" y="1691"/>
              <a:ext cx="8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31" name="Oval 882">
              <a:extLst>
                <a:ext uri="{FF2B5EF4-FFF2-40B4-BE49-F238E27FC236}">
                  <a16:creationId xmlns:a16="http://schemas.microsoft.com/office/drawing/2014/main" id="{EF96F5F1-E283-47D0-937C-4D2DF7DBD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1643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32" name="Oval 883">
              <a:extLst>
                <a:ext uri="{FF2B5EF4-FFF2-40B4-BE49-F238E27FC236}">
                  <a16:creationId xmlns:a16="http://schemas.microsoft.com/office/drawing/2014/main" id="{3635050D-6B7D-49B1-9AC4-1058D7B23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1856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33" name="Oval 884">
              <a:extLst>
                <a:ext uri="{FF2B5EF4-FFF2-40B4-BE49-F238E27FC236}">
                  <a16:creationId xmlns:a16="http://schemas.microsoft.com/office/drawing/2014/main" id="{E5C0962F-FD08-41CC-B411-1C1F78F9B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11"/>
              <a:ext cx="7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34" name="Oval 885">
              <a:extLst>
                <a:ext uri="{FF2B5EF4-FFF2-40B4-BE49-F238E27FC236}">
                  <a16:creationId xmlns:a16="http://schemas.microsoft.com/office/drawing/2014/main" id="{FCE66954-F41B-42EF-8957-4AA5B092F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1" y="1768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35" name="Oval 886">
              <a:extLst>
                <a:ext uri="{FF2B5EF4-FFF2-40B4-BE49-F238E27FC236}">
                  <a16:creationId xmlns:a16="http://schemas.microsoft.com/office/drawing/2014/main" id="{1EE51146-9264-4C5E-93F7-2414DF237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9" y="1805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36" name="Oval 887">
              <a:extLst>
                <a:ext uri="{FF2B5EF4-FFF2-40B4-BE49-F238E27FC236}">
                  <a16:creationId xmlns:a16="http://schemas.microsoft.com/office/drawing/2014/main" id="{AE8850EF-BDE9-41AC-B22F-AD1D97A5C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1824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37" name="Oval 888">
              <a:extLst>
                <a:ext uri="{FF2B5EF4-FFF2-40B4-BE49-F238E27FC236}">
                  <a16:creationId xmlns:a16="http://schemas.microsoft.com/office/drawing/2014/main" id="{FCA8B56F-5E5F-4B63-A49D-8DA5F0F8C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1" y="1843"/>
              <a:ext cx="5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38" name="Oval 889">
              <a:extLst>
                <a:ext uri="{FF2B5EF4-FFF2-40B4-BE49-F238E27FC236}">
                  <a16:creationId xmlns:a16="http://schemas.microsoft.com/office/drawing/2014/main" id="{5C105320-022C-42D9-A0FB-568C8B259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6" y="1843"/>
              <a:ext cx="5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39" name="Oval 890">
              <a:extLst>
                <a:ext uri="{FF2B5EF4-FFF2-40B4-BE49-F238E27FC236}">
                  <a16:creationId xmlns:a16="http://schemas.microsoft.com/office/drawing/2014/main" id="{16CB2EDC-EA23-40C5-B34A-1FBB139B4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1787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40" name="Oval 891">
              <a:extLst>
                <a:ext uri="{FF2B5EF4-FFF2-40B4-BE49-F238E27FC236}">
                  <a16:creationId xmlns:a16="http://schemas.microsoft.com/office/drawing/2014/main" id="{DD34B37D-2292-4F5C-A59D-EDD30E332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4" y="1811"/>
              <a:ext cx="7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41" name="Oval 892">
              <a:extLst>
                <a:ext uri="{FF2B5EF4-FFF2-40B4-BE49-F238E27FC236}">
                  <a16:creationId xmlns:a16="http://schemas.microsoft.com/office/drawing/2014/main" id="{AF9A1A1B-4E46-4341-8F5E-F47F43BDC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4" y="1891"/>
              <a:ext cx="7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42" name="Oval 893">
              <a:extLst>
                <a:ext uri="{FF2B5EF4-FFF2-40B4-BE49-F238E27FC236}">
                  <a16:creationId xmlns:a16="http://schemas.microsoft.com/office/drawing/2014/main" id="{DFF5C0E5-FEB9-4531-A7E9-F9D108B74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93"/>
              <a:ext cx="5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43" name="Oval 894">
              <a:extLst>
                <a:ext uri="{FF2B5EF4-FFF2-40B4-BE49-F238E27FC236}">
                  <a16:creationId xmlns:a16="http://schemas.microsoft.com/office/drawing/2014/main" id="{93DF558B-5CBF-40C7-BA85-CFCF20498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4" y="1784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44" name="Oval 895">
              <a:extLst>
                <a:ext uri="{FF2B5EF4-FFF2-40B4-BE49-F238E27FC236}">
                  <a16:creationId xmlns:a16="http://schemas.microsoft.com/office/drawing/2014/main" id="{E8A33347-ABF8-4789-9FCF-708CA5ACB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" y="1877"/>
              <a:ext cx="5" cy="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45" name="Oval 896">
              <a:extLst>
                <a:ext uri="{FF2B5EF4-FFF2-40B4-BE49-F238E27FC236}">
                  <a16:creationId xmlns:a16="http://schemas.microsoft.com/office/drawing/2014/main" id="{E6CA8BB1-B6B0-4EEC-96B8-2CECC065E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1" y="1840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46" name="Oval 897">
              <a:extLst>
                <a:ext uri="{FF2B5EF4-FFF2-40B4-BE49-F238E27FC236}">
                  <a16:creationId xmlns:a16="http://schemas.microsoft.com/office/drawing/2014/main" id="{4CE426A7-66C4-411B-B996-2E1D09BBE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2067"/>
              <a:ext cx="7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47" name="Oval 898">
              <a:extLst>
                <a:ext uri="{FF2B5EF4-FFF2-40B4-BE49-F238E27FC236}">
                  <a16:creationId xmlns:a16="http://schemas.microsoft.com/office/drawing/2014/main" id="{D00E68DD-0CFC-4F0C-BA26-C41C178EB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2035"/>
              <a:ext cx="7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48" name="Oval 899">
              <a:extLst>
                <a:ext uri="{FF2B5EF4-FFF2-40B4-BE49-F238E27FC236}">
                  <a16:creationId xmlns:a16="http://schemas.microsoft.com/office/drawing/2014/main" id="{BFFA123F-3D79-4E1B-952D-5F83A4DB2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005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49" name="Oval 900">
              <a:extLst>
                <a:ext uri="{FF2B5EF4-FFF2-40B4-BE49-F238E27FC236}">
                  <a16:creationId xmlns:a16="http://schemas.microsoft.com/office/drawing/2014/main" id="{68893713-7C12-4A01-9C62-F3D9D393A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029"/>
              <a:ext cx="8" cy="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50" name="Oval 901">
              <a:extLst>
                <a:ext uri="{FF2B5EF4-FFF2-40B4-BE49-F238E27FC236}">
                  <a16:creationId xmlns:a16="http://schemas.microsoft.com/office/drawing/2014/main" id="{89613CA8-0FD1-4BFB-8D0A-CB94E8C2A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2056"/>
              <a:ext cx="5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51" name="Oval 902">
              <a:extLst>
                <a:ext uri="{FF2B5EF4-FFF2-40B4-BE49-F238E27FC236}">
                  <a16:creationId xmlns:a16="http://schemas.microsoft.com/office/drawing/2014/main" id="{8FF3E2E6-4507-4963-B5D0-BB133A1D8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2093"/>
              <a:ext cx="5" cy="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52" name="Oval 903">
              <a:extLst>
                <a:ext uri="{FF2B5EF4-FFF2-40B4-BE49-F238E27FC236}">
                  <a16:creationId xmlns:a16="http://schemas.microsoft.com/office/drawing/2014/main" id="{54F0F077-ABDF-4167-8098-23547052E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2064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53" name="Oval 904">
              <a:extLst>
                <a:ext uri="{FF2B5EF4-FFF2-40B4-BE49-F238E27FC236}">
                  <a16:creationId xmlns:a16="http://schemas.microsoft.com/office/drawing/2014/main" id="{027C5490-FB29-4EBC-B3F9-A47EF4575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2032"/>
              <a:ext cx="7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54" name="Oval 905">
              <a:extLst>
                <a:ext uri="{FF2B5EF4-FFF2-40B4-BE49-F238E27FC236}">
                  <a16:creationId xmlns:a16="http://schemas.microsoft.com/office/drawing/2014/main" id="{B14F08CC-4BEB-4D8B-8437-F56E2A8BF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4" y="2059"/>
              <a:ext cx="7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55" name="Oval 906">
              <a:extLst>
                <a:ext uri="{FF2B5EF4-FFF2-40B4-BE49-F238E27FC236}">
                  <a16:creationId xmlns:a16="http://schemas.microsoft.com/office/drawing/2014/main" id="{DEF81841-9689-474D-8F1C-900EFBD1C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2083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56" name="Oval 907">
              <a:extLst>
                <a:ext uri="{FF2B5EF4-FFF2-40B4-BE49-F238E27FC236}">
                  <a16:creationId xmlns:a16="http://schemas.microsoft.com/office/drawing/2014/main" id="{BA9FC675-2AFB-489F-86B1-AB861A1E8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2187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57" name="Oval 908">
              <a:extLst>
                <a:ext uri="{FF2B5EF4-FFF2-40B4-BE49-F238E27FC236}">
                  <a16:creationId xmlns:a16="http://schemas.microsoft.com/office/drawing/2014/main" id="{F9CB3445-02C0-4B22-9F67-D470F357B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141"/>
              <a:ext cx="7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58" name="Oval 909">
              <a:extLst>
                <a:ext uri="{FF2B5EF4-FFF2-40B4-BE49-F238E27FC236}">
                  <a16:creationId xmlns:a16="http://schemas.microsoft.com/office/drawing/2014/main" id="{B32A31F8-CC6F-480B-A24A-BF3C2BD6F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" y="2099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59" name="Oval 910">
              <a:extLst>
                <a:ext uri="{FF2B5EF4-FFF2-40B4-BE49-F238E27FC236}">
                  <a16:creationId xmlns:a16="http://schemas.microsoft.com/office/drawing/2014/main" id="{1BCFBD55-2380-40D2-9A80-02BAADDF5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9" y="2136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60" name="Oval 911">
              <a:extLst>
                <a:ext uri="{FF2B5EF4-FFF2-40B4-BE49-F238E27FC236}">
                  <a16:creationId xmlns:a16="http://schemas.microsoft.com/office/drawing/2014/main" id="{436872AA-CB1A-4BF5-9AEB-E8B891CD3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2181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61" name="Oval 912">
              <a:extLst>
                <a:ext uri="{FF2B5EF4-FFF2-40B4-BE49-F238E27FC236}">
                  <a16:creationId xmlns:a16="http://schemas.microsoft.com/office/drawing/2014/main" id="{6CD750E0-3679-4857-ADC7-26717710A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2016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62" name="Oval 913">
              <a:extLst>
                <a:ext uri="{FF2B5EF4-FFF2-40B4-BE49-F238E27FC236}">
                  <a16:creationId xmlns:a16="http://schemas.microsoft.com/office/drawing/2014/main" id="{29C73D78-B296-452B-8609-5F6D1BB5E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4" y="1984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63" name="Oval 914">
              <a:extLst>
                <a:ext uri="{FF2B5EF4-FFF2-40B4-BE49-F238E27FC236}">
                  <a16:creationId xmlns:a16="http://schemas.microsoft.com/office/drawing/2014/main" id="{6C8A0C30-BB7A-4E94-A8A7-68C9BFAA0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1933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64" name="Oval 915">
              <a:extLst>
                <a:ext uri="{FF2B5EF4-FFF2-40B4-BE49-F238E27FC236}">
                  <a16:creationId xmlns:a16="http://schemas.microsoft.com/office/drawing/2014/main" id="{25807219-1BA6-4A4C-889C-5E48AE436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1979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65" name="Oval 916">
              <a:extLst>
                <a:ext uri="{FF2B5EF4-FFF2-40B4-BE49-F238E27FC236}">
                  <a16:creationId xmlns:a16="http://schemas.microsoft.com/office/drawing/2014/main" id="{12B1424B-89D8-4463-8580-3E71CFFCC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" y="2016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66" name="Oval 917">
              <a:extLst>
                <a:ext uri="{FF2B5EF4-FFF2-40B4-BE49-F238E27FC236}">
                  <a16:creationId xmlns:a16="http://schemas.microsoft.com/office/drawing/2014/main" id="{49CCB1CC-F2B4-408F-8EF9-F151871CE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2072"/>
              <a:ext cx="7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67" name="Oval 918">
              <a:extLst>
                <a:ext uri="{FF2B5EF4-FFF2-40B4-BE49-F238E27FC236}">
                  <a16:creationId xmlns:a16="http://schemas.microsoft.com/office/drawing/2014/main" id="{554DB11F-8FFE-4426-BE46-47746859D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6" y="2045"/>
              <a:ext cx="5" cy="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68" name="Oval 919">
              <a:extLst>
                <a:ext uri="{FF2B5EF4-FFF2-40B4-BE49-F238E27FC236}">
                  <a16:creationId xmlns:a16="http://schemas.microsoft.com/office/drawing/2014/main" id="{DE8E3BCE-D15F-4DD6-88E8-2625583CB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1" y="2011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69" name="Oval 920">
              <a:extLst>
                <a:ext uri="{FF2B5EF4-FFF2-40B4-BE49-F238E27FC236}">
                  <a16:creationId xmlns:a16="http://schemas.microsoft.com/office/drawing/2014/main" id="{3BBF2161-80E2-464C-9263-DA5E27498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2040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70" name="Oval 921">
              <a:extLst>
                <a:ext uri="{FF2B5EF4-FFF2-40B4-BE49-F238E27FC236}">
                  <a16:creationId xmlns:a16="http://schemas.microsoft.com/office/drawing/2014/main" id="{52EEACA9-F4BD-4374-89A4-A6C2C5892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4" y="2069"/>
              <a:ext cx="5" cy="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71" name="Oval 922">
              <a:extLst>
                <a:ext uri="{FF2B5EF4-FFF2-40B4-BE49-F238E27FC236}">
                  <a16:creationId xmlns:a16="http://schemas.microsoft.com/office/drawing/2014/main" id="{B9A569AA-882E-45AD-B995-CF4F9F665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" y="1904"/>
              <a:ext cx="8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72" name="Oval 923">
              <a:extLst>
                <a:ext uri="{FF2B5EF4-FFF2-40B4-BE49-F238E27FC236}">
                  <a16:creationId xmlns:a16="http://schemas.microsoft.com/office/drawing/2014/main" id="{15052524-BAC6-4822-AAC6-2E229C544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1869"/>
              <a:ext cx="5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73" name="Oval 924">
              <a:extLst>
                <a:ext uri="{FF2B5EF4-FFF2-40B4-BE49-F238E27FC236}">
                  <a16:creationId xmlns:a16="http://schemas.microsoft.com/office/drawing/2014/main" id="{D9B3EEF3-75AE-4CD2-AC0F-55F461803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" y="1835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74" name="Oval 925">
              <a:extLst>
                <a:ext uri="{FF2B5EF4-FFF2-40B4-BE49-F238E27FC236}">
                  <a16:creationId xmlns:a16="http://schemas.microsoft.com/office/drawing/2014/main" id="{3219F18E-1785-45F2-A9C7-518A2141C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9" y="1864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75" name="Oval 926">
              <a:extLst>
                <a:ext uri="{FF2B5EF4-FFF2-40B4-BE49-F238E27FC236}">
                  <a16:creationId xmlns:a16="http://schemas.microsoft.com/office/drawing/2014/main" id="{B9B2C398-9086-44E3-8D79-FBC2F5DEA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1" y="1909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76" name="Oval 927">
              <a:extLst>
                <a:ext uri="{FF2B5EF4-FFF2-40B4-BE49-F238E27FC236}">
                  <a16:creationId xmlns:a16="http://schemas.microsoft.com/office/drawing/2014/main" id="{9F0F1759-2E23-4336-8188-4E34CD72A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1752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77" name="Oval 928">
              <a:extLst>
                <a:ext uri="{FF2B5EF4-FFF2-40B4-BE49-F238E27FC236}">
                  <a16:creationId xmlns:a16="http://schemas.microsoft.com/office/drawing/2014/main" id="{E7F479B0-00D0-4C9D-B801-39ED3B947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709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78" name="Oval 929">
              <a:extLst>
                <a:ext uri="{FF2B5EF4-FFF2-40B4-BE49-F238E27FC236}">
                  <a16:creationId xmlns:a16="http://schemas.microsoft.com/office/drawing/2014/main" id="{13D7DF18-D154-4A36-BBB1-90C36A67A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1664"/>
              <a:ext cx="7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79" name="Oval 930">
              <a:extLst>
                <a:ext uri="{FF2B5EF4-FFF2-40B4-BE49-F238E27FC236}">
                  <a16:creationId xmlns:a16="http://schemas.microsoft.com/office/drawing/2014/main" id="{2DE6CC79-295C-438D-97CE-6FF3C428F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1701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80" name="Oval 931">
              <a:extLst>
                <a:ext uri="{FF2B5EF4-FFF2-40B4-BE49-F238E27FC236}">
                  <a16:creationId xmlns:a16="http://schemas.microsoft.com/office/drawing/2014/main" id="{D5E77C2C-5E0D-4C2A-BC3E-0436988CB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4" y="1747"/>
              <a:ext cx="7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81" name="Oval 932">
              <a:extLst>
                <a:ext uri="{FF2B5EF4-FFF2-40B4-BE49-F238E27FC236}">
                  <a16:creationId xmlns:a16="http://schemas.microsoft.com/office/drawing/2014/main" id="{7579F426-715E-42CD-8818-02D0B8CDD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595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82" name="Oval 933">
              <a:extLst>
                <a:ext uri="{FF2B5EF4-FFF2-40B4-BE49-F238E27FC236}">
                  <a16:creationId xmlns:a16="http://schemas.microsoft.com/office/drawing/2014/main" id="{1B4D3527-2F9A-4134-9A2A-0AE9DEEA0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1573"/>
              <a:ext cx="5" cy="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83" name="Oval 934">
              <a:extLst>
                <a:ext uri="{FF2B5EF4-FFF2-40B4-BE49-F238E27FC236}">
                  <a16:creationId xmlns:a16="http://schemas.microsoft.com/office/drawing/2014/main" id="{43B2D980-01E0-43C1-9E50-27B00460E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547"/>
              <a:ext cx="5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84" name="Oval 935">
              <a:extLst>
                <a:ext uri="{FF2B5EF4-FFF2-40B4-BE49-F238E27FC236}">
                  <a16:creationId xmlns:a16="http://schemas.microsoft.com/office/drawing/2014/main" id="{7D405D42-DF42-4147-85C1-4310E02A1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1568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85" name="Oval 936">
              <a:extLst>
                <a:ext uri="{FF2B5EF4-FFF2-40B4-BE49-F238E27FC236}">
                  <a16:creationId xmlns:a16="http://schemas.microsoft.com/office/drawing/2014/main" id="{C8BB09DD-2490-4766-B022-0B6C7E437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1597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86" name="Oval 937">
              <a:extLst>
                <a:ext uri="{FF2B5EF4-FFF2-40B4-BE49-F238E27FC236}">
                  <a16:creationId xmlns:a16="http://schemas.microsoft.com/office/drawing/2014/main" id="{2F79F3EC-92D9-4B00-A6D6-D45096F95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1629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87" name="Oval 938">
              <a:extLst>
                <a:ext uri="{FF2B5EF4-FFF2-40B4-BE49-F238E27FC236}">
                  <a16:creationId xmlns:a16="http://schemas.microsoft.com/office/drawing/2014/main" id="{85A344A2-4E01-4320-9CC2-8BA245DDC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1651"/>
              <a:ext cx="7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88" name="Oval 939">
              <a:extLst>
                <a:ext uri="{FF2B5EF4-FFF2-40B4-BE49-F238E27FC236}">
                  <a16:creationId xmlns:a16="http://schemas.microsoft.com/office/drawing/2014/main" id="{E23C6E2B-156B-4A55-88C9-2407C99C8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" y="1592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89" name="Oval 940">
              <a:extLst>
                <a:ext uri="{FF2B5EF4-FFF2-40B4-BE49-F238E27FC236}">
                  <a16:creationId xmlns:a16="http://schemas.microsoft.com/office/drawing/2014/main" id="{531192E2-581A-46D6-B427-A6AD1EB65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9" y="1608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90" name="Oval 941">
              <a:extLst>
                <a:ext uri="{FF2B5EF4-FFF2-40B4-BE49-F238E27FC236}">
                  <a16:creationId xmlns:a16="http://schemas.microsoft.com/office/drawing/2014/main" id="{4F77479E-C3FA-4457-95F4-5C562D95C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4" y="1619"/>
              <a:ext cx="7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91" name="Oval 942">
              <a:extLst>
                <a:ext uri="{FF2B5EF4-FFF2-40B4-BE49-F238E27FC236}">
                  <a16:creationId xmlns:a16="http://schemas.microsoft.com/office/drawing/2014/main" id="{634DF895-CC1B-47F7-A05A-B4CA87781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6" y="1677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92" name="Oval 943">
              <a:extLst>
                <a:ext uri="{FF2B5EF4-FFF2-40B4-BE49-F238E27FC236}">
                  <a16:creationId xmlns:a16="http://schemas.microsoft.com/office/drawing/2014/main" id="{947F8B89-547C-4286-A8AE-CD6592155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1" y="1627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93" name="Oval 944">
              <a:extLst>
                <a:ext uri="{FF2B5EF4-FFF2-40B4-BE49-F238E27FC236}">
                  <a16:creationId xmlns:a16="http://schemas.microsoft.com/office/drawing/2014/main" id="{EC069D74-42E4-4621-9C00-ECAA62ADC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1576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94" name="Oval 945">
              <a:extLst>
                <a:ext uri="{FF2B5EF4-FFF2-40B4-BE49-F238E27FC236}">
                  <a16:creationId xmlns:a16="http://schemas.microsoft.com/office/drawing/2014/main" id="{7E861EDA-0AB0-4B30-8E45-2E7E8A9A4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9" y="1517"/>
              <a:ext cx="5" cy="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95" name="Oval 946">
              <a:extLst>
                <a:ext uri="{FF2B5EF4-FFF2-40B4-BE49-F238E27FC236}">
                  <a16:creationId xmlns:a16="http://schemas.microsoft.com/office/drawing/2014/main" id="{2F411D88-4630-46ED-87DA-10C189BA1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1555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96" name="Oval 947">
              <a:extLst>
                <a:ext uri="{FF2B5EF4-FFF2-40B4-BE49-F238E27FC236}">
                  <a16:creationId xmlns:a16="http://schemas.microsoft.com/office/drawing/2014/main" id="{6C24DEAE-F4F0-4020-B2F1-CCFA65463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1587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97" name="Oval 948">
              <a:extLst>
                <a:ext uri="{FF2B5EF4-FFF2-40B4-BE49-F238E27FC236}">
                  <a16:creationId xmlns:a16="http://schemas.microsoft.com/office/drawing/2014/main" id="{71DC609D-1DBA-43E2-B1B8-4C10B64F0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557"/>
              <a:ext cx="5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98" name="Oval 949">
              <a:extLst>
                <a:ext uri="{FF2B5EF4-FFF2-40B4-BE49-F238E27FC236}">
                  <a16:creationId xmlns:a16="http://schemas.microsoft.com/office/drawing/2014/main" id="{2C4BDCFF-041A-4E4F-AB8E-48BC95B5B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9" y="1579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599" name="Oval 950">
              <a:extLst>
                <a:ext uri="{FF2B5EF4-FFF2-40B4-BE49-F238E27FC236}">
                  <a16:creationId xmlns:a16="http://schemas.microsoft.com/office/drawing/2014/main" id="{0379DB84-04A3-401C-8AAD-E8F331A4C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1624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00" name="Oval 951">
              <a:extLst>
                <a:ext uri="{FF2B5EF4-FFF2-40B4-BE49-F238E27FC236}">
                  <a16:creationId xmlns:a16="http://schemas.microsoft.com/office/drawing/2014/main" id="{BACC655B-BB01-4ED8-A412-DE5F503C4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915"/>
              <a:ext cx="8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01" name="Oval 952">
              <a:extLst>
                <a:ext uri="{FF2B5EF4-FFF2-40B4-BE49-F238E27FC236}">
                  <a16:creationId xmlns:a16="http://schemas.microsoft.com/office/drawing/2014/main" id="{C60D2D7F-17BC-4E3A-A23D-80BFF97DA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880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02" name="Oval 953">
              <a:extLst>
                <a:ext uri="{FF2B5EF4-FFF2-40B4-BE49-F238E27FC236}">
                  <a16:creationId xmlns:a16="http://schemas.microsoft.com/office/drawing/2014/main" id="{24322025-486C-4DF9-85F7-A477EEB25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1896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03" name="Oval 954">
              <a:extLst>
                <a:ext uri="{FF2B5EF4-FFF2-40B4-BE49-F238E27FC236}">
                  <a16:creationId xmlns:a16="http://schemas.microsoft.com/office/drawing/2014/main" id="{CA262FFC-8893-45FD-A010-797D8D00A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9" y="1907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04" name="Oval 955">
              <a:extLst>
                <a:ext uri="{FF2B5EF4-FFF2-40B4-BE49-F238E27FC236}">
                  <a16:creationId xmlns:a16="http://schemas.microsoft.com/office/drawing/2014/main" id="{1411383E-463A-4406-9129-50A8EC95D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" y="1853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05" name="Oval 956">
              <a:extLst>
                <a:ext uri="{FF2B5EF4-FFF2-40B4-BE49-F238E27FC236}">
                  <a16:creationId xmlns:a16="http://schemas.microsoft.com/office/drawing/2014/main" id="{D4C27424-0287-4E29-A91A-9951B97F9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" y="1840"/>
              <a:ext cx="7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06" name="Oval 957">
              <a:extLst>
                <a:ext uri="{FF2B5EF4-FFF2-40B4-BE49-F238E27FC236}">
                  <a16:creationId xmlns:a16="http://schemas.microsoft.com/office/drawing/2014/main" id="{E27A51AC-7D8F-47DD-AD2F-145FDC93A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" y="1827"/>
              <a:ext cx="10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07" name="Oval 958">
              <a:extLst>
                <a:ext uri="{FF2B5EF4-FFF2-40B4-BE49-F238E27FC236}">
                  <a16:creationId xmlns:a16="http://schemas.microsoft.com/office/drawing/2014/main" id="{86B6F36D-52FD-4EC2-81E5-80F3CD236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" y="1808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08" name="Oval 959">
              <a:extLst>
                <a:ext uri="{FF2B5EF4-FFF2-40B4-BE49-F238E27FC236}">
                  <a16:creationId xmlns:a16="http://schemas.microsoft.com/office/drawing/2014/main" id="{410C6C6B-699E-48B5-90F9-DCB54AED4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" y="1795"/>
              <a:ext cx="10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09" name="Oval 960">
              <a:extLst>
                <a:ext uri="{FF2B5EF4-FFF2-40B4-BE49-F238E27FC236}">
                  <a16:creationId xmlns:a16="http://schemas.microsoft.com/office/drawing/2014/main" id="{5200C049-021D-4542-916B-0BF34F383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6" y="1779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10" name="Oval 961">
              <a:extLst>
                <a:ext uri="{FF2B5EF4-FFF2-40B4-BE49-F238E27FC236}">
                  <a16:creationId xmlns:a16="http://schemas.microsoft.com/office/drawing/2014/main" id="{52D6B66D-C10E-4E8D-9737-5A23B9A8C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6" y="1707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11" name="Oval 962">
              <a:extLst>
                <a:ext uri="{FF2B5EF4-FFF2-40B4-BE49-F238E27FC236}">
                  <a16:creationId xmlns:a16="http://schemas.microsoft.com/office/drawing/2014/main" id="{0EFC4DE2-0BE7-47D6-A0D9-903DED53D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1907"/>
              <a:ext cx="7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12" name="Oval 963">
              <a:extLst>
                <a:ext uri="{FF2B5EF4-FFF2-40B4-BE49-F238E27FC236}">
                  <a16:creationId xmlns:a16="http://schemas.microsoft.com/office/drawing/2014/main" id="{E3FA7EB9-6B98-4961-A348-8D2CC29A7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1979"/>
              <a:ext cx="8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13" name="Oval 964">
              <a:extLst>
                <a:ext uri="{FF2B5EF4-FFF2-40B4-BE49-F238E27FC236}">
                  <a16:creationId xmlns:a16="http://schemas.microsoft.com/office/drawing/2014/main" id="{41EAAB9E-F20D-4C5D-9643-51B1F228F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1" y="1928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14" name="Oval 965">
              <a:extLst>
                <a:ext uri="{FF2B5EF4-FFF2-40B4-BE49-F238E27FC236}">
                  <a16:creationId xmlns:a16="http://schemas.microsoft.com/office/drawing/2014/main" id="{3A99FE00-6EF0-4C6E-A8E5-B014BBD94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6" y="1952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15" name="Oval 966">
              <a:extLst>
                <a:ext uri="{FF2B5EF4-FFF2-40B4-BE49-F238E27FC236}">
                  <a16:creationId xmlns:a16="http://schemas.microsoft.com/office/drawing/2014/main" id="{88EC8D87-D326-4FBD-B9A5-FF0113850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9" y="1928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16" name="Oval 967">
              <a:extLst>
                <a:ext uri="{FF2B5EF4-FFF2-40B4-BE49-F238E27FC236}">
                  <a16:creationId xmlns:a16="http://schemas.microsoft.com/office/drawing/2014/main" id="{E6CF7379-7C3B-4869-A3F8-28CC612B1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9" y="1896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17" name="Oval 968">
              <a:extLst>
                <a:ext uri="{FF2B5EF4-FFF2-40B4-BE49-F238E27FC236}">
                  <a16:creationId xmlns:a16="http://schemas.microsoft.com/office/drawing/2014/main" id="{84FB3BA6-8B9B-45C5-9E98-52EAE2A89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6" y="1888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18" name="Oval 969">
              <a:extLst>
                <a:ext uri="{FF2B5EF4-FFF2-40B4-BE49-F238E27FC236}">
                  <a16:creationId xmlns:a16="http://schemas.microsoft.com/office/drawing/2014/main" id="{F682C2CB-2BD9-4581-973F-330BB1B92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9" y="1869"/>
              <a:ext cx="7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19" name="Oval 970">
              <a:extLst>
                <a:ext uri="{FF2B5EF4-FFF2-40B4-BE49-F238E27FC236}">
                  <a16:creationId xmlns:a16="http://schemas.microsoft.com/office/drawing/2014/main" id="{8BAEE82D-7BD5-49F9-8572-986DA1A12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6" y="1829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20" name="Oval 971">
              <a:extLst>
                <a:ext uri="{FF2B5EF4-FFF2-40B4-BE49-F238E27FC236}">
                  <a16:creationId xmlns:a16="http://schemas.microsoft.com/office/drawing/2014/main" id="{CF9D2C6D-DF85-4202-8B2A-B27BF84AD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" y="2048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21" name="Oval 972">
              <a:extLst>
                <a:ext uri="{FF2B5EF4-FFF2-40B4-BE49-F238E27FC236}">
                  <a16:creationId xmlns:a16="http://schemas.microsoft.com/office/drawing/2014/main" id="{665FD987-855D-417A-BC68-646C5B9D5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2085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22" name="Oval 973">
              <a:extLst>
                <a:ext uri="{FF2B5EF4-FFF2-40B4-BE49-F238E27FC236}">
                  <a16:creationId xmlns:a16="http://schemas.microsoft.com/office/drawing/2014/main" id="{FAA629BB-7C7B-4AFC-B755-AC6D8CDED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2080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23" name="Oval 974">
              <a:extLst>
                <a:ext uri="{FF2B5EF4-FFF2-40B4-BE49-F238E27FC236}">
                  <a16:creationId xmlns:a16="http://schemas.microsoft.com/office/drawing/2014/main" id="{9761764E-BD63-4C5C-B87A-72046A843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1" y="2093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24" name="Oval 975">
              <a:extLst>
                <a:ext uri="{FF2B5EF4-FFF2-40B4-BE49-F238E27FC236}">
                  <a16:creationId xmlns:a16="http://schemas.microsoft.com/office/drawing/2014/main" id="{1FF93F7A-2A46-4B0E-BF19-A0AB55B8F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9" y="2091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25" name="Oval 976">
              <a:extLst>
                <a:ext uri="{FF2B5EF4-FFF2-40B4-BE49-F238E27FC236}">
                  <a16:creationId xmlns:a16="http://schemas.microsoft.com/office/drawing/2014/main" id="{76A39157-FECC-474F-A238-80EEA4C1D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4" y="2024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26" name="Oval 977">
              <a:extLst>
                <a:ext uri="{FF2B5EF4-FFF2-40B4-BE49-F238E27FC236}">
                  <a16:creationId xmlns:a16="http://schemas.microsoft.com/office/drawing/2014/main" id="{5277D7F7-259C-42C9-88BC-1DB635C4A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" y="2000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27" name="Oval 978">
              <a:extLst>
                <a:ext uri="{FF2B5EF4-FFF2-40B4-BE49-F238E27FC236}">
                  <a16:creationId xmlns:a16="http://schemas.microsoft.com/office/drawing/2014/main" id="{9E5000F3-5268-4A43-AA39-981F01012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9" y="1997"/>
              <a:ext cx="7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28" name="Oval 979">
              <a:extLst>
                <a:ext uri="{FF2B5EF4-FFF2-40B4-BE49-F238E27FC236}">
                  <a16:creationId xmlns:a16="http://schemas.microsoft.com/office/drawing/2014/main" id="{F25F621F-8CD3-4169-91E0-722C1D0A6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2008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29" name="Oval 980">
              <a:extLst>
                <a:ext uri="{FF2B5EF4-FFF2-40B4-BE49-F238E27FC236}">
                  <a16:creationId xmlns:a16="http://schemas.microsoft.com/office/drawing/2014/main" id="{D479D1F9-96A6-4955-91D8-BEA2E1EF6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2048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30" name="Oval 981">
              <a:extLst>
                <a:ext uri="{FF2B5EF4-FFF2-40B4-BE49-F238E27FC236}">
                  <a16:creationId xmlns:a16="http://schemas.microsoft.com/office/drawing/2014/main" id="{AAFB30EC-3157-4888-AE5C-681891039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2056"/>
              <a:ext cx="5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31" name="Oval 982">
              <a:extLst>
                <a:ext uri="{FF2B5EF4-FFF2-40B4-BE49-F238E27FC236}">
                  <a16:creationId xmlns:a16="http://schemas.microsoft.com/office/drawing/2014/main" id="{83BE5A85-70EE-4044-9F0F-F9805C97F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1829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32" name="Oval 983">
              <a:extLst>
                <a:ext uri="{FF2B5EF4-FFF2-40B4-BE49-F238E27FC236}">
                  <a16:creationId xmlns:a16="http://schemas.microsoft.com/office/drawing/2014/main" id="{DD237180-1431-4FEF-AA4C-4C350CC63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1864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33" name="Oval 984">
              <a:extLst>
                <a:ext uri="{FF2B5EF4-FFF2-40B4-BE49-F238E27FC236}">
                  <a16:creationId xmlns:a16="http://schemas.microsoft.com/office/drawing/2014/main" id="{E7388BEA-9AEA-411D-B690-8570F2698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6" y="1912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34" name="Oval 985">
              <a:extLst>
                <a:ext uri="{FF2B5EF4-FFF2-40B4-BE49-F238E27FC236}">
                  <a16:creationId xmlns:a16="http://schemas.microsoft.com/office/drawing/2014/main" id="{5517F484-A02C-480C-8D96-BC8E8241A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" y="1805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35" name="Oval 986">
              <a:extLst>
                <a:ext uri="{FF2B5EF4-FFF2-40B4-BE49-F238E27FC236}">
                  <a16:creationId xmlns:a16="http://schemas.microsoft.com/office/drawing/2014/main" id="{5CDE1C29-EA09-4182-983E-75224EBB0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1768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36" name="Oval 987">
              <a:extLst>
                <a:ext uri="{FF2B5EF4-FFF2-40B4-BE49-F238E27FC236}">
                  <a16:creationId xmlns:a16="http://schemas.microsoft.com/office/drawing/2014/main" id="{D482593D-B33E-4AB2-9CE4-8C8EC60B4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784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37" name="Oval 988">
              <a:extLst>
                <a:ext uri="{FF2B5EF4-FFF2-40B4-BE49-F238E27FC236}">
                  <a16:creationId xmlns:a16="http://schemas.microsoft.com/office/drawing/2014/main" id="{DC4EF786-5451-4508-938B-AC98D2404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1795"/>
              <a:ext cx="8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38" name="Oval 989">
              <a:extLst>
                <a:ext uri="{FF2B5EF4-FFF2-40B4-BE49-F238E27FC236}">
                  <a16:creationId xmlns:a16="http://schemas.microsoft.com/office/drawing/2014/main" id="{707F67D7-9347-4C2A-84E0-C61687ECA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" y="1744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39" name="Oval 990">
              <a:extLst>
                <a:ext uri="{FF2B5EF4-FFF2-40B4-BE49-F238E27FC236}">
                  <a16:creationId xmlns:a16="http://schemas.microsoft.com/office/drawing/2014/main" id="{C9B7ABEF-47DC-4109-A679-5C2289551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1717"/>
              <a:ext cx="7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40" name="Oval 991">
              <a:extLst>
                <a:ext uri="{FF2B5EF4-FFF2-40B4-BE49-F238E27FC236}">
                  <a16:creationId xmlns:a16="http://schemas.microsoft.com/office/drawing/2014/main" id="{EF96A67A-709C-4935-9CBC-59E2899B4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755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41" name="Oval 992">
              <a:extLst>
                <a:ext uri="{FF2B5EF4-FFF2-40B4-BE49-F238E27FC236}">
                  <a16:creationId xmlns:a16="http://schemas.microsoft.com/office/drawing/2014/main" id="{E5261FDD-C7E2-492E-BD03-1F493529A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1800"/>
              <a:ext cx="7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42" name="Oval 993">
              <a:extLst>
                <a:ext uri="{FF2B5EF4-FFF2-40B4-BE49-F238E27FC236}">
                  <a16:creationId xmlns:a16="http://schemas.microsoft.com/office/drawing/2014/main" id="{6B38EB67-A132-409A-994B-417ED54F2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" y="1677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43" name="Oval 994">
              <a:extLst>
                <a:ext uri="{FF2B5EF4-FFF2-40B4-BE49-F238E27FC236}">
                  <a16:creationId xmlns:a16="http://schemas.microsoft.com/office/drawing/2014/main" id="{EB0D5F62-C376-4C9A-9951-B8CC9F3A5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1635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44" name="Oval 995">
              <a:extLst>
                <a:ext uri="{FF2B5EF4-FFF2-40B4-BE49-F238E27FC236}">
                  <a16:creationId xmlns:a16="http://schemas.microsoft.com/office/drawing/2014/main" id="{F4C0117F-7D80-48C4-A048-F3B9CCE57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4" y="1656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45" name="Oval 996">
              <a:extLst>
                <a:ext uri="{FF2B5EF4-FFF2-40B4-BE49-F238E27FC236}">
                  <a16:creationId xmlns:a16="http://schemas.microsoft.com/office/drawing/2014/main" id="{5EA44D27-050A-42F5-8814-BC7442A8D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1667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46" name="Oval 997">
              <a:extLst>
                <a:ext uri="{FF2B5EF4-FFF2-40B4-BE49-F238E27FC236}">
                  <a16:creationId xmlns:a16="http://schemas.microsoft.com/office/drawing/2014/main" id="{514C8174-C402-430E-A6B1-F31C91E73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9" y="1616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47" name="Oval 998">
              <a:extLst>
                <a:ext uri="{FF2B5EF4-FFF2-40B4-BE49-F238E27FC236}">
                  <a16:creationId xmlns:a16="http://schemas.microsoft.com/office/drawing/2014/main" id="{919DED0A-7A80-4958-9C99-12A4C70EB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1589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48" name="Oval 999">
              <a:extLst>
                <a:ext uri="{FF2B5EF4-FFF2-40B4-BE49-F238E27FC236}">
                  <a16:creationId xmlns:a16="http://schemas.microsoft.com/office/drawing/2014/main" id="{B0C20B10-575F-43AB-A177-800E0F1EE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4" y="1627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49" name="Oval 1000">
              <a:extLst>
                <a:ext uri="{FF2B5EF4-FFF2-40B4-BE49-F238E27FC236}">
                  <a16:creationId xmlns:a16="http://schemas.microsoft.com/office/drawing/2014/main" id="{8C07C942-049C-45D2-8698-746F012E4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1672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50" name="Oval 1001">
              <a:extLst>
                <a:ext uri="{FF2B5EF4-FFF2-40B4-BE49-F238E27FC236}">
                  <a16:creationId xmlns:a16="http://schemas.microsoft.com/office/drawing/2014/main" id="{514A64A4-1D11-4106-AF9E-4702E68C8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2053"/>
              <a:ext cx="5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51" name="Oval 1002">
              <a:extLst>
                <a:ext uri="{FF2B5EF4-FFF2-40B4-BE49-F238E27FC236}">
                  <a16:creationId xmlns:a16="http://schemas.microsoft.com/office/drawing/2014/main" id="{F6F8004E-467F-46E7-B2B8-4E41AA5E3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2027"/>
              <a:ext cx="7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52" name="Oval 1003">
              <a:extLst>
                <a:ext uri="{FF2B5EF4-FFF2-40B4-BE49-F238E27FC236}">
                  <a16:creationId xmlns:a16="http://schemas.microsoft.com/office/drawing/2014/main" id="{41027282-4CC4-4ABF-859F-21B68421A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2037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53" name="Oval 1004">
              <a:extLst>
                <a:ext uri="{FF2B5EF4-FFF2-40B4-BE49-F238E27FC236}">
                  <a16:creationId xmlns:a16="http://schemas.microsoft.com/office/drawing/2014/main" id="{8F39CFCB-5643-4E83-A0A3-54482EE17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2045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54" name="Oval 1005">
              <a:extLst>
                <a:ext uri="{FF2B5EF4-FFF2-40B4-BE49-F238E27FC236}">
                  <a16:creationId xmlns:a16="http://schemas.microsoft.com/office/drawing/2014/main" id="{CF25E96E-6B62-4193-B995-D41BFA6DE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2008"/>
              <a:ext cx="7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55" name="Oval 1006">
              <a:extLst>
                <a:ext uri="{FF2B5EF4-FFF2-40B4-BE49-F238E27FC236}">
                  <a16:creationId xmlns:a16="http://schemas.microsoft.com/office/drawing/2014/main" id="{9ED012DB-9C2F-4D88-A14E-B50D88087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" y="1992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56" name="Oval 1007">
              <a:extLst>
                <a:ext uri="{FF2B5EF4-FFF2-40B4-BE49-F238E27FC236}">
                  <a16:creationId xmlns:a16="http://schemas.microsoft.com/office/drawing/2014/main" id="{27F2FE6D-4098-4DCB-B890-39BCF8947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2016"/>
              <a:ext cx="7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57" name="Oval 1008">
              <a:extLst>
                <a:ext uri="{FF2B5EF4-FFF2-40B4-BE49-F238E27FC236}">
                  <a16:creationId xmlns:a16="http://schemas.microsoft.com/office/drawing/2014/main" id="{DEBF79EE-1436-4B2A-B208-F9EDD2B42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2051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58" name="Oval 1009">
              <a:extLst>
                <a:ext uri="{FF2B5EF4-FFF2-40B4-BE49-F238E27FC236}">
                  <a16:creationId xmlns:a16="http://schemas.microsoft.com/office/drawing/2014/main" id="{3CF8E815-504F-4644-BE56-BBF85BD36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1" y="1757"/>
              <a:ext cx="5" cy="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59" name="Oval 1010">
              <a:extLst>
                <a:ext uri="{FF2B5EF4-FFF2-40B4-BE49-F238E27FC236}">
                  <a16:creationId xmlns:a16="http://schemas.microsoft.com/office/drawing/2014/main" id="{51B70539-22DD-4C3D-B0C0-BBEFC6B52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1" y="1733"/>
              <a:ext cx="8" cy="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60" name="Freeform 1011">
              <a:extLst>
                <a:ext uri="{FF2B5EF4-FFF2-40B4-BE49-F238E27FC236}">
                  <a16:creationId xmlns:a16="http://schemas.microsoft.com/office/drawing/2014/main" id="{6A87BEB3-28C6-46D1-9EF3-1EDEB67BC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744"/>
              <a:ext cx="5" cy="11"/>
            </a:xfrm>
            <a:custGeom>
              <a:avLst/>
              <a:gdLst>
                <a:gd name="T0" fmla="*/ 0 w 2"/>
                <a:gd name="T1" fmla="*/ 22 h 4"/>
                <a:gd name="T2" fmla="*/ 20 w 2"/>
                <a:gd name="T3" fmla="*/ 0 h 4"/>
                <a:gd name="T4" fmla="*/ 33 w 2"/>
                <a:gd name="T5" fmla="*/ 22 h 4"/>
                <a:gd name="T6" fmla="*/ 20 w 2"/>
                <a:gd name="T7" fmla="*/ 83 h 4"/>
                <a:gd name="T8" fmla="*/ 0 w 2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4"/>
                    <a:pt x="1" y="4"/>
                  </a:cubicBezTo>
                  <a:cubicBezTo>
                    <a:pt x="0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61" name="Oval 1012">
              <a:extLst>
                <a:ext uri="{FF2B5EF4-FFF2-40B4-BE49-F238E27FC236}">
                  <a16:creationId xmlns:a16="http://schemas.microsoft.com/office/drawing/2014/main" id="{BB472ABE-74E0-4F73-8367-7C29654E1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6" y="1749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62" name="Oval 1013">
              <a:extLst>
                <a:ext uri="{FF2B5EF4-FFF2-40B4-BE49-F238E27FC236}">
                  <a16:creationId xmlns:a16="http://schemas.microsoft.com/office/drawing/2014/main" id="{F4A5153C-21C2-4AB3-B49A-6307168A1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" y="1715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63" name="Oval 1014">
              <a:extLst>
                <a:ext uri="{FF2B5EF4-FFF2-40B4-BE49-F238E27FC236}">
                  <a16:creationId xmlns:a16="http://schemas.microsoft.com/office/drawing/2014/main" id="{874C03D8-03B0-435D-9E92-4C9372874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1699"/>
              <a:ext cx="5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64" name="Oval 1015">
              <a:extLst>
                <a:ext uri="{FF2B5EF4-FFF2-40B4-BE49-F238E27FC236}">
                  <a16:creationId xmlns:a16="http://schemas.microsoft.com/office/drawing/2014/main" id="{DDFDC1EB-6798-4FD2-B96A-79A81842E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9" y="1672"/>
              <a:ext cx="5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65" name="Oval 1016">
              <a:extLst>
                <a:ext uri="{FF2B5EF4-FFF2-40B4-BE49-F238E27FC236}">
                  <a16:creationId xmlns:a16="http://schemas.microsoft.com/office/drawing/2014/main" id="{1CA87DC6-AC2B-467C-B8A5-DB25E6CD3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6" y="1765"/>
              <a:ext cx="5" cy="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66" name="Oval 1017">
              <a:extLst>
                <a:ext uri="{FF2B5EF4-FFF2-40B4-BE49-F238E27FC236}">
                  <a16:creationId xmlns:a16="http://schemas.microsoft.com/office/drawing/2014/main" id="{60A39D45-C1F5-41AB-9F66-69F5475BC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733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67" name="Oval 1018">
              <a:extLst>
                <a:ext uri="{FF2B5EF4-FFF2-40B4-BE49-F238E27FC236}">
                  <a16:creationId xmlns:a16="http://schemas.microsoft.com/office/drawing/2014/main" id="{26ABABE7-0D06-4850-8398-0C6B4CFCC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765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68" name="Oval 1019">
              <a:extLst>
                <a:ext uri="{FF2B5EF4-FFF2-40B4-BE49-F238E27FC236}">
                  <a16:creationId xmlns:a16="http://schemas.microsoft.com/office/drawing/2014/main" id="{D761D238-36DA-4A96-AAF7-B7A5B1767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709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69" name="Oval 1020">
              <a:extLst>
                <a:ext uri="{FF2B5EF4-FFF2-40B4-BE49-F238E27FC236}">
                  <a16:creationId xmlns:a16="http://schemas.microsoft.com/office/drawing/2014/main" id="{D52D6D0E-CC1C-4DF7-9A0D-8803DD455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717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70" name="Oval 1021">
              <a:extLst>
                <a:ext uri="{FF2B5EF4-FFF2-40B4-BE49-F238E27FC236}">
                  <a16:creationId xmlns:a16="http://schemas.microsoft.com/office/drawing/2014/main" id="{42CCDAD8-AF46-4465-93F5-A7CF4F26F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816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71" name="Oval 1022">
              <a:extLst>
                <a:ext uri="{FF2B5EF4-FFF2-40B4-BE49-F238E27FC236}">
                  <a16:creationId xmlns:a16="http://schemas.microsoft.com/office/drawing/2014/main" id="{F37C7EC6-A52E-4565-B5C8-E325A9715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64"/>
              <a:ext cx="5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72" name="Oval 1023">
              <a:extLst>
                <a:ext uri="{FF2B5EF4-FFF2-40B4-BE49-F238E27FC236}">
                  <a16:creationId xmlns:a16="http://schemas.microsoft.com/office/drawing/2014/main" id="{D514AEBF-896E-4901-8C12-64CDCD0A0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1723"/>
              <a:ext cx="5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73" name="Oval 1024">
              <a:extLst>
                <a:ext uri="{FF2B5EF4-FFF2-40B4-BE49-F238E27FC236}">
                  <a16:creationId xmlns:a16="http://schemas.microsoft.com/office/drawing/2014/main" id="{76C69836-6E05-4CE5-8548-39F445A54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1755"/>
              <a:ext cx="8" cy="5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74" name="Oval 1025">
              <a:extLst>
                <a:ext uri="{FF2B5EF4-FFF2-40B4-BE49-F238E27FC236}">
                  <a16:creationId xmlns:a16="http://schemas.microsoft.com/office/drawing/2014/main" id="{6B65B5B6-0153-4909-9585-6BCCD0E52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1539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75" name="Oval 1026">
              <a:extLst>
                <a:ext uri="{FF2B5EF4-FFF2-40B4-BE49-F238E27FC236}">
                  <a16:creationId xmlns:a16="http://schemas.microsoft.com/office/drawing/2014/main" id="{96A5DC55-4B57-49A6-AF8B-B2AC023C8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4" y="1493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76" name="Oval 1027">
              <a:extLst>
                <a:ext uri="{FF2B5EF4-FFF2-40B4-BE49-F238E27FC236}">
                  <a16:creationId xmlns:a16="http://schemas.microsoft.com/office/drawing/2014/main" id="{7710D005-BFB8-41A8-9EDD-F63DA677A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1451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77" name="Oval 1028">
              <a:extLst>
                <a:ext uri="{FF2B5EF4-FFF2-40B4-BE49-F238E27FC236}">
                  <a16:creationId xmlns:a16="http://schemas.microsoft.com/office/drawing/2014/main" id="{92E3FDD8-0408-4D59-AE63-13B0EE549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1488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78" name="Oval 1029">
              <a:extLst>
                <a:ext uri="{FF2B5EF4-FFF2-40B4-BE49-F238E27FC236}">
                  <a16:creationId xmlns:a16="http://schemas.microsoft.com/office/drawing/2014/main" id="{E78A24B5-C075-47BF-8571-B623590F0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" y="1536"/>
              <a:ext cx="5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79" name="Oval 1030">
              <a:extLst>
                <a:ext uri="{FF2B5EF4-FFF2-40B4-BE49-F238E27FC236}">
                  <a16:creationId xmlns:a16="http://schemas.microsoft.com/office/drawing/2014/main" id="{8AEA28B8-15D8-4B12-A198-72D3BA664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1" y="1789"/>
              <a:ext cx="5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80" name="Oval 1031">
              <a:extLst>
                <a:ext uri="{FF2B5EF4-FFF2-40B4-BE49-F238E27FC236}">
                  <a16:creationId xmlns:a16="http://schemas.microsoft.com/office/drawing/2014/main" id="{330DAB41-34FE-42D3-86A5-C8503D9CF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1" y="1792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81" name="Oval 1032">
              <a:extLst>
                <a:ext uri="{FF2B5EF4-FFF2-40B4-BE49-F238E27FC236}">
                  <a16:creationId xmlns:a16="http://schemas.microsoft.com/office/drawing/2014/main" id="{BF8B5EF9-266F-48EB-B5FC-A94C42ADC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6" y="1664"/>
              <a:ext cx="8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82" name="Oval 1033">
              <a:extLst>
                <a:ext uri="{FF2B5EF4-FFF2-40B4-BE49-F238E27FC236}">
                  <a16:creationId xmlns:a16="http://schemas.microsoft.com/office/drawing/2014/main" id="{57B29591-C612-4C68-96C3-6EB3BEA7A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6" y="1643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83" name="Oval 1034">
              <a:extLst>
                <a:ext uri="{FF2B5EF4-FFF2-40B4-BE49-F238E27FC236}">
                  <a16:creationId xmlns:a16="http://schemas.microsoft.com/office/drawing/2014/main" id="{B803D765-12A5-464A-A5B7-2061263D9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1659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84" name="Oval 1035">
              <a:extLst>
                <a:ext uri="{FF2B5EF4-FFF2-40B4-BE49-F238E27FC236}">
                  <a16:creationId xmlns:a16="http://schemas.microsoft.com/office/drawing/2014/main" id="{4D81B0F9-2EE7-4EE7-8C75-9314064AE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1" y="1696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85" name="Oval 1036">
              <a:extLst>
                <a:ext uri="{FF2B5EF4-FFF2-40B4-BE49-F238E27FC236}">
                  <a16:creationId xmlns:a16="http://schemas.microsoft.com/office/drawing/2014/main" id="{6409A5B6-3806-4873-BE20-2A314C4C0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1731"/>
              <a:ext cx="10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86" name="Oval 1037">
              <a:extLst>
                <a:ext uri="{FF2B5EF4-FFF2-40B4-BE49-F238E27FC236}">
                  <a16:creationId xmlns:a16="http://schemas.microsoft.com/office/drawing/2014/main" id="{FE4A1FB5-5E22-4AE6-8D96-06E896B7A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747"/>
              <a:ext cx="8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87" name="Oval 1038">
              <a:extLst>
                <a:ext uri="{FF2B5EF4-FFF2-40B4-BE49-F238E27FC236}">
                  <a16:creationId xmlns:a16="http://schemas.microsoft.com/office/drawing/2014/main" id="{E2D7499F-81F0-41AF-8C66-BB7ADD8BD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1656"/>
              <a:ext cx="7" cy="8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88" name="Oval 1039">
              <a:extLst>
                <a:ext uri="{FF2B5EF4-FFF2-40B4-BE49-F238E27FC236}">
                  <a16:creationId xmlns:a16="http://schemas.microsoft.com/office/drawing/2014/main" id="{43262596-4D00-4ED9-84D0-4A74414E8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9" y="1792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89" name="Oval 1040">
              <a:extLst>
                <a:ext uri="{FF2B5EF4-FFF2-40B4-BE49-F238E27FC236}">
                  <a16:creationId xmlns:a16="http://schemas.microsoft.com/office/drawing/2014/main" id="{15CEF6E6-D242-4B75-B9F4-152C2BC0A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805"/>
              <a:ext cx="15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90" name="Oval 1041">
              <a:extLst>
                <a:ext uri="{FF2B5EF4-FFF2-40B4-BE49-F238E27FC236}">
                  <a16:creationId xmlns:a16="http://schemas.microsoft.com/office/drawing/2014/main" id="{15EBB759-45A6-475A-A6D0-82A99F4AF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837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91" name="Oval 1042">
              <a:extLst>
                <a:ext uri="{FF2B5EF4-FFF2-40B4-BE49-F238E27FC236}">
                  <a16:creationId xmlns:a16="http://schemas.microsoft.com/office/drawing/2014/main" id="{0D40A87B-4F7E-40A2-A619-B6D1F8E65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1811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92" name="Oval 1043">
              <a:extLst>
                <a:ext uri="{FF2B5EF4-FFF2-40B4-BE49-F238E27FC236}">
                  <a16:creationId xmlns:a16="http://schemas.microsoft.com/office/drawing/2014/main" id="{5AAC718E-CCED-45F6-A0FB-C37122D3C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9" y="1832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93" name="Oval 1044">
              <a:extLst>
                <a:ext uri="{FF2B5EF4-FFF2-40B4-BE49-F238E27FC236}">
                  <a16:creationId xmlns:a16="http://schemas.microsoft.com/office/drawing/2014/main" id="{D03CF48C-9310-40E9-A170-9D3D8AB42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1707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94" name="Oval 1045">
              <a:extLst>
                <a:ext uri="{FF2B5EF4-FFF2-40B4-BE49-F238E27FC236}">
                  <a16:creationId xmlns:a16="http://schemas.microsoft.com/office/drawing/2014/main" id="{5FA13696-1219-41A3-B627-D2181DBF9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1749"/>
              <a:ext cx="13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95" name="Oval 1046">
              <a:extLst>
                <a:ext uri="{FF2B5EF4-FFF2-40B4-BE49-F238E27FC236}">
                  <a16:creationId xmlns:a16="http://schemas.microsoft.com/office/drawing/2014/main" id="{DD028871-00A6-470B-ADBC-9F451F6A9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1" y="1723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96" name="Oval 1047">
              <a:extLst>
                <a:ext uri="{FF2B5EF4-FFF2-40B4-BE49-F238E27FC236}">
                  <a16:creationId xmlns:a16="http://schemas.microsoft.com/office/drawing/2014/main" id="{06DA75EF-B31E-436A-96C5-2DD45361A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744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97" name="Oval 1048">
              <a:extLst>
                <a:ext uri="{FF2B5EF4-FFF2-40B4-BE49-F238E27FC236}">
                  <a16:creationId xmlns:a16="http://schemas.microsoft.com/office/drawing/2014/main" id="{A65FC652-D1E9-4159-B2CD-E7EB60688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688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98" name="Oval 1049">
              <a:extLst>
                <a:ext uri="{FF2B5EF4-FFF2-40B4-BE49-F238E27FC236}">
                  <a16:creationId xmlns:a16="http://schemas.microsoft.com/office/drawing/2014/main" id="{9AB634B9-921F-4468-8624-62153870A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" y="1731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699" name="Oval 1050">
              <a:extLst>
                <a:ext uri="{FF2B5EF4-FFF2-40B4-BE49-F238E27FC236}">
                  <a16:creationId xmlns:a16="http://schemas.microsoft.com/office/drawing/2014/main" id="{D4490910-A50A-4177-A365-A925D041B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1704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00" name="Oval 1051">
              <a:extLst>
                <a:ext uri="{FF2B5EF4-FFF2-40B4-BE49-F238E27FC236}">
                  <a16:creationId xmlns:a16="http://schemas.microsoft.com/office/drawing/2014/main" id="{5AB7FEC4-1BBA-420D-8463-C61D5C18F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4" y="1725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01" name="Oval 1052">
              <a:extLst>
                <a:ext uri="{FF2B5EF4-FFF2-40B4-BE49-F238E27FC236}">
                  <a16:creationId xmlns:a16="http://schemas.microsoft.com/office/drawing/2014/main" id="{35C520EC-041A-47D6-913C-81A489647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1704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02" name="Oval 1053">
              <a:extLst>
                <a:ext uri="{FF2B5EF4-FFF2-40B4-BE49-F238E27FC236}">
                  <a16:creationId xmlns:a16="http://schemas.microsoft.com/office/drawing/2014/main" id="{359291BA-D211-4BC0-8F8E-587336F5C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1747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03" name="Oval 1054">
              <a:extLst>
                <a:ext uri="{FF2B5EF4-FFF2-40B4-BE49-F238E27FC236}">
                  <a16:creationId xmlns:a16="http://schemas.microsoft.com/office/drawing/2014/main" id="{21E6884E-7847-490F-94F3-59FB84E3B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720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04" name="Oval 1055">
              <a:extLst>
                <a:ext uri="{FF2B5EF4-FFF2-40B4-BE49-F238E27FC236}">
                  <a16:creationId xmlns:a16="http://schemas.microsoft.com/office/drawing/2014/main" id="{7B20945A-D0B7-48E5-98D8-44ADA687A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1" y="1675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05" name="Oval 1056">
              <a:extLst>
                <a:ext uri="{FF2B5EF4-FFF2-40B4-BE49-F238E27FC236}">
                  <a16:creationId xmlns:a16="http://schemas.microsoft.com/office/drawing/2014/main" id="{0294447E-D3B1-4359-9EC8-54C5F84F1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1685"/>
              <a:ext cx="13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06" name="Oval 1057">
              <a:extLst>
                <a:ext uri="{FF2B5EF4-FFF2-40B4-BE49-F238E27FC236}">
                  <a16:creationId xmlns:a16="http://schemas.microsoft.com/office/drawing/2014/main" id="{AD688B16-BD76-409D-85AA-7144FDBFE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1693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07" name="Oval 1058">
              <a:extLst>
                <a:ext uri="{FF2B5EF4-FFF2-40B4-BE49-F238E27FC236}">
                  <a16:creationId xmlns:a16="http://schemas.microsoft.com/office/drawing/2014/main" id="{7C0B1C73-486A-4CA6-835E-63DA8E547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1677"/>
              <a:ext cx="13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08" name="Oval 1059">
              <a:extLst>
                <a:ext uri="{FF2B5EF4-FFF2-40B4-BE49-F238E27FC236}">
                  <a16:creationId xmlns:a16="http://schemas.microsoft.com/office/drawing/2014/main" id="{22AA7433-B20D-4967-9BDA-5CF6653E3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1691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09" name="Oval 1060">
              <a:extLst>
                <a:ext uri="{FF2B5EF4-FFF2-40B4-BE49-F238E27FC236}">
                  <a16:creationId xmlns:a16="http://schemas.microsoft.com/office/drawing/2014/main" id="{7331956E-5684-46AF-A5E0-4273B02F7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4" y="1704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10" name="Oval 1061">
              <a:extLst>
                <a:ext uri="{FF2B5EF4-FFF2-40B4-BE49-F238E27FC236}">
                  <a16:creationId xmlns:a16="http://schemas.microsoft.com/office/drawing/2014/main" id="{417F3E78-2798-40CB-8350-E789E5764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1715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11" name="Oval 1062">
              <a:extLst>
                <a:ext uri="{FF2B5EF4-FFF2-40B4-BE49-F238E27FC236}">
                  <a16:creationId xmlns:a16="http://schemas.microsoft.com/office/drawing/2014/main" id="{6D8C6E40-01B1-4F17-9DD2-EAFC8331F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1" y="1752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12" name="Oval 1063">
              <a:extLst>
                <a:ext uri="{FF2B5EF4-FFF2-40B4-BE49-F238E27FC236}">
                  <a16:creationId xmlns:a16="http://schemas.microsoft.com/office/drawing/2014/main" id="{E47A41AB-4D2C-450E-98D5-80E7B9AC9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1787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13" name="Oval 1064">
              <a:extLst>
                <a:ext uri="{FF2B5EF4-FFF2-40B4-BE49-F238E27FC236}">
                  <a16:creationId xmlns:a16="http://schemas.microsoft.com/office/drawing/2014/main" id="{A3BE0AB1-8F57-416F-B41C-1656530E5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653"/>
              <a:ext cx="15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14" name="Oval 1065">
              <a:extLst>
                <a:ext uri="{FF2B5EF4-FFF2-40B4-BE49-F238E27FC236}">
                  <a16:creationId xmlns:a16="http://schemas.microsoft.com/office/drawing/2014/main" id="{99C4200E-28D6-4569-829B-7689CA019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6" y="1680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15" name="Oval 1066">
              <a:extLst>
                <a:ext uri="{FF2B5EF4-FFF2-40B4-BE49-F238E27FC236}">
                  <a16:creationId xmlns:a16="http://schemas.microsoft.com/office/drawing/2014/main" id="{F46004AB-D4DB-403C-B0AC-01FB8B975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1736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16" name="Oval 1067">
              <a:extLst>
                <a:ext uri="{FF2B5EF4-FFF2-40B4-BE49-F238E27FC236}">
                  <a16:creationId xmlns:a16="http://schemas.microsoft.com/office/drawing/2014/main" id="{D9E6C9F0-D820-4FC3-9C82-76DFE359E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771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17" name="Oval 1068">
              <a:extLst>
                <a:ext uri="{FF2B5EF4-FFF2-40B4-BE49-F238E27FC236}">
                  <a16:creationId xmlns:a16="http://schemas.microsoft.com/office/drawing/2014/main" id="{64B9BFA5-99B3-4175-A60B-13ED500CA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1803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18" name="Oval 1069">
              <a:extLst>
                <a:ext uri="{FF2B5EF4-FFF2-40B4-BE49-F238E27FC236}">
                  <a16:creationId xmlns:a16="http://schemas.microsoft.com/office/drawing/2014/main" id="{98C31CB3-417D-4FE2-BB15-50117D57B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" y="1960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19" name="Oval 1070">
              <a:extLst>
                <a:ext uri="{FF2B5EF4-FFF2-40B4-BE49-F238E27FC236}">
                  <a16:creationId xmlns:a16="http://schemas.microsoft.com/office/drawing/2014/main" id="{C8A4D0D3-8109-463B-B8BA-4A41C38F9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" y="2024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20" name="Oval 1071">
              <a:extLst>
                <a:ext uri="{FF2B5EF4-FFF2-40B4-BE49-F238E27FC236}">
                  <a16:creationId xmlns:a16="http://schemas.microsoft.com/office/drawing/2014/main" id="{8341CF15-ABC0-4EB5-AB49-AA17EE1E3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" y="2077"/>
              <a:ext cx="7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21" name="Oval 1072">
              <a:extLst>
                <a:ext uri="{FF2B5EF4-FFF2-40B4-BE49-F238E27FC236}">
                  <a16:creationId xmlns:a16="http://schemas.microsoft.com/office/drawing/2014/main" id="{42AABD9C-4FC9-41B4-9113-E04BAAC61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2053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22" name="Oval 1073">
              <a:extLst>
                <a:ext uri="{FF2B5EF4-FFF2-40B4-BE49-F238E27FC236}">
                  <a16:creationId xmlns:a16="http://schemas.microsoft.com/office/drawing/2014/main" id="{B9CE0D89-CF32-4C79-BBCB-9E2F906CE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1" y="1899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23" name="Oval 1074">
              <a:extLst>
                <a:ext uri="{FF2B5EF4-FFF2-40B4-BE49-F238E27FC236}">
                  <a16:creationId xmlns:a16="http://schemas.microsoft.com/office/drawing/2014/main" id="{4064BF59-C490-486B-863E-771195088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6" y="1931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24" name="Oval 1075">
              <a:extLst>
                <a:ext uri="{FF2B5EF4-FFF2-40B4-BE49-F238E27FC236}">
                  <a16:creationId xmlns:a16="http://schemas.microsoft.com/office/drawing/2014/main" id="{C5F18A03-C300-4A27-A796-D33775270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1960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25" name="Oval 1076">
              <a:extLst>
                <a:ext uri="{FF2B5EF4-FFF2-40B4-BE49-F238E27FC236}">
                  <a16:creationId xmlns:a16="http://schemas.microsoft.com/office/drawing/2014/main" id="{0A469507-3C7B-42F8-BD2E-6611D73B9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1989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26" name="Oval 1077">
              <a:extLst>
                <a:ext uri="{FF2B5EF4-FFF2-40B4-BE49-F238E27FC236}">
                  <a16:creationId xmlns:a16="http://schemas.microsoft.com/office/drawing/2014/main" id="{2A5CC327-E539-44DC-8A9A-40A404F58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1992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27" name="Oval 1078">
              <a:extLst>
                <a:ext uri="{FF2B5EF4-FFF2-40B4-BE49-F238E27FC236}">
                  <a16:creationId xmlns:a16="http://schemas.microsoft.com/office/drawing/2014/main" id="{11F0C6A2-1990-4941-86BB-EE8E82D33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2117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28" name="Oval 1079">
              <a:extLst>
                <a:ext uri="{FF2B5EF4-FFF2-40B4-BE49-F238E27FC236}">
                  <a16:creationId xmlns:a16="http://schemas.microsoft.com/office/drawing/2014/main" id="{879C7802-E441-49EF-B66B-0616E21D5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2051"/>
              <a:ext cx="10" cy="10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29" name="Oval 1080">
              <a:extLst>
                <a:ext uri="{FF2B5EF4-FFF2-40B4-BE49-F238E27FC236}">
                  <a16:creationId xmlns:a16="http://schemas.microsoft.com/office/drawing/2014/main" id="{7DBDC276-D42E-4E4C-93F1-537443315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9" y="2104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30" name="Oval 1081">
              <a:extLst>
                <a:ext uri="{FF2B5EF4-FFF2-40B4-BE49-F238E27FC236}">
                  <a16:creationId xmlns:a16="http://schemas.microsoft.com/office/drawing/2014/main" id="{A4783804-094C-4402-8744-9EBCBA364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2000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31" name="Oval 1082">
              <a:extLst>
                <a:ext uri="{FF2B5EF4-FFF2-40B4-BE49-F238E27FC236}">
                  <a16:creationId xmlns:a16="http://schemas.microsoft.com/office/drawing/2014/main" id="{CF2D2387-89F1-445A-972F-D4193ACC1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1901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32" name="Oval 1083">
              <a:extLst>
                <a:ext uri="{FF2B5EF4-FFF2-40B4-BE49-F238E27FC236}">
                  <a16:creationId xmlns:a16="http://schemas.microsoft.com/office/drawing/2014/main" id="{2615A354-98FC-4BDD-A957-189733EEA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1867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33" name="Oval 1084">
              <a:extLst>
                <a:ext uri="{FF2B5EF4-FFF2-40B4-BE49-F238E27FC236}">
                  <a16:creationId xmlns:a16="http://schemas.microsoft.com/office/drawing/2014/main" id="{9700031F-4694-4F0B-AB70-AD021D46B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864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34" name="Oval 1085">
              <a:extLst>
                <a:ext uri="{FF2B5EF4-FFF2-40B4-BE49-F238E27FC236}">
                  <a16:creationId xmlns:a16="http://schemas.microsoft.com/office/drawing/2014/main" id="{D92D76AD-C499-4F53-815F-97228388F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1" y="1864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35" name="Oval 1086">
              <a:extLst>
                <a:ext uri="{FF2B5EF4-FFF2-40B4-BE49-F238E27FC236}">
                  <a16:creationId xmlns:a16="http://schemas.microsoft.com/office/drawing/2014/main" id="{2B2798CC-C507-4146-9848-06915204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1907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36" name="Oval 1087">
              <a:extLst>
                <a:ext uri="{FF2B5EF4-FFF2-40B4-BE49-F238E27FC236}">
                  <a16:creationId xmlns:a16="http://schemas.microsoft.com/office/drawing/2014/main" id="{4E5AB352-056A-40F6-9AE5-AA30492D8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1877"/>
              <a:ext cx="13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37" name="Oval 1088">
              <a:extLst>
                <a:ext uri="{FF2B5EF4-FFF2-40B4-BE49-F238E27FC236}">
                  <a16:creationId xmlns:a16="http://schemas.microsoft.com/office/drawing/2014/main" id="{3B471A01-6C1B-4321-8669-860F4B756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1888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38" name="Oval 1089">
              <a:extLst>
                <a:ext uri="{FF2B5EF4-FFF2-40B4-BE49-F238E27FC236}">
                  <a16:creationId xmlns:a16="http://schemas.microsoft.com/office/drawing/2014/main" id="{EEB609DE-188B-4BD5-BBB1-EC8B4C3B3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4" y="1907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39" name="Oval 1090">
              <a:extLst>
                <a:ext uri="{FF2B5EF4-FFF2-40B4-BE49-F238E27FC236}">
                  <a16:creationId xmlns:a16="http://schemas.microsoft.com/office/drawing/2014/main" id="{DFF4AF71-7A99-4529-9056-1E9345151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872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40" name="Oval 1091">
              <a:extLst>
                <a:ext uri="{FF2B5EF4-FFF2-40B4-BE49-F238E27FC236}">
                  <a16:creationId xmlns:a16="http://schemas.microsoft.com/office/drawing/2014/main" id="{7BBF82C9-C95D-4A37-8794-9C1CBE7D6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1851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41" name="Oval 1092">
              <a:extLst>
                <a:ext uri="{FF2B5EF4-FFF2-40B4-BE49-F238E27FC236}">
                  <a16:creationId xmlns:a16="http://schemas.microsoft.com/office/drawing/2014/main" id="{20F9C689-C7C1-4C6D-8BED-1EDA060F0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1808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42" name="Oval 1093">
              <a:extLst>
                <a:ext uri="{FF2B5EF4-FFF2-40B4-BE49-F238E27FC236}">
                  <a16:creationId xmlns:a16="http://schemas.microsoft.com/office/drawing/2014/main" id="{5732A8B9-701E-44B3-9C02-7ACC3549E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" y="1835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43" name="Oval 1094">
              <a:extLst>
                <a:ext uri="{FF2B5EF4-FFF2-40B4-BE49-F238E27FC236}">
                  <a16:creationId xmlns:a16="http://schemas.microsoft.com/office/drawing/2014/main" id="{AA96F8E0-13D7-4313-9E17-A7C61FE94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9" y="1869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44" name="Oval 1095">
              <a:extLst>
                <a:ext uri="{FF2B5EF4-FFF2-40B4-BE49-F238E27FC236}">
                  <a16:creationId xmlns:a16="http://schemas.microsoft.com/office/drawing/2014/main" id="{6FDCABFE-5CD3-4EF6-8767-FDABCD2E6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883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45" name="Oval 1096">
              <a:extLst>
                <a:ext uri="{FF2B5EF4-FFF2-40B4-BE49-F238E27FC236}">
                  <a16:creationId xmlns:a16="http://schemas.microsoft.com/office/drawing/2014/main" id="{C246D281-594D-4937-AF6C-117665C5B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9" y="1912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46" name="Oval 1097">
              <a:extLst>
                <a:ext uri="{FF2B5EF4-FFF2-40B4-BE49-F238E27FC236}">
                  <a16:creationId xmlns:a16="http://schemas.microsoft.com/office/drawing/2014/main" id="{E766A72C-C3C6-4E91-A8C3-F95488BEA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1925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47" name="Oval 1098">
              <a:extLst>
                <a:ext uri="{FF2B5EF4-FFF2-40B4-BE49-F238E27FC236}">
                  <a16:creationId xmlns:a16="http://schemas.microsoft.com/office/drawing/2014/main" id="{FAFE5408-5B69-488E-B85F-0AF98959A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1829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48" name="Oval 1099">
              <a:extLst>
                <a:ext uri="{FF2B5EF4-FFF2-40B4-BE49-F238E27FC236}">
                  <a16:creationId xmlns:a16="http://schemas.microsoft.com/office/drawing/2014/main" id="{64B13C4A-45E7-4484-B363-4416639E1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6" y="1795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49" name="Oval 1100">
              <a:extLst>
                <a:ext uri="{FF2B5EF4-FFF2-40B4-BE49-F238E27FC236}">
                  <a16:creationId xmlns:a16="http://schemas.microsoft.com/office/drawing/2014/main" id="{CDF04AA3-F80C-4E0D-A270-58259F020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4" y="1749"/>
              <a:ext cx="15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50" name="Oval 1101">
              <a:extLst>
                <a:ext uri="{FF2B5EF4-FFF2-40B4-BE49-F238E27FC236}">
                  <a16:creationId xmlns:a16="http://schemas.microsoft.com/office/drawing/2014/main" id="{E4F77ED8-1092-46DD-964B-67E123806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9" y="1723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51" name="Oval 1102">
              <a:extLst>
                <a:ext uri="{FF2B5EF4-FFF2-40B4-BE49-F238E27FC236}">
                  <a16:creationId xmlns:a16="http://schemas.microsoft.com/office/drawing/2014/main" id="{7F398E2F-E896-4441-A7EB-5914981D8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9" y="1736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52" name="Oval 1103">
              <a:extLst>
                <a:ext uri="{FF2B5EF4-FFF2-40B4-BE49-F238E27FC236}">
                  <a16:creationId xmlns:a16="http://schemas.microsoft.com/office/drawing/2014/main" id="{AEF79664-EE0B-421D-8F49-2AE1CF511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1771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53" name="Oval 1104">
              <a:extLst>
                <a:ext uri="{FF2B5EF4-FFF2-40B4-BE49-F238E27FC236}">
                  <a16:creationId xmlns:a16="http://schemas.microsoft.com/office/drawing/2014/main" id="{1865C120-07D6-4DF0-8A08-CF8B476D4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1688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54" name="Oval 1105">
              <a:extLst>
                <a:ext uri="{FF2B5EF4-FFF2-40B4-BE49-F238E27FC236}">
                  <a16:creationId xmlns:a16="http://schemas.microsoft.com/office/drawing/2014/main" id="{2B1D6160-6DB1-4178-886B-6874C2A41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9" y="1659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55" name="Oval 1106">
              <a:extLst>
                <a:ext uri="{FF2B5EF4-FFF2-40B4-BE49-F238E27FC236}">
                  <a16:creationId xmlns:a16="http://schemas.microsoft.com/office/drawing/2014/main" id="{0F0BEE3B-53CD-48C0-BD8F-C85497767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1635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56" name="Oval 1107">
              <a:extLst>
                <a:ext uri="{FF2B5EF4-FFF2-40B4-BE49-F238E27FC236}">
                  <a16:creationId xmlns:a16="http://schemas.microsoft.com/office/drawing/2014/main" id="{52D82BF5-9597-4B46-BCE8-ED42E3E04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1640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57" name="Oval 1108">
              <a:extLst>
                <a:ext uri="{FF2B5EF4-FFF2-40B4-BE49-F238E27FC236}">
                  <a16:creationId xmlns:a16="http://schemas.microsoft.com/office/drawing/2014/main" id="{84964D05-3162-4512-B096-055E00B19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1619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58" name="Oval 1109">
              <a:extLst>
                <a:ext uri="{FF2B5EF4-FFF2-40B4-BE49-F238E27FC236}">
                  <a16:creationId xmlns:a16="http://schemas.microsoft.com/office/drawing/2014/main" id="{573318EA-8BF1-4D00-B240-42149EF82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6" y="1627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59" name="Oval 1110">
              <a:extLst>
                <a:ext uri="{FF2B5EF4-FFF2-40B4-BE49-F238E27FC236}">
                  <a16:creationId xmlns:a16="http://schemas.microsoft.com/office/drawing/2014/main" id="{9B96214D-01E1-4C87-93A1-A8E844DFC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1629"/>
              <a:ext cx="15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60" name="Oval 1111">
              <a:extLst>
                <a:ext uri="{FF2B5EF4-FFF2-40B4-BE49-F238E27FC236}">
                  <a16:creationId xmlns:a16="http://schemas.microsoft.com/office/drawing/2014/main" id="{D146AA0E-2EC1-4B84-968E-FD84317B0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1635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61" name="Oval 1112">
              <a:extLst>
                <a:ext uri="{FF2B5EF4-FFF2-40B4-BE49-F238E27FC236}">
                  <a16:creationId xmlns:a16="http://schemas.microsoft.com/office/drawing/2014/main" id="{9639C820-8B5F-448F-85E3-0F20C68A2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1640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62" name="Oval 1113">
              <a:extLst>
                <a:ext uri="{FF2B5EF4-FFF2-40B4-BE49-F238E27FC236}">
                  <a16:creationId xmlns:a16="http://schemas.microsoft.com/office/drawing/2014/main" id="{0F5662AC-2DCD-4810-A777-1CB3A8339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4" y="1648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63" name="Oval 1114">
              <a:extLst>
                <a:ext uri="{FF2B5EF4-FFF2-40B4-BE49-F238E27FC236}">
                  <a16:creationId xmlns:a16="http://schemas.microsoft.com/office/drawing/2014/main" id="{3478D58E-74D3-4681-BC8C-D93A027D2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1595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64" name="Oval 1115">
              <a:extLst>
                <a:ext uri="{FF2B5EF4-FFF2-40B4-BE49-F238E27FC236}">
                  <a16:creationId xmlns:a16="http://schemas.microsoft.com/office/drawing/2014/main" id="{E82C94BC-34EF-432E-A0F1-DE67266EE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1619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65" name="Oval 1116">
              <a:extLst>
                <a:ext uri="{FF2B5EF4-FFF2-40B4-BE49-F238E27FC236}">
                  <a16:creationId xmlns:a16="http://schemas.microsoft.com/office/drawing/2014/main" id="{255B4B03-98F8-4301-8C1F-C68FBD9AE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9" y="1624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66" name="Oval 1117">
              <a:extLst>
                <a:ext uri="{FF2B5EF4-FFF2-40B4-BE49-F238E27FC236}">
                  <a16:creationId xmlns:a16="http://schemas.microsoft.com/office/drawing/2014/main" id="{10044B73-23F2-4498-A587-28DF26370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627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67" name="Oval 1118">
              <a:extLst>
                <a:ext uri="{FF2B5EF4-FFF2-40B4-BE49-F238E27FC236}">
                  <a16:creationId xmlns:a16="http://schemas.microsoft.com/office/drawing/2014/main" id="{8A345D25-C419-4698-BBB7-DB3C9377B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632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68" name="Oval 1119">
              <a:extLst>
                <a:ext uri="{FF2B5EF4-FFF2-40B4-BE49-F238E27FC236}">
                  <a16:creationId xmlns:a16="http://schemas.microsoft.com/office/drawing/2014/main" id="{62A89BA1-3DA2-4B3A-96F9-C1E4FE519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1640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69" name="Oval 1120">
              <a:extLst>
                <a:ext uri="{FF2B5EF4-FFF2-40B4-BE49-F238E27FC236}">
                  <a16:creationId xmlns:a16="http://schemas.microsoft.com/office/drawing/2014/main" id="{4E574701-9D78-48A4-B17B-88A7EFAF5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4" y="1645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70" name="Oval 1121">
              <a:extLst>
                <a:ext uri="{FF2B5EF4-FFF2-40B4-BE49-F238E27FC236}">
                  <a16:creationId xmlns:a16="http://schemas.microsoft.com/office/drawing/2014/main" id="{E1397676-751F-4AAB-BFAF-5BABAB98C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9" y="1659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71" name="Oval 1122">
              <a:extLst>
                <a:ext uri="{FF2B5EF4-FFF2-40B4-BE49-F238E27FC236}">
                  <a16:creationId xmlns:a16="http://schemas.microsoft.com/office/drawing/2014/main" id="{2FD68F42-6881-4CD6-8A78-F1126750F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" y="1664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72" name="Oval 1123">
              <a:extLst>
                <a:ext uri="{FF2B5EF4-FFF2-40B4-BE49-F238E27FC236}">
                  <a16:creationId xmlns:a16="http://schemas.microsoft.com/office/drawing/2014/main" id="{41AF8932-662E-4EF7-BAAB-B16F8AAC9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" y="1680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73" name="Oval 1124">
              <a:extLst>
                <a:ext uri="{FF2B5EF4-FFF2-40B4-BE49-F238E27FC236}">
                  <a16:creationId xmlns:a16="http://schemas.microsoft.com/office/drawing/2014/main" id="{4905C4DE-2DC7-44F3-968D-4DD39073C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1605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74" name="Oval 1125">
              <a:extLst>
                <a:ext uri="{FF2B5EF4-FFF2-40B4-BE49-F238E27FC236}">
                  <a16:creationId xmlns:a16="http://schemas.microsoft.com/office/drawing/2014/main" id="{69E53729-BE38-44E8-9B3E-FCA9E5AC7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589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75" name="Oval 1126">
              <a:extLst>
                <a:ext uri="{FF2B5EF4-FFF2-40B4-BE49-F238E27FC236}">
                  <a16:creationId xmlns:a16="http://schemas.microsoft.com/office/drawing/2014/main" id="{A86880EF-FEA2-41F2-851A-E01E0696A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4" y="1565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76" name="Oval 1127">
              <a:extLst>
                <a:ext uri="{FF2B5EF4-FFF2-40B4-BE49-F238E27FC236}">
                  <a16:creationId xmlns:a16="http://schemas.microsoft.com/office/drawing/2014/main" id="{125176DF-AE7D-4EAF-BAFC-127722EB1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525"/>
              <a:ext cx="15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77" name="Oval 1128">
              <a:extLst>
                <a:ext uri="{FF2B5EF4-FFF2-40B4-BE49-F238E27FC236}">
                  <a16:creationId xmlns:a16="http://schemas.microsoft.com/office/drawing/2014/main" id="{A566301D-1A69-43F4-8682-43CC89BC2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504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78" name="Oval 1129">
              <a:extLst>
                <a:ext uri="{FF2B5EF4-FFF2-40B4-BE49-F238E27FC236}">
                  <a16:creationId xmlns:a16="http://schemas.microsoft.com/office/drawing/2014/main" id="{01145719-3321-43F3-BD7B-96D76D4A7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6" y="1544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79" name="Oval 1130">
              <a:extLst>
                <a:ext uri="{FF2B5EF4-FFF2-40B4-BE49-F238E27FC236}">
                  <a16:creationId xmlns:a16="http://schemas.microsoft.com/office/drawing/2014/main" id="{4D53BAA1-FED6-4C14-832D-31DEC7264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563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80" name="Oval 1131">
              <a:extLst>
                <a:ext uri="{FF2B5EF4-FFF2-40B4-BE49-F238E27FC236}">
                  <a16:creationId xmlns:a16="http://schemas.microsoft.com/office/drawing/2014/main" id="{AA249044-7D80-4DA1-88C4-5C184ECF6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1587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81" name="Oval 1132">
              <a:extLst>
                <a:ext uri="{FF2B5EF4-FFF2-40B4-BE49-F238E27FC236}">
                  <a16:creationId xmlns:a16="http://schemas.microsoft.com/office/drawing/2014/main" id="{89A37DAD-7AFD-4066-9C09-B32FA2B55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6" y="1611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82" name="Oval 1133">
              <a:extLst>
                <a:ext uri="{FF2B5EF4-FFF2-40B4-BE49-F238E27FC236}">
                  <a16:creationId xmlns:a16="http://schemas.microsoft.com/office/drawing/2014/main" id="{BFAEF789-8B75-4634-8C97-AB32177E8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619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83" name="Oval 1134">
              <a:extLst>
                <a:ext uri="{FF2B5EF4-FFF2-40B4-BE49-F238E27FC236}">
                  <a16:creationId xmlns:a16="http://schemas.microsoft.com/office/drawing/2014/main" id="{488355A9-1D5B-4219-B0FE-51EC01576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1653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84" name="Oval 1135">
              <a:extLst>
                <a:ext uri="{FF2B5EF4-FFF2-40B4-BE49-F238E27FC236}">
                  <a16:creationId xmlns:a16="http://schemas.microsoft.com/office/drawing/2014/main" id="{20DB4AE7-E2A5-40D0-9D16-DCE37C71E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6" y="1701"/>
              <a:ext cx="13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85" name="Oval 1136">
              <a:extLst>
                <a:ext uri="{FF2B5EF4-FFF2-40B4-BE49-F238E27FC236}">
                  <a16:creationId xmlns:a16="http://schemas.microsoft.com/office/drawing/2014/main" id="{836E112D-E273-471A-AE26-2CF123B82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1723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86" name="Oval 1137">
              <a:extLst>
                <a:ext uri="{FF2B5EF4-FFF2-40B4-BE49-F238E27FC236}">
                  <a16:creationId xmlns:a16="http://schemas.microsoft.com/office/drawing/2014/main" id="{395DA492-284C-4432-840B-886106CBA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1688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87" name="Oval 1138">
              <a:extLst>
                <a:ext uri="{FF2B5EF4-FFF2-40B4-BE49-F238E27FC236}">
                  <a16:creationId xmlns:a16="http://schemas.microsoft.com/office/drawing/2014/main" id="{5E4A1EA1-7DC3-4B87-8CE4-C91A7D4DD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9" y="1741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88" name="Oval 1139">
              <a:extLst>
                <a:ext uri="{FF2B5EF4-FFF2-40B4-BE49-F238E27FC236}">
                  <a16:creationId xmlns:a16="http://schemas.microsoft.com/office/drawing/2014/main" id="{3B8BB45A-4784-40BF-B36E-0C83ADD45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1752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89" name="Oval 1140">
              <a:extLst>
                <a:ext uri="{FF2B5EF4-FFF2-40B4-BE49-F238E27FC236}">
                  <a16:creationId xmlns:a16="http://schemas.microsoft.com/office/drawing/2014/main" id="{F974618B-8F97-4F6B-83F6-BB23AE297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9" y="1701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90" name="Oval 1141">
              <a:extLst>
                <a:ext uri="{FF2B5EF4-FFF2-40B4-BE49-F238E27FC236}">
                  <a16:creationId xmlns:a16="http://schemas.microsoft.com/office/drawing/2014/main" id="{E463CA95-88D7-4913-91B7-5BE6583DA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4" y="1728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91" name="Oval 1142">
              <a:extLst>
                <a:ext uri="{FF2B5EF4-FFF2-40B4-BE49-F238E27FC236}">
                  <a16:creationId xmlns:a16="http://schemas.microsoft.com/office/drawing/2014/main" id="{332D1968-1778-4580-9DD3-CF97DCBE8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9" y="1768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92" name="Oval 1143">
              <a:extLst>
                <a:ext uri="{FF2B5EF4-FFF2-40B4-BE49-F238E27FC236}">
                  <a16:creationId xmlns:a16="http://schemas.microsoft.com/office/drawing/2014/main" id="{C434FBDD-F6FD-493E-A66B-5CEF305C4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6" y="1811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93" name="Oval 1144">
              <a:extLst>
                <a:ext uri="{FF2B5EF4-FFF2-40B4-BE49-F238E27FC236}">
                  <a16:creationId xmlns:a16="http://schemas.microsoft.com/office/drawing/2014/main" id="{70A5EBED-1EE2-4F03-A2F4-F29F0BE7A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" y="1771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94" name="Oval 1145">
              <a:extLst>
                <a:ext uri="{FF2B5EF4-FFF2-40B4-BE49-F238E27FC236}">
                  <a16:creationId xmlns:a16="http://schemas.microsoft.com/office/drawing/2014/main" id="{B7CDDB8F-ACE6-4DD3-B751-2C0B6C9C7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9" y="1760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95" name="Oval 1146">
              <a:extLst>
                <a:ext uri="{FF2B5EF4-FFF2-40B4-BE49-F238E27FC236}">
                  <a16:creationId xmlns:a16="http://schemas.microsoft.com/office/drawing/2014/main" id="{64198145-B392-4F20-ABB3-067C45D28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1781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96" name="Oval 1147">
              <a:extLst>
                <a:ext uri="{FF2B5EF4-FFF2-40B4-BE49-F238E27FC236}">
                  <a16:creationId xmlns:a16="http://schemas.microsoft.com/office/drawing/2014/main" id="{2D63BD49-55D0-4B35-9E31-B1B54D974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1816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97" name="Oval 1148">
              <a:extLst>
                <a:ext uri="{FF2B5EF4-FFF2-40B4-BE49-F238E27FC236}">
                  <a16:creationId xmlns:a16="http://schemas.microsoft.com/office/drawing/2014/main" id="{C8EBA5F5-E079-4308-902E-D1B4E3624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1856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98" name="Oval 1149">
              <a:extLst>
                <a:ext uri="{FF2B5EF4-FFF2-40B4-BE49-F238E27FC236}">
                  <a16:creationId xmlns:a16="http://schemas.microsoft.com/office/drawing/2014/main" id="{B564F1B1-245A-4A7C-B188-4AC9AA4FE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805"/>
              <a:ext cx="13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799" name="Oval 1150">
              <a:extLst>
                <a:ext uri="{FF2B5EF4-FFF2-40B4-BE49-F238E27FC236}">
                  <a16:creationId xmlns:a16="http://schemas.microsoft.com/office/drawing/2014/main" id="{F7023383-3A05-47DB-8578-097CF00B6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1848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00" name="Oval 1151">
              <a:extLst>
                <a:ext uri="{FF2B5EF4-FFF2-40B4-BE49-F238E27FC236}">
                  <a16:creationId xmlns:a16="http://schemas.microsoft.com/office/drawing/2014/main" id="{D4DFE42A-D351-43C7-8E0A-139A7C8AA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811"/>
              <a:ext cx="13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01" name="Oval 1152">
              <a:extLst>
                <a:ext uri="{FF2B5EF4-FFF2-40B4-BE49-F238E27FC236}">
                  <a16:creationId xmlns:a16="http://schemas.microsoft.com/office/drawing/2014/main" id="{3E3B880E-7745-4C1A-8C95-1CA8C893A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1824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02" name="Oval 1153">
              <a:extLst>
                <a:ext uri="{FF2B5EF4-FFF2-40B4-BE49-F238E27FC236}">
                  <a16:creationId xmlns:a16="http://schemas.microsoft.com/office/drawing/2014/main" id="{51515D0E-F7DB-4A9B-B7C3-3F9650314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" y="1845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03" name="Oval 1154">
              <a:extLst>
                <a:ext uri="{FF2B5EF4-FFF2-40B4-BE49-F238E27FC236}">
                  <a16:creationId xmlns:a16="http://schemas.microsoft.com/office/drawing/2014/main" id="{90A50004-8F5C-4C55-8BCD-53536A8B0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1835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04" name="Oval 1155">
              <a:extLst>
                <a:ext uri="{FF2B5EF4-FFF2-40B4-BE49-F238E27FC236}">
                  <a16:creationId xmlns:a16="http://schemas.microsoft.com/office/drawing/2014/main" id="{BF09A84F-23EB-4530-AECE-BB0B6C04C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4" y="1875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05" name="Oval 1156">
              <a:extLst>
                <a:ext uri="{FF2B5EF4-FFF2-40B4-BE49-F238E27FC236}">
                  <a16:creationId xmlns:a16="http://schemas.microsoft.com/office/drawing/2014/main" id="{7A813F65-EFF6-4DF7-B4A4-F2447A12D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973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06" name="Oval 1157">
              <a:extLst>
                <a:ext uri="{FF2B5EF4-FFF2-40B4-BE49-F238E27FC236}">
                  <a16:creationId xmlns:a16="http://schemas.microsoft.com/office/drawing/2014/main" id="{83DE99EC-486E-41CC-B206-76695A226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016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07" name="Oval 1158">
              <a:extLst>
                <a:ext uri="{FF2B5EF4-FFF2-40B4-BE49-F238E27FC236}">
                  <a16:creationId xmlns:a16="http://schemas.microsoft.com/office/drawing/2014/main" id="{74669919-B284-4806-81E7-2F2399F38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1979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08" name="Oval 1159">
              <a:extLst>
                <a:ext uri="{FF2B5EF4-FFF2-40B4-BE49-F238E27FC236}">
                  <a16:creationId xmlns:a16="http://schemas.microsoft.com/office/drawing/2014/main" id="{BCAD914D-312C-47BB-AFF1-7C597304A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" y="1992"/>
              <a:ext cx="15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09" name="Oval 1160">
              <a:extLst>
                <a:ext uri="{FF2B5EF4-FFF2-40B4-BE49-F238E27FC236}">
                  <a16:creationId xmlns:a16="http://schemas.microsoft.com/office/drawing/2014/main" id="{58944E53-7390-4B83-ADDB-C0A120C47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9" y="2013"/>
              <a:ext cx="12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10" name="Oval 1161">
              <a:extLst>
                <a:ext uri="{FF2B5EF4-FFF2-40B4-BE49-F238E27FC236}">
                  <a16:creationId xmlns:a16="http://schemas.microsoft.com/office/drawing/2014/main" id="{4C58D560-7546-4036-ADD7-EC3DCF6F4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9" y="2003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11" name="Oval 1162">
              <a:extLst>
                <a:ext uri="{FF2B5EF4-FFF2-40B4-BE49-F238E27FC236}">
                  <a16:creationId xmlns:a16="http://schemas.microsoft.com/office/drawing/2014/main" id="{18B28E68-BD08-44AB-9855-9D9C5A57D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4" y="2043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12" name="Oval 1163">
              <a:extLst>
                <a:ext uri="{FF2B5EF4-FFF2-40B4-BE49-F238E27FC236}">
                  <a16:creationId xmlns:a16="http://schemas.microsoft.com/office/drawing/2014/main" id="{04255C85-E704-4C1A-B29C-EB840F9AE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1907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13" name="Oval 1164">
              <a:extLst>
                <a:ext uri="{FF2B5EF4-FFF2-40B4-BE49-F238E27FC236}">
                  <a16:creationId xmlns:a16="http://schemas.microsoft.com/office/drawing/2014/main" id="{BFDFB52D-8865-4B4C-83DE-211A27B66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" y="1949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14" name="Oval 1165">
              <a:extLst>
                <a:ext uri="{FF2B5EF4-FFF2-40B4-BE49-F238E27FC236}">
                  <a16:creationId xmlns:a16="http://schemas.microsoft.com/office/drawing/2014/main" id="{D5756968-26B3-464C-AFD0-68EC90FC6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1909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15" name="Oval 1166">
              <a:extLst>
                <a:ext uri="{FF2B5EF4-FFF2-40B4-BE49-F238E27FC236}">
                  <a16:creationId xmlns:a16="http://schemas.microsoft.com/office/drawing/2014/main" id="{2ABC33E8-27BD-4315-A315-25FB6F2E4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1925"/>
              <a:ext cx="15" cy="14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16" name="Oval 1167">
              <a:extLst>
                <a:ext uri="{FF2B5EF4-FFF2-40B4-BE49-F238E27FC236}">
                  <a16:creationId xmlns:a16="http://schemas.microsoft.com/office/drawing/2014/main" id="{D9F19D36-9F6A-44EE-8390-A50F1560D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1944"/>
              <a:ext cx="12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17" name="Oval 1168">
              <a:extLst>
                <a:ext uri="{FF2B5EF4-FFF2-40B4-BE49-F238E27FC236}">
                  <a16:creationId xmlns:a16="http://schemas.microsoft.com/office/drawing/2014/main" id="{76486008-4663-4A74-9158-4EE85538A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9" y="1936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18" name="Oval 1169">
              <a:extLst>
                <a:ext uri="{FF2B5EF4-FFF2-40B4-BE49-F238E27FC236}">
                  <a16:creationId xmlns:a16="http://schemas.microsoft.com/office/drawing/2014/main" id="{603CA2C4-CFD3-4EF9-B2C3-EDDBA9CBE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1976"/>
              <a:ext cx="12" cy="13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19" name="Oval 1170">
              <a:extLst>
                <a:ext uri="{FF2B5EF4-FFF2-40B4-BE49-F238E27FC236}">
                  <a16:creationId xmlns:a16="http://schemas.microsoft.com/office/drawing/2014/main" id="{8B96EDCE-B254-4B47-93A1-ABC9D3E27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1976"/>
              <a:ext cx="10" cy="11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20" name="Oval 1171">
              <a:extLst>
                <a:ext uri="{FF2B5EF4-FFF2-40B4-BE49-F238E27FC236}">
                  <a16:creationId xmlns:a16="http://schemas.microsoft.com/office/drawing/2014/main" id="{4D4325C6-2701-4AF2-A4B8-B32F9CA2A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9" y="1928"/>
              <a:ext cx="15" cy="16"/>
            </a:xfrm>
            <a:prstGeom prst="ellipse">
              <a:avLst/>
            </a:pr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2821" name="Freeform 1172">
              <a:extLst>
                <a:ext uri="{FF2B5EF4-FFF2-40B4-BE49-F238E27FC236}">
                  <a16:creationId xmlns:a16="http://schemas.microsoft.com/office/drawing/2014/main" id="{39F83240-AC66-4185-9844-E1814D73E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501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22" name="Freeform 1173">
              <a:extLst>
                <a:ext uri="{FF2B5EF4-FFF2-40B4-BE49-F238E27FC236}">
                  <a16:creationId xmlns:a16="http://schemas.microsoft.com/office/drawing/2014/main" id="{213F9544-C4FD-41E0-B6F8-39537FB03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496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23" name="Freeform 1174">
              <a:extLst>
                <a:ext uri="{FF2B5EF4-FFF2-40B4-BE49-F238E27FC236}">
                  <a16:creationId xmlns:a16="http://schemas.microsoft.com/office/drawing/2014/main" id="{92AAD811-7AE5-41CB-B8CE-1BEE050C5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63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24" name="Freeform 1175">
              <a:extLst>
                <a:ext uri="{FF2B5EF4-FFF2-40B4-BE49-F238E27FC236}">
                  <a16:creationId xmlns:a16="http://schemas.microsoft.com/office/drawing/2014/main" id="{D566A919-16BE-4828-905D-A97E60680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52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25" name="Freeform 1176">
              <a:extLst>
                <a:ext uri="{FF2B5EF4-FFF2-40B4-BE49-F238E27FC236}">
                  <a16:creationId xmlns:a16="http://schemas.microsoft.com/office/drawing/2014/main" id="{149732BA-D016-46F7-ACFB-61A9FAD29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523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3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26" name="Freeform 1177">
              <a:extLst>
                <a:ext uri="{FF2B5EF4-FFF2-40B4-BE49-F238E27FC236}">
                  <a16:creationId xmlns:a16="http://schemas.microsoft.com/office/drawing/2014/main" id="{0B728EF8-FC4C-4C40-9AD4-C04CEAE01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555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5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0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27" name="Freeform 1178">
              <a:extLst>
                <a:ext uri="{FF2B5EF4-FFF2-40B4-BE49-F238E27FC236}">
                  <a16:creationId xmlns:a16="http://schemas.microsoft.com/office/drawing/2014/main" id="{5471199D-CEC2-45EE-AF08-B739EB480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539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50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4" y="6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28" name="Freeform 1179">
              <a:extLst>
                <a:ext uri="{FF2B5EF4-FFF2-40B4-BE49-F238E27FC236}">
                  <a16:creationId xmlns:a16="http://schemas.microsoft.com/office/drawing/2014/main" id="{9E9BEC17-4FDC-4E01-9389-D99553DB9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499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29" name="Freeform 1180">
              <a:extLst>
                <a:ext uri="{FF2B5EF4-FFF2-40B4-BE49-F238E27FC236}">
                  <a16:creationId xmlns:a16="http://schemas.microsoft.com/office/drawing/2014/main" id="{2A3C7677-F863-4984-BAD9-75428289D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501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30" name="Freeform 1181">
              <a:extLst>
                <a:ext uri="{FF2B5EF4-FFF2-40B4-BE49-F238E27FC236}">
                  <a16:creationId xmlns:a16="http://schemas.microsoft.com/office/drawing/2014/main" id="{02A57413-60E5-4C51-AA9E-96C0A2BDE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520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31" name="Freeform 1182">
              <a:extLst>
                <a:ext uri="{FF2B5EF4-FFF2-40B4-BE49-F238E27FC236}">
                  <a16:creationId xmlns:a16="http://schemas.microsoft.com/office/drawing/2014/main" id="{25318BE8-5E44-4410-93A3-F1F529D6A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51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32" name="Freeform 1183">
              <a:extLst>
                <a:ext uri="{FF2B5EF4-FFF2-40B4-BE49-F238E27FC236}">
                  <a16:creationId xmlns:a16="http://schemas.microsoft.com/office/drawing/2014/main" id="{A2D7664E-479C-452C-91F0-528C72D15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533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33" name="Freeform 1184">
              <a:extLst>
                <a:ext uri="{FF2B5EF4-FFF2-40B4-BE49-F238E27FC236}">
                  <a16:creationId xmlns:a16="http://schemas.microsoft.com/office/drawing/2014/main" id="{0033AD43-D83E-48DA-912B-0F3DEB46A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477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5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0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34" name="Freeform 1185">
              <a:extLst>
                <a:ext uri="{FF2B5EF4-FFF2-40B4-BE49-F238E27FC236}">
                  <a16:creationId xmlns:a16="http://schemas.microsoft.com/office/drawing/2014/main" id="{04C4D156-3034-4BEA-B75A-44C4C7278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469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35" name="Freeform 1186">
              <a:extLst>
                <a:ext uri="{FF2B5EF4-FFF2-40B4-BE49-F238E27FC236}">
                  <a16:creationId xmlns:a16="http://schemas.microsoft.com/office/drawing/2014/main" id="{C5CCB3AC-7E68-4D2E-8649-440DEEB4B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427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50 h 4"/>
                <a:gd name="T4" fmla="*/ 20 w 4"/>
                <a:gd name="T5" fmla="*/ 63 h 4"/>
                <a:gd name="T6" fmla="*/ 0 w 4"/>
                <a:gd name="T7" fmla="*/ 33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36" name="Freeform 1187">
              <a:extLst>
                <a:ext uri="{FF2B5EF4-FFF2-40B4-BE49-F238E27FC236}">
                  <a16:creationId xmlns:a16="http://schemas.microsoft.com/office/drawing/2014/main" id="{54DA24EC-4597-439D-B93E-F1D696219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456"/>
              <a:ext cx="10" cy="13"/>
            </a:xfrm>
            <a:custGeom>
              <a:avLst/>
              <a:gdLst>
                <a:gd name="T0" fmla="*/ 50 w 4"/>
                <a:gd name="T1" fmla="*/ 21 h 5"/>
                <a:gd name="T2" fmla="*/ 63 w 4"/>
                <a:gd name="T3" fmla="*/ 55 h 5"/>
                <a:gd name="T4" fmla="*/ 33 w 4"/>
                <a:gd name="T5" fmla="*/ 68 h 5"/>
                <a:gd name="T6" fmla="*/ 0 w 4"/>
                <a:gd name="T7" fmla="*/ 34 h 5"/>
                <a:gd name="T8" fmla="*/ 50 w 4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37" name="Freeform 1188">
              <a:extLst>
                <a:ext uri="{FF2B5EF4-FFF2-40B4-BE49-F238E27FC236}">
                  <a16:creationId xmlns:a16="http://schemas.microsoft.com/office/drawing/2014/main" id="{88EEAC35-F4A5-4785-9061-C5DC02B37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496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38" name="Freeform 1189">
              <a:extLst>
                <a:ext uri="{FF2B5EF4-FFF2-40B4-BE49-F238E27FC236}">
                  <a16:creationId xmlns:a16="http://schemas.microsoft.com/office/drawing/2014/main" id="{58819A5F-CA54-4F36-8D74-D759C8B1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501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39" name="Freeform 1190">
              <a:extLst>
                <a:ext uri="{FF2B5EF4-FFF2-40B4-BE49-F238E27FC236}">
                  <a16:creationId xmlns:a16="http://schemas.microsoft.com/office/drawing/2014/main" id="{DF77A8FF-C157-49E6-AD3F-AE012B246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20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40" name="Freeform 1191">
              <a:extLst>
                <a:ext uri="{FF2B5EF4-FFF2-40B4-BE49-F238E27FC236}">
                  <a16:creationId xmlns:a16="http://schemas.microsoft.com/office/drawing/2014/main" id="{589BCF87-0886-4443-BF33-1CEC058CF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520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0"/>
                    <a:pt x="6" y="2"/>
                    <a:pt x="6" y="3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41" name="Freeform 1192">
              <a:extLst>
                <a:ext uri="{FF2B5EF4-FFF2-40B4-BE49-F238E27FC236}">
                  <a16:creationId xmlns:a16="http://schemas.microsoft.com/office/drawing/2014/main" id="{57C76765-6615-4B43-9CF0-5CB0C4CF2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544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42" name="Freeform 1193">
              <a:extLst>
                <a:ext uri="{FF2B5EF4-FFF2-40B4-BE49-F238E27FC236}">
                  <a16:creationId xmlns:a16="http://schemas.microsoft.com/office/drawing/2014/main" id="{6A3BA150-7AE6-4574-BFCB-419710987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576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0"/>
                    <a:pt x="6" y="2"/>
                    <a:pt x="6" y="3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43" name="Freeform 1194">
              <a:extLst>
                <a:ext uri="{FF2B5EF4-FFF2-40B4-BE49-F238E27FC236}">
                  <a16:creationId xmlns:a16="http://schemas.microsoft.com/office/drawing/2014/main" id="{4E34DE96-5C36-432E-97C1-2D059612B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571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44" name="Freeform 1195">
              <a:extLst>
                <a:ext uri="{FF2B5EF4-FFF2-40B4-BE49-F238E27FC236}">
                  <a16:creationId xmlns:a16="http://schemas.microsoft.com/office/drawing/2014/main" id="{EDEE326D-7245-42EE-90FB-FBD7E3DE3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544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45" name="Freeform 1196">
              <a:extLst>
                <a:ext uri="{FF2B5EF4-FFF2-40B4-BE49-F238E27FC236}">
                  <a16:creationId xmlns:a16="http://schemas.microsoft.com/office/drawing/2014/main" id="{930ACB9A-3764-4C29-BFFC-E1205B815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555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46" name="Freeform 1197">
              <a:extLst>
                <a:ext uri="{FF2B5EF4-FFF2-40B4-BE49-F238E27FC236}">
                  <a16:creationId xmlns:a16="http://schemas.microsoft.com/office/drawing/2014/main" id="{374FBA5F-1BFF-407D-9D85-F7460DAAA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547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50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47" name="Freeform 1198">
              <a:extLst>
                <a:ext uri="{FF2B5EF4-FFF2-40B4-BE49-F238E27FC236}">
                  <a16:creationId xmlns:a16="http://schemas.microsoft.com/office/drawing/2014/main" id="{45CBD98A-489D-4820-8324-A90836B18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549"/>
              <a:ext cx="15" cy="19"/>
            </a:xfrm>
            <a:custGeom>
              <a:avLst/>
              <a:gdLst>
                <a:gd name="T0" fmla="*/ 63 w 6"/>
                <a:gd name="T1" fmla="*/ 22 h 7"/>
                <a:gd name="T2" fmla="*/ 83 w 6"/>
                <a:gd name="T3" fmla="*/ 81 h 7"/>
                <a:gd name="T4" fmla="*/ 33 w 6"/>
                <a:gd name="T5" fmla="*/ 117 h 7"/>
                <a:gd name="T6" fmla="*/ 0 w 6"/>
                <a:gd name="T7" fmla="*/ 60 h 7"/>
                <a:gd name="T8" fmla="*/ 63 w 6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48" name="Freeform 1199">
              <a:extLst>
                <a:ext uri="{FF2B5EF4-FFF2-40B4-BE49-F238E27FC236}">
                  <a16:creationId xmlns:a16="http://schemas.microsoft.com/office/drawing/2014/main" id="{64E05A2A-785B-4966-B74E-D690C5ECC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581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49" name="Freeform 1200">
              <a:extLst>
                <a:ext uri="{FF2B5EF4-FFF2-40B4-BE49-F238E27FC236}">
                  <a16:creationId xmlns:a16="http://schemas.microsoft.com/office/drawing/2014/main" id="{2D3AED49-8F78-470D-AC47-7172EC4DC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592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56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1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50" name="Freeform 1201">
              <a:extLst>
                <a:ext uri="{FF2B5EF4-FFF2-40B4-BE49-F238E27FC236}">
                  <a16:creationId xmlns:a16="http://schemas.microsoft.com/office/drawing/2014/main" id="{B3E71C8E-9E49-4A1A-AFBB-D30518B0A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576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51" name="Freeform 1202">
              <a:extLst>
                <a:ext uri="{FF2B5EF4-FFF2-40B4-BE49-F238E27FC236}">
                  <a16:creationId xmlns:a16="http://schemas.microsoft.com/office/drawing/2014/main" id="{F423EDD8-ED2C-4F7C-97AA-A0B26BD38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560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52" name="Freeform 1203">
              <a:extLst>
                <a:ext uri="{FF2B5EF4-FFF2-40B4-BE49-F238E27FC236}">
                  <a16:creationId xmlns:a16="http://schemas.microsoft.com/office/drawing/2014/main" id="{2DAE2AA5-E1E0-43E9-8AED-380BE5479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584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50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3"/>
                  </a:cubicBezTo>
                  <a:cubicBezTo>
                    <a:pt x="5" y="5"/>
                    <a:pt x="4" y="6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53" name="Freeform 1204">
              <a:extLst>
                <a:ext uri="{FF2B5EF4-FFF2-40B4-BE49-F238E27FC236}">
                  <a16:creationId xmlns:a16="http://schemas.microsoft.com/office/drawing/2014/main" id="{A63E094F-7053-4E63-A798-F87DBC72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592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54" name="Freeform 1205">
              <a:extLst>
                <a:ext uri="{FF2B5EF4-FFF2-40B4-BE49-F238E27FC236}">
                  <a16:creationId xmlns:a16="http://schemas.microsoft.com/office/drawing/2014/main" id="{CA3BDBCB-ADF8-4432-8BDC-1A36BDFC7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469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3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55" name="Freeform 1206">
              <a:extLst>
                <a:ext uri="{FF2B5EF4-FFF2-40B4-BE49-F238E27FC236}">
                  <a16:creationId xmlns:a16="http://schemas.microsoft.com/office/drawing/2014/main" id="{AAE93EC0-D685-4AC6-B6CD-008C4A168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456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50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56" name="Freeform 1207">
              <a:extLst>
                <a:ext uri="{FF2B5EF4-FFF2-40B4-BE49-F238E27FC236}">
                  <a16:creationId xmlns:a16="http://schemas.microsoft.com/office/drawing/2014/main" id="{0CFCDFF0-05D8-446E-BF61-464EB88E0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472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57" name="Freeform 1208">
              <a:extLst>
                <a:ext uri="{FF2B5EF4-FFF2-40B4-BE49-F238E27FC236}">
                  <a16:creationId xmlns:a16="http://schemas.microsoft.com/office/drawing/2014/main" id="{EC7F81D2-4EE6-4977-A72A-D5D52C078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432"/>
              <a:ext cx="12" cy="11"/>
            </a:xfrm>
            <a:custGeom>
              <a:avLst/>
              <a:gdLst>
                <a:gd name="T0" fmla="*/ 41 w 5"/>
                <a:gd name="T1" fmla="*/ 0 h 4"/>
                <a:gd name="T2" fmla="*/ 58 w 5"/>
                <a:gd name="T3" fmla="*/ 61 h 4"/>
                <a:gd name="T4" fmla="*/ 29 w 5"/>
                <a:gd name="T5" fmla="*/ 83 h 4"/>
                <a:gd name="T6" fmla="*/ 12 w 5"/>
                <a:gd name="T7" fmla="*/ 22 h 4"/>
                <a:gd name="T8" fmla="*/ 41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0"/>
                    <a:pt x="5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58" name="Freeform 1209">
              <a:extLst>
                <a:ext uri="{FF2B5EF4-FFF2-40B4-BE49-F238E27FC236}">
                  <a16:creationId xmlns:a16="http://schemas.microsoft.com/office/drawing/2014/main" id="{9D24A65D-04CD-4C36-BCBE-1479E23DC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464"/>
              <a:ext cx="10" cy="13"/>
            </a:xfrm>
            <a:custGeom>
              <a:avLst/>
              <a:gdLst>
                <a:gd name="T0" fmla="*/ 50 w 4"/>
                <a:gd name="T1" fmla="*/ 21 h 5"/>
                <a:gd name="T2" fmla="*/ 63 w 4"/>
                <a:gd name="T3" fmla="*/ 55 h 5"/>
                <a:gd name="T4" fmla="*/ 33 w 4"/>
                <a:gd name="T5" fmla="*/ 68 h 5"/>
                <a:gd name="T6" fmla="*/ 0 w 4"/>
                <a:gd name="T7" fmla="*/ 34 h 5"/>
                <a:gd name="T8" fmla="*/ 50 w 4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59" name="Freeform 1210">
              <a:extLst>
                <a:ext uri="{FF2B5EF4-FFF2-40B4-BE49-F238E27FC236}">
                  <a16:creationId xmlns:a16="http://schemas.microsoft.com/office/drawing/2014/main" id="{8730D588-9553-4C1A-8FCE-6EA22EDDA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480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50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0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60" name="Freeform 1211">
              <a:extLst>
                <a:ext uri="{FF2B5EF4-FFF2-40B4-BE49-F238E27FC236}">
                  <a16:creationId xmlns:a16="http://schemas.microsoft.com/office/drawing/2014/main" id="{A157E76B-D480-4E18-A75D-C9CC995E8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504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61" name="Freeform 1212">
              <a:extLst>
                <a:ext uri="{FF2B5EF4-FFF2-40B4-BE49-F238E27FC236}">
                  <a16:creationId xmlns:a16="http://schemas.microsoft.com/office/drawing/2014/main" id="{4A4EF981-6E77-4731-9136-7C7086722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475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62" name="Freeform 1213">
              <a:extLst>
                <a:ext uri="{FF2B5EF4-FFF2-40B4-BE49-F238E27FC236}">
                  <a16:creationId xmlns:a16="http://schemas.microsoft.com/office/drawing/2014/main" id="{00E5F61D-96AE-4F2F-9111-4A77DF04A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493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63" name="Freeform 1214">
              <a:extLst>
                <a:ext uri="{FF2B5EF4-FFF2-40B4-BE49-F238E27FC236}">
                  <a16:creationId xmlns:a16="http://schemas.microsoft.com/office/drawing/2014/main" id="{DB398B99-BADF-4E94-9F0C-6636BAB64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541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50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64" name="Freeform 1215">
              <a:extLst>
                <a:ext uri="{FF2B5EF4-FFF2-40B4-BE49-F238E27FC236}">
                  <a16:creationId xmlns:a16="http://schemas.microsoft.com/office/drawing/2014/main" id="{1DA57BF3-5C01-4788-8CEF-AD9454D6D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573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65" name="Freeform 1216">
              <a:extLst>
                <a:ext uri="{FF2B5EF4-FFF2-40B4-BE49-F238E27FC236}">
                  <a16:creationId xmlns:a16="http://schemas.microsoft.com/office/drawing/2014/main" id="{256D6A99-3DE5-4486-ABEB-1C197F80C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611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66" name="Freeform 1217">
              <a:extLst>
                <a:ext uri="{FF2B5EF4-FFF2-40B4-BE49-F238E27FC236}">
                  <a16:creationId xmlns:a16="http://schemas.microsoft.com/office/drawing/2014/main" id="{4461BAB2-D5C0-42C8-A085-E764D30AD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597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67" name="Freeform 1218">
              <a:extLst>
                <a:ext uri="{FF2B5EF4-FFF2-40B4-BE49-F238E27FC236}">
                  <a16:creationId xmlns:a16="http://schemas.microsoft.com/office/drawing/2014/main" id="{ADF0F93C-51BF-45D8-8FF5-CAE3AA6E9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621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68" name="Freeform 1219">
              <a:extLst>
                <a:ext uri="{FF2B5EF4-FFF2-40B4-BE49-F238E27FC236}">
                  <a16:creationId xmlns:a16="http://schemas.microsoft.com/office/drawing/2014/main" id="{8EB5F95C-783E-4C9C-9ACA-B9A52BE24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99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69" name="Freeform 1220">
              <a:extLst>
                <a:ext uri="{FF2B5EF4-FFF2-40B4-BE49-F238E27FC236}">
                  <a16:creationId xmlns:a16="http://schemas.microsoft.com/office/drawing/2014/main" id="{22D5F449-E428-4B0B-B83C-C1AFB2E78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581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50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70" name="Freeform 1221">
              <a:extLst>
                <a:ext uri="{FF2B5EF4-FFF2-40B4-BE49-F238E27FC236}">
                  <a16:creationId xmlns:a16="http://schemas.microsoft.com/office/drawing/2014/main" id="{DF368068-7102-4252-86DA-C54284380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683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71" name="Freeform 1222">
              <a:extLst>
                <a:ext uri="{FF2B5EF4-FFF2-40B4-BE49-F238E27FC236}">
                  <a16:creationId xmlns:a16="http://schemas.microsoft.com/office/drawing/2014/main" id="{7F2467E0-35D9-4AE8-9670-E4C3FE34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675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72" name="Freeform 1223">
              <a:extLst>
                <a:ext uri="{FF2B5EF4-FFF2-40B4-BE49-F238E27FC236}">
                  <a16:creationId xmlns:a16="http://schemas.microsoft.com/office/drawing/2014/main" id="{B53E7383-5470-452E-AF0B-E5BEDADA5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632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56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73" name="Freeform 1224">
              <a:extLst>
                <a:ext uri="{FF2B5EF4-FFF2-40B4-BE49-F238E27FC236}">
                  <a16:creationId xmlns:a16="http://schemas.microsoft.com/office/drawing/2014/main" id="{8EFF5C3E-140B-4B91-A613-A56F239D4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491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74" name="Freeform 1225">
              <a:extLst>
                <a:ext uri="{FF2B5EF4-FFF2-40B4-BE49-F238E27FC236}">
                  <a16:creationId xmlns:a16="http://schemas.microsoft.com/office/drawing/2014/main" id="{FC738819-7CB1-459A-BA23-368F3B8AE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50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75" name="Freeform 1226">
              <a:extLst>
                <a:ext uri="{FF2B5EF4-FFF2-40B4-BE49-F238E27FC236}">
                  <a16:creationId xmlns:a16="http://schemas.microsoft.com/office/drawing/2014/main" id="{640DAD1E-7EE2-44A4-A75D-2A714305E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557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76" name="Freeform 1227">
              <a:extLst>
                <a:ext uri="{FF2B5EF4-FFF2-40B4-BE49-F238E27FC236}">
                  <a16:creationId xmlns:a16="http://schemas.microsoft.com/office/drawing/2014/main" id="{0779C543-7CF6-4B80-A4DF-32150C17D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576"/>
              <a:ext cx="15" cy="19"/>
            </a:xfrm>
            <a:custGeom>
              <a:avLst/>
              <a:gdLst>
                <a:gd name="T0" fmla="*/ 50 w 6"/>
                <a:gd name="T1" fmla="*/ 22 h 7"/>
                <a:gd name="T2" fmla="*/ 83 w 6"/>
                <a:gd name="T3" fmla="*/ 81 h 7"/>
                <a:gd name="T4" fmla="*/ 33 w 6"/>
                <a:gd name="T5" fmla="*/ 117 h 7"/>
                <a:gd name="T6" fmla="*/ 0 w 6"/>
                <a:gd name="T7" fmla="*/ 60 h 7"/>
                <a:gd name="T8" fmla="*/ 50 w 6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77" name="Freeform 1228">
              <a:extLst>
                <a:ext uri="{FF2B5EF4-FFF2-40B4-BE49-F238E27FC236}">
                  <a16:creationId xmlns:a16="http://schemas.microsoft.com/office/drawing/2014/main" id="{2B487DF3-0DEE-4E8F-A18D-037EE8549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600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78" name="Freeform 1229">
              <a:extLst>
                <a:ext uri="{FF2B5EF4-FFF2-40B4-BE49-F238E27FC236}">
                  <a16:creationId xmlns:a16="http://schemas.microsoft.com/office/drawing/2014/main" id="{27795750-8E24-4CCE-B512-89FE4FD30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632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79" name="Freeform 1230">
              <a:extLst>
                <a:ext uri="{FF2B5EF4-FFF2-40B4-BE49-F238E27FC236}">
                  <a16:creationId xmlns:a16="http://schemas.microsoft.com/office/drawing/2014/main" id="{D9F0DC50-0F1A-41AE-9FE2-1ABC7B10C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603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80" name="Freeform 1231">
              <a:extLst>
                <a:ext uri="{FF2B5EF4-FFF2-40B4-BE49-F238E27FC236}">
                  <a16:creationId xmlns:a16="http://schemas.microsoft.com/office/drawing/2014/main" id="{F4EA2A40-FC74-423B-A459-A05922222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67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50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3"/>
                  </a:cubicBezTo>
                  <a:cubicBezTo>
                    <a:pt x="5" y="5"/>
                    <a:pt x="4" y="6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81" name="Freeform 1232">
              <a:extLst>
                <a:ext uri="{FF2B5EF4-FFF2-40B4-BE49-F238E27FC236}">
                  <a16:creationId xmlns:a16="http://schemas.microsoft.com/office/drawing/2014/main" id="{0CA0683E-C8C0-4A9A-946F-BB57A7C65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672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82" name="Freeform 1233">
              <a:extLst>
                <a:ext uri="{FF2B5EF4-FFF2-40B4-BE49-F238E27FC236}">
                  <a16:creationId xmlns:a16="http://schemas.microsoft.com/office/drawing/2014/main" id="{9D47823A-4FE2-4676-94EB-B25653CFD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680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56 h 6"/>
                <a:gd name="T8" fmla="*/ 5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83" name="Freeform 1234">
              <a:extLst>
                <a:ext uri="{FF2B5EF4-FFF2-40B4-BE49-F238E27FC236}">
                  <a16:creationId xmlns:a16="http://schemas.microsoft.com/office/drawing/2014/main" id="{2A0A5138-AFF6-4638-B6AC-D76420BB8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683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56 h 6"/>
                <a:gd name="T8" fmla="*/ 5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84" name="Freeform 1235">
              <a:extLst>
                <a:ext uri="{FF2B5EF4-FFF2-40B4-BE49-F238E27FC236}">
                  <a16:creationId xmlns:a16="http://schemas.microsoft.com/office/drawing/2014/main" id="{1D957706-3EAD-401F-A043-40E03521F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683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5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85" name="Freeform 1236">
              <a:extLst>
                <a:ext uri="{FF2B5EF4-FFF2-40B4-BE49-F238E27FC236}">
                  <a16:creationId xmlns:a16="http://schemas.microsoft.com/office/drawing/2014/main" id="{875B2AE8-803F-4998-8CF9-BE3FA996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680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5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0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86" name="Freeform 1237">
              <a:extLst>
                <a:ext uri="{FF2B5EF4-FFF2-40B4-BE49-F238E27FC236}">
                  <a16:creationId xmlns:a16="http://schemas.microsoft.com/office/drawing/2014/main" id="{5737655B-5CA3-4F81-BA6A-845F1FA01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691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87" name="Freeform 1238">
              <a:extLst>
                <a:ext uri="{FF2B5EF4-FFF2-40B4-BE49-F238E27FC236}">
                  <a16:creationId xmlns:a16="http://schemas.microsoft.com/office/drawing/2014/main" id="{E58C3FFC-AC53-4778-BA5D-DC6C86666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693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88" name="Freeform 1239">
              <a:extLst>
                <a:ext uri="{FF2B5EF4-FFF2-40B4-BE49-F238E27FC236}">
                  <a16:creationId xmlns:a16="http://schemas.microsoft.com/office/drawing/2014/main" id="{067D4A87-67A5-4013-A36C-C9926A9F9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661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89" name="Freeform 1240">
              <a:extLst>
                <a:ext uri="{FF2B5EF4-FFF2-40B4-BE49-F238E27FC236}">
                  <a16:creationId xmlns:a16="http://schemas.microsoft.com/office/drawing/2014/main" id="{2A6AAE44-30F4-4943-86BC-6B34F0215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643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56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90" name="Freeform 1241">
              <a:extLst>
                <a:ext uri="{FF2B5EF4-FFF2-40B4-BE49-F238E27FC236}">
                  <a16:creationId xmlns:a16="http://schemas.microsoft.com/office/drawing/2014/main" id="{1A9BFB3C-D77F-4BE9-9017-D287F986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653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91" name="Freeform 1242">
              <a:extLst>
                <a:ext uri="{FF2B5EF4-FFF2-40B4-BE49-F238E27FC236}">
                  <a16:creationId xmlns:a16="http://schemas.microsoft.com/office/drawing/2014/main" id="{89721232-92AD-4CED-9F3D-FCD41939F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40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92" name="Freeform 1243">
              <a:extLst>
                <a:ext uri="{FF2B5EF4-FFF2-40B4-BE49-F238E27FC236}">
                  <a16:creationId xmlns:a16="http://schemas.microsoft.com/office/drawing/2014/main" id="{AFC150D7-3830-4975-8C90-516B3ABE7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621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56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93" name="Freeform 1244">
              <a:extLst>
                <a:ext uri="{FF2B5EF4-FFF2-40B4-BE49-F238E27FC236}">
                  <a16:creationId xmlns:a16="http://schemas.microsoft.com/office/drawing/2014/main" id="{F1CEF88B-1917-4FFB-9548-58199F65D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621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50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94" name="Freeform 1245">
              <a:extLst>
                <a:ext uri="{FF2B5EF4-FFF2-40B4-BE49-F238E27FC236}">
                  <a16:creationId xmlns:a16="http://schemas.microsoft.com/office/drawing/2014/main" id="{3AC0059A-414A-4428-AD37-7D6AA0D9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629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95" name="Freeform 1246">
              <a:extLst>
                <a:ext uri="{FF2B5EF4-FFF2-40B4-BE49-F238E27FC236}">
                  <a16:creationId xmlns:a16="http://schemas.microsoft.com/office/drawing/2014/main" id="{72586587-6B01-49A2-B449-62605857F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63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96" name="Freeform 1247">
              <a:extLst>
                <a:ext uri="{FF2B5EF4-FFF2-40B4-BE49-F238E27FC236}">
                  <a16:creationId xmlns:a16="http://schemas.microsoft.com/office/drawing/2014/main" id="{0EFD5301-9B8F-4C2B-A3AB-7631AF26D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632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97" name="Freeform 1248">
              <a:extLst>
                <a:ext uri="{FF2B5EF4-FFF2-40B4-BE49-F238E27FC236}">
                  <a16:creationId xmlns:a16="http://schemas.microsoft.com/office/drawing/2014/main" id="{08E7299A-A555-4EBD-A4FC-802ED817E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627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98" name="Freeform 1249">
              <a:extLst>
                <a:ext uri="{FF2B5EF4-FFF2-40B4-BE49-F238E27FC236}">
                  <a16:creationId xmlns:a16="http://schemas.microsoft.com/office/drawing/2014/main" id="{51CFACA9-13EA-4D6D-8F65-183B7842A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587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99" name="Freeform 1250">
              <a:extLst>
                <a:ext uri="{FF2B5EF4-FFF2-40B4-BE49-F238E27FC236}">
                  <a16:creationId xmlns:a16="http://schemas.microsoft.com/office/drawing/2014/main" id="{126658FD-C494-45C0-9755-6F9931B89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76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50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00" name="Freeform 1251">
              <a:extLst>
                <a:ext uri="{FF2B5EF4-FFF2-40B4-BE49-F238E27FC236}">
                  <a16:creationId xmlns:a16="http://schemas.microsoft.com/office/drawing/2014/main" id="{B2872A65-FA27-4746-BB38-C471AED3E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565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01" name="Freeform 1252">
              <a:extLst>
                <a:ext uri="{FF2B5EF4-FFF2-40B4-BE49-F238E27FC236}">
                  <a16:creationId xmlns:a16="http://schemas.microsoft.com/office/drawing/2014/main" id="{630B9403-E7C9-4A52-99E4-968F9F50D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557"/>
              <a:ext cx="15" cy="19"/>
            </a:xfrm>
            <a:custGeom>
              <a:avLst/>
              <a:gdLst>
                <a:gd name="T0" fmla="*/ 63 w 6"/>
                <a:gd name="T1" fmla="*/ 22 h 7"/>
                <a:gd name="T2" fmla="*/ 83 w 6"/>
                <a:gd name="T3" fmla="*/ 81 h 7"/>
                <a:gd name="T4" fmla="*/ 33 w 6"/>
                <a:gd name="T5" fmla="*/ 117 h 7"/>
                <a:gd name="T6" fmla="*/ 0 w 6"/>
                <a:gd name="T7" fmla="*/ 60 h 7"/>
                <a:gd name="T8" fmla="*/ 63 w 6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02" name="Freeform 1253">
              <a:extLst>
                <a:ext uri="{FF2B5EF4-FFF2-40B4-BE49-F238E27FC236}">
                  <a16:creationId xmlns:a16="http://schemas.microsoft.com/office/drawing/2014/main" id="{DED3AD4D-2BD8-47DC-A88E-B74F7AB2D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507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63 w 4"/>
                <a:gd name="T3" fmla="*/ 50 h 4"/>
                <a:gd name="T4" fmla="*/ 20 w 4"/>
                <a:gd name="T5" fmla="*/ 63 h 4"/>
                <a:gd name="T6" fmla="*/ 0 w 4"/>
                <a:gd name="T7" fmla="*/ 33 h 4"/>
                <a:gd name="T8" fmla="*/ 5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03" name="Freeform 1254">
              <a:extLst>
                <a:ext uri="{FF2B5EF4-FFF2-40B4-BE49-F238E27FC236}">
                  <a16:creationId xmlns:a16="http://schemas.microsoft.com/office/drawing/2014/main" id="{C5DF771D-81FD-44B6-BFD9-6BB6D0870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51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04" name="Freeform 1255">
              <a:extLst>
                <a:ext uri="{FF2B5EF4-FFF2-40B4-BE49-F238E27FC236}">
                  <a16:creationId xmlns:a16="http://schemas.microsoft.com/office/drawing/2014/main" id="{60C82CC4-7AD9-4A81-AF38-9ADBB30A8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501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61 h 4"/>
                <a:gd name="T4" fmla="*/ 33 w 4"/>
                <a:gd name="T5" fmla="*/ 83 h 4"/>
                <a:gd name="T6" fmla="*/ 0 w 4"/>
                <a:gd name="T7" fmla="*/ 47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05" name="Freeform 1256">
              <a:extLst>
                <a:ext uri="{FF2B5EF4-FFF2-40B4-BE49-F238E27FC236}">
                  <a16:creationId xmlns:a16="http://schemas.microsoft.com/office/drawing/2014/main" id="{66443E75-2DE0-4413-B6CB-DA5E0EEE7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480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06" name="Freeform 1257">
              <a:extLst>
                <a:ext uri="{FF2B5EF4-FFF2-40B4-BE49-F238E27FC236}">
                  <a16:creationId xmlns:a16="http://schemas.microsoft.com/office/drawing/2014/main" id="{328406FE-1A1D-440B-8299-B5DC58655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531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56 h 6"/>
                <a:gd name="T8" fmla="*/ 5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07" name="Freeform 1258">
              <a:extLst>
                <a:ext uri="{FF2B5EF4-FFF2-40B4-BE49-F238E27FC236}">
                  <a16:creationId xmlns:a16="http://schemas.microsoft.com/office/drawing/2014/main" id="{346C0A41-E215-439E-B565-8B75EDFA1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539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08" name="Freeform 1259">
              <a:extLst>
                <a:ext uri="{FF2B5EF4-FFF2-40B4-BE49-F238E27FC236}">
                  <a16:creationId xmlns:a16="http://schemas.microsoft.com/office/drawing/2014/main" id="{445F9E87-DBF1-4221-9365-F28CAF583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480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56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09" name="Freeform 1260">
              <a:extLst>
                <a:ext uri="{FF2B5EF4-FFF2-40B4-BE49-F238E27FC236}">
                  <a16:creationId xmlns:a16="http://schemas.microsoft.com/office/drawing/2014/main" id="{C7FF05C1-C7C7-4CC2-B01C-44378B944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48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47 h 4"/>
                <a:gd name="T4" fmla="*/ 20 w 4"/>
                <a:gd name="T5" fmla="*/ 83 h 4"/>
                <a:gd name="T6" fmla="*/ 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10" name="Freeform 1261">
              <a:extLst>
                <a:ext uri="{FF2B5EF4-FFF2-40B4-BE49-F238E27FC236}">
                  <a16:creationId xmlns:a16="http://schemas.microsoft.com/office/drawing/2014/main" id="{429AF2FE-C3F2-4DC1-B7ED-73536D659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453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2" y="4"/>
                    <a:pt x="1" y="4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11" name="Freeform 1262">
              <a:extLst>
                <a:ext uri="{FF2B5EF4-FFF2-40B4-BE49-F238E27FC236}">
                  <a16:creationId xmlns:a16="http://schemas.microsoft.com/office/drawing/2014/main" id="{F88F6D63-D5A0-4526-9337-8F4E0E511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437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47 h 4"/>
                <a:gd name="T4" fmla="*/ 20 w 4"/>
                <a:gd name="T5" fmla="*/ 83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12" name="Freeform 1263">
              <a:extLst>
                <a:ext uri="{FF2B5EF4-FFF2-40B4-BE49-F238E27FC236}">
                  <a16:creationId xmlns:a16="http://schemas.microsoft.com/office/drawing/2014/main" id="{D5AD99CB-CD5A-4F62-A552-AD6B3AE37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477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13" name="Freeform 1264">
              <a:extLst>
                <a:ext uri="{FF2B5EF4-FFF2-40B4-BE49-F238E27FC236}">
                  <a16:creationId xmlns:a16="http://schemas.microsoft.com/office/drawing/2014/main" id="{7605F264-FEE8-4485-A2A0-DA0FB6225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464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14" name="Freeform 1265">
              <a:extLst>
                <a:ext uri="{FF2B5EF4-FFF2-40B4-BE49-F238E27FC236}">
                  <a16:creationId xmlns:a16="http://schemas.microsoft.com/office/drawing/2014/main" id="{522CB032-FBCE-4074-B2DB-526A5F451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88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15" name="Freeform 1266">
              <a:extLst>
                <a:ext uri="{FF2B5EF4-FFF2-40B4-BE49-F238E27FC236}">
                  <a16:creationId xmlns:a16="http://schemas.microsoft.com/office/drawing/2014/main" id="{ABB13F1D-5523-45EC-8E94-E2605166F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461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16" name="Freeform 1267">
              <a:extLst>
                <a:ext uri="{FF2B5EF4-FFF2-40B4-BE49-F238E27FC236}">
                  <a16:creationId xmlns:a16="http://schemas.microsoft.com/office/drawing/2014/main" id="{AA58E4AD-C9EC-4C57-863B-E8F02B701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435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68 w 5"/>
                <a:gd name="T3" fmla="*/ 55 h 5"/>
                <a:gd name="T4" fmla="*/ 34 w 5"/>
                <a:gd name="T5" fmla="*/ 68 h 5"/>
                <a:gd name="T6" fmla="*/ 21 w 5"/>
                <a:gd name="T7" fmla="*/ 34 h 5"/>
                <a:gd name="T8" fmla="*/ 55 w 5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4" y="1"/>
                    <a:pt x="5" y="2"/>
                    <a:pt x="4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17" name="Freeform 1268">
              <a:extLst>
                <a:ext uri="{FF2B5EF4-FFF2-40B4-BE49-F238E27FC236}">
                  <a16:creationId xmlns:a16="http://schemas.microsoft.com/office/drawing/2014/main" id="{7E4CB14F-2733-4047-97ED-5ACD267E6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46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18" name="Freeform 1269">
              <a:extLst>
                <a:ext uri="{FF2B5EF4-FFF2-40B4-BE49-F238E27FC236}">
                  <a16:creationId xmlns:a16="http://schemas.microsoft.com/office/drawing/2014/main" id="{F14541C9-BAF5-4FB5-A590-C0555DA41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432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50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3"/>
                  </a:cubicBezTo>
                  <a:cubicBezTo>
                    <a:pt x="5" y="5"/>
                    <a:pt x="4" y="6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19" name="Freeform 1270">
              <a:extLst>
                <a:ext uri="{FF2B5EF4-FFF2-40B4-BE49-F238E27FC236}">
                  <a16:creationId xmlns:a16="http://schemas.microsoft.com/office/drawing/2014/main" id="{18F2ED83-9382-40D9-A766-44F83B848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477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20" name="Freeform 1271">
              <a:extLst>
                <a:ext uri="{FF2B5EF4-FFF2-40B4-BE49-F238E27FC236}">
                  <a16:creationId xmlns:a16="http://schemas.microsoft.com/office/drawing/2014/main" id="{BDFF8B4D-C783-4CF5-B4F7-42CD13B1C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96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61 h 4"/>
                <a:gd name="T4" fmla="*/ 33 w 4"/>
                <a:gd name="T5" fmla="*/ 83 h 4"/>
                <a:gd name="T6" fmla="*/ 2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21" name="Freeform 1272">
              <a:extLst>
                <a:ext uri="{FF2B5EF4-FFF2-40B4-BE49-F238E27FC236}">
                  <a16:creationId xmlns:a16="http://schemas.microsoft.com/office/drawing/2014/main" id="{AE21A12C-7CF8-4315-A06E-4A5D8A526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547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33 h 4"/>
                <a:gd name="T4" fmla="*/ 20 w 4"/>
                <a:gd name="T5" fmla="*/ 50 h 4"/>
                <a:gd name="T6" fmla="*/ 0 w 4"/>
                <a:gd name="T7" fmla="*/ 20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22" name="Freeform 1273">
              <a:extLst>
                <a:ext uri="{FF2B5EF4-FFF2-40B4-BE49-F238E27FC236}">
                  <a16:creationId xmlns:a16="http://schemas.microsoft.com/office/drawing/2014/main" id="{BA45EE1C-F38D-47A8-B5BE-11F827B02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608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23" name="Freeform 1274">
              <a:extLst>
                <a:ext uri="{FF2B5EF4-FFF2-40B4-BE49-F238E27FC236}">
                  <a16:creationId xmlns:a16="http://schemas.microsoft.com/office/drawing/2014/main" id="{D9272675-25C9-463D-B8C8-B04F65D0C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603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50 h 4"/>
                <a:gd name="T4" fmla="*/ 33 w 4"/>
                <a:gd name="T5" fmla="*/ 63 h 4"/>
                <a:gd name="T6" fmla="*/ 20 w 4"/>
                <a:gd name="T7" fmla="*/ 20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24" name="Freeform 1275">
              <a:extLst>
                <a:ext uri="{FF2B5EF4-FFF2-40B4-BE49-F238E27FC236}">
                  <a16:creationId xmlns:a16="http://schemas.microsoft.com/office/drawing/2014/main" id="{85A66262-A4F8-4A27-8416-6BCF30780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629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47 h 4"/>
                <a:gd name="T4" fmla="*/ 20 w 4"/>
                <a:gd name="T5" fmla="*/ 61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25" name="Freeform 1276">
              <a:extLst>
                <a:ext uri="{FF2B5EF4-FFF2-40B4-BE49-F238E27FC236}">
                  <a16:creationId xmlns:a16="http://schemas.microsoft.com/office/drawing/2014/main" id="{BCEB5EB7-1F5D-4E30-AE69-A8DEB3934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643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33 h 4"/>
                <a:gd name="T4" fmla="*/ 33 w 4"/>
                <a:gd name="T5" fmla="*/ 50 h 4"/>
                <a:gd name="T6" fmla="*/ 20 w 4"/>
                <a:gd name="T7" fmla="*/ 20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26" name="Freeform 1277">
              <a:extLst>
                <a:ext uri="{FF2B5EF4-FFF2-40B4-BE49-F238E27FC236}">
                  <a16:creationId xmlns:a16="http://schemas.microsoft.com/office/drawing/2014/main" id="{8229E18B-F143-482F-A4DA-E229BA7D8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677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63 w 4"/>
                <a:gd name="T3" fmla="*/ 35 h 3"/>
                <a:gd name="T4" fmla="*/ 33 w 4"/>
                <a:gd name="T5" fmla="*/ 56 h 3"/>
                <a:gd name="T6" fmla="*/ 20 w 4"/>
                <a:gd name="T7" fmla="*/ 21 h 3"/>
                <a:gd name="T8" fmla="*/ 5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27" name="Freeform 1278">
              <a:extLst>
                <a:ext uri="{FF2B5EF4-FFF2-40B4-BE49-F238E27FC236}">
                  <a16:creationId xmlns:a16="http://schemas.microsoft.com/office/drawing/2014/main" id="{BE5CABD3-58AE-464D-A5C0-9BF24D19F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701"/>
              <a:ext cx="7" cy="6"/>
            </a:xfrm>
            <a:custGeom>
              <a:avLst/>
              <a:gdLst>
                <a:gd name="T0" fmla="*/ 28 w 3"/>
                <a:gd name="T1" fmla="*/ 0 h 2"/>
                <a:gd name="T2" fmla="*/ 37 w 3"/>
                <a:gd name="T3" fmla="*/ 27 h 2"/>
                <a:gd name="T4" fmla="*/ 12 w 3"/>
                <a:gd name="T5" fmla="*/ 54 h 2"/>
                <a:gd name="T6" fmla="*/ 0 w 3"/>
                <a:gd name="T7" fmla="*/ 0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28" name="Freeform 1279">
              <a:extLst>
                <a:ext uri="{FF2B5EF4-FFF2-40B4-BE49-F238E27FC236}">
                  <a16:creationId xmlns:a16="http://schemas.microsoft.com/office/drawing/2014/main" id="{B9B440F2-BA53-43D1-A51D-566C4036D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691"/>
              <a:ext cx="7" cy="5"/>
            </a:xfrm>
            <a:custGeom>
              <a:avLst/>
              <a:gdLst>
                <a:gd name="T0" fmla="*/ 28 w 3"/>
                <a:gd name="T1" fmla="*/ 0 h 2"/>
                <a:gd name="T2" fmla="*/ 37 w 3"/>
                <a:gd name="T3" fmla="*/ 20 h 2"/>
                <a:gd name="T4" fmla="*/ 12 w 3"/>
                <a:gd name="T5" fmla="*/ 33 h 2"/>
                <a:gd name="T6" fmla="*/ 12 w 3"/>
                <a:gd name="T7" fmla="*/ 0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29" name="Freeform 1280">
              <a:extLst>
                <a:ext uri="{FF2B5EF4-FFF2-40B4-BE49-F238E27FC236}">
                  <a16:creationId xmlns:a16="http://schemas.microsoft.com/office/drawing/2014/main" id="{96EB2AF1-5ECD-4D0B-8255-26598EE56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683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33 h 4"/>
                <a:gd name="T4" fmla="*/ 20 w 4"/>
                <a:gd name="T5" fmla="*/ 63 h 4"/>
                <a:gd name="T6" fmla="*/ 0 w 4"/>
                <a:gd name="T7" fmla="*/ 20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1"/>
                    <a:pt x="4" y="2"/>
                    <a:pt x="4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30" name="Freeform 1281">
              <a:extLst>
                <a:ext uri="{FF2B5EF4-FFF2-40B4-BE49-F238E27FC236}">
                  <a16:creationId xmlns:a16="http://schemas.microsoft.com/office/drawing/2014/main" id="{3E6709C4-02C8-49BD-B466-7D1148FD3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637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31" name="Freeform 1282">
              <a:extLst>
                <a:ext uri="{FF2B5EF4-FFF2-40B4-BE49-F238E27FC236}">
                  <a16:creationId xmlns:a16="http://schemas.microsoft.com/office/drawing/2014/main" id="{61B7853F-F107-4BFC-8B27-75FED0C50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675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50 w 4"/>
                <a:gd name="T3" fmla="*/ 50 h 4"/>
                <a:gd name="T4" fmla="*/ 20 w 4"/>
                <a:gd name="T5" fmla="*/ 63 h 4"/>
                <a:gd name="T6" fmla="*/ 0 w 4"/>
                <a:gd name="T7" fmla="*/ 33 h 4"/>
                <a:gd name="T8" fmla="*/ 33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32" name="Freeform 1283">
              <a:extLst>
                <a:ext uri="{FF2B5EF4-FFF2-40B4-BE49-F238E27FC236}">
                  <a16:creationId xmlns:a16="http://schemas.microsoft.com/office/drawing/2014/main" id="{2883CF4D-455F-44EC-BFF8-2394ECA30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685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33" name="Freeform 1284">
              <a:extLst>
                <a:ext uri="{FF2B5EF4-FFF2-40B4-BE49-F238E27FC236}">
                  <a16:creationId xmlns:a16="http://schemas.microsoft.com/office/drawing/2014/main" id="{30408E48-2CFA-49BD-95CE-EAF825DB7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680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47 h 4"/>
                <a:gd name="T4" fmla="*/ 20 w 4"/>
                <a:gd name="T5" fmla="*/ 61 h 4"/>
                <a:gd name="T6" fmla="*/ 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34" name="Freeform 1285">
              <a:extLst>
                <a:ext uri="{FF2B5EF4-FFF2-40B4-BE49-F238E27FC236}">
                  <a16:creationId xmlns:a16="http://schemas.microsoft.com/office/drawing/2014/main" id="{943F5864-7F9B-447A-A479-4EA2D971E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672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35" name="Freeform 1286">
              <a:extLst>
                <a:ext uri="{FF2B5EF4-FFF2-40B4-BE49-F238E27FC236}">
                  <a16:creationId xmlns:a16="http://schemas.microsoft.com/office/drawing/2014/main" id="{A0899634-7336-4AC9-B5E7-78221DD66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667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33 h 4"/>
                <a:gd name="T4" fmla="*/ 33 w 4"/>
                <a:gd name="T5" fmla="*/ 50 h 4"/>
                <a:gd name="T6" fmla="*/ 20 w 4"/>
                <a:gd name="T7" fmla="*/ 20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36" name="Freeform 1287">
              <a:extLst>
                <a:ext uri="{FF2B5EF4-FFF2-40B4-BE49-F238E27FC236}">
                  <a16:creationId xmlns:a16="http://schemas.microsoft.com/office/drawing/2014/main" id="{87EB76BF-ECC7-42B5-8CE3-574C71F8D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699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35 h 3"/>
                <a:gd name="T6" fmla="*/ 21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2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37" name="Freeform 1288">
              <a:extLst>
                <a:ext uri="{FF2B5EF4-FFF2-40B4-BE49-F238E27FC236}">
                  <a16:creationId xmlns:a16="http://schemas.microsoft.com/office/drawing/2014/main" id="{8F833E35-4586-44F9-AAB9-362E8935B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56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38" name="Freeform 1289">
              <a:extLst>
                <a:ext uri="{FF2B5EF4-FFF2-40B4-BE49-F238E27FC236}">
                  <a16:creationId xmlns:a16="http://schemas.microsoft.com/office/drawing/2014/main" id="{F1343D79-9144-4B6C-A37A-15BE266D2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571"/>
              <a:ext cx="7" cy="8"/>
            </a:xfrm>
            <a:custGeom>
              <a:avLst/>
              <a:gdLst>
                <a:gd name="T0" fmla="*/ 28 w 3"/>
                <a:gd name="T1" fmla="*/ 21 h 3"/>
                <a:gd name="T2" fmla="*/ 37 w 3"/>
                <a:gd name="T3" fmla="*/ 35 h 3"/>
                <a:gd name="T4" fmla="*/ 12 w 3"/>
                <a:gd name="T5" fmla="*/ 56 h 3"/>
                <a:gd name="T6" fmla="*/ 12 w 3"/>
                <a:gd name="T7" fmla="*/ 21 h 3"/>
                <a:gd name="T8" fmla="*/ 28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39" name="Freeform 1290">
              <a:extLst>
                <a:ext uri="{FF2B5EF4-FFF2-40B4-BE49-F238E27FC236}">
                  <a16:creationId xmlns:a16="http://schemas.microsoft.com/office/drawing/2014/main" id="{44B95880-845A-4765-BB52-F2E334D74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579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63 w 4"/>
                <a:gd name="T3" fmla="*/ 50 h 4"/>
                <a:gd name="T4" fmla="*/ 20 w 4"/>
                <a:gd name="T5" fmla="*/ 63 h 4"/>
                <a:gd name="T6" fmla="*/ 0 w 4"/>
                <a:gd name="T7" fmla="*/ 33 h 4"/>
                <a:gd name="T8" fmla="*/ 5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40" name="Freeform 1291">
              <a:extLst>
                <a:ext uri="{FF2B5EF4-FFF2-40B4-BE49-F238E27FC236}">
                  <a16:creationId xmlns:a16="http://schemas.microsoft.com/office/drawing/2014/main" id="{B963EF50-ACBB-4F73-B46C-8EA09DFAD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589"/>
              <a:ext cx="7" cy="8"/>
            </a:xfrm>
            <a:custGeom>
              <a:avLst/>
              <a:gdLst>
                <a:gd name="T0" fmla="*/ 28 w 3"/>
                <a:gd name="T1" fmla="*/ 21 h 3"/>
                <a:gd name="T2" fmla="*/ 37 w 3"/>
                <a:gd name="T3" fmla="*/ 35 h 3"/>
                <a:gd name="T4" fmla="*/ 12 w 3"/>
                <a:gd name="T5" fmla="*/ 56 h 3"/>
                <a:gd name="T6" fmla="*/ 12 w 3"/>
                <a:gd name="T7" fmla="*/ 21 h 3"/>
                <a:gd name="T8" fmla="*/ 28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41" name="Freeform 1292">
              <a:extLst>
                <a:ext uri="{FF2B5EF4-FFF2-40B4-BE49-F238E27FC236}">
                  <a16:creationId xmlns:a16="http://schemas.microsoft.com/office/drawing/2014/main" id="{05A70B6E-AF59-4CD2-8FFA-B55C0EC90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597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61 h 4"/>
                <a:gd name="T4" fmla="*/ 33 w 4"/>
                <a:gd name="T5" fmla="*/ 83 h 4"/>
                <a:gd name="T6" fmla="*/ 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42" name="Freeform 1293">
              <a:extLst>
                <a:ext uri="{FF2B5EF4-FFF2-40B4-BE49-F238E27FC236}">
                  <a16:creationId xmlns:a16="http://schemas.microsoft.com/office/drawing/2014/main" id="{C092425A-C77F-4B0B-910D-1CD4153BD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523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33 h 4"/>
                <a:gd name="T4" fmla="*/ 20 w 4"/>
                <a:gd name="T5" fmla="*/ 50 h 4"/>
                <a:gd name="T6" fmla="*/ 0 w 4"/>
                <a:gd name="T7" fmla="*/ 20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43" name="Freeform 1294">
              <a:extLst>
                <a:ext uri="{FF2B5EF4-FFF2-40B4-BE49-F238E27FC236}">
                  <a16:creationId xmlns:a16="http://schemas.microsoft.com/office/drawing/2014/main" id="{8A6AF357-43D7-405A-BCEB-3B9CC714F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515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33 h 4"/>
                <a:gd name="T4" fmla="*/ 20 w 4"/>
                <a:gd name="T5" fmla="*/ 50 h 4"/>
                <a:gd name="T6" fmla="*/ 0 w 4"/>
                <a:gd name="T7" fmla="*/ 20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44" name="Freeform 1295">
              <a:extLst>
                <a:ext uri="{FF2B5EF4-FFF2-40B4-BE49-F238E27FC236}">
                  <a16:creationId xmlns:a16="http://schemas.microsoft.com/office/drawing/2014/main" id="{AA588A85-A239-4F8B-901A-07BB3E873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563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63 w 4"/>
                <a:gd name="T3" fmla="*/ 50 h 4"/>
                <a:gd name="T4" fmla="*/ 33 w 4"/>
                <a:gd name="T5" fmla="*/ 63 h 4"/>
                <a:gd name="T6" fmla="*/ 20 w 4"/>
                <a:gd name="T7" fmla="*/ 33 h 4"/>
                <a:gd name="T8" fmla="*/ 5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45" name="Freeform 1296">
              <a:extLst>
                <a:ext uri="{FF2B5EF4-FFF2-40B4-BE49-F238E27FC236}">
                  <a16:creationId xmlns:a16="http://schemas.microsoft.com/office/drawing/2014/main" id="{E42565CD-38E9-4290-8822-237A0D5E2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648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46" name="Freeform 1297">
              <a:extLst>
                <a:ext uri="{FF2B5EF4-FFF2-40B4-BE49-F238E27FC236}">
                  <a16:creationId xmlns:a16="http://schemas.microsoft.com/office/drawing/2014/main" id="{CE59896A-17F8-4486-B852-C25CC38A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669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63 w 4"/>
                <a:gd name="T3" fmla="*/ 61 h 4"/>
                <a:gd name="T4" fmla="*/ 33 w 4"/>
                <a:gd name="T5" fmla="*/ 83 h 4"/>
                <a:gd name="T6" fmla="*/ 20 w 4"/>
                <a:gd name="T7" fmla="*/ 47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47" name="Freeform 1298">
              <a:extLst>
                <a:ext uri="{FF2B5EF4-FFF2-40B4-BE49-F238E27FC236}">
                  <a16:creationId xmlns:a16="http://schemas.microsoft.com/office/drawing/2014/main" id="{BD66DAC2-6DD0-4FF6-A7CC-02166558B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707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33 h 4"/>
                <a:gd name="T4" fmla="*/ 33 w 4"/>
                <a:gd name="T5" fmla="*/ 50 h 4"/>
                <a:gd name="T6" fmla="*/ 0 w 4"/>
                <a:gd name="T7" fmla="*/ 20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48" name="Freeform 1299">
              <a:extLst>
                <a:ext uri="{FF2B5EF4-FFF2-40B4-BE49-F238E27FC236}">
                  <a16:creationId xmlns:a16="http://schemas.microsoft.com/office/drawing/2014/main" id="{081BC005-E2BE-4727-BBA2-560F76388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704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49" name="Freeform 1300">
              <a:extLst>
                <a:ext uri="{FF2B5EF4-FFF2-40B4-BE49-F238E27FC236}">
                  <a16:creationId xmlns:a16="http://schemas.microsoft.com/office/drawing/2014/main" id="{4FFA3D37-A0B5-4F5F-9483-C678EC5AB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528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50" name="Freeform 1301">
              <a:extLst>
                <a:ext uri="{FF2B5EF4-FFF2-40B4-BE49-F238E27FC236}">
                  <a16:creationId xmlns:a16="http://schemas.microsoft.com/office/drawing/2014/main" id="{657BB217-201D-48F6-A282-A1AB407AE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571"/>
              <a:ext cx="7" cy="8"/>
            </a:xfrm>
            <a:custGeom>
              <a:avLst/>
              <a:gdLst>
                <a:gd name="T0" fmla="*/ 28 w 3"/>
                <a:gd name="T1" fmla="*/ 0 h 3"/>
                <a:gd name="T2" fmla="*/ 37 w 3"/>
                <a:gd name="T3" fmla="*/ 35 h 3"/>
                <a:gd name="T4" fmla="*/ 12 w 3"/>
                <a:gd name="T5" fmla="*/ 56 h 3"/>
                <a:gd name="T6" fmla="*/ 0 w 3"/>
                <a:gd name="T7" fmla="*/ 21 h 3"/>
                <a:gd name="T8" fmla="*/ 28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51" name="Freeform 1302">
              <a:extLst>
                <a:ext uri="{FF2B5EF4-FFF2-40B4-BE49-F238E27FC236}">
                  <a16:creationId xmlns:a16="http://schemas.microsoft.com/office/drawing/2014/main" id="{EEC88332-44BC-470B-A0A5-B97350B56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587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50 h 4"/>
                <a:gd name="T4" fmla="*/ 33 w 4"/>
                <a:gd name="T5" fmla="*/ 63 h 4"/>
                <a:gd name="T6" fmla="*/ 20 w 4"/>
                <a:gd name="T7" fmla="*/ 33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2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52" name="Freeform 1303">
              <a:extLst>
                <a:ext uri="{FF2B5EF4-FFF2-40B4-BE49-F238E27FC236}">
                  <a16:creationId xmlns:a16="http://schemas.microsoft.com/office/drawing/2014/main" id="{4B922AFE-0340-41AF-AC4D-4696892FF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611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63 w 4"/>
                <a:gd name="T3" fmla="*/ 50 h 4"/>
                <a:gd name="T4" fmla="*/ 33 w 4"/>
                <a:gd name="T5" fmla="*/ 63 h 4"/>
                <a:gd name="T6" fmla="*/ 20 w 4"/>
                <a:gd name="T7" fmla="*/ 33 h 4"/>
                <a:gd name="T8" fmla="*/ 5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53" name="Freeform 1304">
              <a:extLst>
                <a:ext uri="{FF2B5EF4-FFF2-40B4-BE49-F238E27FC236}">
                  <a16:creationId xmlns:a16="http://schemas.microsoft.com/office/drawing/2014/main" id="{0A316FD0-0278-43A3-91EB-D73BB8968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557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47 h 4"/>
                <a:gd name="T4" fmla="*/ 20 w 4"/>
                <a:gd name="T5" fmla="*/ 61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54" name="Freeform 1305">
              <a:extLst>
                <a:ext uri="{FF2B5EF4-FFF2-40B4-BE49-F238E27FC236}">
                  <a16:creationId xmlns:a16="http://schemas.microsoft.com/office/drawing/2014/main" id="{BB325DD5-47BD-4BC4-B353-6DEFA5764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605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47 h 4"/>
                <a:gd name="T4" fmla="*/ 20 w 4"/>
                <a:gd name="T5" fmla="*/ 61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55" name="Freeform 1306">
              <a:extLst>
                <a:ext uri="{FF2B5EF4-FFF2-40B4-BE49-F238E27FC236}">
                  <a16:creationId xmlns:a16="http://schemas.microsoft.com/office/drawing/2014/main" id="{9EAF4233-97D8-4BBB-B746-9C2BA72AA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576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47 h 4"/>
                <a:gd name="T4" fmla="*/ 33 w 4"/>
                <a:gd name="T5" fmla="*/ 61 h 4"/>
                <a:gd name="T6" fmla="*/ 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56" name="Freeform 1307">
              <a:extLst>
                <a:ext uri="{FF2B5EF4-FFF2-40B4-BE49-F238E27FC236}">
                  <a16:creationId xmlns:a16="http://schemas.microsoft.com/office/drawing/2014/main" id="{06BBC781-2D0A-4741-B881-AA11E37AA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571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63 w 4"/>
                <a:gd name="T3" fmla="*/ 50 h 4"/>
                <a:gd name="T4" fmla="*/ 20 w 4"/>
                <a:gd name="T5" fmla="*/ 63 h 4"/>
                <a:gd name="T6" fmla="*/ 0 w 4"/>
                <a:gd name="T7" fmla="*/ 33 h 4"/>
                <a:gd name="T8" fmla="*/ 5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57" name="Freeform 1308">
              <a:extLst>
                <a:ext uri="{FF2B5EF4-FFF2-40B4-BE49-F238E27FC236}">
                  <a16:creationId xmlns:a16="http://schemas.microsoft.com/office/drawing/2014/main" id="{F2CA2305-77A1-4E03-A311-06EBBFB30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451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33 h 4"/>
                <a:gd name="T4" fmla="*/ 33 w 4"/>
                <a:gd name="T5" fmla="*/ 50 h 4"/>
                <a:gd name="T6" fmla="*/ 20 w 4"/>
                <a:gd name="T7" fmla="*/ 20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58" name="Freeform 1309">
              <a:extLst>
                <a:ext uri="{FF2B5EF4-FFF2-40B4-BE49-F238E27FC236}">
                  <a16:creationId xmlns:a16="http://schemas.microsoft.com/office/drawing/2014/main" id="{2C9FA064-F636-447B-8C61-2C9556937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381"/>
              <a:ext cx="7" cy="6"/>
            </a:xfrm>
            <a:custGeom>
              <a:avLst/>
              <a:gdLst>
                <a:gd name="T0" fmla="*/ 28 w 3"/>
                <a:gd name="T1" fmla="*/ 0 h 2"/>
                <a:gd name="T2" fmla="*/ 28 w 3"/>
                <a:gd name="T3" fmla="*/ 54 h 2"/>
                <a:gd name="T4" fmla="*/ 12 w 3"/>
                <a:gd name="T5" fmla="*/ 54 h 2"/>
                <a:gd name="T6" fmla="*/ 0 w 3"/>
                <a:gd name="T7" fmla="*/ 27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59" name="Freeform 1310">
              <a:extLst>
                <a:ext uri="{FF2B5EF4-FFF2-40B4-BE49-F238E27FC236}">
                  <a16:creationId xmlns:a16="http://schemas.microsoft.com/office/drawing/2014/main" id="{71CB10D3-4CF6-44BC-B80E-278DAFBE0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371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20 w 2"/>
                <a:gd name="T5" fmla="*/ 33 h 2"/>
                <a:gd name="T6" fmla="*/ 0 w 2"/>
                <a:gd name="T7" fmla="*/ 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60" name="Freeform 1311">
              <a:extLst>
                <a:ext uri="{FF2B5EF4-FFF2-40B4-BE49-F238E27FC236}">
                  <a16:creationId xmlns:a16="http://schemas.microsoft.com/office/drawing/2014/main" id="{E8B7ACF0-AE35-4452-A8E6-931944E31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408"/>
              <a:ext cx="7" cy="8"/>
            </a:xfrm>
            <a:custGeom>
              <a:avLst/>
              <a:gdLst>
                <a:gd name="T0" fmla="*/ 28 w 3"/>
                <a:gd name="T1" fmla="*/ 21 h 3"/>
                <a:gd name="T2" fmla="*/ 28 w 3"/>
                <a:gd name="T3" fmla="*/ 35 h 3"/>
                <a:gd name="T4" fmla="*/ 12 w 3"/>
                <a:gd name="T5" fmla="*/ 56 h 3"/>
                <a:gd name="T6" fmla="*/ 0 w 3"/>
                <a:gd name="T7" fmla="*/ 21 h 3"/>
                <a:gd name="T8" fmla="*/ 28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3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61" name="Freeform 1312">
              <a:extLst>
                <a:ext uri="{FF2B5EF4-FFF2-40B4-BE49-F238E27FC236}">
                  <a16:creationId xmlns:a16="http://schemas.microsoft.com/office/drawing/2014/main" id="{9CEDF845-9A48-49C6-8D11-66D832D68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397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35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62" name="Freeform 1313">
              <a:extLst>
                <a:ext uri="{FF2B5EF4-FFF2-40B4-BE49-F238E27FC236}">
                  <a16:creationId xmlns:a16="http://schemas.microsoft.com/office/drawing/2014/main" id="{F121934A-32D6-401F-B2E3-DE4E7D7BA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419"/>
              <a:ext cx="7" cy="5"/>
            </a:xfrm>
            <a:custGeom>
              <a:avLst/>
              <a:gdLst>
                <a:gd name="T0" fmla="*/ 28 w 3"/>
                <a:gd name="T1" fmla="*/ 0 h 2"/>
                <a:gd name="T2" fmla="*/ 37 w 3"/>
                <a:gd name="T3" fmla="*/ 33 h 2"/>
                <a:gd name="T4" fmla="*/ 12 w 3"/>
                <a:gd name="T5" fmla="*/ 33 h 2"/>
                <a:gd name="T6" fmla="*/ 12 w 3"/>
                <a:gd name="T7" fmla="*/ 20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1"/>
                    <a:pt x="3" y="1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63" name="Freeform 1314">
              <a:extLst>
                <a:ext uri="{FF2B5EF4-FFF2-40B4-BE49-F238E27FC236}">
                  <a16:creationId xmlns:a16="http://schemas.microsoft.com/office/drawing/2014/main" id="{5E5E8FD3-B9CD-4411-98E4-396211BAD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395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35 h 3"/>
                <a:gd name="T4" fmla="*/ 20 w 2"/>
                <a:gd name="T5" fmla="*/ 35 h 3"/>
                <a:gd name="T6" fmla="*/ 0 w 2"/>
                <a:gd name="T7" fmla="*/ 21 h 3"/>
                <a:gd name="T8" fmla="*/ 2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64" name="Freeform 1315">
              <a:extLst>
                <a:ext uri="{FF2B5EF4-FFF2-40B4-BE49-F238E27FC236}">
                  <a16:creationId xmlns:a16="http://schemas.microsoft.com/office/drawing/2014/main" id="{55C8DF62-2F3C-4099-A6F7-A1C3D472A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352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35 h 3"/>
                <a:gd name="T4" fmla="*/ 21 w 3"/>
                <a:gd name="T5" fmla="*/ 35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65" name="Freeform 1316">
              <a:extLst>
                <a:ext uri="{FF2B5EF4-FFF2-40B4-BE49-F238E27FC236}">
                  <a16:creationId xmlns:a16="http://schemas.microsoft.com/office/drawing/2014/main" id="{45F78CDC-BD7E-4203-8CCA-20F0A153B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381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33 w 2"/>
                <a:gd name="T3" fmla="*/ 35 h 3"/>
                <a:gd name="T4" fmla="*/ 20 w 2"/>
                <a:gd name="T5" fmla="*/ 56 h 3"/>
                <a:gd name="T6" fmla="*/ 0 w 2"/>
                <a:gd name="T7" fmla="*/ 21 h 3"/>
                <a:gd name="T8" fmla="*/ 2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66" name="Freeform 1317">
              <a:extLst>
                <a:ext uri="{FF2B5EF4-FFF2-40B4-BE49-F238E27FC236}">
                  <a16:creationId xmlns:a16="http://schemas.microsoft.com/office/drawing/2014/main" id="{FAF1EF68-1669-4F26-A35B-016B20DDB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387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33 h 4"/>
                <a:gd name="T4" fmla="*/ 20 w 4"/>
                <a:gd name="T5" fmla="*/ 50 h 4"/>
                <a:gd name="T6" fmla="*/ 0 w 4"/>
                <a:gd name="T7" fmla="*/ 20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67" name="Freeform 1318">
              <a:extLst>
                <a:ext uri="{FF2B5EF4-FFF2-40B4-BE49-F238E27FC236}">
                  <a16:creationId xmlns:a16="http://schemas.microsoft.com/office/drawing/2014/main" id="{BD59FA90-1DFA-4C1F-9D7D-C14DE26BE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336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47 h 4"/>
                <a:gd name="T4" fmla="*/ 20 w 4"/>
                <a:gd name="T5" fmla="*/ 83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68" name="Freeform 1319">
              <a:extLst>
                <a:ext uri="{FF2B5EF4-FFF2-40B4-BE49-F238E27FC236}">
                  <a16:creationId xmlns:a16="http://schemas.microsoft.com/office/drawing/2014/main" id="{90F6FC14-7AA4-470F-BAFC-885B3CD3C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368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69" name="Freeform 1320">
              <a:extLst>
                <a:ext uri="{FF2B5EF4-FFF2-40B4-BE49-F238E27FC236}">
                  <a16:creationId xmlns:a16="http://schemas.microsoft.com/office/drawing/2014/main" id="{F625E9AE-DA7A-4360-9808-66E8B2139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365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33 w 2"/>
                <a:gd name="T3" fmla="*/ 35 h 3"/>
                <a:gd name="T4" fmla="*/ 20 w 2"/>
                <a:gd name="T5" fmla="*/ 56 h 3"/>
                <a:gd name="T6" fmla="*/ 0 w 2"/>
                <a:gd name="T7" fmla="*/ 21 h 3"/>
                <a:gd name="T8" fmla="*/ 2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70" name="Freeform 1321">
              <a:extLst>
                <a:ext uri="{FF2B5EF4-FFF2-40B4-BE49-F238E27FC236}">
                  <a16:creationId xmlns:a16="http://schemas.microsoft.com/office/drawing/2014/main" id="{04915BE1-A17F-4520-A914-D4889AFFA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360"/>
              <a:ext cx="7" cy="5"/>
            </a:xfrm>
            <a:custGeom>
              <a:avLst/>
              <a:gdLst>
                <a:gd name="T0" fmla="*/ 28 w 3"/>
                <a:gd name="T1" fmla="*/ 0 h 2"/>
                <a:gd name="T2" fmla="*/ 28 w 3"/>
                <a:gd name="T3" fmla="*/ 33 h 2"/>
                <a:gd name="T4" fmla="*/ 12 w 3"/>
                <a:gd name="T5" fmla="*/ 33 h 2"/>
                <a:gd name="T6" fmla="*/ 0 w 3"/>
                <a:gd name="T7" fmla="*/ 20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71" name="Freeform 1322">
              <a:extLst>
                <a:ext uri="{FF2B5EF4-FFF2-40B4-BE49-F238E27FC236}">
                  <a16:creationId xmlns:a16="http://schemas.microsoft.com/office/drawing/2014/main" id="{DB9B2076-6B34-4A24-A7E4-914A71E63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38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20 w 2"/>
                <a:gd name="T5" fmla="*/ 33 h 2"/>
                <a:gd name="T6" fmla="*/ 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72" name="Freeform 1323">
              <a:extLst>
                <a:ext uri="{FF2B5EF4-FFF2-40B4-BE49-F238E27FC236}">
                  <a16:creationId xmlns:a16="http://schemas.microsoft.com/office/drawing/2014/main" id="{1CD90513-9FE6-4FC1-91B3-2D8F08972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315"/>
              <a:ext cx="5" cy="8"/>
            </a:xfrm>
            <a:custGeom>
              <a:avLst/>
              <a:gdLst>
                <a:gd name="T0" fmla="*/ 33 w 2"/>
                <a:gd name="T1" fmla="*/ 0 h 3"/>
                <a:gd name="T2" fmla="*/ 33 w 2"/>
                <a:gd name="T3" fmla="*/ 35 h 3"/>
                <a:gd name="T4" fmla="*/ 20 w 2"/>
                <a:gd name="T5" fmla="*/ 35 h 3"/>
                <a:gd name="T6" fmla="*/ 0 w 2"/>
                <a:gd name="T7" fmla="*/ 21 h 3"/>
                <a:gd name="T8" fmla="*/ 33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73" name="Freeform 1324">
              <a:extLst>
                <a:ext uri="{FF2B5EF4-FFF2-40B4-BE49-F238E27FC236}">
                  <a16:creationId xmlns:a16="http://schemas.microsoft.com/office/drawing/2014/main" id="{F69E0533-C8CA-4D6A-9358-F14558973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360"/>
              <a:ext cx="8" cy="5"/>
            </a:xfrm>
            <a:custGeom>
              <a:avLst/>
              <a:gdLst>
                <a:gd name="T0" fmla="*/ 35 w 3"/>
                <a:gd name="T1" fmla="*/ 0 h 2"/>
                <a:gd name="T2" fmla="*/ 56 w 3"/>
                <a:gd name="T3" fmla="*/ 20 h 2"/>
                <a:gd name="T4" fmla="*/ 21 w 3"/>
                <a:gd name="T5" fmla="*/ 33 h 2"/>
                <a:gd name="T6" fmla="*/ 0 w 3"/>
                <a:gd name="T7" fmla="*/ 20 h 2"/>
                <a:gd name="T8" fmla="*/ 3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74" name="Freeform 1325">
              <a:extLst>
                <a:ext uri="{FF2B5EF4-FFF2-40B4-BE49-F238E27FC236}">
                  <a16:creationId xmlns:a16="http://schemas.microsoft.com/office/drawing/2014/main" id="{F721A962-365A-4A2E-A304-6F1CEF35D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344"/>
              <a:ext cx="7" cy="8"/>
            </a:xfrm>
            <a:custGeom>
              <a:avLst/>
              <a:gdLst>
                <a:gd name="T0" fmla="*/ 28 w 3"/>
                <a:gd name="T1" fmla="*/ 0 h 3"/>
                <a:gd name="T2" fmla="*/ 37 w 3"/>
                <a:gd name="T3" fmla="*/ 35 h 3"/>
                <a:gd name="T4" fmla="*/ 12 w 3"/>
                <a:gd name="T5" fmla="*/ 56 h 3"/>
                <a:gd name="T6" fmla="*/ 0 w 3"/>
                <a:gd name="T7" fmla="*/ 21 h 3"/>
                <a:gd name="T8" fmla="*/ 28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75" name="Freeform 1326">
              <a:extLst>
                <a:ext uri="{FF2B5EF4-FFF2-40B4-BE49-F238E27FC236}">
                  <a16:creationId xmlns:a16="http://schemas.microsoft.com/office/drawing/2014/main" id="{9D9EFFF2-226F-4475-B3F8-368F9E7E1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389"/>
              <a:ext cx="7" cy="6"/>
            </a:xfrm>
            <a:custGeom>
              <a:avLst/>
              <a:gdLst>
                <a:gd name="T0" fmla="*/ 28 w 3"/>
                <a:gd name="T1" fmla="*/ 0 h 2"/>
                <a:gd name="T2" fmla="*/ 28 w 3"/>
                <a:gd name="T3" fmla="*/ 27 h 2"/>
                <a:gd name="T4" fmla="*/ 12 w 3"/>
                <a:gd name="T5" fmla="*/ 54 h 2"/>
                <a:gd name="T6" fmla="*/ 12 w 3"/>
                <a:gd name="T7" fmla="*/ 0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76" name="Freeform 1327">
              <a:extLst>
                <a:ext uri="{FF2B5EF4-FFF2-40B4-BE49-F238E27FC236}">
                  <a16:creationId xmlns:a16="http://schemas.microsoft.com/office/drawing/2014/main" id="{7D154A3A-1856-40A1-92F7-E78E6873A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435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63 w 4"/>
                <a:gd name="T3" fmla="*/ 50 h 4"/>
                <a:gd name="T4" fmla="*/ 33 w 4"/>
                <a:gd name="T5" fmla="*/ 63 h 4"/>
                <a:gd name="T6" fmla="*/ 20 w 4"/>
                <a:gd name="T7" fmla="*/ 33 h 4"/>
                <a:gd name="T8" fmla="*/ 5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77" name="Freeform 1328">
              <a:extLst>
                <a:ext uri="{FF2B5EF4-FFF2-40B4-BE49-F238E27FC236}">
                  <a16:creationId xmlns:a16="http://schemas.microsoft.com/office/drawing/2014/main" id="{33A429DA-94DA-4EAA-9CF6-EEBB33DF4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456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35 h 3"/>
                <a:gd name="T4" fmla="*/ 21 w 3"/>
                <a:gd name="T5" fmla="*/ 35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78" name="Freeform 1329">
              <a:extLst>
                <a:ext uri="{FF2B5EF4-FFF2-40B4-BE49-F238E27FC236}">
                  <a16:creationId xmlns:a16="http://schemas.microsoft.com/office/drawing/2014/main" id="{755CBEB1-2AC1-492F-9720-5E160DB68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424"/>
              <a:ext cx="7" cy="8"/>
            </a:xfrm>
            <a:custGeom>
              <a:avLst/>
              <a:gdLst>
                <a:gd name="T0" fmla="*/ 28 w 3"/>
                <a:gd name="T1" fmla="*/ 0 h 3"/>
                <a:gd name="T2" fmla="*/ 37 w 3"/>
                <a:gd name="T3" fmla="*/ 35 h 3"/>
                <a:gd name="T4" fmla="*/ 12 w 3"/>
                <a:gd name="T5" fmla="*/ 56 h 3"/>
                <a:gd name="T6" fmla="*/ 0 w 3"/>
                <a:gd name="T7" fmla="*/ 21 h 3"/>
                <a:gd name="T8" fmla="*/ 28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79" name="Freeform 1330">
              <a:extLst>
                <a:ext uri="{FF2B5EF4-FFF2-40B4-BE49-F238E27FC236}">
                  <a16:creationId xmlns:a16="http://schemas.microsoft.com/office/drawing/2014/main" id="{0964BED8-B17D-4CAB-AB36-76AFCEFAB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424"/>
              <a:ext cx="8" cy="5"/>
            </a:xfrm>
            <a:custGeom>
              <a:avLst/>
              <a:gdLst>
                <a:gd name="T0" fmla="*/ 35 w 3"/>
                <a:gd name="T1" fmla="*/ 0 h 2"/>
                <a:gd name="T2" fmla="*/ 35 w 3"/>
                <a:gd name="T3" fmla="*/ 20 h 2"/>
                <a:gd name="T4" fmla="*/ 21 w 3"/>
                <a:gd name="T5" fmla="*/ 33 h 2"/>
                <a:gd name="T6" fmla="*/ 0 w 3"/>
                <a:gd name="T7" fmla="*/ 20 h 2"/>
                <a:gd name="T8" fmla="*/ 3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80" name="Freeform 1331">
              <a:extLst>
                <a:ext uri="{FF2B5EF4-FFF2-40B4-BE49-F238E27FC236}">
                  <a16:creationId xmlns:a16="http://schemas.microsoft.com/office/drawing/2014/main" id="{EF4CEFD7-7949-4C50-A6A7-A2F52140A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451"/>
              <a:ext cx="8" cy="8"/>
            </a:xfrm>
            <a:custGeom>
              <a:avLst/>
              <a:gdLst>
                <a:gd name="T0" fmla="*/ 35 w 3"/>
                <a:gd name="T1" fmla="*/ 21 h 3"/>
                <a:gd name="T2" fmla="*/ 56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3" y="2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81" name="Freeform 1332">
              <a:extLst>
                <a:ext uri="{FF2B5EF4-FFF2-40B4-BE49-F238E27FC236}">
                  <a16:creationId xmlns:a16="http://schemas.microsoft.com/office/drawing/2014/main" id="{2B51E331-8124-4E0C-950A-5DF0982E8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413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82" name="Freeform 1333">
              <a:extLst>
                <a:ext uri="{FF2B5EF4-FFF2-40B4-BE49-F238E27FC236}">
                  <a16:creationId xmlns:a16="http://schemas.microsoft.com/office/drawing/2014/main" id="{7F6708D7-714C-42C0-A552-D825F7967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37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35 h 3"/>
                <a:gd name="T4" fmla="*/ 21 w 3"/>
                <a:gd name="T5" fmla="*/ 35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83" name="Freeform 1334">
              <a:extLst>
                <a:ext uri="{FF2B5EF4-FFF2-40B4-BE49-F238E27FC236}">
                  <a16:creationId xmlns:a16="http://schemas.microsoft.com/office/drawing/2014/main" id="{38D1A15F-5A67-4F62-86DF-729C2ECA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400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35 h 3"/>
                <a:gd name="T4" fmla="*/ 12 w 3"/>
                <a:gd name="T5" fmla="*/ 56 h 3"/>
                <a:gd name="T6" fmla="*/ 0 w 3"/>
                <a:gd name="T7" fmla="*/ 21 h 3"/>
                <a:gd name="T8" fmla="*/ 28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3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84" name="Freeform 1335">
              <a:extLst>
                <a:ext uri="{FF2B5EF4-FFF2-40B4-BE49-F238E27FC236}">
                  <a16:creationId xmlns:a16="http://schemas.microsoft.com/office/drawing/2014/main" id="{3903E3BF-1346-4317-92A2-94BD63FD2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448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85" name="Freeform 1336">
              <a:extLst>
                <a:ext uri="{FF2B5EF4-FFF2-40B4-BE49-F238E27FC236}">
                  <a16:creationId xmlns:a16="http://schemas.microsoft.com/office/drawing/2014/main" id="{291AD786-F2CE-4CD8-A572-A436E6F10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659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33 h 4"/>
                <a:gd name="T4" fmla="*/ 20 w 4"/>
                <a:gd name="T5" fmla="*/ 50 h 4"/>
                <a:gd name="T6" fmla="*/ 0 w 4"/>
                <a:gd name="T7" fmla="*/ 20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86" name="Freeform 1337">
              <a:extLst>
                <a:ext uri="{FF2B5EF4-FFF2-40B4-BE49-F238E27FC236}">
                  <a16:creationId xmlns:a16="http://schemas.microsoft.com/office/drawing/2014/main" id="{64031A66-54E3-4534-A4B8-6D665080B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696"/>
              <a:ext cx="5" cy="8"/>
            </a:xfrm>
            <a:custGeom>
              <a:avLst/>
              <a:gdLst>
                <a:gd name="T0" fmla="*/ 33 w 2"/>
                <a:gd name="T1" fmla="*/ 0 h 3"/>
                <a:gd name="T2" fmla="*/ 33 w 2"/>
                <a:gd name="T3" fmla="*/ 35 h 3"/>
                <a:gd name="T4" fmla="*/ 20 w 2"/>
                <a:gd name="T5" fmla="*/ 35 h 3"/>
                <a:gd name="T6" fmla="*/ 0 w 2"/>
                <a:gd name="T7" fmla="*/ 21 h 3"/>
                <a:gd name="T8" fmla="*/ 33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87" name="Freeform 1338">
              <a:extLst>
                <a:ext uri="{FF2B5EF4-FFF2-40B4-BE49-F238E27FC236}">
                  <a16:creationId xmlns:a16="http://schemas.microsoft.com/office/drawing/2014/main" id="{851E9304-B5D0-4852-BA81-2DCB97937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560"/>
              <a:ext cx="5" cy="8"/>
            </a:xfrm>
            <a:custGeom>
              <a:avLst/>
              <a:gdLst>
                <a:gd name="T0" fmla="*/ 33 w 2"/>
                <a:gd name="T1" fmla="*/ 0 h 3"/>
                <a:gd name="T2" fmla="*/ 33 w 2"/>
                <a:gd name="T3" fmla="*/ 35 h 3"/>
                <a:gd name="T4" fmla="*/ 20 w 2"/>
                <a:gd name="T5" fmla="*/ 56 h 3"/>
                <a:gd name="T6" fmla="*/ 0 w 2"/>
                <a:gd name="T7" fmla="*/ 21 h 3"/>
                <a:gd name="T8" fmla="*/ 33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88" name="Freeform 1339">
              <a:extLst>
                <a:ext uri="{FF2B5EF4-FFF2-40B4-BE49-F238E27FC236}">
                  <a16:creationId xmlns:a16="http://schemas.microsoft.com/office/drawing/2014/main" id="{5358E6A2-4D58-4220-A572-A2B6F6D96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565"/>
              <a:ext cx="7" cy="6"/>
            </a:xfrm>
            <a:custGeom>
              <a:avLst/>
              <a:gdLst>
                <a:gd name="T0" fmla="*/ 28 w 3"/>
                <a:gd name="T1" fmla="*/ 0 h 2"/>
                <a:gd name="T2" fmla="*/ 37 w 3"/>
                <a:gd name="T3" fmla="*/ 27 h 2"/>
                <a:gd name="T4" fmla="*/ 12 w 3"/>
                <a:gd name="T5" fmla="*/ 54 h 2"/>
                <a:gd name="T6" fmla="*/ 0 w 3"/>
                <a:gd name="T7" fmla="*/ 27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89" name="Freeform 1340">
              <a:extLst>
                <a:ext uri="{FF2B5EF4-FFF2-40B4-BE49-F238E27FC236}">
                  <a16:creationId xmlns:a16="http://schemas.microsoft.com/office/drawing/2014/main" id="{F81F373D-009C-4342-9BFA-29EDCE77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579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50 w 4"/>
                <a:gd name="T3" fmla="*/ 50 h 4"/>
                <a:gd name="T4" fmla="*/ 20 w 4"/>
                <a:gd name="T5" fmla="*/ 63 h 4"/>
                <a:gd name="T6" fmla="*/ 0 w 4"/>
                <a:gd name="T7" fmla="*/ 33 h 4"/>
                <a:gd name="T8" fmla="*/ 33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90" name="Freeform 1341">
              <a:extLst>
                <a:ext uri="{FF2B5EF4-FFF2-40B4-BE49-F238E27FC236}">
                  <a16:creationId xmlns:a16="http://schemas.microsoft.com/office/drawing/2014/main" id="{6354A0AD-0CD1-441A-A1CE-48D4DD1E1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87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20 w 2"/>
                <a:gd name="T5" fmla="*/ 33 h 2"/>
                <a:gd name="T6" fmla="*/ 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91" name="Freeform 1342">
              <a:extLst>
                <a:ext uri="{FF2B5EF4-FFF2-40B4-BE49-F238E27FC236}">
                  <a16:creationId xmlns:a16="http://schemas.microsoft.com/office/drawing/2014/main" id="{3E66BE04-A505-419D-A3FF-1326E6879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536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35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92" name="Freeform 1343">
              <a:extLst>
                <a:ext uri="{FF2B5EF4-FFF2-40B4-BE49-F238E27FC236}">
                  <a16:creationId xmlns:a16="http://schemas.microsoft.com/office/drawing/2014/main" id="{0E27688A-A49E-4962-A3E2-6E2D8362E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17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93" name="Freeform 1344">
              <a:extLst>
                <a:ext uri="{FF2B5EF4-FFF2-40B4-BE49-F238E27FC236}">
                  <a16:creationId xmlns:a16="http://schemas.microsoft.com/office/drawing/2014/main" id="{CBB41714-7F89-4030-8096-9FE55C334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704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47 h 4"/>
                <a:gd name="T4" fmla="*/ 20 w 4"/>
                <a:gd name="T5" fmla="*/ 61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94" name="Freeform 1345">
              <a:extLst>
                <a:ext uri="{FF2B5EF4-FFF2-40B4-BE49-F238E27FC236}">
                  <a16:creationId xmlns:a16="http://schemas.microsoft.com/office/drawing/2014/main" id="{BAE97044-6583-479A-A00A-3194992E9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701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47 h 4"/>
                <a:gd name="T4" fmla="*/ 33 w 4"/>
                <a:gd name="T5" fmla="*/ 83 h 4"/>
                <a:gd name="T6" fmla="*/ 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95" name="Freeform 1346">
              <a:extLst>
                <a:ext uri="{FF2B5EF4-FFF2-40B4-BE49-F238E27FC236}">
                  <a16:creationId xmlns:a16="http://schemas.microsoft.com/office/drawing/2014/main" id="{58CE6741-E310-4CAF-A1FB-45E789AAF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728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63 w 4"/>
                <a:gd name="T3" fmla="*/ 61 h 4"/>
                <a:gd name="T4" fmla="*/ 33 w 4"/>
                <a:gd name="T5" fmla="*/ 83 h 4"/>
                <a:gd name="T6" fmla="*/ 20 w 4"/>
                <a:gd name="T7" fmla="*/ 47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96" name="Freeform 1347">
              <a:extLst>
                <a:ext uri="{FF2B5EF4-FFF2-40B4-BE49-F238E27FC236}">
                  <a16:creationId xmlns:a16="http://schemas.microsoft.com/office/drawing/2014/main" id="{A805B868-3384-427D-A1A4-D6D607AE7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699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50 h 4"/>
                <a:gd name="T4" fmla="*/ 20 w 4"/>
                <a:gd name="T5" fmla="*/ 63 h 4"/>
                <a:gd name="T6" fmla="*/ 0 w 4"/>
                <a:gd name="T7" fmla="*/ 33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97" name="Freeform 1348">
              <a:extLst>
                <a:ext uri="{FF2B5EF4-FFF2-40B4-BE49-F238E27FC236}">
                  <a16:creationId xmlns:a16="http://schemas.microsoft.com/office/drawing/2014/main" id="{707B96DC-D8DD-415B-8B5C-6C5323128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712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63 w 4"/>
                <a:gd name="T3" fmla="*/ 61 h 4"/>
                <a:gd name="T4" fmla="*/ 33 w 4"/>
                <a:gd name="T5" fmla="*/ 83 h 4"/>
                <a:gd name="T6" fmla="*/ 0 w 4"/>
                <a:gd name="T7" fmla="*/ 47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98" name="Freeform 1349">
              <a:extLst>
                <a:ext uri="{FF2B5EF4-FFF2-40B4-BE49-F238E27FC236}">
                  <a16:creationId xmlns:a16="http://schemas.microsoft.com/office/drawing/2014/main" id="{CB7F7D37-14B0-4E86-9765-575FB7BC2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744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99" name="Freeform 1350">
              <a:extLst>
                <a:ext uri="{FF2B5EF4-FFF2-40B4-BE49-F238E27FC236}">
                  <a16:creationId xmlns:a16="http://schemas.microsoft.com/office/drawing/2014/main" id="{BA56D490-B9C8-4B62-B705-5415E1C72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683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3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00" name="Freeform 1351">
              <a:extLst>
                <a:ext uri="{FF2B5EF4-FFF2-40B4-BE49-F238E27FC236}">
                  <a16:creationId xmlns:a16="http://schemas.microsoft.com/office/drawing/2014/main" id="{2A2C6F22-44D3-4FDA-A862-216912603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717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54 h 2"/>
                <a:gd name="T4" fmla="*/ 0 w 2"/>
                <a:gd name="T5" fmla="*/ 54 h 2"/>
                <a:gd name="T6" fmla="*/ 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01" name="Freeform 1352">
              <a:extLst>
                <a:ext uri="{FF2B5EF4-FFF2-40B4-BE49-F238E27FC236}">
                  <a16:creationId xmlns:a16="http://schemas.microsoft.com/office/drawing/2014/main" id="{623E9567-1205-44F9-8B63-7ABB149D3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707"/>
              <a:ext cx="7" cy="8"/>
            </a:xfrm>
            <a:custGeom>
              <a:avLst/>
              <a:gdLst>
                <a:gd name="T0" fmla="*/ 28 w 3"/>
                <a:gd name="T1" fmla="*/ 21 h 3"/>
                <a:gd name="T2" fmla="*/ 37 w 3"/>
                <a:gd name="T3" fmla="*/ 35 h 3"/>
                <a:gd name="T4" fmla="*/ 12 w 3"/>
                <a:gd name="T5" fmla="*/ 56 h 3"/>
                <a:gd name="T6" fmla="*/ 12 w 3"/>
                <a:gd name="T7" fmla="*/ 21 h 3"/>
                <a:gd name="T8" fmla="*/ 28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02" name="Freeform 1353">
              <a:extLst>
                <a:ext uri="{FF2B5EF4-FFF2-40B4-BE49-F238E27FC236}">
                  <a16:creationId xmlns:a16="http://schemas.microsoft.com/office/drawing/2014/main" id="{0F6A49F8-0245-41F9-80FA-60BF22327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760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47 h 4"/>
                <a:gd name="T4" fmla="*/ 33 w 4"/>
                <a:gd name="T5" fmla="*/ 83 h 4"/>
                <a:gd name="T6" fmla="*/ 2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03" name="Freeform 1354">
              <a:extLst>
                <a:ext uri="{FF2B5EF4-FFF2-40B4-BE49-F238E27FC236}">
                  <a16:creationId xmlns:a16="http://schemas.microsoft.com/office/drawing/2014/main" id="{F2226E3B-5035-457F-94D7-B60AE9225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723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0 w 2"/>
                <a:gd name="T5" fmla="*/ 33 h 2"/>
                <a:gd name="T6" fmla="*/ 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04" name="Freeform 1355">
              <a:extLst>
                <a:ext uri="{FF2B5EF4-FFF2-40B4-BE49-F238E27FC236}">
                  <a16:creationId xmlns:a16="http://schemas.microsoft.com/office/drawing/2014/main" id="{B5D0B65D-4237-400F-9B85-086A00550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664"/>
              <a:ext cx="7" cy="5"/>
            </a:xfrm>
            <a:custGeom>
              <a:avLst/>
              <a:gdLst>
                <a:gd name="T0" fmla="*/ 28 w 3"/>
                <a:gd name="T1" fmla="*/ 0 h 2"/>
                <a:gd name="T2" fmla="*/ 37 w 3"/>
                <a:gd name="T3" fmla="*/ 33 h 2"/>
                <a:gd name="T4" fmla="*/ 12 w 3"/>
                <a:gd name="T5" fmla="*/ 33 h 2"/>
                <a:gd name="T6" fmla="*/ 0 w 3"/>
                <a:gd name="T7" fmla="*/ 20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05" name="Freeform 1356">
              <a:extLst>
                <a:ext uri="{FF2B5EF4-FFF2-40B4-BE49-F238E27FC236}">
                  <a16:creationId xmlns:a16="http://schemas.microsoft.com/office/drawing/2014/main" id="{47A60E25-6986-4890-9E55-E642AA18D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653"/>
              <a:ext cx="7" cy="6"/>
            </a:xfrm>
            <a:custGeom>
              <a:avLst/>
              <a:gdLst>
                <a:gd name="T0" fmla="*/ 28 w 3"/>
                <a:gd name="T1" fmla="*/ 0 h 2"/>
                <a:gd name="T2" fmla="*/ 37 w 3"/>
                <a:gd name="T3" fmla="*/ 54 h 2"/>
                <a:gd name="T4" fmla="*/ 12 w 3"/>
                <a:gd name="T5" fmla="*/ 54 h 2"/>
                <a:gd name="T6" fmla="*/ 12 w 3"/>
                <a:gd name="T7" fmla="*/ 27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06" name="Freeform 1357">
              <a:extLst>
                <a:ext uri="{FF2B5EF4-FFF2-40B4-BE49-F238E27FC236}">
                  <a16:creationId xmlns:a16="http://schemas.microsoft.com/office/drawing/2014/main" id="{B607F1FA-E71F-4DCC-BFD4-2BA583114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661"/>
              <a:ext cx="8" cy="8"/>
            </a:xfrm>
            <a:custGeom>
              <a:avLst/>
              <a:gdLst>
                <a:gd name="T0" fmla="*/ 35 w 3"/>
                <a:gd name="T1" fmla="*/ 21 h 3"/>
                <a:gd name="T2" fmla="*/ 56 w 3"/>
                <a:gd name="T3" fmla="*/ 35 h 3"/>
                <a:gd name="T4" fmla="*/ 21 w 3"/>
                <a:gd name="T5" fmla="*/ 56 h 3"/>
                <a:gd name="T6" fmla="*/ 21 w 3"/>
                <a:gd name="T7" fmla="*/ 21 h 3"/>
                <a:gd name="T8" fmla="*/ 35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07" name="Freeform 1358">
              <a:extLst>
                <a:ext uri="{FF2B5EF4-FFF2-40B4-BE49-F238E27FC236}">
                  <a16:creationId xmlns:a16="http://schemas.microsoft.com/office/drawing/2014/main" id="{C75490C5-D87C-4A25-80DA-CD5A4AF27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672"/>
              <a:ext cx="7" cy="5"/>
            </a:xfrm>
            <a:custGeom>
              <a:avLst/>
              <a:gdLst>
                <a:gd name="T0" fmla="*/ 28 w 3"/>
                <a:gd name="T1" fmla="*/ 0 h 2"/>
                <a:gd name="T2" fmla="*/ 37 w 3"/>
                <a:gd name="T3" fmla="*/ 20 h 2"/>
                <a:gd name="T4" fmla="*/ 12 w 3"/>
                <a:gd name="T5" fmla="*/ 33 h 2"/>
                <a:gd name="T6" fmla="*/ 12 w 3"/>
                <a:gd name="T7" fmla="*/ 20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08" name="Freeform 1359">
              <a:extLst>
                <a:ext uri="{FF2B5EF4-FFF2-40B4-BE49-F238E27FC236}">
                  <a16:creationId xmlns:a16="http://schemas.microsoft.com/office/drawing/2014/main" id="{A84B2511-1651-401C-8C83-84EBA5520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685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35 h 3"/>
                <a:gd name="T4" fmla="*/ 0 w 2"/>
                <a:gd name="T5" fmla="*/ 35 h 3"/>
                <a:gd name="T6" fmla="*/ 0 w 2"/>
                <a:gd name="T7" fmla="*/ 21 h 3"/>
                <a:gd name="T8" fmla="*/ 2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09" name="Freeform 1360">
              <a:extLst>
                <a:ext uri="{FF2B5EF4-FFF2-40B4-BE49-F238E27FC236}">
                  <a16:creationId xmlns:a16="http://schemas.microsoft.com/office/drawing/2014/main" id="{7FD2FACF-F1C3-4EA6-A414-36B9567A2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49"/>
              <a:ext cx="5" cy="6"/>
            </a:xfrm>
            <a:custGeom>
              <a:avLst/>
              <a:gdLst>
                <a:gd name="T0" fmla="*/ 33 w 2"/>
                <a:gd name="T1" fmla="*/ 0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0 h 2"/>
                <a:gd name="T8" fmla="*/ 33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10" name="Freeform 1361">
              <a:extLst>
                <a:ext uri="{FF2B5EF4-FFF2-40B4-BE49-F238E27FC236}">
                  <a16:creationId xmlns:a16="http://schemas.microsoft.com/office/drawing/2014/main" id="{1FDAA900-0C20-45D7-A034-09790C735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539"/>
              <a:ext cx="8" cy="5"/>
            </a:xfrm>
            <a:custGeom>
              <a:avLst/>
              <a:gdLst>
                <a:gd name="T0" fmla="*/ 35 w 3"/>
                <a:gd name="T1" fmla="*/ 0 h 2"/>
                <a:gd name="T2" fmla="*/ 35 w 3"/>
                <a:gd name="T3" fmla="*/ 20 h 2"/>
                <a:gd name="T4" fmla="*/ 21 w 3"/>
                <a:gd name="T5" fmla="*/ 33 h 2"/>
                <a:gd name="T6" fmla="*/ 0 w 3"/>
                <a:gd name="T7" fmla="*/ 0 h 2"/>
                <a:gd name="T8" fmla="*/ 3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11" name="Freeform 1362">
              <a:extLst>
                <a:ext uri="{FF2B5EF4-FFF2-40B4-BE49-F238E27FC236}">
                  <a16:creationId xmlns:a16="http://schemas.microsoft.com/office/drawing/2014/main" id="{5337C987-9059-475E-9545-261C75739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555"/>
              <a:ext cx="8" cy="8"/>
            </a:xfrm>
            <a:custGeom>
              <a:avLst/>
              <a:gdLst>
                <a:gd name="T0" fmla="*/ 35 w 3"/>
                <a:gd name="T1" fmla="*/ 21 h 3"/>
                <a:gd name="T2" fmla="*/ 35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3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12" name="Freeform 1363">
              <a:extLst>
                <a:ext uri="{FF2B5EF4-FFF2-40B4-BE49-F238E27FC236}">
                  <a16:creationId xmlns:a16="http://schemas.microsoft.com/office/drawing/2014/main" id="{00964714-037C-4F31-B0A4-DDD8F5B44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571"/>
              <a:ext cx="8" cy="5"/>
            </a:xfrm>
            <a:custGeom>
              <a:avLst/>
              <a:gdLst>
                <a:gd name="T0" fmla="*/ 35 w 3"/>
                <a:gd name="T1" fmla="*/ 0 h 2"/>
                <a:gd name="T2" fmla="*/ 56 w 3"/>
                <a:gd name="T3" fmla="*/ 20 h 2"/>
                <a:gd name="T4" fmla="*/ 21 w 3"/>
                <a:gd name="T5" fmla="*/ 33 h 2"/>
                <a:gd name="T6" fmla="*/ 0 w 3"/>
                <a:gd name="T7" fmla="*/ 20 h 2"/>
                <a:gd name="T8" fmla="*/ 3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13" name="Freeform 1364">
              <a:extLst>
                <a:ext uri="{FF2B5EF4-FFF2-40B4-BE49-F238E27FC236}">
                  <a16:creationId xmlns:a16="http://schemas.microsoft.com/office/drawing/2014/main" id="{9F54811C-8F05-43EB-BAB5-EECF0C6D6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397"/>
              <a:ext cx="7" cy="8"/>
            </a:xfrm>
            <a:custGeom>
              <a:avLst/>
              <a:gdLst>
                <a:gd name="T0" fmla="*/ 28 w 3"/>
                <a:gd name="T1" fmla="*/ 0 h 3"/>
                <a:gd name="T2" fmla="*/ 37 w 3"/>
                <a:gd name="T3" fmla="*/ 35 h 3"/>
                <a:gd name="T4" fmla="*/ 12 w 3"/>
                <a:gd name="T5" fmla="*/ 56 h 3"/>
                <a:gd name="T6" fmla="*/ 12 w 3"/>
                <a:gd name="T7" fmla="*/ 21 h 3"/>
                <a:gd name="T8" fmla="*/ 28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14" name="Freeform 1365">
              <a:extLst>
                <a:ext uri="{FF2B5EF4-FFF2-40B4-BE49-F238E27FC236}">
                  <a16:creationId xmlns:a16="http://schemas.microsoft.com/office/drawing/2014/main" id="{1CCF363C-A07F-4612-9AFF-6EC2AA116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373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3" y="1"/>
                    <a:pt x="3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15" name="Freeform 1366">
              <a:extLst>
                <a:ext uri="{FF2B5EF4-FFF2-40B4-BE49-F238E27FC236}">
                  <a16:creationId xmlns:a16="http://schemas.microsoft.com/office/drawing/2014/main" id="{13A5C4B1-F460-492D-ADF8-D542CC788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363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21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16" name="Freeform 1367">
              <a:extLst>
                <a:ext uri="{FF2B5EF4-FFF2-40B4-BE49-F238E27FC236}">
                  <a16:creationId xmlns:a16="http://schemas.microsoft.com/office/drawing/2014/main" id="{51483290-1126-41AF-BEFF-D4E444D1A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381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35 h 3"/>
                <a:gd name="T6" fmla="*/ 21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2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17" name="Freeform 1368">
              <a:extLst>
                <a:ext uri="{FF2B5EF4-FFF2-40B4-BE49-F238E27FC236}">
                  <a16:creationId xmlns:a16="http://schemas.microsoft.com/office/drawing/2014/main" id="{BADEC62C-A884-4FA1-BC42-3284E2CFC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395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35 h 3"/>
                <a:gd name="T4" fmla="*/ 20 w 2"/>
                <a:gd name="T5" fmla="*/ 56 h 3"/>
                <a:gd name="T6" fmla="*/ 0 w 2"/>
                <a:gd name="T7" fmla="*/ 21 h 3"/>
                <a:gd name="T8" fmla="*/ 2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18" name="Freeform 1369">
              <a:extLst>
                <a:ext uri="{FF2B5EF4-FFF2-40B4-BE49-F238E27FC236}">
                  <a16:creationId xmlns:a16="http://schemas.microsoft.com/office/drawing/2014/main" id="{F5B7F275-1CEE-4AFA-954E-8F3326A74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739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33 h 4"/>
                <a:gd name="T4" fmla="*/ 20 w 4"/>
                <a:gd name="T5" fmla="*/ 63 h 4"/>
                <a:gd name="T6" fmla="*/ 0 w 4"/>
                <a:gd name="T7" fmla="*/ 20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1"/>
                    <a:pt x="4" y="2"/>
                    <a:pt x="4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19" name="Freeform 1370">
              <a:extLst>
                <a:ext uri="{FF2B5EF4-FFF2-40B4-BE49-F238E27FC236}">
                  <a16:creationId xmlns:a16="http://schemas.microsoft.com/office/drawing/2014/main" id="{B097E15E-3D64-4FA0-8BA5-98B122478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675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50 h 4"/>
                <a:gd name="T4" fmla="*/ 20 w 4"/>
                <a:gd name="T5" fmla="*/ 63 h 4"/>
                <a:gd name="T6" fmla="*/ 0 w 4"/>
                <a:gd name="T7" fmla="*/ 20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20" name="Freeform 1371">
              <a:extLst>
                <a:ext uri="{FF2B5EF4-FFF2-40B4-BE49-F238E27FC236}">
                  <a16:creationId xmlns:a16="http://schemas.microsoft.com/office/drawing/2014/main" id="{35324C31-8A0E-480F-AEC3-E1E76A9E2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627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50 h 4"/>
                <a:gd name="T4" fmla="*/ 33 w 4"/>
                <a:gd name="T5" fmla="*/ 63 h 4"/>
                <a:gd name="T6" fmla="*/ 20 w 4"/>
                <a:gd name="T7" fmla="*/ 33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2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21" name="Freeform 1372">
              <a:extLst>
                <a:ext uri="{FF2B5EF4-FFF2-40B4-BE49-F238E27FC236}">
                  <a16:creationId xmlns:a16="http://schemas.microsoft.com/office/drawing/2014/main" id="{7353F506-8B32-466F-8B09-283BD5412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611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33 h 4"/>
                <a:gd name="T4" fmla="*/ 20 w 4"/>
                <a:gd name="T5" fmla="*/ 50 h 4"/>
                <a:gd name="T6" fmla="*/ 0 w 4"/>
                <a:gd name="T7" fmla="*/ 20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22" name="Freeform 1373">
              <a:extLst>
                <a:ext uri="{FF2B5EF4-FFF2-40B4-BE49-F238E27FC236}">
                  <a16:creationId xmlns:a16="http://schemas.microsoft.com/office/drawing/2014/main" id="{1911009D-1E19-4D2A-9BD2-0824BDA8C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637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61 h 4"/>
                <a:gd name="T4" fmla="*/ 33 w 4"/>
                <a:gd name="T5" fmla="*/ 83 h 4"/>
                <a:gd name="T6" fmla="*/ 0 w 4"/>
                <a:gd name="T7" fmla="*/ 47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1" y="4"/>
                    <a:pt x="0" y="2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23" name="Freeform 1374">
              <a:extLst>
                <a:ext uri="{FF2B5EF4-FFF2-40B4-BE49-F238E27FC236}">
                  <a16:creationId xmlns:a16="http://schemas.microsoft.com/office/drawing/2014/main" id="{B3DC5168-29D9-4960-B518-6D29AE3EF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608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24" name="Freeform 1375">
              <a:extLst>
                <a:ext uri="{FF2B5EF4-FFF2-40B4-BE49-F238E27FC236}">
                  <a16:creationId xmlns:a16="http://schemas.microsoft.com/office/drawing/2014/main" id="{D37287E8-E766-49F1-B3F8-1EC68476D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64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47 h 4"/>
                <a:gd name="T4" fmla="*/ 20 w 4"/>
                <a:gd name="T5" fmla="*/ 61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25" name="Freeform 1376">
              <a:extLst>
                <a:ext uri="{FF2B5EF4-FFF2-40B4-BE49-F238E27FC236}">
                  <a16:creationId xmlns:a16="http://schemas.microsoft.com/office/drawing/2014/main" id="{B23E76F8-DB62-4B50-A990-39A3F231E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653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63 w 4"/>
                <a:gd name="T3" fmla="*/ 61 h 4"/>
                <a:gd name="T4" fmla="*/ 33 w 4"/>
                <a:gd name="T5" fmla="*/ 83 h 4"/>
                <a:gd name="T6" fmla="*/ 0 w 4"/>
                <a:gd name="T7" fmla="*/ 47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26" name="Freeform 1377">
              <a:extLst>
                <a:ext uri="{FF2B5EF4-FFF2-40B4-BE49-F238E27FC236}">
                  <a16:creationId xmlns:a16="http://schemas.microsoft.com/office/drawing/2014/main" id="{F3D77A0D-FECB-4D9C-A912-B1942AC57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672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27" name="Freeform 1378">
              <a:extLst>
                <a:ext uri="{FF2B5EF4-FFF2-40B4-BE49-F238E27FC236}">
                  <a16:creationId xmlns:a16="http://schemas.microsoft.com/office/drawing/2014/main" id="{F1F469F0-8683-40AA-9166-0176D10F5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664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28" name="Freeform 1379">
              <a:extLst>
                <a:ext uri="{FF2B5EF4-FFF2-40B4-BE49-F238E27FC236}">
                  <a16:creationId xmlns:a16="http://schemas.microsoft.com/office/drawing/2014/main" id="{CACBF07D-A874-4712-8C1D-F75DDD9FB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669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29" name="Freeform 1380">
              <a:extLst>
                <a:ext uri="{FF2B5EF4-FFF2-40B4-BE49-F238E27FC236}">
                  <a16:creationId xmlns:a16="http://schemas.microsoft.com/office/drawing/2014/main" id="{F060E9BC-CA56-4EB7-BC90-1F6254CD8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731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63 w 4"/>
                <a:gd name="T3" fmla="*/ 50 h 4"/>
                <a:gd name="T4" fmla="*/ 20 w 4"/>
                <a:gd name="T5" fmla="*/ 63 h 4"/>
                <a:gd name="T6" fmla="*/ 0 w 4"/>
                <a:gd name="T7" fmla="*/ 33 h 4"/>
                <a:gd name="T8" fmla="*/ 33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30" name="Freeform 1381">
              <a:extLst>
                <a:ext uri="{FF2B5EF4-FFF2-40B4-BE49-F238E27FC236}">
                  <a16:creationId xmlns:a16="http://schemas.microsoft.com/office/drawing/2014/main" id="{A5D402C2-32DB-4C8A-B5D8-F3D4F799F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568"/>
              <a:ext cx="7" cy="8"/>
            </a:xfrm>
            <a:custGeom>
              <a:avLst/>
              <a:gdLst>
                <a:gd name="T0" fmla="*/ 28 w 3"/>
                <a:gd name="T1" fmla="*/ 0 h 3"/>
                <a:gd name="T2" fmla="*/ 37 w 3"/>
                <a:gd name="T3" fmla="*/ 35 h 3"/>
                <a:gd name="T4" fmla="*/ 12 w 3"/>
                <a:gd name="T5" fmla="*/ 56 h 3"/>
                <a:gd name="T6" fmla="*/ 12 w 3"/>
                <a:gd name="T7" fmla="*/ 21 h 3"/>
                <a:gd name="T8" fmla="*/ 28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31" name="Freeform 1382">
              <a:extLst>
                <a:ext uri="{FF2B5EF4-FFF2-40B4-BE49-F238E27FC236}">
                  <a16:creationId xmlns:a16="http://schemas.microsoft.com/office/drawing/2014/main" id="{C3A926E4-2C96-49CB-9842-830C15290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664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32" name="Freeform 1383">
              <a:extLst>
                <a:ext uri="{FF2B5EF4-FFF2-40B4-BE49-F238E27FC236}">
                  <a16:creationId xmlns:a16="http://schemas.microsoft.com/office/drawing/2014/main" id="{36235238-945E-4C89-AF51-39D2ECEF6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717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47 h 4"/>
                <a:gd name="T4" fmla="*/ 20 w 4"/>
                <a:gd name="T5" fmla="*/ 61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33" name="Freeform 1384">
              <a:extLst>
                <a:ext uri="{FF2B5EF4-FFF2-40B4-BE49-F238E27FC236}">
                  <a16:creationId xmlns:a16="http://schemas.microsoft.com/office/drawing/2014/main" id="{3E503F4F-0DBB-45C5-AAC8-E6463804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656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47 h 4"/>
                <a:gd name="T4" fmla="*/ 20 w 4"/>
                <a:gd name="T5" fmla="*/ 61 h 4"/>
                <a:gd name="T6" fmla="*/ 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34" name="Freeform 1385">
              <a:extLst>
                <a:ext uri="{FF2B5EF4-FFF2-40B4-BE49-F238E27FC236}">
                  <a16:creationId xmlns:a16="http://schemas.microsoft.com/office/drawing/2014/main" id="{561E1E1C-5F5D-475C-A15B-8EA748FC1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667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33 h 4"/>
                <a:gd name="T4" fmla="*/ 20 w 4"/>
                <a:gd name="T5" fmla="*/ 63 h 4"/>
                <a:gd name="T6" fmla="*/ 0 w 4"/>
                <a:gd name="T7" fmla="*/ 20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35" name="Freeform 1386">
              <a:extLst>
                <a:ext uri="{FF2B5EF4-FFF2-40B4-BE49-F238E27FC236}">
                  <a16:creationId xmlns:a16="http://schemas.microsoft.com/office/drawing/2014/main" id="{5E5F95B0-A56D-4BDC-8596-80DBF2F73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664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47 h 4"/>
                <a:gd name="T4" fmla="*/ 20 w 4"/>
                <a:gd name="T5" fmla="*/ 61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36" name="Freeform 1387">
              <a:extLst>
                <a:ext uri="{FF2B5EF4-FFF2-40B4-BE49-F238E27FC236}">
                  <a16:creationId xmlns:a16="http://schemas.microsoft.com/office/drawing/2014/main" id="{AB81CA01-5182-4FBF-BC3E-D7C2B43F8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584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47 h 4"/>
                <a:gd name="T4" fmla="*/ 20 w 4"/>
                <a:gd name="T5" fmla="*/ 83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37" name="Freeform 1388">
              <a:extLst>
                <a:ext uri="{FF2B5EF4-FFF2-40B4-BE49-F238E27FC236}">
                  <a16:creationId xmlns:a16="http://schemas.microsoft.com/office/drawing/2014/main" id="{9D179E1E-A703-43B3-A8A5-55CD7B68B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603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63 w 4"/>
                <a:gd name="T3" fmla="*/ 50 h 4"/>
                <a:gd name="T4" fmla="*/ 33 w 4"/>
                <a:gd name="T5" fmla="*/ 63 h 4"/>
                <a:gd name="T6" fmla="*/ 20 w 4"/>
                <a:gd name="T7" fmla="*/ 33 h 4"/>
                <a:gd name="T8" fmla="*/ 5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38" name="Freeform 1389">
              <a:extLst>
                <a:ext uri="{FF2B5EF4-FFF2-40B4-BE49-F238E27FC236}">
                  <a16:creationId xmlns:a16="http://schemas.microsoft.com/office/drawing/2014/main" id="{659F3FD9-BBCD-4BD4-AAD9-CD2A82021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621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39" name="Freeform 1390">
              <a:extLst>
                <a:ext uri="{FF2B5EF4-FFF2-40B4-BE49-F238E27FC236}">
                  <a16:creationId xmlns:a16="http://schemas.microsoft.com/office/drawing/2014/main" id="{9CFDAF5B-96EF-4585-AB60-F313BDDB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605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47 h 4"/>
                <a:gd name="T4" fmla="*/ 20 w 4"/>
                <a:gd name="T5" fmla="*/ 61 h 4"/>
                <a:gd name="T6" fmla="*/ 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40" name="Freeform 1391">
              <a:extLst>
                <a:ext uri="{FF2B5EF4-FFF2-40B4-BE49-F238E27FC236}">
                  <a16:creationId xmlns:a16="http://schemas.microsoft.com/office/drawing/2014/main" id="{6F61E79D-200E-4F5C-BCB7-BD9A4E12D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624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63 w 4"/>
                <a:gd name="T3" fmla="*/ 61 h 4"/>
                <a:gd name="T4" fmla="*/ 33 w 4"/>
                <a:gd name="T5" fmla="*/ 83 h 4"/>
                <a:gd name="T6" fmla="*/ 20 w 4"/>
                <a:gd name="T7" fmla="*/ 47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41" name="Freeform 1392">
              <a:extLst>
                <a:ext uri="{FF2B5EF4-FFF2-40B4-BE49-F238E27FC236}">
                  <a16:creationId xmlns:a16="http://schemas.microsoft.com/office/drawing/2014/main" id="{E8C1A9B9-B253-471A-9FD7-BE082DF47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661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47 h 4"/>
                <a:gd name="T4" fmla="*/ 33 w 4"/>
                <a:gd name="T5" fmla="*/ 61 h 4"/>
                <a:gd name="T6" fmla="*/ 2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42" name="Freeform 1393">
              <a:extLst>
                <a:ext uri="{FF2B5EF4-FFF2-40B4-BE49-F238E27FC236}">
                  <a16:creationId xmlns:a16="http://schemas.microsoft.com/office/drawing/2014/main" id="{5D795620-131A-4DD9-9455-084BE6989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643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63 w 4"/>
                <a:gd name="T3" fmla="*/ 50 h 4"/>
                <a:gd name="T4" fmla="*/ 20 w 4"/>
                <a:gd name="T5" fmla="*/ 63 h 4"/>
                <a:gd name="T6" fmla="*/ 0 w 4"/>
                <a:gd name="T7" fmla="*/ 33 h 4"/>
                <a:gd name="T8" fmla="*/ 33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43" name="Freeform 1394">
              <a:extLst>
                <a:ext uri="{FF2B5EF4-FFF2-40B4-BE49-F238E27FC236}">
                  <a16:creationId xmlns:a16="http://schemas.microsoft.com/office/drawing/2014/main" id="{CF277067-325C-421C-8657-0FE68A9ED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664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47 h 4"/>
                <a:gd name="T4" fmla="*/ 20 w 4"/>
                <a:gd name="T5" fmla="*/ 61 h 4"/>
                <a:gd name="T6" fmla="*/ 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44" name="Freeform 1395">
              <a:extLst>
                <a:ext uri="{FF2B5EF4-FFF2-40B4-BE49-F238E27FC236}">
                  <a16:creationId xmlns:a16="http://schemas.microsoft.com/office/drawing/2014/main" id="{AE66DA75-0D8E-4479-A8CA-4DFB79B46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643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63 w 4"/>
                <a:gd name="T3" fmla="*/ 50 h 4"/>
                <a:gd name="T4" fmla="*/ 33 w 4"/>
                <a:gd name="T5" fmla="*/ 63 h 4"/>
                <a:gd name="T6" fmla="*/ 20 w 4"/>
                <a:gd name="T7" fmla="*/ 33 h 4"/>
                <a:gd name="T8" fmla="*/ 5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45" name="Freeform 1396">
              <a:extLst>
                <a:ext uri="{FF2B5EF4-FFF2-40B4-BE49-F238E27FC236}">
                  <a16:creationId xmlns:a16="http://schemas.microsoft.com/office/drawing/2014/main" id="{110C2F22-7A80-4702-933A-333375056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632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47 h 4"/>
                <a:gd name="T4" fmla="*/ 20 w 4"/>
                <a:gd name="T5" fmla="*/ 61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46" name="Freeform 1397">
              <a:extLst>
                <a:ext uri="{FF2B5EF4-FFF2-40B4-BE49-F238E27FC236}">
                  <a16:creationId xmlns:a16="http://schemas.microsoft.com/office/drawing/2014/main" id="{B8BE23BF-3C5C-4586-BCFE-1057C0C91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71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0 w 2"/>
                <a:gd name="T5" fmla="*/ 33 h 2"/>
                <a:gd name="T6" fmla="*/ 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47" name="Freeform 1398">
              <a:extLst>
                <a:ext uri="{FF2B5EF4-FFF2-40B4-BE49-F238E27FC236}">
                  <a16:creationId xmlns:a16="http://schemas.microsoft.com/office/drawing/2014/main" id="{6D18352E-ABF6-45E7-89B6-7DBAC97D6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723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50 h 4"/>
                <a:gd name="T4" fmla="*/ 33 w 4"/>
                <a:gd name="T5" fmla="*/ 63 h 4"/>
                <a:gd name="T6" fmla="*/ 0 w 4"/>
                <a:gd name="T7" fmla="*/ 33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48" name="Freeform 1399">
              <a:extLst>
                <a:ext uri="{FF2B5EF4-FFF2-40B4-BE49-F238E27FC236}">
                  <a16:creationId xmlns:a16="http://schemas.microsoft.com/office/drawing/2014/main" id="{F0FE14BA-1191-4D48-8E47-39B5C84D6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648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47 h 4"/>
                <a:gd name="T4" fmla="*/ 20 w 4"/>
                <a:gd name="T5" fmla="*/ 61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49" name="Freeform 1400">
              <a:extLst>
                <a:ext uri="{FF2B5EF4-FFF2-40B4-BE49-F238E27FC236}">
                  <a16:creationId xmlns:a16="http://schemas.microsoft.com/office/drawing/2014/main" id="{548422FA-91B6-4BC0-BDDA-707455E3F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728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50" name="Freeform 1401">
              <a:extLst>
                <a:ext uri="{FF2B5EF4-FFF2-40B4-BE49-F238E27FC236}">
                  <a16:creationId xmlns:a16="http://schemas.microsoft.com/office/drawing/2014/main" id="{32B60F18-D9F2-408A-84E6-1C18F8F3E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720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51" name="Freeform 1402">
              <a:extLst>
                <a:ext uri="{FF2B5EF4-FFF2-40B4-BE49-F238E27FC236}">
                  <a16:creationId xmlns:a16="http://schemas.microsoft.com/office/drawing/2014/main" id="{FEDC6F96-2577-4268-8D44-1BA4FBF69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571"/>
              <a:ext cx="8" cy="5"/>
            </a:xfrm>
            <a:custGeom>
              <a:avLst/>
              <a:gdLst>
                <a:gd name="T0" fmla="*/ 35 w 3"/>
                <a:gd name="T1" fmla="*/ 0 h 2"/>
                <a:gd name="T2" fmla="*/ 56 w 3"/>
                <a:gd name="T3" fmla="*/ 33 h 2"/>
                <a:gd name="T4" fmla="*/ 21 w 3"/>
                <a:gd name="T5" fmla="*/ 33 h 2"/>
                <a:gd name="T6" fmla="*/ 21 w 3"/>
                <a:gd name="T7" fmla="*/ 20 h 2"/>
                <a:gd name="T8" fmla="*/ 35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52" name="Freeform 1403">
              <a:extLst>
                <a:ext uri="{FF2B5EF4-FFF2-40B4-BE49-F238E27FC236}">
                  <a16:creationId xmlns:a16="http://schemas.microsoft.com/office/drawing/2014/main" id="{76D2BE20-D354-471D-9DEC-06A797C82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731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63 w 4"/>
                <a:gd name="T3" fmla="*/ 50 h 4"/>
                <a:gd name="T4" fmla="*/ 33 w 4"/>
                <a:gd name="T5" fmla="*/ 63 h 4"/>
                <a:gd name="T6" fmla="*/ 20 w 4"/>
                <a:gd name="T7" fmla="*/ 33 h 4"/>
                <a:gd name="T8" fmla="*/ 5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53" name="Freeform 1404">
              <a:extLst>
                <a:ext uri="{FF2B5EF4-FFF2-40B4-BE49-F238E27FC236}">
                  <a16:creationId xmlns:a16="http://schemas.microsoft.com/office/drawing/2014/main" id="{85C7C916-35AF-4B2D-8721-BE44B7AB2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701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54" name="Freeform 1405">
              <a:extLst>
                <a:ext uri="{FF2B5EF4-FFF2-40B4-BE49-F238E27FC236}">
                  <a16:creationId xmlns:a16="http://schemas.microsoft.com/office/drawing/2014/main" id="{9A130A54-9793-4504-BDAA-A134A4E28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739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50 h 4"/>
                <a:gd name="T4" fmla="*/ 20 w 4"/>
                <a:gd name="T5" fmla="*/ 63 h 4"/>
                <a:gd name="T6" fmla="*/ 0 w 4"/>
                <a:gd name="T7" fmla="*/ 33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55" name="Freeform 1406">
              <a:extLst>
                <a:ext uri="{FF2B5EF4-FFF2-40B4-BE49-F238E27FC236}">
                  <a16:creationId xmlns:a16="http://schemas.microsoft.com/office/drawing/2014/main" id="{AAF97920-E72C-4440-BC7F-D49ECA269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584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35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56" name="Freeform 1407">
              <a:extLst>
                <a:ext uri="{FF2B5EF4-FFF2-40B4-BE49-F238E27FC236}">
                  <a16:creationId xmlns:a16="http://schemas.microsoft.com/office/drawing/2014/main" id="{7181F901-43CA-4C54-976E-6DD968E2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723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33 h 4"/>
                <a:gd name="T4" fmla="*/ 20 w 4"/>
                <a:gd name="T5" fmla="*/ 50 h 4"/>
                <a:gd name="T6" fmla="*/ 0 w 4"/>
                <a:gd name="T7" fmla="*/ 20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57" name="Freeform 1408">
              <a:extLst>
                <a:ext uri="{FF2B5EF4-FFF2-40B4-BE49-F238E27FC236}">
                  <a16:creationId xmlns:a16="http://schemas.microsoft.com/office/drawing/2014/main" id="{9969E915-C5ED-4822-9EC8-379A64AA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677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58" name="Freeform 1409">
              <a:extLst>
                <a:ext uri="{FF2B5EF4-FFF2-40B4-BE49-F238E27FC236}">
                  <a16:creationId xmlns:a16="http://schemas.microsoft.com/office/drawing/2014/main" id="{82C560EB-B360-4B8D-A2FC-823299057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549"/>
              <a:ext cx="7" cy="6"/>
            </a:xfrm>
            <a:custGeom>
              <a:avLst/>
              <a:gdLst>
                <a:gd name="T0" fmla="*/ 28 w 3"/>
                <a:gd name="T1" fmla="*/ 0 h 2"/>
                <a:gd name="T2" fmla="*/ 37 w 3"/>
                <a:gd name="T3" fmla="*/ 27 h 2"/>
                <a:gd name="T4" fmla="*/ 12 w 3"/>
                <a:gd name="T5" fmla="*/ 54 h 2"/>
                <a:gd name="T6" fmla="*/ 12 w 3"/>
                <a:gd name="T7" fmla="*/ 27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59" name="Freeform 1410">
              <a:extLst>
                <a:ext uri="{FF2B5EF4-FFF2-40B4-BE49-F238E27FC236}">
                  <a16:creationId xmlns:a16="http://schemas.microsoft.com/office/drawing/2014/main" id="{611D5B09-7ADE-41CF-80BD-229308B8D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533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35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60" name="Freeform 1411">
              <a:extLst>
                <a:ext uri="{FF2B5EF4-FFF2-40B4-BE49-F238E27FC236}">
                  <a16:creationId xmlns:a16="http://schemas.microsoft.com/office/drawing/2014/main" id="{A7B5DBE9-D9F3-484B-8D46-266C66653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555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33 w 2"/>
                <a:gd name="T3" fmla="*/ 35 h 3"/>
                <a:gd name="T4" fmla="*/ 20 w 2"/>
                <a:gd name="T5" fmla="*/ 56 h 3"/>
                <a:gd name="T6" fmla="*/ 0 w 2"/>
                <a:gd name="T7" fmla="*/ 21 h 3"/>
                <a:gd name="T8" fmla="*/ 2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61" name="Freeform 1412">
              <a:extLst>
                <a:ext uri="{FF2B5EF4-FFF2-40B4-BE49-F238E27FC236}">
                  <a16:creationId xmlns:a16="http://schemas.microsoft.com/office/drawing/2014/main" id="{A6D535A6-9AAF-41F9-B0F2-01A8AC3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528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35 h 3"/>
                <a:gd name="T4" fmla="*/ 12 w 3"/>
                <a:gd name="T5" fmla="*/ 56 h 3"/>
                <a:gd name="T6" fmla="*/ 0 w 3"/>
                <a:gd name="T7" fmla="*/ 21 h 3"/>
                <a:gd name="T8" fmla="*/ 28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1"/>
                    <a:pt x="3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62" name="Freeform 1413">
              <a:extLst>
                <a:ext uri="{FF2B5EF4-FFF2-40B4-BE49-F238E27FC236}">
                  <a16:creationId xmlns:a16="http://schemas.microsoft.com/office/drawing/2014/main" id="{ABD1E87F-E533-4986-949B-88FB4BFF1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520"/>
              <a:ext cx="7" cy="8"/>
            </a:xfrm>
            <a:custGeom>
              <a:avLst/>
              <a:gdLst>
                <a:gd name="T0" fmla="*/ 28 w 3"/>
                <a:gd name="T1" fmla="*/ 0 h 3"/>
                <a:gd name="T2" fmla="*/ 37 w 3"/>
                <a:gd name="T3" fmla="*/ 35 h 3"/>
                <a:gd name="T4" fmla="*/ 12 w 3"/>
                <a:gd name="T5" fmla="*/ 35 h 3"/>
                <a:gd name="T6" fmla="*/ 0 w 3"/>
                <a:gd name="T7" fmla="*/ 21 h 3"/>
                <a:gd name="T8" fmla="*/ 28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63" name="Freeform 1414">
              <a:extLst>
                <a:ext uri="{FF2B5EF4-FFF2-40B4-BE49-F238E27FC236}">
                  <a16:creationId xmlns:a16="http://schemas.microsoft.com/office/drawing/2014/main" id="{A18D75F3-3F10-48D7-A31E-771F8C30D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573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61 h 4"/>
                <a:gd name="T4" fmla="*/ 33 w 4"/>
                <a:gd name="T5" fmla="*/ 83 h 4"/>
                <a:gd name="T6" fmla="*/ 2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64" name="Freeform 1415">
              <a:extLst>
                <a:ext uri="{FF2B5EF4-FFF2-40B4-BE49-F238E27FC236}">
                  <a16:creationId xmlns:a16="http://schemas.microsoft.com/office/drawing/2014/main" id="{C2AC5452-F14D-47A1-903B-99358BE7E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563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20 w 2"/>
                <a:gd name="T5" fmla="*/ 33 h 2"/>
                <a:gd name="T6" fmla="*/ 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65" name="Freeform 1416">
              <a:extLst>
                <a:ext uri="{FF2B5EF4-FFF2-40B4-BE49-F238E27FC236}">
                  <a16:creationId xmlns:a16="http://schemas.microsoft.com/office/drawing/2014/main" id="{DFB9389E-C08C-4F9C-BE13-EC3728BD2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512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35 h 3"/>
                <a:gd name="T4" fmla="*/ 20 w 2"/>
                <a:gd name="T5" fmla="*/ 35 h 3"/>
                <a:gd name="T6" fmla="*/ 0 w 2"/>
                <a:gd name="T7" fmla="*/ 21 h 3"/>
                <a:gd name="T8" fmla="*/ 2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66" name="Freeform 1417">
              <a:extLst>
                <a:ext uri="{FF2B5EF4-FFF2-40B4-BE49-F238E27FC236}">
                  <a16:creationId xmlns:a16="http://schemas.microsoft.com/office/drawing/2014/main" id="{A0759350-A22F-4C32-8D09-7B38FE64F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400"/>
              <a:ext cx="7" cy="8"/>
            </a:xfrm>
            <a:custGeom>
              <a:avLst/>
              <a:gdLst>
                <a:gd name="T0" fmla="*/ 28 w 3"/>
                <a:gd name="T1" fmla="*/ 0 h 3"/>
                <a:gd name="T2" fmla="*/ 37 w 3"/>
                <a:gd name="T3" fmla="*/ 35 h 3"/>
                <a:gd name="T4" fmla="*/ 12 w 3"/>
                <a:gd name="T5" fmla="*/ 56 h 3"/>
                <a:gd name="T6" fmla="*/ 0 w 3"/>
                <a:gd name="T7" fmla="*/ 21 h 3"/>
                <a:gd name="T8" fmla="*/ 28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67" name="Freeform 1418">
              <a:extLst>
                <a:ext uri="{FF2B5EF4-FFF2-40B4-BE49-F238E27FC236}">
                  <a16:creationId xmlns:a16="http://schemas.microsoft.com/office/drawing/2014/main" id="{54BD3495-04D8-42E8-A45C-059FC878C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387"/>
              <a:ext cx="7" cy="8"/>
            </a:xfrm>
            <a:custGeom>
              <a:avLst/>
              <a:gdLst>
                <a:gd name="T0" fmla="*/ 28 w 3"/>
                <a:gd name="T1" fmla="*/ 0 h 3"/>
                <a:gd name="T2" fmla="*/ 37 w 3"/>
                <a:gd name="T3" fmla="*/ 35 h 3"/>
                <a:gd name="T4" fmla="*/ 12 w 3"/>
                <a:gd name="T5" fmla="*/ 56 h 3"/>
                <a:gd name="T6" fmla="*/ 12 w 3"/>
                <a:gd name="T7" fmla="*/ 21 h 3"/>
                <a:gd name="T8" fmla="*/ 28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68" name="Freeform 1419">
              <a:extLst>
                <a:ext uri="{FF2B5EF4-FFF2-40B4-BE49-F238E27FC236}">
                  <a16:creationId xmlns:a16="http://schemas.microsoft.com/office/drawing/2014/main" id="{4F69A89D-3479-4D15-BA28-0260AA48E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408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69" name="Freeform 1420">
              <a:extLst>
                <a:ext uri="{FF2B5EF4-FFF2-40B4-BE49-F238E27FC236}">
                  <a16:creationId xmlns:a16="http://schemas.microsoft.com/office/drawing/2014/main" id="{30C6583C-9497-4430-8788-7CCD25E2F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387"/>
              <a:ext cx="8" cy="8"/>
            </a:xfrm>
            <a:custGeom>
              <a:avLst/>
              <a:gdLst>
                <a:gd name="T0" fmla="*/ 21 w 3"/>
                <a:gd name="T1" fmla="*/ 0 h 3"/>
                <a:gd name="T2" fmla="*/ 35 w 3"/>
                <a:gd name="T3" fmla="*/ 35 h 3"/>
                <a:gd name="T4" fmla="*/ 21 w 3"/>
                <a:gd name="T5" fmla="*/ 35 h 3"/>
                <a:gd name="T6" fmla="*/ 0 w 3"/>
                <a:gd name="T7" fmla="*/ 21 h 3"/>
                <a:gd name="T8" fmla="*/ 21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70" name="Freeform 1421">
              <a:extLst>
                <a:ext uri="{FF2B5EF4-FFF2-40B4-BE49-F238E27FC236}">
                  <a16:creationId xmlns:a16="http://schemas.microsoft.com/office/drawing/2014/main" id="{0036CB7A-749B-4F4C-853D-240310ADC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373"/>
              <a:ext cx="7" cy="8"/>
            </a:xfrm>
            <a:custGeom>
              <a:avLst/>
              <a:gdLst>
                <a:gd name="T0" fmla="*/ 28 w 3"/>
                <a:gd name="T1" fmla="*/ 0 h 3"/>
                <a:gd name="T2" fmla="*/ 37 w 3"/>
                <a:gd name="T3" fmla="*/ 35 h 3"/>
                <a:gd name="T4" fmla="*/ 12 w 3"/>
                <a:gd name="T5" fmla="*/ 56 h 3"/>
                <a:gd name="T6" fmla="*/ 0 w 3"/>
                <a:gd name="T7" fmla="*/ 21 h 3"/>
                <a:gd name="T8" fmla="*/ 28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71" name="Freeform 1422">
              <a:extLst>
                <a:ext uri="{FF2B5EF4-FFF2-40B4-BE49-F238E27FC236}">
                  <a16:creationId xmlns:a16="http://schemas.microsoft.com/office/drawing/2014/main" id="{C57B7AFB-8CA8-4E24-8202-E7F2D7D9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08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63 w 4"/>
                <a:gd name="T3" fmla="*/ 61 h 4"/>
                <a:gd name="T4" fmla="*/ 33 w 4"/>
                <a:gd name="T5" fmla="*/ 83 h 4"/>
                <a:gd name="T6" fmla="*/ 20 w 4"/>
                <a:gd name="T7" fmla="*/ 47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72" name="Freeform 1423">
              <a:extLst>
                <a:ext uri="{FF2B5EF4-FFF2-40B4-BE49-F238E27FC236}">
                  <a16:creationId xmlns:a16="http://schemas.microsoft.com/office/drawing/2014/main" id="{DD6B8D4B-D667-44E5-AA3E-3204B98F7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416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73" name="Freeform 1424">
              <a:extLst>
                <a:ext uri="{FF2B5EF4-FFF2-40B4-BE49-F238E27FC236}">
                  <a16:creationId xmlns:a16="http://schemas.microsoft.com/office/drawing/2014/main" id="{885089DD-C730-4596-A1F1-78C9D267C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368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21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74" name="Freeform 1425">
              <a:extLst>
                <a:ext uri="{FF2B5EF4-FFF2-40B4-BE49-F238E27FC236}">
                  <a16:creationId xmlns:a16="http://schemas.microsoft.com/office/drawing/2014/main" id="{B961E2F1-D2B2-4429-8F20-EF877BA85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392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35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75" name="Freeform 1426">
              <a:extLst>
                <a:ext uri="{FF2B5EF4-FFF2-40B4-BE49-F238E27FC236}">
                  <a16:creationId xmlns:a16="http://schemas.microsoft.com/office/drawing/2014/main" id="{01815C43-0CAE-4EEE-8E88-8944DEB5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379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35 h 3"/>
                <a:gd name="T4" fmla="*/ 12 w 3"/>
                <a:gd name="T5" fmla="*/ 56 h 3"/>
                <a:gd name="T6" fmla="*/ 0 w 3"/>
                <a:gd name="T7" fmla="*/ 21 h 3"/>
                <a:gd name="T8" fmla="*/ 28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76" name="Freeform 1427">
              <a:extLst>
                <a:ext uri="{FF2B5EF4-FFF2-40B4-BE49-F238E27FC236}">
                  <a16:creationId xmlns:a16="http://schemas.microsoft.com/office/drawing/2014/main" id="{64B705AF-F027-484C-9A47-0CDED3500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400"/>
              <a:ext cx="7" cy="8"/>
            </a:xfrm>
            <a:custGeom>
              <a:avLst/>
              <a:gdLst>
                <a:gd name="T0" fmla="*/ 28 w 3"/>
                <a:gd name="T1" fmla="*/ 0 h 3"/>
                <a:gd name="T2" fmla="*/ 37 w 3"/>
                <a:gd name="T3" fmla="*/ 35 h 3"/>
                <a:gd name="T4" fmla="*/ 12 w 3"/>
                <a:gd name="T5" fmla="*/ 35 h 3"/>
                <a:gd name="T6" fmla="*/ 0 w 3"/>
                <a:gd name="T7" fmla="*/ 21 h 3"/>
                <a:gd name="T8" fmla="*/ 28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77" name="Freeform 1428">
              <a:extLst>
                <a:ext uri="{FF2B5EF4-FFF2-40B4-BE49-F238E27FC236}">
                  <a16:creationId xmlns:a16="http://schemas.microsoft.com/office/drawing/2014/main" id="{6420C3D6-F4CC-460D-8A43-9B008CE94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376"/>
              <a:ext cx="7" cy="8"/>
            </a:xfrm>
            <a:custGeom>
              <a:avLst/>
              <a:gdLst>
                <a:gd name="T0" fmla="*/ 28 w 3"/>
                <a:gd name="T1" fmla="*/ 21 h 3"/>
                <a:gd name="T2" fmla="*/ 37 w 3"/>
                <a:gd name="T3" fmla="*/ 35 h 3"/>
                <a:gd name="T4" fmla="*/ 12 w 3"/>
                <a:gd name="T5" fmla="*/ 56 h 3"/>
                <a:gd name="T6" fmla="*/ 0 w 3"/>
                <a:gd name="T7" fmla="*/ 21 h 3"/>
                <a:gd name="T8" fmla="*/ 28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3" y="2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78" name="Freeform 1429">
              <a:extLst>
                <a:ext uri="{FF2B5EF4-FFF2-40B4-BE49-F238E27FC236}">
                  <a16:creationId xmlns:a16="http://schemas.microsoft.com/office/drawing/2014/main" id="{F7B370B6-DA29-4BAC-96C1-6F84DD2C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400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21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79" name="Freeform 1430">
              <a:extLst>
                <a:ext uri="{FF2B5EF4-FFF2-40B4-BE49-F238E27FC236}">
                  <a16:creationId xmlns:a16="http://schemas.microsoft.com/office/drawing/2014/main" id="{B90DF0FA-B57E-4BD0-8883-1DFEB4FBE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344"/>
              <a:ext cx="7" cy="8"/>
            </a:xfrm>
            <a:custGeom>
              <a:avLst/>
              <a:gdLst>
                <a:gd name="T0" fmla="*/ 28 w 3"/>
                <a:gd name="T1" fmla="*/ 0 h 3"/>
                <a:gd name="T2" fmla="*/ 37 w 3"/>
                <a:gd name="T3" fmla="*/ 35 h 3"/>
                <a:gd name="T4" fmla="*/ 12 w 3"/>
                <a:gd name="T5" fmla="*/ 56 h 3"/>
                <a:gd name="T6" fmla="*/ 12 w 3"/>
                <a:gd name="T7" fmla="*/ 21 h 3"/>
                <a:gd name="T8" fmla="*/ 28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80" name="Freeform 1431">
              <a:extLst>
                <a:ext uri="{FF2B5EF4-FFF2-40B4-BE49-F238E27FC236}">
                  <a16:creationId xmlns:a16="http://schemas.microsoft.com/office/drawing/2014/main" id="{E55B5D86-23C5-4EA1-9EEF-BCA704E5C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379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33 h 4"/>
                <a:gd name="T4" fmla="*/ 33 w 4"/>
                <a:gd name="T5" fmla="*/ 63 h 4"/>
                <a:gd name="T6" fmla="*/ 0 w 4"/>
                <a:gd name="T7" fmla="*/ 20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81" name="Freeform 1432">
              <a:extLst>
                <a:ext uri="{FF2B5EF4-FFF2-40B4-BE49-F238E27FC236}">
                  <a16:creationId xmlns:a16="http://schemas.microsoft.com/office/drawing/2014/main" id="{26FCC8C5-8F60-448E-9267-9CB7EB4FC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373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82" name="Freeform 1433">
              <a:extLst>
                <a:ext uri="{FF2B5EF4-FFF2-40B4-BE49-F238E27FC236}">
                  <a16:creationId xmlns:a16="http://schemas.microsoft.com/office/drawing/2014/main" id="{7FC30136-7983-4F72-BCCA-4246DC081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397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63 w 4"/>
                <a:gd name="T3" fmla="*/ 61 h 4"/>
                <a:gd name="T4" fmla="*/ 33 w 4"/>
                <a:gd name="T5" fmla="*/ 83 h 4"/>
                <a:gd name="T6" fmla="*/ 20 w 4"/>
                <a:gd name="T7" fmla="*/ 47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83" name="Freeform 1434">
              <a:extLst>
                <a:ext uri="{FF2B5EF4-FFF2-40B4-BE49-F238E27FC236}">
                  <a16:creationId xmlns:a16="http://schemas.microsoft.com/office/drawing/2014/main" id="{BA3E5D47-1828-48B4-BA4F-593D32CA4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373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84" name="Freeform 1435">
              <a:extLst>
                <a:ext uri="{FF2B5EF4-FFF2-40B4-BE49-F238E27FC236}">
                  <a16:creationId xmlns:a16="http://schemas.microsoft.com/office/drawing/2014/main" id="{E61EC51D-2AFF-4939-93A3-8802ECAB1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397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85" name="Freeform 1436">
              <a:extLst>
                <a:ext uri="{FF2B5EF4-FFF2-40B4-BE49-F238E27FC236}">
                  <a16:creationId xmlns:a16="http://schemas.microsoft.com/office/drawing/2014/main" id="{D86B0F72-26FB-4AD8-9EF2-B52A48F00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397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86" name="Freeform 1437">
              <a:extLst>
                <a:ext uri="{FF2B5EF4-FFF2-40B4-BE49-F238E27FC236}">
                  <a16:creationId xmlns:a16="http://schemas.microsoft.com/office/drawing/2014/main" id="{E00640D6-1BE5-415D-9905-F4399573B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627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63 w 4"/>
                <a:gd name="T3" fmla="*/ 50 h 4"/>
                <a:gd name="T4" fmla="*/ 33 w 4"/>
                <a:gd name="T5" fmla="*/ 63 h 4"/>
                <a:gd name="T6" fmla="*/ 20 w 4"/>
                <a:gd name="T7" fmla="*/ 33 h 4"/>
                <a:gd name="T8" fmla="*/ 5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87" name="Freeform 1438">
              <a:extLst>
                <a:ext uri="{FF2B5EF4-FFF2-40B4-BE49-F238E27FC236}">
                  <a16:creationId xmlns:a16="http://schemas.microsoft.com/office/drawing/2014/main" id="{DF456306-BFB6-4BCF-88C5-E82DD47E2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592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88" name="Freeform 1439">
              <a:extLst>
                <a:ext uri="{FF2B5EF4-FFF2-40B4-BE49-F238E27FC236}">
                  <a16:creationId xmlns:a16="http://schemas.microsoft.com/office/drawing/2014/main" id="{F2915EFA-3AEB-428C-A7BD-95847285B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600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89" name="Freeform 1440">
              <a:extLst>
                <a:ext uri="{FF2B5EF4-FFF2-40B4-BE49-F238E27FC236}">
                  <a16:creationId xmlns:a16="http://schemas.microsoft.com/office/drawing/2014/main" id="{013B2AD5-BF37-468D-AF70-E753A74CE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341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47 h 4"/>
                <a:gd name="T4" fmla="*/ 20 w 4"/>
                <a:gd name="T5" fmla="*/ 61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90" name="Freeform 1441">
              <a:extLst>
                <a:ext uri="{FF2B5EF4-FFF2-40B4-BE49-F238E27FC236}">
                  <a16:creationId xmlns:a16="http://schemas.microsoft.com/office/drawing/2014/main" id="{098491A2-AA2B-4832-AC20-371235BD8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496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63 w 4"/>
                <a:gd name="T3" fmla="*/ 61 h 4"/>
                <a:gd name="T4" fmla="*/ 33 w 4"/>
                <a:gd name="T5" fmla="*/ 83 h 4"/>
                <a:gd name="T6" fmla="*/ 0 w 4"/>
                <a:gd name="T7" fmla="*/ 47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91" name="Freeform 1442">
              <a:extLst>
                <a:ext uri="{FF2B5EF4-FFF2-40B4-BE49-F238E27FC236}">
                  <a16:creationId xmlns:a16="http://schemas.microsoft.com/office/drawing/2014/main" id="{0D7CF4BB-B365-4701-8FFA-EC0B24CC0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504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92" name="Freeform 1443">
              <a:extLst>
                <a:ext uri="{FF2B5EF4-FFF2-40B4-BE49-F238E27FC236}">
                  <a16:creationId xmlns:a16="http://schemas.microsoft.com/office/drawing/2014/main" id="{AD75C547-68C4-4F54-AEF9-95342007C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472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93" name="Freeform 1444">
              <a:extLst>
                <a:ext uri="{FF2B5EF4-FFF2-40B4-BE49-F238E27FC236}">
                  <a16:creationId xmlns:a16="http://schemas.microsoft.com/office/drawing/2014/main" id="{65129279-F43B-4A8B-BA6A-FDDD2ED5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480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94" name="Freeform 1445">
              <a:extLst>
                <a:ext uri="{FF2B5EF4-FFF2-40B4-BE49-F238E27FC236}">
                  <a16:creationId xmlns:a16="http://schemas.microsoft.com/office/drawing/2014/main" id="{9812BD92-1E3E-4A74-8506-E37DFB835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451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33 h 4"/>
                <a:gd name="T4" fmla="*/ 20 w 4"/>
                <a:gd name="T5" fmla="*/ 50 h 4"/>
                <a:gd name="T6" fmla="*/ 0 w 4"/>
                <a:gd name="T7" fmla="*/ 20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95" name="Freeform 1446">
              <a:extLst>
                <a:ext uri="{FF2B5EF4-FFF2-40B4-BE49-F238E27FC236}">
                  <a16:creationId xmlns:a16="http://schemas.microsoft.com/office/drawing/2014/main" id="{0C1401C4-88BE-44CE-8260-DC17E33E4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421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96" name="Freeform 1447">
              <a:extLst>
                <a:ext uri="{FF2B5EF4-FFF2-40B4-BE49-F238E27FC236}">
                  <a16:creationId xmlns:a16="http://schemas.microsoft.com/office/drawing/2014/main" id="{8180FCC2-85F6-4EED-8BF3-1275F913F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552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47 h 4"/>
                <a:gd name="T4" fmla="*/ 33 w 4"/>
                <a:gd name="T5" fmla="*/ 61 h 4"/>
                <a:gd name="T6" fmla="*/ 2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97" name="Freeform 1448">
              <a:extLst>
                <a:ext uri="{FF2B5EF4-FFF2-40B4-BE49-F238E27FC236}">
                  <a16:creationId xmlns:a16="http://schemas.microsoft.com/office/drawing/2014/main" id="{683550A1-3293-403A-80E6-B96D2137F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55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98" name="Freeform 1449">
              <a:extLst>
                <a:ext uri="{FF2B5EF4-FFF2-40B4-BE49-F238E27FC236}">
                  <a16:creationId xmlns:a16="http://schemas.microsoft.com/office/drawing/2014/main" id="{F1008B40-F8EB-4DBA-A7C6-3DAEEE041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520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5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99" name="Freeform 1450">
              <a:extLst>
                <a:ext uri="{FF2B5EF4-FFF2-40B4-BE49-F238E27FC236}">
                  <a16:creationId xmlns:a16="http://schemas.microsoft.com/office/drawing/2014/main" id="{BD95C4BD-7717-43C9-AD11-9626A70E5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419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58 w 5"/>
                <a:gd name="T3" fmla="*/ 33 h 4"/>
                <a:gd name="T4" fmla="*/ 29 w 5"/>
                <a:gd name="T5" fmla="*/ 50 h 4"/>
                <a:gd name="T6" fmla="*/ 12 w 5"/>
                <a:gd name="T7" fmla="*/ 20 h 4"/>
                <a:gd name="T8" fmla="*/ 41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0"/>
                    <a:pt x="5" y="1"/>
                    <a:pt x="4" y="2"/>
                  </a:cubicBezTo>
                  <a:cubicBezTo>
                    <a:pt x="4" y="3"/>
                    <a:pt x="3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00" name="Freeform 1451">
              <a:extLst>
                <a:ext uri="{FF2B5EF4-FFF2-40B4-BE49-F238E27FC236}">
                  <a16:creationId xmlns:a16="http://schemas.microsoft.com/office/drawing/2014/main" id="{0164C97A-E9B6-4F9B-93C4-AA5AF2302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44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01" name="Freeform 1452">
              <a:extLst>
                <a:ext uri="{FF2B5EF4-FFF2-40B4-BE49-F238E27FC236}">
                  <a16:creationId xmlns:a16="http://schemas.microsoft.com/office/drawing/2014/main" id="{B071F285-7CCB-4B00-95B5-872E7DEB8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437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47 h 4"/>
                <a:gd name="T4" fmla="*/ 33 w 4"/>
                <a:gd name="T5" fmla="*/ 83 h 4"/>
                <a:gd name="T6" fmla="*/ 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02" name="Freeform 1453">
              <a:extLst>
                <a:ext uri="{FF2B5EF4-FFF2-40B4-BE49-F238E27FC236}">
                  <a16:creationId xmlns:a16="http://schemas.microsoft.com/office/drawing/2014/main" id="{CEDEE253-E2AD-4C1C-ACC6-A14215B91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448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03" name="Freeform 1454">
              <a:extLst>
                <a:ext uri="{FF2B5EF4-FFF2-40B4-BE49-F238E27FC236}">
                  <a16:creationId xmlns:a16="http://schemas.microsoft.com/office/drawing/2014/main" id="{8F71D476-428C-4635-9B02-FC2C17F73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440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04" name="Freeform 1455">
              <a:extLst>
                <a:ext uri="{FF2B5EF4-FFF2-40B4-BE49-F238E27FC236}">
                  <a16:creationId xmlns:a16="http://schemas.microsoft.com/office/drawing/2014/main" id="{D79931EB-3092-4752-BEDA-166D2718D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469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05" name="Freeform 1456">
              <a:extLst>
                <a:ext uri="{FF2B5EF4-FFF2-40B4-BE49-F238E27FC236}">
                  <a16:creationId xmlns:a16="http://schemas.microsoft.com/office/drawing/2014/main" id="{5F62EEEC-294C-49BC-A572-C0AA27AB2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467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06" name="Freeform 1457">
              <a:extLst>
                <a:ext uri="{FF2B5EF4-FFF2-40B4-BE49-F238E27FC236}">
                  <a16:creationId xmlns:a16="http://schemas.microsoft.com/office/drawing/2014/main" id="{1854F3FA-F03A-42E0-B796-A507F35A8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523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07" name="Freeform 1458">
              <a:extLst>
                <a:ext uri="{FF2B5EF4-FFF2-40B4-BE49-F238E27FC236}">
                  <a16:creationId xmlns:a16="http://schemas.microsoft.com/office/drawing/2014/main" id="{3F91C828-7D25-42FC-AD47-C34AD2842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51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0"/>
                    <a:pt x="6" y="2"/>
                    <a:pt x="6" y="3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08" name="Freeform 1459">
              <a:extLst>
                <a:ext uri="{FF2B5EF4-FFF2-40B4-BE49-F238E27FC236}">
                  <a16:creationId xmlns:a16="http://schemas.microsoft.com/office/drawing/2014/main" id="{D1A50113-71CA-4BEC-A369-489E05314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544"/>
              <a:ext cx="15" cy="19"/>
            </a:xfrm>
            <a:custGeom>
              <a:avLst/>
              <a:gdLst>
                <a:gd name="T0" fmla="*/ 50 w 6"/>
                <a:gd name="T1" fmla="*/ 22 h 7"/>
                <a:gd name="T2" fmla="*/ 83 w 6"/>
                <a:gd name="T3" fmla="*/ 81 h 7"/>
                <a:gd name="T4" fmla="*/ 33 w 6"/>
                <a:gd name="T5" fmla="*/ 117 h 7"/>
                <a:gd name="T6" fmla="*/ 0 w 6"/>
                <a:gd name="T7" fmla="*/ 60 h 7"/>
                <a:gd name="T8" fmla="*/ 50 w 6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09" name="Freeform 1460">
              <a:extLst>
                <a:ext uri="{FF2B5EF4-FFF2-40B4-BE49-F238E27FC236}">
                  <a16:creationId xmlns:a16="http://schemas.microsoft.com/office/drawing/2014/main" id="{3E943296-01C0-4B63-8E55-7B7FA28FF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541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56 h 6"/>
                <a:gd name="T8" fmla="*/ 5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10" name="Freeform 1461">
              <a:extLst>
                <a:ext uri="{FF2B5EF4-FFF2-40B4-BE49-F238E27FC236}">
                  <a16:creationId xmlns:a16="http://schemas.microsoft.com/office/drawing/2014/main" id="{3E70E25F-8A36-4A4B-9AD2-771C385B9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584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11" name="Freeform 1462">
              <a:extLst>
                <a:ext uri="{FF2B5EF4-FFF2-40B4-BE49-F238E27FC236}">
                  <a16:creationId xmlns:a16="http://schemas.microsoft.com/office/drawing/2014/main" id="{9E73F5E3-74DF-4F45-A70F-16DCE4B63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576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12" name="Freeform 1463">
              <a:extLst>
                <a:ext uri="{FF2B5EF4-FFF2-40B4-BE49-F238E27FC236}">
                  <a16:creationId xmlns:a16="http://schemas.microsoft.com/office/drawing/2014/main" id="{66BA38D7-B46E-41D9-BE99-2608BAA71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605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13" name="Freeform 1464">
              <a:extLst>
                <a:ext uri="{FF2B5EF4-FFF2-40B4-BE49-F238E27FC236}">
                  <a16:creationId xmlns:a16="http://schemas.microsoft.com/office/drawing/2014/main" id="{62447ECD-E151-4F03-A23D-5D57F4049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605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14" name="Freeform 1465">
              <a:extLst>
                <a:ext uri="{FF2B5EF4-FFF2-40B4-BE49-F238E27FC236}">
                  <a16:creationId xmlns:a16="http://schemas.microsoft.com/office/drawing/2014/main" id="{82486966-A35F-4E6F-836D-2EB8739E7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579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15" name="Freeform 1466">
              <a:extLst>
                <a:ext uri="{FF2B5EF4-FFF2-40B4-BE49-F238E27FC236}">
                  <a16:creationId xmlns:a16="http://schemas.microsoft.com/office/drawing/2014/main" id="{135176CB-5F3C-451E-916B-25736FEC8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643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16" name="Freeform 1467">
              <a:extLst>
                <a:ext uri="{FF2B5EF4-FFF2-40B4-BE49-F238E27FC236}">
                  <a16:creationId xmlns:a16="http://schemas.microsoft.com/office/drawing/2014/main" id="{E6EBE9E5-1A98-4283-9EB5-9FEA65EE0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645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5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0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17" name="Freeform 1468">
              <a:extLst>
                <a:ext uri="{FF2B5EF4-FFF2-40B4-BE49-F238E27FC236}">
                  <a16:creationId xmlns:a16="http://schemas.microsoft.com/office/drawing/2014/main" id="{0B8C0B84-2389-4A30-9E3D-F6E58DB5A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659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18" name="Freeform 1469">
              <a:extLst>
                <a:ext uri="{FF2B5EF4-FFF2-40B4-BE49-F238E27FC236}">
                  <a16:creationId xmlns:a16="http://schemas.microsoft.com/office/drawing/2014/main" id="{6375C77C-C9AD-4179-A161-C4CAE47E4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672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0"/>
                    <a:pt x="6" y="2"/>
                    <a:pt x="6" y="3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19" name="Freeform 1470">
              <a:extLst>
                <a:ext uri="{FF2B5EF4-FFF2-40B4-BE49-F238E27FC236}">
                  <a16:creationId xmlns:a16="http://schemas.microsoft.com/office/drawing/2014/main" id="{F79E1704-30CF-417E-AC61-1A215F9C9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656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20" name="Freeform 1471">
              <a:extLst>
                <a:ext uri="{FF2B5EF4-FFF2-40B4-BE49-F238E27FC236}">
                  <a16:creationId xmlns:a16="http://schemas.microsoft.com/office/drawing/2014/main" id="{DEED2C03-61D5-4698-AECB-B974E74E5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651"/>
              <a:ext cx="15" cy="18"/>
            </a:xfrm>
            <a:custGeom>
              <a:avLst/>
              <a:gdLst>
                <a:gd name="T0" fmla="*/ 63 w 6"/>
                <a:gd name="T1" fmla="*/ 21 h 7"/>
                <a:gd name="T2" fmla="*/ 95 w 6"/>
                <a:gd name="T3" fmla="*/ 67 h 7"/>
                <a:gd name="T4" fmla="*/ 33 w 6"/>
                <a:gd name="T5" fmla="*/ 100 h 7"/>
                <a:gd name="T6" fmla="*/ 20 w 6"/>
                <a:gd name="T7" fmla="*/ 54 h 7"/>
                <a:gd name="T8" fmla="*/ 63 w 6"/>
                <a:gd name="T9" fmla="*/ 2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21" name="Freeform 1472">
              <a:extLst>
                <a:ext uri="{FF2B5EF4-FFF2-40B4-BE49-F238E27FC236}">
                  <a16:creationId xmlns:a16="http://schemas.microsoft.com/office/drawing/2014/main" id="{E1F65C8D-778A-46AD-B902-7BE1CF3BE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661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22" name="Freeform 1473">
              <a:extLst>
                <a:ext uri="{FF2B5EF4-FFF2-40B4-BE49-F238E27FC236}">
                  <a16:creationId xmlns:a16="http://schemas.microsoft.com/office/drawing/2014/main" id="{0256CDF6-0444-4161-AA48-E1BFE773C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584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56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1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23" name="Freeform 1474">
              <a:extLst>
                <a:ext uri="{FF2B5EF4-FFF2-40B4-BE49-F238E27FC236}">
                  <a16:creationId xmlns:a16="http://schemas.microsoft.com/office/drawing/2014/main" id="{E3AD9967-8A0B-495E-A65F-3162DA9C9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549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24" name="Freeform 1475">
              <a:extLst>
                <a:ext uri="{FF2B5EF4-FFF2-40B4-BE49-F238E27FC236}">
                  <a16:creationId xmlns:a16="http://schemas.microsoft.com/office/drawing/2014/main" id="{BEA9017B-CD44-4D72-BD80-0E10A14EC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560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25" name="Freeform 1476">
              <a:extLst>
                <a:ext uri="{FF2B5EF4-FFF2-40B4-BE49-F238E27FC236}">
                  <a16:creationId xmlns:a16="http://schemas.microsoft.com/office/drawing/2014/main" id="{FBFAFA42-BE30-4467-A29C-34BDCD609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459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26" name="Freeform 1477">
              <a:extLst>
                <a:ext uri="{FF2B5EF4-FFF2-40B4-BE49-F238E27FC236}">
                  <a16:creationId xmlns:a16="http://schemas.microsoft.com/office/drawing/2014/main" id="{C0352234-AF24-4F23-B3F4-6000DAAD1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43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27" name="Freeform 1478">
              <a:extLst>
                <a:ext uri="{FF2B5EF4-FFF2-40B4-BE49-F238E27FC236}">
                  <a16:creationId xmlns:a16="http://schemas.microsoft.com/office/drawing/2014/main" id="{55357729-BD7B-4FB1-89C7-DB1A648F6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52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28" name="Freeform 1479">
              <a:extLst>
                <a:ext uri="{FF2B5EF4-FFF2-40B4-BE49-F238E27FC236}">
                  <a16:creationId xmlns:a16="http://schemas.microsoft.com/office/drawing/2014/main" id="{2F3FEFEB-578E-41D6-9CF5-F429A2F58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461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29" name="Freeform 1480">
              <a:extLst>
                <a:ext uri="{FF2B5EF4-FFF2-40B4-BE49-F238E27FC236}">
                  <a16:creationId xmlns:a16="http://schemas.microsoft.com/office/drawing/2014/main" id="{63523355-231E-4847-8337-D27D1D2CF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461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35 h 3"/>
                <a:gd name="T4" fmla="*/ 0 w 2"/>
                <a:gd name="T5" fmla="*/ 56 h 3"/>
                <a:gd name="T6" fmla="*/ 0 w 2"/>
                <a:gd name="T7" fmla="*/ 21 h 3"/>
                <a:gd name="T8" fmla="*/ 2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0" name="Freeform 1481">
              <a:extLst>
                <a:ext uri="{FF2B5EF4-FFF2-40B4-BE49-F238E27FC236}">
                  <a16:creationId xmlns:a16="http://schemas.microsoft.com/office/drawing/2014/main" id="{701A44F9-F56F-4171-A276-BB75E829C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400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50 w 4"/>
                <a:gd name="T3" fmla="*/ 35 h 3"/>
                <a:gd name="T4" fmla="*/ 33 w 4"/>
                <a:gd name="T5" fmla="*/ 56 h 3"/>
                <a:gd name="T6" fmla="*/ 20 w 4"/>
                <a:gd name="T7" fmla="*/ 21 h 3"/>
                <a:gd name="T8" fmla="*/ 33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1" name="Freeform 1482">
              <a:extLst>
                <a:ext uri="{FF2B5EF4-FFF2-40B4-BE49-F238E27FC236}">
                  <a16:creationId xmlns:a16="http://schemas.microsoft.com/office/drawing/2014/main" id="{2420E357-454D-4B85-BD6A-FC55F4788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432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61 h 4"/>
                <a:gd name="T4" fmla="*/ 33 w 4"/>
                <a:gd name="T5" fmla="*/ 83 h 4"/>
                <a:gd name="T6" fmla="*/ 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2" name="Freeform 1483">
              <a:extLst>
                <a:ext uri="{FF2B5EF4-FFF2-40B4-BE49-F238E27FC236}">
                  <a16:creationId xmlns:a16="http://schemas.microsoft.com/office/drawing/2014/main" id="{1DDE0F15-1675-4DE0-8247-9EE77317F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416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3" name="Freeform 1484">
              <a:extLst>
                <a:ext uri="{FF2B5EF4-FFF2-40B4-BE49-F238E27FC236}">
                  <a16:creationId xmlns:a16="http://schemas.microsoft.com/office/drawing/2014/main" id="{C7714414-647D-4660-9DEE-683567C86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453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4" name="Freeform 1485">
              <a:extLst>
                <a:ext uri="{FF2B5EF4-FFF2-40B4-BE49-F238E27FC236}">
                  <a16:creationId xmlns:a16="http://schemas.microsoft.com/office/drawing/2014/main" id="{288E308B-817C-453B-ABF7-9CC88A584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53"/>
              <a:ext cx="12" cy="14"/>
            </a:xfrm>
            <a:custGeom>
              <a:avLst/>
              <a:gdLst>
                <a:gd name="T0" fmla="*/ 41 w 5"/>
                <a:gd name="T1" fmla="*/ 22 h 5"/>
                <a:gd name="T2" fmla="*/ 58 w 5"/>
                <a:gd name="T3" fmla="*/ 62 h 5"/>
                <a:gd name="T4" fmla="*/ 29 w 5"/>
                <a:gd name="T5" fmla="*/ 87 h 5"/>
                <a:gd name="T6" fmla="*/ 12 w 5"/>
                <a:gd name="T7" fmla="*/ 48 h 5"/>
                <a:gd name="T8" fmla="*/ 41 w 5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4" y="1"/>
                    <a:pt x="5" y="2"/>
                    <a:pt x="4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5" name="Freeform 1486">
              <a:extLst>
                <a:ext uri="{FF2B5EF4-FFF2-40B4-BE49-F238E27FC236}">
                  <a16:creationId xmlns:a16="http://schemas.microsoft.com/office/drawing/2014/main" id="{47F07007-B234-481B-B3B1-1AE690D4E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491"/>
              <a:ext cx="10" cy="13"/>
            </a:xfrm>
            <a:custGeom>
              <a:avLst/>
              <a:gdLst>
                <a:gd name="T0" fmla="*/ 33 w 4"/>
                <a:gd name="T1" fmla="*/ 21 h 5"/>
                <a:gd name="T2" fmla="*/ 63 w 4"/>
                <a:gd name="T3" fmla="*/ 55 h 5"/>
                <a:gd name="T4" fmla="*/ 20 w 4"/>
                <a:gd name="T5" fmla="*/ 68 h 5"/>
                <a:gd name="T6" fmla="*/ 0 w 4"/>
                <a:gd name="T7" fmla="*/ 34 h 5"/>
                <a:gd name="T8" fmla="*/ 33 w 4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6" name="Freeform 1487">
              <a:extLst>
                <a:ext uri="{FF2B5EF4-FFF2-40B4-BE49-F238E27FC236}">
                  <a16:creationId xmlns:a16="http://schemas.microsoft.com/office/drawing/2014/main" id="{F271F998-C513-4B30-BB78-9FA563D2B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411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58 w 5"/>
                <a:gd name="T3" fmla="*/ 55 h 5"/>
                <a:gd name="T4" fmla="*/ 29 w 5"/>
                <a:gd name="T5" fmla="*/ 68 h 5"/>
                <a:gd name="T6" fmla="*/ 12 w 5"/>
                <a:gd name="T7" fmla="*/ 34 h 5"/>
                <a:gd name="T8" fmla="*/ 41 w 5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4" y="1"/>
                    <a:pt x="5" y="2"/>
                    <a:pt x="4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7" name="Freeform 1488">
              <a:extLst>
                <a:ext uri="{FF2B5EF4-FFF2-40B4-BE49-F238E27FC236}">
                  <a16:creationId xmlns:a16="http://schemas.microsoft.com/office/drawing/2014/main" id="{847E26C1-B048-46FA-B0BC-EBB646E8F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419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50 h 4"/>
                <a:gd name="T4" fmla="*/ 20 w 4"/>
                <a:gd name="T5" fmla="*/ 63 h 4"/>
                <a:gd name="T6" fmla="*/ 0 w 4"/>
                <a:gd name="T7" fmla="*/ 20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8" name="Freeform 1489">
              <a:extLst>
                <a:ext uri="{FF2B5EF4-FFF2-40B4-BE49-F238E27FC236}">
                  <a16:creationId xmlns:a16="http://schemas.microsoft.com/office/drawing/2014/main" id="{5C5B5437-B718-46E2-8AAA-3E181E75D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445"/>
              <a:ext cx="10" cy="14"/>
            </a:xfrm>
            <a:custGeom>
              <a:avLst/>
              <a:gdLst>
                <a:gd name="T0" fmla="*/ 33 w 4"/>
                <a:gd name="T1" fmla="*/ 22 h 5"/>
                <a:gd name="T2" fmla="*/ 63 w 4"/>
                <a:gd name="T3" fmla="*/ 62 h 5"/>
                <a:gd name="T4" fmla="*/ 20 w 4"/>
                <a:gd name="T5" fmla="*/ 87 h 5"/>
                <a:gd name="T6" fmla="*/ 0 w 4"/>
                <a:gd name="T7" fmla="*/ 48 h 5"/>
                <a:gd name="T8" fmla="*/ 33 w 4"/>
                <a:gd name="T9" fmla="*/ 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9" name="Freeform 1490">
              <a:extLst>
                <a:ext uri="{FF2B5EF4-FFF2-40B4-BE49-F238E27FC236}">
                  <a16:creationId xmlns:a16="http://schemas.microsoft.com/office/drawing/2014/main" id="{9FF9CB84-9D27-48A0-9681-B097EB070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475"/>
              <a:ext cx="15" cy="18"/>
            </a:xfrm>
            <a:custGeom>
              <a:avLst/>
              <a:gdLst>
                <a:gd name="T0" fmla="*/ 63 w 6"/>
                <a:gd name="T1" fmla="*/ 21 h 7"/>
                <a:gd name="T2" fmla="*/ 83 w 6"/>
                <a:gd name="T3" fmla="*/ 67 h 7"/>
                <a:gd name="T4" fmla="*/ 33 w 6"/>
                <a:gd name="T5" fmla="*/ 100 h 7"/>
                <a:gd name="T6" fmla="*/ 0 w 6"/>
                <a:gd name="T7" fmla="*/ 54 h 7"/>
                <a:gd name="T8" fmla="*/ 63 w 6"/>
                <a:gd name="T9" fmla="*/ 2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0" name="Freeform 1491">
              <a:extLst>
                <a:ext uri="{FF2B5EF4-FFF2-40B4-BE49-F238E27FC236}">
                  <a16:creationId xmlns:a16="http://schemas.microsoft.com/office/drawing/2014/main" id="{6A770973-C646-4EE0-997B-1E90C92E6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411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58 w 5"/>
                <a:gd name="T3" fmla="*/ 55 h 5"/>
                <a:gd name="T4" fmla="*/ 29 w 5"/>
                <a:gd name="T5" fmla="*/ 68 h 5"/>
                <a:gd name="T6" fmla="*/ 12 w 5"/>
                <a:gd name="T7" fmla="*/ 34 h 5"/>
                <a:gd name="T8" fmla="*/ 41 w 5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4" y="1"/>
                    <a:pt x="5" y="2"/>
                    <a:pt x="4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1" name="Freeform 1492">
              <a:extLst>
                <a:ext uri="{FF2B5EF4-FFF2-40B4-BE49-F238E27FC236}">
                  <a16:creationId xmlns:a16="http://schemas.microsoft.com/office/drawing/2014/main" id="{A95E8B4F-368B-40E9-8E8E-45B499560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403"/>
              <a:ext cx="10" cy="13"/>
            </a:xfrm>
            <a:custGeom>
              <a:avLst/>
              <a:gdLst>
                <a:gd name="T0" fmla="*/ 33 w 4"/>
                <a:gd name="T1" fmla="*/ 21 h 5"/>
                <a:gd name="T2" fmla="*/ 63 w 4"/>
                <a:gd name="T3" fmla="*/ 55 h 5"/>
                <a:gd name="T4" fmla="*/ 20 w 4"/>
                <a:gd name="T5" fmla="*/ 68 h 5"/>
                <a:gd name="T6" fmla="*/ 0 w 4"/>
                <a:gd name="T7" fmla="*/ 34 h 5"/>
                <a:gd name="T8" fmla="*/ 33 w 4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2" name="Freeform 1493">
              <a:extLst>
                <a:ext uri="{FF2B5EF4-FFF2-40B4-BE49-F238E27FC236}">
                  <a16:creationId xmlns:a16="http://schemas.microsoft.com/office/drawing/2014/main" id="{A38D2916-0C7C-4E1B-86CA-B92AE1BD4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413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47 h 4"/>
                <a:gd name="T4" fmla="*/ 33 w 4"/>
                <a:gd name="T5" fmla="*/ 83 h 4"/>
                <a:gd name="T6" fmla="*/ 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3" name="Freeform 1494">
              <a:extLst>
                <a:ext uri="{FF2B5EF4-FFF2-40B4-BE49-F238E27FC236}">
                  <a16:creationId xmlns:a16="http://schemas.microsoft.com/office/drawing/2014/main" id="{92AF0C88-EF93-4AFF-8AD1-420D076B7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437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63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4" name="Freeform 1495">
              <a:extLst>
                <a:ext uri="{FF2B5EF4-FFF2-40B4-BE49-F238E27FC236}">
                  <a16:creationId xmlns:a16="http://schemas.microsoft.com/office/drawing/2014/main" id="{5E45110A-5AE8-406A-8BF8-3AA37CB4E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440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47 h 4"/>
                <a:gd name="T4" fmla="*/ 20 w 4"/>
                <a:gd name="T5" fmla="*/ 83 h 4"/>
                <a:gd name="T6" fmla="*/ 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5" name="Freeform 1496">
              <a:extLst>
                <a:ext uri="{FF2B5EF4-FFF2-40B4-BE49-F238E27FC236}">
                  <a16:creationId xmlns:a16="http://schemas.microsoft.com/office/drawing/2014/main" id="{BE19DD58-C88E-42B0-A118-BCE9CBD62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531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6" name="Freeform 1497">
              <a:extLst>
                <a:ext uri="{FF2B5EF4-FFF2-40B4-BE49-F238E27FC236}">
                  <a16:creationId xmlns:a16="http://schemas.microsoft.com/office/drawing/2014/main" id="{91F72792-7F59-4732-9D4B-351AF5C14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512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7" name="Freeform 1498">
              <a:extLst>
                <a:ext uri="{FF2B5EF4-FFF2-40B4-BE49-F238E27FC236}">
                  <a16:creationId xmlns:a16="http://schemas.microsoft.com/office/drawing/2014/main" id="{9F027693-8C37-49FD-8F26-965866F38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536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8" name="Freeform 1499">
              <a:extLst>
                <a:ext uri="{FF2B5EF4-FFF2-40B4-BE49-F238E27FC236}">
                  <a16:creationId xmlns:a16="http://schemas.microsoft.com/office/drawing/2014/main" id="{D38FBB0E-4325-42FD-AF48-E7C521714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557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56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1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9" name="Freeform 1500">
              <a:extLst>
                <a:ext uri="{FF2B5EF4-FFF2-40B4-BE49-F238E27FC236}">
                  <a16:creationId xmlns:a16="http://schemas.microsoft.com/office/drawing/2014/main" id="{0F5E9234-22A8-4A94-8848-CDA7FC8E5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584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50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4" y="6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0" name="Freeform 1501">
              <a:extLst>
                <a:ext uri="{FF2B5EF4-FFF2-40B4-BE49-F238E27FC236}">
                  <a16:creationId xmlns:a16="http://schemas.microsoft.com/office/drawing/2014/main" id="{9A7AB535-E58C-48AF-A07D-D120FF7AD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613"/>
              <a:ext cx="15" cy="19"/>
            </a:xfrm>
            <a:custGeom>
              <a:avLst/>
              <a:gdLst>
                <a:gd name="T0" fmla="*/ 63 w 6"/>
                <a:gd name="T1" fmla="*/ 22 h 7"/>
                <a:gd name="T2" fmla="*/ 95 w 6"/>
                <a:gd name="T3" fmla="*/ 81 h 7"/>
                <a:gd name="T4" fmla="*/ 33 w 6"/>
                <a:gd name="T5" fmla="*/ 117 h 7"/>
                <a:gd name="T6" fmla="*/ 20 w 6"/>
                <a:gd name="T7" fmla="*/ 60 h 7"/>
                <a:gd name="T8" fmla="*/ 63 w 6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1" name="Freeform 1502">
              <a:extLst>
                <a:ext uri="{FF2B5EF4-FFF2-40B4-BE49-F238E27FC236}">
                  <a16:creationId xmlns:a16="http://schemas.microsoft.com/office/drawing/2014/main" id="{4F9704C2-A17A-4B7B-A0AE-B8931F3F3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619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2" name="Freeform 1503">
              <a:extLst>
                <a:ext uri="{FF2B5EF4-FFF2-40B4-BE49-F238E27FC236}">
                  <a16:creationId xmlns:a16="http://schemas.microsoft.com/office/drawing/2014/main" id="{156C1839-6875-4900-A487-F7C70D3A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603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3" name="Freeform 1504">
              <a:extLst>
                <a:ext uri="{FF2B5EF4-FFF2-40B4-BE49-F238E27FC236}">
                  <a16:creationId xmlns:a16="http://schemas.microsoft.com/office/drawing/2014/main" id="{F9A40559-9FD6-4A48-AA67-02412774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573"/>
              <a:ext cx="15" cy="19"/>
            </a:xfrm>
            <a:custGeom>
              <a:avLst/>
              <a:gdLst>
                <a:gd name="T0" fmla="*/ 63 w 6"/>
                <a:gd name="T1" fmla="*/ 22 h 7"/>
                <a:gd name="T2" fmla="*/ 83 w 6"/>
                <a:gd name="T3" fmla="*/ 81 h 7"/>
                <a:gd name="T4" fmla="*/ 33 w 6"/>
                <a:gd name="T5" fmla="*/ 117 h 7"/>
                <a:gd name="T6" fmla="*/ 0 w 6"/>
                <a:gd name="T7" fmla="*/ 60 h 7"/>
                <a:gd name="T8" fmla="*/ 63 w 6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4" name="Freeform 1505">
              <a:extLst>
                <a:ext uri="{FF2B5EF4-FFF2-40B4-BE49-F238E27FC236}">
                  <a16:creationId xmlns:a16="http://schemas.microsoft.com/office/drawing/2014/main" id="{E1CBC869-9752-472B-B97E-884E3A6EB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568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5" name="Freeform 1506">
              <a:extLst>
                <a:ext uri="{FF2B5EF4-FFF2-40B4-BE49-F238E27FC236}">
                  <a16:creationId xmlns:a16="http://schemas.microsoft.com/office/drawing/2014/main" id="{3BF8363B-832F-4036-B0F6-7717111DE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55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6" name="Freeform 1507">
              <a:extLst>
                <a:ext uri="{FF2B5EF4-FFF2-40B4-BE49-F238E27FC236}">
                  <a16:creationId xmlns:a16="http://schemas.microsoft.com/office/drawing/2014/main" id="{642047A4-0D01-41B2-86DB-BD287F186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547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83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50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5" y="1"/>
                    <a:pt x="6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0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7" name="Freeform 1508">
              <a:extLst>
                <a:ext uri="{FF2B5EF4-FFF2-40B4-BE49-F238E27FC236}">
                  <a16:creationId xmlns:a16="http://schemas.microsoft.com/office/drawing/2014/main" id="{86C9E0E1-4E4E-4222-A9CB-8FE55A683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533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8" name="Freeform 1509">
              <a:extLst>
                <a:ext uri="{FF2B5EF4-FFF2-40B4-BE49-F238E27FC236}">
                  <a16:creationId xmlns:a16="http://schemas.microsoft.com/office/drawing/2014/main" id="{7D4BAB7D-44B1-4C43-AD99-806EB48D9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536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9" name="Freeform 1510">
              <a:extLst>
                <a:ext uri="{FF2B5EF4-FFF2-40B4-BE49-F238E27FC236}">
                  <a16:creationId xmlns:a16="http://schemas.microsoft.com/office/drawing/2014/main" id="{533EBF0B-CEEB-4F99-9A09-54CB151C7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579"/>
              <a:ext cx="18" cy="16"/>
            </a:xfrm>
            <a:custGeom>
              <a:avLst/>
              <a:gdLst>
                <a:gd name="T0" fmla="*/ 67 w 7"/>
                <a:gd name="T1" fmla="*/ 21 h 6"/>
                <a:gd name="T2" fmla="*/ 100 w 7"/>
                <a:gd name="T3" fmla="*/ 77 h 6"/>
                <a:gd name="T4" fmla="*/ 54 w 7"/>
                <a:gd name="T5" fmla="*/ 115 h 6"/>
                <a:gd name="T6" fmla="*/ 21 w 7"/>
                <a:gd name="T7" fmla="*/ 35 h 6"/>
                <a:gd name="T8" fmla="*/ 67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6" y="1"/>
                    <a:pt x="7" y="3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0" name="Freeform 1511">
              <a:extLst>
                <a:ext uri="{FF2B5EF4-FFF2-40B4-BE49-F238E27FC236}">
                  <a16:creationId xmlns:a16="http://schemas.microsoft.com/office/drawing/2014/main" id="{35D31CB2-F87A-4465-9F0B-C4D9D1C42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62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1" name="Freeform 1512">
              <a:extLst>
                <a:ext uri="{FF2B5EF4-FFF2-40B4-BE49-F238E27FC236}">
                  <a16:creationId xmlns:a16="http://schemas.microsoft.com/office/drawing/2014/main" id="{A512DABB-16F3-4793-8BD1-67B5AB356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619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2" name="Freeform 1513">
              <a:extLst>
                <a:ext uri="{FF2B5EF4-FFF2-40B4-BE49-F238E27FC236}">
                  <a16:creationId xmlns:a16="http://schemas.microsoft.com/office/drawing/2014/main" id="{D60DBB83-C498-48B4-83AD-6C68746D3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624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56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6" y="6"/>
                    <a:pt x="4" y="6"/>
                    <a:pt x="3" y="6"/>
                  </a:cubicBezTo>
                  <a:cubicBezTo>
                    <a:pt x="1" y="5"/>
                    <a:pt x="0" y="4"/>
                    <a:pt x="1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3" name="Freeform 1514">
              <a:extLst>
                <a:ext uri="{FF2B5EF4-FFF2-40B4-BE49-F238E27FC236}">
                  <a16:creationId xmlns:a16="http://schemas.microsoft.com/office/drawing/2014/main" id="{2019D3F4-189D-49A7-873B-01972D9AF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608"/>
              <a:ext cx="15" cy="19"/>
            </a:xfrm>
            <a:custGeom>
              <a:avLst/>
              <a:gdLst>
                <a:gd name="T0" fmla="*/ 63 w 6"/>
                <a:gd name="T1" fmla="*/ 22 h 7"/>
                <a:gd name="T2" fmla="*/ 95 w 6"/>
                <a:gd name="T3" fmla="*/ 81 h 7"/>
                <a:gd name="T4" fmla="*/ 50 w 6"/>
                <a:gd name="T5" fmla="*/ 117 h 7"/>
                <a:gd name="T6" fmla="*/ 20 w 6"/>
                <a:gd name="T7" fmla="*/ 60 h 7"/>
                <a:gd name="T8" fmla="*/ 63 w 6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4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4" name="Freeform 1515">
              <a:extLst>
                <a:ext uri="{FF2B5EF4-FFF2-40B4-BE49-F238E27FC236}">
                  <a16:creationId xmlns:a16="http://schemas.microsoft.com/office/drawing/2014/main" id="{44088CBB-020D-465B-8212-5DE219F0C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52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5" name="Freeform 1516">
              <a:extLst>
                <a:ext uri="{FF2B5EF4-FFF2-40B4-BE49-F238E27FC236}">
                  <a16:creationId xmlns:a16="http://schemas.microsoft.com/office/drawing/2014/main" id="{5AE2A39B-EC51-4A31-BD53-D89618291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55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6" name="Freeform 1517">
              <a:extLst>
                <a:ext uri="{FF2B5EF4-FFF2-40B4-BE49-F238E27FC236}">
                  <a16:creationId xmlns:a16="http://schemas.microsoft.com/office/drawing/2014/main" id="{C8F9536E-41C8-4F0A-90C4-BCCA441B2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563"/>
              <a:ext cx="15" cy="18"/>
            </a:xfrm>
            <a:custGeom>
              <a:avLst/>
              <a:gdLst>
                <a:gd name="T0" fmla="*/ 63 w 6"/>
                <a:gd name="T1" fmla="*/ 21 h 7"/>
                <a:gd name="T2" fmla="*/ 83 w 6"/>
                <a:gd name="T3" fmla="*/ 67 h 7"/>
                <a:gd name="T4" fmla="*/ 33 w 6"/>
                <a:gd name="T5" fmla="*/ 100 h 7"/>
                <a:gd name="T6" fmla="*/ 0 w 6"/>
                <a:gd name="T7" fmla="*/ 54 h 7"/>
                <a:gd name="T8" fmla="*/ 63 w 6"/>
                <a:gd name="T9" fmla="*/ 2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7" name="Freeform 1518">
              <a:extLst>
                <a:ext uri="{FF2B5EF4-FFF2-40B4-BE49-F238E27FC236}">
                  <a16:creationId xmlns:a16="http://schemas.microsoft.com/office/drawing/2014/main" id="{5B97F544-B0CE-4FA8-A440-A02CA6DCA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589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3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8" name="Freeform 1519">
              <a:extLst>
                <a:ext uri="{FF2B5EF4-FFF2-40B4-BE49-F238E27FC236}">
                  <a16:creationId xmlns:a16="http://schemas.microsoft.com/office/drawing/2014/main" id="{A5CF3C29-2E08-4EB7-BA26-1AC364EC6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584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5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0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9" name="Freeform 1520">
              <a:extLst>
                <a:ext uri="{FF2B5EF4-FFF2-40B4-BE49-F238E27FC236}">
                  <a16:creationId xmlns:a16="http://schemas.microsoft.com/office/drawing/2014/main" id="{B444FE4F-EDC5-4E08-8DC0-4E6DDDB65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608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0" name="Freeform 1521">
              <a:extLst>
                <a:ext uri="{FF2B5EF4-FFF2-40B4-BE49-F238E27FC236}">
                  <a16:creationId xmlns:a16="http://schemas.microsoft.com/office/drawing/2014/main" id="{7A3BAC13-AD59-419D-AF3D-C451A2074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59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1" name="Freeform 1522">
              <a:extLst>
                <a:ext uri="{FF2B5EF4-FFF2-40B4-BE49-F238E27FC236}">
                  <a16:creationId xmlns:a16="http://schemas.microsoft.com/office/drawing/2014/main" id="{CE9A3FC0-E69C-4BF6-AE13-26C980216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619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3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2" name="Freeform 1523">
              <a:extLst>
                <a:ext uri="{FF2B5EF4-FFF2-40B4-BE49-F238E27FC236}">
                  <a16:creationId xmlns:a16="http://schemas.microsoft.com/office/drawing/2014/main" id="{4369427D-1598-45D1-9BCD-4B604B506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624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3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3" name="Freeform 1524">
              <a:extLst>
                <a:ext uri="{FF2B5EF4-FFF2-40B4-BE49-F238E27FC236}">
                  <a16:creationId xmlns:a16="http://schemas.microsoft.com/office/drawing/2014/main" id="{2FD532C7-7EFA-4435-82A2-C800BB409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616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4" name="Freeform 1525">
              <a:extLst>
                <a:ext uri="{FF2B5EF4-FFF2-40B4-BE49-F238E27FC236}">
                  <a16:creationId xmlns:a16="http://schemas.microsoft.com/office/drawing/2014/main" id="{202407D8-1812-4495-923A-F8459B89B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640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5" name="Freeform 1526">
              <a:extLst>
                <a:ext uri="{FF2B5EF4-FFF2-40B4-BE49-F238E27FC236}">
                  <a16:creationId xmlns:a16="http://schemas.microsoft.com/office/drawing/2014/main" id="{0692AFDD-E562-4520-BD95-44F1B3742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29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56 h 6"/>
                <a:gd name="T8" fmla="*/ 5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6" name="Freeform 1527">
              <a:extLst>
                <a:ext uri="{FF2B5EF4-FFF2-40B4-BE49-F238E27FC236}">
                  <a16:creationId xmlns:a16="http://schemas.microsoft.com/office/drawing/2014/main" id="{15E3BCD5-CFC9-4048-B972-4F7BC75F3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656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0"/>
                    <a:pt x="6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7" name="Freeform 1528">
              <a:extLst>
                <a:ext uri="{FF2B5EF4-FFF2-40B4-BE49-F238E27FC236}">
                  <a16:creationId xmlns:a16="http://schemas.microsoft.com/office/drawing/2014/main" id="{8DE35CC1-AC13-4470-9589-FAF62A793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64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0"/>
                    <a:pt x="6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8" name="Freeform 1529">
              <a:extLst>
                <a:ext uri="{FF2B5EF4-FFF2-40B4-BE49-F238E27FC236}">
                  <a16:creationId xmlns:a16="http://schemas.microsoft.com/office/drawing/2014/main" id="{AC7A2A87-9D91-4543-9FD0-784993D1A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504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50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9" name="Freeform 1530">
              <a:extLst>
                <a:ext uri="{FF2B5EF4-FFF2-40B4-BE49-F238E27FC236}">
                  <a16:creationId xmlns:a16="http://schemas.microsoft.com/office/drawing/2014/main" id="{97A7A6DC-F477-41E4-BA57-B168974B3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51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0" name="Freeform 1531">
              <a:extLst>
                <a:ext uri="{FF2B5EF4-FFF2-40B4-BE49-F238E27FC236}">
                  <a16:creationId xmlns:a16="http://schemas.microsoft.com/office/drawing/2014/main" id="{FDA2F5B8-EA3C-41C9-A430-79878FF2F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515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1" name="Freeform 1532">
              <a:extLst>
                <a:ext uri="{FF2B5EF4-FFF2-40B4-BE49-F238E27FC236}">
                  <a16:creationId xmlns:a16="http://schemas.microsoft.com/office/drawing/2014/main" id="{D9EDAC22-5B4A-4AB3-B88D-7543E36EB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488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47 h 4"/>
                <a:gd name="T4" fmla="*/ 20 w 4"/>
                <a:gd name="T5" fmla="*/ 61 h 4"/>
                <a:gd name="T6" fmla="*/ 0 w 4"/>
                <a:gd name="T7" fmla="*/ 22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2" name="Freeform 1533">
              <a:extLst>
                <a:ext uri="{FF2B5EF4-FFF2-40B4-BE49-F238E27FC236}">
                  <a16:creationId xmlns:a16="http://schemas.microsoft.com/office/drawing/2014/main" id="{E33403FB-8806-404C-873C-931CB52BC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488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3" name="Freeform 1534">
              <a:extLst>
                <a:ext uri="{FF2B5EF4-FFF2-40B4-BE49-F238E27FC236}">
                  <a16:creationId xmlns:a16="http://schemas.microsoft.com/office/drawing/2014/main" id="{04667C65-7387-4876-8F6A-981D8EBA4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491"/>
              <a:ext cx="15" cy="18"/>
            </a:xfrm>
            <a:custGeom>
              <a:avLst/>
              <a:gdLst>
                <a:gd name="T0" fmla="*/ 63 w 6"/>
                <a:gd name="T1" fmla="*/ 21 h 7"/>
                <a:gd name="T2" fmla="*/ 95 w 6"/>
                <a:gd name="T3" fmla="*/ 67 h 7"/>
                <a:gd name="T4" fmla="*/ 50 w 6"/>
                <a:gd name="T5" fmla="*/ 100 h 7"/>
                <a:gd name="T6" fmla="*/ 20 w 6"/>
                <a:gd name="T7" fmla="*/ 54 h 7"/>
                <a:gd name="T8" fmla="*/ 63 w 6"/>
                <a:gd name="T9" fmla="*/ 2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4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4" name="Freeform 1535">
              <a:extLst>
                <a:ext uri="{FF2B5EF4-FFF2-40B4-BE49-F238E27FC236}">
                  <a16:creationId xmlns:a16="http://schemas.microsoft.com/office/drawing/2014/main" id="{C025B2F0-BCFE-4A9B-B6CB-FB12CAAD4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501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3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5" name="Freeform 1536">
              <a:extLst>
                <a:ext uri="{FF2B5EF4-FFF2-40B4-BE49-F238E27FC236}">
                  <a16:creationId xmlns:a16="http://schemas.microsoft.com/office/drawing/2014/main" id="{EDA13E43-8730-488B-8596-2B8635E19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528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0"/>
                    <a:pt x="6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6" name="Freeform 1537">
              <a:extLst>
                <a:ext uri="{FF2B5EF4-FFF2-40B4-BE49-F238E27FC236}">
                  <a16:creationId xmlns:a16="http://schemas.microsoft.com/office/drawing/2014/main" id="{DB963A73-2F95-4E11-B379-3FAE6A664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44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7" name="Freeform 1538">
              <a:extLst>
                <a:ext uri="{FF2B5EF4-FFF2-40B4-BE49-F238E27FC236}">
                  <a16:creationId xmlns:a16="http://schemas.microsoft.com/office/drawing/2014/main" id="{0C9EB512-FCF0-48D0-A227-3418E0E57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459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8" name="Freeform 1539">
              <a:extLst>
                <a:ext uri="{FF2B5EF4-FFF2-40B4-BE49-F238E27FC236}">
                  <a16:creationId xmlns:a16="http://schemas.microsoft.com/office/drawing/2014/main" id="{DB8E5CA5-565C-4012-B250-E3465AA20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456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9" name="Freeform 1540">
              <a:extLst>
                <a:ext uri="{FF2B5EF4-FFF2-40B4-BE49-F238E27FC236}">
                  <a16:creationId xmlns:a16="http://schemas.microsoft.com/office/drawing/2014/main" id="{A77D7C91-5B63-4509-AE99-E76BEDB86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429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47 h 4"/>
                <a:gd name="T4" fmla="*/ 33 w 4"/>
                <a:gd name="T5" fmla="*/ 61 h 4"/>
                <a:gd name="T6" fmla="*/ 20 w 4"/>
                <a:gd name="T7" fmla="*/ 22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0" name="Freeform 1541">
              <a:extLst>
                <a:ext uri="{FF2B5EF4-FFF2-40B4-BE49-F238E27FC236}">
                  <a16:creationId xmlns:a16="http://schemas.microsoft.com/office/drawing/2014/main" id="{13F859B1-C8B0-497D-8309-516ACFD4A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429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6" y="6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1" name="Freeform 1542">
              <a:extLst>
                <a:ext uri="{FF2B5EF4-FFF2-40B4-BE49-F238E27FC236}">
                  <a16:creationId xmlns:a16="http://schemas.microsoft.com/office/drawing/2014/main" id="{C06B4360-C70D-44FA-9085-05775B375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432"/>
              <a:ext cx="15" cy="19"/>
            </a:xfrm>
            <a:custGeom>
              <a:avLst/>
              <a:gdLst>
                <a:gd name="T0" fmla="*/ 63 w 6"/>
                <a:gd name="T1" fmla="*/ 22 h 7"/>
                <a:gd name="T2" fmla="*/ 95 w 6"/>
                <a:gd name="T3" fmla="*/ 81 h 7"/>
                <a:gd name="T4" fmla="*/ 33 w 6"/>
                <a:gd name="T5" fmla="*/ 117 h 7"/>
                <a:gd name="T6" fmla="*/ 20 w 6"/>
                <a:gd name="T7" fmla="*/ 60 h 7"/>
                <a:gd name="T8" fmla="*/ 63 w 6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2" name="Freeform 1543">
              <a:extLst>
                <a:ext uri="{FF2B5EF4-FFF2-40B4-BE49-F238E27FC236}">
                  <a16:creationId xmlns:a16="http://schemas.microsoft.com/office/drawing/2014/main" id="{809CDF5F-7EF4-4885-A40C-69477B190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34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3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3" name="Freeform 1544">
              <a:extLst>
                <a:ext uri="{FF2B5EF4-FFF2-40B4-BE49-F238E27FC236}">
                  <a16:creationId xmlns:a16="http://schemas.microsoft.com/office/drawing/2014/main" id="{69CAE9D4-998D-4328-99B2-5504D1340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34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4" name="Freeform 1545">
              <a:extLst>
                <a:ext uri="{FF2B5EF4-FFF2-40B4-BE49-F238E27FC236}">
                  <a16:creationId xmlns:a16="http://schemas.microsoft.com/office/drawing/2014/main" id="{BD20C53C-65A5-485D-BE56-30E38142F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469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50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0"/>
                    <a:pt x="6" y="2"/>
                    <a:pt x="6" y="3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5" name="Freeform 1546">
              <a:extLst>
                <a:ext uri="{FF2B5EF4-FFF2-40B4-BE49-F238E27FC236}">
                  <a16:creationId xmlns:a16="http://schemas.microsoft.com/office/drawing/2014/main" id="{F70FE973-25FC-4E3A-B03F-61AB0238F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411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50 h 4"/>
                <a:gd name="T4" fmla="*/ 33 w 4"/>
                <a:gd name="T5" fmla="*/ 63 h 4"/>
                <a:gd name="T6" fmla="*/ 0 w 4"/>
                <a:gd name="T7" fmla="*/ 20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6" name="Freeform 1547">
              <a:extLst>
                <a:ext uri="{FF2B5EF4-FFF2-40B4-BE49-F238E27FC236}">
                  <a16:creationId xmlns:a16="http://schemas.microsoft.com/office/drawing/2014/main" id="{436A4970-39D2-48DF-BF25-6A1226B11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24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7" name="Freeform 1548">
              <a:extLst>
                <a:ext uri="{FF2B5EF4-FFF2-40B4-BE49-F238E27FC236}">
                  <a16:creationId xmlns:a16="http://schemas.microsoft.com/office/drawing/2014/main" id="{701073D4-10FD-4F65-8291-C00E8422D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421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8" name="Freeform 1549">
              <a:extLst>
                <a:ext uri="{FF2B5EF4-FFF2-40B4-BE49-F238E27FC236}">
                  <a16:creationId xmlns:a16="http://schemas.microsoft.com/office/drawing/2014/main" id="{56071385-FFE6-4F9B-AC76-3B917C5C7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392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50 w 4"/>
                <a:gd name="T3" fmla="*/ 61 h 4"/>
                <a:gd name="T4" fmla="*/ 20 w 4"/>
                <a:gd name="T5" fmla="*/ 83 h 4"/>
                <a:gd name="T6" fmla="*/ 0 w 4"/>
                <a:gd name="T7" fmla="*/ 47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9" name="Freeform 1550">
              <a:extLst>
                <a:ext uri="{FF2B5EF4-FFF2-40B4-BE49-F238E27FC236}">
                  <a16:creationId xmlns:a16="http://schemas.microsoft.com/office/drawing/2014/main" id="{804ACD0D-C068-4F7B-B534-9DA5A0DC0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39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0" name="Freeform 1551">
              <a:extLst>
                <a:ext uri="{FF2B5EF4-FFF2-40B4-BE49-F238E27FC236}">
                  <a16:creationId xmlns:a16="http://schemas.microsoft.com/office/drawing/2014/main" id="{605CB68D-25BF-4F75-BF77-D3717C01C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397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1" name="Freeform 1552">
              <a:extLst>
                <a:ext uri="{FF2B5EF4-FFF2-40B4-BE49-F238E27FC236}">
                  <a16:creationId xmlns:a16="http://schemas.microsoft.com/office/drawing/2014/main" id="{1D8510A3-C2D2-4B9B-A1DF-CDC78B409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405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2" name="Freeform 1553">
              <a:extLst>
                <a:ext uri="{FF2B5EF4-FFF2-40B4-BE49-F238E27FC236}">
                  <a16:creationId xmlns:a16="http://schemas.microsoft.com/office/drawing/2014/main" id="{2209E236-E2C4-4890-BB37-AE9DBAA26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371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3" name="Freeform 1554">
              <a:extLst>
                <a:ext uri="{FF2B5EF4-FFF2-40B4-BE49-F238E27FC236}">
                  <a16:creationId xmlns:a16="http://schemas.microsoft.com/office/drawing/2014/main" id="{EEB9857C-D093-4727-BA4D-BA918405F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669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4" name="Freeform 1555">
              <a:extLst>
                <a:ext uri="{FF2B5EF4-FFF2-40B4-BE49-F238E27FC236}">
                  <a16:creationId xmlns:a16="http://schemas.microsoft.com/office/drawing/2014/main" id="{217227FA-8598-4930-A7A9-0FCD3A428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651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5" name="Freeform 1556">
              <a:extLst>
                <a:ext uri="{FF2B5EF4-FFF2-40B4-BE49-F238E27FC236}">
                  <a16:creationId xmlns:a16="http://schemas.microsoft.com/office/drawing/2014/main" id="{515B2B58-99C2-4876-B8D8-EA560C541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675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50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6" name="Freeform 1557">
              <a:extLst>
                <a:ext uri="{FF2B5EF4-FFF2-40B4-BE49-F238E27FC236}">
                  <a16:creationId xmlns:a16="http://schemas.microsoft.com/office/drawing/2014/main" id="{9B0CB4D3-3C0C-4233-ADAE-50E2AFFA0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667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7" name="Freeform 1558">
              <a:extLst>
                <a:ext uri="{FF2B5EF4-FFF2-40B4-BE49-F238E27FC236}">
                  <a16:creationId xmlns:a16="http://schemas.microsoft.com/office/drawing/2014/main" id="{AE841AD4-7829-4866-9E89-08DF885A3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53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8" name="Freeform 1559">
              <a:extLst>
                <a:ext uri="{FF2B5EF4-FFF2-40B4-BE49-F238E27FC236}">
                  <a16:creationId xmlns:a16="http://schemas.microsoft.com/office/drawing/2014/main" id="{37B10211-C7EB-4114-A122-64B658C6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640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9" name="Freeform 1560">
              <a:extLst>
                <a:ext uri="{FF2B5EF4-FFF2-40B4-BE49-F238E27FC236}">
                  <a16:creationId xmlns:a16="http://schemas.microsoft.com/office/drawing/2014/main" id="{30864FB3-D8F0-4B79-A720-E64ACDBD5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693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0" name="Freeform 1561">
              <a:extLst>
                <a:ext uri="{FF2B5EF4-FFF2-40B4-BE49-F238E27FC236}">
                  <a16:creationId xmlns:a16="http://schemas.microsoft.com/office/drawing/2014/main" id="{C803A5E3-AFA7-4E15-B3B7-F9316F8FD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725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1" name="Freeform 1562">
              <a:extLst>
                <a:ext uri="{FF2B5EF4-FFF2-40B4-BE49-F238E27FC236}">
                  <a16:creationId xmlns:a16="http://schemas.microsoft.com/office/drawing/2014/main" id="{7BB9617F-0D35-4172-A448-F1A895E28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656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56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6" y="6"/>
                    <a:pt x="4" y="6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2" name="Freeform 1563">
              <a:extLst>
                <a:ext uri="{FF2B5EF4-FFF2-40B4-BE49-F238E27FC236}">
                  <a16:creationId xmlns:a16="http://schemas.microsoft.com/office/drawing/2014/main" id="{D18719B7-4C5F-4D82-ADDC-DBE5D019A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632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3" name="Freeform 1564">
              <a:extLst>
                <a:ext uri="{FF2B5EF4-FFF2-40B4-BE49-F238E27FC236}">
                  <a16:creationId xmlns:a16="http://schemas.microsoft.com/office/drawing/2014/main" id="{BC9688CB-18D1-4E76-B446-05F6374AB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579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6" y="6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4" name="Freeform 1565">
              <a:extLst>
                <a:ext uri="{FF2B5EF4-FFF2-40B4-BE49-F238E27FC236}">
                  <a16:creationId xmlns:a16="http://schemas.microsoft.com/office/drawing/2014/main" id="{34CE0160-4266-4E8C-8B42-0738F8BD5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23"/>
              <a:ext cx="17" cy="16"/>
            </a:xfrm>
            <a:custGeom>
              <a:avLst/>
              <a:gdLst>
                <a:gd name="T0" fmla="*/ 58 w 7"/>
                <a:gd name="T1" fmla="*/ 21 h 6"/>
                <a:gd name="T2" fmla="*/ 87 w 7"/>
                <a:gd name="T3" fmla="*/ 77 h 6"/>
                <a:gd name="T4" fmla="*/ 41 w 7"/>
                <a:gd name="T5" fmla="*/ 115 h 6"/>
                <a:gd name="T6" fmla="*/ 12 w 7"/>
                <a:gd name="T7" fmla="*/ 35 h 6"/>
                <a:gd name="T8" fmla="*/ 58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6" y="1"/>
                    <a:pt x="7" y="3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5" name="Freeform 1566">
              <a:extLst>
                <a:ext uri="{FF2B5EF4-FFF2-40B4-BE49-F238E27FC236}">
                  <a16:creationId xmlns:a16="http://schemas.microsoft.com/office/drawing/2014/main" id="{27119D5E-7DE3-4DD0-BA3A-E8953FAF2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603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6" name="Freeform 1567">
              <a:extLst>
                <a:ext uri="{FF2B5EF4-FFF2-40B4-BE49-F238E27FC236}">
                  <a16:creationId xmlns:a16="http://schemas.microsoft.com/office/drawing/2014/main" id="{BAD1AFB0-DC79-4084-BE8C-3F9074530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619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7" name="Freeform 1568">
              <a:extLst>
                <a:ext uri="{FF2B5EF4-FFF2-40B4-BE49-F238E27FC236}">
                  <a16:creationId xmlns:a16="http://schemas.microsoft.com/office/drawing/2014/main" id="{DDA4F36A-603D-438D-9082-D834F91E6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691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56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8" name="Freeform 1569">
              <a:extLst>
                <a:ext uri="{FF2B5EF4-FFF2-40B4-BE49-F238E27FC236}">
                  <a16:creationId xmlns:a16="http://schemas.microsoft.com/office/drawing/2014/main" id="{8AE9057D-831C-4411-AA83-81D987CAA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603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9" name="Freeform 1570">
              <a:extLst>
                <a:ext uri="{FF2B5EF4-FFF2-40B4-BE49-F238E27FC236}">
                  <a16:creationId xmlns:a16="http://schemas.microsoft.com/office/drawing/2014/main" id="{F892B5AE-0478-4D63-A7B4-BE22375BE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51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0" name="Freeform 1571">
              <a:extLst>
                <a:ext uri="{FF2B5EF4-FFF2-40B4-BE49-F238E27FC236}">
                  <a16:creationId xmlns:a16="http://schemas.microsoft.com/office/drawing/2014/main" id="{7176B17D-3800-4850-AC27-F8CBBC636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50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50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3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1" name="Freeform 1572">
              <a:extLst>
                <a:ext uri="{FF2B5EF4-FFF2-40B4-BE49-F238E27FC236}">
                  <a16:creationId xmlns:a16="http://schemas.microsoft.com/office/drawing/2014/main" id="{CF5A50B7-F4A2-4078-8E31-898D0F6C7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491"/>
              <a:ext cx="15" cy="18"/>
            </a:xfrm>
            <a:custGeom>
              <a:avLst/>
              <a:gdLst>
                <a:gd name="T0" fmla="*/ 50 w 6"/>
                <a:gd name="T1" fmla="*/ 21 h 7"/>
                <a:gd name="T2" fmla="*/ 83 w 6"/>
                <a:gd name="T3" fmla="*/ 67 h 7"/>
                <a:gd name="T4" fmla="*/ 33 w 6"/>
                <a:gd name="T5" fmla="*/ 100 h 7"/>
                <a:gd name="T6" fmla="*/ 0 w 6"/>
                <a:gd name="T7" fmla="*/ 54 h 7"/>
                <a:gd name="T8" fmla="*/ 50 w 6"/>
                <a:gd name="T9" fmla="*/ 2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2" name="Freeform 1573">
              <a:extLst>
                <a:ext uri="{FF2B5EF4-FFF2-40B4-BE49-F238E27FC236}">
                  <a16:creationId xmlns:a16="http://schemas.microsoft.com/office/drawing/2014/main" id="{9E469F53-2623-430A-9353-92C543EE2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48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56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0"/>
                    <a:pt x="6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3" name="Freeform 1574">
              <a:extLst>
                <a:ext uri="{FF2B5EF4-FFF2-40B4-BE49-F238E27FC236}">
                  <a16:creationId xmlns:a16="http://schemas.microsoft.com/office/drawing/2014/main" id="{7B3168AB-B1AE-4442-8A94-1ACBB78B8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419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33 h 4"/>
                <a:gd name="T4" fmla="*/ 33 w 4"/>
                <a:gd name="T5" fmla="*/ 63 h 4"/>
                <a:gd name="T6" fmla="*/ 0 w 4"/>
                <a:gd name="T7" fmla="*/ 20 h 4"/>
                <a:gd name="T8" fmla="*/ 5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2" y="4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4" name="Freeform 1575">
              <a:extLst>
                <a:ext uri="{FF2B5EF4-FFF2-40B4-BE49-F238E27FC236}">
                  <a16:creationId xmlns:a16="http://schemas.microsoft.com/office/drawing/2014/main" id="{979981B3-09F0-411F-9F0B-DA283EBD1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525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3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5" name="Freeform 1576">
              <a:extLst>
                <a:ext uri="{FF2B5EF4-FFF2-40B4-BE49-F238E27FC236}">
                  <a16:creationId xmlns:a16="http://schemas.microsoft.com/office/drawing/2014/main" id="{B3A1C1B9-ADBB-43F2-B6E7-3A6DC797A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547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56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1" y="5"/>
                    <a:pt x="0" y="4"/>
                    <a:pt x="1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6" name="Freeform 1577">
              <a:extLst>
                <a:ext uri="{FF2B5EF4-FFF2-40B4-BE49-F238E27FC236}">
                  <a16:creationId xmlns:a16="http://schemas.microsoft.com/office/drawing/2014/main" id="{CA1A7F58-DA25-4CA0-BA37-3969EE6AC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544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50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7" name="Freeform 1578">
              <a:extLst>
                <a:ext uri="{FF2B5EF4-FFF2-40B4-BE49-F238E27FC236}">
                  <a16:creationId xmlns:a16="http://schemas.microsoft.com/office/drawing/2014/main" id="{A0F34985-E5BB-4242-8F5F-356120902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552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8" name="Freeform 1579">
              <a:extLst>
                <a:ext uri="{FF2B5EF4-FFF2-40B4-BE49-F238E27FC236}">
                  <a16:creationId xmlns:a16="http://schemas.microsoft.com/office/drawing/2014/main" id="{CC99E247-E122-43E2-B5B8-325ED2159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533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9" name="Freeform 1580">
              <a:extLst>
                <a:ext uri="{FF2B5EF4-FFF2-40B4-BE49-F238E27FC236}">
                  <a16:creationId xmlns:a16="http://schemas.microsoft.com/office/drawing/2014/main" id="{4F6A246D-1DBE-4E9E-A8D6-7FD77B70E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579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0" name="Freeform 1581">
              <a:extLst>
                <a:ext uri="{FF2B5EF4-FFF2-40B4-BE49-F238E27FC236}">
                  <a16:creationId xmlns:a16="http://schemas.microsoft.com/office/drawing/2014/main" id="{4A955FD0-96B7-45A0-8D1C-5ACB66DA9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573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1" name="Freeform 1582">
              <a:extLst>
                <a:ext uri="{FF2B5EF4-FFF2-40B4-BE49-F238E27FC236}">
                  <a16:creationId xmlns:a16="http://schemas.microsoft.com/office/drawing/2014/main" id="{543527A6-2E87-46AD-AE22-EE3D5CEDE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640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2" name="Freeform 1583">
              <a:extLst>
                <a:ext uri="{FF2B5EF4-FFF2-40B4-BE49-F238E27FC236}">
                  <a16:creationId xmlns:a16="http://schemas.microsoft.com/office/drawing/2014/main" id="{8265779F-C509-4E84-8F33-3293C9EE1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603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3" name="Freeform 1584">
              <a:extLst>
                <a:ext uri="{FF2B5EF4-FFF2-40B4-BE49-F238E27FC236}">
                  <a16:creationId xmlns:a16="http://schemas.microsoft.com/office/drawing/2014/main" id="{7E141888-3534-458C-832F-A297E941F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600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56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3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4" name="Freeform 1585">
              <a:extLst>
                <a:ext uri="{FF2B5EF4-FFF2-40B4-BE49-F238E27FC236}">
                  <a16:creationId xmlns:a16="http://schemas.microsoft.com/office/drawing/2014/main" id="{03C1C68C-A035-489E-85DB-9A59065B0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632"/>
              <a:ext cx="17" cy="16"/>
            </a:xfrm>
            <a:custGeom>
              <a:avLst/>
              <a:gdLst>
                <a:gd name="T0" fmla="*/ 58 w 7"/>
                <a:gd name="T1" fmla="*/ 21 h 6"/>
                <a:gd name="T2" fmla="*/ 87 w 7"/>
                <a:gd name="T3" fmla="*/ 77 h 6"/>
                <a:gd name="T4" fmla="*/ 41 w 7"/>
                <a:gd name="T5" fmla="*/ 115 h 6"/>
                <a:gd name="T6" fmla="*/ 12 w 7"/>
                <a:gd name="T7" fmla="*/ 35 h 6"/>
                <a:gd name="T8" fmla="*/ 58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5" name="Freeform 1586">
              <a:extLst>
                <a:ext uri="{FF2B5EF4-FFF2-40B4-BE49-F238E27FC236}">
                  <a16:creationId xmlns:a16="http://schemas.microsoft.com/office/drawing/2014/main" id="{3FF861E0-5AE0-4C97-937B-B9A531124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616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6" name="Freeform 1587">
              <a:extLst>
                <a:ext uri="{FF2B5EF4-FFF2-40B4-BE49-F238E27FC236}">
                  <a16:creationId xmlns:a16="http://schemas.microsoft.com/office/drawing/2014/main" id="{8EEE3438-26A9-4B6B-8660-C02FE8EA7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54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50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4" y="6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7" name="Freeform 1588">
              <a:extLst>
                <a:ext uri="{FF2B5EF4-FFF2-40B4-BE49-F238E27FC236}">
                  <a16:creationId xmlns:a16="http://schemas.microsoft.com/office/drawing/2014/main" id="{C0235C2C-F47C-4063-A2E4-DFF7B129B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485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8" name="Freeform 1589">
              <a:extLst>
                <a:ext uri="{FF2B5EF4-FFF2-40B4-BE49-F238E27FC236}">
                  <a16:creationId xmlns:a16="http://schemas.microsoft.com/office/drawing/2014/main" id="{220D1A9D-5368-4C62-BA6F-0528E5124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63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9" name="Freeform 1590">
              <a:extLst>
                <a:ext uri="{FF2B5EF4-FFF2-40B4-BE49-F238E27FC236}">
                  <a16:creationId xmlns:a16="http://schemas.microsoft.com/office/drawing/2014/main" id="{58EF781B-4645-40EC-83FD-D7E5548B8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2611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0" name="Freeform 1591">
              <a:extLst>
                <a:ext uri="{FF2B5EF4-FFF2-40B4-BE49-F238E27FC236}">
                  <a16:creationId xmlns:a16="http://schemas.microsoft.com/office/drawing/2014/main" id="{5DA28203-57A0-4736-9D3B-B994AA3C8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59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50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4" y="6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1" name="Freeform 1592">
              <a:extLst>
                <a:ext uri="{FF2B5EF4-FFF2-40B4-BE49-F238E27FC236}">
                  <a16:creationId xmlns:a16="http://schemas.microsoft.com/office/drawing/2014/main" id="{1E860E2D-5E7A-4F04-8366-5D636EBB7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629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56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2" name="Freeform 1593">
              <a:extLst>
                <a:ext uri="{FF2B5EF4-FFF2-40B4-BE49-F238E27FC236}">
                  <a16:creationId xmlns:a16="http://schemas.microsoft.com/office/drawing/2014/main" id="{BDC0A3C0-5D39-4693-8791-EE4871C18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613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3" name="Freeform 1594">
              <a:extLst>
                <a:ext uri="{FF2B5EF4-FFF2-40B4-BE49-F238E27FC236}">
                  <a16:creationId xmlns:a16="http://schemas.microsoft.com/office/drawing/2014/main" id="{7AD0E7AB-5152-4063-9941-C51D980F5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587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56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4" name="Freeform 1595">
              <a:extLst>
                <a:ext uri="{FF2B5EF4-FFF2-40B4-BE49-F238E27FC236}">
                  <a16:creationId xmlns:a16="http://schemas.microsoft.com/office/drawing/2014/main" id="{E415E67C-BAC6-4CD7-9CCC-064D95F14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581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93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5" name="Freeform 1596">
              <a:extLst>
                <a:ext uri="{FF2B5EF4-FFF2-40B4-BE49-F238E27FC236}">
                  <a16:creationId xmlns:a16="http://schemas.microsoft.com/office/drawing/2014/main" id="{1A8FFC42-5CE5-4A57-B522-621D4117E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611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6" name="Freeform 1597">
              <a:extLst>
                <a:ext uri="{FF2B5EF4-FFF2-40B4-BE49-F238E27FC236}">
                  <a16:creationId xmlns:a16="http://schemas.microsoft.com/office/drawing/2014/main" id="{28A8AD5A-B6BD-41B4-957D-ACC9C3DB3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608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95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6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7" name="Freeform 1598">
              <a:extLst>
                <a:ext uri="{FF2B5EF4-FFF2-40B4-BE49-F238E27FC236}">
                  <a16:creationId xmlns:a16="http://schemas.microsoft.com/office/drawing/2014/main" id="{67A78E85-0E1D-4647-8E01-E5303E04D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640"/>
              <a:ext cx="18" cy="16"/>
            </a:xfrm>
            <a:custGeom>
              <a:avLst/>
              <a:gdLst>
                <a:gd name="T0" fmla="*/ 67 w 7"/>
                <a:gd name="T1" fmla="*/ 21 h 6"/>
                <a:gd name="T2" fmla="*/ 100 w 7"/>
                <a:gd name="T3" fmla="*/ 77 h 6"/>
                <a:gd name="T4" fmla="*/ 54 w 7"/>
                <a:gd name="T5" fmla="*/ 115 h 6"/>
                <a:gd name="T6" fmla="*/ 21 w 7"/>
                <a:gd name="T7" fmla="*/ 56 h 6"/>
                <a:gd name="T8" fmla="*/ 67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6"/>
                    <a:pt x="3" y="6"/>
                  </a:cubicBezTo>
                  <a:cubicBezTo>
                    <a:pt x="1" y="5"/>
                    <a:pt x="0" y="4"/>
                    <a:pt x="1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8" name="Freeform 1599">
              <a:extLst>
                <a:ext uri="{FF2B5EF4-FFF2-40B4-BE49-F238E27FC236}">
                  <a16:creationId xmlns:a16="http://schemas.microsoft.com/office/drawing/2014/main" id="{1926B50D-4D4E-4BAE-8563-FED6FB5F6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653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95 w 6"/>
                <a:gd name="T3" fmla="*/ 77 h 6"/>
                <a:gd name="T4" fmla="*/ 33 w 6"/>
                <a:gd name="T5" fmla="*/ 115 h 6"/>
                <a:gd name="T6" fmla="*/ 0 w 6"/>
                <a:gd name="T7" fmla="*/ 56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9" name="Freeform 1600">
              <a:extLst>
                <a:ext uri="{FF2B5EF4-FFF2-40B4-BE49-F238E27FC236}">
                  <a16:creationId xmlns:a16="http://schemas.microsoft.com/office/drawing/2014/main" id="{68BE609E-F81F-4697-A69F-D76088D29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483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50 h 4"/>
                <a:gd name="T4" fmla="*/ 20 w 4"/>
                <a:gd name="T5" fmla="*/ 63 h 4"/>
                <a:gd name="T6" fmla="*/ 0 w 4"/>
                <a:gd name="T7" fmla="*/ 33 h 4"/>
                <a:gd name="T8" fmla="*/ 33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50" name="Freeform 1601">
              <a:extLst>
                <a:ext uri="{FF2B5EF4-FFF2-40B4-BE49-F238E27FC236}">
                  <a16:creationId xmlns:a16="http://schemas.microsoft.com/office/drawing/2014/main" id="{ECC19EF1-19BC-440D-ADA8-9D6CD5026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443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83 w 6"/>
                <a:gd name="T3" fmla="*/ 77 h 6"/>
                <a:gd name="T4" fmla="*/ 33 w 6"/>
                <a:gd name="T5" fmla="*/ 115 h 6"/>
                <a:gd name="T6" fmla="*/ 0 w 6"/>
                <a:gd name="T7" fmla="*/ 35 h 6"/>
                <a:gd name="T8" fmla="*/ 6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96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1923" name="Cross-section-of-brain-meninges">
            <a:extLst>
              <a:ext uri="{FF2B5EF4-FFF2-40B4-BE49-F238E27FC236}">
                <a16:creationId xmlns:a16="http://schemas.microsoft.com/office/drawing/2014/main" id="{A3896439-EF0B-4F40-887E-41878C7E94F3}"/>
              </a:ext>
            </a:extLst>
          </p:cNvPr>
          <p:cNvGrpSpPr>
            <a:grpSpLocks/>
          </p:cNvGrpSpPr>
          <p:nvPr/>
        </p:nvGrpSpPr>
        <p:grpSpPr bwMode="auto">
          <a:xfrm>
            <a:off x="6410325" y="2719388"/>
            <a:ext cx="3478213" cy="2609850"/>
            <a:chOff x="3078" y="1592"/>
            <a:chExt cx="2191" cy="1644"/>
          </a:xfrm>
        </p:grpSpPr>
        <p:grpSp>
          <p:nvGrpSpPr>
            <p:cNvPr id="81924" name="Group 1603">
              <a:extLst>
                <a:ext uri="{FF2B5EF4-FFF2-40B4-BE49-F238E27FC236}">
                  <a16:creationId xmlns:a16="http://schemas.microsoft.com/office/drawing/2014/main" id="{0B466548-16B1-4B7C-8B8F-DCE7CA9883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80" y="1592"/>
              <a:ext cx="2189" cy="1644"/>
              <a:chOff x="3080" y="1592"/>
              <a:chExt cx="2189" cy="1644"/>
            </a:xfrm>
          </p:grpSpPr>
          <p:sp>
            <p:nvSpPr>
              <p:cNvPr id="131453" name="Line 1604">
                <a:extLst>
                  <a:ext uri="{FF2B5EF4-FFF2-40B4-BE49-F238E27FC236}">
                    <a16:creationId xmlns:a16="http://schemas.microsoft.com/office/drawing/2014/main" id="{4A4C9072-C0A0-4999-B592-97F39CF4C2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21" y="2468"/>
                <a:ext cx="1" cy="506"/>
              </a:xfrm>
              <a:prstGeom prst="line">
                <a:avLst/>
              </a:prstGeom>
              <a:noFill/>
              <a:ln w="190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54" name="Freeform 1605">
                <a:extLst>
                  <a:ext uri="{FF2B5EF4-FFF2-40B4-BE49-F238E27FC236}">
                    <a16:creationId xmlns:a16="http://schemas.microsoft.com/office/drawing/2014/main" id="{2A8E8C16-8ADB-4AB8-AEA8-046AD79FF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450"/>
                <a:ext cx="857" cy="557"/>
              </a:xfrm>
              <a:custGeom>
                <a:avLst/>
                <a:gdLst>
                  <a:gd name="T0" fmla="*/ 1742 w 551"/>
                  <a:gd name="T1" fmla="*/ 0 h 336"/>
                  <a:gd name="T2" fmla="*/ 1628 w 551"/>
                  <a:gd name="T3" fmla="*/ 50 h 336"/>
                  <a:gd name="T4" fmla="*/ 649 w 551"/>
                  <a:gd name="T5" fmla="*/ 852 h 336"/>
                  <a:gd name="T6" fmla="*/ 649 w 551"/>
                  <a:gd name="T7" fmla="*/ 816 h 336"/>
                  <a:gd name="T8" fmla="*/ 644 w 551"/>
                  <a:gd name="T9" fmla="*/ 816 h 336"/>
                  <a:gd name="T10" fmla="*/ 0 w 551"/>
                  <a:gd name="T11" fmla="*/ 104 h 336"/>
                  <a:gd name="T12" fmla="*/ 0 w 551"/>
                  <a:gd name="T13" fmla="*/ 285 h 336"/>
                  <a:gd name="T14" fmla="*/ 8 w 551"/>
                  <a:gd name="T15" fmla="*/ 292 h 336"/>
                  <a:gd name="T16" fmla="*/ 275 w 551"/>
                  <a:gd name="T17" fmla="*/ 739 h 336"/>
                  <a:gd name="T18" fmla="*/ 275 w 551"/>
                  <a:gd name="T19" fmla="*/ 769 h 336"/>
                  <a:gd name="T20" fmla="*/ 252 w 551"/>
                  <a:gd name="T21" fmla="*/ 898 h 336"/>
                  <a:gd name="T22" fmla="*/ 232 w 551"/>
                  <a:gd name="T23" fmla="*/ 1020 h 336"/>
                  <a:gd name="T24" fmla="*/ 252 w 551"/>
                  <a:gd name="T25" fmla="*/ 1099 h 336"/>
                  <a:gd name="T26" fmla="*/ 257 w 551"/>
                  <a:gd name="T27" fmla="*/ 1102 h 336"/>
                  <a:gd name="T28" fmla="*/ 266 w 551"/>
                  <a:gd name="T29" fmla="*/ 927 h 336"/>
                  <a:gd name="T30" fmla="*/ 266 w 551"/>
                  <a:gd name="T31" fmla="*/ 898 h 336"/>
                  <a:gd name="T32" fmla="*/ 297 w 551"/>
                  <a:gd name="T33" fmla="*/ 774 h 336"/>
                  <a:gd name="T34" fmla="*/ 400 w 551"/>
                  <a:gd name="T35" fmla="*/ 748 h 336"/>
                  <a:gd name="T36" fmla="*/ 563 w 551"/>
                  <a:gd name="T37" fmla="*/ 857 h 336"/>
                  <a:gd name="T38" fmla="*/ 649 w 551"/>
                  <a:gd name="T39" fmla="*/ 943 h 336"/>
                  <a:gd name="T40" fmla="*/ 649 w 551"/>
                  <a:gd name="T41" fmla="*/ 948 h 336"/>
                  <a:gd name="T42" fmla="*/ 656 w 551"/>
                  <a:gd name="T43" fmla="*/ 952 h 336"/>
                  <a:gd name="T44" fmla="*/ 813 w 551"/>
                  <a:gd name="T45" fmla="*/ 844 h 336"/>
                  <a:gd name="T46" fmla="*/ 975 w 551"/>
                  <a:gd name="T47" fmla="*/ 706 h 336"/>
                  <a:gd name="T48" fmla="*/ 1221 w 551"/>
                  <a:gd name="T49" fmla="*/ 643 h 336"/>
                  <a:gd name="T50" fmla="*/ 1255 w 551"/>
                  <a:gd name="T51" fmla="*/ 874 h 336"/>
                  <a:gd name="T52" fmla="*/ 1255 w 551"/>
                  <a:gd name="T53" fmla="*/ 879 h 336"/>
                  <a:gd name="T54" fmla="*/ 1215 w 551"/>
                  <a:gd name="T55" fmla="*/ 1024 h 336"/>
                  <a:gd name="T56" fmla="*/ 1212 w 551"/>
                  <a:gd name="T57" fmla="*/ 1217 h 336"/>
                  <a:gd name="T58" fmla="*/ 1233 w 551"/>
                  <a:gd name="T59" fmla="*/ 1262 h 336"/>
                  <a:gd name="T60" fmla="*/ 1282 w 551"/>
                  <a:gd name="T61" fmla="*/ 1393 h 336"/>
                  <a:gd name="T62" fmla="*/ 1282 w 551"/>
                  <a:gd name="T63" fmla="*/ 1449 h 336"/>
                  <a:gd name="T64" fmla="*/ 1289 w 551"/>
                  <a:gd name="T65" fmla="*/ 1530 h 336"/>
                  <a:gd name="T66" fmla="*/ 1299 w 551"/>
                  <a:gd name="T67" fmla="*/ 1525 h 336"/>
                  <a:gd name="T68" fmla="*/ 1254 w 551"/>
                  <a:gd name="T69" fmla="*/ 1217 h 336"/>
                  <a:gd name="T70" fmla="*/ 1246 w 551"/>
                  <a:gd name="T71" fmla="*/ 1190 h 336"/>
                  <a:gd name="T72" fmla="*/ 1282 w 551"/>
                  <a:gd name="T73" fmla="*/ 978 h 336"/>
                  <a:gd name="T74" fmla="*/ 1333 w 551"/>
                  <a:gd name="T75" fmla="*/ 706 h 336"/>
                  <a:gd name="T76" fmla="*/ 1324 w 551"/>
                  <a:gd name="T77" fmla="*/ 660 h 336"/>
                  <a:gd name="T78" fmla="*/ 1355 w 551"/>
                  <a:gd name="T79" fmla="*/ 539 h 336"/>
                  <a:gd name="T80" fmla="*/ 1451 w 551"/>
                  <a:gd name="T81" fmla="*/ 469 h 336"/>
                  <a:gd name="T82" fmla="*/ 1504 w 551"/>
                  <a:gd name="T83" fmla="*/ 438 h 336"/>
                  <a:gd name="T84" fmla="*/ 1604 w 551"/>
                  <a:gd name="T85" fmla="*/ 346 h 336"/>
                  <a:gd name="T86" fmla="*/ 1964 w 551"/>
                  <a:gd name="T87" fmla="*/ 192 h 336"/>
                  <a:gd name="T88" fmla="*/ 2073 w 551"/>
                  <a:gd name="T89" fmla="*/ 327 h 336"/>
                  <a:gd name="T90" fmla="*/ 1742 w 551"/>
                  <a:gd name="T91" fmla="*/ 0 h 3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51" h="336">
                    <a:moveTo>
                      <a:pt x="463" y="0"/>
                    </a:moveTo>
                    <a:cubicBezTo>
                      <a:pt x="453" y="2"/>
                      <a:pt x="443" y="6"/>
                      <a:pt x="433" y="11"/>
                    </a:cubicBezTo>
                    <a:cubicBezTo>
                      <a:pt x="325" y="66"/>
                      <a:pt x="172" y="187"/>
                      <a:pt x="172" y="187"/>
                    </a:cubicBezTo>
                    <a:cubicBezTo>
                      <a:pt x="172" y="179"/>
                      <a:pt x="172" y="179"/>
                      <a:pt x="172" y="179"/>
                    </a:cubicBezTo>
                    <a:cubicBezTo>
                      <a:pt x="171" y="179"/>
                      <a:pt x="171" y="179"/>
                      <a:pt x="171" y="17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1" y="63"/>
                      <a:pt x="2" y="64"/>
                    </a:cubicBezTo>
                    <a:cubicBezTo>
                      <a:pt x="64" y="90"/>
                      <a:pt x="73" y="137"/>
                      <a:pt x="73" y="162"/>
                    </a:cubicBezTo>
                    <a:cubicBezTo>
                      <a:pt x="73" y="164"/>
                      <a:pt x="73" y="167"/>
                      <a:pt x="73" y="169"/>
                    </a:cubicBezTo>
                    <a:cubicBezTo>
                      <a:pt x="72" y="179"/>
                      <a:pt x="69" y="188"/>
                      <a:pt x="67" y="197"/>
                    </a:cubicBezTo>
                    <a:cubicBezTo>
                      <a:pt x="64" y="207"/>
                      <a:pt x="62" y="216"/>
                      <a:pt x="62" y="224"/>
                    </a:cubicBezTo>
                    <a:cubicBezTo>
                      <a:pt x="62" y="230"/>
                      <a:pt x="63" y="236"/>
                      <a:pt x="67" y="241"/>
                    </a:cubicBezTo>
                    <a:cubicBezTo>
                      <a:pt x="67" y="242"/>
                      <a:pt x="68" y="242"/>
                      <a:pt x="68" y="242"/>
                    </a:cubicBezTo>
                    <a:cubicBezTo>
                      <a:pt x="69" y="238"/>
                      <a:pt x="71" y="228"/>
                      <a:pt x="71" y="203"/>
                    </a:cubicBezTo>
                    <a:cubicBezTo>
                      <a:pt x="71" y="203"/>
                      <a:pt x="71" y="197"/>
                      <a:pt x="71" y="197"/>
                    </a:cubicBezTo>
                    <a:cubicBezTo>
                      <a:pt x="71" y="187"/>
                      <a:pt x="71" y="177"/>
                      <a:pt x="79" y="170"/>
                    </a:cubicBezTo>
                    <a:cubicBezTo>
                      <a:pt x="85" y="164"/>
                      <a:pt x="94" y="162"/>
                      <a:pt x="106" y="164"/>
                    </a:cubicBezTo>
                    <a:cubicBezTo>
                      <a:pt x="124" y="165"/>
                      <a:pt x="136" y="176"/>
                      <a:pt x="150" y="188"/>
                    </a:cubicBezTo>
                    <a:cubicBezTo>
                      <a:pt x="156" y="194"/>
                      <a:pt x="163" y="201"/>
                      <a:pt x="172" y="207"/>
                    </a:cubicBezTo>
                    <a:cubicBezTo>
                      <a:pt x="172" y="208"/>
                      <a:pt x="172" y="208"/>
                      <a:pt x="172" y="208"/>
                    </a:cubicBezTo>
                    <a:cubicBezTo>
                      <a:pt x="172" y="208"/>
                      <a:pt x="173" y="208"/>
                      <a:pt x="174" y="209"/>
                    </a:cubicBezTo>
                    <a:cubicBezTo>
                      <a:pt x="183" y="211"/>
                      <a:pt x="200" y="197"/>
                      <a:pt x="216" y="185"/>
                    </a:cubicBezTo>
                    <a:cubicBezTo>
                      <a:pt x="229" y="174"/>
                      <a:pt x="244" y="163"/>
                      <a:pt x="259" y="155"/>
                    </a:cubicBezTo>
                    <a:cubicBezTo>
                      <a:pt x="261" y="154"/>
                      <a:pt x="305" y="132"/>
                      <a:pt x="325" y="141"/>
                    </a:cubicBezTo>
                    <a:cubicBezTo>
                      <a:pt x="342" y="149"/>
                      <a:pt x="338" y="174"/>
                      <a:pt x="334" y="192"/>
                    </a:cubicBezTo>
                    <a:cubicBezTo>
                      <a:pt x="334" y="193"/>
                      <a:pt x="334" y="193"/>
                      <a:pt x="334" y="193"/>
                    </a:cubicBezTo>
                    <a:cubicBezTo>
                      <a:pt x="332" y="206"/>
                      <a:pt x="327" y="216"/>
                      <a:pt x="323" y="225"/>
                    </a:cubicBezTo>
                    <a:cubicBezTo>
                      <a:pt x="316" y="239"/>
                      <a:pt x="312" y="248"/>
                      <a:pt x="322" y="267"/>
                    </a:cubicBezTo>
                    <a:cubicBezTo>
                      <a:pt x="328" y="277"/>
                      <a:pt x="328" y="277"/>
                      <a:pt x="328" y="277"/>
                    </a:cubicBezTo>
                    <a:cubicBezTo>
                      <a:pt x="334" y="284"/>
                      <a:pt x="339" y="292"/>
                      <a:pt x="341" y="306"/>
                    </a:cubicBezTo>
                    <a:cubicBezTo>
                      <a:pt x="341" y="310"/>
                      <a:pt x="341" y="314"/>
                      <a:pt x="341" y="318"/>
                    </a:cubicBezTo>
                    <a:cubicBezTo>
                      <a:pt x="341" y="324"/>
                      <a:pt x="340" y="334"/>
                      <a:pt x="343" y="336"/>
                    </a:cubicBezTo>
                    <a:cubicBezTo>
                      <a:pt x="345" y="336"/>
                      <a:pt x="344" y="336"/>
                      <a:pt x="345" y="335"/>
                    </a:cubicBezTo>
                    <a:cubicBezTo>
                      <a:pt x="350" y="330"/>
                      <a:pt x="345" y="301"/>
                      <a:pt x="333" y="267"/>
                    </a:cubicBezTo>
                    <a:cubicBezTo>
                      <a:pt x="331" y="261"/>
                      <a:pt x="331" y="261"/>
                      <a:pt x="331" y="261"/>
                    </a:cubicBezTo>
                    <a:cubicBezTo>
                      <a:pt x="325" y="243"/>
                      <a:pt x="327" y="239"/>
                      <a:pt x="341" y="215"/>
                    </a:cubicBezTo>
                    <a:cubicBezTo>
                      <a:pt x="355" y="191"/>
                      <a:pt x="355" y="182"/>
                      <a:pt x="354" y="155"/>
                    </a:cubicBezTo>
                    <a:cubicBezTo>
                      <a:pt x="353" y="151"/>
                      <a:pt x="353" y="148"/>
                      <a:pt x="352" y="145"/>
                    </a:cubicBezTo>
                    <a:cubicBezTo>
                      <a:pt x="350" y="137"/>
                      <a:pt x="349" y="130"/>
                      <a:pt x="360" y="118"/>
                    </a:cubicBezTo>
                    <a:cubicBezTo>
                      <a:pt x="366" y="112"/>
                      <a:pt x="376" y="107"/>
                      <a:pt x="386" y="103"/>
                    </a:cubicBezTo>
                    <a:cubicBezTo>
                      <a:pt x="391" y="101"/>
                      <a:pt x="397" y="98"/>
                      <a:pt x="400" y="96"/>
                    </a:cubicBezTo>
                    <a:cubicBezTo>
                      <a:pt x="408" y="91"/>
                      <a:pt x="417" y="84"/>
                      <a:pt x="426" y="76"/>
                    </a:cubicBezTo>
                    <a:cubicBezTo>
                      <a:pt x="457" y="52"/>
                      <a:pt x="491" y="25"/>
                      <a:pt x="522" y="42"/>
                    </a:cubicBezTo>
                    <a:cubicBezTo>
                      <a:pt x="539" y="50"/>
                      <a:pt x="548" y="60"/>
                      <a:pt x="551" y="72"/>
                    </a:cubicBezTo>
                    <a:cubicBezTo>
                      <a:pt x="548" y="49"/>
                      <a:pt x="489" y="11"/>
                      <a:pt x="463" y="0"/>
                    </a:cubicBezTo>
                    <a:close/>
                  </a:path>
                </a:pathLst>
              </a:custGeom>
              <a:solidFill>
                <a:srgbClr val="908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55" name="Freeform 1606">
                <a:extLst>
                  <a:ext uri="{FF2B5EF4-FFF2-40B4-BE49-F238E27FC236}">
                    <a16:creationId xmlns:a16="http://schemas.microsoft.com/office/drawing/2014/main" id="{2602E728-A042-4274-B96C-7DD63D89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103"/>
                <a:ext cx="1064" cy="1130"/>
              </a:xfrm>
              <a:custGeom>
                <a:avLst/>
                <a:gdLst>
                  <a:gd name="T0" fmla="*/ 798 w 684"/>
                  <a:gd name="T1" fmla="*/ 2106 h 681"/>
                  <a:gd name="T2" fmla="*/ 740 w 684"/>
                  <a:gd name="T3" fmla="*/ 2247 h 681"/>
                  <a:gd name="T4" fmla="*/ 765 w 684"/>
                  <a:gd name="T5" fmla="*/ 2461 h 681"/>
                  <a:gd name="T6" fmla="*/ 792 w 684"/>
                  <a:gd name="T7" fmla="*/ 2905 h 681"/>
                  <a:gd name="T8" fmla="*/ 814 w 684"/>
                  <a:gd name="T9" fmla="*/ 3091 h 681"/>
                  <a:gd name="T10" fmla="*/ 835 w 684"/>
                  <a:gd name="T11" fmla="*/ 3111 h 681"/>
                  <a:gd name="T12" fmla="*/ 1689 w 684"/>
                  <a:gd name="T13" fmla="*/ 3111 h 681"/>
                  <a:gd name="T14" fmla="*/ 1776 w 684"/>
                  <a:gd name="T15" fmla="*/ 1165 h 681"/>
                  <a:gd name="T16" fmla="*/ 2377 w 684"/>
                  <a:gd name="T17" fmla="*/ 275 h 681"/>
                  <a:gd name="T18" fmla="*/ 2574 w 684"/>
                  <a:gd name="T19" fmla="*/ 0 h 681"/>
                  <a:gd name="T20" fmla="*/ 2229 w 684"/>
                  <a:gd name="T21" fmla="*/ 91 h 681"/>
                  <a:gd name="T22" fmla="*/ 1882 w 684"/>
                  <a:gd name="T23" fmla="*/ 262 h 681"/>
                  <a:gd name="T24" fmla="*/ 1713 w 684"/>
                  <a:gd name="T25" fmla="*/ 251 h 681"/>
                  <a:gd name="T26" fmla="*/ 1641 w 684"/>
                  <a:gd name="T27" fmla="*/ 465 h 681"/>
                  <a:gd name="T28" fmla="*/ 1559 w 684"/>
                  <a:gd name="T29" fmla="*/ 597 h 681"/>
                  <a:gd name="T30" fmla="*/ 1532 w 684"/>
                  <a:gd name="T31" fmla="*/ 609 h 681"/>
                  <a:gd name="T32" fmla="*/ 1375 w 684"/>
                  <a:gd name="T33" fmla="*/ 556 h 681"/>
                  <a:gd name="T34" fmla="*/ 1215 w 684"/>
                  <a:gd name="T35" fmla="*/ 639 h 681"/>
                  <a:gd name="T36" fmla="*/ 1080 w 684"/>
                  <a:gd name="T37" fmla="*/ 584 h 681"/>
                  <a:gd name="T38" fmla="*/ 846 w 684"/>
                  <a:gd name="T39" fmla="*/ 626 h 681"/>
                  <a:gd name="T40" fmla="*/ 684 w 684"/>
                  <a:gd name="T41" fmla="*/ 718 h 681"/>
                  <a:gd name="T42" fmla="*/ 344 w 684"/>
                  <a:gd name="T43" fmla="*/ 865 h 681"/>
                  <a:gd name="T44" fmla="*/ 39 w 684"/>
                  <a:gd name="T45" fmla="*/ 928 h 681"/>
                  <a:gd name="T46" fmla="*/ 0 w 684"/>
                  <a:gd name="T47" fmla="*/ 1110 h 681"/>
                  <a:gd name="T48" fmla="*/ 345 w 684"/>
                  <a:gd name="T49" fmla="*/ 1457 h 681"/>
                  <a:gd name="T50" fmla="*/ 798 w 684"/>
                  <a:gd name="T51" fmla="*/ 2106 h 68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4" h="681">
                    <a:moveTo>
                      <a:pt x="212" y="461"/>
                    </a:moveTo>
                    <a:cubicBezTo>
                      <a:pt x="211" y="467"/>
                      <a:pt x="197" y="492"/>
                      <a:pt x="197" y="492"/>
                    </a:cubicBezTo>
                    <a:cubicBezTo>
                      <a:pt x="197" y="492"/>
                      <a:pt x="202" y="535"/>
                      <a:pt x="203" y="539"/>
                    </a:cubicBezTo>
                    <a:cubicBezTo>
                      <a:pt x="204" y="543"/>
                      <a:pt x="213" y="630"/>
                      <a:pt x="210" y="636"/>
                    </a:cubicBezTo>
                    <a:cubicBezTo>
                      <a:pt x="207" y="642"/>
                      <a:pt x="216" y="677"/>
                      <a:pt x="216" y="677"/>
                    </a:cubicBezTo>
                    <a:cubicBezTo>
                      <a:pt x="216" y="677"/>
                      <a:pt x="218" y="678"/>
                      <a:pt x="222" y="681"/>
                    </a:cubicBezTo>
                    <a:cubicBezTo>
                      <a:pt x="449" y="681"/>
                      <a:pt x="449" y="681"/>
                      <a:pt x="449" y="681"/>
                    </a:cubicBezTo>
                    <a:cubicBezTo>
                      <a:pt x="472" y="255"/>
                      <a:pt x="472" y="255"/>
                      <a:pt x="472" y="255"/>
                    </a:cubicBezTo>
                    <a:cubicBezTo>
                      <a:pt x="631" y="60"/>
                      <a:pt x="631" y="60"/>
                      <a:pt x="631" y="60"/>
                    </a:cubicBezTo>
                    <a:cubicBezTo>
                      <a:pt x="684" y="0"/>
                      <a:pt x="684" y="0"/>
                      <a:pt x="684" y="0"/>
                    </a:cubicBezTo>
                    <a:cubicBezTo>
                      <a:pt x="684" y="0"/>
                      <a:pt x="597" y="19"/>
                      <a:pt x="592" y="20"/>
                    </a:cubicBezTo>
                    <a:cubicBezTo>
                      <a:pt x="587" y="21"/>
                      <a:pt x="500" y="57"/>
                      <a:pt x="500" y="57"/>
                    </a:cubicBezTo>
                    <a:cubicBezTo>
                      <a:pt x="455" y="55"/>
                      <a:pt x="455" y="55"/>
                      <a:pt x="455" y="55"/>
                    </a:cubicBezTo>
                    <a:cubicBezTo>
                      <a:pt x="436" y="102"/>
                      <a:pt x="436" y="102"/>
                      <a:pt x="436" y="102"/>
                    </a:cubicBezTo>
                    <a:cubicBezTo>
                      <a:pt x="414" y="131"/>
                      <a:pt x="414" y="131"/>
                      <a:pt x="414" y="131"/>
                    </a:cubicBezTo>
                    <a:cubicBezTo>
                      <a:pt x="407" y="133"/>
                      <a:pt x="407" y="133"/>
                      <a:pt x="407" y="133"/>
                    </a:cubicBezTo>
                    <a:cubicBezTo>
                      <a:pt x="407" y="133"/>
                      <a:pt x="368" y="122"/>
                      <a:pt x="365" y="122"/>
                    </a:cubicBezTo>
                    <a:cubicBezTo>
                      <a:pt x="362" y="122"/>
                      <a:pt x="326" y="134"/>
                      <a:pt x="323" y="140"/>
                    </a:cubicBezTo>
                    <a:cubicBezTo>
                      <a:pt x="320" y="146"/>
                      <a:pt x="287" y="128"/>
                      <a:pt x="287" y="128"/>
                    </a:cubicBezTo>
                    <a:cubicBezTo>
                      <a:pt x="225" y="137"/>
                      <a:pt x="225" y="137"/>
                      <a:pt x="225" y="137"/>
                    </a:cubicBezTo>
                    <a:cubicBezTo>
                      <a:pt x="182" y="157"/>
                      <a:pt x="182" y="157"/>
                      <a:pt x="182" y="157"/>
                    </a:cubicBezTo>
                    <a:cubicBezTo>
                      <a:pt x="91" y="189"/>
                      <a:pt x="91" y="189"/>
                      <a:pt x="91" y="189"/>
                    </a:cubicBezTo>
                    <a:cubicBezTo>
                      <a:pt x="10" y="203"/>
                      <a:pt x="10" y="203"/>
                      <a:pt x="10" y="203"/>
                    </a:cubicBezTo>
                    <a:cubicBezTo>
                      <a:pt x="0" y="243"/>
                      <a:pt x="0" y="243"/>
                      <a:pt x="0" y="243"/>
                    </a:cubicBezTo>
                    <a:cubicBezTo>
                      <a:pt x="0" y="243"/>
                      <a:pt x="89" y="316"/>
                      <a:pt x="92" y="319"/>
                    </a:cubicBezTo>
                    <a:cubicBezTo>
                      <a:pt x="95" y="322"/>
                      <a:pt x="213" y="455"/>
                      <a:pt x="212" y="461"/>
                    </a:cubicBezTo>
                    <a:close/>
                  </a:path>
                </a:pathLst>
              </a:custGeom>
              <a:solidFill>
                <a:srgbClr val="3C2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56" name="Freeform 1607">
                <a:extLst>
                  <a:ext uri="{FF2B5EF4-FFF2-40B4-BE49-F238E27FC236}">
                    <a16:creationId xmlns:a16="http://schemas.microsoft.com/office/drawing/2014/main" id="{F0D58D1B-EBCD-41C2-943D-CDA99285D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087"/>
                <a:ext cx="853" cy="1146"/>
              </a:xfrm>
              <a:custGeom>
                <a:avLst/>
                <a:gdLst>
                  <a:gd name="T0" fmla="*/ 702 w 549"/>
                  <a:gd name="T1" fmla="*/ 292 h 691"/>
                  <a:gd name="T2" fmla="*/ 348 w 549"/>
                  <a:gd name="T3" fmla="*/ 660 h 691"/>
                  <a:gd name="T4" fmla="*/ 214 w 549"/>
                  <a:gd name="T5" fmla="*/ 1149 h 691"/>
                  <a:gd name="T6" fmla="*/ 30 w 549"/>
                  <a:gd name="T7" fmla="*/ 1622 h 691"/>
                  <a:gd name="T8" fmla="*/ 19 w 549"/>
                  <a:gd name="T9" fmla="*/ 2121 h 691"/>
                  <a:gd name="T10" fmla="*/ 61 w 549"/>
                  <a:gd name="T11" fmla="*/ 2627 h 691"/>
                  <a:gd name="T12" fmla="*/ 30 w 549"/>
                  <a:gd name="T13" fmla="*/ 3007 h 691"/>
                  <a:gd name="T14" fmla="*/ 205 w 549"/>
                  <a:gd name="T15" fmla="*/ 3153 h 691"/>
                  <a:gd name="T16" fmla="*/ 387 w 549"/>
                  <a:gd name="T17" fmla="*/ 2841 h 691"/>
                  <a:gd name="T18" fmla="*/ 527 w 549"/>
                  <a:gd name="T19" fmla="*/ 2773 h 691"/>
                  <a:gd name="T20" fmla="*/ 716 w 549"/>
                  <a:gd name="T21" fmla="*/ 2750 h 691"/>
                  <a:gd name="T22" fmla="*/ 799 w 549"/>
                  <a:gd name="T23" fmla="*/ 2798 h 691"/>
                  <a:gd name="T24" fmla="*/ 833 w 549"/>
                  <a:gd name="T25" fmla="*/ 2791 h 691"/>
                  <a:gd name="T26" fmla="*/ 679 w 549"/>
                  <a:gd name="T27" fmla="*/ 2654 h 691"/>
                  <a:gd name="T28" fmla="*/ 236 w 549"/>
                  <a:gd name="T29" fmla="*/ 2773 h 691"/>
                  <a:gd name="T30" fmla="*/ 165 w 549"/>
                  <a:gd name="T31" fmla="*/ 2299 h 691"/>
                  <a:gd name="T32" fmla="*/ 283 w 549"/>
                  <a:gd name="T33" fmla="*/ 2066 h 691"/>
                  <a:gd name="T34" fmla="*/ 176 w 549"/>
                  <a:gd name="T35" fmla="*/ 1848 h 691"/>
                  <a:gd name="T36" fmla="*/ 176 w 549"/>
                  <a:gd name="T37" fmla="*/ 1766 h 691"/>
                  <a:gd name="T38" fmla="*/ 371 w 549"/>
                  <a:gd name="T39" fmla="*/ 1483 h 691"/>
                  <a:gd name="T40" fmla="*/ 500 w 549"/>
                  <a:gd name="T41" fmla="*/ 1488 h 691"/>
                  <a:gd name="T42" fmla="*/ 693 w 549"/>
                  <a:gd name="T43" fmla="*/ 1461 h 691"/>
                  <a:gd name="T44" fmla="*/ 716 w 549"/>
                  <a:gd name="T45" fmla="*/ 1441 h 691"/>
                  <a:gd name="T46" fmla="*/ 581 w 549"/>
                  <a:gd name="T47" fmla="*/ 1428 h 691"/>
                  <a:gd name="T48" fmla="*/ 676 w 549"/>
                  <a:gd name="T49" fmla="*/ 831 h 691"/>
                  <a:gd name="T50" fmla="*/ 946 w 549"/>
                  <a:gd name="T51" fmla="*/ 584 h 691"/>
                  <a:gd name="T52" fmla="*/ 1015 w 549"/>
                  <a:gd name="T53" fmla="*/ 534 h 691"/>
                  <a:gd name="T54" fmla="*/ 1199 w 549"/>
                  <a:gd name="T55" fmla="*/ 333 h 691"/>
                  <a:gd name="T56" fmla="*/ 1252 w 549"/>
                  <a:gd name="T57" fmla="*/ 305 h 691"/>
                  <a:gd name="T58" fmla="*/ 1591 w 549"/>
                  <a:gd name="T59" fmla="*/ 393 h 691"/>
                  <a:gd name="T60" fmla="*/ 1627 w 549"/>
                  <a:gd name="T61" fmla="*/ 547 h 691"/>
                  <a:gd name="T62" fmla="*/ 1669 w 549"/>
                  <a:gd name="T63" fmla="*/ 680 h 691"/>
                  <a:gd name="T64" fmla="*/ 1680 w 549"/>
                  <a:gd name="T65" fmla="*/ 726 h 691"/>
                  <a:gd name="T66" fmla="*/ 1700 w 549"/>
                  <a:gd name="T67" fmla="*/ 660 h 691"/>
                  <a:gd name="T68" fmla="*/ 1652 w 549"/>
                  <a:gd name="T69" fmla="*/ 393 h 691"/>
                  <a:gd name="T70" fmla="*/ 1687 w 549"/>
                  <a:gd name="T71" fmla="*/ 179 h 691"/>
                  <a:gd name="T72" fmla="*/ 2052 w 549"/>
                  <a:gd name="T73" fmla="*/ 75 h 691"/>
                  <a:gd name="T74" fmla="*/ 2059 w 549"/>
                  <a:gd name="T75" fmla="*/ 0 h 691"/>
                  <a:gd name="T76" fmla="*/ 889 w 549"/>
                  <a:gd name="T77" fmla="*/ 141 h 69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549" h="691">
                    <a:moveTo>
                      <a:pt x="237" y="31"/>
                    </a:moveTo>
                    <a:cubicBezTo>
                      <a:pt x="235" y="33"/>
                      <a:pt x="208" y="46"/>
                      <a:pt x="187" y="64"/>
                    </a:cubicBezTo>
                    <a:cubicBezTo>
                      <a:pt x="170" y="77"/>
                      <a:pt x="159" y="96"/>
                      <a:pt x="149" y="105"/>
                    </a:cubicBezTo>
                    <a:cubicBezTo>
                      <a:pt x="125" y="125"/>
                      <a:pt x="105" y="134"/>
                      <a:pt x="93" y="145"/>
                    </a:cubicBezTo>
                    <a:cubicBezTo>
                      <a:pt x="62" y="174"/>
                      <a:pt x="43" y="208"/>
                      <a:pt x="57" y="241"/>
                    </a:cubicBezTo>
                    <a:cubicBezTo>
                      <a:pt x="60" y="248"/>
                      <a:pt x="62" y="252"/>
                      <a:pt x="57" y="252"/>
                    </a:cubicBezTo>
                    <a:cubicBezTo>
                      <a:pt x="46" y="247"/>
                      <a:pt x="44" y="256"/>
                      <a:pt x="29" y="273"/>
                    </a:cubicBezTo>
                    <a:cubicBezTo>
                      <a:pt x="19" y="286"/>
                      <a:pt x="7" y="324"/>
                      <a:pt x="8" y="356"/>
                    </a:cubicBezTo>
                    <a:cubicBezTo>
                      <a:pt x="8" y="368"/>
                      <a:pt x="11" y="416"/>
                      <a:pt x="9" y="446"/>
                    </a:cubicBezTo>
                    <a:cubicBezTo>
                      <a:pt x="8" y="450"/>
                      <a:pt x="4" y="457"/>
                      <a:pt x="5" y="465"/>
                    </a:cubicBezTo>
                    <a:cubicBezTo>
                      <a:pt x="5" y="474"/>
                      <a:pt x="9" y="484"/>
                      <a:pt x="9" y="488"/>
                    </a:cubicBezTo>
                    <a:cubicBezTo>
                      <a:pt x="9" y="514"/>
                      <a:pt x="0" y="562"/>
                      <a:pt x="16" y="576"/>
                    </a:cubicBezTo>
                    <a:cubicBezTo>
                      <a:pt x="21" y="585"/>
                      <a:pt x="25" y="587"/>
                      <a:pt x="22" y="600"/>
                    </a:cubicBezTo>
                    <a:cubicBezTo>
                      <a:pt x="12" y="611"/>
                      <a:pt x="7" y="630"/>
                      <a:pt x="8" y="659"/>
                    </a:cubicBezTo>
                    <a:cubicBezTo>
                      <a:pt x="7" y="678"/>
                      <a:pt x="8" y="673"/>
                      <a:pt x="14" y="691"/>
                    </a:cubicBezTo>
                    <a:cubicBezTo>
                      <a:pt x="55" y="691"/>
                      <a:pt x="55" y="691"/>
                      <a:pt x="55" y="691"/>
                    </a:cubicBezTo>
                    <a:cubicBezTo>
                      <a:pt x="53" y="662"/>
                      <a:pt x="58" y="643"/>
                      <a:pt x="69" y="632"/>
                    </a:cubicBezTo>
                    <a:cubicBezTo>
                      <a:pt x="80" y="622"/>
                      <a:pt x="92" y="622"/>
                      <a:pt x="103" y="623"/>
                    </a:cubicBezTo>
                    <a:cubicBezTo>
                      <a:pt x="112" y="623"/>
                      <a:pt x="121" y="624"/>
                      <a:pt x="130" y="619"/>
                    </a:cubicBezTo>
                    <a:cubicBezTo>
                      <a:pt x="134" y="617"/>
                      <a:pt x="137" y="613"/>
                      <a:pt x="140" y="608"/>
                    </a:cubicBezTo>
                    <a:cubicBezTo>
                      <a:pt x="143" y="601"/>
                      <a:pt x="148" y="593"/>
                      <a:pt x="160" y="592"/>
                    </a:cubicBezTo>
                    <a:cubicBezTo>
                      <a:pt x="175" y="590"/>
                      <a:pt x="183" y="596"/>
                      <a:pt x="191" y="603"/>
                    </a:cubicBezTo>
                    <a:cubicBezTo>
                      <a:pt x="197" y="608"/>
                      <a:pt x="197" y="608"/>
                      <a:pt x="197" y="608"/>
                    </a:cubicBezTo>
                    <a:cubicBezTo>
                      <a:pt x="203" y="613"/>
                      <a:pt x="208" y="614"/>
                      <a:pt x="213" y="613"/>
                    </a:cubicBezTo>
                    <a:cubicBezTo>
                      <a:pt x="215" y="613"/>
                      <a:pt x="217" y="613"/>
                      <a:pt x="220" y="612"/>
                    </a:cubicBezTo>
                    <a:cubicBezTo>
                      <a:pt x="220" y="612"/>
                      <a:pt x="222" y="612"/>
                      <a:pt x="222" y="612"/>
                    </a:cubicBezTo>
                    <a:cubicBezTo>
                      <a:pt x="212" y="608"/>
                      <a:pt x="204" y="601"/>
                      <a:pt x="198" y="595"/>
                    </a:cubicBezTo>
                    <a:cubicBezTo>
                      <a:pt x="192" y="590"/>
                      <a:pt x="187" y="585"/>
                      <a:pt x="181" y="582"/>
                    </a:cubicBezTo>
                    <a:cubicBezTo>
                      <a:pt x="168" y="577"/>
                      <a:pt x="153" y="588"/>
                      <a:pt x="137" y="599"/>
                    </a:cubicBezTo>
                    <a:cubicBezTo>
                      <a:pt x="115" y="614"/>
                      <a:pt x="89" y="633"/>
                      <a:pt x="63" y="608"/>
                    </a:cubicBezTo>
                    <a:cubicBezTo>
                      <a:pt x="47" y="594"/>
                      <a:pt x="43" y="544"/>
                      <a:pt x="43" y="518"/>
                    </a:cubicBezTo>
                    <a:cubicBezTo>
                      <a:pt x="43" y="512"/>
                      <a:pt x="43" y="507"/>
                      <a:pt x="44" y="504"/>
                    </a:cubicBezTo>
                    <a:cubicBezTo>
                      <a:pt x="45" y="492"/>
                      <a:pt x="47" y="476"/>
                      <a:pt x="59" y="464"/>
                    </a:cubicBezTo>
                    <a:cubicBezTo>
                      <a:pt x="65" y="459"/>
                      <a:pt x="70" y="456"/>
                      <a:pt x="75" y="453"/>
                    </a:cubicBezTo>
                    <a:cubicBezTo>
                      <a:pt x="70" y="452"/>
                      <a:pt x="65" y="450"/>
                      <a:pt x="61" y="447"/>
                    </a:cubicBezTo>
                    <a:cubicBezTo>
                      <a:pt x="49" y="438"/>
                      <a:pt x="47" y="421"/>
                      <a:pt x="47" y="405"/>
                    </a:cubicBezTo>
                    <a:cubicBezTo>
                      <a:pt x="47" y="401"/>
                      <a:pt x="47" y="396"/>
                      <a:pt x="47" y="392"/>
                    </a:cubicBezTo>
                    <a:cubicBezTo>
                      <a:pt x="47" y="387"/>
                      <a:pt x="47" y="387"/>
                      <a:pt x="47" y="387"/>
                    </a:cubicBezTo>
                    <a:cubicBezTo>
                      <a:pt x="48" y="370"/>
                      <a:pt x="50" y="345"/>
                      <a:pt x="60" y="333"/>
                    </a:cubicBezTo>
                    <a:cubicBezTo>
                      <a:pt x="75" y="315"/>
                      <a:pt x="89" y="321"/>
                      <a:pt x="99" y="325"/>
                    </a:cubicBezTo>
                    <a:cubicBezTo>
                      <a:pt x="109" y="329"/>
                      <a:pt x="109" y="329"/>
                      <a:pt x="109" y="329"/>
                    </a:cubicBezTo>
                    <a:cubicBezTo>
                      <a:pt x="120" y="332"/>
                      <a:pt x="126" y="329"/>
                      <a:pt x="133" y="326"/>
                    </a:cubicBezTo>
                    <a:cubicBezTo>
                      <a:pt x="139" y="323"/>
                      <a:pt x="145" y="320"/>
                      <a:pt x="154" y="319"/>
                    </a:cubicBezTo>
                    <a:cubicBezTo>
                      <a:pt x="162" y="318"/>
                      <a:pt x="174" y="318"/>
                      <a:pt x="185" y="320"/>
                    </a:cubicBezTo>
                    <a:cubicBezTo>
                      <a:pt x="187" y="320"/>
                      <a:pt x="189" y="319"/>
                      <a:pt x="190" y="318"/>
                    </a:cubicBezTo>
                    <a:cubicBezTo>
                      <a:pt x="190" y="318"/>
                      <a:pt x="191" y="317"/>
                      <a:pt x="191" y="316"/>
                    </a:cubicBezTo>
                    <a:cubicBezTo>
                      <a:pt x="186" y="310"/>
                      <a:pt x="168" y="312"/>
                      <a:pt x="160" y="313"/>
                    </a:cubicBezTo>
                    <a:cubicBezTo>
                      <a:pt x="155" y="313"/>
                      <a:pt x="155" y="313"/>
                      <a:pt x="155" y="313"/>
                    </a:cubicBezTo>
                    <a:cubicBezTo>
                      <a:pt x="133" y="315"/>
                      <a:pt x="118" y="317"/>
                      <a:pt x="106" y="289"/>
                    </a:cubicBezTo>
                    <a:cubicBezTo>
                      <a:pt x="87" y="243"/>
                      <a:pt x="147" y="216"/>
                      <a:pt x="180" y="182"/>
                    </a:cubicBezTo>
                    <a:cubicBezTo>
                      <a:pt x="191" y="172"/>
                      <a:pt x="191" y="172"/>
                      <a:pt x="191" y="172"/>
                    </a:cubicBezTo>
                    <a:cubicBezTo>
                      <a:pt x="208" y="153"/>
                      <a:pt x="230" y="130"/>
                      <a:pt x="252" y="128"/>
                    </a:cubicBezTo>
                    <a:cubicBezTo>
                      <a:pt x="262" y="127"/>
                      <a:pt x="269" y="130"/>
                      <a:pt x="275" y="134"/>
                    </a:cubicBezTo>
                    <a:cubicBezTo>
                      <a:pt x="272" y="128"/>
                      <a:pt x="270" y="122"/>
                      <a:pt x="270" y="117"/>
                    </a:cubicBezTo>
                    <a:cubicBezTo>
                      <a:pt x="270" y="115"/>
                      <a:pt x="270" y="113"/>
                      <a:pt x="271" y="111"/>
                    </a:cubicBezTo>
                    <a:cubicBezTo>
                      <a:pt x="275" y="92"/>
                      <a:pt x="300" y="82"/>
                      <a:pt x="320" y="73"/>
                    </a:cubicBezTo>
                    <a:cubicBezTo>
                      <a:pt x="325" y="71"/>
                      <a:pt x="325" y="71"/>
                      <a:pt x="325" y="71"/>
                    </a:cubicBezTo>
                    <a:cubicBezTo>
                      <a:pt x="334" y="67"/>
                      <a:pt x="334" y="67"/>
                      <a:pt x="334" y="67"/>
                    </a:cubicBezTo>
                    <a:cubicBezTo>
                      <a:pt x="357" y="57"/>
                      <a:pt x="385" y="44"/>
                      <a:pt x="410" y="60"/>
                    </a:cubicBezTo>
                    <a:cubicBezTo>
                      <a:pt x="423" y="69"/>
                      <a:pt x="424" y="78"/>
                      <a:pt x="424" y="86"/>
                    </a:cubicBezTo>
                    <a:cubicBezTo>
                      <a:pt x="425" y="96"/>
                      <a:pt x="425" y="96"/>
                      <a:pt x="425" y="96"/>
                    </a:cubicBezTo>
                    <a:cubicBezTo>
                      <a:pt x="426" y="105"/>
                      <a:pt x="430" y="112"/>
                      <a:pt x="434" y="120"/>
                    </a:cubicBezTo>
                    <a:cubicBezTo>
                      <a:pt x="440" y="132"/>
                      <a:pt x="440" y="132"/>
                      <a:pt x="440" y="132"/>
                    </a:cubicBezTo>
                    <a:cubicBezTo>
                      <a:pt x="444" y="139"/>
                      <a:pt x="445" y="144"/>
                      <a:pt x="445" y="149"/>
                    </a:cubicBezTo>
                    <a:cubicBezTo>
                      <a:pt x="445" y="154"/>
                      <a:pt x="443" y="159"/>
                      <a:pt x="441" y="162"/>
                    </a:cubicBezTo>
                    <a:cubicBezTo>
                      <a:pt x="443" y="160"/>
                      <a:pt x="446" y="160"/>
                      <a:pt x="448" y="159"/>
                    </a:cubicBezTo>
                    <a:cubicBezTo>
                      <a:pt x="448" y="159"/>
                      <a:pt x="449" y="159"/>
                      <a:pt x="450" y="159"/>
                    </a:cubicBezTo>
                    <a:cubicBezTo>
                      <a:pt x="452" y="155"/>
                      <a:pt x="453" y="150"/>
                      <a:pt x="453" y="145"/>
                    </a:cubicBezTo>
                    <a:cubicBezTo>
                      <a:pt x="453" y="135"/>
                      <a:pt x="450" y="124"/>
                      <a:pt x="447" y="113"/>
                    </a:cubicBezTo>
                    <a:cubicBezTo>
                      <a:pt x="444" y="103"/>
                      <a:pt x="441" y="94"/>
                      <a:pt x="440" y="86"/>
                    </a:cubicBezTo>
                    <a:cubicBezTo>
                      <a:pt x="440" y="82"/>
                      <a:pt x="440" y="78"/>
                      <a:pt x="440" y="75"/>
                    </a:cubicBezTo>
                    <a:cubicBezTo>
                      <a:pt x="440" y="59"/>
                      <a:pt x="443" y="48"/>
                      <a:pt x="450" y="39"/>
                    </a:cubicBezTo>
                    <a:cubicBezTo>
                      <a:pt x="464" y="23"/>
                      <a:pt x="488" y="21"/>
                      <a:pt x="513" y="19"/>
                    </a:cubicBezTo>
                    <a:cubicBezTo>
                      <a:pt x="525" y="19"/>
                      <a:pt x="536" y="18"/>
                      <a:pt x="547" y="16"/>
                    </a:cubicBezTo>
                    <a:cubicBezTo>
                      <a:pt x="548" y="15"/>
                      <a:pt x="548" y="15"/>
                      <a:pt x="549" y="15"/>
                    </a:cubicBezTo>
                    <a:cubicBezTo>
                      <a:pt x="549" y="0"/>
                      <a:pt x="549" y="0"/>
                      <a:pt x="549" y="0"/>
                    </a:cubicBezTo>
                    <a:cubicBezTo>
                      <a:pt x="475" y="0"/>
                      <a:pt x="402" y="3"/>
                      <a:pt x="330" y="10"/>
                    </a:cubicBezTo>
                    <a:cubicBezTo>
                      <a:pt x="300" y="13"/>
                      <a:pt x="268" y="20"/>
                      <a:pt x="237" y="31"/>
                    </a:cubicBezTo>
                    <a:close/>
                  </a:path>
                </a:pathLst>
              </a:custGeom>
              <a:solidFill>
                <a:srgbClr val="908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57" name="Freeform 1608">
                <a:extLst>
                  <a:ext uri="{FF2B5EF4-FFF2-40B4-BE49-F238E27FC236}">
                    <a16:creationId xmlns:a16="http://schemas.microsoft.com/office/drawing/2014/main" id="{5EDA5CD2-357B-446F-9282-85DC7E14F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762"/>
                <a:ext cx="87" cy="157"/>
              </a:xfrm>
              <a:custGeom>
                <a:avLst/>
                <a:gdLst>
                  <a:gd name="T0" fmla="*/ 30 w 56"/>
                  <a:gd name="T1" fmla="*/ 0 h 95"/>
                  <a:gd name="T2" fmla="*/ 8 w 56"/>
                  <a:gd name="T3" fmla="*/ 185 h 95"/>
                  <a:gd name="T4" fmla="*/ 14 w 56"/>
                  <a:gd name="T5" fmla="*/ 319 h 95"/>
                  <a:gd name="T6" fmla="*/ 39 w 56"/>
                  <a:gd name="T7" fmla="*/ 428 h 95"/>
                  <a:gd name="T8" fmla="*/ 210 w 56"/>
                  <a:gd name="T9" fmla="*/ 230 h 95"/>
                  <a:gd name="T10" fmla="*/ 34 w 56"/>
                  <a:gd name="T11" fmla="*/ 5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95">
                    <a:moveTo>
                      <a:pt x="8" y="0"/>
                    </a:moveTo>
                    <a:cubicBezTo>
                      <a:pt x="7" y="14"/>
                      <a:pt x="5" y="27"/>
                      <a:pt x="2" y="41"/>
                    </a:cubicBezTo>
                    <a:cubicBezTo>
                      <a:pt x="0" y="51"/>
                      <a:pt x="1" y="61"/>
                      <a:pt x="4" y="71"/>
                    </a:cubicBezTo>
                    <a:cubicBezTo>
                      <a:pt x="6" y="78"/>
                      <a:pt x="13" y="88"/>
                      <a:pt x="10" y="95"/>
                    </a:cubicBezTo>
                    <a:cubicBezTo>
                      <a:pt x="13" y="66"/>
                      <a:pt x="40" y="65"/>
                      <a:pt x="56" y="51"/>
                    </a:cubicBezTo>
                    <a:cubicBezTo>
                      <a:pt x="40" y="38"/>
                      <a:pt x="14" y="23"/>
                      <a:pt x="9" y="1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58" name="Freeform 1609">
                <a:extLst>
                  <a:ext uri="{FF2B5EF4-FFF2-40B4-BE49-F238E27FC236}">
                    <a16:creationId xmlns:a16="http://schemas.microsoft.com/office/drawing/2014/main" id="{10C9CD95-B28A-469D-9A82-81F297A4E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471"/>
                <a:ext cx="188" cy="155"/>
              </a:xfrm>
              <a:custGeom>
                <a:avLst/>
                <a:gdLst>
                  <a:gd name="T0" fmla="*/ 154 w 121"/>
                  <a:gd name="T1" fmla="*/ 0 h 93"/>
                  <a:gd name="T2" fmla="*/ 454 w 121"/>
                  <a:gd name="T3" fmla="*/ 403 h 93"/>
                  <a:gd name="T4" fmla="*/ 340 w 121"/>
                  <a:gd name="T5" fmla="*/ 425 h 93"/>
                  <a:gd name="T6" fmla="*/ 232 w 121"/>
                  <a:gd name="T7" fmla="*/ 370 h 93"/>
                  <a:gd name="T8" fmla="*/ 106 w 121"/>
                  <a:gd name="T9" fmla="*/ 388 h 93"/>
                  <a:gd name="T10" fmla="*/ 0 w 121"/>
                  <a:gd name="T11" fmla="*/ 333 h 93"/>
                  <a:gd name="T12" fmla="*/ 148 w 121"/>
                  <a:gd name="T13" fmla="*/ 133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3">
                    <a:moveTo>
                      <a:pt x="41" y="0"/>
                    </a:moveTo>
                    <a:cubicBezTo>
                      <a:pt x="41" y="46"/>
                      <a:pt x="83" y="79"/>
                      <a:pt x="121" y="87"/>
                    </a:cubicBezTo>
                    <a:cubicBezTo>
                      <a:pt x="112" y="91"/>
                      <a:pt x="101" y="93"/>
                      <a:pt x="91" y="92"/>
                    </a:cubicBezTo>
                    <a:cubicBezTo>
                      <a:pt x="76" y="92"/>
                      <a:pt x="74" y="83"/>
                      <a:pt x="62" y="80"/>
                    </a:cubicBezTo>
                    <a:cubicBezTo>
                      <a:pt x="50" y="77"/>
                      <a:pt x="39" y="82"/>
                      <a:pt x="28" y="84"/>
                    </a:cubicBezTo>
                    <a:cubicBezTo>
                      <a:pt x="13" y="87"/>
                      <a:pt x="13" y="79"/>
                      <a:pt x="0" y="72"/>
                    </a:cubicBezTo>
                    <a:cubicBezTo>
                      <a:pt x="7" y="59"/>
                      <a:pt x="26" y="33"/>
                      <a:pt x="39" y="29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59" name="Freeform 1610">
                <a:extLst>
                  <a:ext uri="{FF2B5EF4-FFF2-40B4-BE49-F238E27FC236}">
                    <a16:creationId xmlns:a16="http://schemas.microsoft.com/office/drawing/2014/main" id="{8B56B505-C5FD-4163-862D-C4F3C6644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229"/>
                <a:ext cx="132" cy="151"/>
              </a:xfrm>
              <a:custGeom>
                <a:avLst/>
                <a:gdLst>
                  <a:gd name="T0" fmla="*/ 0 w 85"/>
                  <a:gd name="T1" fmla="*/ 297 h 91"/>
                  <a:gd name="T2" fmla="*/ 148 w 85"/>
                  <a:gd name="T3" fmla="*/ 168 h 91"/>
                  <a:gd name="T4" fmla="*/ 304 w 85"/>
                  <a:gd name="T5" fmla="*/ 0 h 91"/>
                  <a:gd name="T6" fmla="*/ 258 w 85"/>
                  <a:gd name="T7" fmla="*/ 188 h 91"/>
                  <a:gd name="T8" fmla="*/ 318 w 85"/>
                  <a:gd name="T9" fmla="*/ 416 h 91"/>
                  <a:gd name="T10" fmla="*/ 169 w 85"/>
                  <a:gd name="T11" fmla="*/ 334 h 91"/>
                  <a:gd name="T12" fmla="*/ 73 w 85"/>
                  <a:gd name="T13" fmla="*/ 292 h 91"/>
                  <a:gd name="T14" fmla="*/ 22 w 85"/>
                  <a:gd name="T15" fmla="*/ 314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91">
                    <a:moveTo>
                      <a:pt x="0" y="65"/>
                    </a:moveTo>
                    <a:cubicBezTo>
                      <a:pt x="13" y="60"/>
                      <a:pt x="26" y="44"/>
                      <a:pt x="39" y="37"/>
                    </a:cubicBezTo>
                    <a:cubicBezTo>
                      <a:pt x="55" y="27"/>
                      <a:pt x="65" y="8"/>
                      <a:pt x="81" y="0"/>
                    </a:cubicBezTo>
                    <a:cubicBezTo>
                      <a:pt x="79" y="18"/>
                      <a:pt x="61" y="20"/>
                      <a:pt x="69" y="41"/>
                    </a:cubicBezTo>
                    <a:cubicBezTo>
                      <a:pt x="76" y="58"/>
                      <a:pt x="83" y="73"/>
                      <a:pt x="85" y="91"/>
                    </a:cubicBezTo>
                    <a:cubicBezTo>
                      <a:pt x="72" y="82"/>
                      <a:pt x="59" y="79"/>
                      <a:pt x="45" y="73"/>
                    </a:cubicBezTo>
                    <a:cubicBezTo>
                      <a:pt x="35" y="69"/>
                      <a:pt x="31" y="63"/>
                      <a:pt x="19" y="64"/>
                    </a:cubicBezTo>
                    <a:cubicBezTo>
                      <a:pt x="14" y="65"/>
                      <a:pt x="12" y="69"/>
                      <a:pt x="6" y="69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60" name="Freeform 1611">
                <a:extLst>
                  <a:ext uri="{FF2B5EF4-FFF2-40B4-BE49-F238E27FC236}">
                    <a16:creationId xmlns:a16="http://schemas.microsoft.com/office/drawing/2014/main" id="{3A322590-0933-4179-B015-8B314F078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2191"/>
                <a:ext cx="63" cy="108"/>
              </a:xfrm>
              <a:custGeom>
                <a:avLst/>
                <a:gdLst>
                  <a:gd name="T0" fmla="*/ 0 w 41"/>
                  <a:gd name="T1" fmla="*/ 284 h 65"/>
                  <a:gd name="T2" fmla="*/ 128 w 41"/>
                  <a:gd name="T3" fmla="*/ 297 h 65"/>
                  <a:gd name="T4" fmla="*/ 141 w 41"/>
                  <a:gd name="T5" fmla="*/ 138 h 65"/>
                  <a:gd name="T6" fmla="*/ 69 w 41"/>
                  <a:gd name="T7" fmla="*/ 0 h 65"/>
                  <a:gd name="T8" fmla="*/ 22 w 41"/>
                  <a:gd name="T9" fmla="*/ 24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65">
                    <a:moveTo>
                      <a:pt x="0" y="62"/>
                    </a:moveTo>
                    <a:cubicBezTo>
                      <a:pt x="14" y="58"/>
                      <a:pt x="23" y="56"/>
                      <a:pt x="35" y="65"/>
                    </a:cubicBezTo>
                    <a:cubicBezTo>
                      <a:pt x="23" y="50"/>
                      <a:pt x="41" y="43"/>
                      <a:pt x="39" y="30"/>
                    </a:cubicBezTo>
                    <a:cubicBezTo>
                      <a:pt x="38" y="15"/>
                      <a:pt x="17" y="17"/>
                      <a:pt x="19" y="0"/>
                    </a:cubicBezTo>
                    <a:cubicBezTo>
                      <a:pt x="14" y="1"/>
                      <a:pt x="18" y="45"/>
                      <a:pt x="6" y="54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61" name="Freeform 1612">
                <a:extLst>
                  <a:ext uri="{FF2B5EF4-FFF2-40B4-BE49-F238E27FC236}">
                    <a16:creationId xmlns:a16="http://schemas.microsoft.com/office/drawing/2014/main" id="{61289B9A-DEFF-4E79-9396-ACCF982C2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140"/>
                <a:ext cx="134" cy="106"/>
              </a:xfrm>
              <a:custGeom>
                <a:avLst/>
                <a:gdLst>
                  <a:gd name="T0" fmla="*/ 0 w 86"/>
                  <a:gd name="T1" fmla="*/ 13 h 64"/>
                  <a:gd name="T2" fmla="*/ 64 w 86"/>
                  <a:gd name="T3" fmla="*/ 220 h 64"/>
                  <a:gd name="T4" fmla="*/ 95 w 86"/>
                  <a:gd name="T5" fmla="*/ 222 h 64"/>
                  <a:gd name="T6" fmla="*/ 83 w 86"/>
                  <a:gd name="T7" fmla="*/ 292 h 64"/>
                  <a:gd name="T8" fmla="*/ 196 w 86"/>
                  <a:gd name="T9" fmla="*/ 220 h 64"/>
                  <a:gd name="T10" fmla="*/ 326 w 86"/>
                  <a:gd name="T11" fmla="*/ 104 h 64"/>
                  <a:gd name="T12" fmla="*/ 168 w 86"/>
                  <a:gd name="T13" fmla="*/ 104 h 64"/>
                  <a:gd name="T14" fmla="*/ 53 w 86"/>
                  <a:gd name="T15" fmla="*/ 13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64">
                    <a:moveTo>
                      <a:pt x="0" y="3"/>
                    </a:moveTo>
                    <a:cubicBezTo>
                      <a:pt x="11" y="15"/>
                      <a:pt x="18" y="31"/>
                      <a:pt x="17" y="48"/>
                    </a:cubicBezTo>
                    <a:cubicBezTo>
                      <a:pt x="20" y="47"/>
                      <a:pt x="23" y="49"/>
                      <a:pt x="25" y="49"/>
                    </a:cubicBezTo>
                    <a:cubicBezTo>
                      <a:pt x="23" y="54"/>
                      <a:pt x="23" y="59"/>
                      <a:pt x="22" y="64"/>
                    </a:cubicBezTo>
                    <a:cubicBezTo>
                      <a:pt x="31" y="61"/>
                      <a:pt x="42" y="52"/>
                      <a:pt x="52" y="48"/>
                    </a:cubicBezTo>
                    <a:cubicBezTo>
                      <a:pt x="65" y="42"/>
                      <a:pt x="83" y="40"/>
                      <a:pt x="86" y="23"/>
                    </a:cubicBezTo>
                    <a:cubicBezTo>
                      <a:pt x="72" y="25"/>
                      <a:pt x="57" y="31"/>
                      <a:pt x="44" y="23"/>
                    </a:cubicBezTo>
                    <a:cubicBezTo>
                      <a:pt x="35" y="17"/>
                      <a:pt x="25" y="0"/>
                      <a:pt x="14" y="3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62" name="Freeform 1613">
                <a:extLst>
                  <a:ext uri="{FF2B5EF4-FFF2-40B4-BE49-F238E27FC236}">
                    <a16:creationId xmlns:a16="http://schemas.microsoft.com/office/drawing/2014/main" id="{DCF2A115-152B-4D2E-93BF-06DC32E02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2098"/>
                <a:ext cx="115" cy="188"/>
              </a:xfrm>
              <a:custGeom>
                <a:avLst/>
                <a:gdLst>
                  <a:gd name="T0" fmla="*/ 0 w 74"/>
                  <a:gd name="T1" fmla="*/ 185 h 113"/>
                  <a:gd name="T2" fmla="*/ 183 w 74"/>
                  <a:gd name="T3" fmla="*/ 293 h 113"/>
                  <a:gd name="T4" fmla="*/ 236 w 74"/>
                  <a:gd name="T5" fmla="*/ 521 h 113"/>
                  <a:gd name="T6" fmla="*/ 278 w 74"/>
                  <a:gd name="T7" fmla="*/ 111 h 113"/>
                  <a:gd name="T8" fmla="*/ 176 w 74"/>
                  <a:gd name="T9" fmla="*/ 20 h 113"/>
                  <a:gd name="T10" fmla="*/ 26 w 74"/>
                  <a:gd name="T11" fmla="*/ 33 h 113"/>
                  <a:gd name="T12" fmla="*/ 101 w 74"/>
                  <a:gd name="T13" fmla="*/ 158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13">
                    <a:moveTo>
                      <a:pt x="0" y="40"/>
                    </a:moveTo>
                    <a:cubicBezTo>
                      <a:pt x="24" y="37"/>
                      <a:pt x="42" y="39"/>
                      <a:pt x="49" y="64"/>
                    </a:cubicBezTo>
                    <a:cubicBezTo>
                      <a:pt x="53" y="81"/>
                      <a:pt x="53" y="97"/>
                      <a:pt x="63" y="113"/>
                    </a:cubicBezTo>
                    <a:cubicBezTo>
                      <a:pt x="54" y="81"/>
                      <a:pt x="54" y="50"/>
                      <a:pt x="74" y="24"/>
                    </a:cubicBezTo>
                    <a:cubicBezTo>
                      <a:pt x="60" y="26"/>
                      <a:pt x="58" y="7"/>
                      <a:pt x="47" y="4"/>
                    </a:cubicBezTo>
                    <a:cubicBezTo>
                      <a:pt x="37" y="0"/>
                      <a:pt x="16" y="4"/>
                      <a:pt x="7" y="7"/>
                    </a:cubicBezTo>
                    <a:cubicBezTo>
                      <a:pt x="16" y="12"/>
                      <a:pt x="28" y="23"/>
                      <a:pt x="27" y="34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63" name="Freeform 1614">
                <a:extLst>
                  <a:ext uri="{FF2B5EF4-FFF2-40B4-BE49-F238E27FC236}">
                    <a16:creationId xmlns:a16="http://schemas.microsoft.com/office/drawing/2014/main" id="{B7916C46-74D5-4E67-8916-5B43080C3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592"/>
                <a:ext cx="2186" cy="1641"/>
              </a:xfrm>
              <a:custGeom>
                <a:avLst/>
                <a:gdLst>
                  <a:gd name="T0" fmla="*/ 0 w 1406"/>
                  <a:gd name="T1" fmla="*/ 2418 h 989"/>
                  <a:gd name="T2" fmla="*/ 0 w 1406"/>
                  <a:gd name="T3" fmla="*/ 3805 h 989"/>
                  <a:gd name="T4" fmla="*/ 645 w 1406"/>
                  <a:gd name="T5" fmla="*/ 4518 h 989"/>
                  <a:gd name="T6" fmla="*/ 5285 w 1406"/>
                  <a:gd name="T7" fmla="*/ 4518 h 989"/>
                  <a:gd name="T8" fmla="*/ 5285 w 1406"/>
                  <a:gd name="T9" fmla="*/ 1361 h 989"/>
                  <a:gd name="T10" fmla="*/ 5285 w 1406"/>
                  <a:gd name="T11" fmla="*/ 1336 h 989"/>
                  <a:gd name="T12" fmla="*/ 5285 w 1406"/>
                  <a:gd name="T13" fmla="*/ 705 h 989"/>
                  <a:gd name="T14" fmla="*/ 4314 w 1406"/>
                  <a:gd name="T15" fmla="*/ 0 h 989"/>
                  <a:gd name="T16" fmla="*/ 981 w 1406"/>
                  <a:gd name="T17" fmla="*/ 1039 h 989"/>
                  <a:gd name="T18" fmla="*/ 981 w 1406"/>
                  <a:gd name="T19" fmla="*/ 1137 h 989"/>
                  <a:gd name="T20" fmla="*/ 981 w 1406"/>
                  <a:gd name="T21" fmla="*/ 1143 h 989"/>
                  <a:gd name="T22" fmla="*/ 623 w 1406"/>
                  <a:gd name="T23" fmla="*/ 1387 h 989"/>
                  <a:gd name="T24" fmla="*/ 623 w 1406"/>
                  <a:gd name="T25" fmla="*/ 1387 h 989"/>
                  <a:gd name="T26" fmla="*/ 623 w 1406"/>
                  <a:gd name="T27" fmla="*/ 1754 h 989"/>
                  <a:gd name="T28" fmla="*/ 684 w 1406"/>
                  <a:gd name="T29" fmla="*/ 1822 h 989"/>
                  <a:gd name="T30" fmla="*/ 0 w 1406"/>
                  <a:gd name="T31" fmla="*/ 2413 h 98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06" h="989">
                    <a:moveTo>
                      <a:pt x="0" y="529"/>
                    </a:moveTo>
                    <a:cubicBezTo>
                      <a:pt x="0" y="833"/>
                      <a:pt x="0" y="833"/>
                      <a:pt x="0" y="833"/>
                    </a:cubicBezTo>
                    <a:cubicBezTo>
                      <a:pt x="172" y="989"/>
                      <a:pt x="172" y="989"/>
                      <a:pt x="172" y="989"/>
                    </a:cubicBezTo>
                    <a:cubicBezTo>
                      <a:pt x="1406" y="989"/>
                      <a:pt x="1406" y="989"/>
                      <a:pt x="1406" y="989"/>
                    </a:cubicBezTo>
                    <a:cubicBezTo>
                      <a:pt x="1406" y="298"/>
                      <a:pt x="1406" y="298"/>
                      <a:pt x="1406" y="298"/>
                    </a:cubicBezTo>
                    <a:cubicBezTo>
                      <a:pt x="1406" y="292"/>
                      <a:pt x="1406" y="292"/>
                      <a:pt x="1406" y="292"/>
                    </a:cubicBezTo>
                    <a:cubicBezTo>
                      <a:pt x="1406" y="154"/>
                      <a:pt x="1406" y="154"/>
                      <a:pt x="1406" y="154"/>
                    </a:cubicBezTo>
                    <a:cubicBezTo>
                      <a:pt x="1406" y="154"/>
                      <a:pt x="1148" y="1"/>
                      <a:pt x="1148" y="0"/>
                    </a:cubicBezTo>
                    <a:cubicBezTo>
                      <a:pt x="767" y="13"/>
                      <a:pt x="474" y="113"/>
                      <a:pt x="261" y="227"/>
                    </a:cubicBezTo>
                    <a:cubicBezTo>
                      <a:pt x="261" y="249"/>
                      <a:pt x="261" y="249"/>
                      <a:pt x="261" y="249"/>
                    </a:cubicBezTo>
                    <a:cubicBezTo>
                      <a:pt x="261" y="250"/>
                      <a:pt x="261" y="250"/>
                      <a:pt x="261" y="250"/>
                    </a:cubicBezTo>
                    <a:cubicBezTo>
                      <a:pt x="227" y="268"/>
                      <a:pt x="196" y="286"/>
                      <a:pt x="166" y="304"/>
                    </a:cubicBezTo>
                    <a:cubicBezTo>
                      <a:pt x="166" y="304"/>
                      <a:pt x="166" y="304"/>
                      <a:pt x="166" y="304"/>
                    </a:cubicBezTo>
                    <a:cubicBezTo>
                      <a:pt x="166" y="384"/>
                      <a:pt x="166" y="384"/>
                      <a:pt x="166" y="384"/>
                    </a:cubicBezTo>
                    <a:cubicBezTo>
                      <a:pt x="182" y="399"/>
                      <a:pt x="182" y="399"/>
                      <a:pt x="182" y="399"/>
                    </a:cubicBezTo>
                    <a:cubicBezTo>
                      <a:pt x="110" y="442"/>
                      <a:pt x="50" y="487"/>
                      <a:pt x="0" y="528"/>
                    </a:cubicBezTo>
                  </a:path>
                </a:pathLst>
              </a:custGeom>
              <a:noFill/>
              <a:ln w="190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64" name="Freeform 1615">
                <a:extLst>
                  <a:ext uri="{FF2B5EF4-FFF2-40B4-BE49-F238E27FC236}">
                    <a16:creationId xmlns:a16="http://schemas.microsoft.com/office/drawing/2014/main" id="{8F9E029A-12AA-45A6-BDE7-29E3E311A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796"/>
                <a:ext cx="2186" cy="931"/>
              </a:xfrm>
              <a:custGeom>
                <a:avLst/>
                <a:gdLst>
                  <a:gd name="T0" fmla="*/ 0 w 1406"/>
                  <a:gd name="T1" fmla="*/ 1850 h 561"/>
                  <a:gd name="T2" fmla="*/ 4639 w 1406"/>
                  <a:gd name="T3" fmla="*/ 5 h 561"/>
                  <a:gd name="T4" fmla="*/ 4649 w 1406"/>
                  <a:gd name="T5" fmla="*/ 0 h 561"/>
                  <a:gd name="T6" fmla="*/ 5285 w 1406"/>
                  <a:gd name="T7" fmla="*/ 556 h 561"/>
                  <a:gd name="T8" fmla="*/ 5285 w 1406"/>
                  <a:gd name="T9" fmla="*/ 719 h 561"/>
                  <a:gd name="T10" fmla="*/ 645 w 1406"/>
                  <a:gd name="T11" fmla="*/ 2564 h 561"/>
                  <a:gd name="T12" fmla="*/ 0 w 1406"/>
                  <a:gd name="T13" fmla="*/ 1850 h 5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6" h="561">
                    <a:moveTo>
                      <a:pt x="0" y="405"/>
                    </a:moveTo>
                    <a:cubicBezTo>
                      <a:pt x="212" y="229"/>
                      <a:pt x="614" y="1"/>
                      <a:pt x="1234" y="1"/>
                    </a:cubicBezTo>
                    <a:cubicBezTo>
                      <a:pt x="1237" y="0"/>
                      <a:pt x="1237" y="0"/>
                      <a:pt x="1237" y="0"/>
                    </a:cubicBezTo>
                    <a:cubicBezTo>
                      <a:pt x="1406" y="122"/>
                      <a:pt x="1406" y="122"/>
                      <a:pt x="1406" y="122"/>
                    </a:cubicBezTo>
                    <a:cubicBezTo>
                      <a:pt x="1406" y="157"/>
                      <a:pt x="1406" y="157"/>
                      <a:pt x="1406" y="157"/>
                    </a:cubicBezTo>
                    <a:cubicBezTo>
                      <a:pt x="786" y="157"/>
                      <a:pt x="384" y="385"/>
                      <a:pt x="172" y="561"/>
                    </a:cubicBezTo>
                    <a:lnTo>
                      <a:pt x="0" y="405"/>
                    </a:lnTo>
                    <a:close/>
                  </a:path>
                </a:pathLst>
              </a:custGeom>
              <a:solidFill>
                <a:srgbClr val="F0C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65" name="Freeform 1616">
                <a:extLst>
                  <a:ext uri="{FF2B5EF4-FFF2-40B4-BE49-F238E27FC236}">
                    <a16:creationId xmlns:a16="http://schemas.microsoft.com/office/drawing/2014/main" id="{868F5AAD-5CB2-4BA5-95B6-D64010F97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796"/>
                <a:ext cx="2186" cy="931"/>
              </a:xfrm>
              <a:custGeom>
                <a:avLst/>
                <a:gdLst>
                  <a:gd name="T0" fmla="*/ 0 w 1406"/>
                  <a:gd name="T1" fmla="*/ 1850 h 561"/>
                  <a:gd name="T2" fmla="*/ 4639 w 1406"/>
                  <a:gd name="T3" fmla="*/ 5 h 561"/>
                  <a:gd name="T4" fmla="*/ 4649 w 1406"/>
                  <a:gd name="T5" fmla="*/ 0 h 561"/>
                  <a:gd name="T6" fmla="*/ 5285 w 1406"/>
                  <a:gd name="T7" fmla="*/ 556 h 561"/>
                  <a:gd name="T8" fmla="*/ 5285 w 1406"/>
                  <a:gd name="T9" fmla="*/ 719 h 561"/>
                  <a:gd name="T10" fmla="*/ 645 w 1406"/>
                  <a:gd name="T11" fmla="*/ 2564 h 561"/>
                  <a:gd name="T12" fmla="*/ 0 w 1406"/>
                  <a:gd name="T13" fmla="*/ 1850 h 5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6" h="561">
                    <a:moveTo>
                      <a:pt x="0" y="405"/>
                    </a:moveTo>
                    <a:cubicBezTo>
                      <a:pt x="212" y="229"/>
                      <a:pt x="614" y="1"/>
                      <a:pt x="1234" y="1"/>
                    </a:cubicBezTo>
                    <a:cubicBezTo>
                      <a:pt x="1237" y="0"/>
                      <a:pt x="1237" y="0"/>
                      <a:pt x="1237" y="0"/>
                    </a:cubicBezTo>
                    <a:cubicBezTo>
                      <a:pt x="1406" y="122"/>
                      <a:pt x="1406" y="122"/>
                      <a:pt x="1406" y="122"/>
                    </a:cubicBezTo>
                    <a:cubicBezTo>
                      <a:pt x="1406" y="157"/>
                      <a:pt x="1406" y="157"/>
                      <a:pt x="1406" y="157"/>
                    </a:cubicBezTo>
                    <a:cubicBezTo>
                      <a:pt x="786" y="157"/>
                      <a:pt x="384" y="385"/>
                      <a:pt x="172" y="561"/>
                    </a:cubicBezTo>
                    <a:lnTo>
                      <a:pt x="0" y="40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66" name="Freeform 1617">
                <a:extLst>
                  <a:ext uri="{FF2B5EF4-FFF2-40B4-BE49-F238E27FC236}">
                    <a16:creationId xmlns:a16="http://schemas.microsoft.com/office/drawing/2014/main" id="{8093AB80-1D7C-4D62-8F9C-F19E670C3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070"/>
                <a:ext cx="1920" cy="1166"/>
              </a:xfrm>
              <a:custGeom>
                <a:avLst/>
                <a:gdLst>
                  <a:gd name="T0" fmla="*/ 2074 w 1235"/>
                  <a:gd name="T1" fmla="*/ 3208 h 703"/>
                  <a:gd name="T2" fmla="*/ 2060 w 1235"/>
                  <a:gd name="T3" fmla="*/ 1954 h 703"/>
                  <a:gd name="T4" fmla="*/ 1904 w 1235"/>
                  <a:gd name="T5" fmla="*/ 1615 h 703"/>
                  <a:gd name="T6" fmla="*/ 2038 w 1235"/>
                  <a:gd name="T7" fmla="*/ 1373 h 703"/>
                  <a:gd name="T8" fmla="*/ 2149 w 1235"/>
                  <a:gd name="T9" fmla="*/ 1295 h 703"/>
                  <a:gd name="T10" fmla="*/ 2141 w 1235"/>
                  <a:gd name="T11" fmla="*/ 1186 h 703"/>
                  <a:gd name="T12" fmla="*/ 2093 w 1235"/>
                  <a:gd name="T13" fmla="*/ 1095 h 703"/>
                  <a:gd name="T14" fmla="*/ 2052 w 1235"/>
                  <a:gd name="T15" fmla="*/ 1199 h 703"/>
                  <a:gd name="T16" fmla="*/ 1957 w 1235"/>
                  <a:gd name="T17" fmla="*/ 1383 h 703"/>
                  <a:gd name="T18" fmla="*/ 1864 w 1235"/>
                  <a:gd name="T19" fmla="*/ 1524 h 703"/>
                  <a:gd name="T20" fmla="*/ 1760 w 1235"/>
                  <a:gd name="T21" fmla="*/ 1436 h 703"/>
                  <a:gd name="T22" fmla="*/ 1673 w 1235"/>
                  <a:gd name="T23" fmla="*/ 1274 h 703"/>
                  <a:gd name="T24" fmla="*/ 1822 w 1235"/>
                  <a:gd name="T25" fmla="*/ 1060 h 703"/>
                  <a:gd name="T26" fmla="*/ 2010 w 1235"/>
                  <a:gd name="T27" fmla="*/ 902 h 703"/>
                  <a:gd name="T28" fmla="*/ 1897 w 1235"/>
                  <a:gd name="T29" fmla="*/ 811 h 703"/>
                  <a:gd name="T30" fmla="*/ 1761 w 1235"/>
                  <a:gd name="T31" fmla="*/ 1027 h 703"/>
                  <a:gd name="T32" fmla="*/ 1625 w 1235"/>
                  <a:gd name="T33" fmla="*/ 1186 h 703"/>
                  <a:gd name="T34" fmla="*/ 1450 w 1235"/>
                  <a:gd name="T35" fmla="*/ 1274 h 703"/>
                  <a:gd name="T36" fmla="*/ 1267 w 1235"/>
                  <a:gd name="T37" fmla="*/ 1158 h 703"/>
                  <a:gd name="T38" fmla="*/ 1003 w 1235"/>
                  <a:gd name="T39" fmla="*/ 1261 h 703"/>
                  <a:gd name="T40" fmla="*/ 779 w 1235"/>
                  <a:gd name="T41" fmla="*/ 1365 h 703"/>
                  <a:gd name="T42" fmla="*/ 605 w 1235"/>
                  <a:gd name="T43" fmla="*/ 1529 h 703"/>
                  <a:gd name="T44" fmla="*/ 414 w 1235"/>
                  <a:gd name="T45" fmla="*/ 1637 h 703"/>
                  <a:gd name="T46" fmla="*/ 0 w 1235"/>
                  <a:gd name="T47" fmla="*/ 1946 h 703"/>
                  <a:gd name="T48" fmla="*/ 0 w 1235"/>
                  <a:gd name="T49" fmla="*/ 1829 h 703"/>
                  <a:gd name="T50" fmla="*/ 779 w 1235"/>
                  <a:gd name="T51" fmla="*/ 1173 h 703"/>
                  <a:gd name="T52" fmla="*/ 1370 w 1235"/>
                  <a:gd name="T53" fmla="*/ 853 h 703"/>
                  <a:gd name="T54" fmla="*/ 2071 w 1235"/>
                  <a:gd name="T55" fmla="*/ 506 h 703"/>
                  <a:gd name="T56" fmla="*/ 3036 w 1235"/>
                  <a:gd name="T57" fmla="*/ 196 h 703"/>
                  <a:gd name="T58" fmla="*/ 3700 w 1235"/>
                  <a:gd name="T59" fmla="*/ 55 h 703"/>
                  <a:gd name="T60" fmla="*/ 4594 w 1235"/>
                  <a:gd name="T61" fmla="*/ 0 h 703"/>
                  <a:gd name="T62" fmla="*/ 4641 w 1235"/>
                  <a:gd name="T63" fmla="*/ 0 h 703"/>
                  <a:gd name="T64" fmla="*/ 4641 w 1235"/>
                  <a:gd name="T65" fmla="*/ 63 h 703"/>
                  <a:gd name="T66" fmla="*/ 3862 w 1235"/>
                  <a:gd name="T67" fmla="*/ 201 h 703"/>
                  <a:gd name="T68" fmla="*/ 3717 w 1235"/>
                  <a:gd name="T69" fmla="*/ 234 h 703"/>
                  <a:gd name="T70" fmla="*/ 3569 w 1235"/>
                  <a:gd name="T71" fmla="*/ 393 h 703"/>
                  <a:gd name="T72" fmla="*/ 3338 w 1235"/>
                  <a:gd name="T73" fmla="*/ 594 h 703"/>
                  <a:gd name="T74" fmla="*/ 2993 w 1235"/>
                  <a:gd name="T75" fmla="*/ 527 h 703"/>
                  <a:gd name="T76" fmla="*/ 2898 w 1235"/>
                  <a:gd name="T77" fmla="*/ 380 h 703"/>
                  <a:gd name="T78" fmla="*/ 2823 w 1235"/>
                  <a:gd name="T79" fmla="*/ 435 h 703"/>
                  <a:gd name="T80" fmla="*/ 2912 w 1235"/>
                  <a:gd name="T81" fmla="*/ 501 h 703"/>
                  <a:gd name="T82" fmla="*/ 3002 w 1235"/>
                  <a:gd name="T83" fmla="*/ 630 h 703"/>
                  <a:gd name="T84" fmla="*/ 3063 w 1235"/>
                  <a:gd name="T85" fmla="*/ 770 h 703"/>
                  <a:gd name="T86" fmla="*/ 2881 w 1235"/>
                  <a:gd name="T87" fmla="*/ 902 h 703"/>
                  <a:gd name="T88" fmla="*/ 2629 w 1235"/>
                  <a:gd name="T89" fmla="*/ 809 h 703"/>
                  <a:gd name="T90" fmla="*/ 2528 w 1235"/>
                  <a:gd name="T91" fmla="*/ 811 h 703"/>
                  <a:gd name="T92" fmla="*/ 2450 w 1235"/>
                  <a:gd name="T93" fmla="*/ 730 h 703"/>
                  <a:gd name="T94" fmla="*/ 2309 w 1235"/>
                  <a:gd name="T95" fmla="*/ 836 h 703"/>
                  <a:gd name="T96" fmla="*/ 2379 w 1235"/>
                  <a:gd name="T97" fmla="*/ 902 h 703"/>
                  <a:gd name="T98" fmla="*/ 2478 w 1235"/>
                  <a:gd name="T99" fmla="*/ 866 h 703"/>
                  <a:gd name="T100" fmla="*/ 2581 w 1235"/>
                  <a:gd name="T101" fmla="*/ 886 h 703"/>
                  <a:gd name="T102" fmla="*/ 2716 w 1235"/>
                  <a:gd name="T103" fmla="*/ 916 h 703"/>
                  <a:gd name="T104" fmla="*/ 2823 w 1235"/>
                  <a:gd name="T105" fmla="*/ 1141 h 703"/>
                  <a:gd name="T106" fmla="*/ 2662 w 1235"/>
                  <a:gd name="T107" fmla="*/ 1997 h 703"/>
                  <a:gd name="T108" fmla="*/ 2657 w 1235"/>
                  <a:gd name="T109" fmla="*/ 2582 h 703"/>
                  <a:gd name="T110" fmla="*/ 2676 w 1235"/>
                  <a:gd name="T111" fmla="*/ 3188 h 703"/>
                  <a:gd name="T112" fmla="*/ 2074 w 1235"/>
                  <a:gd name="T113" fmla="*/ 3208 h 70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235" h="703">
                    <a:moveTo>
                      <a:pt x="552" y="703"/>
                    </a:moveTo>
                    <a:cubicBezTo>
                      <a:pt x="555" y="631"/>
                      <a:pt x="557" y="473"/>
                      <a:pt x="548" y="428"/>
                    </a:cubicBezTo>
                    <a:cubicBezTo>
                      <a:pt x="539" y="383"/>
                      <a:pt x="509" y="367"/>
                      <a:pt x="507" y="354"/>
                    </a:cubicBezTo>
                    <a:cubicBezTo>
                      <a:pt x="505" y="341"/>
                      <a:pt x="533" y="316"/>
                      <a:pt x="542" y="301"/>
                    </a:cubicBezTo>
                    <a:cubicBezTo>
                      <a:pt x="551" y="286"/>
                      <a:pt x="555" y="283"/>
                      <a:pt x="572" y="284"/>
                    </a:cubicBezTo>
                    <a:cubicBezTo>
                      <a:pt x="589" y="284"/>
                      <a:pt x="581" y="265"/>
                      <a:pt x="570" y="260"/>
                    </a:cubicBezTo>
                    <a:cubicBezTo>
                      <a:pt x="559" y="255"/>
                      <a:pt x="571" y="237"/>
                      <a:pt x="557" y="240"/>
                    </a:cubicBezTo>
                    <a:cubicBezTo>
                      <a:pt x="543" y="243"/>
                      <a:pt x="549" y="243"/>
                      <a:pt x="546" y="263"/>
                    </a:cubicBezTo>
                    <a:cubicBezTo>
                      <a:pt x="543" y="283"/>
                      <a:pt x="533" y="289"/>
                      <a:pt x="521" y="303"/>
                    </a:cubicBezTo>
                    <a:cubicBezTo>
                      <a:pt x="509" y="317"/>
                      <a:pt x="510" y="329"/>
                      <a:pt x="496" y="334"/>
                    </a:cubicBezTo>
                    <a:cubicBezTo>
                      <a:pt x="482" y="339"/>
                      <a:pt x="482" y="330"/>
                      <a:pt x="468" y="315"/>
                    </a:cubicBezTo>
                    <a:cubicBezTo>
                      <a:pt x="454" y="300"/>
                      <a:pt x="443" y="296"/>
                      <a:pt x="445" y="279"/>
                    </a:cubicBezTo>
                    <a:cubicBezTo>
                      <a:pt x="447" y="262"/>
                      <a:pt x="466" y="246"/>
                      <a:pt x="485" y="232"/>
                    </a:cubicBezTo>
                    <a:cubicBezTo>
                      <a:pt x="504" y="218"/>
                      <a:pt x="529" y="219"/>
                      <a:pt x="535" y="198"/>
                    </a:cubicBezTo>
                    <a:cubicBezTo>
                      <a:pt x="541" y="177"/>
                      <a:pt x="528" y="177"/>
                      <a:pt x="505" y="178"/>
                    </a:cubicBezTo>
                    <a:cubicBezTo>
                      <a:pt x="482" y="179"/>
                      <a:pt x="481" y="214"/>
                      <a:pt x="469" y="225"/>
                    </a:cubicBezTo>
                    <a:cubicBezTo>
                      <a:pt x="457" y="236"/>
                      <a:pt x="448" y="244"/>
                      <a:pt x="432" y="260"/>
                    </a:cubicBezTo>
                    <a:cubicBezTo>
                      <a:pt x="416" y="276"/>
                      <a:pt x="399" y="281"/>
                      <a:pt x="386" y="279"/>
                    </a:cubicBezTo>
                    <a:cubicBezTo>
                      <a:pt x="373" y="277"/>
                      <a:pt x="363" y="258"/>
                      <a:pt x="337" y="254"/>
                    </a:cubicBezTo>
                    <a:cubicBezTo>
                      <a:pt x="311" y="250"/>
                      <a:pt x="294" y="261"/>
                      <a:pt x="267" y="276"/>
                    </a:cubicBezTo>
                    <a:cubicBezTo>
                      <a:pt x="240" y="291"/>
                      <a:pt x="230" y="285"/>
                      <a:pt x="207" y="299"/>
                    </a:cubicBezTo>
                    <a:cubicBezTo>
                      <a:pt x="190" y="310"/>
                      <a:pt x="183" y="322"/>
                      <a:pt x="161" y="335"/>
                    </a:cubicBezTo>
                    <a:cubicBezTo>
                      <a:pt x="154" y="340"/>
                      <a:pt x="134" y="347"/>
                      <a:pt x="110" y="359"/>
                    </a:cubicBezTo>
                    <a:cubicBezTo>
                      <a:pt x="72" y="378"/>
                      <a:pt x="27" y="411"/>
                      <a:pt x="0" y="426"/>
                    </a:cubicBezTo>
                    <a:cubicBezTo>
                      <a:pt x="0" y="401"/>
                      <a:pt x="0" y="401"/>
                      <a:pt x="0" y="401"/>
                    </a:cubicBezTo>
                    <a:cubicBezTo>
                      <a:pt x="207" y="257"/>
                      <a:pt x="207" y="257"/>
                      <a:pt x="207" y="257"/>
                    </a:cubicBezTo>
                    <a:cubicBezTo>
                      <a:pt x="365" y="187"/>
                      <a:pt x="365" y="187"/>
                      <a:pt x="365" y="187"/>
                    </a:cubicBezTo>
                    <a:cubicBezTo>
                      <a:pt x="551" y="111"/>
                      <a:pt x="551" y="111"/>
                      <a:pt x="551" y="111"/>
                    </a:cubicBezTo>
                    <a:cubicBezTo>
                      <a:pt x="808" y="43"/>
                      <a:pt x="808" y="43"/>
                      <a:pt x="808" y="43"/>
                    </a:cubicBezTo>
                    <a:cubicBezTo>
                      <a:pt x="985" y="12"/>
                      <a:pt x="985" y="12"/>
                      <a:pt x="985" y="12"/>
                    </a:cubicBezTo>
                    <a:cubicBezTo>
                      <a:pt x="1223" y="0"/>
                      <a:pt x="1223" y="0"/>
                      <a:pt x="1223" y="0"/>
                    </a:cubicBezTo>
                    <a:cubicBezTo>
                      <a:pt x="1235" y="0"/>
                      <a:pt x="1235" y="0"/>
                      <a:pt x="1235" y="0"/>
                    </a:cubicBezTo>
                    <a:cubicBezTo>
                      <a:pt x="1235" y="14"/>
                      <a:pt x="1235" y="14"/>
                      <a:pt x="1235" y="14"/>
                    </a:cubicBezTo>
                    <a:cubicBezTo>
                      <a:pt x="1138" y="14"/>
                      <a:pt x="1057" y="41"/>
                      <a:pt x="1028" y="44"/>
                    </a:cubicBezTo>
                    <a:cubicBezTo>
                      <a:pt x="1013" y="46"/>
                      <a:pt x="1001" y="45"/>
                      <a:pt x="989" y="51"/>
                    </a:cubicBezTo>
                    <a:cubicBezTo>
                      <a:pt x="973" y="60"/>
                      <a:pt x="969" y="74"/>
                      <a:pt x="950" y="86"/>
                    </a:cubicBezTo>
                    <a:cubicBezTo>
                      <a:pt x="937" y="94"/>
                      <a:pt x="903" y="116"/>
                      <a:pt x="888" y="130"/>
                    </a:cubicBezTo>
                    <a:cubicBezTo>
                      <a:pt x="843" y="161"/>
                      <a:pt x="804" y="130"/>
                      <a:pt x="796" y="116"/>
                    </a:cubicBezTo>
                    <a:cubicBezTo>
                      <a:pt x="788" y="102"/>
                      <a:pt x="790" y="91"/>
                      <a:pt x="771" y="83"/>
                    </a:cubicBezTo>
                    <a:cubicBezTo>
                      <a:pt x="752" y="75"/>
                      <a:pt x="739" y="89"/>
                      <a:pt x="751" y="95"/>
                    </a:cubicBezTo>
                    <a:cubicBezTo>
                      <a:pt x="761" y="101"/>
                      <a:pt x="771" y="99"/>
                      <a:pt x="775" y="110"/>
                    </a:cubicBezTo>
                    <a:cubicBezTo>
                      <a:pt x="779" y="121"/>
                      <a:pt x="786" y="128"/>
                      <a:pt x="799" y="138"/>
                    </a:cubicBezTo>
                    <a:cubicBezTo>
                      <a:pt x="812" y="148"/>
                      <a:pt x="820" y="156"/>
                      <a:pt x="815" y="169"/>
                    </a:cubicBezTo>
                    <a:cubicBezTo>
                      <a:pt x="810" y="182"/>
                      <a:pt x="787" y="195"/>
                      <a:pt x="767" y="198"/>
                    </a:cubicBezTo>
                    <a:cubicBezTo>
                      <a:pt x="747" y="201"/>
                      <a:pt x="718" y="187"/>
                      <a:pt x="700" y="177"/>
                    </a:cubicBezTo>
                    <a:cubicBezTo>
                      <a:pt x="691" y="172"/>
                      <a:pt x="680" y="180"/>
                      <a:pt x="673" y="178"/>
                    </a:cubicBezTo>
                    <a:cubicBezTo>
                      <a:pt x="667" y="177"/>
                      <a:pt x="659" y="163"/>
                      <a:pt x="652" y="160"/>
                    </a:cubicBezTo>
                    <a:cubicBezTo>
                      <a:pt x="639" y="154"/>
                      <a:pt x="621" y="168"/>
                      <a:pt x="614" y="183"/>
                    </a:cubicBezTo>
                    <a:cubicBezTo>
                      <a:pt x="607" y="197"/>
                      <a:pt x="621" y="205"/>
                      <a:pt x="633" y="198"/>
                    </a:cubicBezTo>
                    <a:cubicBezTo>
                      <a:pt x="645" y="191"/>
                      <a:pt x="649" y="177"/>
                      <a:pt x="659" y="190"/>
                    </a:cubicBezTo>
                    <a:cubicBezTo>
                      <a:pt x="670" y="202"/>
                      <a:pt x="673" y="199"/>
                      <a:pt x="687" y="194"/>
                    </a:cubicBezTo>
                    <a:cubicBezTo>
                      <a:pt x="701" y="189"/>
                      <a:pt x="711" y="199"/>
                      <a:pt x="723" y="201"/>
                    </a:cubicBezTo>
                    <a:cubicBezTo>
                      <a:pt x="735" y="203"/>
                      <a:pt x="769" y="225"/>
                      <a:pt x="751" y="250"/>
                    </a:cubicBezTo>
                    <a:cubicBezTo>
                      <a:pt x="723" y="290"/>
                      <a:pt x="707" y="369"/>
                      <a:pt x="708" y="438"/>
                    </a:cubicBezTo>
                    <a:cubicBezTo>
                      <a:pt x="709" y="463"/>
                      <a:pt x="707" y="523"/>
                      <a:pt x="707" y="566"/>
                    </a:cubicBezTo>
                    <a:cubicBezTo>
                      <a:pt x="708" y="640"/>
                      <a:pt x="712" y="699"/>
                      <a:pt x="712" y="699"/>
                    </a:cubicBezTo>
                    <a:lnTo>
                      <a:pt x="552" y="703"/>
                    </a:lnTo>
                    <a:close/>
                  </a:path>
                </a:pathLst>
              </a:custGeom>
              <a:solidFill>
                <a:srgbClr val="DF8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67" name="Freeform 1618">
                <a:extLst>
                  <a:ext uri="{FF2B5EF4-FFF2-40B4-BE49-F238E27FC236}">
                    <a16:creationId xmlns:a16="http://schemas.microsoft.com/office/drawing/2014/main" id="{17BED9C9-5AAC-4048-9E12-9E0789532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057"/>
                <a:ext cx="1919" cy="1176"/>
              </a:xfrm>
              <a:custGeom>
                <a:avLst/>
                <a:gdLst>
                  <a:gd name="T0" fmla="*/ 421 w 1234"/>
                  <a:gd name="T1" fmla="*/ 1579 h 709"/>
                  <a:gd name="T2" fmla="*/ 1625 w 1234"/>
                  <a:gd name="T3" fmla="*/ 1108 h 709"/>
                  <a:gd name="T4" fmla="*/ 1768 w 1234"/>
                  <a:gd name="T5" fmla="*/ 1040 h 709"/>
                  <a:gd name="T6" fmla="*/ 1804 w 1234"/>
                  <a:gd name="T7" fmla="*/ 886 h 709"/>
                  <a:gd name="T8" fmla="*/ 1939 w 1234"/>
                  <a:gd name="T9" fmla="*/ 795 h 709"/>
                  <a:gd name="T10" fmla="*/ 2047 w 1234"/>
                  <a:gd name="T11" fmla="*/ 776 h 709"/>
                  <a:gd name="T12" fmla="*/ 2109 w 1234"/>
                  <a:gd name="T13" fmla="*/ 1037 h 709"/>
                  <a:gd name="T14" fmla="*/ 1959 w 1234"/>
                  <a:gd name="T15" fmla="*/ 1037 h 709"/>
                  <a:gd name="T16" fmla="*/ 1891 w 1234"/>
                  <a:gd name="T17" fmla="*/ 1116 h 709"/>
                  <a:gd name="T18" fmla="*/ 1809 w 1234"/>
                  <a:gd name="T19" fmla="*/ 1224 h 709"/>
                  <a:gd name="T20" fmla="*/ 1905 w 1234"/>
                  <a:gd name="T21" fmla="*/ 1370 h 709"/>
                  <a:gd name="T22" fmla="*/ 2061 w 1234"/>
                  <a:gd name="T23" fmla="*/ 1186 h 709"/>
                  <a:gd name="T24" fmla="*/ 2204 w 1234"/>
                  <a:gd name="T25" fmla="*/ 1108 h 709"/>
                  <a:gd name="T26" fmla="*/ 2186 w 1234"/>
                  <a:gd name="T27" fmla="*/ 1232 h 709"/>
                  <a:gd name="T28" fmla="*/ 2222 w 1234"/>
                  <a:gd name="T29" fmla="*/ 1358 h 709"/>
                  <a:gd name="T30" fmla="*/ 2152 w 1234"/>
                  <a:gd name="T31" fmla="*/ 1319 h 709"/>
                  <a:gd name="T32" fmla="*/ 2075 w 1234"/>
                  <a:gd name="T33" fmla="*/ 1370 h 709"/>
                  <a:gd name="T34" fmla="*/ 2031 w 1234"/>
                  <a:gd name="T35" fmla="*/ 1461 h 709"/>
                  <a:gd name="T36" fmla="*/ 2005 w 1234"/>
                  <a:gd name="T37" fmla="*/ 1511 h 709"/>
                  <a:gd name="T38" fmla="*/ 2113 w 1234"/>
                  <a:gd name="T39" fmla="*/ 1738 h 709"/>
                  <a:gd name="T40" fmla="*/ 2126 w 1234"/>
                  <a:gd name="T41" fmla="*/ 1775 h 709"/>
                  <a:gd name="T42" fmla="*/ 2148 w 1234"/>
                  <a:gd name="T43" fmla="*/ 1851 h 709"/>
                  <a:gd name="T44" fmla="*/ 2160 w 1234"/>
                  <a:gd name="T45" fmla="*/ 1912 h 709"/>
                  <a:gd name="T46" fmla="*/ 2166 w 1234"/>
                  <a:gd name="T47" fmla="*/ 1962 h 709"/>
                  <a:gd name="T48" fmla="*/ 2221 w 1234"/>
                  <a:gd name="T49" fmla="*/ 3221 h 709"/>
                  <a:gd name="T50" fmla="*/ 2440 w 1234"/>
                  <a:gd name="T51" fmla="*/ 2561 h 709"/>
                  <a:gd name="T52" fmla="*/ 2553 w 1234"/>
                  <a:gd name="T53" fmla="*/ 1183 h 709"/>
                  <a:gd name="T54" fmla="*/ 2636 w 1234"/>
                  <a:gd name="T55" fmla="*/ 964 h 709"/>
                  <a:gd name="T56" fmla="*/ 2474 w 1234"/>
                  <a:gd name="T57" fmla="*/ 944 h 709"/>
                  <a:gd name="T58" fmla="*/ 2432 w 1234"/>
                  <a:gd name="T59" fmla="*/ 889 h 709"/>
                  <a:gd name="T60" fmla="*/ 2345 w 1234"/>
                  <a:gd name="T61" fmla="*/ 1123 h 709"/>
                  <a:gd name="T62" fmla="*/ 2288 w 1234"/>
                  <a:gd name="T63" fmla="*/ 972 h 709"/>
                  <a:gd name="T64" fmla="*/ 2305 w 1234"/>
                  <a:gd name="T65" fmla="*/ 899 h 709"/>
                  <a:gd name="T66" fmla="*/ 2344 w 1234"/>
                  <a:gd name="T67" fmla="*/ 730 h 709"/>
                  <a:gd name="T68" fmla="*/ 2614 w 1234"/>
                  <a:gd name="T69" fmla="*/ 831 h 709"/>
                  <a:gd name="T70" fmla="*/ 2742 w 1234"/>
                  <a:gd name="T71" fmla="*/ 776 h 709"/>
                  <a:gd name="T72" fmla="*/ 2785 w 1234"/>
                  <a:gd name="T73" fmla="*/ 722 h 709"/>
                  <a:gd name="T74" fmla="*/ 2798 w 1234"/>
                  <a:gd name="T75" fmla="*/ 713 h 709"/>
                  <a:gd name="T76" fmla="*/ 2805 w 1234"/>
                  <a:gd name="T77" fmla="*/ 698 h 709"/>
                  <a:gd name="T78" fmla="*/ 2818 w 1234"/>
                  <a:gd name="T79" fmla="*/ 688 h 709"/>
                  <a:gd name="T80" fmla="*/ 2819 w 1234"/>
                  <a:gd name="T81" fmla="*/ 680 h 709"/>
                  <a:gd name="T82" fmla="*/ 2866 w 1234"/>
                  <a:gd name="T83" fmla="*/ 630 h 709"/>
                  <a:gd name="T84" fmla="*/ 2894 w 1234"/>
                  <a:gd name="T85" fmla="*/ 519 h 709"/>
                  <a:gd name="T86" fmla="*/ 2832 w 1234"/>
                  <a:gd name="T87" fmla="*/ 406 h 709"/>
                  <a:gd name="T88" fmla="*/ 3062 w 1234"/>
                  <a:gd name="T89" fmla="*/ 438 h 709"/>
                  <a:gd name="T90" fmla="*/ 3129 w 1234"/>
                  <a:gd name="T91" fmla="*/ 383 h 709"/>
                  <a:gd name="T92" fmla="*/ 3227 w 1234"/>
                  <a:gd name="T93" fmla="*/ 313 h 709"/>
                  <a:gd name="T94" fmla="*/ 3291 w 1234"/>
                  <a:gd name="T95" fmla="*/ 279 h 709"/>
                  <a:gd name="T96" fmla="*/ 3359 w 1234"/>
                  <a:gd name="T97" fmla="*/ 242 h 709"/>
                  <a:gd name="T98" fmla="*/ 3487 w 1234"/>
                  <a:gd name="T99" fmla="*/ 187 h 709"/>
                  <a:gd name="T100" fmla="*/ 3550 w 1234"/>
                  <a:gd name="T101" fmla="*/ 166 h 709"/>
                  <a:gd name="T102" fmla="*/ 3681 w 1234"/>
                  <a:gd name="T103" fmla="*/ 124 h 709"/>
                  <a:gd name="T104" fmla="*/ 3738 w 1234"/>
                  <a:gd name="T105" fmla="*/ 113 h 709"/>
                  <a:gd name="T106" fmla="*/ 3813 w 1234"/>
                  <a:gd name="T107" fmla="*/ 100 h 709"/>
                  <a:gd name="T108" fmla="*/ 0 w 1234"/>
                  <a:gd name="T109" fmla="*/ 1843 h 70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234" h="709">
                    <a:moveTo>
                      <a:pt x="0" y="404"/>
                    </a:moveTo>
                    <a:cubicBezTo>
                      <a:pt x="0" y="416"/>
                      <a:pt x="0" y="416"/>
                      <a:pt x="0" y="416"/>
                    </a:cubicBezTo>
                    <a:cubicBezTo>
                      <a:pt x="30" y="390"/>
                      <a:pt x="73" y="373"/>
                      <a:pt x="112" y="346"/>
                    </a:cubicBezTo>
                    <a:cubicBezTo>
                      <a:pt x="157" y="315"/>
                      <a:pt x="203" y="276"/>
                      <a:pt x="260" y="245"/>
                    </a:cubicBezTo>
                    <a:cubicBezTo>
                      <a:pt x="311" y="222"/>
                      <a:pt x="364" y="217"/>
                      <a:pt x="432" y="243"/>
                    </a:cubicBezTo>
                    <a:cubicBezTo>
                      <a:pt x="432" y="243"/>
                      <a:pt x="432" y="243"/>
                      <a:pt x="432" y="243"/>
                    </a:cubicBezTo>
                    <a:cubicBezTo>
                      <a:pt x="432" y="243"/>
                      <a:pt x="437" y="245"/>
                      <a:pt x="438" y="246"/>
                    </a:cubicBezTo>
                    <a:cubicBezTo>
                      <a:pt x="447" y="249"/>
                      <a:pt x="456" y="242"/>
                      <a:pt x="466" y="232"/>
                    </a:cubicBezTo>
                    <a:cubicBezTo>
                      <a:pt x="470" y="228"/>
                      <a:pt x="470" y="228"/>
                      <a:pt x="470" y="228"/>
                    </a:cubicBezTo>
                    <a:cubicBezTo>
                      <a:pt x="475" y="225"/>
                      <a:pt x="479" y="221"/>
                      <a:pt x="480" y="217"/>
                    </a:cubicBezTo>
                    <a:cubicBezTo>
                      <a:pt x="482" y="213"/>
                      <a:pt x="481" y="209"/>
                      <a:pt x="480" y="204"/>
                    </a:cubicBezTo>
                    <a:cubicBezTo>
                      <a:pt x="480" y="201"/>
                      <a:pt x="479" y="197"/>
                      <a:pt x="480" y="194"/>
                    </a:cubicBezTo>
                    <a:cubicBezTo>
                      <a:pt x="480" y="185"/>
                      <a:pt x="485" y="174"/>
                      <a:pt x="493" y="169"/>
                    </a:cubicBezTo>
                    <a:cubicBezTo>
                      <a:pt x="498" y="166"/>
                      <a:pt x="504" y="166"/>
                      <a:pt x="509" y="169"/>
                    </a:cubicBezTo>
                    <a:cubicBezTo>
                      <a:pt x="512" y="170"/>
                      <a:pt x="514" y="172"/>
                      <a:pt x="516" y="174"/>
                    </a:cubicBezTo>
                    <a:cubicBezTo>
                      <a:pt x="518" y="176"/>
                      <a:pt x="520" y="178"/>
                      <a:pt x="523" y="179"/>
                    </a:cubicBezTo>
                    <a:cubicBezTo>
                      <a:pt x="527" y="179"/>
                      <a:pt x="531" y="177"/>
                      <a:pt x="535" y="175"/>
                    </a:cubicBezTo>
                    <a:cubicBezTo>
                      <a:pt x="538" y="173"/>
                      <a:pt x="541" y="171"/>
                      <a:pt x="544" y="170"/>
                    </a:cubicBezTo>
                    <a:cubicBezTo>
                      <a:pt x="553" y="167"/>
                      <a:pt x="561" y="169"/>
                      <a:pt x="567" y="175"/>
                    </a:cubicBezTo>
                    <a:cubicBezTo>
                      <a:pt x="576" y="183"/>
                      <a:pt x="579" y="198"/>
                      <a:pt x="576" y="210"/>
                    </a:cubicBezTo>
                    <a:cubicBezTo>
                      <a:pt x="574" y="219"/>
                      <a:pt x="569" y="225"/>
                      <a:pt x="561" y="227"/>
                    </a:cubicBezTo>
                    <a:cubicBezTo>
                      <a:pt x="554" y="229"/>
                      <a:pt x="548" y="226"/>
                      <a:pt x="543" y="223"/>
                    </a:cubicBezTo>
                    <a:cubicBezTo>
                      <a:pt x="540" y="221"/>
                      <a:pt x="537" y="220"/>
                      <a:pt x="534" y="220"/>
                    </a:cubicBezTo>
                    <a:cubicBezTo>
                      <a:pt x="531" y="220"/>
                      <a:pt x="525" y="225"/>
                      <a:pt x="521" y="227"/>
                    </a:cubicBezTo>
                    <a:cubicBezTo>
                      <a:pt x="518" y="230"/>
                      <a:pt x="518" y="230"/>
                      <a:pt x="518" y="230"/>
                    </a:cubicBezTo>
                    <a:cubicBezTo>
                      <a:pt x="515" y="232"/>
                      <a:pt x="512" y="235"/>
                      <a:pt x="510" y="238"/>
                    </a:cubicBezTo>
                    <a:cubicBezTo>
                      <a:pt x="503" y="245"/>
                      <a:pt x="503" y="245"/>
                      <a:pt x="503" y="245"/>
                    </a:cubicBezTo>
                    <a:cubicBezTo>
                      <a:pt x="500" y="249"/>
                      <a:pt x="495" y="250"/>
                      <a:pt x="491" y="252"/>
                    </a:cubicBezTo>
                    <a:cubicBezTo>
                      <a:pt x="487" y="254"/>
                      <a:pt x="484" y="255"/>
                      <a:pt x="481" y="257"/>
                    </a:cubicBezTo>
                    <a:cubicBezTo>
                      <a:pt x="478" y="260"/>
                      <a:pt x="480" y="264"/>
                      <a:pt x="481" y="268"/>
                    </a:cubicBezTo>
                    <a:cubicBezTo>
                      <a:pt x="482" y="269"/>
                      <a:pt x="479" y="272"/>
                      <a:pt x="484" y="278"/>
                    </a:cubicBezTo>
                    <a:cubicBezTo>
                      <a:pt x="491" y="284"/>
                      <a:pt x="498" y="290"/>
                      <a:pt x="505" y="297"/>
                    </a:cubicBezTo>
                    <a:cubicBezTo>
                      <a:pt x="506" y="298"/>
                      <a:pt x="507" y="299"/>
                      <a:pt x="507" y="300"/>
                    </a:cubicBezTo>
                    <a:cubicBezTo>
                      <a:pt x="510" y="302"/>
                      <a:pt x="515" y="304"/>
                      <a:pt x="516" y="303"/>
                    </a:cubicBezTo>
                    <a:cubicBezTo>
                      <a:pt x="521" y="302"/>
                      <a:pt x="528" y="298"/>
                      <a:pt x="532" y="293"/>
                    </a:cubicBezTo>
                    <a:cubicBezTo>
                      <a:pt x="539" y="286"/>
                      <a:pt x="548" y="270"/>
                      <a:pt x="548" y="260"/>
                    </a:cubicBezTo>
                    <a:cubicBezTo>
                      <a:pt x="548" y="254"/>
                      <a:pt x="548" y="254"/>
                      <a:pt x="548" y="254"/>
                    </a:cubicBezTo>
                    <a:cubicBezTo>
                      <a:pt x="547" y="247"/>
                      <a:pt x="548" y="242"/>
                      <a:pt x="559" y="237"/>
                    </a:cubicBezTo>
                    <a:cubicBezTo>
                      <a:pt x="567" y="234"/>
                      <a:pt x="581" y="233"/>
                      <a:pt x="586" y="243"/>
                    </a:cubicBezTo>
                    <a:cubicBezTo>
                      <a:pt x="591" y="253"/>
                      <a:pt x="585" y="256"/>
                      <a:pt x="582" y="259"/>
                    </a:cubicBezTo>
                    <a:cubicBezTo>
                      <a:pt x="580" y="260"/>
                      <a:pt x="578" y="261"/>
                      <a:pt x="578" y="263"/>
                    </a:cubicBezTo>
                    <a:cubicBezTo>
                      <a:pt x="576" y="267"/>
                      <a:pt x="577" y="268"/>
                      <a:pt x="581" y="270"/>
                    </a:cubicBezTo>
                    <a:cubicBezTo>
                      <a:pt x="586" y="273"/>
                      <a:pt x="586" y="273"/>
                      <a:pt x="586" y="273"/>
                    </a:cubicBezTo>
                    <a:cubicBezTo>
                      <a:pt x="588" y="275"/>
                      <a:pt x="595" y="281"/>
                      <a:pt x="595" y="289"/>
                    </a:cubicBezTo>
                    <a:cubicBezTo>
                      <a:pt x="595" y="292"/>
                      <a:pt x="594" y="296"/>
                      <a:pt x="591" y="298"/>
                    </a:cubicBezTo>
                    <a:cubicBezTo>
                      <a:pt x="588" y="301"/>
                      <a:pt x="585" y="302"/>
                      <a:pt x="582" y="301"/>
                    </a:cubicBezTo>
                    <a:cubicBezTo>
                      <a:pt x="577" y="300"/>
                      <a:pt x="575" y="295"/>
                      <a:pt x="573" y="292"/>
                    </a:cubicBezTo>
                    <a:cubicBezTo>
                      <a:pt x="572" y="289"/>
                      <a:pt x="572" y="289"/>
                      <a:pt x="572" y="289"/>
                    </a:cubicBezTo>
                    <a:cubicBezTo>
                      <a:pt x="572" y="289"/>
                      <a:pt x="569" y="285"/>
                      <a:pt x="568" y="284"/>
                    </a:cubicBezTo>
                    <a:cubicBezTo>
                      <a:pt x="567" y="284"/>
                      <a:pt x="566" y="285"/>
                      <a:pt x="565" y="286"/>
                    </a:cubicBezTo>
                    <a:cubicBezTo>
                      <a:pt x="560" y="288"/>
                      <a:pt x="555" y="295"/>
                      <a:pt x="552" y="300"/>
                    </a:cubicBezTo>
                    <a:cubicBezTo>
                      <a:pt x="550" y="306"/>
                      <a:pt x="550" y="306"/>
                      <a:pt x="550" y="306"/>
                    </a:cubicBezTo>
                    <a:cubicBezTo>
                      <a:pt x="549" y="309"/>
                      <a:pt x="549" y="312"/>
                      <a:pt x="546" y="315"/>
                    </a:cubicBezTo>
                    <a:cubicBezTo>
                      <a:pt x="544" y="317"/>
                      <a:pt x="542" y="318"/>
                      <a:pt x="540" y="320"/>
                    </a:cubicBezTo>
                    <a:cubicBezTo>
                      <a:pt x="538" y="321"/>
                      <a:pt x="536" y="322"/>
                      <a:pt x="535" y="323"/>
                    </a:cubicBezTo>
                    <a:cubicBezTo>
                      <a:pt x="534" y="324"/>
                      <a:pt x="533" y="327"/>
                      <a:pt x="533" y="330"/>
                    </a:cubicBezTo>
                    <a:cubicBezTo>
                      <a:pt x="533" y="330"/>
                      <a:pt x="533" y="331"/>
                      <a:pt x="533" y="331"/>
                    </a:cubicBezTo>
                    <a:cubicBezTo>
                      <a:pt x="543" y="344"/>
                      <a:pt x="551" y="359"/>
                      <a:pt x="559" y="374"/>
                    </a:cubicBezTo>
                    <a:cubicBezTo>
                      <a:pt x="559" y="374"/>
                      <a:pt x="559" y="375"/>
                      <a:pt x="559" y="375"/>
                    </a:cubicBezTo>
                    <a:cubicBezTo>
                      <a:pt x="560" y="377"/>
                      <a:pt x="561" y="379"/>
                      <a:pt x="562" y="381"/>
                    </a:cubicBezTo>
                    <a:cubicBezTo>
                      <a:pt x="562" y="381"/>
                      <a:pt x="562" y="382"/>
                      <a:pt x="562" y="382"/>
                    </a:cubicBezTo>
                    <a:cubicBezTo>
                      <a:pt x="563" y="384"/>
                      <a:pt x="564" y="386"/>
                      <a:pt x="565" y="388"/>
                    </a:cubicBezTo>
                    <a:cubicBezTo>
                      <a:pt x="565" y="388"/>
                      <a:pt x="565" y="389"/>
                      <a:pt x="565" y="389"/>
                    </a:cubicBezTo>
                    <a:cubicBezTo>
                      <a:pt x="566" y="392"/>
                      <a:pt x="567" y="396"/>
                      <a:pt x="568" y="399"/>
                    </a:cubicBezTo>
                    <a:cubicBezTo>
                      <a:pt x="569" y="400"/>
                      <a:pt x="569" y="401"/>
                      <a:pt x="570" y="403"/>
                    </a:cubicBezTo>
                    <a:cubicBezTo>
                      <a:pt x="570" y="404"/>
                      <a:pt x="570" y="405"/>
                      <a:pt x="571" y="406"/>
                    </a:cubicBezTo>
                    <a:cubicBezTo>
                      <a:pt x="571" y="408"/>
                      <a:pt x="572" y="409"/>
                      <a:pt x="572" y="411"/>
                    </a:cubicBezTo>
                    <a:cubicBezTo>
                      <a:pt x="572" y="412"/>
                      <a:pt x="573" y="413"/>
                      <a:pt x="573" y="414"/>
                    </a:cubicBezTo>
                    <a:cubicBezTo>
                      <a:pt x="573" y="416"/>
                      <a:pt x="574" y="417"/>
                      <a:pt x="574" y="419"/>
                    </a:cubicBezTo>
                    <a:cubicBezTo>
                      <a:pt x="574" y="420"/>
                      <a:pt x="575" y="421"/>
                      <a:pt x="575" y="422"/>
                    </a:cubicBezTo>
                    <a:cubicBezTo>
                      <a:pt x="575" y="424"/>
                      <a:pt x="575" y="426"/>
                      <a:pt x="576" y="428"/>
                    </a:cubicBezTo>
                    <a:cubicBezTo>
                      <a:pt x="576" y="428"/>
                      <a:pt x="576" y="429"/>
                      <a:pt x="576" y="430"/>
                    </a:cubicBezTo>
                    <a:cubicBezTo>
                      <a:pt x="577" y="433"/>
                      <a:pt x="577" y="436"/>
                      <a:pt x="578" y="439"/>
                    </a:cubicBezTo>
                    <a:cubicBezTo>
                      <a:pt x="590" y="535"/>
                      <a:pt x="590" y="556"/>
                      <a:pt x="592" y="618"/>
                    </a:cubicBezTo>
                    <a:cubicBezTo>
                      <a:pt x="593" y="665"/>
                      <a:pt x="590" y="706"/>
                      <a:pt x="590" y="706"/>
                    </a:cubicBezTo>
                    <a:cubicBezTo>
                      <a:pt x="590" y="709"/>
                      <a:pt x="590" y="709"/>
                      <a:pt x="590" y="709"/>
                    </a:cubicBezTo>
                    <a:cubicBezTo>
                      <a:pt x="653" y="709"/>
                      <a:pt x="653" y="709"/>
                      <a:pt x="653" y="709"/>
                    </a:cubicBezTo>
                    <a:cubicBezTo>
                      <a:pt x="653" y="709"/>
                      <a:pt x="650" y="631"/>
                      <a:pt x="649" y="561"/>
                    </a:cubicBezTo>
                    <a:cubicBezTo>
                      <a:pt x="648" y="490"/>
                      <a:pt x="640" y="348"/>
                      <a:pt x="678" y="263"/>
                    </a:cubicBezTo>
                    <a:cubicBezTo>
                      <a:pt x="678" y="262"/>
                      <a:pt x="678" y="260"/>
                      <a:pt x="679" y="259"/>
                    </a:cubicBezTo>
                    <a:cubicBezTo>
                      <a:pt x="679" y="259"/>
                      <a:pt x="679" y="259"/>
                      <a:pt x="679" y="259"/>
                    </a:cubicBezTo>
                    <a:cubicBezTo>
                      <a:pt x="679" y="258"/>
                      <a:pt x="680" y="257"/>
                      <a:pt x="680" y="255"/>
                    </a:cubicBezTo>
                    <a:cubicBezTo>
                      <a:pt x="685" y="243"/>
                      <a:pt x="691" y="232"/>
                      <a:pt x="697" y="221"/>
                    </a:cubicBezTo>
                    <a:cubicBezTo>
                      <a:pt x="698" y="218"/>
                      <a:pt x="700" y="214"/>
                      <a:pt x="701" y="211"/>
                    </a:cubicBezTo>
                    <a:cubicBezTo>
                      <a:pt x="702" y="209"/>
                      <a:pt x="702" y="206"/>
                      <a:pt x="699" y="205"/>
                    </a:cubicBezTo>
                    <a:cubicBezTo>
                      <a:pt x="694" y="203"/>
                      <a:pt x="689" y="205"/>
                      <a:pt x="683" y="208"/>
                    </a:cubicBezTo>
                    <a:cubicBezTo>
                      <a:pt x="675" y="210"/>
                      <a:pt x="666" y="214"/>
                      <a:pt x="658" y="207"/>
                    </a:cubicBezTo>
                    <a:cubicBezTo>
                      <a:pt x="657" y="206"/>
                      <a:pt x="656" y="204"/>
                      <a:pt x="654" y="201"/>
                    </a:cubicBezTo>
                    <a:cubicBezTo>
                      <a:pt x="653" y="199"/>
                      <a:pt x="652" y="195"/>
                      <a:pt x="651" y="195"/>
                    </a:cubicBezTo>
                    <a:cubicBezTo>
                      <a:pt x="650" y="195"/>
                      <a:pt x="648" y="194"/>
                      <a:pt x="647" y="195"/>
                    </a:cubicBezTo>
                    <a:cubicBezTo>
                      <a:pt x="645" y="196"/>
                      <a:pt x="645" y="201"/>
                      <a:pt x="645" y="205"/>
                    </a:cubicBezTo>
                    <a:cubicBezTo>
                      <a:pt x="645" y="207"/>
                      <a:pt x="645" y="207"/>
                      <a:pt x="645" y="207"/>
                    </a:cubicBezTo>
                    <a:cubicBezTo>
                      <a:pt x="644" y="220"/>
                      <a:pt x="636" y="238"/>
                      <a:pt x="624" y="246"/>
                    </a:cubicBezTo>
                    <a:cubicBezTo>
                      <a:pt x="618" y="250"/>
                      <a:pt x="609" y="249"/>
                      <a:pt x="602" y="245"/>
                    </a:cubicBezTo>
                    <a:cubicBezTo>
                      <a:pt x="596" y="241"/>
                      <a:pt x="594" y="234"/>
                      <a:pt x="595" y="227"/>
                    </a:cubicBezTo>
                    <a:cubicBezTo>
                      <a:pt x="597" y="219"/>
                      <a:pt x="603" y="216"/>
                      <a:pt x="608" y="213"/>
                    </a:cubicBezTo>
                    <a:cubicBezTo>
                      <a:pt x="611" y="210"/>
                      <a:pt x="615" y="208"/>
                      <a:pt x="616" y="205"/>
                    </a:cubicBezTo>
                    <a:cubicBezTo>
                      <a:pt x="618" y="201"/>
                      <a:pt x="618" y="199"/>
                      <a:pt x="618" y="199"/>
                    </a:cubicBezTo>
                    <a:cubicBezTo>
                      <a:pt x="617" y="198"/>
                      <a:pt x="615" y="198"/>
                      <a:pt x="613" y="197"/>
                    </a:cubicBezTo>
                    <a:cubicBezTo>
                      <a:pt x="610" y="196"/>
                      <a:pt x="606" y="195"/>
                      <a:pt x="604" y="192"/>
                    </a:cubicBezTo>
                    <a:cubicBezTo>
                      <a:pt x="602" y="190"/>
                      <a:pt x="602" y="187"/>
                      <a:pt x="602" y="184"/>
                    </a:cubicBezTo>
                    <a:cubicBezTo>
                      <a:pt x="604" y="174"/>
                      <a:pt x="619" y="162"/>
                      <a:pt x="623" y="160"/>
                    </a:cubicBezTo>
                    <a:cubicBezTo>
                      <a:pt x="634" y="152"/>
                      <a:pt x="648" y="151"/>
                      <a:pt x="660" y="156"/>
                    </a:cubicBezTo>
                    <a:cubicBezTo>
                      <a:pt x="667" y="159"/>
                      <a:pt x="671" y="164"/>
                      <a:pt x="676" y="169"/>
                    </a:cubicBezTo>
                    <a:cubicBezTo>
                      <a:pt x="681" y="175"/>
                      <a:pt x="687" y="180"/>
                      <a:pt x="695" y="182"/>
                    </a:cubicBezTo>
                    <a:cubicBezTo>
                      <a:pt x="708" y="186"/>
                      <a:pt x="719" y="180"/>
                      <a:pt x="728" y="171"/>
                    </a:cubicBezTo>
                    <a:cubicBezTo>
                      <a:pt x="728" y="171"/>
                      <a:pt x="729" y="171"/>
                      <a:pt x="729" y="170"/>
                    </a:cubicBezTo>
                    <a:cubicBezTo>
                      <a:pt x="729" y="170"/>
                      <a:pt x="729" y="170"/>
                      <a:pt x="729" y="170"/>
                    </a:cubicBezTo>
                    <a:cubicBezTo>
                      <a:pt x="731" y="168"/>
                      <a:pt x="735" y="164"/>
                      <a:pt x="740" y="160"/>
                    </a:cubicBezTo>
                    <a:cubicBezTo>
                      <a:pt x="740" y="160"/>
                      <a:pt x="740" y="160"/>
                      <a:pt x="740" y="160"/>
                    </a:cubicBezTo>
                    <a:cubicBezTo>
                      <a:pt x="740" y="159"/>
                      <a:pt x="741" y="159"/>
                      <a:pt x="741" y="158"/>
                    </a:cubicBezTo>
                    <a:cubicBezTo>
                      <a:pt x="742" y="158"/>
                      <a:pt x="742" y="158"/>
                      <a:pt x="742" y="158"/>
                    </a:cubicBezTo>
                    <a:cubicBezTo>
                      <a:pt x="742" y="157"/>
                      <a:pt x="743" y="157"/>
                      <a:pt x="743" y="156"/>
                    </a:cubicBezTo>
                    <a:cubicBezTo>
                      <a:pt x="743" y="156"/>
                      <a:pt x="744" y="156"/>
                      <a:pt x="744" y="156"/>
                    </a:cubicBezTo>
                    <a:cubicBezTo>
                      <a:pt x="744" y="155"/>
                      <a:pt x="744" y="155"/>
                      <a:pt x="745" y="155"/>
                    </a:cubicBezTo>
                    <a:cubicBezTo>
                      <a:pt x="745" y="155"/>
                      <a:pt x="745" y="154"/>
                      <a:pt x="746" y="154"/>
                    </a:cubicBezTo>
                    <a:cubicBezTo>
                      <a:pt x="746" y="154"/>
                      <a:pt x="746" y="153"/>
                      <a:pt x="746" y="153"/>
                    </a:cubicBezTo>
                    <a:cubicBezTo>
                      <a:pt x="747" y="153"/>
                      <a:pt x="747" y="153"/>
                      <a:pt x="747" y="152"/>
                    </a:cubicBezTo>
                    <a:cubicBezTo>
                      <a:pt x="748" y="152"/>
                      <a:pt x="748" y="152"/>
                      <a:pt x="748" y="152"/>
                    </a:cubicBezTo>
                    <a:cubicBezTo>
                      <a:pt x="748" y="151"/>
                      <a:pt x="749" y="151"/>
                      <a:pt x="749" y="151"/>
                    </a:cubicBezTo>
                    <a:cubicBezTo>
                      <a:pt x="749" y="151"/>
                      <a:pt x="749" y="150"/>
                      <a:pt x="749" y="150"/>
                    </a:cubicBezTo>
                    <a:cubicBezTo>
                      <a:pt x="750" y="150"/>
                      <a:pt x="750" y="150"/>
                      <a:pt x="750" y="149"/>
                    </a:cubicBezTo>
                    <a:cubicBezTo>
                      <a:pt x="750" y="149"/>
                      <a:pt x="750" y="149"/>
                      <a:pt x="750" y="149"/>
                    </a:cubicBezTo>
                    <a:cubicBezTo>
                      <a:pt x="751" y="149"/>
                      <a:pt x="751" y="149"/>
                      <a:pt x="751" y="148"/>
                    </a:cubicBezTo>
                    <a:cubicBezTo>
                      <a:pt x="752" y="148"/>
                      <a:pt x="752" y="148"/>
                      <a:pt x="752" y="148"/>
                    </a:cubicBezTo>
                    <a:cubicBezTo>
                      <a:pt x="755" y="144"/>
                      <a:pt x="759" y="141"/>
                      <a:pt x="762" y="138"/>
                    </a:cubicBezTo>
                    <a:cubicBezTo>
                      <a:pt x="763" y="136"/>
                      <a:pt x="764" y="135"/>
                      <a:pt x="766" y="134"/>
                    </a:cubicBezTo>
                    <a:cubicBezTo>
                      <a:pt x="767" y="133"/>
                      <a:pt x="768" y="132"/>
                      <a:pt x="770" y="131"/>
                    </a:cubicBezTo>
                    <a:cubicBezTo>
                      <a:pt x="780" y="121"/>
                      <a:pt x="777" y="121"/>
                      <a:pt x="770" y="114"/>
                    </a:cubicBezTo>
                    <a:cubicBezTo>
                      <a:pt x="763" y="108"/>
                      <a:pt x="758" y="107"/>
                      <a:pt x="750" y="113"/>
                    </a:cubicBezTo>
                    <a:cubicBezTo>
                      <a:pt x="743" y="120"/>
                      <a:pt x="732" y="116"/>
                      <a:pt x="733" y="108"/>
                    </a:cubicBezTo>
                    <a:cubicBezTo>
                      <a:pt x="734" y="99"/>
                      <a:pt x="746" y="87"/>
                      <a:pt x="753" y="89"/>
                    </a:cubicBezTo>
                    <a:cubicBezTo>
                      <a:pt x="763" y="92"/>
                      <a:pt x="763" y="99"/>
                      <a:pt x="775" y="98"/>
                    </a:cubicBezTo>
                    <a:cubicBezTo>
                      <a:pt x="788" y="97"/>
                      <a:pt x="783" y="113"/>
                      <a:pt x="811" y="98"/>
                    </a:cubicBezTo>
                    <a:cubicBezTo>
                      <a:pt x="812" y="97"/>
                      <a:pt x="813" y="97"/>
                      <a:pt x="814" y="96"/>
                    </a:cubicBezTo>
                    <a:cubicBezTo>
                      <a:pt x="815" y="95"/>
                      <a:pt x="817" y="94"/>
                      <a:pt x="819" y="92"/>
                    </a:cubicBezTo>
                    <a:cubicBezTo>
                      <a:pt x="822" y="91"/>
                      <a:pt x="824" y="89"/>
                      <a:pt x="827" y="87"/>
                    </a:cubicBezTo>
                    <a:cubicBezTo>
                      <a:pt x="829" y="86"/>
                      <a:pt x="830" y="85"/>
                      <a:pt x="832" y="84"/>
                    </a:cubicBezTo>
                    <a:cubicBezTo>
                      <a:pt x="835" y="82"/>
                      <a:pt x="838" y="80"/>
                      <a:pt x="841" y="79"/>
                    </a:cubicBezTo>
                    <a:cubicBezTo>
                      <a:pt x="843" y="78"/>
                      <a:pt x="844" y="77"/>
                      <a:pt x="845" y="76"/>
                    </a:cubicBezTo>
                    <a:cubicBezTo>
                      <a:pt x="850" y="74"/>
                      <a:pt x="854" y="72"/>
                      <a:pt x="858" y="69"/>
                    </a:cubicBezTo>
                    <a:cubicBezTo>
                      <a:pt x="858" y="69"/>
                      <a:pt x="859" y="69"/>
                      <a:pt x="859" y="69"/>
                    </a:cubicBezTo>
                    <a:cubicBezTo>
                      <a:pt x="859" y="69"/>
                      <a:pt x="859" y="69"/>
                      <a:pt x="859" y="69"/>
                    </a:cubicBezTo>
                    <a:cubicBezTo>
                      <a:pt x="864" y="66"/>
                      <a:pt x="870" y="64"/>
                      <a:pt x="875" y="61"/>
                    </a:cubicBezTo>
                    <a:cubicBezTo>
                      <a:pt x="876" y="60"/>
                      <a:pt x="878" y="60"/>
                      <a:pt x="879" y="59"/>
                    </a:cubicBezTo>
                    <a:cubicBezTo>
                      <a:pt x="883" y="58"/>
                      <a:pt x="887" y="56"/>
                      <a:pt x="891" y="54"/>
                    </a:cubicBezTo>
                    <a:cubicBezTo>
                      <a:pt x="891" y="54"/>
                      <a:pt x="892" y="54"/>
                      <a:pt x="893" y="53"/>
                    </a:cubicBezTo>
                    <a:cubicBezTo>
                      <a:pt x="893" y="53"/>
                      <a:pt x="894" y="53"/>
                      <a:pt x="894" y="53"/>
                    </a:cubicBezTo>
                    <a:cubicBezTo>
                      <a:pt x="895" y="52"/>
                      <a:pt x="895" y="52"/>
                      <a:pt x="895" y="52"/>
                    </a:cubicBezTo>
                    <a:cubicBezTo>
                      <a:pt x="906" y="48"/>
                      <a:pt x="916" y="44"/>
                      <a:pt x="927" y="41"/>
                    </a:cubicBezTo>
                    <a:cubicBezTo>
                      <a:pt x="928" y="40"/>
                      <a:pt x="928" y="40"/>
                      <a:pt x="929" y="40"/>
                    </a:cubicBezTo>
                    <a:cubicBezTo>
                      <a:pt x="933" y="39"/>
                      <a:pt x="938" y="37"/>
                      <a:pt x="943" y="36"/>
                    </a:cubicBezTo>
                    <a:cubicBezTo>
                      <a:pt x="943" y="36"/>
                      <a:pt x="943" y="36"/>
                      <a:pt x="944" y="36"/>
                    </a:cubicBezTo>
                    <a:cubicBezTo>
                      <a:pt x="945" y="35"/>
                      <a:pt x="946" y="35"/>
                      <a:pt x="947" y="35"/>
                    </a:cubicBezTo>
                    <a:cubicBezTo>
                      <a:pt x="957" y="32"/>
                      <a:pt x="968" y="29"/>
                      <a:pt x="978" y="27"/>
                    </a:cubicBezTo>
                    <a:cubicBezTo>
                      <a:pt x="979" y="27"/>
                      <a:pt x="979" y="27"/>
                      <a:pt x="979" y="27"/>
                    </a:cubicBezTo>
                    <a:cubicBezTo>
                      <a:pt x="980" y="27"/>
                      <a:pt x="981" y="27"/>
                      <a:pt x="982" y="27"/>
                    </a:cubicBezTo>
                    <a:cubicBezTo>
                      <a:pt x="983" y="27"/>
                      <a:pt x="983" y="27"/>
                      <a:pt x="983" y="27"/>
                    </a:cubicBezTo>
                    <a:cubicBezTo>
                      <a:pt x="987" y="26"/>
                      <a:pt x="991" y="25"/>
                      <a:pt x="994" y="25"/>
                    </a:cubicBezTo>
                    <a:cubicBezTo>
                      <a:pt x="995" y="25"/>
                      <a:pt x="995" y="25"/>
                      <a:pt x="995" y="25"/>
                    </a:cubicBezTo>
                    <a:cubicBezTo>
                      <a:pt x="996" y="24"/>
                      <a:pt x="997" y="24"/>
                      <a:pt x="997" y="24"/>
                    </a:cubicBezTo>
                    <a:cubicBezTo>
                      <a:pt x="1003" y="23"/>
                      <a:pt x="1009" y="23"/>
                      <a:pt x="1014" y="22"/>
                    </a:cubicBezTo>
                    <a:cubicBezTo>
                      <a:pt x="1084" y="16"/>
                      <a:pt x="1157" y="12"/>
                      <a:pt x="1234" y="12"/>
                    </a:cubicBezTo>
                    <a:cubicBezTo>
                      <a:pt x="1234" y="0"/>
                      <a:pt x="1234" y="0"/>
                      <a:pt x="1234" y="0"/>
                    </a:cubicBezTo>
                    <a:cubicBezTo>
                      <a:pt x="614" y="0"/>
                      <a:pt x="212" y="228"/>
                      <a:pt x="0" y="404"/>
                    </a:cubicBezTo>
                    <a:close/>
                  </a:path>
                </a:pathLst>
              </a:custGeom>
              <a:solidFill>
                <a:srgbClr val="DF8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68" name="Freeform 1619">
                <a:extLst>
                  <a:ext uri="{FF2B5EF4-FFF2-40B4-BE49-F238E27FC236}">
                    <a16:creationId xmlns:a16="http://schemas.microsoft.com/office/drawing/2014/main" id="{D2D89156-1F5C-447D-9AE5-06412F759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564"/>
                <a:ext cx="267" cy="427"/>
              </a:xfrm>
              <a:custGeom>
                <a:avLst/>
                <a:gdLst>
                  <a:gd name="T0" fmla="*/ 643 w 172"/>
                  <a:gd name="T1" fmla="*/ 1068 h 257"/>
                  <a:gd name="T2" fmla="*/ 467 w 172"/>
                  <a:gd name="T3" fmla="*/ 902 h 257"/>
                  <a:gd name="T4" fmla="*/ 318 w 172"/>
                  <a:gd name="T5" fmla="*/ 1143 h 257"/>
                  <a:gd name="T6" fmla="*/ 183 w 172"/>
                  <a:gd name="T7" fmla="*/ 1082 h 257"/>
                  <a:gd name="T8" fmla="*/ 29 w 172"/>
                  <a:gd name="T9" fmla="*/ 917 h 257"/>
                  <a:gd name="T10" fmla="*/ 39 w 172"/>
                  <a:gd name="T11" fmla="*/ 555 h 257"/>
                  <a:gd name="T12" fmla="*/ 0 w 172"/>
                  <a:gd name="T13" fmla="*/ 354 h 257"/>
                  <a:gd name="T14" fmla="*/ 0 w 172"/>
                  <a:gd name="T15" fmla="*/ 0 h 257"/>
                  <a:gd name="T16" fmla="*/ 250 w 172"/>
                  <a:gd name="T17" fmla="*/ 459 h 257"/>
                  <a:gd name="T18" fmla="*/ 231 w 172"/>
                  <a:gd name="T19" fmla="*/ 806 h 257"/>
                  <a:gd name="T20" fmla="*/ 289 w 172"/>
                  <a:gd name="T21" fmla="*/ 588 h 257"/>
                  <a:gd name="T22" fmla="*/ 397 w 172"/>
                  <a:gd name="T23" fmla="*/ 464 h 257"/>
                  <a:gd name="T24" fmla="*/ 643 w 172"/>
                  <a:gd name="T25" fmla="*/ 665 h 257"/>
                  <a:gd name="T26" fmla="*/ 643 w 172"/>
                  <a:gd name="T27" fmla="*/ 1068 h 25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2" h="257">
                    <a:moveTo>
                      <a:pt x="172" y="233"/>
                    </a:moveTo>
                    <a:cubicBezTo>
                      <a:pt x="158" y="222"/>
                      <a:pt x="138" y="190"/>
                      <a:pt x="125" y="197"/>
                    </a:cubicBezTo>
                    <a:cubicBezTo>
                      <a:pt x="108" y="207"/>
                      <a:pt x="98" y="243"/>
                      <a:pt x="85" y="249"/>
                    </a:cubicBezTo>
                    <a:cubicBezTo>
                      <a:pt x="69" y="257"/>
                      <a:pt x="62" y="242"/>
                      <a:pt x="49" y="236"/>
                    </a:cubicBezTo>
                    <a:cubicBezTo>
                      <a:pt x="29" y="226"/>
                      <a:pt x="15" y="223"/>
                      <a:pt x="8" y="200"/>
                    </a:cubicBezTo>
                    <a:cubicBezTo>
                      <a:pt x="3" y="183"/>
                      <a:pt x="9" y="138"/>
                      <a:pt x="10" y="121"/>
                    </a:cubicBezTo>
                    <a:cubicBezTo>
                      <a:pt x="12" y="98"/>
                      <a:pt x="15" y="73"/>
                      <a:pt x="0" y="7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1" y="26"/>
                      <a:pt x="69" y="73"/>
                      <a:pt x="67" y="100"/>
                    </a:cubicBezTo>
                    <a:cubicBezTo>
                      <a:pt x="65" y="127"/>
                      <a:pt x="46" y="155"/>
                      <a:pt x="62" y="176"/>
                    </a:cubicBezTo>
                    <a:cubicBezTo>
                      <a:pt x="78" y="197"/>
                      <a:pt x="77" y="144"/>
                      <a:pt x="77" y="128"/>
                    </a:cubicBezTo>
                    <a:cubicBezTo>
                      <a:pt x="77" y="112"/>
                      <a:pt x="79" y="98"/>
                      <a:pt x="106" y="101"/>
                    </a:cubicBezTo>
                    <a:cubicBezTo>
                      <a:pt x="131" y="103"/>
                      <a:pt x="142" y="125"/>
                      <a:pt x="172" y="145"/>
                    </a:cubicBezTo>
                    <a:lnTo>
                      <a:pt x="172" y="233"/>
                    </a:ln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69" name="Freeform 1620">
                <a:extLst>
                  <a:ext uri="{FF2B5EF4-FFF2-40B4-BE49-F238E27FC236}">
                    <a16:creationId xmlns:a16="http://schemas.microsoft.com/office/drawing/2014/main" id="{391C5545-956F-458D-A218-5DEF75EFE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495"/>
                <a:ext cx="822" cy="738"/>
              </a:xfrm>
              <a:custGeom>
                <a:avLst/>
                <a:gdLst>
                  <a:gd name="T0" fmla="*/ 1945 w 529"/>
                  <a:gd name="T1" fmla="*/ 1587 h 445"/>
                  <a:gd name="T2" fmla="*/ 1963 w 529"/>
                  <a:gd name="T3" fmla="*/ 1400 h 445"/>
                  <a:gd name="T4" fmla="*/ 1538 w 529"/>
                  <a:gd name="T5" fmla="*/ 1421 h 445"/>
                  <a:gd name="T6" fmla="*/ 1486 w 529"/>
                  <a:gd name="T7" fmla="*/ 1408 h 445"/>
                  <a:gd name="T8" fmla="*/ 1779 w 529"/>
                  <a:gd name="T9" fmla="*/ 1204 h 445"/>
                  <a:gd name="T10" fmla="*/ 1978 w 529"/>
                  <a:gd name="T11" fmla="*/ 894 h 445"/>
                  <a:gd name="T12" fmla="*/ 1478 w 529"/>
                  <a:gd name="T13" fmla="*/ 318 h 445"/>
                  <a:gd name="T14" fmla="*/ 1355 w 529"/>
                  <a:gd name="T15" fmla="*/ 580 h 445"/>
                  <a:gd name="T16" fmla="*/ 1280 w 529"/>
                  <a:gd name="T17" fmla="*/ 542 h 445"/>
                  <a:gd name="T18" fmla="*/ 1307 w 529"/>
                  <a:gd name="T19" fmla="*/ 91 h 445"/>
                  <a:gd name="T20" fmla="*/ 869 w 529"/>
                  <a:gd name="T21" fmla="*/ 338 h 445"/>
                  <a:gd name="T22" fmla="*/ 727 w 529"/>
                  <a:gd name="T23" fmla="*/ 435 h 445"/>
                  <a:gd name="T24" fmla="*/ 710 w 529"/>
                  <a:gd name="T25" fmla="*/ 584 h 445"/>
                  <a:gd name="T26" fmla="*/ 668 w 529"/>
                  <a:gd name="T27" fmla="*/ 872 h 445"/>
                  <a:gd name="T28" fmla="*/ 623 w 529"/>
                  <a:gd name="T29" fmla="*/ 1073 h 445"/>
                  <a:gd name="T30" fmla="*/ 637 w 529"/>
                  <a:gd name="T31" fmla="*/ 1433 h 445"/>
                  <a:gd name="T32" fmla="*/ 615 w 529"/>
                  <a:gd name="T33" fmla="*/ 1277 h 445"/>
                  <a:gd name="T34" fmla="*/ 549 w 529"/>
                  <a:gd name="T35" fmla="*/ 1108 h 445"/>
                  <a:gd name="T36" fmla="*/ 589 w 529"/>
                  <a:gd name="T37" fmla="*/ 753 h 445"/>
                  <a:gd name="T38" fmla="*/ 570 w 529"/>
                  <a:gd name="T39" fmla="*/ 547 h 445"/>
                  <a:gd name="T40" fmla="*/ 340 w 529"/>
                  <a:gd name="T41" fmla="*/ 610 h 445"/>
                  <a:gd name="T42" fmla="*/ 5 w 529"/>
                  <a:gd name="T43" fmla="*/ 857 h 445"/>
                  <a:gd name="T44" fmla="*/ 5 w 529"/>
                  <a:gd name="T45" fmla="*/ 852 h 445"/>
                  <a:gd name="T46" fmla="*/ 5 w 529"/>
                  <a:gd name="T47" fmla="*/ 2030 h 445"/>
                  <a:gd name="T48" fmla="*/ 1952 w 529"/>
                  <a:gd name="T49" fmla="*/ 2030 h 445"/>
                  <a:gd name="T50" fmla="*/ 1963 w 529"/>
                  <a:gd name="T51" fmla="*/ 1808 h 445"/>
                  <a:gd name="T52" fmla="*/ 1945 w 529"/>
                  <a:gd name="T53" fmla="*/ 1587 h 44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29" h="445">
                    <a:moveTo>
                      <a:pt x="519" y="348"/>
                    </a:moveTo>
                    <a:cubicBezTo>
                      <a:pt x="520" y="337"/>
                      <a:pt x="527" y="317"/>
                      <a:pt x="523" y="307"/>
                    </a:cubicBezTo>
                    <a:cubicBezTo>
                      <a:pt x="505" y="253"/>
                      <a:pt x="442" y="293"/>
                      <a:pt x="410" y="312"/>
                    </a:cubicBezTo>
                    <a:cubicBezTo>
                      <a:pt x="403" y="315"/>
                      <a:pt x="397" y="311"/>
                      <a:pt x="396" y="309"/>
                    </a:cubicBezTo>
                    <a:cubicBezTo>
                      <a:pt x="392" y="286"/>
                      <a:pt x="459" y="267"/>
                      <a:pt x="474" y="264"/>
                    </a:cubicBezTo>
                    <a:cubicBezTo>
                      <a:pt x="516" y="256"/>
                      <a:pt x="529" y="247"/>
                      <a:pt x="527" y="196"/>
                    </a:cubicBezTo>
                    <a:cubicBezTo>
                      <a:pt x="520" y="127"/>
                      <a:pt x="434" y="59"/>
                      <a:pt x="394" y="70"/>
                    </a:cubicBezTo>
                    <a:cubicBezTo>
                      <a:pt x="375" y="75"/>
                      <a:pt x="371" y="114"/>
                      <a:pt x="361" y="127"/>
                    </a:cubicBezTo>
                    <a:cubicBezTo>
                      <a:pt x="346" y="147"/>
                      <a:pt x="332" y="143"/>
                      <a:pt x="341" y="119"/>
                    </a:cubicBezTo>
                    <a:cubicBezTo>
                      <a:pt x="353" y="88"/>
                      <a:pt x="406" y="51"/>
                      <a:pt x="348" y="20"/>
                    </a:cubicBezTo>
                    <a:cubicBezTo>
                      <a:pt x="311" y="0"/>
                      <a:pt x="265" y="53"/>
                      <a:pt x="232" y="74"/>
                    </a:cubicBezTo>
                    <a:cubicBezTo>
                      <a:pt x="222" y="81"/>
                      <a:pt x="202" y="87"/>
                      <a:pt x="194" y="95"/>
                    </a:cubicBezTo>
                    <a:cubicBezTo>
                      <a:pt x="180" y="110"/>
                      <a:pt x="188" y="112"/>
                      <a:pt x="189" y="128"/>
                    </a:cubicBezTo>
                    <a:cubicBezTo>
                      <a:pt x="190" y="156"/>
                      <a:pt x="192" y="166"/>
                      <a:pt x="178" y="191"/>
                    </a:cubicBezTo>
                    <a:cubicBezTo>
                      <a:pt x="162" y="216"/>
                      <a:pt x="159" y="213"/>
                      <a:pt x="166" y="235"/>
                    </a:cubicBezTo>
                    <a:cubicBezTo>
                      <a:pt x="170" y="244"/>
                      <a:pt x="201" y="327"/>
                      <a:pt x="170" y="314"/>
                    </a:cubicBezTo>
                    <a:cubicBezTo>
                      <a:pt x="160" y="310"/>
                      <a:pt x="165" y="290"/>
                      <a:pt x="164" y="280"/>
                    </a:cubicBezTo>
                    <a:cubicBezTo>
                      <a:pt x="161" y="262"/>
                      <a:pt x="153" y="256"/>
                      <a:pt x="146" y="243"/>
                    </a:cubicBezTo>
                    <a:cubicBezTo>
                      <a:pt x="128" y="210"/>
                      <a:pt x="151" y="200"/>
                      <a:pt x="157" y="165"/>
                    </a:cubicBezTo>
                    <a:cubicBezTo>
                      <a:pt x="160" y="149"/>
                      <a:pt x="165" y="126"/>
                      <a:pt x="152" y="120"/>
                    </a:cubicBezTo>
                    <a:cubicBezTo>
                      <a:pt x="139" y="113"/>
                      <a:pt x="108" y="125"/>
                      <a:pt x="91" y="134"/>
                    </a:cubicBezTo>
                    <a:cubicBezTo>
                      <a:pt x="56" y="152"/>
                      <a:pt x="20" y="193"/>
                      <a:pt x="1" y="188"/>
                    </a:cubicBezTo>
                    <a:cubicBezTo>
                      <a:pt x="0" y="187"/>
                      <a:pt x="2" y="188"/>
                      <a:pt x="1" y="187"/>
                    </a:cubicBezTo>
                    <a:cubicBezTo>
                      <a:pt x="1" y="445"/>
                      <a:pt x="1" y="445"/>
                      <a:pt x="1" y="445"/>
                    </a:cubicBezTo>
                    <a:cubicBezTo>
                      <a:pt x="520" y="445"/>
                      <a:pt x="520" y="445"/>
                      <a:pt x="520" y="445"/>
                    </a:cubicBezTo>
                    <a:cubicBezTo>
                      <a:pt x="529" y="428"/>
                      <a:pt x="528" y="415"/>
                      <a:pt x="523" y="396"/>
                    </a:cubicBezTo>
                    <a:cubicBezTo>
                      <a:pt x="519" y="377"/>
                      <a:pt x="517" y="367"/>
                      <a:pt x="519" y="348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70" name="Freeform 1621">
                <a:extLst>
                  <a:ext uri="{FF2B5EF4-FFF2-40B4-BE49-F238E27FC236}">
                    <a16:creationId xmlns:a16="http://schemas.microsoft.com/office/drawing/2014/main" id="{6F0A86C4-D27C-46BA-AC72-361B813AE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110"/>
                <a:ext cx="779" cy="1123"/>
              </a:xfrm>
              <a:custGeom>
                <a:avLst/>
                <a:gdLst>
                  <a:gd name="T0" fmla="*/ 1883 w 501"/>
                  <a:gd name="T1" fmla="*/ 33 h 677"/>
                  <a:gd name="T2" fmla="*/ 1496 w 501"/>
                  <a:gd name="T3" fmla="*/ 325 h 677"/>
                  <a:gd name="T4" fmla="*/ 1530 w 501"/>
                  <a:gd name="T5" fmla="*/ 680 h 677"/>
                  <a:gd name="T6" fmla="*/ 1485 w 501"/>
                  <a:gd name="T7" fmla="*/ 702 h 677"/>
                  <a:gd name="T8" fmla="*/ 1443 w 501"/>
                  <a:gd name="T9" fmla="*/ 803 h 677"/>
                  <a:gd name="T10" fmla="*/ 1403 w 501"/>
                  <a:gd name="T11" fmla="*/ 1010 h 677"/>
                  <a:gd name="T12" fmla="*/ 1398 w 501"/>
                  <a:gd name="T13" fmla="*/ 770 h 677"/>
                  <a:gd name="T14" fmla="*/ 1455 w 501"/>
                  <a:gd name="T15" fmla="*/ 547 h 677"/>
                  <a:gd name="T16" fmla="*/ 1395 w 501"/>
                  <a:gd name="T17" fmla="*/ 380 h 677"/>
                  <a:gd name="T18" fmla="*/ 1350 w 501"/>
                  <a:gd name="T19" fmla="*/ 234 h 677"/>
                  <a:gd name="T20" fmla="*/ 1050 w 501"/>
                  <a:gd name="T21" fmla="*/ 289 h 677"/>
                  <a:gd name="T22" fmla="*/ 893 w 501"/>
                  <a:gd name="T23" fmla="*/ 561 h 677"/>
                  <a:gd name="T24" fmla="*/ 976 w 501"/>
                  <a:gd name="T25" fmla="*/ 702 h 677"/>
                  <a:gd name="T26" fmla="*/ 942 w 501"/>
                  <a:gd name="T27" fmla="*/ 740 h 677"/>
                  <a:gd name="T28" fmla="*/ 771 w 501"/>
                  <a:gd name="T29" fmla="*/ 547 h 677"/>
                  <a:gd name="T30" fmla="*/ 515 w 501"/>
                  <a:gd name="T31" fmla="*/ 790 h 677"/>
                  <a:gd name="T32" fmla="*/ 241 w 501"/>
                  <a:gd name="T33" fmla="*/ 1246 h 677"/>
                  <a:gd name="T34" fmla="*/ 418 w 501"/>
                  <a:gd name="T35" fmla="*/ 1337 h 677"/>
                  <a:gd name="T36" fmla="*/ 557 w 501"/>
                  <a:gd name="T37" fmla="*/ 1365 h 677"/>
                  <a:gd name="T38" fmla="*/ 510 w 501"/>
                  <a:gd name="T39" fmla="*/ 1425 h 677"/>
                  <a:gd name="T40" fmla="*/ 401 w 501"/>
                  <a:gd name="T41" fmla="*/ 1420 h 677"/>
                  <a:gd name="T42" fmla="*/ 222 w 501"/>
                  <a:gd name="T43" fmla="*/ 1463 h 677"/>
                  <a:gd name="T44" fmla="*/ 62 w 501"/>
                  <a:gd name="T45" fmla="*/ 1470 h 677"/>
                  <a:gd name="T46" fmla="*/ 19 w 501"/>
                  <a:gd name="T47" fmla="*/ 1725 h 677"/>
                  <a:gd name="T48" fmla="*/ 199 w 501"/>
                  <a:gd name="T49" fmla="*/ 1967 h 677"/>
                  <a:gd name="T50" fmla="*/ 418 w 501"/>
                  <a:gd name="T51" fmla="*/ 1931 h 677"/>
                  <a:gd name="T52" fmla="*/ 208 w 501"/>
                  <a:gd name="T53" fmla="*/ 2004 h 677"/>
                  <a:gd name="T54" fmla="*/ 61 w 501"/>
                  <a:gd name="T55" fmla="*/ 2077 h 677"/>
                  <a:gd name="T56" fmla="*/ 8 w 501"/>
                  <a:gd name="T57" fmla="*/ 2238 h 677"/>
                  <a:gd name="T58" fmla="*/ 73 w 501"/>
                  <a:gd name="T59" fmla="*/ 2694 h 677"/>
                  <a:gd name="T60" fmla="*/ 508 w 501"/>
                  <a:gd name="T61" fmla="*/ 2569 h 677"/>
                  <a:gd name="T62" fmla="*/ 672 w 501"/>
                  <a:gd name="T63" fmla="*/ 2707 h 677"/>
                  <a:gd name="T64" fmla="*/ 894 w 501"/>
                  <a:gd name="T65" fmla="*/ 2752 h 677"/>
                  <a:gd name="T66" fmla="*/ 718 w 501"/>
                  <a:gd name="T67" fmla="*/ 2749 h 677"/>
                  <a:gd name="T68" fmla="*/ 544 w 501"/>
                  <a:gd name="T69" fmla="*/ 2735 h 677"/>
                  <a:gd name="T70" fmla="*/ 421 w 501"/>
                  <a:gd name="T71" fmla="*/ 2666 h 677"/>
                  <a:gd name="T72" fmla="*/ 319 w 501"/>
                  <a:gd name="T73" fmla="*/ 2790 h 677"/>
                  <a:gd name="T74" fmla="*/ 95 w 501"/>
                  <a:gd name="T75" fmla="*/ 2840 h 677"/>
                  <a:gd name="T76" fmla="*/ 48 w 501"/>
                  <a:gd name="T77" fmla="*/ 3090 h 677"/>
                  <a:gd name="T78" fmla="*/ 1883 w 501"/>
                  <a:gd name="T79" fmla="*/ 3090 h 677"/>
                  <a:gd name="T80" fmla="*/ 1883 w 501"/>
                  <a:gd name="T81" fmla="*/ 33 h 67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01" h="677">
                    <a:moveTo>
                      <a:pt x="501" y="7"/>
                    </a:moveTo>
                    <a:cubicBezTo>
                      <a:pt x="451" y="17"/>
                      <a:pt x="391" y="0"/>
                      <a:pt x="398" y="71"/>
                    </a:cubicBezTo>
                    <a:cubicBezTo>
                      <a:pt x="400" y="95"/>
                      <a:pt x="421" y="128"/>
                      <a:pt x="407" y="149"/>
                    </a:cubicBezTo>
                    <a:cubicBezTo>
                      <a:pt x="404" y="153"/>
                      <a:pt x="398" y="150"/>
                      <a:pt x="395" y="154"/>
                    </a:cubicBezTo>
                    <a:cubicBezTo>
                      <a:pt x="389" y="161"/>
                      <a:pt x="387" y="168"/>
                      <a:pt x="384" y="176"/>
                    </a:cubicBezTo>
                    <a:cubicBezTo>
                      <a:pt x="382" y="184"/>
                      <a:pt x="379" y="216"/>
                      <a:pt x="373" y="221"/>
                    </a:cubicBezTo>
                    <a:cubicBezTo>
                      <a:pt x="350" y="235"/>
                      <a:pt x="370" y="175"/>
                      <a:pt x="372" y="169"/>
                    </a:cubicBezTo>
                    <a:cubicBezTo>
                      <a:pt x="381" y="145"/>
                      <a:pt x="399" y="146"/>
                      <a:pt x="387" y="120"/>
                    </a:cubicBezTo>
                    <a:cubicBezTo>
                      <a:pt x="381" y="107"/>
                      <a:pt x="373" y="98"/>
                      <a:pt x="371" y="83"/>
                    </a:cubicBezTo>
                    <a:cubicBezTo>
                      <a:pt x="369" y="68"/>
                      <a:pt x="373" y="61"/>
                      <a:pt x="359" y="51"/>
                    </a:cubicBezTo>
                    <a:cubicBezTo>
                      <a:pt x="333" y="34"/>
                      <a:pt x="303" y="52"/>
                      <a:pt x="279" y="63"/>
                    </a:cubicBezTo>
                    <a:cubicBezTo>
                      <a:pt x="252" y="74"/>
                      <a:pt x="209" y="90"/>
                      <a:pt x="237" y="123"/>
                    </a:cubicBezTo>
                    <a:cubicBezTo>
                      <a:pt x="245" y="132"/>
                      <a:pt x="258" y="141"/>
                      <a:pt x="260" y="154"/>
                    </a:cubicBezTo>
                    <a:cubicBezTo>
                      <a:pt x="261" y="161"/>
                      <a:pt x="254" y="167"/>
                      <a:pt x="251" y="162"/>
                    </a:cubicBezTo>
                    <a:cubicBezTo>
                      <a:pt x="239" y="142"/>
                      <a:pt x="232" y="118"/>
                      <a:pt x="205" y="120"/>
                    </a:cubicBezTo>
                    <a:cubicBezTo>
                      <a:pt x="180" y="122"/>
                      <a:pt x="153" y="156"/>
                      <a:pt x="137" y="173"/>
                    </a:cubicBezTo>
                    <a:cubicBezTo>
                      <a:pt x="105" y="204"/>
                      <a:pt x="45" y="229"/>
                      <a:pt x="64" y="273"/>
                    </a:cubicBezTo>
                    <a:cubicBezTo>
                      <a:pt x="74" y="298"/>
                      <a:pt x="86" y="295"/>
                      <a:pt x="111" y="293"/>
                    </a:cubicBezTo>
                    <a:cubicBezTo>
                      <a:pt x="122" y="292"/>
                      <a:pt x="142" y="290"/>
                      <a:pt x="148" y="299"/>
                    </a:cubicBezTo>
                    <a:cubicBezTo>
                      <a:pt x="150" y="303"/>
                      <a:pt x="147" y="313"/>
                      <a:pt x="136" y="312"/>
                    </a:cubicBezTo>
                    <a:cubicBezTo>
                      <a:pt x="126" y="310"/>
                      <a:pt x="114" y="310"/>
                      <a:pt x="107" y="311"/>
                    </a:cubicBezTo>
                    <a:cubicBezTo>
                      <a:pt x="86" y="314"/>
                      <a:pt x="81" y="326"/>
                      <a:pt x="59" y="321"/>
                    </a:cubicBezTo>
                    <a:cubicBezTo>
                      <a:pt x="44" y="316"/>
                      <a:pt x="33" y="304"/>
                      <a:pt x="17" y="322"/>
                    </a:cubicBezTo>
                    <a:cubicBezTo>
                      <a:pt x="7" y="334"/>
                      <a:pt x="6" y="363"/>
                      <a:pt x="5" y="378"/>
                    </a:cubicBezTo>
                    <a:cubicBezTo>
                      <a:pt x="3" y="414"/>
                      <a:pt x="8" y="444"/>
                      <a:pt x="53" y="431"/>
                    </a:cubicBezTo>
                    <a:cubicBezTo>
                      <a:pt x="58" y="429"/>
                      <a:pt x="108" y="409"/>
                      <a:pt x="111" y="423"/>
                    </a:cubicBezTo>
                    <a:cubicBezTo>
                      <a:pt x="114" y="437"/>
                      <a:pt x="67" y="437"/>
                      <a:pt x="55" y="439"/>
                    </a:cubicBezTo>
                    <a:cubicBezTo>
                      <a:pt x="40" y="441"/>
                      <a:pt x="29" y="441"/>
                      <a:pt x="16" y="455"/>
                    </a:cubicBezTo>
                    <a:cubicBezTo>
                      <a:pt x="6" y="464"/>
                      <a:pt x="3" y="477"/>
                      <a:pt x="2" y="490"/>
                    </a:cubicBezTo>
                    <a:cubicBezTo>
                      <a:pt x="0" y="512"/>
                      <a:pt x="3" y="575"/>
                      <a:pt x="19" y="590"/>
                    </a:cubicBezTo>
                    <a:cubicBezTo>
                      <a:pt x="59" y="628"/>
                      <a:pt x="98" y="548"/>
                      <a:pt x="135" y="563"/>
                    </a:cubicBezTo>
                    <a:cubicBezTo>
                      <a:pt x="151" y="569"/>
                      <a:pt x="160" y="588"/>
                      <a:pt x="179" y="593"/>
                    </a:cubicBezTo>
                    <a:cubicBezTo>
                      <a:pt x="196" y="598"/>
                      <a:pt x="239" y="598"/>
                      <a:pt x="238" y="603"/>
                    </a:cubicBezTo>
                    <a:cubicBezTo>
                      <a:pt x="237" y="609"/>
                      <a:pt x="204" y="601"/>
                      <a:pt x="191" y="602"/>
                    </a:cubicBezTo>
                    <a:cubicBezTo>
                      <a:pt x="169" y="602"/>
                      <a:pt x="162" y="612"/>
                      <a:pt x="145" y="599"/>
                    </a:cubicBezTo>
                    <a:cubicBezTo>
                      <a:pt x="134" y="590"/>
                      <a:pt x="129" y="582"/>
                      <a:pt x="112" y="584"/>
                    </a:cubicBezTo>
                    <a:cubicBezTo>
                      <a:pt x="97" y="585"/>
                      <a:pt x="98" y="605"/>
                      <a:pt x="85" y="611"/>
                    </a:cubicBezTo>
                    <a:cubicBezTo>
                      <a:pt x="62" y="621"/>
                      <a:pt x="41" y="607"/>
                      <a:pt x="25" y="622"/>
                    </a:cubicBezTo>
                    <a:cubicBezTo>
                      <a:pt x="14" y="634"/>
                      <a:pt x="12" y="656"/>
                      <a:pt x="13" y="677"/>
                    </a:cubicBezTo>
                    <a:cubicBezTo>
                      <a:pt x="501" y="677"/>
                      <a:pt x="501" y="677"/>
                      <a:pt x="501" y="677"/>
                    </a:cubicBezTo>
                    <a:lnTo>
                      <a:pt x="501" y="7"/>
                    </a:ln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71" name="Freeform 1622">
                <a:extLst>
                  <a:ext uri="{FF2B5EF4-FFF2-40B4-BE49-F238E27FC236}">
                    <a16:creationId xmlns:a16="http://schemas.microsoft.com/office/drawing/2014/main" id="{6A8838A6-BFC3-4941-AE53-F4750A58B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700"/>
                <a:ext cx="56" cy="52"/>
              </a:xfrm>
              <a:custGeom>
                <a:avLst/>
                <a:gdLst>
                  <a:gd name="T0" fmla="*/ 34 w 36"/>
                  <a:gd name="T1" fmla="*/ 8 h 31"/>
                  <a:gd name="T2" fmla="*/ 19 w 36"/>
                  <a:gd name="T3" fmla="*/ 146 h 31"/>
                  <a:gd name="T4" fmla="*/ 53 w 36"/>
                  <a:gd name="T5" fmla="*/ 62 h 31"/>
                  <a:gd name="T6" fmla="*/ 135 w 36"/>
                  <a:gd name="T7" fmla="*/ 13 h 31"/>
                  <a:gd name="T8" fmla="*/ 75 w 3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1">
                    <a:moveTo>
                      <a:pt x="9" y="2"/>
                    </a:moveTo>
                    <a:cubicBezTo>
                      <a:pt x="0" y="8"/>
                      <a:pt x="1" y="22"/>
                      <a:pt x="5" y="31"/>
                    </a:cubicBezTo>
                    <a:cubicBezTo>
                      <a:pt x="10" y="26"/>
                      <a:pt x="9" y="18"/>
                      <a:pt x="14" y="13"/>
                    </a:cubicBezTo>
                    <a:cubicBezTo>
                      <a:pt x="20" y="5"/>
                      <a:pt x="29" y="10"/>
                      <a:pt x="36" y="3"/>
                    </a:cubicBezTo>
                    <a:cubicBezTo>
                      <a:pt x="31" y="1"/>
                      <a:pt x="25" y="1"/>
                      <a:pt x="20" y="0"/>
                    </a:cubicBezTo>
                  </a:path>
                </a:pathLst>
              </a:custGeom>
              <a:solidFill>
                <a:srgbClr val="CF4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72" name="Freeform 1623">
                <a:extLst>
                  <a:ext uri="{FF2B5EF4-FFF2-40B4-BE49-F238E27FC236}">
                    <a16:creationId xmlns:a16="http://schemas.microsoft.com/office/drawing/2014/main" id="{7E8BE80D-0CAD-4CD8-86AC-BB3B39759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860"/>
                <a:ext cx="130" cy="252"/>
              </a:xfrm>
              <a:custGeom>
                <a:avLst/>
                <a:gdLst>
                  <a:gd name="T0" fmla="*/ 216 w 83"/>
                  <a:gd name="T1" fmla="*/ 0 h 152"/>
                  <a:gd name="T2" fmla="*/ 39 w 83"/>
                  <a:gd name="T3" fmla="*/ 99 h 152"/>
                  <a:gd name="T4" fmla="*/ 31 w 83"/>
                  <a:gd name="T5" fmla="*/ 429 h 152"/>
                  <a:gd name="T6" fmla="*/ 100 w 83"/>
                  <a:gd name="T7" fmla="*/ 602 h 152"/>
                  <a:gd name="T8" fmla="*/ 320 w 83"/>
                  <a:gd name="T9" fmla="*/ 451 h 152"/>
                  <a:gd name="T10" fmla="*/ 147 w 83"/>
                  <a:gd name="T11" fmla="*/ 55 h 1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152">
                    <a:moveTo>
                      <a:pt x="56" y="0"/>
                    </a:moveTo>
                    <a:cubicBezTo>
                      <a:pt x="42" y="7"/>
                      <a:pt x="21" y="9"/>
                      <a:pt x="10" y="22"/>
                    </a:cubicBezTo>
                    <a:cubicBezTo>
                      <a:pt x="0" y="34"/>
                      <a:pt x="5" y="78"/>
                      <a:pt x="8" y="94"/>
                    </a:cubicBezTo>
                    <a:cubicBezTo>
                      <a:pt x="11" y="107"/>
                      <a:pt x="15" y="123"/>
                      <a:pt x="26" y="132"/>
                    </a:cubicBezTo>
                    <a:cubicBezTo>
                      <a:pt x="49" y="152"/>
                      <a:pt x="69" y="111"/>
                      <a:pt x="83" y="99"/>
                    </a:cubicBezTo>
                    <a:cubicBezTo>
                      <a:pt x="9" y="132"/>
                      <a:pt x="12" y="14"/>
                      <a:pt x="38" y="12"/>
                    </a:cubicBezTo>
                  </a:path>
                </a:pathLst>
              </a:custGeom>
              <a:solidFill>
                <a:srgbClr val="D86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73" name="Freeform 1624">
                <a:extLst>
                  <a:ext uri="{FF2B5EF4-FFF2-40B4-BE49-F238E27FC236}">
                    <a16:creationId xmlns:a16="http://schemas.microsoft.com/office/drawing/2014/main" id="{E9CEA766-4538-4190-AC1B-1C964D526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491"/>
                <a:ext cx="832" cy="742"/>
              </a:xfrm>
              <a:custGeom>
                <a:avLst/>
                <a:gdLst>
                  <a:gd name="T0" fmla="*/ 1973 w 535"/>
                  <a:gd name="T1" fmla="*/ 1607 h 447"/>
                  <a:gd name="T2" fmla="*/ 1991 w 535"/>
                  <a:gd name="T3" fmla="*/ 1406 h 447"/>
                  <a:gd name="T4" fmla="*/ 1558 w 535"/>
                  <a:gd name="T5" fmla="*/ 1391 h 447"/>
                  <a:gd name="T6" fmla="*/ 1512 w 535"/>
                  <a:gd name="T7" fmla="*/ 1408 h 447"/>
                  <a:gd name="T8" fmla="*/ 1787 w 535"/>
                  <a:gd name="T9" fmla="*/ 1245 h 447"/>
                  <a:gd name="T10" fmla="*/ 2005 w 535"/>
                  <a:gd name="T11" fmla="*/ 906 h 447"/>
                  <a:gd name="T12" fmla="*/ 1673 w 535"/>
                  <a:gd name="T13" fmla="*/ 352 h 447"/>
                  <a:gd name="T14" fmla="*/ 1373 w 535"/>
                  <a:gd name="T15" fmla="*/ 485 h 447"/>
                  <a:gd name="T16" fmla="*/ 1299 w 535"/>
                  <a:gd name="T17" fmla="*/ 622 h 447"/>
                  <a:gd name="T18" fmla="*/ 1306 w 535"/>
                  <a:gd name="T19" fmla="*/ 563 h 447"/>
                  <a:gd name="T20" fmla="*/ 1434 w 535"/>
                  <a:gd name="T21" fmla="*/ 251 h 447"/>
                  <a:gd name="T22" fmla="*/ 1320 w 535"/>
                  <a:gd name="T23" fmla="*/ 76 h 447"/>
                  <a:gd name="T24" fmla="*/ 862 w 535"/>
                  <a:gd name="T25" fmla="*/ 325 h 447"/>
                  <a:gd name="T26" fmla="*/ 711 w 535"/>
                  <a:gd name="T27" fmla="*/ 425 h 447"/>
                  <a:gd name="T28" fmla="*/ 689 w 535"/>
                  <a:gd name="T29" fmla="*/ 596 h 447"/>
                  <a:gd name="T30" fmla="*/ 602 w 535"/>
                  <a:gd name="T31" fmla="*/ 1081 h 447"/>
                  <a:gd name="T32" fmla="*/ 655 w 535"/>
                  <a:gd name="T33" fmla="*/ 1419 h 447"/>
                  <a:gd name="T34" fmla="*/ 639 w 535"/>
                  <a:gd name="T35" fmla="*/ 1340 h 447"/>
                  <a:gd name="T36" fmla="*/ 589 w 535"/>
                  <a:gd name="T37" fmla="*/ 1152 h 447"/>
                  <a:gd name="T38" fmla="*/ 571 w 535"/>
                  <a:gd name="T39" fmla="*/ 915 h 447"/>
                  <a:gd name="T40" fmla="*/ 611 w 535"/>
                  <a:gd name="T41" fmla="*/ 764 h 447"/>
                  <a:gd name="T42" fmla="*/ 331 w 535"/>
                  <a:gd name="T43" fmla="*/ 596 h 447"/>
                  <a:gd name="T44" fmla="*/ 12 w 535"/>
                  <a:gd name="T45" fmla="*/ 840 h 447"/>
                  <a:gd name="T46" fmla="*/ 5 w 535"/>
                  <a:gd name="T47" fmla="*/ 865 h 447"/>
                  <a:gd name="T48" fmla="*/ 344 w 535"/>
                  <a:gd name="T49" fmla="*/ 622 h 447"/>
                  <a:gd name="T50" fmla="*/ 589 w 535"/>
                  <a:gd name="T51" fmla="*/ 764 h 447"/>
                  <a:gd name="T52" fmla="*/ 617 w 535"/>
                  <a:gd name="T53" fmla="*/ 1290 h 447"/>
                  <a:gd name="T54" fmla="*/ 624 w 535"/>
                  <a:gd name="T55" fmla="*/ 1082 h 447"/>
                  <a:gd name="T56" fmla="*/ 711 w 535"/>
                  <a:gd name="T57" fmla="*/ 596 h 447"/>
                  <a:gd name="T58" fmla="*/ 872 w 535"/>
                  <a:gd name="T59" fmla="*/ 347 h 447"/>
                  <a:gd name="T60" fmla="*/ 1281 w 535"/>
                  <a:gd name="T61" fmla="*/ 554 h 447"/>
                  <a:gd name="T62" fmla="*/ 1482 w 535"/>
                  <a:gd name="T63" fmla="*/ 330 h 447"/>
                  <a:gd name="T64" fmla="*/ 1782 w 535"/>
                  <a:gd name="T65" fmla="*/ 1218 h 447"/>
                  <a:gd name="T66" fmla="*/ 1538 w 535"/>
                  <a:gd name="T67" fmla="*/ 1436 h 447"/>
                  <a:gd name="T68" fmla="*/ 1952 w 535"/>
                  <a:gd name="T69" fmla="*/ 1600 h 447"/>
                  <a:gd name="T70" fmla="*/ 1956 w 535"/>
                  <a:gd name="T71" fmla="*/ 2045 h 447"/>
                  <a:gd name="T72" fmla="*/ 1991 w 535"/>
                  <a:gd name="T73" fmla="*/ 1816 h 44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35" h="447">
                    <a:moveTo>
                      <a:pt x="529" y="397"/>
                    </a:moveTo>
                    <a:cubicBezTo>
                      <a:pt x="524" y="378"/>
                      <a:pt x="523" y="369"/>
                      <a:pt x="525" y="351"/>
                    </a:cubicBezTo>
                    <a:cubicBezTo>
                      <a:pt x="527" y="338"/>
                      <a:pt x="527" y="338"/>
                      <a:pt x="527" y="338"/>
                    </a:cubicBezTo>
                    <a:cubicBezTo>
                      <a:pt x="529" y="327"/>
                      <a:pt x="532" y="315"/>
                      <a:pt x="529" y="307"/>
                    </a:cubicBezTo>
                    <a:cubicBezTo>
                      <a:pt x="524" y="292"/>
                      <a:pt x="516" y="283"/>
                      <a:pt x="504" y="278"/>
                    </a:cubicBezTo>
                    <a:cubicBezTo>
                      <a:pt x="477" y="268"/>
                      <a:pt x="439" y="290"/>
                      <a:pt x="414" y="304"/>
                    </a:cubicBezTo>
                    <a:cubicBezTo>
                      <a:pt x="414" y="304"/>
                      <a:pt x="410" y="307"/>
                      <a:pt x="405" y="309"/>
                    </a:cubicBezTo>
                    <a:cubicBezTo>
                      <a:pt x="405" y="310"/>
                      <a:pt x="402" y="309"/>
                      <a:pt x="402" y="308"/>
                    </a:cubicBezTo>
                    <a:cubicBezTo>
                      <a:pt x="402" y="308"/>
                      <a:pt x="402" y="307"/>
                      <a:pt x="402" y="306"/>
                    </a:cubicBezTo>
                    <a:cubicBezTo>
                      <a:pt x="407" y="291"/>
                      <a:pt x="456" y="275"/>
                      <a:pt x="475" y="272"/>
                    </a:cubicBezTo>
                    <a:cubicBezTo>
                      <a:pt x="518" y="264"/>
                      <a:pt x="533" y="254"/>
                      <a:pt x="533" y="208"/>
                    </a:cubicBezTo>
                    <a:cubicBezTo>
                      <a:pt x="533" y="204"/>
                      <a:pt x="533" y="201"/>
                      <a:pt x="533" y="198"/>
                    </a:cubicBezTo>
                    <a:cubicBezTo>
                      <a:pt x="531" y="172"/>
                      <a:pt x="521" y="152"/>
                      <a:pt x="509" y="134"/>
                    </a:cubicBezTo>
                    <a:cubicBezTo>
                      <a:pt x="492" y="111"/>
                      <a:pt x="470" y="92"/>
                      <a:pt x="445" y="77"/>
                    </a:cubicBezTo>
                    <a:cubicBezTo>
                      <a:pt x="431" y="69"/>
                      <a:pt x="410" y="62"/>
                      <a:pt x="392" y="67"/>
                    </a:cubicBezTo>
                    <a:cubicBezTo>
                      <a:pt x="377" y="71"/>
                      <a:pt x="371" y="89"/>
                      <a:pt x="365" y="106"/>
                    </a:cubicBezTo>
                    <a:cubicBezTo>
                      <a:pt x="362" y="114"/>
                      <a:pt x="360" y="122"/>
                      <a:pt x="356" y="126"/>
                    </a:cubicBezTo>
                    <a:cubicBezTo>
                      <a:pt x="350" y="133"/>
                      <a:pt x="346" y="135"/>
                      <a:pt x="345" y="136"/>
                    </a:cubicBezTo>
                    <a:cubicBezTo>
                      <a:pt x="345" y="135"/>
                      <a:pt x="344" y="135"/>
                      <a:pt x="344" y="134"/>
                    </a:cubicBezTo>
                    <a:cubicBezTo>
                      <a:pt x="344" y="132"/>
                      <a:pt x="345" y="128"/>
                      <a:pt x="347" y="123"/>
                    </a:cubicBezTo>
                    <a:cubicBezTo>
                      <a:pt x="350" y="116"/>
                      <a:pt x="355" y="108"/>
                      <a:pt x="361" y="100"/>
                    </a:cubicBezTo>
                    <a:cubicBezTo>
                      <a:pt x="370" y="86"/>
                      <a:pt x="381" y="71"/>
                      <a:pt x="381" y="55"/>
                    </a:cubicBezTo>
                    <a:cubicBezTo>
                      <a:pt x="381" y="53"/>
                      <a:pt x="380" y="50"/>
                      <a:pt x="380" y="47"/>
                    </a:cubicBezTo>
                    <a:cubicBezTo>
                      <a:pt x="377" y="35"/>
                      <a:pt x="368" y="25"/>
                      <a:pt x="351" y="17"/>
                    </a:cubicBezTo>
                    <a:cubicBezTo>
                      <a:pt x="320" y="0"/>
                      <a:pt x="286" y="27"/>
                      <a:pt x="255" y="51"/>
                    </a:cubicBezTo>
                    <a:cubicBezTo>
                      <a:pt x="246" y="59"/>
                      <a:pt x="237" y="66"/>
                      <a:pt x="229" y="71"/>
                    </a:cubicBezTo>
                    <a:cubicBezTo>
                      <a:pt x="226" y="73"/>
                      <a:pt x="220" y="76"/>
                      <a:pt x="215" y="78"/>
                    </a:cubicBezTo>
                    <a:cubicBezTo>
                      <a:pt x="205" y="82"/>
                      <a:pt x="195" y="87"/>
                      <a:pt x="189" y="93"/>
                    </a:cubicBezTo>
                    <a:cubicBezTo>
                      <a:pt x="178" y="105"/>
                      <a:pt x="179" y="112"/>
                      <a:pt x="181" y="120"/>
                    </a:cubicBezTo>
                    <a:cubicBezTo>
                      <a:pt x="182" y="123"/>
                      <a:pt x="182" y="126"/>
                      <a:pt x="183" y="130"/>
                    </a:cubicBezTo>
                    <a:cubicBezTo>
                      <a:pt x="184" y="157"/>
                      <a:pt x="184" y="166"/>
                      <a:pt x="170" y="190"/>
                    </a:cubicBezTo>
                    <a:cubicBezTo>
                      <a:pt x="156" y="214"/>
                      <a:pt x="154" y="218"/>
                      <a:pt x="160" y="236"/>
                    </a:cubicBezTo>
                    <a:cubicBezTo>
                      <a:pt x="162" y="242"/>
                      <a:pt x="162" y="242"/>
                      <a:pt x="162" y="242"/>
                    </a:cubicBezTo>
                    <a:cubicBezTo>
                      <a:pt x="174" y="276"/>
                      <a:pt x="179" y="305"/>
                      <a:pt x="174" y="310"/>
                    </a:cubicBezTo>
                    <a:cubicBezTo>
                      <a:pt x="173" y="311"/>
                      <a:pt x="174" y="311"/>
                      <a:pt x="172" y="311"/>
                    </a:cubicBezTo>
                    <a:cubicBezTo>
                      <a:pt x="169" y="309"/>
                      <a:pt x="170" y="299"/>
                      <a:pt x="170" y="293"/>
                    </a:cubicBezTo>
                    <a:cubicBezTo>
                      <a:pt x="170" y="289"/>
                      <a:pt x="170" y="285"/>
                      <a:pt x="170" y="281"/>
                    </a:cubicBezTo>
                    <a:cubicBezTo>
                      <a:pt x="168" y="267"/>
                      <a:pt x="163" y="259"/>
                      <a:pt x="157" y="252"/>
                    </a:cubicBezTo>
                    <a:cubicBezTo>
                      <a:pt x="151" y="242"/>
                      <a:pt x="151" y="242"/>
                      <a:pt x="151" y="242"/>
                    </a:cubicBezTo>
                    <a:cubicBezTo>
                      <a:pt x="141" y="223"/>
                      <a:pt x="145" y="214"/>
                      <a:pt x="152" y="200"/>
                    </a:cubicBezTo>
                    <a:cubicBezTo>
                      <a:pt x="156" y="191"/>
                      <a:pt x="161" y="181"/>
                      <a:pt x="163" y="168"/>
                    </a:cubicBezTo>
                    <a:cubicBezTo>
                      <a:pt x="163" y="167"/>
                      <a:pt x="163" y="167"/>
                      <a:pt x="163" y="167"/>
                    </a:cubicBezTo>
                    <a:cubicBezTo>
                      <a:pt x="167" y="149"/>
                      <a:pt x="171" y="124"/>
                      <a:pt x="154" y="116"/>
                    </a:cubicBezTo>
                    <a:cubicBezTo>
                      <a:pt x="134" y="107"/>
                      <a:pt x="90" y="129"/>
                      <a:pt x="88" y="130"/>
                    </a:cubicBezTo>
                    <a:cubicBezTo>
                      <a:pt x="73" y="138"/>
                      <a:pt x="58" y="149"/>
                      <a:pt x="45" y="160"/>
                    </a:cubicBezTo>
                    <a:cubicBezTo>
                      <a:pt x="29" y="172"/>
                      <a:pt x="12" y="186"/>
                      <a:pt x="3" y="184"/>
                    </a:cubicBezTo>
                    <a:cubicBezTo>
                      <a:pt x="2" y="183"/>
                      <a:pt x="1" y="183"/>
                      <a:pt x="1" y="183"/>
                    </a:cubicBezTo>
                    <a:cubicBezTo>
                      <a:pt x="1" y="189"/>
                      <a:pt x="1" y="189"/>
                      <a:pt x="1" y="189"/>
                    </a:cubicBezTo>
                    <a:cubicBezTo>
                      <a:pt x="2" y="190"/>
                      <a:pt x="0" y="189"/>
                      <a:pt x="1" y="190"/>
                    </a:cubicBezTo>
                    <a:cubicBezTo>
                      <a:pt x="20" y="195"/>
                      <a:pt x="56" y="154"/>
                      <a:pt x="91" y="136"/>
                    </a:cubicBezTo>
                    <a:cubicBezTo>
                      <a:pt x="108" y="127"/>
                      <a:pt x="139" y="115"/>
                      <a:pt x="152" y="122"/>
                    </a:cubicBezTo>
                    <a:cubicBezTo>
                      <a:pt x="165" y="128"/>
                      <a:pt x="160" y="151"/>
                      <a:pt x="157" y="167"/>
                    </a:cubicBezTo>
                    <a:cubicBezTo>
                      <a:pt x="151" y="202"/>
                      <a:pt x="128" y="212"/>
                      <a:pt x="146" y="245"/>
                    </a:cubicBezTo>
                    <a:cubicBezTo>
                      <a:pt x="153" y="258"/>
                      <a:pt x="161" y="264"/>
                      <a:pt x="164" y="282"/>
                    </a:cubicBezTo>
                    <a:cubicBezTo>
                      <a:pt x="165" y="292"/>
                      <a:pt x="160" y="312"/>
                      <a:pt x="170" y="316"/>
                    </a:cubicBezTo>
                    <a:cubicBezTo>
                      <a:pt x="201" y="329"/>
                      <a:pt x="170" y="246"/>
                      <a:pt x="166" y="237"/>
                    </a:cubicBezTo>
                    <a:cubicBezTo>
                      <a:pt x="159" y="215"/>
                      <a:pt x="162" y="218"/>
                      <a:pt x="178" y="193"/>
                    </a:cubicBezTo>
                    <a:cubicBezTo>
                      <a:pt x="192" y="168"/>
                      <a:pt x="190" y="158"/>
                      <a:pt x="189" y="130"/>
                    </a:cubicBezTo>
                    <a:cubicBezTo>
                      <a:pt x="188" y="114"/>
                      <a:pt x="180" y="112"/>
                      <a:pt x="194" y="97"/>
                    </a:cubicBezTo>
                    <a:cubicBezTo>
                      <a:pt x="202" y="89"/>
                      <a:pt x="222" y="83"/>
                      <a:pt x="232" y="76"/>
                    </a:cubicBezTo>
                    <a:cubicBezTo>
                      <a:pt x="265" y="55"/>
                      <a:pt x="311" y="2"/>
                      <a:pt x="348" y="22"/>
                    </a:cubicBezTo>
                    <a:cubicBezTo>
                      <a:pt x="406" y="53"/>
                      <a:pt x="353" y="90"/>
                      <a:pt x="341" y="121"/>
                    </a:cubicBezTo>
                    <a:cubicBezTo>
                      <a:pt x="332" y="145"/>
                      <a:pt x="346" y="149"/>
                      <a:pt x="361" y="129"/>
                    </a:cubicBezTo>
                    <a:cubicBezTo>
                      <a:pt x="371" y="116"/>
                      <a:pt x="375" y="77"/>
                      <a:pt x="394" y="72"/>
                    </a:cubicBezTo>
                    <a:cubicBezTo>
                      <a:pt x="434" y="61"/>
                      <a:pt x="524" y="135"/>
                      <a:pt x="527" y="198"/>
                    </a:cubicBezTo>
                    <a:cubicBezTo>
                      <a:pt x="529" y="249"/>
                      <a:pt x="516" y="258"/>
                      <a:pt x="474" y="266"/>
                    </a:cubicBezTo>
                    <a:cubicBezTo>
                      <a:pt x="459" y="269"/>
                      <a:pt x="390" y="288"/>
                      <a:pt x="397" y="311"/>
                    </a:cubicBezTo>
                    <a:cubicBezTo>
                      <a:pt x="397" y="314"/>
                      <a:pt x="403" y="317"/>
                      <a:pt x="409" y="314"/>
                    </a:cubicBezTo>
                    <a:cubicBezTo>
                      <a:pt x="441" y="296"/>
                      <a:pt x="504" y="254"/>
                      <a:pt x="523" y="309"/>
                    </a:cubicBezTo>
                    <a:cubicBezTo>
                      <a:pt x="527" y="319"/>
                      <a:pt x="520" y="339"/>
                      <a:pt x="519" y="350"/>
                    </a:cubicBezTo>
                    <a:cubicBezTo>
                      <a:pt x="517" y="369"/>
                      <a:pt x="519" y="379"/>
                      <a:pt x="523" y="398"/>
                    </a:cubicBezTo>
                    <a:cubicBezTo>
                      <a:pt x="528" y="417"/>
                      <a:pt x="529" y="430"/>
                      <a:pt x="520" y="447"/>
                    </a:cubicBezTo>
                    <a:cubicBezTo>
                      <a:pt x="527" y="447"/>
                      <a:pt x="527" y="447"/>
                      <a:pt x="527" y="447"/>
                    </a:cubicBezTo>
                    <a:cubicBezTo>
                      <a:pt x="535" y="430"/>
                      <a:pt x="534" y="416"/>
                      <a:pt x="529" y="397"/>
                    </a:cubicBezTo>
                    <a:close/>
                  </a:path>
                </a:pathLst>
              </a:custGeom>
              <a:solidFill>
                <a:srgbClr val="80BE78"/>
              </a:solidFill>
              <a:ln w="9525" cap="flat">
                <a:solidFill>
                  <a:srgbClr val="80BE7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74" name="Freeform 1625">
                <a:extLst>
                  <a:ext uri="{FF2B5EF4-FFF2-40B4-BE49-F238E27FC236}">
                    <a16:creationId xmlns:a16="http://schemas.microsoft.com/office/drawing/2014/main" id="{967F5321-CCF2-49FA-B596-2FEC13557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468"/>
                <a:ext cx="267" cy="259"/>
              </a:xfrm>
              <a:custGeom>
                <a:avLst/>
                <a:gdLst>
                  <a:gd name="T0" fmla="*/ 267 w 267"/>
                  <a:gd name="T1" fmla="*/ 259 h 259"/>
                  <a:gd name="T2" fmla="*/ 0 w 267"/>
                  <a:gd name="T3" fmla="*/ 0 h 259"/>
                  <a:gd name="T4" fmla="*/ 267 w 267"/>
                  <a:gd name="T5" fmla="*/ 259 h 2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7" h="259">
                    <a:moveTo>
                      <a:pt x="267" y="259"/>
                    </a:moveTo>
                    <a:lnTo>
                      <a:pt x="0" y="0"/>
                    </a:lnTo>
                    <a:lnTo>
                      <a:pt x="267" y="259"/>
                    </a:ln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75" name="Line 1626">
                <a:extLst>
                  <a:ext uri="{FF2B5EF4-FFF2-40B4-BE49-F238E27FC236}">
                    <a16:creationId xmlns:a16="http://schemas.microsoft.com/office/drawing/2014/main" id="{FEA7432A-13BF-424B-A2DE-574129116C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080" y="2468"/>
                <a:ext cx="267" cy="259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76" name="Freeform 1627">
                <a:extLst>
                  <a:ext uri="{FF2B5EF4-FFF2-40B4-BE49-F238E27FC236}">
                    <a16:creationId xmlns:a16="http://schemas.microsoft.com/office/drawing/2014/main" id="{E4AFF560-A9D0-45BE-BB76-90BD0995C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110"/>
                <a:ext cx="787" cy="1123"/>
              </a:xfrm>
              <a:custGeom>
                <a:avLst/>
                <a:gdLst>
                  <a:gd name="T0" fmla="*/ 1768 w 506"/>
                  <a:gd name="T1" fmla="*/ 22 h 677"/>
                  <a:gd name="T2" fmla="*/ 1493 w 506"/>
                  <a:gd name="T3" fmla="*/ 279 h 677"/>
                  <a:gd name="T4" fmla="*/ 1520 w 506"/>
                  <a:gd name="T5" fmla="*/ 451 h 677"/>
                  <a:gd name="T6" fmla="*/ 1532 w 506"/>
                  <a:gd name="T7" fmla="*/ 664 h 677"/>
                  <a:gd name="T8" fmla="*/ 1498 w 506"/>
                  <a:gd name="T9" fmla="*/ 677 h 677"/>
                  <a:gd name="T10" fmla="*/ 1493 w 506"/>
                  <a:gd name="T11" fmla="*/ 539 h 677"/>
                  <a:gd name="T12" fmla="*/ 1437 w 506"/>
                  <a:gd name="T13" fmla="*/ 375 h 677"/>
                  <a:gd name="T14" fmla="*/ 1381 w 506"/>
                  <a:gd name="T15" fmla="*/ 209 h 677"/>
                  <a:gd name="T16" fmla="*/ 1062 w 506"/>
                  <a:gd name="T17" fmla="*/ 262 h 677"/>
                  <a:gd name="T18" fmla="*/ 859 w 506"/>
                  <a:gd name="T19" fmla="*/ 443 h 677"/>
                  <a:gd name="T20" fmla="*/ 873 w 506"/>
                  <a:gd name="T21" fmla="*/ 547 h 677"/>
                  <a:gd name="T22" fmla="*/ 557 w 506"/>
                  <a:gd name="T23" fmla="*/ 722 h 677"/>
                  <a:gd name="T24" fmla="*/ 236 w 506"/>
                  <a:gd name="T25" fmla="*/ 1254 h 677"/>
                  <a:gd name="T26" fmla="*/ 440 w 506"/>
                  <a:gd name="T27" fmla="*/ 1365 h 677"/>
                  <a:gd name="T28" fmla="*/ 554 w 506"/>
                  <a:gd name="T29" fmla="*/ 1387 h 677"/>
                  <a:gd name="T30" fmla="*/ 418 w 506"/>
                  <a:gd name="T31" fmla="*/ 1392 h 677"/>
                  <a:gd name="T32" fmla="*/ 249 w 506"/>
                  <a:gd name="T33" fmla="*/ 1440 h 677"/>
                  <a:gd name="T34" fmla="*/ 62 w 506"/>
                  <a:gd name="T35" fmla="*/ 1455 h 677"/>
                  <a:gd name="T36" fmla="*/ 14 w 506"/>
                  <a:gd name="T37" fmla="*/ 1725 h 677"/>
                  <a:gd name="T38" fmla="*/ 68 w 506"/>
                  <a:gd name="T39" fmla="*/ 1976 h 677"/>
                  <a:gd name="T40" fmla="*/ 61 w 506"/>
                  <a:gd name="T41" fmla="*/ 2052 h 677"/>
                  <a:gd name="T42" fmla="*/ 0 w 506"/>
                  <a:gd name="T43" fmla="*/ 2301 h 677"/>
                  <a:gd name="T44" fmla="*/ 353 w 506"/>
                  <a:gd name="T45" fmla="*/ 2669 h 677"/>
                  <a:gd name="T46" fmla="*/ 583 w 506"/>
                  <a:gd name="T47" fmla="*/ 2652 h 677"/>
                  <a:gd name="T48" fmla="*/ 666 w 506"/>
                  <a:gd name="T49" fmla="*/ 2730 h 677"/>
                  <a:gd name="T50" fmla="*/ 557 w 506"/>
                  <a:gd name="T51" fmla="*/ 2689 h 677"/>
                  <a:gd name="T52" fmla="*/ 366 w 506"/>
                  <a:gd name="T53" fmla="*/ 2710 h 677"/>
                  <a:gd name="T54" fmla="*/ 226 w 506"/>
                  <a:gd name="T55" fmla="*/ 2778 h 677"/>
                  <a:gd name="T56" fmla="*/ 47 w 506"/>
                  <a:gd name="T57" fmla="*/ 3090 h 677"/>
                  <a:gd name="T58" fmla="*/ 114 w 506"/>
                  <a:gd name="T59" fmla="*/ 2840 h 677"/>
                  <a:gd name="T60" fmla="*/ 440 w 506"/>
                  <a:gd name="T61" fmla="*/ 2666 h 677"/>
                  <a:gd name="T62" fmla="*/ 737 w 506"/>
                  <a:gd name="T63" fmla="*/ 2749 h 677"/>
                  <a:gd name="T64" fmla="*/ 692 w 506"/>
                  <a:gd name="T65" fmla="*/ 2707 h 677"/>
                  <a:gd name="T66" fmla="*/ 90 w 506"/>
                  <a:gd name="T67" fmla="*/ 2694 h 677"/>
                  <a:gd name="T68" fmla="*/ 79 w 506"/>
                  <a:gd name="T69" fmla="*/ 2077 h 677"/>
                  <a:gd name="T70" fmla="*/ 435 w 506"/>
                  <a:gd name="T71" fmla="*/ 1931 h 677"/>
                  <a:gd name="T72" fmla="*/ 39 w 506"/>
                  <a:gd name="T73" fmla="*/ 1725 h 677"/>
                  <a:gd name="T74" fmla="*/ 243 w 506"/>
                  <a:gd name="T75" fmla="*/ 1463 h 677"/>
                  <a:gd name="T76" fmla="*/ 530 w 506"/>
                  <a:gd name="T77" fmla="*/ 1425 h 677"/>
                  <a:gd name="T78" fmla="*/ 435 w 506"/>
                  <a:gd name="T79" fmla="*/ 1337 h 677"/>
                  <a:gd name="T80" fmla="*/ 535 w 506"/>
                  <a:gd name="T81" fmla="*/ 790 h 677"/>
                  <a:gd name="T82" fmla="*/ 963 w 506"/>
                  <a:gd name="T83" fmla="*/ 740 h 677"/>
                  <a:gd name="T84" fmla="*/ 910 w 506"/>
                  <a:gd name="T85" fmla="*/ 561 h 677"/>
                  <a:gd name="T86" fmla="*/ 1369 w 506"/>
                  <a:gd name="T87" fmla="*/ 234 h 677"/>
                  <a:gd name="T88" fmla="*/ 1476 w 506"/>
                  <a:gd name="T89" fmla="*/ 547 h 677"/>
                  <a:gd name="T90" fmla="*/ 1423 w 506"/>
                  <a:gd name="T91" fmla="*/ 1010 h 677"/>
                  <a:gd name="T92" fmla="*/ 1504 w 506"/>
                  <a:gd name="T93" fmla="*/ 702 h 677"/>
                  <a:gd name="T94" fmla="*/ 1516 w 506"/>
                  <a:gd name="T95" fmla="*/ 325 h 677"/>
                  <a:gd name="T96" fmla="*/ 1904 w 506"/>
                  <a:gd name="T97" fmla="*/ 5 h 67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506" h="677">
                    <a:moveTo>
                      <a:pt x="504" y="2"/>
                    </a:moveTo>
                    <a:cubicBezTo>
                      <a:pt x="493" y="4"/>
                      <a:pt x="482" y="5"/>
                      <a:pt x="470" y="5"/>
                    </a:cubicBezTo>
                    <a:cubicBezTo>
                      <a:pt x="445" y="7"/>
                      <a:pt x="421" y="9"/>
                      <a:pt x="407" y="25"/>
                    </a:cubicBezTo>
                    <a:cubicBezTo>
                      <a:pt x="400" y="34"/>
                      <a:pt x="397" y="45"/>
                      <a:pt x="397" y="61"/>
                    </a:cubicBezTo>
                    <a:cubicBezTo>
                      <a:pt x="397" y="64"/>
                      <a:pt x="397" y="68"/>
                      <a:pt x="397" y="72"/>
                    </a:cubicBezTo>
                    <a:cubicBezTo>
                      <a:pt x="398" y="80"/>
                      <a:pt x="401" y="89"/>
                      <a:pt x="404" y="99"/>
                    </a:cubicBezTo>
                    <a:cubicBezTo>
                      <a:pt x="407" y="110"/>
                      <a:pt x="410" y="121"/>
                      <a:pt x="410" y="131"/>
                    </a:cubicBezTo>
                    <a:cubicBezTo>
                      <a:pt x="410" y="136"/>
                      <a:pt x="409" y="141"/>
                      <a:pt x="407" y="145"/>
                    </a:cubicBezTo>
                    <a:cubicBezTo>
                      <a:pt x="406" y="145"/>
                      <a:pt x="405" y="145"/>
                      <a:pt x="405" y="145"/>
                    </a:cubicBezTo>
                    <a:cubicBezTo>
                      <a:pt x="403" y="146"/>
                      <a:pt x="400" y="146"/>
                      <a:pt x="398" y="148"/>
                    </a:cubicBezTo>
                    <a:cubicBezTo>
                      <a:pt x="400" y="145"/>
                      <a:pt x="402" y="140"/>
                      <a:pt x="402" y="135"/>
                    </a:cubicBezTo>
                    <a:cubicBezTo>
                      <a:pt x="402" y="130"/>
                      <a:pt x="401" y="125"/>
                      <a:pt x="397" y="118"/>
                    </a:cubicBezTo>
                    <a:cubicBezTo>
                      <a:pt x="391" y="106"/>
                      <a:pt x="391" y="106"/>
                      <a:pt x="391" y="106"/>
                    </a:cubicBezTo>
                    <a:cubicBezTo>
                      <a:pt x="387" y="98"/>
                      <a:pt x="383" y="91"/>
                      <a:pt x="382" y="82"/>
                    </a:cubicBezTo>
                    <a:cubicBezTo>
                      <a:pt x="381" y="72"/>
                      <a:pt x="381" y="72"/>
                      <a:pt x="381" y="72"/>
                    </a:cubicBezTo>
                    <a:cubicBezTo>
                      <a:pt x="381" y="64"/>
                      <a:pt x="380" y="55"/>
                      <a:pt x="367" y="46"/>
                    </a:cubicBezTo>
                    <a:cubicBezTo>
                      <a:pt x="342" y="30"/>
                      <a:pt x="314" y="43"/>
                      <a:pt x="291" y="53"/>
                    </a:cubicBezTo>
                    <a:cubicBezTo>
                      <a:pt x="282" y="57"/>
                      <a:pt x="282" y="57"/>
                      <a:pt x="282" y="57"/>
                    </a:cubicBezTo>
                    <a:cubicBezTo>
                      <a:pt x="277" y="59"/>
                      <a:pt x="277" y="59"/>
                      <a:pt x="277" y="59"/>
                    </a:cubicBezTo>
                    <a:cubicBezTo>
                      <a:pt x="257" y="68"/>
                      <a:pt x="232" y="78"/>
                      <a:pt x="228" y="97"/>
                    </a:cubicBezTo>
                    <a:cubicBezTo>
                      <a:pt x="227" y="99"/>
                      <a:pt x="227" y="101"/>
                      <a:pt x="227" y="103"/>
                    </a:cubicBezTo>
                    <a:cubicBezTo>
                      <a:pt x="227" y="108"/>
                      <a:pt x="229" y="114"/>
                      <a:pt x="232" y="120"/>
                    </a:cubicBezTo>
                    <a:cubicBezTo>
                      <a:pt x="226" y="116"/>
                      <a:pt x="219" y="113"/>
                      <a:pt x="209" y="114"/>
                    </a:cubicBezTo>
                    <a:cubicBezTo>
                      <a:pt x="187" y="116"/>
                      <a:pt x="165" y="139"/>
                      <a:pt x="148" y="158"/>
                    </a:cubicBezTo>
                    <a:cubicBezTo>
                      <a:pt x="137" y="168"/>
                      <a:pt x="137" y="168"/>
                      <a:pt x="137" y="168"/>
                    </a:cubicBezTo>
                    <a:cubicBezTo>
                      <a:pt x="104" y="202"/>
                      <a:pt x="44" y="229"/>
                      <a:pt x="63" y="275"/>
                    </a:cubicBezTo>
                    <a:cubicBezTo>
                      <a:pt x="75" y="303"/>
                      <a:pt x="90" y="301"/>
                      <a:pt x="112" y="299"/>
                    </a:cubicBezTo>
                    <a:cubicBezTo>
                      <a:pt x="117" y="299"/>
                      <a:pt x="117" y="299"/>
                      <a:pt x="117" y="299"/>
                    </a:cubicBezTo>
                    <a:cubicBezTo>
                      <a:pt x="125" y="298"/>
                      <a:pt x="143" y="296"/>
                      <a:pt x="148" y="302"/>
                    </a:cubicBezTo>
                    <a:cubicBezTo>
                      <a:pt x="148" y="303"/>
                      <a:pt x="147" y="304"/>
                      <a:pt x="147" y="304"/>
                    </a:cubicBezTo>
                    <a:cubicBezTo>
                      <a:pt x="146" y="305"/>
                      <a:pt x="144" y="306"/>
                      <a:pt x="142" y="306"/>
                    </a:cubicBezTo>
                    <a:cubicBezTo>
                      <a:pt x="131" y="304"/>
                      <a:pt x="119" y="304"/>
                      <a:pt x="111" y="305"/>
                    </a:cubicBezTo>
                    <a:cubicBezTo>
                      <a:pt x="102" y="306"/>
                      <a:pt x="96" y="309"/>
                      <a:pt x="90" y="312"/>
                    </a:cubicBezTo>
                    <a:cubicBezTo>
                      <a:pt x="83" y="315"/>
                      <a:pt x="77" y="318"/>
                      <a:pt x="66" y="315"/>
                    </a:cubicBezTo>
                    <a:cubicBezTo>
                      <a:pt x="56" y="311"/>
                      <a:pt x="56" y="311"/>
                      <a:pt x="56" y="311"/>
                    </a:cubicBezTo>
                    <a:cubicBezTo>
                      <a:pt x="46" y="307"/>
                      <a:pt x="32" y="301"/>
                      <a:pt x="17" y="319"/>
                    </a:cubicBezTo>
                    <a:cubicBezTo>
                      <a:pt x="7" y="331"/>
                      <a:pt x="5" y="356"/>
                      <a:pt x="4" y="373"/>
                    </a:cubicBezTo>
                    <a:cubicBezTo>
                      <a:pt x="4" y="378"/>
                      <a:pt x="4" y="378"/>
                      <a:pt x="4" y="378"/>
                    </a:cubicBezTo>
                    <a:cubicBezTo>
                      <a:pt x="4" y="382"/>
                      <a:pt x="4" y="387"/>
                      <a:pt x="4" y="391"/>
                    </a:cubicBezTo>
                    <a:cubicBezTo>
                      <a:pt x="4" y="407"/>
                      <a:pt x="6" y="424"/>
                      <a:pt x="18" y="433"/>
                    </a:cubicBezTo>
                    <a:cubicBezTo>
                      <a:pt x="22" y="436"/>
                      <a:pt x="27" y="438"/>
                      <a:pt x="32" y="439"/>
                    </a:cubicBezTo>
                    <a:cubicBezTo>
                      <a:pt x="27" y="442"/>
                      <a:pt x="22" y="445"/>
                      <a:pt x="16" y="450"/>
                    </a:cubicBezTo>
                    <a:cubicBezTo>
                      <a:pt x="4" y="462"/>
                      <a:pt x="2" y="478"/>
                      <a:pt x="1" y="490"/>
                    </a:cubicBezTo>
                    <a:cubicBezTo>
                      <a:pt x="0" y="493"/>
                      <a:pt x="0" y="498"/>
                      <a:pt x="0" y="504"/>
                    </a:cubicBezTo>
                    <a:cubicBezTo>
                      <a:pt x="0" y="530"/>
                      <a:pt x="4" y="580"/>
                      <a:pt x="20" y="594"/>
                    </a:cubicBezTo>
                    <a:cubicBezTo>
                      <a:pt x="46" y="619"/>
                      <a:pt x="72" y="600"/>
                      <a:pt x="94" y="585"/>
                    </a:cubicBezTo>
                    <a:cubicBezTo>
                      <a:pt x="110" y="574"/>
                      <a:pt x="125" y="563"/>
                      <a:pt x="138" y="568"/>
                    </a:cubicBezTo>
                    <a:cubicBezTo>
                      <a:pt x="144" y="571"/>
                      <a:pt x="149" y="576"/>
                      <a:pt x="155" y="581"/>
                    </a:cubicBezTo>
                    <a:cubicBezTo>
                      <a:pt x="161" y="587"/>
                      <a:pt x="169" y="594"/>
                      <a:pt x="179" y="598"/>
                    </a:cubicBezTo>
                    <a:cubicBezTo>
                      <a:pt x="179" y="598"/>
                      <a:pt x="177" y="598"/>
                      <a:pt x="177" y="598"/>
                    </a:cubicBezTo>
                    <a:cubicBezTo>
                      <a:pt x="167" y="600"/>
                      <a:pt x="163" y="601"/>
                      <a:pt x="154" y="594"/>
                    </a:cubicBezTo>
                    <a:cubicBezTo>
                      <a:pt x="148" y="589"/>
                      <a:pt x="148" y="589"/>
                      <a:pt x="148" y="589"/>
                    </a:cubicBezTo>
                    <a:cubicBezTo>
                      <a:pt x="140" y="582"/>
                      <a:pt x="132" y="576"/>
                      <a:pt x="117" y="578"/>
                    </a:cubicBezTo>
                    <a:cubicBezTo>
                      <a:pt x="105" y="579"/>
                      <a:pt x="100" y="587"/>
                      <a:pt x="97" y="594"/>
                    </a:cubicBezTo>
                    <a:cubicBezTo>
                      <a:pt x="94" y="599"/>
                      <a:pt x="91" y="603"/>
                      <a:pt x="87" y="605"/>
                    </a:cubicBezTo>
                    <a:cubicBezTo>
                      <a:pt x="78" y="610"/>
                      <a:pt x="69" y="609"/>
                      <a:pt x="60" y="609"/>
                    </a:cubicBezTo>
                    <a:cubicBezTo>
                      <a:pt x="49" y="608"/>
                      <a:pt x="37" y="608"/>
                      <a:pt x="26" y="618"/>
                    </a:cubicBezTo>
                    <a:cubicBezTo>
                      <a:pt x="15" y="629"/>
                      <a:pt x="10" y="648"/>
                      <a:pt x="12" y="677"/>
                    </a:cubicBezTo>
                    <a:cubicBezTo>
                      <a:pt x="18" y="677"/>
                      <a:pt x="18" y="677"/>
                      <a:pt x="18" y="677"/>
                    </a:cubicBezTo>
                    <a:cubicBezTo>
                      <a:pt x="17" y="656"/>
                      <a:pt x="19" y="634"/>
                      <a:pt x="30" y="622"/>
                    </a:cubicBezTo>
                    <a:cubicBezTo>
                      <a:pt x="46" y="607"/>
                      <a:pt x="67" y="621"/>
                      <a:pt x="90" y="611"/>
                    </a:cubicBezTo>
                    <a:cubicBezTo>
                      <a:pt x="103" y="605"/>
                      <a:pt x="102" y="585"/>
                      <a:pt x="117" y="584"/>
                    </a:cubicBezTo>
                    <a:cubicBezTo>
                      <a:pt x="134" y="582"/>
                      <a:pt x="139" y="590"/>
                      <a:pt x="150" y="599"/>
                    </a:cubicBezTo>
                    <a:cubicBezTo>
                      <a:pt x="167" y="612"/>
                      <a:pt x="174" y="602"/>
                      <a:pt x="196" y="602"/>
                    </a:cubicBezTo>
                    <a:cubicBezTo>
                      <a:pt x="209" y="601"/>
                      <a:pt x="242" y="609"/>
                      <a:pt x="243" y="603"/>
                    </a:cubicBezTo>
                    <a:cubicBezTo>
                      <a:pt x="244" y="598"/>
                      <a:pt x="201" y="598"/>
                      <a:pt x="184" y="593"/>
                    </a:cubicBezTo>
                    <a:cubicBezTo>
                      <a:pt x="165" y="588"/>
                      <a:pt x="156" y="569"/>
                      <a:pt x="140" y="563"/>
                    </a:cubicBezTo>
                    <a:cubicBezTo>
                      <a:pt x="103" y="548"/>
                      <a:pt x="64" y="628"/>
                      <a:pt x="24" y="590"/>
                    </a:cubicBezTo>
                    <a:cubicBezTo>
                      <a:pt x="8" y="575"/>
                      <a:pt x="5" y="512"/>
                      <a:pt x="7" y="490"/>
                    </a:cubicBezTo>
                    <a:cubicBezTo>
                      <a:pt x="8" y="477"/>
                      <a:pt x="11" y="464"/>
                      <a:pt x="21" y="455"/>
                    </a:cubicBezTo>
                    <a:cubicBezTo>
                      <a:pt x="34" y="441"/>
                      <a:pt x="45" y="441"/>
                      <a:pt x="60" y="439"/>
                    </a:cubicBezTo>
                    <a:cubicBezTo>
                      <a:pt x="72" y="437"/>
                      <a:pt x="119" y="437"/>
                      <a:pt x="116" y="423"/>
                    </a:cubicBezTo>
                    <a:cubicBezTo>
                      <a:pt x="113" y="409"/>
                      <a:pt x="63" y="429"/>
                      <a:pt x="58" y="431"/>
                    </a:cubicBezTo>
                    <a:cubicBezTo>
                      <a:pt x="13" y="444"/>
                      <a:pt x="8" y="414"/>
                      <a:pt x="10" y="378"/>
                    </a:cubicBezTo>
                    <a:cubicBezTo>
                      <a:pt x="11" y="363"/>
                      <a:pt x="12" y="334"/>
                      <a:pt x="22" y="322"/>
                    </a:cubicBezTo>
                    <a:cubicBezTo>
                      <a:pt x="38" y="304"/>
                      <a:pt x="49" y="316"/>
                      <a:pt x="64" y="321"/>
                    </a:cubicBezTo>
                    <a:cubicBezTo>
                      <a:pt x="86" y="326"/>
                      <a:pt x="91" y="314"/>
                      <a:pt x="112" y="311"/>
                    </a:cubicBezTo>
                    <a:cubicBezTo>
                      <a:pt x="119" y="310"/>
                      <a:pt x="131" y="310"/>
                      <a:pt x="141" y="312"/>
                    </a:cubicBezTo>
                    <a:cubicBezTo>
                      <a:pt x="152" y="313"/>
                      <a:pt x="155" y="303"/>
                      <a:pt x="153" y="299"/>
                    </a:cubicBezTo>
                    <a:cubicBezTo>
                      <a:pt x="147" y="290"/>
                      <a:pt x="127" y="292"/>
                      <a:pt x="116" y="293"/>
                    </a:cubicBezTo>
                    <a:cubicBezTo>
                      <a:pt x="91" y="295"/>
                      <a:pt x="79" y="298"/>
                      <a:pt x="69" y="273"/>
                    </a:cubicBezTo>
                    <a:cubicBezTo>
                      <a:pt x="50" y="229"/>
                      <a:pt x="110" y="204"/>
                      <a:pt x="142" y="173"/>
                    </a:cubicBezTo>
                    <a:cubicBezTo>
                      <a:pt x="158" y="156"/>
                      <a:pt x="185" y="122"/>
                      <a:pt x="210" y="120"/>
                    </a:cubicBezTo>
                    <a:cubicBezTo>
                      <a:pt x="237" y="118"/>
                      <a:pt x="244" y="142"/>
                      <a:pt x="256" y="162"/>
                    </a:cubicBezTo>
                    <a:cubicBezTo>
                      <a:pt x="259" y="167"/>
                      <a:pt x="266" y="161"/>
                      <a:pt x="265" y="154"/>
                    </a:cubicBezTo>
                    <a:cubicBezTo>
                      <a:pt x="263" y="141"/>
                      <a:pt x="250" y="132"/>
                      <a:pt x="242" y="123"/>
                    </a:cubicBezTo>
                    <a:cubicBezTo>
                      <a:pt x="214" y="90"/>
                      <a:pt x="257" y="74"/>
                      <a:pt x="284" y="63"/>
                    </a:cubicBezTo>
                    <a:cubicBezTo>
                      <a:pt x="308" y="52"/>
                      <a:pt x="338" y="34"/>
                      <a:pt x="364" y="51"/>
                    </a:cubicBezTo>
                    <a:cubicBezTo>
                      <a:pt x="378" y="61"/>
                      <a:pt x="374" y="68"/>
                      <a:pt x="376" y="83"/>
                    </a:cubicBezTo>
                    <a:cubicBezTo>
                      <a:pt x="378" y="98"/>
                      <a:pt x="386" y="107"/>
                      <a:pt x="392" y="120"/>
                    </a:cubicBezTo>
                    <a:cubicBezTo>
                      <a:pt x="404" y="146"/>
                      <a:pt x="386" y="145"/>
                      <a:pt x="377" y="169"/>
                    </a:cubicBezTo>
                    <a:cubicBezTo>
                      <a:pt x="375" y="175"/>
                      <a:pt x="355" y="235"/>
                      <a:pt x="378" y="221"/>
                    </a:cubicBezTo>
                    <a:cubicBezTo>
                      <a:pt x="384" y="216"/>
                      <a:pt x="387" y="184"/>
                      <a:pt x="389" y="176"/>
                    </a:cubicBezTo>
                    <a:cubicBezTo>
                      <a:pt x="392" y="168"/>
                      <a:pt x="394" y="161"/>
                      <a:pt x="400" y="154"/>
                    </a:cubicBezTo>
                    <a:cubicBezTo>
                      <a:pt x="403" y="150"/>
                      <a:pt x="409" y="153"/>
                      <a:pt x="412" y="149"/>
                    </a:cubicBezTo>
                    <a:cubicBezTo>
                      <a:pt x="426" y="128"/>
                      <a:pt x="405" y="95"/>
                      <a:pt x="403" y="71"/>
                    </a:cubicBezTo>
                    <a:cubicBezTo>
                      <a:pt x="396" y="0"/>
                      <a:pt x="456" y="17"/>
                      <a:pt x="506" y="7"/>
                    </a:cubicBezTo>
                    <a:cubicBezTo>
                      <a:pt x="506" y="1"/>
                      <a:pt x="506" y="1"/>
                      <a:pt x="506" y="1"/>
                    </a:cubicBezTo>
                    <a:cubicBezTo>
                      <a:pt x="505" y="1"/>
                      <a:pt x="505" y="1"/>
                      <a:pt x="504" y="2"/>
                    </a:cubicBezTo>
                    <a:close/>
                  </a:path>
                </a:pathLst>
              </a:custGeom>
              <a:solidFill>
                <a:srgbClr val="80BE78"/>
              </a:solidFill>
              <a:ln w="9525" cap="flat">
                <a:solidFill>
                  <a:srgbClr val="80BE78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77" name="Freeform 1628">
                <a:extLst>
                  <a:ext uri="{FF2B5EF4-FFF2-40B4-BE49-F238E27FC236}">
                    <a16:creationId xmlns:a16="http://schemas.microsoft.com/office/drawing/2014/main" id="{0CF29447-61AB-401B-926F-5B4E3CAF7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554"/>
                <a:ext cx="267" cy="337"/>
              </a:xfrm>
              <a:custGeom>
                <a:avLst/>
                <a:gdLst>
                  <a:gd name="T0" fmla="*/ 562 w 172"/>
                  <a:gd name="T1" fmla="*/ 573 h 203"/>
                  <a:gd name="T2" fmla="*/ 397 w 172"/>
                  <a:gd name="T3" fmla="*/ 463 h 203"/>
                  <a:gd name="T4" fmla="*/ 296 w 172"/>
                  <a:gd name="T5" fmla="*/ 490 h 203"/>
                  <a:gd name="T6" fmla="*/ 265 w 172"/>
                  <a:gd name="T7" fmla="*/ 613 h 203"/>
                  <a:gd name="T8" fmla="*/ 265 w 172"/>
                  <a:gd name="T9" fmla="*/ 639 h 203"/>
                  <a:gd name="T10" fmla="*/ 256 w 172"/>
                  <a:gd name="T11" fmla="*/ 818 h 203"/>
                  <a:gd name="T12" fmla="*/ 250 w 172"/>
                  <a:gd name="T13" fmla="*/ 813 h 203"/>
                  <a:gd name="T14" fmla="*/ 231 w 172"/>
                  <a:gd name="T15" fmla="*/ 735 h 203"/>
                  <a:gd name="T16" fmla="*/ 250 w 172"/>
                  <a:gd name="T17" fmla="*/ 613 h 203"/>
                  <a:gd name="T18" fmla="*/ 272 w 172"/>
                  <a:gd name="T19" fmla="*/ 485 h 203"/>
                  <a:gd name="T20" fmla="*/ 272 w 172"/>
                  <a:gd name="T21" fmla="*/ 452 h 203"/>
                  <a:gd name="T22" fmla="*/ 8 w 172"/>
                  <a:gd name="T23" fmla="*/ 5 h 203"/>
                  <a:gd name="T24" fmla="*/ 0 w 172"/>
                  <a:gd name="T25" fmla="*/ 0 h 203"/>
                  <a:gd name="T26" fmla="*/ 0 w 172"/>
                  <a:gd name="T27" fmla="*/ 28 h 203"/>
                  <a:gd name="T28" fmla="*/ 250 w 172"/>
                  <a:gd name="T29" fmla="*/ 485 h 203"/>
                  <a:gd name="T30" fmla="*/ 231 w 172"/>
                  <a:gd name="T31" fmla="*/ 832 h 203"/>
                  <a:gd name="T32" fmla="*/ 289 w 172"/>
                  <a:gd name="T33" fmla="*/ 613 h 203"/>
                  <a:gd name="T34" fmla="*/ 397 w 172"/>
                  <a:gd name="T35" fmla="*/ 490 h 203"/>
                  <a:gd name="T36" fmla="*/ 643 w 172"/>
                  <a:gd name="T37" fmla="*/ 692 h 203"/>
                  <a:gd name="T38" fmla="*/ 643 w 172"/>
                  <a:gd name="T39" fmla="*/ 659 h 203"/>
                  <a:gd name="T40" fmla="*/ 562 w 172"/>
                  <a:gd name="T41" fmla="*/ 573 h 20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2" h="203">
                    <a:moveTo>
                      <a:pt x="150" y="125"/>
                    </a:moveTo>
                    <a:cubicBezTo>
                      <a:pt x="136" y="113"/>
                      <a:pt x="124" y="102"/>
                      <a:pt x="106" y="101"/>
                    </a:cubicBezTo>
                    <a:cubicBezTo>
                      <a:pt x="94" y="99"/>
                      <a:pt x="85" y="101"/>
                      <a:pt x="79" y="107"/>
                    </a:cubicBezTo>
                    <a:cubicBezTo>
                      <a:pt x="71" y="114"/>
                      <a:pt x="71" y="124"/>
                      <a:pt x="71" y="134"/>
                    </a:cubicBezTo>
                    <a:cubicBezTo>
                      <a:pt x="71" y="134"/>
                      <a:pt x="71" y="140"/>
                      <a:pt x="71" y="140"/>
                    </a:cubicBezTo>
                    <a:cubicBezTo>
                      <a:pt x="71" y="165"/>
                      <a:pt x="69" y="175"/>
                      <a:pt x="68" y="179"/>
                    </a:cubicBezTo>
                    <a:cubicBezTo>
                      <a:pt x="68" y="179"/>
                      <a:pt x="67" y="179"/>
                      <a:pt x="67" y="178"/>
                    </a:cubicBezTo>
                    <a:cubicBezTo>
                      <a:pt x="63" y="173"/>
                      <a:pt x="62" y="167"/>
                      <a:pt x="62" y="161"/>
                    </a:cubicBezTo>
                    <a:cubicBezTo>
                      <a:pt x="62" y="153"/>
                      <a:pt x="64" y="144"/>
                      <a:pt x="67" y="134"/>
                    </a:cubicBezTo>
                    <a:cubicBezTo>
                      <a:pt x="69" y="125"/>
                      <a:pt x="72" y="116"/>
                      <a:pt x="73" y="106"/>
                    </a:cubicBezTo>
                    <a:cubicBezTo>
                      <a:pt x="73" y="104"/>
                      <a:pt x="73" y="101"/>
                      <a:pt x="73" y="99"/>
                    </a:cubicBezTo>
                    <a:cubicBezTo>
                      <a:pt x="73" y="74"/>
                      <a:pt x="64" y="27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61" y="32"/>
                      <a:pt x="69" y="79"/>
                      <a:pt x="67" y="106"/>
                    </a:cubicBezTo>
                    <a:cubicBezTo>
                      <a:pt x="65" y="133"/>
                      <a:pt x="46" y="161"/>
                      <a:pt x="62" y="182"/>
                    </a:cubicBezTo>
                    <a:cubicBezTo>
                      <a:pt x="78" y="203"/>
                      <a:pt x="77" y="150"/>
                      <a:pt x="77" y="134"/>
                    </a:cubicBezTo>
                    <a:cubicBezTo>
                      <a:pt x="77" y="118"/>
                      <a:pt x="79" y="104"/>
                      <a:pt x="106" y="107"/>
                    </a:cubicBezTo>
                    <a:cubicBezTo>
                      <a:pt x="131" y="109"/>
                      <a:pt x="142" y="131"/>
                      <a:pt x="172" y="151"/>
                    </a:cubicBezTo>
                    <a:cubicBezTo>
                      <a:pt x="172" y="144"/>
                      <a:pt x="172" y="144"/>
                      <a:pt x="172" y="144"/>
                    </a:cubicBezTo>
                    <a:cubicBezTo>
                      <a:pt x="163" y="138"/>
                      <a:pt x="156" y="131"/>
                      <a:pt x="150" y="125"/>
                    </a:cubicBezTo>
                    <a:close/>
                  </a:path>
                </a:pathLst>
              </a:custGeom>
              <a:solidFill>
                <a:srgbClr val="56AE5A"/>
              </a:solidFill>
              <a:ln w="9525" cap="flat">
                <a:solidFill>
                  <a:srgbClr val="56AE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78" name="Freeform 1629">
                <a:extLst>
                  <a:ext uri="{FF2B5EF4-FFF2-40B4-BE49-F238E27FC236}">
                    <a16:creationId xmlns:a16="http://schemas.microsoft.com/office/drawing/2014/main" id="{B9C0EE69-FFB4-45F5-ADE7-AF6BAB5F3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685"/>
                <a:ext cx="267" cy="548"/>
              </a:xfrm>
              <a:custGeom>
                <a:avLst/>
                <a:gdLst>
                  <a:gd name="T0" fmla="*/ 643 w 172"/>
                  <a:gd name="T1" fmla="*/ 1511 h 330"/>
                  <a:gd name="T2" fmla="*/ 643 w 172"/>
                  <a:gd name="T3" fmla="*/ 734 h 330"/>
                  <a:gd name="T4" fmla="*/ 467 w 172"/>
                  <a:gd name="T5" fmla="*/ 568 h 330"/>
                  <a:gd name="T6" fmla="*/ 318 w 172"/>
                  <a:gd name="T7" fmla="*/ 805 h 330"/>
                  <a:gd name="T8" fmla="*/ 183 w 172"/>
                  <a:gd name="T9" fmla="*/ 747 h 330"/>
                  <a:gd name="T10" fmla="*/ 29 w 172"/>
                  <a:gd name="T11" fmla="*/ 581 h 330"/>
                  <a:gd name="T12" fmla="*/ 39 w 172"/>
                  <a:gd name="T13" fmla="*/ 221 h 330"/>
                  <a:gd name="T14" fmla="*/ 0 w 172"/>
                  <a:gd name="T15" fmla="*/ 20 h 330"/>
                  <a:gd name="T16" fmla="*/ 0 w 172"/>
                  <a:gd name="T17" fmla="*/ 797 h 330"/>
                  <a:gd name="T18" fmla="*/ 643 w 172"/>
                  <a:gd name="T19" fmla="*/ 1511 h 3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2" h="330">
                    <a:moveTo>
                      <a:pt x="172" y="330"/>
                    </a:moveTo>
                    <a:cubicBezTo>
                      <a:pt x="172" y="160"/>
                      <a:pt x="172" y="160"/>
                      <a:pt x="172" y="160"/>
                    </a:cubicBezTo>
                    <a:cubicBezTo>
                      <a:pt x="158" y="149"/>
                      <a:pt x="138" y="117"/>
                      <a:pt x="125" y="124"/>
                    </a:cubicBezTo>
                    <a:cubicBezTo>
                      <a:pt x="108" y="134"/>
                      <a:pt x="98" y="170"/>
                      <a:pt x="85" y="176"/>
                    </a:cubicBezTo>
                    <a:cubicBezTo>
                      <a:pt x="69" y="184"/>
                      <a:pt x="62" y="169"/>
                      <a:pt x="49" y="163"/>
                    </a:cubicBezTo>
                    <a:cubicBezTo>
                      <a:pt x="29" y="153"/>
                      <a:pt x="15" y="150"/>
                      <a:pt x="8" y="127"/>
                    </a:cubicBezTo>
                    <a:cubicBezTo>
                      <a:pt x="3" y="110"/>
                      <a:pt x="9" y="65"/>
                      <a:pt x="10" y="48"/>
                    </a:cubicBezTo>
                    <a:cubicBezTo>
                      <a:pt x="12" y="25"/>
                      <a:pt x="15" y="0"/>
                      <a:pt x="0" y="4"/>
                    </a:cubicBezTo>
                    <a:cubicBezTo>
                      <a:pt x="0" y="174"/>
                      <a:pt x="0" y="174"/>
                      <a:pt x="0" y="174"/>
                    </a:cubicBezTo>
                    <a:lnTo>
                      <a:pt x="172" y="330"/>
                    </a:lnTo>
                    <a:close/>
                  </a:path>
                </a:pathLst>
              </a:custGeom>
              <a:solidFill>
                <a:srgbClr val="F1E2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79" name="Freeform 1630">
                <a:extLst>
                  <a:ext uri="{FF2B5EF4-FFF2-40B4-BE49-F238E27FC236}">
                    <a16:creationId xmlns:a16="http://schemas.microsoft.com/office/drawing/2014/main" id="{008FD725-DF7A-4E22-832D-C1A748B0C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592"/>
                <a:ext cx="1780" cy="636"/>
              </a:xfrm>
              <a:custGeom>
                <a:avLst/>
                <a:gdLst>
                  <a:gd name="T0" fmla="*/ 645 w 1145"/>
                  <a:gd name="T1" fmla="*/ 1754 h 383"/>
                  <a:gd name="T2" fmla="*/ 4302 w 1145"/>
                  <a:gd name="T3" fmla="*/ 706 h 383"/>
                  <a:gd name="T4" fmla="*/ 3333 w 1145"/>
                  <a:gd name="T5" fmla="*/ 0 h 383"/>
                  <a:gd name="T6" fmla="*/ 0 w 1145"/>
                  <a:gd name="T7" fmla="*/ 1040 h 383"/>
                  <a:gd name="T8" fmla="*/ 645 w 1145"/>
                  <a:gd name="T9" fmla="*/ 1754 h 3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5" h="383">
                    <a:moveTo>
                      <a:pt x="172" y="383"/>
                    </a:moveTo>
                    <a:cubicBezTo>
                      <a:pt x="401" y="260"/>
                      <a:pt x="722" y="154"/>
                      <a:pt x="1145" y="154"/>
                    </a:cubicBezTo>
                    <a:cubicBezTo>
                      <a:pt x="1145" y="154"/>
                      <a:pt x="887" y="1"/>
                      <a:pt x="887" y="0"/>
                    </a:cubicBezTo>
                    <a:cubicBezTo>
                      <a:pt x="506" y="13"/>
                      <a:pt x="213" y="113"/>
                      <a:pt x="0" y="227"/>
                    </a:cubicBezTo>
                    <a:lnTo>
                      <a:pt x="172" y="383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80" name="Freeform 1631">
                <a:extLst>
                  <a:ext uri="{FF2B5EF4-FFF2-40B4-BE49-F238E27FC236}">
                    <a16:creationId xmlns:a16="http://schemas.microsoft.com/office/drawing/2014/main" id="{4C59AFDD-9B26-4BD5-89B9-7C526B574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969"/>
                <a:ext cx="267" cy="295"/>
              </a:xfrm>
              <a:custGeom>
                <a:avLst/>
                <a:gdLst>
                  <a:gd name="T0" fmla="*/ 267 w 267"/>
                  <a:gd name="T1" fmla="*/ 295 h 295"/>
                  <a:gd name="T2" fmla="*/ 0 w 267"/>
                  <a:gd name="T3" fmla="*/ 36 h 295"/>
                  <a:gd name="T4" fmla="*/ 0 w 267"/>
                  <a:gd name="T5" fmla="*/ 0 h 295"/>
                  <a:gd name="T6" fmla="*/ 267 w 267"/>
                  <a:gd name="T7" fmla="*/ 259 h 295"/>
                  <a:gd name="T8" fmla="*/ 267 w 267"/>
                  <a:gd name="T9" fmla="*/ 295 h 2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295">
                    <a:moveTo>
                      <a:pt x="267" y="295"/>
                    </a:moveTo>
                    <a:lnTo>
                      <a:pt x="0" y="36"/>
                    </a:lnTo>
                    <a:lnTo>
                      <a:pt x="0" y="0"/>
                    </a:lnTo>
                    <a:lnTo>
                      <a:pt x="267" y="259"/>
                    </a:lnTo>
                    <a:lnTo>
                      <a:pt x="267" y="295"/>
                    </a:lnTo>
                    <a:close/>
                  </a:path>
                </a:pathLst>
              </a:custGeom>
              <a:solidFill>
                <a:srgbClr val="FAD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81" name="Freeform 1632">
                <a:extLst>
                  <a:ext uri="{FF2B5EF4-FFF2-40B4-BE49-F238E27FC236}">
                    <a16:creationId xmlns:a16="http://schemas.microsoft.com/office/drawing/2014/main" id="{3D362B7F-FF2B-4BA5-BBF9-230F1D6C5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2097"/>
                <a:ext cx="267" cy="391"/>
              </a:xfrm>
              <a:custGeom>
                <a:avLst/>
                <a:gdLst>
                  <a:gd name="T0" fmla="*/ 267 w 267"/>
                  <a:gd name="T1" fmla="*/ 391 h 391"/>
                  <a:gd name="T2" fmla="*/ 0 w 267"/>
                  <a:gd name="T3" fmla="*/ 132 h 391"/>
                  <a:gd name="T4" fmla="*/ 0 w 267"/>
                  <a:gd name="T5" fmla="*/ 0 h 391"/>
                  <a:gd name="T6" fmla="*/ 267 w 267"/>
                  <a:gd name="T7" fmla="*/ 258 h 391"/>
                  <a:gd name="T8" fmla="*/ 267 w 267"/>
                  <a:gd name="T9" fmla="*/ 391 h 3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391">
                    <a:moveTo>
                      <a:pt x="267" y="391"/>
                    </a:moveTo>
                    <a:lnTo>
                      <a:pt x="0" y="132"/>
                    </a:lnTo>
                    <a:lnTo>
                      <a:pt x="0" y="0"/>
                    </a:lnTo>
                    <a:lnTo>
                      <a:pt x="267" y="258"/>
                    </a:lnTo>
                    <a:lnTo>
                      <a:pt x="267" y="391"/>
                    </a:lnTo>
                    <a:close/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82" name="Freeform 1633">
                <a:extLst>
                  <a:ext uri="{FF2B5EF4-FFF2-40B4-BE49-F238E27FC236}">
                    <a16:creationId xmlns:a16="http://schemas.microsoft.com/office/drawing/2014/main" id="{8CE75F3D-E4BC-4CD8-B353-F8FD75BD9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848"/>
                <a:ext cx="1513" cy="416"/>
              </a:xfrm>
              <a:custGeom>
                <a:avLst/>
                <a:gdLst>
                  <a:gd name="T0" fmla="*/ 0 w 973"/>
                  <a:gd name="T1" fmla="*/ 1044 h 251"/>
                  <a:gd name="T2" fmla="*/ 0 w 973"/>
                  <a:gd name="T3" fmla="*/ 1142 h 251"/>
                  <a:gd name="T4" fmla="*/ 3659 w 973"/>
                  <a:gd name="T5" fmla="*/ 99 h 251"/>
                  <a:gd name="T6" fmla="*/ 3659 w 973"/>
                  <a:gd name="T7" fmla="*/ 0 h 251"/>
                  <a:gd name="T8" fmla="*/ 0 w 973"/>
                  <a:gd name="T9" fmla="*/ 1044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3" h="251">
                    <a:moveTo>
                      <a:pt x="0" y="229"/>
                    </a:moveTo>
                    <a:cubicBezTo>
                      <a:pt x="0" y="251"/>
                      <a:pt x="0" y="251"/>
                      <a:pt x="0" y="251"/>
                    </a:cubicBezTo>
                    <a:cubicBezTo>
                      <a:pt x="229" y="128"/>
                      <a:pt x="550" y="22"/>
                      <a:pt x="973" y="22"/>
                    </a:cubicBezTo>
                    <a:cubicBezTo>
                      <a:pt x="973" y="0"/>
                      <a:pt x="973" y="0"/>
                      <a:pt x="973" y="0"/>
                    </a:cubicBezTo>
                    <a:cubicBezTo>
                      <a:pt x="550" y="0"/>
                      <a:pt x="229" y="106"/>
                      <a:pt x="0" y="229"/>
                    </a:cubicBezTo>
                    <a:close/>
                  </a:path>
                </a:pathLst>
              </a:custGeom>
              <a:solidFill>
                <a:srgbClr val="FCE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83" name="Freeform 1634">
                <a:extLst>
                  <a:ext uri="{FF2B5EF4-FFF2-40B4-BE49-F238E27FC236}">
                    <a16:creationId xmlns:a16="http://schemas.microsoft.com/office/drawing/2014/main" id="{9812AC3F-24DF-49ED-A530-B46D66D8F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2007"/>
                <a:ext cx="428" cy="348"/>
              </a:xfrm>
              <a:custGeom>
                <a:avLst/>
                <a:gdLst>
                  <a:gd name="T0" fmla="*/ 649 w 275"/>
                  <a:gd name="T1" fmla="*/ 956 h 210"/>
                  <a:gd name="T2" fmla="*/ 719 w 275"/>
                  <a:gd name="T3" fmla="*/ 906 h 210"/>
                  <a:gd name="T4" fmla="*/ 744 w 275"/>
                  <a:gd name="T5" fmla="*/ 887 h 210"/>
                  <a:gd name="T6" fmla="*/ 814 w 275"/>
                  <a:gd name="T7" fmla="*/ 837 h 210"/>
                  <a:gd name="T8" fmla="*/ 839 w 275"/>
                  <a:gd name="T9" fmla="*/ 824 h 210"/>
                  <a:gd name="T10" fmla="*/ 887 w 275"/>
                  <a:gd name="T11" fmla="*/ 789 h 210"/>
                  <a:gd name="T12" fmla="*/ 923 w 275"/>
                  <a:gd name="T13" fmla="*/ 764 h 210"/>
                  <a:gd name="T14" fmla="*/ 974 w 275"/>
                  <a:gd name="T15" fmla="*/ 727 h 210"/>
                  <a:gd name="T16" fmla="*/ 1029 w 275"/>
                  <a:gd name="T17" fmla="*/ 693 h 210"/>
                  <a:gd name="T18" fmla="*/ 1037 w 275"/>
                  <a:gd name="T19" fmla="*/ 686 h 210"/>
                  <a:gd name="T20" fmla="*/ 1007 w 275"/>
                  <a:gd name="T21" fmla="*/ 706 h 210"/>
                  <a:gd name="T22" fmla="*/ 1007 w 275"/>
                  <a:gd name="T23" fmla="*/ 706 h 210"/>
                  <a:gd name="T24" fmla="*/ 358 w 275"/>
                  <a:gd name="T25" fmla="*/ 0 h 210"/>
                  <a:gd name="T26" fmla="*/ 0 w 275"/>
                  <a:gd name="T27" fmla="*/ 244 h 210"/>
                  <a:gd name="T28" fmla="*/ 649 w 275"/>
                  <a:gd name="T29" fmla="*/ 956 h 2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5" h="210">
                    <a:moveTo>
                      <a:pt x="172" y="210"/>
                    </a:moveTo>
                    <a:cubicBezTo>
                      <a:pt x="178" y="206"/>
                      <a:pt x="185" y="202"/>
                      <a:pt x="191" y="199"/>
                    </a:cubicBezTo>
                    <a:cubicBezTo>
                      <a:pt x="193" y="197"/>
                      <a:pt x="195" y="196"/>
                      <a:pt x="197" y="195"/>
                    </a:cubicBezTo>
                    <a:cubicBezTo>
                      <a:pt x="203" y="191"/>
                      <a:pt x="209" y="188"/>
                      <a:pt x="216" y="184"/>
                    </a:cubicBezTo>
                    <a:cubicBezTo>
                      <a:pt x="218" y="183"/>
                      <a:pt x="220" y="182"/>
                      <a:pt x="222" y="181"/>
                    </a:cubicBezTo>
                    <a:cubicBezTo>
                      <a:pt x="226" y="178"/>
                      <a:pt x="231" y="175"/>
                      <a:pt x="235" y="173"/>
                    </a:cubicBezTo>
                    <a:cubicBezTo>
                      <a:pt x="238" y="171"/>
                      <a:pt x="241" y="169"/>
                      <a:pt x="245" y="168"/>
                    </a:cubicBezTo>
                    <a:cubicBezTo>
                      <a:pt x="249" y="165"/>
                      <a:pt x="254" y="163"/>
                      <a:pt x="258" y="160"/>
                    </a:cubicBezTo>
                    <a:cubicBezTo>
                      <a:pt x="263" y="157"/>
                      <a:pt x="268" y="155"/>
                      <a:pt x="273" y="152"/>
                    </a:cubicBezTo>
                    <a:cubicBezTo>
                      <a:pt x="274" y="152"/>
                      <a:pt x="274" y="152"/>
                      <a:pt x="275" y="151"/>
                    </a:cubicBezTo>
                    <a:cubicBezTo>
                      <a:pt x="272" y="153"/>
                      <a:pt x="269" y="154"/>
                      <a:pt x="267" y="155"/>
                    </a:cubicBezTo>
                    <a:cubicBezTo>
                      <a:pt x="267" y="155"/>
                      <a:pt x="267" y="155"/>
                      <a:pt x="267" y="155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61" y="18"/>
                      <a:pt x="30" y="36"/>
                      <a:pt x="0" y="54"/>
                    </a:cubicBezTo>
                    <a:cubicBezTo>
                      <a:pt x="172" y="210"/>
                      <a:pt x="172" y="210"/>
                      <a:pt x="172" y="210"/>
                    </a:cubicBezTo>
                    <a:close/>
                  </a:path>
                </a:pathLst>
              </a:custGeom>
              <a:solidFill>
                <a:srgbClr val="FFF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84" name="Freeform 1635">
                <a:extLst>
                  <a:ext uri="{FF2B5EF4-FFF2-40B4-BE49-F238E27FC236}">
                    <a16:creationId xmlns:a16="http://schemas.microsoft.com/office/drawing/2014/main" id="{C37AD0AB-E4DF-4BE4-AD73-29B815092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536"/>
                <a:ext cx="244" cy="181"/>
              </a:xfrm>
              <a:custGeom>
                <a:avLst/>
                <a:gdLst>
                  <a:gd name="T0" fmla="*/ 101 w 157"/>
                  <a:gd name="T1" fmla="*/ 0 h 109"/>
                  <a:gd name="T2" fmla="*/ 101 w 157"/>
                  <a:gd name="T3" fmla="*/ 0 h 109"/>
                  <a:gd name="T4" fmla="*/ 135 w 157"/>
                  <a:gd name="T5" fmla="*/ 91 h 109"/>
                  <a:gd name="T6" fmla="*/ 140 w 157"/>
                  <a:gd name="T7" fmla="*/ 126 h 109"/>
                  <a:gd name="T8" fmla="*/ 62 w 157"/>
                  <a:gd name="T9" fmla="*/ 334 h 109"/>
                  <a:gd name="T10" fmla="*/ 12 w 157"/>
                  <a:gd name="T11" fmla="*/ 438 h 109"/>
                  <a:gd name="T12" fmla="*/ 0 w 157"/>
                  <a:gd name="T13" fmla="*/ 492 h 109"/>
                  <a:gd name="T14" fmla="*/ 5 w 157"/>
                  <a:gd name="T15" fmla="*/ 500 h 109"/>
                  <a:gd name="T16" fmla="*/ 47 w 157"/>
                  <a:gd name="T17" fmla="*/ 452 h 109"/>
                  <a:gd name="T18" fmla="*/ 79 w 157"/>
                  <a:gd name="T19" fmla="*/ 362 h 109"/>
                  <a:gd name="T20" fmla="*/ 182 w 157"/>
                  <a:gd name="T21" fmla="*/ 183 h 109"/>
                  <a:gd name="T22" fmla="*/ 379 w 157"/>
                  <a:gd name="T23" fmla="*/ 229 h 109"/>
                  <a:gd name="T24" fmla="*/ 584 w 157"/>
                  <a:gd name="T25" fmla="*/ 438 h 109"/>
                  <a:gd name="T26" fmla="*/ 589 w 157"/>
                  <a:gd name="T27" fmla="*/ 438 h 109"/>
                  <a:gd name="T28" fmla="*/ 101 w 157"/>
                  <a:gd name="T29" fmla="*/ 0 h 1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7" h="109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32" y="5"/>
                      <a:pt x="34" y="14"/>
                      <a:pt x="36" y="20"/>
                    </a:cubicBezTo>
                    <a:cubicBezTo>
                      <a:pt x="36" y="23"/>
                      <a:pt x="37" y="26"/>
                      <a:pt x="37" y="28"/>
                    </a:cubicBezTo>
                    <a:cubicBezTo>
                      <a:pt x="37" y="44"/>
                      <a:pt x="26" y="59"/>
                      <a:pt x="17" y="73"/>
                    </a:cubicBezTo>
                    <a:cubicBezTo>
                      <a:pt x="11" y="81"/>
                      <a:pt x="6" y="89"/>
                      <a:pt x="3" y="96"/>
                    </a:cubicBezTo>
                    <a:cubicBezTo>
                      <a:pt x="1" y="101"/>
                      <a:pt x="0" y="105"/>
                      <a:pt x="0" y="107"/>
                    </a:cubicBezTo>
                    <a:cubicBezTo>
                      <a:pt x="0" y="108"/>
                      <a:pt x="1" y="108"/>
                      <a:pt x="1" y="109"/>
                    </a:cubicBezTo>
                    <a:cubicBezTo>
                      <a:pt x="2" y="108"/>
                      <a:pt x="6" y="106"/>
                      <a:pt x="12" y="99"/>
                    </a:cubicBezTo>
                    <a:cubicBezTo>
                      <a:pt x="16" y="95"/>
                      <a:pt x="18" y="87"/>
                      <a:pt x="21" y="79"/>
                    </a:cubicBezTo>
                    <a:cubicBezTo>
                      <a:pt x="27" y="62"/>
                      <a:pt x="33" y="44"/>
                      <a:pt x="48" y="40"/>
                    </a:cubicBezTo>
                    <a:cubicBezTo>
                      <a:pt x="66" y="35"/>
                      <a:pt x="87" y="42"/>
                      <a:pt x="101" y="50"/>
                    </a:cubicBezTo>
                    <a:cubicBezTo>
                      <a:pt x="121" y="62"/>
                      <a:pt x="140" y="78"/>
                      <a:pt x="156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25" y="48"/>
                      <a:pt x="54" y="11"/>
                      <a:pt x="27" y="0"/>
                    </a:cubicBezTo>
                    <a:close/>
                  </a:path>
                </a:pathLst>
              </a:custGeom>
              <a:solidFill>
                <a:srgbClr val="908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85" name="Freeform 1636">
                <a:extLst>
                  <a:ext uri="{FF2B5EF4-FFF2-40B4-BE49-F238E27FC236}">
                    <a16:creationId xmlns:a16="http://schemas.microsoft.com/office/drawing/2014/main" id="{80F300D6-C54A-4FDD-99EB-49764B617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219"/>
                <a:ext cx="459" cy="453"/>
              </a:xfrm>
              <a:custGeom>
                <a:avLst/>
                <a:gdLst>
                  <a:gd name="T0" fmla="*/ 801 w 295"/>
                  <a:gd name="T1" fmla="*/ 1191 h 273"/>
                  <a:gd name="T2" fmla="*/ 1058 w 295"/>
                  <a:gd name="T3" fmla="*/ 138 h 273"/>
                  <a:gd name="T4" fmla="*/ 1016 w 295"/>
                  <a:gd name="T5" fmla="*/ 22 h 273"/>
                  <a:gd name="T6" fmla="*/ 19 w 295"/>
                  <a:gd name="T7" fmla="*/ 448 h 273"/>
                  <a:gd name="T8" fmla="*/ 62 w 295"/>
                  <a:gd name="T9" fmla="*/ 490 h 273"/>
                  <a:gd name="T10" fmla="*/ 744 w 295"/>
                  <a:gd name="T11" fmla="*/ 1200 h 273"/>
                  <a:gd name="T12" fmla="*/ 801 w 295"/>
                  <a:gd name="T13" fmla="*/ 1191 h 2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5" h="273">
                    <a:moveTo>
                      <a:pt x="213" y="261"/>
                    </a:moveTo>
                    <a:cubicBezTo>
                      <a:pt x="222" y="186"/>
                      <a:pt x="252" y="81"/>
                      <a:pt x="281" y="30"/>
                    </a:cubicBezTo>
                    <a:cubicBezTo>
                      <a:pt x="295" y="0"/>
                      <a:pt x="287" y="0"/>
                      <a:pt x="270" y="5"/>
                    </a:cubicBezTo>
                    <a:cubicBezTo>
                      <a:pt x="177" y="27"/>
                      <a:pt x="90" y="56"/>
                      <a:pt x="5" y="98"/>
                    </a:cubicBezTo>
                    <a:cubicBezTo>
                      <a:pt x="0" y="101"/>
                      <a:pt x="3" y="104"/>
                      <a:pt x="17" y="107"/>
                    </a:cubicBezTo>
                    <a:cubicBezTo>
                      <a:pt x="87" y="120"/>
                      <a:pt x="158" y="180"/>
                      <a:pt x="197" y="263"/>
                    </a:cubicBezTo>
                    <a:cubicBezTo>
                      <a:pt x="199" y="270"/>
                      <a:pt x="211" y="273"/>
                      <a:pt x="213" y="261"/>
                    </a:cubicBezTo>
                    <a:close/>
                  </a:path>
                </a:pathLst>
              </a:custGeom>
              <a:solidFill>
                <a:srgbClr val="007E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86" name="Freeform 1637">
                <a:extLst>
                  <a:ext uri="{FF2B5EF4-FFF2-40B4-BE49-F238E27FC236}">
                    <a16:creationId xmlns:a16="http://schemas.microsoft.com/office/drawing/2014/main" id="{8FDADD02-B380-4699-B841-578034F64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42"/>
                <a:ext cx="109" cy="229"/>
              </a:xfrm>
              <a:custGeom>
                <a:avLst/>
                <a:gdLst>
                  <a:gd name="T0" fmla="*/ 209 w 70"/>
                  <a:gd name="T1" fmla="*/ 0 h 138"/>
                  <a:gd name="T2" fmla="*/ 192 w 70"/>
                  <a:gd name="T3" fmla="*/ 154 h 138"/>
                  <a:gd name="T4" fmla="*/ 162 w 70"/>
                  <a:gd name="T5" fmla="*/ 247 h 138"/>
                  <a:gd name="T6" fmla="*/ 210 w 70"/>
                  <a:gd name="T7" fmla="*/ 304 h 138"/>
                  <a:gd name="T8" fmla="*/ 223 w 70"/>
                  <a:gd name="T9" fmla="*/ 402 h 138"/>
                  <a:gd name="T10" fmla="*/ 257 w 70"/>
                  <a:gd name="T11" fmla="*/ 539 h 138"/>
                  <a:gd name="T12" fmla="*/ 204 w 70"/>
                  <a:gd name="T13" fmla="*/ 631 h 138"/>
                  <a:gd name="T14" fmla="*/ 140 w 70"/>
                  <a:gd name="T15" fmla="*/ 548 h 138"/>
                  <a:gd name="T16" fmla="*/ 56 w 70"/>
                  <a:gd name="T17" fmla="*/ 334 h 138"/>
                  <a:gd name="T18" fmla="*/ 73 w 70"/>
                  <a:gd name="T19" fmla="*/ 68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138">
                    <a:moveTo>
                      <a:pt x="55" y="0"/>
                    </a:moveTo>
                    <a:cubicBezTo>
                      <a:pt x="41" y="6"/>
                      <a:pt x="50" y="23"/>
                      <a:pt x="51" y="34"/>
                    </a:cubicBezTo>
                    <a:cubicBezTo>
                      <a:pt x="51" y="44"/>
                      <a:pt x="47" y="46"/>
                      <a:pt x="43" y="54"/>
                    </a:cubicBezTo>
                    <a:cubicBezTo>
                      <a:pt x="47" y="59"/>
                      <a:pt x="54" y="59"/>
                      <a:pt x="56" y="66"/>
                    </a:cubicBezTo>
                    <a:cubicBezTo>
                      <a:pt x="59" y="72"/>
                      <a:pt x="56" y="81"/>
                      <a:pt x="59" y="88"/>
                    </a:cubicBezTo>
                    <a:cubicBezTo>
                      <a:pt x="62" y="98"/>
                      <a:pt x="70" y="104"/>
                      <a:pt x="68" y="118"/>
                    </a:cubicBezTo>
                    <a:cubicBezTo>
                      <a:pt x="66" y="128"/>
                      <a:pt x="62" y="132"/>
                      <a:pt x="54" y="138"/>
                    </a:cubicBezTo>
                    <a:cubicBezTo>
                      <a:pt x="50" y="129"/>
                      <a:pt x="44" y="126"/>
                      <a:pt x="37" y="120"/>
                    </a:cubicBezTo>
                    <a:cubicBezTo>
                      <a:pt x="25" y="108"/>
                      <a:pt x="23" y="88"/>
                      <a:pt x="15" y="73"/>
                    </a:cubicBezTo>
                    <a:cubicBezTo>
                      <a:pt x="4" y="53"/>
                      <a:pt x="0" y="32"/>
                      <a:pt x="19" y="15"/>
                    </a:cubicBezTo>
                  </a:path>
                </a:pathLst>
              </a:custGeom>
              <a:solidFill>
                <a:srgbClr val="006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87" name="Freeform 1638">
                <a:extLst>
                  <a:ext uri="{FF2B5EF4-FFF2-40B4-BE49-F238E27FC236}">
                    <a16:creationId xmlns:a16="http://schemas.microsoft.com/office/drawing/2014/main" id="{5014CAE7-30D0-4705-A7D1-B1052500A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219"/>
                <a:ext cx="459" cy="447"/>
              </a:xfrm>
              <a:custGeom>
                <a:avLst/>
                <a:gdLst>
                  <a:gd name="T0" fmla="*/ 1016 w 295"/>
                  <a:gd name="T1" fmla="*/ 22 h 269"/>
                  <a:gd name="T2" fmla="*/ 19 w 295"/>
                  <a:gd name="T3" fmla="*/ 450 h 269"/>
                  <a:gd name="T4" fmla="*/ 62 w 295"/>
                  <a:gd name="T5" fmla="*/ 492 h 269"/>
                  <a:gd name="T6" fmla="*/ 744 w 295"/>
                  <a:gd name="T7" fmla="*/ 1206 h 269"/>
                  <a:gd name="T8" fmla="*/ 776 w 295"/>
                  <a:gd name="T9" fmla="*/ 1235 h 269"/>
                  <a:gd name="T10" fmla="*/ 776 w 295"/>
                  <a:gd name="T11" fmla="*/ 1226 h 269"/>
                  <a:gd name="T12" fmla="*/ 591 w 295"/>
                  <a:gd name="T13" fmla="*/ 671 h 269"/>
                  <a:gd name="T14" fmla="*/ 624 w 295"/>
                  <a:gd name="T15" fmla="*/ 395 h 269"/>
                  <a:gd name="T16" fmla="*/ 1032 w 295"/>
                  <a:gd name="T17" fmla="*/ 193 h 269"/>
                  <a:gd name="T18" fmla="*/ 1032 w 295"/>
                  <a:gd name="T19" fmla="*/ 193 h 269"/>
                  <a:gd name="T20" fmla="*/ 1058 w 295"/>
                  <a:gd name="T21" fmla="*/ 138 h 269"/>
                  <a:gd name="T22" fmla="*/ 1016 w 295"/>
                  <a:gd name="T23" fmla="*/ 22 h 2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5" h="269">
                    <a:moveTo>
                      <a:pt x="270" y="5"/>
                    </a:moveTo>
                    <a:cubicBezTo>
                      <a:pt x="177" y="27"/>
                      <a:pt x="90" y="56"/>
                      <a:pt x="5" y="98"/>
                    </a:cubicBezTo>
                    <a:cubicBezTo>
                      <a:pt x="0" y="101"/>
                      <a:pt x="3" y="104"/>
                      <a:pt x="17" y="107"/>
                    </a:cubicBezTo>
                    <a:cubicBezTo>
                      <a:pt x="87" y="120"/>
                      <a:pt x="158" y="180"/>
                      <a:pt x="197" y="263"/>
                    </a:cubicBezTo>
                    <a:cubicBezTo>
                      <a:pt x="198" y="267"/>
                      <a:pt x="202" y="269"/>
                      <a:pt x="206" y="269"/>
                    </a:cubicBezTo>
                    <a:cubicBezTo>
                      <a:pt x="206" y="268"/>
                      <a:pt x="206" y="268"/>
                      <a:pt x="206" y="267"/>
                    </a:cubicBezTo>
                    <a:cubicBezTo>
                      <a:pt x="207" y="230"/>
                      <a:pt x="171" y="182"/>
                      <a:pt x="157" y="146"/>
                    </a:cubicBezTo>
                    <a:cubicBezTo>
                      <a:pt x="142" y="109"/>
                      <a:pt x="133" y="104"/>
                      <a:pt x="166" y="86"/>
                    </a:cubicBezTo>
                    <a:cubicBezTo>
                      <a:pt x="199" y="69"/>
                      <a:pt x="251" y="50"/>
                      <a:pt x="274" y="42"/>
                    </a:cubicBezTo>
                    <a:cubicBezTo>
                      <a:pt x="274" y="42"/>
                      <a:pt x="274" y="42"/>
                      <a:pt x="274" y="42"/>
                    </a:cubicBezTo>
                    <a:cubicBezTo>
                      <a:pt x="276" y="38"/>
                      <a:pt x="278" y="33"/>
                      <a:pt x="281" y="30"/>
                    </a:cubicBezTo>
                    <a:cubicBezTo>
                      <a:pt x="295" y="0"/>
                      <a:pt x="287" y="0"/>
                      <a:pt x="270" y="5"/>
                    </a:cubicBezTo>
                    <a:close/>
                  </a:path>
                </a:pathLst>
              </a:custGeom>
              <a:solidFill>
                <a:srgbClr val="006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88" name="Freeform 1639">
                <a:extLst>
                  <a:ext uri="{FF2B5EF4-FFF2-40B4-BE49-F238E27FC236}">
                    <a16:creationId xmlns:a16="http://schemas.microsoft.com/office/drawing/2014/main" id="{A8F28EE7-F13E-45C6-A33F-BB9470ECD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219"/>
                <a:ext cx="459" cy="453"/>
              </a:xfrm>
              <a:custGeom>
                <a:avLst/>
                <a:gdLst>
                  <a:gd name="T0" fmla="*/ 801 w 295"/>
                  <a:gd name="T1" fmla="*/ 1191 h 273"/>
                  <a:gd name="T2" fmla="*/ 1058 w 295"/>
                  <a:gd name="T3" fmla="*/ 138 h 273"/>
                  <a:gd name="T4" fmla="*/ 1016 w 295"/>
                  <a:gd name="T5" fmla="*/ 22 h 273"/>
                  <a:gd name="T6" fmla="*/ 19 w 295"/>
                  <a:gd name="T7" fmla="*/ 448 h 273"/>
                  <a:gd name="T8" fmla="*/ 62 w 295"/>
                  <a:gd name="T9" fmla="*/ 490 h 273"/>
                  <a:gd name="T10" fmla="*/ 744 w 295"/>
                  <a:gd name="T11" fmla="*/ 1200 h 273"/>
                  <a:gd name="T12" fmla="*/ 801 w 295"/>
                  <a:gd name="T13" fmla="*/ 1191 h 2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5" h="273">
                    <a:moveTo>
                      <a:pt x="213" y="261"/>
                    </a:moveTo>
                    <a:cubicBezTo>
                      <a:pt x="222" y="186"/>
                      <a:pt x="252" y="81"/>
                      <a:pt x="281" y="30"/>
                    </a:cubicBezTo>
                    <a:cubicBezTo>
                      <a:pt x="295" y="0"/>
                      <a:pt x="287" y="0"/>
                      <a:pt x="270" y="5"/>
                    </a:cubicBezTo>
                    <a:cubicBezTo>
                      <a:pt x="177" y="27"/>
                      <a:pt x="90" y="56"/>
                      <a:pt x="5" y="98"/>
                    </a:cubicBezTo>
                    <a:cubicBezTo>
                      <a:pt x="0" y="101"/>
                      <a:pt x="3" y="104"/>
                      <a:pt x="17" y="107"/>
                    </a:cubicBezTo>
                    <a:cubicBezTo>
                      <a:pt x="87" y="120"/>
                      <a:pt x="158" y="180"/>
                      <a:pt x="197" y="263"/>
                    </a:cubicBezTo>
                    <a:cubicBezTo>
                      <a:pt x="199" y="270"/>
                      <a:pt x="211" y="273"/>
                      <a:pt x="213" y="26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89" name="Freeform 1640">
                <a:extLst>
                  <a:ext uri="{FF2B5EF4-FFF2-40B4-BE49-F238E27FC236}">
                    <a16:creationId xmlns:a16="http://schemas.microsoft.com/office/drawing/2014/main" id="{7AE3443F-45C8-41EE-A149-0F192A0EE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884"/>
                <a:ext cx="1661" cy="604"/>
              </a:xfrm>
              <a:custGeom>
                <a:avLst/>
                <a:gdLst>
                  <a:gd name="T0" fmla="*/ 4017 w 1068"/>
                  <a:gd name="T1" fmla="*/ 0 h 364"/>
                  <a:gd name="T2" fmla="*/ 358 w 1068"/>
                  <a:gd name="T3" fmla="*/ 1047 h 364"/>
                  <a:gd name="T4" fmla="*/ 387 w 1068"/>
                  <a:gd name="T5" fmla="*/ 1027 h 364"/>
                  <a:gd name="T6" fmla="*/ 379 w 1068"/>
                  <a:gd name="T7" fmla="*/ 1032 h 364"/>
                  <a:gd name="T8" fmla="*/ 323 w 1068"/>
                  <a:gd name="T9" fmla="*/ 1069 h 364"/>
                  <a:gd name="T10" fmla="*/ 275 w 1068"/>
                  <a:gd name="T11" fmla="*/ 1107 h 364"/>
                  <a:gd name="T12" fmla="*/ 236 w 1068"/>
                  <a:gd name="T13" fmla="*/ 1128 h 364"/>
                  <a:gd name="T14" fmla="*/ 188 w 1068"/>
                  <a:gd name="T15" fmla="*/ 1165 h 364"/>
                  <a:gd name="T16" fmla="*/ 165 w 1068"/>
                  <a:gd name="T17" fmla="*/ 1178 h 364"/>
                  <a:gd name="T18" fmla="*/ 95 w 1068"/>
                  <a:gd name="T19" fmla="*/ 1228 h 364"/>
                  <a:gd name="T20" fmla="*/ 73 w 1068"/>
                  <a:gd name="T21" fmla="*/ 1248 h 364"/>
                  <a:gd name="T22" fmla="*/ 0 w 1068"/>
                  <a:gd name="T23" fmla="*/ 1298 h 364"/>
                  <a:gd name="T24" fmla="*/ 0 w 1068"/>
                  <a:gd name="T25" fmla="*/ 1298 h 364"/>
                  <a:gd name="T26" fmla="*/ 0 w 1068"/>
                  <a:gd name="T27" fmla="*/ 1298 h 364"/>
                  <a:gd name="T28" fmla="*/ 0 w 1068"/>
                  <a:gd name="T29" fmla="*/ 1663 h 364"/>
                  <a:gd name="T30" fmla="*/ 0 w 1068"/>
                  <a:gd name="T31" fmla="*/ 1663 h 364"/>
                  <a:gd name="T32" fmla="*/ 4017 w 1068"/>
                  <a:gd name="T33" fmla="*/ 367 h 364"/>
                  <a:gd name="T34" fmla="*/ 4017 w 1068"/>
                  <a:gd name="T35" fmla="*/ 0 h 3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68" h="364">
                    <a:moveTo>
                      <a:pt x="1068" y="0"/>
                    </a:moveTo>
                    <a:cubicBezTo>
                      <a:pt x="645" y="0"/>
                      <a:pt x="324" y="106"/>
                      <a:pt x="95" y="229"/>
                    </a:cubicBezTo>
                    <a:cubicBezTo>
                      <a:pt x="97" y="228"/>
                      <a:pt x="100" y="227"/>
                      <a:pt x="103" y="225"/>
                    </a:cubicBezTo>
                    <a:cubicBezTo>
                      <a:pt x="102" y="226"/>
                      <a:pt x="102" y="226"/>
                      <a:pt x="101" y="226"/>
                    </a:cubicBezTo>
                    <a:cubicBezTo>
                      <a:pt x="96" y="229"/>
                      <a:pt x="91" y="231"/>
                      <a:pt x="86" y="234"/>
                    </a:cubicBezTo>
                    <a:cubicBezTo>
                      <a:pt x="82" y="237"/>
                      <a:pt x="77" y="239"/>
                      <a:pt x="73" y="242"/>
                    </a:cubicBezTo>
                    <a:cubicBezTo>
                      <a:pt x="69" y="243"/>
                      <a:pt x="66" y="245"/>
                      <a:pt x="63" y="247"/>
                    </a:cubicBezTo>
                    <a:cubicBezTo>
                      <a:pt x="59" y="249"/>
                      <a:pt x="54" y="252"/>
                      <a:pt x="50" y="255"/>
                    </a:cubicBezTo>
                    <a:cubicBezTo>
                      <a:pt x="48" y="256"/>
                      <a:pt x="46" y="257"/>
                      <a:pt x="44" y="258"/>
                    </a:cubicBezTo>
                    <a:cubicBezTo>
                      <a:pt x="37" y="262"/>
                      <a:pt x="31" y="265"/>
                      <a:pt x="25" y="269"/>
                    </a:cubicBezTo>
                    <a:cubicBezTo>
                      <a:pt x="23" y="270"/>
                      <a:pt x="21" y="271"/>
                      <a:pt x="19" y="273"/>
                    </a:cubicBezTo>
                    <a:cubicBezTo>
                      <a:pt x="13" y="276"/>
                      <a:pt x="6" y="280"/>
                      <a:pt x="0" y="284"/>
                    </a:cubicBezTo>
                    <a:cubicBezTo>
                      <a:pt x="0" y="284"/>
                      <a:pt x="0" y="284"/>
                      <a:pt x="0" y="284"/>
                    </a:cubicBezTo>
                    <a:cubicBezTo>
                      <a:pt x="0" y="284"/>
                      <a:pt x="0" y="284"/>
                      <a:pt x="0" y="284"/>
                    </a:cubicBezTo>
                    <a:cubicBezTo>
                      <a:pt x="0" y="364"/>
                      <a:pt x="0" y="364"/>
                      <a:pt x="0" y="364"/>
                    </a:cubicBezTo>
                    <a:cubicBezTo>
                      <a:pt x="0" y="364"/>
                      <a:pt x="0" y="364"/>
                      <a:pt x="0" y="364"/>
                    </a:cubicBezTo>
                    <a:cubicBezTo>
                      <a:pt x="232" y="219"/>
                      <a:pt x="583" y="80"/>
                      <a:pt x="1068" y="80"/>
                    </a:cubicBezTo>
                    <a:lnTo>
                      <a:pt x="1068" y="0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90" name="Freeform 1641">
                <a:extLst>
                  <a:ext uri="{FF2B5EF4-FFF2-40B4-BE49-F238E27FC236}">
                    <a16:creationId xmlns:a16="http://schemas.microsoft.com/office/drawing/2014/main" id="{8C5F8039-D87D-424F-B149-A0F9496A0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168"/>
                <a:ext cx="193" cy="143"/>
              </a:xfrm>
              <a:custGeom>
                <a:avLst/>
                <a:gdLst>
                  <a:gd name="T0" fmla="*/ 14 w 124"/>
                  <a:gd name="T1" fmla="*/ 389 h 86"/>
                  <a:gd name="T2" fmla="*/ 26 w 124"/>
                  <a:gd name="T3" fmla="*/ 201 h 86"/>
                  <a:gd name="T4" fmla="*/ 95 w 124"/>
                  <a:gd name="T5" fmla="*/ 96 h 86"/>
                  <a:gd name="T6" fmla="*/ 419 w 124"/>
                  <a:gd name="T7" fmla="*/ 5 h 86"/>
                  <a:gd name="T8" fmla="*/ 196 w 124"/>
                  <a:gd name="T9" fmla="*/ 229 h 86"/>
                  <a:gd name="T10" fmla="*/ 14 w 124"/>
                  <a:gd name="T11" fmla="*/ 389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86">
                    <a:moveTo>
                      <a:pt x="4" y="85"/>
                    </a:moveTo>
                    <a:cubicBezTo>
                      <a:pt x="0" y="86"/>
                      <a:pt x="1" y="59"/>
                      <a:pt x="7" y="44"/>
                    </a:cubicBezTo>
                    <a:cubicBezTo>
                      <a:pt x="8" y="41"/>
                      <a:pt x="10" y="28"/>
                      <a:pt x="25" y="21"/>
                    </a:cubicBezTo>
                    <a:cubicBezTo>
                      <a:pt x="53" y="7"/>
                      <a:pt x="97" y="0"/>
                      <a:pt x="111" y="1"/>
                    </a:cubicBezTo>
                    <a:cubicBezTo>
                      <a:pt x="124" y="2"/>
                      <a:pt x="83" y="22"/>
                      <a:pt x="52" y="50"/>
                    </a:cubicBezTo>
                    <a:cubicBezTo>
                      <a:pt x="47" y="53"/>
                      <a:pt x="17" y="78"/>
                      <a:pt x="4" y="85"/>
                    </a:cubicBezTo>
                    <a:close/>
                  </a:path>
                </a:pathLst>
              </a:custGeom>
              <a:solidFill>
                <a:srgbClr val="007E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91" name="Freeform 1642">
                <a:extLst>
                  <a:ext uri="{FF2B5EF4-FFF2-40B4-BE49-F238E27FC236}">
                    <a16:creationId xmlns:a16="http://schemas.microsoft.com/office/drawing/2014/main" id="{84C40615-F1EB-4644-87DD-CD2493EC0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168"/>
                <a:ext cx="187" cy="143"/>
              </a:xfrm>
              <a:custGeom>
                <a:avLst/>
                <a:gdLst>
                  <a:gd name="T0" fmla="*/ 421 w 120"/>
                  <a:gd name="T1" fmla="*/ 5 h 86"/>
                  <a:gd name="T2" fmla="*/ 95 w 120"/>
                  <a:gd name="T3" fmla="*/ 96 h 86"/>
                  <a:gd name="T4" fmla="*/ 26 w 120"/>
                  <a:gd name="T5" fmla="*/ 201 h 86"/>
                  <a:gd name="T6" fmla="*/ 14 w 120"/>
                  <a:gd name="T7" fmla="*/ 389 h 86"/>
                  <a:gd name="T8" fmla="*/ 30 w 120"/>
                  <a:gd name="T9" fmla="*/ 376 h 86"/>
                  <a:gd name="T10" fmla="*/ 318 w 120"/>
                  <a:gd name="T11" fmla="*/ 116 h 86"/>
                  <a:gd name="T12" fmla="*/ 421 w 120"/>
                  <a:gd name="T13" fmla="*/ 5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86">
                    <a:moveTo>
                      <a:pt x="111" y="1"/>
                    </a:moveTo>
                    <a:cubicBezTo>
                      <a:pt x="97" y="0"/>
                      <a:pt x="53" y="7"/>
                      <a:pt x="25" y="21"/>
                    </a:cubicBezTo>
                    <a:cubicBezTo>
                      <a:pt x="10" y="28"/>
                      <a:pt x="8" y="41"/>
                      <a:pt x="7" y="44"/>
                    </a:cubicBezTo>
                    <a:cubicBezTo>
                      <a:pt x="1" y="59"/>
                      <a:pt x="0" y="86"/>
                      <a:pt x="4" y="85"/>
                    </a:cubicBezTo>
                    <a:cubicBezTo>
                      <a:pt x="5" y="84"/>
                      <a:pt x="7" y="83"/>
                      <a:pt x="8" y="82"/>
                    </a:cubicBezTo>
                    <a:cubicBezTo>
                      <a:pt x="16" y="53"/>
                      <a:pt x="56" y="25"/>
                      <a:pt x="84" y="25"/>
                    </a:cubicBezTo>
                    <a:cubicBezTo>
                      <a:pt x="105" y="11"/>
                      <a:pt x="120" y="1"/>
                      <a:pt x="111" y="1"/>
                    </a:cubicBezTo>
                    <a:close/>
                  </a:path>
                </a:pathLst>
              </a:custGeom>
              <a:solidFill>
                <a:srgbClr val="006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92" name="Freeform 1643">
                <a:extLst>
                  <a:ext uri="{FF2B5EF4-FFF2-40B4-BE49-F238E27FC236}">
                    <a16:creationId xmlns:a16="http://schemas.microsoft.com/office/drawing/2014/main" id="{FA6E8265-0F5C-4A34-BB69-4AD4708E6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168"/>
                <a:ext cx="193" cy="143"/>
              </a:xfrm>
              <a:custGeom>
                <a:avLst/>
                <a:gdLst>
                  <a:gd name="T0" fmla="*/ 14 w 124"/>
                  <a:gd name="T1" fmla="*/ 389 h 86"/>
                  <a:gd name="T2" fmla="*/ 26 w 124"/>
                  <a:gd name="T3" fmla="*/ 201 h 86"/>
                  <a:gd name="T4" fmla="*/ 95 w 124"/>
                  <a:gd name="T5" fmla="*/ 96 h 86"/>
                  <a:gd name="T6" fmla="*/ 419 w 124"/>
                  <a:gd name="T7" fmla="*/ 5 h 86"/>
                  <a:gd name="T8" fmla="*/ 196 w 124"/>
                  <a:gd name="T9" fmla="*/ 229 h 86"/>
                  <a:gd name="T10" fmla="*/ 14 w 124"/>
                  <a:gd name="T11" fmla="*/ 389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86">
                    <a:moveTo>
                      <a:pt x="4" y="85"/>
                    </a:moveTo>
                    <a:cubicBezTo>
                      <a:pt x="0" y="86"/>
                      <a:pt x="1" y="59"/>
                      <a:pt x="7" y="44"/>
                    </a:cubicBezTo>
                    <a:cubicBezTo>
                      <a:pt x="8" y="41"/>
                      <a:pt x="10" y="28"/>
                      <a:pt x="25" y="21"/>
                    </a:cubicBezTo>
                    <a:cubicBezTo>
                      <a:pt x="53" y="7"/>
                      <a:pt x="97" y="0"/>
                      <a:pt x="111" y="1"/>
                    </a:cubicBezTo>
                    <a:cubicBezTo>
                      <a:pt x="124" y="2"/>
                      <a:pt x="83" y="22"/>
                      <a:pt x="52" y="50"/>
                    </a:cubicBezTo>
                    <a:cubicBezTo>
                      <a:pt x="47" y="53"/>
                      <a:pt x="17" y="78"/>
                      <a:pt x="4" y="8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93" name="Freeform 1644">
                <a:extLst>
                  <a:ext uri="{FF2B5EF4-FFF2-40B4-BE49-F238E27FC236}">
                    <a16:creationId xmlns:a16="http://schemas.microsoft.com/office/drawing/2014/main" id="{98989BF3-9BBF-4158-A8C8-A7505704F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289"/>
                <a:ext cx="500" cy="944"/>
              </a:xfrm>
              <a:custGeom>
                <a:avLst/>
                <a:gdLst>
                  <a:gd name="T0" fmla="*/ 1205 w 322"/>
                  <a:gd name="T1" fmla="*/ 2598 h 569"/>
                  <a:gd name="T2" fmla="*/ 1205 w 322"/>
                  <a:gd name="T3" fmla="*/ 0 h 569"/>
                  <a:gd name="T4" fmla="*/ 1200 w 322"/>
                  <a:gd name="T5" fmla="*/ 5 h 569"/>
                  <a:gd name="T6" fmla="*/ 1143 w 322"/>
                  <a:gd name="T7" fmla="*/ 360 h 569"/>
                  <a:gd name="T8" fmla="*/ 1022 w 322"/>
                  <a:gd name="T9" fmla="*/ 665 h 569"/>
                  <a:gd name="T10" fmla="*/ 832 w 322"/>
                  <a:gd name="T11" fmla="*/ 914 h 569"/>
                  <a:gd name="T12" fmla="*/ 677 w 322"/>
                  <a:gd name="T13" fmla="*/ 931 h 569"/>
                  <a:gd name="T14" fmla="*/ 557 w 322"/>
                  <a:gd name="T15" fmla="*/ 771 h 569"/>
                  <a:gd name="T16" fmla="*/ 453 w 322"/>
                  <a:gd name="T17" fmla="*/ 561 h 569"/>
                  <a:gd name="T18" fmla="*/ 363 w 322"/>
                  <a:gd name="T19" fmla="*/ 635 h 569"/>
                  <a:gd name="T20" fmla="*/ 245 w 322"/>
                  <a:gd name="T21" fmla="*/ 707 h 569"/>
                  <a:gd name="T22" fmla="*/ 183 w 322"/>
                  <a:gd name="T23" fmla="*/ 868 h 569"/>
                  <a:gd name="T24" fmla="*/ 67 w 322"/>
                  <a:gd name="T25" fmla="*/ 1143 h 569"/>
                  <a:gd name="T26" fmla="*/ 19 w 322"/>
                  <a:gd name="T27" fmla="*/ 1261 h 569"/>
                  <a:gd name="T28" fmla="*/ 62 w 322"/>
                  <a:gd name="T29" fmla="*/ 1483 h 569"/>
                  <a:gd name="T30" fmla="*/ 0 w 322"/>
                  <a:gd name="T31" fmla="*/ 1667 h 569"/>
                  <a:gd name="T32" fmla="*/ 121 w 322"/>
                  <a:gd name="T33" fmla="*/ 1828 h 569"/>
                  <a:gd name="T34" fmla="*/ 304 w 322"/>
                  <a:gd name="T35" fmla="*/ 1885 h 569"/>
                  <a:gd name="T36" fmla="*/ 453 w 322"/>
                  <a:gd name="T37" fmla="*/ 2042 h 569"/>
                  <a:gd name="T38" fmla="*/ 472 w 322"/>
                  <a:gd name="T39" fmla="*/ 2218 h 569"/>
                  <a:gd name="T40" fmla="*/ 398 w 322"/>
                  <a:gd name="T41" fmla="*/ 2406 h 569"/>
                  <a:gd name="T42" fmla="*/ 405 w 322"/>
                  <a:gd name="T43" fmla="*/ 2548 h 569"/>
                  <a:gd name="T44" fmla="*/ 405 w 322"/>
                  <a:gd name="T45" fmla="*/ 2598 h 569"/>
                  <a:gd name="T46" fmla="*/ 1205 w 322"/>
                  <a:gd name="T47" fmla="*/ 2598 h 56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22" h="569">
                    <a:moveTo>
                      <a:pt x="322" y="569"/>
                    </a:moveTo>
                    <a:cubicBezTo>
                      <a:pt x="322" y="0"/>
                      <a:pt x="322" y="0"/>
                      <a:pt x="322" y="0"/>
                    </a:cubicBezTo>
                    <a:cubicBezTo>
                      <a:pt x="321" y="0"/>
                      <a:pt x="321" y="0"/>
                      <a:pt x="321" y="1"/>
                    </a:cubicBezTo>
                    <a:cubicBezTo>
                      <a:pt x="297" y="15"/>
                      <a:pt x="311" y="58"/>
                      <a:pt x="305" y="79"/>
                    </a:cubicBezTo>
                    <a:cubicBezTo>
                      <a:pt x="298" y="104"/>
                      <a:pt x="286" y="130"/>
                      <a:pt x="273" y="146"/>
                    </a:cubicBezTo>
                    <a:cubicBezTo>
                      <a:pt x="257" y="166"/>
                      <a:pt x="246" y="194"/>
                      <a:pt x="222" y="200"/>
                    </a:cubicBezTo>
                    <a:cubicBezTo>
                      <a:pt x="209" y="203"/>
                      <a:pt x="194" y="206"/>
                      <a:pt x="181" y="204"/>
                    </a:cubicBezTo>
                    <a:cubicBezTo>
                      <a:pt x="164" y="200"/>
                      <a:pt x="153" y="184"/>
                      <a:pt x="149" y="169"/>
                    </a:cubicBezTo>
                    <a:cubicBezTo>
                      <a:pt x="146" y="158"/>
                      <a:pt x="141" y="112"/>
                      <a:pt x="121" y="123"/>
                    </a:cubicBezTo>
                    <a:cubicBezTo>
                      <a:pt x="119" y="124"/>
                      <a:pt x="109" y="133"/>
                      <a:pt x="97" y="139"/>
                    </a:cubicBezTo>
                    <a:cubicBezTo>
                      <a:pt x="82" y="147"/>
                      <a:pt x="63" y="145"/>
                      <a:pt x="66" y="155"/>
                    </a:cubicBezTo>
                    <a:cubicBezTo>
                      <a:pt x="71" y="168"/>
                      <a:pt x="45" y="173"/>
                      <a:pt x="49" y="190"/>
                    </a:cubicBezTo>
                    <a:cubicBezTo>
                      <a:pt x="56" y="216"/>
                      <a:pt x="34" y="245"/>
                      <a:pt x="18" y="250"/>
                    </a:cubicBezTo>
                    <a:cubicBezTo>
                      <a:pt x="6" y="254"/>
                      <a:pt x="1" y="266"/>
                      <a:pt x="5" y="276"/>
                    </a:cubicBezTo>
                    <a:cubicBezTo>
                      <a:pt x="11" y="292"/>
                      <a:pt x="19" y="306"/>
                      <a:pt x="17" y="325"/>
                    </a:cubicBezTo>
                    <a:cubicBezTo>
                      <a:pt x="15" y="340"/>
                      <a:pt x="0" y="350"/>
                      <a:pt x="0" y="365"/>
                    </a:cubicBezTo>
                    <a:cubicBezTo>
                      <a:pt x="0" y="386"/>
                      <a:pt x="15" y="395"/>
                      <a:pt x="32" y="400"/>
                    </a:cubicBezTo>
                    <a:cubicBezTo>
                      <a:pt x="48" y="406"/>
                      <a:pt x="65" y="410"/>
                      <a:pt x="81" y="413"/>
                    </a:cubicBezTo>
                    <a:cubicBezTo>
                      <a:pt x="104" y="418"/>
                      <a:pt x="111" y="426"/>
                      <a:pt x="121" y="447"/>
                    </a:cubicBezTo>
                    <a:cubicBezTo>
                      <a:pt x="127" y="459"/>
                      <a:pt x="132" y="473"/>
                      <a:pt x="126" y="486"/>
                    </a:cubicBezTo>
                    <a:cubicBezTo>
                      <a:pt x="121" y="500"/>
                      <a:pt x="108" y="511"/>
                      <a:pt x="106" y="527"/>
                    </a:cubicBezTo>
                    <a:cubicBezTo>
                      <a:pt x="105" y="538"/>
                      <a:pt x="108" y="547"/>
                      <a:pt x="108" y="558"/>
                    </a:cubicBezTo>
                    <a:cubicBezTo>
                      <a:pt x="108" y="561"/>
                      <a:pt x="108" y="565"/>
                      <a:pt x="108" y="569"/>
                    </a:cubicBezTo>
                    <a:lnTo>
                      <a:pt x="322" y="569"/>
                    </a:ln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94" name="Freeform 1645">
                <a:extLst>
                  <a:ext uri="{FF2B5EF4-FFF2-40B4-BE49-F238E27FC236}">
                    <a16:creationId xmlns:a16="http://schemas.microsoft.com/office/drawing/2014/main" id="{E5B0680F-F575-4F92-9A59-BE2B284F3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757"/>
                <a:ext cx="720" cy="476"/>
              </a:xfrm>
              <a:custGeom>
                <a:avLst/>
                <a:gdLst>
                  <a:gd name="T0" fmla="*/ 1687 w 463"/>
                  <a:gd name="T1" fmla="*/ 1309 h 287"/>
                  <a:gd name="T2" fmla="*/ 1673 w 463"/>
                  <a:gd name="T3" fmla="*/ 949 h 287"/>
                  <a:gd name="T4" fmla="*/ 1308 w 463"/>
                  <a:gd name="T5" fmla="*/ 844 h 287"/>
                  <a:gd name="T6" fmla="*/ 1350 w 463"/>
                  <a:gd name="T7" fmla="*/ 527 h 287"/>
                  <a:gd name="T8" fmla="*/ 1415 w 463"/>
                  <a:gd name="T9" fmla="*/ 401 h 287"/>
                  <a:gd name="T10" fmla="*/ 1594 w 463"/>
                  <a:gd name="T11" fmla="*/ 325 h 287"/>
                  <a:gd name="T12" fmla="*/ 1465 w 463"/>
                  <a:gd name="T13" fmla="*/ 68 h 287"/>
                  <a:gd name="T14" fmla="*/ 1225 w 463"/>
                  <a:gd name="T15" fmla="*/ 247 h 287"/>
                  <a:gd name="T16" fmla="*/ 1085 w 463"/>
                  <a:gd name="T17" fmla="*/ 146 h 287"/>
                  <a:gd name="T18" fmla="*/ 1029 w 463"/>
                  <a:gd name="T19" fmla="*/ 60 h 287"/>
                  <a:gd name="T20" fmla="*/ 1015 w 463"/>
                  <a:gd name="T21" fmla="*/ 172 h 287"/>
                  <a:gd name="T22" fmla="*/ 975 w 463"/>
                  <a:gd name="T23" fmla="*/ 255 h 287"/>
                  <a:gd name="T24" fmla="*/ 941 w 463"/>
                  <a:gd name="T25" fmla="*/ 456 h 287"/>
                  <a:gd name="T26" fmla="*/ 872 w 463"/>
                  <a:gd name="T27" fmla="*/ 899 h 287"/>
                  <a:gd name="T28" fmla="*/ 692 w 463"/>
                  <a:gd name="T29" fmla="*/ 977 h 287"/>
                  <a:gd name="T30" fmla="*/ 476 w 463"/>
                  <a:gd name="T31" fmla="*/ 1012 h 287"/>
                  <a:gd name="T32" fmla="*/ 317 w 463"/>
                  <a:gd name="T33" fmla="*/ 844 h 287"/>
                  <a:gd name="T34" fmla="*/ 283 w 463"/>
                  <a:gd name="T35" fmla="*/ 511 h 287"/>
                  <a:gd name="T36" fmla="*/ 0 w 463"/>
                  <a:gd name="T37" fmla="*/ 534 h 287"/>
                  <a:gd name="T38" fmla="*/ 0 w 463"/>
                  <a:gd name="T39" fmla="*/ 1309 h 287"/>
                  <a:gd name="T40" fmla="*/ 1687 w 463"/>
                  <a:gd name="T41" fmla="*/ 1309 h 28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63" h="287">
                    <a:moveTo>
                      <a:pt x="449" y="287"/>
                    </a:moveTo>
                    <a:cubicBezTo>
                      <a:pt x="454" y="260"/>
                      <a:pt x="463" y="228"/>
                      <a:pt x="445" y="208"/>
                    </a:cubicBezTo>
                    <a:cubicBezTo>
                      <a:pt x="428" y="189"/>
                      <a:pt x="358" y="241"/>
                      <a:pt x="348" y="185"/>
                    </a:cubicBezTo>
                    <a:cubicBezTo>
                      <a:pt x="344" y="164"/>
                      <a:pt x="353" y="135"/>
                      <a:pt x="359" y="116"/>
                    </a:cubicBezTo>
                    <a:cubicBezTo>
                      <a:pt x="362" y="104"/>
                      <a:pt x="364" y="94"/>
                      <a:pt x="376" y="88"/>
                    </a:cubicBezTo>
                    <a:cubicBezTo>
                      <a:pt x="384" y="84"/>
                      <a:pt x="416" y="75"/>
                      <a:pt x="424" y="71"/>
                    </a:cubicBezTo>
                    <a:cubicBezTo>
                      <a:pt x="442" y="59"/>
                      <a:pt x="426" y="0"/>
                      <a:pt x="390" y="15"/>
                    </a:cubicBezTo>
                    <a:cubicBezTo>
                      <a:pt x="378" y="20"/>
                      <a:pt x="339" y="52"/>
                      <a:pt x="326" y="54"/>
                    </a:cubicBezTo>
                    <a:cubicBezTo>
                      <a:pt x="310" y="56"/>
                      <a:pt x="292" y="48"/>
                      <a:pt x="289" y="32"/>
                    </a:cubicBezTo>
                    <a:cubicBezTo>
                      <a:pt x="288" y="25"/>
                      <a:pt x="288" y="3"/>
                      <a:pt x="274" y="13"/>
                    </a:cubicBezTo>
                    <a:cubicBezTo>
                      <a:pt x="269" y="17"/>
                      <a:pt x="272" y="33"/>
                      <a:pt x="270" y="38"/>
                    </a:cubicBezTo>
                    <a:cubicBezTo>
                      <a:pt x="268" y="45"/>
                      <a:pt x="263" y="50"/>
                      <a:pt x="259" y="56"/>
                    </a:cubicBezTo>
                    <a:cubicBezTo>
                      <a:pt x="251" y="69"/>
                      <a:pt x="247" y="84"/>
                      <a:pt x="250" y="100"/>
                    </a:cubicBezTo>
                    <a:cubicBezTo>
                      <a:pt x="255" y="134"/>
                      <a:pt x="256" y="168"/>
                      <a:pt x="232" y="197"/>
                    </a:cubicBezTo>
                    <a:cubicBezTo>
                      <a:pt x="220" y="212"/>
                      <a:pt x="203" y="211"/>
                      <a:pt x="184" y="214"/>
                    </a:cubicBezTo>
                    <a:cubicBezTo>
                      <a:pt x="165" y="216"/>
                      <a:pt x="146" y="222"/>
                      <a:pt x="127" y="222"/>
                    </a:cubicBezTo>
                    <a:cubicBezTo>
                      <a:pt x="107" y="221"/>
                      <a:pt x="92" y="203"/>
                      <a:pt x="84" y="185"/>
                    </a:cubicBezTo>
                    <a:cubicBezTo>
                      <a:pt x="72" y="161"/>
                      <a:pt x="80" y="136"/>
                      <a:pt x="75" y="112"/>
                    </a:cubicBezTo>
                    <a:cubicBezTo>
                      <a:pt x="63" y="63"/>
                      <a:pt x="26" y="128"/>
                      <a:pt x="0" y="117"/>
                    </a:cubicBezTo>
                    <a:cubicBezTo>
                      <a:pt x="0" y="287"/>
                      <a:pt x="0" y="287"/>
                      <a:pt x="0" y="287"/>
                    </a:cubicBezTo>
                    <a:lnTo>
                      <a:pt x="449" y="287"/>
                    </a:ln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95" name="Freeform 1646">
                <a:extLst>
                  <a:ext uri="{FF2B5EF4-FFF2-40B4-BE49-F238E27FC236}">
                    <a16:creationId xmlns:a16="http://schemas.microsoft.com/office/drawing/2014/main" id="{1F7C8EB1-B327-4E71-BADD-AA186A6BE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936"/>
                <a:ext cx="194" cy="70"/>
              </a:xfrm>
              <a:custGeom>
                <a:avLst/>
                <a:gdLst>
                  <a:gd name="T0" fmla="*/ 0 w 125"/>
                  <a:gd name="T1" fmla="*/ 175 h 42"/>
                  <a:gd name="T2" fmla="*/ 0 w 125"/>
                  <a:gd name="T3" fmla="*/ 187 h 42"/>
                  <a:gd name="T4" fmla="*/ 12 w 125"/>
                  <a:gd name="T5" fmla="*/ 188 h 42"/>
                  <a:gd name="T6" fmla="*/ 45 w 125"/>
                  <a:gd name="T7" fmla="*/ 167 h 42"/>
                  <a:gd name="T8" fmla="*/ 380 w 125"/>
                  <a:gd name="T9" fmla="*/ 47 h 42"/>
                  <a:gd name="T10" fmla="*/ 462 w 125"/>
                  <a:gd name="T11" fmla="*/ 125 h 42"/>
                  <a:gd name="T12" fmla="*/ 467 w 125"/>
                  <a:gd name="T13" fmla="*/ 117 h 42"/>
                  <a:gd name="T14" fmla="*/ 363 w 125"/>
                  <a:gd name="T15" fmla="*/ 0 h 42"/>
                  <a:gd name="T16" fmla="*/ 272 w 125"/>
                  <a:gd name="T17" fmla="*/ 20 h 42"/>
                  <a:gd name="T18" fmla="*/ 0 w 125"/>
                  <a:gd name="T19" fmla="*/ 175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42">
                    <a:moveTo>
                      <a:pt x="0" y="38"/>
                    </a:moveTo>
                    <a:cubicBezTo>
                      <a:pt x="0" y="39"/>
                      <a:pt x="0" y="40"/>
                      <a:pt x="0" y="40"/>
                    </a:cubicBezTo>
                    <a:cubicBezTo>
                      <a:pt x="0" y="41"/>
                      <a:pt x="3" y="42"/>
                      <a:pt x="3" y="41"/>
                    </a:cubicBezTo>
                    <a:cubicBezTo>
                      <a:pt x="8" y="39"/>
                      <a:pt x="12" y="36"/>
                      <a:pt x="12" y="36"/>
                    </a:cubicBezTo>
                    <a:cubicBezTo>
                      <a:pt x="37" y="22"/>
                      <a:pt x="75" y="0"/>
                      <a:pt x="102" y="10"/>
                    </a:cubicBezTo>
                    <a:cubicBezTo>
                      <a:pt x="112" y="14"/>
                      <a:pt x="119" y="16"/>
                      <a:pt x="124" y="27"/>
                    </a:cubicBezTo>
                    <a:cubicBezTo>
                      <a:pt x="124" y="27"/>
                      <a:pt x="125" y="25"/>
                      <a:pt x="125" y="25"/>
                    </a:cubicBezTo>
                    <a:cubicBezTo>
                      <a:pt x="123" y="18"/>
                      <a:pt x="113" y="7"/>
                      <a:pt x="97" y="0"/>
                    </a:cubicBezTo>
                    <a:cubicBezTo>
                      <a:pt x="91" y="2"/>
                      <a:pt x="81" y="2"/>
                      <a:pt x="73" y="4"/>
                    </a:cubicBezTo>
                    <a:cubicBezTo>
                      <a:pt x="54" y="7"/>
                      <a:pt x="5" y="23"/>
                      <a:pt x="0" y="38"/>
                    </a:cubicBezTo>
                    <a:close/>
                  </a:path>
                </a:pathLst>
              </a:custGeom>
              <a:solidFill>
                <a:srgbClr val="908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96" name="Freeform 1647">
                <a:extLst>
                  <a:ext uri="{FF2B5EF4-FFF2-40B4-BE49-F238E27FC236}">
                    <a16:creationId xmlns:a16="http://schemas.microsoft.com/office/drawing/2014/main" id="{6D5D0A98-5F67-41C8-8897-1AE2A952D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428"/>
                <a:ext cx="52" cy="238"/>
              </a:xfrm>
              <a:custGeom>
                <a:avLst/>
                <a:gdLst>
                  <a:gd name="T0" fmla="*/ 129 w 33"/>
                  <a:gd name="T1" fmla="*/ 0 h 143"/>
                  <a:gd name="T2" fmla="*/ 0 w 33"/>
                  <a:gd name="T3" fmla="*/ 659 h 1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43">
                    <a:moveTo>
                      <a:pt x="33" y="0"/>
                    </a:moveTo>
                    <a:cubicBezTo>
                      <a:pt x="19" y="21"/>
                      <a:pt x="2" y="105"/>
                      <a:pt x="0" y="143"/>
                    </a:cubicBezTo>
                  </a:path>
                </a:pathLst>
              </a:custGeom>
              <a:solidFill>
                <a:srgbClr val="F0C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97" name="Freeform 1648">
                <a:extLst>
                  <a:ext uri="{FF2B5EF4-FFF2-40B4-BE49-F238E27FC236}">
                    <a16:creationId xmlns:a16="http://schemas.microsoft.com/office/drawing/2014/main" id="{AC94D660-1609-41E5-B786-45F0323A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490"/>
                <a:ext cx="34" cy="134"/>
              </a:xfrm>
              <a:custGeom>
                <a:avLst/>
                <a:gdLst>
                  <a:gd name="T0" fmla="*/ 82 w 22"/>
                  <a:gd name="T1" fmla="*/ 0 h 81"/>
                  <a:gd name="T2" fmla="*/ 29 w 22"/>
                  <a:gd name="T3" fmla="*/ 367 h 81"/>
                  <a:gd name="T4" fmla="*/ 82 w 22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81">
                    <a:moveTo>
                      <a:pt x="22" y="0"/>
                    </a:moveTo>
                    <a:cubicBezTo>
                      <a:pt x="19" y="17"/>
                      <a:pt x="6" y="65"/>
                      <a:pt x="8" y="81"/>
                    </a:cubicBezTo>
                    <a:cubicBezTo>
                      <a:pt x="0" y="47"/>
                      <a:pt x="17" y="17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98" name="Freeform 1649">
                <a:extLst>
                  <a:ext uri="{FF2B5EF4-FFF2-40B4-BE49-F238E27FC236}">
                    <a16:creationId xmlns:a16="http://schemas.microsoft.com/office/drawing/2014/main" id="{BFDC27AA-6E5E-4414-8271-0E34F6855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279"/>
                <a:ext cx="386" cy="184"/>
              </a:xfrm>
              <a:custGeom>
                <a:avLst/>
                <a:gdLst>
                  <a:gd name="T0" fmla="*/ 0 w 248"/>
                  <a:gd name="T1" fmla="*/ 506 h 111"/>
                  <a:gd name="T2" fmla="*/ 615 w 248"/>
                  <a:gd name="T3" fmla="*/ 0 h 111"/>
                  <a:gd name="T4" fmla="*/ 935 w 248"/>
                  <a:gd name="T5" fmla="*/ 341 h 111"/>
                  <a:gd name="T6" fmla="*/ 495 w 248"/>
                  <a:gd name="T7" fmla="*/ 151 h 111"/>
                  <a:gd name="T8" fmla="*/ 0 w 248"/>
                  <a:gd name="T9" fmla="*/ 506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111"/>
                    </a:moveTo>
                    <a:cubicBezTo>
                      <a:pt x="24" y="85"/>
                      <a:pt x="139" y="3"/>
                      <a:pt x="163" y="0"/>
                    </a:cubicBezTo>
                    <a:cubicBezTo>
                      <a:pt x="248" y="75"/>
                      <a:pt x="248" y="75"/>
                      <a:pt x="248" y="75"/>
                    </a:cubicBezTo>
                    <a:cubicBezTo>
                      <a:pt x="215" y="55"/>
                      <a:pt x="175" y="13"/>
                      <a:pt x="131" y="33"/>
                    </a:cubicBezTo>
                    <a:cubicBezTo>
                      <a:pt x="84" y="56"/>
                      <a:pt x="0" y="111"/>
                      <a:pt x="0" y="111"/>
                    </a:cubicBezTo>
                    <a:close/>
                  </a:path>
                </a:pathLst>
              </a:custGeom>
              <a:solidFill>
                <a:srgbClr val="E9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99" name="Freeform 1650">
                <a:extLst>
                  <a:ext uri="{FF2B5EF4-FFF2-40B4-BE49-F238E27FC236}">
                    <a16:creationId xmlns:a16="http://schemas.microsoft.com/office/drawing/2014/main" id="{A694733D-AB25-463B-AE64-0BB0D9158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025"/>
                <a:ext cx="244" cy="123"/>
              </a:xfrm>
              <a:custGeom>
                <a:avLst/>
                <a:gdLst>
                  <a:gd name="T0" fmla="*/ 0 w 157"/>
                  <a:gd name="T1" fmla="*/ 183 h 74"/>
                  <a:gd name="T2" fmla="*/ 270 w 157"/>
                  <a:gd name="T3" fmla="*/ 0 h 74"/>
                  <a:gd name="T4" fmla="*/ 589 w 157"/>
                  <a:gd name="T5" fmla="*/ 339 h 74"/>
                  <a:gd name="T6" fmla="*/ 176 w 157"/>
                  <a:gd name="T7" fmla="*/ 116 h 74"/>
                  <a:gd name="T8" fmla="*/ 0 w 157"/>
                  <a:gd name="T9" fmla="*/ 18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74">
                    <a:moveTo>
                      <a:pt x="0" y="40"/>
                    </a:moveTo>
                    <a:cubicBezTo>
                      <a:pt x="0" y="40"/>
                      <a:pt x="51" y="10"/>
                      <a:pt x="72" y="0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24" y="54"/>
                      <a:pt x="86" y="23"/>
                      <a:pt x="47" y="25"/>
                    </a:cubicBezTo>
                    <a:cubicBezTo>
                      <a:pt x="20" y="27"/>
                      <a:pt x="0" y="40"/>
                      <a:pt x="0" y="40"/>
                    </a:cubicBezTo>
                    <a:close/>
                  </a:path>
                </a:pathLst>
              </a:custGeom>
              <a:solidFill>
                <a:srgbClr val="FFE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00" name="Freeform 1651">
                <a:extLst>
                  <a:ext uri="{FF2B5EF4-FFF2-40B4-BE49-F238E27FC236}">
                    <a16:creationId xmlns:a16="http://schemas.microsoft.com/office/drawing/2014/main" id="{6E67FC74-1452-4544-AD00-03641E617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583"/>
                <a:ext cx="267" cy="126"/>
              </a:xfrm>
              <a:custGeom>
                <a:avLst/>
                <a:gdLst>
                  <a:gd name="T0" fmla="*/ 0 w 172"/>
                  <a:gd name="T1" fmla="*/ 60 h 76"/>
                  <a:gd name="T2" fmla="*/ 270 w 172"/>
                  <a:gd name="T3" fmla="*/ 347 h 76"/>
                  <a:gd name="T4" fmla="*/ 643 w 172"/>
                  <a:gd name="T5" fmla="*/ 0 h 76"/>
                  <a:gd name="T6" fmla="*/ 244 w 172"/>
                  <a:gd name="T7" fmla="*/ 221 h 76"/>
                  <a:gd name="T8" fmla="*/ 0 w 172"/>
                  <a:gd name="T9" fmla="*/ 6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2" h="76">
                    <a:moveTo>
                      <a:pt x="0" y="13"/>
                    </a:moveTo>
                    <a:cubicBezTo>
                      <a:pt x="72" y="76"/>
                      <a:pt x="72" y="76"/>
                      <a:pt x="72" y="76"/>
                    </a:cubicBezTo>
                    <a:cubicBezTo>
                      <a:pt x="97" y="50"/>
                      <a:pt x="172" y="0"/>
                      <a:pt x="172" y="0"/>
                    </a:cubicBezTo>
                    <a:cubicBezTo>
                      <a:pt x="131" y="19"/>
                      <a:pt x="81" y="46"/>
                      <a:pt x="65" y="48"/>
                    </a:cubicBezTo>
                    <a:cubicBezTo>
                      <a:pt x="49" y="49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F6DE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01" name="Freeform 1652">
                <a:extLst>
                  <a:ext uri="{FF2B5EF4-FFF2-40B4-BE49-F238E27FC236}">
                    <a16:creationId xmlns:a16="http://schemas.microsoft.com/office/drawing/2014/main" id="{8F24845E-6968-422E-BA36-56770686A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236"/>
                <a:ext cx="233" cy="104"/>
              </a:xfrm>
              <a:custGeom>
                <a:avLst/>
                <a:gdLst>
                  <a:gd name="T0" fmla="*/ 0 w 150"/>
                  <a:gd name="T1" fmla="*/ 0 h 63"/>
                  <a:gd name="T2" fmla="*/ 270 w 150"/>
                  <a:gd name="T3" fmla="*/ 284 h 63"/>
                  <a:gd name="T4" fmla="*/ 562 w 150"/>
                  <a:gd name="T5" fmla="*/ 71 h 63"/>
                  <a:gd name="T6" fmla="*/ 266 w 150"/>
                  <a:gd name="T7" fmla="*/ 172 h 63"/>
                  <a:gd name="T8" fmla="*/ 0 w 150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63">
                    <a:moveTo>
                      <a:pt x="0" y="0"/>
                    </a:moveTo>
                    <a:cubicBezTo>
                      <a:pt x="72" y="63"/>
                      <a:pt x="72" y="63"/>
                      <a:pt x="72" y="63"/>
                    </a:cubicBezTo>
                    <a:cubicBezTo>
                      <a:pt x="96" y="42"/>
                      <a:pt x="150" y="16"/>
                      <a:pt x="150" y="16"/>
                    </a:cubicBezTo>
                    <a:cubicBezTo>
                      <a:pt x="108" y="35"/>
                      <a:pt x="87" y="37"/>
                      <a:pt x="71" y="38"/>
                    </a:cubicBezTo>
                    <a:cubicBezTo>
                      <a:pt x="55" y="3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02" name="Freeform 1653">
                <a:extLst>
                  <a:ext uri="{FF2B5EF4-FFF2-40B4-BE49-F238E27FC236}">
                    <a16:creationId xmlns:a16="http://schemas.microsoft.com/office/drawing/2014/main" id="{59330033-34A6-4E95-9F2C-C6F8BCA22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068"/>
                <a:ext cx="407" cy="148"/>
              </a:xfrm>
              <a:custGeom>
                <a:avLst/>
                <a:gdLst>
                  <a:gd name="T0" fmla="*/ 0 w 262"/>
                  <a:gd name="T1" fmla="*/ 120 h 89"/>
                  <a:gd name="T2" fmla="*/ 270 w 262"/>
                  <a:gd name="T3" fmla="*/ 409 h 89"/>
                  <a:gd name="T4" fmla="*/ 982 w 262"/>
                  <a:gd name="T5" fmla="*/ 0 h 89"/>
                  <a:gd name="T6" fmla="*/ 297 w 262"/>
                  <a:gd name="T7" fmla="*/ 293 h 89"/>
                  <a:gd name="T8" fmla="*/ 0 w 262"/>
                  <a:gd name="T9" fmla="*/ 12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2" h="89">
                    <a:moveTo>
                      <a:pt x="0" y="26"/>
                    </a:moveTo>
                    <a:cubicBezTo>
                      <a:pt x="72" y="89"/>
                      <a:pt x="72" y="89"/>
                      <a:pt x="72" y="89"/>
                    </a:cubicBezTo>
                    <a:cubicBezTo>
                      <a:pt x="96" y="68"/>
                      <a:pt x="262" y="0"/>
                      <a:pt x="262" y="0"/>
                    </a:cubicBezTo>
                    <a:cubicBezTo>
                      <a:pt x="220" y="18"/>
                      <a:pt x="106" y="61"/>
                      <a:pt x="79" y="64"/>
                    </a:cubicBezTo>
                    <a:cubicBezTo>
                      <a:pt x="63" y="65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03" name="Freeform 1654">
                <a:extLst>
                  <a:ext uri="{FF2B5EF4-FFF2-40B4-BE49-F238E27FC236}">
                    <a16:creationId xmlns:a16="http://schemas.microsoft.com/office/drawing/2014/main" id="{FDF9E643-7489-49DD-9A83-0BD4F2970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641"/>
                <a:ext cx="974" cy="421"/>
              </a:xfrm>
              <a:custGeom>
                <a:avLst/>
                <a:gdLst>
                  <a:gd name="T0" fmla="*/ 0 w 626"/>
                  <a:gd name="T1" fmla="*/ 910 h 254"/>
                  <a:gd name="T2" fmla="*/ 2357 w 626"/>
                  <a:gd name="T3" fmla="*/ 0 h 254"/>
                  <a:gd name="T4" fmla="*/ 286 w 626"/>
                  <a:gd name="T5" fmla="*/ 824 h 254"/>
                  <a:gd name="T6" fmla="*/ 230 w 626"/>
                  <a:gd name="T7" fmla="*/ 1157 h 2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6" h="254">
                    <a:moveTo>
                      <a:pt x="0" y="200"/>
                    </a:moveTo>
                    <a:cubicBezTo>
                      <a:pt x="51" y="163"/>
                      <a:pt x="350" y="33"/>
                      <a:pt x="626" y="0"/>
                    </a:cubicBezTo>
                    <a:cubicBezTo>
                      <a:pt x="488" y="13"/>
                      <a:pt x="112" y="145"/>
                      <a:pt x="76" y="181"/>
                    </a:cubicBezTo>
                    <a:cubicBezTo>
                      <a:pt x="35" y="221"/>
                      <a:pt x="61" y="254"/>
                      <a:pt x="61" y="254"/>
                    </a:cubicBezTo>
                  </a:path>
                </a:pathLst>
              </a:custGeom>
              <a:solidFill>
                <a:srgbClr val="FCE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04" name="Freeform 1655">
                <a:extLst>
                  <a:ext uri="{FF2B5EF4-FFF2-40B4-BE49-F238E27FC236}">
                    <a16:creationId xmlns:a16="http://schemas.microsoft.com/office/drawing/2014/main" id="{3912785D-DF17-4BCB-A23A-290C6C163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677"/>
                <a:ext cx="404" cy="182"/>
              </a:xfrm>
              <a:custGeom>
                <a:avLst/>
                <a:gdLst>
                  <a:gd name="T0" fmla="*/ 0 w 260"/>
                  <a:gd name="T1" fmla="*/ 498 h 110"/>
                  <a:gd name="T2" fmla="*/ 976 w 260"/>
                  <a:gd name="T3" fmla="*/ 427 h 110"/>
                  <a:gd name="T4" fmla="*/ 382 w 260"/>
                  <a:gd name="T5" fmla="*/ 0 h 110"/>
                  <a:gd name="T6" fmla="*/ 570 w 260"/>
                  <a:gd name="T7" fmla="*/ 298 h 110"/>
                  <a:gd name="T8" fmla="*/ 0 w 260"/>
                  <a:gd name="T9" fmla="*/ 498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0" h="110">
                    <a:moveTo>
                      <a:pt x="0" y="110"/>
                    </a:moveTo>
                    <a:cubicBezTo>
                      <a:pt x="38" y="102"/>
                      <a:pt x="212" y="90"/>
                      <a:pt x="260" y="94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142" y="22"/>
                      <a:pt x="168" y="52"/>
                      <a:pt x="152" y="66"/>
                    </a:cubicBezTo>
                    <a:cubicBezTo>
                      <a:pt x="136" y="80"/>
                      <a:pt x="0" y="110"/>
                      <a:pt x="0" y="1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05" name="Freeform 1656">
                <a:extLst>
                  <a:ext uri="{FF2B5EF4-FFF2-40B4-BE49-F238E27FC236}">
                    <a16:creationId xmlns:a16="http://schemas.microsoft.com/office/drawing/2014/main" id="{80970C92-FD68-4F58-A6A6-B14A8CA89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602"/>
                <a:ext cx="58" cy="54"/>
              </a:xfrm>
              <a:custGeom>
                <a:avLst/>
                <a:gdLst>
                  <a:gd name="T0" fmla="*/ 27 w 37"/>
                  <a:gd name="T1" fmla="*/ 5 h 32"/>
                  <a:gd name="T2" fmla="*/ 5 w 37"/>
                  <a:gd name="T3" fmla="*/ 154 h 32"/>
                  <a:gd name="T4" fmla="*/ 143 w 37"/>
                  <a:gd name="T5" fmla="*/ 29 h 32"/>
                  <a:gd name="T6" fmla="*/ 34 w 37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2">
                    <a:moveTo>
                      <a:pt x="7" y="1"/>
                    </a:moveTo>
                    <a:cubicBezTo>
                      <a:pt x="1" y="10"/>
                      <a:pt x="0" y="22"/>
                      <a:pt x="1" y="32"/>
                    </a:cubicBezTo>
                    <a:cubicBezTo>
                      <a:pt x="8" y="15"/>
                      <a:pt x="22" y="13"/>
                      <a:pt x="37" y="6"/>
                    </a:cubicBezTo>
                    <a:cubicBezTo>
                      <a:pt x="29" y="10"/>
                      <a:pt x="14" y="7"/>
                      <a:pt x="9" y="0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06" name="Freeform 1657">
                <a:extLst>
                  <a:ext uri="{FF2B5EF4-FFF2-40B4-BE49-F238E27FC236}">
                    <a16:creationId xmlns:a16="http://schemas.microsoft.com/office/drawing/2014/main" id="{719AF155-63A2-4983-AA43-E92E9BBBF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667"/>
                <a:ext cx="29" cy="42"/>
              </a:xfrm>
              <a:custGeom>
                <a:avLst/>
                <a:gdLst>
                  <a:gd name="T0" fmla="*/ 41 w 19"/>
                  <a:gd name="T1" fmla="*/ 5 h 25"/>
                  <a:gd name="T2" fmla="*/ 5 w 19"/>
                  <a:gd name="T3" fmla="*/ 119 h 25"/>
                  <a:gd name="T4" fmla="*/ 67 w 19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5">
                    <a:moveTo>
                      <a:pt x="12" y="1"/>
                    </a:moveTo>
                    <a:cubicBezTo>
                      <a:pt x="6" y="6"/>
                      <a:pt x="0" y="17"/>
                      <a:pt x="1" y="25"/>
                    </a:cubicBezTo>
                    <a:cubicBezTo>
                      <a:pt x="12" y="22"/>
                      <a:pt x="11" y="6"/>
                      <a:pt x="19" y="0"/>
                    </a:cubicBezTo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07" name="Freeform 1658">
                <a:extLst>
                  <a:ext uri="{FF2B5EF4-FFF2-40B4-BE49-F238E27FC236}">
                    <a16:creationId xmlns:a16="http://schemas.microsoft.com/office/drawing/2014/main" id="{8C073C71-5D90-4B5D-9772-B9B37A159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488"/>
                <a:ext cx="266" cy="363"/>
              </a:xfrm>
              <a:custGeom>
                <a:avLst/>
                <a:gdLst>
                  <a:gd name="T0" fmla="*/ 644 w 171"/>
                  <a:gd name="T1" fmla="*/ 706 h 219"/>
                  <a:gd name="T2" fmla="*/ 0 w 171"/>
                  <a:gd name="T3" fmla="*/ 0 h 219"/>
                  <a:gd name="T4" fmla="*/ 0 w 171"/>
                  <a:gd name="T5" fmla="*/ 181 h 219"/>
                  <a:gd name="T6" fmla="*/ 8 w 171"/>
                  <a:gd name="T7" fmla="*/ 187 h 219"/>
                  <a:gd name="T8" fmla="*/ 275 w 171"/>
                  <a:gd name="T9" fmla="*/ 632 h 219"/>
                  <a:gd name="T10" fmla="*/ 275 w 171"/>
                  <a:gd name="T11" fmla="*/ 665 h 219"/>
                  <a:gd name="T12" fmla="*/ 252 w 171"/>
                  <a:gd name="T13" fmla="*/ 791 h 219"/>
                  <a:gd name="T14" fmla="*/ 232 w 171"/>
                  <a:gd name="T15" fmla="*/ 915 h 219"/>
                  <a:gd name="T16" fmla="*/ 252 w 171"/>
                  <a:gd name="T17" fmla="*/ 991 h 219"/>
                  <a:gd name="T18" fmla="*/ 257 w 171"/>
                  <a:gd name="T19" fmla="*/ 998 h 219"/>
                  <a:gd name="T20" fmla="*/ 266 w 171"/>
                  <a:gd name="T21" fmla="*/ 819 h 219"/>
                  <a:gd name="T22" fmla="*/ 266 w 171"/>
                  <a:gd name="T23" fmla="*/ 791 h 219"/>
                  <a:gd name="T24" fmla="*/ 297 w 171"/>
                  <a:gd name="T25" fmla="*/ 670 h 219"/>
                  <a:gd name="T26" fmla="*/ 400 w 171"/>
                  <a:gd name="T27" fmla="*/ 643 h 219"/>
                  <a:gd name="T28" fmla="*/ 563 w 171"/>
                  <a:gd name="T29" fmla="*/ 751 h 219"/>
                  <a:gd name="T30" fmla="*/ 644 w 171"/>
                  <a:gd name="T31" fmla="*/ 832 h 219"/>
                  <a:gd name="T32" fmla="*/ 644 w 171"/>
                  <a:gd name="T33" fmla="*/ 706 h 2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1" h="219">
                    <a:moveTo>
                      <a:pt x="171" y="15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0"/>
                      <a:pt x="1" y="40"/>
                      <a:pt x="2" y="41"/>
                    </a:cubicBezTo>
                    <a:cubicBezTo>
                      <a:pt x="64" y="67"/>
                      <a:pt x="73" y="114"/>
                      <a:pt x="73" y="139"/>
                    </a:cubicBezTo>
                    <a:cubicBezTo>
                      <a:pt x="73" y="141"/>
                      <a:pt x="73" y="144"/>
                      <a:pt x="73" y="146"/>
                    </a:cubicBezTo>
                    <a:cubicBezTo>
                      <a:pt x="72" y="156"/>
                      <a:pt x="69" y="165"/>
                      <a:pt x="67" y="174"/>
                    </a:cubicBezTo>
                    <a:cubicBezTo>
                      <a:pt x="64" y="184"/>
                      <a:pt x="62" y="193"/>
                      <a:pt x="62" y="201"/>
                    </a:cubicBezTo>
                    <a:cubicBezTo>
                      <a:pt x="62" y="207"/>
                      <a:pt x="63" y="213"/>
                      <a:pt x="67" y="218"/>
                    </a:cubicBezTo>
                    <a:cubicBezTo>
                      <a:pt x="67" y="219"/>
                      <a:pt x="68" y="219"/>
                      <a:pt x="68" y="219"/>
                    </a:cubicBezTo>
                    <a:cubicBezTo>
                      <a:pt x="69" y="215"/>
                      <a:pt x="71" y="205"/>
                      <a:pt x="71" y="180"/>
                    </a:cubicBezTo>
                    <a:cubicBezTo>
                      <a:pt x="71" y="180"/>
                      <a:pt x="71" y="174"/>
                      <a:pt x="71" y="174"/>
                    </a:cubicBezTo>
                    <a:cubicBezTo>
                      <a:pt x="71" y="164"/>
                      <a:pt x="71" y="154"/>
                      <a:pt x="79" y="147"/>
                    </a:cubicBezTo>
                    <a:cubicBezTo>
                      <a:pt x="85" y="141"/>
                      <a:pt x="94" y="139"/>
                      <a:pt x="106" y="141"/>
                    </a:cubicBezTo>
                    <a:cubicBezTo>
                      <a:pt x="124" y="142"/>
                      <a:pt x="136" y="153"/>
                      <a:pt x="150" y="165"/>
                    </a:cubicBezTo>
                    <a:cubicBezTo>
                      <a:pt x="156" y="171"/>
                      <a:pt x="163" y="177"/>
                      <a:pt x="171" y="183"/>
                    </a:cubicBezTo>
                    <a:lnTo>
                      <a:pt x="171" y="155"/>
                    </a:lnTo>
                    <a:close/>
                  </a:path>
                </a:pathLst>
              </a:custGeom>
              <a:solidFill>
                <a:srgbClr val="706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08" name="Freeform 1659">
                <a:extLst>
                  <a:ext uri="{FF2B5EF4-FFF2-40B4-BE49-F238E27FC236}">
                    <a16:creationId xmlns:a16="http://schemas.microsoft.com/office/drawing/2014/main" id="{A333714F-FE87-4B28-B855-8322BD23F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495"/>
                <a:ext cx="266" cy="267"/>
              </a:xfrm>
              <a:custGeom>
                <a:avLst/>
                <a:gdLst>
                  <a:gd name="T0" fmla="*/ 0 w 171"/>
                  <a:gd name="T1" fmla="*/ 8 h 161"/>
                  <a:gd name="T2" fmla="*/ 19 w 171"/>
                  <a:gd name="T3" fmla="*/ 63 h 161"/>
                  <a:gd name="T4" fmla="*/ 61 w 171"/>
                  <a:gd name="T5" fmla="*/ 88 h 161"/>
                  <a:gd name="T6" fmla="*/ 101 w 171"/>
                  <a:gd name="T7" fmla="*/ 138 h 161"/>
                  <a:gd name="T8" fmla="*/ 177 w 171"/>
                  <a:gd name="T9" fmla="*/ 221 h 161"/>
                  <a:gd name="T10" fmla="*/ 232 w 171"/>
                  <a:gd name="T11" fmla="*/ 310 h 161"/>
                  <a:gd name="T12" fmla="*/ 283 w 171"/>
                  <a:gd name="T13" fmla="*/ 597 h 161"/>
                  <a:gd name="T14" fmla="*/ 353 w 171"/>
                  <a:gd name="T15" fmla="*/ 511 h 161"/>
                  <a:gd name="T16" fmla="*/ 453 w 171"/>
                  <a:gd name="T17" fmla="*/ 556 h 161"/>
                  <a:gd name="T18" fmla="*/ 571 w 171"/>
                  <a:gd name="T19" fmla="*/ 685 h 161"/>
                  <a:gd name="T20" fmla="*/ 644 w 171"/>
                  <a:gd name="T21" fmla="*/ 735 h 161"/>
                  <a:gd name="T22" fmla="*/ 644 w 171"/>
                  <a:gd name="T23" fmla="*/ 688 h 161"/>
                  <a:gd name="T24" fmla="*/ 14 w 171"/>
                  <a:gd name="T25" fmla="*/ 0 h 161"/>
                  <a:gd name="T26" fmla="*/ 0 w 171"/>
                  <a:gd name="T27" fmla="*/ 8 h 1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1" h="161">
                    <a:moveTo>
                      <a:pt x="0" y="2"/>
                    </a:moveTo>
                    <a:cubicBezTo>
                      <a:pt x="1" y="7"/>
                      <a:pt x="1" y="11"/>
                      <a:pt x="5" y="14"/>
                    </a:cubicBezTo>
                    <a:cubicBezTo>
                      <a:pt x="8" y="16"/>
                      <a:pt x="13" y="17"/>
                      <a:pt x="16" y="19"/>
                    </a:cubicBezTo>
                    <a:cubicBezTo>
                      <a:pt x="21" y="22"/>
                      <a:pt x="23" y="27"/>
                      <a:pt x="27" y="30"/>
                    </a:cubicBezTo>
                    <a:cubicBezTo>
                      <a:pt x="35" y="36"/>
                      <a:pt x="43" y="38"/>
                      <a:pt x="47" y="48"/>
                    </a:cubicBezTo>
                    <a:cubicBezTo>
                      <a:pt x="51" y="56"/>
                      <a:pt x="57" y="61"/>
                      <a:pt x="62" y="68"/>
                    </a:cubicBezTo>
                    <a:cubicBezTo>
                      <a:pt x="74" y="88"/>
                      <a:pt x="69" y="111"/>
                      <a:pt x="75" y="131"/>
                    </a:cubicBezTo>
                    <a:cubicBezTo>
                      <a:pt x="78" y="124"/>
                      <a:pt x="86" y="115"/>
                      <a:pt x="94" y="112"/>
                    </a:cubicBezTo>
                    <a:cubicBezTo>
                      <a:pt x="104" y="109"/>
                      <a:pt x="113" y="117"/>
                      <a:pt x="120" y="122"/>
                    </a:cubicBezTo>
                    <a:cubicBezTo>
                      <a:pt x="132" y="130"/>
                      <a:pt x="139" y="143"/>
                      <a:pt x="152" y="150"/>
                    </a:cubicBezTo>
                    <a:cubicBezTo>
                      <a:pt x="159" y="153"/>
                      <a:pt x="165" y="156"/>
                      <a:pt x="171" y="161"/>
                    </a:cubicBezTo>
                    <a:cubicBezTo>
                      <a:pt x="171" y="151"/>
                      <a:pt x="171" y="151"/>
                      <a:pt x="171" y="151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44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09" name="Freeform 1660">
                <a:extLst>
                  <a:ext uri="{FF2B5EF4-FFF2-40B4-BE49-F238E27FC236}">
                    <a16:creationId xmlns:a16="http://schemas.microsoft.com/office/drawing/2014/main" id="{D702CDEE-D3CC-425A-B186-37F3191EE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1941"/>
                <a:ext cx="50" cy="74"/>
              </a:xfrm>
              <a:custGeom>
                <a:avLst/>
                <a:gdLst>
                  <a:gd name="T0" fmla="*/ 75 w 32"/>
                  <a:gd name="T1" fmla="*/ 71 h 45"/>
                  <a:gd name="T2" fmla="*/ 61 w 32"/>
                  <a:gd name="T3" fmla="*/ 110 h 45"/>
                  <a:gd name="T4" fmla="*/ 109 w 32"/>
                  <a:gd name="T5" fmla="*/ 54 h 45"/>
                  <a:gd name="T6" fmla="*/ 117 w 32"/>
                  <a:gd name="T7" fmla="*/ 97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5">
                    <a:moveTo>
                      <a:pt x="20" y="16"/>
                    </a:moveTo>
                    <a:cubicBezTo>
                      <a:pt x="16" y="17"/>
                      <a:pt x="12" y="23"/>
                      <a:pt x="16" y="25"/>
                    </a:cubicBezTo>
                    <a:cubicBezTo>
                      <a:pt x="21" y="29"/>
                      <a:pt x="32" y="17"/>
                      <a:pt x="29" y="12"/>
                    </a:cubicBezTo>
                    <a:cubicBezTo>
                      <a:pt x="22" y="0"/>
                      <a:pt x="0" y="45"/>
                      <a:pt x="31" y="22"/>
                    </a:cubicBezTo>
                  </a:path>
                </a:pathLst>
              </a:custGeom>
              <a:noFill/>
              <a:ln w="23813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10" name="Freeform 1661">
                <a:extLst>
                  <a:ext uri="{FF2B5EF4-FFF2-40B4-BE49-F238E27FC236}">
                    <a16:creationId xmlns:a16="http://schemas.microsoft.com/office/drawing/2014/main" id="{7FE032A2-C0C2-4059-B22A-F0E826AD3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1942"/>
                <a:ext cx="48" cy="47"/>
              </a:xfrm>
              <a:custGeom>
                <a:avLst/>
                <a:gdLst>
                  <a:gd name="T0" fmla="*/ 53 w 31"/>
                  <a:gd name="T1" fmla="*/ 49 h 28"/>
                  <a:gd name="T2" fmla="*/ 40 w 31"/>
                  <a:gd name="T3" fmla="*/ 29 h 28"/>
                  <a:gd name="T4" fmla="*/ 45 w 31"/>
                  <a:gd name="T5" fmla="*/ 119 h 28"/>
                  <a:gd name="T6" fmla="*/ 82 w 31"/>
                  <a:gd name="T7" fmla="*/ 20 h 28"/>
                  <a:gd name="T8" fmla="*/ 45 w 31"/>
                  <a:gd name="T9" fmla="*/ 104 h 28"/>
                  <a:gd name="T10" fmla="*/ 93 w 31"/>
                  <a:gd name="T11" fmla="*/ 49 h 28"/>
                  <a:gd name="T12" fmla="*/ 88 w 31"/>
                  <a:gd name="T13" fmla="*/ 6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14" y="10"/>
                    </a:moveTo>
                    <a:cubicBezTo>
                      <a:pt x="13" y="8"/>
                      <a:pt x="12" y="7"/>
                      <a:pt x="11" y="6"/>
                    </a:cubicBezTo>
                    <a:cubicBezTo>
                      <a:pt x="7" y="10"/>
                      <a:pt x="5" y="22"/>
                      <a:pt x="12" y="25"/>
                    </a:cubicBezTo>
                    <a:cubicBezTo>
                      <a:pt x="21" y="28"/>
                      <a:pt x="31" y="8"/>
                      <a:pt x="22" y="4"/>
                    </a:cubicBezTo>
                    <a:cubicBezTo>
                      <a:pt x="15" y="0"/>
                      <a:pt x="0" y="17"/>
                      <a:pt x="12" y="22"/>
                    </a:cubicBezTo>
                    <a:cubicBezTo>
                      <a:pt x="20" y="26"/>
                      <a:pt x="31" y="17"/>
                      <a:pt x="25" y="10"/>
                    </a:cubicBezTo>
                    <a:cubicBezTo>
                      <a:pt x="24" y="11"/>
                      <a:pt x="24" y="12"/>
                      <a:pt x="24" y="13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11" name="Freeform 1662">
                <a:extLst>
                  <a:ext uri="{FF2B5EF4-FFF2-40B4-BE49-F238E27FC236}">
                    <a16:creationId xmlns:a16="http://schemas.microsoft.com/office/drawing/2014/main" id="{2A091040-0945-4F26-8694-2C14215EE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1964"/>
                <a:ext cx="14" cy="8"/>
              </a:xfrm>
              <a:custGeom>
                <a:avLst/>
                <a:gdLst>
                  <a:gd name="T0" fmla="*/ 0 w 9"/>
                  <a:gd name="T1" fmla="*/ 8 h 5"/>
                  <a:gd name="T2" fmla="*/ 34 w 9"/>
                  <a:gd name="T3" fmla="*/ 13 h 5"/>
                  <a:gd name="T4" fmla="*/ 8 w 9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0" y="2"/>
                    </a:moveTo>
                    <a:cubicBezTo>
                      <a:pt x="3" y="0"/>
                      <a:pt x="7" y="0"/>
                      <a:pt x="9" y="3"/>
                    </a:cubicBezTo>
                    <a:cubicBezTo>
                      <a:pt x="7" y="4"/>
                      <a:pt x="4" y="5"/>
                      <a:pt x="2" y="5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12" name="Freeform 1663">
                <a:extLst>
                  <a:ext uri="{FF2B5EF4-FFF2-40B4-BE49-F238E27FC236}">
                    <a16:creationId xmlns:a16="http://schemas.microsoft.com/office/drawing/2014/main" id="{B26B13FF-1949-4EAF-B21C-71E8E0ED7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1936"/>
                <a:ext cx="50" cy="51"/>
              </a:xfrm>
              <a:custGeom>
                <a:avLst/>
                <a:gdLst>
                  <a:gd name="T0" fmla="*/ 73 w 32"/>
                  <a:gd name="T1" fmla="*/ 26 h 31"/>
                  <a:gd name="T2" fmla="*/ 95 w 32"/>
                  <a:gd name="T3" fmla="*/ 71 h 31"/>
                  <a:gd name="T4" fmla="*/ 39 w 32"/>
                  <a:gd name="T5" fmla="*/ 5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1">
                    <a:moveTo>
                      <a:pt x="19" y="6"/>
                    </a:moveTo>
                    <a:cubicBezTo>
                      <a:pt x="0" y="3"/>
                      <a:pt x="15" y="31"/>
                      <a:pt x="25" y="16"/>
                    </a:cubicBezTo>
                    <a:cubicBezTo>
                      <a:pt x="32" y="5"/>
                      <a:pt x="13" y="0"/>
                      <a:pt x="10" y="12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13" name="Freeform 1664">
                <a:extLst>
                  <a:ext uri="{FF2B5EF4-FFF2-40B4-BE49-F238E27FC236}">
                    <a16:creationId xmlns:a16="http://schemas.microsoft.com/office/drawing/2014/main" id="{E9986211-06EE-41F8-A89A-203B95B05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1962"/>
                <a:ext cx="11" cy="9"/>
              </a:xfrm>
              <a:custGeom>
                <a:avLst/>
                <a:gdLst>
                  <a:gd name="T0" fmla="*/ 22 w 7"/>
                  <a:gd name="T1" fmla="*/ 29 h 5"/>
                  <a:gd name="T2" fmla="*/ 20 w 7"/>
                  <a:gd name="T3" fmla="*/ 0 h 5"/>
                  <a:gd name="T4" fmla="*/ 13 w 7"/>
                  <a:gd name="T5" fmla="*/ 2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6" y="5"/>
                    </a:moveTo>
                    <a:cubicBezTo>
                      <a:pt x="4" y="2"/>
                      <a:pt x="0" y="2"/>
                      <a:pt x="5" y="0"/>
                    </a:cubicBezTo>
                    <a:cubicBezTo>
                      <a:pt x="7" y="3"/>
                      <a:pt x="4" y="2"/>
                      <a:pt x="3" y="4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14" name="Freeform 1665">
                <a:extLst>
                  <a:ext uri="{FF2B5EF4-FFF2-40B4-BE49-F238E27FC236}">
                    <a16:creationId xmlns:a16="http://schemas.microsoft.com/office/drawing/2014/main" id="{9DC6BABF-ECAD-42BF-8755-448226662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9" y="1916"/>
                <a:ext cx="30" cy="20"/>
              </a:xfrm>
              <a:custGeom>
                <a:avLst/>
                <a:gdLst>
                  <a:gd name="T0" fmla="*/ 62 w 19"/>
                  <a:gd name="T1" fmla="*/ 8 h 12"/>
                  <a:gd name="T2" fmla="*/ 0 w 19"/>
                  <a:gd name="T3" fmla="*/ 28 h 12"/>
                  <a:gd name="T4" fmla="*/ 74 w 19"/>
                  <a:gd name="T5" fmla="*/ 33 h 12"/>
                  <a:gd name="T6" fmla="*/ 47 w 19"/>
                  <a:gd name="T7" fmla="*/ 2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6" y="2"/>
                    </a:moveTo>
                    <a:cubicBezTo>
                      <a:pt x="11" y="0"/>
                      <a:pt x="3" y="1"/>
                      <a:pt x="0" y="6"/>
                    </a:cubicBezTo>
                    <a:cubicBezTo>
                      <a:pt x="5" y="10"/>
                      <a:pt x="15" y="12"/>
                      <a:pt x="19" y="7"/>
                    </a:cubicBezTo>
                    <a:cubicBezTo>
                      <a:pt x="17" y="3"/>
                      <a:pt x="14" y="3"/>
                      <a:pt x="12" y="4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15" name="Freeform 1666">
                <a:extLst>
                  <a:ext uri="{FF2B5EF4-FFF2-40B4-BE49-F238E27FC236}">
                    <a16:creationId xmlns:a16="http://schemas.microsoft.com/office/drawing/2014/main" id="{E32500EE-CAEF-4BC7-A631-8C4559528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964"/>
                <a:ext cx="7" cy="7"/>
              </a:xfrm>
              <a:custGeom>
                <a:avLst/>
                <a:gdLst>
                  <a:gd name="T0" fmla="*/ 16 w 4"/>
                  <a:gd name="T1" fmla="*/ 21 h 4"/>
                  <a:gd name="T2" fmla="*/ 7 w 4"/>
                  <a:gd name="T3" fmla="*/ 0 h 4"/>
                  <a:gd name="T4" fmla="*/ 21 w 4"/>
                  <a:gd name="T5" fmla="*/ 12 h 4"/>
                  <a:gd name="T6" fmla="*/ 0 w 4"/>
                  <a:gd name="T7" fmla="*/ 2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2"/>
                      <a:pt x="0" y="3"/>
                      <a:pt x="1" y="0"/>
                    </a:cubicBezTo>
                    <a:cubicBezTo>
                      <a:pt x="2" y="1"/>
                      <a:pt x="2" y="1"/>
                      <a:pt x="4" y="2"/>
                    </a:cubicBezTo>
                    <a:cubicBezTo>
                      <a:pt x="3" y="4"/>
                      <a:pt x="1" y="3"/>
                      <a:pt x="0" y="4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16" name="Freeform 1667">
                <a:extLst>
                  <a:ext uri="{FF2B5EF4-FFF2-40B4-BE49-F238E27FC236}">
                    <a16:creationId xmlns:a16="http://schemas.microsoft.com/office/drawing/2014/main" id="{821A2096-55D5-41B8-A104-4269F5CC0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964"/>
                <a:ext cx="27" cy="25"/>
              </a:xfrm>
              <a:custGeom>
                <a:avLst/>
                <a:gdLst>
                  <a:gd name="T0" fmla="*/ 56 w 17"/>
                  <a:gd name="T1" fmla="*/ 22 h 15"/>
                  <a:gd name="T2" fmla="*/ 0 w 17"/>
                  <a:gd name="T3" fmla="*/ 62 h 15"/>
                  <a:gd name="T4" fmla="*/ 68 w 17"/>
                  <a:gd name="T5" fmla="*/ 37 h 15"/>
                  <a:gd name="T6" fmla="*/ 0 w 17"/>
                  <a:gd name="T7" fmla="*/ 4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14" y="5"/>
                    </a:moveTo>
                    <a:cubicBezTo>
                      <a:pt x="8" y="6"/>
                      <a:pt x="3" y="8"/>
                      <a:pt x="0" y="13"/>
                    </a:cubicBezTo>
                    <a:cubicBezTo>
                      <a:pt x="6" y="15"/>
                      <a:pt x="14" y="13"/>
                      <a:pt x="17" y="8"/>
                    </a:cubicBezTo>
                    <a:cubicBezTo>
                      <a:pt x="13" y="0"/>
                      <a:pt x="5" y="5"/>
                      <a:pt x="0" y="10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17" name="Freeform 1668">
                <a:extLst>
                  <a:ext uri="{FF2B5EF4-FFF2-40B4-BE49-F238E27FC236}">
                    <a16:creationId xmlns:a16="http://schemas.microsoft.com/office/drawing/2014/main" id="{78B25587-6DA7-4D00-8BBE-5584131A7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964"/>
                <a:ext cx="13" cy="13"/>
              </a:xfrm>
              <a:custGeom>
                <a:avLst/>
                <a:gdLst>
                  <a:gd name="T0" fmla="*/ 29 w 8"/>
                  <a:gd name="T1" fmla="*/ 8 h 8"/>
                  <a:gd name="T2" fmla="*/ 0 w 8"/>
                  <a:gd name="T3" fmla="*/ 18 h 8"/>
                  <a:gd name="T4" fmla="*/ 34 w 8"/>
                  <a:gd name="T5" fmla="*/ 29 h 8"/>
                  <a:gd name="T6" fmla="*/ 26 w 8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7" y="2"/>
                    </a:moveTo>
                    <a:cubicBezTo>
                      <a:pt x="4" y="3"/>
                      <a:pt x="3" y="5"/>
                      <a:pt x="0" y="4"/>
                    </a:cubicBezTo>
                    <a:cubicBezTo>
                      <a:pt x="3" y="0"/>
                      <a:pt x="8" y="1"/>
                      <a:pt x="8" y="7"/>
                    </a:cubicBezTo>
                    <a:cubicBezTo>
                      <a:pt x="8" y="7"/>
                      <a:pt x="7" y="8"/>
                      <a:pt x="6" y="8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18" name="Freeform 1669">
                <a:extLst>
                  <a:ext uri="{FF2B5EF4-FFF2-40B4-BE49-F238E27FC236}">
                    <a16:creationId xmlns:a16="http://schemas.microsoft.com/office/drawing/2014/main" id="{DC1C4402-A087-4BCB-A523-44D232820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1942"/>
                <a:ext cx="10" cy="10"/>
              </a:xfrm>
              <a:custGeom>
                <a:avLst/>
                <a:gdLst>
                  <a:gd name="T0" fmla="*/ 0 w 7"/>
                  <a:gd name="T1" fmla="*/ 13 h 6"/>
                  <a:gd name="T2" fmla="*/ 0 w 7"/>
                  <a:gd name="T3" fmla="*/ 22 h 6"/>
                  <a:gd name="T4" fmla="*/ 20 w 7"/>
                  <a:gd name="T5" fmla="*/ 20 h 6"/>
                  <a:gd name="T6" fmla="*/ 9 w 7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2" y="6"/>
                      <a:pt x="4" y="6"/>
                      <a:pt x="7" y="4"/>
                    </a:cubicBezTo>
                    <a:cubicBezTo>
                      <a:pt x="6" y="0"/>
                      <a:pt x="4" y="2"/>
                      <a:pt x="3" y="2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19" name="Freeform 1670">
                <a:extLst>
                  <a:ext uri="{FF2B5EF4-FFF2-40B4-BE49-F238E27FC236}">
                    <a16:creationId xmlns:a16="http://schemas.microsoft.com/office/drawing/2014/main" id="{6D97AC2F-8A98-48B5-B469-E9A42733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982"/>
                <a:ext cx="35" cy="27"/>
              </a:xfrm>
              <a:custGeom>
                <a:avLst/>
                <a:gdLst>
                  <a:gd name="T0" fmla="*/ 75 w 23"/>
                  <a:gd name="T1" fmla="*/ 5 h 16"/>
                  <a:gd name="T2" fmla="*/ 26 w 23"/>
                  <a:gd name="T3" fmla="*/ 24 h 16"/>
                  <a:gd name="T4" fmla="*/ 81 w 23"/>
                  <a:gd name="T5" fmla="*/ 41 h 16"/>
                  <a:gd name="T6" fmla="*/ 5 w 23"/>
                  <a:gd name="T7" fmla="*/ 4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6">
                    <a:moveTo>
                      <a:pt x="21" y="1"/>
                    </a:moveTo>
                    <a:cubicBezTo>
                      <a:pt x="19" y="7"/>
                      <a:pt x="13" y="10"/>
                      <a:pt x="7" y="5"/>
                    </a:cubicBezTo>
                    <a:cubicBezTo>
                      <a:pt x="10" y="0"/>
                      <a:pt x="23" y="1"/>
                      <a:pt x="23" y="8"/>
                    </a:cubicBezTo>
                    <a:cubicBezTo>
                      <a:pt x="23" y="14"/>
                      <a:pt x="0" y="16"/>
                      <a:pt x="1" y="10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20" name="Freeform 1671">
                <a:extLst>
                  <a:ext uri="{FF2B5EF4-FFF2-40B4-BE49-F238E27FC236}">
                    <a16:creationId xmlns:a16="http://schemas.microsoft.com/office/drawing/2014/main" id="{CB2BFCFD-6C1A-4DBE-A0D9-E74D786FD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1989"/>
                <a:ext cx="15" cy="15"/>
              </a:xfrm>
              <a:custGeom>
                <a:avLst/>
                <a:gdLst>
                  <a:gd name="T0" fmla="*/ 12 w 10"/>
                  <a:gd name="T1" fmla="*/ 8 h 9"/>
                  <a:gd name="T2" fmla="*/ 0 w 10"/>
                  <a:gd name="T3" fmla="*/ 28 h 9"/>
                  <a:gd name="T4" fmla="*/ 35 w 10"/>
                  <a:gd name="T5" fmla="*/ 13 h 9"/>
                  <a:gd name="T6" fmla="*/ 12 w 10"/>
                  <a:gd name="T7" fmla="*/ 2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3" y="2"/>
                    </a:moveTo>
                    <a:cubicBezTo>
                      <a:pt x="1" y="3"/>
                      <a:pt x="0" y="4"/>
                      <a:pt x="0" y="6"/>
                    </a:cubicBezTo>
                    <a:cubicBezTo>
                      <a:pt x="3" y="9"/>
                      <a:pt x="8" y="7"/>
                      <a:pt x="10" y="3"/>
                    </a:cubicBezTo>
                    <a:cubicBezTo>
                      <a:pt x="6" y="0"/>
                      <a:pt x="3" y="1"/>
                      <a:pt x="3" y="5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21" name="Freeform 1672">
                <a:extLst>
                  <a:ext uri="{FF2B5EF4-FFF2-40B4-BE49-F238E27FC236}">
                    <a16:creationId xmlns:a16="http://schemas.microsoft.com/office/drawing/2014/main" id="{128D2B9A-E24D-4D65-8FF5-DBEAB2A59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1994"/>
                <a:ext cx="23" cy="20"/>
              </a:xfrm>
              <a:custGeom>
                <a:avLst/>
                <a:gdLst>
                  <a:gd name="T0" fmla="*/ 21 w 15"/>
                  <a:gd name="T1" fmla="*/ 8 h 12"/>
                  <a:gd name="T2" fmla="*/ 5 w 15"/>
                  <a:gd name="T3" fmla="*/ 50 h 12"/>
                  <a:gd name="T4" fmla="*/ 54 w 15"/>
                  <a:gd name="T5" fmla="*/ 20 h 12"/>
                  <a:gd name="T6" fmla="*/ 12 w 15"/>
                  <a:gd name="T7" fmla="*/ 2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6" y="2"/>
                    </a:moveTo>
                    <a:cubicBezTo>
                      <a:pt x="2" y="4"/>
                      <a:pt x="0" y="7"/>
                      <a:pt x="1" y="11"/>
                    </a:cubicBezTo>
                    <a:cubicBezTo>
                      <a:pt x="6" y="12"/>
                      <a:pt x="12" y="9"/>
                      <a:pt x="15" y="4"/>
                    </a:cubicBezTo>
                    <a:cubicBezTo>
                      <a:pt x="11" y="1"/>
                      <a:pt x="0" y="0"/>
                      <a:pt x="3" y="6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22" name="Freeform 1673">
                <a:extLst>
                  <a:ext uri="{FF2B5EF4-FFF2-40B4-BE49-F238E27FC236}">
                    <a16:creationId xmlns:a16="http://schemas.microsoft.com/office/drawing/2014/main" id="{AC129817-BD39-4A2A-A21C-2E034DC27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987"/>
                <a:ext cx="8" cy="18"/>
              </a:xfrm>
              <a:custGeom>
                <a:avLst/>
                <a:gdLst>
                  <a:gd name="T0" fmla="*/ 21 w 5"/>
                  <a:gd name="T1" fmla="*/ 47 h 11"/>
                  <a:gd name="T2" fmla="*/ 8 w 5"/>
                  <a:gd name="T3" fmla="*/ 0 h 11"/>
                  <a:gd name="T4" fmla="*/ 13 w 5"/>
                  <a:gd name="T5" fmla="*/ 1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5" y="11"/>
                    </a:moveTo>
                    <a:cubicBezTo>
                      <a:pt x="1" y="8"/>
                      <a:pt x="0" y="4"/>
                      <a:pt x="2" y="0"/>
                    </a:cubicBezTo>
                    <a:cubicBezTo>
                      <a:pt x="3" y="1"/>
                      <a:pt x="2" y="2"/>
                      <a:pt x="3" y="4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23" name="Freeform 1674">
                <a:extLst>
                  <a:ext uri="{FF2B5EF4-FFF2-40B4-BE49-F238E27FC236}">
                    <a16:creationId xmlns:a16="http://schemas.microsoft.com/office/drawing/2014/main" id="{DB5B930B-2237-4830-B251-3D31EE312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019"/>
                <a:ext cx="31" cy="30"/>
              </a:xfrm>
              <a:custGeom>
                <a:avLst/>
                <a:gdLst>
                  <a:gd name="T0" fmla="*/ 53 w 20"/>
                  <a:gd name="T1" fmla="*/ 5 h 18"/>
                  <a:gd name="T2" fmla="*/ 74 w 20"/>
                  <a:gd name="T3" fmla="*/ 47 h 18"/>
                  <a:gd name="T4" fmla="*/ 22 w 20"/>
                  <a:gd name="T5" fmla="*/ 6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14" y="1"/>
                    </a:moveTo>
                    <a:cubicBezTo>
                      <a:pt x="5" y="6"/>
                      <a:pt x="14" y="18"/>
                      <a:pt x="20" y="10"/>
                    </a:cubicBezTo>
                    <a:cubicBezTo>
                      <a:pt x="17" y="0"/>
                      <a:pt x="0" y="3"/>
                      <a:pt x="6" y="13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24" name="Freeform 1675">
                <a:extLst>
                  <a:ext uri="{FF2B5EF4-FFF2-40B4-BE49-F238E27FC236}">
                    <a16:creationId xmlns:a16="http://schemas.microsoft.com/office/drawing/2014/main" id="{CCFC4275-A234-455A-973E-F81C33D48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113"/>
                <a:ext cx="32" cy="33"/>
              </a:xfrm>
              <a:custGeom>
                <a:avLst/>
                <a:gdLst>
                  <a:gd name="T0" fmla="*/ 34 w 20"/>
                  <a:gd name="T1" fmla="*/ 58 h 20"/>
                  <a:gd name="T2" fmla="*/ 61 w 20"/>
                  <a:gd name="T3" fmla="*/ 21 h 20"/>
                  <a:gd name="T4" fmla="*/ 8 w 20"/>
                  <a:gd name="T5" fmla="*/ 76 h 20"/>
                  <a:gd name="T6" fmla="*/ 82 w 20"/>
                  <a:gd name="T7" fmla="*/ 41 h 20"/>
                  <a:gd name="T8" fmla="*/ 42 w 20"/>
                  <a:gd name="T9" fmla="*/ 6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8" y="13"/>
                    </a:moveTo>
                    <a:cubicBezTo>
                      <a:pt x="2" y="7"/>
                      <a:pt x="11" y="0"/>
                      <a:pt x="15" y="5"/>
                    </a:cubicBezTo>
                    <a:cubicBezTo>
                      <a:pt x="20" y="11"/>
                      <a:pt x="7" y="20"/>
                      <a:pt x="2" y="17"/>
                    </a:cubicBezTo>
                    <a:cubicBezTo>
                      <a:pt x="0" y="9"/>
                      <a:pt x="16" y="3"/>
                      <a:pt x="20" y="9"/>
                    </a:cubicBezTo>
                    <a:cubicBezTo>
                      <a:pt x="18" y="13"/>
                      <a:pt x="14" y="14"/>
                      <a:pt x="10" y="15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25" name="Freeform 1676">
                <a:extLst>
                  <a:ext uri="{FF2B5EF4-FFF2-40B4-BE49-F238E27FC236}">
                    <a16:creationId xmlns:a16="http://schemas.microsoft.com/office/drawing/2014/main" id="{0894635B-3000-424A-9DBD-6BD4E1C1B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120"/>
                <a:ext cx="14" cy="15"/>
              </a:xfrm>
              <a:custGeom>
                <a:avLst/>
                <a:gdLst>
                  <a:gd name="T0" fmla="*/ 5 w 9"/>
                  <a:gd name="T1" fmla="*/ 20 h 9"/>
                  <a:gd name="T2" fmla="*/ 0 w 9"/>
                  <a:gd name="T3" fmla="*/ 33 h 9"/>
                  <a:gd name="T4" fmla="*/ 34 w 9"/>
                  <a:gd name="T5" fmla="*/ 0 h 9"/>
                  <a:gd name="T6" fmla="*/ 0 w 9"/>
                  <a:gd name="T7" fmla="*/ 37 h 9"/>
                  <a:gd name="T8" fmla="*/ 19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5" y="7"/>
                      <a:pt x="9" y="4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2" y="9"/>
                      <a:pt x="3" y="9"/>
                      <a:pt x="5" y="8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26" name="Freeform 1677">
                <a:extLst>
                  <a:ext uri="{FF2B5EF4-FFF2-40B4-BE49-F238E27FC236}">
                    <a16:creationId xmlns:a16="http://schemas.microsoft.com/office/drawing/2014/main" id="{F12A9D2E-9CB1-42FE-9FEA-D5306CC33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075"/>
                <a:ext cx="11" cy="12"/>
              </a:xfrm>
              <a:custGeom>
                <a:avLst/>
                <a:gdLst>
                  <a:gd name="T0" fmla="*/ 20 w 7"/>
                  <a:gd name="T1" fmla="*/ 36 h 7"/>
                  <a:gd name="T2" fmla="*/ 0 w 7"/>
                  <a:gd name="T3" fmla="*/ 21 h 7"/>
                  <a:gd name="T4" fmla="*/ 22 w 7"/>
                  <a:gd name="T5" fmla="*/ 5 h 7"/>
                  <a:gd name="T6" fmla="*/ 20 w 7"/>
                  <a:gd name="T7" fmla="*/ 2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3" y="1"/>
                      <a:pt x="2" y="0"/>
                      <a:pt x="6" y="1"/>
                    </a:cubicBezTo>
                    <a:cubicBezTo>
                      <a:pt x="7" y="4"/>
                      <a:pt x="5" y="4"/>
                      <a:pt x="5" y="6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27" name="Freeform 1678">
                <a:extLst>
                  <a:ext uri="{FF2B5EF4-FFF2-40B4-BE49-F238E27FC236}">
                    <a16:creationId xmlns:a16="http://schemas.microsoft.com/office/drawing/2014/main" id="{FF3BB90C-D2CE-41AE-B2A4-B5C653E3B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090"/>
                <a:ext cx="31" cy="27"/>
              </a:xfrm>
              <a:custGeom>
                <a:avLst/>
                <a:gdLst>
                  <a:gd name="T0" fmla="*/ 19 w 20"/>
                  <a:gd name="T1" fmla="*/ 49 h 16"/>
                  <a:gd name="T2" fmla="*/ 5 w 20"/>
                  <a:gd name="T3" fmla="*/ 57 h 16"/>
                  <a:gd name="T4" fmla="*/ 70 w 20"/>
                  <a:gd name="T5" fmla="*/ 20 h 16"/>
                  <a:gd name="T6" fmla="*/ 14 w 20"/>
                  <a:gd name="T7" fmla="*/ 7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5" y="10"/>
                    </a:moveTo>
                    <a:cubicBezTo>
                      <a:pt x="3" y="10"/>
                      <a:pt x="2" y="11"/>
                      <a:pt x="1" y="12"/>
                    </a:cubicBezTo>
                    <a:cubicBezTo>
                      <a:pt x="6" y="15"/>
                      <a:pt x="20" y="12"/>
                      <a:pt x="19" y="4"/>
                    </a:cubicBezTo>
                    <a:cubicBezTo>
                      <a:pt x="12" y="0"/>
                      <a:pt x="0" y="7"/>
                      <a:pt x="4" y="16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28" name="Freeform 1679">
                <a:extLst>
                  <a:ext uri="{FF2B5EF4-FFF2-40B4-BE49-F238E27FC236}">
                    <a16:creationId xmlns:a16="http://schemas.microsoft.com/office/drawing/2014/main" id="{46E1EE04-4295-47F3-A74F-E05744AEE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057"/>
                <a:ext cx="9" cy="10"/>
              </a:xfrm>
              <a:custGeom>
                <a:avLst/>
                <a:gdLst>
                  <a:gd name="T0" fmla="*/ 14 w 6"/>
                  <a:gd name="T1" fmla="*/ 5 h 6"/>
                  <a:gd name="T2" fmla="*/ 12 w 6"/>
                  <a:gd name="T3" fmla="*/ 28 h 6"/>
                  <a:gd name="T4" fmla="*/ 12 w 6"/>
                  <a:gd name="T5" fmla="*/ 0 h 6"/>
                  <a:gd name="T6" fmla="*/ 8 w 6"/>
                  <a:gd name="T7" fmla="*/ 2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1"/>
                    </a:moveTo>
                    <a:cubicBezTo>
                      <a:pt x="3" y="2"/>
                      <a:pt x="2" y="4"/>
                      <a:pt x="3" y="6"/>
                    </a:cubicBezTo>
                    <a:cubicBezTo>
                      <a:pt x="6" y="1"/>
                      <a:pt x="4" y="4"/>
                      <a:pt x="3" y="0"/>
                    </a:cubicBezTo>
                    <a:cubicBezTo>
                      <a:pt x="0" y="1"/>
                      <a:pt x="2" y="2"/>
                      <a:pt x="2" y="5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29" name="Freeform 1680">
                <a:extLst>
                  <a:ext uri="{FF2B5EF4-FFF2-40B4-BE49-F238E27FC236}">
                    <a16:creationId xmlns:a16="http://schemas.microsoft.com/office/drawing/2014/main" id="{7419A76A-E6EF-44EB-B686-43E8DCFD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068"/>
                <a:ext cx="37" cy="29"/>
              </a:xfrm>
              <a:custGeom>
                <a:avLst/>
                <a:gdLst>
                  <a:gd name="T0" fmla="*/ 19 w 24"/>
                  <a:gd name="T1" fmla="*/ 70 h 17"/>
                  <a:gd name="T2" fmla="*/ 5 w 24"/>
                  <a:gd name="T3" fmla="*/ 84 h 17"/>
                  <a:gd name="T4" fmla="*/ 8 w 24"/>
                  <a:gd name="T5" fmla="*/ 7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7">
                    <a:moveTo>
                      <a:pt x="5" y="14"/>
                    </a:moveTo>
                    <a:cubicBezTo>
                      <a:pt x="6" y="0"/>
                      <a:pt x="24" y="16"/>
                      <a:pt x="1" y="17"/>
                    </a:cubicBezTo>
                    <a:cubicBezTo>
                      <a:pt x="0" y="17"/>
                      <a:pt x="0" y="16"/>
                      <a:pt x="2" y="16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30" name="Freeform 1681">
                <a:extLst>
                  <a:ext uri="{FF2B5EF4-FFF2-40B4-BE49-F238E27FC236}">
                    <a16:creationId xmlns:a16="http://schemas.microsoft.com/office/drawing/2014/main" id="{60B2B93B-EAD6-4379-B5B3-3CF56C10F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042"/>
                <a:ext cx="16" cy="16"/>
              </a:xfrm>
              <a:custGeom>
                <a:avLst/>
                <a:gdLst>
                  <a:gd name="T0" fmla="*/ 13 w 10"/>
                  <a:gd name="T1" fmla="*/ 0 h 10"/>
                  <a:gd name="T2" fmla="*/ 35 w 10"/>
                  <a:gd name="T3" fmla="*/ 16 h 10"/>
                  <a:gd name="T4" fmla="*/ 5 w 10"/>
                  <a:gd name="T5" fmla="*/ 5 h 10"/>
                  <a:gd name="T6" fmla="*/ 42 w 10"/>
                  <a:gd name="T7" fmla="*/ 2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3" y="0"/>
                    </a:moveTo>
                    <a:cubicBezTo>
                      <a:pt x="0" y="6"/>
                      <a:pt x="5" y="10"/>
                      <a:pt x="9" y="4"/>
                    </a:cubicBezTo>
                    <a:cubicBezTo>
                      <a:pt x="7" y="0"/>
                      <a:pt x="4" y="0"/>
                      <a:pt x="1" y="1"/>
                    </a:cubicBezTo>
                    <a:cubicBezTo>
                      <a:pt x="2" y="4"/>
                      <a:pt x="6" y="5"/>
                      <a:pt x="10" y="5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31" name="Freeform 1682">
                <a:extLst>
                  <a:ext uri="{FF2B5EF4-FFF2-40B4-BE49-F238E27FC236}">
                    <a16:creationId xmlns:a16="http://schemas.microsoft.com/office/drawing/2014/main" id="{5AA696A4-40B3-453D-B8DD-FDFC3C73B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020"/>
                <a:ext cx="61" cy="47"/>
              </a:xfrm>
              <a:custGeom>
                <a:avLst/>
                <a:gdLst>
                  <a:gd name="T0" fmla="*/ 81 w 39"/>
                  <a:gd name="T1" fmla="*/ 37 h 28"/>
                  <a:gd name="T2" fmla="*/ 122 w 39"/>
                  <a:gd name="T3" fmla="*/ 76 h 28"/>
                  <a:gd name="T4" fmla="*/ 75 w 39"/>
                  <a:gd name="T5" fmla="*/ 10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8">
                    <a:moveTo>
                      <a:pt x="21" y="8"/>
                    </a:moveTo>
                    <a:cubicBezTo>
                      <a:pt x="0" y="18"/>
                      <a:pt x="27" y="28"/>
                      <a:pt x="32" y="16"/>
                    </a:cubicBezTo>
                    <a:cubicBezTo>
                      <a:pt x="39" y="0"/>
                      <a:pt x="5" y="12"/>
                      <a:pt x="20" y="22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32" name="Freeform 1683">
                <a:extLst>
                  <a:ext uri="{FF2B5EF4-FFF2-40B4-BE49-F238E27FC236}">
                    <a16:creationId xmlns:a16="http://schemas.microsoft.com/office/drawing/2014/main" id="{3AD07232-4DE9-4688-AA5B-CF6CB01B5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037"/>
                <a:ext cx="10" cy="7"/>
              </a:xfrm>
              <a:custGeom>
                <a:avLst/>
                <a:gdLst>
                  <a:gd name="T0" fmla="*/ 5 w 6"/>
                  <a:gd name="T1" fmla="*/ 7 h 4"/>
                  <a:gd name="T2" fmla="*/ 8 w 6"/>
                  <a:gd name="T3" fmla="*/ 21 h 4"/>
                  <a:gd name="T4" fmla="*/ 28 w 6"/>
                  <a:gd name="T5" fmla="*/ 12 h 4"/>
                  <a:gd name="T6" fmla="*/ 0 w 6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3" y="0"/>
                      <a:pt x="2" y="2"/>
                      <a:pt x="0" y="3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33" name="Freeform 1684">
                <a:extLst>
                  <a:ext uri="{FF2B5EF4-FFF2-40B4-BE49-F238E27FC236}">
                    <a16:creationId xmlns:a16="http://schemas.microsoft.com/office/drawing/2014/main" id="{253D4272-F8FC-451E-A3AF-ABC3E85C3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156"/>
                <a:ext cx="17" cy="20"/>
              </a:xfrm>
              <a:custGeom>
                <a:avLst/>
                <a:gdLst>
                  <a:gd name="T0" fmla="*/ 26 w 11"/>
                  <a:gd name="T1" fmla="*/ 37 h 12"/>
                  <a:gd name="T2" fmla="*/ 5 w 11"/>
                  <a:gd name="T3" fmla="*/ 37 h 12"/>
                  <a:gd name="T4" fmla="*/ 40 w 11"/>
                  <a:gd name="T5" fmla="*/ 13 h 12"/>
                  <a:gd name="T6" fmla="*/ 0 w 11"/>
                  <a:gd name="T7" fmla="*/ 5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7" y="8"/>
                    </a:moveTo>
                    <a:cubicBezTo>
                      <a:pt x="4" y="8"/>
                      <a:pt x="3" y="9"/>
                      <a:pt x="1" y="8"/>
                    </a:cubicBezTo>
                    <a:cubicBezTo>
                      <a:pt x="2" y="2"/>
                      <a:pt x="7" y="0"/>
                      <a:pt x="11" y="3"/>
                    </a:cubicBezTo>
                    <a:cubicBezTo>
                      <a:pt x="11" y="8"/>
                      <a:pt x="5" y="10"/>
                      <a:pt x="0" y="12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34" name="Freeform 1685">
                <a:extLst>
                  <a:ext uri="{FF2B5EF4-FFF2-40B4-BE49-F238E27FC236}">
                    <a16:creationId xmlns:a16="http://schemas.microsoft.com/office/drawing/2014/main" id="{EF9E123A-7A4A-4234-8AF1-7101A6619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188"/>
                <a:ext cx="9" cy="8"/>
              </a:xfrm>
              <a:custGeom>
                <a:avLst/>
                <a:gdLst>
                  <a:gd name="T0" fmla="*/ 12 w 6"/>
                  <a:gd name="T1" fmla="*/ 21 h 5"/>
                  <a:gd name="T2" fmla="*/ 0 w 6"/>
                  <a:gd name="T3" fmla="*/ 16 h 5"/>
                  <a:gd name="T4" fmla="*/ 14 w 6"/>
                  <a:gd name="T5" fmla="*/ 0 h 5"/>
                  <a:gd name="T6" fmla="*/ 12 w 6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5"/>
                      <a:pt x="1" y="5"/>
                      <a:pt x="0" y="4"/>
                    </a:cubicBezTo>
                    <a:cubicBezTo>
                      <a:pt x="1" y="2"/>
                      <a:pt x="1" y="1"/>
                      <a:pt x="4" y="0"/>
                    </a:cubicBezTo>
                    <a:cubicBezTo>
                      <a:pt x="6" y="3"/>
                      <a:pt x="3" y="3"/>
                      <a:pt x="3" y="5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35" name="Freeform 1686">
                <a:extLst>
                  <a:ext uri="{FF2B5EF4-FFF2-40B4-BE49-F238E27FC236}">
                    <a16:creationId xmlns:a16="http://schemas.microsoft.com/office/drawing/2014/main" id="{10EFE7AD-F48C-4B1C-9EBA-FB8D942C0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163"/>
                <a:ext cx="23" cy="22"/>
              </a:xfrm>
              <a:custGeom>
                <a:avLst/>
                <a:gdLst>
                  <a:gd name="T0" fmla="*/ 28 w 15"/>
                  <a:gd name="T1" fmla="*/ 20 h 13"/>
                  <a:gd name="T2" fmla="*/ 26 w 15"/>
                  <a:gd name="T3" fmla="*/ 58 h 13"/>
                  <a:gd name="T4" fmla="*/ 43 w 15"/>
                  <a:gd name="T5" fmla="*/ 20 h 13"/>
                  <a:gd name="T6" fmla="*/ 18 w 15"/>
                  <a:gd name="T7" fmla="*/ 6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8" y="4"/>
                    </a:moveTo>
                    <a:cubicBezTo>
                      <a:pt x="5" y="6"/>
                      <a:pt x="5" y="10"/>
                      <a:pt x="7" y="12"/>
                    </a:cubicBezTo>
                    <a:cubicBezTo>
                      <a:pt x="12" y="12"/>
                      <a:pt x="15" y="9"/>
                      <a:pt x="12" y="4"/>
                    </a:cubicBezTo>
                    <a:cubicBezTo>
                      <a:pt x="7" y="0"/>
                      <a:pt x="0" y="8"/>
                      <a:pt x="5" y="13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36" name="Freeform 1687">
                <a:extLst>
                  <a:ext uri="{FF2B5EF4-FFF2-40B4-BE49-F238E27FC236}">
                    <a16:creationId xmlns:a16="http://schemas.microsoft.com/office/drawing/2014/main" id="{AB96AD11-E6F1-4870-86AA-02E2D7C31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188"/>
                <a:ext cx="50" cy="40"/>
              </a:xfrm>
              <a:custGeom>
                <a:avLst/>
                <a:gdLst>
                  <a:gd name="T0" fmla="*/ 88 w 32"/>
                  <a:gd name="T1" fmla="*/ 78 h 24"/>
                  <a:gd name="T2" fmla="*/ 92 w 32"/>
                  <a:gd name="T3" fmla="*/ 42 h 24"/>
                  <a:gd name="T4" fmla="*/ 48 w 32"/>
                  <a:gd name="T5" fmla="*/ 47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4">
                    <a:moveTo>
                      <a:pt x="23" y="17"/>
                    </a:moveTo>
                    <a:cubicBezTo>
                      <a:pt x="9" y="21"/>
                      <a:pt x="20" y="0"/>
                      <a:pt x="24" y="9"/>
                    </a:cubicBezTo>
                    <a:cubicBezTo>
                      <a:pt x="32" y="24"/>
                      <a:pt x="0" y="19"/>
                      <a:pt x="13" y="10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37" name="Freeform 1688">
                <a:extLst>
                  <a:ext uri="{FF2B5EF4-FFF2-40B4-BE49-F238E27FC236}">
                    <a16:creationId xmlns:a16="http://schemas.microsoft.com/office/drawing/2014/main" id="{FFE54611-7993-4241-8D4C-67EE3ACEA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2194"/>
                <a:ext cx="27" cy="62"/>
              </a:xfrm>
              <a:custGeom>
                <a:avLst/>
                <a:gdLst>
                  <a:gd name="T0" fmla="*/ 52 w 17"/>
                  <a:gd name="T1" fmla="*/ 109 h 37"/>
                  <a:gd name="T2" fmla="*/ 68 w 17"/>
                  <a:gd name="T3" fmla="*/ 96 h 37"/>
                  <a:gd name="T4" fmla="*/ 43 w 17"/>
                  <a:gd name="T5" fmla="*/ 10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7">
                    <a:moveTo>
                      <a:pt x="13" y="23"/>
                    </a:moveTo>
                    <a:cubicBezTo>
                      <a:pt x="14" y="22"/>
                      <a:pt x="16" y="21"/>
                      <a:pt x="17" y="20"/>
                    </a:cubicBezTo>
                    <a:cubicBezTo>
                      <a:pt x="10" y="0"/>
                      <a:pt x="0" y="37"/>
                      <a:pt x="11" y="23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38" name="Freeform 1689">
                <a:extLst>
                  <a:ext uri="{FF2B5EF4-FFF2-40B4-BE49-F238E27FC236}">
                    <a16:creationId xmlns:a16="http://schemas.microsoft.com/office/drawing/2014/main" id="{0921A40A-B10E-49FA-9E03-C4D1FD9EC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251"/>
                <a:ext cx="1" cy="10"/>
              </a:xfrm>
              <a:custGeom>
                <a:avLst/>
                <a:gdLst>
                  <a:gd name="T0" fmla="*/ 1 w 1"/>
                  <a:gd name="T1" fmla="*/ 28 h 6"/>
                  <a:gd name="T2" fmla="*/ 1 w 1"/>
                  <a:gd name="T3" fmla="*/ 0 h 6"/>
                  <a:gd name="T4" fmla="*/ 0 w 1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4"/>
                      <a:pt x="1" y="2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39" name="Freeform 1690">
                <a:extLst>
                  <a:ext uri="{FF2B5EF4-FFF2-40B4-BE49-F238E27FC236}">
                    <a16:creationId xmlns:a16="http://schemas.microsoft.com/office/drawing/2014/main" id="{FF0F0CCF-0E2D-4A9B-A7A3-7392557D5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272"/>
                <a:ext cx="47" cy="37"/>
              </a:xfrm>
              <a:custGeom>
                <a:avLst/>
                <a:gdLst>
                  <a:gd name="T0" fmla="*/ 83 w 30"/>
                  <a:gd name="T1" fmla="*/ 8 h 22"/>
                  <a:gd name="T2" fmla="*/ 116 w 30"/>
                  <a:gd name="T3" fmla="*/ 8 h 22"/>
                  <a:gd name="T4" fmla="*/ 83 w 30"/>
                  <a:gd name="T5" fmla="*/ 2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2">
                    <a:moveTo>
                      <a:pt x="22" y="2"/>
                    </a:moveTo>
                    <a:cubicBezTo>
                      <a:pt x="0" y="6"/>
                      <a:pt x="29" y="22"/>
                      <a:pt x="30" y="2"/>
                    </a:cubicBezTo>
                    <a:cubicBezTo>
                      <a:pt x="27" y="0"/>
                      <a:pt x="24" y="1"/>
                      <a:pt x="22" y="4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40" name="Freeform 1691">
                <a:extLst>
                  <a:ext uri="{FF2B5EF4-FFF2-40B4-BE49-F238E27FC236}">
                    <a16:creationId xmlns:a16="http://schemas.microsoft.com/office/drawing/2014/main" id="{5B263017-E53E-4395-9F3C-719AC3AB3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312"/>
                <a:ext cx="8" cy="10"/>
              </a:xfrm>
              <a:custGeom>
                <a:avLst/>
                <a:gdLst>
                  <a:gd name="T0" fmla="*/ 13 w 5"/>
                  <a:gd name="T1" fmla="*/ 13 h 6"/>
                  <a:gd name="T2" fmla="*/ 0 w 5"/>
                  <a:gd name="T3" fmla="*/ 5 h 6"/>
                  <a:gd name="T4" fmla="*/ 21 w 5"/>
                  <a:gd name="T5" fmla="*/ 5 h 6"/>
                  <a:gd name="T6" fmla="*/ 5 w 5"/>
                  <a:gd name="T7" fmla="*/ 2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2"/>
                      <a:pt x="1" y="1"/>
                      <a:pt x="0" y="1"/>
                    </a:cubicBezTo>
                    <a:cubicBezTo>
                      <a:pt x="3" y="0"/>
                      <a:pt x="2" y="0"/>
                      <a:pt x="5" y="1"/>
                    </a:cubicBezTo>
                    <a:cubicBezTo>
                      <a:pt x="5" y="4"/>
                      <a:pt x="3" y="5"/>
                      <a:pt x="1" y="6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41" name="Freeform 1692">
                <a:extLst>
                  <a:ext uri="{FF2B5EF4-FFF2-40B4-BE49-F238E27FC236}">
                    <a16:creationId xmlns:a16="http://schemas.microsoft.com/office/drawing/2014/main" id="{23D4B704-AEF0-408F-9514-0D567AE86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375"/>
                <a:ext cx="10" cy="12"/>
              </a:xfrm>
              <a:custGeom>
                <a:avLst/>
                <a:gdLst>
                  <a:gd name="T0" fmla="*/ 8 w 6"/>
                  <a:gd name="T1" fmla="*/ 29 h 7"/>
                  <a:gd name="T2" fmla="*/ 28 w 6"/>
                  <a:gd name="T3" fmla="*/ 0 h 7"/>
                  <a:gd name="T4" fmla="*/ 0 w 6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6"/>
                    </a:moveTo>
                    <a:cubicBezTo>
                      <a:pt x="2" y="2"/>
                      <a:pt x="2" y="0"/>
                      <a:pt x="6" y="0"/>
                    </a:cubicBezTo>
                    <a:cubicBezTo>
                      <a:pt x="6" y="4"/>
                      <a:pt x="3" y="7"/>
                      <a:pt x="0" y="6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42" name="Freeform 1693">
                <a:extLst>
                  <a:ext uri="{FF2B5EF4-FFF2-40B4-BE49-F238E27FC236}">
                    <a16:creationId xmlns:a16="http://schemas.microsoft.com/office/drawing/2014/main" id="{4D04327D-8EAF-45F3-B8DA-0CECC23C9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340"/>
                <a:ext cx="19" cy="14"/>
              </a:xfrm>
              <a:custGeom>
                <a:avLst/>
                <a:gdLst>
                  <a:gd name="T0" fmla="*/ 27 w 12"/>
                  <a:gd name="T1" fmla="*/ 0 h 8"/>
                  <a:gd name="T2" fmla="*/ 0 w 12"/>
                  <a:gd name="T3" fmla="*/ 37 h 8"/>
                  <a:gd name="T4" fmla="*/ 48 w 12"/>
                  <a:gd name="T5" fmla="*/ 12 h 8"/>
                  <a:gd name="T6" fmla="*/ 16 w 12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7" y="0"/>
                    </a:moveTo>
                    <a:cubicBezTo>
                      <a:pt x="3" y="1"/>
                      <a:pt x="0" y="4"/>
                      <a:pt x="0" y="7"/>
                    </a:cubicBezTo>
                    <a:cubicBezTo>
                      <a:pt x="4" y="8"/>
                      <a:pt x="8" y="6"/>
                      <a:pt x="12" y="2"/>
                    </a:cubicBezTo>
                    <a:cubicBezTo>
                      <a:pt x="9" y="0"/>
                      <a:pt x="5" y="1"/>
                      <a:pt x="4" y="6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43" name="Freeform 1694">
                <a:extLst>
                  <a:ext uri="{FF2B5EF4-FFF2-40B4-BE49-F238E27FC236}">
                    <a16:creationId xmlns:a16="http://schemas.microsoft.com/office/drawing/2014/main" id="{46CC76B3-3305-458C-9358-960B04F9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350"/>
                <a:ext cx="7" cy="10"/>
              </a:xfrm>
              <a:custGeom>
                <a:avLst/>
                <a:gdLst>
                  <a:gd name="T0" fmla="*/ 0 w 5"/>
                  <a:gd name="T1" fmla="*/ 28 h 6"/>
                  <a:gd name="T2" fmla="*/ 14 w 5"/>
                  <a:gd name="T3" fmla="*/ 0 h 6"/>
                  <a:gd name="T4" fmla="*/ 0 w 5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0" y="2"/>
                      <a:pt x="0" y="0"/>
                      <a:pt x="5" y="0"/>
                    </a:cubicBezTo>
                    <a:cubicBezTo>
                      <a:pt x="4" y="2"/>
                      <a:pt x="2" y="2"/>
                      <a:pt x="0" y="4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44" name="Freeform 1695">
                <a:extLst>
                  <a:ext uri="{FF2B5EF4-FFF2-40B4-BE49-F238E27FC236}">
                    <a16:creationId xmlns:a16="http://schemas.microsoft.com/office/drawing/2014/main" id="{FD837034-7FCD-44AC-A6EF-3728BA1B9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309"/>
                <a:ext cx="9" cy="8"/>
              </a:xfrm>
              <a:custGeom>
                <a:avLst/>
                <a:gdLst>
                  <a:gd name="T0" fmla="*/ 18 w 6"/>
                  <a:gd name="T1" fmla="*/ 16 h 5"/>
                  <a:gd name="T2" fmla="*/ 5 w 6"/>
                  <a:gd name="T3" fmla="*/ 16 h 5"/>
                  <a:gd name="T4" fmla="*/ 5 w 6"/>
                  <a:gd name="T5" fmla="*/ 5 h 5"/>
                  <a:gd name="T6" fmla="*/ 21 w 6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3" y="0"/>
                      <a:pt x="3" y="2"/>
                      <a:pt x="6" y="2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45" name="Freeform 1696">
                <a:extLst>
                  <a:ext uri="{FF2B5EF4-FFF2-40B4-BE49-F238E27FC236}">
                    <a16:creationId xmlns:a16="http://schemas.microsoft.com/office/drawing/2014/main" id="{A9FD1D33-B071-4836-93B5-E4DB0E58B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196"/>
                <a:ext cx="17" cy="17"/>
              </a:xfrm>
              <a:custGeom>
                <a:avLst/>
                <a:gdLst>
                  <a:gd name="T0" fmla="*/ 14 w 11"/>
                  <a:gd name="T1" fmla="*/ 26 h 10"/>
                  <a:gd name="T2" fmla="*/ 40 w 11"/>
                  <a:gd name="T3" fmla="*/ 41 h 10"/>
                  <a:gd name="T4" fmla="*/ 12 w 11"/>
                  <a:gd name="T5" fmla="*/ 0 h 10"/>
                  <a:gd name="T6" fmla="*/ 14 w 11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4" y="5"/>
                    </a:moveTo>
                    <a:cubicBezTo>
                      <a:pt x="5" y="8"/>
                      <a:pt x="7" y="10"/>
                      <a:pt x="11" y="8"/>
                    </a:cubicBezTo>
                    <a:cubicBezTo>
                      <a:pt x="10" y="4"/>
                      <a:pt x="7" y="1"/>
                      <a:pt x="3" y="0"/>
                    </a:cubicBezTo>
                    <a:cubicBezTo>
                      <a:pt x="0" y="3"/>
                      <a:pt x="1" y="4"/>
                      <a:pt x="4" y="7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46" name="Freeform 1697">
                <a:extLst>
                  <a:ext uri="{FF2B5EF4-FFF2-40B4-BE49-F238E27FC236}">
                    <a16:creationId xmlns:a16="http://schemas.microsoft.com/office/drawing/2014/main" id="{23B828DF-F510-4E26-955B-4BB86646B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238"/>
                <a:ext cx="19" cy="23"/>
              </a:xfrm>
              <a:custGeom>
                <a:avLst/>
                <a:gdLst>
                  <a:gd name="T0" fmla="*/ 13 w 12"/>
                  <a:gd name="T1" fmla="*/ 0 h 14"/>
                  <a:gd name="T2" fmla="*/ 33 w 12"/>
                  <a:gd name="T3" fmla="*/ 62 h 14"/>
                  <a:gd name="T4" fmla="*/ 25 w 12"/>
                  <a:gd name="T5" fmla="*/ 5 h 14"/>
                  <a:gd name="T6" fmla="*/ 16 w 12"/>
                  <a:gd name="T7" fmla="*/ 5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3" y="0"/>
                    </a:moveTo>
                    <a:cubicBezTo>
                      <a:pt x="2" y="5"/>
                      <a:pt x="3" y="11"/>
                      <a:pt x="8" y="14"/>
                    </a:cubicBezTo>
                    <a:cubicBezTo>
                      <a:pt x="12" y="10"/>
                      <a:pt x="11" y="4"/>
                      <a:pt x="6" y="1"/>
                    </a:cubicBezTo>
                    <a:cubicBezTo>
                      <a:pt x="1" y="3"/>
                      <a:pt x="0" y="9"/>
                      <a:pt x="4" y="12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47" name="Freeform 1698">
                <a:extLst>
                  <a:ext uri="{FF2B5EF4-FFF2-40B4-BE49-F238E27FC236}">
                    <a16:creationId xmlns:a16="http://schemas.microsoft.com/office/drawing/2014/main" id="{F56B4559-C915-4C51-BE9D-8DA288FEE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294"/>
                <a:ext cx="12" cy="15"/>
              </a:xfrm>
              <a:custGeom>
                <a:avLst/>
                <a:gdLst>
                  <a:gd name="T0" fmla="*/ 18 w 8"/>
                  <a:gd name="T1" fmla="*/ 5 h 9"/>
                  <a:gd name="T2" fmla="*/ 14 w 8"/>
                  <a:gd name="T3" fmla="*/ 0 h 9"/>
                  <a:gd name="T4" fmla="*/ 8 w 8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5" y="1"/>
                    </a:moveTo>
                    <a:cubicBezTo>
                      <a:pt x="4" y="0"/>
                      <a:pt x="0" y="0"/>
                      <a:pt x="4" y="0"/>
                    </a:cubicBezTo>
                    <a:cubicBezTo>
                      <a:pt x="8" y="3"/>
                      <a:pt x="5" y="9"/>
                      <a:pt x="2" y="7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48" name="Freeform 1699">
                <a:extLst>
                  <a:ext uri="{FF2B5EF4-FFF2-40B4-BE49-F238E27FC236}">
                    <a16:creationId xmlns:a16="http://schemas.microsoft.com/office/drawing/2014/main" id="{46349F31-7E9A-465F-9797-7DDDF121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345"/>
                <a:ext cx="5" cy="10"/>
              </a:xfrm>
              <a:custGeom>
                <a:avLst/>
                <a:gdLst>
                  <a:gd name="T0" fmla="*/ 5 w 3"/>
                  <a:gd name="T1" fmla="*/ 28 h 6"/>
                  <a:gd name="T2" fmla="*/ 5 w 3"/>
                  <a:gd name="T3" fmla="*/ 0 h 6"/>
                  <a:gd name="T4" fmla="*/ 13 w 3"/>
                  <a:gd name="T5" fmla="*/ 20 h 6"/>
                  <a:gd name="T6" fmla="*/ 5 w 3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0" y="4"/>
                      <a:pt x="0" y="2"/>
                      <a:pt x="1" y="0"/>
                    </a:cubicBezTo>
                    <a:cubicBezTo>
                      <a:pt x="2" y="2"/>
                      <a:pt x="2" y="2"/>
                      <a:pt x="3" y="4"/>
                    </a:cubicBezTo>
                    <a:cubicBezTo>
                      <a:pt x="2" y="5"/>
                      <a:pt x="0" y="5"/>
                      <a:pt x="1" y="4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49" name="Freeform 1700">
                <a:extLst>
                  <a:ext uri="{FF2B5EF4-FFF2-40B4-BE49-F238E27FC236}">
                    <a16:creationId xmlns:a16="http://schemas.microsoft.com/office/drawing/2014/main" id="{3CB8C2E9-E78A-441D-9606-DCAEE5416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369"/>
                <a:ext cx="18" cy="28"/>
              </a:xfrm>
              <a:custGeom>
                <a:avLst/>
                <a:gdLst>
                  <a:gd name="T0" fmla="*/ 27 w 12"/>
                  <a:gd name="T1" fmla="*/ 13 h 17"/>
                  <a:gd name="T2" fmla="*/ 8 w 12"/>
                  <a:gd name="T3" fmla="*/ 5 h 17"/>
                  <a:gd name="T4" fmla="*/ 39 w 12"/>
                  <a:gd name="T5" fmla="*/ 71 h 17"/>
                  <a:gd name="T6" fmla="*/ 14 w 12"/>
                  <a:gd name="T7" fmla="*/ 1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8" y="3"/>
                    </a:moveTo>
                    <a:cubicBezTo>
                      <a:pt x="5" y="1"/>
                      <a:pt x="5" y="0"/>
                      <a:pt x="2" y="1"/>
                    </a:cubicBezTo>
                    <a:cubicBezTo>
                      <a:pt x="0" y="8"/>
                      <a:pt x="3" y="17"/>
                      <a:pt x="11" y="16"/>
                    </a:cubicBezTo>
                    <a:cubicBezTo>
                      <a:pt x="12" y="10"/>
                      <a:pt x="7" y="2"/>
                      <a:pt x="4" y="3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50" name="Freeform 1701">
                <a:extLst>
                  <a:ext uri="{FF2B5EF4-FFF2-40B4-BE49-F238E27FC236}">
                    <a16:creationId xmlns:a16="http://schemas.microsoft.com/office/drawing/2014/main" id="{426965CD-20E5-4AF8-B85F-FFA27ACC4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332"/>
                <a:ext cx="7" cy="8"/>
              </a:xfrm>
              <a:custGeom>
                <a:avLst/>
                <a:gdLst>
                  <a:gd name="T0" fmla="*/ 0 w 4"/>
                  <a:gd name="T1" fmla="*/ 21 h 5"/>
                  <a:gd name="T2" fmla="*/ 21 w 4"/>
                  <a:gd name="T3" fmla="*/ 13 h 5"/>
                  <a:gd name="T4" fmla="*/ 21 w 4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2" y="4"/>
                      <a:pt x="4" y="3"/>
                    </a:cubicBezTo>
                    <a:cubicBezTo>
                      <a:pt x="4" y="0"/>
                      <a:pt x="4" y="2"/>
                      <a:pt x="4" y="3"/>
                    </a:cubicBezTo>
                  </a:path>
                </a:pathLst>
              </a:custGeom>
              <a:noFill/>
              <a:ln w="3810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51" name="Freeform 1702">
                <a:extLst>
                  <a:ext uri="{FF2B5EF4-FFF2-40B4-BE49-F238E27FC236}">
                    <a16:creationId xmlns:a16="http://schemas.microsoft.com/office/drawing/2014/main" id="{DEB05228-2117-4524-84FE-9015D91C5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1" y="1913"/>
                <a:ext cx="14" cy="13"/>
              </a:xfrm>
              <a:custGeom>
                <a:avLst/>
                <a:gdLst>
                  <a:gd name="T0" fmla="*/ 5 w 9"/>
                  <a:gd name="T1" fmla="*/ 8 h 8"/>
                  <a:gd name="T2" fmla="*/ 8 w 9"/>
                  <a:gd name="T3" fmla="*/ 29 h 8"/>
                  <a:gd name="T4" fmla="*/ 12 w 9"/>
                  <a:gd name="T5" fmla="*/ 0 h 8"/>
                  <a:gd name="T6" fmla="*/ 5 w 9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1" y="2"/>
                    </a:moveTo>
                    <a:cubicBezTo>
                      <a:pt x="0" y="4"/>
                      <a:pt x="0" y="5"/>
                      <a:pt x="2" y="7"/>
                    </a:cubicBezTo>
                    <a:cubicBezTo>
                      <a:pt x="9" y="8"/>
                      <a:pt x="9" y="1"/>
                      <a:pt x="3" y="0"/>
                    </a:cubicBezTo>
                    <a:cubicBezTo>
                      <a:pt x="2" y="1"/>
                      <a:pt x="1" y="3"/>
                      <a:pt x="1" y="5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52" name="Freeform 1703">
                <a:extLst>
                  <a:ext uri="{FF2B5EF4-FFF2-40B4-BE49-F238E27FC236}">
                    <a16:creationId xmlns:a16="http://schemas.microsoft.com/office/drawing/2014/main" id="{9EB77535-5DEC-4C3A-B6D1-03D36C395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1922"/>
                <a:ext cx="11" cy="14"/>
              </a:xfrm>
              <a:custGeom>
                <a:avLst/>
                <a:gdLst>
                  <a:gd name="T0" fmla="*/ 8 w 7"/>
                  <a:gd name="T1" fmla="*/ 12 h 8"/>
                  <a:gd name="T2" fmla="*/ 0 w 7"/>
                  <a:gd name="T3" fmla="*/ 37 h 8"/>
                  <a:gd name="T4" fmla="*/ 27 w 7"/>
                  <a:gd name="T5" fmla="*/ 16 h 8"/>
                  <a:gd name="T6" fmla="*/ 13 w 7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2" y="2"/>
                    </a:moveTo>
                    <a:cubicBezTo>
                      <a:pt x="1" y="4"/>
                      <a:pt x="0" y="5"/>
                      <a:pt x="0" y="7"/>
                    </a:cubicBezTo>
                    <a:cubicBezTo>
                      <a:pt x="4" y="8"/>
                      <a:pt x="7" y="7"/>
                      <a:pt x="7" y="3"/>
                    </a:cubicBezTo>
                    <a:cubicBezTo>
                      <a:pt x="4" y="0"/>
                      <a:pt x="5" y="3"/>
                      <a:pt x="3" y="4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53" name="Freeform 1704">
                <a:extLst>
                  <a:ext uri="{FF2B5EF4-FFF2-40B4-BE49-F238E27FC236}">
                    <a16:creationId xmlns:a16="http://schemas.microsoft.com/office/drawing/2014/main" id="{93CC2298-7B96-4875-A66D-9B3CA9EAE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1990"/>
                <a:ext cx="9" cy="9"/>
              </a:xfrm>
              <a:custGeom>
                <a:avLst/>
                <a:gdLst>
                  <a:gd name="T0" fmla="*/ 8 w 6"/>
                  <a:gd name="T1" fmla="*/ 29 h 5"/>
                  <a:gd name="T2" fmla="*/ 5 w 6"/>
                  <a:gd name="T3" fmla="*/ 7 h 5"/>
                  <a:gd name="T4" fmla="*/ 18 w 6"/>
                  <a:gd name="T5" fmla="*/ 7 h 5"/>
                  <a:gd name="T6" fmla="*/ 14 w 6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3"/>
                      <a:pt x="3" y="1"/>
                      <a:pt x="4" y="2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54" name="Freeform 1705">
                <a:extLst>
                  <a:ext uri="{FF2B5EF4-FFF2-40B4-BE49-F238E27FC236}">
                    <a16:creationId xmlns:a16="http://schemas.microsoft.com/office/drawing/2014/main" id="{902D5611-44C6-466F-8085-56F7D31A8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1989"/>
                <a:ext cx="5" cy="5"/>
              </a:xfrm>
              <a:custGeom>
                <a:avLst/>
                <a:gdLst>
                  <a:gd name="T0" fmla="*/ 5 w 3"/>
                  <a:gd name="T1" fmla="*/ 5 h 3"/>
                  <a:gd name="T2" fmla="*/ 0 w 3"/>
                  <a:gd name="T3" fmla="*/ 13 h 3"/>
                  <a:gd name="T4" fmla="*/ 13 w 3"/>
                  <a:gd name="T5" fmla="*/ 5 h 3"/>
                  <a:gd name="T6" fmla="*/ 5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2" y="3"/>
                      <a:pt x="3" y="1"/>
                    </a:cubicBezTo>
                    <a:cubicBezTo>
                      <a:pt x="2" y="0"/>
                      <a:pt x="1" y="2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55" name="Freeform 1706">
                <a:extLst>
                  <a:ext uri="{FF2B5EF4-FFF2-40B4-BE49-F238E27FC236}">
                    <a16:creationId xmlns:a16="http://schemas.microsoft.com/office/drawing/2014/main" id="{64374D3D-1605-4453-9BA4-2465F3BC6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924"/>
                <a:ext cx="14" cy="12"/>
              </a:xfrm>
              <a:custGeom>
                <a:avLst/>
                <a:gdLst>
                  <a:gd name="T0" fmla="*/ 5 w 9"/>
                  <a:gd name="T1" fmla="*/ 36 h 7"/>
                  <a:gd name="T2" fmla="*/ 34 w 9"/>
                  <a:gd name="T3" fmla="*/ 26 h 7"/>
                  <a:gd name="T4" fmla="*/ 12 w 9"/>
                  <a:gd name="T5" fmla="*/ 3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1"/>
                      <a:pt x="7" y="0"/>
                      <a:pt x="9" y="5"/>
                    </a:cubicBezTo>
                    <a:cubicBezTo>
                      <a:pt x="7" y="7"/>
                      <a:pt x="5" y="7"/>
                      <a:pt x="3" y="7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56" name="Freeform 1707">
                <a:extLst>
                  <a:ext uri="{FF2B5EF4-FFF2-40B4-BE49-F238E27FC236}">
                    <a16:creationId xmlns:a16="http://schemas.microsoft.com/office/drawing/2014/main" id="{5614AB14-83FE-470F-B5E1-B350ECC98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1994"/>
                <a:ext cx="8" cy="6"/>
              </a:xfrm>
              <a:custGeom>
                <a:avLst/>
                <a:gdLst>
                  <a:gd name="T0" fmla="*/ 5 w 5"/>
                  <a:gd name="T1" fmla="*/ 8 h 4"/>
                  <a:gd name="T2" fmla="*/ 5 w 5"/>
                  <a:gd name="T3" fmla="*/ 14 h 4"/>
                  <a:gd name="T4" fmla="*/ 21 w 5"/>
                  <a:gd name="T5" fmla="*/ 8 h 4"/>
                  <a:gd name="T6" fmla="*/ 16 w 5"/>
                  <a:gd name="T7" fmla="*/ 0 h 4"/>
                  <a:gd name="T8" fmla="*/ 5 w 5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3" y="3"/>
                      <a:pt x="4" y="3"/>
                      <a:pt x="5" y="2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1" y="0"/>
                      <a:pt x="2" y="2"/>
                      <a:pt x="1" y="3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57" name="Freeform 1708">
                <a:extLst>
                  <a:ext uri="{FF2B5EF4-FFF2-40B4-BE49-F238E27FC236}">
                    <a16:creationId xmlns:a16="http://schemas.microsoft.com/office/drawing/2014/main" id="{1BEA67FA-16D4-4387-B3DE-2E12958EF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007"/>
                <a:ext cx="14" cy="10"/>
              </a:xfrm>
              <a:custGeom>
                <a:avLst/>
                <a:gdLst>
                  <a:gd name="T0" fmla="*/ 30 w 9"/>
                  <a:gd name="T1" fmla="*/ 0 h 6"/>
                  <a:gd name="T2" fmla="*/ 0 w 9"/>
                  <a:gd name="T3" fmla="*/ 22 h 6"/>
                  <a:gd name="T4" fmla="*/ 34 w 9"/>
                  <a:gd name="T5" fmla="*/ 13 h 6"/>
                  <a:gd name="T6" fmla="*/ 19 w 9"/>
                  <a:gd name="T7" fmla="*/ 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8" y="0"/>
                    </a:moveTo>
                    <a:cubicBezTo>
                      <a:pt x="4" y="0"/>
                      <a:pt x="1" y="0"/>
                      <a:pt x="0" y="5"/>
                    </a:cubicBezTo>
                    <a:cubicBezTo>
                      <a:pt x="4" y="6"/>
                      <a:pt x="6" y="6"/>
                      <a:pt x="9" y="3"/>
                    </a:cubicBezTo>
                    <a:cubicBezTo>
                      <a:pt x="8" y="0"/>
                      <a:pt x="7" y="1"/>
                      <a:pt x="5" y="1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58" name="Freeform 1709">
                <a:extLst>
                  <a:ext uri="{FF2B5EF4-FFF2-40B4-BE49-F238E27FC236}">
                    <a16:creationId xmlns:a16="http://schemas.microsoft.com/office/drawing/2014/main" id="{2000B75E-5682-4F2B-98BF-C0DCB6971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1951"/>
                <a:ext cx="6" cy="6"/>
              </a:xfrm>
              <a:custGeom>
                <a:avLst/>
                <a:gdLst>
                  <a:gd name="T0" fmla="*/ 14 w 4"/>
                  <a:gd name="T1" fmla="*/ 14 h 4"/>
                  <a:gd name="T2" fmla="*/ 0 w 4"/>
                  <a:gd name="T3" fmla="*/ 12 h 4"/>
                  <a:gd name="T4" fmla="*/ 14 w 4"/>
                  <a:gd name="T5" fmla="*/ 0 h 4"/>
                  <a:gd name="T6" fmla="*/ 8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3"/>
                      <a:pt x="1" y="4"/>
                      <a:pt x="0" y="3"/>
                    </a:cubicBezTo>
                    <a:cubicBezTo>
                      <a:pt x="2" y="0"/>
                      <a:pt x="0" y="1"/>
                      <a:pt x="4" y="0"/>
                    </a:cubicBezTo>
                    <a:cubicBezTo>
                      <a:pt x="4" y="1"/>
                      <a:pt x="2" y="1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59" name="Freeform 1710">
                <a:extLst>
                  <a:ext uri="{FF2B5EF4-FFF2-40B4-BE49-F238E27FC236}">
                    <a16:creationId xmlns:a16="http://schemas.microsoft.com/office/drawing/2014/main" id="{542744FE-AE22-40F5-B43F-33DF1EE17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964"/>
                <a:ext cx="6" cy="5"/>
              </a:xfrm>
              <a:custGeom>
                <a:avLst/>
                <a:gdLst>
                  <a:gd name="T0" fmla="*/ 5 w 4"/>
                  <a:gd name="T1" fmla="*/ 5 h 3"/>
                  <a:gd name="T2" fmla="*/ 5 w 4"/>
                  <a:gd name="T3" fmla="*/ 13 h 3"/>
                  <a:gd name="T4" fmla="*/ 14 w 4"/>
                  <a:gd name="T5" fmla="*/ 0 h 3"/>
                  <a:gd name="T6" fmla="*/ 5 w 4"/>
                  <a:gd name="T7" fmla="*/ 5 h 3"/>
                  <a:gd name="T8" fmla="*/ 14 w 4"/>
                  <a:gd name="T9" fmla="*/ 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2" y="2"/>
                      <a:pt x="4" y="1"/>
                      <a:pt x="4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1" y="1"/>
                      <a:pt x="4" y="2"/>
                      <a:pt x="4" y="2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60" name="Freeform 1711">
                <a:extLst>
                  <a:ext uri="{FF2B5EF4-FFF2-40B4-BE49-F238E27FC236}">
                    <a16:creationId xmlns:a16="http://schemas.microsoft.com/office/drawing/2014/main" id="{AF9CA524-ABCB-4082-ADEA-8C2DAF02C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027"/>
                <a:ext cx="10" cy="7"/>
              </a:xfrm>
              <a:custGeom>
                <a:avLst/>
                <a:gdLst>
                  <a:gd name="T0" fmla="*/ 20 w 6"/>
                  <a:gd name="T1" fmla="*/ 0 h 4"/>
                  <a:gd name="T2" fmla="*/ 28 w 6"/>
                  <a:gd name="T3" fmla="*/ 12 h 4"/>
                  <a:gd name="T4" fmla="*/ 0 w 6"/>
                  <a:gd name="T5" fmla="*/ 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5" y="0"/>
                      <a:pt x="6" y="1"/>
                      <a:pt x="6" y="2"/>
                    </a:cubicBezTo>
                    <a:cubicBezTo>
                      <a:pt x="3" y="4"/>
                      <a:pt x="2" y="2"/>
                      <a:pt x="0" y="1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61" name="Freeform 1712">
                <a:extLst>
                  <a:ext uri="{FF2B5EF4-FFF2-40B4-BE49-F238E27FC236}">
                    <a16:creationId xmlns:a16="http://schemas.microsoft.com/office/drawing/2014/main" id="{17AD5108-773E-422B-B3C2-400286AEE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985"/>
                <a:ext cx="19" cy="22"/>
              </a:xfrm>
              <a:custGeom>
                <a:avLst/>
                <a:gdLst>
                  <a:gd name="T0" fmla="*/ 48 w 12"/>
                  <a:gd name="T1" fmla="*/ 41 h 13"/>
                  <a:gd name="T2" fmla="*/ 0 w 12"/>
                  <a:gd name="T3" fmla="*/ 54 h 13"/>
                  <a:gd name="T4" fmla="*/ 5 w 12"/>
                  <a:gd name="T5" fmla="*/ 41 h 13"/>
                  <a:gd name="T6" fmla="*/ 16 w 12"/>
                  <a:gd name="T7" fmla="*/ 4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2" y="8"/>
                    </a:moveTo>
                    <a:cubicBezTo>
                      <a:pt x="7" y="6"/>
                      <a:pt x="3" y="7"/>
                      <a:pt x="0" y="11"/>
                    </a:cubicBezTo>
                    <a:cubicBezTo>
                      <a:pt x="9" y="13"/>
                      <a:pt x="8" y="0"/>
                      <a:pt x="1" y="8"/>
                    </a:cubicBezTo>
                    <a:cubicBezTo>
                      <a:pt x="2" y="9"/>
                      <a:pt x="2" y="9"/>
                      <a:pt x="4" y="9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62" name="Freeform 1713">
                <a:extLst>
                  <a:ext uri="{FF2B5EF4-FFF2-40B4-BE49-F238E27FC236}">
                    <a16:creationId xmlns:a16="http://schemas.microsoft.com/office/drawing/2014/main" id="{6D6267E6-D0C3-4AC7-9067-D9E77E83B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062"/>
                <a:ext cx="6" cy="5"/>
              </a:xfrm>
              <a:custGeom>
                <a:avLst/>
                <a:gdLst>
                  <a:gd name="T0" fmla="*/ 8 w 4"/>
                  <a:gd name="T1" fmla="*/ 8 h 3"/>
                  <a:gd name="T2" fmla="*/ 8 w 4"/>
                  <a:gd name="T3" fmla="*/ 0 h 3"/>
                  <a:gd name="T4" fmla="*/ 14 w 4"/>
                  <a:gd name="T5" fmla="*/ 8 h 3"/>
                  <a:gd name="T6" fmla="*/ 8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2"/>
                      <a:pt x="4" y="2"/>
                    </a:cubicBezTo>
                    <a:cubicBezTo>
                      <a:pt x="0" y="3"/>
                      <a:pt x="2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63" name="Freeform 1714">
                <a:extLst>
                  <a:ext uri="{FF2B5EF4-FFF2-40B4-BE49-F238E27FC236}">
                    <a16:creationId xmlns:a16="http://schemas.microsoft.com/office/drawing/2014/main" id="{F39D3F29-6AFA-473B-AE12-A7AD4090F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030"/>
                <a:ext cx="14" cy="15"/>
              </a:xfrm>
              <a:custGeom>
                <a:avLst/>
                <a:gdLst>
                  <a:gd name="T0" fmla="*/ 5 w 9"/>
                  <a:gd name="T1" fmla="*/ 20 h 9"/>
                  <a:gd name="T2" fmla="*/ 8 w 9"/>
                  <a:gd name="T3" fmla="*/ 42 h 9"/>
                  <a:gd name="T4" fmla="*/ 0 w 9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0" y="6"/>
                      <a:pt x="1" y="8"/>
                      <a:pt x="2" y="9"/>
                    </a:cubicBezTo>
                    <a:cubicBezTo>
                      <a:pt x="9" y="7"/>
                      <a:pt x="6" y="0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64" name="Freeform 1715">
                <a:extLst>
                  <a:ext uri="{FF2B5EF4-FFF2-40B4-BE49-F238E27FC236}">
                    <a16:creationId xmlns:a16="http://schemas.microsoft.com/office/drawing/2014/main" id="{F8B11F71-D30F-44EF-BD74-C60D64D27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042"/>
                <a:ext cx="6" cy="8"/>
              </a:xfrm>
              <a:custGeom>
                <a:avLst/>
                <a:gdLst>
                  <a:gd name="T0" fmla="*/ 14 w 4"/>
                  <a:gd name="T1" fmla="*/ 16 h 5"/>
                  <a:gd name="T2" fmla="*/ 8 w 4"/>
                  <a:gd name="T3" fmla="*/ 0 h 5"/>
                  <a:gd name="T4" fmla="*/ 14 w 4"/>
                  <a:gd name="T5" fmla="*/ 13 h 5"/>
                  <a:gd name="T6" fmla="*/ 0 w 4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3" y="1"/>
                      <a:pt x="1" y="2"/>
                      <a:pt x="2" y="0"/>
                    </a:cubicBezTo>
                    <a:cubicBezTo>
                      <a:pt x="2" y="0"/>
                      <a:pt x="3" y="2"/>
                      <a:pt x="4" y="3"/>
                    </a:cubicBezTo>
                    <a:cubicBezTo>
                      <a:pt x="0" y="5"/>
                      <a:pt x="1" y="3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65" name="Freeform 1716">
                <a:extLst>
                  <a:ext uri="{FF2B5EF4-FFF2-40B4-BE49-F238E27FC236}">
                    <a16:creationId xmlns:a16="http://schemas.microsoft.com/office/drawing/2014/main" id="{01B79A76-AC28-4499-8877-DCDEFAF61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073"/>
                <a:ext cx="14" cy="10"/>
              </a:xfrm>
              <a:custGeom>
                <a:avLst/>
                <a:gdLst>
                  <a:gd name="T0" fmla="*/ 12 w 9"/>
                  <a:gd name="T1" fmla="*/ 8 h 6"/>
                  <a:gd name="T2" fmla="*/ 0 w 9"/>
                  <a:gd name="T3" fmla="*/ 22 h 6"/>
                  <a:gd name="T4" fmla="*/ 34 w 9"/>
                  <a:gd name="T5" fmla="*/ 13 h 6"/>
                  <a:gd name="T6" fmla="*/ 12 w 9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3" y="2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4" y="6"/>
                      <a:pt x="7" y="6"/>
                      <a:pt x="9" y="3"/>
                    </a:cubicBezTo>
                    <a:cubicBezTo>
                      <a:pt x="6" y="0"/>
                      <a:pt x="5" y="2"/>
                      <a:pt x="3" y="4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66" name="Freeform 1717">
                <a:extLst>
                  <a:ext uri="{FF2B5EF4-FFF2-40B4-BE49-F238E27FC236}">
                    <a16:creationId xmlns:a16="http://schemas.microsoft.com/office/drawing/2014/main" id="{420AF296-4994-43A9-9248-A36097016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80"/>
                <a:ext cx="7" cy="1"/>
              </a:xfrm>
              <a:custGeom>
                <a:avLst/>
                <a:gdLst>
                  <a:gd name="T0" fmla="*/ 21 w 4"/>
                  <a:gd name="T1" fmla="*/ 0 h 1"/>
                  <a:gd name="T2" fmla="*/ 7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0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67" name="Freeform 1718">
                <a:extLst>
                  <a:ext uri="{FF2B5EF4-FFF2-40B4-BE49-F238E27FC236}">
                    <a16:creationId xmlns:a16="http://schemas.microsoft.com/office/drawing/2014/main" id="{1904B12E-B9ED-4887-8AE1-F6752F976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100"/>
                <a:ext cx="8" cy="13"/>
              </a:xfrm>
              <a:custGeom>
                <a:avLst/>
                <a:gdLst>
                  <a:gd name="T0" fmla="*/ 13 w 5"/>
                  <a:gd name="T1" fmla="*/ 13 h 8"/>
                  <a:gd name="T2" fmla="*/ 8 w 5"/>
                  <a:gd name="T3" fmla="*/ 26 h 8"/>
                  <a:gd name="T4" fmla="*/ 21 w 5"/>
                  <a:gd name="T5" fmla="*/ 0 h 8"/>
                  <a:gd name="T6" fmla="*/ 5 w 5"/>
                  <a:gd name="T7" fmla="*/ 34 h 8"/>
                  <a:gd name="T8" fmla="*/ 21 w 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3" y="3"/>
                    </a:moveTo>
                    <a:cubicBezTo>
                      <a:pt x="2" y="4"/>
                      <a:pt x="2" y="5"/>
                      <a:pt x="2" y="6"/>
                    </a:cubicBezTo>
                    <a:cubicBezTo>
                      <a:pt x="5" y="3"/>
                      <a:pt x="4" y="3"/>
                      <a:pt x="5" y="0"/>
                    </a:cubicBezTo>
                    <a:cubicBezTo>
                      <a:pt x="1" y="1"/>
                      <a:pt x="0" y="4"/>
                      <a:pt x="1" y="8"/>
                    </a:cubicBezTo>
                    <a:cubicBezTo>
                      <a:pt x="4" y="7"/>
                      <a:pt x="3" y="6"/>
                      <a:pt x="5" y="5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68" name="Freeform 1719">
                <a:extLst>
                  <a:ext uri="{FF2B5EF4-FFF2-40B4-BE49-F238E27FC236}">
                    <a16:creationId xmlns:a16="http://schemas.microsoft.com/office/drawing/2014/main" id="{9B850B48-469F-499F-B713-812064D33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126"/>
                <a:ext cx="10" cy="14"/>
              </a:xfrm>
              <a:custGeom>
                <a:avLst/>
                <a:gdLst>
                  <a:gd name="T0" fmla="*/ 14 w 7"/>
                  <a:gd name="T1" fmla="*/ 44 h 8"/>
                  <a:gd name="T2" fmla="*/ 14 w 7"/>
                  <a:gd name="T3" fmla="*/ 0 h 8"/>
                  <a:gd name="T4" fmla="*/ 9 w 7"/>
                  <a:gd name="T5" fmla="*/ 3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8"/>
                    </a:moveTo>
                    <a:cubicBezTo>
                      <a:pt x="0" y="5"/>
                      <a:pt x="1" y="2"/>
                      <a:pt x="5" y="0"/>
                    </a:cubicBezTo>
                    <a:cubicBezTo>
                      <a:pt x="7" y="3"/>
                      <a:pt x="7" y="5"/>
                      <a:pt x="3" y="6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69" name="Freeform 1720">
                <a:extLst>
                  <a:ext uri="{FF2B5EF4-FFF2-40B4-BE49-F238E27FC236}">
                    <a16:creationId xmlns:a16="http://schemas.microsoft.com/office/drawing/2014/main" id="{799CD1F9-EB50-4665-AECB-F44B6B61A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133"/>
                <a:ext cx="6" cy="8"/>
              </a:xfrm>
              <a:custGeom>
                <a:avLst/>
                <a:gdLst>
                  <a:gd name="T0" fmla="*/ 8 w 4"/>
                  <a:gd name="T1" fmla="*/ 16 h 5"/>
                  <a:gd name="T2" fmla="*/ 8 w 4"/>
                  <a:gd name="T3" fmla="*/ 5 h 5"/>
                  <a:gd name="T4" fmla="*/ 14 w 4"/>
                  <a:gd name="T5" fmla="*/ 5 h 5"/>
                  <a:gd name="T6" fmla="*/ 0 w 4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5"/>
                      <a:pt x="2" y="4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70" name="Freeform 1721">
                <a:extLst>
                  <a:ext uri="{FF2B5EF4-FFF2-40B4-BE49-F238E27FC236}">
                    <a16:creationId xmlns:a16="http://schemas.microsoft.com/office/drawing/2014/main" id="{47D6A815-9C95-426F-8C18-2AA44FDE2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055"/>
                <a:ext cx="9" cy="10"/>
              </a:xfrm>
              <a:custGeom>
                <a:avLst/>
                <a:gdLst>
                  <a:gd name="T0" fmla="*/ 5 w 6"/>
                  <a:gd name="T1" fmla="*/ 13 h 6"/>
                  <a:gd name="T2" fmla="*/ 5 w 6"/>
                  <a:gd name="T3" fmla="*/ 28 h 6"/>
                  <a:gd name="T4" fmla="*/ 21 w 6"/>
                  <a:gd name="T5" fmla="*/ 5 h 6"/>
                  <a:gd name="T6" fmla="*/ 14 w 6"/>
                  <a:gd name="T7" fmla="*/ 1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4"/>
                      <a:pt x="0" y="5"/>
                      <a:pt x="1" y="6"/>
                    </a:cubicBezTo>
                    <a:cubicBezTo>
                      <a:pt x="4" y="5"/>
                      <a:pt x="5" y="4"/>
                      <a:pt x="6" y="1"/>
                    </a:cubicBezTo>
                    <a:cubicBezTo>
                      <a:pt x="3" y="0"/>
                      <a:pt x="5" y="2"/>
                      <a:pt x="4" y="3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71" name="Freeform 1722">
                <a:extLst>
                  <a:ext uri="{FF2B5EF4-FFF2-40B4-BE49-F238E27FC236}">
                    <a16:creationId xmlns:a16="http://schemas.microsoft.com/office/drawing/2014/main" id="{21C78711-9911-4E9C-B786-C204B7EDB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009"/>
                <a:ext cx="9" cy="6"/>
              </a:xfrm>
              <a:custGeom>
                <a:avLst/>
                <a:gdLst>
                  <a:gd name="T0" fmla="*/ 5 w 6"/>
                  <a:gd name="T1" fmla="*/ 8 h 4"/>
                  <a:gd name="T2" fmla="*/ 21 w 6"/>
                  <a:gd name="T3" fmla="*/ 5 h 4"/>
                  <a:gd name="T4" fmla="*/ 0 w 6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2"/>
                    </a:moveTo>
                    <a:cubicBezTo>
                      <a:pt x="2" y="2"/>
                      <a:pt x="4" y="2"/>
                      <a:pt x="6" y="1"/>
                    </a:cubicBezTo>
                    <a:cubicBezTo>
                      <a:pt x="1" y="0"/>
                      <a:pt x="1" y="2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72" name="Freeform 1723">
                <a:extLst>
                  <a:ext uri="{FF2B5EF4-FFF2-40B4-BE49-F238E27FC236}">
                    <a16:creationId xmlns:a16="http://schemas.microsoft.com/office/drawing/2014/main" id="{41355633-0A0A-4530-B83D-CEFD83054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1999"/>
                <a:ext cx="7" cy="8"/>
              </a:xfrm>
              <a:custGeom>
                <a:avLst/>
                <a:gdLst>
                  <a:gd name="T0" fmla="*/ 8 w 5"/>
                  <a:gd name="T1" fmla="*/ 13 h 5"/>
                  <a:gd name="T2" fmla="*/ 14 w 5"/>
                  <a:gd name="T3" fmla="*/ 8 h 5"/>
                  <a:gd name="T4" fmla="*/ 0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cubicBezTo>
                      <a:pt x="4" y="3"/>
                      <a:pt x="4" y="3"/>
                      <a:pt x="5" y="2"/>
                    </a:cubicBezTo>
                    <a:cubicBezTo>
                      <a:pt x="1" y="0"/>
                      <a:pt x="1" y="3"/>
                      <a:pt x="0" y="5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73" name="Freeform 1724">
                <a:extLst>
                  <a:ext uri="{FF2B5EF4-FFF2-40B4-BE49-F238E27FC236}">
                    <a16:creationId xmlns:a16="http://schemas.microsoft.com/office/drawing/2014/main" id="{B267CF70-A1CB-454B-A81A-DFE56A12A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1932"/>
                <a:ext cx="11" cy="10"/>
              </a:xfrm>
              <a:custGeom>
                <a:avLst/>
                <a:gdLst>
                  <a:gd name="T0" fmla="*/ 20 w 7"/>
                  <a:gd name="T1" fmla="*/ 13 h 6"/>
                  <a:gd name="T2" fmla="*/ 13 w 7"/>
                  <a:gd name="T3" fmla="*/ 0 h 6"/>
                  <a:gd name="T4" fmla="*/ 5 w 7"/>
                  <a:gd name="T5" fmla="*/ 28 h 6"/>
                  <a:gd name="T6" fmla="*/ 27 w 7"/>
                  <a:gd name="T7" fmla="*/ 5 h 6"/>
                  <a:gd name="T8" fmla="*/ 14 w 7"/>
                  <a:gd name="T9" fmla="*/ 0 h 6"/>
                  <a:gd name="T10" fmla="*/ 14 w 7"/>
                  <a:gd name="T11" fmla="*/ 1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5" y="3"/>
                    </a:moveTo>
                    <a:cubicBezTo>
                      <a:pt x="4" y="2"/>
                      <a:pt x="4" y="1"/>
                      <a:pt x="3" y="0"/>
                    </a:cubicBezTo>
                    <a:cubicBezTo>
                      <a:pt x="1" y="2"/>
                      <a:pt x="0" y="2"/>
                      <a:pt x="1" y="6"/>
                    </a:cubicBezTo>
                    <a:cubicBezTo>
                      <a:pt x="4" y="5"/>
                      <a:pt x="5" y="4"/>
                      <a:pt x="7" y="1"/>
                    </a:cubicBezTo>
                    <a:cubicBezTo>
                      <a:pt x="5" y="0"/>
                      <a:pt x="6" y="1"/>
                      <a:pt x="4" y="0"/>
                    </a:cubicBezTo>
                    <a:cubicBezTo>
                      <a:pt x="3" y="1"/>
                      <a:pt x="3" y="2"/>
                      <a:pt x="4" y="3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74" name="Freeform 1725">
                <a:extLst>
                  <a:ext uri="{FF2B5EF4-FFF2-40B4-BE49-F238E27FC236}">
                    <a16:creationId xmlns:a16="http://schemas.microsoft.com/office/drawing/2014/main" id="{9A941109-814B-4D68-A9CD-530A42CD3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1939"/>
                <a:ext cx="6" cy="7"/>
              </a:xfrm>
              <a:custGeom>
                <a:avLst/>
                <a:gdLst>
                  <a:gd name="T0" fmla="*/ 0 w 4"/>
                  <a:gd name="T1" fmla="*/ 7 h 4"/>
                  <a:gd name="T2" fmla="*/ 8 w 4"/>
                  <a:gd name="T3" fmla="*/ 16 h 4"/>
                  <a:gd name="T4" fmla="*/ 14 w 4"/>
                  <a:gd name="T5" fmla="*/ 0 h 4"/>
                  <a:gd name="T6" fmla="*/ 12 w 4"/>
                  <a:gd name="T7" fmla="*/ 2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2" y="3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0" y="0"/>
                      <a:pt x="3" y="2"/>
                      <a:pt x="3" y="4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75" name="Freeform 1726">
                <a:extLst>
                  <a:ext uri="{FF2B5EF4-FFF2-40B4-BE49-F238E27FC236}">
                    <a16:creationId xmlns:a16="http://schemas.microsoft.com/office/drawing/2014/main" id="{4A279425-A14F-485C-93A1-E24E3FC6C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165"/>
                <a:ext cx="14" cy="15"/>
              </a:xfrm>
              <a:custGeom>
                <a:avLst/>
                <a:gdLst>
                  <a:gd name="T0" fmla="*/ 14 w 9"/>
                  <a:gd name="T1" fmla="*/ 13 h 9"/>
                  <a:gd name="T2" fmla="*/ 12 w 9"/>
                  <a:gd name="T3" fmla="*/ 28 h 9"/>
                  <a:gd name="T4" fmla="*/ 19 w 9"/>
                  <a:gd name="T5" fmla="*/ 5 h 9"/>
                  <a:gd name="T6" fmla="*/ 8 w 9"/>
                  <a:gd name="T7" fmla="*/ 42 h 9"/>
                  <a:gd name="T8" fmla="*/ 30 w 9"/>
                  <a:gd name="T9" fmla="*/ 5 h 9"/>
                  <a:gd name="T10" fmla="*/ 22 w 9"/>
                  <a:gd name="T11" fmla="*/ 1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4" y="3"/>
                    </a:moveTo>
                    <a:cubicBezTo>
                      <a:pt x="3" y="4"/>
                      <a:pt x="2" y="5"/>
                      <a:pt x="3" y="6"/>
                    </a:cubicBezTo>
                    <a:cubicBezTo>
                      <a:pt x="5" y="4"/>
                      <a:pt x="5" y="3"/>
                      <a:pt x="5" y="1"/>
                    </a:cubicBezTo>
                    <a:cubicBezTo>
                      <a:pt x="1" y="2"/>
                      <a:pt x="0" y="5"/>
                      <a:pt x="2" y="9"/>
                    </a:cubicBezTo>
                    <a:cubicBezTo>
                      <a:pt x="6" y="7"/>
                      <a:pt x="9" y="4"/>
                      <a:pt x="8" y="1"/>
                    </a:cubicBezTo>
                    <a:cubicBezTo>
                      <a:pt x="5" y="0"/>
                      <a:pt x="7" y="2"/>
                      <a:pt x="6" y="3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76" name="Freeform 1727">
                <a:extLst>
                  <a:ext uri="{FF2B5EF4-FFF2-40B4-BE49-F238E27FC236}">
                    <a16:creationId xmlns:a16="http://schemas.microsoft.com/office/drawing/2014/main" id="{4BBB7CD7-7F7F-41A0-9759-953D2A669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158"/>
                <a:ext cx="8" cy="10"/>
              </a:xfrm>
              <a:custGeom>
                <a:avLst/>
                <a:gdLst>
                  <a:gd name="T0" fmla="*/ 13 w 5"/>
                  <a:gd name="T1" fmla="*/ 0 h 6"/>
                  <a:gd name="T2" fmla="*/ 0 w 5"/>
                  <a:gd name="T3" fmla="*/ 28 h 6"/>
                  <a:gd name="T4" fmla="*/ 16 w 5"/>
                  <a:gd name="T5" fmla="*/ 0 h 6"/>
                  <a:gd name="T6" fmla="*/ 8 w 5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1" y="1"/>
                      <a:pt x="0" y="3"/>
                      <a:pt x="0" y="6"/>
                    </a:cubicBezTo>
                    <a:cubicBezTo>
                      <a:pt x="4" y="6"/>
                      <a:pt x="5" y="4"/>
                      <a:pt x="4" y="0"/>
                    </a:cubicBezTo>
                    <a:cubicBezTo>
                      <a:pt x="2" y="1"/>
                      <a:pt x="2" y="4"/>
                      <a:pt x="2" y="4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77" name="Freeform 1728">
                <a:extLst>
                  <a:ext uri="{FF2B5EF4-FFF2-40B4-BE49-F238E27FC236}">
                    <a16:creationId xmlns:a16="http://schemas.microsoft.com/office/drawing/2014/main" id="{ECFBDAC9-1B37-4874-9965-7285C0448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088"/>
                <a:ext cx="12" cy="10"/>
              </a:xfrm>
              <a:custGeom>
                <a:avLst/>
                <a:gdLst>
                  <a:gd name="T0" fmla="*/ 21 w 8"/>
                  <a:gd name="T1" fmla="*/ 0 h 6"/>
                  <a:gd name="T2" fmla="*/ 12 w 8"/>
                  <a:gd name="T3" fmla="*/ 8 h 6"/>
                  <a:gd name="T4" fmla="*/ 27 w 8"/>
                  <a:gd name="T5" fmla="*/ 13 h 6"/>
                  <a:gd name="T6" fmla="*/ 5 w 8"/>
                  <a:gd name="T7" fmla="*/ 28 h 6"/>
                  <a:gd name="T8" fmla="*/ 18 w 8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cubicBezTo>
                      <a:pt x="4" y="1"/>
                      <a:pt x="5" y="3"/>
                      <a:pt x="3" y="2"/>
                    </a:cubicBezTo>
                    <a:cubicBezTo>
                      <a:pt x="5" y="2"/>
                      <a:pt x="7" y="3"/>
                      <a:pt x="8" y="3"/>
                    </a:cubicBezTo>
                    <a:cubicBezTo>
                      <a:pt x="6" y="6"/>
                      <a:pt x="4" y="6"/>
                      <a:pt x="1" y="6"/>
                    </a:cubicBezTo>
                    <a:cubicBezTo>
                      <a:pt x="0" y="3"/>
                      <a:pt x="2" y="3"/>
                      <a:pt x="5" y="2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78" name="Freeform 1729">
                <a:extLst>
                  <a:ext uri="{FF2B5EF4-FFF2-40B4-BE49-F238E27FC236}">
                    <a16:creationId xmlns:a16="http://schemas.microsoft.com/office/drawing/2014/main" id="{A262A7D7-5944-4832-8725-0A630191C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125"/>
                <a:ext cx="45" cy="21"/>
              </a:xfrm>
              <a:custGeom>
                <a:avLst/>
                <a:gdLst>
                  <a:gd name="T0" fmla="*/ 70 w 29"/>
                  <a:gd name="T1" fmla="*/ 34 h 13"/>
                  <a:gd name="T2" fmla="*/ 70 w 29"/>
                  <a:gd name="T3" fmla="*/ 8 h 13"/>
                  <a:gd name="T4" fmla="*/ 67 w 29"/>
                  <a:gd name="T5" fmla="*/ 0 h 13"/>
                  <a:gd name="T6" fmla="*/ 74 w 29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3">
                    <a:moveTo>
                      <a:pt x="19" y="8"/>
                    </a:moveTo>
                    <a:cubicBezTo>
                      <a:pt x="17" y="5"/>
                      <a:pt x="15" y="4"/>
                      <a:pt x="19" y="2"/>
                    </a:cubicBezTo>
                    <a:cubicBezTo>
                      <a:pt x="29" y="13"/>
                      <a:pt x="0" y="1"/>
                      <a:pt x="18" y="0"/>
                    </a:cubicBezTo>
                    <a:cubicBezTo>
                      <a:pt x="20" y="1"/>
                      <a:pt x="20" y="2"/>
                      <a:pt x="20" y="4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79" name="Freeform 1730">
                <a:extLst>
                  <a:ext uri="{FF2B5EF4-FFF2-40B4-BE49-F238E27FC236}">
                    <a16:creationId xmlns:a16="http://schemas.microsoft.com/office/drawing/2014/main" id="{99819162-67EC-41BD-893E-3120CF50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199"/>
                <a:ext cx="6" cy="7"/>
              </a:xfrm>
              <a:custGeom>
                <a:avLst/>
                <a:gdLst>
                  <a:gd name="T0" fmla="*/ 8 w 4"/>
                  <a:gd name="T1" fmla="*/ 12 h 4"/>
                  <a:gd name="T2" fmla="*/ 8 w 4"/>
                  <a:gd name="T3" fmla="*/ 21 h 4"/>
                  <a:gd name="T4" fmla="*/ 14 w 4"/>
                  <a:gd name="T5" fmla="*/ 0 h 4"/>
                  <a:gd name="T6" fmla="*/ 14 w 4"/>
                  <a:gd name="T7" fmla="*/ 2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1" y="3"/>
                      <a:pt x="1" y="3"/>
                      <a:pt x="2" y="4"/>
                    </a:cubicBezTo>
                    <a:cubicBezTo>
                      <a:pt x="3" y="1"/>
                      <a:pt x="4" y="2"/>
                      <a:pt x="4" y="0"/>
                    </a:cubicBezTo>
                    <a:cubicBezTo>
                      <a:pt x="0" y="3"/>
                      <a:pt x="3" y="3"/>
                      <a:pt x="4" y="4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80" name="Freeform 1731">
                <a:extLst>
                  <a:ext uri="{FF2B5EF4-FFF2-40B4-BE49-F238E27FC236}">
                    <a16:creationId xmlns:a16="http://schemas.microsoft.com/office/drawing/2014/main" id="{1E25CE71-D2BC-4DF9-9A5E-C57573F50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153"/>
                <a:ext cx="6" cy="12"/>
              </a:xfrm>
              <a:custGeom>
                <a:avLst/>
                <a:gdLst>
                  <a:gd name="T0" fmla="*/ 8 w 4"/>
                  <a:gd name="T1" fmla="*/ 36 h 7"/>
                  <a:gd name="T2" fmla="*/ 12 w 4"/>
                  <a:gd name="T3" fmla="*/ 0 h 7"/>
                  <a:gd name="T4" fmla="*/ 12 w 4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2" y="7"/>
                    </a:moveTo>
                    <a:cubicBezTo>
                      <a:pt x="2" y="3"/>
                      <a:pt x="0" y="2"/>
                      <a:pt x="3" y="0"/>
                    </a:cubicBezTo>
                    <a:cubicBezTo>
                      <a:pt x="4" y="2"/>
                      <a:pt x="3" y="3"/>
                      <a:pt x="3" y="6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81" name="Freeform 1732">
                <a:extLst>
                  <a:ext uri="{FF2B5EF4-FFF2-40B4-BE49-F238E27FC236}">
                    <a16:creationId xmlns:a16="http://schemas.microsoft.com/office/drawing/2014/main" id="{6757DE55-46EB-45B3-B7C1-FCB5CED99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171"/>
                <a:ext cx="8" cy="5"/>
              </a:xfrm>
              <a:custGeom>
                <a:avLst/>
                <a:gdLst>
                  <a:gd name="T0" fmla="*/ 13 w 5"/>
                  <a:gd name="T1" fmla="*/ 8 h 3"/>
                  <a:gd name="T2" fmla="*/ 0 w 5"/>
                  <a:gd name="T3" fmla="*/ 13 h 3"/>
                  <a:gd name="T4" fmla="*/ 21 w 5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1" y="0"/>
                      <a:pt x="4" y="1"/>
                      <a:pt x="5" y="1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82" name="Freeform 1733">
                <a:extLst>
                  <a:ext uri="{FF2B5EF4-FFF2-40B4-BE49-F238E27FC236}">
                    <a16:creationId xmlns:a16="http://schemas.microsoft.com/office/drawing/2014/main" id="{F6FD1FAE-439D-4A50-A095-912CA67A7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243"/>
                <a:ext cx="12" cy="16"/>
              </a:xfrm>
              <a:custGeom>
                <a:avLst/>
                <a:gdLst>
                  <a:gd name="T0" fmla="*/ 12 w 8"/>
                  <a:gd name="T1" fmla="*/ 13 h 10"/>
                  <a:gd name="T2" fmla="*/ 5 w 8"/>
                  <a:gd name="T3" fmla="*/ 35 h 10"/>
                  <a:gd name="T4" fmla="*/ 27 w 8"/>
                  <a:gd name="T5" fmla="*/ 16 h 10"/>
                  <a:gd name="T6" fmla="*/ 0 w 8"/>
                  <a:gd name="T7" fmla="*/ 29 h 10"/>
                  <a:gd name="T8" fmla="*/ 18 w 8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3" y="3"/>
                    </a:moveTo>
                    <a:cubicBezTo>
                      <a:pt x="1" y="4"/>
                      <a:pt x="1" y="7"/>
                      <a:pt x="1" y="9"/>
                    </a:cubicBezTo>
                    <a:cubicBezTo>
                      <a:pt x="5" y="10"/>
                      <a:pt x="7" y="8"/>
                      <a:pt x="8" y="4"/>
                    </a:cubicBezTo>
                    <a:cubicBezTo>
                      <a:pt x="5" y="0"/>
                      <a:pt x="1" y="3"/>
                      <a:pt x="0" y="7"/>
                    </a:cubicBezTo>
                    <a:cubicBezTo>
                      <a:pt x="2" y="8"/>
                      <a:pt x="3" y="8"/>
                      <a:pt x="5" y="7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83" name="Freeform 1734">
                <a:extLst>
                  <a:ext uri="{FF2B5EF4-FFF2-40B4-BE49-F238E27FC236}">
                    <a16:creationId xmlns:a16="http://schemas.microsoft.com/office/drawing/2014/main" id="{6374A952-2BA9-4926-B6DE-A83C5C81C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219"/>
                <a:ext cx="5" cy="7"/>
              </a:xfrm>
              <a:custGeom>
                <a:avLst/>
                <a:gdLst>
                  <a:gd name="T0" fmla="*/ 0 w 3"/>
                  <a:gd name="T1" fmla="*/ 21 h 4"/>
                  <a:gd name="T2" fmla="*/ 8 w 3"/>
                  <a:gd name="T3" fmla="*/ 0 h 4"/>
                  <a:gd name="T4" fmla="*/ 0 w 3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3"/>
                      <a:pt x="0" y="3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84" name="Freeform 1735">
                <a:extLst>
                  <a:ext uri="{FF2B5EF4-FFF2-40B4-BE49-F238E27FC236}">
                    <a16:creationId xmlns:a16="http://schemas.microsoft.com/office/drawing/2014/main" id="{E906F447-685C-4DCC-9479-928774A7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206"/>
                <a:ext cx="12" cy="15"/>
              </a:xfrm>
              <a:custGeom>
                <a:avLst/>
                <a:gdLst>
                  <a:gd name="T0" fmla="*/ 21 w 8"/>
                  <a:gd name="T1" fmla="*/ 8 h 9"/>
                  <a:gd name="T2" fmla="*/ 8 w 8"/>
                  <a:gd name="T3" fmla="*/ 42 h 9"/>
                  <a:gd name="T4" fmla="*/ 26 w 8"/>
                  <a:gd name="T5" fmla="*/ 0 h 9"/>
                  <a:gd name="T6" fmla="*/ 18 w 8"/>
                  <a:gd name="T7" fmla="*/ 1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6" y="2"/>
                    </a:moveTo>
                    <a:cubicBezTo>
                      <a:pt x="2" y="4"/>
                      <a:pt x="0" y="5"/>
                      <a:pt x="2" y="9"/>
                    </a:cubicBezTo>
                    <a:cubicBezTo>
                      <a:pt x="6" y="8"/>
                      <a:pt x="8" y="4"/>
                      <a:pt x="7" y="0"/>
                    </a:cubicBezTo>
                    <a:cubicBezTo>
                      <a:pt x="6" y="0"/>
                      <a:pt x="5" y="1"/>
                      <a:pt x="5" y="3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85" name="Freeform 1736">
                <a:extLst>
                  <a:ext uri="{FF2B5EF4-FFF2-40B4-BE49-F238E27FC236}">
                    <a16:creationId xmlns:a16="http://schemas.microsoft.com/office/drawing/2014/main" id="{207CDD23-3C37-4B9A-B7C7-D23C28492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241"/>
                <a:ext cx="6" cy="10"/>
              </a:xfrm>
              <a:custGeom>
                <a:avLst/>
                <a:gdLst>
                  <a:gd name="T0" fmla="*/ 0 w 4"/>
                  <a:gd name="T1" fmla="*/ 28 h 6"/>
                  <a:gd name="T2" fmla="*/ 12 w 4"/>
                  <a:gd name="T3" fmla="*/ 0 h 6"/>
                  <a:gd name="T4" fmla="*/ 8 w 4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3"/>
                      <a:pt x="1" y="1"/>
                      <a:pt x="3" y="0"/>
                    </a:cubicBezTo>
                    <a:cubicBezTo>
                      <a:pt x="4" y="3"/>
                      <a:pt x="2" y="2"/>
                      <a:pt x="2" y="3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86" name="Freeform 1737">
                <a:extLst>
                  <a:ext uri="{FF2B5EF4-FFF2-40B4-BE49-F238E27FC236}">
                    <a16:creationId xmlns:a16="http://schemas.microsoft.com/office/drawing/2014/main" id="{B5A28712-A4AD-42B6-83D7-E3F2A70A8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284"/>
                <a:ext cx="14" cy="13"/>
              </a:xfrm>
              <a:custGeom>
                <a:avLst/>
                <a:gdLst>
                  <a:gd name="T0" fmla="*/ 12 w 9"/>
                  <a:gd name="T1" fmla="*/ 21 h 8"/>
                  <a:gd name="T2" fmla="*/ 26 w 9"/>
                  <a:gd name="T3" fmla="*/ 26 h 8"/>
                  <a:gd name="T4" fmla="*/ 30 w 9"/>
                  <a:gd name="T5" fmla="*/ 8 h 8"/>
                  <a:gd name="T6" fmla="*/ 12 w 9"/>
                  <a:gd name="T7" fmla="*/ 34 h 8"/>
                  <a:gd name="T8" fmla="*/ 34 w 9"/>
                  <a:gd name="T9" fmla="*/ 13 h 8"/>
                  <a:gd name="T10" fmla="*/ 14 w 9"/>
                  <a:gd name="T11" fmla="*/ 2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3" y="5"/>
                    </a:moveTo>
                    <a:cubicBezTo>
                      <a:pt x="4" y="6"/>
                      <a:pt x="5" y="7"/>
                      <a:pt x="7" y="6"/>
                    </a:cubicBezTo>
                    <a:cubicBezTo>
                      <a:pt x="7" y="5"/>
                      <a:pt x="8" y="4"/>
                      <a:pt x="8" y="2"/>
                    </a:cubicBezTo>
                    <a:cubicBezTo>
                      <a:pt x="3" y="0"/>
                      <a:pt x="0" y="4"/>
                      <a:pt x="3" y="8"/>
                    </a:cubicBezTo>
                    <a:cubicBezTo>
                      <a:pt x="6" y="7"/>
                      <a:pt x="7" y="7"/>
                      <a:pt x="9" y="3"/>
                    </a:cubicBezTo>
                    <a:cubicBezTo>
                      <a:pt x="5" y="2"/>
                      <a:pt x="5" y="5"/>
                      <a:pt x="4" y="7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87" name="Freeform 1738">
                <a:extLst>
                  <a:ext uri="{FF2B5EF4-FFF2-40B4-BE49-F238E27FC236}">
                    <a16:creationId xmlns:a16="http://schemas.microsoft.com/office/drawing/2014/main" id="{E37AFF60-CFF7-49B1-B39C-82131F89C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266"/>
                <a:ext cx="8" cy="5"/>
              </a:xfrm>
              <a:custGeom>
                <a:avLst/>
                <a:gdLst>
                  <a:gd name="T0" fmla="*/ 13 w 5"/>
                  <a:gd name="T1" fmla="*/ 8 h 3"/>
                  <a:gd name="T2" fmla="*/ 0 w 5"/>
                  <a:gd name="T3" fmla="*/ 8 h 3"/>
                  <a:gd name="T4" fmla="*/ 21 w 5"/>
                  <a:gd name="T5" fmla="*/ 0 h 3"/>
                  <a:gd name="T6" fmla="*/ 8 w 5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1" y="2"/>
                      <a:pt x="0" y="3"/>
                      <a:pt x="0" y="2"/>
                    </a:cubicBezTo>
                    <a:cubicBezTo>
                      <a:pt x="2" y="0"/>
                      <a:pt x="1" y="0"/>
                      <a:pt x="5" y="0"/>
                    </a:cubicBezTo>
                    <a:cubicBezTo>
                      <a:pt x="5" y="2"/>
                      <a:pt x="3" y="1"/>
                      <a:pt x="2" y="3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88" name="Freeform 1739">
                <a:extLst>
                  <a:ext uri="{FF2B5EF4-FFF2-40B4-BE49-F238E27FC236}">
                    <a16:creationId xmlns:a16="http://schemas.microsoft.com/office/drawing/2014/main" id="{BC74F7F0-D864-4EF7-A536-105F29431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279"/>
                <a:ext cx="6" cy="10"/>
              </a:xfrm>
              <a:custGeom>
                <a:avLst/>
                <a:gdLst>
                  <a:gd name="T0" fmla="*/ 8 w 4"/>
                  <a:gd name="T1" fmla="*/ 20 h 6"/>
                  <a:gd name="T2" fmla="*/ 12 w 4"/>
                  <a:gd name="T3" fmla="*/ 0 h 6"/>
                  <a:gd name="T4" fmla="*/ 5 w 4"/>
                  <a:gd name="T5" fmla="*/ 28 h 6"/>
                  <a:gd name="T6" fmla="*/ 8 w 4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4" y="6"/>
                      <a:pt x="4" y="2"/>
                      <a:pt x="1" y="6"/>
                    </a:cubicBezTo>
                    <a:cubicBezTo>
                      <a:pt x="0" y="4"/>
                      <a:pt x="1" y="3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89" name="Freeform 1740">
                <a:extLst>
                  <a:ext uri="{FF2B5EF4-FFF2-40B4-BE49-F238E27FC236}">
                    <a16:creationId xmlns:a16="http://schemas.microsoft.com/office/drawing/2014/main" id="{FA7564DE-73A1-45EA-9C70-6DA8EC153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339"/>
                <a:ext cx="8" cy="8"/>
              </a:xfrm>
              <a:custGeom>
                <a:avLst/>
                <a:gdLst>
                  <a:gd name="T0" fmla="*/ 13 w 5"/>
                  <a:gd name="T1" fmla="*/ 16 h 5"/>
                  <a:gd name="T2" fmla="*/ 0 w 5"/>
                  <a:gd name="T3" fmla="*/ 0 h 5"/>
                  <a:gd name="T4" fmla="*/ 16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5" y="0"/>
                      <a:pt x="3" y="2"/>
                      <a:pt x="4" y="5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90" name="Freeform 1741">
                <a:extLst>
                  <a:ext uri="{FF2B5EF4-FFF2-40B4-BE49-F238E27FC236}">
                    <a16:creationId xmlns:a16="http://schemas.microsoft.com/office/drawing/2014/main" id="{BAC66FCD-2F3D-4930-AC83-B9ECB0D78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319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91" name="Freeform 1742">
                <a:extLst>
                  <a:ext uri="{FF2B5EF4-FFF2-40B4-BE49-F238E27FC236}">
                    <a16:creationId xmlns:a16="http://schemas.microsoft.com/office/drawing/2014/main" id="{EECBA452-D62E-43BC-A39A-64CFA97C8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379"/>
                <a:ext cx="14" cy="13"/>
              </a:xfrm>
              <a:custGeom>
                <a:avLst/>
                <a:gdLst>
                  <a:gd name="T0" fmla="*/ 26 w 9"/>
                  <a:gd name="T1" fmla="*/ 21 h 8"/>
                  <a:gd name="T2" fmla="*/ 14 w 9"/>
                  <a:gd name="T3" fmla="*/ 34 h 8"/>
                  <a:gd name="T4" fmla="*/ 30 w 9"/>
                  <a:gd name="T5" fmla="*/ 8 h 8"/>
                  <a:gd name="T6" fmla="*/ 0 w 9"/>
                  <a:gd name="T7" fmla="*/ 34 h 8"/>
                  <a:gd name="T8" fmla="*/ 34 w 9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5" y="6"/>
                      <a:pt x="4" y="7"/>
                      <a:pt x="4" y="8"/>
                    </a:cubicBezTo>
                    <a:cubicBezTo>
                      <a:pt x="6" y="7"/>
                      <a:pt x="6" y="5"/>
                      <a:pt x="8" y="2"/>
                    </a:cubicBezTo>
                    <a:cubicBezTo>
                      <a:pt x="4" y="0"/>
                      <a:pt x="1" y="3"/>
                      <a:pt x="0" y="8"/>
                    </a:cubicBezTo>
                    <a:cubicBezTo>
                      <a:pt x="3" y="8"/>
                      <a:pt x="7" y="6"/>
                      <a:pt x="9" y="3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92" name="Freeform 1743">
                <a:extLst>
                  <a:ext uri="{FF2B5EF4-FFF2-40B4-BE49-F238E27FC236}">
                    <a16:creationId xmlns:a16="http://schemas.microsoft.com/office/drawing/2014/main" id="{3BDEB82D-591A-4350-BED6-0E459A143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408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0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1" y="2"/>
                      <a:pt x="0" y="3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93" name="Freeform 1744">
                <a:extLst>
                  <a:ext uri="{FF2B5EF4-FFF2-40B4-BE49-F238E27FC236}">
                    <a16:creationId xmlns:a16="http://schemas.microsoft.com/office/drawing/2014/main" id="{3CBFBA08-6607-44DD-B744-4F613C3A8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337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94" name="Freeform 1745">
                <a:extLst>
                  <a:ext uri="{FF2B5EF4-FFF2-40B4-BE49-F238E27FC236}">
                    <a16:creationId xmlns:a16="http://schemas.microsoft.com/office/drawing/2014/main" id="{6C42B3C3-B5C5-4372-8FC2-A1C8C3177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282"/>
                <a:ext cx="12" cy="12"/>
              </a:xfrm>
              <a:custGeom>
                <a:avLst/>
                <a:gdLst>
                  <a:gd name="T0" fmla="*/ 12 w 8"/>
                  <a:gd name="T1" fmla="*/ 0 h 7"/>
                  <a:gd name="T2" fmla="*/ 14 w 8"/>
                  <a:gd name="T3" fmla="*/ 36 h 7"/>
                  <a:gd name="T4" fmla="*/ 12 w 8"/>
                  <a:gd name="T5" fmla="*/ 0 h 7"/>
                  <a:gd name="T6" fmla="*/ 12 w 8"/>
                  <a:gd name="T7" fmla="*/ 2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1" y="3"/>
                      <a:pt x="1" y="5"/>
                      <a:pt x="4" y="7"/>
                    </a:cubicBezTo>
                    <a:cubicBezTo>
                      <a:pt x="8" y="4"/>
                      <a:pt x="7" y="1"/>
                      <a:pt x="3" y="0"/>
                    </a:cubicBezTo>
                    <a:cubicBezTo>
                      <a:pt x="0" y="2"/>
                      <a:pt x="1" y="3"/>
                      <a:pt x="3" y="6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95" name="Freeform 1746">
                <a:extLst>
                  <a:ext uri="{FF2B5EF4-FFF2-40B4-BE49-F238E27FC236}">
                    <a16:creationId xmlns:a16="http://schemas.microsoft.com/office/drawing/2014/main" id="{0A70BE29-5A05-43CA-99D3-B37D6FFC2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254"/>
                <a:ext cx="6" cy="8"/>
              </a:xfrm>
              <a:custGeom>
                <a:avLst/>
                <a:gdLst>
                  <a:gd name="T0" fmla="*/ 5 w 4"/>
                  <a:gd name="T1" fmla="*/ 13 h 5"/>
                  <a:gd name="T2" fmla="*/ 8 w 4"/>
                  <a:gd name="T3" fmla="*/ 5 h 5"/>
                  <a:gd name="T4" fmla="*/ 12 w 4"/>
                  <a:gd name="T5" fmla="*/ 21 h 5"/>
                  <a:gd name="T6" fmla="*/ 5 w 4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0" y="0"/>
                      <a:pt x="1" y="0"/>
                      <a:pt x="2" y="1"/>
                    </a:cubicBezTo>
                    <a:cubicBezTo>
                      <a:pt x="3" y="2"/>
                      <a:pt x="4" y="3"/>
                      <a:pt x="3" y="5"/>
                    </a:cubicBezTo>
                    <a:cubicBezTo>
                      <a:pt x="1" y="5"/>
                      <a:pt x="2" y="3"/>
                      <a:pt x="1" y="3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96" name="Freeform 1747">
                <a:extLst>
                  <a:ext uri="{FF2B5EF4-FFF2-40B4-BE49-F238E27FC236}">
                    <a16:creationId xmlns:a16="http://schemas.microsoft.com/office/drawing/2014/main" id="{A9FC8210-E51D-421B-ADE1-625ED9581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304"/>
                <a:ext cx="8" cy="8"/>
              </a:xfrm>
              <a:custGeom>
                <a:avLst/>
                <a:gdLst>
                  <a:gd name="T0" fmla="*/ 16 w 5"/>
                  <a:gd name="T1" fmla="*/ 5 h 5"/>
                  <a:gd name="T2" fmla="*/ 16 w 5"/>
                  <a:gd name="T3" fmla="*/ 21 h 5"/>
                  <a:gd name="T4" fmla="*/ 8 w 5"/>
                  <a:gd name="T5" fmla="*/ 0 h 5"/>
                  <a:gd name="T6" fmla="*/ 5 w 5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4" y="2"/>
                      <a:pt x="3" y="3"/>
                      <a:pt x="4" y="5"/>
                    </a:cubicBezTo>
                    <a:cubicBezTo>
                      <a:pt x="5" y="0"/>
                      <a:pt x="4" y="3"/>
                      <a:pt x="2" y="0"/>
                    </a:cubicBezTo>
                    <a:cubicBezTo>
                      <a:pt x="1" y="1"/>
                      <a:pt x="0" y="1"/>
                      <a:pt x="1" y="3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97" name="Freeform 1748">
                <a:extLst>
                  <a:ext uri="{FF2B5EF4-FFF2-40B4-BE49-F238E27FC236}">
                    <a16:creationId xmlns:a16="http://schemas.microsoft.com/office/drawing/2014/main" id="{359CDDAC-AD5A-4192-9524-8234D6F12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236"/>
                <a:ext cx="7" cy="10"/>
              </a:xfrm>
              <a:custGeom>
                <a:avLst/>
                <a:gdLst>
                  <a:gd name="T0" fmla="*/ 0 w 5"/>
                  <a:gd name="T1" fmla="*/ 0 h 6"/>
                  <a:gd name="T2" fmla="*/ 8 w 5"/>
                  <a:gd name="T3" fmla="*/ 28 h 6"/>
                  <a:gd name="T4" fmla="*/ 14 w 5"/>
                  <a:gd name="T5" fmla="*/ 5 h 6"/>
                  <a:gd name="T6" fmla="*/ 1 w 5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3"/>
                      <a:pt x="0" y="5"/>
                      <a:pt x="3" y="6"/>
                    </a:cubicBezTo>
                    <a:cubicBezTo>
                      <a:pt x="4" y="3"/>
                      <a:pt x="5" y="4"/>
                      <a:pt x="5" y="1"/>
                    </a:cubicBezTo>
                    <a:cubicBezTo>
                      <a:pt x="2" y="0"/>
                      <a:pt x="2" y="2"/>
                      <a:pt x="1" y="4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98" name="Freeform 1749">
                <a:extLst>
                  <a:ext uri="{FF2B5EF4-FFF2-40B4-BE49-F238E27FC236}">
                    <a16:creationId xmlns:a16="http://schemas.microsoft.com/office/drawing/2014/main" id="{457ADD3C-2F8F-4657-92D7-453C07464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163"/>
                <a:ext cx="3" cy="7"/>
              </a:xfrm>
              <a:custGeom>
                <a:avLst/>
                <a:gdLst>
                  <a:gd name="T0" fmla="*/ 8 w 2"/>
                  <a:gd name="T1" fmla="*/ 21 h 4"/>
                  <a:gd name="T2" fmla="*/ 0 w 2"/>
                  <a:gd name="T3" fmla="*/ 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2"/>
                      <a:pt x="0" y="0"/>
                      <a:pt x="0" y="1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99" name="Freeform 1750">
                <a:extLst>
                  <a:ext uri="{FF2B5EF4-FFF2-40B4-BE49-F238E27FC236}">
                    <a16:creationId xmlns:a16="http://schemas.microsoft.com/office/drawing/2014/main" id="{6D20CC70-4636-4B46-BA08-613DE7F4C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203"/>
                <a:ext cx="6" cy="6"/>
              </a:xfrm>
              <a:custGeom>
                <a:avLst/>
                <a:gdLst>
                  <a:gd name="T0" fmla="*/ 14 w 4"/>
                  <a:gd name="T1" fmla="*/ 8 h 4"/>
                  <a:gd name="T2" fmla="*/ 14 w 4"/>
                  <a:gd name="T3" fmla="*/ 14 h 4"/>
                  <a:gd name="T4" fmla="*/ 8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0" y="2"/>
                      <a:pt x="4" y="4"/>
                    </a:cubicBezTo>
                    <a:cubicBezTo>
                      <a:pt x="4" y="0"/>
                      <a:pt x="2" y="2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00" name="Freeform 1751">
                <a:extLst>
                  <a:ext uri="{FF2B5EF4-FFF2-40B4-BE49-F238E27FC236}">
                    <a16:creationId xmlns:a16="http://schemas.microsoft.com/office/drawing/2014/main" id="{17B53141-3315-408C-9CF9-9E467A9CE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427"/>
                <a:ext cx="5" cy="8"/>
              </a:xfrm>
              <a:custGeom>
                <a:avLst/>
                <a:gdLst>
                  <a:gd name="T0" fmla="*/ 8 w 3"/>
                  <a:gd name="T1" fmla="*/ 5 h 5"/>
                  <a:gd name="T2" fmla="*/ 13 w 3"/>
                  <a:gd name="T3" fmla="*/ 16 h 5"/>
                  <a:gd name="T4" fmla="*/ 13 w 3"/>
                  <a:gd name="T5" fmla="*/ 0 h 5"/>
                  <a:gd name="T6" fmla="*/ 5 w 3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1"/>
                    </a:moveTo>
                    <a:cubicBezTo>
                      <a:pt x="1" y="2"/>
                      <a:pt x="1" y="3"/>
                      <a:pt x="3" y="4"/>
                    </a:cubicBezTo>
                    <a:cubicBezTo>
                      <a:pt x="3" y="3"/>
                      <a:pt x="3" y="1"/>
                      <a:pt x="3" y="0"/>
                    </a:cubicBezTo>
                    <a:cubicBezTo>
                      <a:pt x="0" y="1"/>
                      <a:pt x="1" y="2"/>
                      <a:pt x="1" y="5"/>
                    </a:cubicBezTo>
                  </a:path>
                </a:pathLst>
              </a:custGeom>
              <a:noFill/>
              <a:ln w="190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01" name="Freeform 1752">
                <a:extLst>
                  <a:ext uri="{FF2B5EF4-FFF2-40B4-BE49-F238E27FC236}">
                    <a16:creationId xmlns:a16="http://schemas.microsoft.com/office/drawing/2014/main" id="{D94DDF23-D4D4-4AEE-8F9B-58FE6F194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" y="1956"/>
                <a:ext cx="14" cy="18"/>
              </a:xfrm>
              <a:custGeom>
                <a:avLst/>
                <a:gdLst>
                  <a:gd name="T0" fmla="*/ 8 w 9"/>
                  <a:gd name="T1" fmla="*/ 34 h 11"/>
                  <a:gd name="T2" fmla="*/ 12 w 9"/>
                  <a:gd name="T3" fmla="*/ 47 h 11"/>
                  <a:gd name="T4" fmla="*/ 26 w 9"/>
                  <a:gd name="T5" fmla="*/ 0 h 11"/>
                  <a:gd name="T6" fmla="*/ 5 w 9"/>
                  <a:gd name="T7" fmla="*/ 43 h 11"/>
                  <a:gd name="T8" fmla="*/ 30 w 9"/>
                  <a:gd name="T9" fmla="*/ 2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2" y="8"/>
                    </a:moveTo>
                    <a:cubicBezTo>
                      <a:pt x="1" y="9"/>
                      <a:pt x="1" y="10"/>
                      <a:pt x="3" y="11"/>
                    </a:cubicBezTo>
                    <a:cubicBezTo>
                      <a:pt x="7" y="8"/>
                      <a:pt x="9" y="4"/>
                      <a:pt x="7" y="0"/>
                    </a:cubicBezTo>
                    <a:cubicBezTo>
                      <a:pt x="2" y="1"/>
                      <a:pt x="0" y="6"/>
                      <a:pt x="1" y="10"/>
                    </a:cubicBezTo>
                    <a:cubicBezTo>
                      <a:pt x="5" y="11"/>
                      <a:pt x="8" y="9"/>
                      <a:pt x="8" y="5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02" name="Freeform 1753">
                <a:extLst>
                  <a:ext uri="{FF2B5EF4-FFF2-40B4-BE49-F238E27FC236}">
                    <a16:creationId xmlns:a16="http://schemas.microsoft.com/office/drawing/2014/main" id="{4DE192B9-25BF-4B0C-AFB5-5DA2E511A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961"/>
                <a:ext cx="13" cy="15"/>
              </a:xfrm>
              <a:custGeom>
                <a:avLst/>
                <a:gdLst>
                  <a:gd name="T0" fmla="*/ 5 w 8"/>
                  <a:gd name="T1" fmla="*/ 28 h 9"/>
                  <a:gd name="T2" fmla="*/ 34 w 8"/>
                  <a:gd name="T3" fmla="*/ 22 h 9"/>
                  <a:gd name="T4" fmla="*/ 0 w 8"/>
                  <a:gd name="T5" fmla="*/ 20 h 9"/>
                  <a:gd name="T6" fmla="*/ 18 w 8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1" y="6"/>
                    </a:moveTo>
                    <a:cubicBezTo>
                      <a:pt x="0" y="0"/>
                      <a:pt x="6" y="0"/>
                      <a:pt x="8" y="5"/>
                    </a:cubicBezTo>
                    <a:cubicBezTo>
                      <a:pt x="5" y="9"/>
                      <a:pt x="2" y="9"/>
                      <a:pt x="0" y="4"/>
                    </a:cubicBezTo>
                    <a:cubicBezTo>
                      <a:pt x="1" y="2"/>
                      <a:pt x="2" y="2"/>
                      <a:pt x="4" y="2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03" name="Freeform 1754">
                <a:extLst>
                  <a:ext uri="{FF2B5EF4-FFF2-40B4-BE49-F238E27FC236}">
                    <a16:creationId xmlns:a16="http://schemas.microsoft.com/office/drawing/2014/main" id="{7F453A1B-594F-4D35-9AFE-FEC520F9D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1936"/>
                <a:ext cx="30" cy="38"/>
              </a:xfrm>
              <a:custGeom>
                <a:avLst/>
                <a:gdLst>
                  <a:gd name="T0" fmla="*/ 47 w 19"/>
                  <a:gd name="T1" fmla="*/ 35 h 23"/>
                  <a:gd name="T2" fmla="*/ 52 w 19"/>
                  <a:gd name="T3" fmla="*/ 63 h 23"/>
                  <a:gd name="T4" fmla="*/ 14 w 19"/>
                  <a:gd name="T5" fmla="*/ 63 h 23"/>
                  <a:gd name="T6" fmla="*/ 33 w 19"/>
                  <a:gd name="T7" fmla="*/ 6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2" y="8"/>
                    </a:moveTo>
                    <a:cubicBezTo>
                      <a:pt x="0" y="4"/>
                      <a:pt x="5" y="23"/>
                      <a:pt x="13" y="14"/>
                    </a:cubicBezTo>
                    <a:cubicBezTo>
                      <a:pt x="19" y="6"/>
                      <a:pt x="3" y="0"/>
                      <a:pt x="4" y="14"/>
                    </a:cubicBezTo>
                    <a:cubicBezTo>
                      <a:pt x="5" y="15"/>
                      <a:pt x="6" y="15"/>
                      <a:pt x="8" y="15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04" name="Freeform 1755">
                <a:extLst>
                  <a:ext uri="{FF2B5EF4-FFF2-40B4-BE49-F238E27FC236}">
                    <a16:creationId xmlns:a16="http://schemas.microsoft.com/office/drawing/2014/main" id="{4BF716BD-FA7E-455B-9826-3426435D6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7" y="1911"/>
                <a:ext cx="13" cy="13"/>
              </a:xfrm>
              <a:custGeom>
                <a:avLst/>
                <a:gdLst>
                  <a:gd name="T0" fmla="*/ 26 w 8"/>
                  <a:gd name="T1" fmla="*/ 0 h 8"/>
                  <a:gd name="T2" fmla="*/ 8 w 8"/>
                  <a:gd name="T3" fmla="*/ 34 h 8"/>
                  <a:gd name="T4" fmla="*/ 34 w 8"/>
                  <a:gd name="T5" fmla="*/ 8 h 8"/>
                  <a:gd name="T6" fmla="*/ 13 w 8"/>
                  <a:gd name="T7" fmla="*/ 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1" y="1"/>
                      <a:pt x="0" y="4"/>
                      <a:pt x="2" y="8"/>
                    </a:cubicBezTo>
                    <a:cubicBezTo>
                      <a:pt x="6" y="8"/>
                      <a:pt x="8" y="6"/>
                      <a:pt x="8" y="2"/>
                    </a:cubicBezTo>
                    <a:cubicBezTo>
                      <a:pt x="4" y="1"/>
                      <a:pt x="3" y="3"/>
                      <a:pt x="3" y="7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05" name="Freeform 1756">
                <a:extLst>
                  <a:ext uri="{FF2B5EF4-FFF2-40B4-BE49-F238E27FC236}">
                    <a16:creationId xmlns:a16="http://schemas.microsoft.com/office/drawing/2014/main" id="{AA3C6AB2-D923-4202-9393-ECECA0349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1967"/>
                <a:ext cx="3" cy="5"/>
              </a:xfrm>
              <a:custGeom>
                <a:avLst/>
                <a:gdLst>
                  <a:gd name="T0" fmla="*/ 8 w 2"/>
                  <a:gd name="T1" fmla="*/ 13 h 3"/>
                  <a:gd name="T2" fmla="*/ 0 w 2"/>
                  <a:gd name="T3" fmla="*/ 0 h 3"/>
                  <a:gd name="T4" fmla="*/ 5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06" name="Freeform 1757">
                <a:extLst>
                  <a:ext uri="{FF2B5EF4-FFF2-40B4-BE49-F238E27FC236}">
                    <a16:creationId xmlns:a16="http://schemas.microsoft.com/office/drawing/2014/main" id="{21155B04-02C1-4993-A2A1-41CB8B4FD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1957"/>
                <a:ext cx="14" cy="15"/>
              </a:xfrm>
              <a:custGeom>
                <a:avLst/>
                <a:gdLst>
                  <a:gd name="T0" fmla="*/ 14 w 9"/>
                  <a:gd name="T1" fmla="*/ 20 h 9"/>
                  <a:gd name="T2" fmla="*/ 8 w 9"/>
                  <a:gd name="T3" fmla="*/ 42 h 9"/>
                  <a:gd name="T4" fmla="*/ 14 w 9"/>
                  <a:gd name="T5" fmla="*/ 0 h 9"/>
                  <a:gd name="T6" fmla="*/ 0 w 9"/>
                  <a:gd name="T7" fmla="*/ 2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4" y="4"/>
                    </a:moveTo>
                    <a:cubicBezTo>
                      <a:pt x="2" y="5"/>
                      <a:pt x="2" y="7"/>
                      <a:pt x="2" y="9"/>
                    </a:cubicBezTo>
                    <a:cubicBezTo>
                      <a:pt x="8" y="7"/>
                      <a:pt x="9" y="3"/>
                      <a:pt x="4" y="0"/>
                    </a:cubicBezTo>
                    <a:cubicBezTo>
                      <a:pt x="1" y="1"/>
                      <a:pt x="0" y="2"/>
                      <a:pt x="0" y="5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07" name="Freeform 1758">
                <a:extLst>
                  <a:ext uri="{FF2B5EF4-FFF2-40B4-BE49-F238E27FC236}">
                    <a16:creationId xmlns:a16="http://schemas.microsoft.com/office/drawing/2014/main" id="{FAFCA1CA-39FA-44BE-8031-044987F62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1911"/>
                <a:ext cx="7" cy="8"/>
              </a:xfrm>
              <a:custGeom>
                <a:avLst/>
                <a:gdLst>
                  <a:gd name="T0" fmla="*/ 1 w 5"/>
                  <a:gd name="T1" fmla="*/ 21 h 5"/>
                  <a:gd name="T2" fmla="*/ 14 w 5"/>
                  <a:gd name="T3" fmla="*/ 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2"/>
                      <a:pt x="2" y="0"/>
                      <a:pt x="5" y="1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08" name="Freeform 1759">
                <a:extLst>
                  <a:ext uri="{FF2B5EF4-FFF2-40B4-BE49-F238E27FC236}">
                    <a16:creationId xmlns:a16="http://schemas.microsoft.com/office/drawing/2014/main" id="{92A3D595-DB2B-45B9-A24A-D2679F5E4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1964"/>
                <a:ext cx="17" cy="15"/>
              </a:xfrm>
              <a:custGeom>
                <a:avLst/>
                <a:gdLst>
                  <a:gd name="T0" fmla="*/ 22 w 11"/>
                  <a:gd name="T1" fmla="*/ 13 h 9"/>
                  <a:gd name="T2" fmla="*/ 14 w 11"/>
                  <a:gd name="T3" fmla="*/ 42 h 9"/>
                  <a:gd name="T4" fmla="*/ 22 w 11"/>
                  <a:gd name="T5" fmla="*/ 0 h 9"/>
                  <a:gd name="T6" fmla="*/ 12 w 11"/>
                  <a:gd name="T7" fmla="*/ 2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6" y="3"/>
                    </a:moveTo>
                    <a:cubicBezTo>
                      <a:pt x="3" y="5"/>
                      <a:pt x="0" y="6"/>
                      <a:pt x="4" y="9"/>
                    </a:cubicBezTo>
                    <a:cubicBezTo>
                      <a:pt x="8" y="7"/>
                      <a:pt x="11" y="2"/>
                      <a:pt x="6" y="0"/>
                    </a:cubicBezTo>
                    <a:cubicBezTo>
                      <a:pt x="2" y="1"/>
                      <a:pt x="3" y="3"/>
                      <a:pt x="3" y="6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09" name="Freeform 1760">
                <a:extLst>
                  <a:ext uri="{FF2B5EF4-FFF2-40B4-BE49-F238E27FC236}">
                    <a16:creationId xmlns:a16="http://schemas.microsoft.com/office/drawing/2014/main" id="{AC4AF119-4B14-4864-8CD0-9E18B2B37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1972"/>
                <a:ext cx="15" cy="15"/>
              </a:xfrm>
              <a:custGeom>
                <a:avLst/>
                <a:gdLst>
                  <a:gd name="T0" fmla="*/ 26 w 10"/>
                  <a:gd name="T1" fmla="*/ 22 h 9"/>
                  <a:gd name="T2" fmla="*/ 8 w 10"/>
                  <a:gd name="T3" fmla="*/ 20 h 9"/>
                  <a:gd name="T4" fmla="*/ 18 w 10"/>
                  <a:gd name="T5" fmla="*/ 33 h 9"/>
                  <a:gd name="T6" fmla="*/ 26 w 10"/>
                  <a:gd name="T7" fmla="*/ 0 h 9"/>
                  <a:gd name="T8" fmla="*/ 12 w 10"/>
                  <a:gd name="T9" fmla="*/ 37 h 9"/>
                  <a:gd name="T10" fmla="*/ 32 w 10"/>
                  <a:gd name="T11" fmla="*/ 5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7" y="5"/>
                    </a:moveTo>
                    <a:cubicBezTo>
                      <a:pt x="5" y="4"/>
                      <a:pt x="4" y="4"/>
                      <a:pt x="2" y="4"/>
                    </a:cubicBezTo>
                    <a:cubicBezTo>
                      <a:pt x="3" y="5"/>
                      <a:pt x="3" y="6"/>
                      <a:pt x="5" y="7"/>
                    </a:cubicBezTo>
                    <a:cubicBezTo>
                      <a:pt x="8" y="5"/>
                      <a:pt x="9" y="3"/>
                      <a:pt x="7" y="0"/>
                    </a:cubicBezTo>
                    <a:cubicBezTo>
                      <a:pt x="2" y="0"/>
                      <a:pt x="0" y="4"/>
                      <a:pt x="3" y="8"/>
                    </a:cubicBezTo>
                    <a:cubicBezTo>
                      <a:pt x="7" y="9"/>
                      <a:pt x="10" y="4"/>
                      <a:pt x="9" y="1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10" name="Freeform 1761">
                <a:extLst>
                  <a:ext uri="{FF2B5EF4-FFF2-40B4-BE49-F238E27FC236}">
                    <a16:creationId xmlns:a16="http://schemas.microsoft.com/office/drawing/2014/main" id="{FF4C6E32-0361-468E-B547-B4C4E948E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976"/>
                <a:ext cx="4" cy="3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11" name="Freeform 1762">
                <a:extLst>
                  <a:ext uri="{FF2B5EF4-FFF2-40B4-BE49-F238E27FC236}">
                    <a16:creationId xmlns:a16="http://schemas.microsoft.com/office/drawing/2014/main" id="{FFD32DBA-2F0A-48AA-A79F-010B6F108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1941"/>
                <a:ext cx="10" cy="11"/>
              </a:xfrm>
              <a:custGeom>
                <a:avLst/>
                <a:gdLst>
                  <a:gd name="T0" fmla="*/ 8 w 6"/>
                  <a:gd name="T1" fmla="*/ 13 h 7"/>
                  <a:gd name="T2" fmla="*/ 13 w 6"/>
                  <a:gd name="T3" fmla="*/ 14 h 7"/>
                  <a:gd name="T4" fmla="*/ 13 w 6"/>
                  <a:gd name="T5" fmla="*/ 0 h 7"/>
                  <a:gd name="T6" fmla="*/ 0 w 6"/>
                  <a:gd name="T7" fmla="*/ 27 h 7"/>
                  <a:gd name="T8" fmla="*/ 22 w 6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3"/>
                    </a:moveTo>
                    <a:cubicBezTo>
                      <a:pt x="1" y="4"/>
                      <a:pt x="1" y="5"/>
                      <a:pt x="3" y="4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4" y="7"/>
                      <a:pt x="6" y="4"/>
                      <a:pt x="5" y="1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12" name="Freeform 1763">
                <a:extLst>
                  <a:ext uri="{FF2B5EF4-FFF2-40B4-BE49-F238E27FC236}">
                    <a16:creationId xmlns:a16="http://schemas.microsoft.com/office/drawing/2014/main" id="{825EB174-E5C0-4AB9-8ECB-BFD4535F6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1994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13" name="Freeform 1764">
                <a:extLst>
                  <a:ext uri="{FF2B5EF4-FFF2-40B4-BE49-F238E27FC236}">
                    <a16:creationId xmlns:a16="http://schemas.microsoft.com/office/drawing/2014/main" id="{49F99140-1152-4AE5-9BE0-8D33A6F98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926"/>
                <a:ext cx="9" cy="6"/>
              </a:xfrm>
              <a:custGeom>
                <a:avLst/>
                <a:gdLst>
                  <a:gd name="T0" fmla="*/ 0 w 6"/>
                  <a:gd name="T1" fmla="*/ 14 h 4"/>
                  <a:gd name="T2" fmla="*/ 21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3" y="0"/>
                      <a:pt x="6" y="0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14" name="Freeform 1765">
                <a:extLst>
                  <a:ext uri="{FF2B5EF4-FFF2-40B4-BE49-F238E27FC236}">
                    <a16:creationId xmlns:a16="http://schemas.microsoft.com/office/drawing/2014/main" id="{B0BD2EFB-9981-4920-9AF1-06D61D91E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1924"/>
                <a:ext cx="5" cy="8"/>
              </a:xfrm>
              <a:custGeom>
                <a:avLst/>
                <a:gdLst>
                  <a:gd name="T0" fmla="*/ 0 w 3"/>
                  <a:gd name="T1" fmla="*/ 21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15" name="Freeform 1766">
                <a:extLst>
                  <a:ext uri="{FF2B5EF4-FFF2-40B4-BE49-F238E27FC236}">
                    <a16:creationId xmlns:a16="http://schemas.microsoft.com/office/drawing/2014/main" id="{12D62F2A-2511-466D-93C8-CF3450D69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1985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16" name="Freeform 1767">
                <a:extLst>
                  <a:ext uri="{FF2B5EF4-FFF2-40B4-BE49-F238E27FC236}">
                    <a16:creationId xmlns:a16="http://schemas.microsoft.com/office/drawing/2014/main" id="{2844EF7E-0D2E-4658-9BBF-74D34001F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1994"/>
                <a:ext cx="18" cy="16"/>
              </a:xfrm>
              <a:custGeom>
                <a:avLst/>
                <a:gdLst>
                  <a:gd name="T0" fmla="*/ 21 w 12"/>
                  <a:gd name="T1" fmla="*/ 29 h 10"/>
                  <a:gd name="T2" fmla="*/ 27 w 12"/>
                  <a:gd name="T3" fmla="*/ 5 h 10"/>
                  <a:gd name="T4" fmla="*/ 12 w 12"/>
                  <a:gd name="T5" fmla="*/ 42 h 10"/>
                  <a:gd name="T6" fmla="*/ 39 w 12"/>
                  <a:gd name="T7" fmla="*/ 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6" y="7"/>
                    </a:moveTo>
                    <a:cubicBezTo>
                      <a:pt x="7" y="5"/>
                      <a:pt x="7" y="3"/>
                      <a:pt x="8" y="1"/>
                    </a:cubicBezTo>
                    <a:cubicBezTo>
                      <a:pt x="3" y="0"/>
                      <a:pt x="0" y="5"/>
                      <a:pt x="3" y="10"/>
                    </a:cubicBezTo>
                    <a:cubicBezTo>
                      <a:pt x="8" y="9"/>
                      <a:pt x="12" y="6"/>
                      <a:pt x="11" y="1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17" name="Freeform 1768">
                <a:extLst>
                  <a:ext uri="{FF2B5EF4-FFF2-40B4-BE49-F238E27FC236}">
                    <a16:creationId xmlns:a16="http://schemas.microsoft.com/office/drawing/2014/main" id="{2C0F07E3-2C78-452A-8E2E-63379F90C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1994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18" name="Freeform 1769">
                <a:extLst>
                  <a:ext uri="{FF2B5EF4-FFF2-40B4-BE49-F238E27FC236}">
                    <a16:creationId xmlns:a16="http://schemas.microsoft.com/office/drawing/2014/main" id="{A3B61F45-12E2-43D3-8EE6-E0E6B5B4C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981"/>
                <a:ext cx="27" cy="31"/>
              </a:xfrm>
              <a:custGeom>
                <a:avLst/>
                <a:gdLst>
                  <a:gd name="T0" fmla="*/ 35 w 17"/>
                  <a:gd name="T1" fmla="*/ 39 h 19"/>
                  <a:gd name="T2" fmla="*/ 0 w 17"/>
                  <a:gd name="T3" fmla="*/ 39 h 19"/>
                  <a:gd name="T4" fmla="*/ 68 w 17"/>
                  <a:gd name="T5" fmla="*/ 39 h 19"/>
                  <a:gd name="T6" fmla="*/ 25 w 17"/>
                  <a:gd name="T7" fmla="*/ 4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9">
                    <a:moveTo>
                      <a:pt x="9" y="9"/>
                    </a:moveTo>
                    <a:cubicBezTo>
                      <a:pt x="6" y="7"/>
                      <a:pt x="3" y="7"/>
                      <a:pt x="0" y="9"/>
                    </a:cubicBezTo>
                    <a:cubicBezTo>
                      <a:pt x="0" y="19"/>
                      <a:pt x="16" y="16"/>
                      <a:pt x="17" y="9"/>
                    </a:cubicBezTo>
                    <a:cubicBezTo>
                      <a:pt x="17" y="0"/>
                      <a:pt x="7" y="4"/>
                      <a:pt x="6" y="10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19" name="Freeform 1770">
                <a:extLst>
                  <a:ext uri="{FF2B5EF4-FFF2-40B4-BE49-F238E27FC236}">
                    <a16:creationId xmlns:a16="http://schemas.microsoft.com/office/drawing/2014/main" id="{8630E394-029B-4C5C-BE2C-DFACB2DD2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962"/>
                <a:ext cx="12" cy="12"/>
              </a:xfrm>
              <a:custGeom>
                <a:avLst/>
                <a:gdLst>
                  <a:gd name="T0" fmla="*/ 14 w 8"/>
                  <a:gd name="T1" fmla="*/ 26 h 7"/>
                  <a:gd name="T2" fmla="*/ 21 w 8"/>
                  <a:gd name="T3" fmla="*/ 0 h 7"/>
                  <a:gd name="T4" fmla="*/ 5 w 8"/>
                  <a:gd name="T5" fmla="*/ 36 h 7"/>
                  <a:gd name="T6" fmla="*/ 8 w 8"/>
                  <a:gd name="T7" fmla="*/ 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4" y="2"/>
                      <a:pt x="3" y="0"/>
                      <a:pt x="6" y="0"/>
                    </a:cubicBezTo>
                    <a:cubicBezTo>
                      <a:pt x="8" y="4"/>
                      <a:pt x="6" y="7"/>
                      <a:pt x="1" y="7"/>
                    </a:cubicBezTo>
                    <a:cubicBezTo>
                      <a:pt x="0" y="4"/>
                      <a:pt x="1" y="3"/>
                      <a:pt x="2" y="2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20" name="Freeform 1771">
                <a:extLst>
                  <a:ext uri="{FF2B5EF4-FFF2-40B4-BE49-F238E27FC236}">
                    <a16:creationId xmlns:a16="http://schemas.microsoft.com/office/drawing/2014/main" id="{B0EF6B02-4B66-4782-986A-3E0709C6C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2009"/>
                <a:ext cx="3" cy="6"/>
              </a:xfrm>
              <a:custGeom>
                <a:avLst/>
                <a:gdLst>
                  <a:gd name="T0" fmla="*/ 0 w 2"/>
                  <a:gd name="T1" fmla="*/ 14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21" name="Freeform 1772">
                <a:extLst>
                  <a:ext uri="{FF2B5EF4-FFF2-40B4-BE49-F238E27FC236}">
                    <a16:creationId xmlns:a16="http://schemas.microsoft.com/office/drawing/2014/main" id="{2E5406BC-E8C5-45CD-BF52-DB95F743E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934"/>
                <a:ext cx="2" cy="7"/>
              </a:xfrm>
              <a:custGeom>
                <a:avLst/>
                <a:gdLst>
                  <a:gd name="T0" fmla="*/ 8 w 1"/>
                  <a:gd name="T1" fmla="*/ 21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22" name="Freeform 1773">
                <a:extLst>
                  <a:ext uri="{FF2B5EF4-FFF2-40B4-BE49-F238E27FC236}">
                    <a16:creationId xmlns:a16="http://schemas.microsoft.com/office/drawing/2014/main" id="{47D2D95A-3888-4C54-949F-80C984D8B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025"/>
                <a:ext cx="51" cy="42"/>
              </a:xfrm>
              <a:custGeom>
                <a:avLst/>
                <a:gdLst>
                  <a:gd name="T0" fmla="*/ 56 w 33"/>
                  <a:gd name="T1" fmla="*/ 62 h 25"/>
                  <a:gd name="T2" fmla="*/ 53 w 33"/>
                  <a:gd name="T3" fmla="*/ 84 h 25"/>
                  <a:gd name="T4" fmla="*/ 48 w 33"/>
                  <a:gd name="T5" fmla="*/ 49 h 25"/>
                  <a:gd name="T6" fmla="*/ 74 w 33"/>
                  <a:gd name="T7" fmla="*/ 37 h 25"/>
                  <a:gd name="T8" fmla="*/ 62 w 33"/>
                  <a:gd name="T9" fmla="*/ 5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5">
                    <a:moveTo>
                      <a:pt x="15" y="13"/>
                    </a:moveTo>
                    <a:cubicBezTo>
                      <a:pt x="14" y="14"/>
                      <a:pt x="14" y="16"/>
                      <a:pt x="14" y="18"/>
                    </a:cubicBezTo>
                    <a:cubicBezTo>
                      <a:pt x="24" y="15"/>
                      <a:pt x="20" y="0"/>
                      <a:pt x="13" y="10"/>
                    </a:cubicBezTo>
                    <a:cubicBezTo>
                      <a:pt x="0" y="25"/>
                      <a:pt x="33" y="18"/>
                      <a:pt x="20" y="8"/>
                    </a:cubicBezTo>
                    <a:cubicBezTo>
                      <a:pt x="18" y="8"/>
                      <a:pt x="17" y="9"/>
                      <a:pt x="17" y="11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23" name="Freeform 1774">
                <a:extLst>
                  <a:ext uri="{FF2B5EF4-FFF2-40B4-BE49-F238E27FC236}">
                    <a16:creationId xmlns:a16="http://schemas.microsoft.com/office/drawing/2014/main" id="{82697827-F750-429B-8C07-6A634A1DF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035"/>
                <a:ext cx="6" cy="10"/>
              </a:xfrm>
              <a:custGeom>
                <a:avLst/>
                <a:gdLst>
                  <a:gd name="T0" fmla="*/ 14 w 4"/>
                  <a:gd name="T1" fmla="*/ 22 h 6"/>
                  <a:gd name="T2" fmla="*/ 0 w 4"/>
                  <a:gd name="T3" fmla="*/ 28 h 6"/>
                  <a:gd name="T4" fmla="*/ 14 w 4"/>
                  <a:gd name="T5" fmla="*/ 8 h 6"/>
                  <a:gd name="T6" fmla="*/ 0 w 4"/>
                  <a:gd name="T7" fmla="*/ 2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5"/>
                    </a:moveTo>
                    <a:cubicBezTo>
                      <a:pt x="2" y="4"/>
                      <a:pt x="1" y="5"/>
                      <a:pt x="0" y="6"/>
                    </a:cubicBezTo>
                    <a:cubicBezTo>
                      <a:pt x="4" y="5"/>
                      <a:pt x="2" y="5"/>
                      <a:pt x="4" y="2"/>
                    </a:cubicBezTo>
                    <a:cubicBezTo>
                      <a:pt x="0" y="0"/>
                      <a:pt x="0" y="2"/>
                      <a:pt x="0" y="5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24" name="Freeform 1775">
                <a:extLst>
                  <a:ext uri="{FF2B5EF4-FFF2-40B4-BE49-F238E27FC236}">
                    <a16:creationId xmlns:a16="http://schemas.microsoft.com/office/drawing/2014/main" id="{5C1E811B-BE1F-4F73-A9CE-41E6D059E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014"/>
                <a:ext cx="24" cy="28"/>
              </a:xfrm>
              <a:custGeom>
                <a:avLst/>
                <a:gdLst>
                  <a:gd name="T0" fmla="*/ 32 w 16"/>
                  <a:gd name="T1" fmla="*/ 20 h 17"/>
                  <a:gd name="T2" fmla="*/ 35 w 16"/>
                  <a:gd name="T3" fmla="*/ 54 h 17"/>
                  <a:gd name="T4" fmla="*/ 21 w 16"/>
                  <a:gd name="T5" fmla="*/ 4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9" y="4"/>
                    </a:moveTo>
                    <a:cubicBezTo>
                      <a:pt x="0" y="6"/>
                      <a:pt x="3" y="17"/>
                      <a:pt x="10" y="12"/>
                    </a:cubicBezTo>
                    <a:cubicBezTo>
                      <a:pt x="16" y="7"/>
                      <a:pt x="8" y="0"/>
                      <a:pt x="6" y="9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25" name="Freeform 1776">
                <a:extLst>
                  <a:ext uri="{FF2B5EF4-FFF2-40B4-BE49-F238E27FC236}">
                    <a16:creationId xmlns:a16="http://schemas.microsoft.com/office/drawing/2014/main" id="{0D755401-5CD9-461F-B0E1-2846373B9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987"/>
                <a:ext cx="8" cy="8"/>
              </a:xfrm>
              <a:custGeom>
                <a:avLst/>
                <a:gdLst>
                  <a:gd name="T0" fmla="*/ 16 w 5"/>
                  <a:gd name="T1" fmla="*/ 21 h 5"/>
                  <a:gd name="T2" fmla="*/ 0 w 5"/>
                  <a:gd name="T3" fmla="*/ 8 h 5"/>
                  <a:gd name="T4" fmla="*/ 21 w 5"/>
                  <a:gd name="T5" fmla="*/ 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2" y="0"/>
                      <a:pt x="3" y="1"/>
                      <a:pt x="5" y="1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26" name="Freeform 1777">
                <a:extLst>
                  <a:ext uri="{FF2B5EF4-FFF2-40B4-BE49-F238E27FC236}">
                    <a16:creationId xmlns:a16="http://schemas.microsoft.com/office/drawing/2014/main" id="{77F895DD-C4C1-49DB-80DF-D887894DA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035"/>
                <a:ext cx="4" cy="7"/>
              </a:xfrm>
              <a:custGeom>
                <a:avLst/>
                <a:gdLst>
                  <a:gd name="T0" fmla="*/ 1 w 3"/>
                  <a:gd name="T1" fmla="*/ 21 h 4"/>
                  <a:gd name="T2" fmla="*/ 7 w 3"/>
                  <a:gd name="T3" fmla="*/ 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1"/>
                      <a:pt x="1" y="0"/>
                      <a:pt x="3" y="1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27" name="Freeform 1778">
                <a:extLst>
                  <a:ext uri="{FF2B5EF4-FFF2-40B4-BE49-F238E27FC236}">
                    <a16:creationId xmlns:a16="http://schemas.microsoft.com/office/drawing/2014/main" id="{00E6271B-B36E-464E-AD7E-5829475A7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065"/>
                <a:ext cx="27" cy="38"/>
              </a:xfrm>
              <a:custGeom>
                <a:avLst/>
                <a:gdLst>
                  <a:gd name="T0" fmla="*/ 13 w 17"/>
                  <a:gd name="T1" fmla="*/ 58 h 23"/>
                  <a:gd name="T2" fmla="*/ 8 w 17"/>
                  <a:gd name="T3" fmla="*/ 83 h 23"/>
                  <a:gd name="T4" fmla="*/ 13 w 17"/>
                  <a:gd name="T5" fmla="*/ 63 h 23"/>
                  <a:gd name="T6" fmla="*/ 27 w 17"/>
                  <a:gd name="T7" fmla="*/ 8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3" y="13"/>
                    </a:moveTo>
                    <a:cubicBezTo>
                      <a:pt x="1" y="14"/>
                      <a:pt x="0" y="16"/>
                      <a:pt x="2" y="18"/>
                    </a:cubicBezTo>
                    <a:cubicBezTo>
                      <a:pt x="17" y="23"/>
                      <a:pt x="7" y="0"/>
                      <a:pt x="3" y="14"/>
                    </a:cubicBezTo>
                    <a:cubicBezTo>
                      <a:pt x="3" y="16"/>
                      <a:pt x="4" y="17"/>
                      <a:pt x="7" y="18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28" name="Freeform 1779">
                <a:extLst>
                  <a:ext uri="{FF2B5EF4-FFF2-40B4-BE49-F238E27FC236}">
                    <a16:creationId xmlns:a16="http://schemas.microsoft.com/office/drawing/2014/main" id="{8D055A72-5F61-4BA5-81F1-125DAB4DA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57"/>
                <a:ext cx="6" cy="8"/>
              </a:xfrm>
              <a:custGeom>
                <a:avLst/>
                <a:gdLst>
                  <a:gd name="T0" fmla="*/ 0 w 4"/>
                  <a:gd name="T1" fmla="*/ 21 h 5"/>
                  <a:gd name="T2" fmla="*/ 14 w 4"/>
                  <a:gd name="T3" fmla="*/ 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2"/>
                      <a:pt x="1" y="0"/>
                      <a:pt x="4" y="1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29" name="Freeform 1780">
                <a:extLst>
                  <a:ext uri="{FF2B5EF4-FFF2-40B4-BE49-F238E27FC236}">
                    <a16:creationId xmlns:a16="http://schemas.microsoft.com/office/drawing/2014/main" id="{9046906C-F133-4CC9-9894-60CFCFBE8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095"/>
                <a:ext cx="23" cy="18"/>
              </a:xfrm>
              <a:custGeom>
                <a:avLst/>
                <a:gdLst>
                  <a:gd name="T0" fmla="*/ 35 w 15"/>
                  <a:gd name="T1" fmla="*/ 18 h 11"/>
                  <a:gd name="T2" fmla="*/ 21 w 15"/>
                  <a:gd name="T3" fmla="*/ 41 h 11"/>
                  <a:gd name="T4" fmla="*/ 32 w 15"/>
                  <a:gd name="T5" fmla="*/ 0 h 11"/>
                  <a:gd name="T6" fmla="*/ 54 w 15"/>
                  <a:gd name="T7" fmla="*/ 4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0" y="4"/>
                    </a:moveTo>
                    <a:cubicBezTo>
                      <a:pt x="7" y="5"/>
                      <a:pt x="4" y="4"/>
                      <a:pt x="6" y="9"/>
                    </a:cubicBezTo>
                    <a:cubicBezTo>
                      <a:pt x="11" y="7"/>
                      <a:pt x="13" y="3"/>
                      <a:pt x="9" y="0"/>
                    </a:cubicBezTo>
                    <a:cubicBezTo>
                      <a:pt x="0" y="4"/>
                      <a:pt x="7" y="11"/>
                      <a:pt x="15" y="9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30" name="Freeform 1781">
                <a:extLst>
                  <a:ext uri="{FF2B5EF4-FFF2-40B4-BE49-F238E27FC236}">
                    <a16:creationId xmlns:a16="http://schemas.microsoft.com/office/drawing/2014/main" id="{40B75718-B181-426B-B230-742B24B72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078"/>
                <a:ext cx="8" cy="10"/>
              </a:xfrm>
              <a:custGeom>
                <a:avLst/>
                <a:gdLst>
                  <a:gd name="T0" fmla="*/ 0 w 5"/>
                  <a:gd name="T1" fmla="*/ 20 h 6"/>
                  <a:gd name="T2" fmla="*/ 8 w 5"/>
                  <a:gd name="T3" fmla="*/ 0 h 6"/>
                  <a:gd name="T4" fmla="*/ 5 w 5"/>
                  <a:gd name="T5" fmla="*/ 2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5" y="3"/>
                      <a:pt x="2" y="3"/>
                      <a:pt x="1" y="6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31" name="Freeform 1782">
                <a:extLst>
                  <a:ext uri="{FF2B5EF4-FFF2-40B4-BE49-F238E27FC236}">
                    <a16:creationId xmlns:a16="http://schemas.microsoft.com/office/drawing/2014/main" id="{A38C1919-38D5-4CD7-AAF2-FCEF698E4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117"/>
                <a:ext cx="16" cy="14"/>
              </a:xfrm>
              <a:custGeom>
                <a:avLst/>
                <a:gdLst>
                  <a:gd name="T0" fmla="*/ 34 w 10"/>
                  <a:gd name="T1" fmla="*/ 8 h 9"/>
                  <a:gd name="T2" fmla="*/ 13 w 10"/>
                  <a:gd name="T3" fmla="*/ 30 h 9"/>
                  <a:gd name="T4" fmla="*/ 21 w 10"/>
                  <a:gd name="T5" fmla="*/ 0 h 9"/>
                  <a:gd name="T6" fmla="*/ 26 w 10"/>
                  <a:gd name="T7" fmla="*/ 3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8" y="2"/>
                    </a:moveTo>
                    <a:cubicBezTo>
                      <a:pt x="5" y="3"/>
                      <a:pt x="3" y="5"/>
                      <a:pt x="3" y="8"/>
                    </a:cubicBezTo>
                    <a:cubicBezTo>
                      <a:pt x="9" y="7"/>
                      <a:pt x="10" y="3"/>
                      <a:pt x="5" y="0"/>
                    </a:cubicBezTo>
                    <a:cubicBezTo>
                      <a:pt x="1" y="2"/>
                      <a:pt x="0" y="6"/>
                      <a:pt x="6" y="9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32" name="Freeform 1783">
                <a:extLst>
                  <a:ext uri="{FF2B5EF4-FFF2-40B4-BE49-F238E27FC236}">
                    <a16:creationId xmlns:a16="http://schemas.microsoft.com/office/drawing/2014/main" id="{4961E9C2-CA78-45D7-8B7E-21C6A2204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128"/>
                <a:ext cx="20" cy="17"/>
              </a:xfrm>
              <a:custGeom>
                <a:avLst/>
                <a:gdLst>
                  <a:gd name="T0" fmla="*/ 14 w 13"/>
                  <a:gd name="T1" fmla="*/ 5 h 10"/>
                  <a:gd name="T2" fmla="*/ 48 w 13"/>
                  <a:gd name="T3" fmla="*/ 15 h 10"/>
                  <a:gd name="T4" fmla="*/ 28 w 13"/>
                  <a:gd name="T5" fmla="*/ 0 h 10"/>
                  <a:gd name="T6" fmla="*/ 26 w 13"/>
                  <a:gd name="T7" fmla="*/ 2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4" y="1"/>
                    </a:moveTo>
                    <a:cubicBezTo>
                      <a:pt x="0" y="9"/>
                      <a:pt x="11" y="10"/>
                      <a:pt x="13" y="3"/>
                    </a:cubicBezTo>
                    <a:cubicBezTo>
                      <a:pt x="11" y="0"/>
                      <a:pt x="11" y="0"/>
                      <a:pt x="8" y="0"/>
                    </a:cubicBezTo>
                    <a:cubicBezTo>
                      <a:pt x="6" y="1"/>
                      <a:pt x="6" y="3"/>
                      <a:pt x="7" y="5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33" name="Freeform 1784">
                <a:extLst>
                  <a:ext uri="{FF2B5EF4-FFF2-40B4-BE49-F238E27FC236}">
                    <a16:creationId xmlns:a16="http://schemas.microsoft.com/office/drawing/2014/main" id="{BFF8B01B-718D-4E6C-BCF6-1F8CEB88E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121"/>
                <a:ext cx="8" cy="9"/>
              </a:xfrm>
              <a:custGeom>
                <a:avLst/>
                <a:gdLst>
                  <a:gd name="T0" fmla="*/ 16 w 5"/>
                  <a:gd name="T1" fmla="*/ 29 h 5"/>
                  <a:gd name="T2" fmla="*/ 5 w 5"/>
                  <a:gd name="T3" fmla="*/ 7 h 5"/>
                  <a:gd name="T4" fmla="*/ 21 w 5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3"/>
                      <a:pt x="0" y="3"/>
                      <a:pt x="1" y="1"/>
                    </a:cubicBezTo>
                    <a:cubicBezTo>
                      <a:pt x="3" y="0"/>
                      <a:pt x="3" y="2"/>
                      <a:pt x="5" y="3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34" name="Freeform 1785">
                <a:extLst>
                  <a:ext uri="{FF2B5EF4-FFF2-40B4-BE49-F238E27FC236}">
                    <a16:creationId xmlns:a16="http://schemas.microsoft.com/office/drawing/2014/main" id="{297C2582-49C9-473D-BE3D-36EC8C929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163"/>
                <a:ext cx="8" cy="8"/>
              </a:xfrm>
              <a:custGeom>
                <a:avLst/>
                <a:gdLst>
                  <a:gd name="T0" fmla="*/ 0 w 5"/>
                  <a:gd name="T1" fmla="*/ 13 h 5"/>
                  <a:gd name="T2" fmla="*/ 13 w 5"/>
                  <a:gd name="T3" fmla="*/ 16 h 5"/>
                  <a:gd name="T4" fmla="*/ 8 w 5"/>
                  <a:gd name="T5" fmla="*/ 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1" y="5"/>
                      <a:pt x="3" y="4"/>
                    </a:cubicBezTo>
                    <a:cubicBezTo>
                      <a:pt x="5" y="0"/>
                      <a:pt x="3" y="2"/>
                      <a:pt x="2" y="1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35" name="Freeform 1786">
                <a:extLst>
                  <a:ext uri="{FF2B5EF4-FFF2-40B4-BE49-F238E27FC236}">
                    <a16:creationId xmlns:a16="http://schemas.microsoft.com/office/drawing/2014/main" id="{F04B38F6-BA1F-45CD-81DE-A3E256BF1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161"/>
                <a:ext cx="17" cy="22"/>
              </a:xfrm>
              <a:custGeom>
                <a:avLst/>
                <a:gdLst>
                  <a:gd name="T0" fmla="*/ 12 w 11"/>
                  <a:gd name="T1" fmla="*/ 8 h 13"/>
                  <a:gd name="T2" fmla="*/ 40 w 11"/>
                  <a:gd name="T3" fmla="*/ 24 h 13"/>
                  <a:gd name="T4" fmla="*/ 29 w 11"/>
                  <a:gd name="T5" fmla="*/ 4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3" y="2"/>
                    </a:moveTo>
                    <a:cubicBezTo>
                      <a:pt x="0" y="9"/>
                      <a:pt x="8" y="13"/>
                      <a:pt x="11" y="5"/>
                    </a:cubicBezTo>
                    <a:cubicBezTo>
                      <a:pt x="5" y="0"/>
                      <a:pt x="1" y="7"/>
                      <a:pt x="8" y="10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36" name="Freeform 1787">
                <a:extLst>
                  <a:ext uri="{FF2B5EF4-FFF2-40B4-BE49-F238E27FC236}">
                    <a16:creationId xmlns:a16="http://schemas.microsoft.com/office/drawing/2014/main" id="{94A4A8B4-AA65-45A0-924C-632ADFD3D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163"/>
                <a:ext cx="16" cy="13"/>
              </a:xfrm>
              <a:custGeom>
                <a:avLst/>
                <a:gdLst>
                  <a:gd name="T0" fmla="*/ 29 w 10"/>
                  <a:gd name="T1" fmla="*/ 26 h 8"/>
                  <a:gd name="T2" fmla="*/ 8 w 10"/>
                  <a:gd name="T3" fmla="*/ 18 h 8"/>
                  <a:gd name="T4" fmla="*/ 35 w 10"/>
                  <a:gd name="T5" fmla="*/ 0 h 8"/>
                  <a:gd name="T6" fmla="*/ 0 w 10"/>
                  <a:gd name="T7" fmla="*/ 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7" y="6"/>
                    </a:moveTo>
                    <a:cubicBezTo>
                      <a:pt x="5" y="6"/>
                      <a:pt x="3" y="6"/>
                      <a:pt x="2" y="4"/>
                    </a:cubicBezTo>
                    <a:cubicBezTo>
                      <a:pt x="4" y="1"/>
                      <a:pt x="5" y="0"/>
                      <a:pt x="9" y="0"/>
                    </a:cubicBezTo>
                    <a:cubicBezTo>
                      <a:pt x="10" y="5"/>
                      <a:pt x="4" y="8"/>
                      <a:pt x="0" y="7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37" name="Freeform 1788">
                <a:extLst>
                  <a:ext uri="{FF2B5EF4-FFF2-40B4-BE49-F238E27FC236}">
                    <a16:creationId xmlns:a16="http://schemas.microsoft.com/office/drawing/2014/main" id="{451B159F-BCE1-4A48-8A3F-653ACF5D9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196"/>
                <a:ext cx="15" cy="20"/>
              </a:xfrm>
              <a:custGeom>
                <a:avLst/>
                <a:gdLst>
                  <a:gd name="T0" fmla="*/ 27 w 10"/>
                  <a:gd name="T1" fmla="*/ 20 h 12"/>
                  <a:gd name="T2" fmla="*/ 18 w 10"/>
                  <a:gd name="T3" fmla="*/ 55 h 12"/>
                  <a:gd name="T4" fmla="*/ 32 w 10"/>
                  <a:gd name="T5" fmla="*/ 20 h 12"/>
                  <a:gd name="T6" fmla="*/ 14 w 10"/>
                  <a:gd name="T7" fmla="*/ 4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3" y="6"/>
                      <a:pt x="1" y="8"/>
                      <a:pt x="5" y="12"/>
                    </a:cubicBezTo>
                    <a:cubicBezTo>
                      <a:pt x="8" y="10"/>
                      <a:pt x="10" y="7"/>
                      <a:pt x="9" y="4"/>
                    </a:cubicBezTo>
                    <a:cubicBezTo>
                      <a:pt x="4" y="0"/>
                      <a:pt x="0" y="4"/>
                      <a:pt x="4" y="10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38" name="Freeform 1789">
                <a:extLst>
                  <a:ext uri="{FF2B5EF4-FFF2-40B4-BE49-F238E27FC236}">
                    <a16:creationId xmlns:a16="http://schemas.microsoft.com/office/drawing/2014/main" id="{1E641392-A5A7-4D1E-BE06-74FFDE23A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218"/>
                <a:ext cx="17" cy="23"/>
              </a:xfrm>
              <a:custGeom>
                <a:avLst/>
                <a:gdLst>
                  <a:gd name="T0" fmla="*/ 22 w 11"/>
                  <a:gd name="T1" fmla="*/ 41 h 14"/>
                  <a:gd name="T2" fmla="*/ 5 w 11"/>
                  <a:gd name="T3" fmla="*/ 41 h 14"/>
                  <a:gd name="T4" fmla="*/ 14 w 11"/>
                  <a:gd name="T5" fmla="*/ 0 h 14"/>
                  <a:gd name="T6" fmla="*/ 5 w 11"/>
                  <a:gd name="T7" fmla="*/ 4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6" y="9"/>
                    </a:moveTo>
                    <a:cubicBezTo>
                      <a:pt x="3" y="9"/>
                      <a:pt x="3" y="10"/>
                      <a:pt x="1" y="9"/>
                    </a:cubicBezTo>
                    <a:cubicBezTo>
                      <a:pt x="0" y="6"/>
                      <a:pt x="1" y="3"/>
                      <a:pt x="4" y="0"/>
                    </a:cubicBezTo>
                    <a:cubicBezTo>
                      <a:pt x="11" y="3"/>
                      <a:pt x="7" y="14"/>
                      <a:pt x="1" y="10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39" name="Freeform 1790">
                <a:extLst>
                  <a:ext uri="{FF2B5EF4-FFF2-40B4-BE49-F238E27FC236}">
                    <a16:creationId xmlns:a16="http://schemas.microsoft.com/office/drawing/2014/main" id="{D362BC38-8DDC-468B-B5DB-CDB0162C1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249"/>
                <a:ext cx="6" cy="5"/>
              </a:xfrm>
              <a:custGeom>
                <a:avLst/>
                <a:gdLst>
                  <a:gd name="T0" fmla="*/ 0 w 4"/>
                  <a:gd name="T1" fmla="*/ 13 h 3"/>
                  <a:gd name="T2" fmla="*/ 14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40" name="Freeform 1791">
                <a:extLst>
                  <a:ext uri="{FF2B5EF4-FFF2-40B4-BE49-F238E27FC236}">
                    <a16:creationId xmlns:a16="http://schemas.microsoft.com/office/drawing/2014/main" id="{8B06F725-D8FF-449B-9C71-2EB2414F4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271"/>
                <a:ext cx="22" cy="26"/>
              </a:xfrm>
              <a:custGeom>
                <a:avLst/>
                <a:gdLst>
                  <a:gd name="T0" fmla="*/ 14 w 14"/>
                  <a:gd name="T1" fmla="*/ 34 h 16"/>
                  <a:gd name="T2" fmla="*/ 47 w 14"/>
                  <a:gd name="T3" fmla="*/ 29 h 16"/>
                  <a:gd name="T4" fmla="*/ 8 w 14"/>
                  <a:gd name="T5" fmla="*/ 6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4" y="8"/>
                    </a:moveTo>
                    <a:cubicBezTo>
                      <a:pt x="6" y="16"/>
                      <a:pt x="14" y="10"/>
                      <a:pt x="12" y="7"/>
                    </a:cubicBezTo>
                    <a:cubicBezTo>
                      <a:pt x="7" y="0"/>
                      <a:pt x="0" y="8"/>
                      <a:pt x="2" y="14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41" name="Freeform 1792">
                <a:extLst>
                  <a:ext uri="{FF2B5EF4-FFF2-40B4-BE49-F238E27FC236}">
                    <a16:creationId xmlns:a16="http://schemas.microsoft.com/office/drawing/2014/main" id="{30D86B24-6156-4DDD-9782-2A8048569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246"/>
                <a:ext cx="9" cy="7"/>
              </a:xfrm>
              <a:custGeom>
                <a:avLst/>
                <a:gdLst>
                  <a:gd name="T0" fmla="*/ 21 w 6"/>
                  <a:gd name="T1" fmla="*/ 21 h 4"/>
                  <a:gd name="T2" fmla="*/ 0 w 6"/>
                  <a:gd name="T3" fmla="*/ 16 h 4"/>
                  <a:gd name="T4" fmla="*/ 18 w 6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3" y="4"/>
                      <a:pt x="1" y="4"/>
                      <a:pt x="0" y="3"/>
                    </a:cubicBezTo>
                    <a:cubicBezTo>
                      <a:pt x="5" y="0"/>
                      <a:pt x="4" y="3"/>
                      <a:pt x="5" y="4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42" name="Freeform 1793">
                <a:extLst>
                  <a:ext uri="{FF2B5EF4-FFF2-40B4-BE49-F238E27FC236}">
                    <a16:creationId xmlns:a16="http://schemas.microsoft.com/office/drawing/2014/main" id="{1D182DEF-5955-46E5-A508-564A9BE6E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292"/>
                <a:ext cx="6" cy="7"/>
              </a:xfrm>
              <a:custGeom>
                <a:avLst/>
                <a:gdLst>
                  <a:gd name="T0" fmla="*/ 0 w 4"/>
                  <a:gd name="T1" fmla="*/ 21 h 4"/>
                  <a:gd name="T2" fmla="*/ 14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43" name="Freeform 1794">
                <a:extLst>
                  <a:ext uri="{FF2B5EF4-FFF2-40B4-BE49-F238E27FC236}">
                    <a16:creationId xmlns:a16="http://schemas.microsoft.com/office/drawing/2014/main" id="{A1B44466-560C-415C-842E-2BE51EADB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304"/>
                <a:ext cx="6" cy="10"/>
              </a:xfrm>
              <a:custGeom>
                <a:avLst/>
                <a:gdLst>
                  <a:gd name="T0" fmla="*/ 14 w 4"/>
                  <a:gd name="T1" fmla="*/ 20 h 6"/>
                  <a:gd name="T2" fmla="*/ 8 w 4"/>
                  <a:gd name="T3" fmla="*/ 28 h 6"/>
                  <a:gd name="T4" fmla="*/ 8 w 4"/>
                  <a:gd name="T5" fmla="*/ 0 h 6"/>
                  <a:gd name="T6" fmla="*/ 0 w 4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3" y="4"/>
                      <a:pt x="3" y="5"/>
                      <a:pt x="2" y="6"/>
                    </a:cubicBezTo>
                    <a:cubicBezTo>
                      <a:pt x="3" y="3"/>
                      <a:pt x="2" y="3"/>
                      <a:pt x="2" y="0"/>
                    </a:cubicBez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44" name="Freeform 1795">
                <a:extLst>
                  <a:ext uri="{FF2B5EF4-FFF2-40B4-BE49-F238E27FC236}">
                    <a16:creationId xmlns:a16="http://schemas.microsoft.com/office/drawing/2014/main" id="{1EA672CB-4170-4EE4-8DA0-4957C4CAC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311"/>
                <a:ext cx="14" cy="14"/>
              </a:xfrm>
              <a:custGeom>
                <a:avLst/>
                <a:gdLst>
                  <a:gd name="T0" fmla="*/ 26 w 9"/>
                  <a:gd name="T1" fmla="*/ 22 h 9"/>
                  <a:gd name="T2" fmla="*/ 12 w 9"/>
                  <a:gd name="T3" fmla="*/ 5 h 9"/>
                  <a:gd name="T4" fmla="*/ 34 w 9"/>
                  <a:gd name="T5" fmla="*/ 8 h 9"/>
                  <a:gd name="T6" fmla="*/ 0 w 9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7" y="6"/>
                    </a:moveTo>
                    <a:cubicBezTo>
                      <a:pt x="5" y="4"/>
                      <a:pt x="4" y="3"/>
                      <a:pt x="3" y="1"/>
                    </a:cubicBezTo>
                    <a:cubicBezTo>
                      <a:pt x="6" y="0"/>
                      <a:pt x="6" y="0"/>
                      <a:pt x="9" y="2"/>
                    </a:cubicBezTo>
                    <a:cubicBezTo>
                      <a:pt x="8" y="6"/>
                      <a:pt x="4" y="9"/>
                      <a:pt x="0" y="7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45" name="Freeform 1796">
                <a:extLst>
                  <a:ext uri="{FF2B5EF4-FFF2-40B4-BE49-F238E27FC236}">
                    <a16:creationId xmlns:a16="http://schemas.microsoft.com/office/drawing/2014/main" id="{3C573B24-AA99-4F96-A16B-7C2174A53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367"/>
                <a:ext cx="11" cy="17"/>
              </a:xfrm>
              <a:custGeom>
                <a:avLst/>
                <a:gdLst>
                  <a:gd name="T0" fmla="*/ 14 w 7"/>
                  <a:gd name="T1" fmla="*/ 15 h 10"/>
                  <a:gd name="T2" fmla="*/ 8 w 7"/>
                  <a:gd name="T3" fmla="*/ 49 h 10"/>
                  <a:gd name="T4" fmla="*/ 22 w 7"/>
                  <a:gd name="T5" fmla="*/ 0 h 10"/>
                  <a:gd name="T6" fmla="*/ 20 w 7"/>
                  <a:gd name="T7" fmla="*/ 4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4" y="3"/>
                    </a:moveTo>
                    <a:cubicBezTo>
                      <a:pt x="2" y="5"/>
                      <a:pt x="2" y="7"/>
                      <a:pt x="2" y="10"/>
                    </a:cubicBezTo>
                    <a:cubicBezTo>
                      <a:pt x="6" y="8"/>
                      <a:pt x="7" y="5"/>
                      <a:pt x="6" y="0"/>
                    </a:cubicBezTo>
                    <a:cubicBezTo>
                      <a:pt x="1" y="0"/>
                      <a:pt x="0" y="6"/>
                      <a:pt x="5" y="9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46" name="Freeform 1797">
                <a:extLst>
                  <a:ext uri="{FF2B5EF4-FFF2-40B4-BE49-F238E27FC236}">
                    <a16:creationId xmlns:a16="http://schemas.microsoft.com/office/drawing/2014/main" id="{266B6181-6AC9-4B36-ABF1-59E23BC33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340"/>
                <a:ext cx="11" cy="14"/>
              </a:xfrm>
              <a:custGeom>
                <a:avLst/>
                <a:gdLst>
                  <a:gd name="T0" fmla="*/ 20 w 7"/>
                  <a:gd name="T1" fmla="*/ 37 h 8"/>
                  <a:gd name="T2" fmla="*/ 0 w 7"/>
                  <a:gd name="T3" fmla="*/ 33 h 8"/>
                  <a:gd name="T4" fmla="*/ 14 w 7"/>
                  <a:gd name="T5" fmla="*/ 0 h 8"/>
                  <a:gd name="T6" fmla="*/ 8 w 7"/>
                  <a:gd name="T7" fmla="*/ 44 h 8"/>
                  <a:gd name="T8" fmla="*/ 5 w 7"/>
                  <a:gd name="T9" fmla="*/ 3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7"/>
                      <a:pt x="2" y="7"/>
                      <a:pt x="0" y="6"/>
                    </a:cubicBezTo>
                    <a:cubicBezTo>
                      <a:pt x="1" y="3"/>
                      <a:pt x="1" y="1"/>
                      <a:pt x="4" y="0"/>
                    </a:cubicBezTo>
                    <a:cubicBezTo>
                      <a:pt x="7" y="3"/>
                      <a:pt x="6" y="7"/>
                      <a:pt x="2" y="8"/>
                    </a:cubicBezTo>
                    <a:cubicBezTo>
                      <a:pt x="0" y="8"/>
                      <a:pt x="0" y="7"/>
                      <a:pt x="1" y="6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47" name="Freeform 1798">
                <a:extLst>
                  <a:ext uri="{FF2B5EF4-FFF2-40B4-BE49-F238E27FC236}">
                    <a16:creationId xmlns:a16="http://schemas.microsoft.com/office/drawing/2014/main" id="{6963D86E-017C-440A-9017-3148B82F2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354"/>
                <a:ext cx="10" cy="10"/>
              </a:xfrm>
              <a:custGeom>
                <a:avLst/>
                <a:gdLst>
                  <a:gd name="T0" fmla="*/ 6 w 7"/>
                  <a:gd name="T1" fmla="*/ 20 h 6"/>
                  <a:gd name="T2" fmla="*/ 20 w 7"/>
                  <a:gd name="T3" fmla="*/ 8 h 6"/>
                  <a:gd name="T4" fmla="*/ 0 w 7"/>
                  <a:gd name="T5" fmla="*/ 20 h 6"/>
                  <a:gd name="T6" fmla="*/ 13 w 7"/>
                  <a:gd name="T7" fmla="*/ 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2" y="4"/>
                    </a:moveTo>
                    <a:cubicBezTo>
                      <a:pt x="4" y="2"/>
                      <a:pt x="4" y="1"/>
                      <a:pt x="7" y="2"/>
                    </a:cubicBezTo>
                    <a:cubicBezTo>
                      <a:pt x="4" y="6"/>
                      <a:pt x="4" y="6"/>
                      <a:pt x="0" y="4"/>
                    </a:cubicBezTo>
                    <a:cubicBezTo>
                      <a:pt x="0" y="0"/>
                      <a:pt x="2" y="2"/>
                      <a:pt x="4" y="1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48" name="Freeform 1799">
                <a:extLst>
                  <a:ext uri="{FF2B5EF4-FFF2-40B4-BE49-F238E27FC236}">
                    <a16:creationId xmlns:a16="http://schemas.microsoft.com/office/drawing/2014/main" id="{31DE1838-E5E5-4190-8DC9-CFB0F6673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360"/>
                <a:ext cx="21" cy="32"/>
              </a:xfrm>
              <a:custGeom>
                <a:avLst/>
                <a:gdLst>
                  <a:gd name="T0" fmla="*/ 27 w 14"/>
                  <a:gd name="T1" fmla="*/ 42 h 19"/>
                  <a:gd name="T2" fmla="*/ 21 w 14"/>
                  <a:gd name="T3" fmla="*/ 54 h 19"/>
                  <a:gd name="T4" fmla="*/ 48 w 14"/>
                  <a:gd name="T5" fmla="*/ 37 h 19"/>
                  <a:gd name="T6" fmla="*/ 41 w 14"/>
                  <a:gd name="T7" fmla="*/ 7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8" y="9"/>
                    </a:moveTo>
                    <a:cubicBezTo>
                      <a:pt x="6" y="9"/>
                      <a:pt x="6" y="10"/>
                      <a:pt x="6" y="11"/>
                    </a:cubicBezTo>
                    <a:cubicBezTo>
                      <a:pt x="10" y="13"/>
                      <a:pt x="13" y="12"/>
                      <a:pt x="14" y="8"/>
                    </a:cubicBezTo>
                    <a:cubicBezTo>
                      <a:pt x="6" y="0"/>
                      <a:pt x="0" y="19"/>
                      <a:pt x="12" y="16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49" name="Freeform 1800">
                <a:extLst>
                  <a:ext uri="{FF2B5EF4-FFF2-40B4-BE49-F238E27FC236}">
                    <a16:creationId xmlns:a16="http://schemas.microsoft.com/office/drawing/2014/main" id="{4023C885-DC42-442A-9E63-F5FE074A6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198"/>
                <a:ext cx="17" cy="16"/>
              </a:xfrm>
              <a:custGeom>
                <a:avLst/>
                <a:gdLst>
                  <a:gd name="T0" fmla="*/ 14 w 11"/>
                  <a:gd name="T1" fmla="*/ 26 h 10"/>
                  <a:gd name="T2" fmla="*/ 14 w 11"/>
                  <a:gd name="T3" fmla="*/ 42 h 10"/>
                  <a:gd name="T4" fmla="*/ 0 w 11"/>
                  <a:gd name="T5" fmla="*/ 34 h 10"/>
                  <a:gd name="T6" fmla="*/ 12 w 11"/>
                  <a:gd name="T7" fmla="*/ 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4" y="6"/>
                    </a:moveTo>
                    <a:cubicBezTo>
                      <a:pt x="4" y="8"/>
                      <a:pt x="3" y="9"/>
                      <a:pt x="4" y="10"/>
                    </a:cubicBezTo>
                    <a:cubicBezTo>
                      <a:pt x="11" y="3"/>
                      <a:pt x="1" y="0"/>
                      <a:pt x="0" y="8"/>
                    </a:cubicBezTo>
                    <a:cubicBezTo>
                      <a:pt x="1" y="9"/>
                      <a:pt x="2" y="9"/>
                      <a:pt x="3" y="9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50" name="Freeform 1801">
                <a:extLst>
                  <a:ext uri="{FF2B5EF4-FFF2-40B4-BE49-F238E27FC236}">
                    <a16:creationId xmlns:a16="http://schemas.microsoft.com/office/drawing/2014/main" id="{B9B9D971-4F43-4453-A3F5-3FF800C5C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233"/>
                <a:ext cx="13" cy="13"/>
              </a:xfrm>
              <a:custGeom>
                <a:avLst/>
                <a:gdLst>
                  <a:gd name="T0" fmla="*/ 34 w 8"/>
                  <a:gd name="T1" fmla="*/ 26 h 8"/>
                  <a:gd name="T2" fmla="*/ 8 w 8"/>
                  <a:gd name="T3" fmla="*/ 5 h 8"/>
                  <a:gd name="T4" fmla="*/ 34 w 8"/>
                  <a:gd name="T5" fmla="*/ 26 h 8"/>
                  <a:gd name="T6" fmla="*/ 8 w 8"/>
                  <a:gd name="T7" fmla="*/ 34 h 8"/>
                  <a:gd name="T8" fmla="*/ 5 w 8"/>
                  <a:gd name="T9" fmla="*/ 2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6"/>
                    </a:moveTo>
                    <a:cubicBezTo>
                      <a:pt x="4" y="5"/>
                      <a:pt x="2" y="5"/>
                      <a:pt x="2" y="1"/>
                    </a:cubicBezTo>
                    <a:cubicBezTo>
                      <a:pt x="6" y="0"/>
                      <a:pt x="8" y="3"/>
                      <a:pt x="8" y="6"/>
                    </a:cubicBezTo>
                    <a:cubicBezTo>
                      <a:pt x="6" y="8"/>
                      <a:pt x="4" y="8"/>
                      <a:pt x="2" y="8"/>
                    </a:cubicBezTo>
                    <a:cubicBezTo>
                      <a:pt x="1" y="8"/>
                      <a:pt x="0" y="7"/>
                      <a:pt x="1" y="6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51" name="Freeform 1802">
                <a:extLst>
                  <a:ext uri="{FF2B5EF4-FFF2-40B4-BE49-F238E27FC236}">
                    <a16:creationId xmlns:a16="http://schemas.microsoft.com/office/drawing/2014/main" id="{446DBC25-0B7E-4B20-968F-BD0D2D0D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284"/>
                <a:ext cx="14" cy="13"/>
              </a:xfrm>
              <a:custGeom>
                <a:avLst/>
                <a:gdLst>
                  <a:gd name="T0" fmla="*/ 30 w 9"/>
                  <a:gd name="T1" fmla="*/ 5 h 8"/>
                  <a:gd name="T2" fmla="*/ 8 w 9"/>
                  <a:gd name="T3" fmla="*/ 34 h 8"/>
                  <a:gd name="T4" fmla="*/ 19 w 9"/>
                  <a:gd name="T5" fmla="*/ 5 h 8"/>
                  <a:gd name="T6" fmla="*/ 12 w 9"/>
                  <a:gd name="T7" fmla="*/ 1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2" y="0"/>
                      <a:pt x="0" y="4"/>
                      <a:pt x="2" y="8"/>
                    </a:cubicBezTo>
                    <a:cubicBezTo>
                      <a:pt x="6" y="7"/>
                      <a:pt x="9" y="4"/>
                      <a:pt x="5" y="1"/>
                    </a:cubicBezTo>
                    <a:cubicBezTo>
                      <a:pt x="2" y="1"/>
                      <a:pt x="4" y="2"/>
                      <a:pt x="3" y="4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52" name="Freeform 1803">
                <a:extLst>
                  <a:ext uri="{FF2B5EF4-FFF2-40B4-BE49-F238E27FC236}">
                    <a16:creationId xmlns:a16="http://schemas.microsoft.com/office/drawing/2014/main" id="{BDE00A5F-8F6F-4995-B732-A3D560CF1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344"/>
                <a:ext cx="8" cy="6"/>
              </a:xfrm>
              <a:custGeom>
                <a:avLst/>
                <a:gdLst>
                  <a:gd name="T0" fmla="*/ 21 w 5"/>
                  <a:gd name="T1" fmla="*/ 14 h 4"/>
                  <a:gd name="T2" fmla="*/ 8 w 5"/>
                  <a:gd name="T3" fmla="*/ 0 h 4"/>
                  <a:gd name="T4" fmla="*/ 13 w 5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2"/>
                      <a:pt x="0" y="4"/>
                      <a:pt x="2" y="0"/>
                    </a:cubicBezTo>
                    <a:cubicBezTo>
                      <a:pt x="4" y="1"/>
                      <a:pt x="3" y="3"/>
                      <a:pt x="3" y="3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1925" name="Group 1804">
              <a:extLst>
                <a:ext uri="{FF2B5EF4-FFF2-40B4-BE49-F238E27FC236}">
                  <a16:creationId xmlns:a16="http://schemas.microsoft.com/office/drawing/2014/main" id="{B464EC26-2874-4C3C-95C3-8DECA3BBB3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65" y="1922"/>
              <a:ext cx="2089" cy="1304"/>
              <a:chOff x="3165" y="1922"/>
              <a:chExt cx="2089" cy="1304"/>
            </a:xfrm>
          </p:grpSpPr>
          <p:sp>
            <p:nvSpPr>
              <p:cNvPr id="131253" name="Freeform 1805">
                <a:extLst>
                  <a:ext uri="{FF2B5EF4-FFF2-40B4-BE49-F238E27FC236}">
                    <a16:creationId xmlns:a16="http://schemas.microsoft.com/office/drawing/2014/main" id="{4523D597-3E4D-4FF2-B1F0-471A2DCD0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337"/>
                <a:ext cx="8" cy="7"/>
              </a:xfrm>
              <a:custGeom>
                <a:avLst/>
                <a:gdLst>
                  <a:gd name="T0" fmla="*/ 8 w 5"/>
                  <a:gd name="T1" fmla="*/ 21 h 4"/>
                  <a:gd name="T2" fmla="*/ 16 w 5"/>
                  <a:gd name="T3" fmla="*/ 0 h 4"/>
                  <a:gd name="T4" fmla="*/ 13 w 5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2" y="2"/>
                      <a:pt x="0" y="0"/>
                      <a:pt x="4" y="0"/>
                    </a:cubicBezTo>
                    <a:cubicBezTo>
                      <a:pt x="5" y="2"/>
                      <a:pt x="3" y="2"/>
                      <a:pt x="3" y="4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54" name="Freeform 1806">
                <a:extLst>
                  <a:ext uri="{FF2B5EF4-FFF2-40B4-BE49-F238E27FC236}">
                    <a16:creationId xmlns:a16="http://schemas.microsoft.com/office/drawing/2014/main" id="{11B21891-2981-4AE9-BC18-FDA50A5C9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193"/>
                <a:ext cx="12" cy="6"/>
              </a:xfrm>
              <a:custGeom>
                <a:avLst/>
                <a:gdLst>
                  <a:gd name="T0" fmla="*/ 27 w 8"/>
                  <a:gd name="T1" fmla="*/ 12 h 4"/>
                  <a:gd name="T2" fmla="*/ 0 w 8"/>
                  <a:gd name="T3" fmla="*/ 5 h 4"/>
                  <a:gd name="T4" fmla="*/ 21 w 8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8" y="3"/>
                    </a:moveTo>
                    <a:cubicBezTo>
                      <a:pt x="4" y="4"/>
                      <a:pt x="1" y="4"/>
                      <a:pt x="0" y="1"/>
                    </a:cubicBezTo>
                    <a:cubicBezTo>
                      <a:pt x="3" y="0"/>
                      <a:pt x="3" y="1"/>
                      <a:pt x="6" y="3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55" name="Freeform 1807">
                <a:extLst>
                  <a:ext uri="{FF2B5EF4-FFF2-40B4-BE49-F238E27FC236}">
                    <a16:creationId xmlns:a16="http://schemas.microsoft.com/office/drawing/2014/main" id="{7569A691-6ED2-462B-889C-7D9FCE776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042"/>
                <a:ext cx="20" cy="21"/>
              </a:xfrm>
              <a:custGeom>
                <a:avLst/>
                <a:gdLst>
                  <a:gd name="T0" fmla="*/ 28 w 13"/>
                  <a:gd name="T1" fmla="*/ 5 h 13"/>
                  <a:gd name="T2" fmla="*/ 22 w 13"/>
                  <a:gd name="T3" fmla="*/ 26 h 13"/>
                  <a:gd name="T4" fmla="*/ 35 w 13"/>
                  <a:gd name="T5" fmla="*/ 0 h 13"/>
                  <a:gd name="T6" fmla="*/ 48 w 13"/>
                  <a:gd name="T7" fmla="*/ 8 h 13"/>
                  <a:gd name="T8" fmla="*/ 35 w 13"/>
                  <a:gd name="T9" fmla="*/ 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8" y="1"/>
                    </a:moveTo>
                    <a:cubicBezTo>
                      <a:pt x="6" y="3"/>
                      <a:pt x="4" y="3"/>
                      <a:pt x="6" y="6"/>
                    </a:cubicBezTo>
                    <a:cubicBezTo>
                      <a:pt x="10" y="3"/>
                      <a:pt x="10" y="4"/>
                      <a:pt x="10" y="0"/>
                    </a:cubicBezTo>
                    <a:cubicBezTo>
                      <a:pt x="0" y="2"/>
                      <a:pt x="11" y="13"/>
                      <a:pt x="13" y="2"/>
                    </a:cubicBezTo>
                    <a:cubicBezTo>
                      <a:pt x="11" y="0"/>
                      <a:pt x="11" y="2"/>
                      <a:pt x="10" y="3"/>
                    </a:cubicBezTo>
                  </a:path>
                </a:pathLst>
              </a:custGeom>
              <a:noFill/>
              <a:ln w="23813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56" name="Freeform 1808">
                <a:extLst>
                  <a:ext uri="{FF2B5EF4-FFF2-40B4-BE49-F238E27FC236}">
                    <a16:creationId xmlns:a16="http://schemas.microsoft.com/office/drawing/2014/main" id="{A0C573F0-1E15-4E25-86DC-FFB28A554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997"/>
                <a:ext cx="8" cy="8"/>
              </a:xfrm>
              <a:custGeom>
                <a:avLst/>
                <a:gdLst>
                  <a:gd name="T0" fmla="*/ 0 w 5"/>
                  <a:gd name="T1" fmla="*/ 8 h 5"/>
                  <a:gd name="T2" fmla="*/ 8 w 5"/>
                  <a:gd name="T3" fmla="*/ 21 h 5"/>
                  <a:gd name="T4" fmla="*/ 13 w 5"/>
                  <a:gd name="T5" fmla="*/ 0 h 5"/>
                  <a:gd name="T6" fmla="*/ 5 w 5"/>
                  <a:gd name="T7" fmla="*/ 13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3"/>
                      <a:pt x="0" y="4"/>
                      <a:pt x="2" y="5"/>
                    </a:cubicBezTo>
                    <a:cubicBezTo>
                      <a:pt x="2" y="2"/>
                      <a:pt x="3" y="2"/>
                      <a:pt x="3" y="0"/>
                    </a:cubicBezTo>
                    <a:cubicBezTo>
                      <a:pt x="1" y="0"/>
                      <a:pt x="1" y="1"/>
                      <a:pt x="1" y="3"/>
                    </a:cubicBezTo>
                    <a:cubicBezTo>
                      <a:pt x="1" y="4"/>
                      <a:pt x="3" y="5"/>
                      <a:pt x="5" y="5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57" name="Freeform 1809">
                <a:extLst>
                  <a:ext uri="{FF2B5EF4-FFF2-40B4-BE49-F238E27FC236}">
                    <a16:creationId xmlns:a16="http://schemas.microsoft.com/office/drawing/2014/main" id="{D6FEE9E4-BB57-4199-A055-C150A7221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1961"/>
                <a:ext cx="10" cy="8"/>
              </a:xfrm>
              <a:custGeom>
                <a:avLst/>
                <a:gdLst>
                  <a:gd name="T0" fmla="*/ 20 w 6"/>
                  <a:gd name="T1" fmla="*/ 16 h 5"/>
                  <a:gd name="T2" fmla="*/ 0 w 6"/>
                  <a:gd name="T3" fmla="*/ 21 h 5"/>
                  <a:gd name="T4" fmla="*/ 28 w 6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4"/>
                    </a:moveTo>
                    <a:cubicBezTo>
                      <a:pt x="2" y="4"/>
                      <a:pt x="1" y="5"/>
                      <a:pt x="0" y="5"/>
                    </a:cubicBezTo>
                    <a:cubicBezTo>
                      <a:pt x="0" y="0"/>
                      <a:pt x="2" y="3"/>
                      <a:pt x="6" y="3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58" name="Freeform 1810">
                <a:extLst>
                  <a:ext uri="{FF2B5EF4-FFF2-40B4-BE49-F238E27FC236}">
                    <a16:creationId xmlns:a16="http://schemas.microsoft.com/office/drawing/2014/main" id="{D12B2129-968E-45DD-AA99-F64FEBA82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1947"/>
                <a:ext cx="6" cy="9"/>
              </a:xfrm>
              <a:custGeom>
                <a:avLst/>
                <a:gdLst>
                  <a:gd name="T0" fmla="*/ 12 w 4"/>
                  <a:gd name="T1" fmla="*/ 0 h 5"/>
                  <a:gd name="T2" fmla="*/ 5 w 4"/>
                  <a:gd name="T3" fmla="*/ 16 h 5"/>
                  <a:gd name="T4" fmla="*/ 14 w 4"/>
                  <a:gd name="T5" fmla="*/ 7 h 5"/>
                  <a:gd name="T6" fmla="*/ 0 w 4"/>
                  <a:gd name="T7" fmla="*/ 16 h 5"/>
                  <a:gd name="T8" fmla="*/ 8 w 4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2"/>
                      <a:pt x="0" y="1"/>
                      <a:pt x="1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2" y="1"/>
                      <a:pt x="2" y="2"/>
                      <a:pt x="0" y="3"/>
                    </a:cubicBezTo>
                    <a:cubicBezTo>
                      <a:pt x="0" y="3"/>
                      <a:pt x="1" y="4"/>
                      <a:pt x="2" y="5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59" name="Freeform 1811">
                <a:extLst>
                  <a:ext uri="{FF2B5EF4-FFF2-40B4-BE49-F238E27FC236}">
                    <a16:creationId xmlns:a16="http://schemas.microsoft.com/office/drawing/2014/main" id="{A2106434-AC1F-488C-B4A7-19B5583BC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1989"/>
                <a:ext cx="7" cy="8"/>
              </a:xfrm>
              <a:custGeom>
                <a:avLst/>
                <a:gdLst>
                  <a:gd name="T0" fmla="*/ 8 w 5"/>
                  <a:gd name="T1" fmla="*/ 5 h 5"/>
                  <a:gd name="T2" fmla="*/ 0 w 5"/>
                  <a:gd name="T3" fmla="*/ 13 h 5"/>
                  <a:gd name="T4" fmla="*/ 14 w 5"/>
                  <a:gd name="T5" fmla="*/ 5 h 5"/>
                  <a:gd name="T6" fmla="*/ 1 w 5"/>
                  <a:gd name="T7" fmla="*/ 0 h 5"/>
                  <a:gd name="T8" fmla="*/ 14 w 5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4" y="3"/>
                      <a:pt x="2" y="3"/>
                      <a:pt x="5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5"/>
                      <a:pt x="3" y="3"/>
                      <a:pt x="5" y="3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60" name="Freeform 1812">
                <a:extLst>
                  <a:ext uri="{FF2B5EF4-FFF2-40B4-BE49-F238E27FC236}">
                    <a16:creationId xmlns:a16="http://schemas.microsoft.com/office/drawing/2014/main" id="{F04A6946-A289-4563-9277-847DA6D5A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025"/>
                <a:ext cx="8" cy="10"/>
              </a:xfrm>
              <a:custGeom>
                <a:avLst/>
                <a:gdLst>
                  <a:gd name="T0" fmla="*/ 0 w 5"/>
                  <a:gd name="T1" fmla="*/ 8 h 6"/>
                  <a:gd name="T2" fmla="*/ 0 w 5"/>
                  <a:gd name="T3" fmla="*/ 20 h 6"/>
                  <a:gd name="T4" fmla="*/ 21 w 5"/>
                  <a:gd name="T5" fmla="*/ 0 h 6"/>
                  <a:gd name="T6" fmla="*/ 0 w 5"/>
                  <a:gd name="T7" fmla="*/ 13 h 6"/>
                  <a:gd name="T8" fmla="*/ 13 w 5"/>
                  <a:gd name="T9" fmla="*/ 2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3" y="3"/>
                      <a:pt x="4" y="3"/>
                      <a:pt x="5" y="0"/>
                    </a:cubicBezTo>
                    <a:cubicBezTo>
                      <a:pt x="2" y="0"/>
                      <a:pt x="3" y="1"/>
                      <a:pt x="0" y="3"/>
                    </a:cubicBezTo>
                    <a:cubicBezTo>
                      <a:pt x="0" y="5"/>
                      <a:pt x="1" y="5"/>
                      <a:pt x="3" y="6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61" name="Freeform 1813">
                <a:extLst>
                  <a:ext uri="{FF2B5EF4-FFF2-40B4-BE49-F238E27FC236}">
                    <a16:creationId xmlns:a16="http://schemas.microsoft.com/office/drawing/2014/main" id="{F6466A71-4B2E-406D-A823-78FE00582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058"/>
                <a:ext cx="6" cy="12"/>
              </a:xfrm>
              <a:custGeom>
                <a:avLst/>
                <a:gdLst>
                  <a:gd name="T0" fmla="*/ 12 w 4"/>
                  <a:gd name="T1" fmla="*/ 9 h 7"/>
                  <a:gd name="T2" fmla="*/ 0 w 4"/>
                  <a:gd name="T3" fmla="*/ 21 h 7"/>
                  <a:gd name="T4" fmla="*/ 14 w 4"/>
                  <a:gd name="T5" fmla="*/ 0 h 7"/>
                  <a:gd name="T6" fmla="*/ 5 w 4"/>
                  <a:gd name="T7" fmla="*/ 3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2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3" y="3"/>
                      <a:pt x="3" y="2"/>
                      <a:pt x="4" y="0"/>
                    </a:cubicBezTo>
                    <a:cubicBezTo>
                      <a:pt x="1" y="0"/>
                      <a:pt x="0" y="3"/>
                      <a:pt x="1" y="7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62" name="Freeform 1814">
                <a:extLst>
                  <a:ext uri="{FF2B5EF4-FFF2-40B4-BE49-F238E27FC236}">
                    <a16:creationId xmlns:a16="http://schemas.microsoft.com/office/drawing/2014/main" id="{0AA405E1-8EF2-44C0-97EE-B6A534583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007"/>
                <a:ext cx="7" cy="8"/>
              </a:xfrm>
              <a:custGeom>
                <a:avLst/>
                <a:gdLst>
                  <a:gd name="T0" fmla="*/ 21 w 4"/>
                  <a:gd name="T1" fmla="*/ 16 h 5"/>
                  <a:gd name="T2" fmla="*/ 7 w 4"/>
                  <a:gd name="T3" fmla="*/ 16 h 5"/>
                  <a:gd name="T4" fmla="*/ 12 w 4"/>
                  <a:gd name="T5" fmla="*/ 0 h 5"/>
                  <a:gd name="T6" fmla="*/ 16 w 4"/>
                  <a:gd name="T7" fmla="*/ 16 h 5"/>
                  <a:gd name="T8" fmla="*/ 16 w 4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2"/>
                      <a:pt x="0" y="2"/>
                      <a:pt x="2" y="0"/>
                    </a:cubicBezTo>
                    <a:cubicBezTo>
                      <a:pt x="2" y="1"/>
                      <a:pt x="3" y="2"/>
                      <a:pt x="3" y="4"/>
                    </a:cubicBezTo>
                    <a:cubicBezTo>
                      <a:pt x="0" y="5"/>
                      <a:pt x="3" y="3"/>
                      <a:pt x="3" y="3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63" name="Freeform 1815">
                <a:extLst>
                  <a:ext uri="{FF2B5EF4-FFF2-40B4-BE49-F238E27FC236}">
                    <a16:creationId xmlns:a16="http://schemas.microsoft.com/office/drawing/2014/main" id="{5B643B0D-BB00-488C-9D2C-8C2EF0546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002"/>
                <a:ext cx="16" cy="10"/>
              </a:xfrm>
              <a:custGeom>
                <a:avLst/>
                <a:gdLst>
                  <a:gd name="T0" fmla="*/ 5 w 10"/>
                  <a:gd name="T1" fmla="*/ 0 h 6"/>
                  <a:gd name="T2" fmla="*/ 5 w 10"/>
                  <a:gd name="T3" fmla="*/ 20 h 6"/>
                  <a:gd name="T4" fmla="*/ 16 w 10"/>
                  <a:gd name="T5" fmla="*/ 8 h 6"/>
                  <a:gd name="T6" fmla="*/ 13 w 10"/>
                  <a:gd name="T7" fmla="*/ 28 h 6"/>
                  <a:gd name="T8" fmla="*/ 42 w 10"/>
                  <a:gd name="T9" fmla="*/ 13 h 6"/>
                  <a:gd name="T10" fmla="*/ 16 w 10"/>
                  <a:gd name="T11" fmla="*/ 2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1" y="0"/>
                    </a:moveTo>
                    <a:cubicBezTo>
                      <a:pt x="0" y="1"/>
                      <a:pt x="1" y="2"/>
                      <a:pt x="1" y="4"/>
                    </a:cubicBezTo>
                    <a:cubicBezTo>
                      <a:pt x="4" y="2"/>
                      <a:pt x="3" y="4"/>
                      <a:pt x="4" y="2"/>
                    </a:cubicBezTo>
                    <a:cubicBezTo>
                      <a:pt x="4" y="3"/>
                      <a:pt x="4" y="5"/>
                      <a:pt x="3" y="6"/>
                    </a:cubicBezTo>
                    <a:cubicBezTo>
                      <a:pt x="7" y="6"/>
                      <a:pt x="8" y="5"/>
                      <a:pt x="10" y="3"/>
                    </a:cubicBezTo>
                    <a:cubicBezTo>
                      <a:pt x="6" y="0"/>
                      <a:pt x="4" y="0"/>
                      <a:pt x="4" y="4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64" name="Freeform 1816">
                <a:extLst>
                  <a:ext uri="{FF2B5EF4-FFF2-40B4-BE49-F238E27FC236}">
                    <a16:creationId xmlns:a16="http://schemas.microsoft.com/office/drawing/2014/main" id="{0734B002-461B-493E-8527-C28CC8ED8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078"/>
                <a:ext cx="6" cy="10"/>
              </a:xfrm>
              <a:custGeom>
                <a:avLst/>
                <a:gdLst>
                  <a:gd name="T0" fmla="*/ 5 w 4"/>
                  <a:gd name="T1" fmla="*/ 28 h 6"/>
                  <a:gd name="T2" fmla="*/ 12 w 4"/>
                  <a:gd name="T3" fmla="*/ 0 h 6"/>
                  <a:gd name="T4" fmla="*/ 8 w 4"/>
                  <a:gd name="T5" fmla="*/ 13 h 6"/>
                  <a:gd name="T6" fmla="*/ 14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4"/>
                      <a:pt x="1" y="2"/>
                      <a:pt x="3" y="0"/>
                    </a:cubicBezTo>
                    <a:cubicBezTo>
                      <a:pt x="3" y="0"/>
                      <a:pt x="3" y="2"/>
                      <a:pt x="2" y="3"/>
                    </a:cubicBezTo>
                    <a:cubicBezTo>
                      <a:pt x="0" y="0"/>
                      <a:pt x="3" y="1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65" name="Freeform 1817">
                <a:extLst>
                  <a:ext uri="{FF2B5EF4-FFF2-40B4-BE49-F238E27FC236}">
                    <a16:creationId xmlns:a16="http://schemas.microsoft.com/office/drawing/2014/main" id="{1D8D9235-F216-4DAC-A171-DBFC7B33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077"/>
                <a:ext cx="6" cy="6"/>
              </a:xfrm>
              <a:custGeom>
                <a:avLst/>
                <a:gdLst>
                  <a:gd name="T0" fmla="*/ 8 w 4"/>
                  <a:gd name="T1" fmla="*/ 12 h 4"/>
                  <a:gd name="T2" fmla="*/ 8 w 4"/>
                  <a:gd name="T3" fmla="*/ 0 h 4"/>
                  <a:gd name="T4" fmla="*/ 14 w 4"/>
                  <a:gd name="T5" fmla="*/ 8 h 4"/>
                  <a:gd name="T6" fmla="*/ 0 w 4"/>
                  <a:gd name="T7" fmla="*/ 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3" y="0"/>
                      <a:pt x="4" y="2"/>
                    </a:cubicBezTo>
                    <a:cubicBezTo>
                      <a:pt x="2" y="4"/>
                      <a:pt x="1" y="2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66" name="Freeform 1818">
                <a:extLst>
                  <a:ext uri="{FF2B5EF4-FFF2-40B4-BE49-F238E27FC236}">
                    <a16:creationId xmlns:a16="http://schemas.microsoft.com/office/drawing/2014/main" id="{74513CBB-61F8-4DC4-9B95-840AD2DAB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045"/>
                <a:ext cx="11" cy="10"/>
              </a:xfrm>
              <a:custGeom>
                <a:avLst/>
                <a:gdLst>
                  <a:gd name="T0" fmla="*/ 0 w 7"/>
                  <a:gd name="T1" fmla="*/ 13 h 6"/>
                  <a:gd name="T2" fmla="*/ 13 w 7"/>
                  <a:gd name="T3" fmla="*/ 0 h 6"/>
                  <a:gd name="T4" fmla="*/ 14 w 7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4" y="6"/>
                      <a:pt x="7" y="3"/>
                      <a:pt x="3" y="0"/>
                    </a:cubicBezTo>
                    <a:cubicBezTo>
                      <a:pt x="3" y="2"/>
                      <a:pt x="4" y="2"/>
                      <a:pt x="4" y="4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67" name="Freeform 1819">
                <a:extLst>
                  <a:ext uri="{FF2B5EF4-FFF2-40B4-BE49-F238E27FC236}">
                    <a16:creationId xmlns:a16="http://schemas.microsoft.com/office/drawing/2014/main" id="{D28F21DA-D241-4643-8048-C4E4DB267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2014"/>
                <a:ext cx="3" cy="8"/>
              </a:xfrm>
              <a:custGeom>
                <a:avLst/>
                <a:gdLst>
                  <a:gd name="T0" fmla="*/ 5 w 2"/>
                  <a:gd name="T1" fmla="*/ 13 h 5"/>
                  <a:gd name="T2" fmla="*/ 8 w 2"/>
                  <a:gd name="T3" fmla="*/ 0 h 5"/>
                  <a:gd name="T4" fmla="*/ 0 w 2"/>
                  <a:gd name="T5" fmla="*/ 21 h 5"/>
                  <a:gd name="T6" fmla="*/ 0 w 2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1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3"/>
                      <a:pt x="1" y="2"/>
                      <a:pt x="0" y="5"/>
                    </a:cubicBezTo>
                    <a:cubicBezTo>
                      <a:pt x="0" y="4"/>
                      <a:pt x="0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68" name="Freeform 1820">
                <a:extLst>
                  <a:ext uri="{FF2B5EF4-FFF2-40B4-BE49-F238E27FC236}">
                    <a16:creationId xmlns:a16="http://schemas.microsoft.com/office/drawing/2014/main" id="{B96172C3-40FE-4E42-A09B-48512360F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052"/>
                <a:ext cx="9" cy="10"/>
              </a:xfrm>
              <a:custGeom>
                <a:avLst/>
                <a:gdLst>
                  <a:gd name="T0" fmla="*/ 8 w 6"/>
                  <a:gd name="T1" fmla="*/ 28 h 6"/>
                  <a:gd name="T2" fmla="*/ 21 w 6"/>
                  <a:gd name="T3" fmla="*/ 8 h 6"/>
                  <a:gd name="T4" fmla="*/ 8 w 6"/>
                  <a:gd name="T5" fmla="*/ 22 h 6"/>
                  <a:gd name="T6" fmla="*/ 12 w 6"/>
                  <a:gd name="T7" fmla="*/ 1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2" y="2"/>
                      <a:pt x="2" y="0"/>
                      <a:pt x="6" y="2"/>
                    </a:cubicBezTo>
                    <a:cubicBezTo>
                      <a:pt x="5" y="4"/>
                      <a:pt x="5" y="3"/>
                      <a:pt x="2" y="5"/>
                    </a:cubicBezTo>
                    <a:cubicBezTo>
                      <a:pt x="0" y="4"/>
                      <a:pt x="3" y="4"/>
                      <a:pt x="3" y="3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69" name="Freeform 1821">
                <a:extLst>
                  <a:ext uri="{FF2B5EF4-FFF2-40B4-BE49-F238E27FC236}">
                    <a16:creationId xmlns:a16="http://schemas.microsoft.com/office/drawing/2014/main" id="{EC093E2F-2A87-4390-A796-33719B50F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131"/>
                <a:ext cx="9" cy="10"/>
              </a:xfrm>
              <a:custGeom>
                <a:avLst/>
                <a:gdLst>
                  <a:gd name="T0" fmla="*/ 0 w 6"/>
                  <a:gd name="T1" fmla="*/ 8 h 6"/>
                  <a:gd name="T2" fmla="*/ 21 w 6"/>
                  <a:gd name="T3" fmla="*/ 5 h 6"/>
                  <a:gd name="T4" fmla="*/ 5 w 6"/>
                  <a:gd name="T5" fmla="*/ 13 h 6"/>
                  <a:gd name="T6" fmla="*/ 12 w 6"/>
                  <a:gd name="T7" fmla="*/ 2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2" y="6"/>
                      <a:pt x="5" y="5"/>
                      <a:pt x="6" y="1"/>
                    </a:cubicBezTo>
                    <a:cubicBezTo>
                      <a:pt x="3" y="0"/>
                      <a:pt x="3" y="0"/>
                      <a:pt x="1" y="3"/>
                    </a:cubicBezTo>
                    <a:cubicBezTo>
                      <a:pt x="1" y="4"/>
                      <a:pt x="1" y="5"/>
                      <a:pt x="3" y="6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70" name="Freeform 1822">
                <a:extLst>
                  <a:ext uri="{FF2B5EF4-FFF2-40B4-BE49-F238E27FC236}">
                    <a16:creationId xmlns:a16="http://schemas.microsoft.com/office/drawing/2014/main" id="{F92423C7-46E4-4AF9-AE17-BEFB945F9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090"/>
                <a:ext cx="9" cy="7"/>
              </a:xfrm>
              <a:custGeom>
                <a:avLst/>
                <a:gdLst>
                  <a:gd name="T0" fmla="*/ 14 w 6"/>
                  <a:gd name="T1" fmla="*/ 0 h 4"/>
                  <a:gd name="T2" fmla="*/ 0 w 6"/>
                  <a:gd name="T3" fmla="*/ 7 h 4"/>
                  <a:gd name="T4" fmla="*/ 12 w 6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4" y="0"/>
                      <a:pt x="6" y="0"/>
                      <a:pt x="3" y="4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71" name="Freeform 1823">
                <a:extLst>
                  <a:ext uri="{FF2B5EF4-FFF2-40B4-BE49-F238E27FC236}">
                    <a16:creationId xmlns:a16="http://schemas.microsoft.com/office/drawing/2014/main" id="{63277BEF-3AA0-4683-A083-ACB5304F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156"/>
                <a:ext cx="6" cy="10"/>
              </a:xfrm>
              <a:custGeom>
                <a:avLst/>
                <a:gdLst>
                  <a:gd name="T0" fmla="*/ 5 w 4"/>
                  <a:gd name="T1" fmla="*/ 20 h 6"/>
                  <a:gd name="T2" fmla="*/ 12 w 4"/>
                  <a:gd name="T3" fmla="*/ 13 h 6"/>
                  <a:gd name="T4" fmla="*/ 0 w 4"/>
                  <a:gd name="T5" fmla="*/ 5 h 6"/>
                  <a:gd name="T6" fmla="*/ 5 w 4"/>
                  <a:gd name="T7" fmla="*/ 22 h 6"/>
                  <a:gd name="T8" fmla="*/ 14 w 4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2" y="4"/>
                      <a:pt x="2" y="4"/>
                      <a:pt x="3" y="3"/>
                    </a:cubicBezTo>
                    <a:cubicBezTo>
                      <a:pt x="3" y="3"/>
                      <a:pt x="1" y="1"/>
                      <a:pt x="0" y="1"/>
                    </a:cubicBezTo>
                    <a:cubicBezTo>
                      <a:pt x="0" y="0"/>
                      <a:pt x="0" y="6"/>
                      <a:pt x="1" y="5"/>
                    </a:cubicBezTo>
                    <a:cubicBezTo>
                      <a:pt x="4" y="5"/>
                      <a:pt x="3" y="3"/>
                      <a:pt x="4" y="1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72" name="Freeform 1824">
                <a:extLst>
                  <a:ext uri="{FF2B5EF4-FFF2-40B4-BE49-F238E27FC236}">
                    <a16:creationId xmlns:a16="http://schemas.microsoft.com/office/drawing/2014/main" id="{5E003CEB-4831-4181-8CA2-85D0846E5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121"/>
                <a:ext cx="19" cy="17"/>
              </a:xfrm>
              <a:custGeom>
                <a:avLst/>
                <a:gdLst>
                  <a:gd name="T0" fmla="*/ 27 w 12"/>
                  <a:gd name="T1" fmla="*/ 15 h 10"/>
                  <a:gd name="T2" fmla="*/ 33 w 12"/>
                  <a:gd name="T3" fmla="*/ 0 h 10"/>
                  <a:gd name="T4" fmla="*/ 5 w 12"/>
                  <a:gd name="T5" fmla="*/ 41 h 10"/>
                  <a:gd name="T6" fmla="*/ 13 w 12"/>
                  <a:gd name="T7" fmla="*/ 2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7" y="3"/>
                    </a:moveTo>
                    <a:cubicBezTo>
                      <a:pt x="6" y="1"/>
                      <a:pt x="6" y="0"/>
                      <a:pt x="8" y="0"/>
                    </a:cubicBezTo>
                    <a:cubicBezTo>
                      <a:pt x="12" y="5"/>
                      <a:pt x="7" y="10"/>
                      <a:pt x="1" y="8"/>
                    </a:cubicBezTo>
                    <a:cubicBezTo>
                      <a:pt x="0" y="6"/>
                      <a:pt x="1" y="5"/>
                      <a:pt x="3" y="4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73" name="Freeform 1825">
                <a:extLst>
                  <a:ext uri="{FF2B5EF4-FFF2-40B4-BE49-F238E27FC236}">
                    <a16:creationId xmlns:a16="http://schemas.microsoft.com/office/drawing/2014/main" id="{7A6C46A4-3082-4729-A40C-EF9271923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2234"/>
                <a:ext cx="6" cy="7"/>
              </a:xfrm>
              <a:custGeom>
                <a:avLst/>
                <a:gdLst>
                  <a:gd name="T0" fmla="*/ 8 w 4"/>
                  <a:gd name="T1" fmla="*/ 16 h 4"/>
                  <a:gd name="T2" fmla="*/ 12 w 4"/>
                  <a:gd name="T3" fmla="*/ 0 h 4"/>
                  <a:gd name="T4" fmla="*/ 0 w 4"/>
                  <a:gd name="T5" fmla="*/ 16 h 4"/>
                  <a:gd name="T6" fmla="*/ 14 w 4"/>
                  <a:gd name="T7" fmla="*/ 16 h 4"/>
                  <a:gd name="T8" fmla="*/ 12 w 4"/>
                  <a:gd name="T9" fmla="*/ 7 h 4"/>
                  <a:gd name="T10" fmla="*/ 12 w 4"/>
                  <a:gd name="T11" fmla="*/ 21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3" y="2"/>
                      <a:pt x="3" y="1"/>
                      <a:pt x="3" y="0"/>
                    </a:cubicBezTo>
                    <a:cubicBezTo>
                      <a:pt x="0" y="1"/>
                      <a:pt x="1" y="1"/>
                      <a:pt x="0" y="3"/>
                    </a:cubicBezTo>
                    <a:cubicBezTo>
                      <a:pt x="1" y="3"/>
                      <a:pt x="3" y="3"/>
                      <a:pt x="4" y="3"/>
                    </a:cubicBezTo>
                    <a:cubicBezTo>
                      <a:pt x="4" y="3"/>
                      <a:pt x="3" y="1"/>
                      <a:pt x="3" y="1"/>
                    </a:cubicBezTo>
                    <a:cubicBezTo>
                      <a:pt x="3" y="1"/>
                      <a:pt x="3" y="4"/>
                      <a:pt x="3" y="4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74" name="Freeform 1826">
                <a:extLst>
                  <a:ext uri="{FF2B5EF4-FFF2-40B4-BE49-F238E27FC236}">
                    <a16:creationId xmlns:a16="http://schemas.microsoft.com/office/drawing/2014/main" id="{7AEFB655-0AF7-41CF-BE40-DC4F6A10D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201"/>
                <a:ext cx="6" cy="7"/>
              </a:xfrm>
              <a:custGeom>
                <a:avLst/>
                <a:gdLst>
                  <a:gd name="T0" fmla="*/ 14 w 4"/>
                  <a:gd name="T1" fmla="*/ 21 h 4"/>
                  <a:gd name="T2" fmla="*/ 12 w 4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0" y="0"/>
                      <a:pt x="3" y="2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75" name="Freeform 1827">
                <a:extLst>
                  <a:ext uri="{FF2B5EF4-FFF2-40B4-BE49-F238E27FC236}">
                    <a16:creationId xmlns:a16="http://schemas.microsoft.com/office/drawing/2014/main" id="{5A610F4E-E08A-462A-ABD0-0A48331A5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251"/>
                <a:ext cx="5" cy="8"/>
              </a:xfrm>
              <a:custGeom>
                <a:avLst/>
                <a:gdLst>
                  <a:gd name="T0" fmla="*/ 5 w 3"/>
                  <a:gd name="T1" fmla="*/ 21 h 5"/>
                  <a:gd name="T2" fmla="*/ 8 w 3"/>
                  <a:gd name="T3" fmla="*/ 0 h 5"/>
                  <a:gd name="T4" fmla="*/ 5 w 3"/>
                  <a:gd name="T5" fmla="*/ 16 h 5"/>
                  <a:gd name="T6" fmla="*/ 13 w 3"/>
                  <a:gd name="T7" fmla="*/ 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3"/>
                      <a:pt x="3" y="1"/>
                      <a:pt x="1" y="4"/>
                    </a:cubicBezTo>
                    <a:cubicBezTo>
                      <a:pt x="1" y="2"/>
                      <a:pt x="2" y="2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76" name="Freeform 1828">
                <a:extLst>
                  <a:ext uri="{FF2B5EF4-FFF2-40B4-BE49-F238E27FC236}">
                    <a16:creationId xmlns:a16="http://schemas.microsoft.com/office/drawing/2014/main" id="{4EA88E74-FC1D-48F9-B9CE-58C8267BC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284"/>
                <a:ext cx="9" cy="10"/>
              </a:xfrm>
              <a:custGeom>
                <a:avLst/>
                <a:gdLst>
                  <a:gd name="T0" fmla="*/ 12 w 6"/>
                  <a:gd name="T1" fmla="*/ 22 h 6"/>
                  <a:gd name="T2" fmla="*/ 0 w 6"/>
                  <a:gd name="T3" fmla="*/ 5 h 6"/>
                  <a:gd name="T4" fmla="*/ 21 w 6"/>
                  <a:gd name="T5" fmla="*/ 8 h 6"/>
                  <a:gd name="T6" fmla="*/ 8 w 6"/>
                  <a:gd name="T7" fmla="*/ 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4" y="0"/>
                      <a:pt x="3" y="0"/>
                      <a:pt x="6" y="2"/>
                    </a:cubicBezTo>
                    <a:cubicBezTo>
                      <a:pt x="3" y="6"/>
                      <a:pt x="3" y="3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77" name="Freeform 1829">
                <a:extLst>
                  <a:ext uri="{FF2B5EF4-FFF2-40B4-BE49-F238E27FC236}">
                    <a16:creationId xmlns:a16="http://schemas.microsoft.com/office/drawing/2014/main" id="{41A815A6-80BE-4924-A0CD-C4AE0A0D1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301"/>
                <a:ext cx="5" cy="6"/>
              </a:xfrm>
              <a:custGeom>
                <a:avLst/>
                <a:gdLst>
                  <a:gd name="T0" fmla="*/ 0 w 3"/>
                  <a:gd name="T1" fmla="*/ 14 h 4"/>
                  <a:gd name="T2" fmla="*/ 8 w 3"/>
                  <a:gd name="T3" fmla="*/ 0 h 4"/>
                  <a:gd name="T4" fmla="*/ 5 w 3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3"/>
                      <a:pt x="1" y="3"/>
                      <a:pt x="1" y="4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78" name="Freeform 1830">
                <a:extLst>
                  <a:ext uri="{FF2B5EF4-FFF2-40B4-BE49-F238E27FC236}">
                    <a16:creationId xmlns:a16="http://schemas.microsoft.com/office/drawing/2014/main" id="{049354FF-1E0B-477A-A7E9-BFE45086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423"/>
                <a:ext cx="8" cy="7"/>
              </a:xfrm>
              <a:custGeom>
                <a:avLst/>
                <a:gdLst>
                  <a:gd name="T0" fmla="*/ 13 w 5"/>
                  <a:gd name="T1" fmla="*/ 12 h 4"/>
                  <a:gd name="T2" fmla="*/ 21 w 5"/>
                  <a:gd name="T3" fmla="*/ 7 h 4"/>
                  <a:gd name="T4" fmla="*/ 8 w 5"/>
                  <a:gd name="T5" fmla="*/ 21 h 4"/>
                  <a:gd name="T6" fmla="*/ 13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2"/>
                    </a:moveTo>
                    <a:cubicBezTo>
                      <a:pt x="4" y="0"/>
                      <a:pt x="4" y="0"/>
                      <a:pt x="5" y="1"/>
                    </a:cubicBezTo>
                    <a:cubicBezTo>
                      <a:pt x="4" y="3"/>
                      <a:pt x="4" y="3"/>
                      <a:pt x="2" y="4"/>
                    </a:cubicBezTo>
                    <a:cubicBezTo>
                      <a:pt x="0" y="2"/>
                      <a:pt x="3" y="1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79" name="Freeform 1831">
                <a:extLst>
                  <a:ext uri="{FF2B5EF4-FFF2-40B4-BE49-F238E27FC236}">
                    <a16:creationId xmlns:a16="http://schemas.microsoft.com/office/drawing/2014/main" id="{53274132-4278-4137-B554-3A7F15F5E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339"/>
                <a:ext cx="6" cy="5"/>
              </a:xfrm>
              <a:custGeom>
                <a:avLst/>
                <a:gdLst>
                  <a:gd name="T0" fmla="*/ 8 w 4"/>
                  <a:gd name="T1" fmla="*/ 13 h 3"/>
                  <a:gd name="T2" fmla="*/ 14 w 4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0" y="0"/>
                      <a:pt x="2" y="0"/>
                      <a:pt x="4" y="1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80" name="Freeform 1832">
                <a:extLst>
                  <a:ext uri="{FF2B5EF4-FFF2-40B4-BE49-F238E27FC236}">
                    <a16:creationId xmlns:a16="http://schemas.microsoft.com/office/drawing/2014/main" id="{7E77BE8E-B6B8-4B8C-9D75-2911672FC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380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0 w 7"/>
                  <a:gd name="T3" fmla="*/ 22 h 6"/>
                  <a:gd name="T4" fmla="*/ 20 w 7"/>
                  <a:gd name="T5" fmla="*/ 0 h 6"/>
                  <a:gd name="T6" fmla="*/ 13 w 7"/>
                  <a:gd name="T7" fmla="*/ 2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5" y="6"/>
                      <a:pt x="7" y="4"/>
                      <a:pt x="5" y="0"/>
                    </a:cubicBezTo>
                    <a:cubicBezTo>
                      <a:pt x="1" y="0"/>
                      <a:pt x="2" y="2"/>
                      <a:pt x="3" y="5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81" name="Freeform 1833">
                <a:extLst>
                  <a:ext uri="{FF2B5EF4-FFF2-40B4-BE49-F238E27FC236}">
                    <a16:creationId xmlns:a16="http://schemas.microsoft.com/office/drawing/2014/main" id="{8687D476-BE12-4517-8ED4-0FC94DE41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307"/>
                <a:ext cx="6" cy="7"/>
              </a:xfrm>
              <a:custGeom>
                <a:avLst/>
                <a:gdLst>
                  <a:gd name="T0" fmla="*/ 5 w 4"/>
                  <a:gd name="T1" fmla="*/ 21 h 4"/>
                  <a:gd name="T2" fmla="*/ 14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1"/>
                      <a:pt x="1" y="0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82" name="Freeform 1834">
                <a:extLst>
                  <a:ext uri="{FF2B5EF4-FFF2-40B4-BE49-F238E27FC236}">
                    <a16:creationId xmlns:a16="http://schemas.microsoft.com/office/drawing/2014/main" id="{FB81D5E2-0F06-47B7-AE00-93709E2DE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238"/>
                <a:ext cx="8" cy="6"/>
              </a:xfrm>
              <a:custGeom>
                <a:avLst/>
                <a:gdLst>
                  <a:gd name="T0" fmla="*/ 5 w 5"/>
                  <a:gd name="T1" fmla="*/ 14 h 4"/>
                  <a:gd name="T2" fmla="*/ 16 w 5"/>
                  <a:gd name="T3" fmla="*/ 8 h 4"/>
                  <a:gd name="T4" fmla="*/ 0 w 5"/>
                  <a:gd name="T5" fmla="*/ 14 h 4"/>
                  <a:gd name="T6" fmla="*/ 21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1" y="2"/>
                      <a:pt x="2" y="2"/>
                      <a:pt x="4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1" y="1"/>
                      <a:pt x="3" y="1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83" name="Freeform 1835">
                <a:extLst>
                  <a:ext uri="{FF2B5EF4-FFF2-40B4-BE49-F238E27FC236}">
                    <a16:creationId xmlns:a16="http://schemas.microsoft.com/office/drawing/2014/main" id="{702180A3-B070-44F9-8353-41F54E0F6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259"/>
                <a:ext cx="4" cy="13"/>
              </a:xfrm>
              <a:custGeom>
                <a:avLst/>
                <a:gdLst>
                  <a:gd name="T0" fmla="*/ 16 w 2"/>
                  <a:gd name="T1" fmla="*/ 18 h 8"/>
                  <a:gd name="T2" fmla="*/ 16 w 2"/>
                  <a:gd name="T3" fmla="*/ 5 h 8"/>
                  <a:gd name="T4" fmla="*/ 8 w 2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8">
                    <a:moveTo>
                      <a:pt x="2" y="4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1" y="2"/>
                      <a:pt x="0" y="8"/>
                      <a:pt x="1" y="5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84" name="Freeform 1836">
                <a:extLst>
                  <a:ext uri="{FF2B5EF4-FFF2-40B4-BE49-F238E27FC236}">
                    <a16:creationId xmlns:a16="http://schemas.microsoft.com/office/drawing/2014/main" id="{B7B7D729-286A-4A66-9E1F-BF3D85669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173"/>
                <a:ext cx="6" cy="5"/>
              </a:xfrm>
              <a:custGeom>
                <a:avLst/>
                <a:gdLst>
                  <a:gd name="T0" fmla="*/ 0 w 4"/>
                  <a:gd name="T1" fmla="*/ 13 h 3"/>
                  <a:gd name="T2" fmla="*/ 0 w 4"/>
                  <a:gd name="T3" fmla="*/ 0 h 3"/>
                  <a:gd name="T4" fmla="*/ 14 w 4"/>
                  <a:gd name="T5" fmla="*/ 5 h 3"/>
                  <a:gd name="T6" fmla="*/ 5 w 4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2" y="2"/>
                      <a:pt x="2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85" name="Freeform 1837">
                <a:extLst>
                  <a:ext uri="{FF2B5EF4-FFF2-40B4-BE49-F238E27FC236}">
                    <a16:creationId xmlns:a16="http://schemas.microsoft.com/office/drawing/2014/main" id="{92021DA7-8775-49E9-BE62-343CF7BF2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151"/>
                <a:ext cx="7" cy="5"/>
              </a:xfrm>
              <a:custGeom>
                <a:avLst/>
                <a:gdLst>
                  <a:gd name="T0" fmla="*/ 1 w 5"/>
                  <a:gd name="T1" fmla="*/ 8 h 3"/>
                  <a:gd name="T2" fmla="*/ 11 w 5"/>
                  <a:gd name="T3" fmla="*/ 8 h 3"/>
                  <a:gd name="T4" fmla="*/ 0 w 5"/>
                  <a:gd name="T5" fmla="*/ 13 h 3"/>
                  <a:gd name="T6" fmla="*/ 14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cubicBezTo>
                      <a:pt x="2" y="1"/>
                      <a:pt x="3" y="1"/>
                      <a:pt x="4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1"/>
                      <a:pt x="2" y="1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86" name="Freeform 1838">
                <a:extLst>
                  <a:ext uri="{FF2B5EF4-FFF2-40B4-BE49-F238E27FC236}">
                    <a16:creationId xmlns:a16="http://schemas.microsoft.com/office/drawing/2014/main" id="{FB79D400-C49B-4C05-AAA3-988655332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206"/>
                <a:ext cx="10" cy="8"/>
              </a:xfrm>
              <a:custGeom>
                <a:avLst/>
                <a:gdLst>
                  <a:gd name="T0" fmla="*/ 6 w 7"/>
                  <a:gd name="T1" fmla="*/ 0 h 5"/>
                  <a:gd name="T2" fmla="*/ 0 w 7"/>
                  <a:gd name="T3" fmla="*/ 13 h 5"/>
                  <a:gd name="T4" fmla="*/ 13 w 7"/>
                  <a:gd name="T5" fmla="*/ 8 h 5"/>
                  <a:gd name="T6" fmla="*/ 6 w 7"/>
                  <a:gd name="T7" fmla="*/ 5 h 5"/>
                  <a:gd name="T8" fmla="*/ 6 w 7"/>
                  <a:gd name="T9" fmla="*/ 13 h 5"/>
                  <a:gd name="T10" fmla="*/ 20 w 7"/>
                  <a:gd name="T11" fmla="*/ 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0" y="0"/>
                      <a:pt x="0" y="1"/>
                      <a:pt x="0" y="3"/>
                    </a:cubicBezTo>
                    <a:cubicBezTo>
                      <a:pt x="3" y="3"/>
                      <a:pt x="2" y="4"/>
                      <a:pt x="4" y="2"/>
                    </a:cubicBezTo>
                    <a:cubicBezTo>
                      <a:pt x="5" y="1"/>
                      <a:pt x="1" y="0"/>
                      <a:pt x="2" y="1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4" y="5"/>
                      <a:pt x="5" y="2"/>
                      <a:pt x="7" y="2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87" name="Freeform 1839">
                <a:extLst>
                  <a:ext uri="{FF2B5EF4-FFF2-40B4-BE49-F238E27FC236}">
                    <a16:creationId xmlns:a16="http://schemas.microsoft.com/office/drawing/2014/main" id="{E1DD6E20-38A7-456D-9BED-E4069E9CC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198"/>
                <a:ext cx="4" cy="5"/>
              </a:xfrm>
              <a:custGeom>
                <a:avLst/>
                <a:gdLst>
                  <a:gd name="T0" fmla="*/ 0 w 3"/>
                  <a:gd name="T1" fmla="*/ 13 h 3"/>
                  <a:gd name="T2" fmla="*/ 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88" name="Freeform 1840">
                <a:extLst>
                  <a:ext uri="{FF2B5EF4-FFF2-40B4-BE49-F238E27FC236}">
                    <a16:creationId xmlns:a16="http://schemas.microsoft.com/office/drawing/2014/main" id="{CCC6412D-34EE-42D5-912A-FC79B2AC0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221"/>
                <a:ext cx="3" cy="5"/>
              </a:xfrm>
              <a:custGeom>
                <a:avLst/>
                <a:gdLst>
                  <a:gd name="T0" fmla="*/ 5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89" name="Freeform 1841">
                <a:extLst>
                  <a:ext uri="{FF2B5EF4-FFF2-40B4-BE49-F238E27FC236}">
                    <a16:creationId xmlns:a16="http://schemas.microsoft.com/office/drawing/2014/main" id="{B6586D41-A474-475A-B189-EAB63C9E3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053"/>
                <a:ext cx="5" cy="5"/>
              </a:xfrm>
              <a:custGeom>
                <a:avLst/>
                <a:gdLst>
                  <a:gd name="T0" fmla="*/ 13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1"/>
                      <a:pt x="0" y="3"/>
                      <a:pt x="3" y="3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90" name="Freeform 1842">
                <a:extLst>
                  <a:ext uri="{FF2B5EF4-FFF2-40B4-BE49-F238E27FC236}">
                    <a16:creationId xmlns:a16="http://schemas.microsoft.com/office/drawing/2014/main" id="{AF7E3036-C58A-484E-9CBB-7D40B4636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097"/>
                <a:ext cx="15" cy="15"/>
              </a:xfrm>
              <a:custGeom>
                <a:avLst/>
                <a:gdLst>
                  <a:gd name="T0" fmla="*/ 21 w 10"/>
                  <a:gd name="T1" fmla="*/ 0 h 9"/>
                  <a:gd name="T2" fmla="*/ 8 w 10"/>
                  <a:gd name="T3" fmla="*/ 8 h 9"/>
                  <a:gd name="T4" fmla="*/ 18 w 10"/>
                  <a:gd name="T5" fmla="*/ 0 h 9"/>
                  <a:gd name="T6" fmla="*/ 5 w 10"/>
                  <a:gd name="T7" fmla="*/ 33 h 9"/>
                  <a:gd name="T8" fmla="*/ 26 w 10"/>
                  <a:gd name="T9" fmla="*/ 8 h 9"/>
                  <a:gd name="T10" fmla="*/ 18 w 10"/>
                  <a:gd name="T11" fmla="*/ 1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6" y="0"/>
                    </a:moveTo>
                    <a:cubicBezTo>
                      <a:pt x="4" y="0"/>
                      <a:pt x="2" y="2"/>
                      <a:pt x="2" y="2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2" y="1"/>
                      <a:pt x="0" y="4"/>
                      <a:pt x="1" y="7"/>
                    </a:cubicBezTo>
                    <a:cubicBezTo>
                      <a:pt x="5" y="9"/>
                      <a:pt x="10" y="6"/>
                      <a:pt x="7" y="2"/>
                    </a:cubicBezTo>
                    <a:cubicBezTo>
                      <a:pt x="6" y="1"/>
                      <a:pt x="5" y="2"/>
                      <a:pt x="5" y="3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91" name="Freeform 1843">
                <a:extLst>
                  <a:ext uri="{FF2B5EF4-FFF2-40B4-BE49-F238E27FC236}">
                    <a16:creationId xmlns:a16="http://schemas.microsoft.com/office/drawing/2014/main" id="{1BB63D8B-D504-42DA-8DD4-26C6C25CD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087"/>
                <a:ext cx="5" cy="6"/>
              </a:xfrm>
              <a:custGeom>
                <a:avLst/>
                <a:gdLst>
                  <a:gd name="T0" fmla="*/ 13 w 3"/>
                  <a:gd name="T1" fmla="*/ 8 h 4"/>
                  <a:gd name="T2" fmla="*/ 5 w 3"/>
                  <a:gd name="T3" fmla="*/ 0 h 4"/>
                  <a:gd name="T4" fmla="*/ 13 w 3"/>
                  <a:gd name="T5" fmla="*/ 12 h 4"/>
                  <a:gd name="T6" fmla="*/ 8 w 3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2" y="0"/>
                      <a:pt x="0" y="2"/>
                      <a:pt x="1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4"/>
                      <a:pt x="1" y="3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92" name="Freeform 1844">
                <a:extLst>
                  <a:ext uri="{FF2B5EF4-FFF2-40B4-BE49-F238E27FC236}">
                    <a16:creationId xmlns:a16="http://schemas.microsoft.com/office/drawing/2014/main" id="{4327F232-A7EB-49D3-955D-56E47011C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1962"/>
                <a:ext cx="10" cy="12"/>
              </a:xfrm>
              <a:custGeom>
                <a:avLst/>
                <a:gdLst>
                  <a:gd name="T0" fmla="*/ 28 w 6"/>
                  <a:gd name="T1" fmla="*/ 26 h 7"/>
                  <a:gd name="T2" fmla="*/ 13 w 6"/>
                  <a:gd name="T3" fmla="*/ 26 h 7"/>
                  <a:gd name="T4" fmla="*/ 28 w 6"/>
                  <a:gd name="T5" fmla="*/ 5 h 7"/>
                  <a:gd name="T6" fmla="*/ 0 w 6"/>
                  <a:gd name="T7" fmla="*/ 26 h 7"/>
                  <a:gd name="T8" fmla="*/ 28 w 6"/>
                  <a:gd name="T9" fmla="*/ 15 h 7"/>
                  <a:gd name="T10" fmla="*/ 5 w 6"/>
                  <a:gd name="T11" fmla="*/ 21 h 7"/>
                  <a:gd name="T12" fmla="*/ 13 w 6"/>
                  <a:gd name="T13" fmla="*/ 36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5"/>
                      <a:pt x="4" y="5"/>
                      <a:pt x="3" y="5"/>
                    </a:cubicBezTo>
                    <a:cubicBezTo>
                      <a:pt x="4" y="4"/>
                      <a:pt x="5" y="2"/>
                      <a:pt x="6" y="1"/>
                    </a:cubicBezTo>
                    <a:cubicBezTo>
                      <a:pt x="1" y="0"/>
                      <a:pt x="2" y="1"/>
                      <a:pt x="0" y="5"/>
                    </a:cubicBezTo>
                    <a:cubicBezTo>
                      <a:pt x="3" y="5"/>
                      <a:pt x="3" y="5"/>
                      <a:pt x="6" y="3"/>
                    </a:cubicBezTo>
                    <a:cubicBezTo>
                      <a:pt x="3" y="3"/>
                      <a:pt x="3" y="3"/>
                      <a:pt x="1" y="4"/>
                    </a:cubicBezTo>
                    <a:cubicBezTo>
                      <a:pt x="0" y="5"/>
                      <a:pt x="1" y="6"/>
                      <a:pt x="3" y="7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93" name="Freeform 1845">
                <a:extLst>
                  <a:ext uri="{FF2B5EF4-FFF2-40B4-BE49-F238E27FC236}">
                    <a16:creationId xmlns:a16="http://schemas.microsoft.com/office/drawing/2014/main" id="{AAB5B9CD-484E-49B2-9B0F-C65AEBC37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1954"/>
                <a:ext cx="14" cy="12"/>
              </a:xfrm>
              <a:custGeom>
                <a:avLst/>
                <a:gdLst>
                  <a:gd name="T0" fmla="*/ 14 w 9"/>
                  <a:gd name="T1" fmla="*/ 15 h 7"/>
                  <a:gd name="T2" fmla="*/ 19 w 9"/>
                  <a:gd name="T3" fmla="*/ 0 h 7"/>
                  <a:gd name="T4" fmla="*/ 34 w 9"/>
                  <a:gd name="T5" fmla="*/ 9 h 7"/>
                  <a:gd name="T6" fmla="*/ 0 w 9"/>
                  <a:gd name="T7" fmla="*/ 29 h 7"/>
                  <a:gd name="T8" fmla="*/ 14 w 9"/>
                  <a:gd name="T9" fmla="*/ 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4" y="3"/>
                    </a:moveTo>
                    <a:cubicBezTo>
                      <a:pt x="3" y="1"/>
                      <a:pt x="4" y="0"/>
                      <a:pt x="5" y="0"/>
                    </a:cubicBezTo>
                    <a:cubicBezTo>
                      <a:pt x="7" y="0"/>
                      <a:pt x="7" y="0"/>
                      <a:pt x="9" y="2"/>
                    </a:cubicBezTo>
                    <a:cubicBezTo>
                      <a:pt x="7" y="6"/>
                      <a:pt x="4" y="7"/>
                      <a:pt x="0" y="6"/>
                    </a:cubicBezTo>
                    <a:cubicBezTo>
                      <a:pt x="1" y="4"/>
                      <a:pt x="2" y="3"/>
                      <a:pt x="4" y="2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94" name="Freeform 1846">
                <a:extLst>
                  <a:ext uri="{FF2B5EF4-FFF2-40B4-BE49-F238E27FC236}">
                    <a16:creationId xmlns:a16="http://schemas.microsoft.com/office/drawing/2014/main" id="{1AC8D269-0C32-4109-BDF9-080C1D2B1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3" y="1922"/>
                <a:ext cx="8" cy="7"/>
              </a:xfrm>
              <a:custGeom>
                <a:avLst/>
                <a:gdLst>
                  <a:gd name="T0" fmla="*/ 13 w 5"/>
                  <a:gd name="T1" fmla="*/ 7 h 4"/>
                  <a:gd name="T2" fmla="*/ 21 w 5"/>
                  <a:gd name="T3" fmla="*/ 0 h 4"/>
                  <a:gd name="T4" fmla="*/ 0 w 5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1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3" y="3"/>
                      <a:pt x="0" y="4"/>
                      <a:pt x="0" y="4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95" name="Freeform 1847">
                <a:extLst>
                  <a:ext uri="{FF2B5EF4-FFF2-40B4-BE49-F238E27FC236}">
                    <a16:creationId xmlns:a16="http://schemas.microsoft.com/office/drawing/2014/main" id="{39C31CFD-0E77-4FB8-90DF-09EB452B6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" y="1969"/>
                <a:ext cx="3" cy="8"/>
              </a:xfrm>
              <a:custGeom>
                <a:avLst/>
                <a:gdLst>
                  <a:gd name="T0" fmla="*/ 0 w 2"/>
                  <a:gd name="T1" fmla="*/ 21 h 5"/>
                  <a:gd name="T2" fmla="*/ 8 w 2"/>
                  <a:gd name="T3" fmla="*/ 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2"/>
                      <a:pt x="0" y="0"/>
                      <a:pt x="2" y="1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96" name="Freeform 1848">
                <a:extLst>
                  <a:ext uri="{FF2B5EF4-FFF2-40B4-BE49-F238E27FC236}">
                    <a16:creationId xmlns:a16="http://schemas.microsoft.com/office/drawing/2014/main" id="{69D747F3-8F07-43A3-90A6-D1950C0C2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962"/>
                <a:ext cx="5" cy="7"/>
              </a:xfrm>
              <a:custGeom>
                <a:avLst/>
                <a:gdLst>
                  <a:gd name="T0" fmla="*/ 0 w 3"/>
                  <a:gd name="T1" fmla="*/ 21 h 4"/>
                  <a:gd name="T2" fmla="*/ 13 w 3"/>
                  <a:gd name="T3" fmla="*/ 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0"/>
                      <a:pt x="3" y="1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97" name="Freeform 1849">
                <a:extLst>
                  <a:ext uri="{FF2B5EF4-FFF2-40B4-BE49-F238E27FC236}">
                    <a16:creationId xmlns:a16="http://schemas.microsoft.com/office/drawing/2014/main" id="{A2AD3764-F084-409E-9005-D80044166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972"/>
                <a:ext cx="8" cy="12"/>
              </a:xfrm>
              <a:custGeom>
                <a:avLst/>
                <a:gdLst>
                  <a:gd name="T0" fmla="*/ 13 w 5"/>
                  <a:gd name="T1" fmla="*/ 15 h 7"/>
                  <a:gd name="T2" fmla="*/ 0 w 5"/>
                  <a:gd name="T3" fmla="*/ 29 h 7"/>
                  <a:gd name="T4" fmla="*/ 5 w 5"/>
                  <a:gd name="T5" fmla="*/ 36 h 7"/>
                  <a:gd name="T6" fmla="*/ 16 w 5"/>
                  <a:gd name="T7" fmla="*/ 0 h 7"/>
                  <a:gd name="T8" fmla="*/ 0 w 5"/>
                  <a:gd name="T9" fmla="*/ 3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3" y="3"/>
                    </a:moveTo>
                    <a:cubicBezTo>
                      <a:pt x="1" y="3"/>
                      <a:pt x="0" y="4"/>
                      <a:pt x="0" y="6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4" y="4"/>
                      <a:pt x="5" y="4"/>
                      <a:pt x="4" y="0"/>
                    </a:cubicBezTo>
                    <a:cubicBezTo>
                      <a:pt x="1" y="2"/>
                      <a:pt x="0" y="4"/>
                      <a:pt x="0" y="7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98" name="Freeform 1850">
                <a:extLst>
                  <a:ext uri="{FF2B5EF4-FFF2-40B4-BE49-F238E27FC236}">
                    <a16:creationId xmlns:a16="http://schemas.microsoft.com/office/drawing/2014/main" id="{6D0D1EB9-869D-4FC7-9440-5EE9489E8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1969"/>
                <a:ext cx="10" cy="8"/>
              </a:xfrm>
              <a:custGeom>
                <a:avLst/>
                <a:gdLst>
                  <a:gd name="T0" fmla="*/ 0 w 6"/>
                  <a:gd name="T1" fmla="*/ 21 h 5"/>
                  <a:gd name="T2" fmla="*/ 28 w 6"/>
                  <a:gd name="T3" fmla="*/ 5 h 5"/>
                  <a:gd name="T4" fmla="*/ 0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2"/>
                      <a:pt x="2" y="0"/>
                      <a:pt x="6" y="1"/>
                    </a:cubicBezTo>
                    <a:cubicBezTo>
                      <a:pt x="4" y="4"/>
                      <a:pt x="2" y="4"/>
                      <a:pt x="0" y="5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99" name="Freeform 1851">
                <a:extLst>
                  <a:ext uri="{FF2B5EF4-FFF2-40B4-BE49-F238E27FC236}">
                    <a16:creationId xmlns:a16="http://schemas.microsoft.com/office/drawing/2014/main" id="{1BBF7402-2E25-47DE-8C59-9DFB250B4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946"/>
                <a:ext cx="4" cy="8"/>
              </a:xfrm>
              <a:custGeom>
                <a:avLst/>
                <a:gdLst>
                  <a:gd name="T0" fmla="*/ 0 w 3"/>
                  <a:gd name="T1" fmla="*/ 21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00" name="Freeform 1852">
                <a:extLst>
                  <a:ext uri="{FF2B5EF4-FFF2-40B4-BE49-F238E27FC236}">
                    <a16:creationId xmlns:a16="http://schemas.microsoft.com/office/drawing/2014/main" id="{4CBC9BD0-0EF9-4740-A81B-61B71E19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1994"/>
                <a:ext cx="10" cy="11"/>
              </a:xfrm>
              <a:custGeom>
                <a:avLst/>
                <a:gdLst>
                  <a:gd name="T0" fmla="*/ 13 w 7"/>
                  <a:gd name="T1" fmla="*/ 5 h 7"/>
                  <a:gd name="T2" fmla="*/ 0 w 7"/>
                  <a:gd name="T3" fmla="*/ 20 h 7"/>
                  <a:gd name="T4" fmla="*/ 13 w 7"/>
                  <a:gd name="T5" fmla="*/ 0 h 7"/>
                  <a:gd name="T6" fmla="*/ 9 w 7"/>
                  <a:gd name="T7" fmla="*/ 2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4" y="1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5" y="5"/>
                      <a:pt x="7" y="4"/>
                      <a:pt x="4" y="0"/>
                    </a:cubicBezTo>
                    <a:cubicBezTo>
                      <a:pt x="0" y="2"/>
                      <a:pt x="1" y="3"/>
                      <a:pt x="3" y="7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01" name="Freeform 1853">
                <a:extLst>
                  <a:ext uri="{FF2B5EF4-FFF2-40B4-BE49-F238E27FC236}">
                    <a16:creationId xmlns:a16="http://schemas.microsoft.com/office/drawing/2014/main" id="{D0E1B414-5EF2-4F62-AFDA-FA85BABA4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997"/>
                <a:ext cx="3" cy="8"/>
              </a:xfrm>
              <a:custGeom>
                <a:avLst/>
                <a:gdLst>
                  <a:gd name="T0" fmla="*/ 5 w 2"/>
                  <a:gd name="T1" fmla="*/ 21 h 5"/>
                  <a:gd name="T2" fmla="*/ 0 w 2"/>
                  <a:gd name="T3" fmla="*/ 8 h 5"/>
                  <a:gd name="T4" fmla="*/ 8 w 2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1" y="1"/>
                      <a:pt x="2" y="3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02" name="Freeform 1854">
                <a:extLst>
                  <a:ext uri="{FF2B5EF4-FFF2-40B4-BE49-F238E27FC236}">
                    <a16:creationId xmlns:a16="http://schemas.microsoft.com/office/drawing/2014/main" id="{E741F740-39CA-41BF-8834-35BDA7C37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039"/>
                <a:ext cx="5" cy="8"/>
              </a:xfrm>
              <a:custGeom>
                <a:avLst/>
                <a:gdLst>
                  <a:gd name="T0" fmla="*/ 5 w 3"/>
                  <a:gd name="T1" fmla="*/ 21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03" name="Freeform 1855">
                <a:extLst>
                  <a:ext uri="{FF2B5EF4-FFF2-40B4-BE49-F238E27FC236}">
                    <a16:creationId xmlns:a16="http://schemas.microsoft.com/office/drawing/2014/main" id="{CFB77292-F02F-4AB7-954C-A066E9AFB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037"/>
                <a:ext cx="12" cy="20"/>
              </a:xfrm>
              <a:custGeom>
                <a:avLst/>
                <a:gdLst>
                  <a:gd name="T0" fmla="*/ 18 w 8"/>
                  <a:gd name="T1" fmla="*/ 42 h 12"/>
                  <a:gd name="T2" fmla="*/ 0 w 8"/>
                  <a:gd name="T3" fmla="*/ 37 h 12"/>
                  <a:gd name="T4" fmla="*/ 12 w 8"/>
                  <a:gd name="T5" fmla="*/ 0 h 12"/>
                  <a:gd name="T6" fmla="*/ 18 w 8"/>
                  <a:gd name="T7" fmla="*/ 50 h 12"/>
                  <a:gd name="T8" fmla="*/ 12 w 8"/>
                  <a:gd name="T9" fmla="*/ 5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5" y="9"/>
                    </a:moveTo>
                    <a:cubicBezTo>
                      <a:pt x="3" y="9"/>
                      <a:pt x="2" y="9"/>
                      <a:pt x="0" y="8"/>
                    </a:cubicBezTo>
                    <a:cubicBezTo>
                      <a:pt x="1" y="5"/>
                      <a:pt x="1" y="3"/>
                      <a:pt x="3" y="0"/>
                    </a:cubicBezTo>
                    <a:cubicBezTo>
                      <a:pt x="7" y="3"/>
                      <a:pt x="8" y="8"/>
                      <a:pt x="5" y="11"/>
                    </a:cubicBezTo>
                    <a:cubicBezTo>
                      <a:pt x="4" y="12"/>
                      <a:pt x="3" y="12"/>
                      <a:pt x="3" y="11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04" name="Freeform 1856">
                <a:extLst>
                  <a:ext uri="{FF2B5EF4-FFF2-40B4-BE49-F238E27FC236}">
                    <a16:creationId xmlns:a16="http://schemas.microsoft.com/office/drawing/2014/main" id="{875554E3-92A6-49F7-808F-098314E2B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997"/>
                <a:ext cx="6" cy="5"/>
              </a:xfrm>
              <a:custGeom>
                <a:avLst/>
                <a:gdLst>
                  <a:gd name="T0" fmla="*/ 0 w 4"/>
                  <a:gd name="T1" fmla="*/ 13 h 3"/>
                  <a:gd name="T2" fmla="*/ 14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05" name="Freeform 1857">
                <a:extLst>
                  <a:ext uri="{FF2B5EF4-FFF2-40B4-BE49-F238E27FC236}">
                    <a16:creationId xmlns:a16="http://schemas.microsoft.com/office/drawing/2014/main" id="{B767C143-6B4C-451B-B119-5E1F539B1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022"/>
                <a:ext cx="8" cy="12"/>
              </a:xfrm>
              <a:custGeom>
                <a:avLst/>
                <a:gdLst>
                  <a:gd name="T0" fmla="*/ 21 w 5"/>
                  <a:gd name="T1" fmla="*/ 0 h 7"/>
                  <a:gd name="T2" fmla="*/ 8 w 5"/>
                  <a:gd name="T3" fmla="*/ 36 h 7"/>
                  <a:gd name="T4" fmla="*/ 21 w 5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1" y="2"/>
                      <a:pt x="0" y="5"/>
                      <a:pt x="2" y="7"/>
                    </a:cubicBezTo>
                    <a:cubicBezTo>
                      <a:pt x="5" y="7"/>
                      <a:pt x="4" y="5"/>
                      <a:pt x="5" y="4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06" name="Freeform 1858">
                <a:extLst>
                  <a:ext uri="{FF2B5EF4-FFF2-40B4-BE49-F238E27FC236}">
                    <a16:creationId xmlns:a16="http://schemas.microsoft.com/office/drawing/2014/main" id="{41FB3370-5EAD-46DF-B337-542DA3AA1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103"/>
                <a:ext cx="6" cy="12"/>
              </a:xfrm>
              <a:custGeom>
                <a:avLst/>
                <a:gdLst>
                  <a:gd name="T0" fmla="*/ 12 w 4"/>
                  <a:gd name="T1" fmla="*/ 36 h 7"/>
                  <a:gd name="T2" fmla="*/ 14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3" y="7"/>
                    </a:moveTo>
                    <a:cubicBezTo>
                      <a:pt x="0" y="3"/>
                      <a:pt x="0" y="1"/>
                      <a:pt x="4" y="0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07" name="Freeform 1859">
                <a:extLst>
                  <a:ext uri="{FF2B5EF4-FFF2-40B4-BE49-F238E27FC236}">
                    <a16:creationId xmlns:a16="http://schemas.microsoft.com/office/drawing/2014/main" id="{1040A145-CFD4-4214-8557-FADC90EE9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085"/>
                <a:ext cx="9" cy="10"/>
              </a:xfrm>
              <a:custGeom>
                <a:avLst/>
                <a:gdLst>
                  <a:gd name="T0" fmla="*/ 5 w 6"/>
                  <a:gd name="T1" fmla="*/ 13 h 6"/>
                  <a:gd name="T2" fmla="*/ 12 w 6"/>
                  <a:gd name="T3" fmla="*/ 28 h 6"/>
                  <a:gd name="T4" fmla="*/ 18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5"/>
                      <a:pt x="1" y="6"/>
                      <a:pt x="3" y="6"/>
                    </a:cubicBezTo>
                    <a:cubicBezTo>
                      <a:pt x="6" y="4"/>
                      <a:pt x="5" y="2"/>
                      <a:pt x="5" y="0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08" name="Freeform 1860">
                <a:extLst>
                  <a:ext uri="{FF2B5EF4-FFF2-40B4-BE49-F238E27FC236}">
                    <a16:creationId xmlns:a16="http://schemas.microsoft.com/office/drawing/2014/main" id="{35967E8F-899C-4036-8C98-D1AA0EC8C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045"/>
                <a:ext cx="9" cy="10"/>
              </a:xfrm>
              <a:custGeom>
                <a:avLst/>
                <a:gdLst>
                  <a:gd name="T0" fmla="*/ 18 w 6"/>
                  <a:gd name="T1" fmla="*/ 0 h 6"/>
                  <a:gd name="T2" fmla="*/ 5 w 6"/>
                  <a:gd name="T3" fmla="*/ 28 h 6"/>
                  <a:gd name="T4" fmla="*/ 21 w 6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2" y="1"/>
                      <a:pt x="0" y="3"/>
                      <a:pt x="1" y="6"/>
                    </a:cubicBezTo>
                    <a:cubicBezTo>
                      <a:pt x="6" y="6"/>
                      <a:pt x="5" y="4"/>
                      <a:pt x="6" y="3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09" name="Freeform 1861">
                <a:extLst>
                  <a:ext uri="{FF2B5EF4-FFF2-40B4-BE49-F238E27FC236}">
                    <a16:creationId xmlns:a16="http://schemas.microsoft.com/office/drawing/2014/main" id="{3B42EBD8-E1B4-42F5-B312-790E918DD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130"/>
                <a:ext cx="6" cy="5"/>
              </a:xfrm>
              <a:custGeom>
                <a:avLst/>
                <a:gdLst>
                  <a:gd name="T0" fmla="*/ 14 w 4"/>
                  <a:gd name="T1" fmla="*/ 13 h 3"/>
                  <a:gd name="T2" fmla="*/ 5 w 4"/>
                  <a:gd name="T3" fmla="*/ 8 h 3"/>
                  <a:gd name="T4" fmla="*/ 8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3"/>
                      <a:pt x="2" y="3"/>
                      <a:pt x="1" y="2"/>
                    </a:cubicBezTo>
                    <a:cubicBezTo>
                      <a:pt x="0" y="0"/>
                      <a:pt x="1" y="2"/>
                      <a:pt x="2" y="2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10" name="Freeform 1862">
                <a:extLst>
                  <a:ext uri="{FF2B5EF4-FFF2-40B4-BE49-F238E27FC236}">
                    <a16:creationId xmlns:a16="http://schemas.microsoft.com/office/drawing/2014/main" id="{8D002BFE-5FDC-4C8E-9029-C13E8AD12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128"/>
                <a:ext cx="8" cy="5"/>
              </a:xfrm>
              <a:custGeom>
                <a:avLst/>
                <a:gdLst>
                  <a:gd name="T0" fmla="*/ 21 w 5"/>
                  <a:gd name="T1" fmla="*/ 13 h 3"/>
                  <a:gd name="T2" fmla="*/ 0 w 5"/>
                  <a:gd name="T3" fmla="*/ 8 h 3"/>
                  <a:gd name="T4" fmla="*/ 8 w 5"/>
                  <a:gd name="T5" fmla="*/ 0 h 3"/>
                  <a:gd name="T6" fmla="*/ 5 w 5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2" y="3"/>
                      <a:pt x="0" y="2"/>
                    </a:cubicBezTo>
                    <a:cubicBezTo>
                      <a:pt x="1" y="2"/>
                      <a:pt x="1" y="0"/>
                      <a:pt x="2" y="0"/>
                    </a:cubicBezTo>
                    <a:cubicBezTo>
                      <a:pt x="3" y="2"/>
                      <a:pt x="0" y="3"/>
                      <a:pt x="1" y="3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11" name="Freeform 1863">
                <a:extLst>
                  <a:ext uri="{FF2B5EF4-FFF2-40B4-BE49-F238E27FC236}">
                    <a16:creationId xmlns:a16="http://schemas.microsoft.com/office/drawing/2014/main" id="{6D6C048F-5225-454F-B6FB-FEF57C578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2173"/>
                <a:ext cx="6" cy="10"/>
              </a:xfrm>
              <a:custGeom>
                <a:avLst/>
                <a:gdLst>
                  <a:gd name="T0" fmla="*/ 8 w 4"/>
                  <a:gd name="T1" fmla="*/ 20 h 6"/>
                  <a:gd name="T2" fmla="*/ 12 w 4"/>
                  <a:gd name="T3" fmla="*/ 0 h 6"/>
                  <a:gd name="T4" fmla="*/ 5 w 4"/>
                  <a:gd name="T5" fmla="*/ 28 h 6"/>
                  <a:gd name="T6" fmla="*/ 14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2" y="1"/>
                      <a:pt x="0" y="0"/>
                      <a:pt x="3" y="0"/>
                    </a:cubicBezTo>
                    <a:cubicBezTo>
                      <a:pt x="3" y="3"/>
                      <a:pt x="3" y="3"/>
                      <a:pt x="1" y="6"/>
                    </a:cubicBezTo>
                    <a:cubicBezTo>
                      <a:pt x="0" y="2"/>
                      <a:pt x="2" y="1"/>
                      <a:pt x="4" y="0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12" name="Freeform 1864">
                <a:extLst>
                  <a:ext uri="{FF2B5EF4-FFF2-40B4-BE49-F238E27FC236}">
                    <a16:creationId xmlns:a16="http://schemas.microsoft.com/office/drawing/2014/main" id="{ADB38050-6E1E-4BE1-ADBD-8FA374206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206"/>
                <a:ext cx="6" cy="8"/>
              </a:xfrm>
              <a:custGeom>
                <a:avLst/>
                <a:gdLst>
                  <a:gd name="T0" fmla="*/ 0 w 4"/>
                  <a:gd name="T1" fmla="*/ 21 h 5"/>
                  <a:gd name="T2" fmla="*/ 8 w 4"/>
                  <a:gd name="T3" fmla="*/ 0 h 5"/>
                  <a:gd name="T4" fmla="*/ 0 w 4"/>
                  <a:gd name="T5" fmla="*/ 21 h 5"/>
                  <a:gd name="T6" fmla="*/ 14 w 4"/>
                  <a:gd name="T7" fmla="*/ 0 h 5"/>
                  <a:gd name="T8" fmla="*/ 5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2"/>
                      <a:pt x="3" y="3"/>
                      <a:pt x="2" y="0"/>
                    </a:cubicBezTo>
                    <a:cubicBezTo>
                      <a:pt x="1" y="1"/>
                      <a:pt x="1" y="4"/>
                      <a:pt x="0" y="5"/>
                    </a:cubicBezTo>
                    <a:cubicBezTo>
                      <a:pt x="3" y="3"/>
                      <a:pt x="3" y="2"/>
                      <a:pt x="4" y="0"/>
                    </a:cubicBezTo>
                    <a:cubicBezTo>
                      <a:pt x="2" y="0"/>
                      <a:pt x="2" y="3"/>
                      <a:pt x="1" y="5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13" name="Freeform 1865">
                <a:extLst>
                  <a:ext uri="{FF2B5EF4-FFF2-40B4-BE49-F238E27FC236}">
                    <a16:creationId xmlns:a16="http://schemas.microsoft.com/office/drawing/2014/main" id="{0E59F12F-BA04-41A7-9CB7-F9883F7A8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231"/>
                <a:ext cx="6" cy="7"/>
              </a:xfrm>
              <a:custGeom>
                <a:avLst/>
                <a:gdLst>
                  <a:gd name="T0" fmla="*/ 14 w 4"/>
                  <a:gd name="T1" fmla="*/ 21 h 4"/>
                  <a:gd name="T2" fmla="*/ 0 w 4"/>
                  <a:gd name="T3" fmla="*/ 0 h 4"/>
                  <a:gd name="T4" fmla="*/ 8 w 4"/>
                  <a:gd name="T5" fmla="*/ 7 h 4"/>
                  <a:gd name="T6" fmla="*/ 5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2"/>
                      <a:pt x="0" y="2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14" name="Freeform 1866">
                <a:extLst>
                  <a:ext uri="{FF2B5EF4-FFF2-40B4-BE49-F238E27FC236}">
                    <a16:creationId xmlns:a16="http://schemas.microsoft.com/office/drawing/2014/main" id="{460E9AD8-C902-474B-AE65-5E9192604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279"/>
                <a:ext cx="8" cy="12"/>
              </a:xfrm>
              <a:custGeom>
                <a:avLst/>
                <a:gdLst>
                  <a:gd name="T0" fmla="*/ 16 w 5"/>
                  <a:gd name="T1" fmla="*/ 15 h 7"/>
                  <a:gd name="T2" fmla="*/ 8 w 5"/>
                  <a:gd name="T3" fmla="*/ 36 h 7"/>
                  <a:gd name="T4" fmla="*/ 21 w 5"/>
                  <a:gd name="T5" fmla="*/ 5 h 7"/>
                  <a:gd name="T6" fmla="*/ 5 w 5"/>
                  <a:gd name="T7" fmla="*/ 3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3" y="4"/>
                      <a:pt x="2" y="6"/>
                      <a:pt x="2" y="7"/>
                    </a:cubicBezTo>
                    <a:cubicBezTo>
                      <a:pt x="4" y="6"/>
                      <a:pt x="5" y="5"/>
                      <a:pt x="5" y="1"/>
                    </a:cubicBezTo>
                    <a:cubicBezTo>
                      <a:pt x="1" y="0"/>
                      <a:pt x="0" y="2"/>
                      <a:pt x="1" y="7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15" name="Freeform 1867">
                <a:extLst>
                  <a:ext uri="{FF2B5EF4-FFF2-40B4-BE49-F238E27FC236}">
                    <a16:creationId xmlns:a16="http://schemas.microsoft.com/office/drawing/2014/main" id="{4D6D615B-8CB9-436B-9851-13AE69CAF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344"/>
                <a:ext cx="7" cy="15"/>
              </a:xfrm>
              <a:custGeom>
                <a:avLst/>
                <a:gdLst>
                  <a:gd name="T0" fmla="*/ 14 w 5"/>
                  <a:gd name="T1" fmla="*/ 20 h 9"/>
                  <a:gd name="T2" fmla="*/ 0 w 5"/>
                  <a:gd name="T3" fmla="*/ 28 h 9"/>
                  <a:gd name="T4" fmla="*/ 11 w 5"/>
                  <a:gd name="T5" fmla="*/ 0 h 9"/>
                  <a:gd name="T6" fmla="*/ 8 w 5"/>
                  <a:gd name="T7" fmla="*/ 4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5" y="4"/>
                    </a:moveTo>
                    <a:cubicBezTo>
                      <a:pt x="3" y="5"/>
                      <a:pt x="2" y="5"/>
                      <a:pt x="0" y="6"/>
                    </a:cubicBezTo>
                    <a:cubicBezTo>
                      <a:pt x="1" y="4"/>
                      <a:pt x="2" y="2"/>
                      <a:pt x="4" y="0"/>
                    </a:cubicBezTo>
                    <a:cubicBezTo>
                      <a:pt x="5" y="3"/>
                      <a:pt x="4" y="6"/>
                      <a:pt x="3" y="9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16" name="Freeform 1868">
                <a:extLst>
                  <a:ext uri="{FF2B5EF4-FFF2-40B4-BE49-F238E27FC236}">
                    <a16:creationId xmlns:a16="http://schemas.microsoft.com/office/drawing/2014/main" id="{CE525B79-A972-4B74-A286-DBC2B7DCA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246"/>
                <a:ext cx="8" cy="10"/>
              </a:xfrm>
              <a:custGeom>
                <a:avLst/>
                <a:gdLst>
                  <a:gd name="T0" fmla="*/ 0 w 5"/>
                  <a:gd name="T1" fmla="*/ 13 h 6"/>
                  <a:gd name="T2" fmla="*/ 16 w 5"/>
                  <a:gd name="T3" fmla="*/ 8 h 6"/>
                  <a:gd name="T4" fmla="*/ 13 w 5"/>
                  <a:gd name="T5" fmla="*/ 0 h 6"/>
                  <a:gd name="T6" fmla="*/ 0 w 5"/>
                  <a:gd name="T7" fmla="*/ 22 h 6"/>
                  <a:gd name="T8" fmla="*/ 21 w 5"/>
                  <a:gd name="T9" fmla="*/ 2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3"/>
                      <a:pt x="2" y="3"/>
                      <a:pt x="4" y="2"/>
                    </a:cubicBezTo>
                    <a:cubicBezTo>
                      <a:pt x="3" y="2"/>
                      <a:pt x="4" y="1"/>
                      <a:pt x="3" y="0"/>
                    </a:cubicBezTo>
                    <a:cubicBezTo>
                      <a:pt x="0" y="1"/>
                      <a:pt x="1" y="0"/>
                      <a:pt x="0" y="5"/>
                    </a:cubicBezTo>
                    <a:cubicBezTo>
                      <a:pt x="1" y="6"/>
                      <a:pt x="3" y="6"/>
                      <a:pt x="5" y="5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17" name="Freeform 1869">
                <a:extLst>
                  <a:ext uri="{FF2B5EF4-FFF2-40B4-BE49-F238E27FC236}">
                    <a16:creationId xmlns:a16="http://schemas.microsoft.com/office/drawing/2014/main" id="{E308AA6D-72AF-4039-982B-0F7FE00B3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294"/>
                <a:ext cx="11" cy="15"/>
              </a:xfrm>
              <a:custGeom>
                <a:avLst/>
                <a:gdLst>
                  <a:gd name="T0" fmla="*/ 22 w 7"/>
                  <a:gd name="T1" fmla="*/ 20 h 9"/>
                  <a:gd name="T2" fmla="*/ 8 w 7"/>
                  <a:gd name="T3" fmla="*/ 42 h 9"/>
                  <a:gd name="T4" fmla="*/ 27 w 7"/>
                  <a:gd name="T5" fmla="*/ 0 h 9"/>
                  <a:gd name="T6" fmla="*/ 14 w 7"/>
                  <a:gd name="T7" fmla="*/ 2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6" y="4"/>
                    </a:moveTo>
                    <a:cubicBezTo>
                      <a:pt x="3" y="5"/>
                      <a:pt x="0" y="6"/>
                      <a:pt x="2" y="9"/>
                    </a:cubicBezTo>
                    <a:cubicBezTo>
                      <a:pt x="5" y="7"/>
                      <a:pt x="7" y="4"/>
                      <a:pt x="7" y="0"/>
                    </a:cubicBezTo>
                    <a:cubicBezTo>
                      <a:pt x="3" y="0"/>
                      <a:pt x="4" y="3"/>
                      <a:pt x="4" y="6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18" name="Freeform 1870">
                <a:extLst>
                  <a:ext uri="{FF2B5EF4-FFF2-40B4-BE49-F238E27FC236}">
                    <a16:creationId xmlns:a16="http://schemas.microsoft.com/office/drawing/2014/main" id="{651AC5F6-BE37-49CD-BF22-4D2253313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374"/>
                <a:ext cx="11" cy="16"/>
              </a:xfrm>
              <a:custGeom>
                <a:avLst/>
                <a:gdLst>
                  <a:gd name="T0" fmla="*/ 27 w 7"/>
                  <a:gd name="T1" fmla="*/ 34 h 10"/>
                  <a:gd name="T2" fmla="*/ 20 w 7"/>
                  <a:gd name="T3" fmla="*/ 0 h 10"/>
                  <a:gd name="T4" fmla="*/ 13 w 7"/>
                  <a:gd name="T5" fmla="*/ 42 h 10"/>
                  <a:gd name="T6" fmla="*/ 5 w 7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7" y="8"/>
                    </a:moveTo>
                    <a:cubicBezTo>
                      <a:pt x="4" y="5"/>
                      <a:pt x="2" y="4"/>
                      <a:pt x="5" y="0"/>
                    </a:cubicBezTo>
                    <a:cubicBezTo>
                      <a:pt x="7" y="3"/>
                      <a:pt x="6" y="7"/>
                      <a:pt x="3" y="10"/>
                    </a:cubicBezTo>
                    <a:cubicBezTo>
                      <a:pt x="0" y="10"/>
                      <a:pt x="1" y="9"/>
                      <a:pt x="1" y="8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19" name="Freeform 1871">
                <a:extLst>
                  <a:ext uri="{FF2B5EF4-FFF2-40B4-BE49-F238E27FC236}">
                    <a16:creationId xmlns:a16="http://schemas.microsoft.com/office/drawing/2014/main" id="{2A7A54BD-0F5B-4DAE-9B52-A1EE9A887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211"/>
                <a:ext cx="6" cy="5"/>
              </a:xfrm>
              <a:custGeom>
                <a:avLst/>
                <a:gdLst>
                  <a:gd name="T0" fmla="*/ 12 w 4"/>
                  <a:gd name="T1" fmla="*/ 13 h 3"/>
                  <a:gd name="T2" fmla="*/ 0 w 4"/>
                  <a:gd name="T3" fmla="*/ 0 h 3"/>
                  <a:gd name="T4" fmla="*/ 14 w 4"/>
                  <a:gd name="T5" fmla="*/ 5 h 3"/>
                  <a:gd name="T6" fmla="*/ 0 w 4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2" y="0"/>
                      <a:pt x="2" y="0"/>
                      <a:pt x="4" y="1"/>
                    </a:cubicBezTo>
                    <a:cubicBezTo>
                      <a:pt x="2" y="2"/>
                      <a:pt x="1" y="2"/>
                      <a:pt x="0" y="3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20" name="Freeform 1872">
                <a:extLst>
                  <a:ext uri="{FF2B5EF4-FFF2-40B4-BE49-F238E27FC236}">
                    <a16:creationId xmlns:a16="http://schemas.microsoft.com/office/drawing/2014/main" id="{23068949-239C-454F-AD47-0C6160D16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352"/>
                <a:ext cx="9" cy="5"/>
              </a:xfrm>
              <a:custGeom>
                <a:avLst/>
                <a:gdLst>
                  <a:gd name="T0" fmla="*/ 21 w 6"/>
                  <a:gd name="T1" fmla="*/ 13 h 3"/>
                  <a:gd name="T2" fmla="*/ 12 w 6"/>
                  <a:gd name="T3" fmla="*/ 0 h 3"/>
                  <a:gd name="T4" fmla="*/ 12 w 6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4" y="1"/>
                      <a:pt x="0" y="3"/>
                      <a:pt x="3" y="0"/>
                    </a:cubicBezTo>
                    <a:cubicBezTo>
                      <a:pt x="4" y="1"/>
                      <a:pt x="3" y="3"/>
                      <a:pt x="3" y="3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21" name="Freeform 1873">
                <a:extLst>
                  <a:ext uri="{FF2B5EF4-FFF2-40B4-BE49-F238E27FC236}">
                    <a16:creationId xmlns:a16="http://schemas.microsoft.com/office/drawing/2014/main" id="{080193EA-33DA-484E-AD77-96F003B5A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309"/>
                <a:ext cx="6" cy="8"/>
              </a:xfrm>
              <a:custGeom>
                <a:avLst/>
                <a:gdLst>
                  <a:gd name="T0" fmla="*/ 12 w 4"/>
                  <a:gd name="T1" fmla="*/ 21 h 5"/>
                  <a:gd name="T2" fmla="*/ 14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22" name="Freeform 1874">
                <a:extLst>
                  <a:ext uri="{FF2B5EF4-FFF2-40B4-BE49-F238E27FC236}">
                    <a16:creationId xmlns:a16="http://schemas.microsoft.com/office/drawing/2014/main" id="{4AF7FFD5-1436-4420-B724-7D69C51A9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259"/>
                <a:ext cx="6" cy="5"/>
              </a:xfrm>
              <a:custGeom>
                <a:avLst/>
                <a:gdLst>
                  <a:gd name="T0" fmla="*/ 0 w 4"/>
                  <a:gd name="T1" fmla="*/ 13 h 3"/>
                  <a:gd name="T2" fmla="*/ 14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23" name="Freeform 1875">
                <a:extLst>
                  <a:ext uri="{FF2B5EF4-FFF2-40B4-BE49-F238E27FC236}">
                    <a16:creationId xmlns:a16="http://schemas.microsoft.com/office/drawing/2014/main" id="{61E3CC4D-0F0D-497B-ADF0-47859A319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178"/>
                <a:ext cx="3" cy="5"/>
              </a:xfrm>
              <a:custGeom>
                <a:avLst/>
                <a:gdLst>
                  <a:gd name="T0" fmla="*/ 0 w 2"/>
                  <a:gd name="T1" fmla="*/ 5 h 3"/>
                  <a:gd name="T2" fmla="*/ 8 w 2"/>
                  <a:gd name="T3" fmla="*/ 5 h 3"/>
                  <a:gd name="T4" fmla="*/ 5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0"/>
                      <a:pt x="2" y="1"/>
                    </a:cubicBezTo>
                    <a:cubicBezTo>
                      <a:pt x="1" y="3"/>
                      <a:pt x="1" y="1"/>
                      <a:pt x="1" y="1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24" name="Freeform 1876">
                <a:extLst>
                  <a:ext uri="{FF2B5EF4-FFF2-40B4-BE49-F238E27FC236}">
                    <a16:creationId xmlns:a16="http://schemas.microsoft.com/office/drawing/2014/main" id="{BA0BE4F1-B7C8-486A-B8E5-165CD7956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87"/>
                <a:ext cx="7" cy="5"/>
              </a:xfrm>
              <a:custGeom>
                <a:avLst/>
                <a:gdLst>
                  <a:gd name="T0" fmla="*/ 0 w 4"/>
                  <a:gd name="T1" fmla="*/ 13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25" name="Freeform 1877">
                <a:extLst>
                  <a:ext uri="{FF2B5EF4-FFF2-40B4-BE49-F238E27FC236}">
                    <a16:creationId xmlns:a16="http://schemas.microsoft.com/office/drawing/2014/main" id="{92C25881-AAD4-4DFF-B9E2-F51F79CE2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972"/>
                <a:ext cx="5" cy="7"/>
              </a:xfrm>
              <a:custGeom>
                <a:avLst/>
                <a:gdLst>
                  <a:gd name="T0" fmla="*/ 0 w 3"/>
                  <a:gd name="T1" fmla="*/ 21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26" name="Freeform 1878">
                <a:extLst>
                  <a:ext uri="{FF2B5EF4-FFF2-40B4-BE49-F238E27FC236}">
                    <a16:creationId xmlns:a16="http://schemas.microsoft.com/office/drawing/2014/main" id="{141EA657-FD96-481C-9180-6A0FD0BA4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340"/>
                <a:ext cx="7" cy="7"/>
              </a:xfrm>
              <a:custGeom>
                <a:avLst/>
                <a:gdLst>
                  <a:gd name="T0" fmla="*/ 16 w 4"/>
                  <a:gd name="T1" fmla="*/ 21 h 4"/>
                  <a:gd name="T2" fmla="*/ 7 w 4"/>
                  <a:gd name="T3" fmla="*/ 12 h 4"/>
                  <a:gd name="T4" fmla="*/ 2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3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27" name="Freeform 1879">
                <a:extLst>
                  <a:ext uri="{FF2B5EF4-FFF2-40B4-BE49-F238E27FC236}">
                    <a16:creationId xmlns:a16="http://schemas.microsoft.com/office/drawing/2014/main" id="{8AC3B8AB-BA1C-48A6-A89D-F0CEFAE03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370"/>
                <a:ext cx="3" cy="7"/>
              </a:xfrm>
              <a:custGeom>
                <a:avLst/>
                <a:gdLst>
                  <a:gd name="T0" fmla="*/ 5 w 2"/>
                  <a:gd name="T1" fmla="*/ 21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28" name="Freeform 1880">
                <a:extLst>
                  <a:ext uri="{FF2B5EF4-FFF2-40B4-BE49-F238E27FC236}">
                    <a16:creationId xmlns:a16="http://schemas.microsoft.com/office/drawing/2014/main" id="{0E9F26EB-9B53-4103-9939-00A07ED3C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319"/>
                <a:ext cx="5" cy="6"/>
              </a:xfrm>
              <a:custGeom>
                <a:avLst/>
                <a:gdLst>
                  <a:gd name="T0" fmla="*/ 0 w 3"/>
                  <a:gd name="T1" fmla="*/ 14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29" name="Freeform 1881">
                <a:extLst>
                  <a:ext uri="{FF2B5EF4-FFF2-40B4-BE49-F238E27FC236}">
                    <a16:creationId xmlns:a16="http://schemas.microsoft.com/office/drawing/2014/main" id="{BF2D5D40-B1DB-4F4F-9D55-037724138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198"/>
                <a:ext cx="5" cy="6"/>
              </a:xfrm>
              <a:custGeom>
                <a:avLst/>
                <a:gdLst>
                  <a:gd name="T0" fmla="*/ 0 w 3"/>
                  <a:gd name="T1" fmla="*/ 14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30" name="Freeform 1882">
                <a:extLst>
                  <a:ext uri="{FF2B5EF4-FFF2-40B4-BE49-F238E27FC236}">
                    <a16:creationId xmlns:a16="http://schemas.microsoft.com/office/drawing/2014/main" id="{BC9D31EE-6780-4400-A55E-BF2E7CB83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102"/>
                <a:ext cx="34" cy="16"/>
              </a:xfrm>
              <a:custGeom>
                <a:avLst/>
                <a:gdLst>
                  <a:gd name="T0" fmla="*/ 0 w 22"/>
                  <a:gd name="T1" fmla="*/ 42 h 10"/>
                  <a:gd name="T2" fmla="*/ 82 w 2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10"/>
                    </a:moveTo>
                    <a:cubicBezTo>
                      <a:pt x="7" y="8"/>
                      <a:pt x="18" y="6"/>
                      <a:pt x="22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31" name="Freeform 1883">
                <a:extLst>
                  <a:ext uri="{FF2B5EF4-FFF2-40B4-BE49-F238E27FC236}">
                    <a16:creationId xmlns:a16="http://schemas.microsoft.com/office/drawing/2014/main" id="{C05FD063-D9EA-48B1-93F8-A550360FF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115"/>
                <a:ext cx="37" cy="25"/>
              </a:xfrm>
              <a:custGeom>
                <a:avLst/>
                <a:gdLst>
                  <a:gd name="T0" fmla="*/ 0 w 24"/>
                  <a:gd name="T1" fmla="*/ 70 h 15"/>
                  <a:gd name="T2" fmla="*/ 88 w 2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5">
                    <a:moveTo>
                      <a:pt x="0" y="15"/>
                    </a:moveTo>
                    <a:cubicBezTo>
                      <a:pt x="7" y="7"/>
                      <a:pt x="17" y="9"/>
                      <a:pt x="24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32" name="Freeform 1884">
                <a:extLst>
                  <a:ext uri="{FF2B5EF4-FFF2-40B4-BE49-F238E27FC236}">
                    <a16:creationId xmlns:a16="http://schemas.microsoft.com/office/drawing/2014/main" id="{21C916A5-C9B0-422D-9B82-8B77E6DC8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098"/>
                <a:ext cx="23" cy="10"/>
              </a:xfrm>
              <a:custGeom>
                <a:avLst/>
                <a:gdLst>
                  <a:gd name="T0" fmla="*/ 0 w 15"/>
                  <a:gd name="T1" fmla="*/ 5 h 6"/>
                  <a:gd name="T2" fmla="*/ 54 w 1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">
                    <a:moveTo>
                      <a:pt x="0" y="1"/>
                    </a:moveTo>
                    <a:cubicBezTo>
                      <a:pt x="2" y="6"/>
                      <a:pt x="10" y="1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33" name="Freeform 1885">
                <a:extLst>
                  <a:ext uri="{FF2B5EF4-FFF2-40B4-BE49-F238E27FC236}">
                    <a16:creationId xmlns:a16="http://schemas.microsoft.com/office/drawing/2014/main" id="{37F41D19-594D-43E4-B148-2C3DD1494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140"/>
                <a:ext cx="19" cy="13"/>
              </a:xfrm>
              <a:custGeom>
                <a:avLst/>
                <a:gdLst>
                  <a:gd name="T0" fmla="*/ 0 w 12"/>
                  <a:gd name="T1" fmla="*/ 34 h 8"/>
                  <a:gd name="T2" fmla="*/ 48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5" y="7"/>
                      <a:pt x="8" y="3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34" name="Freeform 1886">
                <a:extLst>
                  <a:ext uri="{FF2B5EF4-FFF2-40B4-BE49-F238E27FC236}">
                    <a16:creationId xmlns:a16="http://schemas.microsoft.com/office/drawing/2014/main" id="{A0BEB5EB-C283-4209-860A-BC1E3EB65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136"/>
                <a:ext cx="11" cy="15"/>
              </a:xfrm>
              <a:custGeom>
                <a:avLst/>
                <a:gdLst>
                  <a:gd name="T0" fmla="*/ 0 w 7"/>
                  <a:gd name="T1" fmla="*/ 42 h 9"/>
                  <a:gd name="T2" fmla="*/ 27 w 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1" y="5"/>
                      <a:pt x="4" y="2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35" name="Freeform 1887">
                <a:extLst>
                  <a:ext uri="{FF2B5EF4-FFF2-40B4-BE49-F238E27FC236}">
                    <a16:creationId xmlns:a16="http://schemas.microsoft.com/office/drawing/2014/main" id="{37F3853F-EF83-4703-B5F2-10FDE6154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161"/>
                <a:ext cx="13" cy="20"/>
              </a:xfrm>
              <a:custGeom>
                <a:avLst/>
                <a:gdLst>
                  <a:gd name="T0" fmla="*/ 34 w 8"/>
                  <a:gd name="T1" fmla="*/ 0 h 12"/>
                  <a:gd name="T2" fmla="*/ 0 w 8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8" y="0"/>
                    </a:moveTo>
                    <a:cubicBezTo>
                      <a:pt x="7" y="5"/>
                      <a:pt x="4" y="9"/>
                      <a:pt x="0" y="1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36" name="Freeform 1888">
                <a:extLst>
                  <a:ext uri="{FF2B5EF4-FFF2-40B4-BE49-F238E27FC236}">
                    <a16:creationId xmlns:a16="http://schemas.microsoft.com/office/drawing/2014/main" id="{E92C4FA5-611F-4A5C-BB84-9E13CC428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176"/>
                <a:ext cx="32" cy="25"/>
              </a:xfrm>
              <a:custGeom>
                <a:avLst/>
                <a:gdLst>
                  <a:gd name="T0" fmla="*/ 0 w 20"/>
                  <a:gd name="T1" fmla="*/ 70 h 15"/>
                  <a:gd name="T2" fmla="*/ 82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0" y="15"/>
                    </a:moveTo>
                    <a:cubicBezTo>
                      <a:pt x="7" y="12"/>
                      <a:pt x="16" y="7"/>
                      <a:pt x="20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37" name="Freeform 1889">
                <a:extLst>
                  <a:ext uri="{FF2B5EF4-FFF2-40B4-BE49-F238E27FC236}">
                    <a16:creationId xmlns:a16="http://schemas.microsoft.com/office/drawing/2014/main" id="{29B4D6CF-BFEC-48A6-AC3B-1A5520DA5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365"/>
                <a:ext cx="13" cy="5"/>
              </a:xfrm>
              <a:custGeom>
                <a:avLst/>
                <a:gdLst>
                  <a:gd name="T0" fmla="*/ 0 w 8"/>
                  <a:gd name="T1" fmla="*/ 13 h 3"/>
                  <a:gd name="T2" fmla="*/ 34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2" y="2"/>
                      <a:pt x="5" y="1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38" name="Freeform 1890">
                <a:extLst>
                  <a:ext uri="{FF2B5EF4-FFF2-40B4-BE49-F238E27FC236}">
                    <a16:creationId xmlns:a16="http://schemas.microsoft.com/office/drawing/2014/main" id="{C708D1BF-7276-4B3C-8508-38C30FCF6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352"/>
                <a:ext cx="23" cy="30"/>
              </a:xfrm>
              <a:custGeom>
                <a:avLst/>
                <a:gdLst>
                  <a:gd name="T0" fmla="*/ 0 w 15"/>
                  <a:gd name="T1" fmla="*/ 83 h 18"/>
                  <a:gd name="T2" fmla="*/ 49 w 15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0" y="18"/>
                    </a:moveTo>
                    <a:cubicBezTo>
                      <a:pt x="5" y="13"/>
                      <a:pt x="15" y="7"/>
                      <a:pt x="14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39" name="Freeform 1891">
                <a:extLst>
                  <a:ext uri="{FF2B5EF4-FFF2-40B4-BE49-F238E27FC236}">
                    <a16:creationId xmlns:a16="http://schemas.microsoft.com/office/drawing/2014/main" id="{F57ECD86-9B27-4B37-B866-D52763C8F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289"/>
                <a:ext cx="14" cy="22"/>
              </a:xfrm>
              <a:custGeom>
                <a:avLst/>
                <a:gdLst>
                  <a:gd name="T0" fmla="*/ 0 w 9"/>
                  <a:gd name="T1" fmla="*/ 63 h 13"/>
                  <a:gd name="T2" fmla="*/ 34 w 9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3">
                    <a:moveTo>
                      <a:pt x="0" y="13"/>
                    </a:moveTo>
                    <a:cubicBezTo>
                      <a:pt x="4" y="10"/>
                      <a:pt x="9" y="5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40" name="Freeform 1892">
                <a:extLst>
                  <a:ext uri="{FF2B5EF4-FFF2-40B4-BE49-F238E27FC236}">
                    <a16:creationId xmlns:a16="http://schemas.microsoft.com/office/drawing/2014/main" id="{D70E1FB4-0109-46ED-AB58-8BC44EAAC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281"/>
                <a:ext cx="18" cy="26"/>
              </a:xfrm>
              <a:custGeom>
                <a:avLst/>
                <a:gdLst>
                  <a:gd name="T0" fmla="*/ 14 w 12"/>
                  <a:gd name="T1" fmla="*/ 0 h 16"/>
                  <a:gd name="T2" fmla="*/ 0 w 12"/>
                  <a:gd name="T3" fmla="*/ 6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2" y="6"/>
                      <a:pt x="7" y="12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41" name="Freeform 1893">
                <a:extLst>
                  <a:ext uri="{FF2B5EF4-FFF2-40B4-BE49-F238E27FC236}">
                    <a16:creationId xmlns:a16="http://schemas.microsoft.com/office/drawing/2014/main" id="{683413D4-42F8-47F3-9800-C77A67904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264"/>
                <a:ext cx="6" cy="15"/>
              </a:xfrm>
              <a:custGeom>
                <a:avLst/>
                <a:gdLst>
                  <a:gd name="T0" fmla="*/ 14 w 4"/>
                  <a:gd name="T1" fmla="*/ 0 h 9"/>
                  <a:gd name="T2" fmla="*/ 0 w 4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4" y="4"/>
                      <a:pt x="3" y="7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42" name="Freeform 1894">
                <a:extLst>
                  <a:ext uri="{FF2B5EF4-FFF2-40B4-BE49-F238E27FC236}">
                    <a16:creationId xmlns:a16="http://schemas.microsoft.com/office/drawing/2014/main" id="{F3EA8D59-F78F-4593-92C7-D58B2E898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243"/>
                <a:ext cx="20" cy="26"/>
              </a:xfrm>
              <a:custGeom>
                <a:avLst/>
                <a:gdLst>
                  <a:gd name="T0" fmla="*/ 43 w 13"/>
                  <a:gd name="T1" fmla="*/ 0 h 16"/>
                  <a:gd name="T2" fmla="*/ 0 w 13"/>
                  <a:gd name="T3" fmla="*/ 6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12" y="0"/>
                    </a:moveTo>
                    <a:cubicBezTo>
                      <a:pt x="13" y="8"/>
                      <a:pt x="6" y="12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43" name="Freeform 1895">
                <a:extLst>
                  <a:ext uri="{FF2B5EF4-FFF2-40B4-BE49-F238E27FC236}">
                    <a16:creationId xmlns:a16="http://schemas.microsoft.com/office/drawing/2014/main" id="{C95E355C-D9C2-4047-A408-EEF417705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224"/>
                <a:ext cx="20" cy="17"/>
              </a:xfrm>
              <a:custGeom>
                <a:avLst/>
                <a:gdLst>
                  <a:gd name="T0" fmla="*/ 0 w 13"/>
                  <a:gd name="T1" fmla="*/ 29 h 10"/>
                  <a:gd name="T2" fmla="*/ 43 w 1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0" y="6"/>
                    </a:moveTo>
                    <a:cubicBezTo>
                      <a:pt x="5" y="10"/>
                      <a:pt x="13" y="4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44" name="Freeform 1896">
                <a:extLst>
                  <a:ext uri="{FF2B5EF4-FFF2-40B4-BE49-F238E27FC236}">
                    <a16:creationId xmlns:a16="http://schemas.microsoft.com/office/drawing/2014/main" id="{73E5BD26-9B76-4178-9844-5A3DC68DB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307"/>
                <a:ext cx="27" cy="20"/>
              </a:xfrm>
              <a:custGeom>
                <a:avLst/>
                <a:gdLst>
                  <a:gd name="T0" fmla="*/ 0 w 17"/>
                  <a:gd name="T1" fmla="*/ 42 h 12"/>
                  <a:gd name="T2" fmla="*/ 68 w 1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9"/>
                    </a:moveTo>
                    <a:cubicBezTo>
                      <a:pt x="6" y="12"/>
                      <a:pt x="13" y="5"/>
                      <a:pt x="17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45" name="Freeform 1897">
                <a:extLst>
                  <a:ext uri="{FF2B5EF4-FFF2-40B4-BE49-F238E27FC236}">
                    <a16:creationId xmlns:a16="http://schemas.microsoft.com/office/drawing/2014/main" id="{813DD6E8-6FCE-49F6-9EFE-383091B6C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389"/>
                <a:ext cx="40" cy="39"/>
              </a:xfrm>
              <a:custGeom>
                <a:avLst/>
                <a:gdLst>
                  <a:gd name="T0" fmla="*/ 0 w 26"/>
                  <a:gd name="T1" fmla="*/ 42 h 24"/>
                  <a:gd name="T2" fmla="*/ 80 w 26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4">
                    <a:moveTo>
                      <a:pt x="0" y="10"/>
                    </a:moveTo>
                    <a:cubicBezTo>
                      <a:pt x="5" y="24"/>
                      <a:pt x="26" y="11"/>
                      <a:pt x="22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46" name="Freeform 1898">
                <a:extLst>
                  <a:ext uri="{FF2B5EF4-FFF2-40B4-BE49-F238E27FC236}">
                    <a16:creationId xmlns:a16="http://schemas.microsoft.com/office/drawing/2014/main" id="{AA0A822F-44F4-4292-91F9-1134FB7AF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352"/>
                <a:ext cx="31" cy="27"/>
              </a:xfrm>
              <a:custGeom>
                <a:avLst/>
                <a:gdLst>
                  <a:gd name="T0" fmla="*/ 0 w 20"/>
                  <a:gd name="T1" fmla="*/ 78 h 16"/>
                  <a:gd name="T2" fmla="*/ 34 w 20"/>
                  <a:gd name="T3" fmla="*/ 24 h 16"/>
                  <a:gd name="T4" fmla="*/ 74 w 2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3" y="12"/>
                      <a:pt x="6" y="7"/>
                      <a:pt x="9" y="5"/>
                    </a:cubicBezTo>
                    <a:cubicBezTo>
                      <a:pt x="13" y="2"/>
                      <a:pt x="17" y="5"/>
                      <a:pt x="20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47" name="Freeform 1899">
                <a:extLst>
                  <a:ext uri="{FF2B5EF4-FFF2-40B4-BE49-F238E27FC236}">
                    <a16:creationId xmlns:a16="http://schemas.microsoft.com/office/drawing/2014/main" id="{F3F882EF-0382-48E5-9E2A-F63E75539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271"/>
                <a:ext cx="31" cy="13"/>
              </a:xfrm>
              <a:custGeom>
                <a:avLst/>
                <a:gdLst>
                  <a:gd name="T0" fmla="*/ 0 w 20"/>
                  <a:gd name="T1" fmla="*/ 13 h 8"/>
                  <a:gd name="T2" fmla="*/ 74 w 2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">
                    <a:moveTo>
                      <a:pt x="0" y="3"/>
                    </a:moveTo>
                    <a:cubicBezTo>
                      <a:pt x="6" y="8"/>
                      <a:pt x="14" y="5"/>
                      <a:pt x="20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48" name="Freeform 1900">
                <a:extLst>
                  <a:ext uri="{FF2B5EF4-FFF2-40B4-BE49-F238E27FC236}">
                    <a16:creationId xmlns:a16="http://schemas.microsoft.com/office/drawing/2014/main" id="{C4E9A72A-DA72-48B1-BC04-D3A8E4711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302"/>
                <a:ext cx="11" cy="5"/>
              </a:xfrm>
              <a:custGeom>
                <a:avLst/>
                <a:gdLst>
                  <a:gd name="T0" fmla="*/ 0 w 7"/>
                  <a:gd name="T1" fmla="*/ 5 h 3"/>
                  <a:gd name="T2" fmla="*/ 27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1"/>
                    </a:moveTo>
                    <a:cubicBezTo>
                      <a:pt x="2" y="3"/>
                      <a:pt x="4" y="2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49" name="Freeform 1901">
                <a:extLst>
                  <a:ext uri="{FF2B5EF4-FFF2-40B4-BE49-F238E27FC236}">
                    <a16:creationId xmlns:a16="http://schemas.microsoft.com/office/drawing/2014/main" id="{E83E2957-B157-41C7-9159-2EAF3DBF6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204"/>
                <a:ext cx="13" cy="20"/>
              </a:xfrm>
              <a:custGeom>
                <a:avLst/>
                <a:gdLst>
                  <a:gd name="T0" fmla="*/ 0 w 8"/>
                  <a:gd name="T1" fmla="*/ 55 h 12"/>
                  <a:gd name="T2" fmla="*/ 26 w 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cubicBezTo>
                      <a:pt x="4" y="9"/>
                      <a:pt x="8" y="4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50" name="Freeform 1902">
                <a:extLst>
                  <a:ext uri="{FF2B5EF4-FFF2-40B4-BE49-F238E27FC236}">
                    <a16:creationId xmlns:a16="http://schemas.microsoft.com/office/drawing/2014/main" id="{D3326C16-33D5-47C0-A1EA-A8E8B6365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377"/>
                <a:ext cx="12" cy="25"/>
              </a:xfrm>
              <a:custGeom>
                <a:avLst/>
                <a:gdLst>
                  <a:gd name="T0" fmla="*/ 0 w 8"/>
                  <a:gd name="T1" fmla="*/ 70 h 15"/>
                  <a:gd name="T2" fmla="*/ 21 w 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cubicBezTo>
                      <a:pt x="3" y="10"/>
                      <a:pt x="8" y="5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51" name="Freeform 1903">
                <a:extLst>
                  <a:ext uri="{FF2B5EF4-FFF2-40B4-BE49-F238E27FC236}">
                    <a16:creationId xmlns:a16="http://schemas.microsoft.com/office/drawing/2014/main" id="{FDDB54B0-AABF-47E1-B5B0-FF9E875A6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058"/>
                <a:ext cx="37" cy="17"/>
              </a:xfrm>
              <a:custGeom>
                <a:avLst/>
                <a:gdLst>
                  <a:gd name="T0" fmla="*/ 0 w 24"/>
                  <a:gd name="T1" fmla="*/ 49 h 10"/>
                  <a:gd name="T2" fmla="*/ 35 w 24"/>
                  <a:gd name="T3" fmla="*/ 9 h 10"/>
                  <a:gd name="T4" fmla="*/ 88 w 2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cubicBezTo>
                      <a:pt x="6" y="9"/>
                      <a:pt x="5" y="4"/>
                      <a:pt x="10" y="2"/>
                    </a:cubicBezTo>
                    <a:cubicBezTo>
                      <a:pt x="12" y="0"/>
                      <a:pt x="19" y="2"/>
                      <a:pt x="24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52" name="Freeform 1904">
                <a:extLst>
                  <a:ext uri="{FF2B5EF4-FFF2-40B4-BE49-F238E27FC236}">
                    <a16:creationId xmlns:a16="http://schemas.microsoft.com/office/drawing/2014/main" id="{26ED954D-F9E5-4AE5-B608-64FFB556A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042"/>
                <a:ext cx="33" cy="21"/>
              </a:xfrm>
              <a:custGeom>
                <a:avLst/>
                <a:gdLst>
                  <a:gd name="T0" fmla="*/ 0 w 21"/>
                  <a:gd name="T1" fmla="*/ 47 h 13"/>
                  <a:gd name="T2" fmla="*/ 82 w 2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3">
                    <a:moveTo>
                      <a:pt x="0" y="11"/>
                    </a:moveTo>
                    <a:cubicBezTo>
                      <a:pt x="7" y="13"/>
                      <a:pt x="19" y="8"/>
                      <a:pt x="21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53" name="Freeform 1905">
                <a:extLst>
                  <a:ext uri="{FF2B5EF4-FFF2-40B4-BE49-F238E27FC236}">
                    <a16:creationId xmlns:a16="http://schemas.microsoft.com/office/drawing/2014/main" id="{58B47C28-15B5-48B9-911D-F48A4E3D7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039"/>
                <a:ext cx="9" cy="16"/>
              </a:xfrm>
              <a:custGeom>
                <a:avLst/>
                <a:gdLst>
                  <a:gd name="T0" fmla="*/ 8 w 6"/>
                  <a:gd name="T1" fmla="*/ 5 h 10"/>
                  <a:gd name="T2" fmla="*/ 21 w 6"/>
                  <a:gd name="T3" fmla="*/ 8 h 10"/>
                  <a:gd name="T4" fmla="*/ 0 w 6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5" y="5"/>
                      <a:pt x="3" y="8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54" name="Freeform 1906">
                <a:extLst>
                  <a:ext uri="{FF2B5EF4-FFF2-40B4-BE49-F238E27FC236}">
                    <a16:creationId xmlns:a16="http://schemas.microsoft.com/office/drawing/2014/main" id="{68C258C1-CEEF-448B-8A18-45D64F308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014"/>
                <a:ext cx="24" cy="18"/>
              </a:xfrm>
              <a:custGeom>
                <a:avLst/>
                <a:gdLst>
                  <a:gd name="T0" fmla="*/ 0 w 15"/>
                  <a:gd name="T1" fmla="*/ 47 h 11"/>
                  <a:gd name="T2" fmla="*/ 61 w 1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0" y="11"/>
                    </a:moveTo>
                    <a:cubicBezTo>
                      <a:pt x="6" y="10"/>
                      <a:pt x="11" y="5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55" name="Freeform 1907">
                <a:extLst>
                  <a:ext uri="{FF2B5EF4-FFF2-40B4-BE49-F238E27FC236}">
                    <a16:creationId xmlns:a16="http://schemas.microsoft.com/office/drawing/2014/main" id="{1509A93E-EEA9-4DE2-A092-E3760063B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010"/>
                <a:ext cx="48" cy="17"/>
              </a:xfrm>
              <a:custGeom>
                <a:avLst/>
                <a:gdLst>
                  <a:gd name="T0" fmla="*/ 0 w 31"/>
                  <a:gd name="T1" fmla="*/ 34 h 10"/>
                  <a:gd name="T2" fmla="*/ 115 w 3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0">
                    <a:moveTo>
                      <a:pt x="0" y="7"/>
                    </a:moveTo>
                    <a:cubicBezTo>
                      <a:pt x="10" y="10"/>
                      <a:pt x="22" y="6"/>
                      <a:pt x="31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56" name="Freeform 1908">
                <a:extLst>
                  <a:ext uri="{FF2B5EF4-FFF2-40B4-BE49-F238E27FC236}">
                    <a16:creationId xmlns:a16="http://schemas.microsoft.com/office/drawing/2014/main" id="{8584E9F6-5255-420B-AE1E-5CBC911C3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012"/>
                <a:ext cx="12" cy="15"/>
              </a:xfrm>
              <a:custGeom>
                <a:avLst/>
                <a:gdLst>
                  <a:gd name="T0" fmla="*/ 26 w 8"/>
                  <a:gd name="T1" fmla="*/ 0 h 9"/>
                  <a:gd name="T2" fmla="*/ 26 w 8"/>
                  <a:gd name="T3" fmla="*/ 28 h 9"/>
                  <a:gd name="T4" fmla="*/ 0 w 8"/>
                  <a:gd name="T5" fmla="*/ 4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0"/>
                    </a:moveTo>
                    <a:cubicBezTo>
                      <a:pt x="8" y="2"/>
                      <a:pt x="8" y="4"/>
                      <a:pt x="7" y="6"/>
                    </a:cubicBezTo>
                    <a:cubicBezTo>
                      <a:pt x="5" y="6"/>
                      <a:pt x="2" y="8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57" name="Freeform 1909">
                <a:extLst>
                  <a:ext uri="{FF2B5EF4-FFF2-40B4-BE49-F238E27FC236}">
                    <a16:creationId xmlns:a16="http://schemas.microsoft.com/office/drawing/2014/main" id="{5C26AC35-CD41-4DE4-B96D-53608105D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000"/>
                <a:ext cx="28" cy="7"/>
              </a:xfrm>
              <a:custGeom>
                <a:avLst/>
                <a:gdLst>
                  <a:gd name="T0" fmla="*/ 0 w 18"/>
                  <a:gd name="T1" fmla="*/ 16 h 4"/>
                  <a:gd name="T2" fmla="*/ 68 w 1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6" y="4"/>
                      <a:pt x="12" y="2"/>
                      <a:pt x="1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58" name="Freeform 1910">
                <a:extLst>
                  <a:ext uri="{FF2B5EF4-FFF2-40B4-BE49-F238E27FC236}">
                    <a16:creationId xmlns:a16="http://schemas.microsoft.com/office/drawing/2014/main" id="{FDE2EA60-03A5-4392-B13D-25C803891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1976"/>
                <a:ext cx="63" cy="28"/>
              </a:xfrm>
              <a:custGeom>
                <a:avLst/>
                <a:gdLst>
                  <a:gd name="T0" fmla="*/ 0 w 41"/>
                  <a:gd name="T1" fmla="*/ 68 h 17"/>
                  <a:gd name="T2" fmla="*/ 66 w 41"/>
                  <a:gd name="T3" fmla="*/ 33 h 17"/>
                  <a:gd name="T4" fmla="*/ 149 w 4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7">
                    <a:moveTo>
                      <a:pt x="0" y="15"/>
                    </a:moveTo>
                    <a:cubicBezTo>
                      <a:pt x="7" y="17"/>
                      <a:pt x="12" y="10"/>
                      <a:pt x="18" y="7"/>
                    </a:cubicBezTo>
                    <a:cubicBezTo>
                      <a:pt x="26" y="5"/>
                      <a:pt x="34" y="6"/>
                      <a:pt x="41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59" name="Freeform 1911">
                <a:extLst>
                  <a:ext uri="{FF2B5EF4-FFF2-40B4-BE49-F238E27FC236}">
                    <a16:creationId xmlns:a16="http://schemas.microsoft.com/office/drawing/2014/main" id="{1708AD4B-0FA9-4927-9DB2-1F8CCD934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6" y="1961"/>
                <a:ext cx="19" cy="29"/>
              </a:xfrm>
              <a:custGeom>
                <a:avLst/>
                <a:gdLst>
                  <a:gd name="T0" fmla="*/ 48 w 12"/>
                  <a:gd name="T1" fmla="*/ 0 h 18"/>
                  <a:gd name="T2" fmla="*/ 0 w 12"/>
                  <a:gd name="T3" fmla="*/ 7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0" y="7"/>
                      <a:pt x="8" y="16"/>
                      <a:pt x="0" y="18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60" name="Freeform 1912">
                <a:extLst>
                  <a:ext uri="{FF2B5EF4-FFF2-40B4-BE49-F238E27FC236}">
                    <a16:creationId xmlns:a16="http://schemas.microsoft.com/office/drawing/2014/main" id="{B61EF7BC-C236-455F-8475-2EC3EA039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1969"/>
                <a:ext cx="18" cy="21"/>
              </a:xfrm>
              <a:custGeom>
                <a:avLst/>
                <a:gdLst>
                  <a:gd name="T0" fmla="*/ 41 w 12"/>
                  <a:gd name="T1" fmla="*/ 0 h 13"/>
                  <a:gd name="T2" fmla="*/ 0 w 12"/>
                  <a:gd name="T3" fmla="*/ 5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cubicBezTo>
                      <a:pt x="10" y="6"/>
                      <a:pt x="7" y="13"/>
                      <a:pt x="0" y="1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61" name="Freeform 1913">
                <a:extLst>
                  <a:ext uri="{FF2B5EF4-FFF2-40B4-BE49-F238E27FC236}">
                    <a16:creationId xmlns:a16="http://schemas.microsoft.com/office/drawing/2014/main" id="{AFA50BCD-47BF-4680-8EAE-3D5C6A38D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1939"/>
                <a:ext cx="21" cy="15"/>
              </a:xfrm>
              <a:custGeom>
                <a:avLst/>
                <a:gdLst>
                  <a:gd name="T0" fmla="*/ 48 w 14"/>
                  <a:gd name="T1" fmla="*/ 0 h 9"/>
                  <a:gd name="T2" fmla="*/ 0 w 14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14" y="0"/>
                    </a:moveTo>
                    <a:cubicBezTo>
                      <a:pt x="11" y="5"/>
                      <a:pt x="5" y="8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62" name="Freeform 1914">
                <a:extLst>
                  <a:ext uri="{FF2B5EF4-FFF2-40B4-BE49-F238E27FC236}">
                    <a16:creationId xmlns:a16="http://schemas.microsoft.com/office/drawing/2014/main" id="{C228998B-2512-416B-95F7-0FED840CB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1976"/>
                <a:ext cx="22" cy="18"/>
              </a:xfrm>
              <a:custGeom>
                <a:avLst/>
                <a:gdLst>
                  <a:gd name="T0" fmla="*/ 55 w 14"/>
                  <a:gd name="T1" fmla="*/ 0 h 11"/>
                  <a:gd name="T2" fmla="*/ 0 w 14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cubicBezTo>
                      <a:pt x="11" y="5"/>
                      <a:pt x="6" y="10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63" name="Freeform 1915">
                <a:extLst>
                  <a:ext uri="{FF2B5EF4-FFF2-40B4-BE49-F238E27FC236}">
                    <a16:creationId xmlns:a16="http://schemas.microsoft.com/office/drawing/2014/main" id="{529BC2AD-BD21-4F0B-9097-CFAEFB69A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1924"/>
                <a:ext cx="11" cy="12"/>
              </a:xfrm>
              <a:custGeom>
                <a:avLst/>
                <a:gdLst>
                  <a:gd name="T0" fmla="*/ 0 w 7"/>
                  <a:gd name="T1" fmla="*/ 36 h 7"/>
                  <a:gd name="T2" fmla="*/ 27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3" y="5"/>
                      <a:pt x="6" y="3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64" name="Freeform 1916">
                <a:extLst>
                  <a:ext uri="{FF2B5EF4-FFF2-40B4-BE49-F238E27FC236}">
                    <a16:creationId xmlns:a16="http://schemas.microsoft.com/office/drawing/2014/main" id="{57085F8D-E972-4CCB-BFD1-7CE2F692F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976"/>
                <a:ext cx="28" cy="23"/>
              </a:xfrm>
              <a:custGeom>
                <a:avLst/>
                <a:gdLst>
                  <a:gd name="T0" fmla="*/ 68 w 18"/>
                  <a:gd name="T1" fmla="*/ 0 h 14"/>
                  <a:gd name="T2" fmla="*/ 0 w 18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18" y="0"/>
                    </a:moveTo>
                    <a:cubicBezTo>
                      <a:pt x="16" y="9"/>
                      <a:pt x="8" y="12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65" name="Freeform 1917">
                <a:extLst>
                  <a:ext uri="{FF2B5EF4-FFF2-40B4-BE49-F238E27FC236}">
                    <a16:creationId xmlns:a16="http://schemas.microsoft.com/office/drawing/2014/main" id="{97BAFC28-849C-4EDA-BA64-8F8882416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551"/>
                <a:ext cx="1" cy="25"/>
              </a:xfrm>
              <a:custGeom>
                <a:avLst/>
                <a:gdLst>
                  <a:gd name="T0" fmla="*/ 1 w 1"/>
                  <a:gd name="T1" fmla="*/ 0 h 15"/>
                  <a:gd name="T2" fmla="*/ 0 w 1"/>
                  <a:gd name="T3" fmla="*/ 7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0" y="4"/>
                      <a:pt x="0" y="11"/>
                      <a:pt x="0" y="15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66" name="Freeform 1918">
                <a:extLst>
                  <a:ext uri="{FF2B5EF4-FFF2-40B4-BE49-F238E27FC236}">
                    <a16:creationId xmlns:a16="http://schemas.microsoft.com/office/drawing/2014/main" id="{50067F8A-3492-4CFC-A118-89A40BEBD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470"/>
                <a:ext cx="63" cy="74"/>
              </a:xfrm>
              <a:custGeom>
                <a:avLst/>
                <a:gdLst>
                  <a:gd name="T0" fmla="*/ 0 w 41"/>
                  <a:gd name="T1" fmla="*/ 186 h 45"/>
                  <a:gd name="T2" fmla="*/ 26 w 41"/>
                  <a:gd name="T3" fmla="*/ 35 h 45"/>
                  <a:gd name="T4" fmla="*/ 52 w 41"/>
                  <a:gd name="T5" fmla="*/ 5 h 45"/>
                  <a:gd name="T6" fmla="*/ 80 w 41"/>
                  <a:gd name="T7" fmla="*/ 35 h 45"/>
                  <a:gd name="T8" fmla="*/ 128 w 41"/>
                  <a:gd name="T9" fmla="*/ 125 h 45"/>
                  <a:gd name="T10" fmla="*/ 135 w 41"/>
                  <a:gd name="T11" fmla="*/ 179 h 45"/>
                  <a:gd name="T12" fmla="*/ 97 w 41"/>
                  <a:gd name="T13" fmla="*/ 186 h 45"/>
                  <a:gd name="T14" fmla="*/ 35 w 41"/>
                  <a:gd name="T15" fmla="*/ 201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45">
                    <a:moveTo>
                      <a:pt x="0" y="42"/>
                    </a:moveTo>
                    <a:cubicBezTo>
                      <a:pt x="5" y="32"/>
                      <a:pt x="2" y="19"/>
                      <a:pt x="7" y="8"/>
                    </a:cubicBezTo>
                    <a:cubicBezTo>
                      <a:pt x="8" y="5"/>
                      <a:pt x="10" y="2"/>
                      <a:pt x="14" y="1"/>
                    </a:cubicBezTo>
                    <a:cubicBezTo>
                      <a:pt x="19" y="0"/>
                      <a:pt x="20" y="4"/>
                      <a:pt x="22" y="8"/>
                    </a:cubicBezTo>
                    <a:cubicBezTo>
                      <a:pt x="25" y="15"/>
                      <a:pt x="30" y="21"/>
                      <a:pt x="35" y="28"/>
                    </a:cubicBezTo>
                    <a:cubicBezTo>
                      <a:pt x="37" y="31"/>
                      <a:pt x="41" y="36"/>
                      <a:pt x="37" y="40"/>
                    </a:cubicBezTo>
                    <a:cubicBezTo>
                      <a:pt x="35" y="42"/>
                      <a:pt x="30" y="42"/>
                      <a:pt x="27" y="42"/>
                    </a:cubicBezTo>
                    <a:cubicBezTo>
                      <a:pt x="22" y="42"/>
                      <a:pt x="15" y="42"/>
                      <a:pt x="10" y="45"/>
                    </a:cubicBezTo>
                  </a:path>
                </a:pathLst>
              </a:custGeom>
              <a:solidFill>
                <a:srgbClr val="3C2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67" name="Freeform 1919">
                <a:extLst>
                  <a:ext uri="{FF2B5EF4-FFF2-40B4-BE49-F238E27FC236}">
                    <a16:creationId xmlns:a16="http://schemas.microsoft.com/office/drawing/2014/main" id="{9FC53485-8A82-41D7-BF7B-633359AB2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505"/>
                <a:ext cx="21" cy="28"/>
              </a:xfrm>
              <a:custGeom>
                <a:avLst/>
                <a:gdLst>
                  <a:gd name="T0" fmla="*/ 0 w 13"/>
                  <a:gd name="T1" fmla="*/ 0 h 17"/>
                  <a:gd name="T2" fmla="*/ 55 w 13"/>
                  <a:gd name="T3" fmla="*/ 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0" y="0"/>
                    </a:moveTo>
                    <a:cubicBezTo>
                      <a:pt x="6" y="3"/>
                      <a:pt x="7" y="16"/>
                      <a:pt x="13" y="17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68" name="Freeform 1920">
                <a:extLst>
                  <a:ext uri="{FF2B5EF4-FFF2-40B4-BE49-F238E27FC236}">
                    <a16:creationId xmlns:a16="http://schemas.microsoft.com/office/drawing/2014/main" id="{A8CC4B70-D67A-4C3B-85F2-0EDC79C5B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496"/>
                <a:ext cx="24" cy="17"/>
              </a:xfrm>
              <a:custGeom>
                <a:avLst/>
                <a:gdLst>
                  <a:gd name="T0" fmla="*/ 0 w 16"/>
                  <a:gd name="T1" fmla="*/ 49 h 10"/>
                  <a:gd name="T2" fmla="*/ 54 w 1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0" y="10"/>
                    </a:moveTo>
                    <a:cubicBezTo>
                      <a:pt x="3" y="5"/>
                      <a:pt x="10" y="0"/>
                      <a:pt x="16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69" name="Freeform 1921">
                <a:extLst>
                  <a:ext uri="{FF2B5EF4-FFF2-40B4-BE49-F238E27FC236}">
                    <a16:creationId xmlns:a16="http://schemas.microsoft.com/office/drawing/2014/main" id="{3E004767-E864-492F-8057-615EBC279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360"/>
                <a:ext cx="22" cy="32"/>
              </a:xfrm>
              <a:custGeom>
                <a:avLst/>
                <a:gdLst>
                  <a:gd name="T0" fmla="*/ 0 w 14"/>
                  <a:gd name="T1" fmla="*/ 91 h 19"/>
                  <a:gd name="T2" fmla="*/ 55 w 14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0" y="19"/>
                    </a:moveTo>
                    <a:cubicBezTo>
                      <a:pt x="1" y="9"/>
                      <a:pt x="8" y="7"/>
                      <a:pt x="14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70" name="Line 1922">
                <a:extLst>
                  <a:ext uri="{FF2B5EF4-FFF2-40B4-BE49-F238E27FC236}">
                    <a16:creationId xmlns:a16="http://schemas.microsoft.com/office/drawing/2014/main" id="{154E2454-BE5B-4043-A634-62CA96C33B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58" y="2228"/>
                <a:ext cx="1" cy="31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71" name="Line 1923">
                <a:extLst>
                  <a:ext uri="{FF2B5EF4-FFF2-40B4-BE49-F238E27FC236}">
                    <a16:creationId xmlns:a16="http://schemas.microsoft.com/office/drawing/2014/main" id="{AABF44BE-EF5A-4B0F-B64C-BA79BF18CC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8" y="2224"/>
                <a:ext cx="1" cy="35"/>
              </a:xfrm>
              <a:prstGeom prst="line">
                <a:avLst/>
              </a:prstGeom>
              <a:noFill/>
              <a:ln w="9525">
                <a:solidFill>
                  <a:srgbClr val="F29B7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72" name="Line 1924">
                <a:extLst>
                  <a:ext uri="{FF2B5EF4-FFF2-40B4-BE49-F238E27FC236}">
                    <a16:creationId xmlns:a16="http://schemas.microsoft.com/office/drawing/2014/main" id="{CBA7B181-10BF-4E19-A91E-12EB548FFD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10" y="2355"/>
                <a:ext cx="1" cy="130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73" name="Line 1925">
                <a:extLst>
                  <a:ext uri="{FF2B5EF4-FFF2-40B4-BE49-F238E27FC236}">
                    <a16:creationId xmlns:a16="http://schemas.microsoft.com/office/drawing/2014/main" id="{8B540016-FB70-4427-8A24-0CBB7D736E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9" y="2352"/>
                <a:ext cx="1" cy="129"/>
              </a:xfrm>
              <a:prstGeom prst="line">
                <a:avLst/>
              </a:prstGeom>
              <a:noFill/>
              <a:ln w="9525">
                <a:solidFill>
                  <a:srgbClr val="F6C24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74" name="Line 1926">
                <a:extLst>
                  <a:ext uri="{FF2B5EF4-FFF2-40B4-BE49-F238E27FC236}">
                    <a16:creationId xmlns:a16="http://schemas.microsoft.com/office/drawing/2014/main" id="{5532B696-69A1-4473-88DC-77196AB6E6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41" y="2947"/>
                <a:ext cx="1" cy="279"/>
              </a:xfrm>
              <a:prstGeom prst="line">
                <a:avLst/>
              </a:prstGeom>
              <a:noFill/>
              <a:ln w="9525">
                <a:solidFill>
                  <a:srgbClr val="DBB1C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75" name="Line 1927">
                <a:extLst>
                  <a:ext uri="{FF2B5EF4-FFF2-40B4-BE49-F238E27FC236}">
                    <a16:creationId xmlns:a16="http://schemas.microsoft.com/office/drawing/2014/main" id="{A1236935-FF8A-43C6-B51B-487E9D3BC2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41" y="2810"/>
                <a:ext cx="1" cy="134"/>
              </a:xfrm>
              <a:prstGeom prst="line">
                <a:avLst/>
              </a:prstGeom>
              <a:noFill/>
              <a:ln w="9525">
                <a:solidFill>
                  <a:srgbClr val="A9393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76" name="Freeform 1928">
                <a:extLst>
                  <a:ext uri="{FF2B5EF4-FFF2-40B4-BE49-F238E27FC236}">
                    <a16:creationId xmlns:a16="http://schemas.microsoft.com/office/drawing/2014/main" id="{A850F170-1362-431D-939D-ACD143B38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257"/>
                <a:ext cx="17" cy="40"/>
              </a:xfrm>
              <a:custGeom>
                <a:avLst/>
                <a:gdLst>
                  <a:gd name="T0" fmla="*/ 0 w 11"/>
                  <a:gd name="T1" fmla="*/ 0 h 24"/>
                  <a:gd name="T2" fmla="*/ 40 w 11"/>
                  <a:gd name="T3" fmla="*/ 11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4">
                    <a:moveTo>
                      <a:pt x="0" y="0"/>
                    </a:moveTo>
                    <a:cubicBezTo>
                      <a:pt x="4" y="9"/>
                      <a:pt x="9" y="21"/>
                      <a:pt x="11" y="24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77" name="Freeform 1929">
                <a:extLst>
                  <a:ext uri="{FF2B5EF4-FFF2-40B4-BE49-F238E27FC236}">
                    <a16:creationId xmlns:a16="http://schemas.microsoft.com/office/drawing/2014/main" id="{4BA37AF8-5C8D-4627-B8E5-E2B4CAF3A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233"/>
                <a:ext cx="22" cy="18"/>
              </a:xfrm>
              <a:custGeom>
                <a:avLst/>
                <a:gdLst>
                  <a:gd name="T0" fmla="*/ 0 w 14"/>
                  <a:gd name="T1" fmla="*/ 0 h 11"/>
                  <a:gd name="T2" fmla="*/ 55 w 14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4" y="3"/>
                      <a:pt x="10" y="8"/>
                      <a:pt x="14" y="11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78" name="Freeform 1930">
                <a:extLst>
                  <a:ext uri="{FF2B5EF4-FFF2-40B4-BE49-F238E27FC236}">
                    <a16:creationId xmlns:a16="http://schemas.microsoft.com/office/drawing/2014/main" id="{7BB6E3A8-1DE8-4056-83E2-07D557C6E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37"/>
                <a:ext cx="31" cy="30"/>
              </a:xfrm>
              <a:custGeom>
                <a:avLst/>
                <a:gdLst>
                  <a:gd name="T0" fmla="*/ 0 w 20"/>
                  <a:gd name="T1" fmla="*/ 0 h 18"/>
                  <a:gd name="T2" fmla="*/ 74 w 20"/>
                  <a:gd name="T3" fmla="*/ 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0" y="0"/>
                    </a:moveTo>
                    <a:cubicBezTo>
                      <a:pt x="8" y="4"/>
                      <a:pt x="15" y="10"/>
                      <a:pt x="20" y="18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79" name="Freeform 1931">
                <a:extLst>
                  <a:ext uri="{FF2B5EF4-FFF2-40B4-BE49-F238E27FC236}">
                    <a16:creationId xmlns:a16="http://schemas.microsoft.com/office/drawing/2014/main" id="{F1A17F64-C89F-4A28-A1EC-7D37BA886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481"/>
                <a:ext cx="29" cy="27"/>
              </a:xfrm>
              <a:custGeom>
                <a:avLst/>
                <a:gdLst>
                  <a:gd name="T0" fmla="*/ 0 w 19"/>
                  <a:gd name="T1" fmla="*/ 0 h 16"/>
                  <a:gd name="T2" fmla="*/ 67 w 19"/>
                  <a:gd name="T3" fmla="*/ 7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3" y="5"/>
                      <a:pt x="14" y="16"/>
                      <a:pt x="19" y="15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80" name="Freeform 1932">
                <a:extLst>
                  <a:ext uri="{FF2B5EF4-FFF2-40B4-BE49-F238E27FC236}">
                    <a16:creationId xmlns:a16="http://schemas.microsoft.com/office/drawing/2014/main" id="{405EABC6-6B21-4EB7-BCC3-185626B0B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402"/>
                <a:ext cx="17" cy="78"/>
              </a:xfrm>
              <a:custGeom>
                <a:avLst/>
                <a:gdLst>
                  <a:gd name="T0" fmla="*/ 19 w 11"/>
                  <a:gd name="T1" fmla="*/ 214 h 47"/>
                  <a:gd name="T2" fmla="*/ 40 w 11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7">
                    <a:moveTo>
                      <a:pt x="5" y="47"/>
                    </a:moveTo>
                    <a:cubicBezTo>
                      <a:pt x="0" y="31"/>
                      <a:pt x="10" y="16"/>
                      <a:pt x="11" y="0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81" name="Freeform 1933">
                <a:extLst>
                  <a:ext uri="{FF2B5EF4-FFF2-40B4-BE49-F238E27FC236}">
                    <a16:creationId xmlns:a16="http://schemas.microsoft.com/office/drawing/2014/main" id="{3C27C828-E4BC-4307-844B-604518787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722"/>
                <a:ext cx="19" cy="3"/>
              </a:xfrm>
              <a:custGeom>
                <a:avLst/>
                <a:gdLst>
                  <a:gd name="T0" fmla="*/ 0 w 12"/>
                  <a:gd name="T1" fmla="*/ 0 h 2"/>
                  <a:gd name="T2" fmla="*/ 48 w 1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0"/>
                      <a:pt x="8" y="0"/>
                      <a:pt x="12" y="2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82" name="Freeform 1934">
                <a:extLst>
                  <a:ext uri="{FF2B5EF4-FFF2-40B4-BE49-F238E27FC236}">
                    <a16:creationId xmlns:a16="http://schemas.microsoft.com/office/drawing/2014/main" id="{75D51304-D6F3-4D17-82DC-E445AD749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626"/>
                <a:ext cx="17" cy="15"/>
              </a:xfrm>
              <a:custGeom>
                <a:avLst/>
                <a:gdLst>
                  <a:gd name="T0" fmla="*/ 0 w 11"/>
                  <a:gd name="T1" fmla="*/ 0 h 9"/>
                  <a:gd name="T2" fmla="*/ 40 w 11"/>
                  <a:gd name="T3" fmla="*/ 3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4" y="5"/>
                      <a:pt x="8" y="9"/>
                      <a:pt x="11" y="8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83" name="Freeform 1935">
                <a:extLst>
                  <a:ext uri="{FF2B5EF4-FFF2-40B4-BE49-F238E27FC236}">
                    <a16:creationId xmlns:a16="http://schemas.microsoft.com/office/drawing/2014/main" id="{9FE51B03-BB6C-4CFE-96A7-6C6E925C3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3074"/>
                <a:ext cx="25" cy="14"/>
              </a:xfrm>
              <a:custGeom>
                <a:avLst/>
                <a:gdLst>
                  <a:gd name="T0" fmla="*/ 0 w 16"/>
                  <a:gd name="T1" fmla="*/ 34 h 9"/>
                  <a:gd name="T2" fmla="*/ 61 w 1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">
                    <a:moveTo>
                      <a:pt x="0" y="9"/>
                    </a:moveTo>
                    <a:cubicBezTo>
                      <a:pt x="7" y="8"/>
                      <a:pt x="13" y="6"/>
                      <a:pt x="16" y="0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84" name="Freeform 1936">
                <a:extLst>
                  <a:ext uri="{FF2B5EF4-FFF2-40B4-BE49-F238E27FC236}">
                    <a16:creationId xmlns:a16="http://schemas.microsoft.com/office/drawing/2014/main" id="{9F512196-13F0-40A4-AAB0-F6E23CDAF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2135"/>
                <a:ext cx="13" cy="26"/>
              </a:xfrm>
              <a:custGeom>
                <a:avLst/>
                <a:gdLst>
                  <a:gd name="T0" fmla="*/ 0 w 8"/>
                  <a:gd name="T1" fmla="*/ 0 h 16"/>
                  <a:gd name="T2" fmla="*/ 29 w 8"/>
                  <a:gd name="T3" fmla="*/ 6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cubicBezTo>
                      <a:pt x="4" y="5"/>
                      <a:pt x="8" y="10"/>
                      <a:pt x="7" y="16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85" name="Freeform 1937">
                <a:extLst>
                  <a:ext uri="{FF2B5EF4-FFF2-40B4-BE49-F238E27FC236}">
                    <a16:creationId xmlns:a16="http://schemas.microsoft.com/office/drawing/2014/main" id="{57A926AA-8B16-424B-821A-9369BF418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534"/>
                <a:ext cx="3" cy="37"/>
              </a:xfrm>
              <a:custGeom>
                <a:avLst/>
                <a:gdLst>
                  <a:gd name="T0" fmla="*/ 5 w 2"/>
                  <a:gd name="T1" fmla="*/ 104 h 22"/>
                  <a:gd name="T2" fmla="*/ 8 w 2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2">
                    <a:moveTo>
                      <a:pt x="1" y="22"/>
                    </a:moveTo>
                    <a:cubicBezTo>
                      <a:pt x="1" y="14"/>
                      <a:pt x="0" y="7"/>
                      <a:pt x="2" y="0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86" name="Freeform 1938">
                <a:extLst>
                  <a:ext uri="{FF2B5EF4-FFF2-40B4-BE49-F238E27FC236}">
                    <a16:creationId xmlns:a16="http://schemas.microsoft.com/office/drawing/2014/main" id="{4464348A-2FCA-497F-A3AE-51D32156F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704"/>
                <a:ext cx="24" cy="20"/>
              </a:xfrm>
              <a:custGeom>
                <a:avLst/>
                <a:gdLst>
                  <a:gd name="T0" fmla="*/ 0 w 15"/>
                  <a:gd name="T1" fmla="*/ 55 h 12"/>
                  <a:gd name="T2" fmla="*/ 61 w 1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0" y="12"/>
                    </a:moveTo>
                    <a:cubicBezTo>
                      <a:pt x="4" y="6"/>
                      <a:pt x="10" y="4"/>
                      <a:pt x="15" y="0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87" name="Freeform 1939">
                <a:extLst>
                  <a:ext uri="{FF2B5EF4-FFF2-40B4-BE49-F238E27FC236}">
                    <a16:creationId xmlns:a16="http://schemas.microsoft.com/office/drawing/2014/main" id="{FBDA4EFC-DA6D-431D-870E-B38E5A401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612"/>
                <a:ext cx="32" cy="62"/>
              </a:xfrm>
              <a:custGeom>
                <a:avLst/>
                <a:gdLst>
                  <a:gd name="T0" fmla="*/ 0 w 21"/>
                  <a:gd name="T1" fmla="*/ 174 h 37"/>
                  <a:gd name="T2" fmla="*/ 56 w 21"/>
                  <a:gd name="T3" fmla="*/ 90 h 37"/>
                  <a:gd name="T4" fmla="*/ 75 w 21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7">
                    <a:moveTo>
                      <a:pt x="0" y="37"/>
                    </a:moveTo>
                    <a:cubicBezTo>
                      <a:pt x="2" y="29"/>
                      <a:pt x="12" y="27"/>
                      <a:pt x="16" y="19"/>
                    </a:cubicBezTo>
                    <a:cubicBezTo>
                      <a:pt x="19" y="14"/>
                      <a:pt x="20" y="6"/>
                      <a:pt x="21" y="0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88" name="Freeform 1940">
                <a:extLst>
                  <a:ext uri="{FF2B5EF4-FFF2-40B4-BE49-F238E27FC236}">
                    <a16:creationId xmlns:a16="http://schemas.microsoft.com/office/drawing/2014/main" id="{4DDD6E49-1891-4B13-BDFC-D11A7FD09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594"/>
                <a:ext cx="29" cy="10"/>
              </a:xfrm>
              <a:custGeom>
                <a:avLst/>
                <a:gdLst>
                  <a:gd name="T0" fmla="*/ 0 w 19"/>
                  <a:gd name="T1" fmla="*/ 28 h 6"/>
                  <a:gd name="T2" fmla="*/ 67 w 19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6" y="0"/>
                      <a:pt x="12" y="4"/>
                      <a:pt x="19" y="4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89" name="Freeform 1941">
                <a:extLst>
                  <a:ext uri="{FF2B5EF4-FFF2-40B4-BE49-F238E27FC236}">
                    <a16:creationId xmlns:a16="http://schemas.microsoft.com/office/drawing/2014/main" id="{B5F7D9E0-01E6-48B0-9BA4-9ECFC8B5A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677"/>
                <a:ext cx="3" cy="33"/>
              </a:xfrm>
              <a:custGeom>
                <a:avLst/>
                <a:gdLst>
                  <a:gd name="T0" fmla="*/ 5 w 2"/>
                  <a:gd name="T1" fmla="*/ 89 h 20"/>
                  <a:gd name="T2" fmla="*/ 8 w 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0">
                    <a:moveTo>
                      <a:pt x="1" y="20"/>
                    </a:moveTo>
                    <a:cubicBezTo>
                      <a:pt x="1" y="14"/>
                      <a:pt x="0" y="4"/>
                      <a:pt x="2" y="0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90" name="Freeform 1942">
                <a:extLst>
                  <a:ext uri="{FF2B5EF4-FFF2-40B4-BE49-F238E27FC236}">
                    <a16:creationId xmlns:a16="http://schemas.microsoft.com/office/drawing/2014/main" id="{0EFE264F-7440-46FD-A005-0B3026819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632"/>
                <a:ext cx="8" cy="57"/>
              </a:xfrm>
              <a:custGeom>
                <a:avLst/>
                <a:gdLst>
                  <a:gd name="T0" fmla="*/ 5 w 5"/>
                  <a:gd name="T1" fmla="*/ 0 h 34"/>
                  <a:gd name="T2" fmla="*/ 16 w 5"/>
                  <a:gd name="T3" fmla="*/ 84 h 34"/>
                  <a:gd name="T4" fmla="*/ 0 w 5"/>
                  <a:gd name="T5" fmla="*/ 16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4">
                    <a:moveTo>
                      <a:pt x="1" y="0"/>
                    </a:moveTo>
                    <a:cubicBezTo>
                      <a:pt x="1" y="7"/>
                      <a:pt x="3" y="12"/>
                      <a:pt x="4" y="18"/>
                    </a:cubicBezTo>
                    <a:cubicBezTo>
                      <a:pt x="5" y="25"/>
                      <a:pt x="3" y="29"/>
                      <a:pt x="0" y="34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91" name="Freeform 1943">
                <a:extLst>
                  <a:ext uri="{FF2B5EF4-FFF2-40B4-BE49-F238E27FC236}">
                    <a16:creationId xmlns:a16="http://schemas.microsoft.com/office/drawing/2014/main" id="{5A48352D-0196-408B-9518-34BD8C661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589"/>
                <a:ext cx="8" cy="27"/>
              </a:xfrm>
              <a:custGeom>
                <a:avLst/>
                <a:gdLst>
                  <a:gd name="T0" fmla="*/ 21 w 5"/>
                  <a:gd name="T1" fmla="*/ 78 h 16"/>
                  <a:gd name="T2" fmla="*/ 5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1" y="11"/>
                      <a:pt x="0" y="4"/>
                      <a:pt x="1" y="0"/>
                    </a:cubicBezTo>
                  </a:path>
                </a:pathLst>
              </a:custGeom>
              <a:noFill/>
              <a:ln w="14288" cap="flat">
                <a:solidFill>
                  <a:srgbClr val="6CA3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92" name="Freeform 1944">
                <a:extLst>
                  <a:ext uri="{FF2B5EF4-FFF2-40B4-BE49-F238E27FC236}">
                    <a16:creationId xmlns:a16="http://schemas.microsoft.com/office/drawing/2014/main" id="{7C8020E2-58D6-4104-82AC-05275FB26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289"/>
                <a:ext cx="16" cy="43"/>
              </a:xfrm>
              <a:custGeom>
                <a:avLst/>
                <a:gdLst>
                  <a:gd name="T0" fmla="*/ 0 w 10"/>
                  <a:gd name="T1" fmla="*/ 0 h 26"/>
                  <a:gd name="T2" fmla="*/ 42 w 10"/>
                  <a:gd name="T3" fmla="*/ 117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3" y="9"/>
                      <a:pt x="3" y="20"/>
                      <a:pt x="10" y="26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93" name="Freeform 1945">
                <a:extLst>
                  <a:ext uri="{FF2B5EF4-FFF2-40B4-BE49-F238E27FC236}">
                    <a16:creationId xmlns:a16="http://schemas.microsoft.com/office/drawing/2014/main" id="{B6081E1C-7751-49FB-9F43-B61B49E92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2221"/>
                <a:ext cx="26" cy="33"/>
              </a:xfrm>
              <a:custGeom>
                <a:avLst/>
                <a:gdLst>
                  <a:gd name="T0" fmla="*/ 0 w 17"/>
                  <a:gd name="T1" fmla="*/ 0 h 20"/>
                  <a:gd name="T2" fmla="*/ 14 w 17"/>
                  <a:gd name="T3" fmla="*/ 20 h 20"/>
                  <a:gd name="T4" fmla="*/ 61 w 17"/>
                  <a:gd name="T5" fmla="*/ 8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0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9" y="8"/>
                      <a:pt x="13" y="14"/>
                      <a:pt x="17" y="2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94" name="Freeform 1946">
                <a:extLst>
                  <a:ext uri="{FF2B5EF4-FFF2-40B4-BE49-F238E27FC236}">
                    <a16:creationId xmlns:a16="http://schemas.microsoft.com/office/drawing/2014/main" id="{9DF30543-6A70-4698-8D74-540DD6C3A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203"/>
                <a:ext cx="20" cy="33"/>
              </a:xfrm>
              <a:custGeom>
                <a:avLst/>
                <a:gdLst>
                  <a:gd name="T0" fmla="*/ 48 w 13"/>
                  <a:gd name="T1" fmla="*/ 89 h 20"/>
                  <a:gd name="T2" fmla="*/ 0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13" y="20"/>
                    </a:moveTo>
                    <a:cubicBezTo>
                      <a:pt x="8" y="11"/>
                      <a:pt x="4" y="6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95" name="Freeform 1947">
                <a:extLst>
                  <a:ext uri="{FF2B5EF4-FFF2-40B4-BE49-F238E27FC236}">
                    <a16:creationId xmlns:a16="http://schemas.microsoft.com/office/drawing/2014/main" id="{5779E314-F75A-489B-9DC0-8BEB17BBE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143"/>
                <a:ext cx="14" cy="45"/>
              </a:xfrm>
              <a:custGeom>
                <a:avLst/>
                <a:gdLst>
                  <a:gd name="T0" fmla="*/ 0 w 9"/>
                  <a:gd name="T1" fmla="*/ 0 h 27"/>
                  <a:gd name="T2" fmla="*/ 34 w 9"/>
                  <a:gd name="T3" fmla="*/ 12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7">
                    <a:moveTo>
                      <a:pt x="0" y="0"/>
                    </a:moveTo>
                    <a:cubicBezTo>
                      <a:pt x="1" y="10"/>
                      <a:pt x="5" y="19"/>
                      <a:pt x="9" y="27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96" name="Freeform 1948">
                <a:extLst>
                  <a:ext uri="{FF2B5EF4-FFF2-40B4-BE49-F238E27FC236}">
                    <a16:creationId xmlns:a16="http://schemas.microsoft.com/office/drawing/2014/main" id="{8A41E155-A151-4CA5-91FB-1014596EB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128"/>
                <a:ext cx="3" cy="45"/>
              </a:xfrm>
              <a:custGeom>
                <a:avLst/>
                <a:gdLst>
                  <a:gd name="T0" fmla="*/ 5 w 2"/>
                  <a:gd name="T1" fmla="*/ 125 h 27"/>
                  <a:gd name="T2" fmla="*/ 0 w 2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7">
                    <a:moveTo>
                      <a:pt x="1" y="27"/>
                    </a:moveTo>
                    <a:cubicBezTo>
                      <a:pt x="0" y="16"/>
                      <a:pt x="2" y="9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97" name="Freeform 1949">
                <a:extLst>
                  <a:ext uri="{FF2B5EF4-FFF2-40B4-BE49-F238E27FC236}">
                    <a16:creationId xmlns:a16="http://schemas.microsoft.com/office/drawing/2014/main" id="{8A11AE21-BADB-4B72-9A41-B57932C28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2107"/>
                <a:ext cx="14" cy="29"/>
              </a:xfrm>
              <a:custGeom>
                <a:avLst/>
                <a:gdLst>
                  <a:gd name="T0" fmla="*/ 34 w 9"/>
                  <a:gd name="T1" fmla="*/ 76 h 18"/>
                  <a:gd name="T2" fmla="*/ 0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6" y="14"/>
                      <a:pt x="2" y="6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98" name="Freeform 1950">
                <a:extLst>
                  <a:ext uri="{FF2B5EF4-FFF2-40B4-BE49-F238E27FC236}">
                    <a16:creationId xmlns:a16="http://schemas.microsoft.com/office/drawing/2014/main" id="{5C999F5C-64BB-415A-89C2-7CD14B000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2098"/>
                <a:ext cx="3" cy="23"/>
              </a:xfrm>
              <a:custGeom>
                <a:avLst/>
                <a:gdLst>
                  <a:gd name="T0" fmla="*/ 0 w 2"/>
                  <a:gd name="T1" fmla="*/ 62 h 14"/>
                  <a:gd name="T2" fmla="*/ 8 w 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14"/>
                    </a:moveTo>
                    <a:cubicBezTo>
                      <a:pt x="2" y="7"/>
                      <a:pt x="2" y="6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99" name="Freeform 1951">
                <a:extLst>
                  <a:ext uri="{FF2B5EF4-FFF2-40B4-BE49-F238E27FC236}">
                    <a16:creationId xmlns:a16="http://schemas.microsoft.com/office/drawing/2014/main" id="{6D4752B3-728B-4FE8-BF7D-FEE7EBE1E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9" y="2088"/>
                <a:ext cx="9" cy="27"/>
              </a:xfrm>
              <a:custGeom>
                <a:avLst/>
                <a:gdLst>
                  <a:gd name="T0" fmla="*/ 21 w 6"/>
                  <a:gd name="T1" fmla="*/ 78 h 16"/>
                  <a:gd name="T2" fmla="*/ 0 w 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6" y="16"/>
                    </a:moveTo>
                    <a:cubicBezTo>
                      <a:pt x="0" y="12"/>
                      <a:pt x="0" y="6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00" name="Freeform 1952">
                <a:extLst>
                  <a:ext uri="{FF2B5EF4-FFF2-40B4-BE49-F238E27FC236}">
                    <a16:creationId xmlns:a16="http://schemas.microsoft.com/office/drawing/2014/main" id="{3DBB0CB5-7038-452D-A7E6-94FB5DE24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7" y="2113"/>
                <a:ext cx="19" cy="108"/>
              </a:xfrm>
              <a:custGeom>
                <a:avLst/>
                <a:gdLst>
                  <a:gd name="T0" fmla="*/ 16 w 12"/>
                  <a:gd name="T1" fmla="*/ 297 h 65"/>
                  <a:gd name="T2" fmla="*/ 40 w 12"/>
                  <a:gd name="T3" fmla="*/ 55 h 65"/>
                  <a:gd name="T4" fmla="*/ 48 w 12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5">
                    <a:moveTo>
                      <a:pt x="4" y="65"/>
                    </a:moveTo>
                    <a:cubicBezTo>
                      <a:pt x="0" y="48"/>
                      <a:pt x="6" y="28"/>
                      <a:pt x="10" y="12"/>
                    </a:cubicBezTo>
                    <a:cubicBezTo>
                      <a:pt x="11" y="8"/>
                      <a:pt x="12" y="4"/>
                      <a:pt x="12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01" name="Freeform 1953">
                <a:extLst>
                  <a:ext uri="{FF2B5EF4-FFF2-40B4-BE49-F238E27FC236}">
                    <a16:creationId xmlns:a16="http://schemas.microsoft.com/office/drawing/2014/main" id="{A99D744C-EFC3-4DC0-A3D0-5FA6BAA41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2121"/>
                <a:ext cx="39" cy="88"/>
              </a:xfrm>
              <a:custGeom>
                <a:avLst/>
                <a:gdLst>
                  <a:gd name="T0" fmla="*/ 95 w 25"/>
                  <a:gd name="T1" fmla="*/ 242 h 53"/>
                  <a:gd name="T2" fmla="*/ 27 w 25"/>
                  <a:gd name="T3" fmla="*/ 138 h 53"/>
                  <a:gd name="T4" fmla="*/ 12 w 25"/>
                  <a:gd name="T5" fmla="*/ 22 h 53"/>
                  <a:gd name="T6" fmla="*/ 0 w 25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3">
                    <a:moveTo>
                      <a:pt x="25" y="53"/>
                    </a:moveTo>
                    <a:cubicBezTo>
                      <a:pt x="18" y="47"/>
                      <a:pt x="11" y="38"/>
                      <a:pt x="7" y="30"/>
                    </a:cubicBezTo>
                    <a:cubicBezTo>
                      <a:pt x="4" y="21"/>
                      <a:pt x="6" y="13"/>
                      <a:pt x="3" y="5"/>
                    </a:cubicBez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02" name="Freeform 1954">
                <a:extLst>
                  <a:ext uri="{FF2B5EF4-FFF2-40B4-BE49-F238E27FC236}">
                    <a16:creationId xmlns:a16="http://schemas.microsoft.com/office/drawing/2014/main" id="{781D2632-198E-4445-B62B-071F0A2F0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307"/>
                <a:ext cx="60" cy="68"/>
              </a:xfrm>
              <a:custGeom>
                <a:avLst/>
                <a:gdLst>
                  <a:gd name="T0" fmla="*/ 0 w 39"/>
                  <a:gd name="T1" fmla="*/ 0 h 41"/>
                  <a:gd name="T2" fmla="*/ 74 w 39"/>
                  <a:gd name="T3" fmla="*/ 76 h 41"/>
                  <a:gd name="T4" fmla="*/ 142 w 39"/>
                  <a:gd name="T5" fmla="*/ 187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0" y="0"/>
                    </a:moveTo>
                    <a:cubicBezTo>
                      <a:pt x="6" y="6"/>
                      <a:pt x="12" y="10"/>
                      <a:pt x="20" y="17"/>
                    </a:cubicBezTo>
                    <a:cubicBezTo>
                      <a:pt x="27" y="23"/>
                      <a:pt x="33" y="33"/>
                      <a:pt x="39" y="41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03" name="Freeform 1955">
                <a:extLst>
                  <a:ext uri="{FF2B5EF4-FFF2-40B4-BE49-F238E27FC236}">
                    <a16:creationId xmlns:a16="http://schemas.microsoft.com/office/drawing/2014/main" id="{7BE0077C-B9ED-4F19-A892-F2D49C185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307"/>
                <a:ext cx="13" cy="35"/>
              </a:xfrm>
              <a:custGeom>
                <a:avLst/>
                <a:gdLst>
                  <a:gd name="T0" fmla="*/ 34 w 8"/>
                  <a:gd name="T1" fmla="*/ 97 h 21"/>
                  <a:gd name="T2" fmla="*/ 0 w 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8" y="21"/>
                    </a:moveTo>
                    <a:cubicBezTo>
                      <a:pt x="4" y="14"/>
                      <a:pt x="1" y="7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04" name="Freeform 1956">
                <a:extLst>
                  <a:ext uri="{FF2B5EF4-FFF2-40B4-BE49-F238E27FC236}">
                    <a16:creationId xmlns:a16="http://schemas.microsoft.com/office/drawing/2014/main" id="{C688662C-BFAA-418D-9690-EDAAE4C0E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277"/>
                <a:ext cx="44" cy="25"/>
              </a:xfrm>
              <a:custGeom>
                <a:avLst/>
                <a:gdLst>
                  <a:gd name="T0" fmla="*/ 0 w 28"/>
                  <a:gd name="T1" fmla="*/ 0 h 15"/>
                  <a:gd name="T2" fmla="*/ 74 w 28"/>
                  <a:gd name="T3" fmla="*/ 28 h 15"/>
                  <a:gd name="T4" fmla="*/ 108 w 28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5">
                    <a:moveTo>
                      <a:pt x="0" y="0"/>
                    </a:moveTo>
                    <a:cubicBezTo>
                      <a:pt x="7" y="1"/>
                      <a:pt x="14" y="2"/>
                      <a:pt x="19" y="6"/>
                    </a:cubicBezTo>
                    <a:cubicBezTo>
                      <a:pt x="22" y="8"/>
                      <a:pt x="25" y="12"/>
                      <a:pt x="28" y="15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05" name="Freeform 1957">
                <a:extLst>
                  <a:ext uri="{FF2B5EF4-FFF2-40B4-BE49-F238E27FC236}">
                    <a16:creationId xmlns:a16="http://schemas.microsoft.com/office/drawing/2014/main" id="{59010642-A784-4591-A2D8-255598316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271"/>
                <a:ext cx="20" cy="6"/>
              </a:xfrm>
              <a:custGeom>
                <a:avLst/>
                <a:gdLst>
                  <a:gd name="T0" fmla="*/ 0 w 13"/>
                  <a:gd name="T1" fmla="*/ 0 h 4"/>
                  <a:gd name="T2" fmla="*/ 48 w 13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3" y="3"/>
                      <a:pt x="8" y="4"/>
                      <a:pt x="13" y="4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06" name="Freeform 1958">
                <a:extLst>
                  <a:ext uri="{FF2B5EF4-FFF2-40B4-BE49-F238E27FC236}">
                    <a16:creationId xmlns:a16="http://schemas.microsoft.com/office/drawing/2014/main" id="{1BC00D55-5912-4D7D-BC6B-D16175089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380"/>
                <a:ext cx="42" cy="57"/>
              </a:xfrm>
              <a:custGeom>
                <a:avLst/>
                <a:gdLst>
                  <a:gd name="T0" fmla="*/ 0 w 27"/>
                  <a:gd name="T1" fmla="*/ 0 h 34"/>
                  <a:gd name="T2" fmla="*/ 26 w 27"/>
                  <a:gd name="T3" fmla="*/ 29 h 34"/>
                  <a:gd name="T4" fmla="*/ 101 w 27"/>
                  <a:gd name="T5" fmla="*/ 16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4">
                    <a:moveTo>
                      <a:pt x="0" y="0"/>
                    </a:moveTo>
                    <a:cubicBezTo>
                      <a:pt x="3" y="2"/>
                      <a:pt x="5" y="4"/>
                      <a:pt x="7" y="6"/>
                    </a:cubicBezTo>
                    <a:cubicBezTo>
                      <a:pt x="15" y="14"/>
                      <a:pt x="19" y="25"/>
                      <a:pt x="27" y="34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07" name="Freeform 1959">
                <a:extLst>
                  <a:ext uri="{FF2B5EF4-FFF2-40B4-BE49-F238E27FC236}">
                    <a16:creationId xmlns:a16="http://schemas.microsoft.com/office/drawing/2014/main" id="{7E7FAE49-A0E4-4BF2-BACD-FFD9BEF18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417"/>
                <a:ext cx="95" cy="63"/>
              </a:xfrm>
              <a:custGeom>
                <a:avLst/>
                <a:gdLst>
                  <a:gd name="T0" fmla="*/ 0 w 61"/>
                  <a:gd name="T1" fmla="*/ 0 h 38"/>
                  <a:gd name="T2" fmla="*/ 34 w 61"/>
                  <a:gd name="T3" fmla="*/ 13 h 38"/>
                  <a:gd name="T4" fmla="*/ 135 w 61"/>
                  <a:gd name="T5" fmla="*/ 113 h 38"/>
                  <a:gd name="T6" fmla="*/ 230 w 61"/>
                  <a:gd name="T7" fmla="*/ 17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38">
                    <a:moveTo>
                      <a:pt x="0" y="0"/>
                    </a:moveTo>
                    <a:cubicBezTo>
                      <a:pt x="3" y="1"/>
                      <a:pt x="6" y="2"/>
                      <a:pt x="9" y="3"/>
                    </a:cubicBezTo>
                    <a:cubicBezTo>
                      <a:pt x="19" y="9"/>
                      <a:pt x="26" y="19"/>
                      <a:pt x="36" y="25"/>
                    </a:cubicBezTo>
                    <a:cubicBezTo>
                      <a:pt x="44" y="29"/>
                      <a:pt x="53" y="33"/>
                      <a:pt x="61" y="38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08" name="Freeform 1960">
                <a:extLst>
                  <a:ext uri="{FF2B5EF4-FFF2-40B4-BE49-F238E27FC236}">
                    <a16:creationId xmlns:a16="http://schemas.microsoft.com/office/drawing/2014/main" id="{D47725BA-29F1-4FA2-B59C-25D946DC0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579"/>
                <a:ext cx="57" cy="38"/>
              </a:xfrm>
              <a:custGeom>
                <a:avLst/>
                <a:gdLst>
                  <a:gd name="T0" fmla="*/ 0 w 37"/>
                  <a:gd name="T1" fmla="*/ 0 h 23"/>
                  <a:gd name="T2" fmla="*/ 66 w 37"/>
                  <a:gd name="T3" fmla="*/ 46 h 23"/>
                  <a:gd name="T4" fmla="*/ 136 w 37"/>
                  <a:gd name="T5" fmla="*/ 10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3">
                    <a:moveTo>
                      <a:pt x="0" y="0"/>
                    </a:moveTo>
                    <a:cubicBezTo>
                      <a:pt x="6" y="2"/>
                      <a:pt x="11" y="4"/>
                      <a:pt x="18" y="10"/>
                    </a:cubicBezTo>
                    <a:cubicBezTo>
                      <a:pt x="22" y="14"/>
                      <a:pt x="34" y="22"/>
                      <a:pt x="37" y="23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09" name="Freeform 1961">
                <a:extLst>
                  <a:ext uri="{FF2B5EF4-FFF2-40B4-BE49-F238E27FC236}">
                    <a16:creationId xmlns:a16="http://schemas.microsoft.com/office/drawing/2014/main" id="{0B48F262-97B7-4ABC-8E2D-291E85F26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508"/>
                <a:ext cx="67" cy="36"/>
              </a:xfrm>
              <a:custGeom>
                <a:avLst/>
                <a:gdLst>
                  <a:gd name="T0" fmla="*/ 0 w 43"/>
                  <a:gd name="T1" fmla="*/ 0 h 22"/>
                  <a:gd name="T2" fmla="*/ 87 w 43"/>
                  <a:gd name="T3" fmla="*/ 34 h 22"/>
                  <a:gd name="T4" fmla="*/ 162 w 43"/>
                  <a:gd name="T5" fmla="*/ 9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2">
                    <a:moveTo>
                      <a:pt x="0" y="0"/>
                    </a:moveTo>
                    <a:cubicBezTo>
                      <a:pt x="8" y="1"/>
                      <a:pt x="15" y="4"/>
                      <a:pt x="23" y="8"/>
                    </a:cubicBezTo>
                    <a:cubicBezTo>
                      <a:pt x="30" y="12"/>
                      <a:pt x="37" y="16"/>
                      <a:pt x="43" y="22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10" name="Freeform 1962">
                <a:extLst>
                  <a:ext uri="{FF2B5EF4-FFF2-40B4-BE49-F238E27FC236}">
                    <a16:creationId xmlns:a16="http://schemas.microsoft.com/office/drawing/2014/main" id="{0089CE66-D9EA-454B-A084-5D6665442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685"/>
                <a:ext cx="28" cy="14"/>
              </a:xfrm>
              <a:custGeom>
                <a:avLst/>
                <a:gdLst>
                  <a:gd name="T0" fmla="*/ 0 w 18"/>
                  <a:gd name="T1" fmla="*/ 0 h 8"/>
                  <a:gd name="T2" fmla="*/ 68 w 18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cubicBezTo>
                      <a:pt x="5" y="2"/>
                      <a:pt x="15" y="5"/>
                      <a:pt x="18" y="8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11" name="Freeform 1963">
                <a:extLst>
                  <a:ext uri="{FF2B5EF4-FFF2-40B4-BE49-F238E27FC236}">
                    <a16:creationId xmlns:a16="http://schemas.microsoft.com/office/drawing/2014/main" id="{57DA8B2E-3CB2-4A66-9F87-108984763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762"/>
                <a:ext cx="31" cy="5"/>
              </a:xfrm>
              <a:custGeom>
                <a:avLst/>
                <a:gdLst>
                  <a:gd name="T0" fmla="*/ 0 w 20"/>
                  <a:gd name="T1" fmla="*/ 0 h 3"/>
                  <a:gd name="T2" fmla="*/ 74 w 20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">
                    <a:moveTo>
                      <a:pt x="0" y="0"/>
                    </a:moveTo>
                    <a:cubicBezTo>
                      <a:pt x="7" y="0"/>
                      <a:pt x="16" y="1"/>
                      <a:pt x="20" y="3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12" name="Freeform 1964">
                <a:extLst>
                  <a:ext uri="{FF2B5EF4-FFF2-40B4-BE49-F238E27FC236}">
                    <a16:creationId xmlns:a16="http://schemas.microsoft.com/office/drawing/2014/main" id="{885B072E-5178-40AC-8565-B8E4E8333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816"/>
                <a:ext cx="61" cy="39"/>
              </a:xfrm>
              <a:custGeom>
                <a:avLst/>
                <a:gdLst>
                  <a:gd name="T0" fmla="*/ 0 w 39"/>
                  <a:gd name="T1" fmla="*/ 0 h 23"/>
                  <a:gd name="T2" fmla="*/ 81 w 39"/>
                  <a:gd name="T3" fmla="*/ 41 h 23"/>
                  <a:gd name="T4" fmla="*/ 149 w 39"/>
                  <a:gd name="T5" fmla="*/ 10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3">
                    <a:moveTo>
                      <a:pt x="0" y="0"/>
                    </a:moveTo>
                    <a:cubicBezTo>
                      <a:pt x="6" y="4"/>
                      <a:pt x="12" y="5"/>
                      <a:pt x="21" y="8"/>
                    </a:cubicBezTo>
                    <a:cubicBezTo>
                      <a:pt x="26" y="11"/>
                      <a:pt x="35" y="23"/>
                      <a:pt x="39" y="21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13" name="Freeform 1965">
                <a:extLst>
                  <a:ext uri="{FF2B5EF4-FFF2-40B4-BE49-F238E27FC236}">
                    <a16:creationId xmlns:a16="http://schemas.microsoft.com/office/drawing/2014/main" id="{E857BF14-9A97-4EEF-95BA-F0B83F161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888"/>
                <a:ext cx="36" cy="5"/>
              </a:xfrm>
              <a:custGeom>
                <a:avLst/>
                <a:gdLst>
                  <a:gd name="T0" fmla="*/ 0 w 23"/>
                  <a:gd name="T1" fmla="*/ 8 h 3"/>
                  <a:gd name="T2" fmla="*/ 14 w 23"/>
                  <a:gd name="T3" fmla="*/ 8 h 3"/>
                  <a:gd name="T4" fmla="*/ 88 w 23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">
                    <a:moveTo>
                      <a:pt x="0" y="2"/>
                    </a:moveTo>
                    <a:cubicBezTo>
                      <a:pt x="2" y="2"/>
                      <a:pt x="3" y="2"/>
                      <a:pt x="4" y="2"/>
                    </a:cubicBezTo>
                    <a:cubicBezTo>
                      <a:pt x="11" y="0"/>
                      <a:pt x="19" y="2"/>
                      <a:pt x="23" y="3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14" name="Freeform 1966">
                <a:extLst>
                  <a:ext uri="{FF2B5EF4-FFF2-40B4-BE49-F238E27FC236}">
                    <a16:creationId xmlns:a16="http://schemas.microsoft.com/office/drawing/2014/main" id="{101078D9-B053-4104-9BAD-FD39065A5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024"/>
                <a:ext cx="36" cy="3"/>
              </a:xfrm>
              <a:custGeom>
                <a:avLst/>
                <a:gdLst>
                  <a:gd name="T0" fmla="*/ 0 w 23"/>
                  <a:gd name="T1" fmla="*/ 8 h 2"/>
                  <a:gd name="T2" fmla="*/ 88 w 23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">
                    <a:moveTo>
                      <a:pt x="0" y="2"/>
                    </a:moveTo>
                    <a:cubicBezTo>
                      <a:pt x="8" y="0"/>
                      <a:pt x="15" y="1"/>
                      <a:pt x="23" y="1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15" name="Freeform 1967">
                <a:extLst>
                  <a:ext uri="{FF2B5EF4-FFF2-40B4-BE49-F238E27FC236}">
                    <a16:creationId xmlns:a16="http://schemas.microsoft.com/office/drawing/2014/main" id="{2972D34A-6E7D-46CC-8E66-35102434A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3150"/>
                <a:ext cx="47" cy="13"/>
              </a:xfrm>
              <a:custGeom>
                <a:avLst/>
                <a:gdLst>
                  <a:gd name="T0" fmla="*/ 0 w 30"/>
                  <a:gd name="T1" fmla="*/ 0 h 8"/>
                  <a:gd name="T2" fmla="*/ 39 w 30"/>
                  <a:gd name="T3" fmla="*/ 8 h 8"/>
                  <a:gd name="T4" fmla="*/ 116 w 30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8">
                    <a:moveTo>
                      <a:pt x="0" y="0"/>
                    </a:moveTo>
                    <a:cubicBezTo>
                      <a:pt x="3" y="1"/>
                      <a:pt x="6" y="2"/>
                      <a:pt x="10" y="2"/>
                    </a:cubicBezTo>
                    <a:cubicBezTo>
                      <a:pt x="17" y="3"/>
                      <a:pt x="26" y="3"/>
                      <a:pt x="30" y="8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16" name="Freeform 1968">
                <a:extLst>
                  <a:ext uri="{FF2B5EF4-FFF2-40B4-BE49-F238E27FC236}">
                    <a16:creationId xmlns:a16="http://schemas.microsoft.com/office/drawing/2014/main" id="{BBED5D53-98B3-48E2-B8BD-877BEA042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888"/>
                <a:ext cx="45" cy="13"/>
              </a:xfrm>
              <a:custGeom>
                <a:avLst/>
                <a:gdLst>
                  <a:gd name="T0" fmla="*/ 0 w 29"/>
                  <a:gd name="T1" fmla="*/ 34 h 8"/>
                  <a:gd name="T2" fmla="*/ 109 w 2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8">
                    <a:moveTo>
                      <a:pt x="0" y="8"/>
                    </a:moveTo>
                    <a:cubicBezTo>
                      <a:pt x="12" y="8"/>
                      <a:pt x="19" y="5"/>
                      <a:pt x="29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17" name="Freeform 1969">
                <a:extLst>
                  <a:ext uri="{FF2B5EF4-FFF2-40B4-BE49-F238E27FC236}">
                    <a16:creationId xmlns:a16="http://schemas.microsoft.com/office/drawing/2014/main" id="{3707B0B6-6D3F-4252-AA8C-05465E317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962"/>
                <a:ext cx="41" cy="34"/>
              </a:xfrm>
              <a:custGeom>
                <a:avLst/>
                <a:gdLst>
                  <a:gd name="T0" fmla="*/ 0 w 26"/>
                  <a:gd name="T1" fmla="*/ 99 h 20"/>
                  <a:gd name="T2" fmla="*/ 33 w 26"/>
                  <a:gd name="T3" fmla="*/ 44 h 20"/>
                  <a:gd name="T4" fmla="*/ 90 w 26"/>
                  <a:gd name="T5" fmla="*/ 5 h 20"/>
                  <a:gd name="T6" fmla="*/ 103 w 26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0">
                    <a:moveTo>
                      <a:pt x="0" y="20"/>
                    </a:moveTo>
                    <a:cubicBezTo>
                      <a:pt x="4" y="17"/>
                      <a:pt x="5" y="12"/>
                      <a:pt x="8" y="9"/>
                    </a:cubicBezTo>
                    <a:cubicBezTo>
                      <a:pt x="12" y="5"/>
                      <a:pt x="18" y="3"/>
                      <a:pt x="23" y="1"/>
                    </a:cubicBezTo>
                    <a:cubicBezTo>
                      <a:pt x="24" y="0"/>
                      <a:pt x="25" y="0"/>
                      <a:pt x="26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18" name="Freeform 1970">
                <a:extLst>
                  <a:ext uri="{FF2B5EF4-FFF2-40B4-BE49-F238E27FC236}">
                    <a16:creationId xmlns:a16="http://schemas.microsoft.com/office/drawing/2014/main" id="{23180589-7D5A-4F1A-B7D5-AB3876461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976"/>
                <a:ext cx="26" cy="6"/>
              </a:xfrm>
              <a:custGeom>
                <a:avLst/>
                <a:gdLst>
                  <a:gd name="T0" fmla="*/ 0 w 17"/>
                  <a:gd name="T1" fmla="*/ 0 h 4"/>
                  <a:gd name="T2" fmla="*/ 61 w 17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0"/>
                    </a:moveTo>
                    <a:cubicBezTo>
                      <a:pt x="6" y="0"/>
                      <a:pt x="11" y="1"/>
                      <a:pt x="17" y="4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19" name="Freeform 1971">
                <a:extLst>
                  <a:ext uri="{FF2B5EF4-FFF2-40B4-BE49-F238E27FC236}">
                    <a16:creationId xmlns:a16="http://schemas.microsoft.com/office/drawing/2014/main" id="{6A79909B-FE93-4C33-BB72-607E32E52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3088"/>
                <a:ext cx="50" cy="19"/>
              </a:xfrm>
              <a:custGeom>
                <a:avLst/>
                <a:gdLst>
                  <a:gd name="T0" fmla="*/ 0 w 32"/>
                  <a:gd name="T1" fmla="*/ 57 h 11"/>
                  <a:gd name="T2" fmla="*/ 75 w 32"/>
                  <a:gd name="T3" fmla="*/ 5 h 11"/>
                  <a:gd name="T4" fmla="*/ 122 w 32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">
                    <a:moveTo>
                      <a:pt x="0" y="11"/>
                    </a:moveTo>
                    <a:cubicBezTo>
                      <a:pt x="7" y="7"/>
                      <a:pt x="12" y="3"/>
                      <a:pt x="20" y="1"/>
                    </a:cubicBezTo>
                    <a:cubicBezTo>
                      <a:pt x="24" y="0"/>
                      <a:pt x="28" y="0"/>
                      <a:pt x="32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20" name="Freeform 1972">
                <a:extLst>
                  <a:ext uri="{FF2B5EF4-FFF2-40B4-BE49-F238E27FC236}">
                    <a16:creationId xmlns:a16="http://schemas.microsoft.com/office/drawing/2014/main" id="{BB9DFF6D-0FBA-40EA-B0EB-3B0DA3BF4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160"/>
                <a:ext cx="38" cy="16"/>
              </a:xfrm>
              <a:custGeom>
                <a:avLst/>
                <a:gdLst>
                  <a:gd name="T0" fmla="*/ 0 w 24"/>
                  <a:gd name="T1" fmla="*/ 0 h 10"/>
                  <a:gd name="T2" fmla="*/ 95 w 24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8" y="3"/>
                      <a:pt x="16" y="8"/>
                      <a:pt x="24" y="1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21" name="Freeform 1973">
                <a:extLst>
                  <a:ext uri="{FF2B5EF4-FFF2-40B4-BE49-F238E27FC236}">
                    <a16:creationId xmlns:a16="http://schemas.microsoft.com/office/drawing/2014/main" id="{F6AA732E-0566-4063-8811-B65AF8000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180"/>
                <a:ext cx="45" cy="33"/>
              </a:xfrm>
              <a:custGeom>
                <a:avLst/>
                <a:gdLst>
                  <a:gd name="T0" fmla="*/ 0 w 29"/>
                  <a:gd name="T1" fmla="*/ 89 h 20"/>
                  <a:gd name="T2" fmla="*/ 70 w 29"/>
                  <a:gd name="T3" fmla="*/ 41 h 20"/>
                  <a:gd name="T4" fmla="*/ 109 w 29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0">
                    <a:moveTo>
                      <a:pt x="0" y="20"/>
                    </a:moveTo>
                    <a:cubicBezTo>
                      <a:pt x="7" y="14"/>
                      <a:pt x="10" y="13"/>
                      <a:pt x="19" y="9"/>
                    </a:cubicBezTo>
                    <a:cubicBezTo>
                      <a:pt x="21" y="7"/>
                      <a:pt x="29" y="3"/>
                      <a:pt x="29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22" name="Freeform 1974">
                <a:extLst>
                  <a:ext uri="{FF2B5EF4-FFF2-40B4-BE49-F238E27FC236}">
                    <a16:creationId xmlns:a16="http://schemas.microsoft.com/office/drawing/2014/main" id="{908E702D-6276-4757-940A-1A574BE8D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3032"/>
                <a:ext cx="40" cy="12"/>
              </a:xfrm>
              <a:custGeom>
                <a:avLst/>
                <a:gdLst>
                  <a:gd name="T0" fmla="*/ 0 w 26"/>
                  <a:gd name="T1" fmla="*/ 0 h 7"/>
                  <a:gd name="T2" fmla="*/ 95 w 26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7">
                    <a:moveTo>
                      <a:pt x="0" y="0"/>
                    </a:moveTo>
                    <a:cubicBezTo>
                      <a:pt x="4" y="6"/>
                      <a:pt x="20" y="5"/>
                      <a:pt x="26" y="7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23" name="Freeform 1975">
                <a:extLst>
                  <a:ext uri="{FF2B5EF4-FFF2-40B4-BE49-F238E27FC236}">
                    <a16:creationId xmlns:a16="http://schemas.microsoft.com/office/drawing/2014/main" id="{AD77A357-2F18-47CC-9B66-44BF770A8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820"/>
                <a:ext cx="26" cy="6"/>
              </a:xfrm>
              <a:custGeom>
                <a:avLst/>
                <a:gdLst>
                  <a:gd name="T0" fmla="*/ 0 w 17"/>
                  <a:gd name="T1" fmla="*/ 14 h 4"/>
                  <a:gd name="T2" fmla="*/ 61 w 1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4"/>
                    </a:moveTo>
                    <a:cubicBezTo>
                      <a:pt x="6" y="3"/>
                      <a:pt x="11" y="2"/>
                      <a:pt x="17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24" name="Freeform 1976">
                <a:extLst>
                  <a:ext uri="{FF2B5EF4-FFF2-40B4-BE49-F238E27FC236}">
                    <a16:creationId xmlns:a16="http://schemas.microsoft.com/office/drawing/2014/main" id="{6EFF35A6-300F-4AAE-9530-E31163741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898"/>
                <a:ext cx="59" cy="53"/>
              </a:xfrm>
              <a:custGeom>
                <a:avLst/>
                <a:gdLst>
                  <a:gd name="T0" fmla="*/ 0 w 38"/>
                  <a:gd name="T1" fmla="*/ 146 h 32"/>
                  <a:gd name="T2" fmla="*/ 96 w 38"/>
                  <a:gd name="T3" fmla="*/ 76 h 32"/>
                  <a:gd name="T4" fmla="*/ 143 w 38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0" y="32"/>
                    </a:moveTo>
                    <a:cubicBezTo>
                      <a:pt x="8" y="32"/>
                      <a:pt x="20" y="22"/>
                      <a:pt x="26" y="17"/>
                    </a:cubicBezTo>
                    <a:cubicBezTo>
                      <a:pt x="32" y="12"/>
                      <a:pt x="33" y="6"/>
                      <a:pt x="38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25" name="Freeform 1977">
                <a:extLst>
                  <a:ext uri="{FF2B5EF4-FFF2-40B4-BE49-F238E27FC236}">
                    <a16:creationId xmlns:a16="http://schemas.microsoft.com/office/drawing/2014/main" id="{E2DF9C0B-FC95-46E3-BC98-65B35F0A5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732"/>
                <a:ext cx="25" cy="16"/>
              </a:xfrm>
              <a:custGeom>
                <a:avLst/>
                <a:gdLst>
                  <a:gd name="T0" fmla="*/ 0 w 16"/>
                  <a:gd name="T1" fmla="*/ 42 h 10"/>
                  <a:gd name="T2" fmla="*/ 61 w 1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0" y="10"/>
                    </a:moveTo>
                    <a:cubicBezTo>
                      <a:pt x="7" y="8"/>
                      <a:pt x="12" y="4"/>
                      <a:pt x="16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26" name="Freeform 1978">
                <a:extLst>
                  <a:ext uri="{FF2B5EF4-FFF2-40B4-BE49-F238E27FC236}">
                    <a16:creationId xmlns:a16="http://schemas.microsoft.com/office/drawing/2014/main" id="{9171D7CE-8B53-480D-AD14-EA50BE9B1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602"/>
                <a:ext cx="17" cy="44"/>
              </a:xfrm>
              <a:custGeom>
                <a:avLst/>
                <a:gdLst>
                  <a:gd name="T0" fmla="*/ 40 w 11"/>
                  <a:gd name="T1" fmla="*/ 0 h 26"/>
                  <a:gd name="T2" fmla="*/ 14 w 11"/>
                  <a:gd name="T3" fmla="*/ 49 h 26"/>
                  <a:gd name="T4" fmla="*/ 0 w 11"/>
                  <a:gd name="T5" fmla="*/ 12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6">
                    <a:moveTo>
                      <a:pt x="11" y="0"/>
                    </a:moveTo>
                    <a:cubicBezTo>
                      <a:pt x="8" y="3"/>
                      <a:pt x="6" y="7"/>
                      <a:pt x="4" y="10"/>
                    </a:cubicBezTo>
                    <a:cubicBezTo>
                      <a:pt x="3" y="14"/>
                      <a:pt x="1" y="25"/>
                      <a:pt x="0" y="26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27" name="Freeform 1979">
                <a:extLst>
                  <a:ext uri="{FF2B5EF4-FFF2-40B4-BE49-F238E27FC236}">
                    <a16:creationId xmlns:a16="http://schemas.microsoft.com/office/drawing/2014/main" id="{F078B820-B5F2-4554-8995-6140DD079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612"/>
                <a:ext cx="87" cy="17"/>
              </a:xfrm>
              <a:custGeom>
                <a:avLst/>
                <a:gdLst>
                  <a:gd name="T0" fmla="*/ 0 w 56"/>
                  <a:gd name="T1" fmla="*/ 49 h 10"/>
                  <a:gd name="T2" fmla="*/ 148 w 56"/>
                  <a:gd name="T3" fmla="*/ 9 h 10"/>
                  <a:gd name="T4" fmla="*/ 210 w 5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0">
                    <a:moveTo>
                      <a:pt x="0" y="10"/>
                    </a:moveTo>
                    <a:cubicBezTo>
                      <a:pt x="13" y="7"/>
                      <a:pt x="25" y="0"/>
                      <a:pt x="39" y="2"/>
                    </a:cubicBezTo>
                    <a:cubicBezTo>
                      <a:pt x="46" y="3"/>
                      <a:pt x="50" y="3"/>
                      <a:pt x="56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28" name="Freeform 1980">
                <a:extLst>
                  <a:ext uri="{FF2B5EF4-FFF2-40B4-BE49-F238E27FC236}">
                    <a16:creationId xmlns:a16="http://schemas.microsoft.com/office/drawing/2014/main" id="{0B8D9E98-1F4A-4C4F-B38A-EB3B8C22E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674"/>
                <a:ext cx="22" cy="25"/>
              </a:xfrm>
              <a:custGeom>
                <a:avLst/>
                <a:gdLst>
                  <a:gd name="T0" fmla="*/ 55 w 14"/>
                  <a:gd name="T1" fmla="*/ 0 h 15"/>
                  <a:gd name="T2" fmla="*/ 39 w 14"/>
                  <a:gd name="T3" fmla="*/ 37 h 15"/>
                  <a:gd name="T4" fmla="*/ 0 w 14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cubicBezTo>
                      <a:pt x="13" y="3"/>
                      <a:pt x="12" y="6"/>
                      <a:pt x="10" y="8"/>
                    </a:cubicBezTo>
                    <a:cubicBezTo>
                      <a:pt x="7" y="12"/>
                      <a:pt x="3" y="14"/>
                      <a:pt x="0" y="15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29" name="Freeform 1981">
                <a:extLst>
                  <a:ext uri="{FF2B5EF4-FFF2-40B4-BE49-F238E27FC236}">
                    <a16:creationId xmlns:a16="http://schemas.microsoft.com/office/drawing/2014/main" id="{D3D5040D-5117-4337-B2F5-4FF76FFAE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531"/>
                <a:ext cx="14" cy="67"/>
              </a:xfrm>
              <a:custGeom>
                <a:avLst/>
                <a:gdLst>
                  <a:gd name="T0" fmla="*/ 14 w 9"/>
                  <a:gd name="T1" fmla="*/ 188 h 40"/>
                  <a:gd name="T2" fmla="*/ 34 w 9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0">
                    <a:moveTo>
                      <a:pt x="4" y="40"/>
                    </a:moveTo>
                    <a:cubicBezTo>
                      <a:pt x="0" y="27"/>
                      <a:pt x="5" y="14"/>
                      <a:pt x="9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30" name="Line 1982">
                <a:extLst>
                  <a:ext uri="{FF2B5EF4-FFF2-40B4-BE49-F238E27FC236}">
                    <a16:creationId xmlns:a16="http://schemas.microsoft.com/office/drawing/2014/main" id="{AA1E1923-4C30-420B-AA4C-B21F6AD06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81" y="2501"/>
                <a:ext cx="1" cy="1"/>
              </a:xfrm>
              <a:prstGeom prst="line">
                <a:avLst/>
              </a:prstGeom>
              <a:noFill/>
              <a:ln w="14288" cap="rnd">
                <a:solidFill>
                  <a:srgbClr val="ADD5A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31" name="Freeform 1983">
                <a:extLst>
                  <a:ext uri="{FF2B5EF4-FFF2-40B4-BE49-F238E27FC236}">
                    <a16:creationId xmlns:a16="http://schemas.microsoft.com/office/drawing/2014/main" id="{5C5FED18-D7D7-46B1-9B85-57549CC86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554"/>
                <a:ext cx="28" cy="53"/>
              </a:xfrm>
              <a:custGeom>
                <a:avLst/>
                <a:gdLst>
                  <a:gd name="T0" fmla="*/ 0 w 18"/>
                  <a:gd name="T1" fmla="*/ 146 h 32"/>
                  <a:gd name="T2" fmla="*/ 40 w 18"/>
                  <a:gd name="T3" fmla="*/ 60 h 32"/>
                  <a:gd name="T4" fmla="*/ 68 w 18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2">
                    <a:moveTo>
                      <a:pt x="0" y="32"/>
                    </a:moveTo>
                    <a:cubicBezTo>
                      <a:pt x="3" y="25"/>
                      <a:pt x="6" y="19"/>
                      <a:pt x="11" y="13"/>
                    </a:cubicBezTo>
                    <a:cubicBezTo>
                      <a:pt x="16" y="6"/>
                      <a:pt x="13" y="8"/>
                      <a:pt x="18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32" name="Freeform 1984">
                <a:extLst>
                  <a:ext uri="{FF2B5EF4-FFF2-40B4-BE49-F238E27FC236}">
                    <a16:creationId xmlns:a16="http://schemas.microsoft.com/office/drawing/2014/main" id="{2EB64CE9-E688-4E51-B573-57710C7CF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505"/>
                <a:ext cx="17" cy="79"/>
              </a:xfrm>
              <a:custGeom>
                <a:avLst/>
                <a:gdLst>
                  <a:gd name="T0" fmla="*/ 0 w 11"/>
                  <a:gd name="T1" fmla="*/ 0 h 48"/>
                  <a:gd name="T2" fmla="*/ 8 w 11"/>
                  <a:gd name="T3" fmla="*/ 58 h 48"/>
                  <a:gd name="T4" fmla="*/ 34 w 11"/>
                  <a:gd name="T5" fmla="*/ 143 h 48"/>
                  <a:gd name="T6" fmla="*/ 40 w 11"/>
                  <a:gd name="T7" fmla="*/ 21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8">
                    <a:moveTo>
                      <a:pt x="0" y="0"/>
                    </a:moveTo>
                    <a:cubicBezTo>
                      <a:pt x="0" y="4"/>
                      <a:pt x="0" y="8"/>
                      <a:pt x="2" y="13"/>
                    </a:cubicBezTo>
                    <a:cubicBezTo>
                      <a:pt x="3" y="20"/>
                      <a:pt x="8" y="25"/>
                      <a:pt x="9" y="32"/>
                    </a:cubicBezTo>
                    <a:cubicBezTo>
                      <a:pt x="10" y="36"/>
                      <a:pt x="10" y="45"/>
                      <a:pt x="11" y="48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33" name="Freeform 1985">
                <a:extLst>
                  <a:ext uri="{FF2B5EF4-FFF2-40B4-BE49-F238E27FC236}">
                    <a16:creationId xmlns:a16="http://schemas.microsoft.com/office/drawing/2014/main" id="{65AD4BEC-D8C2-4E30-93E8-F4E1F5D8A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589"/>
                <a:ext cx="10" cy="42"/>
              </a:xfrm>
              <a:custGeom>
                <a:avLst/>
                <a:gdLst>
                  <a:gd name="T0" fmla="*/ 28 w 6"/>
                  <a:gd name="T1" fmla="*/ 0 h 25"/>
                  <a:gd name="T2" fmla="*/ 0 w 6"/>
                  <a:gd name="T3" fmla="*/ 11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6" y="0"/>
                    </a:moveTo>
                    <a:cubicBezTo>
                      <a:pt x="6" y="8"/>
                      <a:pt x="1" y="19"/>
                      <a:pt x="0" y="25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34" name="Freeform 1986">
                <a:extLst>
                  <a:ext uri="{FF2B5EF4-FFF2-40B4-BE49-F238E27FC236}">
                    <a16:creationId xmlns:a16="http://schemas.microsoft.com/office/drawing/2014/main" id="{64C7B6F2-BA61-42DB-BF68-C5DF924C9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2370"/>
                <a:ext cx="97" cy="80"/>
              </a:xfrm>
              <a:custGeom>
                <a:avLst/>
                <a:gdLst>
                  <a:gd name="T0" fmla="*/ 0 w 62"/>
                  <a:gd name="T1" fmla="*/ 222 h 48"/>
                  <a:gd name="T2" fmla="*/ 34 w 62"/>
                  <a:gd name="T3" fmla="*/ 130 h 48"/>
                  <a:gd name="T4" fmla="*/ 66 w 62"/>
                  <a:gd name="T5" fmla="*/ 63 h 48"/>
                  <a:gd name="T6" fmla="*/ 155 w 62"/>
                  <a:gd name="T7" fmla="*/ 5 h 48"/>
                  <a:gd name="T8" fmla="*/ 233 w 62"/>
                  <a:gd name="T9" fmla="*/ 42 h 48"/>
                  <a:gd name="T10" fmla="*/ 199 w 62"/>
                  <a:gd name="T11" fmla="*/ 125 h 48"/>
                  <a:gd name="T12" fmla="*/ 138 w 62"/>
                  <a:gd name="T13" fmla="*/ 162 h 48"/>
                  <a:gd name="T14" fmla="*/ 47 w 62"/>
                  <a:gd name="T15" fmla="*/ 222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8">
                    <a:moveTo>
                      <a:pt x="0" y="48"/>
                    </a:moveTo>
                    <a:cubicBezTo>
                      <a:pt x="1" y="40"/>
                      <a:pt x="6" y="34"/>
                      <a:pt x="9" y="28"/>
                    </a:cubicBezTo>
                    <a:cubicBezTo>
                      <a:pt x="12" y="23"/>
                      <a:pt x="14" y="18"/>
                      <a:pt x="17" y="14"/>
                    </a:cubicBezTo>
                    <a:cubicBezTo>
                      <a:pt x="23" y="7"/>
                      <a:pt x="31" y="2"/>
                      <a:pt x="40" y="1"/>
                    </a:cubicBezTo>
                    <a:cubicBezTo>
                      <a:pt x="46" y="0"/>
                      <a:pt x="60" y="2"/>
                      <a:pt x="61" y="9"/>
                    </a:cubicBezTo>
                    <a:cubicBezTo>
                      <a:pt x="62" y="15"/>
                      <a:pt x="56" y="24"/>
                      <a:pt x="52" y="27"/>
                    </a:cubicBezTo>
                    <a:cubicBezTo>
                      <a:pt x="48" y="31"/>
                      <a:pt x="42" y="33"/>
                      <a:pt x="36" y="35"/>
                    </a:cubicBezTo>
                    <a:cubicBezTo>
                      <a:pt x="28" y="39"/>
                      <a:pt x="21" y="45"/>
                      <a:pt x="12" y="48"/>
                    </a:cubicBezTo>
                  </a:path>
                </a:pathLst>
              </a:custGeom>
              <a:solidFill>
                <a:srgbClr val="3C2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35" name="Freeform 1987">
                <a:extLst>
                  <a:ext uri="{FF2B5EF4-FFF2-40B4-BE49-F238E27FC236}">
                    <a16:creationId xmlns:a16="http://schemas.microsoft.com/office/drawing/2014/main" id="{95AFC358-137F-4251-8C58-EC93DB93A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370"/>
                <a:ext cx="31" cy="100"/>
              </a:xfrm>
              <a:custGeom>
                <a:avLst/>
                <a:gdLst>
                  <a:gd name="T0" fmla="*/ 0 w 20"/>
                  <a:gd name="T1" fmla="*/ 278 h 60"/>
                  <a:gd name="T2" fmla="*/ 45 w 20"/>
                  <a:gd name="T3" fmla="*/ 217 h 60"/>
                  <a:gd name="T4" fmla="*/ 74 w 20"/>
                  <a:gd name="T5" fmla="*/ 88 h 60"/>
                  <a:gd name="T6" fmla="*/ 74 w 2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0">
                    <a:moveTo>
                      <a:pt x="0" y="60"/>
                    </a:moveTo>
                    <a:cubicBezTo>
                      <a:pt x="4" y="58"/>
                      <a:pt x="9" y="51"/>
                      <a:pt x="12" y="47"/>
                    </a:cubicBezTo>
                    <a:cubicBezTo>
                      <a:pt x="18" y="39"/>
                      <a:pt x="20" y="29"/>
                      <a:pt x="20" y="19"/>
                    </a:cubicBezTo>
                    <a:cubicBezTo>
                      <a:pt x="20" y="12"/>
                      <a:pt x="19" y="6"/>
                      <a:pt x="20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36" name="Freeform 1988">
                <a:extLst>
                  <a:ext uri="{FF2B5EF4-FFF2-40B4-BE49-F238E27FC236}">
                    <a16:creationId xmlns:a16="http://schemas.microsoft.com/office/drawing/2014/main" id="{D6FC8817-D940-4CE3-A085-2CB791A81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364"/>
                <a:ext cx="36" cy="49"/>
              </a:xfrm>
              <a:custGeom>
                <a:avLst/>
                <a:gdLst>
                  <a:gd name="T0" fmla="*/ 0 w 23"/>
                  <a:gd name="T1" fmla="*/ 131 h 30"/>
                  <a:gd name="T2" fmla="*/ 88 w 23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0">
                    <a:moveTo>
                      <a:pt x="0" y="30"/>
                    </a:moveTo>
                    <a:cubicBezTo>
                      <a:pt x="12" y="25"/>
                      <a:pt x="20" y="12"/>
                      <a:pt x="23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37" name="Freeform 1989">
                <a:extLst>
                  <a:ext uri="{FF2B5EF4-FFF2-40B4-BE49-F238E27FC236}">
                    <a16:creationId xmlns:a16="http://schemas.microsoft.com/office/drawing/2014/main" id="{E2DDECD5-49A5-4E64-9E0D-750577E25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500"/>
                <a:ext cx="3" cy="18"/>
              </a:xfrm>
              <a:custGeom>
                <a:avLst/>
                <a:gdLst>
                  <a:gd name="T0" fmla="*/ 8 w 2"/>
                  <a:gd name="T1" fmla="*/ 0 h 11"/>
                  <a:gd name="T2" fmla="*/ 8 w 2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0" y="5"/>
                      <a:pt x="0" y="6"/>
                      <a:pt x="2" y="11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38" name="Freeform 1990">
                <a:extLst>
                  <a:ext uri="{FF2B5EF4-FFF2-40B4-BE49-F238E27FC236}">
                    <a16:creationId xmlns:a16="http://schemas.microsoft.com/office/drawing/2014/main" id="{161003D1-8F4B-4B51-993D-E43FF0356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505"/>
                <a:ext cx="4" cy="21"/>
              </a:xfrm>
              <a:custGeom>
                <a:avLst/>
                <a:gdLst>
                  <a:gd name="T0" fmla="*/ 0 w 3"/>
                  <a:gd name="T1" fmla="*/ 0 h 13"/>
                  <a:gd name="T2" fmla="*/ 7 w 3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0" y="0"/>
                    </a:moveTo>
                    <a:cubicBezTo>
                      <a:pt x="0" y="4"/>
                      <a:pt x="0" y="11"/>
                      <a:pt x="3" y="13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39" name="Freeform 1991">
                <a:extLst>
                  <a:ext uri="{FF2B5EF4-FFF2-40B4-BE49-F238E27FC236}">
                    <a16:creationId xmlns:a16="http://schemas.microsoft.com/office/drawing/2014/main" id="{A8A76968-AE2D-428D-9B01-E69851E41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490"/>
                <a:ext cx="6" cy="20"/>
              </a:xfrm>
              <a:custGeom>
                <a:avLst/>
                <a:gdLst>
                  <a:gd name="T0" fmla="*/ 0 w 4"/>
                  <a:gd name="T1" fmla="*/ 55 h 12"/>
                  <a:gd name="T2" fmla="*/ 14 w 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0" y="12"/>
                    </a:moveTo>
                    <a:cubicBezTo>
                      <a:pt x="0" y="8"/>
                      <a:pt x="2" y="4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40" name="Freeform 1992">
                <a:extLst>
                  <a:ext uri="{FF2B5EF4-FFF2-40B4-BE49-F238E27FC236}">
                    <a16:creationId xmlns:a16="http://schemas.microsoft.com/office/drawing/2014/main" id="{563EA4B1-9AFE-4A8D-A76F-E67491771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500"/>
                <a:ext cx="9" cy="13"/>
              </a:xfrm>
              <a:custGeom>
                <a:avLst/>
                <a:gdLst>
                  <a:gd name="T0" fmla="*/ 0 w 6"/>
                  <a:gd name="T1" fmla="*/ 0 h 8"/>
                  <a:gd name="T2" fmla="*/ 21 w 6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2"/>
                      <a:pt x="4" y="6"/>
                      <a:pt x="6" y="8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41" name="Freeform 1993">
                <a:extLst>
                  <a:ext uri="{FF2B5EF4-FFF2-40B4-BE49-F238E27FC236}">
                    <a16:creationId xmlns:a16="http://schemas.microsoft.com/office/drawing/2014/main" id="{172C2D37-0C70-497D-81FC-2F9F61787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536"/>
                <a:ext cx="17" cy="20"/>
              </a:xfrm>
              <a:custGeom>
                <a:avLst/>
                <a:gdLst>
                  <a:gd name="T0" fmla="*/ 0 w 11"/>
                  <a:gd name="T1" fmla="*/ 0 h 12"/>
                  <a:gd name="T2" fmla="*/ 5 w 11"/>
                  <a:gd name="T3" fmla="*/ 8 h 12"/>
                  <a:gd name="T4" fmla="*/ 40 w 11"/>
                  <a:gd name="T5" fmla="*/ 5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3" y="5"/>
                      <a:pt x="7" y="11"/>
                      <a:pt x="11" y="12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42" name="Freeform 1994">
                <a:extLst>
                  <a:ext uri="{FF2B5EF4-FFF2-40B4-BE49-F238E27FC236}">
                    <a16:creationId xmlns:a16="http://schemas.microsoft.com/office/drawing/2014/main" id="{7429F644-0446-4BD1-A0F5-6D673EA8D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639"/>
                <a:ext cx="13" cy="13"/>
              </a:xfrm>
              <a:custGeom>
                <a:avLst/>
                <a:gdLst>
                  <a:gd name="T0" fmla="*/ 0 w 8"/>
                  <a:gd name="T1" fmla="*/ 0 h 8"/>
                  <a:gd name="T2" fmla="*/ 34 w 8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1" y="3"/>
                      <a:pt x="6" y="7"/>
                      <a:pt x="8" y="8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43" name="Freeform 1995">
                <a:extLst>
                  <a:ext uri="{FF2B5EF4-FFF2-40B4-BE49-F238E27FC236}">
                    <a16:creationId xmlns:a16="http://schemas.microsoft.com/office/drawing/2014/main" id="{813D5C6D-4D7C-4C1A-A28E-DECF28728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609"/>
                <a:ext cx="6" cy="18"/>
              </a:xfrm>
              <a:custGeom>
                <a:avLst/>
                <a:gdLst>
                  <a:gd name="T0" fmla="*/ 0 w 4"/>
                  <a:gd name="T1" fmla="*/ 0 h 11"/>
                  <a:gd name="T2" fmla="*/ 14 w 4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0" y="3"/>
                      <a:pt x="3" y="7"/>
                      <a:pt x="4" y="11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44" name="Freeform 1996">
                <a:extLst>
                  <a:ext uri="{FF2B5EF4-FFF2-40B4-BE49-F238E27FC236}">
                    <a16:creationId xmlns:a16="http://schemas.microsoft.com/office/drawing/2014/main" id="{60DC94F0-14C4-464D-A8A9-C2C8442F8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657"/>
                <a:ext cx="7" cy="22"/>
              </a:xfrm>
              <a:custGeom>
                <a:avLst/>
                <a:gdLst>
                  <a:gd name="T0" fmla="*/ 0 w 4"/>
                  <a:gd name="T1" fmla="*/ 0 h 13"/>
                  <a:gd name="T2" fmla="*/ 0 w 4"/>
                  <a:gd name="T3" fmla="*/ 14 h 13"/>
                  <a:gd name="T4" fmla="*/ 21 w 4"/>
                  <a:gd name="T5" fmla="*/ 6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6"/>
                      <a:pt x="2" y="12"/>
                      <a:pt x="4" y="13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45" name="Freeform 1997">
                <a:extLst>
                  <a:ext uri="{FF2B5EF4-FFF2-40B4-BE49-F238E27FC236}">
                    <a16:creationId xmlns:a16="http://schemas.microsoft.com/office/drawing/2014/main" id="{56AB5007-F80B-4FA1-9D7F-80FC45F73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750"/>
                <a:ext cx="6" cy="25"/>
              </a:xfrm>
              <a:custGeom>
                <a:avLst/>
                <a:gdLst>
                  <a:gd name="T0" fmla="*/ 0 w 4"/>
                  <a:gd name="T1" fmla="*/ 0 h 15"/>
                  <a:gd name="T2" fmla="*/ 14 w 4"/>
                  <a:gd name="T3" fmla="*/ 7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0" y="0"/>
                    </a:moveTo>
                    <a:cubicBezTo>
                      <a:pt x="2" y="5"/>
                      <a:pt x="4" y="10"/>
                      <a:pt x="4" y="15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46" name="Freeform 1998">
                <a:extLst>
                  <a:ext uri="{FF2B5EF4-FFF2-40B4-BE49-F238E27FC236}">
                    <a16:creationId xmlns:a16="http://schemas.microsoft.com/office/drawing/2014/main" id="{519FD730-D323-4843-BA46-A15995F38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654"/>
                <a:ext cx="5" cy="25"/>
              </a:xfrm>
              <a:custGeom>
                <a:avLst/>
                <a:gdLst>
                  <a:gd name="T0" fmla="*/ 0 w 3"/>
                  <a:gd name="T1" fmla="*/ 70 h 15"/>
                  <a:gd name="T2" fmla="*/ 13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cubicBezTo>
                      <a:pt x="0" y="11"/>
                      <a:pt x="1" y="6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47" name="Freeform 1999">
                <a:extLst>
                  <a:ext uri="{FF2B5EF4-FFF2-40B4-BE49-F238E27FC236}">
                    <a16:creationId xmlns:a16="http://schemas.microsoft.com/office/drawing/2014/main" id="{2BCFA16E-4FC6-4306-826B-84E6BECE6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692"/>
                <a:ext cx="8" cy="25"/>
              </a:xfrm>
              <a:custGeom>
                <a:avLst/>
                <a:gdLst>
                  <a:gd name="T0" fmla="*/ 0 w 5"/>
                  <a:gd name="T1" fmla="*/ 70 h 15"/>
                  <a:gd name="T2" fmla="*/ 16 w 5"/>
                  <a:gd name="T3" fmla="*/ 8 h 15"/>
                  <a:gd name="T4" fmla="*/ 21 w 5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0" y="15"/>
                    </a:moveTo>
                    <a:cubicBezTo>
                      <a:pt x="2" y="11"/>
                      <a:pt x="2" y="7"/>
                      <a:pt x="4" y="2"/>
                    </a:cubicBezTo>
                    <a:cubicBezTo>
                      <a:pt x="4" y="1"/>
                      <a:pt x="5" y="0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48" name="Freeform 2000">
                <a:extLst>
                  <a:ext uri="{FF2B5EF4-FFF2-40B4-BE49-F238E27FC236}">
                    <a16:creationId xmlns:a16="http://schemas.microsoft.com/office/drawing/2014/main" id="{08D086AD-B172-49A8-AA86-AD810F010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727"/>
                <a:ext cx="4" cy="26"/>
              </a:xfrm>
              <a:custGeom>
                <a:avLst/>
                <a:gdLst>
                  <a:gd name="T0" fmla="*/ 7 w 3"/>
                  <a:gd name="T1" fmla="*/ 0 h 16"/>
                  <a:gd name="T2" fmla="*/ 5 w 3"/>
                  <a:gd name="T3" fmla="*/ 26 h 16"/>
                  <a:gd name="T4" fmla="*/ 0 w 3"/>
                  <a:gd name="T5" fmla="*/ 6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3" y="2"/>
                      <a:pt x="3" y="4"/>
                      <a:pt x="2" y="6"/>
                    </a:cubicBezTo>
                    <a:cubicBezTo>
                      <a:pt x="2" y="9"/>
                      <a:pt x="0" y="14"/>
                      <a:pt x="0" y="16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49" name="Freeform 2001">
                <a:extLst>
                  <a:ext uri="{FF2B5EF4-FFF2-40B4-BE49-F238E27FC236}">
                    <a16:creationId xmlns:a16="http://schemas.microsoft.com/office/drawing/2014/main" id="{E521B27C-40FE-44F4-83C8-34C2E06C2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629"/>
                <a:ext cx="9" cy="56"/>
              </a:xfrm>
              <a:custGeom>
                <a:avLst/>
                <a:gdLst>
                  <a:gd name="T0" fmla="*/ 21 w 6"/>
                  <a:gd name="T1" fmla="*/ 0 h 34"/>
                  <a:gd name="T2" fmla="*/ 5 w 6"/>
                  <a:gd name="T3" fmla="*/ 89 h 34"/>
                  <a:gd name="T4" fmla="*/ 5 w 6"/>
                  <a:gd name="T5" fmla="*/ 15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4">
                    <a:moveTo>
                      <a:pt x="6" y="0"/>
                    </a:moveTo>
                    <a:cubicBezTo>
                      <a:pt x="5" y="6"/>
                      <a:pt x="3" y="13"/>
                      <a:pt x="1" y="20"/>
                    </a:cubicBezTo>
                    <a:cubicBezTo>
                      <a:pt x="0" y="24"/>
                      <a:pt x="0" y="33"/>
                      <a:pt x="1" y="34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50" name="Freeform 2002">
                <a:extLst>
                  <a:ext uri="{FF2B5EF4-FFF2-40B4-BE49-F238E27FC236}">
                    <a16:creationId xmlns:a16="http://schemas.microsoft.com/office/drawing/2014/main" id="{C2418C56-30A3-47ED-A4D7-23E3278F7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669"/>
                <a:ext cx="18" cy="50"/>
              </a:xfrm>
              <a:custGeom>
                <a:avLst/>
                <a:gdLst>
                  <a:gd name="T0" fmla="*/ 0 w 12"/>
                  <a:gd name="T1" fmla="*/ 0 h 30"/>
                  <a:gd name="T2" fmla="*/ 21 w 12"/>
                  <a:gd name="T3" fmla="*/ 13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0">
                    <a:moveTo>
                      <a:pt x="0" y="0"/>
                    </a:moveTo>
                    <a:cubicBezTo>
                      <a:pt x="0" y="13"/>
                      <a:pt x="12" y="18"/>
                      <a:pt x="6" y="3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51" name="Freeform 2003">
                <a:extLst>
                  <a:ext uri="{FF2B5EF4-FFF2-40B4-BE49-F238E27FC236}">
                    <a16:creationId xmlns:a16="http://schemas.microsoft.com/office/drawing/2014/main" id="{0333AD61-8462-40C7-B33B-4CFC63D10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700"/>
                <a:ext cx="13" cy="29"/>
              </a:xfrm>
              <a:custGeom>
                <a:avLst/>
                <a:gdLst>
                  <a:gd name="T0" fmla="*/ 0 w 8"/>
                  <a:gd name="T1" fmla="*/ 84 h 17"/>
                  <a:gd name="T2" fmla="*/ 34 w 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0" y="17"/>
                    </a:moveTo>
                    <a:cubicBezTo>
                      <a:pt x="2" y="10"/>
                      <a:pt x="6" y="6"/>
                      <a:pt x="8" y="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52" name="Freeform 2004">
                <a:extLst>
                  <a:ext uri="{FF2B5EF4-FFF2-40B4-BE49-F238E27FC236}">
                    <a16:creationId xmlns:a16="http://schemas.microsoft.com/office/drawing/2014/main" id="{D1AA2B31-2659-4044-AF9F-6479337A4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632"/>
                <a:ext cx="10" cy="47"/>
              </a:xfrm>
              <a:custGeom>
                <a:avLst/>
                <a:gdLst>
                  <a:gd name="T0" fmla="*/ 13 w 7"/>
                  <a:gd name="T1" fmla="*/ 0 h 28"/>
                  <a:gd name="T2" fmla="*/ 9 w 7"/>
                  <a:gd name="T3" fmla="*/ 13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8">
                    <a:moveTo>
                      <a:pt x="4" y="0"/>
                    </a:moveTo>
                    <a:cubicBezTo>
                      <a:pt x="0" y="13"/>
                      <a:pt x="7" y="16"/>
                      <a:pt x="3" y="28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1926" name="Group 2005">
              <a:extLst>
                <a:ext uri="{FF2B5EF4-FFF2-40B4-BE49-F238E27FC236}">
                  <a16:creationId xmlns:a16="http://schemas.microsoft.com/office/drawing/2014/main" id="{11F0FF39-C160-41C7-99F8-FAADE99A1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8" y="1592"/>
              <a:ext cx="2190" cy="1642"/>
              <a:chOff x="3078" y="1592"/>
              <a:chExt cx="2190" cy="1642"/>
            </a:xfrm>
          </p:grpSpPr>
          <p:sp>
            <p:nvSpPr>
              <p:cNvPr id="82925" name="Freeform 2006">
                <a:extLst>
                  <a:ext uri="{FF2B5EF4-FFF2-40B4-BE49-F238E27FC236}">
                    <a16:creationId xmlns:a16="http://schemas.microsoft.com/office/drawing/2014/main" id="{FB33245B-C02D-495A-AEA7-5312D2AA0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669"/>
                <a:ext cx="27" cy="55"/>
              </a:xfrm>
              <a:custGeom>
                <a:avLst/>
                <a:gdLst>
                  <a:gd name="T0" fmla="*/ 68 w 17"/>
                  <a:gd name="T1" fmla="*/ 0 h 33"/>
                  <a:gd name="T2" fmla="*/ 0 w 17"/>
                  <a:gd name="T3" fmla="*/ 15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3">
                    <a:moveTo>
                      <a:pt x="17" y="0"/>
                    </a:moveTo>
                    <a:cubicBezTo>
                      <a:pt x="16" y="14"/>
                      <a:pt x="3" y="21"/>
                      <a:pt x="0" y="33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26" name="Freeform 2007">
                <a:extLst>
                  <a:ext uri="{FF2B5EF4-FFF2-40B4-BE49-F238E27FC236}">
                    <a16:creationId xmlns:a16="http://schemas.microsoft.com/office/drawing/2014/main" id="{9559CFB0-D016-4773-AFEC-D0041B969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737"/>
                <a:ext cx="6" cy="36"/>
              </a:xfrm>
              <a:custGeom>
                <a:avLst/>
                <a:gdLst>
                  <a:gd name="T0" fmla="*/ 0 w 4"/>
                  <a:gd name="T1" fmla="*/ 0 h 22"/>
                  <a:gd name="T2" fmla="*/ 14 w 4"/>
                  <a:gd name="T3" fmla="*/ 9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2">
                    <a:moveTo>
                      <a:pt x="0" y="0"/>
                    </a:moveTo>
                    <a:cubicBezTo>
                      <a:pt x="2" y="7"/>
                      <a:pt x="3" y="16"/>
                      <a:pt x="4" y="22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27" name="Freeform 2008">
                <a:extLst>
                  <a:ext uri="{FF2B5EF4-FFF2-40B4-BE49-F238E27FC236}">
                    <a16:creationId xmlns:a16="http://schemas.microsoft.com/office/drawing/2014/main" id="{CFB4B31B-91E7-4943-96EC-948B77325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592"/>
                <a:ext cx="1780" cy="636"/>
              </a:xfrm>
              <a:custGeom>
                <a:avLst/>
                <a:gdLst>
                  <a:gd name="T0" fmla="*/ 645 w 1145"/>
                  <a:gd name="T1" fmla="*/ 1754 h 383"/>
                  <a:gd name="T2" fmla="*/ 4302 w 1145"/>
                  <a:gd name="T3" fmla="*/ 706 h 383"/>
                  <a:gd name="T4" fmla="*/ 3333 w 1145"/>
                  <a:gd name="T5" fmla="*/ 0 h 383"/>
                  <a:gd name="T6" fmla="*/ 0 w 1145"/>
                  <a:gd name="T7" fmla="*/ 1040 h 383"/>
                  <a:gd name="T8" fmla="*/ 645 w 1145"/>
                  <a:gd name="T9" fmla="*/ 1754 h 3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5" h="383">
                    <a:moveTo>
                      <a:pt x="172" y="383"/>
                    </a:moveTo>
                    <a:cubicBezTo>
                      <a:pt x="401" y="260"/>
                      <a:pt x="722" y="154"/>
                      <a:pt x="1145" y="154"/>
                    </a:cubicBezTo>
                    <a:cubicBezTo>
                      <a:pt x="1145" y="154"/>
                      <a:pt x="887" y="1"/>
                      <a:pt x="887" y="0"/>
                    </a:cubicBezTo>
                    <a:cubicBezTo>
                      <a:pt x="506" y="13"/>
                      <a:pt x="213" y="113"/>
                      <a:pt x="0" y="227"/>
                    </a:cubicBezTo>
                    <a:lnTo>
                      <a:pt x="172" y="38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28" name="Freeform 2009">
                <a:extLst>
                  <a:ext uri="{FF2B5EF4-FFF2-40B4-BE49-F238E27FC236}">
                    <a16:creationId xmlns:a16="http://schemas.microsoft.com/office/drawing/2014/main" id="{312C9D42-86A8-41C0-83DD-0C8CABF2F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969"/>
                <a:ext cx="267" cy="295"/>
              </a:xfrm>
              <a:custGeom>
                <a:avLst/>
                <a:gdLst>
                  <a:gd name="T0" fmla="*/ 267 w 267"/>
                  <a:gd name="T1" fmla="*/ 295 h 295"/>
                  <a:gd name="T2" fmla="*/ 0 w 267"/>
                  <a:gd name="T3" fmla="*/ 36 h 295"/>
                  <a:gd name="T4" fmla="*/ 0 w 267"/>
                  <a:gd name="T5" fmla="*/ 0 h 295"/>
                  <a:gd name="T6" fmla="*/ 267 w 267"/>
                  <a:gd name="T7" fmla="*/ 259 h 295"/>
                  <a:gd name="T8" fmla="*/ 267 w 267"/>
                  <a:gd name="T9" fmla="*/ 295 h 2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295">
                    <a:moveTo>
                      <a:pt x="267" y="295"/>
                    </a:moveTo>
                    <a:lnTo>
                      <a:pt x="0" y="36"/>
                    </a:lnTo>
                    <a:lnTo>
                      <a:pt x="0" y="0"/>
                    </a:lnTo>
                    <a:lnTo>
                      <a:pt x="267" y="259"/>
                    </a:lnTo>
                    <a:lnTo>
                      <a:pt x="267" y="295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29" name="Freeform 2010">
                <a:extLst>
                  <a:ext uri="{FF2B5EF4-FFF2-40B4-BE49-F238E27FC236}">
                    <a16:creationId xmlns:a16="http://schemas.microsoft.com/office/drawing/2014/main" id="{E40D5F64-7F96-4101-90CA-8FA46DBB3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2097"/>
                <a:ext cx="267" cy="391"/>
              </a:xfrm>
              <a:custGeom>
                <a:avLst/>
                <a:gdLst>
                  <a:gd name="T0" fmla="*/ 267 w 267"/>
                  <a:gd name="T1" fmla="*/ 391 h 391"/>
                  <a:gd name="T2" fmla="*/ 0 w 267"/>
                  <a:gd name="T3" fmla="*/ 132 h 391"/>
                  <a:gd name="T4" fmla="*/ 0 w 267"/>
                  <a:gd name="T5" fmla="*/ 0 h 391"/>
                  <a:gd name="T6" fmla="*/ 267 w 267"/>
                  <a:gd name="T7" fmla="*/ 258 h 391"/>
                  <a:gd name="T8" fmla="*/ 267 w 267"/>
                  <a:gd name="T9" fmla="*/ 391 h 3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391">
                    <a:moveTo>
                      <a:pt x="267" y="391"/>
                    </a:moveTo>
                    <a:lnTo>
                      <a:pt x="0" y="132"/>
                    </a:lnTo>
                    <a:lnTo>
                      <a:pt x="0" y="0"/>
                    </a:lnTo>
                    <a:lnTo>
                      <a:pt x="267" y="258"/>
                    </a:lnTo>
                    <a:lnTo>
                      <a:pt x="267" y="39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30" name="Freeform 2011">
                <a:extLst>
                  <a:ext uri="{FF2B5EF4-FFF2-40B4-BE49-F238E27FC236}">
                    <a16:creationId xmlns:a16="http://schemas.microsoft.com/office/drawing/2014/main" id="{87CF2DAF-34E5-4A2D-9B72-085B90071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848"/>
                <a:ext cx="1513" cy="416"/>
              </a:xfrm>
              <a:custGeom>
                <a:avLst/>
                <a:gdLst>
                  <a:gd name="T0" fmla="*/ 0 w 973"/>
                  <a:gd name="T1" fmla="*/ 1044 h 251"/>
                  <a:gd name="T2" fmla="*/ 0 w 973"/>
                  <a:gd name="T3" fmla="*/ 1142 h 251"/>
                  <a:gd name="T4" fmla="*/ 3659 w 973"/>
                  <a:gd name="T5" fmla="*/ 99 h 251"/>
                  <a:gd name="T6" fmla="*/ 3659 w 973"/>
                  <a:gd name="T7" fmla="*/ 0 h 251"/>
                  <a:gd name="T8" fmla="*/ 0 w 973"/>
                  <a:gd name="T9" fmla="*/ 1044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3" h="251">
                    <a:moveTo>
                      <a:pt x="0" y="229"/>
                    </a:moveTo>
                    <a:cubicBezTo>
                      <a:pt x="0" y="251"/>
                      <a:pt x="0" y="251"/>
                      <a:pt x="0" y="251"/>
                    </a:cubicBezTo>
                    <a:cubicBezTo>
                      <a:pt x="229" y="128"/>
                      <a:pt x="550" y="22"/>
                      <a:pt x="973" y="22"/>
                    </a:cubicBezTo>
                    <a:cubicBezTo>
                      <a:pt x="973" y="0"/>
                      <a:pt x="973" y="0"/>
                      <a:pt x="973" y="0"/>
                    </a:cubicBezTo>
                    <a:cubicBezTo>
                      <a:pt x="550" y="0"/>
                      <a:pt x="229" y="106"/>
                      <a:pt x="0" y="22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31" name="Freeform 2012">
                <a:extLst>
                  <a:ext uri="{FF2B5EF4-FFF2-40B4-BE49-F238E27FC236}">
                    <a16:creationId xmlns:a16="http://schemas.microsoft.com/office/drawing/2014/main" id="{A38E379D-1536-4766-9450-6DC9FA424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2007"/>
                <a:ext cx="428" cy="348"/>
              </a:xfrm>
              <a:custGeom>
                <a:avLst/>
                <a:gdLst>
                  <a:gd name="T0" fmla="*/ 649 w 275"/>
                  <a:gd name="T1" fmla="*/ 956 h 210"/>
                  <a:gd name="T2" fmla="*/ 719 w 275"/>
                  <a:gd name="T3" fmla="*/ 906 h 210"/>
                  <a:gd name="T4" fmla="*/ 744 w 275"/>
                  <a:gd name="T5" fmla="*/ 887 h 210"/>
                  <a:gd name="T6" fmla="*/ 814 w 275"/>
                  <a:gd name="T7" fmla="*/ 837 h 210"/>
                  <a:gd name="T8" fmla="*/ 839 w 275"/>
                  <a:gd name="T9" fmla="*/ 824 h 210"/>
                  <a:gd name="T10" fmla="*/ 887 w 275"/>
                  <a:gd name="T11" fmla="*/ 789 h 210"/>
                  <a:gd name="T12" fmla="*/ 923 w 275"/>
                  <a:gd name="T13" fmla="*/ 764 h 210"/>
                  <a:gd name="T14" fmla="*/ 974 w 275"/>
                  <a:gd name="T15" fmla="*/ 727 h 210"/>
                  <a:gd name="T16" fmla="*/ 1029 w 275"/>
                  <a:gd name="T17" fmla="*/ 693 h 210"/>
                  <a:gd name="T18" fmla="*/ 1037 w 275"/>
                  <a:gd name="T19" fmla="*/ 686 h 210"/>
                  <a:gd name="T20" fmla="*/ 1007 w 275"/>
                  <a:gd name="T21" fmla="*/ 706 h 210"/>
                  <a:gd name="T22" fmla="*/ 1007 w 275"/>
                  <a:gd name="T23" fmla="*/ 706 h 210"/>
                  <a:gd name="T24" fmla="*/ 358 w 275"/>
                  <a:gd name="T25" fmla="*/ 0 h 210"/>
                  <a:gd name="T26" fmla="*/ 0 w 275"/>
                  <a:gd name="T27" fmla="*/ 244 h 210"/>
                  <a:gd name="T28" fmla="*/ 649 w 275"/>
                  <a:gd name="T29" fmla="*/ 956 h 2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5" h="210">
                    <a:moveTo>
                      <a:pt x="172" y="210"/>
                    </a:moveTo>
                    <a:cubicBezTo>
                      <a:pt x="178" y="206"/>
                      <a:pt x="185" y="202"/>
                      <a:pt x="191" y="199"/>
                    </a:cubicBezTo>
                    <a:cubicBezTo>
                      <a:pt x="193" y="197"/>
                      <a:pt x="195" y="196"/>
                      <a:pt x="197" y="195"/>
                    </a:cubicBezTo>
                    <a:cubicBezTo>
                      <a:pt x="203" y="191"/>
                      <a:pt x="209" y="188"/>
                      <a:pt x="216" y="184"/>
                    </a:cubicBezTo>
                    <a:cubicBezTo>
                      <a:pt x="218" y="183"/>
                      <a:pt x="220" y="182"/>
                      <a:pt x="222" y="181"/>
                    </a:cubicBezTo>
                    <a:cubicBezTo>
                      <a:pt x="226" y="178"/>
                      <a:pt x="231" y="175"/>
                      <a:pt x="235" y="173"/>
                    </a:cubicBezTo>
                    <a:cubicBezTo>
                      <a:pt x="238" y="171"/>
                      <a:pt x="241" y="169"/>
                      <a:pt x="245" y="168"/>
                    </a:cubicBezTo>
                    <a:cubicBezTo>
                      <a:pt x="249" y="165"/>
                      <a:pt x="254" y="163"/>
                      <a:pt x="258" y="160"/>
                    </a:cubicBezTo>
                    <a:cubicBezTo>
                      <a:pt x="263" y="157"/>
                      <a:pt x="268" y="155"/>
                      <a:pt x="273" y="152"/>
                    </a:cubicBezTo>
                    <a:cubicBezTo>
                      <a:pt x="274" y="152"/>
                      <a:pt x="274" y="152"/>
                      <a:pt x="275" y="151"/>
                    </a:cubicBezTo>
                    <a:cubicBezTo>
                      <a:pt x="272" y="153"/>
                      <a:pt x="269" y="154"/>
                      <a:pt x="267" y="155"/>
                    </a:cubicBezTo>
                    <a:cubicBezTo>
                      <a:pt x="267" y="155"/>
                      <a:pt x="267" y="155"/>
                      <a:pt x="267" y="155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61" y="18"/>
                      <a:pt x="30" y="36"/>
                      <a:pt x="0" y="54"/>
                    </a:cubicBezTo>
                    <a:cubicBezTo>
                      <a:pt x="172" y="210"/>
                      <a:pt x="172" y="210"/>
                      <a:pt x="172" y="2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32" name="Line 2013">
                <a:extLst>
                  <a:ext uri="{FF2B5EF4-FFF2-40B4-BE49-F238E27FC236}">
                    <a16:creationId xmlns:a16="http://schemas.microsoft.com/office/drawing/2014/main" id="{0A8C83BF-C550-4524-82E0-C84805E98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47" y="2727"/>
                <a:ext cx="1" cy="3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33" name="Freeform 2014">
                <a:extLst>
                  <a:ext uri="{FF2B5EF4-FFF2-40B4-BE49-F238E27FC236}">
                    <a16:creationId xmlns:a16="http://schemas.microsoft.com/office/drawing/2014/main" id="{0AEC3512-CAB5-48AC-8646-A347044F8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884"/>
                <a:ext cx="1661" cy="604"/>
              </a:xfrm>
              <a:custGeom>
                <a:avLst/>
                <a:gdLst>
                  <a:gd name="T0" fmla="*/ 4017 w 1068"/>
                  <a:gd name="T1" fmla="*/ 0 h 364"/>
                  <a:gd name="T2" fmla="*/ 358 w 1068"/>
                  <a:gd name="T3" fmla="*/ 1047 h 364"/>
                  <a:gd name="T4" fmla="*/ 387 w 1068"/>
                  <a:gd name="T5" fmla="*/ 1027 h 364"/>
                  <a:gd name="T6" fmla="*/ 379 w 1068"/>
                  <a:gd name="T7" fmla="*/ 1032 h 364"/>
                  <a:gd name="T8" fmla="*/ 323 w 1068"/>
                  <a:gd name="T9" fmla="*/ 1069 h 364"/>
                  <a:gd name="T10" fmla="*/ 275 w 1068"/>
                  <a:gd name="T11" fmla="*/ 1107 h 364"/>
                  <a:gd name="T12" fmla="*/ 236 w 1068"/>
                  <a:gd name="T13" fmla="*/ 1128 h 364"/>
                  <a:gd name="T14" fmla="*/ 188 w 1068"/>
                  <a:gd name="T15" fmla="*/ 1165 h 364"/>
                  <a:gd name="T16" fmla="*/ 165 w 1068"/>
                  <a:gd name="T17" fmla="*/ 1178 h 364"/>
                  <a:gd name="T18" fmla="*/ 95 w 1068"/>
                  <a:gd name="T19" fmla="*/ 1228 h 364"/>
                  <a:gd name="T20" fmla="*/ 73 w 1068"/>
                  <a:gd name="T21" fmla="*/ 1248 h 364"/>
                  <a:gd name="T22" fmla="*/ 0 w 1068"/>
                  <a:gd name="T23" fmla="*/ 1298 h 364"/>
                  <a:gd name="T24" fmla="*/ 0 w 1068"/>
                  <a:gd name="T25" fmla="*/ 1298 h 364"/>
                  <a:gd name="T26" fmla="*/ 0 w 1068"/>
                  <a:gd name="T27" fmla="*/ 1298 h 364"/>
                  <a:gd name="T28" fmla="*/ 0 w 1068"/>
                  <a:gd name="T29" fmla="*/ 1663 h 364"/>
                  <a:gd name="T30" fmla="*/ 0 w 1068"/>
                  <a:gd name="T31" fmla="*/ 1663 h 364"/>
                  <a:gd name="T32" fmla="*/ 4017 w 1068"/>
                  <a:gd name="T33" fmla="*/ 367 h 364"/>
                  <a:gd name="T34" fmla="*/ 4017 w 1068"/>
                  <a:gd name="T35" fmla="*/ 0 h 3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68" h="364">
                    <a:moveTo>
                      <a:pt x="1068" y="0"/>
                    </a:moveTo>
                    <a:cubicBezTo>
                      <a:pt x="645" y="0"/>
                      <a:pt x="324" y="106"/>
                      <a:pt x="95" y="229"/>
                    </a:cubicBezTo>
                    <a:cubicBezTo>
                      <a:pt x="97" y="228"/>
                      <a:pt x="100" y="227"/>
                      <a:pt x="103" y="225"/>
                    </a:cubicBezTo>
                    <a:cubicBezTo>
                      <a:pt x="102" y="226"/>
                      <a:pt x="102" y="226"/>
                      <a:pt x="101" y="226"/>
                    </a:cubicBezTo>
                    <a:cubicBezTo>
                      <a:pt x="96" y="229"/>
                      <a:pt x="91" y="231"/>
                      <a:pt x="86" y="234"/>
                    </a:cubicBezTo>
                    <a:cubicBezTo>
                      <a:pt x="82" y="237"/>
                      <a:pt x="77" y="239"/>
                      <a:pt x="73" y="242"/>
                    </a:cubicBezTo>
                    <a:cubicBezTo>
                      <a:pt x="69" y="243"/>
                      <a:pt x="66" y="245"/>
                      <a:pt x="63" y="247"/>
                    </a:cubicBezTo>
                    <a:cubicBezTo>
                      <a:pt x="59" y="249"/>
                      <a:pt x="54" y="252"/>
                      <a:pt x="50" y="255"/>
                    </a:cubicBezTo>
                    <a:cubicBezTo>
                      <a:pt x="48" y="256"/>
                      <a:pt x="46" y="257"/>
                      <a:pt x="44" y="258"/>
                    </a:cubicBezTo>
                    <a:cubicBezTo>
                      <a:pt x="37" y="262"/>
                      <a:pt x="31" y="265"/>
                      <a:pt x="25" y="269"/>
                    </a:cubicBezTo>
                    <a:cubicBezTo>
                      <a:pt x="23" y="270"/>
                      <a:pt x="21" y="271"/>
                      <a:pt x="19" y="273"/>
                    </a:cubicBezTo>
                    <a:cubicBezTo>
                      <a:pt x="13" y="276"/>
                      <a:pt x="6" y="280"/>
                      <a:pt x="0" y="284"/>
                    </a:cubicBezTo>
                    <a:cubicBezTo>
                      <a:pt x="0" y="284"/>
                      <a:pt x="0" y="284"/>
                      <a:pt x="0" y="284"/>
                    </a:cubicBezTo>
                    <a:cubicBezTo>
                      <a:pt x="0" y="284"/>
                      <a:pt x="0" y="284"/>
                      <a:pt x="0" y="284"/>
                    </a:cubicBezTo>
                    <a:cubicBezTo>
                      <a:pt x="0" y="364"/>
                      <a:pt x="0" y="364"/>
                      <a:pt x="0" y="364"/>
                    </a:cubicBezTo>
                    <a:cubicBezTo>
                      <a:pt x="0" y="364"/>
                      <a:pt x="0" y="364"/>
                      <a:pt x="0" y="364"/>
                    </a:cubicBezTo>
                    <a:cubicBezTo>
                      <a:pt x="232" y="219"/>
                      <a:pt x="583" y="80"/>
                      <a:pt x="1068" y="80"/>
                    </a:cubicBezTo>
                    <a:lnTo>
                      <a:pt x="1068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34" name="Line 2015">
                <a:extLst>
                  <a:ext uri="{FF2B5EF4-FFF2-40B4-BE49-F238E27FC236}">
                    <a16:creationId xmlns:a16="http://schemas.microsoft.com/office/drawing/2014/main" id="{2C5FDE2F-C775-4111-A182-3F66E509CF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080" y="2468"/>
                <a:ext cx="267" cy="259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35" name="Line 2016">
                <a:extLst>
                  <a:ext uri="{FF2B5EF4-FFF2-40B4-BE49-F238E27FC236}">
                    <a16:creationId xmlns:a16="http://schemas.microsoft.com/office/drawing/2014/main" id="{CE7566F5-59C3-49CB-961A-F6C0BBD38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0" y="2974"/>
                <a:ext cx="267" cy="259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36" name="Line 2017">
                <a:extLst>
                  <a:ext uri="{FF2B5EF4-FFF2-40B4-BE49-F238E27FC236}">
                    <a16:creationId xmlns:a16="http://schemas.microsoft.com/office/drawing/2014/main" id="{71235A8E-9A2D-4D57-8D3F-FA5E9A83C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47" y="2793"/>
                <a:ext cx="1" cy="440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37" name="Freeform 2018">
                <a:extLst>
                  <a:ext uri="{FF2B5EF4-FFF2-40B4-BE49-F238E27FC236}">
                    <a16:creationId xmlns:a16="http://schemas.microsoft.com/office/drawing/2014/main" id="{F1D8B41D-4375-4E84-BDEF-265318425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596"/>
                <a:ext cx="96" cy="413"/>
              </a:xfrm>
              <a:custGeom>
                <a:avLst/>
                <a:gdLst>
                  <a:gd name="T0" fmla="*/ 231 w 62"/>
                  <a:gd name="T1" fmla="*/ 22 h 249"/>
                  <a:gd name="T2" fmla="*/ 110 w 62"/>
                  <a:gd name="T3" fmla="*/ 284 h 249"/>
                  <a:gd name="T4" fmla="*/ 70 w 62"/>
                  <a:gd name="T5" fmla="*/ 584 h 249"/>
                  <a:gd name="T6" fmla="*/ 67 w 62"/>
                  <a:gd name="T7" fmla="*/ 594 h 249"/>
                  <a:gd name="T8" fmla="*/ 53 w 62"/>
                  <a:gd name="T9" fmla="*/ 794 h 249"/>
                  <a:gd name="T10" fmla="*/ 79 w 62"/>
                  <a:gd name="T11" fmla="*/ 866 h 249"/>
                  <a:gd name="T12" fmla="*/ 108 w 62"/>
                  <a:gd name="T13" fmla="*/ 1131 h 249"/>
                  <a:gd name="T14" fmla="*/ 104 w 62"/>
                  <a:gd name="T15" fmla="*/ 1131 h 249"/>
                  <a:gd name="T16" fmla="*/ 101 w 62"/>
                  <a:gd name="T17" fmla="*/ 1128 h 249"/>
                  <a:gd name="T18" fmla="*/ 101 w 62"/>
                  <a:gd name="T19" fmla="*/ 1123 h 249"/>
                  <a:gd name="T20" fmla="*/ 96 w 62"/>
                  <a:gd name="T21" fmla="*/ 1037 h 249"/>
                  <a:gd name="T22" fmla="*/ 70 w 62"/>
                  <a:gd name="T23" fmla="*/ 899 h 249"/>
                  <a:gd name="T24" fmla="*/ 36 w 62"/>
                  <a:gd name="T25" fmla="*/ 809 h 249"/>
                  <a:gd name="T26" fmla="*/ 53 w 62"/>
                  <a:gd name="T27" fmla="*/ 584 h 249"/>
                  <a:gd name="T28" fmla="*/ 56 w 62"/>
                  <a:gd name="T29" fmla="*/ 569 h 249"/>
                  <a:gd name="T30" fmla="*/ 93 w 62"/>
                  <a:gd name="T31" fmla="*/ 285 h 249"/>
                  <a:gd name="T32" fmla="*/ 215 w 62"/>
                  <a:gd name="T33" fmla="*/ 0 h 2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249">
                    <a:moveTo>
                      <a:pt x="62" y="5"/>
                    </a:moveTo>
                    <a:cubicBezTo>
                      <a:pt x="30" y="17"/>
                      <a:pt x="28" y="48"/>
                      <a:pt x="30" y="62"/>
                    </a:cubicBezTo>
                    <a:cubicBezTo>
                      <a:pt x="34" y="85"/>
                      <a:pt x="33" y="96"/>
                      <a:pt x="19" y="128"/>
                    </a:cubicBezTo>
                    <a:cubicBezTo>
                      <a:pt x="18" y="130"/>
                      <a:pt x="18" y="130"/>
                      <a:pt x="18" y="130"/>
                    </a:cubicBezTo>
                    <a:cubicBezTo>
                      <a:pt x="6" y="159"/>
                      <a:pt x="7" y="161"/>
                      <a:pt x="14" y="174"/>
                    </a:cubicBezTo>
                    <a:cubicBezTo>
                      <a:pt x="16" y="177"/>
                      <a:pt x="18" y="182"/>
                      <a:pt x="21" y="190"/>
                    </a:cubicBezTo>
                    <a:cubicBezTo>
                      <a:pt x="31" y="219"/>
                      <a:pt x="34" y="244"/>
                      <a:pt x="29" y="248"/>
                    </a:cubicBezTo>
                    <a:cubicBezTo>
                      <a:pt x="29" y="249"/>
                      <a:pt x="30" y="248"/>
                      <a:pt x="28" y="248"/>
                    </a:cubicBezTo>
                    <a:cubicBezTo>
                      <a:pt x="28" y="247"/>
                      <a:pt x="28" y="247"/>
                      <a:pt x="27" y="247"/>
                    </a:cubicBezTo>
                    <a:cubicBezTo>
                      <a:pt x="27" y="247"/>
                      <a:pt x="27" y="246"/>
                      <a:pt x="27" y="246"/>
                    </a:cubicBezTo>
                    <a:cubicBezTo>
                      <a:pt x="27" y="239"/>
                      <a:pt x="27" y="233"/>
                      <a:pt x="26" y="227"/>
                    </a:cubicBezTo>
                    <a:cubicBezTo>
                      <a:pt x="26" y="224"/>
                      <a:pt x="22" y="203"/>
                      <a:pt x="19" y="197"/>
                    </a:cubicBezTo>
                    <a:cubicBezTo>
                      <a:pt x="15" y="187"/>
                      <a:pt x="12" y="180"/>
                      <a:pt x="10" y="177"/>
                    </a:cubicBezTo>
                    <a:cubicBezTo>
                      <a:pt x="0" y="160"/>
                      <a:pt x="1" y="158"/>
                      <a:pt x="14" y="128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8" y="93"/>
                      <a:pt x="28" y="83"/>
                      <a:pt x="25" y="63"/>
                    </a:cubicBezTo>
                    <a:cubicBezTo>
                      <a:pt x="21" y="37"/>
                      <a:pt x="32" y="10"/>
                      <a:pt x="58" y="0"/>
                    </a:cubicBezTo>
                  </a:path>
                </a:pathLst>
              </a:custGeom>
              <a:solidFill>
                <a:srgbClr val="E2001A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38" name="Freeform 2019">
                <a:extLst>
                  <a:ext uri="{FF2B5EF4-FFF2-40B4-BE49-F238E27FC236}">
                    <a16:creationId xmlns:a16="http://schemas.microsoft.com/office/drawing/2014/main" id="{EAC76190-0127-402B-8CAE-626FBBFA1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596"/>
                <a:ext cx="96" cy="413"/>
              </a:xfrm>
              <a:custGeom>
                <a:avLst/>
                <a:gdLst>
                  <a:gd name="T0" fmla="*/ 231 w 62"/>
                  <a:gd name="T1" fmla="*/ 22 h 249"/>
                  <a:gd name="T2" fmla="*/ 110 w 62"/>
                  <a:gd name="T3" fmla="*/ 284 h 249"/>
                  <a:gd name="T4" fmla="*/ 70 w 62"/>
                  <a:gd name="T5" fmla="*/ 584 h 249"/>
                  <a:gd name="T6" fmla="*/ 67 w 62"/>
                  <a:gd name="T7" fmla="*/ 594 h 249"/>
                  <a:gd name="T8" fmla="*/ 53 w 62"/>
                  <a:gd name="T9" fmla="*/ 794 h 249"/>
                  <a:gd name="T10" fmla="*/ 79 w 62"/>
                  <a:gd name="T11" fmla="*/ 866 h 249"/>
                  <a:gd name="T12" fmla="*/ 108 w 62"/>
                  <a:gd name="T13" fmla="*/ 1131 h 249"/>
                  <a:gd name="T14" fmla="*/ 104 w 62"/>
                  <a:gd name="T15" fmla="*/ 1131 h 249"/>
                  <a:gd name="T16" fmla="*/ 101 w 62"/>
                  <a:gd name="T17" fmla="*/ 1128 h 249"/>
                  <a:gd name="T18" fmla="*/ 101 w 62"/>
                  <a:gd name="T19" fmla="*/ 1123 h 249"/>
                  <a:gd name="T20" fmla="*/ 96 w 62"/>
                  <a:gd name="T21" fmla="*/ 1037 h 249"/>
                  <a:gd name="T22" fmla="*/ 70 w 62"/>
                  <a:gd name="T23" fmla="*/ 899 h 249"/>
                  <a:gd name="T24" fmla="*/ 36 w 62"/>
                  <a:gd name="T25" fmla="*/ 809 h 249"/>
                  <a:gd name="T26" fmla="*/ 53 w 62"/>
                  <a:gd name="T27" fmla="*/ 584 h 249"/>
                  <a:gd name="T28" fmla="*/ 56 w 62"/>
                  <a:gd name="T29" fmla="*/ 569 h 249"/>
                  <a:gd name="T30" fmla="*/ 93 w 62"/>
                  <a:gd name="T31" fmla="*/ 285 h 249"/>
                  <a:gd name="T32" fmla="*/ 215 w 62"/>
                  <a:gd name="T33" fmla="*/ 0 h 2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249">
                    <a:moveTo>
                      <a:pt x="62" y="5"/>
                    </a:moveTo>
                    <a:cubicBezTo>
                      <a:pt x="30" y="17"/>
                      <a:pt x="28" y="48"/>
                      <a:pt x="30" y="62"/>
                    </a:cubicBezTo>
                    <a:cubicBezTo>
                      <a:pt x="34" y="85"/>
                      <a:pt x="33" y="96"/>
                      <a:pt x="19" y="128"/>
                    </a:cubicBezTo>
                    <a:cubicBezTo>
                      <a:pt x="18" y="130"/>
                      <a:pt x="18" y="130"/>
                      <a:pt x="18" y="130"/>
                    </a:cubicBezTo>
                    <a:cubicBezTo>
                      <a:pt x="6" y="159"/>
                      <a:pt x="7" y="161"/>
                      <a:pt x="14" y="174"/>
                    </a:cubicBezTo>
                    <a:cubicBezTo>
                      <a:pt x="16" y="177"/>
                      <a:pt x="18" y="182"/>
                      <a:pt x="21" y="190"/>
                    </a:cubicBezTo>
                    <a:cubicBezTo>
                      <a:pt x="31" y="219"/>
                      <a:pt x="34" y="244"/>
                      <a:pt x="29" y="248"/>
                    </a:cubicBezTo>
                    <a:cubicBezTo>
                      <a:pt x="29" y="249"/>
                      <a:pt x="30" y="248"/>
                      <a:pt x="28" y="248"/>
                    </a:cubicBezTo>
                    <a:cubicBezTo>
                      <a:pt x="28" y="247"/>
                      <a:pt x="28" y="247"/>
                      <a:pt x="27" y="247"/>
                    </a:cubicBezTo>
                    <a:cubicBezTo>
                      <a:pt x="27" y="247"/>
                      <a:pt x="27" y="246"/>
                      <a:pt x="27" y="246"/>
                    </a:cubicBezTo>
                    <a:cubicBezTo>
                      <a:pt x="27" y="239"/>
                      <a:pt x="27" y="233"/>
                      <a:pt x="26" y="227"/>
                    </a:cubicBezTo>
                    <a:cubicBezTo>
                      <a:pt x="26" y="224"/>
                      <a:pt x="22" y="203"/>
                      <a:pt x="19" y="197"/>
                    </a:cubicBezTo>
                    <a:cubicBezTo>
                      <a:pt x="15" y="187"/>
                      <a:pt x="12" y="180"/>
                      <a:pt x="10" y="177"/>
                    </a:cubicBezTo>
                    <a:cubicBezTo>
                      <a:pt x="0" y="160"/>
                      <a:pt x="1" y="158"/>
                      <a:pt x="14" y="128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8" y="93"/>
                      <a:pt x="28" y="83"/>
                      <a:pt x="25" y="63"/>
                    </a:cubicBezTo>
                    <a:cubicBezTo>
                      <a:pt x="21" y="37"/>
                      <a:pt x="32" y="10"/>
                      <a:pt x="5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39" name="Freeform 2020">
                <a:extLst>
                  <a:ext uri="{FF2B5EF4-FFF2-40B4-BE49-F238E27FC236}">
                    <a16:creationId xmlns:a16="http://schemas.microsoft.com/office/drawing/2014/main" id="{EA78D285-32FC-4FC7-875B-A3D2D5CB4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558"/>
                <a:ext cx="62" cy="46"/>
              </a:xfrm>
              <a:custGeom>
                <a:avLst/>
                <a:gdLst>
                  <a:gd name="T0" fmla="*/ 60 w 40"/>
                  <a:gd name="T1" fmla="*/ 43 h 28"/>
                  <a:gd name="T2" fmla="*/ 144 w 40"/>
                  <a:gd name="T3" fmla="*/ 43 h 28"/>
                  <a:gd name="T4" fmla="*/ 149 w 40"/>
                  <a:gd name="T5" fmla="*/ 49 h 28"/>
                  <a:gd name="T6" fmla="*/ 149 w 40"/>
                  <a:gd name="T7" fmla="*/ 43 h 28"/>
                  <a:gd name="T8" fmla="*/ 113 w 40"/>
                  <a:gd name="T9" fmla="*/ 0 h 28"/>
                  <a:gd name="T10" fmla="*/ 93 w 40"/>
                  <a:gd name="T11" fmla="*/ 5 h 28"/>
                  <a:gd name="T12" fmla="*/ 0 w 40"/>
                  <a:gd name="T13" fmla="*/ 84 h 28"/>
                  <a:gd name="T14" fmla="*/ 34 w 40"/>
                  <a:gd name="T15" fmla="*/ 125 h 28"/>
                  <a:gd name="T16" fmla="*/ 34 w 40"/>
                  <a:gd name="T17" fmla="*/ 125 h 28"/>
                  <a:gd name="T18" fmla="*/ 60 w 40"/>
                  <a:gd name="T19" fmla="*/ 43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28">
                    <a:moveTo>
                      <a:pt x="16" y="10"/>
                    </a:moveTo>
                    <a:cubicBezTo>
                      <a:pt x="24" y="5"/>
                      <a:pt x="34" y="4"/>
                      <a:pt x="39" y="10"/>
                    </a:cubicBezTo>
                    <a:cubicBezTo>
                      <a:pt x="40" y="10"/>
                      <a:pt x="40" y="10"/>
                      <a:pt x="40" y="11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6" y="23"/>
                      <a:pt x="9" y="15"/>
                      <a:pt x="16" y="10"/>
                    </a:cubicBezTo>
                    <a:close/>
                  </a:path>
                </a:pathLst>
              </a:custGeom>
              <a:solidFill>
                <a:srgbClr val="EE7E5B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0" name="Freeform 2021">
                <a:extLst>
                  <a:ext uri="{FF2B5EF4-FFF2-40B4-BE49-F238E27FC236}">
                    <a16:creationId xmlns:a16="http://schemas.microsoft.com/office/drawing/2014/main" id="{6ABD0921-3E8A-4B14-9B77-E1C16022E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564"/>
                <a:ext cx="59" cy="53"/>
              </a:xfrm>
              <a:custGeom>
                <a:avLst/>
                <a:gdLst>
                  <a:gd name="T0" fmla="*/ 123 w 38"/>
                  <a:gd name="T1" fmla="*/ 28 h 32"/>
                  <a:gd name="T2" fmla="*/ 104 w 38"/>
                  <a:gd name="T3" fmla="*/ 113 h 32"/>
                  <a:gd name="T4" fmla="*/ 19 w 38"/>
                  <a:gd name="T5" fmla="*/ 118 h 32"/>
                  <a:gd name="T6" fmla="*/ 39 w 38"/>
                  <a:gd name="T7" fmla="*/ 28 h 32"/>
                  <a:gd name="T8" fmla="*/ 123 w 38"/>
                  <a:gd name="T9" fmla="*/ 2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2">
                    <a:moveTo>
                      <a:pt x="33" y="6"/>
                    </a:moveTo>
                    <a:cubicBezTo>
                      <a:pt x="38" y="11"/>
                      <a:pt x="36" y="20"/>
                      <a:pt x="28" y="25"/>
                    </a:cubicBezTo>
                    <a:cubicBezTo>
                      <a:pt x="20" y="31"/>
                      <a:pt x="9" y="32"/>
                      <a:pt x="5" y="26"/>
                    </a:cubicBezTo>
                    <a:cubicBezTo>
                      <a:pt x="0" y="21"/>
                      <a:pt x="2" y="12"/>
                      <a:pt x="10" y="6"/>
                    </a:cubicBezTo>
                    <a:cubicBezTo>
                      <a:pt x="18" y="1"/>
                      <a:pt x="28" y="0"/>
                      <a:pt x="33" y="6"/>
                    </a:cubicBezTo>
                    <a:close/>
                  </a:path>
                </a:pathLst>
              </a:custGeom>
              <a:solidFill>
                <a:srgbClr val="FCD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1" name="Freeform 2022">
                <a:extLst>
                  <a:ext uri="{FF2B5EF4-FFF2-40B4-BE49-F238E27FC236}">
                    <a16:creationId xmlns:a16="http://schemas.microsoft.com/office/drawing/2014/main" id="{EDBBF4F8-4B05-4999-B4CA-CA7ADB08B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574"/>
                <a:ext cx="39" cy="33"/>
              </a:xfrm>
              <a:custGeom>
                <a:avLst/>
                <a:gdLst>
                  <a:gd name="T0" fmla="*/ 83 w 25"/>
                  <a:gd name="T1" fmla="*/ 13 h 20"/>
                  <a:gd name="T2" fmla="*/ 73 w 25"/>
                  <a:gd name="T3" fmla="*/ 71 h 20"/>
                  <a:gd name="T4" fmla="*/ 14 w 25"/>
                  <a:gd name="T5" fmla="*/ 76 h 20"/>
                  <a:gd name="T6" fmla="*/ 27 w 25"/>
                  <a:gd name="T7" fmla="*/ 20 h 20"/>
                  <a:gd name="T8" fmla="*/ 83 w 25"/>
                  <a:gd name="T9" fmla="*/ 1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22" y="3"/>
                    </a:moveTo>
                    <a:cubicBezTo>
                      <a:pt x="25" y="7"/>
                      <a:pt x="24" y="12"/>
                      <a:pt x="19" y="16"/>
                    </a:cubicBezTo>
                    <a:cubicBezTo>
                      <a:pt x="14" y="20"/>
                      <a:pt x="7" y="20"/>
                      <a:pt x="4" y="17"/>
                    </a:cubicBezTo>
                    <a:cubicBezTo>
                      <a:pt x="0" y="13"/>
                      <a:pt x="2" y="7"/>
                      <a:pt x="7" y="4"/>
                    </a:cubicBezTo>
                    <a:cubicBezTo>
                      <a:pt x="12" y="0"/>
                      <a:pt x="19" y="0"/>
                      <a:pt x="22" y="3"/>
                    </a:cubicBezTo>
                    <a:close/>
                  </a:path>
                </a:pathLst>
              </a:custGeom>
              <a:solidFill>
                <a:srgbClr val="C50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2" name="Freeform 2023">
                <a:extLst>
                  <a:ext uri="{FF2B5EF4-FFF2-40B4-BE49-F238E27FC236}">
                    <a16:creationId xmlns:a16="http://schemas.microsoft.com/office/drawing/2014/main" id="{9F1AB84D-7E4F-4B61-8356-DB397121A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576"/>
                <a:ext cx="28" cy="25"/>
              </a:xfrm>
              <a:custGeom>
                <a:avLst/>
                <a:gdLst>
                  <a:gd name="T0" fmla="*/ 22 w 18"/>
                  <a:gd name="T1" fmla="*/ 13 h 15"/>
                  <a:gd name="T2" fmla="*/ 8 w 18"/>
                  <a:gd name="T3" fmla="*/ 70 h 15"/>
                  <a:gd name="T4" fmla="*/ 47 w 18"/>
                  <a:gd name="T5" fmla="*/ 55 h 15"/>
                  <a:gd name="T6" fmla="*/ 56 w 18"/>
                  <a:gd name="T7" fmla="*/ 0 h 15"/>
                  <a:gd name="T8" fmla="*/ 22 w 18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">
                    <a:moveTo>
                      <a:pt x="6" y="3"/>
                    </a:moveTo>
                    <a:cubicBezTo>
                      <a:pt x="1" y="6"/>
                      <a:pt x="0" y="12"/>
                      <a:pt x="2" y="15"/>
                    </a:cubicBezTo>
                    <a:cubicBezTo>
                      <a:pt x="5" y="15"/>
                      <a:pt x="9" y="14"/>
                      <a:pt x="12" y="12"/>
                    </a:cubicBezTo>
                    <a:cubicBezTo>
                      <a:pt x="16" y="9"/>
                      <a:pt x="18" y="3"/>
                      <a:pt x="15" y="0"/>
                    </a:cubicBezTo>
                    <a:cubicBezTo>
                      <a:pt x="12" y="0"/>
                      <a:pt x="9" y="1"/>
                      <a:pt x="6" y="3"/>
                    </a:cubicBezTo>
                    <a:close/>
                  </a:path>
                </a:pathLst>
              </a:custGeom>
              <a:solidFill>
                <a:srgbClr val="AF09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3" name="Freeform 2024">
                <a:extLst>
                  <a:ext uri="{FF2B5EF4-FFF2-40B4-BE49-F238E27FC236}">
                    <a16:creationId xmlns:a16="http://schemas.microsoft.com/office/drawing/2014/main" id="{1998B816-FD6F-4A83-B9B0-182E80656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564"/>
                <a:ext cx="59" cy="53"/>
              </a:xfrm>
              <a:custGeom>
                <a:avLst/>
                <a:gdLst>
                  <a:gd name="T0" fmla="*/ 123 w 38"/>
                  <a:gd name="T1" fmla="*/ 28 h 32"/>
                  <a:gd name="T2" fmla="*/ 104 w 38"/>
                  <a:gd name="T3" fmla="*/ 113 h 32"/>
                  <a:gd name="T4" fmla="*/ 19 w 38"/>
                  <a:gd name="T5" fmla="*/ 118 h 32"/>
                  <a:gd name="T6" fmla="*/ 39 w 38"/>
                  <a:gd name="T7" fmla="*/ 28 h 32"/>
                  <a:gd name="T8" fmla="*/ 123 w 38"/>
                  <a:gd name="T9" fmla="*/ 2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2">
                    <a:moveTo>
                      <a:pt x="33" y="6"/>
                    </a:moveTo>
                    <a:cubicBezTo>
                      <a:pt x="38" y="11"/>
                      <a:pt x="36" y="20"/>
                      <a:pt x="28" y="25"/>
                    </a:cubicBezTo>
                    <a:cubicBezTo>
                      <a:pt x="20" y="31"/>
                      <a:pt x="9" y="32"/>
                      <a:pt x="5" y="26"/>
                    </a:cubicBezTo>
                    <a:cubicBezTo>
                      <a:pt x="0" y="21"/>
                      <a:pt x="2" y="12"/>
                      <a:pt x="10" y="6"/>
                    </a:cubicBezTo>
                    <a:cubicBezTo>
                      <a:pt x="18" y="1"/>
                      <a:pt x="28" y="0"/>
                      <a:pt x="33" y="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72" name="Freeform 2025">
                <a:extLst>
                  <a:ext uri="{FF2B5EF4-FFF2-40B4-BE49-F238E27FC236}">
                    <a16:creationId xmlns:a16="http://schemas.microsoft.com/office/drawing/2014/main" id="{EEBA09F4-34F4-4074-848A-B39F8309D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2170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1 h 1"/>
                  <a:gd name="T4" fmla="*/ 0 w 1"/>
                  <a:gd name="T5" fmla="*/ 0 h 1"/>
                  <a:gd name="T6" fmla="*/ 8 w 1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7BCE9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73" name="Freeform 2026">
                <a:extLst>
                  <a:ext uri="{FF2B5EF4-FFF2-40B4-BE49-F238E27FC236}">
                    <a16:creationId xmlns:a16="http://schemas.microsoft.com/office/drawing/2014/main" id="{1F73CFA7-4EC6-47A3-8A02-7CF7F856C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146"/>
                <a:ext cx="57" cy="48"/>
              </a:xfrm>
              <a:custGeom>
                <a:avLst/>
                <a:gdLst>
                  <a:gd name="T0" fmla="*/ 62 w 37"/>
                  <a:gd name="T1" fmla="*/ 41 h 29"/>
                  <a:gd name="T2" fmla="*/ 136 w 37"/>
                  <a:gd name="T3" fmla="*/ 60 h 29"/>
                  <a:gd name="T4" fmla="*/ 106 w 37"/>
                  <a:gd name="T5" fmla="*/ 0 h 29"/>
                  <a:gd name="T6" fmla="*/ 0 w 37"/>
                  <a:gd name="T7" fmla="*/ 63 h 29"/>
                  <a:gd name="T8" fmla="*/ 22 w 37"/>
                  <a:gd name="T9" fmla="*/ 131 h 29"/>
                  <a:gd name="T10" fmla="*/ 62 w 37"/>
                  <a:gd name="T11" fmla="*/ 41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29">
                    <a:moveTo>
                      <a:pt x="17" y="9"/>
                    </a:moveTo>
                    <a:cubicBezTo>
                      <a:pt x="24" y="6"/>
                      <a:pt x="33" y="8"/>
                      <a:pt x="37" y="13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3" y="22"/>
                      <a:pt x="8" y="13"/>
                      <a:pt x="17" y="9"/>
                    </a:cubicBezTo>
                    <a:close/>
                  </a:path>
                </a:pathLst>
              </a:custGeom>
              <a:solidFill>
                <a:srgbClr val="27BCE9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74" name="Freeform 2027">
                <a:extLst>
                  <a:ext uri="{FF2B5EF4-FFF2-40B4-BE49-F238E27FC236}">
                    <a16:creationId xmlns:a16="http://schemas.microsoft.com/office/drawing/2014/main" id="{7DB39270-5CD5-4961-83CE-F4B4D4667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156"/>
                <a:ext cx="59" cy="55"/>
              </a:xfrm>
              <a:custGeom>
                <a:avLst/>
                <a:gdLst>
                  <a:gd name="T0" fmla="*/ 130 w 38"/>
                  <a:gd name="T1" fmla="*/ 47 h 33"/>
                  <a:gd name="T2" fmla="*/ 89 w 38"/>
                  <a:gd name="T3" fmla="*/ 133 h 33"/>
                  <a:gd name="T4" fmla="*/ 12 w 38"/>
                  <a:gd name="T5" fmla="*/ 105 h 33"/>
                  <a:gd name="T6" fmla="*/ 53 w 38"/>
                  <a:gd name="T7" fmla="*/ 13 h 33"/>
                  <a:gd name="T8" fmla="*/ 130 w 38"/>
                  <a:gd name="T9" fmla="*/ 4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3">
                    <a:moveTo>
                      <a:pt x="35" y="10"/>
                    </a:moveTo>
                    <a:cubicBezTo>
                      <a:pt x="38" y="17"/>
                      <a:pt x="33" y="26"/>
                      <a:pt x="24" y="29"/>
                    </a:cubicBezTo>
                    <a:cubicBezTo>
                      <a:pt x="15" y="33"/>
                      <a:pt x="6" y="30"/>
                      <a:pt x="3" y="23"/>
                    </a:cubicBezTo>
                    <a:cubicBezTo>
                      <a:pt x="0" y="16"/>
                      <a:pt x="5" y="7"/>
                      <a:pt x="14" y="3"/>
                    </a:cubicBezTo>
                    <a:cubicBezTo>
                      <a:pt x="23" y="0"/>
                      <a:pt x="32" y="2"/>
                      <a:pt x="35" y="10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75" name="Freeform 2028">
                <a:extLst>
                  <a:ext uri="{FF2B5EF4-FFF2-40B4-BE49-F238E27FC236}">
                    <a16:creationId xmlns:a16="http://schemas.microsoft.com/office/drawing/2014/main" id="{A88DB475-24B6-429B-8398-56C9E5111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165"/>
                <a:ext cx="38" cy="36"/>
              </a:xfrm>
              <a:custGeom>
                <a:avLst/>
                <a:gdLst>
                  <a:gd name="T0" fmla="*/ 87 w 24"/>
                  <a:gd name="T1" fmla="*/ 29 h 22"/>
                  <a:gd name="T2" fmla="*/ 60 w 24"/>
                  <a:gd name="T3" fmla="*/ 88 h 22"/>
                  <a:gd name="T4" fmla="*/ 5 w 24"/>
                  <a:gd name="T5" fmla="*/ 70 h 22"/>
                  <a:gd name="T6" fmla="*/ 35 w 24"/>
                  <a:gd name="T7" fmla="*/ 13 h 22"/>
                  <a:gd name="T8" fmla="*/ 87 w 24"/>
                  <a:gd name="T9" fmla="*/ 2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22" y="7"/>
                    </a:moveTo>
                    <a:cubicBezTo>
                      <a:pt x="24" y="12"/>
                      <a:pt x="21" y="17"/>
                      <a:pt x="15" y="20"/>
                    </a:cubicBezTo>
                    <a:cubicBezTo>
                      <a:pt x="10" y="22"/>
                      <a:pt x="3" y="20"/>
                      <a:pt x="1" y="16"/>
                    </a:cubicBezTo>
                    <a:cubicBezTo>
                      <a:pt x="0" y="11"/>
                      <a:pt x="3" y="5"/>
                      <a:pt x="9" y="3"/>
                    </a:cubicBezTo>
                    <a:cubicBezTo>
                      <a:pt x="14" y="0"/>
                      <a:pt x="21" y="2"/>
                      <a:pt x="22" y="7"/>
                    </a:cubicBezTo>
                    <a:close/>
                  </a:path>
                </a:pathLst>
              </a:custGeom>
              <a:solidFill>
                <a:srgbClr val="007E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76" name="Freeform 2029">
                <a:extLst>
                  <a:ext uri="{FF2B5EF4-FFF2-40B4-BE49-F238E27FC236}">
                    <a16:creationId xmlns:a16="http://schemas.microsoft.com/office/drawing/2014/main" id="{7E3A97F1-E2BF-4F5E-9978-B855FAB52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168"/>
                <a:ext cx="30" cy="23"/>
              </a:xfrm>
              <a:custGeom>
                <a:avLst/>
                <a:gdLst>
                  <a:gd name="T0" fmla="*/ 35 w 19"/>
                  <a:gd name="T1" fmla="*/ 5 h 14"/>
                  <a:gd name="T2" fmla="*/ 5 w 19"/>
                  <a:gd name="T3" fmla="*/ 58 h 14"/>
                  <a:gd name="T4" fmla="*/ 39 w 19"/>
                  <a:gd name="T5" fmla="*/ 54 h 14"/>
                  <a:gd name="T6" fmla="*/ 68 w 19"/>
                  <a:gd name="T7" fmla="*/ 0 h 14"/>
                  <a:gd name="T8" fmla="*/ 35 w 19"/>
                  <a:gd name="T9" fmla="*/ 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4">
                    <a:moveTo>
                      <a:pt x="9" y="1"/>
                    </a:moveTo>
                    <a:cubicBezTo>
                      <a:pt x="3" y="3"/>
                      <a:pt x="0" y="8"/>
                      <a:pt x="1" y="13"/>
                    </a:cubicBezTo>
                    <a:cubicBezTo>
                      <a:pt x="4" y="14"/>
                      <a:pt x="7" y="13"/>
                      <a:pt x="10" y="12"/>
                    </a:cubicBezTo>
                    <a:cubicBezTo>
                      <a:pt x="16" y="10"/>
                      <a:pt x="19" y="5"/>
                      <a:pt x="17" y="0"/>
                    </a:cubicBezTo>
                    <a:cubicBezTo>
                      <a:pt x="15" y="0"/>
                      <a:pt x="12" y="0"/>
                      <a:pt x="9" y="1"/>
                    </a:cubicBezTo>
                    <a:close/>
                  </a:path>
                </a:pathLst>
              </a:custGeom>
              <a:solidFill>
                <a:srgbClr val="005C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77" name="Freeform 2030">
                <a:extLst>
                  <a:ext uri="{FF2B5EF4-FFF2-40B4-BE49-F238E27FC236}">
                    <a16:creationId xmlns:a16="http://schemas.microsoft.com/office/drawing/2014/main" id="{3FF17BF5-C16F-4350-B688-D9E1BA4F1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156"/>
                <a:ext cx="59" cy="55"/>
              </a:xfrm>
              <a:custGeom>
                <a:avLst/>
                <a:gdLst>
                  <a:gd name="T0" fmla="*/ 130 w 38"/>
                  <a:gd name="T1" fmla="*/ 47 h 33"/>
                  <a:gd name="T2" fmla="*/ 89 w 38"/>
                  <a:gd name="T3" fmla="*/ 133 h 33"/>
                  <a:gd name="T4" fmla="*/ 12 w 38"/>
                  <a:gd name="T5" fmla="*/ 105 h 33"/>
                  <a:gd name="T6" fmla="*/ 53 w 38"/>
                  <a:gd name="T7" fmla="*/ 13 h 33"/>
                  <a:gd name="T8" fmla="*/ 130 w 38"/>
                  <a:gd name="T9" fmla="*/ 4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3">
                    <a:moveTo>
                      <a:pt x="35" y="10"/>
                    </a:moveTo>
                    <a:cubicBezTo>
                      <a:pt x="38" y="17"/>
                      <a:pt x="33" y="26"/>
                      <a:pt x="24" y="29"/>
                    </a:cubicBezTo>
                    <a:cubicBezTo>
                      <a:pt x="15" y="33"/>
                      <a:pt x="6" y="30"/>
                      <a:pt x="3" y="23"/>
                    </a:cubicBezTo>
                    <a:cubicBezTo>
                      <a:pt x="0" y="16"/>
                      <a:pt x="5" y="7"/>
                      <a:pt x="14" y="3"/>
                    </a:cubicBezTo>
                    <a:cubicBezTo>
                      <a:pt x="23" y="0"/>
                      <a:pt x="32" y="2"/>
                      <a:pt x="35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78" name="Freeform 2031">
                <a:extLst>
                  <a:ext uri="{FF2B5EF4-FFF2-40B4-BE49-F238E27FC236}">
                    <a16:creationId xmlns:a16="http://schemas.microsoft.com/office/drawing/2014/main" id="{4478167E-DF32-4E4A-B66D-8227CCF02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2332"/>
                <a:ext cx="320" cy="453"/>
              </a:xfrm>
              <a:custGeom>
                <a:avLst/>
                <a:gdLst>
                  <a:gd name="T0" fmla="*/ 570 w 206"/>
                  <a:gd name="T1" fmla="*/ 76 h 273"/>
                  <a:gd name="T2" fmla="*/ 283 w 206"/>
                  <a:gd name="T3" fmla="*/ 443 h 273"/>
                  <a:gd name="T4" fmla="*/ 230 w 206"/>
                  <a:gd name="T5" fmla="*/ 609 h 273"/>
                  <a:gd name="T6" fmla="*/ 345 w 206"/>
                  <a:gd name="T7" fmla="*/ 650 h 273"/>
                  <a:gd name="T8" fmla="*/ 483 w 206"/>
                  <a:gd name="T9" fmla="*/ 707 h 273"/>
                  <a:gd name="T10" fmla="*/ 466 w 206"/>
                  <a:gd name="T11" fmla="*/ 860 h 273"/>
                  <a:gd name="T12" fmla="*/ 249 w 206"/>
                  <a:gd name="T13" fmla="*/ 956 h 273"/>
                  <a:gd name="T14" fmla="*/ 87 w 206"/>
                  <a:gd name="T15" fmla="*/ 919 h 273"/>
                  <a:gd name="T16" fmla="*/ 8 w 206"/>
                  <a:gd name="T17" fmla="*/ 1135 h 273"/>
                  <a:gd name="T18" fmla="*/ 75 w 206"/>
                  <a:gd name="T19" fmla="*/ 1225 h 273"/>
                  <a:gd name="T20" fmla="*/ 149 w 206"/>
                  <a:gd name="T21" fmla="*/ 1107 h 273"/>
                  <a:gd name="T22" fmla="*/ 387 w 206"/>
                  <a:gd name="T23" fmla="*/ 1082 h 273"/>
                  <a:gd name="T24" fmla="*/ 629 w 206"/>
                  <a:gd name="T25" fmla="*/ 772 h 273"/>
                  <a:gd name="T26" fmla="*/ 480 w 206"/>
                  <a:gd name="T27" fmla="*/ 493 h 273"/>
                  <a:gd name="T28" fmla="*/ 567 w 206"/>
                  <a:gd name="T29" fmla="*/ 292 h 273"/>
                  <a:gd name="T30" fmla="*/ 623 w 206"/>
                  <a:gd name="T31" fmla="*/ 168 h 273"/>
                  <a:gd name="T32" fmla="*/ 719 w 206"/>
                  <a:gd name="T33" fmla="*/ 133 h 273"/>
                  <a:gd name="T34" fmla="*/ 767 w 206"/>
                  <a:gd name="T35" fmla="*/ 113 h 273"/>
                  <a:gd name="T36" fmla="*/ 710 w 206"/>
                  <a:gd name="T37" fmla="*/ 13 h 273"/>
                  <a:gd name="T38" fmla="*/ 615 w 206"/>
                  <a:gd name="T39" fmla="*/ 55 h 27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6" h="273">
                    <a:moveTo>
                      <a:pt x="152" y="17"/>
                    </a:moveTo>
                    <a:cubicBezTo>
                      <a:pt x="136" y="47"/>
                      <a:pt x="99" y="72"/>
                      <a:pt x="75" y="97"/>
                    </a:cubicBezTo>
                    <a:cubicBezTo>
                      <a:pt x="67" y="106"/>
                      <a:pt x="53" y="120"/>
                      <a:pt x="61" y="133"/>
                    </a:cubicBezTo>
                    <a:cubicBezTo>
                      <a:pt x="68" y="143"/>
                      <a:pt x="82" y="141"/>
                      <a:pt x="92" y="142"/>
                    </a:cubicBezTo>
                    <a:cubicBezTo>
                      <a:pt x="107" y="144"/>
                      <a:pt x="119" y="142"/>
                      <a:pt x="129" y="155"/>
                    </a:cubicBezTo>
                    <a:cubicBezTo>
                      <a:pt x="140" y="170"/>
                      <a:pt x="139" y="181"/>
                      <a:pt x="124" y="188"/>
                    </a:cubicBezTo>
                    <a:cubicBezTo>
                      <a:pt x="104" y="198"/>
                      <a:pt x="89" y="211"/>
                      <a:pt x="66" y="209"/>
                    </a:cubicBezTo>
                    <a:cubicBezTo>
                      <a:pt x="51" y="208"/>
                      <a:pt x="36" y="208"/>
                      <a:pt x="23" y="201"/>
                    </a:cubicBezTo>
                    <a:cubicBezTo>
                      <a:pt x="10" y="215"/>
                      <a:pt x="0" y="228"/>
                      <a:pt x="2" y="248"/>
                    </a:cubicBezTo>
                    <a:cubicBezTo>
                      <a:pt x="4" y="259"/>
                      <a:pt x="6" y="273"/>
                      <a:pt x="20" y="268"/>
                    </a:cubicBezTo>
                    <a:cubicBezTo>
                      <a:pt x="29" y="264"/>
                      <a:pt x="30" y="247"/>
                      <a:pt x="40" y="242"/>
                    </a:cubicBezTo>
                    <a:cubicBezTo>
                      <a:pt x="58" y="232"/>
                      <a:pt x="84" y="244"/>
                      <a:pt x="103" y="237"/>
                    </a:cubicBezTo>
                    <a:cubicBezTo>
                      <a:pt x="123" y="230"/>
                      <a:pt x="165" y="192"/>
                      <a:pt x="168" y="169"/>
                    </a:cubicBezTo>
                    <a:cubicBezTo>
                      <a:pt x="173" y="138"/>
                      <a:pt x="123" y="133"/>
                      <a:pt x="128" y="108"/>
                    </a:cubicBezTo>
                    <a:cubicBezTo>
                      <a:pt x="131" y="95"/>
                      <a:pt x="145" y="77"/>
                      <a:pt x="151" y="64"/>
                    </a:cubicBezTo>
                    <a:cubicBezTo>
                      <a:pt x="155" y="55"/>
                      <a:pt x="159" y="44"/>
                      <a:pt x="166" y="37"/>
                    </a:cubicBezTo>
                    <a:cubicBezTo>
                      <a:pt x="176" y="26"/>
                      <a:pt x="180" y="28"/>
                      <a:pt x="192" y="29"/>
                    </a:cubicBezTo>
                    <a:cubicBezTo>
                      <a:pt x="201" y="30"/>
                      <a:pt x="204" y="34"/>
                      <a:pt x="205" y="25"/>
                    </a:cubicBezTo>
                    <a:cubicBezTo>
                      <a:pt x="206" y="19"/>
                      <a:pt x="195" y="4"/>
                      <a:pt x="189" y="3"/>
                    </a:cubicBezTo>
                    <a:cubicBezTo>
                      <a:pt x="180" y="0"/>
                      <a:pt x="172" y="8"/>
                      <a:pt x="164" y="12"/>
                    </a:cubicBezTo>
                  </a:path>
                </a:pathLst>
              </a:custGeom>
              <a:solidFill>
                <a:srgbClr val="D86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79" name="Freeform 2032">
                <a:extLst>
                  <a:ext uri="{FF2B5EF4-FFF2-40B4-BE49-F238E27FC236}">
                    <a16:creationId xmlns:a16="http://schemas.microsoft.com/office/drawing/2014/main" id="{AF02FFD7-F5B2-470E-A1DC-8E9E7DED9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199"/>
                <a:ext cx="194" cy="110"/>
              </a:xfrm>
              <a:custGeom>
                <a:avLst/>
                <a:gdLst>
                  <a:gd name="T0" fmla="*/ 70 w 125"/>
                  <a:gd name="T1" fmla="*/ 305 h 66"/>
                  <a:gd name="T2" fmla="*/ 19 w 125"/>
                  <a:gd name="T3" fmla="*/ 237 h 66"/>
                  <a:gd name="T4" fmla="*/ 34 w 125"/>
                  <a:gd name="T5" fmla="*/ 172 h 66"/>
                  <a:gd name="T6" fmla="*/ 217 w 125"/>
                  <a:gd name="T7" fmla="*/ 75 h 66"/>
                  <a:gd name="T8" fmla="*/ 414 w 125"/>
                  <a:gd name="T9" fmla="*/ 37 h 66"/>
                  <a:gd name="T10" fmla="*/ 467 w 125"/>
                  <a:gd name="T11" fmla="*/ 297 h 66"/>
                  <a:gd name="T12" fmla="*/ 359 w 125"/>
                  <a:gd name="T13" fmla="*/ 258 h 66"/>
                  <a:gd name="T14" fmla="*/ 310 w 125"/>
                  <a:gd name="T15" fmla="*/ 175 h 66"/>
                  <a:gd name="T16" fmla="*/ 147 w 125"/>
                  <a:gd name="T17" fmla="*/ 222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" h="66">
                    <a:moveTo>
                      <a:pt x="19" y="66"/>
                    </a:moveTo>
                    <a:cubicBezTo>
                      <a:pt x="13" y="64"/>
                      <a:pt x="7" y="58"/>
                      <a:pt x="5" y="51"/>
                    </a:cubicBezTo>
                    <a:cubicBezTo>
                      <a:pt x="1" y="41"/>
                      <a:pt x="0" y="44"/>
                      <a:pt x="9" y="37"/>
                    </a:cubicBezTo>
                    <a:cubicBezTo>
                      <a:pt x="20" y="27"/>
                      <a:pt x="44" y="22"/>
                      <a:pt x="58" y="16"/>
                    </a:cubicBezTo>
                    <a:cubicBezTo>
                      <a:pt x="70" y="11"/>
                      <a:pt x="99" y="0"/>
                      <a:pt x="111" y="8"/>
                    </a:cubicBezTo>
                    <a:cubicBezTo>
                      <a:pt x="123" y="15"/>
                      <a:pt x="119" y="50"/>
                      <a:pt x="125" y="64"/>
                    </a:cubicBezTo>
                    <a:cubicBezTo>
                      <a:pt x="116" y="66"/>
                      <a:pt x="103" y="61"/>
                      <a:pt x="96" y="56"/>
                    </a:cubicBezTo>
                    <a:cubicBezTo>
                      <a:pt x="89" y="51"/>
                      <a:pt x="88" y="41"/>
                      <a:pt x="83" y="38"/>
                    </a:cubicBezTo>
                    <a:cubicBezTo>
                      <a:pt x="68" y="27"/>
                      <a:pt x="52" y="42"/>
                      <a:pt x="39" y="48"/>
                    </a:cubicBezTo>
                  </a:path>
                </a:pathLst>
              </a:custGeom>
              <a:solidFill>
                <a:srgbClr val="D86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0" name="Freeform 2033">
                <a:extLst>
                  <a:ext uri="{FF2B5EF4-FFF2-40B4-BE49-F238E27FC236}">
                    <a16:creationId xmlns:a16="http://schemas.microsoft.com/office/drawing/2014/main" id="{FACCC49B-EA0B-40D8-8CAF-83557375E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447"/>
                <a:ext cx="70" cy="106"/>
              </a:xfrm>
              <a:custGeom>
                <a:avLst/>
                <a:gdLst>
                  <a:gd name="T0" fmla="*/ 123 w 45"/>
                  <a:gd name="T1" fmla="*/ 55 h 64"/>
                  <a:gd name="T2" fmla="*/ 12 w 45"/>
                  <a:gd name="T3" fmla="*/ 242 h 64"/>
                  <a:gd name="T4" fmla="*/ 73 w 45"/>
                  <a:gd name="T5" fmla="*/ 255 h 64"/>
                  <a:gd name="T6" fmla="*/ 170 w 45"/>
                  <a:gd name="T7" fmla="*/ 268 h 64"/>
                  <a:gd name="T8" fmla="*/ 117 w 45"/>
                  <a:gd name="T9" fmla="*/ 146 h 64"/>
                  <a:gd name="T10" fmla="*/ 165 w 45"/>
                  <a:gd name="T11" fmla="*/ 0 h 64"/>
                  <a:gd name="T12" fmla="*/ 149 w 45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64">
                    <a:moveTo>
                      <a:pt x="33" y="12"/>
                    </a:moveTo>
                    <a:cubicBezTo>
                      <a:pt x="26" y="21"/>
                      <a:pt x="0" y="40"/>
                      <a:pt x="3" y="53"/>
                    </a:cubicBezTo>
                    <a:cubicBezTo>
                      <a:pt x="5" y="64"/>
                      <a:pt x="9" y="58"/>
                      <a:pt x="19" y="56"/>
                    </a:cubicBezTo>
                    <a:cubicBezTo>
                      <a:pt x="28" y="55"/>
                      <a:pt x="36" y="56"/>
                      <a:pt x="45" y="59"/>
                    </a:cubicBezTo>
                    <a:cubicBezTo>
                      <a:pt x="35" y="49"/>
                      <a:pt x="27" y="46"/>
                      <a:pt x="31" y="32"/>
                    </a:cubicBezTo>
                    <a:cubicBezTo>
                      <a:pt x="33" y="20"/>
                      <a:pt x="45" y="14"/>
                      <a:pt x="44" y="0"/>
                    </a:cubicBezTo>
                    <a:cubicBezTo>
                      <a:pt x="43" y="0"/>
                      <a:pt x="41" y="0"/>
                      <a:pt x="40" y="0"/>
                    </a:cubicBezTo>
                  </a:path>
                </a:pathLst>
              </a:custGeom>
              <a:solidFill>
                <a:srgbClr val="CF4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1" name="Freeform 2034">
                <a:extLst>
                  <a:ext uri="{FF2B5EF4-FFF2-40B4-BE49-F238E27FC236}">
                    <a16:creationId xmlns:a16="http://schemas.microsoft.com/office/drawing/2014/main" id="{20139E45-0CD4-46A1-A985-FB6879BA1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2256"/>
                <a:ext cx="47" cy="46"/>
              </a:xfrm>
              <a:custGeom>
                <a:avLst/>
                <a:gdLst>
                  <a:gd name="T0" fmla="*/ 0 w 30"/>
                  <a:gd name="T1" fmla="*/ 35 h 28"/>
                  <a:gd name="T2" fmla="*/ 116 w 30"/>
                  <a:gd name="T3" fmla="*/ 13 h 28"/>
                  <a:gd name="T4" fmla="*/ 14 w 30"/>
                  <a:gd name="T5" fmla="*/ 2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8">
                    <a:moveTo>
                      <a:pt x="0" y="8"/>
                    </a:moveTo>
                    <a:cubicBezTo>
                      <a:pt x="0" y="28"/>
                      <a:pt x="20" y="3"/>
                      <a:pt x="30" y="3"/>
                    </a:cubicBezTo>
                    <a:cubicBezTo>
                      <a:pt x="23" y="0"/>
                      <a:pt x="12" y="3"/>
                      <a:pt x="4" y="6"/>
                    </a:cubicBezTo>
                  </a:path>
                </a:pathLst>
              </a:custGeom>
              <a:solidFill>
                <a:srgbClr val="CF4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2" name="Freeform 2035">
                <a:extLst>
                  <a:ext uri="{FF2B5EF4-FFF2-40B4-BE49-F238E27FC236}">
                    <a16:creationId xmlns:a16="http://schemas.microsoft.com/office/drawing/2014/main" id="{539CFB9F-9179-4DBC-BF7F-FCD31E1E9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2143"/>
                <a:ext cx="146" cy="269"/>
              </a:xfrm>
              <a:custGeom>
                <a:avLst/>
                <a:gdLst>
                  <a:gd name="T0" fmla="*/ 289 w 94"/>
                  <a:gd name="T1" fmla="*/ 0 h 162"/>
                  <a:gd name="T2" fmla="*/ 79 w 94"/>
                  <a:gd name="T3" fmla="*/ 91 h 162"/>
                  <a:gd name="T4" fmla="*/ 79 w 94"/>
                  <a:gd name="T5" fmla="*/ 312 h 162"/>
                  <a:gd name="T6" fmla="*/ 96 w 94"/>
                  <a:gd name="T7" fmla="*/ 535 h 162"/>
                  <a:gd name="T8" fmla="*/ 5 w 94"/>
                  <a:gd name="T9" fmla="*/ 742 h 162"/>
                  <a:gd name="T10" fmla="*/ 273 w 94"/>
                  <a:gd name="T11" fmla="*/ 251 h 162"/>
                  <a:gd name="T12" fmla="*/ 348 w 94"/>
                  <a:gd name="T13" fmla="*/ 183 h 162"/>
                  <a:gd name="T14" fmla="*/ 348 w 94"/>
                  <a:gd name="T15" fmla="*/ 8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162">
                    <a:moveTo>
                      <a:pt x="77" y="0"/>
                    </a:moveTo>
                    <a:cubicBezTo>
                      <a:pt x="57" y="8"/>
                      <a:pt x="37" y="3"/>
                      <a:pt x="21" y="20"/>
                    </a:cubicBezTo>
                    <a:cubicBezTo>
                      <a:pt x="6" y="36"/>
                      <a:pt x="16" y="51"/>
                      <a:pt x="21" y="68"/>
                    </a:cubicBezTo>
                    <a:cubicBezTo>
                      <a:pt x="25" y="83"/>
                      <a:pt x="30" y="102"/>
                      <a:pt x="26" y="117"/>
                    </a:cubicBezTo>
                    <a:cubicBezTo>
                      <a:pt x="23" y="133"/>
                      <a:pt x="0" y="147"/>
                      <a:pt x="1" y="162"/>
                    </a:cubicBezTo>
                    <a:cubicBezTo>
                      <a:pt x="57" y="151"/>
                      <a:pt x="27" y="73"/>
                      <a:pt x="73" y="55"/>
                    </a:cubicBezTo>
                    <a:cubicBezTo>
                      <a:pt x="87" y="50"/>
                      <a:pt x="91" y="58"/>
                      <a:pt x="93" y="40"/>
                    </a:cubicBezTo>
                    <a:cubicBezTo>
                      <a:pt x="94" y="27"/>
                      <a:pt x="93" y="14"/>
                      <a:pt x="93" y="2"/>
                    </a:cubicBezTo>
                  </a:path>
                </a:pathLst>
              </a:custGeom>
              <a:solidFill>
                <a:srgbClr val="D86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3" name="Freeform 2036">
                <a:extLst>
                  <a:ext uri="{FF2B5EF4-FFF2-40B4-BE49-F238E27FC236}">
                    <a16:creationId xmlns:a16="http://schemas.microsoft.com/office/drawing/2014/main" id="{F12B53CE-5C34-47F5-B683-A910711A7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2163"/>
                <a:ext cx="65" cy="96"/>
              </a:xfrm>
              <a:custGeom>
                <a:avLst/>
                <a:gdLst>
                  <a:gd name="T0" fmla="*/ 156 w 42"/>
                  <a:gd name="T1" fmla="*/ 0 h 58"/>
                  <a:gd name="T2" fmla="*/ 36 w 42"/>
                  <a:gd name="T3" fmla="*/ 71 h 58"/>
                  <a:gd name="T4" fmla="*/ 62 w 42"/>
                  <a:gd name="T5" fmla="*/ 263 h 58"/>
                  <a:gd name="T6" fmla="*/ 88 w 42"/>
                  <a:gd name="T7" fmla="*/ 104 h 58"/>
                  <a:gd name="T8" fmla="*/ 149 w 42"/>
                  <a:gd name="T9" fmla="*/ 3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58">
                    <a:moveTo>
                      <a:pt x="42" y="0"/>
                    </a:moveTo>
                    <a:cubicBezTo>
                      <a:pt x="31" y="4"/>
                      <a:pt x="16" y="6"/>
                      <a:pt x="10" y="16"/>
                    </a:cubicBezTo>
                    <a:cubicBezTo>
                      <a:pt x="0" y="31"/>
                      <a:pt x="15" y="44"/>
                      <a:pt x="17" y="58"/>
                    </a:cubicBezTo>
                    <a:cubicBezTo>
                      <a:pt x="14" y="41"/>
                      <a:pt x="13" y="35"/>
                      <a:pt x="24" y="23"/>
                    </a:cubicBezTo>
                    <a:cubicBezTo>
                      <a:pt x="29" y="18"/>
                      <a:pt x="35" y="9"/>
                      <a:pt x="40" y="7"/>
                    </a:cubicBezTo>
                  </a:path>
                </a:pathLst>
              </a:custGeom>
              <a:solidFill>
                <a:srgbClr val="CF4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4" name="Freeform 2037">
                <a:extLst>
                  <a:ext uri="{FF2B5EF4-FFF2-40B4-BE49-F238E27FC236}">
                    <a16:creationId xmlns:a16="http://schemas.microsoft.com/office/drawing/2014/main" id="{DA7F3EFB-1D9E-4D39-9F58-1DE501E72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3133"/>
                <a:ext cx="104" cy="95"/>
              </a:xfrm>
              <a:custGeom>
                <a:avLst/>
                <a:gdLst>
                  <a:gd name="T0" fmla="*/ 5 w 67"/>
                  <a:gd name="T1" fmla="*/ 237 h 57"/>
                  <a:gd name="T2" fmla="*/ 79 w 67"/>
                  <a:gd name="T3" fmla="*/ 47 h 57"/>
                  <a:gd name="T4" fmla="*/ 250 w 67"/>
                  <a:gd name="T5" fmla="*/ 0 h 57"/>
                  <a:gd name="T6" fmla="*/ 123 w 67"/>
                  <a:gd name="T7" fmla="*/ 117 h 57"/>
                  <a:gd name="T8" fmla="*/ 56 w 67"/>
                  <a:gd name="T9" fmla="*/ 263 h 57"/>
                  <a:gd name="T10" fmla="*/ 29 w 67"/>
                  <a:gd name="T11" fmla="*/ 25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57">
                    <a:moveTo>
                      <a:pt x="1" y="51"/>
                    </a:moveTo>
                    <a:cubicBezTo>
                      <a:pt x="2" y="33"/>
                      <a:pt x="0" y="14"/>
                      <a:pt x="21" y="10"/>
                    </a:cubicBezTo>
                    <a:cubicBezTo>
                      <a:pt x="40" y="7"/>
                      <a:pt x="50" y="12"/>
                      <a:pt x="67" y="0"/>
                    </a:cubicBezTo>
                    <a:cubicBezTo>
                      <a:pt x="64" y="15"/>
                      <a:pt x="45" y="19"/>
                      <a:pt x="33" y="25"/>
                    </a:cubicBezTo>
                    <a:cubicBezTo>
                      <a:pt x="17" y="34"/>
                      <a:pt x="19" y="41"/>
                      <a:pt x="15" y="57"/>
                    </a:cubicBezTo>
                    <a:cubicBezTo>
                      <a:pt x="12" y="56"/>
                      <a:pt x="10" y="56"/>
                      <a:pt x="8" y="54"/>
                    </a:cubicBezTo>
                  </a:path>
                </a:pathLst>
              </a:custGeom>
              <a:solidFill>
                <a:srgbClr val="D86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5" name="Freeform 2038">
                <a:extLst>
                  <a:ext uri="{FF2B5EF4-FFF2-40B4-BE49-F238E27FC236}">
                    <a16:creationId xmlns:a16="http://schemas.microsoft.com/office/drawing/2014/main" id="{26C5D0EF-623B-4D8B-90C9-37A2D906B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607"/>
                <a:ext cx="229" cy="322"/>
              </a:xfrm>
              <a:custGeom>
                <a:avLst/>
                <a:gdLst>
                  <a:gd name="T0" fmla="*/ 0 w 147"/>
                  <a:gd name="T1" fmla="*/ 247 h 194"/>
                  <a:gd name="T2" fmla="*/ 201 w 147"/>
                  <a:gd name="T3" fmla="*/ 88 h 194"/>
                  <a:gd name="T4" fmla="*/ 408 w 147"/>
                  <a:gd name="T5" fmla="*/ 352 h 194"/>
                  <a:gd name="T6" fmla="*/ 492 w 147"/>
                  <a:gd name="T7" fmla="*/ 747 h 194"/>
                  <a:gd name="T8" fmla="*/ 397 w 147"/>
                  <a:gd name="T9" fmla="*/ 818 h 194"/>
                  <a:gd name="T10" fmla="*/ 257 w 147"/>
                  <a:gd name="T11" fmla="*/ 886 h 194"/>
                  <a:gd name="T12" fmla="*/ 382 w 147"/>
                  <a:gd name="T13" fmla="*/ 617 h 194"/>
                  <a:gd name="T14" fmla="*/ 260 w 147"/>
                  <a:gd name="T15" fmla="*/ 383 h 194"/>
                  <a:gd name="T16" fmla="*/ 143 w 147"/>
                  <a:gd name="T17" fmla="*/ 229 h 194"/>
                  <a:gd name="T18" fmla="*/ 5 w 147"/>
                  <a:gd name="T19" fmla="*/ 289 h 1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7" h="194">
                    <a:moveTo>
                      <a:pt x="0" y="54"/>
                    </a:moveTo>
                    <a:cubicBezTo>
                      <a:pt x="9" y="24"/>
                      <a:pt x="20" y="0"/>
                      <a:pt x="53" y="19"/>
                    </a:cubicBezTo>
                    <a:cubicBezTo>
                      <a:pt x="75" y="32"/>
                      <a:pt x="94" y="57"/>
                      <a:pt x="108" y="77"/>
                    </a:cubicBezTo>
                    <a:cubicBezTo>
                      <a:pt x="124" y="100"/>
                      <a:pt x="147" y="134"/>
                      <a:pt x="130" y="163"/>
                    </a:cubicBezTo>
                    <a:cubicBezTo>
                      <a:pt x="125" y="172"/>
                      <a:pt x="115" y="175"/>
                      <a:pt x="105" y="179"/>
                    </a:cubicBezTo>
                    <a:cubicBezTo>
                      <a:pt x="92" y="183"/>
                      <a:pt x="80" y="190"/>
                      <a:pt x="68" y="194"/>
                    </a:cubicBezTo>
                    <a:cubicBezTo>
                      <a:pt x="83" y="178"/>
                      <a:pt x="103" y="158"/>
                      <a:pt x="101" y="135"/>
                    </a:cubicBezTo>
                    <a:cubicBezTo>
                      <a:pt x="100" y="112"/>
                      <a:pt x="84" y="99"/>
                      <a:pt x="69" y="84"/>
                    </a:cubicBezTo>
                    <a:cubicBezTo>
                      <a:pt x="59" y="74"/>
                      <a:pt x="54" y="52"/>
                      <a:pt x="38" y="50"/>
                    </a:cubicBezTo>
                    <a:cubicBezTo>
                      <a:pt x="29" y="49"/>
                      <a:pt x="6" y="56"/>
                      <a:pt x="1" y="63"/>
                    </a:cubicBezTo>
                  </a:path>
                </a:pathLst>
              </a:custGeom>
              <a:solidFill>
                <a:srgbClr val="D86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6" name="Freeform 2039">
                <a:extLst>
                  <a:ext uri="{FF2B5EF4-FFF2-40B4-BE49-F238E27FC236}">
                    <a16:creationId xmlns:a16="http://schemas.microsoft.com/office/drawing/2014/main" id="{9119BB89-291C-4078-994C-F3A7B911B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523"/>
                <a:ext cx="288" cy="381"/>
              </a:xfrm>
              <a:custGeom>
                <a:avLst/>
                <a:gdLst>
                  <a:gd name="T0" fmla="*/ 191 w 185"/>
                  <a:gd name="T1" fmla="*/ 323 h 230"/>
                  <a:gd name="T2" fmla="*/ 601 w 185"/>
                  <a:gd name="T3" fmla="*/ 55 h 230"/>
                  <a:gd name="T4" fmla="*/ 697 w 185"/>
                  <a:gd name="T5" fmla="*/ 192 h 230"/>
                  <a:gd name="T6" fmla="*/ 635 w 185"/>
                  <a:gd name="T7" fmla="*/ 323 h 230"/>
                  <a:gd name="T8" fmla="*/ 574 w 185"/>
                  <a:gd name="T9" fmla="*/ 492 h 230"/>
                  <a:gd name="T10" fmla="*/ 501 w 185"/>
                  <a:gd name="T11" fmla="*/ 272 h 230"/>
                  <a:gd name="T12" fmla="*/ 371 w 185"/>
                  <a:gd name="T13" fmla="*/ 351 h 230"/>
                  <a:gd name="T14" fmla="*/ 157 w 185"/>
                  <a:gd name="T15" fmla="*/ 573 h 230"/>
                  <a:gd name="T16" fmla="*/ 143 w 185"/>
                  <a:gd name="T17" fmla="*/ 749 h 230"/>
                  <a:gd name="T18" fmla="*/ 87 w 185"/>
                  <a:gd name="T19" fmla="*/ 851 h 230"/>
                  <a:gd name="T20" fmla="*/ 53 w 185"/>
                  <a:gd name="T21" fmla="*/ 1045 h 230"/>
                  <a:gd name="T22" fmla="*/ 34 w 185"/>
                  <a:gd name="T23" fmla="*/ 840 h 230"/>
                  <a:gd name="T24" fmla="*/ 90 w 185"/>
                  <a:gd name="T25" fmla="*/ 601 h 230"/>
                  <a:gd name="T26" fmla="*/ 182 w 185"/>
                  <a:gd name="T27" fmla="*/ 331 h 2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5" h="230">
                    <a:moveTo>
                      <a:pt x="51" y="71"/>
                    </a:moveTo>
                    <a:cubicBezTo>
                      <a:pt x="92" y="64"/>
                      <a:pt x="113" y="0"/>
                      <a:pt x="159" y="12"/>
                    </a:cubicBezTo>
                    <a:cubicBezTo>
                      <a:pt x="173" y="16"/>
                      <a:pt x="185" y="27"/>
                      <a:pt x="185" y="42"/>
                    </a:cubicBezTo>
                    <a:cubicBezTo>
                      <a:pt x="184" y="53"/>
                      <a:pt x="175" y="63"/>
                      <a:pt x="168" y="71"/>
                    </a:cubicBezTo>
                    <a:cubicBezTo>
                      <a:pt x="160" y="83"/>
                      <a:pt x="159" y="96"/>
                      <a:pt x="152" y="108"/>
                    </a:cubicBezTo>
                    <a:cubicBezTo>
                      <a:pt x="150" y="94"/>
                      <a:pt x="152" y="66"/>
                      <a:pt x="133" y="60"/>
                    </a:cubicBezTo>
                    <a:cubicBezTo>
                      <a:pt x="120" y="55"/>
                      <a:pt x="107" y="68"/>
                      <a:pt x="98" y="77"/>
                    </a:cubicBezTo>
                    <a:cubicBezTo>
                      <a:pt x="80" y="93"/>
                      <a:pt x="49" y="102"/>
                      <a:pt x="42" y="126"/>
                    </a:cubicBezTo>
                    <a:cubicBezTo>
                      <a:pt x="38" y="139"/>
                      <a:pt x="42" y="153"/>
                      <a:pt x="38" y="165"/>
                    </a:cubicBezTo>
                    <a:cubicBezTo>
                      <a:pt x="36" y="173"/>
                      <a:pt x="28" y="181"/>
                      <a:pt x="23" y="187"/>
                    </a:cubicBezTo>
                    <a:cubicBezTo>
                      <a:pt x="14" y="199"/>
                      <a:pt x="7" y="214"/>
                      <a:pt x="14" y="230"/>
                    </a:cubicBezTo>
                    <a:cubicBezTo>
                      <a:pt x="5" y="212"/>
                      <a:pt x="0" y="202"/>
                      <a:pt x="9" y="185"/>
                    </a:cubicBezTo>
                    <a:cubicBezTo>
                      <a:pt x="19" y="167"/>
                      <a:pt x="24" y="152"/>
                      <a:pt x="24" y="132"/>
                    </a:cubicBezTo>
                    <a:cubicBezTo>
                      <a:pt x="25" y="112"/>
                      <a:pt x="17" y="75"/>
                      <a:pt x="48" y="73"/>
                    </a:cubicBezTo>
                  </a:path>
                </a:pathLst>
              </a:custGeom>
              <a:solidFill>
                <a:srgbClr val="D86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7" name="Freeform 2040">
                <a:extLst>
                  <a:ext uri="{FF2B5EF4-FFF2-40B4-BE49-F238E27FC236}">
                    <a16:creationId xmlns:a16="http://schemas.microsoft.com/office/drawing/2014/main" id="{D607A19C-BA75-403E-8F8F-DA071708D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712"/>
                <a:ext cx="193" cy="164"/>
              </a:xfrm>
              <a:custGeom>
                <a:avLst/>
                <a:gdLst>
                  <a:gd name="T0" fmla="*/ 0 w 124"/>
                  <a:gd name="T1" fmla="*/ 292 h 99"/>
                  <a:gd name="T2" fmla="*/ 170 w 124"/>
                  <a:gd name="T3" fmla="*/ 159 h 99"/>
                  <a:gd name="T4" fmla="*/ 332 w 124"/>
                  <a:gd name="T5" fmla="*/ 55 h 99"/>
                  <a:gd name="T6" fmla="*/ 467 w 124"/>
                  <a:gd name="T7" fmla="*/ 124 h 99"/>
                  <a:gd name="T8" fmla="*/ 412 w 124"/>
                  <a:gd name="T9" fmla="*/ 263 h 99"/>
                  <a:gd name="T10" fmla="*/ 374 w 124"/>
                  <a:gd name="T11" fmla="*/ 451 h 99"/>
                  <a:gd name="T12" fmla="*/ 249 w 124"/>
                  <a:gd name="T13" fmla="*/ 214 h 99"/>
                  <a:gd name="T14" fmla="*/ 106 w 124"/>
                  <a:gd name="T15" fmla="*/ 268 h 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99">
                    <a:moveTo>
                      <a:pt x="0" y="64"/>
                    </a:moveTo>
                    <a:cubicBezTo>
                      <a:pt x="16" y="54"/>
                      <a:pt x="31" y="47"/>
                      <a:pt x="45" y="35"/>
                    </a:cubicBezTo>
                    <a:cubicBezTo>
                      <a:pt x="59" y="24"/>
                      <a:pt x="72" y="18"/>
                      <a:pt x="88" y="12"/>
                    </a:cubicBezTo>
                    <a:cubicBezTo>
                      <a:pt x="105" y="6"/>
                      <a:pt x="123" y="0"/>
                      <a:pt x="124" y="27"/>
                    </a:cubicBezTo>
                    <a:cubicBezTo>
                      <a:pt x="124" y="41"/>
                      <a:pt x="115" y="47"/>
                      <a:pt x="109" y="58"/>
                    </a:cubicBezTo>
                    <a:cubicBezTo>
                      <a:pt x="102" y="70"/>
                      <a:pt x="98" y="85"/>
                      <a:pt x="99" y="99"/>
                    </a:cubicBezTo>
                    <a:cubicBezTo>
                      <a:pt x="97" y="76"/>
                      <a:pt x="93" y="44"/>
                      <a:pt x="66" y="47"/>
                    </a:cubicBezTo>
                    <a:cubicBezTo>
                      <a:pt x="52" y="49"/>
                      <a:pt x="42" y="57"/>
                      <a:pt x="28" y="59"/>
                    </a:cubicBezTo>
                  </a:path>
                </a:pathLst>
              </a:custGeom>
              <a:solidFill>
                <a:srgbClr val="D86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8" name="Freeform 2041">
                <a:extLst>
                  <a:ext uri="{FF2B5EF4-FFF2-40B4-BE49-F238E27FC236}">
                    <a16:creationId xmlns:a16="http://schemas.microsoft.com/office/drawing/2014/main" id="{ACB6E7AC-1327-4BC9-9E93-B46EC6351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956"/>
                <a:ext cx="120" cy="244"/>
              </a:xfrm>
              <a:custGeom>
                <a:avLst/>
                <a:gdLst>
                  <a:gd name="T0" fmla="*/ 0 w 77"/>
                  <a:gd name="T1" fmla="*/ 133 h 147"/>
                  <a:gd name="T2" fmla="*/ 277 w 77"/>
                  <a:gd name="T3" fmla="*/ 201 h 147"/>
                  <a:gd name="T4" fmla="*/ 251 w 77"/>
                  <a:gd name="T5" fmla="*/ 408 h 147"/>
                  <a:gd name="T6" fmla="*/ 270 w 77"/>
                  <a:gd name="T7" fmla="*/ 672 h 147"/>
                  <a:gd name="T8" fmla="*/ 190 w 77"/>
                  <a:gd name="T9" fmla="*/ 330 h 147"/>
                  <a:gd name="T10" fmla="*/ 26 w 77"/>
                  <a:gd name="T11" fmla="*/ 151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47">
                    <a:moveTo>
                      <a:pt x="0" y="29"/>
                    </a:moveTo>
                    <a:cubicBezTo>
                      <a:pt x="25" y="13"/>
                      <a:pt x="72" y="0"/>
                      <a:pt x="73" y="44"/>
                    </a:cubicBezTo>
                    <a:cubicBezTo>
                      <a:pt x="73" y="59"/>
                      <a:pt x="66" y="74"/>
                      <a:pt x="66" y="89"/>
                    </a:cubicBezTo>
                    <a:cubicBezTo>
                      <a:pt x="66" y="109"/>
                      <a:pt x="77" y="127"/>
                      <a:pt x="71" y="147"/>
                    </a:cubicBezTo>
                    <a:cubicBezTo>
                      <a:pt x="72" y="121"/>
                      <a:pt x="53" y="98"/>
                      <a:pt x="50" y="72"/>
                    </a:cubicBezTo>
                    <a:cubicBezTo>
                      <a:pt x="47" y="41"/>
                      <a:pt x="33" y="41"/>
                      <a:pt x="7" y="33"/>
                    </a:cubicBezTo>
                  </a:path>
                </a:pathLst>
              </a:custGeom>
              <a:solidFill>
                <a:srgbClr val="D86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9" name="Freeform 2042">
                <a:extLst>
                  <a:ext uri="{FF2B5EF4-FFF2-40B4-BE49-F238E27FC236}">
                    <a16:creationId xmlns:a16="http://schemas.microsoft.com/office/drawing/2014/main" id="{55DEA210-7460-45BF-81C5-A9B887D14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891"/>
                <a:ext cx="21" cy="80"/>
              </a:xfrm>
              <a:custGeom>
                <a:avLst/>
                <a:gdLst>
                  <a:gd name="T0" fmla="*/ 41 w 14"/>
                  <a:gd name="T1" fmla="*/ 0 h 48"/>
                  <a:gd name="T2" fmla="*/ 45 w 14"/>
                  <a:gd name="T3" fmla="*/ 222 h 48"/>
                  <a:gd name="T4" fmla="*/ 48 w 14"/>
                  <a:gd name="T5" fmla="*/ 3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8">
                    <a:moveTo>
                      <a:pt x="12" y="0"/>
                    </a:moveTo>
                    <a:cubicBezTo>
                      <a:pt x="5" y="13"/>
                      <a:pt x="0" y="38"/>
                      <a:pt x="13" y="48"/>
                    </a:cubicBezTo>
                    <a:cubicBezTo>
                      <a:pt x="5" y="38"/>
                      <a:pt x="9" y="18"/>
                      <a:pt x="14" y="7"/>
                    </a:cubicBezTo>
                  </a:path>
                </a:pathLst>
              </a:custGeom>
              <a:solidFill>
                <a:srgbClr val="CF4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0" name="Freeform 2043">
                <a:extLst>
                  <a:ext uri="{FF2B5EF4-FFF2-40B4-BE49-F238E27FC236}">
                    <a16:creationId xmlns:a16="http://schemas.microsoft.com/office/drawing/2014/main" id="{52CC9D35-B8B3-4710-9747-22415F330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3032"/>
                <a:ext cx="65" cy="61"/>
              </a:xfrm>
              <a:custGeom>
                <a:avLst/>
                <a:gdLst>
                  <a:gd name="T0" fmla="*/ 5 w 42"/>
                  <a:gd name="T1" fmla="*/ 0 h 37"/>
                  <a:gd name="T2" fmla="*/ 152 w 42"/>
                  <a:gd name="T3" fmla="*/ 33 h 37"/>
                  <a:gd name="T4" fmla="*/ 12 w 42"/>
                  <a:gd name="T5" fmla="*/ 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1" y="0"/>
                    </a:moveTo>
                    <a:cubicBezTo>
                      <a:pt x="0" y="26"/>
                      <a:pt x="42" y="37"/>
                      <a:pt x="41" y="7"/>
                    </a:cubicBezTo>
                    <a:cubicBezTo>
                      <a:pt x="29" y="16"/>
                      <a:pt x="11" y="14"/>
                      <a:pt x="3" y="2"/>
                    </a:cubicBezTo>
                  </a:path>
                </a:pathLst>
              </a:custGeom>
              <a:solidFill>
                <a:srgbClr val="CF4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1" name="Freeform 2044">
                <a:extLst>
                  <a:ext uri="{FF2B5EF4-FFF2-40B4-BE49-F238E27FC236}">
                    <a16:creationId xmlns:a16="http://schemas.microsoft.com/office/drawing/2014/main" id="{D35BF09F-B521-488B-9056-4F00E625D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637"/>
                <a:ext cx="82" cy="50"/>
              </a:xfrm>
              <a:custGeom>
                <a:avLst/>
                <a:gdLst>
                  <a:gd name="T0" fmla="*/ 0 w 53"/>
                  <a:gd name="T1" fmla="*/ 75 h 30"/>
                  <a:gd name="T2" fmla="*/ 87 w 53"/>
                  <a:gd name="T3" fmla="*/ 5 h 30"/>
                  <a:gd name="T4" fmla="*/ 196 w 53"/>
                  <a:gd name="T5" fmla="*/ 138 h 30"/>
                  <a:gd name="T6" fmla="*/ 34 w 53"/>
                  <a:gd name="T7" fmla="*/ 4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30">
                    <a:moveTo>
                      <a:pt x="0" y="16"/>
                    </a:moveTo>
                    <a:cubicBezTo>
                      <a:pt x="1" y="4"/>
                      <a:pt x="14" y="0"/>
                      <a:pt x="23" y="1"/>
                    </a:cubicBezTo>
                    <a:cubicBezTo>
                      <a:pt x="39" y="4"/>
                      <a:pt x="44" y="19"/>
                      <a:pt x="53" y="30"/>
                    </a:cubicBezTo>
                    <a:cubicBezTo>
                      <a:pt x="41" y="17"/>
                      <a:pt x="26" y="13"/>
                      <a:pt x="9" y="9"/>
                    </a:cubicBezTo>
                  </a:path>
                </a:pathLst>
              </a:custGeom>
              <a:solidFill>
                <a:srgbClr val="CF4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2" name="Freeform 2045">
                <a:extLst>
                  <a:ext uri="{FF2B5EF4-FFF2-40B4-BE49-F238E27FC236}">
                    <a16:creationId xmlns:a16="http://schemas.microsoft.com/office/drawing/2014/main" id="{B07DC8E0-423C-4733-A542-41556E975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2546"/>
                <a:ext cx="109" cy="86"/>
              </a:xfrm>
              <a:custGeom>
                <a:avLst/>
                <a:gdLst>
                  <a:gd name="T0" fmla="*/ 0 w 70"/>
                  <a:gd name="T1" fmla="*/ 96 h 52"/>
                  <a:gd name="T2" fmla="*/ 156 w 70"/>
                  <a:gd name="T3" fmla="*/ 36 h 52"/>
                  <a:gd name="T4" fmla="*/ 162 w 70"/>
                  <a:gd name="T5" fmla="*/ 235 h 52"/>
                  <a:gd name="T6" fmla="*/ 107 w 70"/>
                  <a:gd name="T7" fmla="*/ 55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52">
                    <a:moveTo>
                      <a:pt x="0" y="21"/>
                    </a:moveTo>
                    <a:cubicBezTo>
                      <a:pt x="15" y="10"/>
                      <a:pt x="20" y="0"/>
                      <a:pt x="41" y="8"/>
                    </a:cubicBezTo>
                    <a:cubicBezTo>
                      <a:pt x="70" y="18"/>
                      <a:pt x="50" y="32"/>
                      <a:pt x="43" y="52"/>
                    </a:cubicBezTo>
                    <a:cubicBezTo>
                      <a:pt x="43" y="38"/>
                      <a:pt x="46" y="16"/>
                      <a:pt x="28" y="12"/>
                    </a:cubicBezTo>
                  </a:path>
                </a:pathLst>
              </a:custGeom>
              <a:solidFill>
                <a:srgbClr val="CF4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3" name="Freeform 2046">
                <a:extLst>
                  <a:ext uri="{FF2B5EF4-FFF2-40B4-BE49-F238E27FC236}">
                    <a16:creationId xmlns:a16="http://schemas.microsoft.com/office/drawing/2014/main" id="{F9307131-0E00-4815-BB48-46A6F0588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730"/>
                <a:ext cx="68" cy="52"/>
              </a:xfrm>
              <a:custGeom>
                <a:avLst/>
                <a:gdLst>
                  <a:gd name="T0" fmla="*/ 0 w 44"/>
                  <a:gd name="T1" fmla="*/ 99 h 31"/>
                  <a:gd name="T2" fmla="*/ 158 w 44"/>
                  <a:gd name="T3" fmla="*/ 146 h 31"/>
                  <a:gd name="T4" fmla="*/ 96 w 44"/>
                  <a:gd name="T5" fmla="*/ 82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0" y="21"/>
                    </a:moveTo>
                    <a:cubicBezTo>
                      <a:pt x="17" y="13"/>
                      <a:pt x="44" y="0"/>
                      <a:pt x="43" y="31"/>
                    </a:cubicBezTo>
                    <a:cubicBezTo>
                      <a:pt x="37" y="26"/>
                      <a:pt x="34" y="19"/>
                      <a:pt x="26" y="17"/>
                    </a:cubicBezTo>
                  </a:path>
                </a:pathLst>
              </a:custGeom>
              <a:solidFill>
                <a:srgbClr val="CF4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4" name="Freeform 2047">
                <a:extLst>
                  <a:ext uri="{FF2B5EF4-FFF2-40B4-BE49-F238E27FC236}">
                    <a16:creationId xmlns:a16="http://schemas.microsoft.com/office/drawing/2014/main" id="{09CB3BD7-D15C-4533-81BF-5D598C806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986"/>
                <a:ext cx="55" cy="79"/>
              </a:xfrm>
              <a:custGeom>
                <a:avLst/>
                <a:gdLst>
                  <a:gd name="T0" fmla="*/ 0 w 35"/>
                  <a:gd name="T1" fmla="*/ 35 h 48"/>
                  <a:gd name="T2" fmla="*/ 113 w 35"/>
                  <a:gd name="T3" fmla="*/ 214 h 48"/>
                  <a:gd name="T4" fmla="*/ 8 w 35"/>
                  <a:gd name="T5" fmla="*/ 5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8">
                    <a:moveTo>
                      <a:pt x="0" y="8"/>
                    </a:moveTo>
                    <a:cubicBezTo>
                      <a:pt x="23" y="0"/>
                      <a:pt x="35" y="30"/>
                      <a:pt x="29" y="48"/>
                    </a:cubicBezTo>
                    <a:cubicBezTo>
                      <a:pt x="24" y="33"/>
                      <a:pt x="20" y="17"/>
                      <a:pt x="2" y="12"/>
                    </a:cubicBezTo>
                  </a:path>
                </a:pathLst>
              </a:custGeom>
              <a:solidFill>
                <a:srgbClr val="CF4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5" name="Freeform 2048">
                <a:extLst>
                  <a:ext uri="{FF2B5EF4-FFF2-40B4-BE49-F238E27FC236}">
                    <a16:creationId xmlns:a16="http://schemas.microsoft.com/office/drawing/2014/main" id="{2651C0AE-2B32-42C6-8C1B-46D4FF884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737"/>
                <a:ext cx="104" cy="101"/>
              </a:xfrm>
              <a:custGeom>
                <a:avLst/>
                <a:gdLst>
                  <a:gd name="T0" fmla="*/ 26 w 67"/>
                  <a:gd name="T1" fmla="*/ 277 h 61"/>
                  <a:gd name="T2" fmla="*/ 40 w 67"/>
                  <a:gd name="T3" fmla="*/ 22 h 61"/>
                  <a:gd name="T4" fmla="*/ 149 w 67"/>
                  <a:gd name="T5" fmla="*/ 22 h 61"/>
                  <a:gd name="T6" fmla="*/ 250 w 67"/>
                  <a:gd name="T7" fmla="*/ 139 h 61"/>
                  <a:gd name="T8" fmla="*/ 104 w 67"/>
                  <a:gd name="T9" fmla="*/ 68 h 61"/>
                  <a:gd name="T10" fmla="*/ 53 w 67"/>
                  <a:gd name="T11" fmla="*/ 16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61">
                    <a:moveTo>
                      <a:pt x="7" y="61"/>
                    </a:moveTo>
                    <a:cubicBezTo>
                      <a:pt x="7" y="49"/>
                      <a:pt x="0" y="13"/>
                      <a:pt x="11" y="5"/>
                    </a:cubicBezTo>
                    <a:cubicBezTo>
                      <a:pt x="17" y="0"/>
                      <a:pt x="33" y="3"/>
                      <a:pt x="40" y="5"/>
                    </a:cubicBezTo>
                    <a:cubicBezTo>
                      <a:pt x="54" y="9"/>
                      <a:pt x="58" y="21"/>
                      <a:pt x="67" y="31"/>
                    </a:cubicBezTo>
                    <a:cubicBezTo>
                      <a:pt x="58" y="24"/>
                      <a:pt x="39" y="15"/>
                      <a:pt x="28" y="15"/>
                    </a:cubicBezTo>
                    <a:cubicBezTo>
                      <a:pt x="14" y="16"/>
                      <a:pt x="14" y="25"/>
                      <a:pt x="14" y="37"/>
                    </a:cubicBezTo>
                  </a:path>
                </a:pathLst>
              </a:custGeom>
              <a:solidFill>
                <a:srgbClr val="D55D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6" name="Freeform 2049">
                <a:extLst>
                  <a:ext uri="{FF2B5EF4-FFF2-40B4-BE49-F238E27FC236}">
                    <a16:creationId xmlns:a16="http://schemas.microsoft.com/office/drawing/2014/main" id="{6D2A4135-8414-4FEE-85F4-967EA65C5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581"/>
                <a:ext cx="90" cy="159"/>
              </a:xfrm>
              <a:custGeom>
                <a:avLst/>
                <a:gdLst>
                  <a:gd name="T0" fmla="*/ 5 w 58"/>
                  <a:gd name="T1" fmla="*/ 0 h 96"/>
                  <a:gd name="T2" fmla="*/ 147 w 58"/>
                  <a:gd name="T3" fmla="*/ 133 h 96"/>
                  <a:gd name="T4" fmla="*/ 188 w 58"/>
                  <a:gd name="T5" fmla="*/ 220 h 96"/>
                  <a:gd name="T6" fmla="*/ 197 w 58"/>
                  <a:gd name="T7" fmla="*/ 436 h 96"/>
                  <a:gd name="T8" fmla="*/ 157 w 58"/>
                  <a:gd name="T9" fmla="*/ 272 h 96"/>
                  <a:gd name="T10" fmla="*/ 95 w 58"/>
                  <a:gd name="T11" fmla="*/ 159 h 96"/>
                  <a:gd name="T12" fmla="*/ 0 w 58"/>
                  <a:gd name="T13" fmla="*/ 28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96">
                    <a:moveTo>
                      <a:pt x="1" y="0"/>
                    </a:moveTo>
                    <a:cubicBezTo>
                      <a:pt x="16" y="6"/>
                      <a:pt x="29" y="17"/>
                      <a:pt x="39" y="29"/>
                    </a:cubicBezTo>
                    <a:cubicBezTo>
                      <a:pt x="44" y="35"/>
                      <a:pt x="48" y="41"/>
                      <a:pt x="50" y="48"/>
                    </a:cubicBezTo>
                    <a:cubicBezTo>
                      <a:pt x="54" y="60"/>
                      <a:pt x="58" y="85"/>
                      <a:pt x="53" y="96"/>
                    </a:cubicBezTo>
                    <a:cubicBezTo>
                      <a:pt x="46" y="87"/>
                      <a:pt x="47" y="71"/>
                      <a:pt x="42" y="60"/>
                    </a:cubicBezTo>
                    <a:cubicBezTo>
                      <a:pt x="38" y="50"/>
                      <a:pt x="31" y="44"/>
                      <a:pt x="25" y="35"/>
                    </a:cubicBezTo>
                    <a:cubicBezTo>
                      <a:pt x="16" y="25"/>
                      <a:pt x="10" y="15"/>
                      <a:pt x="0" y="6"/>
                    </a:cubicBezTo>
                  </a:path>
                </a:pathLst>
              </a:custGeom>
              <a:solidFill>
                <a:srgbClr val="D55D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7" name="Freeform 2050">
                <a:extLst>
                  <a:ext uri="{FF2B5EF4-FFF2-40B4-BE49-F238E27FC236}">
                    <a16:creationId xmlns:a16="http://schemas.microsoft.com/office/drawing/2014/main" id="{67EA5E6B-8DB0-4742-A32F-37922F36E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737"/>
                <a:ext cx="25" cy="50"/>
              </a:xfrm>
              <a:custGeom>
                <a:avLst/>
                <a:gdLst>
                  <a:gd name="T0" fmla="*/ 0 w 16"/>
                  <a:gd name="T1" fmla="*/ 138 h 30"/>
                  <a:gd name="T2" fmla="*/ 61 w 16"/>
                  <a:gd name="T3" fmla="*/ 42 h 30"/>
                  <a:gd name="T4" fmla="*/ 13 w 16"/>
                  <a:gd name="T5" fmla="*/ 9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0" y="30"/>
                    </a:moveTo>
                    <a:cubicBezTo>
                      <a:pt x="0" y="21"/>
                      <a:pt x="2" y="0"/>
                      <a:pt x="16" y="9"/>
                    </a:cubicBezTo>
                    <a:cubicBezTo>
                      <a:pt x="12" y="13"/>
                      <a:pt x="6" y="15"/>
                      <a:pt x="3" y="20"/>
                    </a:cubicBezTo>
                  </a:path>
                </a:pathLst>
              </a:custGeom>
              <a:solidFill>
                <a:srgbClr val="CC3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8" name="Freeform 2051">
                <a:extLst>
                  <a:ext uri="{FF2B5EF4-FFF2-40B4-BE49-F238E27FC236}">
                    <a16:creationId xmlns:a16="http://schemas.microsoft.com/office/drawing/2014/main" id="{7B71FC79-5693-4895-9492-D05216DA0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621"/>
                <a:ext cx="31" cy="49"/>
              </a:xfrm>
              <a:custGeom>
                <a:avLst/>
                <a:gdLst>
                  <a:gd name="T0" fmla="*/ 0 w 20"/>
                  <a:gd name="T1" fmla="*/ 0 h 30"/>
                  <a:gd name="T2" fmla="*/ 70 w 20"/>
                  <a:gd name="T3" fmla="*/ 13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0">
                    <a:moveTo>
                      <a:pt x="0" y="0"/>
                    </a:moveTo>
                    <a:cubicBezTo>
                      <a:pt x="8" y="5"/>
                      <a:pt x="20" y="20"/>
                      <a:pt x="19" y="30"/>
                    </a:cubicBezTo>
                  </a:path>
                </a:pathLst>
              </a:custGeom>
              <a:solidFill>
                <a:srgbClr val="CC3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9" name="Freeform 2052">
                <a:extLst>
                  <a:ext uri="{FF2B5EF4-FFF2-40B4-BE49-F238E27FC236}">
                    <a16:creationId xmlns:a16="http://schemas.microsoft.com/office/drawing/2014/main" id="{3FC21855-ACBD-45E5-9169-06E2F2B74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364"/>
                <a:ext cx="916" cy="862"/>
              </a:xfrm>
              <a:custGeom>
                <a:avLst/>
                <a:gdLst>
                  <a:gd name="T0" fmla="*/ 0 w 589"/>
                  <a:gd name="T1" fmla="*/ 1136 h 520"/>
                  <a:gd name="T2" fmla="*/ 384 w 589"/>
                  <a:gd name="T3" fmla="*/ 819 h 520"/>
                  <a:gd name="T4" fmla="*/ 583 w 589"/>
                  <a:gd name="T5" fmla="*/ 714 h 520"/>
                  <a:gd name="T6" fmla="*/ 774 w 589"/>
                  <a:gd name="T7" fmla="*/ 539 h 520"/>
                  <a:gd name="T8" fmla="*/ 981 w 589"/>
                  <a:gd name="T9" fmla="*/ 438 h 520"/>
                  <a:gd name="T10" fmla="*/ 1281 w 589"/>
                  <a:gd name="T11" fmla="*/ 327 h 520"/>
                  <a:gd name="T12" fmla="*/ 1456 w 589"/>
                  <a:gd name="T13" fmla="*/ 443 h 520"/>
                  <a:gd name="T14" fmla="*/ 1606 w 589"/>
                  <a:gd name="T15" fmla="*/ 360 h 520"/>
                  <a:gd name="T16" fmla="*/ 1742 w 589"/>
                  <a:gd name="T17" fmla="*/ 206 h 520"/>
                  <a:gd name="T18" fmla="*/ 1899 w 589"/>
                  <a:gd name="T19" fmla="*/ 5 h 520"/>
                  <a:gd name="T20" fmla="*/ 2012 w 589"/>
                  <a:gd name="T21" fmla="*/ 96 h 520"/>
                  <a:gd name="T22" fmla="*/ 1824 w 589"/>
                  <a:gd name="T23" fmla="*/ 250 h 520"/>
                  <a:gd name="T24" fmla="*/ 1673 w 589"/>
                  <a:gd name="T25" fmla="*/ 464 h 520"/>
                  <a:gd name="T26" fmla="*/ 1760 w 589"/>
                  <a:gd name="T27" fmla="*/ 630 h 520"/>
                  <a:gd name="T28" fmla="*/ 1877 w 589"/>
                  <a:gd name="T29" fmla="*/ 678 h 520"/>
                  <a:gd name="T30" fmla="*/ 1960 w 589"/>
                  <a:gd name="T31" fmla="*/ 574 h 520"/>
                  <a:gd name="T32" fmla="*/ 2053 w 589"/>
                  <a:gd name="T33" fmla="*/ 393 h 520"/>
                  <a:gd name="T34" fmla="*/ 2095 w 589"/>
                  <a:gd name="T35" fmla="*/ 285 h 520"/>
                  <a:gd name="T36" fmla="*/ 2143 w 589"/>
                  <a:gd name="T37" fmla="*/ 380 h 520"/>
                  <a:gd name="T38" fmla="*/ 2152 w 589"/>
                  <a:gd name="T39" fmla="*/ 486 h 520"/>
                  <a:gd name="T40" fmla="*/ 2047 w 589"/>
                  <a:gd name="T41" fmla="*/ 593 h 520"/>
                  <a:gd name="T42" fmla="*/ 1930 w 589"/>
                  <a:gd name="T43" fmla="*/ 791 h 520"/>
                  <a:gd name="T44" fmla="*/ 2075 w 589"/>
                  <a:gd name="T45" fmla="*/ 1149 h 520"/>
                  <a:gd name="T46" fmla="*/ 2087 w 589"/>
                  <a:gd name="T47" fmla="*/ 2369 h 5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89" h="520">
                    <a:moveTo>
                      <a:pt x="0" y="249"/>
                    </a:moveTo>
                    <a:cubicBezTo>
                      <a:pt x="17" y="229"/>
                      <a:pt x="65" y="199"/>
                      <a:pt x="102" y="180"/>
                    </a:cubicBezTo>
                    <a:cubicBezTo>
                      <a:pt x="126" y="168"/>
                      <a:pt x="148" y="162"/>
                      <a:pt x="155" y="157"/>
                    </a:cubicBezTo>
                    <a:cubicBezTo>
                      <a:pt x="177" y="144"/>
                      <a:pt x="189" y="129"/>
                      <a:pt x="206" y="118"/>
                    </a:cubicBezTo>
                    <a:cubicBezTo>
                      <a:pt x="230" y="104"/>
                      <a:pt x="234" y="111"/>
                      <a:pt x="261" y="96"/>
                    </a:cubicBezTo>
                    <a:cubicBezTo>
                      <a:pt x="288" y="81"/>
                      <a:pt x="315" y="68"/>
                      <a:pt x="341" y="72"/>
                    </a:cubicBezTo>
                    <a:cubicBezTo>
                      <a:pt x="367" y="76"/>
                      <a:pt x="374" y="95"/>
                      <a:pt x="387" y="97"/>
                    </a:cubicBezTo>
                    <a:cubicBezTo>
                      <a:pt x="400" y="99"/>
                      <a:pt x="411" y="95"/>
                      <a:pt x="427" y="79"/>
                    </a:cubicBezTo>
                    <a:cubicBezTo>
                      <a:pt x="443" y="63"/>
                      <a:pt x="451" y="56"/>
                      <a:pt x="463" y="45"/>
                    </a:cubicBezTo>
                    <a:cubicBezTo>
                      <a:pt x="475" y="34"/>
                      <a:pt x="482" y="2"/>
                      <a:pt x="505" y="1"/>
                    </a:cubicBezTo>
                    <a:cubicBezTo>
                      <a:pt x="528" y="0"/>
                      <a:pt x="541" y="0"/>
                      <a:pt x="535" y="21"/>
                    </a:cubicBezTo>
                    <a:cubicBezTo>
                      <a:pt x="529" y="42"/>
                      <a:pt x="504" y="41"/>
                      <a:pt x="485" y="55"/>
                    </a:cubicBezTo>
                    <a:cubicBezTo>
                      <a:pt x="466" y="69"/>
                      <a:pt x="447" y="85"/>
                      <a:pt x="445" y="102"/>
                    </a:cubicBezTo>
                    <a:cubicBezTo>
                      <a:pt x="443" y="119"/>
                      <a:pt x="454" y="123"/>
                      <a:pt x="468" y="138"/>
                    </a:cubicBezTo>
                    <a:cubicBezTo>
                      <a:pt x="482" y="153"/>
                      <a:pt x="485" y="154"/>
                      <a:pt x="499" y="149"/>
                    </a:cubicBezTo>
                    <a:cubicBezTo>
                      <a:pt x="513" y="144"/>
                      <a:pt x="509" y="140"/>
                      <a:pt x="521" y="126"/>
                    </a:cubicBezTo>
                    <a:cubicBezTo>
                      <a:pt x="533" y="112"/>
                      <a:pt x="543" y="106"/>
                      <a:pt x="546" y="86"/>
                    </a:cubicBezTo>
                    <a:cubicBezTo>
                      <a:pt x="549" y="66"/>
                      <a:pt x="543" y="66"/>
                      <a:pt x="557" y="63"/>
                    </a:cubicBezTo>
                    <a:cubicBezTo>
                      <a:pt x="571" y="60"/>
                      <a:pt x="559" y="78"/>
                      <a:pt x="570" y="83"/>
                    </a:cubicBezTo>
                    <a:cubicBezTo>
                      <a:pt x="581" y="88"/>
                      <a:pt x="589" y="107"/>
                      <a:pt x="572" y="107"/>
                    </a:cubicBezTo>
                    <a:cubicBezTo>
                      <a:pt x="555" y="106"/>
                      <a:pt x="553" y="115"/>
                      <a:pt x="544" y="130"/>
                    </a:cubicBezTo>
                    <a:cubicBezTo>
                      <a:pt x="535" y="145"/>
                      <a:pt x="511" y="161"/>
                      <a:pt x="513" y="174"/>
                    </a:cubicBezTo>
                    <a:cubicBezTo>
                      <a:pt x="515" y="187"/>
                      <a:pt x="543" y="207"/>
                      <a:pt x="552" y="252"/>
                    </a:cubicBezTo>
                    <a:cubicBezTo>
                      <a:pt x="561" y="297"/>
                      <a:pt x="558" y="448"/>
                      <a:pt x="555" y="520"/>
                    </a:cubicBezTo>
                  </a:path>
                </a:pathLst>
              </a:custGeom>
              <a:noFill/>
              <a:ln w="38100" cap="rnd">
                <a:solidFill>
                  <a:srgbClr val="F9D9D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0" name="Freeform 2053">
                <a:extLst>
                  <a:ext uri="{FF2B5EF4-FFF2-40B4-BE49-F238E27FC236}">
                    <a16:creationId xmlns:a16="http://schemas.microsoft.com/office/drawing/2014/main" id="{167C7116-F187-4A63-9CDC-A9878C66C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334"/>
                <a:ext cx="90" cy="64"/>
              </a:xfrm>
              <a:custGeom>
                <a:avLst/>
                <a:gdLst>
                  <a:gd name="T0" fmla="*/ 217 w 58"/>
                  <a:gd name="T1" fmla="*/ 80 h 39"/>
                  <a:gd name="T2" fmla="*/ 137 w 58"/>
                  <a:gd name="T3" fmla="*/ 5 h 39"/>
                  <a:gd name="T4" fmla="*/ 22 w 58"/>
                  <a:gd name="T5" fmla="*/ 92 h 39"/>
                  <a:gd name="T6" fmla="*/ 26 w 58"/>
                  <a:gd name="T7" fmla="*/ 159 h 39"/>
                  <a:gd name="T8" fmla="*/ 115 w 58"/>
                  <a:gd name="T9" fmla="*/ 123 h 39"/>
                  <a:gd name="T10" fmla="*/ 188 w 58"/>
                  <a:gd name="T11" fmla="*/ 130 h 39"/>
                  <a:gd name="T12" fmla="*/ 205 w 58"/>
                  <a:gd name="T13" fmla="*/ 75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39">
                    <a:moveTo>
                      <a:pt x="58" y="18"/>
                    </a:moveTo>
                    <a:cubicBezTo>
                      <a:pt x="50" y="13"/>
                      <a:pt x="48" y="1"/>
                      <a:pt x="37" y="1"/>
                    </a:cubicBezTo>
                    <a:cubicBezTo>
                      <a:pt x="24" y="0"/>
                      <a:pt x="13" y="10"/>
                      <a:pt x="6" y="21"/>
                    </a:cubicBezTo>
                    <a:cubicBezTo>
                      <a:pt x="3" y="26"/>
                      <a:pt x="0" y="34"/>
                      <a:pt x="7" y="36"/>
                    </a:cubicBezTo>
                    <a:cubicBezTo>
                      <a:pt x="15" y="39"/>
                      <a:pt x="24" y="31"/>
                      <a:pt x="31" y="28"/>
                    </a:cubicBezTo>
                    <a:cubicBezTo>
                      <a:pt x="39" y="25"/>
                      <a:pt x="43" y="25"/>
                      <a:pt x="50" y="29"/>
                    </a:cubicBezTo>
                    <a:cubicBezTo>
                      <a:pt x="51" y="25"/>
                      <a:pt x="54" y="20"/>
                      <a:pt x="55" y="17"/>
                    </a:cubicBezTo>
                  </a:path>
                </a:pathLst>
              </a:custGeom>
              <a:solidFill>
                <a:srgbClr val="3C2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1" name="Freeform 2054">
                <a:extLst>
                  <a:ext uri="{FF2B5EF4-FFF2-40B4-BE49-F238E27FC236}">
                    <a16:creationId xmlns:a16="http://schemas.microsoft.com/office/drawing/2014/main" id="{743D4AE9-D194-49F8-B97C-3292147E8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360"/>
                <a:ext cx="15" cy="17"/>
              </a:xfrm>
              <a:custGeom>
                <a:avLst/>
                <a:gdLst>
                  <a:gd name="T0" fmla="*/ 0 w 10"/>
                  <a:gd name="T1" fmla="*/ 0 h 10"/>
                  <a:gd name="T2" fmla="*/ 35 w 10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5" y="3"/>
                      <a:pt x="9" y="5"/>
                      <a:pt x="10" y="10"/>
                    </a:cubicBezTo>
                  </a:path>
                </a:pathLst>
              </a:custGeom>
              <a:noFill/>
              <a:ln w="14288" cap="rnd">
                <a:solidFill>
                  <a:srgbClr val="ADD5A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2" name="Freeform 2055">
                <a:extLst>
                  <a:ext uri="{FF2B5EF4-FFF2-40B4-BE49-F238E27FC236}">
                    <a16:creationId xmlns:a16="http://schemas.microsoft.com/office/drawing/2014/main" id="{9DDD0B66-C43D-4B3B-88E2-66A47CCCC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211"/>
                <a:ext cx="58" cy="35"/>
              </a:xfrm>
              <a:custGeom>
                <a:avLst/>
                <a:gdLst>
                  <a:gd name="T0" fmla="*/ 34 w 37"/>
                  <a:gd name="T1" fmla="*/ 5 h 21"/>
                  <a:gd name="T2" fmla="*/ 13 w 37"/>
                  <a:gd name="T3" fmla="*/ 33 h 21"/>
                  <a:gd name="T4" fmla="*/ 53 w 37"/>
                  <a:gd name="T5" fmla="*/ 55 h 21"/>
                  <a:gd name="T6" fmla="*/ 88 w 37"/>
                  <a:gd name="T7" fmla="*/ 78 h 21"/>
                  <a:gd name="T8" fmla="*/ 138 w 37"/>
                  <a:gd name="T9" fmla="*/ 50 h 21"/>
                  <a:gd name="T10" fmla="*/ 60 w 37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21">
                    <a:moveTo>
                      <a:pt x="9" y="1"/>
                    </a:moveTo>
                    <a:cubicBezTo>
                      <a:pt x="5" y="0"/>
                      <a:pt x="0" y="3"/>
                      <a:pt x="3" y="7"/>
                    </a:cubicBezTo>
                    <a:cubicBezTo>
                      <a:pt x="5" y="11"/>
                      <a:pt x="10" y="11"/>
                      <a:pt x="14" y="12"/>
                    </a:cubicBezTo>
                    <a:cubicBezTo>
                      <a:pt x="17" y="13"/>
                      <a:pt x="20" y="16"/>
                      <a:pt x="23" y="17"/>
                    </a:cubicBezTo>
                    <a:cubicBezTo>
                      <a:pt x="29" y="21"/>
                      <a:pt x="37" y="20"/>
                      <a:pt x="36" y="11"/>
                    </a:cubicBezTo>
                    <a:cubicBezTo>
                      <a:pt x="34" y="4"/>
                      <a:pt x="21" y="0"/>
                      <a:pt x="15" y="0"/>
                    </a:cubicBezTo>
                  </a:path>
                </a:pathLst>
              </a:custGeom>
              <a:solidFill>
                <a:srgbClr val="3C2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3" name="Freeform 2056">
                <a:extLst>
                  <a:ext uri="{FF2B5EF4-FFF2-40B4-BE49-F238E27FC236}">
                    <a16:creationId xmlns:a16="http://schemas.microsoft.com/office/drawing/2014/main" id="{2FF5CE66-1BA0-44AA-A888-467EF557C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092"/>
                <a:ext cx="965" cy="1131"/>
              </a:xfrm>
              <a:custGeom>
                <a:avLst/>
                <a:gdLst>
                  <a:gd name="T0" fmla="*/ 384 w 621"/>
                  <a:gd name="T1" fmla="*/ 3111 h 682"/>
                  <a:gd name="T2" fmla="*/ 345 w 621"/>
                  <a:gd name="T3" fmla="*/ 2541 h 682"/>
                  <a:gd name="T4" fmla="*/ 365 w 621"/>
                  <a:gd name="T5" fmla="*/ 1925 h 682"/>
                  <a:gd name="T6" fmla="*/ 541 w 621"/>
                  <a:gd name="T7" fmla="*/ 1081 h 682"/>
                  <a:gd name="T8" fmla="*/ 435 w 621"/>
                  <a:gd name="T9" fmla="*/ 857 h 682"/>
                  <a:gd name="T10" fmla="*/ 300 w 621"/>
                  <a:gd name="T11" fmla="*/ 826 h 682"/>
                  <a:gd name="T12" fmla="*/ 196 w 621"/>
                  <a:gd name="T13" fmla="*/ 809 h 682"/>
                  <a:gd name="T14" fmla="*/ 96 w 621"/>
                  <a:gd name="T15" fmla="*/ 844 h 682"/>
                  <a:gd name="T16" fmla="*/ 26 w 621"/>
                  <a:gd name="T17" fmla="*/ 776 h 682"/>
                  <a:gd name="T18" fmla="*/ 169 w 621"/>
                  <a:gd name="T19" fmla="*/ 672 h 682"/>
                  <a:gd name="T20" fmla="*/ 249 w 621"/>
                  <a:gd name="T21" fmla="*/ 753 h 682"/>
                  <a:gd name="T22" fmla="*/ 350 w 621"/>
                  <a:gd name="T23" fmla="*/ 748 h 682"/>
                  <a:gd name="T24" fmla="*/ 601 w 621"/>
                  <a:gd name="T25" fmla="*/ 844 h 682"/>
                  <a:gd name="T26" fmla="*/ 780 w 621"/>
                  <a:gd name="T27" fmla="*/ 713 h 682"/>
                  <a:gd name="T28" fmla="*/ 719 w 621"/>
                  <a:gd name="T29" fmla="*/ 569 h 682"/>
                  <a:gd name="T30" fmla="*/ 631 w 621"/>
                  <a:gd name="T31" fmla="*/ 443 h 682"/>
                  <a:gd name="T32" fmla="*/ 541 w 621"/>
                  <a:gd name="T33" fmla="*/ 375 h 682"/>
                  <a:gd name="T34" fmla="*/ 615 w 621"/>
                  <a:gd name="T35" fmla="*/ 318 h 682"/>
                  <a:gd name="T36" fmla="*/ 724 w 621"/>
                  <a:gd name="T37" fmla="*/ 448 h 682"/>
                  <a:gd name="T38" fmla="*/ 1043 w 621"/>
                  <a:gd name="T39" fmla="*/ 498 h 682"/>
                  <a:gd name="T40" fmla="*/ 1294 w 621"/>
                  <a:gd name="T41" fmla="*/ 305 h 682"/>
                  <a:gd name="T42" fmla="*/ 1416 w 621"/>
                  <a:gd name="T43" fmla="*/ 166 h 682"/>
                  <a:gd name="T44" fmla="*/ 1591 w 621"/>
                  <a:gd name="T45" fmla="*/ 118 h 682"/>
                  <a:gd name="T46" fmla="*/ 2331 w 621"/>
                  <a:gd name="T47" fmla="*/ 0 h 68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21" h="682">
                    <a:moveTo>
                      <a:pt x="102" y="682"/>
                    </a:moveTo>
                    <a:cubicBezTo>
                      <a:pt x="102" y="682"/>
                      <a:pt x="93" y="631"/>
                      <a:pt x="92" y="557"/>
                    </a:cubicBezTo>
                    <a:cubicBezTo>
                      <a:pt x="92" y="514"/>
                      <a:pt x="98" y="447"/>
                      <a:pt x="97" y="422"/>
                    </a:cubicBezTo>
                    <a:cubicBezTo>
                      <a:pt x="96" y="353"/>
                      <a:pt x="116" y="277"/>
                      <a:pt x="144" y="237"/>
                    </a:cubicBezTo>
                    <a:cubicBezTo>
                      <a:pt x="162" y="212"/>
                      <a:pt x="128" y="190"/>
                      <a:pt x="116" y="188"/>
                    </a:cubicBezTo>
                    <a:cubicBezTo>
                      <a:pt x="104" y="186"/>
                      <a:pt x="94" y="176"/>
                      <a:pt x="80" y="181"/>
                    </a:cubicBezTo>
                    <a:cubicBezTo>
                      <a:pt x="66" y="186"/>
                      <a:pt x="63" y="189"/>
                      <a:pt x="52" y="177"/>
                    </a:cubicBezTo>
                    <a:cubicBezTo>
                      <a:pt x="42" y="164"/>
                      <a:pt x="38" y="178"/>
                      <a:pt x="26" y="185"/>
                    </a:cubicBezTo>
                    <a:cubicBezTo>
                      <a:pt x="14" y="192"/>
                      <a:pt x="0" y="184"/>
                      <a:pt x="7" y="170"/>
                    </a:cubicBezTo>
                    <a:cubicBezTo>
                      <a:pt x="14" y="155"/>
                      <a:pt x="32" y="141"/>
                      <a:pt x="45" y="147"/>
                    </a:cubicBezTo>
                    <a:cubicBezTo>
                      <a:pt x="52" y="150"/>
                      <a:pt x="60" y="164"/>
                      <a:pt x="66" y="165"/>
                    </a:cubicBezTo>
                    <a:cubicBezTo>
                      <a:pt x="73" y="167"/>
                      <a:pt x="84" y="159"/>
                      <a:pt x="93" y="164"/>
                    </a:cubicBezTo>
                    <a:cubicBezTo>
                      <a:pt x="111" y="174"/>
                      <a:pt x="140" y="188"/>
                      <a:pt x="160" y="185"/>
                    </a:cubicBezTo>
                    <a:cubicBezTo>
                      <a:pt x="180" y="182"/>
                      <a:pt x="203" y="169"/>
                      <a:pt x="208" y="156"/>
                    </a:cubicBezTo>
                    <a:cubicBezTo>
                      <a:pt x="213" y="143"/>
                      <a:pt x="205" y="135"/>
                      <a:pt x="192" y="125"/>
                    </a:cubicBezTo>
                    <a:cubicBezTo>
                      <a:pt x="179" y="115"/>
                      <a:pt x="172" y="108"/>
                      <a:pt x="168" y="97"/>
                    </a:cubicBezTo>
                    <a:cubicBezTo>
                      <a:pt x="164" y="86"/>
                      <a:pt x="154" y="88"/>
                      <a:pt x="144" y="82"/>
                    </a:cubicBezTo>
                    <a:cubicBezTo>
                      <a:pt x="132" y="76"/>
                      <a:pt x="145" y="62"/>
                      <a:pt x="164" y="70"/>
                    </a:cubicBezTo>
                    <a:cubicBezTo>
                      <a:pt x="183" y="78"/>
                      <a:pt x="185" y="84"/>
                      <a:pt x="193" y="98"/>
                    </a:cubicBezTo>
                    <a:cubicBezTo>
                      <a:pt x="201" y="112"/>
                      <a:pt x="233" y="140"/>
                      <a:pt x="278" y="109"/>
                    </a:cubicBezTo>
                    <a:cubicBezTo>
                      <a:pt x="293" y="95"/>
                      <a:pt x="332" y="75"/>
                      <a:pt x="345" y="67"/>
                    </a:cubicBezTo>
                    <a:cubicBezTo>
                      <a:pt x="364" y="55"/>
                      <a:pt x="361" y="45"/>
                      <a:pt x="377" y="36"/>
                    </a:cubicBezTo>
                    <a:cubicBezTo>
                      <a:pt x="389" y="30"/>
                      <a:pt x="409" y="28"/>
                      <a:pt x="424" y="26"/>
                    </a:cubicBezTo>
                    <a:cubicBezTo>
                      <a:pt x="454" y="22"/>
                      <a:pt x="524" y="0"/>
                      <a:pt x="621" y="0"/>
                    </a:cubicBezTo>
                  </a:path>
                </a:pathLst>
              </a:custGeom>
              <a:noFill/>
              <a:ln w="38100" cap="rnd">
                <a:solidFill>
                  <a:srgbClr val="F9D9D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4" name="Freeform 2057">
                <a:extLst>
                  <a:ext uri="{FF2B5EF4-FFF2-40B4-BE49-F238E27FC236}">
                    <a16:creationId xmlns:a16="http://schemas.microsoft.com/office/drawing/2014/main" id="{BE73660E-0648-4CEC-9006-228CAB34E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468"/>
                <a:ext cx="267" cy="305"/>
              </a:xfrm>
              <a:custGeom>
                <a:avLst/>
                <a:gdLst>
                  <a:gd name="T0" fmla="*/ 267 w 267"/>
                  <a:gd name="T1" fmla="*/ 305 h 305"/>
                  <a:gd name="T2" fmla="*/ 0 w 267"/>
                  <a:gd name="T3" fmla="*/ 50 h 305"/>
                  <a:gd name="T4" fmla="*/ 0 w 267"/>
                  <a:gd name="T5" fmla="*/ 0 h 305"/>
                  <a:gd name="T6" fmla="*/ 267 w 267"/>
                  <a:gd name="T7" fmla="*/ 259 h 305"/>
                  <a:gd name="T8" fmla="*/ 267 w 267"/>
                  <a:gd name="T9" fmla="*/ 305 h 3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305">
                    <a:moveTo>
                      <a:pt x="267" y="305"/>
                    </a:moveTo>
                    <a:lnTo>
                      <a:pt x="0" y="50"/>
                    </a:lnTo>
                    <a:lnTo>
                      <a:pt x="0" y="0"/>
                    </a:lnTo>
                    <a:lnTo>
                      <a:pt x="267" y="259"/>
                    </a:lnTo>
                    <a:lnTo>
                      <a:pt x="267" y="305"/>
                    </a:lnTo>
                    <a:close/>
                  </a:path>
                </a:pathLst>
              </a:custGeom>
              <a:solidFill>
                <a:srgbClr val="D767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5" name="Freeform 2058">
                <a:extLst>
                  <a:ext uri="{FF2B5EF4-FFF2-40B4-BE49-F238E27FC236}">
                    <a16:creationId xmlns:a16="http://schemas.microsoft.com/office/drawing/2014/main" id="{C146CAD6-52A2-464F-8475-04CF02E3F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516"/>
                <a:ext cx="280" cy="271"/>
              </a:xfrm>
              <a:custGeom>
                <a:avLst/>
                <a:gdLst>
                  <a:gd name="T0" fmla="*/ 0 w 180"/>
                  <a:gd name="T1" fmla="*/ 5 h 163"/>
                  <a:gd name="T2" fmla="*/ 5 w 180"/>
                  <a:gd name="T3" fmla="*/ 47 h 163"/>
                  <a:gd name="T4" fmla="*/ 297 w 180"/>
                  <a:gd name="T5" fmla="*/ 359 h 163"/>
                  <a:gd name="T6" fmla="*/ 644 w 180"/>
                  <a:gd name="T7" fmla="*/ 742 h 163"/>
                  <a:gd name="T8" fmla="*/ 670 w 180"/>
                  <a:gd name="T9" fmla="*/ 735 h 163"/>
                  <a:gd name="T10" fmla="*/ 666 w 180"/>
                  <a:gd name="T11" fmla="*/ 702 h 163"/>
                  <a:gd name="T12" fmla="*/ 327 w 180"/>
                  <a:gd name="T13" fmla="*/ 333 h 163"/>
                  <a:gd name="T14" fmla="*/ 19 w 180"/>
                  <a:gd name="T15" fmla="*/ 5 h 163"/>
                  <a:gd name="T16" fmla="*/ 0 w 180"/>
                  <a:gd name="T17" fmla="*/ 5 h 1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0" h="163">
                    <a:moveTo>
                      <a:pt x="0" y="1"/>
                    </a:moveTo>
                    <a:cubicBezTo>
                      <a:pt x="0" y="1"/>
                      <a:pt x="0" y="10"/>
                      <a:pt x="1" y="10"/>
                    </a:cubicBezTo>
                    <a:cubicBezTo>
                      <a:pt x="9" y="16"/>
                      <a:pt x="60" y="52"/>
                      <a:pt x="79" y="78"/>
                    </a:cubicBezTo>
                    <a:cubicBezTo>
                      <a:pt x="100" y="107"/>
                      <a:pt x="168" y="159"/>
                      <a:pt x="171" y="161"/>
                    </a:cubicBezTo>
                    <a:cubicBezTo>
                      <a:pt x="173" y="163"/>
                      <a:pt x="177" y="162"/>
                      <a:pt x="178" y="160"/>
                    </a:cubicBezTo>
                    <a:cubicBezTo>
                      <a:pt x="180" y="158"/>
                      <a:pt x="179" y="155"/>
                      <a:pt x="177" y="153"/>
                    </a:cubicBezTo>
                    <a:cubicBezTo>
                      <a:pt x="177" y="153"/>
                      <a:pt x="108" y="100"/>
                      <a:pt x="87" y="72"/>
                    </a:cubicBezTo>
                    <a:cubicBezTo>
                      <a:pt x="66" y="43"/>
                      <a:pt x="8" y="3"/>
                      <a:pt x="5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F6C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6" name="Line 2059">
                <a:extLst>
                  <a:ext uri="{FF2B5EF4-FFF2-40B4-BE49-F238E27FC236}">
                    <a16:creationId xmlns:a16="http://schemas.microsoft.com/office/drawing/2014/main" id="{169026CC-5382-49E4-BD2F-28F880B240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52" y="2795"/>
                <a:ext cx="1" cy="433"/>
              </a:xfrm>
              <a:prstGeom prst="line">
                <a:avLst/>
              </a:prstGeom>
              <a:noFill/>
              <a:ln w="1428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7" name="Line 2060">
                <a:extLst>
                  <a:ext uri="{FF2B5EF4-FFF2-40B4-BE49-F238E27FC236}">
                    <a16:creationId xmlns:a16="http://schemas.microsoft.com/office/drawing/2014/main" id="{7C6845C6-3ABB-4ECF-B7B1-05D49A1523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52" y="2730"/>
                <a:ext cx="1" cy="58"/>
              </a:xfrm>
              <a:prstGeom prst="line">
                <a:avLst/>
              </a:prstGeom>
              <a:noFill/>
              <a:ln w="1428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8" name="Line 2061">
                <a:extLst>
                  <a:ext uri="{FF2B5EF4-FFF2-40B4-BE49-F238E27FC236}">
                    <a16:creationId xmlns:a16="http://schemas.microsoft.com/office/drawing/2014/main" id="{25552CD2-55B3-43EF-8923-CF9CD6C3F4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41" y="2758"/>
                <a:ext cx="1" cy="25"/>
              </a:xfrm>
              <a:prstGeom prst="line">
                <a:avLst/>
              </a:prstGeom>
              <a:noFill/>
              <a:ln w="9525" cap="rnd">
                <a:solidFill>
                  <a:srgbClr val="EC8B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9" name="Line 2062">
                <a:extLst>
                  <a:ext uri="{FF2B5EF4-FFF2-40B4-BE49-F238E27FC236}">
                    <a16:creationId xmlns:a16="http://schemas.microsoft.com/office/drawing/2014/main" id="{E89F7F3D-7A77-40DD-B9E5-E6D0F4FB22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41" y="2727"/>
                <a:ext cx="1" cy="25"/>
              </a:xfrm>
              <a:prstGeom prst="line">
                <a:avLst/>
              </a:prstGeom>
              <a:noFill/>
              <a:ln w="9525" cap="rnd">
                <a:solidFill>
                  <a:srgbClr val="007C8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0" name="Line 2063">
                <a:extLst>
                  <a:ext uri="{FF2B5EF4-FFF2-40B4-BE49-F238E27FC236}">
                    <a16:creationId xmlns:a16="http://schemas.microsoft.com/office/drawing/2014/main" id="{8898CBD2-DA62-484D-8889-7AD764540D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41" y="2790"/>
                <a:ext cx="1" cy="16"/>
              </a:xfrm>
              <a:prstGeom prst="line">
                <a:avLst/>
              </a:prstGeom>
              <a:noFill/>
              <a:ln w="9525" cap="rnd">
                <a:solidFill>
                  <a:srgbClr val="009C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1" name="Line 2064">
                <a:extLst>
                  <a:ext uri="{FF2B5EF4-FFF2-40B4-BE49-F238E27FC236}">
                    <a16:creationId xmlns:a16="http://schemas.microsoft.com/office/drawing/2014/main" id="{7FFFE42D-3A38-46B3-AF22-078219DD0E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0" y="2468"/>
                <a:ext cx="267" cy="259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2" name="Freeform 2065">
                <a:extLst>
                  <a:ext uri="{FF2B5EF4-FFF2-40B4-BE49-F238E27FC236}">
                    <a16:creationId xmlns:a16="http://schemas.microsoft.com/office/drawing/2014/main" id="{95D633F8-BBF4-4B29-908C-AA6AA0306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057"/>
                <a:ext cx="1919" cy="670"/>
              </a:xfrm>
              <a:custGeom>
                <a:avLst/>
                <a:gdLst>
                  <a:gd name="T0" fmla="*/ 4640 w 1234"/>
                  <a:gd name="T1" fmla="*/ 0 h 404"/>
                  <a:gd name="T2" fmla="*/ 0 w 1234"/>
                  <a:gd name="T3" fmla="*/ 1843 h 40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34" h="404">
                    <a:moveTo>
                      <a:pt x="1234" y="0"/>
                    </a:moveTo>
                    <a:cubicBezTo>
                      <a:pt x="614" y="0"/>
                      <a:pt x="212" y="228"/>
                      <a:pt x="0" y="40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3" name="Freeform 2066">
                <a:extLst>
                  <a:ext uri="{FF2B5EF4-FFF2-40B4-BE49-F238E27FC236}">
                    <a16:creationId xmlns:a16="http://schemas.microsoft.com/office/drawing/2014/main" id="{C01FFCBD-5ACB-479B-8434-F6C0C41AC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060"/>
                <a:ext cx="1919" cy="1174"/>
              </a:xfrm>
              <a:custGeom>
                <a:avLst/>
                <a:gdLst>
                  <a:gd name="T0" fmla="*/ 0 w 1919"/>
                  <a:gd name="T1" fmla="*/ 1174 h 1174"/>
                  <a:gd name="T2" fmla="*/ 1919 w 1919"/>
                  <a:gd name="T3" fmla="*/ 1174 h 1174"/>
                  <a:gd name="T4" fmla="*/ 1919 w 1919"/>
                  <a:gd name="T5" fmla="*/ 0 h 11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19" h="1174">
                    <a:moveTo>
                      <a:pt x="0" y="1174"/>
                    </a:moveTo>
                    <a:lnTo>
                      <a:pt x="1919" y="1174"/>
                    </a:lnTo>
                    <a:lnTo>
                      <a:pt x="1919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4" name="Line 2067">
                <a:extLst>
                  <a:ext uri="{FF2B5EF4-FFF2-40B4-BE49-F238E27FC236}">
                    <a16:creationId xmlns:a16="http://schemas.microsoft.com/office/drawing/2014/main" id="{BF1095CE-B6A0-4215-810D-33A56668A7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78" y="2470"/>
                <a:ext cx="1" cy="502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5" name="Oval 2068">
                <a:extLst>
                  <a:ext uri="{FF2B5EF4-FFF2-40B4-BE49-F238E27FC236}">
                    <a16:creationId xmlns:a16="http://schemas.microsoft.com/office/drawing/2014/main" id="{CB3EFC8F-88BC-4E52-AD48-207D6E067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2" y="2919"/>
                <a:ext cx="12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16" name="Oval 2069">
                <a:extLst>
                  <a:ext uri="{FF2B5EF4-FFF2-40B4-BE49-F238E27FC236}">
                    <a16:creationId xmlns:a16="http://schemas.microsoft.com/office/drawing/2014/main" id="{1DCB3F4E-8084-4B77-B6C0-66E386DE3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2933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17" name="Oval 2070">
                <a:extLst>
                  <a:ext uri="{FF2B5EF4-FFF2-40B4-BE49-F238E27FC236}">
                    <a16:creationId xmlns:a16="http://schemas.microsoft.com/office/drawing/2014/main" id="{68B23186-6D51-4482-9C28-58BB65EF8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7" y="2929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18" name="Oval 2071">
                <a:extLst>
                  <a:ext uri="{FF2B5EF4-FFF2-40B4-BE49-F238E27FC236}">
                    <a16:creationId xmlns:a16="http://schemas.microsoft.com/office/drawing/2014/main" id="{2F6722C0-DDBA-4F26-8AF5-31D9CF02D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0" y="2889"/>
                <a:ext cx="13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19" name="Oval 2072">
                <a:extLst>
                  <a:ext uri="{FF2B5EF4-FFF2-40B4-BE49-F238E27FC236}">
                    <a16:creationId xmlns:a16="http://schemas.microsoft.com/office/drawing/2014/main" id="{984310EB-5D00-45E9-B2A7-7953839BA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7" y="2800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20" name="Oval 2073">
                <a:extLst>
                  <a:ext uri="{FF2B5EF4-FFF2-40B4-BE49-F238E27FC236}">
                    <a16:creationId xmlns:a16="http://schemas.microsoft.com/office/drawing/2014/main" id="{EFC6E849-84BE-487F-9255-6320765E9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783"/>
                <a:ext cx="12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21" name="Oval 2074">
                <a:extLst>
                  <a:ext uri="{FF2B5EF4-FFF2-40B4-BE49-F238E27FC236}">
                    <a16:creationId xmlns:a16="http://schemas.microsoft.com/office/drawing/2014/main" id="{04C473E6-C2A1-48A5-AB5E-69E29BDA1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0" y="2753"/>
                <a:ext cx="13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22" name="Oval 2075">
                <a:extLst>
                  <a:ext uri="{FF2B5EF4-FFF2-40B4-BE49-F238E27FC236}">
                    <a16:creationId xmlns:a16="http://schemas.microsoft.com/office/drawing/2014/main" id="{34A049BF-8E22-48E6-8974-B85E965ED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2729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23" name="Oval 2076">
                <a:extLst>
                  <a:ext uri="{FF2B5EF4-FFF2-40B4-BE49-F238E27FC236}">
                    <a16:creationId xmlns:a16="http://schemas.microsoft.com/office/drawing/2014/main" id="{D5D753B6-B67A-4221-8A5B-A23254549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1" y="2729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24" name="Oval 2077">
                <a:extLst>
                  <a:ext uri="{FF2B5EF4-FFF2-40B4-BE49-F238E27FC236}">
                    <a16:creationId xmlns:a16="http://schemas.microsoft.com/office/drawing/2014/main" id="{17CB37F0-9282-46C7-935F-F350815D8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5" y="2710"/>
                <a:ext cx="12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25" name="Oval 2078">
                <a:extLst>
                  <a:ext uri="{FF2B5EF4-FFF2-40B4-BE49-F238E27FC236}">
                    <a16:creationId xmlns:a16="http://schemas.microsoft.com/office/drawing/2014/main" id="{881EA70D-6945-43D4-A399-6D4751137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2710"/>
                <a:ext cx="12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26" name="Oval 2079">
                <a:extLst>
                  <a:ext uri="{FF2B5EF4-FFF2-40B4-BE49-F238E27FC236}">
                    <a16:creationId xmlns:a16="http://schemas.microsoft.com/office/drawing/2014/main" id="{16C21D68-213F-4BA9-86EC-7E1D6AE6C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8" y="2705"/>
                <a:ext cx="13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27" name="Oval 2080">
                <a:extLst>
                  <a:ext uri="{FF2B5EF4-FFF2-40B4-BE49-F238E27FC236}">
                    <a16:creationId xmlns:a16="http://schemas.microsoft.com/office/drawing/2014/main" id="{7AB10BB7-C653-499B-8E12-55B89C19B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2737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28" name="Oval 2081">
                <a:extLst>
                  <a:ext uri="{FF2B5EF4-FFF2-40B4-BE49-F238E27FC236}">
                    <a16:creationId xmlns:a16="http://schemas.microsoft.com/office/drawing/2014/main" id="{76C49084-C154-4878-BE19-973730441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2770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29" name="Oval 2082">
                <a:extLst>
                  <a:ext uri="{FF2B5EF4-FFF2-40B4-BE49-F238E27FC236}">
                    <a16:creationId xmlns:a16="http://schemas.microsoft.com/office/drawing/2014/main" id="{2FB24580-02CD-4E5F-8A41-AACA0DF0E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2" y="2790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30" name="Oval 2083">
                <a:extLst>
                  <a:ext uri="{FF2B5EF4-FFF2-40B4-BE49-F238E27FC236}">
                    <a16:creationId xmlns:a16="http://schemas.microsoft.com/office/drawing/2014/main" id="{BD361CE9-ECFA-4B9E-B709-2EC24A257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2813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31" name="Oval 2084">
                <a:extLst>
                  <a:ext uri="{FF2B5EF4-FFF2-40B4-BE49-F238E27FC236}">
                    <a16:creationId xmlns:a16="http://schemas.microsoft.com/office/drawing/2014/main" id="{20BCFA81-2D7D-4F0A-B8B2-EF81A937D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811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32" name="Oval 2085">
                <a:extLst>
                  <a:ext uri="{FF2B5EF4-FFF2-40B4-BE49-F238E27FC236}">
                    <a16:creationId xmlns:a16="http://schemas.microsoft.com/office/drawing/2014/main" id="{F57E77D3-BB32-436C-9005-986F4E808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2835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33" name="Oval 2086">
                <a:extLst>
                  <a:ext uri="{FF2B5EF4-FFF2-40B4-BE49-F238E27FC236}">
                    <a16:creationId xmlns:a16="http://schemas.microsoft.com/office/drawing/2014/main" id="{919E89A7-4FBD-4890-BB9E-A39661BA5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3" y="2850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34" name="Oval 2087">
                <a:extLst>
                  <a:ext uri="{FF2B5EF4-FFF2-40B4-BE49-F238E27FC236}">
                    <a16:creationId xmlns:a16="http://schemas.microsoft.com/office/drawing/2014/main" id="{B8737145-4269-4869-8ABD-F9F6CE0B9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926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35" name="Oval 2088">
                <a:extLst>
                  <a:ext uri="{FF2B5EF4-FFF2-40B4-BE49-F238E27FC236}">
                    <a16:creationId xmlns:a16="http://schemas.microsoft.com/office/drawing/2014/main" id="{345F42B1-464B-4670-8E4D-FE6086D60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906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36" name="Oval 2089">
                <a:extLst>
                  <a:ext uri="{FF2B5EF4-FFF2-40B4-BE49-F238E27FC236}">
                    <a16:creationId xmlns:a16="http://schemas.microsoft.com/office/drawing/2014/main" id="{DA0CD124-2649-4706-8912-7616E5DC8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2893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37" name="Oval 2090">
                <a:extLst>
                  <a:ext uri="{FF2B5EF4-FFF2-40B4-BE49-F238E27FC236}">
                    <a16:creationId xmlns:a16="http://schemas.microsoft.com/office/drawing/2014/main" id="{3F6AB0EB-9ED2-483C-AEF8-8D20E605C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2876"/>
                <a:ext cx="11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38" name="Oval 2091">
                <a:extLst>
                  <a:ext uri="{FF2B5EF4-FFF2-40B4-BE49-F238E27FC236}">
                    <a16:creationId xmlns:a16="http://schemas.microsoft.com/office/drawing/2014/main" id="{56F68F12-B559-4A7D-A24B-7D44D3F62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2868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39" name="Oval 2092">
                <a:extLst>
                  <a:ext uri="{FF2B5EF4-FFF2-40B4-BE49-F238E27FC236}">
                    <a16:creationId xmlns:a16="http://schemas.microsoft.com/office/drawing/2014/main" id="{80ACF24F-453D-45DE-9EF2-65A733BD4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2843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40" name="Oval 2093">
                <a:extLst>
                  <a:ext uri="{FF2B5EF4-FFF2-40B4-BE49-F238E27FC236}">
                    <a16:creationId xmlns:a16="http://schemas.microsoft.com/office/drawing/2014/main" id="{FEB32D17-F97E-4249-83B1-7E9DD74F1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820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41" name="Oval 2094">
                <a:extLst>
                  <a:ext uri="{FF2B5EF4-FFF2-40B4-BE49-F238E27FC236}">
                    <a16:creationId xmlns:a16="http://schemas.microsoft.com/office/drawing/2014/main" id="{DDA91E69-362E-4CF2-BD03-85603B46D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705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42" name="Oval 2095">
                <a:extLst>
                  <a:ext uri="{FF2B5EF4-FFF2-40B4-BE49-F238E27FC236}">
                    <a16:creationId xmlns:a16="http://schemas.microsoft.com/office/drawing/2014/main" id="{9D384C94-BA94-42DB-9AD8-741AD604C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2" y="2710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43" name="Oval 2096">
                <a:extLst>
                  <a:ext uri="{FF2B5EF4-FFF2-40B4-BE49-F238E27FC236}">
                    <a16:creationId xmlns:a16="http://schemas.microsoft.com/office/drawing/2014/main" id="{AF896337-400D-4D04-8C03-72821EDE2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2680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44" name="Oval 2097">
                <a:extLst>
                  <a:ext uri="{FF2B5EF4-FFF2-40B4-BE49-F238E27FC236}">
                    <a16:creationId xmlns:a16="http://schemas.microsoft.com/office/drawing/2014/main" id="{22480371-1934-43B5-BE35-82DC073AD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5" y="2695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45" name="Oval 2098">
                <a:extLst>
                  <a:ext uri="{FF2B5EF4-FFF2-40B4-BE49-F238E27FC236}">
                    <a16:creationId xmlns:a16="http://schemas.microsoft.com/office/drawing/2014/main" id="{FC2725C9-7FFE-4360-B174-A33778D31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2" y="2679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46" name="Oval 2099">
                <a:extLst>
                  <a:ext uri="{FF2B5EF4-FFF2-40B4-BE49-F238E27FC236}">
                    <a16:creationId xmlns:a16="http://schemas.microsoft.com/office/drawing/2014/main" id="{00E4BBA2-0D91-4F12-BA13-33A96EF7F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2" y="2647"/>
                <a:ext cx="9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47" name="Oval 2100">
                <a:extLst>
                  <a:ext uri="{FF2B5EF4-FFF2-40B4-BE49-F238E27FC236}">
                    <a16:creationId xmlns:a16="http://schemas.microsoft.com/office/drawing/2014/main" id="{1C475554-8766-4B7C-9D32-54C8B3983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674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48" name="Oval 2101">
                <a:extLst>
                  <a:ext uri="{FF2B5EF4-FFF2-40B4-BE49-F238E27FC236}">
                    <a16:creationId xmlns:a16="http://schemas.microsoft.com/office/drawing/2014/main" id="{95B19A47-3589-47C8-B673-A460AE5E4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4" y="2661"/>
                <a:ext cx="9" cy="11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49" name="Oval 2102">
                <a:extLst>
                  <a:ext uri="{FF2B5EF4-FFF2-40B4-BE49-F238E27FC236}">
                    <a16:creationId xmlns:a16="http://schemas.microsoft.com/office/drawing/2014/main" id="{4B8607EA-506F-473A-873B-9FBFD79C0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2616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50" name="Oval 2103">
                <a:extLst>
                  <a:ext uri="{FF2B5EF4-FFF2-40B4-BE49-F238E27FC236}">
                    <a16:creationId xmlns:a16="http://schemas.microsoft.com/office/drawing/2014/main" id="{B2952902-F598-4AD0-8427-593A186C8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637"/>
                <a:ext cx="9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51" name="Oval 2104">
                <a:extLst>
                  <a:ext uri="{FF2B5EF4-FFF2-40B4-BE49-F238E27FC236}">
                    <a16:creationId xmlns:a16="http://schemas.microsoft.com/office/drawing/2014/main" id="{02CEE33C-FACC-4921-97E8-505DC4A7F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1" y="2627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52" name="Oval 2105">
                <a:extLst>
                  <a:ext uri="{FF2B5EF4-FFF2-40B4-BE49-F238E27FC236}">
                    <a16:creationId xmlns:a16="http://schemas.microsoft.com/office/drawing/2014/main" id="{6650C059-07CF-47AB-89C6-9077D56CD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1" y="2606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53" name="Oval 2106">
                <a:extLst>
                  <a:ext uri="{FF2B5EF4-FFF2-40B4-BE49-F238E27FC236}">
                    <a16:creationId xmlns:a16="http://schemas.microsoft.com/office/drawing/2014/main" id="{E7296FB1-6596-4152-89EF-420628BAE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5" y="2586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54" name="Oval 2107">
                <a:extLst>
                  <a:ext uri="{FF2B5EF4-FFF2-40B4-BE49-F238E27FC236}">
                    <a16:creationId xmlns:a16="http://schemas.microsoft.com/office/drawing/2014/main" id="{48EB7745-FBEC-46A4-9E5E-4F2710503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9" y="2579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55" name="Oval 2108">
                <a:extLst>
                  <a:ext uri="{FF2B5EF4-FFF2-40B4-BE49-F238E27FC236}">
                    <a16:creationId xmlns:a16="http://schemas.microsoft.com/office/drawing/2014/main" id="{A3B92ED9-B6A2-4326-B4F5-11C927A95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8" y="2554"/>
                <a:ext cx="11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56" name="Oval 2109">
                <a:extLst>
                  <a:ext uri="{FF2B5EF4-FFF2-40B4-BE49-F238E27FC236}">
                    <a16:creationId xmlns:a16="http://schemas.microsoft.com/office/drawing/2014/main" id="{38712761-E348-47DC-901B-257518014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2" y="2564"/>
                <a:ext cx="9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57" name="Oval 2110">
                <a:extLst>
                  <a:ext uri="{FF2B5EF4-FFF2-40B4-BE49-F238E27FC236}">
                    <a16:creationId xmlns:a16="http://schemas.microsoft.com/office/drawing/2014/main" id="{7FFAE5E3-6438-442C-827F-B3EF0FD68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543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58" name="Oval 2111">
                <a:extLst>
                  <a:ext uri="{FF2B5EF4-FFF2-40B4-BE49-F238E27FC236}">
                    <a16:creationId xmlns:a16="http://schemas.microsoft.com/office/drawing/2014/main" id="{88D3938E-C5D3-4463-8571-31D5CA5FD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2" y="2515"/>
                <a:ext cx="9" cy="11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59" name="Oval 2112">
                <a:extLst>
                  <a:ext uri="{FF2B5EF4-FFF2-40B4-BE49-F238E27FC236}">
                    <a16:creationId xmlns:a16="http://schemas.microsoft.com/office/drawing/2014/main" id="{0BE1028F-A175-438F-84DE-5DBEE49C6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7" y="2511"/>
                <a:ext cx="9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60" name="Oval 2113">
                <a:extLst>
                  <a:ext uri="{FF2B5EF4-FFF2-40B4-BE49-F238E27FC236}">
                    <a16:creationId xmlns:a16="http://schemas.microsoft.com/office/drawing/2014/main" id="{9837E32F-CB00-4D72-93DE-547300011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476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61" name="Oval 2114">
                <a:extLst>
                  <a:ext uri="{FF2B5EF4-FFF2-40B4-BE49-F238E27FC236}">
                    <a16:creationId xmlns:a16="http://schemas.microsoft.com/office/drawing/2014/main" id="{736E3BA0-3AF4-4485-B49C-5862904D1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5" y="2491"/>
                <a:ext cx="11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62" name="Oval 2115">
                <a:extLst>
                  <a:ext uri="{FF2B5EF4-FFF2-40B4-BE49-F238E27FC236}">
                    <a16:creationId xmlns:a16="http://schemas.microsoft.com/office/drawing/2014/main" id="{C44F19C4-C2AF-43A8-AF06-3E7CC34BB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0" y="2480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63" name="Oval 2116">
                <a:extLst>
                  <a:ext uri="{FF2B5EF4-FFF2-40B4-BE49-F238E27FC236}">
                    <a16:creationId xmlns:a16="http://schemas.microsoft.com/office/drawing/2014/main" id="{6A554692-8619-4D17-9C4E-064F2F1ED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1" y="2465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64" name="Oval 2117">
                <a:extLst>
                  <a:ext uri="{FF2B5EF4-FFF2-40B4-BE49-F238E27FC236}">
                    <a16:creationId xmlns:a16="http://schemas.microsoft.com/office/drawing/2014/main" id="{28B5EABD-8415-45C3-93E0-A268D6D05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2478"/>
                <a:ext cx="9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65" name="Oval 2118">
                <a:extLst>
                  <a:ext uri="{FF2B5EF4-FFF2-40B4-BE49-F238E27FC236}">
                    <a16:creationId xmlns:a16="http://schemas.microsoft.com/office/drawing/2014/main" id="{7D0D736B-C2D7-494A-9362-FCC0FA970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9" y="2475"/>
                <a:ext cx="9" cy="11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66" name="Oval 2119">
                <a:extLst>
                  <a:ext uri="{FF2B5EF4-FFF2-40B4-BE49-F238E27FC236}">
                    <a16:creationId xmlns:a16="http://schemas.microsoft.com/office/drawing/2014/main" id="{A606A0C9-325F-42DA-9D71-5B6656092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7" y="2495"/>
                <a:ext cx="11" cy="11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67" name="Oval 2120">
                <a:extLst>
                  <a:ext uri="{FF2B5EF4-FFF2-40B4-BE49-F238E27FC236}">
                    <a16:creationId xmlns:a16="http://schemas.microsoft.com/office/drawing/2014/main" id="{EB3C8704-25E9-4DA7-B065-20EB84E49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6" y="2501"/>
                <a:ext cx="9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68" name="Oval 2121">
                <a:extLst>
                  <a:ext uri="{FF2B5EF4-FFF2-40B4-BE49-F238E27FC236}">
                    <a16:creationId xmlns:a16="http://schemas.microsoft.com/office/drawing/2014/main" id="{404D27B9-9219-465A-ADF5-20B4B7E74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6" y="2520"/>
                <a:ext cx="9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69" name="Oval 2122">
                <a:extLst>
                  <a:ext uri="{FF2B5EF4-FFF2-40B4-BE49-F238E27FC236}">
                    <a16:creationId xmlns:a16="http://schemas.microsoft.com/office/drawing/2014/main" id="{1B0EECFD-0D1C-42B4-91A2-2DEB13C1F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6" y="2529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70" name="Oval 2123">
                <a:extLst>
                  <a:ext uri="{FF2B5EF4-FFF2-40B4-BE49-F238E27FC236}">
                    <a16:creationId xmlns:a16="http://schemas.microsoft.com/office/drawing/2014/main" id="{021BD12C-713D-4295-AE40-E43D92CAE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2571"/>
                <a:ext cx="11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71" name="Oval 2124">
                <a:extLst>
                  <a:ext uri="{FF2B5EF4-FFF2-40B4-BE49-F238E27FC236}">
                    <a16:creationId xmlns:a16="http://schemas.microsoft.com/office/drawing/2014/main" id="{6EEC8C08-0535-4A45-B6E1-C1E2D1D3B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6" y="2568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72" name="Oval 2125">
                <a:extLst>
                  <a:ext uri="{FF2B5EF4-FFF2-40B4-BE49-F238E27FC236}">
                    <a16:creationId xmlns:a16="http://schemas.microsoft.com/office/drawing/2014/main" id="{976C2E14-E05B-4790-8003-533EC53AB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3" y="2596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73" name="Oval 2126">
                <a:extLst>
                  <a:ext uri="{FF2B5EF4-FFF2-40B4-BE49-F238E27FC236}">
                    <a16:creationId xmlns:a16="http://schemas.microsoft.com/office/drawing/2014/main" id="{676ED1A6-C125-4910-9715-A948621A6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0" y="2591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74" name="Oval 2127">
                <a:extLst>
                  <a:ext uri="{FF2B5EF4-FFF2-40B4-BE49-F238E27FC236}">
                    <a16:creationId xmlns:a16="http://schemas.microsoft.com/office/drawing/2014/main" id="{D3BDB0AE-8EBC-42F9-8134-3E5C7394E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5" y="2614"/>
                <a:ext cx="11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75" name="Oval 2128">
                <a:extLst>
                  <a:ext uri="{FF2B5EF4-FFF2-40B4-BE49-F238E27FC236}">
                    <a16:creationId xmlns:a16="http://schemas.microsoft.com/office/drawing/2014/main" id="{22B160B6-6C38-49DF-9C2A-6D49B4F29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2599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76" name="Oval 2129">
                <a:extLst>
                  <a:ext uri="{FF2B5EF4-FFF2-40B4-BE49-F238E27FC236}">
                    <a16:creationId xmlns:a16="http://schemas.microsoft.com/office/drawing/2014/main" id="{12D41B07-EC70-46DF-B147-A4EA6B07A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5" y="2593"/>
                <a:ext cx="11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77" name="Oval 2130">
                <a:extLst>
                  <a:ext uri="{FF2B5EF4-FFF2-40B4-BE49-F238E27FC236}">
                    <a16:creationId xmlns:a16="http://schemas.microsoft.com/office/drawing/2014/main" id="{BAA325E6-D25F-4B1E-A60B-B34A96548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0" y="2614"/>
                <a:ext cx="10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78" name="Oval 2131">
                <a:extLst>
                  <a:ext uri="{FF2B5EF4-FFF2-40B4-BE49-F238E27FC236}">
                    <a16:creationId xmlns:a16="http://schemas.microsoft.com/office/drawing/2014/main" id="{DF62B85E-F29F-457D-8116-3EDB8E423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0" y="2607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79" name="Oval 2132">
                <a:extLst>
                  <a:ext uri="{FF2B5EF4-FFF2-40B4-BE49-F238E27FC236}">
                    <a16:creationId xmlns:a16="http://schemas.microsoft.com/office/drawing/2014/main" id="{2FB77F30-D4B0-4D7F-B787-40409BE42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1" y="2574"/>
                <a:ext cx="9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80" name="Oval 2133">
                <a:extLst>
                  <a:ext uri="{FF2B5EF4-FFF2-40B4-BE49-F238E27FC236}">
                    <a16:creationId xmlns:a16="http://schemas.microsoft.com/office/drawing/2014/main" id="{5577A14E-E59A-41BC-8938-7A0145E9E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1" y="2544"/>
                <a:ext cx="9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81" name="Oval 2134">
                <a:extLst>
                  <a:ext uri="{FF2B5EF4-FFF2-40B4-BE49-F238E27FC236}">
                    <a16:creationId xmlns:a16="http://schemas.microsoft.com/office/drawing/2014/main" id="{FEA1E0CF-7943-40C3-B55B-B5E75B703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7" y="2541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82" name="Oval 2135">
                <a:extLst>
                  <a:ext uri="{FF2B5EF4-FFF2-40B4-BE49-F238E27FC236}">
                    <a16:creationId xmlns:a16="http://schemas.microsoft.com/office/drawing/2014/main" id="{E6048D76-B0BD-483A-921B-77612320D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5" y="2568"/>
                <a:ext cx="9" cy="11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83" name="Oval 2136">
                <a:extLst>
                  <a:ext uri="{FF2B5EF4-FFF2-40B4-BE49-F238E27FC236}">
                    <a16:creationId xmlns:a16="http://schemas.microsoft.com/office/drawing/2014/main" id="{D129906C-5BAF-4AE8-B9F0-372084AFD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4" y="2501"/>
                <a:ext cx="10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84" name="Oval 2137">
                <a:extLst>
                  <a:ext uri="{FF2B5EF4-FFF2-40B4-BE49-F238E27FC236}">
                    <a16:creationId xmlns:a16="http://schemas.microsoft.com/office/drawing/2014/main" id="{A71534F0-30D5-4214-8134-A9D11910E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9" y="2513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85" name="Oval 2138">
                <a:extLst>
                  <a:ext uri="{FF2B5EF4-FFF2-40B4-BE49-F238E27FC236}">
                    <a16:creationId xmlns:a16="http://schemas.microsoft.com/office/drawing/2014/main" id="{6E2C1F92-80A3-4F06-BE69-EAEC4F99C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2495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86" name="Oval 2139">
                <a:extLst>
                  <a:ext uri="{FF2B5EF4-FFF2-40B4-BE49-F238E27FC236}">
                    <a16:creationId xmlns:a16="http://schemas.microsoft.com/office/drawing/2014/main" id="{7938A73D-6EBB-4B08-907F-DD814E4C6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2" y="2461"/>
                <a:ext cx="9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87" name="Oval 2140">
                <a:extLst>
                  <a:ext uri="{FF2B5EF4-FFF2-40B4-BE49-F238E27FC236}">
                    <a16:creationId xmlns:a16="http://schemas.microsoft.com/office/drawing/2014/main" id="{F7C2DD62-4997-4671-8E9F-DD17CB95E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0" y="2430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88" name="Oval 2141">
                <a:extLst>
                  <a:ext uri="{FF2B5EF4-FFF2-40B4-BE49-F238E27FC236}">
                    <a16:creationId xmlns:a16="http://schemas.microsoft.com/office/drawing/2014/main" id="{1190417B-92BF-42AE-95B6-B5FD62EA1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5" y="2452"/>
                <a:ext cx="11" cy="11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89" name="Oval 2142">
                <a:extLst>
                  <a:ext uri="{FF2B5EF4-FFF2-40B4-BE49-F238E27FC236}">
                    <a16:creationId xmlns:a16="http://schemas.microsoft.com/office/drawing/2014/main" id="{7E199581-70BE-4EDA-9CB5-996C88809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6" y="2395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90" name="Oval 2143">
                <a:extLst>
                  <a:ext uri="{FF2B5EF4-FFF2-40B4-BE49-F238E27FC236}">
                    <a16:creationId xmlns:a16="http://schemas.microsoft.com/office/drawing/2014/main" id="{CC02BA9C-0370-4099-9668-06A5AC131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6" y="2364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91" name="Oval 2144">
                <a:extLst>
                  <a:ext uri="{FF2B5EF4-FFF2-40B4-BE49-F238E27FC236}">
                    <a16:creationId xmlns:a16="http://schemas.microsoft.com/office/drawing/2014/main" id="{2582FEB6-595E-4E04-A30E-84AB1F32B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6" y="2339"/>
                <a:ext cx="9" cy="11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92" name="Oval 2145">
                <a:extLst>
                  <a:ext uri="{FF2B5EF4-FFF2-40B4-BE49-F238E27FC236}">
                    <a16:creationId xmlns:a16="http://schemas.microsoft.com/office/drawing/2014/main" id="{8F8B0E20-B9AF-48FD-A25C-76CFD1CCC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6" y="2299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93" name="Oval 2146">
                <a:extLst>
                  <a:ext uri="{FF2B5EF4-FFF2-40B4-BE49-F238E27FC236}">
                    <a16:creationId xmlns:a16="http://schemas.microsoft.com/office/drawing/2014/main" id="{6FD857FC-DFAB-4B27-A4EF-11DDB1708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2269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94" name="Oval 2147">
                <a:extLst>
                  <a:ext uri="{FF2B5EF4-FFF2-40B4-BE49-F238E27FC236}">
                    <a16:creationId xmlns:a16="http://schemas.microsoft.com/office/drawing/2014/main" id="{D17C9512-D83A-4B75-8FE1-9EFB22F1C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1" y="2272"/>
                <a:ext cx="9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95" name="Oval 2148">
                <a:extLst>
                  <a:ext uri="{FF2B5EF4-FFF2-40B4-BE49-F238E27FC236}">
                    <a16:creationId xmlns:a16="http://schemas.microsoft.com/office/drawing/2014/main" id="{74033227-74C2-4ED0-A437-AEF4A9B1C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0" y="2317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96" name="Oval 2149">
                <a:extLst>
                  <a:ext uri="{FF2B5EF4-FFF2-40B4-BE49-F238E27FC236}">
                    <a16:creationId xmlns:a16="http://schemas.microsoft.com/office/drawing/2014/main" id="{8D9BB192-4F2F-48AD-AEC3-75FD9FB42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2" y="2375"/>
                <a:ext cx="9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97" name="Oval 2150">
                <a:extLst>
                  <a:ext uri="{FF2B5EF4-FFF2-40B4-BE49-F238E27FC236}">
                    <a16:creationId xmlns:a16="http://schemas.microsoft.com/office/drawing/2014/main" id="{E7C498EA-731B-4CAC-B72E-EFF3C5856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4" y="2607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98" name="Oval 2151">
                <a:extLst>
                  <a:ext uri="{FF2B5EF4-FFF2-40B4-BE49-F238E27FC236}">
                    <a16:creationId xmlns:a16="http://schemas.microsoft.com/office/drawing/2014/main" id="{6DCE1B37-4EF4-4C64-B093-5407C938C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3" y="2599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199" name="Oval 2152">
                <a:extLst>
                  <a:ext uri="{FF2B5EF4-FFF2-40B4-BE49-F238E27FC236}">
                    <a16:creationId xmlns:a16="http://schemas.microsoft.com/office/drawing/2014/main" id="{59F3CDE4-96F0-4250-AF4B-604FA429B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3" y="2992"/>
                <a:ext cx="10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00" name="Oval 2153">
                <a:extLst>
                  <a:ext uri="{FF2B5EF4-FFF2-40B4-BE49-F238E27FC236}">
                    <a16:creationId xmlns:a16="http://schemas.microsoft.com/office/drawing/2014/main" id="{51E0EB40-CA3E-4465-B90E-DA04B1B18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0" y="2971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01" name="Oval 2154">
                <a:extLst>
                  <a:ext uri="{FF2B5EF4-FFF2-40B4-BE49-F238E27FC236}">
                    <a16:creationId xmlns:a16="http://schemas.microsoft.com/office/drawing/2014/main" id="{31FFA47A-99A9-4A9E-A51E-C8AB4082F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8" y="2982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02" name="Oval 2155">
                <a:extLst>
                  <a:ext uri="{FF2B5EF4-FFF2-40B4-BE49-F238E27FC236}">
                    <a16:creationId xmlns:a16="http://schemas.microsoft.com/office/drawing/2014/main" id="{E9FF9DA7-BEC4-47AE-A23A-5A2657CF7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2969"/>
                <a:ext cx="10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03" name="Oval 2156">
                <a:extLst>
                  <a:ext uri="{FF2B5EF4-FFF2-40B4-BE49-F238E27FC236}">
                    <a16:creationId xmlns:a16="http://schemas.microsoft.com/office/drawing/2014/main" id="{A8DC253D-3745-447A-B37E-4ADE9E15D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6" y="2986"/>
                <a:ext cx="11" cy="11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04" name="Oval 2157">
                <a:extLst>
                  <a:ext uri="{FF2B5EF4-FFF2-40B4-BE49-F238E27FC236}">
                    <a16:creationId xmlns:a16="http://schemas.microsoft.com/office/drawing/2014/main" id="{CC1ADE26-7A26-4ED5-83B3-5813F9384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997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05" name="Oval 2158">
                <a:extLst>
                  <a:ext uri="{FF2B5EF4-FFF2-40B4-BE49-F238E27FC236}">
                    <a16:creationId xmlns:a16="http://schemas.microsoft.com/office/drawing/2014/main" id="{6C71CA7A-0933-4FAF-B4A0-F9EF10381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2" y="3014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06" name="Oval 2159">
                <a:extLst>
                  <a:ext uri="{FF2B5EF4-FFF2-40B4-BE49-F238E27FC236}">
                    <a16:creationId xmlns:a16="http://schemas.microsoft.com/office/drawing/2014/main" id="{DFADB15A-7D9B-420F-B3B6-43BE8F831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3007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07" name="Oval 2160">
                <a:extLst>
                  <a:ext uri="{FF2B5EF4-FFF2-40B4-BE49-F238E27FC236}">
                    <a16:creationId xmlns:a16="http://schemas.microsoft.com/office/drawing/2014/main" id="{EA3F1418-786A-4E60-AF3A-91DC31374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4" y="3022"/>
                <a:ext cx="10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08" name="Oval 2161">
                <a:extLst>
                  <a:ext uri="{FF2B5EF4-FFF2-40B4-BE49-F238E27FC236}">
                    <a16:creationId xmlns:a16="http://schemas.microsoft.com/office/drawing/2014/main" id="{9ED15472-9827-4707-BB75-7CD99C5C6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7" y="3049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09" name="Oval 2162">
                <a:extLst>
                  <a:ext uri="{FF2B5EF4-FFF2-40B4-BE49-F238E27FC236}">
                    <a16:creationId xmlns:a16="http://schemas.microsoft.com/office/drawing/2014/main" id="{CF6C58B7-1693-4455-80A8-AB6E03431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3069"/>
                <a:ext cx="9" cy="9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10" name="Oval 2163">
                <a:extLst>
                  <a:ext uri="{FF2B5EF4-FFF2-40B4-BE49-F238E27FC236}">
                    <a16:creationId xmlns:a16="http://schemas.microsoft.com/office/drawing/2014/main" id="{A0CA8475-5723-43A4-BFBF-10C953D8A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4" y="3065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11" name="Oval 2164">
                <a:extLst>
                  <a:ext uri="{FF2B5EF4-FFF2-40B4-BE49-F238E27FC236}">
                    <a16:creationId xmlns:a16="http://schemas.microsoft.com/office/drawing/2014/main" id="{7B41511E-C1EA-4188-8F4E-3C864D37F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1" y="3085"/>
                <a:ext cx="10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12" name="Oval 2165">
                <a:extLst>
                  <a:ext uri="{FF2B5EF4-FFF2-40B4-BE49-F238E27FC236}">
                    <a16:creationId xmlns:a16="http://schemas.microsoft.com/office/drawing/2014/main" id="{B29D1C9D-8A23-4E3F-867C-49C9B6A39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3102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13" name="Oval 2166">
                <a:extLst>
                  <a:ext uri="{FF2B5EF4-FFF2-40B4-BE49-F238E27FC236}">
                    <a16:creationId xmlns:a16="http://schemas.microsoft.com/office/drawing/2014/main" id="{1231B982-DFE8-49ED-98FB-839DB8D49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8" y="3112"/>
                <a:ext cx="9" cy="11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14" name="Oval 2167">
                <a:extLst>
                  <a:ext uri="{FF2B5EF4-FFF2-40B4-BE49-F238E27FC236}">
                    <a16:creationId xmlns:a16="http://schemas.microsoft.com/office/drawing/2014/main" id="{37DE817B-8F58-4354-A92B-C12C6AF0F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3" y="3125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15" name="Oval 2168">
                <a:extLst>
                  <a:ext uri="{FF2B5EF4-FFF2-40B4-BE49-F238E27FC236}">
                    <a16:creationId xmlns:a16="http://schemas.microsoft.com/office/drawing/2014/main" id="{DBDFB95F-642E-4675-B366-98A92EE87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3146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16" name="Oval 2169">
                <a:extLst>
                  <a:ext uri="{FF2B5EF4-FFF2-40B4-BE49-F238E27FC236}">
                    <a16:creationId xmlns:a16="http://schemas.microsoft.com/office/drawing/2014/main" id="{CB4DE372-EDED-4E8E-A125-CC00DD0FB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2" y="3153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17" name="Oval 2170">
                <a:extLst>
                  <a:ext uri="{FF2B5EF4-FFF2-40B4-BE49-F238E27FC236}">
                    <a16:creationId xmlns:a16="http://schemas.microsoft.com/office/drawing/2014/main" id="{1467652E-3287-4A5D-84CD-E0BAA2D1C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7" y="2740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18" name="Oval 2171">
                <a:extLst>
                  <a:ext uri="{FF2B5EF4-FFF2-40B4-BE49-F238E27FC236}">
                    <a16:creationId xmlns:a16="http://schemas.microsoft.com/office/drawing/2014/main" id="{342CA006-A0BA-4977-AB46-C6FC26AA6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3" y="2760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19" name="Oval 2172">
                <a:extLst>
                  <a:ext uri="{FF2B5EF4-FFF2-40B4-BE49-F238E27FC236}">
                    <a16:creationId xmlns:a16="http://schemas.microsoft.com/office/drawing/2014/main" id="{2494BEB8-7329-4674-BFB1-48DEEBE22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5" y="2840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20" name="Oval 2173">
                <a:extLst>
                  <a:ext uri="{FF2B5EF4-FFF2-40B4-BE49-F238E27FC236}">
                    <a16:creationId xmlns:a16="http://schemas.microsoft.com/office/drawing/2014/main" id="{F0267282-F688-4035-9C36-9D7D9C249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790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21" name="Oval 2174">
                <a:extLst>
                  <a:ext uri="{FF2B5EF4-FFF2-40B4-BE49-F238E27FC236}">
                    <a16:creationId xmlns:a16="http://schemas.microsoft.com/office/drawing/2014/main" id="{4BFE7EC0-2D75-45F9-8166-EE486CD54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8" y="2979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22" name="Oval 2175">
                <a:extLst>
                  <a:ext uri="{FF2B5EF4-FFF2-40B4-BE49-F238E27FC236}">
                    <a16:creationId xmlns:a16="http://schemas.microsoft.com/office/drawing/2014/main" id="{7859CC5A-1FEF-4286-B72B-536006762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2896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23" name="Oval 2176">
                <a:extLst>
                  <a:ext uri="{FF2B5EF4-FFF2-40B4-BE49-F238E27FC236}">
                    <a16:creationId xmlns:a16="http://schemas.microsoft.com/office/drawing/2014/main" id="{9A68204A-D858-4A4F-8676-A14625675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6" y="2883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24" name="Oval 2177">
                <a:extLst>
                  <a:ext uri="{FF2B5EF4-FFF2-40B4-BE49-F238E27FC236}">
                    <a16:creationId xmlns:a16="http://schemas.microsoft.com/office/drawing/2014/main" id="{7291FB75-69CB-407C-8D40-D9154DAC0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2" y="2868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25" name="Oval 2178">
                <a:extLst>
                  <a:ext uri="{FF2B5EF4-FFF2-40B4-BE49-F238E27FC236}">
                    <a16:creationId xmlns:a16="http://schemas.microsoft.com/office/drawing/2014/main" id="{6EE6C670-6F92-410B-BCEC-9D5E13239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2860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26" name="Oval 2179">
                <a:extLst>
                  <a:ext uri="{FF2B5EF4-FFF2-40B4-BE49-F238E27FC236}">
                    <a16:creationId xmlns:a16="http://schemas.microsoft.com/office/drawing/2014/main" id="{C9891763-1837-4F21-A54C-576FCC18F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2" y="2846"/>
                <a:ext cx="12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27" name="Oval 2180">
                <a:extLst>
                  <a:ext uri="{FF2B5EF4-FFF2-40B4-BE49-F238E27FC236}">
                    <a16:creationId xmlns:a16="http://schemas.microsoft.com/office/drawing/2014/main" id="{E6359B72-3EA5-4CD8-8D3C-DDA173B97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7" y="2850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28" name="Oval 2181">
                <a:extLst>
                  <a:ext uri="{FF2B5EF4-FFF2-40B4-BE49-F238E27FC236}">
                    <a16:creationId xmlns:a16="http://schemas.microsoft.com/office/drawing/2014/main" id="{03369453-05D1-4A25-9596-3126DB830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3" y="2830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29" name="Oval 2182">
                <a:extLst>
                  <a:ext uri="{FF2B5EF4-FFF2-40B4-BE49-F238E27FC236}">
                    <a16:creationId xmlns:a16="http://schemas.microsoft.com/office/drawing/2014/main" id="{6E0DF3C6-D6BD-4DB9-B4D9-B38DFAD80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7" y="2810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30" name="Oval 2183">
                <a:extLst>
                  <a:ext uri="{FF2B5EF4-FFF2-40B4-BE49-F238E27FC236}">
                    <a16:creationId xmlns:a16="http://schemas.microsoft.com/office/drawing/2014/main" id="{A77EC10A-1A6E-42A2-B93C-14BF965C4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1" y="2782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31" name="Oval 2184">
                <a:extLst>
                  <a:ext uri="{FF2B5EF4-FFF2-40B4-BE49-F238E27FC236}">
                    <a16:creationId xmlns:a16="http://schemas.microsoft.com/office/drawing/2014/main" id="{5DE8DA23-784F-45AC-9CD8-2EB28C3E4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5" y="2695"/>
                <a:ext cx="13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32" name="Oval 2185">
                <a:extLst>
                  <a:ext uri="{FF2B5EF4-FFF2-40B4-BE49-F238E27FC236}">
                    <a16:creationId xmlns:a16="http://schemas.microsoft.com/office/drawing/2014/main" id="{3982C3D7-10CB-4372-AF06-3EA3960A2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8" y="2682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33" name="Oval 2186">
                <a:extLst>
                  <a:ext uri="{FF2B5EF4-FFF2-40B4-BE49-F238E27FC236}">
                    <a16:creationId xmlns:a16="http://schemas.microsoft.com/office/drawing/2014/main" id="{13333A97-8598-4E8B-9DBC-9DC171F81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667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34" name="Oval 2187">
                <a:extLst>
                  <a:ext uri="{FF2B5EF4-FFF2-40B4-BE49-F238E27FC236}">
                    <a16:creationId xmlns:a16="http://schemas.microsoft.com/office/drawing/2014/main" id="{B3055976-CF88-41FE-A7EB-F2C3F6731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2657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35" name="Oval 2188">
                <a:extLst>
                  <a:ext uri="{FF2B5EF4-FFF2-40B4-BE49-F238E27FC236}">
                    <a16:creationId xmlns:a16="http://schemas.microsoft.com/office/drawing/2014/main" id="{974F9F0D-A300-4065-9D7B-84F736DAE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644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36" name="Oval 2189">
                <a:extLst>
                  <a:ext uri="{FF2B5EF4-FFF2-40B4-BE49-F238E27FC236}">
                    <a16:creationId xmlns:a16="http://schemas.microsoft.com/office/drawing/2014/main" id="{0E7309C0-D371-4A94-ADBB-1C7B96B1E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649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37" name="Oval 2190">
                <a:extLst>
                  <a:ext uri="{FF2B5EF4-FFF2-40B4-BE49-F238E27FC236}">
                    <a16:creationId xmlns:a16="http://schemas.microsoft.com/office/drawing/2014/main" id="{285A9267-8863-4C77-B3CD-DBBB12BBE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2629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38" name="Oval 2191">
                <a:extLst>
                  <a:ext uri="{FF2B5EF4-FFF2-40B4-BE49-F238E27FC236}">
                    <a16:creationId xmlns:a16="http://schemas.microsoft.com/office/drawing/2014/main" id="{3C41AEA0-08E6-4D14-AA24-0DD01F6A5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2609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39" name="Oval 2192">
                <a:extLst>
                  <a:ext uri="{FF2B5EF4-FFF2-40B4-BE49-F238E27FC236}">
                    <a16:creationId xmlns:a16="http://schemas.microsoft.com/office/drawing/2014/main" id="{739A01A9-FED0-440A-9B15-4764D137D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3" y="2581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40" name="Oval 2193">
                <a:extLst>
                  <a:ext uri="{FF2B5EF4-FFF2-40B4-BE49-F238E27FC236}">
                    <a16:creationId xmlns:a16="http://schemas.microsoft.com/office/drawing/2014/main" id="{372AD6B8-A3EE-41C2-AE54-45FAF8EDF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8" y="2624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41" name="Oval 2194">
                <a:extLst>
                  <a:ext uri="{FF2B5EF4-FFF2-40B4-BE49-F238E27FC236}">
                    <a16:creationId xmlns:a16="http://schemas.microsoft.com/office/drawing/2014/main" id="{D110BB34-8A02-493B-8874-E23E2642B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3" y="2611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42" name="Oval 2195">
                <a:extLst>
                  <a:ext uri="{FF2B5EF4-FFF2-40B4-BE49-F238E27FC236}">
                    <a16:creationId xmlns:a16="http://schemas.microsoft.com/office/drawing/2014/main" id="{DAA36340-804B-4AFF-BF88-B46AB81D1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7" y="2596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43" name="Oval 2196">
                <a:extLst>
                  <a:ext uri="{FF2B5EF4-FFF2-40B4-BE49-F238E27FC236}">
                    <a16:creationId xmlns:a16="http://schemas.microsoft.com/office/drawing/2014/main" id="{E8E59C9D-3FCE-468D-9DE9-94EA726C0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2588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44" name="Oval 2197">
                <a:extLst>
                  <a:ext uri="{FF2B5EF4-FFF2-40B4-BE49-F238E27FC236}">
                    <a16:creationId xmlns:a16="http://schemas.microsoft.com/office/drawing/2014/main" id="{CC45F6F9-D675-48BF-BF9E-BC2ED1978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7" y="2574"/>
                <a:ext cx="12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45" name="Oval 2198">
                <a:extLst>
                  <a:ext uri="{FF2B5EF4-FFF2-40B4-BE49-F238E27FC236}">
                    <a16:creationId xmlns:a16="http://schemas.microsoft.com/office/drawing/2014/main" id="{5097C967-2F77-41BA-8FAE-3D6EC3C03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578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46" name="Oval 2199">
                <a:extLst>
                  <a:ext uri="{FF2B5EF4-FFF2-40B4-BE49-F238E27FC236}">
                    <a16:creationId xmlns:a16="http://schemas.microsoft.com/office/drawing/2014/main" id="{3FE82B12-BDC2-4823-AD51-BE682A4CE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0" y="2558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47" name="Oval 2200">
                <a:extLst>
                  <a:ext uri="{FF2B5EF4-FFF2-40B4-BE49-F238E27FC236}">
                    <a16:creationId xmlns:a16="http://schemas.microsoft.com/office/drawing/2014/main" id="{8914D4CF-BD8D-401F-A992-417EC0AD7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2" y="2538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48" name="Oval 2201">
                <a:extLst>
                  <a:ext uri="{FF2B5EF4-FFF2-40B4-BE49-F238E27FC236}">
                    <a16:creationId xmlns:a16="http://schemas.microsoft.com/office/drawing/2014/main" id="{75B1051F-0D80-4D48-A41C-B8F1376F2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6" y="2510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49" name="Oval 2202">
                <a:extLst>
                  <a:ext uri="{FF2B5EF4-FFF2-40B4-BE49-F238E27FC236}">
                    <a16:creationId xmlns:a16="http://schemas.microsoft.com/office/drawing/2014/main" id="{1D9D547A-550E-43E4-A1EF-659BCD28B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6" y="2598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50" name="Oval 2203">
                <a:extLst>
                  <a:ext uri="{FF2B5EF4-FFF2-40B4-BE49-F238E27FC236}">
                    <a16:creationId xmlns:a16="http://schemas.microsoft.com/office/drawing/2014/main" id="{30CFF443-E71E-40AF-9312-CDA392AD3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2584"/>
                <a:ext cx="13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51" name="Oval 2204">
                <a:extLst>
                  <a:ext uri="{FF2B5EF4-FFF2-40B4-BE49-F238E27FC236}">
                    <a16:creationId xmlns:a16="http://schemas.microsoft.com/office/drawing/2014/main" id="{A0D16DE6-820E-4ED2-9F62-EA742BB07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2568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31252" name="Oval 2205">
                <a:extLst>
                  <a:ext uri="{FF2B5EF4-FFF2-40B4-BE49-F238E27FC236}">
                    <a16:creationId xmlns:a16="http://schemas.microsoft.com/office/drawing/2014/main" id="{7E3E5E9F-4986-4EB1-B340-82438AC51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1" y="2559"/>
                <a:ext cx="12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81927" name="Group 2206">
              <a:extLst>
                <a:ext uri="{FF2B5EF4-FFF2-40B4-BE49-F238E27FC236}">
                  <a16:creationId xmlns:a16="http://schemas.microsoft.com/office/drawing/2014/main" id="{7BB1819C-7157-4D79-9611-933779391B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97" y="2306"/>
              <a:ext cx="465" cy="922"/>
              <a:chOff x="4797" y="2306"/>
              <a:chExt cx="465" cy="922"/>
            </a:xfrm>
          </p:grpSpPr>
          <p:sp>
            <p:nvSpPr>
              <p:cNvPr id="82725" name="Oval 2207">
                <a:extLst>
                  <a:ext uri="{FF2B5EF4-FFF2-40B4-BE49-F238E27FC236}">
                    <a16:creationId xmlns:a16="http://schemas.microsoft.com/office/drawing/2014/main" id="{3A4517E7-CB92-46B5-B80A-2B9A8B90E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2546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26" name="Oval 2208">
                <a:extLst>
                  <a:ext uri="{FF2B5EF4-FFF2-40B4-BE49-F238E27FC236}">
                    <a16:creationId xmlns:a16="http://schemas.microsoft.com/office/drawing/2014/main" id="{AAC7BA36-4377-4D0C-8D5C-C32392DC5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0" y="2551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27" name="Oval 2209">
                <a:extLst>
                  <a:ext uri="{FF2B5EF4-FFF2-40B4-BE49-F238E27FC236}">
                    <a16:creationId xmlns:a16="http://schemas.microsoft.com/office/drawing/2014/main" id="{A065F9E8-1E00-4F24-977E-67637E250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2656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28" name="Oval 2210">
                <a:extLst>
                  <a:ext uri="{FF2B5EF4-FFF2-40B4-BE49-F238E27FC236}">
                    <a16:creationId xmlns:a16="http://schemas.microsoft.com/office/drawing/2014/main" id="{9C0D7D52-FE3F-4AC1-849C-F8BE47837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7" y="2684"/>
                <a:ext cx="9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29" name="Oval 2211">
                <a:extLst>
                  <a:ext uri="{FF2B5EF4-FFF2-40B4-BE49-F238E27FC236}">
                    <a16:creationId xmlns:a16="http://schemas.microsoft.com/office/drawing/2014/main" id="{2E57FC85-AF31-479C-BFAD-F85809FF5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0" y="2677"/>
                <a:ext cx="10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30" name="Oval 2212">
                <a:extLst>
                  <a:ext uri="{FF2B5EF4-FFF2-40B4-BE49-F238E27FC236}">
                    <a16:creationId xmlns:a16="http://schemas.microsoft.com/office/drawing/2014/main" id="{0F173C70-8674-4B15-8163-30F6D92DE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3" y="2664"/>
                <a:ext cx="9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31" name="Oval 2213">
                <a:extLst>
                  <a:ext uri="{FF2B5EF4-FFF2-40B4-BE49-F238E27FC236}">
                    <a16:creationId xmlns:a16="http://schemas.microsoft.com/office/drawing/2014/main" id="{E7A9242F-7BB8-40A1-8E42-8908369C7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2" y="2700"/>
                <a:ext cx="9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32" name="Oval 2214">
                <a:extLst>
                  <a:ext uri="{FF2B5EF4-FFF2-40B4-BE49-F238E27FC236}">
                    <a16:creationId xmlns:a16="http://schemas.microsoft.com/office/drawing/2014/main" id="{6A62CEAC-FC03-437C-AB82-1858F2F87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2679"/>
                <a:ext cx="9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33" name="Oval 2215">
                <a:extLst>
                  <a:ext uri="{FF2B5EF4-FFF2-40B4-BE49-F238E27FC236}">
                    <a16:creationId xmlns:a16="http://schemas.microsoft.com/office/drawing/2014/main" id="{3C7614CD-C661-495D-95B8-E3BDB600A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8" y="2661"/>
                <a:ext cx="10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34" name="Oval 2216">
                <a:extLst>
                  <a:ext uri="{FF2B5EF4-FFF2-40B4-BE49-F238E27FC236}">
                    <a16:creationId xmlns:a16="http://schemas.microsoft.com/office/drawing/2014/main" id="{01FE6D87-D387-457D-8F80-A9778AF1C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" y="2682"/>
                <a:ext cx="7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35" name="Oval 2217">
                <a:extLst>
                  <a:ext uri="{FF2B5EF4-FFF2-40B4-BE49-F238E27FC236}">
                    <a16:creationId xmlns:a16="http://schemas.microsoft.com/office/drawing/2014/main" id="{A3079459-E8A0-493D-BD5B-E4A725072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6" y="2626"/>
                <a:ext cx="8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36" name="Oval 2218">
                <a:extLst>
                  <a:ext uri="{FF2B5EF4-FFF2-40B4-BE49-F238E27FC236}">
                    <a16:creationId xmlns:a16="http://schemas.microsoft.com/office/drawing/2014/main" id="{CAABDECF-7A48-41FE-8186-1D4AD1DC4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2" y="2609"/>
                <a:ext cx="10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37" name="Oval 2219">
                <a:extLst>
                  <a:ext uri="{FF2B5EF4-FFF2-40B4-BE49-F238E27FC236}">
                    <a16:creationId xmlns:a16="http://schemas.microsoft.com/office/drawing/2014/main" id="{61991372-D656-44CA-A764-2E03BB40D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2594"/>
                <a:ext cx="9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38" name="Oval 2220">
                <a:extLst>
                  <a:ext uri="{FF2B5EF4-FFF2-40B4-BE49-F238E27FC236}">
                    <a16:creationId xmlns:a16="http://schemas.microsoft.com/office/drawing/2014/main" id="{053147B5-949D-44C0-B48D-2A2494282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8" y="2581"/>
                <a:ext cx="8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39" name="Oval 2221">
                <a:extLst>
                  <a:ext uri="{FF2B5EF4-FFF2-40B4-BE49-F238E27FC236}">
                    <a16:creationId xmlns:a16="http://schemas.microsoft.com/office/drawing/2014/main" id="{064835FA-61EA-41E0-A9A9-9932DD2E1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1" y="2551"/>
                <a:ext cx="8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40" name="Oval 2222">
                <a:extLst>
                  <a:ext uri="{FF2B5EF4-FFF2-40B4-BE49-F238E27FC236}">
                    <a16:creationId xmlns:a16="http://schemas.microsoft.com/office/drawing/2014/main" id="{ADEB921B-957B-43D9-9824-2FFB8C90B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4" y="2578"/>
                <a:ext cx="9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41" name="Oval 2223">
                <a:extLst>
                  <a:ext uri="{FF2B5EF4-FFF2-40B4-BE49-F238E27FC236}">
                    <a16:creationId xmlns:a16="http://schemas.microsoft.com/office/drawing/2014/main" id="{C259DCC1-E290-4AE3-9CE5-6AF4F4277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4" y="2526"/>
                <a:ext cx="8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42" name="Oval 2224">
                <a:extLst>
                  <a:ext uri="{FF2B5EF4-FFF2-40B4-BE49-F238E27FC236}">
                    <a16:creationId xmlns:a16="http://schemas.microsoft.com/office/drawing/2014/main" id="{AC9FEC46-C364-47CE-A3D6-A492C0E39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2498"/>
                <a:ext cx="9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43" name="Oval 2225">
                <a:extLst>
                  <a:ext uri="{FF2B5EF4-FFF2-40B4-BE49-F238E27FC236}">
                    <a16:creationId xmlns:a16="http://schemas.microsoft.com/office/drawing/2014/main" id="{D8475F7C-E9FB-4541-8313-A91822B2A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2413"/>
                <a:ext cx="9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44" name="Oval 2226">
                <a:extLst>
                  <a:ext uri="{FF2B5EF4-FFF2-40B4-BE49-F238E27FC236}">
                    <a16:creationId xmlns:a16="http://schemas.microsoft.com/office/drawing/2014/main" id="{81DFB3D8-3502-4156-B661-17E53A73B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4" y="2461"/>
                <a:ext cx="8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45" name="Oval 2227">
                <a:extLst>
                  <a:ext uri="{FF2B5EF4-FFF2-40B4-BE49-F238E27FC236}">
                    <a16:creationId xmlns:a16="http://schemas.microsoft.com/office/drawing/2014/main" id="{ED99FB4C-72CD-45D3-B769-A011BD4E2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3" y="2607"/>
                <a:ext cx="9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46" name="Oval 2228">
                <a:extLst>
                  <a:ext uri="{FF2B5EF4-FFF2-40B4-BE49-F238E27FC236}">
                    <a16:creationId xmlns:a16="http://schemas.microsoft.com/office/drawing/2014/main" id="{E14E351C-F313-4484-BB5A-1928FA6CA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4" y="2602"/>
                <a:ext cx="8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47" name="Oval 2229">
                <a:extLst>
                  <a:ext uri="{FF2B5EF4-FFF2-40B4-BE49-F238E27FC236}">
                    <a16:creationId xmlns:a16="http://schemas.microsoft.com/office/drawing/2014/main" id="{080CC6DE-9DC7-4BEE-B538-263182F4C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5" y="2679"/>
                <a:ext cx="8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48" name="Oval 2230">
                <a:extLst>
                  <a:ext uri="{FF2B5EF4-FFF2-40B4-BE49-F238E27FC236}">
                    <a16:creationId xmlns:a16="http://schemas.microsoft.com/office/drawing/2014/main" id="{DFB3E8BD-D4CB-4C4C-9536-8C06C2F2F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5" y="2674"/>
                <a:ext cx="10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49" name="Oval 2231">
                <a:extLst>
                  <a:ext uri="{FF2B5EF4-FFF2-40B4-BE49-F238E27FC236}">
                    <a16:creationId xmlns:a16="http://schemas.microsoft.com/office/drawing/2014/main" id="{54254E89-D57C-49DF-B88D-DACA4C059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5" y="2647"/>
                <a:ext cx="8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50" name="Oval 2232">
                <a:extLst>
                  <a:ext uri="{FF2B5EF4-FFF2-40B4-BE49-F238E27FC236}">
                    <a16:creationId xmlns:a16="http://schemas.microsoft.com/office/drawing/2014/main" id="{CD19F3DA-DADC-4CDD-932F-CB03A90B6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8" y="2702"/>
                <a:ext cx="8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51" name="Oval 2233">
                <a:extLst>
                  <a:ext uri="{FF2B5EF4-FFF2-40B4-BE49-F238E27FC236}">
                    <a16:creationId xmlns:a16="http://schemas.microsoft.com/office/drawing/2014/main" id="{C9FDBAFC-6710-439E-B199-7ACCFDD6A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5" y="2738"/>
                <a:ext cx="10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52" name="Oval 2234">
                <a:extLst>
                  <a:ext uri="{FF2B5EF4-FFF2-40B4-BE49-F238E27FC236}">
                    <a16:creationId xmlns:a16="http://schemas.microsoft.com/office/drawing/2014/main" id="{54D46509-7B07-48C0-91EA-2B13FCFED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5" y="2689"/>
                <a:ext cx="10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53" name="Oval 2235">
                <a:extLst>
                  <a:ext uri="{FF2B5EF4-FFF2-40B4-BE49-F238E27FC236}">
                    <a16:creationId xmlns:a16="http://schemas.microsoft.com/office/drawing/2014/main" id="{421E63E6-E14F-4DB6-9559-1394B686F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863"/>
                <a:ext cx="9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54" name="Oval 2236">
                <a:extLst>
                  <a:ext uri="{FF2B5EF4-FFF2-40B4-BE49-F238E27FC236}">
                    <a16:creationId xmlns:a16="http://schemas.microsoft.com/office/drawing/2014/main" id="{D05CB652-3507-43A4-8E47-EB275862E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4" y="2894"/>
                <a:ext cx="9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55" name="Oval 2237">
                <a:extLst>
                  <a:ext uri="{FF2B5EF4-FFF2-40B4-BE49-F238E27FC236}">
                    <a16:creationId xmlns:a16="http://schemas.microsoft.com/office/drawing/2014/main" id="{890C7D82-0E86-43C9-A934-7E2F8EA20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889"/>
                <a:ext cx="7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56" name="Oval 2238">
                <a:extLst>
                  <a:ext uri="{FF2B5EF4-FFF2-40B4-BE49-F238E27FC236}">
                    <a16:creationId xmlns:a16="http://schemas.microsoft.com/office/drawing/2014/main" id="{BAB28C5A-8115-4FA9-84F0-75254BFDA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2909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57" name="Oval 2239">
                <a:extLst>
                  <a:ext uri="{FF2B5EF4-FFF2-40B4-BE49-F238E27FC236}">
                    <a16:creationId xmlns:a16="http://schemas.microsoft.com/office/drawing/2014/main" id="{1E60CD2B-E623-4549-9C3F-788665E81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0" y="2891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58" name="Oval 2240">
                <a:extLst>
                  <a:ext uri="{FF2B5EF4-FFF2-40B4-BE49-F238E27FC236}">
                    <a16:creationId xmlns:a16="http://schemas.microsoft.com/office/drawing/2014/main" id="{B0444CA0-F050-449D-A855-B33238511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2947"/>
                <a:ext cx="9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59" name="Oval 2241">
                <a:extLst>
                  <a:ext uri="{FF2B5EF4-FFF2-40B4-BE49-F238E27FC236}">
                    <a16:creationId xmlns:a16="http://schemas.microsoft.com/office/drawing/2014/main" id="{EF37E0D3-9B20-42D5-82C5-89E1D0A45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1" y="2964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60" name="Oval 2242">
                <a:extLst>
                  <a:ext uri="{FF2B5EF4-FFF2-40B4-BE49-F238E27FC236}">
                    <a16:creationId xmlns:a16="http://schemas.microsoft.com/office/drawing/2014/main" id="{97B866C6-B679-4FB7-B7C3-FC61B4C8E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2" y="2959"/>
                <a:ext cx="7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61" name="Oval 2243">
                <a:extLst>
                  <a:ext uri="{FF2B5EF4-FFF2-40B4-BE49-F238E27FC236}">
                    <a16:creationId xmlns:a16="http://schemas.microsoft.com/office/drawing/2014/main" id="{0F46690E-317B-4CA5-9DEF-BF91450DD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6" y="2984"/>
                <a:ext cx="9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62" name="Oval 2244">
                <a:extLst>
                  <a:ext uri="{FF2B5EF4-FFF2-40B4-BE49-F238E27FC236}">
                    <a16:creationId xmlns:a16="http://schemas.microsoft.com/office/drawing/2014/main" id="{1BFFF0FE-7F1B-4E47-B5F2-8E1324164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3012"/>
                <a:ext cx="10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63" name="Oval 2245">
                <a:extLst>
                  <a:ext uri="{FF2B5EF4-FFF2-40B4-BE49-F238E27FC236}">
                    <a16:creationId xmlns:a16="http://schemas.microsoft.com/office/drawing/2014/main" id="{08AFC331-C9B9-4FD9-B961-7DB99518D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9" y="3040"/>
                <a:ext cx="8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64" name="Oval 2246">
                <a:extLst>
                  <a:ext uri="{FF2B5EF4-FFF2-40B4-BE49-F238E27FC236}">
                    <a16:creationId xmlns:a16="http://schemas.microsoft.com/office/drawing/2014/main" id="{C8BF34CB-5A33-44F3-8916-CF3081F50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7" y="3074"/>
                <a:ext cx="9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65" name="Oval 2247">
                <a:extLst>
                  <a:ext uri="{FF2B5EF4-FFF2-40B4-BE49-F238E27FC236}">
                    <a16:creationId xmlns:a16="http://schemas.microsoft.com/office/drawing/2014/main" id="{62EA3D19-9337-4E85-ADF3-A3B95DD65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3060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66" name="Oval 2248">
                <a:extLst>
                  <a:ext uri="{FF2B5EF4-FFF2-40B4-BE49-F238E27FC236}">
                    <a16:creationId xmlns:a16="http://schemas.microsoft.com/office/drawing/2014/main" id="{8F905336-1CEB-47D9-8541-3ED43CBCD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1" y="2992"/>
                <a:ext cx="10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67" name="Oval 2249">
                <a:extLst>
                  <a:ext uri="{FF2B5EF4-FFF2-40B4-BE49-F238E27FC236}">
                    <a16:creationId xmlns:a16="http://schemas.microsoft.com/office/drawing/2014/main" id="{2C511E7F-68C8-4811-8137-152B46B2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1" y="3088"/>
                <a:ext cx="10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68" name="Oval 2250">
                <a:extLst>
                  <a:ext uri="{FF2B5EF4-FFF2-40B4-BE49-F238E27FC236}">
                    <a16:creationId xmlns:a16="http://schemas.microsoft.com/office/drawing/2014/main" id="{FEDBA9DE-6462-47F0-9243-B99F8225F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8" y="3122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69" name="Oval 2251">
                <a:extLst>
                  <a:ext uri="{FF2B5EF4-FFF2-40B4-BE49-F238E27FC236}">
                    <a16:creationId xmlns:a16="http://schemas.microsoft.com/office/drawing/2014/main" id="{40EDC49C-2B6B-4C3D-AD2D-3F853E8F5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4" y="3132"/>
                <a:ext cx="9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70" name="Oval 2252">
                <a:extLst>
                  <a:ext uri="{FF2B5EF4-FFF2-40B4-BE49-F238E27FC236}">
                    <a16:creationId xmlns:a16="http://schemas.microsoft.com/office/drawing/2014/main" id="{24C8D20D-60EA-45CD-839A-103D021F5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7" y="3160"/>
                <a:ext cx="10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71" name="Oval 2253">
                <a:extLst>
                  <a:ext uri="{FF2B5EF4-FFF2-40B4-BE49-F238E27FC236}">
                    <a16:creationId xmlns:a16="http://schemas.microsoft.com/office/drawing/2014/main" id="{BE275EFA-0986-45FA-9517-9D39F4A1A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4" y="3153"/>
                <a:ext cx="7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72" name="Oval 2254">
                <a:extLst>
                  <a:ext uri="{FF2B5EF4-FFF2-40B4-BE49-F238E27FC236}">
                    <a16:creationId xmlns:a16="http://schemas.microsoft.com/office/drawing/2014/main" id="{4CB305E9-959A-453C-AD5F-AD8407D52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0" y="3113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73" name="Oval 2255">
                <a:extLst>
                  <a:ext uri="{FF2B5EF4-FFF2-40B4-BE49-F238E27FC236}">
                    <a16:creationId xmlns:a16="http://schemas.microsoft.com/office/drawing/2014/main" id="{AC42D2AD-C20A-452F-9C31-99AB1096B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8" y="3138"/>
                <a:ext cx="9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74" name="Oval 2256">
                <a:extLst>
                  <a:ext uri="{FF2B5EF4-FFF2-40B4-BE49-F238E27FC236}">
                    <a16:creationId xmlns:a16="http://schemas.microsoft.com/office/drawing/2014/main" id="{7DA48F97-CEFB-48C5-BE04-74F3B9FE9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0" y="3178"/>
                <a:ext cx="7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75" name="Oval 2257">
                <a:extLst>
                  <a:ext uri="{FF2B5EF4-FFF2-40B4-BE49-F238E27FC236}">
                    <a16:creationId xmlns:a16="http://schemas.microsoft.com/office/drawing/2014/main" id="{F91C5F26-BABA-4C2A-96B5-9F942601A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0" y="3205"/>
                <a:ext cx="9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76" name="Oval 2258">
                <a:extLst>
                  <a:ext uri="{FF2B5EF4-FFF2-40B4-BE49-F238E27FC236}">
                    <a16:creationId xmlns:a16="http://schemas.microsoft.com/office/drawing/2014/main" id="{8892F85E-67CE-4570-946C-8A43374A5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4" y="3211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77" name="Oval 2259">
                <a:extLst>
                  <a:ext uri="{FF2B5EF4-FFF2-40B4-BE49-F238E27FC236}">
                    <a16:creationId xmlns:a16="http://schemas.microsoft.com/office/drawing/2014/main" id="{0F7F804B-A9DF-4885-8B73-A92069C1E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3" y="3181"/>
                <a:ext cx="8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78" name="Oval 2260">
                <a:extLst>
                  <a:ext uri="{FF2B5EF4-FFF2-40B4-BE49-F238E27FC236}">
                    <a16:creationId xmlns:a16="http://schemas.microsoft.com/office/drawing/2014/main" id="{3A7D938D-5820-4527-8CA5-D1DDA1E84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2" y="2861"/>
                <a:ext cx="8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79" name="Oval 2261">
                <a:extLst>
                  <a:ext uri="{FF2B5EF4-FFF2-40B4-BE49-F238E27FC236}">
                    <a16:creationId xmlns:a16="http://schemas.microsoft.com/office/drawing/2014/main" id="{1BD069F1-23B5-4DF2-8EB1-86B96D63D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9" y="2631"/>
                <a:ext cx="7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80" name="Oval 2262">
                <a:extLst>
                  <a:ext uri="{FF2B5EF4-FFF2-40B4-BE49-F238E27FC236}">
                    <a16:creationId xmlns:a16="http://schemas.microsoft.com/office/drawing/2014/main" id="{0E68F1AC-E4AB-46AA-A4DC-C82AADFD2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2" y="2661"/>
                <a:ext cx="9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81" name="Oval 2263">
                <a:extLst>
                  <a:ext uri="{FF2B5EF4-FFF2-40B4-BE49-F238E27FC236}">
                    <a16:creationId xmlns:a16="http://schemas.microsoft.com/office/drawing/2014/main" id="{6C0A4FB5-18A1-4F4C-ADED-9679E5E12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4" y="2670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82" name="Oval 2264">
                <a:extLst>
                  <a:ext uri="{FF2B5EF4-FFF2-40B4-BE49-F238E27FC236}">
                    <a16:creationId xmlns:a16="http://schemas.microsoft.com/office/drawing/2014/main" id="{87E47506-D46F-4461-846E-B5E693844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6" y="2689"/>
                <a:ext cx="10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83" name="Oval 2265">
                <a:extLst>
                  <a:ext uri="{FF2B5EF4-FFF2-40B4-BE49-F238E27FC236}">
                    <a16:creationId xmlns:a16="http://schemas.microsoft.com/office/drawing/2014/main" id="{6758D312-E969-4550-B481-77C8A6234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5" y="2616"/>
                <a:ext cx="8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84" name="Oval 2266">
                <a:extLst>
                  <a:ext uri="{FF2B5EF4-FFF2-40B4-BE49-F238E27FC236}">
                    <a16:creationId xmlns:a16="http://schemas.microsoft.com/office/drawing/2014/main" id="{4A49FB9C-F2E3-41EB-8FD7-B2A0FAE0D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1" y="2571"/>
                <a:ext cx="7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85" name="Oval 2267">
                <a:extLst>
                  <a:ext uri="{FF2B5EF4-FFF2-40B4-BE49-F238E27FC236}">
                    <a16:creationId xmlns:a16="http://schemas.microsoft.com/office/drawing/2014/main" id="{F7E48BA5-E0B9-4FCB-9500-18595ACED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2559"/>
                <a:ext cx="10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86" name="Oval 2268">
                <a:extLst>
                  <a:ext uri="{FF2B5EF4-FFF2-40B4-BE49-F238E27FC236}">
                    <a16:creationId xmlns:a16="http://schemas.microsoft.com/office/drawing/2014/main" id="{6525B878-7BED-4E36-AB56-70DDEBC81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3" y="2548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87" name="Oval 2269">
                <a:extLst>
                  <a:ext uri="{FF2B5EF4-FFF2-40B4-BE49-F238E27FC236}">
                    <a16:creationId xmlns:a16="http://schemas.microsoft.com/office/drawing/2014/main" id="{F7E1AB44-DA2A-4AC5-AD48-E8D1E652D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5" y="2591"/>
                <a:ext cx="9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88" name="Oval 2270">
                <a:extLst>
                  <a:ext uri="{FF2B5EF4-FFF2-40B4-BE49-F238E27FC236}">
                    <a16:creationId xmlns:a16="http://schemas.microsoft.com/office/drawing/2014/main" id="{87EE0E67-197F-498C-A1F7-5ECC52E3B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3" y="2626"/>
                <a:ext cx="10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89" name="Oval 2271">
                <a:extLst>
                  <a:ext uri="{FF2B5EF4-FFF2-40B4-BE49-F238E27FC236}">
                    <a16:creationId xmlns:a16="http://schemas.microsoft.com/office/drawing/2014/main" id="{2A454934-CF68-4E88-8B2C-B6AC309D3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2599"/>
                <a:ext cx="10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90" name="Oval 2272">
                <a:extLst>
                  <a:ext uri="{FF2B5EF4-FFF2-40B4-BE49-F238E27FC236}">
                    <a16:creationId xmlns:a16="http://schemas.microsoft.com/office/drawing/2014/main" id="{B54071D7-0739-463F-97BE-088468873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3" y="2574"/>
                <a:ext cx="7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91" name="Oval 2273">
                <a:extLst>
                  <a:ext uri="{FF2B5EF4-FFF2-40B4-BE49-F238E27FC236}">
                    <a16:creationId xmlns:a16="http://schemas.microsoft.com/office/drawing/2014/main" id="{BA529E90-4CFB-4969-BBCF-814C560E4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5" y="2574"/>
                <a:ext cx="8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92" name="Oval 2274">
                <a:extLst>
                  <a:ext uri="{FF2B5EF4-FFF2-40B4-BE49-F238E27FC236}">
                    <a16:creationId xmlns:a16="http://schemas.microsoft.com/office/drawing/2014/main" id="{95FBE489-09E9-4C7C-84FC-C77C8DC98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8" y="2599"/>
                <a:ext cx="9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93" name="Oval 2275">
                <a:extLst>
                  <a:ext uri="{FF2B5EF4-FFF2-40B4-BE49-F238E27FC236}">
                    <a16:creationId xmlns:a16="http://schemas.microsoft.com/office/drawing/2014/main" id="{8EEEE3C1-F5CF-470F-B85D-C740C0E17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9" y="2601"/>
                <a:ext cx="10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94" name="Oval 2276">
                <a:extLst>
                  <a:ext uri="{FF2B5EF4-FFF2-40B4-BE49-F238E27FC236}">
                    <a16:creationId xmlns:a16="http://schemas.microsoft.com/office/drawing/2014/main" id="{E0FF6B0A-AD64-453F-A7DB-ADA3F6B1B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7" y="2646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95" name="Oval 2277">
                <a:extLst>
                  <a:ext uri="{FF2B5EF4-FFF2-40B4-BE49-F238E27FC236}">
                    <a16:creationId xmlns:a16="http://schemas.microsoft.com/office/drawing/2014/main" id="{E0D741DA-BC86-41B4-A76A-4904CC585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8" y="2621"/>
                <a:ext cx="9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96" name="Oval 2278">
                <a:extLst>
                  <a:ext uri="{FF2B5EF4-FFF2-40B4-BE49-F238E27FC236}">
                    <a16:creationId xmlns:a16="http://schemas.microsoft.com/office/drawing/2014/main" id="{7368F07B-2F4C-4ECE-9F9B-55BF6A667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7" y="2657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97" name="Oval 2279">
                <a:extLst>
                  <a:ext uri="{FF2B5EF4-FFF2-40B4-BE49-F238E27FC236}">
                    <a16:creationId xmlns:a16="http://schemas.microsoft.com/office/drawing/2014/main" id="{3B7E6575-2DD8-4E14-BC2F-1551A355A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2692"/>
                <a:ext cx="8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98" name="Oval 2280">
                <a:extLst>
                  <a:ext uri="{FF2B5EF4-FFF2-40B4-BE49-F238E27FC236}">
                    <a16:creationId xmlns:a16="http://schemas.microsoft.com/office/drawing/2014/main" id="{C706D2F5-95DF-407A-A7A7-9139626CF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667"/>
                <a:ext cx="9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799" name="Oval 2281">
                <a:extLst>
                  <a:ext uri="{FF2B5EF4-FFF2-40B4-BE49-F238E27FC236}">
                    <a16:creationId xmlns:a16="http://schemas.microsoft.com/office/drawing/2014/main" id="{5A80ECCD-B8E2-4CB3-B289-7E94FE0FB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724"/>
                <a:ext cx="8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00" name="Oval 2282">
                <a:extLst>
                  <a:ext uri="{FF2B5EF4-FFF2-40B4-BE49-F238E27FC236}">
                    <a16:creationId xmlns:a16="http://schemas.microsoft.com/office/drawing/2014/main" id="{62541C80-D492-4C11-8841-9EE3ACA4B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5" y="2790"/>
                <a:ext cx="8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01" name="Oval 2283">
                <a:extLst>
                  <a:ext uri="{FF2B5EF4-FFF2-40B4-BE49-F238E27FC236}">
                    <a16:creationId xmlns:a16="http://schemas.microsoft.com/office/drawing/2014/main" id="{758160FF-6CC6-4537-AFC0-35AC31F8C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765"/>
                <a:ext cx="8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02" name="Oval 2284">
                <a:extLst>
                  <a:ext uri="{FF2B5EF4-FFF2-40B4-BE49-F238E27FC236}">
                    <a16:creationId xmlns:a16="http://schemas.microsoft.com/office/drawing/2014/main" id="{B6731E06-EC7C-48EB-9945-61B23021E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821"/>
                <a:ext cx="9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03" name="Oval 2285">
                <a:extLst>
                  <a:ext uri="{FF2B5EF4-FFF2-40B4-BE49-F238E27FC236}">
                    <a16:creationId xmlns:a16="http://schemas.microsoft.com/office/drawing/2014/main" id="{41D31C00-F29C-4184-9BF5-3ED9A7404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5" y="2921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04" name="Oval 2286">
                <a:extLst>
                  <a:ext uri="{FF2B5EF4-FFF2-40B4-BE49-F238E27FC236}">
                    <a16:creationId xmlns:a16="http://schemas.microsoft.com/office/drawing/2014/main" id="{7D6B197F-1532-442A-AD26-BB5C0D965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" y="2896"/>
                <a:ext cx="8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05" name="Oval 2287">
                <a:extLst>
                  <a:ext uri="{FF2B5EF4-FFF2-40B4-BE49-F238E27FC236}">
                    <a16:creationId xmlns:a16="http://schemas.microsoft.com/office/drawing/2014/main" id="{D78E2C94-0A4F-4F50-B873-BB9D30371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2921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06" name="Oval 2288">
                <a:extLst>
                  <a:ext uri="{FF2B5EF4-FFF2-40B4-BE49-F238E27FC236}">
                    <a16:creationId xmlns:a16="http://schemas.microsoft.com/office/drawing/2014/main" id="{6A02AC79-E972-4967-9934-CB83DB8D5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2919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07" name="Oval 2289">
                <a:extLst>
                  <a:ext uri="{FF2B5EF4-FFF2-40B4-BE49-F238E27FC236}">
                    <a16:creationId xmlns:a16="http://schemas.microsoft.com/office/drawing/2014/main" id="{A745D7A6-D987-4374-8DAF-9C02ABFD2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2899"/>
                <a:ext cx="10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08" name="Oval 2290">
                <a:extLst>
                  <a:ext uri="{FF2B5EF4-FFF2-40B4-BE49-F238E27FC236}">
                    <a16:creationId xmlns:a16="http://schemas.microsoft.com/office/drawing/2014/main" id="{F82E70BB-D7A1-452E-95F5-7603BBC59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881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09" name="Oval 2291">
                <a:extLst>
                  <a:ext uri="{FF2B5EF4-FFF2-40B4-BE49-F238E27FC236}">
                    <a16:creationId xmlns:a16="http://schemas.microsoft.com/office/drawing/2014/main" id="{F6E2FA79-31D9-45EC-9760-1D372BA49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4" y="2873"/>
                <a:ext cx="10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10" name="Oval 2292">
                <a:extLst>
                  <a:ext uri="{FF2B5EF4-FFF2-40B4-BE49-F238E27FC236}">
                    <a16:creationId xmlns:a16="http://schemas.microsoft.com/office/drawing/2014/main" id="{01395D5F-F1CF-409E-8E32-1E84EDC42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851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11" name="Oval 2293">
                <a:extLst>
                  <a:ext uri="{FF2B5EF4-FFF2-40B4-BE49-F238E27FC236}">
                    <a16:creationId xmlns:a16="http://schemas.microsoft.com/office/drawing/2014/main" id="{647E2033-86F1-41EF-BBCC-74C5499FC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5" y="2826"/>
                <a:ext cx="8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12" name="Oval 2294">
                <a:extLst>
                  <a:ext uri="{FF2B5EF4-FFF2-40B4-BE49-F238E27FC236}">
                    <a16:creationId xmlns:a16="http://schemas.microsoft.com/office/drawing/2014/main" id="{207CBCE3-249D-44F1-9A28-4482F6B30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2760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13" name="Oval 2295">
                <a:extLst>
                  <a:ext uri="{FF2B5EF4-FFF2-40B4-BE49-F238E27FC236}">
                    <a16:creationId xmlns:a16="http://schemas.microsoft.com/office/drawing/2014/main" id="{0721FEF4-0860-4CAC-9DF0-1E6E412AD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2" y="2758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14" name="Oval 2296">
                <a:extLst>
                  <a:ext uri="{FF2B5EF4-FFF2-40B4-BE49-F238E27FC236}">
                    <a16:creationId xmlns:a16="http://schemas.microsoft.com/office/drawing/2014/main" id="{DFD5270D-FAF2-4344-92EF-A608A2DCE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732"/>
                <a:ext cx="9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15" name="Oval 2297">
                <a:extLst>
                  <a:ext uri="{FF2B5EF4-FFF2-40B4-BE49-F238E27FC236}">
                    <a16:creationId xmlns:a16="http://schemas.microsoft.com/office/drawing/2014/main" id="{3963FDBC-7D45-4165-8038-58EE055D7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699"/>
                <a:ext cx="9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16" name="Oval 2298">
                <a:extLst>
                  <a:ext uri="{FF2B5EF4-FFF2-40B4-BE49-F238E27FC236}">
                    <a16:creationId xmlns:a16="http://schemas.microsoft.com/office/drawing/2014/main" id="{ED2ACE7B-6B50-4C4F-9474-2254565A9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8" y="2714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17" name="Oval 2299">
                <a:extLst>
                  <a:ext uri="{FF2B5EF4-FFF2-40B4-BE49-F238E27FC236}">
                    <a16:creationId xmlns:a16="http://schemas.microsoft.com/office/drawing/2014/main" id="{EBA4F22F-ABB0-4088-9693-7A55A1596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2659"/>
                <a:ext cx="10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18" name="Oval 2300">
                <a:extLst>
                  <a:ext uri="{FF2B5EF4-FFF2-40B4-BE49-F238E27FC236}">
                    <a16:creationId xmlns:a16="http://schemas.microsoft.com/office/drawing/2014/main" id="{84BCD20B-F3A6-4B17-A8A5-D796D5263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4" y="2631"/>
                <a:ext cx="9" cy="8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19" name="Oval 2301">
                <a:extLst>
                  <a:ext uri="{FF2B5EF4-FFF2-40B4-BE49-F238E27FC236}">
                    <a16:creationId xmlns:a16="http://schemas.microsoft.com/office/drawing/2014/main" id="{25DE18FA-C279-4B02-B36E-4D8B1B3F7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2646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20" name="Oval 2302">
                <a:extLst>
                  <a:ext uri="{FF2B5EF4-FFF2-40B4-BE49-F238E27FC236}">
                    <a16:creationId xmlns:a16="http://schemas.microsoft.com/office/drawing/2014/main" id="{10EC8C3F-2E63-47A0-A969-4C612EEA0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5" y="2652"/>
                <a:ext cx="10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21" name="Oval 2303">
                <a:extLst>
                  <a:ext uri="{FF2B5EF4-FFF2-40B4-BE49-F238E27FC236}">
                    <a16:creationId xmlns:a16="http://schemas.microsoft.com/office/drawing/2014/main" id="{75466AC8-D40A-46D2-813B-5BE7C5541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1" y="2627"/>
                <a:ext cx="8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22" name="Oval 2304">
                <a:extLst>
                  <a:ext uri="{FF2B5EF4-FFF2-40B4-BE49-F238E27FC236}">
                    <a16:creationId xmlns:a16="http://schemas.microsoft.com/office/drawing/2014/main" id="{3730A97E-7589-4357-A850-2565F5E79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2" y="2642"/>
                <a:ext cx="10" cy="9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23" name="Oval 2305">
                <a:extLst>
                  <a:ext uri="{FF2B5EF4-FFF2-40B4-BE49-F238E27FC236}">
                    <a16:creationId xmlns:a16="http://schemas.microsoft.com/office/drawing/2014/main" id="{D07B6331-DD96-4431-9B45-6989948FB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9" y="2952"/>
                <a:ext cx="7" cy="10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24" name="Oval 2306">
                <a:extLst>
                  <a:ext uri="{FF2B5EF4-FFF2-40B4-BE49-F238E27FC236}">
                    <a16:creationId xmlns:a16="http://schemas.microsoft.com/office/drawing/2014/main" id="{4B4A9AAE-884E-47F5-9335-D1DBCC362F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2624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25" name="Oval 2307">
                <a:extLst>
                  <a:ext uri="{FF2B5EF4-FFF2-40B4-BE49-F238E27FC236}">
                    <a16:creationId xmlns:a16="http://schemas.microsoft.com/office/drawing/2014/main" id="{970F0699-28FA-458F-BB3F-667A7BC49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7" y="2624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26" name="Oval 2308">
                <a:extLst>
                  <a:ext uri="{FF2B5EF4-FFF2-40B4-BE49-F238E27FC236}">
                    <a16:creationId xmlns:a16="http://schemas.microsoft.com/office/drawing/2014/main" id="{D7037014-541A-4321-9D73-AF0AFAE4C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7" y="2621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27" name="Oval 2309">
                <a:extLst>
                  <a:ext uri="{FF2B5EF4-FFF2-40B4-BE49-F238E27FC236}">
                    <a16:creationId xmlns:a16="http://schemas.microsoft.com/office/drawing/2014/main" id="{2FD5A7EC-A1DD-4853-8F64-87F7E140E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3" y="2646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28" name="Oval 2310">
                <a:extLst>
                  <a:ext uri="{FF2B5EF4-FFF2-40B4-BE49-F238E27FC236}">
                    <a16:creationId xmlns:a16="http://schemas.microsoft.com/office/drawing/2014/main" id="{88BB923E-59C0-45FC-BAD6-2895756D2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3" y="2651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29" name="Oval 2311">
                <a:extLst>
                  <a:ext uri="{FF2B5EF4-FFF2-40B4-BE49-F238E27FC236}">
                    <a16:creationId xmlns:a16="http://schemas.microsoft.com/office/drawing/2014/main" id="{6C10AD6F-4626-4925-91FF-EAFAC0147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1" y="2508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30" name="Oval 2312">
                <a:extLst>
                  <a:ext uri="{FF2B5EF4-FFF2-40B4-BE49-F238E27FC236}">
                    <a16:creationId xmlns:a16="http://schemas.microsoft.com/office/drawing/2014/main" id="{637DE18C-DE1F-4E76-97EC-CCAE6BC2D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7" y="2518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31" name="Oval 2313">
                <a:extLst>
                  <a:ext uri="{FF2B5EF4-FFF2-40B4-BE49-F238E27FC236}">
                    <a16:creationId xmlns:a16="http://schemas.microsoft.com/office/drawing/2014/main" id="{5F3291B7-065C-4B06-9B60-B64426CBE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5" y="2538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32" name="Oval 2314">
                <a:extLst>
                  <a:ext uri="{FF2B5EF4-FFF2-40B4-BE49-F238E27FC236}">
                    <a16:creationId xmlns:a16="http://schemas.microsoft.com/office/drawing/2014/main" id="{1AC11D14-8078-4A97-B891-C4475F5E0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7" y="2554"/>
                <a:ext cx="13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33" name="Oval 2315">
                <a:extLst>
                  <a:ext uri="{FF2B5EF4-FFF2-40B4-BE49-F238E27FC236}">
                    <a16:creationId xmlns:a16="http://schemas.microsoft.com/office/drawing/2014/main" id="{F270E56A-E2D6-40C2-AEE2-6077C9FAA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6" y="2584"/>
                <a:ext cx="12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34" name="Oval 2316">
                <a:extLst>
                  <a:ext uri="{FF2B5EF4-FFF2-40B4-BE49-F238E27FC236}">
                    <a16:creationId xmlns:a16="http://schemas.microsoft.com/office/drawing/2014/main" id="{7A7CF3A2-1DD6-4E17-B2A1-7C3BE494F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" y="2617"/>
                <a:ext cx="13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35" name="Oval 2317">
                <a:extLst>
                  <a:ext uri="{FF2B5EF4-FFF2-40B4-BE49-F238E27FC236}">
                    <a16:creationId xmlns:a16="http://schemas.microsoft.com/office/drawing/2014/main" id="{E60DEE1D-1DCB-4DA5-AD89-C3FEA5B30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4" y="2598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36" name="Oval 2318">
                <a:extLst>
                  <a:ext uri="{FF2B5EF4-FFF2-40B4-BE49-F238E27FC236}">
                    <a16:creationId xmlns:a16="http://schemas.microsoft.com/office/drawing/2014/main" id="{32EAFBBA-539F-4EC4-A053-7A453A7D1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2493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37" name="Oval 2319">
                <a:extLst>
                  <a:ext uri="{FF2B5EF4-FFF2-40B4-BE49-F238E27FC236}">
                    <a16:creationId xmlns:a16="http://schemas.microsoft.com/office/drawing/2014/main" id="{07F77282-D4F7-4B73-A00E-8D3AD7800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2486"/>
                <a:ext cx="12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38" name="Oval 2320">
                <a:extLst>
                  <a:ext uri="{FF2B5EF4-FFF2-40B4-BE49-F238E27FC236}">
                    <a16:creationId xmlns:a16="http://schemas.microsoft.com/office/drawing/2014/main" id="{204B41D3-6806-4CDF-9F74-BE3CB4ECE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6" y="2516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39" name="Oval 2321">
                <a:extLst>
                  <a:ext uri="{FF2B5EF4-FFF2-40B4-BE49-F238E27FC236}">
                    <a16:creationId xmlns:a16="http://schemas.microsoft.com/office/drawing/2014/main" id="{5C75D673-F289-4040-8FB7-79481D0BB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7" y="2501"/>
                <a:ext cx="13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40" name="Oval 2322">
                <a:extLst>
                  <a:ext uri="{FF2B5EF4-FFF2-40B4-BE49-F238E27FC236}">
                    <a16:creationId xmlns:a16="http://schemas.microsoft.com/office/drawing/2014/main" id="{67A6DB78-789B-405E-A90C-2CA11D217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7" y="2525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41" name="Oval 2323">
                <a:extLst>
                  <a:ext uri="{FF2B5EF4-FFF2-40B4-BE49-F238E27FC236}">
                    <a16:creationId xmlns:a16="http://schemas.microsoft.com/office/drawing/2014/main" id="{99190370-A119-45A4-BD88-903A95C8E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7" y="2520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42" name="Oval 2324">
                <a:extLst>
                  <a:ext uri="{FF2B5EF4-FFF2-40B4-BE49-F238E27FC236}">
                    <a16:creationId xmlns:a16="http://schemas.microsoft.com/office/drawing/2014/main" id="{83F0A553-CD84-4729-B32A-8604EADF5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2525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43" name="Oval 2325">
                <a:extLst>
                  <a:ext uri="{FF2B5EF4-FFF2-40B4-BE49-F238E27FC236}">
                    <a16:creationId xmlns:a16="http://schemas.microsoft.com/office/drawing/2014/main" id="{43253AAA-939F-4A45-96B9-A10852619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3" y="2536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44" name="Oval 2326">
                <a:extLst>
                  <a:ext uri="{FF2B5EF4-FFF2-40B4-BE49-F238E27FC236}">
                    <a16:creationId xmlns:a16="http://schemas.microsoft.com/office/drawing/2014/main" id="{F04C06AC-7B6F-44C5-8776-5E934C60C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1" y="2529"/>
                <a:ext cx="13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45" name="Oval 2327">
                <a:extLst>
                  <a:ext uri="{FF2B5EF4-FFF2-40B4-BE49-F238E27FC236}">
                    <a16:creationId xmlns:a16="http://schemas.microsoft.com/office/drawing/2014/main" id="{3F517888-296B-4CBF-B86D-4DDE97A25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2549"/>
                <a:ext cx="12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46" name="Oval 2328">
                <a:extLst>
                  <a:ext uri="{FF2B5EF4-FFF2-40B4-BE49-F238E27FC236}">
                    <a16:creationId xmlns:a16="http://schemas.microsoft.com/office/drawing/2014/main" id="{88279669-8410-4D0C-85F5-0C1253FFE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9" y="2558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47" name="Oval 2329">
                <a:extLst>
                  <a:ext uri="{FF2B5EF4-FFF2-40B4-BE49-F238E27FC236}">
                    <a16:creationId xmlns:a16="http://schemas.microsoft.com/office/drawing/2014/main" id="{2E050D14-7CA0-4F7E-B748-8B2A75AE2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4" y="2598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48" name="Oval 2330">
                <a:extLst>
                  <a:ext uri="{FF2B5EF4-FFF2-40B4-BE49-F238E27FC236}">
                    <a16:creationId xmlns:a16="http://schemas.microsoft.com/office/drawing/2014/main" id="{4B82E106-6E8E-4822-8C40-3A13A123A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626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49" name="Oval 2331">
                <a:extLst>
                  <a:ext uri="{FF2B5EF4-FFF2-40B4-BE49-F238E27FC236}">
                    <a16:creationId xmlns:a16="http://schemas.microsoft.com/office/drawing/2014/main" id="{1E2C0610-7D5D-4D1A-A765-75F88C0B6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7" y="2690"/>
                <a:ext cx="12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50" name="Oval 2332">
                <a:extLst>
                  <a:ext uri="{FF2B5EF4-FFF2-40B4-BE49-F238E27FC236}">
                    <a16:creationId xmlns:a16="http://schemas.microsoft.com/office/drawing/2014/main" id="{48790983-3E08-4E9E-8401-E7DA84435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0" y="3214"/>
                <a:ext cx="12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51" name="Oval 2333">
                <a:extLst>
                  <a:ext uri="{FF2B5EF4-FFF2-40B4-BE49-F238E27FC236}">
                    <a16:creationId xmlns:a16="http://schemas.microsoft.com/office/drawing/2014/main" id="{101701F0-4F98-4BE1-9FA1-1D89856BA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3198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52" name="Oval 2334">
                <a:extLst>
                  <a:ext uri="{FF2B5EF4-FFF2-40B4-BE49-F238E27FC236}">
                    <a16:creationId xmlns:a16="http://schemas.microsoft.com/office/drawing/2014/main" id="{D277854D-942C-409E-B4B5-1A1CF2F63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3168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53" name="Oval 2335">
                <a:extLst>
                  <a:ext uri="{FF2B5EF4-FFF2-40B4-BE49-F238E27FC236}">
                    <a16:creationId xmlns:a16="http://schemas.microsoft.com/office/drawing/2014/main" id="{8404151D-2F15-4885-BC9E-847CFC7E6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9" y="3143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54" name="Oval 2336">
                <a:extLst>
                  <a:ext uri="{FF2B5EF4-FFF2-40B4-BE49-F238E27FC236}">
                    <a16:creationId xmlns:a16="http://schemas.microsoft.com/office/drawing/2014/main" id="{46498DD6-5A17-4287-983F-FE7041BB4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5" y="3143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55" name="Oval 2337">
                <a:extLst>
                  <a:ext uri="{FF2B5EF4-FFF2-40B4-BE49-F238E27FC236}">
                    <a16:creationId xmlns:a16="http://schemas.microsoft.com/office/drawing/2014/main" id="{583DBD9D-4E87-4773-ACB8-721439D52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7" y="3125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56" name="Oval 2338">
                <a:extLst>
                  <a:ext uri="{FF2B5EF4-FFF2-40B4-BE49-F238E27FC236}">
                    <a16:creationId xmlns:a16="http://schemas.microsoft.com/office/drawing/2014/main" id="{847590FC-0A56-42F0-ADA6-9BF4CE4E3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5" y="3125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57" name="Oval 2339">
                <a:extLst>
                  <a:ext uri="{FF2B5EF4-FFF2-40B4-BE49-F238E27FC236}">
                    <a16:creationId xmlns:a16="http://schemas.microsoft.com/office/drawing/2014/main" id="{AB1B1004-59A2-4D54-86BC-8B77AF64E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2" y="3120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58" name="Oval 2340">
                <a:extLst>
                  <a:ext uri="{FF2B5EF4-FFF2-40B4-BE49-F238E27FC236}">
                    <a16:creationId xmlns:a16="http://schemas.microsoft.com/office/drawing/2014/main" id="{2C841498-F3CE-4B2C-9471-F50F9A31B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5" y="3151"/>
                <a:ext cx="13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59" name="Oval 2341">
                <a:extLst>
                  <a:ext uri="{FF2B5EF4-FFF2-40B4-BE49-F238E27FC236}">
                    <a16:creationId xmlns:a16="http://schemas.microsoft.com/office/drawing/2014/main" id="{03818258-5FBE-4669-B45A-E88BFBD4F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1" y="3155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60" name="Oval 2342">
                <a:extLst>
                  <a:ext uri="{FF2B5EF4-FFF2-40B4-BE49-F238E27FC236}">
                    <a16:creationId xmlns:a16="http://schemas.microsoft.com/office/drawing/2014/main" id="{448BA5CD-0220-4795-A33F-A05440029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3175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61" name="Oval 2343">
                <a:extLst>
                  <a:ext uri="{FF2B5EF4-FFF2-40B4-BE49-F238E27FC236}">
                    <a16:creationId xmlns:a16="http://schemas.microsoft.com/office/drawing/2014/main" id="{FFA8C0A0-65A1-446A-B211-A794ABE68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989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62" name="Oval 2344">
                <a:extLst>
                  <a:ext uri="{FF2B5EF4-FFF2-40B4-BE49-F238E27FC236}">
                    <a16:creationId xmlns:a16="http://schemas.microsoft.com/office/drawing/2014/main" id="{65ED7318-8F1A-41EC-9EBD-A48698E9B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4" y="3012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63" name="Oval 2345">
                <a:extLst>
                  <a:ext uri="{FF2B5EF4-FFF2-40B4-BE49-F238E27FC236}">
                    <a16:creationId xmlns:a16="http://schemas.microsoft.com/office/drawing/2014/main" id="{E3790843-5167-4603-A6BD-01A8CF8EF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3015"/>
                <a:ext cx="12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64" name="Oval 2346">
                <a:extLst>
                  <a:ext uri="{FF2B5EF4-FFF2-40B4-BE49-F238E27FC236}">
                    <a16:creationId xmlns:a16="http://schemas.microsoft.com/office/drawing/2014/main" id="{923AB21D-2532-4F53-8173-B66AEB667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2" y="3034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65" name="Oval 2347">
                <a:extLst>
                  <a:ext uri="{FF2B5EF4-FFF2-40B4-BE49-F238E27FC236}">
                    <a16:creationId xmlns:a16="http://schemas.microsoft.com/office/drawing/2014/main" id="{3076B18F-F12E-4335-910B-FDC99C979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8" y="3042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66" name="Oval 2348">
                <a:extLst>
                  <a:ext uri="{FF2B5EF4-FFF2-40B4-BE49-F238E27FC236}">
                    <a16:creationId xmlns:a16="http://schemas.microsoft.com/office/drawing/2014/main" id="{B84DDB59-73B9-4638-BB7E-407373752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3" y="3015"/>
                <a:ext cx="12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67" name="Oval 2349">
                <a:extLst>
                  <a:ext uri="{FF2B5EF4-FFF2-40B4-BE49-F238E27FC236}">
                    <a16:creationId xmlns:a16="http://schemas.microsoft.com/office/drawing/2014/main" id="{779D0326-3BA9-47C6-A8B5-E1DE539DA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6" y="3032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68" name="Oval 2350">
                <a:extLst>
                  <a:ext uri="{FF2B5EF4-FFF2-40B4-BE49-F238E27FC236}">
                    <a16:creationId xmlns:a16="http://schemas.microsoft.com/office/drawing/2014/main" id="{B5FFF641-58AA-4A58-9796-419F912F2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3062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69" name="Oval 2351">
                <a:extLst>
                  <a:ext uri="{FF2B5EF4-FFF2-40B4-BE49-F238E27FC236}">
                    <a16:creationId xmlns:a16="http://schemas.microsoft.com/office/drawing/2014/main" id="{8A17D440-38A5-45D7-ACCC-5D506EBEF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0" y="3083"/>
                <a:ext cx="12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70" name="Oval 2352">
                <a:extLst>
                  <a:ext uri="{FF2B5EF4-FFF2-40B4-BE49-F238E27FC236}">
                    <a16:creationId xmlns:a16="http://schemas.microsoft.com/office/drawing/2014/main" id="{DABC91D9-E522-4316-9EFC-DB69DEBD1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3178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71" name="Oval 2353">
                <a:extLst>
                  <a:ext uri="{FF2B5EF4-FFF2-40B4-BE49-F238E27FC236}">
                    <a16:creationId xmlns:a16="http://schemas.microsoft.com/office/drawing/2014/main" id="{BD35593E-886D-4556-83EA-16AB11084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1" y="3205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72" name="Oval 2354">
                <a:extLst>
                  <a:ext uri="{FF2B5EF4-FFF2-40B4-BE49-F238E27FC236}">
                    <a16:creationId xmlns:a16="http://schemas.microsoft.com/office/drawing/2014/main" id="{81031F2A-04A8-4BE5-A367-8E834D325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0" y="2996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73" name="Oval 2355">
                <a:extLst>
                  <a:ext uri="{FF2B5EF4-FFF2-40B4-BE49-F238E27FC236}">
                    <a16:creationId xmlns:a16="http://schemas.microsoft.com/office/drawing/2014/main" id="{4E46074A-DB75-42EE-9AD9-9D4E3AF35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2999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74" name="Oval 2356">
                <a:extLst>
                  <a:ext uri="{FF2B5EF4-FFF2-40B4-BE49-F238E27FC236}">
                    <a16:creationId xmlns:a16="http://schemas.microsoft.com/office/drawing/2014/main" id="{CB084742-056E-4FB9-8EE4-EBD8C14C5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0" y="2974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75" name="Oval 2357">
                <a:extLst>
                  <a:ext uri="{FF2B5EF4-FFF2-40B4-BE49-F238E27FC236}">
                    <a16:creationId xmlns:a16="http://schemas.microsoft.com/office/drawing/2014/main" id="{6B68D505-895C-4E54-9202-FE3F6ECD0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3211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76" name="Oval 2358">
                <a:extLst>
                  <a:ext uri="{FF2B5EF4-FFF2-40B4-BE49-F238E27FC236}">
                    <a16:creationId xmlns:a16="http://schemas.microsoft.com/office/drawing/2014/main" id="{C8C3DDD9-1B82-4DE8-8A55-CAB5BA549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3" y="3196"/>
                <a:ext cx="13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77" name="Oval 2359">
                <a:extLst>
                  <a:ext uri="{FF2B5EF4-FFF2-40B4-BE49-F238E27FC236}">
                    <a16:creationId xmlns:a16="http://schemas.microsoft.com/office/drawing/2014/main" id="{4674C1FD-DD4A-438C-A3CF-4FECC484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9" y="3110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78" name="Oval 2360">
                <a:extLst>
                  <a:ext uri="{FF2B5EF4-FFF2-40B4-BE49-F238E27FC236}">
                    <a16:creationId xmlns:a16="http://schemas.microsoft.com/office/drawing/2014/main" id="{046583CB-0497-4242-932D-1FFDB93DD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2" y="3097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79" name="Oval 2361">
                <a:extLst>
                  <a:ext uri="{FF2B5EF4-FFF2-40B4-BE49-F238E27FC236}">
                    <a16:creationId xmlns:a16="http://schemas.microsoft.com/office/drawing/2014/main" id="{3C72E703-F7D1-410E-BF9C-DAD20B563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6" y="3082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80" name="Oval 2362">
                <a:extLst>
                  <a:ext uri="{FF2B5EF4-FFF2-40B4-BE49-F238E27FC236}">
                    <a16:creationId xmlns:a16="http://schemas.microsoft.com/office/drawing/2014/main" id="{4203E264-3E62-4ECE-A4F6-4E76187DF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3072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81" name="Oval 2363">
                <a:extLst>
                  <a:ext uri="{FF2B5EF4-FFF2-40B4-BE49-F238E27FC236}">
                    <a16:creationId xmlns:a16="http://schemas.microsoft.com/office/drawing/2014/main" id="{70F3736D-AD39-4257-A4E3-B8155E463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6" y="3059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82" name="Oval 2364">
                <a:extLst>
                  <a:ext uri="{FF2B5EF4-FFF2-40B4-BE49-F238E27FC236}">
                    <a16:creationId xmlns:a16="http://schemas.microsoft.com/office/drawing/2014/main" id="{E6108437-241C-4C3E-8FAF-8285A55B2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3064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83" name="Oval 2365">
                <a:extLst>
                  <a:ext uri="{FF2B5EF4-FFF2-40B4-BE49-F238E27FC236}">
                    <a16:creationId xmlns:a16="http://schemas.microsoft.com/office/drawing/2014/main" id="{E1CEAB07-3347-48CF-8AB1-511FCC26A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0" y="3044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84" name="Oval 2366">
                <a:extLst>
                  <a:ext uri="{FF2B5EF4-FFF2-40B4-BE49-F238E27FC236}">
                    <a16:creationId xmlns:a16="http://schemas.microsoft.com/office/drawing/2014/main" id="{62B235A0-BC48-4E59-8A7B-88978E1CC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" y="3105"/>
                <a:ext cx="12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885" name="Freeform 2367">
                <a:extLst>
                  <a:ext uri="{FF2B5EF4-FFF2-40B4-BE49-F238E27FC236}">
                    <a16:creationId xmlns:a16="http://schemas.microsoft.com/office/drawing/2014/main" id="{371349DA-5435-4BE0-8D77-6B70E8E4C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2934"/>
                <a:ext cx="14" cy="15"/>
              </a:xfrm>
              <a:custGeom>
                <a:avLst/>
                <a:gdLst>
                  <a:gd name="T0" fmla="*/ 19 w 9"/>
                  <a:gd name="T1" fmla="*/ 42 h 9"/>
                  <a:gd name="T2" fmla="*/ 0 w 9"/>
                  <a:gd name="T3" fmla="*/ 28 h 9"/>
                  <a:gd name="T4" fmla="*/ 12 w 9"/>
                  <a:gd name="T5" fmla="*/ 5 h 9"/>
                  <a:gd name="T6" fmla="*/ 30 w 9"/>
                  <a:gd name="T7" fmla="*/ 20 h 9"/>
                  <a:gd name="T8" fmla="*/ 19 w 9"/>
                  <a:gd name="T9" fmla="*/ 4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3" y="9"/>
                      <a:pt x="1" y="8"/>
                      <a:pt x="0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5" y="0"/>
                      <a:pt x="7" y="1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86" name="Freeform 2368">
                <a:extLst>
                  <a:ext uri="{FF2B5EF4-FFF2-40B4-BE49-F238E27FC236}">
                    <a16:creationId xmlns:a16="http://schemas.microsoft.com/office/drawing/2014/main" id="{63475CCB-5D12-4994-9A5F-BE3B52BAB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956"/>
                <a:ext cx="14" cy="15"/>
              </a:xfrm>
              <a:custGeom>
                <a:avLst/>
                <a:gdLst>
                  <a:gd name="T0" fmla="*/ 22 w 9"/>
                  <a:gd name="T1" fmla="*/ 37 h 9"/>
                  <a:gd name="T2" fmla="*/ 5 w 9"/>
                  <a:gd name="T3" fmla="*/ 22 h 9"/>
                  <a:gd name="T4" fmla="*/ 12 w 9"/>
                  <a:gd name="T5" fmla="*/ 0 h 9"/>
                  <a:gd name="T6" fmla="*/ 30 w 9"/>
                  <a:gd name="T7" fmla="*/ 13 h 9"/>
                  <a:gd name="T8" fmla="*/ 22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6" y="8"/>
                    </a:move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87" name="Freeform 2369">
                <a:extLst>
                  <a:ext uri="{FF2B5EF4-FFF2-40B4-BE49-F238E27FC236}">
                    <a16:creationId xmlns:a16="http://schemas.microsoft.com/office/drawing/2014/main" id="{652DAF1E-902D-4168-A5B9-95BBB0F71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2944"/>
                <a:ext cx="14" cy="15"/>
              </a:xfrm>
              <a:custGeom>
                <a:avLst/>
                <a:gdLst>
                  <a:gd name="T0" fmla="*/ 22 w 9"/>
                  <a:gd name="T1" fmla="*/ 42 h 9"/>
                  <a:gd name="T2" fmla="*/ 5 w 9"/>
                  <a:gd name="T3" fmla="*/ 28 h 9"/>
                  <a:gd name="T4" fmla="*/ 14 w 9"/>
                  <a:gd name="T5" fmla="*/ 5 h 9"/>
                  <a:gd name="T6" fmla="*/ 34 w 9"/>
                  <a:gd name="T7" fmla="*/ 20 h 9"/>
                  <a:gd name="T8" fmla="*/ 22 w 9"/>
                  <a:gd name="T9" fmla="*/ 4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4" y="9"/>
                      <a:pt x="2" y="8"/>
                      <a:pt x="1" y="6"/>
                    </a:cubicBezTo>
                    <a:cubicBezTo>
                      <a:pt x="0" y="4"/>
                      <a:pt x="2" y="1"/>
                      <a:pt x="4" y="1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8" y="8"/>
                      <a:pt x="6" y="9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88" name="Freeform 2370">
                <a:extLst>
                  <a:ext uri="{FF2B5EF4-FFF2-40B4-BE49-F238E27FC236}">
                    <a16:creationId xmlns:a16="http://schemas.microsoft.com/office/drawing/2014/main" id="{CFE2A954-5040-44D3-A76B-1BF0D9D29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959"/>
                <a:ext cx="13" cy="15"/>
              </a:xfrm>
              <a:custGeom>
                <a:avLst/>
                <a:gdLst>
                  <a:gd name="T0" fmla="*/ 21 w 8"/>
                  <a:gd name="T1" fmla="*/ 42 h 9"/>
                  <a:gd name="T2" fmla="*/ 0 w 8"/>
                  <a:gd name="T3" fmla="*/ 28 h 9"/>
                  <a:gd name="T4" fmla="*/ 13 w 8"/>
                  <a:gd name="T5" fmla="*/ 5 h 9"/>
                  <a:gd name="T6" fmla="*/ 34 w 8"/>
                  <a:gd name="T7" fmla="*/ 20 h 9"/>
                  <a:gd name="T8" fmla="*/ 21 w 8"/>
                  <a:gd name="T9" fmla="*/ 4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5" y="9"/>
                    </a:moveTo>
                    <a:cubicBezTo>
                      <a:pt x="3" y="9"/>
                      <a:pt x="1" y="8"/>
                      <a:pt x="0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7" y="8"/>
                      <a:pt x="5" y="9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89" name="Freeform 2371">
                <a:extLst>
                  <a:ext uri="{FF2B5EF4-FFF2-40B4-BE49-F238E27FC236}">
                    <a16:creationId xmlns:a16="http://schemas.microsoft.com/office/drawing/2014/main" id="{EC11A443-DE36-47CE-8487-5E79B627E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951"/>
                <a:ext cx="14" cy="15"/>
              </a:xfrm>
              <a:custGeom>
                <a:avLst/>
                <a:gdLst>
                  <a:gd name="T0" fmla="*/ 19 w 9"/>
                  <a:gd name="T1" fmla="*/ 37 h 9"/>
                  <a:gd name="T2" fmla="*/ 0 w 9"/>
                  <a:gd name="T3" fmla="*/ 28 h 9"/>
                  <a:gd name="T4" fmla="*/ 12 w 9"/>
                  <a:gd name="T5" fmla="*/ 5 h 9"/>
                  <a:gd name="T6" fmla="*/ 30 w 9"/>
                  <a:gd name="T7" fmla="*/ 13 h 9"/>
                  <a:gd name="T8" fmla="*/ 19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8"/>
                    </a:moveTo>
                    <a:cubicBezTo>
                      <a:pt x="3" y="9"/>
                      <a:pt x="1" y="8"/>
                      <a:pt x="0" y="6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7" y="8"/>
                      <a:pt x="5" y="8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90" name="Freeform 2372">
                <a:extLst>
                  <a:ext uri="{FF2B5EF4-FFF2-40B4-BE49-F238E27FC236}">
                    <a16:creationId xmlns:a16="http://schemas.microsoft.com/office/drawing/2014/main" id="{85D30BD6-C8D8-4CFE-9C46-9DCA70874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933"/>
                <a:ext cx="14" cy="14"/>
              </a:xfrm>
              <a:custGeom>
                <a:avLst/>
                <a:gdLst>
                  <a:gd name="T0" fmla="*/ 22 w 9"/>
                  <a:gd name="T1" fmla="*/ 30 h 9"/>
                  <a:gd name="T2" fmla="*/ 5 w 9"/>
                  <a:gd name="T3" fmla="*/ 22 h 9"/>
                  <a:gd name="T4" fmla="*/ 14 w 9"/>
                  <a:gd name="T5" fmla="*/ 5 h 9"/>
                  <a:gd name="T6" fmla="*/ 34 w 9"/>
                  <a:gd name="T7" fmla="*/ 12 h 9"/>
                  <a:gd name="T8" fmla="*/ 22 w 9"/>
                  <a:gd name="T9" fmla="*/ 3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6" y="8"/>
                    </a:moveTo>
                    <a:cubicBezTo>
                      <a:pt x="4" y="9"/>
                      <a:pt x="1" y="8"/>
                      <a:pt x="1" y="6"/>
                    </a:cubicBezTo>
                    <a:cubicBezTo>
                      <a:pt x="0" y="3"/>
                      <a:pt x="2" y="1"/>
                      <a:pt x="4" y="1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9" y="5"/>
                      <a:pt x="8" y="8"/>
                      <a:pt x="6" y="8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91" name="Freeform 2373">
                <a:extLst>
                  <a:ext uri="{FF2B5EF4-FFF2-40B4-BE49-F238E27FC236}">
                    <a16:creationId xmlns:a16="http://schemas.microsoft.com/office/drawing/2014/main" id="{ACCCD4B5-A869-400A-BB08-77D7A4FF6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931"/>
                <a:ext cx="14" cy="15"/>
              </a:xfrm>
              <a:custGeom>
                <a:avLst/>
                <a:gdLst>
                  <a:gd name="T0" fmla="*/ 19 w 9"/>
                  <a:gd name="T1" fmla="*/ 42 h 9"/>
                  <a:gd name="T2" fmla="*/ 0 w 9"/>
                  <a:gd name="T3" fmla="*/ 28 h 9"/>
                  <a:gd name="T4" fmla="*/ 12 w 9"/>
                  <a:gd name="T5" fmla="*/ 5 h 9"/>
                  <a:gd name="T6" fmla="*/ 30 w 9"/>
                  <a:gd name="T7" fmla="*/ 20 h 9"/>
                  <a:gd name="T8" fmla="*/ 19 w 9"/>
                  <a:gd name="T9" fmla="*/ 4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3" y="9"/>
                      <a:pt x="1" y="8"/>
                      <a:pt x="0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92" name="Freeform 2374">
                <a:extLst>
                  <a:ext uri="{FF2B5EF4-FFF2-40B4-BE49-F238E27FC236}">
                    <a16:creationId xmlns:a16="http://schemas.microsoft.com/office/drawing/2014/main" id="{B39328A5-B371-4ABC-8BB9-55AB7965B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2914"/>
                <a:ext cx="14" cy="15"/>
              </a:xfrm>
              <a:custGeom>
                <a:avLst/>
                <a:gdLst>
                  <a:gd name="T0" fmla="*/ 22 w 9"/>
                  <a:gd name="T1" fmla="*/ 37 h 9"/>
                  <a:gd name="T2" fmla="*/ 5 w 9"/>
                  <a:gd name="T3" fmla="*/ 22 h 9"/>
                  <a:gd name="T4" fmla="*/ 12 w 9"/>
                  <a:gd name="T5" fmla="*/ 0 h 9"/>
                  <a:gd name="T6" fmla="*/ 30 w 9"/>
                  <a:gd name="T7" fmla="*/ 13 h 9"/>
                  <a:gd name="T8" fmla="*/ 22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6" y="8"/>
                    </a:move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93" name="Freeform 2375">
                <a:extLst>
                  <a:ext uri="{FF2B5EF4-FFF2-40B4-BE49-F238E27FC236}">
                    <a16:creationId xmlns:a16="http://schemas.microsoft.com/office/drawing/2014/main" id="{462D31A1-F065-4E8A-96B8-9E92CAF8B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919"/>
                <a:ext cx="14" cy="15"/>
              </a:xfrm>
              <a:custGeom>
                <a:avLst/>
                <a:gdLst>
                  <a:gd name="T0" fmla="*/ 19 w 9"/>
                  <a:gd name="T1" fmla="*/ 42 h 9"/>
                  <a:gd name="T2" fmla="*/ 0 w 9"/>
                  <a:gd name="T3" fmla="*/ 28 h 9"/>
                  <a:gd name="T4" fmla="*/ 12 w 9"/>
                  <a:gd name="T5" fmla="*/ 5 h 9"/>
                  <a:gd name="T6" fmla="*/ 30 w 9"/>
                  <a:gd name="T7" fmla="*/ 20 h 9"/>
                  <a:gd name="T8" fmla="*/ 19 w 9"/>
                  <a:gd name="T9" fmla="*/ 4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3" y="9"/>
                      <a:pt x="1" y="8"/>
                      <a:pt x="0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8" y="2"/>
                      <a:pt x="8" y="4"/>
                    </a:cubicBezTo>
                    <a:cubicBezTo>
                      <a:pt x="9" y="6"/>
                      <a:pt x="8" y="8"/>
                      <a:pt x="5" y="9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94" name="Freeform 2376">
                <a:extLst>
                  <a:ext uri="{FF2B5EF4-FFF2-40B4-BE49-F238E27FC236}">
                    <a16:creationId xmlns:a16="http://schemas.microsoft.com/office/drawing/2014/main" id="{2C89FA0A-9287-43CC-976C-B3BE1F9DA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2941"/>
                <a:ext cx="14" cy="15"/>
              </a:xfrm>
              <a:custGeom>
                <a:avLst/>
                <a:gdLst>
                  <a:gd name="T0" fmla="*/ 22 w 9"/>
                  <a:gd name="T1" fmla="*/ 37 h 9"/>
                  <a:gd name="T2" fmla="*/ 5 w 9"/>
                  <a:gd name="T3" fmla="*/ 28 h 9"/>
                  <a:gd name="T4" fmla="*/ 12 w 9"/>
                  <a:gd name="T5" fmla="*/ 5 h 9"/>
                  <a:gd name="T6" fmla="*/ 30 w 9"/>
                  <a:gd name="T7" fmla="*/ 13 h 9"/>
                  <a:gd name="T8" fmla="*/ 22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6" y="8"/>
                    </a:moveTo>
                    <a:cubicBezTo>
                      <a:pt x="4" y="9"/>
                      <a:pt x="1" y="8"/>
                      <a:pt x="1" y="6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9" y="5"/>
                      <a:pt x="8" y="8"/>
                      <a:pt x="6" y="8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95" name="Freeform 2377">
                <a:extLst>
                  <a:ext uri="{FF2B5EF4-FFF2-40B4-BE49-F238E27FC236}">
                    <a16:creationId xmlns:a16="http://schemas.microsoft.com/office/drawing/2014/main" id="{5C39A77B-C395-4C8F-AC5E-2B3E1A527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952"/>
                <a:ext cx="14" cy="15"/>
              </a:xfrm>
              <a:custGeom>
                <a:avLst/>
                <a:gdLst>
                  <a:gd name="T0" fmla="*/ 22 w 9"/>
                  <a:gd name="T1" fmla="*/ 37 h 9"/>
                  <a:gd name="T2" fmla="*/ 5 w 9"/>
                  <a:gd name="T3" fmla="*/ 28 h 9"/>
                  <a:gd name="T4" fmla="*/ 14 w 9"/>
                  <a:gd name="T5" fmla="*/ 5 h 9"/>
                  <a:gd name="T6" fmla="*/ 34 w 9"/>
                  <a:gd name="T7" fmla="*/ 20 h 9"/>
                  <a:gd name="T8" fmla="*/ 22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6" y="8"/>
                    </a:moveTo>
                    <a:cubicBezTo>
                      <a:pt x="4" y="9"/>
                      <a:pt x="1" y="8"/>
                      <a:pt x="1" y="6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8" y="1"/>
                      <a:pt x="9" y="4"/>
                    </a:cubicBezTo>
                    <a:cubicBezTo>
                      <a:pt x="9" y="6"/>
                      <a:pt x="8" y="8"/>
                      <a:pt x="6" y="8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96" name="Freeform 2378">
                <a:extLst>
                  <a:ext uri="{FF2B5EF4-FFF2-40B4-BE49-F238E27FC236}">
                    <a16:creationId xmlns:a16="http://schemas.microsoft.com/office/drawing/2014/main" id="{122E05A4-09F2-46E6-9AF1-03B2C5785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2976"/>
                <a:ext cx="14" cy="15"/>
              </a:xfrm>
              <a:custGeom>
                <a:avLst/>
                <a:gdLst>
                  <a:gd name="T0" fmla="*/ 22 w 9"/>
                  <a:gd name="T1" fmla="*/ 42 h 9"/>
                  <a:gd name="T2" fmla="*/ 5 w 9"/>
                  <a:gd name="T3" fmla="*/ 28 h 9"/>
                  <a:gd name="T4" fmla="*/ 14 w 9"/>
                  <a:gd name="T5" fmla="*/ 5 h 9"/>
                  <a:gd name="T6" fmla="*/ 30 w 9"/>
                  <a:gd name="T7" fmla="*/ 20 h 9"/>
                  <a:gd name="T8" fmla="*/ 22 w 9"/>
                  <a:gd name="T9" fmla="*/ 4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4" y="9"/>
                      <a:pt x="1" y="8"/>
                      <a:pt x="1" y="6"/>
                    </a:cubicBez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8" y="8"/>
                      <a:pt x="6" y="9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97" name="Freeform 2379">
                <a:extLst>
                  <a:ext uri="{FF2B5EF4-FFF2-40B4-BE49-F238E27FC236}">
                    <a16:creationId xmlns:a16="http://schemas.microsoft.com/office/drawing/2014/main" id="{0B7EDD68-19B1-47EF-BD28-CCF2DE76D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2440"/>
                <a:ext cx="14" cy="15"/>
              </a:xfrm>
              <a:custGeom>
                <a:avLst/>
                <a:gdLst>
                  <a:gd name="T0" fmla="*/ 19 w 9"/>
                  <a:gd name="T1" fmla="*/ 0 h 9"/>
                  <a:gd name="T2" fmla="*/ 30 w 9"/>
                  <a:gd name="T3" fmla="*/ 22 h 9"/>
                  <a:gd name="T4" fmla="*/ 14 w 9"/>
                  <a:gd name="T5" fmla="*/ 37 h 9"/>
                  <a:gd name="T6" fmla="*/ 5 w 9"/>
                  <a:gd name="T7" fmla="*/ 13 h 9"/>
                  <a:gd name="T8" fmla="*/ 19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7" y="1"/>
                      <a:pt x="9" y="3"/>
                      <a:pt x="8" y="5"/>
                    </a:cubicBezTo>
                    <a:cubicBezTo>
                      <a:pt x="8" y="7"/>
                      <a:pt x="6" y="9"/>
                      <a:pt x="4" y="8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98" name="Freeform 2380">
                <a:extLst>
                  <a:ext uri="{FF2B5EF4-FFF2-40B4-BE49-F238E27FC236}">
                    <a16:creationId xmlns:a16="http://schemas.microsoft.com/office/drawing/2014/main" id="{10A99C32-4185-428C-B6D6-ED484521F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6" y="2445"/>
                <a:ext cx="14" cy="13"/>
              </a:xfrm>
              <a:custGeom>
                <a:avLst/>
                <a:gdLst>
                  <a:gd name="T0" fmla="*/ 22 w 9"/>
                  <a:gd name="T1" fmla="*/ 0 h 8"/>
                  <a:gd name="T2" fmla="*/ 34 w 9"/>
                  <a:gd name="T3" fmla="*/ 21 h 8"/>
                  <a:gd name="T4" fmla="*/ 14 w 9"/>
                  <a:gd name="T5" fmla="*/ 34 h 8"/>
                  <a:gd name="T6" fmla="*/ 5 w 9"/>
                  <a:gd name="T7" fmla="*/ 13 h 8"/>
                  <a:gd name="T8" fmla="*/ 22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6" y="0"/>
                    </a:moveTo>
                    <a:cubicBezTo>
                      <a:pt x="8" y="1"/>
                      <a:pt x="9" y="3"/>
                      <a:pt x="9" y="5"/>
                    </a:cubicBezTo>
                    <a:cubicBezTo>
                      <a:pt x="8" y="7"/>
                      <a:pt x="6" y="8"/>
                      <a:pt x="4" y="8"/>
                    </a:cubicBezTo>
                    <a:cubicBezTo>
                      <a:pt x="2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99" name="Freeform 2381">
                <a:extLst>
                  <a:ext uri="{FF2B5EF4-FFF2-40B4-BE49-F238E27FC236}">
                    <a16:creationId xmlns:a16="http://schemas.microsoft.com/office/drawing/2014/main" id="{53BA5E89-0E6D-4FE0-9213-88153185D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2463"/>
                <a:ext cx="14" cy="15"/>
              </a:xfrm>
              <a:custGeom>
                <a:avLst/>
                <a:gdLst>
                  <a:gd name="T0" fmla="*/ 19 w 9"/>
                  <a:gd name="T1" fmla="*/ 0 h 9"/>
                  <a:gd name="T2" fmla="*/ 30 w 9"/>
                  <a:gd name="T3" fmla="*/ 22 h 9"/>
                  <a:gd name="T4" fmla="*/ 14 w 9"/>
                  <a:gd name="T5" fmla="*/ 37 h 9"/>
                  <a:gd name="T6" fmla="*/ 5 w 9"/>
                  <a:gd name="T7" fmla="*/ 20 h 9"/>
                  <a:gd name="T8" fmla="*/ 19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8" y="1"/>
                      <a:pt x="9" y="3"/>
                      <a:pt x="8" y="5"/>
                    </a:cubicBezTo>
                    <a:cubicBezTo>
                      <a:pt x="8" y="7"/>
                      <a:pt x="6" y="9"/>
                      <a:pt x="4" y="8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00" name="Freeform 2382">
                <a:extLst>
                  <a:ext uri="{FF2B5EF4-FFF2-40B4-BE49-F238E27FC236}">
                    <a16:creationId xmlns:a16="http://schemas.microsoft.com/office/drawing/2014/main" id="{35F0B9BE-DE7E-4A07-841A-36ABB0382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2355"/>
                <a:ext cx="14" cy="15"/>
              </a:xfrm>
              <a:custGeom>
                <a:avLst/>
                <a:gdLst>
                  <a:gd name="T0" fmla="*/ 19 w 9"/>
                  <a:gd name="T1" fmla="*/ 5 h 9"/>
                  <a:gd name="T2" fmla="*/ 30 w 9"/>
                  <a:gd name="T3" fmla="*/ 22 h 9"/>
                  <a:gd name="T4" fmla="*/ 14 w 9"/>
                  <a:gd name="T5" fmla="*/ 37 h 9"/>
                  <a:gd name="T6" fmla="*/ 5 w 9"/>
                  <a:gd name="T7" fmla="*/ 20 h 9"/>
                  <a:gd name="T8" fmla="*/ 19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1"/>
                    </a:moveTo>
                    <a:cubicBezTo>
                      <a:pt x="8" y="1"/>
                      <a:pt x="9" y="3"/>
                      <a:pt x="8" y="5"/>
                    </a:cubicBezTo>
                    <a:cubicBezTo>
                      <a:pt x="8" y="8"/>
                      <a:pt x="6" y="9"/>
                      <a:pt x="4" y="8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1" y="2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01" name="Freeform 2383">
                <a:extLst>
                  <a:ext uri="{FF2B5EF4-FFF2-40B4-BE49-F238E27FC236}">
                    <a16:creationId xmlns:a16="http://schemas.microsoft.com/office/drawing/2014/main" id="{B421B1D0-52F8-4413-A9A5-9F4AA8244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2579"/>
                <a:ext cx="14" cy="15"/>
              </a:xfrm>
              <a:custGeom>
                <a:avLst/>
                <a:gdLst>
                  <a:gd name="T0" fmla="*/ 19 w 9"/>
                  <a:gd name="T1" fmla="*/ 5 h 9"/>
                  <a:gd name="T2" fmla="*/ 30 w 9"/>
                  <a:gd name="T3" fmla="*/ 28 h 9"/>
                  <a:gd name="T4" fmla="*/ 14 w 9"/>
                  <a:gd name="T5" fmla="*/ 42 h 9"/>
                  <a:gd name="T6" fmla="*/ 5 w 9"/>
                  <a:gd name="T7" fmla="*/ 20 h 9"/>
                  <a:gd name="T8" fmla="*/ 19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1"/>
                    </a:moveTo>
                    <a:cubicBezTo>
                      <a:pt x="8" y="1"/>
                      <a:pt x="9" y="4"/>
                      <a:pt x="8" y="6"/>
                    </a:cubicBezTo>
                    <a:cubicBezTo>
                      <a:pt x="8" y="8"/>
                      <a:pt x="6" y="9"/>
                      <a:pt x="4" y="9"/>
                    </a:cubicBezTo>
                    <a:cubicBezTo>
                      <a:pt x="1" y="8"/>
                      <a:pt x="0" y="6"/>
                      <a:pt x="1" y="4"/>
                    </a:cubicBezTo>
                    <a:cubicBezTo>
                      <a:pt x="1" y="2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02" name="Freeform 2384">
                <a:extLst>
                  <a:ext uri="{FF2B5EF4-FFF2-40B4-BE49-F238E27FC236}">
                    <a16:creationId xmlns:a16="http://schemas.microsoft.com/office/drawing/2014/main" id="{C5230439-3C72-4E15-9358-ECD046883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8" y="2332"/>
                <a:ext cx="14" cy="13"/>
              </a:xfrm>
              <a:custGeom>
                <a:avLst/>
                <a:gdLst>
                  <a:gd name="T0" fmla="*/ 19 w 9"/>
                  <a:gd name="T1" fmla="*/ 0 h 8"/>
                  <a:gd name="T2" fmla="*/ 30 w 9"/>
                  <a:gd name="T3" fmla="*/ 21 h 8"/>
                  <a:gd name="T4" fmla="*/ 12 w 9"/>
                  <a:gd name="T5" fmla="*/ 34 h 8"/>
                  <a:gd name="T6" fmla="*/ 0 w 9"/>
                  <a:gd name="T7" fmla="*/ 13 h 8"/>
                  <a:gd name="T8" fmla="*/ 19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7" y="1"/>
                      <a:pt x="9" y="3"/>
                      <a:pt x="8" y="5"/>
                    </a:cubicBezTo>
                    <a:cubicBezTo>
                      <a:pt x="8" y="7"/>
                      <a:pt x="6" y="8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03" name="Freeform 2385">
                <a:extLst>
                  <a:ext uri="{FF2B5EF4-FFF2-40B4-BE49-F238E27FC236}">
                    <a16:creationId xmlns:a16="http://schemas.microsoft.com/office/drawing/2014/main" id="{2436FE48-A43F-47DC-97D4-F0AE5DD9D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1" y="2306"/>
                <a:ext cx="14" cy="13"/>
              </a:xfrm>
              <a:custGeom>
                <a:avLst/>
                <a:gdLst>
                  <a:gd name="T0" fmla="*/ 19 w 9"/>
                  <a:gd name="T1" fmla="*/ 0 h 8"/>
                  <a:gd name="T2" fmla="*/ 30 w 9"/>
                  <a:gd name="T3" fmla="*/ 21 h 8"/>
                  <a:gd name="T4" fmla="*/ 12 w 9"/>
                  <a:gd name="T5" fmla="*/ 34 h 8"/>
                  <a:gd name="T6" fmla="*/ 0 w 9"/>
                  <a:gd name="T7" fmla="*/ 13 h 8"/>
                  <a:gd name="T8" fmla="*/ 19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7" y="1"/>
                      <a:pt x="9" y="3"/>
                      <a:pt x="8" y="5"/>
                    </a:cubicBezTo>
                    <a:cubicBezTo>
                      <a:pt x="8" y="7"/>
                      <a:pt x="6" y="8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04" name="Freeform 2386">
                <a:extLst>
                  <a:ext uri="{FF2B5EF4-FFF2-40B4-BE49-F238E27FC236}">
                    <a16:creationId xmlns:a16="http://schemas.microsoft.com/office/drawing/2014/main" id="{AEF51E46-12A6-4756-B32E-5250E6BCE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8" y="2342"/>
                <a:ext cx="14" cy="15"/>
              </a:xfrm>
              <a:custGeom>
                <a:avLst/>
                <a:gdLst>
                  <a:gd name="T0" fmla="*/ 19 w 9"/>
                  <a:gd name="T1" fmla="*/ 5 h 9"/>
                  <a:gd name="T2" fmla="*/ 30 w 9"/>
                  <a:gd name="T3" fmla="*/ 28 h 9"/>
                  <a:gd name="T4" fmla="*/ 12 w 9"/>
                  <a:gd name="T5" fmla="*/ 42 h 9"/>
                  <a:gd name="T6" fmla="*/ 0 w 9"/>
                  <a:gd name="T7" fmla="*/ 20 h 9"/>
                  <a:gd name="T8" fmla="*/ 19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1"/>
                    </a:moveTo>
                    <a:cubicBezTo>
                      <a:pt x="7" y="1"/>
                      <a:pt x="9" y="3"/>
                      <a:pt x="8" y="6"/>
                    </a:cubicBezTo>
                    <a:cubicBezTo>
                      <a:pt x="8" y="8"/>
                      <a:pt x="6" y="9"/>
                      <a:pt x="3" y="9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1" y="2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05" name="Freeform 2387">
                <a:extLst>
                  <a:ext uri="{FF2B5EF4-FFF2-40B4-BE49-F238E27FC236}">
                    <a16:creationId xmlns:a16="http://schemas.microsoft.com/office/drawing/2014/main" id="{46714FAC-277D-4B20-B904-40E94F66F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6" y="2375"/>
                <a:ext cx="12" cy="14"/>
              </a:xfrm>
              <a:custGeom>
                <a:avLst/>
                <a:gdLst>
                  <a:gd name="T0" fmla="*/ 18 w 8"/>
                  <a:gd name="T1" fmla="*/ 0 h 8"/>
                  <a:gd name="T2" fmla="*/ 27 w 8"/>
                  <a:gd name="T3" fmla="*/ 28 h 8"/>
                  <a:gd name="T4" fmla="*/ 12 w 8"/>
                  <a:gd name="T5" fmla="*/ 44 h 8"/>
                  <a:gd name="T6" fmla="*/ 0 w 8"/>
                  <a:gd name="T7" fmla="*/ 16 h 8"/>
                  <a:gd name="T8" fmla="*/ 1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06" name="Freeform 2388">
                <a:extLst>
                  <a:ext uri="{FF2B5EF4-FFF2-40B4-BE49-F238E27FC236}">
                    <a16:creationId xmlns:a16="http://schemas.microsoft.com/office/drawing/2014/main" id="{E34BB1C2-2D42-490B-B4C1-5418CA5B5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2518"/>
                <a:ext cx="14" cy="13"/>
              </a:xfrm>
              <a:custGeom>
                <a:avLst/>
                <a:gdLst>
                  <a:gd name="T0" fmla="*/ 19 w 9"/>
                  <a:gd name="T1" fmla="*/ 0 h 8"/>
                  <a:gd name="T2" fmla="*/ 30 w 9"/>
                  <a:gd name="T3" fmla="*/ 21 h 8"/>
                  <a:gd name="T4" fmla="*/ 14 w 9"/>
                  <a:gd name="T5" fmla="*/ 34 h 8"/>
                  <a:gd name="T6" fmla="*/ 5 w 9"/>
                  <a:gd name="T7" fmla="*/ 13 h 8"/>
                  <a:gd name="T8" fmla="*/ 19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8" y="1"/>
                      <a:pt x="9" y="3"/>
                      <a:pt x="8" y="5"/>
                    </a:cubicBezTo>
                    <a:cubicBezTo>
                      <a:pt x="8" y="7"/>
                      <a:pt x="6" y="8"/>
                      <a:pt x="4" y="8"/>
                    </a:cubicBezTo>
                    <a:cubicBezTo>
                      <a:pt x="2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07" name="Freeform 2389">
                <a:extLst>
                  <a:ext uri="{FF2B5EF4-FFF2-40B4-BE49-F238E27FC236}">
                    <a16:creationId xmlns:a16="http://schemas.microsoft.com/office/drawing/2014/main" id="{DFF52988-6BB6-422E-9702-86B963F41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2573"/>
                <a:ext cx="14" cy="15"/>
              </a:xfrm>
              <a:custGeom>
                <a:avLst/>
                <a:gdLst>
                  <a:gd name="T0" fmla="*/ 19 w 9"/>
                  <a:gd name="T1" fmla="*/ 0 h 9"/>
                  <a:gd name="T2" fmla="*/ 30 w 9"/>
                  <a:gd name="T3" fmla="*/ 22 h 9"/>
                  <a:gd name="T4" fmla="*/ 12 w 9"/>
                  <a:gd name="T5" fmla="*/ 37 h 9"/>
                  <a:gd name="T6" fmla="*/ 0 w 9"/>
                  <a:gd name="T7" fmla="*/ 13 h 9"/>
                  <a:gd name="T8" fmla="*/ 19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7" y="1"/>
                      <a:pt x="9" y="3"/>
                      <a:pt x="8" y="5"/>
                    </a:cubicBezTo>
                    <a:cubicBezTo>
                      <a:pt x="8" y="7"/>
                      <a:pt x="6" y="9"/>
                      <a:pt x="3" y="8"/>
                    </a:cubicBezTo>
                    <a:cubicBezTo>
                      <a:pt x="1" y="8"/>
                      <a:pt x="0" y="6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08" name="Freeform 2390">
                <a:extLst>
                  <a:ext uri="{FF2B5EF4-FFF2-40B4-BE49-F238E27FC236}">
                    <a16:creationId xmlns:a16="http://schemas.microsoft.com/office/drawing/2014/main" id="{7EFE5666-08BC-40A1-B09E-83CC5A9C1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2601"/>
                <a:ext cx="13" cy="15"/>
              </a:xfrm>
              <a:custGeom>
                <a:avLst/>
                <a:gdLst>
                  <a:gd name="T0" fmla="*/ 21 w 8"/>
                  <a:gd name="T1" fmla="*/ 5 h 9"/>
                  <a:gd name="T2" fmla="*/ 34 w 8"/>
                  <a:gd name="T3" fmla="*/ 22 h 9"/>
                  <a:gd name="T4" fmla="*/ 13 w 8"/>
                  <a:gd name="T5" fmla="*/ 42 h 9"/>
                  <a:gd name="T6" fmla="*/ 0 w 8"/>
                  <a:gd name="T7" fmla="*/ 20 h 9"/>
                  <a:gd name="T8" fmla="*/ 21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5" y="1"/>
                    </a:moveTo>
                    <a:cubicBezTo>
                      <a:pt x="7" y="1"/>
                      <a:pt x="8" y="3"/>
                      <a:pt x="8" y="5"/>
                    </a:cubicBezTo>
                    <a:cubicBezTo>
                      <a:pt x="7" y="8"/>
                      <a:pt x="5" y="9"/>
                      <a:pt x="3" y="9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2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09" name="Freeform 2391">
                <a:extLst>
                  <a:ext uri="{FF2B5EF4-FFF2-40B4-BE49-F238E27FC236}">
                    <a16:creationId xmlns:a16="http://schemas.microsoft.com/office/drawing/2014/main" id="{E50D37F8-D341-4092-9238-672B5FF13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2657"/>
                <a:ext cx="14" cy="13"/>
              </a:xfrm>
              <a:custGeom>
                <a:avLst/>
                <a:gdLst>
                  <a:gd name="T0" fmla="*/ 19 w 9"/>
                  <a:gd name="T1" fmla="*/ 0 h 8"/>
                  <a:gd name="T2" fmla="*/ 30 w 9"/>
                  <a:gd name="T3" fmla="*/ 21 h 8"/>
                  <a:gd name="T4" fmla="*/ 14 w 9"/>
                  <a:gd name="T5" fmla="*/ 34 h 8"/>
                  <a:gd name="T6" fmla="*/ 5 w 9"/>
                  <a:gd name="T7" fmla="*/ 13 h 8"/>
                  <a:gd name="T8" fmla="*/ 19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8" y="1"/>
                      <a:pt x="9" y="3"/>
                      <a:pt x="8" y="5"/>
                    </a:cubicBezTo>
                    <a:cubicBezTo>
                      <a:pt x="8" y="7"/>
                      <a:pt x="6" y="8"/>
                      <a:pt x="4" y="8"/>
                    </a:cubicBezTo>
                    <a:cubicBezTo>
                      <a:pt x="2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10" name="Freeform 2392">
                <a:extLst>
                  <a:ext uri="{FF2B5EF4-FFF2-40B4-BE49-F238E27FC236}">
                    <a16:creationId xmlns:a16="http://schemas.microsoft.com/office/drawing/2014/main" id="{5FB98146-F496-4A6B-9CDC-A99DF3CC8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2624"/>
                <a:ext cx="13" cy="15"/>
              </a:xfrm>
              <a:custGeom>
                <a:avLst/>
                <a:gdLst>
                  <a:gd name="T0" fmla="*/ 14 w 9"/>
                  <a:gd name="T1" fmla="*/ 5 h 9"/>
                  <a:gd name="T2" fmla="*/ 25 w 9"/>
                  <a:gd name="T3" fmla="*/ 22 h 9"/>
                  <a:gd name="T4" fmla="*/ 13 w 9"/>
                  <a:gd name="T5" fmla="*/ 42 h 9"/>
                  <a:gd name="T6" fmla="*/ 1 w 9"/>
                  <a:gd name="T7" fmla="*/ 20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1"/>
                    </a:moveTo>
                    <a:cubicBezTo>
                      <a:pt x="8" y="1"/>
                      <a:pt x="9" y="3"/>
                      <a:pt x="8" y="5"/>
                    </a:cubicBez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1" y="2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11" name="Freeform 2393">
                <a:extLst>
                  <a:ext uri="{FF2B5EF4-FFF2-40B4-BE49-F238E27FC236}">
                    <a16:creationId xmlns:a16="http://schemas.microsoft.com/office/drawing/2014/main" id="{6A440734-BD5B-4B8B-A11C-FA874ADF4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4" y="2392"/>
                <a:ext cx="14" cy="15"/>
              </a:xfrm>
              <a:custGeom>
                <a:avLst/>
                <a:gdLst>
                  <a:gd name="T0" fmla="*/ 19 w 9"/>
                  <a:gd name="T1" fmla="*/ 5 h 9"/>
                  <a:gd name="T2" fmla="*/ 30 w 9"/>
                  <a:gd name="T3" fmla="*/ 22 h 9"/>
                  <a:gd name="T4" fmla="*/ 14 w 9"/>
                  <a:gd name="T5" fmla="*/ 42 h 9"/>
                  <a:gd name="T6" fmla="*/ 5 w 9"/>
                  <a:gd name="T7" fmla="*/ 20 h 9"/>
                  <a:gd name="T8" fmla="*/ 19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1"/>
                    </a:moveTo>
                    <a:cubicBezTo>
                      <a:pt x="8" y="1"/>
                      <a:pt x="9" y="3"/>
                      <a:pt x="8" y="5"/>
                    </a:cubicBezTo>
                    <a:cubicBezTo>
                      <a:pt x="8" y="8"/>
                      <a:pt x="6" y="9"/>
                      <a:pt x="4" y="9"/>
                    </a:cubicBezTo>
                    <a:cubicBezTo>
                      <a:pt x="2" y="8"/>
                      <a:pt x="0" y="6"/>
                      <a:pt x="1" y="4"/>
                    </a:cubicBezTo>
                    <a:cubicBezTo>
                      <a:pt x="1" y="2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12" name="Freeform 2394">
                <a:extLst>
                  <a:ext uri="{FF2B5EF4-FFF2-40B4-BE49-F238E27FC236}">
                    <a16:creationId xmlns:a16="http://schemas.microsoft.com/office/drawing/2014/main" id="{4979AF38-9639-4BE9-BCBD-402D7FE0B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418"/>
                <a:ext cx="14" cy="14"/>
              </a:xfrm>
              <a:custGeom>
                <a:avLst/>
                <a:gdLst>
                  <a:gd name="T0" fmla="*/ 19 w 9"/>
                  <a:gd name="T1" fmla="*/ 0 h 8"/>
                  <a:gd name="T2" fmla="*/ 30 w 9"/>
                  <a:gd name="T3" fmla="*/ 28 h 8"/>
                  <a:gd name="T4" fmla="*/ 12 w 9"/>
                  <a:gd name="T5" fmla="*/ 44 h 8"/>
                  <a:gd name="T6" fmla="*/ 0 w 9"/>
                  <a:gd name="T7" fmla="*/ 16 h 8"/>
                  <a:gd name="T8" fmla="*/ 19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7" y="0"/>
                      <a:pt x="9" y="3"/>
                      <a:pt x="8" y="5"/>
                    </a:cubicBezTo>
                    <a:cubicBezTo>
                      <a:pt x="8" y="7"/>
                      <a:pt x="6" y="8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13" name="Freeform 2395">
                <a:extLst>
                  <a:ext uri="{FF2B5EF4-FFF2-40B4-BE49-F238E27FC236}">
                    <a16:creationId xmlns:a16="http://schemas.microsoft.com/office/drawing/2014/main" id="{9182841D-67FC-4686-B845-D71597798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9" y="2564"/>
                <a:ext cx="13" cy="14"/>
              </a:xfrm>
              <a:custGeom>
                <a:avLst/>
                <a:gdLst>
                  <a:gd name="T0" fmla="*/ 0 w 8"/>
                  <a:gd name="T1" fmla="*/ 21 h 8"/>
                  <a:gd name="T2" fmla="*/ 18 w 8"/>
                  <a:gd name="T3" fmla="*/ 0 h 8"/>
                  <a:gd name="T4" fmla="*/ 34 w 8"/>
                  <a:gd name="T5" fmla="*/ 21 h 8"/>
                  <a:gd name="T6" fmla="*/ 18 w 8"/>
                  <a:gd name="T7" fmla="*/ 44 h 8"/>
                  <a:gd name="T8" fmla="*/ 0 w 8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2"/>
                      <a:pt x="1" y="0"/>
                      <a:pt x="4" y="0"/>
                    </a:cubicBez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14" name="Freeform 2396">
                <a:extLst>
                  <a:ext uri="{FF2B5EF4-FFF2-40B4-BE49-F238E27FC236}">
                    <a16:creationId xmlns:a16="http://schemas.microsoft.com/office/drawing/2014/main" id="{10AA9C85-89F1-405D-9D93-A107DB815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2" y="2551"/>
                <a:ext cx="13" cy="15"/>
              </a:xfrm>
              <a:custGeom>
                <a:avLst/>
                <a:gdLst>
                  <a:gd name="T0" fmla="*/ 0 w 8"/>
                  <a:gd name="T1" fmla="*/ 22 h 9"/>
                  <a:gd name="T2" fmla="*/ 13 w 8"/>
                  <a:gd name="T3" fmla="*/ 5 h 9"/>
                  <a:gd name="T4" fmla="*/ 34 w 8"/>
                  <a:gd name="T5" fmla="*/ 20 h 9"/>
                  <a:gd name="T6" fmla="*/ 18 w 8"/>
                  <a:gd name="T7" fmla="*/ 42 h 9"/>
                  <a:gd name="T8" fmla="*/ 0 w 8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7"/>
                      <a:pt x="6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15" name="Freeform 2397">
                <a:extLst>
                  <a:ext uri="{FF2B5EF4-FFF2-40B4-BE49-F238E27FC236}">
                    <a16:creationId xmlns:a16="http://schemas.microsoft.com/office/drawing/2014/main" id="{FE1A11D8-27B5-41C9-A593-F90944618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2536"/>
                <a:ext cx="14" cy="13"/>
              </a:xfrm>
              <a:custGeom>
                <a:avLst/>
                <a:gdLst>
                  <a:gd name="T0" fmla="*/ 0 w 9"/>
                  <a:gd name="T1" fmla="*/ 18 h 8"/>
                  <a:gd name="T2" fmla="*/ 14 w 9"/>
                  <a:gd name="T3" fmla="*/ 0 h 8"/>
                  <a:gd name="T4" fmla="*/ 30 w 9"/>
                  <a:gd name="T5" fmla="*/ 13 h 8"/>
                  <a:gd name="T6" fmla="*/ 19 w 9"/>
                  <a:gd name="T7" fmla="*/ 34 h 8"/>
                  <a:gd name="T8" fmla="*/ 0 w 9"/>
                  <a:gd name="T9" fmla="*/ 1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2" y="8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16" name="Freeform 2398">
                <a:extLst>
                  <a:ext uri="{FF2B5EF4-FFF2-40B4-BE49-F238E27FC236}">
                    <a16:creationId xmlns:a16="http://schemas.microsoft.com/office/drawing/2014/main" id="{3F3A66EA-C59C-4318-A0A6-2D430C55E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2" y="2528"/>
                <a:ext cx="13" cy="13"/>
              </a:xfrm>
              <a:custGeom>
                <a:avLst/>
                <a:gdLst>
                  <a:gd name="T0" fmla="*/ 0 w 8"/>
                  <a:gd name="T1" fmla="*/ 18 h 8"/>
                  <a:gd name="T2" fmla="*/ 18 w 8"/>
                  <a:gd name="T3" fmla="*/ 0 h 8"/>
                  <a:gd name="T4" fmla="*/ 34 w 8"/>
                  <a:gd name="T5" fmla="*/ 18 h 8"/>
                  <a:gd name="T6" fmla="*/ 18 w 8"/>
                  <a:gd name="T7" fmla="*/ 34 h 8"/>
                  <a:gd name="T8" fmla="*/ 0 w 8"/>
                  <a:gd name="T9" fmla="*/ 1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17" name="Freeform 2399">
                <a:extLst>
                  <a:ext uri="{FF2B5EF4-FFF2-40B4-BE49-F238E27FC236}">
                    <a16:creationId xmlns:a16="http://schemas.microsoft.com/office/drawing/2014/main" id="{A0F4A7AC-3847-47EC-856D-CAC0E02CE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3" y="2513"/>
                <a:ext cx="14" cy="15"/>
              </a:xfrm>
              <a:custGeom>
                <a:avLst/>
                <a:gdLst>
                  <a:gd name="T0" fmla="*/ 5 w 9"/>
                  <a:gd name="T1" fmla="*/ 22 h 9"/>
                  <a:gd name="T2" fmla="*/ 14 w 9"/>
                  <a:gd name="T3" fmla="*/ 0 h 9"/>
                  <a:gd name="T4" fmla="*/ 34 w 9"/>
                  <a:gd name="T5" fmla="*/ 20 h 9"/>
                  <a:gd name="T6" fmla="*/ 19 w 9"/>
                  <a:gd name="T7" fmla="*/ 37 h 9"/>
                  <a:gd name="T8" fmla="*/ 5 w 9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0" y="2"/>
                      <a:pt x="2" y="1"/>
                      <a:pt x="4" y="0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1" y="5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18" name="Freeform 2400">
                <a:extLst>
                  <a:ext uri="{FF2B5EF4-FFF2-40B4-BE49-F238E27FC236}">
                    <a16:creationId xmlns:a16="http://schemas.microsoft.com/office/drawing/2014/main" id="{D94A750D-5D61-477A-B590-E2532F661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2516"/>
                <a:ext cx="13" cy="13"/>
              </a:xfrm>
              <a:custGeom>
                <a:avLst/>
                <a:gdLst>
                  <a:gd name="T0" fmla="*/ 0 w 8"/>
                  <a:gd name="T1" fmla="*/ 21 h 8"/>
                  <a:gd name="T2" fmla="*/ 18 w 8"/>
                  <a:gd name="T3" fmla="*/ 0 h 8"/>
                  <a:gd name="T4" fmla="*/ 34 w 8"/>
                  <a:gd name="T5" fmla="*/ 18 h 8"/>
                  <a:gd name="T6" fmla="*/ 21 w 8"/>
                  <a:gd name="T7" fmla="*/ 34 h 8"/>
                  <a:gd name="T8" fmla="*/ 0 w 8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0" y="2"/>
                      <a:pt x="2" y="1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19" name="Freeform 2401">
                <a:extLst>
                  <a:ext uri="{FF2B5EF4-FFF2-40B4-BE49-F238E27FC236}">
                    <a16:creationId xmlns:a16="http://schemas.microsoft.com/office/drawing/2014/main" id="{288B73F8-0AF5-41C6-8FE6-F785DD28A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496"/>
                <a:ext cx="14" cy="14"/>
              </a:xfrm>
              <a:custGeom>
                <a:avLst/>
                <a:gdLst>
                  <a:gd name="T0" fmla="*/ 5 w 9"/>
                  <a:gd name="T1" fmla="*/ 21 h 8"/>
                  <a:gd name="T2" fmla="*/ 14 w 9"/>
                  <a:gd name="T3" fmla="*/ 0 h 8"/>
                  <a:gd name="T4" fmla="*/ 34 w 9"/>
                  <a:gd name="T5" fmla="*/ 21 h 8"/>
                  <a:gd name="T6" fmla="*/ 19 w 9"/>
                  <a:gd name="T7" fmla="*/ 44 h 8"/>
                  <a:gd name="T8" fmla="*/ 5 w 9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4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20" name="Freeform 2402">
                <a:extLst>
                  <a:ext uri="{FF2B5EF4-FFF2-40B4-BE49-F238E27FC236}">
                    <a16:creationId xmlns:a16="http://schemas.microsoft.com/office/drawing/2014/main" id="{2F9FE00E-4A5A-4E52-94DA-409AEFD28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2475"/>
                <a:ext cx="14" cy="13"/>
              </a:xfrm>
              <a:custGeom>
                <a:avLst/>
                <a:gdLst>
                  <a:gd name="T0" fmla="*/ 0 w 9"/>
                  <a:gd name="T1" fmla="*/ 18 h 8"/>
                  <a:gd name="T2" fmla="*/ 14 w 9"/>
                  <a:gd name="T3" fmla="*/ 0 h 8"/>
                  <a:gd name="T4" fmla="*/ 30 w 9"/>
                  <a:gd name="T5" fmla="*/ 18 h 8"/>
                  <a:gd name="T6" fmla="*/ 19 w 9"/>
                  <a:gd name="T7" fmla="*/ 34 h 8"/>
                  <a:gd name="T8" fmla="*/ 0 w 9"/>
                  <a:gd name="T9" fmla="*/ 1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2" y="8"/>
                      <a:pt x="1" y="7"/>
                      <a:pt x="0" y="4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21" name="Freeform 2403">
                <a:extLst>
                  <a:ext uri="{FF2B5EF4-FFF2-40B4-BE49-F238E27FC236}">
                    <a16:creationId xmlns:a16="http://schemas.microsoft.com/office/drawing/2014/main" id="{39A1030F-BB08-4C22-BE9F-9B0538832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2491"/>
                <a:ext cx="13" cy="14"/>
              </a:xfrm>
              <a:custGeom>
                <a:avLst/>
                <a:gdLst>
                  <a:gd name="T0" fmla="*/ 0 w 8"/>
                  <a:gd name="T1" fmla="*/ 21 h 8"/>
                  <a:gd name="T2" fmla="*/ 18 w 8"/>
                  <a:gd name="T3" fmla="*/ 0 h 8"/>
                  <a:gd name="T4" fmla="*/ 34 w 8"/>
                  <a:gd name="T5" fmla="*/ 21 h 8"/>
                  <a:gd name="T6" fmla="*/ 21 w 8"/>
                  <a:gd name="T7" fmla="*/ 44 h 8"/>
                  <a:gd name="T8" fmla="*/ 0 w 8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22" name="Freeform 2404">
                <a:extLst>
                  <a:ext uri="{FF2B5EF4-FFF2-40B4-BE49-F238E27FC236}">
                    <a16:creationId xmlns:a16="http://schemas.microsoft.com/office/drawing/2014/main" id="{04A5C82D-9D34-4868-9D01-0E43E9CCE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2480"/>
                <a:ext cx="13" cy="13"/>
              </a:xfrm>
              <a:custGeom>
                <a:avLst/>
                <a:gdLst>
                  <a:gd name="T0" fmla="*/ 0 w 8"/>
                  <a:gd name="T1" fmla="*/ 18 h 8"/>
                  <a:gd name="T2" fmla="*/ 18 w 8"/>
                  <a:gd name="T3" fmla="*/ 0 h 8"/>
                  <a:gd name="T4" fmla="*/ 34 w 8"/>
                  <a:gd name="T5" fmla="*/ 13 h 8"/>
                  <a:gd name="T6" fmla="*/ 18 w 8"/>
                  <a:gd name="T7" fmla="*/ 34 h 8"/>
                  <a:gd name="T8" fmla="*/ 0 w 8"/>
                  <a:gd name="T9" fmla="*/ 1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23" name="Freeform 2405">
                <a:extLst>
                  <a:ext uri="{FF2B5EF4-FFF2-40B4-BE49-F238E27FC236}">
                    <a16:creationId xmlns:a16="http://schemas.microsoft.com/office/drawing/2014/main" id="{C66CDC2E-0A40-4119-A241-B3CC1C64C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6" y="2495"/>
                <a:ext cx="13" cy="13"/>
              </a:xfrm>
              <a:custGeom>
                <a:avLst/>
                <a:gdLst>
                  <a:gd name="T0" fmla="*/ 0 w 8"/>
                  <a:gd name="T1" fmla="*/ 18 h 8"/>
                  <a:gd name="T2" fmla="*/ 18 w 8"/>
                  <a:gd name="T3" fmla="*/ 0 h 8"/>
                  <a:gd name="T4" fmla="*/ 34 w 8"/>
                  <a:gd name="T5" fmla="*/ 18 h 8"/>
                  <a:gd name="T6" fmla="*/ 18 w 8"/>
                  <a:gd name="T7" fmla="*/ 34 h 8"/>
                  <a:gd name="T8" fmla="*/ 0 w 8"/>
                  <a:gd name="T9" fmla="*/ 1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2"/>
                      <a:pt x="1" y="0"/>
                      <a:pt x="4" y="0"/>
                    </a:cubicBez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24" name="Freeform 2406">
                <a:extLst>
                  <a:ext uri="{FF2B5EF4-FFF2-40B4-BE49-F238E27FC236}">
                    <a16:creationId xmlns:a16="http://schemas.microsoft.com/office/drawing/2014/main" id="{442E5616-EF7F-460D-BAAE-9CB6DC96A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2563"/>
                <a:ext cx="14" cy="13"/>
              </a:xfrm>
              <a:custGeom>
                <a:avLst/>
                <a:gdLst>
                  <a:gd name="T0" fmla="*/ 0 w 9"/>
                  <a:gd name="T1" fmla="*/ 18 h 8"/>
                  <a:gd name="T2" fmla="*/ 14 w 9"/>
                  <a:gd name="T3" fmla="*/ 0 h 8"/>
                  <a:gd name="T4" fmla="*/ 30 w 9"/>
                  <a:gd name="T5" fmla="*/ 18 h 8"/>
                  <a:gd name="T6" fmla="*/ 19 w 9"/>
                  <a:gd name="T7" fmla="*/ 34 h 8"/>
                  <a:gd name="T8" fmla="*/ 0 w 9"/>
                  <a:gd name="T9" fmla="*/ 1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1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2" y="8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1928" name="Group 2407">
              <a:extLst>
                <a:ext uri="{FF2B5EF4-FFF2-40B4-BE49-F238E27FC236}">
                  <a16:creationId xmlns:a16="http://schemas.microsoft.com/office/drawing/2014/main" id="{22D8B9CA-A84B-443D-9EED-4A7D185178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0" y="2257"/>
              <a:ext cx="1647" cy="967"/>
              <a:chOff x="3590" y="2257"/>
              <a:chExt cx="1647" cy="967"/>
            </a:xfrm>
          </p:grpSpPr>
          <p:sp>
            <p:nvSpPr>
              <p:cNvPr id="82525" name="Oval 2408">
                <a:extLst>
                  <a:ext uri="{FF2B5EF4-FFF2-40B4-BE49-F238E27FC236}">
                    <a16:creationId xmlns:a16="http://schemas.microsoft.com/office/drawing/2014/main" id="{892AFBA7-8E5A-4028-BC4A-EC00E23B2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2619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26" name="Oval 2409">
                <a:extLst>
                  <a:ext uri="{FF2B5EF4-FFF2-40B4-BE49-F238E27FC236}">
                    <a16:creationId xmlns:a16="http://schemas.microsoft.com/office/drawing/2014/main" id="{AFC9FA24-C2F9-4C24-9C19-D24F47BFC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6" y="2636"/>
                <a:ext cx="13" cy="13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27" name="Oval 2410">
                <a:extLst>
                  <a:ext uri="{FF2B5EF4-FFF2-40B4-BE49-F238E27FC236}">
                    <a16:creationId xmlns:a16="http://schemas.microsoft.com/office/drawing/2014/main" id="{5BE04A2D-D6AC-428C-A6DC-7DCC079F2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0" y="2607"/>
                <a:ext cx="13" cy="14"/>
              </a:xfrm>
              <a:prstGeom prst="ellipse">
                <a:avLst/>
              </a:pr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28" name="Oval 2411">
                <a:extLst>
                  <a:ext uri="{FF2B5EF4-FFF2-40B4-BE49-F238E27FC236}">
                    <a16:creationId xmlns:a16="http://schemas.microsoft.com/office/drawing/2014/main" id="{C51E7908-07AF-465E-A43C-8CD26AD3F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6" y="3180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29" name="Oval 2412">
                <a:extLst>
                  <a:ext uri="{FF2B5EF4-FFF2-40B4-BE49-F238E27FC236}">
                    <a16:creationId xmlns:a16="http://schemas.microsoft.com/office/drawing/2014/main" id="{903E26F9-0BFE-45F2-9938-965B53901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5" y="3200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30" name="Oval 2413">
                <a:extLst>
                  <a:ext uri="{FF2B5EF4-FFF2-40B4-BE49-F238E27FC236}">
                    <a16:creationId xmlns:a16="http://schemas.microsoft.com/office/drawing/2014/main" id="{B26F5617-A9D4-446C-9814-A5F41DEFF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6" y="3211"/>
                <a:ext cx="9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31" name="Oval 2414">
                <a:extLst>
                  <a:ext uri="{FF2B5EF4-FFF2-40B4-BE49-F238E27FC236}">
                    <a16:creationId xmlns:a16="http://schemas.microsoft.com/office/drawing/2014/main" id="{54A73A94-A755-4AC7-B75A-10947CC68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5" y="3118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32" name="Oval 2415">
                <a:extLst>
                  <a:ext uri="{FF2B5EF4-FFF2-40B4-BE49-F238E27FC236}">
                    <a16:creationId xmlns:a16="http://schemas.microsoft.com/office/drawing/2014/main" id="{502B9087-43B9-4FE2-8A17-D97B18203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8" y="3138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33" name="Oval 2416">
                <a:extLst>
                  <a:ext uri="{FF2B5EF4-FFF2-40B4-BE49-F238E27FC236}">
                    <a16:creationId xmlns:a16="http://schemas.microsoft.com/office/drawing/2014/main" id="{DAFFF856-BC03-4F64-9AEB-28EC7B4C9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3125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34" name="Oval 2417">
                <a:extLst>
                  <a:ext uri="{FF2B5EF4-FFF2-40B4-BE49-F238E27FC236}">
                    <a16:creationId xmlns:a16="http://schemas.microsoft.com/office/drawing/2014/main" id="{4538639B-01DE-470B-A6EE-FDFD4146D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4" y="3040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35" name="Oval 2418">
                <a:extLst>
                  <a:ext uri="{FF2B5EF4-FFF2-40B4-BE49-F238E27FC236}">
                    <a16:creationId xmlns:a16="http://schemas.microsoft.com/office/drawing/2014/main" id="{882CA44C-4219-49F1-BB1F-40BFD7AB9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9" y="3022"/>
                <a:ext cx="10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36" name="Oval 2419">
                <a:extLst>
                  <a:ext uri="{FF2B5EF4-FFF2-40B4-BE49-F238E27FC236}">
                    <a16:creationId xmlns:a16="http://schemas.microsoft.com/office/drawing/2014/main" id="{75C30368-3189-4100-B3B6-45AAD460C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8" y="3049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37" name="Oval 2420">
                <a:extLst>
                  <a:ext uri="{FF2B5EF4-FFF2-40B4-BE49-F238E27FC236}">
                    <a16:creationId xmlns:a16="http://schemas.microsoft.com/office/drawing/2014/main" id="{28345295-F33C-4009-A74E-FAE3C88AA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2" y="3032"/>
                <a:ext cx="9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38" name="Oval 2421">
                <a:extLst>
                  <a:ext uri="{FF2B5EF4-FFF2-40B4-BE49-F238E27FC236}">
                    <a16:creationId xmlns:a16="http://schemas.microsoft.com/office/drawing/2014/main" id="{1C31AA22-55C8-4F77-A5BC-B659234CB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7" y="2947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39" name="Oval 2422">
                <a:extLst>
                  <a:ext uri="{FF2B5EF4-FFF2-40B4-BE49-F238E27FC236}">
                    <a16:creationId xmlns:a16="http://schemas.microsoft.com/office/drawing/2014/main" id="{031F002E-39B0-4CA7-B102-47CB8FA90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2967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40" name="Oval 2423">
                <a:extLst>
                  <a:ext uri="{FF2B5EF4-FFF2-40B4-BE49-F238E27FC236}">
                    <a16:creationId xmlns:a16="http://schemas.microsoft.com/office/drawing/2014/main" id="{B07B6060-8304-43BC-AF3B-641DDD8E1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2" y="2957"/>
                <a:ext cx="11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41" name="Oval 2424">
                <a:extLst>
                  <a:ext uri="{FF2B5EF4-FFF2-40B4-BE49-F238E27FC236}">
                    <a16:creationId xmlns:a16="http://schemas.microsoft.com/office/drawing/2014/main" id="{9A1CD6D2-4B98-407B-BAFB-3184FA6B7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8" y="2981"/>
                <a:ext cx="10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42" name="Oval 2425">
                <a:extLst>
                  <a:ext uri="{FF2B5EF4-FFF2-40B4-BE49-F238E27FC236}">
                    <a16:creationId xmlns:a16="http://schemas.microsoft.com/office/drawing/2014/main" id="{85564FAF-6504-4B21-AC9B-EC2FDFBA8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982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43" name="Oval 2426">
                <a:extLst>
                  <a:ext uri="{FF2B5EF4-FFF2-40B4-BE49-F238E27FC236}">
                    <a16:creationId xmlns:a16="http://schemas.microsoft.com/office/drawing/2014/main" id="{B3959C89-5511-4329-8C8F-5CF370916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2" y="2951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44" name="Oval 2427">
                <a:extLst>
                  <a:ext uri="{FF2B5EF4-FFF2-40B4-BE49-F238E27FC236}">
                    <a16:creationId xmlns:a16="http://schemas.microsoft.com/office/drawing/2014/main" id="{BA41A0E0-7FB9-40B9-8E78-392BDABF3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0" y="2947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45" name="Oval 2428">
                <a:extLst>
                  <a:ext uri="{FF2B5EF4-FFF2-40B4-BE49-F238E27FC236}">
                    <a16:creationId xmlns:a16="http://schemas.microsoft.com/office/drawing/2014/main" id="{8F86055F-1432-4B7A-B0A5-34798D174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0" y="2845"/>
                <a:ext cx="9" cy="10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46" name="Oval 2429">
                <a:extLst>
                  <a:ext uri="{FF2B5EF4-FFF2-40B4-BE49-F238E27FC236}">
                    <a16:creationId xmlns:a16="http://schemas.microsoft.com/office/drawing/2014/main" id="{572A09EE-CB08-48E4-98B2-1D4391834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5" y="2564"/>
                <a:ext cx="9" cy="12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47" name="Oval 2430">
                <a:extLst>
                  <a:ext uri="{FF2B5EF4-FFF2-40B4-BE49-F238E27FC236}">
                    <a16:creationId xmlns:a16="http://schemas.microsoft.com/office/drawing/2014/main" id="{8BCC1DDF-AFCF-4894-9AC1-92743AC49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9" y="2549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48" name="Oval 2431">
                <a:extLst>
                  <a:ext uri="{FF2B5EF4-FFF2-40B4-BE49-F238E27FC236}">
                    <a16:creationId xmlns:a16="http://schemas.microsoft.com/office/drawing/2014/main" id="{0A1C8C46-6AD7-4787-A25A-B97E58E03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9" y="2544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49" name="Oval 2432">
                <a:extLst>
                  <a:ext uri="{FF2B5EF4-FFF2-40B4-BE49-F238E27FC236}">
                    <a16:creationId xmlns:a16="http://schemas.microsoft.com/office/drawing/2014/main" id="{D5653463-468F-4234-AA27-73A5E9367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8" y="2525"/>
                <a:ext cx="4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50" name="Oval 2433">
                <a:extLst>
                  <a:ext uri="{FF2B5EF4-FFF2-40B4-BE49-F238E27FC236}">
                    <a16:creationId xmlns:a16="http://schemas.microsoft.com/office/drawing/2014/main" id="{47C1FAB2-D17F-4DBF-9977-25888BA22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2" y="2534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51" name="Oval 2434">
                <a:extLst>
                  <a:ext uri="{FF2B5EF4-FFF2-40B4-BE49-F238E27FC236}">
                    <a16:creationId xmlns:a16="http://schemas.microsoft.com/office/drawing/2014/main" id="{D35DF3F7-9235-49F2-B3DB-012A16FA6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2452"/>
                <a:ext cx="7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52" name="Oval 2435">
                <a:extLst>
                  <a:ext uri="{FF2B5EF4-FFF2-40B4-BE49-F238E27FC236}">
                    <a16:creationId xmlns:a16="http://schemas.microsoft.com/office/drawing/2014/main" id="{799177FD-5CA9-4C37-A6E7-18D29C34C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8" y="2442"/>
                <a:ext cx="5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53" name="Oval 2436">
                <a:extLst>
                  <a:ext uri="{FF2B5EF4-FFF2-40B4-BE49-F238E27FC236}">
                    <a16:creationId xmlns:a16="http://schemas.microsoft.com/office/drawing/2014/main" id="{57E1F32F-132B-4B0C-9A71-CF3341D66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2433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54" name="Oval 2437">
                <a:extLst>
                  <a:ext uri="{FF2B5EF4-FFF2-40B4-BE49-F238E27FC236}">
                    <a16:creationId xmlns:a16="http://schemas.microsoft.com/office/drawing/2014/main" id="{A13EEB11-F7B8-4368-BC49-B83CCF35E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4" y="2457"/>
                <a:ext cx="5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55" name="Oval 2438">
                <a:extLst>
                  <a:ext uri="{FF2B5EF4-FFF2-40B4-BE49-F238E27FC236}">
                    <a16:creationId xmlns:a16="http://schemas.microsoft.com/office/drawing/2014/main" id="{E89A957B-C578-4497-9436-5AC9F023E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5" y="2465"/>
                <a:ext cx="6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56" name="Oval 2439">
                <a:extLst>
                  <a:ext uri="{FF2B5EF4-FFF2-40B4-BE49-F238E27FC236}">
                    <a16:creationId xmlns:a16="http://schemas.microsoft.com/office/drawing/2014/main" id="{ADC837AF-648A-41B5-AD08-06027E0A6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8" y="2490"/>
                <a:ext cx="6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57" name="Oval 2440">
                <a:extLst>
                  <a:ext uri="{FF2B5EF4-FFF2-40B4-BE49-F238E27FC236}">
                    <a16:creationId xmlns:a16="http://schemas.microsoft.com/office/drawing/2014/main" id="{DE7AC962-38E7-43E6-A33E-314AB1062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4" y="2511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58" name="Oval 2441">
                <a:extLst>
                  <a:ext uri="{FF2B5EF4-FFF2-40B4-BE49-F238E27FC236}">
                    <a16:creationId xmlns:a16="http://schemas.microsoft.com/office/drawing/2014/main" id="{C13FE3C0-50E8-403B-AF9F-E92F84B73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1" y="2528"/>
                <a:ext cx="6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59" name="Oval 2442">
                <a:extLst>
                  <a:ext uri="{FF2B5EF4-FFF2-40B4-BE49-F238E27FC236}">
                    <a16:creationId xmlns:a16="http://schemas.microsoft.com/office/drawing/2014/main" id="{770E6FB3-60B0-4017-B29B-65A067C3A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6" y="2543"/>
                <a:ext cx="5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60" name="Oval 2443">
                <a:extLst>
                  <a:ext uri="{FF2B5EF4-FFF2-40B4-BE49-F238E27FC236}">
                    <a16:creationId xmlns:a16="http://schemas.microsoft.com/office/drawing/2014/main" id="{BA1F9045-3B85-4E8C-B955-09B01DC4B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7" y="2558"/>
                <a:ext cx="4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61" name="Oval 2444">
                <a:extLst>
                  <a:ext uri="{FF2B5EF4-FFF2-40B4-BE49-F238E27FC236}">
                    <a16:creationId xmlns:a16="http://schemas.microsoft.com/office/drawing/2014/main" id="{DD9D069C-8200-4E25-8E74-5A01CF1D1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2" y="2578"/>
                <a:ext cx="6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62" name="Oval 2445">
                <a:extLst>
                  <a:ext uri="{FF2B5EF4-FFF2-40B4-BE49-F238E27FC236}">
                    <a16:creationId xmlns:a16="http://schemas.microsoft.com/office/drawing/2014/main" id="{66C4FCB1-6E83-4A84-8B4D-0A8EEE5C5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4" y="2561"/>
                <a:ext cx="7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63" name="Oval 2446">
                <a:extLst>
                  <a:ext uri="{FF2B5EF4-FFF2-40B4-BE49-F238E27FC236}">
                    <a16:creationId xmlns:a16="http://schemas.microsoft.com/office/drawing/2014/main" id="{C7AB54FE-450F-4A21-B9B7-712B097F4E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1" y="2581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64" name="Oval 2447">
                <a:extLst>
                  <a:ext uri="{FF2B5EF4-FFF2-40B4-BE49-F238E27FC236}">
                    <a16:creationId xmlns:a16="http://schemas.microsoft.com/office/drawing/2014/main" id="{44921C91-39F3-44BF-82C2-5DA052C15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7" y="2578"/>
                <a:ext cx="5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65" name="Oval 2448">
                <a:extLst>
                  <a:ext uri="{FF2B5EF4-FFF2-40B4-BE49-F238E27FC236}">
                    <a16:creationId xmlns:a16="http://schemas.microsoft.com/office/drawing/2014/main" id="{B55AD7F7-C64E-4CD5-9A35-FAF55F5C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6" y="2541"/>
                <a:ext cx="5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66" name="Oval 2449">
                <a:extLst>
                  <a:ext uri="{FF2B5EF4-FFF2-40B4-BE49-F238E27FC236}">
                    <a16:creationId xmlns:a16="http://schemas.microsoft.com/office/drawing/2014/main" id="{9D012AC2-251D-43F5-BF3A-3143FD1EE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3" y="2508"/>
                <a:ext cx="7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67" name="Oval 2450">
                <a:extLst>
                  <a:ext uri="{FF2B5EF4-FFF2-40B4-BE49-F238E27FC236}">
                    <a16:creationId xmlns:a16="http://schemas.microsoft.com/office/drawing/2014/main" id="{1765A96A-3080-4EFC-AB51-0A391F24B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2" y="2463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68" name="Oval 2451">
                <a:extLst>
                  <a:ext uri="{FF2B5EF4-FFF2-40B4-BE49-F238E27FC236}">
                    <a16:creationId xmlns:a16="http://schemas.microsoft.com/office/drawing/2014/main" id="{9A9B2EE0-310D-46AB-AA1A-3A9E59FBD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6" y="2475"/>
                <a:ext cx="5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69" name="Oval 2452">
                <a:extLst>
                  <a:ext uri="{FF2B5EF4-FFF2-40B4-BE49-F238E27FC236}">
                    <a16:creationId xmlns:a16="http://schemas.microsoft.com/office/drawing/2014/main" id="{DA022450-CC4A-4171-B4EA-5BB7F89F7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8" y="2425"/>
                <a:ext cx="5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70" name="Oval 2453">
                <a:extLst>
                  <a:ext uri="{FF2B5EF4-FFF2-40B4-BE49-F238E27FC236}">
                    <a16:creationId xmlns:a16="http://schemas.microsoft.com/office/drawing/2014/main" id="{6D9DA1DD-46FA-4E3E-A0D3-EDF5226B5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0" y="2407"/>
                <a:ext cx="6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71" name="Oval 2454">
                <a:extLst>
                  <a:ext uri="{FF2B5EF4-FFF2-40B4-BE49-F238E27FC236}">
                    <a16:creationId xmlns:a16="http://schemas.microsoft.com/office/drawing/2014/main" id="{44EA32E5-4CCF-41E7-A702-3979370EE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6" y="2379"/>
                <a:ext cx="6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72" name="Oval 2455">
                <a:extLst>
                  <a:ext uri="{FF2B5EF4-FFF2-40B4-BE49-F238E27FC236}">
                    <a16:creationId xmlns:a16="http://schemas.microsoft.com/office/drawing/2014/main" id="{CE770C4A-38DA-48A1-B5BE-149FCD422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2" y="2317"/>
                <a:ext cx="7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73" name="Oval 2456">
                <a:extLst>
                  <a:ext uri="{FF2B5EF4-FFF2-40B4-BE49-F238E27FC236}">
                    <a16:creationId xmlns:a16="http://schemas.microsoft.com/office/drawing/2014/main" id="{80DD7710-9893-430D-BA61-4E9432667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2" y="2257"/>
                <a:ext cx="5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74" name="Oval 2457">
                <a:extLst>
                  <a:ext uri="{FF2B5EF4-FFF2-40B4-BE49-F238E27FC236}">
                    <a16:creationId xmlns:a16="http://schemas.microsoft.com/office/drawing/2014/main" id="{571C0E93-0BFF-41B6-B625-8039D411C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5" y="2747"/>
                <a:ext cx="7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75" name="Oval 2458">
                <a:extLst>
                  <a:ext uri="{FF2B5EF4-FFF2-40B4-BE49-F238E27FC236}">
                    <a16:creationId xmlns:a16="http://schemas.microsoft.com/office/drawing/2014/main" id="{F63F510D-4E86-4F1F-945B-BFCD901E5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2767"/>
                <a:ext cx="6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76" name="Oval 2459">
                <a:extLst>
                  <a:ext uri="{FF2B5EF4-FFF2-40B4-BE49-F238E27FC236}">
                    <a16:creationId xmlns:a16="http://schemas.microsoft.com/office/drawing/2014/main" id="{DC9DC58F-DBF2-4704-A227-3DD902816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777"/>
                <a:ext cx="4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77" name="Oval 2460">
                <a:extLst>
                  <a:ext uri="{FF2B5EF4-FFF2-40B4-BE49-F238E27FC236}">
                    <a16:creationId xmlns:a16="http://schemas.microsoft.com/office/drawing/2014/main" id="{AAA422E7-8023-46A4-A26A-9594A0C80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4" y="2797"/>
                <a:ext cx="6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78" name="Oval 2461">
                <a:extLst>
                  <a:ext uri="{FF2B5EF4-FFF2-40B4-BE49-F238E27FC236}">
                    <a16:creationId xmlns:a16="http://schemas.microsoft.com/office/drawing/2014/main" id="{4DE9E4A3-DF69-44CE-95DF-0F979213E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3" y="2795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79" name="Oval 2462">
                <a:extLst>
                  <a:ext uri="{FF2B5EF4-FFF2-40B4-BE49-F238E27FC236}">
                    <a16:creationId xmlns:a16="http://schemas.microsoft.com/office/drawing/2014/main" id="{96C1B3E0-983E-425B-911B-5EBE40509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2840"/>
                <a:ext cx="6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80" name="Oval 2463">
                <a:extLst>
                  <a:ext uri="{FF2B5EF4-FFF2-40B4-BE49-F238E27FC236}">
                    <a16:creationId xmlns:a16="http://schemas.microsoft.com/office/drawing/2014/main" id="{5E556DEB-E1F2-4ADD-ABDF-A94229111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5" y="2823"/>
                <a:ext cx="5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81" name="Oval 2464">
                <a:extLst>
                  <a:ext uri="{FF2B5EF4-FFF2-40B4-BE49-F238E27FC236}">
                    <a16:creationId xmlns:a16="http://schemas.microsoft.com/office/drawing/2014/main" id="{F5C9409E-6D60-4DDF-8CA1-506E74596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2" y="2840"/>
                <a:ext cx="7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82" name="Oval 2465">
                <a:extLst>
                  <a:ext uri="{FF2B5EF4-FFF2-40B4-BE49-F238E27FC236}">
                    <a16:creationId xmlns:a16="http://schemas.microsoft.com/office/drawing/2014/main" id="{9C5D153E-9FC0-40E1-8E8F-A1A3D3218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2860"/>
                <a:ext cx="5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83" name="Oval 2466">
                <a:extLst>
                  <a:ext uri="{FF2B5EF4-FFF2-40B4-BE49-F238E27FC236}">
                    <a16:creationId xmlns:a16="http://schemas.microsoft.com/office/drawing/2014/main" id="{8DF185BA-E9A8-409F-BC01-7C5D625D7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888"/>
                <a:ext cx="5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84" name="Oval 2467">
                <a:extLst>
                  <a:ext uri="{FF2B5EF4-FFF2-40B4-BE49-F238E27FC236}">
                    <a16:creationId xmlns:a16="http://schemas.microsoft.com/office/drawing/2014/main" id="{95F6A5CE-7074-49A8-80DE-46FF93591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" y="2913"/>
                <a:ext cx="5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85" name="Oval 2468">
                <a:extLst>
                  <a:ext uri="{FF2B5EF4-FFF2-40B4-BE49-F238E27FC236}">
                    <a16:creationId xmlns:a16="http://schemas.microsoft.com/office/drawing/2014/main" id="{FC864553-9ACF-4895-96D7-C06BC7A59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1" y="2913"/>
                <a:ext cx="4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86" name="Oval 2469">
                <a:extLst>
                  <a:ext uri="{FF2B5EF4-FFF2-40B4-BE49-F238E27FC236}">
                    <a16:creationId xmlns:a16="http://schemas.microsoft.com/office/drawing/2014/main" id="{9CF2E95C-E63C-42F6-821A-D23DA1B78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4" y="2969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87" name="Oval 2470">
                <a:extLst>
                  <a:ext uri="{FF2B5EF4-FFF2-40B4-BE49-F238E27FC236}">
                    <a16:creationId xmlns:a16="http://schemas.microsoft.com/office/drawing/2014/main" id="{109D63D8-6E59-4234-9BD1-FE134BA62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2966"/>
                <a:ext cx="6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88" name="Oval 2471">
                <a:extLst>
                  <a:ext uri="{FF2B5EF4-FFF2-40B4-BE49-F238E27FC236}">
                    <a16:creationId xmlns:a16="http://schemas.microsoft.com/office/drawing/2014/main" id="{96663F5F-4814-46A4-ABFA-39EBEFE62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2986"/>
                <a:ext cx="5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89" name="Oval 2472">
                <a:extLst>
                  <a:ext uri="{FF2B5EF4-FFF2-40B4-BE49-F238E27FC236}">
                    <a16:creationId xmlns:a16="http://schemas.microsoft.com/office/drawing/2014/main" id="{44FBA60F-9781-42FE-9F66-5C648198B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2967"/>
                <a:ext cx="7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90" name="Oval 2473">
                <a:extLst>
                  <a:ext uri="{FF2B5EF4-FFF2-40B4-BE49-F238E27FC236}">
                    <a16:creationId xmlns:a16="http://schemas.microsoft.com/office/drawing/2014/main" id="{42262837-A93D-417D-A46D-583EE5736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0" y="3014"/>
                <a:ext cx="7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91" name="Oval 2474">
                <a:extLst>
                  <a:ext uri="{FF2B5EF4-FFF2-40B4-BE49-F238E27FC236}">
                    <a16:creationId xmlns:a16="http://schemas.microsoft.com/office/drawing/2014/main" id="{66604F8A-894C-44CE-B1DB-FCE5B75C0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3015"/>
                <a:ext cx="7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92" name="Oval 2475">
                <a:extLst>
                  <a:ext uri="{FF2B5EF4-FFF2-40B4-BE49-F238E27FC236}">
                    <a16:creationId xmlns:a16="http://schemas.microsoft.com/office/drawing/2014/main" id="{C59C1955-9C15-4BC6-9AAF-526641CAB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2" y="3009"/>
                <a:ext cx="5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93" name="Oval 2476">
                <a:extLst>
                  <a:ext uri="{FF2B5EF4-FFF2-40B4-BE49-F238E27FC236}">
                    <a16:creationId xmlns:a16="http://schemas.microsoft.com/office/drawing/2014/main" id="{4524E829-A8BE-4CEA-883F-9751D8C41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999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94" name="Oval 2477">
                <a:extLst>
                  <a:ext uri="{FF2B5EF4-FFF2-40B4-BE49-F238E27FC236}">
                    <a16:creationId xmlns:a16="http://schemas.microsoft.com/office/drawing/2014/main" id="{5D5357D3-E81D-4C45-B1D2-6C200CE9C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1" y="3027"/>
                <a:ext cx="4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95" name="Oval 2478">
                <a:extLst>
                  <a:ext uri="{FF2B5EF4-FFF2-40B4-BE49-F238E27FC236}">
                    <a16:creationId xmlns:a16="http://schemas.microsoft.com/office/drawing/2014/main" id="{5A689ADC-7929-4248-AC5A-051BC344F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6" y="3032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96" name="Oval 2479">
                <a:extLst>
                  <a:ext uri="{FF2B5EF4-FFF2-40B4-BE49-F238E27FC236}">
                    <a16:creationId xmlns:a16="http://schemas.microsoft.com/office/drawing/2014/main" id="{4CD06D44-DE1F-44FB-8073-F923F3371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4" y="3060"/>
                <a:ext cx="7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97" name="Oval 2480">
                <a:extLst>
                  <a:ext uri="{FF2B5EF4-FFF2-40B4-BE49-F238E27FC236}">
                    <a16:creationId xmlns:a16="http://schemas.microsoft.com/office/drawing/2014/main" id="{B96FC1E0-3C4E-44D1-95D8-790F39AF7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2" y="3069"/>
                <a:ext cx="6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98" name="Oval 2481">
                <a:extLst>
                  <a:ext uri="{FF2B5EF4-FFF2-40B4-BE49-F238E27FC236}">
                    <a16:creationId xmlns:a16="http://schemas.microsoft.com/office/drawing/2014/main" id="{9CF05107-2FAE-4A11-B03D-AAA799AFD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6" y="3078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599" name="Oval 2482">
                <a:extLst>
                  <a:ext uri="{FF2B5EF4-FFF2-40B4-BE49-F238E27FC236}">
                    <a16:creationId xmlns:a16="http://schemas.microsoft.com/office/drawing/2014/main" id="{E0FE1B75-921C-4C35-87A2-3825D67DD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0" y="3088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00" name="Oval 2483">
                <a:extLst>
                  <a:ext uri="{FF2B5EF4-FFF2-40B4-BE49-F238E27FC236}">
                    <a16:creationId xmlns:a16="http://schemas.microsoft.com/office/drawing/2014/main" id="{B114F351-F101-4A90-A5B7-210F82EAF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7" y="3054"/>
                <a:ext cx="6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01" name="Oval 2484">
                <a:extLst>
                  <a:ext uri="{FF2B5EF4-FFF2-40B4-BE49-F238E27FC236}">
                    <a16:creationId xmlns:a16="http://schemas.microsoft.com/office/drawing/2014/main" id="{D9A8969A-03E0-49AF-BB3D-895B9C700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3122"/>
                <a:ext cx="7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02" name="Oval 2485">
                <a:extLst>
                  <a:ext uri="{FF2B5EF4-FFF2-40B4-BE49-F238E27FC236}">
                    <a16:creationId xmlns:a16="http://schemas.microsoft.com/office/drawing/2014/main" id="{0B3D201F-C916-41A2-A903-801376C86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3" y="3132"/>
                <a:ext cx="5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03" name="Oval 2486">
                <a:extLst>
                  <a:ext uri="{FF2B5EF4-FFF2-40B4-BE49-F238E27FC236}">
                    <a16:creationId xmlns:a16="http://schemas.microsoft.com/office/drawing/2014/main" id="{471C86EA-A2A0-4E21-B969-29D261565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3161"/>
                <a:ext cx="5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04" name="Oval 2487">
                <a:extLst>
                  <a:ext uri="{FF2B5EF4-FFF2-40B4-BE49-F238E27FC236}">
                    <a16:creationId xmlns:a16="http://schemas.microsoft.com/office/drawing/2014/main" id="{97C4A5A8-6B8B-49D9-AA74-5671315E6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1" y="3176"/>
                <a:ext cx="7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05" name="Oval 2488">
                <a:extLst>
                  <a:ext uri="{FF2B5EF4-FFF2-40B4-BE49-F238E27FC236}">
                    <a16:creationId xmlns:a16="http://schemas.microsoft.com/office/drawing/2014/main" id="{BBF997AB-64C9-4FFB-BAC1-865792FAD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8" y="3191"/>
                <a:ext cx="5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06" name="Oval 2489">
                <a:extLst>
                  <a:ext uri="{FF2B5EF4-FFF2-40B4-BE49-F238E27FC236}">
                    <a16:creationId xmlns:a16="http://schemas.microsoft.com/office/drawing/2014/main" id="{CB1564B8-CDB5-4B24-8CC2-0D91574BC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3" y="3200"/>
                <a:ext cx="5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07" name="Oval 2490">
                <a:extLst>
                  <a:ext uri="{FF2B5EF4-FFF2-40B4-BE49-F238E27FC236}">
                    <a16:creationId xmlns:a16="http://schemas.microsoft.com/office/drawing/2014/main" id="{531AD5D0-7B73-449B-86BF-C0B8E7DA6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7" y="3213"/>
                <a:ext cx="6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08" name="Oval 2491">
                <a:extLst>
                  <a:ext uri="{FF2B5EF4-FFF2-40B4-BE49-F238E27FC236}">
                    <a16:creationId xmlns:a16="http://schemas.microsoft.com/office/drawing/2014/main" id="{7D7141D9-9EAA-46A3-858A-9EB03F824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7" y="3196"/>
                <a:ext cx="4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09" name="Oval 2492">
                <a:extLst>
                  <a:ext uri="{FF2B5EF4-FFF2-40B4-BE49-F238E27FC236}">
                    <a16:creationId xmlns:a16="http://schemas.microsoft.com/office/drawing/2014/main" id="{7C289EE2-8E30-4F2B-856C-F7791D87A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5" y="3214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10" name="Oval 2493">
                <a:extLst>
                  <a:ext uri="{FF2B5EF4-FFF2-40B4-BE49-F238E27FC236}">
                    <a16:creationId xmlns:a16="http://schemas.microsoft.com/office/drawing/2014/main" id="{63DDC1AB-F068-458E-B6F3-837B43D03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2" y="3218"/>
                <a:ext cx="4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11" name="Oval 2494">
                <a:extLst>
                  <a:ext uri="{FF2B5EF4-FFF2-40B4-BE49-F238E27FC236}">
                    <a16:creationId xmlns:a16="http://schemas.microsoft.com/office/drawing/2014/main" id="{DF33E350-1E17-4E30-9134-8514C0B6A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1" y="3186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12" name="Oval 2495">
                <a:extLst>
                  <a:ext uri="{FF2B5EF4-FFF2-40B4-BE49-F238E27FC236}">
                    <a16:creationId xmlns:a16="http://schemas.microsoft.com/office/drawing/2014/main" id="{BFF01F2E-FFD1-4E12-836C-8E6ACE5AD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2" y="3098"/>
                <a:ext cx="7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13" name="Oval 2496">
                <a:extLst>
                  <a:ext uri="{FF2B5EF4-FFF2-40B4-BE49-F238E27FC236}">
                    <a16:creationId xmlns:a16="http://schemas.microsoft.com/office/drawing/2014/main" id="{3483EA22-6B8E-459F-8108-20F5B302D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3024"/>
                <a:ext cx="6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14" name="Oval 2497">
                <a:extLst>
                  <a:ext uri="{FF2B5EF4-FFF2-40B4-BE49-F238E27FC236}">
                    <a16:creationId xmlns:a16="http://schemas.microsoft.com/office/drawing/2014/main" id="{2769F6C7-A27D-482F-90BC-DAE37443B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5" y="3045"/>
                <a:ext cx="7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615" name="Freeform 2498">
                <a:extLst>
                  <a:ext uri="{FF2B5EF4-FFF2-40B4-BE49-F238E27FC236}">
                    <a16:creationId xmlns:a16="http://schemas.microsoft.com/office/drawing/2014/main" id="{CD8D0081-9857-4029-9FE8-AF4D68FA4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845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8 h 8"/>
                  <a:gd name="T4" fmla="*/ 19 w 9"/>
                  <a:gd name="T5" fmla="*/ 34 h 8"/>
                  <a:gd name="T6" fmla="*/ 5 w 9"/>
                  <a:gd name="T7" fmla="*/ 21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16" name="Freeform 2499">
                <a:extLst>
                  <a:ext uri="{FF2B5EF4-FFF2-40B4-BE49-F238E27FC236}">
                    <a16:creationId xmlns:a16="http://schemas.microsoft.com/office/drawing/2014/main" id="{9F4E1BC2-83BB-4C28-8D96-FB0702ADF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898"/>
                <a:ext cx="12" cy="13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18 h 8"/>
                  <a:gd name="T4" fmla="*/ 18 w 8"/>
                  <a:gd name="T5" fmla="*/ 34 h 8"/>
                  <a:gd name="T6" fmla="*/ 0 w 8"/>
                  <a:gd name="T7" fmla="*/ 21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17" name="Freeform 2500">
                <a:extLst>
                  <a:ext uri="{FF2B5EF4-FFF2-40B4-BE49-F238E27FC236}">
                    <a16:creationId xmlns:a16="http://schemas.microsoft.com/office/drawing/2014/main" id="{8405B369-DC04-4600-8AF9-ECDD3E00A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873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3 h 8"/>
                  <a:gd name="T4" fmla="*/ 19 w 9"/>
                  <a:gd name="T5" fmla="*/ 34 h 8"/>
                  <a:gd name="T6" fmla="*/ 5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9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6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18" name="Freeform 2501">
                <a:extLst>
                  <a:ext uri="{FF2B5EF4-FFF2-40B4-BE49-F238E27FC236}">
                    <a16:creationId xmlns:a16="http://schemas.microsoft.com/office/drawing/2014/main" id="{9108D6CE-1BC5-4B24-B786-F03F53A07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861"/>
                <a:ext cx="12" cy="13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18 h 8"/>
                  <a:gd name="T4" fmla="*/ 14 w 8"/>
                  <a:gd name="T5" fmla="*/ 34 h 8"/>
                  <a:gd name="T6" fmla="*/ 0 w 8"/>
                  <a:gd name="T7" fmla="*/ 21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19" name="Freeform 2502">
                <a:extLst>
                  <a:ext uri="{FF2B5EF4-FFF2-40B4-BE49-F238E27FC236}">
                    <a16:creationId xmlns:a16="http://schemas.microsoft.com/office/drawing/2014/main" id="{49C994CE-284D-494C-9AA9-476D94346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848"/>
                <a:ext cx="12" cy="13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18 h 8"/>
                  <a:gd name="T4" fmla="*/ 18 w 8"/>
                  <a:gd name="T5" fmla="*/ 34 h 8"/>
                  <a:gd name="T6" fmla="*/ 0 w 8"/>
                  <a:gd name="T7" fmla="*/ 21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20" name="Freeform 2503">
                <a:extLst>
                  <a:ext uri="{FF2B5EF4-FFF2-40B4-BE49-F238E27FC236}">
                    <a16:creationId xmlns:a16="http://schemas.microsoft.com/office/drawing/2014/main" id="{C1CA6D3B-5BCA-4610-99CD-836CA7594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871"/>
                <a:ext cx="13" cy="15"/>
              </a:xfrm>
              <a:custGeom>
                <a:avLst/>
                <a:gdLst>
                  <a:gd name="T0" fmla="*/ 13 w 8"/>
                  <a:gd name="T1" fmla="*/ 0 h 9"/>
                  <a:gd name="T2" fmla="*/ 34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3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21" name="Freeform 2504">
                <a:extLst>
                  <a:ext uri="{FF2B5EF4-FFF2-40B4-BE49-F238E27FC236}">
                    <a16:creationId xmlns:a16="http://schemas.microsoft.com/office/drawing/2014/main" id="{A23F388A-69BC-4D05-9D91-99ABEC121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825"/>
                <a:ext cx="12" cy="15"/>
              </a:xfrm>
              <a:custGeom>
                <a:avLst/>
                <a:gdLst>
                  <a:gd name="T0" fmla="*/ 12 w 8"/>
                  <a:gd name="T1" fmla="*/ 5 h 9"/>
                  <a:gd name="T2" fmla="*/ 27 w 8"/>
                  <a:gd name="T3" fmla="*/ 20 h 9"/>
                  <a:gd name="T4" fmla="*/ 14 w 8"/>
                  <a:gd name="T5" fmla="*/ 42 h 9"/>
                  <a:gd name="T6" fmla="*/ 0 w 8"/>
                  <a:gd name="T7" fmla="*/ 22 h 9"/>
                  <a:gd name="T8" fmla="*/ 12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22" name="Freeform 2505">
                <a:extLst>
                  <a:ext uri="{FF2B5EF4-FFF2-40B4-BE49-F238E27FC236}">
                    <a16:creationId xmlns:a16="http://schemas.microsoft.com/office/drawing/2014/main" id="{824ECB6A-2888-412C-8BC6-4463E8D66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818"/>
                <a:ext cx="13" cy="15"/>
              </a:xfrm>
              <a:custGeom>
                <a:avLst/>
                <a:gdLst>
                  <a:gd name="T0" fmla="*/ 18 w 8"/>
                  <a:gd name="T1" fmla="*/ 0 h 9"/>
                  <a:gd name="T2" fmla="*/ 34 w 8"/>
                  <a:gd name="T3" fmla="*/ 20 h 9"/>
                  <a:gd name="T4" fmla="*/ 21 w 8"/>
                  <a:gd name="T5" fmla="*/ 37 h 9"/>
                  <a:gd name="T6" fmla="*/ 0 w 8"/>
                  <a:gd name="T7" fmla="*/ 22 h 9"/>
                  <a:gd name="T8" fmla="*/ 18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23" name="Freeform 2506">
                <a:extLst>
                  <a:ext uri="{FF2B5EF4-FFF2-40B4-BE49-F238E27FC236}">
                    <a16:creationId xmlns:a16="http://schemas.microsoft.com/office/drawing/2014/main" id="{4D572563-1166-4996-92CF-DAD099ED7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773"/>
                <a:ext cx="12" cy="14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16 h 8"/>
                  <a:gd name="T4" fmla="*/ 18 w 8"/>
                  <a:gd name="T5" fmla="*/ 44 h 8"/>
                  <a:gd name="T6" fmla="*/ 0 w 8"/>
                  <a:gd name="T7" fmla="*/ 21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3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24" name="Freeform 2507">
                <a:extLst>
                  <a:ext uri="{FF2B5EF4-FFF2-40B4-BE49-F238E27FC236}">
                    <a16:creationId xmlns:a16="http://schemas.microsoft.com/office/drawing/2014/main" id="{9B51D89C-4A17-4DE7-A33F-54A51E3F7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816"/>
                <a:ext cx="14" cy="15"/>
              </a:xfrm>
              <a:custGeom>
                <a:avLst/>
                <a:gdLst>
                  <a:gd name="T0" fmla="*/ 14 w 9"/>
                  <a:gd name="T1" fmla="*/ 0 h 9"/>
                  <a:gd name="T2" fmla="*/ 30 w 9"/>
                  <a:gd name="T3" fmla="*/ 20 h 9"/>
                  <a:gd name="T4" fmla="*/ 19 w 9"/>
                  <a:gd name="T5" fmla="*/ 37 h 9"/>
                  <a:gd name="T6" fmla="*/ 0 w 9"/>
                  <a:gd name="T7" fmla="*/ 22 h 9"/>
                  <a:gd name="T8" fmla="*/ 14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25" name="Freeform 2508">
                <a:extLst>
                  <a:ext uri="{FF2B5EF4-FFF2-40B4-BE49-F238E27FC236}">
                    <a16:creationId xmlns:a16="http://schemas.microsoft.com/office/drawing/2014/main" id="{BFF4AFD8-1D73-4247-9D88-AC7A30ABB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818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26" name="Freeform 2509">
                <a:extLst>
                  <a:ext uri="{FF2B5EF4-FFF2-40B4-BE49-F238E27FC236}">
                    <a16:creationId xmlns:a16="http://schemas.microsoft.com/office/drawing/2014/main" id="{9D6C6235-62B6-4ECF-9E6C-F1E17DFEA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831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27" name="Freeform 2510">
                <a:extLst>
                  <a:ext uri="{FF2B5EF4-FFF2-40B4-BE49-F238E27FC236}">
                    <a16:creationId xmlns:a16="http://schemas.microsoft.com/office/drawing/2014/main" id="{7E401EB0-0038-4666-B5B1-FAC67C40B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2828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28" name="Freeform 2511">
                <a:extLst>
                  <a:ext uri="{FF2B5EF4-FFF2-40B4-BE49-F238E27FC236}">
                    <a16:creationId xmlns:a16="http://schemas.microsoft.com/office/drawing/2014/main" id="{12746E2E-76E8-4496-BF50-8C7820553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777"/>
                <a:ext cx="11" cy="11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3 h 7"/>
                  <a:gd name="T4" fmla="*/ 14 w 7"/>
                  <a:gd name="T5" fmla="*/ 27 h 7"/>
                  <a:gd name="T6" fmla="*/ 0 w 7"/>
                  <a:gd name="T7" fmla="*/ 14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29" name="Freeform 2512">
                <a:extLst>
                  <a:ext uri="{FF2B5EF4-FFF2-40B4-BE49-F238E27FC236}">
                    <a16:creationId xmlns:a16="http://schemas.microsoft.com/office/drawing/2014/main" id="{AF143DD2-452E-4DE3-A016-CFDE76C72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765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30" name="Freeform 2513">
                <a:extLst>
                  <a:ext uri="{FF2B5EF4-FFF2-40B4-BE49-F238E27FC236}">
                    <a16:creationId xmlns:a16="http://schemas.microsoft.com/office/drawing/2014/main" id="{086E70FC-247A-46E4-81B3-1D1F829FB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773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31" name="Freeform 2514">
                <a:extLst>
                  <a:ext uri="{FF2B5EF4-FFF2-40B4-BE49-F238E27FC236}">
                    <a16:creationId xmlns:a16="http://schemas.microsoft.com/office/drawing/2014/main" id="{3AF2C994-8AED-4BFF-A5A1-E1F34B510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767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32" name="Freeform 2515">
                <a:extLst>
                  <a:ext uri="{FF2B5EF4-FFF2-40B4-BE49-F238E27FC236}">
                    <a16:creationId xmlns:a16="http://schemas.microsoft.com/office/drawing/2014/main" id="{FCE48E5A-7061-4C74-A1C5-08879508B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2787"/>
                <a:ext cx="11" cy="11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3 h 7"/>
                  <a:gd name="T4" fmla="*/ 14 w 7"/>
                  <a:gd name="T5" fmla="*/ 27 h 7"/>
                  <a:gd name="T6" fmla="*/ 5 w 7"/>
                  <a:gd name="T7" fmla="*/ 14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33" name="Freeform 2516">
                <a:extLst>
                  <a:ext uri="{FF2B5EF4-FFF2-40B4-BE49-F238E27FC236}">
                    <a16:creationId xmlns:a16="http://schemas.microsoft.com/office/drawing/2014/main" id="{54055CE6-F8FF-41B9-A3F4-5FCB1EFE3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805"/>
                <a:ext cx="10" cy="11"/>
              </a:xfrm>
              <a:custGeom>
                <a:avLst/>
                <a:gdLst>
                  <a:gd name="T0" fmla="*/ 9 w 7"/>
                  <a:gd name="T1" fmla="*/ 0 h 7"/>
                  <a:gd name="T2" fmla="*/ 20 w 7"/>
                  <a:gd name="T3" fmla="*/ 13 h 7"/>
                  <a:gd name="T4" fmla="*/ 13 w 7"/>
                  <a:gd name="T5" fmla="*/ 27 h 7"/>
                  <a:gd name="T6" fmla="*/ 0 w 7"/>
                  <a:gd name="T7" fmla="*/ 14 h 7"/>
                  <a:gd name="T8" fmla="*/ 9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34" name="Freeform 2517">
                <a:extLst>
                  <a:ext uri="{FF2B5EF4-FFF2-40B4-BE49-F238E27FC236}">
                    <a16:creationId xmlns:a16="http://schemas.microsoft.com/office/drawing/2014/main" id="{A953F9AD-0A0D-41E4-86B4-1256D103D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821"/>
                <a:ext cx="10" cy="10"/>
              </a:xfrm>
              <a:custGeom>
                <a:avLst/>
                <a:gdLst>
                  <a:gd name="T0" fmla="*/ 13 w 6"/>
                  <a:gd name="T1" fmla="*/ 0 h 6"/>
                  <a:gd name="T2" fmla="*/ 28 w 6"/>
                  <a:gd name="T3" fmla="*/ 13 h 6"/>
                  <a:gd name="T4" fmla="*/ 13 w 6"/>
                  <a:gd name="T5" fmla="*/ 28 h 6"/>
                  <a:gd name="T6" fmla="*/ 0 w 6"/>
                  <a:gd name="T7" fmla="*/ 13 h 6"/>
                  <a:gd name="T8" fmla="*/ 13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35" name="Freeform 2518">
                <a:extLst>
                  <a:ext uri="{FF2B5EF4-FFF2-40B4-BE49-F238E27FC236}">
                    <a16:creationId xmlns:a16="http://schemas.microsoft.com/office/drawing/2014/main" id="{1FA51F9E-2629-4894-848F-458F29871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845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36" name="Freeform 2519">
                <a:extLst>
                  <a:ext uri="{FF2B5EF4-FFF2-40B4-BE49-F238E27FC236}">
                    <a16:creationId xmlns:a16="http://schemas.microsoft.com/office/drawing/2014/main" id="{05B664B5-FE18-4632-A14B-D821EA620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866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37" name="Freeform 2520">
                <a:extLst>
                  <a:ext uri="{FF2B5EF4-FFF2-40B4-BE49-F238E27FC236}">
                    <a16:creationId xmlns:a16="http://schemas.microsoft.com/office/drawing/2014/main" id="{4B2696BA-065B-4DE1-9DE5-E25FF1418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879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38" name="Freeform 2521">
                <a:extLst>
                  <a:ext uri="{FF2B5EF4-FFF2-40B4-BE49-F238E27FC236}">
                    <a16:creationId xmlns:a16="http://schemas.microsoft.com/office/drawing/2014/main" id="{6D52D491-70A6-44E8-8526-AF5B65C3A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898"/>
                <a:ext cx="11" cy="11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3 h 7"/>
                  <a:gd name="T4" fmla="*/ 14 w 7"/>
                  <a:gd name="T5" fmla="*/ 27 h 7"/>
                  <a:gd name="T6" fmla="*/ 0 w 7"/>
                  <a:gd name="T7" fmla="*/ 14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39" name="Freeform 2522">
                <a:extLst>
                  <a:ext uri="{FF2B5EF4-FFF2-40B4-BE49-F238E27FC236}">
                    <a16:creationId xmlns:a16="http://schemas.microsoft.com/office/drawing/2014/main" id="{F48E5164-0EDF-4DB7-927A-614E85233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884"/>
                <a:ext cx="9" cy="12"/>
              </a:xfrm>
              <a:custGeom>
                <a:avLst/>
                <a:gdLst>
                  <a:gd name="T0" fmla="*/ 12 w 6"/>
                  <a:gd name="T1" fmla="*/ 5 h 7"/>
                  <a:gd name="T2" fmla="*/ 21 w 6"/>
                  <a:gd name="T3" fmla="*/ 15 h 7"/>
                  <a:gd name="T4" fmla="*/ 12 w 6"/>
                  <a:gd name="T5" fmla="*/ 36 h 7"/>
                  <a:gd name="T6" fmla="*/ 0 w 6"/>
                  <a:gd name="T7" fmla="*/ 21 h 7"/>
                  <a:gd name="T8" fmla="*/ 12 w 6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1"/>
                    </a:moveTo>
                    <a:cubicBezTo>
                      <a:pt x="4" y="0"/>
                      <a:pt x="6" y="2"/>
                      <a:pt x="6" y="3"/>
                    </a:cubicBezTo>
                    <a:cubicBezTo>
                      <a:pt x="6" y="5"/>
                      <a:pt x="5" y="7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40" name="Freeform 2523">
                <a:extLst>
                  <a:ext uri="{FF2B5EF4-FFF2-40B4-BE49-F238E27FC236}">
                    <a16:creationId xmlns:a16="http://schemas.microsoft.com/office/drawing/2014/main" id="{D1F8C655-BC7B-4C33-8E2C-47ECB15C9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881"/>
                <a:ext cx="10" cy="12"/>
              </a:xfrm>
              <a:custGeom>
                <a:avLst/>
                <a:gdLst>
                  <a:gd name="T0" fmla="*/ 13 w 6"/>
                  <a:gd name="T1" fmla="*/ 5 h 7"/>
                  <a:gd name="T2" fmla="*/ 28 w 6"/>
                  <a:gd name="T3" fmla="*/ 15 h 7"/>
                  <a:gd name="T4" fmla="*/ 13 w 6"/>
                  <a:gd name="T5" fmla="*/ 36 h 7"/>
                  <a:gd name="T6" fmla="*/ 0 w 6"/>
                  <a:gd name="T7" fmla="*/ 21 h 7"/>
                  <a:gd name="T8" fmla="*/ 13 w 6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1"/>
                    </a:moveTo>
                    <a:cubicBezTo>
                      <a:pt x="4" y="0"/>
                      <a:pt x="6" y="2"/>
                      <a:pt x="6" y="3"/>
                    </a:cubicBezTo>
                    <a:cubicBezTo>
                      <a:pt x="6" y="5"/>
                      <a:pt x="5" y="7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41" name="Freeform 2524">
                <a:extLst>
                  <a:ext uri="{FF2B5EF4-FFF2-40B4-BE49-F238E27FC236}">
                    <a16:creationId xmlns:a16="http://schemas.microsoft.com/office/drawing/2014/main" id="{1AF36723-E7BF-4D05-9503-4FD27D4DF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861"/>
                <a:ext cx="10" cy="12"/>
              </a:xfrm>
              <a:custGeom>
                <a:avLst/>
                <a:gdLst>
                  <a:gd name="T0" fmla="*/ 13 w 6"/>
                  <a:gd name="T1" fmla="*/ 0 h 7"/>
                  <a:gd name="T2" fmla="*/ 28 w 6"/>
                  <a:gd name="T3" fmla="*/ 15 h 7"/>
                  <a:gd name="T4" fmla="*/ 13 w 6"/>
                  <a:gd name="T5" fmla="*/ 36 h 7"/>
                  <a:gd name="T6" fmla="*/ 0 w 6"/>
                  <a:gd name="T7" fmla="*/ 21 h 7"/>
                  <a:gd name="T8" fmla="*/ 13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42" name="Freeform 2525">
                <a:extLst>
                  <a:ext uri="{FF2B5EF4-FFF2-40B4-BE49-F238E27FC236}">
                    <a16:creationId xmlns:a16="http://schemas.microsoft.com/office/drawing/2014/main" id="{7CC0C849-F678-4194-AF0E-71D522D2E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752"/>
                <a:ext cx="11" cy="11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3 h 7"/>
                  <a:gd name="T4" fmla="*/ 14 w 7"/>
                  <a:gd name="T5" fmla="*/ 27 h 7"/>
                  <a:gd name="T6" fmla="*/ 5 w 7"/>
                  <a:gd name="T7" fmla="*/ 14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43" name="Freeform 2526">
                <a:extLst>
                  <a:ext uri="{FF2B5EF4-FFF2-40B4-BE49-F238E27FC236}">
                    <a16:creationId xmlns:a16="http://schemas.microsoft.com/office/drawing/2014/main" id="{D551B72C-03CA-4183-A681-7752BDDF8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757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44" name="Freeform 2527">
                <a:extLst>
                  <a:ext uri="{FF2B5EF4-FFF2-40B4-BE49-F238E27FC236}">
                    <a16:creationId xmlns:a16="http://schemas.microsoft.com/office/drawing/2014/main" id="{C5B3164A-4FB3-478B-80A7-6DCC8EB04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775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45" name="Freeform 2528">
                <a:extLst>
                  <a:ext uri="{FF2B5EF4-FFF2-40B4-BE49-F238E27FC236}">
                    <a16:creationId xmlns:a16="http://schemas.microsoft.com/office/drawing/2014/main" id="{64FACAAA-948F-4BC6-9881-C0B69A8C0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891"/>
                <a:ext cx="11" cy="12"/>
              </a:xfrm>
              <a:custGeom>
                <a:avLst/>
                <a:gdLst>
                  <a:gd name="T0" fmla="*/ 13 w 7"/>
                  <a:gd name="T1" fmla="*/ 5 h 7"/>
                  <a:gd name="T2" fmla="*/ 27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6" y="2"/>
                      <a:pt x="7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46" name="Freeform 2529">
                <a:extLst>
                  <a:ext uri="{FF2B5EF4-FFF2-40B4-BE49-F238E27FC236}">
                    <a16:creationId xmlns:a16="http://schemas.microsoft.com/office/drawing/2014/main" id="{2463C03E-C7DA-47DD-A26F-48E4DEDD8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898"/>
                <a:ext cx="10" cy="11"/>
              </a:xfrm>
              <a:custGeom>
                <a:avLst/>
                <a:gdLst>
                  <a:gd name="T0" fmla="*/ 9 w 7"/>
                  <a:gd name="T1" fmla="*/ 0 h 7"/>
                  <a:gd name="T2" fmla="*/ 20 w 7"/>
                  <a:gd name="T3" fmla="*/ 13 h 7"/>
                  <a:gd name="T4" fmla="*/ 13 w 7"/>
                  <a:gd name="T5" fmla="*/ 27 h 7"/>
                  <a:gd name="T6" fmla="*/ 0 w 7"/>
                  <a:gd name="T7" fmla="*/ 14 h 7"/>
                  <a:gd name="T8" fmla="*/ 9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47" name="Freeform 2530">
                <a:extLst>
                  <a:ext uri="{FF2B5EF4-FFF2-40B4-BE49-F238E27FC236}">
                    <a16:creationId xmlns:a16="http://schemas.microsoft.com/office/drawing/2014/main" id="{0AAA8B72-5139-4BD3-B710-4D33000A8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913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48" name="Freeform 2531">
                <a:extLst>
                  <a:ext uri="{FF2B5EF4-FFF2-40B4-BE49-F238E27FC236}">
                    <a16:creationId xmlns:a16="http://schemas.microsoft.com/office/drawing/2014/main" id="{47ADC255-FE63-44B6-BB5C-B79811E79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903"/>
                <a:ext cx="11" cy="11"/>
              </a:xfrm>
              <a:custGeom>
                <a:avLst/>
                <a:gdLst>
                  <a:gd name="T0" fmla="*/ 13 w 7"/>
                  <a:gd name="T1" fmla="*/ 5 h 7"/>
                  <a:gd name="T2" fmla="*/ 27 w 7"/>
                  <a:gd name="T3" fmla="*/ 13 h 7"/>
                  <a:gd name="T4" fmla="*/ 14 w 7"/>
                  <a:gd name="T5" fmla="*/ 27 h 7"/>
                  <a:gd name="T6" fmla="*/ 5 w 7"/>
                  <a:gd name="T7" fmla="*/ 14 h 7"/>
                  <a:gd name="T8" fmla="*/ 13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7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49" name="Freeform 2532">
                <a:extLst>
                  <a:ext uri="{FF2B5EF4-FFF2-40B4-BE49-F238E27FC236}">
                    <a16:creationId xmlns:a16="http://schemas.microsoft.com/office/drawing/2014/main" id="{8735572A-554A-4A98-B2B1-2F1AFEDC4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2924"/>
                <a:ext cx="11" cy="12"/>
              </a:xfrm>
              <a:custGeom>
                <a:avLst/>
                <a:gdLst>
                  <a:gd name="T0" fmla="*/ 13 w 7"/>
                  <a:gd name="T1" fmla="*/ 5 h 7"/>
                  <a:gd name="T2" fmla="*/ 27 w 7"/>
                  <a:gd name="T3" fmla="*/ 15 h 7"/>
                  <a:gd name="T4" fmla="*/ 14 w 7"/>
                  <a:gd name="T5" fmla="*/ 36 h 7"/>
                  <a:gd name="T6" fmla="*/ 5 w 7"/>
                  <a:gd name="T7" fmla="*/ 21 h 7"/>
                  <a:gd name="T8" fmla="*/ 13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7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50" name="Freeform 2533">
                <a:extLst>
                  <a:ext uri="{FF2B5EF4-FFF2-40B4-BE49-F238E27FC236}">
                    <a16:creationId xmlns:a16="http://schemas.microsoft.com/office/drawing/2014/main" id="{CB01F95A-D5FD-4CC5-9E5F-53E574C19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946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51" name="Freeform 2534">
                <a:extLst>
                  <a:ext uri="{FF2B5EF4-FFF2-40B4-BE49-F238E27FC236}">
                    <a16:creationId xmlns:a16="http://schemas.microsoft.com/office/drawing/2014/main" id="{004B5979-71BC-4D81-9346-C008CD01F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974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52" name="Freeform 2535">
                <a:extLst>
                  <a:ext uri="{FF2B5EF4-FFF2-40B4-BE49-F238E27FC236}">
                    <a16:creationId xmlns:a16="http://schemas.microsoft.com/office/drawing/2014/main" id="{246FE859-4C94-46CC-B2CA-785CFF414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991"/>
                <a:ext cx="10" cy="11"/>
              </a:xfrm>
              <a:custGeom>
                <a:avLst/>
                <a:gdLst>
                  <a:gd name="T0" fmla="*/ 9 w 7"/>
                  <a:gd name="T1" fmla="*/ 5 h 7"/>
                  <a:gd name="T2" fmla="*/ 20 w 7"/>
                  <a:gd name="T3" fmla="*/ 13 h 7"/>
                  <a:gd name="T4" fmla="*/ 13 w 7"/>
                  <a:gd name="T5" fmla="*/ 27 h 7"/>
                  <a:gd name="T6" fmla="*/ 0 w 7"/>
                  <a:gd name="T7" fmla="*/ 14 h 7"/>
                  <a:gd name="T8" fmla="*/ 9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6" y="2"/>
                      <a:pt x="7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53" name="Freeform 2536">
                <a:extLst>
                  <a:ext uri="{FF2B5EF4-FFF2-40B4-BE49-F238E27FC236}">
                    <a16:creationId xmlns:a16="http://schemas.microsoft.com/office/drawing/2014/main" id="{BFA73AEB-2A6D-4FD9-A37A-F4B74B063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981"/>
                <a:ext cx="11" cy="11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3 h 7"/>
                  <a:gd name="T4" fmla="*/ 14 w 7"/>
                  <a:gd name="T5" fmla="*/ 27 h 7"/>
                  <a:gd name="T6" fmla="*/ 0 w 7"/>
                  <a:gd name="T7" fmla="*/ 14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54" name="Freeform 2537">
                <a:extLst>
                  <a:ext uri="{FF2B5EF4-FFF2-40B4-BE49-F238E27FC236}">
                    <a16:creationId xmlns:a16="http://schemas.microsoft.com/office/drawing/2014/main" id="{201265D3-CBD9-49E9-93B6-DB14BC091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964"/>
                <a:ext cx="9" cy="12"/>
              </a:xfrm>
              <a:custGeom>
                <a:avLst/>
                <a:gdLst>
                  <a:gd name="T0" fmla="*/ 12 w 6"/>
                  <a:gd name="T1" fmla="*/ 0 h 7"/>
                  <a:gd name="T2" fmla="*/ 21 w 6"/>
                  <a:gd name="T3" fmla="*/ 15 h 7"/>
                  <a:gd name="T4" fmla="*/ 12 w 6"/>
                  <a:gd name="T5" fmla="*/ 36 h 7"/>
                  <a:gd name="T6" fmla="*/ 0 w 6"/>
                  <a:gd name="T7" fmla="*/ 21 h 7"/>
                  <a:gd name="T8" fmla="*/ 12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55" name="Freeform 2538">
                <a:extLst>
                  <a:ext uri="{FF2B5EF4-FFF2-40B4-BE49-F238E27FC236}">
                    <a16:creationId xmlns:a16="http://schemas.microsoft.com/office/drawing/2014/main" id="{7C439842-CF84-4D92-8662-844AAF31D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931"/>
                <a:ext cx="11" cy="11"/>
              </a:xfrm>
              <a:custGeom>
                <a:avLst/>
                <a:gdLst>
                  <a:gd name="T0" fmla="*/ 13 w 7"/>
                  <a:gd name="T1" fmla="*/ 5 h 7"/>
                  <a:gd name="T2" fmla="*/ 27 w 7"/>
                  <a:gd name="T3" fmla="*/ 13 h 7"/>
                  <a:gd name="T4" fmla="*/ 14 w 7"/>
                  <a:gd name="T5" fmla="*/ 27 h 7"/>
                  <a:gd name="T6" fmla="*/ 0 w 7"/>
                  <a:gd name="T7" fmla="*/ 14 h 7"/>
                  <a:gd name="T8" fmla="*/ 13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6" y="2"/>
                      <a:pt x="7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56" name="Freeform 2539">
                <a:extLst>
                  <a:ext uri="{FF2B5EF4-FFF2-40B4-BE49-F238E27FC236}">
                    <a16:creationId xmlns:a16="http://schemas.microsoft.com/office/drawing/2014/main" id="{730734F7-5225-4DD7-BBAC-6DD6A1B16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951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57" name="Freeform 2540">
                <a:extLst>
                  <a:ext uri="{FF2B5EF4-FFF2-40B4-BE49-F238E27FC236}">
                    <a16:creationId xmlns:a16="http://schemas.microsoft.com/office/drawing/2014/main" id="{0C31EFF8-8BCF-4CEE-A59B-486F9D4AB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947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58" name="Freeform 2541">
                <a:extLst>
                  <a:ext uri="{FF2B5EF4-FFF2-40B4-BE49-F238E27FC236}">
                    <a16:creationId xmlns:a16="http://schemas.microsoft.com/office/drawing/2014/main" id="{0219AF97-C0D8-42DB-9F3B-DCD08DE2D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3017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59" name="Freeform 2542">
                <a:extLst>
                  <a:ext uri="{FF2B5EF4-FFF2-40B4-BE49-F238E27FC236}">
                    <a16:creationId xmlns:a16="http://schemas.microsoft.com/office/drawing/2014/main" id="{5E2A99CD-F387-4E3F-AC3A-6B97C4831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3042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60" name="Freeform 2543">
                <a:extLst>
                  <a:ext uri="{FF2B5EF4-FFF2-40B4-BE49-F238E27FC236}">
                    <a16:creationId xmlns:a16="http://schemas.microsoft.com/office/drawing/2014/main" id="{C82A3B98-FDCE-4EE1-9C33-1F6BC9CCA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3070"/>
                <a:ext cx="10" cy="12"/>
              </a:xfrm>
              <a:custGeom>
                <a:avLst/>
                <a:gdLst>
                  <a:gd name="T0" fmla="*/ 13 w 6"/>
                  <a:gd name="T1" fmla="*/ 0 h 7"/>
                  <a:gd name="T2" fmla="*/ 28 w 6"/>
                  <a:gd name="T3" fmla="*/ 15 h 7"/>
                  <a:gd name="T4" fmla="*/ 13 w 6"/>
                  <a:gd name="T5" fmla="*/ 36 h 7"/>
                  <a:gd name="T6" fmla="*/ 0 w 6"/>
                  <a:gd name="T7" fmla="*/ 21 h 7"/>
                  <a:gd name="T8" fmla="*/ 13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61" name="Freeform 2544">
                <a:extLst>
                  <a:ext uri="{FF2B5EF4-FFF2-40B4-BE49-F238E27FC236}">
                    <a16:creationId xmlns:a16="http://schemas.microsoft.com/office/drawing/2014/main" id="{49359AD8-00DA-4240-A6E2-B313710CE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3090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5 h 7"/>
                  <a:gd name="T4" fmla="*/ 14 w 7"/>
                  <a:gd name="T5" fmla="*/ 36 h 7"/>
                  <a:gd name="T6" fmla="*/ 5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62" name="Freeform 2545">
                <a:extLst>
                  <a:ext uri="{FF2B5EF4-FFF2-40B4-BE49-F238E27FC236}">
                    <a16:creationId xmlns:a16="http://schemas.microsoft.com/office/drawing/2014/main" id="{BA6519F9-0335-4634-AC71-B092E8665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3098"/>
                <a:ext cx="11" cy="12"/>
              </a:xfrm>
              <a:custGeom>
                <a:avLst/>
                <a:gdLst>
                  <a:gd name="T0" fmla="*/ 13 w 7"/>
                  <a:gd name="T1" fmla="*/ 5 h 7"/>
                  <a:gd name="T2" fmla="*/ 27 w 7"/>
                  <a:gd name="T3" fmla="*/ 15 h 7"/>
                  <a:gd name="T4" fmla="*/ 14 w 7"/>
                  <a:gd name="T5" fmla="*/ 36 h 7"/>
                  <a:gd name="T6" fmla="*/ 5 w 7"/>
                  <a:gd name="T7" fmla="*/ 21 h 7"/>
                  <a:gd name="T8" fmla="*/ 13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7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63" name="Freeform 2546">
                <a:extLst>
                  <a:ext uri="{FF2B5EF4-FFF2-40B4-BE49-F238E27FC236}">
                    <a16:creationId xmlns:a16="http://schemas.microsoft.com/office/drawing/2014/main" id="{CE952306-8A08-4512-B635-A5D10F5B5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3083"/>
                <a:ext cx="10" cy="12"/>
              </a:xfrm>
              <a:custGeom>
                <a:avLst/>
                <a:gdLst>
                  <a:gd name="T0" fmla="*/ 9 w 7"/>
                  <a:gd name="T1" fmla="*/ 5 h 7"/>
                  <a:gd name="T2" fmla="*/ 20 w 7"/>
                  <a:gd name="T3" fmla="*/ 15 h 7"/>
                  <a:gd name="T4" fmla="*/ 13 w 7"/>
                  <a:gd name="T5" fmla="*/ 36 h 7"/>
                  <a:gd name="T6" fmla="*/ 0 w 7"/>
                  <a:gd name="T7" fmla="*/ 21 h 7"/>
                  <a:gd name="T8" fmla="*/ 9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6" y="2"/>
                      <a:pt x="7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64" name="Freeform 2547">
                <a:extLst>
                  <a:ext uri="{FF2B5EF4-FFF2-40B4-BE49-F238E27FC236}">
                    <a16:creationId xmlns:a16="http://schemas.microsoft.com/office/drawing/2014/main" id="{E365A312-ED40-4F2C-AEF1-AE9D6B3A4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3077"/>
                <a:ext cx="9" cy="11"/>
              </a:xfrm>
              <a:custGeom>
                <a:avLst/>
                <a:gdLst>
                  <a:gd name="T0" fmla="*/ 12 w 6"/>
                  <a:gd name="T1" fmla="*/ 0 h 7"/>
                  <a:gd name="T2" fmla="*/ 21 w 6"/>
                  <a:gd name="T3" fmla="*/ 13 h 7"/>
                  <a:gd name="T4" fmla="*/ 12 w 6"/>
                  <a:gd name="T5" fmla="*/ 27 h 7"/>
                  <a:gd name="T6" fmla="*/ 0 w 6"/>
                  <a:gd name="T7" fmla="*/ 14 h 7"/>
                  <a:gd name="T8" fmla="*/ 12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65" name="Freeform 2548">
                <a:extLst>
                  <a:ext uri="{FF2B5EF4-FFF2-40B4-BE49-F238E27FC236}">
                    <a16:creationId xmlns:a16="http://schemas.microsoft.com/office/drawing/2014/main" id="{3D048CE8-865D-4A3E-B582-9ADF52F9B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3060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66" name="Freeform 2549">
                <a:extLst>
                  <a:ext uri="{FF2B5EF4-FFF2-40B4-BE49-F238E27FC236}">
                    <a16:creationId xmlns:a16="http://schemas.microsoft.com/office/drawing/2014/main" id="{D27E4E69-28F1-422C-8478-3386A4542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3032"/>
                <a:ext cx="9" cy="12"/>
              </a:xfrm>
              <a:custGeom>
                <a:avLst/>
                <a:gdLst>
                  <a:gd name="T0" fmla="*/ 12 w 6"/>
                  <a:gd name="T1" fmla="*/ 0 h 7"/>
                  <a:gd name="T2" fmla="*/ 21 w 6"/>
                  <a:gd name="T3" fmla="*/ 15 h 7"/>
                  <a:gd name="T4" fmla="*/ 12 w 6"/>
                  <a:gd name="T5" fmla="*/ 36 h 7"/>
                  <a:gd name="T6" fmla="*/ 0 w 6"/>
                  <a:gd name="T7" fmla="*/ 21 h 7"/>
                  <a:gd name="T8" fmla="*/ 12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67" name="Freeform 2550">
                <a:extLst>
                  <a:ext uri="{FF2B5EF4-FFF2-40B4-BE49-F238E27FC236}">
                    <a16:creationId xmlns:a16="http://schemas.microsoft.com/office/drawing/2014/main" id="{5EDA5BCC-CA16-441C-8A88-5D007C648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3006"/>
                <a:ext cx="11" cy="9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2 h 6"/>
                  <a:gd name="T4" fmla="*/ 14 w 7"/>
                  <a:gd name="T5" fmla="*/ 21 h 6"/>
                  <a:gd name="T6" fmla="*/ 0 w 7"/>
                  <a:gd name="T7" fmla="*/ 12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68" name="Freeform 2551">
                <a:extLst>
                  <a:ext uri="{FF2B5EF4-FFF2-40B4-BE49-F238E27FC236}">
                    <a16:creationId xmlns:a16="http://schemas.microsoft.com/office/drawing/2014/main" id="{35A92B20-18AA-4A90-8530-2FB8AEB72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019"/>
                <a:ext cx="10" cy="11"/>
              </a:xfrm>
              <a:custGeom>
                <a:avLst/>
                <a:gdLst>
                  <a:gd name="T0" fmla="*/ 13 w 6"/>
                  <a:gd name="T1" fmla="*/ 5 h 7"/>
                  <a:gd name="T2" fmla="*/ 28 w 6"/>
                  <a:gd name="T3" fmla="*/ 13 h 7"/>
                  <a:gd name="T4" fmla="*/ 13 w 6"/>
                  <a:gd name="T5" fmla="*/ 27 h 7"/>
                  <a:gd name="T6" fmla="*/ 0 w 6"/>
                  <a:gd name="T7" fmla="*/ 14 h 7"/>
                  <a:gd name="T8" fmla="*/ 13 w 6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1"/>
                    </a:moveTo>
                    <a:cubicBezTo>
                      <a:pt x="4" y="0"/>
                      <a:pt x="6" y="2"/>
                      <a:pt x="6" y="3"/>
                    </a:cubicBezTo>
                    <a:cubicBezTo>
                      <a:pt x="6" y="5"/>
                      <a:pt x="5" y="7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69" name="Freeform 2552">
                <a:extLst>
                  <a:ext uri="{FF2B5EF4-FFF2-40B4-BE49-F238E27FC236}">
                    <a16:creationId xmlns:a16="http://schemas.microsoft.com/office/drawing/2014/main" id="{C21AA0D0-3F80-40BD-9679-B1A1F7CE7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996"/>
                <a:ext cx="11" cy="11"/>
              </a:xfrm>
              <a:custGeom>
                <a:avLst/>
                <a:gdLst>
                  <a:gd name="T0" fmla="*/ 13 w 7"/>
                  <a:gd name="T1" fmla="*/ 5 h 7"/>
                  <a:gd name="T2" fmla="*/ 27 w 7"/>
                  <a:gd name="T3" fmla="*/ 13 h 7"/>
                  <a:gd name="T4" fmla="*/ 14 w 7"/>
                  <a:gd name="T5" fmla="*/ 27 h 7"/>
                  <a:gd name="T6" fmla="*/ 0 w 7"/>
                  <a:gd name="T7" fmla="*/ 14 h 7"/>
                  <a:gd name="T8" fmla="*/ 13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6" y="2"/>
                      <a:pt x="7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70" name="Freeform 2553">
                <a:extLst>
                  <a:ext uri="{FF2B5EF4-FFF2-40B4-BE49-F238E27FC236}">
                    <a16:creationId xmlns:a16="http://schemas.microsoft.com/office/drawing/2014/main" id="{F45C78F9-97AD-419A-AE0B-F9A15C16D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052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71" name="Freeform 2554">
                <a:extLst>
                  <a:ext uri="{FF2B5EF4-FFF2-40B4-BE49-F238E27FC236}">
                    <a16:creationId xmlns:a16="http://schemas.microsoft.com/office/drawing/2014/main" id="{6B8F9A2A-C31A-4A1F-A35E-C19224B53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3095"/>
                <a:ext cx="9" cy="12"/>
              </a:xfrm>
              <a:custGeom>
                <a:avLst/>
                <a:gdLst>
                  <a:gd name="T0" fmla="*/ 12 w 6"/>
                  <a:gd name="T1" fmla="*/ 0 h 7"/>
                  <a:gd name="T2" fmla="*/ 21 w 6"/>
                  <a:gd name="T3" fmla="*/ 15 h 7"/>
                  <a:gd name="T4" fmla="*/ 12 w 6"/>
                  <a:gd name="T5" fmla="*/ 36 h 7"/>
                  <a:gd name="T6" fmla="*/ 0 w 6"/>
                  <a:gd name="T7" fmla="*/ 21 h 7"/>
                  <a:gd name="T8" fmla="*/ 12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72" name="Freeform 2555">
                <a:extLst>
                  <a:ext uri="{FF2B5EF4-FFF2-40B4-BE49-F238E27FC236}">
                    <a16:creationId xmlns:a16="http://schemas.microsoft.com/office/drawing/2014/main" id="{26223433-CBB5-402D-8D8D-8504C1865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085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5 h 7"/>
                  <a:gd name="T4" fmla="*/ 14 w 7"/>
                  <a:gd name="T5" fmla="*/ 36 h 7"/>
                  <a:gd name="T6" fmla="*/ 5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73" name="Freeform 2556">
                <a:extLst>
                  <a:ext uri="{FF2B5EF4-FFF2-40B4-BE49-F238E27FC236}">
                    <a16:creationId xmlns:a16="http://schemas.microsoft.com/office/drawing/2014/main" id="{E388BF67-6C5B-4A66-8527-CB031D74B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3078"/>
                <a:ext cx="9" cy="12"/>
              </a:xfrm>
              <a:custGeom>
                <a:avLst/>
                <a:gdLst>
                  <a:gd name="T0" fmla="*/ 12 w 6"/>
                  <a:gd name="T1" fmla="*/ 0 h 7"/>
                  <a:gd name="T2" fmla="*/ 21 w 6"/>
                  <a:gd name="T3" fmla="*/ 15 h 7"/>
                  <a:gd name="T4" fmla="*/ 12 w 6"/>
                  <a:gd name="T5" fmla="*/ 36 h 7"/>
                  <a:gd name="T6" fmla="*/ 0 w 6"/>
                  <a:gd name="T7" fmla="*/ 21 h 7"/>
                  <a:gd name="T8" fmla="*/ 12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74" name="Freeform 2557">
                <a:extLst>
                  <a:ext uri="{FF2B5EF4-FFF2-40B4-BE49-F238E27FC236}">
                    <a16:creationId xmlns:a16="http://schemas.microsoft.com/office/drawing/2014/main" id="{8E20EC4C-1226-40A0-90F9-D4169671B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3067"/>
                <a:ext cx="9" cy="11"/>
              </a:xfrm>
              <a:custGeom>
                <a:avLst/>
                <a:gdLst>
                  <a:gd name="T0" fmla="*/ 12 w 6"/>
                  <a:gd name="T1" fmla="*/ 0 h 7"/>
                  <a:gd name="T2" fmla="*/ 21 w 6"/>
                  <a:gd name="T3" fmla="*/ 13 h 7"/>
                  <a:gd name="T4" fmla="*/ 12 w 6"/>
                  <a:gd name="T5" fmla="*/ 27 h 7"/>
                  <a:gd name="T6" fmla="*/ 0 w 6"/>
                  <a:gd name="T7" fmla="*/ 14 h 7"/>
                  <a:gd name="T8" fmla="*/ 12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75" name="Freeform 2558">
                <a:extLst>
                  <a:ext uri="{FF2B5EF4-FFF2-40B4-BE49-F238E27FC236}">
                    <a16:creationId xmlns:a16="http://schemas.microsoft.com/office/drawing/2014/main" id="{F87CB692-CC62-4D6A-8475-90400F21B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3087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76" name="Freeform 2559">
                <a:extLst>
                  <a:ext uri="{FF2B5EF4-FFF2-40B4-BE49-F238E27FC236}">
                    <a16:creationId xmlns:a16="http://schemas.microsoft.com/office/drawing/2014/main" id="{3ED099EF-CA01-4384-BFB9-AA71CAC3A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3070"/>
                <a:ext cx="11" cy="12"/>
              </a:xfrm>
              <a:custGeom>
                <a:avLst/>
                <a:gdLst>
                  <a:gd name="T0" fmla="*/ 13 w 7"/>
                  <a:gd name="T1" fmla="*/ 5 h 7"/>
                  <a:gd name="T2" fmla="*/ 27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6" y="2"/>
                      <a:pt x="7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77" name="Freeform 2560">
                <a:extLst>
                  <a:ext uri="{FF2B5EF4-FFF2-40B4-BE49-F238E27FC236}">
                    <a16:creationId xmlns:a16="http://schemas.microsoft.com/office/drawing/2014/main" id="{F845DC61-63B7-46D6-AFAC-1D1F97E07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070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78" name="Freeform 2561">
                <a:extLst>
                  <a:ext uri="{FF2B5EF4-FFF2-40B4-BE49-F238E27FC236}">
                    <a16:creationId xmlns:a16="http://schemas.microsoft.com/office/drawing/2014/main" id="{407370DE-30CE-4F0C-9B75-C859A2C85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3060"/>
                <a:ext cx="10" cy="10"/>
              </a:xfrm>
              <a:custGeom>
                <a:avLst/>
                <a:gdLst>
                  <a:gd name="T0" fmla="*/ 9 w 7"/>
                  <a:gd name="T1" fmla="*/ 0 h 6"/>
                  <a:gd name="T2" fmla="*/ 20 w 7"/>
                  <a:gd name="T3" fmla="*/ 13 h 6"/>
                  <a:gd name="T4" fmla="*/ 13 w 7"/>
                  <a:gd name="T5" fmla="*/ 28 h 6"/>
                  <a:gd name="T6" fmla="*/ 0 w 7"/>
                  <a:gd name="T7" fmla="*/ 13 h 6"/>
                  <a:gd name="T8" fmla="*/ 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79" name="Freeform 2562">
                <a:extLst>
                  <a:ext uri="{FF2B5EF4-FFF2-40B4-BE49-F238E27FC236}">
                    <a16:creationId xmlns:a16="http://schemas.microsoft.com/office/drawing/2014/main" id="{F741480A-6643-4566-8113-5BE14FA6E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3085"/>
                <a:ext cx="9" cy="12"/>
              </a:xfrm>
              <a:custGeom>
                <a:avLst/>
                <a:gdLst>
                  <a:gd name="T0" fmla="*/ 12 w 6"/>
                  <a:gd name="T1" fmla="*/ 0 h 7"/>
                  <a:gd name="T2" fmla="*/ 21 w 6"/>
                  <a:gd name="T3" fmla="*/ 15 h 7"/>
                  <a:gd name="T4" fmla="*/ 12 w 6"/>
                  <a:gd name="T5" fmla="*/ 36 h 7"/>
                  <a:gd name="T6" fmla="*/ 0 w 6"/>
                  <a:gd name="T7" fmla="*/ 21 h 7"/>
                  <a:gd name="T8" fmla="*/ 12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80" name="Freeform 2563">
                <a:extLst>
                  <a:ext uri="{FF2B5EF4-FFF2-40B4-BE49-F238E27FC236}">
                    <a16:creationId xmlns:a16="http://schemas.microsoft.com/office/drawing/2014/main" id="{6B835045-E905-4892-B74D-9243E3146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82"/>
                <a:ext cx="10" cy="11"/>
              </a:xfrm>
              <a:custGeom>
                <a:avLst/>
                <a:gdLst>
                  <a:gd name="T0" fmla="*/ 13 w 6"/>
                  <a:gd name="T1" fmla="*/ 5 h 7"/>
                  <a:gd name="T2" fmla="*/ 28 w 6"/>
                  <a:gd name="T3" fmla="*/ 13 h 7"/>
                  <a:gd name="T4" fmla="*/ 13 w 6"/>
                  <a:gd name="T5" fmla="*/ 27 h 7"/>
                  <a:gd name="T6" fmla="*/ 0 w 6"/>
                  <a:gd name="T7" fmla="*/ 14 h 7"/>
                  <a:gd name="T8" fmla="*/ 13 w 6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1"/>
                    </a:moveTo>
                    <a:cubicBezTo>
                      <a:pt x="4" y="0"/>
                      <a:pt x="6" y="2"/>
                      <a:pt x="6" y="3"/>
                    </a:cubicBezTo>
                    <a:cubicBezTo>
                      <a:pt x="6" y="5"/>
                      <a:pt x="5" y="7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81" name="Freeform 2564">
                <a:extLst>
                  <a:ext uri="{FF2B5EF4-FFF2-40B4-BE49-F238E27FC236}">
                    <a16:creationId xmlns:a16="http://schemas.microsoft.com/office/drawing/2014/main" id="{0FBEB478-BC4E-4226-B39F-C93DCB0F7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3092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82" name="Freeform 2565">
                <a:extLst>
                  <a:ext uri="{FF2B5EF4-FFF2-40B4-BE49-F238E27FC236}">
                    <a16:creationId xmlns:a16="http://schemas.microsoft.com/office/drawing/2014/main" id="{2EB9451E-2041-49C3-9ECA-A7BE1450C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3103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83" name="Freeform 2566">
                <a:extLst>
                  <a:ext uri="{FF2B5EF4-FFF2-40B4-BE49-F238E27FC236}">
                    <a16:creationId xmlns:a16="http://schemas.microsoft.com/office/drawing/2014/main" id="{5B7CB00A-EABB-44D8-951E-3ACDBDBC0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3112"/>
                <a:ext cx="9" cy="11"/>
              </a:xfrm>
              <a:custGeom>
                <a:avLst/>
                <a:gdLst>
                  <a:gd name="T0" fmla="*/ 12 w 6"/>
                  <a:gd name="T1" fmla="*/ 0 h 7"/>
                  <a:gd name="T2" fmla="*/ 21 w 6"/>
                  <a:gd name="T3" fmla="*/ 13 h 7"/>
                  <a:gd name="T4" fmla="*/ 12 w 6"/>
                  <a:gd name="T5" fmla="*/ 27 h 7"/>
                  <a:gd name="T6" fmla="*/ 0 w 6"/>
                  <a:gd name="T7" fmla="*/ 14 h 7"/>
                  <a:gd name="T8" fmla="*/ 12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84" name="Freeform 2567">
                <a:extLst>
                  <a:ext uri="{FF2B5EF4-FFF2-40B4-BE49-F238E27FC236}">
                    <a16:creationId xmlns:a16="http://schemas.microsoft.com/office/drawing/2014/main" id="{D75283E0-924C-4C50-9804-DB0A62C38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3132"/>
                <a:ext cx="10" cy="11"/>
              </a:xfrm>
              <a:custGeom>
                <a:avLst/>
                <a:gdLst>
                  <a:gd name="T0" fmla="*/ 9 w 7"/>
                  <a:gd name="T1" fmla="*/ 0 h 7"/>
                  <a:gd name="T2" fmla="*/ 20 w 7"/>
                  <a:gd name="T3" fmla="*/ 13 h 7"/>
                  <a:gd name="T4" fmla="*/ 13 w 7"/>
                  <a:gd name="T5" fmla="*/ 27 h 7"/>
                  <a:gd name="T6" fmla="*/ 1 w 7"/>
                  <a:gd name="T7" fmla="*/ 14 h 7"/>
                  <a:gd name="T8" fmla="*/ 9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85" name="Freeform 2568">
                <a:extLst>
                  <a:ext uri="{FF2B5EF4-FFF2-40B4-BE49-F238E27FC236}">
                    <a16:creationId xmlns:a16="http://schemas.microsoft.com/office/drawing/2014/main" id="{3BCB9D03-E9F5-4144-AF7A-2E1925C50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3143"/>
                <a:ext cx="11" cy="12"/>
              </a:xfrm>
              <a:custGeom>
                <a:avLst/>
                <a:gdLst>
                  <a:gd name="T0" fmla="*/ 13 w 7"/>
                  <a:gd name="T1" fmla="*/ 5 h 7"/>
                  <a:gd name="T2" fmla="*/ 27 w 7"/>
                  <a:gd name="T3" fmla="*/ 15 h 7"/>
                  <a:gd name="T4" fmla="*/ 14 w 7"/>
                  <a:gd name="T5" fmla="*/ 36 h 7"/>
                  <a:gd name="T6" fmla="*/ 5 w 7"/>
                  <a:gd name="T7" fmla="*/ 21 h 7"/>
                  <a:gd name="T8" fmla="*/ 13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7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86" name="Freeform 2569">
                <a:extLst>
                  <a:ext uri="{FF2B5EF4-FFF2-40B4-BE49-F238E27FC236}">
                    <a16:creationId xmlns:a16="http://schemas.microsoft.com/office/drawing/2014/main" id="{42FC3835-6DF5-45DB-B3D9-347B4C17A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3158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87" name="Freeform 2570">
                <a:extLst>
                  <a:ext uri="{FF2B5EF4-FFF2-40B4-BE49-F238E27FC236}">
                    <a16:creationId xmlns:a16="http://schemas.microsoft.com/office/drawing/2014/main" id="{B4AD9E6F-E447-4593-BABF-6ACC8E4B0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3150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88" name="Freeform 2571">
                <a:extLst>
                  <a:ext uri="{FF2B5EF4-FFF2-40B4-BE49-F238E27FC236}">
                    <a16:creationId xmlns:a16="http://schemas.microsoft.com/office/drawing/2014/main" id="{733D685E-5308-434B-8579-60DF00442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3110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89" name="Freeform 2572">
                <a:extLst>
                  <a:ext uri="{FF2B5EF4-FFF2-40B4-BE49-F238E27FC236}">
                    <a16:creationId xmlns:a16="http://schemas.microsoft.com/office/drawing/2014/main" id="{1389B485-96EE-478B-9E5E-DED6C68A8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3075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90" name="Freeform 2573">
                <a:extLst>
                  <a:ext uri="{FF2B5EF4-FFF2-40B4-BE49-F238E27FC236}">
                    <a16:creationId xmlns:a16="http://schemas.microsoft.com/office/drawing/2014/main" id="{BC5AF553-C2F7-4A8A-8769-B59CFD2C2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3047"/>
                <a:ext cx="10" cy="12"/>
              </a:xfrm>
              <a:custGeom>
                <a:avLst/>
                <a:gdLst>
                  <a:gd name="T0" fmla="*/ 13 w 6"/>
                  <a:gd name="T1" fmla="*/ 5 h 7"/>
                  <a:gd name="T2" fmla="*/ 28 w 6"/>
                  <a:gd name="T3" fmla="*/ 15 h 7"/>
                  <a:gd name="T4" fmla="*/ 13 w 6"/>
                  <a:gd name="T5" fmla="*/ 36 h 7"/>
                  <a:gd name="T6" fmla="*/ 0 w 6"/>
                  <a:gd name="T7" fmla="*/ 21 h 7"/>
                  <a:gd name="T8" fmla="*/ 13 w 6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1"/>
                    </a:moveTo>
                    <a:cubicBezTo>
                      <a:pt x="4" y="0"/>
                      <a:pt x="6" y="2"/>
                      <a:pt x="6" y="3"/>
                    </a:cubicBezTo>
                    <a:cubicBezTo>
                      <a:pt x="6" y="5"/>
                      <a:pt x="5" y="7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91" name="Freeform 2574">
                <a:extLst>
                  <a:ext uri="{FF2B5EF4-FFF2-40B4-BE49-F238E27FC236}">
                    <a16:creationId xmlns:a16="http://schemas.microsoft.com/office/drawing/2014/main" id="{30424778-D5B8-4ED1-8499-7DC887BFF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3062"/>
                <a:ext cx="10" cy="12"/>
              </a:xfrm>
              <a:custGeom>
                <a:avLst/>
                <a:gdLst>
                  <a:gd name="T0" fmla="*/ 13 w 6"/>
                  <a:gd name="T1" fmla="*/ 0 h 7"/>
                  <a:gd name="T2" fmla="*/ 28 w 6"/>
                  <a:gd name="T3" fmla="*/ 15 h 7"/>
                  <a:gd name="T4" fmla="*/ 13 w 6"/>
                  <a:gd name="T5" fmla="*/ 36 h 7"/>
                  <a:gd name="T6" fmla="*/ 0 w 6"/>
                  <a:gd name="T7" fmla="*/ 21 h 7"/>
                  <a:gd name="T8" fmla="*/ 13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92" name="Freeform 2575">
                <a:extLst>
                  <a:ext uri="{FF2B5EF4-FFF2-40B4-BE49-F238E27FC236}">
                    <a16:creationId xmlns:a16="http://schemas.microsoft.com/office/drawing/2014/main" id="{50E33DD2-CD15-4CF5-B9D9-31B8330AC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3186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93" name="Freeform 2576">
                <a:extLst>
                  <a:ext uri="{FF2B5EF4-FFF2-40B4-BE49-F238E27FC236}">
                    <a16:creationId xmlns:a16="http://schemas.microsoft.com/office/drawing/2014/main" id="{440ABB54-BC55-41CF-9692-89AA7316B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195"/>
                <a:ext cx="10" cy="11"/>
              </a:xfrm>
              <a:custGeom>
                <a:avLst/>
                <a:gdLst>
                  <a:gd name="T0" fmla="*/ 9 w 7"/>
                  <a:gd name="T1" fmla="*/ 0 h 7"/>
                  <a:gd name="T2" fmla="*/ 20 w 7"/>
                  <a:gd name="T3" fmla="*/ 13 h 7"/>
                  <a:gd name="T4" fmla="*/ 13 w 7"/>
                  <a:gd name="T5" fmla="*/ 27 h 7"/>
                  <a:gd name="T6" fmla="*/ 1 w 7"/>
                  <a:gd name="T7" fmla="*/ 14 h 7"/>
                  <a:gd name="T8" fmla="*/ 9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94" name="Freeform 2577">
                <a:extLst>
                  <a:ext uri="{FF2B5EF4-FFF2-40B4-BE49-F238E27FC236}">
                    <a16:creationId xmlns:a16="http://schemas.microsoft.com/office/drawing/2014/main" id="{4F6D5EDA-8F9C-4FDC-A8CF-E625222EC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3211"/>
                <a:ext cx="11" cy="12"/>
              </a:xfrm>
              <a:custGeom>
                <a:avLst/>
                <a:gdLst>
                  <a:gd name="T0" fmla="*/ 13 w 7"/>
                  <a:gd name="T1" fmla="*/ 5 h 7"/>
                  <a:gd name="T2" fmla="*/ 27 w 7"/>
                  <a:gd name="T3" fmla="*/ 15 h 7"/>
                  <a:gd name="T4" fmla="*/ 14 w 7"/>
                  <a:gd name="T5" fmla="*/ 36 h 7"/>
                  <a:gd name="T6" fmla="*/ 5 w 7"/>
                  <a:gd name="T7" fmla="*/ 21 h 7"/>
                  <a:gd name="T8" fmla="*/ 13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7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95" name="Freeform 2578">
                <a:extLst>
                  <a:ext uri="{FF2B5EF4-FFF2-40B4-BE49-F238E27FC236}">
                    <a16:creationId xmlns:a16="http://schemas.microsoft.com/office/drawing/2014/main" id="{E8C5176A-BFD6-4C7C-8F35-A1B68C865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3208"/>
                <a:ext cx="9" cy="11"/>
              </a:xfrm>
              <a:custGeom>
                <a:avLst/>
                <a:gdLst>
                  <a:gd name="T0" fmla="*/ 12 w 6"/>
                  <a:gd name="T1" fmla="*/ 0 h 7"/>
                  <a:gd name="T2" fmla="*/ 21 w 6"/>
                  <a:gd name="T3" fmla="*/ 13 h 7"/>
                  <a:gd name="T4" fmla="*/ 12 w 6"/>
                  <a:gd name="T5" fmla="*/ 27 h 7"/>
                  <a:gd name="T6" fmla="*/ 0 w 6"/>
                  <a:gd name="T7" fmla="*/ 14 h 7"/>
                  <a:gd name="T8" fmla="*/ 12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96" name="Freeform 2579">
                <a:extLst>
                  <a:ext uri="{FF2B5EF4-FFF2-40B4-BE49-F238E27FC236}">
                    <a16:creationId xmlns:a16="http://schemas.microsoft.com/office/drawing/2014/main" id="{F3A713A7-0680-4856-A408-75326A5E5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3183"/>
                <a:ext cx="9" cy="12"/>
              </a:xfrm>
              <a:custGeom>
                <a:avLst/>
                <a:gdLst>
                  <a:gd name="T0" fmla="*/ 12 w 6"/>
                  <a:gd name="T1" fmla="*/ 0 h 7"/>
                  <a:gd name="T2" fmla="*/ 21 w 6"/>
                  <a:gd name="T3" fmla="*/ 15 h 7"/>
                  <a:gd name="T4" fmla="*/ 12 w 6"/>
                  <a:gd name="T5" fmla="*/ 36 h 7"/>
                  <a:gd name="T6" fmla="*/ 0 w 6"/>
                  <a:gd name="T7" fmla="*/ 21 h 7"/>
                  <a:gd name="T8" fmla="*/ 12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97" name="Freeform 2580">
                <a:extLst>
                  <a:ext uri="{FF2B5EF4-FFF2-40B4-BE49-F238E27FC236}">
                    <a16:creationId xmlns:a16="http://schemas.microsoft.com/office/drawing/2014/main" id="{8B828E8C-01AE-480F-B80F-3A3AA43A1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846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2 w 7"/>
                  <a:gd name="T3" fmla="*/ 15 h 7"/>
                  <a:gd name="T4" fmla="*/ 14 w 7"/>
                  <a:gd name="T5" fmla="*/ 29 h 7"/>
                  <a:gd name="T6" fmla="*/ 0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7" y="5"/>
                      <a:pt x="5" y="6"/>
                      <a:pt x="4" y="6"/>
                    </a:cubicBezTo>
                    <a:cubicBezTo>
                      <a:pt x="2" y="7"/>
                      <a:pt x="0" y="5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98" name="Freeform 2581">
                <a:extLst>
                  <a:ext uri="{FF2B5EF4-FFF2-40B4-BE49-F238E27FC236}">
                    <a16:creationId xmlns:a16="http://schemas.microsoft.com/office/drawing/2014/main" id="{E39080DA-CEE5-4E1D-A300-B269BDAAE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843"/>
                <a:ext cx="9" cy="12"/>
              </a:xfrm>
              <a:custGeom>
                <a:avLst/>
                <a:gdLst>
                  <a:gd name="T0" fmla="*/ 12 w 6"/>
                  <a:gd name="T1" fmla="*/ 0 h 7"/>
                  <a:gd name="T2" fmla="*/ 21 w 6"/>
                  <a:gd name="T3" fmla="*/ 15 h 7"/>
                  <a:gd name="T4" fmla="*/ 12 w 6"/>
                  <a:gd name="T5" fmla="*/ 36 h 7"/>
                  <a:gd name="T6" fmla="*/ 0 w 6"/>
                  <a:gd name="T7" fmla="*/ 21 h 7"/>
                  <a:gd name="T8" fmla="*/ 12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99" name="Freeform 2582">
                <a:extLst>
                  <a:ext uri="{FF2B5EF4-FFF2-40B4-BE49-F238E27FC236}">
                    <a16:creationId xmlns:a16="http://schemas.microsoft.com/office/drawing/2014/main" id="{556D2CC9-1DB6-4BC3-85E5-62BF40D83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818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00" name="Freeform 2583">
                <a:extLst>
                  <a:ext uri="{FF2B5EF4-FFF2-40B4-BE49-F238E27FC236}">
                    <a16:creationId xmlns:a16="http://schemas.microsoft.com/office/drawing/2014/main" id="{C7AEEA6D-4A9F-46AF-B978-96BA39BBD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874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01" name="Freeform 2584">
                <a:extLst>
                  <a:ext uri="{FF2B5EF4-FFF2-40B4-BE49-F238E27FC236}">
                    <a16:creationId xmlns:a16="http://schemas.microsoft.com/office/drawing/2014/main" id="{B93911B1-FE07-4F4B-A486-A4EFDFCA1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826"/>
                <a:ext cx="9" cy="12"/>
              </a:xfrm>
              <a:custGeom>
                <a:avLst/>
                <a:gdLst>
                  <a:gd name="T0" fmla="*/ 12 w 6"/>
                  <a:gd name="T1" fmla="*/ 0 h 7"/>
                  <a:gd name="T2" fmla="*/ 21 w 6"/>
                  <a:gd name="T3" fmla="*/ 15 h 7"/>
                  <a:gd name="T4" fmla="*/ 12 w 6"/>
                  <a:gd name="T5" fmla="*/ 36 h 7"/>
                  <a:gd name="T6" fmla="*/ 0 w 6"/>
                  <a:gd name="T7" fmla="*/ 21 h 7"/>
                  <a:gd name="T8" fmla="*/ 12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7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02" name="Freeform 2585">
                <a:extLst>
                  <a:ext uri="{FF2B5EF4-FFF2-40B4-BE49-F238E27FC236}">
                    <a16:creationId xmlns:a16="http://schemas.microsoft.com/office/drawing/2014/main" id="{794C89BC-1585-41E5-8037-23D47BE18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798"/>
                <a:ext cx="11" cy="12"/>
              </a:xfrm>
              <a:custGeom>
                <a:avLst/>
                <a:gdLst>
                  <a:gd name="T0" fmla="*/ 13 w 7"/>
                  <a:gd name="T1" fmla="*/ 5 h 7"/>
                  <a:gd name="T2" fmla="*/ 22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6" y="2"/>
                      <a:pt x="6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03" name="Freeform 2586">
                <a:extLst>
                  <a:ext uri="{FF2B5EF4-FFF2-40B4-BE49-F238E27FC236}">
                    <a16:creationId xmlns:a16="http://schemas.microsoft.com/office/drawing/2014/main" id="{D31B8C7E-CB91-4EFD-9D18-037CDA4DB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815"/>
                <a:ext cx="11" cy="11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3 h 7"/>
                  <a:gd name="T4" fmla="*/ 14 w 7"/>
                  <a:gd name="T5" fmla="*/ 27 h 7"/>
                  <a:gd name="T6" fmla="*/ 0 w 7"/>
                  <a:gd name="T7" fmla="*/ 14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5"/>
                      <a:pt x="0" y="4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04" name="Freeform 2587">
                <a:extLst>
                  <a:ext uri="{FF2B5EF4-FFF2-40B4-BE49-F238E27FC236}">
                    <a16:creationId xmlns:a16="http://schemas.microsoft.com/office/drawing/2014/main" id="{B213CEDE-560B-4839-8ECC-A163288B1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828"/>
                <a:ext cx="11" cy="12"/>
              </a:xfrm>
              <a:custGeom>
                <a:avLst/>
                <a:gdLst>
                  <a:gd name="T0" fmla="*/ 14 w 7"/>
                  <a:gd name="T1" fmla="*/ 0 h 7"/>
                  <a:gd name="T2" fmla="*/ 27 w 7"/>
                  <a:gd name="T3" fmla="*/ 15 h 7"/>
                  <a:gd name="T4" fmla="*/ 14 w 7"/>
                  <a:gd name="T5" fmla="*/ 36 h 7"/>
                  <a:gd name="T6" fmla="*/ 5 w 7"/>
                  <a:gd name="T7" fmla="*/ 21 h 7"/>
                  <a:gd name="T8" fmla="*/ 14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05" name="Freeform 2588">
                <a:extLst>
                  <a:ext uri="{FF2B5EF4-FFF2-40B4-BE49-F238E27FC236}">
                    <a16:creationId xmlns:a16="http://schemas.microsoft.com/office/drawing/2014/main" id="{5C723B7A-1ED9-43E1-8AAD-4EA2D43A8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831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06" name="Freeform 2589">
                <a:extLst>
                  <a:ext uri="{FF2B5EF4-FFF2-40B4-BE49-F238E27FC236}">
                    <a16:creationId xmlns:a16="http://schemas.microsoft.com/office/drawing/2014/main" id="{40A42F4B-671C-4294-8C32-E115FDE0A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805"/>
                <a:ext cx="11" cy="11"/>
              </a:xfrm>
              <a:custGeom>
                <a:avLst/>
                <a:gdLst>
                  <a:gd name="T0" fmla="*/ 14 w 7"/>
                  <a:gd name="T1" fmla="*/ 0 h 7"/>
                  <a:gd name="T2" fmla="*/ 27 w 7"/>
                  <a:gd name="T3" fmla="*/ 13 h 7"/>
                  <a:gd name="T4" fmla="*/ 14 w 7"/>
                  <a:gd name="T5" fmla="*/ 27 h 7"/>
                  <a:gd name="T6" fmla="*/ 5 w 7"/>
                  <a:gd name="T7" fmla="*/ 14 h 7"/>
                  <a:gd name="T8" fmla="*/ 14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5" y="0"/>
                      <a:pt x="7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07" name="Freeform 2590">
                <a:extLst>
                  <a:ext uri="{FF2B5EF4-FFF2-40B4-BE49-F238E27FC236}">
                    <a16:creationId xmlns:a16="http://schemas.microsoft.com/office/drawing/2014/main" id="{29AE40C7-00CE-4B58-961D-04B3F738E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987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2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08" name="Freeform 2591">
                <a:extLst>
                  <a:ext uri="{FF2B5EF4-FFF2-40B4-BE49-F238E27FC236}">
                    <a16:creationId xmlns:a16="http://schemas.microsoft.com/office/drawing/2014/main" id="{68391780-A910-451C-BB41-6AC52FB44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982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2 w 7"/>
                  <a:gd name="T3" fmla="*/ 15 h 7"/>
                  <a:gd name="T4" fmla="*/ 14 w 7"/>
                  <a:gd name="T5" fmla="*/ 29 h 7"/>
                  <a:gd name="T6" fmla="*/ 0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7" y="5"/>
                      <a:pt x="5" y="6"/>
                      <a:pt x="4" y="6"/>
                    </a:cubicBezTo>
                    <a:cubicBezTo>
                      <a:pt x="2" y="7"/>
                      <a:pt x="0" y="5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09" name="Freeform 2592">
                <a:extLst>
                  <a:ext uri="{FF2B5EF4-FFF2-40B4-BE49-F238E27FC236}">
                    <a16:creationId xmlns:a16="http://schemas.microsoft.com/office/drawing/2014/main" id="{E36A1C67-71AD-4732-8B84-A0F8A5D8A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981"/>
                <a:ext cx="11" cy="11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3 h 7"/>
                  <a:gd name="T4" fmla="*/ 14 w 7"/>
                  <a:gd name="T5" fmla="*/ 22 h 7"/>
                  <a:gd name="T6" fmla="*/ 5 w 7"/>
                  <a:gd name="T7" fmla="*/ 14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6"/>
                    </a:cubicBezTo>
                    <a:cubicBezTo>
                      <a:pt x="2" y="7"/>
                      <a:pt x="1" y="5"/>
                      <a:pt x="1" y="4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10" name="Freeform 2593">
                <a:extLst>
                  <a:ext uri="{FF2B5EF4-FFF2-40B4-BE49-F238E27FC236}">
                    <a16:creationId xmlns:a16="http://schemas.microsoft.com/office/drawing/2014/main" id="{D300E0CA-629B-4D24-A2B8-C2D56DFAB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3012"/>
                <a:ext cx="11" cy="12"/>
              </a:xfrm>
              <a:custGeom>
                <a:avLst/>
                <a:gdLst>
                  <a:gd name="T0" fmla="*/ 13 w 7"/>
                  <a:gd name="T1" fmla="*/ 5 h 7"/>
                  <a:gd name="T2" fmla="*/ 27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7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11" name="Freeform 2594">
                <a:extLst>
                  <a:ext uri="{FF2B5EF4-FFF2-40B4-BE49-F238E27FC236}">
                    <a16:creationId xmlns:a16="http://schemas.microsoft.com/office/drawing/2014/main" id="{624E5F72-D743-4608-9769-72A20109C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3020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5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12" name="Freeform 2595">
                <a:extLst>
                  <a:ext uri="{FF2B5EF4-FFF2-40B4-BE49-F238E27FC236}">
                    <a16:creationId xmlns:a16="http://schemas.microsoft.com/office/drawing/2014/main" id="{B3C10491-68F2-4C60-85CE-F1B1BC499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3044"/>
                <a:ext cx="10" cy="10"/>
              </a:xfrm>
              <a:custGeom>
                <a:avLst/>
                <a:gdLst>
                  <a:gd name="T0" fmla="*/ 13 w 6"/>
                  <a:gd name="T1" fmla="*/ 0 h 6"/>
                  <a:gd name="T2" fmla="*/ 28 w 6"/>
                  <a:gd name="T3" fmla="*/ 13 h 6"/>
                  <a:gd name="T4" fmla="*/ 13 w 6"/>
                  <a:gd name="T5" fmla="*/ 28 h 6"/>
                  <a:gd name="T6" fmla="*/ 0 w 6"/>
                  <a:gd name="T7" fmla="*/ 13 h 6"/>
                  <a:gd name="T8" fmla="*/ 13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13" name="Freeform 2596">
                <a:extLst>
                  <a:ext uri="{FF2B5EF4-FFF2-40B4-BE49-F238E27FC236}">
                    <a16:creationId xmlns:a16="http://schemas.microsoft.com/office/drawing/2014/main" id="{005CA686-8CED-453F-92C1-127C0E76F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3057"/>
                <a:ext cx="11" cy="12"/>
              </a:xfrm>
              <a:custGeom>
                <a:avLst/>
                <a:gdLst>
                  <a:gd name="T0" fmla="*/ 13 w 7"/>
                  <a:gd name="T1" fmla="*/ 5 h 7"/>
                  <a:gd name="T2" fmla="*/ 22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6" y="2"/>
                      <a:pt x="6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14" name="Freeform 2597">
                <a:extLst>
                  <a:ext uri="{FF2B5EF4-FFF2-40B4-BE49-F238E27FC236}">
                    <a16:creationId xmlns:a16="http://schemas.microsoft.com/office/drawing/2014/main" id="{DC438DD4-36E6-490A-9EBD-48E4C7F95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3052"/>
                <a:ext cx="11" cy="12"/>
              </a:xfrm>
              <a:custGeom>
                <a:avLst/>
                <a:gdLst>
                  <a:gd name="T0" fmla="*/ 13 w 7"/>
                  <a:gd name="T1" fmla="*/ 5 h 7"/>
                  <a:gd name="T2" fmla="*/ 27 w 7"/>
                  <a:gd name="T3" fmla="*/ 15 h 7"/>
                  <a:gd name="T4" fmla="*/ 14 w 7"/>
                  <a:gd name="T5" fmla="*/ 36 h 7"/>
                  <a:gd name="T6" fmla="*/ 5 w 7"/>
                  <a:gd name="T7" fmla="*/ 21 h 7"/>
                  <a:gd name="T8" fmla="*/ 13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7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15" name="Freeform 2598">
                <a:extLst>
                  <a:ext uri="{FF2B5EF4-FFF2-40B4-BE49-F238E27FC236}">
                    <a16:creationId xmlns:a16="http://schemas.microsoft.com/office/drawing/2014/main" id="{61D5E326-D5A3-42B8-B6B5-82913995F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075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5 h 7"/>
                  <a:gd name="T4" fmla="*/ 14 w 7"/>
                  <a:gd name="T5" fmla="*/ 29 h 7"/>
                  <a:gd name="T6" fmla="*/ 0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6"/>
                    </a:cubicBezTo>
                    <a:cubicBezTo>
                      <a:pt x="2" y="7"/>
                      <a:pt x="0" y="5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16" name="Freeform 2599">
                <a:extLst>
                  <a:ext uri="{FF2B5EF4-FFF2-40B4-BE49-F238E27FC236}">
                    <a16:creationId xmlns:a16="http://schemas.microsoft.com/office/drawing/2014/main" id="{C3AD25B2-DF08-4C1A-95CF-B3309DCB2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098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17" name="Freeform 2600">
                <a:extLst>
                  <a:ext uri="{FF2B5EF4-FFF2-40B4-BE49-F238E27FC236}">
                    <a16:creationId xmlns:a16="http://schemas.microsoft.com/office/drawing/2014/main" id="{DC65BE8C-E089-4517-8595-6FEF9396E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3093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18" name="Freeform 2601">
                <a:extLst>
                  <a:ext uri="{FF2B5EF4-FFF2-40B4-BE49-F238E27FC236}">
                    <a16:creationId xmlns:a16="http://schemas.microsoft.com/office/drawing/2014/main" id="{75E0FC88-283D-4F94-84E5-F323FADC8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3087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2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19" name="Freeform 2602">
                <a:extLst>
                  <a:ext uri="{FF2B5EF4-FFF2-40B4-BE49-F238E27FC236}">
                    <a16:creationId xmlns:a16="http://schemas.microsoft.com/office/drawing/2014/main" id="{D0FD4AE7-A2AC-46F2-9820-04E019A39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3097"/>
                <a:ext cx="11" cy="11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3 h 7"/>
                  <a:gd name="T4" fmla="*/ 14 w 7"/>
                  <a:gd name="T5" fmla="*/ 22 h 7"/>
                  <a:gd name="T6" fmla="*/ 5 w 7"/>
                  <a:gd name="T7" fmla="*/ 14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6"/>
                    </a:cubicBezTo>
                    <a:cubicBezTo>
                      <a:pt x="2" y="7"/>
                      <a:pt x="1" y="5"/>
                      <a:pt x="1" y="4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20" name="Freeform 2603">
                <a:extLst>
                  <a:ext uri="{FF2B5EF4-FFF2-40B4-BE49-F238E27FC236}">
                    <a16:creationId xmlns:a16="http://schemas.microsoft.com/office/drawing/2014/main" id="{152FB325-3850-405D-810C-CE0B224A9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105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21" name="Freeform 2604">
                <a:extLst>
                  <a:ext uri="{FF2B5EF4-FFF2-40B4-BE49-F238E27FC236}">
                    <a16:creationId xmlns:a16="http://schemas.microsoft.com/office/drawing/2014/main" id="{B736B643-7801-48B9-9B0C-176806E3F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103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2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2"/>
                      <a:pt x="6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22" name="Freeform 2605">
                <a:extLst>
                  <a:ext uri="{FF2B5EF4-FFF2-40B4-BE49-F238E27FC236}">
                    <a16:creationId xmlns:a16="http://schemas.microsoft.com/office/drawing/2014/main" id="{1A5C3BFD-C51C-49AE-A0C9-CD5C3363D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3102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23" name="Freeform 2606">
                <a:extLst>
                  <a:ext uri="{FF2B5EF4-FFF2-40B4-BE49-F238E27FC236}">
                    <a16:creationId xmlns:a16="http://schemas.microsoft.com/office/drawing/2014/main" id="{87395F1B-ECAB-432D-A777-287D7F77C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085"/>
                <a:ext cx="10" cy="12"/>
              </a:xfrm>
              <a:custGeom>
                <a:avLst/>
                <a:gdLst>
                  <a:gd name="T0" fmla="*/ 13 w 6"/>
                  <a:gd name="T1" fmla="*/ 0 h 7"/>
                  <a:gd name="T2" fmla="*/ 28 w 6"/>
                  <a:gd name="T3" fmla="*/ 15 h 7"/>
                  <a:gd name="T4" fmla="*/ 13 w 6"/>
                  <a:gd name="T5" fmla="*/ 36 h 7"/>
                  <a:gd name="T6" fmla="*/ 0 w 6"/>
                  <a:gd name="T7" fmla="*/ 21 h 7"/>
                  <a:gd name="T8" fmla="*/ 13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24" name="Freeform 2607">
                <a:extLst>
                  <a:ext uri="{FF2B5EF4-FFF2-40B4-BE49-F238E27FC236}">
                    <a16:creationId xmlns:a16="http://schemas.microsoft.com/office/drawing/2014/main" id="{8474FE26-3ACC-4E8D-BBAC-412AB435F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3100"/>
                <a:ext cx="11" cy="12"/>
              </a:xfrm>
              <a:custGeom>
                <a:avLst/>
                <a:gdLst>
                  <a:gd name="T0" fmla="*/ 13 w 7"/>
                  <a:gd name="T1" fmla="*/ 5 h 7"/>
                  <a:gd name="T2" fmla="*/ 22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6" y="2"/>
                      <a:pt x="6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1929" name="Group 2608">
              <a:extLst>
                <a:ext uri="{FF2B5EF4-FFF2-40B4-BE49-F238E27FC236}">
                  <a16:creationId xmlns:a16="http://schemas.microsoft.com/office/drawing/2014/main" id="{E2C53FFE-ED6F-4E07-83D0-129C6B068B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83" y="2768"/>
              <a:ext cx="980" cy="461"/>
              <a:chOff x="3083" y="2768"/>
              <a:chExt cx="980" cy="461"/>
            </a:xfrm>
          </p:grpSpPr>
          <p:sp>
            <p:nvSpPr>
              <p:cNvPr id="82325" name="Freeform 2609">
                <a:extLst>
                  <a:ext uri="{FF2B5EF4-FFF2-40B4-BE49-F238E27FC236}">
                    <a16:creationId xmlns:a16="http://schemas.microsoft.com/office/drawing/2014/main" id="{E75F2903-ADF8-4092-8427-941DA1F6C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3097"/>
                <a:ext cx="11" cy="11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3 h 7"/>
                  <a:gd name="T4" fmla="*/ 14 w 7"/>
                  <a:gd name="T5" fmla="*/ 22 h 7"/>
                  <a:gd name="T6" fmla="*/ 0 w 7"/>
                  <a:gd name="T7" fmla="*/ 14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6"/>
                    </a:cubicBezTo>
                    <a:cubicBezTo>
                      <a:pt x="2" y="7"/>
                      <a:pt x="1" y="5"/>
                      <a:pt x="0" y="4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26" name="Freeform 2610">
                <a:extLst>
                  <a:ext uri="{FF2B5EF4-FFF2-40B4-BE49-F238E27FC236}">
                    <a16:creationId xmlns:a16="http://schemas.microsoft.com/office/drawing/2014/main" id="{79BEB5F4-C8EB-48B3-8AC1-F3C6F703C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3098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2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7" y="5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27" name="Freeform 2611">
                <a:extLst>
                  <a:ext uri="{FF2B5EF4-FFF2-40B4-BE49-F238E27FC236}">
                    <a16:creationId xmlns:a16="http://schemas.microsoft.com/office/drawing/2014/main" id="{D9944F3D-4AAA-42C6-AB02-3C712BE68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3082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28" name="Freeform 2612">
                <a:extLst>
                  <a:ext uri="{FF2B5EF4-FFF2-40B4-BE49-F238E27FC236}">
                    <a16:creationId xmlns:a16="http://schemas.microsoft.com/office/drawing/2014/main" id="{71CA3D03-0C03-4756-A9CC-71440B2B1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790"/>
                <a:ext cx="13" cy="15"/>
              </a:xfrm>
              <a:custGeom>
                <a:avLst/>
                <a:gdLst>
                  <a:gd name="T0" fmla="*/ 18 w 8"/>
                  <a:gd name="T1" fmla="*/ 5 h 9"/>
                  <a:gd name="T2" fmla="*/ 34 w 8"/>
                  <a:gd name="T3" fmla="*/ 20 h 9"/>
                  <a:gd name="T4" fmla="*/ 18 w 8"/>
                  <a:gd name="T5" fmla="*/ 42 h 9"/>
                  <a:gd name="T6" fmla="*/ 0 w 8"/>
                  <a:gd name="T7" fmla="*/ 22 h 9"/>
                  <a:gd name="T8" fmla="*/ 18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29" name="Freeform 2613">
                <a:extLst>
                  <a:ext uri="{FF2B5EF4-FFF2-40B4-BE49-F238E27FC236}">
                    <a16:creationId xmlns:a16="http://schemas.microsoft.com/office/drawing/2014/main" id="{684468E2-0254-4963-B995-8A3521470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780"/>
                <a:ext cx="12" cy="15"/>
              </a:xfrm>
              <a:custGeom>
                <a:avLst/>
                <a:gdLst>
                  <a:gd name="T0" fmla="*/ 14 w 8"/>
                  <a:gd name="T1" fmla="*/ 0 h 9"/>
                  <a:gd name="T2" fmla="*/ 27 w 8"/>
                  <a:gd name="T3" fmla="*/ 20 h 9"/>
                  <a:gd name="T4" fmla="*/ 14 w 8"/>
                  <a:gd name="T5" fmla="*/ 37 h 9"/>
                  <a:gd name="T6" fmla="*/ 0 w 8"/>
                  <a:gd name="T7" fmla="*/ 22 h 9"/>
                  <a:gd name="T8" fmla="*/ 1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30" name="Freeform 2614">
                <a:extLst>
                  <a:ext uri="{FF2B5EF4-FFF2-40B4-BE49-F238E27FC236}">
                    <a16:creationId xmlns:a16="http://schemas.microsoft.com/office/drawing/2014/main" id="{68D63F31-BB96-48A2-B894-4994C4047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768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4 w 8"/>
                  <a:gd name="T5" fmla="*/ 42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31" name="Freeform 2615">
                <a:extLst>
                  <a:ext uri="{FF2B5EF4-FFF2-40B4-BE49-F238E27FC236}">
                    <a16:creationId xmlns:a16="http://schemas.microsoft.com/office/drawing/2014/main" id="{89F9E36C-5360-4FC2-9F28-34EAF03E4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785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4 w 9"/>
                  <a:gd name="T3" fmla="*/ 20 h 9"/>
                  <a:gd name="T4" fmla="*/ 19 w 9"/>
                  <a:gd name="T5" fmla="*/ 42 h 9"/>
                  <a:gd name="T6" fmla="*/ 5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32" name="Freeform 2616">
                <a:extLst>
                  <a:ext uri="{FF2B5EF4-FFF2-40B4-BE49-F238E27FC236}">
                    <a16:creationId xmlns:a16="http://schemas.microsoft.com/office/drawing/2014/main" id="{731BBF6F-D095-41F1-8A6F-586CFDAB4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803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4 w 8"/>
                  <a:gd name="T5" fmla="*/ 42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33" name="Freeform 2617">
                <a:extLst>
                  <a:ext uri="{FF2B5EF4-FFF2-40B4-BE49-F238E27FC236}">
                    <a16:creationId xmlns:a16="http://schemas.microsoft.com/office/drawing/2014/main" id="{57D552BC-10AF-4537-BF95-3862F752D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816"/>
                <a:ext cx="14" cy="14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21 h 8"/>
                  <a:gd name="T4" fmla="*/ 19 w 9"/>
                  <a:gd name="T5" fmla="*/ 44 h 8"/>
                  <a:gd name="T6" fmla="*/ 0 w 9"/>
                  <a:gd name="T7" fmla="*/ 21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34" name="Freeform 2618">
                <a:extLst>
                  <a:ext uri="{FF2B5EF4-FFF2-40B4-BE49-F238E27FC236}">
                    <a16:creationId xmlns:a16="http://schemas.microsoft.com/office/drawing/2014/main" id="{ADF7954A-BCD8-42BB-A8BF-3AE0B69D1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835"/>
                <a:ext cx="12" cy="13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18 h 8"/>
                  <a:gd name="T4" fmla="*/ 14 w 8"/>
                  <a:gd name="T5" fmla="*/ 34 h 8"/>
                  <a:gd name="T6" fmla="*/ 0 w 8"/>
                  <a:gd name="T7" fmla="*/ 18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35" name="Freeform 2619">
                <a:extLst>
                  <a:ext uri="{FF2B5EF4-FFF2-40B4-BE49-F238E27FC236}">
                    <a16:creationId xmlns:a16="http://schemas.microsoft.com/office/drawing/2014/main" id="{5DA6A5FD-C513-4E96-8AFB-83D6DAF86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853"/>
                <a:ext cx="12" cy="15"/>
              </a:xfrm>
              <a:custGeom>
                <a:avLst/>
                <a:gdLst>
                  <a:gd name="T0" fmla="*/ 14 w 8"/>
                  <a:gd name="T1" fmla="*/ 0 h 9"/>
                  <a:gd name="T2" fmla="*/ 27 w 8"/>
                  <a:gd name="T3" fmla="*/ 20 h 9"/>
                  <a:gd name="T4" fmla="*/ 14 w 8"/>
                  <a:gd name="T5" fmla="*/ 37 h 9"/>
                  <a:gd name="T6" fmla="*/ 0 w 8"/>
                  <a:gd name="T7" fmla="*/ 22 h 9"/>
                  <a:gd name="T8" fmla="*/ 1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36" name="Freeform 2620">
                <a:extLst>
                  <a:ext uri="{FF2B5EF4-FFF2-40B4-BE49-F238E27FC236}">
                    <a16:creationId xmlns:a16="http://schemas.microsoft.com/office/drawing/2014/main" id="{4955AEA4-1D47-4581-BC07-F5D481A97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871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8 h 8"/>
                  <a:gd name="T4" fmla="*/ 19 w 9"/>
                  <a:gd name="T5" fmla="*/ 34 h 8"/>
                  <a:gd name="T6" fmla="*/ 5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37" name="Freeform 2621">
                <a:extLst>
                  <a:ext uri="{FF2B5EF4-FFF2-40B4-BE49-F238E27FC236}">
                    <a16:creationId xmlns:a16="http://schemas.microsoft.com/office/drawing/2014/main" id="{673DEB8A-125D-4DAB-9BD0-C030A6FB4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881"/>
                <a:ext cx="12" cy="15"/>
              </a:xfrm>
              <a:custGeom>
                <a:avLst/>
                <a:gdLst>
                  <a:gd name="T0" fmla="*/ 14 w 8"/>
                  <a:gd name="T1" fmla="*/ 0 h 9"/>
                  <a:gd name="T2" fmla="*/ 27 w 8"/>
                  <a:gd name="T3" fmla="*/ 20 h 9"/>
                  <a:gd name="T4" fmla="*/ 14 w 8"/>
                  <a:gd name="T5" fmla="*/ 37 h 9"/>
                  <a:gd name="T6" fmla="*/ 0 w 8"/>
                  <a:gd name="T7" fmla="*/ 22 h 9"/>
                  <a:gd name="T8" fmla="*/ 1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38" name="Freeform 2622">
                <a:extLst>
                  <a:ext uri="{FF2B5EF4-FFF2-40B4-BE49-F238E27FC236}">
                    <a16:creationId xmlns:a16="http://schemas.microsoft.com/office/drawing/2014/main" id="{3657AAB2-2ED6-4F2B-B6A2-52CEDE6E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856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42 h 9"/>
                  <a:gd name="T6" fmla="*/ 0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39" name="Freeform 2623">
                <a:extLst>
                  <a:ext uri="{FF2B5EF4-FFF2-40B4-BE49-F238E27FC236}">
                    <a16:creationId xmlns:a16="http://schemas.microsoft.com/office/drawing/2014/main" id="{4454CC6A-F3AA-406B-99DF-28D98A001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840"/>
                <a:ext cx="13" cy="15"/>
              </a:xfrm>
              <a:custGeom>
                <a:avLst/>
                <a:gdLst>
                  <a:gd name="T0" fmla="*/ 18 w 8"/>
                  <a:gd name="T1" fmla="*/ 0 h 9"/>
                  <a:gd name="T2" fmla="*/ 34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8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40" name="Freeform 2624">
                <a:extLst>
                  <a:ext uri="{FF2B5EF4-FFF2-40B4-BE49-F238E27FC236}">
                    <a16:creationId xmlns:a16="http://schemas.microsoft.com/office/drawing/2014/main" id="{FC6CE56E-6612-4EBC-9FFD-EF5C0C9D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803"/>
                <a:ext cx="14" cy="15"/>
              </a:xfrm>
              <a:custGeom>
                <a:avLst/>
                <a:gdLst>
                  <a:gd name="T0" fmla="*/ 14 w 9"/>
                  <a:gd name="T1" fmla="*/ 0 h 9"/>
                  <a:gd name="T2" fmla="*/ 34 w 9"/>
                  <a:gd name="T3" fmla="*/ 20 h 9"/>
                  <a:gd name="T4" fmla="*/ 19 w 9"/>
                  <a:gd name="T5" fmla="*/ 37 h 9"/>
                  <a:gd name="T6" fmla="*/ 5 w 9"/>
                  <a:gd name="T7" fmla="*/ 22 h 9"/>
                  <a:gd name="T8" fmla="*/ 14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41" name="Freeform 2625">
                <a:extLst>
                  <a:ext uri="{FF2B5EF4-FFF2-40B4-BE49-F238E27FC236}">
                    <a16:creationId xmlns:a16="http://schemas.microsoft.com/office/drawing/2014/main" id="{96A9C0EA-5E17-4C9A-B103-47CFBD49A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874"/>
                <a:ext cx="14" cy="14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21 h 8"/>
                  <a:gd name="T4" fmla="*/ 19 w 9"/>
                  <a:gd name="T5" fmla="*/ 44 h 8"/>
                  <a:gd name="T6" fmla="*/ 0 w 9"/>
                  <a:gd name="T7" fmla="*/ 21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42" name="Freeform 2626">
                <a:extLst>
                  <a:ext uri="{FF2B5EF4-FFF2-40B4-BE49-F238E27FC236}">
                    <a16:creationId xmlns:a16="http://schemas.microsoft.com/office/drawing/2014/main" id="{499F6B75-0440-48F6-9E51-C22C0286F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884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42 h 9"/>
                  <a:gd name="T6" fmla="*/ 0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43" name="Freeform 2627">
                <a:extLst>
                  <a:ext uri="{FF2B5EF4-FFF2-40B4-BE49-F238E27FC236}">
                    <a16:creationId xmlns:a16="http://schemas.microsoft.com/office/drawing/2014/main" id="{F1D2F3A2-4E2E-469C-B763-4A5AA4E72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893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4 w 8"/>
                  <a:gd name="T5" fmla="*/ 42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44" name="Freeform 2628">
                <a:extLst>
                  <a:ext uri="{FF2B5EF4-FFF2-40B4-BE49-F238E27FC236}">
                    <a16:creationId xmlns:a16="http://schemas.microsoft.com/office/drawing/2014/main" id="{1765223F-3002-42D2-A3DC-A92667880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909"/>
                <a:ext cx="14" cy="15"/>
              </a:xfrm>
              <a:custGeom>
                <a:avLst/>
                <a:gdLst>
                  <a:gd name="T0" fmla="*/ 14 w 9"/>
                  <a:gd name="T1" fmla="*/ 0 h 9"/>
                  <a:gd name="T2" fmla="*/ 34 w 9"/>
                  <a:gd name="T3" fmla="*/ 20 h 9"/>
                  <a:gd name="T4" fmla="*/ 19 w 9"/>
                  <a:gd name="T5" fmla="*/ 37 h 9"/>
                  <a:gd name="T6" fmla="*/ 5 w 9"/>
                  <a:gd name="T7" fmla="*/ 22 h 9"/>
                  <a:gd name="T8" fmla="*/ 14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45" name="Freeform 2629">
                <a:extLst>
                  <a:ext uri="{FF2B5EF4-FFF2-40B4-BE49-F238E27FC236}">
                    <a16:creationId xmlns:a16="http://schemas.microsoft.com/office/drawing/2014/main" id="{18B53C6E-091D-4808-984B-3205632F0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931"/>
                <a:ext cx="13" cy="15"/>
              </a:xfrm>
              <a:custGeom>
                <a:avLst/>
                <a:gdLst>
                  <a:gd name="T0" fmla="*/ 18 w 8"/>
                  <a:gd name="T1" fmla="*/ 5 h 9"/>
                  <a:gd name="T2" fmla="*/ 34 w 8"/>
                  <a:gd name="T3" fmla="*/ 20 h 9"/>
                  <a:gd name="T4" fmla="*/ 18 w 8"/>
                  <a:gd name="T5" fmla="*/ 42 h 9"/>
                  <a:gd name="T6" fmla="*/ 0 w 8"/>
                  <a:gd name="T7" fmla="*/ 22 h 9"/>
                  <a:gd name="T8" fmla="*/ 18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46" name="Freeform 2630">
                <a:extLst>
                  <a:ext uri="{FF2B5EF4-FFF2-40B4-BE49-F238E27FC236}">
                    <a16:creationId xmlns:a16="http://schemas.microsoft.com/office/drawing/2014/main" id="{5A25E886-0B10-4402-9472-08F4BED94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957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4 w 8"/>
                  <a:gd name="T5" fmla="*/ 42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47" name="Freeform 2631">
                <a:extLst>
                  <a:ext uri="{FF2B5EF4-FFF2-40B4-BE49-F238E27FC236}">
                    <a16:creationId xmlns:a16="http://schemas.microsoft.com/office/drawing/2014/main" id="{20D3F1BE-1F58-49E0-A20A-08987153D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961"/>
                <a:ext cx="14" cy="15"/>
              </a:xfrm>
              <a:custGeom>
                <a:avLst/>
                <a:gdLst>
                  <a:gd name="T0" fmla="*/ 14 w 9"/>
                  <a:gd name="T1" fmla="*/ 0 h 9"/>
                  <a:gd name="T2" fmla="*/ 34 w 9"/>
                  <a:gd name="T3" fmla="*/ 20 h 9"/>
                  <a:gd name="T4" fmla="*/ 19 w 9"/>
                  <a:gd name="T5" fmla="*/ 37 h 9"/>
                  <a:gd name="T6" fmla="*/ 5 w 9"/>
                  <a:gd name="T7" fmla="*/ 22 h 9"/>
                  <a:gd name="T8" fmla="*/ 14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48" name="Freeform 2632">
                <a:extLst>
                  <a:ext uri="{FF2B5EF4-FFF2-40B4-BE49-F238E27FC236}">
                    <a16:creationId xmlns:a16="http://schemas.microsoft.com/office/drawing/2014/main" id="{5B0E9D07-838C-410C-A3DA-E6ADE9CB1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3001"/>
                <a:ext cx="14" cy="14"/>
              </a:xfrm>
              <a:custGeom>
                <a:avLst/>
                <a:gdLst>
                  <a:gd name="T0" fmla="*/ 14 w 9"/>
                  <a:gd name="T1" fmla="*/ 5 h 9"/>
                  <a:gd name="T2" fmla="*/ 34 w 9"/>
                  <a:gd name="T3" fmla="*/ 14 h 9"/>
                  <a:gd name="T4" fmla="*/ 19 w 9"/>
                  <a:gd name="T5" fmla="*/ 34 h 9"/>
                  <a:gd name="T6" fmla="*/ 5 w 9"/>
                  <a:gd name="T7" fmla="*/ 19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49" name="Freeform 2633">
                <a:extLst>
                  <a:ext uri="{FF2B5EF4-FFF2-40B4-BE49-F238E27FC236}">
                    <a16:creationId xmlns:a16="http://schemas.microsoft.com/office/drawing/2014/main" id="{A322EB3D-7E28-40F1-826E-479C12A2B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3027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8 h 8"/>
                  <a:gd name="T4" fmla="*/ 19 w 9"/>
                  <a:gd name="T5" fmla="*/ 34 h 8"/>
                  <a:gd name="T6" fmla="*/ 0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50" name="Freeform 2634">
                <a:extLst>
                  <a:ext uri="{FF2B5EF4-FFF2-40B4-BE49-F238E27FC236}">
                    <a16:creationId xmlns:a16="http://schemas.microsoft.com/office/drawing/2014/main" id="{179A761E-F6B0-46B4-A052-C9F929B94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3045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4 w 9"/>
                  <a:gd name="T3" fmla="*/ 20 h 9"/>
                  <a:gd name="T4" fmla="*/ 19 w 9"/>
                  <a:gd name="T5" fmla="*/ 42 h 9"/>
                  <a:gd name="T6" fmla="*/ 5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51" name="Freeform 2635">
                <a:extLst>
                  <a:ext uri="{FF2B5EF4-FFF2-40B4-BE49-F238E27FC236}">
                    <a16:creationId xmlns:a16="http://schemas.microsoft.com/office/drawing/2014/main" id="{CB6FF992-736F-49A5-978F-E1FC74FB4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3060"/>
                <a:ext cx="12" cy="14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21 h 8"/>
                  <a:gd name="T4" fmla="*/ 14 w 8"/>
                  <a:gd name="T5" fmla="*/ 44 h 8"/>
                  <a:gd name="T6" fmla="*/ 0 w 8"/>
                  <a:gd name="T7" fmla="*/ 21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52" name="Freeform 2636">
                <a:extLst>
                  <a:ext uri="{FF2B5EF4-FFF2-40B4-BE49-F238E27FC236}">
                    <a16:creationId xmlns:a16="http://schemas.microsoft.com/office/drawing/2014/main" id="{FF1ADDC7-5EC9-4058-A95A-757B80AB2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083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4 w 8"/>
                  <a:gd name="T5" fmla="*/ 42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53" name="Freeform 2637">
                <a:extLst>
                  <a:ext uri="{FF2B5EF4-FFF2-40B4-BE49-F238E27FC236}">
                    <a16:creationId xmlns:a16="http://schemas.microsoft.com/office/drawing/2014/main" id="{43863F10-AF36-4855-8051-9075C39BE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3107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42 h 9"/>
                  <a:gd name="T6" fmla="*/ 0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54" name="Freeform 2638">
                <a:extLst>
                  <a:ext uri="{FF2B5EF4-FFF2-40B4-BE49-F238E27FC236}">
                    <a16:creationId xmlns:a16="http://schemas.microsoft.com/office/drawing/2014/main" id="{9F14C13D-1A8E-4515-883F-6290D96E0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098"/>
                <a:ext cx="14" cy="15"/>
              </a:xfrm>
              <a:custGeom>
                <a:avLst/>
                <a:gdLst>
                  <a:gd name="T0" fmla="*/ 14 w 9"/>
                  <a:gd name="T1" fmla="*/ 0 h 9"/>
                  <a:gd name="T2" fmla="*/ 34 w 9"/>
                  <a:gd name="T3" fmla="*/ 20 h 9"/>
                  <a:gd name="T4" fmla="*/ 19 w 9"/>
                  <a:gd name="T5" fmla="*/ 37 h 9"/>
                  <a:gd name="T6" fmla="*/ 5 w 9"/>
                  <a:gd name="T7" fmla="*/ 22 h 9"/>
                  <a:gd name="T8" fmla="*/ 14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55" name="Freeform 2639">
                <a:extLst>
                  <a:ext uri="{FF2B5EF4-FFF2-40B4-BE49-F238E27FC236}">
                    <a16:creationId xmlns:a16="http://schemas.microsoft.com/office/drawing/2014/main" id="{1DEB109A-FC5F-4DA5-8AD9-4328232C8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112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42 h 9"/>
                  <a:gd name="T6" fmla="*/ 0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56" name="Freeform 2640">
                <a:extLst>
                  <a:ext uri="{FF2B5EF4-FFF2-40B4-BE49-F238E27FC236}">
                    <a16:creationId xmlns:a16="http://schemas.microsoft.com/office/drawing/2014/main" id="{AC2CA906-F1DE-47E4-B051-DAFA343FD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3100"/>
                <a:ext cx="12" cy="15"/>
              </a:xfrm>
              <a:custGeom>
                <a:avLst/>
                <a:gdLst>
                  <a:gd name="T0" fmla="*/ 14 w 8"/>
                  <a:gd name="T1" fmla="*/ 0 h 9"/>
                  <a:gd name="T2" fmla="*/ 27 w 8"/>
                  <a:gd name="T3" fmla="*/ 20 h 9"/>
                  <a:gd name="T4" fmla="*/ 14 w 8"/>
                  <a:gd name="T5" fmla="*/ 37 h 9"/>
                  <a:gd name="T6" fmla="*/ 0 w 8"/>
                  <a:gd name="T7" fmla="*/ 22 h 9"/>
                  <a:gd name="T8" fmla="*/ 1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57" name="Freeform 2641">
                <a:extLst>
                  <a:ext uri="{FF2B5EF4-FFF2-40B4-BE49-F238E27FC236}">
                    <a16:creationId xmlns:a16="http://schemas.microsoft.com/office/drawing/2014/main" id="{722BB92C-2898-43B6-9DB8-5E267A7A7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3107"/>
                <a:ext cx="14" cy="15"/>
              </a:xfrm>
              <a:custGeom>
                <a:avLst/>
                <a:gdLst>
                  <a:gd name="T0" fmla="*/ 14 w 9"/>
                  <a:gd name="T1" fmla="*/ 0 h 9"/>
                  <a:gd name="T2" fmla="*/ 34 w 9"/>
                  <a:gd name="T3" fmla="*/ 20 h 9"/>
                  <a:gd name="T4" fmla="*/ 19 w 9"/>
                  <a:gd name="T5" fmla="*/ 37 h 9"/>
                  <a:gd name="T6" fmla="*/ 5 w 9"/>
                  <a:gd name="T7" fmla="*/ 22 h 9"/>
                  <a:gd name="T8" fmla="*/ 14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58" name="Freeform 2642">
                <a:extLst>
                  <a:ext uri="{FF2B5EF4-FFF2-40B4-BE49-F238E27FC236}">
                    <a16:creationId xmlns:a16="http://schemas.microsoft.com/office/drawing/2014/main" id="{50DEBF97-0A8B-4B44-9F6B-D904D5A71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3093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4 w 8"/>
                  <a:gd name="T5" fmla="*/ 42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59" name="Freeform 2643">
                <a:extLst>
                  <a:ext uri="{FF2B5EF4-FFF2-40B4-BE49-F238E27FC236}">
                    <a16:creationId xmlns:a16="http://schemas.microsoft.com/office/drawing/2014/main" id="{8AF9AB4B-DBEE-4C21-9EFC-0259D2117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3108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4 w 9"/>
                  <a:gd name="T3" fmla="*/ 20 h 9"/>
                  <a:gd name="T4" fmla="*/ 19 w 9"/>
                  <a:gd name="T5" fmla="*/ 42 h 9"/>
                  <a:gd name="T6" fmla="*/ 5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60" name="Freeform 2644">
                <a:extLst>
                  <a:ext uri="{FF2B5EF4-FFF2-40B4-BE49-F238E27FC236}">
                    <a16:creationId xmlns:a16="http://schemas.microsoft.com/office/drawing/2014/main" id="{02E139DF-8FDB-41C4-A3FB-D02BB7F13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3102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4 w 9"/>
                  <a:gd name="T3" fmla="*/ 20 h 9"/>
                  <a:gd name="T4" fmla="*/ 19 w 9"/>
                  <a:gd name="T5" fmla="*/ 42 h 9"/>
                  <a:gd name="T6" fmla="*/ 5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61" name="Freeform 2645">
                <a:extLst>
                  <a:ext uri="{FF2B5EF4-FFF2-40B4-BE49-F238E27FC236}">
                    <a16:creationId xmlns:a16="http://schemas.microsoft.com/office/drawing/2014/main" id="{CFD08DC6-7269-4288-85CF-F8D30362C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3130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8 h 8"/>
                  <a:gd name="T4" fmla="*/ 19 w 9"/>
                  <a:gd name="T5" fmla="*/ 34 h 8"/>
                  <a:gd name="T6" fmla="*/ 5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62" name="Freeform 2646">
                <a:extLst>
                  <a:ext uri="{FF2B5EF4-FFF2-40B4-BE49-F238E27FC236}">
                    <a16:creationId xmlns:a16="http://schemas.microsoft.com/office/drawing/2014/main" id="{3AD35D99-FE12-411C-8640-A18E409FF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3150"/>
                <a:ext cx="13" cy="15"/>
              </a:xfrm>
              <a:custGeom>
                <a:avLst/>
                <a:gdLst>
                  <a:gd name="T0" fmla="*/ 18 w 8"/>
                  <a:gd name="T1" fmla="*/ 5 h 9"/>
                  <a:gd name="T2" fmla="*/ 34 w 8"/>
                  <a:gd name="T3" fmla="*/ 20 h 9"/>
                  <a:gd name="T4" fmla="*/ 18 w 8"/>
                  <a:gd name="T5" fmla="*/ 42 h 9"/>
                  <a:gd name="T6" fmla="*/ 0 w 8"/>
                  <a:gd name="T7" fmla="*/ 22 h 9"/>
                  <a:gd name="T8" fmla="*/ 18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63" name="Freeform 2647">
                <a:extLst>
                  <a:ext uri="{FF2B5EF4-FFF2-40B4-BE49-F238E27FC236}">
                    <a16:creationId xmlns:a16="http://schemas.microsoft.com/office/drawing/2014/main" id="{A746A45C-8C9A-410C-8F3D-A68FA7E63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3173"/>
                <a:ext cx="12" cy="15"/>
              </a:xfrm>
              <a:custGeom>
                <a:avLst/>
                <a:gdLst>
                  <a:gd name="T0" fmla="*/ 14 w 8"/>
                  <a:gd name="T1" fmla="*/ 0 h 9"/>
                  <a:gd name="T2" fmla="*/ 27 w 8"/>
                  <a:gd name="T3" fmla="*/ 20 h 9"/>
                  <a:gd name="T4" fmla="*/ 14 w 8"/>
                  <a:gd name="T5" fmla="*/ 37 h 9"/>
                  <a:gd name="T6" fmla="*/ 0 w 8"/>
                  <a:gd name="T7" fmla="*/ 22 h 9"/>
                  <a:gd name="T8" fmla="*/ 1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64" name="Freeform 2648">
                <a:extLst>
                  <a:ext uri="{FF2B5EF4-FFF2-40B4-BE49-F238E27FC236}">
                    <a16:creationId xmlns:a16="http://schemas.microsoft.com/office/drawing/2014/main" id="{3B5F8E5B-0849-46DF-8257-F187274E2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150"/>
                <a:ext cx="13" cy="15"/>
              </a:xfrm>
              <a:custGeom>
                <a:avLst/>
                <a:gdLst>
                  <a:gd name="T0" fmla="*/ 18 w 8"/>
                  <a:gd name="T1" fmla="*/ 5 h 9"/>
                  <a:gd name="T2" fmla="*/ 34 w 8"/>
                  <a:gd name="T3" fmla="*/ 20 h 9"/>
                  <a:gd name="T4" fmla="*/ 18 w 8"/>
                  <a:gd name="T5" fmla="*/ 42 h 9"/>
                  <a:gd name="T6" fmla="*/ 0 w 8"/>
                  <a:gd name="T7" fmla="*/ 22 h 9"/>
                  <a:gd name="T8" fmla="*/ 18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65" name="Freeform 2649">
                <a:extLst>
                  <a:ext uri="{FF2B5EF4-FFF2-40B4-BE49-F238E27FC236}">
                    <a16:creationId xmlns:a16="http://schemas.microsoft.com/office/drawing/2014/main" id="{5425F43F-DDDE-4B18-904E-EEBD82B4B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3153"/>
                <a:ext cx="12" cy="15"/>
              </a:xfrm>
              <a:custGeom>
                <a:avLst/>
                <a:gdLst>
                  <a:gd name="T0" fmla="*/ 14 w 8"/>
                  <a:gd name="T1" fmla="*/ 0 h 9"/>
                  <a:gd name="T2" fmla="*/ 27 w 8"/>
                  <a:gd name="T3" fmla="*/ 20 h 9"/>
                  <a:gd name="T4" fmla="*/ 14 w 8"/>
                  <a:gd name="T5" fmla="*/ 37 h 9"/>
                  <a:gd name="T6" fmla="*/ 0 w 8"/>
                  <a:gd name="T7" fmla="*/ 22 h 9"/>
                  <a:gd name="T8" fmla="*/ 1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66" name="Freeform 2650">
                <a:extLst>
                  <a:ext uri="{FF2B5EF4-FFF2-40B4-BE49-F238E27FC236}">
                    <a16:creationId xmlns:a16="http://schemas.microsoft.com/office/drawing/2014/main" id="{0FF5B935-C594-4636-85BC-25A541D8D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3123"/>
                <a:ext cx="13" cy="15"/>
              </a:xfrm>
              <a:custGeom>
                <a:avLst/>
                <a:gdLst>
                  <a:gd name="T0" fmla="*/ 13 w 9"/>
                  <a:gd name="T1" fmla="*/ 5 h 9"/>
                  <a:gd name="T2" fmla="*/ 25 w 9"/>
                  <a:gd name="T3" fmla="*/ 20 h 9"/>
                  <a:gd name="T4" fmla="*/ 14 w 9"/>
                  <a:gd name="T5" fmla="*/ 42 h 9"/>
                  <a:gd name="T6" fmla="*/ 0 w 9"/>
                  <a:gd name="T7" fmla="*/ 22 h 9"/>
                  <a:gd name="T8" fmla="*/ 13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67" name="Freeform 2651">
                <a:extLst>
                  <a:ext uri="{FF2B5EF4-FFF2-40B4-BE49-F238E27FC236}">
                    <a16:creationId xmlns:a16="http://schemas.microsoft.com/office/drawing/2014/main" id="{37D5ED58-9AE0-4BCB-A759-F982029D8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3168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8 h 8"/>
                  <a:gd name="T4" fmla="*/ 19 w 9"/>
                  <a:gd name="T5" fmla="*/ 34 h 8"/>
                  <a:gd name="T6" fmla="*/ 0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68" name="Freeform 2652">
                <a:extLst>
                  <a:ext uri="{FF2B5EF4-FFF2-40B4-BE49-F238E27FC236}">
                    <a16:creationId xmlns:a16="http://schemas.microsoft.com/office/drawing/2014/main" id="{93BAE069-079A-4B4A-8AB8-E52E79C61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3188"/>
                <a:ext cx="14" cy="15"/>
              </a:xfrm>
              <a:custGeom>
                <a:avLst/>
                <a:gdLst>
                  <a:gd name="T0" fmla="*/ 14 w 9"/>
                  <a:gd name="T1" fmla="*/ 0 h 9"/>
                  <a:gd name="T2" fmla="*/ 34 w 9"/>
                  <a:gd name="T3" fmla="*/ 20 h 9"/>
                  <a:gd name="T4" fmla="*/ 19 w 9"/>
                  <a:gd name="T5" fmla="*/ 37 h 9"/>
                  <a:gd name="T6" fmla="*/ 5 w 9"/>
                  <a:gd name="T7" fmla="*/ 22 h 9"/>
                  <a:gd name="T8" fmla="*/ 14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69" name="Freeform 2653">
                <a:extLst>
                  <a:ext uri="{FF2B5EF4-FFF2-40B4-BE49-F238E27FC236}">
                    <a16:creationId xmlns:a16="http://schemas.microsoft.com/office/drawing/2014/main" id="{FA043781-6ACD-42A9-AE73-7EA8828C6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3206"/>
                <a:ext cx="14" cy="15"/>
              </a:xfrm>
              <a:custGeom>
                <a:avLst/>
                <a:gdLst>
                  <a:gd name="T0" fmla="*/ 14 w 9"/>
                  <a:gd name="T1" fmla="*/ 0 h 9"/>
                  <a:gd name="T2" fmla="*/ 34 w 9"/>
                  <a:gd name="T3" fmla="*/ 20 h 9"/>
                  <a:gd name="T4" fmla="*/ 19 w 9"/>
                  <a:gd name="T5" fmla="*/ 37 h 9"/>
                  <a:gd name="T6" fmla="*/ 5 w 9"/>
                  <a:gd name="T7" fmla="*/ 22 h 9"/>
                  <a:gd name="T8" fmla="*/ 14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70" name="Freeform 2654">
                <a:extLst>
                  <a:ext uri="{FF2B5EF4-FFF2-40B4-BE49-F238E27FC236}">
                    <a16:creationId xmlns:a16="http://schemas.microsoft.com/office/drawing/2014/main" id="{E0E09954-4800-4F42-87DF-7ED21CF9E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3211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8 h 8"/>
                  <a:gd name="T4" fmla="*/ 19 w 9"/>
                  <a:gd name="T5" fmla="*/ 34 h 8"/>
                  <a:gd name="T6" fmla="*/ 0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71" name="Freeform 2655">
                <a:extLst>
                  <a:ext uri="{FF2B5EF4-FFF2-40B4-BE49-F238E27FC236}">
                    <a16:creationId xmlns:a16="http://schemas.microsoft.com/office/drawing/2014/main" id="{4DAC99D5-8FBD-4D2F-8697-CC8FBBE7E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3195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4 w 8"/>
                  <a:gd name="T5" fmla="*/ 42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72" name="Freeform 2656">
                <a:extLst>
                  <a:ext uri="{FF2B5EF4-FFF2-40B4-BE49-F238E27FC236}">
                    <a16:creationId xmlns:a16="http://schemas.microsoft.com/office/drawing/2014/main" id="{1D7DE868-6445-4704-ABED-7B1CC2369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3090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4 w 9"/>
                  <a:gd name="T3" fmla="*/ 20 h 9"/>
                  <a:gd name="T4" fmla="*/ 19 w 9"/>
                  <a:gd name="T5" fmla="*/ 42 h 9"/>
                  <a:gd name="T6" fmla="*/ 5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73" name="Freeform 2657">
                <a:extLst>
                  <a:ext uri="{FF2B5EF4-FFF2-40B4-BE49-F238E27FC236}">
                    <a16:creationId xmlns:a16="http://schemas.microsoft.com/office/drawing/2014/main" id="{307898E4-C9C7-4873-8D49-5A11F31A6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3105"/>
                <a:ext cx="14" cy="15"/>
              </a:xfrm>
              <a:custGeom>
                <a:avLst/>
                <a:gdLst>
                  <a:gd name="T0" fmla="*/ 14 w 9"/>
                  <a:gd name="T1" fmla="*/ 0 h 9"/>
                  <a:gd name="T2" fmla="*/ 30 w 9"/>
                  <a:gd name="T3" fmla="*/ 20 h 9"/>
                  <a:gd name="T4" fmla="*/ 19 w 9"/>
                  <a:gd name="T5" fmla="*/ 37 h 9"/>
                  <a:gd name="T6" fmla="*/ 0 w 9"/>
                  <a:gd name="T7" fmla="*/ 22 h 9"/>
                  <a:gd name="T8" fmla="*/ 14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74" name="Freeform 2658">
                <a:extLst>
                  <a:ext uri="{FF2B5EF4-FFF2-40B4-BE49-F238E27FC236}">
                    <a16:creationId xmlns:a16="http://schemas.microsoft.com/office/drawing/2014/main" id="{9131DB6C-195F-48B9-A29C-9BCD9EE9B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870"/>
                <a:ext cx="12" cy="13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18 h 8"/>
                  <a:gd name="T4" fmla="*/ 14 w 8"/>
                  <a:gd name="T5" fmla="*/ 34 h 8"/>
                  <a:gd name="T6" fmla="*/ 0 w 8"/>
                  <a:gd name="T7" fmla="*/ 18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75" name="Freeform 2659">
                <a:extLst>
                  <a:ext uri="{FF2B5EF4-FFF2-40B4-BE49-F238E27FC236}">
                    <a16:creationId xmlns:a16="http://schemas.microsoft.com/office/drawing/2014/main" id="{96407606-8D70-45E1-8BFE-A9EEEBB46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81"/>
                <a:ext cx="13" cy="13"/>
              </a:xfrm>
              <a:custGeom>
                <a:avLst/>
                <a:gdLst>
                  <a:gd name="T0" fmla="*/ 18 w 8"/>
                  <a:gd name="T1" fmla="*/ 0 h 8"/>
                  <a:gd name="T2" fmla="*/ 34 w 8"/>
                  <a:gd name="T3" fmla="*/ 18 h 8"/>
                  <a:gd name="T4" fmla="*/ 18 w 8"/>
                  <a:gd name="T5" fmla="*/ 34 h 8"/>
                  <a:gd name="T6" fmla="*/ 0 w 8"/>
                  <a:gd name="T7" fmla="*/ 18 h 8"/>
                  <a:gd name="T8" fmla="*/ 1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76" name="Freeform 2660">
                <a:extLst>
                  <a:ext uri="{FF2B5EF4-FFF2-40B4-BE49-F238E27FC236}">
                    <a16:creationId xmlns:a16="http://schemas.microsoft.com/office/drawing/2014/main" id="{D68A746E-862A-4B52-BA00-F3E87BF1A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3014"/>
                <a:ext cx="14" cy="15"/>
              </a:xfrm>
              <a:custGeom>
                <a:avLst/>
                <a:gdLst>
                  <a:gd name="T0" fmla="*/ 14 w 9"/>
                  <a:gd name="T1" fmla="*/ 0 h 9"/>
                  <a:gd name="T2" fmla="*/ 30 w 9"/>
                  <a:gd name="T3" fmla="*/ 20 h 9"/>
                  <a:gd name="T4" fmla="*/ 19 w 9"/>
                  <a:gd name="T5" fmla="*/ 37 h 9"/>
                  <a:gd name="T6" fmla="*/ 0 w 9"/>
                  <a:gd name="T7" fmla="*/ 22 h 9"/>
                  <a:gd name="T8" fmla="*/ 14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77" name="Freeform 2661">
                <a:extLst>
                  <a:ext uri="{FF2B5EF4-FFF2-40B4-BE49-F238E27FC236}">
                    <a16:creationId xmlns:a16="http://schemas.microsoft.com/office/drawing/2014/main" id="{FF6C2259-832E-4D3C-82A3-9F1E567B4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120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8 h 8"/>
                  <a:gd name="T4" fmla="*/ 19 w 9"/>
                  <a:gd name="T5" fmla="*/ 34 h 8"/>
                  <a:gd name="T6" fmla="*/ 0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78" name="Freeform 2662">
                <a:extLst>
                  <a:ext uri="{FF2B5EF4-FFF2-40B4-BE49-F238E27FC236}">
                    <a16:creationId xmlns:a16="http://schemas.microsoft.com/office/drawing/2014/main" id="{37865A7B-0277-4163-92FD-4AAEFB2E6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790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3 h 8"/>
                  <a:gd name="T4" fmla="*/ 19 w 9"/>
                  <a:gd name="T5" fmla="*/ 34 h 8"/>
                  <a:gd name="T6" fmla="*/ 5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9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79" name="Freeform 2663">
                <a:extLst>
                  <a:ext uri="{FF2B5EF4-FFF2-40B4-BE49-F238E27FC236}">
                    <a16:creationId xmlns:a16="http://schemas.microsoft.com/office/drawing/2014/main" id="{FD58459A-5FF1-4EAC-9497-B769523E1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83"/>
                <a:ext cx="13" cy="13"/>
              </a:xfrm>
              <a:custGeom>
                <a:avLst/>
                <a:gdLst>
                  <a:gd name="T0" fmla="*/ 18 w 8"/>
                  <a:gd name="T1" fmla="*/ 0 h 8"/>
                  <a:gd name="T2" fmla="*/ 34 w 8"/>
                  <a:gd name="T3" fmla="*/ 13 h 8"/>
                  <a:gd name="T4" fmla="*/ 21 w 8"/>
                  <a:gd name="T5" fmla="*/ 34 h 8"/>
                  <a:gd name="T6" fmla="*/ 0 w 8"/>
                  <a:gd name="T7" fmla="*/ 18 h 8"/>
                  <a:gd name="T8" fmla="*/ 1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3"/>
                    </a:cubicBezTo>
                    <a:cubicBezTo>
                      <a:pt x="8" y="5"/>
                      <a:pt x="7" y="7"/>
                      <a:pt x="5" y="8"/>
                    </a:cubicBezTo>
                    <a:cubicBezTo>
                      <a:pt x="3" y="8"/>
                      <a:pt x="1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80" name="Freeform 2664">
                <a:extLst>
                  <a:ext uri="{FF2B5EF4-FFF2-40B4-BE49-F238E27FC236}">
                    <a16:creationId xmlns:a16="http://schemas.microsoft.com/office/drawing/2014/main" id="{5A12FC17-BF92-42AC-8E23-19AA15B9E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901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8 h 8"/>
                  <a:gd name="T4" fmla="*/ 19 w 9"/>
                  <a:gd name="T5" fmla="*/ 34 h 8"/>
                  <a:gd name="T6" fmla="*/ 5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81" name="Freeform 2665">
                <a:extLst>
                  <a:ext uri="{FF2B5EF4-FFF2-40B4-BE49-F238E27FC236}">
                    <a16:creationId xmlns:a16="http://schemas.microsoft.com/office/drawing/2014/main" id="{487FB099-BB69-4F8A-AE8A-19BD99702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3065"/>
                <a:ext cx="12" cy="13"/>
              </a:xfrm>
              <a:custGeom>
                <a:avLst/>
                <a:gdLst>
                  <a:gd name="T0" fmla="*/ 12 w 8"/>
                  <a:gd name="T1" fmla="*/ 0 h 8"/>
                  <a:gd name="T2" fmla="*/ 27 w 8"/>
                  <a:gd name="T3" fmla="*/ 18 h 8"/>
                  <a:gd name="T4" fmla="*/ 14 w 8"/>
                  <a:gd name="T5" fmla="*/ 34 h 8"/>
                  <a:gd name="T6" fmla="*/ 0 w 8"/>
                  <a:gd name="T7" fmla="*/ 21 h 8"/>
                  <a:gd name="T8" fmla="*/ 12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82" name="Freeform 2666">
                <a:extLst>
                  <a:ext uri="{FF2B5EF4-FFF2-40B4-BE49-F238E27FC236}">
                    <a16:creationId xmlns:a16="http://schemas.microsoft.com/office/drawing/2014/main" id="{54F9DD5E-F444-4B43-AF66-0708CE91C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845"/>
                <a:ext cx="12" cy="13"/>
              </a:xfrm>
              <a:custGeom>
                <a:avLst/>
                <a:gdLst>
                  <a:gd name="T0" fmla="*/ 12 w 8"/>
                  <a:gd name="T1" fmla="*/ 0 h 8"/>
                  <a:gd name="T2" fmla="*/ 27 w 8"/>
                  <a:gd name="T3" fmla="*/ 18 h 8"/>
                  <a:gd name="T4" fmla="*/ 14 w 8"/>
                  <a:gd name="T5" fmla="*/ 34 h 8"/>
                  <a:gd name="T6" fmla="*/ 0 w 8"/>
                  <a:gd name="T7" fmla="*/ 18 h 8"/>
                  <a:gd name="T8" fmla="*/ 12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83" name="Freeform 2667">
                <a:extLst>
                  <a:ext uri="{FF2B5EF4-FFF2-40B4-BE49-F238E27FC236}">
                    <a16:creationId xmlns:a16="http://schemas.microsoft.com/office/drawing/2014/main" id="{267CFE9A-E912-4BD8-A7B0-D3C6B8205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2825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4 w 9"/>
                  <a:gd name="T3" fmla="*/ 20 h 9"/>
                  <a:gd name="T4" fmla="*/ 19 w 9"/>
                  <a:gd name="T5" fmla="*/ 42 h 9"/>
                  <a:gd name="T6" fmla="*/ 5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84" name="Freeform 2668">
                <a:extLst>
                  <a:ext uri="{FF2B5EF4-FFF2-40B4-BE49-F238E27FC236}">
                    <a16:creationId xmlns:a16="http://schemas.microsoft.com/office/drawing/2014/main" id="{F389DB43-2921-47B1-A2C6-3F9EC867D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840"/>
                <a:ext cx="13" cy="13"/>
              </a:xfrm>
              <a:custGeom>
                <a:avLst/>
                <a:gdLst>
                  <a:gd name="T0" fmla="*/ 18 w 8"/>
                  <a:gd name="T1" fmla="*/ 0 h 8"/>
                  <a:gd name="T2" fmla="*/ 34 w 8"/>
                  <a:gd name="T3" fmla="*/ 13 h 8"/>
                  <a:gd name="T4" fmla="*/ 18 w 8"/>
                  <a:gd name="T5" fmla="*/ 34 h 8"/>
                  <a:gd name="T6" fmla="*/ 0 w 8"/>
                  <a:gd name="T7" fmla="*/ 18 h 8"/>
                  <a:gd name="T8" fmla="*/ 1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3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85" name="Freeform 2669">
                <a:extLst>
                  <a:ext uri="{FF2B5EF4-FFF2-40B4-BE49-F238E27FC236}">
                    <a16:creationId xmlns:a16="http://schemas.microsoft.com/office/drawing/2014/main" id="{8C059684-CABB-4C5C-9183-FC69F4A7B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825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8 h 8"/>
                  <a:gd name="T4" fmla="*/ 19 w 9"/>
                  <a:gd name="T5" fmla="*/ 34 h 8"/>
                  <a:gd name="T6" fmla="*/ 0 w 9"/>
                  <a:gd name="T7" fmla="*/ 21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86" name="Freeform 2670">
                <a:extLst>
                  <a:ext uri="{FF2B5EF4-FFF2-40B4-BE49-F238E27FC236}">
                    <a16:creationId xmlns:a16="http://schemas.microsoft.com/office/drawing/2014/main" id="{90C67F7B-454E-4658-80B6-6815E0EC2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797"/>
                <a:ext cx="12" cy="13"/>
              </a:xfrm>
              <a:custGeom>
                <a:avLst/>
                <a:gdLst>
                  <a:gd name="T0" fmla="*/ 12 w 8"/>
                  <a:gd name="T1" fmla="*/ 0 h 8"/>
                  <a:gd name="T2" fmla="*/ 27 w 8"/>
                  <a:gd name="T3" fmla="*/ 13 h 8"/>
                  <a:gd name="T4" fmla="*/ 14 w 8"/>
                  <a:gd name="T5" fmla="*/ 34 h 8"/>
                  <a:gd name="T6" fmla="*/ 0 w 8"/>
                  <a:gd name="T7" fmla="*/ 18 h 8"/>
                  <a:gd name="T8" fmla="*/ 12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6" y="0"/>
                      <a:pt x="7" y="1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87" name="Freeform 2671">
                <a:extLst>
                  <a:ext uri="{FF2B5EF4-FFF2-40B4-BE49-F238E27FC236}">
                    <a16:creationId xmlns:a16="http://schemas.microsoft.com/office/drawing/2014/main" id="{8817F08B-2413-452A-B056-8F0B9E521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2768"/>
                <a:ext cx="12" cy="14"/>
              </a:xfrm>
              <a:custGeom>
                <a:avLst/>
                <a:gdLst>
                  <a:gd name="T0" fmla="*/ 12 w 8"/>
                  <a:gd name="T1" fmla="*/ 0 h 8"/>
                  <a:gd name="T2" fmla="*/ 27 w 8"/>
                  <a:gd name="T3" fmla="*/ 21 h 8"/>
                  <a:gd name="T4" fmla="*/ 14 w 8"/>
                  <a:gd name="T5" fmla="*/ 44 h 8"/>
                  <a:gd name="T6" fmla="*/ 0 w 8"/>
                  <a:gd name="T7" fmla="*/ 28 h 8"/>
                  <a:gd name="T8" fmla="*/ 12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6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88" name="Freeform 2672">
                <a:extLst>
                  <a:ext uri="{FF2B5EF4-FFF2-40B4-BE49-F238E27FC236}">
                    <a16:creationId xmlns:a16="http://schemas.microsoft.com/office/drawing/2014/main" id="{3FD40648-1F0B-47E4-96A6-4F8731805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778"/>
                <a:ext cx="13" cy="14"/>
              </a:xfrm>
              <a:custGeom>
                <a:avLst/>
                <a:gdLst>
                  <a:gd name="T0" fmla="*/ 18 w 8"/>
                  <a:gd name="T1" fmla="*/ 0 h 8"/>
                  <a:gd name="T2" fmla="*/ 34 w 8"/>
                  <a:gd name="T3" fmla="*/ 21 h 8"/>
                  <a:gd name="T4" fmla="*/ 21 w 8"/>
                  <a:gd name="T5" fmla="*/ 44 h 8"/>
                  <a:gd name="T6" fmla="*/ 0 w 8"/>
                  <a:gd name="T7" fmla="*/ 28 h 8"/>
                  <a:gd name="T8" fmla="*/ 1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89" name="Freeform 2673">
                <a:extLst>
                  <a:ext uri="{FF2B5EF4-FFF2-40B4-BE49-F238E27FC236}">
                    <a16:creationId xmlns:a16="http://schemas.microsoft.com/office/drawing/2014/main" id="{3A8BD01D-39C2-4283-9DC1-80E5402B3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780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8 h 8"/>
                  <a:gd name="T4" fmla="*/ 19 w 9"/>
                  <a:gd name="T5" fmla="*/ 34 h 8"/>
                  <a:gd name="T6" fmla="*/ 0 w 9"/>
                  <a:gd name="T7" fmla="*/ 21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90" name="Freeform 2674">
                <a:extLst>
                  <a:ext uri="{FF2B5EF4-FFF2-40B4-BE49-F238E27FC236}">
                    <a16:creationId xmlns:a16="http://schemas.microsoft.com/office/drawing/2014/main" id="{138069E1-2F09-45D3-9F2B-C8F09347D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813"/>
                <a:ext cx="12" cy="13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13 h 8"/>
                  <a:gd name="T4" fmla="*/ 18 w 8"/>
                  <a:gd name="T5" fmla="*/ 34 h 8"/>
                  <a:gd name="T6" fmla="*/ 0 w 8"/>
                  <a:gd name="T7" fmla="*/ 18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3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91" name="Freeform 2675">
                <a:extLst>
                  <a:ext uri="{FF2B5EF4-FFF2-40B4-BE49-F238E27FC236}">
                    <a16:creationId xmlns:a16="http://schemas.microsoft.com/office/drawing/2014/main" id="{BA99765F-A4BF-467C-BCB6-D050566A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858"/>
                <a:ext cx="12" cy="13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13 h 8"/>
                  <a:gd name="T4" fmla="*/ 18 w 8"/>
                  <a:gd name="T5" fmla="*/ 34 h 8"/>
                  <a:gd name="T6" fmla="*/ 0 w 8"/>
                  <a:gd name="T7" fmla="*/ 18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3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92" name="Freeform 2676">
                <a:extLst>
                  <a:ext uri="{FF2B5EF4-FFF2-40B4-BE49-F238E27FC236}">
                    <a16:creationId xmlns:a16="http://schemas.microsoft.com/office/drawing/2014/main" id="{7A1B38EF-5E43-49EB-BAE7-AF2D90B1B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926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42 h 9"/>
                  <a:gd name="T6" fmla="*/ 0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93" name="Freeform 2677">
                <a:extLst>
                  <a:ext uri="{FF2B5EF4-FFF2-40B4-BE49-F238E27FC236}">
                    <a16:creationId xmlns:a16="http://schemas.microsoft.com/office/drawing/2014/main" id="{61E63B23-917A-4448-8D59-41AB77FF4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2878"/>
                <a:ext cx="13" cy="13"/>
              </a:xfrm>
              <a:custGeom>
                <a:avLst/>
                <a:gdLst>
                  <a:gd name="T0" fmla="*/ 18 w 8"/>
                  <a:gd name="T1" fmla="*/ 0 h 8"/>
                  <a:gd name="T2" fmla="*/ 34 w 8"/>
                  <a:gd name="T3" fmla="*/ 18 h 8"/>
                  <a:gd name="T4" fmla="*/ 21 w 8"/>
                  <a:gd name="T5" fmla="*/ 34 h 8"/>
                  <a:gd name="T6" fmla="*/ 0 w 8"/>
                  <a:gd name="T7" fmla="*/ 21 h 8"/>
                  <a:gd name="T8" fmla="*/ 1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94" name="Freeform 2678">
                <a:extLst>
                  <a:ext uri="{FF2B5EF4-FFF2-40B4-BE49-F238E27FC236}">
                    <a16:creationId xmlns:a16="http://schemas.microsoft.com/office/drawing/2014/main" id="{B88BBCDA-95E7-4114-95D4-BBF929551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860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8 h 8"/>
                  <a:gd name="T4" fmla="*/ 19 w 9"/>
                  <a:gd name="T5" fmla="*/ 34 h 8"/>
                  <a:gd name="T6" fmla="*/ 0 w 9"/>
                  <a:gd name="T7" fmla="*/ 21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95" name="Freeform 2679">
                <a:extLst>
                  <a:ext uri="{FF2B5EF4-FFF2-40B4-BE49-F238E27FC236}">
                    <a16:creationId xmlns:a16="http://schemas.microsoft.com/office/drawing/2014/main" id="{5B55E6E6-913A-4FDA-870D-2D711EAE7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806"/>
                <a:ext cx="12" cy="14"/>
              </a:xfrm>
              <a:custGeom>
                <a:avLst/>
                <a:gdLst>
                  <a:gd name="T0" fmla="*/ 12 w 8"/>
                  <a:gd name="T1" fmla="*/ 0 h 8"/>
                  <a:gd name="T2" fmla="*/ 27 w 8"/>
                  <a:gd name="T3" fmla="*/ 16 h 8"/>
                  <a:gd name="T4" fmla="*/ 14 w 8"/>
                  <a:gd name="T5" fmla="*/ 44 h 8"/>
                  <a:gd name="T6" fmla="*/ 0 w 8"/>
                  <a:gd name="T7" fmla="*/ 21 h 8"/>
                  <a:gd name="T8" fmla="*/ 12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6" y="0"/>
                      <a:pt x="7" y="1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96" name="Freeform 2680">
                <a:extLst>
                  <a:ext uri="{FF2B5EF4-FFF2-40B4-BE49-F238E27FC236}">
                    <a16:creationId xmlns:a16="http://schemas.microsoft.com/office/drawing/2014/main" id="{F0DFAC6F-7BE0-4AF3-8795-E1D8163F0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836"/>
                <a:ext cx="12" cy="15"/>
              </a:xfrm>
              <a:custGeom>
                <a:avLst/>
                <a:gdLst>
                  <a:gd name="T0" fmla="*/ 14 w 8"/>
                  <a:gd name="T1" fmla="*/ 0 h 9"/>
                  <a:gd name="T2" fmla="*/ 27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97" name="Freeform 2681">
                <a:extLst>
                  <a:ext uri="{FF2B5EF4-FFF2-40B4-BE49-F238E27FC236}">
                    <a16:creationId xmlns:a16="http://schemas.microsoft.com/office/drawing/2014/main" id="{D9430A93-5613-4573-9045-3F0FAAC6A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855"/>
                <a:ext cx="12" cy="13"/>
              </a:xfrm>
              <a:custGeom>
                <a:avLst/>
                <a:gdLst>
                  <a:gd name="T0" fmla="*/ 12 w 8"/>
                  <a:gd name="T1" fmla="*/ 0 h 8"/>
                  <a:gd name="T2" fmla="*/ 27 w 8"/>
                  <a:gd name="T3" fmla="*/ 18 h 8"/>
                  <a:gd name="T4" fmla="*/ 14 w 8"/>
                  <a:gd name="T5" fmla="*/ 34 h 8"/>
                  <a:gd name="T6" fmla="*/ 0 w 8"/>
                  <a:gd name="T7" fmla="*/ 21 h 8"/>
                  <a:gd name="T8" fmla="*/ 12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6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98" name="Freeform 2682">
                <a:extLst>
                  <a:ext uri="{FF2B5EF4-FFF2-40B4-BE49-F238E27FC236}">
                    <a16:creationId xmlns:a16="http://schemas.microsoft.com/office/drawing/2014/main" id="{DC26D297-7664-43E2-B273-9048119B3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860"/>
                <a:ext cx="12" cy="13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13 h 8"/>
                  <a:gd name="T4" fmla="*/ 18 w 8"/>
                  <a:gd name="T5" fmla="*/ 34 h 8"/>
                  <a:gd name="T6" fmla="*/ 0 w 8"/>
                  <a:gd name="T7" fmla="*/ 18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3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99" name="Freeform 2683">
                <a:extLst>
                  <a:ext uri="{FF2B5EF4-FFF2-40B4-BE49-F238E27FC236}">
                    <a16:creationId xmlns:a16="http://schemas.microsoft.com/office/drawing/2014/main" id="{72715AA4-3C77-424F-B9A4-080F67118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881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8 h 8"/>
                  <a:gd name="T4" fmla="*/ 19 w 9"/>
                  <a:gd name="T5" fmla="*/ 34 h 8"/>
                  <a:gd name="T6" fmla="*/ 5 w 9"/>
                  <a:gd name="T7" fmla="*/ 21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00" name="Freeform 2684">
                <a:extLst>
                  <a:ext uri="{FF2B5EF4-FFF2-40B4-BE49-F238E27FC236}">
                    <a16:creationId xmlns:a16="http://schemas.microsoft.com/office/drawing/2014/main" id="{F77A28C7-EAAE-45DF-ABC4-561016907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840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8 h 8"/>
                  <a:gd name="T4" fmla="*/ 19 w 9"/>
                  <a:gd name="T5" fmla="*/ 34 h 8"/>
                  <a:gd name="T6" fmla="*/ 0 w 9"/>
                  <a:gd name="T7" fmla="*/ 21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01" name="Freeform 2685">
                <a:extLst>
                  <a:ext uri="{FF2B5EF4-FFF2-40B4-BE49-F238E27FC236}">
                    <a16:creationId xmlns:a16="http://schemas.microsoft.com/office/drawing/2014/main" id="{2DAF40E7-DF33-411E-B8AA-22C1D6B1F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025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02" name="Freeform 2686">
                <a:extLst>
                  <a:ext uri="{FF2B5EF4-FFF2-40B4-BE49-F238E27FC236}">
                    <a16:creationId xmlns:a16="http://schemas.microsoft.com/office/drawing/2014/main" id="{89E73E92-14A9-492B-85A8-B16321252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989"/>
                <a:ext cx="8" cy="10"/>
              </a:xfrm>
              <a:custGeom>
                <a:avLst/>
                <a:gdLst>
                  <a:gd name="T0" fmla="*/ 8 w 5"/>
                  <a:gd name="T1" fmla="*/ 5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20 h 6"/>
                  <a:gd name="T8" fmla="*/ 8 w 5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4" y="0"/>
                      <a:pt x="5" y="2"/>
                      <a:pt x="5" y="3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03" name="Freeform 2687">
                <a:extLst>
                  <a:ext uri="{FF2B5EF4-FFF2-40B4-BE49-F238E27FC236}">
                    <a16:creationId xmlns:a16="http://schemas.microsoft.com/office/drawing/2014/main" id="{2A5ED693-7BF1-4EBA-9FC4-C688CE3F6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89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8 h 6"/>
                  <a:gd name="T4" fmla="*/ 12 w 6"/>
                  <a:gd name="T5" fmla="*/ 22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6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04" name="Freeform 2688">
                <a:extLst>
                  <a:ext uri="{FF2B5EF4-FFF2-40B4-BE49-F238E27FC236}">
                    <a16:creationId xmlns:a16="http://schemas.microsoft.com/office/drawing/2014/main" id="{C8924867-0972-420D-8E83-079E682CC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019"/>
                <a:ext cx="7" cy="10"/>
              </a:xfrm>
              <a:custGeom>
                <a:avLst/>
                <a:gdLst>
                  <a:gd name="T0" fmla="*/ 6 w 5"/>
                  <a:gd name="T1" fmla="*/ 0 h 6"/>
                  <a:gd name="T2" fmla="*/ 14 w 5"/>
                  <a:gd name="T3" fmla="*/ 8 h 6"/>
                  <a:gd name="T4" fmla="*/ 8 w 5"/>
                  <a:gd name="T5" fmla="*/ 22 h 6"/>
                  <a:gd name="T6" fmla="*/ 0 w 5"/>
                  <a:gd name="T7" fmla="*/ 13 h 6"/>
                  <a:gd name="T8" fmla="*/ 6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05" name="Freeform 2689">
                <a:extLst>
                  <a:ext uri="{FF2B5EF4-FFF2-40B4-BE49-F238E27FC236}">
                    <a16:creationId xmlns:a16="http://schemas.microsoft.com/office/drawing/2014/main" id="{56FF3B1C-AAF8-4EEA-BEB7-BB9B7A3C9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3042"/>
                <a:ext cx="10" cy="10"/>
              </a:xfrm>
              <a:custGeom>
                <a:avLst/>
                <a:gdLst>
                  <a:gd name="T0" fmla="*/ 8 w 6"/>
                  <a:gd name="T1" fmla="*/ 0 h 6"/>
                  <a:gd name="T2" fmla="*/ 22 w 6"/>
                  <a:gd name="T3" fmla="*/ 13 h 6"/>
                  <a:gd name="T4" fmla="*/ 13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06" name="Freeform 2690">
                <a:extLst>
                  <a:ext uri="{FF2B5EF4-FFF2-40B4-BE49-F238E27FC236}">
                    <a16:creationId xmlns:a16="http://schemas.microsoft.com/office/drawing/2014/main" id="{9EE471CD-2953-4B6D-BBF4-0A44E3C39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3098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20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07" name="Freeform 2691">
                <a:extLst>
                  <a:ext uri="{FF2B5EF4-FFF2-40B4-BE49-F238E27FC236}">
                    <a16:creationId xmlns:a16="http://schemas.microsoft.com/office/drawing/2014/main" id="{78931ABE-E9F2-4E32-B6BC-28F941925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3095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8 h 6"/>
                  <a:gd name="T4" fmla="*/ 13 w 5"/>
                  <a:gd name="T5" fmla="*/ 22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08" name="Freeform 2692">
                <a:extLst>
                  <a:ext uri="{FF2B5EF4-FFF2-40B4-BE49-F238E27FC236}">
                    <a16:creationId xmlns:a16="http://schemas.microsoft.com/office/drawing/2014/main" id="{8D92B504-660E-45D0-AC20-3C47C85E6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108"/>
                <a:ext cx="10" cy="10"/>
              </a:xfrm>
              <a:custGeom>
                <a:avLst/>
                <a:gdLst>
                  <a:gd name="T0" fmla="*/ 13 w 6"/>
                  <a:gd name="T1" fmla="*/ 5 h 6"/>
                  <a:gd name="T2" fmla="*/ 28 w 6"/>
                  <a:gd name="T3" fmla="*/ 13 h 6"/>
                  <a:gd name="T4" fmla="*/ 13 w 6"/>
                  <a:gd name="T5" fmla="*/ 28 h 6"/>
                  <a:gd name="T6" fmla="*/ 0 w 6"/>
                  <a:gd name="T7" fmla="*/ 20 h 6"/>
                  <a:gd name="T8" fmla="*/ 13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0"/>
                      <a:pt x="6" y="2"/>
                      <a:pt x="6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09" name="Freeform 2693">
                <a:extLst>
                  <a:ext uri="{FF2B5EF4-FFF2-40B4-BE49-F238E27FC236}">
                    <a16:creationId xmlns:a16="http://schemas.microsoft.com/office/drawing/2014/main" id="{7A657178-D957-4901-8D01-E2FAFCAF3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130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4 w 6"/>
                  <a:gd name="T5" fmla="*/ 28 h 6"/>
                  <a:gd name="T6" fmla="*/ 5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10" name="Freeform 2694">
                <a:extLst>
                  <a:ext uri="{FF2B5EF4-FFF2-40B4-BE49-F238E27FC236}">
                    <a16:creationId xmlns:a16="http://schemas.microsoft.com/office/drawing/2014/main" id="{5384BA6A-A00A-40C8-84F1-81AD8E6AA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3148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4 w 6"/>
                  <a:gd name="T5" fmla="*/ 28 h 6"/>
                  <a:gd name="T6" fmla="*/ 5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11" name="Freeform 2695">
                <a:extLst>
                  <a:ext uri="{FF2B5EF4-FFF2-40B4-BE49-F238E27FC236}">
                    <a16:creationId xmlns:a16="http://schemas.microsoft.com/office/drawing/2014/main" id="{CE0B3D30-1E70-406C-9C21-828F39F8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171"/>
                <a:ext cx="10" cy="9"/>
              </a:xfrm>
              <a:custGeom>
                <a:avLst/>
                <a:gdLst>
                  <a:gd name="T0" fmla="*/ 13 w 6"/>
                  <a:gd name="T1" fmla="*/ 0 h 5"/>
                  <a:gd name="T2" fmla="*/ 28 w 6"/>
                  <a:gd name="T3" fmla="*/ 13 h 5"/>
                  <a:gd name="T4" fmla="*/ 20 w 6"/>
                  <a:gd name="T5" fmla="*/ 29 h 5"/>
                  <a:gd name="T6" fmla="*/ 5 w 6"/>
                  <a:gd name="T7" fmla="*/ 16 h 5"/>
                  <a:gd name="T8" fmla="*/ 13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12" name="Freeform 2696">
                <a:extLst>
                  <a:ext uri="{FF2B5EF4-FFF2-40B4-BE49-F238E27FC236}">
                    <a16:creationId xmlns:a16="http://schemas.microsoft.com/office/drawing/2014/main" id="{69DFDA0B-E883-4452-8AA1-1EDF9D252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200"/>
                <a:ext cx="10" cy="10"/>
              </a:xfrm>
              <a:custGeom>
                <a:avLst/>
                <a:gdLst>
                  <a:gd name="T0" fmla="*/ 13 w 6"/>
                  <a:gd name="T1" fmla="*/ 0 h 6"/>
                  <a:gd name="T2" fmla="*/ 28 w 6"/>
                  <a:gd name="T3" fmla="*/ 13 h 6"/>
                  <a:gd name="T4" fmla="*/ 13 w 6"/>
                  <a:gd name="T5" fmla="*/ 28 h 6"/>
                  <a:gd name="T6" fmla="*/ 0 w 6"/>
                  <a:gd name="T7" fmla="*/ 13 h 6"/>
                  <a:gd name="T8" fmla="*/ 13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13" name="Freeform 2697">
                <a:extLst>
                  <a:ext uri="{FF2B5EF4-FFF2-40B4-BE49-F238E27FC236}">
                    <a16:creationId xmlns:a16="http://schemas.microsoft.com/office/drawing/2014/main" id="{B7F987FE-DA3C-4F1B-A9BE-1821372DD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3191"/>
                <a:ext cx="9" cy="10"/>
              </a:xfrm>
              <a:custGeom>
                <a:avLst/>
                <a:gdLst>
                  <a:gd name="T0" fmla="*/ 8 w 6"/>
                  <a:gd name="T1" fmla="*/ 0 h 6"/>
                  <a:gd name="T2" fmla="*/ 18 w 6"/>
                  <a:gd name="T3" fmla="*/ 8 h 6"/>
                  <a:gd name="T4" fmla="*/ 12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14" name="Freeform 2698">
                <a:extLst>
                  <a:ext uri="{FF2B5EF4-FFF2-40B4-BE49-F238E27FC236}">
                    <a16:creationId xmlns:a16="http://schemas.microsoft.com/office/drawing/2014/main" id="{40F61B17-C622-49B1-B08E-6ACEDB06A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3211"/>
                <a:ext cx="10" cy="8"/>
              </a:xfrm>
              <a:custGeom>
                <a:avLst/>
                <a:gdLst>
                  <a:gd name="T0" fmla="*/ 13 w 6"/>
                  <a:gd name="T1" fmla="*/ 0 h 5"/>
                  <a:gd name="T2" fmla="*/ 28 w 6"/>
                  <a:gd name="T3" fmla="*/ 8 h 5"/>
                  <a:gd name="T4" fmla="*/ 20 w 6"/>
                  <a:gd name="T5" fmla="*/ 21 h 5"/>
                  <a:gd name="T6" fmla="*/ 5 w 6"/>
                  <a:gd name="T7" fmla="*/ 13 h 5"/>
                  <a:gd name="T8" fmla="*/ 13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15" name="Freeform 2699">
                <a:extLst>
                  <a:ext uri="{FF2B5EF4-FFF2-40B4-BE49-F238E27FC236}">
                    <a16:creationId xmlns:a16="http://schemas.microsoft.com/office/drawing/2014/main" id="{C3DBFAB9-A332-4A8F-8EC2-69BBEC43F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186"/>
                <a:ext cx="10" cy="10"/>
              </a:xfrm>
              <a:custGeom>
                <a:avLst/>
                <a:gdLst>
                  <a:gd name="T0" fmla="*/ 8 w 6"/>
                  <a:gd name="T1" fmla="*/ 0 h 6"/>
                  <a:gd name="T2" fmla="*/ 22 w 6"/>
                  <a:gd name="T3" fmla="*/ 13 h 6"/>
                  <a:gd name="T4" fmla="*/ 13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16" name="Freeform 2700">
                <a:extLst>
                  <a:ext uri="{FF2B5EF4-FFF2-40B4-BE49-F238E27FC236}">
                    <a16:creationId xmlns:a16="http://schemas.microsoft.com/office/drawing/2014/main" id="{4042DB92-A0F8-4D0D-8255-95F44DCB0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176"/>
                <a:ext cx="9" cy="9"/>
              </a:xfrm>
              <a:custGeom>
                <a:avLst/>
                <a:gdLst>
                  <a:gd name="T0" fmla="*/ 8 w 6"/>
                  <a:gd name="T1" fmla="*/ 0 h 5"/>
                  <a:gd name="T2" fmla="*/ 18 w 6"/>
                  <a:gd name="T3" fmla="*/ 13 h 5"/>
                  <a:gd name="T4" fmla="*/ 12 w 6"/>
                  <a:gd name="T5" fmla="*/ 29 h 5"/>
                  <a:gd name="T6" fmla="*/ 0 w 6"/>
                  <a:gd name="T7" fmla="*/ 16 h 5"/>
                  <a:gd name="T8" fmla="*/ 8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17" name="Freeform 2701">
                <a:extLst>
                  <a:ext uri="{FF2B5EF4-FFF2-40B4-BE49-F238E27FC236}">
                    <a16:creationId xmlns:a16="http://schemas.microsoft.com/office/drawing/2014/main" id="{4C165945-8701-4AA1-9D7A-CD9D10F0F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3176"/>
                <a:ext cx="9" cy="10"/>
              </a:xfrm>
              <a:custGeom>
                <a:avLst/>
                <a:gdLst>
                  <a:gd name="T0" fmla="*/ 8 w 6"/>
                  <a:gd name="T1" fmla="*/ 0 h 6"/>
                  <a:gd name="T2" fmla="*/ 21 w 6"/>
                  <a:gd name="T3" fmla="*/ 8 h 6"/>
                  <a:gd name="T4" fmla="*/ 12 w 6"/>
                  <a:gd name="T5" fmla="*/ 22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6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18" name="Freeform 2702">
                <a:extLst>
                  <a:ext uri="{FF2B5EF4-FFF2-40B4-BE49-F238E27FC236}">
                    <a16:creationId xmlns:a16="http://schemas.microsoft.com/office/drawing/2014/main" id="{D3AF6A46-F10D-4CBA-A848-BDFD5E687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163"/>
                <a:ext cx="9" cy="8"/>
              </a:xfrm>
              <a:custGeom>
                <a:avLst/>
                <a:gdLst>
                  <a:gd name="T0" fmla="*/ 8 w 6"/>
                  <a:gd name="T1" fmla="*/ 0 h 5"/>
                  <a:gd name="T2" fmla="*/ 18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8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19" name="Freeform 2703">
                <a:extLst>
                  <a:ext uri="{FF2B5EF4-FFF2-40B4-BE49-F238E27FC236}">
                    <a16:creationId xmlns:a16="http://schemas.microsoft.com/office/drawing/2014/main" id="{5311FEA6-FC41-473E-BFBC-C8E42955A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151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20" name="Freeform 2704">
                <a:extLst>
                  <a:ext uri="{FF2B5EF4-FFF2-40B4-BE49-F238E27FC236}">
                    <a16:creationId xmlns:a16="http://schemas.microsoft.com/office/drawing/2014/main" id="{C28003F3-47A6-4F30-801C-35455D7C4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3195"/>
                <a:ext cx="9" cy="10"/>
              </a:xfrm>
              <a:custGeom>
                <a:avLst/>
                <a:gdLst>
                  <a:gd name="T0" fmla="*/ 8 w 6"/>
                  <a:gd name="T1" fmla="*/ 5 h 6"/>
                  <a:gd name="T2" fmla="*/ 18 w 6"/>
                  <a:gd name="T3" fmla="*/ 13 h 6"/>
                  <a:gd name="T4" fmla="*/ 12 w 6"/>
                  <a:gd name="T5" fmla="*/ 28 h 6"/>
                  <a:gd name="T6" fmla="*/ 0 w 6"/>
                  <a:gd name="T7" fmla="*/ 20 h 6"/>
                  <a:gd name="T8" fmla="*/ 8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21" name="Freeform 2705">
                <a:extLst>
                  <a:ext uri="{FF2B5EF4-FFF2-40B4-BE49-F238E27FC236}">
                    <a16:creationId xmlns:a16="http://schemas.microsoft.com/office/drawing/2014/main" id="{31704F1B-47B6-479E-AA3E-8ECE16289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198"/>
                <a:ext cx="10" cy="10"/>
              </a:xfrm>
              <a:custGeom>
                <a:avLst/>
                <a:gdLst>
                  <a:gd name="T0" fmla="*/ 13 w 6"/>
                  <a:gd name="T1" fmla="*/ 0 h 6"/>
                  <a:gd name="T2" fmla="*/ 28 w 6"/>
                  <a:gd name="T3" fmla="*/ 8 h 6"/>
                  <a:gd name="T4" fmla="*/ 13 w 6"/>
                  <a:gd name="T5" fmla="*/ 22 h 6"/>
                  <a:gd name="T6" fmla="*/ 0 w 6"/>
                  <a:gd name="T7" fmla="*/ 13 h 6"/>
                  <a:gd name="T8" fmla="*/ 13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22" name="Freeform 2706">
                <a:extLst>
                  <a:ext uri="{FF2B5EF4-FFF2-40B4-BE49-F238E27FC236}">
                    <a16:creationId xmlns:a16="http://schemas.microsoft.com/office/drawing/2014/main" id="{9C8A65C5-4256-43F4-89DD-9BFEFBAF9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205"/>
                <a:ext cx="9" cy="9"/>
              </a:xfrm>
              <a:custGeom>
                <a:avLst/>
                <a:gdLst>
                  <a:gd name="T0" fmla="*/ 8 w 6"/>
                  <a:gd name="T1" fmla="*/ 0 h 6"/>
                  <a:gd name="T2" fmla="*/ 18 w 6"/>
                  <a:gd name="T3" fmla="*/ 8 h 6"/>
                  <a:gd name="T4" fmla="*/ 12 w 6"/>
                  <a:gd name="T5" fmla="*/ 18 h 6"/>
                  <a:gd name="T6" fmla="*/ 0 w 6"/>
                  <a:gd name="T7" fmla="*/ 12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23" name="Freeform 2707">
                <a:extLst>
                  <a:ext uri="{FF2B5EF4-FFF2-40B4-BE49-F238E27FC236}">
                    <a16:creationId xmlns:a16="http://schemas.microsoft.com/office/drawing/2014/main" id="{3643DC83-F605-4CE7-BAB8-30D1EFBE6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166"/>
                <a:ext cx="10" cy="9"/>
              </a:xfrm>
              <a:custGeom>
                <a:avLst/>
                <a:gdLst>
                  <a:gd name="T0" fmla="*/ 13 w 6"/>
                  <a:gd name="T1" fmla="*/ 0 h 5"/>
                  <a:gd name="T2" fmla="*/ 28 w 6"/>
                  <a:gd name="T3" fmla="*/ 13 h 5"/>
                  <a:gd name="T4" fmla="*/ 13 w 6"/>
                  <a:gd name="T5" fmla="*/ 29 h 5"/>
                  <a:gd name="T6" fmla="*/ 0 w 6"/>
                  <a:gd name="T7" fmla="*/ 16 h 5"/>
                  <a:gd name="T8" fmla="*/ 13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24" name="Freeform 2708">
                <a:extLst>
                  <a:ext uri="{FF2B5EF4-FFF2-40B4-BE49-F238E27FC236}">
                    <a16:creationId xmlns:a16="http://schemas.microsoft.com/office/drawing/2014/main" id="{1ABFC710-EDA7-44C1-979E-5B71B1131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3170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25" name="Freeform 2709">
                <a:extLst>
                  <a:ext uri="{FF2B5EF4-FFF2-40B4-BE49-F238E27FC236}">
                    <a16:creationId xmlns:a16="http://schemas.microsoft.com/office/drawing/2014/main" id="{2356128C-D6B9-4666-B90D-21E859C30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977"/>
                <a:ext cx="8" cy="9"/>
              </a:xfrm>
              <a:custGeom>
                <a:avLst/>
                <a:gdLst>
                  <a:gd name="T0" fmla="*/ 8 w 5"/>
                  <a:gd name="T1" fmla="*/ 0 h 5"/>
                  <a:gd name="T2" fmla="*/ 21 w 5"/>
                  <a:gd name="T3" fmla="*/ 13 h 5"/>
                  <a:gd name="T4" fmla="*/ 13 w 5"/>
                  <a:gd name="T5" fmla="*/ 29 h 5"/>
                  <a:gd name="T6" fmla="*/ 0 w 5"/>
                  <a:gd name="T7" fmla="*/ 16 h 5"/>
                  <a:gd name="T8" fmla="*/ 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26" name="Freeform 2710">
                <a:extLst>
                  <a:ext uri="{FF2B5EF4-FFF2-40B4-BE49-F238E27FC236}">
                    <a16:creationId xmlns:a16="http://schemas.microsoft.com/office/drawing/2014/main" id="{79D8E7F3-B1A6-4A0C-B669-D2368B752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997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27" name="Freeform 2711">
                <a:extLst>
                  <a:ext uri="{FF2B5EF4-FFF2-40B4-BE49-F238E27FC236}">
                    <a16:creationId xmlns:a16="http://schemas.microsoft.com/office/drawing/2014/main" id="{D2E0B369-416B-4607-A0D6-58F757610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984"/>
                <a:ext cx="8" cy="8"/>
              </a:xfrm>
              <a:custGeom>
                <a:avLst/>
                <a:gdLst>
                  <a:gd name="T0" fmla="*/ 8 w 5"/>
                  <a:gd name="T1" fmla="*/ 0 h 5"/>
                  <a:gd name="T2" fmla="*/ 21 w 5"/>
                  <a:gd name="T3" fmla="*/ 8 h 5"/>
                  <a:gd name="T4" fmla="*/ 13 w 5"/>
                  <a:gd name="T5" fmla="*/ 21 h 5"/>
                  <a:gd name="T6" fmla="*/ 0 w 5"/>
                  <a:gd name="T7" fmla="*/ 13 h 5"/>
                  <a:gd name="T8" fmla="*/ 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28" name="Freeform 2712">
                <a:extLst>
                  <a:ext uri="{FF2B5EF4-FFF2-40B4-BE49-F238E27FC236}">
                    <a16:creationId xmlns:a16="http://schemas.microsoft.com/office/drawing/2014/main" id="{5E844A88-BBBB-45E0-8A8F-38DC0BE6A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967"/>
                <a:ext cx="9" cy="9"/>
              </a:xfrm>
              <a:custGeom>
                <a:avLst/>
                <a:gdLst>
                  <a:gd name="T0" fmla="*/ 8 w 6"/>
                  <a:gd name="T1" fmla="*/ 0 h 5"/>
                  <a:gd name="T2" fmla="*/ 18 w 6"/>
                  <a:gd name="T3" fmla="*/ 13 h 5"/>
                  <a:gd name="T4" fmla="*/ 12 w 6"/>
                  <a:gd name="T5" fmla="*/ 29 h 5"/>
                  <a:gd name="T6" fmla="*/ 0 w 6"/>
                  <a:gd name="T7" fmla="*/ 16 h 5"/>
                  <a:gd name="T8" fmla="*/ 8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29" name="Freeform 2713">
                <a:extLst>
                  <a:ext uri="{FF2B5EF4-FFF2-40B4-BE49-F238E27FC236}">
                    <a16:creationId xmlns:a16="http://schemas.microsoft.com/office/drawing/2014/main" id="{45EBE53C-7415-4412-8B10-60FBBC0DF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979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30" name="Freeform 2714">
                <a:extLst>
                  <a:ext uri="{FF2B5EF4-FFF2-40B4-BE49-F238E27FC236}">
                    <a16:creationId xmlns:a16="http://schemas.microsoft.com/office/drawing/2014/main" id="{E425706E-FD22-4672-A3CB-EB8ACF328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2999"/>
                <a:ext cx="9" cy="10"/>
              </a:xfrm>
              <a:custGeom>
                <a:avLst/>
                <a:gdLst>
                  <a:gd name="T0" fmla="*/ 8 w 6"/>
                  <a:gd name="T1" fmla="*/ 0 h 6"/>
                  <a:gd name="T2" fmla="*/ 18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31" name="Freeform 2715">
                <a:extLst>
                  <a:ext uri="{FF2B5EF4-FFF2-40B4-BE49-F238E27FC236}">
                    <a16:creationId xmlns:a16="http://schemas.microsoft.com/office/drawing/2014/main" id="{C2BBA582-1436-43F6-8C59-AC0CC4D1F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3012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8 h 6"/>
                  <a:gd name="T4" fmla="*/ 13 w 5"/>
                  <a:gd name="T5" fmla="*/ 22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32" name="Freeform 2716">
                <a:extLst>
                  <a:ext uri="{FF2B5EF4-FFF2-40B4-BE49-F238E27FC236}">
                    <a16:creationId xmlns:a16="http://schemas.microsoft.com/office/drawing/2014/main" id="{E0E47C3B-763C-407C-9BC3-2EFF4791D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987"/>
                <a:ext cx="10" cy="9"/>
              </a:xfrm>
              <a:custGeom>
                <a:avLst/>
                <a:gdLst>
                  <a:gd name="T0" fmla="*/ 8 w 6"/>
                  <a:gd name="T1" fmla="*/ 0 h 5"/>
                  <a:gd name="T2" fmla="*/ 22 w 6"/>
                  <a:gd name="T3" fmla="*/ 13 h 5"/>
                  <a:gd name="T4" fmla="*/ 13 w 6"/>
                  <a:gd name="T5" fmla="*/ 29 h 5"/>
                  <a:gd name="T6" fmla="*/ 0 w 6"/>
                  <a:gd name="T7" fmla="*/ 16 h 5"/>
                  <a:gd name="T8" fmla="*/ 8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33" name="Freeform 2717">
                <a:extLst>
                  <a:ext uri="{FF2B5EF4-FFF2-40B4-BE49-F238E27FC236}">
                    <a16:creationId xmlns:a16="http://schemas.microsoft.com/office/drawing/2014/main" id="{F53DB525-1ABC-48BE-A4EE-3C16F4DEC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939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34" name="Freeform 2718">
                <a:extLst>
                  <a:ext uri="{FF2B5EF4-FFF2-40B4-BE49-F238E27FC236}">
                    <a16:creationId xmlns:a16="http://schemas.microsoft.com/office/drawing/2014/main" id="{F091FBD8-CD10-47D6-B2EC-54E4B840C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899"/>
                <a:ext cx="10" cy="9"/>
              </a:xfrm>
              <a:custGeom>
                <a:avLst/>
                <a:gdLst>
                  <a:gd name="T0" fmla="*/ 8 w 6"/>
                  <a:gd name="T1" fmla="*/ 0 h 5"/>
                  <a:gd name="T2" fmla="*/ 22 w 6"/>
                  <a:gd name="T3" fmla="*/ 13 h 5"/>
                  <a:gd name="T4" fmla="*/ 13 w 6"/>
                  <a:gd name="T5" fmla="*/ 29 h 5"/>
                  <a:gd name="T6" fmla="*/ 0 w 6"/>
                  <a:gd name="T7" fmla="*/ 16 h 5"/>
                  <a:gd name="T8" fmla="*/ 8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35" name="Freeform 2719">
                <a:extLst>
                  <a:ext uri="{FF2B5EF4-FFF2-40B4-BE49-F238E27FC236}">
                    <a16:creationId xmlns:a16="http://schemas.microsoft.com/office/drawing/2014/main" id="{71EE9016-748E-459E-9A06-5028D6F22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2911"/>
                <a:ext cx="9" cy="8"/>
              </a:xfrm>
              <a:custGeom>
                <a:avLst/>
                <a:gdLst>
                  <a:gd name="T0" fmla="*/ 12 w 6"/>
                  <a:gd name="T1" fmla="*/ 0 h 5"/>
                  <a:gd name="T2" fmla="*/ 21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12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36" name="Freeform 2720">
                <a:extLst>
                  <a:ext uri="{FF2B5EF4-FFF2-40B4-BE49-F238E27FC236}">
                    <a16:creationId xmlns:a16="http://schemas.microsoft.com/office/drawing/2014/main" id="{3B5EA622-F253-4350-8CAC-37DD06087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986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37" name="Freeform 2721">
                <a:extLst>
                  <a:ext uri="{FF2B5EF4-FFF2-40B4-BE49-F238E27FC236}">
                    <a16:creationId xmlns:a16="http://schemas.microsoft.com/office/drawing/2014/main" id="{42E237F9-53C5-4CBC-B3C0-5AA28CBD7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989"/>
                <a:ext cx="7" cy="8"/>
              </a:xfrm>
              <a:custGeom>
                <a:avLst/>
                <a:gdLst>
                  <a:gd name="T0" fmla="*/ 6 w 5"/>
                  <a:gd name="T1" fmla="*/ 0 h 5"/>
                  <a:gd name="T2" fmla="*/ 14 w 5"/>
                  <a:gd name="T3" fmla="*/ 8 h 5"/>
                  <a:gd name="T4" fmla="*/ 8 w 5"/>
                  <a:gd name="T5" fmla="*/ 21 h 5"/>
                  <a:gd name="T6" fmla="*/ 0 w 5"/>
                  <a:gd name="T7" fmla="*/ 13 h 5"/>
                  <a:gd name="T8" fmla="*/ 6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38" name="Freeform 2722">
                <a:extLst>
                  <a:ext uri="{FF2B5EF4-FFF2-40B4-BE49-F238E27FC236}">
                    <a16:creationId xmlns:a16="http://schemas.microsoft.com/office/drawing/2014/main" id="{2DA90E2F-94E6-48D7-B417-F620AB68E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3017"/>
                <a:ext cx="9" cy="8"/>
              </a:xfrm>
              <a:custGeom>
                <a:avLst/>
                <a:gdLst>
                  <a:gd name="T0" fmla="*/ 8 w 6"/>
                  <a:gd name="T1" fmla="*/ 0 h 5"/>
                  <a:gd name="T2" fmla="*/ 18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8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39" name="Freeform 2723">
                <a:extLst>
                  <a:ext uri="{FF2B5EF4-FFF2-40B4-BE49-F238E27FC236}">
                    <a16:creationId xmlns:a16="http://schemas.microsoft.com/office/drawing/2014/main" id="{AB188A1F-D551-4AEA-876D-401DE4945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3025"/>
                <a:ext cx="8" cy="9"/>
              </a:xfrm>
              <a:custGeom>
                <a:avLst/>
                <a:gdLst>
                  <a:gd name="T0" fmla="*/ 8 w 5"/>
                  <a:gd name="T1" fmla="*/ 0 h 5"/>
                  <a:gd name="T2" fmla="*/ 21 w 5"/>
                  <a:gd name="T3" fmla="*/ 13 h 5"/>
                  <a:gd name="T4" fmla="*/ 13 w 5"/>
                  <a:gd name="T5" fmla="*/ 29 h 5"/>
                  <a:gd name="T6" fmla="*/ 0 w 5"/>
                  <a:gd name="T7" fmla="*/ 16 h 5"/>
                  <a:gd name="T8" fmla="*/ 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40" name="Freeform 2724">
                <a:extLst>
                  <a:ext uri="{FF2B5EF4-FFF2-40B4-BE49-F238E27FC236}">
                    <a16:creationId xmlns:a16="http://schemas.microsoft.com/office/drawing/2014/main" id="{7BC6CB56-A95A-40E1-8409-C08A8EFE4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3049"/>
                <a:ext cx="10" cy="10"/>
              </a:xfrm>
              <a:custGeom>
                <a:avLst/>
                <a:gdLst>
                  <a:gd name="T0" fmla="*/ 13 w 6"/>
                  <a:gd name="T1" fmla="*/ 0 h 6"/>
                  <a:gd name="T2" fmla="*/ 28 w 6"/>
                  <a:gd name="T3" fmla="*/ 13 h 6"/>
                  <a:gd name="T4" fmla="*/ 13 w 6"/>
                  <a:gd name="T5" fmla="*/ 28 h 6"/>
                  <a:gd name="T6" fmla="*/ 0 w 6"/>
                  <a:gd name="T7" fmla="*/ 13 h 6"/>
                  <a:gd name="T8" fmla="*/ 13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41" name="Freeform 2725">
                <a:extLst>
                  <a:ext uri="{FF2B5EF4-FFF2-40B4-BE49-F238E27FC236}">
                    <a16:creationId xmlns:a16="http://schemas.microsoft.com/office/drawing/2014/main" id="{02F4DF09-F9A5-470C-AB81-22D9C88D2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3030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42" name="Freeform 2726">
                <a:extLst>
                  <a:ext uri="{FF2B5EF4-FFF2-40B4-BE49-F238E27FC236}">
                    <a16:creationId xmlns:a16="http://schemas.microsoft.com/office/drawing/2014/main" id="{3E3718A6-F5C2-4745-8F3D-2242EEABF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987"/>
                <a:ext cx="10" cy="10"/>
              </a:xfrm>
              <a:custGeom>
                <a:avLst/>
                <a:gdLst>
                  <a:gd name="T0" fmla="*/ 8 w 6"/>
                  <a:gd name="T1" fmla="*/ 0 h 6"/>
                  <a:gd name="T2" fmla="*/ 22 w 6"/>
                  <a:gd name="T3" fmla="*/ 8 h 6"/>
                  <a:gd name="T4" fmla="*/ 13 w 6"/>
                  <a:gd name="T5" fmla="*/ 22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43" name="Freeform 2727">
                <a:extLst>
                  <a:ext uri="{FF2B5EF4-FFF2-40B4-BE49-F238E27FC236}">
                    <a16:creationId xmlns:a16="http://schemas.microsoft.com/office/drawing/2014/main" id="{9B342E5D-8DF7-4B71-A6AC-C772F9E3C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991"/>
                <a:ext cx="8" cy="8"/>
              </a:xfrm>
              <a:custGeom>
                <a:avLst/>
                <a:gdLst>
                  <a:gd name="T0" fmla="*/ 8 w 5"/>
                  <a:gd name="T1" fmla="*/ 0 h 5"/>
                  <a:gd name="T2" fmla="*/ 21 w 5"/>
                  <a:gd name="T3" fmla="*/ 8 h 5"/>
                  <a:gd name="T4" fmla="*/ 13 w 5"/>
                  <a:gd name="T5" fmla="*/ 21 h 5"/>
                  <a:gd name="T6" fmla="*/ 0 w 5"/>
                  <a:gd name="T7" fmla="*/ 13 h 5"/>
                  <a:gd name="T8" fmla="*/ 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44" name="Freeform 2728">
                <a:extLst>
                  <a:ext uri="{FF2B5EF4-FFF2-40B4-BE49-F238E27FC236}">
                    <a16:creationId xmlns:a16="http://schemas.microsoft.com/office/drawing/2014/main" id="{CE32BF7A-41E8-42BC-833D-633BC5EC7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3010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45" name="Freeform 2729">
                <a:extLst>
                  <a:ext uri="{FF2B5EF4-FFF2-40B4-BE49-F238E27FC236}">
                    <a16:creationId xmlns:a16="http://schemas.microsoft.com/office/drawing/2014/main" id="{64F227B9-D356-49C8-B3E3-307013D52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3015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46" name="Freeform 2730">
                <a:extLst>
                  <a:ext uri="{FF2B5EF4-FFF2-40B4-BE49-F238E27FC236}">
                    <a16:creationId xmlns:a16="http://schemas.microsoft.com/office/drawing/2014/main" id="{1E9666C2-166D-48A0-9623-7B972D944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979"/>
                <a:ext cx="10" cy="10"/>
              </a:xfrm>
              <a:custGeom>
                <a:avLst/>
                <a:gdLst>
                  <a:gd name="T0" fmla="*/ 8 w 6"/>
                  <a:gd name="T1" fmla="*/ 0 h 6"/>
                  <a:gd name="T2" fmla="*/ 22 w 6"/>
                  <a:gd name="T3" fmla="*/ 13 h 6"/>
                  <a:gd name="T4" fmla="*/ 13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47" name="Freeform 2731">
                <a:extLst>
                  <a:ext uri="{FF2B5EF4-FFF2-40B4-BE49-F238E27FC236}">
                    <a16:creationId xmlns:a16="http://schemas.microsoft.com/office/drawing/2014/main" id="{B8DE3BB7-9618-4AC9-BDCE-492E1576E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3002"/>
                <a:ext cx="10" cy="8"/>
              </a:xfrm>
              <a:custGeom>
                <a:avLst/>
                <a:gdLst>
                  <a:gd name="T0" fmla="*/ 8 w 6"/>
                  <a:gd name="T1" fmla="*/ 0 h 5"/>
                  <a:gd name="T2" fmla="*/ 22 w 6"/>
                  <a:gd name="T3" fmla="*/ 8 h 5"/>
                  <a:gd name="T4" fmla="*/ 13 w 6"/>
                  <a:gd name="T5" fmla="*/ 21 h 5"/>
                  <a:gd name="T6" fmla="*/ 0 w 6"/>
                  <a:gd name="T7" fmla="*/ 13 h 5"/>
                  <a:gd name="T8" fmla="*/ 8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48" name="Freeform 2732">
                <a:extLst>
                  <a:ext uri="{FF2B5EF4-FFF2-40B4-BE49-F238E27FC236}">
                    <a16:creationId xmlns:a16="http://schemas.microsoft.com/office/drawing/2014/main" id="{AB762A9C-3E0D-49A9-BB3F-41BD47639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977"/>
                <a:ext cx="7" cy="10"/>
              </a:xfrm>
              <a:custGeom>
                <a:avLst/>
                <a:gdLst>
                  <a:gd name="T0" fmla="*/ 6 w 5"/>
                  <a:gd name="T1" fmla="*/ 0 h 6"/>
                  <a:gd name="T2" fmla="*/ 14 w 5"/>
                  <a:gd name="T3" fmla="*/ 13 h 6"/>
                  <a:gd name="T4" fmla="*/ 8 w 5"/>
                  <a:gd name="T5" fmla="*/ 28 h 6"/>
                  <a:gd name="T6" fmla="*/ 0 w 5"/>
                  <a:gd name="T7" fmla="*/ 13 h 6"/>
                  <a:gd name="T8" fmla="*/ 6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49" name="Freeform 2733">
                <a:extLst>
                  <a:ext uri="{FF2B5EF4-FFF2-40B4-BE49-F238E27FC236}">
                    <a16:creationId xmlns:a16="http://schemas.microsoft.com/office/drawing/2014/main" id="{6C32418A-1A57-46B3-8932-6B61E83AD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956"/>
                <a:ext cx="7" cy="10"/>
              </a:xfrm>
              <a:custGeom>
                <a:avLst/>
                <a:gdLst>
                  <a:gd name="T0" fmla="*/ 6 w 5"/>
                  <a:gd name="T1" fmla="*/ 0 h 6"/>
                  <a:gd name="T2" fmla="*/ 14 w 5"/>
                  <a:gd name="T3" fmla="*/ 13 h 6"/>
                  <a:gd name="T4" fmla="*/ 8 w 5"/>
                  <a:gd name="T5" fmla="*/ 28 h 6"/>
                  <a:gd name="T6" fmla="*/ 0 w 5"/>
                  <a:gd name="T7" fmla="*/ 13 h 6"/>
                  <a:gd name="T8" fmla="*/ 6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50" name="Freeform 2734">
                <a:extLst>
                  <a:ext uri="{FF2B5EF4-FFF2-40B4-BE49-F238E27FC236}">
                    <a16:creationId xmlns:a16="http://schemas.microsoft.com/office/drawing/2014/main" id="{0553A27D-8590-4CF8-B802-7123763B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919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8 h 6"/>
                  <a:gd name="T4" fmla="*/ 13 w 5"/>
                  <a:gd name="T5" fmla="*/ 22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51" name="Freeform 2735">
                <a:extLst>
                  <a:ext uri="{FF2B5EF4-FFF2-40B4-BE49-F238E27FC236}">
                    <a16:creationId xmlns:a16="http://schemas.microsoft.com/office/drawing/2014/main" id="{F8359FCB-2182-4AF7-8152-55182FF4A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803"/>
                <a:ext cx="9" cy="8"/>
              </a:xfrm>
              <a:custGeom>
                <a:avLst/>
                <a:gdLst>
                  <a:gd name="T0" fmla="*/ 12 w 6"/>
                  <a:gd name="T1" fmla="*/ 0 h 5"/>
                  <a:gd name="T2" fmla="*/ 21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12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52" name="Freeform 2736">
                <a:extLst>
                  <a:ext uri="{FF2B5EF4-FFF2-40B4-BE49-F238E27FC236}">
                    <a16:creationId xmlns:a16="http://schemas.microsoft.com/office/drawing/2014/main" id="{FE2C6846-0124-4D20-8968-8C80845DF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825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8 h 6"/>
                  <a:gd name="T4" fmla="*/ 13 w 5"/>
                  <a:gd name="T5" fmla="*/ 22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53" name="Freeform 2737">
                <a:extLst>
                  <a:ext uri="{FF2B5EF4-FFF2-40B4-BE49-F238E27FC236}">
                    <a16:creationId xmlns:a16="http://schemas.microsoft.com/office/drawing/2014/main" id="{36E322EE-E804-497C-A0B0-4967BE251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3007"/>
                <a:ext cx="9" cy="8"/>
              </a:xfrm>
              <a:custGeom>
                <a:avLst/>
                <a:gdLst>
                  <a:gd name="T0" fmla="*/ 8 w 6"/>
                  <a:gd name="T1" fmla="*/ 0 h 5"/>
                  <a:gd name="T2" fmla="*/ 18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8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54" name="Freeform 2738">
                <a:extLst>
                  <a:ext uri="{FF2B5EF4-FFF2-40B4-BE49-F238E27FC236}">
                    <a16:creationId xmlns:a16="http://schemas.microsoft.com/office/drawing/2014/main" id="{D837179E-1D85-43B7-BC65-89210A5F0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987"/>
                <a:ext cx="9" cy="10"/>
              </a:xfrm>
              <a:custGeom>
                <a:avLst/>
                <a:gdLst>
                  <a:gd name="T0" fmla="*/ 8 w 6"/>
                  <a:gd name="T1" fmla="*/ 0 h 6"/>
                  <a:gd name="T2" fmla="*/ 18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55" name="Freeform 2739">
                <a:extLst>
                  <a:ext uri="{FF2B5EF4-FFF2-40B4-BE49-F238E27FC236}">
                    <a16:creationId xmlns:a16="http://schemas.microsoft.com/office/drawing/2014/main" id="{E1AA069A-D9FE-4ED1-B97D-35ABF35D0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006"/>
                <a:ext cx="8" cy="8"/>
              </a:xfrm>
              <a:custGeom>
                <a:avLst/>
                <a:gdLst>
                  <a:gd name="T0" fmla="*/ 8 w 5"/>
                  <a:gd name="T1" fmla="*/ 0 h 5"/>
                  <a:gd name="T2" fmla="*/ 21 w 5"/>
                  <a:gd name="T3" fmla="*/ 8 h 5"/>
                  <a:gd name="T4" fmla="*/ 13 w 5"/>
                  <a:gd name="T5" fmla="*/ 21 h 5"/>
                  <a:gd name="T6" fmla="*/ 0 w 5"/>
                  <a:gd name="T7" fmla="*/ 13 h 5"/>
                  <a:gd name="T8" fmla="*/ 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56" name="Freeform 2740">
                <a:extLst>
                  <a:ext uri="{FF2B5EF4-FFF2-40B4-BE49-F238E27FC236}">
                    <a16:creationId xmlns:a16="http://schemas.microsoft.com/office/drawing/2014/main" id="{4A76F7A1-C473-4846-A8F5-9D2BB2703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009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57" name="Freeform 2741">
                <a:extLst>
                  <a:ext uri="{FF2B5EF4-FFF2-40B4-BE49-F238E27FC236}">
                    <a16:creationId xmlns:a16="http://schemas.microsoft.com/office/drawing/2014/main" id="{321667BC-7902-465B-8AEE-5AEE57065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3029"/>
                <a:ext cx="10" cy="10"/>
              </a:xfrm>
              <a:custGeom>
                <a:avLst/>
                <a:gdLst>
                  <a:gd name="T0" fmla="*/ 13 w 6"/>
                  <a:gd name="T1" fmla="*/ 0 h 6"/>
                  <a:gd name="T2" fmla="*/ 28 w 6"/>
                  <a:gd name="T3" fmla="*/ 13 h 6"/>
                  <a:gd name="T4" fmla="*/ 13 w 6"/>
                  <a:gd name="T5" fmla="*/ 28 h 6"/>
                  <a:gd name="T6" fmla="*/ 0 w 6"/>
                  <a:gd name="T7" fmla="*/ 13 h 6"/>
                  <a:gd name="T8" fmla="*/ 13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58" name="Freeform 2742">
                <a:extLst>
                  <a:ext uri="{FF2B5EF4-FFF2-40B4-BE49-F238E27FC236}">
                    <a16:creationId xmlns:a16="http://schemas.microsoft.com/office/drawing/2014/main" id="{EF80DC0A-80E7-4E1A-89B6-A56AFE819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035"/>
                <a:ext cx="7" cy="10"/>
              </a:xfrm>
              <a:custGeom>
                <a:avLst/>
                <a:gdLst>
                  <a:gd name="T0" fmla="*/ 6 w 5"/>
                  <a:gd name="T1" fmla="*/ 0 h 6"/>
                  <a:gd name="T2" fmla="*/ 14 w 5"/>
                  <a:gd name="T3" fmla="*/ 13 h 6"/>
                  <a:gd name="T4" fmla="*/ 8 w 5"/>
                  <a:gd name="T5" fmla="*/ 28 h 6"/>
                  <a:gd name="T6" fmla="*/ 0 w 5"/>
                  <a:gd name="T7" fmla="*/ 13 h 6"/>
                  <a:gd name="T8" fmla="*/ 6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59" name="Freeform 2743">
                <a:extLst>
                  <a:ext uri="{FF2B5EF4-FFF2-40B4-BE49-F238E27FC236}">
                    <a16:creationId xmlns:a16="http://schemas.microsoft.com/office/drawing/2014/main" id="{2EE89085-07B2-45FA-A70F-D5A55069D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3062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60" name="Freeform 2744">
                <a:extLst>
                  <a:ext uri="{FF2B5EF4-FFF2-40B4-BE49-F238E27FC236}">
                    <a16:creationId xmlns:a16="http://schemas.microsoft.com/office/drawing/2014/main" id="{D2CF8C4E-3FFB-4465-A378-B28C91AF7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991"/>
                <a:ext cx="8" cy="8"/>
              </a:xfrm>
              <a:custGeom>
                <a:avLst/>
                <a:gdLst>
                  <a:gd name="T0" fmla="*/ 8 w 5"/>
                  <a:gd name="T1" fmla="*/ 0 h 5"/>
                  <a:gd name="T2" fmla="*/ 21 w 5"/>
                  <a:gd name="T3" fmla="*/ 8 h 5"/>
                  <a:gd name="T4" fmla="*/ 13 w 5"/>
                  <a:gd name="T5" fmla="*/ 21 h 5"/>
                  <a:gd name="T6" fmla="*/ 0 w 5"/>
                  <a:gd name="T7" fmla="*/ 13 h 5"/>
                  <a:gd name="T8" fmla="*/ 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61" name="Freeform 2745">
                <a:extLst>
                  <a:ext uri="{FF2B5EF4-FFF2-40B4-BE49-F238E27FC236}">
                    <a16:creationId xmlns:a16="http://schemas.microsoft.com/office/drawing/2014/main" id="{CDFE49CF-C97D-4C1C-9EBD-C284446F0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992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62" name="Freeform 2746">
                <a:extLst>
                  <a:ext uri="{FF2B5EF4-FFF2-40B4-BE49-F238E27FC236}">
                    <a16:creationId xmlns:a16="http://schemas.microsoft.com/office/drawing/2014/main" id="{D7BE79B1-CAA6-40E1-B46E-20554D1D0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962"/>
                <a:ext cx="7" cy="9"/>
              </a:xfrm>
              <a:custGeom>
                <a:avLst/>
                <a:gdLst>
                  <a:gd name="T0" fmla="*/ 6 w 5"/>
                  <a:gd name="T1" fmla="*/ 0 h 5"/>
                  <a:gd name="T2" fmla="*/ 14 w 5"/>
                  <a:gd name="T3" fmla="*/ 13 h 5"/>
                  <a:gd name="T4" fmla="*/ 8 w 5"/>
                  <a:gd name="T5" fmla="*/ 29 h 5"/>
                  <a:gd name="T6" fmla="*/ 0 w 5"/>
                  <a:gd name="T7" fmla="*/ 16 h 5"/>
                  <a:gd name="T8" fmla="*/ 6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63" name="Freeform 2747">
                <a:extLst>
                  <a:ext uri="{FF2B5EF4-FFF2-40B4-BE49-F238E27FC236}">
                    <a16:creationId xmlns:a16="http://schemas.microsoft.com/office/drawing/2014/main" id="{8C06FD37-B018-4102-9EDC-920EA7AB7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3088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64" name="Freeform 2748">
                <a:extLst>
                  <a:ext uri="{FF2B5EF4-FFF2-40B4-BE49-F238E27FC236}">
                    <a16:creationId xmlns:a16="http://schemas.microsoft.com/office/drawing/2014/main" id="{BB2442E9-7AFD-4AE6-A3AF-B72E85F80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3082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65" name="Freeform 2749">
                <a:extLst>
                  <a:ext uri="{FF2B5EF4-FFF2-40B4-BE49-F238E27FC236}">
                    <a16:creationId xmlns:a16="http://schemas.microsoft.com/office/drawing/2014/main" id="{9D09D572-A22E-4901-A528-9B387C132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057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66" name="Freeform 2750">
                <a:extLst>
                  <a:ext uri="{FF2B5EF4-FFF2-40B4-BE49-F238E27FC236}">
                    <a16:creationId xmlns:a16="http://schemas.microsoft.com/office/drawing/2014/main" id="{ED9A3BF7-0B2E-411C-8107-923AA7D4F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137"/>
                <a:ext cx="8" cy="8"/>
              </a:xfrm>
              <a:custGeom>
                <a:avLst/>
                <a:gdLst>
                  <a:gd name="T0" fmla="*/ 8 w 5"/>
                  <a:gd name="T1" fmla="*/ 0 h 5"/>
                  <a:gd name="T2" fmla="*/ 21 w 5"/>
                  <a:gd name="T3" fmla="*/ 8 h 5"/>
                  <a:gd name="T4" fmla="*/ 13 w 5"/>
                  <a:gd name="T5" fmla="*/ 21 h 5"/>
                  <a:gd name="T6" fmla="*/ 0 w 5"/>
                  <a:gd name="T7" fmla="*/ 13 h 5"/>
                  <a:gd name="T8" fmla="*/ 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67" name="Freeform 2751">
                <a:extLst>
                  <a:ext uri="{FF2B5EF4-FFF2-40B4-BE49-F238E27FC236}">
                    <a16:creationId xmlns:a16="http://schemas.microsoft.com/office/drawing/2014/main" id="{BAE70099-CB93-41BB-8E8E-CDB2C9BDB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3125"/>
                <a:ext cx="9" cy="8"/>
              </a:xfrm>
              <a:custGeom>
                <a:avLst/>
                <a:gdLst>
                  <a:gd name="T0" fmla="*/ 12 w 6"/>
                  <a:gd name="T1" fmla="*/ 0 h 5"/>
                  <a:gd name="T2" fmla="*/ 21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12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68" name="Freeform 2752">
                <a:extLst>
                  <a:ext uri="{FF2B5EF4-FFF2-40B4-BE49-F238E27FC236}">
                    <a16:creationId xmlns:a16="http://schemas.microsoft.com/office/drawing/2014/main" id="{288630AC-9A62-4003-9134-8C52CDA8D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3208"/>
                <a:ext cx="9" cy="8"/>
              </a:xfrm>
              <a:custGeom>
                <a:avLst/>
                <a:gdLst>
                  <a:gd name="T0" fmla="*/ 12 w 6"/>
                  <a:gd name="T1" fmla="*/ 0 h 5"/>
                  <a:gd name="T2" fmla="*/ 21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12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69" name="Freeform 2753">
                <a:extLst>
                  <a:ext uri="{FF2B5EF4-FFF2-40B4-BE49-F238E27FC236}">
                    <a16:creationId xmlns:a16="http://schemas.microsoft.com/office/drawing/2014/main" id="{E314DD63-43C9-45AF-A91D-042541329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3193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8 h 6"/>
                  <a:gd name="T4" fmla="*/ 13 w 5"/>
                  <a:gd name="T5" fmla="*/ 22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70" name="Freeform 2754">
                <a:extLst>
                  <a:ext uri="{FF2B5EF4-FFF2-40B4-BE49-F238E27FC236}">
                    <a16:creationId xmlns:a16="http://schemas.microsoft.com/office/drawing/2014/main" id="{835B8683-5AD1-475E-8001-1BD9FB54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3035"/>
                <a:ext cx="9" cy="9"/>
              </a:xfrm>
              <a:custGeom>
                <a:avLst/>
                <a:gdLst>
                  <a:gd name="T0" fmla="*/ 12 w 6"/>
                  <a:gd name="T1" fmla="*/ 0 h 5"/>
                  <a:gd name="T2" fmla="*/ 21 w 6"/>
                  <a:gd name="T3" fmla="*/ 13 h 5"/>
                  <a:gd name="T4" fmla="*/ 12 w 6"/>
                  <a:gd name="T5" fmla="*/ 29 h 5"/>
                  <a:gd name="T6" fmla="*/ 0 w 6"/>
                  <a:gd name="T7" fmla="*/ 16 h 5"/>
                  <a:gd name="T8" fmla="*/ 12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71" name="Freeform 2755">
                <a:extLst>
                  <a:ext uri="{FF2B5EF4-FFF2-40B4-BE49-F238E27FC236}">
                    <a16:creationId xmlns:a16="http://schemas.microsoft.com/office/drawing/2014/main" id="{C488FBC3-D5A7-4AF8-987A-2A413E959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987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72" name="Freeform 2756">
                <a:extLst>
                  <a:ext uri="{FF2B5EF4-FFF2-40B4-BE49-F238E27FC236}">
                    <a16:creationId xmlns:a16="http://schemas.microsoft.com/office/drawing/2014/main" id="{5BEEEC3F-8591-4907-802B-6F5C8C742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913"/>
                <a:ext cx="10" cy="8"/>
              </a:xfrm>
              <a:custGeom>
                <a:avLst/>
                <a:gdLst>
                  <a:gd name="T0" fmla="*/ 8 w 6"/>
                  <a:gd name="T1" fmla="*/ 0 h 5"/>
                  <a:gd name="T2" fmla="*/ 22 w 6"/>
                  <a:gd name="T3" fmla="*/ 8 h 5"/>
                  <a:gd name="T4" fmla="*/ 13 w 6"/>
                  <a:gd name="T5" fmla="*/ 21 h 5"/>
                  <a:gd name="T6" fmla="*/ 0 w 6"/>
                  <a:gd name="T7" fmla="*/ 13 h 5"/>
                  <a:gd name="T8" fmla="*/ 8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73" name="Freeform 2757">
                <a:extLst>
                  <a:ext uri="{FF2B5EF4-FFF2-40B4-BE49-F238E27FC236}">
                    <a16:creationId xmlns:a16="http://schemas.microsoft.com/office/drawing/2014/main" id="{6390A4E9-33D9-4B10-8074-0F25DEBD8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904"/>
                <a:ext cx="9" cy="10"/>
              </a:xfrm>
              <a:custGeom>
                <a:avLst/>
                <a:gdLst>
                  <a:gd name="T0" fmla="*/ 8 w 6"/>
                  <a:gd name="T1" fmla="*/ 0 h 6"/>
                  <a:gd name="T2" fmla="*/ 18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74" name="Freeform 2758">
                <a:extLst>
                  <a:ext uri="{FF2B5EF4-FFF2-40B4-BE49-F238E27FC236}">
                    <a16:creationId xmlns:a16="http://schemas.microsoft.com/office/drawing/2014/main" id="{8D92940D-74E1-407A-8BB4-8E7878BFA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3077"/>
                <a:ext cx="9" cy="8"/>
              </a:xfrm>
              <a:custGeom>
                <a:avLst/>
                <a:gdLst>
                  <a:gd name="T0" fmla="*/ 12 w 6"/>
                  <a:gd name="T1" fmla="*/ 0 h 5"/>
                  <a:gd name="T2" fmla="*/ 21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12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75" name="Freeform 2759">
                <a:extLst>
                  <a:ext uri="{FF2B5EF4-FFF2-40B4-BE49-F238E27FC236}">
                    <a16:creationId xmlns:a16="http://schemas.microsoft.com/office/drawing/2014/main" id="{A2E18E5C-5641-455A-8E98-7AA21FFB5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059"/>
                <a:ext cx="10" cy="10"/>
              </a:xfrm>
              <a:custGeom>
                <a:avLst/>
                <a:gdLst>
                  <a:gd name="T0" fmla="*/ 13 w 6"/>
                  <a:gd name="T1" fmla="*/ 0 h 6"/>
                  <a:gd name="T2" fmla="*/ 28 w 6"/>
                  <a:gd name="T3" fmla="*/ 13 h 6"/>
                  <a:gd name="T4" fmla="*/ 13 w 6"/>
                  <a:gd name="T5" fmla="*/ 28 h 6"/>
                  <a:gd name="T6" fmla="*/ 0 w 6"/>
                  <a:gd name="T7" fmla="*/ 13 h 6"/>
                  <a:gd name="T8" fmla="*/ 13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76" name="Freeform 2760">
                <a:extLst>
                  <a:ext uri="{FF2B5EF4-FFF2-40B4-BE49-F238E27FC236}">
                    <a16:creationId xmlns:a16="http://schemas.microsoft.com/office/drawing/2014/main" id="{8A256FAD-7802-4542-AFC7-A80310B86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3015"/>
                <a:ext cx="10" cy="10"/>
              </a:xfrm>
              <a:custGeom>
                <a:avLst/>
                <a:gdLst>
                  <a:gd name="T0" fmla="*/ 13 w 6"/>
                  <a:gd name="T1" fmla="*/ 0 h 6"/>
                  <a:gd name="T2" fmla="*/ 28 w 6"/>
                  <a:gd name="T3" fmla="*/ 8 h 6"/>
                  <a:gd name="T4" fmla="*/ 13 w 6"/>
                  <a:gd name="T5" fmla="*/ 22 h 6"/>
                  <a:gd name="T6" fmla="*/ 0 w 6"/>
                  <a:gd name="T7" fmla="*/ 13 h 6"/>
                  <a:gd name="T8" fmla="*/ 13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77" name="Freeform 2761">
                <a:extLst>
                  <a:ext uri="{FF2B5EF4-FFF2-40B4-BE49-F238E27FC236}">
                    <a16:creationId xmlns:a16="http://schemas.microsoft.com/office/drawing/2014/main" id="{A30FC5D8-B924-402B-B7D0-E8A197328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982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78" name="Freeform 2762">
                <a:extLst>
                  <a:ext uri="{FF2B5EF4-FFF2-40B4-BE49-F238E27FC236}">
                    <a16:creationId xmlns:a16="http://schemas.microsoft.com/office/drawing/2014/main" id="{F6B2A5B8-26BC-45C4-A8ED-B990EEAB1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896"/>
                <a:ext cx="9" cy="10"/>
              </a:xfrm>
              <a:custGeom>
                <a:avLst/>
                <a:gdLst>
                  <a:gd name="T0" fmla="*/ 8 w 6"/>
                  <a:gd name="T1" fmla="*/ 0 h 6"/>
                  <a:gd name="T2" fmla="*/ 18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4" y="5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79" name="Freeform 2763">
                <a:extLst>
                  <a:ext uri="{FF2B5EF4-FFF2-40B4-BE49-F238E27FC236}">
                    <a16:creationId xmlns:a16="http://schemas.microsoft.com/office/drawing/2014/main" id="{AAEC2564-2EB2-40FA-A3AC-FACD67D60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09"/>
                <a:ext cx="8" cy="10"/>
              </a:xfrm>
              <a:custGeom>
                <a:avLst/>
                <a:gdLst>
                  <a:gd name="T0" fmla="*/ 8 w 5"/>
                  <a:gd name="T1" fmla="*/ 5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20 h 6"/>
                  <a:gd name="T8" fmla="*/ 8 w 5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80" name="Freeform 2764">
                <a:extLst>
                  <a:ext uri="{FF2B5EF4-FFF2-40B4-BE49-F238E27FC236}">
                    <a16:creationId xmlns:a16="http://schemas.microsoft.com/office/drawing/2014/main" id="{37F654A9-762D-4D91-A9E7-BE6E21CEA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874"/>
                <a:ext cx="10" cy="10"/>
              </a:xfrm>
              <a:custGeom>
                <a:avLst/>
                <a:gdLst>
                  <a:gd name="T0" fmla="*/ 13 w 6"/>
                  <a:gd name="T1" fmla="*/ 5 h 6"/>
                  <a:gd name="T2" fmla="*/ 28 w 6"/>
                  <a:gd name="T3" fmla="*/ 13 h 6"/>
                  <a:gd name="T4" fmla="*/ 13 w 6"/>
                  <a:gd name="T5" fmla="*/ 28 h 6"/>
                  <a:gd name="T6" fmla="*/ 0 w 6"/>
                  <a:gd name="T7" fmla="*/ 20 h 6"/>
                  <a:gd name="T8" fmla="*/ 13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81" name="Freeform 2765">
                <a:extLst>
                  <a:ext uri="{FF2B5EF4-FFF2-40B4-BE49-F238E27FC236}">
                    <a16:creationId xmlns:a16="http://schemas.microsoft.com/office/drawing/2014/main" id="{EF21F2CD-F1E0-45B0-845C-45789CB37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903"/>
                <a:ext cx="10" cy="8"/>
              </a:xfrm>
              <a:custGeom>
                <a:avLst/>
                <a:gdLst>
                  <a:gd name="T0" fmla="*/ 13 w 6"/>
                  <a:gd name="T1" fmla="*/ 0 h 5"/>
                  <a:gd name="T2" fmla="*/ 28 w 6"/>
                  <a:gd name="T3" fmla="*/ 8 h 5"/>
                  <a:gd name="T4" fmla="*/ 13 w 6"/>
                  <a:gd name="T5" fmla="*/ 21 h 5"/>
                  <a:gd name="T6" fmla="*/ 0 w 6"/>
                  <a:gd name="T7" fmla="*/ 13 h 5"/>
                  <a:gd name="T8" fmla="*/ 13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82" name="Freeform 2766">
                <a:extLst>
                  <a:ext uri="{FF2B5EF4-FFF2-40B4-BE49-F238E27FC236}">
                    <a16:creationId xmlns:a16="http://schemas.microsoft.com/office/drawing/2014/main" id="{120EF297-0F06-4D74-BACF-78BBD348E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991"/>
                <a:ext cx="8" cy="10"/>
              </a:xfrm>
              <a:custGeom>
                <a:avLst/>
                <a:gdLst>
                  <a:gd name="T0" fmla="*/ 8 w 5"/>
                  <a:gd name="T1" fmla="*/ 5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20 h 6"/>
                  <a:gd name="T8" fmla="*/ 8 w 5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83" name="Freeform 2767">
                <a:extLst>
                  <a:ext uri="{FF2B5EF4-FFF2-40B4-BE49-F238E27FC236}">
                    <a16:creationId xmlns:a16="http://schemas.microsoft.com/office/drawing/2014/main" id="{DD559CB5-E10E-427D-9371-70893B275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3044"/>
                <a:ext cx="9" cy="8"/>
              </a:xfrm>
              <a:custGeom>
                <a:avLst/>
                <a:gdLst>
                  <a:gd name="T0" fmla="*/ 12 w 6"/>
                  <a:gd name="T1" fmla="*/ 0 h 5"/>
                  <a:gd name="T2" fmla="*/ 21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12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84" name="Freeform 2768">
                <a:extLst>
                  <a:ext uri="{FF2B5EF4-FFF2-40B4-BE49-F238E27FC236}">
                    <a16:creationId xmlns:a16="http://schemas.microsoft.com/office/drawing/2014/main" id="{9B98DAF9-77F5-4F5F-B904-C2EEAC246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3075"/>
                <a:ext cx="10" cy="10"/>
              </a:xfrm>
              <a:custGeom>
                <a:avLst/>
                <a:gdLst>
                  <a:gd name="T0" fmla="*/ 8 w 6"/>
                  <a:gd name="T1" fmla="*/ 5 h 6"/>
                  <a:gd name="T2" fmla="*/ 22 w 6"/>
                  <a:gd name="T3" fmla="*/ 13 h 6"/>
                  <a:gd name="T4" fmla="*/ 13 w 6"/>
                  <a:gd name="T5" fmla="*/ 28 h 6"/>
                  <a:gd name="T6" fmla="*/ 0 w 6"/>
                  <a:gd name="T7" fmla="*/ 20 h 6"/>
                  <a:gd name="T8" fmla="*/ 8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85" name="Freeform 2769">
                <a:extLst>
                  <a:ext uri="{FF2B5EF4-FFF2-40B4-BE49-F238E27FC236}">
                    <a16:creationId xmlns:a16="http://schemas.microsoft.com/office/drawing/2014/main" id="{6B397FDF-E7FF-4C30-81BC-973A3431C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3103"/>
                <a:ext cx="9" cy="10"/>
              </a:xfrm>
              <a:custGeom>
                <a:avLst/>
                <a:gdLst>
                  <a:gd name="T0" fmla="*/ 8 w 6"/>
                  <a:gd name="T1" fmla="*/ 5 h 6"/>
                  <a:gd name="T2" fmla="*/ 18 w 6"/>
                  <a:gd name="T3" fmla="*/ 13 h 6"/>
                  <a:gd name="T4" fmla="*/ 12 w 6"/>
                  <a:gd name="T5" fmla="*/ 28 h 6"/>
                  <a:gd name="T6" fmla="*/ 0 w 6"/>
                  <a:gd name="T7" fmla="*/ 20 h 6"/>
                  <a:gd name="T8" fmla="*/ 8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86" name="Freeform 2770">
                <a:extLst>
                  <a:ext uri="{FF2B5EF4-FFF2-40B4-BE49-F238E27FC236}">
                    <a16:creationId xmlns:a16="http://schemas.microsoft.com/office/drawing/2014/main" id="{B33367DB-ED20-40CB-B79F-D931B05D1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3103"/>
                <a:ext cx="9" cy="9"/>
              </a:xfrm>
              <a:custGeom>
                <a:avLst/>
                <a:gdLst>
                  <a:gd name="T0" fmla="*/ 12 w 6"/>
                  <a:gd name="T1" fmla="*/ 0 h 5"/>
                  <a:gd name="T2" fmla="*/ 21 w 6"/>
                  <a:gd name="T3" fmla="*/ 13 h 5"/>
                  <a:gd name="T4" fmla="*/ 12 w 6"/>
                  <a:gd name="T5" fmla="*/ 29 h 5"/>
                  <a:gd name="T6" fmla="*/ 0 w 6"/>
                  <a:gd name="T7" fmla="*/ 16 h 5"/>
                  <a:gd name="T8" fmla="*/ 12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87" name="Freeform 2771">
                <a:extLst>
                  <a:ext uri="{FF2B5EF4-FFF2-40B4-BE49-F238E27FC236}">
                    <a16:creationId xmlns:a16="http://schemas.microsoft.com/office/drawing/2014/main" id="{87BD6703-9730-4D21-970D-F86F733CE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3133"/>
                <a:ext cx="10" cy="9"/>
              </a:xfrm>
              <a:custGeom>
                <a:avLst/>
                <a:gdLst>
                  <a:gd name="T0" fmla="*/ 13 w 6"/>
                  <a:gd name="T1" fmla="*/ 0 h 5"/>
                  <a:gd name="T2" fmla="*/ 28 w 6"/>
                  <a:gd name="T3" fmla="*/ 13 h 5"/>
                  <a:gd name="T4" fmla="*/ 13 w 6"/>
                  <a:gd name="T5" fmla="*/ 29 h 5"/>
                  <a:gd name="T6" fmla="*/ 0 w 6"/>
                  <a:gd name="T7" fmla="*/ 16 h 5"/>
                  <a:gd name="T8" fmla="*/ 13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88" name="Freeform 2772">
                <a:extLst>
                  <a:ext uri="{FF2B5EF4-FFF2-40B4-BE49-F238E27FC236}">
                    <a16:creationId xmlns:a16="http://schemas.microsoft.com/office/drawing/2014/main" id="{001D6C1F-37E8-4FFF-87A6-46B68C2B1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3122"/>
                <a:ext cx="8" cy="10"/>
              </a:xfrm>
              <a:custGeom>
                <a:avLst/>
                <a:gdLst>
                  <a:gd name="T0" fmla="*/ 8 w 5"/>
                  <a:gd name="T1" fmla="*/ 5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20 h 6"/>
                  <a:gd name="T8" fmla="*/ 8 w 5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89" name="Freeform 2773">
                <a:extLst>
                  <a:ext uri="{FF2B5EF4-FFF2-40B4-BE49-F238E27FC236}">
                    <a16:creationId xmlns:a16="http://schemas.microsoft.com/office/drawing/2014/main" id="{BA45FA42-80A5-4A54-9641-654AB5DA0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3138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90" name="Freeform 2774">
                <a:extLst>
                  <a:ext uri="{FF2B5EF4-FFF2-40B4-BE49-F238E27FC236}">
                    <a16:creationId xmlns:a16="http://schemas.microsoft.com/office/drawing/2014/main" id="{387DC077-418B-46FD-B620-4AE4F6E9C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3127"/>
                <a:ext cx="10" cy="8"/>
              </a:xfrm>
              <a:custGeom>
                <a:avLst/>
                <a:gdLst>
                  <a:gd name="T0" fmla="*/ 8 w 6"/>
                  <a:gd name="T1" fmla="*/ 0 h 5"/>
                  <a:gd name="T2" fmla="*/ 22 w 6"/>
                  <a:gd name="T3" fmla="*/ 8 h 5"/>
                  <a:gd name="T4" fmla="*/ 13 w 6"/>
                  <a:gd name="T5" fmla="*/ 21 h 5"/>
                  <a:gd name="T6" fmla="*/ 0 w 6"/>
                  <a:gd name="T7" fmla="*/ 13 h 5"/>
                  <a:gd name="T8" fmla="*/ 8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91" name="Freeform 2775">
                <a:extLst>
                  <a:ext uri="{FF2B5EF4-FFF2-40B4-BE49-F238E27FC236}">
                    <a16:creationId xmlns:a16="http://schemas.microsoft.com/office/drawing/2014/main" id="{8C73BDD7-B4E1-4A30-9364-AE8259DB5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3143"/>
                <a:ext cx="10" cy="10"/>
              </a:xfrm>
              <a:custGeom>
                <a:avLst/>
                <a:gdLst>
                  <a:gd name="T0" fmla="*/ 8 w 6"/>
                  <a:gd name="T1" fmla="*/ 0 h 6"/>
                  <a:gd name="T2" fmla="*/ 22 w 6"/>
                  <a:gd name="T3" fmla="*/ 13 h 6"/>
                  <a:gd name="T4" fmla="*/ 13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92" name="Freeform 2776">
                <a:extLst>
                  <a:ext uri="{FF2B5EF4-FFF2-40B4-BE49-F238E27FC236}">
                    <a16:creationId xmlns:a16="http://schemas.microsoft.com/office/drawing/2014/main" id="{069EA1DC-47E2-4823-A0D7-0261A13D6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3130"/>
                <a:ext cx="10" cy="10"/>
              </a:xfrm>
              <a:custGeom>
                <a:avLst/>
                <a:gdLst>
                  <a:gd name="T0" fmla="*/ 13 w 6"/>
                  <a:gd name="T1" fmla="*/ 5 h 6"/>
                  <a:gd name="T2" fmla="*/ 28 w 6"/>
                  <a:gd name="T3" fmla="*/ 13 h 6"/>
                  <a:gd name="T4" fmla="*/ 13 w 6"/>
                  <a:gd name="T5" fmla="*/ 28 h 6"/>
                  <a:gd name="T6" fmla="*/ 0 w 6"/>
                  <a:gd name="T7" fmla="*/ 20 h 6"/>
                  <a:gd name="T8" fmla="*/ 13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93" name="Freeform 2777">
                <a:extLst>
                  <a:ext uri="{FF2B5EF4-FFF2-40B4-BE49-F238E27FC236}">
                    <a16:creationId xmlns:a16="http://schemas.microsoft.com/office/drawing/2014/main" id="{0ACF4FA3-D27D-4BCB-962C-C45906364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3173"/>
                <a:ext cx="9" cy="8"/>
              </a:xfrm>
              <a:custGeom>
                <a:avLst/>
                <a:gdLst>
                  <a:gd name="T0" fmla="*/ 12 w 6"/>
                  <a:gd name="T1" fmla="*/ 0 h 5"/>
                  <a:gd name="T2" fmla="*/ 21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12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94" name="Freeform 2778">
                <a:extLst>
                  <a:ext uri="{FF2B5EF4-FFF2-40B4-BE49-F238E27FC236}">
                    <a16:creationId xmlns:a16="http://schemas.microsoft.com/office/drawing/2014/main" id="{0674A823-6610-4C43-8AC3-AE1E33E21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3195"/>
                <a:ext cx="9" cy="10"/>
              </a:xfrm>
              <a:custGeom>
                <a:avLst/>
                <a:gdLst>
                  <a:gd name="T0" fmla="*/ 8 w 6"/>
                  <a:gd name="T1" fmla="*/ 0 h 6"/>
                  <a:gd name="T2" fmla="*/ 18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95" name="Freeform 2779">
                <a:extLst>
                  <a:ext uri="{FF2B5EF4-FFF2-40B4-BE49-F238E27FC236}">
                    <a16:creationId xmlns:a16="http://schemas.microsoft.com/office/drawing/2014/main" id="{EBFDF71D-F9A4-4E85-872A-74E4A6AD6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3206"/>
                <a:ext cx="9" cy="10"/>
              </a:xfrm>
              <a:custGeom>
                <a:avLst/>
                <a:gdLst>
                  <a:gd name="T0" fmla="*/ 8 w 6"/>
                  <a:gd name="T1" fmla="*/ 5 h 6"/>
                  <a:gd name="T2" fmla="*/ 18 w 6"/>
                  <a:gd name="T3" fmla="*/ 13 h 6"/>
                  <a:gd name="T4" fmla="*/ 12 w 6"/>
                  <a:gd name="T5" fmla="*/ 28 h 6"/>
                  <a:gd name="T6" fmla="*/ 0 w 6"/>
                  <a:gd name="T7" fmla="*/ 20 h 6"/>
                  <a:gd name="T8" fmla="*/ 8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96" name="Freeform 2780">
                <a:extLst>
                  <a:ext uri="{FF2B5EF4-FFF2-40B4-BE49-F238E27FC236}">
                    <a16:creationId xmlns:a16="http://schemas.microsoft.com/office/drawing/2014/main" id="{EC925D53-D604-40D5-A692-F567784CA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3175"/>
                <a:ext cx="10" cy="10"/>
              </a:xfrm>
              <a:custGeom>
                <a:avLst/>
                <a:gdLst>
                  <a:gd name="T0" fmla="*/ 13 w 6"/>
                  <a:gd name="T1" fmla="*/ 0 h 6"/>
                  <a:gd name="T2" fmla="*/ 28 w 6"/>
                  <a:gd name="T3" fmla="*/ 13 h 6"/>
                  <a:gd name="T4" fmla="*/ 13 w 6"/>
                  <a:gd name="T5" fmla="*/ 28 h 6"/>
                  <a:gd name="T6" fmla="*/ 0 w 6"/>
                  <a:gd name="T7" fmla="*/ 13 h 6"/>
                  <a:gd name="T8" fmla="*/ 13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97" name="Freeform 2781">
                <a:extLst>
                  <a:ext uri="{FF2B5EF4-FFF2-40B4-BE49-F238E27FC236}">
                    <a16:creationId xmlns:a16="http://schemas.microsoft.com/office/drawing/2014/main" id="{3A0D3E96-2B9D-4536-BDA9-A4BE2756B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3186"/>
                <a:ext cx="10" cy="10"/>
              </a:xfrm>
              <a:custGeom>
                <a:avLst/>
                <a:gdLst>
                  <a:gd name="T0" fmla="*/ 8 w 6"/>
                  <a:gd name="T1" fmla="*/ 5 h 6"/>
                  <a:gd name="T2" fmla="*/ 22 w 6"/>
                  <a:gd name="T3" fmla="*/ 13 h 6"/>
                  <a:gd name="T4" fmla="*/ 13 w 6"/>
                  <a:gd name="T5" fmla="*/ 28 h 6"/>
                  <a:gd name="T6" fmla="*/ 0 w 6"/>
                  <a:gd name="T7" fmla="*/ 20 h 6"/>
                  <a:gd name="T8" fmla="*/ 8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98" name="Freeform 2782">
                <a:extLst>
                  <a:ext uri="{FF2B5EF4-FFF2-40B4-BE49-F238E27FC236}">
                    <a16:creationId xmlns:a16="http://schemas.microsoft.com/office/drawing/2014/main" id="{54FF66F6-BC2F-4518-AC8C-060D48A64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3216"/>
                <a:ext cx="8" cy="8"/>
              </a:xfrm>
              <a:custGeom>
                <a:avLst/>
                <a:gdLst>
                  <a:gd name="T0" fmla="*/ 8 w 5"/>
                  <a:gd name="T1" fmla="*/ 0 h 5"/>
                  <a:gd name="T2" fmla="*/ 21 w 5"/>
                  <a:gd name="T3" fmla="*/ 8 h 5"/>
                  <a:gd name="T4" fmla="*/ 13 w 5"/>
                  <a:gd name="T5" fmla="*/ 21 h 5"/>
                  <a:gd name="T6" fmla="*/ 0 w 5"/>
                  <a:gd name="T7" fmla="*/ 13 h 5"/>
                  <a:gd name="T8" fmla="*/ 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99" name="Freeform 2783">
                <a:extLst>
                  <a:ext uri="{FF2B5EF4-FFF2-40B4-BE49-F238E27FC236}">
                    <a16:creationId xmlns:a16="http://schemas.microsoft.com/office/drawing/2014/main" id="{E9B82EE3-294B-4C7B-AF1D-00DE20AE4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3219"/>
                <a:ext cx="8" cy="10"/>
              </a:xfrm>
              <a:custGeom>
                <a:avLst/>
                <a:gdLst>
                  <a:gd name="T0" fmla="*/ 8 w 5"/>
                  <a:gd name="T1" fmla="*/ 5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20 h 6"/>
                  <a:gd name="T8" fmla="*/ 8 w 5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00" name="Freeform 2784">
                <a:extLst>
                  <a:ext uri="{FF2B5EF4-FFF2-40B4-BE49-F238E27FC236}">
                    <a16:creationId xmlns:a16="http://schemas.microsoft.com/office/drawing/2014/main" id="{9ECEE1B1-129B-417D-9CD7-EA24CBFD1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3214"/>
                <a:ext cx="8" cy="9"/>
              </a:xfrm>
              <a:custGeom>
                <a:avLst/>
                <a:gdLst>
                  <a:gd name="T0" fmla="*/ 8 w 5"/>
                  <a:gd name="T1" fmla="*/ 0 h 5"/>
                  <a:gd name="T2" fmla="*/ 21 w 5"/>
                  <a:gd name="T3" fmla="*/ 13 h 5"/>
                  <a:gd name="T4" fmla="*/ 13 w 5"/>
                  <a:gd name="T5" fmla="*/ 29 h 5"/>
                  <a:gd name="T6" fmla="*/ 0 w 5"/>
                  <a:gd name="T7" fmla="*/ 16 h 5"/>
                  <a:gd name="T8" fmla="*/ 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01" name="Freeform 2785">
                <a:extLst>
                  <a:ext uri="{FF2B5EF4-FFF2-40B4-BE49-F238E27FC236}">
                    <a16:creationId xmlns:a16="http://schemas.microsoft.com/office/drawing/2014/main" id="{8D961918-D8CB-4571-BCB9-07A0D6C41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853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02" name="Freeform 2786">
                <a:extLst>
                  <a:ext uri="{FF2B5EF4-FFF2-40B4-BE49-F238E27FC236}">
                    <a16:creationId xmlns:a16="http://schemas.microsoft.com/office/drawing/2014/main" id="{9760F323-0DE4-4542-A5AC-3964E457D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66"/>
                <a:ext cx="10" cy="10"/>
              </a:xfrm>
              <a:custGeom>
                <a:avLst/>
                <a:gdLst>
                  <a:gd name="T0" fmla="*/ 8 w 6"/>
                  <a:gd name="T1" fmla="*/ 0 h 6"/>
                  <a:gd name="T2" fmla="*/ 22 w 6"/>
                  <a:gd name="T3" fmla="*/ 13 h 6"/>
                  <a:gd name="T4" fmla="*/ 13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03" name="Freeform 2787">
                <a:extLst>
                  <a:ext uri="{FF2B5EF4-FFF2-40B4-BE49-F238E27FC236}">
                    <a16:creationId xmlns:a16="http://schemas.microsoft.com/office/drawing/2014/main" id="{F88CBDE7-792E-4943-96F9-C443C8897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846"/>
                <a:ext cx="9" cy="10"/>
              </a:xfrm>
              <a:custGeom>
                <a:avLst/>
                <a:gdLst>
                  <a:gd name="T0" fmla="*/ 8 w 6"/>
                  <a:gd name="T1" fmla="*/ 0 h 6"/>
                  <a:gd name="T2" fmla="*/ 18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04" name="Freeform 2788">
                <a:extLst>
                  <a:ext uri="{FF2B5EF4-FFF2-40B4-BE49-F238E27FC236}">
                    <a16:creationId xmlns:a16="http://schemas.microsoft.com/office/drawing/2014/main" id="{4F13BBD3-C5B0-4109-B07A-078219618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826"/>
                <a:ext cx="9" cy="9"/>
              </a:xfrm>
              <a:custGeom>
                <a:avLst/>
                <a:gdLst>
                  <a:gd name="T0" fmla="*/ 12 w 6"/>
                  <a:gd name="T1" fmla="*/ 0 h 5"/>
                  <a:gd name="T2" fmla="*/ 21 w 6"/>
                  <a:gd name="T3" fmla="*/ 13 h 5"/>
                  <a:gd name="T4" fmla="*/ 12 w 6"/>
                  <a:gd name="T5" fmla="*/ 29 h 5"/>
                  <a:gd name="T6" fmla="*/ 0 w 6"/>
                  <a:gd name="T7" fmla="*/ 16 h 5"/>
                  <a:gd name="T8" fmla="*/ 12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05" name="Freeform 2789">
                <a:extLst>
                  <a:ext uri="{FF2B5EF4-FFF2-40B4-BE49-F238E27FC236}">
                    <a16:creationId xmlns:a16="http://schemas.microsoft.com/office/drawing/2014/main" id="{392AF06C-2949-4C4C-AAB1-07B737BF0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798"/>
                <a:ext cx="10" cy="10"/>
              </a:xfrm>
              <a:custGeom>
                <a:avLst/>
                <a:gdLst>
                  <a:gd name="T0" fmla="*/ 13 w 6"/>
                  <a:gd name="T1" fmla="*/ 0 h 6"/>
                  <a:gd name="T2" fmla="*/ 28 w 6"/>
                  <a:gd name="T3" fmla="*/ 13 h 6"/>
                  <a:gd name="T4" fmla="*/ 13 w 6"/>
                  <a:gd name="T5" fmla="*/ 28 h 6"/>
                  <a:gd name="T6" fmla="*/ 0 w 6"/>
                  <a:gd name="T7" fmla="*/ 13 h 6"/>
                  <a:gd name="T8" fmla="*/ 13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06" name="Freeform 2790">
                <a:extLst>
                  <a:ext uri="{FF2B5EF4-FFF2-40B4-BE49-F238E27FC236}">
                    <a16:creationId xmlns:a16="http://schemas.microsoft.com/office/drawing/2014/main" id="{CA37A36E-8900-47FE-BF58-7F6E0D1A2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797"/>
                <a:ext cx="8" cy="9"/>
              </a:xfrm>
              <a:custGeom>
                <a:avLst/>
                <a:gdLst>
                  <a:gd name="T0" fmla="*/ 8 w 5"/>
                  <a:gd name="T1" fmla="*/ 5 h 6"/>
                  <a:gd name="T2" fmla="*/ 21 w 5"/>
                  <a:gd name="T3" fmla="*/ 12 h 6"/>
                  <a:gd name="T4" fmla="*/ 13 w 5"/>
                  <a:gd name="T5" fmla="*/ 21 h 6"/>
                  <a:gd name="T6" fmla="*/ 0 w 5"/>
                  <a:gd name="T7" fmla="*/ 14 h 6"/>
                  <a:gd name="T8" fmla="*/ 8 w 5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07" name="Freeform 2791">
                <a:extLst>
                  <a:ext uri="{FF2B5EF4-FFF2-40B4-BE49-F238E27FC236}">
                    <a16:creationId xmlns:a16="http://schemas.microsoft.com/office/drawing/2014/main" id="{E9A5DD06-A9CE-4C4E-BAF9-CD303BC09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830"/>
                <a:ext cx="7" cy="8"/>
              </a:xfrm>
              <a:custGeom>
                <a:avLst/>
                <a:gdLst>
                  <a:gd name="T0" fmla="*/ 6 w 5"/>
                  <a:gd name="T1" fmla="*/ 0 h 5"/>
                  <a:gd name="T2" fmla="*/ 14 w 5"/>
                  <a:gd name="T3" fmla="*/ 8 h 5"/>
                  <a:gd name="T4" fmla="*/ 8 w 5"/>
                  <a:gd name="T5" fmla="*/ 21 h 5"/>
                  <a:gd name="T6" fmla="*/ 0 w 5"/>
                  <a:gd name="T7" fmla="*/ 13 h 5"/>
                  <a:gd name="T8" fmla="*/ 6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08" name="Freeform 2792">
                <a:extLst>
                  <a:ext uri="{FF2B5EF4-FFF2-40B4-BE49-F238E27FC236}">
                    <a16:creationId xmlns:a16="http://schemas.microsoft.com/office/drawing/2014/main" id="{59DA5D2D-BE25-4457-BDD8-F6431DAED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843"/>
                <a:ext cx="9" cy="8"/>
              </a:xfrm>
              <a:custGeom>
                <a:avLst/>
                <a:gdLst>
                  <a:gd name="T0" fmla="*/ 8 w 6"/>
                  <a:gd name="T1" fmla="*/ 0 h 5"/>
                  <a:gd name="T2" fmla="*/ 18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8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09" name="Freeform 2793">
                <a:extLst>
                  <a:ext uri="{FF2B5EF4-FFF2-40B4-BE49-F238E27FC236}">
                    <a16:creationId xmlns:a16="http://schemas.microsoft.com/office/drawing/2014/main" id="{B3101C55-4332-43F7-A30A-D2121E0F5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858"/>
                <a:ext cx="10" cy="10"/>
              </a:xfrm>
              <a:custGeom>
                <a:avLst/>
                <a:gdLst>
                  <a:gd name="T0" fmla="*/ 8 w 6"/>
                  <a:gd name="T1" fmla="*/ 0 h 6"/>
                  <a:gd name="T2" fmla="*/ 22 w 6"/>
                  <a:gd name="T3" fmla="*/ 13 h 6"/>
                  <a:gd name="T4" fmla="*/ 13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10" name="Freeform 2794">
                <a:extLst>
                  <a:ext uri="{FF2B5EF4-FFF2-40B4-BE49-F238E27FC236}">
                    <a16:creationId xmlns:a16="http://schemas.microsoft.com/office/drawing/2014/main" id="{DDE1553C-A1D3-4854-BE86-0A533E587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866"/>
                <a:ext cx="9" cy="10"/>
              </a:xfrm>
              <a:custGeom>
                <a:avLst/>
                <a:gdLst>
                  <a:gd name="T0" fmla="*/ 12 w 6"/>
                  <a:gd name="T1" fmla="*/ 5 h 6"/>
                  <a:gd name="T2" fmla="*/ 21 w 6"/>
                  <a:gd name="T3" fmla="*/ 13 h 6"/>
                  <a:gd name="T4" fmla="*/ 12 w 6"/>
                  <a:gd name="T5" fmla="*/ 28 h 6"/>
                  <a:gd name="T6" fmla="*/ 0 w 6"/>
                  <a:gd name="T7" fmla="*/ 20 h 6"/>
                  <a:gd name="T8" fmla="*/ 12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11" name="Freeform 2795">
                <a:extLst>
                  <a:ext uri="{FF2B5EF4-FFF2-40B4-BE49-F238E27FC236}">
                    <a16:creationId xmlns:a16="http://schemas.microsoft.com/office/drawing/2014/main" id="{3830F0E2-1801-4FAE-B926-DF2177ED4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929"/>
                <a:ext cx="10" cy="10"/>
              </a:xfrm>
              <a:custGeom>
                <a:avLst/>
                <a:gdLst>
                  <a:gd name="T0" fmla="*/ 8 w 6"/>
                  <a:gd name="T1" fmla="*/ 5 h 6"/>
                  <a:gd name="T2" fmla="*/ 22 w 6"/>
                  <a:gd name="T3" fmla="*/ 13 h 6"/>
                  <a:gd name="T4" fmla="*/ 13 w 6"/>
                  <a:gd name="T5" fmla="*/ 28 h 6"/>
                  <a:gd name="T6" fmla="*/ 0 w 6"/>
                  <a:gd name="T7" fmla="*/ 20 h 6"/>
                  <a:gd name="T8" fmla="*/ 8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12" name="Freeform 2796">
                <a:extLst>
                  <a:ext uri="{FF2B5EF4-FFF2-40B4-BE49-F238E27FC236}">
                    <a16:creationId xmlns:a16="http://schemas.microsoft.com/office/drawing/2014/main" id="{8B98E745-DF7F-4CBF-9100-1364F9522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886"/>
                <a:ext cx="10" cy="10"/>
              </a:xfrm>
              <a:custGeom>
                <a:avLst/>
                <a:gdLst>
                  <a:gd name="T0" fmla="*/ 8 w 6"/>
                  <a:gd name="T1" fmla="*/ 5 h 6"/>
                  <a:gd name="T2" fmla="*/ 22 w 6"/>
                  <a:gd name="T3" fmla="*/ 13 h 6"/>
                  <a:gd name="T4" fmla="*/ 13 w 6"/>
                  <a:gd name="T5" fmla="*/ 28 h 6"/>
                  <a:gd name="T6" fmla="*/ 0 w 6"/>
                  <a:gd name="T7" fmla="*/ 20 h 6"/>
                  <a:gd name="T8" fmla="*/ 8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13" name="Freeform 2797">
                <a:extLst>
                  <a:ext uri="{FF2B5EF4-FFF2-40B4-BE49-F238E27FC236}">
                    <a16:creationId xmlns:a16="http://schemas.microsoft.com/office/drawing/2014/main" id="{C60B066A-380E-4E93-B072-248490D7A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853"/>
                <a:ext cx="10" cy="10"/>
              </a:xfrm>
              <a:custGeom>
                <a:avLst/>
                <a:gdLst>
                  <a:gd name="T0" fmla="*/ 8 w 6"/>
                  <a:gd name="T1" fmla="*/ 5 h 6"/>
                  <a:gd name="T2" fmla="*/ 22 w 6"/>
                  <a:gd name="T3" fmla="*/ 13 h 6"/>
                  <a:gd name="T4" fmla="*/ 13 w 6"/>
                  <a:gd name="T5" fmla="*/ 28 h 6"/>
                  <a:gd name="T6" fmla="*/ 0 w 6"/>
                  <a:gd name="T7" fmla="*/ 20 h 6"/>
                  <a:gd name="T8" fmla="*/ 8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14" name="Freeform 2798">
                <a:extLst>
                  <a:ext uri="{FF2B5EF4-FFF2-40B4-BE49-F238E27FC236}">
                    <a16:creationId xmlns:a16="http://schemas.microsoft.com/office/drawing/2014/main" id="{2AE8BABB-A7FB-416D-B025-442230B1A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860"/>
                <a:ext cx="10" cy="10"/>
              </a:xfrm>
              <a:custGeom>
                <a:avLst/>
                <a:gdLst>
                  <a:gd name="T0" fmla="*/ 13 w 6"/>
                  <a:gd name="T1" fmla="*/ 5 h 6"/>
                  <a:gd name="T2" fmla="*/ 28 w 6"/>
                  <a:gd name="T3" fmla="*/ 13 h 6"/>
                  <a:gd name="T4" fmla="*/ 13 w 6"/>
                  <a:gd name="T5" fmla="*/ 28 h 6"/>
                  <a:gd name="T6" fmla="*/ 0 w 6"/>
                  <a:gd name="T7" fmla="*/ 20 h 6"/>
                  <a:gd name="T8" fmla="*/ 13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15" name="Freeform 2799">
                <a:extLst>
                  <a:ext uri="{FF2B5EF4-FFF2-40B4-BE49-F238E27FC236}">
                    <a16:creationId xmlns:a16="http://schemas.microsoft.com/office/drawing/2014/main" id="{2BB6A66F-5D4E-47CA-8B51-0086A217F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840"/>
                <a:ext cx="9" cy="10"/>
              </a:xfrm>
              <a:custGeom>
                <a:avLst/>
                <a:gdLst>
                  <a:gd name="T0" fmla="*/ 8 w 6"/>
                  <a:gd name="T1" fmla="*/ 0 h 6"/>
                  <a:gd name="T2" fmla="*/ 18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16" name="Freeform 2800">
                <a:extLst>
                  <a:ext uri="{FF2B5EF4-FFF2-40B4-BE49-F238E27FC236}">
                    <a16:creationId xmlns:a16="http://schemas.microsoft.com/office/drawing/2014/main" id="{5B87CB2F-4809-44DF-BD71-CA5DD1AB1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833"/>
                <a:ext cx="9" cy="10"/>
              </a:xfrm>
              <a:custGeom>
                <a:avLst/>
                <a:gdLst>
                  <a:gd name="T0" fmla="*/ 8 w 6"/>
                  <a:gd name="T1" fmla="*/ 0 h 6"/>
                  <a:gd name="T2" fmla="*/ 18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17" name="Freeform 2801">
                <a:extLst>
                  <a:ext uri="{FF2B5EF4-FFF2-40B4-BE49-F238E27FC236}">
                    <a16:creationId xmlns:a16="http://schemas.microsoft.com/office/drawing/2014/main" id="{A55D5B7E-88AF-48A2-A285-23311F148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966"/>
                <a:ext cx="9" cy="8"/>
              </a:xfrm>
              <a:custGeom>
                <a:avLst/>
                <a:gdLst>
                  <a:gd name="T0" fmla="*/ 8 w 6"/>
                  <a:gd name="T1" fmla="*/ 0 h 5"/>
                  <a:gd name="T2" fmla="*/ 18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8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18" name="Freeform 2802">
                <a:extLst>
                  <a:ext uri="{FF2B5EF4-FFF2-40B4-BE49-F238E27FC236}">
                    <a16:creationId xmlns:a16="http://schemas.microsoft.com/office/drawing/2014/main" id="{3E6FC48C-7E46-4E8E-80D5-B65C8CD91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933"/>
                <a:ext cx="9" cy="9"/>
              </a:xfrm>
              <a:custGeom>
                <a:avLst/>
                <a:gdLst>
                  <a:gd name="T0" fmla="*/ 8 w 6"/>
                  <a:gd name="T1" fmla="*/ 5 h 6"/>
                  <a:gd name="T2" fmla="*/ 18 w 6"/>
                  <a:gd name="T3" fmla="*/ 12 h 6"/>
                  <a:gd name="T4" fmla="*/ 12 w 6"/>
                  <a:gd name="T5" fmla="*/ 21 h 6"/>
                  <a:gd name="T6" fmla="*/ 0 w 6"/>
                  <a:gd name="T7" fmla="*/ 14 h 6"/>
                  <a:gd name="T8" fmla="*/ 8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19" name="Freeform 2803">
                <a:extLst>
                  <a:ext uri="{FF2B5EF4-FFF2-40B4-BE49-F238E27FC236}">
                    <a16:creationId xmlns:a16="http://schemas.microsoft.com/office/drawing/2014/main" id="{EEB3B2A9-A374-40EA-A14E-AC7B7369C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954"/>
                <a:ext cx="9" cy="10"/>
              </a:xfrm>
              <a:custGeom>
                <a:avLst/>
                <a:gdLst>
                  <a:gd name="T0" fmla="*/ 8 w 6"/>
                  <a:gd name="T1" fmla="*/ 0 h 6"/>
                  <a:gd name="T2" fmla="*/ 18 w 6"/>
                  <a:gd name="T3" fmla="*/ 13 h 6"/>
                  <a:gd name="T4" fmla="*/ 12 w 6"/>
                  <a:gd name="T5" fmla="*/ 28 h 6"/>
                  <a:gd name="T6" fmla="*/ 0 w 6"/>
                  <a:gd name="T7" fmla="*/ 13 h 6"/>
                  <a:gd name="T8" fmla="*/ 8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20" name="Freeform 2804">
                <a:extLst>
                  <a:ext uri="{FF2B5EF4-FFF2-40B4-BE49-F238E27FC236}">
                    <a16:creationId xmlns:a16="http://schemas.microsoft.com/office/drawing/2014/main" id="{E0FDE898-EDEA-4DBC-B376-B8E0FCBEC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2956"/>
                <a:ext cx="9" cy="8"/>
              </a:xfrm>
              <a:custGeom>
                <a:avLst/>
                <a:gdLst>
                  <a:gd name="T0" fmla="*/ 8 w 6"/>
                  <a:gd name="T1" fmla="*/ 0 h 5"/>
                  <a:gd name="T2" fmla="*/ 18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8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21" name="Freeform 2805">
                <a:extLst>
                  <a:ext uri="{FF2B5EF4-FFF2-40B4-BE49-F238E27FC236}">
                    <a16:creationId xmlns:a16="http://schemas.microsoft.com/office/drawing/2014/main" id="{C9111345-57E1-4621-8AED-B9FC678E7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929"/>
                <a:ext cx="8" cy="10"/>
              </a:xfrm>
              <a:custGeom>
                <a:avLst/>
                <a:gdLst>
                  <a:gd name="T0" fmla="*/ 8 w 5"/>
                  <a:gd name="T1" fmla="*/ 5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20 h 6"/>
                  <a:gd name="T8" fmla="*/ 8 w 5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22" name="Freeform 2806">
                <a:extLst>
                  <a:ext uri="{FF2B5EF4-FFF2-40B4-BE49-F238E27FC236}">
                    <a16:creationId xmlns:a16="http://schemas.microsoft.com/office/drawing/2014/main" id="{A86C1CFF-243D-480A-ABCD-805B26B87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913"/>
                <a:ext cx="10" cy="10"/>
              </a:xfrm>
              <a:custGeom>
                <a:avLst/>
                <a:gdLst>
                  <a:gd name="T0" fmla="*/ 13 w 6"/>
                  <a:gd name="T1" fmla="*/ 5 h 6"/>
                  <a:gd name="T2" fmla="*/ 28 w 6"/>
                  <a:gd name="T3" fmla="*/ 13 h 6"/>
                  <a:gd name="T4" fmla="*/ 13 w 6"/>
                  <a:gd name="T5" fmla="*/ 28 h 6"/>
                  <a:gd name="T6" fmla="*/ 0 w 6"/>
                  <a:gd name="T7" fmla="*/ 20 h 6"/>
                  <a:gd name="T8" fmla="*/ 13 w 6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23" name="Freeform 2807">
                <a:extLst>
                  <a:ext uri="{FF2B5EF4-FFF2-40B4-BE49-F238E27FC236}">
                    <a16:creationId xmlns:a16="http://schemas.microsoft.com/office/drawing/2014/main" id="{F4D01B19-9C94-4943-84AF-F86D96460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838"/>
                <a:ext cx="8" cy="8"/>
              </a:xfrm>
              <a:custGeom>
                <a:avLst/>
                <a:gdLst>
                  <a:gd name="T0" fmla="*/ 8 w 5"/>
                  <a:gd name="T1" fmla="*/ 0 h 5"/>
                  <a:gd name="T2" fmla="*/ 21 w 5"/>
                  <a:gd name="T3" fmla="*/ 8 h 5"/>
                  <a:gd name="T4" fmla="*/ 13 w 5"/>
                  <a:gd name="T5" fmla="*/ 21 h 5"/>
                  <a:gd name="T6" fmla="*/ 0 w 5"/>
                  <a:gd name="T7" fmla="*/ 13 h 5"/>
                  <a:gd name="T8" fmla="*/ 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24" name="Freeform 2808">
                <a:extLst>
                  <a:ext uri="{FF2B5EF4-FFF2-40B4-BE49-F238E27FC236}">
                    <a16:creationId xmlns:a16="http://schemas.microsoft.com/office/drawing/2014/main" id="{C9BFC78C-8443-4EA8-AB1F-6AB4AC3A2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853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1930" name="Group 2809">
              <a:extLst>
                <a:ext uri="{FF2B5EF4-FFF2-40B4-BE49-F238E27FC236}">
                  <a16:creationId xmlns:a16="http://schemas.microsoft.com/office/drawing/2014/main" id="{3067D1DD-B1B7-452B-BA00-195AABEA98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81" y="2699"/>
              <a:ext cx="985" cy="479"/>
              <a:chOff x="3081" y="2699"/>
              <a:chExt cx="985" cy="479"/>
            </a:xfrm>
          </p:grpSpPr>
          <p:sp>
            <p:nvSpPr>
              <p:cNvPr id="82125" name="Freeform 2810">
                <a:extLst>
                  <a:ext uri="{FF2B5EF4-FFF2-40B4-BE49-F238E27FC236}">
                    <a16:creationId xmlns:a16="http://schemas.microsoft.com/office/drawing/2014/main" id="{89745CE4-3B59-43E3-87AA-A695ED350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810"/>
                <a:ext cx="9" cy="8"/>
              </a:xfrm>
              <a:custGeom>
                <a:avLst/>
                <a:gdLst>
                  <a:gd name="T0" fmla="*/ 12 w 6"/>
                  <a:gd name="T1" fmla="*/ 0 h 5"/>
                  <a:gd name="T2" fmla="*/ 21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12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26" name="Freeform 2811">
                <a:extLst>
                  <a:ext uri="{FF2B5EF4-FFF2-40B4-BE49-F238E27FC236}">
                    <a16:creationId xmlns:a16="http://schemas.microsoft.com/office/drawing/2014/main" id="{7C4136B1-B940-4519-B4D0-10E58694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994"/>
                <a:ext cx="9" cy="8"/>
              </a:xfrm>
              <a:custGeom>
                <a:avLst/>
                <a:gdLst>
                  <a:gd name="T0" fmla="*/ 8 w 6"/>
                  <a:gd name="T1" fmla="*/ 0 h 5"/>
                  <a:gd name="T2" fmla="*/ 21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8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27" name="Freeform 2812">
                <a:extLst>
                  <a:ext uri="{FF2B5EF4-FFF2-40B4-BE49-F238E27FC236}">
                    <a16:creationId xmlns:a16="http://schemas.microsoft.com/office/drawing/2014/main" id="{E215EBF7-D4E2-4D0D-A22C-3B2E1744B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808"/>
                <a:ext cx="8" cy="10"/>
              </a:xfrm>
              <a:custGeom>
                <a:avLst/>
                <a:gdLst>
                  <a:gd name="T0" fmla="*/ 8 w 5"/>
                  <a:gd name="T1" fmla="*/ 0 h 6"/>
                  <a:gd name="T2" fmla="*/ 21 w 5"/>
                  <a:gd name="T3" fmla="*/ 13 h 6"/>
                  <a:gd name="T4" fmla="*/ 13 w 5"/>
                  <a:gd name="T5" fmla="*/ 28 h 6"/>
                  <a:gd name="T6" fmla="*/ 0 w 5"/>
                  <a:gd name="T7" fmla="*/ 13 h 6"/>
                  <a:gd name="T8" fmla="*/ 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28" name="Freeform 2813">
                <a:extLst>
                  <a:ext uri="{FF2B5EF4-FFF2-40B4-BE49-F238E27FC236}">
                    <a16:creationId xmlns:a16="http://schemas.microsoft.com/office/drawing/2014/main" id="{554954E0-9982-48B6-8CD8-4A15838DE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976"/>
                <a:ext cx="9" cy="10"/>
              </a:xfrm>
              <a:custGeom>
                <a:avLst/>
                <a:gdLst>
                  <a:gd name="T0" fmla="*/ 12 w 6"/>
                  <a:gd name="T1" fmla="*/ 0 h 6"/>
                  <a:gd name="T2" fmla="*/ 21 w 6"/>
                  <a:gd name="T3" fmla="*/ 8 h 6"/>
                  <a:gd name="T4" fmla="*/ 12 w 6"/>
                  <a:gd name="T5" fmla="*/ 22 h 6"/>
                  <a:gd name="T6" fmla="*/ 0 w 6"/>
                  <a:gd name="T7" fmla="*/ 13 h 6"/>
                  <a:gd name="T8" fmla="*/ 1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29" name="Freeform 2814">
                <a:extLst>
                  <a:ext uri="{FF2B5EF4-FFF2-40B4-BE49-F238E27FC236}">
                    <a16:creationId xmlns:a16="http://schemas.microsoft.com/office/drawing/2014/main" id="{0DA3155D-35E3-4FA6-946B-CB44ED26E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052"/>
                <a:ext cx="9" cy="8"/>
              </a:xfrm>
              <a:custGeom>
                <a:avLst/>
                <a:gdLst>
                  <a:gd name="T0" fmla="*/ 12 w 6"/>
                  <a:gd name="T1" fmla="*/ 0 h 5"/>
                  <a:gd name="T2" fmla="*/ 21 w 6"/>
                  <a:gd name="T3" fmla="*/ 8 h 5"/>
                  <a:gd name="T4" fmla="*/ 12 w 6"/>
                  <a:gd name="T5" fmla="*/ 21 h 5"/>
                  <a:gd name="T6" fmla="*/ 0 w 6"/>
                  <a:gd name="T7" fmla="*/ 13 h 5"/>
                  <a:gd name="T8" fmla="*/ 12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30" name="Freeform 2815">
                <a:extLst>
                  <a:ext uri="{FF2B5EF4-FFF2-40B4-BE49-F238E27FC236}">
                    <a16:creationId xmlns:a16="http://schemas.microsoft.com/office/drawing/2014/main" id="{76746A0B-9C2B-46D3-B56D-A8C3F9396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3113"/>
                <a:ext cx="13" cy="15"/>
              </a:xfrm>
              <a:custGeom>
                <a:avLst/>
                <a:gdLst>
                  <a:gd name="T0" fmla="*/ 13 w 8"/>
                  <a:gd name="T1" fmla="*/ 5 h 9"/>
                  <a:gd name="T2" fmla="*/ 34 w 8"/>
                  <a:gd name="T3" fmla="*/ 20 h 9"/>
                  <a:gd name="T4" fmla="*/ 18 w 8"/>
                  <a:gd name="T5" fmla="*/ 42 h 9"/>
                  <a:gd name="T6" fmla="*/ 0 w 8"/>
                  <a:gd name="T7" fmla="*/ 22 h 9"/>
                  <a:gd name="T8" fmla="*/ 13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31" name="Freeform 2816">
                <a:extLst>
                  <a:ext uri="{FF2B5EF4-FFF2-40B4-BE49-F238E27FC236}">
                    <a16:creationId xmlns:a16="http://schemas.microsoft.com/office/drawing/2014/main" id="{91C49CB6-EDA3-47AA-AFB7-867D4F3C9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3127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3 h 8"/>
                  <a:gd name="T4" fmla="*/ 19 w 9"/>
                  <a:gd name="T5" fmla="*/ 34 h 8"/>
                  <a:gd name="T6" fmla="*/ 5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9" y="3"/>
                    </a:cubicBezTo>
                    <a:cubicBezTo>
                      <a:pt x="9" y="5"/>
                      <a:pt x="7" y="7"/>
                      <a:pt x="5" y="8"/>
                    </a:cubicBezTo>
                    <a:cubicBezTo>
                      <a:pt x="3" y="8"/>
                      <a:pt x="1" y="6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32" name="Freeform 2817">
                <a:extLst>
                  <a:ext uri="{FF2B5EF4-FFF2-40B4-BE49-F238E27FC236}">
                    <a16:creationId xmlns:a16="http://schemas.microsoft.com/office/drawing/2014/main" id="{1F604C79-87EC-4FA6-AD49-0B9C15B80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3059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42 h 9"/>
                  <a:gd name="T6" fmla="*/ 0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33" name="Freeform 2818">
                <a:extLst>
                  <a:ext uri="{FF2B5EF4-FFF2-40B4-BE49-F238E27FC236}">
                    <a16:creationId xmlns:a16="http://schemas.microsoft.com/office/drawing/2014/main" id="{1505985C-C37C-4A0B-8977-4F0A4E102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3015"/>
                <a:ext cx="13" cy="15"/>
              </a:xfrm>
              <a:custGeom>
                <a:avLst/>
                <a:gdLst>
                  <a:gd name="T0" fmla="*/ 18 w 8"/>
                  <a:gd name="T1" fmla="*/ 5 h 9"/>
                  <a:gd name="T2" fmla="*/ 34 w 8"/>
                  <a:gd name="T3" fmla="*/ 20 h 9"/>
                  <a:gd name="T4" fmla="*/ 18 w 8"/>
                  <a:gd name="T5" fmla="*/ 42 h 9"/>
                  <a:gd name="T6" fmla="*/ 0 w 8"/>
                  <a:gd name="T7" fmla="*/ 22 h 9"/>
                  <a:gd name="T8" fmla="*/ 18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34" name="Freeform 2819">
                <a:extLst>
                  <a:ext uri="{FF2B5EF4-FFF2-40B4-BE49-F238E27FC236}">
                    <a16:creationId xmlns:a16="http://schemas.microsoft.com/office/drawing/2014/main" id="{6AF6FA10-EED6-4266-9D71-BD5FE8B42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984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8 w 8"/>
                  <a:gd name="T5" fmla="*/ 42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35" name="Freeform 2820">
                <a:extLst>
                  <a:ext uri="{FF2B5EF4-FFF2-40B4-BE49-F238E27FC236}">
                    <a16:creationId xmlns:a16="http://schemas.microsoft.com/office/drawing/2014/main" id="{B3F517F5-75A0-4D0B-A2D7-6E951EAAA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951"/>
                <a:ext cx="13" cy="13"/>
              </a:xfrm>
              <a:custGeom>
                <a:avLst/>
                <a:gdLst>
                  <a:gd name="T0" fmla="*/ 18 w 8"/>
                  <a:gd name="T1" fmla="*/ 0 h 8"/>
                  <a:gd name="T2" fmla="*/ 34 w 8"/>
                  <a:gd name="T3" fmla="*/ 18 h 8"/>
                  <a:gd name="T4" fmla="*/ 18 w 8"/>
                  <a:gd name="T5" fmla="*/ 34 h 8"/>
                  <a:gd name="T6" fmla="*/ 0 w 8"/>
                  <a:gd name="T7" fmla="*/ 21 h 8"/>
                  <a:gd name="T8" fmla="*/ 1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36" name="Freeform 2821">
                <a:extLst>
                  <a:ext uri="{FF2B5EF4-FFF2-40B4-BE49-F238E27FC236}">
                    <a16:creationId xmlns:a16="http://schemas.microsoft.com/office/drawing/2014/main" id="{2BA32A99-311E-4AA9-A4AE-CFDEC8032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2924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4 w 8"/>
                  <a:gd name="T5" fmla="*/ 37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37" name="Freeform 2822">
                <a:extLst>
                  <a:ext uri="{FF2B5EF4-FFF2-40B4-BE49-F238E27FC236}">
                    <a16:creationId xmlns:a16="http://schemas.microsoft.com/office/drawing/2014/main" id="{109D4AD0-F35B-456D-BE4F-6005FA90D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909"/>
                <a:ext cx="13" cy="15"/>
              </a:xfrm>
              <a:custGeom>
                <a:avLst/>
                <a:gdLst>
                  <a:gd name="T0" fmla="*/ 18 w 8"/>
                  <a:gd name="T1" fmla="*/ 5 h 9"/>
                  <a:gd name="T2" fmla="*/ 34 w 8"/>
                  <a:gd name="T3" fmla="*/ 20 h 9"/>
                  <a:gd name="T4" fmla="*/ 21 w 8"/>
                  <a:gd name="T5" fmla="*/ 42 h 9"/>
                  <a:gd name="T6" fmla="*/ 0 w 8"/>
                  <a:gd name="T7" fmla="*/ 22 h 9"/>
                  <a:gd name="T8" fmla="*/ 18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38" name="Freeform 2823">
                <a:extLst>
                  <a:ext uri="{FF2B5EF4-FFF2-40B4-BE49-F238E27FC236}">
                    <a16:creationId xmlns:a16="http://schemas.microsoft.com/office/drawing/2014/main" id="{6E5D05B9-D64D-4684-97F3-1A42676AD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928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3 h 8"/>
                  <a:gd name="T4" fmla="*/ 19 w 9"/>
                  <a:gd name="T5" fmla="*/ 34 h 8"/>
                  <a:gd name="T6" fmla="*/ 5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9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6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39" name="Freeform 2824">
                <a:extLst>
                  <a:ext uri="{FF2B5EF4-FFF2-40B4-BE49-F238E27FC236}">
                    <a16:creationId xmlns:a16="http://schemas.microsoft.com/office/drawing/2014/main" id="{18F5AA2F-5305-4E70-8A85-E2DC42FEE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909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42 h 9"/>
                  <a:gd name="T6" fmla="*/ 0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40" name="Freeform 2825">
                <a:extLst>
                  <a:ext uri="{FF2B5EF4-FFF2-40B4-BE49-F238E27FC236}">
                    <a16:creationId xmlns:a16="http://schemas.microsoft.com/office/drawing/2014/main" id="{4DA63C73-FFBF-469F-8231-FDA3C402A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913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8 h 8"/>
                  <a:gd name="T4" fmla="*/ 19 w 9"/>
                  <a:gd name="T5" fmla="*/ 34 h 8"/>
                  <a:gd name="T6" fmla="*/ 5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41" name="Freeform 2826">
                <a:extLst>
                  <a:ext uri="{FF2B5EF4-FFF2-40B4-BE49-F238E27FC236}">
                    <a16:creationId xmlns:a16="http://schemas.microsoft.com/office/drawing/2014/main" id="{0131B22F-45E2-4F8E-AC03-2A8DB7448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929"/>
                <a:ext cx="12" cy="13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18 h 8"/>
                  <a:gd name="T4" fmla="*/ 18 w 8"/>
                  <a:gd name="T5" fmla="*/ 34 h 8"/>
                  <a:gd name="T6" fmla="*/ 0 w 8"/>
                  <a:gd name="T7" fmla="*/ 21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42" name="Freeform 2827">
                <a:extLst>
                  <a:ext uri="{FF2B5EF4-FFF2-40B4-BE49-F238E27FC236}">
                    <a16:creationId xmlns:a16="http://schemas.microsoft.com/office/drawing/2014/main" id="{D2850328-9E75-4D0E-BD43-A1F21519A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944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8 h 8"/>
                  <a:gd name="T4" fmla="*/ 19 w 9"/>
                  <a:gd name="T5" fmla="*/ 34 h 8"/>
                  <a:gd name="T6" fmla="*/ 5 w 9"/>
                  <a:gd name="T7" fmla="*/ 21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43" name="Freeform 2828">
                <a:extLst>
                  <a:ext uri="{FF2B5EF4-FFF2-40B4-BE49-F238E27FC236}">
                    <a16:creationId xmlns:a16="http://schemas.microsoft.com/office/drawing/2014/main" id="{BD48F8B8-F0C6-4342-B28D-99913929C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954"/>
                <a:ext cx="12" cy="13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18 h 8"/>
                  <a:gd name="T4" fmla="*/ 18 w 8"/>
                  <a:gd name="T5" fmla="*/ 34 h 8"/>
                  <a:gd name="T6" fmla="*/ 0 w 8"/>
                  <a:gd name="T7" fmla="*/ 21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44" name="Freeform 2829">
                <a:extLst>
                  <a:ext uri="{FF2B5EF4-FFF2-40B4-BE49-F238E27FC236}">
                    <a16:creationId xmlns:a16="http://schemas.microsoft.com/office/drawing/2014/main" id="{D3D7EF2C-0B09-4B3A-B95F-8C4096344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2938"/>
                <a:ext cx="14" cy="14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14 h 9"/>
                  <a:gd name="T4" fmla="*/ 19 w 9"/>
                  <a:gd name="T5" fmla="*/ 34 h 9"/>
                  <a:gd name="T6" fmla="*/ 0 w 9"/>
                  <a:gd name="T7" fmla="*/ 19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45" name="Freeform 2830">
                <a:extLst>
                  <a:ext uri="{FF2B5EF4-FFF2-40B4-BE49-F238E27FC236}">
                    <a16:creationId xmlns:a16="http://schemas.microsoft.com/office/drawing/2014/main" id="{30092473-6BF2-4C10-B640-F33EA8895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2949"/>
                <a:ext cx="12" cy="15"/>
              </a:xfrm>
              <a:custGeom>
                <a:avLst/>
                <a:gdLst>
                  <a:gd name="T0" fmla="*/ 14 w 8"/>
                  <a:gd name="T1" fmla="*/ 0 h 9"/>
                  <a:gd name="T2" fmla="*/ 27 w 8"/>
                  <a:gd name="T3" fmla="*/ 20 h 9"/>
                  <a:gd name="T4" fmla="*/ 14 w 8"/>
                  <a:gd name="T5" fmla="*/ 37 h 9"/>
                  <a:gd name="T6" fmla="*/ 0 w 8"/>
                  <a:gd name="T7" fmla="*/ 22 h 9"/>
                  <a:gd name="T8" fmla="*/ 1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46" name="Freeform 2831">
                <a:extLst>
                  <a:ext uri="{FF2B5EF4-FFF2-40B4-BE49-F238E27FC236}">
                    <a16:creationId xmlns:a16="http://schemas.microsoft.com/office/drawing/2014/main" id="{137849FB-9962-4983-BB25-3DAAC911E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938"/>
                <a:ext cx="13" cy="13"/>
              </a:xfrm>
              <a:custGeom>
                <a:avLst/>
                <a:gdLst>
                  <a:gd name="T0" fmla="*/ 18 w 8"/>
                  <a:gd name="T1" fmla="*/ 0 h 8"/>
                  <a:gd name="T2" fmla="*/ 34 w 8"/>
                  <a:gd name="T3" fmla="*/ 18 h 8"/>
                  <a:gd name="T4" fmla="*/ 21 w 8"/>
                  <a:gd name="T5" fmla="*/ 34 h 8"/>
                  <a:gd name="T6" fmla="*/ 0 w 8"/>
                  <a:gd name="T7" fmla="*/ 18 h 8"/>
                  <a:gd name="T8" fmla="*/ 1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47" name="Freeform 2832">
                <a:extLst>
                  <a:ext uri="{FF2B5EF4-FFF2-40B4-BE49-F238E27FC236}">
                    <a16:creationId xmlns:a16="http://schemas.microsoft.com/office/drawing/2014/main" id="{90966D38-1F72-48D4-8B6D-E24D9718A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972"/>
                <a:ext cx="13" cy="14"/>
              </a:xfrm>
              <a:custGeom>
                <a:avLst/>
                <a:gdLst>
                  <a:gd name="T0" fmla="*/ 13 w 8"/>
                  <a:gd name="T1" fmla="*/ 0 h 8"/>
                  <a:gd name="T2" fmla="*/ 34 w 8"/>
                  <a:gd name="T3" fmla="*/ 21 h 8"/>
                  <a:gd name="T4" fmla="*/ 18 w 8"/>
                  <a:gd name="T5" fmla="*/ 44 h 8"/>
                  <a:gd name="T6" fmla="*/ 0 w 8"/>
                  <a:gd name="T7" fmla="*/ 28 h 8"/>
                  <a:gd name="T8" fmla="*/ 13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48" name="Freeform 2833">
                <a:extLst>
                  <a:ext uri="{FF2B5EF4-FFF2-40B4-BE49-F238E27FC236}">
                    <a16:creationId xmlns:a16="http://schemas.microsoft.com/office/drawing/2014/main" id="{DE02F8CD-DEB1-4009-A37A-95CFF6DAF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3007"/>
                <a:ext cx="12" cy="13"/>
              </a:xfrm>
              <a:custGeom>
                <a:avLst/>
                <a:gdLst>
                  <a:gd name="T0" fmla="*/ 12 w 8"/>
                  <a:gd name="T1" fmla="*/ 0 h 8"/>
                  <a:gd name="T2" fmla="*/ 27 w 8"/>
                  <a:gd name="T3" fmla="*/ 18 h 8"/>
                  <a:gd name="T4" fmla="*/ 14 w 8"/>
                  <a:gd name="T5" fmla="*/ 34 h 8"/>
                  <a:gd name="T6" fmla="*/ 0 w 8"/>
                  <a:gd name="T7" fmla="*/ 21 h 8"/>
                  <a:gd name="T8" fmla="*/ 12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49" name="Freeform 2834">
                <a:extLst>
                  <a:ext uri="{FF2B5EF4-FFF2-40B4-BE49-F238E27FC236}">
                    <a16:creationId xmlns:a16="http://schemas.microsoft.com/office/drawing/2014/main" id="{A4A5FC5F-4135-44F5-AB5C-209CF6E73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3037"/>
                <a:ext cx="13" cy="15"/>
              </a:xfrm>
              <a:custGeom>
                <a:avLst/>
                <a:gdLst>
                  <a:gd name="T0" fmla="*/ 13 w 8"/>
                  <a:gd name="T1" fmla="*/ 5 h 9"/>
                  <a:gd name="T2" fmla="*/ 34 w 8"/>
                  <a:gd name="T3" fmla="*/ 20 h 9"/>
                  <a:gd name="T4" fmla="*/ 18 w 8"/>
                  <a:gd name="T5" fmla="*/ 42 h 9"/>
                  <a:gd name="T6" fmla="*/ 0 w 8"/>
                  <a:gd name="T7" fmla="*/ 22 h 9"/>
                  <a:gd name="T8" fmla="*/ 13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50" name="Freeform 2835">
                <a:extLst>
                  <a:ext uri="{FF2B5EF4-FFF2-40B4-BE49-F238E27FC236}">
                    <a16:creationId xmlns:a16="http://schemas.microsoft.com/office/drawing/2014/main" id="{8723649B-F0B4-40E9-8E65-4FBCEACF0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3067"/>
                <a:ext cx="12" cy="15"/>
              </a:xfrm>
              <a:custGeom>
                <a:avLst/>
                <a:gdLst>
                  <a:gd name="T0" fmla="*/ 14 w 8"/>
                  <a:gd name="T1" fmla="*/ 0 h 9"/>
                  <a:gd name="T2" fmla="*/ 27 w 8"/>
                  <a:gd name="T3" fmla="*/ 20 h 9"/>
                  <a:gd name="T4" fmla="*/ 14 w 8"/>
                  <a:gd name="T5" fmla="*/ 37 h 9"/>
                  <a:gd name="T6" fmla="*/ 0 w 8"/>
                  <a:gd name="T7" fmla="*/ 22 h 9"/>
                  <a:gd name="T8" fmla="*/ 1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51" name="Freeform 2836">
                <a:extLst>
                  <a:ext uri="{FF2B5EF4-FFF2-40B4-BE49-F238E27FC236}">
                    <a16:creationId xmlns:a16="http://schemas.microsoft.com/office/drawing/2014/main" id="{E2C1F3A5-49A3-4C04-AD99-1C120D6A6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3095"/>
                <a:ext cx="12" cy="15"/>
              </a:xfrm>
              <a:custGeom>
                <a:avLst/>
                <a:gdLst>
                  <a:gd name="T0" fmla="*/ 14 w 8"/>
                  <a:gd name="T1" fmla="*/ 0 h 9"/>
                  <a:gd name="T2" fmla="*/ 27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52" name="Freeform 2837">
                <a:extLst>
                  <a:ext uri="{FF2B5EF4-FFF2-40B4-BE49-F238E27FC236}">
                    <a16:creationId xmlns:a16="http://schemas.microsoft.com/office/drawing/2014/main" id="{3C8C24BB-4F6E-4DA2-98EE-998DDC795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3097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8 w 8"/>
                  <a:gd name="T5" fmla="*/ 42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53" name="Freeform 2838">
                <a:extLst>
                  <a:ext uri="{FF2B5EF4-FFF2-40B4-BE49-F238E27FC236}">
                    <a16:creationId xmlns:a16="http://schemas.microsoft.com/office/drawing/2014/main" id="{9BA6067A-7ED8-48BC-B6FB-13A13F981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966"/>
                <a:ext cx="13" cy="13"/>
              </a:xfrm>
              <a:custGeom>
                <a:avLst/>
                <a:gdLst>
                  <a:gd name="T0" fmla="*/ 18 w 8"/>
                  <a:gd name="T1" fmla="*/ 0 h 8"/>
                  <a:gd name="T2" fmla="*/ 34 w 8"/>
                  <a:gd name="T3" fmla="*/ 18 h 8"/>
                  <a:gd name="T4" fmla="*/ 21 w 8"/>
                  <a:gd name="T5" fmla="*/ 34 h 8"/>
                  <a:gd name="T6" fmla="*/ 0 w 8"/>
                  <a:gd name="T7" fmla="*/ 18 h 8"/>
                  <a:gd name="T8" fmla="*/ 1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54" name="Freeform 2839">
                <a:extLst>
                  <a:ext uri="{FF2B5EF4-FFF2-40B4-BE49-F238E27FC236}">
                    <a16:creationId xmlns:a16="http://schemas.microsoft.com/office/drawing/2014/main" id="{7E7C9E31-8F97-43DB-BED7-40B4FC236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914"/>
                <a:ext cx="14" cy="14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21 h 8"/>
                  <a:gd name="T4" fmla="*/ 19 w 9"/>
                  <a:gd name="T5" fmla="*/ 44 h 8"/>
                  <a:gd name="T6" fmla="*/ 0 w 9"/>
                  <a:gd name="T7" fmla="*/ 21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55" name="Freeform 2840">
                <a:extLst>
                  <a:ext uri="{FF2B5EF4-FFF2-40B4-BE49-F238E27FC236}">
                    <a16:creationId xmlns:a16="http://schemas.microsoft.com/office/drawing/2014/main" id="{FBCF8809-D5F8-4FF4-BB2F-7F109DD03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941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3 h 8"/>
                  <a:gd name="T4" fmla="*/ 19 w 9"/>
                  <a:gd name="T5" fmla="*/ 34 h 8"/>
                  <a:gd name="T6" fmla="*/ 0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56" name="Freeform 2841">
                <a:extLst>
                  <a:ext uri="{FF2B5EF4-FFF2-40B4-BE49-F238E27FC236}">
                    <a16:creationId xmlns:a16="http://schemas.microsoft.com/office/drawing/2014/main" id="{569CA2DC-783E-48BB-A900-1D17F6B79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919"/>
                <a:ext cx="14" cy="14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6 h 8"/>
                  <a:gd name="T4" fmla="*/ 19 w 9"/>
                  <a:gd name="T5" fmla="*/ 44 h 8"/>
                  <a:gd name="T6" fmla="*/ 5 w 9"/>
                  <a:gd name="T7" fmla="*/ 21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9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6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57" name="Freeform 2842">
                <a:extLst>
                  <a:ext uri="{FF2B5EF4-FFF2-40B4-BE49-F238E27FC236}">
                    <a16:creationId xmlns:a16="http://schemas.microsoft.com/office/drawing/2014/main" id="{8B189280-9BEB-408A-8C0E-35A6BA2D4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896"/>
                <a:ext cx="12" cy="15"/>
              </a:xfrm>
              <a:custGeom>
                <a:avLst/>
                <a:gdLst>
                  <a:gd name="T0" fmla="*/ 14 w 8"/>
                  <a:gd name="T1" fmla="*/ 0 h 9"/>
                  <a:gd name="T2" fmla="*/ 27 w 8"/>
                  <a:gd name="T3" fmla="*/ 20 h 9"/>
                  <a:gd name="T4" fmla="*/ 14 w 8"/>
                  <a:gd name="T5" fmla="*/ 37 h 9"/>
                  <a:gd name="T6" fmla="*/ 0 w 8"/>
                  <a:gd name="T7" fmla="*/ 22 h 9"/>
                  <a:gd name="T8" fmla="*/ 1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58" name="Freeform 2843">
                <a:extLst>
                  <a:ext uri="{FF2B5EF4-FFF2-40B4-BE49-F238E27FC236}">
                    <a16:creationId xmlns:a16="http://schemas.microsoft.com/office/drawing/2014/main" id="{59B6B0B5-1284-4ADD-857E-7CE7195E0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889"/>
                <a:ext cx="14" cy="14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6 h 8"/>
                  <a:gd name="T4" fmla="*/ 19 w 9"/>
                  <a:gd name="T5" fmla="*/ 44 h 8"/>
                  <a:gd name="T6" fmla="*/ 5 w 9"/>
                  <a:gd name="T7" fmla="*/ 21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9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59" name="Freeform 2844">
                <a:extLst>
                  <a:ext uri="{FF2B5EF4-FFF2-40B4-BE49-F238E27FC236}">
                    <a16:creationId xmlns:a16="http://schemas.microsoft.com/office/drawing/2014/main" id="{A472E7FF-5892-4A8E-88D5-CA59F71C6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886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8 h 8"/>
                  <a:gd name="T4" fmla="*/ 19 w 9"/>
                  <a:gd name="T5" fmla="*/ 34 h 8"/>
                  <a:gd name="T6" fmla="*/ 0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60" name="Freeform 2845">
                <a:extLst>
                  <a:ext uri="{FF2B5EF4-FFF2-40B4-BE49-F238E27FC236}">
                    <a16:creationId xmlns:a16="http://schemas.microsoft.com/office/drawing/2014/main" id="{633E803D-104C-4B38-94D2-6F6157325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908"/>
                <a:ext cx="13" cy="15"/>
              </a:xfrm>
              <a:custGeom>
                <a:avLst/>
                <a:gdLst>
                  <a:gd name="T0" fmla="*/ 13 w 8"/>
                  <a:gd name="T1" fmla="*/ 5 h 9"/>
                  <a:gd name="T2" fmla="*/ 34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3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61" name="Freeform 2846">
                <a:extLst>
                  <a:ext uri="{FF2B5EF4-FFF2-40B4-BE49-F238E27FC236}">
                    <a16:creationId xmlns:a16="http://schemas.microsoft.com/office/drawing/2014/main" id="{8989D3C9-AEF3-4F82-ADA9-B90C31383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899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37 h 9"/>
                  <a:gd name="T6" fmla="*/ 0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62" name="Freeform 2847">
                <a:extLst>
                  <a:ext uri="{FF2B5EF4-FFF2-40B4-BE49-F238E27FC236}">
                    <a16:creationId xmlns:a16="http://schemas.microsoft.com/office/drawing/2014/main" id="{2184DBFA-6A6F-4EA3-B4EF-5F5D78745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918"/>
                <a:ext cx="12" cy="15"/>
              </a:xfrm>
              <a:custGeom>
                <a:avLst/>
                <a:gdLst>
                  <a:gd name="T0" fmla="*/ 12 w 8"/>
                  <a:gd name="T1" fmla="*/ 5 h 9"/>
                  <a:gd name="T2" fmla="*/ 27 w 8"/>
                  <a:gd name="T3" fmla="*/ 20 h 9"/>
                  <a:gd name="T4" fmla="*/ 14 w 8"/>
                  <a:gd name="T5" fmla="*/ 37 h 9"/>
                  <a:gd name="T6" fmla="*/ 0 w 8"/>
                  <a:gd name="T7" fmla="*/ 22 h 9"/>
                  <a:gd name="T8" fmla="*/ 12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63" name="Freeform 2848">
                <a:extLst>
                  <a:ext uri="{FF2B5EF4-FFF2-40B4-BE49-F238E27FC236}">
                    <a16:creationId xmlns:a16="http://schemas.microsoft.com/office/drawing/2014/main" id="{C4AA6DA6-7F4A-4204-AA77-33D12B769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926"/>
                <a:ext cx="13" cy="15"/>
              </a:xfrm>
              <a:custGeom>
                <a:avLst/>
                <a:gdLst>
                  <a:gd name="T0" fmla="*/ 18 w 8"/>
                  <a:gd name="T1" fmla="*/ 5 h 9"/>
                  <a:gd name="T2" fmla="*/ 34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8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64" name="Freeform 2849">
                <a:extLst>
                  <a:ext uri="{FF2B5EF4-FFF2-40B4-BE49-F238E27FC236}">
                    <a16:creationId xmlns:a16="http://schemas.microsoft.com/office/drawing/2014/main" id="{B7BCA1BC-BB83-4641-ADE4-EC65412B4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942"/>
                <a:ext cx="13" cy="14"/>
              </a:xfrm>
              <a:custGeom>
                <a:avLst/>
                <a:gdLst>
                  <a:gd name="T0" fmla="*/ 18 w 8"/>
                  <a:gd name="T1" fmla="*/ 0 h 8"/>
                  <a:gd name="T2" fmla="*/ 34 w 8"/>
                  <a:gd name="T3" fmla="*/ 16 h 8"/>
                  <a:gd name="T4" fmla="*/ 18 w 8"/>
                  <a:gd name="T5" fmla="*/ 44 h 8"/>
                  <a:gd name="T6" fmla="*/ 0 w 8"/>
                  <a:gd name="T7" fmla="*/ 21 h 8"/>
                  <a:gd name="T8" fmla="*/ 1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3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65" name="Freeform 2850">
                <a:extLst>
                  <a:ext uri="{FF2B5EF4-FFF2-40B4-BE49-F238E27FC236}">
                    <a16:creationId xmlns:a16="http://schemas.microsoft.com/office/drawing/2014/main" id="{8BCB23CC-0DD8-4B62-A8B8-59CE5C2A2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957"/>
                <a:ext cx="12" cy="15"/>
              </a:xfrm>
              <a:custGeom>
                <a:avLst/>
                <a:gdLst>
                  <a:gd name="T0" fmla="*/ 12 w 8"/>
                  <a:gd name="T1" fmla="*/ 5 h 9"/>
                  <a:gd name="T2" fmla="*/ 27 w 8"/>
                  <a:gd name="T3" fmla="*/ 20 h 9"/>
                  <a:gd name="T4" fmla="*/ 14 w 8"/>
                  <a:gd name="T5" fmla="*/ 37 h 9"/>
                  <a:gd name="T6" fmla="*/ 0 w 8"/>
                  <a:gd name="T7" fmla="*/ 22 h 9"/>
                  <a:gd name="T8" fmla="*/ 12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66" name="Freeform 2851">
                <a:extLst>
                  <a:ext uri="{FF2B5EF4-FFF2-40B4-BE49-F238E27FC236}">
                    <a16:creationId xmlns:a16="http://schemas.microsoft.com/office/drawing/2014/main" id="{650CDD87-26A3-425D-AD3E-F0363A3F5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949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67" name="Freeform 2852">
                <a:extLst>
                  <a:ext uri="{FF2B5EF4-FFF2-40B4-BE49-F238E27FC236}">
                    <a16:creationId xmlns:a16="http://schemas.microsoft.com/office/drawing/2014/main" id="{DEAB5506-183B-4990-A298-600CC735B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934"/>
                <a:ext cx="13" cy="13"/>
              </a:xfrm>
              <a:custGeom>
                <a:avLst/>
                <a:gdLst>
                  <a:gd name="T0" fmla="*/ 13 w 8"/>
                  <a:gd name="T1" fmla="*/ 0 h 8"/>
                  <a:gd name="T2" fmla="*/ 34 w 8"/>
                  <a:gd name="T3" fmla="*/ 18 h 8"/>
                  <a:gd name="T4" fmla="*/ 18 w 8"/>
                  <a:gd name="T5" fmla="*/ 34 h 8"/>
                  <a:gd name="T6" fmla="*/ 0 w 8"/>
                  <a:gd name="T7" fmla="*/ 21 h 8"/>
                  <a:gd name="T8" fmla="*/ 13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68" name="Freeform 2853">
                <a:extLst>
                  <a:ext uri="{FF2B5EF4-FFF2-40B4-BE49-F238E27FC236}">
                    <a16:creationId xmlns:a16="http://schemas.microsoft.com/office/drawing/2014/main" id="{447F4BD5-CE4A-495C-A3E8-E3D0FBC64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933"/>
                <a:ext cx="14" cy="14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14 h 9"/>
                  <a:gd name="T4" fmla="*/ 19 w 9"/>
                  <a:gd name="T5" fmla="*/ 30 h 9"/>
                  <a:gd name="T6" fmla="*/ 0 w 9"/>
                  <a:gd name="T7" fmla="*/ 19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69" name="Freeform 2854">
                <a:extLst>
                  <a:ext uri="{FF2B5EF4-FFF2-40B4-BE49-F238E27FC236}">
                    <a16:creationId xmlns:a16="http://schemas.microsoft.com/office/drawing/2014/main" id="{804FAAB8-9040-4F79-A7BB-39950780B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899"/>
                <a:ext cx="12" cy="14"/>
              </a:xfrm>
              <a:custGeom>
                <a:avLst/>
                <a:gdLst>
                  <a:gd name="T0" fmla="*/ 12 w 8"/>
                  <a:gd name="T1" fmla="*/ 0 h 8"/>
                  <a:gd name="T2" fmla="*/ 27 w 8"/>
                  <a:gd name="T3" fmla="*/ 21 h 8"/>
                  <a:gd name="T4" fmla="*/ 14 w 8"/>
                  <a:gd name="T5" fmla="*/ 44 h 8"/>
                  <a:gd name="T6" fmla="*/ 0 w 8"/>
                  <a:gd name="T7" fmla="*/ 28 h 8"/>
                  <a:gd name="T8" fmla="*/ 12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70" name="Freeform 2855">
                <a:extLst>
                  <a:ext uri="{FF2B5EF4-FFF2-40B4-BE49-F238E27FC236}">
                    <a16:creationId xmlns:a16="http://schemas.microsoft.com/office/drawing/2014/main" id="{94E76D93-E2E3-4873-9C60-054014C8D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929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37 h 9"/>
                  <a:gd name="T6" fmla="*/ 0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71" name="Freeform 2856">
                <a:extLst>
                  <a:ext uri="{FF2B5EF4-FFF2-40B4-BE49-F238E27FC236}">
                    <a16:creationId xmlns:a16="http://schemas.microsoft.com/office/drawing/2014/main" id="{B856FA34-7F16-4411-87BB-D2B823F10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949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72" name="Freeform 2857">
                <a:extLst>
                  <a:ext uri="{FF2B5EF4-FFF2-40B4-BE49-F238E27FC236}">
                    <a16:creationId xmlns:a16="http://schemas.microsoft.com/office/drawing/2014/main" id="{267599A3-E8ED-4831-BC9A-942976AB5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967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37 h 9"/>
                  <a:gd name="T6" fmla="*/ 0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73" name="Freeform 2858">
                <a:extLst>
                  <a:ext uri="{FF2B5EF4-FFF2-40B4-BE49-F238E27FC236}">
                    <a16:creationId xmlns:a16="http://schemas.microsoft.com/office/drawing/2014/main" id="{63563A74-5B87-41C3-8BAB-5CFBDD490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971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74" name="Freeform 2859">
                <a:extLst>
                  <a:ext uri="{FF2B5EF4-FFF2-40B4-BE49-F238E27FC236}">
                    <a16:creationId xmlns:a16="http://schemas.microsoft.com/office/drawing/2014/main" id="{B28C7A24-436E-44A3-B39C-29DE22CD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994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37 h 9"/>
                  <a:gd name="T6" fmla="*/ 0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75" name="Freeform 2860">
                <a:extLst>
                  <a:ext uri="{FF2B5EF4-FFF2-40B4-BE49-F238E27FC236}">
                    <a16:creationId xmlns:a16="http://schemas.microsoft.com/office/drawing/2014/main" id="{1D93C1E2-E4CB-45C6-BA50-CA50C6C4B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974"/>
                <a:ext cx="12" cy="13"/>
              </a:xfrm>
              <a:custGeom>
                <a:avLst/>
                <a:gdLst>
                  <a:gd name="T0" fmla="*/ 12 w 8"/>
                  <a:gd name="T1" fmla="*/ 0 h 8"/>
                  <a:gd name="T2" fmla="*/ 27 w 8"/>
                  <a:gd name="T3" fmla="*/ 18 h 8"/>
                  <a:gd name="T4" fmla="*/ 14 w 8"/>
                  <a:gd name="T5" fmla="*/ 34 h 8"/>
                  <a:gd name="T6" fmla="*/ 0 w 8"/>
                  <a:gd name="T7" fmla="*/ 21 h 8"/>
                  <a:gd name="T8" fmla="*/ 12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76" name="Freeform 2861">
                <a:extLst>
                  <a:ext uri="{FF2B5EF4-FFF2-40B4-BE49-F238E27FC236}">
                    <a16:creationId xmlns:a16="http://schemas.microsoft.com/office/drawing/2014/main" id="{331D8BEE-1881-4D2D-B17C-8E6999329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972"/>
                <a:ext cx="13" cy="15"/>
              </a:xfrm>
              <a:custGeom>
                <a:avLst/>
                <a:gdLst>
                  <a:gd name="T0" fmla="*/ 13 w 8"/>
                  <a:gd name="T1" fmla="*/ 5 h 9"/>
                  <a:gd name="T2" fmla="*/ 34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3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77" name="Freeform 2862">
                <a:extLst>
                  <a:ext uri="{FF2B5EF4-FFF2-40B4-BE49-F238E27FC236}">
                    <a16:creationId xmlns:a16="http://schemas.microsoft.com/office/drawing/2014/main" id="{AAC479C6-729C-4806-9330-1BE665DB2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949"/>
                <a:ext cx="13" cy="13"/>
              </a:xfrm>
              <a:custGeom>
                <a:avLst/>
                <a:gdLst>
                  <a:gd name="T0" fmla="*/ 18 w 8"/>
                  <a:gd name="T1" fmla="*/ 0 h 8"/>
                  <a:gd name="T2" fmla="*/ 34 w 8"/>
                  <a:gd name="T3" fmla="*/ 18 h 8"/>
                  <a:gd name="T4" fmla="*/ 21 w 8"/>
                  <a:gd name="T5" fmla="*/ 34 h 8"/>
                  <a:gd name="T6" fmla="*/ 0 w 8"/>
                  <a:gd name="T7" fmla="*/ 21 h 8"/>
                  <a:gd name="T8" fmla="*/ 1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78" name="Freeform 2863">
                <a:extLst>
                  <a:ext uri="{FF2B5EF4-FFF2-40B4-BE49-F238E27FC236}">
                    <a16:creationId xmlns:a16="http://schemas.microsoft.com/office/drawing/2014/main" id="{64AFEE8F-26BE-40F0-B98D-1B595BEA5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933"/>
                <a:ext cx="12" cy="14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14 h 9"/>
                  <a:gd name="T4" fmla="*/ 18 w 8"/>
                  <a:gd name="T5" fmla="*/ 30 h 9"/>
                  <a:gd name="T6" fmla="*/ 0 w 8"/>
                  <a:gd name="T7" fmla="*/ 19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79" name="Freeform 2864">
                <a:extLst>
                  <a:ext uri="{FF2B5EF4-FFF2-40B4-BE49-F238E27FC236}">
                    <a16:creationId xmlns:a16="http://schemas.microsoft.com/office/drawing/2014/main" id="{56094876-199A-4BCA-A4C7-9B8873A91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001"/>
                <a:ext cx="12" cy="14"/>
              </a:xfrm>
              <a:custGeom>
                <a:avLst/>
                <a:gdLst>
                  <a:gd name="T0" fmla="*/ 12 w 8"/>
                  <a:gd name="T1" fmla="*/ 5 h 9"/>
                  <a:gd name="T2" fmla="*/ 27 w 8"/>
                  <a:gd name="T3" fmla="*/ 14 h 9"/>
                  <a:gd name="T4" fmla="*/ 14 w 8"/>
                  <a:gd name="T5" fmla="*/ 30 h 9"/>
                  <a:gd name="T6" fmla="*/ 0 w 8"/>
                  <a:gd name="T7" fmla="*/ 19 h 9"/>
                  <a:gd name="T8" fmla="*/ 12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6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80" name="Freeform 2865">
                <a:extLst>
                  <a:ext uri="{FF2B5EF4-FFF2-40B4-BE49-F238E27FC236}">
                    <a16:creationId xmlns:a16="http://schemas.microsoft.com/office/drawing/2014/main" id="{9B136FA4-6D16-4790-B4CD-00DC4D962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981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3 h 8"/>
                  <a:gd name="T4" fmla="*/ 19 w 9"/>
                  <a:gd name="T5" fmla="*/ 34 h 8"/>
                  <a:gd name="T6" fmla="*/ 0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81" name="Freeform 2866">
                <a:extLst>
                  <a:ext uri="{FF2B5EF4-FFF2-40B4-BE49-F238E27FC236}">
                    <a16:creationId xmlns:a16="http://schemas.microsoft.com/office/drawing/2014/main" id="{92830F9D-B9DB-4601-B678-31C59EBF6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954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37 h 9"/>
                  <a:gd name="T6" fmla="*/ 0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82" name="Freeform 2867">
                <a:extLst>
                  <a:ext uri="{FF2B5EF4-FFF2-40B4-BE49-F238E27FC236}">
                    <a16:creationId xmlns:a16="http://schemas.microsoft.com/office/drawing/2014/main" id="{7F1AB850-C5E9-4219-A757-37F86E63D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921"/>
                <a:ext cx="13" cy="13"/>
              </a:xfrm>
              <a:custGeom>
                <a:avLst/>
                <a:gdLst>
                  <a:gd name="T0" fmla="*/ 13 w 8"/>
                  <a:gd name="T1" fmla="*/ 0 h 8"/>
                  <a:gd name="T2" fmla="*/ 34 w 8"/>
                  <a:gd name="T3" fmla="*/ 18 h 8"/>
                  <a:gd name="T4" fmla="*/ 18 w 8"/>
                  <a:gd name="T5" fmla="*/ 34 h 8"/>
                  <a:gd name="T6" fmla="*/ 0 w 8"/>
                  <a:gd name="T7" fmla="*/ 21 h 8"/>
                  <a:gd name="T8" fmla="*/ 13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83" name="Freeform 2868">
                <a:extLst>
                  <a:ext uri="{FF2B5EF4-FFF2-40B4-BE49-F238E27FC236}">
                    <a16:creationId xmlns:a16="http://schemas.microsoft.com/office/drawing/2014/main" id="{3FB5872B-2CAD-4CD8-B435-EA3EB5C83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962"/>
                <a:ext cx="13" cy="15"/>
              </a:xfrm>
              <a:custGeom>
                <a:avLst/>
                <a:gdLst>
                  <a:gd name="T0" fmla="*/ 13 w 8"/>
                  <a:gd name="T1" fmla="*/ 5 h 9"/>
                  <a:gd name="T2" fmla="*/ 34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3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84" name="Freeform 2869">
                <a:extLst>
                  <a:ext uri="{FF2B5EF4-FFF2-40B4-BE49-F238E27FC236}">
                    <a16:creationId xmlns:a16="http://schemas.microsoft.com/office/drawing/2014/main" id="{5214F9D2-C949-4CFE-9447-5DE2E899D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977"/>
                <a:ext cx="13" cy="14"/>
              </a:xfrm>
              <a:custGeom>
                <a:avLst/>
                <a:gdLst>
                  <a:gd name="T0" fmla="*/ 13 w 8"/>
                  <a:gd name="T1" fmla="*/ 0 h 8"/>
                  <a:gd name="T2" fmla="*/ 34 w 8"/>
                  <a:gd name="T3" fmla="*/ 16 h 8"/>
                  <a:gd name="T4" fmla="*/ 18 w 8"/>
                  <a:gd name="T5" fmla="*/ 44 h 8"/>
                  <a:gd name="T6" fmla="*/ 0 w 8"/>
                  <a:gd name="T7" fmla="*/ 21 h 8"/>
                  <a:gd name="T8" fmla="*/ 13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5" y="0"/>
                      <a:pt x="7" y="1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85" name="Freeform 2870">
                <a:extLst>
                  <a:ext uri="{FF2B5EF4-FFF2-40B4-BE49-F238E27FC236}">
                    <a16:creationId xmlns:a16="http://schemas.microsoft.com/office/drawing/2014/main" id="{E6F5F83D-9075-41A1-89FC-EF0480386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967"/>
                <a:ext cx="12" cy="14"/>
              </a:xfrm>
              <a:custGeom>
                <a:avLst/>
                <a:gdLst>
                  <a:gd name="T0" fmla="*/ 12 w 8"/>
                  <a:gd name="T1" fmla="*/ 0 h 8"/>
                  <a:gd name="T2" fmla="*/ 27 w 8"/>
                  <a:gd name="T3" fmla="*/ 21 h 8"/>
                  <a:gd name="T4" fmla="*/ 14 w 8"/>
                  <a:gd name="T5" fmla="*/ 44 h 8"/>
                  <a:gd name="T6" fmla="*/ 0 w 8"/>
                  <a:gd name="T7" fmla="*/ 28 h 8"/>
                  <a:gd name="T8" fmla="*/ 12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86" name="Freeform 2871">
                <a:extLst>
                  <a:ext uri="{FF2B5EF4-FFF2-40B4-BE49-F238E27FC236}">
                    <a16:creationId xmlns:a16="http://schemas.microsoft.com/office/drawing/2014/main" id="{09C475B3-50D8-46EF-B4CE-73A6C49AD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956"/>
                <a:ext cx="13" cy="13"/>
              </a:xfrm>
              <a:custGeom>
                <a:avLst/>
                <a:gdLst>
                  <a:gd name="T0" fmla="*/ 13 w 8"/>
                  <a:gd name="T1" fmla="*/ 0 h 8"/>
                  <a:gd name="T2" fmla="*/ 34 w 8"/>
                  <a:gd name="T3" fmla="*/ 13 h 8"/>
                  <a:gd name="T4" fmla="*/ 18 w 8"/>
                  <a:gd name="T5" fmla="*/ 34 h 8"/>
                  <a:gd name="T6" fmla="*/ 0 w 8"/>
                  <a:gd name="T7" fmla="*/ 18 h 8"/>
                  <a:gd name="T8" fmla="*/ 13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5" y="0"/>
                      <a:pt x="7" y="1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87" name="Freeform 2872">
                <a:extLst>
                  <a:ext uri="{FF2B5EF4-FFF2-40B4-BE49-F238E27FC236}">
                    <a16:creationId xmlns:a16="http://schemas.microsoft.com/office/drawing/2014/main" id="{A0311771-0921-4571-9556-0554DE95E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942"/>
                <a:ext cx="12" cy="14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21 h 8"/>
                  <a:gd name="T4" fmla="*/ 18 w 8"/>
                  <a:gd name="T5" fmla="*/ 44 h 8"/>
                  <a:gd name="T6" fmla="*/ 0 w 8"/>
                  <a:gd name="T7" fmla="*/ 28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88" name="Freeform 2873">
                <a:extLst>
                  <a:ext uri="{FF2B5EF4-FFF2-40B4-BE49-F238E27FC236}">
                    <a16:creationId xmlns:a16="http://schemas.microsoft.com/office/drawing/2014/main" id="{DEF6F5A8-385E-4D15-98AF-D831EA2B1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959"/>
                <a:ext cx="12" cy="13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13 h 8"/>
                  <a:gd name="T4" fmla="*/ 18 w 8"/>
                  <a:gd name="T5" fmla="*/ 34 h 8"/>
                  <a:gd name="T6" fmla="*/ 0 w 8"/>
                  <a:gd name="T7" fmla="*/ 18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3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89" name="Freeform 2874">
                <a:extLst>
                  <a:ext uri="{FF2B5EF4-FFF2-40B4-BE49-F238E27FC236}">
                    <a16:creationId xmlns:a16="http://schemas.microsoft.com/office/drawing/2014/main" id="{9C2A65F3-8472-4B13-84B6-1346C1D52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934"/>
                <a:ext cx="13" cy="15"/>
              </a:xfrm>
              <a:custGeom>
                <a:avLst/>
                <a:gdLst>
                  <a:gd name="T0" fmla="*/ 13 w 8"/>
                  <a:gd name="T1" fmla="*/ 5 h 9"/>
                  <a:gd name="T2" fmla="*/ 34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3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90" name="Freeform 2875">
                <a:extLst>
                  <a:ext uri="{FF2B5EF4-FFF2-40B4-BE49-F238E27FC236}">
                    <a16:creationId xmlns:a16="http://schemas.microsoft.com/office/drawing/2014/main" id="{3C7B4D58-512A-4AAA-A486-6A66F460D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931"/>
                <a:ext cx="12" cy="13"/>
              </a:xfrm>
              <a:custGeom>
                <a:avLst/>
                <a:gdLst>
                  <a:gd name="T0" fmla="*/ 12 w 8"/>
                  <a:gd name="T1" fmla="*/ 0 h 8"/>
                  <a:gd name="T2" fmla="*/ 27 w 8"/>
                  <a:gd name="T3" fmla="*/ 13 h 8"/>
                  <a:gd name="T4" fmla="*/ 14 w 8"/>
                  <a:gd name="T5" fmla="*/ 34 h 8"/>
                  <a:gd name="T6" fmla="*/ 0 w 8"/>
                  <a:gd name="T7" fmla="*/ 18 h 8"/>
                  <a:gd name="T8" fmla="*/ 12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5" y="0"/>
                      <a:pt x="7" y="1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91" name="Freeform 2876">
                <a:extLst>
                  <a:ext uri="{FF2B5EF4-FFF2-40B4-BE49-F238E27FC236}">
                    <a16:creationId xmlns:a16="http://schemas.microsoft.com/office/drawing/2014/main" id="{C600150E-3204-4DD8-84E8-2BC92AC15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909"/>
                <a:ext cx="12" cy="15"/>
              </a:xfrm>
              <a:custGeom>
                <a:avLst/>
                <a:gdLst>
                  <a:gd name="T0" fmla="*/ 12 w 8"/>
                  <a:gd name="T1" fmla="*/ 5 h 9"/>
                  <a:gd name="T2" fmla="*/ 27 w 8"/>
                  <a:gd name="T3" fmla="*/ 20 h 9"/>
                  <a:gd name="T4" fmla="*/ 14 w 8"/>
                  <a:gd name="T5" fmla="*/ 37 h 9"/>
                  <a:gd name="T6" fmla="*/ 0 w 8"/>
                  <a:gd name="T7" fmla="*/ 22 h 9"/>
                  <a:gd name="T8" fmla="*/ 12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92" name="Freeform 2877">
                <a:extLst>
                  <a:ext uri="{FF2B5EF4-FFF2-40B4-BE49-F238E27FC236}">
                    <a16:creationId xmlns:a16="http://schemas.microsoft.com/office/drawing/2014/main" id="{60AE23D5-4F60-4454-B7A6-40FA1EA78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886"/>
                <a:ext cx="13" cy="13"/>
              </a:xfrm>
              <a:custGeom>
                <a:avLst/>
                <a:gdLst>
                  <a:gd name="T0" fmla="*/ 13 w 8"/>
                  <a:gd name="T1" fmla="*/ 0 h 8"/>
                  <a:gd name="T2" fmla="*/ 34 w 8"/>
                  <a:gd name="T3" fmla="*/ 18 h 8"/>
                  <a:gd name="T4" fmla="*/ 18 w 8"/>
                  <a:gd name="T5" fmla="*/ 34 h 8"/>
                  <a:gd name="T6" fmla="*/ 0 w 8"/>
                  <a:gd name="T7" fmla="*/ 21 h 8"/>
                  <a:gd name="T8" fmla="*/ 13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93" name="Freeform 2878">
                <a:extLst>
                  <a:ext uri="{FF2B5EF4-FFF2-40B4-BE49-F238E27FC236}">
                    <a16:creationId xmlns:a16="http://schemas.microsoft.com/office/drawing/2014/main" id="{0FB39293-4E33-4B62-89AF-A64E85520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845"/>
                <a:ext cx="13" cy="13"/>
              </a:xfrm>
              <a:custGeom>
                <a:avLst/>
                <a:gdLst>
                  <a:gd name="T0" fmla="*/ 18 w 8"/>
                  <a:gd name="T1" fmla="*/ 0 h 8"/>
                  <a:gd name="T2" fmla="*/ 34 w 8"/>
                  <a:gd name="T3" fmla="*/ 13 h 8"/>
                  <a:gd name="T4" fmla="*/ 21 w 8"/>
                  <a:gd name="T5" fmla="*/ 34 h 8"/>
                  <a:gd name="T6" fmla="*/ 0 w 8"/>
                  <a:gd name="T7" fmla="*/ 18 h 8"/>
                  <a:gd name="T8" fmla="*/ 1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3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94" name="Freeform 2879">
                <a:extLst>
                  <a:ext uri="{FF2B5EF4-FFF2-40B4-BE49-F238E27FC236}">
                    <a16:creationId xmlns:a16="http://schemas.microsoft.com/office/drawing/2014/main" id="{F0469D33-A8E2-4109-AEBD-CB8CF6E3D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782"/>
                <a:ext cx="13" cy="15"/>
              </a:xfrm>
              <a:custGeom>
                <a:avLst/>
                <a:gdLst>
                  <a:gd name="T0" fmla="*/ 18 w 8"/>
                  <a:gd name="T1" fmla="*/ 5 h 9"/>
                  <a:gd name="T2" fmla="*/ 34 w 8"/>
                  <a:gd name="T3" fmla="*/ 20 h 9"/>
                  <a:gd name="T4" fmla="*/ 21 w 8"/>
                  <a:gd name="T5" fmla="*/ 37 h 9"/>
                  <a:gd name="T6" fmla="*/ 0 w 8"/>
                  <a:gd name="T7" fmla="*/ 22 h 9"/>
                  <a:gd name="T8" fmla="*/ 18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95" name="Freeform 2880">
                <a:extLst>
                  <a:ext uri="{FF2B5EF4-FFF2-40B4-BE49-F238E27FC236}">
                    <a16:creationId xmlns:a16="http://schemas.microsoft.com/office/drawing/2014/main" id="{FEB4E15B-24F5-49E0-842B-7F2EB273B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725"/>
                <a:ext cx="13" cy="15"/>
              </a:xfrm>
              <a:custGeom>
                <a:avLst/>
                <a:gdLst>
                  <a:gd name="T0" fmla="*/ 13 w 8"/>
                  <a:gd name="T1" fmla="*/ 5 h 9"/>
                  <a:gd name="T2" fmla="*/ 34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3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96" name="Freeform 2881">
                <a:extLst>
                  <a:ext uri="{FF2B5EF4-FFF2-40B4-BE49-F238E27FC236}">
                    <a16:creationId xmlns:a16="http://schemas.microsoft.com/office/drawing/2014/main" id="{A30F2F28-9308-4354-9DA3-6ABA6502B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747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37 h 9"/>
                  <a:gd name="T6" fmla="*/ 0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97" name="Freeform 2882">
                <a:extLst>
                  <a:ext uri="{FF2B5EF4-FFF2-40B4-BE49-F238E27FC236}">
                    <a16:creationId xmlns:a16="http://schemas.microsoft.com/office/drawing/2014/main" id="{6A132FE4-C3A5-4D03-94A2-00AC0AED7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2763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98" name="Freeform 2883">
                <a:extLst>
                  <a:ext uri="{FF2B5EF4-FFF2-40B4-BE49-F238E27FC236}">
                    <a16:creationId xmlns:a16="http://schemas.microsoft.com/office/drawing/2014/main" id="{46256200-8778-4250-A505-9B346D84A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699"/>
                <a:ext cx="13" cy="15"/>
              </a:xfrm>
              <a:custGeom>
                <a:avLst/>
                <a:gdLst>
                  <a:gd name="T0" fmla="*/ 18 w 8"/>
                  <a:gd name="T1" fmla="*/ 5 h 9"/>
                  <a:gd name="T2" fmla="*/ 34 w 8"/>
                  <a:gd name="T3" fmla="*/ 20 h 9"/>
                  <a:gd name="T4" fmla="*/ 21 w 8"/>
                  <a:gd name="T5" fmla="*/ 37 h 9"/>
                  <a:gd name="T6" fmla="*/ 0 w 8"/>
                  <a:gd name="T7" fmla="*/ 22 h 9"/>
                  <a:gd name="T8" fmla="*/ 18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48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99" name="Freeform 2884">
                <a:extLst>
                  <a:ext uri="{FF2B5EF4-FFF2-40B4-BE49-F238E27FC236}">
                    <a16:creationId xmlns:a16="http://schemas.microsoft.com/office/drawing/2014/main" id="{B742A2E7-F4EE-4321-92A8-55E3A2708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971"/>
                <a:ext cx="14" cy="15"/>
              </a:xfrm>
              <a:custGeom>
                <a:avLst/>
                <a:gdLst>
                  <a:gd name="T0" fmla="*/ 14 w 9"/>
                  <a:gd name="T1" fmla="*/ 0 h 9"/>
                  <a:gd name="T2" fmla="*/ 34 w 9"/>
                  <a:gd name="T3" fmla="*/ 20 h 9"/>
                  <a:gd name="T4" fmla="*/ 19 w 9"/>
                  <a:gd name="T5" fmla="*/ 37 h 9"/>
                  <a:gd name="T6" fmla="*/ 5 w 9"/>
                  <a:gd name="T7" fmla="*/ 22 h 9"/>
                  <a:gd name="T8" fmla="*/ 14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00" name="Freeform 2885">
                <a:extLst>
                  <a:ext uri="{FF2B5EF4-FFF2-40B4-BE49-F238E27FC236}">
                    <a16:creationId xmlns:a16="http://schemas.microsoft.com/office/drawing/2014/main" id="{15F4B53C-57D2-4465-9917-824DCF4EA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956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3 h 8"/>
                  <a:gd name="T4" fmla="*/ 19 w 9"/>
                  <a:gd name="T5" fmla="*/ 34 h 8"/>
                  <a:gd name="T6" fmla="*/ 0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01" name="Freeform 2886">
                <a:extLst>
                  <a:ext uri="{FF2B5EF4-FFF2-40B4-BE49-F238E27FC236}">
                    <a16:creationId xmlns:a16="http://schemas.microsoft.com/office/drawing/2014/main" id="{AA931854-6953-4E56-9F3E-E8CF9C15A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3092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3 h 8"/>
                  <a:gd name="T4" fmla="*/ 19 w 9"/>
                  <a:gd name="T5" fmla="*/ 34 h 8"/>
                  <a:gd name="T6" fmla="*/ 5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9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02" name="Freeform 2887">
                <a:extLst>
                  <a:ext uri="{FF2B5EF4-FFF2-40B4-BE49-F238E27FC236}">
                    <a16:creationId xmlns:a16="http://schemas.microsoft.com/office/drawing/2014/main" id="{A4656811-48CB-4AC3-892C-347CB79AF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110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8 h 8"/>
                  <a:gd name="T4" fmla="*/ 19 w 9"/>
                  <a:gd name="T5" fmla="*/ 34 h 8"/>
                  <a:gd name="T6" fmla="*/ 5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03" name="Freeform 2888">
                <a:extLst>
                  <a:ext uri="{FF2B5EF4-FFF2-40B4-BE49-F238E27FC236}">
                    <a16:creationId xmlns:a16="http://schemas.microsoft.com/office/drawing/2014/main" id="{7692E7C9-6B25-44CD-A4E1-800DAB8B4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100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4 w 8"/>
                  <a:gd name="T5" fmla="*/ 42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04" name="Freeform 2889">
                <a:extLst>
                  <a:ext uri="{FF2B5EF4-FFF2-40B4-BE49-F238E27FC236}">
                    <a16:creationId xmlns:a16="http://schemas.microsoft.com/office/drawing/2014/main" id="{F2945843-CEB8-4FE7-B386-76906E4DA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3115"/>
                <a:ext cx="13" cy="13"/>
              </a:xfrm>
              <a:custGeom>
                <a:avLst/>
                <a:gdLst>
                  <a:gd name="T0" fmla="*/ 18 w 8"/>
                  <a:gd name="T1" fmla="*/ 0 h 8"/>
                  <a:gd name="T2" fmla="*/ 34 w 8"/>
                  <a:gd name="T3" fmla="*/ 18 h 8"/>
                  <a:gd name="T4" fmla="*/ 18 w 8"/>
                  <a:gd name="T5" fmla="*/ 34 h 8"/>
                  <a:gd name="T6" fmla="*/ 0 w 8"/>
                  <a:gd name="T7" fmla="*/ 21 h 8"/>
                  <a:gd name="T8" fmla="*/ 1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05" name="Freeform 2890">
                <a:extLst>
                  <a:ext uri="{FF2B5EF4-FFF2-40B4-BE49-F238E27FC236}">
                    <a16:creationId xmlns:a16="http://schemas.microsoft.com/office/drawing/2014/main" id="{52516273-1CE1-4A7A-A11D-2246D363D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3112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4 w 8"/>
                  <a:gd name="T5" fmla="*/ 42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06" name="Freeform 2891">
                <a:extLst>
                  <a:ext uri="{FF2B5EF4-FFF2-40B4-BE49-F238E27FC236}">
                    <a16:creationId xmlns:a16="http://schemas.microsoft.com/office/drawing/2014/main" id="{1107FA8A-97D0-4709-87D2-8061FEE0C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3083"/>
                <a:ext cx="14" cy="14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21 h 8"/>
                  <a:gd name="T4" fmla="*/ 19 w 9"/>
                  <a:gd name="T5" fmla="*/ 44 h 8"/>
                  <a:gd name="T6" fmla="*/ 5 w 9"/>
                  <a:gd name="T7" fmla="*/ 2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07" name="Freeform 2892">
                <a:extLst>
                  <a:ext uri="{FF2B5EF4-FFF2-40B4-BE49-F238E27FC236}">
                    <a16:creationId xmlns:a16="http://schemas.microsoft.com/office/drawing/2014/main" id="{8F9B89C8-327F-4FCC-813D-4E1FEC19C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020"/>
                <a:ext cx="13" cy="15"/>
              </a:xfrm>
              <a:custGeom>
                <a:avLst/>
                <a:gdLst>
                  <a:gd name="T0" fmla="*/ 18 w 8"/>
                  <a:gd name="T1" fmla="*/ 5 h 9"/>
                  <a:gd name="T2" fmla="*/ 34 w 8"/>
                  <a:gd name="T3" fmla="*/ 20 h 9"/>
                  <a:gd name="T4" fmla="*/ 18 w 8"/>
                  <a:gd name="T5" fmla="*/ 42 h 9"/>
                  <a:gd name="T6" fmla="*/ 0 w 8"/>
                  <a:gd name="T7" fmla="*/ 22 h 9"/>
                  <a:gd name="T8" fmla="*/ 18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08" name="Freeform 2893">
                <a:extLst>
                  <a:ext uri="{FF2B5EF4-FFF2-40B4-BE49-F238E27FC236}">
                    <a16:creationId xmlns:a16="http://schemas.microsoft.com/office/drawing/2014/main" id="{C4FDA73F-118B-4D44-8CFE-41D458FB5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964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4 w 9"/>
                  <a:gd name="T3" fmla="*/ 20 h 9"/>
                  <a:gd name="T4" fmla="*/ 19 w 9"/>
                  <a:gd name="T5" fmla="*/ 42 h 9"/>
                  <a:gd name="T6" fmla="*/ 5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09" name="Freeform 2894">
                <a:extLst>
                  <a:ext uri="{FF2B5EF4-FFF2-40B4-BE49-F238E27FC236}">
                    <a16:creationId xmlns:a16="http://schemas.microsoft.com/office/drawing/2014/main" id="{F10CA321-114C-49D3-9D32-521454389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994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4 w 9"/>
                  <a:gd name="T3" fmla="*/ 20 h 9"/>
                  <a:gd name="T4" fmla="*/ 19 w 9"/>
                  <a:gd name="T5" fmla="*/ 42 h 9"/>
                  <a:gd name="T6" fmla="*/ 5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10" name="Freeform 2895">
                <a:extLst>
                  <a:ext uri="{FF2B5EF4-FFF2-40B4-BE49-F238E27FC236}">
                    <a16:creationId xmlns:a16="http://schemas.microsoft.com/office/drawing/2014/main" id="{54826F26-12E2-4079-BEA2-C68161C35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138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3 h 8"/>
                  <a:gd name="T4" fmla="*/ 19 w 9"/>
                  <a:gd name="T5" fmla="*/ 34 h 8"/>
                  <a:gd name="T6" fmla="*/ 5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11" name="Freeform 2896">
                <a:extLst>
                  <a:ext uri="{FF2B5EF4-FFF2-40B4-BE49-F238E27FC236}">
                    <a16:creationId xmlns:a16="http://schemas.microsoft.com/office/drawing/2014/main" id="{B9C73E58-E449-43B7-9FAF-FB8E6E7D4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3132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8 h 8"/>
                  <a:gd name="T4" fmla="*/ 19 w 9"/>
                  <a:gd name="T5" fmla="*/ 34 h 8"/>
                  <a:gd name="T6" fmla="*/ 5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12" name="Freeform 2897">
                <a:extLst>
                  <a:ext uri="{FF2B5EF4-FFF2-40B4-BE49-F238E27FC236}">
                    <a16:creationId xmlns:a16="http://schemas.microsoft.com/office/drawing/2014/main" id="{85D8F850-6AEC-4135-9349-57DE06AF4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3118"/>
                <a:ext cx="13" cy="15"/>
              </a:xfrm>
              <a:custGeom>
                <a:avLst/>
                <a:gdLst>
                  <a:gd name="T0" fmla="*/ 13 w 8"/>
                  <a:gd name="T1" fmla="*/ 0 h 9"/>
                  <a:gd name="T2" fmla="*/ 34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3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13" name="Freeform 2898">
                <a:extLst>
                  <a:ext uri="{FF2B5EF4-FFF2-40B4-BE49-F238E27FC236}">
                    <a16:creationId xmlns:a16="http://schemas.microsoft.com/office/drawing/2014/main" id="{3A55970D-5D6D-4FF4-8827-3A9677315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3117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42 h 9"/>
                  <a:gd name="T6" fmla="*/ 0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14" name="Freeform 2899">
                <a:extLst>
                  <a:ext uri="{FF2B5EF4-FFF2-40B4-BE49-F238E27FC236}">
                    <a16:creationId xmlns:a16="http://schemas.microsoft.com/office/drawing/2014/main" id="{1F7C3AB8-7BDE-4956-AA9E-F53A92C86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3125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42 h 9"/>
                  <a:gd name="T6" fmla="*/ 5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15" name="Freeform 2900">
                <a:extLst>
                  <a:ext uri="{FF2B5EF4-FFF2-40B4-BE49-F238E27FC236}">
                    <a16:creationId xmlns:a16="http://schemas.microsoft.com/office/drawing/2014/main" id="{5F92CCF6-12D0-4135-84D4-16ED696E6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3097"/>
                <a:ext cx="12" cy="13"/>
              </a:xfrm>
              <a:custGeom>
                <a:avLst/>
                <a:gdLst>
                  <a:gd name="T0" fmla="*/ 12 w 8"/>
                  <a:gd name="T1" fmla="*/ 0 h 8"/>
                  <a:gd name="T2" fmla="*/ 27 w 8"/>
                  <a:gd name="T3" fmla="*/ 18 h 8"/>
                  <a:gd name="T4" fmla="*/ 14 w 8"/>
                  <a:gd name="T5" fmla="*/ 34 h 8"/>
                  <a:gd name="T6" fmla="*/ 0 w 8"/>
                  <a:gd name="T7" fmla="*/ 18 h 8"/>
                  <a:gd name="T8" fmla="*/ 12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16" name="Freeform 2901">
                <a:extLst>
                  <a:ext uri="{FF2B5EF4-FFF2-40B4-BE49-F238E27FC236}">
                    <a16:creationId xmlns:a16="http://schemas.microsoft.com/office/drawing/2014/main" id="{C2E3AA7C-3060-48DF-BCF6-5BE89DD48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3118"/>
                <a:ext cx="12" cy="15"/>
              </a:xfrm>
              <a:custGeom>
                <a:avLst/>
                <a:gdLst>
                  <a:gd name="T0" fmla="*/ 14 w 8"/>
                  <a:gd name="T1" fmla="*/ 0 h 9"/>
                  <a:gd name="T2" fmla="*/ 27 w 8"/>
                  <a:gd name="T3" fmla="*/ 20 h 9"/>
                  <a:gd name="T4" fmla="*/ 14 w 8"/>
                  <a:gd name="T5" fmla="*/ 37 h 9"/>
                  <a:gd name="T6" fmla="*/ 0 w 8"/>
                  <a:gd name="T7" fmla="*/ 22 h 9"/>
                  <a:gd name="T8" fmla="*/ 1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17" name="Freeform 2902">
                <a:extLst>
                  <a:ext uri="{FF2B5EF4-FFF2-40B4-BE49-F238E27FC236}">
                    <a16:creationId xmlns:a16="http://schemas.microsoft.com/office/drawing/2014/main" id="{37D031B0-9A35-4F58-8726-7D9016F9E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3107"/>
                <a:ext cx="12" cy="15"/>
              </a:xfrm>
              <a:custGeom>
                <a:avLst/>
                <a:gdLst>
                  <a:gd name="T0" fmla="*/ 12 w 8"/>
                  <a:gd name="T1" fmla="*/ 5 h 9"/>
                  <a:gd name="T2" fmla="*/ 27 w 8"/>
                  <a:gd name="T3" fmla="*/ 20 h 9"/>
                  <a:gd name="T4" fmla="*/ 14 w 8"/>
                  <a:gd name="T5" fmla="*/ 42 h 9"/>
                  <a:gd name="T6" fmla="*/ 0 w 8"/>
                  <a:gd name="T7" fmla="*/ 22 h 9"/>
                  <a:gd name="T8" fmla="*/ 12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18" name="Freeform 2903">
                <a:extLst>
                  <a:ext uri="{FF2B5EF4-FFF2-40B4-BE49-F238E27FC236}">
                    <a16:creationId xmlns:a16="http://schemas.microsoft.com/office/drawing/2014/main" id="{C310E131-81E3-4F8E-9CB4-A08755239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123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4 w 9"/>
                  <a:gd name="T3" fmla="*/ 20 h 9"/>
                  <a:gd name="T4" fmla="*/ 19 w 9"/>
                  <a:gd name="T5" fmla="*/ 42 h 9"/>
                  <a:gd name="T6" fmla="*/ 5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19" name="Freeform 2904">
                <a:extLst>
                  <a:ext uri="{FF2B5EF4-FFF2-40B4-BE49-F238E27FC236}">
                    <a16:creationId xmlns:a16="http://schemas.microsoft.com/office/drawing/2014/main" id="{C92B343E-88E0-45EC-8A6D-44E21FD16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3146"/>
                <a:ext cx="12" cy="15"/>
              </a:xfrm>
              <a:custGeom>
                <a:avLst/>
                <a:gdLst>
                  <a:gd name="T0" fmla="*/ 12 w 8"/>
                  <a:gd name="T1" fmla="*/ 5 h 9"/>
                  <a:gd name="T2" fmla="*/ 27 w 8"/>
                  <a:gd name="T3" fmla="*/ 20 h 9"/>
                  <a:gd name="T4" fmla="*/ 14 w 8"/>
                  <a:gd name="T5" fmla="*/ 42 h 9"/>
                  <a:gd name="T6" fmla="*/ 0 w 8"/>
                  <a:gd name="T7" fmla="*/ 22 h 9"/>
                  <a:gd name="T8" fmla="*/ 12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20" name="Freeform 2905">
                <a:extLst>
                  <a:ext uri="{FF2B5EF4-FFF2-40B4-BE49-F238E27FC236}">
                    <a16:creationId xmlns:a16="http://schemas.microsoft.com/office/drawing/2014/main" id="{333B656C-B0B9-46F9-9CA4-1D62A759E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3146"/>
                <a:ext cx="14" cy="14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21 h 8"/>
                  <a:gd name="T4" fmla="*/ 19 w 9"/>
                  <a:gd name="T5" fmla="*/ 44 h 8"/>
                  <a:gd name="T6" fmla="*/ 0 w 9"/>
                  <a:gd name="T7" fmla="*/ 21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21" name="Freeform 2906">
                <a:extLst>
                  <a:ext uri="{FF2B5EF4-FFF2-40B4-BE49-F238E27FC236}">
                    <a16:creationId xmlns:a16="http://schemas.microsoft.com/office/drawing/2014/main" id="{446C8A0B-57DF-46DC-8AA9-20974CCEE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3105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0 w 9"/>
                  <a:gd name="T3" fmla="*/ 20 h 9"/>
                  <a:gd name="T4" fmla="*/ 19 w 9"/>
                  <a:gd name="T5" fmla="*/ 42 h 9"/>
                  <a:gd name="T6" fmla="*/ 0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22" name="Freeform 2907">
                <a:extLst>
                  <a:ext uri="{FF2B5EF4-FFF2-40B4-BE49-F238E27FC236}">
                    <a16:creationId xmlns:a16="http://schemas.microsoft.com/office/drawing/2014/main" id="{5B28844E-F618-4271-AF46-30914D47D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3115"/>
                <a:ext cx="12" cy="13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18 h 8"/>
                  <a:gd name="T4" fmla="*/ 14 w 8"/>
                  <a:gd name="T5" fmla="*/ 34 h 8"/>
                  <a:gd name="T6" fmla="*/ 0 w 8"/>
                  <a:gd name="T7" fmla="*/ 21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23" name="Freeform 2908">
                <a:extLst>
                  <a:ext uri="{FF2B5EF4-FFF2-40B4-BE49-F238E27FC236}">
                    <a16:creationId xmlns:a16="http://schemas.microsoft.com/office/drawing/2014/main" id="{080B1016-AA86-498C-9ECA-B9543AE21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138"/>
                <a:ext cx="12" cy="15"/>
              </a:xfrm>
              <a:custGeom>
                <a:avLst/>
                <a:gdLst>
                  <a:gd name="T0" fmla="*/ 14 w 8"/>
                  <a:gd name="T1" fmla="*/ 5 h 9"/>
                  <a:gd name="T2" fmla="*/ 27 w 8"/>
                  <a:gd name="T3" fmla="*/ 20 h 9"/>
                  <a:gd name="T4" fmla="*/ 18 w 8"/>
                  <a:gd name="T5" fmla="*/ 42 h 9"/>
                  <a:gd name="T6" fmla="*/ 0 w 8"/>
                  <a:gd name="T7" fmla="*/ 22 h 9"/>
                  <a:gd name="T8" fmla="*/ 14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24" name="Freeform 2909">
                <a:extLst>
                  <a:ext uri="{FF2B5EF4-FFF2-40B4-BE49-F238E27FC236}">
                    <a16:creationId xmlns:a16="http://schemas.microsoft.com/office/drawing/2014/main" id="{D216680F-73B1-438B-BB84-29A2EF9E9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150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3 h 8"/>
                  <a:gd name="T4" fmla="*/ 19 w 9"/>
                  <a:gd name="T5" fmla="*/ 34 h 8"/>
                  <a:gd name="T6" fmla="*/ 0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8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25" name="Freeform 2910">
                <a:extLst>
                  <a:ext uri="{FF2B5EF4-FFF2-40B4-BE49-F238E27FC236}">
                    <a16:creationId xmlns:a16="http://schemas.microsoft.com/office/drawing/2014/main" id="{095FA4DC-5654-45C0-9F6B-0D058BCCE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080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0 w 9"/>
                  <a:gd name="T3" fmla="*/ 18 h 8"/>
                  <a:gd name="T4" fmla="*/ 19 w 9"/>
                  <a:gd name="T5" fmla="*/ 34 h 8"/>
                  <a:gd name="T6" fmla="*/ 5 w 9"/>
                  <a:gd name="T7" fmla="*/ 21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26" name="Freeform 2911">
                <a:extLst>
                  <a:ext uri="{FF2B5EF4-FFF2-40B4-BE49-F238E27FC236}">
                    <a16:creationId xmlns:a16="http://schemas.microsoft.com/office/drawing/2014/main" id="{64EF2C91-A39A-49F1-9ECE-8FBC23A71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3098"/>
                <a:ext cx="12" cy="14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21 h 8"/>
                  <a:gd name="T4" fmla="*/ 14 w 8"/>
                  <a:gd name="T5" fmla="*/ 44 h 8"/>
                  <a:gd name="T6" fmla="*/ 0 w 8"/>
                  <a:gd name="T7" fmla="*/ 28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27" name="Freeform 2912">
                <a:extLst>
                  <a:ext uri="{FF2B5EF4-FFF2-40B4-BE49-F238E27FC236}">
                    <a16:creationId xmlns:a16="http://schemas.microsoft.com/office/drawing/2014/main" id="{3D25C4BD-46A5-4D0A-A043-63CE968F5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3087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8 h 8"/>
                  <a:gd name="T4" fmla="*/ 19 w 9"/>
                  <a:gd name="T5" fmla="*/ 34 h 8"/>
                  <a:gd name="T6" fmla="*/ 5 w 9"/>
                  <a:gd name="T7" fmla="*/ 21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28" name="Freeform 2913">
                <a:extLst>
                  <a:ext uri="{FF2B5EF4-FFF2-40B4-BE49-F238E27FC236}">
                    <a16:creationId xmlns:a16="http://schemas.microsoft.com/office/drawing/2014/main" id="{816B9A2C-8512-4B19-8AF1-AD35A87E9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3137"/>
                <a:ext cx="14" cy="14"/>
              </a:xfrm>
              <a:custGeom>
                <a:avLst/>
                <a:gdLst>
                  <a:gd name="T0" fmla="*/ 14 w 9"/>
                  <a:gd name="T1" fmla="*/ 5 h 9"/>
                  <a:gd name="T2" fmla="*/ 34 w 9"/>
                  <a:gd name="T3" fmla="*/ 14 h 9"/>
                  <a:gd name="T4" fmla="*/ 19 w 9"/>
                  <a:gd name="T5" fmla="*/ 34 h 9"/>
                  <a:gd name="T6" fmla="*/ 5 w 9"/>
                  <a:gd name="T7" fmla="*/ 19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29" name="Freeform 2914">
                <a:extLst>
                  <a:ext uri="{FF2B5EF4-FFF2-40B4-BE49-F238E27FC236}">
                    <a16:creationId xmlns:a16="http://schemas.microsoft.com/office/drawing/2014/main" id="{D080CACF-88CD-4412-B6A7-F72D829A6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105"/>
                <a:ext cx="12" cy="15"/>
              </a:xfrm>
              <a:custGeom>
                <a:avLst/>
                <a:gdLst>
                  <a:gd name="T0" fmla="*/ 14 w 8"/>
                  <a:gd name="T1" fmla="*/ 0 h 9"/>
                  <a:gd name="T2" fmla="*/ 27 w 8"/>
                  <a:gd name="T3" fmla="*/ 20 h 9"/>
                  <a:gd name="T4" fmla="*/ 18 w 8"/>
                  <a:gd name="T5" fmla="*/ 37 h 9"/>
                  <a:gd name="T6" fmla="*/ 0 w 8"/>
                  <a:gd name="T7" fmla="*/ 22 h 9"/>
                  <a:gd name="T8" fmla="*/ 1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30" name="Freeform 2915">
                <a:extLst>
                  <a:ext uri="{FF2B5EF4-FFF2-40B4-BE49-F238E27FC236}">
                    <a16:creationId xmlns:a16="http://schemas.microsoft.com/office/drawing/2014/main" id="{F2EA8C80-0B28-478B-BCCF-889C290D4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3155"/>
                <a:ext cx="14" cy="13"/>
              </a:xfrm>
              <a:custGeom>
                <a:avLst/>
                <a:gdLst>
                  <a:gd name="T0" fmla="*/ 14 w 9"/>
                  <a:gd name="T1" fmla="*/ 0 h 8"/>
                  <a:gd name="T2" fmla="*/ 34 w 9"/>
                  <a:gd name="T3" fmla="*/ 13 h 8"/>
                  <a:gd name="T4" fmla="*/ 19 w 9"/>
                  <a:gd name="T5" fmla="*/ 34 h 8"/>
                  <a:gd name="T6" fmla="*/ 5 w 9"/>
                  <a:gd name="T7" fmla="*/ 18 h 8"/>
                  <a:gd name="T8" fmla="*/ 14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6" y="0"/>
                      <a:pt x="8" y="1"/>
                      <a:pt x="9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31" name="Freeform 2916">
                <a:extLst>
                  <a:ext uri="{FF2B5EF4-FFF2-40B4-BE49-F238E27FC236}">
                    <a16:creationId xmlns:a16="http://schemas.microsoft.com/office/drawing/2014/main" id="{A5510314-1A4B-4C21-B97C-EFB0B1949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3135"/>
                <a:ext cx="14" cy="15"/>
              </a:xfrm>
              <a:custGeom>
                <a:avLst/>
                <a:gdLst>
                  <a:gd name="T0" fmla="*/ 14 w 9"/>
                  <a:gd name="T1" fmla="*/ 0 h 9"/>
                  <a:gd name="T2" fmla="*/ 30 w 9"/>
                  <a:gd name="T3" fmla="*/ 20 h 9"/>
                  <a:gd name="T4" fmla="*/ 19 w 9"/>
                  <a:gd name="T5" fmla="*/ 37 h 9"/>
                  <a:gd name="T6" fmla="*/ 0 w 9"/>
                  <a:gd name="T7" fmla="*/ 22 h 9"/>
                  <a:gd name="T8" fmla="*/ 14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32" name="Freeform 2917">
                <a:extLst>
                  <a:ext uri="{FF2B5EF4-FFF2-40B4-BE49-F238E27FC236}">
                    <a16:creationId xmlns:a16="http://schemas.microsoft.com/office/drawing/2014/main" id="{7865ABCC-9B21-42B4-AC5C-C37786B91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148"/>
                <a:ext cx="14" cy="15"/>
              </a:xfrm>
              <a:custGeom>
                <a:avLst/>
                <a:gdLst>
                  <a:gd name="T0" fmla="*/ 14 w 9"/>
                  <a:gd name="T1" fmla="*/ 5 h 9"/>
                  <a:gd name="T2" fmla="*/ 34 w 9"/>
                  <a:gd name="T3" fmla="*/ 20 h 9"/>
                  <a:gd name="T4" fmla="*/ 19 w 9"/>
                  <a:gd name="T5" fmla="*/ 42 h 9"/>
                  <a:gd name="T6" fmla="*/ 5 w 9"/>
                  <a:gd name="T7" fmla="*/ 22 h 9"/>
                  <a:gd name="T8" fmla="*/ 14 w 9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33" name="Freeform 2918">
                <a:extLst>
                  <a:ext uri="{FF2B5EF4-FFF2-40B4-BE49-F238E27FC236}">
                    <a16:creationId xmlns:a16="http://schemas.microsoft.com/office/drawing/2014/main" id="{2D83B744-C6EF-4297-8E74-F287B46BE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3123"/>
                <a:ext cx="13" cy="15"/>
              </a:xfrm>
              <a:custGeom>
                <a:avLst/>
                <a:gdLst>
                  <a:gd name="T0" fmla="*/ 18 w 8"/>
                  <a:gd name="T1" fmla="*/ 5 h 9"/>
                  <a:gd name="T2" fmla="*/ 34 w 8"/>
                  <a:gd name="T3" fmla="*/ 20 h 9"/>
                  <a:gd name="T4" fmla="*/ 21 w 8"/>
                  <a:gd name="T5" fmla="*/ 42 h 9"/>
                  <a:gd name="T6" fmla="*/ 0 w 8"/>
                  <a:gd name="T7" fmla="*/ 22 h 9"/>
                  <a:gd name="T8" fmla="*/ 18 w 8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5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34" name="Freeform 2919">
                <a:extLst>
                  <a:ext uri="{FF2B5EF4-FFF2-40B4-BE49-F238E27FC236}">
                    <a16:creationId xmlns:a16="http://schemas.microsoft.com/office/drawing/2014/main" id="{F9F6BDCF-7B1E-4DD3-B905-90E69237A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133"/>
                <a:ext cx="13" cy="13"/>
              </a:xfrm>
              <a:custGeom>
                <a:avLst/>
                <a:gdLst>
                  <a:gd name="T0" fmla="*/ 18 w 8"/>
                  <a:gd name="T1" fmla="*/ 0 h 8"/>
                  <a:gd name="T2" fmla="*/ 34 w 8"/>
                  <a:gd name="T3" fmla="*/ 18 h 8"/>
                  <a:gd name="T4" fmla="*/ 18 w 8"/>
                  <a:gd name="T5" fmla="*/ 34 h 8"/>
                  <a:gd name="T6" fmla="*/ 0 w 8"/>
                  <a:gd name="T7" fmla="*/ 21 h 8"/>
                  <a:gd name="T8" fmla="*/ 18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35" name="Freeform 2920">
                <a:extLst>
                  <a:ext uri="{FF2B5EF4-FFF2-40B4-BE49-F238E27FC236}">
                    <a16:creationId xmlns:a16="http://schemas.microsoft.com/office/drawing/2014/main" id="{4626F58C-DB9E-49EE-9373-F81BC6A27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3153"/>
                <a:ext cx="12" cy="13"/>
              </a:xfrm>
              <a:custGeom>
                <a:avLst/>
                <a:gdLst>
                  <a:gd name="T0" fmla="*/ 14 w 8"/>
                  <a:gd name="T1" fmla="*/ 0 h 8"/>
                  <a:gd name="T2" fmla="*/ 27 w 8"/>
                  <a:gd name="T3" fmla="*/ 18 h 8"/>
                  <a:gd name="T4" fmla="*/ 14 w 8"/>
                  <a:gd name="T5" fmla="*/ 34 h 8"/>
                  <a:gd name="T6" fmla="*/ 0 w 8"/>
                  <a:gd name="T7" fmla="*/ 21 h 8"/>
                  <a:gd name="T8" fmla="*/ 14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7"/>
                      <a:pt x="0" y="5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36" name="Freeform 2921">
                <a:extLst>
                  <a:ext uri="{FF2B5EF4-FFF2-40B4-BE49-F238E27FC236}">
                    <a16:creationId xmlns:a16="http://schemas.microsoft.com/office/drawing/2014/main" id="{80A02305-29D0-484D-BB4F-0B28BCED1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165"/>
                <a:ext cx="13" cy="13"/>
              </a:xfrm>
              <a:custGeom>
                <a:avLst/>
                <a:gdLst>
                  <a:gd name="T0" fmla="*/ 13 w 8"/>
                  <a:gd name="T1" fmla="*/ 0 h 8"/>
                  <a:gd name="T2" fmla="*/ 34 w 8"/>
                  <a:gd name="T3" fmla="*/ 13 h 8"/>
                  <a:gd name="T4" fmla="*/ 18 w 8"/>
                  <a:gd name="T5" fmla="*/ 34 h 8"/>
                  <a:gd name="T6" fmla="*/ 0 w 8"/>
                  <a:gd name="T7" fmla="*/ 18 h 8"/>
                  <a:gd name="T8" fmla="*/ 13 w 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6" y="0"/>
                      <a:pt x="8" y="1"/>
                      <a:pt x="8" y="3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37" name="Freeform 2922">
                <a:extLst>
                  <a:ext uri="{FF2B5EF4-FFF2-40B4-BE49-F238E27FC236}">
                    <a16:creationId xmlns:a16="http://schemas.microsoft.com/office/drawing/2014/main" id="{267D7004-E573-4636-A639-C28A4B83A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3112"/>
                <a:ext cx="14" cy="15"/>
              </a:xfrm>
              <a:custGeom>
                <a:avLst/>
                <a:gdLst>
                  <a:gd name="T0" fmla="*/ 14 w 9"/>
                  <a:gd name="T1" fmla="*/ 0 h 9"/>
                  <a:gd name="T2" fmla="*/ 30 w 9"/>
                  <a:gd name="T3" fmla="*/ 20 h 9"/>
                  <a:gd name="T4" fmla="*/ 19 w 9"/>
                  <a:gd name="T5" fmla="*/ 37 h 9"/>
                  <a:gd name="T6" fmla="*/ 5 w 9"/>
                  <a:gd name="T7" fmla="*/ 22 h 9"/>
                  <a:gd name="T8" fmla="*/ 14 w 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38" name="Freeform 2923">
                <a:extLst>
                  <a:ext uri="{FF2B5EF4-FFF2-40B4-BE49-F238E27FC236}">
                    <a16:creationId xmlns:a16="http://schemas.microsoft.com/office/drawing/2014/main" id="{02B040C0-1D8E-4227-BCF6-48E7AE9BA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3034"/>
                <a:ext cx="14" cy="15"/>
              </a:xfrm>
              <a:custGeom>
                <a:avLst/>
                <a:gdLst>
                  <a:gd name="T0" fmla="*/ 5 w 9"/>
                  <a:gd name="T1" fmla="*/ 28 h 9"/>
                  <a:gd name="T2" fmla="*/ 12 w 9"/>
                  <a:gd name="T3" fmla="*/ 5 h 9"/>
                  <a:gd name="T4" fmla="*/ 30 w 9"/>
                  <a:gd name="T5" fmla="*/ 13 h 9"/>
                  <a:gd name="T6" fmla="*/ 22 w 9"/>
                  <a:gd name="T7" fmla="*/ 37 h 9"/>
                  <a:gd name="T8" fmla="*/ 5 w 9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ubicBezTo>
                      <a:pt x="4" y="9"/>
                      <a:pt x="2" y="8"/>
                      <a:pt x="1" y="6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39" name="Freeform 2924">
                <a:extLst>
                  <a:ext uri="{FF2B5EF4-FFF2-40B4-BE49-F238E27FC236}">
                    <a16:creationId xmlns:a16="http://schemas.microsoft.com/office/drawing/2014/main" id="{825DBEF9-8663-4BF0-BD00-EE8C38676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3029"/>
                <a:ext cx="14" cy="15"/>
              </a:xfrm>
              <a:custGeom>
                <a:avLst/>
                <a:gdLst>
                  <a:gd name="T0" fmla="*/ 5 w 9"/>
                  <a:gd name="T1" fmla="*/ 28 h 9"/>
                  <a:gd name="T2" fmla="*/ 12 w 9"/>
                  <a:gd name="T3" fmla="*/ 0 h 9"/>
                  <a:gd name="T4" fmla="*/ 30 w 9"/>
                  <a:gd name="T5" fmla="*/ 13 h 9"/>
                  <a:gd name="T6" fmla="*/ 22 w 9"/>
                  <a:gd name="T7" fmla="*/ 37 h 9"/>
                  <a:gd name="T8" fmla="*/ 5 w 9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4"/>
                      <a:pt x="1" y="1"/>
                      <a:pt x="3" y="0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ubicBezTo>
                      <a:pt x="4" y="9"/>
                      <a:pt x="2" y="8"/>
                      <a:pt x="1" y="6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40" name="Freeform 2925">
                <a:extLst>
                  <a:ext uri="{FF2B5EF4-FFF2-40B4-BE49-F238E27FC236}">
                    <a16:creationId xmlns:a16="http://schemas.microsoft.com/office/drawing/2014/main" id="{EED1618A-2CE6-4BD9-80EF-C275FADA1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3007"/>
                <a:ext cx="14" cy="15"/>
              </a:xfrm>
              <a:custGeom>
                <a:avLst/>
                <a:gdLst>
                  <a:gd name="T0" fmla="*/ 5 w 9"/>
                  <a:gd name="T1" fmla="*/ 28 h 9"/>
                  <a:gd name="T2" fmla="*/ 12 w 9"/>
                  <a:gd name="T3" fmla="*/ 5 h 9"/>
                  <a:gd name="T4" fmla="*/ 30 w 9"/>
                  <a:gd name="T5" fmla="*/ 13 h 9"/>
                  <a:gd name="T6" fmla="*/ 22 w 9"/>
                  <a:gd name="T7" fmla="*/ 42 h 9"/>
                  <a:gd name="T8" fmla="*/ 5 w 9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9" y="5"/>
                      <a:pt x="8" y="8"/>
                      <a:pt x="6" y="9"/>
                    </a:cubicBezTo>
                    <a:cubicBezTo>
                      <a:pt x="4" y="9"/>
                      <a:pt x="2" y="8"/>
                      <a:pt x="1" y="6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41" name="Freeform 2926">
                <a:extLst>
                  <a:ext uri="{FF2B5EF4-FFF2-40B4-BE49-F238E27FC236}">
                    <a16:creationId xmlns:a16="http://schemas.microsoft.com/office/drawing/2014/main" id="{5547BC2D-88D9-42B6-8AFE-1184D3124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3004"/>
                <a:ext cx="14" cy="16"/>
              </a:xfrm>
              <a:custGeom>
                <a:avLst/>
                <a:gdLst>
                  <a:gd name="T0" fmla="*/ 5 w 9"/>
                  <a:gd name="T1" fmla="*/ 29 h 10"/>
                  <a:gd name="T2" fmla="*/ 12 w 9"/>
                  <a:gd name="T3" fmla="*/ 5 h 10"/>
                  <a:gd name="T4" fmla="*/ 30 w 9"/>
                  <a:gd name="T5" fmla="*/ 16 h 10"/>
                  <a:gd name="T6" fmla="*/ 22 w 9"/>
                  <a:gd name="T7" fmla="*/ 35 h 10"/>
                  <a:gd name="T8" fmla="*/ 5 w 9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8" y="4"/>
                    </a:cubicBezTo>
                    <a:cubicBezTo>
                      <a:pt x="9" y="6"/>
                      <a:pt x="8" y="8"/>
                      <a:pt x="6" y="9"/>
                    </a:cubicBezTo>
                    <a:cubicBezTo>
                      <a:pt x="4" y="10"/>
                      <a:pt x="1" y="9"/>
                      <a:pt x="1" y="7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42" name="Freeform 2927">
                <a:extLst>
                  <a:ext uri="{FF2B5EF4-FFF2-40B4-BE49-F238E27FC236}">
                    <a16:creationId xmlns:a16="http://schemas.microsoft.com/office/drawing/2014/main" id="{655AF6F1-73B5-4146-948C-C5644CEED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987"/>
                <a:ext cx="14" cy="15"/>
              </a:xfrm>
              <a:custGeom>
                <a:avLst/>
                <a:gdLst>
                  <a:gd name="T0" fmla="*/ 5 w 9"/>
                  <a:gd name="T1" fmla="*/ 28 h 9"/>
                  <a:gd name="T2" fmla="*/ 12 w 9"/>
                  <a:gd name="T3" fmla="*/ 5 h 9"/>
                  <a:gd name="T4" fmla="*/ 30 w 9"/>
                  <a:gd name="T5" fmla="*/ 13 h 9"/>
                  <a:gd name="T6" fmla="*/ 22 w 9"/>
                  <a:gd name="T7" fmla="*/ 37 h 9"/>
                  <a:gd name="T8" fmla="*/ 5 w 9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ubicBezTo>
                      <a:pt x="4" y="9"/>
                      <a:pt x="2" y="8"/>
                      <a:pt x="1" y="6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43" name="Freeform 2928">
                <a:extLst>
                  <a:ext uri="{FF2B5EF4-FFF2-40B4-BE49-F238E27FC236}">
                    <a16:creationId xmlns:a16="http://schemas.microsoft.com/office/drawing/2014/main" id="{5E1DB9D1-A539-4B7B-A177-0F06160B4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984"/>
                <a:ext cx="14" cy="17"/>
              </a:xfrm>
              <a:custGeom>
                <a:avLst/>
                <a:gdLst>
                  <a:gd name="T0" fmla="*/ 5 w 9"/>
                  <a:gd name="T1" fmla="*/ 34 h 10"/>
                  <a:gd name="T2" fmla="*/ 12 w 9"/>
                  <a:gd name="T3" fmla="*/ 5 h 10"/>
                  <a:gd name="T4" fmla="*/ 30 w 9"/>
                  <a:gd name="T5" fmla="*/ 15 h 10"/>
                  <a:gd name="T6" fmla="*/ 22 w 9"/>
                  <a:gd name="T7" fmla="*/ 44 h 10"/>
                  <a:gd name="T8" fmla="*/ 5 w 9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7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6"/>
                      <a:pt x="8" y="8"/>
                      <a:pt x="6" y="9"/>
                    </a:cubicBezTo>
                    <a:cubicBezTo>
                      <a:pt x="4" y="10"/>
                      <a:pt x="2" y="9"/>
                      <a:pt x="1" y="7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44" name="Freeform 2929">
                <a:extLst>
                  <a:ext uri="{FF2B5EF4-FFF2-40B4-BE49-F238E27FC236}">
                    <a16:creationId xmlns:a16="http://schemas.microsoft.com/office/drawing/2014/main" id="{D104E3FA-BFDB-4C55-9890-6AFEBC7B0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906"/>
                <a:ext cx="14" cy="15"/>
              </a:xfrm>
              <a:custGeom>
                <a:avLst/>
                <a:gdLst>
                  <a:gd name="T0" fmla="*/ 5 w 9"/>
                  <a:gd name="T1" fmla="*/ 28 h 9"/>
                  <a:gd name="T2" fmla="*/ 12 w 9"/>
                  <a:gd name="T3" fmla="*/ 5 h 9"/>
                  <a:gd name="T4" fmla="*/ 30 w 9"/>
                  <a:gd name="T5" fmla="*/ 13 h 9"/>
                  <a:gd name="T6" fmla="*/ 22 w 9"/>
                  <a:gd name="T7" fmla="*/ 37 h 9"/>
                  <a:gd name="T8" fmla="*/ 5 w 9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ubicBezTo>
                      <a:pt x="4" y="9"/>
                      <a:pt x="1" y="8"/>
                      <a:pt x="1" y="6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45" name="Freeform 2930">
                <a:extLst>
                  <a:ext uri="{FF2B5EF4-FFF2-40B4-BE49-F238E27FC236}">
                    <a16:creationId xmlns:a16="http://schemas.microsoft.com/office/drawing/2014/main" id="{CA670AFF-B049-49C8-8615-4B736B9AC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878"/>
                <a:ext cx="14" cy="15"/>
              </a:xfrm>
              <a:custGeom>
                <a:avLst/>
                <a:gdLst>
                  <a:gd name="T0" fmla="*/ 5 w 9"/>
                  <a:gd name="T1" fmla="*/ 28 h 9"/>
                  <a:gd name="T2" fmla="*/ 12 w 9"/>
                  <a:gd name="T3" fmla="*/ 5 h 9"/>
                  <a:gd name="T4" fmla="*/ 30 w 9"/>
                  <a:gd name="T5" fmla="*/ 13 h 9"/>
                  <a:gd name="T6" fmla="*/ 22 w 9"/>
                  <a:gd name="T7" fmla="*/ 37 h 9"/>
                  <a:gd name="T8" fmla="*/ 5 w 9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8"/>
                      <a:pt x="6" y="8"/>
                    </a:cubicBezTo>
                    <a:cubicBezTo>
                      <a:pt x="4" y="9"/>
                      <a:pt x="1" y="8"/>
                      <a:pt x="1" y="6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46" name="Freeform 2931">
                <a:extLst>
                  <a:ext uri="{FF2B5EF4-FFF2-40B4-BE49-F238E27FC236}">
                    <a16:creationId xmlns:a16="http://schemas.microsoft.com/office/drawing/2014/main" id="{F5902FBB-D474-4046-A9E7-02E9E507D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896"/>
                <a:ext cx="14" cy="15"/>
              </a:xfrm>
              <a:custGeom>
                <a:avLst/>
                <a:gdLst>
                  <a:gd name="T0" fmla="*/ 5 w 9"/>
                  <a:gd name="T1" fmla="*/ 28 h 9"/>
                  <a:gd name="T2" fmla="*/ 12 w 9"/>
                  <a:gd name="T3" fmla="*/ 5 h 9"/>
                  <a:gd name="T4" fmla="*/ 30 w 9"/>
                  <a:gd name="T5" fmla="*/ 13 h 9"/>
                  <a:gd name="T6" fmla="*/ 22 w 9"/>
                  <a:gd name="T7" fmla="*/ 42 h 9"/>
                  <a:gd name="T8" fmla="*/ 5 w 9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8"/>
                      <a:pt x="6" y="9"/>
                    </a:cubicBezTo>
                    <a:cubicBezTo>
                      <a:pt x="4" y="9"/>
                      <a:pt x="2" y="8"/>
                      <a:pt x="1" y="6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47" name="Freeform 2932">
                <a:extLst>
                  <a:ext uri="{FF2B5EF4-FFF2-40B4-BE49-F238E27FC236}">
                    <a16:creationId xmlns:a16="http://schemas.microsoft.com/office/drawing/2014/main" id="{748548D5-F23F-4A38-A634-A17E19454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949"/>
                <a:ext cx="14" cy="15"/>
              </a:xfrm>
              <a:custGeom>
                <a:avLst/>
                <a:gdLst>
                  <a:gd name="T0" fmla="*/ 0 w 9"/>
                  <a:gd name="T1" fmla="*/ 28 h 9"/>
                  <a:gd name="T2" fmla="*/ 12 w 9"/>
                  <a:gd name="T3" fmla="*/ 5 h 9"/>
                  <a:gd name="T4" fmla="*/ 30 w 9"/>
                  <a:gd name="T5" fmla="*/ 13 h 9"/>
                  <a:gd name="T6" fmla="*/ 22 w 9"/>
                  <a:gd name="T7" fmla="*/ 37 h 9"/>
                  <a:gd name="T8" fmla="*/ 0 w 9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ubicBezTo>
                      <a:pt x="4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48" name="Freeform 2933">
                <a:extLst>
                  <a:ext uri="{FF2B5EF4-FFF2-40B4-BE49-F238E27FC236}">
                    <a16:creationId xmlns:a16="http://schemas.microsoft.com/office/drawing/2014/main" id="{C54E3CBA-DC54-4453-898B-F5E59200D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969"/>
                <a:ext cx="14" cy="15"/>
              </a:xfrm>
              <a:custGeom>
                <a:avLst/>
                <a:gdLst>
                  <a:gd name="T0" fmla="*/ 5 w 9"/>
                  <a:gd name="T1" fmla="*/ 28 h 9"/>
                  <a:gd name="T2" fmla="*/ 12 w 9"/>
                  <a:gd name="T3" fmla="*/ 5 h 9"/>
                  <a:gd name="T4" fmla="*/ 30 w 9"/>
                  <a:gd name="T5" fmla="*/ 13 h 9"/>
                  <a:gd name="T6" fmla="*/ 22 w 9"/>
                  <a:gd name="T7" fmla="*/ 37 h 9"/>
                  <a:gd name="T8" fmla="*/ 5 w 9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4"/>
                      <a:pt x="1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ubicBezTo>
                      <a:pt x="4" y="9"/>
                      <a:pt x="1" y="8"/>
                      <a:pt x="1" y="6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49" name="Freeform 2934">
                <a:extLst>
                  <a:ext uri="{FF2B5EF4-FFF2-40B4-BE49-F238E27FC236}">
                    <a16:creationId xmlns:a16="http://schemas.microsoft.com/office/drawing/2014/main" id="{73BFF364-774A-44FA-9F8A-1118707C2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3047"/>
                <a:ext cx="14" cy="15"/>
              </a:xfrm>
              <a:custGeom>
                <a:avLst/>
                <a:gdLst>
                  <a:gd name="T0" fmla="*/ 5 w 9"/>
                  <a:gd name="T1" fmla="*/ 28 h 9"/>
                  <a:gd name="T2" fmla="*/ 12 w 9"/>
                  <a:gd name="T3" fmla="*/ 0 h 9"/>
                  <a:gd name="T4" fmla="*/ 30 w 9"/>
                  <a:gd name="T5" fmla="*/ 13 h 9"/>
                  <a:gd name="T6" fmla="*/ 22 w 9"/>
                  <a:gd name="T7" fmla="*/ 37 h 9"/>
                  <a:gd name="T8" fmla="*/ 5 w 9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4"/>
                      <a:pt x="1" y="1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ubicBezTo>
                      <a:pt x="4" y="9"/>
                      <a:pt x="2" y="8"/>
                      <a:pt x="1" y="6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50" name="Freeform 2935">
                <a:extLst>
                  <a:ext uri="{FF2B5EF4-FFF2-40B4-BE49-F238E27FC236}">
                    <a16:creationId xmlns:a16="http://schemas.microsoft.com/office/drawing/2014/main" id="{41BE2E15-AE60-4880-8BF9-7E403AA86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070"/>
                <a:ext cx="14" cy="15"/>
              </a:xfrm>
              <a:custGeom>
                <a:avLst/>
                <a:gdLst>
                  <a:gd name="T0" fmla="*/ 0 w 9"/>
                  <a:gd name="T1" fmla="*/ 28 h 9"/>
                  <a:gd name="T2" fmla="*/ 12 w 9"/>
                  <a:gd name="T3" fmla="*/ 5 h 9"/>
                  <a:gd name="T4" fmla="*/ 30 w 9"/>
                  <a:gd name="T5" fmla="*/ 13 h 9"/>
                  <a:gd name="T6" fmla="*/ 22 w 9"/>
                  <a:gd name="T7" fmla="*/ 37 h 9"/>
                  <a:gd name="T8" fmla="*/ 0 w 9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6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ubicBezTo>
                      <a:pt x="4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51" name="Freeform 2936">
                <a:extLst>
                  <a:ext uri="{FF2B5EF4-FFF2-40B4-BE49-F238E27FC236}">
                    <a16:creationId xmlns:a16="http://schemas.microsoft.com/office/drawing/2014/main" id="{937C5580-D685-48F2-8657-D487E9A72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3059"/>
                <a:ext cx="14" cy="15"/>
              </a:xfrm>
              <a:custGeom>
                <a:avLst/>
                <a:gdLst>
                  <a:gd name="T0" fmla="*/ 5 w 9"/>
                  <a:gd name="T1" fmla="*/ 28 h 9"/>
                  <a:gd name="T2" fmla="*/ 12 w 9"/>
                  <a:gd name="T3" fmla="*/ 0 h 9"/>
                  <a:gd name="T4" fmla="*/ 30 w 9"/>
                  <a:gd name="T5" fmla="*/ 13 h 9"/>
                  <a:gd name="T6" fmla="*/ 22 w 9"/>
                  <a:gd name="T7" fmla="*/ 37 h 9"/>
                  <a:gd name="T8" fmla="*/ 5 w 9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0" y="4"/>
                      <a:pt x="1" y="1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  <a:cubicBezTo>
                      <a:pt x="4" y="9"/>
                      <a:pt x="2" y="8"/>
                      <a:pt x="1" y="6"/>
                    </a:cubicBezTo>
                    <a:close/>
                  </a:path>
                </a:pathLst>
              </a:custGeom>
              <a:solidFill>
                <a:srgbClr val="EA9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52" name="Freeform 2937">
                <a:extLst>
                  <a:ext uri="{FF2B5EF4-FFF2-40B4-BE49-F238E27FC236}">
                    <a16:creationId xmlns:a16="http://schemas.microsoft.com/office/drawing/2014/main" id="{8137B06A-17F5-4D1B-9480-B7FCA01A2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3085"/>
                <a:ext cx="10" cy="12"/>
              </a:xfrm>
              <a:custGeom>
                <a:avLst/>
                <a:gdLst>
                  <a:gd name="T0" fmla="*/ 9 w 7"/>
                  <a:gd name="T1" fmla="*/ 0 h 7"/>
                  <a:gd name="T2" fmla="*/ 20 w 7"/>
                  <a:gd name="T3" fmla="*/ 15 h 7"/>
                  <a:gd name="T4" fmla="*/ 13 w 7"/>
                  <a:gd name="T5" fmla="*/ 36 h 7"/>
                  <a:gd name="T6" fmla="*/ 0 w 7"/>
                  <a:gd name="T7" fmla="*/ 21 h 7"/>
                  <a:gd name="T8" fmla="*/ 9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7"/>
                    </a:cubicBezTo>
                    <a:cubicBezTo>
                      <a:pt x="2" y="7"/>
                      <a:pt x="0" y="5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53" name="Freeform 2938">
                <a:extLst>
                  <a:ext uri="{FF2B5EF4-FFF2-40B4-BE49-F238E27FC236}">
                    <a16:creationId xmlns:a16="http://schemas.microsoft.com/office/drawing/2014/main" id="{F0517BBA-4DF4-43D5-8A03-4DC9C8D69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3087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54" name="Freeform 2939">
                <a:extLst>
                  <a:ext uri="{FF2B5EF4-FFF2-40B4-BE49-F238E27FC236}">
                    <a16:creationId xmlns:a16="http://schemas.microsoft.com/office/drawing/2014/main" id="{D85F9D72-EE6B-4082-BB67-4DF7ACB7F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3098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5 h 7"/>
                  <a:gd name="T4" fmla="*/ 14 w 7"/>
                  <a:gd name="T5" fmla="*/ 36 h 7"/>
                  <a:gd name="T6" fmla="*/ 5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55" name="Freeform 2940">
                <a:extLst>
                  <a:ext uri="{FF2B5EF4-FFF2-40B4-BE49-F238E27FC236}">
                    <a16:creationId xmlns:a16="http://schemas.microsoft.com/office/drawing/2014/main" id="{54AA3C3A-9A30-4E91-A1B5-F2D8BEC40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3074"/>
                <a:ext cx="11" cy="9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2 h 6"/>
                  <a:gd name="T4" fmla="*/ 14 w 7"/>
                  <a:gd name="T5" fmla="*/ 21 h 6"/>
                  <a:gd name="T6" fmla="*/ 5 w 7"/>
                  <a:gd name="T7" fmla="*/ 12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56" name="Freeform 2941">
                <a:extLst>
                  <a:ext uri="{FF2B5EF4-FFF2-40B4-BE49-F238E27FC236}">
                    <a16:creationId xmlns:a16="http://schemas.microsoft.com/office/drawing/2014/main" id="{F5737432-34D8-4CDD-9F9D-23DAE8CCA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2967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2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7" y="5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57" name="Freeform 2942">
                <a:extLst>
                  <a:ext uri="{FF2B5EF4-FFF2-40B4-BE49-F238E27FC236}">
                    <a16:creationId xmlns:a16="http://schemas.microsoft.com/office/drawing/2014/main" id="{983A8F6D-50BD-4DF3-827E-866BD7509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977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58" name="Freeform 2943">
                <a:extLst>
                  <a:ext uri="{FF2B5EF4-FFF2-40B4-BE49-F238E27FC236}">
                    <a16:creationId xmlns:a16="http://schemas.microsoft.com/office/drawing/2014/main" id="{FE100D21-9347-403C-8908-76F3FFABA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3007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2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59" name="Freeform 2944">
                <a:extLst>
                  <a:ext uri="{FF2B5EF4-FFF2-40B4-BE49-F238E27FC236}">
                    <a16:creationId xmlns:a16="http://schemas.microsoft.com/office/drawing/2014/main" id="{CF1D8F22-7A79-4E1C-A9E3-E89D64B11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014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60" name="Freeform 2945">
                <a:extLst>
                  <a:ext uri="{FF2B5EF4-FFF2-40B4-BE49-F238E27FC236}">
                    <a16:creationId xmlns:a16="http://schemas.microsoft.com/office/drawing/2014/main" id="{AF46C47C-6045-4EE4-8A92-51CD11988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939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2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7" y="5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61" name="Freeform 2946">
                <a:extLst>
                  <a:ext uri="{FF2B5EF4-FFF2-40B4-BE49-F238E27FC236}">
                    <a16:creationId xmlns:a16="http://schemas.microsoft.com/office/drawing/2014/main" id="{2FA1CFB7-9D2D-4319-AE32-E0E5C0279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919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2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62" name="Freeform 2947">
                <a:extLst>
                  <a:ext uri="{FF2B5EF4-FFF2-40B4-BE49-F238E27FC236}">
                    <a16:creationId xmlns:a16="http://schemas.microsoft.com/office/drawing/2014/main" id="{1136EFDA-7613-4D57-9A4C-6B627380F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2904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63" name="Freeform 2948">
                <a:extLst>
                  <a:ext uri="{FF2B5EF4-FFF2-40B4-BE49-F238E27FC236}">
                    <a16:creationId xmlns:a16="http://schemas.microsoft.com/office/drawing/2014/main" id="{C9ADBD4F-FC13-4E33-AC51-330CD4F59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896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5 h 7"/>
                  <a:gd name="T4" fmla="*/ 14 w 7"/>
                  <a:gd name="T5" fmla="*/ 36 h 7"/>
                  <a:gd name="T6" fmla="*/ 5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64" name="Freeform 2949">
                <a:extLst>
                  <a:ext uri="{FF2B5EF4-FFF2-40B4-BE49-F238E27FC236}">
                    <a16:creationId xmlns:a16="http://schemas.microsoft.com/office/drawing/2014/main" id="{BC96FBD5-43FF-444E-9297-5177563CE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2899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5 h 7"/>
                  <a:gd name="T4" fmla="*/ 14 w 7"/>
                  <a:gd name="T5" fmla="*/ 36 h 7"/>
                  <a:gd name="T6" fmla="*/ 5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65" name="Freeform 2950">
                <a:extLst>
                  <a:ext uri="{FF2B5EF4-FFF2-40B4-BE49-F238E27FC236}">
                    <a16:creationId xmlns:a16="http://schemas.microsoft.com/office/drawing/2014/main" id="{00EB559E-ED70-4245-B840-7DAB395D6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916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66" name="Freeform 2951">
                <a:extLst>
                  <a:ext uri="{FF2B5EF4-FFF2-40B4-BE49-F238E27FC236}">
                    <a16:creationId xmlns:a16="http://schemas.microsoft.com/office/drawing/2014/main" id="{943C8535-3D72-49E1-90E1-A2028B48B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914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2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67" name="Freeform 2952">
                <a:extLst>
                  <a:ext uri="{FF2B5EF4-FFF2-40B4-BE49-F238E27FC236}">
                    <a16:creationId xmlns:a16="http://schemas.microsoft.com/office/drawing/2014/main" id="{0F0B9FEF-C227-4489-9787-E6505DD92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933"/>
                <a:ext cx="11" cy="9"/>
              </a:xfrm>
              <a:custGeom>
                <a:avLst/>
                <a:gdLst>
                  <a:gd name="T0" fmla="*/ 13 w 7"/>
                  <a:gd name="T1" fmla="*/ 0 h 6"/>
                  <a:gd name="T2" fmla="*/ 22 w 7"/>
                  <a:gd name="T3" fmla="*/ 12 h 6"/>
                  <a:gd name="T4" fmla="*/ 14 w 7"/>
                  <a:gd name="T5" fmla="*/ 21 h 6"/>
                  <a:gd name="T6" fmla="*/ 0 w 7"/>
                  <a:gd name="T7" fmla="*/ 12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68" name="Freeform 2953">
                <a:extLst>
                  <a:ext uri="{FF2B5EF4-FFF2-40B4-BE49-F238E27FC236}">
                    <a16:creationId xmlns:a16="http://schemas.microsoft.com/office/drawing/2014/main" id="{D939A6A1-DDF2-49BB-9B42-59B8F9CB9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2929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69" name="Freeform 2954">
                <a:extLst>
                  <a:ext uri="{FF2B5EF4-FFF2-40B4-BE49-F238E27FC236}">
                    <a16:creationId xmlns:a16="http://schemas.microsoft.com/office/drawing/2014/main" id="{2B3A9F22-34DD-4C15-9AF4-974C29DEE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899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2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70" name="Freeform 2955">
                <a:extLst>
                  <a:ext uri="{FF2B5EF4-FFF2-40B4-BE49-F238E27FC236}">
                    <a16:creationId xmlns:a16="http://schemas.microsoft.com/office/drawing/2014/main" id="{558ECE12-A56B-4E47-8F6B-07EA44EBD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886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71" name="Freeform 2956">
                <a:extLst>
                  <a:ext uri="{FF2B5EF4-FFF2-40B4-BE49-F238E27FC236}">
                    <a16:creationId xmlns:a16="http://schemas.microsoft.com/office/drawing/2014/main" id="{2BDBA590-AB45-442D-9984-55953843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908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2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72" name="Freeform 2957">
                <a:extLst>
                  <a:ext uri="{FF2B5EF4-FFF2-40B4-BE49-F238E27FC236}">
                    <a16:creationId xmlns:a16="http://schemas.microsoft.com/office/drawing/2014/main" id="{EA311BCC-C68A-463B-83F2-25B4A26D3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3100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2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73" name="Freeform 2958">
                <a:extLst>
                  <a:ext uri="{FF2B5EF4-FFF2-40B4-BE49-F238E27FC236}">
                    <a16:creationId xmlns:a16="http://schemas.microsoft.com/office/drawing/2014/main" id="{BCCB7338-BDBE-4F7C-9F24-AF41664B9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3097"/>
                <a:ext cx="11" cy="11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3 h 7"/>
                  <a:gd name="T4" fmla="*/ 14 w 7"/>
                  <a:gd name="T5" fmla="*/ 22 h 7"/>
                  <a:gd name="T6" fmla="*/ 0 w 7"/>
                  <a:gd name="T7" fmla="*/ 14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5" y="6"/>
                      <a:pt x="4" y="6"/>
                    </a:cubicBezTo>
                    <a:cubicBezTo>
                      <a:pt x="2" y="7"/>
                      <a:pt x="0" y="5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74" name="Freeform 2959">
                <a:extLst>
                  <a:ext uri="{FF2B5EF4-FFF2-40B4-BE49-F238E27FC236}">
                    <a16:creationId xmlns:a16="http://schemas.microsoft.com/office/drawing/2014/main" id="{C54425F0-1291-46C0-A98A-4C890827A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3057"/>
                <a:ext cx="9" cy="12"/>
              </a:xfrm>
              <a:custGeom>
                <a:avLst/>
                <a:gdLst>
                  <a:gd name="T0" fmla="*/ 12 w 6"/>
                  <a:gd name="T1" fmla="*/ 0 h 7"/>
                  <a:gd name="T2" fmla="*/ 21 w 6"/>
                  <a:gd name="T3" fmla="*/ 15 h 7"/>
                  <a:gd name="T4" fmla="*/ 12 w 6"/>
                  <a:gd name="T5" fmla="*/ 29 h 7"/>
                  <a:gd name="T6" fmla="*/ 0 w 6"/>
                  <a:gd name="T7" fmla="*/ 21 h 7"/>
                  <a:gd name="T8" fmla="*/ 12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2" y="7"/>
                      <a:pt x="0" y="5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75" name="Freeform 2960">
                <a:extLst>
                  <a:ext uri="{FF2B5EF4-FFF2-40B4-BE49-F238E27FC236}">
                    <a16:creationId xmlns:a16="http://schemas.microsoft.com/office/drawing/2014/main" id="{D55AB748-43B1-43BB-A273-C2AE7806B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072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5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76" name="Freeform 2961">
                <a:extLst>
                  <a:ext uri="{FF2B5EF4-FFF2-40B4-BE49-F238E27FC236}">
                    <a16:creationId xmlns:a16="http://schemas.microsoft.com/office/drawing/2014/main" id="{0F63E0E9-C83B-4906-8BE2-BB766BE4F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074"/>
                <a:ext cx="11" cy="9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2 h 6"/>
                  <a:gd name="T4" fmla="*/ 14 w 7"/>
                  <a:gd name="T5" fmla="*/ 21 h 6"/>
                  <a:gd name="T6" fmla="*/ 0 w 7"/>
                  <a:gd name="T7" fmla="*/ 12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77" name="Freeform 2962">
                <a:extLst>
                  <a:ext uri="{FF2B5EF4-FFF2-40B4-BE49-F238E27FC236}">
                    <a16:creationId xmlns:a16="http://schemas.microsoft.com/office/drawing/2014/main" id="{B204F3C3-B3AD-4FE7-A7F9-96F660E08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3085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5 h 7"/>
                  <a:gd name="T4" fmla="*/ 14 w 7"/>
                  <a:gd name="T5" fmla="*/ 36 h 7"/>
                  <a:gd name="T6" fmla="*/ 0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78" name="Freeform 2963">
                <a:extLst>
                  <a:ext uri="{FF2B5EF4-FFF2-40B4-BE49-F238E27FC236}">
                    <a16:creationId xmlns:a16="http://schemas.microsoft.com/office/drawing/2014/main" id="{B68A322A-1CC7-49EB-9C0A-888F93E47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933"/>
                <a:ext cx="10" cy="11"/>
              </a:xfrm>
              <a:custGeom>
                <a:avLst/>
                <a:gdLst>
                  <a:gd name="T0" fmla="*/ 13 w 6"/>
                  <a:gd name="T1" fmla="*/ 0 h 7"/>
                  <a:gd name="T2" fmla="*/ 28 w 6"/>
                  <a:gd name="T3" fmla="*/ 13 h 7"/>
                  <a:gd name="T4" fmla="*/ 13 w 6"/>
                  <a:gd name="T5" fmla="*/ 22 h 7"/>
                  <a:gd name="T6" fmla="*/ 0 w 6"/>
                  <a:gd name="T7" fmla="*/ 14 h 7"/>
                  <a:gd name="T8" fmla="*/ 13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2" y="7"/>
                      <a:pt x="0" y="5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79" name="Freeform 2964">
                <a:extLst>
                  <a:ext uri="{FF2B5EF4-FFF2-40B4-BE49-F238E27FC236}">
                    <a16:creationId xmlns:a16="http://schemas.microsoft.com/office/drawing/2014/main" id="{B5AB6E91-A2D7-4720-9775-C02B6D258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941"/>
                <a:ext cx="10" cy="11"/>
              </a:xfrm>
              <a:custGeom>
                <a:avLst/>
                <a:gdLst>
                  <a:gd name="T0" fmla="*/ 9 w 7"/>
                  <a:gd name="T1" fmla="*/ 0 h 7"/>
                  <a:gd name="T2" fmla="*/ 20 w 7"/>
                  <a:gd name="T3" fmla="*/ 13 h 7"/>
                  <a:gd name="T4" fmla="*/ 13 w 7"/>
                  <a:gd name="T5" fmla="*/ 27 h 7"/>
                  <a:gd name="T6" fmla="*/ 0 w 7"/>
                  <a:gd name="T7" fmla="*/ 14 h 7"/>
                  <a:gd name="T8" fmla="*/ 9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80" name="Freeform 2965">
                <a:extLst>
                  <a:ext uri="{FF2B5EF4-FFF2-40B4-BE49-F238E27FC236}">
                    <a16:creationId xmlns:a16="http://schemas.microsoft.com/office/drawing/2014/main" id="{0F190968-7138-496F-B7B8-1DB4C80E6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951"/>
                <a:ext cx="11" cy="11"/>
              </a:xfrm>
              <a:custGeom>
                <a:avLst/>
                <a:gdLst>
                  <a:gd name="T0" fmla="*/ 13 w 7"/>
                  <a:gd name="T1" fmla="*/ 0 h 7"/>
                  <a:gd name="T2" fmla="*/ 22 w 7"/>
                  <a:gd name="T3" fmla="*/ 13 h 7"/>
                  <a:gd name="T4" fmla="*/ 14 w 7"/>
                  <a:gd name="T5" fmla="*/ 27 h 7"/>
                  <a:gd name="T6" fmla="*/ 0 w 7"/>
                  <a:gd name="T7" fmla="*/ 14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6" y="1"/>
                      <a:pt x="6" y="3"/>
                    </a:cubicBezTo>
                    <a:cubicBezTo>
                      <a:pt x="7" y="5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81" name="Freeform 2966">
                <a:extLst>
                  <a:ext uri="{FF2B5EF4-FFF2-40B4-BE49-F238E27FC236}">
                    <a16:creationId xmlns:a16="http://schemas.microsoft.com/office/drawing/2014/main" id="{197445A5-CAB5-4100-9F91-2530AD943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959"/>
                <a:ext cx="11" cy="12"/>
              </a:xfrm>
              <a:custGeom>
                <a:avLst/>
                <a:gdLst>
                  <a:gd name="T0" fmla="*/ 13 w 7"/>
                  <a:gd name="T1" fmla="*/ 0 h 7"/>
                  <a:gd name="T2" fmla="*/ 27 w 7"/>
                  <a:gd name="T3" fmla="*/ 15 h 7"/>
                  <a:gd name="T4" fmla="*/ 14 w 7"/>
                  <a:gd name="T5" fmla="*/ 29 h 7"/>
                  <a:gd name="T6" fmla="*/ 5 w 7"/>
                  <a:gd name="T7" fmla="*/ 21 h 7"/>
                  <a:gd name="T8" fmla="*/ 13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6"/>
                    </a:cubicBezTo>
                    <a:cubicBezTo>
                      <a:pt x="2" y="7"/>
                      <a:pt x="1" y="5"/>
                      <a:pt x="1" y="4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82" name="Freeform 2967">
                <a:extLst>
                  <a:ext uri="{FF2B5EF4-FFF2-40B4-BE49-F238E27FC236}">
                    <a16:creationId xmlns:a16="http://schemas.microsoft.com/office/drawing/2014/main" id="{B945E2EA-AEED-41AC-9761-96D29B6BD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918"/>
                <a:ext cx="11" cy="11"/>
              </a:xfrm>
              <a:custGeom>
                <a:avLst/>
                <a:gdLst>
                  <a:gd name="T0" fmla="*/ 13 w 7"/>
                  <a:gd name="T1" fmla="*/ 5 h 7"/>
                  <a:gd name="T2" fmla="*/ 27 w 7"/>
                  <a:gd name="T3" fmla="*/ 13 h 7"/>
                  <a:gd name="T4" fmla="*/ 14 w 7"/>
                  <a:gd name="T5" fmla="*/ 27 h 7"/>
                  <a:gd name="T6" fmla="*/ 0 w 7"/>
                  <a:gd name="T7" fmla="*/ 14 h 7"/>
                  <a:gd name="T8" fmla="*/ 13 w 7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5" y="0"/>
                      <a:pt x="6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83" name="Freeform 2968">
                <a:extLst>
                  <a:ext uri="{FF2B5EF4-FFF2-40B4-BE49-F238E27FC236}">
                    <a16:creationId xmlns:a16="http://schemas.microsoft.com/office/drawing/2014/main" id="{DB172A6B-1D8A-4599-98FF-37E0179ED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906"/>
                <a:ext cx="9" cy="12"/>
              </a:xfrm>
              <a:custGeom>
                <a:avLst/>
                <a:gdLst>
                  <a:gd name="T0" fmla="*/ 12 w 6"/>
                  <a:gd name="T1" fmla="*/ 0 h 7"/>
                  <a:gd name="T2" fmla="*/ 21 w 6"/>
                  <a:gd name="T3" fmla="*/ 15 h 7"/>
                  <a:gd name="T4" fmla="*/ 12 w 6"/>
                  <a:gd name="T5" fmla="*/ 36 h 7"/>
                  <a:gd name="T6" fmla="*/ 0 w 6"/>
                  <a:gd name="T7" fmla="*/ 21 h 7"/>
                  <a:gd name="T8" fmla="*/ 12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3" y="7"/>
                    </a:cubicBezTo>
                    <a:cubicBezTo>
                      <a:pt x="1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84" name="Freeform 2969">
                <a:extLst>
                  <a:ext uri="{FF2B5EF4-FFF2-40B4-BE49-F238E27FC236}">
                    <a16:creationId xmlns:a16="http://schemas.microsoft.com/office/drawing/2014/main" id="{890119A3-BE75-4729-8695-3A766938B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884"/>
                <a:ext cx="11" cy="10"/>
              </a:xfrm>
              <a:custGeom>
                <a:avLst/>
                <a:gdLst>
                  <a:gd name="T0" fmla="*/ 13 w 7"/>
                  <a:gd name="T1" fmla="*/ 0 h 6"/>
                  <a:gd name="T2" fmla="*/ 27 w 7"/>
                  <a:gd name="T3" fmla="*/ 13 h 6"/>
                  <a:gd name="T4" fmla="*/ 14 w 7"/>
                  <a:gd name="T5" fmla="*/ 28 h 6"/>
                  <a:gd name="T6" fmla="*/ 0 w 7"/>
                  <a:gd name="T7" fmla="*/ 13 h 6"/>
                  <a:gd name="T8" fmla="*/ 1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85" name="Freeform 2970">
                <a:extLst>
                  <a:ext uri="{FF2B5EF4-FFF2-40B4-BE49-F238E27FC236}">
                    <a16:creationId xmlns:a16="http://schemas.microsoft.com/office/drawing/2014/main" id="{6B6D6441-D06F-467F-A464-A8AB01C25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770"/>
                <a:ext cx="10" cy="12"/>
              </a:xfrm>
              <a:custGeom>
                <a:avLst/>
                <a:gdLst>
                  <a:gd name="T0" fmla="*/ 13 w 6"/>
                  <a:gd name="T1" fmla="*/ 5 h 7"/>
                  <a:gd name="T2" fmla="*/ 28 w 6"/>
                  <a:gd name="T3" fmla="*/ 15 h 7"/>
                  <a:gd name="T4" fmla="*/ 13 w 6"/>
                  <a:gd name="T5" fmla="*/ 36 h 7"/>
                  <a:gd name="T6" fmla="*/ 0 w 6"/>
                  <a:gd name="T7" fmla="*/ 21 h 7"/>
                  <a:gd name="T8" fmla="*/ 13 w 6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1"/>
                    </a:move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5" y="7"/>
                      <a:pt x="3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86" name="Oval 2971">
                <a:extLst>
                  <a:ext uri="{FF2B5EF4-FFF2-40B4-BE49-F238E27FC236}">
                    <a16:creationId xmlns:a16="http://schemas.microsoft.com/office/drawing/2014/main" id="{67599A6A-5DB3-4778-947B-B92D7BC0A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2" y="2798"/>
                <a:ext cx="7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287" name="Freeform 2972">
                <a:extLst>
                  <a:ext uri="{FF2B5EF4-FFF2-40B4-BE49-F238E27FC236}">
                    <a16:creationId xmlns:a16="http://schemas.microsoft.com/office/drawing/2014/main" id="{756D4CF2-13D9-47D2-B012-3CEAB0B4F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773"/>
                <a:ext cx="6" cy="7"/>
              </a:xfrm>
              <a:custGeom>
                <a:avLst/>
                <a:gdLst>
                  <a:gd name="T0" fmla="*/ 8 w 4"/>
                  <a:gd name="T1" fmla="*/ 0 h 4"/>
                  <a:gd name="T2" fmla="*/ 14 w 4"/>
                  <a:gd name="T3" fmla="*/ 12 h 4"/>
                  <a:gd name="T4" fmla="*/ 8 w 4"/>
                  <a:gd name="T5" fmla="*/ 21 h 4"/>
                  <a:gd name="T6" fmla="*/ 0 w 4"/>
                  <a:gd name="T7" fmla="*/ 12 h 4"/>
                  <a:gd name="T8" fmla="*/ 8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88" name="Freeform 2973">
                <a:extLst>
                  <a:ext uri="{FF2B5EF4-FFF2-40B4-BE49-F238E27FC236}">
                    <a16:creationId xmlns:a16="http://schemas.microsoft.com/office/drawing/2014/main" id="{3719A744-C560-4198-B215-8A1B4B279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800"/>
                <a:ext cx="7" cy="6"/>
              </a:xfrm>
              <a:custGeom>
                <a:avLst/>
                <a:gdLst>
                  <a:gd name="T0" fmla="*/ 12 w 4"/>
                  <a:gd name="T1" fmla="*/ 0 h 4"/>
                  <a:gd name="T2" fmla="*/ 21 w 4"/>
                  <a:gd name="T3" fmla="*/ 8 h 4"/>
                  <a:gd name="T4" fmla="*/ 12 w 4"/>
                  <a:gd name="T5" fmla="*/ 14 h 4"/>
                  <a:gd name="T6" fmla="*/ 0 w 4"/>
                  <a:gd name="T7" fmla="*/ 8 h 4"/>
                  <a:gd name="T8" fmla="*/ 12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89" name="Freeform 2974">
                <a:extLst>
                  <a:ext uri="{FF2B5EF4-FFF2-40B4-BE49-F238E27FC236}">
                    <a16:creationId xmlns:a16="http://schemas.microsoft.com/office/drawing/2014/main" id="{2BDC55C5-3A70-459B-9D98-E6BBCFBC4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803"/>
                <a:ext cx="6" cy="7"/>
              </a:xfrm>
              <a:custGeom>
                <a:avLst/>
                <a:gdLst>
                  <a:gd name="T0" fmla="*/ 8 w 4"/>
                  <a:gd name="T1" fmla="*/ 0 h 4"/>
                  <a:gd name="T2" fmla="*/ 14 w 4"/>
                  <a:gd name="T3" fmla="*/ 7 h 4"/>
                  <a:gd name="T4" fmla="*/ 8 w 4"/>
                  <a:gd name="T5" fmla="*/ 21 h 4"/>
                  <a:gd name="T6" fmla="*/ 0 w 4"/>
                  <a:gd name="T7" fmla="*/ 12 h 4"/>
                  <a:gd name="T8" fmla="*/ 8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90" name="Freeform 2975">
                <a:extLst>
                  <a:ext uri="{FF2B5EF4-FFF2-40B4-BE49-F238E27FC236}">
                    <a16:creationId xmlns:a16="http://schemas.microsoft.com/office/drawing/2014/main" id="{7A1976FC-388D-4C44-9BA7-50E15456A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811"/>
                <a:ext cx="6" cy="9"/>
              </a:xfrm>
              <a:custGeom>
                <a:avLst/>
                <a:gdLst>
                  <a:gd name="T0" fmla="*/ 8 w 4"/>
                  <a:gd name="T1" fmla="*/ 7 h 5"/>
                  <a:gd name="T2" fmla="*/ 14 w 4"/>
                  <a:gd name="T3" fmla="*/ 13 h 5"/>
                  <a:gd name="T4" fmla="*/ 8 w 4"/>
                  <a:gd name="T5" fmla="*/ 23 h 5"/>
                  <a:gd name="T6" fmla="*/ 0 w 4"/>
                  <a:gd name="T7" fmla="*/ 16 h 5"/>
                  <a:gd name="T8" fmla="*/ 8 w 4"/>
                  <a:gd name="T9" fmla="*/ 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91" name="Freeform 2976">
                <a:extLst>
                  <a:ext uri="{FF2B5EF4-FFF2-40B4-BE49-F238E27FC236}">
                    <a16:creationId xmlns:a16="http://schemas.microsoft.com/office/drawing/2014/main" id="{4330C069-741F-4E39-862E-EF1DA99A6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2763"/>
                <a:ext cx="7" cy="9"/>
              </a:xfrm>
              <a:custGeom>
                <a:avLst/>
                <a:gdLst>
                  <a:gd name="T0" fmla="*/ 12 w 4"/>
                  <a:gd name="T1" fmla="*/ 7 h 5"/>
                  <a:gd name="T2" fmla="*/ 21 w 4"/>
                  <a:gd name="T3" fmla="*/ 13 h 5"/>
                  <a:gd name="T4" fmla="*/ 12 w 4"/>
                  <a:gd name="T5" fmla="*/ 23 h 5"/>
                  <a:gd name="T6" fmla="*/ 0 w 4"/>
                  <a:gd name="T7" fmla="*/ 16 h 5"/>
                  <a:gd name="T8" fmla="*/ 12 w 4"/>
                  <a:gd name="T9" fmla="*/ 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92" name="Freeform 2977">
                <a:extLst>
                  <a:ext uri="{FF2B5EF4-FFF2-40B4-BE49-F238E27FC236}">
                    <a16:creationId xmlns:a16="http://schemas.microsoft.com/office/drawing/2014/main" id="{B8BCC6C0-F945-42DF-BEA3-7274861E1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742"/>
                <a:ext cx="6" cy="6"/>
              </a:xfrm>
              <a:custGeom>
                <a:avLst/>
                <a:gdLst>
                  <a:gd name="T0" fmla="*/ 5 w 4"/>
                  <a:gd name="T1" fmla="*/ 0 h 4"/>
                  <a:gd name="T2" fmla="*/ 14 w 4"/>
                  <a:gd name="T3" fmla="*/ 8 h 4"/>
                  <a:gd name="T4" fmla="*/ 8 w 4"/>
                  <a:gd name="T5" fmla="*/ 14 h 4"/>
                  <a:gd name="T6" fmla="*/ 0 w 4"/>
                  <a:gd name="T7" fmla="*/ 8 h 4"/>
                  <a:gd name="T8" fmla="*/ 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93" name="Oval 2978">
                <a:extLst>
                  <a:ext uri="{FF2B5EF4-FFF2-40B4-BE49-F238E27FC236}">
                    <a16:creationId xmlns:a16="http://schemas.microsoft.com/office/drawing/2014/main" id="{F493F257-7F8B-4811-94D3-49AC63B92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3" y="2760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294" name="Freeform 2979">
                <a:extLst>
                  <a:ext uri="{FF2B5EF4-FFF2-40B4-BE49-F238E27FC236}">
                    <a16:creationId xmlns:a16="http://schemas.microsoft.com/office/drawing/2014/main" id="{7DE66426-3EEF-4160-AA5F-737F6B8A1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738"/>
                <a:ext cx="6" cy="7"/>
              </a:xfrm>
              <a:custGeom>
                <a:avLst/>
                <a:gdLst>
                  <a:gd name="T0" fmla="*/ 5 w 4"/>
                  <a:gd name="T1" fmla="*/ 0 h 4"/>
                  <a:gd name="T2" fmla="*/ 14 w 4"/>
                  <a:gd name="T3" fmla="*/ 12 h 4"/>
                  <a:gd name="T4" fmla="*/ 8 w 4"/>
                  <a:gd name="T5" fmla="*/ 21 h 4"/>
                  <a:gd name="T6" fmla="*/ 0 w 4"/>
                  <a:gd name="T7" fmla="*/ 12 h 4"/>
                  <a:gd name="T8" fmla="*/ 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95" name="Freeform 2980">
                <a:extLst>
                  <a:ext uri="{FF2B5EF4-FFF2-40B4-BE49-F238E27FC236}">
                    <a16:creationId xmlns:a16="http://schemas.microsoft.com/office/drawing/2014/main" id="{B493EE26-C6D6-4AA2-9474-E75F85439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732"/>
                <a:ext cx="6" cy="8"/>
              </a:xfrm>
              <a:custGeom>
                <a:avLst/>
                <a:gdLst>
                  <a:gd name="T0" fmla="*/ 8 w 4"/>
                  <a:gd name="T1" fmla="*/ 5 h 5"/>
                  <a:gd name="T2" fmla="*/ 14 w 4"/>
                  <a:gd name="T3" fmla="*/ 8 h 5"/>
                  <a:gd name="T4" fmla="*/ 8 w 4"/>
                  <a:gd name="T5" fmla="*/ 16 h 5"/>
                  <a:gd name="T6" fmla="*/ 0 w 4"/>
                  <a:gd name="T7" fmla="*/ 13 h 5"/>
                  <a:gd name="T8" fmla="*/ 8 w 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96" name="Freeform 2981">
                <a:extLst>
                  <a:ext uri="{FF2B5EF4-FFF2-40B4-BE49-F238E27FC236}">
                    <a16:creationId xmlns:a16="http://schemas.microsoft.com/office/drawing/2014/main" id="{BF7AA124-A508-4F16-820D-E00E7EB98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747"/>
                <a:ext cx="7" cy="8"/>
              </a:xfrm>
              <a:custGeom>
                <a:avLst/>
                <a:gdLst>
                  <a:gd name="T0" fmla="*/ 7 w 4"/>
                  <a:gd name="T1" fmla="*/ 5 h 5"/>
                  <a:gd name="T2" fmla="*/ 21 w 4"/>
                  <a:gd name="T3" fmla="*/ 8 h 5"/>
                  <a:gd name="T4" fmla="*/ 12 w 4"/>
                  <a:gd name="T5" fmla="*/ 16 h 5"/>
                  <a:gd name="T6" fmla="*/ 0 w 4"/>
                  <a:gd name="T7" fmla="*/ 13 h 5"/>
                  <a:gd name="T8" fmla="*/ 7 w 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97" name="Freeform 2982">
                <a:extLst>
                  <a:ext uri="{FF2B5EF4-FFF2-40B4-BE49-F238E27FC236}">
                    <a16:creationId xmlns:a16="http://schemas.microsoft.com/office/drawing/2014/main" id="{0C20B472-F6F5-4067-8D98-0B8306257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43"/>
                <a:ext cx="6" cy="9"/>
              </a:xfrm>
              <a:custGeom>
                <a:avLst/>
                <a:gdLst>
                  <a:gd name="T0" fmla="*/ 8 w 4"/>
                  <a:gd name="T1" fmla="*/ 7 h 5"/>
                  <a:gd name="T2" fmla="*/ 14 w 4"/>
                  <a:gd name="T3" fmla="*/ 13 h 5"/>
                  <a:gd name="T4" fmla="*/ 8 w 4"/>
                  <a:gd name="T5" fmla="*/ 23 h 5"/>
                  <a:gd name="T6" fmla="*/ 0 w 4"/>
                  <a:gd name="T7" fmla="*/ 16 h 5"/>
                  <a:gd name="T8" fmla="*/ 8 w 4"/>
                  <a:gd name="T9" fmla="*/ 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98" name="Freeform 2983">
                <a:extLst>
                  <a:ext uri="{FF2B5EF4-FFF2-40B4-BE49-F238E27FC236}">
                    <a16:creationId xmlns:a16="http://schemas.microsoft.com/office/drawing/2014/main" id="{2FD373A3-8CDC-49AF-B823-2D7727D0B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768"/>
                <a:ext cx="7" cy="7"/>
              </a:xfrm>
              <a:custGeom>
                <a:avLst/>
                <a:gdLst>
                  <a:gd name="T0" fmla="*/ 7 w 4"/>
                  <a:gd name="T1" fmla="*/ 0 h 4"/>
                  <a:gd name="T2" fmla="*/ 21 w 4"/>
                  <a:gd name="T3" fmla="*/ 12 h 4"/>
                  <a:gd name="T4" fmla="*/ 12 w 4"/>
                  <a:gd name="T5" fmla="*/ 21 h 4"/>
                  <a:gd name="T6" fmla="*/ 0 w 4"/>
                  <a:gd name="T7" fmla="*/ 12 h 4"/>
                  <a:gd name="T8" fmla="*/ 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99" name="Freeform 2984">
                <a:extLst>
                  <a:ext uri="{FF2B5EF4-FFF2-40B4-BE49-F238E27FC236}">
                    <a16:creationId xmlns:a16="http://schemas.microsoft.com/office/drawing/2014/main" id="{18718C84-06F3-45D3-AF1F-738B98C71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775"/>
                <a:ext cx="6" cy="8"/>
              </a:xfrm>
              <a:custGeom>
                <a:avLst/>
                <a:gdLst>
                  <a:gd name="T0" fmla="*/ 5 w 4"/>
                  <a:gd name="T1" fmla="*/ 5 h 5"/>
                  <a:gd name="T2" fmla="*/ 14 w 4"/>
                  <a:gd name="T3" fmla="*/ 8 h 5"/>
                  <a:gd name="T4" fmla="*/ 8 w 4"/>
                  <a:gd name="T5" fmla="*/ 16 h 5"/>
                  <a:gd name="T6" fmla="*/ 0 w 4"/>
                  <a:gd name="T7" fmla="*/ 13 h 5"/>
                  <a:gd name="T8" fmla="*/ 5 w 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00" name="Freeform 2985">
                <a:extLst>
                  <a:ext uri="{FF2B5EF4-FFF2-40B4-BE49-F238E27FC236}">
                    <a16:creationId xmlns:a16="http://schemas.microsoft.com/office/drawing/2014/main" id="{F7744B03-9B35-45A9-A871-3E947AF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797"/>
                <a:ext cx="6" cy="6"/>
              </a:xfrm>
              <a:custGeom>
                <a:avLst/>
                <a:gdLst>
                  <a:gd name="T0" fmla="*/ 5 w 4"/>
                  <a:gd name="T1" fmla="*/ 0 h 4"/>
                  <a:gd name="T2" fmla="*/ 14 w 4"/>
                  <a:gd name="T3" fmla="*/ 8 h 4"/>
                  <a:gd name="T4" fmla="*/ 8 w 4"/>
                  <a:gd name="T5" fmla="*/ 14 h 4"/>
                  <a:gd name="T6" fmla="*/ 0 w 4"/>
                  <a:gd name="T7" fmla="*/ 8 h 4"/>
                  <a:gd name="T8" fmla="*/ 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01" name="Oval 2986">
                <a:extLst>
                  <a:ext uri="{FF2B5EF4-FFF2-40B4-BE49-F238E27FC236}">
                    <a16:creationId xmlns:a16="http://schemas.microsoft.com/office/drawing/2014/main" id="{5DC3374A-8217-48E2-9D03-E2D59D7BB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0" y="2795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302" name="Freeform 2987">
                <a:extLst>
                  <a:ext uri="{FF2B5EF4-FFF2-40B4-BE49-F238E27FC236}">
                    <a16:creationId xmlns:a16="http://schemas.microsoft.com/office/drawing/2014/main" id="{8B8ECA18-958A-4C07-8031-ADE9458AF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770"/>
                <a:ext cx="6" cy="7"/>
              </a:xfrm>
              <a:custGeom>
                <a:avLst/>
                <a:gdLst>
                  <a:gd name="T0" fmla="*/ 5 w 4"/>
                  <a:gd name="T1" fmla="*/ 0 h 4"/>
                  <a:gd name="T2" fmla="*/ 14 w 4"/>
                  <a:gd name="T3" fmla="*/ 12 h 4"/>
                  <a:gd name="T4" fmla="*/ 8 w 4"/>
                  <a:gd name="T5" fmla="*/ 21 h 4"/>
                  <a:gd name="T6" fmla="*/ 0 w 4"/>
                  <a:gd name="T7" fmla="*/ 12 h 4"/>
                  <a:gd name="T8" fmla="*/ 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03" name="Freeform 2988">
                <a:extLst>
                  <a:ext uri="{FF2B5EF4-FFF2-40B4-BE49-F238E27FC236}">
                    <a16:creationId xmlns:a16="http://schemas.microsoft.com/office/drawing/2014/main" id="{A230D10F-7CFB-46E6-A139-962E8DDD5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820"/>
                <a:ext cx="6" cy="6"/>
              </a:xfrm>
              <a:custGeom>
                <a:avLst/>
                <a:gdLst>
                  <a:gd name="T0" fmla="*/ 5 w 4"/>
                  <a:gd name="T1" fmla="*/ 0 h 4"/>
                  <a:gd name="T2" fmla="*/ 14 w 4"/>
                  <a:gd name="T3" fmla="*/ 8 h 4"/>
                  <a:gd name="T4" fmla="*/ 8 w 4"/>
                  <a:gd name="T5" fmla="*/ 14 h 4"/>
                  <a:gd name="T6" fmla="*/ 0 w 4"/>
                  <a:gd name="T7" fmla="*/ 8 h 4"/>
                  <a:gd name="T8" fmla="*/ 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04" name="Freeform 2989">
                <a:extLst>
                  <a:ext uri="{FF2B5EF4-FFF2-40B4-BE49-F238E27FC236}">
                    <a16:creationId xmlns:a16="http://schemas.microsoft.com/office/drawing/2014/main" id="{936B305A-2A03-4F09-B334-DD0F025F0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825"/>
                <a:ext cx="7" cy="6"/>
              </a:xfrm>
              <a:custGeom>
                <a:avLst/>
                <a:gdLst>
                  <a:gd name="T0" fmla="*/ 7 w 4"/>
                  <a:gd name="T1" fmla="*/ 0 h 4"/>
                  <a:gd name="T2" fmla="*/ 21 w 4"/>
                  <a:gd name="T3" fmla="*/ 8 h 4"/>
                  <a:gd name="T4" fmla="*/ 12 w 4"/>
                  <a:gd name="T5" fmla="*/ 14 h 4"/>
                  <a:gd name="T6" fmla="*/ 0 w 4"/>
                  <a:gd name="T7" fmla="*/ 8 h 4"/>
                  <a:gd name="T8" fmla="*/ 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05" name="Freeform 2990">
                <a:extLst>
                  <a:ext uri="{FF2B5EF4-FFF2-40B4-BE49-F238E27FC236}">
                    <a16:creationId xmlns:a16="http://schemas.microsoft.com/office/drawing/2014/main" id="{59D0E196-98AF-4465-93C1-9F10336D9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833"/>
                <a:ext cx="6" cy="8"/>
              </a:xfrm>
              <a:custGeom>
                <a:avLst/>
                <a:gdLst>
                  <a:gd name="T0" fmla="*/ 8 w 4"/>
                  <a:gd name="T1" fmla="*/ 5 h 5"/>
                  <a:gd name="T2" fmla="*/ 14 w 4"/>
                  <a:gd name="T3" fmla="*/ 8 h 5"/>
                  <a:gd name="T4" fmla="*/ 8 w 4"/>
                  <a:gd name="T5" fmla="*/ 16 h 5"/>
                  <a:gd name="T6" fmla="*/ 0 w 4"/>
                  <a:gd name="T7" fmla="*/ 13 h 5"/>
                  <a:gd name="T8" fmla="*/ 8 w 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06" name="Freeform 2991">
                <a:extLst>
                  <a:ext uri="{FF2B5EF4-FFF2-40B4-BE49-F238E27FC236}">
                    <a16:creationId xmlns:a16="http://schemas.microsoft.com/office/drawing/2014/main" id="{2EE07686-3F4D-4E62-B7BC-CE6B6353A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835"/>
                <a:ext cx="6" cy="6"/>
              </a:xfrm>
              <a:custGeom>
                <a:avLst/>
                <a:gdLst>
                  <a:gd name="T0" fmla="*/ 8 w 4"/>
                  <a:gd name="T1" fmla="*/ 0 h 4"/>
                  <a:gd name="T2" fmla="*/ 14 w 4"/>
                  <a:gd name="T3" fmla="*/ 8 h 4"/>
                  <a:gd name="T4" fmla="*/ 8 w 4"/>
                  <a:gd name="T5" fmla="*/ 14 h 4"/>
                  <a:gd name="T6" fmla="*/ 0 w 4"/>
                  <a:gd name="T7" fmla="*/ 8 h 4"/>
                  <a:gd name="T8" fmla="*/ 8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07" name="Oval 2992">
                <a:extLst>
                  <a:ext uri="{FF2B5EF4-FFF2-40B4-BE49-F238E27FC236}">
                    <a16:creationId xmlns:a16="http://schemas.microsoft.com/office/drawing/2014/main" id="{CF441531-09D9-45A2-965F-75D82E1C05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846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308" name="Freeform 2993">
                <a:extLst>
                  <a:ext uri="{FF2B5EF4-FFF2-40B4-BE49-F238E27FC236}">
                    <a16:creationId xmlns:a16="http://schemas.microsoft.com/office/drawing/2014/main" id="{202B5B62-C5BF-4FC4-8DC8-21FCE45EC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865"/>
                <a:ext cx="6" cy="6"/>
              </a:xfrm>
              <a:custGeom>
                <a:avLst/>
                <a:gdLst>
                  <a:gd name="T0" fmla="*/ 5 w 4"/>
                  <a:gd name="T1" fmla="*/ 0 h 4"/>
                  <a:gd name="T2" fmla="*/ 14 w 4"/>
                  <a:gd name="T3" fmla="*/ 8 h 4"/>
                  <a:gd name="T4" fmla="*/ 8 w 4"/>
                  <a:gd name="T5" fmla="*/ 14 h 4"/>
                  <a:gd name="T6" fmla="*/ 0 w 4"/>
                  <a:gd name="T7" fmla="*/ 8 h 4"/>
                  <a:gd name="T8" fmla="*/ 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09" name="Freeform 2994">
                <a:extLst>
                  <a:ext uri="{FF2B5EF4-FFF2-40B4-BE49-F238E27FC236}">
                    <a16:creationId xmlns:a16="http://schemas.microsoft.com/office/drawing/2014/main" id="{49448605-2D86-4B25-A7E7-C8C9BEA64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873"/>
                <a:ext cx="6" cy="6"/>
              </a:xfrm>
              <a:custGeom>
                <a:avLst/>
                <a:gdLst>
                  <a:gd name="T0" fmla="*/ 5 w 4"/>
                  <a:gd name="T1" fmla="*/ 0 h 4"/>
                  <a:gd name="T2" fmla="*/ 14 w 4"/>
                  <a:gd name="T3" fmla="*/ 8 h 4"/>
                  <a:gd name="T4" fmla="*/ 8 w 4"/>
                  <a:gd name="T5" fmla="*/ 14 h 4"/>
                  <a:gd name="T6" fmla="*/ 0 w 4"/>
                  <a:gd name="T7" fmla="*/ 8 h 4"/>
                  <a:gd name="T8" fmla="*/ 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10" name="Freeform 2995">
                <a:extLst>
                  <a:ext uri="{FF2B5EF4-FFF2-40B4-BE49-F238E27FC236}">
                    <a16:creationId xmlns:a16="http://schemas.microsoft.com/office/drawing/2014/main" id="{BAB41872-8D3D-4263-964A-7B3A6459C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870"/>
                <a:ext cx="6" cy="8"/>
              </a:xfrm>
              <a:custGeom>
                <a:avLst/>
                <a:gdLst>
                  <a:gd name="T0" fmla="*/ 5 w 4"/>
                  <a:gd name="T1" fmla="*/ 5 h 5"/>
                  <a:gd name="T2" fmla="*/ 14 w 4"/>
                  <a:gd name="T3" fmla="*/ 8 h 5"/>
                  <a:gd name="T4" fmla="*/ 8 w 4"/>
                  <a:gd name="T5" fmla="*/ 16 h 5"/>
                  <a:gd name="T6" fmla="*/ 0 w 4"/>
                  <a:gd name="T7" fmla="*/ 13 h 5"/>
                  <a:gd name="T8" fmla="*/ 5 w 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11" name="Freeform 2996">
                <a:extLst>
                  <a:ext uri="{FF2B5EF4-FFF2-40B4-BE49-F238E27FC236}">
                    <a16:creationId xmlns:a16="http://schemas.microsoft.com/office/drawing/2014/main" id="{83A3968D-E12D-4B84-B3B6-1EA98B02C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898"/>
                <a:ext cx="7" cy="6"/>
              </a:xfrm>
              <a:custGeom>
                <a:avLst/>
                <a:gdLst>
                  <a:gd name="T0" fmla="*/ 7 w 4"/>
                  <a:gd name="T1" fmla="*/ 0 h 4"/>
                  <a:gd name="T2" fmla="*/ 21 w 4"/>
                  <a:gd name="T3" fmla="*/ 8 h 4"/>
                  <a:gd name="T4" fmla="*/ 12 w 4"/>
                  <a:gd name="T5" fmla="*/ 14 h 4"/>
                  <a:gd name="T6" fmla="*/ 0 w 4"/>
                  <a:gd name="T7" fmla="*/ 8 h 4"/>
                  <a:gd name="T8" fmla="*/ 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12" name="Freeform 2997">
                <a:extLst>
                  <a:ext uri="{FF2B5EF4-FFF2-40B4-BE49-F238E27FC236}">
                    <a16:creationId xmlns:a16="http://schemas.microsoft.com/office/drawing/2014/main" id="{F7839A23-6D29-4BD5-B544-90E6435CE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921"/>
                <a:ext cx="6" cy="7"/>
              </a:xfrm>
              <a:custGeom>
                <a:avLst/>
                <a:gdLst>
                  <a:gd name="T0" fmla="*/ 8 w 4"/>
                  <a:gd name="T1" fmla="*/ 0 h 4"/>
                  <a:gd name="T2" fmla="*/ 14 w 4"/>
                  <a:gd name="T3" fmla="*/ 12 h 4"/>
                  <a:gd name="T4" fmla="*/ 8 w 4"/>
                  <a:gd name="T5" fmla="*/ 21 h 4"/>
                  <a:gd name="T6" fmla="*/ 0 w 4"/>
                  <a:gd name="T7" fmla="*/ 12 h 4"/>
                  <a:gd name="T8" fmla="*/ 8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13" name="Freeform 2998">
                <a:extLst>
                  <a:ext uri="{FF2B5EF4-FFF2-40B4-BE49-F238E27FC236}">
                    <a16:creationId xmlns:a16="http://schemas.microsoft.com/office/drawing/2014/main" id="{487A590D-8E56-483D-816A-D2A67720F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918"/>
                <a:ext cx="7" cy="8"/>
              </a:xfrm>
              <a:custGeom>
                <a:avLst/>
                <a:gdLst>
                  <a:gd name="T0" fmla="*/ 12 w 4"/>
                  <a:gd name="T1" fmla="*/ 5 h 5"/>
                  <a:gd name="T2" fmla="*/ 21 w 4"/>
                  <a:gd name="T3" fmla="*/ 8 h 5"/>
                  <a:gd name="T4" fmla="*/ 12 w 4"/>
                  <a:gd name="T5" fmla="*/ 16 h 5"/>
                  <a:gd name="T6" fmla="*/ 0 w 4"/>
                  <a:gd name="T7" fmla="*/ 13 h 5"/>
                  <a:gd name="T8" fmla="*/ 12 w 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14" name="Freeform 2999">
                <a:extLst>
                  <a:ext uri="{FF2B5EF4-FFF2-40B4-BE49-F238E27FC236}">
                    <a16:creationId xmlns:a16="http://schemas.microsoft.com/office/drawing/2014/main" id="{C88C00D3-0E3B-40AD-AF4D-C706EDB33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906"/>
                <a:ext cx="7" cy="8"/>
              </a:xfrm>
              <a:custGeom>
                <a:avLst/>
                <a:gdLst>
                  <a:gd name="T0" fmla="*/ 7 w 4"/>
                  <a:gd name="T1" fmla="*/ 5 h 5"/>
                  <a:gd name="T2" fmla="*/ 21 w 4"/>
                  <a:gd name="T3" fmla="*/ 8 h 5"/>
                  <a:gd name="T4" fmla="*/ 12 w 4"/>
                  <a:gd name="T5" fmla="*/ 16 h 5"/>
                  <a:gd name="T6" fmla="*/ 0 w 4"/>
                  <a:gd name="T7" fmla="*/ 13 h 5"/>
                  <a:gd name="T8" fmla="*/ 7 w 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15" name="Freeform 3000">
                <a:extLst>
                  <a:ext uri="{FF2B5EF4-FFF2-40B4-BE49-F238E27FC236}">
                    <a16:creationId xmlns:a16="http://schemas.microsoft.com/office/drawing/2014/main" id="{FC25BE06-B874-4C25-AEA4-4DC8681E6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889"/>
                <a:ext cx="6" cy="7"/>
              </a:xfrm>
              <a:custGeom>
                <a:avLst/>
                <a:gdLst>
                  <a:gd name="T0" fmla="*/ 8 w 4"/>
                  <a:gd name="T1" fmla="*/ 0 h 4"/>
                  <a:gd name="T2" fmla="*/ 14 w 4"/>
                  <a:gd name="T3" fmla="*/ 12 h 4"/>
                  <a:gd name="T4" fmla="*/ 8 w 4"/>
                  <a:gd name="T5" fmla="*/ 21 h 4"/>
                  <a:gd name="T6" fmla="*/ 0 w 4"/>
                  <a:gd name="T7" fmla="*/ 12 h 4"/>
                  <a:gd name="T8" fmla="*/ 8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16" name="Freeform 3001">
                <a:extLst>
                  <a:ext uri="{FF2B5EF4-FFF2-40B4-BE49-F238E27FC236}">
                    <a16:creationId xmlns:a16="http://schemas.microsoft.com/office/drawing/2014/main" id="{7002589D-2B6C-431A-82E6-41BD2B9D2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2908"/>
                <a:ext cx="6" cy="8"/>
              </a:xfrm>
              <a:custGeom>
                <a:avLst/>
                <a:gdLst>
                  <a:gd name="T0" fmla="*/ 8 w 4"/>
                  <a:gd name="T1" fmla="*/ 5 h 5"/>
                  <a:gd name="T2" fmla="*/ 14 w 4"/>
                  <a:gd name="T3" fmla="*/ 8 h 5"/>
                  <a:gd name="T4" fmla="*/ 8 w 4"/>
                  <a:gd name="T5" fmla="*/ 16 h 5"/>
                  <a:gd name="T6" fmla="*/ 0 w 4"/>
                  <a:gd name="T7" fmla="*/ 13 h 5"/>
                  <a:gd name="T8" fmla="*/ 8 w 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17" name="Freeform 3002">
                <a:extLst>
                  <a:ext uri="{FF2B5EF4-FFF2-40B4-BE49-F238E27FC236}">
                    <a16:creationId xmlns:a16="http://schemas.microsoft.com/office/drawing/2014/main" id="{89CE1C5C-9807-44D1-88E2-592FD66C1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904"/>
                <a:ext cx="7" cy="7"/>
              </a:xfrm>
              <a:custGeom>
                <a:avLst/>
                <a:gdLst>
                  <a:gd name="T0" fmla="*/ 7 w 4"/>
                  <a:gd name="T1" fmla="*/ 0 h 4"/>
                  <a:gd name="T2" fmla="*/ 21 w 4"/>
                  <a:gd name="T3" fmla="*/ 12 h 4"/>
                  <a:gd name="T4" fmla="*/ 12 w 4"/>
                  <a:gd name="T5" fmla="*/ 21 h 4"/>
                  <a:gd name="T6" fmla="*/ 0 w 4"/>
                  <a:gd name="T7" fmla="*/ 12 h 4"/>
                  <a:gd name="T8" fmla="*/ 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18" name="Freeform 3003">
                <a:extLst>
                  <a:ext uri="{FF2B5EF4-FFF2-40B4-BE49-F238E27FC236}">
                    <a16:creationId xmlns:a16="http://schemas.microsoft.com/office/drawing/2014/main" id="{82B24DEC-BE00-4B21-80C4-83C2655ED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928"/>
                <a:ext cx="6" cy="8"/>
              </a:xfrm>
              <a:custGeom>
                <a:avLst/>
                <a:gdLst>
                  <a:gd name="T0" fmla="*/ 8 w 4"/>
                  <a:gd name="T1" fmla="*/ 5 h 5"/>
                  <a:gd name="T2" fmla="*/ 14 w 4"/>
                  <a:gd name="T3" fmla="*/ 8 h 5"/>
                  <a:gd name="T4" fmla="*/ 8 w 4"/>
                  <a:gd name="T5" fmla="*/ 16 h 5"/>
                  <a:gd name="T6" fmla="*/ 0 w 4"/>
                  <a:gd name="T7" fmla="*/ 13 h 5"/>
                  <a:gd name="T8" fmla="*/ 8 w 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19" name="Freeform 3004">
                <a:extLst>
                  <a:ext uri="{FF2B5EF4-FFF2-40B4-BE49-F238E27FC236}">
                    <a16:creationId xmlns:a16="http://schemas.microsoft.com/office/drawing/2014/main" id="{F862A26B-8983-4E16-982E-2B4DDC258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921"/>
                <a:ext cx="6" cy="7"/>
              </a:xfrm>
              <a:custGeom>
                <a:avLst/>
                <a:gdLst>
                  <a:gd name="T0" fmla="*/ 8 w 4"/>
                  <a:gd name="T1" fmla="*/ 0 h 4"/>
                  <a:gd name="T2" fmla="*/ 14 w 4"/>
                  <a:gd name="T3" fmla="*/ 12 h 4"/>
                  <a:gd name="T4" fmla="*/ 8 w 4"/>
                  <a:gd name="T5" fmla="*/ 21 h 4"/>
                  <a:gd name="T6" fmla="*/ 0 w 4"/>
                  <a:gd name="T7" fmla="*/ 12 h 4"/>
                  <a:gd name="T8" fmla="*/ 8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20" name="Freeform 3005">
                <a:extLst>
                  <a:ext uri="{FF2B5EF4-FFF2-40B4-BE49-F238E27FC236}">
                    <a16:creationId xmlns:a16="http://schemas.microsoft.com/office/drawing/2014/main" id="{A4CBD0CA-1F5C-46AF-AB53-8E84D32ED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919"/>
                <a:ext cx="6" cy="7"/>
              </a:xfrm>
              <a:custGeom>
                <a:avLst/>
                <a:gdLst>
                  <a:gd name="T0" fmla="*/ 5 w 4"/>
                  <a:gd name="T1" fmla="*/ 0 h 4"/>
                  <a:gd name="T2" fmla="*/ 14 w 4"/>
                  <a:gd name="T3" fmla="*/ 12 h 4"/>
                  <a:gd name="T4" fmla="*/ 8 w 4"/>
                  <a:gd name="T5" fmla="*/ 21 h 4"/>
                  <a:gd name="T6" fmla="*/ 0 w 4"/>
                  <a:gd name="T7" fmla="*/ 12 h 4"/>
                  <a:gd name="T8" fmla="*/ 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21" name="Oval 3006">
                <a:extLst>
                  <a:ext uri="{FF2B5EF4-FFF2-40B4-BE49-F238E27FC236}">
                    <a16:creationId xmlns:a16="http://schemas.microsoft.com/office/drawing/2014/main" id="{1F638793-CCC9-42A1-A785-C3ED4D2D6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8" y="2934"/>
                <a:ext cx="6" cy="7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322" name="Freeform 3007">
                <a:extLst>
                  <a:ext uri="{FF2B5EF4-FFF2-40B4-BE49-F238E27FC236}">
                    <a16:creationId xmlns:a16="http://schemas.microsoft.com/office/drawing/2014/main" id="{5D559953-E21E-4DEB-A36F-FF9CBB951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956"/>
                <a:ext cx="6" cy="6"/>
              </a:xfrm>
              <a:custGeom>
                <a:avLst/>
                <a:gdLst>
                  <a:gd name="T0" fmla="*/ 5 w 4"/>
                  <a:gd name="T1" fmla="*/ 0 h 4"/>
                  <a:gd name="T2" fmla="*/ 14 w 4"/>
                  <a:gd name="T3" fmla="*/ 8 h 4"/>
                  <a:gd name="T4" fmla="*/ 8 w 4"/>
                  <a:gd name="T5" fmla="*/ 14 h 4"/>
                  <a:gd name="T6" fmla="*/ 0 w 4"/>
                  <a:gd name="T7" fmla="*/ 8 h 4"/>
                  <a:gd name="T8" fmla="*/ 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23" name="Oval 3008">
                <a:extLst>
                  <a:ext uri="{FF2B5EF4-FFF2-40B4-BE49-F238E27FC236}">
                    <a16:creationId xmlns:a16="http://schemas.microsoft.com/office/drawing/2014/main" id="{31F4E157-58EC-4A50-B85D-094A63B96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7" y="2951"/>
                <a:ext cx="6" cy="6"/>
              </a:xfrm>
              <a:prstGeom prst="ellipse">
                <a:avLst/>
              </a:pr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2324" name="Freeform 3009">
                <a:extLst>
                  <a:ext uri="{FF2B5EF4-FFF2-40B4-BE49-F238E27FC236}">
                    <a16:creationId xmlns:a16="http://schemas.microsoft.com/office/drawing/2014/main" id="{A1CCBC2D-0C00-49E2-AF37-4DFED6C23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928"/>
                <a:ext cx="6" cy="8"/>
              </a:xfrm>
              <a:custGeom>
                <a:avLst/>
                <a:gdLst>
                  <a:gd name="T0" fmla="*/ 8 w 4"/>
                  <a:gd name="T1" fmla="*/ 5 h 5"/>
                  <a:gd name="T2" fmla="*/ 14 w 4"/>
                  <a:gd name="T3" fmla="*/ 8 h 5"/>
                  <a:gd name="T4" fmla="*/ 8 w 4"/>
                  <a:gd name="T5" fmla="*/ 16 h 5"/>
                  <a:gd name="T6" fmla="*/ 0 w 4"/>
                  <a:gd name="T7" fmla="*/ 13 h 5"/>
                  <a:gd name="T8" fmla="*/ 8 w 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BF6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1931" name="Oval 3010">
              <a:extLst>
                <a:ext uri="{FF2B5EF4-FFF2-40B4-BE49-F238E27FC236}">
                  <a16:creationId xmlns:a16="http://schemas.microsoft.com/office/drawing/2014/main" id="{56134E51-22BF-4468-896A-3FDC90D8F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2984"/>
              <a:ext cx="6" cy="7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932" name="Oval 3011">
              <a:extLst>
                <a:ext uri="{FF2B5EF4-FFF2-40B4-BE49-F238E27FC236}">
                  <a16:creationId xmlns:a16="http://schemas.microsoft.com/office/drawing/2014/main" id="{51362726-7608-428A-8DF6-69F30225E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3" y="3007"/>
              <a:ext cx="7" cy="7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933" name="Freeform 3012">
              <a:extLst>
                <a:ext uri="{FF2B5EF4-FFF2-40B4-BE49-F238E27FC236}">
                  <a16:creationId xmlns:a16="http://schemas.microsoft.com/office/drawing/2014/main" id="{99F7FD81-BED9-4CBA-9B5A-C586DE584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014"/>
              <a:ext cx="6" cy="8"/>
            </a:xfrm>
            <a:custGeom>
              <a:avLst/>
              <a:gdLst>
                <a:gd name="T0" fmla="*/ 8 w 4"/>
                <a:gd name="T1" fmla="*/ 5 h 5"/>
                <a:gd name="T2" fmla="*/ 14 w 4"/>
                <a:gd name="T3" fmla="*/ 8 h 5"/>
                <a:gd name="T4" fmla="*/ 8 w 4"/>
                <a:gd name="T5" fmla="*/ 16 h 5"/>
                <a:gd name="T6" fmla="*/ 0 w 4"/>
                <a:gd name="T7" fmla="*/ 13 h 5"/>
                <a:gd name="T8" fmla="*/ 8 w 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34" name="Oval 3013">
              <a:extLst>
                <a:ext uri="{FF2B5EF4-FFF2-40B4-BE49-F238E27FC236}">
                  <a16:creationId xmlns:a16="http://schemas.microsoft.com/office/drawing/2014/main" id="{0CACF6CE-ED8D-410E-BC8D-18B2E117F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3034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935" name="Freeform 3014">
              <a:extLst>
                <a:ext uri="{FF2B5EF4-FFF2-40B4-BE49-F238E27FC236}">
                  <a16:creationId xmlns:a16="http://schemas.microsoft.com/office/drawing/2014/main" id="{BEA2B72E-B544-4001-A500-5055D23AC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3042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12 h 4"/>
                <a:gd name="T4" fmla="*/ 8 w 4"/>
                <a:gd name="T5" fmla="*/ 21 h 4"/>
                <a:gd name="T6" fmla="*/ 0 w 4"/>
                <a:gd name="T7" fmla="*/ 12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36" name="Freeform 3015">
              <a:extLst>
                <a:ext uri="{FF2B5EF4-FFF2-40B4-BE49-F238E27FC236}">
                  <a16:creationId xmlns:a16="http://schemas.microsoft.com/office/drawing/2014/main" id="{B399D456-5A2F-4B39-BAC7-7109EDF40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3050"/>
              <a:ext cx="6" cy="7"/>
            </a:xfrm>
            <a:custGeom>
              <a:avLst/>
              <a:gdLst>
                <a:gd name="T0" fmla="*/ 5 w 4"/>
                <a:gd name="T1" fmla="*/ 0 h 4"/>
                <a:gd name="T2" fmla="*/ 14 w 4"/>
                <a:gd name="T3" fmla="*/ 12 h 4"/>
                <a:gd name="T4" fmla="*/ 8 w 4"/>
                <a:gd name="T5" fmla="*/ 21 h 4"/>
                <a:gd name="T6" fmla="*/ 0 w 4"/>
                <a:gd name="T7" fmla="*/ 12 h 4"/>
                <a:gd name="T8" fmla="*/ 5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37" name="Freeform 3016">
              <a:extLst>
                <a:ext uri="{FF2B5EF4-FFF2-40B4-BE49-F238E27FC236}">
                  <a16:creationId xmlns:a16="http://schemas.microsoft.com/office/drawing/2014/main" id="{4E3391AD-A6B7-41FC-B1F5-38A2D9116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070"/>
              <a:ext cx="7" cy="7"/>
            </a:xfrm>
            <a:custGeom>
              <a:avLst/>
              <a:gdLst>
                <a:gd name="T0" fmla="*/ 12 w 4"/>
                <a:gd name="T1" fmla="*/ 0 h 4"/>
                <a:gd name="T2" fmla="*/ 21 w 4"/>
                <a:gd name="T3" fmla="*/ 12 h 4"/>
                <a:gd name="T4" fmla="*/ 12 w 4"/>
                <a:gd name="T5" fmla="*/ 21 h 4"/>
                <a:gd name="T6" fmla="*/ 0 w 4"/>
                <a:gd name="T7" fmla="*/ 12 h 4"/>
                <a:gd name="T8" fmla="*/ 1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38" name="Freeform 3017">
              <a:extLst>
                <a:ext uri="{FF2B5EF4-FFF2-40B4-BE49-F238E27FC236}">
                  <a16:creationId xmlns:a16="http://schemas.microsoft.com/office/drawing/2014/main" id="{8A904B1B-6042-426B-A7DB-C7D2A0D60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054"/>
              <a:ext cx="6" cy="8"/>
            </a:xfrm>
            <a:custGeom>
              <a:avLst/>
              <a:gdLst>
                <a:gd name="T0" fmla="*/ 5 w 4"/>
                <a:gd name="T1" fmla="*/ 5 h 5"/>
                <a:gd name="T2" fmla="*/ 14 w 4"/>
                <a:gd name="T3" fmla="*/ 8 h 5"/>
                <a:gd name="T4" fmla="*/ 8 w 4"/>
                <a:gd name="T5" fmla="*/ 16 h 5"/>
                <a:gd name="T6" fmla="*/ 0 w 4"/>
                <a:gd name="T7" fmla="*/ 13 h 5"/>
                <a:gd name="T8" fmla="*/ 5 w 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39" name="Freeform 3018">
              <a:extLst>
                <a:ext uri="{FF2B5EF4-FFF2-40B4-BE49-F238E27FC236}">
                  <a16:creationId xmlns:a16="http://schemas.microsoft.com/office/drawing/2014/main" id="{EE55A54A-5804-4310-BC5D-4CE5A433C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3069"/>
              <a:ext cx="7" cy="8"/>
            </a:xfrm>
            <a:custGeom>
              <a:avLst/>
              <a:gdLst>
                <a:gd name="T0" fmla="*/ 12 w 4"/>
                <a:gd name="T1" fmla="*/ 5 h 5"/>
                <a:gd name="T2" fmla="*/ 21 w 4"/>
                <a:gd name="T3" fmla="*/ 8 h 5"/>
                <a:gd name="T4" fmla="*/ 12 w 4"/>
                <a:gd name="T5" fmla="*/ 16 h 5"/>
                <a:gd name="T6" fmla="*/ 0 w 4"/>
                <a:gd name="T7" fmla="*/ 13 h 5"/>
                <a:gd name="T8" fmla="*/ 12 w 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40" name="Freeform 3019">
              <a:extLst>
                <a:ext uri="{FF2B5EF4-FFF2-40B4-BE49-F238E27FC236}">
                  <a16:creationId xmlns:a16="http://schemas.microsoft.com/office/drawing/2014/main" id="{02EB0646-AD69-4644-BA87-015245784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3087"/>
              <a:ext cx="6" cy="8"/>
            </a:xfrm>
            <a:custGeom>
              <a:avLst/>
              <a:gdLst>
                <a:gd name="T0" fmla="*/ 5 w 4"/>
                <a:gd name="T1" fmla="*/ 5 h 5"/>
                <a:gd name="T2" fmla="*/ 14 w 4"/>
                <a:gd name="T3" fmla="*/ 8 h 5"/>
                <a:gd name="T4" fmla="*/ 8 w 4"/>
                <a:gd name="T5" fmla="*/ 16 h 5"/>
                <a:gd name="T6" fmla="*/ 0 w 4"/>
                <a:gd name="T7" fmla="*/ 13 h 5"/>
                <a:gd name="T8" fmla="*/ 5 w 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41" name="Freeform 3020">
              <a:extLst>
                <a:ext uri="{FF2B5EF4-FFF2-40B4-BE49-F238E27FC236}">
                  <a16:creationId xmlns:a16="http://schemas.microsoft.com/office/drawing/2014/main" id="{FA9F64CF-A615-4596-B790-43B345C1A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042"/>
              <a:ext cx="6" cy="8"/>
            </a:xfrm>
            <a:custGeom>
              <a:avLst/>
              <a:gdLst>
                <a:gd name="T0" fmla="*/ 5 w 4"/>
                <a:gd name="T1" fmla="*/ 5 h 5"/>
                <a:gd name="T2" fmla="*/ 14 w 4"/>
                <a:gd name="T3" fmla="*/ 8 h 5"/>
                <a:gd name="T4" fmla="*/ 8 w 4"/>
                <a:gd name="T5" fmla="*/ 16 h 5"/>
                <a:gd name="T6" fmla="*/ 0 w 4"/>
                <a:gd name="T7" fmla="*/ 13 h 5"/>
                <a:gd name="T8" fmla="*/ 5 w 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42" name="Freeform 3021">
              <a:extLst>
                <a:ext uri="{FF2B5EF4-FFF2-40B4-BE49-F238E27FC236}">
                  <a16:creationId xmlns:a16="http://schemas.microsoft.com/office/drawing/2014/main" id="{AE0CFA2A-B656-4381-87EC-84EE9B934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050"/>
              <a:ext cx="7" cy="9"/>
            </a:xfrm>
            <a:custGeom>
              <a:avLst/>
              <a:gdLst>
                <a:gd name="T0" fmla="*/ 12 w 4"/>
                <a:gd name="T1" fmla="*/ 7 h 5"/>
                <a:gd name="T2" fmla="*/ 21 w 4"/>
                <a:gd name="T3" fmla="*/ 13 h 5"/>
                <a:gd name="T4" fmla="*/ 12 w 4"/>
                <a:gd name="T5" fmla="*/ 23 h 5"/>
                <a:gd name="T6" fmla="*/ 0 w 4"/>
                <a:gd name="T7" fmla="*/ 16 h 5"/>
                <a:gd name="T8" fmla="*/ 12 w 4"/>
                <a:gd name="T9" fmla="*/ 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43" name="Freeform 3022">
              <a:extLst>
                <a:ext uri="{FF2B5EF4-FFF2-40B4-BE49-F238E27FC236}">
                  <a16:creationId xmlns:a16="http://schemas.microsoft.com/office/drawing/2014/main" id="{5E3D88BA-74EE-4FED-A773-9FBBBE91E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3029"/>
              <a:ext cx="7" cy="6"/>
            </a:xfrm>
            <a:custGeom>
              <a:avLst/>
              <a:gdLst>
                <a:gd name="T0" fmla="*/ 7 w 4"/>
                <a:gd name="T1" fmla="*/ 0 h 4"/>
                <a:gd name="T2" fmla="*/ 21 w 4"/>
                <a:gd name="T3" fmla="*/ 8 h 4"/>
                <a:gd name="T4" fmla="*/ 12 w 4"/>
                <a:gd name="T5" fmla="*/ 14 h 4"/>
                <a:gd name="T6" fmla="*/ 0 w 4"/>
                <a:gd name="T7" fmla="*/ 8 h 4"/>
                <a:gd name="T8" fmla="*/ 7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44" name="Freeform 3023">
              <a:extLst>
                <a:ext uri="{FF2B5EF4-FFF2-40B4-BE49-F238E27FC236}">
                  <a16:creationId xmlns:a16="http://schemas.microsoft.com/office/drawing/2014/main" id="{77A9AB14-A150-4095-AD94-4FB170362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044"/>
              <a:ext cx="6" cy="8"/>
            </a:xfrm>
            <a:custGeom>
              <a:avLst/>
              <a:gdLst>
                <a:gd name="T0" fmla="*/ 8 w 4"/>
                <a:gd name="T1" fmla="*/ 5 h 5"/>
                <a:gd name="T2" fmla="*/ 14 w 4"/>
                <a:gd name="T3" fmla="*/ 8 h 5"/>
                <a:gd name="T4" fmla="*/ 8 w 4"/>
                <a:gd name="T5" fmla="*/ 16 h 5"/>
                <a:gd name="T6" fmla="*/ 0 w 4"/>
                <a:gd name="T7" fmla="*/ 13 h 5"/>
                <a:gd name="T8" fmla="*/ 8 w 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45" name="Freeform 3024">
              <a:extLst>
                <a:ext uri="{FF2B5EF4-FFF2-40B4-BE49-F238E27FC236}">
                  <a16:creationId xmlns:a16="http://schemas.microsoft.com/office/drawing/2014/main" id="{80125997-3203-4488-BFD0-7C4E09BB0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3044"/>
              <a:ext cx="6" cy="8"/>
            </a:xfrm>
            <a:custGeom>
              <a:avLst/>
              <a:gdLst>
                <a:gd name="T0" fmla="*/ 8 w 4"/>
                <a:gd name="T1" fmla="*/ 5 h 5"/>
                <a:gd name="T2" fmla="*/ 14 w 4"/>
                <a:gd name="T3" fmla="*/ 8 h 5"/>
                <a:gd name="T4" fmla="*/ 8 w 4"/>
                <a:gd name="T5" fmla="*/ 16 h 5"/>
                <a:gd name="T6" fmla="*/ 0 w 4"/>
                <a:gd name="T7" fmla="*/ 13 h 5"/>
                <a:gd name="T8" fmla="*/ 8 w 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46" name="Freeform 3025">
              <a:extLst>
                <a:ext uri="{FF2B5EF4-FFF2-40B4-BE49-F238E27FC236}">
                  <a16:creationId xmlns:a16="http://schemas.microsoft.com/office/drawing/2014/main" id="{F4F15469-9BFA-4A55-8F97-BBFC14EF6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072"/>
              <a:ext cx="6" cy="8"/>
            </a:xfrm>
            <a:custGeom>
              <a:avLst/>
              <a:gdLst>
                <a:gd name="T0" fmla="*/ 8 w 4"/>
                <a:gd name="T1" fmla="*/ 5 h 5"/>
                <a:gd name="T2" fmla="*/ 14 w 4"/>
                <a:gd name="T3" fmla="*/ 8 h 5"/>
                <a:gd name="T4" fmla="*/ 8 w 4"/>
                <a:gd name="T5" fmla="*/ 16 h 5"/>
                <a:gd name="T6" fmla="*/ 0 w 4"/>
                <a:gd name="T7" fmla="*/ 13 h 5"/>
                <a:gd name="T8" fmla="*/ 8 w 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47" name="Oval 3026">
              <a:extLst>
                <a:ext uri="{FF2B5EF4-FFF2-40B4-BE49-F238E27FC236}">
                  <a16:creationId xmlns:a16="http://schemas.microsoft.com/office/drawing/2014/main" id="{956B90D1-6477-4996-AB5C-3BFB19DA3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" y="3064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948" name="Freeform 3027">
              <a:extLst>
                <a:ext uri="{FF2B5EF4-FFF2-40B4-BE49-F238E27FC236}">
                  <a16:creationId xmlns:a16="http://schemas.microsoft.com/office/drawing/2014/main" id="{5A31A7C1-3D7B-46C0-9F28-562297E5D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074"/>
              <a:ext cx="6" cy="8"/>
            </a:xfrm>
            <a:custGeom>
              <a:avLst/>
              <a:gdLst>
                <a:gd name="T0" fmla="*/ 8 w 4"/>
                <a:gd name="T1" fmla="*/ 5 h 5"/>
                <a:gd name="T2" fmla="*/ 14 w 4"/>
                <a:gd name="T3" fmla="*/ 8 h 5"/>
                <a:gd name="T4" fmla="*/ 8 w 4"/>
                <a:gd name="T5" fmla="*/ 16 h 5"/>
                <a:gd name="T6" fmla="*/ 0 w 4"/>
                <a:gd name="T7" fmla="*/ 13 h 5"/>
                <a:gd name="T8" fmla="*/ 8 w 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49" name="Oval 3028">
              <a:extLst>
                <a:ext uri="{FF2B5EF4-FFF2-40B4-BE49-F238E27FC236}">
                  <a16:creationId xmlns:a16="http://schemas.microsoft.com/office/drawing/2014/main" id="{C3FA6A35-3D58-44D8-A4B4-75AE3D321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3" y="3092"/>
              <a:ext cx="7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950" name="Freeform 3029">
              <a:extLst>
                <a:ext uri="{FF2B5EF4-FFF2-40B4-BE49-F238E27FC236}">
                  <a16:creationId xmlns:a16="http://schemas.microsoft.com/office/drawing/2014/main" id="{9884DBC0-95DF-41B1-8F9A-477D3F3DC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3122"/>
              <a:ext cx="6" cy="6"/>
            </a:xfrm>
            <a:custGeom>
              <a:avLst/>
              <a:gdLst>
                <a:gd name="T0" fmla="*/ 5 w 4"/>
                <a:gd name="T1" fmla="*/ 0 h 4"/>
                <a:gd name="T2" fmla="*/ 14 w 4"/>
                <a:gd name="T3" fmla="*/ 8 h 4"/>
                <a:gd name="T4" fmla="*/ 8 w 4"/>
                <a:gd name="T5" fmla="*/ 14 h 4"/>
                <a:gd name="T6" fmla="*/ 0 w 4"/>
                <a:gd name="T7" fmla="*/ 8 h 4"/>
                <a:gd name="T8" fmla="*/ 5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1" name="Freeform 3030">
              <a:extLst>
                <a:ext uri="{FF2B5EF4-FFF2-40B4-BE49-F238E27FC236}">
                  <a16:creationId xmlns:a16="http://schemas.microsoft.com/office/drawing/2014/main" id="{3B958234-57C3-4F42-B4E4-961B2230E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3153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12 h 4"/>
                <a:gd name="T4" fmla="*/ 8 w 4"/>
                <a:gd name="T5" fmla="*/ 21 h 4"/>
                <a:gd name="T6" fmla="*/ 0 w 4"/>
                <a:gd name="T7" fmla="*/ 12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2" name="Freeform 3031">
              <a:extLst>
                <a:ext uri="{FF2B5EF4-FFF2-40B4-BE49-F238E27FC236}">
                  <a16:creationId xmlns:a16="http://schemas.microsoft.com/office/drawing/2014/main" id="{29330396-E141-4875-A15F-E17D35AD3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3163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12 h 4"/>
                <a:gd name="T4" fmla="*/ 8 w 4"/>
                <a:gd name="T5" fmla="*/ 21 h 4"/>
                <a:gd name="T6" fmla="*/ 0 w 4"/>
                <a:gd name="T7" fmla="*/ 12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3" name="Freeform 3032">
              <a:extLst>
                <a:ext uri="{FF2B5EF4-FFF2-40B4-BE49-F238E27FC236}">
                  <a16:creationId xmlns:a16="http://schemas.microsoft.com/office/drawing/2014/main" id="{FDDA9E1D-A70E-46A0-9A8A-971E7CBBF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186"/>
              <a:ext cx="7" cy="7"/>
            </a:xfrm>
            <a:custGeom>
              <a:avLst/>
              <a:gdLst>
                <a:gd name="T0" fmla="*/ 12 w 4"/>
                <a:gd name="T1" fmla="*/ 0 h 4"/>
                <a:gd name="T2" fmla="*/ 21 w 4"/>
                <a:gd name="T3" fmla="*/ 12 h 4"/>
                <a:gd name="T4" fmla="*/ 12 w 4"/>
                <a:gd name="T5" fmla="*/ 21 h 4"/>
                <a:gd name="T6" fmla="*/ 0 w 4"/>
                <a:gd name="T7" fmla="*/ 12 h 4"/>
                <a:gd name="T8" fmla="*/ 1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4" name="Oval 3033">
              <a:extLst>
                <a:ext uri="{FF2B5EF4-FFF2-40B4-BE49-F238E27FC236}">
                  <a16:creationId xmlns:a16="http://schemas.microsoft.com/office/drawing/2014/main" id="{F56676EE-885E-4B42-95D1-D8258A9AA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3" y="3200"/>
              <a:ext cx="7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955" name="Oval 3034">
              <a:extLst>
                <a:ext uri="{FF2B5EF4-FFF2-40B4-BE49-F238E27FC236}">
                  <a16:creationId xmlns:a16="http://schemas.microsoft.com/office/drawing/2014/main" id="{66FBB55F-69B2-4BB5-A23C-4F7DA92A5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" y="3208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956" name="Freeform 3035">
              <a:extLst>
                <a:ext uri="{FF2B5EF4-FFF2-40B4-BE49-F238E27FC236}">
                  <a16:creationId xmlns:a16="http://schemas.microsoft.com/office/drawing/2014/main" id="{BF6AA8B6-1839-4BD3-96FB-6B1107960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168"/>
              <a:ext cx="7" cy="8"/>
            </a:xfrm>
            <a:custGeom>
              <a:avLst/>
              <a:gdLst>
                <a:gd name="T0" fmla="*/ 12 w 4"/>
                <a:gd name="T1" fmla="*/ 5 h 5"/>
                <a:gd name="T2" fmla="*/ 21 w 4"/>
                <a:gd name="T3" fmla="*/ 8 h 5"/>
                <a:gd name="T4" fmla="*/ 12 w 4"/>
                <a:gd name="T5" fmla="*/ 16 h 5"/>
                <a:gd name="T6" fmla="*/ 0 w 4"/>
                <a:gd name="T7" fmla="*/ 13 h 5"/>
                <a:gd name="T8" fmla="*/ 12 w 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7" name="Freeform 3036">
              <a:extLst>
                <a:ext uri="{FF2B5EF4-FFF2-40B4-BE49-F238E27FC236}">
                  <a16:creationId xmlns:a16="http://schemas.microsoft.com/office/drawing/2014/main" id="{59CAE751-4AB8-4CEA-9546-4E7323267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3145"/>
              <a:ext cx="6" cy="6"/>
            </a:xfrm>
            <a:custGeom>
              <a:avLst/>
              <a:gdLst>
                <a:gd name="T0" fmla="*/ 5 w 4"/>
                <a:gd name="T1" fmla="*/ 0 h 4"/>
                <a:gd name="T2" fmla="*/ 14 w 4"/>
                <a:gd name="T3" fmla="*/ 8 h 4"/>
                <a:gd name="T4" fmla="*/ 8 w 4"/>
                <a:gd name="T5" fmla="*/ 14 h 4"/>
                <a:gd name="T6" fmla="*/ 0 w 4"/>
                <a:gd name="T7" fmla="*/ 8 h 4"/>
                <a:gd name="T8" fmla="*/ 5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8" name="Freeform 3037">
              <a:extLst>
                <a:ext uri="{FF2B5EF4-FFF2-40B4-BE49-F238E27FC236}">
                  <a16:creationId xmlns:a16="http://schemas.microsoft.com/office/drawing/2014/main" id="{264F3BBE-7A7D-4A3A-AC2D-578938076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798"/>
              <a:ext cx="7" cy="7"/>
            </a:xfrm>
            <a:custGeom>
              <a:avLst/>
              <a:gdLst>
                <a:gd name="T0" fmla="*/ 12 w 4"/>
                <a:gd name="T1" fmla="*/ 0 h 4"/>
                <a:gd name="T2" fmla="*/ 21 w 4"/>
                <a:gd name="T3" fmla="*/ 12 h 4"/>
                <a:gd name="T4" fmla="*/ 12 w 4"/>
                <a:gd name="T5" fmla="*/ 21 h 4"/>
                <a:gd name="T6" fmla="*/ 0 w 4"/>
                <a:gd name="T7" fmla="*/ 12 h 4"/>
                <a:gd name="T8" fmla="*/ 1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9" name="Freeform 3038">
              <a:extLst>
                <a:ext uri="{FF2B5EF4-FFF2-40B4-BE49-F238E27FC236}">
                  <a16:creationId xmlns:a16="http://schemas.microsoft.com/office/drawing/2014/main" id="{FD5FC02E-8B3B-41CF-A8AC-4C2440BD7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85"/>
              <a:ext cx="6" cy="7"/>
            </a:xfrm>
            <a:custGeom>
              <a:avLst/>
              <a:gdLst>
                <a:gd name="T0" fmla="*/ 5 w 4"/>
                <a:gd name="T1" fmla="*/ 0 h 4"/>
                <a:gd name="T2" fmla="*/ 14 w 4"/>
                <a:gd name="T3" fmla="*/ 12 h 4"/>
                <a:gd name="T4" fmla="*/ 8 w 4"/>
                <a:gd name="T5" fmla="*/ 21 h 4"/>
                <a:gd name="T6" fmla="*/ 0 w 4"/>
                <a:gd name="T7" fmla="*/ 12 h 4"/>
                <a:gd name="T8" fmla="*/ 5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3" y="0"/>
                    <a:pt x="3" y="0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0" name="Freeform 3039">
              <a:extLst>
                <a:ext uri="{FF2B5EF4-FFF2-40B4-BE49-F238E27FC236}">
                  <a16:creationId xmlns:a16="http://schemas.microsoft.com/office/drawing/2014/main" id="{E114718F-C46F-4D94-BEAA-A1BAEBE8E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752"/>
              <a:ext cx="6" cy="6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8 h 4"/>
                <a:gd name="T4" fmla="*/ 8 w 4"/>
                <a:gd name="T5" fmla="*/ 14 h 4"/>
                <a:gd name="T6" fmla="*/ 0 w 4"/>
                <a:gd name="T7" fmla="*/ 12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1" name="Freeform 3040">
              <a:extLst>
                <a:ext uri="{FF2B5EF4-FFF2-40B4-BE49-F238E27FC236}">
                  <a16:creationId xmlns:a16="http://schemas.microsoft.com/office/drawing/2014/main" id="{2D8B7A00-EAE4-4CAE-AC54-D87692CBF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795"/>
              <a:ext cx="8" cy="7"/>
            </a:xfrm>
            <a:custGeom>
              <a:avLst/>
              <a:gdLst>
                <a:gd name="T0" fmla="*/ 8 w 5"/>
                <a:gd name="T1" fmla="*/ 0 h 4"/>
                <a:gd name="T2" fmla="*/ 21 w 5"/>
                <a:gd name="T3" fmla="*/ 12 h 4"/>
                <a:gd name="T4" fmla="*/ 13 w 5"/>
                <a:gd name="T5" fmla="*/ 21 h 4"/>
                <a:gd name="T6" fmla="*/ 5 w 5"/>
                <a:gd name="T7" fmla="*/ 12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4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2" name="Freeform 3041">
              <a:extLst>
                <a:ext uri="{FF2B5EF4-FFF2-40B4-BE49-F238E27FC236}">
                  <a16:creationId xmlns:a16="http://schemas.microsoft.com/office/drawing/2014/main" id="{CDC834A8-5D7D-4327-8248-7A67344CD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772"/>
              <a:ext cx="6" cy="6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8 h 4"/>
                <a:gd name="T4" fmla="*/ 8 w 4"/>
                <a:gd name="T5" fmla="*/ 14 h 4"/>
                <a:gd name="T6" fmla="*/ 0 w 4"/>
                <a:gd name="T7" fmla="*/ 8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3" name="Freeform 3042">
              <a:extLst>
                <a:ext uri="{FF2B5EF4-FFF2-40B4-BE49-F238E27FC236}">
                  <a16:creationId xmlns:a16="http://schemas.microsoft.com/office/drawing/2014/main" id="{BA5432BB-2943-4BED-8C39-CD2FA4A8D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788"/>
              <a:ext cx="8" cy="7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7 h 4"/>
                <a:gd name="T4" fmla="*/ 13 w 5"/>
                <a:gd name="T5" fmla="*/ 21 h 4"/>
                <a:gd name="T6" fmla="*/ 5 w 5"/>
                <a:gd name="T7" fmla="*/ 12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4" name="Freeform 3043">
              <a:extLst>
                <a:ext uri="{FF2B5EF4-FFF2-40B4-BE49-F238E27FC236}">
                  <a16:creationId xmlns:a16="http://schemas.microsoft.com/office/drawing/2014/main" id="{80619E66-5377-4C99-8C6E-2F3BD1AFB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811"/>
              <a:ext cx="7" cy="7"/>
            </a:xfrm>
            <a:custGeom>
              <a:avLst/>
              <a:gdLst>
                <a:gd name="T0" fmla="*/ 12 w 4"/>
                <a:gd name="T1" fmla="*/ 0 h 4"/>
                <a:gd name="T2" fmla="*/ 21 w 4"/>
                <a:gd name="T3" fmla="*/ 7 h 4"/>
                <a:gd name="T4" fmla="*/ 12 w 4"/>
                <a:gd name="T5" fmla="*/ 21 h 4"/>
                <a:gd name="T6" fmla="*/ 0 w 4"/>
                <a:gd name="T7" fmla="*/ 12 h 4"/>
                <a:gd name="T8" fmla="*/ 1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5" name="Freeform 3044">
              <a:extLst>
                <a:ext uri="{FF2B5EF4-FFF2-40B4-BE49-F238E27FC236}">
                  <a16:creationId xmlns:a16="http://schemas.microsoft.com/office/drawing/2014/main" id="{12C32A4D-0746-49F7-9537-97BA3041A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848"/>
              <a:ext cx="7" cy="7"/>
            </a:xfrm>
            <a:custGeom>
              <a:avLst/>
              <a:gdLst>
                <a:gd name="T0" fmla="*/ 6 w 5"/>
                <a:gd name="T1" fmla="*/ 0 h 4"/>
                <a:gd name="T2" fmla="*/ 11 w 5"/>
                <a:gd name="T3" fmla="*/ 12 h 4"/>
                <a:gd name="T4" fmla="*/ 8 w 5"/>
                <a:gd name="T5" fmla="*/ 21 h 4"/>
                <a:gd name="T6" fmla="*/ 0 w 5"/>
                <a:gd name="T7" fmla="*/ 12 h 4"/>
                <a:gd name="T8" fmla="*/ 6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0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6" name="Freeform 3045">
              <a:extLst>
                <a:ext uri="{FF2B5EF4-FFF2-40B4-BE49-F238E27FC236}">
                  <a16:creationId xmlns:a16="http://schemas.microsoft.com/office/drawing/2014/main" id="{A411C5ED-70AB-4D3F-9E8B-84B51CCFE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873"/>
              <a:ext cx="6" cy="6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8 h 4"/>
                <a:gd name="T4" fmla="*/ 8 w 4"/>
                <a:gd name="T5" fmla="*/ 14 h 4"/>
                <a:gd name="T6" fmla="*/ 0 w 4"/>
                <a:gd name="T7" fmla="*/ 8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7" name="Freeform 3046">
              <a:extLst>
                <a:ext uri="{FF2B5EF4-FFF2-40B4-BE49-F238E27FC236}">
                  <a16:creationId xmlns:a16="http://schemas.microsoft.com/office/drawing/2014/main" id="{0BBE5FC9-8B3C-4C34-8A7A-77E430C8C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883"/>
              <a:ext cx="6" cy="6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8 h 4"/>
                <a:gd name="T4" fmla="*/ 8 w 4"/>
                <a:gd name="T5" fmla="*/ 14 h 4"/>
                <a:gd name="T6" fmla="*/ 0 w 4"/>
                <a:gd name="T7" fmla="*/ 12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8" name="Freeform 3047">
              <a:extLst>
                <a:ext uri="{FF2B5EF4-FFF2-40B4-BE49-F238E27FC236}">
                  <a16:creationId xmlns:a16="http://schemas.microsoft.com/office/drawing/2014/main" id="{C9CFDEBA-24C4-4E43-9B04-BC3DED61E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896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12 h 4"/>
                <a:gd name="T4" fmla="*/ 12 w 4"/>
                <a:gd name="T5" fmla="*/ 21 h 4"/>
                <a:gd name="T6" fmla="*/ 0 w 4"/>
                <a:gd name="T7" fmla="*/ 12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9" name="Freeform 3048">
              <a:extLst>
                <a:ext uri="{FF2B5EF4-FFF2-40B4-BE49-F238E27FC236}">
                  <a16:creationId xmlns:a16="http://schemas.microsoft.com/office/drawing/2014/main" id="{0185E141-2B0B-4438-934E-D106B929D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941"/>
              <a:ext cx="7" cy="6"/>
            </a:xfrm>
            <a:custGeom>
              <a:avLst/>
              <a:gdLst>
                <a:gd name="T0" fmla="*/ 12 w 4"/>
                <a:gd name="T1" fmla="*/ 0 h 4"/>
                <a:gd name="T2" fmla="*/ 21 w 4"/>
                <a:gd name="T3" fmla="*/ 8 h 4"/>
                <a:gd name="T4" fmla="*/ 12 w 4"/>
                <a:gd name="T5" fmla="*/ 14 h 4"/>
                <a:gd name="T6" fmla="*/ 0 w 4"/>
                <a:gd name="T7" fmla="*/ 8 h 4"/>
                <a:gd name="T8" fmla="*/ 1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0" name="Freeform 3049">
              <a:extLst>
                <a:ext uri="{FF2B5EF4-FFF2-40B4-BE49-F238E27FC236}">
                  <a16:creationId xmlns:a16="http://schemas.microsoft.com/office/drawing/2014/main" id="{5305F22E-696A-451D-9CA7-85063B6FF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966"/>
              <a:ext cx="6" cy="6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8 h 4"/>
                <a:gd name="T4" fmla="*/ 8 w 4"/>
                <a:gd name="T5" fmla="*/ 14 h 4"/>
                <a:gd name="T6" fmla="*/ 0 w 4"/>
                <a:gd name="T7" fmla="*/ 12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1" name="Freeform 3050">
              <a:extLst>
                <a:ext uri="{FF2B5EF4-FFF2-40B4-BE49-F238E27FC236}">
                  <a16:creationId xmlns:a16="http://schemas.microsoft.com/office/drawing/2014/main" id="{9B5C9A89-E1A7-4F5B-BB30-04DB2C479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019"/>
              <a:ext cx="7" cy="8"/>
            </a:xfrm>
            <a:custGeom>
              <a:avLst/>
              <a:gdLst>
                <a:gd name="T0" fmla="*/ 12 w 4"/>
                <a:gd name="T1" fmla="*/ 5 h 5"/>
                <a:gd name="T2" fmla="*/ 21 w 4"/>
                <a:gd name="T3" fmla="*/ 8 h 5"/>
                <a:gd name="T4" fmla="*/ 12 w 4"/>
                <a:gd name="T5" fmla="*/ 16 h 5"/>
                <a:gd name="T6" fmla="*/ 0 w 4"/>
                <a:gd name="T7" fmla="*/ 13 h 5"/>
                <a:gd name="T8" fmla="*/ 12 w 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2" name="Freeform 3051">
              <a:extLst>
                <a:ext uri="{FF2B5EF4-FFF2-40B4-BE49-F238E27FC236}">
                  <a16:creationId xmlns:a16="http://schemas.microsoft.com/office/drawing/2014/main" id="{B19026C2-1D7F-4366-B996-025DE8EB5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030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12 h 4"/>
                <a:gd name="T4" fmla="*/ 8 w 4"/>
                <a:gd name="T5" fmla="*/ 21 h 4"/>
                <a:gd name="T6" fmla="*/ 0 w 4"/>
                <a:gd name="T7" fmla="*/ 16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3" name="Freeform 3052">
              <a:extLst>
                <a:ext uri="{FF2B5EF4-FFF2-40B4-BE49-F238E27FC236}">
                  <a16:creationId xmlns:a16="http://schemas.microsoft.com/office/drawing/2014/main" id="{2466D3C5-0F89-47A8-BA4A-EEC9BF20A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030"/>
              <a:ext cx="8" cy="7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7 h 4"/>
                <a:gd name="T4" fmla="*/ 13 w 5"/>
                <a:gd name="T5" fmla="*/ 21 h 4"/>
                <a:gd name="T6" fmla="*/ 0 w 5"/>
                <a:gd name="T7" fmla="*/ 12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2" y="4"/>
                    <a:pt x="1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4" name="Freeform 3053">
              <a:extLst>
                <a:ext uri="{FF2B5EF4-FFF2-40B4-BE49-F238E27FC236}">
                  <a16:creationId xmlns:a16="http://schemas.microsoft.com/office/drawing/2014/main" id="{29C5D718-61E7-4EFC-A9D5-FF0D84BB6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047"/>
              <a:ext cx="6" cy="8"/>
            </a:xfrm>
            <a:custGeom>
              <a:avLst/>
              <a:gdLst>
                <a:gd name="T0" fmla="*/ 8 w 4"/>
                <a:gd name="T1" fmla="*/ 5 h 5"/>
                <a:gd name="T2" fmla="*/ 14 w 4"/>
                <a:gd name="T3" fmla="*/ 8 h 5"/>
                <a:gd name="T4" fmla="*/ 8 w 4"/>
                <a:gd name="T5" fmla="*/ 16 h 5"/>
                <a:gd name="T6" fmla="*/ 0 w 4"/>
                <a:gd name="T7" fmla="*/ 13 h 5"/>
                <a:gd name="T8" fmla="*/ 8 w 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5" name="Freeform 3054">
              <a:extLst>
                <a:ext uri="{FF2B5EF4-FFF2-40B4-BE49-F238E27FC236}">
                  <a16:creationId xmlns:a16="http://schemas.microsoft.com/office/drawing/2014/main" id="{8F0BAC18-9019-4718-99A6-E1D7768FA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009"/>
              <a:ext cx="6" cy="8"/>
            </a:xfrm>
            <a:custGeom>
              <a:avLst/>
              <a:gdLst>
                <a:gd name="T0" fmla="*/ 8 w 4"/>
                <a:gd name="T1" fmla="*/ 5 h 5"/>
                <a:gd name="T2" fmla="*/ 14 w 4"/>
                <a:gd name="T3" fmla="*/ 8 h 5"/>
                <a:gd name="T4" fmla="*/ 8 w 4"/>
                <a:gd name="T5" fmla="*/ 16 h 5"/>
                <a:gd name="T6" fmla="*/ 0 w 4"/>
                <a:gd name="T7" fmla="*/ 13 h 5"/>
                <a:gd name="T8" fmla="*/ 8 w 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6" name="Freeform 3055">
              <a:extLst>
                <a:ext uri="{FF2B5EF4-FFF2-40B4-BE49-F238E27FC236}">
                  <a16:creationId xmlns:a16="http://schemas.microsoft.com/office/drawing/2014/main" id="{26811184-6C06-4F7E-8BC6-B6B9C8039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069"/>
              <a:ext cx="8" cy="6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8 h 4"/>
                <a:gd name="T4" fmla="*/ 13 w 5"/>
                <a:gd name="T5" fmla="*/ 14 h 4"/>
                <a:gd name="T6" fmla="*/ 5 w 5"/>
                <a:gd name="T7" fmla="*/ 8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7" name="Freeform 3056">
              <a:extLst>
                <a:ext uri="{FF2B5EF4-FFF2-40B4-BE49-F238E27FC236}">
                  <a16:creationId xmlns:a16="http://schemas.microsoft.com/office/drawing/2014/main" id="{E73EC54E-F5EB-4A96-9473-539461F59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3054"/>
              <a:ext cx="8" cy="6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5 h 4"/>
                <a:gd name="T4" fmla="*/ 13 w 5"/>
                <a:gd name="T5" fmla="*/ 14 h 4"/>
                <a:gd name="T6" fmla="*/ 5 w 5"/>
                <a:gd name="T7" fmla="*/ 8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3"/>
                    <a:pt x="4" y="3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8" name="Freeform 3057">
              <a:extLst>
                <a:ext uri="{FF2B5EF4-FFF2-40B4-BE49-F238E27FC236}">
                  <a16:creationId xmlns:a16="http://schemas.microsoft.com/office/drawing/2014/main" id="{6EE386C0-11E4-4CF9-A22C-69F4E9FB8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069"/>
              <a:ext cx="7" cy="6"/>
            </a:xfrm>
            <a:custGeom>
              <a:avLst/>
              <a:gdLst>
                <a:gd name="T0" fmla="*/ 6 w 5"/>
                <a:gd name="T1" fmla="*/ 0 h 4"/>
                <a:gd name="T2" fmla="*/ 11 w 5"/>
                <a:gd name="T3" fmla="*/ 8 h 4"/>
                <a:gd name="T4" fmla="*/ 8 w 5"/>
                <a:gd name="T5" fmla="*/ 14 h 4"/>
                <a:gd name="T6" fmla="*/ 0 w 5"/>
                <a:gd name="T7" fmla="*/ 8 h 4"/>
                <a:gd name="T8" fmla="*/ 6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9" name="Oval 3058">
              <a:extLst>
                <a:ext uri="{FF2B5EF4-FFF2-40B4-BE49-F238E27FC236}">
                  <a16:creationId xmlns:a16="http://schemas.microsoft.com/office/drawing/2014/main" id="{0EDE7C7D-4E15-4CAD-9CDC-BA1C01D99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3" y="3040"/>
              <a:ext cx="6" cy="7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980" name="Oval 3059">
              <a:extLst>
                <a:ext uri="{FF2B5EF4-FFF2-40B4-BE49-F238E27FC236}">
                  <a16:creationId xmlns:a16="http://schemas.microsoft.com/office/drawing/2014/main" id="{67CC0ED4-9B0C-4151-BE2D-E57833EE7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3060"/>
              <a:ext cx="7" cy="7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981" name="Freeform 3060">
              <a:extLst>
                <a:ext uri="{FF2B5EF4-FFF2-40B4-BE49-F238E27FC236}">
                  <a16:creationId xmlns:a16="http://schemas.microsoft.com/office/drawing/2014/main" id="{724BC2D5-3ABB-4D40-83C7-24F98E4F3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080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12 h 4"/>
                <a:gd name="T4" fmla="*/ 12 w 4"/>
                <a:gd name="T5" fmla="*/ 21 h 4"/>
                <a:gd name="T6" fmla="*/ 0 w 4"/>
                <a:gd name="T7" fmla="*/ 12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2" name="Freeform 3061">
              <a:extLst>
                <a:ext uri="{FF2B5EF4-FFF2-40B4-BE49-F238E27FC236}">
                  <a16:creationId xmlns:a16="http://schemas.microsoft.com/office/drawing/2014/main" id="{AF051130-EF28-4606-BC71-4C58714F5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040"/>
              <a:ext cx="6" cy="9"/>
            </a:xfrm>
            <a:custGeom>
              <a:avLst/>
              <a:gdLst>
                <a:gd name="T0" fmla="*/ 8 w 4"/>
                <a:gd name="T1" fmla="*/ 0 h 5"/>
                <a:gd name="T2" fmla="*/ 14 w 4"/>
                <a:gd name="T3" fmla="*/ 13 h 5"/>
                <a:gd name="T4" fmla="*/ 8 w 4"/>
                <a:gd name="T5" fmla="*/ 23 h 5"/>
                <a:gd name="T6" fmla="*/ 0 w 4"/>
                <a:gd name="T7" fmla="*/ 16 h 5"/>
                <a:gd name="T8" fmla="*/ 8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3" name="Freeform 3062">
              <a:extLst>
                <a:ext uri="{FF2B5EF4-FFF2-40B4-BE49-F238E27FC236}">
                  <a16:creationId xmlns:a16="http://schemas.microsoft.com/office/drawing/2014/main" id="{B2D95FB5-4590-40E1-8E1A-724F7C34B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3059"/>
              <a:ext cx="6" cy="6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8 h 4"/>
                <a:gd name="T4" fmla="*/ 8 w 4"/>
                <a:gd name="T5" fmla="*/ 14 h 4"/>
                <a:gd name="T6" fmla="*/ 0 w 4"/>
                <a:gd name="T7" fmla="*/ 8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4" name="Freeform 3063">
              <a:extLst>
                <a:ext uri="{FF2B5EF4-FFF2-40B4-BE49-F238E27FC236}">
                  <a16:creationId xmlns:a16="http://schemas.microsoft.com/office/drawing/2014/main" id="{739F1BB6-FF3B-44E8-9703-5E82BFDF8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3034"/>
              <a:ext cx="6" cy="8"/>
            </a:xfrm>
            <a:custGeom>
              <a:avLst/>
              <a:gdLst>
                <a:gd name="T0" fmla="*/ 8 w 4"/>
                <a:gd name="T1" fmla="*/ 5 h 5"/>
                <a:gd name="T2" fmla="*/ 14 w 4"/>
                <a:gd name="T3" fmla="*/ 8 h 5"/>
                <a:gd name="T4" fmla="*/ 8 w 4"/>
                <a:gd name="T5" fmla="*/ 16 h 5"/>
                <a:gd name="T6" fmla="*/ 0 w 4"/>
                <a:gd name="T7" fmla="*/ 13 h 5"/>
                <a:gd name="T8" fmla="*/ 8 w 4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5" name="Freeform 3064">
              <a:extLst>
                <a:ext uri="{FF2B5EF4-FFF2-40B4-BE49-F238E27FC236}">
                  <a16:creationId xmlns:a16="http://schemas.microsoft.com/office/drawing/2014/main" id="{4DCBC48B-D4ED-4129-A07C-43A5C4D2E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009"/>
              <a:ext cx="8" cy="6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8 h 4"/>
                <a:gd name="T4" fmla="*/ 13 w 5"/>
                <a:gd name="T5" fmla="*/ 14 h 4"/>
                <a:gd name="T6" fmla="*/ 0 w 5"/>
                <a:gd name="T7" fmla="*/ 8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6" name="Freeform 3065">
              <a:extLst>
                <a:ext uri="{FF2B5EF4-FFF2-40B4-BE49-F238E27FC236}">
                  <a16:creationId xmlns:a16="http://schemas.microsoft.com/office/drawing/2014/main" id="{944241EB-6DC8-4F11-BAF8-3CB033F8D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3035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12 h 4"/>
                <a:gd name="T4" fmla="*/ 8 w 4"/>
                <a:gd name="T5" fmla="*/ 21 h 4"/>
                <a:gd name="T6" fmla="*/ 0 w 4"/>
                <a:gd name="T7" fmla="*/ 12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7" name="Freeform 3066">
              <a:extLst>
                <a:ext uri="{FF2B5EF4-FFF2-40B4-BE49-F238E27FC236}">
                  <a16:creationId xmlns:a16="http://schemas.microsoft.com/office/drawing/2014/main" id="{CFEC4CB6-EEA6-497C-8B67-A07C881AB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055"/>
              <a:ext cx="8" cy="7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12 h 4"/>
                <a:gd name="T4" fmla="*/ 13 w 5"/>
                <a:gd name="T5" fmla="*/ 21 h 4"/>
                <a:gd name="T6" fmla="*/ 5 w 5"/>
                <a:gd name="T7" fmla="*/ 12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0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8" name="Freeform 3067">
              <a:extLst>
                <a:ext uri="{FF2B5EF4-FFF2-40B4-BE49-F238E27FC236}">
                  <a16:creationId xmlns:a16="http://schemas.microsoft.com/office/drawing/2014/main" id="{98F79FE0-E056-4E87-99A8-C2CEFE044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065"/>
              <a:ext cx="8" cy="7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12 h 4"/>
                <a:gd name="T4" fmla="*/ 13 w 5"/>
                <a:gd name="T5" fmla="*/ 21 h 4"/>
                <a:gd name="T6" fmla="*/ 5 w 5"/>
                <a:gd name="T7" fmla="*/ 12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9" name="Freeform 3068">
              <a:extLst>
                <a:ext uri="{FF2B5EF4-FFF2-40B4-BE49-F238E27FC236}">
                  <a16:creationId xmlns:a16="http://schemas.microsoft.com/office/drawing/2014/main" id="{BB6D80B9-C24B-419E-A1A4-2045B732D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3049"/>
              <a:ext cx="8" cy="6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5 h 4"/>
                <a:gd name="T4" fmla="*/ 13 w 5"/>
                <a:gd name="T5" fmla="*/ 14 h 4"/>
                <a:gd name="T6" fmla="*/ 5 w 5"/>
                <a:gd name="T7" fmla="*/ 8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0" name="Freeform 3069">
              <a:extLst>
                <a:ext uri="{FF2B5EF4-FFF2-40B4-BE49-F238E27FC236}">
                  <a16:creationId xmlns:a16="http://schemas.microsoft.com/office/drawing/2014/main" id="{47901035-AA84-492C-9A36-22F79EA91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022"/>
              <a:ext cx="8" cy="7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12 h 4"/>
                <a:gd name="T4" fmla="*/ 13 w 5"/>
                <a:gd name="T5" fmla="*/ 21 h 4"/>
                <a:gd name="T6" fmla="*/ 5 w 5"/>
                <a:gd name="T7" fmla="*/ 12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1" name="Freeform 3070">
              <a:extLst>
                <a:ext uri="{FF2B5EF4-FFF2-40B4-BE49-F238E27FC236}">
                  <a16:creationId xmlns:a16="http://schemas.microsoft.com/office/drawing/2014/main" id="{ADB589A2-BBD7-4A0A-9986-67984F5A9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3004"/>
              <a:ext cx="7" cy="6"/>
            </a:xfrm>
            <a:custGeom>
              <a:avLst/>
              <a:gdLst>
                <a:gd name="T0" fmla="*/ 12 w 4"/>
                <a:gd name="T1" fmla="*/ 0 h 4"/>
                <a:gd name="T2" fmla="*/ 21 w 4"/>
                <a:gd name="T3" fmla="*/ 5 h 4"/>
                <a:gd name="T4" fmla="*/ 12 w 4"/>
                <a:gd name="T5" fmla="*/ 14 h 4"/>
                <a:gd name="T6" fmla="*/ 0 w 4"/>
                <a:gd name="T7" fmla="*/ 8 h 4"/>
                <a:gd name="T8" fmla="*/ 1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2" name="Freeform 3071">
              <a:extLst>
                <a:ext uri="{FF2B5EF4-FFF2-40B4-BE49-F238E27FC236}">
                  <a16:creationId xmlns:a16="http://schemas.microsoft.com/office/drawing/2014/main" id="{4CFE7D8F-08B2-48DA-AC34-9FDB018C7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951"/>
              <a:ext cx="8" cy="6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5 h 4"/>
                <a:gd name="T4" fmla="*/ 13 w 5"/>
                <a:gd name="T5" fmla="*/ 14 h 4"/>
                <a:gd name="T6" fmla="*/ 5 w 5"/>
                <a:gd name="T7" fmla="*/ 8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3" name="Freeform 3072">
              <a:extLst>
                <a:ext uri="{FF2B5EF4-FFF2-40B4-BE49-F238E27FC236}">
                  <a16:creationId xmlns:a16="http://schemas.microsoft.com/office/drawing/2014/main" id="{42243FD0-F0EE-46F5-94A0-492D5E58F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933"/>
              <a:ext cx="8" cy="6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5 h 4"/>
                <a:gd name="T4" fmla="*/ 13 w 5"/>
                <a:gd name="T5" fmla="*/ 14 h 4"/>
                <a:gd name="T6" fmla="*/ 5 w 5"/>
                <a:gd name="T7" fmla="*/ 8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4" name="Freeform 3073">
              <a:extLst>
                <a:ext uri="{FF2B5EF4-FFF2-40B4-BE49-F238E27FC236}">
                  <a16:creationId xmlns:a16="http://schemas.microsoft.com/office/drawing/2014/main" id="{4DC393E6-4923-4639-9090-6912547EC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928"/>
              <a:ext cx="7" cy="6"/>
            </a:xfrm>
            <a:custGeom>
              <a:avLst/>
              <a:gdLst>
                <a:gd name="T0" fmla="*/ 12 w 4"/>
                <a:gd name="T1" fmla="*/ 0 h 4"/>
                <a:gd name="T2" fmla="*/ 21 w 4"/>
                <a:gd name="T3" fmla="*/ 5 h 4"/>
                <a:gd name="T4" fmla="*/ 12 w 4"/>
                <a:gd name="T5" fmla="*/ 14 h 4"/>
                <a:gd name="T6" fmla="*/ 0 w 4"/>
                <a:gd name="T7" fmla="*/ 8 h 4"/>
                <a:gd name="T8" fmla="*/ 1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5" name="Freeform 3074">
              <a:extLst>
                <a:ext uri="{FF2B5EF4-FFF2-40B4-BE49-F238E27FC236}">
                  <a16:creationId xmlns:a16="http://schemas.microsoft.com/office/drawing/2014/main" id="{D22528CB-27CD-4B90-A069-A053A9204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956"/>
              <a:ext cx="6" cy="6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5 h 4"/>
                <a:gd name="T4" fmla="*/ 8 w 4"/>
                <a:gd name="T5" fmla="*/ 14 h 4"/>
                <a:gd name="T6" fmla="*/ 0 w 4"/>
                <a:gd name="T7" fmla="*/ 8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6" name="Oval 3075">
              <a:extLst>
                <a:ext uri="{FF2B5EF4-FFF2-40B4-BE49-F238E27FC236}">
                  <a16:creationId xmlns:a16="http://schemas.microsoft.com/office/drawing/2014/main" id="{1695ACC4-2ADE-47F8-9553-833DFC4CB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5" y="2961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1997" name="Freeform 3076">
              <a:extLst>
                <a:ext uri="{FF2B5EF4-FFF2-40B4-BE49-F238E27FC236}">
                  <a16:creationId xmlns:a16="http://schemas.microsoft.com/office/drawing/2014/main" id="{24F920AF-4B4E-4772-9B11-05AC97056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979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7 h 4"/>
                <a:gd name="T4" fmla="*/ 8 w 4"/>
                <a:gd name="T5" fmla="*/ 21 h 4"/>
                <a:gd name="T6" fmla="*/ 0 w 4"/>
                <a:gd name="T7" fmla="*/ 12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8" name="Freeform 3077">
              <a:extLst>
                <a:ext uri="{FF2B5EF4-FFF2-40B4-BE49-F238E27FC236}">
                  <a16:creationId xmlns:a16="http://schemas.microsoft.com/office/drawing/2014/main" id="{4423EEF6-DB9C-4E30-B91E-0E568EAA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972"/>
              <a:ext cx="8" cy="7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7 h 4"/>
                <a:gd name="T4" fmla="*/ 13 w 5"/>
                <a:gd name="T5" fmla="*/ 21 h 4"/>
                <a:gd name="T6" fmla="*/ 5 w 5"/>
                <a:gd name="T7" fmla="*/ 12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9" name="Oval 3078">
              <a:extLst>
                <a:ext uri="{FF2B5EF4-FFF2-40B4-BE49-F238E27FC236}">
                  <a16:creationId xmlns:a16="http://schemas.microsoft.com/office/drawing/2014/main" id="{DD26F3EE-A080-4D42-A2C5-50F95887F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4" y="2992"/>
              <a:ext cx="6" cy="7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00" name="Oval 3079">
              <a:extLst>
                <a:ext uri="{FF2B5EF4-FFF2-40B4-BE49-F238E27FC236}">
                  <a16:creationId xmlns:a16="http://schemas.microsoft.com/office/drawing/2014/main" id="{B01D6453-C93C-4C9D-B412-CB2AA626B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3" y="2908"/>
              <a:ext cx="6" cy="6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01" name="Freeform 3080">
              <a:extLst>
                <a:ext uri="{FF2B5EF4-FFF2-40B4-BE49-F238E27FC236}">
                  <a16:creationId xmlns:a16="http://schemas.microsoft.com/office/drawing/2014/main" id="{EE36737F-0D93-43CE-9857-33DEE52AD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889"/>
              <a:ext cx="8" cy="7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12 h 4"/>
                <a:gd name="T4" fmla="*/ 13 w 5"/>
                <a:gd name="T5" fmla="*/ 21 h 4"/>
                <a:gd name="T6" fmla="*/ 5 w 5"/>
                <a:gd name="T7" fmla="*/ 12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2" name="Freeform 3081">
              <a:extLst>
                <a:ext uri="{FF2B5EF4-FFF2-40B4-BE49-F238E27FC236}">
                  <a16:creationId xmlns:a16="http://schemas.microsoft.com/office/drawing/2014/main" id="{BB70C078-E629-45B5-B608-FF03B8B66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866"/>
              <a:ext cx="7" cy="7"/>
            </a:xfrm>
            <a:custGeom>
              <a:avLst/>
              <a:gdLst>
                <a:gd name="T0" fmla="*/ 12 w 4"/>
                <a:gd name="T1" fmla="*/ 0 h 4"/>
                <a:gd name="T2" fmla="*/ 21 w 4"/>
                <a:gd name="T3" fmla="*/ 7 h 4"/>
                <a:gd name="T4" fmla="*/ 12 w 4"/>
                <a:gd name="T5" fmla="*/ 21 h 4"/>
                <a:gd name="T6" fmla="*/ 0 w 4"/>
                <a:gd name="T7" fmla="*/ 12 h 4"/>
                <a:gd name="T8" fmla="*/ 1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3" name="Freeform 3082">
              <a:extLst>
                <a:ext uri="{FF2B5EF4-FFF2-40B4-BE49-F238E27FC236}">
                  <a16:creationId xmlns:a16="http://schemas.microsoft.com/office/drawing/2014/main" id="{B9911F49-8D37-440D-941B-3CA27AA23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886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7 h 4"/>
                <a:gd name="T4" fmla="*/ 8 w 4"/>
                <a:gd name="T5" fmla="*/ 21 h 4"/>
                <a:gd name="T6" fmla="*/ 0 w 4"/>
                <a:gd name="T7" fmla="*/ 12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4" name="Freeform 3083">
              <a:extLst>
                <a:ext uri="{FF2B5EF4-FFF2-40B4-BE49-F238E27FC236}">
                  <a16:creationId xmlns:a16="http://schemas.microsoft.com/office/drawing/2014/main" id="{F889465D-205D-448B-A66C-A4A96B45C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883"/>
              <a:ext cx="6" cy="6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5 h 4"/>
                <a:gd name="T4" fmla="*/ 8 w 4"/>
                <a:gd name="T5" fmla="*/ 14 h 4"/>
                <a:gd name="T6" fmla="*/ 0 w 4"/>
                <a:gd name="T7" fmla="*/ 8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5" name="Oval 3084">
              <a:extLst>
                <a:ext uri="{FF2B5EF4-FFF2-40B4-BE49-F238E27FC236}">
                  <a16:creationId xmlns:a16="http://schemas.microsoft.com/office/drawing/2014/main" id="{5AF28C20-D09D-46A8-B3CB-CE9CBEFB6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2861"/>
              <a:ext cx="7" cy="7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06" name="Freeform 3085">
              <a:extLst>
                <a:ext uri="{FF2B5EF4-FFF2-40B4-BE49-F238E27FC236}">
                  <a16:creationId xmlns:a16="http://schemas.microsoft.com/office/drawing/2014/main" id="{726D2E71-0EBF-4872-8646-75A662401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868"/>
              <a:ext cx="8" cy="6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5 h 4"/>
                <a:gd name="T4" fmla="*/ 13 w 5"/>
                <a:gd name="T5" fmla="*/ 14 h 4"/>
                <a:gd name="T6" fmla="*/ 5 w 5"/>
                <a:gd name="T7" fmla="*/ 8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7" name="Freeform 3086">
              <a:extLst>
                <a:ext uri="{FF2B5EF4-FFF2-40B4-BE49-F238E27FC236}">
                  <a16:creationId xmlns:a16="http://schemas.microsoft.com/office/drawing/2014/main" id="{DBC4A4CC-4FBD-4EB8-9A79-72B4A4F57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873"/>
              <a:ext cx="7" cy="6"/>
            </a:xfrm>
            <a:custGeom>
              <a:avLst/>
              <a:gdLst>
                <a:gd name="T0" fmla="*/ 12 w 4"/>
                <a:gd name="T1" fmla="*/ 0 h 4"/>
                <a:gd name="T2" fmla="*/ 21 w 4"/>
                <a:gd name="T3" fmla="*/ 5 h 4"/>
                <a:gd name="T4" fmla="*/ 12 w 4"/>
                <a:gd name="T5" fmla="*/ 14 h 4"/>
                <a:gd name="T6" fmla="*/ 0 w 4"/>
                <a:gd name="T7" fmla="*/ 8 h 4"/>
                <a:gd name="T8" fmla="*/ 1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8" name="Oval 3087">
              <a:extLst>
                <a:ext uri="{FF2B5EF4-FFF2-40B4-BE49-F238E27FC236}">
                  <a16:creationId xmlns:a16="http://schemas.microsoft.com/office/drawing/2014/main" id="{1D25DF45-CA21-4274-8126-FBD9BDC6D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886"/>
              <a:ext cx="6" cy="7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09" name="Freeform 3088">
              <a:extLst>
                <a:ext uri="{FF2B5EF4-FFF2-40B4-BE49-F238E27FC236}">
                  <a16:creationId xmlns:a16="http://schemas.microsoft.com/office/drawing/2014/main" id="{6E972B71-6AC3-416F-9D93-BB6F68665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904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7 h 4"/>
                <a:gd name="T4" fmla="*/ 8 w 4"/>
                <a:gd name="T5" fmla="*/ 21 h 4"/>
                <a:gd name="T6" fmla="*/ 0 w 4"/>
                <a:gd name="T7" fmla="*/ 12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0" name="Oval 3089">
              <a:extLst>
                <a:ext uri="{FF2B5EF4-FFF2-40B4-BE49-F238E27FC236}">
                  <a16:creationId xmlns:a16="http://schemas.microsoft.com/office/drawing/2014/main" id="{C40CF95A-305D-433C-B382-47C3F499C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" y="2896"/>
              <a:ext cx="6" cy="7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11" name="Freeform 3090">
              <a:extLst>
                <a:ext uri="{FF2B5EF4-FFF2-40B4-BE49-F238E27FC236}">
                  <a16:creationId xmlns:a16="http://schemas.microsoft.com/office/drawing/2014/main" id="{F4448028-2526-488B-950A-E1616CC31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878"/>
              <a:ext cx="7" cy="6"/>
            </a:xfrm>
            <a:custGeom>
              <a:avLst/>
              <a:gdLst>
                <a:gd name="T0" fmla="*/ 6 w 5"/>
                <a:gd name="T1" fmla="*/ 0 h 4"/>
                <a:gd name="T2" fmla="*/ 11 w 5"/>
                <a:gd name="T3" fmla="*/ 8 h 4"/>
                <a:gd name="T4" fmla="*/ 8 w 5"/>
                <a:gd name="T5" fmla="*/ 14 h 4"/>
                <a:gd name="T6" fmla="*/ 1 w 5"/>
                <a:gd name="T7" fmla="*/ 8 h 4"/>
                <a:gd name="T8" fmla="*/ 6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2" name="Freeform 3091">
              <a:extLst>
                <a:ext uri="{FF2B5EF4-FFF2-40B4-BE49-F238E27FC236}">
                  <a16:creationId xmlns:a16="http://schemas.microsoft.com/office/drawing/2014/main" id="{6285DE2D-EA76-4900-B8CC-92FC2E5A4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878"/>
              <a:ext cx="8" cy="6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8 h 4"/>
                <a:gd name="T4" fmla="*/ 13 w 5"/>
                <a:gd name="T5" fmla="*/ 14 h 4"/>
                <a:gd name="T6" fmla="*/ 5 w 5"/>
                <a:gd name="T7" fmla="*/ 8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3" name="Freeform 3092">
              <a:extLst>
                <a:ext uri="{FF2B5EF4-FFF2-40B4-BE49-F238E27FC236}">
                  <a16:creationId xmlns:a16="http://schemas.microsoft.com/office/drawing/2014/main" id="{47B2FBCA-47F7-4867-B673-030942D1D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846"/>
              <a:ext cx="8" cy="7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7 h 4"/>
                <a:gd name="T4" fmla="*/ 13 w 5"/>
                <a:gd name="T5" fmla="*/ 21 h 4"/>
                <a:gd name="T6" fmla="*/ 5 w 5"/>
                <a:gd name="T7" fmla="*/ 12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4" name="Oval 3093">
              <a:extLst>
                <a:ext uri="{FF2B5EF4-FFF2-40B4-BE49-F238E27FC236}">
                  <a16:creationId xmlns:a16="http://schemas.microsoft.com/office/drawing/2014/main" id="{D0A6A772-A1A6-4A75-996B-2CA815574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2835"/>
              <a:ext cx="6" cy="6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15" name="Oval 3094">
              <a:extLst>
                <a:ext uri="{FF2B5EF4-FFF2-40B4-BE49-F238E27FC236}">
                  <a16:creationId xmlns:a16="http://schemas.microsoft.com/office/drawing/2014/main" id="{431F9A9C-4755-4F33-A67E-3B3C5E401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2" y="2846"/>
              <a:ext cx="6" cy="7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16" name="Freeform 3095">
              <a:extLst>
                <a:ext uri="{FF2B5EF4-FFF2-40B4-BE49-F238E27FC236}">
                  <a16:creationId xmlns:a16="http://schemas.microsoft.com/office/drawing/2014/main" id="{D7F98FFF-8703-484F-8CED-B1B7F75E8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820"/>
              <a:ext cx="7" cy="6"/>
            </a:xfrm>
            <a:custGeom>
              <a:avLst/>
              <a:gdLst>
                <a:gd name="T0" fmla="*/ 6 w 5"/>
                <a:gd name="T1" fmla="*/ 0 h 4"/>
                <a:gd name="T2" fmla="*/ 11 w 5"/>
                <a:gd name="T3" fmla="*/ 8 h 4"/>
                <a:gd name="T4" fmla="*/ 8 w 5"/>
                <a:gd name="T5" fmla="*/ 14 h 4"/>
                <a:gd name="T6" fmla="*/ 1 w 5"/>
                <a:gd name="T7" fmla="*/ 12 h 4"/>
                <a:gd name="T8" fmla="*/ 6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7" name="Freeform 3096">
              <a:extLst>
                <a:ext uri="{FF2B5EF4-FFF2-40B4-BE49-F238E27FC236}">
                  <a16:creationId xmlns:a16="http://schemas.microsoft.com/office/drawing/2014/main" id="{D3EA64BF-26CD-4DD0-9579-AB0B2411F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846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12 h 4"/>
                <a:gd name="T4" fmla="*/ 8 w 4"/>
                <a:gd name="T5" fmla="*/ 21 h 4"/>
                <a:gd name="T6" fmla="*/ 0 w 4"/>
                <a:gd name="T7" fmla="*/ 16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8" name="Freeform 3097">
              <a:extLst>
                <a:ext uri="{FF2B5EF4-FFF2-40B4-BE49-F238E27FC236}">
                  <a16:creationId xmlns:a16="http://schemas.microsoft.com/office/drawing/2014/main" id="{59272F8C-F952-4465-926F-F72C95826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878"/>
              <a:ext cx="7" cy="6"/>
            </a:xfrm>
            <a:custGeom>
              <a:avLst/>
              <a:gdLst>
                <a:gd name="T0" fmla="*/ 12 w 4"/>
                <a:gd name="T1" fmla="*/ 0 h 4"/>
                <a:gd name="T2" fmla="*/ 21 w 4"/>
                <a:gd name="T3" fmla="*/ 8 h 4"/>
                <a:gd name="T4" fmla="*/ 12 w 4"/>
                <a:gd name="T5" fmla="*/ 14 h 4"/>
                <a:gd name="T6" fmla="*/ 0 w 4"/>
                <a:gd name="T7" fmla="*/ 12 h 4"/>
                <a:gd name="T8" fmla="*/ 1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9" name="Oval 3098">
              <a:extLst>
                <a:ext uri="{FF2B5EF4-FFF2-40B4-BE49-F238E27FC236}">
                  <a16:creationId xmlns:a16="http://schemas.microsoft.com/office/drawing/2014/main" id="{21AF1829-F684-44C1-9C39-3B1067A6A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2901"/>
              <a:ext cx="6" cy="7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20" name="Oval 3099">
              <a:extLst>
                <a:ext uri="{FF2B5EF4-FFF2-40B4-BE49-F238E27FC236}">
                  <a16:creationId xmlns:a16="http://schemas.microsoft.com/office/drawing/2014/main" id="{B122ECAC-F33C-400D-81AC-F233B3A16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874"/>
              <a:ext cx="6" cy="7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21" name="Freeform 3100">
              <a:extLst>
                <a:ext uri="{FF2B5EF4-FFF2-40B4-BE49-F238E27FC236}">
                  <a16:creationId xmlns:a16="http://schemas.microsoft.com/office/drawing/2014/main" id="{F38C8CDC-3BBE-4896-B8E3-43F0B229D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863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12 h 4"/>
                <a:gd name="T4" fmla="*/ 8 w 4"/>
                <a:gd name="T5" fmla="*/ 21 h 4"/>
                <a:gd name="T6" fmla="*/ 0 w 4"/>
                <a:gd name="T7" fmla="*/ 16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2" name="Oval 3101">
              <a:extLst>
                <a:ext uri="{FF2B5EF4-FFF2-40B4-BE49-F238E27FC236}">
                  <a16:creationId xmlns:a16="http://schemas.microsoft.com/office/drawing/2014/main" id="{A7A3F839-4640-4C8F-89C9-1C697FEEE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2896"/>
              <a:ext cx="7" cy="7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23" name="Freeform 3102">
              <a:extLst>
                <a:ext uri="{FF2B5EF4-FFF2-40B4-BE49-F238E27FC236}">
                  <a16:creationId xmlns:a16="http://schemas.microsoft.com/office/drawing/2014/main" id="{8945560A-B3CD-4E7C-9057-5E4EBA37C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911"/>
              <a:ext cx="7" cy="7"/>
            </a:xfrm>
            <a:custGeom>
              <a:avLst/>
              <a:gdLst>
                <a:gd name="T0" fmla="*/ 12 w 4"/>
                <a:gd name="T1" fmla="*/ 0 h 4"/>
                <a:gd name="T2" fmla="*/ 21 w 4"/>
                <a:gd name="T3" fmla="*/ 7 h 4"/>
                <a:gd name="T4" fmla="*/ 12 w 4"/>
                <a:gd name="T5" fmla="*/ 21 h 4"/>
                <a:gd name="T6" fmla="*/ 0 w 4"/>
                <a:gd name="T7" fmla="*/ 12 h 4"/>
                <a:gd name="T8" fmla="*/ 1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4" name="Oval 3103">
              <a:extLst>
                <a:ext uri="{FF2B5EF4-FFF2-40B4-BE49-F238E27FC236}">
                  <a16:creationId xmlns:a16="http://schemas.microsoft.com/office/drawing/2014/main" id="{EADE594C-E9E3-4B9C-A7E6-C6C86CC64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2911"/>
              <a:ext cx="6" cy="7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25" name="Freeform 3104">
              <a:extLst>
                <a:ext uri="{FF2B5EF4-FFF2-40B4-BE49-F238E27FC236}">
                  <a16:creationId xmlns:a16="http://schemas.microsoft.com/office/drawing/2014/main" id="{09B80682-8C14-4B2B-8C64-97744AB81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889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7 h 4"/>
                <a:gd name="T4" fmla="*/ 8 w 4"/>
                <a:gd name="T5" fmla="*/ 21 h 4"/>
                <a:gd name="T6" fmla="*/ 0 w 4"/>
                <a:gd name="T7" fmla="*/ 12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6" name="Freeform 3105">
              <a:extLst>
                <a:ext uri="{FF2B5EF4-FFF2-40B4-BE49-F238E27FC236}">
                  <a16:creationId xmlns:a16="http://schemas.microsoft.com/office/drawing/2014/main" id="{AC7FBE45-4594-4E27-BAAB-22949C02B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886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12 h 4"/>
                <a:gd name="T4" fmla="*/ 8 w 4"/>
                <a:gd name="T5" fmla="*/ 21 h 4"/>
                <a:gd name="T6" fmla="*/ 0 w 4"/>
                <a:gd name="T7" fmla="*/ 16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7" name="Oval 3106">
              <a:extLst>
                <a:ext uri="{FF2B5EF4-FFF2-40B4-BE49-F238E27FC236}">
                  <a16:creationId xmlns:a16="http://schemas.microsoft.com/office/drawing/2014/main" id="{A3C080B9-A75D-4667-951B-D8ABB22CE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866"/>
              <a:ext cx="6" cy="7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28" name="Oval 3107">
              <a:extLst>
                <a:ext uri="{FF2B5EF4-FFF2-40B4-BE49-F238E27FC236}">
                  <a16:creationId xmlns:a16="http://schemas.microsoft.com/office/drawing/2014/main" id="{8DA10076-AFAA-4737-A86E-BE26FDFC5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2863"/>
              <a:ext cx="6" cy="7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29" name="Freeform 3108">
              <a:extLst>
                <a:ext uri="{FF2B5EF4-FFF2-40B4-BE49-F238E27FC236}">
                  <a16:creationId xmlns:a16="http://schemas.microsoft.com/office/drawing/2014/main" id="{A2CB6240-1A67-4B79-9B52-08B0DD1D6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826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12 h 4"/>
                <a:gd name="T4" fmla="*/ 8 w 4"/>
                <a:gd name="T5" fmla="*/ 21 h 4"/>
                <a:gd name="T6" fmla="*/ 0 w 4"/>
                <a:gd name="T7" fmla="*/ 16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0" name="Freeform 3109">
              <a:extLst>
                <a:ext uri="{FF2B5EF4-FFF2-40B4-BE49-F238E27FC236}">
                  <a16:creationId xmlns:a16="http://schemas.microsoft.com/office/drawing/2014/main" id="{9432BE57-9CBC-4C53-8A19-8E0A537D6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802"/>
              <a:ext cx="8" cy="6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5 h 4"/>
                <a:gd name="T4" fmla="*/ 13 w 5"/>
                <a:gd name="T5" fmla="*/ 14 h 4"/>
                <a:gd name="T6" fmla="*/ 5 w 5"/>
                <a:gd name="T7" fmla="*/ 8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1" name="Freeform 3110">
              <a:extLst>
                <a:ext uri="{FF2B5EF4-FFF2-40B4-BE49-F238E27FC236}">
                  <a16:creationId xmlns:a16="http://schemas.microsoft.com/office/drawing/2014/main" id="{5EE8DA37-9D45-4FC9-842D-BA99F9419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797"/>
              <a:ext cx="7" cy="6"/>
            </a:xfrm>
            <a:custGeom>
              <a:avLst/>
              <a:gdLst>
                <a:gd name="T0" fmla="*/ 12 w 4"/>
                <a:gd name="T1" fmla="*/ 0 h 4"/>
                <a:gd name="T2" fmla="*/ 21 w 4"/>
                <a:gd name="T3" fmla="*/ 5 h 4"/>
                <a:gd name="T4" fmla="*/ 12 w 4"/>
                <a:gd name="T5" fmla="*/ 14 h 4"/>
                <a:gd name="T6" fmla="*/ 0 w 4"/>
                <a:gd name="T7" fmla="*/ 8 h 4"/>
                <a:gd name="T8" fmla="*/ 1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2" name="Freeform 3111">
              <a:extLst>
                <a:ext uri="{FF2B5EF4-FFF2-40B4-BE49-F238E27FC236}">
                  <a16:creationId xmlns:a16="http://schemas.microsoft.com/office/drawing/2014/main" id="{EC73CC17-833D-4856-B236-B61855766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772"/>
              <a:ext cx="7" cy="6"/>
            </a:xfrm>
            <a:custGeom>
              <a:avLst/>
              <a:gdLst>
                <a:gd name="T0" fmla="*/ 6 w 5"/>
                <a:gd name="T1" fmla="*/ 0 h 4"/>
                <a:gd name="T2" fmla="*/ 11 w 5"/>
                <a:gd name="T3" fmla="*/ 5 h 4"/>
                <a:gd name="T4" fmla="*/ 8 w 5"/>
                <a:gd name="T5" fmla="*/ 14 h 4"/>
                <a:gd name="T6" fmla="*/ 1 w 5"/>
                <a:gd name="T7" fmla="*/ 8 h 4"/>
                <a:gd name="T8" fmla="*/ 6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3" name="Freeform 3112">
              <a:extLst>
                <a:ext uri="{FF2B5EF4-FFF2-40B4-BE49-F238E27FC236}">
                  <a16:creationId xmlns:a16="http://schemas.microsoft.com/office/drawing/2014/main" id="{D210A858-1EBC-455D-A4BD-4E9016F1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782"/>
              <a:ext cx="6" cy="6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8 h 4"/>
                <a:gd name="T4" fmla="*/ 8 w 4"/>
                <a:gd name="T5" fmla="*/ 14 h 4"/>
                <a:gd name="T6" fmla="*/ 0 w 4"/>
                <a:gd name="T7" fmla="*/ 12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4" name="Freeform 3113">
              <a:extLst>
                <a:ext uri="{FF2B5EF4-FFF2-40B4-BE49-F238E27FC236}">
                  <a16:creationId xmlns:a16="http://schemas.microsoft.com/office/drawing/2014/main" id="{73847C43-4B5C-4B3A-8503-98492DF15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760"/>
              <a:ext cx="8" cy="7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12 h 4"/>
                <a:gd name="T4" fmla="*/ 13 w 5"/>
                <a:gd name="T5" fmla="*/ 21 h 4"/>
                <a:gd name="T6" fmla="*/ 5 w 5"/>
                <a:gd name="T7" fmla="*/ 16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5" name="Oval 3114">
              <a:extLst>
                <a:ext uri="{FF2B5EF4-FFF2-40B4-BE49-F238E27FC236}">
                  <a16:creationId xmlns:a16="http://schemas.microsoft.com/office/drawing/2014/main" id="{023D634A-3939-4125-91A3-2CA624D86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753"/>
              <a:ext cx="6" cy="7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36" name="Freeform 3115">
              <a:extLst>
                <a:ext uri="{FF2B5EF4-FFF2-40B4-BE49-F238E27FC236}">
                  <a16:creationId xmlns:a16="http://schemas.microsoft.com/office/drawing/2014/main" id="{2AFA0D7C-89E6-4E2D-A5A7-3A08734D1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727"/>
              <a:ext cx="8" cy="7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12 h 4"/>
                <a:gd name="T4" fmla="*/ 13 w 5"/>
                <a:gd name="T5" fmla="*/ 21 h 4"/>
                <a:gd name="T6" fmla="*/ 5 w 5"/>
                <a:gd name="T7" fmla="*/ 16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7" name="Oval 3116">
              <a:extLst>
                <a:ext uri="{FF2B5EF4-FFF2-40B4-BE49-F238E27FC236}">
                  <a16:creationId xmlns:a16="http://schemas.microsoft.com/office/drawing/2014/main" id="{0B3A8247-4677-4C1B-8F94-AB3AD5303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702"/>
              <a:ext cx="6" cy="7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38" name="Oval 3117">
              <a:extLst>
                <a:ext uri="{FF2B5EF4-FFF2-40B4-BE49-F238E27FC236}">
                  <a16:creationId xmlns:a16="http://schemas.microsoft.com/office/drawing/2014/main" id="{FE441A8A-EB2C-4978-9CF1-936009DF0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8" y="2662"/>
              <a:ext cx="7" cy="7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39" name="Oval 3118">
              <a:extLst>
                <a:ext uri="{FF2B5EF4-FFF2-40B4-BE49-F238E27FC236}">
                  <a16:creationId xmlns:a16="http://schemas.microsoft.com/office/drawing/2014/main" id="{C581C451-E373-4AD9-AE8F-636E67224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2669"/>
              <a:ext cx="6" cy="6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40" name="Freeform 3119">
              <a:extLst>
                <a:ext uri="{FF2B5EF4-FFF2-40B4-BE49-F238E27FC236}">
                  <a16:creationId xmlns:a16="http://schemas.microsoft.com/office/drawing/2014/main" id="{4DF40BAF-E81B-4180-A240-60426755C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680"/>
              <a:ext cx="8" cy="7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12 h 4"/>
                <a:gd name="T4" fmla="*/ 13 w 5"/>
                <a:gd name="T5" fmla="*/ 21 h 4"/>
                <a:gd name="T6" fmla="*/ 5 w 5"/>
                <a:gd name="T7" fmla="*/ 12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41" name="Freeform 3120">
              <a:extLst>
                <a:ext uri="{FF2B5EF4-FFF2-40B4-BE49-F238E27FC236}">
                  <a16:creationId xmlns:a16="http://schemas.microsoft.com/office/drawing/2014/main" id="{DDA2E019-D0E0-4A08-9758-33AFF5C38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692"/>
              <a:ext cx="8" cy="7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12 h 4"/>
                <a:gd name="T4" fmla="*/ 13 w 5"/>
                <a:gd name="T5" fmla="*/ 21 h 4"/>
                <a:gd name="T6" fmla="*/ 5 w 5"/>
                <a:gd name="T7" fmla="*/ 16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42" name="Oval 3121">
              <a:extLst>
                <a:ext uri="{FF2B5EF4-FFF2-40B4-BE49-F238E27FC236}">
                  <a16:creationId xmlns:a16="http://schemas.microsoft.com/office/drawing/2014/main" id="{73619450-194A-4F06-8A71-C995F9A8F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2806"/>
              <a:ext cx="6" cy="7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43" name="Freeform 3122">
              <a:extLst>
                <a:ext uri="{FF2B5EF4-FFF2-40B4-BE49-F238E27FC236}">
                  <a16:creationId xmlns:a16="http://schemas.microsoft.com/office/drawing/2014/main" id="{D84F13E7-65FA-45E0-A32A-09B4BF27F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21"/>
              <a:ext cx="8" cy="7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7 h 4"/>
                <a:gd name="T4" fmla="*/ 13 w 5"/>
                <a:gd name="T5" fmla="*/ 21 h 4"/>
                <a:gd name="T6" fmla="*/ 5 w 5"/>
                <a:gd name="T7" fmla="*/ 12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44" name="Oval 3123">
              <a:extLst>
                <a:ext uri="{FF2B5EF4-FFF2-40B4-BE49-F238E27FC236}">
                  <a16:creationId xmlns:a16="http://schemas.microsoft.com/office/drawing/2014/main" id="{D0CBEA4F-47C2-432D-AF4F-CE55FB399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2845"/>
              <a:ext cx="6" cy="6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45" name="Oval 3124">
              <a:extLst>
                <a:ext uri="{FF2B5EF4-FFF2-40B4-BE49-F238E27FC236}">
                  <a16:creationId xmlns:a16="http://schemas.microsoft.com/office/drawing/2014/main" id="{FDAC6AF8-EA8D-47D1-97AB-4329C9A60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2888"/>
              <a:ext cx="6" cy="6"/>
            </a:xfrm>
            <a:prstGeom prst="ellipse">
              <a:avLst/>
            </a:pr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46" name="Freeform 3125">
              <a:extLst>
                <a:ext uri="{FF2B5EF4-FFF2-40B4-BE49-F238E27FC236}">
                  <a16:creationId xmlns:a16="http://schemas.microsoft.com/office/drawing/2014/main" id="{7C7528AC-538C-4A7B-8072-007E6C5F0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914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12 h 4"/>
                <a:gd name="T4" fmla="*/ 8 w 4"/>
                <a:gd name="T5" fmla="*/ 21 h 4"/>
                <a:gd name="T6" fmla="*/ 0 w 4"/>
                <a:gd name="T7" fmla="*/ 16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47" name="Freeform 3126">
              <a:extLst>
                <a:ext uri="{FF2B5EF4-FFF2-40B4-BE49-F238E27FC236}">
                  <a16:creationId xmlns:a16="http://schemas.microsoft.com/office/drawing/2014/main" id="{F0F72A60-004D-4351-B8E2-60494F6C1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928"/>
              <a:ext cx="7" cy="6"/>
            </a:xfrm>
            <a:custGeom>
              <a:avLst/>
              <a:gdLst>
                <a:gd name="T0" fmla="*/ 6 w 5"/>
                <a:gd name="T1" fmla="*/ 0 h 4"/>
                <a:gd name="T2" fmla="*/ 11 w 5"/>
                <a:gd name="T3" fmla="*/ 5 h 4"/>
                <a:gd name="T4" fmla="*/ 8 w 5"/>
                <a:gd name="T5" fmla="*/ 14 h 4"/>
                <a:gd name="T6" fmla="*/ 1 w 5"/>
                <a:gd name="T7" fmla="*/ 8 h 4"/>
                <a:gd name="T8" fmla="*/ 6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48" name="Freeform 3127">
              <a:extLst>
                <a:ext uri="{FF2B5EF4-FFF2-40B4-BE49-F238E27FC236}">
                  <a16:creationId xmlns:a16="http://schemas.microsoft.com/office/drawing/2014/main" id="{50A9EAF2-F468-4EED-954A-67B7FB1BB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941"/>
              <a:ext cx="6" cy="6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5 h 4"/>
                <a:gd name="T4" fmla="*/ 8 w 4"/>
                <a:gd name="T5" fmla="*/ 14 h 4"/>
                <a:gd name="T6" fmla="*/ 0 w 4"/>
                <a:gd name="T7" fmla="*/ 8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49" name="Freeform 3128">
              <a:extLst>
                <a:ext uri="{FF2B5EF4-FFF2-40B4-BE49-F238E27FC236}">
                  <a16:creationId xmlns:a16="http://schemas.microsoft.com/office/drawing/2014/main" id="{4BB7D8A8-1AE2-4EE0-B70C-2F2C181CF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967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7 h 4"/>
                <a:gd name="T4" fmla="*/ 8 w 4"/>
                <a:gd name="T5" fmla="*/ 21 h 4"/>
                <a:gd name="T6" fmla="*/ 0 w 4"/>
                <a:gd name="T7" fmla="*/ 12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50" name="Freeform 3129">
              <a:extLst>
                <a:ext uri="{FF2B5EF4-FFF2-40B4-BE49-F238E27FC236}">
                  <a16:creationId xmlns:a16="http://schemas.microsoft.com/office/drawing/2014/main" id="{38D07F4F-4270-40B8-8EE1-1E23D0426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939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12 h 4"/>
                <a:gd name="T4" fmla="*/ 8 w 4"/>
                <a:gd name="T5" fmla="*/ 21 h 4"/>
                <a:gd name="T6" fmla="*/ 0 w 4"/>
                <a:gd name="T7" fmla="*/ 16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51" name="Freeform 3130">
              <a:extLst>
                <a:ext uri="{FF2B5EF4-FFF2-40B4-BE49-F238E27FC236}">
                  <a16:creationId xmlns:a16="http://schemas.microsoft.com/office/drawing/2014/main" id="{36C665F8-FD1F-4AEC-B34A-53B4B1B2A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936"/>
              <a:ext cx="7" cy="6"/>
            </a:xfrm>
            <a:custGeom>
              <a:avLst/>
              <a:gdLst>
                <a:gd name="T0" fmla="*/ 12 w 4"/>
                <a:gd name="T1" fmla="*/ 0 h 4"/>
                <a:gd name="T2" fmla="*/ 21 w 4"/>
                <a:gd name="T3" fmla="*/ 5 h 4"/>
                <a:gd name="T4" fmla="*/ 12 w 4"/>
                <a:gd name="T5" fmla="*/ 14 h 4"/>
                <a:gd name="T6" fmla="*/ 0 w 4"/>
                <a:gd name="T7" fmla="*/ 8 h 4"/>
                <a:gd name="T8" fmla="*/ 1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52" name="Freeform 3131">
              <a:extLst>
                <a:ext uri="{FF2B5EF4-FFF2-40B4-BE49-F238E27FC236}">
                  <a16:creationId xmlns:a16="http://schemas.microsoft.com/office/drawing/2014/main" id="{1204B3AA-2E99-4545-9626-61EE52F47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083"/>
              <a:ext cx="7" cy="7"/>
            </a:xfrm>
            <a:custGeom>
              <a:avLst/>
              <a:gdLst>
                <a:gd name="T0" fmla="*/ 7 w 4"/>
                <a:gd name="T1" fmla="*/ 0 h 4"/>
                <a:gd name="T2" fmla="*/ 21 w 4"/>
                <a:gd name="T3" fmla="*/ 12 h 4"/>
                <a:gd name="T4" fmla="*/ 12 w 4"/>
                <a:gd name="T5" fmla="*/ 21 h 4"/>
                <a:gd name="T6" fmla="*/ 0 w 4"/>
                <a:gd name="T7" fmla="*/ 12 h 4"/>
                <a:gd name="T8" fmla="*/ 7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53" name="Freeform 3132">
              <a:extLst>
                <a:ext uri="{FF2B5EF4-FFF2-40B4-BE49-F238E27FC236}">
                  <a16:creationId xmlns:a16="http://schemas.microsoft.com/office/drawing/2014/main" id="{21180B3B-CDC2-4D3D-9D50-A11FCEE77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069"/>
              <a:ext cx="8" cy="6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8 h 4"/>
                <a:gd name="T4" fmla="*/ 13 w 5"/>
                <a:gd name="T5" fmla="*/ 14 h 4"/>
                <a:gd name="T6" fmla="*/ 5 w 5"/>
                <a:gd name="T7" fmla="*/ 12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54" name="Oval 3133">
              <a:extLst>
                <a:ext uri="{FF2B5EF4-FFF2-40B4-BE49-F238E27FC236}">
                  <a16:creationId xmlns:a16="http://schemas.microsoft.com/office/drawing/2014/main" id="{40E9352B-4D1E-4993-91D9-306E7A457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3062"/>
              <a:ext cx="7" cy="7"/>
            </a:xfrm>
            <a:prstGeom prst="ellipse">
              <a:avLst/>
            </a:pr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2055" name="Freeform 3134">
              <a:extLst>
                <a:ext uri="{FF2B5EF4-FFF2-40B4-BE49-F238E27FC236}">
                  <a16:creationId xmlns:a16="http://schemas.microsoft.com/office/drawing/2014/main" id="{619BBADB-994C-45C5-A391-D3FE0EF1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994"/>
              <a:ext cx="6" cy="7"/>
            </a:xfrm>
            <a:custGeom>
              <a:avLst/>
              <a:gdLst>
                <a:gd name="T0" fmla="*/ 8 w 4"/>
                <a:gd name="T1" fmla="*/ 0 h 4"/>
                <a:gd name="T2" fmla="*/ 14 w 4"/>
                <a:gd name="T3" fmla="*/ 12 h 4"/>
                <a:gd name="T4" fmla="*/ 8 w 4"/>
                <a:gd name="T5" fmla="*/ 21 h 4"/>
                <a:gd name="T6" fmla="*/ 0 w 4"/>
                <a:gd name="T7" fmla="*/ 16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56" name="Freeform 3135">
              <a:extLst>
                <a:ext uri="{FF2B5EF4-FFF2-40B4-BE49-F238E27FC236}">
                  <a16:creationId xmlns:a16="http://schemas.microsoft.com/office/drawing/2014/main" id="{5B0D562B-6175-4D49-9817-271B2B644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870"/>
              <a:ext cx="7" cy="6"/>
            </a:xfrm>
            <a:custGeom>
              <a:avLst/>
              <a:gdLst>
                <a:gd name="T0" fmla="*/ 12 w 4"/>
                <a:gd name="T1" fmla="*/ 0 h 4"/>
                <a:gd name="T2" fmla="*/ 21 w 4"/>
                <a:gd name="T3" fmla="*/ 8 h 4"/>
                <a:gd name="T4" fmla="*/ 12 w 4"/>
                <a:gd name="T5" fmla="*/ 14 h 4"/>
                <a:gd name="T6" fmla="*/ 0 w 4"/>
                <a:gd name="T7" fmla="*/ 8 h 4"/>
                <a:gd name="T8" fmla="*/ 1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57" name="Freeform 3136">
              <a:extLst>
                <a:ext uri="{FF2B5EF4-FFF2-40B4-BE49-F238E27FC236}">
                  <a16:creationId xmlns:a16="http://schemas.microsoft.com/office/drawing/2014/main" id="{DB033325-C15B-49AE-955C-9C05D96E6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006"/>
              <a:ext cx="11" cy="11"/>
            </a:xfrm>
            <a:custGeom>
              <a:avLst/>
              <a:gdLst>
                <a:gd name="T0" fmla="*/ 13 w 7"/>
                <a:gd name="T1" fmla="*/ 0 h 7"/>
                <a:gd name="T2" fmla="*/ 27 w 7"/>
                <a:gd name="T3" fmla="*/ 13 h 7"/>
                <a:gd name="T4" fmla="*/ 14 w 7"/>
                <a:gd name="T5" fmla="*/ 22 h 7"/>
                <a:gd name="T6" fmla="*/ 5 w 7"/>
                <a:gd name="T7" fmla="*/ 14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5"/>
                    <a:pt x="6" y="6"/>
                    <a:pt x="4" y="6"/>
                  </a:cubicBezTo>
                  <a:cubicBezTo>
                    <a:pt x="2" y="7"/>
                    <a:pt x="1" y="5"/>
                    <a:pt x="1" y="4"/>
                  </a:cubicBezTo>
                  <a:cubicBezTo>
                    <a:pt x="0" y="2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58" name="Freeform 3137">
              <a:extLst>
                <a:ext uri="{FF2B5EF4-FFF2-40B4-BE49-F238E27FC236}">
                  <a16:creationId xmlns:a16="http://schemas.microsoft.com/office/drawing/2014/main" id="{9D1D0F84-A6D6-4A08-BAA3-5160B9236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004"/>
              <a:ext cx="11" cy="11"/>
            </a:xfrm>
            <a:custGeom>
              <a:avLst/>
              <a:gdLst>
                <a:gd name="T0" fmla="*/ 13 w 7"/>
                <a:gd name="T1" fmla="*/ 0 h 7"/>
                <a:gd name="T2" fmla="*/ 22 w 7"/>
                <a:gd name="T3" fmla="*/ 13 h 7"/>
                <a:gd name="T4" fmla="*/ 14 w 7"/>
                <a:gd name="T5" fmla="*/ 22 h 7"/>
                <a:gd name="T6" fmla="*/ 0 w 7"/>
                <a:gd name="T7" fmla="*/ 14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5"/>
                    <a:pt x="5" y="6"/>
                    <a:pt x="4" y="6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59" name="Freeform 3138">
              <a:extLst>
                <a:ext uri="{FF2B5EF4-FFF2-40B4-BE49-F238E27FC236}">
                  <a16:creationId xmlns:a16="http://schemas.microsoft.com/office/drawing/2014/main" id="{E148B33C-D2FF-456C-8667-4586ABA2A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037"/>
              <a:ext cx="11" cy="12"/>
            </a:xfrm>
            <a:custGeom>
              <a:avLst/>
              <a:gdLst>
                <a:gd name="T0" fmla="*/ 13 w 7"/>
                <a:gd name="T1" fmla="*/ 0 h 7"/>
                <a:gd name="T2" fmla="*/ 27 w 7"/>
                <a:gd name="T3" fmla="*/ 15 h 7"/>
                <a:gd name="T4" fmla="*/ 14 w 7"/>
                <a:gd name="T5" fmla="*/ 29 h 7"/>
                <a:gd name="T6" fmla="*/ 5 w 7"/>
                <a:gd name="T7" fmla="*/ 21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5"/>
                    <a:pt x="6" y="6"/>
                    <a:pt x="4" y="6"/>
                  </a:cubicBezTo>
                  <a:cubicBezTo>
                    <a:pt x="2" y="7"/>
                    <a:pt x="1" y="5"/>
                    <a:pt x="1" y="4"/>
                  </a:cubicBezTo>
                  <a:cubicBezTo>
                    <a:pt x="0" y="2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60" name="Freeform 3139">
              <a:extLst>
                <a:ext uri="{FF2B5EF4-FFF2-40B4-BE49-F238E27FC236}">
                  <a16:creationId xmlns:a16="http://schemas.microsoft.com/office/drawing/2014/main" id="{8446A322-2DEC-49F7-BB83-ABE082D1D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057"/>
              <a:ext cx="11" cy="12"/>
            </a:xfrm>
            <a:custGeom>
              <a:avLst/>
              <a:gdLst>
                <a:gd name="T0" fmla="*/ 13 w 7"/>
                <a:gd name="T1" fmla="*/ 0 h 7"/>
                <a:gd name="T2" fmla="*/ 27 w 7"/>
                <a:gd name="T3" fmla="*/ 15 h 7"/>
                <a:gd name="T4" fmla="*/ 14 w 7"/>
                <a:gd name="T5" fmla="*/ 29 h 7"/>
                <a:gd name="T6" fmla="*/ 5 w 7"/>
                <a:gd name="T7" fmla="*/ 21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5"/>
                    <a:pt x="6" y="6"/>
                    <a:pt x="4" y="6"/>
                  </a:cubicBezTo>
                  <a:cubicBezTo>
                    <a:pt x="2" y="7"/>
                    <a:pt x="1" y="5"/>
                    <a:pt x="1" y="4"/>
                  </a:cubicBezTo>
                  <a:cubicBezTo>
                    <a:pt x="0" y="2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61" name="Freeform 3140">
              <a:extLst>
                <a:ext uri="{FF2B5EF4-FFF2-40B4-BE49-F238E27FC236}">
                  <a16:creationId xmlns:a16="http://schemas.microsoft.com/office/drawing/2014/main" id="{538C6BCD-8202-49E6-9170-0CB083B31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072"/>
              <a:ext cx="11" cy="11"/>
            </a:xfrm>
            <a:custGeom>
              <a:avLst/>
              <a:gdLst>
                <a:gd name="T0" fmla="*/ 13 w 7"/>
                <a:gd name="T1" fmla="*/ 0 h 7"/>
                <a:gd name="T2" fmla="*/ 27 w 7"/>
                <a:gd name="T3" fmla="*/ 13 h 7"/>
                <a:gd name="T4" fmla="*/ 14 w 7"/>
                <a:gd name="T5" fmla="*/ 22 h 7"/>
                <a:gd name="T6" fmla="*/ 5 w 7"/>
                <a:gd name="T7" fmla="*/ 14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5"/>
                    <a:pt x="6" y="6"/>
                    <a:pt x="4" y="6"/>
                  </a:cubicBezTo>
                  <a:cubicBezTo>
                    <a:pt x="2" y="7"/>
                    <a:pt x="1" y="5"/>
                    <a:pt x="1" y="4"/>
                  </a:cubicBezTo>
                  <a:cubicBezTo>
                    <a:pt x="0" y="2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62" name="Freeform 3141">
              <a:extLst>
                <a:ext uri="{FF2B5EF4-FFF2-40B4-BE49-F238E27FC236}">
                  <a16:creationId xmlns:a16="http://schemas.microsoft.com/office/drawing/2014/main" id="{2CE6C361-9C95-4721-AFDF-9A09EACEF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838"/>
              <a:ext cx="11" cy="12"/>
            </a:xfrm>
            <a:custGeom>
              <a:avLst/>
              <a:gdLst>
                <a:gd name="T0" fmla="*/ 13 w 7"/>
                <a:gd name="T1" fmla="*/ 0 h 7"/>
                <a:gd name="T2" fmla="*/ 22 w 7"/>
                <a:gd name="T3" fmla="*/ 15 h 7"/>
                <a:gd name="T4" fmla="*/ 14 w 7"/>
                <a:gd name="T5" fmla="*/ 29 h 7"/>
                <a:gd name="T6" fmla="*/ 0 w 7"/>
                <a:gd name="T7" fmla="*/ 21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5"/>
                    <a:pt x="5" y="6"/>
                    <a:pt x="4" y="6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63" name="Freeform 3142">
              <a:extLst>
                <a:ext uri="{FF2B5EF4-FFF2-40B4-BE49-F238E27FC236}">
                  <a16:creationId xmlns:a16="http://schemas.microsoft.com/office/drawing/2014/main" id="{981DFE42-497F-480B-9A03-5C79CDE77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806"/>
              <a:ext cx="10" cy="12"/>
            </a:xfrm>
            <a:custGeom>
              <a:avLst/>
              <a:gdLst>
                <a:gd name="T0" fmla="*/ 9 w 7"/>
                <a:gd name="T1" fmla="*/ 0 h 7"/>
                <a:gd name="T2" fmla="*/ 19 w 7"/>
                <a:gd name="T3" fmla="*/ 15 h 7"/>
                <a:gd name="T4" fmla="*/ 13 w 7"/>
                <a:gd name="T5" fmla="*/ 29 h 7"/>
                <a:gd name="T6" fmla="*/ 0 w 7"/>
                <a:gd name="T7" fmla="*/ 21 h 7"/>
                <a:gd name="T8" fmla="*/ 9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5"/>
                    <a:pt x="5" y="6"/>
                    <a:pt x="4" y="6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64" name="Freeform 3143">
              <a:extLst>
                <a:ext uri="{FF2B5EF4-FFF2-40B4-BE49-F238E27FC236}">
                  <a16:creationId xmlns:a16="http://schemas.microsoft.com/office/drawing/2014/main" id="{225CA87F-3BDE-4178-9CC4-7753E53D3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944"/>
              <a:ext cx="11" cy="12"/>
            </a:xfrm>
            <a:custGeom>
              <a:avLst/>
              <a:gdLst>
                <a:gd name="T0" fmla="*/ 13 w 7"/>
                <a:gd name="T1" fmla="*/ 0 h 7"/>
                <a:gd name="T2" fmla="*/ 22 w 7"/>
                <a:gd name="T3" fmla="*/ 15 h 7"/>
                <a:gd name="T4" fmla="*/ 14 w 7"/>
                <a:gd name="T5" fmla="*/ 29 h 7"/>
                <a:gd name="T6" fmla="*/ 0 w 7"/>
                <a:gd name="T7" fmla="*/ 21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5"/>
                    <a:pt x="5" y="6"/>
                    <a:pt x="4" y="6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B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65" name="Freeform 3144">
              <a:extLst>
                <a:ext uri="{FF2B5EF4-FFF2-40B4-BE49-F238E27FC236}">
                  <a16:creationId xmlns:a16="http://schemas.microsoft.com/office/drawing/2014/main" id="{350EE869-D39F-4AFA-86BC-80B015909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883"/>
              <a:ext cx="11" cy="11"/>
            </a:xfrm>
            <a:custGeom>
              <a:avLst/>
              <a:gdLst>
                <a:gd name="T0" fmla="*/ 13 w 7"/>
                <a:gd name="T1" fmla="*/ 0 h 7"/>
                <a:gd name="T2" fmla="*/ 22 w 7"/>
                <a:gd name="T3" fmla="*/ 13 h 7"/>
                <a:gd name="T4" fmla="*/ 14 w 7"/>
                <a:gd name="T5" fmla="*/ 22 h 7"/>
                <a:gd name="T6" fmla="*/ 0 w 7"/>
                <a:gd name="T7" fmla="*/ 14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5"/>
                    <a:pt x="5" y="6"/>
                    <a:pt x="4" y="6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66" name="Freeform 3145">
              <a:extLst>
                <a:ext uri="{FF2B5EF4-FFF2-40B4-BE49-F238E27FC236}">
                  <a16:creationId xmlns:a16="http://schemas.microsoft.com/office/drawing/2014/main" id="{E1F5BF94-E098-4632-B41C-88DDFBD09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874"/>
              <a:ext cx="10" cy="10"/>
            </a:xfrm>
            <a:custGeom>
              <a:avLst/>
              <a:gdLst>
                <a:gd name="T0" fmla="*/ 9 w 7"/>
                <a:gd name="T1" fmla="*/ 0 h 6"/>
                <a:gd name="T2" fmla="*/ 19 w 7"/>
                <a:gd name="T3" fmla="*/ 13 h 6"/>
                <a:gd name="T4" fmla="*/ 13 w 7"/>
                <a:gd name="T5" fmla="*/ 28 h 6"/>
                <a:gd name="T6" fmla="*/ 0 w 7"/>
                <a:gd name="T7" fmla="*/ 13 h 6"/>
                <a:gd name="T8" fmla="*/ 9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4"/>
                    <a:pt x="5" y="6"/>
                    <a:pt x="4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67" name="Freeform 3146">
              <a:extLst>
                <a:ext uri="{FF2B5EF4-FFF2-40B4-BE49-F238E27FC236}">
                  <a16:creationId xmlns:a16="http://schemas.microsoft.com/office/drawing/2014/main" id="{E2432F7F-06DD-428B-9BD2-B377B58D7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891"/>
              <a:ext cx="9" cy="10"/>
            </a:xfrm>
            <a:custGeom>
              <a:avLst/>
              <a:gdLst>
                <a:gd name="T0" fmla="*/ 12 w 6"/>
                <a:gd name="T1" fmla="*/ 0 h 6"/>
                <a:gd name="T2" fmla="*/ 21 w 6"/>
                <a:gd name="T3" fmla="*/ 13 h 6"/>
                <a:gd name="T4" fmla="*/ 12 w 6"/>
                <a:gd name="T5" fmla="*/ 28 h 6"/>
                <a:gd name="T6" fmla="*/ 0 w 6"/>
                <a:gd name="T7" fmla="*/ 13 h 6"/>
                <a:gd name="T8" fmla="*/ 12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68" name="Freeform 3147">
              <a:extLst>
                <a:ext uri="{FF2B5EF4-FFF2-40B4-BE49-F238E27FC236}">
                  <a16:creationId xmlns:a16="http://schemas.microsoft.com/office/drawing/2014/main" id="{892B75EE-54C5-4AAA-BF28-333A06DBE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891"/>
              <a:ext cx="11" cy="12"/>
            </a:xfrm>
            <a:custGeom>
              <a:avLst/>
              <a:gdLst>
                <a:gd name="T0" fmla="*/ 13 w 7"/>
                <a:gd name="T1" fmla="*/ 0 h 7"/>
                <a:gd name="T2" fmla="*/ 22 w 7"/>
                <a:gd name="T3" fmla="*/ 15 h 7"/>
                <a:gd name="T4" fmla="*/ 14 w 7"/>
                <a:gd name="T5" fmla="*/ 29 h 7"/>
                <a:gd name="T6" fmla="*/ 0 w 7"/>
                <a:gd name="T7" fmla="*/ 21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5"/>
                    <a:pt x="5" y="6"/>
                    <a:pt x="4" y="6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69" name="Freeform 3148">
              <a:extLst>
                <a:ext uri="{FF2B5EF4-FFF2-40B4-BE49-F238E27FC236}">
                  <a16:creationId xmlns:a16="http://schemas.microsoft.com/office/drawing/2014/main" id="{E59A7DA6-6CFA-4CFB-9A2F-733F2EED6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908"/>
              <a:ext cx="10" cy="11"/>
            </a:xfrm>
            <a:custGeom>
              <a:avLst/>
              <a:gdLst>
                <a:gd name="T0" fmla="*/ 9 w 7"/>
                <a:gd name="T1" fmla="*/ 0 h 7"/>
                <a:gd name="T2" fmla="*/ 20 w 7"/>
                <a:gd name="T3" fmla="*/ 13 h 7"/>
                <a:gd name="T4" fmla="*/ 13 w 7"/>
                <a:gd name="T5" fmla="*/ 22 h 7"/>
                <a:gd name="T6" fmla="*/ 0 w 7"/>
                <a:gd name="T7" fmla="*/ 14 h 7"/>
                <a:gd name="T8" fmla="*/ 9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5"/>
                    <a:pt x="6" y="6"/>
                    <a:pt x="4" y="6"/>
                  </a:cubicBezTo>
                  <a:cubicBezTo>
                    <a:pt x="2" y="7"/>
                    <a:pt x="1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70" name="Freeform 3149">
              <a:extLst>
                <a:ext uri="{FF2B5EF4-FFF2-40B4-BE49-F238E27FC236}">
                  <a16:creationId xmlns:a16="http://schemas.microsoft.com/office/drawing/2014/main" id="{FE9162A6-438A-47C4-B5C9-42EBD4257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918"/>
              <a:ext cx="11" cy="11"/>
            </a:xfrm>
            <a:custGeom>
              <a:avLst/>
              <a:gdLst>
                <a:gd name="T0" fmla="*/ 13 w 7"/>
                <a:gd name="T1" fmla="*/ 0 h 7"/>
                <a:gd name="T2" fmla="*/ 27 w 7"/>
                <a:gd name="T3" fmla="*/ 13 h 7"/>
                <a:gd name="T4" fmla="*/ 14 w 7"/>
                <a:gd name="T5" fmla="*/ 22 h 7"/>
                <a:gd name="T6" fmla="*/ 0 w 7"/>
                <a:gd name="T7" fmla="*/ 14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5"/>
                    <a:pt x="6" y="6"/>
                    <a:pt x="4" y="6"/>
                  </a:cubicBezTo>
                  <a:cubicBezTo>
                    <a:pt x="2" y="7"/>
                    <a:pt x="1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71" name="Freeform 3150">
              <a:extLst>
                <a:ext uri="{FF2B5EF4-FFF2-40B4-BE49-F238E27FC236}">
                  <a16:creationId xmlns:a16="http://schemas.microsoft.com/office/drawing/2014/main" id="{E0CC5068-C4C2-41F1-B7A9-23000F5BA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923"/>
              <a:ext cx="11" cy="10"/>
            </a:xfrm>
            <a:custGeom>
              <a:avLst/>
              <a:gdLst>
                <a:gd name="T0" fmla="*/ 13 w 7"/>
                <a:gd name="T1" fmla="*/ 0 h 6"/>
                <a:gd name="T2" fmla="*/ 27 w 7"/>
                <a:gd name="T3" fmla="*/ 13 h 6"/>
                <a:gd name="T4" fmla="*/ 14 w 7"/>
                <a:gd name="T5" fmla="*/ 28 h 6"/>
                <a:gd name="T6" fmla="*/ 0 w 7"/>
                <a:gd name="T7" fmla="*/ 13 h 6"/>
                <a:gd name="T8" fmla="*/ 13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72" name="Freeform 3151">
              <a:extLst>
                <a:ext uri="{FF2B5EF4-FFF2-40B4-BE49-F238E27FC236}">
                  <a16:creationId xmlns:a16="http://schemas.microsoft.com/office/drawing/2014/main" id="{14860D4E-0038-4C33-B87F-151782BF4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941"/>
              <a:ext cx="10" cy="11"/>
            </a:xfrm>
            <a:custGeom>
              <a:avLst/>
              <a:gdLst>
                <a:gd name="T0" fmla="*/ 9 w 7"/>
                <a:gd name="T1" fmla="*/ 0 h 7"/>
                <a:gd name="T2" fmla="*/ 19 w 7"/>
                <a:gd name="T3" fmla="*/ 13 h 7"/>
                <a:gd name="T4" fmla="*/ 13 w 7"/>
                <a:gd name="T5" fmla="*/ 22 h 7"/>
                <a:gd name="T6" fmla="*/ 0 w 7"/>
                <a:gd name="T7" fmla="*/ 14 h 7"/>
                <a:gd name="T8" fmla="*/ 9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5"/>
                    <a:pt x="5" y="6"/>
                    <a:pt x="4" y="6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73" name="Freeform 3152">
              <a:extLst>
                <a:ext uri="{FF2B5EF4-FFF2-40B4-BE49-F238E27FC236}">
                  <a16:creationId xmlns:a16="http://schemas.microsoft.com/office/drawing/2014/main" id="{0CF75BFB-BC4F-4B5D-AA3A-1A791A882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949"/>
              <a:ext cx="11" cy="10"/>
            </a:xfrm>
            <a:custGeom>
              <a:avLst/>
              <a:gdLst>
                <a:gd name="T0" fmla="*/ 13 w 7"/>
                <a:gd name="T1" fmla="*/ 0 h 6"/>
                <a:gd name="T2" fmla="*/ 27 w 7"/>
                <a:gd name="T3" fmla="*/ 13 h 6"/>
                <a:gd name="T4" fmla="*/ 14 w 7"/>
                <a:gd name="T5" fmla="*/ 28 h 6"/>
                <a:gd name="T6" fmla="*/ 0 w 7"/>
                <a:gd name="T7" fmla="*/ 13 h 6"/>
                <a:gd name="T8" fmla="*/ 13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74" name="Freeform 3153">
              <a:extLst>
                <a:ext uri="{FF2B5EF4-FFF2-40B4-BE49-F238E27FC236}">
                  <a16:creationId xmlns:a16="http://schemas.microsoft.com/office/drawing/2014/main" id="{8A77FA8E-4F4B-4B22-B2F9-93BE4AE18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966"/>
              <a:ext cx="9" cy="11"/>
            </a:xfrm>
            <a:custGeom>
              <a:avLst/>
              <a:gdLst>
                <a:gd name="T0" fmla="*/ 12 w 6"/>
                <a:gd name="T1" fmla="*/ 0 h 7"/>
                <a:gd name="T2" fmla="*/ 21 w 6"/>
                <a:gd name="T3" fmla="*/ 13 h 7"/>
                <a:gd name="T4" fmla="*/ 12 w 6"/>
                <a:gd name="T5" fmla="*/ 27 h 7"/>
                <a:gd name="T6" fmla="*/ 0 w 6"/>
                <a:gd name="T7" fmla="*/ 14 h 7"/>
                <a:gd name="T8" fmla="*/ 12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4" y="0"/>
                    <a:pt x="6" y="2"/>
                    <a:pt x="6" y="3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75" name="Freeform 3154">
              <a:extLst>
                <a:ext uri="{FF2B5EF4-FFF2-40B4-BE49-F238E27FC236}">
                  <a16:creationId xmlns:a16="http://schemas.microsoft.com/office/drawing/2014/main" id="{BB42829D-55B0-437C-B150-DFBE15D98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959"/>
              <a:ext cx="9" cy="10"/>
            </a:xfrm>
            <a:custGeom>
              <a:avLst/>
              <a:gdLst>
                <a:gd name="T0" fmla="*/ 12 w 6"/>
                <a:gd name="T1" fmla="*/ 0 h 6"/>
                <a:gd name="T2" fmla="*/ 21 w 6"/>
                <a:gd name="T3" fmla="*/ 13 h 6"/>
                <a:gd name="T4" fmla="*/ 12 w 6"/>
                <a:gd name="T5" fmla="*/ 28 h 6"/>
                <a:gd name="T6" fmla="*/ 0 w 6"/>
                <a:gd name="T7" fmla="*/ 13 h 6"/>
                <a:gd name="T8" fmla="*/ 12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76" name="Freeform 3155">
              <a:extLst>
                <a:ext uri="{FF2B5EF4-FFF2-40B4-BE49-F238E27FC236}">
                  <a16:creationId xmlns:a16="http://schemas.microsoft.com/office/drawing/2014/main" id="{713A7093-B047-40C5-96B1-B4C79308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951"/>
              <a:ext cx="11" cy="11"/>
            </a:xfrm>
            <a:custGeom>
              <a:avLst/>
              <a:gdLst>
                <a:gd name="T0" fmla="*/ 13 w 7"/>
                <a:gd name="T1" fmla="*/ 0 h 7"/>
                <a:gd name="T2" fmla="*/ 22 w 7"/>
                <a:gd name="T3" fmla="*/ 13 h 7"/>
                <a:gd name="T4" fmla="*/ 14 w 7"/>
                <a:gd name="T5" fmla="*/ 22 h 7"/>
                <a:gd name="T6" fmla="*/ 0 w 7"/>
                <a:gd name="T7" fmla="*/ 14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5"/>
                    <a:pt x="5" y="6"/>
                    <a:pt x="4" y="6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77" name="Freeform 3156">
              <a:extLst>
                <a:ext uri="{FF2B5EF4-FFF2-40B4-BE49-F238E27FC236}">
                  <a16:creationId xmlns:a16="http://schemas.microsoft.com/office/drawing/2014/main" id="{6F7A4BD8-DE13-4ABA-846A-BE00BD8C5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962"/>
              <a:ext cx="11" cy="10"/>
            </a:xfrm>
            <a:custGeom>
              <a:avLst/>
              <a:gdLst>
                <a:gd name="T0" fmla="*/ 13 w 7"/>
                <a:gd name="T1" fmla="*/ 0 h 6"/>
                <a:gd name="T2" fmla="*/ 27 w 7"/>
                <a:gd name="T3" fmla="*/ 13 h 6"/>
                <a:gd name="T4" fmla="*/ 14 w 7"/>
                <a:gd name="T5" fmla="*/ 28 h 6"/>
                <a:gd name="T6" fmla="*/ 0 w 7"/>
                <a:gd name="T7" fmla="*/ 13 h 6"/>
                <a:gd name="T8" fmla="*/ 13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78" name="Freeform 3157">
              <a:extLst>
                <a:ext uri="{FF2B5EF4-FFF2-40B4-BE49-F238E27FC236}">
                  <a16:creationId xmlns:a16="http://schemas.microsoft.com/office/drawing/2014/main" id="{18E00B99-0DDB-4F39-8E1E-086688873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946"/>
              <a:ext cx="11" cy="10"/>
            </a:xfrm>
            <a:custGeom>
              <a:avLst/>
              <a:gdLst>
                <a:gd name="T0" fmla="*/ 13 w 7"/>
                <a:gd name="T1" fmla="*/ 0 h 6"/>
                <a:gd name="T2" fmla="*/ 22 w 7"/>
                <a:gd name="T3" fmla="*/ 13 h 6"/>
                <a:gd name="T4" fmla="*/ 14 w 7"/>
                <a:gd name="T5" fmla="*/ 28 h 6"/>
                <a:gd name="T6" fmla="*/ 0 w 7"/>
                <a:gd name="T7" fmla="*/ 13 h 6"/>
                <a:gd name="T8" fmla="*/ 13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4"/>
                    <a:pt x="5" y="6"/>
                    <a:pt x="4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79" name="Freeform 3158">
              <a:extLst>
                <a:ext uri="{FF2B5EF4-FFF2-40B4-BE49-F238E27FC236}">
                  <a16:creationId xmlns:a16="http://schemas.microsoft.com/office/drawing/2014/main" id="{CDA8D03A-7DF1-4E99-A0BE-4E82EFD39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928"/>
              <a:ext cx="10" cy="10"/>
            </a:xfrm>
            <a:custGeom>
              <a:avLst/>
              <a:gdLst>
                <a:gd name="T0" fmla="*/ 13 w 6"/>
                <a:gd name="T1" fmla="*/ 0 h 6"/>
                <a:gd name="T2" fmla="*/ 28 w 6"/>
                <a:gd name="T3" fmla="*/ 13 h 6"/>
                <a:gd name="T4" fmla="*/ 13 w 6"/>
                <a:gd name="T5" fmla="*/ 28 h 6"/>
                <a:gd name="T6" fmla="*/ 0 w 6"/>
                <a:gd name="T7" fmla="*/ 13 h 6"/>
                <a:gd name="T8" fmla="*/ 1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80" name="Freeform 3159">
              <a:extLst>
                <a:ext uri="{FF2B5EF4-FFF2-40B4-BE49-F238E27FC236}">
                  <a16:creationId xmlns:a16="http://schemas.microsoft.com/office/drawing/2014/main" id="{8195D847-C619-4B6A-872B-DEDE81D65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944"/>
              <a:ext cx="11" cy="10"/>
            </a:xfrm>
            <a:custGeom>
              <a:avLst/>
              <a:gdLst>
                <a:gd name="T0" fmla="*/ 13 w 7"/>
                <a:gd name="T1" fmla="*/ 0 h 6"/>
                <a:gd name="T2" fmla="*/ 22 w 7"/>
                <a:gd name="T3" fmla="*/ 13 h 6"/>
                <a:gd name="T4" fmla="*/ 14 w 7"/>
                <a:gd name="T5" fmla="*/ 28 h 6"/>
                <a:gd name="T6" fmla="*/ 0 w 7"/>
                <a:gd name="T7" fmla="*/ 13 h 6"/>
                <a:gd name="T8" fmla="*/ 13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4"/>
                    <a:pt x="5" y="6"/>
                    <a:pt x="4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81" name="Freeform 3160">
              <a:extLst>
                <a:ext uri="{FF2B5EF4-FFF2-40B4-BE49-F238E27FC236}">
                  <a16:creationId xmlns:a16="http://schemas.microsoft.com/office/drawing/2014/main" id="{23830B10-2DF2-47B6-97AB-4AA5B725D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926"/>
              <a:ext cx="9" cy="10"/>
            </a:xfrm>
            <a:custGeom>
              <a:avLst/>
              <a:gdLst>
                <a:gd name="T0" fmla="*/ 12 w 6"/>
                <a:gd name="T1" fmla="*/ 0 h 6"/>
                <a:gd name="T2" fmla="*/ 21 w 6"/>
                <a:gd name="T3" fmla="*/ 13 h 6"/>
                <a:gd name="T4" fmla="*/ 12 w 6"/>
                <a:gd name="T5" fmla="*/ 28 h 6"/>
                <a:gd name="T6" fmla="*/ 0 w 6"/>
                <a:gd name="T7" fmla="*/ 13 h 6"/>
                <a:gd name="T8" fmla="*/ 12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82" name="Freeform 3161">
              <a:extLst>
                <a:ext uri="{FF2B5EF4-FFF2-40B4-BE49-F238E27FC236}">
                  <a16:creationId xmlns:a16="http://schemas.microsoft.com/office/drawing/2014/main" id="{BDB6FE35-8AC4-40BF-B764-5A99806EA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944"/>
              <a:ext cx="11" cy="10"/>
            </a:xfrm>
            <a:custGeom>
              <a:avLst/>
              <a:gdLst>
                <a:gd name="T0" fmla="*/ 13 w 7"/>
                <a:gd name="T1" fmla="*/ 0 h 6"/>
                <a:gd name="T2" fmla="*/ 27 w 7"/>
                <a:gd name="T3" fmla="*/ 13 h 6"/>
                <a:gd name="T4" fmla="*/ 14 w 7"/>
                <a:gd name="T5" fmla="*/ 28 h 6"/>
                <a:gd name="T6" fmla="*/ 0 w 7"/>
                <a:gd name="T7" fmla="*/ 13 h 6"/>
                <a:gd name="T8" fmla="*/ 13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83" name="Freeform 3162">
              <a:extLst>
                <a:ext uri="{FF2B5EF4-FFF2-40B4-BE49-F238E27FC236}">
                  <a16:creationId xmlns:a16="http://schemas.microsoft.com/office/drawing/2014/main" id="{F82E2AEA-02CB-44EB-BDB7-266954A56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921"/>
              <a:ext cx="9" cy="12"/>
            </a:xfrm>
            <a:custGeom>
              <a:avLst/>
              <a:gdLst>
                <a:gd name="T0" fmla="*/ 12 w 6"/>
                <a:gd name="T1" fmla="*/ 0 h 7"/>
                <a:gd name="T2" fmla="*/ 21 w 6"/>
                <a:gd name="T3" fmla="*/ 15 h 7"/>
                <a:gd name="T4" fmla="*/ 12 w 6"/>
                <a:gd name="T5" fmla="*/ 36 h 7"/>
                <a:gd name="T6" fmla="*/ 0 w 6"/>
                <a:gd name="T7" fmla="*/ 21 h 7"/>
                <a:gd name="T8" fmla="*/ 12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4" y="0"/>
                    <a:pt x="6" y="2"/>
                    <a:pt x="6" y="3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84" name="Freeform 3163">
              <a:extLst>
                <a:ext uri="{FF2B5EF4-FFF2-40B4-BE49-F238E27FC236}">
                  <a16:creationId xmlns:a16="http://schemas.microsoft.com/office/drawing/2014/main" id="{F737BAF6-6260-4145-8579-C152689AF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889"/>
              <a:ext cx="9" cy="12"/>
            </a:xfrm>
            <a:custGeom>
              <a:avLst/>
              <a:gdLst>
                <a:gd name="T0" fmla="*/ 12 w 6"/>
                <a:gd name="T1" fmla="*/ 0 h 7"/>
                <a:gd name="T2" fmla="*/ 21 w 6"/>
                <a:gd name="T3" fmla="*/ 15 h 7"/>
                <a:gd name="T4" fmla="*/ 12 w 6"/>
                <a:gd name="T5" fmla="*/ 36 h 7"/>
                <a:gd name="T6" fmla="*/ 0 w 6"/>
                <a:gd name="T7" fmla="*/ 21 h 7"/>
                <a:gd name="T8" fmla="*/ 12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4" y="0"/>
                    <a:pt x="6" y="2"/>
                    <a:pt x="6" y="3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85" name="Freeform 3164">
              <a:extLst>
                <a:ext uri="{FF2B5EF4-FFF2-40B4-BE49-F238E27FC236}">
                  <a16:creationId xmlns:a16="http://schemas.microsoft.com/office/drawing/2014/main" id="{CF22E89A-627E-47C0-AF56-3EEC3540A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904"/>
              <a:ext cx="10" cy="12"/>
            </a:xfrm>
            <a:custGeom>
              <a:avLst/>
              <a:gdLst>
                <a:gd name="T0" fmla="*/ 13 w 6"/>
                <a:gd name="T1" fmla="*/ 0 h 7"/>
                <a:gd name="T2" fmla="*/ 28 w 6"/>
                <a:gd name="T3" fmla="*/ 15 h 7"/>
                <a:gd name="T4" fmla="*/ 13 w 6"/>
                <a:gd name="T5" fmla="*/ 36 h 7"/>
                <a:gd name="T6" fmla="*/ 0 w 6"/>
                <a:gd name="T7" fmla="*/ 21 h 7"/>
                <a:gd name="T8" fmla="*/ 13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4" y="0"/>
                    <a:pt x="6" y="2"/>
                    <a:pt x="6" y="3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86" name="Freeform 3165">
              <a:extLst>
                <a:ext uri="{FF2B5EF4-FFF2-40B4-BE49-F238E27FC236}">
                  <a16:creationId xmlns:a16="http://schemas.microsoft.com/office/drawing/2014/main" id="{14CC8B62-9741-46FF-99F8-62F3E7113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901"/>
              <a:ext cx="10" cy="10"/>
            </a:xfrm>
            <a:custGeom>
              <a:avLst/>
              <a:gdLst>
                <a:gd name="T0" fmla="*/ 9 w 7"/>
                <a:gd name="T1" fmla="*/ 0 h 6"/>
                <a:gd name="T2" fmla="*/ 20 w 7"/>
                <a:gd name="T3" fmla="*/ 13 h 6"/>
                <a:gd name="T4" fmla="*/ 13 w 7"/>
                <a:gd name="T5" fmla="*/ 28 h 6"/>
                <a:gd name="T6" fmla="*/ 0 w 7"/>
                <a:gd name="T7" fmla="*/ 13 h 6"/>
                <a:gd name="T8" fmla="*/ 9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87" name="Freeform 3166">
              <a:extLst>
                <a:ext uri="{FF2B5EF4-FFF2-40B4-BE49-F238E27FC236}">
                  <a16:creationId xmlns:a16="http://schemas.microsoft.com/office/drawing/2014/main" id="{0B9F08A4-8D3A-4493-8A68-4A3188C6F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886"/>
              <a:ext cx="11" cy="12"/>
            </a:xfrm>
            <a:custGeom>
              <a:avLst/>
              <a:gdLst>
                <a:gd name="T0" fmla="*/ 13 w 7"/>
                <a:gd name="T1" fmla="*/ 0 h 7"/>
                <a:gd name="T2" fmla="*/ 22 w 7"/>
                <a:gd name="T3" fmla="*/ 15 h 7"/>
                <a:gd name="T4" fmla="*/ 14 w 7"/>
                <a:gd name="T5" fmla="*/ 36 h 7"/>
                <a:gd name="T6" fmla="*/ 0 w 7"/>
                <a:gd name="T7" fmla="*/ 21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2"/>
                    <a:pt x="6" y="3"/>
                  </a:cubicBezTo>
                  <a:cubicBezTo>
                    <a:pt x="7" y="5"/>
                    <a:pt x="5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88" name="Freeform 3167">
              <a:extLst>
                <a:ext uri="{FF2B5EF4-FFF2-40B4-BE49-F238E27FC236}">
                  <a16:creationId xmlns:a16="http://schemas.microsoft.com/office/drawing/2014/main" id="{524BFD5F-EA46-4FC1-9A94-1AC1E05AA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878"/>
              <a:ext cx="11" cy="11"/>
            </a:xfrm>
            <a:custGeom>
              <a:avLst/>
              <a:gdLst>
                <a:gd name="T0" fmla="*/ 13 w 7"/>
                <a:gd name="T1" fmla="*/ 0 h 7"/>
                <a:gd name="T2" fmla="*/ 27 w 7"/>
                <a:gd name="T3" fmla="*/ 13 h 7"/>
                <a:gd name="T4" fmla="*/ 14 w 7"/>
                <a:gd name="T5" fmla="*/ 27 h 7"/>
                <a:gd name="T6" fmla="*/ 0 w 7"/>
                <a:gd name="T7" fmla="*/ 14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2"/>
                    <a:pt x="7" y="3"/>
                  </a:cubicBezTo>
                  <a:cubicBezTo>
                    <a:pt x="7" y="5"/>
                    <a:pt x="6" y="7"/>
                    <a:pt x="4" y="7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89" name="Freeform 3168">
              <a:extLst>
                <a:ext uri="{FF2B5EF4-FFF2-40B4-BE49-F238E27FC236}">
                  <a16:creationId xmlns:a16="http://schemas.microsoft.com/office/drawing/2014/main" id="{8B780585-765A-4B73-9DFB-5C41DBF07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850"/>
              <a:ext cx="11" cy="11"/>
            </a:xfrm>
            <a:custGeom>
              <a:avLst/>
              <a:gdLst>
                <a:gd name="T0" fmla="*/ 13 w 7"/>
                <a:gd name="T1" fmla="*/ 0 h 7"/>
                <a:gd name="T2" fmla="*/ 27 w 7"/>
                <a:gd name="T3" fmla="*/ 13 h 7"/>
                <a:gd name="T4" fmla="*/ 14 w 7"/>
                <a:gd name="T5" fmla="*/ 27 h 7"/>
                <a:gd name="T6" fmla="*/ 0 w 7"/>
                <a:gd name="T7" fmla="*/ 14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2"/>
                    <a:pt x="7" y="3"/>
                  </a:cubicBezTo>
                  <a:cubicBezTo>
                    <a:pt x="7" y="5"/>
                    <a:pt x="6" y="7"/>
                    <a:pt x="4" y="7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90" name="Freeform 3169">
              <a:extLst>
                <a:ext uri="{FF2B5EF4-FFF2-40B4-BE49-F238E27FC236}">
                  <a16:creationId xmlns:a16="http://schemas.microsoft.com/office/drawing/2014/main" id="{137A6ADD-D60F-44EA-B6AA-973B87AD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868"/>
              <a:ext cx="11" cy="10"/>
            </a:xfrm>
            <a:custGeom>
              <a:avLst/>
              <a:gdLst>
                <a:gd name="T0" fmla="*/ 13 w 7"/>
                <a:gd name="T1" fmla="*/ 0 h 6"/>
                <a:gd name="T2" fmla="*/ 27 w 7"/>
                <a:gd name="T3" fmla="*/ 13 h 6"/>
                <a:gd name="T4" fmla="*/ 14 w 7"/>
                <a:gd name="T5" fmla="*/ 28 h 6"/>
                <a:gd name="T6" fmla="*/ 0 w 7"/>
                <a:gd name="T7" fmla="*/ 13 h 6"/>
                <a:gd name="T8" fmla="*/ 13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91" name="Freeform 3170">
              <a:extLst>
                <a:ext uri="{FF2B5EF4-FFF2-40B4-BE49-F238E27FC236}">
                  <a16:creationId xmlns:a16="http://schemas.microsoft.com/office/drawing/2014/main" id="{7B381262-1F2E-48C0-8EE7-A36BAA319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868"/>
              <a:ext cx="9" cy="11"/>
            </a:xfrm>
            <a:custGeom>
              <a:avLst/>
              <a:gdLst>
                <a:gd name="T0" fmla="*/ 12 w 6"/>
                <a:gd name="T1" fmla="*/ 0 h 7"/>
                <a:gd name="T2" fmla="*/ 21 w 6"/>
                <a:gd name="T3" fmla="*/ 13 h 7"/>
                <a:gd name="T4" fmla="*/ 12 w 6"/>
                <a:gd name="T5" fmla="*/ 27 h 7"/>
                <a:gd name="T6" fmla="*/ 0 w 6"/>
                <a:gd name="T7" fmla="*/ 14 h 7"/>
                <a:gd name="T8" fmla="*/ 12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4" y="0"/>
                    <a:pt x="6" y="2"/>
                    <a:pt x="6" y="3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92" name="Freeform 3171">
              <a:extLst>
                <a:ext uri="{FF2B5EF4-FFF2-40B4-BE49-F238E27FC236}">
                  <a16:creationId xmlns:a16="http://schemas.microsoft.com/office/drawing/2014/main" id="{EF7A4B04-196E-42A2-A729-672BD4225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846"/>
              <a:ext cx="11" cy="12"/>
            </a:xfrm>
            <a:custGeom>
              <a:avLst/>
              <a:gdLst>
                <a:gd name="T0" fmla="*/ 13 w 7"/>
                <a:gd name="T1" fmla="*/ 0 h 7"/>
                <a:gd name="T2" fmla="*/ 22 w 7"/>
                <a:gd name="T3" fmla="*/ 15 h 7"/>
                <a:gd name="T4" fmla="*/ 14 w 7"/>
                <a:gd name="T5" fmla="*/ 36 h 7"/>
                <a:gd name="T6" fmla="*/ 0 w 7"/>
                <a:gd name="T7" fmla="*/ 21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2"/>
                    <a:pt x="6" y="3"/>
                  </a:cubicBezTo>
                  <a:cubicBezTo>
                    <a:pt x="7" y="5"/>
                    <a:pt x="5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93" name="Freeform 3172">
              <a:extLst>
                <a:ext uri="{FF2B5EF4-FFF2-40B4-BE49-F238E27FC236}">
                  <a16:creationId xmlns:a16="http://schemas.microsoft.com/office/drawing/2014/main" id="{DBDE6795-1149-48E9-8ED6-618AB2D0F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870"/>
              <a:ext cx="11" cy="11"/>
            </a:xfrm>
            <a:custGeom>
              <a:avLst/>
              <a:gdLst>
                <a:gd name="T0" fmla="*/ 13 w 7"/>
                <a:gd name="T1" fmla="*/ 0 h 7"/>
                <a:gd name="T2" fmla="*/ 22 w 7"/>
                <a:gd name="T3" fmla="*/ 13 h 7"/>
                <a:gd name="T4" fmla="*/ 14 w 7"/>
                <a:gd name="T5" fmla="*/ 27 h 7"/>
                <a:gd name="T6" fmla="*/ 0 w 7"/>
                <a:gd name="T7" fmla="*/ 14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2"/>
                    <a:pt x="6" y="3"/>
                  </a:cubicBezTo>
                  <a:cubicBezTo>
                    <a:pt x="7" y="5"/>
                    <a:pt x="5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94" name="Freeform 3173">
              <a:extLst>
                <a:ext uri="{FF2B5EF4-FFF2-40B4-BE49-F238E27FC236}">
                  <a16:creationId xmlns:a16="http://schemas.microsoft.com/office/drawing/2014/main" id="{08A5E7A1-446F-4E4B-8C53-2B1C94A50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894"/>
              <a:ext cx="11" cy="12"/>
            </a:xfrm>
            <a:custGeom>
              <a:avLst/>
              <a:gdLst>
                <a:gd name="T0" fmla="*/ 13 w 7"/>
                <a:gd name="T1" fmla="*/ 0 h 7"/>
                <a:gd name="T2" fmla="*/ 22 w 7"/>
                <a:gd name="T3" fmla="*/ 15 h 7"/>
                <a:gd name="T4" fmla="*/ 14 w 7"/>
                <a:gd name="T5" fmla="*/ 36 h 7"/>
                <a:gd name="T6" fmla="*/ 0 w 7"/>
                <a:gd name="T7" fmla="*/ 21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2"/>
                    <a:pt x="6" y="3"/>
                  </a:cubicBezTo>
                  <a:cubicBezTo>
                    <a:pt x="7" y="5"/>
                    <a:pt x="5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95" name="Freeform 3174">
              <a:extLst>
                <a:ext uri="{FF2B5EF4-FFF2-40B4-BE49-F238E27FC236}">
                  <a16:creationId xmlns:a16="http://schemas.microsoft.com/office/drawing/2014/main" id="{5AD5F19D-4E65-49C0-BFE4-C0F86CC49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924"/>
              <a:ext cx="11" cy="12"/>
            </a:xfrm>
            <a:custGeom>
              <a:avLst/>
              <a:gdLst>
                <a:gd name="T0" fmla="*/ 13 w 7"/>
                <a:gd name="T1" fmla="*/ 0 h 7"/>
                <a:gd name="T2" fmla="*/ 22 w 7"/>
                <a:gd name="T3" fmla="*/ 15 h 7"/>
                <a:gd name="T4" fmla="*/ 14 w 7"/>
                <a:gd name="T5" fmla="*/ 36 h 7"/>
                <a:gd name="T6" fmla="*/ 0 w 7"/>
                <a:gd name="T7" fmla="*/ 21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2"/>
                    <a:pt x="6" y="3"/>
                  </a:cubicBezTo>
                  <a:cubicBezTo>
                    <a:pt x="7" y="5"/>
                    <a:pt x="5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96" name="Freeform 3175">
              <a:extLst>
                <a:ext uri="{FF2B5EF4-FFF2-40B4-BE49-F238E27FC236}">
                  <a16:creationId xmlns:a16="http://schemas.microsoft.com/office/drawing/2014/main" id="{44009513-9C56-4FC2-8037-9EF7D1263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901"/>
              <a:ext cx="10" cy="12"/>
            </a:xfrm>
            <a:custGeom>
              <a:avLst/>
              <a:gdLst>
                <a:gd name="T0" fmla="*/ 13 w 6"/>
                <a:gd name="T1" fmla="*/ 0 h 7"/>
                <a:gd name="T2" fmla="*/ 28 w 6"/>
                <a:gd name="T3" fmla="*/ 15 h 7"/>
                <a:gd name="T4" fmla="*/ 13 w 6"/>
                <a:gd name="T5" fmla="*/ 29 h 7"/>
                <a:gd name="T6" fmla="*/ 0 w 6"/>
                <a:gd name="T7" fmla="*/ 21 h 7"/>
                <a:gd name="T8" fmla="*/ 13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97" name="Freeform 3176">
              <a:extLst>
                <a:ext uri="{FF2B5EF4-FFF2-40B4-BE49-F238E27FC236}">
                  <a16:creationId xmlns:a16="http://schemas.microsoft.com/office/drawing/2014/main" id="{7E1ADB2A-61B7-48F9-97D0-4B049E3E8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898"/>
              <a:ext cx="11" cy="10"/>
            </a:xfrm>
            <a:custGeom>
              <a:avLst/>
              <a:gdLst>
                <a:gd name="T0" fmla="*/ 13 w 7"/>
                <a:gd name="T1" fmla="*/ 0 h 6"/>
                <a:gd name="T2" fmla="*/ 27 w 7"/>
                <a:gd name="T3" fmla="*/ 13 h 6"/>
                <a:gd name="T4" fmla="*/ 14 w 7"/>
                <a:gd name="T5" fmla="*/ 28 h 6"/>
                <a:gd name="T6" fmla="*/ 0 w 7"/>
                <a:gd name="T7" fmla="*/ 13 h 6"/>
                <a:gd name="T8" fmla="*/ 13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98" name="Freeform 3177">
              <a:extLst>
                <a:ext uri="{FF2B5EF4-FFF2-40B4-BE49-F238E27FC236}">
                  <a16:creationId xmlns:a16="http://schemas.microsoft.com/office/drawing/2014/main" id="{16435961-CF3D-4884-9671-195E32166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874"/>
              <a:ext cx="9" cy="12"/>
            </a:xfrm>
            <a:custGeom>
              <a:avLst/>
              <a:gdLst>
                <a:gd name="T0" fmla="*/ 12 w 6"/>
                <a:gd name="T1" fmla="*/ 0 h 7"/>
                <a:gd name="T2" fmla="*/ 21 w 6"/>
                <a:gd name="T3" fmla="*/ 15 h 7"/>
                <a:gd name="T4" fmla="*/ 12 w 6"/>
                <a:gd name="T5" fmla="*/ 29 h 7"/>
                <a:gd name="T6" fmla="*/ 0 w 6"/>
                <a:gd name="T7" fmla="*/ 21 h 7"/>
                <a:gd name="T8" fmla="*/ 12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99" name="Freeform 3178">
              <a:extLst>
                <a:ext uri="{FF2B5EF4-FFF2-40B4-BE49-F238E27FC236}">
                  <a16:creationId xmlns:a16="http://schemas.microsoft.com/office/drawing/2014/main" id="{F583F0EA-6EB2-4FF4-B8C7-32242DEA0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861"/>
              <a:ext cx="9" cy="10"/>
            </a:xfrm>
            <a:custGeom>
              <a:avLst/>
              <a:gdLst>
                <a:gd name="T0" fmla="*/ 12 w 6"/>
                <a:gd name="T1" fmla="*/ 0 h 6"/>
                <a:gd name="T2" fmla="*/ 21 w 6"/>
                <a:gd name="T3" fmla="*/ 13 h 6"/>
                <a:gd name="T4" fmla="*/ 12 w 6"/>
                <a:gd name="T5" fmla="*/ 28 h 6"/>
                <a:gd name="T6" fmla="*/ 0 w 6"/>
                <a:gd name="T7" fmla="*/ 13 h 6"/>
                <a:gd name="T8" fmla="*/ 12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00" name="Freeform 3179">
              <a:extLst>
                <a:ext uri="{FF2B5EF4-FFF2-40B4-BE49-F238E27FC236}">
                  <a16:creationId xmlns:a16="http://schemas.microsoft.com/office/drawing/2014/main" id="{4E4D9FAF-5347-438D-920E-04BA3E3F3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855"/>
              <a:ext cx="11" cy="11"/>
            </a:xfrm>
            <a:custGeom>
              <a:avLst/>
              <a:gdLst>
                <a:gd name="T0" fmla="*/ 13 w 7"/>
                <a:gd name="T1" fmla="*/ 0 h 7"/>
                <a:gd name="T2" fmla="*/ 27 w 7"/>
                <a:gd name="T3" fmla="*/ 13 h 7"/>
                <a:gd name="T4" fmla="*/ 14 w 7"/>
                <a:gd name="T5" fmla="*/ 27 h 7"/>
                <a:gd name="T6" fmla="*/ 0 w 7"/>
                <a:gd name="T7" fmla="*/ 14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2"/>
                    <a:pt x="7" y="3"/>
                  </a:cubicBezTo>
                  <a:cubicBezTo>
                    <a:pt x="7" y="5"/>
                    <a:pt x="6" y="7"/>
                    <a:pt x="4" y="7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01" name="Freeform 3180">
              <a:extLst>
                <a:ext uri="{FF2B5EF4-FFF2-40B4-BE49-F238E27FC236}">
                  <a16:creationId xmlns:a16="http://schemas.microsoft.com/office/drawing/2014/main" id="{5F3EDA96-B0FC-4417-A1AA-C979AAA7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831"/>
              <a:ext cx="10" cy="12"/>
            </a:xfrm>
            <a:custGeom>
              <a:avLst/>
              <a:gdLst>
                <a:gd name="T0" fmla="*/ 9 w 7"/>
                <a:gd name="T1" fmla="*/ 0 h 7"/>
                <a:gd name="T2" fmla="*/ 19 w 7"/>
                <a:gd name="T3" fmla="*/ 15 h 7"/>
                <a:gd name="T4" fmla="*/ 13 w 7"/>
                <a:gd name="T5" fmla="*/ 36 h 7"/>
                <a:gd name="T6" fmla="*/ 0 w 7"/>
                <a:gd name="T7" fmla="*/ 21 h 7"/>
                <a:gd name="T8" fmla="*/ 9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2"/>
                    <a:pt x="6" y="3"/>
                  </a:cubicBezTo>
                  <a:cubicBezTo>
                    <a:pt x="7" y="5"/>
                    <a:pt x="5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02" name="Freeform 3181">
              <a:extLst>
                <a:ext uri="{FF2B5EF4-FFF2-40B4-BE49-F238E27FC236}">
                  <a16:creationId xmlns:a16="http://schemas.microsoft.com/office/drawing/2014/main" id="{0EA96BB2-F3BC-4C1C-8D12-FCD8042C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813"/>
              <a:ext cx="9" cy="12"/>
            </a:xfrm>
            <a:custGeom>
              <a:avLst/>
              <a:gdLst>
                <a:gd name="T0" fmla="*/ 12 w 6"/>
                <a:gd name="T1" fmla="*/ 0 h 7"/>
                <a:gd name="T2" fmla="*/ 21 w 6"/>
                <a:gd name="T3" fmla="*/ 15 h 7"/>
                <a:gd name="T4" fmla="*/ 12 w 6"/>
                <a:gd name="T5" fmla="*/ 36 h 7"/>
                <a:gd name="T6" fmla="*/ 0 w 6"/>
                <a:gd name="T7" fmla="*/ 21 h 7"/>
                <a:gd name="T8" fmla="*/ 12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4" y="0"/>
                    <a:pt x="6" y="2"/>
                    <a:pt x="6" y="3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03" name="Freeform 3182">
              <a:extLst>
                <a:ext uri="{FF2B5EF4-FFF2-40B4-BE49-F238E27FC236}">
                  <a16:creationId xmlns:a16="http://schemas.microsoft.com/office/drawing/2014/main" id="{6D09F800-E205-48EA-8FB7-FF66C4465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806"/>
              <a:ext cx="11" cy="12"/>
            </a:xfrm>
            <a:custGeom>
              <a:avLst/>
              <a:gdLst>
                <a:gd name="T0" fmla="*/ 13 w 7"/>
                <a:gd name="T1" fmla="*/ 0 h 7"/>
                <a:gd name="T2" fmla="*/ 27 w 7"/>
                <a:gd name="T3" fmla="*/ 15 h 7"/>
                <a:gd name="T4" fmla="*/ 14 w 7"/>
                <a:gd name="T5" fmla="*/ 29 h 7"/>
                <a:gd name="T6" fmla="*/ 0 w 7"/>
                <a:gd name="T7" fmla="*/ 21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5"/>
                    <a:pt x="6" y="6"/>
                    <a:pt x="4" y="6"/>
                  </a:cubicBezTo>
                  <a:cubicBezTo>
                    <a:pt x="2" y="7"/>
                    <a:pt x="1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04" name="Freeform 3183">
              <a:extLst>
                <a:ext uri="{FF2B5EF4-FFF2-40B4-BE49-F238E27FC236}">
                  <a16:creationId xmlns:a16="http://schemas.microsoft.com/office/drawing/2014/main" id="{0DA02565-4498-491F-B3BD-A2BEE3065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787"/>
              <a:ext cx="11" cy="11"/>
            </a:xfrm>
            <a:custGeom>
              <a:avLst/>
              <a:gdLst>
                <a:gd name="T0" fmla="*/ 13 w 7"/>
                <a:gd name="T1" fmla="*/ 0 h 7"/>
                <a:gd name="T2" fmla="*/ 27 w 7"/>
                <a:gd name="T3" fmla="*/ 13 h 7"/>
                <a:gd name="T4" fmla="*/ 14 w 7"/>
                <a:gd name="T5" fmla="*/ 22 h 7"/>
                <a:gd name="T6" fmla="*/ 0 w 7"/>
                <a:gd name="T7" fmla="*/ 14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5"/>
                    <a:pt x="6" y="6"/>
                    <a:pt x="4" y="6"/>
                  </a:cubicBezTo>
                  <a:cubicBezTo>
                    <a:pt x="2" y="7"/>
                    <a:pt x="1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05" name="Freeform 3184">
              <a:extLst>
                <a:ext uri="{FF2B5EF4-FFF2-40B4-BE49-F238E27FC236}">
                  <a16:creationId xmlns:a16="http://schemas.microsoft.com/office/drawing/2014/main" id="{924F8771-A8F5-4619-BBD9-65570C8BC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775"/>
              <a:ext cx="11" cy="12"/>
            </a:xfrm>
            <a:custGeom>
              <a:avLst/>
              <a:gdLst>
                <a:gd name="T0" fmla="*/ 13 w 7"/>
                <a:gd name="T1" fmla="*/ 0 h 7"/>
                <a:gd name="T2" fmla="*/ 27 w 7"/>
                <a:gd name="T3" fmla="*/ 15 h 7"/>
                <a:gd name="T4" fmla="*/ 14 w 7"/>
                <a:gd name="T5" fmla="*/ 36 h 7"/>
                <a:gd name="T6" fmla="*/ 0 w 7"/>
                <a:gd name="T7" fmla="*/ 21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2"/>
                    <a:pt x="7" y="3"/>
                  </a:cubicBezTo>
                  <a:cubicBezTo>
                    <a:pt x="7" y="5"/>
                    <a:pt x="6" y="7"/>
                    <a:pt x="4" y="7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06" name="Freeform 3185">
              <a:extLst>
                <a:ext uri="{FF2B5EF4-FFF2-40B4-BE49-F238E27FC236}">
                  <a16:creationId xmlns:a16="http://schemas.microsoft.com/office/drawing/2014/main" id="{8D61AE77-861F-4C2E-98E2-3EB39A4B7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752"/>
              <a:ext cx="11" cy="11"/>
            </a:xfrm>
            <a:custGeom>
              <a:avLst/>
              <a:gdLst>
                <a:gd name="T0" fmla="*/ 13 w 7"/>
                <a:gd name="T1" fmla="*/ 0 h 7"/>
                <a:gd name="T2" fmla="*/ 27 w 7"/>
                <a:gd name="T3" fmla="*/ 13 h 7"/>
                <a:gd name="T4" fmla="*/ 14 w 7"/>
                <a:gd name="T5" fmla="*/ 22 h 7"/>
                <a:gd name="T6" fmla="*/ 0 w 7"/>
                <a:gd name="T7" fmla="*/ 14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5"/>
                    <a:pt x="6" y="6"/>
                    <a:pt x="4" y="6"/>
                  </a:cubicBezTo>
                  <a:cubicBezTo>
                    <a:pt x="2" y="7"/>
                    <a:pt x="1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07" name="Freeform 3186">
              <a:extLst>
                <a:ext uri="{FF2B5EF4-FFF2-40B4-BE49-F238E27FC236}">
                  <a16:creationId xmlns:a16="http://schemas.microsoft.com/office/drawing/2014/main" id="{C4ABC48B-F119-4AC6-8BC5-E4D7AD784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724"/>
              <a:ext cx="11" cy="10"/>
            </a:xfrm>
            <a:custGeom>
              <a:avLst/>
              <a:gdLst>
                <a:gd name="T0" fmla="*/ 13 w 7"/>
                <a:gd name="T1" fmla="*/ 0 h 6"/>
                <a:gd name="T2" fmla="*/ 22 w 7"/>
                <a:gd name="T3" fmla="*/ 13 h 6"/>
                <a:gd name="T4" fmla="*/ 14 w 7"/>
                <a:gd name="T5" fmla="*/ 28 h 6"/>
                <a:gd name="T6" fmla="*/ 0 w 7"/>
                <a:gd name="T7" fmla="*/ 13 h 6"/>
                <a:gd name="T8" fmla="*/ 13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4"/>
                    <a:pt x="5" y="6"/>
                    <a:pt x="4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08" name="Freeform 3187">
              <a:extLst>
                <a:ext uri="{FF2B5EF4-FFF2-40B4-BE49-F238E27FC236}">
                  <a16:creationId xmlns:a16="http://schemas.microsoft.com/office/drawing/2014/main" id="{39B9A876-5884-4992-BC09-88D791363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43"/>
              <a:ext cx="11" cy="12"/>
            </a:xfrm>
            <a:custGeom>
              <a:avLst/>
              <a:gdLst>
                <a:gd name="T0" fmla="*/ 13 w 7"/>
                <a:gd name="T1" fmla="*/ 0 h 7"/>
                <a:gd name="T2" fmla="*/ 22 w 7"/>
                <a:gd name="T3" fmla="*/ 15 h 7"/>
                <a:gd name="T4" fmla="*/ 14 w 7"/>
                <a:gd name="T5" fmla="*/ 29 h 7"/>
                <a:gd name="T6" fmla="*/ 0 w 7"/>
                <a:gd name="T7" fmla="*/ 21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5"/>
                    <a:pt x="5" y="6"/>
                    <a:pt x="4" y="6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09" name="Freeform 3188">
              <a:extLst>
                <a:ext uri="{FF2B5EF4-FFF2-40B4-BE49-F238E27FC236}">
                  <a16:creationId xmlns:a16="http://schemas.microsoft.com/office/drawing/2014/main" id="{29D31956-4C99-4F9D-A0E9-7BAC36D92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684"/>
              <a:ext cx="11" cy="10"/>
            </a:xfrm>
            <a:custGeom>
              <a:avLst/>
              <a:gdLst>
                <a:gd name="T0" fmla="*/ 13 w 7"/>
                <a:gd name="T1" fmla="*/ 0 h 6"/>
                <a:gd name="T2" fmla="*/ 22 w 7"/>
                <a:gd name="T3" fmla="*/ 13 h 6"/>
                <a:gd name="T4" fmla="*/ 14 w 7"/>
                <a:gd name="T5" fmla="*/ 28 h 6"/>
                <a:gd name="T6" fmla="*/ 0 w 7"/>
                <a:gd name="T7" fmla="*/ 13 h 6"/>
                <a:gd name="T8" fmla="*/ 13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4"/>
                    <a:pt x="5" y="6"/>
                    <a:pt x="4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10" name="Freeform 3189">
              <a:extLst>
                <a:ext uri="{FF2B5EF4-FFF2-40B4-BE49-F238E27FC236}">
                  <a16:creationId xmlns:a16="http://schemas.microsoft.com/office/drawing/2014/main" id="{24904FDA-D867-4E26-A937-7665B29A8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682"/>
              <a:ext cx="9" cy="10"/>
            </a:xfrm>
            <a:custGeom>
              <a:avLst/>
              <a:gdLst>
                <a:gd name="T0" fmla="*/ 12 w 6"/>
                <a:gd name="T1" fmla="*/ 0 h 6"/>
                <a:gd name="T2" fmla="*/ 21 w 6"/>
                <a:gd name="T3" fmla="*/ 13 h 6"/>
                <a:gd name="T4" fmla="*/ 12 w 6"/>
                <a:gd name="T5" fmla="*/ 28 h 6"/>
                <a:gd name="T6" fmla="*/ 0 w 6"/>
                <a:gd name="T7" fmla="*/ 13 h 6"/>
                <a:gd name="T8" fmla="*/ 12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11" name="Freeform 3190">
              <a:extLst>
                <a:ext uri="{FF2B5EF4-FFF2-40B4-BE49-F238E27FC236}">
                  <a16:creationId xmlns:a16="http://schemas.microsoft.com/office/drawing/2014/main" id="{F1C1B48E-34B0-40AB-99BC-A2557AE27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707"/>
              <a:ext cx="9" cy="10"/>
            </a:xfrm>
            <a:custGeom>
              <a:avLst/>
              <a:gdLst>
                <a:gd name="T0" fmla="*/ 12 w 6"/>
                <a:gd name="T1" fmla="*/ 0 h 6"/>
                <a:gd name="T2" fmla="*/ 21 w 6"/>
                <a:gd name="T3" fmla="*/ 13 h 6"/>
                <a:gd name="T4" fmla="*/ 12 w 6"/>
                <a:gd name="T5" fmla="*/ 28 h 6"/>
                <a:gd name="T6" fmla="*/ 0 w 6"/>
                <a:gd name="T7" fmla="*/ 13 h 6"/>
                <a:gd name="T8" fmla="*/ 12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12" name="Freeform 3191">
              <a:extLst>
                <a:ext uri="{FF2B5EF4-FFF2-40B4-BE49-F238E27FC236}">
                  <a16:creationId xmlns:a16="http://schemas.microsoft.com/office/drawing/2014/main" id="{8EC127DB-1828-4D13-87F0-C5150CB22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725"/>
              <a:ext cx="11" cy="10"/>
            </a:xfrm>
            <a:custGeom>
              <a:avLst/>
              <a:gdLst>
                <a:gd name="T0" fmla="*/ 13 w 7"/>
                <a:gd name="T1" fmla="*/ 0 h 6"/>
                <a:gd name="T2" fmla="*/ 27 w 7"/>
                <a:gd name="T3" fmla="*/ 13 h 6"/>
                <a:gd name="T4" fmla="*/ 14 w 7"/>
                <a:gd name="T5" fmla="*/ 28 h 6"/>
                <a:gd name="T6" fmla="*/ 0 w 7"/>
                <a:gd name="T7" fmla="*/ 13 h 6"/>
                <a:gd name="T8" fmla="*/ 13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13" name="Freeform 3192">
              <a:extLst>
                <a:ext uri="{FF2B5EF4-FFF2-40B4-BE49-F238E27FC236}">
                  <a16:creationId xmlns:a16="http://schemas.microsoft.com/office/drawing/2014/main" id="{F6141A99-2C26-4905-AC77-12E77246C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765"/>
              <a:ext cx="10" cy="12"/>
            </a:xfrm>
            <a:custGeom>
              <a:avLst/>
              <a:gdLst>
                <a:gd name="T0" fmla="*/ 9 w 7"/>
                <a:gd name="T1" fmla="*/ 0 h 7"/>
                <a:gd name="T2" fmla="*/ 20 w 7"/>
                <a:gd name="T3" fmla="*/ 15 h 7"/>
                <a:gd name="T4" fmla="*/ 13 w 7"/>
                <a:gd name="T5" fmla="*/ 36 h 7"/>
                <a:gd name="T6" fmla="*/ 0 w 7"/>
                <a:gd name="T7" fmla="*/ 21 h 7"/>
                <a:gd name="T8" fmla="*/ 9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2"/>
                    <a:pt x="7" y="3"/>
                  </a:cubicBezTo>
                  <a:cubicBezTo>
                    <a:pt x="7" y="5"/>
                    <a:pt x="6" y="7"/>
                    <a:pt x="4" y="7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14" name="Freeform 3193">
              <a:extLst>
                <a:ext uri="{FF2B5EF4-FFF2-40B4-BE49-F238E27FC236}">
                  <a16:creationId xmlns:a16="http://schemas.microsoft.com/office/drawing/2014/main" id="{7B93C0C7-04B1-469B-9AB6-4C5DDAC4D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826"/>
              <a:ext cx="9" cy="10"/>
            </a:xfrm>
            <a:custGeom>
              <a:avLst/>
              <a:gdLst>
                <a:gd name="T0" fmla="*/ 12 w 6"/>
                <a:gd name="T1" fmla="*/ 0 h 6"/>
                <a:gd name="T2" fmla="*/ 21 w 6"/>
                <a:gd name="T3" fmla="*/ 13 h 6"/>
                <a:gd name="T4" fmla="*/ 12 w 6"/>
                <a:gd name="T5" fmla="*/ 28 h 6"/>
                <a:gd name="T6" fmla="*/ 0 w 6"/>
                <a:gd name="T7" fmla="*/ 13 h 6"/>
                <a:gd name="T8" fmla="*/ 12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15" name="Freeform 3194">
              <a:extLst>
                <a:ext uri="{FF2B5EF4-FFF2-40B4-BE49-F238E27FC236}">
                  <a16:creationId xmlns:a16="http://schemas.microsoft.com/office/drawing/2014/main" id="{AFF56434-21C5-4FCC-9EE9-945A97E5F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843"/>
              <a:ext cx="11" cy="10"/>
            </a:xfrm>
            <a:custGeom>
              <a:avLst/>
              <a:gdLst>
                <a:gd name="T0" fmla="*/ 13 w 7"/>
                <a:gd name="T1" fmla="*/ 0 h 6"/>
                <a:gd name="T2" fmla="*/ 22 w 7"/>
                <a:gd name="T3" fmla="*/ 13 h 6"/>
                <a:gd name="T4" fmla="*/ 14 w 7"/>
                <a:gd name="T5" fmla="*/ 28 h 6"/>
                <a:gd name="T6" fmla="*/ 0 w 7"/>
                <a:gd name="T7" fmla="*/ 13 h 6"/>
                <a:gd name="T8" fmla="*/ 13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4"/>
                    <a:pt x="5" y="6"/>
                    <a:pt x="4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16" name="Freeform 3195">
              <a:extLst>
                <a:ext uri="{FF2B5EF4-FFF2-40B4-BE49-F238E27FC236}">
                  <a16:creationId xmlns:a16="http://schemas.microsoft.com/office/drawing/2014/main" id="{92172546-E443-4A63-916F-9C4EC4243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846"/>
              <a:ext cx="10" cy="12"/>
            </a:xfrm>
            <a:custGeom>
              <a:avLst/>
              <a:gdLst>
                <a:gd name="T0" fmla="*/ 13 w 6"/>
                <a:gd name="T1" fmla="*/ 0 h 7"/>
                <a:gd name="T2" fmla="*/ 28 w 6"/>
                <a:gd name="T3" fmla="*/ 15 h 7"/>
                <a:gd name="T4" fmla="*/ 13 w 6"/>
                <a:gd name="T5" fmla="*/ 29 h 7"/>
                <a:gd name="T6" fmla="*/ 0 w 6"/>
                <a:gd name="T7" fmla="*/ 21 h 7"/>
                <a:gd name="T8" fmla="*/ 13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17" name="Freeform 3196">
              <a:extLst>
                <a:ext uri="{FF2B5EF4-FFF2-40B4-BE49-F238E27FC236}">
                  <a16:creationId xmlns:a16="http://schemas.microsoft.com/office/drawing/2014/main" id="{87D660CA-CBCF-4B36-AEE0-38EA58197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878"/>
              <a:ext cx="11" cy="11"/>
            </a:xfrm>
            <a:custGeom>
              <a:avLst/>
              <a:gdLst>
                <a:gd name="T0" fmla="*/ 13 w 7"/>
                <a:gd name="T1" fmla="*/ 0 h 7"/>
                <a:gd name="T2" fmla="*/ 22 w 7"/>
                <a:gd name="T3" fmla="*/ 13 h 7"/>
                <a:gd name="T4" fmla="*/ 14 w 7"/>
                <a:gd name="T5" fmla="*/ 22 h 7"/>
                <a:gd name="T6" fmla="*/ 0 w 7"/>
                <a:gd name="T7" fmla="*/ 14 h 7"/>
                <a:gd name="T8" fmla="*/ 13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5"/>
                    <a:pt x="5" y="6"/>
                    <a:pt x="4" y="6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18" name="Freeform 3197">
              <a:extLst>
                <a:ext uri="{FF2B5EF4-FFF2-40B4-BE49-F238E27FC236}">
                  <a16:creationId xmlns:a16="http://schemas.microsoft.com/office/drawing/2014/main" id="{7BFFF0DF-A455-4AFE-BF02-BC303A328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884"/>
              <a:ext cx="9" cy="12"/>
            </a:xfrm>
            <a:custGeom>
              <a:avLst/>
              <a:gdLst>
                <a:gd name="T0" fmla="*/ 12 w 6"/>
                <a:gd name="T1" fmla="*/ 0 h 7"/>
                <a:gd name="T2" fmla="*/ 21 w 6"/>
                <a:gd name="T3" fmla="*/ 15 h 7"/>
                <a:gd name="T4" fmla="*/ 12 w 6"/>
                <a:gd name="T5" fmla="*/ 29 h 7"/>
                <a:gd name="T6" fmla="*/ 0 w 6"/>
                <a:gd name="T7" fmla="*/ 21 h 7"/>
                <a:gd name="T8" fmla="*/ 12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19" name="Freeform 3198">
              <a:extLst>
                <a:ext uri="{FF2B5EF4-FFF2-40B4-BE49-F238E27FC236}">
                  <a16:creationId xmlns:a16="http://schemas.microsoft.com/office/drawing/2014/main" id="{2193F7DF-2C84-4680-9874-4EA6EFCDC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865"/>
              <a:ext cx="10" cy="11"/>
            </a:xfrm>
            <a:custGeom>
              <a:avLst/>
              <a:gdLst>
                <a:gd name="T0" fmla="*/ 9 w 7"/>
                <a:gd name="T1" fmla="*/ 0 h 7"/>
                <a:gd name="T2" fmla="*/ 19 w 7"/>
                <a:gd name="T3" fmla="*/ 13 h 7"/>
                <a:gd name="T4" fmla="*/ 13 w 7"/>
                <a:gd name="T5" fmla="*/ 27 h 7"/>
                <a:gd name="T6" fmla="*/ 0 w 7"/>
                <a:gd name="T7" fmla="*/ 14 h 7"/>
                <a:gd name="T8" fmla="*/ 9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6" y="2"/>
                    <a:pt x="6" y="3"/>
                  </a:cubicBezTo>
                  <a:cubicBezTo>
                    <a:pt x="7" y="5"/>
                    <a:pt x="5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20" name="Freeform 3199">
              <a:extLst>
                <a:ext uri="{FF2B5EF4-FFF2-40B4-BE49-F238E27FC236}">
                  <a16:creationId xmlns:a16="http://schemas.microsoft.com/office/drawing/2014/main" id="{FC985D3A-2617-4BE3-95B2-968634D18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901"/>
              <a:ext cx="9" cy="12"/>
            </a:xfrm>
            <a:custGeom>
              <a:avLst/>
              <a:gdLst>
                <a:gd name="T0" fmla="*/ 12 w 6"/>
                <a:gd name="T1" fmla="*/ 0 h 7"/>
                <a:gd name="T2" fmla="*/ 21 w 6"/>
                <a:gd name="T3" fmla="*/ 15 h 7"/>
                <a:gd name="T4" fmla="*/ 12 w 6"/>
                <a:gd name="T5" fmla="*/ 36 h 7"/>
                <a:gd name="T6" fmla="*/ 0 w 6"/>
                <a:gd name="T7" fmla="*/ 21 h 7"/>
                <a:gd name="T8" fmla="*/ 12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4" y="0"/>
                    <a:pt x="6" y="2"/>
                    <a:pt x="6" y="3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21" name="Freeform 3200">
              <a:extLst>
                <a:ext uri="{FF2B5EF4-FFF2-40B4-BE49-F238E27FC236}">
                  <a16:creationId xmlns:a16="http://schemas.microsoft.com/office/drawing/2014/main" id="{35748C4A-6231-4063-86D9-371D89AC4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911"/>
              <a:ext cx="11" cy="10"/>
            </a:xfrm>
            <a:custGeom>
              <a:avLst/>
              <a:gdLst>
                <a:gd name="T0" fmla="*/ 13 w 7"/>
                <a:gd name="T1" fmla="*/ 0 h 6"/>
                <a:gd name="T2" fmla="*/ 22 w 7"/>
                <a:gd name="T3" fmla="*/ 13 h 6"/>
                <a:gd name="T4" fmla="*/ 14 w 7"/>
                <a:gd name="T5" fmla="*/ 28 h 6"/>
                <a:gd name="T6" fmla="*/ 0 w 7"/>
                <a:gd name="T7" fmla="*/ 13 h 6"/>
                <a:gd name="T8" fmla="*/ 13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6" y="1"/>
                    <a:pt x="6" y="3"/>
                  </a:cubicBezTo>
                  <a:cubicBezTo>
                    <a:pt x="7" y="4"/>
                    <a:pt x="5" y="6"/>
                    <a:pt x="4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22" name="Freeform 3201">
              <a:extLst>
                <a:ext uri="{FF2B5EF4-FFF2-40B4-BE49-F238E27FC236}">
                  <a16:creationId xmlns:a16="http://schemas.microsoft.com/office/drawing/2014/main" id="{25680C2D-41FD-4A12-8AFE-7B5489425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936"/>
              <a:ext cx="10" cy="10"/>
            </a:xfrm>
            <a:custGeom>
              <a:avLst/>
              <a:gdLst>
                <a:gd name="T0" fmla="*/ 9 w 7"/>
                <a:gd name="T1" fmla="*/ 0 h 6"/>
                <a:gd name="T2" fmla="*/ 20 w 7"/>
                <a:gd name="T3" fmla="*/ 13 h 6"/>
                <a:gd name="T4" fmla="*/ 13 w 7"/>
                <a:gd name="T5" fmla="*/ 28 h 6"/>
                <a:gd name="T6" fmla="*/ 0 w 7"/>
                <a:gd name="T7" fmla="*/ 13 h 6"/>
                <a:gd name="T8" fmla="*/ 9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23" name="Freeform 3202">
              <a:extLst>
                <a:ext uri="{FF2B5EF4-FFF2-40B4-BE49-F238E27FC236}">
                  <a16:creationId xmlns:a16="http://schemas.microsoft.com/office/drawing/2014/main" id="{A2488C77-CC05-4BD2-ABB1-F10E66A82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921"/>
              <a:ext cx="10" cy="12"/>
            </a:xfrm>
            <a:custGeom>
              <a:avLst/>
              <a:gdLst>
                <a:gd name="T0" fmla="*/ 9 w 7"/>
                <a:gd name="T1" fmla="*/ 0 h 7"/>
                <a:gd name="T2" fmla="*/ 20 w 7"/>
                <a:gd name="T3" fmla="*/ 15 h 7"/>
                <a:gd name="T4" fmla="*/ 13 w 7"/>
                <a:gd name="T5" fmla="*/ 36 h 7"/>
                <a:gd name="T6" fmla="*/ 0 w 7"/>
                <a:gd name="T7" fmla="*/ 21 h 7"/>
                <a:gd name="T8" fmla="*/ 9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2"/>
                    <a:pt x="7" y="3"/>
                  </a:cubicBezTo>
                  <a:cubicBezTo>
                    <a:pt x="7" y="5"/>
                    <a:pt x="6" y="7"/>
                    <a:pt x="4" y="7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24" name="Freeform 3203">
              <a:extLst>
                <a:ext uri="{FF2B5EF4-FFF2-40B4-BE49-F238E27FC236}">
                  <a16:creationId xmlns:a16="http://schemas.microsoft.com/office/drawing/2014/main" id="{ACF063D6-DA99-435E-B8EC-F265FBE51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904"/>
              <a:ext cx="10" cy="10"/>
            </a:xfrm>
            <a:custGeom>
              <a:avLst/>
              <a:gdLst>
                <a:gd name="T0" fmla="*/ 9 w 7"/>
                <a:gd name="T1" fmla="*/ 0 h 6"/>
                <a:gd name="T2" fmla="*/ 20 w 7"/>
                <a:gd name="T3" fmla="*/ 13 h 6"/>
                <a:gd name="T4" fmla="*/ 13 w 7"/>
                <a:gd name="T5" fmla="*/ 28 h 6"/>
                <a:gd name="T6" fmla="*/ 0 w 7"/>
                <a:gd name="T7" fmla="*/ 13 h 6"/>
                <a:gd name="T8" fmla="*/ 9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0"/>
                    <a:pt x="7" y="1"/>
                    <a:pt x="7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1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>
            <a:extLst>
              <a:ext uri="{FF2B5EF4-FFF2-40B4-BE49-F238E27FC236}">
                <a16:creationId xmlns:a16="http://schemas.microsoft.com/office/drawing/2014/main" id="{71E5F4BF-427E-4B1A-A99D-65C0A02CDBB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Alzheimer disease</a:t>
            </a:r>
          </a:p>
        </p:txBody>
      </p:sp>
      <p:grpSp>
        <p:nvGrpSpPr>
          <p:cNvPr id="82946" name="alzheimer-disease-brain-coronal-section">
            <a:extLst>
              <a:ext uri="{FF2B5EF4-FFF2-40B4-BE49-F238E27FC236}">
                <a16:creationId xmlns:a16="http://schemas.microsoft.com/office/drawing/2014/main" id="{D568684F-75B7-4A77-B7F9-18099201F270}"/>
              </a:ext>
            </a:extLst>
          </p:cNvPr>
          <p:cNvGrpSpPr>
            <a:grpSpLocks/>
          </p:cNvGrpSpPr>
          <p:nvPr/>
        </p:nvGrpSpPr>
        <p:grpSpPr bwMode="auto">
          <a:xfrm>
            <a:off x="2093913" y="1814513"/>
            <a:ext cx="3916362" cy="3509962"/>
            <a:chOff x="359" y="981"/>
            <a:chExt cx="2467" cy="2211"/>
          </a:xfrm>
        </p:grpSpPr>
        <p:sp>
          <p:nvSpPr>
            <p:cNvPr id="83043" name="Freeform 4">
              <a:extLst>
                <a:ext uri="{FF2B5EF4-FFF2-40B4-BE49-F238E27FC236}">
                  <a16:creationId xmlns:a16="http://schemas.microsoft.com/office/drawing/2014/main" id="{DF9A0022-5D0C-4C20-8E1A-144C347387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" y="981"/>
              <a:ext cx="2467" cy="2211"/>
            </a:xfrm>
            <a:custGeom>
              <a:avLst/>
              <a:gdLst>
                <a:gd name="T0" fmla="*/ 14807 w 987"/>
                <a:gd name="T1" fmla="*/ 7113 h 829"/>
                <a:gd name="T2" fmla="*/ 14057 w 987"/>
                <a:gd name="T3" fmla="*/ 5577 h 829"/>
                <a:gd name="T4" fmla="*/ 13662 w 987"/>
                <a:gd name="T5" fmla="*/ 3473 h 829"/>
                <a:gd name="T6" fmla="*/ 12028 w 987"/>
                <a:gd name="T7" fmla="*/ 1742 h 829"/>
                <a:gd name="T8" fmla="*/ 10153 w 987"/>
                <a:gd name="T9" fmla="*/ 760 h 829"/>
                <a:gd name="T10" fmla="*/ 8041 w 987"/>
                <a:gd name="T11" fmla="*/ 2014 h 829"/>
                <a:gd name="T12" fmla="*/ 7821 w 987"/>
                <a:gd name="T13" fmla="*/ 4347 h 829"/>
                <a:gd name="T14" fmla="*/ 8133 w 987"/>
                <a:gd name="T15" fmla="*/ 5350 h 829"/>
                <a:gd name="T16" fmla="*/ 7696 w 987"/>
                <a:gd name="T17" fmla="*/ 4459 h 829"/>
                <a:gd name="T18" fmla="*/ 7384 w 987"/>
                <a:gd name="T19" fmla="*/ 2368 h 829"/>
                <a:gd name="T20" fmla="*/ 5666 w 987"/>
                <a:gd name="T21" fmla="*/ 1878 h 829"/>
                <a:gd name="T22" fmla="*/ 3479 w 987"/>
                <a:gd name="T23" fmla="*/ 1878 h 829"/>
                <a:gd name="T24" fmla="*/ 2949 w 987"/>
                <a:gd name="T25" fmla="*/ 3323 h 829"/>
                <a:gd name="T26" fmla="*/ 3012 w 987"/>
                <a:gd name="T27" fmla="*/ 4289 h 829"/>
                <a:gd name="T28" fmla="*/ 1950 w 987"/>
                <a:gd name="T29" fmla="*/ 3166 h 829"/>
                <a:gd name="T30" fmla="*/ 687 w 987"/>
                <a:gd name="T31" fmla="*/ 5577 h 829"/>
                <a:gd name="T32" fmla="*/ 1342 w 987"/>
                <a:gd name="T33" fmla="*/ 8329 h 829"/>
                <a:gd name="T34" fmla="*/ 1200 w 987"/>
                <a:gd name="T35" fmla="*/ 10607 h 829"/>
                <a:gd name="T36" fmla="*/ 2854 w 987"/>
                <a:gd name="T37" fmla="*/ 8535 h 829"/>
                <a:gd name="T38" fmla="*/ 2999 w 987"/>
                <a:gd name="T39" fmla="*/ 11708 h 829"/>
                <a:gd name="T40" fmla="*/ 687 w 987"/>
                <a:gd name="T41" fmla="*/ 12506 h 829"/>
                <a:gd name="T42" fmla="*/ 2562 w 987"/>
                <a:gd name="T43" fmla="*/ 15386 h 829"/>
                <a:gd name="T44" fmla="*/ 5841 w 987"/>
                <a:gd name="T45" fmla="*/ 14282 h 829"/>
                <a:gd name="T46" fmla="*/ 5261 w 987"/>
                <a:gd name="T47" fmla="*/ 12826 h 829"/>
                <a:gd name="T48" fmla="*/ 7196 w 987"/>
                <a:gd name="T49" fmla="*/ 12733 h 829"/>
                <a:gd name="T50" fmla="*/ 7433 w 987"/>
                <a:gd name="T51" fmla="*/ 12690 h 829"/>
                <a:gd name="T52" fmla="*/ 8216 w 987"/>
                <a:gd name="T53" fmla="*/ 12690 h 829"/>
                <a:gd name="T54" fmla="*/ 9091 w 987"/>
                <a:gd name="T55" fmla="*/ 12221 h 829"/>
                <a:gd name="T56" fmla="*/ 10965 w 987"/>
                <a:gd name="T57" fmla="*/ 12789 h 829"/>
                <a:gd name="T58" fmla="*/ 10995 w 987"/>
                <a:gd name="T59" fmla="*/ 15613 h 829"/>
                <a:gd name="T60" fmla="*/ 13537 w 987"/>
                <a:gd name="T61" fmla="*/ 14384 h 829"/>
                <a:gd name="T62" fmla="*/ 14632 w 987"/>
                <a:gd name="T63" fmla="*/ 11060 h 829"/>
                <a:gd name="T64" fmla="*/ 12712 w 987"/>
                <a:gd name="T65" fmla="*/ 12178 h 829"/>
                <a:gd name="T66" fmla="*/ 12995 w 987"/>
                <a:gd name="T67" fmla="*/ 9732 h 829"/>
                <a:gd name="T68" fmla="*/ 13682 w 987"/>
                <a:gd name="T69" fmla="*/ 8841 h 829"/>
                <a:gd name="T70" fmla="*/ 14337 w 987"/>
                <a:gd name="T71" fmla="*/ 10436 h 829"/>
                <a:gd name="T72" fmla="*/ 2749 w 987"/>
                <a:gd name="T73" fmla="*/ 2766 h 829"/>
                <a:gd name="T74" fmla="*/ 2749 w 987"/>
                <a:gd name="T75" fmla="*/ 2696 h 829"/>
                <a:gd name="T76" fmla="*/ 2749 w 987"/>
                <a:gd name="T77" fmla="*/ 2731 h 829"/>
                <a:gd name="T78" fmla="*/ 3092 w 987"/>
                <a:gd name="T79" fmla="*/ 4233 h 829"/>
                <a:gd name="T80" fmla="*/ 3124 w 987"/>
                <a:gd name="T81" fmla="*/ 4190 h 829"/>
                <a:gd name="T82" fmla="*/ 3012 w 987"/>
                <a:gd name="T83" fmla="*/ 4289 h 829"/>
                <a:gd name="T84" fmla="*/ 3124 w 987"/>
                <a:gd name="T85" fmla="*/ 4190 h 829"/>
                <a:gd name="T86" fmla="*/ 3154 w 987"/>
                <a:gd name="T87" fmla="*/ 4155 h 829"/>
                <a:gd name="T88" fmla="*/ 3199 w 987"/>
                <a:gd name="T89" fmla="*/ 4075 h 829"/>
                <a:gd name="T90" fmla="*/ 3217 w 987"/>
                <a:gd name="T91" fmla="*/ 4062 h 829"/>
                <a:gd name="T92" fmla="*/ 3229 w 987"/>
                <a:gd name="T93" fmla="*/ 4006 h 829"/>
                <a:gd name="T94" fmla="*/ 3262 w 987"/>
                <a:gd name="T95" fmla="*/ 3947 h 829"/>
                <a:gd name="T96" fmla="*/ 3279 w 987"/>
                <a:gd name="T97" fmla="*/ 3891 h 82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987" h="829">
                  <a:moveTo>
                    <a:pt x="977" y="460"/>
                  </a:moveTo>
                  <a:cubicBezTo>
                    <a:pt x="975" y="455"/>
                    <a:pt x="976" y="438"/>
                    <a:pt x="972" y="418"/>
                  </a:cubicBezTo>
                  <a:cubicBezTo>
                    <a:pt x="967" y="386"/>
                    <a:pt x="953" y="388"/>
                    <a:pt x="948" y="375"/>
                  </a:cubicBezTo>
                  <a:cubicBezTo>
                    <a:pt x="943" y="362"/>
                    <a:pt x="949" y="349"/>
                    <a:pt x="945" y="331"/>
                  </a:cubicBezTo>
                  <a:cubicBezTo>
                    <a:pt x="942" y="319"/>
                    <a:pt x="935" y="310"/>
                    <a:pt x="929" y="307"/>
                  </a:cubicBezTo>
                  <a:cubicBezTo>
                    <a:pt x="925" y="305"/>
                    <a:pt x="908" y="308"/>
                    <a:pt x="900" y="294"/>
                  </a:cubicBezTo>
                  <a:cubicBezTo>
                    <a:pt x="892" y="280"/>
                    <a:pt x="923" y="283"/>
                    <a:pt x="908" y="251"/>
                  </a:cubicBezTo>
                  <a:cubicBezTo>
                    <a:pt x="893" y="219"/>
                    <a:pt x="884" y="241"/>
                    <a:pt x="875" y="226"/>
                  </a:cubicBezTo>
                  <a:cubicBezTo>
                    <a:pt x="865" y="211"/>
                    <a:pt x="874" y="193"/>
                    <a:pt x="875" y="183"/>
                  </a:cubicBezTo>
                  <a:cubicBezTo>
                    <a:pt x="876" y="173"/>
                    <a:pt x="880" y="158"/>
                    <a:pt x="857" y="137"/>
                  </a:cubicBezTo>
                  <a:cubicBezTo>
                    <a:pt x="845" y="130"/>
                    <a:pt x="834" y="112"/>
                    <a:pt x="818" y="106"/>
                  </a:cubicBezTo>
                  <a:cubicBezTo>
                    <a:pt x="802" y="100"/>
                    <a:pt x="781" y="97"/>
                    <a:pt x="770" y="92"/>
                  </a:cubicBezTo>
                  <a:cubicBezTo>
                    <a:pt x="748" y="82"/>
                    <a:pt x="739" y="63"/>
                    <a:pt x="704" y="66"/>
                  </a:cubicBezTo>
                  <a:cubicBezTo>
                    <a:pt x="669" y="69"/>
                    <a:pt x="670" y="103"/>
                    <a:pt x="658" y="98"/>
                  </a:cubicBezTo>
                  <a:cubicBezTo>
                    <a:pt x="646" y="93"/>
                    <a:pt x="657" y="56"/>
                    <a:pt x="650" y="40"/>
                  </a:cubicBezTo>
                  <a:cubicBezTo>
                    <a:pt x="644" y="24"/>
                    <a:pt x="572" y="14"/>
                    <a:pt x="549" y="34"/>
                  </a:cubicBezTo>
                  <a:cubicBezTo>
                    <a:pt x="545" y="38"/>
                    <a:pt x="536" y="44"/>
                    <a:pt x="531" y="51"/>
                  </a:cubicBezTo>
                  <a:cubicBezTo>
                    <a:pt x="517" y="70"/>
                    <a:pt x="513" y="86"/>
                    <a:pt x="515" y="106"/>
                  </a:cubicBezTo>
                  <a:cubicBezTo>
                    <a:pt x="516" y="127"/>
                    <a:pt x="515" y="127"/>
                    <a:pt x="516" y="141"/>
                  </a:cubicBezTo>
                  <a:cubicBezTo>
                    <a:pt x="517" y="159"/>
                    <a:pt x="531" y="169"/>
                    <a:pt x="519" y="185"/>
                  </a:cubicBezTo>
                  <a:cubicBezTo>
                    <a:pt x="507" y="201"/>
                    <a:pt x="501" y="210"/>
                    <a:pt x="501" y="229"/>
                  </a:cubicBezTo>
                  <a:cubicBezTo>
                    <a:pt x="501" y="244"/>
                    <a:pt x="502" y="259"/>
                    <a:pt x="509" y="269"/>
                  </a:cubicBezTo>
                  <a:cubicBezTo>
                    <a:pt x="509" y="269"/>
                    <a:pt x="509" y="268"/>
                    <a:pt x="509" y="268"/>
                  </a:cubicBezTo>
                  <a:cubicBezTo>
                    <a:pt x="513" y="279"/>
                    <a:pt x="520" y="281"/>
                    <a:pt x="521" y="282"/>
                  </a:cubicBezTo>
                  <a:cubicBezTo>
                    <a:pt x="515" y="282"/>
                    <a:pt x="509" y="282"/>
                    <a:pt x="503" y="282"/>
                  </a:cubicBezTo>
                  <a:cubicBezTo>
                    <a:pt x="495" y="282"/>
                    <a:pt x="488" y="282"/>
                    <a:pt x="480" y="281"/>
                  </a:cubicBezTo>
                  <a:cubicBezTo>
                    <a:pt x="483" y="281"/>
                    <a:pt x="499" y="276"/>
                    <a:pt x="493" y="235"/>
                  </a:cubicBezTo>
                  <a:cubicBezTo>
                    <a:pt x="489" y="206"/>
                    <a:pt x="455" y="227"/>
                    <a:pt x="451" y="205"/>
                  </a:cubicBezTo>
                  <a:cubicBezTo>
                    <a:pt x="447" y="182"/>
                    <a:pt x="475" y="186"/>
                    <a:pt x="480" y="175"/>
                  </a:cubicBezTo>
                  <a:cubicBezTo>
                    <a:pt x="487" y="164"/>
                    <a:pt x="471" y="142"/>
                    <a:pt x="473" y="125"/>
                  </a:cubicBezTo>
                  <a:cubicBezTo>
                    <a:pt x="480" y="81"/>
                    <a:pt x="505" y="66"/>
                    <a:pt x="468" y="34"/>
                  </a:cubicBezTo>
                  <a:cubicBezTo>
                    <a:pt x="445" y="14"/>
                    <a:pt x="382" y="0"/>
                    <a:pt x="372" y="30"/>
                  </a:cubicBezTo>
                  <a:cubicBezTo>
                    <a:pt x="364" y="46"/>
                    <a:pt x="366" y="83"/>
                    <a:pt x="363" y="99"/>
                  </a:cubicBezTo>
                  <a:cubicBezTo>
                    <a:pt x="358" y="121"/>
                    <a:pt x="352" y="143"/>
                    <a:pt x="339" y="111"/>
                  </a:cubicBezTo>
                  <a:cubicBezTo>
                    <a:pt x="331" y="92"/>
                    <a:pt x="309" y="65"/>
                    <a:pt x="288" y="61"/>
                  </a:cubicBezTo>
                  <a:cubicBezTo>
                    <a:pt x="272" y="58"/>
                    <a:pt x="236" y="96"/>
                    <a:pt x="223" y="99"/>
                  </a:cubicBezTo>
                  <a:cubicBezTo>
                    <a:pt x="207" y="104"/>
                    <a:pt x="175" y="122"/>
                    <a:pt x="175" y="141"/>
                  </a:cubicBezTo>
                  <a:cubicBezTo>
                    <a:pt x="175" y="141"/>
                    <a:pt x="175" y="141"/>
                    <a:pt x="175" y="141"/>
                  </a:cubicBezTo>
                  <a:cubicBezTo>
                    <a:pt x="177" y="162"/>
                    <a:pt x="180" y="165"/>
                    <a:pt x="189" y="175"/>
                  </a:cubicBezTo>
                  <a:cubicBezTo>
                    <a:pt x="199" y="186"/>
                    <a:pt x="203" y="202"/>
                    <a:pt x="196" y="210"/>
                  </a:cubicBezTo>
                  <a:cubicBezTo>
                    <a:pt x="191" y="216"/>
                    <a:pt x="187" y="224"/>
                    <a:pt x="178" y="227"/>
                  </a:cubicBezTo>
                  <a:cubicBezTo>
                    <a:pt x="184" y="228"/>
                    <a:pt x="189" y="228"/>
                    <a:pt x="193" y="226"/>
                  </a:cubicBezTo>
                  <a:cubicBezTo>
                    <a:pt x="188" y="228"/>
                    <a:pt x="181" y="229"/>
                    <a:pt x="173" y="225"/>
                  </a:cubicBezTo>
                  <a:cubicBezTo>
                    <a:pt x="165" y="221"/>
                    <a:pt x="160" y="199"/>
                    <a:pt x="155" y="191"/>
                  </a:cubicBezTo>
                  <a:cubicBezTo>
                    <a:pt x="150" y="184"/>
                    <a:pt x="135" y="169"/>
                    <a:pt x="125" y="167"/>
                  </a:cubicBezTo>
                  <a:cubicBezTo>
                    <a:pt x="103" y="164"/>
                    <a:pt x="89" y="200"/>
                    <a:pt x="85" y="217"/>
                  </a:cubicBezTo>
                  <a:cubicBezTo>
                    <a:pt x="82" y="229"/>
                    <a:pt x="80" y="246"/>
                    <a:pt x="71" y="255"/>
                  </a:cubicBezTo>
                  <a:cubicBezTo>
                    <a:pt x="64" y="262"/>
                    <a:pt x="49" y="287"/>
                    <a:pt x="44" y="294"/>
                  </a:cubicBezTo>
                  <a:cubicBezTo>
                    <a:pt x="24" y="322"/>
                    <a:pt x="25" y="363"/>
                    <a:pt x="31" y="397"/>
                  </a:cubicBezTo>
                  <a:cubicBezTo>
                    <a:pt x="34" y="414"/>
                    <a:pt x="45" y="420"/>
                    <a:pt x="60" y="426"/>
                  </a:cubicBezTo>
                  <a:cubicBezTo>
                    <a:pt x="73" y="431"/>
                    <a:pt x="87" y="423"/>
                    <a:pt x="86" y="439"/>
                  </a:cubicBezTo>
                  <a:cubicBezTo>
                    <a:pt x="85" y="471"/>
                    <a:pt x="47" y="450"/>
                    <a:pt x="28" y="454"/>
                  </a:cubicBezTo>
                  <a:cubicBezTo>
                    <a:pt x="0" y="460"/>
                    <a:pt x="11" y="550"/>
                    <a:pt x="35" y="557"/>
                  </a:cubicBezTo>
                  <a:cubicBezTo>
                    <a:pt x="51" y="563"/>
                    <a:pt x="65" y="561"/>
                    <a:pt x="77" y="559"/>
                  </a:cubicBezTo>
                  <a:cubicBezTo>
                    <a:pt x="89" y="558"/>
                    <a:pt x="128" y="551"/>
                    <a:pt x="139" y="547"/>
                  </a:cubicBezTo>
                  <a:cubicBezTo>
                    <a:pt x="149" y="543"/>
                    <a:pt x="163" y="535"/>
                    <a:pt x="165" y="515"/>
                  </a:cubicBezTo>
                  <a:cubicBezTo>
                    <a:pt x="168" y="495"/>
                    <a:pt x="169" y="457"/>
                    <a:pt x="183" y="450"/>
                  </a:cubicBezTo>
                  <a:cubicBezTo>
                    <a:pt x="192" y="446"/>
                    <a:pt x="198" y="455"/>
                    <a:pt x="202" y="464"/>
                  </a:cubicBezTo>
                  <a:cubicBezTo>
                    <a:pt x="204" y="486"/>
                    <a:pt x="203" y="533"/>
                    <a:pt x="199" y="550"/>
                  </a:cubicBezTo>
                  <a:cubicBezTo>
                    <a:pt x="189" y="589"/>
                    <a:pt x="185" y="578"/>
                    <a:pt x="192" y="617"/>
                  </a:cubicBezTo>
                  <a:cubicBezTo>
                    <a:pt x="199" y="653"/>
                    <a:pt x="175" y="605"/>
                    <a:pt x="157" y="578"/>
                  </a:cubicBezTo>
                  <a:cubicBezTo>
                    <a:pt x="132" y="540"/>
                    <a:pt x="97" y="569"/>
                    <a:pt x="56" y="573"/>
                  </a:cubicBezTo>
                  <a:cubicBezTo>
                    <a:pt x="23" y="579"/>
                    <a:pt x="42" y="631"/>
                    <a:pt x="44" y="659"/>
                  </a:cubicBezTo>
                  <a:cubicBezTo>
                    <a:pt x="46" y="687"/>
                    <a:pt x="65" y="736"/>
                    <a:pt x="89" y="750"/>
                  </a:cubicBezTo>
                  <a:cubicBezTo>
                    <a:pt x="113" y="764"/>
                    <a:pt x="111" y="747"/>
                    <a:pt x="125" y="763"/>
                  </a:cubicBezTo>
                  <a:cubicBezTo>
                    <a:pt x="139" y="779"/>
                    <a:pt x="112" y="811"/>
                    <a:pt x="164" y="811"/>
                  </a:cubicBezTo>
                  <a:cubicBezTo>
                    <a:pt x="216" y="811"/>
                    <a:pt x="188" y="779"/>
                    <a:pt x="226" y="779"/>
                  </a:cubicBezTo>
                  <a:cubicBezTo>
                    <a:pt x="264" y="779"/>
                    <a:pt x="250" y="829"/>
                    <a:pt x="298" y="823"/>
                  </a:cubicBezTo>
                  <a:cubicBezTo>
                    <a:pt x="346" y="817"/>
                    <a:pt x="364" y="791"/>
                    <a:pt x="374" y="753"/>
                  </a:cubicBezTo>
                  <a:cubicBezTo>
                    <a:pt x="384" y="715"/>
                    <a:pt x="376" y="687"/>
                    <a:pt x="344" y="687"/>
                  </a:cubicBezTo>
                  <a:cubicBezTo>
                    <a:pt x="320" y="683"/>
                    <a:pt x="299" y="681"/>
                    <a:pt x="299" y="674"/>
                  </a:cubicBezTo>
                  <a:cubicBezTo>
                    <a:pt x="299" y="668"/>
                    <a:pt x="321" y="679"/>
                    <a:pt x="337" y="676"/>
                  </a:cubicBezTo>
                  <a:cubicBezTo>
                    <a:pt x="363" y="672"/>
                    <a:pt x="380" y="681"/>
                    <a:pt x="400" y="673"/>
                  </a:cubicBezTo>
                  <a:cubicBezTo>
                    <a:pt x="420" y="665"/>
                    <a:pt x="417" y="642"/>
                    <a:pt x="420" y="644"/>
                  </a:cubicBezTo>
                  <a:cubicBezTo>
                    <a:pt x="424" y="656"/>
                    <a:pt x="430" y="672"/>
                    <a:pt x="461" y="671"/>
                  </a:cubicBezTo>
                  <a:cubicBezTo>
                    <a:pt x="467" y="671"/>
                    <a:pt x="473" y="670"/>
                    <a:pt x="478" y="668"/>
                  </a:cubicBezTo>
                  <a:cubicBezTo>
                    <a:pt x="478" y="668"/>
                    <a:pt x="477" y="668"/>
                    <a:pt x="476" y="669"/>
                  </a:cubicBezTo>
                  <a:cubicBezTo>
                    <a:pt x="476" y="669"/>
                    <a:pt x="476" y="669"/>
                    <a:pt x="476" y="669"/>
                  </a:cubicBezTo>
                  <a:cubicBezTo>
                    <a:pt x="483" y="679"/>
                    <a:pt x="497" y="678"/>
                    <a:pt x="501" y="671"/>
                  </a:cubicBezTo>
                  <a:cubicBezTo>
                    <a:pt x="505" y="678"/>
                    <a:pt x="518" y="679"/>
                    <a:pt x="525" y="669"/>
                  </a:cubicBezTo>
                  <a:cubicBezTo>
                    <a:pt x="526" y="669"/>
                    <a:pt x="526" y="669"/>
                    <a:pt x="526" y="669"/>
                  </a:cubicBezTo>
                  <a:cubicBezTo>
                    <a:pt x="525" y="668"/>
                    <a:pt x="524" y="668"/>
                    <a:pt x="523" y="668"/>
                  </a:cubicBezTo>
                  <a:cubicBezTo>
                    <a:pt x="529" y="670"/>
                    <a:pt x="534" y="671"/>
                    <a:pt x="540" y="671"/>
                  </a:cubicBezTo>
                  <a:cubicBezTo>
                    <a:pt x="572" y="672"/>
                    <a:pt x="578" y="656"/>
                    <a:pt x="582" y="644"/>
                  </a:cubicBezTo>
                  <a:cubicBezTo>
                    <a:pt x="585" y="642"/>
                    <a:pt x="582" y="665"/>
                    <a:pt x="602" y="673"/>
                  </a:cubicBezTo>
                  <a:cubicBezTo>
                    <a:pt x="622" y="681"/>
                    <a:pt x="639" y="672"/>
                    <a:pt x="665" y="676"/>
                  </a:cubicBezTo>
                  <a:cubicBezTo>
                    <a:pt x="680" y="679"/>
                    <a:pt x="702" y="668"/>
                    <a:pt x="702" y="674"/>
                  </a:cubicBezTo>
                  <a:cubicBezTo>
                    <a:pt x="703" y="681"/>
                    <a:pt x="694" y="686"/>
                    <a:pt x="670" y="690"/>
                  </a:cubicBezTo>
                  <a:cubicBezTo>
                    <a:pt x="638" y="690"/>
                    <a:pt x="624" y="712"/>
                    <a:pt x="634" y="750"/>
                  </a:cubicBezTo>
                  <a:cubicBezTo>
                    <a:pt x="644" y="788"/>
                    <a:pt x="656" y="817"/>
                    <a:pt x="704" y="823"/>
                  </a:cubicBezTo>
                  <a:cubicBezTo>
                    <a:pt x="752" y="829"/>
                    <a:pt x="732" y="745"/>
                    <a:pt x="770" y="745"/>
                  </a:cubicBezTo>
                  <a:cubicBezTo>
                    <a:pt x="808" y="745"/>
                    <a:pt x="780" y="800"/>
                    <a:pt x="832" y="798"/>
                  </a:cubicBezTo>
                  <a:cubicBezTo>
                    <a:pt x="866" y="797"/>
                    <a:pt x="853" y="774"/>
                    <a:pt x="867" y="758"/>
                  </a:cubicBezTo>
                  <a:cubicBezTo>
                    <a:pt x="881" y="742"/>
                    <a:pt x="888" y="764"/>
                    <a:pt x="912" y="750"/>
                  </a:cubicBezTo>
                  <a:cubicBezTo>
                    <a:pt x="936" y="736"/>
                    <a:pt x="956" y="687"/>
                    <a:pt x="958" y="659"/>
                  </a:cubicBezTo>
                  <a:cubicBezTo>
                    <a:pt x="960" y="631"/>
                    <a:pt x="972" y="598"/>
                    <a:pt x="937" y="583"/>
                  </a:cubicBezTo>
                  <a:cubicBezTo>
                    <a:pt x="912" y="576"/>
                    <a:pt x="879" y="572"/>
                    <a:pt x="865" y="591"/>
                  </a:cubicBezTo>
                  <a:cubicBezTo>
                    <a:pt x="854" y="606"/>
                    <a:pt x="841" y="625"/>
                    <a:pt x="829" y="641"/>
                  </a:cubicBezTo>
                  <a:cubicBezTo>
                    <a:pt x="826" y="645"/>
                    <a:pt x="813" y="654"/>
                    <a:pt x="814" y="642"/>
                  </a:cubicBezTo>
                  <a:cubicBezTo>
                    <a:pt x="816" y="623"/>
                    <a:pt x="835" y="591"/>
                    <a:pt x="846" y="568"/>
                  </a:cubicBezTo>
                  <a:cubicBezTo>
                    <a:pt x="858" y="543"/>
                    <a:pt x="844" y="526"/>
                    <a:pt x="831" y="511"/>
                  </a:cubicBezTo>
                  <a:cubicBezTo>
                    <a:pt x="831" y="512"/>
                    <a:pt x="832" y="512"/>
                    <a:pt x="832" y="513"/>
                  </a:cubicBezTo>
                  <a:cubicBezTo>
                    <a:pt x="828" y="504"/>
                    <a:pt x="828" y="498"/>
                    <a:pt x="827" y="493"/>
                  </a:cubicBezTo>
                  <a:cubicBezTo>
                    <a:pt x="825" y="485"/>
                    <a:pt x="839" y="482"/>
                    <a:pt x="849" y="475"/>
                  </a:cubicBezTo>
                  <a:cubicBezTo>
                    <a:pt x="861" y="467"/>
                    <a:pt x="868" y="454"/>
                    <a:pt x="876" y="466"/>
                  </a:cubicBezTo>
                  <a:cubicBezTo>
                    <a:pt x="881" y="475"/>
                    <a:pt x="879" y="495"/>
                    <a:pt x="880" y="518"/>
                  </a:cubicBezTo>
                  <a:cubicBezTo>
                    <a:pt x="881" y="537"/>
                    <a:pt x="895" y="553"/>
                    <a:pt x="918" y="550"/>
                  </a:cubicBezTo>
                  <a:cubicBezTo>
                    <a:pt x="918" y="550"/>
                    <a:pt x="918" y="550"/>
                    <a:pt x="918" y="550"/>
                  </a:cubicBezTo>
                  <a:cubicBezTo>
                    <a:pt x="926" y="550"/>
                    <a:pt x="936" y="549"/>
                    <a:pt x="947" y="546"/>
                  </a:cubicBezTo>
                  <a:cubicBezTo>
                    <a:pt x="979" y="537"/>
                    <a:pt x="987" y="487"/>
                    <a:pt x="977" y="460"/>
                  </a:cubicBezTo>
                  <a:close/>
                  <a:moveTo>
                    <a:pt x="176" y="146"/>
                  </a:moveTo>
                  <a:cubicBezTo>
                    <a:pt x="177" y="146"/>
                    <a:pt x="177" y="147"/>
                    <a:pt x="177" y="147"/>
                  </a:cubicBezTo>
                  <a:cubicBezTo>
                    <a:pt x="177" y="147"/>
                    <a:pt x="177" y="146"/>
                    <a:pt x="176" y="146"/>
                  </a:cubicBezTo>
                  <a:close/>
                  <a:moveTo>
                    <a:pt x="176" y="142"/>
                  </a:moveTo>
                  <a:cubicBezTo>
                    <a:pt x="176" y="142"/>
                    <a:pt x="176" y="142"/>
                    <a:pt x="176" y="142"/>
                  </a:cubicBezTo>
                  <a:cubicBezTo>
                    <a:pt x="176" y="142"/>
                    <a:pt x="176" y="142"/>
                    <a:pt x="176" y="142"/>
                  </a:cubicBezTo>
                  <a:close/>
                  <a:moveTo>
                    <a:pt x="176" y="144"/>
                  </a:moveTo>
                  <a:cubicBezTo>
                    <a:pt x="176" y="144"/>
                    <a:pt x="176" y="144"/>
                    <a:pt x="176" y="144"/>
                  </a:cubicBezTo>
                  <a:cubicBezTo>
                    <a:pt x="176" y="144"/>
                    <a:pt x="176" y="144"/>
                    <a:pt x="176" y="144"/>
                  </a:cubicBezTo>
                  <a:close/>
                  <a:moveTo>
                    <a:pt x="198" y="223"/>
                  </a:moveTo>
                  <a:cubicBezTo>
                    <a:pt x="197" y="224"/>
                    <a:pt x="197" y="224"/>
                    <a:pt x="196" y="224"/>
                  </a:cubicBezTo>
                  <a:cubicBezTo>
                    <a:pt x="197" y="224"/>
                    <a:pt x="197" y="224"/>
                    <a:pt x="198" y="223"/>
                  </a:cubicBezTo>
                  <a:close/>
                  <a:moveTo>
                    <a:pt x="200" y="221"/>
                  </a:moveTo>
                  <a:cubicBezTo>
                    <a:pt x="199" y="222"/>
                    <a:pt x="199" y="222"/>
                    <a:pt x="198" y="223"/>
                  </a:cubicBezTo>
                  <a:cubicBezTo>
                    <a:pt x="199" y="222"/>
                    <a:pt x="199" y="222"/>
                    <a:pt x="200" y="221"/>
                  </a:cubicBezTo>
                  <a:close/>
                  <a:moveTo>
                    <a:pt x="193" y="226"/>
                  </a:moveTo>
                  <a:cubicBezTo>
                    <a:pt x="194" y="226"/>
                    <a:pt x="195" y="225"/>
                    <a:pt x="196" y="225"/>
                  </a:cubicBezTo>
                  <a:cubicBezTo>
                    <a:pt x="195" y="225"/>
                    <a:pt x="194" y="225"/>
                    <a:pt x="193" y="226"/>
                  </a:cubicBezTo>
                  <a:close/>
                  <a:moveTo>
                    <a:pt x="200" y="221"/>
                  </a:moveTo>
                  <a:cubicBezTo>
                    <a:pt x="201" y="220"/>
                    <a:pt x="201" y="220"/>
                    <a:pt x="202" y="219"/>
                  </a:cubicBezTo>
                  <a:cubicBezTo>
                    <a:pt x="201" y="220"/>
                    <a:pt x="201" y="220"/>
                    <a:pt x="200" y="221"/>
                  </a:cubicBezTo>
                  <a:close/>
                  <a:moveTo>
                    <a:pt x="202" y="219"/>
                  </a:moveTo>
                  <a:cubicBezTo>
                    <a:pt x="203" y="218"/>
                    <a:pt x="203" y="218"/>
                    <a:pt x="204" y="217"/>
                  </a:cubicBezTo>
                  <a:cubicBezTo>
                    <a:pt x="203" y="218"/>
                    <a:pt x="203" y="218"/>
                    <a:pt x="202" y="219"/>
                  </a:cubicBezTo>
                  <a:close/>
                  <a:moveTo>
                    <a:pt x="205" y="215"/>
                  </a:moveTo>
                  <a:cubicBezTo>
                    <a:pt x="205" y="215"/>
                    <a:pt x="205" y="216"/>
                    <a:pt x="204" y="216"/>
                  </a:cubicBezTo>
                  <a:cubicBezTo>
                    <a:pt x="205" y="216"/>
                    <a:pt x="205" y="215"/>
                    <a:pt x="205" y="215"/>
                  </a:cubicBezTo>
                  <a:close/>
                  <a:moveTo>
                    <a:pt x="206" y="214"/>
                  </a:moveTo>
                  <a:cubicBezTo>
                    <a:pt x="206" y="213"/>
                    <a:pt x="206" y="213"/>
                    <a:pt x="207" y="212"/>
                  </a:cubicBezTo>
                  <a:cubicBezTo>
                    <a:pt x="206" y="213"/>
                    <a:pt x="206" y="213"/>
                    <a:pt x="206" y="214"/>
                  </a:cubicBezTo>
                  <a:close/>
                  <a:moveTo>
                    <a:pt x="207" y="211"/>
                  </a:moveTo>
                  <a:cubicBezTo>
                    <a:pt x="208" y="210"/>
                    <a:pt x="208" y="210"/>
                    <a:pt x="208" y="210"/>
                  </a:cubicBezTo>
                  <a:cubicBezTo>
                    <a:pt x="208" y="210"/>
                    <a:pt x="208" y="210"/>
                    <a:pt x="207" y="211"/>
                  </a:cubicBezTo>
                  <a:close/>
                  <a:moveTo>
                    <a:pt x="209" y="208"/>
                  </a:moveTo>
                  <a:cubicBezTo>
                    <a:pt x="209" y="208"/>
                    <a:pt x="209" y="207"/>
                    <a:pt x="209" y="207"/>
                  </a:cubicBezTo>
                  <a:cubicBezTo>
                    <a:pt x="209" y="207"/>
                    <a:pt x="209" y="208"/>
                    <a:pt x="209" y="208"/>
                  </a:cubicBezTo>
                  <a:close/>
                  <a:moveTo>
                    <a:pt x="210" y="205"/>
                  </a:moveTo>
                  <a:cubicBezTo>
                    <a:pt x="210" y="205"/>
                    <a:pt x="210" y="205"/>
                    <a:pt x="210" y="205"/>
                  </a:cubicBezTo>
                  <a:cubicBezTo>
                    <a:pt x="210" y="205"/>
                    <a:pt x="210" y="205"/>
                    <a:pt x="210" y="205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44" name="Freeform 5">
              <a:extLst>
                <a:ext uri="{FF2B5EF4-FFF2-40B4-BE49-F238E27FC236}">
                  <a16:creationId xmlns:a16="http://schemas.microsoft.com/office/drawing/2014/main" id="{01CDFBE1-D4FA-44C0-B4F2-3C0C943A7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704"/>
              <a:ext cx="1040" cy="211"/>
            </a:xfrm>
            <a:custGeom>
              <a:avLst/>
              <a:gdLst>
                <a:gd name="T0" fmla="*/ 50 w 416"/>
                <a:gd name="T1" fmla="*/ 513 h 79"/>
                <a:gd name="T2" fmla="*/ 1188 w 416"/>
                <a:gd name="T3" fmla="*/ 764 h 79"/>
                <a:gd name="T4" fmla="*/ 3250 w 416"/>
                <a:gd name="T5" fmla="*/ 1506 h 79"/>
                <a:gd name="T6" fmla="*/ 5363 w 416"/>
                <a:gd name="T7" fmla="*/ 572 h 79"/>
                <a:gd name="T8" fmla="*/ 6425 w 416"/>
                <a:gd name="T9" fmla="*/ 513 h 79"/>
                <a:gd name="T10" fmla="*/ 6425 w 416"/>
                <a:gd name="T11" fmla="*/ 649 h 79"/>
                <a:gd name="T12" fmla="*/ 6375 w 416"/>
                <a:gd name="T13" fmla="*/ 192 h 79"/>
                <a:gd name="T14" fmla="*/ 5300 w 416"/>
                <a:gd name="T15" fmla="*/ 379 h 79"/>
                <a:gd name="T16" fmla="*/ 3250 w 416"/>
                <a:gd name="T17" fmla="*/ 1028 h 79"/>
                <a:gd name="T18" fmla="*/ 1188 w 416"/>
                <a:gd name="T19" fmla="*/ 379 h 79"/>
                <a:gd name="T20" fmla="*/ 125 w 416"/>
                <a:gd name="T21" fmla="*/ 192 h 79"/>
                <a:gd name="T22" fmla="*/ 63 w 416"/>
                <a:gd name="T23" fmla="*/ 649 h 79"/>
                <a:gd name="T24" fmla="*/ 50 w 416"/>
                <a:gd name="T25" fmla="*/ 513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6" h="79">
                  <a:moveTo>
                    <a:pt x="3" y="27"/>
                  </a:moveTo>
                  <a:cubicBezTo>
                    <a:pt x="12" y="1"/>
                    <a:pt x="42" y="25"/>
                    <a:pt x="76" y="40"/>
                  </a:cubicBezTo>
                  <a:cubicBezTo>
                    <a:pt x="115" y="57"/>
                    <a:pt x="156" y="79"/>
                    <a:pt x="208" y="79"/>
                  </a:cubicBezTo>
                  <a:cubicBezTo>
                    <a:pt x="260" y="79"/>
                    <a:pt x="305" y="47"/>
                    <a:pt x="343" y="30"/>
                  </a:cubicBezTo>
                  <a:cubicBezTo>
                    <a:pt x="377" y="15"/>
                    <a:pt x="406" y="6"/>
                    <a:pt x="411" y="27"/>
                  </a:cubicBezTo>
                  <a:cubicBezTo>
                    <a:pt x="411" y="29"/>
                    <a:pt x="410" y="33"/>
                    <a:pt x="411" y="34"/>
                  </a:cubicBezTo>
                  <a:cubicBezTo>
                    <a:pt x="416" y="25"/>
                    <a:pt x="416" y="17"/>
                    <a:pt x="408" y="10"/>
                  </a:cubicBezTo>
                  <a:cubicBezTo>
                    <a:pt x="395" y="0"/>
                    <a:pt x="374" y="5"/>
                    <a:pt x="339" y="20"/>
                  </a:cubicBezTo>
                  <a:cubicBezTo>
                    <a:pt x="301" y="37"/>
                    <a:pt x="260" y="54"/>
                    <a:pt x="208" y="54"/>
                  </a:cubicBezTo>
                  <a:cubicBezTo>
                    <a:pt x="156" y="54"/>
                    <a:pt x="115" y="37"/>
                    <a:pt x="76" y="20"/>
                  </a:cubicBezTo>
                  <a:cubicBezTo>
                    <a:pt x="42" y="5"/>
                    <a:pt x="21" y="0"/>
                    <a:pt x="8" y="10"/>
                  </a:cubicBezTo>
                  <a:cubicBezTo>
                    <a:pt x="0" y="17"/>
                    <a:pt x="0" y="25"/>
                    <a:pt x="4" y="34"/>
                  </a:cubicBezTo>
                  <a:cubicBezTo>
                    <a:pt x="5" y="33"/>
                    <a:pt x="2" y="29"/>
                    <a:pt x="3" y="27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45" name="Freeform 6">
              <a:extLst>
                <a:ext uri="{FF2B5EF4-FFF2-40B4-BE49-F238E27FC236}">
                  <a16:creationId xmlns:a16="http://schemas.microsoft.com/office/drawing/2014/main" id="{10215839-511B-4FD3-9390-7D845830A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704"/>
              <a:ext cx="1165" cy="893"/>
            </a:xfrm>
            <a:custGeom>
              <a:avLst/>
              <a:gdLst>
                <a:gd name="T0" fmla="*/ 3645 w 466"/>
                <a:gd name="T1" fmla="*/ 6344 h 335"/>
                <a:gd name="T2" fmla="*/ 4033 w 466"/>
                <a:gd name="T3" fmla="*/ 4662 h 335"/>
                <a:gd name="T4" fmla="*/ 5033 w 466"/>
                <a:gd name="T5" fmla="*/ 2650 h 335"/>
                <a:gd name="T6" fmla="*/ 6770 w 466"/>
                <a:gd name="T7" fmla="*/ 192 h 335"/>
                <a:gd name="T8" fmla="*/ 5688 w 466"/>
                <a:gd name="T9" fmla="*/ 376 h 335"/>
                <a:gd name="T10" fmla="*/ 3645 w 466"/>
                <a:gd name="T11" fmla="*/ 1024 h 335"/>
                <a:gd name="T12" fmla="*/ 3645 w 466"/>
                <a:gd name="T13" fmla="*/ 1024 h 335"/>
                <a:gd name="T14" fmla="*/ 1583 w 466"/>
                <a:gd name="T15" fmla="*/ 376 h 335"/>
                <a:gd name="T16" fmla="*/ 520 w 466"/>
                <a:gd name="T17" fmla="*/ 192 h 335"/>
                <a:gd name="T18" fmla="*/ 2238 w 466"/>
                <a:gd name="T19" fmla="*/ 2650 h 335"/>
                <a:gd name="T20" fmla="*/ 3238 w 466"/>
                <a:gd name="T21" fmla="*/ 4662 h 335"/>
                <a:gd name="T22" fmla="*/ 3645 w 466"/>
                <a:gd name="T23" fmla="*/ 6344 h 3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6" h="335">
                  <a:moveTo>
                    <a:pt x="233" y="335"/>
                  </a:moveTo>
                  <a:cubicBezTo>
                    <a:pt x="258" y="335"/>
                    <a:pt x="248" y="272"/>
                    <a:pt x="258" y="246"/>
                  </a:cubicBezTo>
                  <a:cubicBezTo>
                    <a:pt x="264" y="233"/>
                    <a:pt x="293" y="189"/>
                    <a:pt x="322" y="140"/>
                  </a:cubicBezTo>
                  <a:cubicBezTo>
                    <a:pt x="352" y="90"/>
                    <a:pt x="466" y="38"/>
                    <a:pt x="433" y="10"/>
                  </a:cubicBezTo>
                  <a:cubicBezTo>
                    <a:pt x="420" y="0"/>
                    <a:pt x="399" y="5"/>
                    <a:pt x="364" y="20"/>
                  </a:cubicBezTo>
                  <a:cubicBezTo>
                    <a:pt x="326" y="37"/>
                    <a:pt x="285" y="54"/>
                    <a:pt x="233" y="54"/>
                  </a:cubicBezTo>
                  <a:cubicBezTo>
                    <a:pt x="233" y="54"/>
                    <a:pt x="233" y="54"/>
                    <a:pt x="233" y="54"/>
                  </a:cubicBezTo>
                  <a:cubicBezTo>
                    <a:pt x="181" y="54"/>
                    <a:pt x="140" y="37"/>
                    <a:pt x="101" y="20"/>
                  </a:cubicBezTo>
                  <a:cubicBezTo>
                    <a:pt x="67" y="5"/>
                    <a:pt x="46" y="0"/>
                    <a:pt x="33" y="10"/>
                  </a:cubicBezTo>
                  <a:cubicBezTo>
                    <a:pt x="0" y="38"/>
                    <a:pt x="114" y="90"/>
                    <a:pt x="143" y="140"/>
                  </a:cubicBezTo>
                  <a:cubicBezTo>
                    <a:pt x="173" y="189"/>
                    <a:pt x="202" y="233"/>
                    <a:pt x="207" y="246"/>
                  </a:cubicBezTo>
                  <a:cubicBezTo>
                    <a:pt x="218" y="272"/>
                    <a:pt x="208" y="335"/>
                    <a:pt x="233" y="3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46" name="Freeform 7">
              <a:extLst>
                <a:ext uri="{FF2B5EF4-FFF2-40B4-BE49-F238E27FC236}">
                  <a16:creationId xmlns:a16="http://schemas.microsoft.com/office/drawing/2014/main" id="{974B73B1-60D0-4DA4-9E88-AFD93FA7C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805"/>
              <a:ext cx="73" cy="102"/>
            </a:xfrm>
            <a:custGeom>
              <a:avLst/>
              <a:gdLst>
                <a:gd name="T0" fmla="*/ 20 w 29"/>
                <a:gd name="T1" fmla="*/ 676 h 38"/>
                <a:gd name="T2" fmla="*/ 176 w 29"/>
                <a:gd name="T3" fmla="*/ 346 h 38"/>
                <a:gd name="T4" fmla="*/ 380 w 29"/>
                <a:gd name="T5" fmla="*/ 137 h 38"/>
                <a:gd name="T6" fmla="*/ 284 w 29"/>
                <a:gd name="T7" fmla="*/ 483 h 38"/>
                <a:gd name="T8" fmla="*/ 50 w 29"/>
                <a:gd name="T9" fmla="*/ 735 h 38"/>
                <a:gd name="T10" fmla="*/ 20 w 29"/>
                <a:gd name="T11" fmla="*/ 67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8">
                  <a:moveTo>
                    <a:pt x="1" y="35"/>
                  </a:moveTo>
                  <a:cubicBezTo>
                    <a:pt x="5" y="31"/>
                    <a:pt x="10" y="24"/>
                    <a:pt x="11" y="18"/>
                  </a:cubicBezTo>
                  <a:cubicBezTo>
                    <a:pt x="12" y="11"/>
                    <a:pt x="19" y="0"/>
                    <a:pt x="24" y="7"/>
                  </a:cubicBezTo>
                  <a:cubicBezTo>
                    <a:pt x="29" y="14"/>
                    <a:pt x="23" y="19"/>
                    <a:pt x="18" y="25"/>
                  </a:cubicBezTo>
                  <a:cubicBezTo>
                    <a:pt x="14" y="30"/>
                    <a:pt x="9" y="36"/>
                    <a:pt x="3" y="38"/>
                  </a:cubicBezTo>
                  <a:cubicBezTo>
                    <a:pt x="2" y="38"/>
                    <a:pt x="0" y="37"/>
                    <a:pt x="1" y="35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47" name="Freeform 8">
              <a:extLst>
                <a:ext uri="{FF2B5EF4-FFF2-40B4-BE49-F238E27FC236}">
                  <a16:creationId xmlns:a16="http://schemas.microsoft.com/office/drawing/2014/main" id="{CFCBDF66-ED8F-4F73-96BD-FF4A387AD0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" y="981"/>
              <a:ext cx="2467" cy="2211"/>
            </a:xfrm>
            <a:custGeom>
              <a:avLst/>
              <a:gdLst>
                <a:gd name="T0" fmla="*/ 15257 w 987"/>
                <a:gd name="T1" fmla="*/ 8727 h 829"/>
                <a:gd name="T2" fmla="*/ 14757 w 987"/>
                <a:gd name="T3" fmla="*/ 6281 h 829"/>
                <a:gd name="T4" fmla="*/ 14182 w 987"/>
                <a:gd name="T5" fmla="*/ 4758 h 829"/>
                <a:gd name="T6" fmla="*/ 13382 w 987"/>
                <a:gd name="T7" fmla="*/ 2595 h 829"/>
                <a:gd name="T8" fmla="*/ 10995 w 987"/>
                <a:gd name="T9" fmla="*/ 1251 h 829"/>
                <a:gd name="T10" fmla="*/ 8571 w 987"/>
                <a:gd name="T11" fmla="*/ 648 h 829"/>
                <a:gd name="T12" fmla="*/ 8291 w 987"/>
                <a:gd name="T13" fmla="*/ 3072 h 829"/>
                <a:gd name="T14" fmla="*/ 8133 w 987"/>
                <a:gd name="T15" fmla="*/ 5350 h 829"/>
                <a:gd name="T16" fmla="*/ 8133 w 987"/>
                <a:gd name="T17" fmla="*/ 5350 h 829"/>
                <a:gd name="T18" fmla="*/ 7496 w 987"/>
                <a:gd name="T19" fmla="*/ 5329 h 829"/>
                <a:gd name="T20" fmla="*/ 7696 w 987"/>
                <a:gd name="T21" fmla="*/ 4459 h 829"/>
                <a:gd name="T22" fmla="*/ 7384 w 987"/>
                <a:gd name="T23" fmla="*/ 2368 h 829"/>
                <a:gd name="T24" fmla="*/ 5666 w 987"/>
                <a:gd name="T25" fmla="*/ 1878 h 829"/>
                <a:gd name="T26" fmla="*/ 3479 w 987"/>
                <a:gd name="T27" fmla="*/ 1878 h 829"/>
                <a:gd name="T28" fmla="*/ 2699 w 987"/>
                <a:gd name="T29" fmla="*/ 4267 h 829"/>
                <a:gd name="T30" fmla="*/ 1325 w 987"/>
                <a:gd name="T31" fmla="*/ 4118 h 829"/>
                <a:gd name="T32" fmla="*/ 480 w 987"/>
                <a:gd name="T33" fmla="*/ 7532 h 829"/>
                <a:gd name="T34" fmla="*/ 437 w 987"/>
                <a:gd name="T35" fmla="*/ 8615 h 829"/>
                <a:gd name="T36" fmla="*/ 2624 w 987"/>
                <a:gd name="T37" fmla="*/ 8329 h 829"/>
                <a:gd name="T38" fmla="*/ 2999 w 987"/>
                <a:gd name="T39" fmla="*/ 11708 h 829"/>
                <a:gd name="T40" fmla="*/ 687 w 987"/>
                <a:gd name="T41" fmla="*/ 12506 h 829"/>
                <a:gd name="T42" fmla="*/ 2562 w 987"/>
                <a:gd name="T43" fmla="*/ 15386 h 829"/>
                <a:gd name="T44" fmla="*/ 5841 w 987"/>
                <a:gd name="T45" fmla="*/ 14282 h 829"/>
                <a:gd name="T46" fmla="*/ 5261 w 987"/>
                <a:gd name="T47" fmla="*/ 12826 h 829"/>
                <a:gd name="T48" fmla="*/ 7196 w 987"/>
                <a:gd name="T49" fmla="*/ 12733 h 829"/>
                <a:gd name="T50" fmla="*/ 7821 w 987"/>
                <a:gd name="T51" fmla="*/ 12084 h 829"/>
                <a:gd name="T52" fmla="*/ 9091 w 987"/>
                <a:gd name="T53" fmla="*/ 12221 h 829"/>
                <a:gd name="T54" fmla="*/ 10965 w 987"/>
                <a:gd name="T55" fmla="*/ 12789 h 829"/>
                <a:gd name="T56" fmla="*/ 10995 w 987"/>
                <a:gd name="T57" fmla="*/ 15613 h 829"/>
                <a:gd name="T58" fmla="*/ 13537 w 987"/>
                <a:gd name="T59" fmla="*/ 14384 h 829"/>
                <a:gd name="T60" fmla="*/ 14632 w 987"/>
                <a:gd name="T61" fmla="*/ 11060 h 829"/>
                <a:gd name="T62" fmla="*/ 12712 w 987"/>
                <a:gd name="T63" fmla="*/ 12178 h 829"/>
                <a:gd name="T64" fmla="*/ 12945 w 987"/>
                <a:gd name="T65" fmla="*/ 8807 h 829"/>
                <a:gd name="T66" fmla="*/ 13962 w 987"/>
                <a:gd name="T67" fmla="*/ 10266 h 829"/>
                <a:gd name="T68" fmla="*/ 1405 w 987"/>
                <a:gd name="T69" fmla="*/ 6524 h 829"/>
                <a:gd name="T70" fmla="*/ 1667 w 987"/>
                <a:gd name="T71" fmla="*/ 6337 h 829"/>
                <a:gd name="T72" fmla="*/ 2937 w 987"/>
                <a:gd name="T73" fmla="*/ 13415 h 829"/>
                <a:gd name="T74" fmla="*/ 3654 w 987"/>
                <a:gd name="T75" fmla="*/ 13018 h 829"/>
                <a:gd name="T76" fmla="*/ 9216 w 987"/>
                <a:gd name="T77" fmla="*/ 7796 h 829"/>
                <a:gd name="T78" fmla="*/ 7821 w 987"/>
                <a:gd name="T79" fmla="*/ 11495 h 829"/>
                <a:gd name="T80" fmla="*/ 7416 w 987"/>
                <a:gd name="T81" fmla="*/ 9809 h 829"/>
                <a:gd name="T82" fmla="*/ 5761 w 987"/>
                <a:gd name="T83" fmla="*/ 5521 h 829"/>
                <a:gd name="T84" fmla="*/ 10945 w 987"/>
                <a:gd name="T85" fmla="*/ 5329 h 829"/>
                <a:gd name="T86" fmla="*/ 11745 w 987"/>
                <a:gd name="T87" fmla="*/ 12975 h 829"/>
                <a:gd name="T88" fmla="*/ 11870 w 987"/>
                <a:gd name="T89" fmla="*/ 12575 h 82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87" h="829">
                  <a:moveTo>
                    <a:pt x="894" y="541"/>
                  </a:moveTo>
                  <a:cubicBezTo>
                    <a:pt x="900" y="551"/>
                    <a:pt x="922" y="552"/>
                    <a:pt x="947" y="546"/>
                  </a:cubicBezTo>
                  <a:cubicBezTo>
                    <a:pt x="979" y="537"/>
                    <a:pt x="987" y="487"/>
                    <a:pt x="977" y="460"/>
                  </a:cubicBezTo>
                  <a:cubicBezTo>
                    <a:pt x="975" y="455"/>
                    <a:pt x="976" y="438"/>
                    <a:pt x="972" y="418"/>
                  </a:cubicBezTo>
                  <a:cubicBezTo>
                    <a:pt x="967" y="386"/>
                    <a:pt x="953" y="388"/>
                    <a:pt x="948" y="375"/>
                  </a:cubicBezTo>
                  <a:cubicBezTo>
                    <a:pt x="943" y="362"/>
                    <a:pt x="949" y="349"/>
                    <a:pt x="945" y="331"/>
                  </a:cubicBezTo>
                  <a:cubicBezTo>
                    <a:pt x="942" y="319"/>
                    <a:pt x="935" y="310"/>
                    <a:pt x="929" y="307"/>
                  </a:cubicBezTo>
                  <a:cubicBezTo>
                    <a:pt x="925" y="305"/>
                    <a:pt x="908" y="308"/>
                    <a:pt x="900" y="294"/>
                  </a:cubicBezTo>
                  <a:cubicBezTo>
                    <a:pt x="892" y="280"/>
                    <a:pt x="923" y="283"/>
                    <a:pt x="908" y="251"/>
                  </a:cubicBezTo>
                  <a:cubicBezTo>
                    <a:pt x="893" y="219"/>
                    <a:pt x="884" y="241"/>
                    <a:pt x="875" y="226"/>
                  </a:cubicBezTo>
                  <a:cubicBezTo>
                    <a:pt x="865" y="211"/>
                    <a:pt x="874" y="193"/>
                    <a:pt x="875" y="183"/>
                  </a:cubicBezTo>
                  <a:cubicBezTo>
                    <a:pt x="876" y="173"/>
                    <a:pt x="880" y="158"/>
                    <a:pt x="857" y="137"/>
                  </a:cubicBezTo>
                  <a:cubicBezTo>
                    <a:pt x="845" y="130"/>
                    <a:pt x="834" y="112"/>
                    <a:pt x="818" y="106"/>
                  </a:cubicBezTo>
                  <a:cubicBezTo>
                    <a:pt x="802" y="100"/>
                    <a:pt x="781" y="97"/>
                    <a:pt x="770" y="92"/>
                  </a:cubicBezTo>
                  <a:cubicBezTo>
                    <a:pt x="748" y="82"/>
                    <a:pt x="739" y="63"/>
                    <a:pt x="704" y="66"/>
                  </a:cubicBezTo>
                  <a:cubicBezTo>
                    <a:pt x="669" y="69"/>
                    <a:pt x="670" y="103"/>
                    <a:pt x="658" y="98"/>
                  </a:cubicBezTo>
                  <a:cubicBezTo>
                    <a:pt x="646" y="93"/>
                    <a:pt x="657" y="56"/>
                    <a:pt x="650" y="40"/>
                  </a:cubicBezTo>
                  <a:cubicBezTo>
                    <a:pt x="644" y="24"/>
                    <a:pt x="572" y="14"/>
                    <a:pt x="549" y="34"/>
                  </a:cubicBezTo>
                  <a:cubicBezTo>
                    <a:pt x="543" y="39"/>
                    <a:pt x="531" y="47"/>
                    <a:pt x="527" y="57"/>
                  </a:cubicBezTo>
                  <a:cubicBezTo>
                    <a:pt x="520" y="76"/>
                    <a:pt x="525" y="101"/>
                    <a:pt x="525" y="119"/>
                  </a:cubicBezTo>
                  <a:cubicBezTo>
                    <a:pt x="525" y="136"/>
                    <a:pt x="524" y="151"/>
                    <a:pt x="531" y="162"/>
                  </a:cubicBezTo>
                  <a:cubicBezTo>
                    <a:pt x="538" y="170"/>
                    <a:pt x="546" y="174"/>
                    <a:pt x="545" y="180"/>
                  </a:cubicBezTo>
                  <a:cubicBezTo>
                    <a:pt x="544" y="186"/>
                    <a:pt x="507" y="182"/>
                    <a:pt x="508" y="235"/>
                  </a:cubicBezTo>
                  <a:cubicBezTo>
                    <a:pt x="502" y="276"/>
                    <a:pt x="519" y="281"/>
                    <a:pt x="521" y="282"/>
                  </a:cubicBezTo>
                  <a:cubicBezTo>
                    <a:pt x="522" y="281"/>
                    <a:pt x="522" y="281"/>
                    <a:pt x="522" y="281"/>
                  </a:cubicBezTo>
                  <a:cubicBezTo>
                    <a:pt x="522" y="282"/>
                    <a:pt x="522" y="282"/>
                    <a:pt x="522" y="282"/>
                  </a:cubicBezTo>
                  <a:cubicBezTo>
                    <a:pt x="522" y="282"/>
                    <a:pt x="522" y="282"/>
                    <a:pt x="521" y="282"/>
                  </a:cubicBezTo>
                  <a:cubicBezTo>
                    <a:pt x="515" y="282"/>
                    <a:pt x="509" y="282"/>
                    <a:pt x="503" y="282"/>
                  </a:cubicBezTo>
                  <a:cubicBezTo>
                    <a:pt x="495" y="282"/>
                    <a:pt x="488" y="282"/>
                    <a:pt x="480" y="281"/>
                  </a:cubicBezTo>
                  <a:cubicBezTo>
                    <a:pt x="480" y="281"/>
                    <a:pt x="480" y="281"/>
                    <a:pt x="480" y="281"/>
                  </a:cubicBezTo>
                  <a:cubicBezTo>
                    <a:pt x="479" y="281"/>
                    <a:pt x="479" y="281"/>
                    <a:pt x="479" y="281"/>
                  </a:cubicBezTo>
                  <a:cubicBezTo>
                    <a:pt x="479" y="281"/>
                    <a:pt x="480" y="281"/>
                    <a:pt x="480" y="281"/>
                  </a:cubicBezTo>
                  <a:cubicBezTo>
                    <a:pt x="483" y="281"/>
                    <a:pt x="499" y="276"/>
                    <a:pt x="493" y="235"/>
                  </a:cubicBezTo>
                  <a:cubicBezTo>
                    <a:pt x="489" y="206"/>
                    <a:pt x="455" y="227"/>
                    <a:pt x="451" y="205"/>
                  </a:cubicBezTo>
                  <a:cubicBezTo>
                    <a:pt x="447" y="182"/>
                    <a:pt x="475" y="186"/>
                    <a:pt x="480" y="175"/>
                  </a:cubicBezTo>
                  <a:cubicBezTo>
                    <a:pt x="487" y="164"/>
                    <a:pt x="471" y="142"/>
                    <a:pt x="473" y="125"/>
                  </a:cubicBezTo>
                  <a:cubicBezTo>
                    <a:pt x="480" y="81"/>
                    <a:pt x="505" y="66"/>
                    <a:pt x="468" y="34"/>
                  </a:cubicBezTo>
                  <a:cubicBezTo>
                    <a:pt x="445" y="14"/>
                    <a:pt x="382" y="0"/>
                    <a:pt x="372" y="30"/>
                  </a:cubicBezTo>
                  <a:cubicBezTo>
                    <a:pt x="364" y="46"/>
                    <a:pt x="366" y="83"/>
                    <a:pt x="363" y="99"/>
                  </a:cubicBezTo>
                  <a:cubicBezTo>
                    <a:pt x="358" y="121"/>
                    <a:pt x="352" y="143"/>
                    <a:pt x="339" y="111"/>
                  </a:cubicBezTo>
                  <a:cubicBezTo>
                    <a:pt x="331" y="92"/>
                    <a:pt x="309" y="65"/>
                    <a:pt x="288" y="61"/>
                  </a:cubicBezTo>
                  <a:cubicBezTo>
                    <a:pt x="272" y="58"/>
                    <a:pt x="236" y="96"/>
                    <a:pt x="223" y="99"/>
                  </a:cubicBezTo>
                  <a:cubicBezTo>
                    <a:pt x="205" y="104"/>
                    <a:pt x="166" y="127"/>
                    <a:pt x="177" y="147"/>
                  </a:cubicBezTo>
                  <a:cubicBezTo>
                    <a:pt x="189" y="169"/>
                    <a:pt x="219" y="168"/>
                    <a:pt x="211" y="202"/>
                  </a:cubicBezTo>
                  <a:cubicBezTo>
                    <a:pt x="207" y="215"/>
                    <a:pt x="195" y="235"/>
                    <a:pt x="173" y="225"/>
                  </a:cubicBezTo>
                  <a:cubicBezTo>
                    <a:pt x="165" y="221"/>
                    <a:pt x="160" y="199"/>
                    <a:pt x="155" y="191"/>
                  </a:cubicBezTo>
                  <a:cubicBezTo>
                    <a:pt x="150" y="184"/>
                    <a:pt x="135" y="169"/>
                    <a:pt x="125" y="167"/>
                  </a:cubicBezTo>
                  <a:cubicBezTo>
                    <a:pt x="103" y="164"/>
                    <a:pt x="89" y="200"/>
                    <a:pt x="85" y="217"/>
                  </a:cubicBezTo>
                  <a:cubicBezTo>
                    <a:pt x="82" y="229"/>
                    <a:pt x="80" y="246"/>
                    <a:pt x="71" y="255"/>
                  </a:cubicBezTo>
                  <a:cubicBezTo>
                    <a:pt x="64" y="262"/>
                    <a:pt x="49" y="287"/>
                    <a:pt x="44" y="294"/>
                  </a:cubicBezTo>
                  <a:cubicBezTo>
                    <a:pt x="24" y="322"/>
                    <a:pt x="25" y="363"/>
                    <a:pt x="31" y="397"/>
                  </a:cubicBezTo>
                  <a:cubicBezTo>
                    <a:pt x="34" y="414"/>
                    <a:pt x="45" y="420"/>
                    <a:pt x="60" y="426"/>
                  </a:cubicBezTo>
                  <a:cubicBezTo>
                    <a:pt x="73" y="431"/>
                    <a:pt x="87" y="423"/>
                    <a:pt x="86" y="439"/>
                  </a:cubicBezTo>
                  <a:cubicBezTo>
                    <a:pt x="85" y="471"/>
                    <a:pt x="47" y="450"/>
                    <a:pt x="28" y="454"/>
                  </a:cubicBezTo>
                  <a:cubicBezTo>
                    <a:pt x="0" y="460"/>
                    <a:pt x="11" y="550"/>
                    <a:pt x="35" y="557"/>
                  </a:cubicBezTo>
                  <a:cubicBezTo>
                    <a:pt x="53" y="563"/>
                    <a:pt x="98" y="550"/>
                    <a:pt x="119" y="546"/>
                  </a:cubicBezTo>
                  <a:cubicBezTo>
                    <a:pt x="181" y="527"/>
                    <a:pt x="140" y="479"/>
                    <a:pt x="168" y="439"/>
                  </a:cubicBezTo>
                  <a:cubicBezTo>
                    <a:pt x="186" y="413"/>
                    <a:pt x="196" y="445"/>
                    <a:pt x="200" y="455"/>
                  </a:cubicBezTo>
                  <a:cubicBezTo>
                    <a:pt x="204" y="468"/>
                    <a:pt x="203" y="530"/>
                    <a:pt x="199" y="550"/>
                  </a:cubicBezTo>
                  <a:cubicBezTo>
                    <a:pt x="189" y="589"/>
                    <a:pt x="185" y="578"/>
                    <a:pt x="192" y="617"/>
                  </a:cubicBezTo>
                  <a:cubicBezTo>
                    <a:pt x="199" y="653"/>
                    <a:pt x="175" y="605"/>
                    <a:pt x="157" y="578"/>
                  </a:cubicBezTo>
                  <a:cubicBezTo>
                    <a:pt x="132" y="540"/>
                    <a:pt x="97" y="569"/>
                    <a:pt x="56" y="573"/>
                  </a:cubicBezTo>
                  <a:cubicBezTo>
                    <a:pt x="23" y="579"/>
                    <a:pt x="42" y="631"/>
                    <a:pt x="44" y="659"/>
                  </a:cubicBezTo>
                  <a:cubicBezTo>
                    <a:pt x="46" y="687"/>
                    <a:pt x="65" y="736"/>
                    <a:pt x="89" y="750"/>
                  </a:cubicBezTo>
                  <a:cubicBezTo>
                    <a:pt x="113" y="764"/>
                    <a:pt x="111" y="747"/>
                    <a:pt x="125" y="763"/>
                  </a:cubicBezTo>
                  <a:cubicBezTo>
                    <a:pt x="139" y="779"/>
                    <a:pt x="112" y="811"/>
                    <a:pt x="164" y="811"/>
                  </a:cubicBezTo>
                  <a:cubicBezTo>
                    <a:pt x="216" y="811"/>
                    <a:pt x="188" y="779"/>
                    <a:pt x="226" y="779"/>
                  </a:cubicBezTo>
                  <a:cubicBezTo>
                    <a:pt x="264" y="779"/>
                    <a:pt x="250" y="829"/>
                    <a:pt x="298" y="823"/>
                  </a:cubicBezTo>
                  <a:cubicBezTo>
                    <a:pt x="346" y="817"/>
                    <a:pt x="364" y="791"/>
                    <a:pt x="374" y="753"/>
                  </a:cubicBezTo>
                  <a:cubicBezTo>
                    <a:pt x="384" y="715"/>
                    <a:pt x="376" y="687"/>
                    <a:pt x="344" y="687"/>
                  </a:cubicBezTo>
                  <a:cubicBezTo>
                    <a:pt x="320" y="683"/>
                    <a:pt x="299" y="681"/>
                    <a:pt x="299" y="674"/>
                  </a:cubicBezTo>
                  <a:cubicBezTo>
                    <a:pt x="299" y="668"/>
                    <a:pt x="321" y="679"/>
                    <a:pt x="337" y="676"/>
                  </a:cubicBezTo>
                  <a:cubicBezTo>
                    <a:pt x="363" y="672"/>
                    <a:pt x="380" y="681"/>
                    <a:pt x="400" y="673"/>
                  </a:cubicBezTo>
                  <a:cubicBezTo>
                    <a:pt x="420" y="665"/>
                    <a:pt x="417" y="642"/>
                    <a:pt x="420" y="644"/>
                  </a:cubicBezTo>
                  <a:cubicBezTo>
                    <a:pt x="424" y="656"/>
                    <a:pt x="430" y="672"/>
                    <a:pt x="461" y="671"/>
                  </a:cubicBezTo>
                  <a:cubicBezTo>
                    <a:pt x="477" y="671"/>
                    <a:pt x="493" y="664"/>
                    <a:pt x="501" y="637"/>
                  </a:cubicBezTo>
                  <a:cubicBezTo>
                    <a:pt x="501" y="637"/>
                    <a:pt x="501" y="637"/>
                    <a:pt x="501" y="637"/>
                  </a:cubicBezTo>
                  <a:cubicBezTo>
                    <a:pt x="501" y="637"/>
                    <a:pt x="501" y="637"/>
                    <a:pt x="501" y="637"/>
                  </a:cubicBezTo>
                  <a:cubicBezTo>
                    <a:pt x="501" y="637"/>
                    <a:pt x="501" y="637"/>
                    <a:pt x="501" y="637"/>
                  </a:cubicBezTo>
                  <a:cubicBezTo>
                    <a:pt x="509" y="664"/>
                    <a:pt x="525" y="671"/>
                    <a:pt x="540" y="671"/>
                  </a:cubicBezTo>
                  <a:cubicBezTo>
                    <a:pt x="572" y="672"/>
                    <a:pt x="578" y="656"/>
                    <a:pt x="582" y="644"/>
                  </a:cubicBezTo>
                  <a:cubicBezTo>
                    <a:pt x="585" y="642"/>
                    <a:pt x="582" y="665"/>
                    <a:pt x="602" y="673"/>
                  </a:cubicBezTo>
                  <a:cubicBezTo>
                    <a:pt x="622" y="681"/>
                    <a:pt x="639" y="672"/>
                    <a:pt x="665" y="676"/>
                  </a:cubicBezTo>
                  <a:cubicBezTo>
                    <a:pt x="680" y="679"/>
                    <a:pt x="702" y="668"/>
                    <a:pt x="702" y="674"/>
                  </a:cubicBezTo>
                  <a:cubicBezTo>
                    <a:pt x="703" y="681"/>
                    <a:pt x="694" y="686"/>
                    <a:pt x="670" y="690"/>
                  </a:cubicBezTo>
                  <a:cubicBezTo>
                    <a:pt x="638" y="690"/>
                    <a:pt x="624" y="712"/>
                    <a:pt x="634" y="750"/>
                  </a:cubicBezTo>
                  <a:cubicBezTo>
                    <a:pt x="644" y="788"/>
                    <a:pt x="656" y="817"/>
                    <a:pt x="704" y="823"/>
                  </a:cubicBezTo>
                  <a:cubicBezTo>
                    <a:pt x="752" y="829"/>
                    <a:pt x="732" y="745"/>
                    <a:pt x="770" y="745"/>
                  </a:cubicBezTo>
                  <a:cubicBezTo>
                    <a:pt x="808" y="745"/>
                    <a:pt x="780" y="800"/>
                    <a:pt x="832" y="798"/>
                  </a:cubicBezTo>
                  <a:cubicBezTo>
                    <a:pt x="866" y="797"/>
                    <a:pt x="853" y="774"/>
                    <a:pt x="867" y="758"/>
                  </a:cubicBezTo>
                  <a:cubicBezTo>
                    <a:pt x="881" y="742"/>
                    <a:pt x="888" y="764"/>
                    <a:pt x="912" y="750"/>
                  </a:cubicBezTo>
                  <a:cubicBezTo>
                    <a:pt x="936" y="736"/>
                    <a:pt x="956" y="687"/>
                    <a:pt x="958" y="659"/>
                  </a:cubicBezTo>
                  <a:cubicBezTo>
                    <a:pt x="960" y="631"/>
                    <a:pt x="972" y="598"/>
                    <a:pt x="937" y="583"/>
                  </a:cubicBezTo>
                  <a:cubicBezTo>
                    <a:pt x="912" y="576"/>
                    <a:pt x="879" y="572"/>
                    <a:pt x="865" y="591"/>
                  </a:cubicBezTo>
                  <a:cubicBezTo>
                    <a:pt x="854" y="606"/>
                    <a:pt x="841" y="625"/>
                    <a:pt x="829" y="641"/>
                  </a:cubicBezTo>
                  <a:cubicBezTo>
                    <a:pt x="826" y="645"/>
                    <a:pt x="813" y="654"/>
                    <a:pt x="814" y="642"/>
                  </a:cubicBezTo>
                  <a:cubicBezTo>
                    <a:pt x="816" y="623"/>
                    <a:pt x="835" y="591"/>
                    <a:pt x="846" y="568"/>
                  </a:cubicBezTo>
                  <a:cubicBezTo>
                    <a:pt x="864" y="531"/>
                    <a:pt x="825" y="513"/>
                    <a:pt x="817" y="490"/>
                  </a:cubicBezTo>
                  <a:cubicBezTo>
                    <a:pt x="809" y="467"/>
                    <a:pt x="817" y="463"/>
                    <a:pt x="829" y="464"/>
                  </a:cubicBezTo>
                  <a:cubicBezTo>
                    <a:pt x="841" y="465"/>
                    <a:pt x="846" y="461"/>
                    <a:pt x="865" y="450"/>
                  </a:cubicBezTo>
                  <a:cubicBezTo>
                    <a:pt x="884" y="439"/>
                    <a:pt x="888" y="464"/>
                    <a:pt x="887" y="495"/>
                  </a:cubicBezTo>
                  <a:cubicBezTo>
                    <a:pt x="886" y="526"/>
                    <a:pt x="888" y="531"/>
                    <a:pt x="894" y="541"/>
                  </a:cubicBezTo>
                  <a:close/>
                  <a:moveTo>
                    <a:pt x="107" y="334"/>
                  </a:moveTo>
                  <a:cubicBezTo>
                    <a:pt x="103" y="339"/>
                    <a:pt x="98" y="345"/>
                    <a:pt x="92" y="347"/>
                  </a:cubicBezTo>
                  <a:cubicBezTo>
                    <a:pt x="91" y="347"/>
                    <a:pt x="89" y="346"/>
                    <a:pt x="90" y="344"/>
                  </a:cubicBezTo>
                  <a:cubicBezTo>
                    <a:pt x="94" y="340"/>
                    <a:pt x="99" y="333"/>
                    <a:pt x="100" y="327"/>
                  </a:cubicBezTo>
                  <a:cubicBezTo>
                    <a:pt x="101" y="320"/>
                    <a:pt x="108" y="309"/>
                    <a:pt x="113" y="316"/>
                  </a:cubicBezTo>
                  <a:cubicBezTo>
                    <a:pt x="118" y="323"/>
                    <a:pt x="112" y="328"/>
                    <a:pt x="107" y="334"/>
                  </a:cubicBezTo>
                  <a:close/>
                  <a:moveTo>
                    <a:pt x="228" y="702"/>
                  </a:moveTo>
                  <a:cubicBezTo>
                    <a:pt x="224" y="701"/>
                    <a:pt x="219" y="706"/>
                    <a:pt x="213" y="707"/>
                  </a:cubicBezTo>
                  <a:cubicBezTo>
                    <a:pt x="204" y="709"/>
                    <a:pt x="195" y="708"/>
                    <a:pt x="188" y="707"/>
                  </a:cubicBezTo>
                  <a:cubicBezTo>
                    <a:pt x="185" y="706"/>
                    <a:pt x="175" y="702"/>
                    <a:pt x="183" y="698"/>
                  </a:cubicBezTo>
                  <a:cubicBezTo>
                    <a:pt x="189" y="695"/>
                    <a:pt x="195" y="698"/>
                    <a:pt x="201" y="693"/>
                  </a:cubicBezTo>
                  <a:cubicBezTo>
                    <a:pt x="209" y="687"/>
                    <a:pt x="228" y="669"/>
                    <a:pt x="234" y="686"/>
                  </a:cubicBezTo>
                  <a:cubicBezTo>
                    <a:pt x="236" y="692"/>
                    <a:pt x="240" y="692"/>
                    <a:pt x="243" y="697"/>
                  </a:cubicBezTo>
                  <a:cubicBezTo>
                    <a:pt x="248" y="703"/>
                    <a:pt x="231" y="703"/>
                    <a:pt x="228" y="702"/>
                  </a:cubicBezTo>
                  <a:close/>
                  <a:moveTo>
                    <a:pt x="590" y="411"/>
                  </a:moveTo>
                  <a:cubicBezTo>
                    <a:pt x="561" y="460"/>
                    <a:pt x="532" y="504"/>
                    <a:pt x="526" y="517"/>
                  </a:cubicBezTo>
                  <a:cubicBezTo>
                    <a:pt x="516" y="543"/>
                    <a:pt x="526" y="606"/>
                    <a:pt x="501" y="606"/>
                  </a:cubicBezTo>
                  <a:cubicBezTo>
                    <a:pt x="501" y="606"/>
                    <a:pt x="501" y="606"/>
                    <a:pt x="501" y="606"/>
                  </a:cubicBezTo>
                  <a:cubicBezTo>
                    <a:pt x="501" y="606"/>
                    <a:pt x="501" y="606"/>
                    <a:pt x="501" y="606"/>
                  </a:cubicBezTo>
                  <a:cubicBezTo>
                    <a:pt x="501" y="606"/>
                    <a:pt x="501" y="606"/>
                    <a:pt x="501" y="606"/>
                  </a:cubicBezTo>
                  <a:cubicBezTo>
                    <a:pt x="476" y="606"/>
                    <a:pt x="486" y="543"/>
                    <a:pt x="475" y="517"/>
                  </a:cubicBezTo>
                  <a:cubicBezTo>
                    <a:pt x="470" y="504"/>
                    <a:pt x="441" y="460"/>
                    <a:pt x="411" y="411"/>
                  </a:cubicBezTo>
                  <a:cubicBezTo>
                    <a:pt x="382" y="361"/>
                    <a:pt x="268" y="309"/>
                    <a:pt x="301" y="281"/>
                  </a:cubicBezTo>
                  <a:cubicBezTo>
                    <a:pt x="314" y="271"/>
                    <a:pt x="335" y="276"/>
                    <a:pt x="369" y="291"/>
                  </a:cubicBezTo>
                  <a:cubicBezTo>
                    <a:pt x="408" y="308"/>
                    <a:pt x="449" y="325"/>
                    <a:pt x="501" y="325"/>
                  </a:cubicBezTo>
                  <a:cubicBezTo>
                    <a:pt x="553" y="325"/>
                    <a:pt x="594" y="308"/>
                    <a:pt x="632" y="291"/>
                  </a:cubicBezTo>
                  <a:cubicBezTo>
                    <a:pt x="667" y="276"/>
                    <a:pt x="688" y="271"/>
                    <a:pt x="701" y="281"/>
                  </a:cubicBezTo>
                  <a:cubicBezTo>
                    <a:pt x="734" y="309"/>
                    <a:pt x="620" y="361"/>
                    <a:pt x="590" y="411"/>
                  </a:cubicBezTo>
                  <a:close/>
                  <a:moveTo>
                    <a:pt x="772" y="685"/>
                  </a:moveTo>
                  <a:cubicBezTo>
                    <a:pt x="765" y="689"/>
                    <a:pt x="761" y="685"/>
                    <a:pt x="752" y="684"/>
                  </a:cubicBezTo>
                  <a:cubicBezTo>
                    <a:pt x="743" y="683"/>
                    <a:pt x="749" y="673"/>
                    <a:pt x="747" y="667"/>
                  </a:cubicBezTo>
                  <a:cubicBezTo>
                    <a:pt x="745" y="661"/>
                    <a:pt x="735" y="651"/>
                    <a:pt x="741" y="647"/>
                  </a:cubicBezTo>
                  <a:cubicBezTo>
                    <a:pt x="748" y="643"/>
                    <a:pt x="757" y="657"/>
                    <a:pt x="760" y="663"/>
                  </a:cubicBezTo>
                  <a:cubicBezTo>
                    <a:pt x="767" y="674"/>
                    <a:pt x="779" y="681"/>
                    <a:pt x="772" y="685"/>
                  </a:cubicBezTo>
                  <a:close/>
                </a:path>
              </a:pathLst>
            </a:custGeom>
            <a:solidFill>
              <a:srgbClr val="EBEA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48" name="Freeform 9">
              <a:extLst>
                <a:ext uri="{FF2B5EF4-FFF2-40B4-BE49-F238E27FC236}">
                  <a16:creationId xmlns:a16="http://schemas.microsoft.com/office/drawing/2014/main" id="{44110D98-2BF0-4922-862B-BE89C5A09A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" y="981"/>
              <a:ext cx="2467" cy="2211"/>
            </a:xfrm>
            <a:custGeom>
              <a:avLst/>
              <a:gdLst>
                <a:gd name="T0" fmla="*/ 15182 w 987"/>
                <a:gd name="T1" fmla="*/ 7932 h 829"/>
                <a:gd name="T2" fmla="*/ 14057 w 987"/>
                <a:gd name="T3" fmla="*/ 5577 h 829"/>
                <a:gd name="T4" fmla="*/ 13382 w 987"/>
                <a:gd name="T5" fmla="*/ 2595 h 829"/>
                <a:gd name="T6" fmla="*/ 10278 w 987"/>
                <a:gd name="T7" fmla="*/ 1856 h 829"/>
                <a:gd name="T8" fmla="*/ 8196 w 987"/>
                <a:gd name="T9" fmla="*/ 2254 h 829"/>
                <a:gd name="T10" fmla="*/ 8133 w 987"/>
                <a:gd name="T11" fmla="*/ 5329 h 829"/>
                <a:gd name="T12" fmla="*/ 9028 w 987"/>
                <a:gd name="T13" fmla="*/ 3529 h 829"/>
                <a:gd name="T14" fmla="*/ 8728 w 987"/>
                <a:gd name="T15" fmla="*/ 2446 h 829"/>
                <a:gd name="T16" fmla="*/ 8696 w 987"/>
                <a:gd name="T17" fmla="*/ 1592 h 829"/>
                <a:gd name="T18" fmla="*/ 9653 w 987"/>
                <a:gd name="T19" fmla="*/ 1502 h 829"/>
                <a:gd name="T20" fmla="*/ 11433 w 987"/>
                <a:gd name="T21" fmla="*/ 2070 h 829"/>
                <a:gd name="T22" fmla="*/ 12807 w 987"/>
                <a:gd name="T23" fmla="*/ 2846 h 829"/>
                <a:gd name="T24" fmla="*/ 13120 w 987"/>
                <a:gd name="T25" fmla="*/ 3494 h 829"/>
                <a:gd name="T26" fmla="*/ 13570 w 987"/>
                <a:gd name="T27" fmla="*/ 5142 h 829"/>
                <a:gd name="T28" fmla="*/ 14245 w 987"/>
                <a:gd name="T29" fmla="*/ 6566 h 829"/>
                <a:gd name="T30" fmla="*/ 14570 w 987"/>
                <a:gd name="T31" fmla="*/ 7796 h 829"/>
                <a:gd name="T32" fmla="*/ 14757 w 987"/>
                <a:gd name="T33" fmla="*/ 8956 h 829"/>
                <a:gd name="T34" fmla="*/ 14382 w 987"/>
                <a:gd name="T35" fmla="*/ 9660 h 829"/>
                <a:gd name="T36" fmla="*/ 13245 w 987"/>
                <a:gd name="T37" fmla="*/ 7988 h 829"/>
                <a:gd name="T38" fmla="*/ 12258 w 987"/>
                <a:gd name="T39" fmla="*/ 9524 h 829"/>
                <a:gd name="T40" fmla="*/ 12183 w 987"/>
                <a:gd name="T41" fmla="*/ 12143 h 829"/>
                <a:gd name="T42" fmla="*/ 14070 w 987"/>
                <a:gd name="T43" fmla="*/ 11594 h 829"/>
                <a:gd name="T44" fmla="*/ 14462 w 987"/>
                <a:gd name="T45" fmla="*/ 12122 h 829"/>
                <a:gd name="T46" fmla="*/ 13132 w 987"/>
                <a:gd name="T47" fmla="*/ 13962 h 829"/>
                <a:gd name="T48" fmla="*/ 11070 w 987"/>
                <a:gd name="T49" fmla="*/ 14666 h 829"/>
                <a:gd name="T50" fmla="*/ 10965 w 987"/>
                <a:gd name="T51" fmla="*/ 12789 h 829"/>
                <a:gd name="T52" fmla="*/ 12028 w 987"/>
                <a:gd name="T53" fmla="*/ 14133 h 829"/>
                <a:gd name="T54" fmla="*/ 14962 w 987"/>
                <a:gd name="T55" fmla="*/ 12506 h 829"/>
                <a:gd name="T56" fmla="*/ 12712 w 987"/>
                <a:gd name="T57" fmla="*/ 12178 h 829"/>
                <a:gd name="T58" fmla="*/ 13507 w 987"/>
                <a:gd name="T59" fmla="*/ 8535 h 829"/>
                <a:gd name="T60" fmla="*/ 7041 w 987"/>
                <a:gd name="T61" fmla="*/ 3891 h 829"/>
                <a:gd name="T62" fmla="*/ 5811 w 987"/>
                <a:gd name="T63" fmla="*/ 568 h 829"/>
                <a:gd name="T64" fmla="*/ 3479 w 987"/>
                <a:gd name="T65" fmla="*/ 1878 h 829"/>
                <a:gd name="T66" fmla="*/ 2417 w 987"/>
                <a:gd name="T67" fmla="*/ 3622 h 829"/>
                <a:gd name="T68" fmla="*/ 687 w 987"/>
                <a:gd name="T69" fmla="*/ 5577 h 829"/>
                <a:gd name="T70" fmla="*/ 437 w 987"/>
                <a:gd name="T71" fmla="*/ 8615 h 829"/>
                <a:gd name="T72" fmla="*/ 3124 w 987"/>
                <a:gd name="T73" fmla="*/ 8636 h 829"/>
                <a:gd name="T74" fmla="*/ 875 w 987"/>
                <a:gd name="T75" fmla="*/ 10868 h 829"/>
                <a:gd name="T76" fmla="*/ 2562 w 987"/>
                <a:gd name="T77" fmla="*/ 15386 h 829"/>
                <a:gd name="T78" fmla="*/ 5374 w 987"/>
                <a:gd name="T79" fmla="*/ 13031 h 829"/>
                <a:gd name="T80" fmla="*/ 5041 w 987"/>
                <a:gd name="T81" fmla="*/ 12767 h 829"/>
                <a:gd name="T82" fmla="*/ 5324 w 987"/>
                <a:gd name="T83" fmla="*/ 14133 h 829"/>
                <a:gd name="T84" fmla="*/ 2729 w 987"/>
                <a:gd name="T85" fmla="*/ 14624 h 829"/>
                <a:gd name="T86" fmla="*/ 1655 w 987"/>
                <a:gd name="T87" fmla="*/ 13679 h 829"/>
                <a:gd name="T88" fmla="*/ 1250 w 987"/>
                <a:gd name="T89" fmla="*/ 11439 h 829"/>
                <a:gd name="T90" fmla="*/ 2217 w 987"/>
                <a:gd name="T91" fmla="*/ 11722 h 829"/>
                <a:gd name="T92" fmla="*/ 3467 w 987"/>
                <a:gd name="T93" fmla="*/ 11210 h 829"/>
                <a:gd name="T94" fmla="*/ 3604 w 987"/>
                <a:gd name="T95" fmla="*/ 8385 h 829"/>
                <a:gd name="T96" fmla="*/ 1717 w 987"/>
                <a:gd name="T97" fmla="*/ 9732 h 829"/>
                <a:gd name="T98" fmla="*/ 700 w 987"/>
                <a:gd name="T99" fmla="*/ 9468 h 829"/>
                <a:gd name="T100" fmla="*/ 1875 w 987"/>
                <a:gd name="T101" fmla="*/ 8329 h 829"/>
                <a:gd name="T102" fmla="*/ 1105 w 987"/>
                <a:gd name="T103" fmla="*/ 5953 h 829"/>
                <a:gd name="T104" fmla="*/ 1825 w 987"/>
                <a:gd name="T105" fmla="*/ 4403 h 829"/>
                <a:gd name="T106" fmla="*/ 2479 w 987"/>
                <a:gd name="T107" fmla="*/ 4838 h 829"/>
                <a:gd name="T108" fmla="*/ 3562 w 987"/>
                <a:gd name="T109" fmla="*/ 2824 h 829"/>
                <a:gd name="T110" fmla="*/ 5529 w 987"/>
                <a:gd name="T111" fmla="*/ 3051 h 829"/>
                <a:gd name="T112" fmla="*/ 6416 w 987"/>
                <a:gd name="T113" fmla="*/ 888 h 829"/>
                <a:gd name="T114" fmla="*/ 6854 w 987"/>
                <a:gd name="T115" fmla="*/ 2424 h 829"/>
                <a:gd name="T116" fmla="*/ 6509 w 987"/>
                <a:gd name="T117" fmla="*/ 4006 h 829"/>
                <a:gd name="T118" fmla="*/ 7496 w 987"/>
                <a:gd name="T119" fmla="*/ 5329 h 82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87" h="829">
                  <a:moveTo>
                    <a:pt x="894" y="541"/>
                  </a:moveTo>
                  <a:cubicBezTo>
                    <a:pt x="900" y="551"/>
                    <a:pt x="922" y="552"/>
                    <a:pt x="947" y="546"/>
                  </a:cubicBezTo>
                  <a:cubicBezTo>
                    <a:pt x="979" y="537"/>
                    <a:pt x="987" y="487"/>
                    <a:pt x="977" y="460"/>
                  </a:cubicBezTo>
                  <a:cubicBezTo>
                    <a:pt x="975" y="455"/>
                    <a:pt x="976" y="438"/>
                    <a:pt x="972" y="418"/>
                  </a:cubicBezTo>
                  <a:cubicBezTo>
                    <a:pt x="967" y="386"/>
                    <a:pt x="953" y="388"/>
                    <a:pt x="948" y="375"/>
                  </a:cubicBezTo>
                  <a:cubicBezTo>
                    <a:pt x="943" y="362"/>
                    <a:pt x="949" y="349"/>
                    <a:pt x="945" y="331"/>
                  </a:cubicBezTo>
                  <a:cubicBezTo>
                    <a:pt x="942" y="319"/>
                    <a:pt x="935" y="310"/>
                    <a:pt x="929" y="307"/>
                  </a:cubicBezTo>
                  <a:cubicBezTo>
                    <a:pt x="925" y="305"/>
                    <a:pt x="908" y="308"/>
                    <a:pt x="900" y="294"/>
                  </a:cubicBezTo>
                  <a:cubicBezTo>
                    <a:pt x="892" y="280"/>
                    <a:pt x="923" y="283"/>
                    <a:pt x="908" y="251"/>
                  </a:cubicBezTo>
                  <a:cubicBezTo>
                    <a:pt x="893" y="219"/>
                    <a:pt x="884" y="241"/>
                    <a:pt x="875" y="226"/>
                  </a:cubicBezTo>
                  <a:cubicBezTo>
                    <a:pt x="865" y="211"/>
                    <a:pt x="874" y="193"/>
                    <a:pt x="875" y="183"/>
                  </a:cubicBezTo>
                  <a:cubicBezTo>
                    <a:pt x="876" y="173"/>
                    <a:pt x="880" y="158"/>
                    <a:pt x="857" y="137"/>
                  </a:cubicBezTo>
                  <a:cubicBezTo>
                    <a:pt x="845" y="130"/>
                    <a:pt x="834" y="112"/>
                    <a:pt x="818" y="106"/>
                  </a:cubicBezTo>
                  <a:cubicBezTo>
                    <a:pt x="802" y="100"/>
                    <a:pt x="781" y="97"/>
                    <a:pt x="770" y="92"/>
                  </a:cubicBezTo>
                  <a:cubicBezTo>
                    <a:pt x="748" y="82"/>
                    <a:pt x="739" y="63"/>
                    <a:pt x="704" y="66"/>
                  </a:cubicBezTo>
                  <a:cubicBezTo>
                    <a:pt x="669" y="69"/>
                    <a:pt x="670" y="103"/>
                    <a:pt x="658" y="98"/>
                  </a:cubicBezTo>
                  <a:cubicBezTo>
                    <a:pt x="646" y="93"/>
                    <a:pt x="657" y="56"/>
                    <a:pt x="650" y="40"/>
                  </a:cubicBezTo>
                  <a:cubicBezTo>
                    <a:pt x="644" y="24"/>
                    <a:pt x="572" y="14"/>
                    <a:pt x="549" y="34"/>
                  </a:cubicBezTo>
                  <a:cubicBezTo>
                    <a:pt x="543" y="39"/>
                    <a:pt x="531" y="47"/>
                    <a:pt x="527" y="57"/>
                  </a:cubicBezTo>
                  <a:cubicBezTo>
                    <a:pt x="520" y="76"/>
                    <a:pt x="525" y="101"/>
                    <a:pt x="525" y="119"/>
                  </a:cubicBezTo>
                  <a:cubicBezTo>
                    <a:pt x="525" y="136"/>
                    <a:pt x="524" y="151"/>
                    <a:pt x="531" y="162"/>
                  </a:cubicBezTo>
                  <a:cubicBezTo>
                    <a:pt x="538" y="170"/>
                    <a:pt x="546" y="174"/>
                    <a:pt x="545" y="180"/>
                  </a:cubicBezTo>
                  <a:cubicBezTo>
                    <a:pt x="544" y="186"/>
                    <a:pt x="507" y="182"/>
                    <a:pt x="508" y="235"/>
                  </a:cubicBezTo>
                  <a:cubicBezTo>
                    <a:pt x="502" y="276"/>
                    <a:pt x="519" y="281"/>
                    <a:pt x="521" y="281"/>
                  </a:cubicBezTo>
                  <a:cubicBezTo>
                    <a:pt x="533" y="281"/>
                    <a:pt x="545" y="280"/>
                    <a:pt x="556" y="278"/>
                  </a:cubicBezTo>
                  <a:cubicBezTo>
                    <a:pt x="554" y="272"/>
                    <a:pt x="544" y="266"/>
                    <a:pt x="541" y="255"/>
                  </a:cubicBezTo>
                  <a:cubicBezTo>
                    <a:pt x="538" y="247"/>
                    <a:pt x="545" y="218"/>
                    <a:pt x="550" y="216"/>
                  </a:cubicBezTo>
                  <a:cubicBezTo>
                    <a:pt x="556" y="214"/>
                    <a:pt x="575" y="207"/>
                    <a:pt x="578" y="186"/>
                  </a:cubicBezTo>
                  <a:cubicBezTo>
                    <a:pt x="579" y="184"/>
                    <a:pt x="579" y="181"/>
                    <a:pt x="579" y="179"/>
                  </a:cubicBezTo>
                  <a:cubicBezTo>
                    <a:pt x="579" y="161"/>
                    <a:pt x="566" y="149"/>
                    <a:pt x="561" y="144"/>
                  </a:cubicBezTo>
                  <a:cubicBezTo>
                    <a:pt x="561" y="144"/>
                    <a:pt x="560" y="143"/>
                    <a:pt x="560" y="143"/>
                  </a:cubicBezTo>
                  <a:cubicBezTo>
                    <a:pt x="559" y="140"/>
                    <a:pt x="559" y="134"/>
                    <a:pt x="559" y="129"/>
                  </a:cubicBezTo>
                  <a:cubicBezTo>
                    <a:pt x="559" y="128"/>
                    <a:pt x="559" y="128"/>
                    <a:pt x="559" y="128"/>
                  </a:cubicBezTo>
                  <a:cubicBezTo>
                    <a:pt x="559" y="119"/>
                    <a:pt x="559" y="119"/>
                    <a:pt x="559" y="119"/>
                  </a:cubicBezTo>
                  <a:cubicBezTo>
                    <a:pt x="558" y="102"/>
                    <a:pt x="558" y="102"/>
                    <a:pt x="558" y="102"/>
                  </a:cubicBezTo>
                  <a:cubicBezTo>
                    <a:pt x="558" y="96"/>
                    <a:pt x="557" y="90"/>
                    <a:pt x="557" y="84"/>
                  </a:cubicBezTo>
                  <a:cubicBezTo>
                    <a:pt x="557" y="78"/>
                    <a:pt x="551" y="65"/>
                    <a:pt x="577" y="58"/>
                  </a:cubicBezTo>
                  <a:cubicBezTo>
                    <a:pt x="585" y="57"/>
                    <a:pt x="598" y="57"/>
                    <a:pt x="609" y="58"/>
                  </a:cubicBezTo>
                  <a:cubicBezTo>
                    <a:pt x="619" y="59"/>
                    <a:pt x="619" y="66"/>
                    <a:pt x="618" y="68"/>
                  </a:cubicBezTo>
                  <a:cubicBezTo>
                    <a:pt x="618" y="72"/>
                    <a:pt x="618" y="75"/>
                    <a:pt x="618" y="79"/>
                  </a:cubicBezTo>
                  <a:cubicBezTo>
                    <a:pt x="618" y="97"/>
                    <a:pt x="621" y="120"/>
                    <a:pt x="645" y="130"/>
                  </a:cubicBezTo>
                  <a:cubicBezTo>
                    <a:pt x="657" y="135"/>
                    <a:pt x="679" y="138"/>
                    <a:pt x="698" y="108"/>
                  </a:cubicBezTo>
                  <a:cubicBezTo>
                    <a:pt x="703" y="101"/>
                    <a:pt x="703" y="101"/>
                    <a:pt x="707" y="100"/>
                  </a:cubicBezTo>
                  <a:cubicBezTo>
                    <a:pt x="719" y="99"/>
                    <a:pt x="722" y="102"/>
                    <a:pt x="732" y="109"/>
                  </a:cubicBezTo>
                  <a:cubicBezTo>
                    <a:pt x="738" y="113"/>
                    <a:pt x="746" y="119"/>
                    <a:pt x="756" y="123"/>
                  </a:cubicBezTo>
                  <a:cubicBezTo>
                    <a:pt x="764" y="127"/>
                    <a:pt x="774" y="130"/>
                    <a:pt x="785" y="132"/>
                  </a:cubicBezTo>
                  <a:cubicBezTo>
                    <a:pt x="792" y="134"/>
                    <a:pt x="800" y="136"/>
                    <a:pt x="806" y="138"/>
                  </a:cubicBezTo>
                  <a:cubicBezTo>
                    <a:pt x="809" y="139"/>
                    <a:pt x="815" y="145"/>
                    <a:pt x="820" y="150"/>
                  </a:cubicBezTo>
                  <a:cubicBezTo>
                    <a:pt x="824" y="154"/>
                    <a:pt x="829" y="159"/>
                    <a:pt x="835" y="163"/>
                  </a:cubicBezTo>
                  <a:cubicBezTo>
                    <a:pt x="842" y="170"/>
                    <a:pt x="842" y="172"/>
                    <a:pt x="841" y="177"/>
                  </a:cubicBezTo>
                  <a:cubicBezTo>
                    <a:pt x="841" y="180"/>
                    <a:pt x="841" y="180"/>
                    <a:pt x="841" y="180"/>
                  </a:cubicBezTo>
                  <a:cubicBezTo>
                    <a:pt x="841" y="180"/>
                    <a:pt x="840" y="184"/>
                    <a:pt x="840" y="184"/>
                  </a:cubicBezTo>
                  <a:cubicBezTo>
                    <a:pt x="839" y="191"/>
                    <a:pt x="836" y="200"/>
                    <a:pt x="836" y="210"/>
                  </a:cubicBezTo>
                  <a:cubicBezTo>
                    <a:pt x="836" y="221"/>
                    <a:pt x="839" y="233"/>
                    <a:pt x="846" y="244"/>
                  </a:cubicBezTo>
                  <a:cubicBezTo>
                    <a:pt x="852" y="254"/>
                    <a:pt x="860" y="260"/>
                    <a:pt x="867" y="262"/>
                  </a:cubicBezTo>
                  <a:cubicBezTo>
                    <a:pt x="869" y="263"/>
                    <a:pt x="870" y="269"/>
                    <a:pt x="869" y="271"/>
                  </a:cubicBezTo>
                  <a:cubicBezTo>
                    <a:pt x="866" y="278"/>
                    <a:pt x="864" y="284"/>
                    <a:pt x="864" y="289"/>
                  </a:cubicBezTo>
                  <a:cubicBezTo>
                    <a:pt x="864" y="299"/>
                    <a:pt x="868" y="307"/>
                    <a:pt x="871" y="311"/>
                  </a:cubicBezTo>
                  <a:cubicBezTo>
                    <a:pt x="879" y="326"/>
                    <a:pt x="891" y="333"/>
                    <a:pt x="901" y="336"/>
                  </a:cubicBezTo>
                  <a:cubicBezTo>
                    <a:pt x="905" y="338"/>
                    <a:pt x="912" y="343"/>
                    <a:pt x="912" y="346"/>
                  </a:cubicBezTo>
                  <a:cubicBezTo>
                    <a:pt x="912" y="348"/>
                    <a:pt x="912" y="350"/>
                    <a:pt x="912" y="353"/>
                  </a:cubicBezTo>
                  <a:cubicBezTo>
                    <a:pt x="912" y="356"/>
                    <a:pt x="912" y="359"/>
                    <a:pt x="912" y="362"/>
                  </a:cubicBezTo>
                  <a:cubicBezTo>
                    <a:pt x="912" y="370"/>
                    <a:pt x="913" y="378"/>
                    <a:pt x="916" y="388"/>
                  </a:cubicBezTo>
                  <a:cubicBezTo>
                    <a:pt x="921" y="400"/>
                    <a:pt x="928" y="407"/>
                    <a:pt x="933" y="411"/>
                  </a:cubicBezTo>
                  <a:cubicBezTo>
                    <a:pt x="936" y="414"/>
                    <a:pt x="937" y="415"/>
                    <a:pt x="939" y="423"/>
                  </a:cubicBezTo>
                  <a:cubicBezTo>
                    <a:pt x="939" y="424"/>
                    <a:pt x="939" y="424"/>
                    <a:pt x="939" y="424"/>
                  </a:cubicBezTo>
                  <a:cubicBezTo>
                    <a:pt x="941" y="433"/>
                    <a:pt x="941" y="442"/>
                    <a:pt x="942" y="449"/>
                  </a:cubicBezTo>
                  <a:cubicBezTo>
                    <a:pt x="942" y="458"/>
                    <a:pt x="942" y="465"/>
                    <a:pt x="945" y="472"/>
                  </a:cubicBezTo>
                  <a:cubicBezTo>
                    <a:pt x="946" y="476"/>
                    <a:pt x="947" y="480"/>
                    <a:pt x="947" y="485"/>
                  </a:cubicBezTo>
                  <a:cubicBezTo>
                    <a:pt x="947" y="493"/>
                    <a:pt x="945" y="502"/>
                    <a:pt x="942" y="508"/>
                  </a:cubicBezTo>
                  <a:cubicBezTo>
                    <a:pt x="940" y="512"/>
                    <a:pt x="939" y="513"/>
                    <a:pt x="938" y="514"/>
                  </a:cubicBezTo>
                  <a:cubicBezTo>
                    <a:pt x="931" y="515"/>
                    <a:pt x="921" y="512"/>
                    <a:pt x="921" y="509"/>
                  </a:cubicBezTo>
                  <a:cubicBezTo>
                    <a:pt x="921" y="506"/>
                    <a:pt x="921" y="502"/>
                    <a:pt x="921" y="497"/>
                  </a:cubicBezTo>
                  <a:cubicBezTo>
                    <a:pt x="921" y="493"/>
                    <a:pt x="921" y="490"/>
                    <a:pt x="921" y="487"/>
                  </a:cubicBezTo>
                  <a:cubicBezTo>
                    <a:pt x="921" y="460"/>
                    <a:pt x="917" y="433"/>
                    <a:pt x="895" y="420"/>
                  </a:cubicBezTo>
                  <a:cubicBezTo>
                    <a:pt x="888" y="416"/>
                    <a:pt x="870" y="408"/>
                    <a:pt x="848" y="421"/>
                  </a:cubicBezTo>
                  <a:cubicBezTo>
                    <a:pt x="842" y="425"/>
                    <a:pt x="842" y="425"/>
                    <a:pt x="842" y="425"/>
                  </a:cubicBezTo>
                  <a:cubicBezTo>
                    <a:pt x="838" y="427"/>
                    <a:pt x="833" y="430"/>
                    <a:pt x="831" y="431"/>
                  </a:cubicBezTo>
                  <a:cubicBezTo>
                    <a:pt x="808" y="429"/>
                    <a:pt x="796" y="439"/>
                    <a:pt x="789" y="447"/>
                  </a:cubicBezTo>
                  <a:cubicBezTo>
                    <a:pt x="773" y="468"/>
                    <a:pt x="782" y="493"/>
                    <a:pt x="785" y="502"/>
                  </a:cubicBezTo>
                  <a:cubicBezTo>
                    <a:pt x="790" y="515"/>
                    <a:pt x="798" y="525"/>
                    <a:pt x="806" y="534"/>
                  </a:cubicBezTo>
                  <a:cubicBezTo>
                    <a:pt x="818" y="549"/>
                    <a:pt x="817" y="549"/>
                    <a:pt x="815" y="554"/>
                  </a:cubicBezTo>
                  <a:cubicBezTo>
                    <a:pt x="807" y="569"/>
                    <a:pt x="807" y="569"/>
                    <a:pt x="807" y="569"/>
                  </a:cubicBezTo>
                  <a:cubicBezTo>
                    <a:pt x="795" y="593"/>
                    <a:pt x="782" y="618"/>
                    <a:pt x="780" y="640"/>
                  </a:cubicBezTo>
                  <a:cubicBezTo>
                    <a:pt x="779" y="662"/>
                    <a:pt x="792" y="676"/>
                    <a:pt x="805" y="680"/>
                  </a:cubicBezTo>
                  <a:cubicBezTo>
                    <a:pt x="828" y="689"/>
                    <a:pt x="849" y="671"/>
                    <a:pt x="857" y="661"/>
                  </a:cubicBezTo>
                  <a:cubicBezTo>
                    <a:pt x="857" y="661"/>
                    <a:pt x="872" y="640"/>
                    <a:pt x="883" y="625"/>
                  </a:cubicBezTo>
                  <a:cubicBezTo>
                    <a:pt x="887" y="619"/>
                    <a:pt x="896" y="611"/>
                    <a:pt x="901" y="611"/>
                  </a:cubicBezTo>
                  <a:cubicBezTo>
                    <a:pt x="907" y="611"/>
                    <a:pt x="915" y="612"/>
                    <a:pt x="926" y="615"/>
                  </a:cubicBezTo>
                  <a:cubicBezTo>
                    <a:pt x="926" y="615"/>
                    <a:pt x="927" y="616"/>
                    <a:pt x="927" y="616"/>
                  </a:cubicBezTo>
                  <a:cubicBezTo>
                    <a:pt x="927" y="617"/>
                    <a:pt x="928" y="618"/>
                    <a:pt x="928" y="620"/>
                  </a:cubicBezTo>
                  <a:cubicBezTo>
                    <a:pt x="928" y="626"/>
                    <a:pt x="926" y="634"/>
                    <a:pt x="926" y="639"/>
                  </a:cubicBezTo>
                  <a:cubicBezTo>
                    <a:pt x="924" y="657"/>
                    <a:pt x="924" y="657"/>
                    <a:pt x="924" y="657"/>
                  </a:cubicBezTo>
                  <a:cubicBezTo>
                    <a:pt x="923" y="674"/>
                    <a:pt x="913" y="697"/>
                    <a:pt x="904" y="711"/>
                  </a:cubicBezTo>
                  <a:cubicBezTo>
                    <a:pt x="901" y="716"/>
                    <a:pt x="890" y="719"/>
                    <a:pt x="887" y="719"/>
                  </a:cubicBezTo>
                  <a:cubicBezTo>
                    <a:pt x="876" y="717"/>
                    <a:pt x="858" y="718"/>
                    <a:pt x="841" y="736"/>
                  </a:cubicBezTo>
                  <a:cubicBezTo>
                    <a:pt x="839" y="739"/>
                    <a:pt x="837" y="741"/>
                    <a:pt x="835" y="744"/>
                  </a:cubicBezTo>
                  <a:cubicBezTo>
                    <a:pt x="832" y="750"/>
                    <a:pt x="824" y="750"/>
                    <a:pt x="822" y="744"/>
                  </a:cubicBezTo>
                  <a:cubicBezTo>
                    <a:pt x="815" y="729"/>
                    <a:pt x="801" y="711"/>
                    <a:pt x="770" y="711"/>
                  </a:cubicBezTo>
                  <a:cubicBezTo>
                    <a:pt x="727" y="711"/>
                    <a:pt x="715" y="753"/>
                    <a:pt x="709" y="773"/>
                  </a:cubicBezTo>
                  <a:cubicBezTo>
                    <a:pt x="708" y="778"/>
                    <a:pt x="705" y="785"/>
                    <a:pt x="691" y="785"/>
                  </a:cubicBezTo>
                  <a:cubicBezTo>
                    <a:pt x="679" y="780"/>
                    <a:pt x="674" y="768"/>
                    <a:pt x="667" y="742"/>
                  </a:cubicBezTo>
                  <a:cubicBezTo>
                    <a:pt x="665" y="727"/>
                    <a:pt x="668" y="729"/>
                    <a:pt x="685" y="715"/>
                  </a:cubicBezTo>
                  <a:cubicBezTo>
                    <a:pt x="703" y="702"/>
                    <a:pt x="714" y="679"/>
                    <a:pt x="702" y="674"/>
                  </a:cubicBezTo>
                  <a:cubicBezTo>
                    <a:pt x="703" y="681"/>
                    <a:pt x="694" y="686"/>
                    <a:pt x="670" y="690"/>
                  </a:cubicBezTo>
                  <a:cubicBezTo>
                    <a:pt x="638" y="690"/>
                    <a:pt x="624" y="712"/>
                    <a:pt x="634" y="750"/>
                  </a:cubicBezTo>
                  <a:cubicBezTo>
                    <a:pt x="644" y="788"/>
                    <a:pt x="656" y="817"/>
                    <a:pt x="704" y="823"/>
                  </a:cubicBezTo>
                  <a:cubicBezTo>
                    <a:pt x="752" y="829"/>
                    <a:pt x="732" y="745"/>
                    <a:pt x="770" y="745"/>
                  </a:cubicBezTo>
                  <a:cubicBezTo>
                    <a:pt x="808" y="745"/>
                    <a:pt x="780" y="800"/>
                    <a:pt x="832" y="798"/>
                  </a:cubicBezTo>
                  <a:cubicBezTo>
                    <a:pt x="866" y="797"/>
                    <a:pt x="853" y="774"/>
                    <a:pt x="867" y="758"/>
                  </a:cubicBezTo>
                  <a:cubicBezTo>
                    <a:pt x="881" y="742"/>
                    <a:pt x="888" y="764"/>
                    <a:pt x="912" y="750"/>
                  </a:cubicBezTo>
                  <a:cubicBezTo>
                    <a:pt x="936" y="736"/>
                    <a:pt x="956" y="687"/>
                    <a:pt x="958" y="659"/>
                  </a:cubicBezTo>
                  <a:cubicBezTo>
                    <a:pt x="960" y="631"/>
                    <a:pt x="972" y="598"/>
                    <a:pt x="937" y="583"/>
                  </a:cubicBezTo>
                  <a:cubicBezTo>
                    <a:pt x="912" y="576"/>
                    <a:pt x="879" y="572"/>
                    <a:pt x="865" y="591"/>
                  </a:cubicBezTo>
                  <a:cubicBezTo>
                    <a:pt x="854" y="606"/>
                    <a:pt x="841" y="625"/>
                    <a:pt x="829" y="641"/>
                  </a:cubicBezTo>
                  <a:cubicBezTo>
                    <a:pt x="826" y="645"/>
                    <a:pt x="813" y="654"/>
                    <a:pt x="814" y="642"/>
                  </a:cubicBezTo>
                  <a:cubicBezTo>
                    <a:pt x="816" y="623"/>
                    <a:pt x="835" y="591"/>
                    <a:pt x="846" y="568"/>
                  </a:cubicBezTo>
                  <a:cubicBezTo>
                    <a:pt x="864" y="531"/>
                    <a:pt x="825" y="513"/>
                    <a:pt x="817" y="490"/>
                  </a:cubicBezTo>
                  <a:cubicBezTo>
                    <a:pt x="809" y="467"/>
                    <a:pt x="817" y="463"/>
                    <a:pt x="829" y="464"/>
                  </a:cubicBezTo>
                  <a:cubicBezTo>
                    <a:pt x="841" y="465"/>
                    <a:pt x="846" y="461"/>
                    <a:pt x="865" y="450"/>
                  </a:cubicBezTo>
                  <a:cubicBezTo>
                    <a:pt x="884" y="439"/>
                    <a:pt x="888" y="464"/>
                    <a:pt x="887" y="495"/>
                  </a:cubicBezTo>
                  <a:cubicBezTo>
                    <a:pt x="886" y="526"/>
                    <a:pt x="888" y="531"/>
                    <a:pt x="894" y="541"/>
                  </a:cubicBezTo>
                  <a:close/>
                  <a:moveTo>
                    <a:pt x="493" y="235"/>
                  </a:moveTo>
                  <a:cubicBezTo>
                    <a:pt x="489" y="206"/>
                    <a:pt x="455" y="227"/>
                    <a:pt x="451" y="205"/>
                  </a:cubicBezTo>
                  <a:cubicBezTo>
                    <a:pt x="447" y="182"/>
                    <a:pt x="475" y="186"/>
                    <a:pt x="480" y="175"/>
                  </a:cubicBezTo>
                  <a:cubicBezTo>
                    <a:pt x="487" y="164"/>
                    <a:pt x="471" y="142"/>
                    <a:pt x="473" y="125"/>
                  </a:cubicBezTo>
                  <a:cubicBezTo>
                    <a:pt x="480" y="81"/>
                    <a:pt x="505" y="66"/>
                    <a:pt x="468" y="34"/>
                  </a:cubicBezTo>
                  <a:cubicBezTo>
                    <a:pt x="445" y="14"/>
                    <a:pt x="382" y="0"/>
                    <a:pt x="372" y="30"/>
                  </a:cubicBezTo>
                  <a:cubicBezTo>
                    <a:pt x="364" y="46"/>
                    <a:pt x="366" y="83"/>
                    <a:pt x="363" y="99"/>
                  </a:cubicBezTo>
                  <a:cubicBezTo>
                    <a:pt x="358" y="121"/>
                    <a:pt x="352" y="143"/>
                    <a:pt x="339" y="111"/>
                  </a:cubicBezTo>
                  <a:cubicBezTo>
                    <a:pt x="331" y="92"/>
                    <a:pt x="309" y="65"/>
                    <a:pt x="288" y="61"/>
                  </a:cubicBezTo>
                  <a:cubicBezTo>
                    <a:pt x="272" y="58"/>
                    <a:pt x="236" y="96"/>
                    <a:pt x="223" y="99"/>
                  </a:cubicBezTo>
                  <a:cubicBezTo>
                    <a:pt x="205" y="104"/>
                    <a:pt x="166" y="127"/>
                    <a:pt x="177" y="147"/>
                  </a:cubicBezTo>
                  <a:cubicBezTo>
                    <a:pt x="189" y="169"/>
                    <a:pt x="219" y="168"/>
                    <a:pt x="211" y="202"/>
                  </a:cubicBezTo>
                  <a:cubicBezTo>
                    <a:pt x="207" y="215"/>
                    <a:pt x="195" y="235"/>
                    <a:pt x="173" y="225"/>
                  </a:cubicBezTo>
                  <a:cubicBezTo>
                    <a:pt x="165" y="221"/>
                    <a:pt x="160" y="199"/>
                    <a:pt x="155" y="191"/>
                  </a:cubicBezTo>
                  <a:cubicBezTo>
                    <a:pt x="150" y="184"/>
                    <a:pt x="135" y="169"/>
                    <a:pt x="125" y="167"/>
                  </a:cubicBezTo>
                  <a:cubicBezTo>
                    <a:pt x="103" y="164"/>
                    <a:pt x="89" y="200"/>
                    <a:pt x="85" y="217"/>
                  </a:cubicBezTo>
                  <a:cubicBezTo>
                    <a:pt x="82" y="229"/>
                    <a:pt x="80" y="246"/>
                    <a:pt x="71" y="255"/>
                  </a:cubicBezTo>
                  <a:cubicBezTo>
                    <a:pt x="64" y="262"/>
                    <a:pt x="49" y="287"/>
                    <a:pt x="44" y="294"/>
                  </a:cubicBezTo>
                  <a:cubicBezTo>
                    <a:pt x="24" y="322"/>
                    <a:pt x="25" y="363"/>
                    <a:pt x="31" y="397"/>
                  </a:cubicBezTo>
                  <a:cubicBezTo>
                    <a:pt x="34" y="414"/>
                    <a:pt x="45" y="420"/>
                    <a:pt x="60" y="426"/>
                  </a:cubicBezTo>
                  <a:cubicBezTo>
                    <a:pt x="73" y="431"/>
                    <a:pt x="87" y="423"/>
                    <a:pt x="86" y="439"/>
                  </a:cubicBezTo>
                  <a:cubicBezTo>
                    <a:pt x="85" y="471"/>
                    <a:pt x="47" y="450"/>
                    <a:pt x="28" y="454"/>
                  </a:cubicBezTo>
                  <a:cubicBezTo>
                    <a:pt x="0" y="460"/>
                    <a:pt x="11" y="550"/>
                    <a:pt x="35" y="557"/>
                  </a:cubicBezTo>
                  <a:cubicBezTo>
                    <a:pt x="53" y="563"/>
                    <a:pt x="98" y="550"/>
                    <a:pt x="119" y="546"/>
                  </a:cubicBezTo>
                  <a:cubicBezTo>
                    <a:pt x="181" y="527"/>
                    <a:pt x="140" y="479"/>
                    <a:pt x="168" y="439"/>
                  </a:cubicBezTo>
                  <a:cubicBezTo>
                    <a:pt x="186" y="413"/>
                    <a:pt x="196" y="445"/>
                    <a:pt x="200" y="455"/>
                  </a:cubicBezTo>
                  <a:cubicBezTo>
                    <a:pt x="204" y="468"/>
                    <a:pt x="203" y="530"/>
                    <a:pt x="199" y="550"/>
                  </a:cubicBezTo>
                  <a:cubicBezTo>
                    <a:pt x="189" y="589"/>
                    <a:pt x="185" y="578"/>
                    <a:pt x="192" y="617"/>
                  </a:cubicBezTo>
                  <a:cubicBezTo>
                    <a:pt x="199" y="653"/>
                    <a:pt x="175" y="605"/>
                    <a:pt x="157" y="578"/>
                  </a:cubicBezTo>
                  <a:cubicBezTo>
                    <a:pt x="132" y="540"/>
                    <a:pt x="97" y="569"/>
                    <a:pt x="56" y="573"/>
                  </a:cubicBezTo>
                  <a:cubicBezTo>
                    <a:pt x="23" y="579"/>
                    <a:pt x="42" y="631"/>
                    <a:pt x="44" y="659"/>
                  </a:cubicBezTo>
                  <a:cubicBezTo>
                    <a:pt x="46" y="687"/>
                    <a:pt x="65" y="736"/>
                    <a:pt x="89" y="750"/>
                  </a:cubicBezTo>
                  <a:cubicBezTo>
                    <a:pt x="113" y="764"/>
                    <a:pt x="111" y="747"/>
                    <a:pt x="125" y="763"/>
                  </a:cubicBezTo>
                  <a:cubicBezTo>
                    <a:pt x="139" y="779"/>
                    <a:pt x="112" y="811"/>
                    <a:pt x="164" y="811"/>
                  </a:cubicBezTo>
                  <a:cubicBezTo>
                    <a:pt x="216" y="811"/>
                    <a:pt x="188" y="779"/>
                    <a:pt x="226" y="779"/>
                  </a:cubicBezTo>
                  <a:cubicBezTo>
                    <a:pt x="264" y="779"/>
                    <a:pt x="250" y="829"/>
                    <a:pt x="298" y="823"/>
                  </a:cubicBezTo>
                  <a:cubicBezTo>
                    <a:pt x="346" y="817"/>
                    <a:pt x="364" y="791"/>
                    <a:pt x="374" y="753"/>
                  </a:cubicBezTo>
                  <a:cubicBezTo>
                    <a:pt x="384" y="715"/>
                    <a:pt x="376" y="687"/>
                    <a:pt x="344" y="687"/>
                  </a:cubicBezTo>
                  <a:cubicBezTo>
                    <a:pt x="320" y="683"/>
                    <a:pt x="299" y="681"/>
                    <a:pt x="299" y="674"/>
                  </a:cubicBezTo>
                  <a:cubicBezTo>
                    <a:pt x="299" y="668"/>
                    <a:pt x="321" y="679"/>
                    <a:pt x="337" y="676"/>
                  </a:cubicBezTo>
                  <a:cubicBezTo>
                    <a:pt x="340" y="676"/>
                    <a:pt x="344" y="676"/>
                    <a:pt x="347" y="675"/>
                  </a:cubicBezTo>
                  <a:cubicBezTo>
                    <a:pt x="338" y="674"/>
                    <a:pt x="330" y="673"/>
                    <a:pt x="323" y="673"/>
                  </a:cubicBezTo>
                  <a:cubicBezTo>
                    <a:pt x="293" y="671"/>
                    <a:pt x="284" y="662"/>
                    <a:pt x="281" y="678"/>
                  </a:cubicBezTo>
                  <a:cubicBezTo>
                    <a:pt x="281" y="713"/>
                    <a:pt x="303" y="715"/>
                    <a:pt x="328" y="719"/>
                  </a:cubicBezTo>
                  <a:cubicBezTo>
                    <a:pt x="338" y="721"/>
                    <a:pt x="338" y="721"/>
                    <a:pt x="338" y="721"/>
                  </a:cubicBezTo>
                  <a:cubicBezTo>
                    <a:pt x="347" y="721"/>
                    <a:pt x="343" y="736"/>
                    <a:pt x="341" y="745"/>
                  </a:cubicBezTo>
                  <a:cubicBezTo>
                    <a:pt x="333" y="776"/>
                    <a:pt x="322" y="786"/>
                    <a:pt x="294" y="790"/>
                  </a:cubicBezTo>
                  <a:cubicBezTo>
                    <a:pt x="292" y="790"/>
                    <a:pt x="287" y="785"/>
                    <a:pt x="286" y="783"/>
                  </a:cubicBezTo>
                  <a:cubicBezTo>
                    <a:pt x="278" y="771"/>
                    <a:pt x="263" y="745"/>
                    <a:pt x="226" y="745"/>
                  </a:cubicBezTo>
                  <a:cubicBezTo>
                    <a:pt x="197" y="745"/>
                    <a:pt x="183" y="758"/>
                    <a:pt x="175" y="771"/>
                  </a:cubicBezTo>
                  <a:cubicBezTo>
                    <a:pt x="169" y="781"/>
                    <a:pt x="164" y="773"/>
                    <a:pt x="163" y="770"/>
                  </a:cubicBezTo>
                  <a:cubicBezTo>
                    <a:pt x="162" y="761"/>
                    <a:pt x="159" y="751"/>
                    <a:pt x="151" y="741"/>
                  </a:cubicBezTo>
                  <a:cubicBezTo>
                    <a:pt x="138" y="727"/>
                    <a:pt x="125" y="721"/>
                    <a:pt x="109" y="722"/>
                  </a:cubicBezTo>
                  <a:cubicBezTo>
                    <a:pt x="108" y="722"/>
                    <a:pt x="108" y="721"/>
                    <a:pt x="106" y="721"/>
                  </a:cubicBezTo>
                  <a:cubicBezTo>
                    <a:pt x="97" y="715"/>
                    <a:pt x="79" y="680"/>
                    <a:pt x="78" y="657"/>
                  </a:cubicBezTo>
                  <a:cubicBezTo>
                    <a:pt x="77" y="649"/>
                    <a:pt x="76" y="640"/>
                    <a:pt x="74" y="632"/>
                  </a:cubicBezTo>
                  <a:cubicBezTo>
                    <a:pt x="73" y="627"/>
                    <a:pt x="72" y="621"/>
                    <a:pt x="72" y="615"/>
                  </a:cubicBezTo>
                  <a:cubicBezTo>
                    <a:pt x="71" y="611"/>
                    <a:pt x="71" y="603"/>
                    <a:pt x="80" y="603"/>
                  </a:cubicBezTo>
                  <a:cubicBezTo>
                    <a:pt x="87" y="601"/>
                    <a:pt x="93" y="600"/>
                    <a:pt x="99" y="598"/>
                  </a:cubicBezTo>
                  <a:cubicBezTo>
                    <a:pt x="108" y="595"/>
                    <a:pt x="122" y="591"/>
                    <a:pt x="125" y="593"/>
                  </a:cubicBezTo>
                  <a:cubicBezTo>
                    <a:pt x="125" y="593"/>
                    <a:pt x="127" y="594"/>
                    <a:pt x="129" y="597"/>
                  </a:cubicBezTo>
                  <a:cubicBezTo>
                    <a:pt x="142" y="618"/>
                    <a:pt x="142" y="618"/>
                    <a:pt x="142" y="618"/>
                  </a:cubicBezTo>
                  <a:cubicBezTo>
                    <a:pt x="156" y="640"/>
                    <a:pt x="156" y="640"/>
                    <a:pt x="156" y="640"/>
                  </a:cubicBezTo>
                  <a:cubicBezTo>
                    <a:pt x="166" y="655"/>
                    <a:pt x="182" y="670"/>
                    <a:pt x="204" y="661"/>
                  </a:cubicBezTo>
                  <a:cubicBezTo>
                    <a:pt x="217" y="656"/>
                    <a:pt x="232" y="643"/>
                    <a:pt x="225" y="610"/>
                  </a:cubicBezTo>
                  <a:cubicBezTo>
                    <a:pt x="223" y="596"/>
                    <a:pt x="222" y="592"/>
                    <a:pt x="222" y="591"/>
                  </a:cubicBezTo>
                  <a:cubicBezTo>
                    <a:pt x="222" y="590"/>
                    <a:pt x="223" y="587"/>
                    <a:pt x="224" y="585"/>
                  </a:cubicBezTo>
                  <a:cubicBezTo>
                    <a:pt x="226" y="579"/>
                    <a:pt x="229" y="571"/>
                    <a:pt x="232" y="558"/>
                  </a:cubicBezTo>
                  <a:cubicBezTo>
                    <a:pt x="237" y="536"/>
                    <a:pt x="240" y="466"/>
                    <a:pt x="232" y="444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27" y="429"/>
                    <a:pt x="216" y="400"/>
                    <a:pt x="187" y="396"/>
                  </a:cubicBezTo>
                  <a:cubicBezTo>
                    <a:pt x="177" y="394"/>
                    <a:pt x="157" y="396"/>
                    <a:pt x="140" y="420"/>
                  </a:cubicBezTo>
                  <a:cubicBezTo>
                    <a:pt x="123" y="444"/>
                    <a:pt x="123" y="470"/>
                    <a:pt x="122" y="488"/>
                  </a:cubicBezTo>
                  <a:cubicBezTo>
                    <a:pt x="122" y="509"/>
                    <a:pt x="122" y="509"/>
                    <a:pt x="110" y="513"/>
                  </a:cubicBezTo>
                  <a:cubicBezTo>
                    <a:pt x="106" y="514"/>
                    <a:pt x="96" y="516"/>
                    <a:pt x="96" y="516"/>
                  </a:cubicBezTo>
                  <a:cubicBezTo>
                    <a:pt x="87" y="518"/>
                    <a:pt x="70" y="522"/>
                    <a:pt x="58" y="524"/>
                  </a:cubicBezTo>
                  <a:cubicBezTo>
                    <a:pt x="51" y="523"/>
                    <a:pt x="49" y="521"/>
                    <a:pt x="49" y="519"/>
                  </a:cubicBezTo>
                  <a:cubicBezTo>
                    <a:pt x="47" y="513"/>
                    <a:pt x="46" y="506"/>
                    <a:pt x="45" y="499"/>
                  </a:cubicBezTo>
                  <a:cubicBezTo>
                    <a:pt x="45" y="496"/>
                    <a:pt x="43" y="488"/>
                    <a:pt x="51" y="490"/>
                  </a:cubicBezTo>
                  <a:cubicBezTo>
                    <a:pt x="66" y="492"/>
                    <a:pt x="86" y="493"/>
                    <a:pt x="102" y="480"/>
                  </a:cubicBezTo>
                  <a:cubicBezTo>
                    <a:pt x="110" y="473"/>
                    <a:pt x="119" y="461"/>
                    <a:pt x="120" y="441"/>
                  </a:cubicBezTo>
                  <a:cubicBezTo>
                    <a:pt x="120" y="440"/>
                    <a:pt x="120" y="440"/>
                    <a:pt x="120" y="439"/>
                  </a:cubicBezTo>
                  <a:cubicBezTo>
                    <a:pt x="120" y="429"/>
                    <a:pt x="117" y="396"/>
                    <a:pt x="74" y="394"/>
                  </a:cubicBezTo>
                  <a:cubicBezTo>
                    <a:pt x="74" y="394"/>
                    <a:pt x="72" y="394"/>
                    <a:pt x="71" y="394"/>
                  </a:cubicBezTo>
                  <a:cubicBezTo>
                    <a:pt x="58" y="389"/>
                    <a:pt x="61" y="367"/>
                    <a:pt x="61" y="357"/>
                  </a:cubicBezTo>
                  <a:cubicBezTo>
                    <a:pt x="61" y="338"/>
                    <a:pt x="64" y="324"/>
                    <a:pt x="71" y="314"/>
                  </a:cubicBezTo>
                  <a:cubicBezTo>
                    <a:pt x="81" y="300"/>
                    <a:pt x="81" y="300"/>
                    <a:pt x="81" y="300"/>
                  </a:cubicBezTo>
                  <a:cubicBezTo>
                    <a:pt x="84" y="294"/>
                    <a:pt x="92" y="282"/>
                    <a:pt x="95" y="279"/>
                  </a:cubicBezTo>
                  <a:cubicBezTo>
                    <a:pt x="94" y="280"/>
                    <a:pt x="94" y="280"/>
                    <a:pt x="94" y="280"/>
                  </a:cubicBezTo>
                  <a:cubicBezTo>
                    <a:pt x="109" y="265"/>
                    <a:pt x="114" y="246"/>
                    <a:pt x="117" y="232"/>
                  </a:cubicBezTo>
                  <a:cubicBezTo>
                    <a:pt x="118" y="225"/>
                    <a:pt x="118" y="225"/>
                    <a:pt x="118" y="225"/>
                  </a:cubicBezTo>
                  <a:cubicBezTo>
                    <a:pt x="119" y="222"/>
                    <a:pt x="120" y="218"/>
                    <a:pt x="121" y="215"/>
                  </a:cubicBezTo>
                  <a:cubicBezTo>
                    <a:pt x="125" y="207"/>
                    <a:pt x="128" y="216"/>
                    <a:pt x="128" y="216"/>
                  </a:cubicBezTo>
                  <a:cubicBezTo>
                    <a:pt x="134" y="229"/>
                    <a:pt x="141" y="247"/>
                    <a:pt x="159" y="255"/>
                  </a:cubicBezTo>
                  <a:cubicBezTo>
                    <a:pt x="175" y="263"/>
                    <a:pt x="193" y="264"/>
                    <a:pt x="208" y="257"/>
                  </a:cubicBezTo>
                  <a:cubicBezTo>
                    <a:pt x="233" y="245"/>
                    <a:pt x="242" y="218"/>
                    <a:pt x="244" y="210"/>
                  </a:cubicBezTo>
                  <a:cubicBezTo>
                    <a:pt x="245" y="203"/>
                    <a:pt x="246" y="197"/>
                    <a:pt x="246" y="191"/>
                  </a:cubicBezTo>
                  <a:cubicBezTo>
                    <a:pt x="246" y="171"/>
                    <a:pt x="237" y="158"/>
                    <a:pt x="228" y="149"/>
                  </a:cubicBezTo>
                  <a:cubicBezTo>
                    <a:pt x="218" y="137"/>
                    <a:pt x="228" y="133"/>
                    <a:pt x="231" y="132"/>
                  </a:cubicBezTo>
                  <a:cubicBezTo>
                    <a:pt x="243" y="129"/>
                    <a:pt x="254" y="121"/>
                    <a:pt x="268" y="110"/>
                  </a:cubicBezTo>
                  <a:cubicBezTo>
                    <a:pt x="293" y="87"/>
                    <a:pt x="303" y="113"/>
                    <a:pt x="307" y="125"/>
                  </a:cubicBezTo>
                  <a:cubicBezTo>
                    <a:pt x="324" y="164"/>
                    <a:pt x="346" y="162"/>
                    <a:pt x="354" y="161"/>
                  </a:cubicBezTo>
                  <a:cubicBezTo>
                    <a:pt x="384" y="158"/>
                    <a:pt x="391" y="128"/>
                    <a:pt x="396" y="107"/>
                  </a:cubicBezTo>
                  <a:cubicBezTo>
                    <a:pt x="398" y="98"/>
                    <a:pt x="399" y="87"/>
                    <a:pt x="399" y="75"/>
                  </a:cubicBezTo>
                  <a:cubicBezTo>
                    <a:pt x="400" y="70"/>
                    <a:pt x="400" y="63"/>
                    <a:pt x="401" y="57"/>
                  </a:cubicBezTo>
                  <a:cubicBezTo>
                    <a:pt x="401" y="53"/>
                    <a:pt x="408" y="47"/>
                    <a:pt x="411" y="47"/>
                  </a:cubicBezTo>
                  <a:cubicBezTo>
                    <a:pt x="423" y="49"/>
                    <a:pt x="439" y="54"/>
                    <a:pt x="446" y="60"/>
                  </a:cubicBezTo>
                  <a:cubicBezTo>
                    <a:pt x="457" y="66"/>
                    <a:pt x="451" y="76"/>
                    <a:pt x="450" y="81"/>
                  </a:cubicBezTo>
                  <a:cubicBezTo>
                    <a:pt x="446" y="91"/>
                    <a:pt x="442" y="104"/>
                    <a:pt x="440" y="120"/>
                  </a:cubicBezTo>
                  <a:cubicBezTo>
                    <a:pt x="439" y="123"/>
                    <a:pt x="439" y="126"/>
                    <a:pt x="439" y="128"/>
                  </a:cubicBezTo>
                  <a:cubicBezTo>
                    <a:pt x="439" y="135"/>
                    <a:pt x="440" y="142"/>
                    <a:pt x="442" y="148"/>
                  </a:cubicBezTo>
                  <a:cubicBezTo>
                    <a:pt x="443" y="151"/>
                    <a:pt x="441" y="159"/>
                    <a:pt x="439" y="160"/>
                  </a:cubicBezTo>
                  <a:cubicBezTo>
                    <a:pt x="421" y="171"/>
                    <a:pt x="416" y="186"/>
                    <a:pt x="416" y="200"/>
                  </a:cubicBezTo>
                  <a:cubicBezTo>
                    <a:pt x="416" y="204"/>
                    <a:pt x="417" y="207"/>
                    <a:pt x="417" y="211"/>
                  </a:cubicBezTo>
                  <a:cubicBezTo>
                    <a:pt x="421" y="230"/>
                    <a:pt x="433" y="243"/>
                    <a:pt x="453" y="248"/>
                  </a:cubicBezTo>
                  <a:cubicBezTo>
                    <a:pt x="461" y="251"/>
                    <a:pt x="457" y="256"/>
                    <a:pt x="455" y="258"/>
                  </a:cubicBezTo>
                  <a:cubicBezTo>
                    <a:pt x="450" y="263"/>
                    <a:pt x="447" y="269"/>
                    <a:pt x="445" y="276"/>
                  </a:cubicBezTo>
                  <a:cubicBezTo>
                    <a:pt x="456" y="279"/>
                    <a:pt x="468" y="280"/>
                    <a:pt x="480" y="281"/>
                  </a:cubicBezTo>
                  <a:cubicBezTo>
                    <a:pt x="480" y="281"/>
                    <a:pt x="480" y="281"/>
                    <a:pt x="480" y="281"/>
                  </a:cubicBezTo>
                  <a:cubicBezTo>
                    <a:pt x="483" y="281"/>
                    <a:pt x="499" y="276"/>
                    <a:pt x="493" y="235"/>
                  </a:cubicBezTo>
                  <a:close/>
                </a:path>
              </a:pathLst>
            </a:custGeom>
            <a:solidFill>
              <a:srgbClr val="DDD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49" name="Freeform 10">
              <a:extLst>
                <a:ext uri="{FF2B5EF4-FFF2-40B4-BE49-F238E27FC236}">
                  <a16:creationId xmlns:a16="http://schemas.microsoft.com/office/drawing/2014/main" id="{0BD3FA46-D5DD-4AE6-8734-D009F4765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005"/>
              <a:ext cx="485" cy="558"/>
            </a:xfrm>
            <a:custGeom>
              <a:avLst/>
              <a:gdLst>
                <a:gd name="T0" fmla="*/ 188 w 194"/>
                <a:gd name="T1" fmla="*/ 320 h 209"/>
                <a:gd name="T2" fmla="*/ 438 w 194"/>
                <a:gd name="T3" fmla="*/ 2894 h 209"/>
                <a:gd name="T4" fmla="*/ 875 w 194"/>
                <a:gd name="T5" fmla="*/ 3919 h 209"/>
                <a:gd name="T6" fmla="*/ 1738 w 194"/>
                <a:gd name="T7" fmla="*/ 3444 h 209"/>
                <a:gd name="T8" fmla="*/ 2270 w 194"/>
                <a:gd name="T9" fmla="*/ 3329 h 209"/>
                <a:gd name="T10" fmla="*/ 2800 w 194"/>
                <a:gd name="T11" fmla="*/ 3444 h 209"/>
                <a:gd name="T12" fmla="*/ 2363 w 194"/>
                <a:gd name="T13" fmla="*/ 2531 h 209"/>
                <a:gd name="T14" fmla="*/ 1020 w 194"/>
                <a:gd name="T15" fmla="*/ 705 h 209"/>
                <a:gd name="T16" fmla="*/ 238 w 194"/>
                <a:gd name="T17" fmla="*/ 206 h 209"/>
                <a:gd name="T18" fmla="*/ 188 w 194"/>
                <a:gd name="T19" fmla="*/ 32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4" h="209">
                  <a:moveTo>
                    <a:pt x="12" y="17"/>
                  </a:moveTo>
                  <a:cubicBezTo>
                    <a:pt x="0" y="56"/>
                    <a:pt x="18" y="110"/>
                    <a:pt x="28" y="152"/>
                  </a:cubicBezTo>
                  <a:cubicBezTo>
                    <a:pt x="31" y="166"/>
                    <a:pt x="37" y="200"/>
                    <a:pt x="56" y="206"/>
                  </a:cubicBezTo>
                  <a:cubicBezTo>
                    <a:pt x="74" y="209"/>
                    <a:pt x="96" y="186"/>
                    <a:pt x="111" y="181"/>
                  </a:cubicBezTo>
                  <a:cubicBezTo>
                    <a:pt x="123" y="178"/>
                    <a:pt x="133" y="175"/>
                    <a:pt x="145" y="175"/>
                  </a:cubicBezTo>
                  <a:cubicBezTo>
                    <a:pt x="151" y="178"/>
                    <a:pt x="173" y="183"/>
                    <a:pt x="179" y="181"/>
                  </a:cubicBezTo>
                  <a:cubicBezTo>
                    <a:pt x="194" y="164"/>
                    <a:pt x="160" y="138"/>
                    <a:pt x="151" y="133"/>
                  </a:cubicBezTo>
                  <a:cubicBezTo>
                    <a:pt x="114" y="107"/>
                    <a:pt x="93" y="70"/>
                    <a:pt x="65" y="37"/>
                  </a:cubicBezTo>
                  <a:cubicBezTo>
                    <a:pt x="56" y="28"/>
                    <a:pt x="31" y="0"/>
                    <a:pt x="15" y="11"/>
                  </a:cubicBezTo>
                  <a:cubicBezTo>
                    <a:pt x="12" y="17"/>
                    <a:pt x="12" y="17"/>
                    <a:pt x="12" y="17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50" name="Freeform 11">
              <a:extLst>
                <a:ext uri="{FF2B5EF4-FFF2-40B4-BE49-F238E27FC236}">
                  <a16:creationId xmlns:a16="http://schemas.microsoft.com/office/drawing/2014/main" id="{A56CD11B-2F3E-4A5F-A495-223E80C5A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149"/>
              <a:ext cx="307" cy="352"/>
            </a:xfrm>
            <a:custGeom>
              <a:avLst/>
              <a:gdLst>
                <a:gd name="T0" fmla="*/ 1245 w 123"/>
                <a:gd name="T1" fmla="*/ 1501 h 132"/>
                <a:gd name="T2" fmla="*/ 92 w 123"/>
                <a:gd name="T3" fmla="*/ 0 h 132"/>
                <a:gd name="T4" fmla="*/ 42 w 123"/>
                <a:gd name="T5" fmla="*/ 589 h 132"/>
                <a:gd name="T6" fmla="*/ 42 w 123"/>
                <a:gd name="T7" fmla="*/ 1536 h 132"/>
                <a:gd name="T8" fmla="*/ 437 w 123"/>
                <a:gd name="T9" fmla="*/ 2504 h 132"/>
                <a:gd name="T10" fmla="*/ 624 w 123"/>
                <a:gd name="T11" fmla="*/ 2411 h 132"/>
                <a:gd name="T12" fmla="*/ 1153 w 123"/>
                <a:gd name="T13" fmla="*/ 2296 h 132"/>
                <a:gd name="T14" fmla="*/ 1682 w 123"/>
                <a:gd name="T15" fmla="*/ 2411 h 132"/>
                <a:gd name="T16" fmla="*/ 1245 w 123"/>
                <a:gd name="T17" fmla="*/ 1501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132">
                  <a:moveTo>
                    <a:pt x="80" y="79"/>
                  </a:moveTo>
                  <a:cubicBezTo>
                    <a:pt x="49" y="56"/>
                    <a:pt x="28" y="28"/>
                    <a:pt x="6" y="0"/>
                  </a:cubicBezTo>
                  <a:cubicBezTo>
                    <a:pt x="3" y="11"/>
                    <a:pt x="3" y="25"/>
                    <a:pt x="3" y="31"/>
                  </a:cubicBezTo>
                  <a:cubicBezTo>
                    <a:pt x="0" y="50"/>
                    <a:pt x="0" y="64"/>
                    <a:pt x="3" y="81"/>
                  </a:cubicBezTo>
                  <a:cubicBezTo>
                    <a:pt x="9" y="101"/>
                    <a:pt x="12" y="115"/>
                    <a:pt x="28" y="132"/>
                  </a:cubicBezTo>
                  <a:cubicBezTo>
                    <a:pt x="34" y="129"/>
                    <a:pt x="37" y="129"/>
                    <a:pt x="40" y="127"/>
                  </a:cubicBezTo>
                  <a:cubicBezTo>
                    <a:pt x="52" y="124"/>
                    <a:pt x="62" y="121"/>
                    <a:pt x="74" y="121"/>
                  </a:cubicBezTo>
                  <a:cubicBezTo>
                    <a:pt x="80" y="124"/>
                    <a:pt x="102" y="129"/>
                    <a:pt x="108" y="127"/>
                  </a:cubicBezTo>
                  <a:cubicBezTo>
                    <a:pt x="123" y="110"/>
                    <a:pt x="89" y="84"/>
                    <a:pt x="80" y="79"/>
                  </a:cubicBezTo>
                  <a:close/>
                </a:path>
              </a:pathLst>
            </a:custGeom>
            <a:solidFill>
              <a:srgbClr val="DAD6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51" name="Freeform 12">
              <a:extLst>
                <a:ext uri="{FF2B5EF4-FFF2-40B4-BE49-F238E27FC236}">
                  <a16:creationId xmlns:a16="http://schemas.microsoft.com/office/drawing/2014/main" id="{7B59FB29-6522-438C-93F0-035CF4726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133"/>
              <a:ext cx="100" cy="376"/>
            </a:xfrm>
            <a:custGeom>
              <a:avLst/>
              <a:gdLst>
                <a:gd name="T0" fmla="*/ 283 w 40"/>
                <a:gd name="T1" fmla="*/ 205 h 141"/>
                <a:gd name="T2" fmla="*/ 188 w 40"/>
                <a:gd name="T3" fmla="*/ 0 h 141"/>
                <a:gd name="T4" fmla="*/ 50 w 40"/>
                <a:gd name="T5" fmla="*/ 149 h 141"/>
                <a:gd name="T6" fmla="*/ 50 w 40"/>
                <a:gd name="T7" fmla="*/ 419 h 141"/>
                <a:gd name="T8" fmla="*/ 145 w 40"/>
                <a:gd name="T9" fmla="*/ 533 h 141"/>
                <a:gd name="T10" fmla="*/ 0 w 40"/>
                <a:gd name="T11" fmla="*/ 704 h 141"/>
                <a:gd name="T12" fmla="*/ 50 w 40"/>
                <a:gd name="T13" fmla="*/ 1059 h 141"/>
                <a:gd name="T14" fmla="*/ 95 w 40"/>
                <a:gd name="T15" fmla="*/ 1288 h 141"/>
                <a:gd name="T16" fmla="*/ 95 w 40"/>
                <a:gd name="T17" fmla="*/ 1651 h 141"/>
                <a:gd name="T18" fmla="*/ 188 w 40"/>
                <a:gd name="T19" fmla="*/ 1651 h 141"/>
                <a:gd name="T20" fmla="*/ 188 w 40"/>
                <a:gd name="T21" fmla="*/ 2141 h 141"/>
                <a:gd name="T22" fmla="*/ 283 w 40"/>
                <a:gd name="T23" fmla="*/ 2197 h 141"/>
                <a:gd name="T24" fmla="*/ 283 w 40"/>
                <a:gd name="T25" fmla="*/ 2296 h 141"/>
                <a:gd name="T26" fmla="*/ 375 w 40"/>
                <a:gd name="T27" fmla="*/ 2560 h 141"/>
                <a:gd name="T28" fmla="*/ 533 w 40"/>
                <a:gd name="T29" fmla="*/ 2675 h 141"/>
                <a:gd name="T30" fmla="*/ 533 w 40"/>
                <a:gd name="T31" fmla="*/ 2675 h 141"/>
                <a:gd name="T32" fmla="*/ 625 w 40"/>
                <a:gd name="T33" fmla="*/ 2616 h 141"/>
                <a:gd name="T34" fmla="*/ 625 w 40"/>
                <a:gd name="T35" fmla="*/ 2560 h 141"/>
                <a:gd name="T36" fmla="*/ 488 w 40"/>
                <a:gd name="T37" fmla="*/ 2355 h 141"/>
                <a:gd name="T38" fmla="*/ 425 w 40"/>
                <a:gd name="T39" fmla="*/ 2197 h 141"/>
                <a:gd name="T40" fmla="*/ 425 w 40"/>
                <a:gd name="T41" fmla="*/ 1971 h 141"/>
                <a:gd name="T42" fmla="*/ 333 w 40"/>
                <a:gd name="T43" fmla="*/ 1763 h 141"/>
                <a:gd name="T44" fmla="*/ 333 w 40"/>
                <a:gd name="T45" fmla="*/ 1501 h 141"/>
                <a:gd name="T46" fmla="*/ 283 w 40"/>
                <a:gd name="T47" fmla="*/ 1288 h 141"/>
                <a:gd name="T48" fmla="*/ 238 w 40"/>
                <a:gd name="T49" fmla="*/ 1059 h 141"/>
                <a:gd name="T50" fmla="*/ 238 w 40"/>
                <a:gd name="T51" fmla="*/ 853 h 141"/>
                <a:gd name="T52" fmla="*/ 238 w 40"/>
                <a:gd name="T53" fmla="*/ 704 h 141"/>
                <a:gd name="T54" fmla="*/ 238 w 40"/>
                <a:gd name="T55" fmla="*/ 419 h 141"/>
                <a:gd name="T56" fmla="*/ 283 w 40"/>
                <a:gd name="T57" fmla="*/ 205 h 14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0" h="141">
                  <a:moveTo>
                    <a:pt x="18" y="11"/>
                  </a:moveTo>
                  <a:cubicBezTo>
                    <a:pt x="18" y="6"/>
                    <a:pt x="15" y="3"/>
                    <a:pt x="12" y="0"/>
                  </a:cubicBezTo>
                  <a:cubicBezTo>
                    <a:pt x="9" y="3"/>
                    <a:pt x="6" y="6"/>
                    <a:pt x="3" y="8"/>
                  </a:cubicBezTo>
                  <a:cubicBezTo>
                    <a:pt x="12" y="14"/>
                    <a:pt x="9" y="17"/>
                    <a:pt x="3" y="22"/>
                  </a:cubicBezTo>
                  <a:cubicBezTo>
                    <a:pt x="6" y="22"/>
                    <a:pt x="6" y="25"/>
                    <a:pt x="9" y="28"/>
                  </a:cubicBezTo>
                  <a:cubicBezTo>
                    <a:pt x="6" y="31"/>
                    <a:pt x="3" y="34"/>
                    <a:pt x="0" y="37"/>
                  </a:cubicBezTo>
                  <a:cubicBezTo>
                    <a:pt x="9" y="42"/>
                    <a:pt x="6" y="48"/>
                    <a:pt x="3" y="56"/>
                  </a:cubicBezTo>
                  <a:cubicBezTo>
                    <a:pt x="9" y="56"/>
                    <a:pt x="9" y="62"/>
                    <a:pt x="6" y="68"/>
                  </a:cubicBezTo>
                  <a:cubicBezTo>
                    <a:pt x="12" y="73"/>
                    <a:pt x="9" y="82"/>
                    <a:pt x="6" y="87"/>
                  </a:cubicBezTo>
                  <a:cubicBezTo>
                    <a:pt x="6" y="87"/>
                    <a:pt x="9" y="87"/>
                    <a:pt x="12" y="87"/>
                  </a:cubicBezTo>
                  <a:cubicBezTo>
                    <a:pt x="6" y="99"/>
                    <a:pt x="18" y="102"/>
                    <a:pt x="12" y="113"/>
                  </a:cubicBezTo>
                  <a:cubicBezTo>
                    <a:pt x="15" y="113"/>
                    <a:pt x="15" y="116"/>
                    <a:pt x="18" y="116"/>
                  </a:cubicBezTo>
                  <a:cubicBezTo>
                    <a:pt x="18" y="118"/>
                    <a:pt x="18" y="118"/>
                    <a:pt x="18" y="121"/>
                  </a:cubicBezTo>
                  <a:cubicBezTo>
                    <a:pt x="27" y="124"/>
                    <a:pt x="21" y="127"/>
                    <a:pt x="24" y="135"/>
                  </a:cubicBezTo>
                  <a:cubicBezTo>
                    <a:pt x="24" y="138"/>
                    <a:pt x="31" y="138"/>
                    <a:pt x="34" y="141"/>
                  </a:cubicBezTo>
                  <a:cubicBezTo>
                    <a:pt x="34" y="141"/>
                    <a:pt x="34" y="141"/>
                    <a:pt x="34" y="141"/>
                  </a:cubicBezTo>
                  <a:cubicBezTo>
                    <a:pt x="37" y="141"/>
                    <a:pt x="37" y="138"/>
                    <a:pt x="40" y="138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7" y="104"/>
                    <a:pt x="27" y="104"/>
                    <a:pt x="27" y="104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5" y="59"/>
                    <a:pt x="15" y="56"/>
                  </a:cubicBezTo>
                  <a:cubicBezTo>
                    <a:pt x="12" y="54"/>
                    <a:pt x="15" y="45"/>
                    <a:pt x="15" y="45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8" y="28"/>
                    <a:pt x="15" y="22"/>
                  </a:cubicBezTo>
                  <a:cubicBezTo>
                    <a:pt x="12" y="20"/>
                    <a:pt x="15" y="14"/>
                    <a:pt x="18" y="11"/>
                  </a:cubicBezTo>
                  <a:close/>
                </a:path>
              </a:pathLst>
            </a:custGeom>
            <a:solidFill>
              <a:srgbClr val="F2F1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52" name="Freeform 13">
              <a:extLst>
                <a:ext uri="{FF2B5EF4-FFF2-40B4-BE49-F238E27FC236}">
                  <a16:creationId xmlns:a16="http://schemas.microsoft.com/office/drawing/2014/main" id="{FDAB2124-73B4-4B9B-A031-A1B0F5863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320"/>
              <a:ext cx="47" cy="152"/>
            </a:xfrm>
            <a:custGeom>
              <a:avLst/>
              <a:gdLst>
                <a:gd name="T0" fmla="*/ 153 w 19"/>
                <a:gd name="T1" fmla="*/ 0 h 57"/>
                <a:gd name="T2" fmla="*/ 104 w 19"/>
                <a:gd name="T3" fmla="*/ 285 h 57"/>
                <a:gd name="T4" fmla="*/ 62 w 19"/>
                <a:gd name="T5" fmla="*/ 435 h 57"/>
                <a:gd name="T6" fmla="*/ 153 w 19"/>
                <a:gd name="T7" fmla="*/ 605 h 57"/>
                <a:gd name="T8" fmla="*/ 0 w 19"/>
                <a:gd name="T9" fmla="*/ 704 h 57"/>
                <a:gd name="T10" fmla="*/ 104 w 19"/>
                <a:gd name="T11" fmla="*/ 760 h 57"/>
                <a:gd name="T12" fmla="*/ 62 w 19"/>
                <a:gd name="T13" fmla="*/ 909 h 57"/>
                <a:gd name="T14" fmla="*/ 153 w 19"/>
                <a:gd name="T15" fmla="*/ 1080 h 57"/>
                <a:gd name="T16" fmla="*/ 153 w 19"/>
                <a:gd name="T17" fmla="*/ 1080 h 57"/>
                <a:gd name="T18" fmla="*/ 287 w 19"/>
                <a:gd name="T19" fmla="*/ 968 h 57"/>
                <a:gd name="T20" fmla="*/ 287 w 19"/>
                <a:gd name="T21" fmla="*/ 704 h 57"/>
                <a:gd name="T22" fmla="*/ 287 w 19"/>
                <a:gd name="T23" fmla="*/ 115 h 57"/>
                <a:gd name="T24" fmla="*/ 153 w 19"/>
                <a:gd name="T25" fmla="*/ 0 h 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57">
                  <a:moveTo>
                    <a:pt x="10" y="0"/>
                  </a:moveTo>
                  <a:cubicBezTo>
                    <a:pt x="10" y="6"/>
                    <a:pt x="7" y="9"/>
                    <a:pt x="7" y="15"/>
                  </a:cubicBezTo>
                  <a:cubicBezTo>
                    <a:pt x="4" y="17"/>
                    <a:pt x="13" y="20"/>
                    <a:pt x="4" y="23"/>
                  </a:cubicBezTo>
                  <a:cubicBezTo>
                    <a:pt x="4" y="26"/>
                    <a:pt x="7" y="29"/>
                    <a:pt x="10" y="32"/>
                  </a:cubicBezTo>
                  <a:cubicBezTo>
                    <a:pt x="4" y="32"/>
                    <a:pt x="4" y="37"/>
                    <a:pt x="0" y="37"/>
                  </a:cubicBezTo>
                  <a:cubicBezTo>
                    <a:pt x="0" y="40"/>
                    <a:pt x="4" y="40"/>
                    <a:pt x="7" y="40"/>
                  </a:cubicBezTo>
                  <a:cubicBezTo>
                    <a:pt x="4" y="43"/>
                    <a:pt x="4" y="46"/>
                    <a:pt x="4" y="48"/>
                  </a:cubicBezTo>
                  <a:cubicBezTo>
                    <a:pt x="10" y="51"/>
                    <a:pt x="10" y="54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4"/>
                    <a:pt x="13" y="51"/>
                    <a:pt x="19" y="51"/>
                  </a:cubicBezTo>
                  <a:cubicBezTo>
                    <a:pt x="13" y="48"/>
                    <a:pt x="13" y="40"/>
                    <a:pt x="19" y="37"/>
                  </a:cubicBezTo>
                  <a:cubicBezTo>
                    <a:pt x="13" y="34"/>
                    <a:pt x="13" y="17"/>
                    <a:pt x="19" y="6"/>
                  </a:cubicBezTo>
                  <a:cubicBezTo>
                    <a:pt x="16" y="6"/>
                    <a:pt x="13" y="3"/>
                    <a:pt x="10" y="0"/>
                  </a:cubicBezTo>
                  <a:close/>
                </a:path>
              </a:pathLst>
            </a:custGeom>
            <a:solidFill>
              <a:srgbClr val="F2F1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53" name="Freeform 14">
              <a:extLst>
                <a:ext uri="{FF2B5EF4-FFF2-40B4-BE49-F238E27FC236}">
                  <a16:creationId xmlns:a16="http://schemas.microsoft.com/office/drawing/2014/main" id="{7F3039B7-446C-414D-B900-D89F5A7B7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043"/>
              <a:ext cx="55" cy="346"/>
            </a:xfrm>
            <a:custGeom>
              <a:avLst/>
              <a:gdLst>
                <a:gd name="T0" fmla="*/ 208 w 22"/>
                <a:gd name="T1" fmla="*/ 0 h 130"/>
                <a:gd name="T2" fmla="*/ 95 w 22"/>
                <a:gd name="T3" fmla="*/ 963 h 130"/>
                <a:gd name="T4" fmla="*/ 345 w 22"/>
                <a:gd name="T5" fmla="*/ 2451 h 130"/>
                <a:gd name="T6" fmla="*/ 95 w 22"/>
                <a:gd name="T7" fmla="*/ 793 h 130"/>
                <a:gd name="T8" fmla="*/ 208 w 2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0">
                  <a:moveTo>
                    <a:pt x="13" y="0"/>
                  </a:moveTo>
                  <a:cubicBezTo>
                    <a:pt x="3" y="3"/>
                    <a:pt x="0" y="23"/>
                    <a:pt x="6" y="51"/>
                  </a:cubicBezTo>
                  <a:cubicBezTo>
                    <a:pt x="9" y="79"/>
                    <a:pt x="19" y="113"/>
                    <a:pt x="22" y="130"/>
                  </a:cubicBezTo>
                  <a:cubicBezTo>
                    <a:pt x="19" y="110"/>
                    <a:pt x="9" y="59"/>
                    <a:pt x="6" y="42"/>
                  </a:cubicBezTo>
                  <a:cubicBezTo>
                    <a:pt x="6" y="28"/>
                    <a:pt x="6" y="6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54" name="Freeform 15">
              <a:extLst>
                <a:ext uri="{FF2B5EF4-FFF2-40B4-BE49-F238E27FC236}">
                  <a16:creationId xmlns:a16="http://schemas.microsoft.com/office/drawing/2014/main" id="{75B0BDAE-C232-43E4-A75D-49592D97F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005"/>
              <a:ext cx="485" cy="558"/>
            </a:xfrm>
            <a:custGeom>
              <a:avLst/>
              <a:gdLst>
                <a:gd name="T0" fmla="*/ 2845 w 194"/>
                <a:gd name="T1" fmla="*/ 320 h 209"/>
                <a:gd name="T2" fmla="*/ 2613 w 194"/>
                <a:gd name="T3" fmla="*/ 2894 h 209"/>
                <a:gd name="T4" fmla="*/ 2175 w 194"/>
                <a:gd name="T5" fmla="*/ 3919 h 209"/>
                <a:gd name="T6" fmla="*/ 1300 w 194"/>
                <a:gd name="T7" fmla="*/ 3444 h 209"/>
                <a:gd name="T8" fmla="*/ 770 w 194"/>
                <a:gd name="T9" fmla="*/ 3329 h 209"/>
                <a:gd name="T10" fmla="*/ 238 w 194"/>
                <a:gd name="T11" fmla="*/ 3444 h 209"/>
                <a:gd name="T12" fmla="*/ 675 w 194"/>
                <a:gd name="T13" fmla="*/ 2531 h 209"/>
                <a:gd name="T14" fmla="*/ 2033 w 194"/>
                <a:gd name="T15" fmla="*/ 705 h 209"/>
                <a:gd name="T16" fmla="*/ 2800 w 194"/>
                <a:gd name="T17" fmla="*/ 206 h 209"/>
                <a:gd name="T18" fmla="*/ 2845 w 194"/>
                <a:gd name="T19" fmla="*/ 32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4" h="209">
                  <a:moveTo>
                    <a:pt x="182" y="17"/>
                  </a:moveTo>
                  <a:cubicBezTo>
                    <a:pt x="194" y="56"/>
                    <a:pt x="176" y="110"/>
                    <a:pt x="167" y="152"/>
                  </a:cubicBezTo>
                  <a:cubicBezTo>
                    <a:pt x="164" y="166"/>
                    <a:pt x="157" y="200"/>
                    <a:pt x="139" y="206"/>
                  </a:cubicBezTo>
                  <a:cubicBezTo>
                    <a:pt x="120" y="209"/>
                    <a:pt x="99" y="186"/>
                    <a:pt x="83" y="181"/>
                  </a:cubicBezTo>
                  <a:cubicBezTo>
                    <a:pt x="71" y="178"/>
                    <a:pt x="62" y="175"/>
                    <a:pt x="49" y="175"/>
                  </a:cubicBezTo>
                  <a:cubicBezTo>
                    <a:pt x="43" y="178"/>
                    <a:pt x="22" y="183"/>
                    <a:pt x="15" y="181"/>
                  </a:cubicBezTo>
                  <a:cubicBezTo>
                    <a:pt x="0" y="164"/>
                    <a:pt x="34" y="138"/>
                    <a:pt x="43" y="133"/>
                  </a:cubicBezTo>
                  <a:cubicBezTo>
                    <a:pt x="80" y="107"/>
                    <a:pt x="102" y="70"/>
                    <a:pt x="130" y="37"/>
                  </a:cubicBezTo>
                  <a:cubicBezTo>
                    <a:pt x="139" y="28"/>
                    <a:pt x="164" y="0"/>
                    <a:pt x="179" y="11"/>
                  </a:cubicBezTo>
                  <a:cubicBezTo>
                    <a:pt x="182" y="17"/>
                    <a:pt x="182" y="17"/>
                    <a:pt x="182" y="17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55" name="Freeform 16">
              <a:extLst>
                <a:ext uri="{FF2B5EF4-FFF2-40B4-BE49-F238E27FC236}">
                  <a16:creationId xmlns:a16="http://schemas.microsoft.com/office/drawing/2014/main" id="{D9DB7814-577A-4957-B47F-53F79F34C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149"/>
              <a:ext cx="307" cy="352"/>
            </a:xfrm>
            <a:custGeom>
              <a:avLst/>
              <a:gdLst>
                <a:gd name="T0" fmla="*/ 666 w 123"/>
                <a:gd name="T1" fmla="*/ 1501 h 132"/>
                <a:gd name="T2" fmla="*/ 1820 w 123"/>
                <a:gd name="T3" fmla="*/ 0 h 132"/>
                <a:gd name="T4" fmla="*/ 1869 w 123"/>
                <a:gd name="T5" fmla="*/ 589 h 132"/>
                <a:gd name="T6" fmla="*/ 1869 w 123"/>
                <a:gd name="T7" fmla="*/ 1536 h 132"/>
                <a:gd name="T8" fmla="*/ 1495 w 123"/>
                <a:gd name="T9" fmla="*/ 2504 h 132"/>
                <a:gd name="T10" fmla="*/ 1290 w 123"/>
                <a:gd name="T11" fmla="*/ 2411 h 132"/>
                <a:gd name="T12" fmla="*/ 761 w 123"/>
                <a:gd name="T13" fmla="*/ 2296 h 132"/>
                <a:gd name="T14" fmla="*/ 230 w 123"/>
                <a:gd name="T15" fmla="*/ 2411 h 132"/>
                <a:gd name="T16" fmla="*/ 666 w 123"/>
                <a:gd name="T17" fmla="*/ 1501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132">
                  <a:moveTo>
                    <a:pt x="43" y="79"/>
                  </a:moveTo>
                  <a:cubicBezTo>
                    <a:pt x="74" y="56"/>
                    <a:pt x="96" y="28"/>
                    <a:pt x="117" y="0"/>
                  </a:cubicBezTo>
                  <a:cubicBezTo>
                    <a:pt x="120" y="11"/>
                    <a:pt x="120" y="25"/>
                    <a:pt x="120" y="31"/>
                  </a:cubicBezTo>
                  <a:cubicBezTo>
                    <a:pt x="123" y="50"/>
                    <a:pt x="123" y="64"/>
                    <a:pt x="120" y="81"/>
                  </a:cubicBezTo>
                  <a:cubicBezTo>
                    <a:pt x="114" y="101"/>
                    <a:pt x="111" y="115"/>
                    <a:pt x="96" y="132"/>
                  </a:cubicBezTo>
                  <a:cubicBezTo>
                    <a:pt x="89" y="129"/>
                    <a:pt x="86" y="129"/>
                    <a:pt x="83" y="127"/>
                  </a:cubicBezTo>
                  <a:cubicBezTo>
                    <a:pt x="71" y="124"/>
                    <a:pt x="62" y="121"/>
                    <a:pt x="49" y="121"/>
                  </a:cubicBezTo>
                  <a:cubicBezTo>
                    <a:pt x="43" y="124"/>
                    <a:pt x="22" y="129"/>
                    <a:pt x="15" y="127"/>
                  </a:cubicBezTo>
                  <a:cubicBezTo>
                    <a:pt x="0" y="110"/>
                    <a:pt x="34" y="84"/>
                    <a:pt x="43" y="79"/>
                  </a:cubicBezTo>
                  <a:close/>
                </a:path>
              </a:pathLst>
            </a:custGeom>
            <a:solidFill>
              <a:srgbClr val="DAD6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56" name="Freeform 17">
              <a:extLst>
                <a:ext uri="{FF2B5EF4-FFF2-40B4-BE49-F238E27FC236}">
                  <a16:creationId xmlns:a16="http://schemas.microsoft.com/office/drawing/2014/main" id="{52F18618-DB5E-4E11-978F-00F82D0E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133"/>
              <a:ext cx="100" cy="376"/>
            </a:xfrm>
            <a:custGeom>
              <a:avLst/>
              <a:gdLst>
                <a:gd name="T0" fmla="*/ 333 w 40"/>
                <a:gd name="T1" fmla="*/ 205 h 141"/>
                <a:gd name="T2" fmla="*/ 425 w 40"/>
                <a:gd name="T3" fmla="*/ 0 h 141"/>
                <a:gd name="T4" fmla="*/ 583 w 40"/>
                <a:gd name="T5" fmla="*/ 149 h 141"/>
                <a:gd name="T6" fmla="*/ 583 w 40"/>
                <a:gd name="T7" fmla="*/ 419 h 141"/>
                <a:gd name="T8" fmla="*/ 470 w 40"/>
                <a:gd name="T9" fmla="*/ 533 h 141"/>
                <a:gd name="T10" fmla="*/ 625 w 40"/>
                <a:gd name="T11" fmla="*/ 704 h 141"/>
                <a:gd name="T12" fmla="*/ 583 w 40"/>
                <a:gd name="T13" fmla="*/ 1059 h 141"/>
                <a:gd name="T14" fmla="*/ 520 w 40"/>
                <a:gd name="T15" fmla="*/ 1288 h 141"/>
                <a:gd name="T16" fmla="*/ 520 w 40"/>
                <a:gd name="T17" fmla="*/ 1651 h 141"/>
                <a:gd name="T18" fmla="*/ 425 w 40"/>
                <a:gd name="T19" fmla="*/ 1651 h 141"/>
                <a:gd name="T20" fmla="*/ 425 w 40"/>
                <a:gd name="T21" fmla="*/ 2141 h 141"/>
                <a:gd name="T22" fmla="*/ 333 w 40"/>
                <a:gd name="T23" fmla="*/ 2197 h 141"/>
                <a:gd name="T24" fmla="*/ 333 w 40"/>
                <a:gd name="T25" fmla="*/ 2296 h 141"/>
                <a:gd name="T26" fmla="*/ 238 w 40"/>
                <a:gd name="T27" fmla="*/ 2560 h 141"/>
                <a:gd name="T28" fmla="*/ 95 w 40"/>
                <a:gd name="T29" fmla="*/ 2675 h 141"/>
                <a:gd name="T30" fmla="*/ 95 w 40"/>
                <a:gd name="T31" fmla="*/ 2675 h 141"/>
                <a:gd name="T32" fmla="*/ 0 w 40"/>
                <a:gd name="T33" fmla="*/ 2616 h 141"/>
                <a:gd name="T34" fmla="*/ 0 w 40"/>
                <a:gd name="T35" fmla="*/ 2560 h 141"/>
                <a:gd name="T36" fmla="*/ 145 w 40"/>
                <a:gd name="T37" fmla="*/ 2355 h 141"/>
                <a:gd name="T38" fmla="*/ 188 w 40"/>
                <a:gd name="T39" fmla="*/ 2197 h 141"/>
                <a:gd name="T40" fmla="*/ 188 w 40"/>
                <a:gd name="T41" fmla="*/ 1971 h 141"/>
                <a:gd name="T42" fmla="*/ 283 w 40"/>
                <a:gd name="T43" fmla="*/ 1763 h 141"/>
                <a:gd name="T44" fmla="*/ 283 w 40"/>
                <a:gd name="T45" fmla="*/ 1501 h 141"/>
                <a:gd name="T46" fmla="*/ 333 w 40"/>
                <a:gd name="T47" fmla="*/ 1288 h 141"/>
                <a:gd name="T48" fmla="*/ 375 w 40"/>
                <a:gd name="T49" fmla="*/ 1059 h 141"/>
                <a:gd name="T50" fmla="*/ 375 w 40"/>
                <a:gd name="T51" fmla="*/ 853 h 141"/>
                <a:gd name="T52" fmla="*/ 375 w 40"/>
                <a:gd name="T53" fmla="*/ 704 h 141"/>
                <a:gd name="T54" fmla="*/ 375 w 40"/>
                <a:gd name="T55" fmla="*/ 419 h 141"/>
                <a:gd name="T56" fmla="*/ 333 w 40"/>
                <a:gd name="T57" fmla="*/ 205 h 14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0" h="141">
                  <a:moveTo>
                    <a:pt x="21" y="11"/>
                  </a:moveTo>
                  <a:cubicBezTo>
                    <a:pt x="21" y="6"/>
                    <a:pt x="24" y="3"/>
                    <a:pt x="27" y="0"/>
                  </a:cubicBezTo>
                  <a:cubicBezTo>
                    <a:pt x="30" y="3"/>
                    <a:pt x="33" y="6"/>
                    <a:pt x="37" y="8"/>
                  </a:cubicBezTo>
                  <a:cubicBezTo>
                    <a:pt x="27" y="14"/>
                    <a:pt x="30" y="17"/>
                    <a:pt x="37" y="22"/>
                  </a:cubicBezTo>
                  <a:cubicBezTo>
                    <a:pt x="33" y="22"/>
                    <a:pt x="33" y="25"/>
                    <a:pt x="30" y="28"/>
                  </a:cubicBezTo>
                  <a:cubicBezTo>
                    <a:pt x="33" y="31"/>
                    <a:pt x="37" y="34"/>
                    <a:pt x="40" y="37"/>
                  </a:cubicBezTo>
                  <a:cubicBezTo>
                    <a:pt x="30" y="42"/>
                    <a:pt x="33" y="48"/>
                    <a:pt x="37" y="56"/>
                  </a:cubicBezTo>
                  <a:cubicBezTo>
                    <a:pt x="30" y="56"/>
                    <a:pt x="30" y="62"/>
                    <a:pt x="33" y="68"/>
                  </a:cubicBezTo>
                  <a:cubicBezTo>
                    <a:pt x="27" y="73"/>
                    <a:pt x="30" y="82"/>
                    <a:pt x="33" y="87"/>
                  </a:cubicBezTo>
                  <a:cubicBezTo>
                    <a:pt x="33" y="87"/>
                    <a:pt x="30" y="87"/>
                    <a:pt x="27" y="87"/>
                  </a:cubicBezTo>
                  <a:cubicBezTo>
                    <a:pt x="33" y="99"/>
                    <a:pt x="21" y="102"/>
                    <a:pt x="27" y="113"/>
                  </a:cubicBezTo>
                  <a:cubicBezTo>
                    <a:pt x="24" y="113"/>
                    <a:pt x="24" y="116"/>
                    <a:pt x="21" y="116"/>
                  </a:cubicBezTo>
                  <a:cubicBezTo>
                    <a:pt x="21" y="118"/>
                    <a:pt x="21" y="118"/>
                    <a:pt x="21" y="121"/>
                  </a:cubicBezTo>
                  <a:cubicBezTo>
                    <a:pt x="12" y="124"/>
                    <a:pt x="18" y="127"/>
                    <a:pt x="15" y="135"/>
                  </a:cubicBezTo>
                  <a:cubicBezTo>
                    <a:pt x="15" y="138"/>
                    <a:pt x="9" y="138"/>
                    <a:pt x="6" y="141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3" y="141"/>
                    <a:pt x="3" y="138"/>
                    <a:pt x="0" y="138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12" y="104"/>
                    <a:pt x="12" y="104"/>
                    <a:pt x="12" y="104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1" y="68"/>
                    <a:pt x="24" y="59"/>
                    <a:pt x="24" y="56"/>
                  </a:cubicBezTo>
                  <a:cubicBezTo>
                    <a:pt x="27" y="54"/>
                    <a:pt x="24" y="45"/>
                    <a:pt x="24" y="45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1" y="28"/>
                    <a:pt x="24" y="22"/>
                  </a:cubicBezTo>
                  <a:cubicBezTo>
                    <a:pt x="27" y="20"/>
                    <a:pt x="24" y="14"/>
                    <a:pt x="21" y="11"/>
                  </a:cubicBezTo>
                  <a:close/>
                </a:path>
              </a:pathLst>
            </a:custGeom>
            <a:solidFill>
              <a:srgbClr val="F2F1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57" name="Freeform 18">
              <a:extLst>
                <a:ext uri="{FF2B5EF4-FFF2-40B4-BE49-F238E27FC236}">
                  <a16:creationId xmlns:a16="http://schemas.microsoft.com/office/drawing/2014/main" id="{BDC7BE27-A34B-46AF-B909-B87B1A229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320"/>
              <a:ext cx="47" cy="152"/>
            </a:xfrm>
            <a:custGeom>
              <a:avLst/>
              <a:gdLst>
                <a:gd name="T0" fmla="*/ 153 w 19"/>
                <a:gd name="T1" fmla="*/ 0 h 57"/>
                <a:gd name="T2" fmla="*/ 195 w 19"/>
                <a:gd name="T3" fmla="*/ 285 h 57"/>
                <a:gd name="T4" fmla="*/ 245 w 19"/>
                <a:gd name="T5" fmla="*/ 435 h 57"/>
                <a:gd name="T6" fmla="*/ 153 w 19"/>
                <a:gd name="T7" fmla="*/ 605 h 57"/>
                <a:gd name="T8" fmla="*/ 287 w 19"/>
                <a:gd name="T9" fmla="*/ 704 h 57"/>
                <a:gd name="T10" fmla="*/ 195 w 19"/>
                <a:gd name="T11" fmla="*/ 760 h 57"/>
                <a:gd name="T12" fmla="*/ 245 w 19"/>
                <a:gd name="T13" fmla="*/ 909 h 57"/>
                <a:gd name="T14" fmla="*/ 153 w 19"/>
                <a:gd name="T15" fmla="*/ 1080 h 57"/>
                <a:gd name="T16" fmla="*/ 153 w 19"/>
                <a:gd name="T17" fmla="*/ 1080 h 57"/>
                <a:gd name="T18" fmla="*/ 0 w 19"/>
                <a:gd name="T19" fmla="*/ 968 h 57"/>
                <a:gd name="T20" fmla="*/ 0 w 19"/>
                <a:gd name="T21" fmla="*/ 704 h 57"/>
                <a:gd name="T22" fmla="*/ 0 w 19"/>
                <a:gd name="T23" fmla="*/ 115 h 57"/>
                <a:gd name="T24" fmla="*/ 153 w 19"/>
                <a:gd name="T25" fmla="*/ 0 h 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57">
                  <a:moveTo>
                    <a:pt x="10" y="0"/>
                  </a:moveTo>
                  <a:cubicBezTo>
                    <a:pt x="10" y="6"/>
                    <a:pt x="13" y="9"/>
                    <a:pt x="13" y="15"/>
                  </a:cubicBezTo>
                  <a:cubicBezTo>
                    <a:pt x="16" y="17"/>
                    <a:pt x="7" y="20"/>
                    <a:pt x="16" y="23"/>
                  </a:cubicBezTo>
                  <a:cubicBezTo>
                    <a:pt x="16" y="26"/>
                    <a:pt x="13" y="29"/>
                    <a:pt x="10" y="32"/>
                  </a:cubicBezTo>
                  <a:cubicBezTo>
                    <a:pt x="16" y="32"/>
                    <a:pt x="16" y="37"/>
                    <a:pt x="19" y="37"/>
                  </a:cubicBezTo>
                  <a:cubicBezTo>
                    <a:pt x="19" y="40"/>
                    <a:pt x="16" y="40"/>
                    <a:pt x="13" y="40"/>
                  </a:cubicBezTo>
                  <a:cubicBezTo>
                    <a:pt x="16" y="43"/>
                    <a:pt x="16" y="46"/>
                    <a:pt x="16" y="48"/>
                  </a:cubicBezTo>
                  <a:cubicBezTo>
                    <a:pt x="10" y="51"/>
                    <a:pt x="10" y="54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4"/>
                    <a:pt x="7" y="51"/>
                    <a:pt x="0" y="51"/>
                  </a:cubicBezTo>
                  <a:cubicBezTo>
                    <a:pt x="7" y="48"/>
                    <a:pt x="7" y="40"/>
                    <a:pt x="0" y="37"/>
                  </a:cubicBezTo>
                  <a:cubicBezTo>
                    <a:pt x="7" y="34"/>
                    <a:pt x="7" y="17"/>
                    <a:pt x="0" y="6"/>
                  </a:cubicBezTo>
                  <a:cubicBezTo>
                    <a:pt x="3" y="6"/>
                    <a:pt x="7" y="3"/>
                    <a:pt x="10" y="0"/>
                  </a:cubicBezTo>
                  <a:close/>
                </a:path>
              </a:pathLst>
            </a:custGeom>
            <a:solidFill>
              <a:srgbClr val="F2F1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58" name="Freeform 19">
              <a:extLst>
                <a:ext uri="{FF2B5EF4-FFF2-40B4-BE49-F238E27FC236}">
                  <a16:creationId xmlns:a16="http://schemas.microsoft.com/office/drawing/2014/main" id="{0DC457FE-A30B-4E7F-8D9B-6347475DD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680"/>
              <a:ext cx="125" cy="112"/>
            </a:xfrm>
            <a:custGeom>
              <a:avLst/>
              <a:gdLst>
                <a:gd name="T0" fmla="*/ 395 w 50"/>
                <a:gd name="T1" fmla="*/ 0 h 42"/>
                <a:gd name="T2" fmla="*/ 0 w 50"/>
                <a:gd name="T3" fmla="*/ 605 h 42"/>
                <a:gd name="T4" fmla="*/ 0 w 50"/>
                <a:gd name="T5" fmla="*/ 605 h 42"/>
                <a:gd name="T6" fmla="*/ 395 w 50"/>
                <a:gd name="T7" fmla="*/ 648 h 42"/>
                <a:gd name="T8" fmla="*/ 770 w 50"/>
                <a:gd name="T9" fmla="*/ 605 h 42"/>
                <a:gd name="T10" fmla="*/ 783 w 50"/>
                <a:gd name="T11" fmla="*/ 605 h 42"/>
                <a:gd name="T12" fmla="*/ 395 w 50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2">
                  <a:moveTo>
                    <a:pt x="25" y="0"/>
                  </a:moveTo>
                  <a:cubicBezTo>
                    <a:pt x="19" y="19"/>
                    <a:pt x="10" y="28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7" y="42"/>
                    <a:pt x="21" y="41"/>
                    <a:pt x="25" y="34"/>
                  </a:cubicBezTo>
                  <a:cubicBezTo>
                    <a:pt x="29" y="41"/>
                    <a:pt x="42" y="42"/>
                    <a:pt x="49" y="32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39" y="28"/>
                    <a:pt x="30" y="19"/>
                    <a:pt x="25" y="0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59" name="Freeform 20">
              <a:extLst>
                <a:ext uri="{FF2B5EF4-FFF2-40B4-BE49-F238E27FC236}">
                  <a16:creationId xmlns:a16="http://schemas.microsoft.com/office/drawing/2014/main" id="{97173A48-978B-4B30-A904-697044B38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133"/>
              <a:ext cx="1022" cy="1942"/>
            </a:xfrm>
            <a:custGeom>
              <a:avLst/>
              <a:gdLst>
                <a:gd name="T0" fmla="*/ 42 w 409"/>
                <a:gd name="T1" fmla="*/ 3756 h 728"/>
                <a:gd name="T2" fmla="*/ 625 w 409"/>
                <a:gd name="T3" fmla="*/ 2449 h 728"/>
                <a:gd name="T4" fmla="*/ 355 w 409"/>
                <a:gd name="T5" fmla="*/ 1651 h 728"/>
                <a:gd name="T6" fmla="*/ 325 w 409"/>
                <a:gd name="T7" fmla="*/ 1366 h 728"/>
                <a:gd name="T8" fmla="*/ 325 w 409"/>
                <a:gd name="T9" fmla="*/ 1174 h 728"/>
                <a:gd name="T10" fmla="*/ 292 w 409"/>
                <a:gd name="T11" fmla="*/ 512 h 728"/>
                <a:gd name="T12" fmla="*/ 1104 w 409"/>
                <a:gd name="T13" fmla="*/ 21 h 728"/>
                <a:gd name="T14" fmla="*/ 1249 w 409"/>
                <a:gd name="T15" fmla="*/ 419 h 728"/>
                <a:gd name="T16" fmla="*/ 2499 w 409"/>
                <a:gd name="T17" fmla="*/ 968 h 728"/>
                <a:gd name="T18" fmla="*/ 3029 w 409"/>
                <a:gd name="T19" fmla="*/ 990 h 728"/>
                <a:gd name="T20" fmla="*/ 3853 w 409"/>
                <a:gd name="T21" fmla="*/ 1424 h 728"/>
                <a:gd name="T22" fmla="*/ 4403 w 409"/>
                <a:gd name="T23" fmla="*/ 1766 h 728"/>
                <a:gd name="T24" fmla="*/ 4728 w 409"/>
                <a:gd name="T25" fmla="*/ 2278 h 728"/>
                <a:gd name="T26" fmla="*/ 4715 w 409"/>
                <a:gd name="T27" fmla="*/ 2411 h 728"/>
                <a:gd name="T28" fmla="*/ 4808 w 409"/>
                <a:gd name="T29" fmla="*/ 3551 h 728"/>
                <a:gd name="T30" fmla="*/ 5162 w 409"/>
                <a:gd name="T31" fmla="*/ 4063 h 728"/>
                <a:gd name="T32" fmla="*/ 5195 w 409"/>
                <a:gd name="T33" fmla="*/ 4826 h 728"/>
                <a:gd name="T34" fmla="*/ 5837 w 409"/>
                <a:gd name="T35" fmla="*/ 5487 h 728"/>
                <a:gd name="T36" fmla="*/ 5837 w 409"/>
                <a:gd name="T37" fmla="*/ 5791 h 728"/>
                <a:gd name="T38" fmla="*/ 6162 w 409"/>
                <a:gd name="T39" fmla="*/ 6717 h 728"/>
                <a:gd name="T40" fmla="*/ 6257 w 409"/>
                <a:gd name="T41" fmla="*/ 6968 h 728"/>
                <a:gd name="T42" fmla="*/ 6349 w 409"/>
                <a:gd name="T43" fmla="*/ 7877 h 728"/>
                <a:gd name="T44" fmla="*/ 6307 w 409"/>
                <a:gd name="T45" fmla="*/ 8560 h 728"/>
                <a:gd name="T46" fmla="*/ 5975 w 409"/>
                <a:gd name="T47" fmla="*/ 8582 h 728"/>
                <a:gd name="T48" fmla="*/ 5975 w 409"/>
                <a:gd name="T49" fmla="*/ 8163 h 728"/>
                <a:gd name="T50" fmla="*/ 4840 w 409"/>
                <a:gd name="T51" fmla="*/ 6909 h 728"/>
                <a:gd name="T52" fmla="*/ 4570 w 409"/>
                <a:gd name="T53" fmla="*/ 7101 h 728"/>
                <a:gd name="T54" fmla="*/ 3853 w 409"/>
                <a:gd name="T55" fmla="*/ 8446 h 728"/>
                <a:gd name="T56" fmla="*/ 4320 w 409"/>
                <a:gd name="T57" fmla="*/ 9435 h 728"/>
                <a:gd name="T58" fmla="*/ 3778 w 409"/>
                <a:gd name="T59" fmla="*/ 11065 h 728"/>
                <a:gd name="T60" fmla="*/ 4978 w 409"/>
                <a:gd name="T61" fmla="*/ 11463 h 728"/>
                <a:gd name="T62" fmla="*/ 5662 w 409"/>
                <a:gd name="T63" fmla="*/ 10518 h 728"/>
                <a:gd name="T64" fmla="*/ 6070 w 409"/>
                <a:gd name="T65" fmla="*/ 10609 h 728"/>
                <a:gd name="T66" fmla="*/ 6057 w 409"/>
                <a:gd name="T67" fmla="*/ 11052 h 728"/>
                <a:gd name="T68" fmla="*/ 5712 w 409"/>
                <a:gd name="T69" fmla="*/ 12418 h 728"/>
                <a:gd name="T70" fmla="*/ 4728 w 409"/>
                <a:gd name="T71" fmla="*/ 12887 h 728"/>
                <a:gd name="T72" fmla="*/ 4433 w 409"/>
                <a:gd name="T73" fmla="*/ 13044 h 728"/>
                <a:gd name="T74" fmla="*/ 2666 w 409"/>
                <a:gd name="T75" fmla="*/ 13591 h 728"/>
                <a:gd name="T76" fmla="*/ 2012 w 409"/>
                <a:gd name="T77" fmla="*/ 13002 h 728"/>
                <a:gd name="T78" fmla="*/ 2621 w 409"/>
                <a:gd name="T79" fmla="*/ 11999 h 72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09" h="728">
                  <a:moveTo>
                    <a:pt x="14" y="215"/>
                  </a:moveTo>
                  <a:cubicBezTo>
                    <a:pt x="10" y="210"/>
                    <a:pt x="5" y="205"/>
                    <a:pt x="3" y="198"/>
                  </a:cubicBezTo>
                  <a:cubicBezTo>
                    <a:pt x="0" y="190"/>
                    <a:pt x="7" y="161"/>
                    <a:pt x="12" y="159"/>
                  </a:cubicBezTo>
                  <a:cubicBezTo>
                    <a:pt x="18" y="157"/>
                    <a:pt x="37" y="150"/>
                    <a:pt x="40" y="129"/>
                  </a:cubicBezTo>
                  <a:cubicBezTo>
                    <a:pt x="41" y="127"/>
                    <a:pt x="41" y="124"/>
                    <a:pt x="41" y="122"/>
                  </a:cubicBezTo>
                  <a:cubicBezTo>
                    <a:pt x="41" y="104"/>
                    <a:pt x="28" y="92"/>
                    <a:pt x="23" y="87"/>
                  </a:cubicBezTo>
                  <a:cubicBezTo>
                    <a:pt x="23" y="87"/>
                    <a:pt x="22" y="86"/>
                    <a:pt x="22" y="86"/>
                  </a:cubicBezTo>
                  <a:cubicBezTo>
                    <a:pt x="21" y="83"/>
                    <a:pt x="21" y="77"/>
                    <a:pt x="21" y="72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0" y="39"/>
                    <a:pt x="19" y="33"/>
                    <a:pt x="19" y="27"/>
                  </a:cubicBezTo>
                  <a:cubicBezTo>
                    <a:pt x="19" y="21"/>
                    <a:pt x="13" y="8"/>
                    <a:pt x="39" y="1"/>
                  </a:cubicBezTo>
                  <a:cubicBezTo>
                    <a:pt x="47" y="0"/>
                    <a:pt x="60" y="0"/>
                    <a:pt x="71" y="1"/>
                  </a:cubicBezTo>
                  <a:cubicBezTo>
                    <a:pt x="81" y="2"/>
                    <a:pt x="81" y="9"/>
                    <a:pt x="80" y="11"/>
                  </a:cubicBezTo>
                  <a:cubicBezTo>
                    <a:pt x="80" y="15"/>
                    <a:pt x="80" y="18"/>
                    <a:pt x="80" y="22"/>
                  </a:cubicBezTo>
                  <a:cubicBezTo>
                    <a:pt x="80" y="40"/>
                    <a:pt x="83" y="63"/>
                    <a:pt x="107" y="73"/>
                  </a:cubicBezTo>
                  <a:cubicBezTo>
                    <a:pt x="119" y="78"/>
                    <a:pt x="141" y="81"/>
                    <a:pt x="160" y="51"/>
                  </a:cubicBezTo>
                  <a:cubicBezTo>
                    <a:pt x="165" y="44"/>
                    <a:pt x="165" y="44"/>
                    <a:pt x="169" y="43"/>
                  </a:cubicBezTo>
                  <a:cubicBezTo>
                    <a:pt x="181" y="42"/>
                    <a:pt x="184" y="45"/>
                    <a:pt x="194" y="52"/>
                  </a:cubicBezTo>
                  <a:cubicBezTo>
                    <a:pt x="200" y="56"/>
                    <a:pt x="208" y="62"/>
                    <a:pt x="218" y="66"/>
                  </a:cubicBezTo>
                  <a:cubicBezTo>
                    <a:pt x="226" y="70"/>
                    <a:pt x="236" y="73"/>
                    <a:pt x="247" y="75"/>
                  </a:cubicBezTo>
                  <a:cubicBezTo>
                    <a:pt x="254" y="77"/>
                    <a:pt x="262" y="79"/>
                    <a:pt x="268" y="81"/>
                  </a:cubicBezTo>
                  <a:cubicBezTo>
                    <a:pt x="271" y="82"/>
                    <a:pt x="277" y="88"/>
                    <a:pt x="282" y="93"/>
                  </a:cubicBezTo>
                  <a:cubicBezTo>
                    <a:pt x="286" y="97"/>
                    <a:pt x="291" y="102"/>
                    <a:pt x="297" y="106"/>
                  </a:cubicBezTo>
                  <a:cubicBezTo>
                    <a:pt x="304" y="113"/>
                    <a:pt x="304" y="115"/>
                    <a:pt x="303" y="120"/>
                  </a:cubicBezTo>
                  <a:cubicBezTo>
                    <a:pt x="303" y="123"/>
                    <a:pt x="303" y="123"/>
                    <a:pt x="303" y="123"/>
                  </a:cubicBezTo>
                  <a:cubicBezTo>
                    <a:pt x="303" y="123"/>
                    <a:pt x="302" y="127"/>
                    <a:pt x="302" y="127"/>
                  </a:cubicBezTo>
                  <a:cubicBezTo>
                    <a:pt x="301" y="134"/>
                    <a:pt x="298" y="143"/>
                    <a:pt x="298" y="153"/>
                  </a:cubicBezTo>
                  <a:cubicBezTo>
                    <a:pt x="298" y="164"/>
                    <a:pt x="301" y="176"/>
                    <a:pt x="308" y="187"/>
                  </a:cubicBezTo>
                  <a:cubicBezTo>
                    <a:pt x="314" y="197"/>
                    <a:pt x="322" y="203"/>
                    <a:pt x="329" y="205"/>
                  </a:cubicBezTo>
                  <a:cubicBezTo>
                    <a:pt x="331" y="206"/>
                    <a:pt x="332" y="212"/>
                    <a:pt x="331" y="214"/>
                  </a:cubicBezTo>
                  <a:cubicBezTo>
                    <a:pt x="328" y="221"/>
                    <a:pt x="326" y="227"/>
                    <a:pt x="326" y="232"/>
                  </a:cubicBezTo>
                  <a:cubicBezTo>
                    <a:pt x="326" y="242"/>
                    <a:pt x="330" y="250"/>
                    <a:pt x="333" y="254"/>
                  </a:cubicBezTo>
                  <a:cubicBezTo>
                    <a:pt x="341" y="269"/>
                    <a:pt x="353" y="276"/>
                    <a:pt x="363" y="279"/>
                  </a:cubicBezTo>
                  <a:cubicBezTo>
                    <a:pt x="367" y="281"/>
                    <a:pt x="374" y="286"/>
                    <a:pt x="374" y="289"/>
                  </a:cubicBezTo>
                  <a:cubicBezTo>
                    <a:pt x="374" y="291"/>
                    <a:pt x="374" y="293"/>
                    <a:pt x="374" y="296"/>
                  </a:cubicBezTo>
                  <a:cubicBezTo>
                    <a:pt x="374" y="299"/>
                    <a:pt x="374" y="302"/>
                    <a:pt x="374" y="305"/>
                  </a:cubicBezTo>
                  <a:cubicBezTo>
                    <a:pt x="374" y="313"/>
                    <a:pt x="375" y="321"/>
                    <a:pt x="378" y="331"/>
                  </a:cubicBezTo>
                  <a:cubicBezTo>
                    <a:pt x="383" y="343"/>
                    <a:pt x="390" y="350"/>
                    <a:pt x="395" y="354"/>
                  </a:cubicBezTo>
                  <a:cubicBezTo>
                    <a:pt x="398" y="357"/>
                    <a:pt x="399" y="358"/>
                    <a:pt x="401" y="366"/>
                  </a:cubicBezTo>
                  <a:cubicBezTo>
                    <a:pt x="401" y="367"/>
                    <a:pt x="401" y="367"/>
                    <a:pt x="401" y="367"/>
                  </a:cubicBezTo>
                  <a:cubicBezTo>
                    <a:pt x="403" y="376"/>
                    <a:pt x="403" y="385"/>
                    <a:pt x="404" y="392"/>
                  </a:cubicBezTo>
                  <a:cubicBezTo>
                    <a:pt x="404" y="401"/>
                    <a:pt x="404" y="408"/>
                    <a:pt x="407" y="415"/>
                  </a:cubicBezTo>
                  <a:cubicBezTo>
                    <a:pt x="408" y="419"/>
                    <a:pt x="409" y="423"/>
                    <a:pt x="409" y="428"/>
                  </a:cubicBezTo>
                  <a:cubicBezTo>
                    <a:pt x="409" y="436"/>
                    <a:pt x="407" y="445"/>
                    <a:pt x="404" y="451"/>
                  </a:cubicBezTo>
                  <a:cubicBezTo>
                    <a:pt x="402" y="455"/>
                    <a:pt x="401" y="456"/>
                    <a:pt x="400" y="457"/>
                  </a:cubicBezTo>
                  <a:cubicBezTo>
                    <a:pt x="393" y="458"/>
                    <a:pt x="383" y="455"/>
                    <a:pt x="383" y="452"/>
                  </a:cubicBezTo>
                  <a:cubicBezTo>
                    <a:pt x="383" y="449"/>
                    <a:pt x="383" y="445"/>
                    <a:pt x="383" y="440"/>
                  </a:cubicBezTo>
                  <a:cubicBezTo>
                    <a:pt x="383" y="436"/>
                    <a:pt x="383" y="433"/>
                    <a:pt x="383" y="430"/>
                  </a:cubicBezTo>
                  <a:cubicBezTo>
                    <a:pt x="383" y="403"/>
                    <a:pt x="379" y="376"/>
                    <a:pt x="357" y="363"/>
                  </a:cubicBezTo>
                  <a:cubicBezTo>
                    <a:pt x="350" y="359"/>
                    <a:pt x="332" y="351"/>
                    <a:pt x="310" y="364"/>
                  </a:cubicBezTo>
                  <a:cubicBezTo>
                    <a:pt x="304" y="368"/>
                    <a:pt x="304" y="368"/>
                    <a:pt x="304" y="368"/>
                  </a:cubicBezTo>
                  <a:cubicBezTo>
                    <a:pt x="300" y="370"/>
                    <a:pt x="295" y="373"/>
                    <a:pt x="293" y="374"/>
                  </a:cubicBezTo>
                  <a:cubicBezTo>
                    <a:pt x="270" y="372"/>
                    <a:pt x="258" y="382"/>
                    <a:pt x="251" y="390"/>
                  </a:cubicBezTo>
                  <a:cubicBezTo>
                    <a:pt x="235" y="411"/>
                    <a:pt x="244" y="436"/>
                    <a:pt x="247" y="445"/>
                  </a:cubicBezTo>
                  <a:cubicBezTo>
                    <a:pt x="252" y="458"/>
                    <a:pt x="260" y="468"/>
                    <a:pt x="268" y="477"/>
                  </a:cubicBezTo>
                  <a:cubicBezTo>
                    <a:pt x="280" y="492"/>
                    <a:pt x="279" y="492"/>
                    <a:pt x="277" y="497"/>
                  </a:cubicBezTo>
                  <a:cubicBezTo>
                    <a:pt x="269" y="512"/>
                    <a:pt x="269" y="512"/>
                    <a:pt x="269" y="512"/>
                  </a:cubicBezTo>
                  <a:cubicBezTo>
                    <a:pt x="257" y="536"/>
                    <a:pt x="244" y="561"/>
                    <a:pt x="242" y="583"/>
                  </a:cubicBezTo>
                  <a:cubicBezTo>
                    <a:pt x="241" y="605"/>
                    <a:pt x="254" y="619"/>
                    <a:pt x="267" y="623"/>
                  </a:cubicBezTo>
                  <a:cubicBezTo>
                    <a:pt x="290" y="632"/>
                    <a:pt x="311" y="614"/>
                    <a:pt x="319" y="604"/>
                  </a:cubicBezTo>
                  <a:cubicBezTo>
                    <a:pt x="319" y="604"/>
                    <a:pt x="334" y="583"/>
                    <a:pt x="345" y="568"/>
                  </a:cubicBezTo>
                  <a:cubicBezTo>
                    <a:pt x="349" y="562"/>
                    <a:pt x="358" y="554"/>
                    <a:pt x="363" y="554"/>
                  </a:cubicBezTo>
                  <a:cubicBezTo>
                    <a:pt x="369" y="554"/>
                    <a:pt x="377" y="555"/>
                    <a:pt x="388" y="558"/>
                  </a:cubicBezTo>
                  <a:cubicBezTo>
                    <a:pt x="388" y="558"/>
                    <a:pt x="389" y="559"/>
                    <a:pt x="389" y="559"/>
                  </a:cubicBezTo>
                  <a:cubicBezTo>
                    <a:pt x="389" y="560"/>
                    <a:pt x="390" y="561"/>
                    <a:pt x="390" y="563"/>
                  </a:cubicBezTo>
                  <a:cubicBezTo>
                    <a:pt x="390" y="569"/>
                    <a:pt x="388" y="577"/>
                    <a:pt x="388" y="582"/>
                  </a:cubicBezTo>
                  <a:cubicBezTo>
                    <a:pt x="386" y="600"/>
                    <a:pt x="386" y="600"/>
                    <a:pt x="386" y="600"/>
                  </a:cubicBezTo>
                  <a:cubicBezTo>
                    <a:pt x="385" y="617"/>
                    <a:pt x="375" y="640"/>
                    <a:pt x="366" y="654"/>
                  </a:cubicBezTo>
                  <a:cubicBezTo>
                    <a:pt x="363" y="659"/>
                    <a:pt x="352" y="662"/>
                    <a:pt x="349" y="662"/>
                  </a:cubicBezTo>
                  <a:cubicBezTo>
                    <a:pt x="338" y="660"/>
                    <a:pt x="320" y="661"/>
                    <a:pt x="303" y="679"/>
                  </a:cubicBezTo>
                  <a:cubicBezTo>
                    <a:pt x="301" y="682"/>
                    <a:pt x="299" y="684"/>
                    <a:pt x="297" y="687"/>
                  </a:cubicBezTo>
                  <a:cubicBezTo>
                    <a:pt x="294" y="693"/>
                    <a:pt x="286" y="693"/>
                    <a:pt x="284" y="687"/>
                  </a:cubicBezTo>
                  <a:cubicBezTo>
                    <a:pt x="277" y="672"/>
                    <a:pt x="263" y="654"/>
                    <a:pt x="232" y="654"/>
                  </a:cubicBezTo>
                  <a:cubicBezTo>
                    <a:pt x="189" y="654"/>
                    <a:pt x="177" y="696"/>
                    <a:pt x="171" y="716"/>
                  </a:cubicBezTo>
                  <a:cubicBezTo>
                    <a:pt x="170" y="721"/>
                    <a:pt x="167" y="728"/>
                    <a:pt x="153" y="728"/>
                  </a:cubicBezTo>
                  <a:cubicBezTo>
                    <a:pt x="141" y="723"/>
                    <a:pt x="136" y="711"/>
                    <a:pt x="129" y="685"/>
                  </a:cubicBezTo>
                  <a:cubicBezTo>
                    <a:pt x="127" y="670"/>
                    <a:pt x="130" y="672"/>
                    <a:pt x="147" y="658"/>
                  </a:cubicBezTo>
                  <a:cubicBezTo>
                    <a:pt x="157" y="651"/>
                    <a:pt x="165" y="640"/>
                    <a:pt x="168" y="632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0" name="Freeform 21">
              <a:extLst>
                <a:ext uri="{FF2B5EF4-FFF2-40B4-BE49-F238E27FC236}">
                  <a16:creationId xmlns:a16="http://schemas.microsoft.com/office/drawing/2014/main" id="{F514C3E7-CFFD-448A-BBF7-C3ECFD219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1107"/>
              <a:ext cx="1045" cy="1981"/>
            </a:xfrm>
            <a:custGeom>
              <a:avLst/>
              <a:gdLst>
                <a:gd name="T0" fmla="*/ 3720 w 418"/>
                <a:gd name="T1" fmla="*/ 11958 h 743"/>
                <a:gd name="T2" fmla="*/ 4613 w 418"/>
                <a:gd name="T3" fmla="*/ 12774 h 743"/>
                <a:gd name="T4" fmla="*/ 3925 w 418"/>
                <a:gd name="T5" fmla="*/ 14083 h 743"/>
                <a:gd name="T6" fmla="*/ 2863 w 418"/>
                <a:gd name="T7" fmla="*/ 13230 h 743"/>
                <a:gd name="T8" fmla="*/ 1875 w 418"/>
                <a:gd name="T9" fmla="*/ 13704 h 743"/>
                <a:gd name="T10" fmla="*/ 1033 w 418"/>
                <a:gd name="T11" fmla="*/ 12795 h 743"/>
                <a:gd name="T12" fmla="*/ 550 w 418"/>
                <a:gd name="T13" fmla="*/ 11558 h 743"/>
                <a:gd name="T14" fmla="*/ 458 w 418"/>
                <a:gd name="T15" fmla="*/ 10764 h 743"/>
                <a:gd name="T16" fmla="*/ 875 w 418"/>
                <a:gd name="T17" fmla="*/ 10444 h 743"/>
                <a:gd name="T18" fmla="*/ 1345 w 418"/>
                <a:gd name="T19" fmla="*/ 10422 h 743"/>
                <a:gd name="T20" fmla="*/ 1770 w 418"/>
                <a:gd name="T21" fmla="*/ 11238 h 743"/>
                <a:gd name="T22" fmla="*/ 2845 w 418"/>
                <a:gd name="T23" fmla="*/ 10670 h 743"/>
                <a:gd name="T24" fmla="*/ 2833 w 418"/>
                <a:gd name="T25" fmla="*/ 10193 h 743"/>
                <a:gd name="T26" fmla="*/ 2958 w 418"/>
                <a:gd name="T27" fmla="*/ 7521 h 743"/>
                <a:gd name="T28" fmla="*/ 2250 w 418"/>
                <a:gd name="T29" fmla="*/ 6618 h 743"/>
                <a:gd name="T30" fmla="*/ 1238 w 418"/>
                <a:gd name="T31" fmla="*/ 8359 h 743"/>
                <a:gd name="T32" fmla="*/ 833 w 418"/>
                <a:gd name="T33" fmla="*/ 8887 h 743"/>
                <a:gd name="T34" fmla="*/ 95 w 418"/>
                <a:gd name="T35" fmla="*/ 8942 h 743"/>
                <a:gd name="T36" fmla="*/ 125 w 418"/>
                <a:gd name="T37" fmla="*/ 8396 h 743"/>
                <a:gd name="T38" fmla="*/ 1208 w 418"/>
                <a:gd name="T39" fmla="*/ 7465 h 743"/>
                <a:gd name="T40" fmla="*/ 488 w 418"/>
                <a:gd name="T41" fmla="*/ 6575 h 743"/>
                <a:gd name="T42" fmla="*/ 283 w 418"/>
                <a:gd name="T43" fmla="*/ 5879 h 743"/>
                <a:gd name="T44" fmla="*/ 595 w 418"/>
                <a:gd name="T45" fmla="*/ 4799 h 743"/>
                <a:gd name="T46" fmla="*/ 800 w 418"/>
                <a:gd name="T47" fmla="*/ 4415 h 743"/>
                <a:gd name="T48" fmla="*/ 1175 w 418"/>
                <a:gd name="T49" fmla="*/ 3375 h 743"/>
                <a:gd name="T50" fmla="*/ 1333 w 418"/>
                <a:gd name="T51" fmla="*/ 3205 h 743"/>
                <a:gd name="T52" fmla="*/ 2583 w 418"/>
                <a:gd name="T53" fmla="*/ 3981 h 743"/>
                <a:gd name="T54" fmla="*/ 3175 w 418"/>
                <a:gd name="T55" fmla="*/ 2730 h 743"/>
                <a:gd name="T56" fmla="*/ 2938 w 418"/>
                <a:gd name="T57" fmla="*/ 1613 h 743"/>
                <a:gd name="T58" fmla="*/ 4125 w 418"/>
                <a:gd name="T59" fmla="*/ 1480 h 743"/>
                <a:gd name="T60" fmla="*/ 5520 w 418"/>
                <a:gd name="T61" fmla="*/ 1138 h 743"/>
                <a:gd name="T62" fmla="*/ 5595 w 418"/>
                <a:gd name="T63" fmla="*/ 192 h 743"/>
                <a:gd name="T64" fmla="*/ 6300 w 418"/>
                <a:gd name="T65" fmla="*/ 248 h 743"/>
                <a:gd name="T66" fmla="*/ 6208 w 418"/>
                <a:gd name="T67" fmla="*/ 1386 h 743"/>
                <a:gd name="T68" fmla="*/ 6238 w 418"/>
                <a:gd name="T69" fmla="*/ 1912 h 743"/>
                <a:gd name="T70" fmla="*/ 5833 w 418"/>
                <a:gd name="T71" fmla="*/ 2901 h 743"/>
                <a:gd name="T72" fmla="*/ 6408 w 418"/>
                <a:gd name="T73" fmla="*/ 3810 h 743"/>
                <a:gd name="T74" fmla="*/ 6300 w 418"/>
                <a:gd name="T75" fmla="*/ 4287 h 74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18" h="743">
                  <a:moveTo>
                    <a:pt x="252" y="622"/>
                  </a:moveTo>
                  <a:cubicBezTo>
                    <a:pt x="244" y="621"/>
                    <a:pt x="240" y="622"/>
                    <a:pt x="238" y="631"/>
                  </a:cubicBezTo>
                  <a:cubicBezTo>
                    <a:pt x="238" y="666"/>
                    <a:pt x="260" y="668"/>
                    <a:pt x="285" y="672"/>
                  </a:cubicBezTo>
                  <a:cubicBezTo>
                    <a:pt x="295" y="674"/>
                    <a:pt x="295" y="674"/>
                    <a:pt x="295" y="674"/>
                  </a:cubicBezTo>
                  <a:cubicBezTo>
                    <a:pt x="304" y="674"/>
                    <a:pt x="300" y="689"/>
                    <a:pt x="298" y="698"/>
                  </a:cubicBezTo>
                  <a:cubicBezTo>
                    <a:pt x="290" y="729"/>
                    <a:pt x="279" y="739"/>
                    <a:pt x="251" y="743"/>
                  </a:cubicBezTo>
                  <a:cubicBezTo>
                    <a:pt x="249" y="743"/>
                    <a:pt x="244" y="738"/>
                    <a:pt x="243" y="736"/>
                  </a:cubicBezTo>
                  <a:cubicBezTo>
                    <a:pt x="235" y="724"/>
                    <a:pt x="220" y="698"/>
                    <a:pt x="183" y="698"/>
                  </a:cubicBezTo>
                  <a:cubicBezTo>
                    <a:pt x="154" y="698"/>
                    <a:pt x="140" y="711"/>
                    <a:pt x="132" y="724"/>
                  </a:cubicBezTo>
                  <a:cubicBezTo>
                    <a:pt x="126" y="734"/>
                    <a:pt x="121" y="726"/>
                    <a:pt x="120" y="723"/>
                  </a:cubicBezTo>
                  <a:cubicBezTo>
                    <a:pt x="119" y="714"/>
                    <a:pt x="116" y="704"/>
                    <a:pt x="108" y="694"/>
                  </a:cubicBezTo>
                  <a:cubicBezTo>
                    <a:pt x="95" y="680"/>
                    <a:pt x="82" y="674"/>
                    <a:pt x="66" y="675"/>
                  </a:cubicBezTo>
                  <a:cubicBezTo>
                    <a:pt x="65" y="675"/>
                    <a:pt x="65" y="674"/>
                    <a:pt x="63" y="674"/>
                  </a:cubicBezTo>
                  <a:cubicBezTo>
                    <a:pt x="54" y="668"/>
                    <a:pt x="36" y="633"/>
                    <a:pt x="35" y="610"/>
                  </a:cubicBezTo>
                  <a:cubicBezTo>
                    <a:pt x="34" y="602"/>
                    <a:pt x="33" y="593"/>
                    <a:pt x="31" y="585"/>
                  </a:cubicBezTo>
                  <a:cubicBezTo>
                    <a:pt x="30" y="580"/>
                    <a:pt x="29" y="574"/>
                    <a:pt x="29" y="568"/>
                  </a:cubicBezTo>
                  <a:cubicBezTo>
                    <a:pt x="28" y="564"/>
                    <a:pt x="28" y="556"/>
                    <a:pt x="37" y="556"/>
                  </a:cubicBezTo>
                  <a:cubicBezTo>
                    <a:pt x="44" y="554"/>
                    <a:pt x="50" y="553"/>
                    <a:pt x="56" y="551"/>
                  </a:cubicBezTo>
                  <a:cubicBezTo>
                    <a:pt x="65" y="548"/>
                    <a:pt x="79" y="544"/>
                    <a:pt x="82" y="546"/>
                  </a:cubicBezTo>
                  <a:cubicBezTo>
                    <a:pt x="82" y="546"/>
                    <a:pt x="84" y="547"/>
                    <a:pt x="86" y="550"/>
                  </a:cubicBezTo>
                  <a:cubicBezTo>
                    <a:pt x="99" y="571"/>
                    <a:pt x="99" y="571"/>
                    <a:pt x="99" y="571"/>
                  </a:cubicBezTo>
                  <a:cubicBezTo>
                    <a:pt x="113" y="593"/>
                    <a:pt x="113" y="593"/>
                    <a:pt x="113" y="593"/>
                  </a:cubicBezTo>
                  <a:cubicBezTo>
                    <a:pt x="123" y="608"/>
                    <a:pt x="139" y="623"/>
                    <a:pt x="161" y="614"/>
                  </a:cubicBezTo>
                  <a:cubicBezTo>
                    <a:pt x="174" y="609"/>
                    <a:pt x="189" y="596"/>
                    <a:pt x="182" y="563"/>
                  </a:cubicBezTo>
                  <a:cubicBezTo>
                    <a:pt x="180" y="549"/>
                    <a:pt x="179" y="545"/>
                    <a:pt x="179" y="544"/>
                  </a:cubicBezTo>
                  <a:cubicBezTo>
                    <a:pt x="179" y="543"/>
                    <a:pt x="180" y="540"/>
                    <a:pt x="181" y="538"/>
                  </a:cubicBezTo>
                  <a:cubicBezTo>
                    <a:pt x="183" y="532"/>
                    <a:pt x="186" y="524"/>
                    <a:pt x="189" y="511"/>
                  </a:cubicBezTo>
                  <a:cubicBezTo>
                    <a:pt x="194" y="489"/>
                    <a:pt x="197" y="419"/>
                    <a:pt x="189" y="397"/>
                  </a:cubicBezTo>
                  <a:cubicBezTo>
                    <a:pt x="188" y="395"/>
                    <a:pt x="188" y="395"/>
                    <a:pt x="188" y="395"/>
                  </a:cubicBezTo>
                  <a:cubicBezTo>
                    <a:pt x="184" y="382"/>
                    <a:pt x="173" y="353"/>
                    <a:pt x="144" y="349"/>
                  </a:cubicBezTo>
                  <a:cubicBezTo>
                    <a:pt x="134" y="347"/>
                    <a:pt x="114" y="349"/>
                    <a:pt x="97" y="373"/>
                  </a:cubicBezTo>
                  <a:cubicBezTo>
                    <a:pt x="80" y="397"/>
                    <a:pt x="80" y="423"/>
                    <a:pt x="79" y="441"/>
                  </a:cubicBezTo>
                  <a:cubicBezTo>
                    <a:pt x="79" y="462"/>
                    <a:pt x="79" y="462"/>
                    <a:pt x="67" y="466"/>
                  </a:cubicBezTo>
                  <a:cubicBezTo>
                    <a:pt x="63" y="467"/>
                    <a:pt x="53" y="469"/>
                    <a:pt x="53" y="469"/>
                  </a:cubicBezTo>
                  <a:cubicBezTo>
                    <a:pt x="44" y="471"/>
                    <a:pt x="27" y="475"/>
                    <a:pt x="15" y="477"/>
                  </a:cubicBezTo>
                  <a:cubicBezTo>
                    <a:pt x="8" y="476"/>
                    <a:pt x="6" y="474"/>
                    <a:pt x="6" y="472"/>
                  </a:cubicBezTo>
                  <a:cubicBezTo>
                    <a:pt x="4" y="466"/>
                    <a:pt x="3" y="459"/>
                    <a:pt x="2" y="452"/>
                  </a:cubicBezTo>
                  <a:cubicBezTo>
                    <a:pt x="2" y="449"/>
                    <a:pt x="0" y="441"/>
                    <a:pt x="8" y="443"/>
                  </a:cubicBezTo>
                  <a:cubicBezTo>
                    <a:pt x="23" y="445"/>
                    <a:pt x="43" y="446"/>
                    <a:pt x="59" y="433"/>
                  </a:cubicBezTo>
                  <a:cubicBezTo>
                    <a:pt x="67" y="426"/>
                    <a:pt x="76" y="414"/>
                    <a:pt x="77" y="394"/>
                  </a:cubicBezTo>
                  <a:cubicBezTo>
                    <a:pt x="77" y="393"/>
                    <a:pt x="77" y="393"/>
                    <a:pt x="77" y="392"/>
                  </a:cubicBezTo>
                  <a:cubicBezTo>
                    <a:pt x="77" y="382"/>
                    <a:pt x="74" y="349"/>
                    <a:pt x="31" y="347"/>
                  </a:cubicBezTo>
                  <a:cubicBezTo>
                    <a:pt x="31" y="347"/>
                    <a:pt x="29" y="347"/>
                    <a:pt x="28" y="347"/>
                  </a:cubicBezTo>
                  <a:cubicBezTo>
                    <a:pt x="15" y="342"/>
                    <a:pt x="18" y="320"/>
                    <a:pt x="18" y="310"/>
                  </a:cubicBezTo>
                  <a:cubicBezTo>
                    <a:pt x="18" y="291"/>
                    <a:pt x="21" y="277"/>
                    <a:pt x="28" y="267"/>
                  </a:cubicBezTo>
                  <a:cubicBezTo>
                    <a:pt x="38" y="253"/>
                    <a:pt x="38" y="253"/>
                    <a:pt x="38" y="253"/>
                  </a:cubicBezTo>
                  <a:cubicBezTo>
                    <a:pt x="41" y="247"/>
                    <a:pt x="49" y="235"/>
                    <a:pt x="52" y="232"/>
                  </a:cubicBezTo>
                  <a:cubicBezTo>
                    <a:pt x="51" y="233"/>
                    <a:pt x="51" y="233"/>
                    <a:pt x="51" y="233"/>
                  </a:cubicBezTo>
                  <a:cubicBezTo>
                    <a:pt x="66" y="218"/>
                    <a:pt x="71" y="199"/>
                    <a:pt x="74" y="185"/>
                  </a:cubicBezTo>
                  <a:cubicBezTo>
                    <a:pt x="75" y="178"/>
                    <a:pt x="75" y="178"/>
                    <a:pt x="75" y="178"/>
                  </a:cubicBezTo>
                  <a:cubicBezTo>
                    <a:pt x="76" y="175"/>
                    <a:pt x="77" y="171"/>
                    <a:pt x="78" y="168"/>
                  </a:cubicBezTo>
                  <a:cubicBezTo>
                    <a:pt x="82" y="160"/>
                    <a:pt x="85" y="169"/>
                    <a:pt x="85" y="169"/>
                  </a:cubicBezTo>
                  <a:cubicBezTo>
                    <a:pt x="91" y="182"/>
                    <a:pt x="98" y="200"/>
                    <a:pt x="116" y="208"/>
                  </a:cubicBezTo>
                  <a:cubicBezTo>
                    <a:pt x="132" y="216"/>
                    <a:pt x="150" y="217"/>
                    <a:pt x="165" y="210"/>
                  </a:cubicBezTo>
                  <a:cubicBezTo>
                    <a:pt x="190" y="198"/>
                    <a:pt x="199" y="171"/>
                    <a:pt x="201" y="163"/>
                  </a:cubicBezTo>
                  <a:cubicBezTo>
                    <a:pt x="202" y="156"/>
                    <a:pt x="203" y="150"/>
                    <a:pt x="203" y="144"/>
                  </a:cubicBezTo>
                  <a:cubicBezTo>
                    <a:pt x="203" y="124"/>
                    <a:pt x="194" y="111"/>
                    <a:pt x="185" y="102"/>
                  </a:cubicBezTo>
                  <a:cubicBezTo>
                    <a:pt x="175" y="90"/>
                    <a:pt x="185" y="86"/>
                    <a:pt x="188" y="85"/>
                  </a:cubicBezTo>
                  <a:cubicBezTo>
                    <a:pt x="200" y="82"/>
                    <a:pt x="211" y="74"/>
                    <a:pt x="225" y="63"/>
                  </a:cubicBezTo>
                  <a:cubicBezTo>
                    <a:pt x="250" y="40"/>
                    <a:pt x="260" y="66"/>
                    <a:pt x="264" y="78"/>
                  </a:cubicBezTo>
                  <a:cubicBezTo>
                    <a:pt x="281" y="117"/>
                    <a:pt x="303" y="115"/>
                    <a:pt x="311" y="114"/>
                  </a:cubicBezTo>
                  <a:cubicBezTo>
                    <a:pt x="341" y="111"/>
                    <a:pt x="348" y="81"/>
                    <a:pt x="353" y="60"/>
                  </a:cubicBezTo>
                  <a:cubicBezTo>
                    <a:pt x="355" y="51"/>
                    <a:pt x="356" y="40"/>
                    <a:pt x="356" y="28"/>
                  </a:cubicBezTo>
                  <a:cubicBezTo>
                    <a:pt x="357" y="23"/>
                    <a:pt x="357" y="16"/>
                    <a:pt x="358" y="10"/>
                  </a:cubicBezTo>
                  <a:cubicBezTo>
                    <a:pt x="358" y="6"/>
                    <a:pt x="365" y="0"/>
                    <a:pt x="368" y="0"/>
                  </a:cubicBezTo>
                  <a:cubicBezTo>
                    <a:pt x="380" y="2"/>
                    <a:pt x="396" y="7"/>
                    <a:pt x="403" y="13"/>
                  </a:cubicBezTo>
                  <a:cubicBezTo>
                    <a:pt x="414" y="19"/>
                    <a:pt x="408" y="29"/>
                    <a:pt x="407" y="34"/>
                  </a:cubicBezTo>
                  <a:cubicBezTo>
                    <a:pt x="403" y="44"/>
                    <a:pt x="399" y="57"/>
                    <a:pt x="397" y="73"/>
                  </a:cubicBezTo>
                  <a:cubicBezTo>
                    <a:pt x="396" y="76"/>
                    <a:pt x="396" y="79"/>
                    <a:pt x="396" y="81"/>
                  </a:cubicBezTo>
                  <a:cubicBezTo>
                    <a:pt x="396" y="88"/>
                    <a:pt x="397" y="95"/>
                    <a:pt x="399" y="101"/>
                  </a:cubicBezTo>
                  <a:cubicBezTo>
                    <a:pt x="400" y="104"/>
                    <a:pt x="398" y="112"/>
                    <a:pt x="396" y="113"/>
                  </a:cubicBezTo>
                  <a:cubicBezTo>
                    <a:pt x="378" y="124"/>
                    <a:pt x="373" y="139"/>
                    <a:pt x="373" y="153"/>
                  </a:cubicBezTo>
                  <a:cubicBezTo>
                    <a:pt x="373" y="157"/>
                    <a:pt x="374" y="160"/>
                    <a:pt x="374" y="164"/>
                  </a:cubicBezTo>
                  <a:cubicBezTo>
                    <a:pt x="378" y="183"/>
                    <a:pt x="390" y="196"/>
                    <a:pt x="410" y="201"/>
                  </a:cubicBezTo>
                  <a:cubicBezTo>
                    <a:pt x="418" y="204"/>
                    <a:pt x="414" y="209"/>
                    <a:pt x="412" y="211"/>
                  </a:cubicBezTo>
                  <a:cubicBezTo>
                    <a:pt x="408" y="215"/>
                    <a:pt x="405" y="220"/>
                    <a:pt x="403" y="226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1" name="Freeform 22">
              <a:extLst>
                <a:ext uri="{FF2B5EF4-FFF2-40B4-BE49-F238E27FC236}">
                  <a16:creationId xmlns:a16="http://schemas.microsoft.com/office/drawing/2014/main" id="{05F6EA46-01B0-44BB-A9CD-3425C16BF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152"/>
              <a:ext cx="273" cy="304"/>
            </a:xfrm>
            <a:custGeom>
              <a:avLst/>
              <a:gdLst>
                <a:gd name="T0" fmla="*/ 1054 w 109"/>
                <a:gd name="T1" fmla="*/ 512 h 114"/>
                <a:gd name="T2" fmla="*/ 1117 w 109"/>
                <a:gd name="T3" fmla="*/ 1501 h 114"/>
                <a:gd name="T4" fmla="*/ 1713 w 109"/>
                <a:gd name="T5" fmla="*/ 2104 h 114"/>
                <a:gd name="T6" fmla="*/ 1335 w 109"/>
                <a:gd name="T7" fmla="*/ 1933 h 114"/>
                <a:gd name="T8" fmla="*/ 1222 w 109"/>
                <a:gd name="T9" fmla="*/ 1059 h 114"/>
                <a:gd name="T10" fmla="*/ 879 w 109"/>
                <a:gd name="T11" fmla="*/ 205 h 114"/>
                <a:gd name="T12" fmla="*/ 313 w 109"/>
                <a:gd name="T13" fmla="*/ 477 h 114"/>
                <a:gd name="T14" fmla="*/ 125 w 109"/>
                <a:gd name="T15" fmla="*/ 968 h 114"/>
                <a:gd name="T16" fmla="*/ 363 w 109"/>
                <a:gd name="T17" fmla="*/ 1400 h 114"/>
                <a:gd name="T18" fmla="*/ 283 w 109"/>
                <a:gd name="T19" fmla="*/ 1024 h 114"/>
                <a:gd name="T20" fmla="*/ 626 w 109"/>
                <a:gd name="T21" fmla="*/ 683 h 114"/>
                <a:gd name="T22" fmla="*/ 1054 w 109"/>
                <a:gd name="T23" fmla="*/ 512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9" h="114">
                  <a:moveTo>
                    <a:pt x="67" y="27"/>
                  </a:moveTo>
                  <a:cubicBezTo>
                    <a:pt x="72" y="36"/>
                    <a:pt x="70" y="56"/>
                    <a:pt x="71" y="79"/>
                  </a:cubicBezTo>
                  <a:cubicBezTo>
                    <a:pt x="72" y="98"/>
                    <a:pt x="86" y="114"/>
                    <a:pt x="109" y="111"/>
                  </a:cubicBezTo>
                  <a:cubicBezTo>
                    <a:pt x="97" y="111"/>
                    <a:pt x="88" y="108"/>
                    <a:pt x="85" y="102"/>
                  </a:cubicBezTo>
                  <a:cubicBezTo>
                    <a:pt x="79" y="92"/>
                    <a:pt x="77" y="87"/>
                    <a:pt x="78" y="56"/>
                  </a:cubicBezTo>
                  <a:cubicBezTo>
                    <a:pt x="79" y="25"/>
                    <a:pt x="75" y="0"/>
                    <a:pt x="56" y="11"/>
                  </a:cubicBezTo>
                  <a:cubicBezTo>
                    <a:pt x="37" y="22"/>
                    <a:pt x="32" y="26"/>
                    <a:pt x="20" y="25"/>
                  </a:cubicBezTo>
                  <a:cubicBezTo>
                    <a:pt x="8" y="24"/>
                    <a:pt x="0" y="28"/>
                    <a:pt x="8" y="51"/>
                  </a:cubicBezTo>
                  <a:cubicBezTo>
                    <a:pt x="11" y="59"/>
                    <a:pt x="17" y="67"/>
                    <a:pt x="23" y="74"/>
                  </a:cubicBezTo>
                  <a:cubicBezTo>
                    <a:pt x="19" y="65"/>
                    <a:pt x="19" y="59"/>
                    <a:pt x="18" y="54"/>
                  </a:cubicBezTo>
                  <a:cubicBezTo>
                    <a:pt x="16" y="46"/>
                    <a:pt x="30" y="43"/>
                    <a:pt x="40" y="36"/>
                  </a:cubicBezTo>
                  <a:cubicBezTo>
                    <a:pt x="52" y="28"/>
                    <a:pt x="59" y="15"/>
                    <a:pt x="67" y="27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2" name="Freeform 23">
              <a:extLst>
                <a:ext uri="{FF2B5EF4-FFF2-40B4-BE49-F238E27FC236}">
                  <a16:creationId xmlns:a16="http://schemas.microsoft.com/office/drawing/2014/main" id="{B4A243D4-9A6C-497A-A2D9-04268D305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96"/>
              <a:ext cx="93" cy="101"/>
            </a:xfrm>
            <a:custGeom>
              <a:avLst/>
              <a:gdLst>
                <a:gd name="T0" fmla="*/ 367 w 37"/>
                <a:gd name="T1" fmla="*/ 375 h 38"/>
                <a:gd name="T2" fmla="*/ 63 w 37"/>
                <a:gd name="T3" fmla="*/ 77 h 38"/>
                <a:gd name="T4" fmla="*/ 96 w 37"/>
                <a:gd name="T5" fmla="*/ 340 h 38"/>
                <a:gd name="T6" fmla="*/ 304 w 37"/>
                <a:gd name="T7" fmla="*/ 452 h 38"/>
                <a:gd name="T8" fmla="*/ 588 w 37"/>
                <a:gd name="T9" fmla="*/ 712 h 38"/>
                <a:gd name="T10" fmla="*/ 367 w 37"/>
                <a:gd name="T11" fmla="*/ 37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8">
                  <a:moveTo>
                    <a:pt x="23" y="20"/>
                  </a:moveTo>
                  <a:cubicBezTo>
                    <a:pt x="20" y="14"/>
                    <a:pt x="11" y="0"/>
                    <a:pt x="4" y="4"/>
                  </a:cubicBezTo>
                  <a:cubicBezTo>
                    <a:pt x="0" y="6"/>
                    <a:pt x="3" y="12"/>
                    <a:pt x="6" y="18"/>
                  </a:cubicBezTo>
                  <a:cubicBezTo>
                    <a:pt x="10" y="14"/>
                    <a:pt x="13" y="15"/>
                    <a:pt x="19" y="24"/>
                  </a:cubicBezTo>
                  <a:cubicBezTo>
                    <a:pt x="23" y="31"/>
                    <a:pt x="31" y="35"/>
                    <a:pt x="37" y="38"/>
                  </a:cubicBezTo>
                  <a:cubicBezTo>
                    <a:pt x="35" y="33"/>
                    <a:pt x="28" y="28"/>
                    <a:pt x="23" y="20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3" name="Freeform 24">
              <a:extLst>
                <a:ext uri="{FF2B5EF4-FFF2-40B4-BE49-F238E27FC236}">
                  <a16:creationId xmlns:a16="http://schemas.microsoft.com/office/drawing/2014/main" id="{D14A017E-0C2B-4FB0-97F0-8EA56A839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765"/>
              <a:ext cx="150" cy="102"/>
            </a:xfrm>
            <a:custGeom>
              <a:avLst/>
              <a:gdLst>
                <a:gd name="T0" fmla="*/ 938 w 60"/>
                <a:gd name="T1" fmla="*/ 389 h 38"/>
                <a:gd name="T2" fmla="*/ 925 w 60"/>
                <a:gd name="T3" fmla="*/ 330 h 38"/>
                <a:gd name="T4" fmla="*/ 408 w 60"/>
                <a:gd name="T5" fmla="*/ 462 h 38"/>
                <a:gd name="T6" fmla="*/ 125 w 60"/>
                <a:gd name="T7" fmla="*/ 561 h 38"/>
                <a:gd name="T8" fmla="*/ 208 w 60"/>
                <a:gd name="T9" fmla="*/ 735 h 38"/>
                <a:gd name="T10" fmla="*/ 220 w 60"/>
                <a:gd name="T11" fmla="*/ 735 h 38"/>
                <a:gd name="T12" fmla="*/ 563 w 60"/>
                <a:gd name="T13" fmla="*/ 540 h 38"/>
                <a:gd name="T14" fmla="*/ 938 w 60"/>
                <a:gd name="T15" fmla="*/ 389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8">
                  <a:moveTo>
                    <a:pt x="60" y="20"/>
                  </a:moveTo>
                  <a:cubicBezTo>
                    <a:pt x="60" y="19"/>
                    <a:pt x="60" y="18"/>
                    <a:pt x="59" y="17"/>
                  </a:cubicBezTo>
                  <a:cubicBezTo>
                    <a:pt x="53" y="0"/>
                    <a:pt x="34" y="18"/>
                    <a:pt x="26" y="24"/>
                  </a:cubicBezTo>
                  <a:cubicBezTo>
                    <a:pt x="20" y="29"/>
                    <a:pt x="14" y="26"/>
                    <a:pt x="8" y="29"/>
                  </a:cubicBezTo>
                  <a:cubicBezTo>
                    <a:pt x="0" y="33"/>
                    <a:pt x="10" y="37"/>
                    <a:pt x="13" y="38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25" y="34"/>
                    <a:pt x="29" y="35"/>
                    <a:pt x="36" y="28"/>
                  </a:cubicBezTo>
                  <a:cubicBezTo>
                    <a:pt x="42" y="20"/>
                    <a:pt x="51" y="18"/>
                    <a:pt x="60" y="20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4" name="Freeform 25">
              <a:extLst>
                <a:ext uri="{FF2B5EF4-FFF2-40B4-BE49-F238E27FC236}">
                  <a16:creationId xmlns:a16="http://schemas.microsoft.com/office/drawing/2014/main" id="{62D99B10-2DF8-4348-A1C3-A09E9301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2083"/>
              <a:ext cx="418" cy="400"/>
            </a:xfrm>
            <a:custGeom>
              <a:avLst/>
              <a:gdLst>
                <a:gd name="T0" fmla="*/ 658 w 167"/>
                <a:gd name="T1" fmla="*/ 2765 h 150"/>
                <a:gd name="T2" fmla="*/ 1629 w 167"/>
                <a:gd name="T3" fmla="*/ 2539 h 150"/>
                <a:gd name="T4" fmla="*/ 2035 w 167"/>
                <a:gd name="T5" fmla="*/ 1933 h 150"/>
                <a:gd name="T6" fmla="*/ 2318 w 167"/>
                <a:gd name="T7" fmla="*/ 704 h 150"/>
                <a:gd name="T8" fmla="*/ 2618 w 167"/>
                <a:gd name="T9" fmla="*/ 968 h 150"/>
                <a:gd name="T10" fmla="*/ 2588 w 167"/>
                <a:gd name="T11" fmla="*/ 797 h 150"/>
                <a:gd name="T12" fmla="*/ 2085 w 167"/>
                <a:gd name="T13" fmla="*/ 491 h 150"/>
                <a:gd name="T14" fmla="*/ 1317 w 167"/>
                <a:gd name="T15" fmla="*/ 2525 h 150"/>
                <a:gd name="T16" fmla="*/ 0 w 167"/>
                <a:gd name="T17" fmla="*/ 2731 h 150"/>
                <a:gd name="T18" fmla="*/ 658 w 167"/>
                <a:gd name="T19" fmla="*/ 2765 h 1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150">
                  <a:moveTo>
                    <a:pt x="42" y="146"/>
                  </a:moveTo>
                  <a:cubicBezTo>
                    <a:pt x="54" y="145"/>
                    <a:pt x="93" y="138"/>
                    <a:pt x="104" y="134"/>
                  </a:cubicBezTo>
                  <a:cubicBezTo>
                    <a:pt x="114" y="130"/>
                    <a:pt x="128" y="122"/>
                    <a:pt x="130" y="102"/>
                  </a:cubicBezTo>
                  <a:cubicBezTo>
                    <a:pt x="133" y="82"/>
                    <a:pt x="134" y="44"/>
                    <a:pt x="148" y="37"/>
                  </a:cubicBezTo>
                  <a:cubicBezTo>
                    <a:pt x="157" y="33"/>
                    <a:pt x="163" y="42"/>
                    <a:pt x="167" y="51"/>
                  </a:cubicBezTo>
                  <a:cubicBezTo>
                    <a:pt x="166" y="47"/>
                    <a:pt x="166" y="44"/>
                    <a:pt x="165" y="42"/>
                  </a:cubicBezTo>
                  <a:cubicBezTo>
                    <a:pt x="161" y="32"/>
                    <a:pt x="151" y="0"/>
                    <a:pt x="133" y="26"/>
                  </a:cubicBezTo>
                  <a:cubicBezTo>
                    <a:pt x="105" y="66"/>
                    <a:pt x="146" y="114"/>
                    <a:pt x="84" y="133"/>
                  </a:cubicBezTo>
                  <a:cubicBezTo>
                    <a:pt x="63" y="137"/>
                    <a:pt x="18" y="150"/>
                    <a:pt x="0" y="144"/>
                  </a:cubicBezTo>
                  <a:cubicBezTo>
                    <a:pt x="16" y="150"/>
                    <a:pt x="30" y="148"/>
                    <a:pt x="42" y="146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5" name="Freeform 26">
              <a:extLst>
                <a:ext uri="{FF2B5EF4-FFF2-40B4-BE49-F238E27FC236}">
                  <a16:creationId xmlns:a16="http://schemas.microsoft.com/office/drawing/2014/main" id="{7A24AF28-7066-4DFA-837C-3CE49F873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2139"/>
              <a:ext cx="80" cy="96"/>
            </a:xfrm>
            <a:custGeom>
              <a:avLst/>
              <a:gdLst>
                <a:gd name="T0" fmla="*/ 0 w 32"/>
                <a:gd name="T1" fmla="*/ 683 h 36"/>
                <a:gd name="T2" fmla="*/ 145 w 32"/>
                <a:gd name="T3" fmla="*/ 149 h 36"/>
                <a:gd name="T4" fmla="*/ 313 w 32"/>
                <a:gd name="T5" fmla="*/ 0 h 36"/>
                <a:gd name="T6" fmla="*/ 500 w 32"/>
                <a:gd name="T7" fmla="*/ 227 h 36"/>
                <a:gd name="T8" fmla="*/ 125 w 32"/>
                <a:gd name="T9" fmla="*/ 43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6">
                  <a:moveTo>
                    <a:pt x="0" y="36"/>
                  </a:moveTo>
                  <a:cubicBezTo>
                    <a:pt x="2" y="26"/>
                    <a:pt x="5" y="16"/>
                    <a:pt x="9" y="8"/>
                  </a:cubicBezTo>
                  <a:cubicBezTo>
                    <a:pt x="12" y="4"/>
                    <a:pt x="15" y="0"/>
                    <a:pt x="20" y="0"/>
                  </a:cubicBezTo>
                  <a:cubicBezTo>
                    <a:pt x="26" y="0"/>
                    <a:pt x="29" y="8"/>
                    <a:pt x="32" y="12"/>
                  </a:cubicBezTo>
                  <a:cubicBezTo>
                    <a:pt x="23" y="3"/>
                    <a:pt x="11" y="14"/>
                    <a:pt x="8" y="23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6" name="Freeform 27">
              <a:extLst>
                <a:ext uri="{FF2B5EF4-FFF2-40B4-BE49-F238E27FC236}">
                  <a16:creationId xmlns:a16="http://schemas.microsoft.com/office/drawing/2014/main" id="{D0FFAEF9-EDA2-4F72-886F-B201D52B3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117"/>
              <a:ext cx="113" cy="582"/>
            </a:xfrm>
            <a:custGeom>
              <a:avLst/>
              <a:gdLst>
                <a:gd name="T0" fmla="*/ 0 w 45"/>
                <a:gd name="T1" fmla="*/ 3385 h 218"/>
                <a:gd name="T2" fmla="*/ 126 w 45"/>
                <a:gd name="T3" fmla="*/ 4149 h 218"/>
                <a:gd name="T4" fmla="*/ 113 w 45"/>
                <a:gd name="T5" fmla="*/ 3500 h 218"/>
                <a:gd name="T6" fmla="*/ 693 w 45"/>
                <a:gd name="T7" fmla="*/ 2451 h 218"/>
                <a:gd name="T8" fmla="*/ 472 w 45"/>
                <a:gd name="T9" fmla="*/ 2109 h 218"/>
                <a:gd name="T10" fmla="*/ 379 w 45"/>
                <a:gd name="T11" fmla="*/ 1297 h 218"/>
                <a:gd name="T12" fmla="*/ 409 w 45"/>
                <a:gd name="T13" fmla="*/ 115 h 218"/>
                <a:gd name="T14" fmla="*/ 472 w 45"/>
                <a:gd name="T15" fmla="*/ 0 h 218"/>
                <a:gd name="T16" fmla="*/ 221 w 45"/>
                <a:gd name="T17" fmla="*/ 1047 h 218"/>
                <a:gd name="T18" fmla="*/ 239 w 45"/>
                <a:gd name="T19" fmla="*/ 1711 h 218"/>
                <a:gd name="T20" fmla="*/ 284 w 45"/>
                <a:gd name="T21" fmla="*/ 2552 h 218"/>
                <a:gd name="T22" fmla="*/ 0 w 45"/>
                <a:gd name="T23" fmla="*/ 3385 h 2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218">
                  <a:moveTo>
                    <a:pt x="0" y="178"/>
                  </a:moveTo>
                  <a:cubicBezTo>
                    <a:pt x="0" y="193"/>
                    <a:pt x="1" y="208"/>
                    <a:pt x="8" y="218"/>
                  </a:cubicBezTo>
                  <a:cubicBezTo>
                    <a:pt x="6" y="211"/>
                    <a:pt x="5" y="200"/>
                    <a:pt x="7" y="184"/>
                  </a:cubicBezTo>
                  <a:cubicBezTo>
                    <a:pt x="6" y="131"/>
                    <a:pt x="43" y="135"/>
                    <a:pt x="44" y="129"/>
                  </a:cubicBezTo>
                  <a:cubicBezTo>
                    <a:pt x="45" y="123"/>
                    <a:pt x="37" y="119"/>
                    <a:pt x="30" y="111"/>
                  </a:cubicBezTo>
                  <a:cubicBezTo>
                    <a:pt x="23" y="100"/>
                    <a:pt x="24" y="85"/>
                    <a:pt x="24" y="68"/>
                  </a:cubicBezTo>
                  <a:cubicBezTo>
                    <a:pt x="24" y="50"/>
                    <a:pt x="19" y="25"/>
                    <a:pt x="26" y="6"/>
                  </a:cubicBezTo>
                  <a:cubicBezTo>
                    <a:pt x="27" y="4"/>
                    <a:pt x="28" y="2"/>
                    <a:pt x="30" y="0"/>
                  </a:cubicBezTo>
                  <a:cubicBezTo>
                    <a:pt x="16" y="18"/>
                    <a:pt x="12" y="35"/>
                    <a:pt x="14" y="55"/>
                  </a:cubicBezTo>
                  <a:cubicBezTo>
                    <a:pt x="15" y="76"/>
                    <a:pt x="14" y="76"/>
                    <a:pt x="15" y="90"/>
                  </a:cubicBezTo>
                  <a:cubicBezTo>
                    <a:pt x="16" y="108"/>
                    <a:pt x="30" y="118"/>
                    <a:pt x="18" y="134"/>
                  </a:cubicBezTo>
                  <a:cubicBezTo>
                    <a:pt x="6" y="150"/>
                    <a:pt x="0" y="159"/>
                    <a:pt x="0" y="178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7" name="Freeform 28">
              <a:extLst>
                <a:ext uri="{FF2B5EF4-FFF2-40B4-BE49-F238E27FC236}">
                  <a16:creationId xmlns:a16="http://schemas.microsoft.com/office/drawing/2014/main" id="{28D32F0B-9D9D-4777-8BAC-22927D8BB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117"/>
              <a:ext cx="113" cy="582"/>
            </a:xfrm>
            <a:custGeom>
              <a:avLst/>
              <a:gdLst>
                <a:gd name="T0" fmla="*/ 0 w 45"/>
                <a:gd name="T1" fmla="*/ 3385 h 218"/>
                <a:gd name="T2" fmla="*/ 126 w 45"/>
                <a:gd name="T3" fmla="*/ 4149 h 218"/>
                <a:gd name="T4" fmla="*/ 113 w 45"/>
                <a:gd name="T5" fmla="*/ 3500 h 218"/>
                <a:gd name="T6" fmla="*/ 693 w 45"/>
                <a:gd name="T7" fmla="*/ 2451 h 218"/>
                <a:gd name="T8" fmla="*/ 472 w 45"/>
                <a:gd name="T9" fmla="*/ 2109 h 218"/>
                <a:gd name="T10" fmla="*/ 379 w 45"/>
                <a:gd name="T11" fmla="*/ 1297 h 218"/>
                <a:gd name="T12" fmla="*/ 409 w 45"/>
                <a:gd name="T13" fmla="*/ 115 h 218"/>
                <a:gd name="T14" fmla="*/ 472 w 45"/>
                <a:gd name="T15" fmla="*/ 0 h 218"/>
                <a:gd name="T16" fmla="*/ 221 w 45"/>
                <a:gd name="T17" fmla="*/ 1047 h 218"/>
                <a:gd name="T18" fmla="*/ 239 w 45"/>
                <a:gd name="T19" fmla="*/ 1711 h 218"/>
                <a:gd name="T20" fmla="*/ 284 w 45"/>
                <a:gd name="T21" fmla="*/ 2552 h 218"/>
                <a:gd name="T22" fmla="*/ 0 w 45"/>
                <a:gd name="T23" fmla="*/ 3385 h 2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218">
                  <a:moveTo>
                    <a:pt x="0" y="178"/>
                  </a:moveTo>
                  <a:cubicBezTo>
                    <a:pt x="0" y="193"/>
                    <a:pt x="1" y="208"/>
                    <a:pt x="8" y="218"/>
                  </a:cubicBezTo>
                  <a:cubicBezTo>
                    <a:pt x="6" y="211"/>
                    <a:pt x="5" y="200"/>
                    <a:pt x="7" y="184"/>
                  </a:cubicBezTo>
                  <a:cubicBezTo>
                    <a:pt x="6" y="131"/>
                    <a:pt x="43" y="135"/>
                    <a:pt x="44" y="129"/>
                  </a:cubicBezTo>
                  <a:cubicBezTo>
                    <a:pt x="45" y="123"/>
                    <a:pt x="37" y="119"/>
                    <a:pt x="30" y="111"/>
                  </a:cubicBezTo>
                  <a:cubicBezTo>
                    <a:pt x="23" y="100"/>
                    <a:pt x="24" y="85"/>
                    <a:pt x="24" y="68"/>
                  </a:cubicBezTo>
                  <a:cubicBezTo>
                    <a:pt x="24" y="50"/>
                    <a:pt x="19" y="25"/>
                    <a:pt x="26" y="6"/>
                  </a:cubicBezTo>
                  <a:cubicBezTo>
                    <a:pt x="27" y="4"/>
                    <a:pt x="28" y="2"/>
                    <a:pt x="30" y="0"/>
                  </a:cubicBezTo>
                  <a:cubicBezTo>
                    <a:pt x="16" y="18"/>
                    <a:pt x="12" y="35"/>
                    <a:pt x="14" y="55"/>
                  </a:cubicBezTo>
                  <a:cubicBezTo>
                    <a:pt x="15" y="76"/>
                    <a:pt x="14" y="76"/>
                    <a:pt x="15" y="90"/>
                  </a:cubicBezTo>
                  <a:cubicBezTo>
                    <a:pt x="16" y="108"/>
                    <a:pt x="30" y="118"/>
                    <a:pt x="18" y="134"/>
                  </a:cubicBezTo>
                  <a:cubicBezTo>
                    <a:pt x="6" y="150"/>
                    <a:pt x="0" y="159"/>
                    <a:pt x="0" y="17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8" name="Freeform 29">
              <a:extLst>
                <a:ext uri="{FF2B5EF4-FFF2-40B4-BE49-F238E27FC236}">
                  <a16:creationId xmlns:a16="http://schemas.microsoft.com/office/drawing/2014/main" id="{A5BD9CB1-3156-452F-A57F-D6C68E8BE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357"/>
              <a:ext cx="110" cy="243"/>
            </a:xfrm>
            <a:custGeom>
              <a:avLst/>
              <a:gdLst>
                <a:gd name="T0" fmla="*/ 333 w 44"/>
                <a:gd name="T1" fmla="*/ 1311 h 91"/>
                <a:gd name="T2" fmla="*/ 50 w 44"/>
                <a:gd name="T3" fmla="*/ 1640 h 91"/>
                <a:gd name="T4" fmla="*/ 563 w 44"/>
                <a:gd name="T5" fmla="*/ 1162 h 91"/>
                <a:gd name="T6" fmla="*/ 33 w 44"/>
                <a:gd name="T7" fmla="*/ 115 h 91"/>
                <a:gd name="T8" fmla="*/ 0 w 44"/>
                <a:gd name="T9" fmla="*/ 0 h 91"/>
                <a:gd name="T10" fmla="*/ 0 w 44"/>
                <a:gd name="T11" fmla="*/ 0 h 91"/>
                <a:gd name="T12" fmla="*/ 220 w 44"/>
                <a:gd name="T13" fmla="*/ 649 h 91"/>
                <a:gd name="T14" fmla="*/ 333 w 44"/>
                <a:gd name="T15" fmla="*/ 1311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91">
                  <a:moveTo>
                    <a:pt x="21" y="69"/>
                  </a:moveTo>
                  <a:cubicBezTo>
                    <a:pt x="16" y="75"/>
                    <a:pt x="12" y="83"/>
                    <a:pt x="3" y="86"/>
                  </a:cubicBezTo>
                  <a:cubicBezTo>
                    <a:pt x="22" y="91"/>
                    <a:pt x="33" y="73"/>
                    <a:pt x="36" y="61"/>
                  </a:cubicBezTo>
                  <a:cubicBezTo>
                    <a:pt x="44" y="27"/>
                    <a:pt x="14" y="28"/>
                    <a:pt x="2" y="6"/>
                  </a:cubicBezTo>
                  <a:cubicBezTo>
                    <a:pt x="1" y="4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1"/>
                    <a:pt x="5" y="24"/>
                    <a:pt x="14" y="34"/>
                  </a:cubicBezTo>
                  <a:cubicBezTo>
                    <a:pt x="24" y="45"/>
                    <a:pt x="28" y="61"/>
                    <a:pt x="21" y="69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9" name="Freeform 30">
              <a:extLst>
                <a:ext uri="{FF2B5EF4-FFF2-40B4-BE49-F238E27FC236}">
                  <a16:creationId xmlns:a16="http://schemas.microsoft.com/office/drawing/2014/main" id="{B8DCFE78-E902-4A45-AC71-7E9AC8D9B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581"/>
              <a:ext cx="855" cy="267"/>
            </a:xfrm>
            <a:custGeom>
              <a:avLst/>
              <a:gdLst>
                <a:gd name="T0" fmla="*/ 0 w 342"/>
                <a:gd name="T1" fmla="*/ 1071 h 100"/>
                <a:gd name="T2" fmla="*/ 375 w 342"/>
                <a:gd name="T3" fmla="*/ 1255 h 100"/>
                <a:gd name="T4" fmla="*/ 2438 w 342"/>
                <a:gd name="T5" fmla="*/ 1904 h 100"/>
                <a:gd name="T6" fmla="*/ 4488 w 342"/>
                <a:gd name="T7" fmla="*/ 1255 h 100"/>
                <a:gd name="T8" fmla="*/ 5345 w 342"/>
                <a:gd name="T9" fmla="*/ 969 h 100"/>
                <a:gd name="T10" fmla="*/ 4770 w 342"/>
                <a:gd name="T11" fmla="*/ 0 h 100"/>
                <a:gd name="T12" fmla="*/ 3458 w 342"/>
                <a:gd name="T13" fmla="*/ 956 h 100"/>
                <a:gd name="T14" fmla="*/ 2750 w 342"/>
                <a:gd name="T15" fmla="*/ 1071 h 100"/>
                <a:gd name="T16" fmla="*/ 2750 w 342"/>
                <a:gd name="T17" fmla="*/ 1084 h 100"/>
                <a:gd name="T18" fmla="*/ 2770 w 342"/>
                <a:gd name="T19" fmla="*/ 1071 h 100"/>
                <a:gd name="T20" fmla="*/ 2770 w 342"/>
                <a:gd name="T21" fmla="*/ 1084 h 100"/>
                <a:gd name="T22" fmla="*/ 2750 w 342"/>
                <a:gd name="T23" fmla="*/ 1084 h 100"/>
                <a:gd name="T24" fmla="*/ 2738 w 342"/>
                <a:gd name="T25" fmla="*/ 1084 h 100"/>
                <a:gd name="T26" fmla="*/ 333 w 342"/>
                <a:gd name="T27" fmla="*/ 56 h 100"/>
                <a:gd name="T28" fmla="*/ 0 w 342"/>
                <a:gd name="T29" fmla="*/ 1071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2" h="100">
                  <a:moveTo>
                    <a:pt x="0" y="56"/>
                  </a:moveTo>
                  <a:cubicBezTo>
                    <a:pt x="7" y="59"/>
                    <a:pt x="15" y="62"/>
                    <a:pt x="24" y="66"/>
                  </a:cubicBezTo>
                  <a:cubicBezTo>
                    <a:pt x="63" y="83"/>
                    <a:pt x="104" y="100"/>
                    <a:pt x="156" y="100"/>
                  </a:cubicBezTo>
                  <a:cubicBezTo>
                    <a:pt x="208" y="100"/>
                    <a:pt x="249" y="83"/>
                    <a:pt x="287" y="66"/>
                  </a:cubicBezTo>
                  <a:cubicBezTo>
                    <a:pt x="311" y="55"/>
                    <a:pt x="329" y="50"/>
                    <a:pt x="342" y="51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275" y="23"/>
                    <a:pt x="248" y="41"/>
                    <a:pt x="221" y="50"/>
                  </a:cubicBezTo>
                  <a:cubicBezTo>
                    <a:pt x="206" y="55"/>
                    <a:pt x="190" y="55"/>
                    <a:pt x="176" y="56"/>
                  </a:cubicBezTo>
                  <a:cubicBezTo>
                    <a:pt x="176" y="56"/>
                    <a:pt x="176" y="56"/>
                    <a:pt x="176" y="57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7" y="57"/>
                    <a:pt x="177" y="57"/>
                    <a:pt x="177" y="57"/>
                  </a:cubicBezTo>
                  <a:cubicBezTo>
                    <a:pt x="177" y="57"/>
                    <a:pt x="177" y="57"/>
                    <a:pt x="176" y="57"/>
                  </a:cubicBezTo>
                  <a:cubicBezTo>
                    <a:pt x="176" y="57"/>
                    <a:pt x="176" y="57"/>
                    <a:pt x="175" y="57"/>
                  </a:cubicBezTo>
                  <a:cubicBezTo>
                    <a:pt x="100" y="65"/>
                    <a:pt x="47" y="27"/>
                    <a:pt x="21" y="3"/>
                  </a:cubicBezTo>
                  <a:lnTo>
                    <a:pt x="0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70" name="Freeform 31">
              <a:extLst>
                <a:ext uri="{FF2B5EF4-FFF2-40B4-BE49-F238E27FC236}">
                  <a16:creationId xmlns:a16="http://schemas.microsoft.com/office/drawing/2014/main" id="{066C176A-DDA9-4220-A347-CE61EEAB5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547"/>
              <a:ext cx="185" cy="181"/>
            </a:xfrm>
            <a:custGeom>
              <a:avLst/>
              <a:gdLst>
                <a:gd name="T0" fmla="*/ 1158 w 74"/>
                <a:gd name="T1" fmla="*/ 886 h 68"/>
                <a:gd name="T2" fmla="*/ 408 w 74"/>
                <a:gd name="T3" fmla="*/ 0 h 68"/>
                <a:gd name="T4" fmla="*/ 375 w 74"/>
                <a:gd name="T5" fmla="*/ 453 h 68"/>
                <a:gd name="T6" fmla="*/ 33 w 74"/>
                <a:gd name="T7" fmla="*/ 397 h 68"/>
                <a:gd name="T8" fmla="*/ 283 w 74"/>
                <a:gd name="T9" fmla="*/ 681 h 68"/>
                <a:gd name="T10" fmla="*/ 0 w 74"/>
                <a:gd name="T11" fmla="*/ 807 h 68"/>
                <a:gd name="T12" fmla="*/ 0 w 74"/>
                <a:gd name="T13" fmla="*/ 1190 h 68"/>
                <a:gd name="T14" fmla="*/ 283 w 74"/>
                <a:gd name="T15" fmla="*/ 128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68">
                  <a:moveTo>
                    <a:pt x="74" y="47"/>
                  </a:moveTo>
                  <a:cubicBezTo>
                    <a:pt x="56" y="49"/>
                    <a:pt x="34" y="13"/>
                    <a:pt x="26" y="0"/>
                  </a:cubicBezTo>
                  <a:cubicBezTo>
                    <a:pt x="27" y="6"/>
                    <a:pt x="30" y="19"/>
                    <a:pt x="24" y="24"/>
                  </a:cubicBezTo>
                  <a:cubicBezTo>
                    <a:pt x="20" y="26"/>
                    <a:pt x="6" y="23"/>
                    <a:pt x="2" y="21"/>
                  </a:cubicBezTo>
                  <a:cubicBezTo>
                    <a:pt x="9" y="24"/>
                    <a:pt x="20" y="27"/>
                    <a:pt x="18" y="36"/>
                  </a:cubicBezTo>
                  <a:cubicBezTo>
                    <a:pt x="16" y="43"/>
                    <a:pt x="5" y="45"/>
                    <a:pt x="0" y="43"/>
                  </a:cubicBezTo>
                  <a:cubicBezTo>
                    <a:pt x="19" y="39"/>
                    <a:pt x="11" y="56"/>
                    <a:pt x="0" y="63"/>
                  </a:cubicBezTo>
                  <a:cubicBezTo>
                    <a:pt x="9" y="59"/>
                    <a:pt x="9" y="67"/>
                    <a:pt x="18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71" name="Freeform 32">
              <a:extLst>
                <a:ext uri="{FF2B5EF4-FFF2-40B4-BE49-F238E27FC236}">
                  <a16:creationId xmlns:a16="http://schemas.microsoft.com/office/drawing/2014/main" id="{DA4D68ED-47A0-406A-A8CE-07D51C94D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528"/>
              <a:ext cx="135" cy="192"/>
            </a:xfrm>
            <a:custGeom>
              <a:avLst/>
              <a:gdLst>
                <a:gd name="T0" fmla="*/ 0 w 54"/>
                <a:gd name="T1" fmla="*/ 491 h 72"/>
                <a:gd name="T2" fmla="*/ 438 w 54"/>
                <a:gd name="T3" fmla="*/ 0 h 72"/>
                <a:gd name="T4" fmla="*/ 550 w 54"/>
                <a:gd name="T5" fmla="*/ 435 h 72"/>
                <a:gd name="T6" fmla="*/ 720 w 54"/>
                <a:gd name="T7" fmla="*/ 797 h 72"/>
                <a:gd name="T8" fmla="*/ 845 w 54"/>
                <a:gd name="T9" fmla="*/ 1173 h 72"/>
                <a:gd name="T10" fmla="*/ 313 w 54"/>
                <a:gd name="T11" fmla="*/ 1309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72">
                  <a:moveTo>
                    <a:pt x="0" y="26"/>
                  </a:moveTo>
                  <a:cubicBezTo>
                    <a:pt x="10" y="19"/>
                    <a:pt x="19" y="9"/>
                    <a:pt x="28" y="0"/>
                  </a:cubicBezTo>
                  <a:cubicBezTo>
                    <a:pt x="25" y="12"/>
                    <a:pt x="13" y="36"/>
                    <a:pt x="35" y="23"/>
                  </a:cubicBezTo>
                  <a:cubicBezTo>
                    <a:pt x="28" y="33"/>
                    <a:pt x="33" y="53"/>
                    <a:pt x="46" y="42"/>
                  </a:cubicBezTo>
                  <a:cubicBezTo>
                    <a:pt x="40" y="52"/>
                    <a:pt x="43" y="58"/>
                    <a:pt x="54" y="62"/>
                  </a:cubicBezTo>
                  <a:cubicBezTo>
                    <a:pt x="51" y="72"/>
                    <a:pt x="28" y="72"/>
                    <a:pt x="20" y="6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72" name="Freeform 33">
              <a:extLst>
                <a:ext uri="{FF2B5EF4-FFF2-40B4-BE49-F238E27FC236}">
                  <a16:creationId xmlns:a16="http://schemas.microsoft.com/office/drawing/2014/main" id="{A06153CE-0679-45BC-8B62-3F726F6A7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2837"/>
              <a:ext cx="40" cy="32"/>
            </a:xfrm>
            <a:custGeom>
              <a:avLst/>
              <a:gdLst>
                <a:gd name="T0" fmla="*/ 0 w 16"/>
                <a:gd name="T1" fmla="*/ 93 h 12"/>
                <a:gd name="T2" fmla="*/ 250 w 16"/>
                <a:gd name="T3" fmla="*/ 21 h 12"/>
                <a:gd name="T4" fmla="*/ 0 w 16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5"/>
                  </a:moveTo>
                  <a:cubicBezTo>
                    <a:pt x="4" y="12"/>
                    <a:pt x="11" y="3"/>
                    <a:pt x="16" y="1"/>
                  </a:cubicBezTo>
                  <a:cubicBezTo>
                    <a:pt x="10" y="0"/>
                    <a:pt x="6" y="5"/>
                    <a:pt x="0" y="4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73" name="Freeform 34">
              <a:extLst>
                <a:ext uri="{FF2B5EF4-FFF2-40B4-BE49-F238E27FC236}">
                  <a16:creationId xmlns:a16="http://schemas.microsoft.com/office/drawing/2014/main" id="{AA023BC9-6C18-446D-96C4-D4ED86379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723"/>
              <a:ext cx="160" cy="45"/>
            </a:xfrm>
            <a:custGeom>
              <a:avLst/>
              <a:gdLst>
                <a:gd name="T0" fmla="*/ 0 w 64"/>
                <a:gd name="T1" fmla="*/ 148 h 17"/>
                <a:gd name="T2" fmla="*/ 408 w 64"/>
                <a:gd name="T3" fmla="*/ 0 h 17"/>
                <a:gd name="T4" fmla="*/ 1000 w 64"/>
                <a:gd name="T5" fmla="*/ 259 h 17"/>
                <a:gd name="T6" fmla="*/ 720 w 64"/>
                <a:gd name="T7" fmla="*/ 315 h 17"/>
                <a:gd name="T8" fmla="*/ 300 w 64"/>
                <a:gd name="T9" fmla="*/ 132 h 17"/>
                <a:gd name="T10" fmla="*/ 50 w 64"/>
                <a:gd name="T11" fmla="*/ 13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7">
                  <a:moveTo>
                    <a:pt x="0" y="8"/>
                  </a:moveTo>
                  <a:cubicBezTo>
                    <a:pt x="9" y="2"/>
                    <a:pt x="15" y="1"/>
                    <a:pt x="26" y="0"/>
                  </a:cubicBezTo>
                  <a:cubicBezTo>
                    <a:pt x="41" y="0"/>
                    <a:pt x="52" y="5"/>
                    <a:pt x="64" y="14"/>
                  </a:cubicBezTo>
                  <a:cubicBezTo>
                    <a:pt x="60" y="13"/>
                    <a:pt x="45" y="9"/>
                    <a:pt x="46" y="17"/>
                  </a:cubicBezTo>
                  <a:cubicBezTo>
                    <a:pt x="38" y="13"/>
                    <a:pt x="28" y="10"/>
                    <a:pt x="19" y="7"/>
                  </a:cubicBezTo>
                  <a:cubicBezTo>
                    <a:pt x="14" y="6"/>
                    <a:pt x="8" y="7"/>
                    <a:pt x="3" y="7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74" name="Freeform 35">
              <a:extLst>
                <a:ext uri="{FF2B5EF4-FFF2-40B4-BE49-F238E27FC236}">
                  <a16:creationId xmlns:a16="http://schemas.microsoft.com/office/drawing/2014/main" id="{A6AB8B97-6DF8-4288-987F-6A17081EA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712"/>
              <a:ext cx="115" cy="56"/>
            </a:xfrm>
            <a:custGeom>
              <a:avLst/>
              <a:gdLst>
                <a:gd name="T0" fmla="*/ 0 w 46"/>
                <a:gd name="T1" fmla="*/ 264 h 21"/>
                <a:gd name="T2" fmla="*/ 720 w 46"/>
                <a:gd name="T3" fmla="*/ 397 h 21"/>
                <a:gd name="T4" fmla="*/ 145 w 46"/>
                <a:gd name="T5" fmla="*/ 149 h 21"/>
                <a:gd name="T6" fmla="*/ 175 w 46"/>
                <a:gd name="T7" fmla="*/ 149 h 21"/>
                <a:gd name="T8" fmla="*/ 145 w 46"/>
                <a:gd name="T9" fmla="*/ 19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1">
                  <a:moveTo>
                    <a:pt x="0" y="14"/>
                  </a:moveTo>
                  <a:cubicBezTo>
                    <a:pt x="18" y="6"/>
                    <a:pt x="33" y="5"/>
                    <a:pt x="46" y="21"/>
                  </a:cubicBezTo>
                  <a:cubicBezTo>
                    <a:pt x="40" y="2"/>
                    <a:pt x="26" y="0"/>
                    <a:pt x="9" y="8"/>
                  </a:cubicBezTo>
                  <a:cubicBezTo>
                    <a:pt x="10" y="8"/>
                    <a:pt x="10" y="8"/>
                    <a:pt x="11" y="8"/>
                  </a:cubicBezTo>
                  <a:cubicBezTo>
                    <a:pt x="11" y="9"/>
                    <a:pt x="10" y="9"/>
                    <a:pt x="9" y="10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75" name="Freeform 36">
              <a:extLst>
                <a:ext uri="{FF2B5EF4-FFF2-40B4-BE49-F238E27FC236}">
                  <a16:creationId xmlns:a16="http://schemas.microsoft.com/office/drawing/2014/main" id="{7D5EA78D-2EBD-41D2-846E-E240B2BFD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424"/>
              <a:ext cx="63" cy="59"/>
            </a:xfrm>
            <a:custGeom>
              <a:avLst/>
              <a:gdLst>
                <a:gd name="T0" fmla="*/ 63 w 25"/>
                <a:gd name="T1" fmla="*/ 0 h 22"/>
                <a:gd name="T2" fmla="*/ 0 w 25"/>
                <a:gd name="T3" fmla="*/ 402 h 22"/>
                <a:gd name="T4" fmla="*/ 255 w 25"/>
                <a:gd name="T5" fmla="*/ 308 h 22"/>
                <a:gd name="T6" fmla="*/ 146 w 25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2">
                  <a:moveTo>
                    <a:pt x="4" y="0"/>
                  </a:moveTo>
                  <a:cubicBezTo>
                    <a:pt x="11" y="4"/>
                    <a:pt x="2" y="17"/>
                    <a:pt x="0" y="21"/>
                  </a:cubicBezTo>
                  <a:cubicBezTo>
                    <a:pt x="3" y="22"/>
                    <a:pt x="14" y="17"/>
                    <a:pt x="16" y="16"/>
                  </a:cubicBezTo>
                  <a:cubicBezTo>
                    <a:pt x="25" y="9"/>
                    <a:pt x="12" y="5"/>
                    <a:pt x="9" y="0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76" name="Freeform 37">
              <a:extLst>
                <a:ext uri="{FF2B5EF4-FFF2-40B4-BE49-F238E27FC236}">
                  <a16:creationId xmlns:a16="http://schemas.microsoft.com/office/drawing/2014/main" id="{230B7199-A412-4BE0-B826-72F86AEC7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221"/>
              <a:ext cx="83" cy="83"/>
            </a:xfrm>
            <a:custGeom>
              <a:avLst/>
              <a:gdLst>
                <a:gd name="T0" fmla="*/ 475 w 33"/>
                <a:gd name="T1" fmla="*/ 0 h 31"/>
                <a:gd name="T2" fmla="*/ 272 w 33"/>
                <a:gd name="T3" fmla="*/ 94 h 31"/>
                <a:gd name="T4" fmla="*/ 96 w 33"/>
                <a:gd name="T5" fmla="*/ 137 h 31"/>
                <a:gd name="T6" fmla="*/ 146 w 33"/>
                <a:gd name="T7" fmla="*/ 594 h 31"/>
                <a:gd name="T8" fmla="*/ 304 w 33"/>
                <a:gd name="T9" fmla="*/ 286 h 31"/>
                <a:gd name="T10" fmla="*/ 526 w 33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1">
                  <a:moveTo>
                    <a:pt x="30" y="0"/>
                  </a:moveTo>
                  <a:cubicBezTo>
                    <a:pt x="26" y="3"/>
                    <a:pt x="22" y="4"/>
                    <a:pt x="17" y="5"/>
                  </a:cubicBezTo>
                  <a:cubicBezTo>
                    <a:pt x="13" y="6"/>
                    <a:pt x="8" y="5"/>
                    <a:pt x="6" y="7"/>
                  </a:cubicBezTo>
                  <a:cubicBezTo>
                    <a:pt x="0" y="12"/>
                    <a:pt x="7" y="26"/>
                    <a:pt x="9" y="31"/>
                  </a:cubicBezTo>
                  <a:cubicBezTo>
                    <a:pt x="5" y="20"/>
                    <a:pt x="12" y="18"/>
                    <a:pt x="19" y="15"/>
                  </a:cubicBezTo>
                  <a:cubicBezTo>
                    <a:pt x="26" y="11"/>
                    <a:pt x="27" y="5"/>
                    <a:pt x="33" y="0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77" name="Freeform 38">
              <a:extLst>
                <a:ext uri="{FF2B5EF4-FFF2-40B4-BE49-F238E27FC236}">
                  <a16:creationId xmlns:a16="http://schemas.microsoft.com/office/drawing/2014/main" id="{94F3E3BF-7D7B-40C4-A526-507A2C6CD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715"/>
              <a:ext cx="33" cy="26"/>
            </a:xfrm>
            <a:custGeom>
              <a:avLst/>
              <a:gdLst>
                <a:gd name="T0" fmla="*/ 63 w 13"/>
                <a:gd name="T1" fmla="*/ 21 h 10"/>
                <a:gd name="T2" fmla="*/ 20 w 13"/>
                <a:gd name="T3" fmla="*/ 0 h 10"/>
                <a:gd name="T4" fmla="*/ 63 w 13"/>
                <a:gd name="T5" fmla="*/ 122 h 10"/>
                <a:gd name="T6" fmla="*/ 213 w 13"/>
                <a:gd name="T7" fmla="*/ 177 h 10"/>
                <a:gd name="T8" fmla="*/ 63 w 13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4" y="1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0" y="3"/>
                    <a:pt x="2" y="6"/>
                    <a:pt x="4" y="7"/>
                  </a:cubicBezTo>
                  <a:cubicBezTo>
                    <a:pt x="7" y="4"/>
                    <a:pt x="10" y="7"/>
                    <a:pt x="13" y="10"/>
                  </a:cubicBezTo>
                  <a:cubicBezTo>
                    <a:pt x="11" y="6"/>
                    <a:pt x="8" y="3"/>
                    <a:pt x="4" y="2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78" name="Freeform 39">
              <a:extLst>
                <a:ext uri="{FF2B5EF4-FFF2-40B4-BE49-F238E27FC236}">
                  <a16:creationId xmlns:a16="http://schemas.microsoft.com/office/drawing/2014/main" id="{19E43694-C6DD-4013-BBA4-2145D1601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704"/>
              <a:ext cx="55" cy="61"/>
            </a:xfrm>
            <a:custGeom>
              <a:avLst/>
              <a:gdLst>
                <a:gd name="T0" fmla="*/ 0 w 22"/>
                <a:gd name="T1" fmla="*/ 430 h 23"/>
                <a:gd name="T2" fmla="*/ 270 w 22"/>
                <a:gd name="T3" fmla="*/ 0 h 23"/>
                <a:gd name="T4" fmla="*/ 345 w 22"/>
                <a:gd name="T5" fmla="*/ 239 h 23"/>
                <a:gd name="T6" fmla="*/ 188 w 22"/>
                <a:gd name="T7" fmla="*/ 28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8" y="20"/>
                    <a:pt x="15" y="8"/>
                    <a:pt x="17" y="0"/>
                  </a:cubicBezTo>
                  <a:cubicBezTo>
                    <a:pt x="19" y="4"/>
                    <a:pt x="20" y="8"/>
                    <a:pt x="22" y="13"/>
                  </a:cubicBezTo>
                  <a:cubicBezTo>
                    <a:pt x="19" y="11"/>
                    <a:pt x="15" y="12"/>
                    <a:pt x="12" y="15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79" name="Freeform 40">
              <a:extLst>
                <a:ext uri="{FF2B5EF4-FFF2-40B4-BE49-F238E27FC236}">
                  <a16:creationId xmlns:a16="http://schemas.microsoft.com/office/drawing/2014/main" id="{BFD20C85-BF3E-41C8-8400-966709457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749"/>
              <a:ext cx="25" cy="24"/>
            </a:xfrm>
            <a:custGeom>
              <a:avLst/>
              <a:gdLst>
                <a:gd name="T0" fmla="*/ 0 w 10"/>
                <a:gd name="T1" fmla="*/ 21 h 9"/>
                <a:gd name="T2" fmla="*/ 158 w 10"/>
                <a:gd name="T3" fmla="*/ 136 h 9"/>
                <a:gd name="T4" fmla="*/ 63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1"/>
                  </a:moveTo>
                  <a:cubicBezTo>
                    <a:pt x="0" y="7"/>
                    <a:pt x="5" y="9"/>
                    <a:pt x="10" y="7"/>
                  </a:cubicBezTo>
                  <a:cubicBezTo>
                    <a:pt x="7" y="6"/>
                    <a:pt x="2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80" name="Freeform 41">
              <a:extLst>
                <a:ext uri="{FF2B5EF4-FFF2-40B4-BE49-F238E27FC236}">
                  <a16:creationId xmlns:a16="http://schemas.microsoft.com/office/drawing/2014/main" id="{218549C8-86C5-4554-8557-B5DD349B5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760"/>
              <a:ext cx="20" cy="16"/>
            </a:xfrm>
            <a:custGeom>
              <a:avLst/>
              <a:gdLst>
                <a:gd name="T0" fmla="*/ 0 w 8"/>
                <a:gd name="T1" fmla="*/ 56 h 6"/>
                <a:gd name="T2" fmla="*/ 125 w 8"/>
                <a:gd name="T3" fmla="*/ 35 h 6"/>
                <a:gd name="T4" fmla="*/ 6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3"/>
                  </a:moveTo>
                  <a:cubicBezTo>
                    <a:pt x="2" y="6"/>
                    <a:pt x="6" y="5"/>
                    <a:pt x="8" y="2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81" name="Freeform 42">
              <a:extLst>
                <a:ext uri="{FF2B5EF4-FFF2-40B4-BE49-F238E27FC236}">
                  <a16:creationId xmlns:a16="http://schemas.microsoft.com/office/drawing/2014/main" id="{074DCB8B-DC06-4281-BA59-1A9546151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824"/>
              <a:ext cx="32" cy="53"/>
            </a:xfrm>
            <a:custGeom>
              <a:avLst/>
              <a:gdLst>
                <a:gd name="T0" fmla="*/ 0 w 13"/>
                <a:gd name="T1" fmla="*/ 371 h 20"/>
                <a:gd name="T2" fmla="*/ 194 w 13"/>
                <a:gd name="T3" fmla="*/ 191 h 20"/>
                <a:gd name="T4" fmla="*/ 121 w 13"/>
                <a:gd name="T5" fmla="*/ 0 h 20"/>
                <a:gd name="T6" fmla="*/ 42 w 1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3" y="15"/>
                    <a:pt x="4" y="4"/>
                    <a:pt x="13" y="10"/>
                  </a:cubicBezTo>
                  <a:cubicBezTo>
                    <a:pt x="13" y="6"/>
                    <a:pt x="11" y="3"/>
                    <a:pt x="8" y="0"/>
                  </a:cubicBezTo>
                  <a:cubicBezTo>
                    <a:pt x="6" y="0"/>
                    <a:pt x="4" y="2"/>
                    <a:pt x="3" y="4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82" name="Freeform 43">
              <a:extLst>
                <a:ext uri="{FF2B5EF4-FFF2-40B4-BE49-F238E27FC236}">
                  <a16:creationId xmlns:a16="http://schemas.microsoft.com/office/drawing/2014/main" id="{1D0EE709-088A-4433-A874-3671D9F11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651"/>
              <a:ext cx="107" cy="120"/>
            </a:xfrm>
            <a:custGeom>
              <a:avLst/>
              <a:gdLst>
                <a:gd name="T0" fmla="*/ 0 w 43"/>
                <a:gd name="T1" fmla="*/ 149 h 45"/>
                <a:gd name="T2" fmla="*/ 662 w 43"/>
                <a:gd name="T3" fmla="*/ 477 h 45"/>
                <a:gd name="T4" fmla="*/ 0 w 4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5">
                  <a:moveTo>
                    <a:pt x="0" y="8"/>
                  </a:moveTo>
                  <a:cubicBezTo>
                    <a:pt x="1" y="24"/>
                    <a:pt x="35" y="45"/>
                    <a:pt x="43" y="25"/>
                  </a:cubicBezTo>
                  <a:cubicBezTo>
                    <a:pt x="29" y="33"/>
                    <a:pt x="8" y="1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83" name="Freeform 44">
              <a:extLst>
                <a:ext uri="{FF2B5EF4-FFF2-40B4-BE49-F238E27FC236}">
                  <a16:creationId xmlns:a16="http://schemas.microsoft.com/office/drawing/2014/main" id="{2541E22D-13B7-4F22-B423-F6544E51D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667"/>
              <a:ext cx="98" cy="88"/>
            </a:xfrm>
            <a:custGeom>
              <a:avLst/>
              <a:gdLst>
                <a:gd name="T0" fmla="*/ 0 w 39"/>
                <a:gd name="T1" fmla="*/ 35 h 33"/>
                <a:gd name="T2" fmla="*/ 618 w 39"/>
                <a:gd name="T3" fmla="*/ 477 h 33"/>
                <a:gd name="T4" fmla="*/ 63 w 3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3">
                  <a:moveTo>
                    <a:pt x="0" y="2"/>
                  </a:moveTo>
                  <a:cubicBezTo>
                    <a:pt x="7" y="21"/>
                    <a:pt x="19" y="33"/>
                    <a:pt x="39" y="25"/>
                  </a:cubicBezTo>
                  <a:cubicBezTo>
                    <a:pt x="24" y="21"/>
                    <a:pt x="11" y="1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84" name="Freeform 45">
              <a:extLst>
                <a:ext uri="{FF2B5EF4-FFF2-40B4-BE49-F238E27FC236}">
                  <a16:creationId xmlns:a16="http://schemas.microsoft.com/office/drawing/2014/main" id="{84ABCC91-A52D-4529-BA19-263C237C5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893"/>
              <a:ext cx="355" cy="571"/>
            </a:xfrm>
            <a:custGeom>
              <a:avLst/>
              <a:gdLst>
                <a:gd name="T0" fmla="*/ 20 w 142"/>
                <a:gd name="T1" fmla="*/ 4066 h 214"/>
                <a:gd name="T2" fmla="*/ 875 w 142"/>
                <a:gd name="T3" fmla="*/ 1822 h 214"/>
                <a:gd name="T4" fmla="*/ 1345 w 142"/>
                <a:gd name="T5" fmla="*/ 1025 h 214"/>
                <a:gd name="T6" fmla="*/ 2220 w 142"/>
                <a:gd name="T7" fmla="*/ 0 h 214"/>
                <a:gd name="T8" fmla="*/ 1658 w 142"/>
                <a:gd name="T9" fmla="*/ 875 h 214"/>
                <a:gd name="T10" fmla="*/ 1095 w 142"/>
                <a:gd name="T11" fmla="*/ 1673 h 214"/>
                <a:gd name="T12" fmla="*/ 738 w 142"/>
                <a:gd name="T13" fmla="*/ 2449 h 214"/>
                <a:gd name="T14" fmla="*/ 270 w 142"/>
                <a:gd name="T15" fmla="*/ 3189 h 2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214">
                  <a:moveTo>
                    <a:pt x="1" y="214"/>
                  </a:moveTo>
                  <a:cubicBezTo>
                    <a:pt x="0" y="169"/>
                    <a:pt x="37" y="134"/>
                    <a:pt x="56" y="96"/>
                  </a:cubicBezTo>
                  <a:cubicBezTo>
                    <a:pt x="64" y="81"/>
                    <a:pt x="73" y="66"/>
                    <a:pt x="86" y="54"/>
                  </a:cubicBezTo>
                  <a:cubicBezTo>
                    <a:pt x="105" y="37"/>
                    <a:pt x="122" y="16"/>
                    <a:pt x="142" y="0"/>
                  </a:cubicBezTo>
                  <a:cubicBezTo>
                    <a:pt x="136" y="22"/>
                    <a:pt x="119" y="31"/>
                    <a:pt x="106" y="46"/>
                  </a:cubicBezTo>
                  <a:cubicBezTo>
                    <a:pt x="94" y="60"/>
                    <a:pt x="81" y="74"/>
                    <a:pt x="70" y="88"/>
                  </a:cubicBezTo>
                  <a:cubicBezTo>
                    <a:pt x="61" y="101"/>
                    <a:pt x="56" y="116"/>
                    <a:pt x="47" y="129"/>
                  </a:cubicBezTo>
                  <a:cubicBezTo>
                    <a:pt x="36" y="143"/>
                    <a:pt x="28" y="154"/>
                    <a:pt x="17" y="1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85" name="Freeform 46">
              <a:extLst>
                <a:ext uri="{FF2B5EF4-FFF2-40B4-BE49-F238E27FC236}">
                  <a16:creationId xmlns:a16="http://schemas.microsoft.com/office/drawing/2014/main" id="{8D040E1D-A85F-413E-83CF-88D9EA9C0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381"/>
              <a:ext cx="70" cy="75"/>
            </a:xfrm>
            <a:custGeom>
              <a:avLst/>
              <a:gdLst>
                <a:gd name="T0" fmla="*/ 50 w 28"/>
                <a:gd name="T1" fmla="*/ 538 h 28"/>
                <a:gd name="T2" fmla="*/ 438 w 28"/>
                <a:gd name="T3" fmla="*/ 21 h 28"/>
                <a:gd name="T4" fmla="*/ 175 w 28"/>
                <a:gd name="T5" fmla="*/ 36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">
                  <a:moveTo>
                    <a:pt x="3" y="28"/>
                  </a:moveTo>
                  <a:cubicBezTo>
                    <a:pt x="0" y="17"/>
                    <a:pt x="17" y="0"/>
                    <a:pt x="28" y="1"/>
                  </a:cubicBezTo>
                  <a:cubicBezTo>
                    <a:pt x="20" y="6"/>
                    <a:pt x="18" y="15"/>
                    <a:pt x="1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86" name="Freeform 47">
              <a:extLst>
                <a:ext uri="{FF2B5EF4-FFF2-40B4-BE49-F238E27FC236}">
                  <a16:creationId xmlns:a16="http://schemas.microsoft.com/office/drawing/2014/main" id="{B4FCAB3A-5B08-411E-BC63-08216FE1D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205"/>
              <a:ext cx="93" cy="110"/>
            </a:xfrm>
            <a:custGeom>
              <a:avLst/>
              <a:gdLst>
                <a:gd name="T0" fmla="*/ 0 w 37"/>
                <a:gd name="T1" fmla="*/ 791 h 41"/>
                <a:gd name="T2" fmla="*/ 555 w 37"/>
                <a:gd name="T3" fmla="*/ 0 h 41"/>
                <a:gd name="T4" fmla="*/ 176 w 37"/>
                <a:gd name="T5" fmla="*/ 69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1">
                  <a:moveTo>
                    <a:pt x="0" y="41"/>
                  </a:moveTo>
                  <a:cubicBezTo>
                    <a:pt x="15" y="36"/>
                    <a:pt x="30" y="14"/>
                    <a:pt x="35" y="0"/>
                  </a:cubicBezTo>
                  <a:cubicBezTo>
                    <a:pt x="37" y="11"/>
                    <a:pt x="23" y="34"/>
                    <a:pt x="11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87" name="Freeform 48">
              <a:extLst>
                <a:ext uri="{FF2B5EF4-FFF2-40B4-BE49-F238E27FC236}">
                  <a16:creationId xmlns:a16="http://schemas.microsoft.com/office/drawing/2014/main" id="{37E94CC1-37B0-4C55-8E4F-16E44A0A7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003"/>
              <a:ext cx="108" cy="112"/>
            </a:xfrm>
            <a:custGeom>
              <a:avLst/>
              <a:gdLst>
                <a:gd name="T0" fmla="*/ 0 w 43"/>
                <a:gd name="T1" fmla="*/ 797 h 42"/>
                <a:gd name="T2" fmla="*/ 663 w 43"/>
                <a:gd name="T3" fmla="*/ 760 h 42"/>
                <a:gd name="T4" fmla="*/ 334 w 43"/>
                <a:gd name="T5" fmla="*/ 54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0" y="42"/>
                  </a:moveTo>
                  <a:cubicBezTo>
                    <a:pt x="12" y="28"/>
                    <a:pt x="43" y="0"/>
                    <a:pt x="42" y="40"/>
                  </a:cubicBezTo>
                  <a:cubicBezTo>
                    <a:pt x="39" y="32"/>
                    <a:pt x="29" y="22"/>
                    <a:pt x="21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88" name="Freeform 49">
              <a:extLst>
                <a:ext uri="{FF2B5EF4-FFF2-40B4-BE49-F238E27FC236}">
                  <a16:creationId xmlns:a16="http://schemas.microsoft.com/office/drawing/2014/main" id="{E2690193-7B5E-478B-A11C-84E796433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1451"/>
              <a:ext cx="120" cy="128"/>
            </a:xfrm>
            <a:custGeom>
              <a:avLst/>
              <a:gdLst>
                <a:gd name="T0" fmla="*/ 313 w 48"/>
                <a:gd name="T1" fmla="*/ 35 h 48"/>
                <a:gd name="T2" fmla="*/ 0 w 48"/>
                <a:gd name="T3" fmla="*/ 909 h 48"/>
                <a:gd name="T4" fmla="*/ 283 w 48"/>
                <a:gd name="T5" fmla="*/ 248 h 48"/>
                <a:gd name="T6" fmla="*/ 720 w 48"/>
                <a:gd name="T7" fmla="*/ 376 h 48"/>
                <a:gd name="T8" fmla="*/ 458 w 48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20" y="2"/>
                  </a:moveTo>
                  <a:cubicBezTo>
                    <a:pt x="4" y="7"/>
                    <a:pt x="4" y="36"/>
                    <a:pt x="0" y="48"/>
                  </a:cubicBezTo>
                  <a:cubicBezTo>
                    <a:pt x="7" y="37"/>
                    <a:pt x="7" y="20"/>
                    <a:pt x="18" y="13"/>
                  </a:cubicBezTo>
                  <a:cubicBezTo>
                    <a:pt x="29" y="5"/>
                    <a:pt x="37" y="14"/>
                    <a:pt x="46" y="20"/>
                  </a:cubicBezTo>
                  <a:cubicBezTo>
                    <a:pt x="48" y="6"/>
                    <a:pt x="34" y="8"/>
                    <a:pt x="29" y="0"/>
                  </a:cubicBezTo>
                </a:path>
              </a:pathLst>
            </a:custGeom>
            <a:solidFill>
              <a:srgbClr val="EE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89" name="Freeform 50">
              <a:extLst>
                <a:ext uri="{FF2B5EF4-FFF2-40B4-BE49-F238E27FC236}">
                  <a16:creationId xmlns:a16="http://schemas.microsoft.com/office/drawing/2014/main" id="{06ABF172-A3C2-4520-9203-60775B4BF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1027"/>
              <a:ext cx="115" cy="226"/>
            </a:xfrm>
            <a:custGeom>
              <a:avLst/>
              <a:gdLst>
                <a:gd name="T0" fmla="*/ 95 w 46"/>
                <a:gd name="T1" fmla="*/ 750 h 85"/>
                <a:gd name="T2" fmla="*/ 238 w 46"/>
                <a:gd name="T3" fmla="*/ 149 h 85"/>
                <a:gd name="T4" fmla="*/ 720 w 46"/>
                <a:gd name="T5" fmla="*/ 149 h 85"/>
                <a:gd name="T6" fmla="*/ 283 w 46"/>
                <a:gd name="T7" fmla="*/ 396 h 85"/>
                <a:gd name="T8" fmla="*/ 188 w 46"/>
                <a:gd name="T9" fmla="*/ 792 h 85"/>
                <a:gd name="T10" fmla="*/ 0 w 46"/>
                <a:gd name="T11" fmla="*/ 1598 h 85"/>
                <a:gd name="T12" fmla="*/ 113 w 46"/>
                <a:gd name="T13" fmla="*/ 771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85">
                  <a:moveTo>
                    <a:pt x="6" y="40"/>
                  </a:moveTo>
                  <a:cubicBezTo>
                    <a:pt x="5" y="30"/>
                    <a:pt x="7" y="15"/>
                    <a:pt x="15" y="8"/>
                  </a:cubicBezTo>
                  <a:cubicBezTo>
                    <a:pt x="25" y="0"/>
                    <a:pt x="35" y="5"/>
                    <a:pt x="46" y="8"/>
                  </a:cubicBezTo>
                  <a:cubicBezTo>
                    <a:pt x="39" y="6"/>
                    <a:pt x="9" y="10"/>
                    <a:pt x="18" y="21"/>
                  </a:cubicBezTo>
                  <a:cubicBezTo>
                    <a:pt x="10" y="28"/>
                    <a:pt x="12" y="32"/>
                    <a:pt x="12" y="42"/>
                  </a:cubicBezTo>
                  <a:cubicBezTo>
                    <a:pt x="12" y="59"/>
                    <a:pt x="4" y="70"/>
                    <a:pt x="0" y="85"/>
                  </a:cubicBezTo>
                  <a:cubicBezTo>
                    <a:pt x="4" y="71"/>
                    <a:pt x="4" y="56"/>
                    <a:pt x="7" y="41"/>
                  </a:cubicBezTo>
                </a:path>
              </a:pathLst>
            </a:custGeom>
            <a:solidFill>
              <a:srgbClr val="EE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90" name="Freeform 51">
              <a:extLst>
                <a:ext uri="{FF2B5EF4-FFF2-40B4-BE49-F238E27FC236}">
                  <a16:creationId xmlns:a16="http://schemas.microsoft.com/office/drawing/2014/main" id="{8C08B21A-E86F-423E-8E97-44E617C35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088"/>
              <a:ext cx="55" cy="264"/>
            </a:xfrm>
            <a:custGeom>
              <a:avLst/>
              <a:gdLst>
                <a:gd name="T0" fmla="*/ 345 w 22"/>
                <a:gd name="T1" fmla="*/ 0 h 99"/>
                <a:gd name="T2" fmla="*/ 50 w 22"/>
                <a:gd name="T3" fmla="*/ 832 h 99"/>
                <a:gd name="T4" fmla="*/ 158 w 22"/>
                <a:gd name="T5" fmla="*/ 1877 h 99"/>
                <a:gd name="T6" fmla="*/ 158 w 22"/>
                <a:gd name="T7" fmla="*/ 1101 h 99"/>
                <a:gd name="T8" fmla="*/ 238 w 22"/>
                <a:gd name="T9" fmla="*/ 739 h 99"/>
                <a:gd name="T10" fmla="*/ 238 w 22"/>
                <a:gd name="T11" fmla="*/ 397 h 99"/>
                <a:gd name="T12" fmla="*/ 333 w 22"/>
                <a:gd name="T13" fmla="*/ 115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9">
                  <a:moveTo>
                    <a:pt x="22" y="0"/>
                  </a:moveTo>
                  <a:cubicBezTo>
                    <a:pt x="14" y="16"/>
                    <a:pt x="2" y="25"/>
                    <a:pt x="3" y="44"/>
                  </a:cubicBezTo>
                  <a:cubicBezTo>
                    <a:pt x="4" y="58"/>
                    <a:pt x="0" y="88"/>
                    <a:pt x="10" y="99"/>
                  </a:cubicBezTo>
                  <a:cubicBezTo>
                    <a:pt x="12" y="85"/>
                    <a:pt x="8" y="72"/>
                    <a:pt x="10" y="58"/>
                  </a:cubicBezTo>
                  <a:cubicBezTo>
                    <a:pt x="11" y="52"/>
                    <a:pt x="15" y="45"/>
                    <a:pt x="15" y="39"/>
                  </a:cubicBezTo>
                  <a:cubicBezTo>
                    <a:pt x="15" y="32"/>
                    <a:pt x="12" y="29"/>
                    <a:pt x="15" y="21"/>
                  </a:cubicBezTo>
                  <a:cubicBezTo>
                    <a:pt x="17" y="16"/>
                    <a:pt x="19" y="11"/>
                    <a:pt x="21" y="6"/>
                  </a:cubicBezTo>
                </a:path>
              </a:pathLst>
            </a:custGeom>
            <a:solidFill>
              <a:srgbClr val="EE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91" name="Freeform 52">
              <a:extLst>
                <a:ext uri="{FF2B5EF4-FFF2-40B4-BE49-F238E27FC236}">
                  <a16:creationId xmlns:a16="http://schemas.microsoft.com/office/drawing/2014/main" id="{E421B3AA-A91B-44A4-A52A-F5D361952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179"/>
              <a:ext cx="13" cy="48"/>
            </a:xfrm>
            <a:custGeom>
              <a:avLst/>
              <a:gdLst>
                <a:gd name="T0" fmla="*/ 55 w 5"/>
                <a:gd name="T1" fmla="*/ 21 h 18"/>
                <a:gd name="T2" fmla="*/ 55 w 5"/>
                <a:gd name="T3" fmla="*/ 341 h 18"/>
                <a:gd name="T4" fmla="*/ 88 w 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8">
                  <a:moveTo>
                    <a:pt x="3" y="1"/>
                  </a:moveTo>
                  <a:cubicBezTo>
                    <a:pt x="0" y="7"/>
                    <a:pt x="0" y="14"/>
                    <a:pt x="3" y="18"/>
                  </a:cubicBezTo>
                  <a:cubicBezTo>
                    <a:pt x="4" y="13"/>
                    <a:pt x="4" y="6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92" name="Freeform 53">
              <a:extLst>
                <a:ext uri="{FF2B5EF4-FFF2-40B4-BE49-F238E27FC236}">
                  <a16:creationId xmlns:a16="http://schemas.microsoft.com/office/drawing/2014/main" id="{0C84B814-0DA6-47C6-8409-081B18296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053"/>
              <a:ext cx="35" cy="67"/>
            </a:xfrm>
            <a:custGeom>
              <a:avLst/>
              <a:gdLst>
                <a:gd name="T0" fmla="*/ 113 w 14"/>
                <a:gd name="T1" fmla="*/ 115 h 25"/>
                <a:gd name="T2" fmla="*/ 83 w 14"/>
                <a:gd name="T3" fmla="*/ 482 h 25"/>
                <a:gd name="T4" fmla="*/ 145 w 14"/>
                <a:gd name="T5" fmla="*/ 150 h 25"/>
                <a:gd name="T6" fmla="*/ 220 w 14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7" y="6"/>
                  </a:moveTo>
                  <a:cubicBezTo>
                    <a:pt x="2" y="11"/>
                    <a:pt x="0" y="20"/>
                    <a:pt x="5" y="25"/>
                  </a:cubicBezTo>
                  <a:cubicBezTo>
                    <a:pt x="7" y="20"/>
                    <a:pt x="7" y="13"/>
                    <a:pt x="9" y="8"/>
                  </a:cubicBezTo>
                  <a:cubicBezTo>
                    <a:pt x="10" y="5"/>
                    <a:pt x="14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93" name="Freeform 54">
              <a:extLst>
                <a:ext uri="{FF2B5EF4-FFF2-40B4-BE49-F238E27FC236}">
                  <a16:creationId xmlns:a16="http://schemas.microsoft.com/office/drawing/2014/main" id="{A9D8625A-683F-4412-B914-170098393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459"/>
              <a:ext cx="57" cy="32"/>
            </a:xfrm>
            <a:custGeom>
              <a:avLst/>
              <a:gdLst>
                <a:gd name="T0" fmla="*/ 92 w 23"/>
                <a:gd name="T1" fmla="*/ 93 h 12"/>
                <a:gd name="T2" fmla="*/ 12 w 23"/>
                <a:gd name="T3" fmla="*/ 227 h 12"/>
                <a:gd name="T4" fmla="*/ 166 w 2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6" y="5"/>
                  </a:moveTo>
                  <a:cubicBezTo>
                    <a:pt x="2" y="7"/>
                    <a:pt x="0" y="9"/>
                    <a:pt x="1" y="12"/>
                  </a:cubicBezTo>
                  <a:cubicBezTo>
                    <a:pt x="4" y="11"/>
                    <a:pt x="23" y="4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94" name="Freeform 55">
              <a:extLst>
                <a:ext uri="{FF2B5EF4-FFF2-40B4-BE49-F238E27FC236}">
                  <a16:creationId xmlns:a16="http://schemas.microsoft.com/office/drawing/2014/main" id="{746284F8-6BEE-4A9B-B608-0A10D55DC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475"/>
              <a:ext cx="35" cy="29"/>
            </a:xfrm>
            <a:custGeom>
              <a:avLst/>
              <a:gdLst>
                <a:gd name="T0" fmla="*/ 50 w 14"/>
                <a:gd name="T1" fmla="*/ 0 h 11"/>
                <a:gd name="T2" fmla="*/ 0 w 14"/>
                <a:gd name="T3" fmla="*/ 55 h 11"/>
                <a:gd name="T4" fmla="*/ 125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2" y="1"/>
                    <a:pt x="1" y="1"/>
                    <a:pt x="0" y="3"/>
                  </a:cubicBezTo>
                  <a:cubicBezTo>
                    <a:pt x="2" y="11"/>
                    <a:pt x="14" y="6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95" name="Freeform 56">
              <a:extLst>
                <a:ext uri="{FF2B5EF4-FFF2-40B4-BE49-F238E27FC236}">
                  <a16:creationId xmlns:a16="http://schemas.microsoft.com/office/drawing/2014/main" id="{A340892B-036F-42F3-8E43-3C5DF9EB2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131"/>
              <a:ext cx="25" cy="40"/>
            </a:xfrm>
            <a:custGeom>
              <a:avLst/>
              <a:gdLst>
                <a:gd name="T0" fmla="*/ 145 w 10"/>
                <a:gd name="T1" fmla="*/ 0 h 15"/>
                <a:gd name="T2" fmla="*/ 20 w 10"/>
                <a:gd name="T3" fmla="*/ 285 h 15"/>
                <a:gd name="T4" fmla="*/ 158 w 10"/>
                <a:gd name="T5" fmla="*/ 192 h 15"/>
                <a:gd name="T6" fmla="*/ 158 w 10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9" y="0"/>
                  </a:moveTo>
                  <a:cubicBezTo>
                    <a:pt x="3" y="3"/>
                    <a:pt x="0" y="9"/>
                    <a:pt x="1" y="15"/>
                  </a:cubicBezTo>
                  <a:cubicBezTo>
                    <a:pt x="4" y="14"/>
                    <a:pt x="7" y="12"/>
                    <a:pt x="10" y="10"/>
                  </a:cubicBezTo>
                  <a:cubicBezTo>
                    <a:pt x="8" y="7"/>
                    <a:pt x="9" y="5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96" name="Freeform 57">
              <a:extLst>
                <a:ext uri="{FF2B5EF4-FFF2-40B4-BE49-F238E27FC236}">
                  <a16:creationId xmlns:a16="http://schemas.microsoft.com/office/drawing/2014/main" id="{F7B6AC9A-9F58-43BF-AB82-F2FF050C9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136"/>
              <a:ext cx="138" cy="205"/>
            </a:xfrm>
            <a:custGeom>
              <a:avLst/>
              <a:gdLst>
                <a:gd name="T0" fmla="*/ 334 w 55"/>
                <a:gd name="T1" fmla="*/ 192 h 77"/>
                <a:gd name="T2" fmla="*/ 20 w 55"/>
                <a:gd name="T3" fmla="*/ 751 h 77"/>
                <a:gd name="T4" fmla="*/ 396 w 55"/>
                <a:gd name="T5" fmla="*/ 1454 h 77"/>
                <a:gd name="T6" fmla="*/ 221 w 55"/>
                <a:gd name="T7" fmla="*/ 644 h 77"/>
                <a:gd name="T8" fmla="*/ 555 w 55"/>
                <a:gd name="T9" fmla="*/ 282 h 77"/>
                <a:gd name="T10" fmla="*/ 755 w 55"/>
                <a:gd name="T11" fmla="*/ 56 h 77"/>
                <a:gd name="T12" fmla="*/ 346 w 55"/>
                <a:gd name="T13" fmla="*/ 17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77">
                  <a:moveTo>
                    <a:pt x="21" y="10"/>
                  </a:moveTo>
                  <a:cubicBezTo>
                    <a:pt x="10" y="15"/>
                    <a:pt x="0" y="28"/>
                    <a:pt x="1" y="40"/>
                  </a:cubicBezTo>
                  <a:cubicBezTo>
                    <a:pt x="2" y="57"/>
                    <a:pt x="17" y="65"/>
                    <a:pt x="25" y="77"/>
                  </a:cubicBezTo>
                  <a:cubicBezTo>
                    <a:pt x="16" y="63"/>
                    <a:pt x="6" y="52"/>
                    <a:pt x="14" y="34"/>
                  </a:cubicBezTo>
                  <a:cubicBezTo>
                    <a:pt x="19" y="22"/>
                    <a:pt x="24" y="20"/>
                    <a:pt x="35" y="15"/>
                  </a:cubicBezTo>
                  <a:cubicBezTo>
                    <a:pt x="39" y="14"/>
                    <a:pt x="55" y="9"/>
                    <a:pt x="48" y="3"/>
                  </a:cubicBezTo>
                  <a:cubicBezTo>
                    <a:pt x="43" y="0"/>
                    <a:pt x="28" y="10"/>
                    <a:pt x="22" y="9"/>
                  </a:cubicBezTo>
                </a:path>
              </a:pathLst>
            </a:custGeom>
            <a:solidFill>
              <a:srgbClr val="EE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97" name="Freeform 58">
              <a:extLst>
                <a:ext uri="{FF2B5EF4-FFF2-40B4-BE49-F238E27FC236}">
                  <a16:creationId xmlns:a16="http://schemas.microsoft.com/office/drawing/2014/main" id="{4BA18620-A76A-47E7-9813-6F3D699E4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2243"/>
              <a:ext cx="60" cy="416"/>
            </a:xfrm>
            <a:custGeom>
              <a:avLst/>
              <a:gdLst>
                <a:gd name="T0" fmla="*/ 238 w 24"/>
                <a:gd name="T1" fmla="*/ 0 h 156"/>
                <a:gd name="T2" fmla="*/ 250 w 24"/>
                <a:gd name="T3" fmla="*/ 853 h 156"/>
                <a:gd name="T4" fmla="*/ 220 w 24"/>
                <a:gd name="T5" fmla="*/ 1592 h 156"/>
                <a:gd name="T6" fmla="*/ 83 w 24"/>
                <a:gd name="T7" fmla="*/ 2104 h 156"/>
                <a:gd name="T8" fmla="*/ 145 w 24"/>
                <a:gd name="T9" fmla="*/ 2957 h 156"/>
                <a:gd name="T10" fmla="*/ 208 w 24"/>
                <a:gd name="T11" fmla="*/ 2197 h 156"/>
                <a:gd name="T12" fmla="*/ 363 w 24"/>
                <a:gd name="T13" fmla="*/ 1501 h 156"/>
                <a:gd name="T14" fmla="*/ 283 w 24"/>
                <a:gd name="T15" fmla="*/ 248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56">
                  <a:moveTo>
                    <a:pt x="15" y="0"/>
                  </a:moveTo>
                  <a:cubicBezTo>
                    <a:pt x="20" y="15"/>
                    <a:pt x="17" y="30"/>
                    <a:pt x="16" y="45"/>
                  </a:cubicBezTo>
                  <a:cubicBezTo>
                    <a:pt x="15" y="58"/>
                    <a:pt x="16" y="71"/>
                    <a:pt x="14" y="84"/>
                  </a:cubicBezTo>
                  <a:cubicBezTo>
                    <a:pt x="12" y="94"/>
                    <a:pt x="8" y="102"/>
                    <a:pt x="5" y="111"/>
                  </a:cubicBezTo>
                  <a:cubicBezTo>
                    <a:pt x="0" y="126"/>
                    <a:pt x="4" y="141"/>
                    <a:pt x="9" y="156"/>
                  </a:cubicBezTo>
                  <a:cubicBezTo>
                    <a:pt x="9" y="142"/>
                    <a:pt x="7" y="129"/>
                    <a:pt x="13" y="116"/>
                  </a:cubicBezTo>
                  <a:cubicBezTo>
                    <a:pt x="18" y="102"/>
                    <a:pt x="24" y="95"/>
                    <a:pt x="23" y="79"/>
                  </a:cubicBezTo>
                  <a:cubicBezTo>
                    <a:pt x="21" y="57"/>
                    <a:pt x="21" y="35"/>
                    <a:pt x="18" y="13"/>
                  </a:cubicBezTo>
                </a:path>
              </a:pathLst>
            </a:custGeom>
            <a:solidFill>
              <a:srgbClr val="EE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98" name="Freeform 59">
              <a:extLst>
                <a:ext uri="{FF2B5EF4-FFF2-40B4-BE49-F238E27FC236}">
                  <a16:creationId xmlns:a16="http://schemas.microsoft.com/office/drawing/2014/main" id="{FA915792-50BE-4797-9B38-7BE125B4E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51"/>
              <a:ext cx="33" cy="56"/>
            </a:xfrm>
            <a:custGeom>
              <a:avLst/>
              <a:gdLst>
                <a:gd name="T0" fmla="*/ 84 w 13"/>
                <a:gd name="T1" fmla="*/ 0 h 21"/>
                <a:gd name="T2" fmla="*/ 20 w 13"/>
                <a:gd name="T3" fmla="*/ 363 h 21"/>
                <a:gd name="T4" fmla="*/ 96 w 1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5" y="0"/>
                  </a:moveTo>
                  <a:cubicBezTo>
                    <a:pt x="3" y="6"/>
                    <a:pt x="0" y="13"/>
                    <a:pt x="1" y="19"/>
                  </a:cubicBezTo>
                  <a:cubicBezTo>
                    <a:pt x="13" y="21"/>
                    <a:pt x="5" y="6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99" name="Freeform 60">
              <a:extLst>
                <a:ext uri="{FF2B5EF4-FFF2-40B4-BE49-F238E27FC236}">
                  <a16:creationId xmlns:a16="http://schemas.microsoft.com/office/drawing/2014/main" id="{91E92605-B3F2-4828-A5B9-0161AE871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384"/>
              <a:ext cx="15" cy="37"/>
            </a:xfrm>
            <a:custGeom>
              <a:avLst/>
              <a:gdLst>
                <a:gd name="T0" fmla="*/ 33 w 6"/>
                <a:gd name="T1" fmla="*/ 0 h 14"/>
                <a:gd name="T2" fmla="*/ 63 w 6"/>
                <a:gd name="T3" fmla="*/ 259 h 14"/>
                <a:gd name="T4" fmla="*/ 83 w 6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2" y="0"/>
                  </a:moveTo>
                  <a:cubicBezTo>
                    <a:pt x="1" y="5"/>
                    <a:pt x="0" y="10"/>
                    <a:pt x="4" y="14"/>
                  </a:cubicBezTo>
                  <a:cubicBezTo>
                    <a:pt x="6" y="11"/>
                    <a:pt x="6" y="8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00" name="Freeform 61">
              <a:extLst>
                <a:ext uri="{FF2B5EF4-FFF2-40B4-BE49-F238E27FC236}">
                  <a16:creationId xmlns:a16="http://schemas.microsoft.com/office/drawing/2014/main" id="{C05F0D17-89FC-4B8A-A39E-C743728D3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2541"/>
              <a:ext cx="25" cy="75"/>
            </a:xfrm>
            <a:custGeom>
              <a:avLst/>
              <a:gdLst>
                <a:gd name="T0" fmla="*/ 95 w 10"/>
                <a:gd name="T1" fmla="*/ 0 h 28"/>
                <a:gd name="T2" fmla="*/ 95 w 10"/>
                <a:gd name="T3" fmla="*/ 538 h 28"/>
                <a:gd name="T4" fmla="*/ 158 w 10"/>
                <a:gd name="T5" fmla="*/ 2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6" y="0"/>
                  </a:moveTo>
                  <a:cubicBezTo>
                    <a:pt x="0" y="8"/>
                    <a:pt x="0" y="22"/>
                    <a:pt x="6" y="28"/>
                  </a:cubicBezTo>
                  <a:cubicBezTo>
                    <a:pt x="6" y="20"/>
                    <a:pt x="4" y="9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01" name="Freeform 62">
              <a:extLst>
                <a:ext uri="{FF2B5EF4-FFF2-40B4-BE49-F238E27FC236}">
                  <a16:creationId xmlns:a16="http://schemas.microsoft.com/office/drawing/2014/main" id="{2A865445-30D1-419F-95BA-639B51839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168"/>
              <a:ext cx="73" cy="99"/>
            </a:xfrm>
            <a:custGeom>
              <a:avLst/>
              <a:gdLst>
                <a:gd name="T0" fmla="*/ 272 w 29"/>
                <a:gd name="T1" fmla="*/ 115 h 37"/>
                <a:gd name="T2" fmla="*/ 176 w 29"/>
                <a:gd name="T3" fmla="*/ 709 h 37"/>
                <a:gd name="T4" fmla="*/ 463 w 29"/>
                <a:gd name="T5" fmla="*/ 21 h 37"/>
                <a:gd name="T6" fmla="*/ 380 w 29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7">
                  <a:moveTo>
                    <a:pt x="17" y="6"/>
                  </a:moveTo>
                  <a:cubicBezTo>
                    <a:pt x="6" y="10"/>
                    <a:pt x="0" y="30"/>
                    <a:pt x="11" y="37"/>
                  </a:cubicBezTo>
                  <a:cubicBezTo>
                    <a:pt x="12" y="20"/>
                    <a:pt x="16" y="12"/>
                    <a:pt x="29" y="1"/>
                  </a:cubicBezTo>
                  <a:cubicBezTo>
                    <a:pt x="27" y="0"/>
                    <a:pt x="26" y="1"/>
                    <a:pt x="2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02" name="Freeform 63">
              <a:extLst>
                <a:ext uri="{FF2B5EF4-FFF2-40B4-BE49-F238E27FC236}">
                  <a16:creationId xmlns:a16="http://schemas.microsoft.com/office/drawing/2014/main" id="{E088D727-6DA2-4B1F-AAD8-44C08634C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152"/>
              <a:ext cx="28" cy="21"/>
            </a:xfrm>
            <a:custGeom>
              <a:avLst/>
              <a:gdLst>
                <a:gd name="T0" fmla="*/ 150 w 11"/>
                <a:gd name="T1" fmla="*/ 0 h 8"/>
                <a:gd name="T2" fmla="*/ 0 w 11"/>
                <a:gd name="T3" fmla="*/ 144 h 8"/>
                <a:gd name="T4" fmla="*/ 181 w 11"/>
                <a:gd name="T5" fmla="*/ 55 h 8"/>
                <a:gd name="T6" fmla="*/ 150 w 11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9" y="0"/>
                  </a:moveTo>
                  <a:cubicBezTo>
                    <a:pt x="5" y="1"/>
                    <a:pt x="1" y="4"/>
                    <a:pt x="0" y="8"/>
                  </a:cubicBezTo>
                  <a:cubicBezTo>
                    <a:pt x="4" y="8"/>
                    <a:pt x="8" y="6"/>
                    <a:pt x="11" y="3"/>
                  </a:cubicBezTo>
                  <a:cubicBezTo>
                    <a:pt x="11" y="2"/>
                    <a:pt x="10" y="3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03" name="Freeform 64">
              <a:extLst>
                <a:ext uri="{FF2B5EF4-FFF2-40B4-BE49-F238E27FC236}">
                  <a16:creationId xmlns:a16="http://schemas.microsoft.com/office/drawing/2014/main" id="{F331206E-FC44-4601-9C07-7A5CDE96D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616"/>
              <a:ext cx="98" cy="296"/>
            </a:xfrm>
            <a:custGeom>
              <a:avLst/>
              <a:gdLst>
                <a:gd name="T0" fmla="*/ 442 w 39"/>
                <a:gd name="T1" fmla="*/ 56 h 111"/>
                <a:gd name="T2" fmla="*/ 0 w 39"/>
                <a:gd name="T3" fmla="*/ 2104 h 111"/>
                <a:gd name="T4" fmla="*/ 397 w 39"/>
                <a:gd name="T5" fmla="*/ 1707 h 111"/>
                <a:gd name="T6" fmla="*/ 555 w 39"/>
                <a:gd name="T7" fmla="*/ 1080 h 111"/>
                <a:gd name="T8" fmla="*/ 588 w 39"/>
                <a:gd name="T9" fmla="*/ 491 h 111"/>
                <a:gd name="T10" fmla="*/ 442 w 39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11">
                  <a:moveTo>
                    <a:pt x="28" y="3"/>
                  </a:moveTo>
                  <a:cubicBezTo>
                    <a:pt x="30" y="36"/>
                    <a:pt x="23" y="85"/>
                    <a:pt x="0" y="111"/>
                  </a:cubicBezTo>
                  <a:cubicBezTo>
                    <a:pt x="8" y="105"/>
                    <a:pt x="20" y="100"/>
                    <a:pt x="25" y="90"/>
                  </a:cubicBezTo>
                  <a:cubicBezTo>
                    <a:pt x="30" y="82"/>
                    <a:pt x="33" y="67"/>
                    <a:pt x="35" y="57"/>
                  </a:cubicBezTo>
                  <a:cubicBezTo>
                    <a:pt x="37" y="47"/>
                    <a:pt x="39" y="37"/>
                    <a:pt x="37" y="26"/>
                  </a:cubicBezTo>
                  <a:cubicBezTo>
                    <a:pt x="36" y="19"/>
                    <a:pt x="30" y="8"/>
                    <a:pt x="28" y="0"/>
                  </a:cubicBezTo>
                </a:path>
              </a:pathLst>
            </a:custGeom>
            <a:solidFill>
              <a:srgbClr val="EE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04" name="Freeform 65">
              <a:extLst>
                <a:ext uri="{FF2B5EF4-FFF2-40B4-BE49-F238E27FC236}">
                  <a16:creationId xmlns:a16="http://schemas.microsoft.com/office/drawing/2014/main" id="{587654B7-6D3F-4F9B-9F78-3CEEC2203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720"/>
              <a:ext cx="28" cy="88"/>
            </a:xfrm>
            <a:custGeom>
              <a:avLst/>
              <a:gdLst>
                <a:gd name="T0" fmla="*/ 84 w 11"/>
                <a:gd name="T1" fmla="*/ 0 h 33"/>
                <a:gd name="T2" fmla="*/ 0 w 11"/>
                <a:gd name="T3" fmla="*/ 627 h 33"/>
                <a:gd name="T4" fmla="*/ 130 w 11"/>
                <a:gd name="T5" fmla="*/ 17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3">
                  <a:moveTo>
                    <a:pt x="5" y="0"/>
                  </a:moveTo>
                  <a:cubicBezTo>
                    <a:pt x="5" y="12"/>
                    <a:pt x="0" y="22"/>
                    <a:pt x="0" y="33"/>
                  </a:cubicBezTo>
                  <a:cubicBezTo>
                    <a:pt x="11" y="27"/>
                    <a:pt x="2" y="13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05" name="Freeform 66">
              <a:extLst>
                <a:ext uri="{FF2B5EF4-FFF2-40B4-BE49-F238E27FC236}">
                  <a16:creationId xmlns:a16="http://schemas.microsoft.com/office/drawing/2014/main" id="{D24DAB75-09DA-4F7A-A871-98E183067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701"/>
              <a:ext cx="13" cy="19"/>
            </a:xfrm>
            <a:custGeom>
              <a:avLst/>
              <a:gdLst>
                <a:gd name="T0" fmla="*/ 0 w 5"/>
                <a:gd name="T1" fmla="*/ 38 h 7"/>
                <a:gd name="T2" fmla="*/ 55 w 5"/>
                <a:gd name="T3" fmla="*/ 141 h 7"/>
                <a:gd name="T4" fmla="*/ 34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1" y="5"/>
                    <a:pt x="0" y="7"/>
                    <a:pt x="3" y="7"/>
                  </a:cubicBezTo>
                  <a:cubicBezTo>
                    <a:pt x="5" y="5"/>
                    <a:pt x="4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06" name="Freeform 67">
              <a:extLst>
                <a:ext uri="{FF2B5EF4-FFF2-40B4-BE49-F238E27FC236}">
                  <a16:creationId xmlns:a16="http://schemas.microsoft.com/office/drawing/2014/main" id="{27C0C2C6-2336-41A0-991C-A8F983BF9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837"/>
              <a:ext cx="25" cy="38"/>
            </a:xfrm>
            <a:custGeom>
              <a:avLst/>
              <a:gdLst>
                <a:gd name="T0" fmla="*/ 113 w 10"/>
                <a:gd name="T1" fmla="*/ 0 h 14"/>
                <a:gd name="T2" fmla="*/ 0 w 10"/>
                <a:gd name="T3" fmla="*/ 280 h 14"/>
                <a:gd name="T4" fmla="*/ 145 w 10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7" y="0"/>
                  </a:moveTo>
                  <a:cubicBezTo>
                    <a:pt x="4" y="4"/>
                    <a:pt x="0" y="9"/>
                    <a:pt x="0" y="14"/>
                  </a:cubicBezTo>
                  <a:cubicBezTo>
                    <a:pt x="5" y="14"/>
                    <a:pt x="10" y="9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07" name="Freeform 68">
              <a:extLst>
                <a:ext uri="{FF2B5EF4-FFF2-40B4-BE49-F238E27FC236}">
                  <a16:creationId xmlns:a16="http://schemas.microsoft.com/office/drawing/2014/main" id="{8698B3A8-F6DF-4A1A-9E7C-16D0257A3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835"/>
              <a:ext cx="160" cy="66"/>
            </a:xfrm>
            <a:custGeom>
              <a:avLst/>
              <a:gdLst>
                <a:gd name="T0" fmla="*/ 0 w 64"/>
                <a:gd name="T1" fmla="*/ 0 h 25"/>
                <a:gd name="T2" fmla="*/ 1000 w 64"/>
                <a:gd name="T3" fmla="*/ 459 h 25"/>
                <a:gd name="T4" fmla="*/ 925 w 64"/>
                <a:gd name="T5" fmla="*/ 259 h 25"/>
                <a:gd name="T6" fmla="*/ 800 w 64"/>
                <a:gd name="T7" fmla="*/ 145 h 25"/>
                <a:gd name="T8" fmla="*/ 408 w 64"/>
                <a:gd name="T9" fmla="*/ 111 h 25"/>
                <a:gd name="T10" fmla="*/ 63 w 64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5">
                  <a:moveTo>
                    <a:pt x="0" y="0"/>
                  </a:moveTo>
                  <a:cubicBezTo>
                    <a:pt x="8" y="21"/>
                    <a:pt x="46" y="21"/>
                    <a:pt x="64" y="25"/>
                  </a:cubicBezTo>
                  <a:cubicBezTo>
                    <a:pt x="59" y="23"/>
                    <a:pt x="61" y="18"/>
                    <a:pt x="59" y="14"/>
                  </a:cubicBezTo>
                  <a:cubicBezTo>
                    <a:pt x="56" y="9"/>
                    <a:pt x="58" y="10"/>
                    <a:pt x="51" y="8"/>
                  </a:cubicBezTo>
                  <a:cubicBezTo>
                    <a:pt x="43" y="6"/>
                    <a:pt x="34" y="7"/>
                    <a:pt x="26" y="6"/>
                  </a:cubicBezTo>
                  <a:cubicBezTo>
                    <a:pt x="19" y="5"/>
                    <a:pt x="12" y="1"/>
                    <a:pt x="4" y="0"/>
                  </a:cubicBezTo>
                </a:path>
              </a:pathLst>
            </a:custGeom>
            <a:solidFill>
              <a:srgbClr val="E0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08" name="Freeform 69">
              <a:extLst>
                <a:ext uri="{FF2B5EF4-FFF2-40B4-BE49-F238E27FC236}">
                  <a16:creationId xmlns:a16="http://schemas.microsoft.com/office/drawing/2014/main" id="{1BC5D3A3-C422-42AD-B351-152EDA339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1661"/>
              <a:ext cx="490" cy="72"/>
            </a:xfrm>
            <a:custGeom>
              <a:avLst/>
              <a:gdLst>
                <a:gd name="T0" fmla="*/ 3063 w 196"/>
                <a:gd name="T1" fmla="*/ 0 h 27"/>
                <a:gd name="T2" fmla="*/ 1533 w 196"/>
                <a:gd name="T3" fmla="*/ 512 h 27"/>
                <a:gd name="T4" fmla="*/ 1533 w 196"/>
                <a:gd name="T5" fmla="*/ 512 h 27"/>
                <a:gd name="T6" fmla="*/ 0 w 19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6" h="27">
                  <a:moveTo>
                    <a:pt x="196" y="0"/>
                  </a:moveTo>
                  <a:cubicBezTo>
                    <a:pt x="170" y="24"/>
                    <a:pt x="138" y="27"/>
                    <a:pt x="98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61" y="27"/>
                    <a:pt x="29" y="2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09" name="Freeform 70">
              <a:extLst>
                <a:ext uri="{FF2B5EF4-FFF2-40B4-BE49-F238E27FC236}">
                  <a16:creationId xmlns:a16="http://schemas.microsoft.com/office/drawing/2014/main" id="{D87DBDE2-832E-477F-B4EB-0389462CB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765"/>
              <a:ext cx="183" cy="107"/>
            </a:xfrm>
            <a:custGeom>
              <a:avLst/>
              <a:gdLst>
                <a:gd name="T0" fmla="*/ 125 w 73"/>
                <a:gd name="T1" fmla="*/ 559 h 40"/>
                <a:gd name="T2" fmla="*/ 409 w 73"/>
                <a:gd name="T3" fmla="*/ 457 h 40"/>
                <a:gd name="T4" fmla="*/ 930 w 73"/>
                <a:gd name="T5" fmla="*/ 321 h 40"/>
                <a:gd name="T6" fmla="*/ 1068 w 73"/>
                <a:gd name="T7" fmla="*/ 538 h 40"/>
                <a:gd name="T8" fmla="*/ 835 w 73"/>
                <a:gd name="T9" fmla="*/ 629 h 40"/>
                <a:gd name="T10" fmla="*/ 597 w 73"/>
                <a:gd name="T11" fmla="*/ 730 h 40"/>
                <a:gd name="T12" fmla="*/ 208 w 73"/>
                <a:gd name="T13" fmla="*/ 730 h 40"/>
                <a:gd name="T14" fmla="*/ 125 w 73"/>
                <a:gd name="T15" fmla="*/ 559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8" y="29"/>
                  </a:moveTo>
                  <a:cubicBezTo>
                    <a:pt x="14" y="26"/>
                    <a:pt x="20" y="29"/>
                    <a:pt x="26" y="24"/>
                  </a:cubicBezTo>
                  <a:cubicBezTo>
                    <a:pt x="34" y="18"/>
                    <a:pt x="53" y="0"/>
                    <a:pt x="59" y="17"/>
                  </a:cubicBezTo>
                  <a:cubicBezTo>
                    <a:pt x="61" y="23"/>
                    <a:pt x="65" y="23"/>
                    <a:pt x="68" y="28"/>
                  </a:cubicBezTo>
                  <a:cubicBezTo>
                    <a:pt x="73" y="34"/>
                    <a:pt x="56" y="34"/>
                    <a:pt x="53" y="33"/>
                  </a:cubicBezTo>
                  <a:cubicBezTo>
                    <a:pt x="49" y="32"/>
                    <a:pt x="44" y="37"/>
                    <a:pt x="38" y="38"/>
                  </a:cubicBezTo>
                  <a:cubicBezTo>
                    <a:pt x="29" y="40"/>
                    <a:pt x="20" y="39"/>
                    <a:pt x="13" y="38"/>
                  </a:cubicBezTo>
                  <a:cubicBezTo>
                    <a:pt x="10" y="37"/>
                    <a:pt x="0" y="33"/>
                    <a:pt x="8" y="2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10" name="Freeform 71">
              <a:extLst>
                <a:ext uri="{FF2B5EF4-FFF2-40B4-BE49-F238E27FC236}">
                  <a16:creationId xmlns:a16="http://schemas.microsoft.com/office/drawing/2014/main" id="{A7F21A74-58A3-4010-998E-CED523B2A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805"/>
              <a:ext cx="73" cy="102"/>
            </a:xfrm>
            <a:custGeom>
              <a:avLst/>
              <a:gdLst>
                <a:gd name="T0" fmla="*/ 20 w 29"/>
                <a:gd name="T1" fmla="*/ 676 h 38"/>
                <a:gd name="T2" fmla="*/ 176 w 29"/>
                <a:gd name="T3" fmla="*/ 346 h 38"/>
                <a:gd name="T4" fmla="*/ 380 w 29"/>
                <a:gd name="T5" fmla="*/ 137 h 38"/>
                <a:gd name="T6" fmla="*/ 284 w 29"/>
                <a:gd name="T7" fmla="*/ 483 h 38"/>
                <a:gd name="T8" fmla="*/ 50 w 29"/>
                <a:gd name="T9" fmla="*/ 735 h 38"/>
                <a:gd name="T10" fmla="*/ 20 w 29"/>
                <a:gd name="T11" fmla="*/ 67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8">
                  <a:moveTo>
                    <a:pt x="1" y="35"/>
                  </a:moveTo>
                  <a:cubicBezTo>
                    <a:pt x="5" y="31"/>
                    <a:pt x="10" y="24"/>
                    <a:pt x="11" y="18"/>
                  </a:cubicBezTo>
                  <a:cubicBezTo>
                    <a:pt x="12" y="11"/>
                    <a:pt x="19" y="0"/>
                    <a:pt x="24" y="7"/>
                  </a:cubicBezTo>
                  <a:cubicBezTo>
                    <a:pt x="29" y="14"/>
                    <a:pt x="23" y="19"/>
                    <a:pt x="18" y="25"/>
                  </a:cubicBezTo>
                  <a:cubicBezTo>
                    <a:pt x="14" y="30"/>
                    <a:pt x="9" y="36"/>
                    <a:pt x="3" y="38"/>
                  </a:cubicBezTo>
                  <a:cubicBezTo>
                    <a:pt x="2" y="38"/>
                    <a:pt x="0" y="37"/>
                    <a:pt x="1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11" name="Freeform 72">
              <a:extLst>
                <a:ext uri="{FF2B5EF4-FFF2-40B4-BE49-F238E27FC236}">
                  <a16:creationId xmlns:a16="http://schemas.microsoft.com/office/drawing/2014/main" id="{B1194DAF-E263-45F4-AD53-D905932FF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981"/>
              <a:ext cx="2467" cy="2211"/>
            </a:xfrm>
            <a:custGeom>
              <a:avLst/>
              <a:gdLst>
                <a:gd name="T0" fmla="*/ 7696 w 987"/>
                <a:gd name="T1" fmla="*/ 4459 h 829"/>
                <a:gd name="T2" fmla="*/ 7496 w 987"/>
                <a:gd name="T3" fmla="*/ 3323 h 829"/>
                <a:gd name="T4" fmla="*/ 7309 w 987"/>
                <a:gd name="T5" fmla="*/ 648 h 829"/>
                <a:gd name="T6" fmla="*/ 5666 w 987"/>
                <a:gd name="T7" fmla="*/ 1878 h 829"/>
                <a:gd name="T8" fmla="*/ 4499 w 987"/>
                <a:gd name="T9" fmla="*/ 1160 h 829"/>
                <a:gd name="T10" fmla="*/ 2762 w 987"/>
                <a:gd name="T11" fmla="*/ 2787 h 829"/>
                <a:gd name="T12" fmla="*/ 2699 w 987"/>
                <a:gd name="T13" fmla="*/ 4267 h 829"/>
                <a:gd name="T14" fmla="*/ 1950 w 987"/>
                <a:gd name="T15" fmla="*/ 3166 h 829"/>
                <a:gd name="T16" fmla="*/ 1105 w 987"/>
                <a:gd name="T17" fmla="*/ 4838 h 829"/>
                <a:gd name="T18" fmla="*/ 480 w 987"/>
                <a:gd name="T19" fmla="*/ 7532 h 829"/>
                <a:gd name="T20" fmla="*/ 1342 w 987"/>
                <a:gd name="T21" fmla="*/ 8329 h 829"/>
                <a:gd name="T22" fmla="*/ 542 w 987"/>
                <a:gd name="T23" fmla="*/ 10570 h 829"/>
                <a:gd name="T24" fmla="*/ 2624 w 987"/>
                <a:gd name="T25" fmla="*/ 8329 h 829"/>
                <a:gd name="T26" fmla="*/ 3104 w 987"/>
                <a:gd name="T27" fmla="*/ 10436 h 829"/>
                <a:gd name="T28" fmla="*/ 2450 w 987"/>
                <a:gd name="T29" fmla="*/ 10970 h 829"/>
                <a:gd name="T30" fmla="*/ 687 w 987"/>
                <a:gd name="T31" fmla="*/ 12506 h 829"/>
                <a:gd name="T32" fmla="*/ 1950 w 987"/>
                <a:gd name="T33" fmla="*/ 14474 h 829"/>
                <a:gd name="T34" fmla="*/ 3529 w 987"/>
                <a:gd name="T35" fmla="*/ 14781 h 829"/>
                <a:gd name="T36" fmla="*/ 5841 w 987"/>
                <a:gd name="T37" fmla="*/ 14282 h 829"/>
                <a:gd name="T38" fmla="*/ 4667 w 987"/>
                <a:gd name="T39" fmla="*/ 12789 h 829"/>
                <a:gd name="T40" fmla="*/ 6246 w 987"/>
                <a:gd name="T41" fmla="*/ 12767 h 829"/>
                <a:gd name="T42" fmla="*/ 7196 w 987"/>
                <a:gd name="T43" fmla="*/ 12733 h 829"/>
                <a:gd name="T44" fmla="*/ 7821 w 987"/>
                <a:gd name="T45" fmla="*/ 12084 h 829"/>
                <a:gd name="T46" fmla="*/ 9091 w 987"/>
                <a:gd name="T47" fmla="*/ 12221 h 829"/>
                <a:gd name="T48" fmla="*/ 10383 w 987"/>
                <a:gd name="T49" fmla="*/ 12826 h 829"/>
                <a:gd name="T50" fmla="*/ 10465 w 987"/>
                <a:gd name="T51" fmla="*/ 13087 h 829"/>
                <a:gd name="T52" fmla="*/ 10995 w 987"/>
                <a:gd name="T53" fmla="*/ 15613 h 829"/>
                <a:gd name="T54" fmla="*/ 12995 w 987"/>
                <a:gd name="T55" fmla="*/ 15138 h 829"/>
                <a:gd name="T56" fmla="*/ 14245 w 987"/>
                <a:gd name="T57" fmla="*/ 14226 h 829"/>
                <a:gd name="T58" fmla="*/ 14632 w 987"/>
                <a:gd name="T59" fmla="*/ 11060 h 829"/>
                <a:gd name="T60" fmla="*/ 12945 w 987"/>
                <a:gd name="T61" fmla="*/ 12165 h 829"/>
                <a:gd name="T62" fmla="*/ 13212 w 987"/>
                <a:gd name="T63" fmla="*/ 10778 h 829"/>
                <a:gd name="T64" fmla="*/ 12945 w 987"/>
                <a:gd name="T65" fmla="*/ 8807 h 829"/>
                <a:gd name="T66" fmla="*/ 13850 w 987"/>
                <a:gd name="T67" fmla="*/ 9391 h 829"/>
                <a:gd name="T68" fmla="*/ 14787 w 987"/>
                <a:gd name="T69" fmla="*/ 10356 h 829"/>
                <a:gd name="T70" fmla="*/ 15182 w 987"/>
                <a:gd name="T71" fmla="*/ 7932 h 829"/>
                <a:gd name="T72" fmla="*/ 14757 w 987"/>
                <a:gd name="T73" fmla="*/ 6281 h 829"/>
                <a:gd name="T74" fmla="*/ 14057 w 987"/>
                <a:gd name="T75" fmla="*/ 5577 h 829"/>
                <a:gd name="T76" fmla="*/ 13662 w 987"/>
                <a:gd name="T77" fmla="*/ 4289 h 829"/>
                <a:gd name="T78" fmla="*/ 13382 w 987"/>
                <a:gd name="T79" fmla="*/ 2595 h 829"/>
                <a:gd name="T80" fmla="*/ 12028 w 987"/>
                <a:gd name="T81" fmla="*/ 1742 h 829"/>
                <a:gd name="T82" fmla="*/ 10278 w 987"/>
                <a:gd name="T83" fmla="*/ 1856 h 829"/>
                <a:gd name="T84" fmla="*/ 8571 w 987"/>
                <a:gd name="T85" fmla="*/ 648 h 829"/>
                <a:gd name="T86" fmla="*/ 8196 w 987"/>
                <a:gd name="T87" fmla="*/ 2254 h 829"/>
                <a:gd name="T88" fmla="*/ 8508 w 987"/>
                <a:gd name="T89" fmla="*/ 3414 h 829"/>
                <a:gd name="T90" fmla="*/ 8153 w 987"/>
                <a:gd name="T91" fmla="*/ 5350 h 829"/>
                <a:gd name="T92" fmla="*/ 7853 w 987"/>
                <a:gd name="T93" fmla="*/ 5350 h 829"/>
                <a:gd name="T94" fmla="*/ 7478 w 987"/>
                <a:gd name="T95" fmla="*/ 5329 h 82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987" h="829">
                  <a:moveTo>
                    <a:pt x="480" y="281"/>
                  </a:moveTo>
                  <a:cubicBezTo>
                    <a:pt x="480" y="281"/>
                    <a:pt x="500" y="279"/>
                    <a:pt x="493" y="235"/>
                  </a:cubicBezTo>
                  <a:cubicBezTo>
                    <a:pt x="489" y="206"/>
                    <a:pt x="455" y="227"/>
                    <a:pt x="451" y="205"/>
                  </a:cubicBezTo>
                  <a:cubicBezTo>
                    <a:pt x="447" y="182"/>
                    <a:pt x="475" y="186"/>
                    <a:pt x="480" y="175"/>
                  </a:cubicBezTo>
                  <a:cubicBezTo>
                    <a:pt x="487" y="164"/>
                    <a:pt x="471" y="142"/>
                    <a:pt x="473" y="125"/>
                  </a:cubicBezTo>
                  <a:cubicBezTo>
                    <a:pt x="480" y="81"/>
                    <a:pt x="505" y="66"/>
                    <a:pt x="468" y="34"/>
                  </a:cubicBezTo>
                  <a:cubicBezTo>
                    <a:pt x="445" y="14"/>
                    <a:pt x="382" y="0"/>
                    <a:pt x="372" y="30"/>
                  </a:cubicBezTo>
                  <a:cubicBezTo>
                    <a:pt x="364" y="46"/>
                    <a:pt x="366" y="83"/>
                    <a:pt x="363" y="99"/>
                  </a:cubicBezTo>
                  <a:cubicBezTo>
                    <a:pt x="358" y="121"/>
                    <a:pt x="352" y="143"/>
                    <a:pt x="339" y="111"/>
                  </a:cubicBezTo>
                  <a:cubicBezTo>
                    <a:pt x="331" y="92"/>
                    <a:pt x="309" y="65"/>
                    <a:pt x="288" y="61"/>
                  </a:cubicBezTo>
                  <a:cubicBezTo>
                    <a:pt x="272" y="58"/>
                    <a:pt x="236" y="96"/>
                    <a:pt x="223" y="99"/>
                  </a:cubicBezTo>
                  <a:cubicBezTo>
                    <a:pt x="205" y="104"/>
                    <a:pt x="166" y="127"/>
                    <a:pt x="177" y="147"/>
                  </a:cubicBezTo>
                  <a:cubicBezTo>
                    <a:pt x="189" y="169"/>
                    <a:pt x="219" y="168"/>
                    <a:pt x="211" y="202"/>
                  </a:cubicBezTo>
                  <a:cubicBezTo>
                    <a:pt x="207" y="215"/>
                    <a:pt x="195" y="235"/>
                    <a:pt x="173" y="225"/>
                  </a:cubicBezTo>
                  <a:cubicBezTo>
                    <a:pt x="165" y="221"/>
                    <a:pt x="160" y="199"/>
                    <a:pt x="155" y="191"/>
                  </a:cubicBezTo>
                  <a:cubicBezTo>
                    <a:pt x="150" y="184"/>
                    <a:pt x="135" y="169"/>
                    <a:pt x="125" y="167"/>
                  </a:cubicBezTo>
                  <a:cubicBezTo>
                    <a:pt x="103" y="164"/>
                    <a:pt x="89" y="200"/>
                    <a:pt x="85" y="217"/>
                  </a:cubicBezTo>
                  <a:cubicBezTo>
                    <a:pt x="82" y="229"/>
                    <a:pt x="80" y="246"/>
                    <a:pt x="71" y="255"/>
                  </a:cubicBezTo>
                  <a:cubicBezTo>
                    <a:pt x="64" y="262"/>
                    <a:pt x="49" y="287"/>
                    <a:pt x="44" y="294"/>
                  </a:cubicBezTo>
                  <a:cubicBezTo>
                    <a:pt x="24" y="322"/>
                    <a:pt x="25" y="363"/>
                    <a:pt x="31" y="397"/>
                  </a:cubicBezTo>
                  <a:cubicBezTo>
                    <a:pt x="34" y="414"/>
                    <a:pt x="45" y="420"/>
                    <a:pt x="60" y="426"/>
                  </a:cubicBezTo>
                  <a:cubicBezTo>
                    <a:pt x="73" y="431"/>
                    <a:pt x="87" y="423"/>
                    <a:pt x="86" y="439"/>
                  </a:cubicBezTo>
                  <a:cubicBezTo>
                    <a:pt x="85" y="471"/>
                    <a:pt x="47" y="450"/>
                    <a:pt x="28" y="454"/>
                  </a:cubicBezTo>
                  <a:cubicBezTo>
                    <a:pt x="0" y="460"/>
                    <a:pt x="11" y="550"/>
                    <a:pt x="35" y="557"/>
                  </a:cubicBezTo>
                  <a:cubicBezTo>
                    <a:pt x="53" y="563"/>
                    <a:pt x="98" y="550"/>
                    <a:pt x="119" y="546"/>
                  </a:cubicBezTo>
                  <a:cubicBezTo>
                    <a:pt x="181" y="527"/>
                    <a:pt x="140" y="479"/>
                    <a:pt x="168" y="439"/>
                  </a:cubicBezTo>
                  <a:cubicBezTo>
                    <a:pt x="186" y="413"/>
                    <a:pt x="196" y="445"/>
                    <a:pt x="200" y="455"/>
                  </a:cubicBezTo>
                  <a:cubicBezTo>
                    <a:pt x="204" y="468"/>
                    <a:pt x="203" y="530"/>
                    <a:pt x="199" y="550"/>
                  </a:cubicBezTo>
                  <a:cubicBezTo>
                    <a:pt x="189" y="589"/>
                    <a:pt x="185" y="578"/>
                    <a:pt x="192" y="617"/>
                  </a:cubicBezTo>
                  <a:cubicBezTo>
                    <a:pt x="199" y="653"/>
                    <a:pt x="175" y="605"/>
                    <a:pt x="157" y="578"/>
                  </a:cubicBezTo>
                  <a:cubicBezTo>
                    <a:pt x="132" y="540"/>
                    <a:pt x="97" y="569"/>
                    <a:pt x="56" y="573"/>
                  </a:cubicBezTo>
                  <a:cubicBezTo>
                    <a:pt x="23" y="579"/>
                    <a:pt x="42" y="631"/>
                    <a:pt x="44" y="659"/>
                  </a:cubicBezTo>
                  <a:cubicBezTo>
                    <a:pt x="46" y="687"/>
                    <a:pt x="65" y="736"/>
                    <a:pt x="89" y="750"/>
                  </a:cubicBezTo>
                  <a:cubicBezTo>
                    <a:pt x="113" y="764"/>
                    <a:pt x="111" y="747"/>
                    <a:pt x="125" y="763"/>
                  </a:cubicBezTo>
                  <a:cubicBezTo>
                    <a:pt x="139" y="779"/>
                    <a:pt x="112" y="811"/>
                    <a:pt x="164" y="811"/>
                  </a:cubicBezTo>
                  <a:cubicBezTo>
                    <a:pt x="216" y="811"/>
                    <a:pt x="188" y="779"/>
                    <a:pt x="226" y="779"/>
                  </a:cubicBezTo>
                  <a:cubicBezTo>
                    <a:pt x="264" y="779"/>
                    <a:pt x="250" y="829"/>
                    <a:pt x="298" y="823"/>
                  </a:cubicBezTo>
                  <a:cubicBezTo>
                    <a:pt x="346" y="817"/>
                    <a:pt x="364" y="791"/>
                    <a:pt x="374" y="753"/>
                  </a:cubicBezTo>
                  <a:cubicBezTo>
                    <a:pt x="384" y="715"/>
                    <a:pt x="376" y="687"/>
                    <a:pt x="344" y="687"/>
                  </a:cubicBezTo>
                  <a:cubicBezTo>
                    <a:pt x="320" y="683"/>
                    <a:pt x="299" y="681"/>
                    <a:pt x="299" y="674"/>
                  </a:cubicBezTo>
                  <a:cubicBezTo>
                    <a:pt x="299" y="668"/>
                    <a:pt x="321" y="679"/>
                    <a:pt x="337" y="676"/>
                  </a:cubicBezTo>
                  <a:cubicBezTo>
                    <a:pt x="363" y="672"/>
                    <a:pt x="380" y="681"/>
                    <a:pt x="400" y="673"/>
                  </a:cubicBezTo>
                  <a:cubicBezTo>
                    <a:pt x="420" y="665"/>
                    <a:pt x="417" y="642"/>
                    <a:pt x="420" y="644"/>
                  </a:cubicBezTo>
                  <a:cubicBezTo>
                    <a:pt x="424" y="656"/>
                    <a:pt x="430" y="672"/>
                    <a:pt x="461" y="671"/>
                  </a:cubicBezTo>
                  <a:cubicBezTo>
                    <a:pt x="477" y="671"/>
                    <a:pt x="493" y="664"/>
                    <a:pt x="501" y="637"/>
                  </a:cubicBezTo>
                  <a:cubicBezTo>
                    <a:pt x="501" y="637"/>
                    <a:pt x="501" y="637"/>
                    <a:pt x="501" y="637"/>
                  </a:cubicBezTo>
                  <a:cubicBezTo>
                    <a:pt x="509" y="664"/>
                    <a:pt x="524" y="671"/>
                    <a:pt x="540" y="671"/>
                  </a:cubicBezTo>
                  <a:cubicBezTo>
                    <a:pt x="572" y="672"/>
                    <a:pt x="578" y="656"/>
                    <a:pt x="582" y="644"/>
                  </a:cubicBezTo>
                  <a:cubicBezTo>
                    <a:pt x="585" y="642"/>
                    <a:pt x="582" y="665"/>
                    <a:pt x="602" y="673"/>
                  </a:cubicBezTo>
                  <a:cubicBezTo>
                    <a:pt x="622" y="681"/>
                    <a:pt x="639" y="672"/>
                    <a:pt x="665" y="676"/>
                  </a:cubicBezTo>
                  <a:cubicBezTo>
                    <a:pt x="680" y="679"/>
                    <a:pt x="702" y="668"/>
                    <a:pt x="702" y="674"/>
                  </a:cubicBezTo>
                  <a:cubicBezTo>
                    <a:pt x="703" y="681"/>
                    <a:pt x="694" y="686"/>
                    <a:pt x="670" y="690"/>
                  </a:cubicBezTo>
                  <a:cubicBezTo>
                    <a:pt x="638" y="690"/>
                    <a:pt x="624" y="712"/>
                    <a:pt x="634" y="750"/>
                  </a:cubicBezTo>
                  <a:cubicBezTo>
                    <a:pt x="644" y="788"/>
                    <a:pt x="656" y="817"/>
                    <a:pt x="704" y="823"/>
                  </a:cubicBezTo>
                  <a:cubicBezTo>
                    <a:pt x="752" y="829"/>
                    <a:pt x="732" y="745"/>
                    <a:pt x="770" y="745"/>
                  </a:cubicBezTo>
                  <a:cubicBezTo>
                    <a:pt x="808" y="745"/>
                    <a:pt x="780" y="800"/>
                    <a:pt x="832" y="798"/>
                  </a:cubicBezTo>
                  <a:cubicBezTo>
                    <a:pt x="866" y="797"/>
                    <a:pt x="853" y="774"/>
                    <a:pt x="867" y="758"/>
                  </a:cubicBezTo>
                  <a:cubicBezTo>
                    <a:pt x="881" y="742"/>
                    <a:pt x="888" y="764"/>
                    <a:pt x="912" y="750"/>
                  </a:cubicBezTo>
                  <a:cubicBezTo>
                    <a:pt x="936" y="736"/>
                    <a:pt x="956" y="687"/>
                    <a:pt x="958" y="659"/>
                  </a:cubicBezTo>
                  <a:cubicBezTo>
                    <a:pt x="960" y="631"/>
                    <a:pt x="972" y="598"/>
                    <a:pt x="937" y="583"/>
                  </a:cubicBezTo>
                  <a:cubicBezTo>
                    <a:pt x="912" y="576"/>
                    <a:pt x="879" y="572"/>
                    <a:pt x="865" y="591"/>
                  </a:cubicBezTo>
                  <a:cubicBezTo>
                    <a:pt x="854" y="606"/>
                    <a:pt x="841" y="625"/>
                    <a:pt x="829" y="641"/>
                  </a:cubicBezTo>
                  <a:cubicBezTo>
                    <a:pt x="826" y="645"/>
                    <a:pt x="813" y="654"/>
                    <a:pt x="814" y="642"/>
                  </a:cubicBezTo>
                  <a:cubicBezTo>
                    <a:pt x="816" y="623"/>
                    <a:pt x="835" y="591"/>
                    <a:pt x="846" y="568"/>
                  </a:cubicBezTo>
                  <a:cubicBezTo>
                    <a:pt x="864" y="531"/>
                    <a:pt x="825" y="513"/>
                    <a:pt x="817" y="490"/>
                  </a:cubicBezTo>
                  <a:cubicBezTo>
                    <a:pt x="809" y="467"/>
                    <a:pt x="817" y="463"/>
                    <a:pt x="829" y="464"/>
                  </a:cubicBezTo>
                  <a:cubicBezTo>
                    <a:pt x="841" y="465"/>
                    <a:pt x="846" y="461"/>
                    <a:pt x="865" y="450"/>
                  </a:cubicBezTo>
                  <a:cubicBezTo>
                    <a:pt x="884" y="439"/>
                    <a:pt x="888" y="464"/>
                    <a:pt x="887" y="495"/>
                  </a:cubicBezTo>
                  <a:cubicBezTo>
                    <a:pt x="886" y="526"/>
                    <a:pt x="888" y="531"/>
                    <a:pt x="894" y="541"/>
                  </a:cubicBezTo>
                  <a:cubicBezTo>
                    <a:pt x="900" y="551"/>
                    <a:pt x="922" y="552"/>
                    <a:pt x="947" y="546"/>
                  </a:cubicBezTo>
                  <a:cubicBezTo>
                    <a:pt x="979" y="537"/>
                    <a:pt x="987" y="487"/>
                    <a:pt x="977" y="460"/>
                  </a:cubicBezTo>
                  <a:cubicBezTo>
                    <a:pt x="975" y="455"/>
                    <a:pt x="976" y="438"/>
                    <a:pt x="972" y="418"/>
                  </a:cubicBezTo>
                  <a:cubicBezTo>
                    <a:pt x="967" y="386"/>
                    <a:pt x="953" y="388"/>
                    <a:pt x="948" y="375"/>
                  </a:cubicBezTo>
                  <a:cubicBezTo>
                    <a:pt x="943" y="362"/>
                    <a:pt x="949" y="349"/>
                    <a:pt x="945" y="331"/>
                  </a:cubicBezTo>
                  <a:cubicBezTo>
                    <a:pt x="942" y="319"/>
                    <a:pt x="935" y="310"/>
                    <a:pt x="929" y="307"/>
                  </a:cubicBezTo>
                  <a:cubicBezTo>
                    <a:pt x="925" y="305"/>
                    <a:pt x="908" y="308"/>
                    <a:pt x="900" y="294"/>
                  </a:cubicBezTo>
                  <a:cubicBezTo>
                    <a:pt x="892" y="280"/>
                    <a:pt x="923" y="283"/>
                    <a:pt x="908" y="251"/>
                  </a:cubicBezTo>
                  <a:cubicBezTo>
                    <a:pt x="893" y="219"/>
                    <a:pt x="884" y="241"/>
                    <a:pt x="875" y="226"/>
                  </a:cubicBezTo>
                  <a:cubicBezTo>
                    <a:pt x="865" y="211"/>
                    <a:pt x="874" y="193"/>
                    <a:pt x="875" y="183"/>
                  </a:cubicBezTo>
                  <a:cubicBezTo>
                    <a:pt x="876" y="173"/>
                    <a:pt x="880" y="158"/>
                    <a:pt x="857" y="137"/>
                  </a:cubicBezTo>
                  <a:cubicBezTo>
                    <a:pt x="845" y="130"/>
                    <a:pt x="834" y="112"/>
                    <a:pt x="818" y="106"/>
                  </a:cubicBezTo>
                  <a:cubicBezTo>
                    <a:pt x="802" y="100"/>
                    <a:pt x="781" y="97"/>
                    <a:pt x="770" y="92"/>
                  </a:cubicBezTo>
                  <a:cubicBezTo>
                    <a:pt x="748" y="82"/>
                    <a:pt x="739" y="63"/>
                    <a:pt x="704" y="66"/>
                  </a:cubicBezTo>
                  <a:cubicBezTo>
                    <a:pt x="669" y="69"/>
                    <a:pt x="670" y="103"/>
                    <a:pt x="658" y="98"/>
                  </a:cubicBezTo>
                  <a:cubicBezTo>
                    <a:pt x="646" y="93"/>
                    <a:pt x="657" y="56"/>
                    <a:pt x="650" y="40"/>
                  </a:cubicBezTo>
                  <a:cubicBezTo>
                    <a:pt x="644" y="24"/>
                    <a:pt x="572" y="14"/>
                    <a:pt x="549" y="34"/>
                  </a:cubicBezTo>
                  <a:cubicBezTo>
                    <a:pt x="543" y="39"/>
                    <a:pt x="531" y="47"/>
                    <a:pt x="527" y="57"/>
                  </a:cubicBezTo>
                  <a:cubicBezTo>
                    <a:pt x="520" y="76"/>
                    <a:pt x="525" y="101"/>
                    <a:pt x="525" y="119"/>
                  </a:cubicBezTo>
                  <a:cubicBezTo>
                    <a:pt x="525" y="136"/>
                    <a:pt x="524" y="151"/>
                    <a:pt x="531" y="162"/>
                  </a:cubicBezTo>
                  <a:cubicBezTo>
                    <a:pt x="538" y="170"/>
                    <a:pt x="546" y="174"/>
                    <a:pt x="545" y="180"/>
                  </a:cubicBezTo>
                  <a:cubicBezTo>
                    <a:pt x="544" y="186"/>
                    <a:pt x="507" y="182"/>
                    <a:pt x="508" y="235"/>
                  </a:cubicBezTo>
                  <a:cubicBezTo>
                    <a:pt x="502" y="279"/>
                    <a:pt x="522" y="282"/>
                    <a:pt x="522" y="282"/>
                  </a:cubicBezTo>
                  <a:cubicBezTo>
                    <a:pt x="522" y="281"/>
                    <a:pt x="522" y="281"/>
                    <a:pt x="522" y="281"/>
                  </a:cubicBezTo>
                  <a:cubicBezTo>
                    <a:pt x="516" y="282"/>
                    <a:pt x="509" y="282"/>
                    <a:pt x="503" y="282"/>
                  </a:cubicBezTo>
                  <a:cubicBezTo>
                    <a:pt x="503" y="282"/>
                    <a:pt x="503" y="282"/>
                    <a:pt x="503" y="282"/>
                  </a:cubicBezTo>
                  <a:cubicBezTo>
                    <a:pt x="495" y="282"/>
                    <a:pt x="487" y="282"/>
                    <a:pt x="479" y="28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12" name="Freeform 73">
              <a:extLst>
                <a:ext uri="{FF2B5EF4-FFF2-40B4-BE49-F238E27FC236}">
                  <a16:creationId xmlns:a16="http://schemas.microsoft.com/office/drawing/2014/main" id="{1C0172A2-45DE-41F0-BE17-30E166D3E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680"/>
              <a:ext cx="125" cy="112"/>
            </a:xfrm>
            <a:custGeom>
              <a:avLst/>
              <a:gdLst>
                <a:gd name="T0" fmla="*/ 395 w 50"/>
                <a:gd name="T1" fmla="*/ 0 h 42"/>
                <a:gd name="T2" fmla="*/ 0 w 50"/>
                <a:gd name="T3" fmla="*/ 605 h 42"/>
                <a:gd name="T4" fmla="*/ 0 w 50"/>
                <a:gd name="T5" fmla="*/ 605 h 42"/>
                <a:gd name="T6" fmla="*/ 395 w 50"/>
                <a:gd name="T7" fmla="*/ 648 h 42"/>
                <a:gd name="T8" fmla="*/ 770 w 50"/>
                <a:gd name="T9" fmla="*/ 605 h 42"/>
                <a:gd name="T10" fmla="*/ 783 w 50"/>
                <a:gd name="T11" fmla="*/ 605 h 42"/>
                <a:gd name="T12" fmla="*/ 395 w 50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2">
                  <a:moveTo>
                    <a:pt x="25" y="0"/>
                  </a:moveTo>
                  <a:cubicBezTo>
                    <a:pt x="19" y="19"/>
                    <a:pt x="10" y="28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7" y="42"/>
                    <a:pt x="21" y="41"/>
                    <a:pt x="25" y="34"/>
                  </a:cubicBezTo>
                  <a:cubicBezTo>
                    <a:pt x="29" y="41"/>
                    <a:pt x="42" y="42"/>
                    <a:pt x="49" y="32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39" y="28"/>
                    <a:pt x="30" y="19"/>
                    <a:pt x="25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13" name="Freeform 74">
              <a:extLst>
                <a:ext uri="{FF2B5EF4-FFF2-40B4-BE49-F238E27FC236}">
                  <a16:creationId xmlns:a16="http://schemas.microsoft.com/office/drawing/2014/main" id="{B411B42E-CBE9-4CF0-A5FB-3C646857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696"/>
              <a:ext cx="110" cy="123"/>
            </a:xfrm>
            <a:custGeom>
              <a:avLst/>
              <a:gdLst>
                <a:gd name="T0" fmla="*/ 395 w 44"/>
                <a:gd name="T1" fmla="*/ 380 h 46"/>
                <a:gd name="T2" fmla="*/ 583 w 44"/>
                <a:gd name="T3" fmla="*/ 800 h 46"/>
                <a:gd name="T4" fmla="*/ 270 w 44"/>
                <a:gd name="T5" fmla="*/ 786 h 46"/>
                <a:gd name="T6" fmla="*/ 188 w 44"/>
                <a:gd name="T7" fmla="*/ 457 h 46"/>
                <a:gd name="T8" fmla="*/ 95 w 44"/>
                <a:gd name="T9" fmla="*/ 78 h 46"/>
                <a:gd name="T10" fmla="*/ 395 w 44"/>
                <a:gd name="T11" fmla="*/ 38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6">
                  <a:moveTo>
                    <a:pt x="25" y="20"/>
                  </a:moveTo>
                  <a:cubicBezTo>
                    <a:pt x="32" y="31"/>
                    <a:pt x="44" y="38"/>
                    <a:pt x="37" y="42"/>
                  </a:cubicBezTo>
                  <a:cubicBezTo>
                    <a:pt x="30" y="46"/>
                    <a:pt x="26" y="42"/>
                    <a:pt x="17" y="41"/>
                  </a:cubicBezTo>
                  <a:cubicBezTo>
                    <a:pt x="8" y="40"/>
                    <a:pt x="14" y="30"/>
                    <a:pt x="12" y="24"/>
                  </a:cubicBezTo>
                  <a:cubicBezTo>
                    <a:pt x="10" y="18"/>
                    <a:pt x="0" y="8"/>
                    <a:pt x="6" y="4"/>
                  </a:cubicBezTo>
                  <a:cubicBezTo>
                    <a:pt x="13" y="0"/>
                    <a:pt x="22" y="14"/>
                    <a:pt x="25" y="2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14" name="Freeform 75">
              <a:extLst>
                <a:ext uri="{FF2B5EF4-FFF2-40B4-BE49-F238E27FC236}">
                  <a16:creationId xmlns:a16="http://schemas.microsoft.com/office/drawing/2014/main" id="{A0BBF9D0-6D20-477F-A25A-78692FE54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704"/>
              <a:ext cx="1165" cy="893"/>
            </a:xfrm>
            <a:custGeom>
              <a:avLst/>
              <a:gdLst>
                <a:gd name="T0" fmla="*/ 5033 w 466"/>
                <a:gd name="T1" fmla="*/ 2650 h 335"/>
                <a:gd name="T2" fmla="*/ 4033 w 466"/>
                <a:gd name="T3" fmla="*/ 4662 h 335"/>
                <a:gd name="T4" fmla="*/ 3645 w 466"/>
                <a:gd name="T5" fmla="*/ 6344 h 335"/>
                <a:gd name="T6" fmla="*/ 3645 w 466"/>
                <a:gd name="T7" fmla="*/ 6344 h 335"/>
                <a:gd name="T8" fmla="*/ 3645 w 466"/>
                <a:gd name="T9" fmla="*/ 6344 h 335"/>
                <a:gd name="T10" fmla="*/ 3645 w 466"/>
                <a:gd name="T11" fmla="*/ 6344 h 335"/>
                <a:gd name="T12" fmla="*/ 3238 w 466"/>
                <a:gd name="T13" fmla="*/ 4662 h 335"/>
                <a:gd name="T14" fmla="*/ 2238 w 466"/>
                <a:gd name="T15" fmla="*/ 2650 h 335"/>
                <a:gd name="T16" fmla="*/ 520 w 466"/>
                <a:gd name="T17" fmla="*/ 192 h 335"/>
                <a:gd name="T18" fmla="*/ 1583 w 466"/>
                <a:gd name="T19" fmla="*/ 376 h 335"/>
                <a:gd name="T20" fmla="*/ 3645 w 466"/>
                <a:gd name="T21" fmla="*/ 1024 h 335"/>
                <a:gd name="T22" fmla="*/ 5688 w 466"/>
                <a:gd name="T23" fmla="*/ 376 h 335"/>
                <a:gd name="T24" fmla="*/ 6770 w 466"/>
                <a:gd name="T25" fmla="*/ 192 h 335"/>
                <a:gd name="T26" fmla="*/ 5033 w 466"/>
                <a:gd name="T27" fmla="*/ 2650 h 3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6" h="335">
                  <a:moveTo>
                    <a:pt x="322" y="140"/>
                  </a:moveTo>
                  <a:cubicBezTo>
                    <a:pt x="293" y="189"/>
                    <a:pt x="264" y="233"/>
                    <a:pt x="258" y="246"/>
                  </a:cubicBezTo>
                  <a:cubicBezTo>
                    <a:pt x="248" y="272"/>
                    <a:pt x="258" y="335"/>
                    <a:pt x="233" y="335"/>
                  </a:cubicBezTo>
                  <a:cubicBezTo>
                    <a:pt x="233" y="335"/>
                    <a:pt x="233" y="335"/>
                    <a:pt x="233" y="335"/>
                  </a:cubicBezTo>
                  <a:cubicBezTo>
                    <a:pt x="233" y="335"/>
                    <a:pt x="233" y="335"/>
                    <a:pt x="233" y="335"/>
                  </a:cubicBezTo>
                  <a:cubicBezTo>
                    <a:pt x="233" y="335"/>
                    <a:pt x="233" y="335"/>
                    <a:pt x="233" y="335"/>
                  </a:cubicBezTo>
                  <a:cubicBezTo>
                    <a:pt x="208" y="335"/>
                    <a:pt x="218" y="272"/>
                    <a:pt x="207" y="246"/>
                  </a:cubicBezTo>
                  <a:cubicBezTo>
                    <a:pt x="202" y="233"/>
                    <a:pt x="173" y="189"/>
                    <a:pt x="143" y="140"/>
                  </a:cubicBezTo>
                  <a:cubicBezTo>
                    <a:pt x="114" y="90"/>
                    <a:pt x="0" y="38"/>
                    <a:pt x="33" y="10"/>
                  </a:cubicBezTo>
                  <a:cubicBezTo>
                    <a:pt x="46" y="0"/>
                    <a:pt x="67" y="5"/>
                    <a:pt x="101" y="20"/>
                  </a:cubicBezTo>
                  <a:cubicBezTo>
                    <a:pt x="140" y="37"/>
                    <a:pt x="181" y="54"/>
                    <a:pt x="233" y="54"/>
                  </a:cubicBezTo>
                  <a:cubicBezTo>
                    <a:pt x="285" y="54"/>
                    <a:pt x="326" y="37"/>
                    <a:pt x="364" y="20"/>
                  </a:cubicBezTo>
                  <a:cubicBezTo>
                    <a:pt x="399" y="5"/>
                    <a:pt x="420" y="0"/>
                    <a:pt x="433" y="10"/>
                  </a:cubicBezTo>
                  <a:cubicBezTo>
                    <a:pt x="466" y="38"/>
                    <a:pt x="352" y="90"/>
                    <a:pt x="322" y="140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15" name="Freeform 76">
              <a:extLst>
                <a:ext uri="{FF2B5EF4-FFF2-40B4-BE49-F238E27FC236}">
                  <a16:creationId xmlns:a16="http://schemas.microsoft.com/office/drawing/2014/main" id="{7B7BCFAC-C01C-46BC-90D3-509A01792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704"/>
              <a:ext cx="1040" cy="211"/>
            </a:xfrm>
            <a:custGeom>
              <a:avLst/>
              <a:gdLst>
                <a:gd name="T0" fmla="*/ 50 w 416"/>
                <a:gd name="T1" fmla="*/ 513 h 79"/>
                <a:gd name="T2" fmla="*/ 1188 w 416"/>
                <a:gd name="T3" fmla="*/ 764 h 79"/>
                <a:gd name="T4" fmla="*/ 3250 w 416"/>
                <a:gd name="T5" fmla="*/ 1506 h 79"/>
                <a:gd name="T6" fmla="*/ 5363 w 416"/>
                <a:gd name="T7" fmla="*/ 572 h 79"/>
                <a:gd name="T8" fmla="*/ 6425 w 416"/>
                <a:gd name="T9" fmla="*/ 513 h 79"/>
                <a:gd name="T10" fmla="*/ 6425 w 416"/>
                <a:gd name="T11" fmla="*/ 649 h 79"/>
                <a:gd name="T12" fmla="*/ 6375 w 416"/>
                <a:gd name="T13" fmla="*/ 192 h 79"/>
                <a:gd name="T14" fmla="*/ 5300 w 416"/>
                <a:gd name="T15" fmla="*/ 379 h 79"/>
                <a:gd name="T16" fmla="*/ 3250 w 416"/>
                <a:gd name="T17" fmla="*/ 1028 h 79"/>
                <a:gd name="T18" fmla="*/ 1188 w 416"/>
                <a:gd name="T19" fmla="*/ 379 h 79"/>
                <a:gd name="T20" fmla="*/ 125 w 416"/>
                <a:gd name="T21" fmla="*/ 192 h 79"/>
                <a:gd name="T22" fmla="*/ 63 w 416"/>
                <a:gd name="T23" fmla="*/ 649 h 79"/>
                <a:gd name="T24" fmla="*/ 50 w 416"/>
                <a:gd name="T25" fmla="*/ 513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6" h="79">
                  <a:moveTo>
                    <a:pt x="3" y="27"/>
                  </a:moveTo>
                  <a:cubicBezTo>
                    <a:pt x="12" y="1"/>
                    <a:pt x="42" y="25"/>
                    <a:pt x="76" y="40"/>
                  </a:cubicBezTo>
                  <a:cubicBezTo>
                    <a:pt x="115" y="57"/>
                    <a:pt x="156" y="79"/>
                    <a:pt x="208" y="79"/>
                  </a:cubicBezTo>
                  <a:cubicBezTo>
                    <a:pt x="260" y="79"/>
                    <a:pt x="305" y="47"/>
                    <a:pt x="343" y="30"/>
                  </a:cubicBezTo>
                  <a:cubicBezTo>
                    <a:pt x="377" y="15"/>
                    <a:pt x="406" y="6"/>
                    <a:pt x="411" y="27"/>
                  </a:cubicBezTo>
                  <a:cubicBezTo>
                    <a:pt x="411" y="29"/>
                    <a:pt x="410" y="33"/>
                    <a:pt x="411" y="34"/>
                  </a:cubicBezTo>
                  <a:cubicBezTo>
                    <a:pt x="416" y="25"/>
                    <a:pt x="416" y="17"/>
                    <a:pt x="408" y="10"/>
                  </a:cubicBezTo>
                  <a:cubicBezTo>
                    <a:pt x="395" y="0"/>
                    <a:pt x="374" y="5"/>
                    <a:pt x="339" y="20"/>
                  </a:cubicBezTo>
                  <a:cubicBezTo>
                    <a:pt x="301" y="37"/>
                    <a:pt x="260" y="54"/>
                    <a:pt x="208" y="54"/>
                  </a:cubicBezTo>
                  <a:cubicBezTo>
                    <a:pt x="156" y="54"/>
                    <a:pt x="115" y="37"/>
                    <a:pt x="76" y="20"/>
                  </a:cubicBezTo>
                  <a:cubicBezTo>
                    <a:pt x="42" y="5"/>
                    <a:pt x="21" y="0"/>
                    <a:pt x="8" y="10"/>
                  </a:cubicBezTo>
                  <a:cubicBezTo>
                    <a:pt x="0" y="17"/>
                    <a:pt x="0" y="25"/>
                    <a:pt x="4" y="34"/>
                  </a:cubicBezTo>
                  <a:cubicBezTo>
                    <a:pt x="5" y="33"/>
                    <a:pt x="2" y="29"/>
                    <a:pt x="3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16" name="Freeform 77">
              <a:extLst>
                <a:ext uri="{FF2B5EF4-FFF2-40B4-BE49-F238E27FC236}">
                  <a16:creationId xmlns:a16="http://schemas.microsoft.com/office/drawing/2014/main" id="{2379F961-9E21-4249-B940-FC3EA76D0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152"/>
              <a:ext cx="273" cy="304"/>
            </a:xfrm>
            <a:custGeom>
              <a:avLst/>
              <a:gdLst>
                <a:gd name="T0" fmla="*/ 1054 w 109"/>
                <a:gd name="T1" fmla="*/ 512 h 114"/>
                <a:gd name="T2" fmla="*/ 1117 w 109"/>
                <a:gd name="T3" fmla="*/ 1501 h 114"/>
                <a:gd name="T4" fmla="*/ 1713 w 109"/>
                <a:gd name="T5" fmla="*/ 2104 h 114"/>
                <a:gd name="T6" fmla="*/ 1335 w 109"/>
                <a:gd name="T7" fmla="*/ 1933 h 114"/>
                <a:gd name="T8" fmla="*/ 1222 w 109"/>
                <a:gd name="T9" fmla="*/ 1059 h 114"/>
                <a:gd name="T10" fmla="*/ 879 w 109"/>
                <a:gd name="T11" fmla="*/ 205 h 114"/>
                <a:gd name="T12" fmla="*/ 313 w 109"/>
                <a:gd name="T13" fmla="*/ 477 h 114"/>
                <a:gd name="T14" fmla="*/ 125 w 109"/>
                <a:gd name="T15" fmla="*/ 968 h 114"/>
                <a:gd name="T16" fmla="*/ 363 w 109"/>
                <a:gd name="T17" fmla="*/ 1400 h 114"/>
                <a:gd name="T18" fmla="*/ 283 w 109"/>
                <a:gd name="T19" fmla="*/ 1024 h 114"/>
                <a:gd name="T20" fmla="*/ 626 w 109"/>
                <a:gd name="T21" fmla="*/ 683 h 114"/>
                <a:gd name="T22" fmla="*/ 1054 w 109"/>
                <a:gd name="T23" fmla="*/ 512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9" h="114">
                  <a:moveTo>
                    <a:pt x="67" y="27"/>
                  </a:moveTo>
                  <a:cubicBezTo>
                    <a:pt x="72" y="36"/>
                    <a:pt x="70" y="56"/>
                    <a:pt x="71" y="79"/>
                  </a:cubicBezTo>
                  <a:cubicBezTo>
                    <a:pt x="72" y="98"/>
                    <a:pt x="86" y="114"/>
                    <a:pt x="109" y="111"/>
                  </a:cubicBezTo>
                  <a:cubicBezTo>
                    <a:pt x="97" y="111"/>
                    <a:pt x="88" y="108"/>
                    <a:pt x="85" y="102"/>
                  </a:cubicBezTo>
                  <a:cubicBezTo>
                    <a:pt x="79" y="92"/>
                    <a:pt x="77" y="87"/>
                    <a:pt x="78" y="56"/>
                  </a:cubicBezTo>
                  <a:cubicBezTo>
                    <a:pt x="79" y="25"/>
                    <a:pt x="75" y="0"/>
                    <a:pt x="56" y="11"/>
                  </a:cubicBezTo>
                  <a:cubicBezTo>
                    <a:pt x="37" y="22"/>
                    <a:pt x="32" y="26"/>
                    <a:pt x="20" y="25"/>
                  </a:cubicBezTo>
                  <a:cubicBezTo>
                    <a:pt x="8" y="24"/>
                    <a:pt x="0" y="28"/>
                    <a:pt x="8" y="51"/>
                  </a:cubicBezTo>
                  <a:cubicBezTo>
                    <a:pt x="11" y="59"/>
                    <a:pt x="17" y="67"/>
                    <a:pt x="23" y="74"/>
                  </a:cubicBezTo>
                  <a:cubicBezTo>
                    <a:pt x="19" y="65"/>
                    <a:pt x="19" y="59"/>
                    <a:pt x="18" y="54"/>
                  </a:cubicBezTo>
                  <a:cubicBezTo>
                    <a:pt x="16" y="46"/>
                    <a:pt x="30" y="43"/>
                    <a:pt x="40" y="36"/>
                  </a:cubicBezTo>
                  <a:cubicBezTo>
                    <a:pt x="52" y="28"/>
                    <a:pt x="59" y="15"/>
                    <a:pt x="67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17" name="Freeform 78">
              <a:extLst>
                <a:ext uri="{FF2B5EF4-FFF2-40B4-BE49-F238E27FC236}">
                  <a16:creationId xmlns:a16="http://schemas.microsoft.com/office/drawing/2014/main" id="{810A78F0-7682-4AAB-9AF0-9B7AEF886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96"/>
              <a:ext cx="93" cy="101"/>
            </a:xfrm>
            <a:custGeom>
              <a:avLst/>
              <a:gdLst>
                <a:gd name="T0" fmla="*/ 367 w 37"/>
                <a:gd name="T1" fmla="*/ 375 h 38"/>
                <a:gd name="T2" fmla="*/ 63 w 37"/>
                <a:gd name="T3" fmla="*/ 77 h 38"/>
                <a:gd name="T4" fmla="*/ 96 w 37"/>
                <a:gd name="T5" fmla="*/ 340 h 38"/>
                <a:gd name="T6" fmla="*/ 304 w 37"/>
                <a:gd name="T7" fmla="*/ 452 h 38"/>
                <a:gd name="T8" fmla="*/ 588 w 37"/>
                <a:gd name="T9" fmla="*/ 712 h 38"/>
                <a:gd name="T10" fmla="*/ 367 w 37"/>
                <a:gd name="T11" fmla="*/ 37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8">
                  <a:moveTo>
                    <a:pt x="23" y="20"/>
                  </a:moveTo>
                  <a:cubicBezTo>
                    <a:pt x="20" y="14"/>
                    <a:pt x="11" y="0"/>
                    <a:pt x="4" y="4"/>
                  </a:cubicBezTo>
                  <a:cubicBezTo>
                    <a:pt x="0" y="6"/>
                    <a:pt x="3" y="12"/>
                    <a:pt x="6" y="18"/>
                  </a:cubicBezTo>
                  <a:cubicBezTo>
                    <a:pt x="10" y="14"/>
                    <a:pt x="13" y="15"/>
                    <a:pt x="19" y="24"/>
                  </a:cubicBezTo>
                  <a:cubicBezTo>
                    <a:pt x="23" y="31"/>
                    <a:pt x="31" y="35"/>
                    <a:pt x="37" y="38"/>
                  </a:cubicBezTo>
                  <a:cubicBezTo>
                    <a:pt x="35" y="33"/>
                    <a:pt x="28" y="28"/>
                    <a:pt x="23" y="2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18" name="Freeform 79">
              <a:extLst>
                <a:ext uri="{FF2B5EF4-FFF2-40B4-BE49-F238E27FC236}">
                  <a16:creationId xmlns:a16="http://schemas.microsoft.com/office/drawing/2014/main" id="{AFBF1B80-9B1A-4B09-BBF0-EFE0E34D8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765"/>
              <a:ext cx="150" cy="102"/>
            </a:xfrm>
            <a:custGeom>
              <a:avLst/>
              <a:gdLst>
                <a:gd name="T0" fmla="*/ 938 w 60"/>
                <a:gd name="T1" fmla="*/ 389 h 38"/>
                <a:gd name="T2" fmla="*/ 925 w 60"/>
                <a:gd name="T3" fmla="*/ 330 h 38"/>
                <a:gd name="T4" fmla="*/ 408 w 60"/>
                <a:gd name="T5" fmla="*/ 462 h 38"/>
                <a:gd name="T6" fmla="*/ 125 w 60"/>
                <a:gd name="T7" fmla="*/ 561 h 38"/>
                <a:gd name="T8" fmla="*/ 208 w 60"/>
                <a:gd name="T9" fmla="*/ 735 h 38"/>
                <a:gd name="T10" fmla="*/ 220 w 60"/>
                <a:gd name="T11" fmla="*/ 735 h 38"/>
                <a:gd name="T12" fmla="*/ 563 w 60"/>
                <a:gd name="T13" fmla="*/ 540 h 38"/>
                <a:gd name="T14" fmla="*/ 938 w 60"/>
                <a:gd name="T15" fmla="*/ 389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8">
                  <a:moveTo>
                    <a:pt x="60" y="20"/>
                  </a:moveTo>
                  <a:cubicBezTo>
                    <a:pt x="60" y="19"/>
                    <a:pt x="60" y="18"/>
                    <a:pt x="59" y="17"/>
                  </a:cubicBezTo>
                  <a:cubicBezTo>
                    <a:pt x="53" y="0"/>
                    <a:pt x="34" y="18"/>
                    <a:pt x="26" y="24"/>
                  </a:cubicBezTo>
                  <a:cubicBezTo>
                    <a:pt x="20" y="29"/>
                    <a:pt x="14" y="26"/>
                    <a:pt x="8" y="29"/>
                  </a:cubicBezTo>
                  <a:cubicBezTo>
                    <a:pt x="0" y="33"/>
                    <a:pt x="10" y="37"/>
                    <a:pt x="13" y="38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25" y="34"/>
                    <a:pt x="29" y="35"/>
                    <a:pt x="36" y="28"/>
                  </a:cubicBezTo>
                  <a:cubicBezTo>
                    <a:pt x="42" y="20"/>
                    <a:pt x="51" y="18"/>
                    <a:pt x="60" y="2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19" name="Freeform 80">
              <a:extLst>
                <a:ext uri="{FF2B5EF4-FFF2-40B4-BE49-F238E27FC236}">
                  <a16:creationId xmlns:a16="http://schemas.microsoft.com/office/drawing/2014/main" id="{51628E3F-FD9B-4286-9C0F-F0B7FBC2E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2083"/>
              <a:ext cx="418" cy="400"/>
            </a:xfrm>
            <a:custGeom>
              <a:avLst/>
              <a:gdLst>
                <a:gd name="T0" fmla="*/ 658 w 167"/>
                <a:gd name="T1" fmla="*/ 2765 h 150"/>
                <a:gd name="T2" fmla="*/ 1629 w 167"/>
                <a:gd name="T3" fmla="*/ 2539 h 150"/>
                <a:gd name="T4" fmla="*/ 2035 w 167"/>
                <a:gd name="T5" fmla="*/ 1933 h 150"/>
                <a:gd name="T6" fmla="*/ 2318 w 167"/>
                <a:gd name="T7" fmla="*/ 704 h 150"/>
                <a:gd name="T8" fmla="*/ 2618 w 167"/>
                <a:gd name="T9" fmla="*/ 968 h 150"/>
                <a:gd name="T10" fmla="*/ 2588 w 167"/>
                <a:gd name="T11" fmla="*/ 797 h 150"/>
                <a:gd name="T12" fmla="*/ 2085 w 167"/>
                <a:gd name="T13" fmla="*/ 491 h 150"/>
                <a:gd name="T14" fmla="*/ 1317 w 167"/>
                <a:gd name="T15" fmla="*/ 2525 h 150"/>
                <a:gd name="T16" fmla="*/ 0 w 167"/>
                <a:gd name="T17" fmla="*/ 2731 h 150"/>
                <a:gd name="T18" fmla="*/ 658 w 167"/>
                <a:gd name="T19" fmla="*/ 2765 h 1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150">
                  <a:moveTo>
                    <a:pt x="42" y="146"/>
                  </a:moveTo>
                  <a:cubicBezTo>
                    <a:pt x="54" y="145"/>
                    <a:pt x="93" y="138"/>
                    <a:pt x="104" y="134"/>
                  </a:cubicBezTo>
                  <a:cubicBezTo>
                    <a:pt x="114" y="130"/>
                    <a:pt x="128" y="122"/>
                    <a:pt x="130" y="102"/>
                  </a:cubicBezTo>
                  <a:cubicBezTo>
                    <a:pt x="133" y="82"/>
                    <a:pt x="134" y="44"/>
                    <a:pt x="148" y="37"/>
                  </a:cubicBezTo>
                  <a:cubicBezTo>
                    <a:pt x="157" y="33"/>
                    <a:pt x="163" y="42"/>
                    <a:pt x="167" y="51"/>
                  </a:cubicBezTo>
                  <a:cubicBezTo>
                    <a:pt x="166" y="47"/>
                    <a:pt x="166" y="44"/>
                    <a:pt x="165" y="42"/>
                  </a:cubicBezTo>
                  <a:cubicBezTo>
                    <a:pt x="161" y="32"/>
                    <a:pt x="151" y="0"/>
                    <a:pt x="133" y="26"/>
                  </a:cubicBezTo>
                  <a:cubicBezTo>
                    <a:pt x="105" y="66"/>
                    <a:pt x="146" y="114"/>
                    <a:pt x="84" y="133"/>
                  </a:cubicBezTo>
                  <a:cubicBezTo>
                    <a:pt x="63" y="137"/>
                    <a:pt x="18" y="150"/>
                    <a:pt x="0" y="144"/>
                  </a:cubicBezTo>
                  <a:cubicBezTo>
                    <a:pt x="16" y="150"/>
                    <a:pt x="30" y="148"/>
                    <a:pt x="42" y="1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20" name="Freeform 81">
              <a:extLst>
                <a:ext uri="{FF2B5EF4-FFF2-40B4-BE49-F238E27FC236}">
                  <a16:creationId xmlns:a16="http://schemas.microsoft.com/office/drawing/2014/main" id="{07BDE8A6-CD57-4F67-A011-484E21B43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117"/>
              <a:ext cx="113" cy="582"/>
            </a:xfrm>
            <a:custGeom>
              <a:avLst/>
              <a:gdLst>
                <a:gd name="T0" fmla="*/ 0 w 45"/>
                <a:gd name="T1" fmla="*/ 3385 h 218"/>
                <a:gd name="T2" fmla="*/ 126 w 45"/>
                <a:gd name="T3" fmla="*/ 4149 h 218"/>
                <a:gd name="T4" fmla="*/ 113 w 45"/>
                <a:gd name="T5" fmla="*/ 3500 h 218"/>
                <a:gd name="T6" fmla="*/ 693 w 45"/>
                <a:gd name="T7" fmla="*/ 2451 h 218"/>
                <a:gd name="T8" fmla="*/ 472 w 45"/>
                <a:gd name="T9" fmla="*/ 2109 h 218"/>
                <a:gd name="T10" fmla="*/ 379 w 45"/>
                <a:gd name="T11" fmla="*/ 1297 h 218"/>
                <a:gd name="T12" fmla="*/ 409 w 45"/>
                <a:gd name="T13" fmla="*/ 115 h 218"/>
                <a:gd name="T14" fmla="*/ 472 w 45"/>
                <a:gd name="T15" fmla="*/ 0 h 218"/>
                <a:gd name="T16" fmla="*/ 221 w 45"/>
                <a:gd name="T17" fmla="*/ 1047 h 218"/>
                <a:gd name="T18" fmla="*/ 239 w 45"/>
                <a:gd name="T19" fmla="*/ 1711 h 218"/>
                <a:gd name="T20" fmla="*/ 284 w 45"/>
                <a:gd name="T21" fmla="*/ 2552 h 218"/>
                <a:gd name="T22" fmla="*/ 0 w 45"/>
                <a:gd name="T23" fmla="*/ 3385 h 2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218">
                  <a:moveTo>
                    <a:pt x="0" y="178"/>
                  </a:moveTo>
                  <a:cubicBezTo>
                    <a:pt x="0" y="193"/>
                    <a:pt x="1" y="208"/>
                    <a:pt x="8" y="218"/>
                  </a:cubicBezTo>
                  <a:cubicBezTo>
                    <a:pt x="6" y="211"/>
                    <a:pt x="5" y="200"/>
                    <a:pt x="7" y="184"/>
                  </a:cubicBezTo>
                  <a:cubicBezTo>
                    <a:pt x="6" y="131"/>
                    <a:pt x="43" y="135"/>
                    <a:pt x="44" y="129"/>
                  </a:cubicBezTo>
                  <a:cubicBezTo>
                    <a:pt x="45" y="123"/>
                    <a:pt x="37" y="119"/>
                    <a:pt x="30" y="111"/>
                  </a:cubicBezTo>
                  <a:cubicBezTo>
                    <a:pt x="23" y="100"/>
                    <a:pt x="24" y="85"/>
                    <a:pt x="24" y="68"/>
                  </a:cubicBezTo>
                  <a:cubicBezTo>
                    <a:pt x="24" y="50"/>
                    <a:pt x="19" y="25"/>
                    <a:pt x="26" y="6"/>
                  </a:cubicBezTo>
                  <a:cubicBezTo>
                    <a:pt x="27" y="4"/>
                    <a:pt x="28" y="2"/>
                    <a:pt x="30" y="0"/>
                  </a:cubicBezTo>
                  <a:cubicBezTo>
                    <a:pt x="16" y="18"/>
                    <a:pt x="12" y="35"/>
                    <a:pt x="14" y="55"/>
                  </a:cubicBezTo>
                  <a:cubicBezTo>
                    <a:pt x="15" y="76"/>
                    <a:pt x="14" y="76"/>
                    <a:pt x="15" y="90"/>
                  </a:cubicBezTo>
                  <a:cubicBezTo>
                    <a:pt x="16" y="108"/>
                    <a:pt x="30" y="118"/>
                    <a:pt x="18" y="134"/>
                  </a:cubicBezTo>
                  <a:cubicBezTo>
                    <a:pt x="6" y="150"/>
                    <a:pt x="0" y="159"/>
                    <a:pt x="0" y="17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21" name="Freeform 82">
              <a:extLst>
                <a:ext uri="{FF2B5EF4-FFF2-40B4-BE49-F238E27FC236}">
                  <a16:creationId xmlns:a16="http://schemas.microsoft.com/office/drawing/2014/main" id="{25449636-77A7-4299-965D-BBAC89D50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357"/>
              <a:ext cx="110" cy="243"/>
            </a:xfrm>
            <a:custGeom>
              <a:avLst/>
              <a:gdLst>
                <a:gd name="T0" fmla="*/ 333 w 44"/>
                <a:gd name="T1" fmla="*/ 1311 h 91"/>
                <a:gd name="T2" fmla="*/ 50 w 44"/>
                <a:gd name="T3" fmla="*/ 1640 h 91"/>
                <a:gd name="T4" fmla="*/ 563 w 44"/>
                <a:gd name="T5" fmla="*/ 1162 h 91"/>
                <a:gd name="T6" fmla="*/ 33 w 44"/>
                <a:gd name="T7" fmla="*/ 115 h 91"/>
                <a:gd name="T8" fmla="*/ 0 w 44"/>
                <a:gd name="T9" fmla="*/ 0 h 91"/>
                <a:gd name="T10" fmla="*/ 0 w 44"/>
                <a:gd name="T11" fmla="*/ 0 h 91"/>
                <a:gd name="T12" fmla="*/ 220 w 44"/>
                <a:gd name="T13" fmla="*/ 649 h 91"/>
                <a:gd name="T14" fmla="*/ 333 w 44"/>
                <a:gd name="T15" fmla="*/ 1311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91">
                  <a:moveTo>
                    <a:pt x="21" y="69"/>
                  </a:moveTo>
                  <a:cubicBezTo>
                    <a:pt x="16" y="75"/>
                    <a:pt x="12" y="83"/>
                    <a:pt x="3" y="86"/>
                  </a:cubicBezTo>
                  <a:cubicBezTo>
                    <a:pt x="22" y="91"/>
                    <a:pt x="33" y="73"/>
                    <a:pt x="36" y="61"/>
                  </a:cubicBezTo>
                  <a:cubicBezTo>
                    <a:pt x="44" y="27"/>
                    <a:pt x="14" y="28"/>
                    <a:pt x="2" y="6"/>
                  </a:cubicBezTo>
                  <a:cubicBezTo>
                    <a:pt x="1" y="4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1"/>
                    <a:pt x="5" y="24"/>
                    <a:pt x="14" y="34"/>
                  </a:cubicBezTo>
                  <a:cubicBezTo>
                    <a:pt x="24" y="45"/>
                    <a:pt x="28" y="61"/>
                    <a:pt x="21" y="6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22" name="Freeform 83">
              <a:extLst>
                <a:ext uri="{FF2B5EF4-FFF2-40B4-BE49-F238E27FC236}">
                  <a16:creationId xmlns:a16="http://schemas.microsoft.com/office/drawing/2014/main" id="{0EF18B49-4D50-40A1-82E6-9812A1CC9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659"/>
              <a:ext cx="13" cy="16"/>
            </a:xfrm>
            <a:custGeom>
              <a:avLst/>
              <a:gdLst>
                <a:gd name="T0" fmla="*/ 0 w 5"/>
                <a:gd name="T1" fmla="*/ 115 h 6"/>
                <a:gd name="T2" fmla="*/ 8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BEA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23" name="Freeform 84">
              <a:extLst>
                <a:ext uri="{FF2B5EF4-FFF2-40B4-BE49-F238E27FC236}">
                  <a16:creationId xmlns:a16="http://schemas.microsoft.com/office/drawing/2014/main" id="{D3A56D5A-2F79-4887-962E-5C50E9C88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667"/>
              <a:ext cx="12" cy="18"/>
            </a:xfrm>
            <a:custGeom>
              <a:avLst/>
              <a:gdLst>
                <a:gd name="T0" fmla="*/ 0 w 5"/>
                <a:gd name="T1" fmla="*/ 118 h 7"/>
                <a:gd name="T2" fmla="*/ 7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2" y="5"/>
                    <a:pt x="3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BEA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24" name="Freeform 85">
              <a:extLst>
                <a:ext uri="{FF2B5EF4-FFF2-40B4-BE49-F238E27FC236}">
                  <a16:creationId xmlns:a16="http://schemas.microsoft.com/office/drawing/2014/main" id="{4220D6C4-64B7-4982-9743-EDF1507B3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656"/>
              <a:ext cx="15" cy="16"/>
            </a:xfrm>
            <a:custGeom>
              <a:avLst/>
              <a:gdLst>
                <a:gd name="T0" fmla="*/ 95 w 6"/>
                <a:gd name="T1" fmla="*/ 115 h 6"/>
                <a:gd name="T2" fmla="*/ 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4" y="4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BEA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25" name="Freeform 86">
              <a:extLst>
                <a:ext uri="{FF2B5EF4-FFF2-40B4-BE49-F238E27FC236}">
                  <a16:creationId xmlns:a16="http://schemas.microsoft.com/office/drawing/2014/main" id="{C348AAAE-0263-4749-AB5C-7291CFFDD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669"/>
              <a:ext cx="10" cy="16"/>
            </a:xfrm>
            <a:custGeom>
              <a:avLst/>
              <a:gdLst>
                <a:gd name="T0" fmla="*/ 63 w 4"/>
                <a:gd name="T1" fmla="*/ 115 h 6"/>
                <a:gd name="T2" fmla="*/ 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BEA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2947" name="alzheimers-disease-coronal-brain-section">
            <a:extLst>
              <a:ext uri="{FF2B5EF4-FFF2-40B4-BE49-F238E27FC236}">
                <a16:creationId xmlns:a16="http://schemas.microsoft.com/office/drawing/2014/main" id="{6E94E26E-683D-4992-9B0A-4A2D8C9E01E0}"/>
              </a:ext>
            </a:extLst>
          </p:cNvPr>
          <p:cNvGrpSpPr>
            <a:grpSpLocks/>
          </p:cNvGrpSpPr>
          <p:nvPr/>
        </p:nvGrpSpPr>
        <p:grpSpPr bwMode="auto">
          <a:xfrm>
            <a:off x="6208713" y="2005013"/>
            <a:ext cx="3814762" cy="3286125"/>
            <a:chOff x="2951" y="1101"/>
            <a:chExt cx="2403" cy="2070"/>
          </a:xfrm>
        </p:grpSpPr>
        <p:sp>
          <p:nvSpPr>
            <p:cNvPr id="82950" name="Freeform 88">
              <a:extLst>
                <a:ext uri="{FF2B5EF4-FFF2-40B4-BE49-F238E27FC236}">
                  <a16:creationId xmlns:a16="http://schemas.microsoft.com/office/drawing/2014/main" id="{51BB71D4-8027-49D9-BD23-D9CAFCD5A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101"/>
              <a:ext cx="2403" cy="2070"/>
            </a:xfrm>
            <a:custGeom>
              <a:avLst/>
              <a:gdLst>
                <a:gd name="T0" fmla="*/ 14993 w 961"/>
                <a:gd name="T1" fmla="*/ 9166 h 776"/>
                <a:gd name="T2" fmla="*/ 14443 w 961"/>
                <a:gd name="T3" fmla="*/ 5791 h 776"/>
                <a:gd name="T4" fmla="*/ 13338 w 961"/>
                <a:gd name="T5" fmla="*/ 3756 h 776"/>
                <a:gd name="T6" fmla="*/ 11055 w 961"/>
                <a:gd name="T7" fmla="*/ 1003 h 776"/>
                <a:gd name="T8" fmla="*/ 9880 w 961"/>
                <a:gd name="T9" fmla="*/ 363 h 776"/>
                <a:gd name="T10" fmla="*/ 8179 w 961"/>
                <a:gd name="T11" fmla="*/ 832 h 776"/>
                <a:gd name="T12" fmla="*/ 8409 w 961"/>
                <a:gd name="T13" fmla="*/ 2868 h 776"/>
                <a:gd name="T14" fmla="*/ 7897 w 961"/>
                <a:gd name="T15" fmla="*/ 4156 h 776"/>
                <a:gd name="T16" fmla="*/ 7754 w 961"/>
                <a:gd name="T17" fmla="*/ 4895 h 776"/>
                <a:gd name="T18" fmla="*/ 7429 w 961"/>
                <a:gd name="T19" fmla="*/ 4860 h 776"/>
                <a:gd name="T20" fmla="*/ 7459 w 961"/>
                <a:gd name="T21" fmla="*/ 4826 h 776"/>
                <a:gd name="T22" fmla="*/ 7472 w 961"/>
                <a:gd name="T23" fmla="*/ 4767 h 776"/>
                <a:gd name="T24" fmla="*/ 7504 w 961"/>
                <a:gd name="T25" fmla="*/ 4711 h 776"/>
                <a:gd name="T26" fmla="*/ 7534 w 961"/>
                <a:gd name="T27" fmla="*/ 4633 h 776"/>
                <a:gd name="T28" fmla="*/ 7554 w 961"/>
                <a:gd name="T29" fmla="*/ 4540 h 776"/>
                <a:gd name="T30" fmla="*/ 7584 w 961"/>
                <a:gd name="T31" fmla="*/ 4441 h 776"/>
                <a:gd name="T32" fmla="*/ 7584 w 961"/>
                <a:gd name="T33" fmla="*/ 4313 h 776"/>
                <a:gd name="T34" fmla="*/ 7597 w 961"/>
                <a:gd name="T35" fmla="*/ 4199 h 776"/>
                <a:gd name="T36" fmla="*/ 7222 w 961"/>
                <a:gd name="T37" fmla="*/ 2753 h 776"/>
                <a:gd name="T38" fmla="*/ 5939 w 961"/>
                <a:gd name="T39" fmla="*/ 320 h 776"/>
                <a:gd name="T40" fmla="*/ 4376 w 961"/>
                <a:gd name="T41" fmla="*/ 947 h 776"/>
                <a:gd name="T42" fmla="*/ 3363 w 961"/>
                <a:gd name="T43" fmla="*/ 3302 h 776"/>
                <a:gd name="T44" fmla="*/ 1800 w 961"/>
                <a:gd name="T45" fmla="*/ 3153 h 776"/>
                <a:gd name="T46" fmla="*/ 688 w 961"/>
                <a:gd name="T47" fmla="*/ 5316 h 776"/>
                <a:gd name="T48" fmla="*/ 1333 w 961"/>
                <a:gd name="T49" fmla="*/ 7912 h 776"/>
                <a:gd name="T50" fmla="*/ 1520 w 961"/>
                <a:gd name="T51" fmla="*/ 10006 h 776"/>
                <a:gd name="T52" fmla="*/ 2408 w 961"/>
                <a:gd name="T53" fmla="*/ 7800 h 776"/>
                <a:gd name="T54" fmla="*/ 3083 w 961"/>
                <a:gd name="T55" fmla="*/ 7685 h 776"/>
                <a:gd name="T56" fmla="*/ 3051 w 961"/>
                <a:gd name="T57" fmla="*/ 11030 h 776"/>
                <a:gd name="T58" fmla="*/ 813 w 961"/>
                <a:gd name="T59" fmla="*/ 10497 h 776"/>
                <a:gd name="T60" fmla="*/ 2113 w 961"/>
                <a:gd name="T61" fmla="*/ 13796 h 776"/>
                <a:gd name="T62" fmla="*/ 4501 w 961"/>
                <a:gd name="T63" fmla="*/ 14615 h 776"/>
                <a:gd name="T64" fmla="*/ 4221 w 961"/>
                <a:gd name="T65" fmla="*/ 12337 h 776"/>
                <a:gd name="T66" fmla="*/ 6459 w 961"/>
                <a:gd name="T67" fmla="*/ 11769 h 776"/>
                <a:gd name="T68" fmla="*/ 8347 w 961"/>
                <a:gd name="T69" fmla="*/ 12281 h 776"/>
                <a:gd name="T70" fmla="*/ 10555 w 961"/>
                <a:gd name="T71" fmla="*/ 12132 h 776"/>
                <a:gd name="T72" fmla="*/ 10835 w 961"/>
                <a:gd name="T73" fmla="*/ 14330 h 776"/>
                <a:gd name="T74" fmla="*/ 13305 w 961"/>
                <a:gd name="T75" fmla="*/ 13626 h 776"/>
                <a:gd name="T76" fmla="*/ 14556 w 961"/>
                <a:gd name="T77" fmla="*/ 10667 h 776"/>
                <a:gd name="T78" fmla="*/ 12680 w 961"/>
                <a:gd name="T79" fmla="*/ 11975 h 776"/>
                <a:gd name="T80" fmla="*/ 12493 w 961"/>
                <a:gd name="T81" fmla="*/ 9208 h 776"/>
                <a:gd name="T82" fmla="*/ 13255 w 961"/>
                <a:gd name="T83" fmla="*/ 8141 h 776"/>
                <a:gd name="T84" fmla="*/ 13930 w 961"/>
                <a:gd name="T85" fmla="*/ 9222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961" h="776">
                  <a:moveTo>
                    <a:pt x="899" y="522"/>
                  </a:moveTo>
                  <a:cubicBezTo>
                    <a:pt x="906" y="524"/>
                    <a:pt x="926" y="522"/>
                    <a:pt x="931" y="519"/>
                  </a:cubicBezTo>
                  <a:cubicBezTo>
                    <a:pt x="938" y="515"/>
                    <a:pt x="956" y="504"/>
                    <a:pt x="959" y="483"/>
                  </a:cubicBezTo>
                  <a:cubicBezTo>
                    <a:pt x="961" y="465"/>
                    <a:pt x="960" y="416"/>
                    <a:pt x="952" y="395"/>
                  </a:cubicBezTo>
                  <a:cubicBezTo>
                    <a:pt x="943" y="372"/>
                    <a:pt x="936" y="373"/>
                    <a:pt x="929" y="354"/>
                  </a:cubicBezTo>
                  <a:cubicBezTo>
                    <a:pt x="926" y="345"/>
                    <a:pt x="933" y="318"/>
                    <a:pt x="924" y="305"/>
                  </a:cubicBezTo>
                  <a:cubicBezTo>
                    <a:pt x="913" y="289"/>
                    <a:pt x="889" y="284"/>
                    <a:pt x="885" y="274"/>
                  </a:cubicBezTo>
                  <a:cubicBezTo>
                    <a:pt x="879" y="256"/>
                    <a:pt x="894" y="240"/>
                    <a:pt x="883" y="226"/>
                  </a:cubicBezTo>
                  <a:cubicBezTo>
                    <a:pt x="874" y="216"/>
                    <a:pt x="859" y="210"/>
                    <a:pt x="853" y="198"/>
                  </a:cubicBezTo>
                  <a:cubicBezTo>
                    <a:pt x="843" y="177"/>
                    <a:pt x="862" y="135"/>
                    <a:pt x="839" y="118"/>
                  </a:cubicBezTo>
                  <a:cubicBezTo>
                    <a:pt x="819" y="101"/>
                    <a:pt x="777" y="80"/>
                    <a:pt x="771" y="78"/>
                  </a:cubicBezTo>
                  <a:cubicBezTo>
                    <a:pt x="757" y="74"/>
                    <a:pt x="722" y="50"/>
                    <a:pt x="707" y="53"/>
                  </a:cubicBezTo>
                  <a:cubicBezTo>
                    <a:pt x="685" y="57"/>
                    <a:pt x="676" y="52"/>
                    <a:pt x="668" y="71"/>
                  </a:cubicBezTo>
                  <a:cubicBezTo>
                    <a:pt x="654" y="103"/>
                    <a:pt x="641" y="89"/>
                    <a:pt x="636" y="67"/>
                  </a:cubicBezTo>
                  <a:cubicBezTo>
                    <a:pt x="632" y="51"/>
                    <a:pt x="639" y="35"/>
                    <a:pt x="632" y="19"/>
                  </a:cubicBezTo>
                  <a:cubicBezTo>
                    <a:pt x="626" y="3"/>
                    <a:pt x="561" y="3"/>
                    <a:pt x="537" y="23"/>
                  </a:cubicBezTo>
                  <a:cubicBezTo>
                    <a:pt x="529" y="31"/>
                    <a:pt x="525" y="38"/>
                    <a:pt x="523" y="44"/>
                  </a:cubicBezTo>
                  <a:cubicBezTo>
                    <a:pt x="523" y="44"/>
                    <a:pt x="523" y="44"/>
                    <a:pt x="523" y="44"/>
                  </a:cubicBezTo>
                  <a:cubicBezTo>
                    <a:pt x="515" y="60"/>
                    <a:pt x="517" y="81"/>
                    <a:pt x="519" y="99"/>
                  </a:cubicBezTo>
                  <a:cubicBezTo>
                    <a:pt x="522" y="121"/>
                    <a:pt x="520" y="104"/>
                    <a:pt x="521" y="121"/>
                  </a:cubicBezTo>
                  <a:cubicBezTo>
                    <a:pt x="522" y="139"/>
                    <a:pt x="537" y="137"/>
                    <a:pt x="538" y="151"/>
                  </a:cubicBezTo>
                  <a:cubicBezTo>
                    <a:pt x="539" y="165"/>
                    <a:pt x="516" y="170"/>
                    <a:pt x="511" y="182"/>
                  </a:cubicBezTo>
                  <a:cubicBezTo>
                    <a:pt x="511" y="182"/>
                    <a:pt x="511" y="182"/>
                    <a:pt x="511" y="182"/>
                  </a:cubicBezTo>
                  <a:cubicBezTo>
                    <a:pt x="506" y="192"/>
                    <a:pt x="506" y="211"/>
                    <a:pt x="505" y="219"/>
                  </a:cubicBezTo>
                  <a:cubicBezTo>
                    <a:pt x="503" y="249"/>
                    <a:pt x="525" y="256"/>
                    <a:pt x="525" y="256"/>
                  </a:cubicBezTo>
                  <a:cubicBezTo>
                    <a:pt x="527" y="257"/>
                    <a:pt x="527" y="257"/>
                    <a:pt x="527" y="257"/>
                  </a:cubicBezTo>
                  <a:cubicBezTo>
                    <a:pt x="517" y="258"/>
                    <a:pt x="507" y="258"/>
                    <a:pt x="496" y="258"/>
                  </a:cubicBezTo>
                  <a:cubicBezTo>
                    <a:pt x="489" y="258"/>
                    <a:pt x="481" y="258"/>
                    <a:pt x="474" y="257"/>
                  </a:cubicBezTo>
                  <a:cubicBezTo>
                    <a:pt x="474" y="257"/>
                    <a:pt x="474" y="257"/>
                    <a:pt x="474" y="257"/>
                  </a:cubicBezTo>
                  <a:cubicBezTo>
                    <a:pt x="474" y="257"/>
                    <a:pt x="474" y="256"/>
                    <a:pt x="475" y="256"/>
                  </a:cubicBezTo>
                  <a:cubicBezTo>
                    <a:pt x="475" y="256"/>
                    <a:pt x="475" y="255"/>
                    <a:pt x="476" y="255"/>
                  </a:cubicBezTo>
                  <a:cubicBezTo>
                    <a:pt x="476" y="255"/>
                    <a:pt x="476" y="255"/>
                    <a:pt x="476" y="255"/>
                  </a:cubicBezTo>
                  <a:cubicBezTo>
                    <a:pt x="476" y="254"/>
                    <a:pt x="476" y="254"/>
                    <a:pt x="477" y="254"/>
                  </a:cubicBezTo>
                  <a:cubicBezTo>
                    <a:pt x="477" y="254"/>
                    <a:pt x="477" y="253"/>
                    <a:pt x="477" y="253"/>
                  </a:cubicBezTo>
                  <a:cubicBezTo>
                    <a:pt x="477" y="253"/>
                    <a:pt x="478" y="252"/>
                    <a:pt x="478" y="252"/>
                  </a:cubicBezTo>
                  <a:cubicBezTo>
                    <a:pt x="478" y="252"/>
                    <a:pt x="478" y="252"/>
                    <a:pt x="478" y="251"/>
                  </a:cubicBezTo>
                  <a:cubicBezTo>
                    <a:pt x="478" y="251"/>
                    <a:pt x="479" y="251"/>
                    <a:pt x="479" y="250"/>
                  </a:cubicBezTo>
                  <a:cubicBezTo>
                    <a:pt x="479" y="250"/>
                    <a:pt x="479" y="250"/>
                    <a:pt x="479" y="249"/>
                  </a:cubicBezTo>
                  <a:cubicBezTo>
                    <a:pt x="480" y="249"/>
                    <a:pt x="480" y="248"/>
                    <a:pt x="480" y="248"/>
                  </a:cubicBezTo>
                  <a:cubicBezTo>
                    <a:pt x="480" y="247"/>
                    <a:pt x="480" y="247"/>
                    <a:pt x="481" y="247"/>
                  </a:cubicBezTo>
                  <a:cubicBezTo>
                    <a:pt x="481" y="246"/>
                    <a:pt x="481" y="246"/>
                    <a:pt x="481" y="245"/>
                  </a:cubicBezTo>
                  <a:cubicBezTo>
                    <a:pt x="481" y="245"/>
                    <a:pt x="482" y="244"/>
                    <a:pt x="482" y="244"/>
                  </a:cubicBezTo>
                  <a:cubicBezTo>
                    <a:pt x="482" y="244"/>
                    <a:pt x="482" y="243"/>
                    <a:pt x="482" y="242"/>
                  </a:cubicBezTo>
                  <a:cubicBezTo>
                    <a:pt x="483" y="242"/>
                    <a:pt x="483" y="241"/>
                    <a:pt x="483" y="241"/>
                  </a:cubicBezTo>
                  <a:cubicBezTo>
                    <a:pt x="483" y="240"/>
                    <a:pt x="483" y="240"/>
                    <a:pt x="483" y="239"/>
                  </a:cubicBezTo>
                  <a:cubicBezTo>
                    <a:pt x="484" y="239"/>
                    <a:pt x="484" y="238"/>
                    <a:pt x="484" y="238"/>
                  </a:cubicBezTo>
                  <a:cubicBezTo>
                    <a:pt x="484" y="237"/>
                    <a:pt x="484" y="236"/>
                    <a:pt x="484" y="235"/>
                  </a:cubicBezTo>
                  <a:cubicBezTo>
                    <a:pt x="484" y="235"/>
                    <a:pt x="485" y="234"/>
                    <a:pt x="485" y="234"/>
                  </a:cubicBezTo>
                  <a:cubicBezTo>
                    <a:pt x="485" y="233"/>
                    <a:pt x="485" y="232"/>
                    <a:pt x="485" y="231"/>
                  </a:cubicBezTo>
                  <a:cubicBezTo>
                    <a:pt x="485" y="231"/>
                    <a:pt x="485" y="230"/>
                    <a:pt x="485" y="230"/>
                  </a:cubicBezTo>
                  <a:cubicBezTo>
                    <a:pt x="485" y="229"/>
                    <a:pt x="485" y="228"/>
                    <a:pt x="485" y="227"/>
                  </a:cubicBezTo>
                  <a:cubicBezTo>
                    <a:pt x="485" y="226"/>
                    <a:pt x="486" y="226"/>
                    <a:pt x="486" y="225"/>
                  </a:cubicBezTo>
                  <a:cubicBezTo>
                    <a:pt x="486" y="224"/>
                    <a:pt x="486" y="223"/>
                    <a:pt x="486" y="222"/>
                  </a:cubicBezTo>
                  <a:cubicBezTo>
                    <a:pt x="486" y="222"/>
                    <a:pt x="486" y="221"/>
                    <a:pt x="486" y="221"/>
                  </a:cubicBezTo>
                  <a:cubicBezTo>
                    <a:pt x="486" y="219"/>
                    <a:pt x="485" y="217"/>
                    <a:pt x="485" y="215"/>
                  </a:cubicBezTo>
                  <a:cubicBezTo>
                    <a:pt x="483" y="186"/>
                    <a:pt x="443" y="201"/>
                    <a:pt x="439" y="178"/>
                  </a:cubicBezTo>
                  <a:cubicBezTo>
                    <a:pt x="435" y="155"/>
                    <a:pt x="456" y="155"/>
                    <a:pt x="462" y="145"/>
                  </a:cubicBezTo>
                  <a:cubicBezTo>
                    <a:pt x="469" y="134"/>
                    <a:pt x="453" y="118"/>
                    <a:pt x="456" y="101"/>
                  </a:cubicBezTo>
                  <a:cubicBezTo>
                    <a:pt x="462" y="57"/>
                    <a:pt x="483" y="36"/>
                    <a:pt x="440" y="14"/>
                  </a:cubicBezTo>
                  <a:cubicBezTo>
                    <a:pt x="412" y="0"/>
                    <a:pt x="386" y="1"/>
                    <a:pt x="380" y="17"/>
                  </a:cubicBezTo>
                  <a:cubicBezTo>
                    <a:pt x="372" y="32"/>
                    <a:pt x="366" y="78"/>
                    <a:pt x="363" y="94"/>
                  </a:cubicBezTo>
                  <a:cubicBezTo>
                    <a:pt x="358" y="115"/>
                    <a:pt x="343" y="127"/>
                    <a:pt x="329" y="95"/>
                  </a:cubicBezTo>
                  <a:cubicBezTo>
                    <a:pt x="321" y="76"/>
                    <a:pt x="301" y="54"/>
                    <a:pt x="280" y="50"/>
                  </a:cubicBezTo>
                  <a:cubicBezTo>
                    <a:pt x="264" y="47"/>
                    <a:pt x="240" y="81"/>
                    <a:pt x="227" y="85"/>
                  </a:cubicBezTo>
                  <a:cubicBezTo>
                    <a:pt x="210" y="89"/>
                    <a:pt x="175" y="99"/>
                    <a:pt x="187" y="119"/>
                  </a:cubicBezTo>
                  <a:cubicBezTo>
                    <a:pt x="198" y="141"/>
                    <a:pt x="221" y="140"/>
                    <a:pt x="215" y="174"/>
                  </a:cubicBezTo>
                  <a:cubicBezTo>
                    <a:pt x="210" y="200"/>
                    <a:pt x="187" y="219"/>
                    <a:pt x="165" y="209"/>
                  </a:cubicBezTo>
                  <a:cubicBezTo>
                    <a:pt x="157" y="205"/>
                    <a:pt x="149" y="193"/>
                    <a:pt x="144" y="185"/>
                  </a:cubicBezTo>
                  <a:cubicBezTo>
                    <a:pt x="139" y="178"/>
                    <a:pt x="124" y="168"/>
                    <a:pt x="115" y="166"/>
                  </a:cubicBezTo>
                  <a:cubicBezTo>
                    <a:pt x="93" y="163"/>
                    <a:pt x="95" y="183"/>
                    <a:pt x="91" y="199"/>
                  </a:cubicBezTo>
                  <a:cubicBezTo>
                    <a:pt x="88" y="212"/>
                    <a:pt x="79" y="233"/>
                    <a:pt x="69" y="242"/>
                  </a:cubicBezTo>
                  <a:cubicBezTo>
                    <a:pt x="63" y="248"/>
                    <a:pt x="50" y="273"/>
                    <a:pt x="44" y="280"/>
                  </a:cubicBezTo>
                  <a:cubicBezTo>
                    <a:pt x="24" y="308"/>
                    <a:pt x="29" y="328"/>
                    <a:pt x="29" y="353"/>
                  </a:cubicBezTo>
                  <a:cubicBezTo>
                    <a:pt x="30" y="369"/>
                    <a:pt x="37" y="391"/>
                    <a:pt x="53" y="389"/>
                  </a:cubicBezTo>
                  <a:cubicBezTo>
                    <a:pt x="79" y="385"/>
                    <a:pt x="86" y="400"/>
                    <a:pt x="85" y="417"/>
                  </a:cubicBezTo>
                  <a:cubicBezTo>
                    <a:pt x="84" y="448"/>
                    <a:pt x="47" y="436"/>
                    <a:pt x="28" y="439"/>
                  </a:cubicBezTo>
                  <a:cubicBezTo>
                    <a:pt x="0" y="445"/>
                    <a:pt x="12" y="518"/>
                    <a:pt x="36" y="525"/>
                  </a:cubicBezTo>
                  <a:cubicBezTo>
                    <a:pt x="51" y="533"/>
                    <a:pt x="71" y="534"/>
                    <a:pt x="97" y="527"/>
                  </a:cubicBezTo>
                  <a:cubicBezTo>
                    <a:pt x="122" y="520"/>
                    <a:pt x="121" y="522"/>
                    <a:pt x="133" y="509"/>
                  </a:cubicBezTo>
                  <a:cubicBezTo>
                    <a:pt x="145" y="496"/>
                    <a:pt x="149" y="494"/>
                    <a:pt x="148" y="462"/>
                  </a:cubicBezTo>
                  <a:cubicBezTo>
                    <a:pt x="147" y="443"/>
                    <a:pt x="148" y="424"/>
                    <a:pt x="154" y="411"/>
                  </a:cubicBezTo>
                  <a:cubicBezTo>
                    <a:pt x="158" y="401"/>
                    <a:pt x="167" y="391"/>
                    <a:pt x="172" y="389"/>
                  </a:cubicBezTo>
                  <a:cubicBezTo>
                    <a:pt x="183" y="385"/>
                    <a:pt x="190" y="399"/>
                    <a:pt x="202" y="416"/>
                  </a:cubicBezTo>
                  <a:cubicBezTo>
                    <a:pt x="200" y="412"/>
                    <a:pt x="198" y="408"/>
                    <a:pt x="197" y="405"/>
                  </a:cubicBezTo>
                  <a:cubicBezTo>
                    <a:pt x="200" y="412"/>
                    <a:pt x="205" y="420"/>
                    <a:pt x="207" y="426"/>
                  </a:cubicBezTo>
                  <a:cubicBezTo>
                    <a:pt x="212" y="438"/>
                    <a:pt x="213" y="497"/>
                    <a:pt x="208" y="517"/>
                  </a:cubicBezTo>
                  <a:cubicBezTo>
                    <a:pt x="199" y="556"/>
                    <a:pt x="187" y="542"/>
                    <a:pt x="195" y="581"/>
                  </a:cubicBezTo>
                  <a:cubicBezTo>
                    <a:pt x="202" y="617"/>
                    <a:pt x="186" y="635"/>
                    <a:pt x="169" y="597"/>
                  </a:cubicBezTo>
                  <a:cubicBezTo>
                    <a:pt x="158" y="569"/>
                    <a:pt x="160" y="581"/>
                    <a:pt x="143" y="554"/>
                  </a:cubicBezTo>
                  <a:cubicBezTo>
                    <a:pt x="117" y="516"/>
                    <a:pt x="93" y="549"/>
                    <a:pt x="52" y="553"/>
                  </a:cubicBezTo>
                  <a:cubicBezTo>
                    <a:pt x="27" y="559"/>
                    <a:pt x="50" y="611"/>
                    <a:pt x="52" y="639"/>
                  </a:cubicBezTo>
                  <a:cubicBezTo>
                    <a:pt x="54" y="667"/>
                    <a:pt x="67" y="695"/>
                    <a:pt x="91" y="709"/>
                  </a:cubicBezTo>
                  <a:cubicBezTo>
                    <a:pt x="115" y="723"/>
                    <a:pt x="121" y="711"/>
                    <a:pt x="135" y="727"/>
                  </a:cubicBezTo>
                  <a:cubicBezTo>
                    <a:pt x="149" y="743"/>
                    <a:pt x="133" y="761"/>
                    <a:pt x="164" y="762"/>
                  </a:cubicBezTo>
                  <a:cubicBezTo>
                    <a:pt x="195" y="763"/>
                    <a:pt x="185" y="738"/>
                    <a:pt x="223" y="738"/>
                  </a:cubicBezTo>
                  <a:cubicBezTo>
                    <a:pt x="261" y="738"/>
                    <a:pt x="240" y="776"/>
                    <a:pt x="288" y="770"/>
                  </a:cubicBezTo>
                  <a:cubicBezTo>
                    <a:pt x="336" y="764"/>
                    <a:pt x="337" y="764"/>
                    <a:pt x="347" y="726"/>
                  </a:cubicBezTo>
                  <a:cubicBezTo>
                    <a:pt x="357" y="688"/>
                    <a:pt x="343" y="681"/>
                    <a:pt x="311" y="681"/>
                  </a:cubicBezTo>
                  <a:cubicBezTo>
                    <a:pt x="287" y="677"/>
                    <a:pt x="269" y="658"/>
                    <a:pt x="270" y="650"/>
                  </a:cubicBezTo>
                  <a:cubicBezTo>
                    <a:pt x="270" y="645"/>
                    <a:pt x="275" y="634"/>
                    <a:pt x="316" y="634"/>
                  </a:cubicBezTo>
                  <a:cubicBezTo>
                    <a:pt x="358" y="634"/>
                    <a:pt x="371" y="651"/>
                    <a:pt x="391" y="643"/>
                  </a:cubicBezTo>
                  <a:cubicBezTo>
                    <a:pt x="411" y="635"/>
                    <a:pt x="411" y="618"/>
                    <a:pt x="413" y="620"/>
                  </a:cubicBezTo>
                  <a:cubicBezTo>
                    <a:pt x="418" y="632"/>
                    <a:pt x="424" y="648"/>
                    <a:pt x="455" y="647"/>
                  </a:cubicBezTo>
                  <a:cubicBezTo>
                    <a:pt x="471" y="647"/>
                    <a:pt x="487" y="640"/>
                    <a:pt x="495" y="613"/>
                  </a:cubicBezTo>
                  <a:cubicBezTo>
                    <a:pt x="503" y="640"/>
                    <a:pt x="518" y="647"/>
                    <a:pt x="534" y="647"/>
                  </a:cubicBezTo>
                  <a:cubicBezTo>
                    <a:pt x="565" y="648"/>
                    <a:pt x="571" y="632"/>
                    <a:pt x="576" y="620"/>
                  </a:cubicBezTo>
                  <a:cubicBezTo>
                    <a:pt x="578" y="618"/>
                    <a:pt x="578" y="635"/>
                    <a:pt x="598" y="643"/>
                  </a:cubicBezTo>
                  <a:cubicBezTo>
                    <a:pt x="618" y="651"/>
                    <a:pt x="633" y="639"/>
                    <a:pt x="675" y="639"/>
                  </a:cubicBezTo>
                  <a:cubicBezTo>
                    <a:pt x="690" y="639"/>
                    <a:pt x="705" y="636"/>
                    <a:pt x="710" y="643"/>
                  </a:cubicBezTo>
                  <a:cubicBezTo>
                    <a:pt x="717" y="656"/>
                    <a:pt x="703" y="676"/>
                    <a:pt x="692" y="677"/>
                  </a:cubicBezTo>
                  <a:cubicBezTo>
                    <a:pt x="665" y="681"/>
                    <a:pt x="645" y="749"/>
                    <a:pt x="693" y="755"/>
                  </a:cubicBezTo>
                  <a:cubicBezTo>
                    <a:pt x="741" y="761"/>
                    <a:pt x="719" y="703"/>
                    <a:pt x="757" y="703"/>
                  </a:cubicBezTo>
                  <a:cubicBezTo>
                    <a:pt x="795" y="703"/>
                    <a:pt x="793" y="741"/>
                    <a:pt x="823" y="734"/>
                  </a:cubicBezTo>
                  <a:cubicBezTo>
                    <a:pt x="842" y="729"/>
                    <a:pt x="837" y="734"/>
                    <a:pt x="851" y="718"/>
                  </a:cubicBezTo>
                  <a:cubicBezTo>
                    <a:pt x="865" y="702"/>
                    <a:pt x="877" y="728"/>
                    <a:pt x="901" y="714"/>
                  </a:cubicBezTo>
                  <a:cubicBezTo>
                    <a:pt x="925" y="700"/>
                    <a:pt x="945" y="649"/>
                    <a:pt x="947" y="621"/>
                  </a:cubicBezTo>
                  <a:cubicBezTo>
                    <a:pt x="947" y="621"/>
                    <a:pt x="952" y="567"/>
                    <a:pt x="931" y="562"/>
                  </a:cubicBezTo>
                  <a:cubicBezTo>
                    <a:pt x="923" y="559"/>
                    <a:pt x="889" y="553"/>
                    <a:pt x="881" y="555"/>
                  </a:cubicBezTo>
                  <a:cubicBezTo>
                    <a:pt x="866" y="559"/>
                    <a:pt x="855" y="584"/>
                    <a:pt x="849" y="597"/>
                  </a:cubicBezTo>
                  <a:cubicBezTo>
                    <a:pt x="841" y="617"/>
                    <a:pt x="828" y="637"/>
                    <a:pt x="811" y="631"/>
                  </a:cubicBezTo>
                  <a:cubicBezTo>
                    <a:pt x="793" y="625"/>
                    <a:pt x="805" y="601"/>
                    <a:pt x="807" y="590"/>
                  </a:cubicBezTo>
                  <a:cubicBezTo>
                    <a:pt x="808" y="577"/>
                    <a:pt x="812" y="559"/>
                    <a:pt x="821" y="545"/>
                  </a:cubicBezTo>
                  <a:cubicBezTo>
                    <a:pt x="842" y="511"/>
                    <a:pt x="803" y="509"/>
                    <a:pt x="799" y="485"/>
                  </a:cubicBezTo>
                  <a:cubicBezTo>
                    <a:pt x="797" y="473"/>
                    <a:pt x="787" y="460"/>
                    <a:pt x="785" y="449"/>
                  </a:cubicBezTo>
                  <a:cubicBezTo>
                    <a:pt x="789" y="438"/>
                    <a:pt x="803" y="438"/>
                    <a:pt x="816" y="435"/>
                  </a:cubicBezTo>
                  <a:cubicBezTo>
                    <a:pt x="831" y="433"/>
                    <a:pt x="835" y="441"/>
                    <a:pt x="848" y="429"/>
                  </a:cubicBezTo>
                  <a:cubicBezTo>
                    <a:pt x="861" y="417"/>
                    <a:pt x="868" y="418"/>
                    <a:pt x="877" y="434"/>
                  </a:cubicBezTo>
                  <a:cubicBezTo>
                    <a:pt x="885" y="448"/>
                    <a:pt x="890" y="467"/>
                    <a:pt x="891" y="487"/>
                  </a:cubicBezTo>
                  <a:cubicBezTo>
                    <a:pt x="891" y="486"/>
                    <a:pt x="891" y="486"/>
                    <a:pt x="891" y="486"/>
                  </a:cubicBezTo>
                  <a:cubicBezTo>
                    <a:pt x="891" y="487"/>
                    <a:pt x="890" y="489"/>
                    <a:pt x="890" y="490"/>
                  </a:cubicBezTo>
                  <a:cubicBezTo>
                    <a:pt x="889" y="496"/>
                    <a:pt x="887" y="518"/>
                    <a:pt x="899" y="522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51" name="Freeform 89">
              <a:extLst>
                <a:ext uri="{FF2B5EF4-FFF2-40B4-BE49-F238E27FC236}">
                  <a16:creationId xmlns:a16="http://schemas.microsoft.com/office/drawing/2014/main" id="{B4AA79C5-ECA9-4E0D-8591-3C40E210B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803"/>
              <a:ext cx="172" cy="210"/>
            </a:xfrm>
            <a:custGeom>
              <a:avLst/>
              <a:gdLst>
                <a:gd name="T0" fmla="*/ 715 w 69"/>
                <a:gd name="T1" fmla="*/ 375 h 79"/>
                <a:gd name="T2" fmla="*/ 1069 w 69"/>
                <a:gd name="T3" fmla="*/ 431 h 79"/>
                <a:gd name="T4" fmla="*/ 1025 w 69"/>
                <a:gd name="T5" fmla="*/ 261 h 79"/>
                <a:gd name="T6" fmla="*/ 434 w 69"/>
                <a:gd name="T7" fmla="*/ 191 h 79"/>
                <a:gd name="T8" fmla="*/ 279 w 69"/>
                <a:gd name="T9" fmla="*/ 861 h 79"/>
                <a:gd name="T10" fmla="*/ 92 w 69"/>
                <a:gd name="T11" fmla="*/ 1483 h 79"/>
                <a:gd name="T12" fmla="*/ 446 w 69"/>
                <a:gd name="T13" fmla="*/ 750 h 79"/>
                <a:gd name="T14" fmla="*/ 715 w 69"/>
                <a:gd name="T15" fmla="*/ 375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79">
                  <a:moveTo>
                    <a:pt x="46" y="20"/>
                  </a:moveTo>
                  <a:cubicBezTo>
                    <a:pt x="56" y="16"/>
                    <a:pt x="63" y="18"/>
                    <a:pt x="69" y="23"/>
                  </a:cubicBezTo>
                  <a:cubicBezTo>
                    <a:pt x="69" y="20"/>
                    <a:pt x="68" y="17"/>
                    <a:pt x="66" y="14"/>
                  </a:cubicBezTo>
                  <a:cubicBezTo>
                    <a:pt x="56" y="0"/>
                    <a:pt x="48" y="8"/>
                    <a:pt x="28" y="10"/>
                  </a:cubicBezTo>
                  <a:cubicBezTo>
                    <a:pt x="12" y="16"/>
                    <a:pt x="20" y="26"/>
                    <a:pt x="18" y="46"/>
                  </a:cubicBezTo>
                  <a:cubicBezTo>
                    <a:pt x="16" y="62"/>
                    <a:pt x="0" y="76"/>
                    <a:pt x="6" y="79"/>
                  </a:cubicBezTo>
                  <a:cubicBezTo>
                    <a:pt x="17" y="68"/>
                    <a:pt x="30" y="54"/>
                    <a:pt x="29" y="40"/>
                  </a:cubicBezTo>
                  <a:cubicBezTo>
                    <a:pt x="27" y="27"/>
                    <a:pt x="33" y="26"/>
                    <a:pt x="46" y="20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52" name="Freeform 90">
              <a:extLst>
                <a:ext uri="{FF2B5EF4-FFF2-40B4-BE49-F238E27FC236}">
                  <a16:creationId xmlns:a16="http://schemas.microsoft.com/office/drawing/2014/main" id="{C25152EC-D9D5-4C6B-9DB1-3A4AD7642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2749"/>
              <a:ext cx="311" cy="166"/>
            </a:xfrm>
            <a:custGeom>
              <a:avLst/>
              <a:gdLst>
                <a:gd name="T0" fmla="*/ 567 w 124"/>
                <a:gd name="T1" fmla="*/ 1017 h 62"/>
                <a:gd name="T2" fmla="*/ 1076 w 124"/>
                <a:gd name="T3" fmla="*/ 710 h 62"/>
                <a:gd name="T4" fmla="*/ 1465 w 124"/>
                <a:gd name="T5" fmla="*/ 517 h 62"/>
                <a:gd name="T6" fmla="*/ 1718 w 124"/>
                <a:gd name="T7" fmla="*/ 653 h 62"/>
                <a:gd name="T8" fmla="*/ 1874 w 124"/>
                <a:gd name="T9" fmla="*/ 150 h 62"/>
                <a:gd name="T10" fmla="*/ 1736 w 124"/>
                <a:gd name="T11" fmla="*/ 35 h 62"/>
                <a:gd name="T12" fmla="*/ 1056 w 124"/>
                <a:gd name="T13" fmla="*/ 479 h 62"/>
                <a:gd name="T14" fmla="*/ 238 w 124"/>
                <a:gd name="T15" fmla="*/ 881 h 62"/>
                <a:gd name="T16" fmla="*/ 238 w 124"/>
                <a:gd name="T17" fmla="*/ 1189 h 62"/>
                <a:gd name="T18" fmla="*/ 567 w 124"/>
                <a:gd name="T19" fmla="*/ 1017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62">
                  <a:moveTo>
                    <a:pt x="36" y="53"/>
                  </a:moveTo>
                  <a:cubicBezTo>
                    <a:pt x="52" y="49"/>
                    <a:pt x="53" y="48"/>
                    <a:pt x="68" y="37"/>
                  </a:cubicBezTo>
                  <a:cubicBezTo>
                    <a:pt x="82" y="27"/>
                    <a:pt x="81" y="28"/>
                    <a:pt x="93" y="27"/>
                  </a:cubicBezTo>
                  <a:cubicBezTo>
                    <a:pt x="103" y="26"/>
                    <a:pt x="102" y="29"/>
                    <a:pt x="109" y="34"/>
                  </a:cubicBezTo>
                  <a:cubicBezTo>
                    <a:pt x="108" y="25"/>
                    <a:pt x="114" y="15"/>
                    <a:pt x="119" y="8"/>
                  </a:cubicBezTo>
                  <a:cubicBezTo>
                    <a:pt x="124" y="0"/>
                    <a:pt x="114" y="0"/>
                    <a:pt x="110" y="2"/>
                  </a:cubicBezTo>
                  <a:cubicBezTo>
                    <a:pt x="95" y="10"/>
                    <a:pt x="81" y="22"/>
                    <a:pt x="67" y="25"/>
                  </a:cubicBezTo>
                  <a:cubicBezTo>
                    <a:pt x="48" y="30"/>
                    <a:pt x="39" y="48"/>
                    <a:pt x="15" y="46"/>
                  </a:cubicBezTo>
                  <a:cubicBezTo>
                    <a:pt x="4" y="44"/>
                    <a:pt x="0" y="60"/>
                    <a:pt x="15" y="62"/>
                  </a:cubicBezTo>
                  <a:cubicBezTo>
                    <a:pt x="14" y="55"/>
                    <a:pt x="20" y="57"/>
                    <a:pt x="36" y="53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53" name="Freeform 91">
              <a:extLst>
                <a:ext uri="{FF2B5EF4-FFF2-40B4-BE49-F238E27FC236}">
                  <a16:creationId xmlns:a16="http://schemas.microsoft.com/office/drawing/2014/main" id="{20980834-18EA-40CD-89D9-21E7991CC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701"/>
              <a:ext cx="215" cy="200"/>
            </a:xfrm>
            <a:custGeom>
              <a:avLst/>
              <a:gdLst>
                <a:gd name="T0" fmla="*/ 1113 w 86"/>
                <a:gd name="T1" fmla="*/ 1331 h 75"/>
                <a:gd name="T2" fmla="*/ 1313 w 86"/>
                <a:gd name="T3" fmla="*/ 1421 h 75"/>
                <a:gd name="T4" fmla="*/ 1238 w 86"/>
                <a:gd name="T5" fmla="*/ 1229 h 75"/>
                <a:gd name="T6" fmla="*/ 988 w 86"/>
                <a:gd name="T7" fmla="*/ 832 h 75"/>
                <a:gd name="T8" fmla="*/ 563 w 86"/>
                <a:gd name="T9" fmla="*/ 171 h 75"/>
                <a:gd name="T10" fmla="*/ 33 w 86"/>
                <a:gd name="T11" fmla="*/ 171 h 75"/>
                <a:gd name="T12" fmla="*/ 208 w 86"/>
                <a:gd name="T13" fmla="*/ 568 h 75"/>
                <a:gd name="T14" fmla="*/ 238 w 86"/>
                <a:gd name="T15" fmla="*/ 341 h 75"/>
                <a:gd name="T16" fmla="*/ 720 w 86"/>
                <a:gd name="T17" fmla="*/ 627 h 75"/>
                <a:gd name="T18" fmla="*/ 1113 w 86"/>
                <a:gd name="T19" fmla="*/ 1331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75">
                  <a:moveTo>
                    <a:pt x="71" y="70"/>
                  </a:moveTo>
                  <a:cubicBezTo>
                    <a:pt x="76" y="72"/>
                    <a:pt x="81" y="74"/>
                    <a:pt x="84" y="75"/>
                  </a:cubicBezTo>
                  <a:cubicBezTo>
                    <a:pt x="86" y="72"/>
                    <a:pt x="85" y="68"/>
                    <a:pt x="79" y="65"/>
                  </a:cubicBezTo>
                  <a:cubicBezTo>
                    <a:pt x="69" y="59"/>
                    <a:pt x="65" y="49"/>
                    <a:pt x="63" y="44"/>
                  </a:cubicBezTo>
                  <a:cubicBezTo>
                    <a:pt x="56" y="31"/>
                    <a:pt x="50" y="16"/>
                    <a:pt x="36" y="9"/>
                  </a:cubicBezTo>
                  <a:cubicBezTo>
                    <a:pt x="29" y="6"/>
                    <a:pt x="6" y="0"/>
                    <a:pt x="2" y="9"/>
                  </a:cubicBezTo>
                  <a:cubicBezTo>
                    <a:pt x="0" y="15"/>
                    <a:pt x="8" y="23"/>
                    <a:pt x="13" y="30"/>
                  </a:cubicBezTo>
                  <a:cubicBezTo>
                    <a:pt x="11" y="24"/>
                    <a:pt x="10" y="21"/>
                    <a:pt x="15" y="18"/>
                  </a:cubicBezTo>
                  <a:cubicBezTo>
                    <a:pt x="23" y="13"/>
                    <a:pt x="31" y="15"/>
                    <a:pt x="46" y="33"/>
                  </a:cubicBezTo>
                  <a:cubicBezTo>
                    <a:pt x="60" y="50"/>
                    <a:pt x="54" y="63"/>
                    <a:pt x="71" y="70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54" name="Freeform 92">
              <a:extLst>
                <a:ext uri="{FF2B5EF4-FFF2-40B4-BE49-F238E27FC236}">
                  <a16:creationId xmlns:a16="http://schemas.microsoft.com/office/drawing/2014/main" id="{629A7AFC-B9D7-4AF1-B166-2037B871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219"/>
              <a:ext cx="97" cy="368"/>
            </a:xfrm>
            <a:custGeom>
              <a:avLst/>
              <a:gdLst>
                <a:gd name="T0" fmla="*/ 154 w 39"/>
                <a:gd name="T1" fmla="*/ 1459 h 138"/>
                <a:gd name="T2" fmla="*/ 415 w 39"/>
                <a:gd name="T3" fmla="*/ 2027 h 138"/>
                <a:gd name="T4" fmla="*/ 0 w 39"/>
                <a:gd name="T5" fmla="*/ 2616 h 138"/>
                <a:gd name="T6" fmla="*/ 62 w 39"/>
                <a:gd name="T7" fmla="*/ 2539 h 138"/>
                <a:gd name="T8" fmla="*/ 587 w 39"/>
                <a:gd name="T9" fmla="*/ 2069 h 138"/>
                <a:gd name="T10" fmla="*/ 279 w 39"/>
                <a:gd name="T11" fmla="*/ 1557 h 138"/>
                <a:gd name="T12" fmla="*/ 187 w 39"/>
                <a:gd name="T13" fmla="*/ 320 h 138"/>
                <a:gd name="T14" fmla="*/ 187 w 39"/>
                <a:gd name="T15" fmla="*/ 0 h 138"/>
                <a:gd name="T16" fmla="*/ 124 w 39"/>
                <a:gd name="T17" fmla="*/ 1045 h 138"/>
                <a:gd name="T18" fmla="*/ 154 w 39"/>
                <a:gd name="T19" fmla="*/ 1459 h 1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38">
                  <a:moveTo>
                    <a:pt x="10" y="77"/>
                  </a:moveTo>
                  <a:cubicBezTo>
                    <a:pt x="11" y="95"/>
                    <a:pt x="26" y="93"/>
                    <a:pt x="27" y="107"/>
                  </a:cubicBezTo>
                  <a:cubicBezTo>
                    <a:pt x="28" y="121"/>
                    <a:pt x="5" y="126"/>
                    <a:pt x="0" y="138"/>
                  </a:cubicBezTo>
                  <a:cubicBezTo>
                    <a:pt x="1" y="136"/>
                    <a:pt x="2" y="135"/>
                    <a:pt x="4" y="134"/>
                  </a:cubicBezTo>
                  <a:cubicBezTo>
                    <a:pt x="22" y="122"/>
                    <a:pt x="39" y="136"/>
                    <a:pt x="38" y="109"/>
                  </a:cubicBezTo>
                  <a:cubicBezTo>
                    <a:pt x="37" y="81"/>
                    <a:pt x="28" y="92"/>
                    <a:pt x="18" y="82"/>
                  </a:cubicBezTo>
                  <a:cubicBezTo>
                    <a:pt x="12" y="75"/>
                    <a:pt x="12" y="26"/>
                    <a:pt x="12" y="17"/>
                  </a:cubicBezTo>
                  <a:cubicBezTo>
                    <a:pt x="11" y="12"/>
                    <a:pt x="11" y="7"/>
                    <a:pt x="12" y="0"/>
                  </a:cubicBezTo>
                  <a:cubicBezTo>
                    <a:pt x="4" y="16"/>
                    <a:pt x="6" y="37"/>
                    <a:pt x="8" y="55"/>
                  </a:cubicBezTo>
                  <a:cubicBezTo>
                    <a:pt x="11" y="77"/>
                    <a:pt x="9" y="60"/>
                    <a:pt x="10" y="77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55" name="Freeform 93">
              <a:extLst>
                <a:ext uri="{FF2B5EF4-FFF2-40B4-BE49-F238E27FC236}">
                  <a16:creationId xmlns:a16="http://schemas.microsoft.com/office/drawing/2014/main" id="{A9886EBE-EF5E-4250-831C-9A0752947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160"/>
              <a:ext cx="280" cy="240"/>
            </a:xfrm>
            <a:custGeom>
              <a:avLst/>
              <a:gdLst>
                <a:gd name="T0" fmla="*/ 520 w 112"/>
                <a:gd name="T1" fmla="*/ 717 h 90"/>
                <a:gd name="T2" fmla="*/ 1020 w 112"/>
                <a:gd name="T3" fmla="*/ 605 h 90"/>
                <a:gd name="T4" fmla="*/ 1470 w 112"/>
                <a:gd name="T5" fmla="*/ 704 h 90"/>
                <a:gd name="T6" fmla="*/ 1688 w 112"/>
                <a:gd name="T7" fmla="*/ 1707 h 90"/>
                <a:gd name="T8" fmla="*/ 1720 w 112"/>
                <a:gd name="T9" fmla="*/ 1459 h 90"/>
                <a:gd name="T10" fmla="*/ 1188 w 112"/>
                <a:gd name="T11" fmla="*/ 77 h 90"/>
                <a:gd name="T12" fmla="*/ 770 w 112"/>
                <a:gd name="T13" fmla="*/ 435 h 90"/>
                <a:gd name="T14" fmla="*/ 188 w 112"/>
                <a:gd name="T15" fmla="*/ 627 h 90"/>
                <a:gd name="T16" fmla="*/ 33 w 112"/>
                <a:gd name="T17" fmla="*/ 989 h 90"/>
                <a:gd name="T18" fmla="*/ 520 w 112"/>
                <a:gd name="T19" fmla="*/ 717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90">
                  <a:moveTo>
                    <a:pt x="33" y="38"/>
                  </a:moveTo>
                  <a:cubicBezTo>
                    <a:pt x="48" y="36"/>
                    <a:pt x="52" y="44"/>
                    <a:pt x="65" y="32"/>
                  </a:cubicBezTo>
                  <a:cubicBezTo>
                    <a:pt x="78" y="20"/>
                    <a:pt x="85" y="21"/>
                    <a:pt x="94" y="37"/>
                  </a:cubicBezTo>
                  <a:cubicBezTo>
                    <a:pt x="102" y="51"/>
                    <a:pt x="107" y="70"/>
                    <a:pt x="108" y="90"/>
                  </a:cubicBezTo>
                  <a:cubicBezTo>
                    <a:pt x="109" y="85"/>
                    <a:pt x="110" y="80"/>
                    <a:pt x="110" y="77"/>
                  </a:cubicBezTo>
                  <a:cubicBezTo>
                    <a:pt x="111" y="68"/>
                    <a:pt x="112" y="0"/>
                    <a:pt x="76" y="4"/>
                  </a:cubicBezTo>
                  <a:cubicBezTo>
                    <a:pt x="69" y="4"/>
                    <a:pt x="57" y="22"/>
                    <a:pt x="49" y="23"/>
                  </a:cubicBezTo>
                  <a:cubicBezTo>
                    <a:pt x="39" y="25"/>
                    <a:pt x="22" y="29"/>
                    <a:pt x="12" y="33"/>
                  </a:cubicBezTo>
                  <a:cubicBezTo>
                    <a:pt x="2" y="38"/>
                    <a:pt x="0" y="45"/>
                    <a:pt x="2" y="52"/>
                  </a:cubicBezTo>
                  <a:cubicBezTo>
                    <a:pt x="6" y="41"/>
                    <a:pt x="20" y="41"/>
                    <a:pt x="33" y="38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56" name="Freeform 94">
              <a:extLst>
                <a:ext uri="{FF2B5EF4-FFF2-40B4-BE49-F238E27FC236}">
                  <a16:creationId xmlns:a16="http://schemas.microsoft.com/office/drawing/2014/main" id="{AB9917C1-782A-480E-B88F-8B550EF74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083"/>
              <a:ext cx="415" cy="442"/>
            </a:xfrm>
            <a:custGeom>
              <a:avLst/>
              <a:gdLst>
                <a:gd name="T0" fmla="*/ 958 w 166"/>
                <a:gd name="T1" fmla="*/ 2998 h 166"/>
                <a:gd name="T2" fmla="*/ 1520 w 166"/>
                <a:gd name="T3" fmla="*/ 2657 h 166"/>
                <a:gd name="T4" fmla="*/ 1750 w 166"/>
                <a:gd name="T5" fmla="*/ 1773 h 166"/>
                <a:gd name="T6" fmla="*/ 1845 w 166"/>
                <a:gd name="T7" fmla="*/ 809 h 166"/>
                <a:gd name="T8" fmla="*/ 2125 w 166"/>
                <a:gd name="T9" fmla="*/ 397 h 166"/>
                <a:gd name="T10" fmla="*/ 2595 w 166"/>
                <a:gd name="T11" fmla="*/ 908 h 166"/>
                <a:gd name="T12" fmla="*/ 2438 w 166"/>
                <a:gd name="T13" fmla="*/ 474 h 166"/>
                <a:gd name="T14" fmla="*/ 1738 w 166"/>
                <a:gd name="T15" fmla="*/ 511 h 166"/>
                <a:gd name="T16" fmla="*/ 988 w 166"/>
                <a:gd name="T17" fmla="*/ 2849 h 166"/>
                <a:gd name="T18" fmla="*/ 0 w 166"/>
                <a:gd name="T19" fmla="*/ 2964 h 166"/>
                <a:gd name="T20" fmla="*/ 958 w 166"/>
                <a:gd name="T21" fmla="*/ 2998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166">
                  <a:moveTo>
                    <a:pt x="61" y="159"/>
                  </a:moveTo>
                  <a:cubicBezTo>
                    <a:pt x="86" y="152"/>
                    <a:pt x="85" y="154"/>
                    <a:pt x="97" y="141"/>
                  </a:cubicBezTo>
                  <a:cubicBezTo>
                    <a:pt x="109" y="128"/>
                    <a:pt x="113" y="126"/>
                    <a:pt x="112" y="94"/>
                  </a:cubicBezTo>
                  <a:cubicBezTo>
                    <a:pt x="111" y="75"/>
                    <a:pt x="112" y="56"/>
                    <a:pt x="118" y="43"/>
                  </a:cubicBezTo>
                  <a:cubicBezTo>
                    <a:pt x="122" y="33"/>
                    <a:pt x="131" y="23"/>
                    <a:pt x="136" y="21"/>
                  </a:cubicBezTo>
                  <a:cubicBezTo>
                    <a:pt x="147" y="17"/>
                    <a:pt x="154" y="31"/>
                    <a:pt x="166" y="48"/>
                  </a:cubicBezTo>
                  <a:cubicBezTo>
                    <a:pt x="162" y="40"/>
                    <a:pt x="157" y="31"/>
                    <a:pt x="156" y="25"/>
                  </a:cubicBezTo>
                  <a:cubicBezTo>
                    <a:pt x="152" y="0"/>
                    <a:pt x="130" y="1"/>
                    <a:pt x="111" y="27"/>
                  </a:cubicBezTo>
                  <a:cubicBezTo>
                    <a:pt x="83" y="67"/>
                    <a:pt x="125" y="132"/>
                    <a:pt x="63" y="151"/>
                  </a:cubicBezTo>
                  <a:cubicBezTo>
                    <a:pt x="42" y="155"/>
                    <a:pt x="18" y="163"/>
                    <a:pt x="0" y="157"/>
                  </a:cubicBezTo>
                  <a:cubicBezTo>
                    <a:pt x="15" y="165"/>
                    <a:pt x="35" y="166"/>
                    <a:pt x="61" y="159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57" name="Freeform 95">
              <a:extLst>
                <a:ext uri="{FF2B5EF4-FFF2-40B4-BE49-F238E27FC236}">
                  <a16:creationId xmlns:a16="http://schemas.microsoft.com/office/drawing/2014/main" id="{DBFA7947-102C-41BD-9C5B-66B3219E78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1" y="1101"/>
              <a:ext cx="2403" cy="2070"/>
            </a:xfrm>
            <a:custGeom>
              <a:avLst/>
              <a:gdLst>
                <a:gd name="T0" fmla="*/ 14556 w 961"/>
                <a:gd name="T1" fmla="*/ 9849 h 776"/>
                <a:gd name="T2" fmla="*/ 14526 w 961"/>
                <a:gd name="T3" fmla="*/ 6717 h 776"/>
                <a:gd name="T4" fmla="*/ 13805 w 961"/>
                <a:gd name="T5" fmla="*/ 4292 h 776"/>
                <a:gd name="T6" fmla="*/ 12055 w 961"/>
                <a:gd name="T7" fmla="*/ 1480 h 776"/>
                <a:gd name="T8" fmla="*/ 9942 w 961"/>
                <a:gd name="T9" fmla="*/ 1272 h 776"/>
                <a:gd name="T10" fmla="*/ 8179 w 961"/>
                <a:gd name="T11" fmla="*/ 1160 h 776"/>
                <a:gd name="T12" fmla="*/ 8054 w 961"/>
                <a:gd name="T13" fmla="*/ 3380 h 776"/>
                <a:gd name="T14" fmla="*/ 8242 w 961"/>
                <a:gd name="T15" fmla="*/ 4882 h 776"/>
                <a:gd name="T16" fmla="*/ 7397 w 961"/>
                <a:gd name="T17" fmla="*/ 4882 h 776"/>
                <a:gd name="T18" fmla="*/ 7584 w 961"/>
                <a:gd name="T19" fmla="*/ 4084 h 776"/>
                <a:gd name="T20" fmla="*/ 7129 w 961"/>
                <a:gd name="T21" fmla="*/ 1915 h 776"/>
                <a:gd name="T22" fmla="*/ 5676 w 961"/>
                <a:gd name="T23" fmla="*/ 1787 h 776"/>
                <a:gd name="T24" fmla="*/ 3551 w 961"/>
                <a:gd name="T25" fmla="*/ 1617 h 776"/>
                <a:gd name="T26" fmla="*/ 2583 w 961"/>
                <a:gd name="T27" fmla="*/ 3969 h 776"/>
                <a:gd name="T28" fmla="*/ 1425 w 961"/>
                <a:gd name="T29" fmla="*/ 3777 h 776"/>
                <a:gd name="T30" fmla="*/ 458 w 961"/>
                <a:gd name="T31" fmla="*/ 6703 h 776"/>
                <a:gd name="T32" fmla="*/ 438 w 961"/>
                <a:gd name="T33" fmla="*/ 8333 h 776"/>
                <a:gd name="T34" fmla="*/ 2300 w 961"/>
                <a:gd name="T35" fmla="*/ 7501 h 776"/>
                <a:gd name="T36" fmla="*/ 3251 w 961"/>
                <a:gd name="T37" fmla="*/ 9814 h 776"/>
                <a:gd name="T38" fmla="*/ 2238 w 961"/>
                <a:gd name="T39" fmla="*/ 10518 h 776"/>
                <a:gd name="T40" fmla="*/ 1425 w 961"/>
                <a:gd name="T41" fmla="*/ 13455 h 776"/>
                <a:gd name="T42" fmla="*/ 3488 w 961"/>
                <a:gd name="T43" fmla="*/ 14010 h 776"/>
                <a:gd name="T44" fmla="*/ 4864 w 961"/>
                <a:gd name="T45" fmla="*/ 12929 h 776"/>
                <a:gd name="T46" fmla="*/ 6116 w 961"/>
                <a:gd name="T47" fmla="*/ 12204 h 776"/>
                <a:gd name="T48" fmla="*/ 7742 w 961"/>
                <a:gd name="T49" fmla="*/ 11633 h 776"/>
                <a:gd name="T50" fmla="*/ 7742 w 961"/>
                <a:gd name="T51" fmla="*/ 11633 h 776"/>
                <a:gd name="T52" fmla="*/ 9347 w 961"/>
                <a:gd name="T53" fmla="*/ 12204 h 776"/>
                <a:gd name="T54" fmla="*/ 10817 w 961"/>
                <a:gd name="T55" fmla="*/ 12852 h 776"/>
                <a:gd name="T56" fmla="*/ 12868 w 961"/>
                <a:gd name="T57" fmla="*/ 13932 h 776"/>
                <a:gd name="T58" fmla="*/ 14806 w 961"/>
                <a:gd name="T59" fmla="*/ 11790 h 776"/>
                <a:gd name="T60" fmla="*/ 13275 w 961"/>
                <a:gd name="T61" fmla="*/ 11334 h 776"/>
                <a:gd name="T62" fmla="*/ 12838 w 961"/>
                <a:gd name="T63" fmla="*/ 10347 h 776"/>
                <a:gd name="T64" fmla="*/ 13005 w 961"/>
                <a:gd name="T65" fmla="*/ 7971 h 776"/>
                <a:gd name="T66" fmla="*/ 13913 w 961"/>
                <a:gd name="T67" fmla="*/ 9299 h 776"/>
                <a:gd name="T68" fmla="*/ 1500 w 961"/>
                <a:gd name="T69" fmla="*/ 5863 h 776"/>
                <a:gd name="T70" fmla="*/ 2000 w 961"/>
                <a:gd name="T71" fmla="*/ 6055 h 776"/>
                <a:gd name="T72" fmla="*/ 3301 w 961"/>
                <a:gd name="T73" fmla="*/ 13228 h 776"/>
                <a:gd name="T74" fmla="*/ 2533 w 961"/>
                <a:gd name="T75" fmla="*/ 12601 h 776"/>
                <a:gd name="T76" fmla="*/ 4158 w 961"/>
                <a:gd name="T77" fmla="*/ 11884 h 776"/>
                <a:gd name="T78" fmla="*/ 9647 w 961"/>
                <a:gd name="T79" fmla="*/ 7288 h 776"/>
                <a:gd name="T80" fmla="*/ 7742 w 961"/>
                <a:gd name="T81" fmla="*/ 11372 h 776"/>
                <a:gd name="T82" fmla="*/ 6929 w 961"/>
                <a:gd name="T83" fmla="*/ 9491 h 776"/>
                <a:gd name="T84" fmla="*/ 5471 w 961"/>
                <a:gd name="T85" fmla="*/ 4767 h 776"/>
                <a:gd name="T86" fmla="*/ 11180 w 961"/>
                <a:gd name="T87" fmla="*/ 4575 h 776"/>
                <a:gd name="T88" fmla="*/ 12255 w 961"/>
                <a:gd name="T89" fmla="*/ 12873 h 776"/>
                <a:gd name="T90" fmla="*/ 11397 w 961"/>
                <a:gd name="T91" fmla="*/ 12055 h 776"/>
                <a:gd name="T92" fmla="*/ 12130 w 961"/>
                <a:gd name="T93" fmla="*/ 12225 h 7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961" h="776">
                  <a:moveTo>
                    <a:pt x="890" y="490"/>
                  </a:moveTo>
                  <a:cubicBezTo>
                    <a:pt x="889" y="496"/>
                    <a:pt x="887" y="518"/>
                    <a:pt x="899" y="522"/>
                  </a:cubicBezTo>
                  <a:cubicBezTo>
                    <a:pt x="906" y="524"/>
                    <a:pt x="926" y="522"/>
                    <a:pt x="931" y="519"/>
                  </a:cubicBezTo>
                  <a:cubicBezTo>
                    <a:pt x="938" y="515"/>
                    <a:pt x="956" y="504"/>
                    <a:pt x="959" y="483"/>
                  </a:cubicBezTo>
                  <a:cubicBezTo>
                    <a:pt x="961" y="465"/>
                    <a:pt x="960" y="416"/>
                    <a:pt x="952" y="395"/>
                  </a:cubicBezTo>
                  <a:cubicBezTo>
                    <a:pt x="943" y="372"/>
                    <a:pt x="936" y="373"/>
                    <a:pt x="929" y="354"/>
                  </a:cubicBezTo>
                  <a:cubicBezTo>
                    <a:pt x="926" y="345"/>
                    <a:pt x="933" y="318"/>
                    <a:pt x="924" y="305"/>
                  </a:cubicBezTo>
                  <a:cubicBezTo>
                    <a:pt x="913" y="289"/>
                    <a:pt x="889" y="284"/>
                    <a:pt x="885" y="274"/>
                  </a:cubicBezTo>
                  <a:cubicBezTo>
                    <a:pt x="879" y="256"/>
                    <a:pt x="894" y="240"/>
                    <a:pt x="883" y="226"/>
                  </a:cubicBezTo>
                  <a:cubicBezTo>
                    <a:pt x="874" y="216"/>
                    <a:pt x="859" y="210"/>
                    <a:pt x="853" y="198"/>
                  </a:cubicBezTo>
                  <a:cubicBezTo>
                    <a:pt x="843" y="177"/>
                    <a:pt x="862" y="135"/>
                    <a:pt x="839" y="118"/>
                  </a:cubicBezTo>
                  <a:cubicBezTo>
                    <a:pt x="819" y="101"/>
                    <a:pt x="777" y="80"/>
                    <a:pt x="771" y="78"/>
                  </a:cubicBezTo>
                  <a:cubicBezTo>
                    <a:pt x="757" y="74"/>
                    <a:pt x="722" y="50"/>
                    <a:pt x="707" y="53"/>
                  </a:cubicBezTo>
                  <a:cubicBezTo>
                    <a:pt x="685" y="57"/>
                    <a:pt x="676" y="52"/>
                    <a:pt x="668" y="71"/>
                  </a:cubicBezTo>
                  <a:cubicBezTo>
                    <a:pt x="654" y="103"/>
                    <a:pt x="641" y="89"/>
                    <a:pt x="636" y="67"/>
                  </a:cubicBezTo>
                  <a:cubicBezTo>
                    <a:pt x="632" y="51"/>
                    <a:pt x="639" y="35"/>
                    <a:pt x="632" y="19"/>
                  </a:cubicBezTo>
                  <a:cubicBezTo>
                    <a:pt x="626" y="3"/>
                    <a:pt x="561" y="3"/>
                    <a:pt x="537" y="23"/>
                  </a:cubicBezTo>
                  <a:cubicBezTo>
                    <a:pt x="520" y="38"/>
                    <a:pt x="522" y="52"/>
                    <a:pt x="523" y="61"/>
                  </a:cubicBezTo>
                  <a:cubicBezTo>
                    <a:pt x="523" y="70"/>
                    <a:pt x="523" y="119"/>
                    <a:pt x="529" y="126"/>
                  </a:cubicBezTo>
                  <a:cubicBezTo>
                    <a:pt x="539" y="136"/>
                    <a:pt x="548" y="125"/>
                    <a:pt x="549" y="153"/>
                  </a:cubicBezTo>
                  <a:cubicBezTo>
                    <a:pt x="550" y="180"/>
                    <a:pt x="533" y="166"/>
                    <a:pt x="515" y="178"/>
                  </a:cubicBezTo>
                  <a:cubicBezTo>
                    <a:pt x="506" y="184"/>
                    <a:pt x="506" y="210"/>
                    <a:pt x="505" y="219"/>
                  </a:cubicBezTo>
                  <a:cubicBezTo>
                    <a:pt x="503" y="249"/>
                    <a:pt x="525" y="256"/>
                    <a:pt x="525" y="256"/>
                  </a:cubicBezTo>
                  <a:cubicBezTo>
                    <a:pt x="527" y="257"/>
                    <a:pt x="527" y="257"/>
                    <a:pt x="527" y="257"/>
                  </a:cubicBezTo>
                  <a:cubicBezTo>
                    <a:pt x="517" y="258"/>
                    <a:pt x="507" y="258"/>
                    <a:pt x="496" y="258"/>
                  </a:cubicBezTo>
                  <a:cubicBezTo>
                    <a:pt x="489" y="258"/>
                    <a:pt x="481" y="258"/>
                    <a:pt x="474" y="257"/>
                  </a:cubicBezTo>
                  <a:cubicBezTo>
                    <a:pt x="474" y="257"/>
                    <a:pt x="473" y="257"/>
                    <a:pt x="473" y="257"/>
                  </a:cubicBezTo>
                  <a:cubicBezTo>
                    <a:pt x="473" y="257"/>
                    <a:pt x="473" y="257"/>
                    <a:pt x="473" y="257"/>
                  </a:cubicBezTo>
                  <a:cubicBezTo>
                    <a:pt x="473" y="257"/>
                    <a:pt x="473" y="257"/>
                    <a:pt x="474" y="257"/>
                  </a:cubicBezTo>
                  <a:cubicBezTo>
                    <a:pt x="475" y="256"/>
                    <a:pt x="488" y="243"/>
                    <a:pt x="485" y="215"/>
                  </a:cubicBezTo>
                  <a:cubicBezTo>
                    <a:pt x="483" y="186"/>
                    <a:pt x="443" y="201"/>
                    <a:pt x="439" y="178"/>
                  </a:cubicBezTo>
                  <a:cubicBezTo>
                    <a:pt x="435" y="155"/>
                    <a:pt x="456" y="155"/>
                    <a:pt x="462" y="145"/>
                  </a:cubicBezTo>
                  <a:cubicBezTo>
                    <a:pt x="469" y="134"/>
                    <a:pt x="453" y="118"/>
                    <a:pt x="456" y="101"/>
                  </a:cubicBezTo>
                  <a:cubicBezTo>
                    <a:pt x="462" y="57"/>
                    <a:pt x="483" y="36"/>
                    <a:pt x="440" y="14"/>
                  </a:cubicBezTo>
                  <a:cubicBezTo>
                    <a:pt x="412" y="0"/>
                    <a:pt x="386" y="1"/>
                    <a:pt x="380" y="17"/>
                  </a:cubicBezTo>
                  <a:cubicBezTo>
                    <a:pt x="372" y="32"/>
                    <a:pt x="366" y="78"/>
                    <a:pt x="363" y="94"/>
                  </a:cubicBezTo>
                  <a:cubicBezTo>
                    <a:pt x="358" y="115"/>
                    <a:pt x="343" y="127"/>
                    <a:pt x="329" y="95"/>
                  </a:cubicBezTo>
                  <a:cubicBezTo>
                    <a:pt x="321" y="76"/>
                    <a:pt x="301" y="54"/>
                    <a:pt x="280" y="50"/>
                  </a:cubicBezTo>
                  <a:cubicBezTo>
                    <a:pt x="264" y="47"/>
                    <a:pt x="240" y="81"/>
                    <a:pt x="227" y="85"/>
                  </a:cubicBezTo>
                  <a:cubicBezTo>
                    <a:pt x="210" y="89"/>
                    <a:pt x="175" y="99"/>
                    <a:pt x="187" y="119"/>
                  </a:cubicBezTo>
                  <a:cubicBezTo>
                    <a:pt x="198" y="141"/>
                    <a:pt x="221" y="140"/>
                    <a:pt x="215" y="174"/>
                  </a:cubicBezTo>
                  <a:cubicBezTo>
                    <a:pt x="210" y="200"/>
                    <a:pt x="187" y="219"/>
                    <a:pt x="165" y="209"/>
                  </a:cubicBezTo>
                  <a:cubicBezTo>
                    <a:pt x="157" y="205"/>
                    <a:pt x="149" y="193"/>
                    <a:pt x="144" y="185"/>
                  </a:cubicBezTo>
                  <a:cubicBezTo>
                    <a:pt x="139" y="178"/>
                    <a:pt x="124" y="168"/>
                    <a:pt x="115" y="166"/>
                  </a:cubicBezTo>
                  <a:cubicBezTo>
                    <a:pt x="93" y="163"/>
                    <a:pt x="95" y="183"/>
                    <a:pt x="91" y="199"/>
                  </a:cubicBezTo>
                  <a:cubicBezTo>
                    <a:pt x="88" y="212"/>
                    <a:pt x="79" y="233"/>
                    <a:pt x="69" y="242"/>
                  </a:cubicBezTo>
                  <a:cubicBezTo>
                    <a:pt x="63" y="248"/>
                    <a:pt x="50" y="273"/>
                    <a:pt x="44" y="280"/>
                  </a:cubicBezTo>
                  <a:cubicBezTo>
                    <a:pt x="24" y="308"/>
                    <a:pt x="29" y="328"/>
                    <a:pt x="29" y="353"/>
                  </a:cubicBezTo>
                  <a:cubicBezTo>
                    <a:pt x="30" y="369"/>
                    <a:pt x="37" y="391"/>
                    <a:pt x="53" y="389"/>
                  </a:cubicBezTo>
                  <a:cubicBezTo>
                    <a:pt x="79" y="385"/>
                    <a:pt x="86" y="400"/>
                    <a:pt x="85" y="417"/>
                  </a:cubicBezTo>
                  <a:cubicBezTo>
                    <a:pt x="84" y="448"/>
                    <a:pt x="47" y="436"/>
                    <a:pt x="28" y="439"/>
                  </a:cubicBezTo>
                  <a:cubicBezTo>
                    <a:pt x="0" y="445"/>
                    <a:pt x="12" y="518"/>
                    <a:pt x="36" y="525"/>
                  </a:cubicBezTo>
                  <a:cubicBezTo>
                    <a:pt x="54" y="531"/>
                    <a:pt x="78" y="523"/>
                    <a:pt x="99" y="519"/>
                  </a:cubicBezTo>
                  <a:cubicBezTo>
                    <a:pt x="161" y="500"/>
                    <a:pt x="119" y="435"/>
                    <a:pt x="147" y="395"/>
                  </a:cubicBezTo>
                  <a:cubicBezTo>
                    <a:pt x="166" y="369"/>
                    <a:pt x="188" y="368"/>
                    <a:pt x="192" y="393"/>
                  </a:cubicBezTo>
                  <a:cubicBezTo>
                    <a:pt x="194" y="401"/>
                    <a:pt x="203" y="416"/>
                    <a:pt x="207" y="426"/>
                  </a:cubicBezTo>
                  <a:cubicBezTo>
                    <a:pt x="212" y="438"/>
                    <a:pt x="213" y="497"/>
                    <a:pt x="208" y="517"/>
                  </a:cubicBezTo>
                  <a:cubicBezTo>
                    <a:pt x="199" y="556"/>
                    <a:pt x="187" y="542"/>
                    <a:pt x="195" y="581"/>
                  </a:cubicBezTo>
                  <a:cubicBezTo>
                    <a:pt x="202" y="617"/>
                    <a:pt x="186" y="635"/>
                    <a:pt x="169" y="597"/>
                  </a:cubicBezTo>
                  <a:cubicBezTo>
                    <a:pt x="158" y="569"/>
                    <a:pt x="160" y="581"/>
                    <a:pt x="143" y="554"/>
                  </a:cubicBezTo>
                  <a:cubicBezTo>
                    <a:pt x="117" y="516"/>
                    <a:pt x="93" y="549"/>
                    <a:pt x="52" y="553"/>
                  </a:cubicBezTo>
                  <a:cubicBezTo>
                    <a:pt x="27" y="559"/>
                    <a:pt x="50" y="611"/>
                    <a:pt x="52" y="639"/>
                  </a:cubicBezTo>
                  <a:cubicBezTo>
                    <a:pt x="54" y="667"/>
                    <a:pt x="67" y="695"/>
                    <a:pt x="91" y="709"/>
                  </a:cubicBezTo>
                  <a:cubicBezTo>
                    <a:pt x="115" y="723"/>
                    <a:pt x="121" y="711"/>
                    <a:pt x="135" y="727"/>
                  </a:cubicBezTo>
                  <a:cubicBezTo>
                    <a:pt x="149" y="743"/>
                    <a:pt x="133" y="761"/>
                    <a:pt x="164" y="762"/>
                  </a:cubicBezTo>
                  <a:cubicBezTo>
                    <a:pt x="195" y="763"/>
                    <a:pt x="185" y="738"/>
                    <a:pt x="223" y="738"/>
                  </a:cubicBezTo>
                  <a:cubicBezTo>
                    <a:pt x="261" y="738"/>
                    <a:pt x="240" y="776"/>
                    <a:pt x="288" y="770"/>
                  </a:cubicBezTo>
                  <a:cubicBezTo>
                    <a:pt x="336" y="764"/>
                    <a:pt x="337" y="764"/>
                    <a:pt x="347" y="726"/>
                  </a:cubicBezTo>
                  <a:cubicBezTo>
                    <a:pt x="357" y="688"/>
                    <a:pt x="343" y="681"/>
                    <a:pt x="311" y="681"/>
                  </a:cubicBezTo>
                  <a:cubicBezTo>
                    <a:pt x="287" y="677"/>
                    <a:pt x="269" y="658"/>
                    <a:pt x="270" y="650"/>
                  </a:cubicBezTo>
                  <a:cubicBezTo>
                    <a:pt x="270" y="645"/>
                    <a:pt x="275" y="634"/>
                    <a:pt x="316" y="634"/>
                  </a:cubicBezTo>
                  <a:cubicBezTo>
                    <a:pt x="358" y="634"/>
                    <a:pt x="371" y="651"/>
                    <a:pt x="391" y="643"/>
                  </a:cubicBezTo>
                  <a:cubicBezTo>
                    <a:pt x="411" y="635"/>
                    <a:pt x="411" y="618"/>
                    <a:pt x="413" y="620"/>
                  </a:cubicBezTo>
                  <a:cubicBezTo>
                    <a:pt x="418" y="632"/>
                    <a:pt x="424" y="648"/>
                    <a:pt x="455" y="647"/>
                  </a:cubicBezTo>
                  <a:cubicBezTo>
                    <a:pt x="471" y="647"/>
                    <a:pt x="487" y="640"/>
                    <a:pt x="495" y="613"/>
                  </a:cubicBezTo>
                  <a:cubicBezTo>
                    <a:pt x="495" y="613"/>
                    <a:pt x="494" y="613"/>
                    <a:pt x="494" y="613"/>
                  </a:cubicBezTo>
                  <a:cubicBezTo>
                    <a:pt x="495" y="613"/>
                    <a:pt x="495" y="613"/>
                    <a:pt x="495" y="613"/>
                  </a:cubicBezTo>
                  <a:cubicBezTo>
                    <a:pt x="495" y="613"/>
                    <a:pt x="495" y="613"/>
                    <a:pt x="495" y="613"/>
                  </a:cubicBezTo>
                  <a:cubicBezTo>
                    <a:pt x="503" y="640"/>
                    <a:pt x="518" y="647"/>
                    <a:pt x="534" y="647"/>
                  </a:cubicBezTo>
                  <a:cubicBezTo>
                    <a:pt x="565" y="648"/>
                    <a:pt x="571" y="632"/>
                    <a:pt x="576" y="620"/>
                  </a:cubicBezTo>
                  <a:cubicBezTo>
                    <a:pt x="578" y="618"/>
                    <a:pt x="578" y="635"/>
                    <a:pt x="598" y="643"/>
                  </a:cubicBezTo>
                  <a:cubicBezTo>
                    <a:pt x="618" y="651"/>
                    <a:pt x="633" y="639"/>
                    <a:pt x="675" y="639"/>
                  </a:cubicBezTo>
                  <a:cubicBezTo>
                    <a:pt x="690" y="639"/>
                    <a:pt x="705" y="636"/>
                    <a:pt x="710" y="643"/>
                  </a:cubicBezTo>
                  <a:cubicBezTo>
                    <a:pt x="717" y="656"/>
                    <a:pt x="703" y="676"/>
                    <a:pt x="692" y="677"/>
                  </a:cubicBezTo>
                  <a:cubicBezTo>
                    <a:pt x="665" y="681"/>
                    <a:pt x="645" y="749"/>
                    <a:pt x="693" y="755"/>
                  </a:cubicBezTo>
                  <a:cubicBezTo>
                    <a:pt x="741" y="761"/>
                    <a:pt x="719" y="703"/>
                    <a:pt x="757" y="703"/>
                  </a:cubicBezTo>
                  <a:cubicBezTo>
                    <a:pt x="795" y="703"/>
                    <a:pt x="793" y="741"/>
                    <a:pt x="823" y="734"/>
                  </a:cubicBezTo>
                  <a:cubicBezTo>
                    <a:pt x="842" y="729"/>
                    <a:pt x="837" y="734"/>
                    <a:pt x="851" y="718"/>
                  </a:cubicBezTo>
                  <a:cubicBezTo>
                    <a:pt x="865" y="702"/>
                    <a:pt x="877" y="728"/>
                    <a:pt x="901" y="714"/>
                  </a:cubicBezTo>
                  <a:cubicBezTo>
                    <a:pt x="925" y="700"/>
                    <a:pt x="945" y="649"/>
                    <a:pt x="947" y="621"/>
                  </a:cubicBezTo>
                  <a:cubicBezTo>
                    <a:pt x="947" y="621"/>
                    <a:pt x="952" y="567"/>
                    <a:pt x="931" y="562"/>
                  </a:cubicBezTo>
                  <a:cubicBezTo>
                    <a:pt x="923" y="559"/>
                    <a:pt x="889" y="553"/>
                    <a:pt x="881" y="555"/>
                  </a:cubicBezTo>
                  <a:cubicBezTo>
                    <a:pt x="866" y="559"/>
                    <a:pt x="855" y="584"/>
                    <a:pt x="849" y="597"/>
                  </a:cubicBezTo>
                  <a:cubicBezTo>
                    <a:pt x="841" y="617"/>
                    <a:pt x="828" y="637"/>
                    <a:pt x="811" y="631"/>
                  </a:cubicBezTo>
                  <a:cubicBezTo>
                    <a:pt x="793" y="625"/>
                    <a:pt x="805" y="601"/>
                    <a:pt x="807" y="590"/>
                  </a:cubicBezTo>
                  <a:cubicBezTo>
                    <a:pt x="808" y="577"/>
                    <a:pt x="812" y="559"/>
                    <a:pt x="821" y="545"/>
                  </a:cubicBezTo>
                  <a:cubicBezTo>
                    <a:pt x="842" y="511"/>
                    <a:pt x="803" y="509"/>
                    <a:pt x="799" y="485"/>
                  </a:cubicBezTo>
                  <a:cubicBezTo>
                    <a:pt x="795" y="466"/>
                    <a:pt x="771" y="442"/>
                    <a:pt x="795" y="430"/>
                  </a:cubicBezTo>
                  <a:cubicBezTo>
                    <a:pt x="805" y="426"/>
                    <a:pt x="822" y="422"/>
                    <a:pt x="832" y="420"/>
                  </a:cubicBezTo>
                  <a:cubicBezTo>
                    <a:pt x="840" y="419"/>
                    <a:pt x="852" y="401"/>
                    <a:pt x="859" y="401"/>
                  </a:cubicBezTo>
                  <a:cubicBezTo>
                    <a:pt x="895" y="397"/>
                    <a:pt x="894" y="465"/>
                    <a:pt x="893" y="474"/>
                  </a:cubicBezTo>
                  <a:cubicBezTo>
                    <a:pt x="893" y="477"/>
                    <a:pt x="891" y="484"/>
                    <a:pt x="890" y="490"/>
                  </a:cubicBezTo>
                  <a:close/>
                  <a:moveTo>
                    <a:pt x="128" y="319"/>
                  </a:moveTo>
                  <a:cubicBezTo>
                    <a:pt x="118" y="331"/>
                    <a:pt x="124" y="335"/>
                    <a:pt x="96" y="341"/>
                  </a:cubicBezTo>
                  <a:cubicBezTo>
                    <a:pt x="68" y="347"/>
                    <a:pt x="94" y="329"/>
                    <a:pt x="96" y="309"/>
                  </a:cubicBezTo>
                  <a:cubicBezTo>
                    <a:pt x="98" y="289"/>
                    <a:pt x="90" y="279"/>
                    <a:pt x="106" y="273"/>
                  </a:cubicBezTo>
                  <a:cubicBezTo>
                    <a:pt x="126" y="271"/>
                    <a:pt x="134" y="263"/>
                    <a:pt x="144" y="277"/>
                  </a:cubicBezTo>
                  <a:cubicBezTo>
                    <a:pt x="154" y="291"/>
                    <a:pt x="138" y="307"/>
                    <a:pt x="128" y="319"/>
                  </a:cubicBezTo>
                  <a:close/>
                  <a:moveTo>
                    <a:pt x="270" y="681"/>
                  </a:moveTo>
                  <a:cubicBezTo>
                    <a:pt x="279" y="693"/>
                    <a:pt x="268" y="694"/>
                    <a:pt x="262" y="693"/>
                  </a:cubicBezTo>
                  <a:cubicBezTo>
                    <a:pt x="244" y="689"/>
                    <a:pt x="224" y="689"/>
                    <a:pt x="211" y="697"/>
                  </a:cubicBezTo>
                  <a:cubicBezTo>
                    <a:pt x="209" y="698"/>
                    <a:pt x="205" y="700"/>
                    <a:pt x="200" y="697"/>
                  </a:cubicBezTo>
                  <a:cubicBezTo>
                    <a:pt x="184" y="681"/>
                    <a:pt x="181" y="683"/>
                    <a:pt x="162" y="680"/>
                  </a:cubicBezTo>
                  <a:cubicBezTo>
                    <a:pt x="147" y="678"/>
                    <a:pt x="151" y="662"/>
                    <a:pt x="162" y="664"/>
                  </a:cubicBezTo>
                  <a:cubicBezTo>
                    <a:pt x="186" y="666"/>
                    <a:pt x="195" y="648"/>
                    <a:pt x="214" y="643"/>
                  </a:cubicBezTo>
                  <a:cubicBezTo>
                    <a:pt x="228" y="640"/>
                    <a:pt x="242" y="628"/>
                    <a:pt x="257" y="620"/>
                  </a:cubicBezTo>
                  <a:cubicBezTo>
                    <a:pt x="261" y="618"/>
                    <a:pt x="271" y="618"/>
                    <a:pt x="266" y="626"/>
                  </a:cubicBezTo>
                  <a:cubicBezTo>
                    <a:pt x="260" y="633"/>
                    <a:pt x="254" y="644"/>
                    <a:pt x="256" y="653"/>
                  </a:cubicBezTo>
                  <a:cubicBezTo>
                    <a:pt x="257" y="663"/>
                    <a:pt x="264" y="673"/>
                    <a:pt x="270" y="681"/>
                  </a:cubicBezTo>
                  <a:close/>
                  <a:moveTo>
                    <a:pt x="617" y="384"/>
                  </a:moveTo>
                  <a:cubicBezTo>
                    <a:pt x="585" y="438"/>
                    <a:pt x="552" y="486"/>
                    <a:pt x="546" y="500"/>
                  </a:cubicBezTo>
                  <a:cubicBezTo>
                    <a:pt x="535" y="529"/>
                    <a:pt x="522" y="599"/>
                    <a:pt x="495" y="599"/>
                  </a:cubicBezTo>
                  <a:cubicBezTo>
                    <a:pt x="495" y="599"/>
                    <a:pt x="495" y="599"/>
                    <a:pt x="495" y="599"/>
                  </a:cubicBezTo>
                  <a:cubicBezTo>
                    <a:pt x="494" y="599"/>
                    <a:pt x="494" y="599"/>
                    <a:pt x="494" y="599"/>
                  </a:cubicBezTo>
                  <a:cubicBezTo>
                    <a:pt x="494" y="599"/>
                    <a:pt x="495" y="599"/>
                    <a:pt x="495" y="599"/>
                  </a:cubicBezTo>
                  <a:cubicBezTo>
                    <a:pt x="467" y="599"/>
                    <a:pt x="454" y="529"/>
                    <a:pt x="443" y="500"/>
                  </a:cubicBezTo>
                  <a:cubicBezTo>
                    <a:pt x="437" y="486"/>
                    <a:pt x="404" y="438"/>
                    <a:pt x="372" y="384"/>
                  </a:cubicBezTo>
                  <a:cubicBezTo>
                    <a:pt x="340" y="329"/>
                    <a:pt x="238" y="271"/>
                    <a:pt x="274" y="241"/>
                  </a:cubicBezTo>
                  <a:cubicBezTo>
                    <a:pt x="288" y="230"/>
                    <a:pt x="312" y="235"/>
                    <a:pt x="350" y="251"/>
                  </a:cubicBezTo>
                  <a:cubicBezTo>
                    <a:pt x="392" y="270"/>
                    <a:pt x="437" y="290"/>
                    <a:pt x="495" y="290"/>
                  </a:cubicBezTo>
                  <a:cubicBezTo>
                    <a:pt x="552" y="290"/>
                    <a:pt x="597" y="270"/>
                    <a:pt x="640" y="251"/>
                  </a:cubicBezTo>
                  <a:cubicBezTo>
                    <a:pt x="677" y="235"/>
                    <a:pt x="701" y="230"/>
                    <a:pt x="715" y="241"/>
                  </a:cubicBezTo>
                  <a:cubicBezTo>
                    <a:pt x="751" y="271"/>
                    <a:pt x="649" y="329"/>
                    <a:pt x="617" y="384"/>
                  </a:cubicBezTo>
                  <a:close/>
                  <a:moveTo>
                    <a:pt x="792" y="665"/>
                  </a:moveTo>
                  <a:cubicBezTo>
                    <a:pt x="803" y="670"/>
                    <a:pt x="798" y="679"/>
                    <a:pt x="784" y="678"/>
                  </a:cubicBezTo>
                  <a:cubicBezTo>
                    <a:pt x="777" y="677"/>
                    <a:pt x="764" y="678"/>
                    <a:pt x="758" y="677"/>
                  </a:cubicBezTo>
                  <a:cubicBezTo>
                    <a:pt x="748" y="676"/>
                    <a:pt x="738" y="686"/>
                    <a:pt x="732" y="677"/>
                  </a:cubicBezTo>
                  <a:cubicBezTo>
                    <a:pt x="726" y="667"/>
                    <a:pt x="736" y="648"/>
                    <a:pt x="729" y="635"/>
                  </a:cubicBezTo>
                  <a:cubicBezTo>
                    <a:pt x="725" y="627"/>
                    <a:pt x="712" y="616"/>
                    <a:pt x="715" y="609"/>
                  </a:cubicBezTo>
                  <a:cubicBezTo>
                    <a:pt x="719" y="600"/>
                    <a:pt x="742" y="606"/>
                    <a:pt x="749" y="609"/>
                  </a:cubicBezTo>
                  <a:cubicBezTo>
                    <a:pt x="763" y="616"/>
                    <a:pt x="769" y="631"/>
                    <a:pt x="776" y="644"/>
                  </a:cubicBezTo>
                  <a:cubicBezTo>
                    <a:pt x="778" y="649"/>
                    <a:pt x="782" y="659"/>
                    <a:pt x="792" y="665"/>
                  </a:cubicBezTo>
                  <a:close/>
                </a:path>
              </a:pathLst>
            </a:custGeom>
            <a:solidFill>
              <a:srgbClr val="EBEA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58" name="Freeform 96">
              <a:extLst>
                <a:ext uri="{FF2B5EF4-FFF2-40B4-BE49-F238E27FC236}">
                  <a16:creationId xmlns:a16="http://schemas.microsoft.com/office/drawing/2014/main" id="{70872E60-217E-4F8B-AD0E-A9B908366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637"/>
              <a:ext cx="780" cy="224"/>
            </a:xfrm>
            <a:custGeom>
              <a:avLst/>
              <a:gdLst>
                <a:gd name="T0" fmla="*/ 0 w 312"/>
                <a:gd name="T1" fmla="*/ 819 h 84"/>
                <a:gd name="T2" fmla="*/ 2238 w 312"/>
                <a:gd name="T3" fmla="*/ 1592 h 84"/>
                <a:gd name="T4" fmla="*/ 4875 w 312"/>
                <a:gd name="T5" fmla="*/ 605 h 84"/>
                <a:gd name="T6" fmla="*/ 4363 w 312"/>
                <a:gd name="T7" fmla="*/ 0 h 84"/>
                <a:gd name="T8" fmla="*/ 2738 w 312"/>
                <a:gd name="T9" fmla="*/ 1059 h 84"/>
                <a:gd name="T10" fmla="*/ 2738 w 312"/>
                <a:gd name="T11" fmla="*/ 1059 h 84"/>
                <a:gd name="T12" fmla="*/ 2720 w 312"/>
                <a:gd name="T13" fmla="*/ 1059 h 84"/>
                <a:gd name="T14" fmla="*/ 2595 w 312"/>
                <a:gd name="T15" fmla="*/ 1059 h 84"/>
                <a:gd name="T16" fmla="*/ 2613 w 312"/>
                <a:gd name="T17" fmla="*/ 1080 h 84"/>
                <a:gd name="T18" fmla="*/ 2625 w 312"/>
                <a:gd name="T19" fmla="*/ 1059 h 84"/>
                <a:gd name="T20" fmla="*/ 2613 w 312"/>
                <a:gd name="T21" fmla="*/ 1080 h 84"/>
                <a:gd name="T22" fmla="*/ 2613 w 312"/>
                <a:gd name="T23" fmla="*/ 1080 h 84"/>
                <a:gd name="T24" fmla="*/ 2595 w 312"/>
                <a:gd name="T25" fmla="*/ 1080 h 84"/>
                <a:gd name="T26" fmla="*/ 363 w 312"/>
                <a:gd name="T27" fmla="*/ 248 h 84"/>
                <a:gd name="T28" fmla="*/ 0 w 312"/>
                <a:gd name="T29" fmla="*/ 819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2" h="84">
                  <a:moveTo>
                    <a:pt x="0" y="43"/>
                  </a:moveTo>
                  <a:cubicBezTo>
                    <a:pt x="40" y="60"/>
                    <a:pt x="89" y="84"/>
                    <a:pt x="143" y="84"/>
                  </a:cubicBezTo>
                  <a:cubicBezTo>
                    <a:pt x="208" y="84"/>
                    <a:pt x="268" y="48"/>
                    <a:pt x="312" y="32"/>
                  </a:cubicBezTo>
                  <a:cubicBezTo>
                    <a:pt x="279" y="0"/>
                    <a:pt x="279" y="0"/>
                    <a:pt x="279" y="0"/>
                  </a:cubicBezTo>
                  <a:cubicBezTo>
                    <a:pt x="236" y="34"/>
                    <a:pt x="224" y="51"/>
                    <a:pt x="175" y="56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5" y="56"/>
                    <a:pt x="174" y="56"/>
                    <a:pt x="174" y="56"/>
                  </a:cubicBezTo>
                  <a:cubicBezTo>
                    <a:pt x="171" y="56"/>
                    <a:pt x="169" y="56"/>
                    <a:pt x="166" y="56"/>
                  </a:cubicBezTo>
                  <a:cubicBezTo>
                    <a:pt x="167" y="56"/>
                    <a:pt x="167" y="56"/>
                    <a:pt x="167" y="57"/>
                  </a:cubicBezTo>
                  <a:cubicBezTo>
                    <a:pt x="167" y="56"/>
                    <a:pt x="167" y="56"/>
                    <a:pt x="168" y="56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66" y="57"/>
                    <a:pt x="166" y="57"/>
                    <a:pt x="166" y="57"/>
                  </a:cubicBezTo>
                  <a:cubicBezTo>
                    <a:pt x="90" y="65"/>
                    <a:pt x="49" y="37"/>
                    <a:pt x="23" y="1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59" name="Freeform 97">
              <a:extLst>
                <a:ext uri="{FF2B5EF4-FFF2-40B4-BE49-F238E27FC236}">
                  <a16:creationId xmlns:a16="http://schemas.microsoft.com/office/drawing/2014/main" id="{17BC56C5-8184-4F23-BFE6-021DD003F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109"/>
              <a:ext cx="1145" cy="2022"/>
            </a:xfrm>
            <a:custGeom>
              <a:avLst/>
              <a:gdLst>
                <a:gd name="T0" fmla="*/ 6188 w 458"/>
                <a:gd name="T1" fmla="*/ 9849 h 758"/>
                <a:gd name="T2" fmla="*/ 7125 w 458"/>
                <a:gd name="T3" fmla="*/ 9107 h 758"/>
                <a:gd name="T4" fmla="*/ 6658 w 458"/>
                <a:gd name="T5" fmla="*/ 6661 h 758"/>
                <a:gd name="T6" fmla="*/ 5970 w 458"/>
                <a:gd name="T7" fmla="*/ 5146 h 758"/>
                <a:gd name="T8" fmla="*/ 5470 w 458"/>
                <a:gd name="T9" fmla="*/ 3700 h 758"/>
                <a:gd name="T10" fmla="*/ 4188 w 458"/>
                <a:gd name="T11" fmla="*/ 1424 h 758"/>
                <a:gd name="T12" fmla="*/ 2583 w 458"/>
                <a:gd name="T13" fmla="*/ 1288 h 758"/>
                <a:gd name="T14" fmla="*/ 2020 w 458"/>
                <a:gd name="T15" fmla="*/ 307 h 758"/>
                <a:gd name="T16" fmla="*/ 313 w 458"/>
                <a:gd name="T17" fmla="*/ 1102 h 758"/>
                <a:gd name="T18" fmla="*/ 720 w 458"/>
                <a:gd name="T19" fmla="*/ 2846 h 758"/>
                <a:gd name="T20" fmla="*/ 33 w 458"/>
                <a:gd name="T21" fmla="*/ 4100 h 758"/>
                <a:gd name="T22" fmla="*/ 375 w 458"/>
                <a:gd name="T23" fmla="*/ 4826 h 758"/>
                <a:gd name="T24" fmla="*/ 533 w 458"/>
                <a:gd name="T25" fmla="*/ 4271 h 758"/>
                <a:gd name="T26" fmla="*/ 1095 w 458"/>
                <a:gd name="T27" fmla="*/ 2940 h 758"/>
                <a:gd name="T28" fmla="*/ 970 w 458"/>
                <a:gd name="T29" fmla="*/ 2163 h 758"/>
                <a:gd name="T30" fmla="*/ 895 w 458"/>
                <a:gd name="T31" fmla="*/ 760 h 758"/>
                <a:gd name="T32" fmla="*/ 1658 w 458"/>
                <a:gd name="T33" fmla="*/ 854 h 758"/>
                <a:gd name="T34" fmla="*/ 2238 w 458"/>
                <a:gd name="T35" fmla="*/ 2107 h 758"/>
                <a:gd name="T36" fmla="*/ 3770 w 458"/>
                <a:gd name="T37" fmla="*/ 1745 h 758"/>
                <a:gd name="T38" fmla="*/ 4908 w 458"/>
                <a:gd name="T39" fmla="*/ 3052 h 758"/>
                <a:gd name="T40" fmla="*/ 5145 w 458"/>
                <a:gd name="T41" fmla="*/ 3836 h 758"/>
                <a:gd name="T42" fmla="*/ 5583 w 458"/>
                <a:gd name="T43" fmla="*/ 4668 h 758"/>
                <a:gd name="T44" fmla="*/ 5625 w 458"/>
                <a:gd name="T45" fmla="*/ 5223 h 758"/>
                <a:gd name="T46" fmla="*/ 6238 w 458"/>
                <a:gd name="T47" fmla="*/ 6226 h 758"/>
                <a:gd name="T48" fmla="*/ 6270 w 458"/>
                <a:gd name="T49" fmla="*/ 6776 h 758"/>
                <a:gd name="T50" fmla="*/ 6625 w 458"/>
                <a:gd name="T51" fmla="*/ 7629 h 758"/>
                <a:gd name="T52" fmla="*/ 6658 w 458"/>
                <a:gd name="T53" fmla="*/ 9336 h 758"/>
                <a:gd name="T54" fmla="*/ 6375 w 458"/>
                <a:gd name="T55" fmla="*/ 8312 h 758"/>
                <a:gd name="T56" fmla="*/ 5583 w 458"/>
                <a:gd name="T57" fmla="*/ 7080 h 758"/>
                <a:gd name="T58" fmla="*/ 4395 w 458"/>
                <a:gd name="T59" fmla="*/ 7629 h 758"/>
                <a:gd name="T60" fmla="*/ 3988 w 458"/>
                <a:gd name="T61" fmla="*/ 8355 h 758"/>
                <a:gd name="T62" fmla="*/ 4220 w 458"/>
                <a:gd name="T63" fmla="*/ 9222 h 758"/>
                <a:gd name="T64" fmla="*/ 4395 w 458"/>
                <a:gd name="T65" fmla="*/ 10972 h 758"/>
                <a:gd name="T66" fmla="*/ 4313 w 458"/>
                <a:gd name="T67" fmla="*/ 11577 h 758"/>
                <a:gd name="T68" fmla="*/ 5738 w 458"/>
                <a:gd name="T69" fmla="*/ 11350 h 758"/>
                <a:gd name="T70" fmla="*/ 6500 w 458"/>
                <a:gd name="T71" fmla="*/ 11655 h 758"/>
                <a:gd name="T72" fmla="*/ 6238 w 458"/>
                <a:gd name="T73" fmla="*/ 12682 h 758"/>
                <a:gd name="T74" fmla="*/ 5020 w 458"/>
                <a:gd name="T75" fmla="*/ 13386 h 758"/>
                <a:gd name="T76" fmla="*/ 4113 w 458"/>
                <a:gd name="T77" fmla="*/ 12908 h 758"/>
                <a:gd name="T78" fmla="*/ 2970 w 458"/>
                <a:gd name="T79" fmla="*/ 13327 h 758"/>
                <a:gd name="T80" fmla="*/ 3238 w 458"/>
                <a:gd name="T81" fmla="*/ 12148 h 758"/>
                <a:gd name="T82" fmla="*/ 2970 w 458"/>
                <a:gd name="T83" fmla="*/ 14274 h 758"/>
                <a:gd name="T84" fmla="*/ 5000 w 458"/>
                <a:gd name="T85" fmla="*/ 13877 h 758"/>
                <a:gd name="T86" fmla="*/ 6220 w 458"/>
                <a:gd name="T87" fmla="*/ 13498 h 758"/>
                <a:gd name="T88" fmla="*/ 6688 w 458"/>
                <a:gd name="T89" fmla="*/ 10609 h 758"/>
                <a:gd name="T90" fmla="*/ 5408 w 458"/>
                <a:gd name="T91" fmla="*/ 11278 h 758"/>
                <a:gd name="T92" fmla="*/ 4750 w 458"/>
                <a:gd name="T93" fmla="*/ 11142 h 758"/>
                <a:gd name="T94" fmla="*/ 4625 w 458"/>
                <a:gd name="T95" fmla="*/ 9150 h 758"/>
                <a:gd name="T96" fmla="*/ 5145 w 458"/>
                <a:gd name="T97" fmla="*/ 7912 h 758"/>
                <a:gd name="T98" fmla="*/ 6095 w 458"/>
                <a:gd name="T99" fmla="*/ 8936 h 75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58" h="758">
                  <a:moveTo>
                    <a:pt x="387" y="487"/>
                  </a:moveTo>
                  <a:cubicBezTo>
                    <a:pt x="386" y="493"/>
                    <a:pt x="384" y="515"/>
                    <a:pt x="396" y="519"/>
                  </a:cubicBezTo>
                  <a:cubicBezTo>
                    <a:pt x="403" y="521"/>
                    <a:pt x="423" y="519"/>
                    <a:pt x="428" y="516"/>
                  </a:cubicBezTo>
                  <a:cubicBezTo>
                    <a:pt x="435" y="512"/>
                    <a:pt x="453" y="501"/>
                    <a:pt x="456" y="480"/>
                  </a:cubicBezTo>
                  <a:cubicBezTo>
                    <a:pt x="458" y="462"/>
                    <a:pt x="457" y="413"/>
                    <a:pt x="449" y="392"/>
                  </a:cubicBezTo>
                  <a:cubicBezTo>
                    <a:pt x="440" y="369"/>
                    <a:pt x="433" y="370"/>
                    <a:pt x="426" y="351"/>
                  </a:cubicBezTo>
                  <a:cubicBezTo>
                    <a:pt x="423" y="342"/>
                    <a:pt x="430" y="315"/>
                    <a:pt x="421" y="302"/>
                  </a:cubicBezTo>
                  <a:cubicBezTo>
                    <a:pt x="410" y="286"/>
                    <a:pt x="386" y="281"/>
                    <a:pt x="382" y="271"/>
                  </a:cubicBezTo>
                  <a:cubicBezTo>
                    <a:pt x="376" y="253"/>
                    <a:pt x="391" y="237"/>
                    <a:pt x="380" y="223"/>
                  </a:cubicBezTo>
                  <a:cubicBezTo>
                    <a:pt x="371" y="213"/>
                    <a:pt x="356" y="207"/>
                    <a:pt x="350" y="195"/>
                  </a:cubicBezTo>
                  <a:cubicBezTo>
                    <a:pt x="340" y="174"/>
                    <a:pt x="359" y="132"/>
                    <a:pt x="336" y="115"/>
                  </a:cubicBezTo>
                  <a:cubicBezTo>
                    <a:pt x="316" y="98"/>
                    <a:pt x="274" y="77"/>
                    <a:pt x="268" y="75"/>
                  </a:cubicBezTo>
                  <a:cubicBezTo>
                    <a:pt x="254" y="71"/>
                    <a:pt x="219" y="47"/>
                    <a:pt x="204" y="50"/>
                  </a:cubicBezTo>
                  <a:cubicBezTo>
                    <a:pt x="182" y="54"/>
                    <a:pt x="173" y="49"/>
                    <a:pt x="165" y="68"/>
                  </a:cubicBezTo>
                  <a:cubicBezTo>
                    <a:pt x="151" y="100"/>
                    <a:pt x="138" y="86"/>
                    <a:pt x="133" y="64"/>
                  </a:cubicBezTo>
                  <a:cubicBezTo>
                    <a:pt x="129" y="48"/>
                    <a:pt x="136" y="32"/>
                    <a:pt x="129" y="16"/>
                  </a:cubicBezTo>
                  <a:cubicBezTo>
                    <a:pt x="123" y="0"/>
                    <a:pt x="58" y="0"/>
                    <a:pt x="34" y="20"/>
                  </a:cubicBezTo>
                  <a:cubicBezTo>
                    <a:pt x="17" y="35"/>
                    <a:pt x="19" y="49"/>
                    <a:pt x="20" y="58"/>
                  </a:cubicBezTo>
                  <a:cubicBezTo>
                    <a:pt x="20" y="67"/>
                    <a:pt x="20" y="116"/>
                    <a:pt x="26" y="123"/>
                  </a:cubicBezTo>
                  <a:cubicBezTo>
                    <a:pt x="36" y="133"/>
                    <a:pt x="45" y="122"/>
                    <a:pt x="46" y="150"/>
                  </a:cubicBezTo>
                  <a:cubicBezTo>
                    <a:pt x="47" y="177"/>
                    <a:pt x="30" y="163"/>
                    <a:pt x="12" y="175"/>
                  </a:cubicBezTo>
                  <a:cubicBezTo>
                    <a:pt x="3" y="181"/>
                    <a:pt x="3" y="207"/>
                    <a:pt x="2" y="216"/>
                  </a:cubicBezTo>
                  <a:cubicBezTo>
                    <a:pt x="0" y="246"/>
                    <a:pt x="22" y="253"/>
                    <a:pt x="22" y="253"/>
                  </a:cubicBezTo>
                  <a:cubicBezTo>
                    <a:pt x="24" y="254"/>
                    <a:pt x="24" y="254"/>
                    <a:pt x="24" y="254"/>
                  </a:cubicBezTo>
                  <a:cubicBezTo>
                    <a:pt x="33" y="253"/>
                    <a:pt x="42" y="252"/>
                    <a:pt x="51" y="249"/>
                  </a:cubicBezTo>
                  <a:cubicBezTo>
                    <a:pt x="48" y="239"/>
                    <a:pt x="42" y="229"/>
                    <a:pt x="34" y="225"/>
                  </a:cubicBezTo>
                  <a:cubicBezTo>
                    <a:pt x="32" y="224"/>
                    <a:pt x="20" y="206"/>
                    <a:pt x="36" y="201"/>
                  </a:cubicBezTo>
                  <a:cubicBezTo>
                    <a:pt x="65" y="194"/>
                    <a:pt x="70" y="174"/>
                    <a:pt x="70" y="155"/>
                  </a:cubicBezTo>
                  <a:cubicBezTo>
                    <a:pt x="70" y="154"/>
                    <a:pt x="70" y="153"/>
                    <a:pt x="70" y="151"/>
                  </a:cubicBezTo>
                  <a:cubicBezTo>
                    <a:pt x="70" y="139"/>
                    <a:pt x="72" y="126"/>
                    <a:pt x="62" y="114"/>
                  </a:cubicBezTo>
                  <a:cubicBezTo>
                    <a:pt x="59" y="111"/>
                    <a:pt x="54" y="91"/>
                    <a:pt x="52" y="87"/>
                  </a:cubicBezTo>
                  <a:cubicBezTo>
                    <a:pt x="49" y="78"/>
                    <a:pt x="44" y="48"/>
                    <a:pt x="57" y="40"/>
                  </a:cubicBezTo>
                  <a:cubicBezTo>
                    <a:pt x="62" y="37"/>
                    <a:pt x="83" y="31"/>
                    <a:pt x="96" y="31"/>
                  </a:cubicBezTo>
                  <a:cubicBezTo>
                    <a:pt x="108" y="29"/>
                    <a:pt x="106" y="41"/>
                    <a:pt x="106" y="45"/>
                  </a:cubicBezTo>
                  <a:cubicBezTo>
                    <a:pt x="106" y="51"/>
                    <a:pt x="106" y="57"/>
                    <a:pt x="108" y="64"/>
                  </a:cubicBezTo>
                  <a:cubicBezTo>
                    <a:pt x="114" y="93"/>
                    <a:pt x="121" y="110"/>
                    <a:pt x="143" y="111"/>
                  </a:cubicBezTo>
                  <a:cubicBezTo>
                    <a:pt x="154" y="112"/>
                    <a:pt x="176" y="112"/>
                    <a:pt x="191" y="84"/>
                  </a:cubicBezTo>
                  <a:cubicBezTo>
                    <a:pt x="192" y="82"/>
                    <a:pt x="212" y="74"/>
                    <a:pt x="241" y="92"/>
                  </a:cubicBezTo>
                  <a:cubicBezTo>
                    <a:pt x="251" y="98"/>
                    <a:pt x="313" y="120"/>
                    <a:pt x="314" y="148"/>
                  </a:cubicBezTo>
                  <a:cubicBezTo>
                    <a:pt x="314" y="152"/>
                    <a:pt x="314" y="157"/>
                    <a:pt x="314" y="161"/>
                  </a:cubicBezTo>
                  <a:cubicBezTo>
                    <a:pt x="313" y="165"/>
                    <a:pt x="313" y="170"/>
                    <a:pt x="313" y="175"/>
                  </a:cubicBezTo>
                  <a:cubicBezTo>
                    <a:pt x="313" y="186"/>
                    <a:pt x="324" y="191"/>
                    <a:pt x="329" y="202"/>
                  </a:cubicBezTo>
                  <a:cubicBezTo>
                    <a:pt x="335" y="214"/>
                    <a:pt x="343" y="222"/>
                    <a:pt x="351" y="228"/>
                  </a:cubicBezTo>
                  <a:cubicBezTo>
                    <a:pt x="353" y="230"/>
                    <a:pt x="359" y="230"/>
                    <a:pt x="357" y="246"/>
                  </a:cubicBezTo>
                  <a:cubicBezTo>
                    <a:pt x="357" y="249"/>
                    <a:pt x="357" y="251"/>
                    <a:pt x="357" y="254"/>
                  </a:cubicBezTo>
                  <a:cubicBezTo>
                    <a:pt x="357" y="260"/>
                    <a:pt x="358" y="267"/>
                    <a:pt x="360" y="275"/>
                  </a:cubicBezTo>
                  <a:cubicBezTo>
                    <a:pt x="366" y="292"/>
                    <a:pt x="378" y="302"/>
                    <a:pt x="388" y="308"/>
                  </a:cubicBezTo>
                  <a:cubicBezTo>
                    <a:pt x="405" y="316"/>
                    <a:pt x="399" y="325"/>
                    <a:pt x="399" y="328"/>
                  </a:cubicBezTo>
                  <a:cubicBezTo>
                    <a:pt x="399" y="331"/>
                    <a:pt x="398" y="334"/>
                    <a:pt x="398" y="337"/>
                  </a:cubicBezTo>
                  <a:cubicBezTo>
                    <a:pt x="398" y="344"/>
                    <a:pt x="399" y="350"/>
                    <a:pt x="401" y="357"/>
                  </a:cubicBezTo>
                  <a:cubicBezTo>
                    <a:pt x="406" y="370"/>
                    <a:pt x="412" y="381"/>
                    <a:pt x="416" y="387"/>
                  </a:cubicBezTo>
                  <a:cubicBezTo>
                    <a:pt x="419" y="391"/>
                    <a:pt x="421" y="394"/>
                    <a:pt x="424" y="402"/>
                  </a:cubicBezTo>
                  <a:cubicBezTo>
                    <a:pt x="429" y="418"/>
                    <a:pt x="438" y="443"/>
                    <a:pt x="437" y="461"/>
                  </a:cubicBezTo>
                  <a:cubicBezTo>
                    <a:pt x="436" y="479"/>
                    <a:pt x="437" y="484"/>
                    <a:pt x="426" y="492"/>
                  </a:cubicBezTo>
                  <a:cubicBezTo>
                    <a:pt x="415" y="500"/>
                    <a:pt x="407" y="497"/>
                    <a:pt x="404" y="483"/>
                  </a:cubicBezTo>
                  <a:cubicBezTo>
                    <a:pt x="401" y="469"/>
                    <a:pt x="409" y="459"/>
                    <a:pt x="408" y="438"/>
                  </a:cubicBezTo>
                  <a:cubicBezTo>
                    <a:pt x="407" y="417"/>
                    <a:pt x="403" y="399"/>
                    <a:pt x="392" y="385"/>
                  </a:cubicBezTo>
                  <a:cubicBezTo>
                    <a:pt x="380" y="375"/>
                    <a:pt x="373" y="372"/>
                    <a:pt x="357" y="373"/>
                  </a:cubicBezTo>
                  <a:cubicBezTo>
                    <a:pt x="348" y="374"/>
                    <a:pt x="333" y="390"/>
                    <a:pt x="317" y="397"/>
                  </a:cubicBezTo>
                  <a:cubicBezTo>
                    <a:pt x="302" y="404"/>
                    <a:pt x="286" y="400"/>
                    <a:pt x="281" y="402"/>
                  </a:cubicBezTo>
                  <a:cubicBezTo>
                    <a:pt x="264" y="410"/>
                    <a:pt x="262" y="414"/>
                    <a:pt x="258" y="423"/>
                  </a:cubicBezTo>
                  <a:cubicBezTo>
                    <a:pt x="256" y="429"/>
                    <a:pt x="255" y="434"/>
                    <a:pt x="255" y="440"/>
                  </a:cubicBezTo>
                  <a:cubicBezTo>
                    <a:pt x="255" y="454"/>
                    <a:pt x="261" y="467"/>
                    <a:pt x="266" y="476"/>
                  </a:cubicBezTo>
                  <a:cubicBezTo>
                    <a:pt x="267" y="479"/>
                    <a:pt x="270" y="484"/>
                    <a:pt x="270" y="486"/>
                  </a:cubicBezTo>
                  <a:cubicBezTo>
                    <a:pt x="273" y="502"/>
                    <a:pt x="302" y="517"/>
                    <a:pt x="291" y="534"/>
                  </a:cubicBezTo>
                  <a:cubicBezTo>
                    <a:pt x="283" y="552"/>
                    <a:pt x="282" y="568"/>
                    <a:pt x="281" y="578"/>
                  </a:cubicBezTo>
                  <a:cubicBezTo>
                    <a:pt x="281" y="579"/>
                    <a:pt x="280" y="583"/>
                    <a:pt x="280" y="583"/>
                  </a:cubicBezTo>
                  <a:cubicBezTo>
                    <a:pt x="277" y="594"/>
                    <a:pt x="276" y="603"/>
                    <a:pt x="276" y="610"/>
                  </a:cubicBezTo>
                  <a:cubicBezTo>
                    <a:pt x="276" y="639"/>
                    <a:pt x="287" y="644"/>
                    <a:pt x="303" y="649"/>
                  </a:cubicBezTo>
                  <a:cubicBezTo>
                    <a:pt x="318" y="655"/>
                    <a:pt x="339" y="663"/>
                    <a:pt x="367" y="598"/>
                  </a:cubicBezTo>
                  <a:cubicBezTo>
                    <a:pt x="372" y="587"/>
                    <a:pt x="382" y="580"/>
                    <a:pt x="401" y="580"/>
                  </a:cubicBezTo>
                  <a:cubicBezTo>
                    <a:pt x="420" y="580"/>
                    <a:pt x="416" y="611"/>
                    <a:pt x="416" y="614"/>
                  </a:cubicBezTo>
                  <a:cubicBezTo>
                    <a:pt x="416" y="614"/>
                    <a:pt x="416" y="614"/>
                    <a:pt x="416" y="614"/>
                  </a:cubicBezTo>
                  <a:cubicBezTo>
                    <a:pt x="415" y="629"/>
                    <a:pt x="404" y="652"/>
                    <a:pt x="399" y="668"/>
                  </a:cubicBezTo>
                  <a:cubicBezTo>
                    <a:pt x="391" y="686"/>
                    <a:pt x="383" y="683"/>
                    <a:pt x="380" y="683"/>
                  </a:cubicBezTo>
                  <a:cubicBezTo>
                    <a:pt x="366" y="681"/>
                    <a:pt x="339" y="684"/>
                    <a:pt x="321" y="705"/>
                  </a:cubicBezTo>
                  <a:cubicBezTo>
                    <a:pt x="321" y="705"/>
                    <a:pt x="315" y="710"/>
                    <a:pt x="310" y="702"/>
                  </a:cubicBezTo>
                  <a:cubicBezTo>
                    <a:pt x="302" y="692"/>
                    <a:pt x="292" y="680"/>
                    <a:pt x="263" y="680"/>
                  </a:cubicBezTo>
                  <a:cubicBezTo>
                    <a:pt x="241" y="684"/>
                    <a:pt x="233" y="684"/>
                    <a:pt x="221" y="702"/>
                  </a:cubicBezTo>
                  <a:cubicBezTo>
                    <a:pt x="209" y="720"/>
                    <a:pt x="182" y="717"/>
                    <a:pt x="190" y="702"/>
                  </a:cubicBezTo>
                  <a:cubicBezTo>
                    <a:pt x="198" y="688"/>
                    <a:pt x="231" y="649"/>
                    <a:pt x="206" y="639"/>
                  </a:cubicBezTo>
                  <a:cubicBezTo>
                    <a:pt x="206" y="639"/>
                    <a:pt x="206" y="640"/>
                    <a:pt x="207" y="640"/>
                  </a:cubicBezTo>
                  <a:cubicBezTo>
                    <a:pt x="214" y="653"/>
                    <a:pt x="200" y="673"/>
                    <a:pt x="189" y="674"/>
                  </a:cubicBezTo>
                  <a:cubicBezTo>
                    <a:pt x="162" y="678"/>
                    <a:pt x="142" y="746"/>
                    <a:pt x="190" y="752"/>
                  </a:cubicBezTo>
                  <a:cubicBezTo>
                    <a:pt x="238" y="758"/>
                    <a:pt x="216" y="700"/>
                    <a:pt x="254" y="700"/>
                  </a:cubicBezTo>
                  <a:cubicBezTo>
                    <a:pt x="292" y="700"/>
                    <a:pt x="290" y="738"/>
                    <a:pt x="320" y="731"/>
                  </a:cubicBezTo>
                  <a:cubicBezTo>
                    <a:pt x="339" y="726"/>
                    <a:pt x="334" y="731"/>
                    <a:pt x="348" y="715"/>
                  </a:cubicBezTo>
                  <a:cubicBezTo>
                    <a:pt x="362" y="699"/>
                    <a:pt x="374" y="725"/>
                    <a:pt x="398" y="711"/>
                  </a:cubicBezTo>
                  <a:cubicBezTo>
                    <a:pt x="422" y="697"/>
                    <a:pt x="442" y="646"/>
                    <a:pt x="444" y="618"/>
                  </a:cubicBezTo>
                  <a:cubicBezTo>
                    <a:pt x="444" y="618"/>
                    <a:pt x="449" y="564"/>
                    <a:pt x="428" y="559"/>
                  </a:cubicBezTo>
                  <a:cubicBezTo>
                    <a:pt x="420" y="556"/>
                    <a:pt x="386" y="550"/>
                    <a:pt x="378" y="552"/>
                  </a:cubicBezTo>
                  <a:cubicBezTo>
                    <a:pt x="363" y="556"/>
                    <a:pt x="352" y="581"/>
                    <a:pt x="346" y="594"/>
                  </a:cubicBezTo>
                  <a:cubicBezTo>
                    <a:pt x="338" y="614"/>
                    <a:pt x="325" y="634"/>
                    <a:pt x="308" y="628"/>
                  </a:cubicBezTo>
                  <a:cubicBezTo>
                    <a:pt x="290" y="622"/>
                    <a:pt x="302" y="598"/>
                    <a:pt x="304" y="587"/>
                  </a:cubicBezTo>
                  <a:cubicBezTo>
                    <a:pt x="305" y="574"/>
                    <a:pt x="309" y="556"/>
                    <a:pt x="318" y="542"/>
                  </a:cubicBezTo>
                  <a:cubicBezTo>
                    <a:pt x="339" y="508"/>
                    <a:pt x="300" y="506"/>
                    <a:pt x="296" y="482"/>
                  </a:cubicBezTo>
                  <a:cubicBezTo>
                    <a:pt x="292" y="463"/>
                    <a:pt x="268" y="439"/>
                    <a:pt x="292" y="427"/>
                  </a:cubicBezTo>
                  <a:cubicBezTo>
                    <a:pt x="302" y="423"/>
                    <a:pt x="319" y="419"/>
                    <a:pt x="329" y="417"/>
                  </a:cubicBezTo>
                  <a:cubicBezTo>
                    <a:pt x="337" y="416"/>
                    <a:pt x="349" y="398"/>
                    <a:pt x="356" y="398"/>
                  </a:cubicBezTo>
                  <a:cubicBezTo>
                    <a:pt x="392" y="394"/>
                    <a:pt x="391" y="462"/>
                    <a:pt x="390" y="471"/>
                  </a:cubicBezTo>
                  <a:cubicBezTo>
                    <a:pt x="390" y="474"/>
                    <a:pt x="388" y="481"/>
                    <a:pt x="387" y="487"/>
                  </a:cubicBezTo>
                  <a:close/>
                </a:path>
              </a:pathLst>
            </a:custGeom>
            <a:solidFill>
              <a:srgbClr val="DDD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60" name="Freeform 98">
              <a:extLst>
                <a:ext uri="{FF2B5EF4-FFF2-40B4-BE49-F238E27FC236}">
                  <a16:creationId xmlns:a16="http://schemas.microsoft.com/office/drawing/2014/main" id="{87A53BDB-072F-48DA-8275-589916362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101"/>
              <a:ext cx="1220" cy="2070"/>
            </a:xfrm>
            <a:custGeom>
              <a:avLst/>
              <a:gdLst>
                <a:gd name="T0" fmla="*/ 6895 w 488"/>
                <a:gd name="T1" fmla="*/ 931 h 776"/>
                <a:gd name="T2" fmla="*/ 6750 w 488"/>
                <a:gd name="T3" fmla="*/ 2014 h 776"/>
                <a:gd name="T4" fmla="*/ 6738 w 488"/>
                <a:gd name="T5" fmla="*/ 2598 h 776"/>
                <a:gd name="T6" fmla="*/ 6458 w 488"/>
                <a:gd name="T7" fmla="*/ 3436 h 776"/>
                <a:gd name="T8" fmla="*/ 7158 w 488"/>
                <a:gd name="T9" fmla="*/ 4575 h 776"/>
                <a:gd name="T10" fmla="*/ 7408 w 488"/>
                <a:gd name="T11" fmla="*/ 4882 h 776"/>
                <a:gd name="T12" fmla="*/ 6863 w 488"/>
                <a:gd name="T13" fmla="*/ 3380 h 776"/>
                <a:gd name="T14" fmla="*/ 7125 w 488"/>
                <a:gd name="T15" fmla="*/ 1915 h 776"/>
                <a:gd name="T16" fmla="*/ 5938 w 488"/>
                <a:gd name="T17" fmla="*/ 320 h 776"/>
                <a:gd name="T18" fmla="*/ 5145 w 488"/>
                <a:gd name="T19" fmla="*/ 1801 h 776"/>
                <a:gd name="T20" fmla="*/ 3550 w 488"/>
                <a:gd name="T21" fmla="*/ 1617 h 776"/>
                <a:gd name="T22" fmla="*/ 3363 w 488"/>
                <a:gd name="T23" fmla="*/ 3302 h 776"/>
                <a:gd name="T24" fmla="*/ 2250 w 488"/>
                <a:gd name="T25" fmla="*/ 3508 h 776"/>
                <a:gd name="T26" fmla="*/ 1425 w 488"/>
                <a:gd name="T27" fmla="*/ 3777 h 776"/>
                <a:gd name="T28" fmla="*/ 688 w 488"/>
                <a:gd name="T29" fmla="*/ 5316 h 776"/>
                <a:gd name="T30" fmla="*/ 833 w 488"/>
                <a:gd name="T31" fmla="*/ 7386 h 776"/>
                <a:gd name="T32" fmla="*/ 438 w 488"/>
                <a:gd name="T33" fmla="*/ 8333 h 776"/>
                <a:gd name="T34" fmla="*/ 1550 w 488"/>
                <a:gd name="T35" fmla="*/ 9849 h 776"/>
                <a:gd name="T36" fmla="*/ 3000 w 488"/>
                <a:gd name="T37" fmla="*/ 7458 h 776"/>
                <a:gd name="T38" fmla="*/ 3250 w 488"/>
                <a:gd name="T39" fmla="*/ 9814 h 776"/>
                <a:gd name="T40" fmla="*/ 2645 w 488"/>
                <a:gd name="T41" fmla="*/ 11334 h 776"/>
                <a:gd name="T42" fmla="*/ 813 w 488"/>
                <a:gd name="T43" fmla="*/ 10497 h 776"/>
                <a:gd name="T44" fmla="*/ 1425 w 488"/>
                <a:gd name="T45" fmla="*/ 13455 h 776"/>
                <a:gd name="T46" fmla="*/ 2563 w 488"/>
                <a:gd name="T47" fmla="*/ 14466 h 776"/>
                <a:gd name="T48" fmla="*/ 4500 w 488"/>
                <a:gd name="T49" fmla="*/ 14615 h 776"/>
                <a:gd name="T50" fmla="*/ 4863 w 488"/>
                <a:gd name="T51" fmla="*/ 12929 h 776"/>
                <a:gd name="T52" fmla="*/ 4250 w 488"/>
                <a:gd name="T53" fmla="*/ 12225 h 776"/>
                <a:gd name="T54" fmla="*/ 4863 w 488"/>
                <a:gd name="T55" fmla="*/ 13250 h 776"/>
                <a:gd name="T56" fmla="*/ 4783 w 488"/>
                <a:gd name="T57" fmla="*/ 14181 h 776"/>
                <a:gd name="T58" fmla="*/ 4333 w 488"/>
                <a:gd name="T59" fmla="*/ 14103 h 776"/>
                <a:gd name="T60" fmla="*/ 2813 w 488"/>
                <a:gd name="T61" fmla="*/ 13740 h 776"/>
                <a:gd name="T62" fmla="*/ 1783 w 488"/>
                <a:gd name="T63" fmla="*/ 13114 h 776"/>
                <a:gd name="T64" fmla="*/ 1175 w 488"/>
                <a:gd name="T65" fmla="*/ 12111 h 776"/>
                <a:gd name="T66" fmla="*/ 1563 w 488"/>
                <a:gd name="T67" fmla="*/ 10758 h 776"/>
                <a:gd name="T68" fmla="*/ 2250 w 488"/>
                <a:gd name="T69" fmla="*/ 11406 h 776"/>
                <a:gd name="T70" fmla="*/ 3425 w 488"/>
                <a:gd name="T71" fmla="*/ 11334 h 776"/>
                <a:gd name="T72" fmla="*/ 3675 w 488"/>
                <a:gd name="T73" fmla="*/ 9051 h 776"/>
                <a:gd name="T74" fmla="*/ 3470 w 488"/>
                <a:gd name="T75" fmla="*/ 7650 h 776"/>
                <a:gd name="T76" fmla="*/ 2833 w 488"/>
                <a:gd name="T77" fmla="*/ 6682 h 776"/>
                <a:gd name="T78" fmla="*/ 1708 w 488"/>
                <a:gd name="T79" fmla="*/ 9166 h 776"/>
                <a:gd name="T80" fmla="*/ 595 w 488"/>
                <a:gd name="T81" fmla="*/ 9016 h 776"/>
                <a:gd name="T82" fmla="*/ 1563 w 488"/>
                <a:gd name="T83" fmla="*/ 7650 h 776"/>
                <a:gd name="T84" fmla="*/ 863 w 488"/>
                <a:gd name="T85" fmla="*/ 6418 h 776"/>
                <a:gd name="T86" fmla="*/ 1000 w 488"/>
                <a:gd name="T87" fmla="*/ 5658 h 776"/>
                <a:gd name="T88" fmla="*/ 1345 w 488"/>
                <a:gd name="T89" fmla="*/ 5010 h 776"/>
                <a:gd name="T90" fmla="*/ 2020 w 488"/>
                <a:gd name="T91" fmla="*/ 3927 h 776"/>
                <a:gd name="T92" fmla="*/ 3208 w 488"/>
                <a:gd name="T93" fmla="*/ 4383 h 776"/>
                <a:gd name="T94" fmla="*/ 3738 w 488"/>
                <a:gd name="T95" fmla="*/ 3110 h 776"/>
                <a:gd name="T96" fmla="*/ 3613 w 488"/>
                <a:gd name="T97" fmla="*/ 2049 h 776"/>
                <a:gd name="T98" fmla="*/ 4738 w 488"/>
                <a:gd name="T99" fmla="*/ 1857 h 776"/>
                <a:gd name="T100" fmla="*/ 6033 w 488"/>
                <a:gd name="T101" fmla="*/ 1971 h 776"/>
                <a:gd name="T102" fmla="*/ 6645 w 488"/>
                <a:gd name="T103" fmla="*/ 648 h 7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88" h="776">
                  <a:moveTo>
                    <a:pt x="425" y="34"/>
                  </a:moveTo>
                  <a:cubicBezTo>
                    <a:pt x="443" y="35"/>
                    <a:pt x="440" y="48"/>
                    <a:pt x="441" y="49"/>
                  </a:cubicBezTo>
                  <a:cubicBezTo>
                    <a:pt x="441" y="52"/>
                    <a:pt x="434" y="85"/>
                    <a:pt x="433" y="98"/>
                  </a:cubicBezTo>
                  <a:cubicBezTo>
                    <a:pt x="432" y="101"/>
                    <a:pt x="432" y="104"/>
                    <a:pt x="432" y="106"/>
                  </a:cubicBezTo>
                  <a:cubicBezTo>
                    <a:pt x="432" y="112"/>
                    <a:pt x="433" y="118"/>
                    <a:pt x="434" y="123"/>
                  </a:cubicBezTo>
                  <a:cubicBezTo>
                    <a:pt x="435" y="126"/>
                    <a:pt x="432" y="135"/>
                    <a:pt x="431" y="137"/>
                  </a:cubicBezTo>
                  <a:cubicBezTo>
                    <a:pt x="425" y="144"/>
                    <a:pt x="412" y="152"/>
                    <a:pt x="412" y="169"/>
                  </a:cubicBezTo>
                  <a:cubicBezTo>
                    <a:pt x="412" y="173"/>
                    <a:pt x="412" y="177"/>
                    <a:pt x="413" y="181"/>
                  </a:cubicBezTo>
                  <a:cubicBezTo>
                    <a:pt x="417" y="204"/>
                    <a:pt x="436" y="212"/>
                    <a:pt x="452" y="217"/>
                  </a:cubicBezTo>
                  <a:cubicBezTo>
                    <a:pt x="457" y="218"/>
                    <a:pt x="467" y="229"/>
                    <a:pt x="458" y="241"/>
                  </a:cubicBezTo>
                  <a:cubicBezTo>
                    <a:pt x="455" y="244"/>
                    <a:pt x="451" y="249"/>
                    <a:pt x="448" y="254"/>
                  </a:cubicBezTo>
                  <a:cubicBezTo>
                    <a:pt x="457" y="256"/>
                    <a:pt x="465" y="257"/>
                    <a:pt x="474" y="257"/>
                  </a:cubicBezTo>
                  <a:cubicBezTo>
                    <a:pt x="475" y="256"/>
                    <a:pt x="488" y="243"/>
                    <a:pt x="485" y="215"/>
                  </a:cubicBezTo>
                  <a:cubicBezTo>
                    <a:pt x="483" y="186"/>
                    <a:pt x="443" y="201"/>
                    <a:pt x="439" y="178"/>
                  </a:cubicBezTo>
                  <a:cubicBezTo>
                    <a:pt x="435" y="155"/>
                    <a:pt x="456" y="155"/>
                    <a:pt x="462" y="145"/>
                  </a:cubicBezTo>
                  <a:cubicBezTo>
                    <a:pt x="469" y="134"/>
                    <a:pt x="453" y="118"/>
                    <a:pt x="456" y="101"/>
                  </a:cubicBezTo>
                  <a:cubicBezTo>
                    <a:pt x="462" y="57"/>
                    <a:pt x="483" y="36"/>
                    <a:pt x="440" y="14"/>
                  </a:cubicBezTo>
                  <a:cubicBezTo>
                    <a:pt x="412" y="0"/>
                    <a:pt x="386" y="1"/>
                    <a:pt x="380" y="17"/>
                  </a:cubicBezTo>
                  <a:cubicBezTo>
                    <a:pt x="372" y="32"/>
                    <a:pt x="366" y="78"/>
                    <a:pt x="363" y="94"/>
                  </a:cubicBezTo>
                  <a:cubicBezTo>
                    <a:pt x="358" y="115"/>
                    <a:pt x="343" y="127"/>
                    <a:pt x="329" y="95"/>
                  </a:cubicBezTo>
                  <a:cubicBezTo>
                    <a:pt x="321" y="76"/>
                    <a:pt x="301" y="54"/>
                    <a:pt x="280" y="50"/>
                  </a:cubicBezTo>
                  <a:cubicBezTo>
                    <a:pt x="264" y="47"/>
                    <a:pt x="240" y="81"/>
                    <a:pt x="227" y="85"/>
                  </a:cubicBezTo>
                  <a:cubicBezTo>
                    <a:pt x="210" y="89"/>
                    <a:pt x="175" y="99"/>
                    <a:pt x="187" y="119"/>
                  </a:cubicBezTo>
                  <a:cubicBezTo>
                    <a:pt x="198" y="141"/>
                    <a:pt x="221" y="140"/>
                    <a:pt x="215" y="174"/>
                  </a:cubicBezTo>
                  <a:cubicBezTo>
                    <a:pt x="210" y="200"/>
                    <a:pt x="187" y="219"/>
                    <a:pt x="165" y="209"/>
                  </a:cubicBezTo>
                  <a:cubicBezTo>
                    <a:pt x="157" y="205"/>
                    <a:pt x="149" y="193"/>
                    <a:pt x="144" y="185"/>
                  </a:cubicBezTo>
                  <a:cubicBezTo>
                    <a:pt x="139" y="178"/>
                    <a:pt x="124" y="168"/>
                    <a:pt x="115" y="166"/>
                  </a:cubicBezTo>
                  <a:cubicBezTo>
                    <a:pt x="93" y="163"/>
                    <a:pt x="95" y="183"/>
                    <a:pt x="91" y="199"/>
                  </a:cubicBezTo>
                  <a:cubicBezTo>
                    <a:pt x="88" y="212"/>
                    <a:pt x="79" y="233"/>
                    <a:pt x="69" y="242"/>
                  </a:cubicBezTo>
                  <a:cubicBezTo>
                    <a:pt x="63" y="248"/>
                    <a:pt x="50" y="273"/>
                    <a:pt x="44" y="280"/>
                  </a:cubicBezTo>
                  <a:cubicBezTo>
                    <a:pt x="24" y="308"/>
                    <a:pt x="29" y="328"/>
                    <a:pt x="29" y="353"/>
                  </a:cubicBezTo>
                  <a:cubicBezTo>
                    <a:pt x="30" y="369"/>
                    <a:pt x="37" y="391"/>
                    <a:pt x="53" y="389"/>
                  </a:cubicBezTo>
                  <a:cubicBezTo>
                    <a:pt x="79" y="385"/>
                    <a:pt x="86" y="400"/>
                    <a:pt x="85" y="417"/>
                  </a:cubicBezTo>
                  <a:cubicBezTo>
                    <a:pt x="84" y="448"/>
                    <a:pt x="47" y="436"/>
                    <a:pt x="28" y="439"/>
                  </a:cubicBezTo>
                  <a:cubicBezTo>
                    <a:pt x="0" y="445"/>
                    <a:pt x="12" y="518"/>
                    <a:pt x="36" y="525"/>
                  </a:cubicBezTo>
                  <a:cubicBezTo>
                    <a:pt x="54" y="531"/>
                    <a:pt x="78" y="523"/>
                    <a:pt x="99" y="519"/>
                  </a:cubicBezTo>
                  <a:cubicBezTo>
                    <a:pt x="161" y="500"/>
                    <a:pt x="119" y="435"/>
                    <a:pt x="147" y="395"/>
                  </a:cubicBezTo>
                  <a:cubicBezTo>
                    <a:pt x="166" y="369"/>
                    <a:pt x="188" y="368"/>
                    <a:pt x="192" y="393"/>
                  </a:cubicBezTo>
                  <a:cubicBezTo>
                    <a:pt x="194" y="401"/>
                    <a:pt x="203" y="416"/>
                    <a:pt x="207" y="426"/>
                  </a:cubicBezTo>
                  <a:cubicBezTo>
                    <a:pt x="212" y="438"/>
                    <a:pt x="213" y="497"/>
                    <a:pt x="208" y="517"/>
                  </a:cubicBezTo>
                  <a:cubicBezTo>
                    <a:pt x="199" y="556"/>
                    <a:pt x="187" y="542"/>
                    <a:pt x="195" y="581"/>
                  </a:cubicBezTo>
                  <a:cubicBezTo>
                    <a:pt x="202" y="617"/>
                    <a:pt x="186" y="635"/>
                    <a:pt x="169" y="597"/>
                  </a:cubicBezTo>
                  <a:cubicBezTo>
                    <a:pt x="158" y="569"/>
                    <a:pt x="160" y="581"/>
                    <a:pt x="143" y="554"/>
                  </a:cubicBezTo>
                  <a:cubicBezTo>
                    <a:pt x="117" y="516"/>
                    <a:pt x="93" y="549"/>
                    <a:pt x="52" y="553"/>
                  </a:cubicBezTo>
                  <a:cubicBezTo>
                    <a:pt x="27" y="559"/>
                    <a:pt x="50" y="611"/>
                    <a:pt x="52" y="639"/>
                  </a:cubicBezTo>
                  <a:cubicBezTo>
                    <a:pt x="54" y="667"/>
                    <a:pt x="67" y="695"/>
                    <a:pt x="91" y="709"/>
                  </a:cubicBezTo>
                  <a:cubicBezTo>
                    <a:pt x="115" y="723"/>
                    <a:pt x="121" y="711"/>
                    <a:pt x="135" y="727"/>
                  </a:cubicBezTo>
                  <a:cubicBezTo>
                    <a:pt x="149" y="743"/>
                    <a:pt x="133" y="761"/>
                    <a:pt x="164" y="762"/>
                  </a:cubicBezTo>
                  <a:cubicBezTo>
                    <a:pt x="195" y="763"/>
                    <a:pt x="185" y="738"/>
                    <a:pt x="223" y="738"/>
                  </a:cubicBezTo>
                  <a:cubicBezTo>
                    <a:pt x="261" y="738"/>
                    <a:pt x="240" y="776"/>
                    <a:pt x="288" y="770"/>
                  </a:cubicBezTo>
                  <a:cubicBezTo>
                    <a:pt x="336" y="764"/>
                    <a:pt x="337" y="764"/>
                    <a:pt x="347" y="726"/>
                  </a:cubicBezTo>
                  <a:cubicBezTo>
                    <a:pt x="357" y="688"/>
                    <a:pt x="343" y="681"/>
                    <a:pt x="311" y="681"/>
                  </a:cubicBezTo>
                  <a:cubicBezTo>
                    <a:pt x="287" y="677"/>
                    <a:pt x="269" y="658"/>
                    <a:pt x="270" y="650"/>
                  </a:cubicBezTo>
                  <a:cubicBezTo>
                    <a:pt x="270" y="648"/>
                    <a:pt x="270" y="646"/>
                    <a:pt x="272" y="644"/>
                  </a:cubicBezTo>
                  <a:cubicBezTo>
                    <a:pt x="272" y="645"/>
                    <a:pt x="271" y="645"/>
                    <a:pt x="271" y="645"/>
                  </a:cubicBezTo>
                  <a:cubicBezTo>
                    <a:pt x="261" y="654"/>
                    <a:pt x="295" y="690"/>
                    <a:pt x="311" y="698"/>
                  </a:cubicBezTo>
                  <a:cubicBezTo>
                    <a:pt x="326" y="707"/>
                    <a:pt x="323" y="724"/>
                    <a:pt x="323" y="732"/>
                  </a:cubicBezTo>
                  <a:cubicBezTo>
                    <a:pt x="322" y="740"/>
                    <a:pt x="313" y="745"/>
                    <a:pt x="306" y="747"/>
                  </a:cubicBezTo>
                  <a:cubicBezTo>
                    <a:pt x="300" y="748"/>
                    <a:pt x="294" y="749"/>
                    <a:pt x="287" y="750"/>
                  </a:cubicBezTo>
                  <a:cubicBezTo>
                    <a:pt x="281" y="749"/>
                    <a:pt x="279" y="746"/>
                    <a:pt x="277" y="743"/>
                  </a:cubicBezTo>
                  <a:cubicBezTo>
                    <a:pt x="270" y="732"/>
                    <a:pt x="252" y="711"/>
                    <a:pt x="223" y="711"/>
                  </a:cubicBezTo>
                  <a:cubicBezTo>
                    <a:pt x="203" y="711"/>
                    <a:pt x="190" y="715"/>
                    <a:pt x="180" y="724"/>
                  </a:cubicBezTo>
                  <a:cubicBezTo>
                    <a:pt x="171" y="734"/>
                    <a:pt x="164" y="723"/>
                    <a:pt x="159" y="717"/>
                  </a:cubicBezTo>
                  <a:cubicBezTo>
                    <a:pt x="144" y="700"/>
                    <a:pt x="126" y="693"/>
                    <a:pt x="114" y="691"/>
                  </a:cubicBezTo>
                  <a:cubicBezTo>
                    <a:pt x="110" y="690"/>
                    <a:pt x="108" y="690"/>
                    <a:pt x="102" y="687"/>
                  </a:cubicBezTo>
                  <a:cubicBezTo>
                    <a:pt x="90" y="680"/>
                    <a:pt x="77" y="657"/>
                    <a:pt x="75" y="638"/>
                  </a:cubicBezTo>
                  <a:cubicBezTo>
                    <a:pt x="74" y="627"/>
                    <a:pt x="72" y="615"/>
                    <a:pt x="69" y="603"/>
                  </a:cubicBezTo>
                  <a:cubicBezTo>
                    <a:pt x="68" y="598"/>
                    <a:pt x="69" y="572"/>
                    <a:pt x="100" y="567"/>
                  </a:cubicBezTo>
                  <a:cubicBezTo>
                    <a:pt x="104" y="565"/>
                    <a:pt x="125" y="560"/>
                    <a:pt x="136" y="585"/>
                  </a:cubicBezTo>
                  <a:cubicBezTo>
                    <a:pt x="138" y="588"/>
                    <a:pt x="139" y="588"/>
                    <a:pt x="144" y="601"/>
                  </a:cubicBezTo>
                  <a:cubicBezTo>
                    <a:pt x="164" y="648"/>
                    <a:pt x="180" y="638"/>
                    <a:pt x="191" y="635"/>
                  </a:cubicBezTo>
                  <a:cubicBezTo>
                    <a:pt x="208" y="630"/>
                    <a:pt x="219" y="628"/>
                    <a:pt x="219" y="597"/>
                  </a:cubicBezTo>
                  <a:cubicBezTo>
                    <a:pt x="215" y="563"/>
                    <a:pt x="227" y="546"/>
                    <a:pt x="231" y="526"/>
                  </a:cubicBezTo>
                  <a:cubicBezTo>
                    <a:pt x="234" y="515"/>
                    <a:pt x="235" y="497"/>
                    <a:pt x="235" y="477"/>
                  </a:cubicBezTo>
                  <a:cubicBezTo>
                    <a:pt x="235" y="453"/>
                    <a:pt x="235" y="432"/>
                    <a:pt x="230" y="420"/>
                  </a:cubicBezTo>
                  <a:cubicBezTo>
                    <a:pt x="228" y="414"/>
                    <a:pt x="225" y="408"/>
                    <a:pt x="222" y="403"/>
                  </a:cubicBezTo>
                  <a:cubicBezTo>
                    <a:pt x="221" y="400"/>
                    <a:pt x="214" y="380"/>
                    <a:pt x="212" y="375"/>
                  </a:cubicBezTo>
                  <a:cubicBezTo>
                    <a:pt x="206" y="363"/>
                    <a:pt x="195" y="355"/>
                    <a:pt x="181" y="352"/>
                  </a:cubicBezTo>
                  <a:cubicBezTo>
                    <a:pt x="153" y="346"/>
                    <a:pt x="132" y="379"/>
                    <a:pt x="120" y="402"/>
                  </a:cubicBezTo>
                  <a:cubicBezTo>
                    <a:pt x="112" y="420"/>
                    <a:pt x="117" y="459"/>
                    <a:pt x="109" y="483"/>
                  </a:cubicBezTo>
                  <a:cubicBezTo>
                    <a:pt x="102" y="506"/>
                    <a:pt x="89" y="505"/>
                    <a:pt x="65" y="509"/>
                  </a:cubicBezTo>
                  <a:cubicBezTo>
                    <a:pt x="40" y="513"/>
                    <a:pt x="42" y="491"/>
                    <a:pt x="38" y="475"/>
                  </a:cubicBezTo>
                  <a:cubicBezTo>
                    <a:pt x="34" y="459"/>
                    <a:pt x="47" y="459"/>
                    <a:pt x="71" y="454"/>
                  </a:cubicBezTo>
                  <a:cubicBezTo>
                    <a:pt x="95" y="449"/>
                    <a:pt x="103" y="432"/>
                    <a:pt x="100" y="403"/>
                  </a:cubicBezTo>
                  <a:cubicBezTo>
                    <a:pt x="97" y="373"/>
                    <a:pt x="87" y="369"/>
                    <a:pt x="71" y="366"/>
                  </a:cubicBezTo>
                  <a:cubicBezTo>
                    <a:pt x="47" y="362"/>
                    <a:pt x="55" y="338"/>
                    <a:pt x="55" y="338"/>
                  </a:cubicBezTo>
                  <a:cubicBezTo>
                    <a:pt x="55" y="334"/>
                    <a:pt x="54" y="330"/>
                    <a:pt x="54" y="326"/>
                  </a:cubicBezTo>
                  <a:cubicBezTo>
                    <a:pt x="54" y="316"/>
                    <a:pt x="56" y="309"/>
                    <a:pt x="64" y="298"/>
                  </a:cubicBezTo>
                  <a:cubicBezTo>
                    <a:pt x="74" y="282"/>
                    <a:pt x="74" y="282"/>
                    <a:pt x="74" y="282"/>
                  </a:cubicBezTo>
                  <a:cubicBezTo>
                    <a:pt x="77" y="277"/>
                    <a:pt x="83" y="267"/>
                    <a:pt x="86" y="264"/>
                  </a:cubicBezTo>
                  <a:cubicBezTo>
                    <a:pt x="97" y="253"/>
                    <a:pt x="110" y="228"/>
                    <a:pt x="115" y="209"/>
                  </a:cubicBezTo>
                  <a:cubicBezTo>
                    <a:pt x="116" y="203"/>
                    <a:pt x="125" y="202"/>
                    <a:pt x="129" y="207"/>
                  </a:cubicBezTo>
                  <a:cubicBezTo>
                    <a:pt x="137" y="216"/>
                    <a:pt x="146" y="225"/>
                    <a:pt x="154" y="229"/>
                  </a:cubicBezTo>
                  <a:cubicBezTo>
                    <a:pt x="172" y="237"/>
                    <a:pt x="187" y="240"/>
                    <a:pt x="205" y="231"/>
                  </a:cubicBezTo>
                  <a:cubicBezTo>
                    <a:pt x="226" y="221"/>
                    <a:pt x="232" y="208"/>
                    <a:pt x="237" y="182"/>
                  </a:cubicBezTo>
                  <a:cubicBezTo>
                    <a:pt x="239" y="176"/>
                    <a:pt x="239" y="170"/>
                    <a:pt x="239" y="164"/>
                  </a:cubicBezTo>
                  <a:cubicBezTo>
                    <a:pt x="239" y="148"/>
                    <a:pt x="235" y="133"/>
                    <a:pt x="224" y="122"/>
                  </a:cubicBezTo>
                  <a:cubicBezTo>
                    <a:pt x="215" y="113"/>
                    <a:pt x="226" y="110"/>
                    <a:pt x="231" y="108"/>
                  </a:cubicBezTo>
                  <a:cubicBezTo>
                    <a:pt x="245" y="101"/>
                    <a:pt x="263" y="91"/>
                    <a:pt x="271" y="83"/>
                  </a:cubicBezTo>
                  <a:cubicBezTo>
                    <a:pt x="274" y="81"/>
                    <a:pt x="295" y="71"/>
                    <a:pt x="303" y="98"/>
                  </a:cubicBezTo>
                  <a:cubicBezTo>
                    <a:pt x="318" y="136"/>
                    <a:pt x="338" y="141"/>
                    <a:pt x="351" y="139"/>
                  </a:cubicBezTo>
                  <a:cubicBezTo>
                    <a:pt x="373" y="138"/>
                    <a:pt x="379" y="132"/>
                    <a:pt x="386" y="104"/>
                  </a:cubicBezTo>
                  <a:cubicBezTo>
                    <a:pt x="390" y="82"/>
                    <a:pt x="390" y="82"/>
                    <a:pt x="390" y="82"/>
                  </a:cubicBezTo>
                  <a:cubicBezTo>
                    <a:pt x="392" y="72"/>
                    <a:pt x="391" y="29"/>
                    <a:pt x="425" y="34"/>
                  </a:cubicBezTo>
                  <a:close/>
                </a:path>
              </a:pathLst>
            </a:custGeom>
            <a:solidFill>
              <a:srgbClr val="DDD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61" name="Freeform 99">
              <a:extLst>
                <a:ext uri="{FF2B5EF4-FFF2-40B4-BE49-F238E27FC236}">
                  <a16:creationId xmlns:a16="http://schemas.microsoft.com/office/drawing/2014/main" id="{C8C3FFB1-BD94-4600-94B1-7DBE7A947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187"/>
              <a:ext cx="1045" cy="1842"/>
            </a:xfrm>
            <a:custGeom>
              <a:avLst/>
              <a:gdLst>
                <a:gd name="T0" fmla="*/ 488 w 418"/>
                <a:gd name="T1" fmla="*/ 4164 h 691"/>
                <a:gd name="T2" fmla="*/ 220 w 418"/>
                <a:gd name="T3" fmla="*/ 3708 h 691"/>
                <a:gd name="T4" fmla="*/ 250 w 418"/>
                <a:gd name="T5" fmla="*/ 3263 h 691"/>
                <a:gd name="T6" fmla="*/ 783 w 418"/>
                <a:gd name="T7" fmla="*/ 2388 h 691"/>
                <a:gd name="T8" fmla="*/ 783 w 418"/>
                <a:gd name="T9" fmla="*/ 2308 h 691"/>
                <a:gd name="T10" fmla="*/ 658 w 418"/>
                <a:gd name="T11" fmla="*/ 1613 h 691"/>
                <a:gd name="T12" fmla="*/ 500 w 418"/>
                <a:gd name="T13" fmla="*/ 1101 h 691"/>
                <a:gd name="T14" fmla="*/ 583 w 418"/>
                <a:gd name="T15" fmla="*/ 205 h 691"/>
                <a:gd name="T16" fmla="*/ 1188 w 418"/>
                <a:gd name="T17" fmla="*/ 35 h 691"/>
                <a:gd name="T18" fmla="*/ 1345 w 418"/>
                <a:gd name="T19" fmla="*/ 307 h 691"/>
                <a:gd name="T20" fmla="*/ 1375 w 418"/>
                <a:gd name="T21" fmla="*/ 661 h 691"/>
                <a:gd name="T22" fmla="*/ 1925 w 418"/>
                <a:gd name="T23" fmla="*/ 1557 h 691"/>
                <a:gd name="T24" fmla="*/ 2675 w 418"/>
                <a:gd name="T25" fmla="*/ 1045 h 691"/>
                <a:gd name="T26" fmla="*/ 3458 w 418"/>
                <a:gd name="T27" fmla="*/ 1194 h 691"/>
                <a:gd name="T28" fmla="*/ 4595 w 418"/>
                <a:gd name="T29" fmla="*/ 2253 h 691"/>
                <a:gd name="T30" fmla="*/ 4595 w 418"/>
                <a:gd name="T31" fmla="*/ 2500 h 691"/>
                <a:gd name="T32" fmla="*/ 4583 w 418"/>
                <a:gd name="T33" fmla="*/ 2764 h 691"/>
                <a:gd name="T34" fmla="*/ 4833 w 418"/>
                <a:gd name="T35" fmla="*/ 3276 h 691"/>
                <a:gd name="T36" fmla="*/ 5175 w 418"/>
                <a:gd name="T37" fmla="*/ 3767 h 691"/>
                <a:gd name="T38" fmla="*/ 5270 w 418"/>
                <a:gd name="T39" fmla="*/ 4108 h 691"/>
                <a:gd name="T40" fmla="*/ 5270 w 418"/>
                <a:gd name="T41" fmla="*/ 4262 h 691"/>
                <a:gd name="T42" fmla="*/ 5313 w 418"/>
                <a:gd name="T43" fmla="*/ 4662 h 691"/>
                <a:gd name="T44" fmla="*/ 5750 w 418"/>
                <a:gd name="T45" fmla="*/ 5286 h 691"/>
                <a:gd name="T46" fmla="*/ 5925 w 418"/>
                <a:gd name="T47" fmla="*/ 5665 h 691"/>
                <a:gd name="T48" fmla="*/ 5908 w 418"/>
                <a:gd name="T49" fmla="*/ 5835 h 691"/>
                <a:gd name="T50" fmla="*/ 5958 w 418"/>
                <a:gd name="T51" fmla="*/ 6211 h 691"/>
                <a:gd name="T52" fmla="*/ 6188 w 418"/>
                <a:gd name="T53" fmla="*/ 6779 h 691"/>
                <a:gd name="T54" fmla="*/ 6313 w 418"/>
                <a:gd name="T55" fmla="*/ 7064 h 691"/>
                <a:gd name="T56" fmla="*/ 6520 w 418"/>
                <a:gd name="T57" fmla="*/ 8186 h 691"/>
                <a:gd name="T58" fmla="*/ 6345 w 418"/>
                <a:gd name="T59" fmla="*/ 8767 h 691"/>
                <a:gd name="T60" fmla="*/ 6000 w 418"/>
                <a:gd name="T61" fmla="*/ 8597 h 691"/>
                <a:gd name="T62" fmla="*/ 6063 w 418"/>
                <a:gd name="T63" fmla="*/ 7747 h 691"/>
                <a:gd name="T64" fmla="*/ 5813 w 418"/>
                <a:gd name="T65" fmla="*/ 6744 h 691"/>
                <a:gd name="T66" fmla="*/ 5270 w 418"/>
                <a:gd name="T67" fmla="*/ 6515 h 691"/>
                <a:gd name="T68" fmla="*/ 4645 w 418"/>
                <a:gd name="T69" fmla="*/ 6971 h 691"/>
                <a:gd name="T70" fmla="*/ 4083 w 418"/>
                <a:gd name="T71" fmla="*/ 7064 h 691"/>
                <a:gd name="T72" fmla="*/ 3720 w 418"/>
                <a:gd name="T73" fmla="*/ 7461 h 691"/>
                <a:gd name="T74" fmla="*/ 3675 w 418"/>
                <a:gd name="T75" fmla="*/ 7789 h 691"/>
                <a:gd name="T76" fmla="*/ 3845 w 418"/>
                <a:gd name="T77" fmla="*/ 8472 h 691"/>
                <a:gd name="T78" fmla="*/ 3908 w 418"/>
                <a:gd name="T79" fmla="*/ 8656 h 691"/>
                <a:gd name="T80" fmla="*/ 4238 w 418"/>
                <a:gd name="T81" fmla="*/ 9565 h 691"/>
                <a:gd name="T82" fmla="*/ 4083 w 418"/>
                <a:gd name="T83" fmla="*/ 10396 h 691"/>
                <a:gd name="T84" fmla="*/ 4063 w 418"/>
                <a:gd name="T85" fmla="*/ 10495 h 691"/>
                <a:gd name="T86" fmla="*/ 4000 w 418"/>
                <a:gd name="T87" fmla="*/ 11007 h 691"/>
                <a:gd name="T88" fmla="*/ 4425 w 418"/>
                <a:gd name="T89" fmla="*/ 11745 h 691"/>
                <a:gd name="T90" fmla="*/ 5425 w 418"/>
                <a:gd name="T91" fmla="*/ 10780 h 691"/>
                <a:gd name="T92" fmla="*/ 5958 w 418"/>
                <a:gd name="T93" fmla="*/ 10439 h 691"/>
                <a:gd name="T94" fmla="*/ 6188 w 418"/>
                <a:gd name="T95" fmla="*/ 11079 h 691"/>
                <a:gd name="T96" fmla="*/ 6188 w 418"/>
                <a:gd name="T97" fmla="*/ 11079 h 691"/>
                <a:gd name="T98" fmla="*/ 5925 w 418"/>
                <a:gd name="T99" fmla="*/ 12102 h 691"/>
                <a:gd name="T100" fmla="*/ 5625 w 418"/>
                <a:gd name="T101" fmla="*/ 12385 h 691"/>
                <a:gd name="T102" fmla="*/ 4708 w 418"/>
                <a:gd name="T103" fmla="*/ 12806 h 691"/>
                <a:gd name="T104" fmla="*/ 4533 w 418"/>
                <a:gd name="T105" fmla="*/ 12747 h 691"/>
                <a:gd name="T106" fmla="*/ 3800 w 418"/>
                <a:gd name="T107" fmla="*/ 12329 h 691"/>
                <a:gd name="T108" fmla="*/ 3145 w 418"/>
                <a:gd name="T109" fmla="*/ 12747 h 691"/>
                <a:gd name="T110" fmla="*/ 2658 w 418"/>
                <a:gd name="T111" fmla="*/ 12747 h 691"/>
                <a:gd name="T112" fmla="*/ 2908 w 418"/>
                <a:gd name="T113" fmla="*/ 11553 h 6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18" h="691">
                  <a:moveTo>
                    <a:pt x="31" y="220"/>
                  </a:moveTo>
                  <a:cubicBezTo>
                    <a:pt x="28" y="210"/>
                    <a:pt x="22" y="200"/>
                    <a:pt x="14" y="196"/>
                  </a:cubicBezTo>
                  <a:cubicBezTo>
                    <a:pt x="12" y="195"/>
                    <a:pt x="0" y="177"/>
                    <a:pt x="16" y="172"/>
                  </a:cubicBezTo>
                  <a:cubicBezTo>
                    <a:pt x="45" y="165"/>
                    <a:pt x="50" y="145"/>
                    <a:pt x="50" y="126"/>
                  </a:cubicBezTo>
                  <a:cubicBezTo>
                    <a:pt x="50" y="125"/>
                    <a:pt x="50" y="124"/>
                    <a:pt x="50" y="122"/>
                  </a:cubicBezTo>
                  <a:cubicBezTo>
                    <a:pt x="50" y="110"/>
                    <a:pt x="52" y="97"/>
                    <a:pt x="42" y="85"/>
                  </a:cubicBezTo>
                  <a:cubicBezTo>
                    <a:pt x="39" y="82"/>
                    <a:pt x="34" y="62"/>
                    <a:pt x="32" y="58"/>
                  </a:cubicBezTo>
                  <a:cubicBezTo>
                    <a:pt x="29" y="49"/>
                    <a:pt x="24" y="19"/>
                    <a:pt x="37" y="11"/>
                  </a:cubicBezTo>
                  <a:cubicBezTo>
                    <a:pt x="42" y="8"/>
                    <a:pt x="63" y="2"/>
                    <a:pt x="76" y="2"/>
                  </a:cubicBezTo>
                  <a:cubicBezTo>
                    <a:pt x="88" y="0"/>
                    <a:pt x="86" y="12"/>
                    <a:pt x="86" y="16"/>
                  </a:cubicBezTo>
                  <a:cubicBezTo>
                    <a:pt x="86" y="22"/>
                    <a:pt x="86" y="28"/>
                    <a:pt x="88" y="35"/>
                  </a:cubicBezTo>
                  <a:cubicBezTo>
                    <a:pt x="94" y="64"/>
                    <a:pt x="101" y="81"/>
                    <a:pt x="123" y="82"/>
                  </a:cubicBezTo>
                  <a:cubicBezTo>
                    <a:pt x="134" y="83"/>
                    <a:pt x="156" y="83"/>
                    <a:pt x="171" y="55"/>
                  </a:cubicBezTo>
                  <a:cubicBezTo>
                    <a:pt x="172" y="53"/>
                    <a:pt x="192" y="45"/>
                    <a:pt x="221" y="63"/>
                  </a:cubicBezTo>
                  <a:cubicBezTo>
                    <a:pt x="231" y="69"/>
                    <a:pt x="293" y="91"/>
                    <a:pt x="294" y="119"/>
                  </a:cubicBezTo>
                  <a:cubicBezTo>
                    <a:pt x="294" y="123"/>
                    <a:pt x="294" y="128"/>
                    <a:pt x="294" y="132"/>
                  </a:cubicBezTo>
                  <a:cubicBezTo>
                    <a:pt x="293" y="136"/>
                    <a:pt x="293" y="141"/>
                    <a:pt x="293" y="146"/>
                  </a:cubicBezTo>
                  <a:cubicBezTo>
                    <a:pt x="293" y="157"/>
                    <a:pt x="304" y="162"/>
                    <a:pt x="309" y="173"/>
                  </a:cubicBezTo>
                  <a:cubicBezTo>
                    <a:pt x="315" y="185"/>
                    <a:pt x="323" y="193"/>
                    <a:pt x="331" y="199"/>
                  </a:cubicBezTo>
                  <a:cubicBezTo>
                    <a:pt x="333" y="201"/>
                    <a:pt x="339" y="201"/>
                    <a:pt x="337" y="217"/>
                  </a:cubicBezTo>
                  <a:cubicBezTo>
                    <a:pt x="337" y="220"/>
                    <a:pt x="337" y="222"/>
                    <a:pt x="337" y="225"/>
                  </a:cubicBezTo>
                  <a:cubicBezTo>
                    <a:pt x="337" y="231"/>
                    <a:pt x="338" y="238"/>
                    <a:pt x="340" y="246"/>
                  </a:cubicBezTo>
                  <a:cubicBezTo>
                    <a:pt x="346" y="263"/>
                    <a:pt x="358" y="273"/>
                    <a:pt x="368" y="279"/>
                  </a:cubicBezTo>
                  <a:cubicBezTo>
                    <a:pt x="385" y="287"/>
                    <a:pt x="379" y="296"/>
                    <a:pt x="379" y="299"/>
                  </a:cubicBezTo>
                  <a:cubicBezTo>
                    <a:pt x="379" y="302"/>
                    <a:pt x="378" y="305"/>
                    <a:pt x="378" y="308"/>
                  </a:cubicBezTo>
                  <a:cubicBezTo>
                    <a:pt x="378" y="315"/>
                    <a:pt x="379" y="321"/>
                    <a:pt x="381" y="328"/>
                  </a:cubicBezTo>
                  <a:cubicBezTo>
                    <a:pt x="386" y="341"/>
                    <a:pt x="392" y="352"/>
                    <a:pt x="396" y="358"/>
                  </a:cubicBezTo>
                  <a:cubicBezTo>
                    <a:pt x="399" y="362"/>
                    <a:pt x="401" y="365"/>
                    <a:pt x="404" y="373"/>
                  </a:cubicBezTo>
                  <a:cubicBezTo>
                    <a:pt x="409" y="389"/>
                    <a:pt x="418" y="414"/>
                    <a:pt x="417" y="432"/>
                  </a:cubicBezTo>
                  <a:cubicBezTo>
                    <a:pt x="416" y="450"/>
                    <a:pt x="417" y="455"/>
                    <a:pt x="406" y="463"/>
                  </a:cubicBezTo>
                  <a:cubicBezTo>
                    <a:pt x="395" y="471"/>
                    <a:pt x="387" y="468"/>
                    <a:pt x="384" y="454"/>
                  </a:cubicBezTo>
                  <a:cubicBezTo>
                    <a:pt x="381" y="440"/>
                    <a:pt x="389" y="430"/>
                    <a:pt x="388" y="409"/>
                  </a:cubicBezTo>
                  <a:cubicBezTo>
                    <a:pt x="387" y="388"/>
                    <a:pt x="383" y="370"/>
                    <a:pt x="372" y="356"/>
                  </a:cubicBezTo>
                  <a:cubicBezTo>
                    <a:pt x="360" y="346"/>
                    <a:pt x="353" y="343"/>
                    <a:pt x="337" y="344"/>
                  </a:cubicBezTo>
                  <a:cubicBezTo>
                    <a:pt x="328" y="345"/>
                    <a:pt x="313" y="361"/>
                    <a:pt x="297" y="368"/>
                  </a:cubicBezTo>
                  <a:cubicBezTo>
                    <a:pt x="282" y="375"/>
                    <a:pt x="266" y="371"/>
                    <a:pt x="261" y="373"/>
                  </a:cubicBezTo>
                  <a:cubicBezTo>
                    <a:pt x="244" y="381"/>
                    <a:pt x="242" y="385"/>
                    <a:pt x="238" y="394"/>
                  </a:cubicBezTo>
                  <a:cubicBezTo>
                    <a:pt x="236" y="400"/>
                    <a:pt x="235" y="405"/>
                    <a:pt x="235" y="411"/>
                  </a:cubicBezTo>
                  <a:cubicBezTo>
                    <a:pt x="235" y="425"/>
                    <a:pt x="241" y="438"/>
                    <a:pt x="246" y="447"/>
                  </a:cubicBezTo>
                  <a:cubicBezTo>
                    <a:pt x="247" y="450"/>
                    <a:pt x="250" y="455"/>
                    <a:pt x="250" y="457"/>
                  </a:cubicBezTo>
                  <a:cubicBezTo>
                    <a:pt x="253" y="473"/>
                    <a:pt x="282" y="488"/>
                    <a:pt x="271" y="505"/>
                  </a:cubicBezTo>
                  <a:cubicBezTo>
                    <a:pt x="263" y="523"/>
                    <a:pt x="262" y="539"/>
                    <a:pt x="261" y="549"/>
                  </a:cubicBezTo>
                  <a:cubicBezTo>
                    <a:pt x="261" y="550"/>
                    <a:pt x="260" y="554"/>
                    <a:pt x="260" y="554"/>
                  </a:cubicBezTo>
                  <a:cubicBezTo>
                    <a:pt x="257" y="565"/>
                    <a:pt x="256" y="574"/>
                    <a:pt x="256" y="581"/>
                  </a:cubicBezTo>
                  <a:cubicBezTo>
                    <a:pt x="256" y="610"/>
                    <a:pt x="267" y="615"/>
                    <a:pt x="283" y="620"/>
                  </a:cubicBezTo>
                  <a:cubicBezTo>
                    <a:pt x="298" y="626"/>
                    <a:pt x="319" y="634"/>
                    <a:pt x="347" y="569"/>
                  </a:cubicBezTo>
                  <a:cubicBezTo>
                    <a:pt x="352" y="558"/>
                    <a:pt x="362" y="551"/>
                    <a:pt x="381" y="551"/>
                  </a:cubicBezTo>
                  <a:cubicBezTo>
                    <a:pt x="400" y="551"/>
                    <a:pt x="396" y="582"/>
                    <a:pt x="396" y="585"/>
                  </a:cubicBezTo>
                  <a:cubicBezTo>
                    <a:pt x="396" y="585"/>
                    <a:pt x="396" y="585"/>
                    <a:pt x="396" y="585"/>
                  </a:cubicBezTo>
                  <a:cubicBezTo>
                    <a:pt x="395" y="600"/>
                    <a:pt x="384" y="623"/>
                    <a:pt x="379" y="639"/>
                  </a:cubicBezTo>
                  <a:cubicBezTo>
                    <a:pt x="371" y="657"/>
                    <a:pt x="363" y="654"/>
                    <a:pt x="360" y="654"/>
                  </a:cubicBezTo>
                  <a:cubicBezTo>
                    <a:pt x="346" y="652"/>
                    <a:pt x="319" y="655"/>
                    <a:pt x="301" y="676"/>
                  </a:cubicBezTo>
                  <a:cubicBezTo>
                    <a:pt x="301" y="676"/>
                    <a:pt x="295" y="681"/>
                    <a:pt x="290" y="673"/>
                  </a:cubicBezTo>
                  <a:cubicBezTo>
                    <a:pt x="282" y="663"/>
                    <a:pt x="272" y="651"/>
                    <a:pt x="243" y="651"/>
                  </a:cubicBezTo>
                  <a:cubicBezTo>
                    <a:pt x="221" y="655"/>
                    <a:pt x="213" y="655"/>
                    <a:pt x="201" y="673"/>
                  </a:cubicBezTo>
                  <a:cubicBezTo>
                    <a:pt x="189" y="691"/>
                    <a:pt x="162" y="688"/>
                    <a:pt x="170" y="673"/>
                  </a:cubicBezTo>
                  <a:cubicBezTo>
                    <a:pt x="178" y="659"/>
                    <a:pt x="211" y="620"/>
                    <a:pt x="186" y="61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62" name="Freeform 100">
              <a:extLst>
                <a:ext uri="{FF2B5EF4-FFF2-40B4-BE49-F238E27FC236}">
                  <a16:creationId xmlns:a16="http://schemas.microsoft.com/office/drawing/2014/main" id="{B1B065A4-E50C-4AE3-9453-E3BCFB42C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179"/>
              <a:ext cx="1083" cy="1922"/>
            </a:xfrm>
            <a:custGeom>
              <a:avLst/>
              <a:gdLst>
                <a:gd name="T0" fmla="*/ 3754 w 433"/>
                <a:gd name="T1" fmla="*/ 11932 h 721"/>
                <a:gd name="T2" fmla="*/ 3692 w 433"/>
                <a:gd name="T3" fmla="*/ 11761 h 721"/>
                <a:gd name="T4" fmla="*/ 3722 w 433"/>
                <a:gd name="T5" fmla="*/ 11647 h 721"/>
                <a:gd name="T6" fmla="*/ 3709 w 433"/>
                <a:gd name="T7" fmla="*/ 11668 h 721"/>
                <a:gd name="T8" fmla="*/ 4335 w 433"/>
                <a:gd name="T9" fmla="*/ 12670 h 721"/>
                <a:gd name="T10" fmla="*/ 4522 w 433"/>
                <a:gd name="T11" fmla="*/ 13318 h 721"/>
                <a:gd name="T12" fmla="*/ 4254 w 433"/>
                <a:gd name="T13" fmla="*/ 13601 h 721"/>
                <a:gd name="T14" fmla="*/ 3959 w 433"/>
                <a:gd name="T15" fmla="*/ 13659 h 721"/>
                <a:gd name="T16" fmla="*/ 3804 w 433"/>
                <a:gd name="T17" fmla="*/ 13523 h 721"/>
                <a:gd name="T18" fmla="*/ 2959 w 433"/>
                <a:gd name="T19" fmla="*/ 12918 h 721"/>
                <a:gd name="T20" fmla="*/ 2284 w 433"/>
                <a:gd name="T21" fmla="*/ 13169 h 721"/>
                <a:gd name="T22" fmla="*/ 1958 w 433"/>
                <a:gd name="T23" fmla="*/ 13033 h 721"/>
                <a:gd name="T24" fmla="*/ 1251 w 433"/>
                <a:gd name="T25" fmla="*/ 12542 h 721"/>
                <a:gd name="T26" fmla="*/ 1063 w 433"/>
                <a:gd name="T27" fmla="*/ 12465 h 721"/>
                <a:gd name="T28" fmla="*/ 645 w 433"/>
                <a:gd name="T29" fmla="*/ 11532 h 721"/>
                <a:gd name="T30" fmla="*/ 550 w 433"/>
                <a:gd name="T31" fmla="*/ 10874 h 721"/>
                <a:gd name="T32" fmla="*/ 1033 w 433"/>
                <a:gd name="T33" fmla="*/ 10191 h 721"/>
                <a:gd name="T34" fmla="*/ 1596 w 433"/>
                <a:gd name="T35" fmla="*/ 10532 h 721"/>
                <a:gd name="T36" fmla="*/ 1721 w 433"/>
                <a:gd name="T37" fmla="*/ 10836 h 721"/>
                <a:gd name="T38" fmla="*/ 2459 w 433"/>
                <a:gd name="T39" fmla="*/ 11476 h 721"/>
                <a:gd name="T40" fmla="*/ 2896 w 433"/>
                <a:gd name="T41" fmla="*/ 10759 h 721"/>
                <a:gd name="T42" fmla="*/ 3084 w 433"/>
                <a:gd name="T43" fmla="*/ 9415 h 721"/>
                <a:gd name="T44" fmla="*/ 3146 w 433"/>
                <a:gd name="T45" fmla="*/ 8485 h 721"/>
                <a:gd name="T46" fmla="*/ 3066 w 433"/>
                <a:gd name="T47" fmla="*/ 7405 h 721"/>
                <a:gd name="T48" fmla="*/ 2941 w 433"/>
                <a:gd name="T49" fmla="*/ 7086 h 721"/>
                <a:gd name="T50" fmla="*/ 2784 w 433"/>
                <a:gd name="T51" fmla="*/ 6552 h 721"/>
                <a:gd name="T52" fmla="*/ 2301 w 433"/>
                <a:gd name="T53" fmla="*/ 6118 h 721"/>
                <a:gd name="T54" fmla="*/ 1346 w 433"/>
                <a:gd name="T55" fmla="*/ 7064 h 721"/>
                <a:gd name="T56" fmla="*/ 1176 w 433"/>
                <a:gd name="T57" fmla="*/ 8600 h 721"/>
                <a:gd name="T58" fmla="*/ 488 w 433"/>
                <a:gd name="T59" fmla="*/ 9096 h 721"/>
                <a:gd name="T60" fmla="*/ 63 w 433"/>
                <a:gd name="T61" fmla="*/ 8450 h 721"/>
                <a:gd name="T62" fmla="*/ 583 w 433"/>
                <a:gd name="T63" fmla="*/ 8051 h 721"/>
                <a:gd name="T64" fmla="*/ 1033 w 433"/>
                <a:gd name="T65" fmla="*/ 7086 h 721"/>
                <a:gd name="T66" fmla="*/ 583 w 433"/>
                <a:gd name="T67" fmla="*/ 6382 h 721"/>
                <a:gd name="T68" fmla="*/ 333 w 433"/>
                <a:gd name="T69" fmla="*/ 5857 h 721"/>
                <a:gd name="T70" fmla="*/ 313 w 433"/>
                <a:gd name="T71" fmla="*/ 5627 h 721"/>
                <a:gd name="T72" fmla="*/ 470 w 433"/>
                <a:gd name="T73" fmla="*/ 5094 h 721"/>
                <a:gd name="T74" fmla="*/ 625 w 433"/>
                <a:gd name="T75" fmla="*/ 4790 h 721"/>
                <a:gd name="T76" fmla="*/ 813 w 433"/>
                <a:gd name="T77" fmla="*/ 4449 h 721"/>
                <a:gd name="T78" fmla="*/ 1271 w 433"/>
                <a:gd name="T79" fmla="*/ 3412 h 721"/>
                <a:gd name="T80" fmla="*/ 1488 w 433"/>
                <a:gd name="T81" fmla="*/ 3375 h 721"/>
                <a:gd name="T82" fmla="*/ 1876 w 433"/>
                <a:gd name="T83" fmla="*/ 3788 h 721"/>
                <a:gd name="T84" fmla="*/ 2676 w 433"/>
                <a:gd name="T85" fmla="*/ 3823 h 721"/>
                <a:gd name="T86" fmla="*/ 3179 w 433"/>
                <a:gd name="T87" fmla="*/ 2900 h 721"/>
                <a:gd name="T88" fmla="*/ 3209 w 433"/>
                <a:gd name="T89" fmla="*/ 2559 h 721"/>
                <a:gd name="T90" fmla="*/ 2971 w 433"/>
                <a:gd name="T91" fmla="*/ 1762 h 721"/>
                <a:gd name="T92" fmla="*/ 3084 w 433"/>
                <a:gd name="T93" fmla="*/ 1498 h 721"/>
                <a:gd name="T94" fmla="*/ 3709 w 433"/>
                <a:gd name="T95" fmla="*/ 1024 h 721"/>
                <a:gd name="T96" fmla="*/ 4209 w 433"/>
                <a:gd name="T97" fmla="*/ 1306 h 721"/>
                <a:gd name="T98" fmla="*/ 4960 w 433"/>
                <a:gd name="T99" fmla="*/ 2082 h 721"/>
                <a:gd name="T100" fmla="*/ 5505 w 433"/>
                <a:gd name="T101" fmla="*/ 1421 h 721"/>
                <a:gd name="T102" fmla="*/ 5568 w 433"/>
                <a:gd name="T103" fmla="*/ 1002 h 721"/>
                <a:gd name="T104" fmla="*/ 6118 w 433"/>
                <a:gd name="T105" fmla="*/ 93 h 721"/>
                <a:gd name="T106" fmla="*/ 6368 w 433"/>
                <a:gd name="T107" fmla="*/ 376 h 721"/>
                <a:gd name="T108" fmla="*/ 6243 w 433"/>
                <a:gd name="T109" fmla="*/ 1306 h 721"/>
                <a:gd name="T110" fmla="*/ 6225 w 433"/>
                <a:gd name="T111" fmla="*/ 1455 h 721"/>
                <a:gd name="T112" fmla="*/ 6255 w 433"/>
                <a:gd name="T113" fmla="*/ 1783 h 721"/>
                <a:gd name="T114" fmla="*/ 6213 w 433"/>
                <a:gd name="T115" fmla="*/ 2047 h 721"/>
                <a:gd name="T116" fmla="*/ 5913 w 433"/>
                <a:gd name="T117" fmla="*/ 2650 h 721"/>
                <a:gd name="T118" fmla="*/ 5930 w 433"/>
                <a:gd name="T119" fmla="*/ 2879 h 721"/>
                <a:gd name="T120" fmla="*/ 6538 w 433"/>
                <a:gd name="T121" fmla="*/ 3561 h 721"/>
                <a:gd name="T122" fmla="*/ 6631 w 433"/>
                <a:gd name="T123" fmla="*/ 4015 h 721"/>
                <a:gd name="T124" fmla="*/ 6475 w 433"/>
                <a:gd name="T125" fmla="*/ 4263 h 7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33" h="721">
                  <a:moveTo>
                    <a:pt x="240" y="630"/>
                  </a:moveTo>
                  <a:cubicBezTo>
                    <a:pt x="237" y="627"/>
                    <a:pt x="236" y="623"/>
                    <a:pt x="236" y="621"/>
                  </a:cubicBezTo>
                  <a:cubicBezTo>
                    <a:pt x="236" y="619"/>
                    <a:pt x="236" y="617"/>
                    <a:pt x="238" y="615"/>
                  </a:cubicBezTo>
                  <a:cubicBezTo>
                    <a:pt x="238" y="616"/>
                    <a:pt x="237" y="616"/>
                    <a:pt x="237" y="616"/>
                  </a:cubicBezTo>
                  <a:cubicBezTo>
                    <a:pt x="227" y="625"/>
                    <a:pt x="261" y="661"/>
                    <a:pt x="277" y="669"/>
                  </a:cubicBezTo>
                  <a:cubicBezTo>
                    <a:pt x="292" y="678"/>
                    <a:pt x="289" y="695"/>
                    <a:pt x="289" y="703"/>
                  </a:cubicBezTo>
                  <a:cubicBezTo>
                    <a:pt x="288" y="711"/>
                    <a:pt x="279" y="716"/>
                    <a:pt x="272" y="718"/>
                  </a:cubicBezTo>
                  <a:cubicBezTo>
                    <a:pt x="266" y="719"/>
                    <a:pt x="260" y="720"/>
                    <a:pt x="253" y="721"/>
                  </a:cubicBezTo>
                  <a:cubicBezTo>
                    <a:pt x="247" y="720"/>
                    <a:pt x="245" y="717"/>
                    <a:pt x="243" y="714"/>
                  </a:cubicBezTo>
                  <a:cubicBezTo>
                    <a:pt x="236" y="703"/>
                    <a:pt x="218" y="682"/>
                    <a:pt x="189" y="682"/>
                  </a:cubicBezTo>
                  <a:cubicBezTo>
                    <a:pt x="169" y="682"/>
                    <a:pt x="156" y="686"/>
                    <a:pt x="146" y="695"/>
                  </a:cubicBezTo>
                  <a:cubicBezTo>
                    <a:pt x="137" y="705"/>
                    <a:pt x="130" y="694"/>
                    <a:pt x="125" y="688"/>
                  </a:cubicBezTo>
                  <a:cubicBezTo>
                    <a:pt x="110" y="671"/>
                    <a:pt x="92" y="664"/>
                    <a:pt x="80" y="662"/>
                  </a:cubicBezTo>
                  <a:cubicBezTo>
                    <a:pt x="76" y="661"/>
                    <a:pt x="74" y="661"/>
                    <a:pt x="68" y="658"/>
                  </a:cubicBezTo>
                  <a:cubicBezTo>
                    <a:pt x="56" y="651"/>
                    <a:pt x="43" y="628"/>
                    <a:pt x="41" y="609"/>
                  </a:cubicBezTo>
                  <a:cubicBezTo>
                    <a:pt x="40" y="598"/>
                    <a:pt x="38" y="586"/>
                    <a:pt x="35" y="574"/>
                  </a:cubicBezTo>
                  <a:cubicBezTo>
                    <a:pt x="34" y="569"/>
                    <a:pt x="35" y="543"/>
                    <a:pt x="66" y="538"/>
                  </a:cubicBezTo>
                  <a:cubicBezTo>
                    <a:pt x="70" y="536"/>
                    <a:pt x="91" y="531"/>
                    <a:pt x="102" y="556"/>
                  </a:cubicBezTo>
                  <a:cubicBezTo>
                    <a:pt x="104" y="559"/>
                    <a:pt x="105" y="559"/>
                    <a:pt x="110" y="572"/>
                  </a:cubicBezTo>
                  <a:cubicBezTo>
                    <a:pt x="130" y="619"/>
                    <a:pt x="146" y="609"/>
                    <a:pt x="157" y="606"/>
                  </a:cubicBezTo>
                  <a:cubicBezTo>
                    <a:pt x="174" y="601"/>
                    <a:pt x="185" y="599"/>
                    <a:pt x="185" y="568"/>
                  </a:cubicBezTo>
                  <a:cubicBezTo>
                    <a:pt x="181" y="534"/>
                    <a:pt x="193" y="517"/>
                    <a:pt x="197" y="497"/>
                  </a:cubicBezTo>
                  <a:cubicBezTo>
                    <a:pt x="200" y="486"/>
                    <a:pt x="201" y="468"/>
                    <a:pt x="201" y="448"/>
                  </a:cubicBezTo>
                  <a:cubicBezTo>
                    <a:pt x="201" y="424"/>
                    <a:pt x="201" y="403"/>
                    <a:pt x="196" y="391"/>
                  </a:cubicBezTo>
                  <a:cubicBezTo>
                    <a:pt x="194" y="385"/>
                    <a:pt x="191" y="379"/>
                    <a:pt x="188" y="374"/>
                  </a:cubicBezTo>
                  <a:cubicBezTo>
                    <a:pt x="187" y="371"/>
                    <a:pt x="180" y="351"/>
                    <a:pt x="178" y="346"/>
                  </a:cubicBezTo>
                  <a:cubicBezTo>
                    <a:pt x="172" y="334"/>
                    <a:pt x="161" y="326"/>
                    <a:pt x="147" y="323"/>
                  </a:cubicBezTo>
                  <a:cubicBezTo>
                    <a:pt x="119" y="317"/>
                    <a:pt x="98" y="350"/>
                    <a:pt x="86" y="373"/>
                  </a:cubicBezTo>
                  <a:cubicBezTo>
                    <a:pt x="78" y="391"/>
                    <a:pt x="83" y="430"/>
                    <a:pt x="75" y="454"/>
                  </a:cubicBezTo>
                  <a:cubicBezTo>
                    <a:pt x="68" y="477"/>
                    <a:pt x="55" y="476"/>
                    <a:pt x="31" y="480"/>
                  </a:cubicBezTo>
                  <a:cubicBezTo>
                    <a:pt x="6" y="484"/>
                    <a:pt x="8" y="462"/>
                    <a:pt x="4" y="446"/>
                  </a:cubicBezTo>
                  <a:cubicBezTo>
                    <a:pt x="0" y="430"/>
                    <a:pt x="13" y="430"/>
                    <a:pt x="37" y="425"/>
                  </a:cubicBezTo>
                  <a:cubicBezTo>
                    <a:pt x="61" y="420"/>
                    <a:pt x="69" y="403"/>
                    <a:pt x="66" y="374"/>
                  </a:cubicBezTo>
                  <a:cubicBezTo>
                    <a:pt x="63" y="344"/>
                    <a:pt x="53" y="340"/>
                    <a:pt x="37" y="337"/>
                  </a:cubicBezTo>
                  <a:cubicBezTo>
                    <a:pt x="13" y="333"/>
                    <a:pt x="21" y="309"/>
                    <a:pt x="21" y="309"/>
                  </a:cubicBezTo>
                  <a:cubicBezTo>
                    <a:pt x="21" y="305"/>
                    <a:pt x="20" y="301"/>
                    <a:pt x="20" y="297"/>
                  </a:cubicBezTo>
                  <a:cubicBezTo>
                    <a:pt x="20" y="287"/>
                    <a:pt x="22" y="280"/>
                    <a:pt x="30" y="269"/>
                  </a:cubicBezTo>
                  <a:cubicBezTo>
                    <a:pt x="40" y="253"/>
                    <a:pt x="40" y="253"/>
                    <a:pt x="40" y="253"/>
                  </a:cubicBezTo>
                  <a:cubicBezTo>
                    <a:pt x="43" y="248"/>
                    <a:pt x="49" y="238"/>
                    <a:pt x="52" y="235"/>
                  </a:cubicBezTo>
                  <a:cubicBezTo>
                    <a:pt x="63" y="224"/>
                    <a:pt x="76" y="199"/>
                    <a:pt x="81" y="180"/>
                  </a:cubicBezTo>
                  <a:cubicBezTo>
                    <a:pt x="82" y="174"/>
                    <a:pt x="91" y="173"/>
                    <a:pt x="95" y="178"/>
                  </a:cubicBezTo>
                  <a:cubicBezTo>
                    <a:pt x="103" y="187"/>
                    <a:pt x="112" y="196"/>
                    <a:pt x="120" y="200"/>
                  </a:cubicBezTo>
                  <a:cubicBezTo>
                    <a:pt x="138" y="208"/>
                    <a:pt x="153" y="211"/>
                    <a:pt x="171" y="202"/>
                  </a:cubicBezTo>
                  <a:cubicBezTo>
                    <a:pt x="192" y="192"/>
                    <a:pt x="198" y="179"/>
                    <a:pt x="203" y="153"/>
                  </a:cubicBezTo>
                  <a:cubicBezTo>
                    <a:pt x="205" y="147"/>
                    <a:pt x="205" y="141"/>
                    <a:pt x="205" y="135"/>
                  </a:cubicBezTo>
                  <a:cubicBezTo>
                    <a:pt x="205" y="119"/>
                    <a:pt x="201" y="104"/>
                    <a:pt x="190" y="93"/>
                  </a:cubicBezTo>
                  <a:cubicBezTo>
                    <a:pt x="181" y="84"/>
                    <a:pt x="192" y="81"/>
                    <a:pt x="197" y="79"/>
                  </a:cubicBezTo>
                  <a:cubicBezTo>
                    <a:pt x="211" y="72"/>
                    <a:pt x="229" y="62"/>
                    <a:pt x="237" y="54"/>
                  </a:cubicBezTo>
                  <a:cubicBezTo>
                    <a:pt x="240" y="52"/>
                    <a:pt x="261" y="42"/>
                    <a:pt x="269" y="69"/>
                  </a:cubicBezTo>
                  <a:cubicBezTo>
                    <a:pt x="284" y="107"/>
                    <a:pt x="304" y="112"/>
                    <a:pt x="317" y="110"/>
                  </a:cubicBezTo>
                  <a:cubicBezTo>
                    <a:pt x="339" y="109"/>
                    <a:pt x="345" y="103"/>
                    <a:pt x="352" y="75"/>
                  </a:cubicBezTo>
                  <a:cubicBezTo>
                    <a:pt x="356" y="53"/>
                    <a:pt x="356" y="53"/>
                    <a:pt x="356" y="53"/>
                  </a:cubicBezTo>
                  <a:cubicBezTo>
                    <a:pt x="358" y="43"/>
                    <a:pt x="357" y="0"/>
                    <a:pt x="391" y="5"/>
                  </a:cubicBezTo>
                  <a:cubicBezTo>
                    <a:pt x="409" y="6"/>
                    <a:pt x="406" y="19"/>
                    <a:pt x="407" y="20"/>
                  </a:cubicBezTo>
                  <a:cubicBezTo>
                    <a:pt x="407" y="23"/>
                    <a:pt x="400" y="56"/>
                    <a:pt x="399" y="69"/>
                  </a:cubicBezTo>
                  <a:cubicBezTo>
                    <a:pt x="398" y="72"/>
                    <a:pt x="398" y="75"/>
                    <a:pt x="398" y="77"/>
                  </a:cubicBezTo>
                  <a:cubicBezTo>
                    <a:pt x="398" y="83"/>
                    <a:pt x="399" y="89"/>
                    <a:pt x="400" y="94"/>
                  </a:cubicBezTo>
                  <a:cubicBezTo>
                    <a:pt x="401" y="97"/>
                    <a:pt x="398" y="106"/>
                    <a:pt x="397" y="108"/>
                  </a:cubicBezTo>
                  <a:cubicBezTo>
                    <a:pt x="391" y="115"/>
                    <a:pt x="378" y="123"/>
                    <a:pt x="378" y="140"/>
                  </a:cubicBezTo>
                  <a:cubicBezTo>
                    <a:pt x="378" y="144"/>
                    <a:pt x="378" y="148"/>
                    <a:pt x="379" y="152"/>
                  </a:cubicBezTo>
                  <a:cubicBezTo>
                    <a:pt x="383" y="175"/>
                    <a:pt x="402" y="183"/>
                    <a:pt x="418" y="188"/>
                  </a:cubicBezTo>
                  <a:cubicBezTo>
                    <a:pt x="423" y="189"/>
                    <a:pt x="433" y="200"/>
                    <a:pt x="424" y="212"/>
                  </a:cubicBezTo>
                  <a:cubicBezTo>
                    <a:pt x="421" y="215"/>
                    <a:pt x="417" y="220"/>
                    <a:pt x="414" y="225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63" name="Freeform 101">
              <a:extLst>
                <a:ext uri="{FF2B5EF4-FFF2-40B4-BE49-F238E27FC236}">
                  <a16:creationId xmlns:a16="http://schemas.microsoft.com/office/drawing/2014/main" id="{88A2EE64-8EFE-4809-9623-06C08BCA0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89"/>
              <a:ext cx="40" cy="1"/>
            </a:xfrm>
            <a:custGeom>
              <a:avLst/>
              <a:gdLst>
                <a:gd name="T0" fmla="*/ 250 w 16"/>
                <a:gd name="T1" fmla="*/ 0 h 1"/>
                <a:gd name="T2" fmla="*/ 0 w 16"/>
                <a:gd name="T3" fmla="*/ 0 h 1"/>
                <a:gd name="T4" fmla="*/ 250 w 1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">
                  <a:moveTo>
                    <a:pt x="16" y="0"/>
                  </a:moveTo>
                  <a:cubicBezTo>
                    <a:pt x="11" y="0"/>
                    <a:pt x="6" y="0"/>
                    <a:pt x="0" y="0"/>
                  </a:cubicBezTo>
                  <a:cubicBezTo>
                    <a:pt x="6" y="0"/>
                    <a:pt x="11" y="0"/>
                    <a:pt x="16" y="0"/>
                  </a:cubicBezTo>
                  <a:close/>
                </a:path>
              </a:pathLst>
            </a:custGeom>
            <a:solidFill>
              <a:srgbClr val="DDD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64" name="Freeform 102">
              <a:extLst>
                <a:ext uri="{FF2B5EF4-FFF2-40B4-BE49-F238E27FC236}">
                  <a16:creationId xmlns:a16="http://schemas.microsoft.com/office/drawing/2014/main" id="{975086A0-D7D4-4E93-ADB5-2FAFDCCB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787"/>
              <a:ext cx="28" cy="2"/>
            </a:xfrm>
            <a:custGeom>
              <a:avLst/>
              <a:gdLst>
                <a:gd name="T0" fmla="*/ 0 w 11"/>
                <a:gd name="T1" fmla="*/ 0 h 1"/>
                <a:gd name="T2" fmla="*/ 181 w 11"/>
                <a:gd name="T3" fmla="*/ 8 h 1"/>
                <a:gd name="T4" fmla="*/ 0 w 1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4" y="0"/>
                    <a:pt x="7" y="1"/>
                    <a:pt x="11" y="1"/>
                  </a:cubicBezTo>
                  <a:cubicBezTo>
                    <a:pt x="7" y="1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DDD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65" name="Freeform 103">
              <a:extLst>
                <a:ext uri="{FF2B5EF4-FFF2-40B4-BE49-F238E27FC236}">
                  <a16:creationId xmlns:a16="http://schemas.microsoft.com/office/drawing/2014/main" id="{81A93BE5-8A9A-4CDD-B604-6E4C5AD19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1789"/>
              <a:ext cx="27" cy="1"/>
            </a:xfrm>
            <a:custGeom>
              <a:avLst/>
              <a:gdLst>
                <a:gd name="T0" fmla="*/ 162 w 11"/>
                <a:gd name="T1" fmla="*/ 0 h 1"/>
                <a:gd name="T2" fmla="*/ 0 w 11"/>
                <a:gd name="T3" fmla="*/ 0 h 1"/>
                <a:gd name="T4" fmla="*/ 162 w 1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4" y="0"/>
                    <a:pt x="8" y="0"/>
                    <a:pt x="11" y="0"/>
                  </a:cubicBezTo>
                  <a:close/>
                </a:path>
              </a:pathLst>
            </a:custGeom>
            <a:solidFill>
              <a:srgbClr val="DDD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66" name="Freeform 104">
              <a:extLst>
                <a:ext uri="{FF2B5EF4-FFF2-40B4-BE49-F238E27FC236}">
                  <a16:creationId xmlns:a16="http://schemas.microsoft.com/office/drawing/2014/main" id="{5F726BFB-FBBD-40BC-9ACF-635E9BD93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787"/>
              <a:ext cx="32" cy="2"/>
            </a:xfrm>
            <a:custGeom>
              <a:avLst/>
              <a:gdLst>
                <a:gd name="T0" fmla="*/ 194 w 13"/>
                <a:gd name="T1" fmla="*/ 0 h 1"/>
                <a:gd name="T2" fmla="*/ 0 w 13"/>
                <a:gd name="T3" fmla="*/ 8 h 1"/>
                <a:gd name="T4" fmla="*/ 194 w 1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cubicBezTo>
                    <a:pt x="4" y="0"/>
                    <a:pt x="9" y="0"/>
                    <a:pt x="13" y="0"/>
                  </a:cubicBezTo>
                  <a:close/>
                </a:path>
              </a:pathLst>
            </a:custGeom>
            <a:solidFill>
              <a:srgbClr val="DDD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67" name="Freeform 105">
              <a:extLst>
                <a:ext uri="{FF2B5EF4-FFF2-40B4-BE49-F238E27FC236}">
                  <a16:creationId xmlns:a16="http://schemas.microsoft.com/office/drawing/2014/main" id="{61830C7F-9811-4E82-BFFE-03D4145CC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89"/>
              <a:ext cx="40" cy="1"/>
            </a:xfrm>
            <a:custGeom>
              <a:avLst/>
              <a:gdLst>
                <a:gd name="T0" fmla="*/ 250 w 16"/>
                <a:gd name="T1" fmla="*/ 0 h 1"/>
                <a:gd name="T2" fmla="*/ 0 w 16"/>
                <a:gd name="T3" fmla="*/ 0 h 1"/>
                <a:gd name="T4" fmla="*/ 250 w 1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">
                  <a:moveTo>
                    <a:pt x="16" y="0"/>
                  </a:moveTo>
                  <a:cubicBezTo>
                    <a:pt x="11" y="0"/>
                    <a:pt x="6" y="0"/>
                    <a:pt x="0" y="0"/>
                  </a:cubicBezTo>
                  <a:cubicBezTo>
                    <a:pt x="6" y="0"/>
                    <a:pt x="11" y="0"/>
                    <a:pt x="16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68" name="Freeform 106">
              <a:extLst>
                <a:ext uri="{FF2B5EF4-FFF2-40B4-BE49-F238E27FC236}">
                  <a16:creationId xmlns:a16="http://schemas.microsoft.com/office/drawing/2014/main" id="{185F6A45-A4EF-4C6D-8B87-41A59A723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787"/>
              <a:ext cx="28" cy="2"/>
            </a:xfrm>
            <a:custGeom>
              <a:avLst/>
              <a:gdLst>
                <a:gd name="T0" fmla="*/ 0 w 11"/>
                <a:gd name="T1" fmla="*/ 0 h 1"/>
                <a:gd name="T2" fmla="*/ 181 w 11"/>
                <a:gd name="T3" fmla="*/ 8 h 1"/>
                <a:gd name="T4" fmla="*/ 0 w 1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4" y="0"/>
                    <a:pt x="7" y="1"/>
                    <a:pt x="11" y="1"/>
                  </a:cubicBezTo>
                  <a:cubicBezTo>
                    <a:pt x="7" y="1"/>
                    <a:pt x="4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69" name="Freeform 107">
              <a:extLst>
                <a:ext uri="{FF2B5EF4-FFF2-40B4-BE49-F238E27FC236}">
                  <a16:creationId xmlns:a16="http://schemas.microsoft.com/office/drawing/2014/main" id="{9BDC6B9E-B5CE-461D-9579-EFE9A3A6F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1789"/>
              <a:ext cx="27" cy="1"/>
            </a:xfrm>
            <a:custGeom>
              <a:avLst/>
              <a:gdLst>
                <a:gd name="T0" fmla="*/ 162 w 11"/>
                <a:gd name="T1" fmla="*/ 0 h 1"/>
                <a:gd name="T2" fmla="*/ 0 w 11"/>
                <a:gd name="T3" fmla="*/ 0 h 1"/>
                <a:gd name="T4" fmla="*/ 162 w 1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4" y="0"/>
                    <a:pt x="8" y="0"/>
                    <a:pt x="1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0" name="Freeform 108">
              <a:extLst>
                <a:ext uri="{FF2B5EF4-FFF2-40B4-BE49-F238E27FC236}">
                  <a16:creationId xmlns:a16="http://schemas.microsoft.com/office/drawing/2014/main" id="{38473734-F2DC-4441-AA75-7B92FB012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787"/>
              <a:ext cx="32" cy="2"/>
            </a:xfrm>
            <a:custGeom>
              <a:avLst/>
              <a:gdLst>
                <a:gd name="T0" fmla="*/ 194 w 13"/>
                <a:gd name="T1" fmla="*/ 0 h 1"/>
                <a:gd name="T2" fmla="*/ 0 w 13"/>
                <a:gd name="T3" fmla="*/ 8 h 1"/>
                <a:gd name="T4" fmla="*/ 194 w 1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cubicBezTo>
                    <a:pt x="4" y="0"/>
                    <a:pt x="9" y="0"/>
                    <a:pt x="1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1" name="Freeform 109">
              <a:extLst>
                <a:ext uri="{FF2B5EF4-FFF2-40B4-BE49-F238E27FC236}">
                  <a16:creationId xmlns:a16="http://schemas.microsoft.com/office/drawing/2014/main" id="{ABF76C4F-1283-4E77-906A-527777787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061"/>
              <a:ext cx="485" cy="558"/>
            </a:xfrm>
            <a:custGeom>
              <a:avLst/>
              <a:gdLst>
                <a:gd name="T0" fmla="*/ 188 w 194"/>
                <a:gd name="T1" fmla="*/ 320 h 209"/>
                <a:gd name="T2" fmla="*/ 425 w 194"/>
                <a:gd name="T3" fmla="*/ 2894 h 209"/>
                <a:gd name="T4" fmla="*/ 863 w 194"/>
                <a:gd name="T5" fmla="*/ 3919 h 209"/>
                <a:gd name="T6" fmla="*/ 1738 w 194"/>
                <a:gd name="T7" fmla="*/ 3444 h 209"/>
                <a:gd name="T8" fmla="*/ 2270 w 194"/>
                <a:gd name="T9" fmla="*/ 3329 h 209"/>
                <a:gd name="T10" fmla="*/ 2800 w 194"/>
                <a:gd name="T11" fmla="*/ 3444 h 209"/>
                <a:gd name="T12" fmla="*/ 2363 w 194"/>
                <a:gd name="T13" fmla="*/ 2531 h 209"/>
                <a:gd name="T14" fmla="*/ 1020 w 194"/>
                <a:gd name="T15" fmla="*/ 705 h 209"/>
                <a:gd name="T16" fmla="*/ 238 w 194"/>
                <a:gd name="T17" fmla="*/ 206 h 209"/>
                <a:gd name="T18" fmla="*/ 188 w 194"/>
                <a:gd name="T19" fmla="*/ 32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4" h="209">
                  <a:moveTo>
                    <a:pt x="12" y="17"/>
                  </a:moveTo>
                  <a:cubicBezTo>
                    <a:pt x="0" y="56"/>
                    <a:pt x="18" y="110"/>
                    <a:pt x="27" y="152"/>
                  </a:cubicBezTo>
                  <a:cubicBezTo>
                    <a:pt x="31" y="166"/>
                    <a:pt x="37" y="200"/>
                    <a:pt x="55" y="206"/>
                  </a:cubicBezTo>
                  <a:cubicBezTo>
                    <a:pt x="74" y="209"/>
                    <a:pt x="95" y="186"/>
                    <a:pt x="111" y="181"/>
                  </a:cubicBezTo>
                  <a:cubicBezTo>
                    <a:pt x="123" y="178"/>
                    <a:pt x="132" y="175"/>
                    <a:pt x="145" y="175"/>
                  </a:cubicBezTo>
                  <a:cubicBezTo>
                    <a:pt x="151" y="178"/>
                    <a:pt x="173" y="183"/>
                    <a:pt x="179" y="181"/>
                  </a:cubicBezTo>
                  <a:cubicBezTo>
                    <a:pt x="194" y="164"/>
                    <a:pt x="160" y="138"/>
                    <a:pt x="151" y="133"/>
                  </a:cubicBezTo>
                  <a:cubicBezTo>
                    <a:pt x="114" y="107"/>
                    <a:pt x="92" y="70"/>
                    <a:pt x="65" y="37"/>
                  </a:cubicBezTo>
                  <a:cubicBezTo>
                    <a:pt x="55" y="28"/>
                    <a:pt x="31" y="0"/>
                    <a:pt x="15" y="11"/>
                  </a:cubicBezTo>
                  <a:cubicBezTo>
                    <a:pt x="12" y="17"/>
                    <a:pt x="12" y="17"/>
                    <a:pt x="12" y="17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2" name="Freeform 110">
              <a:extLst>
                <a:ext uri="{FF2B5EF4-FFF2-40B4-BE49-F238E27FC236}">
                  <a16:creationId xmlns:a16="http://schemas.microsoft.com/office/drawing/2014/main" id="{368BE6FF-4FF8-4B5B-B63B-95CA9B553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205"/>
              <a:ext cx="308" cy="352"/>
            </a:xfrm>
            <a:custGeom>
              <a:avLst/>
              <a:gdLst>
                <a:gd name="T0" fmla="*/ 1255 w 123"/>
                <a:gd name="T1" fmla="*/ 1501 h 132"/>
                <a:gd name="T2" fmla="*/ 95 w 123"/>
                <a:gd name="T3" fmla="*/ 0 h 132"/>
                <a:gd name="T4" fmla="*/ 50 w 123"/>
                <a:gd name="T5" fmla="*/ 589 h 132"/>
                <a:gd name="T6" fmla="*/ 50 w 123"/>
                <a:gd name="T7" fmla="*/ 1536 h 132"/>
                <a:gd name="T8" fmla="*/ 426 w 123"/>
                <a:gd name="T9" fmla="*/ 2504 h 132"/>
                <a:gd name="T10" fmla="*/ 626 w 123"/>
                <a:gd name="T11" fmla="*/ 2411 h 132"/>
                <a:gd name="T12" fmla="*/ 1159 w 123"/>
                <a:gd name="T13" fmla="*/ 2296 h 132"/>
                <a:gd name="T14" fmla="*/ 1693 w 123"/>
                <a:gd name="T15" fmla="*/ 2411 h 132"/>
                <a:gd name="T16" fmla="*/ 1255 w 123"/>
                <a:gd name="T17" fmla="*/ 1501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132">
                  <a:moveTo>
                    <a:pt x="80" y="79"/>
                  </a:moveTo>
                  <a:cubicBezTo>
                    <a:pt x="49" y="56"/>
                    <a:pt x="27" y="28"/>
                    <a:pt x="6" y="0"/>
                  </a:cubicBezTo>
                  <a:cubicBezTo>
                    <a:pt x="3" y="11"/>
                    <a:pt x="3" y="25"/>
                    <a:pt x="3" y="31"/>
                  </a:cubicBezTo>
                  <a:cubicBezTo>
                    <a:pt x="0" y="50"/>
                    <a:pt x="0" y="64"/>
                    <a:pt x="3" y="81"/>
                  </a:cubicBezTo>
                  <a:cubicBezTo>
                    <a:pt x="9" y="101"/>
                    <a:pt x="12" y="115"/>
                    <a:pt x="27" y="132"/>
                  </a:cubicBezTo>
                  <a:cubicBezTo>
                    <a:pt x="34" y="129"/>
                    <a:pt x="37" y="129"/>
                    <a:pt x="40" y="127"/>
                  </a:cubicBezTo>
                  <a:cubicBezTo>
                    <a:pt x="52" y="124"/>
                    <a:pt x="61" y="121"/>
                    <a:pt x="74" y="121"/>
                  </a:cubicBezTo>
                  <a:cubicBezTo>
                    <a:pt x="80" y="124"/>
                    <a:pt x="102" y="129"/>
                    <a:pt x="108" y="127"/>
                  </a:cubicBezTo>
                  <a:cubicBezTo>
                    <a:pt x="123" y="110"/>
                    <a:pt x="89" y="84"/>
                    <a:pt x="80" y="79"/>
                  </a:cubicBezTo>
                  <a:close/>
                </a:path>
              </a:pathLst>
            </a:custGeom>
            <a:solidFill>
              <a:srgbClr val="DAD6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3" name="Freeform 111">
              <a:extLst>
                <a:ext uri="{FF2B5EF4-FFF2-40B4-BE49-F238E27FC236}">
                  <a16:creationId xmlns:a16="http://schemas.microsoft.com/office/drawing/2014/main" id="{72537A89-90B8-4830-91FC-A8C17980C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189"/>
              <a:ext cx="103" cy="376"/>
            </a:xfrm>
            <a:custGeom>
              <a:avLst/>
              <a:gdLst>
                <a:gd name="T0" fmla="*/ 304 w 41"/>
                <a:gd name="T1" fmla="*/ 205 h 141"/>
                <a:gd name="T2" fmla="*/ 209 w 41"/>
                <a:gd name="T3" fmla="*/ 0 h 141"/>
                <a:gd name="T4" fmla="*/ 63 w 41"/>
                <a:gd name="T5" fmla="*/ 149 h 141"/>
                <a:gd name="T6" fmla="*/ 63 w 41"/>
                <a:gd name="T7" fmla="*/ 419 h 141"/>
                <a:gd name="T8" fmla="*/ 158 w 41"/>
                <a:gd name="T9" fmla="*/ 533 h 141"/>
                <a:gd name="T10" fmla="*/ 0 w 41"/>
                <a:gd name="T11" fmla="*/ 704 h 141"/>
                <a:gd name="T12" fmla="*/ 63 w 41"/>
                <a:gd name="T13" fmla="*/ 1059 h 141"/>
                <a:gd name="T14" fmla="*/ 113 w 41"/>
                <a:gd name="T15" fmla="*/ 1288 h 141"/>
                <a:gd name="T16" fmla="*/ 113 w 41"/>
                <a:gd name="T17" fmla="*/ 1651 h 141"/>
                <a:gd name="T18" fmla="*/ 209 w 41"/>
                <a:gd name="T19" fmla="*/ 1651 h 141"/>
                <a:gd name="T20" fmla="*/ 209 w 41"/>
                <a:gd name="T21" fmla="*/ 2141 h 141"/>
                <a:gd name="T22" fmla="*/ 304 w 41"/>
                <a:gd name="T23" fmla="*/ 2197 h 141"/>
                <a:gd name="T24" fmla="*/ 304 w 41"/>
                <a:gd name="T25" fmla="*/ 2296 h 141"/>
                <a:gd name="T26" fmla="*/ 397 w 41"/>
                <a:gd name="T27" fmla="*/ 2560 h 141"/>
                <a:gd name="T28" fmla="*/ 538 w 41"/>
                <a:gd name="T29" fmla="*/ 2675 h 141"/>
                <a:gd name="T30" fmla="*/ 538 w 41"/>
                <a:gd name="T31" fmla="*/ 2675 h 141"/>
                <a:gd name="T32" fmla="*/ 651 w 41"/>
                <a:gd name="T33" fmla="*/ 2616 h 141"/>
                <a:gd name="T34" fmla="*/ 651 w 41"/>
                <a:gd name="T35" fmla="*/ 2560 h 141"/>
                <a:gd name="T36" fmla="*/ 492 w 41"/>
                <a:gd name="T37" fmla="*/ 2355 h 141"/>
                <a:gd name="T38" fmla="*/ 442 w 41"/>
                <a:gd name="T39" fmla="*/ 2197 h 141"/>
                <a:gd name="T40" fmla="*/ 442 w 41"/>
                <a:gd name="T41" fmla="*/ 1971 h 141"/>
                <a:gd name="T42" fmla="*/ 347 w 41"/>
                <a:gd name="T43" fmla="*/ 1763 h 141"/>
                <a:gd name="T44" fmla="*/ 347 w 41"/>
                <a:gd name="T45" fmla="*/ 1501 h 141"/>
                <a:gd name="T46" fmla="*/ 304 w 41"/>
                <a:gd name="T47" fmla="*/ 1288 h 141"/>
                <a:gd name="T48" fmla="*/ 251 w 41"/>
                <a:gd name="T49" fmla="*/ 1059 h 141"/>
                <a:gd name="T50" fmla="*/ 251 w 41"/>
                <a:gd name="T51" fmla="*/ 853 h 141"/>
                <a:gd name="T52" fmla="*/ 251 w 41"/>
                <a:gd name="T53" fmla="*/ 704 h 141"/>
                <a:gd name="T54" fmla="*/ 251 w 41"/>
                <a:gd name="T55" fmla="*/ 419 h 141"/>
                <a:gd name="T56" fmla="*/ 304 w 41"/>
                <a:gd name="T57" fmla="*/ 205 h 14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1" h="141">
                  <a:moveTo>
                    <a:pt x="19" y="11"/>
                  </a:moveTo>
                  <a:cubicBezTo>
                    <a:pt x="19" y="6"/>
                    <a:pt x="16" y="3"/>
                    <a:pt x="13" y="0"/>
                  </a:cubicBezTo>
                  <a:cubicBezTo>
                    <a:pt x="10" y="3"/>
                    <a:pt x="7" y="6"/>
                    <a:pt x="4" y="8"/>
                  </a:cubicBezTo>
                  <a:cubicBezTo>
                    <a:pt x="13" y="14"/>
                    <a:pt x="10" y="17"/>
                    <a:pt x="4" y="22"/>
                  </a:cubicBezTo>
                  <a:cubicBezTo>
                    <a:pt x="7" y="22"/>
                    <a:pt x="7" y="25"/>
                    <a:pt x="10" y="28"/>
                  </a:cubicBezTo>
                  <a:cubicBezTo>
                    <a:pt x="7" y="31"/>
                    <a:pt x="4" y="34"/>
                    <a:pt x="0" y="37"/>
                  </a:cubicBezTo>
                  <a:cubicBezTo>
                    <a:pt x="10" y="42"/>
                    <a:pt x="7" y="48"/>
                    <a:pt x="4" y="56"/>
                  </a:cubicBezTo>
                  <a:cubicBezTo>
                    <a:pt x="10" y="56"/>
                    <a:pt x="10" y="62"/>
                    <a:pt x="7" y="68"/>
                  </a:cubicBezTo>
                  <a:cubicBezTo>
                    <a:pt x="13" y="73"/>
                    <a:pt x="10" y="82"/>
                    <a:pt x="7" y="87"/>
                  </a:cubicBezTo>
                  <a:cubicBezTo>
                    <a:pt x="7" y="87"/>
                    <a:pt x="10" y="87"/>
                    <a:pt x="13" y="87"/>
                  </a:cubicBezTo>
                  <a:cubicBezTo>
                    <a:pt x="7" y="99"/>
                    <a:pt x="19" y="102"/>
                    <a:pt x="13" y="113"/>
                  </a:cubicBezTo>
                  <a:cubicBezTo>
                    <a:pt x="16" y="113"/>
                    <a:pt x="16" y="116"/>
                    <a:pt x="19" y="116"/>
                  </a:cubicBezTo>
                  <a:cubicBezTo>
                    <a:pt x="19" y="118"/>
                    <a:pt x="19" y="118"/>
                    <a:pt x="19" y="121"/>
                  </a:cubicBezTo>
                  <a:cubicBezTo>
                    <a:pt x="28" y="124"/>
                    <a:pt x="22" y="127"/>
                    <a:pt x="25" y="135"/>
                  </a:cubicBezTo>
                  <a:cubicBezTo>
                    <a:pt x="25" y="138"/>
                    <a:pt x="31" y="138"/>
                    <a:pt x="34" y="141"/>
                  </a:cubicBezTo>
                  <a:cubicBezTo>
                    <a:pt x="34" y="141"/>
                    <a:pt x="34" y="141"/>
                    <a:pt x="34" y="141"/>
                  </a:cubicBezTo>
                  <a:cubicBezTo>
                    <a:pt x="37" y="141"/>
                    <a:pt x="37" y="138"/>
                    <a:pt x="41" y="138"/>
                  </a:cubicBezTo>
                  <a:cubicBezTo>
                    <a:pt x="41" y="135"/>
                    <a:pt x="41" y="135"/>
                    <a:pt x="41" y="135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8" y="104"/>
                    <a:pt x="28" y="104"/>
                    <a:pt x="28" y="104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2" y="79"/>
                    <a:pt x="22" y="79"/>
                    <a:pt x="22" y="79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9" y="68"/>
                    <a:pt x="16" y="59"/>
                    <a:pt x="16" y="56"/>
                  </a:cubicBezTo>
                  <a:cubicBezTo>
                    <a:pt x="13" y="54"/>
                    <a:pt x="16" y="45"/>
                    <a:pt x="16" y="45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9" y="28"/>
                    <a:pt x="16" y="22"/>
                  </a:cubicBezTo>
                  <a:cubicBezTo>
                    <a:pt x="13" y="20"/>
                    <a:pt x="16" y="14"/>
                    <a:pt x="19" y="11"/>
                  </a:cubicBezTo>
                  <a:close/>
                </a:path>
              </a:pathLst>
            </a:custGeom>
            <a:solidFill>
              <a:srgbClr val="F2F1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4" name="Freeform 112">
              <a:extLst>
                <a:ext uri="{FF2B5EF4-FFF2-40B4-BE49-F238E27FC236}">
                  <a16:creationId xmlns:a16="http://schemas.microsoft.com/office/drawing/2014/main" id="{9BA45487-1930-4627-8DB5-F1344F4B2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376"/>
              <a:ext cx="48" cy="152"/>
            </a:xfrm>
            <a:custGeom>
              <a:avLst/>
              <a:gdLst>
                <a:gd name="T0" fmla="*/ 147 w 19"/>
                <a:gd name="T1" fmla="*/ 0 h 57"/>
                <a:gd name="T2" fmla="*/ 96 w 19"/>
                <a:gd name="T3" fmla="*/ 285 h 57"/>
                <a:gd name="T4" fmla="*/ 51 w 19"/>
                <a:gd name="T5" fmla="*/ 435 h 57"/>
                <a:gd name="T6" fmla="*/ 147 w 19"/>
                <a:gd name="T7" fmla="*/ 605 h 57"/>
                <a:gd name="T8" fmla="*/ 0 w 19"/>
                <a:gd name="T9" fmla="*/ 704 h 57"/>
                <a:gd name="T10" fmla="*/ 96 w 19"/>
                <a:gd name="T11" fmla="*/ 760 h 57"/>
                <a:gd name="T12" fmla="*/ 51 w 19"/>
                <a:gd name="T13" fmla="*/ 909 h 57"/>
                <a:gd name="T14" fmla="*/ 147 w 19"/>
                <a:gd name="T15" fmla="*/ 1080 h 57"/>
                <a:gd name="T16" fmla="*/ 147 w 19"/>
                <a:gd name="T17" fmla="*/ 1080 h 57"/>
                <a:gd name="T18" fmla="*/ 306 w 19"/>
                <a:gd name="T19" fmla="*/ 968 h 57"/>
                <a:gd name="T20" fmla="*/ 306 w 19"/>
                <a:gd name="T21" fmla="*/ 704 h 57"/>
                <a:gd name="T22" fmla="*/ 306 w 19"/>
                <a:gd name="T23" fmla="*/ 115 h 57"/>
                <a:gd name="T24" fmla="*/ 147 w 19"/>
                <a:gd name="T25" fmla="*/ 0 h 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57">
                  <a:moveTo>
                    <a:pt x="9" y="0"/>
                  </a:moveTo>
                  <a:cubicBezTo>
                    <a:pt x="9" y="6"/>
                    <a:pt x="6" y="9"/>
                    <a:pt x="6" y="15"/>
                  </a:cubicBezTo>
                  <a:cubicBezTo>
                    <a:pt x="3" y="17"/>
                    <a:pt x="13" y="20"/>
                    <a:pt x="3" y="23"/>
                  </a:cubicBezTo>
                  <a:cubicBezTo>
                    <a:pt x="3" y="26"/>
                    <a:pt x="6" y="29"/>
                    <a:pt x="9" y="32"/>
                  </a:cubicBezTo>
                  <a:cubicBezTo>
                    <a:pt x="3" y="32"/>
                    <a:pt x="3" y="37"/>
                    <a:pt x="0" y="37"/>
                  </a:cubicBezTo>
                  <a:cubicBezTo>
                    <a:pt x="0" y="40"/>
                    <a:pt x="3" y="40"/>
                    <a:pt x="6" y="40"/>
                  </a:cubicBezTo>
                  <a:cubicBezTo>
                    <a:pt x="3" y="43"/>
                    <a:pt x="3" y="46"/>
                    <a:pt x="3" y="48"/>
                  </a:cubicBezTo>
                  <a:cubicBezTo>
                    <a:pt x="9" y="51"/>
                    <a:pt x="9" y="54"/>
                    <a:pt x="9" y="57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4"/>
                    <a:pt x="13" y="51"/>
                    <a:pt x="19" y="51"/>
                  </a:cubicBezTo>
                  <a:cubicBezTo>
                    <a:pt x="13" y="48"/>
                    <a:pt x="13" y="40"/>
                    <a:pt x="19" y="37"/>
                  </a:cubicBezTo>
                  <a:cubicBezTo>
                    <a:pt x="13" y="34"/>
                    <a:pt x="13" y="17"/>
                    <a:pt x="19" y="6"/>
                  </a:cubicBezTo>
                  <a:cubicBezTo>
                    <a:pt x="16" y="6"/>
                    <a:pt x="13" y="3"/>
                    <a:pt x="9" y="0"/>
                  </a:cubicBezTo>
                  <a:close/>
                </a:path>
              </a:pathLst>
            </a:custGeom>
            <a:solidFill>
              <a:srgbClr val="F2F1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5" name="Freeform 113">
              <a:extLst>
                <a:ext uri="{FF2B5EF4-FFF2-40B4-BE49-F238E27FC236}">
                  <a16:creationId xmlns:a16="http://schemas.microsoft.com/office/drawing/2014/main" id="{0F2D942E-F874-40F7-9C3D-3E8530F0A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099"/>
              <a:ext cx="55" cy="346"/>
            </a:xfrm>
            <a:custGeom>
              <a:avLst/>
              <a:gdLst>
                <a:gd name="T0" fmla="*/ 188 w 22"/>
                <a:gd name="T1" fmla="*/ 0 h 130"/>
                <a:gd name="T2" fmla="*/ 95 w 22"/>
                <a:gd name="T3" fmla="*/ 963 h 130"/>
                <a:gd name="T4" fmla="*/ 345 w 22"/>
                <a:gd name="T5" fmla="*/ 2451 h 130"/>
                <a:gd name="T6" fmla="*/ 95 w 22"/>
                <a:gd name="T7" fmla="*/ 793 h 130"/>
                <a:gd name="T8" fmla="*/ 188 w 2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0">
                  <a:moveTo>
                    <a:pt x="12" y="0"/>
                  </a:moveTo>
                  <a:cubicBezTo>
                    <a:pt x="3" y="3"/>
                    <a:pt x="0" y="23"/>
                    <a:pt x="6" y="51"/>
                  </a:cubicBezTo>
                  <a:cubicBezTo>
                    <a:pt x="9" y="79"/>
                    <a:pt x="18" y="113"/>
                    <a:pt x="22" y="130"/>
                  </a:cubicBezTo>
                  <a:cubicBezTo>
                    <a:pt x="18" y="110"/>
                    <a:pt x="9" y="59"/>
                    <a:pt x="6" y="42"/>
                  </a:cubicBezTo>
                  <a:cubicBezTo>
                    <a:pt x="6" y="28"/>
                    <a:pt x="6" y="6"/>
                    <a:pt x="12" y="0"/>
                  </a:cubicBezTo>
                  <a:close/>
                </a:path>
              </a:pathLst>
            </a:custGeom>
            <a:solidFill>
              <a:srgbClr val="F7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6" name="Freeform 114">
              <a:extLst>
                <a:ext uri="{FF2B5EF4-FFF2-40B4-BE49-F238E27FC236}">
                  <a16:creationId xmlns:a16="http://schemas.microsoft.com/office/drawing/2014/main" id="{009C5DC6-C3BB-42A0-9560-B91C84C38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2061"/>
              <a:ext cx="485" cy="558"/>
            </a:xfrm>
            <a:custGeom>
              <a:avLst/>
              <a:gdLst>
                <a:gd name="T0" fmla="*/ 2845 w 194"/>
                <a:gd name="T1" fmla="*/ 320 h 209"/>
                <a:gd name="T2" fmla="*/ 2595 w 194"/>
                <a:gd name="T3" fmla="*/ 2894 h 209"/>
                <a:gd name="T4" fmla="*/ 2175 w 194"/>
                <a:gd name="T5" fmla="*/ 3919 h 209"/>
                <a:gd name="T6" fmla="*/ 1300 w 194"/>
                <a:gd name="T7" fmla="*/ 3444 h 209"/>
                <a:gd name="T8" fmla="*/ 770 w 194"/>
                <a:gd name="T9" fmla="*/ 3329 h 209"/>
                <a:gd name="T10" fmla="*/ 238 w 194"/>
                <a:gd name="T11" fmla="*/ 3444 h 209"/>
                <a:gd name="T12" fmla="*/ 675 w 194"/>
                <a:gd name="T13" fmla="*/ 2531 h 209"/>
                <a:gd name="T14" fmla="*/ 2020 w 194"/>
                <a:gd name="T15" fmla="*/ 705 h 209"/>
                <a:gd name="T16" fmla="*/ 2800 w 194"/>
                <a:gd name="T17" fmla="*/ 206 h 209"/>
                <a:gd name="T18" fmla="*/ 2845 w 194"/>
                <a:gd name="T19" fmla="*/ 32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4" h="209">
                  <a:moveTo>
                    <a:pt x="182" y="17"/>
                  </a:moveTo>
                  <a:cubicBezTo>
                    <a:pt x="194" y="56"/>
                    <a:pt x="176" y="110"/>
                    <a:pt x="166" y="152"/>
                  </a:cubicBezTo>
                  <a:cubicBezTo>
                    <a:pt x="163" y="166"/>
                    <a:pt x="157" y="200"/>
                    <a:pt x="139" y="206"/>
                  </a:cubicBezTo>
                  <a:cubicBezTo>
                    <a:pt x="120" y="209"/>
                    <a:pt x="98" y="186"/>
                    <a:pt x="83" y="181"/>
                  </a:cubicBezTo>
                  <a:cubicBezTo>
                    <a:pt x="71" y="178"/>
                    <a:pt x="61" y="175"/>
                    <a:pt x="49" y="175"/>
                  </a:cubicBezTo>
                  <a:cubicBezTo>
                    <a:pt x="43" y="178"/>
                    <a:pt x="21" y="183"/>
                    <a:pt x="15" y="181"/>
                  </a:cubicBezTo>
                  <a:cubicBezTo>
                    <a:pt x="0" y="164"/>
                    <a:pt x="34" y="138"/>
                    <a:pt x="43" y="133"/>
                  </a:cubicBezTo>
                  <a:cubicBezTo>
                    <a:pt x="80" y="107"/>
                    <a:pt x="102" y="70"/>
                    <a:pt x="129" y="37"/>
                  </a:cubicBezTo>
                  <a:cubicBezTo>
                    <a:pt x="139" y="28"/>
                    <a:pt x="163" y="0"/>
                    <a:pt x="179" y="11"/>
                  </a:cubicBezTo>
                  <a:cubicBezTo>
                    <a:pt x="182" y="17"/>
                    <a:pt x="182" y="17"/>
                    <a:pt x="182" y="17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7" name="Freeform 115">
              <a:extLst>
                <a:ext uri="{FF2B5EF4-FFF2-40B4-BE49-F238E27FC236}">
                  <a16:creationId xmlns:a16="http://schemas.microsoft.com/office/drawing/2014/main" id="{B0C14672-CFA1-4B25-B1B0-3CD34F638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2205"/>
              <a:ext cx="308" cy="352"/>
            </a:xfrm>
            <a:custGeom>
              <a:avLst/>
              <a:gdLst>
                <a:gd name="T0" fmla="*/ 676 w 123"/>
                <a:gd name="T1" fmla="*/ 1501 h 132"/>
                <a:gd name="T2" fmla="*/ 1838 w 123"/>
                <a:gd name="T3" fmla="*/ 0 h 132"/>
                <a:gd name="T4" fmla="*/ 1881 w 123"/>
                <a:gd name="T5" fmla="*/ 589 h 132"/>
                <a:gd name="T6" fmla="*/ 1881 w 123"/>
                <a:gd name="T7" fmla="*/ 1536 h 132"/>
                <a:gd name="T8" fmla="*/ 1492 w 123"/>
                <a:gd name="T9" fmla="*/ 2504 h 132"/>
                <a:gd name="T10" fmla="*/ 1305 w 123"/>
                <a:gd name="T11" fmla="*/ 2411 h 132"/>
                <a:gd name="T12" fmla="*/ 771 w 123"/>
                <a:gd name="T13" fmla="*/ 2296 h 132"/>
                <a:gd name="T14" fmla="*/ 238 w 123"/>
                <a:gd name="T15" fmla="*/ 2411 h 132"/>
                <a:gd name="T16" fmla="*/ 676 w 123"/>
                <a:gd name="T17" fmla="*/ 1501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132">
                  <a:moveTo>
                    <a:pt x="43" y="79"/>
                  </a:moveTo>
                  <a:cubicBezTo>
                    <a:pt x="74" y="56"/>
                    <a:pt x="95" y="28"/>
                    <a:pt x="117" y="0"/>
                  </a:cubicBezTo>
                  <a:cubicBezTo>
                    <a:pt x="120" y="11"/>
                    <a:pt x="120" y="25"/>
                    <a:pt x="120" y="31"/>
                  </a:cubicBezTo>
                  <a:cubicBezTo>
                    <a:pt x="123" y="50"/>
                    <a:pt x="123" y="64"/>
                    <a:pt x="120" y="81"/>
                  </a:cubicBezTo>
                  <a:cubicBezTo>
                    <a:pt x="114" y="101"/>
                    <a:pt x="111" y="115"/>
                    <a:pt x="95" y="132"/>
                  </a:cubicBezTo>
                  <a:cubicBezTo>
                    <a:pt x="89" y="129"/>
                    <a:pt x="86" y="129"/>
                    <a:pt x="83" y="127"/>
                  </a:cubicBezTo>
                  <a:cubicBezTo>
                    <a:pt x="71" y="124"/>
                    <a:pt x="61" y="121"/>
                    <a:pt x="49" y="121"/>
                  </a:cubicBezTo>
                  <a:cubicBezTo>
                    <a:pt x="43" y="124"/>
                    <a:pt x="21" y="129"/>
                    <a:pt x="15" y="127"/>
                  </a:cubicBezTo>
                  <a:cubicBezTo>
                    <a:pt x="0" y="110"/>
                    <a:pt x="34" y="84"/>
                    <a:pt x="43" y="79"/>
                  </a:cubicBezTo>
                  <a:close/>
                </a:path>
              </a:pathLst>
            </a:custGeom>
            <a:solidFill>
              <a:srgbClr val="DAD6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8" name="Freeform 116">
              <a:extLst>
                <a:ext uri="{FF2B5EF4-FFF2-40B4-BE49-F238E27FC236}">
                  <a16:creationId xmlns:a16="http://schemas.microsoft.com/office/drawing/2014/main" id="{AA254E5C-D58D-44AD-87BD-2AE401EDB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189"/>
              <a:ext cx="100" cy="376"/>
            </a:xfrm>
            <a:custGeom>
              <a:avLst/>
              <a:gdLst>
                <a:gd name="T0" fmla="*/ 345 w 40"/>
                <a:gd name="T1" fmla="*/ 205 h 141"/>
                <a:gd name="T2" fmla="*/ 438 w 40"/>
                <a:gd name="T3" fmla="*/ 0 h 141"/>
                <a:gd name="T4" fmla="*/ 583 w 40"/>
                <a:gd name="T5" fmla="*/ 149 h 141"/>
                <a:gd name="T6" fmla="*/ 583 w 40"/>
                <a:gd name="T7" fmla="*/ 419 h 141"/>
                <a:gd name="T8" fmla="*/ 488 w 40"/>
                <a:gd name="T9" fmla="*/ 533 h 141"/>
                <a:gd name="T10" fmla="*/ 625 w 40"/>
                <a:gd name="T11" fmla="*/ 704 h 141"/>
                <a:gd name="T12" fmla="*/ 583 w 40"/>
                <a:gd name="T13" fmla="*/ 1059 h 141"/>
                <a:gd name="T14" fmla="*/ 533 w 40"/>
                <a:gd name="T15" fmla="*/ 1288 h 141"/>
                <a:gd name="T16" fmla="*/ 533 w 40"/>
                <a:gd name="T17" fmla="*/ 1651 h 141"/>
                <a:gd name="T18" fmla="*/ 438 w 40"/>
                <a:gd name="T19" fmla="*/ 1651 h 141"/>
                <a:gd name="T20" fmla="*/ 438 w 40"/>
                <a:gd name="T21" fmla="*/ 2141 h 141"/>
                <a:gd name="T22" fmla="*/ 345 w 40"/>
                <a:gd name="T23" fmla="*/ 2197 h 141"/>
                <a:gd name="T24" fmla="*/ 345 w 40"/>
                <a:gd name="T25" fmla="*/ 2296 h 141"/>
                <a:gd name="T26" fmla="*/ 250 w 40"/>
                <a:gd name="T27" fmla="*/ 2560 h 141"/>
                <a:gd name="T28" fmla="*/ 95 w 40"/>
                <a:gd name="T29" fmla="*/ 2675 h 141"/>
                <a:gd name="T30" fmla="*/ 95 w 40"/>
                <a:gd name="T31" fmla="*/ 2675 h 141"/>
                <a:gd name="T32" fmla="*/ 0 w 40"/>
                <a:gd name="T33" fmla="*/ 2616 h 141"/>
                <a:gd name="T34" fmla="*/ 0 w 40"/>
                <a:gd name="T35" fmla="*/ 2560 h 141"/>
                <a:gd name="T36" fmla="*/ 158 w 40"/>
                <a:gd name="T37" fmla="*/ 2355 h 141"/>
                <a:gd name="T38" fmla="*/ 208 w 40"/>
                <a:gd name="T39" fmla="*/ 2197 h 141"/>
                <a:gd name="T40" fmla="*/ 208 w 40"/>
                <a:gd name="T41" fmla="*/ 1971 h 141"/>
                <a:gd name="T42" fmla="*/ 300 w 40"/>
                <a:gd name="T43" fmla="*/ 1763 h 141"/>
                <a:gd name="T44" fmla="*/ 300 w 40"/>
                <a:gd name="T45" fmla="*/ 1501 h 141"/>
                <a:gd name="T46" fmla="*/ 345 w 40"/>
                <a:gd name="T47" fmla="*/ 1288 h 141"/>
                <a:gd name="T48" fmla="*/ 395 w 40"/>
                <a:gd name="T49" fmla="*/ 1059 h 141"/>
                <a:gd name="T50" fmla="*/ 395 w 40"/>
                <a:gd name="T51" fmla="*/ 853 h 141"/>
                <a:gd name="T52" fmla="*/ 395 w 40"/>
                <a:gd name="T53" fmla="*/ 704 h 141"/>
                <a:gd name="T54" fmla="*/ 395 w 40"/>
                <a:gd name="T55" fmla="*/ 419 h 141"/>
                <a:gd name="T56" fmla="*/ 345 w 40"/>
                <a:gd name="T57" fmla="*/ 205 h 14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0" h="141">
                  <a:moveTo>
                    <a:pt x="22" y="11"/>
                  </a:moveTo>
                  <a:cubicBezTo>
                    <a:pt x="22" y="6"/>
                    <a:pt x="25" y="3"/>
                    <a:pt x="28" y="0"/>
                  </a:cubicBezTo>
                  <a:cubicBezTo>
                    <a:pt x="31" y="3"/>
                    <a:pt x="34" y="6"/>
                    <a:pt x="37" y="8"/>
                  </a:cubicBezTo>
                  <a:cubicBezTo>
                    <a:pt x="28" y="14"/>
                    <a:pt x="31" y="17"/>
                    <a:pt x="37" y="22"/>
                  </a:cubicBezTo>
                  <a:cubicBezTo>
                    <a:pt x="34" y="22"/>
                    <a:pt x="34" y="25"/>
                    <a:pt x="31" y="28"/>
                  </a:cubicBezTo>
                  <a:cubicBezTo>
                    <a:pt x="34" y="31"/>
                    <a:pt x="37" y="34"/>
                    <a:pt x="40" y="37"/>
                  </a:cubicBezTo>
                  <a:cubicBezTo>
                    <a:pt x="31" y="42"/>
                    <a:pt x="34" y="48"/>
                    <a:pt x="37" y="56"/>
                  </a:cubicBezTo>
                  <a:cubicBezTo>
                    <a:pt x="31" y="56"/>
                    <a:pt x="31" y="62"/>
                    <a:pt x="34" y="68"/>
                  </a:cubicBezTo>
                  <a:cubicBezTo>
                    <a:pt x="28" y="73"/>
                    <a:pt x="31" y="82"/>
                    <a:pt x="34" y="87"/>
                  </a:cubicBezTo>
                  <a:cubicBezTo>
                    <a:pt x="34" y="87"/>
                    <a:pt x="31" y="87"/>
                    <a:pt x="28" y="87"/>
                  </a:cubicBezTo>
                  <a:cubicBezTo>
                    <a:pt x="34" y="99"/>
                    <a:pt x="22" y="102"/>
                    <a:pt x="28" y="113"/>
                  </a:cubicBezTo>
                  <a:cubicBezTo>
                    <a:pt x="25" y="113"/>
                    <a:pt x="25" y="116"/>
                    <a:pt x="22" y="116"/>
                  </a:cubicBezTo>
                  <a:cubicBezTo>
                    <a:pt x="22" y="118"/>
                    <a:pt x="22" y="118"/>
                    <a:pt x="22" y="121"/>
                  </a:cubicBezTo>
                  <a:cubicBezTo>
                    <a:pt x="13" y="124"/>
                    <a:pt x="19" y="127"/>
                    <a:pt x="16" y="135"/>
                  </a:cubicBezTo>
                  <a:cubicBezTo>
                    <a:pt x="16" y="138"/>
                    <a:pt x="10" y="138"/>
                    <a:pt x="6" y="141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3" y="141"/>
                    <a:pt x="3" y="138"/>
                    <a:pt x="0" y="138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13" y="116"/>
                    <a:pt x="13" y="116"/>
                    <a:pt x="13" y="116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9" y="93"/>
                    <a:pt x="19" y="93"/>
                    <a:pt x="19" y="93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68"/>
                    <a:pt x="25" y="59"/>
                    <a:pt x="25" y="56"/>
                  </a:cubicBezTo>
                  <a:cubicBezTo>
                    <a:pt x="28" y="54"/>
                    <a:pt x="25" y="45"/>
                    <a:pt x="25" y="45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7"/>
                    <a:pt x="22" y="28"/>
                    <a:pt x="25" y="22"/>
                  </a:cubicBezTo>
                  <a:cubicBezTo>
                    <a:pt x="28" y="20"/>
                    <a:pt x="25" y="14"/>
                    <a:pt x="22" y="11"/>
                  </a:cubicBezTo>
                  <a:close/>
                </a:path>
              </a:pathLst>
            </a:custGeom>
            <a:solidFill>
              <a:srgbClr val="F2F1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9" name="Freeform 117">
              <a:extLst>
                <a:ext uri="{FF2B5EF4-FFF2-40B4-BE49-F238E27FC236}">
                  <a16:creationId xmlns:a16="http://schemas.microsoft.com/office/drawing/2014/main" id="{58908FBC-8DCB-47F9-98A0-78F4638E3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376"/>
              <a:ext cx="48" cy="152"/>
            </a:xfrm>
            <a:custGeom>
              <a:avLst/>
              <a:gdLst>
                <a:gd name="T0" fmla="*/ 147 w 19"/>
                <a:gd name="T1" fmla="*/ 0 h 57"/>
                <a:gd name="T2" fmla="*/ 192 w 19"/>
                <a:gd name="T3" fmla="*/ 285 h 57"/>
                <a:gd name="T4" fmla="*/ 255 w 19"/>
                <a:gd name="T5" fmla="*/ 435 h 57"/>
                <a:gd name="T6" fmla="*/ 147 w 19"/>
                <a:gd name="T7" fmla="*/ 605 h 57"/>
                <a:gd name="T8" fmla="*/ 306 w 19"/>
                <a:gd name="T9" fmla="*/ 704 h 57"/>
                <a:gd name="T10" fmla="*/ 192 w 19"/>
                <a:gd name="T11" fmla="*/ 760 h 57"/>
                <a:gd name="T12" fmla="*/ 255 w 19"/>
                <a:gd name="T13" fmla="*/ 909 h 57"/>
                <a:gd name="T14" fmla="*/ 147 w 19"/>
                <a:gd name="T15" fmla="*/ 1080 h 57"/>
                <a:gd name="T16" fmla="*/ 147 w 19"/>
                <a:gd name="T17" fmla="*/ 1080 h 57"/>
                <a:gd name="T18" fmla="*/ 0 w 19"/>
                <a:gd name="T19" fmla="*/ 968 h 57"/>
                <a:gd name="T20" fmla="*/ 0 w 19"/>
                <a:gd name="T21" fmla="*/ 704 h 57"/>
                <a:gd name="T22" fmla="*/ 0 w 19"/>
                <a:gd name="T23" fmla="*/ 115 h 57"/>
                <a:gd name="T24" fmla="*/ 147 w 19"/>
                <a:gd name="T25" fmla="*/ 0 h 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57">
                  <a:moveTo>
                    <a:pt x="9" y="0"/>
                  </a:moveTo>
                  <a:cubicBezTo>
                    <a:pt x="9" y="6"/>
                    <a:pt x="12" y="9"/>
                    <a:pt x="12" y="15"/>
                  </a:cubicBezTo>
                  <a:cubicBezTo>
                    <a:pt x="16" y="17"/>
                    <a:pt x="6" y="20"/>
                    <a:pt x="16" y="23"/>
                  </a:cubicBezTo>
                  <a:cubicBezTo>
                    <a:pt x="16" y="26"/>
                    <a:pt x="12" y="29"/>
                    <a:pt x="9" y="32"/>
                  </a:cubicBezTo>
                  <a:cubicBezTo>
                    <a:pt x="16" y="32"/>
                    <a:pt x="16" y="37"/>
                    <a:pt x="19" y="37"/>
                  </a:cubicBezTo>
                  <a:cubicBezTo>
                    <a:pt x="19" y="40"/>
                    <a:pt x="16" y="40"/>
                    <a:pt x="12" y="40"/>
                  </a:cubicBezTo>
                  <a:cubicBezTo>
                    <a:pt x="16" y="43"/>
                    <a:pt x="16" y="46"/>
                    <a:pt x="16" y="48"/>
                  </a:cubicBezTo>
                  <a:cubicBezTo>
                    <a:pt x="9" y="51"/>
                    <a:pt x="9" y="54"/>
                    <a:pt x="9" y="57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4"/>
                    <a:pt x="6" y="51"/>
                    <a:pt x="0" y="51"/>
                  </a:cubicBezTo>
                  <a:cubicBezTo>
                    <a:pt x="6" y="48"/>
                    <a:pt x="6" y="40"/>
                    <a:pt x="0" y="37"/>
                  </a:cubicBezTo>
                  <a:cubicBezTo>
                    <a:pt x="6" y="34"/>
                    <a:pt x="6" y="17"/>
                    <a:pt x="0" y="6"/>
                  </a:cubicBezTo>
                  <a:cubicBezTo>
                    <a:pt x="3" y="6"/>
                    <a:pt x="6" y="3"/>
                    <a:pt x="9" y="0"/>
                  </a:cubicBezTo>
                  <a:close/>
                </a:path>
              </a:pathLst>
            </a:custGeom>
            <a:solidFill>
              <a:srgbClr val="F2F1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0" name="Freeform 118">
              <a:extLst>
                <a:ext uri="{FF2B5EF4-FFF2-40B4-BE49-F238E27FC236}">
                  <a16:creationId xmlns:a16="http://schemas.microsoft.com/office/drawing/2014/main" id="{AD427670-29DF-426D-BC3C-F4EDB49C4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099"/>
              <a:ext cx="55" cy="346"/>
            </a:xfrm>
            <a:custGeom>
              <a:avLst/>
              <a:gdLst>
                <a:gd name="T0" fmla="*/ 158 w 22"/>
                <a:gd name="T1" fmla="*/ 0 h 130"/>
                <a:gd name="T2" fmla="*/ 250 w 22"/>
                <a:gd name="T3" fmla="*/ 963 h 130"/>
                <a:gd name="T4" fmla="*/ 0 w 22"/>
                <a:gd name="T5" fmla="*/ 2451 h 130"/>
                <a:gd name="T6" fmla="*/ 250 w 22"/>
                <a:gd name="T7" fmla="*/ 793 h 130"/>
                <a:gd name="T8" fmla="*/ 158 w 2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0">
                  <a:moveTo>
                    <a:pt x="10" y="0"/>
                  </a:moveTo>
                  <a:cubicBezTo>
                    <a:pt x="19" y="3"/>
                    <a:pt x="22" y="23"/>
                    <a:pt x="16" y="51"/>
                  </a:cubicBezTo>
                  <a:cubicBezTo>
                    <a:pt x="13" y="79"/>
                    <a:pt x="3" y="113"/>
                    <a:pt x="0" y="130"/>
                  </a:cubicBezTo>
                  <a:cubicBezTo>
                    <a:pt x="3" y="110"/>
                    <a:pt x="13" y="59"/>
                    <a:pt x="16" y="42"/>
                  </a:cubicBezTo>
                  <a:cubicBezTo>
                    <a:pt x="16" y="28"/>
                    <a:pt x="16" y="6"/>
                    <a:pt x="10" y="0"/>
                  </a:cubicBezTo>
                  <a:close/>
                </a:path>
              </a:pathLst>
            </a:custGeom>
            <a:solidFill>
              <a:srgbClr val="F7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1" name="Freeform 119">
              <a:extLst>
                <a:ext uri="{FF2B5EF4-FFF2-40B4-BE49-F238E27FC236}">
                  <a16:creationId xmlns:a16="http://schemas.microsoft.com/office/drawing/2014/main" id="{D3E5377B-79E8-423F-94B1-02D5D5C6E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2736"/>
              <a:ext cx="123" cy="112"/>
            </a:xfrm>
            <a:custGeom>
              <a:avLst/>
              <a:gdLst>
                <a:gd name="T0" fmla="*/ 397 w 49"/>
                <a:gd name="T1" fmla="*/ 0 h 42"/>
                <a:gd name="T2" fmla="*/ 0 w 49"/>
                <a:gd name="T3" fmla="*/ 605 h 42"/>
                <a:gd name="T4" fmla="*/ 0 w 49"/>
                <a:gd name="T5" fmla="*/ 605 h 42"/>
                <a:gd name="T6" fmla="*/ 397 w 49"/>
                <a:gd name="T7" fmla="*/ 648 h 42"/>
                <a:gd name="T8" fmla="*/ 776 w 49"/>
                <a:gd name="T9" fmla="*/ 605 h 42"/>
                <a:gd name="T10" fmla="*/ 776 w 49"/>
                <a:gd name="T11" fmla="*/ 605 h 42"/>
                <a:gd name="T12" fmla="*/ 397 w 49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2">
                  <a:moveTo>
                    <a:pt x="25" y="0"/>
                  </a:moveTo>
                  <a:cubicBezTo>
                    <a:pt x="19" y="19"/>
                    <a:pt x="10" y="28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7" y="42"/>
                    <a:pt x="21" y="41"/>
                    <a:pt x="25" y="34"/>
                  </a:cubicBezTo>
                  <a:cubicBezTo>
                    <a:pt x="28" y="41"/>
                    <a:pt x="42" y="42"/>
                    <a:pt x="49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39" y="28"/>
                    <a:pt x="30" y="19"/>
                    <a:pt x="25" y="0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2" name="Freeform 120">
              <a:extLst>
                <a:ext uri="{FF2B5EF4-FFF2-40B4-BE49-F238E27FC236}">
                  <a16:creationId xmlns:a16="http://schemas.microsoft.com/office/drawing/2014/main" id="{1BE9501E-347B-47EF-B0EA-EB2689AC7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181"/>
              <a:ext cx="150" cy="200"/>
            </a:xfrm>
            <a:custGeom>
              <a:avLst/>
              <a:gdLst>
                <a:gd name="T0" fmla="*/ 425 w 60"/>
                <a:gd name="T1" fmla="*/ 115 h 75"/>
                <a:gd name="T2" fmla="*/ 33 w 60"/>
                <a:gd name="T3" fmla="*/ 605 h 75"/>
                <a:gd name="T4" fmla="*/ 238 w 60"/>
                <a:gd name="T5" fmla="*/ 1421 h 75"/>
                <a:gd name="T6" fmla="*/ 238 w 60"/>
                <a:gd name="T7" fmla="*/ 533 h 75"/>
                <a:gd name="T8" fmla="*/ 625 w 60"/>
                <a:gd name="T9" fmla="*/ 264 h 75"/>
                <a:gd name="T10" fmla="*/ 863 w 60"/>
                <a:gd name="T11" fmla="*/ 93 h 75"/>
                <a:gd name="T12" fmla="*/ 438 w 60"/>
                <a:gd name="T13" fmla="*/ 93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5">
                  <a:moveTo>
                    <a:pt x="27" y="6"/>
                  </a:moveTo>
                  <a:cubicBezTo>
                    <a:pt x="15" y="9"/>
                    <a:pt x="3" y="19"/>
                    <a:pt x="2" y="32"/>
                  </a:cubicBezTo>
                  <a:cubicBezTo>
                    <a:pt x="0" y="48"/>
                    <a:pt x="9" y="61"/>
                    <a:pt x="15" y="75"/>
                  </a:cubicBezTo>
                  <a:cubicBezTo>
                    <a:pt x="9" y="58"/>
                    <a:pt x="5" y="44"/>
                    <a:pt x="15" y="28"/>
                  </a:cubicBezTo>
                  <a:cubicBezTo>
                    <a:pt x="23" y="17"/>
                    <a:pt x="28" y="16"/>
                    <a:pt x="40" y="14"/>
                  </a:cubicBezTo>
                  <a:cubicBezTo>
                    <a:pt x="44" y="13"/>
                    <a:pt x="60" y="11"/>
                    <a:pt x="55" y="5"/>
                  </a:cubicBezTo>
                  <a:cubicBezTo>
                    <a:pt x="51" y="0"/>
                    <a:pt x="34" y="7"/>
                    <a:pt x="28" y="5"/>
                  </a:cubicBezTo>
                </a:path>
              </a:pathLst>
            </a:custGeom>
            <a:solidFill>
              <a:srgbClr val="EE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3" name="Freeform 121">
              <a:extLst>
                <a:ext uri="{FF2B5EF4-FFF2-40B4-BE49-F238E27FC236}">
                  <a16:creationId xmlns:a16="http://schemas.microsoft.com/office/drawing/2014/main" id="{244B1918-6414-4CB7-81C3-9BF75547A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2203"/>
              <a:ext cx="85" cy="90"/>
            </a:xfrm>
            <a:custGeom>
              <a:avLst/>
              <a:gdLst>
                <a:gd name="T0" fmla="*/ 345 w 34"/>
                <a:gd name="T1" fmla="*/ 90 h 34"/>
                <a:gd name="T2" fmla="*/ 158 w 34"/>
                <a:gd name="T3" fmla="*/ 630 h 34"/>
                <a:gd name="T4" fmla="*/ 533 w 34"/>
                <a:gd name="T5" fmla="*/ 34 h 34"/>
                <a:gd name="T6" fmla="*/ 458 w 34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4">
                  <a:moveTo>
                    <a:pt x="22" y="5"/>
                  </a:moveTo>
                  <a:cubicBezTo>
                    <a:pt x="10" y="6"/>
                    <a:pt x="0" y="25"/>
                    <a:pt x="10" y="34"/>
                  </a:cubicBezTo>
                  <a:cubicBezTo>
                    <a:pt x="14" y="17"/>
                    <a:pt x="19" y="10"/>
                    <a:pt x="34" y="2"/>
                  </a:cubicBezTo>
                  <a:cubicBezTo>
                    <a:pt x="33" y="0"/>
                    <a:pt x="31" y="1"/>
                    <a:pt x="2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4" name="Freeform 122">
              <a:extLst>
                <a:ext uri="{FF2B5EF4-FFF2-40B4-BE49-F238E27FC236}">
                  <a16:creationId xmlns:a16="http://schemas.microsoft.com/office/drawing/2014/main" id="{1962AB63-7AB5-48B8-A294-8381C5BA4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4" y="2197"/>
              <a:ext cx="27" cy="16"/>
            </a:xfrm>
            <a:custGeom>
              <a:avLst/>
              <a:gdLst>
                <a:gd name="T0" fmla="*/ 150 w 11"/>
                <a:gd name="T1" fmla="*/ 0 h 6"/>
                <a:gd name="T2" fmla="*/ 0 w 11"/>
                <a:gd name="T3" fmla="*/ 93 h 6"/>
                <a:gd name="T4" fmla="*/ 162 w 11"/>
                <a:gd name="T5" fmla="*/ 56 h 6"/>
                <a:gd name="T6" fmla="*/ 133 w 11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10" y="0"/>
                  </a:moveTo>
                  <a:cubicBezTo>
                    <a:pt x="5" y="0"/>
                    <a:pt x="1" y="1"/>
                    <a:pt x="0" y="5"/>
                  </a:cubicBezTo>
                  <a:cubicBezTo>
                    <a:pt x="3" y="6"/>
                    <a:pt x="7" y="5"/>
                    <a:pt x="11" y="3"/>
                  </a:cubicBezTo>
                  <a:cubicBezTo>
                    <a:pt x="11" y="1"/>
                    <a:pt x="10" y="2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5" name="Freeform 123">
              <a:extLst>
                <a:ext uri="{FF2B5EF4-FFF2-40B4-BE49-F238E27FC236}">
                  <a16:creationId xmlns:a16="http://schemas.microsoft.com/office/drawing/2014/main" id="{FADAE1B3-050E-4429-BA70-EA0522F5D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2645"/>
              <a:ext cx="97" cy="294"/>
            </a:xfrm>
            <a:custGeom>
              <a:avLst/>
              <a:gdLst>
                <a:gd name="T0" fmla="*/ 445 w 39"/>
                <a:gd name="T1" fmla="*/ 56 h 110"/>
                <a:gd name="T2" fmla="*/ 0 w 39"/>
                <a:gd name="T3" fmla="*/ 2101 h 110"/>
                <a:gd name="T4" fmla="*/ 403 w 39"/>
                <a:gd name="T5" fmla="*/ 1721 h 110"/>
                <a:gd name="T6" fmla="*/ 537 w 39"/>
                <a:gd name="T7" fmla="*/ 1085 h 110"/>
                <a:gd name="T8" fmla="*/ 587 w 39"/>
                <a:gd name="T9" fmla="*/ 492 h 110"/>
                <a:gd name="T10" fmla="*/ 445 w 39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10">
                  <a:moveTo>
                    <a:pt x="29" y="3"/>
                  </a:moveTo>
                  <a:cubicBezTo>
                    <a:pt x="30" y="36"/>
                    <a:pt x="24" y="85"/>
                    <a:pt x="0" y="110"/>
                  </a:cubicBezTo>
                  <a:cubicBezTo>
                    <a:pt x="9" y="104"/>
                    <a:pt x="21" y="99"/>
                    <a:pt x="26" y="90"/>
                  </a:cubicBezTo>
                  <a:cubicBezTo>
                    <a:pt x="30" y="81"/>
                    <a:pt x="33" y="66"/>
                    <a:pt x="35" y="57"/>
                  </a:cubicBezTo>
                  <a:cubicBezTo>
                    <a:pt x="38" y="46"/>
                    <a:pt x="39" y="36"/>
                    <a:pt x="38" y="26"/>
                  </a:cubicBezTo>
                  <a:cubicBezTo>
                    <a:pt x="36" y="18"/>
                    <a:pt x="30" y="8"/>
                    <a:pt x="29" y="0"/>
                  </a:cubicBezTo>
                </a:path>
              </a:pathLst>
            </a:custGeom>
            <a:solidFill>
              <a:srgbClr val="EE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6" name="Freeform 124">
              <a:extLst>
                <a:ext uri="{FF2B5EF4-FFF2-40B4-BE49-F238E27FC236}">
                  <a16:creationId xmlns:a16="http://schemas.microsoft.com/office/drawing/2014/main" id="{6BA71EA5-8D53-40D1-81B9-89CA7595E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" y="2749"/>
              <a:ext cx="30" cy="88"/>
            </a:xfrm>
            <a:custGeom>
              <a:avLst/>
              <a:gdLst>
                <a:gd name="T0" fmla="*/ 95 w 12"/>
                <a:gd name="T1" fmla="*/ 0 h 33"/>
                <a:gd name="T2" fmla="*/ 20 w 12"/>
                <a:gd name="T3" fmla="*/ 627 h 33"/>
                <a:gd name="T4" fmla="*/ 145 w 12"/>
                <a:gd name="T5" fmla="*/ 17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3">
                  <a:moveTo>
                    <a:pt x="6" y="0"/>
                  </a:moveTo>
                  <a:cubicBezTo>
                    <a:pt x="6" y="11"/>
                    <a:pt x="0" y="21"/>
                    <a:pt x="1" y="33"/>
                  </a:cubicBezTo>
                  <a:cubicBezTo>
                    <a:pt x="12" y="26"/>
                    <a:pt x="3" y="12"/>
                    <a:pt x="9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7" name="Freeform 125">
              <a:extLst>
                <a:ext uri="{FF2B5EF4-FFF2-40B4-BE49-F238E27FC236}">
                  <a16:creationId xmlns:a16="http://schemas.microsoft.com/office/drawing/2014/main" id="{364394EC-B1EC-47D0-A7D9-7688D0F38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9" y="2731"/>
              <a:ext cx="12" cy="18"/>
            </a:xfrm>
            <a:custGeom>
              <a:avLst/>
              <a:gdLst>
                <a:gd name="T0" fmla="*/ 12 w 5"/>
                <a:gd name="T1" fmla="*/ 33 h 7"/>
                <a:gd name="T2" fmla="*/ 58 w 5"/>
                <a:gd name="T3" fmla="*/ 118 h 7"/>
                <a:gd name="T4" fmla="*/ 41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1" y="4"/>
                    <a:pt x="0" y="6"/>
                    <a:pt x="4" y="7"/>
                  </a:cubicBezTo>
                  <a:cubicBezTo>
                    <a:pt x="5" y="4"/>
                    <a:pt x="4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8" name="Freeform 126">
              <a:extLst>
                <a:ext uri="{FF2B5EF4-FFF2-40B4-BE49-F238E27FC236}">
                  <a16:creationId xmlns:a16="http://schemas.microsoft.com/office/drawing/2014/main" id="{1F2C4396-E6A9-431F-8175-5CBDDDDCE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4" y="2867"/>
              <a:ext cx="25" cy="37"/>
            </a:xfrm>
            <a:custGeom>
              <a:avLst/>
              <a:gdLst>
                <a:gd name="T0" fmla="*/ 113 w 10"/>
                <a:gd name="T1" fmla="*/ 0 h 14"/>
                <a:gd name="T2" fmla="*/ 0 w 10"/>
                <a:gd name="T3" fmla="*/ 259 h 14"/>
                <a:gd name="T4" fmla="*/ 145 w 10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7" y="0"/>
                  </a:moveTo>
                  <a:cubicBezTo>
                    <a:pt x="3" y="4"/>
                    <a:pt x="0" y="8"/>
                    <a:pt x="0" y="14"/>
                  </a:cubicBezTo>
                  <a:cubicBezTo>
                    <a:pt x="5" y="14"/>
                    <a:pt x="10" y="8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9" name="Freeform 127">
              <a:extLst>
                <a:ext uri="{FF2B5EF4-FFF2-40B4-BE49-F238E27FC236}">
                  <a16:creationId xmlns:a16="http://schemas.microsoft.com/office/drawing/2014/main" id="{B94E9D15-D73B-4694-804B-004F9568B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760"/>
              <a:ext cx="57" cy="61"/>
            </a:xfrm>
            <a:custGeom>
              <a:avLst/>
              <a:gdLst>
                <a:gd name="T0" fmla="*/ 0 w 23"/>
                <a:gd name="T1" fmla="*/ 430 h 23"/>
                <a:gd name="T2" fmla="*/ 278 w 23"/>
                <a:gd name="T3" fmla="*/ 0 h 23"/>
                <a:gd name="T4" fmla="*/ 349 w 23"/>
                <a:gd name="T5" fmla="*/ 239 h 23"/>
                <a:gd name="T6" fmla="*/ 196 w 23"/>
                <a:gd name="T7" fmla="*/ 28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0" y="23"/>
                  </a:moveTo>
                  <a:cubicBezTo>
                    <a:pt x="9" y="20"/>
                    <a:pt x="16" y="8"/>
                    <a:pt x="18" y="0"/>
                  </a:cubicBezTo>
                  <a:cubicBezTo>
                    <a:pt x="20" y="4"/>
                    <a:pt x="20" y="8"/>
                    <a:pt x="23" y="13"/>
                  </a:cubicBezTo>
                  <a:cubicBezTo>
                    <a:pt x="19" y="11"/>
                    <a:pt x="15" y="12"/>
                    <a:pt x="13" y="15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90" name="Freeform 128">
              <a:extLst>
                <a:ext uri="{FF2B5EF4-FFF2-40B4-BE49-F238E27FC236}">
                  <a16:creationId xmlns:a16="http://schemas.microsoft.com/office/drawing/2014/main" id="{4751DEA9-4F6B-4882-A78F-47108FD1E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805"/>
              <a:ext cx="25" cy="24"/>
            </a:xfrm>
            <a:custGeom>
              <a:avLst/>
              <a:gdLst>
                <a:gd name="T0" fmla="*/ 0 w 10"/>
                <a:gd name="T1" fmla="*/ 21 h 9"/>
                <a:gd name="T2" fmla="*/ 158 w 10"/>
                <a:gd name="T3" fmla="*/ 136 h 9"/>
                <a:gd name="T4" fmla="*/ 50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1"/>
                  </a:moveTo>
                  <a:cubicBezTo>
                    <a:pt x="0" y="7"/>
                    <a:pt x="5" y="9"/>
                    <a:pt x="10" y="7"/>
                  </a:cubicBezTo>
                  <a:cubicBezTo>
                    <a:pt x="6" y="6"/>
                    <a:pt x="2" y="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91" name="Freeform 129">
              <a:extLst>
                <a:ext uri="{FF2B5EF4-FFF2-40B4-BE49-F238E27FC236}">
                  <a16:creationId xmlns:a16="http://schemas.microsoft.com/office/drawing/2014/main" id="{B247EE18-3318-4F58-A159-15BC2FE93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816"/>
              <a:ext cx="20" cy="16"/>
            </a:xfrm>
            <a:custGeom>
              <a:avLst/>
              <a:gdLst>
                <a:gd name="T0" fmla="*/ 0 w 8"/>
                <a:gd name="T1" fmla="*/ 56 h 6"/>
                <a:gd name="T2" fmla="*/ 125 w 8"/>
                <a:gd name="T3" fmla="*/ 35 h 6"/>
                <a:gd name="T4" fmla="*/ 8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3"/>
                  </a:moveTo>
                  <a:cubicBezTo>
                    <a:pt x="3" y="6"/>
                    <a:pt x="7" y="5"/>
                    <a:pt x="8" y="2"/>
                  </a:cubicBezTo>
                  <a:cubicBezTo>
                    <a:pt x="7" y="0"/>
                    <a:pt x="6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92" name="Freeform 130">
              <a:extLst>
                <a:ext uri="{FF2B5EF4-FFF2-40B4-BE49-F238E27FC236}">
                  <a16:creationId xmlns:a16="http://schemas.microsoft.com/office/drawing/2014/main" id="{F2982466-308B-4A00-A4CC-60B2F13FB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707"/>
              <a:ext cx="107" cy="120"/>
            </a:xfrm>
            <a:custGeom>
              <a:avLst/>
              <a:gdLst>
                <a:gd name="T0" fmla="*/ 0 w 43"/>
                <a:gd name="T1" fmla="*/ 149 h 45"/>
                <a:gd name="T2" fmla="*/ 662 w 43"/>
                <a:gd name="T3" fmla="*/ 477 h 45"/>
                <a:gd name="T4" fmla="*/ 0 w 4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5">
                  <a:moveTo>
                    <a:pt x="0" y="8"/>
                  </a:moveTo>
                  <a:cubicBezTo>
                    <a:pt x="0" y="24"/>
                    <a:pt x="35" y="45"/>
                    <a:pt x="43" y="25"/>
                  </a:cubicBezTo>
                  <a:cubicBezTo>
                    <a:pt x="29" y="33"/>
                    <a:pt x="7" y="1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93" name="Freeform 131">
              <a:extLst>
                <a:ext uri="{FF2B5EF4-FFF2-40B4-BE49-F238E27FC236}">
                  <a16:creationId xmlns:a16="http://schemas.microsoft.com/office/drawing/2014/main" id="{1FC50125-04E1-4548-9074-9D44190B5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723"/>
              <a:ext cx="95" cy="88"/>
            </a:xfrm>
            <a:custGeom>
              <a:avLst/>
              <a:gdLst>
                <a:gd name="T0" fmla="*/ 0 w 38"/>
                <a:gd name="T1" fmla="*/ 35 h 33"/>
                <a:gd name="T2" fmla="*/ 595 w 38"/>
                <a:gd name="T3" fmla="*/ 477 h 33"/>
                <a:gd name="T4" fmla="*/ 63 w 38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">
                  <a:moveTo>
                    <a:pt x="0" y="2"/>
                  </a:moveTo>
                  <a:cubicBezTo>
                    <a:pt x="7" y="21"/>
                    <a:pt x="18" y="33"/>
                    <a:pt x="38" y="25"/>
                  </a:cubicBezTo>
                  <a:cubicBezTo>
                    <a:pt x="24" y="21"/>
                    <a:pt x="10" y="1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94" name="Freeform 132">
              <a:extLst>
                <a:ext uri="{FF2B5EF4-FFF2-40B4-BE49-F238E27FC236}">
                  <a16:creationId xmlns:a16="http://schemas.microsoft.com/office/drawing/2014/main" id="{701F9299-D82B-4FD1-B406-0BDEECC64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2437"/>
              <a:ext cx="70" cy="75"/>
            </a:xfrm>
            <a:custGeom>
              <a:avLst/>
              <a:gdLst>
                <a:gd name="T0" fmla="*/ 63 w 28"/>
                <a:gd name="T1" fmla="*/ 538 h 28"/>
                <a:gd name="T2" fmla="*/ 438 w 28"/>
                <a:gd name="T3" fmla="*/ 21 h 28"/>
                <a:gd name="T4" fmla="*/ 188 w 28"/>
                <a:gd name="T5" fmla="*/ 36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">
                  <a:moveTo>
                    <a:pt x="4" y="28"/>
                  </a:moveTo>
                  <a:cubicBezTo>
                    <a:pt x="0" y="17"/>
                    <a:pt x="18" y="0"/>
                    <a:pt x="28" y="1"/>
                  </a:cubicBezTo>
                  <a:cubicBezTo>
                    <a:pt x="21" y="6"/>
                    <a:pt x="18" y="15"/>
                    <a:pt x="1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95" name="Freeform 133">
              <a:extLst>
                <a:ext uri="{FF2B5EF4-FFF2-40B4-BE49-F238E27FC236}">
                  <a16:creationId xmlns:a16="http://schemas.microsoft.com/office/drawing/2014/main" id="{837EFD1E-59C1-47D8-8D9D-68BC1841B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261"/>
              <a:ext cx="90" cy="110"/>
            </a:xfrm>
            <a:custGeom>
              <a:avLst/>
              <a:gdLst>
                <a:gd name="T0" fmla="*/ 0 w 36"/>
                <a:gd name="T1" fmla="*/ 791 h 41"/>
                <a:gd name="T2" fmla="*/ 550 w 36"/>
                <a:gd name="T3" fmla="*/ 0 h 41"/>
                <a:gd name="T4" fmla="*/ 175 w 36"/>
                <a:gd name="T5" fmla="*/ 69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1">
                  <a:moveTo>
                    <a:pt x="0" y="41"/>
                  </a:moveTo>
                  <a:cubicBezTo>
                    <a:pt x="15" y="36"/>
                    <a:pt x="29" y="14"/>
                    <a:pt x="35" y="0"/>
                  </a:cubicBezTo>
                  <a:cubicBezTo>
                    <a:pt x="36" y="11"/>
                    <a:pt x="22" y="34"/>
                    <a:pt x="11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96" name="Freeform 134">
              <a:extLst>
                <a:ext uri="{FF2B5EF4-FFF2-40B4-BE49-F238E27FC236}">
                  <a16:creationId xmlns:a16="http://schemas.microsoft.com/office/drawing/2014/main" id="{6873BA7A-C27F-460D-A983-3BD2C8808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059"/>
              <a:ext cx="108" cy="112"/>
            </a:xfrm>
            <a:custGeom>
              <a:avLst/>
              <a:gdLst>
                <a:gd name="T0" fmla="*/ 0 w 43"/>
                <a:gd name="T1" fmla="*/ 797 h 42"/>
                <a:gd name="T2" fmla="*/ 663 w 43"/>
                <a:gd name="T3" fmla="*/ 760 h 42"/>
                <a:gd name="T4" fmla="*/ 334 w 43"/>
                <a:gd name="T5" fmla="*/ 54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0" y="42"/>
                  </a:moveTo>
                  <a:cubicBezTo>
                    <a:pt x="12" y="28"/>
                    <a:pt x="43" y="0"/>
                    <a:pt x="42" y="40"/>
                  </a:cubicBezTo>
                  <a:cubicBezTo>
                    <a:pt x="39" y="32"/>
                    <a:pt x="28" y="22"/>
                    <a:pt x="21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97" name="Freeform 135">
              <a:extLst>
                <a:ext uri="{FF2B5EF4-FFF2-40B4-BE49-F238E27FC236}">
                  <a16:creationId xmlns:a16="http://schemas.microsoft.com/office/drawing/2014/main" id="{E58DC2B0-60A5-4472-B9EB-BF3AA41D0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837"/>
              <a:ext cx="68" cy="118"/>
            </a:xfrm>
            <a:custGeom>
              <a:avLst/>
              <a:gdLst>
                <a:gd name="T0" fmla="*/ 113 w 27"/>
                <a:gd name="T1" fmla="*/ 21 h 44"/>
                <a:gd name="T2" fmla="*/ 50 w 27"/>
                <a:gd name="T3" fmla="*/ 330 h 44"/>
                <a:gd name="T4" fmla="*/ 63 w 27"/>
                <a:gd name="T5" fmla="*/ 561 h 44"/>
                <a:gd name="T6" fmla="*/ 0 w 27"/>
                <a:gd name="T7" fmla="*/ 847 h 44"/>
                <a:gd name="T8" fmla="*/ 113 w 27"/>
                <a:gd name="T9" fmla="*/ 346 h 44"/>
                <a:gd name="T10" fmla="*/ 431 w 27"/>
                <a:gd name="T11" fmla="*/ 35 h 44"/>
                <a:gd name="T12" fmla="*/ 191 w 27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4">
                  <a:moveTo>
                    <a:pt x="7" y="1"/>
                  </a:moveTo>
                  <a:cubicBezTo>
                    <a:pt x="1" y="4"/>
                    <a:pt x="2" y="12"/>
                    <a:pt x="3" y="17"/>
                  </a:cubicBezTo>
                  <a:cubicBezTo>
                    <a:pt x="3" y="21"/>
                    <a:pt x="4" y="25"/>
                    <a:pt x="4" y="29"/>
                  </a:cubicBezTo>
                  <a:cubicBezTo>
                    <a:pt x="3" y="35"/>
                    <a:pt x="0" y="39"/>
                    <a:pt x="0" y="44"/>
                  </a:cubicBezTo>
                  <a:cubicBezTo>
                    <a:pt x="8" y="37"/>
                    <a:pt x="5" y="27"/>
                    <a:pt x="7" y="18"/>
                  </a:cubicBezTo>
                  <a:cubicBezTo>
                    <a:pt x="10" y="8"/>
                    <a:pt x="20" y="8"/>
                    <a:pt x="27" y="2"/>
                  </a:cubicBezTo>
                  <a:cubicBezTo>
                    <a:pt x="23" y="5"/>
                    <a:pt x="15" y="5"/>
                    <a:pt x="12" y="0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98" name="Freeform 136">
              <a:extLst>
                <a:ext uri="{FF2B5EF4-FFF2-40B4-BE49-F238E27FC236}">
                  <a16:creationId xmlns:a16="http://schemas.microsoft.com/office/drawing/2014/main" id="{4B9E62DC-4812-4587-BBF5-3295450D3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107"/>
              <a:ext cx="131" cy="152"/>
            </a:xfrm>
            <a:custGeom>
              <a:avLst/>
              <a:gdLst>
                <a:gd name="T0" fmla="*/ 640 w 52"/>
                <a:gd name="T1" fmla="*/ 0 h 57"/>
                <a:gd name="T2" fmla="*/ 254 w 52"/>
                <a:gd name="T3" fmla="*/ 320 h 57"/>
                <a:gd name="T4" fmla="*/ 83 w 52"/>
                <a:gd name="T5" fmla="*/ 1080 h 57"/>
                <a:gd name="T6" fmla="*/ 191 w 52"/>
                <a:gd name="T7" fmla="*/ 739 h 57"/>
                <a:gd name="T8" fmla="*/ 418 w 52"/>
                <a:gd name="T9" fmla="*/ 264 h 57"/>
                <a:gd name="T10" fmla="*/ 652 w 52"/>
                <a:gd name="T11" fmla="*/ 136 h 57"/>
                <a:gd name="T12" fmla="*/ 831 w 52"/>
                <a:gd name="T13" fmla="*/ 320 h 57"/>
                <a:gd name="T14" fmla="*/ 781 w 52"/>
                <a:gd name="T15" fmla="*/ 149 h 57"/>
                <a:gd name="T16" fmla="*/ 748 w 52"/>
                <a:gd name="T17" fmla="*/ 93 h 57"/>
                <a:gd name="T18" fmla="*/ 685 w 52"/>
                <a:gd name="T19" fmla="*/ 21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57">
                  <a:moveTo>
                    <a:pt x="40" y="0"/>
                  </a:moveTo>
                  <a:cubicBezTo>
                    <a:pt x="30" y="1"/>
                    <a:pt x="22" y="10"/>
                    <a:pt x="16" y="17"/>
                  </a:cubicBezTo>
                  <a:cubicBezTo>
                    <a:pt x="8" y="26"/>
                    <a:pt x="0" y="45"/>
                    <a:pt x="5" y="57"/>
                  </a:cubicBezTo>
                  <a:cubicBezTo>
                    <a:pt x="5" y="50"/>
                    <a:pt x="10" y="45"/>
                    <a:pt x="12" y="39"/>
                  </a:cubicBezTo>
                  <a:cubicBezTo>
                    <a:pt x="15" y="30"/>
                    <a:pt x="20" y="21"/>
                    <a:pt x="26" y="14"/>
                  </a:cubicBezTo>
                  <a:cubicBezTo>
                    <a:pt x="30" y="9"/>
                    <a:pt x="35" y="5"/>
                    <a:pt x="41" y="7"/>
                  </a:cubicBezTo>
                  <a:cubicBezTo>
                    <a:pt x="46" y="9"/>
                    <a:pt x="48" y="15"/>
                    <a:pt x="52" y="17"/>
                  </a:cubicBezTo>
                  <a:cubicBezTo>
                    <a:pt x="52" y="15"/>
                    <a:pt x="50" y="11"/>
                    <a:pt x="49" y="8"/>
                  </a:cubicBezTo>
                  <a:cubicBezTo>
                    <a:pt x="49" y="7"/>
                    <a:pt x="48" y="6"/>
                    <a:pt x="47" y="5"/>
                  </a:cubicBezTo>
                  <a:cubicBezTo>
                    <a:pt x="46" y="3"/>
                    <a:pt x="44" y="3"/>
                    <a:pt x="43" y="1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99" name="Freeform 137">
              <a:extLst>
                <a:ext uri="{FF2B5EF4-FFF2-40B4-BE49-F238E27FC236}">
                  <a16:creationId xmlns:a16="http://schemas.microsoft.com/office/drawing/2014/main" id="{977B524B-A00E-45FA-8373-473B479B1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464"/>
              <a:ext cx="145" cy="48"/>
            </a:xfrm>
            <a:custGeom>
              <a:avLst/>
              <a:gdLst>
                <a:gd name="T0" fmla="*/ 0 w 58"/>
                <a:gd name="T1" fmla="*/ 320 h 18"/>
                <a:gd name="T2" fmla="*/ 95 w 58"/>
                <a:gd name="T3" fmla="*/ 285 h 18"/>
                <a:gd name="T4" fmla="*/ 208 w 58"/>
                <a:gd name="T5" fmla="*/ 264 h 18"/>
                <a:gd name="T6" fmla="*/ 395 w 58"/>
                <a:gd name="T7" fmla="*/ 227 h 18"/>
                <a:gd name="T8" fmla="*/ 595 w 58"/>
                <a:gd name="T9" fmla="*/ 149 h 18"/>
                <a:gd name="T10" fmla="*/ 800 w 58"/>
                <a:gd name="T11" fmla="*/ 21 h 18"/>
                <a:gd name="T12" fmla="*/ 895 w 58"/>
                <a:gd name="T13" fmla="*/ 0 h 18"/>
                <a:gd name="T14" fmla="*/ 613 w 58"/>
                <a:gd name="T15" fmla="*/ 205 h 18"/>
                <a:gd name="T16" fmla="*/ 83 w 58"/>
                <a:gd name="T17" fmla="*/ 34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8">
                  <a:moveTo>
                    <a:pt x="0" y="17"/>
                  </a:moveTo>
                  <a:cubicBezTo>
                    <a:pt x="2" y="17"/>
                    <a:pt x="4" y="16"/>
                    <a:pt x="6" y="15"/>
                  </a:cubicBezTo>
                  <a:cubicBezTo>
                    <a:pt x="8" y="15"/>
                    <a:pt x="11" y="14"/>
                    <a:pt x="13" y="14"/>
                  </a:cubicBezTo>
                  <a:cubicBezTo>
                    <a:pt x="17" y="13"/>
                    <a:pt x="21" y="13"/>
                    <a:pt x="25" y="12"/>
                  </a:cubicBezTo>
                  <a:cubicBezTo>
                    <a:pt x="29" y="11"/>
                    <a:pt x="34" y="10"/>
                    <a:pt x="38" y="8"/>
                  </a:cubicBezTo>
                  <a:cubicBezTo>
                    <a:pt x="42" y="6"/>
                    <a:pt x="48" y="4"/>
                    <a:pt x="51" y="1"/>
                  </a:cubicBezTo>
                  <a:cubicBezTo>
                    <a:pt x="53" y="2"/>
                    <a:pt x="55" y="1"/>
                    <a:pt x="57" y="0"/>
                  </a:cubicBezTo>
                  <a:cubicBezTo>
                    <a:pt x="58" y="9"/>
                    <a:pt x="45" y="9"/>
                    <a:pt x="39" y="11"/>
                  </a:cubicBezTo>
                  <a:cubicBezTo>
                    <a:pt x="29" y="15"/>
                    <a:pt x="17" y="18"/>
                    <a:pt x="5" y="18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00" name="Freeform 138">
              <a:extLst>
                <a:ext uri="{FF2B5EF4-FFF2-40B4-BE49-F238E27FC236}">
                  <a16:creationId xmlns:a16="http://schemas.microsoft.com/office/drawing/2014/main" id="{1652B62E-4497-43C3-A950-EC0410377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875"/>
              <a:ext cx="53" cy="34"/>
            </a:xfrm>
            <a:custGeom>
              <a:avLst/>
              <a:gdLst>
                <a:gd name="T0" fmla="*/ 63 w 21"/>
                <a:gd name="T1" fmla="*/ 34 h 13"/>
                <a:gd name="T2" fmla="*/ 20 w 21"/>
                <a:gd name="T3" fmla="*/ 165 h 13"/>
                <a:gd name="T4" fmla="*/ 96 w 21"/>
                <a:gd name="T5" fmla="*/ 165 h 13"/>
                <a:gd name="T6" fmla="*/ 338 w 21"/>
                <a:gd name="T7" fmla="*/ 55 h 13"/>
                <a:gd name="T8" fmla="*/ 126 w 21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3">
                  <a:moveTo>
                    <a:pt x="4" y="2"/>
                  </a:moveTo>
                  <a:cubicBezTo>
                    <a:pt x="1" y="3"/>
                    <a:pt x="0" y="7"/>
                    <a:pt x="1" y="9"/>
                  </a:cubicBezTo>
                  <a:cubicBezTo>
                    <a:pt x="3" y="13"/>
                    <a:pt x="4" y="10"/>
                    <a:pt x="6" y="9"/>
                  </a:cubicBezTo>
                  <a:cubicBezTo>
                    <a:pt x="9" y="6"/>
                    <a:pt x="19" y="7"/>
                    <a:pt x="21" y="3"/>
                  </a:cubicBezTo>
                  <a:cubicBezTo>
                    <a:pt x="17" y="3"/>
                    <a:pt x="11" y="0"/>
                    <a:pt x="8" y="1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01" name="Freeform 139">
              <a:extLst>
                <a:ext uri="{FF2B5EF4-FFF2-40B4-BE49-F238E27FC236}">
                  <a16:creationId xmlns:a16="http://schemas.microsoft.com/office/drawing/2014/main" id="{C8736E92-DDF2-4B26-9BB4-94D2D9FA6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757"/>
              <a:ext cx="95" cy="62"/>
            </a:xfrm>
            <a:custGeom>
              <a:avLst/>
              <a:gdLst>
                <a:gd name="T0" fmla="*/ 0 w 38"/>
                <a:gd name="T1" fmla="*/ 415 h 23"/>
                <a:gd name="T2" fmla="*/ 313 w 38"/>
                <a:gd name="T3" fmla="*/ 197 h 23"/>
                <a:gd name="T4" fmla="*/ 595 w 38"/>
                <a:gd name="T5" fmla="*/ 35 h 23"/>
                <a:gd name="T6" fmla="*/ 470 w 38"/>
                <a:gd name="T7" fmla="*/ 232 h 23"/>
                <a:gd name="T8" fmla="*/ 408 w 38"/>
                <a:gd name="T9" fmla="*/ 450 h 23"/>
                <a:gd name="T10" fmla="*/ 250 w 38"/>
                <a:gd name="T11" fmla="*/ 394 h 23"/>
                <a:gd name="T12" fmla="*/ 0 w 38"/>
                <a:gd name="T13" fmla="*/ 45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3">
                  <a:moveTo>
                    <a:pt x="0" y="21"/>
                  </a:moveTo>
                  <a:cubicBezTo>
                    <a:pt x="6" y="20"/>
                    <a:pt x="14" y="13"/>
                    <a:pt x="20" y="10"/>
                  </a:cubicBezTo>
                  <a:cubicBezTo>
                    <a:pt x="24" y="7"/>
                    <a:pt x="33" y="0"/>
                    <a:pt x="38" y="2"/>
                  </a:cubicBezTo>
                  <a:cubicBezTo>
                    <a:pt x="38" y="3"/>
                    <a:pt x="32" y="9"/>
                    <a:pt x="30" y="12"/>
                  </a:cubicBezTo>
                  <a:cubicBezTo>
                    <a:pt x="28" y="15"/>
                    <a:pt x="28" y="20"/>
                    <a:pt x="26" y="23"/>
                  </a:cubicBezTo>
                  <a:cubicBezTo>
                    <a:pt x="24" y="20"/>
                    <a:pt x="19" y="20"/>
                    <a:pt x="16" y="20"/>
                  </a:cubicBezTo>
                  <a:cubicBezTo>
                    <a:pt x="12" y="21"/>
                    <a:pt x="3" y="20"/>
                    <a:pt x="0" y="23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02" name="Freeform 140">
              <a:extLst>
                <a:ext uri="{FF2B5EF4-FFF2-40B4-BE49-F238E27FC236}">
                  <a16:creationId xmlns:a16="http://schemas.microsoft.com/office/drawing/2014/main" id="{D4040ACE-2386-45B4-8A4D-366720E0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717"/>
              <a:ext cx="70" cy="43"/>
            </a:xfrm>
            <a:custGeom>
              <a:avLst/>
              <a:gdLst>
                <a:gd name="T0" fmla="*/ 363 w 28"/>
                <a:gd name="T1" fmla="*/ 35 h 16"/>
                <a:gd name="T2" fmla="*/ 113 w 28"/>
                <a:gd name="T3" fmla="*/ 59 h 16"/>
                <a:gd name="T4" fmla="*/ 125 w 28"/>
                <a:gd name="T5" fmla="*/ 312 h 16"/>
                <a:gd name="T6" fmla="*/ 238 w 28"/>
                <a:gd name="T7" fmla="*/ 137 h 16"/>
                <a:gd name="T8" fmla="*/ 438 w 28"/>
                <a:gd name="T9" fmla="*/ 159 h 16"/>
                <a:gd name="T10" fmla="*/ 375 w 28"/>
                <a:gd name="T11" fmla="*/ 3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6">
                  <a:moveTo>
                    <a:pt x="23" y="2"/>
                  </a:moveTo>
                  <a:cubicBezTo>
                    <a:pt x="18" y="1"/>
                    <a:pt x="11" y="0"/>
                    <a:pt x="7" y="3"/>
                  </a:cubicBezTo>
                  <a:cubicBezTo>
                    <a:pt x="0" y="7"/>
                    <a:pt x="8" y="12"/>
                    <a:pt x="8" y="16"/>
                  </a:cubicBezTo>
                  <a:cubicBezTo>
                    <a:pt x="10" y="12"/>
                    <a:pt x="10" y="9"/>
                    <a:pt x="15" y="7"/>
                  </a:cubicBezTo>
                  <a:cubicBezTo>
                    <a:pt x="19" y="6"/>
                    <a:pt x="24" y="7"/>
                    <a:pt x="28" y="8"/>
                  </a:cubicBezTo>
                  <a:cubicBezTo>
                    <a:pt x="26" y="8"/>
                    <a:pt x="21" y="4"/>
                    <a:pt x="24" y="2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03" name="Freeform 141">
              <a:extLst>
                <a:ext uri="{FF2B5EF4-FFF2-40B4-BE49-F238E27FC236}">
                  <a16:creationId xmlns:a16="http://schemas.microsoft.com/office/drawing/2014/main" id="{BE3324D9-E859-4E52-8518-F2C1BCFE6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859"/>
              <a:ext cx="43" cy="32"/>
            </a:xfrm>
            <a:custGeom>
              <a:avLst/>
              <a:gdLst>
                <a:gd name="T0" fmla="*/ 0 w 17"/>
                <a:gd name="T1" fmla="*/ 56 h 12"/>
                <a:gd name="T2" fmla="*/ 276 w 17"/>
                <a:gd name="T3" fmla="*/ 227 h 12"/>
                <a:gd name="T4" fmla="*/ 159 w 17"/>
                <a:gd name="T5" fmla="*/ 136 h 12"/>
                <a:gd name="T6" fmla="*/ 51 w 17"/>
                <a:gd name="T7" fmla="*/ 0 h 12"/>
                <a:gd name="T8" fmla="*/ 0 w 17"/>
                <a:gd name="T9" fmla="*/ 7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0" y="3"/>
                  </a:moveTo>
                  <a:cubicBezTo>
                    <a:pt x="3" y="8"/>
                    <a:pt x="12" y="11"/>
                    <a:pt x="17" y="12"/>
                  </a:cubicBezTo>
                  <a:cubicBezTo>
                    <a:pt x="17" y="9"/>
                    <a:pt x="12" y="8"/>
                    <a:pt x="10" y="7"/>
                  </a:cubicBezTo>
                  <a:cubicBezTo>
                    <a:pt x="7" y="5"/>
                    <a:pt x="5" y="3"/>
                    <a:pt x="3" y="0"/>
                  </a:cubicBezTo>
                  <a:cubicBezTo>
                    <a:pt x="3" y="2"/>
                    <a:pt x="2" y="4"/>
                    <a:pt x="0" y="4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04" name="Freeform 142">
              <a:extLst>
                <a:ext uri="{FF2B5EF4-FFF2-40B4-BE49-F238E27FC236}">
                  <a16:creationId xmlns:a16="http://schemas.microsoft.com/office/drawing/2014/main" id="{3A544461-92B3-49BF-A51A-FCEB08F11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232"/>
              <a:ext cx="87" cy="43"/>
            </a:xfrm>
            <a:custGeom>
              <a:avLst/>
              <a:gdLst>
                <a:gd name="T0" fmla="*/ 0 w 35"/>
                <a:gd name="T1" fmla="*/ 312 h 16"/>
                <a:gd name="T2" fmla="*/ 524 w 35"/>
                <a:gd name="T3" fmla="*/ 0 h 16"/>
                <a:gd name="T4" fmla="*/ 537 w 35"/>
                <a:gd name="T5" fmla="*/ 159 h 16"/>
                <a:gd name="T6" fmla="*/ 92 w 35"/>
                <a:gd name="T7" fmla="*/ 23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6">
                  <a:moveTo>
                    <a:pt x="0" y="16"/>
                  </a:moveTo>
                  <a:cubicBezTo>
                    <a:pt x="5" y="5"/>
                    <a:pt x="24" y="4"/>
                    <a:pt x="34" y="0"/>
                  </a:cubicBezTo>
                  <a:cubicBezTo>
                    <a:pt x="32" y="2"/>
                    <a:pt x="34" y="6"/>
                    <a:pt x="35" y="8"/>
                  </a:cubicBezTo>
                  <a:cubicBezTo>
                    <a:pt x="25" y="7"/>
                    <a:pt x="16" y="7"/>
                    <a:pt x="6" y="12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05" name="Freeform 143">
              <a:extLst>
                <a:ext uri="{FF2B5EF4-FFF2-40B4-BE49-F238E27FC236}">
                  <a16:creationId xmlns:a16="http://schemas.microsoft.com/office/drawing/2014/main" id="{DEBA71BA-23E0-4421-A3A2-32DF9EFEA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9" y="2221"/>
              <a:ext cx="42" cy="126"/>
            </a:xfrm>
            <a:custGeom>
              <a:avLst/>
              <a:gdLst>
                <a:gd name="T0" fmla="*/ 0 w 17"/>
                <a:gd name="T1" fmla="*/ 115 h 47"/>
                <a:gd name="T2" fmla="*/ 153 w 17"/>
                <a:gd name="T3" fmla="*/ 461 h 47"/>
                <a:gd name="T4" fmla="*/ 212 w 17"/>
                <a:gd name="T5" fmla="*/ 676 h 47"/>
                <a:gd name="T6" fmla="*/ 257 w 17"/>
                <a:gd name="T7" fmla="*/ 906 h 47"/>
                <a:gd name="T8" fmla="*/ 225 w 17"/>
                <a:gd name="T9" fmla="*/ 710 h 47"/>
                <a:gd name="T10" fmla="*/ 212 w 17"/>
                <a:gd name="T11" fmla="*/ 483 h 47"/>
                <a:gd name="T12" fmla="*/ 121 w 17"/>
                <a:gd name="T13" fmla="*/ 0 h 47"/>
                <a:gd name="T14" fmla="*/ 42 w 17"/>
                <a:gd name="T15" fmla="*/ 172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7">
                  <a:moveTo>
                    <a:pt x="0" y="6"/>
                  </a:moveTo>
                  <a:cubicBezTo>
                    <a:pt x="3" y="12"/>
                    <a:pt x="8" y="18"/>
                    <a:pt x="10" y="24"/>
                  </a:cubicBezTo>
                  <a:cubicBezTo>
                    <a:pt x="12" y="28"/>
                    <a:pt x="12" y="32"/>
                    <a:pt x="14" y="35"/>
                  </a:cubicBezTo>
                  <a:cubicBezTo>
                    <a:pt x="15" y="39"/>
                    <a:pt x="15" y="43"/>
                    <a:pt x="17" y="47"/>
                  </a:cubicBezTo>
                  <a:cubicBezTo>
                    <a:pt x="17" y="43"/>
                    <a:pt x="16" y="40"/>
                    <a:pt x="15" y="37"/>
                  </a:cubicBezTo>
                  <a:cubicBezTo>
                    <a:pt x="14" y="33"/>
                    <a:pt x="15" y="29"/>
                    <a:pt x="14" y="25"/>
                  </a:cubicBezTo>
                  <a:cubicBezTo>
                    <a:pt x="12" y="17"/>
                    <a:pt x="11" y="7"/>
                    <a:pt x="8" y="0"/>
                  </a:cubicBezTo>
                  <a:cubicBezTo>
                    <a:pt x="7" y="5"/>
                    <a:pt x="8" y="7"/>
                    <a:pt x="3" y="9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06" name="Freeform 144">
              <a:extLst>
                <a:ext uri="{FF2B5EF4-FFF2-40B4-BE49-F238E27FC236}">
                  <a16:creationId xmlns:a16="http://schemas.microsoft.com/office/drawing/2014/main" id="{1EDB0EDE-9BCC-4A37-9BBC-C077D663C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451"/>
              <a:ext cx="48" cy="74"/>
            </a:xfrm>
            <a:custGeom>
              <a:avLst/>
              <a:gdLst>
                <a:gd name="T0" fmla="*/ 0 w 19"/>
                <a:gd name="T1" fmla="*/ 0 h 28"/>
                <a:gd name="T2" fmla="*/ 179 w 19"/>
                <a:gd name="T3" fmla="*/ 518 h 28"/>
                <a:gd name="T4" fmla="*/ 243 w 19"/>
                <a:gd name="T5" fmla="*/ 238 h 28"/>
                <a:gd name="T6" fmla="*/ 192 w 19"/>
                <a:gd name="T7" fmla="*/ 111 h 28"/>
                <a:gd name="T8" fmla="*/ 0 w 1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0" y="0"/>
                  </a:moveTo>
                  <a:cubicBezTo>
                    <a:pt x="10" y="5"/>
                    <a:pt x="13" y="18"/>
                    <a:pt x="11" y="28"/>
                  </a:cubicBezTo>
                  <a:cubicBezTo>
                    <a:pt x="19" y="26"/>
                    <a:pt x="16" y="21"/>
                    <a:pt x="15" y="13"/>
                  </a:cubicBezTo>
                  <a:cubicBezTo>
                    <a:pt x="15" y="9"/>
                    <a:pt x="15" y="8"/>
                    <a:pt x="12" y="6"/>
                  </a:cubicBezTo>
                  <a:cubicBezTo>
                    <a:pt x="9" y="3"/>
                    <a:pt x="3" y="0"/>
                    <a:pt x="0" y="0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07" name="Freeform 145">
              <a:extLst>
                <a:ext uri="{FF2B5EF4-FFF2-40B4-BE49-F238E27FC236}">
                  <a16:creationId xmlns:a16="http://schemas.microsoft.com/office/drawing/2014/main" id="{03B97B1A-AE9E-41EB-98ED-7F5F906C9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819"/>
              <a:ext cx="65" cy="274"/>
            </a:xfrm>
            <a:custGeom>
              <a:avLst/>
              <a:gdLst>
                <a:gd name="T0" fmla="*/ 408 w 26"/>
                <a:gd name="T1" fmla="*/ 0 h 103"/>
                <a:gd name="T2" fmla="*/ 33 w 26"/>
                <a:gd name="T3" fmla="*/ 793 h 103"/>
                <a:gd name="T4" fmla="*/ 50 w 26"/>
                <a:gd name="T5" fmla="*/ 1543 h 103"/>
                <a:gd name="T6" fmla="*/ 313 w 26"/>
                <a:gd name="T7" fmla="*/ 1939 h 103"/>
                <a:gd name="T8" fmla="*/ 208 w 26"/>
                <a:gd name="T9" fmla="*/ 827 h 103"/>
                <a:gd name="T10" fmla="*/ 363 w 26"/>
                <a:gd name="T11" fmla="*/ 418 h 103"/>
                <a:gd name="T12" fmla="*/ 408 w 26"/>
                <a:gd name="T13" fmla="*/ 35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03">
                  <a:moveTo>
                    <a:pt x="26" y="0"/>
                  </a:moveTo>
                  <a:cubicBezTo>
                    <a:pt x="21" y="19"/>
                    <a:pt x="6" y="24"/>
                    <a:pt x="2" y="42"/>
                  </a:cubicBezTo>
                  <a:cubicBezTo>
                    <a:pt x="0" y="51"/>
                    <a:pt x="2" y="74"/>
                    <a:pt x="3" y="82"/>
                  </a:cubicBezTo>
                  <a:cubicBezTo>
                    <a:pt x="4" y="94"/>
                    <a:pt x="8" y="101"/>
                    <a:pt x="20" y="103"/>
                  </a:cubicBezTo>
                  <a:cubicBezTo>
                    <a:pt x="8" y="88"/>
                    <a:pt x="8" y="62"/>
                    <a:pt x="13" y="44"/>
                  </a:cubicBezTo>
                  <a:cubicBezTo>
                    <a:pt x="15" y="36"/>
                    <a:pt x="20" y="30"/>
                    <a:pt x="23" y="22"/>
                  </a:cubicBezTo>
                  <a:cubicBezTo>
                    <a:pt x="25" y="15"/>
                    <a:pt x="24" y="8"/>
                    <a:pt x="26" y="2"/>
                  </a:cubicBezTo>
                </a:path>
              </a:pathLst>
            </a:custGeom>
            <a:solidFill>
              <a:srgbClr val="EE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08" name="Freeform 146">
              <a:extLst>
                <a:ext uri="{FF2B5EF4-FFF2-40B4-BE49-F238E27FC236}">
                  <a16:creationId xmlns:a16="http://schemas.microsoft.com/office/drawing/2014/main" id="{0C773870-D653-4AA3-BBE5-7561F3B3C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555"/>
              <a:ext cx="157" cy="242"/>
            </a:xfrm>
            <a:custGeom>
              <a:avLst/>
              <a:gdLst>
                <a:gd name="T0" fmla="*/ 434 w 63"/>
                <a:gd name="T1" fmla="*/ 205 h 91"/>
                <a:gd name="T2" fmla="*/ 12 w 63"/>
                <a:gd name="T3" fmla="*/ 566 h 91"/>
                <a:gd name="T4" fmla="*/ 125 w 63"/>
                <a:gd name="T5" fmla="*/ 1032 h 91"/>
                <a:gd name="T6" fmla="*/ 292 w 63"/>
                <a:gd name="T7" fmla="*/ 1713 h 91"/>
                <a:gd name="T8" fmla="*/ 324 w 63"/>
                <a:gd name="T9" fmla="*/ 545 h 91"/>
                <a:gd name="T10" fmla="*/ 621 w 63"/>
                <a:gd name="T11" fmla="*/ 282 h 91"/>
                <a:gd name="T12" fmla="*/ 974 w 63"/>
                <a:gd name="T13" fmla="*/ 0 h 91"/>
                <a:gd name="T14" fmla="*/ 386 w 63"/>
                <a:gd name="T15" fmla="*/ 226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91">
                  <a:moveTo>
                    <a:pt x="28" y="11"/>
                  </a:moveTo>
                  <a:cubicBezTo>
                    <a:pt x="17" y="14"/>
                    <a:pt x="3" y="16"/>
                    <a:pt x="1" y="30"/>
                  </a:cubicBezTo>
                  <a:cubicBezTo>
                    <a:pt x="0" y="39"/>
                    <a:pt x="5" y="47"/>
                    <a:pt x="8" y="55"/>
                  </a:cubicBezTo>
                  <a:cubicBezTo>
                    <a:pt x="13" y="67"/>
                    <a:pt x="14" y="79"/>
                    <a:pt x="19" y="91"/>
                  </a:cubicBezTo>
                  <a:cubicBezTo>
                    <a:pt x="21" y="69"/>
                    <a:pt x="4" y="46"/>
                    <a:pt x="21" y="29"/>
                  </a:cubicBezTo>
                  <a:cubicBezTo>
                    <a:pt x="27" y="23"/>
                    <a:pt x="32" y="19"/>
                    <a:pt x="40" y="15"/>
                  </a:cubicBezTo>
                  <a:cubicBezTo>
                    <a:pt x="49" y="11"/>
                    <a:pt x="58" y="8"/>
                    <a:pt x="63" y="0"/>
                  </a:cubicBezTo>
                  <a:cubicBezTo>
                    <a:pt x="50" y="3"/>
                    <a:pt x="38" y="12"/>
                    <a:pt x="25" y="12"/>
                  </a:cubicBezTo>
                </a:path>
              </a:pathLst>
            </a:custGeom>
            <a:solidFill>
              <a:srgbClr val="EE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09" name="Freeform 147">
              <a:extLst>
                <a:ext uri="{FF2B5EF4-FFF2-40B4-BE49-F238E27FC236}">
                  <a16:creationId xmlns:a16="http://schemas.microsoft.com/office/drawing/2014/main" id="{A735A764-6234-4FF0-B776-6C08422C6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608"/>
              <a:ext cx="33" cy="48"/>
            </a:xfrm>
            <a:custGeom>
              <a:avLst/>
              <a:gdLst>
                <a:gd name="T0" fmla="*/ 84 w 13"/>
                <a:gd name="T1" fmla="*/ 35 h 18"/>
                <a:gd name="T2" fmla="*/ 96 w 13"/>
                <a:gd name="T3" fmla="*/ 341 h 18"/>
                <a:gd name="T4" fmla="*/ 213 w 13"/>
                <a:gd name="T5" fmla="*/ 35 h 18"/>
                <a:gd name="T6" fmla="*/ 180 w 13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5" y="2"/>
                  </a:moveTo>
                  <a:cubicBezTo>
                    <a:pt x="0" y="7"/>
                    <a:pt x="1" y="14"/>
                    <a:pt x="6" y="18"/>
                  </a:cubicBezTo>
                  <a:cubicBezTo>
                    <a:pt x="10" y="14"/>
                    <a:pt x="9" y="7"/>
                    <a:pt x="13" y="2"/>
                  </a:cubicBezTo>
                  <a:cubicBezTo>
                    <a:pt x="13" y="0"/>
                    <a:pt x="12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10" name="Freeform 148">
              <a:extLst>
                <a:ext uri="{FF2B5EF4-FFF2-40B4-BE49-F238E27FC236}">
                  <a16:creationId xmlns:a16="http://schemas.microsoft.com/office/drawing/2014/main" id="{6A7C692D-2AA0-4B04-A985-DB581E7F6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597"/>
              <a:ext cx="20" cy="22"/>
            </a:xfrm>
            <a:custGeom>
              <a:avLst/>
              <a:gdLst>
                <a:gd name="T0" fmla="*/ 33 w 8"/>
                <a:gd name="T1" fmla="*/ 61 h 8"/>
                <a:gd name="T2" fmla="*/ 33 w 8"/>
                <a:gd name="T3" fmla="*/ 168 h 8"/>
                <a:gd name="T4" fmla="*/ 125 w 8"/>
                <a:gd name="T5" fmla="*/ 61 h 8"/>
                <a:gd name="T6" fmla="*/ 83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2" y="3"/>
                  </a:moveTo>
                  <a:cubicBezTo>
                    <a:pt x="1" y="6"/>
                    <a:pt x="0" y="6"/>
                    <a:pt x="2" y="8"/>
                  </a:cubicBezTo>
                  <a:cubicBezTo>
                    <a:pt x="5" y="8"/>
                    <a:pt x="7" y="6"/>
                    <a:pt x="8" y="3"/>
                  </a:cubicBezTo>
                  <a:cubicBezTo>
                    <a:pt x="7" y="2"/>
                    <a:pt x="6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11" name="Freeform 149">
              <a:extLst>
                <a:ext uri="{FF2B5EF4-FFF2-40B4-BE49-F238E27FC236}">
                  <a16:creationId xmlns:a16="http://schemas.microsoft.com/office/drawing/2014/main" id="{D840ED32-BC69-4856-9BE5-A925CD417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885"/>
              <a:ext cx="30" cy="110"/>
            </a:xfrm>
            <a:custGeom>
              <a:avLst/>
              <a:gdLst>
                <a:gd name="T0" fmla="*/ 188 w 12"/>
                <a:gd name="T1" fmla="*/ 0 h 41"/>
                <a:gd name="T2" fmla="*/ 83 w 12"/>
                <a:gd name="T3" fmla="*/ 791 h 41"/>
                <a:gd name="T4" fmla="*/ 175 w 12"/>
                <a:gd name="T5" fmla="*/ 8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1">
                  <a:moveTo>
                    <a:pt x="12" y="0"/>
                  </a:moveTo>
                  <a:cubicBezTo>
                    <a:pt x="2" y="11"/>
                    <a:pt x="0" y="28"/>
                    <a:pt x="5" y="41"/>
                  </a:cubicBezTo>
                  <a:cubicBezTo>
                    <a:pt x="5" y="30"/>
                    <a:pt x="4" y="14"/>
                    <a:pt x="1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12" name="Freeform 150">
              <a:extLst>
                <a:ext uri="{FF2B5EF4-FFF2-40B4-BE49-F238E27FC236}">
                  <a16:creationId xmlns:a16="http://schemas.microsoft.com/office/drawing/2014/main" id="{AB6141FE-4E37-4761-AC2E-0640DCF83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021"/>
              <a:ext cx="22" cy="40"/>
            </a:xfrm>
            <a:custGeom>
              <a:avLst/>
              <a:gdLst>
                <a:gd name="T0" fmla="*/ 42 w 9"/>
                <a:gd name="T1" fmla="*/ 0 h 15"/>
                <a:gd name="T2" fmla="*/ 42 w 9"/>
                <a:gd name="T3" fmla="*/ 285 h 15"/>
                <a:gd name="T4" fmla="*/ 132 w 9"/>
                <a:gd name="T5" fmla="*/ 93 h 15"/>
                <a:gd name="T6" fmla="*/ 90 w 9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3" y="0"/>
                  </a:moveTo>
                  <a:cubicBezTo>
                    <a:pt x="0" y="5"/>
                    <a:pt x="0" y="10"/>
                    <a:pt x="3" y="15"/>
                  </a:cubicBezTo>
                  <a:cubicBezTo>
                    <a:pt x="7" y="13"/>
                    <a:pt x="9" y="10"/>
                    <a:pt x="9" y="5"/>
                  </a:cubicBezTo>
                  <a:cubicBezTo>
                    <a:pt x="6" y="5"/>
                    <a:pt x="7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13" name="Freeform 151">
              <a:extLst>
                <a:ext uri="{FF2B5EF4-FFF2-40B4-BE49-F238E27FC236}">
                  <a16:creationId xmlns:a16="http://schemas.microsoft.com/office/drawing/2014/main" id="{A31C3F6D-B3DF-4506-800D-A6FDA9C71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149"/>
              <a:ext cx="135" cy="219"/>
            </a:xfrm>
            <a:custGeom>
              <a:avLst/>
              <a:gdLst>
                <a:gd name="T0" fmla="*/ 500 w 54"/>
                <a:gd name="T1" fmla="*/ 56 h 82"/>
                <a:gd name="T2" fmla="*/ 33 w 54"/>
                <a:gd name="T3" fmla="*/ 534 h 82"/>
                <a:gd name="T4" fmla="*/ 33 w 54"/>
                <a:gd name="T5" fmla="*/ 969 h 82"/>
                <a:gd name="T6" fmla="*/ 83 w 54"/>
                <a:gd name="T7" fmla="*/ 1562 h 82"/>
                <a:gd name="T8" fmla="*/ 250 w 54"/>
                <a:gd name="T9" fmla="*/ 478 h 82"/>
                <a:gd name="T10" fmla="*/ 845 w 54"/>
                <a:gd name="T11" fmla="*/ 21 h 82"/>
                <a:gd name="T12" fmla="*/ 520 w 54"/>
                <a:gd name="T13" fmla="*/ 35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82">
                  <a:moveTo>
                    <a:pt x="32" y="3"/>
                  </a:moveTo>
                  <a:cubicBezTo>
                    <a:pt x="19" y="7"/>
                    <a:pt x="7" y="14"/>
                    <a:pt x="2" y="28"/>
                  </a:cubicBezTo>
                  <a:cubicBezTo>
                    <a:pt x="0" y="35"/>
                    <a:pt x="1" y="43"/>
                    <a:pt x="2" y="51"/>
                  </a:cubicBezTo>
                  <a:cubicBezTo>
                    <a:pt x="3" y="61"/>
                    <a:pt x="1" y="73"/>
                    <a:pt x="5" y="82"/>
                  </a:cubicBezTo>
                  <a:cubicBezTo>
                    <a:pt x="16" y="70"/>
                    <a:pt x="7" y="41"/>
                    <a:pt x="16" y="25"/>
                  </a:cubicBezTo>
                  <a:cubicBezTo>
                    <a:pt x="23" y="13"/>
                    <a:pt x="41" y="5"/>
                    <a:pt x="54" y="1"/>
                  </a:cubicBezTo>
                  <a:cubicBezTo>
                    <a:pt x="47" y="0"/>
                    <a:pt x="40" y="1"/>
                    <a:pt x="33" y="2"/>
                  </a:cubicBezTo>
                </a:path>
              </a:pathLst>
            </a:custGeom>
            <a:solidFill>
              <a:srgbClr val="EEE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14" name="Freeform 152">
              <a:extLst>
                <a:ext uri="{FF2B5EF4-FFF2-40B4-BE49-F238E27FC236}">
                  <a16:creationId xmlns:a16="http://schemas.microsoft.com/office/drawing/2014/main" id="{27AF832F-B94A-40E9-80CA-82B8EDC18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181"/>
              <a:ext cx="43" cy="86"/>
            </a:xfrm>
            <a:custGeom>
              <a:avLst/>
              <a:gdLst>
                <a:gd name="T0" fmla="*/ 129 w 17"/>
                <a:gd name="T1" fmla="*/ 137 h 32"/>
                <a:gd name="T2" fmla="*/ 116 w 17"/>
                <a:gd name="T3" fmla="*/ 621 h 32"/>
                <a:gd name="T4" fmla="*/ 276 w 17"/>
                <a:gd name="T5" fmla="*/ 22 h 32"/>
                <a:gd name="T6" fmla="*/ 243 w 17"/>
                <a:gd name="T7" fmla="*/ 2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2">
                  <a:moveTo>
                    <a:pt x="8" y="7"/>
                  </a:moveTo>
                  <a:cubicBezTo>
                    <a:pt x="1" y="15"/>
                    <a:pt x="0" y="24"/>
                    <a:pt x="7" y="32"/>
                  </a:cubicBezTo>
                  <a:cubicBezTo>
                    <a:pt x="6" y="17"/>
                    <a:pt x="10" y="13"/>
                    <a:pt x="17" y="1"/>
                  </a:cubicBezTo>
                  <a:cubicBezTo>
                    <a:pt x="15" y="0"/>
                    <a:pt x="16" y="1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15" name="Freeform 153">
              <a:extLst>
                <a:ext uri="{FF2B5EF4-FFF2-40B4-BE49-F238E27FC236}">
                  <a16:creationId xmlns:a16="http://schemas.microsoft.com/office/drawing/2014/main" id="{E58BD42B-D0FE-464A-94B1-182EBD99E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299"/>
              <a:ext cx="22" cy="29"/>
            </a:xfrm>
            <a:custGeom>
              <a:avLst/>
              <a:gdLst>
                <a:gd name="T0" fmla="*/ 29 w 9"/>
                <a:gd name="T1" fmla="*/ 0 h 11"/>
                <a:gd name="T2" fmla="*/ 132 w 9"/>
                <a:gd name="T3" fmla="*/ 182 h 11"/>
                <a:gd name="T4" fmla="*/ 12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0" y="6"/>
                    <a:pt x="2" y="11"/>
                    <a:pt x="9" y="10"/>
                  </a:cubicBezTo>
                  <a:cubicBezTo>
                    <a:pt x="8" y="7"/>
                    <a:pt x="8" y="4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16" name="Freeform 154">
              <a:extLst>
                <a:ext uri="{FF2B5EF4-FFF2-40B4-BE49-F238E27FC236}">
                  <a16:creationId xmlns:a16="http://schemas.microsoft.com/office/drawing/2014/main" id="{483656A7-13B5-4DD2-93CC-85A88205B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595"/>
              <a:ext cx="105" cy="144"/>
            </a:xfrm>
            <a:custGeom>
              <a:avLst/>
              <a:gdLst>
                <a:gd name="T0" fmla="*/ 0 w 42"/>
                <a:gd name="T1" fmla="*/ 363 h 54"/>
                <a:gd name="T2" fmla="*/ 220 w 42"/>
                <a:gd name="T3" fmla="*/ 0 h 54"/>
                <a:gd name="T4" fmla="*/ 220 w 42"/>
                <a:gd name="T5" fmla="*/ 285 h 54"/>
                <a:gd name="T6" fmla="*/ 438 w 42"/>
                <a:gd name="T7" fmla="*/ 205 h 54"/>
                <a:gd name="T8" fmla="*/ 375 w 42"/>
                <a:gd name="T9" fmla="*/ 512 h 54"/>
                <a:gd name="T10" fmla="*/ 645 w 42"/>
                <a:gd name="T11" fmla="*/ 491 h 54"/>
                <a:gd name="T12" fmla="*/ 658 w 42"/>
                <a:gd name="T13" fmla="*/ 776 h 54"/>
                <a:gd name="T14" fmla="*/ 270 w 42"/>
                <a:gd name="T15" fmla="*/ 102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54">
                  <a:moveTo>
                    <a:pt x="0" y="19"/>
                  </a:moveTo>
                  <a:cubicBezTo>
                    <a:pt x="5" y="13"/>
                    <a:pt x="9" y="6"/>
                    <a:pt x="14" y="0"/>
                  </a:cubicBezTo>
                  <a:cubicBezTo>
                    <a:pt x="14" y="4"/>
                    <a:pt x="11" y="12"/>
                    <a:pt x="14" y="15"/>
                  </a:cubicBezTo>
                  <a:cubicBezTo>
                    <a:pt x="16" y="17"/>
                    <a:pt x="25" y="12"/>
                    <a:pt x="28" y="11"/>
                  </a:cubicBezTo>
                  <a:cubicBezTo>
                    <a:pt x="26" y="14"/>
                    <a:pt x="21" y="23"/>
                    <a:pt x="24" y="27"/>
                  </a:cubicBezTo>
                  <a:cubicBezTo>
                    <a:pt x="28" y="31"/>
                    <a:pt x="37" y="26"/>
                    <a:pt x="41" y="26"/>
                  </a:cubicBezTo>
                  <a:cubicBezTo>
                    <a:pt x="37" y="32"/>
                    <a:pt x="33" y="39"/>
                    <a:pt x="42" y="41"/>
                  </a:cubicBezTo>
                  <a:cubicBezTo>
                    <a:pt x="40" y="50"/>
                    <a:pt x="25" y="52"/>
                    <a:pt x="17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17" name="Freeform 155">
              <a:extLst>
                <a:ext uri="{FF2B5EF4-FFF2-40B4-BE49-F238E27FC236}">
                  <a16:creationId xmlns:a16="http://schemas.microsoft.com/office/drawing/2014/main" id="{91C26403-E695-41C5-A75B-6D6BDD160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640"/>
              <a:ext cx="178" cy="112"/>
            </a:xfrm>
            <a:custGeom>
              <a:avLst/>
              <a:gdLst>
                <a:gd name="T0" fmla="*/ 283 w 71"/>
                <a:gd name="T1" fmla="*/ 797 h 42"/>
                <a:gd name="T2" fmla="*/ 145 w 71"/>
                <a:gd name="T3" fmla="*/ 683 h 42"/>
                <a:gd name="T4" fmla="*/ 0 w 71"/>
                <a:gd name="T5" fmla="*/ 568 h 42"/>
                <a:gd name="T6" fmla="*/ 208 w 71"/>
                <a:gd name="T7" fmla="*/ 547 h 42"/>
                <a:gd name="T8" fmla="*/ 145 w 71"/>
                <a:gd name="T9" fmla="*/ 320 h 42"/>
                <a:gd name="T10" fmla="*/ 333 w 71"/>
                <a:gd name="T11" fmla="*/ 397 h 42"/>
                <a:gd name="T12" fmla="*/ 283 w 71"/>
                <a:gd name="T13" fmla="*/ 115 h 42"/>
                <a:gd name="T14" fmla="*/ 471 w 71"/>
                <a:gd name="T15" fmla="*/ 248 h 42"/>
                <a:gd name="T16" fmla="*/ 491 w 71"/>
                <a:gd name="T17" fmla="*/ 21 h 42"/>
                <a:gd name="T18" fmla="*/ 554 w 71"/>
                <a:gd name="T19" fmla="*/ 0 h 42"/>
                <a:gd name="T20" fmla="*/ 755 w 71"/>
                <a:gd name="T21" fmla="*/ 115 h 42"/>
                <a:gd name="T22" fmla="*/ 913 w 71"/>
                <a:gd name="T23" fmla="*/ 435 h 42"/>
                <a:gd name="T24" fmla="*/ 1101 w 71"/>
                <a:gd name="T25" fmla="*/ 704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42">
                  <a:moveTo>
                    <a:pt x="18" y="42"/>
                  </a:moveTo>
                  <a:cubicBezTo>
                    <a:pt x="15" y="42"/>
                    <a:pt x="12" y="39"/>
                    <a:pt x="9" y="36"/>
                  </a:cubicBezTo>
                  <a:cubicBezTo>
                    <a:pt x="6" y="34"/>
                    <a:pt x="3" y="32"/>
                    <a:pt x="0" y="30"/>
                  </a:cubicBezTo>
                  <a:cubicBezTo>
                    <a:pt x="3" y="30"/>
                    <a:pt x="10" y="32"/>
                    <a:pt x="13" y="29"/>
                  </a:cubicBezTo>
                  <a:cubicBezTo>
                    <a:pt x="16" y="25"/>
                    <a:pt x="11" y="20"/>
                    <a:pt x="9" y="17"/>
                  </a:cubicBezTo>
                  <a:cubicBezTo>
                    <a:pt x="11" y="21"/>
                    <a:pt x="17" y="26"/>
                    <a:pt x="21" y="21"/>
                  </a:cubicBezTo>
                  <a:cubicBezTo>
                    <a:pt x="25" y="17"/>
                    <a:pt x="20" y="10"/>
                    <a:pt x="18" y="6"/>
                  </a:cubicBezTo>
                  <a:cubicBezTo>
                    <a:pt x="20" y="10"/>
                    <a:pt x="26" y="15"/>
                    <a:pt x="30" y="13"/>
                  </a:cubicBezTo>
                  <a:cubicBezTo>
                    <a:pt x="37" y="11"/>
                    <a:pt x="33" y="5"/>
                    <a:pt x="31" y="1"/>
                  </a:cubicBezTo>
                  <a:cubicBezTo>
                    <a:pt x="33" y="2"/>
                    <a:pt x="35" y="1"/>
                    <a:pt x="35" y="0"/>
                  </a:cubicBezTo>
                  <a:cubicBezTo>
                    <a:pt x="36" y="4"/>
                    <a:pt x="47" y="14"/>
                    <a:pt x="48" y="6"/>
                  </a:cubicBezTo>
                  <a:cubicBezTo>
                    <a:pt x="49" y="13"/>
                    <a:pt x="55" y="17"/>
                    <a:pt x="58" y="23"/>
                  </a:cubicBezTo>
                  <a:cubicBezTo>
                    <a:pt x="59" y="25"/>
                    <a:pt x="71" y="36"/>
                    <a:pt x="70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18" name="Freeform 156">
              <a:extLst>
                <a:ext uri="{FF2B5EF4-FFF2-40B4-BE49-F238E27FC236}">
                  <a16:creationId xmlns:a16="http://schemas.microsoft.com/office/drawing/2014/main" id="{AEF9383B-8CD2-41DC-A7F7-0DAC176FE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755"/>
              <a:ext cx="420" cy="618"/>
            </a:xfrm>
            <a:custGeom>
              <a:avLst/>
              <a:gdLst>
                <a:gd name="T0" fmla="*/ 0 w 168"/>
                <a:gd name="T1" fmla="*/ 4385 h 232"/>
                <a:gd name="T2" fmla="*/ 1238 w 168"/>
                <a:gd name="T3" fmla="*/ 2099 h 232"/>
                <a:gd name="T4" fmla="*/ 2113 w 168"/>
                <a:gd name="T5" fmla="*/ 986 h 232"/>
                <a:gd name="T6" fmla="*/ 2438 w 168"/>
                <a:gd name="T7" fmla="*/ 0 h 232"/>
                <a:gd name="T8" fmla="*/ 1438 w 168"/>
                <a:gd name="T9" fmla="*/ 2214 h 232"/>
                <a:gd name="T10" fmla="*/ 458 w 168"/>
                <a:gd name="T11" fmla="*/ 3591 h 2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232">
                  <a:moveTo>
                    <a:pt x="0" y="232"/>
                  </a:moveTo>
                  <a:cubicBezTo>
                    <a:pt x="27" y="193"/>
                    <a:pt x="43" y="143"/>
                    <a:pt x="79" y="111"/>
                  </a:cubicBezTo>
                  <a:cubicBezTo>
                    <a:pt x="98" y="93"/>
                    <a:pt x="118" y="73"/>
                    <a:pt x="135" y="52"/>
                  </a:cubicBezTo>
                  <a:cubicBezTo>
                    <a:pt x="144" y="40"/>
                    <a:pt x="162" y="15"/>
                    <a:pt x="156" y="0"/>
                  </a:cubicBezTo>
                  <a:cubicBezTo>
                    <a:pt x="168" y="53"/>
                    <a:pt x="121" y="79"/>
                    <a:pt x="92" y="117"/>
                  </a:cubicBezTo>
                  <a:cubicBezTo>
                    <a:pt x="72" y="144"/>
                    <a:pt x="53" y="166"/>
                    <a:pt x="29" y="19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19" name="Freeform 157">
              <a:extLst>
                <a:ext uri="{FF2B5EF4-FFF2-40B4-BE49-F238E27FC236}">
                  <a16:creationId xmlns:a16="http://schemas.microsoft.com/office/drawing/2014/main" id="{E97FFE88-6C31-4B2E-99BA-5DDE13233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2749"/>
              <a:ext cx="331" cy="219"/>
            </a:xfrm>
            <a:custGeom>
              <a:avLst/>
              <a:gdLst>
                <a:gd name="T0" fmla="*/ 238 w 132"/>
                <a:gd name="T1" fmla="*/ 879 h 82"/>
                <a:gd name="T2" fmla="*/ 1056 w 132"/>
                <a:gd name="T3" fmla="*/ 478 h 82"/>
                <a:gd name="T4" fmla="*/ 1735 w 132"/>
                <a:gd name="T5" fmla="*/ 35 h 82"/>
                <a:gd name="T6" fmla="*/ 1873 w 132"/>
                <a:gd name="T7" fmla="*/ 150 h 82"/>
                <a:gd name="T8" fmla="*/ 1718 w 132"/>
                <a:gd name="T9" fmla="*/ 662 h 82"/>
                <a:gd name="T10" fmla="*/ 1936 w 132"/>
                <a:gd name="T11" fmla="*/ 1199 h 82"/>
                <a:gd name="T12" fmla="*/ 1810 w 132"/>
                <a:gd name="T13" fmla="*/ 1426 h 82"/>
                <a:gd name="T14" fmla="*/ 1006 w 132"/>
                <a:gd name="T15" fmla="*/ 1506 h 82"/>
                <a:gd name="T16" fmla="*/ 838 w 132"/>
                <a:gd name="T17" fmla="*/ 1506 h 82"/>
                <a:gd name="T18" fmla="*/ 238 w 132"/>
                <a:gd name="T19" fmla="*/ 1183 h 82"/>
                <a:gd name="T20" fmla="*/ 238 w 132"/>
                <a:gd name="T21" fmla="*/ 879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82">
                  <a:moveTo>
                    <a:pt x="15" y="46"/>
                  </a:moveTo>
                  <a:cubicBezTo>
                    <a:pt x="39" y="48"/>
                    <a:pt x="48" y="30"/>
                    <a:pt x="67" y="25"/>
                  </a:cubicBezTo>
                  <a:cubicBezTo>
                    <a:pt x="81" y="22"/>
                    <a:pt x="95" y="10"/>
                    <a:pt x="110" y="2"/>
                  </a:cubicBezTo>
                  <a:cubicBezTo>
                    <a:pt x="114" y="0"/>
                    <a:pt x="124" y="0"/>
                    <a:pt x="119" y="8"/>
                  </a:cubicBezTo>
                  <a:cubicBezTo>
                    <a:pt x="113" y="15"/>
                    <a:pt x="107" y="26"/>
                    <a:pt x="109" y="35"/>
                  </a:cubicBezTo>
                  <a:cubicBezTo>
                    <a:pt x="110" y="45"/>
                    <a:pt x="117" y="55"/>
                    <a:pt x="123" y="63"/>
                  </a:cubicBezTo>
                  <a:cubicBezTo>
                    <a:pt x="132" y="75"/>
                    <a:pt x="121" y="76"/>
                    <a:pt x="115" y="75"/>
                  </a:cubicBezTo>
                  <a:cubicBezTo>
                    <a:pt x="97" y="71"/>
                    <a:pt x="77" y="71"/>
                    <a:pt x="64" y="79"/>
                  </a:cubicBezTo>
                  <a:cubicBezTo>
                    <a:pt x="62" y="80"/>
                    <a:pt x="58" y="82"/>
                    <a:pt x="53" y="79"/>
                  </a:cubicBezTo>
                  <a:cubicBezTo>
                    <a:pt x="37" y="63"/>
                    <a:pt x="34" y="65"/>
                    <a:pt x="15" y="62"/>
                  </a:cubicBezTo>
                  <a:cubicBezTo>
                    <a:pt x="0" y="60"/>
                    <a:pt x="4" y="44"/>
                    <a:pt x="15" y="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20" name="Freeform 158">
              <a:extLst>
                <a:ext uri="{FF2B5EF4-FFF2-40B4-BE49-F238E27FC236}">
                  <a16:creationId xmlns:a16="http://schemas.microsoft.com/office/drawing/2014/main" id="{23A272CC-987B-4A64-A19A-E08215C5F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803"/>
              <a:ext cx="215" cy="224"/>
            </a:xfrm>
            <a:custGeom>
              <a:avLst/>
              <a:gdLst>
                <a:gd name="T0" fmla="*/ 595 w 86"/>
                <a:gd name="T1" fmla="*/ 192 h 84"/>
                <a:gd name="T2" fmla="*/ 1188 w 86"/>
                <a:gd name="T3" fmla="*/ 264 h 84"/>
                <a:gd name="T4" fmla="*/ 938 w 86"/>
                <a:gd name="T5" fmla="*/ 1059 h 84"/>
                <a:gd name="T6" fmla="*/ 438 w 86"/>
                <a:gd name="T7" fmla="*/ 1480 h 84"/>
                <a:gd name="T8" fmla="*/ 438 w 86"/>
                <a:gd name="T9" fmla="*/ 875 h 84"/>
                <a:gd name="T10" fmla="*/ 595 w 86"/>
                <a:gd name="T11" fmla="*/ 192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84">
                  <a:moveTo>
                    <a:pt x="38" y="10"/>
                  </a:moveTo>
                  <a:cubicBezTo>
                    <a:pt x="58" y="8"/>
                    <a:pt x="66" y="0"/>
                    <a:pt x="76" y="14"/>
                  </a:cubicBezTo>
                  <a:cubicBezTo>
                    <a:pt x="86" y="28"/>
                    <a:pt x="70" y="44"/>
                    <a:pt x="60" y="56"/>
                  </a:cubicBezTo>
                  <a:cubicBezTo>
                    <a:pt x="50" y="68"/>
                    <a:pt x="56" y="72"/>
                    <a:pt x="28" y="78"/>
                  </a:cubicBezTo>
                  <a:cubicBezTo>
                    <a:pt x="0" y="84"/>
                    <a:pt x="26" y="66"/>
                    <a:pt x="28" y="46"/>
                  </a:cubicBezTo>
                  <a:cubicBezTo>
                    <a:pt x="30" y="26"/>
                    <a:pt x="22" y="16"/>
                    <a:pt x="38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21" name="Freeform 159">
              <a:extLst>
                <a:ext uri="{FF2B5EF4-FFF2-40B4-BE49-F238E27FC236}">
                  <a16:creationId xmlns:a16="http://schemas.microsoft.com/office/drawing/2014/main" id="{2CCC32EB-164B-4A73-8BC0-E1EE26A3E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2736"/>
              <a:ext cx="123" cy="112"/>
            </a:xfrm>
            <a:custGeom>
              <a:avLst/>
              <a:gdLst>
                <a:gd name="T0" fmla="*/ 397 w 49"/>
                <a:gd name="T1" fmla="*/ 0 h 42"/>
                <a:gd name="T2" fmla="*/ 0 w 49"/>
                <a:gd name="T3" fmla="*/ 605 h 42"/>
                <a:gd name="T4" fmla="*/ 0 w 49"/>
                <a:gd name="T5" fmla="*/ 605 h 42"/>
                <a:gd name="T6" fmla="*/ 397 w 49"/>
                <a:gd name="T7" fmla="*/ 648 h 42"/>
                <a:gd name="T8" fmla="*/ 776 w 49"/>
                <a:gd name="T9" fmla="*/ 605 h 42"/>
                <a:gd name="T10" fmla="*/ 776 w 49"/>
                <a:gd name="T11" fmla="*/ 605 h 42"/>
                <a:gd name="T12" fmla="*/ 397 w 49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2">
                  <a:moveTo>
                    <a:pt x="25" y="0"/>
                  </a:moveTo>
                  <a:cubicBezTo>
                    <a:pt x="19" y="19"/>
                    <a:pt x="10" y="28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7" y="42"/>
                    <a:pt x="21" y="41"/>
                    <a:pt x="25" y="34"/>
                  </a:cubicBezTo>
                  <a:cubicBezTo>
                    <a:pt x="28" y="41"/>
                    <a:pt x="42" y="42"/>
                    <a:pt x="49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39" y="28"/>
                    <a:pt x="30" y="19"/>
                    <a:pt x="25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22" name="Freeform 160">
              <a:extLst>
                <a:ext uri="{FF2B5EF4-FFF2-40B4-BE49-F238E27FC236}">
                  <a16:creationId xmlns:a16="http://schemas.microsoft.com/office/drawing/2014/main" id="{9B88966B-5D56-45D2-85AB-258069F45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89"/>
              <a:ext cx="40" cy="1"/>
            </a:xfrm>
            <a:custGeom>
              <a:avLst/>
              <a:gdLst>
                <a:gd name="T0" fmla="*/ 250 w 16"/>
                <a:gd name="T1" fmla="*/ 0 h 1"/>
                <a:gd name="T2" fmla="*/ 0 w 16"/>
                <a:gd name="T3" fmla="*/ 0 h 1"/>
                <a:gd name="T4" fmla="*/ 250 w 1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">
                  <a:moveTo>
                    <a:pt x="16" y="0"/>
                  </a:moveTo>
                  <a:cubicBezTo>
                    <a:pt x="11" y="0"/>
                    <a:pt x="6" y="0"/>
                    <a:pt x="0" y="0"/>
                  </a:cubicBezTo>
                  <a:cubicBezTo>
                    <a:pt x="6" y="0"/>
                    <a:pt x="11" y="0"/>
                    <a:pt x="16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23" name="Freeform 161">
              <a:extLst>
                <a:ext uri="{FF2B5EF4-FFF2-40B4-BE49-F238E27FC236}">
                  <a16:creationId xmlns:a16="http://schemas.microsoft.com/office/drawing/2014/main" id="{370AFD42-0B41-4B92-ACBC-BCC757EFA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787"/>
              <a:ext cx="28" cy="2"/>
            </a:xfrm>
            <a:custGeom>
              <a:avLst/>
              <a:gdLst>
                <a:gd name="T0" fmla="*/ 0 w 11"/>
                <a:gd name="T1" fmla="*/ 0 h 1"/>
                <a:gd name="T2" fmla="*/ 181 w 11"/>
                <a:gd name="T3" fmla="*/ 8 h 1"/>
                <a:gd name="T4" fmla="*/ 0 w 1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4" y="0"/>
                    <a:pt x="7" y="1"/>
                    <a:pt x="11" y="1"/>
                  </a:cubicBezTo>
                  <a:cubicBezTo>
                    <a:pt x="7" y="1"/>
                    <a:pt x="4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24" name="Freeform 162">
              <a:extLst>
                <a:ext uri="{FF2B5EF4-FFF2-40B4-BE49-F238E27FC236}">
                  <a16:creationId xmlns:a16="http://schemas.microsoft.com/office/drawing/2014/main" id="{5F2D527B-DC2D-494C-A067-5DD088877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1789"/>
              <a:ext cx="27" cy="1"/>
            </a:xfrm>
            <a:custGeom>
              <a:avLst/>
              <a:gdLst>
                <a:gd name="T0" fmla="*/ 162 w 11"/>
                <a:gd name="T1" fmla="*/ 0 h 1"/>
                <a:gd name="T2" fmla="*/ 0 w 11"/>
                <a:gd name="T3" fmla="*/ 0 h 1"/>
                <a:gd name="T4" fmla="*/ 162 w 1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4" y="0"/>
                    <a:pt x="8" y="0"/>
                    <a:pt x="1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25" name="Freeform 163">
              <a:extLst>
                <a:ext uri="{FF2B5EF4-FFF2-40B4-BE49-F238E27FC236}">
                  <a16:creationId xmlns:a16="http://schemas.microsoft.com/office/drawing/2014/main" id="{3667C5FF-28FF-433B-9737-0EF02C5BB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787"/>
              <a:ext cx="32" cy="2"/>
            </a:xfrm>
            <a:custGeom>
              <a:avLst/>
              <a:gdLst>
                <a:gd name="T0" fmla="*/ 194 w 13"/>
                <a:gd name="T1" fmla="*/ 0 h 1"/>
                <a:gd name="T2" fmla="*/ 0 w 13"/>
                <a:gd name="T3" fmla="*/ 8 h 1"/>
                <a:gd name="T4" fmla="*/ 194 w 1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cubicBezTo>
                    <a:pt x="4" y="0"/>
                    <a:pt x="9" y="0"/>
                    <a:pt x="1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26" name="Freeform 164">
              <a:extLst>
                <a:ext uri="{FF2B5EF4-FFF2-40B4-BE49-F238E27FC236}">
                  <a16:creationId xmlns:a16="http://schemas.microsoft.com/office/drawing/2014/main" id="{535C5A94-E035-4136-9E01-158F4B529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701"/>
              <a:ext cx="228" cy="230"/>
            </a:xfrm>
            <a:custGeom>
              <a:avLst/>
              <a:gdLst>
                <a:gd name="T0" fmla="*/ 271 w 91"/>
                <a:gd name="T1" fmla="*/ 671 h 86"/>
                <a:gd name="T2" fmla="*/ 313 w 91"/>
                <a:gd name="T3" fmla="*/ 1474 h 86"/>
                <a:gd name="T4" fmla="*/ 722 w 91"/>
                <a:gd name="T5" fmla="*/ 1474 h 86"/>
                <a:gd name="T6" fmla="*/ 1130 w 91"/>
                <a:gd name="T7" fmla="*/ 1495 h 86"/>
                <a:gd name="T8" fmla="*/ 1255 w 91"/>
                <a:gd name="T9" fmla="*/ 1244 h 86"/>
                <a:gd name="T10" fmla="*/ 1005 w 91"/>
                <a:gd name="T11" fmla="*/ 845 h 86"/>
                <a:gd name="T12" fmla="*/ 584 w 91"/>
                <a:gd name="T13" fmla="*/ 171 h 86"/>
                <a:gd name="T14" fmla="*/ 50 w 91"/>
                <a:gd name="T15" fmla="*/ 171 h 86"/>
                <a:gd name="T16" fmla="*/ 271 w 91"/>
                <a:gd name="T17" fmla="*/ 671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86">
                  <a:moveTo>
                    <a:pt x="17" y="35"/>
                  </a:moveTo>
                  <a:cubicBezTo>
                    <a:pt x="24" y="48"/>
                    <a:pt x="14" y="67"/>
                    <a:pt x="20" y="77"/>
                  </a:cubicBezTo>
                  <a:cubicBezTo>
                    <a:pt x="26" y="86"/>
                    <a:pt x="36" y="76"/>
                    <a:pt x="46" y="77"/>
                  </a:cubicBezTo>
                  <a:cubicBezTo>
                    <a:pt x="52" y="78"/>
                    <a:pt x="65" y="77"/>
                    <a:pt x="72" y="78"/>
                  </a:cubicBezTo>
                  <a:cubicBezTo>
                    <a:pt x="86" y="79"/>
                    <a:pt x="91" y="70"/>
                    <a:pt x="80" y="65"/>
                  </a:cubicBezTo>
                  <a:cubicBezTo>
                    <a:pt x="70" y="59"/>
                    <a:pt x="66" y="49"/>
                    <a:pt x="64" y="44"/>
                  </a:cubicBezTo>
                  <a:cubicBezTo>
                    <a:pt x="57" y="31"/>
                    <a:pt x="51" y="16"/>
                    <a:pt x="37" y="9"/>
                  </a:cubicBezTo>
                  <a:cubicBezTo>
                    <a:pt x="30" y="6"/>
                    <a:pt x="7" y="0"/>
                    <a:pt x="3" y="9"/>
                  </a:cubicBezTo>
                  <a:cubicBezTo>
                    <a:pt x="0" y="16"/>
                    <a:pt x="13" y="27"/>
                    <a:pt x="17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27" name="Freeform 165">
              <a:extLst>
                <a:ext uri="{FF2B5EF4-FFF2-40B4-BE49-F238E27FC236}">
                  <a16:creationId xmlns:a16="http://schemas.microsoft.com/office/drawing/2014/main" id="{18089585-0397-4070-8523-8731AD8CF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717"/>
              <a:ext cx="490" cy="72"/>
            </a:xfrm>
            <a:custGeom>
              <a:avLst/>
              <a:gdLst>
                <a:gd name="T0" fmla="*/ 3063 w 196"/>
                <a:gd name="T1" fmla="*/ 0 h 27"/>
                <a:gd name="T2" fmla="*/ 1533 w 196"/>
                <a:gd name="T3" fmla="*/ 512 h 27"/>
                <a:gd name="T4" fmla="*/ 1533 w 196"/>
                <a:gd name="T5" fmla="*/ 512 h 27"/>
                <a:gd name="T6" fmla="*/ 0 w 19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6" h="27">
                  <a:moveTo>
                    <a:pt x="196" y="0"/>
                  </a:moveTo>
                  <a:cubicBezTo>
                    <a:pt x="171" y="24"/>
                    <a:pt x="138" y="27"/>
                    <a:pt x="98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62" y="27"/>
                    <a:pt x="29" y="2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28" name="Freeform 166">
              <a:extLst>
                <a:ext uri="{FF2B5EF4-FFF2-40B4-BE49-F238E27FC236}">
                  <a16:creationId xmlns:a16="http://schemas.microsoft.com/office/drawing/2014/main" id="{45FC1D43-1152-4C34-A709-A0CA06C07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101"/>
              <a:ext cx="2403" cy="2070"/>
            </a:xfrm>
            <a:custGeom>
              <a:avLst/>
              <a:gdLst>
                <a:gd name="T0" fmla="*/ 7754 w 961"/>
                <a:gd name="T1" fmla="*/ 4895 h 776"/>
                <a:gd name="T2" fmla="*/ 7397 w 961"/>
                <a:gd name="T3" fmla="*/ 4882 h 776"/>
                <a:gd name="T4" fmla="*/ 7584 w 961"/>
                <a:gd name="T5" fmla="*/ 4084 h 776"/>
                <a:gd name="T6" fmla="*/ 7222 w 961"/>
                <a:gd name="T7" fmla="*/ 2753 h 776"/>
                <a:gd name="T8" fmla="*/ 6879 w 961"/>
                <a:gd name="T9" fmla="*/ 264 h 776"/>
                <a:gd name="T10" fmla="*/ 5676 w 961"/>
                <a:gd name="T11" fmla="*/ 1787 h 776"/>
                <a:gd name="T12" fmla="*/ 4376 w 961"/>
                <a:gd name="T13" fmla="*/ 947 h 776"/>
                <a:gd name="T14" fmla="*/ 2926 w 961"/>
                <a:gd name="T15" fmla="*/ 2257 h 776"/>
                <a:gd name="T16" fmla="*/ 2583 w 961"/>
                <a:gd name="T17" fmla="*/ 3969 h 776"/>
                <a:gd name="T18" fmla="*/ 1800 w 961"/>
                <a:gd name="T19" fmla="*/ 3153 h 776"/>
                <a:gd name="T20" fmla="*/ 1083 w 961"/>
                <a:gd name="T21" fmla="*/ 4596 h 776"/>
                <a:gd name="T22" fmla="*/ 458 w 961"/>
                <a:gd name="T23" fmla="*/ 6703 h 776"/>
                <a:gd name="T24" fmla="*/ 1333 w 961"/>
                <a:gd name="T25" fmla="*/ 7912 h 776"/>
                <a:gd name="T26" fmla="*/ 563 w 961"/>
                <a:gd name="T27" fmla="*/ 9963 h 776"/>
                <a:gd name="T28" fmla="*/ 2300 w 961"/>
                <a:gd name="T29" fmla="*/ 7501 h 776"/>
                <a:gd name="T30" fmla="*/ 3238 w 961"/>
                <a:gd name="T31" fmla="*/ 8083 h 776"/>
                <a:gd name="T32" fmla="*/ 3051 w 961"/>
                <a:gd name="T33" fmla="*/ 11030 h 776"/>
                <a:gd name="T34" fmla="*/ 2238 w 961"/>
                <a:gd name="T35" fmla="*/ 10518 h 776"/>
                <a:gd name="T36" fmla="*/ 813 w 961"/>
                <a:gd name="T37" fmla="*/ 12132 h 776"/>
                <a:gd name="T38" fmla="*/ 2113 w 961"/>
                <a:gd name="T39" fmla="*/ 13796 h 776"/>
                <a:gd name="T40" fmla="*/ 3488 w 961"/>
                <a:gd name="T41" fmla="*/ 14010 h 776"/>
                <a:gd name="T42" fmla="*/ 5426 w 961"/>
                <a:gd name="T43" fmla="*/ 13783 h 776"/>
                <a:gd name="T44" fmla="*/ 4221 w 961"/>
                <a:gd name="T45" fmla="*/ 12337 h 776"/>
                <a:gd name="T46" fmla="*/ 6116 w 961"/>
                <a:gd name="T47" fmla="*/ 12204 h 776"/>
                <a:gd name="T48" fmla="*/ 7116 w 961"/>
                <a:gd name="T49" fmla="*/ 12281 h 776"/>
                <a:gd name="T50" fmla="*/ 7722 w 961"/>
                <a:gd name="T51" fmla="*/ 11633 h 776"/>
                <a:gd name="T52" fmla="*/ 9004 w 961"/>
                <a:gd name="T53" fmla="*/ 11769 h 776"/>
                <a:gd name="T54" fmla="*/ 10555 w 961"/>
                <a:gd name="T55" fmla="*/ 12132 h 776"/>
                <a:gd name="T56" fmla="*/ 10817 w 961"/>
                <a:gd name="T57" fmla="*/ 12852 h 776"/>
                <a:gd name="T58" fmla="*/ 11835 w 961"/>
                <a:gd name="T59" fmla="*/ 13343 h 776"/>
                <a:gd name="T60" fmla="*/ 13305 w 961"/>
                <a:gd name="T61" fmla="*/ 13626 h 776"/>
                <a:gd name="T62" fmla="*/ 14806 w 961"/>
                <a:gd name="T63" fmla="*/ 11790 h 776"/>
                <a:gd name="T64" fmla="*/ 13775 w 961"/>
                <a:gd name="T65" fmla="*/ 10531 h 776"/>
                <a:gd name="T66" fmla="*/ 12680 w 961"/>
                <a:gd name="T67" fmla="*/ 11975 h 776"/>
                <a:gd name="T68" fmla="*/ 12838 w 961"/>
                <a:gd name="T69" fmla="*/ 10347 h 776"/>
                <a:gd name="T70" fmla="*/ 12430 w 961"/>
                <a:gd name="T71" fmla="*/ 8163 h 776"/>
                <a:gd name="T72" fmla="*/ 13430 w 961"/>
                <a:gd name="T73" fmla="*/ 7613 h 776"/>
                <a:gd name="T74" fmla="*/ 13913 w 961"/>
                <a:gd name="T75" fmla="*/ 9299 h 776"/>
                <a:gd name="T76" fmla="*/ 14556 w 961"/>
                <a:gd name="T77" fmla="*/ 9849 h 776"/>
                <a:gd name="T78" fmla="*/ 14881 w 961"/>
                <a:gd name="T79" fmla="*/ 7501 h 776"/>
                <a:gd name="T80" fmla="*/ 14443 w 961"/>
                <a:gd name="T81" fmla="*/ 5791 h 776"/>
                <a:gd name="T82" fmla="*/ 13805 w 961"/>
                <a:gd name="T83" fmla="*/ 4292 h 776"/>
                <a:gd name="T84" fmla="*/ 13118 w 961"/>
                <a:gd name="T85" fmla="*/ 2241 h 776"/>
                <a:gd name="T86" fmla="*/ 11055 w 961"/>
                <a:gd name="T87" fmla="*/ 1003 h 776"/>
                <a:gd name="T88" fmla="*/ 9942 w 961"/>
                <a:gd name="T89" fmla="*/ 1272 h 776"/>
                <a:gd name="T90" fmla="*/ 8397 w 961"/>
                <a:gd name="T91" fmla="*/ 435 h 776"/>
                <a:gd name="T92" fmla="*/ 8272 w 961"/>
                <a:gd name="T93" fmla="*/ 2390 h 776"/>
                <a:gd name="T94" fmla="*/ 8054 w 961"/>
                <a:gd name="T95" fmla="*/ 3380 h 776"/>
                <a:gd name="T96" fmla="*/ 8209 w 961"/>
                <a:gd name="T97" fmla="*/ 4860 h 77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961" h="776">
                  <a:moveTo>
                    <a:pt x="527" y="257"/>
                  </a:moveTo>
                  <a:cubicBezTo>
                    <a:pt x="517" y="258"/>
                    <a:pt x="507" y="258"/>
                    <a:pt x="496" y="258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88" y="258"/>
                    <a:pt x="481" y="258"/>
                    <a:pt x="473" y="257"/>
                  </a:cubicBezTo>
                  <a:cubicBezTo>
                    <a:pt x="473" y="257"/>
                    <a:pt x="473" y="257"/>
                    <a:pt x="473" y="257"/>
                  </a:cubicBezTo>
                  <a:cubicBezTo>
                    <a:pt x="473" y="257"/>
                    <a:pt x="488" y="245"/>
                    <a:pt x="485" y="215"/>
                  </a:cubicBezTo>
                  <a:cubicBezTo>
                    <a:pt x="483" y="186"/>
                    <a:pt x="443" y="201"/>
                    <a:pt x="439" y="178"/>
                  </a:cubicBezTo>
                  <a:cubicBezTo>
                    <a:pt x="435" y="155"/>
                    <a:pt x="456" y="155"/>
                    <a:pt x="462" y="145"/>
                  </a:cubicBezTo>
                  <a:cubicBezTo>
                    <a:pt x="469" y="134"/>
                    <a:pt x="453" y="118"/>
                    <a:pt x="456" y="101"/>
                  </a:cubicBezTo>
                  <a:cubicBezTo>
                    <a:pt x="462" y="57"/>
                    <a:pt x="483" y="36"/>
                    <a:pt x="440" y="14"/>
                  </a:cubicBezTo>
                  <a:cubicBezTo>
                    <a:pt x="412" y="0"/>
                    <a:pt x="386" y="1"/>
                    <a:pt x="380" y="17"/>
                  </a:cubicBezTo>
                  <a:cubicBezTo>
                    <a:pt x="372" y="32"/>
                    <a:pt x="366" y="78"/>
                    <a:pt x="363" y="94"/>
                  </a:cubicBezTo>
                  <a:cubicBezTo>
                    <a:pt x="358" y="115"/>
                    <a:pt x="343" y="127"/>
                    <a:pt x="329" y="95"/>
                  </a:cubicBezTo>
                  <a:cubicBezTo>
                    <a:pt x="321" y="76"/>
                    <a:pt x="301" y="54"/>
                    <a:pt x="280" y="50"/>
                  </a:cubicBezTo>
                  <a:cubicBezTo>
                    <a:pt x="264" y="47"/>
                    <a:pt x="240" y="81"/>
                    <a:pt x="227" y="85"/>
                  </a:cubicBezTo>
                  <a:cubicBezTo>
                    <a:pt x="210" y="89"/>
                    <a:pt x="175" y="99"/>
                    <a:pt x="187" y="119"/>
                  </a:cubicBezTo>
                  <a:cubicBezTo>
                    <a:pt x="198" y="141"/>
                    <a:pt x="221" y="140"/>
                    <a:pt x="215" y="174"/>
                  </a:cubicBezTo>
                  <a:cubicBezTo>
                    <a:pt x="210" y="200"/>
                    <a:pt x="187" y="219"/>
                    <a:pt x="165" y="209"/>
                  </a:cubicBezTo>
                  <a:cubicBezTo>
                    <a:pt x="157" y="205"/>
                    <a:pt x="149" y="193"/>
                    <a:pt x="144" y="185"/>
                  </a:cubicBezTo>
                  <a:cubicBezTo>
                    <a:pt x="139" y="178"/>
                    <a:pt x="124" y="168"/>
                    <a:pt x="115" y="166"/>
                  </a:cubicBezTo>
                  <a:cubicBezTo>
                    <a:pt x="93" y="163"/>
                    <a:pt x="95" y="183"/>
                    <a:pt x="91" y="199"/>
                  </a:cubicBezTo>
                  <a:cubicBezTo>
                    <a:pt x="88" y="212"/>
                    <a:pt x="79" y="233"/>
                    <a:pt x="69" y="242"/>
                  </a:cubicBezTo>
                  <a:cubicBezTo>
                    <a:pt x="63" y="248"/>
                    <a:pt x="50" y="273"/>
                    <a:pt x="44" y="280"/>
                  </a:cubicBezTo>
                  <a:cubicBezTo>
                    <a:pt x="24" y="308"/>
                    <a:pt x="29" y="328"/>
                    <a:pt x="29" y="353"/>
                  </a:cubicBezTo>
                  <a:cubicBezTo>
                    <a:pt x="30" y="369"/>
                    <a:pt x="37" y="391"/>
                    <a:pt x="53" y="389"/>
                  </a:cubicBezTo>
                  <a:cubicBezTo>
                    <a:pt x="79" y="385"/>
                    <a:pt x="86" y="400"/>
                    <a:pt x="85" y="417"/>
                  </a:cubicBezTo>
                  <a:cubicBezTo>
                    <a:pt x="84" y="448"/>
                    <a:pt x="47" y="436"/>
                    <a:pt x="28" y="439"/>
                  </a:cubicBezTo>
                  <a:cubicBezTo>
                    <a:pt x="0" y="445"/>
                    <a:pt x="12" y="518"/>
                    <a:pt x="36" y="525"/>
                  </a:cubicBezTo>
                  <a:cubicBezTo>
                    <a:pt x="54" y="531"/>
                    <a:pt x="78" y="523"/>
                    <a:pt x="99" y="519"/>
                  </a:cubicBezTo>
                  <a:cubicBezTo>
                    <a:pt x="161" y="500"/>
                    <a:pt x="119" y="435"/>
                    <a:pt x="147" y="395"/>
                  </a:cubicBezTo>
                  <a:cubicBezTo>
                    <a:pt x="166" y="369"/>
                    <a:pt x="188" y="368"/>
                    <a:pt x="192" y="393"/>
                  </a:cubicBezTo>
                  <a:cubicBezTo>
                    <a:pt x="194" y="401"/>
                    <a:pt x="203" y="416"/>
                    <a:pt x="207" y="426"/>
                  </a:cubicBezTo>
                  <a:cubicBezTo>
                    <a:pt x="212" y="438"/>
                    <a:pt x="213" y="497"/>
                    <a:pt x="208" y="517"/>
                  </a:cubicBezTo>
                  <a:cubicBezTo>
                    <a:pt x="199" y="556"/>
                    <a:pt x="187" y="542"/>
                    <a:pt x="195" y="581"/>
                  </a:cubicBezTo>
                  <a:cubicBezTo>
                    <a:pt x="202" y="617"/>
                    <a:pt x="186" y="635"/>
                    <a:pt x="169" y="597"/>
                  </a:cubicBezTo>
                  <a:cubicBezTo>
                    <a:pt x="158" y="569"/>
                    <a:pt x="160" y="581"/>
                    <a:pt x="143" y="554"/>
                  </a:cubicBezTo>
                  <a:cubicBezTo>
                    <a:pt x="117" y="516"/>
                    <a:pt x="93" y="549"/>
                    <a:pt x="52" y="553"/>
                  </a:cubicBezTo>
                  <a:cubicBezTo>
                    <a:pt x="27" y="559"/>
                    <a:pt x="50" y="611"/>
                    <a:pt x="52" y="639"/>
                  </a:cubicBezTo>
                  <a:cubicBezTo>
                    <a:pt x="54" y="667"/>
                    <a:pt x="67" y="695"/>
                    <a:pt x="91" y="709"/>
                  </a:cubicBezTo>
                  <a:cubicBezTo>
                    <a:pt x="115" y="723"/>
                    <a:pt x="121" y="711"/>
                    <a:pt x="135" y="727"/>
                  </a:cubicBezTo>
                  <a:cubicBezTo>
                    <a:pt x="149" y="743"/>
                    <a:pt x="133" y="761"/>
                    <a:pt x="164" y="762"/>
                  </a:cubicBezTo>
                  <a:cubicBezTo>
                    <a:pt x="195" y="763"/>
                    <a:pt x="185" y="738"/>
                    <a:pt x="223" y="738"/>
                  </a:cubicBezTo>
                  <a:cubicBezTo>
                    <a:pt x="261" y="738"/>
                    <a:pt x="240" y="776"/>
                    <a:pt x="288" y="770"/>
                  </a:cubicBezTo>
                  <a:cubicBezTo>
                    <a:pt x="336" y="764"/>
                    <a:pt x="337" y="764"/>
                    <a:pt x="347" y="726"/>
                  </a:cubicBezTo>
                  <a:cubicBezTo>
                    <a:pt x="357" y="688"/>
                    <a:pt x="343" y="681"/>
                    <a:pt x="311" y="681"/>
                  </a:cubicBezTo>
                  <a:cubicBezTo>
                    <a:pt x="287" y="677"/>
                    <a:pt x="269" y="658"/>
                    <a:pt x="270" y="650"/>
                  </a:cubicBezTo>
                  <a:cubicBezTo>
                    <a:pt x="270" y="645"/>
                    <a:pt x="275" y="634"/>
                    <a:pt x="316" y="634"/>
                  </a:cubicBezTo>
                  <a:cubicBezTo>
                    <a:pt x="358" y="634"/>
                    <a:pt x="371" y="651"/>
                    <a:pt x="391" y="643"/>
                  </a:cubicBezTo>
                  <a:cubicBezTo>
                    <a:pt x="411" y="635"/>
                    <a:pt x="411" y="618"/>
                    <a:pt x="413" y="620"/>
                  </a:cubicBezTo>
                  <a:cubicBezTo>
                    <a:pt x="418" y="632"/>
                    <a:pt x="424" y="648"/>
                    <a:pt x="455" y="647"/>
                  </a:cubicBezTo>
                  <a:cubicBezTo>
                    <a:pt x="471" y="647"/>
                    <a:pt x="487" y="640"/>
                    <a:pt x="495" y="613"/>
                  </a:cubicBezTo>
                  <a:cubicBezTo>
                    <a:pt x="494" y="613"/>
                    <a:pt x="494" y="613"/>
                    <a:pt x="494" y="613"/>
                  </a:cubicBezTo>
                  <a:cubicBezTo>
                    <a:pt x="502" y="640"/>
                    <a:pt x="518" y="647"/>
                    <a:pt x="534" y="647"/>
                  </a:cubicBezTo>
                  <a:cubicBezTo>
                    <a:pt x="565" y="648"/>
                    <a:pt x="571" y="632"/>
                    <a:pt x="576" y="620"/>
                  </a:cubicBezTo>
                  <a:cubicBezTo>
                    <a:pt x="578" y="618"/>
                    <a:pt x="578" y="635"/>
                    <a:pt x="598" y="643"/>
                  </a:cubicBezTo>
                  <a:cubicBezTo>
                    <a:pt x="618" y="651"/>
                    <a:pt x="633" y="639"/>
                    <a:pt x="675" y="639"/>
                  </a:cubicBezTo>
                  <a:cubicBezTo>
                    <a:pt x="690" y="639"/>
                    <a:pt x="705" y="636"/>
                    <a:pt x="710" y="643"/>
                  </a:cubicBezTo>
                  <a:cubicBezTo>
                    <a:pt x="717" y="656"/>
                    <a:pt x="703" y="676"/>
                    <a:pt x="692" y="677"/>
                  </a:cubicBezTo>
                  <a:cubicBezTo>
                    <a:pt x="665" y="681"/>
                    <a:pt x="645" y="749"/>
                    <a:pt x="693" y="755"/>
                  </a:cubicBezTo>
                  <a:cubicBezTo>
                    <a:pt x="741" y="761"/>
                    <a:pt x="719" y="703"/>
                    <a:pt x="757" y="703"/>
                  </a:cubicBezTo>
                  <a:cubicBezTo>
                    <a:pt x="795" y="703"/>
                    <a:pt x="793" y="741"/>
                    <a:pt x="823" y="734"/>
                  </a:cubicBezTo>
                  <a:cubicBezTo>
                    <a:pt x="842" y="729"/>
                    <a:pt x="837" y="734"/>
                    <a:pt x="851" y="718"/>
                  </a:cubicBezTo>
                  <a:cubicBezTo>
                    <a:pt x="865" y="702"/>
                    <a:pt x="877" y="728"/>
                    <a:pt x="901" y="714"/>
                  </a:cubicBezTo>
                  <a:cubicBezTo>
                    <a:pt x="925" y="700"/>
                    <a:pt x="945" y="649"/>
                    <a:pt x="947" y="621"/>
                  </a:cubicBezTo>
                  <a:cubicBezTo>
                    <a:pt x="947" y="621"/>
                    <a:pt x="952" y="567"/>
                    <a:pt x="931" y="562"/>
                  </a:cubicBezTo>
                  <a:cubicBezTo>
                    <a:pt x="923" y="559"/>
                    <a:pt x="889" y="553"/>
                    <a:pt x="881" y="555"/>
                  </a:cubicBezTo>
                  <a:cubicBezTo>
                    <a:pt x="866" y="559"/>
                    <a:pt x="855" y="584"/>
                    <a:pt x="849" y="597"/>
                  </a:cubicBezTo>
                  <a:cubicBezTo>
                    <a:pt x="841" y="617"/>
                    <a:pt x="828" y="637"/>
                    <a:pt x="811" y="631"/>
                  </a:cubicBezTo>
                  <a:cubicBezTo>
                    <a:pt x="793" y="625"/>
                    <a:pt x="805" y="601"/>
                    <a:pt x="807" y="590"/>
                  </a:cubicBezTo>
                  <a:cubicBezTo>
                    <a:pt x="808" y="577"/>
                    <a:pt x="812" y="559"/>
                    <a:pt x="821" y="545"/>
                  </a:cubicBezTo>
                  <a:cubicBezTo>
                    <a:pt x="842" y="511"/>
                    <a:pt x="803" y="509"/>
                    <a:pt x="799" y="485"/>
                  </a:cubicBezTo>
                  <a:cubicBezTo>
                    <a:pt x="795" y="466"/>
                    <a:pt x="771" y="442"/>
                    <a:pt x="795" y="430"/>
                  </a:cubicBezTo>
                  <a:cubicBezTo>
                    <a:pt x="805" y="426"/>
                    <a:pt x="822" y="422"/>
                    <a:pt x="832" y="420"/>
                  </a:cubicBezTo>
                  <a:cubicBezTo>
                    <a:pt x="840" y="419"/>
                    <a:pt x="852" y="401"/>
                    <a:pt x="859" y="401"/>
                  </a:cubicBezTo>
                  <a:cubicBezTo>
                    <a:pt x="895" y="397"/>
                    <a:pt x="894" y="465"/>
                    <a:pt x="893" y="474"/>
                  </a:cubicBezTo>
                  <a:cubicBezTo>
                    <a:pt x="893" y="477"/>
                    <a:pt x="891" y="484"/>
                    <a:pt x="890" y="490"/>
                  </a:cubicBezTo>
                  <a:cubicBezTo>
                    <a:pt x="889" y="496"/>
                    <a:pt x="887" y="518"/>
                    <a:pt x="899" y="522"/>
                  </a:cubicBezTo>
                  <a:cubicBezTo>
                    <a:pt x="906" y="524"/>
                    <a:pt x="926" y="522"/>
                    <a:pt x="931" y="519"/>
                  </a:cubicBezTo>
                  <a:cubicBezTo>
                    <a:pt x="938" y="515"/>
                    <a:pt x="956" y="504"/>
                    <a:pt x="959" y="483"/>
                  </a:cubicBezTo>
                  <a:cubicBezTo>
                    <a:pt x="961" y="465"/>
                    <a:pt x="960" y="416"/>
                    <a:pt x="952" y="395"/>
                  </a:cubicBezTo>
                  <a:cubicBezTo>
                    <a:pt x="943" y="372"/>
                    <a:pt x="936" y="373"/>
                    <a:pt x="929" y="354"/>
                  </a:cubicBezTo>
                  <a:cubicBezTo>
                    <a:pt x="926" y="345"/>
                    <a:pt x="933" y="318"/>
                    <a:pt x="924" y="305"/>
                  </a:cubicBezTo>
                  <a:cubicBezTo>
                    <a:pt x="913" y="289"/>
                    <a:pt x="889" y="284"/>
                    <a:pt x="885" y="274"/>
                  </a:cubicBezTo>
                  <a:cubicBezTo>
                    <a:pt x="879" y="256"/>
                    <a:pt x="894" y="240"/>
                    <a:pt x="883" y="226"/>
                  </a:cubicBezTo>
                  <a:cubicBezTo>
                    <a:pt x="874" y="216"/>
                    <a:pt x="859" y="210"/>
                    <a:pt x="853" y="198"/>
                  </a:cubicBezTo>
                  <a:cubicBezTo>
                    <a:pt x="843" y="177"/>
                    <a:pt x="862" y="135"/>
                    <a:pt x="839" y="118"/>
                  </a:cubicBezTo>
                  <a:cubicBezTo>
                    <a:pt x="819" y="101"/>
                    <a:pt x="777" y="80"/>
                    <a:pt x="771" y="78"/>
                  </a:cubicBezTo>
                  <a:cubicBezTo>
                    <a:pt x="757" y="74"/>
                    <a:pt x="722" y="50"/>
                    <a:pt x="707" y="53"/>
                  </a:cubicBezTo>
                  <a:cubicBezTo>
                    <a:pt x="685" y="57"/>
                    <a:pt x="676" y="52"/>
                    <a:pt x="668" y="71"/>
                  </a:cubicBezTo>
                  <a:cubicBezTo>
                    <a:pt x="654" y="103"/>
                    <a:pt x="641" y="89"/>
                    <a:pt x="636" y="67"/>
                  </a:cubicBezTo>
                  <a:cubicBezTo>
                    <a:pt x="632" y="51"/>
                    <a:pt x="639" y="35"/>
                    <a:pt x="632" y="19"/>
                  </a:cubicBezTo>
                  <a:cubicBezTo>
                    <a:pt x="626" y="3"/>
                    <a:pt x="561" y="3"/>
                    <a:pt x="537" y="23"/>
                  </a:cubicBezTo>
                  <a:cubicBezTo>
                    <a:pt x="520" y="38"/>
                    <a:pt x="522" y="52"/>
                    <a:pt x="523" y="61"/>
                  </a:cubicBezTo>
                  <a:cubicBezTo>
                    <a:pt x="523" y="70"/>
                    <a:pt x="523" y="119"/>
                    <a:pt x="529" y="126"/>
                  </a:cubicBezTo>
                  <a:cubicBezTo>
                    <a:pt x="539" y="136"/>
                    <a:pt x="548" y="125"/>
                    <a:pt x="549" y="153"/>
                  </a:cubicBezTo>
                  <a:cubicBezTo>
                    <a:pt x="550" y="180"/>
                    <a:pt x="533" y="166"/>
                    <a:pt x="515" y="178"/>
                  </a:cubicBezTo>
                  <a:cubicBezTo>
                    <a:pt x="506" y="184"/>
                    <a:pt x="506" y="210"/>
                    <a:pt x="505" y="219"/>
                  </a:cubicBezTo>
                  <a:cubicBezTo>
                    <a:pt x="503" y="249"/>
                    <a:pt x="525" y="256"/>
                    <a:pt x="525" y="256"/>
                  </a:cubicBezTo>
                  <a:lnTo>
                    <a:pt x="527" y="25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29" name="Freeform 167">
              <a:extLst>
                <a:ext uri="{FF2B5EF4-FFF2-40B4-BE49-F238E27FC236}">
                  <a16:creationId xmlns:a16="http://schemas.microsoft.com/office/drawing/2014/main" id="{97553924-01A7-4A94-B131-D49FCD33F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803"/>
              <a:ext cx="172" cy="210"/>
            </a:xfrm>
            <a:custGeom>
              <a:avLst/>
              <a:gdLst>
                <a:gd name="T0" fmla="*/ 715 w 69"/>
                <a:gd name="T1" fmla="*/ 375 h 79"/>
                <a:gd name="T2" fmla="*/ 1069 w 69"/>
                <a:gd name="T3" fmla="*/ 431 h 79"/>
                <a:gd name="T4" fmla="*/ 1025 w 69"/>
                <a:gd name="T5" fmla="*/ 261 h 79"/>
                <a:gd name="T6" fmla="*/ 434 w 69"/>
                <a:gd name="T7" fmla="*/ 191 h 79"/>
                <a:gd name="T8" fmla="*/ 279 w 69"/>
                <a:gd name="T9" fmla="*/ 861 h 79"/>
                <a:gd name="T10" fmla="*/ 92 w 69"/>
                <a:gd name="T11" fmla="*/ 1483 h 79"/>
                <a:gd name="T12" fmla="*/ 446 w 69"/>
                <a:gd name="T13" fmla="*/ 750 h 79"/>
                <a:gd name="T14" fmla="*/ 715 w 69"/>
                <a:gd name="T15" fmla="*/ 375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79">
                  <a:moveTo>
                    <a:pt x="46" y="20"/>
                  </a:moveTo>
                  <a:cubicBezTo>
                    <a:pt x="56" y="16"/>
                    <a:pt x="63" y="18"/>
                    <a:pt x="69" y="23"/>
                  </a:cubicBezTo>
                  <a:cubicBezTo>
                    <a:pt x="69" y="20"/>
                    <a:pt x="68" y="17"/>
                    <a:pt x="66" y="14"/>
                  </a:cubicBezTo>
                  <a:cubicBezTo>
                    <a:pt x="56" y="0"/>
                    <a:pt x="48" y="8"/>
                    <a:pt x="28" y="10"/>
                  </a:cubicBezTo>
                  <a:cubicBezTo>
                    <a:pt x="12" y="16"/>
                    <a:pt x="20" y="26"/>
                    <a:pt x="18" y="46"/>
                  </a:cubicBezTo>
                  <a:cubicBezTo>
                    <a:pt x="16" y="62"/>
                    <a:pt x="0" y="76"/>
                    <a:pt x="6" y="79"/>
                  </a:cubicBezTo>
                  <a:cubicBezTo>
                    <a:pt x="17" y="68"/>
                    <a:pt x="30" y="54"/>
                    <a:pt x="29" y="40"/>
                  </a:cubicBezTo>
                  <a:cubicBezTo>
                    <a:pt x="27" y="27"/>
                    <a:pt x="33" y="26"/>
                    <a:pt x="46" y="2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30" name="Freeform 168">
              <a:extLst>
                <a:ext uri="{FF2B5EF4-FFF2-40B4-BE49-F238E27FC236}">
                  <a16:creationId xmlns:a16="http://schemas.microsoft.com/office/drawing/2014/main" id="{DDC57B52-DAC9-4B3E-9B90-895FB02B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2749"/>
              <a:ext cx="311" cy="166"/>
            </a:xfrm>
            <a:custGeom>
              <a:avLst/>
              <a:gdLst>
                <a:gd name="T0" fmla="*/ 567 w 124"/>
                <a:gd name="T1" fmla="*/ 1017 h 62"/>
                <a:gd name="T2" fmla="*/ 1076 w 124"/>
                <a:gd name="T3" fmla="*/ 710 h 62"/>
                <a:gd name="T4" fmla="*/ 1465 w 124"/>
                <a:gd name="T5" fmla="*/ 517 h 62"/>
                <a:gd name="T6" fmla="*/ 1718 w 124"/>
                <a:gd name="T7" fmla="*/ 653 h 62"/>
                <a:gd name="T8" fmla="*/ 1874 w 124"/>
                <a:gd name="T9" fmla="*/ 150 h 62"/>
                <a:gd name="T10" fmla="*/ 1736 w 124"/>
                <a:gd name="T11" fmla="*/ 35 h 62"/>
                <a:gd name="T12" fmla="*/ 1056 w 124"/>
                <a:gd name="T13" fmla="*/ 479 h 62"/>
                <a:gd name="T14" fmla="*/ 238 w 124"/>
                <a:gd name="T15" fmla="*/ 881 h 62"/>
                <a:gd name="T16" fmla="*/ 238 w 124"/>
                <a:gd name="T17" fmla="*/ 1189 h 62"/>
                <a:gd name="T18" fmla="*/ 567 w 124"/>
                <a:gd name="T19" fmla="*/ 1017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62">
                  <a:moveTo>
                    <a:pt x="36" y="53"/>
                  </a:moveTo>
                  <a:cubicBezTo>
                    <a:pt x="52" y="49"/>
                    <a:pt x="53" y="48"/>
                    <a:pt x="68" y="37"/>
                  </a:cubicBezTo>
                  <a:cubicBezTo>
                    <a:pt x="82" y="27"/>
                    <a:pt x="81" y="28"/>
                    <a:pt x="93" y="27"/>
                  </a:cubicBezTo>
                  <a:cubicBezTo>
                    <a:pt x="103" y="26"/>
                    <a:pt x="102" y="29"/>
                    <a:pt x="109" y="34"/>
                  </a:cubicBezTo>
                  <a:cubicBezTo>
                    <a:pt x="108" y="25"/>
                    <a:pt x="114" y="15"/>
                    <a:pt x="119" y="8"/>
                  </a:cubicBezTo>
                  <a:cubicBezTo>
                    <a:pt x="124" y="0"/>
                    <a:pt x="114" y="0"/>
                    <a:pt x="110" y="2"/>
                  </a:cubicBezTo>
                  <a:cubicBezTo>
                    <a:pt x="95" y="10"/>
                    <a:pt x="81" y="22"/>
                    <a:pt x="67" y="25"/>
                  </a:cubicBezTo>
                  <a:cubicBezTo>
                    <a:pt x="48" y="30"/>
                    <a:pt x="39" y="48"/>
                    <a:pt x="15" y="46"/>
                  </a:cubicBezTo>
                  <a:cubicBezTo>
                    <a:pt x="4" y="44"/>
                    <a:pt x="0" y="60"/>
                    <a:pt x="15" y="62"/>
                  </a:cubicBezTo>
                  <a:cubicBezTo>
                    <a:pt x="14" y="55"/>
                    <a:pt x="20" y="57"/>
                    <a:pt x="36" y="5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31" name="Freeform 169">
              <a:extLst>
                <a:ext uri="{FF2B5EF4-FFF2-40B4-BE49-F238E27FC236}">
                  <a16:creationId xmlns:a16="http://schemas.microsoft.com/office/drawing/2014/main" id="{1F9E125C-2B73-4F84-92BE-FF542EDE1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701"/>
              <a:ext cx="215" cy="200"/>
            </a:xfrm>
            <a:custGeom>
              <a:avLst/>
              <a:gdLst>
                <a:gd name="T0" fmla="*/ 1113 w 86"/>
                <a:gd name="T1" fmla="*/ 1331 h 75"/>
                <a:gd name="T2" fmla="*/ 1313 w 86"/>
                <a:gd name="T3" fmla="*/ 1421 h 75"/>
                <a:gd name="T4" fmla="*/ 1238 w 86"/>
                <a:gd name="T5" fmla="*/ 1229 h 75"/>
                <a:gd name="T6" fmla="*/ 988 w 86"/>
                <a:gd name="T7" fmla="*/ 832 h 75"/>
                <a:gd name="T8" fmla="*/ 563 w 86"/>
                <a:gd name="T9" fmla="*/ 171 h 75"/>
                <a:gd name="T10" fmla="*/ 33 w 86"/>
                <a:gd name="T11" fmla="*/ 171 h 75"/>
                <a:gd name="T12" fmla="*/ 208 w 86"/>
                <a:gd name="T13" fmla="*/ 568 h 75"/>
                <a:gd name="T14" fmla="*/ 238 w 86"/>
                <a:gd name="T15" fmla="*/ 341 h 75"/>
                <a:gd name="T16" fmla="*/ 720 w 86"/>
                <a:gd name="T17" fmla="*/ 627 h 75"/>
                <a:gd name="T18" fmla="*/ 1113 w 86"/>
                <a:gd name="T19" fmla="*/ 1331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75">
                  <a:moveTo>
                    <a:pt x="71" y="70"/>
                  </a:moveTo>
                  <a:cubicBezTo>
                    <a:pt x="76" y="72"/>
                    <a:pt x="81" y="74"/>
                    <a:pt x="84" y="75"/>
                  </a:cubicBezTo>
                  <a:cubicBezTo>
                    <a:pt x="86" y="72"/>
                    <a:pt x="85" y="68"/>
                    <a:pt x="79" y="65"/>
                  </a:cubicBezTo>
                  <a:cubicBezTo>
                    <a:pt x="69" y="59"/>
                    <a:pt x="65" y="49"/>
                    <a:pt x="63" y="44"/>
                  </a:cubicBezTo>
                  <a:cubicBezTo>
                    <a:pt x="56" y="31"/>
                    <a:pt x="50" y="16"/>
                    <a:pt x="36" y="9"/>
                  </a:cubicBezTo>
                  <a:cubicBezTo>
                    <a:pt x="29" y="6"/>
                    <a:pt x="6" y="0"/>
                    <a:pt x="2" y="9"/>
                  </a:cubicBezTo>
                  <a:cubicBezTo>
                    <a:pt x="0" y="15"/>
                    <a:pt x="8" y="23"/>
                    <a:pt x="13" y="30"/>
                  </a:cubicBezTo>
                  <a:cubicBezTo>
                    <a:pt x="11" y="24"/>
                    <a:pt x="10" y="21"/>
                    <a:pt x="15" y="18"/>
                  </a:cubicBezTo>
                  <a:cubicBezTo>
                    <a:pt x="23" y="13"/>
                    <a:pt x="31" y="15"/>
                    <a:pt x="46" y="33"/>
                  </a:cubicBezTo>
                  <a:cubicBezTo>
                    <a:pt x="60" y="50"/>
                    <a:pt x="54" y="63"/>
                    <a:pt x="71" y="7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32" name="Freeform 170">
              <a:extLst>
                <a:ext uri="{FF2B5EF4-FFF2-40B4-BE49-F238E27FC236}">
                  <a16:creationId xmlns:a16="http://schemas.microsoft.com/office/drawing/2014/main" id="{E19C470F-ADE0-42F9-A061-5AA7B501E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219"/>
              <a:ext cx="97" cy="368"/>
            </a:xfrm>
            <a:custGeom>
              <a:avLst/>
              <a:gdLst>
                <a:gd name="T0" fmla="*/ 154 w 39"/>
                <a:gd name="T1" fmla="*/ 1459 h 138"/>
                <a:gd name="T2" fmla="*/ 415 w 39"/>
                <a:gd name="T3" fmla="*/ 2027 h 138"/>
                <a:gd name="T4" fmla="*/ 0 w 39"/>
                <a:gd name="T5" fmla="*/ 2616 h 138"/>
                <a:gd name="T6" fmla="*/ 62 w 39"/>
                <a:gd name="T7" fmla="*/ 2539 h 138"/>
                <a:gd name="T8" fmla="*/ 587 w 39"/>
                <a:gd name="T9" fmla="*/ 2069 h 138"/>
                <a:gd name="T10" fmla="*/ 279 w 39"/>
                <a:gd name="T11" fmla="*/ 1557 h 138"/>
                <a:gd name="T12" fmla="*/ 187 w 39"/>
                <a:gd name="T13" fmla="*/ 320 h 138"/>
                <a:gd name="T14" fmla="*/ 187 w 39"/>
                <a:gd name="T15" fmla="*/ 0 h 138"/>
                <a:gd name="T16" fmla="*/ 124 w 39"/>
                <a:gd name="T17" fmla="*/ 1045 h 138"/>
                <a:gd name="T18" fmla="*/ 154 w 39"/>
                <a:gd name="T19" fmla="*/ 1459 h 1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38">
                  <a:moveTo>
                    <a:pt x="10" y="77"/>
                  </a:moveTo>
                  <a:cubicBezTo>
                    <a:pt x="11" y="95"/>
                    <a:pt x="26" y="93"/>
                    <a:pt x="27" y="107"/>
                  </a:cubicBezTo>
                  <a:cubicBezTo>
                    <a:pt x="28" y="121"/>
                    <a:pt x="5" y="126"/>
                    <a:pt x="0" y="138"/>
                  </a:cubicBezTo>
                  <a:cubicBezTo>
                    <a:pt x="1" y="136"/>
                    <a:pt x="2" y="135"/>
                    <a:pt x="4" y="134"/>
                  </a:cubicBezTo>
                  <a:cubicBezTo>
                    <a:pt x="22" y="122"/>
                    <a:pt x="39" y="136"/>
                    <a:pt x="38" y="109"/>
                  </a:cubicBezTo>
                  <a:cubicBezTo>
                    <a:pt x="37" y="81"/>
                    <a:pt x="28" y="92"/>
                    <a:pt x="18" y="82"/>
                  </a:cubicBezTo>
                  <a:cubicBezTo>
                    <a:pt x="12" y="75"/>
                    <a:pt x="12" y="26"/>
                    <a:pt x="12" y="17"/>
                  </a:cubicBezTo>
                  <a:cubicBezTo>
                    <a:pt x="11" y="12"/>
                    <a:pt x="11" y="7"/>
                    <a:pt x="12" y="0"/>
                  </a:cubicBezTo>
                  <a:cubicBezTo>
                    <a:pt x="4" y="16"/>
                    <a:pt x="6" y="37"/>
                    <a:pt x="8" y="55"/>
                  </a:cubicBezTo>
                  <a:cubicBezTo>
                    <a:pt x="11" y="77"/>
                    <a:pt x="9" y="60"/>
                    <a:pt x="10" y="7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33" name="Freeform 171">
              <a:extLst>
                <a:ext uri="{FF2B5EF4-FFF2-40B4-BE49-F238E27FC236}">
                  <a16:creationId xmlns:a16="http://schemas.microsoft.com/office/drawing/2014/main" id="{862C68A2-096F-43FC-A40F-777088697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160"/>
              <a:ext cx="280" cy="240"/>
            </a:xfrm>
            <a:custGeom>
              <a:avLst/>
              <a:gdLst>
                <a:gd name="T0" fmla="*/ 520 w 112"/>
                <a:gd name="T1" fmla="*/ 717 h 90"/>
                <a:gd name="T2" fmla="*/ 1020 w 112"/>
                <a:gd name="T3" fmla="*/ 605 h 90"/>
                <a:gd name="T4" fmla="*/ 1470 w 112"/>
                <a:gd name="T5" fmla="*/ 704 h 90"/>
                <a:gd name="T6" fmla="*/ 1688 w 112"/>
                <a:gd name="T7" fmla="*/ 1707 h 90"/>
                <a:gd name="T8" fmla="*/ 1720 w 112"/>
                <a:gd name="T9" fmla="*/ 1459 h 90"/>
                <a:gd name="T10" fmla="*/ 1188 w 112"/>
                <a:gd name="T11" fmla="*/ 77 h 90"/>
                <a:gd name="T12" fmla="*/ 770 w 112"/>
                <a:gd name="T13" fmla="*/ 435 h 90"/>
                <a:gd name="T14" fmla="*/ 188 w 112"/>
                <a:gd name="T15" fmla="*/ 627 h 90"/>
                <a:gd name="T16" fmla="*/ 33 w 112"/>
                <a:gd name="T17" fmla="*/ 989 h 90"/>
                <a:gd name="T18" fmla="*/ 520 w 112"/>
                <a:gd name="T19" fmla="*/ 717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90">
                  <a:moveTo>
                    <a:pt x="33" y="38"/>
                  </a:moveTo>
                  <a:cubicBezTo>
                    <a:pt x="48" y="36"/>
                    <a:pt x="52" y="44"/>
                    <a:pt x="65" y="32"/>
                  </a:cubicBezTo>
                  <a:cubicBezTo>
                    <a:pt x="78" y="20"/>
                    <a:pt x="85" y="21"/>
                    <a:pt x="94" y="37"/>
                  </a:cubicBezTo>
                  <a:cubicBezTo>
                    <a:pt x="102" y="51"/>
                    <a:pt x="107" y="70"/>
                    <a:pt x="108" y="90"/>
                  </a:cubicBezTo>
                  <a:cubicBezTo>
                    <a:pt x="109" y="85"/>
                    <a:pt x="110" y="80"/>
                    <a:pt x="110" y="77"/>
                  </a:cubicBezTo>
                  <a:cubicBezTo>
                    <a:pt x="111" y="68"/>
                    <a:pt x="112" y="0"/>
                    <a:pt x="76" y="4"/>
                  </a:cubicBezTo>
                  <a:cubicBezTo>
                    <a:pt x="69" y="4"/>
                    <a:pt x="57" y="22"/>
                    <a:pt x="49" y="23"/>
                  </a:cubicBezTo>
                  <a:cubicBezTo>
                    <a:pt x="39" y="25"/>
                    <a:pt x="22" y="29"/>
                    <a:pt x="12" y="33"/>
                  </a:cubicBezTo>
                  <a:cubicBezTo>
                    <a:pt x="2" y="38"/>
                    <a:pt x="0" y="45"/>
                    <a:pt x="2" y="52"/>
                  </a:cubicBezTo>
                  <a:cubicBezTo>
                    <a:pt x="6" y="41"/>
                    <a:pt x="20" y="41"/>
                    <a:pt x="33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34" name="Freeform 172">
              <a:extLst>
                <a:ext uri="{FF2B5EF4-FFF2-40B4-BE49-F238E27FC236}">
                  <a16:creationId xmlns:a16="http://schemas.microsoft.com/office/drawing/2014/main" id="{6D3B0CE1-CE60-45D3-927D-54807FCDE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083"/>
              <a:ext cx="415" cy="442"/>
            </a:xfrm>
            <a:custGeom>
              <a:avLst/>
              <a:gdLst>
                <a:gd name="T0" fmla="*/ 958 w 166"/>
                <a:gd name="T1" fmla="*/ 2998 h 166"/>
                <a:gd name="T2" fmla="*/ 1520 w 166"/>
                <a:gd name="T3" fmla="*/ 2657 h 166"/>
                <a:gd name="T4" fmla="*/ 1750 w 166"/>
                <a:gd name="T5" fmla="*/ 1773 h 166"/>
                <a:gd name="T6" fmla="*/ 1845 w 166"/>
                <a:gd name="T7" fmla="*/ 809 h 166"/>
                <a:gd name="T8" fmla="*/ 2125 w 166"/>
                <a:gd name="T9" fmla="*/ 397 h 166"/>
                <a:gd name="T10" fmla="*/ 2595 w 166"/>
                <a:gd name="T11" fmla="*/ 908 h 166"/>
                <a:gd name="T12" fmla="*/ 2438 w 166"/>
                <a:gd name="T13" fmla="*/ 474 h 166"/>
                <a:gd name="T14" fmla="*/ 1738 w 166"/>
                <a:gd name="T15" fmla="*/ 511 h 166"/>
                <a:gd name="T16" fmla="*/ 988 w 166"/>
                <a:gd name="T17" fmla="*/ 2849 h 166"/>
                <a:gd name="T18" fmla="*/ 0 w 166"/>
                <a:gd name="T19" fmla="*/ 2964 h 166"/>
                <a:gd name="T20" fmla="*/ 958 w 166"/>
                <a:gd name="T21" fmla="*/ 2998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166">
                  <a:moveTo>
                    <a:pt x="61" y="159"/>
                  </a:moveTo>
                  <a:cubicBezTo>
                    <a:pt x="86" y="152"/>
                    <a:pt x="85" y="154"/>
                    <a:pt x="97" y="141"/>
                  </a:cubicBezTo>
                  <a:cubicBezTo>
                    <a:pt x="109" y="128"/>
                    <a:pt x="113" y="126"/>
                    <a:pt x="112" y="94"/>
                  </a:cubicBezTo>
                  <a:cubicBezTo>
                    <a:pt x="111" y="75"/>
                    <a:pt x="112" y="56"/>
                    <a:pt x="118" y="43"/>
                  </a:cubicBezTo>
                  <a:cubicBezTo>
                    <a:pt x="122" y="33"/>
                    <a:pt x="131" y="23"/>
                    <a:pt x="136" y="21"/>
                  </a:cubicBezTo>
                  <a:cubicBezTo>
                    <a:pt x="147" y="17"/>
                    <a:pt x="154" y="31"/>
                    <a:pt x="166" y="48"/>
                  </a:cubicBezTo>
                  <a:cubicBezTo>
                    <a:pt x="162" y="40"/>
                    <a:pt x="157" y="31"/>
                    <a:pt x="156" y="25"/>
                  </a:cubicBezTo>
                  <a:cubicBezTo>
                    <a:pt x="152" y="0"/>
                    <a:pt x="130" y="1"/>
                    <a:pt x="111" y="27"/>
                  </a:cubicBezTo>
                  <a:cubicBezTo>
                    <a:pt x="83" y="67"/>
                    <a:pt x="125" y="132"/>
                    <a:pt x="63" y="151"/>
                  </a:cubicBezTo>
                  <a:cubicBezTo>
                    <a:pt x="42" y="155"/>
                    <a:pt x="18" y="163"/>
                    <a:pt x="0" y="157"/>
                  </a:cubicBezTo>
                  <a:cubicBezTo>
                    <a:pt x="15" y="165"/>
                    <a:pt x="35" y="166"/>
                    <a:pt x="61" y="15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35" name="Freeform 173">
              <a:extLst>
                <a:ext uri="{FF2B5EF4-FFF2-40B4-BE49-F238E27FC236}">
                  <a16:creationId xmlns:a16="http://schemas.microsoft.com/office/drawing/2014/main" id="{FA04A5EC-0F84-4314-A520-E3BD8AC23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701"/>
              <a:ext cx="23" cy="38"/>
            </a:xfrm>
            <a:custGeom>
              <a:avLst/>
              <a:gdLst>
                <a:gd name="T0" fmla="*/ 0 w 9"/>
                <a:gd name="T1" fmla="*/ 198 h 14"/>
                <a:gd name="T2" fmla="*/ 130 w 9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0"/>
                  </a:moveTo>
                  <a:cubicBezTo>
                    <a:pt x="6" y="0"/>
                    <a:pt x="9" y="7"/>
                    <a:pt x="8" y="14"/>
                  </a:cubicBezTo>
                </a:path>
              </a:pathLst>
            </a:custGeom>
            <a:noFill/>
            <a:ln w="15875" cap="flat">
              <a:solidFill>
                <a:srgbClr val="EBEA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36" name="Freeform 174">
              <a:extLst>
                <a:ext uri="{FF2B5EF4-FFF2-40B4-BE49-F238E27FC236}">
                  <a16:creationId xmlns:a16="http://schemas.microsoft.com/office/drawing/2014/main" id="{243A9298-9037-418D-8B8E-C9E6654E7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1707"/>
              <a:ext cx="27" cy="32"/>
            </a:xfrm>
            <a:custGeom>
              <a:avLst/>
              <a:gdLst>
                <a:gd name="T0" fmla="*/ 162 w 11"/>
                <a:gd name="T1" fmla="*/ 136 h 12"/>
                <a:gd name="T2" fmla="*/ 12 w 11"/>
                <a:gd name="T3" fmla="*/ 77 h 12"/>
                <a:gd name="T4" fmla="*/ 61 w 11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8" y="6"/>
                    <a:pt x="4" y="0"/>
                    <a:pt x="1" y="4"/>
                  </a:cubicBezTo>
                  <a:cubicBezTo>
                    <a:pt x="0" y="6"/>
                    <a:pt x="3" y="10"/>
                    <a:pt x="4" y="12"/>
                  </a:cubicBezTo>
                </a:path>
              </a:pathLst>
            </a:custGeom>
            <a:noFill/>
            <a:ln w="15875" cap="flat">
              <a:solidFill>
                <a:srgbClr val="EBEA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37" name="Freeform 175">
              <a:extLst>
                <a:ext uri="{FF2B5EF4-FFF2-40B4-BE49-F238E27FC236}">
                  <a16:creationId xmlns:a16="http://schemas.microsoft.com/office/drawing/2014/main" id="{260D8A56-69B3-4EBD-8682-840D9DEB0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715"/>
              <a:ext cx="1153" cy="232"/>
            </a:xfrm>
            <a:custGeom>
              <a:avLst/>
              <a:gdLst>
                <a:gd name="T0" fmla="*/ 83 w 461"/>
                <a:gd name="T1" fmla="*/ 547 h 87"/>
                <a:gd name="T2" fmla="*/ 1346 w 461"/>
                <a:gd name="T3" fmla="*/ 819 h 87"/>
                <a:gd name="T4" fmla="*/ 3617 w 461"/>
                <a:gd name="T5" fmla="*/ 1651 h 87"/>
                <a:gd name="T6" fmla="*/ 5943 w 461"/>
                <a:gd name="T7" fmla="*/ 605 h 87"/>
                <a:gd name="T8" fmla="*/ 7131 w 461"/>
                <a:gd name="T9" fmla="*/ 568 h 87"/>
                <a:gd name="T10" fmla="*/ 7131 w 461"/>
                <a:gd name="T11" fmla="*/ 717 h 87"/>
                <a:gd name="T12" fmla="*/ 7056 w 461"/>
                <a:gd name="T13" fmla="*/ 205 h 87"/>
                <a:gd name="T14" fmla="*/ 5880 w 461"/>
                <a:gd name="T15" fmla="*/ 397 h 87"/>
                <a:gd name="T16" fmla="*/ 3617 w 461"/>
                <a:gd name="T17" fmla="*/ 1139 h 87"/>
                <a:gd name="T18" fmla="*/ 1346 w 461"/>
                <a:gd name="T19" fmla="*/ 397 h 87"/>
                <a:gd name="T20" fmla="*/ 158 w 461"/>
                <a:gd name="T21" fmla="*/ 205 h 87"/>
                <a:gd name="T22" fmla="*/ 83 w 461"/>
                <a:gd name="T23" fmla="*/ 704 h 87"/>
                <a:gd name="T24" fmla="*/ 83 w 461"/>
                <a:gd name="T25" fmla="*/ 547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1" h="87">
                  <a:moveTo>
                    <a:pt x="5" y="29"/>
                  </a:moveTo>
                  <a:cubicBezTo>
                    <a:pt x="14" y="1"/>
                    <a:pt x="48" y="27"/>
                    <a:pt x="86" y="43"/>
                  </a:cubicBezTo>
                  <a:cubicBezTo>
                    <a:pt x="128" y="62"/>
                    <a:pt x="173" y="87"/>
                    <a:pt x="231" y="87"/>
                  </a:cubicBezTo>
                  <a:cubicBezTo>
                    <a:pt x="288" y="87"/>
                    <a:pt x="337" y="51"/>
                    <a:pt x="380" y="32"/>
                  </a:cubicBezTo>
                  <a:cubicBezTo>
                    <a:pt x="417" y="16"/>
                    <a:pt x="451" y="8"/>
                    <a:pt x="456" y="30"/>
                  </a:cubicBezTo>
                  <a:cubicBezTo>
                    <a:pt x="457" y="32"/>
                    <a:pt x="456" y="35"/>
                    <a:pt x="456" y="38"/>
                  </a:cubicBezTo>
                  <a:cubicBezTo>
                    <a:pt x="461" y="28"/>
                    <a:pt x="460" y="18"/>
                    <a:pt x="451" y="11"/>
                  </a:cubicBezTo>
                  <a:cubicBezTo>
                    <a:pt x="437" y="0"/>
                    <a:pt x="413" y="5"/>
                    <a:pt x="376" y="21"/>
                  </a:cubicBezTo>
                  <a:cubicBezTo>
                    <a:pt x="333" y="40"/>
                    <a:pt x="288" y="60"/>
                    <a:pt x="231" y="60"/>
                  </a:cubicBezTo>
                  <a:cubicBezTo>
                    <a:pt x="173" y="60"/>
                    <a:pt x="128" y="40"/>
                    <a:pt x="86" y="21"/>
                  </a:cubicBezTo>
                  <a:cubicBezTo>
                    <a:pt x="48" y="5"/>
                    <a:pt x="24" y="0"/>
                    <a:pt x="10" y="11"/>
                  </a:cubicBezTo>
                  <a:cubicBezTo>
                    <a:pt x="1" y="18"/>
                    <a:pt x="0" y="28"/>
                    <a:pt x="5" y="37"/>
                  </a:cubicBezTo>
                  <a:cubicBezTo>
                    <a:pt x="6" y="36"/>
                    <a:pt x="4" y="31"/>
                    <a:pt x="5" y="29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38" name="Freeform 176">
              <a:extLst>
                <a:ext uri="{FF2B5EF4-FFF2-40B4-BE49-F238E27FC236}">
                  <a16:creationId xmlns:a16="http://schemas.microsoft.com/office/drawing/2014/main" id="{EF3B71EE-7FC8-4653-9FF5-6F237D795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864"/>
              <a:ext cx="160" cy="69"/>
            </a:xfrm>
            <a:custGeom>
              <a:avLst/>
              <a:gdLst>
                <a:gd name="T0" fmla="*/ 0 w 64"/>
                <a:gd name="T1" fmla="*/ 0 h 26"/>
                <a:gd name="T2" fmla="*/ 1000 w 64"/>
                <a:gd name="T3" fmla="*/ 486 h 26"/>
                <a:gd name="T4" fmla="*/ 925 w 64"/>
                <a:gd name="T5" fmla="*/ 281 h 26"/>
                <a:gd name="T6" fmla="*/ 800 w 64"/>
                <a:gd name="T7" fmla="*/ 170 h 26"/>
                <a:gd name="T8" fmla="*/ 425 w 64"/>
                <a:gd name="T9" fmla="*/ 133 h 26"/>
                <a:gd name="T10" fmla="*/ 63 w 64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6">
                  <a:moveTo>
                    <a:pt x="0" y="0"/>
                  </a:moveTo>
                  <a:cubicBezTo>
                    <a:pt x="8" y="22"/>
                    <a:pt x="46" y="22"/>
                    <a:pt x="64" y="26"/>
                  </a:cubicBezTo>
                  <a:cubicBezTo>
                    <a:pt x="60" y="23"/>
                    <a:pt x="61" y="19"/>
                    <a:pt x="59" y="15"/>
                  </a:cubicBezTo>
                  <a:cubicBezTo>
                    <a:pt x="56" y="10"/>
                    <a:pt x="58" y="11"/>
                    <a:pt x="51" y="9"/>
                  </a:cubicBezTo>
                  <a:cubicBezTo>
                    <a:pt x="43" y="7"/>
                    <a:pt x="35" y="8"/>
                    <a:pt x="27" y="7"/>
                  </a:cubicBezTo>
                  <a:cubicBezTo>
                    <a:pt x="19" y="5"/>
                    <a:pt x="12" y="2"/>
                    <a:pt x="4" y="0"/>
                  </a:cubicBezTo>
                </a:path>
              </a:pathLst>
            </a:custGeom>
            <a:solidFill>
              <a:srgbClr val="E0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39" name="Freeform 177">
              <a:extLst>
                <a:ext uri="{FF2B5EF4-FFF2-40B4-BE49-F238E27FC236}">
                  <a16:creationId xmlns:a16="http://schemas.microsoft.com/office/drawing/2014/main" id="{EE6FCC35-D89F-43C6-811A-1EA9261FA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736"/>
              <a:ext cx="188" cy="51"/>
            </a:xfrm>
            <a:custGeom>
              <a:avLst/>
              <a:gdLst>
                <a:gd name="T0" fmla="*/ 20 w 75"/>
                <a:gd name="T1" fmla="*/ 150 h 19"/>
                <a:gd name="T2" fmla="*/ 376 w 75"/>
                <a:gd name="T3" fmla="*/ 0 h 19"/>
                <a:gd name="T4" fmla="*/ 1181 w 75"/>
                <a:gd name="T5" fmla="*/ 287 h 19"/>
                <a:gd name="T6" fmla="*/ 785 w 75"/>
                <a:gd name="T7" fmla="*/ 368 h 19"/>
                <a:gd name="T8" fmla="*/ 346 w 75"/>
                <a:gd name="T9" fmla="*/ 137 h 19"/>
                <a:gd name="T10" fmla="*/ 0 w 75"/>
                <a:gd name="T11" fmla="*/ 15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9">
                  <a:moveTo>
                    <a:pt x="1" y="8"/>
                  </a:moveTo>
                  <a:cubicBezTo>
                    <a:pt x="11" y="1"/>
                    <a:pt x="12" y="0"/>
                    <a:pt x="24" y="0"/>
                  </a:cubicBezTo>
                  <a:cubicBezTo>
                    <a:pt x="40" y="0"/>
                    <a:pt x="54" y="6"/>
                    <a:pt x="75" y="15"/>
                  </a:cubicBezTo>
                  <a:cubicBezTo>
                    <a:pt x="71" y="14"/>
                    <a:pt x="48" y="11"/>
                    <a:pt x="50" y="19"/>
                  </a:cubicBezTo>
                  <a:cubicBezTo>
                    <a:pt x="41" y="15"/>
                    <a:pt x="32" y="10"/>
                    <a:pt x="22" y="7"/>
                  </a:cubicBezTo>
                  <a:cubicBezTo>
                    <a:pt x="16" y="6"/>
                    <a:pt x="7" y="4"/>
                    <a:pt x="0" y="8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40" name="Freeform 178">
              <a:extLst>
                <a:ext uri="{FF2B5EF4-FFF2-40B4-BE49-F238E27FC236}">
                  <a16:creationId xmlns:a16="http://schemas.microsoft.com/office/drawing/2014/main" id="{16410A08-E2C7-49EA-9279-36DB7896C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723"/>
              <a:ext cx="128" cy="61"/>
            </a:xfrm>
            <a:custGeom>
              <a:avLst/>
              <a:gdLst>
                <a:gd name="T0" fmla="*/ 0 w 51"/>
                <a:gd name="T1" fmla="*/ 316 h 23"/>
                <a:gd name="T2" fmla="*/ 806 w 51"/>
                <a:gd name="T3" fmla="*/ 430 h 23"/>
                <a:gd name="T4" fmla="*/ 63 w 51"/>
                <a:gd name="T5" fmla="*/ 149 h 23"/>
                <a:gd name="T6" fmla="*/ 146 w 51"/>
                <a:gd name="T7" fmla="*/ 191 h 23"/>
                <a:gd name="T8" fmla="*/ 125 w 51"/>
                <a:gd name="T9" fmla="*/ 20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3">
                  <a:moveTo>
                    <a:pt x="0" y="17"/>
                  </a:moveTo>
                  <a:cubicBezTo>
                    <a:pt x="20" y="9"/>
                    <a:pt x="46" y="8"/>
                    <a:pt x="51" y="23"/>
                  </a:cubicBezTo>
                  <a:cubicBezTo>
                    <a:pt x="48" y="4"/>
                    <a:pt x="23" y="0"/>
                    <a:pt x="4" y="8"/>
                  </a:cubicBezTo>
                  <a:cubicBezTo>
                    <a:pt x="5" y="8"/>
                    <a:pt x="9" y="10"/>
                    <a:pt x="9" y="10"/>
                  </a:cubicBezTo>
                  <a:cubicBezTo>
                    <a:pt x="9" y="10"/>
                    <a:pt x="9" y="11"/>
                    <a:pt x="8" y="11"/>
                  </a:cubicBezTo>
                </a:path>
              </a:pathLst>
            </a:custGeom>
            <a:solidFill>
              <a:srgbClr val="969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41" name="Freeform 179">
              <a:extLst>
                <a:ext uri="{FF2B5EF4-FFF2-40B4-BE49-F238E27FC236}">
                  <a16:creationId xmlns:a16="http://schemas.microsoft.com/office/drawing/2014/main" id="{43071B4D-39FA-45CE-9D17-7C833A989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715"/>
              <a:ext cx="1283" cy="984"/>
            </a:xfrm>
            <a:custGeom>
              <a:avLst/>
              <a:gdLst>
                <a:gd name="T0" fmla="*/ 5930 w 513"/>
                <a:gd name="T1" fmla="*/ 2923 h 369"/>
                <a:gd name="T2" fmla="*/ 4817 w 513"/>
                <a:gd name="T3" fmla="*/ 5120 h 369"/>
                <a:gd name="T4" fmla="*/ 4022 w 513"/>
                <a:gd name="T5" fmla="*/ 6997 h 369"/>
                <a:gd name="T6" fmla="*/ 4022 w 513"/>
                <a:gd name="T7" fmla="*/ 6997 h 369"/>
                <a:gd name="T8" fmla="*/ 4004 w 513"/>
                <a:gd name="T9" fmla="*/ 6997 h 369"/>
                <a:gd name="T10" fmla="*/ 4022 w 513"/>
                <a:gd name="T11" fmla="*/ 6997 h 369"/>
                <a:gd name="T12" fmla="*/ 3209 w 513"/>
                <a:gd name="T13" fmla="*/ 5120 h 369"/>
                <a:gd name="T14" fmla="*/ 2096 w 513"/>
                <a:gd name="T15" fmla="*/ 2923 h 369"/>
                <a:gd name="T16" fmla="*/ 563 w 513"/>
                <a:gd name="T17" fmla="*/ 205 h 369"/>
                <a:gd name="T18" fmla="*/ 1751 w 513"/>
                <a:gd name="T19" fmla="*/ 397 h 369"/>
                <a:gd name="T20" fmla="*/ 4022 w 513"/>
                <a:gd name="T21" fmla="*/ 1139 h 369"/>
                <a:gd name="T22" fmla="*/ 6285 w 513"/>
                <a:gd name="T23" fmla="*/ 397 h 369"/>
                <a:gd name="T24" fmla="*/ 7463 w 513"/>
                <a:gd name="T25" fmla="*/ 205 h 369"/>
                <a:gd name="T26" fmla="*/ 5930 w 513"/>
                <a:gd name="T27" fmla="*/ 2923 h 3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3" h="369">
                  <a:moveTo>
                    <a:pt x="379" y="154"/>
                  </a:moveTo>
                  <a:cubicBezTo>
                    <a:pt x="347" y="208"/>
                    <a:pt x="314" y="256"/>
                    <a:pt x="308" y="270"/>
                  </a:cubicBezTo>
                  <a:cubicBezTo>
                    <a:pt x="297" y="299"/>
                    <a:pt x="284" y="369"/>
                    <a:pt x="257" y="369"/>
                  </a:cubicBezTo>
                  <a:cubicBezTo>
                    <a:pt x="257" y="369"/>
                    <a:pt x="257" y="369"/>
                    <a:pt x="257" y="369"/>
                  </a:cubicBezTo>
                  <a:cubicBezTo>
                    <a:pt x="256" y="369"/>
                    <a:pt x="256" y="369"/>
                    <a:pt x="256" y="369"/>
                  </a:cubicBezTo>
                  <a:cubicBezTo>
                    <a:pt x="256" y="369"/>
                    <a:pt x="257" y="369"/>
                    <a:pt x="257" y="369"/>
                  </a:cubicBezTo>
                  <a:cubicBezTo>
                    <a:pt x="229" y="369"/>
                    <a:pt x="216" y="299"/>
                    <a:pt x="205" y="270"/>
                  </a:cubicBezTo>
                  <a:cubicBezTo>
                    <a:pt x="199" y="256"/>
                    <a:pt x="166" y="208"/>
                    <a:pt x="134" y="154"/>
                  </a:cubicBezTo>
                  <a:cubicBezTo>
                    <a:pt x="102" y="99"/>
                    <a:pt x="0" y="41"/>
                    <a:pt x="36" y="11"/>
                  </a:cubicBezTo>
                  <a:cubicBezTo>
                    <a:pt x="50" y="0"/>
                    <a:pt x="74" y="5"/>
                    <a:pt x="112" y="21"/>
                  </a:cubicBezTo>
                  <a:cubicBezTo>
                    <a:pt x="154" y="40"/>
                    <a:pt x="199" y="60"/>
                    <a:pt x="257" y="60"/>
                  </a:cubicBezTo>
                  <a:cubicBezTo>
                    <a:pt x="314" y="60"/>
                    <a:pt x="359" y="40"/>
                    <a:pt x="402" y="21"/>
                  </a:cubicBezTo>
                  <a:cubicBezTo>
                    <a:pt x="439" y="5"/>
                    <a:pt x="463" y="0"/>
                    <a:pt x="477" y="11"/>
                  </a:cubicBezTo>
                  <a:cubicBezTo>
                    <a:pt x="513" y="41"/>
                    <a:pt x="411" y="99"/>
                    <a:pt x="379" y="154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42" name="Freeform 180">
              <a:extLst>
                <a:ext uri="{FF2B5EF4-FFF2-40B4-BE49-F238E27FC236}">
                  <a16:creationId xmlns:a16="http://schemas.microsoft.com/office/drawing/2014/main" id="{FB91A1C4-14AE-4D78-AD7A-97AA1E134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715"/>
              <a:ext cx="1153" cy="232"/>
            </a:xfrm>
            <a:custGeom>
              <a:avLst/>
              <a:gdLst>
                <a:gd name="T0" fmla="*/ 83 w 461"/>
                <a:gd name="T1" fmla="*/ 547 h 87"/>
                <a:gd name="T2" fmla="*/ 1346 w 461"/>
                <a:gd name="T3" fmla="*/ 819 h 87"/>
                <a:gd name="T4" fmla="*/ 3617 w 461"/>
                <a:gd name="T5" fmla="*/ 1651 h 87"/>
                <a:gd name="T6" fmla="*/ 5943 w 461"/>
                <a:gd name="T7" fmla="*/ 605 h 87"/>
                <a:gd name="T8" fmla="*/ 7131 w 461"/>
                <a:gd name="T9" fmla="*/ 568 h 87"/>
                <a:gd name="T10" fmla="*/ 7131 w 461"/>
                <a:gd name="T11" fmla="*/ 717 h 87"/>
                <a:gd name="T12" fmla="*/ 7056 w 461"/>
                <a:gd name="T13" fmla="*/ 205 h 87"/>
                <a:gd name="T14" fmla="*/ 5880 w 461"/>
                <a:gd name="T15" fmla="*/ 397 h 87"/>
                <a:gd name="T16" fmla="*/ 3617 w 461"/>
                <a:gd name="T17" fmla="*/ 1139 h 87"/>
                <a:gd name="T18" fmla="*/ 1346 w 461"/>
                <a:gd name="T19" fmla="*/ 397 h 87"/>
                <a:gd name="T20" fmla="*/ 158 w 461"/>
                <a:gd name="T21" fmla="*/ 205 h 87"/>
                <a:gd name="T22" fmla="*/ 83 w 461"/>
                <a:gd name="T23" fmla="*/ 704 h 87"/>
                <a:gd name="T24" fmla="*/ 83 w 461"/>
                <a:gd name="T25" fmla="*/ 547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1" h="87">
                  <a:moveTo>
                    <a:pt x="5" y="29"/>
                  </a:moveTo>
                  <a:cubicBezTo>
                    <a:pt x="14" y="1"/>
                    <a:pt x="48" y="27"/>
                    <a:pt x="86" y="43"/>
                  </a:cubicBezTo>
                  <a:cubicBezTo>
                    <a:pt x="128" y="62"/>
                    <a:pt x="173" y="87"/>
                    <a:pt x="231" y="87"/>
                  </a:cubicBezTo>
                  <a:cubicBezTo>
                    <a:pt x="288" y="87"/>
                    <a:pt x="337" y="51"/>
                    <a:pt x="380" y="32"/>
                  </a:cubicBezTo>
                  <a:cubicBezTo>
                    <a:pt x="417" y="16"/>
                    <a:pt x="451" y="8"/>
                    <a:pt x="456" y="30"/>
                  </a:cubicBezTo>
                  <a:cubicBezTo>
                    <a:pt x="457" y="32"/>
                    <a:pt x="456" y="35"/>
                    <a:pt x="456" y="38"/>
                  </a:cubicBezTo>
                  <a:cubicBezTo>
                    <a:pt x="461" y="28"/>
                    <a:pt x="460" y="18"/>
                    <a:pt x="451" y="11"/>
                  </a:cubicBezTo>
                  <a:cubicBezTo>
                    <a:pt x="437" y="0"/>
                    <a:pt x="413" y="5"/>
                    <a:pt x="376" y="21"/>
                  </a:cubicBezTo>
                  <a:cubicBezTo>
                    <a:pt x="333" y="40"/>
                    <a:pt x="288" y="60"/>
                    <a:pt x="231" y="60"/>
                  </a:cubicBezTo>
                  <a:cubicBezTo>
                    <a:pt x="173" y="60"/>
                    <a:pt x="128" y="40"/>
                    <a:pt x="86" y="21"/>
                  </a:cubicBezTo>
                  <a:cubicBezTo>
                    <a:pt x="48" y="5"/>
                    <a:pt x="24" y="0"/>
                    <a:pt x="10" y="11"/>
                  </a:cubicBezTo>
                  <a:cubicBezTo>
                    <a:pt x="1" y="18"/>
                    <a:pt x="0" y="28"/>
                    <a:pt x="5" y="37"/>
                  </a:cubicBezTo>
                  <a:cubicBezTo>
                    <a:pt x="6" y="36"/>
                    <a:pt x="4" y="31"/>
                    <a:pt x="5" y="2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7109" name="Text Box 181">
            <a:extLst>
              <a:ext uri="{FF2B5EF4-FFF2-40B4-BE49-F238E27FC236}">
                <a16:creationId xmlns:a16="http://schemas.microsoft.com/office/drawing/2014/main" id="{2D676D52-5534-4521-A6A6-77E40D6B62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5438775"/>
            <a:ext cx="17589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Severe disease</a:t>
            </a:r>
          </a:p>
        </p:txBody>
      </p:sp>
      <p:sp>
        <p:nvSpPr>
          <p:cNvPr id="47110" name="Text Box 182">
            <a:extLst>
              <a:ext uri="{FF2B5EF4-FFF2-40B4-BE49-F238E27FC236}">
                <a16:creationId xmlns:a16="http://schemas.microsoft.com/office/drawing/2014/main" id="{EFBA0661-84D7-4AC4-BA17-9C7C04452D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5438775"/>
            <a:ext cx="1454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Mild disease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>
            <a:extLst>
              <a:ext uri="{FF2B5EF4-FFF2-40B4-BE49-F238E27FC236}">
                <a16:creationId xmlns:a16="http://schemas.microsoft.com/office/drawing/2014/main" id="{29C846E0-BDED-4B1A-BA99-BD56C014D5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Parkinson’s disease</a:t>
            </a:r>
          </a:p>
        </p:txBody>
      </p:sp>
      <p:grpSp>
        <p:nvGrpSpPr>
          <p:cNvPr id="83970" name="Lateral-head-profile-axial-line">
            <a:extLst>
              <a:ext uri="{FF2B5EF4-FFF2-40B4-BE49-F238E27FC236}">
                <a16:creationId xmlns:a16="http://schemas.microsoft.com/office/drawing/2014/main" id="{168AF7BD-D815-44F9-A2AC-167E1587B638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143000"/>
            <a:ext cx="2613025" cy="3273425"/>
            <a:chOff x="391" y="1290"/>
            <a:chExt cx="1646" cy="2062"/>
          </a:xfrm>
        </p:grpSpPr>
        <p:sp>
          <p:nvSpPr>
            <p:cNvPr id="84392" name="Freeform 4">
              <a:extLst>
                <a:ext uri="{FF2B5EF4-FFF2-40B4-BE49-F238E27FC236}">
                  <a16:creationId xmlns:a16="http://schemas.microsoft.com/office/drawing/2014/main" id="{1EF590C9-8BF6-4241-B834-1EE2A29F9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" y="1290"/>
              <a:ext cx="1577" cy="2062"/>
            </a:xfrm>
            <a:custGeom>
              <a:avLst/>
              <a:gdLst>
                <a:gd name="T0" fmla="*/ 335 w 909"/>
                <a:gd name="T1" fmla="*/ 3141 h 1189"/>
                <a:gd name="T2" fmla="*/ 57 w 909"/>
                <a:gd name="T3" fmla="*/ 2969 h 1189"/>
                <a:gd name="T4" fmla="*/ 16 w 909"/>
                <a:gd name="T5" fmla="*/ 2764 h 1189"/>
                <a:gd name="T6" fmla="*/ 562 w 909"/>
                <a:gd name="T7" fmla="*/ 2003 h 1189"/>
                <a:gd name="T8" fmla="*/ 560 w 909"/>
                <a:gd name="T9" fmla="*/ 1726 h 1189"/>
                <a:gd name="T10" fmla="*/ 626 w 909"/>
                <a:gd name="T11" fmla="*/ 1471 h 1189"/>
                <a:gd name="T12" fmla="*/ 1724 w 909"/>
                <a:gd name="T13" fmla="*/ 475 h 1189"/>
                <a:gd name="T14" fmla="*/ 4014 w 909"/>
                <a:gd name="T15" fmla="*/ 893 h 1189"/>
                <a:gd name="T16" fmla="*/ 4283 w 909"/>
                <a:gd name="T17" fmla="*/ 2848 h 1189"/>
                <a:gd name="T18" fmla="*/ 3952 w 909"/>
                <a:gd name="T19" fmla="*/ 3829 h 1189"/>
                <a:gd name="T20" fmla="*/ 4400 w 909"/>
                <a:gd name="T21" fmla="*/ 5137 h 1189"/>
                <a:gd name="T22" fmla="*/ 1959 w 909"/>
                <a:gd name="T23" fmla="*/ 5759 h 1189"/>
                <a:gd name="T24" fmla="*/ 1884 w 909"/>
                <a:gd name="T25" fmla="*/ 5191 h 1189"/>
                <a:gd name="T26" fmla="*/ 1733 w 909"/>
                <a:gd name="T27" fmla="*/ 4816 h 1189"/>
                <a:gd name="T28" fmla="*/ 1471 w 909"/>
                <a:gd name="T29" fmla="*/ 4440 h 1189"/>
                <a:gd name="T30" fmla="*/ 737 w 909"/>
                <a:gd name="T31" fmla="*/ 4445 h 1189"/>
                <a:gd name="T32" fmla="*/ 505 w 909"/>
                <a:gd name="T33" fmla="*/ 4079 h 1189"/>
                <a:gd name="T34" fmla="*/ 382 w 909"/>
                <a:gd name="T35" fmla="*/ 3720 h 1189"/>
                <a:gd name="T36" fmla="*/ 370 w 909"/>
                <a:gd name="T37" fmla="*/ 3666 h 1189"/>
                <a:gd name="T38" fmla="*/ 418 w 909"/>
                <a:gd name="T39" fmla="*/ 3552 h 1189"/>
                <a:gd name="T40" fmla="*/ 328 w 909"/>
                <a:gd name="T41" fmla="*/ 3380 h 1189"/>
                <a:gd name="T42" fmla="*/ 335 w 909"/>
                <a:gd name="T43" fmla="*/ 3141 h 11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09" h="1189">
                  <a:moveTo>
                    <a:pt x="64" y="602"/>
                  </a:moveTo>
                  <a:cubicBezTo>
                    <a:pt x="64" y="602"/>
                    <a:pt x="19" y="580"/>
                    <a:pt x="11" y="569"/>
                  </a:cubicBezTo>
                  <a:cubicBezTo>
                    <a:pt x="2" y="558"/>
                    <a:pt x="0" y="538"/>
                    <a:pt x="3" y="530"/>
                  </a:cubicBezTo>
                  <a:cubicBezTo>
                    <a:pt x="6" y="522"/>
                    <a:pt x="115" y="406"/>
                    <a:pt x="108" y="384"/>
                  </a:cubicBezTo>
                  <a:cubicBezTo>
                    <a:pt x="100" y="360"/>
                    <a:pt x="100" y="348"/>
                    <a:pt x="107" y="331"/>
                  </a:cubicBezTo>
                  <a:cubicBezTo>
                    <a:pt x="107" y="331"/>
                    <a:pt x="116" y="302"/>
                    <a:pt x="120" y="282"/>
                  </a:cubicBezTo>
                  <a:cubicBezTo>
                    <a:pt x="125" y="262"/>
                    <a:pt x="139" y="163"/>
                    <a:pt x="330" y="91"/>
                  </a:cubicBezTo>
                  <a:cubicBezTo>
                    <a:pt x="376" y="74"/>
                    <a:pt x="673" y="0"/>
                    <a:pt x="769" y="171"/>
                  </a:cubicBezTo>
                  <a:cubicBezTo>
                    <a:pt x="801" y="229"/>
                    <a:pt x="909" y="382"/>
                    <a:pt x="820" y="546"/>
                  </a:cubicBezTo>
                  <a:cubicBezTo>
                    <a:pt x="807" y="570"/>
                    <a:pt x="743" y="626"/>
                    <a:pt x="757" y="734"/>
                  </a:cubicBezTo>
                  <a:cubicBezTo>
                    <a:pt x="771" y="842"/>
                    <a:pt x="788" y="946"/>
                    <a:pt x="843" y="985"/>
                  </a:cubicBezTo>
                  <a:cubicBezTo>
                    <a:pt x="843" y="985"/>
                    <a:pt x="665" y="1189"/>
                    <a:pt x="375" y="1104"/>
                  </a:cubicBezTo>
                  <a:cubicBezTo>
                    <a:pt x="375" y="1104"/>
                    <a:pt x="377" y="1044"/>
                    <a:pt x="361" y="995"/>
                  </a:cubicBezTo>
                  <a:cubicBezTo>
                    <a:pt x="345" y="946"/>
                    <a:pt x="336" y="968"/>
                    <a:pt x="332" y="923"/>
                  </a:cubicBezTo>
                  <a:cubicBezTo>
                    <a:pt x="330" y="899"/>
                    <a:pt x="301" y="861"/>
                    <a:pt x="282" y="851"/>
                  </a:cubicBezTo>
                  <a:cubicBezTo>
                    <a:pt x="282" y="851"/>
                    <a:pt x="162" y="856"/>
                    <a:pt x="141" y="852"/>
                  </a:cubicBezTo>
                  <a:cubicBezTo>
                    <a:pt x="120" y="848"/>
                    <a:pt x="89" y="833"/>
                    <a:pt x="97" y="782"/>
                  </a:cubicBezTo>
                  <a:cubicBezTo>
                    <a:pt x="105" y="731"/>
                    <a:pt x="73" y="713"/>
                    <a:pt x="73" y="713"/>
                  </a:cubicBezTo>
                  <a:cubicBezTo>
                    <a:pt x="73" y="713"/>
                    <a:pt x="68" y="709"/>
                    <a:pt x="71" y="703"/>
                  </a:cubicBezTo>
                  <a:cubicBezTo>
                    <a:pt x="73" y="697"/>
                    <a:pt x="78" y="682"/>
                    <a:pt x="80" y="681"/>
                  </a:cubicBezTo>
                  <a:cubicBezTo>
                    <a:pt x="80" y="681"/>
                    <a:pt x="59" y="663"/>
                    <a:pt x="63" y="648"/>
                  </a:cubicBezTo>
                  <a:cubicBezTo>
                    <a:pt x="63" y="648"/>
                    <a:pt x="69" y="621"/>
                    <a:pt x="64" y="602"/>
                  </a:cubicBezTo>
                  <a:close/>
                </a:path>
              </a:pathLst>
            </a:custGeom>
            <a:solidFill>
              <a:srgbClr val="A6A3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93" name="Freeform 5">
              <a:extLst>
                <a:ext uri="{FF2B5EF4-FFF2-40B4-BE49-F238E27FC236}">
                  <a16:creationId xmlns:a16="http://schemas.microsoft.com/office/drawing/2014/main" id="{61668600-0279-4347-969E-597F26F7B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" y="1290"/>
              <a:ext cx="1577" cy="1914"/>
            </a:xfrm>
            <a:custGeom>
              <a:avLst/>
              <a:gdLst>
                <a:gd name="T0" fmla="*/ 1959 w 909"/>
                <a:gd name="T1" fmla="*/ 5752 h 1104"/>
                <a:gd name="T2" fmla="*/ 1884 w 909"/>
                <a:gd name="T3" fmla="*/ 5185 h 1104"/>
                <a:gd name="T4" fmla="*/ 1733 w 909"/>
                <a:gd name="T5" fmla="*/ 4809 h 1104"/>
                <a:gd name="T6" fmla="*/ 1471 w 909"/>
                <a:gd name="T7" fmla="*/ 4433 h 1104"/>
                <a:gd name="T8" fmla="*/ 737 w 909"/>
                <a:gd name="T9" fmla="*/ 4440 h 1104"/>
                <a:gd name="T10" fmla="*/ 505 w 909"/>
                <a:gd name="T11" fmla="*/ 4076 h 1104"/>
                <a:gd name="T12" fmla="*/ 382 w 909"/>
                <a:gd name="T13" fmla="*/ 3715 h 1104"/>
                <a:gd name="T14" fmla="*/ 370 w 909"/>
                <a:gd name="T15" fmla="*/ 3663 h 1104"/>
                <a:gd name="T16" fmla="*/ 418 w 909"/>
                <a:gd name="T17" fmla="*/ 3549 h 1104"/>
                <a:gd name="T18" fmla="*/ 328 w 909"/>
                <a:gd name="T19" fmla="*/ 3376 h 1104"/>
                <a:gd name="T20" fmla="*/ 335 w 909"/>
                <a:gd name="T21" fmla="*/ 3138 h 1104"/>
                <a:gd name="T22" fmla="*/ 57 w 909"/>
                <a:gd name="T23" fmla="*/ 2963 h 1104"/>
                <a:gd name="T24" fmla="*/ 16 w 909"/>
                <a:gd name="T25" fmla="*/ 2762 h 1104"/>
                <a:gd name="T26" fmla="*/ 562 w 909"/>
                <a:gd name="T27" fmla="*/ 2002 h 1104"/>
                <a:gd name="T28" fmla="*/ 560 w 909"/>
                <a:gd name="T29" fmla="*/ 1725 h 1104"/>
                <a:gd name="T30" fmla="*/ 626 w 909"/>
                <a:gd name="T31" fmla="*/ 1470 h 1104"/>
                <a:gd name="T32" fmla="*/ 1724 w 909"/>
                <a:gd name="T33" fmla="*/ 475 h 1104"/>
                <a:gd name="T34" fmla="*/ 4014 w 909"/>
                <a:gd name="T35" fmla="*/ 889 h 1104"/>
                <a:gd name="T36" fmla="*/ 4283 w 909"/>
                <a:gd name="T37" fmla="*/ 2847 h 1104"/>
                <a:gd name="T38" fmla="*/ 3952 w 909"/>
                <a:gd name="T39" fmla="*/ 3826 h 1104"/>
                <a:gd name="T40" fmla="*/ 4400 w 909"/>
                <a:gd name="T41" fmla="*/ 5133 h 110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9" h="1104">
                  <a:moveTo>
                    <a:pt x="375" y="1104"/>
                  </a:moveTo>
                  <a:cubicBezTo>
                    <a:pt x="375" y="1104"/>
                    <a:pt x="377" y="1044"/>
                    <a:pt x="361" y="995"/>
                  </a:cubicBezTo>
                  <a:cubicBezTo>
                    <a:pt x="345" y="946"/>
                    <a:pt x="336" y="968"/>
                    <a:pt x="332" y="923"/>
                  </a:cubicBezTo>
                  <a:cubicBezTo>
                    <a:pt x="330" y="899"/>
                    <a:pt x="301" y="861"/>
                    <a:pt x="282" y="851"/>
                  </a:cubicBezTo>
                  <a:cubicBezTo>
                    <a:pt x="282" y="851"/>
                    <a:pt x="162" y="856"/>
                    <a:pt x="141" y="852"/>
                  </a:cubicBezTo>
                  <a:cubicBezTo>
                    <a:pt x="120" y="848"/>
                    <a:pt x="89" y="833"/>
                    <a:pt x="97" y="782"/>
                  </a:cubicBezTo>
                  <a:cubicBezTo>
                    <a:pt x="105" y="731"/>
                    <a:pt x="73" y="713"/>
                    <a:pt x="73" y="713"/>
                  </a:cubicBezTo>
                  <a:cubicBezTo>
                    <a:pt x="73" y="713"/>
                    <a:pt x="68" y="709"/>
                    <a:pt x="71" y="703"/>
                  </a:cubicBezTo>
                  <a:cubicBezTo>
                    <a:pt x="73" y="697"/>
                    <a:pt x="78" y="682"/>
                    <a:pt x="80" y="681"/>
                  </a:cubicBezTo>
                  <a:cubicBezTo>
                    <a:pt x="80" y="681"/>
                    <a:pt x="59" y="663"/>
                    <a:pt x="63" y="648"/>
                  </a:cubicBezTo>
                  <a:cubicBezTo>
                    <a:pt x="63" y="648"/>
                    <a:pt x="69" y="621"/>
                    <a:pt x="64" y="602"/>
                  </a:cubicBezTo>
                  <a:cubicBezTo>
                    <a:pt x="64" y="602"/>
                    <a:pt x="19" y="580"/>
                    <a:pt x="11" y="569"/>
                  </a:cubicBezTo>
                  <a:cubicBezTo>
                    <a:pt x="2" y="558"/>
                    <a:pt x="0" y="538"/>
                    <a:pt x="3" y="530"/>
                  </a:cubicBezTo>
                  <a:cubicBezTo>
                    <a:pt x="6" y="522"/>
                    <a:pt x="115" y="406"/>
                    <a:pt x="108" y="384"/>
                  </a:cubicBezTo>
                  <a:cubicBezTo>
                    <a:pt x="100" y="360"/>
                    <a:pt x="100" y="348"/>
                    <a:pt x="107" y="331"/>
                  </a:cubicBezTo>
                  <a:cubicBezTo>
                    <a:pt x="107" y="331"/>
                    <a:pt x="116" y="302"/>
                    <a:pt x="120" y="282"/>
                  </a:cubicBezTo>
                  <a:cubicBezTo>
                    <a:pt x="125" y="262"/>
                    <a:pt x="139" y="163"/>
                    <a:pt x="330" y="91"/>
                  </a:cubicBezTo>
                  <a:cubicBezTo>
                    <a:pt x="376" y="74"/>
                    <a:pt x="673" y="0"/>
                    <a:pt x="769" y="171"/>
                  </a:cubicBezTo>
                  <a:cubicBezTo>
                    <a:pt x="801" y="229"/>
                    <a:pt x="909" y="382"/>
                    <a:pt x="820" y="546"/>
                  </a:cubicBezTo>
                  <a:cubicBezTo>
                    <a:pt x="807" y="570"/>
                    <a:pt x="743" y="626"/>
                    <a:pt x="757" y="734"/>
                  </a:cubicBezTo>
                  <a:cubicBezTo>
                    <a:pt x="771" y="842"/>
                    <a:pt x="788" y="946"/>
                    <a:pt x="843" y="985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94" name="Freeform 6">
              <a:extLst>
                <a:ext uri="{FF2B5EF4-FFF2-40B4-BE49-F238E27FC236}">
                  <a16:creationId xmlns:a16="http://schemas.microsoft.com/office/drawing/2014/main" id="{46EF99B3-D4A3-4D0E-A024-FC13FDD6F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2410"/>
              <a:ext cx="123" cy="90"/>
            </a:xfrm>
            <a:custGeom>
              <a:avLst/>
              <a:gdLst>
                <a:gd name="T0" fmla="*/ 0 w 71"/>
                <a:gd name="T1" fmla="*/ 0 h 52"/>
                <a:gd name="T2" fmla="*/ 369 w 71"/>
                <a:gd name="T3" fmla="*/ 270 h 52"/>
                <a:gd name="T4" fmla="*/ 73 w 71"/>
                <a:gd name="T5" fmla="*/ 18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">
                  <a:moveTo>
                    <a:pt x="0" y="0"/>
                  </a:moveTo>
                  <a:cubicBezTo>
                    <a:pt x="0" y="0"/>
                    <a:pt x="44" y="30"/>
                    <a:pt x="71" y="52"/>
                  </a:cubicBezTo>
                  <a:cubicBezTo>
                    <a:pt x="14" y="35"/>
                    <a:pt x="14" y="35"/>
                    <a:pt x="14" y="35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95" name="Freeform 7">
              <a:extLst>
                <a:ext uri="{FF2B5EF4-FFF2-40B4-BE49-F238E27FC236}">
                  <a16:creationId xmlns:a16="http://schemas.microsoft.com/office/drawing/2014/main" id="{E59860EB-4499-43C0-8738-7D0224664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2504"/>
              <a:ext cx="87" cy="22"/>
            </a:xfrm>
            <a:custGeom>
              <a:avLst/>
              <a:gdLst>
                <a:gd name="T0" fmla="*/ 0 w 50"/>
                <a:gd name="T1" fmla="*/ 58 h 13"/>
                <a:gd name="T2" fmla="*/ 263 w 5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3">
                  <a:moveTo>
                    <a:pt x="0" y="12"/>
                  </a:moveTo>
                  <a:cubicBezTo>
                    <a:pt x="0" y="12"/>
                    <a:pt x="5" y="13"/>
                    <a:pt x="50" y="0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96" name="Freeform 8">
              <a:extLst>
                <a:ext uri="{FF2B5EF4-FFF2-40B4-BE49-F238E27FC236}">
                  <a16:creationId xmlns:a16="http://schemas.microsoft.com/office/drawing/2014/main" id="{ACEE9C4F-564E-4178-909B-DC0235175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2264"/>
              <a:ext cx="81" cy="51"/>
            </a:xfrm>
            <a:custGeom>
              <a:avLst/>
              <a:gdLst>
                <a:gd name="T0" fmla="*/ 0 w 47"/>
                <a:gd name="T1" fmla="*/ 44 h 29"/>
                <a:gd name="T2" fmla="*/ 83 w 47"/>
                <a:gd name="T3" fmla="*/ 28 h 29"/>
                <a:gd name="T4" fmla="*/ 226 w 47"/>
                <a:gd name="T5" fmla="*/ 121 h 29"/>
                <a:gd name="T6" fmla="*/ 190 w 47"/>
                <a:gd name="T7" fmla="*/ 15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9">
                  <a:moveTo>
                    <a:pt x="0" y="8"/>
                  </a:moveTo>
                  <a:cubicBezTo>
                    <a:pt x="0" y="8"/>
                    <a:pt x="6" y="0"/>
                    <a:pt x="16" y="5"/>
                  </a:cubicBezTo>
                  <a:cubicBezTo>
                    <a:pt x="25" y="9"/>
                    <a:pt x="44" y="22"/>
                    <a:pt x="44" y="22"/>
                  </a:cubicBezTo>
                  <a:cubicBezTo>
                    <a:pt x="44" y="22"/>
                    <a:pt x="47" y="26"/>
                    <a:pt x="37" y="29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97" name="Freeform 9">
              <a:extLst>
                <a:ext uri="{FF2B5EF4-FFF2-40B4-BE49-F238E27FC236}">
                  <a16:creationId xmlns:a16="http://schemas.microsoft.com/office/drawing/2014/main" id="{6952770E-4655-4963-A440-90EBEC505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218"/>
              <a:ext cx="86" cy="98"/>
            </a:xfrm>
            <a:custGeom>
              <a:avLst/>
              <a:gdLst>
                <a:gd name="T0" fmla="*/ 0 w 50"/>
                <a:gd name="T1" fmla="*/ 0 h 57"/>
                <a:gd name="T2" fmla="*/ 157 w 50"/>
                <a:gd name="T3" fmla="*/ 28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57">
                  <a:moveTo>
                    <a:pt x="0" y="0"/>
                  </a:moveTo>
                  <a:cubicBezTo>
                    <a:pt x="0" y="0"/>
                    <a:pt x="50" y="32"/>
                    <a:pt x="31" y="57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98" name="Freeform 10">
              <a:extLst>
                <a:ext uri="{FF2B5EF4-FFF2-40B4-BE49-F238E27FC236}">
                  <a16:creationId xmlns:a16="http://schemas.microsoft.com/office/drawing/2014/main" id="{E39A4F05-E97F-4B0A-8FED-E24300FA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1909"/>
              <a:ext cx="191" cy="102"/>
            </a:xfrm>
            <a:custGeom>
              <a:avLst/>
              <a:gdLst>
                <a:gd name="T0" fmla="*/ 0 w 110"/>
                <a:gd name="T1" fmla="*/ 16 h 59"/>
                <a:gd name="T2" fmla="*/ 30 w 110"/>
                <a:gd name="T3" fmla="*/ 123 h 59"/>
                <a:gd name="T4" fmla="*/ 184 w 110"/>
                <a:gd name="T5" fmla="*/ 171 h 59"/>
                <a:gd name="T6" fmla="*/ 576 w 110"/>
                <a:gd name="T7" fmla="*/ 304 h 59"/>
                <a:gd name="T8" fmla="*/ 0 w 110"/>
                <a:gd name="T9" fmla="*/ 1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59">
                  <a:moveTo>
                    <a:pt x="0" y="3"/>
                  </a:moveTo>
                  <a:cubicBezTo>
                    <a:pt x="0" y="3"/>
                    <a:pt x="2" y="16"/>
                    <a:pt x="6" y="24"/>
                  </a:cubicBezTo>
                  <a:cubicBezTo>
                    <a:pt x="11" y="31"/>
                    <a:pt x="21" y="27"/>
                    <a:pt x="35" y="33"/>
                  </a:cubicBezTo>
                  <a:cubicBezTo>
                    <a:pt x="49" y="38"/>
                    <a:pt x="110" y="59"/>
                    <a:pt x="110" y="59"/>
                  </a:cubicBezTo>
                  <a:cubicBezTo>
                    <a:pt x="110" y="59"/>
                    <a:pt x="58" y="0"/>
                    <a:pt x="0" y="3"/>
                  </a:cubicBezTo>
                  <a:close/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99" name="Freeform 11">
              <a:extLst>
                <a:ext uri="{FF2B5EF4-FFF2-40B4-BE49-F238E27FC236}">
                  <a16:creationId xmlns:a16="http://schemas.microsoft.com/office/drawing/2014/main" id="{7188404F-4A6D-47F5-8722-7B22F113C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006"/>
              <a:ext cx="87" cy="76"/>
            </a:xfrm>
            <a:custGeom>
              <a:avLst/>
              <a:gdLst>
                <a:gd name="T0" fmla="*/ 0 w 50"/>
                <a:gd name="T1" fmla="*/ 0 h 44"/>
                <a:gd name="T2" fmla="*/ 263 w 50"/>
                <a:gd name="T3" fmla="*/ 128 h 44"/>
                <a:gd name="T4" fmla="*/ 30 w 50"/>
                <a:gd name="T5" fmla="*/ 21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4">
                  <a:moveTo>
                    <a:pt x="0" y="0"/>
                  </a:moveTo>
                  <a:cubicBezTo>
                    <a:pt x="50" y="25"/>
                    <a:pt x="50" y="25"/>
                    <a:pt x="50" y="25"/>
                  </a:cubicBezTo>
                  <a:cubicBezTo>
                    <a:pt x="50" y="25"/>
                    <a:pt x="15" y="44"/>
                    <a:pt x="6" y="41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00" name="Freeform 12">
              <a:extLst>
                <a:ext uri="{FF2B5EF4-FFF2-40B4-BE49-F238E27FC236}">
                  <a16:creationId xmlns:a16="http://schemas.microsoft.com/office/drawing/2014/main" id="{2806B2E3-265C-44C8-9693-EDAD611F2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2013"/>
              <a:ext cx="23" cy="62"/>
            </a:xfrm>
            <a:custGeom>
              <a:avLst/>
              <a:gdLst>
                <a:gd name="T0" fmla="*/ 60 w 13"/>
                <a:gd name="T1" fmla="*/ 0 h 36"/>
                <a:gd name="T2" fmla="*/ 73 w 13"/>
                <a:gd name="T3" fmla="*/ 184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6">
                  <a:moveTo>
                    <a:pt x="11" y="0"/>
                  </a:moveTo>
                  <a:cubicBezTo>
                    <a:pt x="11" y="0"/>
                    <a:pt x="0" y="19"/>
                    <a:pt x="13" y="36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01" name="Freeform 13">
              <a:extLst>
                <a:ext uri="{FF2B5EF4-FFF2-40B4-BE49-F238E27FC236}">
                  <a16:creationId xmlns:a16="http://schemas.microsoft.com/office/drawing/2014/main" id="{46EDB83B-AF3A-4800-9207-66EF351A5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022"/>
              <a:ext cx="10" cy="41"/>
            </a:xfrm>
            <a:custGeom>
              <a:avLst/>
              <a:gdLst>
                <a:gd name="T0" fmla="*/ 0 w 6"/>
                <a:gd name="T1" fmla="*/ 0 h 24"/>
                <a:gd name="T2" fmla="*/ 5 w 6"/>
                <a:gd name="T3" fmla="*/ 12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0" y="0"/>
                  </a:moveTo>
                  <a:cubicBezTo>
                    <a:pt x="0" y="0"/>
                    <a:pt x="6" y="18"/>
                    <a:pt x="1" y="24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02" name="Freeform 14">
              <a:extLst>
                <a:ext uri="{FF2B5EF4-FFF2-40B4-BE49-F238E27FC236}">
                  <a16:creationId xmlns:a16="http://schemas.microsoft.com/office/drawing/2014/main" id="{C0A07B24-DC52-4F7C-A9CC-FFB51112D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978"/>
              <a:ext cx="97" cy="64"/>
            </a:xfrm>
            <a:custGeom>
              <a:avLst/>
              <a:gdLst>
                <a:gd name="T0" fmla="*/ 0 w 56"/>
                <a:gd name="T1" fmla="*/ 83 h 37"/>
                <a:gd name="T2" fmla="*/ 57 w 56"/>
                <a:gd name="T3" fmla="*/ 16 h 37"/>
                <a:gd name="T4" fmla="*/ 291 w 56"/>
                <a:gd name="T5" fmla="*/ 19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7">
                  <a:moveTo>
                    <a:pt x="0" y="16"/>
                  </a:moveTo>
                  <a:cubicBezTo>
                    <a:pt x="0" y="16"/>
                    <a:pt x="3" y="0"/>
                    <a:pt x="11" y="3"/>
                  </a:cubicBezTo>
                  <a:cubicBezTo>
                    <a:pt x="20" y="7"/>
                    <a:pt x="48" y="34"/>
                    <a:pt x="56" y="37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03" name="Freeform 15">
              <a:extLst>
                <a:ext uri="{FF2B5EF4-FFF2-40B4-BE49-F238E27FC236}">
                  <a16:creationId xmlns:a16="http://schemas.microsoft.com/office/drawing/2014/main" id="{E37C3F5E-9070-48DA-9FAD-C22A190DC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094"/>
              <a:ext cx="47" cy="16"/>
            </a:xfrm>
            <a:custGeom>
              <a:avLst/>
              <a:gdLst>
                <a:gd name="T0" fmla="*/ 0 w 27"/>
                <a:gd name="T1" fmla="*/ 0 h 9"/>
                <a:gd name="T2" fmla="*/ 143 w 27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0"/>
                  </a:moveTo>
                  <a:cubicBezTo>
                    <a:pt x="0" y="0"/>
                    <a:pt x="13" y="9"/>
                    <a:pt x="27" y="2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04" name="Freeform 16">
              <a:extLst>
                <a:ext uri="{FF2B5EF4-FFF2-40B4-BE49-F238E27FC236}">
                  <a16:creationId xmlns:a16="http://schemas.microsoft.com/office/drawing/2014/main" id="{BC3A6302-2724-4D4A-B8EE-74E0BA6E5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505"/>
              <a:ext cx="363" cy="261"/>
            </a:xfrm>
            <a:custGeom>
              <a:avLst/>
              <a:gdLst>
                <a:gd name="T0" fmla="*/ 0 w 209"/>
                <a:gd name="T1" fmla="*/ 790 h 150"/>
                <a:gd name="T2" fmla="*/ 827 w 209"/>
                <a:gd name="T3" fmla="*/ 506 h 150"/>
                <a:gd name="T4" fmla="*/ 1094 w 209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9" h="150">
                  <a:moveTo>
                    <a:pt x="0" y="150"/>
                  </a:moveTo>
                  <a:cubicBezTo>
                    <a:pt x="0" y="150"/>
                    <a:pt x="83" y="143"/>
                    <a:pt x="158" y="96"/>
                  </a:cubicBezTo>
                  <a:cubicBezTo>
                    <a:pt x="203" y="67"/>
                    <a:pt x="206" y="33"/>
                    <a:pt x="209" y="0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05" name="Freeform 17">
              <a:extLst>
                <a:ext uri="{FF2B5EF4-FFF2-40B4-BE49-F238E27FC236}">
                  <a16:creationId xmlns:a16="http://schemas.microsoft.com/office/drawing/2014/main" id="{63906211-821D-4A53-9922-111C470DD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051"/>
              <a:ext cx="337" cy="444"/>
            </a:xfrm>
            <a:custGeom>
              <a:avLst/>
              <a:gdLst>
                <a:gd name="T0" fmla="*/ 446 w 194"/>
                <a:gd name="T1" fmla="*/ 99 h 256"/>
                <a:gd name="T2" fmla="*/ 987 w 194"/>
                <a:gd name="T3" fmla="*/ 447 h 256"/>
                <a:gd name="T4" fmla="*/ 441 w 194"/>
                <a:gd name="T5" fmla="*/ 1107 h 256"/>
                <a:gd name="T6" fmla="*/ 0 w 194"/>
                <a:gd name="T7" fmla="*/ 1127 h 2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4" h="256">
                  <a:moveTo>
                    <a:pt x="85" y="19"/>
                  </a:moveTo>
                  <a:cubicBezTo>
                    <a:pt x="85" y="19"/>
                    <a:pt x="182" y="0"/>
                    <a:pt x="188" y="86"/>
                  </a:cubicBezTo>
                  <a:cubicBezTo>
                    <a:pt x="194" y="172"/>
                    <a:pt x="116" y="188"/>
                    <a:pt x="84" y="212"/>
                  </a:cubicBezTo>
                  <a:cubicBezTo>
                    <a:pt x="52" y="235"/>
                    <a:pt x="14" y="256"/>
                    <a:pt x="0" y="216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06" name="Freeform 18">
              <a:extLst>
                <a:ext uri="{FF2B5EF4-FFF2-40B4-BE49-F238E27FC236}">
                  <a16:creationId xmlns:a16="http://schemas.microsoft.com/office/drawing/2014/main" id="{9D80371B-00E7-467F-BB2A-94C815B99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112"/>
              <a:ext cx="291" cy="248"/>
            </a:xfrm>
            <a:custGeom>
              <a:avLst/>
              <a:gdLst>
                <a:gd name="T0" fmla="*/ 456 w 168"/>
                <a:gd name="T1" fmla="*/ 434 h 143"/>
                <a:gd name="T2" fmla="*/ 319 w 168"/>
                <a:gd name="T3" fmla="*/ 108 h 143"/>
                <a:gd name="T4" fmla="*/ 644 w 168"/>
                <a:gd name="T5" fmla="*/ 505 h 143"/>
                <a:gd name="T6" fmla="*/ 291 w 168"/>
                <a:gd name="T7" fmla="*/ 725 h 143"/>
                <a:gd name="T8" fmla="*/ 147 w 168"/>
                <a:gd name="T9" fmla="*/ 704 h 143"/>
                <a:gd name="T10" fmla="*/ 0 w 168"/>
                <a:gd name="T11" fmla="*/ 683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143">
                  <a:moveTo>
                    <a:pt x="88" y="83"/>
                  </a:moveTo>
                  <a:cubicBezTo>
                    <a:pt x="88" y="83"/>
                    <a:pt x="40" y="43"/>
                    <a:pt x="61" y="21"/>
                  </a:cubicBezTo>
                  <a:cubicBezTo>
                    <a:pt x="82" y="0"/>
                    <a:pt x="168" y="36"/>
                    <a:pt x="124" y="97"/>
                  </a:cubicBezTo>
                  <a:cubicBezTo>
                    <a:pt x="95" y="135"/>
                    <a:pt x="69" y="137"/>
                    <a:pt x="56" y="139"/>
                  </a:cubicBezTo>
                  <a:cubicBezTo>
                    <a:pt x="44" y="140"/>
                    <a:pt x="32" y="143"/>
                    <a:pt x="28" y="135"/>
                  </a:cubicBezTo>
                  <a:cubicBezTo>
                    <a:pt x="24" y="128"/>
                    <a:pt x="12" y="119"/>
                    <a:pt x="0" y="131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07" name="Freeform 19">
              <a:extLst>
                <a:ext uri="{FF2B5EF4-FFF2-40B4-BE49-F238E27FC236}">
                  <a16:creationId xmlns:a16="http://schemas.microsoft.com/office/drawing/2014/main" id="{C95E2431-67FB-4EA4-9C9E-6DA3A8DA2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221"/>
              <a:ext cx="91" cy="92"/>
            </a:xfrm>
            <a:custGeom>
              <a:avLst/>
              <a:gdLst>
                <a:gd name="T0" fmla="*/ 278 w 52"/>
                <a:gd name="T1" fmla="*/ 94 h 53"/>
                <a:gd name="T2" fmla="*/ 142 w 52"/>
                <a:gd name="T3" fmla="*/ 85 h 53"/>
                <a:gd name="T4" fmla="*/ 65 w 52"/>
                <a:gd name="T5" fmla="*/ 187 h 53"/>
                <a:gd name="T6" fmla="*/ 7 w 52"/>
                <a:gd name="T7" fmla="*/ 278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3">
                  <a:moveTo>
                    <a:pt x="52" y="18"/>
                  </a:moveTo>
                  <a:cubicBezTo>
                    <a:pt x="52" y="18"/>
                    <a:pt x="29" y="0"/>
                    <a:pt x="26" y="16"/>
                  </a:cubicBezTo>
                  <a:cubicBezTo>
                    <a:pt x="24" y="32"/>
                    <a:pt x="18" y="32"/>
                    <a:pt x="12" y="36"/>
                  </a:cubicBezTo>
                  <a:cubicBezTo>
                    <a:pt x="6" y="40"/>
                    <a:pt x="0" y="43"/>
                    <a:pt x="1" y="53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08" name="Freeform 20">
              <a:extLst>
                <a:ext uri="{FF2B5EF4-FFF2-40B4-BE49-F238E27FC236}">
                  <a16:creationId xmlns:a16="http://schemas.microsoft.com/office/drawing/2014/main" id="{4E45552A-288F-416A-95A1-3C810CF1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148"/>
              <a:ext cx="72" cy="80"/>
            </a:xfrm>
            <a:custGeom>
              <a:avLst/>
              <a:gdLst>
                <a:gd name="T0" fmla="*/ 0 w 41"/>
                <a:gd name="T1" fmla="*/ 0 h 46"/>
                <a:gd name="T2" fmla="*/ 70 w 41"/>
                <a:gd name="T3" fmla="*/ 90 h 46"/>
                <a:gd name="T4" fmla="*/ 221 w 41"/>
                <a:gd name="T5" fmla="*/ 242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6">
                  <a:moveTo>
                    <a:pt x="0" y="0"/>
                  </a:moveTo>
                  <a:cubicBezTo>
                    <a:pt x="0" y="0"/>
                    <a:pt x="4" y="12"/>
                    <a:pt x="13" y="17"/>
                  </a:cubicBezTo>
                  <a:cubicBezTo>
                    <a:pt x="23" y="22"/>
                    <a:pt x="41" y="46"/>
                    <a:pt x="41" y="46"/>
                  </a:cubicBezTo>
                </a:path>
              </a:pathLst>
            </a:custGeom>
            <a:noFill/>
            <a:ln w="11113" cap="rnd">
              <a:solidFill>
                <a:srgbClr val="3C47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09" name="Line 21">
              <a:extLst>
                <a:ext uri="{FF2B5EF4-FFF2-40B4-BE49-F238E27FC236}">
                  <a16:creationId xmlns:a16="http://schemas.microsoft.com/office/drawing/2014/main" id="{44EAA10F-59D8-4993-A881-CDCE700F26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" y="2046"/>
              <a:ext cx="1646" cy="1"/>
            </a:xfrm>
            <a:prstGeom prst="line">
              <a:avLst/>
            </a:prstGeom>
            <a:noFill/>
            <a:ln w="15875" cap="rnd">
              <a:solidFill>
                <a:srgbClr val="E4115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3971" name="midbrain-substantia-nigra-cross-section">
            <a:extLst>
              <a:ext uri="{FF2B5EF4-FFF2-40B4-BE49-F238E27FC236}">
                <a16:creationId xmlns:a16="http://schemas.microsoft.com/office/drawing/2014/main" id="{7FA2513C-9814-4C00-A213-57573F0FB79F}"/>
              </a:ext>
            </a:extLst>
          </p:cNvPr>
          <p:cNvGrpSpPr>
            <a:grpSpLocks/>
          </p:cNvGrpSpPr>
          <p:nvPr/>
        </p:nvGrpSpPr>
        <p:grpSpPr bwMode="auto">
          <a:xfrm>
            <a:off x="5334000" y="1524000"/>
            <a:ext cx="3352800" cy="1993900"/>
            <a:chOff x="2189" y="743"/>
            <a:chExt cx="2112" cy="1256"/>
          </a:xfrm>
        </p:grpSpPr>
        <p:sp>
          <p:nvSpPr>
            <p:cNvPr id="84346" name="Freeform 23">
              <a:extLst>
                <a:ext uri="{FF2B5EF4-FFF2-40B4-BE49-F238E27FC236}">
                  <a16:creationId xmlns:a16="http://schemas.microsoft.com/office/drawing/2014/main" id="{4E90F6E8-AEB0-402B-893B-91A1BAA34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743"/>
              <a:ext cx="2112" cy="1256"/>
            </a:xfrm>
            <a:custGeom>
              <a:avLst/>
              <a:gdLst>
                <a:gd name="T0" fmla="*/ 3883 w 1103"/>
                <a:gd name="T1" fmla="*/ 4564 h 656"/>
                <a:gd name="T2" fmla="*/ 4902 w 1103"/>
                <a:gd name="T3" fmla="*/ 4505 h 656"/>
                <a:gd name="T4" fmla="*/ 5580 w 1103"/>
                <a:gd name="T5" fmla="*/ 3339 h 656"/>
                <a:gd name="T6" fmla="*/ 7190 w 1103"/>
                <a:gd name="T7" fmla="*/ 1888 h 656"/>
                <a:gd name="T8" fmla="*/ 5442 w 1103"/>
                <a:gd name="T9" fmla="*/ 113 h 656"/>
                <a:gd name="T10" fmla="*/ 4213 w 1103"/>
                <a:gd name="T11" fmla="*/ 1110 h 656"/>
                <a:gd name="T12" fmla="*/ 4052 w 1103"/>
                <a:gd name="T13" fmla="*/ 1426 h 656"/>
                <a:gd name="T14" fmla="*/ 3883 w 1103"/>
                <a:gd name="T15" fmla="*/ 1572 h 656"/>
                <a:gd name="T16" fmla="*/ 3860 w 1103"/>
                <a:gd name="T17" fmla="*/ 1572 h 656"/>
                <a:gd name="T18" fmla="*/ 3699 w 1103"/>
                <a:gd name="T19" fmla="*/ 1426 h 656"/>
                <a:gd name="T20" fmla="*/ 3531 w 1103"/>
                <a:gd name="T21" fmla="*/ 1110 h 656"/>
                <a:gd name="T22" fmla="*/ 2309 w 1103"/>
                <a:gd name="T23" fmla="*/ 113 h 656"/>
                <a:gd name="T24" fmla="*/ 561 w 1103"/>
                <a:gd name="T25" fmla="*/ 1888 h 656"/>
                <a:gd name="T26" fmla="*/ 2164 w 1103"/>
                <a:gd name="T27" fmla="*/ 3339 h 656"/>
                <a:gd name="T28" fmla="*/ 2849 w 1103"/>
                <a:gd name="T29" fmla="*/ 4505 h 656"/>
                <a:gd name="T30" fmla="*/ 3883 w 1103"/>
                <a:gd name="T31" fmla="*/ 4564 h 6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03" h="656">
                  <a:moveTo>
                    <a:pt x="553" y="650"/>
                  </a:moveTo>
                  <a:cubicBezTo>
                    <a:pt x="553" y="650"/>
                    <a:pt x="636" y="656"/>
                    <a:pt x="698" y="642"/>
                  </a:cubicBezTo>
                  <a:cubicBezTo>
                    <a:pt x="760" y="628"/>
                    <a:pt x="766" y="586"/>
                    <a:pt x="795" y="476"/>
                  </a:cubicBezTo>
                  <a:cubicBezTo>
                    <a:pt x="824" y="366"/>
                    <a:pt x="944" y="331"/>
                    <a:pt x="1024" y="269"/>
                  </a:cubicBezTo>
                  <a:cubicBezTo>
                    <a:pt x="1103" y="208"/>
                    <a:pt x="886" y="33"/>
                    <a:pt x="775" y="16"/>
                  </a:cubicBezTo>
                  <a:cubicBezTo>
                    <a:pt x="663" y="0"/>
                    <a:pt x="619" y="139"/>
                    <a:pt x="600" y="158"/>
                  </a:cubicBezTo>
                  <a:cubicBezTo>
                    <a:pt x="581" y="177"/>
                    <a:pt x="578" y="180"/>
                    <a:pt x="577" y="203"/>
                  </a:cubicBezTo>
                  <a:cubicBezTo>
                    <a:pt x="575" y="227"/>
                    <a:pt x="553" y="224"/>
                    <a:pt x="553" y="224"/>
                  </a:cubicBezTo>
                  <a:cubicBezTo>
                    <a:pt x="550" y="224"/>
                    <a:pt x="550" y="224"/>
                    <a:pt x="550" y="224"/>
                  </a:cubicBezTo>
                  <a:cubicBezTo>
                    <a:pt x="550" y="224"/>
                    <a:pt x="528" y="227"/>
                    <a:pt x="527" y="203"/>
                  </a:cubicBezTo>
                  <a:cubicBezTo>
                    <a:pt x="525" y="180"/>
                    <a:pt x="523" y="177"/>
                    <a:pt x="503" y="158"/>
                  </a:cubicBezTo>
                  <a:cubicBezTo>
                    <a:pt x="484" y="139"/>
                    <a:pt x="440" y="0"/>
                    <a:pt x="329" y="16"/>
                  </a:cubicBezTo>
                  <a:cubicBezTo>
                    <a:pt x="217" y="33"/>
                    <a:pt x="0" y="208"/>
                    <a:pt x="80" y="269"/>
                  </a:cubicBezTo>
                  <a:cubicBezTo>
                    <a:pt x="160" y="331"/>
                    <a:pt x="279" y="366"/>
                    <a:pt x="308" y="476"/>
                  </a:cubicBezTo>
                  <a:cubicBezTo>
                    <a:pt x="337" y="586"/>
                    <a:pt x="344" y="628"/>
                    <a:pt x="406" y="642"/>
                  </a:cubicBezTo>
                  <a:cubicBezTo>
                    <a:pt x="468" y="656"/>
                    <a:pt x="553" y="650"/>
                    <a:pt x="553" y="650"/>
                  </a:cubicBezTo>
                  <a:close/>
                </a:path>
              </a:pathLst>
            </a:custGeom>
            <a:solidFill>
              <a:srgbClr val="F7C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47" name="Freeform 24">
              <a:extLst>
                <a:ext uri="{FF2B5EF4-FFF2-40B4-BE49-F238E27FC236}">
                  <a16:creationId xmlns:a16="http://schemas.microsoft.com/office/drawing/2014/main" id="{FA0209B1-8AC8-4820-8D40-B18AE4FC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1184"/>
              <a:ext cx="1876" cy="815"/>
            </a:xfrm>
            <a:custGeom>
              <a:avLst/>
              <a:gdLst>
                <a:gd name="T0" fmla="*/ 6750 w 980"/>
                <a:gd name="T1" fmla="*/ 201 h 426"/>
                <a:gd name="T2" fmla="*/ 5142 w 980"/>
                <a:gd name="T3" fmla="*/ 1647 h 426"/>
                <a:gd name="T4" fmla="*/ 4460 w 980"/>
                <a:gd name="T5" fmla="*/ 2814 h 426"/>
                <a:gd name="T6" fmla="*/ 3444 w 980"/>
                <a:gd name="T7" fmla="*/ 2870 h 426"/>
                <a:gd name="T8" fmla="*/ 2416 w 980"/>
                <a:gd name="T9" fmla="*/ 2814 h 426"/>
                <a:gd name="T10" fmla="*/ 1727 w 980"/>
                <a:gd name="T11" fmla="*/ 1647 h 426"/>
                <a:gd name="T12" fmla="*/ 124 w 980"/>
                <a:gd name="T13" fmla="*/ 201 h 426"/>
                <a:gd name="T14" fmla="*/ 8 w 980"/>
                <a:gd name="T15" fmla="*/ 0 h 426"/>
                <a:gd name="T16" fmla="*/ 124 w 980"/>
                <a:gd name="T17" fmla="*/ 281 h 426"/>
                <a:gd name="T18" fmla="*/ 1727 w 980"/>
                <a:gd name="T19" fmla="*/ 1724 h 426"/>
                <a:gd name="T20" fmla="*/ 2416 w 980"/>
                <a:gd name="T21" fmla="*/ 2885 h 426"/>
                <a:gd name="T22" fmla="*/ 3444 w 980"/>
                <a:gd name="T23" fmla="*/ 2946 h 426"/>
                <a:gd name="T24" fmla="*/ 4460 w 980"/>
                <a:gd name="T25" fmla="*/ 2885 h 426"/>
                <a:gd name="T26" fmla="*/ 5142 w 980"/>
                <a:gd name="T27" fmla="*/ 1724 h 426"/>
                <a:gd name="T28" fmla="*/ 6750 w 980"/>
                <a:gd name="T29" fmla="*/ 281 h 426"/>
                <a:gd name="T30" fmla="*/ 6861 w 980"/>
                <a:gd name="T31" fmla="*/ 0 h 426"/>
                <a:gd name="T32" fmla="*/ 6750 w 980"/>
                <a:gd name="T33" fmla="*/ 201 h 4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80" h="426">
                  <a:moveTo>
                    <a:pt x="962" y="29"/>
                  </a:moveTo>
                  <a:cubicBezTo>
                    <a:pt x="882" y="91"/>
                    <a:pt x="762" y="125"/>
                    <a:pt x="733" y="235"/>
                  </a:cubicBezTo>
                  <a:cubicBezTo>
                    <a:pt x="704" y="345"/>
                    <a:pt x="698" y="388"/>
                    <a:pt x="636" y="402"/>
                  </a:cubicBezTo>
                  <a:cubicBezTo>
                    <a:pt x="574" y="416"/>
                    <a:pt x="491" y="410"/>
                    <a:pt x="491" y="410"/>
                  </a:cubicBezTo>
                  <a:cubicBezTo>
                    <a:pt x="491" y="410"/>
                    <a:pt x="406" y="416"/>
                    <a:pt x="344" y="402"/>
                  </a:cubicBezTo>
                  <a:cubicBezTo>
                    <a:pt x="282" y="388"/>
                    <a:pt x="275" y="345"/>
                    <a:pt x="246" y="235"/>
                  </a:cubicBezTo>
                  <a:cubicBezTo>
                    <a:pt x="217" y="125"/>
                    <a:pt x="98" y="91"/>
                    <a:pt x="18" y="29"/>
                  </a:cubicBezTo>
                  <a:cubicBezTo>
                    <a:pt x="8" y="21"/>
                    <a:pt x="2" y="11"/>
                    <a:pt x="1" y="0"/>
                  </a:cubicBezTo>
                  <a:cubicBezTo>
                    <a:pt x="0" y="16"/>
                    <a:pt x="4" y="29"/>
                    <a:pt x="18" y="40"/>
                  </a:cubicBezTo>
                  <a:cubicBezTo>
                    <a:pt x="98" y="102"/>
                    <a:pt x="217" y="136"/>
                    <a:pt x="246" y="246"/>
                  </a:cubicBezTo>
                  <a:cubicBezTo>
                    <a:pt x="275" y="356"/>
                    <a:pt x="282" y="399"/>
                    <a:pt x="344" y="412"/>
                  </a:cubicBezTo>
                  <a:cubicBezTo>
                    <a:pt x="406" y="426"/>
                    <a:pt x="491" y="421"/>
                    <a:pt x="491" y="421"/>
                  </a:cubicBezTo>
                  <a:cubicBezTo>
                    <a:pt x="491" y="421"/>
                    <a:pt x="574" y="426"/>
                    <a:pt x="636" y="412"/>
                  </a:cubicBezTo>
                  <a:cubicBezTo>
                    <a:pt x="698" y="399"/>
                    <a:pt x="704" y="356"/>
                    <a:pt x="733" y="246"/>
                  </a:cubicBezTo>
                  <a:cubicBezTo>
                    <a:pt x="762" y="136"/>
                    <a:pt x="882" y="102"/>
                    <a:pt x="962" y="40"/>
                  </a:cubicBezTo>
                  <a:cubicBezTo>
                    <a:pt x="975" y="29"/>
                    <a:pt x="980" y="16"/>
                    <a:pt x="978" y="0"/>
                  </a:cubicBezTo>
                  <a:cubicBezTo>
                    <a:pt x="977" y="11"/>
                    <a:pt x="972" y="21"/>
                    <a:pt x="962" y="29"/>
                  </a:cubicBezTo>
                  <a:close/>
                </a:path>
              </a:pathLst>
            </a:custGeom>
            <a:solidFill>
              <a:srgbClr val="F9D9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48" name="Freeform 25">
              <a:extLst>
                <a:ext uri="{FF2B5EF4-FFF2-40B4-BE49-F238E27FC236}">
                  <a16:creationId xmlns:a16="http://schemas.microsoft.com/office/drawing/2014/main" id="{EFDF1BE2-82F6-4E1C-985F-4FE8FE0A2B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45" y="743"/>
              <a:ext cx="2002" cy="490"/>
            </a:xfrm>
            <a:custGeom>
              <a:avLst/>
              <a:gdLst>
                <a:gd name="T0" fmla="*/ 3323 w 1046"/>
                <a:gd name="T1" fmla="*/ 1106 h 256"/>
                <a:gd name="T2" fmla="*/ 2103 w 1046"/>
                <a:gd name="T3" fmla="*/ 113 h 256"/>
                <a:gd name="T4" fmla="*/ 276 w 1046"/>
                <a:gd name="T5" fmla="*/ 1795 h 256"/>
                <a:gd name="T6" fmla="*/ 2103 w 1046"/>
                <a:gd name="T7" fmla="*/ 436 h 256"/>
                <a:gd name="T8" fmla="*/ 3323 w 1046"/>
                <a:gd name="T9" fmla="*/ 1428 h 256"/>
                <a:gd name="T10" fmla="*/ 3351 w 1046"/>
                <a:gd name="T11" fmla="*/ 1459 h 256"/>
                <a:gd name="T12" fmla="*/ 3392 w 1046"/>
                <a:gd name="T13" fmla="*/ 1472 h 256"/>
                <a:gd name="T14" fmla="*/ 3483 w 1046"/>
                <a:gd name="T15" fmla="*/ 1451 h 256"/>
                <a:gd name="T16" fmla="*/ 3491 w 1046"/>
                <a:gd name="T17" fmla="*/ 1428 h 256"/>
                <a:gd name="T18" fmla="*/ 3491 w 1046"/>
                <a:gd name="T19" fmla="*/ 1426 h 256"/>
                <a:gd name="T20" fmla="*/ 3323 w 1046"/>
                <a:gd name="T21" fmla="*/ 1106 h 256"/>
                <a:gd name="T22" fmla="*/ 5231 w 1046"/>
                <a:gd name="T23" fmla="*/ 113 h 256"/>
                <a:gd name="T24" fmla="*/ 4004 w 1046"/>
                <a:gd name="T25" fmla="*/ 1106 h 256"/>
                <a:gd name="T26" fmla="*/ 3843 w 1046"/>
                <a:gd name="T27" fmla="*/ 1411 h 256"/>
                <a:gd name="T28" fmla="*/ 3851 w 1046"/>
                <a:gd name="T29" fmla="*/ 1426 h 256"/>
                <a:gd name="T30" fmla="*/ 3948 w 1046"/>
                <a:gd name="T31" fmla="*/ 1459 h 256"/>
                <a:gd name="T32" fmla="*/ 3981 w 1046"/>
                <a:gd name="T33" fmla="*/ 1451 h 256"/>
                <a:gd name="T34" fmla="*/ 4004 w 1046"/>
                <a:gd name="T35" fmla="*/ 1428 h 256"/>
                <a:gd name="T36" fmla="*/ 5231 w 1046"/>
                <a:gd name="T37" fmla="*/ 436 h 256"/>
                <a:gd name="T38" fmla="*/ 7059 w 1046"/>
                <a:gd name="T39" fmla="*/ 1795 h 256"/>
                <a:gd name="T40" fmla="*/ 5231 w 1046"/>
                <a:gd name="T41" fmla="*/ 113 h 25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6" h="256">
                  <a:moveTo>
                    <a:pt x="474" y="158"/>
                  </a:moveTo>
                  <a:cubicBezTo>
                    <a:pt x="455" y="139"/>
                    <a:pt x="411" y="0"/>
                    <a:pt x="300" y="16"/>
                  </a:cubicBezTo>
                  <a:cubicBezTo>
                    <a:pt x="196" y="32"/>
                    <a:pt x="0" y="185"/>
                    <a:pt x="39" y="256"/>
                  </a:cubicBezTo>
                  <a:cubicBezTo>
                    <a:pt x="10" y="188"/>
                    <a:pt x="215" y="75"/>
                    <a:pt x="300" y="62"/>
                  </a:cubicBezTo>
                  <a:cubicBezTo>
                    <a:pt x="411" y="46"/>
                    <a:pt x="455" y="184"/>
                    <a:pt x="474" y="204"/>
                  </a:cubicBezTo>
                  <a:cubicBezTo>
                    <a:pt x="476" y="205"/>
                    <a:pt x="477" y="206"/>
                    <a:pt x="478" y="208"/>
                  </a:cubicBezTo>
                  <a:cubicBezTo>
                    <a:pt x="480" y="209"/>
                    <a:pt x="482" y="209"/>
                    <a:pt x="484" y="210"/>
                  </a:cubicBezTo>
                  <a:cubicBezTo>
                    <a:pt x="489" y="211"/>
                    <a:pt x="493" y="211"/>
                    <a:pt x="497" y="207"/>
                  </a:cubicBezTo>
                  <a:cubicBezTo>
                    <a:pt x="497" y="206"/>
                    <a:pt x="498" y="205"/>
                    <a:pt x="498" y="204"/>
                  </a:cubicBezTo>
                  <a:cubicBezTo>
                    <a:pt x="498" y="204"/>
                    <a:pt x="498" y="204"/>
                    <a:pt x="498" y="203"/>
                  </a:cubicBezTo>
                  <a:cubicBezTo>
                    <a:pt x="496" y="180"/>
                    <a:pt x="494" y="177"/>
                    <a:pt x="474" y="158"/>
                  </a:cubicBezTo>
                  <a:close/>
                  <a:moveTo>
                    <a:pt x="746" y="16"/>
                  </a:moveTo>
                  <a:cubicBezTo>
                    <a:pt x="634" y="0"/>
                    <a:pt x="590" y="139"/>
                    <a:pt x="571" y="158"/>
                  </a:cubicBezTo>
                  <a:cubicBezTo>
                    <a:pt x="553" y="176"/>
                    <a:pt x="549" y="180"/>
                    <a:pt x="548" y="201"/>
                  </a:cubicBezTo>
                  <a:cubicBezTo>
                    <a:pt x="548" y="201"/>
                    <a:pt x="549" y="202"/>
                    <a:pt x="549" y="203"/>
                  </a:cubicBezTo>
                  <a:cubicBezTo>
                    <a:pt x="552" y="207"/>
                    <a:pt x="557" y="209"/>
                    <a:pt x="563" y="208"/>
                  </a:cubicBezTo>
                  <a:cubicBezTo>
                    <a:pt x="565" y="208"/>
                    <a:pt x="566" y="207"/>
                    <a:pt x="568" y="207"/>
                  </a:cubicBezTo>
                  <a:cubicBezTo>
                    <a:pt x="569" y="206"/>
                    <a:pt x="570" y="205"/>
                    <a:pt x="571" y="204"/>
                  </a:cubicBezTo>
                  <a:cubicBezTo>
                    <a:pt x="590" y="184"/>
                    <a:pt x="634" y="46"/>
                    <a:pt x="746" y="62"/>
                  </a:cubicBezTo>
                  <a:cubicBezTo>
                    <a:pt x="831" y="75"/>
                    <a:pt x="1040" y="185"/>
                    <a:pt x="1007" y="256"/>
                  </a:cubicBezTo>
                  <a:cubicBezTo>
                    <a:pt x="1046" y="185"/>
                    <a:pt x="850" y="32"/>
                    <a:pt x="746" y="16"/>
                  </a:cubicBezTo>
                  <a:close/>
                </a:path>
              </a:pathLst>
            </a:custGeom>
            <a:solidFill>
              <a:srgbClr val="F9E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49" name="Freeform 26">
              <a:extLst>
                <a:ext uri="{FF2B5EF4-FFF2-40B4-BE49-F238E27FC236}">
                  <a16:creationId xmlns:a16="http://schemas.microsoft.com/office/drawing/2014/main" id="{9D3597E8-5FA2-43FB-A259-78A141BBE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430"/>
              <a:ext cx="453" cy="525"/>
            </a:xfrm>
            <a:custGeom>
              <a:avLst/>
              <a:gdLst>
                <a:gd name="T0" fmla="*/ 677 w 237"/>
                <a:gd name="T1" fmla="*/ 92 h 274"/>
                <a:gd name="T2" fmla="*/ 566 w 237"/>
                <a:gd name="T3" fmla="*/ 374 h 274"/>
                <a:gd name="T4" fmla="*/ 292 w 237"/>
                <a:gd name="T5" fmla="*/ 605 h 274"/>
                <a:gd name="T6" fmla="*/ 29 w 237"/>
                <a:gd name="T7" fmla="*/ 1366 h 274"/>
                <a:gd name="T8" fmla="*/ 329 w 237"/>
                <a:gd name="T9" fmla="*/ 1851 h 274"/>
                <a:gd name="T10" fmla="*/ 658 w 237"/>
                <a:gd name="T11" fmla="*/ 1887 h 274"/>
                <a:gd name="T12" fmla="*/ 971 w 237"/>
                <a:gd name="T13" fmla="*/ 1920 h 274"/>
                <a:gd name="T14" fmla="*/ 1439 w 237"/>
                <a:gd name="T15" fmla="*/ 1795 h 274"/>
                <a:gd name="T16" fmla="*/ 1523 w 237"/>
                <a:gd name="T17" fmla="*/ 1021 h 274"/>
                <a:gd name="T18" fmla="*/ 1179 w 237"/>
                <a:gd name="T19" fmla="*/ 506 h 274"/>
                <a:gd name="T20" fmla="*/ 789 w 237"/>
                <a:gd name="T21" fmla="*/ 0 h 2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274">
                  <a:moveTo>
                    <a:pt x="97" y="13"/>
                  </a:moveTo>
                  <a:cubicBezTo>
                    <a:pt x="91" y="27"/>
                    <a:pt x="91" y="40"/>
                    <a:pt x="81" y="53"/>
                  </a:cubicBezTo>
                  <a:cubicBezTo>
                    <a:pt x="71" y="67"/>
                    <a:pt x="55" y="75"/>
                    <a:pt x="42" y="86"/>
                  </a:cubicBezTo>
                  <a:cubicBezTo>
                    <a:pt x="13" y="110"/>
                    <a:pt x="0" y="157"/>
                    <a:pt x="4" y="194"/>
                  </a:cubicBezTo>
                  <a:cubicBezTo>
                    <a:pt x="6" y="219"/>
                    <a:pt x="24" y="253"/>
                    <a:pt x="47" y="263"/>
                  </a:cubicBezTo>
                  <a:cubicBezTo>
                    <a:pt x="62" y="270"/>
                    <a:pt x="78" y="266"/>
                    <a:pt x="94" y="268"/>
                  </a:cubicBezTo>
                  <a:cubicBezTo>
                    <a:pt x="109" y="270"/>
                    <a:pt x="123" y="273"/>
                    <a:pt x="139" y="273"/>
                  </a:cubicBezTo>
                  <a:cubicBezTo>
                    <a:pt x="168" y="273"/>
                    <a:pt x="183" y="274"/>
                    <a:pt x="206" y="255"/>
                  </a:cubicBezTo>
                  <a:cubicBezTo>
                    <a:pt x="237" y="229"/>
                    <a:pt x="228" y="180"/>
                    <a:pt x="218" y="145"/>
                  </a:cubicBezTo>
                  <a:cubicBezTo>
                    <a:pt x="210" y="117"/>
                    <a:pt x="188" y="93"/>
                    <a:pt x="169" y="72"/>
                  </a:cubicBezTo>
                  <a:cubicBezTo>
                    <a:pt x="152" y="54"/>
                    <a:pt x="113" y="27"/>
                    <a:pt x="113" y="0"/>
                  </a:cubicBezTo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50" name="Freeform 27">
              <a:extLst>
                <a:ext uri="{FF2B5EF4-FFF2-40B4-BE49-F238E27FC236}">
                  <a16:creationId xmlns:a16="http://schemas.microsoft.com/office/drawing/2014/main" id="{628736AD-7FE7-484A-9E0B-EE67D9568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649"/>
              <a:ext cx="162" cy="160"/>
            </a:xfrm>
            <a:custGeom>
              <a:avLst/>
              <a:gdLst>
                <a:gd name="T0" fmla="*/ 581 w 85"/>
                <a:gd name="T1" fmla="*/ 290 h 84"/>
                <a:gd name="T2" fmla="*/ 284 w 85"/>
                <a:gd name="T3" fmla="*/ 581 h 84"/>
                <a:gd name="T4" fmla="*/ 0 w 85"/>
                <a:gd name="T5" fmla="*/ 290 h 84"/>
                <a:gd name="T6" fmla="*/ 284 w 85"/>
                <a:gd name="T7" fmla="*/ 0 h 84"/>
                <a:gd name="T8" fmla="*/ 581 w 85"/>
                <a:gd name="T9" fmla="*/ 29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4">
                  <a:moveTo>
                    <a:pt x="84" y="42"/>
                  </a:moveTo>
                  <a:cubicBezTo>
                    <a:pt x="84" y="66"/>
                    <a:pt x="56" y="84"/>
                    <a:pt x="41" y="84"/>
                  </a:cubicBezTo>
                  <a:cubicBezTo>
                    <a:pt x="27" y="84"/>
                    <a:pt x="0" y="66"/>
                    <a:pt x="0" y="42"/>
                  </a:cubicBezTo>
                  <a:cubicBezTo>
                    <a:pt x="0" y="19"/>
                    <a:pt x="0" y="0"/>
                    <a:pt x="41" y="0"/>
                  </a:cubicBezTo>
                  <a:cubicBezTo>
                    <a:pt x="85" y="0"/>
                    <a:pt x="84" y="19"/>
                    <a:pt x="84" y="42"/>
                  </a:cubicBezTo>
                  <a:close/>
                </a:path>
              </a:pathLst>
            </a:custGeom>
            <a:solidFill>
              <a:srgbClr val="6C3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51" name="Freeform 28">
              <a:extLst>
                <a:ext uri="{FF2B5EF4-FFF2-40B4-BE49-F238E27FC236}">
                  <a16:creationId xmlns:a16="http://schemas.microsoft.com/office/drawing/2014/main" id="{0430CD1D-960A-48E8-9D7C-B5612EDA4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649"/>
              <a:ext cx="157" cy="151"/>
            </a:xfrm>
            <a:custGeom>
              <a:avLst/>
              <a:gdLst>
                <a:gd name="T0" fmla="*/ 132 w 82"/>
                <a:gd name="T1" fmla="*/ 438 h 79"/>
                <a:gd name="T2" fmla="*/ 421 w 82"/>
                <a:gd name="T3" fmla="*/ 140 h 79"/>
                <a:gd name="T4" fmla="*/ 576 w 82"/>
                <a:gd name="T5" fmla="*/ 153 h 79"/>
                <a:gd name="T6" fmla="*/ 289 w 82"/>
                <a:gd name="T7" fmla="*/ 0 h 79"/>
                <a:gd name="T8" fmla="*/ 0 w 82"/>
                <a:gd name="T9" fmla="*/ 300 h 79"/>
                <a:gd name="T10" fmla="*/ 168 w 82"/>
                <a:gd name="T11" fmla="*/ 552 h 79"/>
                <a:gd name="T12" fmla="*/ 132 w 82"/>
                <a:gd name="T13" fmla="*/ 438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79">
                  <a:moveTo>
                    <a:pt x="19" y="63"/>
                  </a:moveTo>
                  <a:cubicBezTo>
                    <a:pt x="19" y="39"/>
                    <a:pt x="19" y="20"/>
                    <a:pt x="60" y="20"/>
                  </a:cubicBezTo>
                  <a:cubicBezTo>
                    <a:pt x="69" y="20"/>
                    <a:pt x="76" y="21"/>
                    <a:pt x="82" y="22"/>
                  </a:cubicBezTo>
                  <a:cubicBezTo>
                    <a:pt x="79" y="9"/>
                    <a:pt x="70" y="0"/>
                    <a:pt x="41" y="0"/>
                  </a:cubicBezTo>
                  <a:cubicBezTo>
                    <a:pt x="0" y="0"/>
                    <a:pt x="0" y="19"/>
                    <a:pt x="0" y="43"/>
                  </a:cubicBezTo>
                  <a:cubicBezTo>
                    <a:pt x="0" y="59"/>
                    <a:pt x="12" y="72"/>
                    <a:pt x="24" y="79"/>
                  </a:cubicBezTo>
                  <a:cubicBezTo>
                    <a:pt x="21" y="74"/>
                    <a:pt x="19" y="69"/>
                    <a:pt x="19" y="63"/>
                  </a:cubicBezTo>
                  <a:close/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52" name="Freeform 29">
              <a:extLst>
                <a:ext uri="{FF2B5EF4-FFF2-40B4-BE49-F238E27FC236}">
                  <a16:creationId xmlns:a16="http://schemas.microsoft.com/office/drawing/2014/main" id="{21021858-38C0-4EF2-9932-1465A4C00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649"/>
              <a:ext cx="162" cy="160"/>
            </a:xfrm>
            <a:custGeom>
              <a:avLst/>
              <a:gdLst>
                <a:gd name="T0" fmla="*/ 581 w 85"/>
                <a:gd name="T1" fmla="*/ 290 h 84"/>
                <a:gd name="T2" fmla="*/ 284 w 85"/>
                <a:gd name="T3" fmla="*/ 581 h 84"/>
                <a:gd name="T4" fmla="*/ 0 w 85"/>
                <a:gd name="T5" fmla="*/ 290 h 84"/>
                <a:gd name="T6" fmla="*/ 284 w 85"/>
                <a:gd name="T7" fmla="*/ 0 h 84"/>
                <a:gd name="T8" fmla="*/ 581 w 85"/>
                <a:gd name="T9" fmla="*/ 29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4">
                  <a:moveTo>
                    <a:pt x="84" y="42"/>
                  </a:moveTo>
                  <a:cubicBezTo>
                    <a:pt x="84" y="66"/>
                    <a:pt x="56" y="84"/>
                    <a:pt x="41" y="84"/>
                  </a:cubicBezTo>
                  <a:cubicBezTo>
                    <a:pt x="27" y="84"/>
                    <a:pt x="0" y="66"/>
                    <a:pt x="0" y="42"/>
                  </a:cubicBezTo>
                  <a:cubicBezTo>
                    <a:pt x="0" y="19"/>
                    <a:pt x="0" y="0"/>
                    <a:pt x="41" y="0"/>
                  </a:cubicBezTo>
                  <a:cubicBezTo>
                    <a:pt x="85" y="0"/>
                    <a:pt x="84" y="19"/>
                    <a:pt x="84" y="42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53" name="Freeform 30">
              <a:extLst>
                <a:ext uri="{FF2B5EF4-FFF2-40B4-BE49-F238E27FC236}">
                  <a16:creationId xmlns:a16="http://schemas.microsoft.com/office/drawing/2014/main" id="{B7BCAF02-5B2B-4C6B-A616-49DF4CB42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856"/>
              <a:ext cx="617" cy="841"/>
            </a:xfrm>
            <a:custGeom>
              <a:avLst/>
              <a:gdLst>
                <a:gd name="T0" fmla="*/ 1991 w 322"/>
                <a:gd name="T1" fmla="*/ 1197 h 439"/>
                <a:gd name="T2" fmla="*/ 385 w 322"/>
                <a:gd name="T3" fmla="*/ 2418 h 439"/>
                <a:gd name="T4" fmla="*/ 782 w 322"/>
                <a:gd name="T5" fmla="*/ 521 h 439"/>
                <a:gd name="T6" fmla="*/ 2027 w 322"/>
                <a:gd name="T7" fmla="*/ 977 h 439"/>
                <a:gd name="T8" fmla="*/ 1991 w 322"/>
                <a:gd name="T9" fmla="*/ 1197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2" h="439">
                  <a:moveTo>
                    <a:pt x="283" y="170"/>
                  </a:moveTo>
                  <a:cubicBezTo>
                    <a:pt x="121" y="128"/>
                    <a:pt x="101" y="439"/>
                    <a:pt x="55" y="344"/>
                  </a:cubicBezTo>
                  <a:cubicBezTo>
                    <a:pt x="19" y="270"/>
                    <a:pt x="0" y="148"/>
                    <a:pt x="111" y="74"/>
                  </a:cubicBezTo>
                  <a:cubicBezTo>
                    <a:pt x="222" y="0"/>
                    <a:pt x="288" y="139"/>
                    <a:pt x="288" y="139"/>
                  </a:cubicBezTo>
                  <a:cubicBezTo>
                    <a:pt x="288" y="139"/>
                    <a:pt x="322" y="180"/>
                    <a:pt x="283" y="170"/>
                  </a:cubicBezTo>
                  <a:close/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54" name="Freeform 31">
              <a:extLst>
                <a:ext uri="{FF2B5EF4-FFF2-40B4-BE49-F238E27FC236}">
                  <a16:creationId xmlns:a16="http://schemas.microsoft.com/office/drawing/2014/main" id="{7B8FEFC8-E9D6-4395-B921-A72D2DFF2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873"/>
              <a:ext cx="563" cy="755"/>
            </a:xfrm>
            <a:custGeom>
              <a:avLst/>
              <a:gdLst>
                <a:gd name="T0" fmla="*/ 1790 w 294"/>
                <a:gd name="T1" fmla="*/ 985 h 394"/>
                <a:gd name="T2" fmla="*/ 385 w 294"/>
                <a:gd name="T3" fmla="*/ 2420 h 394"/>
                <a:gd name="T4" fmla="*/ 781 w 294"/>
                <a:gd name="T5" fmla="*/ 521 h 394"/>
                <a:gd name="T6" fmla="*/ 2024 w 294"/>
                <a:gd name="T7" fmla="*/ 977 h 394"/>
                <a:gd name="T8" fmla="*/ 1790 w 294"/>
                <a:gd name="T9" fmla="*/ 985 h 3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4" h="394">
                  <a:moveTo>
                    <a:pt x="255" y="140"/>
                  </a:moveTo>
                  <a:cubicBezTo>
                    <a:pt x="93" y="97"/>
                    <a:pt x="79" y="394"/>
                    <a:pt x="55" y="344"/>
                  </a:cubicBezTo>
                  <a:cubicBezTo>
                    <a:pt x="19" y="270"/>
                    <a:pt x="0" y="148"/>
                    <a:pt x="111" y="74"/>
                  </a:cubicBezTo>
                  <a:cubicBezTo>
                    <a:pt x="222" y="0"/>
                    <a:pt x="288" y="139"/>
                    <a:pt x="288" y="139"/>
                  </a:cubicBezTo>
                  <a:cubicBezTo>
                    <a:pt x="288" y="139"/>
                    <a:pt x="294" y="150"/>
                    <a:pt x="255" y="140"/>
                  </a:cubicBezTo>
                  <a:close/>
                </a:path>
              </a:pathLst>
            </a:custGeom>
            <a:solidFill>
              <a:srgbClr val="E5A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55" name="Freeform 32">
              <a:extLst>
                <a:ext uri="{FF2B5EF4-FFF2-40B4-BE49-F238E27FC236}">
                  <a16:creationId xmlns:a16="http://schemas.microsoft.com/office/drawing/2014/main" id="{0F8BBA68-2319-4831-AA79-6D4B6736D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917"/>
              <a:ext cx="483" cy="663"/>
            </a:xfrm>
            <a:custGeom>
              <a:avLst/>
              <a:gdLst>
                <a:gd name="T0" fmla="*/ 1551 w 252"/>
                <a:gd name="T1" fmla="*/ 745 h 346"/>
                <a:gd name="T2" fmla="*/ 261 w 252"/>
                <a:gd name="T3" fmla="*/ 2133 h 346"/>
                <a:gd name="T4" fmla="*/ 654 w 252"/>
                <a:gd name="T5" fmla="*/ 437 h 346"/>
                <a:gd name="T6" fmla="*/ 1775 w 252"/>
                <a:gd name="T7" fmla="*/ 730 h 346"/>
                <a:gd name="T8" fmla="*/ 1551 w 252"/>
                <a:gd name="T9" fmla="*/ 745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" h="346">
                  <a:moveTo>
                    <a:pt x="220" y="106"/>
                  </a:moveTo>
                  <a:cubicBezTo>
                    <a:pt x="83" y="71"/>
                    <a:pt x="58" y="346"/>
                    <a:pt x="37" y="303"/>
                  </a:cubicBezTo>
                  <a:cubicBezTo>
                    <a:pt x="7" y="241"/>
                    <a:pt x="0" y="125"/>
                    <a:pt x="93" y="62"/>
                  </a:cubicBezTo>
                  <a:cubicBezTo>
                    <a:pt x="187" y="0"/>
                    <a:pt x="252" y="104"/>
                    <a:pt x="252" y="104"/>
                  </a:cubicBezTo>
                  <a:cubicBezTo>
                    <a:pt x="252" y="104"/>
                    <a:pt x="252" y="115"/>
                    <a:pt x="220" y="106"/>
                  </a:cubicBezTo>
                  <a:close/>
                </a:path>
              </a:pathLst>
            </a:custGeom>
            <a:solidFill>
              <a:srgbClr val="9D64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56" name="Freeform 33">
              <a:extLst>
                <a:ext uri="{FF2B5EF4-FFF2-40B4-BE49-F238E27FC236}">
                  <a16:creationId xmlns:a16="http://schemas.microsoft.com/office/drawing/2014/main" id="{70C6BF10-CC66-425E-A849-FD3ED05AF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960"/>
              <a:ext cx="425" cy="528"/>
            </a:xfrm>
            <a:custGeom>
              <a:avLst/>
              <a:gdLst>
                <a:gd name="T0" fmla="*/ 1359 w 222"/>
                <a:gd name="T1" fmla="*/ 524 h 276"/>
                <a:gd name="T2" fmla="*/ 191 w 222"/>
                <a:gd name="T3" fmla="*/ 1724 h 276"/>
                <a:gd name="T4" fmla="*/ 638 w 222"/>
                <a:gd name="T5" fmla="*/ 316 h 276"/>
                <a:gd name="T6" fmla="*/ 1558 w 222"/>
                <a:gd name="T7" fmla="*/ 513 h 276"/>
                <a:gd name="T8" fmla="*/ 1359 w 222"/>
                <a:gd name="T9" fmla="*/ 524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276">
                  <a:moveTo>
                    <a:pt x="194" y="75"/>
                  </a:moveTo>
                  <a:cubicBezTo>
                    <a:pt x="75" y="50"/>
                    <a:pt x="45" y="276"/>
                    <a:pt x="27" y="246"/>
                  </a:cubicBezTo>
                  <a:cubicBezTo>
                    <a:pt x="0" y="201"/>
                    <a:pt x="10" y="90"/>
                    <a:pt x="91" y="45"/>
                  </a:cubicBezTo>
                  <a:cubicBezTo>
                    <a:pt x="173" y="0"/>
                    <a:pt x="222" y="73"/>
                    <a:pt x="222" y="73"/>
                  </a:cubicBezTo>
                  <a:cubicBezTo>
                    <a:pt x="222" y="73"/>
                    <a:pt x="222" y="81"/>
                    <a:pt x="194" y="75"/>
                  </a:cubicBezTo>
                  <a:close/>
                </a:path>
              </a:pathLst>
            </a:custGeom>
            <a:solidFill>
              <a:srgbClr val="874B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57" name="Freeform 34">
              <a:extLst>
                <a:ext uri="{FF2B5EF4-FFF2-40B4-BE49-F238E27FC236}">
                  <a16:creationId xmlns:a16="http://schemas.microsoft.com/office/drawing/2014/main" id="{51A2273D-D007-47DB-9734-5D80E2557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996"/>
              <a:ext cx="440" cy="496"/>
            </a:xfrm>
            <a:custGeom>
              <a:avLst/>
              <a:gdLst>
                <a:gd name="T0" fmla="*/ 184 w 230"/>
                <a:gd name="T1" fmla="*/ 1819 h 259"/>
                <a:gd name="T2" fmla="*/ 8 w 230"/>
                <a:gd name="T3" fmla="*/ 1459 h 259"/>
                <a:gd name="T4" fmla="*/ 84 w 230"/>
                <a:gd name="T5" fmla="*/ 1482 h 259"/>
                <a:gd name="T6" fmla="*/ 99 w 230"/>
                <a:gd name="T7" fmla="*/ 1398 h 259"/>
                <a:gd name="T8" fmla="*/ 161 w 230"/>
                <a:gd name="T9" fmla="*/ 1358 h 259"/>
                <a:gd name="T10" fmla="*/ 201 w 230"/>
                <a:gd name="T11" fmla="*/ 1327 h 259"/>
                <a:gd name="T12" fmla="*/ 184 w 230"/>
                <a:gd name="T13" fmla="*/ 1229 h 259"/>
                <a:gd name="T14" fmla="*/ 189 w 230"/>
                <a:gd name="T15" fmla="*/ 954 h 259"/>
                <a:gd name="T16" fmla="*/ 231 w 230"/>
                <a:gd name="T17" fmla="*/ 877 h 259"/>
                <a:gd name="T18" fmla="*/ 268 w 230"/>
                <a:gd name="T19" fmla="*/ 645 h 259"/>
                <a:gd name="T20" fmla="*/ 316 w 230"/>
                <a:gd name="T21" fmla="*/ 624 h 259"/>
                <a:gd name="T22" fmla="*/ 385 w 230"/>
                <a:gd name="T23" fmla="*/ 661 h 259"/>
                <a:gd name="T24" fmla="*/ 453 w 230"/>
                <a:gd name="T25" fmla="*/ 536 h 259"/>
                <a:gd name="T26" fmla="*/ 561 w 230"/>
                <a:gd name="T27" fmla="*/ 414 h 259"/>
                <a:gd name="T28" fmla="*/ 666 w 230"/>
                <a:gd name="T29" fmla="*/ 308 h 259"/>
                <a:gd name="T30" fmla="*/ 721 w 230"/>
                <a:gd name="T31" fmla="*/ 268 h 259"/>
                <a:gd name="T32" fmla="*/ 737 w 230"/>
                <a:gd name="T33" fmla="*/ 40 h 259"/>
                <a:gd name="T34" fmla="*/ 834 w 230"/>
                <a:gd name="T35" fmla="*/ 63 h 259"/>
                <a:gd name="T36" fmla="*/ 995 w 230"/>
                <a:gd name="T37" fmla="*/ 0 h 259"/>
                <a:gd name="T38" fmla="*/ 1119 w 230"/>
                <a:gd name="T39" fmla="*/ 36 h 259"/>
                <a:gd name="T40" fmla="*/ 1242 w 230"/>
                <a:gd name="T41" fmla="*/ 100 h 259"/>
                <a:gd name="T42" fmla="*/ 1318 w 230"/>
                <a:gd name="T43" fmla="*/ 176 h 259"/>
                <a:gd name="T44" fmla="*/ 1442 w 230"/>
                <a:gd name="T45" fmla="*/ 293 h 259"/>
                <a:gd name="T46" fmla="*/ 1563 w 230"/>
                <a:gd name="T47" fmla="*/ 429 h 259"/>
                <a:gd name="T48" fmla="*/ 1326 w 230"/>
                <a:gd name="T49" fmla="*/ 329 h 259"/>
                <a:gd name="T50" fmla="*/ 1259 w 230"/>
                <a:gd name="T51" fmla="*/ 329 h 259"/>
                <a:gd name="T52" fmla="*/ 1073 w 230"/>
                <a:gd name="T53" fmla="*/ 161 h 259"/>
                <a:gd name="T54" fmla="*/ 1002 w 230"/>
                <a:gd name="T55" fmla="*/ 324 h 259"/>
                <a:gd name="T56" fmla="*/ 930 w 230"/>
                <a:gd name="T57" fmla="*/ 400 h 259"/>
                <a:gd name="T58" fmla="*/ 867 w 230"/>
                <a:gd name="T59" fmla="*/ 452 h 259"/>
                <a:gd name="T60" fmla="*/ 842 w 230"/>
                <a:gd name="T61" fmla="*/ 506 h 259"/>
                <a:gd name="T62" fmla="*/ 777 w 230"/>
                <a:gd name="T63" fmla="*/ 561 h 259"/>
                <a:gd name="T64" fmla="*/ 582 w 230"/>
                <a:gd name="T65" fmla="*/ 521 h 259"/>
                <a:gd name="T66" fmla="*/ 490 w 230"/>
                <a:gd name="T67" fmla="*/ 668 h 259"/>
                <a:gd name="T68" fmla="*/ 400 w 230"/>
                <a:gd name="T69" fmla="*/ 758 h 259"/>
                <a:gd name="T70" fmla="*/ 316 w 230"/>
                <a:gd name="T71" fmla="*/ 774 h 259"/>
                <a:gd name="T72" fmla="*/ 260 w 230"/>
                <a:gd name="T73" fmla="*/ 1143 h 259"/>
                <a:gd name="T74" fmla="*/ 245 w 230"/>
                <a:gd name="T75" fmla="*/ 1283 h 259"/>
                <a:gd name="T76" fmla="*/ 274 w 230"/>
                <a:gd name="T77" fmla="*/ 1664 h 259"/>
                <a:gd name="T78" fmla="*/ 260 w 230"/>
                <a:gd name="T79" fmla="*/ 1764 h 259"/>
                <a:gd name="T80" fmla="*/ 189 w 230"/>
                <a:gd name="T81" fmla="*/ 1819 h 25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0" h="259">
                  <a:moveTo>
                    <a:pt x="23" y="257"/>
                  </a:moveTo>
                  <a:cubicBezTo>
                    <a:pt x="24" y="258"/>
                    <a:pt x="26" y="258"/>
                    <a:pt x="26" y="259"/>
                  </a:cubicBezTo>
                  <a:cubicBezTo>
                    <a:pt x="21" y="252"/>
                    <a:pt x="18" y="243"/>
                    <a:pt x="14" y="235"/>
                  </a:cubicBezTo>
                  <a:cubicBezTo>
                    <a:pt x="10" y="227"/>
                    <a:pt x="0" y="216"/>
                    <a:pt x="1" y="208"/>
                  </a:cubicBezTo>
                  <a:cubicBezTo>
                    <a:pt x="8" y="214"/>
                    <a:pt x="13" y="224"/>
                    <a:pt x="21" y="229"/>
                  </a:cubicBezTo>
                  <a:cubicBezTo>
                    <a:pt x="21" y="222"/>
                    <a:pt x="16" y="216"/>
                    <a:pt x="12" y="211"/>
                  </a:cubicBezTo>
                  <a:cubicBezTo>
                    <a:pt x="16" y="214"/>
                    <a:pt x="19" y="219"/>
                    <a:pt x="23" y="222"/>
                  </a:cubicBezTo>
                  <a:cubicBezTo>
                    <a:pt x="23" y="215"/>
                    <a:pt x="17" y="206"/>
                    <a:pt x="14" y="199"/>
                  </a:cubicBezTo>
                  <a:cubicBezTo>
                    <a:pt x="9" y="189"/>
                    <a:pt x="2" y="176"/>
                    <a:pt x="3" y="164"/>
                  </a:cubicBezTo>
                  <a:cubicBezTo>
                    <a:pt x="11" y="173"/>
                    <a:pt x="15" y="184"/>
                    <a:pt x="23" y="193"/>
                  </a:cubicBezTo>
                  <a:cubicBezTo>
                    <a:pt x="22" y="187"/>
                    <a:pt x="18" y="181"/>
                    <a:pt x="15" y="175"/>
                  </a:cubicBezTo>
                  <a:cubicBezTo>
                    <a:pt x="19" y="180"/>
                    <a:pt x="23" y="185"/>
                    <a:pt x="29" y="189"/>
                  </a:cubicBezTo>
                  <a:cubicBezTo>
                    <a:pt x="28" y="183"/>
                    <a:pt x="23" y="179"/>
                    <a:pt x="22" y="174"/>
                  </a:cubicBezTo>
                  <a:cubicBezTo>
                    <a:pt x="23" y="174"/>
                    <a:pt x="25" y="174"/>
                    <a:pt x="26" y="175"/>
                  </a:cubicBezTo>
                  <a:cubicBezTo>
                    <a:pt x="26" y="156"/>
                    <a:pt x="10" y="139"/>
                    <a:pt x="12" y="119"/>
                  </a:cubicBezTo>
                  <a:cubicBezTo>
                    <a:pt x="15" y="125"/>
                    <a:pt x="20" y="134"/>
                    <a:pt x="27" y="136"/>
                  </a:cubicBezTo>
                  <a:cubicBezTo>
                    <a:pt x="26" y="127"/>
                    <a:pt x="18" y="120"/>
                    <a:pt x="17" y="111"/>
                  </a:cubicBezTo>
                  <a:cubicBezTo>
                    <a:pt x="24" y="113"/>
                    <a:pt x="27" y="122"/>
                    <a:pt x="33" y="125"/>
                  </a:cubicBezTo>
                  <a:cubicBezTo>
                    <a:pt x="35" y="110"/>
                    <a:pt x="25" y="94"/>
                    <a:pt x="28" y="79"/>
                  </a:cubicBezTo>
                  <a:cubicBezTo>
                    <a:pt x="32" y="83"/>
                    <a:pt x="34" y="88"/>
                    <a:pt x="38" y="92"/>
                  </a:cubicBezTo>
                  <a:cubicBezTo>
                    <a:pt x="39" y="85"/>
                    <a:pt x="32" y="79"/>
                    <a:pt x="33" y="71"/>
                  </a:cubicBezTo>
                  <a:cubicBezTo>
                    <a:pt x="37" y="77"/>
                    <a:pt x="41" y="83"/>
                    <a:pt x="45" y="89"/>
                  </a:cubicBezTo>
                  <a:cubicBezTo>
                    <a:pt x="45" y="87"/>
                    <a:pt x="43" y="81"/>
                    <a:pt x="45" y="79"/>
                  </a:cubicBezTo>
                  <a:cubicBezTo>
                    <a:pt x="48" y="84"/>
                    <a:pt x="52" y="89"/>
                    <a:pt x="55" y="94"/>
                  </a:cubicBezTo>
                  <a:cubicBezTo>
                    <a:pt x="52" y="80"/>
                    <a:pt x="53" y="65"/>
                    <a:pt x="53" y="50"/>
                  </a:cubicBezTo>
                  <a:cubicBezTo>
                    <a:pt x="59" y="56"/>
                    <a:pt x="60" y="69"/>
                    <a:pt x="65" y="76"/>
                  </a:cubicBezTo>
                  <a:cubicBezTo>
                    <a:pt x="63" y="71"/>
                    <a:pt x="56" y="49"/>
                    <a:pt x="62" y="45"/>
                  </a:cubicBezTo>
                  <a:cubicBezTo>
                    <a:pt x="68" y="42"/>
                    <a:pt x="77" y="56"/>
                    <a:pt x="80" y="59"/>
                  </a:cubicBezTo>
                  <a:cubicBezTo>
                    <a:pt x="81" y="53"/>
                    <a:pt x="73" y="29"/>
                    <a:pt x="83" y="26"/>
                  </a:cubicBezTo>
                  <a:cubicBezTo>
                    <a:pt x="90" y="24"/>
                    <a:pt x="92" y="40"/>
                    <a:pt x="95" y="44"/>
                  </a:cubicBezTo>
                  <a:cubicBezTo>
                    <a:pt x="94" y="38"/>
                    <a:pt x="91" y="31"/>
                    <a:pt x="90" y="25"/>
                  </a:cubicBezTo>
                  <a:cubicBezTo>
                    <a:pt x="96" y="23"/>
                    <a:pt x="101" y="33"/>
                    <a:pt x="103" y="38"/>
                  </a:cubicBezTo>
                  <a:cubicBezTo>
                    <a:pt x="101" y="35"/>
                    <a:pt x="99" y="31"/>
                    <a:pt x="99" y="27"/>
                  </a:cubicBezTo>
                  <a:cubicBezTo>
                    <a:pt x="108" y="26"/>
                    <a:pt x="106" y="13"/>
                    <a:pt x="105" y="6"/>
                  </a:cubicBezTo>
                  <a:cubicBezTo>
                    <a:pt x="109" y="12"/>
                    <a:pt x="112" y="18"/>
                    <a:pt x="115" y="25"/>
                  </a:cubicBezTo>
                  <a:cubicBezTo>
                    <a:pt x="113" y="20"/>
                    <a:pt x="113" y="11"/>
                    <a:pt x="119" y="9"/>
                  </a:cubicBezTo>
                  <a:cubicBezTo>
                    <a:pt x="128" y="6"/>
                    <a:pt x="134" y="21"/>
                    <a:pt x="140" y="24"/>
                  </a:cubicBezTo>
                  <a:cubicBezTo>
                    <a:pt x="143" y="17"/>
                    <a:pt x="138" y="6"/>
                    <a:pt x="142" y="0"/>
                  </a:cubicBezTo>
                  <a:cubicBezTo>
                    <a:pt x="149" y="6"/>
                    <a:pt x="152" y="18"/>
                    <a:pt x="158" y="26"/>
                  </a:cubicBezTo>
                  <a:cubicBezTo>
                    <a:pt x="161" y="19"/>
                    <a:pt x="158" y="12"/>
                    <a:pt x="160" y="5"/>
                  </a:cubicBezTo>
                  <a:cubicBezTo>
                    <a:pt x="169" y="6"/>
                    <a:pt x="172" y="21"/>
                    <a:pt x="177" y="27"/>
                  </a:cubicBezTo>
                  <a:cubicBezTo>
                    <a:pt x="177" y="23"/>
                    <a:pt x="176" y="18"/>
                    <a:pt x="177" y="14"/>
                  </a:cubicBezTo>
                  <a:cubicBezTo>
                    <a:pt x="182" y="20"/>
                    <a:pt x="183" y="31"/>
                    <a:pt x="189" y="37"/>
                  </a:cubicBezTo>
                  <a:cubicBezTo>
                    <a:pt x="188" y="33"/>
                    <a:pt x="187" y="29"/>
                    <a:pt x="188" y="25"/>
                  </a:cubicBezTo>
                  <a:cubicBezTo>
                    <a:pt x="196" y="31"/>
                    <a:pt x="199" y="42"/>
                    <a:pt x="207" y="48"/>
                  </a:cubicBezTo>
                  <a:cubicBezTo>
                    <a:pt x="206" y="47"/>
                    <a:pt x="206" y="44"/>
                    <a:pt x="206" y="42"/>
                  </a:cubicBezTo>
                  <a:cubicBezTo>
                    <a:pt x="213" y="48"/>
                    <a:pt x="220" y="57"/>
                    <a:pt x="225" y="64"/>
                  </a:cubicBezTo>
                  <a:cubicBezTo>
                    <a:pt x="225" y="63"/>
                    <a:pt x="224" y="62"/>
                    <a:pt x="223" y="61"/>
                  </a:cubicBezTo>
                  <a:cubicBezTo>
                    <a:pt x="225" y="65"/>
                    <a:pt x="228" y="69"/>
                    <a:pt x="230" y="73"/>
                  </a:cubicBezTo>
                  <a:cubicBezTo>
                    <a:pt x="216" y="64"/>
                    <a:pt x="203" y="55"/>
                    <a:pt x="189" y="47"/>
                  </a:cubicBezTo>
                  <a:cubicBezTo>
                    <a:pt x="191" y="51"/>
                    <a:pt x="195" y="55"/>
                    <a:pt x="197" y="60"/>
                  </a:cubicBezTo>
                  <a:cubicBezTo>
                    <a:pt x="192" y="55"/>
                    <a:pt x="186" y="50"/>
                    <a:pt x="180" y="47"/>
                  </a:cubicBezTo>
                  <a:cubicBezTo>
                    <a:pt x="182" y="51"/>
                    <a:pt x="184" y="55"/>
                    <a:pt x="187" y="58"/>
                  </a:cubicBezTo>
                  <a:cubicBezTo>
                    <a:pt x="174" y="48"/>
                    <a:pt x="166" y="31"/>
                    <a:pt x="153" y="23"/>
                  </a:cubicBezTo>
                  <a:cubicBezTo>
                    <a:pt x="151" y="35"/>
                    <a:pt x="164" y="44"/>
                    <a:pt x="163" y="56"/>
                  </a:cubicBezTo>
                  <a:cubicBezTo>
                    <a:pt x="156" y="56"/>
                    <a:pt x="149" y="49"/>
                    <a:pt x="143" y="46"/>
                  </a:cubicBezTo>
                  <a:cubicBezTo>
                    <a:pt x="142" y="53"/>
                    <a:pt x="148" y="59"/>
                    <a:pt x="147" y="67"/>
                  </a:cubicBezTo>
                  <a:cubicBezTo>
                    <a:pt x="142" y="64"/>
                    <a:pt x="138" y="60"/>
                    <a:pt x="133" y="57"/>
                  </a:cubicBezTo>
                  <a:cubicBezTo>
                    <a:pt x="133" y="63"/>
                    <a:pt x="137" y="70"/>
                    <a:pt x="138" y="76"/>
                  </a:cubicBezTo>
                  <a:cubicBezTo>
                    <a:pt x="133" y="74"/>
                    <a:pt x="129" y="67"/>
                    <a:pt x="124" y="64"/>
                  </a:cubicBezTo>
                  <a:cubicBezTo>
                    <a:pt x="126" y="69"/>
                    <a:pt x="129" y="75"/>
                    <a:pt x="130" y="81"/>
                  </a:cubicBezTo>
                  <a:cubicBezTo>
                    <a:pt x="126" y="79"/>
                    <a:pt x="123" y="75"/>
                    <a:pt x="120" y="72"/>
                  </a:cubicBezTo>
                  <a:cubicBezTo>
                    <a:pt x="120" y="77"/>
                    <a:pt x="123" y="82"/>
                    <a:pt x="123" y="87"/>
                  </a:cubicBezTo>
                  <a:cubicBezTo>
                    <a:pt x="118" y="86"/>
                    <a:pt x="115" y="82"/>
                    <a:pt x="111" y="80"/>
                  </a:cubicBezTo>
                  <a:cubicBezTo>
                    <a:pt x="111" y="86"/>
                    <a:pt x="115" y="91"/>
                    <a:pt x="114" y="97"/>
                  </a:cubicBezTo>
                  <a:cubicBezTo>
                    <a:pt x="103" y="91"/>
                    <a:pt x="94" y="81"/>
                    <a:pt x="83" y="74"/>
                  </a:cubicBezTo>
                  <a:cubicBezTo>
                    <a:pt x="86" y="87"/>
                    <a:pt x="96" y="101"/>
                    <a:pt x="94" y="115"/>
                  </a:cubicBezTo>
                  <a:cubicBezTo>
                    <a:pt x="85" y="111"/>
                    <a:pt x="79" y="100"/>
                    <a:pt x="70" y="95"/>
                  </a:cubicBezTo>
                  <a:cubicBezTo>
                    <a:pt x="68" y="107"/>
                    <a:pt x="89" y="121"/>
                    <a:pt x="83" y="133"/>
                  </a:cubicBezTo>
                  <a:cubicBezTo>
                    <a:pt x="74" y="127"/>
                    <a:pt x="64" y="118"/>
                    <a:pt x="57" y="108"/>
                  </a:cubicBezTo>
                  <a:cubicBezTo>
                    <a:pt x="58" y="119"/>
                    <a:pt x="66" y="127"/>
                    <a:pt x="66" y="138"/>
                  </a:cubicBezTo>
                  <a:cubicBezTo>
                    <a:pt x="58" y="131"/>
                    <a:pt x="47" y="120"/>
                    <a:pt x="45" y="110"/>
                  </a:cubicBezTo>
                  <a:cubicBezTo>
                    <a:pt x="45" y="130"/>
                    <a:pt x="44" y="151"/>
                    <a:pt x="40" y="171"/>
                  </a:cubicBezTo>
                  <a:cubicBezTo>
                    <a:pt x="38" y="168"/>
                    <a:pt x="38" y="166"/>
                    <a:pt x="37" y="163"/>
                  </a:cubicBezTo>
                  <a:cubicBezTo>
                    <a:pt x="41" y="173"/>
                    <a:pt x="49" y="185"/>
                    <a:pt x="47" y="196"/>
                  </a:cubicBezTo>
                  <a:cubicBezTo>
                    <a:pt x="42" y="193"/>
                    <a:pt x="39" y="188"/>
                    <a:pt x="35" y="183"/>
                  </a:cubicBezTo>
                  <a:cubicBezTo>
                    <a:pt x="37" y="188"/>
                    <a:pt x="49" y="219"/>
                    <a:pt x="35" y="210"/>
                  </a:cubicBezTo>
                  <a:cubicBezTo>
                    <a:pt x="34" y="219"/>
                    <a:pt x="40" y="228"/>
                    <a:pt x="39" y="237"/>
                  </a:cubicBezTo>
                  <a:cubicBezTo>
                    <a:pt x="36" y="236"/>
                    <a:pt x="33" y="232"/>
                    <a:pt x="30" y="229"/>
                  </a:cubicBezTo>
                  <a:cubicBezTo>
                    <a:pt x="32" y="237"/>
                    <a:pt x="38" y="244"/>
                    <a:pt x="37" y="251"/>
                  </a:cubicBezTo>
                  <a:cubicBezTo>
                    <a:pt x="33" y="251"/>
                    <a:pt x="30" y="249"/>
                    <a:pt x="27" y="248"/>
                  </a:cubicBezTo>
                  <a:cubicBezTo>
                    <a:pt x="27" y="252"/>
                    <a:pt x="30" y="257"/>
                    <a:pt x="27" y="259"/>
                  </a:cubicBezTo>
                </a:path>
              </a:pathLst>
            </a:custGeom>
            <a:solidFill>
              <a:srgbClr val="6C3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58" name="Freeform 35">
              <a:extLst>
                <a:ext uri="{FF2B5EF4-FFF2-40B4-BE49-F238E27FC236}">
                  <a16:creationId xmlns:a16="http://schemas.microsoft.com/office/drawing/2014/main" id="{13449C93-577F-47C6-A6C1-E67AC5E41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007"/>
              <a:ext cx="429" cy="462"/>
            </a:xfrm>
            <a:custGeom>
              <a:avLst/>
              <a:gdLst>
                <a:gd name="T0" fmla="*/ 69 w 224"/>
                <a:gd name="T1" fmla="*/ 1407 h 241"/>
                <a:gd name="T2" fmla="*/ 176 w 224"/>
                <a:gd name="T3" fmla="*/ 1484 h 241"/>
                <a:gd name="T4" fmla="*/ 169 w 224"/>
                <a:gd name="T5" fmla="*/ 1382 h 241"/>
                <a:gd name="T6" fmla="*/ 184 w 224"/>
                <a:gd name="T7" fmla="*/ 1338 h 241"/>
                <a:gd name="T8" fmla="*/ 192 w 224"/>
                <a:gd name="T9" fmla="*/ 1290 h 241"/>
                <a:gd name="T10" fmla="*/ 197 w 224"/>
                <a:gd name="T11" fmla="*/ 1143 h 241"/>
                <a:gd name="T12" fmla="*/ 92 w 224"/>
                <a:gd name="T13" fmla="*/ 677 h 241"/>
                <a:gd name="T14" fmla="*/ 176 w 224"/>
                <a:gd name="T15" fmla="*/ 592 h 241"/>
                <a:gd name="T16" fmla="*/ 268 w 224"/>
                <a:gd name="T17" fmla="*/ 569 h 241"/>
                <a:gd name="T18" fmla="*/ 316 w 224"/>
                <a:gd name="T19" fmla="*/ 554 h 241"/>
                <a:gd name="T20" fmla="*/ 400 w 224"/>
                <a:gd name="T21" fmla="*/ 345 h 241"/>
                <a:gd name="T22" fmla="*/ 553 w 224"/>
                <a:gd name="T23" fmla="*/ 184 h 241"/>
                <a:gd name="T24" fmla="*/ 624 w 224"/>
                <a:gd name="T25" fmla="*/ 224 h 241"/>
                <a:gd name="T26" fmla="*/ 689 w 224"/>
                <a:gd name="T27" fmla="*/ 261 h 241"/>
                <a:gd name="T28" fmla="*/ 730 w 224"/>
                <a:gd name="T29" fmla="*/ 245 h 241"/>
                <a:gd name="T30" fmla="*/ 837 w 224"/>
                <a:gd name="T31" fmla="*/ 100 h 241"/>
                <a:gd name="T32" fmla="*/ 982 w 224"/>
                <a:gd name="T33" fmla="*/ 63 h 241"/>
                <a:gd name="T34" fmla="*/ 1034 w 224"/>
                <a:gd name="T35" fmla="*/ 0 h 241"/>
                <a:gd name="T36" fmla="*/ 1151 w 224"/>
                <a:gd name="T37" fmla="*/ 44 h 241"/>
                <a:gd name="T38" fmla="*/ 1306 w 224"/>
                <a:gd name="T39" fmla="*/ 121 h 241"/>
                <a:gd name="T40" fmla="*/ 1320 w 224"/>
                <a:gd name="T41" fmla="*/ 245 h 241"/>
                <a:gd name="T42" fmla="*/ 1199 w 224"/>
                <a:gd name="T43" fmla="*/ 113 h 241"/>
                <a:gd name="T44" fmla="*/ 1118 w 224"/>
                <a:gd name="T45" fmla="*/ 148 h 241"/>
                <a:gd name="T46" fmla="*/ 1013 w 224"/>
                <a:gd name="T47" fmla="*/ 69 h 241"/>
                <a:gd name="T48" fmla="*/ 961 w 224"/>
                <a:gd name="T49" fmla="*/ 128 h 241"/>
                <a:gd name="T50" fmla="*/ 950 w 224"/>
                <a:gd name="T51" fmla="*/ 192 h 241"/>
                <a:gd name="T52" fmla="*/ 929 w 224"/>
                <a:gd name="T53" fmla="*/ 245 h 241"/>
                <a:gd name="T54" fmla="*/ 866 w 224"/>
                <a:gd name="T55" fmla="*/ 199 h 241"/>
                <a:gd name="T56" fmla="*/ 793 w 224"/>
                <a:gd name="T57" fmla="*/ 368 h 241"/>
                <a:gd name="T58" fmla="*/ 682 w 224"/>
                <a:gd name="T59" fmla="*/ 401 h 241"/>
                <a:gd name="T60" fmla="*/ 590 w 224"/>
                <a:gd name="T61" fmla="*/ 316 h 241"/>
                <a:gd name="T62" fmla="*/ 546 w 224"/>
                <a:gd name="T63" fmla="*/ 445 h 241"/>
                <a:gd name="T64" fmla="*/ 421 w 224"/>
                <a:gd name="T65" fmla="*/ 577 h 241"/>
                <a:gd name="T66" fmla="*/ 368 w 224"/>
                <a:gd name="T67" fmla="*/ 577 h 241"/>
                <a:gd name="T68" fmla="*/ 352 w 224"/>
                <a:gd name="T69" fmla="*/ 585 h 241"/>
                <a:gd name="T70" fmla="*/ 253 w 224"/>
                <a:gd name="T71" fmla="*/ 746 h 241"/>
                <a:gd name="T72" fmla="*/ 184 w 224"/>
                <a:gd name="T73" fmla="*/ 866 h 241"/>
                <a:gd name="T74" fmla="*/ 169 w 224"/>
                <a:gd name="T75" fmla="*/ 893 h 241"/>
                <a:gd name="T76" fmla="*/ 237 w 224"/>
                <a:gd name="T77" fmla="*/ 1154 h 241"/>
                <a:gd name="T78" fmla="*/ 216 w 224"/>
                <a:gd name="T79" fmla="*/ 1346 h 241"/>
                <a:gd name="T80" fmla="*/ 169 w 224"/>
                <a:gd name="T81" fmla="*/ 1451 h 241"/>
                <a:gd name="T82" fmla="*/ 113 w 224"/>
                <a:gd name="T83" fmla="*/ 1522 h 2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24" h="241">
                  <a:moveTo>
                    <a:pt x="24" y="232"/>
                  </a:moveTo>
                  <a:cubicBezTo>
                    <a:pt x="18" y="223"/>
                    <a:pt x="15" y="211"/>
                    <a:pt x="10" y="200"/>
                  </a:cubicBezTo>
                  <a:cubicBezTo>
                    <a:pt x="7" y="194"/>
                    <a:pt x="1" y="187"/>
                    <a:pt x="0" y="180"/>
                  </a:cubicBezTo>
                  <a:cubicBezTo>
                    <a:pt x="6" y="189"/>
                    <a:pt x="16" y="206"/>
                    <a:pt x="25" y="211"/>
                  </a:cubicBezTo>
                  <a:cubicBezTo>
                    <a:pt x="21" y="203"/>
                    <a:pt x="16" y="196"/>
                    <a:pt x="15" y="186"/>
                  </a:cubicBezTo>
                  <a:cubicBezTo>
                    <a:pt x="18" y="189"/>
                    <a:pt x="21" y="193"/>
                    <a:pt x="24" y="196"/>
                  </a:cubicBezTo>
                  <a:cubicBezTo>
                    <a:pt x="22" y="192"/>
                    <a:pt x="19" y="188"/>
                    <a:pt x="19" y="183"/>
                  </a:cubicBezTo>
                  <a:cubicBezTo>
                    <a:pt x="21" y="186"/>
                    <a:pt x="24" y="189"/>
                    <a:pt x="26" y="190"/>
                  </a:cubicBezTo>
                  <a:cubicBezTo>
                    <a:pt x="25" y="188"/>
                    <a:pt x="24" y="185"/>
                    <a:pt x="23" y="182"/>
                  </a:cubicBezTo>
                  <a:cubicBezTo>
                    <a:pt x="24" y="183"/>
                    <a:pt x="26" y="183"/>
                    <a:pt x="27" y="183"/>
                  </a:cubicBezTo>
                  <a:cubicBezTo>
                    <a:pt x="28" y="170"/>
                    <a:pt x="16" y="158"/>
                    <a:pt x="17" y="145"/>
                  </a:cubicBezTo>
                  <a:cubicBezTo>
                    <a:pt x="20" y="151"/>
                    <a:pt x="23" y="160"/>
                    <a:pt x="28" y="162"/>
                  </a:cubicBezTo>
                  <a:cubicBezTo>
                    <a:pt x="27" y="152"/>
                    <a:pt x="22" y="140"/>
                    <a:pt x="20" y="130"/>
                  </a:cubicBezTo>
                  <a:cubicBezTo>
                    <a:pt x="17" y="118"/>
                    <a:pt x="16" y="107"/>
                    <a:pt x="13" y="96"/>
                  </a:cubicBezTo>
                  <a:cubicBezTo>
                    <a:pt x="20" y="106"/>
                    <a:pt x="25" y="120"/>
                    <a:pt x="34" y="127"/>
                  </a:cubicBezTo>
                  <a:cubicBezTo>
                    <a:pt x="39" y="115"/>
                    <a:pt x="23" y="98"/>
                    <a:pt x="25" y="84"/>
                  </a:cubicBezTo>
                  <a:cubicBezTo>
                    <a:pt x="30" y="90"/>
                    <a:pt x="33" y="98"/>
                    <a:pt x="39" y="103"/>
                  </a:cubicBezTo>
                  <a:cubicBezTo>
                    <a:pt x="39" y="96"/>
                    <a:pt x="35" y="88"/>
                    <a:pt x="38" y="81"/>
                  </a:cubicBezTo>
                  <a:cubicBezTo>
                    <a:pt x="42" y="82"/>
                    <a:pt x="44" y="85"/>
                    <a:pt x="47" y="88"/>
                  </a:cubicBezTo>
                  <a:cubicBezTo>
                    <a:pt x="46" y="85"/>
                    <a:pt x="45" y="82"/>
                    <a:pt x="45" y="79"/>
                  </a:cubicBezTo>
                  <a:cubicBezTo>
                    <a:pt x="48" y="81"/>
                    <a:pt x="50" y="84"/>
                    <a:pt x="53" y="87"/>
                  </a:cubicBezTo>
                  <a:cubicBezTo>
                    <a:pt x="54" y="74"/>
                    <a:pt x="53" y="61"/>
                    <a:pt x="57" y="49"/>
                  </a:cubicBezTo>
                  <a:cubicBezTo>
                    <a:pt x="60" y="58"/>
                    <a:pt x="64" y="77"/>
                    <a:pt x="73" y="80"/>
                  </a:cubicBezTo>
                  <a:cubicBezTo>
                    <a:pt x="73" y="63"/>
                    <a:pt x="69" y="42"/>
                    <a:pt x="79" y="26"/>
                  </a:cubicBezTo>
                  <a:cubicBezTo>
                    <a:pt x="85" y="32"/>
                    <a:pt x="89" y="49"/>
                    <a:pt x="91" y="58"/>
                  </a:cubicBezTo>
                  <a:cubicBezTo>
                    <a:pt x="92" y="52"/>
                    <a:pt x="84" y="36"/>
                    <a:pt x="89" y="32"/>
                  </a:cubicBezTo>
                  <a:cubicBezTo>
                    <a:pt x="95" y="27"/>
                    <a:pt x="101" y="49"/>
                    <a:pt x="102" y="53"/>
                  </a:cubicBezTo>
                  <a:cubicBezTo>
                    <a:pt x="101" y="48"/>
                    <a:pt x="97" y="42"/>
                    <a:pt x="98" y="37"/>
                  </a:cubicBezTo>
                  <a:cubicBezTo>
                    <a:pt x="101" y="40"/>
                    <a:pt x="103" y="44"/>
                    <a:pt x="107" y="45"/>
                  </a:cubicBezTo>
                  <a:cubicBezTo>
                    <a:pt x="106" y="42"/>
                    <a:pt x="104" y="38"/>
                    <a:pt x="104" y="35"/>
                  </a:cubicBezTo>
                  <a:cubicBezTo>
                    <a:pt x="110" y="34"/>
                    <a:pt x="115" y="39"/>
                    <a:pt x="120" y="43"/>
                  </a:cubicBezTo>
                  <a:cubicBezTo>
                    <a:pt x="119" y="33"/>
                    <a:pt x="111" y="23"/>
                    <a:pt x="119" y="14"/>
                  </a:cubicBezTo>
                  <a:cubicBezTo>
                    <a:pt x="124" y="20"/>
                    <a:pt x="128" y="28"/>
                    <a:pt x="135" y="34"/>
                  </a:cubicBezTo>
                  <a:cubicBezTo>
                    <a:pt x="134" y="29"/>
                    <a:pt x="133" y="12"/>
                    <a:pt x="140" y="9"/>
                  </a:cubicBezTo>
                  <a:cubicBezTo>
                    <a:pt x="145" y="7"/>
                    <a:pt x="149" y="19"/>
                    <a:pt x="151" y="23"/>
                  </a:cubicBezTo>
                  <a:cubicBezTo>
                    <a:pt x="151" y="15"/>
                    <a:pt x="146" y="9"/>
                    <a:pt x="147" y="0"/>
                  </a:cubicBezTo>
                  <a:cubicBezTo>
                    <a:pt x="155" y="9"/>
                    <a:pt x="157" y="22"/>
                    <a:pt x="167" y="30"/>
                  </a:cubicBezTo>
                  <a:cubicBezTo>
                    <a:pt x="167" y="22"/>
                    <a:pt x="161" y="13"/>
                    <a:pt x="164" y="6"/>
                  </a:cubicBezTo>
                  <a:cubicBezTo>
                    <a:pt x="174" y="7"/>
                    <a:pt x="180" y="26"/>
                    <a:pt x="188" y="32"/>
                  </a:cubicBezTo>
                  <a:cubicBezTo>
                    <a:pt x="187" y="27"/>
                    <a:pt x="184" y="21"/>
                    <a:pt x="186" y="17"/>
                  </a:cubicBezTo>
                  <a:cubicBezTo>
                    <a:pt x="196" y="31"/>
                    <a:pt x="219" y="47"/>
                    <a:pt x="224" y="64"/>
                  </a:cubicBezTo>
                  <a:cubicBezTo>
                    <a:pt x="214" y="54"/>
                    <a:pt x="194" y="48"/>
                    <a:pt x="188" y="35"/>
                  </a:cubicBezTo>
                  <a:cubicBezTo>
                    <a:pt x="191" y="39"/>
                    <a:pt x="195" y="45"/>
                    <a:pt x="197" y="49"/>
                  </a:cubicBezTo>
                  <a:cubicBezTo>
                    <a:pt x="186" y="40"/>
                    <a:pt x="179" y="27"/>
                    <a:pt x="171" y="16"/>
                  </a:cubicBezTo>
                  <a:cubicBezTo>
                    <a:pt x="171" y="26"/>
                    <a:pt x="178" y="39"/>
                    <a:pt x="182" y="49"/>
                  </a:cubicBezTo>
                  <a:cubicBezTo>
                    <a:pt x="173" y="41"/>
                    <a:pt x="169" y="25"/>
                    <a:pt x="159" y="21"/>
                  </a:cubicBezTo>
                  <a:cubicBezTo>
                    <a:pt x="160" y="27"/>
                    <a:pt x="164" y="33"/>
                    <a:pt x="165" y="40"/>
                  </a:cubicBezTo>
                  <a:cubicBezTo>
                    <a:pt x="159" y="31"/>
                    <a:pt x="152" y="17"/>
                    <a:pt x="144" y="10"/>
                  </a:cubicBezTo>
                  <a:cubicBezTo>
                    <a:pt x="147" y="16"/>
                    <a:pt x="148" y="23"/>
                    <a:pt x="150" y="29"/>
                  </a:cubicBezTo>
                  <a:cubicBezTo>
                    <a:pt x="145" y="27"/>
                    <a:pt x="142" y="21"/>
                    <a:pt x="137" y="18"/>
                  </a:cubicBezTo>
                  <a:cubicBezTo>
                    <a:pt x="138" y="26"/>
                    <a:pt x="145" y="33"/>
                    <a:pt x="146" y="41"/>
                  </a:cubicBezTo>
                  <a:cubicBezTo>
                    <a:pt x="141" y="38"/>
                    <a:pt x="137" y="32"/>
                    <a:pt x="135" y="27"/>
                  </a:cubicBezTo>
                  <a:cubicBezTo>
                    <a:pt x="138" y="34"/>
                    <a:pt x="142" y="41"/>
                    <a:pt x="143" y="49"/>
                  </a:cubicBezTo>
                  <a:cubicBezTo>
                    <a:pt x="138" y="46"/>
                    <a:pt x="136" y="39"/>
                    <a:pt x="132" y="35"/>
                  </a:cubicBezTo>
                  <a:cubicBezTo>
                    <a:pt x="130" y="42"/>
                    <a:pt x="138" y="55"/>
                    <a:pt x="139" y="62"/>
                  </a:cubicBezTo>
                  <a:cubicBezTo>
                    <a:pt x="132" y="52"/>
                    <a:pt x="128" y="39"/>
                    <a:pt x="123" y="28"/>
                  </a:cubicBezTo>
                  <a:cubicBezTo>
                    <a:pt x="123" y="40"/>
                    <a:pt x="130" y="52"/>
                    <a:pt x="129" y="64"/>
                  </a:cubicBezTo>
                  <a:cubicBezTo>
                    <a:pt x="123" y="61"/>
                    <a:pt x="119" y="54"/>
                    <a:pt x="113" y="52"/>
                  </a:cubicBezTo>
                  <a:cubicBezTo>
                    <a:pt x="112" y="60"/>
                    <a:pt x="117" y="67"/>
                    <a:pt x="116" y="75"/>
                  </a:cubicBezTo>
                  <a:cubicBezTo>
                    <a:pt x="109" y="70"/>
                    <a:pt x="105" y="60"/>
                    <a:pt x="97" y="57"/>
                  </a:cubicBezTo>
                  <a:cubicBezTo>
                    <a:pt x="99" y="64"/>
                    <a:pt x="102" y="71"/>
                    <a:pt x="104" y="78"/>
                  </a:cubicBezTo>
                  <a:cubicBezTo>
                    <a:pt x="94" y="71"/>
                    <a:pt x="89" y="55"/>
                    <a:pt x="84" y="45"/>
                  </a:cubicBezTo>
                  <a:cubicBezTo>
                    <a:pt x="83" y="59"/>
                    <a:pt x="91" y="74"/>
                    <a:pt x="89" y="89"/>
                  </a:cubicBezTo>
                  <a:cubicBezTo>
                    <a:pt x="86" y="80"/>
                    <a:pt x="83" y="71"/>
                    <a:pt x="78" y="63"/>
                  </a:cubicBezTo>
                  <a:cubicBezTo>
                    <a:pt x="74" y="74"/>
                    <a:pt x="81" y="90"/>
                    <a:pt x="75" y="100"/>
                  </a:cubicBezTo>
                  <a:cubicBezTo>
                    <a:pt x="70" y="95"/>
                    <a:pt x="67" y="85"/>
                    <a:pt x="60" y="82"/>
                  </a:cubicBezTo>
                  <a:cubicBezTo>
                    <a:pt x="58" y="90"/>
                    <a:pt x="63" y="98"/>
                    <a:pt x="63" y="106"/>
                  </a:cubicBezTo>
                  <a:cubicBezTo>
                    <a:pt x="57" y="101"/>
                    <a:pt x="54" y="90"/>
                    <a:pt x="52" y="82"/>
                  </a:cubicBezTo>
                  <a:cubicBezTo>
                    <a:pt x="54" y="93"/>
                    <a:pt x="57" y="103"/>
                    <a:pt x="60" y="113"/>
                  </a:cubicBezTo>
                  <a:cubicBezTo>
                    <a:pt x="56" y="103"/>
                    <a:pt x="54" y="92"/>
                    <a:pt x="50" y="83"/>
                  </a:cubicBezTo>
                  <a:cubicBezTo>
                    <a:pt x="44" y="97"/>
                    <a:pt x="58" y="115"/>
                    <a:pt x="52" y="129"/>
                  </a:cubicBezTo>
                  <a:cubicBezTo>
                    <a:pt x="45" y="124"/>
                    <a:pt x="40" y="114"/>
                    <a:pt x="36" y="106"/>
                  </a:cubicBezTo>
                  <a:cubicBezTo>
                    <a:pt x="36" y="117"/>
                    <a:pt x="39" y="131"/>
                    <a:pt x="40" y="142"/>
                  </a:cubicBezTo>
                  <a:cubicBezTo>
                    <a:pt x="35" y="139"/>
                    <a:pt x="27" y="130"/>
                    <a:pt x="26" y="123"/>
                  </a:cubicBezTo>
                  <a:cubicBezTo>
                    <a:pt x="30" y="134"/>
                    <a:pt x="38" y="144"/>
                    <a:pt x="37" y="155"/>
                  </a:cubicBezTo>
                  <a:cubicBezTo>
                    <a:pt x="29" y="151"/>
                    <a:pt x="26" y="135"/>
                    <a:pt x="24" y="127"/>
                  </a:cubicBezTo>
                  <a:cubicBezTo>
                    <a:pt x="28" y="140"/>
                    <a:pt x="40" y="157"/>
                    <a:pt x="39" y="171"/>
                  </a:cubicBezTo>
                  <a:cubicBezTo>
                    <a:pt x="37" y="170"/>
                    <a:pt x="35" y="167"/>
                    <a:pt x="34" y="164"/>
                  </a:cubicBezTo>
                  <a:cubicBezTo>
                    <a:pt x="37" y="173"/>
                    <a:pt x="50" y="195"/>
                    <a:pt x="41" y="203"/>
                  </a:cubicBezTo>
                  <a:cubicBezTo>
                    <a:pt x="35" y="203"/>
                    <a:pt x="32" y="196"/>
                    <a:pt x="31" y="191"/>
                  </a:cubicBezTo>
                  <a:cubicBezTo>
                    <a:pt x="34" y="198"/>
                    <a:pt x="39" y="210"/>
                    <a:pt x="35" y="217"/>
                  </a:cubicBezTo>
                  <a:cubicBezTo>
                    <a:pt x="29" y="217"/>
                    <a:pt x="27" y="210"/>
                    <a:pt x="24" y="206"/>
                  </a:cubicBezTo>
                  <a:cubicBezTo>
                    <a:pt x="22" y="212"/>
                    <a:pt x="25" y="219"/>
                    <a:pt x="26" y="225"/>
                  </a:cubicBezTo>
                  <a:cubicBezTo>
                    <a:pt x="22" y="223"/>
                    <a:pt x="21" y="216"/>
                    <a:pt x="16" y="216"/>
                  </a:cubicBezTo>
                  <a:cubicBezTo>
                    <a:pt x="15" y="224"/>
                    <a:pt x="20" y="233"/>
                    <a:pt x="15" y="241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59" name="Freeform 36">
              <a:extLst>
                <a:ext uri="{FF2B5EF4-FFF2-40B4-BE49-F238E27FC236}">
                  <a16:creationId xmlns:a16="http://schemas.microsoft.com/office/drawing/2014/main" id="{C09328B9-FD8F-4270-8BE9-18CBB5BA8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145"/>
              <a:ext cx="402" cy="387"/>
            </a:xfrm>
            <a:custGeom>
              <a:avLst/>
              <a:gdLst>
                <a:gd name="T0" fmla="*/ 1382 w 210"/>
                <a:gd name="T1" fmla="*/ 36 h 202"/>
                <a:gd name="T2" fmla="*/ 1474 w 210"/>
                <a:gd name="T3" fmla="*/ 169 h 202"/>
                <a:gd name="T4" fmla="*/ 1206 w 210"/>
                <a:gd name="T5" fmla="*/ 148 h 202"/>
                <a:gd name="T6" fmla="*/ 1173 w 210"/>
                <a:gd name="T7" fmla="*/ 192 h 202"/>
                <a:gd name="T8" fmla="*/ 1106 w 210"/>
                <a:gd name="T9" fmla="*/ 197 h 202"/>
                <a:gd name="T10" fmla="*/ 1011 w 210"/>
                <a:gd name="T11" fmla="*/ 293 h 202"/>
                <a:gd name="T12" fmla="*/ 927 w 210"/>
                <a:gd name="T13" fmla="*/ 577 h 202"/>
                <a:gd name="T14" fmla="*/ 806 w 210"/>
                <a:gd name="T15" fmla="*/ 676 h 202"/>
                <a:gd name="T16" fmla="*/ 745 w 210"/>
                <a:gd name="T17" fmla="*/ 368 h 202"/>
                <a:gd name="T18" fmla="*/ 645 w 210"/>
                <a:gd name="T19" fmla="*/ 561 h 202"/>
                <a:gd name="T20" fmla="*/ 622 w 210"/>
                <a:gd name="T21" fmla="*/ 521 h 202"/>
                <a:gd name="T22" fmla="*/ 576 w 210"/>
                <a:gd name="T23" fmla="*/ 705 h 202"/>
                <a:gd name="T24" fmla="*/ 505 w 210"/>
                <a:gd name="T25" fmla="*/ 713 h 202"/>
                <a:gd name="T26" fmla="*/ 444 w 210"/>
                <a:gd name="T27" fmla="*/ 1006 h 202"/>
                <a:gd name="T28" fmla="*/ 352 w 210"/>
                <a:gd name="T29" fmla="*/ 1098 h 202"/>
                <a:gd name="T30" fmla="*/ 308 w 210"/>
                <a:gd name="T31" fmla="*/ 1211 h 202"/>
                <a:gd name="T32" fmla="*/ 56 w 210"/>
                <a:gd name="T33" fmla="*/ 1420 h 202"/>
                <a:gd name="T34" fmla="*/ 245 w 210"/>
                <a:gd name="T35" fmla="*/ 793 h 202"/>
                <a:gd name="T36" fmla="*/ 590 w 210"/>
                <a:gd name="T37" fmla="*/ 316 h 202"/>
                <a:gd name="T38" fmla="*/ 997 w 210"/>
                <a:gd name="T39" fmla="*/ 63 h 202"/>
                <a:gd name="T40" fmla="*/ 1166 w 210"/>
                <a:gd name="T41" fmla="*/ 29 h 202"/>
                <a:gd name="T42" fmla="*/ 1374 w 210"/>
                <a:gd name="T43" fmla="*/ 21 h 2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0" h="202">
                  <a:moveTo>
                    <a:pt x="197" y="5"/>
                  </a:moveTo>
                  <a:cubicBezTo>
                    <a:pt x="198" y="12"/>
                    <a:pt x="208" y="17"/>
                    <a:pt x="210" y="24"/>
                  </a:cubicBezTo>
                  <a:cubicBezTo>
                    <a:pt x="199" y="35"/>
                    <a:pt x="185" y="17"/>
                    <a:pt x="172" y="21"/>
                  </a:cubicBezTo>
                  <a:cubicBezTo>
                    <a:pt x="169" y="21"/>
                    <a:pt x="169" y="26"/>
                    <a:pt x="167" y="27"/>
                  </a:cubicBezTo>
                  <a:cubicBezTo>
                    <a:pt x="164" y="28"/>
                    <a:pt x="161" y="27"/>
                    <a:pt x="158" y="28"/>
                  </a:cubicBezTo>
                  <a:cubicBezTo>
                    <a:pt x="147" y="30"/>
                    <a:pt x="146" y="30"/>
                    <a:pt x="144" y="42"/>
                  </a:cubicBezTo>
                  <a:cubicBezTo>
                    <a:pt x="141" y="56"/>
                    <a:pt x="136" y="69"/>
                    <a:pt x="132" y="82"/>
                  </a:cubicBezTo>
                  <a:cubicBezTo>
                    <a:pt x="129" y="92"/>
                    <a:pt x="116" y="125"/>
                    <a:pt x="115" y="96"/>
                  </a:cubicBezTo>
                  <a:cubicBezTo>
                    <a:pt x="115" y="89"/>
                    <a:pt x="119" y="52"/>
                    <a:pt x="106" y="52"/>
                  </a:cubicBezTo>
                  <a:cubicBezTo>
                    <a:pt x="98" y="51"/>
                    <a:pt x="94" y="75"/>
                    <a:pt x="92" y="80"/>
                  </a:cubicBezTo>
                  <a:cubicBezTo>
                    <a:pt x="92" y="78"/>
                    <a:pt x="90" y="76"/>
                    <a:pt x="89" y="74"/>
                  </a:cubicBezTo>
                  <a:cubicBezTo>
                    <a:pt x="79" y="75"/>
                    <a:pt x="84" y="95"/>
                    <a:pt x="82" y="100"/>
                  </a:cubicBezTo>
                  <a:cubicBezTo>
                    <a:pt x="79" y="105"/>
                    <a:pt x="75" y="109"/>
                    <a:pt x="72" y="101"/>
                  </a:cubicBezTo>
                  <a:cubicBezTo>
                    <a:pt x="63" y="113"/>
                    <a:pt x="73" y="130"/>
                    <a:pt x="63" y="143"/>
                  </a:cubicBezTo>
                  <a:cubicBezTo>
                    <a:pt x="59" y="148"/>
                    <a:pt x="54" y="151"/>
                    <a:pt x="50" y="156"/>
                  </a:cubicBezTo>
                  <a:cubicBezTo>
                    <a:pt x="46" y="161"/>
                    <a:pt x="47" y="167"/>
                    <a:pt x="44" y="172"/>
                  </a:cubicBezTo>
                  <a:cubicBezTo>
                    <a:pt x="40" y="181"/>
                    <a:pt x="20" y="201"/>
                    <a:pt x="8" y="202"/>
                  </a:cubicBezTo>
                  <a:cubicBezTo>
                    <a:pt x="0" y="171"/>
                    <a:pt x="24" y="139"/>
                    <a:pt x="35" y="113"/>
                  </a:cubicBezTo>
                  <a:cubicBezTo>
                    <a:pt x="46" y="88"/>
                    <a:pt x="65" y="65"/>
                    <a:pt x="84" y="45"/>
                  </a:cubicBezTo>
                  <a:cubicBezTo>
                    <a:pt x="98" y="30"/>
                    <a:pt x="122" y="17"/>
                    <a:pt x="142" y="9"/>
                  </a:cubicBezTo>
                  <a:cubicBezTo>
                    <a:pt x="149" y="6"/>
                    <a:pt x="157" y="5"/>
                    <a:pt x="166" y="4"/>
                  </a:cubicBezTo>
                  <a:cubicBezTo>
                    <a:pt x="174" y="4"/>
                    <a:pt x="188" y="0"/>
                    <a:pt x="196" y="3"/>
                  </a:cubicBezTo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60" name="Freeform 37">
              <a:extLst>
                <a:ext uri="{FF2B5EF4-FFF2-40B4-BE49-F238E27FC236}">
                  <a16:creationId xmlns:a16="http://schemas.microsoft.com/office/drawing/2014/main" id="{49CA55A2-FD51-4FDC-9247-C5FEEEF82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931"/>
              <a:ext cx="381" cy="601"/>
            </a:xfrm>
            <a:custGeom>
              <a:avLst/>
              <a:gdLst>
                <a:gd name="T0" fmla="*/ 1396 w 199"/>
                <a:gd name="T1" fmla="*/ 132 h 314"/>
                <a:gd name="T2" fmla="*/ 1191 w 199"/>
                <a:gd name="T3" fmla="*/ 36 h 314"/>
                <a:gd name="T4" fmla="*/ 877 w 199"/>
                <a:gd name="T5" fmla="*/ 100 h 314"/>
                <a:gd name="T6" fmla="*/ 622 w 199"/>
                <a:gd name="T7" fmla="*/ 176 h 314"/>
                <a:gd name="T8" fmla="*/ 528 w 199"/>
                <a:gd name="T9" fmla="*/ 322 h 314"/>
                <a:gd name="T10" fmla="*/ 124 w 199"/>
                <a:gd name="T11" fmla="*/ 660 h 314"/>
                <a:gd name="T12" fmla="*/ 29 w 199"/>
                <a:gd name="T13" fmla="*/ 1058 h 314"/>
                <a:gd name="T14" fmla="*/ 36 w 199"/>
                <a:gd name="T15" fmla="*/ 1388 h 314"/>
                <a:gd name="T16" fmla="*/ 40 w 199"/>
                <a:gd name="T17" fmla="*/ 1564 h 314"/>
                <a:gd name="T18" fmla="*/ 107 w 199"/>
                <a:gd name="T19" fmla="*/ 1688 h 314"/>
                <a:gd name="T20" fmla="*/ 168 w 199"/>
                <a:gd name="T21" fmla="*/ 1920 h 314"/>
                <a:gd name="T22" fmla="*/ 414 w 199"/>
                <a:gd name="T23" fmla="*/ 2193 h 314"/>
                <a:gd name="T24" fmla="*/ 197 w 199"/>
                <a:gd name="T25" fmla="*/ 1495 h 314"/>
                <a:gd name="T26" fmla="*/ 329 w 199"/>
                <a:gd name="T27" fmla="*/ 766 h 314"/>
                <a:gd name="T28" fmla="*/ 622 w 199"/>
                <a:gd name="T29" fmla="*/ 377 h 314"/>
                <a:gd name="T30" fmla="*/ 785 w 199"/>
                <a:gd name="T31" fmla="*/ 281 h 314"/>
                <a:gd name="T32" fmla="*/ 946 w 199"/>
                <a:gd name="T33" fmla="*/ 161 h 314"/>
                <a:gd name="T34" fmla="*/ 1110 w 199"/>
                <a:gd name="T35" fmla="*/ 113 h 314"/>
                <a:gd name="T36" fmla="*/ 1258 w 199"/>
                <a:gd name="T37" fmla="*/ 132 h 3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9" h="314">
                  <a:moveTo>
                    <a:pt x="199" y="19"/>
                  </a:moveTo>
                  <a:cubicBezTo>
                    <a:pt x="191" y="19"/>
                    <a:pt x="180" y="8"/>
                    <a:pt x="170" y="5"/>
                  </a:cubicBezTo>
                  <a:cubicBezTo>
                    <a:pt x="155" y="0"/>
                    <a:pt x="141" y="11"/>
                    <a:pt x="125" y="14"/>
                  </a:cubicBezTo>
                  <a:cubicBezTo>
                    <a:pt x="112" y="17"/>
                    <a:pt x="99" y="16"/>
                    <a:pt x="89" y="25"/>
                  </a:cubicBezTo>
                  <a:cubicBezTo>
                    <a:pt x="82" y="31"/>
                    <a:pt x="81" y="40"/>
                    <a:pt x="75" y="46"/>
                  </a:cubicBezTo>
                  <a:cubicBezTo>
                    <a:pt x="59" y="65"/>
                    <a:pt x="31" y="70"/>
                    <a:pt x="18" y="94"/>
                  </a:cubicBezTo>
                  <a:cubicBezTo>
                    <a:pt x="7" y="113"/>
                    <a:pt x="8" y="131"/>
                    <a:pt x="4" y="151"/>
                  </a:cubicBezTo>
                  <a:cubicBezTo>
                    <a:pt x="0" y="168"/>
                    <a:pt x="3" y="181"/>
                    <a:pt x="5" y="198"/>
                  </a:cubicBezTo>
                  <a:cubicBezTo>
                    <a:pt x="6" y="206"/>
                    <a:pt x="5" y="215"/>
                    <a:pt x="6" y="223"/>
                  </a:cubicBezTo>
                  <a:cubicBezTo>
                    <a:pt x="6" y="233"/>
                    <a:pt x="9" y="233"/>
                    <a:pt x="15" y="241"/>
                  </a:cubicBezTo>
                  <a:cubicBezTo>
                    <a:pt x="22" y="250"/>
                    <a:pt x="21" y="263"/>
                    <a:pt x="24" y="274"/>
                  </a:cubicBezTo>
                  <a:cubicBezTo>
                    <a:pt x="27" y="285"/>
                    <a:pt x="46" y="314"/>
                    <a:pt x="59" y="313"/>
                  </a:cubicBezTo>
                  <a:cubicBezTo>
                    <a:pt x="44" y="280"/>
                    <a:pt x="29" y="250"/>
                    <a:pt x="28" y="213"/>
                  </a:cubicBezTo>
                  <a:cubicBezTo>
                    <a:pt x="28" y="177"/>
                    <a:pt x="32" y="142"/>
                    <a:pt x="47" y="109"/>
                  </a:cubicBezTo>
                  <a:cubicBezTo>
                    <a:pt x="57" y="86"/>
                    <a:pt x="71" y="70"/>
                    <a:pt x="89" y="54"/>
                  </a:cubicBezTo>
                  <a:cubicBezTo>
                    <a:pt x="96" y="48"/>
                    <a:pt x="104" y="45"/>
                    <a:pt x="112" y="40"/>
                  </a:cubicBezTo>
                  <a:cubicBezTo>
                    <a:pt x="121" y="34"/>
                    <a:pt x="126" y="27"/>
                    <a:pt x="135" y="23"/>
                  </a:cubicBezTo>
                  <a:cubicBezTo>
                    <a:pt x="142" y="21"/>
                    <a:pt x="151" y="16"/>
                    <a:pt x="158" y="16"/>
                  </a:cubicBezTo>
                  <a:cubicBezTo>
                    <a:pt x="166" y="16"/>
                    <a:pt x="171" y="21"/>
                    <a:pt x="179" y="19"/>
                  </a:cubicBezTo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61" name="Freeform 38">
              <a:extLst>
                <a:ext uri="{FF2B5EF4-FFF2-40B4-BE49-F238E27FC236}">
                  <a16:creationId xmlns:a16="http://schemas.microsoft.com/office/drawing/2014/main" id="{DBFEF8F1-92BA-4EA0-9B78-A02885967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946"/>
              <a:ext cx="335" cy="335"/>
            </a:xfrm>
            <a:custGeom>
              <a:avLst/>
              <a:gdLst>
                <a:gd name="T0" fmla="*/ 1214 w 175"/>
                <a:gd name="T1" fmla="*/ 147 h 175"/>
                <a:gd name="T2" fmla="*/ 528 w 175"/>
                <a:gd name="T3" fmla="*/ 260 h 175"/>
                <a:gd name="T4" fmla="*/ 276 w 175"/>
                <a:gd name="T5" fmla="*/ 521 h 175"/>
                <a:gd name="T6" fmla="*/ 209 w 175"/>
                <a:gd name="T7" fmla="*/ 616 h 175"/>
                <a:gd name="T8" fmla="*/ 132 w 175"/>
                <a:gd name="T9" fmla="*/ 697 h 175"/>
                <a:gd name="T10" fmla="*/ 48 w 175"/>
                <a:gd name="T11" fmla="*/ 890 h 175"/>
                <a:gd name="T12" fmla="*/ 21 w 175"/>
                <a:gd name="T13" fmla="*/ 1074 h 175"/>
                <a:gd name="T14" fmla="*/ 8 w 175"/>
                <a:gd name="T15" fmla="*/ 1227 h 175"/>
                <a:gd name="T16" fmla="*/ 29 w 175"/>
                <a:gd name="T17" fmla="*/ 1227 h 175"/>
                <a:gd name="T18" fmla="*/ 84 w 175"/>
                <a:gd name="T19" fmla="*/ 997 h 175"/>
                <a:gd name="T20" fmla="*/ 224 w 175"/>
                <a:gd name="T21" fmla="*/ 722 h 175"/>
                <a:gd name="T22" fmla="*/ 477 w 175"/>
                <a:gd name="T23" fmla="*/ 392 h 175"/>
                <a:gd name="T24" fmla="*/ 1122 w 175"/>
                <a:gd name="T25" fmla="*/ 124 h 175"/>
                <a:gd name="T26" fmla="*/ 1227 w 175"/>
                <a:gd name="T27" fmla="*/ 132 h 1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75">
                  <a:moveTo>
                    <a:pt x="173" y="21"/>
                  </a:moveTo>
                  <a:cubicBezTo>
                    <a:pt x="140" y="0"/>
                    <a:pt x="104" y="18"/>
                    <a:pt x="75" y="37"/>
                  </a:cubicBezTo>
                  <a:cubicBezTo>
                    <a:pt x="60" y="47"/>
                    <a:pt x="51" y="61"/>
                    <a:pt x="39" y="74"/>
                  </a:cubicBezTo>
                  <a:cubicBezTo>
                    <a:pt x="35" y="79"/>
                    <a:pt x="33" y="83"/>
                    <a:pt x="30" y="88"/>
                  </a:cubicBezTo>
                  <a:cubicBezTo>
                    <a:pt x="27" y="93"/>
                    <a:pt x="23" y="94"/>
                    <a:pt x="19" y="99"/>
                  </a:cubicBezTo>
                  <a:cubicBezTo>
                    <a:pt x="15" y="103"/>
                    <a:pt x="9" y="120"/>
                    <a:pt x="7" y="127"/>
                  </a:cubicBezTo>
                  <a:cubicBezTo>
                    <a:pt x="5" y="135"/>
                    <a:pt x="5" y="144"/>
                    <a:pt x="3" y="153"/>
                  </a:cubicBezTo>
                  <a:cubicBezTo>
                    <a:pt x="1" y="161"/>
                    <a:pt x="0" y="167"/>
                    <a:pt x="1" y="175"/>
                  </a:cubicBezTo>
                  <a:cubicBezTo>
                    <a:pt x="2" y="175"/>
                    <a:pt x="3" y="175"/>
                    <a:pt x="4" y="175"/>
                  </a:cubicBezTo>
                  <a:cubicBezTo>
                    <a:pt x="7" y="164"/>
                    <a:pt x="7" y="153"/>
                    <a:pt x="12" y="142"/>
                  </a:cubicBezTo>
                  <a:cubicBezTo>
                    <a:pt x="18" y="129"/>
                    <a:pt x="26" y="116"/>
                    <a:pt x="32" y="103"/>
                  </a:cubicBezTo>
                  <a:cubicBezTo>
                    <a:pt x="41" y="85"/>
                    <a:pt x="49" y="65"/>
                    <a:pt x="68" y="56"/>
                  </a:cubicBezTo>
                  <a:cubicBezTo>
                    <a:pt x="100" y="40"/>
                    <a:pt x="121" y="12"/>
                    <a:pt x="160" y="18"/>
                  </a:cubicBezTo>
                  <a:cubicBezTo>
                    <a:pt x="165" y="19"/>
                    <a:pt x="170" y="19"/>
                    <a:pt x="175" y="19"/>
                  </a:cubicBezTo>
                </a:path>
              </a:pathLst>
            </a:custGeom>
            <a:solidFill>
              <a:srgbClr val="E5A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62" name="Freeform 39">
              <a:extLst>
                <a:ext uri="{FF2B5EF4-FFF2-40B4-BE49-F238E27FC236}">
                  <a16:creationId xmlns:a16="http://schemas.microsoft.com/office/drawing/2014/main" id="{2B787D8C-4A4E-40A6-ACF8-060C7D868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249"/>
              <a:ext cx="48" cy="239"/>
            </a:xfrm>
            <a:custGeom>
              <a:avLst/>
              <a:gdLst>
                <a:gd name="T0" fmla="*/ 36 w 25"/>
                <a:gd name="T1" fmla="*/ 0 h 125"/>
                <a:gd name="T2" fmla="*/ 15 w 25"/>
                <a:gd name="T3" fmla="*/ 69 h 125"/>
                <a:gd name="T4" fmla="*/ 23 w 25"/>
                <a:gd name="T5" fmla="*/ 189 h 125"/>
                <a:gd name="T6" fmla="*/ 0 w 25"/>
                <a:gd name="T7" fmla="*/ 337 h 125"/>
                <a:gd name="T8" fmla="*/ 29 w 25"/>
                <a:gd name="T9" fmla="*/ 468 h 125"/>
                <a:gd name="T10" fmla="*/ 63 w 25"/>
                <a:gd name="T11" fmla="*/ 606 h 125"/>
                <a:gd name="T12" fmla="*/ 77 w 25"/>
                <a:gd name="T13" fmla="*/ 706 h 125"/>
                <a:gd name="T14" fmla="*/ 177 w 25"/>
                <a:gd name="T15" fmla="*/ 858 h 125"/>
                <a:gd name="T16" fmla="*/ 129 w 25"/>
                <a:gd name="T17" fmla="*/ 742 h 125"/>
                <a:gd name="T18" fmla="*/ 108 w 25"/>
                <a:gd name="T19" fmla="*/ 621 h 125"/>
                <a:gd name="T20" fmla="*/ 84 w 25"/>
                <a:gd name="T21" fmla="*/ 421 h 125"/>
                <a:gd name="T22" fmla="*/ 63 w 25"/>
                <a:gd name="T23" fmla="*/ 184 h 125"/>
                <a:gd name="T24" fmla="*/ 56 w 25"/>
                <a:gd name="T25" fmla="*/ 29 h 1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125">
                  <a:moveTo>
                    <a:pt x="5" y="0"/>
                  </a:moveTo>
                  <a:cubicBezTo>
                    <a:pt x="5" y="3"/>
                    <a:pt x="3" y="6"/>
                    <a:pt x="2" y="10"/>
                  </a:cubicBezTo>
                  <a:cubicBezTo>
                    <a:pt x="1" y="16"/>
                    <a:pt x="3" y="21"/>
                    <a:pt x="3" y="27"/>
                  </a:cubicBezTo>
                  <a:cubicBezTo>
                    <a:pt x="3" y="34"/>
                    <a:pt x="0" y="41"/>
                    <a:pt x="0" y="48"/>
                  </a:cubicBezTo>
                  <a:cubicBezTo>
                    <a:pt x="1" y="55"/>
                    <a:pt x="3" y="60"/>
                    <a:pt x="4" y="67"/>
                  </a:cubicBezTo>
                  <a:cubicBezTo>
                    <a:pt x="4" y="75"/>
                    <a:pt x="5" y="79"/>
                    <a:pt x="9" y="87"/>
                  </a:cubicBezTo>
                  <a:cubicBezTo>
                    <a:pt x="11" y="91"/>
                    <a:pt x="10" y="96"/>
                    <a:pt x="11" y="101"/>
                  </a:cubicBezTo>
                  <a:cubicBezTo>
                    <a:pt x="13" y="105"/>
                    <a:pt x="19" y="125"/>
                    <a:pt x="25" y="123"/>
                  </a:cubicBezTo>
                  <a:cubicBezTo>
                    <a:pt x="23" y="117"/>
                    <a:pt x="20" y="112"/>
                    <a:pt x="18" y="106"/>
                  </a:cubicBezTo>
                  <a:cubicBezTo>
                    <a:pt x="17" y="101"/>
                    <a:pt x="16" y="95"/>
                    <a:pt x="15" y="89"/>
                  </a:cubicBezTo>
                  <a:cubicBezTo>
                    <a:pt x="14" y="79"/>
                    <a:pt x="13" y="70"/>
                    <a:pt x="12" y="60"/>
                  </a:cubicBezTo>
                  <a:cubicBezTo>
                    <a:pt x="10" y="48"/>
                    <a:pt x="10" y="37"/>
                    <a:pt x="9" y="26"/>
                  </a:cubicBezTo>
                  <a:cubicBezTo>
                    <a:pt x="9" y="21"/>
                    <a:pt x="13" y="7"/>
                    <a:pt x="8" y="4"/>
                  </a:cubicBezTo>
                </a:path>
              </a:pathLst>
            </a:custGeom>
            <a:solidFill>
              <a:srgbClr val="E5A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63" name="Freeform 40">
              <a:extLst>
                <a:ext uri="{FF2B5EF4-FFF2-40B4-BE49-F238E27FC236}">
                  <a16:creationId xmlns:a16="http://schemas.microsoft.com/office/drawing/2014/main" id="{BA2E4C2F-E85F-47AF-BAD1-BFC5C3A90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120"/>
              <a:ext cx="369" cy="255"/>
            </a:xfrm>
            <a:custGeom>
              <a:avLst/>
              <a:gdLst>
                <a:gd name="T0" fmla="*/ 1312 w 193"/>
                <a:gd name="T1" fmla="*/ 23 h 133"/>
                <a:gd name="T2" fmla="*/ 1342 w 193"/>
                <a:gd name="T3" fmla="*/ 92 h 133"/>
                <a:gd name="T4" fmla="*/ 1271 w 193"/>
                <a:gd name="T5" fmla="*/ 107 h 133"/>
                <a:gd name="T6" fmla="*/ 1195 w 193"/>
                <a:gd name="T7" fmla="*/ 132 h 133"/>
                <a:gd name="T8" fmla="*/ 1097 w 193"/>
                <a:gd name="T9" fmla="*/ 121 h 133"/>
                <a:gd name="T10" fmla="*/ 1027 w 193"/>
                <a:gd name="T11" fmla="*/ 100 h 133"/>
                <a:gd name="T12" fmla="*/ 950 w 193"/>
                <a:gd name="T13" fmla="*/ 100 h 133"/>
                <a:gd name="T14" fmla="*/ 811 w 193"/>
                <a:gd name="T15" fmla="*/ 113 h 133"/>
                <a:gd name="T16" fmla="*/ 749 w 193"/>
                <a:gd name="T17" fmla="*/ 132 h 133"/>
                <a:gd name="T18" fmla="*/ 665 w 193"/>
                <a:gd name="T19" fmla="*/ 148 h 133"/>
                <a:gd name="T20" fmla="*/ 614 w 193"/>
                <a:gd name="T21" fmla="*/ 176 h 133"/>
                <a:gd name="T22" fmla="*/ 581 w 193"/>
                <a:gd name="T23" fmla="*/ 253 h 133"/>
                <a:gd name="T24" fmla="*/ 476 w 193"/>
                <a:gd name="T25" fmla="*/ 284 h 133"/>
                <a:gd name="T26" fmla="*/ 369 w 193"/>
                <a:gd name="T27" fmla="*/ 385 h 133"/>
                <a:gd name="T28" fmla="*/ 189 w 193"/>
                <a:gd name="T29" fmla="*/ 592 h 133"/>
                <a:gd name="T30" fmla="*/ 76 w 193"/>
                <a:gd name="T31" fmla="*/ 769 h 133"/>
                <a:gd name="T32" fmla="*/ 48 w 193"/>
                <a:gd name="T33" fmla="*/ 853 h 133"/>
                <a:gd name="T34" fmla="*/ 8 w 193"/>
                <a:gd name="T35" fmla="*/ 938 h 133"/>
                <a:gd name="T36" fmla="*/ 40 w 193"/>
                <a:gd name="T37" fmla="*/ 817 h 133"/>
                <a:gd name="T38" fmla="*/ 124 w 193"/>
                <a:gd name="T39" fmla="*/ 637 h 133"/>
                <a:gd name="T40" fmla="*/ 237 w 193"/>
                <a:gd name="T41" fmla="*/ 416 h 133"/>
                <a:gd name="T42" fmla="*/ 377 w 193"/>
                <a:gd name="T43" fmla="*/ 213 h 133"/>
                <a:gd name="T44" fmla="*/ 560 w 193"/>
                <a:gd name="T45" fmla="*/ 100 h 133"/>
                <a:gd name="T46" fmla="*/ 642 w 193"/>
                <a:gd name="T47" fmla="*/ 63 h 133"/>
                <a:gd name="T48" fmla="*/ 727 w 193"/>
                <a:gd name="T49" fmla="*/ 29 h 133"/>
                <a:gd name="T50" fmla="*/ 811 w 193"/>
                <a:gd name="T51" fmla="*/ 15 h 133"/>
                <a:gd name="T52" fmla="*/ 881 w 193"/>
                <a:gd name="T53" fmla="*/ 15 h 133"/>
                <a:gd name="T54" fmla="*/ 1097 w 193"/>
                <a:gd name="T55" fmla="*/ 36 h 133"/>
                <a:gd name="T56" fmla="*/ 1187 w 193"/>
                <a:gd name="T57" fmla="*/ 48 h 133"/>
                <a:gd name="T58" fmla="*/ 1308 w 193"/>
                <a:gd name="T59" fmla="*/ 44 h 13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93" h="133">
                  <a:moveTo>
                    <a:pt x="188" y="3"/>
                  </a:moveTo>
                  <a:cubicBezTo>
                    <a:pt x="189" y="6"/>
                    <a:pt x="193" y="11"/>
                    <a:pt x="192" y="13"/>
                  </a:cubicBezTo>
                  <a:cubicBezTo>
                    <a:pt x="190" y="20"/>
                    <a:pt x="185" y="15"/>
                    <a:pt x="182" y="15"/>
                  </a:cubicBezTo>
                  <a:cubicBezTo>
                    <a:pt x="178" y="15"/>
                    <a:pt x="176" y="19"/>
                    <a:pt x="171" y="19"/>
                  </a:cubicBezTo>
                  <a:cubicBezTo>
                    <a:pt x="166" y="19"/>
                    <a:pt x="162" y="18"/>
                    <a:pt x="157" y="17"/>
                  </a:cubicBezTo>
                  <a:cubicBezTo>
                    <a:pt x="154" y="16"/>
                    <a:pt x="150" y="14"/>
                    <a:pt x="147" y="14"/>
                  </a:cubicBezTo>
                  <a:cubicBezTo>
                    <a:pt x="143" y="13"/>
                    <a:pt x="140" y="14"/>
                    <a:pt x="136" y="14"/>
                  </a:cubicBezTo>
                  <a:cubicBezTo>
                    <a:pt x="128" y="13"/>
                    <a:pt x="123" y="11"/>
                    <a:pt x="116" y="16"/>
                  </a:cubicBezTo>
                  <a:cubicBezTo>
                    <a:pt x="112" y="19"/>
                    <a:pt x="112" y="19"/>
                    <a:pt x="107" y="19"/>
                  </a:cubicBezTo>
                  <a:cubicBezTo>
                    <a:pt x="102" y="19"/>
                    <a:pt x="99" y="19"/>
                    <a:pt x="95" y="21"/>
                  </a:cubicBezTo>
                  <a:cubicBezTo>
                    <a:pt x="93" y="22"/>
                    <a:pt x="90" y="23"/>
                    <a:pt x="88" y="25"/>
                  </a:cubicBezTo>
                  <a:cubicBezTo>
                    <a:pt x="84" y="28"/>
                    <a:pt x="86" y="32"/>
                    <a:pt x="83" y="36"/>
                  </a:cubicBezTo>
                  <a:cubicBezTo>
                    <a:pt x="79" y="41"/>
                    <a:pt x="73" y="39"/>
                    <a:pt x="68" y="40"/>
                  </a:cubicBezTo>
                  <a:cubicBezTo>
                    <a:pt x="61" y="42"/>
                    <a:pt x="57" y="50"/>
                    <a:pt x="53" y="55"/>
                  </a:cubicBezTo>
                  <a:cubicBezTo>
                    <a:pt x="45" y="66"/>
                    <a:pt x="36" y="74"/>
                    <a:pt x="27" y="84"/>
                  </a:cubicBezTo>
                  <a:cubicBezTo>
                    <a:pt x="20" y="92"/>
                    <a:pt x="16" y="99"/>
                    <a:pt x="11" y="109"/>
                  </a:cubicBezTo>
                  <a:cubicBezTo>
                    <a:pt x="9" y="113"/>
                    <a:pt x="9" y="117"/>
                    <a:pt x="7" y="121"/>
                  </a:cubicBezTo>
                  <a:cubicBezTo>
                    <a:pt x="6" y="124"/>
                    <a:pt x="4" y="131"/>
                    <a:pt x="1" y="133"/>
                  </a:cubicBezTo>
                  <a:cubicBezTo>
                    <a:pt x="0" y="129"/>
                    <a:pt x="4" y="121"/>
                    <a:pt x="6" y="116"/>
                  </a:cubicBezTo>
                  <a:cubicBezTo>
                    <a:pt x="9" y="107"/>
                    <a:pt x="14" y="99"/>
                    <a:pt x="18" y="90"/>
                  </a:cubicBezTo>
                  <a:cubicBezTo>
                    <a:pt x="23" y="80"/>
                    <a:pt x="28" y="69"/>
                    <a:pt x="34" y="59"/>
                  </a:cubicBezTo>
                  <a:cubicBezTo>
                    <a:pt x="40" y="50"/>
                    <a:pt x="45" y="37"/>
                    <a:pt x="54" y="30"/>
                  </a:cubicBezTo>
                  <a:cubicBezTo>
                    <a:pt x="61" y="22"/>
                    <a:pt x="71" y="18"/>
                    <a:pt x="80" y="14"/>
                  </a:cubicBezTo>
                  <a:cubicBezTo>
                    <a:pt x="84" y="12"/>
                    <a:pt x="88" y="10"/>
                    <a:pt x="92" y="9"/>
                  </a:cubicBezTo>
                  <a:cubicBezTo>
                    <a:pt x="96" y="8"/>
                    <a:pt x="100" y="5"/>
                    <a:pt x="104" y="4"/>
                  </a:cubicBezTo>
                  <a:cubicBezTo>
                    <a:pt x="108" y="3"/>
                    <a:pt x="112" y="3"/>
                    <a:pt x="116" y="2"/>
                  </a:cubicBezTo>
                  <a:cubicBezTo>
                    <a:pt x="120" y="0"/>
                    <a:pt x="122" y="1"/>
                    <a:pt x="126" y="2"/>
                  </a:cubicBezTo>
                  <a:cubicBezTo>
                    <a:pt x="137" y="3"/>
                    <a:pt x="146" y="5"/>
                    <a:pt x="157" y="5"/>
                  </a:cubicBezTo>
                  <a:cubicBezTo>
                    <a:pt x="162" y="5"/>
                    <a:pt x="166" y="7"/>
                    <a:pt x="170" y="7"/>
                  </a:cubicBezTo>
                  <a:cubicBezTo>
                    <a:pt x="174" y="8"/>
                    <a:pt x="184" y="9"/>
                    <a:pt x="187" y="6"/>
                  </a:cubicBezTo>
                </a:path>
              </a:pathLst>
            </a:custGeom>
            <a:solidFill>
              <a:srgbClr val="E5A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64" name="Freeform 41">
              <a:extLst>
                <a:ext uri="{FF2B5EF4-FFF2-40B4-BE49-F238E27FC236}">
                  <a16:creationId xmlns:a16="http://schemas.microsoft.com/office/drawing/2014/main" id="{66131EA7-CA0D-4115-B767-04C848B44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025"/>
              <a:ext cx="167" cy="63"/>
            </a:xfrm>
            <a:custGeom>
              <a:avLst/>
              <a:gdLst>
                <a:gd name="T0" fmla="*/ 568 w 87"/>
                <a:gd name="T1" fmla="*/ 145 h 33"/>
                <a:gd name="T2" fmla="*/ 461 w 87"/>
                <a:gd name="T3" fmla="*/ 116 h 33"/>
                <a:gd name="T4" fmla="*/ 353 w 87"/>
                <a:gd name="T5" fmla="*/ 48 h 33"/>
                <a:gd name="T6" fmla="*/ 305 w 87"/>
                <a:gd name="T7" fmla="*/ 29 h 33"/>
                <a:gd name="T8" fmla="*/ 284 w 87"/>
                <a:gd name="T9" fmla="*/ 76 h 33"/>
                <a:gd name="T10" fmla="*/ 221 w 87"/>
                <a:gd name="T11" fmla="*/ 15 h 33"/>
                <a:gd name="T12" fmla="*/ 161 w 87"/>
                <a:gd name="T13" fmla="*/ 69 h 33"/>
                <a:gd name="T14" fmla="*/ 161 w 87"/>
                <a:gd name="T15" fmla="*/ 69 h 33"/>
                <a:gd name="T16" fmla="*/ 84 w 87"/>
                <a:gd name="T17" fmla="*/ 84 h 33"/>
                <a:gd name="T18" fmla="*/ 15 w 87"/>
                <a:gd name="T19" fmla="*/ 92 h 33"/>
                <a:gd name="T20" fmla="*/ 48 w 87"/>
                <a:gd name="T21" fmla="*/ 168 h 33"/>
                <a:gd name="T22" fmla="*/ 100 w 87"/>
                <a:gd name="T23" fmla="*/ 193 h 33"/>
                <a:gd name="T24" fmla="*/ 129 w 87"/>
                <a:gd name="T25" fmla="*/ 132 h 33"/>
                <a:gd name="T26" fmla="*/ 232 w 87"/>
                <a:gd name="T27" fmla="*/ 113 h 33"/>
                <a:gd name="T28" fmla="*/ 340 w 87"/>
                <a:gd name="T29" fmla="*/ 139 h 33"/>
                <a:gd name="T30" fmla="*/ 394 w 87"/>
                <a:gd name="T31" fmla="*/ 145 h 33"/>
                <a:gd name="T32" fmla="*/ 476 w 87"/>
                <a:gd name="T33" fmla="*/ 139 h 33"/>
                <a:gd name="T34" fmla="*/ 537 w 87"/>
                <a:gd name="T35" fmla="*/ 200 h 33"/>
                <a:gd name="T36" fmla="*/ 608 w 87"/>
                <a:gd name="T37" fmla="*/ 221 h 33"/>
                <a:gd name="T38" fmla="*/ 608 w 87"/>
                <a:gd name="T39" fmla="*/ 181 h 3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7" h="33">
                  <a:moveTo>
                    <a:pt x="80" y="21"/>
                  </a:moveTo>
                  <a:cubicBezTo>
                    <a:pt x="76" y="20"/>
                    <a:pt x="67" y="8"/>
                    <a:pt x="65" y="17"/>
                  </a:cubicBezTo>
                  <a:cubicBezTo>
                    <a:pt x="58" y="15"/>
                    <a:pt x="57" y="9"/>
                    <a:pt x="50" y="7"/>
                  </a:cubicBezTo>
                  <a:cubicBezTo>
                    <a:pt x="51" y="7"/>
                    <a:pt x="41" y="4"/>
                    <a:pt x="43" y="4"/>
                  </a:cubicBezTo>
                  <a:cubicBezTo>
                    <a:pt x="39" y="4"/>
                    <a:pt x="38" y="7"/>
                    <a:pt x="40" y="11"/>
                  </a:cubicBezTo>
                  <a:cubicBezTo>
                    <a:pt x="33" y="12"/>
                    <a:pt x="35" y="5"/>
                    <a:pt x="31" y="2"/>
                  </a:cubicBezTo>
                  <a:cubicBezTo>
                    <a:pt x="25" y="0"/>
                    <a:pt x="20" y="5"/>
                    <a:pt x="23" y="10"/>
                  </a:cubicBezTo>
                  <a:cubicBezTo>
                    <a:pt x="24" y="10"/>
                    <a:pt x="24" y="10"/>
                    <a:pt x="23" y="10"/>
                  </a:cubicBezTo>
                  <a:cubicBezTo>
                    <a:pt x="20" y="11"/>
                    <a:pt x="15" y="11"/>
                    <a:pt x="12" y="12"/>
                  </a:cubicBezTo>
                  <a:cubicBezTo>
                    <a:pt x="9" y="12"/>
                    <a:pt x="7" y="14"/>
                    <a:pt x="2" y="13"/>
                  </a:cubicBezTo>
                  <a:cubicBezTo>
                    <a:pt x="0" y="16"/>
                    <a:pt x="5" y="22"/>
                    <a:pt x="7" y="24"/>
                  </a:cubicBezTo>
                  <a:cubicBezTo>
                    <a:pt x="9" y="27"/>
                    <a:pt x="7" y="33"/>
                    <a:pt x="14" y="28"/>
                  </a:cubicBezTo>
                  <a:cubicBezTo>
                    <a:pt x="16" y="26"/>
                    <a:pt x="16" y="21"/>
                    <a:pt x="18" y="19"/>
                  </a:cubicBezTo>
                  <a:cubicBezTo>
                    <a:pt x="22" y="14"/>
                    <a:pt x="29" y="16"/>
                    <a:pt x="33" y="16"/>
                  </a:cubicBezTo>
                  <a:cubicBezTo>
                    <a:pt x="38" y="16"/>
                    <a:pt x="44" y="15"/>
                    <a:pt x="48" y="20"/>
                  </a:cubicBezTo>
                  <a:cubicBezTo>
                    <a:pt x="52" y="14"/>
                    <a:pt x="53" y="20"/>
                    <a:pt x="56" y="21"/>
                  </a:cubicBezTo>
                  <a:cubicBezTo>
                    <a:pt x="60" y="22"/>
                    <a:pt x="64" y="19"/>
                    <a:pt x="67" y="20"/>
                  </a:cubicBezTo>
                  <a:cubicBezTo>
                    <a:pt x="72" y="21"/>
                    <a:pt x="72" y="26"/>
                    <a:pt x="76" y="29"/>
                  </a:cubicBezTo>
                  <a:cubicBezTo>
                    <a:pt x="79" y="31"/>
                    <a:pt x="82" y="30"/>
                    <a:pt x="86" y="32"/>
                  </a:cubicBezTo>
                  <a:cubicBezTo>
                    <a:pt x="87" y="30"/>
                    <a:pt x="86" y="28"/>
                    <a:pt x="86" y="26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65" name="Freeform 42">
              <a:extLst>
                <a:ext uri="{FF2B5EF4-FFF2-40B4-BE49-F238E27FC236}">
                  <a16:creationId xmlns:a16="http://schemas.microsoft.com/office/drawing/2014/main" id="{EE26059E-FF1A-403D-85D8-B10F5AFAE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046"/>
              <a:ext cx="213" cy="182"/>
            </a:xfrm>
            <a:custGeom>
              <a:avLst/>
              <a:gdLst>
                <a:gd name="T0" fmla="*/ 662 w 111"/>
                <a:gd name="T1" fmla="*/ 21 h 95"/>
                <a:gd name="T2" fmla="*/ 570 w 111"/>
                <a:gd name="T3" fmla="*/ 0 h 95"/>
                <a:gd name="T4" fmla="*/ 593 w 111"/>
                <a:gd name="T5" fmla="*/ 92 h 95"/>
                <a:gd name="T6" fmla="*/ 509 w 111"/>
                <a:gd name="T7" fmla="*/ 92 h 95"/>
                <a:gd name="T8" fmla="*/ 453 w 111"/>
                <a:gd name="T9" fmla="*/ 161 h 95"/>
                <a:gd name="T10" fmla="*/ 361 w 111"/>
                <a:gd name="T11" fmla="*/ 125 h 95"/>
                <a:gd name="T12" fmla="*/ 332 w 111"/>
                <a:gd name="T13" fmla="*/ 216 h 95"/>
                <a:gd name="T14" fmla="*/ 284 w 111"/>
                <a:gd name="T15" fmla="*/ 284 h 95"/>
                <a:gd name="T16" fmla="*/ 276 w 111"/>
                <a:gd name="T17" fmla="*/ 316 h 95"/>
                <a:gd name="T18" fmla="*/ 253 w 111"/>
                <a:gd name="T19" fmla="*/ 385 h 95"/>
                <a:gd name="T20" fmla="*/ 169 w 111"/>
                <a:gd name="T21" fmla="*/ 301 h 95"/>
                <a:gd name="T22" fmla="*/ 184 w 111"/>
                <a:gd name="T23" fmla="*/ 368 h 95"/>
                <a:gd name="T24" fmla="*/ 161 w 111"/>
                <a:gd name="T25" fmla="*/ 414 h 95"/>
                <a:gd name="T26" fmla="*/ 132 w 111"/>
                <a:gd name="T27" fmla="*/ 444 h 95"/>
                <a:gd name="T28" fmla="*/ 63 w 111"/>
                <a:gd name="T29" fmla="*/ 469 h 95"/>
                <a:gd name="T30" fmla="*/ 129 w 111"/>
                <a:gd name="T31" fmla="*/ 546 h 95"/>
                <a:gd name="T32" fmla="*/ 107 w 111"/>
                <a:gd name="T33" fmla="*/ 628 h 95"/>
                <a:gd name="T34" fmla="*/ 169 w 111"/>
                <a:gd name="T35" fmla="*/ 584 h 95"/>
                <a:gd name="T36" fmla="*/ 161 w 111"/>
                <a:gd name="T37" fmla="*/ 485 h 95"/>
                <a:gd name="T38" fmla="*/ 240 w 111"/>
                <a:gd name="T39" fmla="*/ 492 h 95"/>
                <a:gd name="T40" fmla="*/ 297 w 111"/>
                <a:gd name="T41" fmla="*/ 429 h 95"/>
                <a:gd name="T42" fmla="*/ 353 w 111"/>
                <a:gd name="T43" fmla="*/ 444 h 95"/>
                <a:gd name="T44" fmla="*/ 384 w 111"/>
                <a:gd name="T45" fmla="*/ 368 h 95"/>
                <a:gd name="T46" fmla="*/ 368 w 111"/>
                <a:gd name="T47" fmla="*/ 268 h 95"/>
                <a:gd name="T48" fmla="*/ 401 w 111"/>
                <a:gd name="T49" fmla="*/ 284 h 95"/>
                <a:gd name="T50" fmla="*/ 445 w 111"/>
                <a:gd name="T51" fmla="*/ 197 h 95"/>
                <a:gd name="T52" fmla="*/ 453 w 111"/>
                <a:gd name="T53" fmla="*/ 293 h 95"/>
                <a:gd name="T54" fmla="*/ 530 w 111"/>
                <a:gd name="T55" fmla="*/ 245 h 95"/>
                <a:gd name="T56" fmla="*/ 637 w 111"/>
                <a:gd name="T57" fmla="*/ 289 h 95"/>
                <a:gd name="T58" fmla="*/ 652 w 111"/>
                <a:gd name="T59" fmla="*/ 161 h 95"/>
                <a:gd name="T60" fmla="*/ 722 w 111"/>
                <a:gd name="T61" fmla="*/ 161 h 95"/>
                <a:gd name="T62" fmla="*/ 706 w 111"/>
                <a:gd name="T63" fmla="*/ 84 h 95"/>
                <a:gd name="T64" fmla="*/ 785 w 111"/>
                <a:gd name="T65" fmla="*/ 29 h 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1" h="95">
                  <a:moveTo>
                    <a:pt x="94" y="3"/>
                  </a:moveTo>
                  <a:cubicBezTo>
                    <a:pt x="90" y="3"/>
                    <a:pt x="85" y="4"/>
                    <a:pt x="81" y="0"/>
                  </a:cubicBezTo>
                  <a:cubicBezTo>
                    <a:pt x="79" y="5"/>
                    <a:pt x="80" y="11"/>
                    <a:pt x="84" y="13"/>
                  </a:cubicBezTo>
                  <a:cubicBezTo>
                    <a:pt x="80" y="19"/>
                    <a:pt x="75" y="12"/>
                    <a:pt x="72" y="13"/>
                  </a:cubicBezTo>
                  <a:cubicBezTo>
                    <a:pt x="66" y="15"/>
                    <a:pt x="73" y="23"/>
                    <a:pt x="64" y="23"/>
                  </a:cubicBezTo>
                  <a:cubicBezTo>
                    <a:pt x="58" y="24"/>
                    <a:pt x="57" y="18"/>
                    <a:pt x="51" y="18"/>
                  </a:cubicBezTo>
                  <a:cubicBezTo>
                    <a:pt x="44" y="18"/>
                    <a:pt x="42" y="26"/>
                    <a:pt x="47" y="31"/>
                  </a:cubicBezTo>
                  <a:cubicBezTo>
                    <a:pt x="41" y="32"/>
                    <a:pt x="41" y="35"/>
                    <a:pt x="40" y="40"/>
                  </a:cubicBezTo>
                  <a:cubicBezTo>
                    <a:pt x="39" y="42"/>
                    <a:pt x="40" y="43"/>
                    <a:pt x="39" y="45"/>
                  </a:cubicBezTo>
                  <a:cubicBezTo>
                    <a:pt x="37" y="50"/>
                    <a:pt x="32" y="51"/>
                    <a:pt x="36" y="55"/>
                  </a:cubicBezTo>
                  <a:cubicBezTo>
                    <a:pt x="32" y="54"/>
                    <a:pt x="28" y="41"/>
                    <a:pt x="24" y="43"/>
                  </a:cubicBezTo>
                  <a:cubicBezTo>
                    <a:pt x="20" y="46"/>
                    <a:pt x="26" y="49"/>
                    <a:pt x="26" y="52"/>
                  </a:cubicBezTo>
                  <a:cubicBezTo>
                    <a:pt x="26" y="56"/>
                    <a:pt x="26" y="56"/>
                    <a:pt x="23" y="59"/>
                  </a:cubicBezTo>
                  <a:cubicBezTo>
                    <a:pt x="23" y="59"/>
                    <a:pt x="19" y="62"/>
                    <a:pt x="19" y="63"/>
                  </a:cubicBezTo>
                  <a:cubicBezTo>
                    <a:pt x="16" y="64"/>
                    <a:pt x="11" y="65"/>
                    <a:pt x="9" y="67"/>
                  </a:cubicBezTo>
                  <a:cubicBezTo>
                    <a:pt x="0" y="74"/>
                    <a:pt x="11" y="78"/>
                    <a:pt x="18" y="78"/>
                  </a:cubicBezTo>
                  <a:cubicBezTo>
                    <a:pt x="18" y="81"/>
                    <a:pt x="14" y="87"/>
                    <a:pt x="15" y="89"/>
                  </a:cubicBezTo>
                  <a:cubicBezTo>
                    <a:pt x="18" y="95"/>
                    <a:pt x="23" y="87"/>
                    <a:pt x="24" y="83"/>
                  </a:cubicBezTo>
                  <a:cubicBezTo>
                    <a:pt x="24" y="78"/>
                    <a:pt x="21" y="74"/>
                    <a:pt x="23" y="69"/>
                  </a:cubicBezTo>
                  <a:cubicBezTo>
                    <a:pt x="28" y="59"/>
                    <a:pt x="31" y="70"/>
                    <a:pt x="34" y="70"/>
                  </a:cubicBezTo>
                  <a:cubicBezTo>
                    <a:pt x="41" y="70"/>
                    <a:pt x="39" y="63"/>
                    <a:pt x="42" y="61"/>
                  </a:cubicBezTo>
                  <a:cubicBezTo>
                    <a:pt x="47" y="58"/>
                    <a:pt x="45" y="63"/>
                    <a:pt x="50" y="63"/>
                  </a:cubicBezTo>
                  <a:cubicBezTo>
                    <a:pt x="58" y="63"/>
                    <a:pt x="56" y="58"/>
                    <a:pt x="54" y="52"/>
                  </a:cubicBezTo>
                  <a:cubicBezTo>
                    <a:pt x="51" y="46"/>
                    <a:pt x="49" y="46"/>
                    <a:pt x="52" y="38"/>
                  </a:cubicBezTo>
                  <a:cubicBezTo>
                    <a:pt x="53" y="39"/>
                    <a:pt x="56" y="39"/>
                    <a:pt x="57" y="40"/>
                  </a:cubicBezTo>
                  <a:cubicBezTo>
                    <a:pt x="58" y="36"/>
                    <a:pt x="57" y="27"/>
                    <a:pt x="63" y="28"/>
                  </a:cubicBezTo>
                  <a:cubicBezTo>
                    <a:pt x="70" y="30"/>
                    <a:pt x="63" y="39"/>
                    <a:pt x="64" y="42"/>
                  </a:cubicBezTo>
                  <a:cubicBezTo>
                    <a:pt x="69" y="52"/>
                    <a:pt x="81" y="45"/>
                    <a:pt x="75" y="35"/>
                  </a:cubicBezTo>
                  <a:cubicBezTo>
                    <a:pt x="83" y="28"/>
                    <a:pt x="84" y="43"/>
                    <a:pt x="90" y="41"/>
                  </a:cubicBezTo>
                  <a:cubicBezTo>
                    <a:pt x="98" y="39"/>
                    <a:pt x="93" y="27"/>
                    <a:pt x="92" y="23"/>
                  </a:cubicBezTo>
                  <a:cubicBezTo>
                    <a:pt x="94" y="22"/>
                    <a:pt x="100" y="24"/>
                    <a:pt x="102" y="23"/>
                  </a:cubicBezTo>
                  <a:cubicBezTo>
                    <a:pt x="104" y="20"/>
                    <a:pt x="102" y="14"/>
                    <a:pt x="100" y="12"/>
                  </a:cubicBezTo>
                  <a:cubicBezTo>
                    <a:pt x="103" y="8"/>
                    <a:pt x="107" y="6"/>
                    <a:pt x="111" y="4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66" name="Freeform 43">
              <a:extLst>
                <a:ext uri="{FF2B5EF4-FFF2-40B4-BE49-F238E27FC236}">
                  <a16:creationId xmlns:a16="http://schemas.microsoft.com/office/drawing/2014/main" id="{B4AC9AE2-AB9F-4D4A-932F-F807418D1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185"/>
              <a:ext cx="69" cy="188"/>
            </a:xfrm>
            <a:custGeom>
              <a:avLst/>
              <a:gdLst>
                <a:gd name="T0" fmla="*/ 155 w 36"/>
                <a:gd name="T1" fmla="*/ 23 h 98"/>
                <a:gd name="T2" fmla="*/ 100 w 36"/>
                <a:gd name="T3" fmla="*/ 36 h 98"/>
                <a:gd name="T4" fmla="*/ 77 w 36"/>
                <a:gd name="T5" fmla="*/ 56 h 98"/>
                <a:gd name="T6" fmla="*/ 29 w 36"/>
                <a:gd name="T7" fmla="*/ 63 h 98"/>
                <a:gd name="T8" fmla="*/ 29 w 36"/>
                <a:gd name="T9" fmla="*/ 113 h 98"/>
                <a:gd name="T10" fmla="*/ 36 w 36"/>
                <a:gd name="T11" fmla="*/ 161 h 98"/>
                <a:gd name="T12" fmla="*/ 23 w 36"/>
                <a:gd name="T13" fmla="*/ 192 h 98"/>
                <a:gd name="T14" fmla="*/ 29 w 36"/>
                <a:gd name="T15" fmla="*/ 247 h 98"/>
                <a:gd name="T16" fmla="*/ 23 w 36"/>
                <a:gd name="T17" fmla="*/ 309 h 98"/>
                <a:gd name="T18" fmla="*/ 48 w 36"/>
                <a:gd name="T19" fmla="*/ 345 h 98"/>
                <a:gd name="T20" fmla="*/ 23 w 36"/>
                <a:gd name="T21" fmla="*/ 376 h 98"/>
                <a:gd name="T22" fmla="*/ 15 w 36"/>
                <a:gd name="T23" fmla="*/ 416 h 98"/>
                <a:gd name="T24" fmla="*/ 63 w 36"/>
                <a:gd name="T25" fmla="*/ 460 h 98"/>
                <a:gd name="T26" fmla="*/ 44 w 36"/>
                <a:gd name="T27" fmla="*/ 545 h 98"/>
                <a:gd name="T28" fmla="*/ 84 w 36"/>
                <a:gd name="T29" fmla="*/ 585 h 98"/>
                <a:gd name="T30" fmla="*/ 63 w 36"/>
                <a:gd name="T31" fmla="*/ 629 h 98"/>
                <a:gd name="T32" fmla="*/ 113 w 36"/>
                <a:gd name="T33" fmla="*/ 677 h 98"/>
                <a:gd name="T34" fmla="*/ 128 w 36"/>
                <a:gd name="T35" fmla="*/ 508 h 98"/>
                <a:gd name="T36" fmla="*/ 113 w 36"/>
                <a:gd name="T37" fmla="*/ 493 h 98"/>
                <a:gd name="T38" fmla="*/ 140 w 36"/>
                <a:gd name="T39" fmla="*/ 460 h 98"/>
                <a:gd name="T40" fmla="*/ 155 w 36"/>
                <a:gd name="T41" fmla="*/ 437 h 98"/>
                <a:gd name="T42" fmla="*/ 140 w 36"/>
                <a:gd name="T43" fmla="*/ 393 h 98"/>
                <a:gd name="T44" fmla="*/ 161 w 36"/>
                <a:gd name="T45" fmla="*/ 353 h 98"/>
                <a:gd name="T46" fmla="*/ 121 w 36"/>
                <a:gd name="T47" fmla="*/ 317 h 98"/>
                <a:gd name="T48" fmla="*/ 132 w 36"/>
                <a:gd name="T49" fmla="*/ 292 h 98"/>
                <a:gd name="T50" fmla="*/ 169 w 36"/>
                <a:gd name="T51" fmla="*/ 297 h 98"/>
                <a:gd name="T52" fmla="*/ 148 w 36"/>
                <a:gd name="T53" fmla="*/ 224 h 98"/>
                <a:gd name="T54" fmla="*/ 176 w 36"/>
                <a:gd name="T55" fmla="*/ 224 h 98"/>
                <a:gd name="T56" fmla="*/ 169 w 36"/>
                <a:gd name="T57" fmla="*/ 176 h 98"/>
                <a:gd name="T58" fmla="*/ 205 w 36"/>
                <a:gd name="T59" fmla="*/ 113 h 98"/>
                <a:gd name="T60" fmla="*/ 192 w 36"/>
                <a:gd name="T61" fmla="*/ 0 h 9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6" h="98">
                  <a:moveTo>
                    <a:pt x="22" y="3"/>
                  </a:moveTo>
                  <a:cubicBezTo>
                    <a:pt x="20" y="0"/>
                    <a:pt x="15" y="4"/>
                    <a:pt x="14" y="5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9" y="9"/>
                    <a:pt x="6" y="8"/>
                    <a:pt x="4" y="9"/>
                  </a:cubicBezTo>
                  <a:cubicBezTo>
                    <a:pt x="0" y="10"/>
                    <a:pt x="2" y="13"/>
                    <a:pt x="4" y="16"/>
                  </a:cubicBezTo>
                  <a:cubicBezTo>
                    <a:pt x="6" y="19"/>
                    <a:pt x="8" y="20"/>
                    <a:pt x="5" y="23"/>
                  </a:cubicBezTo>
                  <a:cubicBezTo>
                    <a:pt x="4" y="25"/>
                    <a:pt x="1" y="24"/>
                    <a:pt x="3" y="27"/>
                  </a:cubicBezTo>
                  <a:cubicBezTo>
                    <a:pt x="4" y="32"/>
                    <a:pt x="8" y="30"/>
                    <a:pt x="4" y="35"/>
                  </a:cubicBezTo>
                  <a:cubicBezTo>
                    <a:pt x="3" y="38"/>
                    <a:pt x="1" y="41"/>
                    <a:pt x="3" y="44"/>
                  </a:cubicBezTo>
                  <a:cubicBezTo>
                    <a:pt x="4" y="46"/>
                    <a:pt x="7" y="46"/>
                    <a:pt x="7" y="49"/>
                  </a:cubicBezTo>
                  <a:cubicBezTo>
                    <a:pt x="7" y="50"/>
                    <a:pt x="4" y="52"/>
                    <a:pt x="3" y="53"/>
                  </a:cubicBezTo>
                  <a:cubicBezTo>
                    <a:pt x="2" y="54"/>
                    <a:pt x="2" y="57"/>
                    <a:pt x="2" y="59"/>
                  </a:cubicBezTo>
                  <a:cubicBezTo>
                    <a:pt x="3" y="63"/>
                    <a:pt x="8" y="62"/>
                    <a:pt x="9" y="65"/>
                  </a:cubicBezTo>
                  <a:cubicBezTo>
                    <a:pt x="10" y="69"/>
                    <a:pt x="4" y="72"/>
                    <a:pt x="6" y="77"/>
                  </a:cubicBezTo>
                  <a:cubicBezTo>
                    <a:pt x="7" y="79"/>
                    <a:pt x="11" y="80"/>
                    <a:pt x="12" y="83"/>
                  </a:cubicBezTo>
                  <a:cubicBezTo>
                    <a:pt x="12" y="84"/>
                    <a:pt x="9" y="87"/>
                    <a:pt x="9" y="89"/>
                  </a:cubicBezTo>
                  <a:cubicBezTo>
                    <a:pt x="8" y="93"/>
                    <a:pt x="12" y="98"/>
                    <a:pt x="16" y="96"/>
                  </a:cubicBezTo>
                  <a:cubicBezTo>
                    <a:pt x="25" y="92"/>
                    <a:pt x="21" y="78"/>
                    <a:pt x="18" y="72"/>
                  </a:cubicBezTo>
                  <a:cubicBezTo>
                    <a:pt x="17" y="71"/>
                    <a:pt x="16" y="71"/>
                    <a:pt x="16" y="70"/>
                  </a:cubicBezTo>
                  <a:cubicBezTo>
                    <a:pt x="16" y="68"/>
                    <a:pt x="18" y="66"/>
                    <a:pt x="20" y="65"/>
                  </a:cubicBezTo>
                  <a:cubicBezTo>
                    <a:pt x="21" y="64"/>
                    <a:pt x="22" y="64"/>
                    <a:pt x="22" y="62"/>
                  </a:cubicBezTo>
                  <a:cubicBezTo>
                    <a:pt x="23" y="60"/>
                    <a:pt x="20" y="57"/>
                    <a:pt x="20" y="56"/>
                  </a:cubicBezTo>
                  <a:cubicBezTo>
                    <a:pt x="17" y="50"/>
                    <a:pt x="21" y="54"/>
                    <a:pt x="23" y="50"/>
                  </a:cubicBezTo>
                  <a:cubicBezTo>
                    <a:pt x="25" y="47"/>
                    <a:pt x="19" y="40"/>
                    <a:pt x="17" y="45"/>
                  </a:cubicBezTo>
                  <a:cubicBezTo>
                    <a:pt x="17" y="44"/>
                    <a:pt x="18" y="41"/>
                    <a:pt x="19" y="41"/>
                  </a:cubicBezTo>
                  <a:cubicBezTo>
                    <a:pt x="21" y="40"/>
                    <a:pt x="23" y="42"/>
                    <a:pt x="24" y="42"/>
                  </a:cubicBezTo>
                  <a:cubicBezTo>
                    <a:pt x="30" y="35"/>
                    <a:pt x="21" y="36"/>
                    <a:pt x="21" y="32"/>
                  </a:cubicBezTo>
                  <a:cubicBezTo>
                    <a:pt x="22" y="32"/>
                    <a:pt x="24" y="33"/>
                    <a:pt x="25" y="32"/>
                  </a:cubicBezTo>
                  <a:cubicBezTo>
                    <a:pt x="27" y="31"/>
                    <a:pt x="25" y="27"/>
                    <a:pt x="24" y="25"/>
                  </a:cubicBezTo>
                  <a:cubicBezTo>
                    <a:pt x="29" y="33"/>
                    <a:pt x="30" y="18"/>
                    <a:pt x="29" y="16"/>
                  </a:cubicBezTo>
                  <a:cubicBezTo>
                    <a:pt x="36" y="15"/>
                    <a:pt x="30" y="2"/>
                    <a:pt x="27" y="0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67" name="Freeform 44">
              <a:extLst>
                <a:ext uri="{FF2B5EF4-FFF2-40B4-BE49-F238E27FC236}">
                  <a16:creationId xmlns:a16="http://schemas.microsoft.com/office/drawing/2014/main" id="{2CFFFA04-CA87-43C4-8F87-9B0251053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295"/>
              <a:ext cx="50" cy="151"/>
            </a:xfrm>
            <a:custGeom>
              <a:avLst/>
              <a:gdLst>
                <a:gd name="T0" fmla="*/ 92 w 26"/>
                <a:gd name="T1" fmla="*/ 29 h 79"/>
                <a:gd name="T2" fmla="*/ 108 w 26"/>
                <a:gd name="T3" fmla="*/ 84 h 79"/>
                <a:gd name="T4" fmla="*/ 71 w 26"/>
                <a:gd name="T5" fmla="*/ 105 h 79"/>
                <a:gd name="T6" fmla="*/ 63 w 26"/>
                <a:gd name="T7" fmla="*/ 189 h 79"/>
                <a:gd name="T8" fmla="*/ 63 w 26"/>
                <a:gd name="T9" fmla="*/ 245 h 79"/>
                <a:gd name="T10" fmla="*/ 44 w 26"/>
                <a:gd name="T11" fmla="*/ 313 h 79"/>
                <a:gd name="T12" fmla="*/ 56 w 26"/>
                <a:gd name="T13" fmla="*/ 369 h 79"/>
                <a:gd name="T14" fmla="*/ 44 w 26"/>
                <a:gd name="T15" fmla="*/ 453 h 79"/>
                <a:gd name="T16" fmla="*/ 63 w 26"/>
                <a:gd name="T17" fmla="*/ 497 h 79"/>
                <a:gd name="T18" fmla="*/ 44 w 26"/>
                <a:gd name="T19" fmla="*/ 552 h 79"/>
                <a:gd name="T20" fmla="*/ 63 w 26"/>
                <a:gd name="T21" fmla="*/ 434 h 79"/>
                <a:gd name="T22" fmla="*/ 100 w 26"/>
                <a:gd name="T23" fmla="*/ 384 h 79"/>
                <a:gd name="T24" fmla="*/ 108 w 26"/>
                <a:gd name="T25" fmla="*/ 350 h 79"/>
                <a:gd name="T26" fmla="*/ 140 w 26"/>
                <a:gd name="T27" fmla="*/ 350 h 79"/>
                <a:gd name="T28" fmla="*/ 163 w 26"/>
                <a:gd name="T29" fmla="*/ 252 h 79"/>
                <a:gd name="T30" fmla="*/ 185 w 26"/>
                <a:gd name="T31" fmla="*/ 176 h 79"/>
                <a:gd name="T32" fmla="*/ 169 w 26"/>
                <a:gd name="T33" fmla="*/ 113 h 79"/>
                <a:gd name="T34" fmla="*/ 177 w 26"/>
                <a:gd name="T35" fmla="*/ 69 h 79"/>
                <a:gd name="T36" fmla="*/ 137 w 26"/>
                <a:gd name="T37" fmla="*/ 0 h 7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" h="79">
                  <a:moveTo>
                    <a:pt x="13" y="4"/>
                  </a:moveTo>
                  <a:cubicBezTo>
                    <a:pt x="13" y="6"/>
                    <a:pt x="15" y="10"/>
                    <a:pt x="15" y="12"/>
                  </a:cubicBezTo>
                  <a:cubicBezTo>
                    <a:pt x="14" y="15"/>
                    <a:pt x="12" y="14"/>
                    <a:pt x="10" y="15"/>
                  </a:cubicBezTo>
                  <a:cubicBezTo>
                    <a:pt x="5" y="17"/>
                    <a:pt x="5" y="24"/>
                    <a:pt x="9" y="27"/>
                  </a:cubicBezTo>
                  <a:cubicBezTo>
                    <a:pt x="4" y="27"/>
                    <a:pt x="8" y="34"/>
                    <a:pt x="9" y="35"/>
                  </a:cubicBezTo>
                  <a:cubicBezTo>
                    <a:pt x="4" y="35"/>
                    <a:pt x="3" y="42"/>
                    <a:pt x="6" y="45"/>
                  </a:cubicBezTo>
                  <a:cubicBezTo>
                    <a:pt x="1" y="46"/>
                    <a:pt x="8" y="51"/>
                    <a:pt x="8" y="53"/>
                  </a:cubicBezTo>
                  <a:cubicBezTo>
                    <a:pt x="8" y="57"/>
                    <a:pt x="0" y="62"/>
                    <a:pt x="6" y="65"/>
                  </a:cubicBezTo>
                  <a:cubicBezTo>
                    <a:pt x="0" y="67"/>
                    <a:pt x="8" y="78"/>
                    <a:pt x="9" y="71"/>
                  </a:cubicBezTo>
                  <a:cubicBezTo>
                    <a:pt x="5" y="70"/>
                    <a:pt x="3" y="77"/>
                    <a:pt x="6" y="79"/>
                  </a:cubicBezTo>
                  <a:cubicBezTo>
                    <a:pt x="12" y="76"/>
                    <a:pt x="8" y="67"/>
                    <a:pt x="9" y="62"/>
                  </a:cubicBezTo>
                  <a:cubicBezTo>
                    <a:pt x="10" y="59"/>
                    <a:pt x="13" y="58"/>
                    <a:pt x="14" y="55"/>
                  </a:cubicBezTo>
                  <a:cubicBezTo>
                    <a:pt x="14" y="54"/>
                    <a:pt x="14" y="51"/>
                    <a:pt x="15" y="50"/>
                  </a:cubicBezTo>
                  <a:cubicBezTo>
                    <a:pt x="17" y="50"/>
                    <a:pt x="18" y="51"/>
                    <a:pt x="20" y="50"/>
                  </a:cubicBezTo>
                  <a:cubicBezTo>
                    <a:pt x="26" y="48"/>
                    <a:pt x="23" y="40"/>
                    <a:pt x="23" y="36"/>
                  </a:cubicBezTo>
                  <a:cubicBezTo>
                    <a:pt x="24" y="32"/>
                    <a:pt x="26" y="29"/>
                    <a:pt x="26" y="25"/>
                  </a:cubicBezTo>
                  <a:cubicBezTo>
                    <a:pt x="25" y="22"/>
                    <a:pt x="23" y="18"/>
                    <a:pt x="24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6"/>
                    <a:pt x="23" y="0"/>
                    <a:pt x="19" y="0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68" name="Freeform 45">
              <a:extLst>
                <a:ext uri="{FF2B5EF4-FFF2-40B4-BE49-F238E27FC236}">
                  <a16:creationId xmlns:a16="http://schemas.microsoft.com/office/drawing/2014/main" id="{BB281C0A-4E55-4F3F-86C3-475FF4C8E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383"/>
              <a:ext cx="29" cy="107"/>
            </a:xfrm>
            <a:custGeom>
              <a:avLst/>
              <a:gdLst>
                <a:gd name="T0" fmla="*/ 64 w 15"/>
                <a:gd name="T1" fmla="*/ 36 h 56"/>
                <a:gd name="T2" fmla="*/ 56 w 15"/>
                <a:gd name="T3" fmla="*/ 29 h 56"/>
                <a:gd name="T4" fmla="*/ 29 w 15"/>
                <a:gd name="T5" fmla="*/ 76 h 56"/>
                <a:gd name="T6" fmla="*/ 15 w 15"/>
                <a:gd name="T7" fmla="*/ 145 h 56"/>
                <a:gd name="T8" fmla="*/ 0 w 15"/>
                <a:gd name="T9" fmla="*/ 183 h 56"/>
                <a:gd name="T10" fmla="*/ 29 w 15"/>
                <a:gd name="T11" fmla="*/ 224 h 56"/>
                <a:gd name="T12" fmla="*/ 15 w 15"/>
                <a:gd name="T13" fmla="*/ 285 h 56"/>
                <a:gd name="T14" fmla="*/ 23 w 15"/>
                <a:gd name="T15" fmla="*/ 313 h 56"/>
                <a:gd name="T16" fmla="*/ 72 w 15"/>
                <a:gd name="T17" fmla="*/ 376 h 56"/>
                <a:gd name="T18" fmla="*/ 93 w 15"/>
                <a:gd name="T19" fmla="*/ 384 h 56"/>
                <a:gd name="T20" fmla="*/ 101 w 15"/>
                <a:gd name="T21" fmla="*/ 321 h 56"/>
                <a:gd name="T22" fmla="*/ 72 w 15"/>
                <a:gd name="T23" fmla="*/ 277 h 56"/>
                <a:gd name="T24" fmla="*/ 85 w 15"/>
                <a:gd name="T25" fmla="*/ 245 h 56"/>
                <a:gd name="T26" fmla="*/ 93 w 15"/>
                <a:gd name="T27" fmla="*/ 201 h 56"/>
                <a:gd name="T28" fmla="*/ 79 w 15"/>
                <a:gd name="T29" fmla="*/ 176 h 56"/>
                <a:gd name="T30" fmla="*/ 85 w 15"/>
                <a:gd name="T31" fmla="*/ 161 h 56"/>
                <a:gd name="T32" fmla="*/ 101 w 15"/>
                <a:gd name="T33" fmla="*/ 124 h 56"/>
                <a:gd name="T34" fmla="*/ 93 w 15"/>
                <a:gd name="T35" fmla="*/ 61 h 56"/>
                <a:gd name="T36" fmla="*/ 72 w 15"/>
                <a:gd name="T37" fmla="*/ 15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" h="56">
                  <a:moveTo>
                    <a:pt x="9" y="5"/>
                  </a:moveTo>
                  <a:cubicBezTo>
                    <a:pt x="9" y="5"/>
                    <a:pt x="9" y="4"/>
                    <a:pt x="8" y="4"/>
                  </a:cubicBezTo>
                  <a:cubicBezTo>
                    <a:pt x="7" y="7"/>
                    <a:pt x="5" y="9"/>
                    <a:pt x="4" y="11"/>
                  </a:cubicBezTo>
                  <a:cubicBezTo>
                    <a:pt x="3" y="14"/>
                    <a:pt x="4" y="18"/>
                    <a:pt x="2" y="21"/>
                  </a:cubicBezTo>
                  <a:cubicBezTo>
                    <a:pt x="2" y="23"/>
                    <a:pt x="0" y="24"/>
                    <a:pt x="0" y="26"/>
                  </a:cubicBezTo>
                  <a:cubicBezTo>
                    <a:pt x="0" y="29"/>
                    <a:pt x="3" y="30"/>
                    <a:pt x="4" y="32"/>
                  </a:cubicBezTo>
                  <a:cubicBezTo>
                    <a:pt x="6" y="35"/>
                    <a:pt x="2" y="37"/>
                    <a:pt x="2" y="41"/>
                  </a:cubicBezTo>
                  <a:cubicBezTo>
                    <a:pt x="2" y="42"/>
                    <a:pt x="2" y="43"/>
                    <a:pt x="3" y="45"/>
                  </a:cubicBezTo>
                  <a:cubicBezTo>
                    <a:pt x="5" y="49"/>
                    <a:pt x="6" y="51"/>
                    <a:pt x="10" y="54"/>
                  </a:cubicBezTo>
                  <a:cubicBezTo>
                    <a:pt x="11" y="55"/>
                    <a:pt x="11" y="56"/>
                    <a:pt x="13" y="55"/>
                  </a:cubicBezTo>
                  <a:cubicBezTo>
                    <a:pt x="14" y="54"/>
                    <a:pt x="14" y="47"/>
                    <a:pt x="14" y="46"/>
                  </a:cubicBezTo>
                  <a:cubicBezTo>
                    <a:pt x="13" y="43"/>
                    <a:pt x="11" y="42"/>
                    <a:pt x="10" y="40"/>
                  </a:cubicBezTo>
                  <a:cubicBezTo>
                    <a:pt x="9" y="38"/>
                    <a:pt x="11" y="37"/>
                    <a:pt x="12" y="35"/>
                  </a:cubicBezTo>
                  <a:cubicBezTo>
                    <a:pt x="13" y="32"/>
                    <a:pt x="14" y="31"/>
                    <a:pt x="13" y="29"/>
                  </a:cubicBezTo>
                  <a:cubicBezTo>
                    <a:pt x="13" y="27"/>
                    <a:pt x="11" y="26"/>
                    <a:pt x="11" y="25"/>
                  </a:cubicBezTo>
                  <a:cubicBezTo>
                    <a:pt x="12" y="24"/>
                    <a:pt x="12" y="24"/>
                    <a:pt x="12" y="23"/>
                  </a:cubicBezTo>
                  <a:cubicBezTo>
                    <a:pt x="13" y="21"/>
                    <a:pt x="14" y="20"/>
                    <a:pt x="14" y="18"/>
                  </a:cubicBezTo>
                  <a:cubicBezTo>
                    <a:pt x="14" y="15"/>
                    <a:pt x="13" y="12"/>
                    <a:pt x="13" y="9"/>
                  </a:cubicBezTo>
                  <a:cubicBezTo>
                    <a:pt x="13" y="7"/>
                    <a:pt x="15" y="0"/>
                    <a:pt x="10" y="2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69" name="Freeform 46">
              <a:extLst>
                <a:ext uri="{FF2B5EF4-FFF2-40B4-BE49-F238E27FC236}">
                  <a16:creationId xmlns:a16="http://schemas.microsoft.com/office/drawing/2014/main" id="{176BF56C-F2C8-4DCD-BDB0-8A4AF4B4A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032"/>
              <a:ext cx="122" cy="77"/>
            </a:xfrm>
            <a:custGeom>
              <a:avLst/>
              <a:gdLst>
                <a:gd name="T0" fmla="*/ 97 w 64"/>
                <a:gd name="T1" fmla="*/ 15 h 40"/>
                <a:gd name="T2" fmla="*/ 160 w 64"/>
                <a:gd name="T3" fmla="*/ 29 h 40"/>
                <a:gd name="T4" fmla="*/ 208 w 64"/>
                <a:gd name="T5" fmla="*/ 77 h 40"/>
                <a:gd name="T6" fmla="*/ 292 w 64"/>
                <a:gd name="T7" fmla="*/ 100 h 40"/>
                <a:gd name="T8" fmla="*/ 334 w 64"/>
                <a:gd name="T9" fmla="*/ 144 h 40"/>
                <a:gd name="T10" fmla="*/ 397 w 64"/>
                <a:gd name="T11" fmla="*/ 229 h 40"/>
                <a:gd name="T12" fmla="*/ 389 w 64"/>
                <a:gd name="T13" fmla="*/ 271 h 40"/>
                <a:gd name="T14" fmla="*/ 236 w 64"/>
                <a:gd name="T15" fmla="*/ 216 h 40"/>
                <a:gd name="T16" fmla="*/ 137 w 64"/>
                <a:gd name="T17" fmla="*/ 156 h 40"/>
                <a:gd name="T18" fmla="*/ 40 w 64"/>
                <a:gd name="T19" fmla="*/ 123 h 40"/>
                <a:gd name="T20" fmla="*/ 55 w 64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40">
                  <a:moveTo>
                    <a:pt x="14" y="2"/>
                  </a:moveTo>
                  <a:cubicBezTo>
                    <a:pt x="17" y="2"/>
                    <a:pt x="20" y="2"/>
                    <a:pt x="23" y="4"/>
                  </a:cubicBezTo>
                  <a:cubicBezTo>
                    <a:pt x="27" y="5"/>
                    <a:pt x="27" y="9"/>
                    <a:pt x="30" y="11"/>
                  </a:cubicBezTo>
                  <a:cubicBezTo>
                    <a:pt x="33" y="13"/>
                    <a:pt x="39" y="12"/>
                    <a:pt x="42" y="14"/>
                  </a:cubicBezTo>
                  <a:cubicBezTo>
                    <a:pt x="45" y="16"/>
                    <a:pt x="46" y="18"/>
                    <a:pt x="48" y="20"/>
                  </a:cubicBezTo>
                  <a:cubicBezTo>
                    <a:pt x="52" y="25"/>
                    <a:pt x="54" y="28"/>
                    <a:pt x="57" y="32"/>
                  </a:cubicBezTo>
                  <a:cubicBezTo>
                    <a:pt x="62" y="37"/>
                    <a:pt x="64" y="40"/>
                    <a:pt x="56" y="38"/>
                  </a:cubicBezTo>
                  <a:cubicBezTo>
                    <a:pt x="47" y="35"/>
                    <a:pt x="43" y="31"/>
                    <a:pt x="34" y="30"/>
                  </a:cubicBezTo>
                  <a:cubicBezTo>
                    <a:pt x="27" y="29"/>
                    <a:pt x="25" y="26"/>
                    <a:pt x="20" y="22"/>
                  </a:cubicBezTo>
                  <a:cubicBezTo>
                    <a:pt x="15" y="17"/>
                    <a:pt x="11" y="22"/>
                    <a:pt x="6" y="17"/>
                  </a:cubicBezTo>
                  <a:cubicBezTo>
                    <a:pt x="1" y="13"/>
                    <a:pt x="0" y="1"/>
                    <a:pt x="8" y="0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70" name="Freeform 47">
              <a:extLst>
                <a:ext uri="{FF2B5EF4-FFF2-40B4-BE49-F238E27FC236}">
                  <a16:creationId xmlns:a16="http://schemas.microsoft.com/office/drawing/2014/main" id="{E2D7578B-8DA4-4381-95DC-CB12EA9BF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076"/>
              <a:ext cx="28" cy="86"/>
            </a:xfrm>
            <a:custGeom>
              <a:avLst/>
              <a:gdLst>
                <a:gd name="T0" fmla="*/ 84 w 15"/>
                <a:gd name="T1" fmla="*/ 8 h 45"/>
                <a:gd name="T2" fmla="*/ 45 w 15"/>
                <a:gd name="T3" fmla="*/ 99 h 45"/>
                <a:gd name="T4" fmla="*/ 45 w 15"/>
                <a:gd name="T5" fmla="*/ 99 h 45"/>
                <a:gd name="T6" fmla="*/ 60 w 15"/>
                <a:gd name="T7" fmla="*/ 201 h 45"/>
                <a:gd name="T8" fmla="*/ 84 w 15"/>
                <a:gd name="T9" fmla="*/ 237 h 45"/>
                <a:gd name="T10" fmla="*/ 91 w 15"/>
                <a:gd name="T11" fmla="*/ 145 h 45"/>
                <a:gd name="T12" fmla="*/ 91 w 15"/>
                <a:gd name="T13" fmla="*/ 7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5">
                  <a:moveTo>
                    <a:pt x="13" y="1"/>
                  </a:moveTo>
                  <a:cubicBezTo>
                    <a:pt x="5" y="0"/>
                    <a:pt x="0" y="8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" y="16"/>
                    <a:pt x="6" y="27"/>
                    <a:pt x="9" y="29"/>
                  </a:cubicBezTo>
                  <a:cubicBezTo>
                    <a:pt x="3" y="33"/>
                    <a:pt x="9" y="45"/>
                    <a:pt x="13" y="34"/>
                  </a:cubicBezTo>
                  <a:cubicBezTo>
                    <a:pt x="15" y="31"/>
                    <a:pt x="13" y="24"/>
                    <a:pt x="14" y="21"/>
                  </a:cubicBezTo>
                  <a:cubicBezTo>
                    <a:pt x="14" y="17"/>
                    <a:pt x="15" y="15"/>
                    <a:pt x="14" y="11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71" name="Freeform 48">
              <a:extLst>
                <a:ext uri="{FF2B5EF4-FFF2-40B4-BE49-F238E27FC236}">
                  <a16:creationId xmlns:a16="http://schemas.microsoft.com/office/drawing/2014/main" id="{1367B1FB-0F64-4BF8-8148-0E4A30B1A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856"/>
              <a:ext cx="617" cy="841"/>
            </a:xfrm>
            <a:custGeom>
              <a:avLst/>
              <a:gdLst>
                <a:gd name="T0" fmla="*/ 268 w 322"/>
                <a:gd name="T1" fmla="*/ 1197 h 439"/>
                <a:gd name="T2" fmla="*/ 1872 w 322"/>
                <a:gd name="T3" fmla="*/ 2418 h 439"/>
                <a:gd name="T4" fmla="*/ 1475 w 322"/>
                <a:gd name="T5" fmla="*/ 521 h 439"/>
                <a:gd name="T6" fmla="*/ 232 w 322"/>
                <a:gd name="T7" fmla="*/ 977 h 439"/>
                <a:gd name="T8" fmla="*/ 268 w 322"/>
                <a:gd name="T9" fmla="*/ 1197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2" h="439">
                  <a:moveTo>
                    <a:pt x="38" y="170"/>
                  </a:moveTo>
                  <a:cubicBezTo>
                    <a:pt x="201" y="128"/>
                    <a:pt x="220" y="439"/>
                    <a:pt x="266" y="344"/>
                  </a:cubicBezTo>
                  <a:cubicBezTo>
                    <a:pt x="302" y="270"/>
                    <a:pt x="322" y="148"/>
                    <a:pt x="210" y="74"/>
                  </a:cubicBezTo>
                  <a:cubicBezTo>
                    <a:pt x="99" y="0"/>
                    <a:pt x="33" y="139"/>
                    <a:pt x="33" y="139"/>
                  </a:cubicBezTo>
                  <a:cubicBezTo>
                    <a:pt x="33" y="139"/>
                    <a:pt x="0" y="180"/>
                    <a:pt x="38" y="170"/>
                  </a:cubicBezTo>
                  <a:close/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72" name="Freeform 49">
              <a:extLst>
                <a:ext uri="{FF2B5EF4-FFF2-40B4-BE49-F238E27FC236}">
                  <a16:creationId xmlns:a16="http://schemas.microsoft.com/office/drawing/2014/main" id="{FC4ED415-9320-4E63-B774-ACF1EC89C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873"/>
              <a:ext cx="565" cy="755"/>
            </a:xfrm>
            <a:custGeom>
              <a:avLst/>
              <a:gdLst>
                <a:gd name="T0" fmla="*/ 276 w 295"/>
                <a:gd name="T1" fmla="*/ 985 h 394"/>
                <a:gd name="T2" fmla="*/ 1680 w 295"/>
                <a:gd name="T3" fmla="*/ 2420 h 394"/>
                <a:gd name="T4" fmla="*/ 1283 w 295"/>
                <a:gd name="T5" fmla="*/ 521 h 394"/>
                <a:gd name="T6" fmla="*/ 40 w 295"/>
                <a:gd name="T7" fmla="*/ 977 h 394"/>
                <a:gd name="T8" fmla="*/ 276 w 295"/>
                <a:gd name="T9" fmla="*/ 985 h 3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5" h="394">
                  <a:moveTo>
                    <a:pt x="39" y="140"/>
                  </a:moveTo>
                  <a:cubicBezTo>
                    <a:pt x="202" y="97"/>
                    <a:pt x="215" y="394"/>
                    <a:pt x="239" y="344"/>
                  </a:cubicBezTo>
                  <a:cubicBezTo>
                    <a:pt x="276" y="270"/>
                    <a:pt x="295" y="148"/>
                    <a:pt x="183" y="74"/>
                  </a:cubicBezTo>
                  <a:cubicBezTo>
                    <a:pt x="72" y="0"/>
                    <a:pt x="6" y="139"/>
                    <a:pt x="6" y="139"/>
                  </a:cubicBezTo>
                  <a:cubicBezTo>
                    <a:pt x="6" y="139"/>
                    <a:pt x="0" y="150"/>
                    <a:pt x="39" y="140"/>
                  </a:cubicBezTo>
                  <a:close/>
                </a:path>
              </a:pathLst>
            </a:custGeom>
            <a:solidFill>
              <a:srgbClr val="E5A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73" name="Freeform 50">
              <a:extLst>
                <a:ext uri="{FF2B5EF4-FFF2-40B4-BE49-F238E27FC236}">
                  <a16:creationId xmlns:a16="http://schemas.microsoft.com/office/drawing/2014/main" id="{3E8F08F9-769A-43DC-8FAA-E896867F7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917"/>
              <a:ext cx="485" cy="663"/>
            </a:xfrm>
            <a:custGeom>
              <a:avLst/>
              <a:gdLst>
                <a:gd name="T0" fmla="*/ 224 w 253"/>
                <a:gd name="T1" fmla="*/ 745 h 346"/>
                <a:gd name="T2" fmla="*/ 1514 w 253"/>
                <a:gd name="T3" fmla="*/ 2133 h 346"/>
                <a:gd name="T4" fmla="*/ 1121 w 253"/>
                <a:gd name="T5" fmla="*/ 437 h 346"/>
                <a:gd name="T6" fmla="*/ 0 w 253"/>
                <a:gd name="T7" fmla="*/ 730 h 346"/>
                <a:gd name="T8" fmla="*/ 224 w 253"/>
                <a:gd name="T9" fmla="*/ 745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346">
                  <a:moveTo>
                    <a:pt x="32" y="106"/>
                  </a:moveTo>
                  <a:cubicBezTo>
                    <a:pt x="169" y="71"/>
                    <a:pt x="194" y="346"/>
                    <a:pt x="215" y="303"/>
                  </a:cubicBezTo>
                  <a:cubicBezTo>
                    <a:pt x="246" y="241"/>
                    <a:pt x="253" y="125"/>
                    <a:pt x="159" y="62"/>
                  </a:cubicBezTo>
                  <a:cubicBezTo>
                    <a:pt x="65" y="0"/>
                    <a:pt x="0" y="104"/>
                    <a:pt x="0" y="104"/>
                  </a:cubicBezTo>
                  <a:cubicBezTo>
                    <a:pt x="0" y="104"/>
                    <a:pt x="0" y="115"/>
                    <a:pt x="32" y="106"/>
                  </a:cubicBezTo>
                  <a:close/>
                </a:path>
              </a:pathLst>
            </a:custGeom>
            <a:solidFill>
              <a:srgbClr val="9D64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74" name="Freeform 51">
              <a:extLst>
                <a:ext uri="{FF2B5EF4-FFF2-40B4-BE49-F238E27FC236}">
                  <a16:creationId xmlns:a16="http://schemas.microsoft.com/office/drawing/2014/main" id="{E745A699-E71F-492A-94E7-C9F9DB5DD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960"/>
              <a:ext cx="425" cy="528"/>
            </a:xfrm>
            <a:custGeom>
              <a:avLst/>
              <a:gdLst>
                <a:gd name="T0" fmla="*/ 197 w 222"/>
                <a:gd name="T1" fmla="*/ 524 h 276"/>
                <a:gd name="T2" fmla="*/ 1375 w 222"/>
                <a:gd name="T3" fmla="*/ 1724 h 276"/>
                <a:gd name="T4" fmla="*/ 921 w 222"/>
                <a:gd name="T5" fmla="*/ 316 h 276"/>
                <a:gd name="T6" fmla="*/ 8 w 222"/>
                <a:gd name="T7" fmla="*/ 513 h 276"/>
                <a:gd name="T8" fmla="*/ 197 w 222"/>
                <a:gd name="T9" fmla="*/ 524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276">
                  <a:moveTo>
                    <a:pt x="28" y="75"/>
                  </a:moveTo>
                  <a:cubicBezTo>
                    <a:pt x="148" y="50"/>
                    <a:pt x="178" y="276"/>
                    <a:pt x="196" y="246"/>
                  </a:cubicBezTo>
                  <a:cubicBezTo>
                    <a:pt x="222" y="201"/>
                    <a:pt x="213" y="90"/>
                    <a:pt x="131" y="45"/>
                  </a:cubicBezTo>
                  <a:cubicBezTo>
                    <a:pt x="49" y="0"/>
                    <a:pt x="1" y="73"/>
                    <a:pt x="1" y="73"/>
                  </a:cubicBezTo>
                  <a:cubicBezTo>
                    <a:pt x="1" y="73"/>
                    <a:pt x="0" y="81"/>
                    <a:pt x="28" y="75"/>
                  </a:cubicBezTo>
                  <a:close/>
                </a:path>
              </a:pathLst>
            </a:custGeom>
            <a:solidFill>
              <a:srgbClr val="874B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75" name="Freeform 52">
              <a:extLst>
                <a:ext uri="{FF2B5EF4-FFF2-40B4-BE49-F238E27FC236}">
                  <a16:creationId xmlns:a16="http://schemas.microsoft.com/office/drawing/2014/main" id="{83B0BCE6-D514-4FFC-895C-F9CE9309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996"/>
              <a:ext cx="438" cy="496"/>
            </a:xfrm>
            <a:custGeom>
              <a:avLst/>
              <a:gdLst>
                <a:gd name="T0" fmla="*/ 1419 w 229"/>
                <a:gd name="T1" fmla="*/ 1819 h 259"/>
                <a:gd name="T2" fmla="*/ 1595 w 229"/>
                <a:gd name="T3" fmla="*/ 1459 h 259"/>
                <a:gd name="T4" fmla="*/ 1519 w 229"/>
                <a:gd name="T5" fmla="*/ 1482 h 259"/>
                <a:gd name="T6" fmla="*/ 1511 w 229"/>
                <a:gd name="T7" fmla="*/ 1398 h 259"/>
                <a:gd name="T8" fmla="*/ 1448 w 229"/>
                <a:gd name="T9" fmla="*/ 1358 h 259"/>
                <a:gd name="T10" fmla="*/ 1402 w 229"/>
                <a:gd name="T11" fmla="*/ 1327 h 259"/>
                <a:gd name="T12" fmla="*/ 1419 w 229"/>
                <a:gd name="T13" fmla="*/ 1229 h 259"/>
                <a:gd name="T14" fmla="*/ 1412 w 229"/>
                <a:gd name="T15" fmla="*/ 954 h 259"/>
                <a:gd name="T16" fmla="*/ 1371 w 229"/>
                <a:gd name="T17" fmla="*/ 877 h 259"/>
                <a:gd name="T18" fmla="*/ 1335 w 229"/>
                <a:gd name="T19" fmla="*/ 645 h 259"/>
                <a:gd name="T20" fmla="*/ 1287 w 229"/>
                <a:gd name="T21" fmla="*/ 624 h 259"/>
                <a:gd name="T22" fmla="*/ 1218 w 229"/>
                <a:gd name="T23" fmla="*/ 661 h 259"/>
                <a:gd name="T24" fmla="*/ 1150 w 229"/>
                <a:gd name="T25" fmla="*/ 536 h 259"/>
                <a:gd name="T26" fmla="*/ 1042 w 229"/>
                <a:gd name="T27" fmla="*/ 414 h 259"/>
                <a:gd name="T28" fmla="*/ 937 w 229"/>
                <a:gd name="T29" fmla="*/ 308 h 259"/>
                <a:gd name="T30" fmla="*/ 882 w 229"/>
                <a:gd name="T31" fmla="*/ 268 h 259"/>
                <a:gd name="T32" fmla="*/ 866 w 229"/>
                <a:gd name="T33" fmla="*/ 40 h 259"/>
                <a:gd name="T34" fmla="*/ 769 w 229"/>
                <a:gd name="T35" fmla="*/ 63 h 259"/>
                <a:gd name="T36" fmla="*/ 608 w 229"/>
                <a:gd name="T37" fmla="*/ 0 h 259"/>
                <a:gd name="T38" fmla="*/ 482 w 229"/>
                <a:gd name="T39" fmla="*/ 36 h 259"/>
                <a:gd name="T40" fmla="*/ 361 w 229"/>
                <a:gd name="T41" fmla="*/ 100 h 259"/>
                <a:gd name="T42" fmla="*/ 293 w 229"/>
                <a:gd name="T43" fmla="*/ 176 h 259"/>
                <a:gd name="T44" fmla="*/ 168 w 229"/>
                <a:gd name="T45" fmla="*/ 293 h 259"/>
                <a:gd name="T46" fmla="*/ 48 w 229"/>
                <a:gd name="T47" fmla="*/ 429 h 259"/>
                <a:gd name="T48" fmla="*/ 281 w 229"/>
                <a:gd name="T49" fmla="*/ 329 h 259"/>
                <a:gd name="T50" fmla="*/ 344 w 229"/>
                <a:gd name="T51" fmla="*/ 329 h 259"/>
                <a:gd name="T52" fmla="*/ 537 w 229"/>
                <a:gd name="T53" fmla="*/ 161 h 259"/>
                <a:gd name="T54" fmla="*/ 601 w 229"/>
                <a:gd name="T55" fmla="*/ 324 h 259"/>
                <a:gd name="T56" fmla="*/ 673 w 229"/>
                <a:gd name="T57" fmla="*/ 400 h 259"/>
                <a:gd name="T58" fmla="*/ 742 w 229"/>
                <a:gd name="T59" fmla="*/ 452 h 259"/>
                <a:gd name="T60" fmla="*/ 761 w 229"/>
                <a:gd name="T61" fmla="*/ 506 h 259"/>
                <a:gd name="T62" fmla="*/ 826 w 229"/>
                <a:gd name="T63" fmla="*/ 561 h 259"/>
                <a:gd name="T64" fmla="*/ 1021 w 229"/>
                <a:gd name="T65" fmla="*/ 521 h 259"/>
                <a:gd name="T66" fmla="*/ 1119 w 229"/>
                <a:gd name="T67" fmla="*/ 668 h 259"/>
                <a:gd name="T68" fmla="*/ 1211 w 229"/>
                <a:gd name="T69" fmla="*/ 758 h 259"/>
                <a:gd name="T70" fmla="*/ 1287 w 229"/>
                <a:gd name="T71" fmla="*/ 774 h 259"/>
                <a:gd name="T72" fmla="*/ 1343 w 229"/>
                <a:gd name="T73" fmla="*/ 1143 h 259"/>
                <a:gd name="T74" fmla="*/ 1358 w 229"/>
                <a:gd name="T75" fmla="*/ 1283 h 259"/>
                <a:gd name="T76" fmla="*/ 1327 w 229"/>
                <a:gd name="T77" fmla="*/ 1664 h 259"/>
                <a:gd name="T78" fmla="*/ 1343 w 229"/>
                <a:gd name="T79" fmla="*/ 1764 h 259"/>
                <a:gd name="T80" fmla="*/ 1412 w 229"/>
                <a:gd name="T81" fmla="*/ 1819 h 25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29" h="259">
                  <a:moveTo>
                    <a:pt x="206" y="257"/>
                  </a:moveTo>
                  <a:cubicBezTo>
                    <a:pt x="205" y="258"/>
                    <a:pt x="204" y="258"/>
                    <a:pt x="203" y="259"/>
                  </a:cubicBezTo>
                  <a:cubicBezTo>
                    <a:pt x="208" y="252"/>
                    <a:pt x="211" y="243"/>
                    <a:pt x="215" y="235"/>
                  </a:cubicBezTo>
                  <a:cubicBezTo>
                    <a:pt x="219" y="227"/>
                    <a:pt x="229" y="216"/>
                    <a:pt x="228" y="208"/>
                  </a:cubicBezTo>
                  <a:cubicBezTo>
                    <a:pt x="222" y="214"/>
                    <a:pt x="216" y="224"/>
                    <a:pt x="209" y="229"/>
                  </a:cubicBezTo>
                  <a:cubicBezTo>
                    <a:pt x="209" y="222"/>
                    <a:pt x="213" y="216"/>
                    <a:pt x="217" y="211"/>
                  </a:cubicBezTo>
                  <a:cubicBezTo>
                    <a:pt x="213" y="214"/>
                    <a:pt x="210" y="219"/>
                    <a:pt x="206" y="222"/>
                  </a:cubicBezTo>
                  <a:cubicBezTo>
                    <a:pt x="206" y="215"/>
                    <a:pt x="213" y="206"/>
                    <a:pt x="216" y="199"/>
                  </a:cubicBezTo>
                  <a:cubicBezTo>
                    <a:pt x="221" y="189"/>
                    <a:pt x="227" y="176"/>
                    <a:pt x="226" y="164"/>
                  </a:cubicBezTo>
                  <a:cubicBezTo>
                    <a:pt x="218" y="173"/>
                    <a:pt x="214" y="184"/>
                    <a:pt x="207" y="193"/>
                  </a:cubicBezTo>
                  <a:cubicBezTo>
                    <a:pt x="207" y="187"/>
                    <a:pt x="212" y="181"/>
                    <a:pt x="215" y="175"/>
                  </a:cubicBezTo>
                  <a:cubicBezTo>
                    <a:pt x="210" y="180"/>
                    <a:pt x="206" y="185"/>
                    <a:pt x="200" y="189"/>
                  </a:cubicBezTo>
                  <a:cubicBezTo>
                    <a:pt x="201" y="183"/>
                    <a:pt x="206" y="179"/>
                    <a:pt x="207" y="174"/>
                  </a:cubicBezTo>
                  <a:cubicBezTo>
                    <a:pt x="206" y="174"/>
                    <a:pt x="204" y="174"/>
                    <a:pt x="203" y="175"/>
                  </a:cubicBezTo>
                  <a:cubicBezTo>
                    <a:pt x="204" y="156"/>
                    <a:pt x="219" y="139"/>
                    <a:pt x="217" y="119"/>
                  </a:cubicBezTo>
                  <a:cubicBezTo>
                    <a:pt x="214" y="125"/>
                    <a:pt x="209" y="134"/>
                    <a:pt x="202" y="136"/>
                  </a:cubicBezTo>
                  <a:cubicBezTo>
                    <a:pt x="203" y="127"/>
                    <a:pt x="212" y="120"/>
                    <a:pt x="212" y="111"/>
                  </a:cubicBezTo>
                  <a:cubicBezTo>
                    <a:pt x="205" y="113"/>
                    <a:pt x="202" y="122"/>
                    <a:pt x="196" y="125"/>
                  </a:cubicBezTo>
                  <a:cubicBezTo>
                    <a:pt x="195" y="110"/>
                    <a:pt x="204" y="94"/>
                    <a:pt x="201" y="79"/>
                  </a:cubicBezTo>
                  <a:cubicBezTo>
                    <a:pt x="197" y="83"/>
                    <a:pt x="195" y="88"/>
                    <a:pt x="191" y="92"/>
                  </a:cubicBezTo>
                  <a:cubicBezTo>
                    <a:pt x="190" y="85"/>
                    <a:pt x="197" y="79"/>
                    <a:pt x="196" y="71"/>
                  </a:cubicBezTo>
                  <a:cubicBezTo>
                    <a:pt x="192" y="77"/>
                    <a:pt x="188" y="83"/>
                    <a:pt x="184" y="89"/>
                  </a:cubicBezTo>
                  <a:cubicBezTo>
                    <a:pt x="185" y="87"/>
                    <a:pt x="187" y="81"/>
                    <a:pt x="184" y="79"/>
                  </a:cubicBezTo>
                  <a:cubicBezTo>
                    <a:pt x="181" y="84"/>
                    <a:pt x="178" y="89"/>
                    <a:pt x="174" y="94"/>
                  </a:cubicBezTo>
                  <a:cubicBezTo>
                    <a:pt x="178" y="80"/>
                    <a:pt x="177" y="65"/>
                    <a:pt x="176" y="50"/>
                  </a:cubicBezTo>
                  <a:cubicBezTo>
                    <a:pt x="170" y="56"/>
                    <a:pt x="170" y="69"/>
                    <a:pt x="164" y="76"/>
                  </a:cubicBezTo>
                  <a:cubicBezTo>
                    <a:pt x="166" y="71"/>
                    <a:pt x="173" y="49"/>
                    <a:pt x="167" y="45"/>
                  </a:cubicBezTo>
                  <a:cubicBezTo>
                    <a:pt x="162" y="42"/>
                    <a:pt x="152" y="56"/>
                    <a:pt x="149" y="59"/>
                  </a:cubicBezTo>
                  <a:cubicBezTo>
                    <a:pt x="148" y="53"/>
                    <a:pt x="156" y="29"/>
                    <a:pt x="146" y="26"/>
                  </a:cubicBezTo>
                  <a:cubicBezTo>
                    <a:pt x="140" y="24"/>
                    <a:pt x="137" y="40"/>
                    <a:pt x="134" y="44"/>
                  </a:cubicBezTo>
                  <a:cubicBezTo>
                    <a:pt x="135" y="38"/>
                    <a:pt x="138" y="31"/>
                    <a:pt x="139" y="25"/>
                  </a:cubicBezTo>
                  <a:cubicBezTo>
                    <a:pt x="133" y="23"/>
                    <a:pt x="128" y="33"/>
                    <a:pt x="126" y="38"/>
                  </a:cubicBezTo>
                  <a:cubicBezTo>
                    <a:pt x="128" y="35"/>
                    <a:pt x="130" y="31"/>
                    <a:pt x="130" y="27"/>
                  </a:cubicBezTo>
                  <a:cubicBezTo>
                    <a:pt x="121" y="26"/>
                    <a:pt x="124" y="13"/>
                    <a:pt x="124" y="6"/>
                  </a:cubicBezTo>
                  <a:cubicBezTo>
                    <a:pt x="120" y="12"/>
                    <a:pt x="117" y="18"/>
                    <a:pt x="115" y="25"/>
                  </a:cubicBezTo>
                  <a:cubicBezTo>
                    <a:pt x="116" y="20"/>
                    <a:pt x="116" y="11"/>
                    <a:pt x="110" y="9"/>
                  </a:cubicBezTo>
                  <a:cubicBezTo>
                    <a:pt x="102" y="6"/>
                    <a:pt x="96" y="21"/>
                    <a:pt x="90" y="24"/>
                  </a:cubicBezTo>
                  <a:cubicBezTo>
                    <a:pt x="86" y="17"/>
                    <a:pt x="91" y="6"/>
                    <a:pt x="87" y="0"/>
                  </a:cubicBezTo>
                  <a:cubicBezTo>
                    <a:pt x="80" y="6"/>
                    <a:pt x="78" y="18"/>
                    <a:pt x="72" y="26"/>
                  </a:cubicBezTo>
                  <a:cubicBezTo>
                    <a:pt x="69" y="19"/>
                    <a:pt x="71" y="12"/>
                    <a:pt x="69" y="5"/>
                  </a:cubicBezTo>
                  <a:cubicBezTo>
                    <a:pt x="60" y="6"/>
                    <a:pt x="58" y="21"/>
                    <a:pt x="52" y="27"/>
                  </a:cubicBezTo>
                  <a:cubicBezTo>
                    <a:pt x="52" y="23"/>
                    <a:pt x="53" y="18"/>
                    <a:pt x="52" y="14"/>
                  </a:cubicBezTo>
                  <a:cubicBezTo>
                    <a:pt x="47" y="20"/>
                    <a:pt x="47" y="31"/>
                    <a:pt x="40" y="37"/>
                  </a:cubicBezTo>
                  <a:cubicBezTo>
                    <a:pt x="41" y="33"/>
                    <a:pt x="42" y="29"/>
                    <a:pt x="42" y="25"/>
                  </a:cubicBezTo>
                  <a:cubicBezTo>
                    <a:pt x="34" y="31"/>
                    <a:pt x="30" y="42"/>
                    <a:pt x="22" y="48"/>
                  </a:cubicBezTo>
                  <a:cubicBezTo>
                    <a:pt x="23" y="47"/>
                    <a:pt x="23" y="44"/>
                    <a:pt x="24" y="42"/>
                  </a:cubicBezTo>
                  <a:cubicBezTo>
                    <a:pt x="16" y="48"/>
                    <a:pt x="10" y="57"/>
                    <a:pt x="4" y="64"/>
                  </a:cubicBezTo>
                  <a:cubicBezTo>
                    <a:pt x="5" y="63"/>
                    <a:pt x="6" y="62"/>
                    <a:pt x="7" y="61"/>
                  </a:cubicBezTo>
                  <a:cubicBezTo>
                    <a:pt x="5" y="65"/>
                    <a:pt x="1" y="69"/>
                    <a:pt x="0" y="73"/>
                  </a:cubicBezTo>
                  <a:cubicBezTo>
                    <a:pt x="13" y="64"/>
                    <a:pt x="26" y="55"/>
                    <a:pt x="40" y="47"/>
                  </a:cubicBezTo>
                  <a:cubicBezTo>
                    <a:pt x="38" y="51"/>
                    <a:pt x="34" y="55"/>
                    <a:pt x="33" y="60"/>
                  </a:cubicBezTo>
                  <a:cubicBezTo>
                    <a:pt x="37" y="55"/>
                    <a:pt x="43" y="50"/>
                    <a:pt x="49" y="47"/>
                  </a:cubicBezTo>
                  <a:cubicBezTo>
                    <a:pt x="47" y="51"/>
                    <a:pt x="45" y="55"/>
                    <a:pt x="42" y="58"/>
                  </a:cubicBezTo>
                  <a:cubicBezTo>
                    <a:pt x="55" y="48"/>
                    <a:pt x="63" y="31"/>
                    <a:pt x="77" y="23"/>
                  </a:cubicBezTo>
                  <a:cubicBezTo>
                    <a:pt x="78" y="35"/>
                    <a:pt x="65" y="44"/>
                    <a:pt x="66" y="56"/>
                  </a:cubicBezTo>
                  <a:cubicBezTo>
                    <a:pt x="74" y="56"/>
                    <a:pt x="80" y="49"/>
                    <a:pt x="86" y="46"/>
                  </a:cubicBezTo>
                  <a:cubicBezTo>
                    <a:pt x="87" y="53"/>
                    <a:pt x="82" y="59"/>
                    <a:pt x="82" y="67"/>
                  </a:cubicBezTo>
                  <a:cubicBezTo>
                    <a:pt x="87" y="64"/>
                    <a:pt x="91" y="60"/>
                    <a:pt x="96" y="57"/>
                  </a:cubicBezTo>
                  <a:cubicBezTo>
                    <a:pt x="96" y="63"/>
                    <a:pt x="93" y="70"/>
                    <a:pt x="91" y="76"/>
                  </a:cubicBezTo>
                  <a:cubicBezTo>
                    <a:pt x="96" y="74"/>
                    <a:pt x="100" y="67"/>
                    <a:pt x="106" y="64"/>
                  </a:cubicBezTo>
                  <a:cubicBezTo>
                    <a:pt x="103" y="69"/>
                    <a:pt x="101" y="75"/>
                    <a:pt x="99" y="81"/>
                  </a:cubicBezTo>
                  <a:cubicBezTo>
                    <a:pt x="103" y="79"/>
                    <a:pt x="106" y="75"/>
                    <a:pt x="109" y="72"/>
                  </a:cubicBezTo>
                  <a:cubicBezTo>
                    <a:pt x="110" y="77"/>
                    <a:pt x="106" y="82"/>
                    <a:pt x="107" y="87"/>
                  </a:cubicBezTo>
                  <a:cubicBezTo>
                    <a:pt x="111" y="86"/>
                    <a:pt x="114" y="82"/>
                    <a:pt x="118" y="80"/>
                  </a:cubicBezTo>
                  <a:cubicBezTo>
                    <a:pt x="118" y="86"/>
                    <a:pt x="114" y="91"/>
                    <a:pt x="115" y="97"/>
                  </a:cubicBezTo>
                  <a:cubicBezTo>
                    <a:pt x="126" y="91"/>
                    <a:pt x="135" y="81"/>
                    <a:pt x="146" y="74"/>
                  </a:cubicBezTo>
                  <a:cubicBezTo>
                    <a:pt x="144" y="87"/>
                    <a:pt x="133" y="101"/>
                    <a:pt x="135" y="115"/>
                  </a:cubicBezTo>
                  <a:cubicBezTo>
                    <a:pt x="144" y="111"/>
                    <a:pt x="151" y="100"/>
                    <a:pt x="160" y="95"/>
                  </a:cubicBezTo>
                  <a:cubicBezTo>
                    <a:pt x="161" y="107"/>
                    <a:pt x="140" y="121"/>
                    <a:pt x="146" y="133"/>
                  </a:cubicBezTo>
                  <a:cubicBezTo>
                    <a:pt x="156" y="127"/>
                    <a:pt x="166" y="118"/>
                    <a:pt x="173" y="108"/>
                  </a:cubicBezTo>
                  <a:cubicBezTo>
                    <a:pt x="171" y="119"/>
                    <a:pt x="163" y="127"/>
                    <a:pt x="164" y="138"/>
                  </a:cubicBezTo>
                  <a:cubicBezTo>
                    <a:pt x="171" y="131"/>
                    <a:pt x="182" y="120"/>
                    <a:pt x="184" y="110"/>
                  </a:cubicBezTo>
                  <a:cubicBezTo>
                    <a:pt x="185" y="130"/>
                    <a:pt x="186" y="151"/>
                    <a:pt x="190" y="171"/>
                  </a:cubicBezTo>
                  <a:cubicBezTo>
                    <a:pt x="191" y="168"/>
                    <a:pt x="192" y="166"/>
                    <a:pt x="192" y="163"/>
                  </a:cubicBezTo>
                  <a:cubicBezTo>
                    <a:pt x="188" y="173"/>
                    <a:pt x="180" y="185"/>
                    <a:pt x="182" y="196"/>
                  </a:cubicBezTo>
                  <a:cubicBezTo>
                    <a:pt x="188" y="193"/>
                    <a:pt x="191" y="188"/>
                    <a:pt x="194" y="183"/>
                  </a:cubicBezTo>
                  <a:cubicBezTo>
                    <a:pt x="192" y="188"/>
                    <a:pt x="180" y="219"/>
                    <a:pt x="194" y="210"/>
                  </a:cubicBezTo>
                  <a:cubicBezTo>
                    <a:pt x="196" y="219"/>
                    <a:pt x="189" y="228"/>
                    <a:pt x="190" y="237"/>
                  </a:cubicBezTo>
                  <a:cubicBezTo>
                    <a:pt x="194" y="236"/>
                    <a:pt x="196" y="232"/>
                    <a:pt x="199" y="229"/>
                  </a:cubicBezTo>
                  <a:cubicBezTo>
                    <a:pt x="197" y="237"/>
                    <a:pt x="192" y="244"/>
                    <a:pt x="192" y="251"/>
                  </a:cubicBezTo>
                  <a:cubicBezTo>
                    <a:pt x="196" y="251"/>
                    <a:pt x="199" y="249"/>
                    <a:pt x="202" y="248"/>
                  </a:cubicBezTo>
                  <a:cubicBezTo>
                    <a:pt x="202" y="252"/>
                    <a:pt x="199" y="257"/>
                    <a:pt x="202" y="259"/>
                  </a:cubicBezTo>
                </a:path>
              </a:pathLst>
            </a:custGeom>
            <a:solidFill>
              <a:srgbClr val="6C3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76" name="Freeform 53">
              <a:extLst>
                <a:ext uri="{FF2B5EF4-FFF2-40B4-BE49-F238E27FC236}">
                  <a16:creationId xmlns:a16="http://schemas.microsoft.com/office/drawing/2014/main" id="{83D00357-024E-4856-BCDC-594535E46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007"/>
              <a:ext cx="427" cy="462"/>
            </a:xfrm>
            <a:custGeom>
              <a:avLst/>
              <a:gdLst>
                <a:gd name="T0" fmla="*/ 1495 w 223"/>
                <a:gd name="T1" fmla="*/ 1407 h 241"/>
                <a:gd name="T2" fmla="*/ 1390 w 223"/>
                <a:gd name="T3" fmla="*/ 1484 h 241"/>
                <a:gd name="T4" fmla="*/ 1398 w 223"/>
                <a:gd name="T5" fmla="*/ 1382 h 241"/>
                <a:gd name="T6" fmla="*/ 1382 w 223"/>
                <a:gd name="T7" fmla="*/ 1338 h 241"/>
                <a:gd name="T8" fmla="*/ 1375 w 223"/>
                <a:gd name="T9" fmla="*/ 1290 h 241"/>
                <a:gd name="T10" fmla="*/ 1367 w 223"/>
                <a:gd name="T11" fmla="*/ 1143 h 241"/>
                <a:gd name="T12" fmla="*/ 1474 w 223"/>
                <a:gd name="T13" fmla="*/ 677 h 241"/>
                <a:gd name="T14" fmla="*/ 1390 w 223"/>
                <a:gd name="T15" fmla="*/ 592 h 241"/>
                <a:gd name="T16" fmla="*/ 1298 w 223"/>
                <a:gd name="T17" fmla="*/ 569 h 241"/>
                <a:gd name="T18" fmla="*/ 1250 w 223"/>
                <a:gd name="T19" fmla="*/ 554 h 241"/>
                <a:gd name="T20" fmla="*/ 1166 w 223"/>
                <a:gd name="T21" fmla="*/ 345 h 241"/>
                <a:gd name="T22" fmla="*/ 1011 w 223"/>
                <a:gd name="T23" fmla="*/ 184 h 241"/>
                <a:gd name="T24" fmla="*/ 942 w 223"/>
                <a:gd name="T25" fmla="*/ 224 h 241"/>
                <a:gd name="T26" fmla="*/ 877 w 223"/>
                <a:gd name="T27" fmla="*/ 261 h 241"/>
                <a:gd name="T28" fmla="*/ 837 w 223"/>
                <a:gd name="T29" fmla="*/ 245 h 241"/>
                <a:gd name="T30" fmla="*/ 730 w 223"/>
                <a:gd name="T31" fmla="*/ 100 h 241"/>
                <a:gd name="T32" fmla="*/ 582 w 223"/>
                <a:gd name="T33" fmla="*/ 63 h 241"/>
                <a:gd name="T34" fmla="*/ 536 w 223"/>
                <a:gd name="T35" fmla="*/ 0 h 241"/>
                <a:gd name="T36" fmla="*/ 414 w 223"/>
                <a:gd name="T37" fmla="*/ 44 h 241"/>
                <a:gd name="T38" fmla="*/ 268 w 223"/>
                <a:gd name="T39" fmla="*/ 121 h 241"/>
                <a:gd name="T40" fmla="*/ 253 w 223"/>
                <a:gd name="T41" fmla="*/ 245 h 241"/>
                <a:gd name="T42" fmla="*/ 370 w 223"/>
                <a:gd name="T43" fmla="*/ 113 h 241"/>
                <a:gd name="T44" fmla="*/ 452 w 223"/>
                <a:gd name="T45" fmla="*/ 148 h 241"/>
                <a:gd name="T46" fmla="*/ 553 w 223"/>
                <a:gd name="T47" fmla="*/ 69 h 241"/>
                <a:gd name="T48" fmla="*/ 605 w 223"/>
                <a:gd name="T49" fmla="*/ 128 h 241"/>
                <a:gd name="T50" fmla="*/ 624 w 223"/>
                <a:gd name="T51" fmla="*/ 192 h 241"/>
                <a:gd name="T52" fmla="*/ 638 w 223"/>
                <a:gd name="T53" fmla="*/ 245 h 241"/>
                <a:gd name="T54" fmla="*/ 701 w 223"/>
                <a:gd name="T55" fmla="*/ 199 h 241"/>
                <a:gd name="T56" fmla="*/ 774 w 223"/>
                <a:gd name="T57" fmla="*/ 368 h 241"/>
                <a:gd name="T58" fmla="*/ 883 w 223"/>
                <a:gd name="T59" fmla="*/ 401 h 241"/>
                <a:gd name="T60" fmla="*/ 975 w 223"/>
                <a:gd name="T61" fmla="*/ 316 h 241"/>
                <a:gd name="T62" fmla="*/ 1019 w 223"/>
                <a:gd name="T63" fmla="*/ 445 h 241"/>
                <a:gd name="T64" fmla="*/ 1143 w 223"/>
                <a:gd name="T65" fmla="*/ 577 h 241"/>
                <a:gd name="T66" fmla="*/ 1199 w 223"/>
                <a:gd name="T67" fmla="*/ 577 h 241"/>
                <a:gd name="T68" fmla="*/ 1222 w 223"/>
                <a:gd name="T69" fmla="*/ 585 h 241"/>
                <a:gd name="T70" fmla="*/ 1312 w 223"/>
                <a:gd name="T71" fmla="*/ 746 h 241"/>
                <a:gd name="T72" fmla="*/ 1382 w 223"/>
                <a:gd name="T73" fmla="*/ 866 h 241"/>
                <a:gd name="T74" fmla="*/ 1404 w 223"/>
                <a:gd name="T75" fmla="*/ 893 h 241"/>
                <a:gd name="T76" fmla="*/ 1327 w 223"/>
                <a:gd name="T77" fmla="*/ 1154 h 241"/>
                <a:gd name="T78" fmla="*/ 1356 w 223"/>
                <a:gd name="T79" fmla="*/ 1346 h 241"/>
                <a:gd name="T80" fmla="*/ 1398 w 223"/>
                <a:gd name="T81" fmla="*/ 1451 h 241"/>
                <a:gd name="T82" fmla="*/ 1451 w 223"/>
                <a:gd name="T83" fmla="*/ 1522 h 2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23" h="241">
                  <a:moveTo>
                    <a:pt x="199" y="232"/>
                  </a:moveTo>
                  <a:cubicBezTo>
                    <a:pt x="206" y="223"/>
                    <a:pt x="208" y="211"/>
                    <a:pt x="213" y="200"/>
                  </a:cubicBezTo>
                  <a:cubicBezTo>
                    <a:pt x="216" y="194"/>
                    <a:pt x="222" y="187"/>
                    <a:pt x="223" y="180"/>
                  </a:cubicBezTo>
                  <a:cubicBezTo>
                    <a:pt x="217" y="189"/>
                    <a:pt x="207" y="206"/>
                    <a:pt x="198" y="211"/>
                  </a:cubicBezTo>
                  <a:cubicBezTo>
                    <a:pt x="202" y="203"/>
                    <a:pt x="207" y="196"/>
                    <a:pt x="209" y="186"/>
                  </a:cubicBezTo>
                  <a:cubicBezTo>
                    <a:pt x="205" y="189"/>
                    <a:pt x="203" y="193"/>
                    <a:pt x="199" y="196"/>
                  </a:cubicBezTo>
                  <a:cubicBezTo>
                    <a:pt x="201" y="192"/>
                    <a:pt x="205" y="188"/>
                    <a:pt x="204" y="183"/>
                  </a:cubicBezTo>
                  <a:cubicBezTo>
                    <a:pt x="202" y="186"/>
                    <a:pt x="200" y="189"/>
                    <a:pt x="197" y="190"/>
                  </a:cubicBezTo>
                  <a:cubicBezTo>
                    <a:pt x="198" y="188"/>
                    <a:pt x="199" y="185"/>
                    <a:pt x="201" y="182"/>
                  </a:cubicBezTo>
                  <a:cubicBezTo>
                    <a:pt x="199" y="183"/>
                    <a:pt x="198" y="183"/>
                    <a:pt x="196" y="183"/>
                  </a:cubicBezTo>
                  <a:cubicBezTo>
                    <a:pt x="195" y="170"/>
                    <a:pt x="207" y="158"/>
                    <a:pt x="206" y="145"/>
                  </a:cubicBezTo>
                  <a:cubicBezTo>
                    <a:pt x="203" y="151"/>
                    <a:pt x="201" y="160"/>
                    <a:pt x="195" y="162"/>
                  </a:cubicBezTo>
                  <a:cubicBezTo>
                    <a:pt x="196" y="152"/>
                    <a:pt x="201" y="140"/>
                    <a:pt x="203" y="130"/>
                  </a:cubicBezTo>
                  <a:cubicBezTo>
                    <a:pt x="206" y="118"/>
                    <a:pt x="207" y="107"/>
                    <a:pt x="210" y="96"/>
                  </a:cubicBezTo>
                  <a:cubicBezTo>
                    <a:pt x="204" y="106"/>
                    <a:pt x="198" y="120"/>
                    <a:pt x="189" y="127"/>
                  </a:cubicBezTo>
                  <a:cubicBezTo>
                    <a:pt x="185" y="115"/>
                    <a:pt x="200" y="98"/>
                    <a:pt x="198" y="84"/>
                  </a:cubicBezTo>
                  <a:cubicBezTo>
                    <a:pt x="193" y="90"/>
                    <a:pt x="190" y="98"/>
                    <a:pt x="185" y="103"/>
                  </a:cubicBezTo>
                  <a:cubicBezTo>
                    <a:pt x="184" y="96"/>
                    <a:pt x="188" y="88"/>
                    <a:pt x="185" y="81"/>
                  </a:cubicBezTo>
                  <a:cubicBezTo>
                    <a:pt x="182" y="82"/>
                    <a:pt x="179" y="85"/>
                    <a:pt x="176" y="88"/>
                  </a:cubicBezTo>
                  <a:cubicBezTo>
                    <a:pt x="178" y="85"/>
                    <a:pt x="179" y="82"/>
                    <a:pt x="178" y="79"/>
                  </a:cubicBezTo>
                  <a:cubicBezTo>
                    <a:pt x="175" y="81"/>
                    <a:pt x="173" y="84"/>
                    <a:pt x="170" y="87"/>
                  </a:cubicBezTo>
                  <a:cubicBezTo>
                    <a:pt x="170" y="74"/>
                    <a:pt x="170" y="61"/>
                    <a:pt x="166" y="49"/>
                  </a:cubicBezTo>
                  <a:cubicBezTo>
                    <a:pt x="164" y="58"/>
                    <a:pt x="159" y="77"/>
                    <a:pt x="150" y="80"/>
                  </a:cubicBezTo>
                  <a:cubicBezTo>
                    <a:pt x="150" y="63"/>
                    <a:pt x="154" y="42"/>
                    <a:pt x="144" y="26"/>
                  </a:cubicBezTo>
                  <a:cubicBezTo>
                    <a:pt x="138" y="32"/>
                    <a:pt x="134" y="49"/>
                    <a:pt x="132" y="58"/>
                  </a:cubicBezTo>
                  <a:cubicBezTo>
                    <a:pt x="132" y="52"/>
                    <a:pt x="139" y="36"/>
                    <a:pt x="134" y="32"/>
                  </a:cubicBezTo>
                  <a:cubicBezTo>
                    <a:pt x="129" y="27"/>
                    <a:pt x="122" y="49"/>
                    <a:pt x="121" y="53"/>
                  </a:cubicBezTo>
                  <a:cubicBezTo>
                    <a:pt x="122" y="48"/>
                    <a:pt x="126" y="42"/>
                    <a:pt x="125" y="37"/>
                  </a:cubicBezTo>
                  <a:cubicBezTo>
                    <a:pt x="122" y="40"/>
                    <a:pt x="120" y="44"/>
                    <a:pt x="116" y="45"/>
                  </a:cubicBezTo>
                  <a:cubicBezTo>
                    <a:pt x="118" y="42"/>
                    <a:pt x="119" y="38"/>
                    <a:pt x="119" y="35"/>
                  </a:cubicBezTo>
                  <a:cubicBezTo>
                    <a:pt x="113" y="34"/>
                    <a:pt x="108" y="39"/>
                    <a:pt x="103" y="43"/>
                  </a:cubicBezTo>
                  <a:cubicBezTo>
                    <a:pt x="105" y="33"/>
                    <a:pt x="112" y="23"/>
                    <a:pt x="104" y="14"/>
                  </a:cubicBezTo>
                  <a:cubicBezTo>
                    <a:pt x="99" y="20"/>
                    <a:pt x="95" y="28"/>
                    <a:pt x="89" y="34"/>
                  </a:cubicBezTo>
                  <a:cubicBezTo>
                    <a:pt x="89" y="29"/>
                    <a:pt x="90" y="12"/>
                    <a:pt x="83" y="9"/>
                  </a:cubicBezTo>
                  <a:cubicBezTo>
                    <a:pt x="78" y="7"/>
                    <a:pt x="75" y="19"/>
                    <a:pt x="72" y="23"/>
                  </a:cubicBezTo>
                  <a:cubicBezTo>
                    <a:pt x="73" y="15"/>
                    <a:pt x="77" y="9"/>
                    <a:pt x="76" y="0"/>
                  </a:cubicBezTo>
                  <a:cubicBezTo>
                    <a:pt x="69" y="9"/>
                    <a:pt x="66" y="22"/>
                    <a:pt x="56" y="30"/>
                  </a:cubicBezTo>
                  <a:cubicBezTo>
                    <a:pt x="57" y="22"/>
                    <a:pt x="62" y="13"/>
                    <a:pt x="59" y="6"/>
                  </a:cubicBezTo>
                  <a:cubicBezTo>
                    <a:pt x="49" y="7"/>
                    <a:pt x="43" y="26"/>
                    <a:pt x="35" y="32"/>
                  </a:cubicBezTo>
                  <a:cubicBezTo>
                    <a:pt x="36" y="27"/>
                    <a:pt x="40" y="21"/>
                    <a:pt x="38" y="17"/>
                  </a:cubicBezTo>
                  <a:cubicBezTo>
                    <a:pt x="27" y="31"/>
                    <a:pt x="4" y="47"/>
                    <a:pt x="0" y="64"/>
                  </a:cubicBezTo>
                  <a:cubicBezTo>
                    <a:pt x="10" y="54"/>
                    <a:pt x="29" y="48"/>
                    <a:pt x="36" y="35"/>
                  </a:cubicBezTo>
                  <a:cubicBezTo>
                    <a:pt x="32" y="39"/>
                    <a:pt x="28" y="45"/>
                    <a:pt x="26" y="49"/>
                  </a:cubicBezTo>
                  <a:cubicBezTo>
                    <a:pt x="38" y="40"/>
                    <a:pt x="44" y="27"/>
                    <a:pt x="53" y="16"/>
                  </a:cubicBezTo>
                  <a:cubicBezTo>
                    <a:pt x="53" y="26"/>
                    <a:pt x="45" y="39"/>
                    <a:pt x="42" y="49"/>
                  </a:cubicBezTo>
                  <a:cubicBezTo>
                    <a:pt x="50" y="41"/>
                    <a:pt x="54" y="25"/>
                    <a:pt x="64" y="21"/>
                  </a:cubicBezTo>
                  <a:cubicBezTo>
                    <a:pt x="63" y="27"/>
                    <a:pt x="59" y="33"/>
                    <a:pt x="58" y="40"/>
                  </a:cubicBezTo>
                  <a:cubicBezTo>
                    <a:pt x="65" y="31"/>
                    <a:pt x="71" y="17"/>
                    <a:pt x="79" y="10"/>
                  </a:cubicBezTo>
                  <a:cubicBezTo>
                    <a:pt x="77" y="16"/>
                    <a:pt x="75" y="23"/>
                    <a:pt x="73" y="29"/>
                  </a:cubicBezTo>
                  <a:cubicBezTo>
                    <a:pt x="78" y="27"/>
                    <a:pt x="82" y="21"/>
                    <a:pt x="86" y="18"/>
                  </a:cubicBezTo>
                  <a:cubicBezTo>
                    <a:pt x="85" y="26"/>
                    <a:pt x="79" y="33"/>
                    <a:pt x="77" y="41"/>
                  </a:cubicBezTo>
                  <a:cubicBezTo>
                    <a:pt x="82" y="38"/>
                    <a:pt x="86" y="32"/>
                    <a:pt x="89" y="27"/>
                  </a:cubicBezTo>
                  <a:cubicBezTo>
                    <a:pt x="85" y="34"/>
                    <a:pt x="81" y="41"/>
                    <a:pt x="81" y="49"/>
                  </a:cubicBezTo>
                  <a:cubicBezTo>
                    <a:pt x="85" y="46"/>
                    <a:pt x="87" y="39"/>
                    <a:pt x="91" y="35"/>
                  </a:cubicBezTo>
                  <a:cubicBezTo>
                    <a:pt x="94" y="42"/>
                    <a:pt x="86" y="55"/>
                    <a:pt x="84" y="62"/>
                  </a:cubicBezTo>
                  <a:cubicBezTo>
                    <a:pt x="92" y="52"/>
                    <a:pt x="95" y="39"/>
                    <a:pt x="100" y="28"/>
                  </a:cubicBezTo>
                  <a:cubicBezTo>
                    <a:pt x="100" y="40"/>
                    <a:pt x="93" y="52"/>
                    <a:pt x="94" y="64"/>
                  </a:cubicBezTo>
                  <a:cubicBezTo>
                    <a:pt x="100" y="61"/>
                    <a:pt x="104" y="54"/>
                    <a:pt x="110" y="52"/>
                  </a:cubicBezTo>
                  <a:cubicBezTo>
                    <a:pt x="111" y="60"/>
                    <a:pt x="106" y="67"/>
                    <a:pt x="107" y="75"/>
                  </a:cubicBezTo>
                  <a:cubicBezTo>
                    <a:pt x="114" y="70"/>
                    <a:pt x="118" y="60"/>
                    <a:pt x="126" y="57"/>
                  </a:cubicBezTo>
                  <a:cubicBezTo>
                    <a:pt x="125" y="64"/>
                    <a:pt x="121" y="71"/>
                    <a:pt x="119" y="78"/>
                  </a:cubicBezTo>
                  <a:cubicBezTo>
                    <a:pt x="129" y="71"/>
                    <a:pt x="134" y="55"/>
                    <a:pt x="139" y="45"/>
                  </a:cubicBezTo>
                  <a:cubicBezTo>
                    <a:pt x="140" y="59"/>
                    <a:pt x="132" y="74"/>
                    <a:pt x="134" y="89"/>
                  </a:cubicBezTo>
                  <a:cubicBezTo>
                    <a:pt x="137" y="80"/>
                    <a:pt x="141" y="71"/>
                    <a:pt x="145" y="63"/>
                  </a:cubicBezTo>
                  <a:cubicBezTo>
                    <a:pt x="149" y="74"/>
                    <a:pt x="142" y="90"/>
                    <a:pt x="149" y="100"/>
                  </a:cubicBezTo>
                  <a:cubicBezTo>
                    <a:pt x="153" y="95"/>
                    <a:pt x="156" y="85"/>
                    <a:pt x="163" y="82"/>
                  </a:cubicBezTo>
                  <a:cubicBezTo>
                    <a:pt x="166" y="90"/>
                    <a:pt x="160" y="98"/>
                    <a:pt x="160" y="106"/>
                  </a:cubicBezTo>
                  <a:cubicBezTo>
                    <a:pt x="167" y="101"/>
                    <a:pt x="170" y="90"/>
                    <a:pt x="171" y="82"/>
                  </a:cubicBezTo>
                  <a:cubicBezTo>
                    <a:pt x="169" y="93"/>
                    <a:pt x="166" y="103"/>
                    <a:pt x="164" y="113"/>
                  </a:cubicBezTo>
                  <a:cubicBezTo>
                    <a:pt x="167" y="103"/>
                    <a:pt x="169" y="92"/>
                    <a:pt x="174" y="83"/>
                  </a:cubicBezTo>
                  <a:cubicBezTo>
                    <a:pt x="179" y="97"/>
                    <a:pt x="165" y="115"/>
                    <a:pt x="171" y="129"/>
                  </a:cubicBezTo>
                  <a:cubicBezTo>
                    <a:pt x="178" y="124"/>
                    <a:pt x="183" y="114"/>
                    <a:pt x="187" y="106"/>
                  </a:cubicBezTo>
                  <a:cubicBezTo>
                    <a:pt x="188" y="117"/>
                    <a:pt x="184" y="131"/>
                    <a:pt x="183" y="142"/>
                  </a:cubicBezTo>
                  <a:cubicBezTo>
                    <a:pt x="189" y="139"/>
                    <a:pt x="196" y="130"/>
                    <a:pt x="197" y="123"/>
                  </a:cubicBezTo>
                  <a:cubicBezTo>
                    <a:pt x="194" y="134"/>
                    <a:pt x="186" y="144"/>
                    <a:pt x="186" y="155"/>
                  </a:cubicBezTo>
                  <a:cubicBezTo>
                    <a:pt x="194" y="151"/>
                    <a:pt x="197" y="135"/>
                    <a:pt x="200" y="127"/>
                  </a:cubicBezTo>
                  <a:cubicBezTo>
                    <a:pt x="195" y="140"/>
                    <a:pt x="183" y="157"/>
                    <a:pt x="185" y="171"/>
                  </a:cubicBezTo>
                  <a:cubicBezTo>
                    <a:pt x="186" y="170"/>
                    <a:pt x="188" y="167"/>
                    <a:pt x="189" y="164"/>
                  </a:cubicBezTo>
                  <a:cubicBezTo>
                    <a:pt x="186" y="173"/>
                    <a:pt x="174" y="195"/>
                    <a:pt x="182" y="203"/>
                  </a:cubicBezTo>
                  <a:cubicBezTo>
                    <a:pt x="188" y="203"/>
                    <a:pt x="191" y="196"/>
                    <a:pt x="193" y="191"/>
                  </a:cubicBezTo>
                  <a:cubicBezTo>
                    <a:pt x="189" y="198"/>
                    <a:pt x="185" y="210"/>
                    <a:pt x="189" y="217"/>
                  </a:cubicBezTo>
                  <a:cubicBezTo>
                    <a:pt x="194" y="217"/>
                    <a:pt x="196" y="210"/>
                    <a:pt x="199" y="206"/>
                  </a:cubicBezTo>
                  <a:cubicBezTo>
                    <a:pt x="201" y="212"/>
                    <a:pt x="198" y="219"/>
                    <a:pt x="197" y="225"/>
                  </a:cubicBezTo>
                  <a:cubicBezTo>
                    <a:pt x="201" y="223"/>
                    <a:pt x="202" y="216"/>
                    <a:pt x="207" y="216"/>
                  </a:cubicBezTo>
                  <a:cubicBezTo>
                    <a:pt x="209" y="224"/>
                    <a:pt x="204" y="233"/>
                    <a:pt x="208" y="241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77" name="Freeform 54">
              <a:extLst>
                <a:ext uri="{FF2B5EF4-FFF2-40B4-BE49-F238E27FC236}">
                  <a16:creationId xmlns:a16="http://schemas.microsoft.com/office/drawing/2014/main" id="{772C1FD6-3A13-4132-93E3-3FF8FEA6E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145"/>
              <a:ext cx="404" cy="387"/>
            </a:xfrm>
            <a:custGeom>
              <a:avLst/>
              <a:gdLst>
                <a:gd name="T0" fmla="*/ 92 w 211"/>
                <a:gd name="T1" fmla="*/ 36 h 202"/>
                <a:gd name="T2" fmla="*/ 0 w 211"/>
                <a:gd name="T3" fmla="*/ 169 h 202"/>
                <a:gd name="T4" fmla="*/ 276 w 211"/>
                <a:gd name="T5" fmla="*/ 148 h 202"/>
                <a:gd name="T6" fmla="*/ 301 w 211"/>
                <a:gd name="T7" fmla="*/ 192 h 202"/>
                <a:gd name="T8" fmla="*/ 366 w 211"/>
                <a:gd name="T9" fmla="*/ 197 h 202"/>
                <a:gd name="T10" fmla="*/ 469 w 211"/>
                <a:gd name="T11" fmla="*/ 293 h 202"/>
                <a:gd name="T12" fmla="*/ 546 w 211"/>
                <a:gd name="T13" fmla="*/ 577 h 202"/>
                <a:gd name="T14" fmla="*/ 666 w 211"/>
                <a:gd name="T15" fmla="*/ 676 h 202"/>
                <a:gd name="T16" fmla="*/ 737 w 211"/>
                <a:gd name="T17" fmla="*/ 368 h 202"/>
                <a:gd name="T18" fmla="*/ 829 w 211"/>
                <a:gd name="T19" fmla="*/ 561 h 202"/>
                <a:gd name="T20" fmla="*/ 850 w 211"/>
                <a:gd name="T21" fmla="*/ 521 h 202"/>
                <a:gd name="T22" fmla="*/ 906 w 211"/>
                <a:gd name="T23" fmla="*/ 705 h 202"/>
                <a:gd name="T24" fmla="*/ 967 w 211"/>
                <a:gd name="T25" fmla="*/ 713 h 202"/>
                <a:gd name="T26" fmla="*/ 1030 w 211"/>
                <a:gd name="T27" fmla="*/ 1006 h 202"/>
                <a:gd name="T28" fmla="*/ 1122 w 211"/>
                <a:gd name="T29" fmla="*/ 1098 h 202"/>
                <a:gd name="T30" fmla="*/ 1166 w 211"/>
                <a:gd name="T31" fmla="*/ 1211 h 202"/>
                <a:gd name="T32" fmla="*/ 1419 w 211"/>
                <a:gd name="T33" fmla="*/ 1420 h 202"/>
                <a:gd name="T34" fmla="*/ 1227 w 211"/>
                <a:gd name="T35" fmla="*/ 793 h 202"/>
                <a:gd name="T36" fmla="*/ 890 w 211"/>
                <a:gd name="T37" fmla="*/ 316 h 202"/>
                <a:gd name="T38" fmla="*/ 484 w 211"/>
                <a:gd name="T39" fmla="*/ 63 h 202"/>
                <a:gd name="T40" fmla="*/ 316 w 211"/>
                <a:gd name="T41" fmla="*/ 29 h 202"/>
                <a:gd name="T42" fmla="*/ 100 w 211"/>
                <a:gd name="T43" fmla="*/ 21 h 2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1" h="202">
                  <a:moveTo>
                    <a:pt x="13" y="5"/>
                  </a:moveTo>
                  <a:cubicBezTo>
                    <a:pt x="12" y="12"/>
                    <a:pt x="2" y="17"/>
                    <a:pt x="0" y="24"/>
                  </a:cubicBezTo>
                  <a:cubicBezTo>
                    <a:pt x="11" y="35"/>
                    <a:pt x="25" y="17"/>
                    <a:pt x="39" y="21"/>
                  </a:cubicBezTo>
                  <a:cubicBezTo>
                    <a:pt x="41" y="21"/>
                    <a:pt x="42" y="26"/>
                    <a:pt x="43" y="27"/>
                  </a:cubicBezTo>
                  <a:cubicBezTo>
                    <a:pt x="46" y="28"/>
                    <a:pt x="49" y="27"/>
                    <a:pt x="52" y="28"/>
                  </a:cubicBezTo>
                  <a:cubicBezTo>
                    <a:pt x="64" y="30"/>
                    <a:pt x="64" y="30"/>
                    <a:pt x="67" y="42"/>
                  </a:cubicBezTo>
                  <a:cubicBezTo>
                    <a:pt x="69" y="56"/>
                    <a:pt x="75" y="69"/>
                    <a:pt x="78" y="82"/>
                  </a:cubicBezTo>
                  <a:cubicBezTo>
                    <a:pt x="81" y="92"/>
                    <a:pt x="94" y="125"/>
                    <a:pt x="95" y="96"/>
                  </a:cubicBezTo>
                  <a:cubicBezTo>
                    <a:pt x="95" y="89"/>
                    <a:pt x="92" y="52"/>
                    <a:pt x="105" y="52"/>
                  </a:cubicBezTo>
                  <a:cubicBezTo>
                    <a:pt x="112" y="51"/>
                    <a:pt x="116" y="75"/>
                    <a:pt x="118" y="80"/>
                  </a:cubicBezTo>
                  <a:cubicBezTo>
                    <a:pt x="119" y="78"/>
                    <a:pt x="121" y="76"/>
                    <a:pt x="121" y="74"/>
                  </a:cubicBezTo>
                  <a:cubicBezTo>
                    <a:pt x="131" y="75"/>
                    <a:pt x="126" y="95"/>
                    <a:pt x="129" y="100"/>
                  </a:cubicBezTo>
                  <a:cubicBezTo>
                    <a:pt x="131" y="105"/>
                    <a:pt x="135" y="109"/>
                    <a:pt x="138" y="101"/>
                  </a:cubicBezTo>
                  <a:cubicBezTo>
                    <a:pt x="147" y="113"/>
                    <a:pt x="137" y="130"/>
                    <a:pt x="147" y="143"/>
                  </a:cubicBezTo>
                  <a:cubicBezTo>
                    <a:pt x="151" y="148"/>
                    <a:pt x="157" y="151"/>
                    <a:pt x="160" y="156"/>
                  </a:cubicBezTo>
                  <a:cubicBezTo>
                    <a:pt x="164" y="161"/>
                    <a:pt x="164" y="167"/>
                    <a:pt x="166" y="172"/>
                  </a:cubicBezTo>
                  <a:cubicBezTo>
                    <a:pt x="170" y="181"/>
                    <a:pt x="190" y="201"/>
                    <a:pt x="202" y="202"/>
                  </a:cubicBezTo>
                  <a:cubicBezTo>
                    <a:pt x="211" y="171"/>
                    <a:pt x="186" y="139"/>
                    <a:pt x="175" y="113"/>
                  </a:cubicBezTo>
                  <a:cubicBezTo>
                    <a:pt x="164" y="88"/>
                    <a:pt x="145" y="65"/>
                    <a:pt x="127" y="45"/>
                  </a:cubicBezTo>
                  <a:cubicBezTo>
                    <a:pt x="112" y="30"/>
                    <a:pt x="88" y="17"/>
                    <a:pt x="69" y="9"/>
                  </a:cubicBezTo>
                  <a:cubicBezTo>
                    <a:pt x="61" y="6"/>
                    <a:pt x="53" y="5"/>
                    <a:pt x="45" y="4"/>
                  </a:cubicBezTo>
                  <a:cubicBezTo>
                    <a:pt x="36" y="4"/>
                    <a:pt x="23" y="0"/>
                    <a:pt x="14" y="3"/>
                  </a:cubicBezTo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78" name="Freeform 55">
              <a:extLst>
                <a:ext uri="{FF2B5EF4-FFF2-40B4-BE49-F238E27FC236}">
                  <a16:creationId xmlns:a16="http://schemas.microsoft.com/office/drawing/2014/main" id="{68576156-B718-4702-B4D1-FCB9F8A6F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931"/>
              <a:ext cx="381" cy="603"/>
            </a:xfrm>
            <a:custGeom>
              <a:avLst/>
              <a:gdLst>
                <a:gd name="T0" fmla="*/ 0 w 199"/>
                <a:gd name="T1" fmla="*/ 132 h 315"/>
                <a:gd name="T2" fmla="*/ 205 w 199"/>
                <a:gd name="T3" fmla="*/ 36 h 315"/>
                <a:gd name="T4" fmla="*/ 521 w 199"/>
                <a:gd name="T5" fmla="*/ 100 h 315"/>
                <a:gd name="T6" fmla="*/ 781 w 199"/>
                <a:gd name="T7" fmla="*/ 176 h 315"/>
                <a:gd name="T8" fmla="*/ 869 w 199"/>
                <a:gd name="T9" fmla="*/ 322 h 315"/>
                <a:gd name="T10" fmla="*/ 1275 w 199"/>
                <a:gd name="T11" fmla="*/ 660 h 315"/>
                <a:gd name="T12" fmla="*/ 1367 w 199"/>
                <a:gd name="T13" fmla="*/ 1059 h 315"/>
                <a:gd name="T14" fmla="*/ 1359 w 199"/>
                <a:gd name="T15" fmla="*/ 1390 h 315"/>
                <a:gd name="T16" fmla="*/ 1356 w 199"/>
                <a:gd name="T17" fmla="*/ 1564 h 315"/>
                <a:gd name="T18" fmla="*/ 1298 w 199"/>
                <a:gd name="T19" fmla="*/ 1688 h 315"/>
                <a:gd name="T20" fmla="*/ 1227 w 199"/>
                <a:gd name="T21" fmla="*/ 1924 h 315"/>
                <a:gd name="T22" fmla="*/ 982 w 199"/>
                <a:gd name="T23" fmla="*/ 2209 h 315"/>
                <a:gd name="T24" fmla="*/ 1199 w 199"/>
                <a:gd name="T25" fmla="*/ 1495 h 315"/>
                <a:gd name="T26" fmla="*/ 1066 w 199"/>
                <a:gd name="T27" fmla="*/ 766 h 315"/>
                <a:gd name="T28" fmla="*/ 773 w 199"/>
                <a:gd name="T29" fmla="*/ 377 h 315"/>
                <a:gd name="T30" fmla="*/ 616 w 199"/>
                <a:gd name="T31" fmla="*/ 281 h 315"/>
                <a:gd name="T32" fmla="*/ 450 w 199"/>
                <a:gd name="T33" fmla="*/ 161 h 315"/>
                <a:gd name="T34" fmla="*/ 285 w 199"/>
                <a:gd name="T35" fmla="*/ 113 h 315"/>
                <a:gd name="T36" fmla="*/ 140 w 199"/>
                <a:gd name="T37" fmla="*/ 132 h 3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9" h="315">
                  <a:moveTo>
                    <a:pt x="0" y="19"/>
                  </a:moveTo>
                  <a:cubicBezTo>
                    <a:pt x="8" y="19"/>
                    <a:pt x="19" y="8"/>
                    <a:pt x="29" y="5"/>
                  </a:cubicBezTo>
                  <a:cubicBezTo>
                    <a:pt x="45" y="0"/>
                    <a:pt x="59" y="11"/>
                    <a:pt x="74" y="14"/>
                  </a:cubicBezTo>
                  <a:cubicBezTo>
                    <a:pt x="87" y="17"/>
                    <a:pt x="100" y="16"/>
                    <a:pt x="111" y="25"/>
                  </a:cubicBezTo>
                  <a:cubicBezTo>
                    <a:pt x="117" y="31"/>
                    <a:pt x="118" y="40"/>
                    <a:pt x="124" y="46"/>
                  </a:cubicBezTo>
                  <a:cubicBezTo>
                    <a:pt x="140" y="65"/>
                    <a:pt x="168" y="70"/>
                    <a:pt x="182" y="94"/>
                  </a:cubicBezTo>
                  <a:cubicBezTo>
                    <a:pt x="192" y="113"/>
                    <a:pt x="191" y="131"/>
                    <a:pt x="195" y="151"/>
                  </a:cubicBezTo>
                  <a:cubicBezTo>
                    <a:pt x="199" y="168"/>
                    <a:pt x="197" y="181"/>
                    <a:pt x="194" y="198"/>
                  </a:cubicBezTo>
                  <a:cubicBezTo>
                    <a:pt x="193" y="206"/>
                    <a:pt x="194" y="215"/>
                    <a:pt x="193" y="223"/>
                  </a:cubicBezTo>
                  <a:cubicBezTo>
                    <a:pt x="193" y="233"/>
                    <a:pt x="190" y="233"/>
                    <a:pt x="185" y="241"/>
                  </a:cubicBezTo>
                  <a:cubicBezTo>
                    <a:pt x="178" y="250"/>
                    <a:pt x="179" y="263"/>
                    <a:pt x="175" y="274"/>
                  </a:cubicBezTo>
                  <a:cubicBezTo>
                    <a:pt x="172" y="285"/>
                    <a:pt x="154" y="315"/>
                    <a:pt x="140" y="315"/>
                  </a:cubicBezTo>
                  <a:cubicBezTo>
                    <a:pt x="156" y="282"/>
                    <a:pt x="171" y="250"/>
                    <a:pt x="171" y="213"/>
                  </a:cubicBezTo>
                  <a:cubicBezTo>
                    <a:pt x="172" y="177"/>
                    <a:pt x="167" y="142"/>
                    <a:pt x="152" y="109"/>
                  </a:cubicBezTo>
                  <a:cubicBezTo>
                    <a:pt x="142" y="86"/>
                    <a:pt x="129" y="70"/>
                    <a:pt x="110" y="54"/>
                  </a:cubicBezTo>
                  <a:cubicBezTo>
                    <a:pt x="103" y="48"/>
                    <a:pt x="95" y="45"/>
                    <a:pt x="88" y="40"/>
                  </a:cubicBezTo>
                  <a:cubicBezTo>
                    <a:pt x="79" y="34"/>
                    <a:pt x="74" y="27"/>
                    <a:pt x="64" y="23"/>
                  </a:cubicBezTo>
                  <a:cubicBezTo>
                    <a:pt x="57" y="21"/>
                    <a:pt x="49" y="16"/>
                    <a:pt x="41" y="16"/>
                  </a:cubicBezTo>
                  <a:cubicBezTo>
                    <a:pt x="33" y="16"/>
                    <a:pt x="28" y="21"/>
                    <a:pt x="20" y="19"/>
                  </a:cubicBezTo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79" name="Freeform 56">
              <a:extLst>
                <a:ext uri="{FF2B5EF4-FFF2-40B4-BE49-F238E27FC236}">
                  <a16:creationId xmlns:a16="http://schemas.microsoft.com/office/drawing/2014/main" id="{E1531729-F1AC-4D4A-93BE-4CF3ACB75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946"/>
              <a:ext cx="337" cy="335"/>
            </a:xfrm>
            <a:custGeom>
              <a:avLst/>
              <a:gdLst>
                <a:gd name="T0" fmla="*/ 15 w 176"/>
                <a:gd name="T1" fmla="*/ 147 h 175"/>
                <a:gd name="T2" fmla="*/ 701 w 176"/>
                <a:gd name="T3" fmla="*/ 260 h 175"/>
                <a:gd name="T4" fmla="*/ 954 w 176"/>
                <a:gd name="T5" fmla="*/ 521 h 175"/>
                <a:gd name="T6" fmla="*/ 1019 w 176"/>
                <a:gd name="T7" fmla="*/ 616 h 175"/>
                <a:gd name="T8" fmla="*/ 1097 w 176"/>
                <a:gd name="T9" fmla="*/ 697 h 175"/>
                <a:gd name="T10" fmla="*/ 1181 w 176"/>
                <a:gd name="T11" fmla="*/ 890 h 175"/>
                <a:gd name="T12" fmla="*/ 1206 w 176"/>
                <a:gd name="T13" fmla="*/ 1074 h 175"/>
                <a:gd name="T14" fmla="*/ 1222 w 176"/>
                <a:gd name="T15" fmla="*/ 1227 h 175"/>
                <a:gd name="T16" fmla="*/ 1199 w 176"/>
                <a:gd name="T17" fmla="*/ 1227 h 175"/>
                <a:gd name="T18" fmla="*/ 1143 w 176"/>
                <a:gd name="T19" fmla="*/ 997 h 175"/>
                <a:gd name="T20" fmla="*/ 1005 w 176"/>
                <a:gd name="T21" fmla="*/ 722 h 175"/>
                <a:gd name="T22" fmla="*/ 753 w 176"/>
                <a:gd name="T23" fmla="*/ 392 h 175"/>
                <a:gd name="T24" fmla="*/ 107 w 176"/>
                <a:gd name="T25" fmla="*/ 124 h 175"/>
                <a:gd name="T26" fmla="*/ 0 w 176"/>
                <a:gd name="T27" fmla="*/ 132 h 1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6" h="175">
                  <a:moveTo>
                    <a:pt x="2" y="21"/>
                  </a:moveTo>
                  <a:cubicBezTo>
                    <a:pt x="36" y="0"/>
                    <a:pt x="71" y="18"/>
                    <a:pt x="100" y="37"/>
                  </a:cubicBezTo>
                  <a:cubicBezTo>
                    <a:pt x="116" y="47"/>
                    <a:pt x="124" y="61"/>
                    <a:pt x="136" y="74"/>
                  </a:cubicBezTo>
                  <a:cubicBezTo>
                    <a:pt x="140" y="79"/>
                    <a:pt x="142" y="83"/>
                    <a:pt x="145" y="88"/>
                  </a:cubicBezTo>
                  <a:cubicBezTo>
                    <a:pt x="149" y="93"/>
                    <a:pt x="152" y="94"/>
                    <a:pt x="156" y="99"/>
                  </a:cubicBezTo>
                  <a:cubicBezTo>
                    <a:pt x="160" y="103"/>
                    <a:pt x="166" y="120"/>
                    <a:pt x="168" y="127"/>
                  </a:cubicBezTo>
                  <a:cubicBezTo>
                    <a:pt x="170" y="135"/>
                    <a:pt x="170" y="144"/>
                    <a:pt x="172" y="153"/>
                  </a:cubicBezTo>
                  <a:cubicBezTo>
                    <a:pt x="174" y="161"/>
                    <a:pt x="176" y="167"/>
                    <a:pt x="174" y="175"/>
                  </a:cubicBezTo>
                  <a:cubicBezTo>
                    <a:pt x="174" y="175"/>
                    <a:pt x="172" y="175"/>
                    <a:pt x="171" y="175"/>
                  </a:cubicBezTo>
                  <a:cubicBezTo>
                    <a:pt x="168" y="164"/>
                    <a:pt x="168" y="153"/>
                    <a:pt x="163" y="142"/>
                  </a:cubicBezTo>
                  <a:cubicBezTo>
                    <a:pt x="157" y="129"/>
                    <a:pt x="150" y="116"/>
                    <a:pt x="143" y="103"/>
                  </a:cubicBezTo>
                  <a:cubicBezTo>
                    <a:pt x="134" y="85"/>
                    <a:pt x="126" y="65"/>
                    <a:pt x="107" y="56"/>
                  </a:cubicBezTo>
                  <a:cubicBezTo>
                    <a:pt x="75" y="40"/>
                    <a:pt x="54" y="12"/>
                    <a:pt x="15" y="18"/>
                  </a:cubicBezTo>
                  <a:cubicBezTo>
                    <a:pt x="10" y="19"/>
                    <a:pt x="5" y="19"/>
                    <a:pt x="0" y="19"/>
                  </a:cubicBezTo>
                </a:path>
              </a:pathLst>
            </a:custGeom>
            <a:solidFill>
              <a:srgbClr val="E5A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80" name="Freeform 57">
              <a:extLst>
                <a:ext uri="{FF2B5EF4-FFF2-40B4-BE49-F238E27FC236}">
                  <a16:creationId xmlns:a16="http://schemas.microsoft.com/office/drawing/2014/main" id="{C4A59A38-BA28-4DB6-82EA-D1EF4788C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249"/>
              <a:ext cx="48" cy="239"/>
            </a:xfrm>
            <a:custGeom>
              <a:avLst/>
              <a:gdLst>
                <a:gd name="T0" fmla="*/ 132 w 25"/>
                <a:gd name="T1" fmla="*/ 0 h 125"/>
                <a:gd name="T2" fmla="*/ 156 w 25"/>
                <a:gd name="T3" fmla="*/ 69 h 125"/>
                <a:gd name="T4" fmla="*/ 148 w 25"/>
                <a:gd name="T5" fmla="*/ 189 h 125"/>
                <a:gd name="T6" fmla="*/ 169 w 25"/>
                <a:gd name="T7" fmla="*/ 337 h 125"/>
                <a:gd name="T8" fmla="*/ 148 w 25"/>
                <a:gd name="T9" fmla="*/ 468 h 125"/>
                <a:gd name="T10" fmla="*/ 115 w 25"/>
                <a:gd name="T11" fmla="*/ 606 h 125"/>
                <a:gd name="T12" fmla="*/ 92 w 25"/>
                <a:gd name="T13" fmla="*/ 706 h 125"/>
                <a:gd name="T14" fmla="*/ 0 w 25"/>
                <a:gd name="T15" fmla="*/ 858 h 125"/>
                <a:gd name="T16" fmla="*/ 44 w 25"/>
                <a:gd name="T17" fmla="*/ 742 h 125"/>
                <a:gd name="T18" fmla="*/ 63 w 25"/>
                <a:gd name="T19" fmla="*/ 621 h 125"/>
                <a:gd name="T20" fmla="*/ 92 w 25"/>
                <a:gd name="T21" fmla="*/ 421 h 125"/>
                <a:gd name="T22" fmla="*/ 108 w 25"/>
                <a:gd name="T23" fmla="*/ 184 h 125"/>
                <a:gd name="T24" fmla="*/ 121 w 25"/>
                <a:gd name="T25" fmla="*/ 29 h 1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125">
                  <a:moveTo>
                    <a:pt x="19" y="0"/>
                  </a:moveTo>
                  <a:cubicBezTo>
                    <a:pt x="20" y="3"/>
                    <a:pt x="22" y="6"/>
                    <a:pt x="22" y="10"/>
                  </a:cubicBezTo>
                  <a:cubicBezTo>
                    <a:pt x="23" y="16"/>
                    <a:pt x="22" y="21"/>
                    <a:pt x="21" y="27"/>
                  </a:cubicBezTo>
                  <a:cubicBezTo>
                    <a:pt x="21" y="34"/>
                    <a:pt x="25" y="41"/>
                    <a:pt x="24" y="48"/>
                  </a:cubicBezTo>
                  <a:cubicBezTo>
                    <a:pt x="23" y="55"/>
                    <a:pt x="21" y="60"/>
                    <a:pt x="21" y="67"/>
                  </a:cubicBezTo>
                  <a:cubicBezTo>
                    <a:pt x="20" y="75"/>
                    <a:pt x="19" y="79"/>
                    <a:pt x="16" y="87"/>
                  </a:cubicBezTo>
                  <a:cubicBezTo>
                    <a:pt x="13" y="91"/>
                    <a:pt x="14" y="96"/>
                    <a:pt x="13" y="101"/>
                  </a:cubicBezTo>
                  <a:cubicBezTo>
                    <a:pt x="12" y="105"/>
                    <a:pt x="5" y="125"/>
                    <a:pt x="0" y="123"/>
                  </a:cubicBezTo>
                  <a:cubicBezTo>
                    <a:pt x="1" y="117"/>
                    <a:pt x="5" y="112"/>
                    <a:pt x="6" y="106"/>
                  </a:cubicBezTo>
                  <a:cubicBezTo>
                    <a:pt x="8" y="101"/>
                    <a:pt x="8" y="95"/>
                    <a:pt x="9" y="89"/>
                  </a:cubicBezTo>
                  <a:cubicBezTo>
                    <a:pt x="10" y="79"/>
                    <a:pt x="12" y="70"/>
                    <a:pt x="13" y="60"/>
                  </a:cubicBezTo>
                  <a:cubicBezTo>
                    <a:pt x="14" y="48"/>
                    <a:pt x="14" y="37"/>
                    <a:pt x="15" y="26"/>
                  </a:cubicBezTo>
                  <a:cubicBezTo>
                    <a:pt x="16" y="21"/>
                    <a:pt x="12" y="7"/>
                    <a:pt x="17" y="4"/>
                  </a:cubicBezTo>
                </a:path>
              </a:pathLst>
            </a:custGeom>
            <a:solidFill>
              <a:srgbClr val="E5A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81" name="Freeform 58">
              <a:extLst>
                <a:ext uri="{FF2B5EF4-FFF2-40B4-BE49-F238E27FC236}">
                  <a16:creationId xmlns:a16="http://schemas.microsoft.com/office/drawing/2014/main" id="{BBB49F8F-35B1-4AA2-88F9-EC35EF0C7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1120"/>
              <a:ext cx="367" cy="255"/>
            </a:xfrm>
            <a:custGeom>
              <a:avLst/>
              <a:gdLst>
                <a:gd name="T0" fmla="*/ 29 w 192"/>
                <a:gd name="T1" fmla="*/ 23 h 133"/>
                <a:gd name="T2" fmla="*/ 8 w 192"/>
                <a:gd name="T3" fmla="*/ 92 h 133"/>
                <a:gd name="T4" fmla="*/ 69 w 192"/>
                <a:gd name="T5" fmla="*/ 107 h 133"/>
                <a:gd name="T6" fmla="*/ 145 w 192"/>
                <a:gd name="T7" fmla="*/ 132 h 133"/>
                <a:gd name="T8" fmla="*/ 245 w 192"/>
                <a:gd name="T9" fmla="*/ 121 h 133"/>
                <a:gd name="T10" fmla="*/ 313 w 192"/>
                <a:gd name="T11" fmla="*/ 100 h 133"/>
                <a:gd name="T12" fmla="*/ 392 w 192"/>
                <a:gd name="T13" fmla="*/ 100 h 133"/>
                <a:gd name="T14" fmla="*/ 537 w 192"/>
                <a:gd name="T15" fmla="*/ 113 h 133"/>
                <a:gd name="T16" fmla="*/ 593 w 192"/>
                <a:gd name="T17" fmla="*/ 132 h 133"/>
                <a:gd name="T18" fmla="*/ 677 w 192"/>
                <a:gd name="T19" fmla="*/ 148 h 133"/>
                <a:gd name="T20" fmla="*/ 726 w 192"/>
                <a:gd name="T21" fmla="*/ 176 h 133"/>
                <a:gd name="T22" fmla="*/ 766 w 192"/>
                <a:gd name="T23" fmla="*/ 253 h 133"/>
                <a:gd name="T24" fmla="*/ 866 w 192"/>
                <a:gd name="T25" fmla="*/ 284 h 133"/>
                <a:gd name="T26" fmla="*/ 971 w 192"/>
                <a:gd name="T27" fmla="*/ 385 h 133"/>
                <a:gd name="T28" fmla="*/ 1151 w 192"/>
                <a:gd name="T29" fmla="*/ 592 h 133"/>
                <a:gd name="T30" fmla="*/ 1263 w 192"/>
                <a:gd name="T31" fmla="*/ 769 h 133"/>
                <a:gd name="T32" fmla="*/ 1294 w 192"/>
                <a:gd name="T33" fmla="*/ 853 h 133"/>
                <a:gd name="T34" fmla="*/ 1334 w 192"/>
                <a:gd name="T35" fmla="*/ 938 h 133"/>
                <a:gd name="T36" fmla="*/ 1300 w 192"/>
                <a:gd name="T37" fmla="*/ 817 h 133"/>
                <a:gd name="T38" fmla="*/ 1218 w 192"/>
                <a:gd name="T39" fmla="*/ 637 h 133"/>
                <a:gd name="T40" fmla="*/ 1103 w 192"/>
                <a:gd name="T41" fmla="*/ 416 h 133"/>
                <a:gd name="T42" fmla="*/ 971 w 192"/>
                <a:gd name="T43" fmla="*/ 213 h 133"/>
                <a:gd name="T44" fmla="*/ 782 w 192"/>
                <a:gd name="T45" fmla="*/ 100 h 133"/>
                <a:gd name="T46" fmla="*/ 698 w 192"/>
                <a:gd name="T47" fmla="*/ 63 h 133"/>
                <a:gd name="T48" fmla="*/ 614 w 192"/>
                <a:gd name="T49" fmla="*/ 29 h 133"/>
                <a:gd name="T50" fmla="*/ 537 w 192"/>
                <a:gd name="T51" fmla="*/ 15 h 133"/>
                <a:gd name="T52" fmla="*/ 461 w 192"/>
                <a:gd name="T53" fmla="*/ 15 h 133"/>
                <a:gd name="T54" fmla="*/ 245 w 192"/>
                <a:gd name="T55" fmla="*/ 36 h 133"/>
                <a:gd name="T56" fmla="*/ 153 w 192"/>
                <a:gd name="T57" fmla="*/ 48 h 133"/>
                <a:gd name="T58" fmla="*/ 40 w 192"/>
                <a:gd name="T59" fmla="*/ 44 h 13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92" h="133">
                  <a:moveTo>
                    <a:pt x="4" y="3"/>
                  </a:moveTo>
                  <a:cubicBezTo>
                    <a:pt x="3" y="6"/>
                    <a:pt x="0" y="11"/>
                    <a:pt x="1" y="13"/>
                  </a:cubicBezTo>
                  <a:cubicBezTo>
                    <a:pt x="2" y="20"/>
                    <a:pt x="7" y="15"/>
                    <a:pt x="10" y="15"/>
                  </a:cubicBezTo>
                  <a:cubicBezTo>
                    <a:pt x="14" y="15"/>
                    <a:pt x="17" y="19"/>
                    <a:pt x="21" y="19"/>
                  </a:cubicBezTo>
                  <a:cubicBezTo>
                    <a:pt x="27" y="19"/>
                    <a:pt x="31" y="18"/>
                    <a:pt x="35" y="17"/>
                  </a:cubicBezTo>
                  <a:cubicBezTo>
                    <a:pt x="38" y="16"/>
                    <a:pt x="42" y="14"/>
                    <a:pt x="45" y="14"/>
                  </a:cubicBezTo>
                  <a:cubicBezTo>
                    <a:pt x="49" y="13"/>
                    <a:pt x="52" y="14"/>
                    <a:pt x="56" y="14"/>
                  </a:cubicBezTo>
                  <a:cubicBezTo>
                    <a:pt x="64" y="13"/>
                    <a:pt x="70" y="11"/>
                    <a:pt x="77" y="16"/>
                  </a:cubicBezTo>
                  <a:cubicBezTo>
                    <a:pt x="81" y="19"/>
                    <a:pt x="80" y="19"/>
                    <a:pt x="85" y="19"/>
                  </a:cubicBezTo>
                  <a:cubicBezTo>
                    <a:pt x="90" y="19"/>
                    <a:pt x="93" y="19"/>
                    <a:pt x="97" y="21"/>
                  </a:cubicBezTo>
                  <a:cubicBezTo>
                    <a:pt x="99" y="22"/>
                    <a:pt x="102" y="23"/>
                    <a:pt x="104" y="25"/>
                  </a:cubicBezTo>
                  <a:cubicBezTo>
                    <a:pt x="108" y="28"/>
                    <a:pt x="107" y="32"/>
                    <a:pt x="110" y="36"/>
                  </a:cubicBezTo>
                  <a:cubicBezTo>
                    <a:pt x="114" y="41"/>
                    <a:pt x="119" y="39"/>
                    <a:pt x="124" y="40"/>
                  </a:cubicBezTo>
                  <a:cubicBezTo>
                    <a:pt x="131" y="42"/>
                    <a:pt x="135" y="50"/>
                    <a:pt x="139" y="55"/>
                  </a:cubicBezTo>
                  <a:cubicBezTo>
                    <a:pt x="147" y="66"/>
                    <a:pt x="157" y="74"/>
                    <a:pt x="165" y="84"/>
                  </a:cubicBezTo>
                  <a:cubicBezTo>
                    <a:pt x="172" y="92"/>
                    <a:pt x="177" y="99"/>
                    <a:pt x="181" y="109"/>
                  </a:cubicBezTo>
                  <a:cubicBezTo>
                    <a:pt x="183" y="113"/>
                    <a:pt x="184" y="117"/>
                    <a:pt x="185" y="121"/>
                  </a:cubicBezTo>
                  <a:cubicBezTo>
                    <a:pt x="187" y="124"/>
                    <a:pt x="188" y="131"/>
                    <a:pt x="191" y="133"/>
                  </a:cubicBezTo>
                  <a:cubicBezTo>
                    <a:pt x="192" y="129"/>
                    <a:pt x="188" y="121"/>
                    <a:pt x="186" y="116"/>
                  </a:cubicBezTo>
                  <a:cubicBezTo>
                    <a:pt x="183" y="107"/>
                    <a:pt x="178" y="99"/>
                    <a:pt x="174" y="90"/>
                  </a:cubicBezTo>
                  <a:cubicBezTo>
                    <a:pt x="169" y="80"/>
                    <a:pt x="164" y="69"/>
                    <a:pt x="158" y="59"/>
                  </a:cubicBezTo>
                  <a:cubicBezTo>
                    <a:pt x="153" y="50"/>
                    <a:pt x="147" y="37"/>
                    <a:pt x="139" y="30"/>
                  </a:cubicBezTo>
                  <a:cubicBezTo>
                    <a:pt x="131" y="22"/>
                    <a:pt x="121" y="18"/>
                    <a:pt x="112" y="14"/>
                  </a:cubicBezTo>
                  <a:cubicBezTo>
                    <a:pt x="108" y="12"/>
                    <a:pt x="104" y="10"/>
                    <a:pt x="100" y="9"/>
                  </a:cubicBezTo>
                  <a:cubicBezTo>
                    <a:pt x="96" y="8"/>
                    <a:pt x="92" y="5"/>
                    <a:pt x="88" y="4"/>
                  </a:cubicBezTo>
                  <a:cubicBezTo>
                    <a:pt x="84" y="3"/>
                    <a:pt x="81" y="3"/>
                    <a:pt x="77" y="2"/>
                  </a:cubicBezTo>
                  <a:cubicBezTo>
                    <a:pt x="72" y="0"/>
                    <a:pt x="70" y="1"/>
                    <a:pt x="66" y="2"/>
                  </a:cubicBezTo>
                  <a:cubicBezTo>
                    <a:pt x="56" y="3"/>
                    <a:pt x="46" y="5"/>
                    <a:pt x="35" y="5"/>
                  </a:cubicBezTo>
                  <a:cubicBezTo>
                    <a:pt x="30" y="5"/>
                    <a:pt x="27" y="7"/>
                    <a:pt x="22" y="7"/>
                  </a:cubicBezTo>
                  <a:cubicBezTo>
                    <a:pt x="18" y="8"/>
                    <a:pt x="9" y="9"/>
                    <a:pt x="6" y="6"/>
                  </a:cubicBezTo>
                </a:path>
              </a:pathLst>
            </a:custGeom>
            <a:solidFill>
              <a:srgbClr val="E5A4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82" name="Freeform 59">
              <a:extLst>
                <a:ext uri="{FF2B5EF4-FFF2-40B4-BE49-F238E27FC236}">
                  <a16:creationId xmlns:a16="http://schemas.microsoft.com/office/drawing/2014/main" id="{D2AFDDC5-4BAE-4607-90E0-54A9E4F2E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025"/>
              <a:ext cx="165" cy="63"/>
            </a:xfrm>
            <a:custGeom>
              <a:avLst/>
              <a:gdLst>
                <a:gd name="T0" fmla="*/ 44 w 86"/>
                <a:gd name="T1" fmla="*/ 145 h 33"/>
                <a:gd name="T2" fmla="*/ 148 w 86"/>
                <a:gd name="T3" fmla="*/ 116 h 33"/>
                <a:gd name="T4" fmla="*/ 253 w 86"/>
                <a:gd name="T5" fmla="*/ 48 h 33"/>
                <a:gd name="T6" fmla="*/ 309 w 86"/>
                <a:gd name="T7" fmla="*/ 29 h 33"/>
                <a:gd name="T8" fmla="*/ 324 w 86"/>
                <a:gd name="T9" fmla="*/ 76 h 33"/>
                <a:gd name="T10" fmla="*/ 393 w 86"/>
                <a:gd name="T11" fmla="*/ 15 h 33"/>
                <a:gd name="T12" fmla="*/ 445 w 86"/>
                <a:gd name="T13" fmla="*/ 69 h 33"/>
                <a:gd name="T14" fmla="*/ 445 w 86"/>
                <a:gd name="T15" fmla="*/ 69 h 33"/>
                <a:gd name="T16" fmla="*/ 522 w 86"/>
                <a:gd name="T17" fmla="*/ 84 h 33"/>
                <a:gd name="T18" fmla="*/ 593 w 86"/>
                <a:gd name="T19" fmla="*/ 92 h 33"/>
                <a:gd name="T20" fmla="*/ 560 w 86"/>
                <a:gd name="T21" fmla="*/ 168 h 33"/>
                <a:gd name="T22" fmla="*/ 516 w 86"/>
                <a:gd name="T23" fmla="*/ 193 h 33"/>
                <a:gd name="T24" fmla="*/ 478 w 86"/>
                <a:gd name="T25" fmla="*/ 132 h 33"/>
                <a:gd name="T26" fmla="*/ 376 w 86"/>
                <a:gd name="T27" fmla="*/ 113 h 33"/>
                <a:gd name="T28" fmla="*/ 269 w 86"/>
                <a:gd name="T29" fmla="*/ 139 h 33"/>
                <a:gd name="T30" fmla="*/ 213 w 86"/>
                <a:gd name="T31" fmla="*/ 145 h 33"/>
                <a:gd name="T32" fmla="*/ 132 w 86"/>
                <a:gd name="T33" fmla="*/ 139 h 33"/>
                <a:gd name="T34" fmla="*/ 69 w 86"/>
                <a:gd name="T35" fmla="*/ 200 h 33"/>
                <a:gd name="T36" fmla="*/ 8 w 86"/>
                <a:gd name="T37" fmla="*/ 221 h 33"/>
                <a:gd name="T38" fmla="*/ 8 w 86"/>
                <a:gd name="T39" fmla="*/ 181 h 3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6" h="33">
                  <a:moveTo>
                    <a:pt x="6" y="21"/>
                  </a:moveTo>
                  <a:cubicBezTo>
                    <a:pt x="10" y="20"/>
                    <a:pt x="19" y="8"/>
                    <a:pt x="21" y="17"/>
                  </a:cubicBezTo>
                  <a:cubicBezTo>
                    <a:pt x="28" y="15"/>
                    <a:pt x="29" y="9"/>
                    <a:pt x="36" y="7"/>
                  </a:cubicBezTo>
                  <a:cubicBezTo>
                    <a:pt x="35" y="7"/>
                    <a:pt x="45" y="4"/>
                    <a:pt x="44" y="4"/>
                  </a:cubicBezTo>
                  <a:cubicBezTo>
                    <a:pt x="48" y="4"/>
                    <a:pt x="49" y="7"/>
                    <a:pt x="46" y="11"/>
                  </a:cubicBezTo>
                  <a:cubicBezTo>
                    <a:pt x="53" y="12"/>
                    <a:pt x="51" y="5"/>
                    <a:pt x="56" y="2"/>
                  </a:cubicBezTo>
                  <a:cubicBezTo>
                    <a:pt x="61" y="0"/>
                    <a:pt x="66" y="5"/>
                    <a:pt x="63" y="10"/>
                  </a:cubicBezTo>
                  <a:cubicBezTo>
                    <a:pt x="62" y="10"/>
                    <a:pt x="62" y="10"/>
                    <a:pt x="63" y="10"/>
                  </a:cubicBezTo>
                  <a:cubicBezTo>
                    <a:pt x="67" y="11"/>
                    <a:pt x="71" y="11"/>
                    <a:pt x="74" y="12"/>
                  </a:cubicBezTo>
                  <a:cubicBezTo>
                    <a:pt x="78" y="12"/>
                    <a:pt x="79" y="14"/>
                    <a:pt x="84" y="13"/>
                  </a:cubicBezTo>
                  <a:cubicBezTo>
                    <a:pt x="86" y="16"/>
                    <a:pt x="81" y="22"/>
                    <a:pt x="79" y="24"/>
                  </a:cubicBezTo>
                  <a:cubicBezTo>
                    <a:pt x="77" y="27"/>
                    <a:pt x="79" y="33"/>
                    <a:pt x="73" y="28"/>
                  </a:cubicBezTo>
                  <a:cubicBezTo>
                    <a:pt x="70" y="26"/>
                    <a:pt x="71" y="21"/>
                    <a:pt x="68" y="19"/>
                  </a:cubicBezTo>
                  <a:cubicBezTo>
                    <a:pt x="64" y="14"/>
                    <a:pt x="57" y="16"/>
                    <a:pt x="53" y="16"/>
                  </a:cubicBezTo>
                  <a:cubicBezTo>
                    <a:pt x="48" y="16"/>
                    <a:pt x="43" y="15"/>
                    <a:pt x="38" y="20"/>
                  </a:cubicBezTo>
                  <a:cubicBezTo>
                    <a:pt x="35" y="14"/>
                    <a:pt x="34" y="20"/>
                    <a:pt x="30" y="21"/>
                  </a:cubicBezTo>
                  <a:cubicBezTo>
                    <a:pt x="26" y="22"/>
                    <a:pt x="23" y="19"/>
                    <a:pt x="19" y="20"/>
                  </a:cubicBezTo>
                  <a:cubicBezTo>
                    <a:pt x="14" y="21"/>
                    <a:pt x="14" y="26"/>
                    <a:pt x="10" y="29"/>
                  </a:cubicBezTo>
                  <a:cubicBezTo>
                    <a:pt x="7" y="31"/>
                    <a:pt x="4" y="30"/>
                    <a:pt x="1" y="32"/>
                  </a:cubicBezTo>
                  <a:cubicBezTo>
                    <a:pt x="0" y="30"/>
                    <a:pt x="0" y="28"/>
                    <a:pt x="1" y="26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83" name="Freeform 60">
              <a:extLst>
                <a:ext uri="{FF2B5EF4-FFF2-40B4-BE49-F238E27FC236}">
                  <a16:creationId xmlns:a16="http://schemas.microsoft.com/office/drawing/2014/main" id="{4F050B84-C353-451F-923F-06759C582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046"/>
              <a:ext cx="211" cy="182"/>
            </a:xfrm>
            <a:custGeom>
              <a:avLst/>
              <a:gdLst>
                <a:gd name="T0" fmla="*/ 113 w 110"/>
                <a:gd name="T1" fmla="*/ 21 h 95"/>
                <a:gd name="T2" fmla="*/ 205 w 110"/>
                <a:gd name="T3" fmla="*/ 0 h 95"/>
                <a:gd name="T4" fmla="*/ 184 w 110"/>
                <a:gd name="T5" fmla="*/ 92 h 95"/>
                <a:gd name="T6" fmla="*/ 276 w 110"/>
                <a:gd name="T7" fmla="*/ 92 h 95"/>
                <a:gd name="T8" fmla="*/ 324 w 110"/>
                <a:gd name="T9" fmla="*/ 161 h 95"/>
                <a:gd name="T10" fmla="*/ 416 w 110"/>
                <a:gd name="T11" fmla="*/ 125 h 95"/>
                <a:gd name="T12" fmla="*/ 453 w 110"/>
                <a:gd name="T13" fmla="*/ 216 h 95"/>
                <a:gd name="T14" fmla="*/ 501 w 110"/>
                <a:gd name="T15" fmla="*/ 284 h 95"/>
                <a:gd name="T16" fmla="*/ 501 w 110"/>
                <a:gd name="T17" fmla="*/ 316 h 95"/>
                <a:gd name="T18" fmla="*/ 522 w 110"/>
                <a:gd name="T19" fmla="*/ 385 h 95"/>
                <a:gd name="T20" fmla="*/ 608 w 110"/>
                <a:gd name="T21" fmla="*/ 301 h 95"/>
                <a:gd name="T22" fmla="*/ 593 w 110"/>
                <a:gd name="T23" fmla="*/ 368 h 95"/>
                <a:gd name="T24" fmla="*/ 614 w 110"/>
                <a:gd name="T25" fmla="*/ 414 h 95"/>
                <a:gd name="T26" fmla="*/ 648 w 110"/>
                <a:gd name="T27" fmla="*/ 444 h 95"/>
                <a:gd name="T28" fmla="*/ 714 w 110"/>
                <a:gd name="T29" fmla="*/ 469 h 95"/>
                <a:gd name="T30" fmla="*/ 654 w 110"/>
                <a:gd name="T31" fmla="*/ 546 h 95"/>
                <a:gd name="T32" fmla="*/ 669 w 110"/>
                <a:gd name="T33" fmla="*/ 628 h 95"/>
                <a:gd name="T34" fmla="*/ 614 w 110"/>
                <a:gd name="T35" fmla="*/ 584 h 95"/>
                <a:gd name="T36" fmla="*/ 614 w 110"/>
                <a:gd name="T37" fmla="*/ 485 h 95"/>
                <a:gd name="T38" fmla="*/ 537 w 110"/>
                <a:gd name="T39" fmla="*/ 492 h 95"/>
                <a:gd name="T40" fmla="*/ 478 w 110"/>
                <a:gd name="T41" fmla="*/ 429 h 95"/>
                <a:gd name="T42" fmla="*/ 424 w 110"/>
                <a:gd name="T43" fmla="*/ 444 h 95"/>
                <a:gd name="T44" fmla="*/ 401 w 110"/>
                <a:gd name="T45" fmla="*/ 368 h 95"/>
                <a:gd name="T46" fmla="*/ 409 w 110"/>
                <a:gd name="T47" fmla="*/ 268 h 95"/>
                <a:gd name="T48" fmla="*/ 376 w 110"/>
                <a:gd name="T49" fmla="*/ 284 h 95"/>
                <a:gd name="T50" fmla="*/ 338 w 110"/>
                <a:gd name="T51" fmla="*/ 197 h 95"/>
                <a:gd name="T52" fmla="*/ 324 w 110"/>
                <a:gd name="T53" fmla="*/ 293 h 95"/>
                <a:gd name="T54" fmla="*/ 247 w 110"/>
                <a:gd name="T55" fmla="*/ 245 h 95"/>
                <a:gd name="T56" fmla="*/ 140 w 110"/>
                <a:gd name="T57" fmla="*/ 289 h 95"/>
                <a:gd name="T58" fmla="*/ 129 w 110"/>
                <a:gd name="T59" fmla="*/ 161 h 95"/>
                <a:gd name="T60" fmla="*/ 63 w 110"/>
                <a:gd name="T61" fmla="*/ 161 h 95"/>
                <a:gd name="T62" fmla="*/ 69 w 110"/>
                <a:gd name="T63" fmla="*/ 84 h 95"/>
                <a:gd name="T64" fmla="*/ 0 w 110"/>
                <a:gd name="T65" fmla="*/ 29 h 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0" h="95">
                  <a:moveTo>
                    <a:pt x="16" y="3"/>
                  </a:moveTo>
                  <a:cubicBezTo>
                    <a:pt x="21" y="3"/>
                    <a:pt x="26" y="4"/>
                    <a:pt x="29" y="0"/>
                  </a:cubicBezTo>
                  <a:cubicBezTo>
                    <a:pt x="32" y="5"/>
                    <a:pt x="30" y="11"/>
                    <a:pt x="26" y="13"/>
                  </a:cubicBezTo>
                  <a:cubicBezTo>
                    <a:pt x="30" y="19"/>
                    <a:pt x="35" y="12"/>
                    <a:pt x="39" y="13"/>
                  </a:cubicBezTo>
                  <a:cubicBezTo>
                    <a:pt x="44" y="15"/>
                    <a:pt x="37" y="23"/>
                    <a:pt x="46" y="23"/>
                  </a:cubicBezTo>
                  <a:cubicBezTo>
                    <a:pt x="52" y="24"/>
                    <a:pt x="54" y="18"/>
                    <a:pt x="59" y="18"/>
                  </a:cubicBezTo>
                  <a:cubicBezTo>
                    <a:pt x="66" y="18"/>
                    <a:pt x="68" y="26"/>
                    <a:pt x="64" y="31"/>
                  </a:cubicBezTo>
                  <a:cubicBezTo>
                    <a:pt x="70" y="32"/>
                    <a:pt x="69" y="35"/>
                    <a:pt x="71" y="40"/>
                  </a:cubicBezTo>
                  <a:cubicBezTo>
                    <a:pt x="71" y="42"/>
                    <a:pt x="71" y="43"/>
                    <a:pt x="71" y="45"/>
                  </a:cubicBezTo>
                  <a:cubicBezTo>
                    <a:pt x="73" y="50"/>
                    <a:pt x="79" y="51"/>
                    <a:pt x="74" y="55"/>
                  </a:cubicBezTo>
                  <a:cubicBezTo>
                    <a:pt x="79" y="54"/>
                    <a:pt x="82" y="41"/>
                    <a:pt x="86" y="43"/>
                  </a:cubicBezTo>
                  <a:cubicBezTo>
                    <a:pt x="91" y="46"/>
                    <a:pt x="84" y="49"/>
                    <a:pt x="84" y="52"/>
                  </a:cubicBezTo>
                  <a:cubicBezTo>
                    <a:pt x="84" y="56"/>
                    <a:pt x="85" y="56"/>
                    <a:pt x="87" y="59"/>
                  </a:cubicBezTo>
                  <a:cubicBezTo>
                    <a:pt x="87" y="59"/>
                    <a:pt x="91" y="62"/>
                    <a:pt x="92" y="63"/>
                  </a:cubicBezTo>
                  <a:cubicBezTo>
                    <a:pt x="94" y="64"/>
                    <a:pt x="99" y="65"/>
                    <a:pt x="101" y="67"/>
                  </a:cubicBezTo>
                  <a:cubicBezTo>
                    <a:pt x="110" y="74"/>
                    <a:pt x="99" y="78"/>
                    <a:pt x="93" y="78"/>
                  </a:cubicBezTo>
                  <a:cubicBezTo>
                    <a:pt x="92" y="81"/>
                    <a:pt x="96" y="87"/>
                    <a:pt x="95" y="89"/>
                  </a:cubicBezTo>
                  <a:cubicBezTo>
                    <a:pt x="92" y="95"/>
                    <a:pt x="87" y="87"/>
                    <a:pt x="87" y="83"/>
                  </a:cubicBezTo>
                  <a:cubicBezTo>
                    <a:pt x="86" y="78"/>
                    <a:pt x="89" y="74"/>
                    <a:pt x="87" y="69"/>
                  </a:cubicBezTo>
                  <a:cubicBezTo>
                    <a:pt x="82" y="59"/>
                    <a:pt x="80" y="70"/>
                    <a:pt x="76" y="70"/>
                  </a:cubicBezTo>
                  <a:cubicBezTo>
                    <a:pt x="70" y="70"/>
                    <a:pt x="71" y="63"/>
                    <a:pt x="68" y="61"/>
                  </a:cubicBezTo>
                  <a:cubicBezTo>
                    <a:pt x="63" y="58"/>
                    <a:pt x="65" y="63"/>
                    <a:pt x="60" y="63"/>
                  </a:cubicBezTo>
                  <a:cubicBezTo>
                    <a:pt x="53" y="63"/>
                    <a:pt x="54" y="58"/>
                    <a:pt x="57" y="52"/>
                  </a:cubicBezTo>
                  <a:cubicBezTo>
                    <a:pt x="60" y="46"/>
                    <a:pt x="62" y="46"/>
                    <a:pt x="58" y="38"/>
                  </a:cubicBezTo>
                  <a:cubicBezTo>
                    <a:pt x="57" y="39"/>
                    <a:pt x="55" y="39"/>
                    <a:pt x="53" y="40"/>
                  </a:cubicBezTo>
                  <a:cubicBezTo>
                    <a:pt x="52" y="36"/>
                    <a:pt x="53" y="27"/>
                    <a:pt x="48" y="28"/>
                  </a:cubicBezTo>
                  <a:cubicBezTo>
                    <a:pt x="41" y="30"/>
                    <a:pt x="48" y="39"/>
                    <a:pt x="46" y="42"/>
                  </a:cubicBezTo>
                  <a:cubicBezTo>
                    <a:pt x="42" y="52"/>
                    <a:pt x="29" y="45"/>
                    <a:pt x="35" y="35"/>
                  </a:cubicBezTo>
                  <a:cubicBezTo>
                    <a:pt x="27" y="28"/>
                    <a:pt x="27" y="43"/>
                    <a:pt x="20" y="41"/>
                  </a:cubicBezTo>
                  <a:cubicBezTo>
                    <a:pt x="12" y="39"/>
                    <a:pt x="17" y="27"/>
                    <a:pt x="18" y="23"/>
                  </a:cubicBezTo>
                  <a:cubicBezTo>
                    <a:pt x="16" y="22"/>
                    <a:pt x="10" y="24"/>
                    <a:pt x="9" y="23"/>
                  </a:cubicBezTo>
                  <a:cubicBezTo>
                    <a:pt x="6" y="20"/>
                    <a:pt x="8" y="14"/>
                    <a:pt x="10" y="12"/>
                  </a:cubicBezTo>
                  <a:cubicBezTo>
                    <a:pt x="7" y="8"/>
                    <a:pt x="4" y="6"/>
                    <a:pt x="0" y="4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84" name="Freeform 61">
              <a:extLst>
                <a:ext uri="{FF2B5EF4-FFF2-40B4-BE49-F238E27FC236}">
                  <a16:creationId xmlns:a16="http://schemas.microsoft.com/office/drawing/2014/main" id="{71C2B6AF-DC64-49B6-ABDF-6F1E297B7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185"/>
              <a:ext cx="67" cy="188"/>
            </a:xfrm>
            <a:custGeom>
              <a:avLst/>
              <a:gdLst>
                <a:gd name="T0" fmla="*/ 100 w 35"/>
                <a:gd name="T1" fmla="*/ 23 h 98"/>
                <a:gd name="T2" fmla="*/ 153 w 35"/>
                <a:gd name="T3" fmla="*/ 36 h 98"/>
                <a:gd name="T4" fmla="*/ 168 w 35"/>
                <a:gd name="T5" fmla="*/ 56 h 98"/>
                <a:gd name="T6" fmla="*/ 216 w 35"/>
                <a:gd name="T7" fmla="*/ 63 h 98"/>
                <a:gd name="T8" fmla="*/ 216 w 35"/>
                <a:gd name="T9" fmla="*/ 113 h 98"/>
                <a:gd name="T10" fmla="*/ 209 w 35"/>
                <a:gd name="T11" fmla="*/ 161 h 98"/>
                <a:gd name="T12" fmla="*/ 232 w 35"/>
                <a:gd name="T13" fmla="*/ 192 h 98"/>
                <a:gd name="T14" fmla="*/ 216 w 35"/>
                <a:gd name="T15" fmla="*/ 247 h 98"/>
                <a:gd name="T16" fmla="*/ 224 w 35"/>
                <a:gd name="T17" fmla="*/ 309 h 98"/>
                <a:gd name="T18" fmla="*/ 197 w 35"/>
                <a:gd name="T19" fmla="*/ 345 h 98"/>
                <a:gd name="T20" fmla="*/ 224 w 35"/>
                <a:gd name="T21" fmla="*/ 376 h 98"/>
                <a:gd name="T22" fmla="*/ 232 w 35"/>
                <a:gd name="T23" fmla="*/ 416 h 98"/>
                <a:gd name="T24" fmla="*/ 191 w 35"/>
                <a:gd name="T25" fmla="*/ 460 h 98"/>
                <a:gd name="T26" fmla="*/ 209 w 35"/>
                <a:gd name="T27" fmla="*/ 545 h 98"/>
                <a:gd name="T28" fmla="*/ 161 w 35"/>
                <a:gd name="T29" fmla="*/ 585 h 98"/>
                <a:gd name="T30" fmla="*/ 184 w 35"/>
                <a:gd name="T31" fmla="*/ 629 h 98"/>
                <a:gd name="T32" fmla="*/ 132 w 35"/>
                <a:gd name="T33" fmla="*/ 677 h 98"/>
                <a:gd name="T34" fmla="*/ 121 w 35"/>
                <a:gd name="T35" fmla="*/ 508 h 98"/>
                <a:gd name="T36" fmla="*/ 132 w 35"/>
                <a:gd name="T37" fmla="*/ 493 h 98"/>
                <a:gd name="T38" fmla="*/ 113 w 35"/>
                <a:gd name="T39" fmla="*/ 460 h 98"/>
                <a:gd name="T40" fmla="*/ 92 w 35"/>
                <a:gd name="T41" fmla="*/ 437 h 98"/>
                <a:gd name="T42" fmla="*/ 113 w 35"/>
                <a:gd name="T43" fmla="*/ 393 h 98"/>
                <a:gd name="T44" fmla="*/ 84 w 35"/>
                <a:gd name="T45" fmla="*/ 353 h 98"/>
                <a:gd name="T46" fmla="*/ 124 w 35"/>
                <a:gd name="T47" fmla="*/ 317 h 98"/>
                <a:gd name="T48" fmla="*/ 113 w 35"/>
                <a:gd name="T49" fmla="*/ 292 h 98"/>
                <a:gd name="T50" fmla="*/ 77 w 35"/>
                <a:gd name="T51" fmla="*/ 297 h 98"/>
                <a:gd name="T52" fmla="*/ 107 w 35"/>
                <a:gd name="T53" fmla="*/ 224 h 98"/>
                <a:gd name="T54" fmla="*/ 69 w 35"/>
                <a:gd name="T55" fmla="*/ 224 h 98"/>
                <a:gd name="T56" fmla="*/ 77 w 35"/>
                <a:gd name="T57" fmla="*/ 176 h 98"/>
                <a:gd name="T58" fmla="*/ 40 w 35"/>
                <a:gd name="T59" fmla="*/ 113 h 98"/>
                <a:gd name="T60" fmla="*/ 56 w 35"/>
                <a:gd name="T61" fmla="*/ 0 h 9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5" h="98">
                  <a:moveTo>
                    <a:pt x="14" y="3"/>
                  </a:moveTo>
                  <a:cubicBezTo>
                    <a:pt x="15" y="0"/>
                    <a:pt x="20" y="4"/>
                    <a:pt x="22" y="5"/>
                  </a:cubicBezTo>
                  <a:cubicBezTo>
                    <a:pt x="23" y="7"/>
                    <a:pt x="23" y="7"/>
                    <a:pt x="24" y="8"/>
                  </a:cubicBezTo>
                  <a:cubicBezTo>
                    <a:pt x="26" y="9"/>
                    <a:pt x="29" y="8"/>
                    <a:pt x="31" y="9"/>
                  </a:cubicBezTo>
                  <a:cubicBezTo>
                    <a:pt x="35" y="10"/>
                    <a:pt x="33" y="13"/>
                    <a:pt x="31" y="16"/>
                  </a:cubicBezTo>
                  <a:cubicBezTo>
                    <a:pt x="29" y="19"/>
                    <a:pt x="27" y="20"/>
                    <a:pt x="30" y="23"/>
                  </a:cubicBezTo>
                  <a:cubicBezTo>
                    <a:pt x="32" y="25"/>
                    <a:pt x="34" y="24"/>
                    <a:pt x="33" y="27"/>
                  </a:cubicBezTo>
                  <a:cubicBezTo>
                    <a:pt x="31" y="32"/>
                    <a:pt x="27" y="30"/>
                    <a:pt x="31" y="35"/>
                  </a:cubicBezTo>
                  <a:cubicBezTo>
                    <a:pt x="33" y="38"/>
                    <a:pt x="34" y="41"/>
                    <a:pt x="32" y="44"/>
                  </a:cubicBezTo>
                  <a:cubicBezTo>
                    <a:pt x="31" y="46"/>
                    <a:pt x="28" y="46"/>
                    <a:pt x="28" y="49"/>
                  </a:cubicBezTo>
                  <a:cubicBezTo>
                    <a:pt x="29" y="50"/>
                    <a:pt x="31" y="52"/>
                    <a:pt x="32" y="53"/>
                  </a:cubicBezTo>
                  <a:cubicBezTo>
                    <a:pt x="33" y="54"/>
                    <a:pt x="34" y="57"/>
                    <a:pt x="33" y="59"/>
                  </a:cubicBezTo>
                  <a:cubicBezTo>
                    <a:pt x="32" y="63"/>
                    <a:pt x="27" y="62"/>
                    <a:pt x="27" y="65"/>
                  </a:cubicBezTo>
                  <a:cubicBezTo>
                    <a:pt x="26" y="69"/>
                    <a:pt x="32" y="72"/>
                    <a:pt x="30" y="77"/>
                  </a:cubicBezTo>
                  <a:cubicBezTo>
                    <a:pt x="28" y="79"/>
                    <a:pt x="24" y="80"/>
                    <a:pt x="23" y="83"/>
                  </a:cubicBezTo>
                  <a:cubicBezTo>
                    <a:pt x="23" y="84"/>
                    <a:pt x="26" y="87"/>
                    <a:pt x="26" y="89"/>
                  </a:cubicBezTo>
                  <a:cubicBezTo>
                    <a:pt x="27" y="93"/>
                    <a:pt x="23" y="98"/>
                    <a:pt x="19" y="96"/>
                  </a:cubicBezTo>
                  <a:cubicBezTo>
                    <a:pt x="10" y="92"/>
                    <a:pt x="14" y="78"/>
                    <a:pt x="17" y="72"/>
                  </a:cubicBezTo>
                  <a:cubicBezTo>
                    <a:pt x="18" y="71"/>
                    <a:pt x="19" y="71"/>
                    <a:pt x="19" y="70"/>
                  </a:cubicBezTo>
                  <a:cubicBezTo>
                    <a:pt x="19" y="68"/>
                    <a:pt x="17" y="66"/>
                    <a:pt x="16" y="65"/>
                  </a:cubicBezTo>
                  <a:cubicBezTo>
                    <a:pt x="14" y="64"/>
                    <a:pt x="14" y="64"/>
                    <a:pt x="13" y="62"/>
                  </a:cubicBezTo>
                  <a:cubicBezTo>
                    <a:pt x="13" y="60"/>
                    <a:pt x="15" y="57"/>
                    <a:pt x="16" y="56"/>
                  </a:cubicBezTo>
                  <a:cubicBezTo>
                    <a:pt x="18" y="50"/>
                    <a:pt x="15" y="54"/>
                    <a:pt x="12" y="50"/>
                  </a:cubicBezTo>
                  <a:cubicBezTo>
                    <a:pt x="10" y="47"/>
                    <a:pt x="17" y="40"/>
                    <a:pt x="18" y="45"/>
                  </a:cubicBezTo>
                  <a:cubicBezTo>
                    <a:pt x="18" y="44"/>
                    <a:pt x="18" y="41"/>
                    <a:pt x="16" y="41"/>
                  </a:cubicBezTo>
                  <a:cubicBezTo>
                    <a:pt x="15" y="40"/>
                    <a:pt x="13" y="42"/>
                    <a:pt x="11" y="42"/>
                  </a:cubicBezTo>
                  <a:cubicBezTo>
                    <a:pt x="6" y="35"/>
                    <a:pt x="15" y="36"/>
                    <a:pt x="15" y="32"/>
                  </a:cubicBezTo>
                  <a:cubicBezTo>
                    <a:pt x="14" y="32"/>
                    <a:pt x="11" y="33"/>
                    <a:pt x="10" y="32"/>
                  </a:cubicBezTo>
                  <a:cubicBezTo>
                    <a:pt x="8" y="31"/>
                    <a:pt x="10" y="27"/>
                    <a:pt x="11" y="25"/>
                  </a:cubicBezTo>
                  <a:cubicBezTo>
                    <a:pt x="7" y="33"/>
                    <a:pt x="6" y="18"/>
                    <a:pt x="6" y="16"/>
                  </a:cubicBezTo>
                  <a:cubicBezTo>
                    <a:pt x="0" y="15"/>
                    <a:pt x="5" y="2"/>
                    <a:pt x="8" y="0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85" name="Freeform 62">
              <a:extLst>
                <a:ext uri="{FF2B5EF4-FFF2-40B4-BE49-F238E27FC236}">
                  <a16:creationId xmlns:a16="http://schemas.microsoft.com/office/drawing/2014/main" id="{06CF103F-6E29-4326-BAD5-FDEC795BD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295"/>
              <a:ext cx="52" cy="151"/>
            </a:xfrm>
            <a:custGeom>
              <a:avLst/>
              <a:gdLst>
                <a:gd name="T0" fmla="*/ 92 w 27"/>
                <a:gd name="T1" fmla="*/ 29 h 79"/>
                <a:gd name="T2" fmla="*/ 85 w 27"/>
                <a:gd name="T3" fmla="*/ 84 h 79"/>
                <a:gd name="T4" fmla="*/ 116 w 27"/>
                <a:gd name="T5" fmla="*/ 105 h 79"/>
                <a:gd name="T6" fmla="*/ 123 w 27"/>
                <a:gd name="T7" fmla="*/ 189 h 79"/>
                <a:gd name="T8" fmla="*/ 123 w 27"/>
                <a:gd name="T9" fmla="*/ 245 h 79"/>
                <a:gd name="T10" fmla="*/ 144 w 27"/>
                <a:gd name="T11" fmla="*/ 313 h 79"/>
                <a:gd name="T12" fmla="*/ 129 w 27"/>
                <a:gd name="T13" fmla="*/ 369 h 79"/>
                <a:gd name="T14" fmla="*/ 144 w 27"/>
                <a:gd name="T15" fmla="*/ 453 h 79"/>
                <a:gd name="T16" fmla="*/ 129 w 27"/>
                <a:gd name="T17" fmla="*/ 497 h 79"/>
                <a:gd name="T18" fmla="*/ 148 w 27"/>
                <a:gd name="T19" fmla="*/ 552 h 79"/>
                <a:gd name="T20" fmla="*/ 123 w 27"/>
                <a:gd name="T21" fmla="*/ 434 h 79"/>
                <a:gd name="T22" fmla="*/ 92 w 27"/>
                <a:gd name="T23" fmla="*/ 384 h 79"/>
                <a:gd name="T24" fmla="*/ 77 w 27"/>
                <a:gd name="T25" fmla="*/ 350 h 79"/>
                <a:gd name="T26" fmla="*/ 44 w 27"/>
                <a:gd name="T27" fmla="*/ 350 h 79"/>
                <a:gd name="T28" fmla="*/ 23 w 27"/>
                <a:gd name="T29" fmla="*/ 252 h 79"/>
                <a:gd name="T30" fmla="*/ 0 w 27"/>
                <a:gd name="T31" fmla="*/ 176 h 79"/>
                <a:gd name="T32" fmla="*/ 23 w 27"/>
                <a:gd name="T33" fmla="*/ 113 h 79"/>
                <a:gd name="T34" fmla="*/ 8 w 27"/>
                <a:gd name="T35" fmla="*/ 69 h 79"/>
                <a:gd name="T36" fmla="*/ 48 w 27"/>
                <a:gd name="T37" fmla="*/ 0 h 7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" h="79">
                  <a:moveTo>
                    <a:pt x="13" y="4"/>
                  </a:moveTo>
                  <a:cubicBezTo>
                    <a:pt x="13" y="6"/>
                    <a:pt x="11" y="10"/>
                    <a:pt x="12" y="12"/>
                  </a:cubicBezTo>
                  <a:cubicBezTo>
                    <a:pt x="12" y="15"/>
                    <a:pt x="14" y="14"/>
                    <a:pt x="16" y="15"/>
                  </a:cubicBezTo>
                  <a:cubicBezTo>
                    <a:pt x="21" y="17"/>
                    <a:pt x="22" y="24"/>
                    <a:pt x="17" y="27"/>
                  </a:cubicBezTo>
                  <a:cubicBezTo>
                    <a:pt x="22" y="27"/>
                    <a:pt x="19" y="34"/>
                    <a:pt x="17" y="35"/>
                  </a:cubicBezTo>
                  <a:cubicBezTo>
                    <a:pt x="22" y="35"/>
                    <a:pt x="23" y="42"/>
                    <a:pt x="20" y="45"/>
                  </a:cubicBezTo>
                  <a:cubicBezTo>
                    <a:pt x="25" y="46"/>
                    <a:pt x="18" y="51"/>
                    <a:pt x="18" y="53"/>
                  </a:cubicBezTo>
                  <a:cubicBezTo>
                    <a:pt x="18" y="57"/>
                    <a:pt x="27" y="62"/>
                    <a:pt x="20" y="65"/>
                  </a:cubicBezTo>
                  <a:cubicBezTo>
                    <a:pt x="27" y="67"/>
                    <a:pt x="18" y="78"/>
                    <a:pt x="18" y="71"/>
                  </a:cubicBezTo>
                  <a:cubicBezTo>
                    <a:pt x="21" y="70"/>
                    <a:pt x="23" y="77"/>
                    <a:pt x="21" y="79"/>
                  </a:cubicBezTo>
                  <a:cubicBezTo>
                    <a:pt x="14" y="76"/>
                    <a:pt x="18" y="67"/>
                    <a:pt x="17" y="62"/>
                  </a:cubicBezTo>
                  <a:cubicBezTo>
                    <a:pt x="16" y="59"/>
                    <a:pt x="14" y="58"/>
                    <a:pt x="13" y="55"/>
                  </a:cubicBezTo>
                  <a:cubicBezTo>
                    <a:pt x="12" y="54"/>
                    <a:pt x="12" y="51"/>
                    <a:pt x="11" y="50"/>
                  </a:cubicBezTo>
                  <a:cubicBezTo>
                    <a:pt x="10" y="50"/>
                    <a:pt x="8" y="51"/>
                    <a:pt x="6" y="50"/>
                  </a:cubicBezTo>
                  <a:cubicBezTo>
                    <a:pt x="1" y="48"/>
                    <a:pt x="4" y="40"/>
                    <a:pt x="3" y="36"/>
                  </a:cubicBezTo>
                  <a:cubicBezTo>
                    <a:pt x="2" y="32"/>
                    <a:pt x="0" y="29"/>
                    <a:pt x="0" y="25"/>
                  </a:cubicBezTo>
                  <a:cubicBezTo>
                    <a:pt x="1" y="22"/>
                    <a:pt x="3" y="18"/>
                    <a:pt x="3" y="16"/>
                  </a:cubicBezTo>
                  <a:cubicBezTo>
                    <a:pt x="2" y="14"/>
                    <a:pt x="1" y="12"/>
                    <a:pt x="1" y="10"/>
                  </a:cubicBezTo>
                  <a:cubicBezTo>
                    <a:pt x="1" y="6"/>
                    <a:pt x="3" y="0"/>
                    <a:pt x="7" y="0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86" name="Freeform 63">
              <a:extLst>
                <a:ext uri="{FF2B5EF4-FFF2-40B4-BE49-F238E27FC236}">
                  <a16:creationId xmlns:a16="http://schemas.microsoft.com/office/drawing/2014/main" id="{689B7E0F-BD06-4D29-931F-EC20966D6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383"/>
              <a:ext cx="27" cy="107"/>
            </a:xfrm>
            <a:custGeom>
              <a:avLst/>
              <a:gdLst>
                <a:gd name="T0" fmla="*/ 37 w 14"/>
                <a:gd name="T1" fmla="*/ 36 h 56"/>
                <a:gd name="T2" fmla="*/ 44 w 14"/>
                <a:gd name="T3" fmla="*/ 29 h 56"/>
                <a:gd name="T4" fmla="*/ 71 w 14"/>
                <a:gd name="T5" fmla="*/ 76 h 56"/>
                <a:gd name="T6" fmla="*/ 85 w 14"/>
                <a:gd name="T7" fmla="*/ 145 h 56"/>
                <a:gd name="T8" fmla="*/ 100 w 14"/>
                <a:gd name="T9" fmla="*/ 183 h 56"/>
                <a:gd name="T10" fmla="*/ 71 w 14"/>
                <a:gd name="T11" fmla="*/ 224 h 56"/>
                <a:gd name="T12" fmla="*/ 85 w 14"/>
                <a:gd name="T13" fmla="*/ 285 h 56"/>
                <a:gd name="T14" fmla="*/ 79 w 14"/>
                <a:gd name="T15" fmla="*/ 313 h 56"/>
                <a:gd name="T16" fmla="*/ 37 w 14"/>
                <a:gd name="T17" fmla="*/ 376 h 56"/>
                <a:gd name="T18" fmla="*/ 15 w 14"/>
                <a:gd name="T19" fmla="*/ 384 h 56"/>
                <a:gd name="T20" fmla="*/ 0 w 14"/>
                <a:gd name="T21" fmla="*/ 321 h 56"/>
                <a:gd name="T22" fmla="*/ 29 w 14"/>
                <a:gd name="T23" fmla="*/ 277 h 56"/>
                <a:gd name="T24" fmla="*/ 15 w 14"/>
                <a:gd name="T25" fmla="*/ 245 h 56"/>
                <a:gd name="T26" fmla="*/ 8 w 14"/>
                <a:gd name="T27" fmla="*/ 201 h 56"/>
                <a:gd name="T28" fmla="*/ 23 w 14"/>
                <a:gd name="T29" fmla="*/ 176 h 56"/>
                <a:gd name="T30" fmla="*/ 15 w 14"/>
                <a:gd name="T31" fmla="*/ 161 h 56"/>
                <a:gd name="T32" fmla="*/ 0 w 14"/>
                <a:gd name="T33" fmla="*/ 124 h 56"/>
                <a:gd name="T34" fmla="*/ 8 w 14"/>
                <a:gd name="T35" fmla="*/ 61 h 56"/>
                <a:gd name="T36" fmla="*/ 29 w 14"/>
                <a:gd name="T37" fmla="*/ 15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" h="56">
                  <a:moveTo>
                    <a:pt x="5" y="5"/>
                  </a:moveTo>
                  <a:cubicBezTo>
                    <a:pt x="5" y="5"/>
                    <a:pt x="6" y="4"/>
                    <a:pt x="6" y="4"/>
                  </a:cubicBezTo>
                  <a:cubicBezTo>
                    <a:pt x="8" y="7"/>
                    <a:pt x="9" y="9"/>
                    <a:pt x="10" y="11"/>
                  </a:cubicBezTo>
                  <a:cubicBezTo>
                    <a:pt x="11" y="14"/>
                    <a:pt x="11" y="18"/>
                    <a:pt x="12" y="21"/>
                  </a:cubicBezTo>
                  <a:cubicBezTo>
                    <a:pt x="13" y="23"/>
                    <a:pt x="14" y="24"/>
                    <a:pt x="14" y="26"/>
                  </a:cubicBezTo>
                  <a:cubicBezTo>
                    <a:pt x="14" y="29"/>
                    <a:pt x="11" y="30"/>
                    <a:pt x="10" y="32"/>
                  </a:cubicBezTo>
                  <a:cubicBezTo>
                    <a:pt x="8" y="35"/>
                    <a:pt x="12" y="37"/>
                    <a:pt x="12" y="41"/>
                  </a:cubicBezTo>
                  <a:cubicBezTo>
                    <a:pt x="13" y="42"/>
                    <a:pt x="12" y="43"/>
                    <a:pt x="11" y="45"/>
                  </a:cubicBezTo>
                  <a:cubicBezTo>
                    <a:pt x="10" y="49"/>
                    <a:pt x="9" y="51"/>
                    <a:pt x="5" y="54"/>
                  </a:cubicBezTo>
                  <a:cubicBezTo>
                    <a:pt x="3" y="55"/>
                    <a:pt x="3" y="56"/>
                    <a:pt x="2" y="55"/>
                  </a:cubicBezTo>
                  <a:cubicBezTo>
                    <a:pt x="0" y="54"/>
                    <a:pt x="0" y="47"/>
                    <a:pt x="0" y="46"/>
                  </a:cubicBezTo>
                  <a:cubicBezTo>
                    <a:pt x="1" y="43"/>
                    <a:pt x="3" y="42"/>
                    <a:pt x="4" y="40"/>
                  </a:cubicBezTo>
                  <a:cubicBezTo>
                    <a:pt x="5" y="38"/>
                    <a:pt x="4" y="37"/>
                    <a:pt x="2" y="35"/>
                  </a:cubicBezTo>
                  <a:cubicBezTo>
                    <a:pt x="1" y="32"/>
                    <a:pt x="0" y="31"/>
                    <a:pt x="1" y="29"/>
                  </a:cubicBezTo>
                  <a:cubicBezTo>
                    <a:pt x="1" y="27"/>
                    <a:pt x="3" y="26"/>
                    <a:pt x="3" y="25"/>
                  </a:cubicBezTo>
                  <a:cubicBezTo>
                    <a:pt x="3" y="24"/>
                    <a:pt x="2" y="24"/>
                    <a:pt x="2" y="23"/>
                  </a:cubicBez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1" y="12"/>
                    <a:pt x="1" y="9"/>
                  </a:cubicBezTo>
                  <a:cubicBezTo>
                    <a:pt x="1" y="7"/>
                    <a:pt x="0" y="0"/>
                    <a:pt x="4" y="2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87" name="Freeform 64">
              <a:extLst>
                <a:ext uri="{FF2B5EF4-FFF2-40B4-BE49-F238E27FC236}">
                  <a16:creationId xmlns:a16="http://schemas.microsoft.com/office/drawing/2014/main" id="{9FBFD84A-E8D7-40AE-8A2D-3752E9F48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1032"/>
              <a:ext cx="124" cy="77"/>
            </a:xfrm>
            <a:custGeom>
              <a:avLst/>
              <a:gdLst>
                <a:gd name="T0" fmla="*/ 353 w 65"/>
                <a:gd name="T1" fmla="*/ 15 h 40"/>
                <a:gd name="T2" fmla="*/ 284 w 65"/>
                <a:gd name="T3" fmla="*/ 29 h 40"/>
                <a:gd name="T4" fmla="*/ 237 w 65"/>
                <a:gd name="T5" fmla="*/ 77 h 40"/>
                <a:gd name="T6" fmla="*/ 153 w 65"/>
                <a:gd name="T7" fmla="*/ 100 h 40"/>
                <a:gd name="T8" fmla="*/ 113 w 65"/>
                <a:gd name="T9" fmla="*/ 144 h 40"/>
                <a:gd name="T10" fmla="*/ 48 w 65"/>
                <a:gd name="T11" fmla="*/ 229 h 40"/>
                <a:gd name="T12" fmla="*/ 55 w 65"/>
                <a:gd name="T13" fmla="*/ 271 h 40"/>
                <a:gd name="T14" fmla="*/ 208 w 65"/>
                <a:gd name="T15" fmla="*/ 216 h 40"/>
                <a:gd name="T16" fmla="*/ 313 w 65"/>
                <a:gd name="T17" fmla="*/ 156 h 40"/>
                <a:gd name="T18" fmla="*/ 412 w 65"/>
                <a:gd name="T19" fmla="*/ 123 h 40"/>
                <a:gd name="T20" fmla="*/ 397 w 65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40">
                  <a:moveTo>
                    <a:pt x="51" y="2"/>
                  </a:moveTo>
                  <a:cubicBezTo>
                    <a:pt x="47" y="2"/>
                    <a:pt x="44" y="2"/>
                    <a:pt x="41" y="4"/>
                  </a:cubicBezTo>
                  <a:cubicBezTo>
                    <a:pt x="38" y="5"/>
                    <a:pt x="37" y="9"/>
                    <a:pt x="34" y="11"/>
                  </a:cubicBezTo>
                  <a:cubicBezTo>
                    <a:pt x="31" y="13"/>
                    <a:pt x="26" y="12"/>
                    <a:pt x="22" y="14"/>
                  </a:cubicBezTo>
                  <a:cubicBezTo>
                    <a:pt x="19" y="16"/>
                    <a:pt x="18" y="18"/>
                    <a:pt x="16" y="20"/>
                  </a:cubicBezTo>
                  <a:cubicBezTo>
                    <a:pt x="13" y="25"/>
                    <a:pt x="10" y="28"/>
                    <a:pt x="7" y="32"/>
                  </a:cubicBezTo>
                  <a:cubicBezTo>
                    <a:pt x="2" y="37"/>
                    <a:pt x="0" y="40"/>
                    <a:pt x="8" y="38"/>
                  </a:cubicBezTo>
                  <a:cubicBezTo>
                    <a:pt x="17" y="35"/>
                    <a:pt x="21" y="31"/>
                    <a:pt x="30" y="30"/>
                  </a:cubicBezTo>
                  <a:cubicBezTo>
                    <a:pt x="37" y="29"/>
                    <a:pt x="40" y="26"/>
                    <a:pt x="45" y="22"/>
                  </a:cubicBezTo>
                  <a:cubicBezTo>
                    <a:pt x="50" y="17"/>
                    <a:pt x="53" y="22"/>
                    <a:pt x="59" y="17"/>
                  </a:cubicBezTo>
                  <a:cubicBezTo>
                    <a:pt x="63" y="13"/>
                    <a:pt x="65" y="1"/>
                    <a:pt x="57" y="0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88" name="Freeform 65">
              <a:extLst>
                <a:ext uri="{FF2B5EF4-FFF2-40B4-BE49-F238E27FC236}">
                  <a16:creationId xmlns:a16="http://schemas.microsoft.com/office/drawing/2014/main" id="{850C1A7B-0CB4-46AE-A494-E099CE6CA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076"/>
              <a:ext cx="28" cy="86"/>
            </a:xfrm>
            <a:custGeom>
              <a:avLst/>
              <a:gdLst>
                <a:gd name="T0" fmla="*/ 13 w 15"/>
                <a:gd name="T1" fmla="*/ 8 h 45"/>
                <a:gd name="T2" fmla="*/ 52 w 15"/>
                <a:gd name="T3" fmla="*/ 99 h 45"/>
                <a:gd name="T4" fmla="*/ 52 w 15"/>
                <a:gd name="T5" fmla="*/ 99 h 45"/>
                <a:gd name="T6" fmla="*/ 39 w 15"/>
                <a:gd name="T7" fmla="*/ 201 h 45"/>
                <a:gd name="T8" fmla="*/ 13 w 15"/>
                <a:gd name="T9" fmla="*/ 237 h 45"/>
                <a:gd name="T10" fmla="*/ 13 w 15"/>
                <a:gd name="T11" fmla="*/ 145 h 45"/>
                <a:gd name="T12" fmla="*/ 7 w 15"/>
                <a:gd name="T13" fmla="*/ 7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5">
                  <a:moveTo>
                    <a:pt x="2" y="1"/>
                  </a:moveTo>
                  <a:cubicBezTo>
                    <a:pt x="10" y="0"/>
                    <a:pt x="15" y="8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12" y="16"/>
                    <a:pt x="9" y="27"/>
                    <a:pt x="6" y="29"/>
                  </a:cubicBezTo>
                  <a:cubicBezTo>
                    <a:pt x="12" y="33"/>
                    <a:pt x="6" y="45"/>
                    <a:pt x="2" y="34"/>
                  </a:cubicBezTo>
                  <a:cubicBezTo>
                    <a:pt x="1" y="31"/>
                    <a:pt x="2" y="24"/>
                    <a:pt x="2" y="21"/>
                  </a:cubicBezTo>
                  <a:cubicBezTo>
                    <a:pt x="1" y="17"/>
                    <a:pt x="0" y="15"/>
                    <a:pt x="1" y="11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89" name="Freeform 66">
              <a:extLst>
                <a:ext uri="{FF2B5EF4-FFF2-40B4-BE49-F238E27FC236}">
                  <a16:creationId xmlns:a16="http://schemas.microsoft.com/office/drawing/2014/main" id="{7B6ED3BE-2D4B-4308-A454-CBD4442C6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743"/>
              <a:ext cx="2112" cy="1256"/>
            </a:xfrm>
            <a:custGeom>
              <a:avLst/>
              <a:gdLst>
                <a:gd name="T0" fmla="*/ 3883 w 1103"/>
                <a:gd name="T1" fmla="*/ 4568 h 656"/>
                <a:gd name="T2" fmla="*/ 4902 w 1103"/>
                <a:gd name="T3" fmla="*/ 4505 h 656"/>
                <a:gd name="T4" fmla="*/ 5580 w 1103"/>
                <a:gd name="T5" fmla="*/ 3339 h 656"/>
                <a:gd name="T6" fmla="*/ 7190 w 1103"/>
                <a:gd name="T7" fmla="*/ 1895 h 656"/>
                <a:gd name="T8" fmla="*/ 5442 w 1103"/>
                <a:gd name="T9" fmla="*/ 121 h 656"/>
                <a:gd name="T10" fmla="*/ 4213 w 1103"/>
                <a:gd name="T11" fmla="*/ 1110 h 656"/>
                <a:gd name="T12" fmla="*/ 4052 w 1103"/>
                <a:gd name="T13" fmla="*/ 1434 h 656"/>
                <a:gd name="T14" fmla="*/ 3883 w 1103"/>
                <a:gd name="T15" fmla="*/ 1572 h 656"/>
                <a:gd name="T16" fmla="*/ 3860 w 1103"/>
                <a:gd name="T17" fmla="*/ 1572 h 656"/>
                <a:gd name="T18" fmla="*/ 3699 w 1103"/>
                <a:gd name="T19" fmla="*/ 1434 h 656"/>
                <a:gd name="T20" fmla="*/ 3539 w 1103"/>
                <a:gd name="T21" fmla="*/ 1110 h 656"/>
                <a:gd name="T22" fmla="*/ 2309 w 1103"/>
                <a:gd name="T23" fmla="*/ 121 h 656"/>
                <a:gd name="T24" fmla="*/ 561 w 1103"/>
                <a:gd name="T25" fmla="*/ 1895 h 656"/>
                <a:gd name="T26" fmla="*/ 2164 w 1103"/>
                <a:gd name="T27" fmla="*/ 3339 h 656"/>
                <a:gd name="T28" fmla="*/ 2849 w 1103"/>
                <a:gd name="T29" fmla="*/ 4505 h 656"/>
                <a:gd name="T30" fmla="*/ 3883 w 1103"/>
                <a:gd name="T31" fmla="*/ 4568 h 6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03" h="656">
                  <a:moveTo>
                    <a:pt x="553" y="651"/>
                  </a:moveTo>
                  <a:cubicBezTo>
                    <a:pt x="553" y="651"/>
                    <a:pt x="636" y="656"/>
                    <a:pt x="698" y="642"/>
                  </a:cubicBezTo>
                  <a:cubicBezTo>
                    <a:pt x="760" y="629"/>
                    <a:pt x="766" y="586"/>
                    <a:pt x="795" y="476"/>
                  </a:cubicBezTo>
                  <a:cubicBezTo>
                    <a:pt x="824" y="366"/>
                    <a:pt x="944" y="332"/>
                    <a:pt x="1024" y="270"/>
                  </a:cubicBezTo>
                  <a:cubicBezTo>
                    <a:pt x="1103" y="208"/>
                    <a:pt x="886" y="33"/>
                    <a:pt x="775" y="17"/>
                  </a:cubicBezTo>
                  <a:cubicBezTo>
                    <a:pt x="663" y="0"/>
                    <a:pt x="619" y="139"/>
                    <a:pt x="600" y="158"/>
                  </a:cubicBezTo>
                  <a:cubicBezTo>
                    <a:pt x="581" y="178"/>
                    <a:pt x="578" y="180"/>
                    <a:pt x="577" y="204"/>
                  </a:cubicBezTo>
                  <a:cubicBezTo>
                    <a:pt x="575" y="227"/>
                    <a:pt x="553" y="224"/>
                    <a:pt x="553" y="224"/>
                  </a:cubicBezTo>
                  <a:cubicBezTo>
                    <a:pt x="550" y="224"/>
                    <a:pt x="550" y="224"/>
                    <a:pt x="550" y="224"/>
                  </a:cubicBezTo>
                  <a:cubicBezTo>
                    <a:pt x="550" y="224"/>
                    <a:pt x="528" y="227"/>
                    <a:pt x="527" y="204"/>
                  </a:cubicBezTo>
                  <a:cubicBezTo>
                    <a:pt x="526" y="180"/>
                    <a:pt x="523" y="178"/>
                    <a:pt x="504" y="158"/>
                  </a:cubicBezTo>
                  <a:cubicBezTo>
                    <a:pt x="484" y="139"/>
                    <a:pt x="440" y="0"/>
                    <a:pt x="329" y="17"/>
                  </a:cubicBezTo>
                  <a:cubicBezTo>
                    <a:pt x="218" y="33"/>
                    <a:pt x="0" y="208"/>
                    <a:pt x="80" y="270"/>
                  </a:cubicBezTo>
                  <a:cubicBezTo>
                    <a:pt x="160" y="332"/>
                    <a:pt x="279" y="366"/>
                    <a:pt x="308" y="476"/>
                  </a:cubicBezTo>
                  <a:cubicBezTo>
                    <a:pt x="337" y="586"/>
                    <a:pt x="344" y="629"/>
                    <a:pt x="406" y="642"/>
                  </a:cubicBezTo>
                  <a:cubicBezTo>
                    <a:pt x="468" y="656"/>
                    <a:pt x="553" y="651"/>
                    <a:pt x="553" y="651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90" name="Freeform 67">
              <a:extLst>
                <a:ext uri="{FF2B5EF4-FFF2-40B4-BE49-F238E27FC236}">
                  <a16:creationId xmlns:a16="http://schemas.microsoft.com/office/drawing/2014/main" id="{88F5E334-A5C8-48A0-89EF-F46B00880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708"/>
              <a:ext cx="67" cy="88"/>
            </a:xfrm>
            <a:custGeom>
              <a:avLst/>
              <a:gdLst>
                <a:gd name="T0" fmla="*/ 0 w 35"/>
                <a:gd name="T1" fmla="*/ 321 h 46"/>
                <a:gd name="T2" fmla="*/ 237 w 35"/>
                <a:gd name="T3" fmla="*/ 0 h 46"/>
                <a:gd name="T4" fmla="*/ 0 w 35"/>
                <a:gd name="T5" fmla="*/ 32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6">
                  <a:moveTo>
                    <a:pt x="0" y="46"/>
                  </a:moveTo>
                  <a:cubicBezTo>
                    <a:pt x="0" y="46"/>
                    <a:pt x="35" y="40"/>
                    <a:pt x="34" y="0"/>
                  </a:cubicBezTo>
                  <a:cubicBezTo>
                    <a:pt x="34" y="0"/>
                    <a:pt x="32" y="30"/>
                    <a:pt x="0" y="46"/>
                  </a:cubicBezTo>
                  <a:close/>
                </a:path>
              </a:pathLst>
            </a:custGeom>
            <a:solidFill>
              <a:srgbClr val="9D64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91" name="Freeform 68">
              <a:extLst>
                <a:ext uri="{FF2B5EF4-FFF2-40B4-BE49-F238E27FC236}">
                  <a16:creationId xmlns:a16="http://schemas.microsoft.com/office/drawing/2014/main" id="{F7E0344B-6230-414A-B1C7-04EFF6C74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180"/>
              <a:ext cx="134" cy="413"/>
            </a:xfrm>
            <a:custGeom>
              <a:avLst/>
              <a:gdLst>
                <a:gd name="T0" fmla="*/ 0 w 70"/>
                <a:gd name="T1" fmla="*/ 1440 h 216"/>
                <a:gd name="T2" fmla="*/ 168 w 70"/>
                <a:gd name="T3" fmla="*/ 1082 h 216"/>
                <a:gd name="T4" fmla="*/ 197 w 70"/>
                <a:gd name="T5" fmla="*/ 742 h 216"/>
                <a:gd name="T6" fmla="*/ 260 w 70"/>
                <a:gd name="T7" fmla="*/ 329 h 216"/>
                <a:gd name="T8" fmla="*/ 216 w 70"/>
                <a:gd name="T9" fmla="*/ 105 h 216"/>
                <a:gd name="T10" fmla="*/ 345 w 70"/>
                <a:gd name="T11" fmla="*/ 21 h 216"/>
                <a:gd name="T12" fmla="*/ 406 w 70"/>
                <a:gd name="T13" fmla="*/ 245 h 216"/>
                <a:gd name="T14" fmla="*/ 406 w 70"/>
                <a:gd name="T15" fmla="*/ 853 h 216"/>
                <a:gd name="T16" fmla="*/ 484 w 70"/>
                <a:gd name="T17" fmla="*/ 1250 h 216"/>
                <a:gd name="T18" fmla="*/ 209 w 70"/>
                <a:gd name="T19" fmla="*/ 1470 h 2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216">
                  <a:moveTo>
                    <a:pt x="0" y="206"/>
                  </a:moveTo>
                  <a:cubicBezTo>
                    <a:pt x="11" y="188"/>
                    <a:pt x="23" y="178"/>
                    <a:pt x="24" y="155"/>
                  </a:cubicBezTo>
                  <a:cubicBezTo>
                    <a:pt x="26" y="139"/>
                    <a:pt x="28" y="122"/>
                    <a:pt x="28" y="106"/>
                  </a:cubicBezTo>
                  <a:cubicBezTo>
                    <a:pt x="29" y="85"/>
                    <a:pt x="33" y="67"/>
                    <a:pt x="37" y="47"/>
                  </a:cubicBezTo>
                  <a:cubicBezTo>
                    <a:pt x="40" y="33"/>
                    <a:pt x="35" y="27"/>
                    <a:pt x="31" y="15"/>
                  </a:cubicBezTo>
                  <a:cubicBezTo>
                    <a:pt x="26" y="0"/>
                    <a:pt x="35" y="1"/>
                    <a:pt x="49" y="3"/>
                  </a:cubicBezTo>
                  <a:cubicBezTo>
                    <a:pt x="69" y="6"/>
                    <a:pt x="61" y="19"/>
                    <a:pt x="58" y="35"/>
                  </a:cubicBezTo>
                  <a:cubicBezTo>
                    <a:pt x="52" y="63"/>
                    <a:pt x="57" y="94"/>
                    <a:pt x="58" y="122"/>
                  </a:cubicBezTo>
                  <a:cubicBezTo>
                    <a:pt x="59" y="141"/>
                    <a:pt x="67" y="160"/>
                    <a:pt x="69" y="179"/>
                  </a:cubicBezTo>
                  <a:cubicBezTo>
                    <a:pt x="70" y="201"/>
                    <a:pt x="49" y="216"/>
                    <a:pt x="30" y="210"/>
                  </a:cubicBezTo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3972" name="Midbrain-cross-section-substantia-nigra">
            <a:extLst>
              <a:ext uri="{FF2B5EF4-FFF2-40B4-BE49-F238E27FC236}">
                <a16:creationId xmlns:a16="http://schemas.microsoft.com/office/drawing/2014/main" id="{E7D52D9A-D97B-4B6E-B868-80BC165FCDE7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3886200"/>
            <a:ext cx="3354388" cy="1995488"/>
            <a:chOff x="3339" y="2467"/>
            <a:chExt cx="2113" cy="1257"/>
          </a:xfrm>
        </p:grpSpPr>
        <p:sp>
          <p:nvSpPr>
            <p:cNvPr id="84328" name="Freeform 70">
              <a:extLst>
                <a:ext uri="{FF2B5EF4-FFF2-40B4-BE49-F238E27FC236}">
                  <a16:creationId xmlns:a16="http://schemas.microsoft.com/office/drawing/2014/main" id="{D4539F96-5AA2-4849-8CC1-B0BC80713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467"/>
              <a:ext cx="2113" cy="1257"/>
            </a:xfrm>
            <a:custGeom>
              <a:avLst/>
              <a:gdLst>
                <a:gd name="T0" fmla="*/ 3887 w 1103"/>
                <a:gd name="T1" fmla="*/ 4578 h 656"/>
                <a:gd name="T2" fmla="*/ 4898 w 1103"/>
                <a:gd name="T3" fmla="*/ 4516 h 656"/>
                <a:gd name="T4" fmla="*/ 5590 w 1103"/>
                <a:gd name="T5" fmla="*/ 3349 h 656"/>
                <a:gd name="T6" fmla="*/ 7193 w 1103"/>
                <a:gd name="T7" fmla="*/ 1899 h 656"/>
                <a:gd name="T8" fmla="*/ 5442 w 1103"/>
                <a:gd name="T9" fmla="*/ 121 h 656"/>
                <a:gd name="T10" fmla="*/ 4216 w 1103"/>
                <a:gd name="T11" fmla="*/ 1113 h 656"/>
                <a:gd name="T12" fmla="*/ 4048 w 1103"/>
                <a:gd name="T13" fmla="*/ 1435 h 656"/>
                <a:gd name="T14" fmla="*/ 3887 w 1103"/>
                <a:gd name="T15" fmla="*/ 1575 h 656"/>
                <a:gd name="T16" fmla="*/ 3868 w 1103"/>
                <a:gd name="T17" fmla="*/ 1575 h 656"/>
                <a:gd name="T18" fmla="*/ 3699 w 1103"/>
                <a:gd name="T19" fmla="*/ 1435 h 656"/>
                <a:gd name="T20" fmla="*/ 3538 w 1103"/>
                <a:gd name="T21" fmla="*/ 1113 h 656"/>
                <a:gd name="T22" fmla="*/ 2305 w 1103"/>
                <a:gd name="T23" fmla="*/ 121 h 656"/>
                <a:gd name="T24" fmla="*/ 561 w 1103"/>
                <a:gd name="T25" fmla="*/ 1899 h 656"/>
                <a:gd name="T26" fmla="*/ 2165 w 1103"/>
                <a:gd name="T27" fmla="*/ 3349 h 656"/>
                <a:gd name="T28" fmla="*/ 2849 w 1103"/>
                <a:gd name="T29" fmla="*/ 4516 h 656"/>
                <a:gd name="T30" fmla="*/ 3887 w 1103"/>
                <a:gd name="T31" fmla="*/ 4578 h 6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03" h="656">
                  <a:moveTo>
                    <a:pt x="553" y="651"/>
                  </a:moveTo>
                  <a:cubicBezTo>
                    <a:pt x="553" y="651"/>
                    <a:pt x="635" y="656"/>
                    <a:pt x="697" y="642"/>
                  </a:cubicBezTo>
                  <a:cubicBezTo>
                    <a:pt x="759" y="629"/>
                    <a:pt x="766" y="586"/>
                    <a:pt x="795" y="476"/>
                  </a:cubicBezTo>
                  <a:cubicBezTo>
                    <a:pt x="824" y="366"/>
                    <a:pt x="943" y="332"/>
                    <a:pt x="1023" y="270"/>
                  </a:cubicBezTo>
                  <a:cubicBezTo>
                    <a:pt x="1103" y="208"/>
                    <a:pt x="886" y="33"/>
                    <a:pt x="774" y="17"/>
                  </a:cubicBezTo>
                  <a:cubicBezTo>
                    <a:pt x="663" y="0"/>
                    <a:pt x="619" y="139"/>
                    <a:pt x="600" y="158"/>
                  </a:cubicBezTo>
                  <a:cubicBezTo>
                    <a:pt x="580" y="178"/>
                    <a:pt x="578" y="180"/>
                    <a:pt x="576" y="204"/>
                  </a:cubicBezTo>
                  <a:cubicBezTo>
                    <a:pt x="575" y="227"/>
                    <a:pt x="553" y="224"/>
                    <a:pt x="553" y="224"/>
                  </a:cubicBezTo>
                  <a:cubicBezTo>
                    <a:pt x="550" y="224"/>
                    <a:pt x="550" y="224"/>
                    <a:pt x="550" y="224"/>
                  </a:cubicBezTo>
                  <a:cubicBezTo>
                    <a:pt x="550" y="224"/>
                    <a:pt x="528" y="227"/>
                    <a:pt x="526" y="204"/>
                  </a:cubicBezTo>
                  <a:cubicBezTo>
                    <a:pt x="525" y="180"/>
                    <a:pt x="522" y="178"/>
                    <a:pt x="503" y="158"/>
                  </a:cubicBezTo>
                  <a:cubicBezTo>
                    <a:pt x="484" y="139"/>
                    <a:pt x="440" y="0"/>
                    <a:pt x="328" y="17"/>
                  </a:cubicBezTo>
                  <a:cubicBezTo>
                    <a:pt x="217" y="33"/>
                    <a:pt x="0" y="208"/>
                    <a:pt x="80" y="270"/>
                  </a:cubicBezTo>
                  <a:cubicBezTo>
                    <a:pt x="159" y="332"/>
                    <a:pt x="279" y="366"/>
                    <a:pt x="308" y="476"/>
                  </a:cubicBezTo>
                  <a:cubicBezTo>
                    <a:pt x="337" y="586"/>
                    <a:pt x="344" y="629"/>
                    <a:pt x="405" y="642"/>
                  </a:cubicBezTo>
                  <a:cubicBezTo>
                    <a:pt x="467" y="656"/>
                    <a:pt x="553" y="651"/>
                    <a:pt x="553" y="651"/>
                  </a:cubicBezTo>
                  <a:close/>
                </a:path>
              </a:pathLst>
            </a:custGeom>
            <a:solidFill>
              <a:srgbClr val="F7C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29" name="Freeform 71">
              <a:extLst>
                <a:ext uri="{FF2B5EF4-FFF2-40B4-BE49-F238E27FC236}">
                  <a16:creationId xmlns:a16="http://schemas.microsoft.com/office/drawing/2014/main" id="{E1844D5B-8C82-49A2-8A3E-741025C6C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908"/>
              <a:ext cx="1879" cy="816"/>
            </a:xfrm>
            <a:custGeom>
              <a:avLst/>
              <a:gdLst>
                <a:gd name="T0" fmla="*/ 6761 w 981"/>
                <a:gd name="T1" fmla="*/ 205 h 426"/>
                <a:gd name="T2" fmla="*/ 5158 w 981"/>
                <a:gd name="T3" fmla="*/ 1659 h 426"/>
                <a:gd name="T4" fmla="*/ 4469 w 981"/>
                <a:gd name="T5" fmla="*/ 2825 h 426"/>
                <a:gd name="T6" fmla="*/ 3455 w 981"/>
                <a:gd name="T7" fmla="*/ 2881 h 426"/>
                <a:gd name="T8" fmla="*/ 2417 w 981"/>
                <a:gd name="T9" fmla="*/ 2825 h 426"/>
                <a:gd name="T10" fmla="*/ 1735 w 981"/>
                <a:gd name="T11" fmla="*/ 1659 h 426"/>
                <a:gd name="T12" fmla="*/ 132 w 981"/>
                <a:gd name="T13" fmla="*/ 205 h 426"/>
                <a:gd name="T14" fmla="*/ 15 w 981"/>
                <a:gd name="T15" fmla="*/ 0 h 426"/>
                <a:gd name="T16" fmla="*/ 132 w 981"/>
                <a:gd name="T17" fmla="*/ 282 h 426"/>
                <a:gd name="T18" fmla="*/ 1735 w 981"/>
                <a:gd name="T19" fmla="*/ 1728 h 426"/>
                <a:gd name="T20" fmla="*/ 2417 w 981"/>
                <a:gd name="T21" fmla="*/ 2902 h 426"/>
                <a:gd name="T22" fmla="*/ 3455 w 981"/>
                <a:gd name="T23" fmla="*/ 2958 h 426"/>
                <a:gd name="T24" fmla="*/ 4469 w 981"/>
                <a:gd name="T25" fmla="*/ 2902 h 426"/>
                <a:gd name="T26" fmla="*/ 5158 w 981"/>
                <a:gd name="T27" fmla="*/ 1728 h 426"/>
                <a:gd name="T28" fmla="*/ 6761 w 981"/>
                <a:gd name="T29" fmla="*/ 282 h 426"/>
                <a:gd name="T30" fmla="*/ 6878 w 981"/>
                <a:gd name="T31" fmla="*/ 0 h 426"/>
                <a:gd name="T32" fmla="*/ 6761 w 981"/>
                <a:gd name="T33" fmla="*/ 205 h 4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81" h="426">
                  <a:moveTo>
                    <a:pt x="962" y="29"/>
                  </a:moveTo>
                  <a:cubicBezTo>
                    <a:pt x="882" y="91"/>
                    <a:pt x="763" y="126"/>
                    <a:pt x="734" y="236"/>
                  </a:cubicBezTo>
                  <a:cubicBezTo>
                    <a:pt x="705" y="346"/>
                    <a:pt x="698" y="388"/>
                    <a:pt x="636" y="402"/>
                  </a:cubicBezTo>
                  <a:cubicBezTo>
                    <a:pt x="574" y="416"/>
                    <a:pt x="492" y="410"/>
                    <a:pt x="492" y="410"/>
                  </a:cubicBezTo>
                  <a:cubicBezTo>
                    <a:pt x="492" y="410"/>
                    <a:pt x="406" y="416"/>
                    <a:pt x="344" y="402"/>
                  </a:cubicBezTo>
                  <a:cubicBezTo>
                    <a:pt x="283" y="388"/>
                    <a:pt x="276" y="346"/>
                    <a:pt x="247" y="236"/>
                  </a:cubicBezTo>
                  <a:cubicBezTo>
                    <a:pt x="218" y="126"/>
                    <a:pt x="98" y="91"/>
                    <a:pt x="19" y="29"/>
                  </a:cubicBezTo>
                  <a:cubicBezTo>
                    <a:pt x="8" y="21"/>
                    <a:pt x="3" y="11"/>
                    <a:pt x="2" y="0"/>
                  </a:cubicBezTo>
                  <a:cubicBezTo>
                    <a:pt x="0" y="16"/>
                    <a:pt x="5" y="30"/>
                    <a:pt x="19" y="40"/>
                  </a:cubicBezTo>
                  <a:cubicBezTo>
                    <a:pt x="98" y="102"/>
                    <a:pt x="218" y="136"/>
                    <a:pt x="247" y="246"/>
                  </a:cubicBezTo>
                  <a:cubicBezTo>
                    <a:pt x="276" y="356"/>
                    <a:pt x="283" y="399"/>
                    <a:pt x="344" y="413"/>
                  </a:cubicBezTo>
                  <a:cubicBezTo>
                    <a:pt x="406" y="426"/>
                    <a:pt x="492" y="421"/>
                    <a:pt x="492" y="421"/>
                  </a:cubicBezTo>
                  <a:cubicBezTo>
                    <a:pt x="492" y="421"/>
                    <a:pt x="574" y="426"/>
                    <a:pt x="636" y="413"/>
                  </a:cubicBezTo>
                  <a:cubicBezTo>
                    <a:pt x="698" y="399"/>
                    <a:pt x="705" y="356"/>
                    <a:pt x="734" y="246"/>
                  </a:cubicBezTo>
                  <a:cubicBezTo>
                    <a:pt x="763" y="136"/>
                    <a:pt x="882" y="102"/>
                    <a:pt x="962" y="40"/>
                  </a:cubicBezTo>
                  <a:cubicBezTo>
                    <a:pt x="976" y="30"/>
                    <a:pt x="981" y="16"/>
                    <a:pt x="979" y="0"/>
                  </a:cubicBezTo>
                  <a:cubicBezTo>
                    <a:pt x="978" y="11"/>
                    <a:pt x="972" y="21"/>
                    <a:pt x="962" y="29"/>
                  </a:cubicBezTo>
                  <a:close/>
                </a:path>
              </a:pathLst>
            </a:custGeom>
            <a:solidFill>
              <a:srgbClr val="F9D9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30" name="Freeform 72">
              <a:extLst>
                <a:ext uri="{FF2B5EF4-FFF2-40B4-BE49-F238E27FC236}">
                  <a16:creationId xmlns:a16="http://schemas.microsoft.com/office/drawing/2014/main" id="{14750C7B-136C-498A-8797-ED5DF83F5B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3" y="2467"/>
              <a:ext cx="2003" cy="491"/>
            </a:xfrm>
            <a:custGeom>
              <a:avLst/>
              <a:gdLst>
                <a:gd name="T0" fmla="*/ 3338 w 1046"/>
                <a:gd name="T1" fmla="*/ 1114 h 256"/>
                <a:gd name="T2" fmla="*/ 2104 w 1046"/>
                <a:gd name="T3" fmla="*/ 121 h 256"/>
                <a:gd name="T4" fmla="*/ 276 w 1046"/>
                <a:gd name="T5" fmla="*/ 1807 h 256"/>
                <a:gd name="T6" fmla="*/ 2104 w 1046"/>
                <a:gd name="T7" fmla="*/ 437 h 256"/>
                <a:gd name="T8" fmla="*/ 3338 w 1046"/>
                <a:gd name="T9" fmla="*/ 1438 h 256"/>
                <a:gd name="T10" fmla="*/ 3363 w 1046"/>
                <a:gd name="T11" fmla="*/ 1467 h 256"/>
                <a:gd name="T12" fmla="*/ 3399 w 1046"/>
                <a:gd name="T13" fmla="*/ 1483 h 256"/>
                <a:gd name="T14" fmla="*/ 3491 w 1046"/>
                <a:gd name="T15" fmla="*/ 1460 h 256"/>
                <a:gd name="T16" fmla="*/ 3499 w 1046"/>
                <a:gd name="T17" fmla="*/ 1438 h 256"/>
                <a:gd name="T18" fmla="*/ 3499 w 1046"/>
                <a:gd name="T19" fmla="*/ 1438 h 256"/>
                <a:gd name="T20" fmla="*/ 3338 w 1046"/>
                <a:gd name="T21" fmla="*/ 1114 h 256"/>
                <a:gd name="T22" fmla="*/ 5239 w 1046"/>
                <a:gd name="T23" fmla="*/ 121 h 256"/>
                <a:gd name="T24" fmla="*/ 4016 w 1046"/>
                <a:gd name="T25" fmla="*/ 1114 h 256"/>
                <a:gd name="T26" fmla="*/ 3847 w 1046"/>
                <a:gd name="T27" fmla="*/ 1419 h 256"/>
                <a:gd name="T28" fmla="*/ 3855 w 1046"/>
                <a:gd name="T29" fmla="*/ 1431 h 256"/>
                <a:gd name="T30" fmla="*/ 3960 w 1046"/>
                <a:gd name="T31" fmla="*/ 1467 h 256"/>
                <a:gd name="T32" fmla="*/ 3989 w 1046"/>
                <a:gd name="T33" fmla="*/ 1460 h 256"/>
                <a:gd name="T34" fmla="*/ 4016 w 1046"/>
                <a:gd name="T35" fmla="*/ 1438 h 256"/>
                <a:gd name="T36" fmla="*/ 5239 w 1046"/>
                <a:gd name="T37" fmla="*/ 437 h 256"/>
                <a:gd name="T38" fmla="*/ 7070 w 1046"/>
                <a:gd name="T39" fmla="*/ 1807 h 256"/>
                <a:gd name="T40" fmla="*/ 5239 w 1046"/>
                <a:gd name="T41" fmla="*/ 121 h 25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6" h="256">
                  <a:moveTo>
                    <a:pt x="475" y="158"/>
                  </a:moveTo>
                  <a:cubicBezTo>
                    <a:pt x="456" y="139"/>
                    <a:pt x="412" y="0"/>
                    <a:pt x="300" y="17"/>
                  </a:cubicBezTo>
                  <a:cubicBezTo>
                    <a:pt x="196" y="32"/>
                    <a:pt x="0" y="185"/>
                    <a:pt x="39" y="256"/>
                  </a:cubicBezTo>
                  <a:cubicBezTo>
                    <a:pt x="10" y="188"/>
                    <a:pt x="215" y="75"/>
                    <a:pt x="300" y="62"/>
                  </a:cubicBezTo>
                  <a:cubicBezTo>
                    <a:pt x="412" y="46"/>
                    <a:pt x="456" y="185"/>
                    <a:pt x="475" y="204"/>
                  </a:cubicBezTo>
                  <a:cubicBezTo>
                    <a:pt x="476" y="205"/>
                    <a:pt x="478" y="207"/>
                    <a:pt x="479" y="208"/>
                  </a:cubicBezTo>
                  <a:cubicBezTo>
                    <a:pt x="481" y="209"/>
                    <a:pt x="482" y="210"/>
                    <a:pt x="484" y="210"/>
                  </a:cubicBezTo>
                  <a:cubicBezTo>
                    <a:pt x="489" y="212"/>
                    <a:pt x="494" y="211"/>
                    <a:pt x="497" y="207"/>
                  </a:cubicBezTo>
                  <a:cubicBezTo>
                    <a:pt x="498" y="206"/>
                    <a:pt x="498" y="205"/>
                    <a:pt x="498" y="204"/>
                  </a:cubicBezTo>
                  <a:cubicBezTo>
                    <a:pt x="498" y="204"/>
                    <a:pt x="498" y="204"/>
                    <a:pt x="498" y="204"/>
                  </a:cubicBezTo>
                  <a:cubicBezTo>
                    <a:pt x="497" y="180"/>
                    <a:pt x="494" y="178"/>
                    <a:pt x="475" y="158"/>
                  </a:cubicBezTo>
                  <a:close/>
                  <a:moveTo>
                    <a:pt x="746" y="17"/>
                  </a:moveTo>
                  <a:cubicBezTo>
                    <a:pt x="635" y="0"/>
                    <a:pt x="591" y="139"/>
                    <a:pt x="572" y="158"/>
                  </a:cubicBezTo>
                  <a:cubicBezTo>
                    <a:pt x="553" y="177"/>
                    <a:pt x="550" y="180"/>
                    <a:pt x="548" y="201"/>
                  </a:cubicBezTo>
                  <a:cubicBezTo>
                    <a:pt x="549" y="202"/>
                    <a:pt x="549" y="202"/>
                    <a:pt x="549" y="203"/>
                  </a:cubicBezTo>
                  <a:cubicBezTo>
                    <a:pt x="552" y="207"/>
                    <a:pt x="557" y="209"/>
                    <a:pt x="564" y="208"/>
                  </a:cubicBezTo>
                  <a:cubicBezTo>
                    <a:pt x="565" y="208"/>
                    <a:pt x="567" y="208"/>
                    <a:pt x="568" y="207"/>
                  </a:cubicBezTo>
                  <a:cubicBezTo>
                    <a:pt x="569" y="206"/>
                    <a:pt x="570" y="205"/>
                    <a:pt x="572" y="204"/>
                  </a:cubicBezTo>
                  <a:cubicBezTo>
                    <a:pt x="591" y="185"/>
                    <a:pt x="635" y="46"/>
                    <a:pt x="746" y="62"/>
                  </a:cubicBezTo>
                  <a:cubicBezTo>
                    <a:pt x="831" y="75"/>
                    <a:pt x="1040" y="185"/>
                    <a:pt x="1007" y="256"/>
                  </a:cubicBezTo>
                  <a:cubicBezTo>
                    <a:pt x="1046" y="185"/>
                    <a:pt x="850" y="32"/>
                    <a:pt x="746" y="17"/>
                  </a:cubicBezTo>
                  <a:close/>
                </a:path>
              </a:pathLst>
            </a:custGeom>
            <a:solidFill>
              <a:srgbClr val="F9E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31" name="Freeform 73">
              <a:extLst>
                <a:ext uri="{FF2B5EF4-FFF2-40B4-BE49-F238E27FC236}">
                  <a16:creationId xmlns:a16="http://schemas.microsoft.com/office/drawing/2014/main" id="{DB3541F4-CC3B-41D6-9E0C-233EA8FB8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3157"/>
              <a:ext cx="456" cy="523"/>
            </a:xfrm>
            <a:custGeom>
              <a:avLst/>
              <a:gdLst>
                <a:gd name="T0" fmla="*/ 690 w 238"/>
                <a:gd name="T1" fmla="*/ 84 h 273"/>
                <a:gd name="T2" fmla="*/ 577 w 238"/>
                <a:gd name="T3" fmla="*/ 368 h 273"/>
                <a:gd name="T4" fmla="*/ 301 w 238"/>
                <a:gd name="T5" fmla="*/ 598 h 273"/>
                <a:gd name="T6" fmla="*/ 29 w 238"/>
                <a:gd name="T7" fmla="*/ 1366 h 273"/>
                <a:gd name="T8" fmla="*/ 337 w 238"/>
                <a:gd name="T9" fmla="*/ 1851 h 273"/>
                <a:gd name="T10" fmla="*/ 661 w 238"/>
                <a:gd name="T11" fmla="*/ 1879 h 273"/>
                <a:gd name="T12" fmla="*/ 983 w 238"/>
                <a:gd name="T13" fmla="*/ 1912 h 273"/>
                <a:gd name="T14" fmla="*/ 1450 w 238"/>
                <a:gd name="T15" fmla="*/ 1787 h 273"/>
                <a:gd name="T16" fmla="*/ 1542 w 238"/>
                <a:gd name="T17" fmla="*/ 1013 h 273"/>
                <a:gd name="T18" fmla="*/ 1190 w 238"/>
                <a:gd name="T19" fmla="*/ 500 h 273"/>
                <a:gd name="T20" fmla="*/ 801 w 238"/>
                <a:gd name="T21" fmla="*/ 0 h 2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8" h="273">
                  <a:moveTo>
                    <a:pt x="98" y="12"/>
                  </a:moveTo>
                  <a:cubicBezTo>
                    <a:pt x="92" y="26"/>
                    <a:pt x="91" y="40"/>
                    <a:pt x="82" y="52"/>
                  </a:cubicBezTo>
                  <a:cubicBezTo>
                    <a:pt x="72" y="66"/>
                    <a:pt x="56" y="75"/>
                    <a:pt x="43" y="85"/>
                  </a:cubicBezTo>
                  <a:cubicBezTo>
                    <a:pt x="13" y="109"/>
                    <a:pt x="0" y="156"/>
                    <a:pt x="4" y="194"/>
                  </a:cubicBezTo>
                  <a:cubicBezTo>
                    <a:pt x="7" y="218"/>
                    <a:pt x="24" y="252"/>
                    <a:pt x="48" y="263"/>
                  </a:cubicBezTo>
                  <a:cubicBezTo>
                    <a:pt x="62" y="269"/>
                    <a:pt x="79" y="265"/>
                    <a:pt x="94" y="267"/>
                  </a:cubicBezTo>
                  <a:cubicBezTo>
                    <a:pt x="110" y="269"/>
                    <a:pt x="124" y="272"/>
                    <a:pt x="140" y="272"/>
                  </a:cubicBezTo>
                  <a:cubicBezTo>
                    <a:pt x="168" y="272"/>
                    <a:pt x="184" y="273"/>
                    <a:pt x="206" y="254"/>
                  </a:cubicBezTo>
                  <a:cubicBezTo>
                    <a:pt x="238" y="228"/>
                    <a:pt x="229" y="180"/>
                    <a:pt x="219" y="144"/>
                  </a:cubicBezTo>
                  <a:cubicBezTo>
                    <a:pt x="210" y="116"/>
                    <a:pt x="188" y="92"/>
                    <a:pt x="169" y="71"/>
                  </a:cubicBezTo>
                  <a:cubicBezTo>
                    <a:pt x="153" y="53"/>
                    <a:pt x="114" y="26"/>
                    <a:pt x="114" y="0"/>
                  </a:cubicBezTo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32" name="Freeform 74">
              <a:extLst>
                <a:ext uri="{FF2B5EF4-FFF2-40B4-BE49-F238E27FC236}">
                  <a16:creationId xmlns:a16="http://schemas.microsoft.com/office/drawing/2014/main" id="{95B82507-C461-45BD-8C9C-8C27B3464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373"/>
              <a:ext cx="161" cy="163"/>
            </a:xfrm>
            <a:custGeom>
              <a:avLst/>
              <a:gdLst>
                <a:gd name="T0" fmla="*/ 585 w 84"/>
                <a:gd name="T1" fmla="*/ 301 h 85"/>
                <a:gd name="T2" fmla="*/ 289 w 84"/>
                <a:gd name="T3" fmla="*/ 600 h 85"/>
                <a:gd name="T4" fmla="*/ 0 w 84"/>
                <a:gd name="T5" fmla="*/ 301 h 85"/>
                <a:gd name="T6" fmla="*/ 289 w 84"/>
                <a:gd name="T7" fmla="*/ 0 h 85"/>
                <a:gd name="T8" fmla="*/ 585 w 84"/>
                <a:gd name="T9" fmla="*/ 301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85">
                  <a:moveTo>
                    <a:pt x="83" y="43"/>
                  </a:moveTo>
                  <a:cubicBezTo>
                    <a:pt x="83" y="66"/>
                    <a:pt x="56" y="85"/>
                    <a:pt x="41" y="85"/>
                  </a:cubicBezTo>
                  <a:cubicBezTo>
                    <a:pt x="26" y="85"/>
                    <a:pt x="0" y="66"/>
                    <a:pt x="0" y="43"/>
                  </a:cubicBezTo>
                  <a:cubicBezTo>
                    <a:pt x="0" y="19"/>
                    <a:pt x="0" y="0"/>
                    <a:pt x="41" y="0"/>
                  </a:cubicBezTo>
                  <a:cubicBezTo>
                    <a:pt x="84" y="0"/>
                    <a:pt x="83" y="19"/>
                    <a:pt x="83" y="43"/>
                  </a:cubicBezTo>
                  <a:close/>
                </a:path>
              </a:pathLst>
            </a:custGeom>
            <a:solidFill>
              <a:srgbClr val="6C3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33" name="Freeform 75">
              <a:extLst>
                <a:ext uri="{FF2B5EF4-FFF2-40B4-BE49-F238E27FC236}">
                  <a16:creationId xmlns:a16="http://schemas.microsoft.com/office/drawing/2014/main" id="{7935BFAA-19B0-488E-8B49-23EB30448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3373"/>
              <a:ext cx="159" cy="154"/>
            </a:xfrm>
            <a:custGeom>
              <a:avLst/>
              <a:gdLst>
                <a:gd name="T0" fmla="*/ 140 w 83"/>
                <a:gd name="T1" fmla="*/ 449 h 80"/>
                <a:gd name="T2" fmla="*/ 429 w 83"/>
                <a:gd name="T3" fmla="*/ 144 h 80"/>
                <a:gd name="T4" fmla="*/ 584 w 83"/>
                <a:gd name="T5" fmla="*/ 156 h 80"/>
                <a:gd name="T6" fmla="*/ 289 w 83"/>
                <a:gd name="T7" fmla="*/ 0 h 80"/>
                <a:gd name="T8" fmla="*/ 0 w 83"/>
                <a:gd name="T9" fmla="*/ 308 h 80"/>
                <a:gd name="T10" fmla="*/ 176 w 83"/>
                <a:gd name="T11" fmla="*/ 570 h 80"/>
                <a:gd name="T12" fmla="*/ 140 w 83"/>
                <a:gd name="T13" fmla="*/ 449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80">
                  <a:moveTo>
                    <a:pt x="20" y="63"/>
                  </a:moveTo>
                  <a:cubicBezTo>
                    <a:pt x="20" y="39"/>
                    <a:pt x="20" y="20"/>
                    <a:pt x="61" y="20"/>
                  </a:cubicBezTo>
                  <a:cubicBezTo>
                    <a:pt x="70" y="20"/>
                    <a:pt x="77" y="21"/>
                    <a:pt x="83" y="22"/>
                  </a:cubicBezTo>
                  <a:cubicBezTo>
                    <a:pt x="80" y="9"/>
                    <a:pt x="71" y="0"/>
                    <a:pt x="41" y="0"/>
                  </a:cubicBezTo>
                  <a:cubicBezTo>
                    <a:pt x="0" y="0"/>
                    <a:pt x="0" y="20"/>
                    <a:pt x="0" y="43"/>
                  </a:cubicBezTo>
                  <a:cubicBezTo>
                    <a:pt x="0" y="59"/>
                    <a:pt x="12" y="72"/>
                    <a:pt x="25" y="80"/>
                  </a:cubicBezTo>
                  <a:cubicBezTo>
                    <a:pt x="22" y="74"/>
                    <a:pt x="20" y="69"/>
                    <a:pt x="20" y="63"/>
                  </a:cubicBezTo>
                  <a:close/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34" name="Freeform 76">
              <a:extLst>
                <a:ext uri="{FF2B5EF4-FFF2-40B4-BE49-F238E27FC236}">
                  <a16:creationId xmlns:a16="http://schemas.microsoft.com/office/drawing/2014/main" id="{5A319904-D941-46AC-89A3-4465DFDB3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373"/>
              <a:ext cx="161" cy="163"/>
            </a:xfrm>
            <a:custGeom>
              <a:avLst/>
              <a:gdLst>
                <a:gd name="T0" fmla="*/ 585 w 84"/>
                <a:gd name="T1" fmla="*/ 301 h 85"/>
                <a:gd name="T2" fmla="*/ 289 w 84"/>
                <a:gd name="T3" fmla="*/ 600 h 85"/>
                <a:gd name="T4" fmla="*/ 0 w 84"/>
                <a:gd name="T5" fmla="*/ 301 h 85"/>
                <a:gd name="T6" fmla="*/ 289 w 84"/>
                <a:gd name="T7" fmla="*/ 0 h 85"/>
                <a:gd name="T8" fmla="*/ 585 w 84"/>
                <a:gd name="T9" fmla="*/ 301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85">
                  <a:moveTo>
                    <a:pt x="83" y="43"/>
                  </a:moveTo>
                  <a:cubicBezTo>
                    <a:pt x="83" y="66"/>
                    <a:pt x="56" y="85"/>
                    <a:pt x="41" y="85"/>
                  </a:cubicBezTo>
                  <a:cubicBezTo>
                    <a:pt x="26" y="85"/>
                    <a:pt x="0" y="66"/>
                    <a:pt x="0" y="43"/>
                  </a:cubicBezTo>
                  <a:cubicBezTo>
                    <a:pt x="0" y="19"/>
                    <a:pt x="0" y="0"/>
                    <a:pt x="41" y="0"/>
                  </a:cubicBezTo>
                  <a:cubicBezTo>
                    <a:pt x="84" y="0"/>
                    <a:pt x="83" y="19"/>
                    <a:pt x="83" y="43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35" name="Freeform 77">
              <a:extLst>
                <a:ext uri="{FF2B5EF4-FFF2-40B4-BE49-F238E27FC236}">
                  <a16:creationId xmlns:a16="http://schemas.microsoft.com/office/drawing/2014/main" id="{33F770FF-56BB-4E12-B246-761C9C77C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582"/>
              <a:ext cx="617" cy="839"/>
            </a:xfrm>
            <a:custGeom>
              <a:avLst/>
              <a:gdLst>
                <a:gd name="T0" fmla="*/ 1997 w 322"/>
                <a:gd name="T1" fmla="*/ 1190 h 438"/>
                <a:gd name="T2" fmla="*/ 385 w 322"/>
                <a:gd name="T3" fmla="*/ 2412 h 438"/>
                <a:gd name="T4" fmla="*/ 789 w 322"/>
                <a:gd name="T5" fmla="*/ 513 h 438"/>
                <a:gd name="T6" fmla="*/ 2035 w 322"/>
                <a:gd name="T7" fmla="*/ 969 h 438"/>
                <a:gd name="T8" fmla="*/ 1997 w 322"/>
                <a:gd name="T9" fmla="*/ 119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2" h="438">
                  <a:moveTo>
                    <a:pt x="284" y="169"/>
                  </a:moveTo>
                  <a:cubicBezTo>
                    <a:pt x="121" y="127"/>
                    <a:pt x="102" y="438"/>
                    <a:pt x="55" y="343"/>
                  </a:cubicBezTo>
                  <a:cubicBezTo>
                    <a:pt x="19" y="269"/>
                    <a:pt x="0" y="147"/>
                    <a:pt x="112" y="73"/>
                  </a:cubicBezTo>
                  <a:cubicBezTo>
                    <a:pt x="223" y="0"/>
                    <a:pt x="289" y="138"/>
                    <a:pt x="289" y="138"/>
                  </a:cubicBezTo>
                  <a:cubicBezTo>
                    <a:pt x="289" y="138"/>
                    <a:pt x="322" y="179"/>
                    <a:pt x="284" y="169"/>
                  </a:cubicBezTo>
                  <a:close/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36" name="Freeform 78">
              <a:extLst>
                <a:ext uri="{FF2B5EF4-FFF2-40B4-BE49-F238E27FC236}">
                  <a16:creationId xmlns:a16="http://schemas.microsoft.com/office/drawing/2014/main" id="{531DF751-293D-40A2-98A3-EBE029BBB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2869"/>
              <a:ext cx="405" cy="387"/>
            </a:xfrm>
            <a:custGeom>
              <a:avLst/>
              <a:gdLst>
                <a:gd name="T0" fmla="*/ 1394 w 211"/>
                <a:gd name="T1" fmla="*/ 36 h 202"/>
                <a:gd name="T2" fmla="*/ 1491 w 211"/>
                <a:gd name="T3" fmla="*/ 176 h 202"/>
                <a:gd name="T4" fmla="*/ 1215 w 211"/>
                <a:gd name="T5" fmla="*/ 148 h 202"/>
                <a:gd name="T6" fmla="*/ 1186 w 211"/>
                <a:gd name="T7" fmla="*/ 192 h 202"/>
                <a:gd name="T8" fmla="*/ 1117 w 211"/>
                <a:gd name="T9" fmla="*/ 197 h 202"/>
                <a:gd name="T10" fmla="*/ 1017 w 211"/>
                <a:gd name="T11" fmla="*/ 301 h 202"/>
                <a:gd name="T12" fmla="*/ 933 w 211"/>
                <a:gd name="T13" fmla="*/ 577 h 202"/>
                <a:gd name="T14" fmla="*/ 822 w 211"/>
                <a:gd name="T15" fmla="*/ 676 h 202"/>
                <a:gd name="T16" fmla="*/ 749 w 211"/>
                <a:gd name="T17" fmla="*/ 368 h 202"/>
                <a:gd name="T18" fmla="*/ 660 w 211"/>
                <a:gd name="T19" fmla="*/ 561 h 202"/>
                <a:gd name="T20" fmla="*/ 637 w 211"/>
                <a:gd name="T21" fmla="*/ 529 h 202"/>
                <a:gd name="T22" fmla="*/ 578 w 211"/>
                <a:gd name="T23" fmla="*/ 705 h 202"/>
                <a:gd name="T24" fmla="*/ 516 w 211"/>
                <a:gd name="T25" fmla="*/ 713 h 202"/>
                <a:gd name="T26" fmla="*/ 445 w 211"/>
                <a:gd name="T27" fmla="*/ 1006 h 202"/>
                <a:gd name="T28" fmla="*/ 353 w 211"/>
                <a:gd name="T29" fmla="*/ 1098 h 202"/>
                <a:gd name="T30" fmla="*/ 317 w 211"/>
                <a:gd name="T31" fmla="*/ 1211 h 202"/>
                <a:gd name="T32" fmla="*/ 63 w 211"/>
                <a:gd name="T33" fmla="*/ 1420 h 202"/>
                <a:gd name="T34" fmla="*/ 253 w 211"/>
                <a:gd name="T35" fmla="*/ 793 h 202"/>
                <a:gd name="T36" fmla="*/ 593 w 211"/>
                <a:gd name="T37" fmla="*/ 316 h 202"/>
                <a:gd name="T38" fmla="*/ 1006 w 211"/>
                <a:gd name="T39" fmla="*/ 63 h 202"/>
                <a:gd name="T40" fmla="*/ 1175 w 211"/>
                <a:gd name="T41" fmla="*/ 36 h 202"/>
                <a:gd name="T42" fmla="*/ 1394 w 211"/>
                <a:gd name="T43" fmla="*/ 29 h 2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1" h="202">
                  <a:moveTo>
                    <a:pt x="197" y="5"/>
                  </a:moveTo>
                  <a:cubicBezTo>
                    <a:pt x="199" y="12"/>
                    <a:pt x="208" y="17"/>
                    <a:pt x="211" y="25"/>
                  </a:cubicBezTo>
                  <a:cubicBezTo>
                    <a:pt x="200" y="35"/>
                    <a:pt x="185" y="17"/>
                    <a:pt x="172" y="21"/>
                  </a:cubicBezTo>
                  <a:cubicBezTo>
                    <a:pt x="170" y="22"/>
                    <a:pt x="169" y="26"/>
                    <a:pt x="168" y="27"/>
                  </a:cubicBezTo>
                  <a:cubicBezTo>
                    <a:pt x="165" y="28"/>
                    <a:pt x="162" y="27"/>
                    <a:pt x="158" y="28"/>
                  </a:cubicBezTo>
                  <a:cubicBezTo>
                    <a:pt x="147" y="30"/>
                    <a:pt x="147" y="30"/>
                    <a:pt x="144" y="43"/>
                  </a:cubicBezTo>
                  <a:cubicBezTo>
                    <a:pt x="142" y="56"/>
                    <a:pt x="136" y="69"/>
                    <a:pt x="132" y="82"/>
                  </a:cubicBezTo>
                  <a:cubicBezTo>
                    <a:pt x="129" y="93"/>
                    <a:pt x="116" y="125"/>
                    <a:pt x="116" y="96"/>
                  </a:cubicBezTo>
                  <a:cubicBezTo>
                    <a:pt x="116" y="89"/>
                    <a:pt x="119" y="53"/>
                    <a:pt x="106" y="52"/>
                  </a:cubicBezTo>
                  <a:cubicBezTo>
                    <a:pt x="99" y="52"/>
                    <a:pt x="95" y="75"/>
                    <a:pt x="93" y="80"/>
                  </a:cubicBezTo>
                  <a:cubicBezTo>
                    <a:pt x="92" y="78"/>
                    <a:pt x="90" y="76"/>
                    <a:pt x="90" y="75"/>
                  </a:cubicBezTo>
                  <a:cubicBezTo>
                    <a:pt x="80" y="75"/>
                    <a:pt x="85" y="95"/>
                    <a:pt x="82" y="100"/>
                  </a:cubicBezTo>
                  <a:cubicBezTo>
                    <a:pt x="79" y="106"/>
                    <a:pt x="76" y="110"/>
                    <a:pt x="73" y="101"/>
                  </a:cubicBezTo>
                  <a:cubicBezTo>
                    <a:pt x="64" y="113"/>
                    <a:pt x="73" y="131"/>
                    <a:pt x="63" y="143"/>
                  </a:cubicBezTo>
                  <a:cubicBezTo>
                    <a:pt x="60" y="148"/>
                    <a:pt x="54" y="151"/>
                    <a:pt x="50" y="156"/>
                  </a:cubicBezTo>
                  <a:cubicBezTo>
                    <a:pt x="47" y="161"/>
                    <a:pt x="47" y="167"/>
                    <a:pt x="45" y="172"/>
                  </a:cubicBezTo>
                  <a:cubicBezTo>
                    <a:pt x="41" y="181"/>
                    <a:pt x="21" y="201"/>
                    <a:pt x="9" y="202"/>
                  </a:cubicBezTo>
                  <a:cubicBezTo>
                    <a:pt x="0" y="172"/>
                    <a:pt x="24" y="139"/>
                    <a:pt x="36" y="113"/>
                  </a:cubicBezTo>
                  <a:cubicBezTo>
                    <a:pt x="47" y="88"/>
                    <a:pt x="65" y="65"/>
                    <a:pt x="84" y="45"/>
                  </a:cubicBezTo>
                  <a:cubicBezTo>
                    <a:pt x="99" y="30"/>
                    <a:pt x="122" y="17"/>
                    <a:pt x="142" y="9"/>
                  </a:cubicBezTo>
                  <a:cubicBezTo>
                    <a:pt x="150" y="6"/>
                    <a:pt x="158" y="5"/>
                    <a:pt x="166" y="5"/>
                  </a:cubicBezTo>
                  <a:cubicBezTo>
                    <a:pt x="175" y="4"/>
                    <a:pt x="188" y="0"/>
                    <a:pt x="197" y="4"/>
                  </a:cubicBezTo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37" name="Freeform 79">
              <a:extLst>
                <a:ext uri="{FF2B5EF4-FFF2-40B4-BE49-F238E27FC236}">
                  <a16:creationId xmlns:a16="http://schemas.microsoft.com/office/drawing/2014/main" id="{6E08CE9A-3E99-49D3-8E74-DE68A057B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655"/>
              <a:ext cx="381" cy="601"/>
            </a:xfrm>
            <a:custGeom>
              <a:avLst/>
              <a:gdLst>
                <a:gd name="T0" fmla="*/ 1396 w 199"/>
                <a:gd name="T1" fmla="*/ 132 h 314"/>
                <a:gd name="T2" fmla="*/ 1191 w 199"/>
                <a:gd name="T3" fmla="*/ 36 h 314"/>
                <a:gd name="T4" fmla="*/ 877 w 199"/>
                <a:gd name="T5" fmla="*/ 107 h 314"/>
                <a:gd name="T6" fmla="*/ 616 w 199"/>
                <a:gd name="T7" fmla="*/ 176 h 314"/>
                <a:gd name="T8" fmla="*/ 528 w 199"/>
                <a:gd name="T9" fmla="*/ 329 h 314"/>
                <a:gd name="T10" fmla="*/ 121 w 199"/>
                <a:gd name="T11" fmla="*/ 660 h 314"/>
                <a:gd name="T12" fmla="*/ 21 w 199"/>
                <a:gd name="T13" fmla="*/ 1058 h 314"/>
                <a:gd name="T14" fmla="*/ 29 w 199"/>
                <a:gd name="T15" fmla="*/ 1388 h 314"/>
                <a:gd name="T16" fmla="*/ 36 w 199"/>
                <a:gd name="T17" fmla="*/ 1564 h 314"/>
                <a:gd name="T18" fmla="*/ 100 w 199"/>
                <a:gd name="T19" fmla="*/ 1688 h 314"/>
                <a:gd name="T20" fmla="*/ 168 w 199"/>
                <a:gd name="T21" fmla="*/ 1920 h 314"/>
                <a:gd name="T22" fmla="*/ 414 w 199"/>
                <a:gd name="T23" fmla="*/ 2193 h 314"/>
                <a:gd name="T24" fmla="*/ 197 w 199"/>
                <a:gd name="T25" fmla="*/ 1495 h 314"/>
                <a:gd name="T26" fmla="*/ 322 w 199"/>
                <a:gd name="T27" fmla="*/ 766 h 314"/>
                <a:gd name="T28" fmla="*/ 622 w 199"/>
                <a:gd name="T29" fmla="*/ 377 h 314"/>
                <a:gd name="T30" fmla="*/ 781 w 199"/>
                <a:gd name="T31" fmla="*/ 281 h 314"/>
                <a:gd name="T32" fmla="*/ 946 w 199"/>
                <a:gd name="T33" fmla="*/ 161 h 314"/>
                <a:gd name="T34" fmla="*/ 1110 w 199"/>
                <a:gd name="T35" fmla="*/ 113 h 314"/>
                <a:gd name="T36" fmla="*/ 1250 w 199"/>
                <a:gd name="T37" fmla="*/ 132 h 3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9" h="314">
                  <a:moveTo>
                    <a:pt x="199" y="19"/>
                  </a:moveTo>
                  <a:cubicBezTo>
                    <a:pt x="191" y="19"/>
                    <a:pt x="179" y="8"/>
                    <a:pt x="170" y="5"/>
                  </a:cubicBezTo>
                  <a:cubicBezTo>
                    <a:pt x="154" y="0"/>
                    <a:pt x="140" y="11"/>
                    <a:pt x="125" y="15"/>
                  </a:cubicBezTo>
                  <a:cubicBezTo>
                    <a:pt x="112" y="18"/>
                    <a:pt x="98" y="16"/>
                    <a:pt x="88" y="25"/>
                  </a:cubicBezTo>
                  <a:cubicBezTo>
                    <a:pt x="81" y="31"/>
                    <a:pt x="80" y="40"/>
                    <a:pt x="75" y="47"/>
                  </a:cubicBezTo>
                  <a:cubicBezTo>
                    <a:pt x="59" y="66"/>
                    <a:pt x="30" y="71"/>
                    <a:pt x="17" y="94"/>
                  </a:cubicBezTo>
                  <a:cubicBezTo>
                    <a:pt x="7" y="113"/>
                    <a:pt x="8" y="132"/>
                    <a:pt x="3" y="151"/>
                  </a:cubicBezTo>
                  <a:cubicBezTo>
                    <a:pt x="0" y="168"/>
                    <a:pt x="2" y="181"/>
                    <a:pt x="4" y="198"/>
                  </a:cubicBezTo>
                  <a:cubicBezTo>
                    <a:pt x="5" y="207"/>
                    <a:pt x="5" y="215"/>
                    <a:pt x="5" y="223"/>
                  </a:cubicBezTo>
                  <a:cubicBezTo>
                    <a:pt x="6" y="233"/>
                    <a:pt x="9" y="233"/>
                    <a:pt x="14" y="241"/>
                  </a:cubicBezTo>
                  <a:cubicBezTo>
                    <a:pt x="21" y="251"/>
                    <a:pt x="20" y="263"/>
                    <a:pt x="24" y="274"/>
                  </a:cubicBezTo>
                  <a:cubicBezTo>
                    <a:pt x="27" y="285"/>
                    <a:pt x="46" y="314"/>
                    <a:pt x="59" y="313"/>
                  </a:cubicBezTo>
                  <a:cubicBezTo>
                    <a:pt x="44" y="280"/>
                    <a:pt x="28" y="250"/>
                    <a:pt x="28" y="213"/>
                  </a:cubicBezTo>
                  <a:cubicBezTo>
                    <a:pt x="27" y="177"/>
                    <a:pt x="32" y="142"/>
                    <a:pt x="46" y="109"/>
                  </a:cubicBezTo>
                  <a:cubicBezTo>
                    <a:pt x="56" y="86"/>
                    <a:pt x="70" y="70"/>
                    <a:pt x="89" y="54"/>
                  </a:cubicBezTo>
                  <a:cubicBezTo>
                    <a:pt x="96" y="49"/>
                    <a:pt x="103" y="45"/>
                    <a:pt x="111" y="40"/>
                  </a:cubicBezTo>
                  <a:cubicBezTo>
                    <a:pt x="120" y="34"/>
                    <a:pt x="125" y="27"/>
                    <a:pt x="135" y="23"/>
                  </a:cubicBezTo>
                  <a:cubicBezTo>
                    <a:pt x="142" y="21"/>
                    <a:pt x="150" y="17"/>
                    <a:pt x="158" y="16"/>
                  </a:cubicBezTo>
                  <a:cubicBezTo>
                    <a:pt x="166" y="16"/>
                    <a:pt x="171" y="21"/>
                    <a:pt x="178" y="19"/>
                  </a:cubicBezTo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38" name="Freeform 80">
              <a:extLst>
                <a:ext uri="{FF2B5EF4-FFF2-40B4-BE49-F238E27FC236}">
                  <a16:creationId xmlns:a16="http://schemas.microsoft.com/office/drawing/2014/main" id="{755531F7-4C55-4783-AFE6-27992559F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582"/>
              <a:ext cx="617" cy="839"/>
            </a:xfrm>
            <a:custGeom>
              <a:avLst/>
              <a:gdLst>
                <a:gd name="T0" fmla="*/ 276 w 322"/>
                <a:gd name="T1" fmla="*/ 1190 h 438"/>
                <a:gd name="T2" fmla="*/ 1880 w 322"/>
                <a:gd name="T3" fmla="*/ 2412 h 438"/>
                <a:gd name="T4" fmla="*/ 1483 w 322"/>
                <a:gd name="T5" fmla="*/ 513 h 438"/>
                <a:gd name="T6" fmla="*/ 240 w 322"/>
                <a:gd name="T7" fmla="*/ 969 h 438"/>
                <a:gd name="T8" fmla="*/ 276 w 322"/>
                <a:gd name="T9" fmla="*/ 119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2" h="438">
                  <a:moveTo>
                    <a:pt x="39" y="169"/>
                  </a:moveTo>
                  <a:cubicBezTo>
                    <a:pt x="201" y="127"/>
                    <a:pt x="221" y="438"/>
                    <a:pt x="267" y="343"/>
                  </a:cubicBezTo>
                  <a:cubicBezTo>
                    <a:pt x="303" y="269"/>
                    <a:pt x="322" y="147"/>
                    <a:pt x="211" y="73"/>
                  </a:cubicBezTo>
                  <a:cubicBezTo>
                    <a:pt x="99" y="0"/>
                    <a:pt x="34" y="138"/>
                    <a:pt x="34" y="138"/>
                  </a:cubicBezTo>
                  <a:cubicBezTo>
                    <a:pt x="34" y="138"/>
                    <a:pt x="0" y="179"/>
                    <a:pt x="39" y="169"/>
                  </a:cubicBezTo>
                  <a:close/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39" name="Freeform 81">
              <a:extLst>
                <a:ext uri="{FF2B5EF4-FFF2-40B4-BE49-F238E27FC236}">
                  <a16:creationId xmlns:a16="http://schemas.microsoft.com/office/drawing/2014/main" id="{00BF24C1-ABFF-4241-B056-9FFEEE228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869"/>
              <a:ext cx="404" cy="387"/>
            </a:xfrm>
            <a:custGeom>
              <a:avLst/>
              <a:gdLst>
                <a:gd name="T0" fmla="*/ 100 w 211"/>
                <a:gd name="T1" fmla="*/ 36 h 202"/>
                <a:gd name="T2" fmla="*/ 0 w 211"/>
                <a:gd name="T3" fmla="*/ 176 h 202"/>
                <a:gd name="T4" fmla="*/ 276 w 211"/>
                <a:gd name="T5" fmla="*/ 148 h 202"/>
                <a:gd name="T6" fmla="*/ 308 w 211"/>
                <a:gd name="T7" fmla="*/ 192 h 202"/>
                <a:gd name="T8" fmla="*/ 370 w 211"/>
                <a:gd name="T9" fmla="*/ 197 h 202"/>
                <a:gd name="T10" fmla="*/ 469 w 211"/>
                <a:gd name="T11" fmla="*/ 301 h 202"/>
                <a:gd name="T12" fmla="*/ 553 w 211"/>
                <a:gd name="T13" fmla="*/ 577 h 202"/>
                <a:gd name="T14" fmla="*/ 666 w 211"/>
                <a:gd name="T15" fmla="*/ 676 h 202"/>
                <a:gd name="T16" fmla="*/ 737 w 211"/>
                <a:gd name="T17" fmla="*/ 368 h 202"/>
                <a:gd name="T18" fmla="*/ 837 w 211"/>
                <a:gd name="T19" fmla="*/ 561 h 202"/>
                <a:gd name="T20" fmla="*/ 858 w 211"/>
                <a:gd name="T21" fmla="*/ 529 h 202"/>
                <a:gd name="T22" fmla="*/ 906 w 211"/>
                <a:gd name="T23" fmla="*/ 705 h 202"/>
                <a:gd name="T24" fmla="*/ 967 w 211"/>
                <a:gd name="T25" fmla="*/ 713 h 202"/>
                <a:gd name="T26" fmla="*/ 1038 w 211"/>
                <a:gd name="T27" fmla="*/ 1006 h 202"/>
                <a:gd name="T28" fmla="*/ 1130 w 211"/>
                <a:gd name="T29" fmla="*/ 1098 h 202"/>
                <a:gd name="T30" fmla="*/ 1166 w 211"/>
                <a:gd name="T31" fmla="*/ 1211 h 202"/>
                <a:gd name="T32" fmla="*/ 1419 w 211"/>
                <a:gd name="T33" fmla="*/ 1420 h 202"/>
                <a:gd name="T34" fmla="*/ 1227 w 211"/>
                <a:gd name="T35" fmla="*/ 793 h 202"/>
                <a:gd name="T36" fmla="*/ 890 w 211"/>
                <a:gd name="T37" fmla="*/ 316 h 202"/>
                <a:gd name="T38" fmla="*/ 484 w 211"/>
                <a:gd name="T39" fmla="*/ 63 h 202"/>
                <a:gd name="T40" fmla="*/ 316 w 211"/>
                <a:gd name="T41" fmla="*/ 36 h 202"/>
                <a:gd name="T42" fmla="*/ 107 w 211"/>
                <a:gd name="T43" fmla="*/ 29 h 2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1" h="202">
                  <a:moveTo>
                    <a:pt x="14" y="5"/>
                  </a:moveTo>
                  <a:cubicBezTo>
                    <a:pt x="13" y="12"/>
                    <a:pt x="3" y="17"/>
                    <a:pt x="0" y="25"/>
                  </a:cubicBezTo>
                  <a:cubicBezTo>
                    <a:pt x="12" y="35"/>
                    <a:pt x="26" y="17"/>
                    <a:pt x="39" y="21"/>
                  </a:cubicBezTo>
                  <a:cubicBezTo>
                    <a:pt x="42" y="22"/>
                    <a:pt x="42" y="26"/>
                    <a:pt x="44" y="27"/>
                  </a:cubicBezTo>
                  <a:cubicBezTo>
                    <a:pt x="47" y="28"/>
                    <a:pt x="50" y="27"/>
                    <a:pt x="53" y="28"/>
                  </a:cubicBezTo>
                  <a:cubicBezTo>
                    <a:pt x="64" y="30"/>
                    <a:pt x="65" y="30"/>
                    <a:pt x="67" y="43"/>
                  </a:cubicBezTo>
                  <a:cubicBezTo>
                    <a:pt x="70" y="56"/>
                    <a:pt x="75" y="69"/>
                    <a:pt x="79" y="82"/>
                  </a:cubicBezTo>
                  <a:cubicBezTo>
                    <a:pt x="82" y="93"/>
                    <a:pt x="95" y="125"/>
                    <a:pt x="95" y="96"/>
                  </a:cubicBezTo>
                  <a:cubicBezTo>
                    <a:pt x="96" y="89"/>
                    <a:pt x="92" y="53"/>
                    <a:pt x="105" y="52"/>
                  </a:cubicBezTo>
                  <a:cubicBezTo>
                    <a:pt x="113" y="52"/>
                    <a:pt x="117" y="75"/>
                    <a:pt x="119" y="80"/>
                  </a:cubicBezTo>
                  <a:cubicBezTo>
                    <a:pt x="119" y="78"/>
                    <a:pt x="121" y="76"/>
                    <a:pt x="122" y="75"/>
                  </a:cubicBezTo>
                  <a:cubicBezTo>
                    <a:pt x="132" y="75"/>
                    <a:pt x="127" y="95"/>
                    <a:pt x="129" y="100"/>
                  </a:cubicBezTo>
                  <a:cubicBezTo>
                    <a:pt x="132" y="106"/>
                    <a:pt x="136" y="110"/>
                    <a:pt x="138" y="101"/>
                  </a:cubicBezTo>
                  <a:cubicBezTo>
                    <a:pt x="147" y="113"/>
                    <a:pt x="138" y="131"/>
                    <a:pt x="148" y="143"/>
                  </a:cubicBezTo>
                  <a:cubicBezTo>
                    <a:pt x="152" y="148"/>
                    <a:pt x="157" y="151"/>
                    <a:pt x="161" y="156"/>
                  </a:cubicBezTo>
                  <a:cubicBezTo>
                    <a:pt x="164" y="161"/>
                    <a:pt x="164" y="167"/>
                    <a:pt x="166" y="172"/>
                  </a:cubicBezTo>
                  <a:cubicBezTo>
                    <a:pt x="171" y="181"/>
                    <a:pt x="191" y="201"/>
                    <a:pt x="202" y="202"/>
                  </a:cubicBezTo>
                  <a:cubicBezTo>
                    <a:pt x="211" y="172"/>
                    <a:pt x="187" y="139"/>
                    <a:pt x="175" y="113"/>
                  </a:cubicBezTo>
                  <a:cubicBezTo>
                    <a:pt x="164" y="88"/>
                    <a:pt x="146" y="65"/>
                    <a:pt x="127" y="45"/>
                  </a:cubicBezTo>
                  <a:cubicBezTo>
                    <a:pt x="113" y="30"/>
                    <a:pt x="89" y="17"/>
                    <a:pt x="69" y="9"/>
                  </a:cubicBezTo>
                  <a:cubicBezTo>
                    <a:pt x="61" y="6"/>
                    <a:pt x="53" y="5"/>
                    <a:pt x="45" y="5"/>
                  </a:cubicBezTo>
                  <a:cubicBezTo>
                    <a:pt x="37" y="4"/>
                    <a:pt x="23" y="0"/>
                    <a:pt x="15" y="4"/>
                  </a:cubicBezTo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40" name="Freeform 82">
              <a:extLst>
                <a:ext uri="{FF2B5EF4-FFF2-40B4-BE49-F238E27FC236}">
                  <a16:creationId xmlns:a16="http://schemas.microsoft.com/office/drawing/2014/main" id="{0C718E0D-8AB4-40F8-9A70-7C3ABF273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655"/>
              <a:ext cx="381" cy="605"/>
            </a:xfrm>
            <a:custGeom>
              <a:avLst/>
              <a:gdLst>
                <a:gd name="T0" fmla="*/ 0 w 199"/>
                <a:gd name="T1" fmla="*/ 132 h 316"/>
                <a:gd name="T2" fmla="*/ 205 w 199"/>
                <a:gd name="T3" fmla="*/ 36 h 316"/>
                <a:gd name="T4" fmla="*/ 521 w 199"/>
                <a:gd name="T5" fmla="*/ 107 h 316"/>
                <a:gd name="T6" fmla="*/ 773 w 199"/>
                <a:gd name="T7" fmla="*/ 176 h 316"/>
                <a:gd name="T8" fmla="*/ 862 w 199"/>
                <a:gd name="T9" fmla="*/ 329 h 316"/>
                <a:gd name="T10" fmla="*/ 1271 w 199"/>
                <a:gd name="T11" fmla="*/ 661 h 316"/>
                <a:gd name="T12" fmla="*/ 1367 w 199"/>
                <a:gd name="T13" fmla="*/ 1059 h 316"/>
                <a:gd name="T14" fmla="*/ 1359 w 199"/>
                <a:gd name="T15" fmla="*/ 1390 h 316"/>
                <a:gd name="T16" fmla="*/ 1356 w 199"/>
                <a:gd name="T17" fmla="*/ 1566 h 316"/>
                <a:gd name="T18" fmla="*/ 1290 w 199"/>
                <a:gd name="T19" fmla="*/ 1691 h 316"/>
                <a:gd name="T20" fmla="*/ 1227 w 199"/>
                <a:gd name="T21" fmla="*/ 1924 h 316"/>
                <a:gd name="T22" fmla="*/ 982 w 199"/>
                <a:gd name="T23" fmla="*/ 2209 h 316"/>
                <a:gd name="T24" fmla="*/ 1199 w 199"/>
                <a:gd name="T25" fmla="*/ 1495 h 316"/>
                <a:gd name="T26" fmla="*/ 1066 w 199"/>
                <a:gd name="T27" fmla="*/ 766 h 316"/>
                <a:gd name="T28" fmla="*/ 773 w 199"/>
                <a:gd name="T29" fmla="*/ 377 h 316"/>
                <a:gd name="T30" fmla="*/ 613 w 199"/>
                <a:gd name="T31" fmla="*/ 281 h 316"/>
                <a:gd name="T32" fmla="*/ 450 w 199"/>
                <a:gd name="T33" fmla="*/ 161 h 316"/>
                <a:gd name="T34" fmla="*/ 281 w 199"/>
                <a:gd name="T35" fmla="*/ 113 h 316"/>
                <a:gd name="T36" fmla="*/ 140 w 199"/>
                <a:gd name="T37" fmla="*/ 132 h 3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9" h="316">
                  <a:moveTo>
                    <a:pt x="0" y="19"/>
                  </a:moveTo>
                  <a:cubicBezTo>
                    <a:pt x="8" y="19"/>
                    <a:pt x="19" y="8"/>
                    <a:pt x="29" y="5"/>
                  </a:cubicBezTo>
                  <a:cubicBezTo>
                    <a:pt x="44" y="0"/>
                    <a:pt x="58" y="11"/>
                    <a:pt x="74" y="15"/>
                  </a:cubicBezTo>
                  <a:cubicBezTo>
                    <a:pt x="86" y="18"/>
                    <a:pt x="100" y="16"/>
                    <a:pt x="110" y="25"/>
                  </a:cubicBezTo>
                  <a:cubicBezTo>
                    <a:pt x="117" y="31"/>
                    <a:pt x="118" y="40"/>
                    <a:pt x="123" y="47"/>
                  </a:cubicBezTo>
                  <a:cubicBezTo>
                    <a:pt x="140" y="66"/>
                    <a:pt x="168" y="71"/>
                    <a:pt x="181" y="94"/>
                  </a:cubicBezTo>
                  <a:cubicBezTo>
                    <a:pt x="192" y="113"/>
                    <a:pt x="190" y="132"/>
                    <a:pt x="195" y="151"/>
                  </a:cubicBezTo>
                  <a:cubicBezTo>
                    <a:pt x="199" y="168"/>
                    <a:pt x="196" y="181"/>
                    <a:pt x="194" y="198"/>
                  </a:cubicBezTo>
                  <a:cubicBezTo>
                    <a:pt x="193" y="207"/>
                    <a:pt x="194" y="215"/>
                    <a:pt x="193" y="223"/>
                  </a:cubicBezTo>
                  <a:cubicBezTo>
                    <a:pt x="192" y="233"/>
                    <a:pt x="190" y="233"/>
                    <a:pt x="184" y="241"/>
                  </a:cubicBezTo>
                  <a:cubicBezTo>
                    <a:pt x="177" y="251"/>
                    <a:pt x="178" y="263"/>
                    <a:pt x="175" y="274"/>
                  </a:cubicBezTo>
                  <a:cubicBezTo>
                    <a:pt x="172" y="285"/>
                    <a:pt x="153" y="316"/>
                    <a:pt x="140" y="315"/>
                  </a:cubicBezTo>
                  <a:cubicBezTo>
                    <a:pt x="155" y="282"/>
                    <a:pt x="170" y="250"/>
                    <a:pt x="171" y="213"/>
                  </a:cubicBezTo>
                  <a:cubicBezTo>
                    <a:pt x="171" y="177"/>
                    <a:pt x="167" y="142"/>
                    <a:pt x="152" y="109"/>
                  </a:cubicBezTo>
                  <a:cubicBezTo>
                    <a:pt x="142" y="86"/>
                    <a:pt x="128" y="70"/>
                    <a:pt x="110" y="54"/>
                  </a:cubicBezTo>
                  <a:cubicBezTo>
                    <a:pt x="103" y="49"/>
                    <a:pt x="95" y="45"/>
                    <a:pt x="87" y="40"/>
                  </a:cubicBezTo>
                  <a:cubicBezTo>
                    <a:pt x="78" y="34"/>
                    <a:pt x="73" y="27"/>
                    <a:pt x="64" y="23"/>
                  </a:cubicBezTo>
                  <a:cubicBezTo>
                    <a:pt x="56" y="21"/>
                    <a:pt x="48" y="17"/>
                    <a:pt x="40" y="16"/>
                  </a:cubicBezTo>
                  <a:cubicBezTo>
                    <a:pt x="33" y="16"/>
                    <a:pt x="28" y="21"/>
                    <a:pt x="20" y="19"/>
                  </a:cubicBezTo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41" name="Freeform 83">
              <a:extLst>
                <a:ext uri="{FF2B5EF4-FFF2-40B4-BE49-F238E27FC236}">
                  <a16:creationId xmlns:a16="http://schemas.microsoft.com/office/drawing/2014/main" id="{2CB00431-3B36-40CC-988B-9038C94B2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469"/>
              <a:ext cx="2113" cy="1255"/>
            </a:xfrm>
            <a:custGeom>
              <a:avLst/>
              <a:gdLst>
                <a:gd name="T0" fmla="*/ 3887 w 1103"/>
                <a:gd name="T1" fmla="*/ 4570 h 655"/>
                <a:gd name="T2" fmla="*/ 4898 w 1103"/>
                <a:gd name="T3" fmla="*/ 4516 h 655"/>
                <a:gd name="T4" fmla="*/ 5590 w 1103"/>
                <a:gd name="T5" fmla="*/ 3342 h 655"/>
                <a:gd name="T6" fmla="*/ 7193 w 1103"/>
                <a:gd name="T7" fmla="*/ 1891 h 655"/>
                <a:gd name="T8" fmla="*/ 5442 w 1103"/>
                <a:gd name="T9" fmla="*/ 113 h 655"/>
                <a:gd name="T10" fmla="*/ 4216 w 1103"/>
                <a:gd name="T11" fmla="*/ 1113 h 655"/>
                <a:gd name="T12" fmla="*/ 4048 w 1103"/>
                <a:gd name="T13" fmla="*/ 1427 h 655"/>
                <a:gd name="T14" fmla="*/ 3887 w 1103"/>
                <a:gd name="T15" fmla="*/ 1575 h 655"/>
                <a:gd name="T16" fmla="*/ 3868 w 1103"/>
                <a:gd name="T17" fmla="*/ 1575 h 655"/>
                <a:gd name="T18" fmla="*/ 3699 w 1103"/>
                <a:gd name="T19" fmla="*/ 1427 h 655"/>
                <a:gd name="T20" fmla="*/ 3538 w 1103"/>
                <a:gd name="T21" fmla="*/ 1113 h 655"/>
                <a:gd name="T22" fmla="*/ 2305 w 1103"/>
                <a:gd name="T23" fmla="*/ 113 h 655"/>
                <a:gd name="T24" fmla="*/ 561 w 1103"/>
                <a:gd name="T25" fmla="*/ 1891 h 655"/>
                <a:gd name="T26" fmla="*/ 2165 w 1103"/>
                <a:gd name="T27" fmla="*/ 3342 h 655"/>
                <a:gd name="T28" fmla="*/ 2849 w 1103"/>
                <a:gd name="T29" fmla="*/ 4516 h 655"/>
                <a:gd name="T30" fmla="*/ 3887 w 1103"/>
                <a:gd name="T31" fmla="*/ 4570 h 6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03" h="655">
                  <a:moveTo>
                    <a:pt x="553" y="650"/>
                  </a:moveTo>
                  <a:cubicBezTo>
                    <a:pt x="553" y="650"/>
                    <a:pt x="635" y="655"/>
                    <a:pt x="697" y="642"/>
                  </a:cubicBezTo>
                  <a:cubicBezTo>
                    <a:pt x="759" y="628"/>
                    <a:pt x="766" y="585"/>
                    <a:pt x="795" y="475"/>
                  </a:cubicBezTo>
                  <a:cubicBezTo>
                    <a:pt x="824" y="365"/>
                    <a:pt x="943" y="331"/>
                    <a:pt x="1023" y="269"/>
                  </a:cubicBezTo>
                  <a:cubicBezTo>
                    <a:pt x="1103" y="207"/>
                    <a:pt x="886" y="33"/>
                    <a:pt x="774" y="16"/>
                  </a:cubicBezTo>
                  <a:cubicBezTo>
                    <a:pt x="663" y="0"/>
                    <a:pt x="619" y="138"/>
                    <a:pt x="600" y="158"/>
                  </a:cubicBezTo>
                  <a:cubicBezTo>
                    <a:pt x="580" y="177"/>
                    <a:pt x="578" y="180"/>
                    <a:pt x="576" y="203"/>
                  </a:cubicBezTo>
                  <a:cubicBezTo>
                    <a:pt x="575" y="226"/>
                    <a:pt x="553" y="224"/>
                    <a:pt x="553" y="224"/>
                  </a:cubicBezTo>
                  <a:cubicBezTo>
                    <a:pt x="550" y="224"/>
                    <a:pt x="550" y="224"/>
                    <a:pt x="550" y="224"/>
                  </a:cubicBezTo>
                  <a:cubicBezTo>
                    <a:pt x="550" y="224"/>
                    <a:pt x="528" y="226"/>
                    <a:pt x="526" y="203"/>
                  </a:cubicBezTo>
                  <a:cubicBezTo>
                    <a:pt x="525" y="180"/>
                    <a:pt x="522" y="177"/>
                    <a:pt x="503" y="158"/>
                  </a:cubicBezTo>
                  <a:cubicBezTo>
                    <a:pt x="484" y="138"/>
                    <a:pt x="440" y="0"/>
                    <a:pt x="328" y="16"/>
                  </a:cubicBezTo>
                  <a:cubicBezTo>
                    <a:pt x="217" y="33"/>
                    <a:pt x="0" y="207"/>
                    <a:pt x="80" y="269"/>
                  </a:cubicBezTo>
                  <a:cubicBezTo>
                    <a:pt x="159" y="331"/>
                    <a:pt x="279" y="365"/>
                    <a:pt x="308" y="475"/>
                  </a:cubicBezTo>
                  <a:cubicBezTo>
                    <a:pt x="337" y="585"/>
                    <a:pt x="344" y="628"/>
                    <a:pt x="405" y="642"/>
                  </a:cubicBezTo>
                  <a:cubicBezTo>
                    <a:pt x="467" y="655"/>
                    <a:pt x="553" y="650"/>
                    <a:pt x="553" y="650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42" name="Freeform 84">
              <a:extLst>
                <a:ext uri="{FF2B5EF4-FFF2-40B4-BE49-F238E27FC236}">
                  <a16:creationId xmlns:a16="http://schemas.microsoft.com/office/drawing/2014/main" id="{240285F0-29C8-46AF-B7C2-01AFE02F2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433"/>
              <a:ext cx="67" cy="88"/>
            </a:xfrm>
            <a:custGeom>
              <a:avLst/>
              <a:gdLst>
                <a:gd name="T0" fmla="*/ 0 w 35"/>
                <a:gd name="T1" fmla="*/ 321 h 46"/>
                <a:gd name="T2" fmla="*/ 232 w 35"/>
                <a:gd name="T3" fmla="*/ 0 h 46"/>
                <a:gd name="T4" fmla="*/ 0 w 35"/>
                <a:gd name="T5" fmla="*/ 32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6">
                  <a:moveTo>
                    <a:pt x="0" y="46"/>
                  </a:moveTo>
                  <a:cubicBezTo>
                    <a:pt x="0" y="46"/>
                    <a:pt x="35" y="40"/>
                    <a:pt x="33" y="0"/>
                  </a:cubicBezTo>
                  <a:cubicBezTo>
                    <a:pt x="33" y="0"/>
                    <a:pt x="31" y="30"/>
                    <a:pt x="0" y="46"/>
                  </a:cubicBezTo>
                  <a:close/>
                </a:path>
              </a:pathLst>
            </a:custGeom>
            <a:solidFill>
              <a:srgbClr val="9D64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43" name="Freeform 85">
              <a:extLst>
                <a:ext uri="{FF2B5EF4-FFF2-40B4-BE49-F238E27FC236}">
                  <a16:creationId xmlns:a16="http://schemas.microsoft.com/office/drawing/2014/main" id="{EA786D92-38A9-47B5-9EB1-F8B49262C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906"/>
              <a:ext cx="136" cy="412"/>
            </a:xfrm>
            <a:custGeom>
              <a:avLst/>
              <a:gdLst>
                <a:gd name="T0" fmla="*/ 0 w 71"/>
                <a:gd name="T1" fmla="*/ 1443 h 215"/>
                <a:gd name="T2" fmla="*/ 176 w 71"/>
                <a:gd name="T3" fmla="*/ 1090 h 215"/>
                <a:gd name="T4" fmla="*/ 205 w 71"/>
                <a:gd name="T5" fmla="*/ 738 h 215"/>
                <a:gd name="T6" fmla="*/ 268 w 71"/>
                <a:gd name="T7" fmla="*/ 330 h 215"/>
                <a:gd name="T8" fmla="*/ 224 w 71"/>
                <a:gd name="T9" fmla="*/ 100 h 215"/>
                <a:gd name="T10" fmla="*/ 352 w 71"/>
                <a:gd name="T11" fmla="*/ 15 h 215"/>
                <a:gd name="T12" fmla="*/ 408 w 71"/>
                <a:gd name="T13" fmla="*/ 245 h 215"/>
                <a:gd name="T14" fmla="*/ 414 w 71"/>
                <a:gd name="T15" fmla="*/ 853 h 215"/>
                <a:gd name="T16" fmla="*/ 485 w 71"/>
                <a:gd name="T17" fmla="*/ 1251 h 215"/>
                <a:gd name="T18" fmla="*/ 209 w 71"/>
                <a:gd name="T19" fmla="*/ 1472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215">
                  <a:moveTo>
                    <a:pt x="0" y="205"/>
                  </a:moveTo>
                  <a:cubicBezTo>
                    <a:pt x="11" y="188"/>
                    <a:pt x="23" y="177"/>
                    <a:pt x="25" y="155"/>
                  </a:cubicBezTo>
                  <a:cubicBezTo>
                    <a:pt x="26" y="138"/>
                    <a:pt x="28" y="122"/>
                    <a:pt x="29" y="105"/>
                  </a:cubicBezTo>
                  <a:cubicBezTo>
                    <a:pt x="29" y="85"/>
                    <a:pt x="34" y="66"/>
                    <a:pt x="38" y="47"/>
                  </a:cubicBezTo>
                  <a:cubicBezTo>
                    <a:pt x="41" y="32"/>
                    <a:pt x="36" y="27"/>
                    <a:pt x="32" y="14"/>
                  </a:cubicBezTo>
                  <a:cubicBezTo>
                    <a:pt x="27" y="0"/>
                    <a:pt x="36" y="0"/>
                    <a:pt x="50" y="2"/>
                  </a:cubicBezTo>
                  <a:cubicBezTo>
                    <a:pt x="70" y="5"/>
                    <a:pt x="62" y="18"/>
                    <a:pt x="58" y="35"/>
                  </a:cubicBezTo>
                  <a:cubicBezTo>
                    <a:pt x="53" y="62"/>
                    <a:pt x="57" y="93"/>
                    <a:pt x="59" y="121"/>
                  </a:cubicBezTo>
                  <a:cubicBezTo>
                    <a:pt x="59" y="140"/>
                    <a:pt x="68" y="159"/>
                    <a:pt x="69" y="178"/>
                  </a:cubicBezTo>
                  <a:cubicBezTo>
                    <a:pt x="71" y="200"/>
                    <a:pt x="50" y="215"/>
                    <a:pt x="30" y="209"/>
                  </a:cubicBezTo>
                </a:path>
              </a:pathLst>
            </a:custGeom>
            <a:solidFill>
              <a:srgbClr val="F4B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44" name="Freeform 86">
              <a:extLst>
                <a:ext uri="{FF2B5EF4-FFF2-40B4-BE49-F238E27FC236}">
                  <a16:creationId xmlns:a16="http://schemas.microsoft.com/office/drawing/2014/main" id="{429ECF8A-5CCE-42F6-9C32-80DB99A13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745"/>
              <a:ext cx="412" cy="464"/>
            </a:xfrm>
            <a:custGeom>
              <a:avLst/>
              <a:gdLst>
                <a:gd name="T0" fmla="*/ 1514 w 215"/>
                <a:gd name="T1" fmla="*/ 353 h 242"/>
                <a:gd name="T2" fmla="*/ 1138 w 215"/>
                <a:gd name="T3" fmla="*/ 224 h 242"/>
                <a:gd name="T4" fmla="*/ 998 w 215"/>
                <a:gd name="T5" fmla="*/ 140 h 242"/>
                <a:gd name="T6" fmla="*/ 853 w 215"/>
                <a:gd name="T7" fmla="*/ 113 h 242"/>
                <a:gd name="T8" fmla="*/ 661 w 215"/>
                <a:gd name="T9" fmla="*/ 113 h 242"/>
                <a:gd name="T10" fmla="*/ 713 w 215"/>
                <a:gd name="T11" fmla="*/ 232 h 242"/>
                <a:gd name="T12" fmla="*/ 584 w 215"/>
                <a:gd name="T13" fmla="*/ 297 h 242"/>
                <a:gd name="T14" fmla="*/ 500 w 215"/>
                <a:gd name="T15" fmla="*/ 408 h 242"/>
                <a:gd name="T16" fmla="*/ 245 w 215"/>
                <a:gd name="T17" fmla="*/ 654 h 242"/>
                <a:gd name="T18" fmla="*/ 8 w 215"/>
                <a:gd name="T19" fmla="*/ 846 h 242"/>
                <a:gd name="T20" fmla="*/ 69 w 215"/>
                <a:gd name="T21" fmla="*/ 953 h 242"/>
                <a:gd name="T22" fmla="*/ 48 w 215"/>
                <a:gd name="T23" fmla="*/ 1099 h 242"/>
                <a:gd name="T24" fmla="*/ 100 w 215"/>
                <a:gd name="T25" fmla="*/ 1227 h 242"/>
                <a:gd name="T26" fmla="*/ 77 w 215"/>
                <a:gd name="T27" fmla="*/ 1404 h 242"/>
                <a:gd name="T28" fmla="*/ 153 w 215"/>
                <a:gd name="T29" fmla="*/ 1706 h 242"/>
                <a:gd name="T30" fmla="*/ 217 w 215"/>
                <a:gd name="T31" fmla="*/ 1367 h 242"/>
                <a:gd name="T32" fmla="*/ 293 w 215"/>
                <a:gd name="T33" fmla="*/ 1254 h 242"/>
                <a:gd name="T34" fmla="*/ 353 w 215"/>
                <a:gd name="T35" fmla="*/ 1106 h 242"/>
                <a:gd name="T36" fmla="*/ 445 w 215"/>
                <a:gd name="T37" fmla="*/ 777 h 242"/>
                <a:gd name="T38" fmla="*/ 632 w 215"/>
                <a:gd name="T39" fmla="*/ 698 h 242"/>
                <a:gd name="T40" fmla="*/ 774 w 215"/>
                <a:gd name="T41" fmla="*/ 493 h 242"/>
                <a:gd name="T42" fmla="*/ 998 w 215"/>
                <a:gd name="T43" fmla="*/ 429 h 242"/>
                <a:gd name="T44" fmla="*/ 1090 w 215"/>
                <a:gd name="T45" fmla="*/ 368 h 242"/>
                <a:gd name="T46" fmla="*/ 1246 w 215"/>
                <a:gd name="T47" fmla="*/ 382 h 242"/>
                <a:gd name="T48" fmla="*/ 1483 w 215"/>
                <a:gd name="T49" fmla="*/ 345 h 242"/>
                <a:gd name="T50" fmla="*/ 1514 w 215"/>
                <a:gd name="T51" fmla="*/ 353 h 2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15" h="242">
                  <a:moveTo>
                    <a:pt x="215" y="50"/>
                  </a:moveTo>
                  <a:cubicBezTo>
                    <a:pt x="210" y="49"/>
                    <a:pt x="156" y="0"/>
                    <a:pt x="162" y="32"/>
                  </a:cubicBezTo>
                  <a:cubicBezTo>
                    <a:pt x="154" y="32"/>
                    <a:pt x="150" y="24"/>
                    <a:pt x="142" y="20"/>
                  </a:cubicBezTo>
                  <a:cubicBezTo>
                    <a:pt x="134" y="17"/>
                    <a:pt x="130" y="17"/>
                    <a:pt x="121" y="16"/>
                  </a:cubicBezTo>
                  <a:cubicBezTo>
                    <a:pt x="115" y="15"/>
                    <a:pt x="98" y="9"/>
                    <a:pt x="94" y="16"/>
                  </a:cubicBezTo>
                  <a:cubicBezTo>
                    <a:pt x="89" y="24"/>
                    <a:pt x="104" y="24"/>
                    <a:pt x="101" y="33"/>
                  </a:cubicBezTo>
                  <a:cubicBezTo>
                    <a:pt x="100" y="38"/>
                    <a:pt x="88" y="38"/>
                    <a:pt x="83" y="42"/>
                  </a:cubicBezTo>
                  <a:cubicBezTo>
                    <a:pt x="77" y="47"/>
                    <a:pt x="77" y="53"/>
                    <a:pt x="71" y="58"/>
                  </a:cubicBezTo>
                  <a:cubicBezTo>
                    <a:pt x="61" y="65"/>
                    <a:pt x="26" y="73"/>
                    <a:pt x="35" y="93"/>
                  </a:cubicBezTo>
                  <a:cubicBezTo>
                    <a:pt x="27" y="100"/>
                    <a:pt x="1" y="108"/>
                    <a:pt x="1" y="120"/>
                  </a:cubicBezTo>
                  <a:cubicBezTo>
                    <a:pt x="0" y="127"/>
                    <a:pt x="8" y="128"/>
                    <a:pt x="10" y="135"/>
                  </a:cubicBezTo>
                  <a:cubicBezTo>
                    <a:pt x="11" y="141"/>
                    <a:pt x="6" y="149"/>
                    <a:pt x="7" y="156"/>
                  </a:cubicBezTo>
                  <a:cubicBezTo>
                    <a:pt x="7" y="163"/>
                    <a:pt x="13" y="167"/>
                    <a:pt x="14" y="174"/>
                  </a:cubicBezTo>
                  <a:cubicBezTo>
                    <a:pt x="16" y="181"/>
                    <a:pt x="10" y="191"/>
                    <a:pt x="11" y="199"/>
                  </a:cubicBezTo>
                  <a:cubicBezTo>
                    <a:pt x="13" y="213"/>
                    <a:pt x="18" y="228"/>
                    <a:pt x="22" y="242"/>
                  </a:cubicBezTo>
                  <a:cubicBezTo>
                    <a:pt x="38" y="226"/>
                    <a:pt x="27" y="213"/>
                    <a:pt x="31" y="194"/>
                  </a:cubicBezTo>
                  <a:cubicBezTo>
                    <a:pt x="32" y="185"/>
                    <a:pt x="36" y="186"/>
                    <a:pt x="42" y="178"/>
                  </a:cubicBezTo>
                  <a:cubicBezTo>
                    <a:pt x="48" y="171"/>
                    <a:pt x="48" y="166"/>
                    <a:pt x="50" y="157"/>
                  </a:cubicBezTo>
                  <a:cubicBezTo>
                    <a:pt x="54" y="141"/>
                    <a:pt x="56" y="125"/>
                    <a:pt x="63" y="110"/>
                  </a:cubicBezTo>
                  <a:cubicBezTo>
                    <a:pt x="73" y="92"/>
                    <a:pt x="75" y="107"/>
                    <a:pt x="90" y="99"/>
                  </a:cubicBezTo>
                  <a:cubicBezTo>
                    <a:pt x="99" y="94"/>
                    <a:pt x="103" y="78"/>
                    <a:pt x="110" y="70"/>
                  </a:cubicBezTo>
                  <a:cubicBezTo>
                    <a:pt x="121" y="58"/>
                    <a:pt x="129" y="65"/>
                    <a:pt x="142" y="61"/>
                  </a:cubicBezTo>
                  <a:cubicBezTo>
                    <a:pt x="148" y="60"/>
                    <a:pt x="148" y="55"/>
                    <a:pt x="155" y="52"/>
                  </a:cubicBezTo>
                  <a:cubicBezTo>
                    <a:pt x="162" y="49"/>
                    <a:pt x="170" y="54"/>
                    <a:pt x="177" y="54"/>
                  </a:cubicBezTo>
                  <a:cubicBezTo>
                    <a:pt x="184" y="54"/>
                    <a:pt x="208" y="52"/>
                    <a:pt x="211" y="49"/>
                  </a:cubicBezTo>
                  <a:cubicBezTo>
                    <a:pt x="212" y="49"/>
                    <a:pt x="214" y="51"/>
                    <a:pt x="215" y="50"/>
                  </a:cubicBezTo>
                </a:path>
              </a:pathLst>
            </a:custGeom>
            <a:solidFill>
              <a:srgbClr val="D89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45" name="Freeform 87">
              <a:extLst>
                <a:ext uri="{FF2B5EF4-FFF2-40B4-BE49-F238E27FC236}">
                  <a16:creationId xmlns:a16="http://schemas.microsoft.com/office/drawing/2014/main" id="{E8D0792A-65B7-4F9E-BE3E-47976D433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745"/>
              <a:ext cx="412" cy="464"/>
            </a:xfrm>
            <a:custGeom>
              <a:avLst/>
              <a:gdLst>
                <a:gd name="T0" fmla="*/ 0 w 215"/>
                <a:gd name="T1" fmla="*/ 353 h 242"/>
                <a:gd name="T2" fmla="*/ 374 w 215"/>
                <a:gd name="T3" fmla="*/ 224 h 242"/>
                <a:gd name="T4" fmla="*/ 521 w 215"/>
                <a:gd name="T5" fmla="*/ 140 h 242"/>
                <a:gd name="T6" fmla="*/ 661 w 215"/>
                <a:gd name="T7" fmla="*/ 113 h 242"/>
                <a:gd name="T8" fmla="*/ 858 w 215"/>
                <a:gd name="T9" fmla="*/ 113 h 242"/>
                <a:gd name="T10" fmla="*/ 801 w 215"/>
                <a:gd name="T11" fmla="*/ 232 h 242"/>
                <a:gd name="T12" fmla="*/ 929 w 215"/>
                <a:gd name="T13" fmla="*/ 297 h 242"/>
                <a:gd name="T14" fmla="*/ 1021 w 215"/>
                <a:gd name="T15" fmla="*/ 408 h 242"/>
                <a:gd name="T16" fmla="*/ 1274 w 215"/>
                <a:gd name="T17" fmla="*/ 654 h 242"/>
                <a:gd name="T18" fmla="*/ 1514 w 215"/>
                <a:gd name="T19" fmla="*/ 846 h 242"/>
                <a:gd name="T20" fmla="*/ 1451 w 215"/>
                <a:gd name="T21" fmla="*/ 953 h 242"/>
                <a:gd name="T22" fmla="*/ 1472 w 215"/>
                <a:gd name="T23" fmla="*/ 1099 h 242"/>
                <a:gd name="T24" fmla="*/ 1414 w 215"/>
                <a:gd name="T25" fmla="*/ 1227 h 242"/>
                <a:gd name="T26" fmla="*/ 1443 w 215"/>
                <a:gd name="T27" fmla="*/ 1404 h 242"/>
                <a:gd name="T28" fmla="*/ 1366 w 215"/>
                <a:gd name="T29" fmla="*/ 1706 h 242"/>
                <a:gd name="T30" fmla="*/ 1303 w 215"/>
                <a:gd name="T31" fmla="*/ 1367 h 242"/>
                <a:gd name="T32" fmla="*/ 1219 w 215"/>
                <a:gd name="T33" fmla="*/ 1254 h 242"/>
                <a:gd name="T34" fmla="*/ 1161 w 215"/>
                <a:gd name="T35" fmla="*/ 1106 h 242"/>
                <a:gd name="T36" fmla="*/ 1069 w 215"/>
                <a:gd name="T37" fmla="*/ 777 h 242"/>
                <a:gd name="T38" fmla="*/ 881 w 215"/>
                <a:gd name="T39" fmla="*/ 698 h 242"/>
                <a:gd name="T40" fmla="*/ 745 w 215"/>
                <a:gd name="T41" fmla="*/ 493 h 242"/>
                <a:gd name="T42" fmla="*/ 521 w 215"/>
                <a:gd name="T43" fmla="*/ 429 h 242"/>
                <a:gd name="T44" fmla="*/ 429 w 215"/>
                <a:gd name="T45" fmla="*/ 368 h 242"/>
                <a:gd name="T46" fmla="*/ 268 w 215"/>
                <a:gd name="T47" fmla="*/ 382 h 242"/>
                <a:gd name="T48" fmla="*/ 36 w 215"/>
                <a:gd name="T49" fmla="*/ 345 h 242"/>
                <a:gd name="T50" fmla="*/ 0 w 215"/>
                <a:gd name="T51" fmla="*/ 353 h 2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15" h="242">
                  <a:moveTo>
                    <a:pt x="0" y="50"/>
                  </a:moveTo>
                  <a:cubicBezTo>
                    <a:pt x="6" y="49"/>
                    <a:pt x="60" y="0"/>
                    <a:pt x="53" y="32"/>
                  </a:cubicBezTo>
                  <a:cubicBezTo>
                    <a:pt x="61" y="32"/>
                    <a:pt x="66" y="24"/>
                    <a:pt x="74" y="20"/>
                  </a:cubicBezTo>
                  <a:cubicBezTo>
                    <a:pt x="81" y="17"/>
                    <a:pt x="86" y="17"/>
                    <a:pt x="94" y="16"/>
                  </a:cubicBezTo>
                  <a:cubicBezTo>
                    <a:pt x="101" y="15"/>
                    <a:pt x="118" y="9"/>
                    <a:pt x="122" y="16"/>
                  </a:cubicBezTo>
                  <a:cubicBezTo>
                    <a:pt x="127" y="24"/>
                    <a:pt x="112" y="24"/>
                    <a:pt x="114" y="33"/>
                  </a:cubicBezTo>
                  <a:cubicBezTo>
                    <a:pt x="116" y="38"/>
                    <a:pt x="128" y="38"/>
                    <a:pt x="132" y="42"/>
                  </a:cubicBezTo>
                  <a:cubicBezTo>
                    <a:pt x="138" y="47"/>
                    <a:pt x="139" y="53"/>
                    <a:pt x="145" y="58"/>
                  </a:cubicBezTo>
                  <a:cubicBezTo>
                    <a:pt x="154" y="65"/>
                    <a:pt x="190" y="73"/>
                    <a:pt x="181" y="93"/>
                  </a:cubicBezTo>
                  <a:cubicBezTo>
                    <a:pt x="189" y="100"/>
                    <a:pt x="214" y="108"/>
                    <a:pt x="215" y="120"/>
                  </a:cubicBezTo>
                  <a:cubicBezTo>
                    <a:pt x="215" y="127"/>
                    <a:pt x="207" y="128"/>
                    <a:pt x="206" y="135"/>
                  </a:cubicBezTo>
                  <a:cubicBezTo>
                    <a:pt x="204" y="141"/>
                    <a:pt x="210" y="149"/>
                    <a:pt x="209" y="156"/>
                  </a:cubicBezTo>
                  <a:cubicBezTo>
                    <a:pt x="208" y="163"/>
                    <a:pt x="203" y="167"/>
                    <a:pt x="201" y="174"/>
                  </a:cubicBezTo>
                  <a:cubicBezTo>
                    <a:pt x="200" y="181"/>
                    <a:pt x="206" y="191"/>
                    <a:pt x="205" y="199"/>
                  </a:cubicBezTo>
                  <a:cubicBezTo>
                    <a:pt x="203" y="213"/>
                    <a:pt x="198" y="228"/>
                    <a:pt x="194" y="242"/>
                  </a:cubicBezTo>
                  <a:cubicBezTo>
                    <a:pt x="177" y="226"/>
                    <a:pt x="189" y="213"/>
                    <a:pt x="185" y="194"/>
                  </a:cubicBezTo>
                  <a:cubicBezTo>
                    <a:pt x="183" y="185"/>
                    <a:pt x="179" y="186"/>
                    <a:pt x="173" y="178"/>
                  </a:cubicBezTo>
                  <a:cubicBezTo>
                    <a:pt x="167" y="171"/>
                    <a:pt x="167" y="166"/>
                    <a:pt x="165" y="157"/>
                  </a:cubicBezTo>
                  <a:cubicBezTo>
                    <a:pt x="162" y="141"/>
                    <a:pt x="160" y="125"/>
                    <a:pt x="152" y="110"/>
                  </a:cubicBezTo>
                  <a:cubicBezTo>
                    <a:pt x="143" y="92"/>
                    <a:pt x="141" y="107"/>
                    <a:pt x="125" y="99"/>
                  </a:cubicBezTo>
                  <a:cubicBezTo>
                    <a:pt x="117" y="94"/>
                    <a:pt x="113" y="78"/>
                    <a:pt x="106" y="70"/>
                  </a:cubicBezTo>
                  <a:cubicBezTo>
                    <a:pt x="94" y="58"/>
                    <a:pt x="86" y="65"/>
                    <a:pt x="74" y="61"/>
                  </a:cubicBezTo>
                  <a:cubicBezTo>
                    <a:pt x="67" y="60"/>
                    <a:pt x="67" y="55"/>
                    <a:pt x="61" y="52"/>
                  </a:cubicBezTo>
                  <a:cubicBezTo>
                    <a:pt x="54" y="49"/>
                    <a:pt x="46" y="54"/>
                    <a:pt x="38" y="54"/>
                  </a:cubicBezTo>
                  <a:cubicBezTo>
                    <a:pt x="32" y="54"/>
                    <a:pt x="8" y="52"/>
                    <a:pt x="5" y="49"/>
                  </a:cubicBezTo>
                  <a:cubicBezTo>
                    <a:pt x="3" y="49"/>
                    <a:pt x="2" y="51"/>
                    <a:pt x="0" y="50"/>
                  </a:cubicBezTo>
                </a:path>
              </a:pathLst>
            </a:custGeom>
            <a:solidFill>
              <a:srgbClr val="D89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3973" name="Brain-substantia-nigra-parkinson-disease">
            <a:extLst>
              <a:ext uri="{FF2B5EF4-FFF2-40B4-BE49-F238E27FC236}">
                <a16:creationId xmlns:a16="http://schemas.microsoft.com/office/drawing/2014/main" id="{A580C111-9270-4B9A-8893-B5D806CC6320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4572000"/>
            <a:ext cx="1189038" cy="1524000"/>
            <a:chOff x="3441" y="1037"/>
            <a:chExt cx="1753" cy="2248"/>
          </a:xfrm>
        </p:grpSpPr>
        <p:grpSp>
          <p:nvGrpSpPr>
            <p:cNvPr id="83980" name="Group 89">
              <a:extLst>
                <a:ext uri="{FF2B5EF4-FFF2-40B4-BE49-F238E27FC236}">
                  <a16:creationId xmlns:a16="http://schemas.microsoft.com/office/drawing/2014/main" id="{F5A033F7-E443-4954-A30D-C86C25FC58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1" y="1037"/>
              <a:ext cx="1753" cy="2248"/>
              <a:chOff x="3441" y="1037"/>
              <a:chExt cx="1753" cy="2248"/>
            </a:xfrm>
          </p:grpSpPr>
          <p:sp>
            <p:nvSpPr>
              <p:cNvPr id="84128" name="Freeform 90">
                <a:extLst>
                  <a:ext uri="{FF2B5EF4-FFF2-40B4-BE49-F238E27FC236}">
                    <a16:creationId xmlns:a16="http://schemas.microsoft.com/office/drawing/2014/main" id="{FB828075-CA5D-4259-9154-E22459214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037"/>
                <a:ext cx="1753" cy="2248"/>
              </a:xfrm>
              <a:custGeom>
                <a:avLst/>
                <a:gdLst>
                  <a:gd name="T0" fmla="*/ 5379 w 701"/>
                  <a:gd name="T1" fmla="*/ 14528 h 843"/>
                  <a:gd name="T2" fmla="*/ 5317 w 701"/>
                  <a:gd name="T3" fmla="*/ 15040 h 843"/>
                  <a:gd name="T4" fmla="*/ 5066 w 701"/>
                  <a:gd name="T5" fmla="*/ 15680 h 843"/>
                  <a:gd name="T6" fmla="*/ 3864 w 701"/>
                  <a:gd name="T7" fmla="*/ 15587 h 843"/>
                  <a:gd name="T8" fmla="*/ 2938 w 701"/>
                  <a:gd name="T9" fmla="*/ 14813 h 843"/>
                  <a:gd name="T10" fmla="*/ 1563 w 701"/>
                  <a:gd name="T11" fmla="*/ 14131 h 843"/>
                  <a:gd name="T12" fmla="*/ 750 w 701"/>
                  <a:gd name="T13" fmla="*/ 12651 h 843"/>
                  <a:gd name="T14" fmla="*/ 533 w 701"/>
                  <a:gd name="T15" fmla="*/ 12536 h 843"/>
                  <a:gd name="T16" fmla="*/ 125 w 701"/>
                  <a:gd name="T17" fmla="*/ 10013 h 843"/>
                  <a:gd name="T18" fmla="*/ 238 w 701"/>
                  <a:gd name="T19" fmla="*/ 8853 h 843"/>
                  <a:gd name="T20" fmla="*/ 283 w 701"/>
                  <a:gd name="T21" fmla="*/ 7488 h 843"/>
                  <a:gd name="T22" fmla="*/ 533 w 701"/>
                  <a:gd name="T23" fmla="*/ 6293 h 843"/>
                  <a:gd name="T24" fmla="*/ 783 w 701"/>
                  <a:gd name="T25" fmla="*/ 4573 h 843"/>
                  <a:gd name="T26" fmla="*/ 1833 w 701"/>
                  <a:gd name="T27" fmla="*/ 2539 h 843"/>
                  <a:gd name="T28" fmla="*/ 2563 w 701"/>
                  <a:gd name="T29" fmla="*/ 1288 h 843"/>
                  <a:gd name="T30" fmla="*/ 3771 w 701"/>
                  <a:gd name="T31" fmla="*/ 533 h 843"/>
                  <a:gd name="T32" fmla="*/ 5116 w 701"/>
                  <a:gd name="T33" fmla="*/ 264 h 843"/>
                  <a:gd name="T34" fmla="*/ 5367 w 701"/>
                  <a:gd name="T35" fmla="*/ 1331 h 843"/>
                  <a:gd name="T36" fmla="*/ 5772 w 701"/>
                  <a:gd name="T37" fmla="*/ 307 h 843"/>
                  <a:gd name="T38" fmla="*/ 7067 w 701"/>
                  <a:gd name="T39" fmla="*/ 605 h 843"/>
                  <a:gd name="T40" fmla="*/ 8192 w 701"/>
                  <a:gd name="T41" fmla="*/ 1080 h 843"/>
                  <a:gd name="T42" fmla="*/ 8710 w 701"/>
                  <a:gd name="T43" fmla="*/ 1536 h 843"/>
                  <a:gd name="T44" fmla="*/ 9255 w 701"/>
                  <a:gd name="T45" fmla="*/ 2752 h 843"/>
                  <a:gd name="T46" fmla="*/ 9680 w 701"/>
                  <a:gd name="T47" fmla="*/ 3469 h 843"/>
                  <a:gd name="T48" fmla="*/ 9963 w 701"/>
                  <a:gd name="T49" fmla="*/ 4323 h 843"/>
                  <a:gd name="T50" fmla="*/ 9963 w 701"/>
                  <a:gd name="T51" fmla="*/ 4856 h 843"/>
                  <a:gd name="T52" fmla="*/ 10150 w 701"/>
                  <a:gd name="T53" fmla="*/ 5213 h 843"/>
                  <a:gd name="T54" fmla="*/ 10318 w 701"/>
                  <a:gd name="T55" fmla="*/ 5747 h 843"/>
                  <a:gd name="T56" fmla="*/ 10681 w 701"/>
                  <a:gd name="T57" fmla="*/ 7488 h 843"/>
                  <a:gd name="T58" fmla="*/ 10726 w 701"/>
                  <a:gd name="T59" fmla="*/ 8853 h 843"/>
                  <a:gd name="T60" fmla="*/ 10838 w 701"/>
                  <a:gd name="T61" fmla="*/ 10013 h 843"/>
                  <a:gd name="T62" fmla="*/ 10318 w 701"/>
                  <a:gd name="T63" fmla="*/ 12459 h 843"/>
                  <a:gd name="T64" fmla="*/ 10100 w 701"/>
                  <a:gd name="T65" fmla="*/ 12608 h 843"/>
                  <a:gd name="T66" fmla="*/ 9193 w 701"/>
                  <a:gd name="T67" fmla="*/ 14109 h 843"/>
                  <a:gd name="T68" fmla="*/ 8430 w 701"/>
                  <a:gd name="T69" fmla="*/ 14677 h 843"/>
                  <a:gd name="T70" fmla="*/ 8192 w 701"/>
                  <a:gd name="T71" fmla="*/ 14997 h 843"/>
                  <a:gd name="T72" fmla="*/ 7097 w 701"/>
                  <a:gd name="T73" fmla="*/ 15587 h 843"/>
                  <a:gd name="T74" fmla="*/ 5647 w 701"/>
                  <a:gd name="T75" fmla="*/ 15645 h 843"/>
                  <a:gd name="T76" fmla="*/ 5442 w 701"/>
                  <a:gd name="T77" fmla="*/ 14941 h 843"/>
                  <a:gd name="T78" fmla="*/ 5379 w 701"/>
                  <a:gd name="T79" fmla="*/ 14528 h 84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01" h="843">
                    <a:moveTo>
                      <a:pt x="344" y="766"/>
                    </a:moveTo>
                    <a:cubicBezTo>
                      <a:pt x="344" y="766"/>
                      <a:pt x="344" y="778"/>
                      <a:pt x="340" y="793"/>
                    </a:cubicBezTo>
                    <a:cubicBezTo>
                      <a:pt x="337" y="807"/>
                      <a:pt x="346" y="811"/>
                      <a:pt x="324" y="827"/>
                    </a:cubicBezTo>
                    <a:cubicBezTo>
                      <a:pt x="301" y="843"/>
                      <a:pt x="273" y="825"/>
                      <a:pt x="247" y="822"/>
                    </a:cubicBezTo>
                    <a:cubicBezTo>
                      <a:pt x="221" y="819"/>
                      <a:pt x="191" y="801"/>
                      <a:pt x="188" y="781"/>
                    </a:cubicBezTo>
                    <a:cubicBezTo>
                      <a:pt x="180" y="787"/>
                      <a:pt x="140" y="771"/>
                      <a:pt x="100" y="745"/>
                    </a:cubicBezTo>
                    <a:cubicBezTo>
                      <a:pt x="74" y="726"/>
                      <a:pt x="44" y="694"/>
                      <a:pt x="48" y="667"/>
                    </a:cubicBezTo>
                    <a:cubicBezTo>
                      <a:pt x="48" y="667"/>
                      <a:pt x="50" y="673"/>
                      <a:pt x="34" y="661"/>
                    </a:cubicBezTo>
                    <a:cubicBezTo>
                      <a:pt x="18" y="648"/>
                      <a:pt x="10" y="566"/>
                      <a:pt x="8" y="528"/>
                    </a:cubicBezTo>
                    <a:cubicBezTo>
                      <a:pt x="7" y="489"/>
                      <a:pt x="7" y="470"/>
                      <a:pt x="15" y="467"/>
                    </a:cubicBezTo>
                    <a:cubicBezTo>
                      <a:pt x="0" y="456"/>
                      <a:pt x="16" y="425"/>
                      <a:pt x="18" y="395"/>
                    </a:cubicBezTo>
                    <a:cubicBezTo>
                      <a:pt x="20" y="364"/>
                      <a:pt x="18" y="342"/>
                      <a:pt x="34" y="332"/>
                    </a:cubicBezTo>
                    <a:cubicBezTo>
                      <a:pt x="28" y="323"/>
                      <a:pt x="40" y="283"/>
                      <a:pt x="50" y="241"/>
                    </a:cubicBezTo>
                    <a:cubicBezTo>
                      <a:pt x="60" y="200"/>
                      <a:pt x="92" y="137"/>
                      <a:pt x="117" y="134"/>
                    </a:cubicBezTo>
                    <a:cubicBezTo>
                      <a:pt x="114" y="118"/>
                      <a:pt x="146" y="67"/>
                      <a:pt x="164" y="68"/>
                    </a:cubicBezTo>
                    <a:cubicBezTo>
                      <a:pt x="170" y="57"/>
                      <a:pt x="221" y="30"/>
                      <a:pt x="241" y="28"/>
                    </a:cubicBezTo>
                    <a:cubicBezTo>
                      <a:pt x="250" y="14"/>
                      <a:pt x="289" y="0"/>
                      <a:pt x="327" y="14"/>
                    </a:cubicBezTo>
                    <a:cubicBezTo>
                      <a:pt x="340" y="19"/>
                      <a:pt x="342" y="33"/>
                      <a:pt x="343" y="70"/>
                    </a:cubicBezTo>
                    <a:cubicBezTo>
                      <a:pt x="340" y="29"/>
                      <a:pt x="356" y="21"/>
                      <a:pt x="369" y="16"/>
                    </a:cubicBezTo>
                    <a:cubicBezTo>
                      <a:pt x="407" y="2"/>
                      <a:pt x="434" y="16"/>
                      <a:pt x="452" y="32"/>
                    </a:cubicBezTo>
                    <a:cubicBezTo>
                      <a:pt x="466" y="28"/>
                      <a:pt x="503" y="44"/>
                      <a:pt x="524" y="57"/>
                    </a:cubicBezTo>
                    <a:cubicBezTo>
                      <a:pt x="531" y="61"/>
                      <a:pt x="550" y="73"/>
                      <a:pt x="557" y="81"/>
                    </a:cubicBezTo>
                    <a:cubicBezTo>
                      <a:pt x="568" y="92"/>
                      <a:pt x="584" y="124"/>
                      <a:pt x="592" y="145"/>
                    </a:cubicBezTo>
                    <a:cubicBezTo>
                      <a:pt x="595" y="154"/>
                      <a:pt x="611" y="174"/>
                      <a:pt x="619" y="183"/>
                    </a:cubicBezTo>
                    <a:cubicBezTo>
                      <a:pt x="627" y="193"/>
                      <a:pt x="633" y="210"/>
                      <a:pt x="637" y="228"/>
                    </a:cubicBezTo>
                    <a:cubicBezTo>
                      <a:pt x="640" y="237"/>
                      <a:pt x="637" y="256"/>
                      <a:pt x="637" y="256"/>
                    </a:cubicBezTo>
                    <a:cubicBezTo>
                      <a:pt x="637" y="256"/>
                      <a:pt x="647" y="269"/>
                      <a:pt x="649" y="275"/>
                    </a:cubicBezTo>
                    <a:cubicBezTo>
                      <a:pt x="653" y="286"/>
                      <a:pt x="657" y="295"/>
                      <a:pt x="660" y="303"/>
                    </a:cubicBezTo>
                    <a:cubicBezTo>
                      <a:pt x="666" y="317"/>
                      <a:pt x="681" y="364"/>
                      <a:pt x="683" y="395"/>
                    </a:cubicBezTo>
                    <a:cubicBezTo>
                      <a:pt x="685" y="425"/>
                      <a:pt x="701" y="456"/>
                      <a:pt x="686" y="467"/>
                    </a:cubicBezTo>
                    <a:cubicBezTo>
                      <a:pt x="694" y="470"/>
                      <a:pt x="694" y="489"/>
                      <a:pt x="693" y="528"/>
                    </a:cubicBezTo>
                    <a:cubicBezTo>
                      <a:pt x="691" y="544"/>
                      <a:pt x="674" y="640"/>
                      <a:pt x="660" y="657"/>
                    </a:cubicBezTo>
                    <a:cubicBezTo>
                      <a:pt x="655" y="664"/>
                      <a:pt x="646" y="665"/>
                      <a:pt x="646" y="665"/>
                    </a:cubicBezTo>
                    <a:cubicBezTo>
                      <a:pt x="650" y="674"/>
                      <a:pt x="628" y="714"/>
                      <a:pt x="588" y="744"/>
                    </a:cubicBezTo>
                    <a:cubicBezTo>
                      <a:pt x="568" y="757"/>
                      <a:pt x="550" y="778"/>
                      <a:pt x="539" y="774"/>
                    </a:cubicBezTo>
                    <a:cubicBezTo>
                      <a:pt x="535" y="776"/>
                      <a:pt x="534" y="784"/>
                      <a:pt x="524" y="791"/>
                    </a:cubicBezTo>
                    <a:cubicBezTo>
                      <a:pt x="505" y="804"/>
                      <a:pt x="471" y="820"/>
                      <a:pt x="454" y="822"/>
                    </a:cubicBezTo>
                    <a:cubicBezTo>
                      <a:pt x="429" y="825"/>
                      <a:pt x="403" y="842"/>
                      <a:pt x="361" y="825"/>
                    </a:cubicBezTo>
                    <a:cubicBezTo>
                      <a:pt x="348" y="819"/>
                      <a:pt x="352" y="802"/>
                      <a:pt x="348" y="788"/>
                    </a:cubicBezTo>
                    <a:cubicBezTo>
                      <a:pt x="345" y="773"/>
                      <a:pt x="344" y="766"/>
                      <a:pt x="344" y="766"/>
                    </a:cubicBezTo>
                    <a:close/>
                  </a:path>
                </a:pathLst>
              </a:custGeom>
              <a:solidFill>
                <a:srgbClr val="E8E4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29" name="Freeform 91">
                <a:extLst>
                  <a:ext uri="{FF2B5EF4-FFF2-40B4-BE49-F238E27FC236}">
                    <a16:creationId xmlns:a16="http://schemas.microsoft.com/office/drawing/2014/main" id="{D6F5D9BA-F200-459B-A779-B7ECA8F09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1531"/>
                <a:ext cx="193" cy="274"/>
              </a:xfrm>
              <a:custGeom>
                <a:avLst/>
                <a:gdLst>
                  <a:gd name="T0" fmla="*/ 33 w 77"/>
                  <a:gd name="T1" fmla="*/ 0 h 103"/>
                  <a:gd name="T2" fmla="*/ 376 w 77"/>
                  <a:gd name="T3" fmla="*/ 920 h 103"/>
                  <a:gd name="T4" fmla="*/ 1163 w 77"/>
                  <a:gd name="T5" fmla="*/ 362 h 103"/>
                  <a:gd name="T6" fmla="*/ 426 w 77"/>
                  <a:gd name="T7" fmla="*/ 1564 h 103"/>
                  <a:gd name="T8" fmla="*/ 238 w 77"/>
                  <a:gd name="T9" fmla="*/ 1918 h 103"/>
                  <a:gd name="T10" fmla="*/ 0 w 77"/>
                  <a:gd name="T11" fmla="*/ 865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03">
                    <a:moveTo>
                      <a:pt x="2" y="0"/>
                    </a:moveTo>
                    <a:cubicBezTo>
                      <a:pt x="11" y="14"/>
                      <a:pt x="6" y="38"/>
                      <a:pt x="24" y="49"/>
                    </a:cubicBezTo>
                    <a:cubicBezTo>
                      <a:pt x="35" y="56"/>
                      <a:pt x="69" y="32"/>
                      <a:pt x="74" y="19"/>
                    </a:cubicBezTo>
                    <a:cubicBezTo>
                      <a:pt x="77" y="35"/>
                      <a:pt x="35" y="72"/>
                      <a:pt x="27" y="83"/>
                    </a:cubicBezTo>
                    <a:cubicBezTo>
                      <a:pt x="24" y="87"/>
                      <a:pt x="20" y="102"/>
                      <a:pt x="15" y="102"/>
                    </a:cubicBezTo>
                    <a:cubicBezTo>
                      <a:pt x="6" y="103"/>
                      <a:pt x="2" y="53"/>
                      <a:pt x="0" y="4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30" name="Freeform 92">
                <a:extLst>
                  <a:ext uri="{FF2B5EF4-FFF2-40B4-BE49-F238E27FC236}">
                    <a16:creationId xmlns:a16="http://schemas.microsoft.com/office/drawing/2014/main" id="{64CF92AD-FEA5-4959-BDCF-57689EAC8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149"/>
                <a:ext cx="115" cy="704"/>
              </a:xfrm>
              <a:custGeom>
                <a:avLst/>
                <a:gdLst>
                  <a:gd name="T0" fmla="*/ 300 w 46"/>
                  <a:gd name="T1" fmla="*/ 0 h 264"/>
                  <a:gd name="T2" fmla="*/ 313 w 46"/>
                  <a:gd name="T3" fmla="*/ 875 h 264"/>
                  <a:gd name="T4" fmla="*/ 425 w 46"/>
                  <a:gd name="T5" fmla="*/ 1899 h 264"/>
                  <a:gd name="T6" fmla="*/ 270 w 46"/>
                  <a:gd name="T7" fmla="*/ 4232 h 264"/>
                  <a:gd name="T8" fmla="*/ 113 w 46"/>
                  <a:gd name="T9" fmla="*/ 4744 h 264"/>
                  <a:gd name="T10" fmla="*/ 458 w 46"/>
                  <a:gd name="T11" fmla="*/ 4701 h 264"/>
                  <a:gd name="T12" fmla="*/ 645 w 46"/>
                  <a:gd name="T13" fmla="*/ 3264 h 264"/>
                  <a:gd name="T14" fmla="*/ 470 w 46"/>
                  <a:gd name="T15" fmla="*/ 683 h 2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264">
                    <a:moveTo>
                      <a:pt x="19" y="0"/>
                    </a:moveTo>
                    <a:cubicBezTo>
                      <a:pt x="0" y="2"/>
                      <a:pt x="17" y="36"/>
                      <a:pt x="20" y="46"/>
                    </a:cubicBezTo>
                    <a:cubicBezTo>
                      <a:pt x="25" y="63"/>
                      <a:pt x="26" y="83"/>
                      <a:pt x="27" y="100"/>
                    </a:cubicBezTo>
                    <a:cubicBezTo>
                      <a:pt x="29" y="141"/>
                      <a:pt x="28" y="184"/>
                      <a:pt x="17" y="223"/>
                    </a:cubicBezTo>
                    <a:cubicBezTo>
                      <a:pt x="15" y="231"/>
                      <a:pt x="6" y="243"/>
                      <a:pt x="7" y="250"/>
                    </a:cubicBezTo>
                    <a:cubicBezTo>
                      <a:pt x="7" y="264"/>
                      <a:pt x="23" y="258"/>
                      <a:pt x="29" y="248"/>
                    </a:cubicBezTo>
                    <a:cubicBezTo>
                      <a:pt x="42" y="227"/>
                      <a:pt x="38" y="196"/>
                      <a:pt x="41" y="172"/>
                    </a:cubicBezTo>
                    <a:cubicBezTo>
                      <a:pt x="46" y="125"/>
                      <a:pt x="36" y="82"/>
                      <a:pt x="30" y="3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31" name="Freeform 93">
                <a:extLst>
                  <a:ext uri="{FF2B5EF4-FFF2-40B4-BE49-F238E27FC236}">
                    <a16:creationId xmlns:a16="http://schemas.microsoft.com/office/drawing/2014/main" id="{AA27AD12-B8FF-422D-9AD4-722102C04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733"/>
                <a:ext cx="115" cy="107"/>
              </a:xfrm>
              <a:custGeom>
                <a:avLst/>
                <a:gdLst>
                  <a:gd name="T0" fmla="*/ 50 w 46"/>
                  <a:gd name="T1" fmla="*/ 193 h 40"/>
                  <a:gd name="T2" fmla="*/ 33 w 46"/>
                  <a:gd name="T3" fmla="*/ 401 h 40"/>
                  <a:gd name="T4" fmla="*/ 33 w 46"/>
                  <a:gd name="T5" fmla="*/ 709 h 40"/>
                  <a:gd name="T6" fmla="*/ 488 w 46"/>
                  <a:gd name="T7" fmla="*/ 650 h 40"/>
                  <a:gd name="T8" fmla="*/ 688 w 46"/>
                  <a:gd name="T9" fmla="*/ 0 h 40"/>
                  <a:gd name="T10" fmla="*/ 563 w 46"/>
                  <a:gd name="T11" fmla="*/ 308 h 40"/>
                  <a:gd name="T12" fmla="*/ 363 w 46"/>
                  <a:gd name="T13" fmla="*/ 286 h 40"/>
                  <a:gd name="T14" fmla="*/ 158 w 46"/>
                  <a:gd name="T15" fmla="*/ 265 h 40"/>
                  <a:gd name="T16" fmla="*/ 83 w 46"/>
                  <a:gd name="T17" fmla="*/ 265 h 40"/>
                  <a:gd name="T18" fmla="*/ 33 w 46"/>
                  <a:gd name="T19" fmla="*/ 171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40">
                    <a:moveTo>
                      <a:pt x="3" y="10"/>
                    </a:moveTo>
                    <a:cubicBezTo>
                      <a:pt x="3" y="13"/>
                      <a:pt x="2" y="17"/>
                      <a:pt x="2" y="21"/>
                    </a:cubicBezTo>
                    <a:cubicBezTo>
                      <a:pt x="2" y="25"/>
                      <a:pt x="0" y="33"/>
                      <a:pt x="2" y="37"/>
                    </a:cubicBezTo>
                    <a:cubicBezTo>
                      <a:pt x="11" y="32"/>
                      <a:pt x="22" y="40"/>
                      <a:pt x="31" y="34"/>
                    </a:cubicBezTo>
                    <a:cubicBezTo>
                      <a:pt x="41" y="27"/>
                      <a:pt x="46" y="12"/>
                      <a:pt x="44" y="0"/>
                    </a:cubicBezTo>
                    <a:cubicBezTo>
                      <a:pt x="41" y="5"/>
                      <a:pt x="40" y="13"/>
                      <a:pt x="36" y="16"/>
                    </a:cubicBezTo>
                    <a:cubicBezTo>
                      <a:pt x="31" y="19"/>
                      <a:pt x="27" y="17"/>
                      <a:pt x="23" y="15"/>
                    </a:cubicBezTo>
                    <a:cubicBezTo>
                      <a:pt x="19" y="14"/>
                      <a:pt x="14" y="13"/>
                      <a:pt x="10" y="14"/>
                    </a:cubicBezTo>
                    <a:cubicBezTo>
                      <a:pt x="8" y="14"/>
                      <a:pt x="7" y="15"/>
                      <a:pt x="5" y="14"/>
                    </a:cubicBezTo>
                    <a:cubicBezTo>
                      <a:pt x="4" y="14"/>
                      <a:pt x="3" y="11"/>
                      <a:pt x="2" y="9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32" name="Freeform 94">
                <a:extLst>
                  <a:ext uri="{FF2B5EF4-FFF2-40B4-BE49-F238E27FC236}">
                    <a16:creationId xmlns:a16="http://schemas.microsoft.com/office/drawing/2014/main" id="{12BE5CB9-09A4-425B-8CB2-02038EB04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112"/>
                <a:ext cx="112" cy="720"/>
              </a:xfrm>
              <a:custGeom>
                <a:avLst/>
                <a:gdLst>
                  <a:gd name="T0" fmla="*/ 508 w 45"/>
                  <a:gd name="T1" fmla="*/ 0 h 270"/>
                  <a:gd name="T2" fmla="*/ 600 w 45"/>
                  <a:gd name="T3" fmla="*/ 1480 h 270"/>
                  <a:gd name="T4" fmla="*/ 632 w 45"/>
                  <a:gd name="T5" fmla="*/ 2765 h 270"/>
                  <a:gd name="T6" fmla="*/ 682 w 45"/>
                  <a:gd name="T7" fmla="*/ 4152 h 270"/>
                  <a:gd name="T8" fmla="*/ 540 w 45"/>
                  <a:gd name="T9" fmla="*/ 5099 h 270"/>
                  <a:gd name="T10" fmla="*/ 291 w 45"/>
                  <a:gd name="T11" fmla="*/ 5005 h 270"/>
                  <a:gd name="T12" fmla="*/ 0 w 45"/>
                  <a:gd name="T13" fmla="*/ 4459 h 270"/>
                  <a:gd name="T14" fmla="*/ 309 w 45"/>
                  <a:gd name="T15" fmla="*/ 4152 h 270"/>
                  <a:gd name="T16" fmla="*/ 433 w 45"/>
                  <a:gd name="T17" fmla="*/ 2504 h 270"/>
                  <a:gd name="T18" fmla="*/ 508 w 45"/>
                  <a:gd name="T19" fmla="*/ 0 h 2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270">
                    <a:moveTo>
                      <a:pt x="33" y="0"/>
                    </a:moveTo>
                    <a:cubicBezTo>
                      <a:pt x="39" y="23"/>
                      <a:pt x="37" y="51"/>
                      <a:pt x="39" y="78"/>
                    </a:cubicBezTo>
                    <a:cubicBezTo>
                      <a:pt x="40" y="104"/>
                      <a:pt x="43" y="123"/>
                      <a:pt x="41" y="146"/>
                    </a:cubicBezTo>
                    <a:cubicBezTo>
                      <a:pt x="39" y="168"/>
                      <a:pt x="42" y="197"/>
                      <a:pt x="44" y="219"/>
                    </a:cubicBezTo>
                    <a:cubicBezTo>
                      <a:pt x="45" y="240"/>
                      <a:pt x="41" y="267"/>
                      <a:pt x="35" y="269"/>
                    </a:cubicBezTo>
                    <a:cubicBezTo>
                      <a:pt x="29" y="270"/>
                      <a:pt x="23" y="264"/>
                      <a:pt x="19" y="264"/>
                    </a:cubicBezTo>
                    <a:cubicBezTo>
                      <a:pt x="15" y="264"/>
                      <a:pt x="0" y="235"/>
                      <a:pt x="0" y="235"/>
                    </a:cubicBezTo>
                    <a:cubicBezTo>
                      <a:pt x="0" y="235"/>
                      <a:pt x="10" y="232"/>
                      <a:pt x="20" y="219"/>
                    </a:cubicBezTo>
                    <a:cubicBezTo>
                      <a:pt x="29" y="206"/>
                      <a:pt x="26" y="151"/>
                      <a:pt x="28" y="132"/>
                    </a:cubicBezTo>
                    <a:cubicBezTo>
                      <a:pt x="29" y="112"/>
                      <a:pt x="39" y="12"/>
                      <a:pt x="33" y="0"/>
                    </a:cubicBezTo>
                    <a:close/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33" name="Freeform 95">
                <a:extLst>
                  <a:ext uri="{FF2B5EF4-FFF2-40B4-BE49-F238E27FC236}">
                    <a16:creationId xmlns:a16="http://schemas.microsoft.com/office/drawing/2014/main" id="{949266D5-CC60-4E9C-9C8C-2E0631953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141"/>
                <a:ext cx="103" cy="707"/>
              </a:xfrm>
              <a:custGeom>
                <a:avLst/>
                <a:gdLst>
                  <a:gd name="T0" fmla="*/ 472 w 41"/>
                  <a:gd name="T1" fmla="*/ 0 h 265"/>
                  <a:gd name="T2" fmla="*/ 525 w 41"/>
                  <a:gd name="T3" fmla="*/ 648 h 265"/>
                  <a:gd name="T4" fmla="*/ 304 w 41"/>
                  <a:gd name="T5" fmla="*/ 2049 h 265"/>
                  <a:gd name="T6" fmla="*/ 334 w 41"/>
                  <a:gd name="T7" fmla="*/ 4101 h 265"/>
                  <a:gd name="T8" fmla="*/ 492 w 41"/>
                  <a:gd name="T9" fmla="*/ 4997 h 265"/>
                  <a:gd name="T10" fmla="*/ 317 w 41"/>
                  <a:gd name="T11" fmla="*/ 5032 h 265"/>
                  <a:gd name="T12" fmla="*/ 0 w 41"/>
                  <a:gd name="T13" fmla="*/ 4255 h 265"/>
                  <a:gd name="T14" fmla="*/ 113 w 41"/>
                  <a:gd name="T15" fmla="*/ 1916 h 265"/>
                  <a:gd name="T16" fmla="*/ 397 w 41"/>
                  <a:gd name="T17" fmla="*/ 456 h 2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65">
                    <a:moveTo>
                      <a:pt x="30" y="0"/>
                    </a:moveTo>
                    <a:cubicBezTo>
                      <a:pt x="41" y="3"/>
                      <a:pt x="38" y="19"/>
                      <a:pt x="33" y="34"/>
                    </a:cubicBezTo>
                    <a:cubicBezTo>
                      <a:pt x="28" y="49"/>
                      <a:pt x="20" y="81"/>
                      <a:pt x="19" y="108"/>
                    </a:cubicBezTo>
                    <a:cubicBezTo>
                      <a:pt x="18" y="136"/>
                      <a:pt x="15" y="193"/>
                      <a:pt x="21" y="216"/>
                    </a:cubicBezTo>
                    <a:cubicBezTo>
                      <a:pt x="27" y="239"/>
                      <a:pt x="31" y="263"/>
                      <a:pt x="31" y="263"/>
                    </a:cubicBezTo>
                    <a:cubicBezTo>
                      <a:pt x="20" y="265"/>
                      <a:pt x="20" y="265"/>
                      <a:pt x="20" y="265"/>
                    </a:cubicBezTo>
                    <a:cubicBezTo>
                      <a:pt x="0" y="224"/>
                      <a:pt x="0" y="224"/>
                      <a:pt x="0" y="224"/>
                    </a:cubicBezTo>
                    <a:cubicBezTo>
                      <a:pt x="7" y="101"/>
                      <a:pt x="7" y="101"/>
                      <a:pt x="7" y="101"/>
                    </a:cubicBezTo>
                    <a:cubicBezTo>
                      <a:pt x="25" y="24"/>
                      <a:pt x="25" y="24"/>
                      <a:pt x="25" y="2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34" name="Freeform 96">
                <a:extLst>
                  <a:ext uri="{FF2B5EF4-FFF2-40B4-BE49-F238E27FC236}">
                    <a16:creationId xmlns:a16="http://schemas.microsoft.com/office/drawing/2014/main" id="{D2E7D7FB-8B48-4634-AB69-E4B582DD6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723"/>
                <a:ext cx="112" cy="109"/>
              </a:xfrm>
              <a:custGeom>
                <a:avLst/>
                <a:gdLst>
                  <a:gd name="T0" fmla="*/ 30 w 45"/>
                  <a:gd name="T1" fmla="*/ 136 h 41"/>
                  <a:gd name="T2" fmla="*/ 92 w 45"/>
                  <a:gd name="T3" fmla="*/ 409 h 41"/>
                  <a:gd name="T4" fmla="*/ 199 w 45"/>
                  <a:gd name="T5" fmla="*/ 657 h 41"/>
                  <a:gd name="T6" fmla="*/ 199 w 45"/>
                  <a:gd name="T7" fmla="*/ 635 h 41"/>
                  <a:gd name="T8" fmla="*/ 446 w 45"/>
                  <a:gd name="T9" fmla="*/ 678 h 41"/>
                  <a:gd name="T10" fmla="*/ 682 w 45"/>
                  <a:gd name="T11" fmla="*/ 734 h 41"/>
                  <a:gd name="T12" fmla="*/ 694 w 45"/>
                  <a:gd name="T13" fmla="*/ 465 h 41"/>
                  <a:gd name="T14" fmla="*/ 682 w 45"/>
                  <a:gd name="T15" fmla="*/ 93 h 41"/>
                  <a:gd name="T16" fmla="*/ 620 w 45"/>
                  <a:gd name="T17" fmla="*/ 282 h 41"/>
                  <a:gd name="T18" fmla="*/ 495 w 45"/>
                  <a:gd name="T19" fmla="*/ 303 h 41"/>
                  <a:gd name="T20" fmla="*/ 279 w 45"/>
                  <a:gd name="T21" fmla="*/ 340 h 41"/>
                  <a:gd name="T22" fmla="*/ 199 w 45"/>
                  <a:gd name="T23" fmla="*/ 375 h 41"/>
                  <a:gd name="T24" fmla="*/ 105 w 45"/>
                  <a:gd name="T25" fmla="*/ 247 h 41"/>
                  <a:gd name="T26" fmla="*/ 0 w 45"/>
                  <a:gd name="T27" fmla="*/ 0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5" h="41">
                    <a:moveTo>
                      <a:pt x="2" y="7"/>
                    </a:moveTo>
                    <a:cubicBezTo>
                      <a:pt x="4" y="12"/>
                      <a:pt x="4" y="18"/>
                      <a:pt x="6" y="22"/>
                    </a:cubicBezTo>
                    <a:cubicBezTo>
                      <a:pt x="8" y="27"/>
                      <a:pt x="10" y="31"/>
                      <a:pt x="13" y="35"/>
                    </a:cubicBezTo>
                    <a:cubicBezTo>
                      <a:pt x="13" y="35"/>
                      <a:pt x="13" y="34"/>
                      <a:pt x="13" y="34"/>
                    </a:cubicBezTo>
                    <a:cubicBezTo>
                      <a:pt x="14" y="41"/>
                      <a:pt x="23" y="36"/>
                      <a:pt x="29" y="36"/>
                    </a:cubicBezTo>
                    <a:cubicBezTo>
                      <a:pt x="35" y="36"/>
                      <a:pt x="39" y="38"/>
                      <a:pt x="44" y="39"/>
                    </a:cubicBezTo>
                    <a:cubicBezTo>
                      <a:pt x="45" y="35"/>
                      <a:pt x="45" y="29"/>
                      <a:pt x="45" y="25"/>
                    </a:cubicBezTo>
                    <a:cubicBezTo>
                      <a:pt x="45" y="18"/>
                      <a:pt x="44" y="12"/>
                      <a:pt x="44" y="5"/>
                    </a:cubicBezTo>
                    <a:cubicBezTo>
                      <a:pt x="43" y="8"/>
                      <a:pt x="44" y="13"/>
                      <a:pt x="40" y="15"/>
                    </a:cubicBezTo>
                    <a:cubicBezTo>
                      <a:pt x="39" y="16"/>
                      <a:pt x="34" y="16"/>
                      <a:pt x="32" y="16"/>
                    </a:cubicBezTo>
                    <a:cubicBezTo>
                      <a:pt x="27" y="16"/>
                      <a:pt x="23" y="15"/>
                      <a:pt x="18" y="18"/>
                    </a:cubicBezTo>
                    <a:cubicBezTo>
                      <a:pt x="17" y="18"/>
                      <a:pt x="15" y="20"/>
                      <a:pt x="13" y="20"/>
                    </a:cubicBezTo>
                    <a:cubicBezTo>
                      <a:pt x="11" y="20"/>
                      <a:pt x="8" y="14"/>
                      <a:pt x="7" y="13"/>
                    </a:cubicBezTo>
                    <a:cubicBezTo>
                      <a:pt x="5" y="9"/>
                      <a:pt x="1" y="4"/>
                      <a:pt x="0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35" name="Freeform 97">
                <a:extLst>
                  <a:ext uri="{FF2B5EF4-FFF2-40B4-BE49-F238E27FC236}">
                    <a16:creationId xmlns:a16="http://schemas.microsoft.com/office/drawing/2014/main" id="{34CA722B-760B-4F0D-ADD3-1B5D1B43C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491"/>
                <a:ext cx="588" cy="314"/>
              </a:xfrm>
              <a:custGeom>
                <a:avLst/>
                <a:gdLst>
                  <a:gd name="T0" fmla="*/ 0 w 235"/>
                  <a:gd name="T1" fmla="*/ 2225 h 118"/>
                  <a:gd name="T2" fmla="*/ 1897 w 235"/>
                  <a:gd name="T3" fmla="*/ 247 h 118"/>
                  <a:gd name="T4" fmla="*/ 2472 w 235"/>
                  <a:gd name="T5" fmla="*/ 793 h 118"/>
                  <a:gd name="T6" fmla="*/ 2897 w 235"/>
                  <a:gd name="T7" fmla="*/ 1317 h 118"/>
                  <a:gd name="T8" fmla="*/ 3130 w 235"/>
                  <a:gd name="T9" fmla="*/ 1658 h 118"/>
                  <a:gd name="T10" fmla="*/ 3350 w 235"/>
                  <a:gd name="T11" fmla="*/ 2033 h 118"/>
                  <a:gd name="T12" fmla="*/ 3556 w 235"/>
                  <a:gd name="T13" fmla="*/ 2076 h 118"/>
                  <a:gd name="T14" fmla="*/ 3681 w 235"/>
                  <a:gd name="T15" fmla="*/ 452 h 118"/>
                  <a:gd name="T16" fmla="*/ 3288 w 235"/>
                  <a:gd name="T17" fmla="*/ 1203 h 118"/>
                  <a:gd name="T18" fmla="*/ 2742 w 235"/>
                  <a:gd name="T19" fmla="*/ 532 h 118"/>
                  <a:gd name="T20" fmla="*/ 1817 w 235"/>
                  <a:gd name="T21" fmla="*/ 56 h 118"/>
                  <a:gd name="T22" fmla="*/ 0 w 235"/>
                  <a:gd name="T23" fmla="*/ 2225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5" h="118">
                    <a:moveTo>
                      <a:pt x="0" y="118"/>
                    </a:moveTo>
                    <a:cubicBezTo>
                      <a:pt x="12" y="97"/>
                      <a:pt x="72" y="1"/>
                      <a:pt x="121" y="13"/>
                    </a:cubicBezTo>
                    <a:cubicBezTo>
                      <a:pt x="131" y="15"/>
                      <a:pt x="146" y="31"/>
                      <a:pt x="158" y="42"/>
                    </a:cubicBezTo>
                    <a:cubicBezTo>
                      <a:pt x="170" y="53"/>
                      <a:pt x="179" y="61"/>
                      <a:pt x="185" y="70"/>
                    </a:cubicBezTo>
                    <a:cubicBezTo>
                      <a:pt x="190" y="79"/>
                      <a:pt x="193" y="82"/>
                      <a:pt x="200" y="88"/>
                    </a:cubicBezTo>
                    <a:cubicBezTo>
                      <a:pt x="208" y="93"/>
                      <a:pt x="214" y="108"/>
                      <a:pt x="214" y="108"/>
                    </a:cubicBezTo>
                    <a:cubicBezTo>
                      <a:pt x="227" y="110"/>
                      <a:pt x="227" y="110"/>
                      <a:pt x="227" y="110"/>
                    </a:cubicBezTo>
                    <a:cubicBezTo>
                      <a:pt x="235" y="24"/>
                      <a:pt x="235" y="24"/>
                      <a:pt x="235" y="24"/>
                    </a:cubicBezTo>
                    <a:cubicBezTo>
                      <a:pt x="229" y="33"/>
                      <a:pt x="220" y="59"/>
                      <a:pt x="210" y="64"/>
                    </a:cubicBezTo>
                    <a:cubicBezTo>
                      <a:pt x="200" y="68"/>
                      <a:pt x="189" y="43"/>
                      <a:pt x="175" y="28"/>
                    </a:cubicBezTo>
                    <a:cubicBezTo>
                      <a:pt x="162" y="13"/>
                      <a:pt x="132" y="0"/>
                      <a:pt x="116" y="3"/>
                    </a:cubicBezTo>
                    <a:cubicBezTo>
                      <a:pt x="101" y="5"/>
                      <a:pt x="49" y="2"/>
                      <a:pt x="0" y="118"/>
                    </a:cubicBezTo>
                    <a:close/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36" name="Freeform 98">
                <a:extLst>
                  <a:ext uri="{FF2B5EF4-FFF2-40B4-BE49-F238E27FC236}">
                    <a16:creationId xmlns:a16="http://schemas.microsoft.com/office/drawing/2014/main" id="{A6490453-DF49-4683-A4AD-EDE3DF6DD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784"/>
                <a:ext cx="390" cy="696"/>
              </a:xfrm>
              <a:custGeom>
                <a:avLst/>
                <a:gdLst>
                  <a:gd name="T0" fmla="*/ 63 w 156"/>
                  <a:gd name="T1" fmla="*/ 205 h 261"/>
                  <a:gd name="T2" fmla="*/ 208 w 156"/>
                  <a:gd name="T3" fmla="*/ 477 h 261"/>
                  <a:gd name="T4" fmla="*/ 438 w 156"/>
                  <a:gd name="T5" fmla="*/ 909 h 261"/>
                  <a:gd name="T6" fmla="*/ 550 w 156"/>
                  <a:gd name="T7" fmla="*/ 1707 h 261"/>
                  <a:gd name="T8" fmla="*/ 158 w 156"/>
                  <a:gd name="T9" fmla="*/ 1955 h 261"/>
                  <a:gd name="T10" fmla="*/ 20 w 156"/>
                  <a:gd name="T11" fmla="*/ 2525 h 261"/>
                  <a:gd name="T12" fmla="*/ 313 w 156"/>
                  <a:gd name="T13" fmla="*/ 3699 h 261"/>
                  <a:gd name="T14" fmla="*/ 625 w 156"/>
                  <a:gd name="T15" fmla="*/ 4211 h 261"/>
                  <a:gd name="T16" fmla="*/ 1050 w 156"/>
                  <a:gd name="T17" fmla="*/ 4552 h 261"/>
                  <a:gd name="T18" fmla="*/ 1220 w 156"/>
                  <a:gd name="T19" fmla="*/ 4949 h 261"/>
                  <a:gd name="T20" fmla="*/ 1220 w 156"/>
                  <a:gd name="T21" fmla="*/ 4949 h 261"/>
                  <a:gd name="T22" fmla="*/ 1375 w 156"/>
                  <a:gd name="T23" fmla="*/ 4552 h 261"/>
                  <a:gd name="T24" fmla="*/ 1800 w 156"/>
                  <a:gd name="T25" fmla="*/ 4211 h 261"/>
                  <a:gd name="T26" fmla="*/ 2113 w 156"/>
                  <a:gd name="T27" fmla="*/ 3699 h 261"/>
                  <a:gd name="T28" fmla="*/ 2408 w 156"/>
                  <a:gd name="T29" fmla="*/ 2525 h 261"/>
                  <a:gd name="T30" fmla="*/ 2270 w 156"/>
                  <a:gd name="T31" fmla="*/ 1955 h 261"/>
                  <a:gd name="T32" fmla="*/ 1875 w 156"/>
                  <a:gd name="T33" fmla="*/ 1707 h 261"/>
                  <a:gd name="T34" fmla="*/ 1988 w 156"/>
                  <a:gd name="T35" fmla="*/ 909 h 261"/>
                  <a:gd name="T36" fmla="*/ 2220 w 156"/>
                  <a:gd name="T37" fmla="*/ 477 h 261"/>
                  <a:gd name="T38" fmla="*/ 2345 w 156"/>
                  <a:gd name="T39" fmla="*/ 264 h 261"/>
                  <a:gd name="T40" fmla="*/ 2158 w 156"/>
                  <a:gd name="T41" fmla="*/ 93 h 261"/>
                  <a:gd name="T42" fmla="*/ 1875 w 156"/>
                  <a:gd name="T43" fmla="*/ 397 h 261"/>
                  <a:gd name="T44" fmla="*/ 1550 w 156"/>
                  <a:gd name="T45" fmla="*/ 477 h 261"/>
                  <a:gd name="T46" fmla="*/ 988 w 156"/>
                  <a:gd name="T47" fmla="*/ 456 h 261"/>
                  <a:gd name="T48" fmla="*/ 645 w 156"/>
                  <a:gd name="T49" fmla="*/ 376 h 261"/>
                  <a:gd name="T50" fmla="*/ 363 w 156"/>
                  <a:gd name="T51" fmla="*/ 0 h 26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6" h="261">
                    <a:moveTo>
                      <a:pt x="4" y="11"/>
                    </a:moveTo>
                    <a:cubicBezTo>
                      <a:pt x="6" y="16"/>
                      <a:pt x="9" y="21"/>
                      <a:pt x="13" y="25"/>
                    </a:cubicBezTo>
                    <a:cubicBezTo>
                      <a:pt x="19" y="32"/>
                      <a:pt x="27" y="37"/>
                      <a:pt x="28" y="48"/>
                    </a:cubicBezTo>
                    <a:cubicBezTo>
                      <a:pt x="30" y="57"/>
                      <a:pt x="37" y="81"/>
                      <a:pt x="35" y="90"/>
                    </a:cubicBezTo>
                    <a:cubicBezTo>
                      <a:pt x="34" y="101"/>
                      <a:pt x="19" y="106"/>
                      <a:pt x="10" y="103"/>
                    </a:cubicBezTo>
                    <a:cubicBezTo>
                      <a:pt x="4" y="114"/>
                      <a:pt x="0" y="120"/>
                      <a:pt x="1" y="133"/>
                    </a:cubicBezTo>
                    <a:cubicBezTo>
                      <a:pt x="3" y="155"/>
                      <a:pt x="8" y="177"/>
                      <a:pt x="20" y="195"/>
                    </a:cubicBezTo>
                    <a:cubicBezTo>
                      <a:pt x="26" y="204"/>
                      <a:pt x="32" y="215"/>
                      <a:pt x="40" y="222"/>
                    </a:cubicBezTo>
                    <a:cubicBezTo>
                      <a:pt x="49" y="229"/>
                      <a:pt x="59" y="233"/>
                      <a:pt x="67" y="240"/>
                    </a:cubicBezTo>
                    <a:cubicBezTo>
                      <a:pt x="75" y="246"/>
                      <a:pt x="78" y="247"/>
                      <a:pt x="78" y="261"/>
                    </a:cubicBezTo>
                    <a:cubicBezTo>
                      <a:pt x="78" y="261"/>
                      <a:pt x="78" y="261"/>
                      <a:pt x="78" y="261"/>
                    </a:cubicBezTo>
                    <a:cubicBezTo>
                      <a:pt x="78" y="248"/>
                      <a:pt x="80" y="246"/>
                      <a:pt x="88" y="240"/>
                    </a:cubicBezTo>
                    <a:cubicBezTo>
                      <a:pt x="97" y="233"/>
                      <a:pt x="107" y="229"/>
                      <a:pt x="115" y="222"/>
                    </a:cubicBezTo>
                    <a:cubicBezTo>
                      <a:pt x="123" y="215"/>
                      <a:pt x="129" y="204"/>
                      <a:pt x="135" y="195"/>
                    </a:cubicBezTo>
                    <a:cubicBezTo>
                      <a:pt x="147" y="177"/>
                      <a:pt x="152" y="155"/>
                      <a:pt x="154" y="133"/>
                    </a:cubicBezTo>
                    <a:cubicBezTo>
                      <a:pt x="156" y="120"/>
                      <a:pt x="151" y="114"/>
                      <a:pt x="145" y="103"/>
                    </a:cubicBezTo>
                    <a:cubicBezTo>
                      <a:pt x="136" y="106"/>
                      <a:pt x="122" y="101"/>
                      <a:pt x="120" y="90"/>
                    </a:cubicBezTo>
                    <a:cubicBezTo>
                      <a:pt x="119" y="81"/>
                      <a:pt x="125" y="57"/>
                      <a:pt x="127" y="48"/>
                    </a:cubicBezTo>
                    <a:cubicBezTo>
                      <a:pt x="129" y="37"/>
                      <a:pt x="136" y="32"/>
                      <a:pt x="142" y="25"/>
                    </a:cubicBezTo>
                    <a:cubicBezTo>
                      <a:pt x="145" y="21"/>
                      <a:pt x="148" y="18"/>
                      <a:pt x="150" y="14"/>
                    </a:cubicBezTo>
                    <a:cubicBezTo>
                      <a:pt x="138" y="5"/>
                      <a:pt x="138" y="5"/>
                      <a:pt x="138" y="5"/>
                    </a:cubicBezTo>
                    <a:cubicBezTo>
                      <a:pt x="120" y="21"/>
                      <a:pt x="120" y="21"/>
                      <a:pt x="120" y="21"/>
                    </a:cubicBezTo>
                    <a:cubicBezTo>
                      <a:pt x="99" y="25"/>
                      <a:pt x="99" y="25"/>
                      <a:pt x="99" y="25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FD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37" name="Freeform 99">
                <a:extLst>
                  <a:ext uri="{FF2B5EF4-FFF2-40B4-BE49-F238E27FC236}">
                    <a16:creationId xmlns:a16="http://schemas.microsoft.com/office/drawing/2014/main" id="{A6F9D149-BAF9-4237-A7C0-05E8252EF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043"/>
                <a:ext cx="358" cy="298"/>
              </a:xfrm>
              <a:custGeom>
                <a:avLst/>
                <a:gdLst>
                  <a:gd name="T0" fmla="*/ 1159 w 143"/>
                  <a:gd name="T1" fmla="*/ 1996 h 112"/>
                  <a:gd name="T2" fmla="*/ 1555 w 143"/>
                  <a:gd name="T3" fmla="*/ 1804 h 112"/>
                  <a:gd name="T4" fmla="*/ 1805 w 143"/>
                  <a:gd name="T5" fmla="*/ 1543 h 112"/>
                  <a:gd name="T6" fmla="*/ 2038 w 143"/>
                  <a:gd name="T7" fmla="*/ 1224 h 112"/>
                  <a:gd name="T8" fmla="*/ 2243 w 143"/>
                  <a:gd name="T9" fmla="*/ 886 h 112"/>
                  <a:gd name="T10" fmla="*/ 2038 w 143"/>
                  <a:gd name="T11" fmla="*/ 396 h 112"/>
                  <a:gd name="T12" fmla="*/ 1838 w 143"/>
                  <a:gd name="T13" fmla="*/ 136 h 112"/>
                  <a:gd name="T14" fmla="*/ 1522 w 143"/>
                  <a:gd name="T15" fmla="*/ 21 h 112"/>
                  <a:gd name="T16" fmla="*/ 1117 w 143"/>
                  <a:gd name="T17" fmla="*/ 192 h 112"/>
                  <a:gd name="T18" fmla="*/ 1129 w 143"/>
                  <a:gd name="T19" fmla="*/ 192 h 112"/>
                  <a:gd name="T20" fmla="*/ 721 w 143"/>
                  <a:gd name="T21" fmla="*/ 21 h 112"/>
                  <a:gd name="T22" fmla="*/ 408 w 143"/>
                  <a:gd name="T23" fmla="*/ 136 h 112"/>
                  <a:gd name="T24" fmla="*/ 220 w 143"/>
                  <a:gd name="T25" fmla="*/ 396 h 112"/>
                  <a:gd name="T26" fmla="*/ 0 w 143"/>
                  <a:gd name="T27" fmla="*/ 886 h 112"/>
                  <a:gd name="T28" fmla="*/ 220 w 143"/>
                  <a:gd name="T29" fmla="*/ 1224 h 112"/>
                  <a:gd name="T30" fmla="*/ 438 w 143"/>
                  <a:gd name="T31" fmla="*/ 1543 h 112"/>
                  <a:gd name="T32" fmla="*/ 688 w 143"/>
                  <a:gd name="T33" fmla="*/ 1804 h 112"/>
                  <a:gd name="T34" fmla="*/ 1084 w 143"/>
                  <a:gd name="T35" fmla="*/ 1996 h 112"/>
                  <a:gd name="T36" fmla="*/ 1159 w 143"/>
                  <a:gd name="T37" fmla="*/ 1996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3" h="112">
                    <a:moveTo>
                      <a:pt x="74" y="106"/>
                    </a:moveTo>
                    <a:cubicBezTo>
                      <a:pt x="93" y="112"/>
                      <a:pt x="96" y="102"/>
                      <a:pt x="99" y="96"/>
                    </a:cubicBezTo>
                    <a:cubicBezTo>
                      <a:pt x="102" y="89"/>
                      <a:pt x="104" y="86"/>
                      <a:pt x="115" y="82"/>
                    </a:cubicBezTo>
                    <a:cubicBezTo>
                      <a:pt x="127" y="77"/>
                      <a:pt x="123" y="68"/>
                      <a:pt x="130" y="65"/>
                    </a:cubicBezTo>
                    <a:cubicBezTo>
                      <a:pt x="136" y="63"/>
                      <a:pt x="143" y="56"/>
                      <a:pt x="143" y="47"/>
                    </a:cubicBezTo>
                    <a:cubicBezTo>
                      <a:pt x="143" y="39"/>
                      <a:pt x="132" y="29"/>
                      <a:pt x="130" y="21"/>
                    </a:cubicBezTo>
                    <a:cubicBezTo>
                      <a:pt x="127" y="14"/>
                      <a:pt x="123" y="9"/>
                      <a:pt x="117" y="7"/>
                    </a:cubicBezTo>
                    <a:cubicBezTo>
                      <a:pt x="111" y="6"/>
                      <a:pt x="109" y="0"/>
                      <a:pt x="97" y="1"/>
                    </a:cubicBezTo>
                    <a:cubicBezTo>
                      <a:pt x="86" y="2"/>
                      <a:pt x="79" y="10"/>
                      <a:pt x="71" y="10"/>
                    </a:cubicBezTo>
                    <a:cubicBezTo>
                      <a:pt x="72" y="10"/>
                      <a:pt x="72" y="10"/>
                      <a:pt x="72" y="10"/>
                    </a:cubicBezTo>
                    <a:cubicBezTo>
                      <a:pt x="64" y="10"/>
                      <a:pt x="58" y="2"/>
                      <a:pt x="46" y="1"/>
                    </a:cubicBezTo>
                    <a:cubicBezTo>
                      <a:pt x="34" y="0"/>
                      <a:pt x="33" y="6"/>
                      <a:pt x="26" y="7"/>
                    </a:cubicBezTo>
                    <a:cubicBezTo>
                      <a:pt x="20" y="9"/>
                      <a:pt x="16" y="14"/>
                      <a:pt x="14" y="21"/>
                    </a:cubicBezTo>
                    <a:cubicBezTo>
                      <a:pt x="11" y="29"/>
                      <a:pt x="0" y="39"/>
                      <a:pt x="0" y="47"/>
                    </a:cubicBezTo>
                    <a:cubicBezTo>
                      <a:pt x="0" y="56"/>
                      <a:pt x="7" y="63"/>
                      <a:pt x="14" y="65"/>
                    </a:cubicBezTo>
                    <a:cubicBezTo>
                      <a:pt x="20" y="68"/>
                      <a:pt x="16" y="77"/>
                      <a:pt x="28" y="82"/>
                    </a:cubicBezTo>
                    <a:cubicBezTo>
                      <a:pt x="40" y="86"/>
                      <a:pt x="41" y="89"/>
                      <a:pt x="44" y="96"/>
                    </a:cubicBezTo>
                    <a:cubicBezTo>
                      <a:pt x="48" y="102"/>
                      <a:pt x="50" y="112"/>
                      <a:pt x="69" y="106"/>
                    </a:cubicBezTo>
                    <a:cubicBezTo>
                      <a:pt x="71" y="104"/>
                      <a:pt x="73" y="105"/>
                      <a:pt x="74" y="106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38" name="Freeform 100">
                <a:extLst>
                  <a:ext uri="{FF2B5EF4-FFF2-40B4-BE49-F238E27FC236}">
                    <a16:creationId xmlns:a16="http://schemas.microsoft.com/office/drawing/2014/main" id="{8ACB32A5-AECC-42CD-A62C-C019FAC20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053"/>
                <a:ext cx="230" cy="136"/>
              </a:xfrm>
              <a:custGeom>
                <a:avLst/>
                <a:gdLst>
                  <a:gd name="T0" fmla="*/ 1425 w 92"/>
                  <a:gd name="T1" fmla="*/ 21 h 51"/>
                  <a:gd name="T2" fmla="*/ 1063 w 92"/>
                  <a:gd name="T3" fmla="*/ 149 h 51"/>
                  <a:gd name="T4" fmla="*/ 688 w 92"/>
                  <a:gd name="T5" fmla="*/ 21 h 51"/>
                  <a:gd name="T6" fmla="*/ 408 w 92"/>
                  <a:gd name="T7" fmla="*/ 115 h 51"/>
                  <a:gd name="T8" fmla="*/ 220 w 92"/>
                  <a:gd name="T9" fmla="*/ 363 h 51"/>
                  <a:gd name="T10" fmla="*/ 33 w 92"/>
                  <a:gd name="T11" fmla="*/ 819 h 51"/>
                  <a:gd name="T12" fmla="*/ 63 w 92"/>
                  <a:gd name="T13" fmla="*/ 968 h 51"/>
                  <a:gd name="T14" fmla="*/ 63 w 92"/>
                  <a:gd name="T15" fmla="*/ 909 h 51"/>
                  <a:gd name="T16" fmla="*/ 270 w 92"/>
                  <a:gd name="T17" fmla="*/ 456 h 51"/>
                  <a:gd name="T18" fmla="*/ 408 w 92"/>
                  <a:gd name="T19" fmla="*/ 192 h 51"/>
                  <a:gd name="T20" fmla="*/ 688 w 92"/>
                  <a:gd name="T21" fmla="*/ 93 h 51"/>
                  <a:gd name="T22" fmla="*/ 1063 w 92"/>
                  <a:gd name="T23" fmla="*/ 192 h 51"/>
                  <a:gd name="T24" fmla="*/ 1438 w 92"/>
                  <a:gd name="T25" fmla="*/ 21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2" h="51">
                    <a:moveTo>
                      <a:pt x="91" y="1"/>
                    </a:moveTo>
                    <a:cubicBezTo>
                      <a:pt x="80" y="1"/>
                      <a:pt x="79" y="8"/>
                      <a:pt x="68" y="8"/>
                    </a:cubicBezTo>
                    <a:cubicBezTo>
                      <a:pt x="60" y="8"/>
                      <a:pt x="55" y="1"/>
                      <a:pt x="44" y="1"/>
                    </a:cubicBezTo>
                    <a:cubicBezTo>
                      <a:pt x="33" y="0"/>
                      <a:pt x="32" y="4"/>
                      <a:pt x="26" y="6"/>
                    </a:cubicBezTo>
                    <a:cubicBezTo>
                      <a:pt x="20" y="7"/>
                      <a:pt x="17" y="12"/>
                      <a:pt x="14" y="19"/>
                    </a:cubicBezTo>
                    <a:cubicBezTo>
                      <a:pt x="12" y="26"/>
                      <a:pt x="2" y="35"/>
                      <a:pt x="2" y="43"/>
                    </a:cubicBezTo>
                    <a:cubicBezTo>
                      <a:pt x="2" y="46"/>
                      <a:pt x="3" y="48"/>
                      <a:pt x="4" y="51"/>
                    </a:cubicBezTo>
                    <a:cubicBezTo>
                      <a:pt x="4" y="50"/>
                      <a:pt x="4" y="49"/>
                      <a:pt x="4" y="48"/>
                    </a:cubicBezTo>
                    <a:cubicBezTo>
                      <a:pt x="0" y="36"/>
                      <a:pt x="14" y="32"/>
                      <a:pt x="17" y="24"/>
                    </a:cubicBezTo>
                    <a:cubicBezTo>
                      <a:pt x="19" y="17"/>
                      <a:pt x="20" y="12"/>
                      <a:pt x="26" y="10"/>
                    </a:cubicBezTo>
                    <a:cubicBezTo>
                      <a:pt x="32" y="9"/>
                      <a:pt x="33" y="4"/>
                      <a:pt x="44" y="5"/>
                    </a:cubicBezTo>
                    <a:cubicBezTo>
                      <a:pt x="54" y="6"/>
                      <a:pt x="61" y="10"/>
                      <a:pt x="68" y="10"/>
                    </a:cubicBezTo>
                    <a:cubicBezTo>
                      <a:pt x="75" y="10"/>
                      <a:pt x="81" y="2"/>
                      <a:pt x="9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39" name="Freeform 101">
                <a:extLst>
                  <a:ext uri="{FF2B5EF4-FFF2-40B4-BE49-F238E27FC236}">
                    <a16:creationId xmlns:a16="http://schemas.microsoft.com/office/drawing/2014/main" id="{0486B2B5-C36F-4C35-8211-12997F94F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941"/>
                <a:ext cx="63" cy="67"/>
              </a:xfrm>
              <a:custGeom>
                <a:avLst/>
                <a:gdLst>
                  <a:gd name="T0" fmla="*/ 209 w 25"/>
                  <a:gd name="T1" fmla="*/ 0 h 25"/>
                  <a:gd name="T2" fmla="*/ 401 w 25"/>
                  <a:gd name="T3" fmla="*/ 230 h 25"/>
                  <a:gd name="T4" fmla="*/ 209 w 25"/>
                  <a:gd name="T5" fmla="*/ 482 h 25"/>
                  <a:gd name="T6" fmla="*/ 0 w 25"/>
                  <a:gd name="T7" fmla="*/ 23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5">
                    <a:moveTo>
                      <a:pt x="13" y="0"/>
                    </a:moveTo>
                    <a:cubicBezTo>
                      <a:pt x="20" y="0"/>
                      <a:pt x="25" y="5"/>
                      <a:pt x="25" y="12"/>
                    </a:cubicBezTo>
                    <a:cubicBezTo>
                      <a:pt x="25" y="19"/>
                      <a:pt x="20" y="25"/>
                      <a:pt x="13" y="25"/>
                    </a:cubicBezTo>
                    <a:cubicBezTo>
                      <a:pt x="6" y="25"/>
                      <a:pt x="0" y="19"/>
                      <a:pt x="0" y="12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40" name="Oval 102">
                <a:extLst>
                  <a:ext uri="{FF2B5EF4-FFF2-40B4-BE49-F238E27FC236}">
                    <a16:creationId xmlns:a16="http://schemas.microsoft.com/office/drawing/2014/main" id="{94B26B3B-F959-4FFE-A84F-4EA7873C4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264"/>
                <a:ext cx="32" cy="35"/>
              </a:xfrm>
              <a:prstGeom prst="ellipse">
                <a:avLst/>
              </a:pr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84141" name="Freeform 103">
                <a:extLst>
                  <a:ext uri="{FF2B5EF4-FFF2-40B4-BE49-F238E27FC236}">
                    <a16:creationId xmlns:a16="http://schemas.microsoft.com/office/drawing/2014/main" id="{CB38FF24-6094-4F54-9F05-C9F3D87CB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776"/>
                <a:ext cx="60" cy="35"/>
              </a:xfrm>
              <a:custGeom>
                <a:avLst/>
                <a:gdLst>
                  <a:gd name="T0" fmla="*/ 20 w 24"/>
                  <a:gd name="T1" fmla="*/ 218 h 13"/>
                  <a:gd name="T2" fmla="*/ 208 w 24"/>
                  <a:gd name="T3" fmla="*/ 197 h 13"/>
                  <a:gd name="T4" fmla="*/ 363 w 24"/>
                  <a:gd name="T5" fmla="*/ 59 h 13"/>
                  <a:gd name="T6" fmla="*/ 158 w 24"/>
                  <a:gd name="T7" fmla="*/ 81 h 13"/>
                  <a:gd name="T8" fmla="*/ 20 w 24"/>
                  <a:gd name="T9" fmla="*/ 21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1" y="11"/>
                    </a:moveTo>
                    <a:cubicBezTo>
                      <a:pt x="2" y="13"/>
                      <a:pt x="8" y="12"/>
                      <a:pt x="13" y="10"/>
                    </a:cubicBezTo>
                    <a:cubicBezTo>
                      <a:pt x="18" y="8"/>
                      <a:pt x="24" y="6"/>
                      <a:pt x="23" y="3"/>
                    </a:cubicBezTo>
                    <a:cubicBezTo>
                      <a:pt x="22" y="0"/>
                      <a:pt x="14" y="3"/>
                      <a:pt x="10" y="4"/>
                    </a:cubicBezTo>
                    <a:cubicBezTo>
                      <a:pt x="7" y="5"/>
                      <a:pt x="0" y="8"/>
                      <a:pt x="1" y="11"/>
                    </a:cubicBezTo>
                    <a:close/>
                  </a:path>
                </a:pathLst>
              </a:custGeom>
              <a:solidFill>
                <a:srgbClr val="FEF1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42" name="Oval 104">
                <a:extLst>
                  <a:ext uri="{FF2B5EF4-FFF2-40B4-BE49-F238E27FC236}">
                    <a16:creationId xmlns:a16="http://schemas.microsoft.com/office/drawing/2014/main" id="{2AE6556E-D22F-4728-84DB-0C542651E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9" y="1845"/>
                <a:ext cx="105" cy="80"/>
              </a:xfrm>
              <a:prstGeom prst="ellipse">
                <a:avLst/>
              </a:pr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84143" name="Freeform 105">
                <a:extLst>
                  <a:ext uri="{FF2B5EF4-FFF2-40B4-BE49-F238E27FC236}">
                    <a16:creationId xmlns:a16="http://schemas.microsoft.com/office/drawing/2014/main" id="{5814728F-1E38-49E8-8424-8E5226707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851"/>
                <a:ext cx="83" cy="56"/>
              </a:xfrm>
              <a:custGeom>
                <a:avLst/>
                <a:gdLst>
                  <a:gd name="T0" fmla="*/ 33 w 33"/>
                  <a:gd name="T1" fmla="*/ 307 h 21"/>
                  <a:gd name="T2" fmla="*/ 317 w 33"/>
                  <a:gd name="T3" fmla="*/ 56 h 21"/>
                  <a:gd name="T4" fmla="*/ 526 w 33"/>
                  <a:gd name="T5" fmla="*/ 136 h 21"/>
                  <a:gd name="T6" fmla="*/ 284 w 33"/>
                  <a:gd name="T7" fmla="*/ 0 h 21"/>
                  <a:gd name="T8" fmla="*/ 0 w 33"/>
                  <a:gd name="T9" fmla="*/ 248 h 21"/>
                  <a:gd name="T10" fmla="*/ 63 w 33"/>
                  <a:gd name="T11" fmla="*/ 397 h 21"/>
                  <a:gd name="T12" fmla="*/ 33 w 33"/>
                  <a:gd name="T13" fmla="*/ 30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1">
                    <a:moveTo>
                      <a:pt x="2" y="16"/>
                    </a:moveTo>
                    <a:cubicBezTo>
                      <a:pt x="2" y="9"/>
                      <a:pt x="11" y="3"/>
                      <a:pt x="20" y="3"/>
                    </a:cubicBezTo>
                    <a:cubicBezTo>
                      <a:pt x="25" y="3"/>
                      <a:pt x="30" y="5"/>
                      <a:pt x="33" y="7"/>
                    </a:cubicBezTo>
                    <a:cubicBezTo>
                      <a:pt x="31" y="3"/>
                      <a:pt x="25" y="0"/>
                      <a:pt x="18" y="0"/>
                    </a:cubicBezTo>
                    <a:cubicBezTo>
                      <a:pt x="8" y="0"/>
                      <a:pt x="0" y="6"/>
                      <a:pt x="0" y="13"/>
                    </a:cubicBezTo>
                    <a:cubicBezTo>
                      <a:pt x="0" y="16"/>
                      <a:pt x="1" y="18"/>
                      <a:pt x="4" y="21"/>
                    </a:cubicBezTo>
                    <a:cubicBezTo>
                      <a:pt x="3" y="19"/>
                      <a:pt x="2" y="17"/>
                      <a:pt x="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44" name="Freeform 106">
                <a:extLst>
                  <a:ext uri="{FF2B5EF4-FFF2-40B4-BE49-F238E27FC236}">
                    <a16:creationId xmlns:a16="http://schemas.microsoft.com/office/drawing/2014/main" id="{169A63C1-DA72-42F3-BAEE-4B9C6F2EC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941"/>
                <a:ext cx="63" cy="67"/>
              </a:xfrm>
              <a:custGeom>
                <a:avLst/>
                <a:gdLst>
                  <a:gd name="T0" fmla="*/ 192 w 25"/>
                  <a:gd name="T1" fmla="*/ 0 h 25"/>
                  <a:gd name="T2" fmla="*/ 0 w 25"/>
                  <a:gd name="T3" fmla="*/ 230 h 25"/>
                  <a:gd name="T4" fmla="*/ 192 w 25"/>
                  <a:gd name="T5" fmla="*/ 482 h 25"/>
                  <a:gd name="T6" fmla="*/ 401 w 25"/>
                  <a:gd name="T7" fmla="*/ 23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5"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5"/>
                      <a:pt x="12" y="25"/>
                    </a:cubicBezTo>
                    <a:cubicBezTo>
                      <a:pt x="19" y="25"/>
                      <a:pt x="25" y="19"/>
                      <a:pt x="25" y="12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45" name="Freeform 107">
                <a:extLst>
                  <a:ext uri="{FF2B5EF4-FFF2-40B4-BE49-F238E27FC236}">
                    <a16:creationId xmlns:a16="http://schemas.microsoft.com/office/drawing/2014/main" id="{AEAA16C1-A068-4EA2-B842-FA45FB9B9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776"/>
                <a:ext cx="58" cy="35"/>
              </a:xfrm>
              <a:custGeom>
                <a:avLst/>
                <a:gdLst>
                  <a:gd name="T0" fmla="*/ 351 w 23"/>
                  <a:gd name="T1" fmla="*/ 218 h 13"/>
                  <a:gd name="T2" fmla="*/ 179 w 23"/>
                  <a:gd name="T3" fmla="*/ 197 h 13"/>
                  <a:gd name="T4" fmla="*/ 0 w 23"/>
                  <a:gd name="T5" fmla="*/ 59 h 13"/>
                  <a:gd name="T6" fmla="*/ 209 w 23"/>
                  <a:gd name="T7" fmla="*/ 81 h 13"/>
                  <a:gd name="T8" fmla="*/ 351 w 23"/>
                  <a:gd name="T9" fmla="*/ 21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3">
                    <a:moveTo>
                      <a:pt x="22" y="11"/>
                    </a:moveTo>
                    <a:cubicBezTo>
                      <a:pt x="22" y="13"/>
                      <a:pt x="15" y="12"/>
                      <a:pt x="11" y="10"/>
                    </a:cubicBezTo>
                    <a:cubicBezTo>
                      <a:pt x="6" y="8"/>
                      <a:pt x="0" y="6"/>
                      <a:pt x="0" y="3"/>
                    </a:cubicBezTo>
                    <a:cubicBezTo>
                      <a:pt x="1" y="0"/>
                      <a:pt x="10" y="3"/>
                      <a:pt x="13" y="4"/>
                    </a:cubicBezTo>
                    <a:cubicBezTo>
                      <a:pt x="16" y="5"/>
                      <a:pt x="23" y="8"/>
                      <a:pt x="22" y="11"/>
                    </a:cubicBezTo>
                    <a:close/>
                  </a:path>
                </a:pathLst>
              </a:custGeom>
              <a:solidFill>
                <a:srgbClr val="FEF1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46" name="Freeform 108">
                <a:extLst>
                  <a:ext uri="{FF2B5EF4-FFF2-40B4-BE49-F238E27FC236}">
                    <a16:creationId xmlns:a16="http://schemas.microsoft.com/office/drawing/2014/main" id="{954327BA-CA31-4D6F-B4AF-BD98D75E0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84"/>
                <a:ext cx="248" cy="237"/>
              </a:xfrm>
              <a:custGeom>
                <a:avLst/>
                <a:gdLst>
                  <a:gd name="T0" fmla="*/ 1556 w 99"/>
                  <a:gd name="T1" fmla="*/ 865 h 89"/>
                  <a:gd name="T2" fmla="*/ 1288 w 99"/>
                  <a:gd name="T3" fmla="*/ 149 h 89"/>
                  <a:gd name="T4" fmla="*/ 1288 w 99"/>
                  <a:gd name="T5" fmla="*/ 149 h 89"/>
                  <a:gd name="T6" fmla="*/ 1117 w 99"/>
                  <a:gd name="T7" fmla="*/ 136 h 89"/>
                  <a:gd name="T8" fmla="*/ 942 w 99"/>
                  <a:gd name="T9" fmla="*/ 0 h 89"/>
                  <a:gd name="T10" fmla="*/ 942 w 99"/>
                  <a:gd name="T11" fmla="*/ 0 h 89"/>
                  <a:gd name="T12" fmla="*/ 784 w 99"/>
                  <a:gd name="T13" fmla="*/ 320 h 89"/>
                  <a:gd name="T14" fmla="*/ 784 w 99"/>
                  <a:gd name="T15" fmla="*/ 320 h 89"/>
                  <a:gd name="T16" fmla="*/ 614 w 99"/>
                  <a:gd name="T17" fmla="*/ 0 h 89"/>
                  <a:gd name="T18" fmla="*/ 614 w 99"/>
                  <a:gd name="T19" fmla="*/ 0 h 89"/>
                  <a:gd name="T20" fmla="*/ 458 w 99"/>
                  <a:gd name="T21" fmla="*/ 136 h 89"/>
                  <a:gd name="T22" fmla="*/ 283 w 99"/>
                  <a:gd name="T23" fmla="*/ 149 h 89"/>
                  <a:gd name="T24" fmla="*/ 271 w 99"/>
                  <a:gd name="T25" fmla="*/ 149 h 89"/>
                  <a:gd name="T26" fmla="*/ 0 w 99"/>
                  <a:gd name="T27" fmla="*/ 865 h 89"/>
                  <a:gd name="T28" fmla="*/ 0 w 99"/>
                  <a:gd name="T29" fmla="*/ 908 h 89"/>
                  <a:gd name="T30" fmla="*/ 113 w 99"/>
                  <a:gd name="T31" fmla="*/ 1680 h 89"/>
                  <a:gd name="T32" fmla="*/ 125 w 99"/>
                  <a:gd name="T33" fmla="*/ 1680 h 89"/>
                  <a:gd name="T34" fmla="*/ 471 w 99"/>
                  <a:gd name="T35" fmla="*/ 815 h 89"/>
                  <a:gd name="T36" fmla="*/ 458 w 99"/>
                  <a:gd name="T37" fmla="*/ 716 h 89"/>
                  <a:gd name="T38" fmla="*/ 784 w 99"/>
                  <a:gd name="T39" fmla="*/ 431 h 89"/>
                  <a:gd name="T40" fmla="*/ 1117 w 99"/>
                  <a:gd name="T41" fmla="*/ 716 h 89"/>
                  <a:gd name="T42" fmla="*/ 1085 w 99"/>
                  <a:gd name="T43" fmla="*/ 815 h 89"/>
                  <a:gd name="T44" fmla="*/ 1443 w 99"/>
                  <a:gd name="T45" fmla="*/ 1680 h 89"/>
                  <a:gd name="T46" fmla="*/ 1443 w 99"/>
                  <a:gd name="T47" fmla="*/ 1680 h 89"/>
                  <a:gd name="T48" fmla="*/ 1556 w 99"/>
                  <a:gd name="T49" fmla="*/ 908 h 89"/>
                  <a:gd name="T50" fmla="*/ 1556 w 99"/>
                  <a:gd name="T51" fmla="*/ 865 h 8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9" h="89">
                    <a:moveTo>
                      <a:pt x="99" y="46"/>
                    </a:moveTo>
                    <a:cubicBezTo>
                      <a:pt x="90" y="32"/>
                      <a:pt x="77" y="34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0" y="10"/>
                      <a:pt x="75" y="9"/>
                      <a:pt x="71" y="7"/>
                    </a:cubicBezTo>
                    <a:cubicBezTo>
                      <a:pt x="66" y="5"/>
                      <a:pt x="60" y="3"/>
                      <a:pt x="6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9" y="9"/>
                      <a:pt x="56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43" y="17"/>
                      <a:pt x="40" y="9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3"/>
                      <a:pt x="33" y="5"/>
                      <a:pt x="29" y="7"/>
                    </a:cubicBezTo>
                    <a:cubicBezTo>
                      <a:pt x="24" y="9"/>
                      <a:pt x="19" y="10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22" y="34"/>
                      <a:pt x="10" y="32"/>
                      <a:pt x="0" y="46"/>
                    </a:cubicBezTo>
                    <a:cubicBezTo>
                      <a:pt x="0" y="47"/>
                      <a:pt x="0" y="47"/>
                      <a:pt x="0" y="48"/>
                    </a:cubicBezTo>
                    <a:cubicBezTo>
                      <a:pt x="2" y="57"/>
                      <a:pt x="8" y="80"/>
                      <a:pt x="7" y="89"/>
                    </a:cubicBezTo>
                    <a:cubicBezTo>
                      <a:pt x="7" y="89"/>
                      <a:pt x="8" y="89"/>
                      <a:pt x="8" y="89"/>
                    </a:cubicBezTo>
                    <a:cubicBezTo>
                      <a:pt x="8" y="63"/>
                      <a:pt x="19" y="50"/>
                      <a:pt x="30" y="43"/>
                    </a:cubicBezTo>
                    <a:cubicBezTo>
                      <a:pt x="29" y="42"/>
                      <a:pt x="29" y="40"/>
                      <a:pt x="29" y="38"/>
                    </a:cubicBezTo>
                    <a:cubicBezTo>
                      <a:pt x="29" y="30"/>
                      <a:pt x="38" y="23"/>
                      <a:pt x="50" y="23"/>
                    </a:cubicBezTo>
                    <a:cubicBezTo>
                      <a:pt x="61" y="23"/>
                      <a:pt x="71" y="30"/>
                      <a:pt x="71" y="38"/>
                    </a:cubicBezTo>
                    <a:cubicBezTo>
                      <a:pt x="71" y="40"/>
                      <a:pt x="70" y="42"/>
                      <a:pt x="69" y="43"/>
                    </a:cubicBezTo>
                    <a:cubicBezTo>
                      <a:pt x="81" y="50"/>
                      <a:pt x="92" y="64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1" y="80"/>
                      <a:pt x="97" y="57"/>
                      <a:pt x="99" y="48"/>
                    </a:cubicBezTo>
                    <a:cubicBezTo>
                      <a:pt x="99" y="47"/>
                      <a:pt x="99" y="47"/>
                      <a:pt x="99" y="46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47" name="Freeform 109">
                <a:extLst>
                  <a:ext uri="{FF2B5EF4-FFF2-40B4-BE49-F238E27FC236}">
                    <a16:creationId xmlns:a16="http://schemas.microsoft.com/office/drawing/2014/main" id="{336FCA64-B8AF-4B62-A617-17F634C2F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131"/>
                <a:ext cx="142" cy="744"/>
              </a:xfrm>
              <a:custGeom>
                <a:avLst/>
                <a:gdLst>
                  <a:gd name="T0" fmla="*/ 404 w 57"/>
                  <a:gd name="T1" fmla="*/ 2525 h 279"/>
                  <a:gd name="T2" fmla="*/ 125 w 57"/>
                  <a:gd name="T3" fmla="*/ 4928 h 279"/>
                  <a:gd name="T4" fmla="*/ 125 w 57"/>
                  <a:gd name="T5" fmla="*/ 4928 h 279"/>
                  <a:gd name="T6" fmla="*/ 217 w 57"/>
                  <a:gd name="T7" fmla="*/ 5291 h 279"/>
                  <a:gd name="T8" fmla="*/ 508 w 57"/>
                  <a:gd name="T9" fmla="*/ 4915 h 279"/>
                  <a:gd name="T10" fmla="*/ 725 w 57"/>
                  <a:gd name="T11" fmla="*/ 4971 h 279"/>
                  <a:gd name="T12" fmla="*/ 882 w 57"/>
                  <a:gd name="T13" fmla="*/ 4629 h 279"/>
                  <a:gd name="T14" fmla="*/ 882 w 57"/>
                  <a:gd name="T15" fmla="*/ 4608 h 279"/>
                  <a:gd name="T16" fmla="*/ 620 w 57"/>
                  <a:gd name="T17" fmla="*/ 3208 h 279"/>
                  <a:gd name="T18" fmla="*/ 384 w 57"/>
                  <a:gd name="T19" fmla="*/ 832 h 279"/>
                  <a:gd name="T20" fmla="*/ 125 w 57"/>
                  <a:gd name="T21" fmla="*/ 35 h 279"/>
                  <a:gd name="T22" fmla="*/ 187 w 57"/>
                  <a:gd name="T23" fmla="*/ 704 h 279"/>
                  <a:gd name="T24" fmla="*/ 404 w 57"/>
                  <a:gd name="T25" fmla="*/ 2525 h 2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7" h="279">
                    <a:moveTo>
                      <a:pt x="26" y="133"/>
                    </a:moveTo>
                    <a:cubicBezTo>
                      <a:pt x="30" y="187"/>
                      <a:pt x="28" y="250"/>
                      <a:pt x="8" y="260"/>
                    </a:cubicBezTo>
                    <a:cubicBezTo>
                      <a:pt x="8" y="260"/>
                      <a:pt x="8" y="260"/>
                      <a:pt x="8" y="260"/>
                    </a:cubicBezTo>
                    <a:cubicBezTo>
                      <a:pt x="7" y="271"/>
                      <a:pt x="10" y="275"/>
                      <a:pt x="14" y="279"/>
                    </a:cubicBezTo>
                    <a:cubicBezTo>
                      <a:pt x="19" y="276"/>
                      <a:pt x="28" y="262"/>
                      <a:pt x="33" y="259"/>
                    </a:cubicBezTo>
                    <a:cubicBezTo>
                      <a:pt x="38" y="255"/>
                      <a:pt x="41" y="257"/>
                      <a:pt x="47" y="262"/>
                    </a:cubicBezTo>
                    <a:cubicBezTo>
                      <a:pt x="51" y="257"/>
                      <a:pt x="54" y="250"/>
                      <a:pt x="57" y="244"/>
                    </a:cubicBezTo>
                    <a:cubicBezTo>
                      <a:pt x="57" y="244"/>
                      <a:pt x="57" y="243"/>
                      <a:pt x="57" y="243"/>
                    </a:cubicBezTo>
                    <a:cubicBezTo>
                      <a:pt x="41" y="234"/>
                      <a:pt x="42" y="192"/>
                      <a:pt x="40" y="169"/>
                    </a:cubicBezTo>
                    <a:cubicBezTo>
                      <a:pt x="38" y="145"/>
                      <a:pt x="31" y="75"/>
                      <a:pt x="25" y="44"/>
                    </a:cubicBezTo>
                    <a:cubicBezTo>
                      <a:pt x="19" y="14"/>
                      <a:pt x="15" y="0"/>
                      <a:pt x="8" y="2"/>
                    </a:cubicBezTo>
                    <a:cubicBezTo>
                      <a:pt x="0" y="5"/>
                      <a:pt x="6" y="22"/>
                      <a:pt x="12" y="37"/>
                    </a:cubicBezTo>
                    <a:cubicBezTo>
                      <a:pt x="18" y="53"/>
                      <a:pt x="23" y="79"/>
                      <a:pt x="26" y="133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48" name="Freeform 110">
                <a:extLst>
                  <a:ext uri="{FF2B5EF4-FFF2-40B4-BE49-F238E27FC236}">
                    <a16:creationId xmlns:a16="http://schemas.microsoft.com/office/drawing/2014/main" id="{EEFF40D0-575C-4551-8FBA-60E17D410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131"/>
                <a:ext cx="145" cy="744"/>
              </a:xfrm>
              <a:custGeom>
                <a:avLst/>
                <a:gdLst>
                  <a:gd name="T0" fmla="*/ 175 w 58"/>
                  <a:gd name="T1" fmla="*/ 4984 h 279"/>
                  <a:gd name="T2" fmla="*/ 188 w 58"/>
                  <a:gd name="T3" fmla="*/ 4971 h 279"/>
                  <a:gd name="T4" fmla="*/ 375 w 58"/>
                  <a:gd name="T5" fmla="*/ 4915 h 279"/>
                  <a:gd name="T6" fmla="*/ 675 w 58"/>
                  <a:gd name="T7" fmla="*/ 5291 h 279"/>
                  <a:gd name="T8" fmla="*/ 770 w 58"/>
                  <a:gd name="T9" fmla="*/ 4928 h 279"/>
                  <a:gd name="T10" fmla="*/ 770 w 58"/>
                  <a:gd name="T11" fmla="*/ 4928 h 279"/>
                  <a:gd name="T12" fmla="*/ 488 w 58"/>
                  <a:gd name="T13" fmla="*/ 2525 h 279"/>
                  <a:gd name="T14" fmla="*/ 720 w 58"/>
                  <a:gd name="T15" fmla="*/ 704 h 279"/>
                  <a:gd name="T16" fmla="*/ 783 w 58"/>
                  <a:gd name="T17" fmla="*/ 35 h 279"/>
                  <a:gd name="T18" fmla="*/ 520 w 58"/>
                  <a:gd name="T19" fmla="*/ 832 h 279"/>
                  <a:gd name="T20" fmla="*/ 270 w 58"/>
                  <a:gd name="T21" fmla="*/ 3208 h 279"/>
                  <a:gd name="T22" fmla="*/ 20 w 58"/>
                  <a:gd name="T23" fmla="*/ 4608 h 279"/>
                  <a:gd name="T24" fmla="*/ 0 w 58"/>
                  <a:gd name="T25" fmla="*/ 4629 h 279"/>
                  <a:gd name="T26" fmla="*/ 175 w 58"/>
                  <a:gd name="T27" fmla="*/ 4984 h 27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8" h="279">
                    <a:moveTo>
                      <a:pt x="11" y="263"/>
                    </a:moveTo>
                    <a:cubicBezTo>
                      <a:pt x="11" y="262"/>
                      <a:pt x="12" y="262"/>
                      <a:pt x="12" y="262"/>
                    </a:cubicBezTo>
                    <a:cubicBezTo>
                      <a:pt x="18" y="257"/>
                      <a:pt x="20" y="255"/>
                      <a:pt x="24" y="259"/>
                    </a:cubicBezTo>
                    <a:cubicBezTo>
                      <a:pt x="29" y="262"/>
                      <a:pt x="39" y="276"/>
                      <a:pt x="43" y="279"/>
                    </a:cubicBezTo>
                    <a:cubicBezTo>
                      <a:pt x="47" y="275"/>
                      <a:pt x="50" y="270"/>
                      <a:pt x="49" y="260"/>
                    </a:cubicBezTo>
                    <a:cubicBezTo>
                      <a:pt x="49" y="260"/>
                      <a:pt x="49" y="260"/>
                      <a:pt x="49" y="260"/>
                    </a:cubicBezTo>
                    <a:cubicBezTo>
                      <a:pt x="29" y="250"/>
                      <a:pt x="28" y="187"/>
                      <a:pt x="31" y="133"/>
                    </a:cubicBezTo>
                    <a:cubicBezTo>
                      <a:pt x="34" y="79"/>
                      <a:pt x="39" y="53"/>
                      <a:pt x="46" y="37"/>
                    </a:cubicBezTo>
                    <a:cubicBezTo>
                      <a:pt x="51" y="22"/>
                      <a:pt x="58" y="5"/>
                      <a:pt x="50" y="2"/>
                    </a:cubicBezTo>
                    <a:cubicBezTo>
                      <a:pt x="42" y="0"/>
                      <a:pt x="38" y="14"/>
                      <a:pt x="33" y="44"/>
                    </a:cubicBezTo>
                    <a:cubicBezTo>
                      <a:pt x="27" y="75"/>
                      <a:pt x="19" y="145"/>
                      <a:pt x="17" y="169"/>
                    </a:cubicBezTo>
                    <a:cubicBezTo>
                      <a:pt x="15" y="192"/>
                      <a:pt x="16" y="234"/>
                      <a:pt x="1" y="243"/>
                    </a:cubicBezTo>
                    <a:cubicBezTo>
                      <a:pt x="0" y="244"/>
                      <a:pt x="0" y="244"/>
                      <a:pt x="0" y="244"/>
                    </a:cubicBezTo>
                    <a:cubicBezTo>
                      <a:pt x="3" y="250"/>
                      <a:pt x="7" y="257"/>
                      <a:pt x="11" y="263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49" name="Freeform 111">
                <a:extLst>
                  <a:ext uri="{FF2B5EF4-FFF2-40B4-BE49-F238E27FC236}">
                    <a16:creationId xmlns:a16="http://schemas.microsoft.com/office/drawing/2014/main" id="{0DC20A0D-EBD1-4B2F-BB15-802877A19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339"/>
                <a:ext cx="228" cy="88"/>
              </a:xfrm>
              <a:custGeom>
                <a:avLst/>
                <a:gdLst>
                  <a:gd name="T0" fmla="*/ 1431 w 91"/>
                  <a:gd name="T1" fmla="*/ 93 h 33"/>
                  <a:gd name="T2" fmla="*/ 722 w 91"/>
                  <a:gd name="T3" fmla="*/ 0 h 33"/>
                  <a:gd name="T4" fmla="*/ 709 w 91"/>
                  <a:gd name="T5" fmla="*/ 0 h 33"/>
                  <a:gd name="T6" fmla="*/ 0 w 91"/>
                  <a:gd name="T7" fmla="*/ 93 h 33"/>
                  <a:gd name="T8" fmla="*/ 0 w 91"/>
                  <a:gd name="T9" fmla="*/ 93 h 33"/>
                  <a:gd name="T10" fmla="*/ 125 w 91"/>
                  <a:gd name="T11" fmla="*/ 264 h 33"/>
                  <a:gd name="T12" fmla="*/ 551 w 91"/>
                  <a:gd name="T13" fmla="*/ 605 h 33"/>
                  <a:gd name="T14" fmla="*/ 564 w 91"/>
                  <a:gd name="T15" fmla="*/ 627 h 33"/>
                  <a:gd name="T16" fmla="*/ 584 w 91"/>
                  <a:gd name="T17" fmla="*/ 627 h 33"/>
                  <a:gd name="T18" fmla="*/ 709 w 91"/>
                  <a:gd name="T19" fmla="*/ 589 h 33"/>
                  <a:gd name="T20" fmla="*/ 722 w 91"/>
                  <a:gd name="T21" fmla="*/ 589 h 33"/>
                  <a:gd name="T22" fmla="*/ 867 w 91"/>
                  <a:gd name="T23" fmla="*/ 627 h 33"/>
                  <a:gd name="T24" fmla="*/ 867 w 91"/>
                  <a:gd name="T25" fmla="*/ 627 h 33"/>
                  <a:gd name="T26" fmla="*/ 879 w 91"/>
                  <a:gd name="T27" fmla="*/ 605 h 33"/>
                  <a:gd name="T28" fmla="*/ 1305 w 91"/>
                  <a:gd name="T29" fmla="*/ 264 h 33"/>
                  <a:gd name="T30" fmla="*/ 1431 w 91"/>
                  <a:gd name="T31" fmla="*/ 93 h 3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1" h="33">
                    <a:moveTo>
                      <a:pt x="91" y="5"/>
                    </a:moveTo>
                    <a:cubicBezTo>
                      <a:pt x="77" y="2"/>
                      <a:pt x="61" y="0"/>
                      <a:pt x="46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0" y="0"/>
                      <a:pt x="14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8"/>
                      <a:pt x="5" y="11"/>
                      <a:pt x="8" y="14"/>
                    </a:cubicBezTo>
                    <a:cubicBezTo>
                      <a:pt x="17" y="21"/>
                      <a:pt x="27" y="25"/>
                      <a:pt x="35" y="32"/>
                    </a:cubicBezTo>
                    <a:cubicBezTo>
                      <a:pt x="35" y="32"/>
                      <a:pt x="36" y="32"/>
                      <a:pt x="36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9" y="31"/>
                      <a:pt x="42" y="31"/>
                      <a:pt x="45" y="31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9" y="31"/>
                      <a:pt x="52" y="31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6" y="32"/>
                      <a:pt x="56" y="32"/>
                    </a:cubicBezTo>
                    <a:cubicBezTo>
                      <a:pt x="65" y="25"/>
                      <a:pt x="75" y="21"/>
                      <a:pt x="83" y="14"/>
                    </a:cubicBezTo>
                    <a:cubicBezTo>
                      <a:pt x="86" y="11"/>
                      <a:pt x="89" y="8"/>
                      <a:pt x="91" y="5"/>
                    </a:cubicBezTo>
                    <a:close/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50" name="Freeform 112">
                <a:extLst>
                  <a:ext uri="{FF2B5EF4-FFF2-40B4-BE49-F238E27FC236}">
                    <a16:creationId xmlns:a16="http://schemas.microsoft.com/office/drawing/2014/main" id="{2EE27BB3-A285-4E98-8568-4A1F17D89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224"/>
                <a:ext cx="80" cy="424"/>
              </a:xfrm>
              <a:custGeom>
                <a:avLst/>
                <a:gdLst>
                  <a:gd name="T0" fmla="*/ 458 w 32"/>
                  <a:gd name="T1" fmla="*/ 0 h 159"/>
                  <a:gd name="T2" fmla="*/ 270 w 32"/>
                  <a:gd name="T3" fmla="*/ 605 h 159"/>
                  <a:gd name="T4" fmla="*/ 250 w 32"/>
                  <a:gd name="T5" fmla="*/ 1421 h 159"/>
                  <a:gd name="T6" fmla="*/ 175 w 32"/>
                  <a:gd name="T7" fmla="*/ 2296 h 159"/>
                  <a:gd name="T8" fmla="*/ 95 w 32"/>
                  <a:gd name="T9" fmla="*/ 3016 h 159"/>
                  <a:gd name="T10" fmla="*/ 438 w 32"/>
                  <a:gd name="T11" fmla="*/ 2069 h 159"/>
                  <a:gd name="T12" fmla="*/ 500 w 32"/>
                  <a:gd name="T13" fmla="*/ 1251 h 159"/>
                  <a:gd name="T14" fmla="*/ 363 w 32"/>
                  <a:gd name="T15" fmla="*/ 888 h 159"/>
                  <a:gd name="T16" fmla="*/ 375 w 32"/>
                  <a:gd name="T17" fmla="*/ 704 h 159"/>
                  <a:gd name="T18" fmla="*/ 458 w 32"/>
                  <a:gd name="T19" fmla="*/ 547 h 159"/>
                  <a:gd name="T20" fmla="*/ 425 w 32"/>
                  <a:gd name="T21" fmla="*/ 136 h 1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59">
                    <a:moveTo>
                      <a:pt x="29" y="0"/>
                    </a:moveTo>
                    <a:cubicBezTo>
                      <a:pt x="21" y="12"/>
                      <a:pt x="17" y="17"/>
                      <a:pt x="17" y="32"/>
                    </a:cubicBezTo>
                    <a:cubicBezTo>
                      <a:pt x="16" y="46"/>
                      <a:pt x="16" y="61"/>
                      <a:pt x="16" y="75"/>
                    </a:cubicBezTo>
                    <a:cubicBezTo>
                      <a:pt x="15" y="90"/>
                      <a:pt x="14" y="106"/>
                      <a:pt x="11" y="121"/>
                    </a:cubicBezTo>
                    <a:cubicBezTo>
                      <a:pt x="8" y="133"/>
                      <a:pt x="0" y="147"/>
                      <a:pt x="6" y="159"/>
                    </a:cubicBezTo>
                    <a:cubicBezTo>
                      <a:pt x="5" y="138"/>
                      <a:pt x="13" y="124"/>
                      <a:pt x="28" y="109"/>
                    </a:cubicBezTo>
                    <a:cubicBezTo>
                      <a:pt x="23" y="102"/>
                      <a:pt x="22" y="66"/>
                      <a:pt x="32" y="66"/>
                    </a:cubicBezTo>
                    <a:cubicBezTo>
                      <a:pt x="27" y="61"/>
                      <a:pt x="24" y="55"/>
                      <a:pt x="23" y="47"/>
                    </a:cubicBezTo>
                    <a:cubicBezTo>
                      <a:pt x="23" y="44"/>
                      <a:pt x="23" y="40"/>
                      <a:pt x="24" y="37"/>
                    </a:cubicBezTo>
                    <a:cubicBezTo>
                      <a:pt x="25" y="35"/>
                      <a:pt x="29" y="30"/>
                      <a:pt x="29" y="29"/>
                    </a:cubicBezTo>
                    <a:cubicBezTo>
                      <a:pt x="29" y="19"/>
                      <a:pt x="20" y="18"/>
                      <a:pt x="2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51" name="Freeform 113">
                <a:extLst>
                  <a:ext uri="{FF2B5EF4-FFF2-40B4-BE49-F238E27FC236}">
                    <a16:creationId xmlns:a16="http://schemas.microsoft.com/office/drawing/2014/main" id="{B6322266-9AF9-443E-96A4-9E47FEAEB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1888"/>
                <a:ext cx="37" cy="307"/>
              </a:xfrm>
              <a:custGeom>
                <a:avLst/>
                <a:gdLst>
                  <a:gd name="T0" fmla="*/ 104 w 15"/>
                  <a:gd name="T1" fmla="*/ 0 h 115"/>
                  <a:gd name="T2" fmla="*/ 12 w 15"/>
                  <a:gd name="T3" fmla="*/ 1084 h 115"/>
                  <a:gd name="T4" fmla="*/ 224 w 15"/>
                  <a:gd name="T5" fmla="*/ 2189 h 115"/>
                  <a:gd name="T6" fmla="*/ 212 w 15"/>
                  <a:gd name="T7" fmla="*/ 1583 h 115"/>
                  <a:gd name="T8" fmla="*/ 91 w 15"/>
                  <a:gd name="T9" fmla="*/ 1105 h 115"/>
                  <a:gd name="T10" fmla="*/ 153 w 15"/>
                  <a:gd name="T11" fmla="*/ 934 h 115"/>
                  <a:gd name="T12" fmla="*/ 91 w 15"/>
                  <a:gd name="T13" fmla="*/ 742 h 115"/>
                  <a:gd name="T14" fmla="*/ 104 w 15"/>
                  <a:gd name="T15" fmla="*/ 435 h 115"/>
                  <a:gd name="T16" fmla="*/ 74 w 15"/>
                  <a:gd name="T17" fmla="*/ 206 h 115"/>
                  <a:gd name="T18" fmla="*/ 91 w 15"/>
                  <a:gd name="T19" fmla="*/ 35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115">
                    <a:moveTo>
                      <a:pt x="7" y="0"/>
                    </a:moveTo>
                    <a:cubicBezTo>
                      <a:pt x="1" y="19"/>
                      <a:pt x="0" y="38"/>
                      <a:pt x="1" y="57"/>
                    </a:cubicBezTo>
                    <a:cubicBezTo>
                      <a:pt x="1" y="78"/>
                      <a:pt x="10" y="95"/>
                      <a:pt x="15" y="115"/>
                    </a:cubicBezTo>
                    <a:cubicBezTo>
                      <a:pt x="8" y="107"/>
                      <a:pt x="11" y="92"/>
                      <a:pt x="14" y="83"/>
                    </a:cubicBezTo>
                    <a:cubicBezTo>
                      <a:pt x="6" y="80"/>
                      <a:pt x="5" y="65"/>
                      <a:pt x="6" y="58"/>
                    </a:cubicBezTo>
                    <a:cubicBezTo>
                      <a:pt x="7" y="55"/>
                      <a:pt x="10" y="52"/>
                      <a:pt x="10" y="49"/>
                    </a:cubicBezTo>
                    <a:cubicBezTo>
                      <a:pt x="9" y="46"/>
                      <a:pt x="6" y="43"/>
                      <a:pt x="6" y="39"/>
                    </a:cubicBezTo>
                    <a:cubicBezTo>
                      <a:pt x="6" y="31"/>
                      <a:pt x="9" y="30"/>
                      <a:pt x="7" y="23"/>
                    </a:cubicBezTo>
                    <a:cubicBezTo>
                      <a:pt x="6" y="18"/>
                      <a:pt x="5" y="15"/>
                      <a:pt x="5" y="11"/>
                    </a:cubicBezTo>
                    <a:cubicBezTo>
                      <a:pt x="5" y="7"/>
                      <a:pt x="8" y="6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52" name="Freeform 114">
                <a:extLst>
                  <a:ext uri="{FF2B5EF4-FFF2-40B4-BE49-F238E27FC236}">
                    <a16:creationId xmlns:a16="http://schemas.microsoft.com/office/drawing/2014/main" id="{B4264047-910A-4D3B-8E4F-313AC0391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1861"/>
                <a:ext cx="88" cy="304"/>
              </a:xfrm>
              <a:custGeom>
                <a:avLst/>
                <a:gdLst>
                  <a:gd name="T0" fmla="*/ 146 w 35"/>
                  <a:gd name="T1" fmla="*/ 0 h 114"/>
                  <a:gd name="T2" fmla="*/ 0 w 35"/>
                  <a:gd name="T3" fmla="*/ 533 h 114"/>
                  <a:gd name="T4" fmla="*/ 113 w 35"/>
                  <a:gd name="T5" fmla="*/ 1101 h 114"/>
                  <a:gd name="T6" fmla="*/ 284 w 35"/>
                  <a:gd name="T7" fmla="*/ 1651 h 114"/>
                  <a:gd name="T8" fmla="*/ 410 w 35"/>
                  <a:gd name="T9" fmla="*/ 2163 h 114"/>
                  <a:gd name="T10" fmla="*/ 556 w 35"/>
                  <a:gd name="T11" fmla="*/ 1899 h 114"/>
                  <a:gd name="T12" fmla="*/ 463 w 35"/>
                  <a:gd name="T13" fmla="*/ 1400 h 114"/>
                  <a:gd name="T14" fmla="*/ 241 w 35"/>
                  <a:gd name="T15" fmla="*/ 1024 h 114"/>
                  <a:gd name="T16" fmla="*/ 221 w 35"/>
                  <a:gd name="T17" fmla="*/ 797 h 114"/>
                  <a:gd name="T18" fmla="*/ 146 w 35"/>
                  <a:gd name="T19" fmla="*/ 704 h 114"/>
                  <a:gd name="T20" fmla="*/ 113 w 35"/>
                  <a:gd name="T21" fmla="*/ 136 h 1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114">
                    <a:moveTo>
                      <a:pt x="9" y="0"/>
                    </a:moveTo>
                    <a:cubicBezTo>
                      <a:pt x="4" y="10"/>
                      <a:pt x="0" y="16"/>
                      <a:pt x="0" y="28"/>
                    </a:cubicBezTo>
                    <a:cubicBezTo>
                      <a:pt x="0" y="38"/>
                      <a:pt x="4" y="48"/>
                      <a:pt x="7" y="58"/>
                    </a:cubicBezTo>
                    <a:cubicBezTo>
                      <a:pt x="10" y="67"/>
                      <a:pt x="14" y="77"/>
                      <a:pt x="18" y="87"/>
                    </a:cubicBezTo>
                    <a:cubicBezTo>
                      <a:pt x="20" y="95"/>
                      <a:pt x="22" y="106"/>
                      <a:pt x="26" y="114"/>
                    </a:cubicBezTo>
                    <a:cubicBezTo>
                      <a:pt x="30" y="110"/>
                      <a:pt x="31" y="104"/>
                      <a:pt x="35" y="100"/>
                    </a:cubicBezTo>
                    <a:cubicBezTo>
                      <a:pt x="23" y="98"/>
                      <a:pt x="26" y="82"/>
                      <a:pt x="29" y="74"/>
                    </a:cubicBezTo>
                    <a:cubicBezTo>
                      <a:pt x="21" y="70"/>
                      <a:pt x="17" y="64"/>
                      <a:pt x="15" y="54"/>
                    </a:cubicBezTo>
                    <a:cubicBezTo>
                      <a:pt x="14" y="51"/>
                      <a:pt x="15" y="45"/>
                      <a:pt x="14" y="42"/>
                    </a:cubicBezTo>
                    <a:cubicBezTo>
                      <a:pt x="13" y="40"/>
                      <a:pt x="10" y="39"/>
                      <a:pt x="9" y="37"/>
                    </a:cubicBezTo>
                    <a:cubicBezTo>
                      <a:pt x="2" y="26"/>
                      <a:pt x="5" y="19"/>
                      <a:pt x="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53" name="Freeform 115">
                <a:extLst>
                  <a:ext uri="{FF2B5EF4-FFF2-40B4-BE49-F238E27FC236}">
                    <a16:creationId xmlns:a16="http://schemas.microsoft.com/office/drawing/2014/main" id="{6BFE8E09-8C99-4563-A8E9-8390B7C13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240"/>
                <a:ext cx="38" cy="424"/>
              </a:xfrm>
              <a:custGeom>
                <a:avLst/>
                <a:gdLst>
                  <a:gd name="T0" fmla="*/ 96 w 15"/>
                  <a:gd name="T1" fmla="*/ 0 h 159"/>
                  <a:gd name="T2" fmla="*/ 96 w 15"/>
                  <a:gd name="T3" fmla="*/ 1459 h 159"/>
                  <a:gd name="T4" fmla="*/ 129 w 15"/>
                  <a:gd name="T5" fmla="*/ 2219 h 159"/>
                  <a:gd name="T6" fmla="*/ 117 w 15"/>
                  <a:gd name="T7" fmla="*/ 3016 h 159"/>
                  <a:gd name="T8" fmla="*/ 213 w 15"/>
                  <a:gd name="T9" fmla="*/ 2104 h 159"/>
                  <a:gd name="T10" fmla="*/ 193 w 15"/>
                  <a:gd name="T11" fmla="*/ 1821 h 159"/>
                  <a:gd name="T12" fmla="*/ 180 w 15"/>
                  <a:gd name="T13" fmla="*/ 1400 h 159"/>
                  <a:gd name="T14" fmla="*/ 147 w 15"/>
                  <a:gd name="T15" fmla="*/ 1139 h 159"/>
                  <a:gd name="T16" fmla="*/ 160 w 15"/>
                  <a:gd name="T17" fmla="*/ 875 h 159"/>
                  <a:gd name="T18" fmla="*/ 96 w 15"/>
                  <a:gd name="T19" fmla="*/ 320 h 1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159">
                    <a:moveTo>
                      <a:pt x="6" y="0"/>
                    </a:moveTo>
                    <a:cubicBezTo>
                      <a:pt x="3" y="27"/>
                      <a:pt x="3" y="50"/>
                      <a:pt x="6" y="77"/>
                    </a:cubicBezTo>
                    <a:cubicBezTo>
                      <a:pt x="7" y="91"/>
                      <a:pt x="8" y="104"/>
                      <a:pt x="8" y="117"/>
                    </a:cubicBezTo>
                    <a:cubicBezTo>
                      <a:pt x="9" y="130"/>
                      <a:pt x="4" y="147"/>
                      <a:pt x="7" y="159"/>
                    </a:cubicBezTo>
                    <a:cubicBezTo>
                      <a:pt x="9" y="143"/>
                      <a:pt x="11" y="127"/>
                      <a:pt x="13" y="111"/>
                    </a:cubicBezTo>
                    <a:cubicBezTo>
                      <a:pt x="14" y="103"/>
                      <a:pt x="15" y="104"/>
                      <a:pt x="12" y="96"/>
                    </a:cubicBezTo>
                    <a:cubicBezTo>
                      <a:pt x="10" y="88"/>
                      <a:pt x="11" y="82"/>
                      <a:pt x="11" y="74"/>
                    </a:cubicBezTo>
                    <a:cubicBezTo>
                      <a:pt x="12" y="69"/>
                      <a:pt x="10" y="66"/>
                      <a:pt x="9" y="60"/>
                    </a:cubicBezTo>
                    <a:cubicBezTo>
                      <a:pt x="8" y="55"/>
                      <a:pt x="11" y="50"/>
                      <a:pt x="10" y="46"/>
                    </a:cubicBezTo>
                    <a:cubicBezTo>
                      <a:pt x="9" y="36"/>
                      <a:pt x="0" y="27"/>
                      <a:pt x="6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54" name="Freeform 116">
                <a:extLst>
                  <a:ext uri="{FF2B5EF4-FFF2-40B4-BE49-F238E27FC236}">
                    <a16:creationId xmlns:a16="http://schemas.microsoft.com/office/drawing/2014/main" id="{ACD7F391-9F77-4740-ADF9-AA20AD03D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2584"/>
                <a:ext cx="68" cy="184"/>
              </a:xfrm>
              <a:custGeom>
                <a:avLst/>
                <a:gdLst>
                  <a:gd name="T0" fmla="*/ 431 w 27"/>
                  <a:gd name="T1" fmla="*/ 0 h 69"/>
                  <a:gd name="T2" fmla="*/ 179 w 27"/>
                  <a:gd name="T3" fmla="*/ 627 h 69"/>
                  <a:gd name="T4" fmla="*/ 0 w 27"/>
                  <a:gd name="T5" fmla="*/ 1309 h 69"/>
                  <a:gd name="T6" fmla="*/ 272 w 27"/>
                  <a:gd name="T7" fmla="*/ 853 h 69"/>
                  <a:gd name="T8" fmla="*/ 335 w 27"/>
                  <a:gd name="T9" fmla="*/ 419 h 69"/>
                  <a:gd name="T10" fmla="*/ 413 w 27"/>
                  <a:gd name="T11" fmla="*/ 136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9">
                    <a:moveTo>
                      <a:pt x="27" y="0"/>
                    </a:moveTo>
                    <a:cubicBezTo>
                      <a:pt x="18" y="9"/>
                      <a:pt x="15" y="21"/>
                      <a:pt x="11" y="33"/>
                    </a:cubicBezTo>
                    <a:cubicBezTo>
                      <a:pt x="7" y="45"/>
                      <a:pt x="2" y="57"/>
                      <a:pt x="0" y="69"/>
                    </a:cubicBezTo>
                    <a:cubicBezTo>
                      <a:pt x="3" y="60"/>
                      <a:pt x="8" y="49"/>
                      <a:pt x="17" y="45"/>
                    </a:cubicBezTo>
                    <a:cubicBezTo>
                      <a:pt x="13" y="34"/>
                      <a:pt x="18" y="32"/>
                      <a:pt x="21" y="22"/>
                    </a:cubicBezTo>
                    <a:cubicBezTo>
                      <a:pt x="23" y="16"/>
                      <a:pt x="22" y="11"/>
                      <a:pt x="26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55" name="Freeform 117">
                <a:extLst>
                  <a:ext uri="{FF2B5EF4-FFF2-40B4-BE49-F238E27FC236}">
                    <a16:creationId xmlns:a16="http://schemas.microsoft.com/office/drawing/2014/main" id="{A88CD65A-D7DA-4226-B307-4EF7188A6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2829"/>
                <a:ext cx="123" cy="142"/>
              </a:xfrm>
              <a:custGeom>
                <a:avLst/>
                <a:gdLst>
                  <a:gd name="T0" fmla="*/ 0 w 49"/>
                  <a:gd name="T1" fmla="*/ 1018 h 53"/>
                  <a:gd name="T2" fmla="*/ 316 w 49"/>
                  <a:gd name="T3" fmla="*/ 367 h 53"/>
                  <a:gd name="T4" fmla="*/ 776 w 49"/>
                  <a:gd name="T5" fmla="*/ 0 h 53"/>
                  <a:gd name="T6" fmla="*/ 535 w 49"/>
                  <a:gd name="T7" fmla="*/ 330 h 53"/>
                  <a:gd name="T8" fmla="*/ 379 w 49"/>
                  <a:gd name="T9" fmla="*/ 458 h 53"/>
                  <a:gd name="T10" fmla="*/ 271 w 49"/>
                  <a:gd name="T11" fmla="*/ 57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53">
                    <a:moveTo>
                      <a:pt x="0" y="53"/>
                    </a:moveTo>
                    <a:cubicBezTo>
                      <a:pt x="8" y="43"/>
                      <a:pt x="12" y="29"/>
                      <a:pt x="20" y="19"/>
                    </a:cubicBezTo>
                    <a:cubicBezTo>
                      <a:pt x="29" y="10"/>
                      <a:pt x="38" y="6"/>
                      <a:pt x="49" y="0"/>
                    </a:cubicBezTo>
                    <a:cubicBezTo>
                      <a:pt x="43" y="3"/>
                      <a:pt x="34" y="9"/>
                      <a:pt x="34" y="17"/>
                    </a:cubicBezTo>
                    <a:cubicBezTo>
                      <a:pt x="29" y="9"/>
                      <a:pt x="24" y="19"/>
                      <a:pt x="24" y="24"/>
                    </a:cubicBezTo>
                    <a:cubicBezTo>
                      <a:pt x="21" y="24"/>
                      <a:pt x="18" y="26"/>
                      <a:pt x="17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56" name="Freeform 118">
                <a:extLst>
                  <a:ext uri="{FF2B5EF4-FFF2-40B4-BE49-F238E27FC236}">
                    <a16:creationId xmlns:a16="http://schemas.microsoft.com/office/drawing/2014/main" id="{601F88B4-3B06-46B4-ACFB-648079F07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248"/>
                <a:ext cx="125" cy="163"/>
              </a:xfrm>
              <a:custGeom>
                <a:avLst/>
                <a:gdLst>
                  <a:gd name="T0" fmla="*/ 33 w 50"/>
                  <a:gd name="T1" fmla="*/ 0 h 61"/>
                  <a:gd name="T2" fmla="*/ 175 w 50"/>
                  <a:gd name="T3" fmla="*/ 842 h 61"/>
                  <a:gd name="T4" fmla="*/ 783 w 50"/>
                  <a:gd name="T5" fmla="*/ 1165 h 61"/>
                  <a:gd name="T6" fmla="*/ 500 w 50"/>
                  <a:gd name="T7" fmla="*/ 901 h 61"/>
                  <a:gd name="T8" fmla="*/ 250 w 50"/>
                  <a:gd name="T9" fmla="*/ 729 h 61"/>
                  <a:gd name="T10" fmla="*/ 145 w 50"/>
                  <a:gd name="T11" fmla="*/ 457 h 61"/>
                  <a:gd name="T12" fmla="*/ 50 w 50"/>
                  <a:gd name="T13" fmla="*/ 56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61">
                    <a:moveTo>
                      <a:pt x="2" y="0"/>
                    </a:moveTo>
                    <a:cubicBezTo>
                      <a:pt x="2" y="16"/>
                      <a:pt x="0" y="31"/>
                      <a:pt x="11" y="44"/>
                    </a:cubicBezTo>
                    <a:cubicBezTo>
                      <a:pt x="21" y="58"/>
                      <a:pt x="33" y="61"/>
                      <a:pt x="50" y="61"/>
                    </a:cubicBezTo>
                    <a:cubicBezTo>
                      <a:pt x="43" y="61"/>
                      <a:pt x="25" y="57"/>
                      <a:pt x="32" y="47"/>
                    </a:cubicBezTo>
                    <a:cubicBezTo>
                      <a:pt x="24" y="56"/>
                      <a:pt x="16" y="47"/>
                      <a:pt x="16" y="38"/>
                    </a:cubicBezTo>
                    <a:cubicBezTo>
                      <a:pt x="8" y="38"/>
                      <a:pt x="10" y="29"/>
                      <a:pt x="9" y="24"/>
                    </a:cubicBezTo>
                    <a:cubicBezTo>
                      <a:pt x="7" y="17"/>
                      <a:pt x="3" y="12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57" name="Freeform 119">
                <a:extLst>
                  <a:ext uri="{FF2B5EF4-FFF2-40B4-BE49-F238E27FC236}">
                    <a16:creationId xmlns:a16="http://schemas.microsoft.com/office/drawing/2014/main" id="{BA7C5620-483C-47F0-BA63-7FD91F72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421"/>
                <a:ext cx="217" cy="70"/>
              </a:xfrm>
              <a:custGeom>
                <a:avLst/>
                <a:gdLst>
                  <a:gd name="T0" fmla="*/ 0 w 87"/>
                  <a:gd name="T1" fmla="*/ 275 h 26"/>
                  <a:gd name="T2" fmla="*/ 778 w 87"/>
                  <a:gd name="T3" fmla="*/ 137 h 26"/>
                  <a:gd name="T4" fmla="*/ 1150 w 87"/>
                  <a:gd name="T5" fmla="*/ 116 h 26"/>
                  <a:gd name="T6" fmla="*/ 1349 w 87"/>
                  <a:gd name="T7" fmla="*/ 506 h 26"/>
                  <a:gd name="T8" fmla="*/ 1058 w 87"/>
                  <a:gd name="T9" fmla="*/ 312 h 26"/>
                  <a:gd name="T10" fmla="*/ 853 w 87"/>
                  <a:gd name="T11" fmla="*/ 347 h 26"/>
                  <a:gd name="T12" fmla="*/ 683 w 87"/>
                  <a:gd name="T13" fmla="*/ 21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6">
                    <a:moveTo>
                      <a:pt x="0" y="14"/>
                    </a:moveTo>
                    <a:cubicBezTo>
                      <a:pt x="17" y="9"/>
                      <a:pt x="33" y="9"/>
                      <a:pt x="50" y="7"/>
                    </a:cubicBezTo>
                    <a:cubicBezTo>
                      <a:pt x="58" y="6"/>
                      <a:pt x="68" y="2"/>
                      <a:pt x="74" y="6"/>
                    </a:cubicBezTo>
                    <a:cubicBezTo>
                      <a:pt x="81" y="9"/>
                      <a:pt x="86" y="19"/>
                      <a:pt x="87" y="26"/>
                    </a:cubicBezTo>
                    <a:cubicBezTo>
                      <a:pt x="82" y="22"/>
                      <a:pt x="75" y="0"/>
                      <a:pt x="68" y="16"/>
                    </a:cubicBezTo>
                    <a:cubicBezTo>
                      <a:pt x="65" y="8"/>
                      <a:pt x="58" y="13"/>
                      <a:pt x="55" y="18"/>
                    </a:cubicBezTo>
                    <a:cubicBezTo>
                      <a:pt x="56" y="11"/>
                      <a:pt x="49" y="12"/>
                      <a:pt x="4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58" name="Freeform 120">
                <a:extLst>
                  <a:ext uri="{FF2B5EF4-FFF2-40B4-BE49-F238E27FC236}">
                    <a16:creationId xmlns:a16="http://schemas.microsoft.com/office/drawing/2014/main" id="{E8140CAA-29CD-4909-9026-A4ED6E71A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293"/>
                <a:ext cx="63" cy="131"/>
              </a:xfrm>
              <a:custGeom>
                <a:avLst/>
                <a:gdLst>
                  <a:gd name="T0" fmla="*/ 401 w 25"/>
                  <a:gd name="T1" fmla="*/ 35 h 49"/>
                  <a:gd name="T2" fmla="*/ 192 w 25"/>
                  <a:gd name="T3" fmla="*/ 321 h 49"/>
                  <a:gd name="T4" fmla="*/ 0 w 25"/>
                  <a:gd name="T5" fmla="*/ 765 h 49"/>
                  <a:gd name="T6" fmla="*/ 159 w 25"/>
                  <a:gd name="T7" fmla="*/ 936 h 49"/>
                  <a:gd name="T8" fmla="*/ 209 w 25"/>
                  <a:gd name="T9" fmla="*/ 594 h 49"/>
                  <a:gd name="T10" fmla="*/ 285 w 25"/>
                  <a:gd name="T11" fmla="*/ 364 h 49"/>
                  <a:gd name="T12" fmla="*/ 338 w 25"/>
                  <a:gd name="T13" fmla="*/ 94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49">
                    <a:moveTo>
                      <a:pt x="25" y="2"/>
                    </a:moveTo>
                    <a:cubicBezTo>
                      <a:pt x="14" y="0"/>
                      <a:pt x="14" y="10"/>
                      <a:pt x="12" y="17"/>
                    </a:cubicBezTo>
                    <a:cubicBezTo>
                      <a:pt x="10" y="25"/>
                      <a:pt x="1" y="33"/>
                      <a:pt x="0" y="40"/>
                    </a:cubicBezTo>
                    <a:cubicBezTo>
                      <a:pt x="3" y="43"/>
                      <a:pt x="8" y="45"/>
                      <a:pt x="10" y="49"/>
                    </a:cubicBezTo>
                    <a:cubicBezTo>
                      <a:pt x="5" y="43"/>
                      <a:pt x="4" y="34"/>
                      <a:pt x="13" y="31"/>
                    </a:cubicBezTo>
                    <a:cubicBezTo>
                      <a:pt x="11" y="26"/>
                      <a:pt x="12" y="21"/>
                      <a:pt x="18" y="19"/>
                    </a:cubicBezTo>
                    <a:cubicBezTo>
                      <a:pt x="16" y="15"/>
                      <a:pt x="14" y="5"/>
                      <a:pt x="2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59" name="Freeform 121">
                <a:extLst>
                  <a:ext uri="{FF2B5EF4-FFF2-40B4-BE49-F238E27FC236}">
                    <a16:creationId xmlns:a16="http://schemas.microsoft.com/office/drawing/2014/main" id="{FDFA70F5-1F92-4F8B-9DC3-B0C67626E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931"/>
                <a:ext cx="105" cy="362"/>
              </a:xfrm>
              <a:custGeom>
                <a:avLst/>
                <a:gdLst>
                  <a:gd name="T0" fmla="*/ 625 w 42"/>
                  <a:gd name="T1" fmla="*/ 35 h 136"/>
                  <a:gd name="T2" fmla="*/ 438 w 42"/>
                  <a:gd name="T3" fmla="*/ 1360 h 136"/>
                  <a:gd name="T4" fmla="*/ 145 w 42"/>
                  <a:gd name="T5" fmla="*/ 1850 h 136"/>
                  <a:gd name="T6" fmla="*/ 125 w 42"/>
                  <a:gd name="T7" fmla="*/ 2566 h 136"/>
                  <a:gd name="T8" fmla="*/ 283 w 42"/>
                  <a:gd name="T9" fmla="*/ 1962 h 136"/>
                  <a:gd name="T10" fmla="*/ 488 w 42"/>
                  <a:gd name="T11" fmla="*/ 1544 h 136"/>
                  <a:gd name="T12" fmla="*/ 583 w 42"/>
                  <a:gd name="T13" fmla="*/ 1057 h 136"/>
                  <a:gd name="T14" fmla="*/ 625 w 42"/>
                  <a:gd name="T15" fmla="*/ 602 h 136"/>
                  <a:gd name="T16" fmla="*/ 645 w 42"/>
                  <a:gd name="T17" fmla="*/ 0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36">
                    <a:moveTo>
                      <a:pt x="40" y="2"/>
                    </a:moveTo>
                    <a:cubicBezTo>
                      <a:pt x="41" y="24"/>
                      <a:pt x="35" y="50"/>
                      <a:pt x="28" y="72"/>
                    </a:cubicBezTo>
                    <a:cubicBezTo>
                      <a:pt x="24" y="83"/>
                      <a:pt x="16" y="89"/>
                      <a:pt x="9" y="98"/>
                    </a:cubicBezTo>
                    <a:cubicBezTo>
                      <a:pt x="0" y="109"/>
                      <a:pt x="5" y="123"/>
                      <a:pt x="8" y="136"/>
                    </a:cubicBezTo>
                    <a:cubicBezTo>
                      <a:pt x="8" y="130"/>
                      <a:pt x="5" y="100"/>
                      <a:pt x="18" y="104"/>
                    </a:cubicBezTo>
                    <a:cubicBezTo>
                      <a:pt x="10" y="99"/>
                      <a:pt x="28" y="88"/>
                      <a:pt x="31" y="82"/>
                    </a:cubicBezTo>
                    <a:cubicBezTo>
                      <a:pt x="36" y="73"/>
                      <a:pt x="38" y="66"/>
                      <a:pt x="37" y="56"/>
                    </a:cubicBezTo>
                    <a:cubicBezTo>
                      <a:pt x="37" y="48"/>
                      <a:pt x="40" y="40"/>
                      <a:pt x="40" y="32"/>
                    </a:cubicBezTo>
                    <a:cubicBezTo>
                      <a:pt x="41" y="24"/>
                      <a:pt x="42" y="8"/>
                      <a:pt x="4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60" name="Freeform 122">
                <a:extLst>
                  <a:ext uri="{FF2B5EF4-FFF2-40B4-BE49-F238E27FC236}">
                    <a16:creationId xmlns:a16="http://schemas.microsoft.com/office/drawing/2014/main" id="{8543E970-72F6-495A-BE37-793D2AC35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077"/>
                <a:ext cx="82" cy="472"/>
              </a:xfrm>
              <a:custGeom>
                <a:avLst/>
                <a:gdLst>
                  <a:gd name="T0" fmla="*/ 507 w 33"/>
                  <a:gd name="T1" fmla="*/ 0 h 177"/>
                  <a:gd name="T2" fmla="*/ 30 w 33"/>
                  <a:gd name="T3" fmla="*/ 1571 h 177"/>
                  <a:gd name="T4" fmla="*/ 216 w 33"/>
                  <a:gd name="T5" fmla="*/ 3357 h 177"/>
                  <a:gd name="T6" fmla="*/ 186 w 33"/>
                  <a:gd name="T7" fmla="*/ 2616 h 177"/>
                  <a:gd name="T8" fmla="*/ 216 w 33"/>
                  <a:gd name="T9" fmla="*/ 2581 h 177"/>
                  <a:gd name="T10" fmla="*/ 166 w 33"/>
                  <a:gd name="T11" fmla="*/ 2483 h 177"/>
                  <a:gd name="T12" fmla="*/ 154 w 33"/>
                  <a:gd name="T13" fmla="*/ 2240 h 177"/>
                  <a:gd name="T14" fmla="*/ 137 w 33"/>
                  <a:gd name="T15" fmla="*/ 1784 h 177"/>
                  <a:gd name="T16" fmla="*/ 124 w 33"/>
                  <a:gd name="T17" fmla="*/ 1421 h 177"/>
                  <a:gd name="T18" fmla="*/ 137 w 33"/>
                  <a:gd name="T19" fmla="*/ 1059 h 177"/>
                  <a:gd name="T20" fmla="*/ 216 w 33"/>
                  <a:gd name="T21" fmla="*/ 947 h 177"/>
                  <a:gd name="T22" fmla="*/ 229 w 33"/>
                  <a:gd name="T23" fmla="*/ 760 h 177"/>
                  <a:gd name="T24" fmla="*/ 321 w 33"/>
                  <a:gd name="T25" fmla="*/ 456 h 17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177">
                    <a:moveTo>
                      <a:pt x="33" y="0"/>
                    </a:moveTo>
                    <a:cubicBezTo>
                      <a:pt x="17" y="25"/>
                      <a:pt x="0" y="52"/>
                      <a:pt x="2" y="83"/>
                    </a:cubicBezTo>
                    <a:cubicBezTo>
                      <a:pt x="3" y="114"/>
                      <a:pt x="3" y="148"/>
                      <a:pt x="14" y="177"/>
                    </a:cubicBezTo>
                    <a:cubicBezTo>
                      <a:pt x="3" y="169"/>
                      <a:pt x="11" y="149"/>
                      <a:pt x="12" y="138"/>
                    </a:cubicBezTo>
                    <a:cubicBezTo>
                      <a:pt x="12" y="137"/>
                      <a:pt x="13" y="137"/>
                      <a:pt x="14" y="136"/>
                    </a:cubicBezTo>
                    <a:cubicBezTo>
                      <a:pt x="14" y="134"/>
                      <a:pt x="11" y="133"/>
                      <a:pt x="11" y="131"/>
                    </a:cubicBezTo>
                    <a:cubicBezTo>
                      <a:pt x="10" y="127"/>
                      <a:pt x="10" y="123"/>
                      <a:pt x="10" y="118"/>
                    </a:cubicBezTo>
                    <a:cubicBezTo>
                      <a:pt x="11" y="109"/>
                      <a:pt x="8" y="103"/>
                      <a:pt x="9" y="94"/>
                    </a:cubicBezTo>
                    <a:cubicBezTo>
                      <a:pt x="9" y="86"/>
                      <a:pt x="10" y="84"/>
                      <a:pt x="8" y="75"/>
                    </a:cubicBezTo>
                    <a:cubicBezTo>
                      <a:pt x="7" y="71"/>
                      <a:pt x="7" y="61"/>
                      <a:pt x="9" y="56"/>
                    </a:cubicBezTo>
                    <a:cubicBezTo>
                      <a:pt x="10" y="54"/>
                      <a:pt x="12" y="53"/>
                      <a:pt x="14" y="50"/>
                    </a:cubicBezTo>
                    <a:cubicBezTo>
                      <a:pt x="15" y="47"/>
                      <a:pt x="14" y="43"/>
                      <a:pt x="15" y="40"/>
                    </a:cubicBezTo>
                    <a:cubicBezTo>
                      <a:pt x="17" y="35"/>
                      <a:pt x="19" y="30"/>
                      <a:pt x="2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61" name="Freeform 123">
                <a:extLst>
                  <a:ext uri="{FF2B5EF4-FFF2-40B4-BE49-F238E27FC236}">
                    <a16:creationId xmlns:a16="http://schemas.microsoft.com/office/drawing/2014/main" id="{8AEC5ABE-E512-4F39-A2C6-EEB3A13A9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304"/>
                <a:ext cx="32" cy="229"/>
              </a:xfrm>
              <a:custGeom>
                <a:avLst/>
                <a:gdLst>
                  <a:gd name="T0" fmla="*/ 121 w 13"/>
                  <a:gd name="T1" fmla="*/ 0 h 86"/>
                  <a:gd name="T2" fmla="*/ 91 w 13"/>
                  <a:gd name="T3" fmla="*/ 794 h 86"/>
                  <a:gd name="T4" fmla="*/ 0 w 13"/>
                  <a:gd name="T5" fmla="*/ 1624 h 86"/>
                  <a:gd name="T6" fmla="*/ 153 w 13"/>
                  <a:gd name="T7" fmla="*/ 831 h 86"/>
                  <a:gd name="T8" fmla="*/ 103 w 13"/>
                  <a:gd name="T9" fmla="*/ 77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6">
                    <a:moveTo>
                      <a:pt x="8" y="0"/>
                    </a:moveTo>
                    <a:cubicBezTo>
                      <a:pt x="3" y="13"/>
                      <a:pt x="8" y="28"/>
                      <a:pt x="6" y="42"/>
                    </a:cubicBezTo>
                    <a:cubicBezTo>
                      <a:pt x="4" y="57"/>
                      <a:pt x="0" y="71"/>
                      <a:pt x="0" y="86"/>
                    </a:cubicBezTo>
                    <a:cubicBezTo>
                      <a:pt x="4" y="72"/>
                      <a:pt x="7" y="58"/>
                      <a:pt x="10" y="44"/>
                    </a:cubicBezTo>
                    <a:cubicBezTo>
                      <a:pt x="13" y="29"/>
                      <a:pt x="6" y="19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62" name="Freeform 124">
                <a:extLst>
                  <a:ext uri="{FF2B5EF4-FFF2-40B4-BE49-F238E27FC236}">
                    <a16:creationId xmlns:a16="http://schemas.microsoft.com/office/drawing/2014/main" id="{D3BAA24E-C080-47FF-9B0A-D3E54BE83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883"/>
                <a:ext cx="65" cy="285"/>
              </a:xfrm>
              <a:custGeom>
                <a:avLst/>
                <a:gdLst>
                  <a:gd name="T0" fmla="*/ 408 w 26"/>
                  <a:gd name="T1" fmla="*/ 0 h 107"/>
                  <a:gd name="T2" fmla="*/ 220 w 26"/>
                  <a:gd name="T3" fmla="*/ 1023 h 107"/>
                  <a:gd name="T4" fmla="*/ 145 w 26"/>
                  <a:gd name="T5" fmla="*/ 1476 h 107"/>
                  <a:gd name="T6" fmla="*/ 50 w 26"/>
                  <a:gd name="T7" fmla="*/ 2022 h 107"/>
                  <a:gd name="T8" fmla="*/ 83 w 26"/>
                  <a:gd name="T9" fmla="*/ 1817 h 107"/>
                  <a:gd name="T10" fmla="*/ 220 w 26"/>
                  <a:gd name="T11" fmla="*/ 1569 h 107"/>
                  <a:gd name="T12" fmla="*/ 208 w 26"/>
                  <a:gd name="T13" fmla="*/ 1284 h 107"/>
                  <a:gd name="T14" fmla="*/ 270 w 26"/>
                  <a:gd name="T15" fmla="*/ 1036 h 107"/>
                  <a:gd name="T16" fmla="*/ 345 w 26"/>
                  <a:gd name="T17" fmla="*/ 623 h 107"/>
                  <a:gd name="T18" fmla="*/ 375 w 26"/>
                  <a:gd name="T19" fmla="*/ 192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07">
                    <a:moveTo>
                      <a:pt x="26" y="0"/>
                    </a:moveTo>
                    <a:cubicBezTo>
                      <a:pt x="17" y="16"/>
                      <a:pt x="17" y="36"/>
                      <a:pt x="14" y="54"/>
                    </a:cubicBezTo>
                    <a:cubicBezTo>
                      <a:pt x="12" y="62"/>
                      <a:pt x="11" y="70"/>
                      <a:pt x="9" y="78"/>
                    </a:cubicBezTo>
                    <a:cubicBezTo>
                      <a:pt x="6" y="88"/>
                      <a:pt x="0" y="96"/>
                      <a:pt x="3" y="107"/>
                    </a:cubicBezTo>
                    <a:cubicBezTo>
                      <a:pt x="4" y="104"/>
                      <a:pt x="3" y="99"/>
                      <a:pt x="5" y="96"/>
                    </a:cubicBezTo>
                    <a:cubicBezTo>
                      <a:pt x="7" y="91"/>
                      <a:pt x="12" y="88"/>
                      <a:pt x="14" y="83"/>
                    </a:cubicBezTo>
                    <a:cubicBezTo>
                      <a:pt x="16" y="78"/>
                      <a:pt x="13" y="74"/>
                      <a:pt x="13" y="68"/>
                    </a:cubicBezTo>
                    <a:cubicBezTo>
                      <a:pt x="13" y="63"/>
                      <a:pt x="16" y="59"/>
                      <a:pt x="17" y="55"/>
                    </a:cubicBezTo>
                    <a:cubicBezTo>
                      <a:pt x="19" y="48"/>
                      <a:pt x="21" y="40"/>
                      <a:pt x="22" y="33"/>
                    </a:cubicBezTo>
                    <a:cubicBezTo>
                      <a:pt x="23" y="25"/>
                      <a:pt x="21" y="18"/>
                      <a:pt x="2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63" name="Freeform 125">
                <a:extLst>
                  <a:ext uri="{FF2B5EF4-FFF2-40B4-BE49-F238E27FC236}">
                    <a16:creationId xmlns:a16="http://schemas.microsoft.com/office/drawing/2014/main" id="{720CAE51-E6C9-4F78-9FBD-D0F72AA86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1768"/>
                <a:ext cx="98" cy="19"/>
              </a:xfrm>
              <a:custGeom>
                <a:avLst/>
                <a:gdLst>
                  <a:gd name="T0" fmla="*/ 0 w 39"/>
                  <a:gd name="T1" fmla="*/ 141 h 7"/>
                  <a:gd name="T2" fmla="*/ 618 w 39"/>
                  <a:gd name="T3" fmla="*/ 6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7">
                    <a:moveTo>
                      <a:pt x="0" y="7"/>
                    </a:moveTo>
                    <a:cubicBezTo>
                      <a:pt x="13" y="0"/>
                      <a:pt x="25" y="2"/>
                      <a:pt x="3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64" name="Freeform 126">
                <a:extLst>
                  <a:ext uri="{FF2B5EF4-FFF2-40B4-BE49-F238E27FC236}">
                    <a16:creationId xmlns:a16="http://schemas.microsoft.com/office/drawing/2014/main" id="{26E24CB7-939B-4EED-91E9-3F80783F6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285"/>
                <a:ext cx="110" cy="62"/>
              </a:xfrm>
              <a:custGeom>
                <a:avLst/>
                <a:gdLst>
                  <a:gd name="T0" fmla="*/ 0 w 44"/>
                  <a:gd name="T1" fmla="*/ 450 h 23"/>
                  <a:gd name="T2" fmla="*/ 283 w 44"/>
                  <a:gd name="T3" fmla="*/ 175 h 23"/>
                  <a:gd name="T4" fmla="*/ 688 w 44"/>
                  <a:gd name="T5" fmla="*/ 0 h 23"/>
                  <a:gd name="T6" fmla="*/ 438 w 44"/>
                  <a:gd name="T7" fmla="*/ 313 h 23"/>
                  <a:gd name="T8" fmla="*/ 270 w 44"/>
                  <a:gd name="T9" fmla="*/ 313 h 23"/>
                  <a:gd name="T10" fmla="*/ 145 w 44"/>
                  <a:gd name="T11" fmla="*/ 275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3">
                    <a:moveTo>
                      <a:pt x="0" y="23"/>
                    </a:moveTo>
                    <a:cubicBezTo>
                      <a:pt x="6" y="14"/>
                      <a:pt x="6" y="11"/>
                      <a:pt x="18" y="9"/>
                    </a:cubicBezTo>
                    <a:cubicBezTo>
                      <a:pt x="27" y="8"/>
                      <a:pt x="35" y="5"/>
                      <a:pt x="44" y="0"/>
                    </a:cubicBezTo>
                    <a:cubicBezTo>
                      <a:pt x="39" y="3"/>
                      <a:pt x="29" y="10"/>
                      <a:pt x="28" y="16"/>
                    </a:cubicBezTo>
                    <a:cubicBezTo>
                      <a:pt x="25" y="11"/>
                      <a:pt x="20" y="12"/>
                      <a:pt x="17" y="16"/>
                    </a:cubicBezTo>
                    <a:cubicBezTo>
                      <a:pt x="14" y="13"/>
                      <a:pt x="11" y="12"/>
                      <a:pt x="9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65" name="Freeform 127">
                <a:extLst>
                  <a:ext uri="{FF2B5EF4-FFF2-40B4-BE49-F238E27FC236}">
                    <a16:creationId xmlns:a16="http://schemas.microsoft.com/office/drawing/2014/main" id="{E8339D3B-BDB9-4E06-8086-67EA3E27F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069"/>
                <a:ext cx="285" cy="134"/>
              </a:xfrm>
              <a:custGeom>
                <a:avLst/>
                <a:gdLst>
                  <a:gd name="T0" fmla="*/ 0 w 114"/>
                  <a:gd name="T1" fmla="*/ 962 h 50"/>
                  <a:gd name="T2" fmla="*/ 925 w 114"/>
                  <a:gd name="T3" fmla="*/ 445 h 50"/>
                  <a:gd name="T4" fmla="*/ 1270 w 114"/>
                  <a:gd name="T5" fmla="*/ 150 h 50"/>
                  <a:gd name="T6" fmla="*/ 1783 w 114"/>
                  <a:gd name="T7" fmla="*/ 56 h 50"/>
                  <a:gd name="T8" fmla="*/ 1408 w 114"/>
                  <a:gd name="T9" fmla="*/ 308 h 50"/>
                  <a:gd name="T10" fmla="*/ 1095 w 114"/>
                  <a:gd name="T11" fmla="*/ 504 h 50"/>
                  <a:gd name="T12" fmla="*/ 1020 w 114"/>
                  <a:gd name="T13" fmla="*/ 482 h 50"/>
                  <a:gd name="T14" fmla="*/ 908 w 114"/>
                  <a:gd name="T15" fmla="*/ 560 h 50"/>
                  <a:gd name="T16" fmla="*/ 738 w 114"/>
                  <a:gd name="T17" fmla="*/ 517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50">
                    <a:moveTo>
                      <a:pt x="0" y="50"/>
                    </a:moveTo>
                    <a:cubicBezTo>
                      <a:pt x="14" y="33"/>
                      <a:pt x="39" y="28"/>
                      <a:pt x="59" y="23"/>
                    </a:cubicBezTo>
                    <a:cubicBezTo>
                      <a:pt x="70" y="20"/>
                      <a:pt x="71" y="12"/>
                      <a:pt x="81" y="8"/>
                    </a:cubicBezTo>
                    <a:cubicBezTo>
                      <a:pt x="91" y="3"/>
                      <a:pt x="103" y="0"/>
                      <a:pt x="114" y="3"/>
                    </a:cubicBezTo>
                    <a:cubicBezTo>
                      <a:pt x="105" y="5"/>
                      <a:pt x="91" y="4"/>
                      <a:pt x="90" y="16"/>
                    </a:cubicBezTo>
                    <a:cubicBezTo>
                      <a:pt x="76" y="12"/>
                      <a:pt x="79" y="22"/>
                      <a:pt x="70" y="26"/>
                    </a:cubicBezTo>
                    <a:cubicBezTo>
                      <a:pt x="68" y="27"/>
                      <a:pt x="66" y="25"/>
                      <a:pt x="65" y="25"/>
                    </a:cubicBezTo>
                    <a:cubicBezTo>
                      <a:pt x="64" y="26"/>
                      <a:pt x="59" y="29"/>
                      <a:pt x="58" y="29"/>
                    </a:cubicBezTo>
                    <a:cubicBezTo>
                      <a:pt x="54" y="29"/>
                      <a:pt x="52" y="28"/>
                      <a:pt x="4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66" name="Freeform 128">
                <a:extLst>
                  <a:ext uri="{FF2B5EF4-FFF2-40B4-BE49-F238E27FC236}">
                    <a16:creationId xmlns:a16="http://schemas.microsoft.com/office/drawing/2014/main" id="{FDDE4FF1-DC5F-486B-99DC-4DFC74502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443"/>
                <a:ext cx="83" cy="146"/>
              </a:xfrm>
              <a:custGeom>
                <a:avLst/>
                <a:gdLst>
                  <a:gd name="T0" fmla="*/ 526 w 33"/>
                  <a:gd name="T1" fmla="*/ 0 h 55"/>
                  <a:gd name="T2" fmla="*/ 0 w 33"/>
                  <a:gd name="T3" fmla="*/ 103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5">
                    <a:moveTo>
                      <a:pt x="33" y="0"/>
                    </a:moveTo>
                    <a:cubicBezTo>
                      <a:pt x="17" y="15"/>
                      <a:pt x="8" y="34"/>
                      <a:pt x="0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67" name="Freeform 129">
                <a:extLst>
                  <a:ext uri="{FF2B5EF4-FFF2-40B4-BE49-F238E27FC236}">
                    <a16:creationId xmlns:a16="http://schemas.microsoft.com/office/drawing/2014/main" id="{C978BE10-244B-4050-AE68-E41235004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629"/>
                <a:ext cx="68" cy="214"/>
              </a:xfrm>
              <a:custGeom>
                <a:avLst/>
                <a:gdLst>
                  <a:gd name="T0" fmla="*/ 179 w 27"/>
                  <a:gd name="T1" fmla="*/ 0 h 80"/>
                  <a:gd name="T2" fmla="*/ 83 w 27"/>
                  <a:gd name="T3" fmla="*/ 457 h 80"/>
                  <a:gd name="T4" fmla="*/ 50 w 27"/>
                  <a:gd name="T5" fmla="*/ 859 h 80"/>
                  <a:gd name="T6" fmla="*/ 272 w 27"/>
                  <a:gd name="T7" fmla="*/ 1132 h 80"/>
                  <a:gd name="T8" fmla="*/ 380 w 27"/>
                  <a:gd name="T9" fmla="*/ 1530 h 80"/>
                  <a:gd name="T10" fmla="*/ 431 w 27"/>
                  <a:gd name="T11" fmla="*/ 1244 h 80"/>
                  <a:gd name="T12" fmla="*/ 254 w 27"/>
                  <a:gd name="T13" fmla="*/ 786 h 80"/>
                  <a:gd name="T14" fmla="*/ 179 w 27"/>
                  <a:gd name="T15" fmla="*/ 500 h 80"/>
                  <a:gd name="T16" fmla="*/ 179 w 27"/>
                  <a:gd name="T17" fmla="*/ 21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80">
                    <a:moveTo>
                      <a:pt x="11" y="0"/>
                    </a:moveTo>
                    <a:cubicBezTo>
                      <a:pt x="7" y="7"/>
                      <a:pt x="7" y="16"/>
                      <a:pt x="5" y="24"/>
                    </a:cubicBezTo>
                    <a:cubicBezTo>
                      <a:pt x="4" y="31"/>
                      <a:pt x="0" y="38"/>
                      <a:pt x="3" y="45"/>
                    </a:cubicBezTo>
                    <a:cubicBezTo>
                      <a:pt x="6" y="52"/>
                      <a:pt x="13" y="54"/>
                      <a:pt x="17" y="59"/>
                    </a:cubicBezTo>
                    <a:cubicBezTo>
                      <a:pt x="22" y="66"/>
                      <a:pt x="23" y="73"/>
                      <a:pt x="24" y="80"/>
                    </a:cubicBezTo>
                    <a:cubicBezTo>
                      <a:pt x="25" y="75"/>
                      <a:pt x="23" y="68"/>
                      <a:pt x="27" y="65"/>
                    </a:cubicBezTo>
                    <a:cubicBezTo>
                      <a:pt x="19" y="62"/>
                      <a:pt x="14" y="49"/>
                      <a:pt x="16" y="41"/>
                    </a:cubicBezTo>
                    <a:cubicBezTo>
                      <a:pt x="4" y="39"/>
                      <a:pt x="10" y="35"/>
                      <a:pt x="11" y="26"/>
                    </a:cubicBezTo>
                    <a:cubicBezTo>
                      <a:pt x="12" y="19"/>
                      <a:pt x="12" y="9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68" name="Freeform 130">
                <a:extLst>
                  <a:ext uri="{FF2B5EF4-FFF2-40B4-BE49-F238E27FC236}">
                    <a16:creationId xmlns:a16="http://schemas.microsoft.com/office/drawing/2014/main" id="{A4243FB6-E529-48A2-B096-49E6B9E10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901"/>
                <a:ext cx="70" cy="139"/>
              </a:xfrm>
              <a:custGeom>
                <a:avLst/>
                <a:gdLst>
                  <a:gd name="T0" fmla="*/ 0 w 28"/>
                  <a:gd name="T1" fmla="*/ 0 h 52"/>
                  <a:gd name="T2" fmla="*/ 158 w 28"/>
                  <a:gd name="T3" fmla="*/ 513 h 52"/>
                  <a:gd name="T4" fmla="*/ 408 w 28"/>
                  <a:gd name="T5" fmla="*/ 994 h 52"/>
                  <a:gd name="T6" fmla="*/ 438 w 28"/>
                  <a:gd name="T7" fmla="*/ 730 h 52"/>
                  <a:gd name="T8" fmla="*/ 270 w 28"/>
                  <a:gd name="T9" fmla="*/ 513 h 52"/>
                  <a:gd name="T10" fmla="*/ 220 w 28"/>
                  <a:gd name="T11" fmla="*/ 513 h 52"/>
                  <a:gd name="T12" fmla="*/ 188 w 28"/>
                  <a:gd name="T13" fmla="*/ 265 h 52"/>
                  <a:gd name="T14" fmla="*/ 95 w 28"/>
                  <a:gd name="T15" fmla="*/ 94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52">
                    <a:moveTo>
                      <a:pt x="0" y="0"/>
                    </a:moveTo>
                    <a:cubicBezTo>
                      <a:pt x="6" y="8"/>
                      <a:pt x="7" y="17"/>
                      <a:pt x="10" y="27"/>
                    </a:cubicBezTo>
                    <a:cubicBezTo>
                      <a:pt x="14" y="38"/>
                      <a:pt x="18" y="44"/>
                      <a:pt x="26" y="52"/>
                    </a:cubicBezTo>
                    <a:cubicBezTo>
                      <a:pt x="23" y="47"/>
                      <a:pt x="20" y="41"/>
                      <a:pt x="28" y="38"/>
                    </a:cubicBezTo>
                    <a:cubicBezTo>
                      <a:pt x="20" y="43"/>
                      <a:pt x="15" y="33"/>
                      <a:pt x="17" y="27"/>
                    </a:cubicBezTo>
                    <a:cubicBezTo>
                      <a:pt x="16" y="27"/>
                      <a:pt x="15" y="27"/>
                      <a:pt x="14" y="27"/>
                    </a:cubicBezTo>
                    <a:cubicBezTo>
                      <a:pt x="14" y="22"/>
                      <a:pt x="14" y="18"/>
                      <a:pt x="12" y="14"/>
                    </a:cubicBezTo>
                    <a:cubicBezTo>
                      <a:pt x="10" y="11"/>
                      <a:pt x="4" y="10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69" name="Freeform 131">
                <a:extLst>
                  <a:ext uri="{FF2B5EF4-FFF2-40B4-BE49-F238E27FC236}">
                    <a16:creationId xmlns:a16="http://schemas.microsoft.com/office/drawing/2014/main" id="{F3B9F52D-9807-4297-A21B-CF0932A48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595"/>
                <a:ext cx="163" cy="245"/>
              </a:xfrm>
              <a:custGeom>
                <a:avLst/>
                <a:gdLst>
                  <a:gd name="T0" fmla="*/ 0 w 65"/>
                  <a:gd name="T1" fmla="*/ 1736 h 92"/>
                  <a:gd name="T2" fmla="*/ 1026 w 65"/>
                  <a:gd name="T3" fmla="*/ 0 h 92"/>
                  <a:gd name="T4" fmla="*/ 680 w 65"/>
                  <a:gd name="T5" fmla="*/ 602 h 92"/>
                  <a:gd name="T6" fmla="*/ 629 w 65"/>
                  <a:gd name="T7" fmla="*/ 759 h 92"/>
                  <a:gd name="T8" fmla="*/ 567 w 65"/>
                  <a:gd name="T9" fmla="*/ 831 h 92"/>
                  <a:gd name="T10" fmla="*/ 522 w 65"/>
                  <a:gd name="T11" fmla="*/ 1057 h 92"/>
                  <a:gd name="T12" fmla="*/ 334 w 65"/>
                  <a:gd name="T13" fmla="*/ 1262 h 92"/>
                  <a:gd name="T14" fmla="*/ 145 w 65"/>
                  <a:gd name="T15" fmla="*/ 1433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92">
                    <a:moveTo>
                      <a:pt x="0" y="92"/>
                    </a:moveTo>
                    <a:cubicBezTo>
                      <a:pt x="13" y="59"/>
                      <a:pt x="41" y="25"/>
                      <a:pt x="65" y="0"/>
                    </a:cubicBezTo>
                    <a:cubicBezTo>
                      <a:pt x="59" y="6"/>
                      <a:pt x="47" y="23"/>
                      <a:pt x="43" y="32"/>
                    </a:cubicBezTo>
                    <a:cubicBezTo>
                      <a:pt x="42" y="34"/>
                      <a:pt x="42" y="38"/>
                      <a:pt x="40" y="40"/>
                    </a:cubicBezTo>
                    <a:cubicBezTo>
                      <a:pt x="39" y="42"/>
                      <a:pt x="36" y="43"/>
                      <a:pt x="36" y="44"/>
                    </a:cubicBezTo>
                    <a:cubicBezTo>
                      <a:pt x="33" y="49"/>
                      <a:pt x="29" y="49"/>
                      <a:pt x="33" y="56"/>
                    </a:cubicBezTo>
                    <a:cubicBezTo>
                      <a:pt x="25" y="54"/>
                      <a:pt x="21" y="58"/>
                      <a:pt x="21" y="67"/>
                    </a:cubicBezTo>
                    <a:cubicBezTo>
                      <a:pt x="14" y="64"/>
                      <a:pt x="12" y="72"/>
                      <a:pt x="9" y="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70" name="Freeform 132">
                <a:extLst>
                  <a:ext uri="{FF2B5EF4-FFF2-40B4-BE49-F238E27FC236}">
                    <a16:creationId xmlns:a16="http://schemas.microsoft.com/office/drawing/2014/main" id="{B190DC6B-6B93-451E-8AEC-E08157723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35"/>
                <a:ext cx="207" cy="373"/>
              </a:xfrm>
              <a:custGeom>
                <a:avLst/>
                <a:gdLst>
                  <a:gd name="T0" fmla="*/ 1287 w 83"/>
                  <a:gd name="T1" fmla="*/ 0 h 140"/>
                  <a:gd name="T2" fmla="*/ 870 w 83"/>
                  <a:gd name="T3" fmla="*/ 602 h 140"/>
                  <a:gd name="T4" fmla="*/ 541 w 83"/>
                  <a:gd name="T5" fmla="*/ 1215 h 140"/>
                  <a:gd name="T6" fmla="*/ 187 w 83"/>
                  <a:gd name="T7" fmla="*/ 1796 h 140"/>
                  <a:gd name="T8" fmla="*/ 62 w 83"/>
                  <a:gd name="T9" fmla="*/ 2648 h 140"/>
                  <a:gd name="T10" fmla="*/ 249 w 83"/>
                  <a:gd name="T11" fmla="*/ 2273 h 140"/>
                  <a:gd name="T12" fmla="*/ 292 w 83"/>
                  <a:gd name="T13" fmla="*/ 1910 h 140"/>
                  <a:gd name="T14" fmla="*/ 324 w 83"/>
                  <a:gd name="T15" fmla="*/ 1702 h 140"/>
                  <a:gd name="T16" fmla="*/ 541 w 83"/>
                  <a:gd name="T17" fmla="*/ 1548 h 140"/>
                  <a:gd name="T18" fmla="*/ 653 w 83"/>
                  <a:gd name="T19" fmla="*/ 1215 h 140"/>
                  <a:gd name="T20" fmla="*/ 716 w 83"/>
                  <a:gd name="T21" fmla="*/ 1114 h 140"/>
                  <a:gd name="T22" fmla="*/ 778 w 83"/>
                  <a:gd name="T23" fmla="*/ 1002 h 140"/>
                  <a:gd name="T24" fmla="*/ 1037 w 83"/>
                  <a:gd name="T25" fmla="*/ 456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140">
                    <a:moveTo>
                      <a:pt x="83" y="0"/>
                    </a:moveTo>
                    <a:cubicBezTo>
                      <a:pt x="73" y="9"/>
                      <a:pt x="66" y="22"/>
                      <a:pt x="56" y="32"/>
                    </a:cubicBezTo>
                    <a:cubicBezTo>
                      <a:pt x="46" y="42"/>
                      <a:pt x="42" y="52"/>
                      <a:pt x="35" y="64"/>
                    </a:cubicBezTo>
                    <a:cubicBezTo>
                      <a:pt x="28" y="76"/>
                      <a:pt x="20" y="85"/>
                      <a:pt x="12" y="95"/>
                    </a:cubicBezTo>
                    <a:cubicBezTo>
                      <a:pt x="5" y="105"/>
                      <a:pt x="0" y="129"/>
                      <a:pt x="4" y="140"/>
                    </a:cubicBezTo>
                    <a:cubicBezTo>
                      <a:pt x="5" y="133"/>
                      <a:pt x="8" y="121"/>
                      <a:pt x="16" y="120"/>
                    </a:cubicBezTo>
                    <a:cubicBezTo>
                      <a:pt x="6" y="113"/>
                      <a:pt x="16" y="107"/>
                      <a:pt x="19" y="101"/>
                    </a:cubicBezTo>
                    <a:cubicBezTo>
                      <a:pt x="21" y="98"/>
                      <a:pt x="19" y="94"/>
                      <a:pt x="21" y="90"/>
                    </a:cubicBezTo>
                    <a:cubicBezTo>
                      <a:pt x="24" y="86"/>
                      <a:pt x="31" y="84"/>
                      <a:pt x="35" y="82"/>
                    </a:cubicBezTo>
                    <a:cubicBezTo>
                      <a:pt x="29" y="74"/>
                      <a:pt x="38" y="68"/>
                      <a:pt x="42" y="64"/>
                    </a:cubicBezTo>
                    <a:cubicBezTo>
                      <a:pt x="45" y="62"/>
                      <a:pt x="44" y="62"/>
                      <a:pt x="46" y="59"/>
                    </a:cubicBezTo>
                    <a:cubicBezTo>
                      <a:pt x="47" y="58"/>
                      <a:pt x="49" y="55"/>
                      <a:pt x="50" y="53"/>
                    </a:cubicBezTo>
                    <a:cubicBezTo>
                      <a:pt x="54" y="44"/>
                      <a:pt x="59" y="30"/>
                      <a:pt x="67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71" name="Freeform 133">
                <a:extLst>
                  <a:ext uri="{FF2B5EF4-FFF2-40B4-BE49-F238E27FC236}">
                    <a16:creationId xmlns:a16="http://schemas.microsoft.com/office/drawing/2014/main" id="{57E22D9A-4A5E-435F-B971-21E137698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123"/>
                <a:ext cx="208" cy="986"/>
              </a:xfrm>
              <a:custGeom>
                <a:avLst/>
                <a:gdLst>
                  <a:gd name="T0" fmla="*/ 1163 w 83"/>
                  <a:gd name="T1" fmla="*/ 0 h 370"/>
                  <a:gd name="T2" fmla="*/ 659 w 83"/>
                  <a:gd name="T3" fmla="*/ 1684 h 370"/>
                  <a:gd name="T4" fmla="*/ 175 w 83"/>
                  <a:gd name="T5" fmla="*/ 2215 h 370"/>
                  <a:gd name="T6" fmla="*/ 33 w 83"/>
                  <a:gd name="T7" fmla="*/ 3195 h 370"/>
                  <a:gd name="T8" fmla="*/ 50 w 83"/>
                  <a:gd name="T9" fmla="*/ 5242 h 370"/>
                  <a:gd name="T10" fmla="*/ 83 w 83"/>
                  <a:gd name="T11" fmla="*/ 7003 h 370"/>
                  <a:gd name="T12" fmla="*/ 188 w 83"/>
                  <a:gd name="T13" fmla="*/ 5114 h 370"/>
                  <a:gd name="T14" fmla="*/ 175 w 83"/>
                  <a:gd name="T15" fmla="*/ 2955 h 370"/>
                  <a:gd name="T16" fmla="*/ 283 w 83"/>
                  <a:gd name="T17" fmla="*/ 2457 h 370"/>
                  <a:gd name="T18" fmla="*/ 659 w 83"/>
                  <a:gd name="T19" fmla="*/ 1945 h 370"/>
                  <a:gd name="T20" fmla="*/ 1163 w 83"/>
                  <a:gd name="T21" fmla="*/ 0 h 3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370">
                    <a:moveTo>
                      <a:pt x="74" y="0"/>
                    </a:moveTo>
                    <a:cubicBezTo>
                      <a:pt x="77" y="28"/>
                      <a:pt x="68" y="58"/>
                      <a:pt x="42" y="89"/>
                    </a:cubicBezTo>
                    <a:cubicBezTo>
                      <a:pt x="17" y="121"/>
                      <a:pt x="20" y="112"/>
                      <a:pt x="11" y="117"/>
                    </a:cubicBezTo>
                    <a:cubicBezTo>
                      <a:pt x="2" y="121"/>
                      <a:pt x="3" y="131"/>
                      <a:pt x="2" y="169"/>
                    </a:cubicBezTo>
                    <a:cubicBezTo>
                      <a:pt x="0" y="206"/>
                      <a:pt x="6" y="252"/>
                      <a:pt x="3" y="277"/>
                    </a:cubicBezTo>
                    <a:cubicBezTo>
                      <a:pt x="1" y="302"/>
                      <a:pt x="3" y="349"/>
                      <a:pt x="5" y="370"/>
                    </a:cubicBezTo>
                    <a:cubicBezTo>
                      <a:pt x="3" y="349"/>
                      <a:pt x="7" y="294"/>
                      <a:pt x="12" y="270"/>
                    </a:cubicBezTo>
                    <a:cubicBezTo>
                      <a:pt x="17" y="246"/>
                      <a:pt x="8" y="178"/>
                      <a:pt x="11" y="156"/>
                    </a:cubicBezTo>
                    <a:cubicBezTo>
                      <a:pt x="12" y="147"/>
                      <a:pt x="13" y="138"/>
                      <a:pt x="18" y="130"/>
                    </a:cubicBezTo>
                    <a:cubicBezTo>
                      <a:pt x="23" y="119"/>
                      <a:pt x="30" y="116"/>
                      <a:pt x="42" y="103"/>
                    </a:cubicBezTo>
                    <a:cubicBezTo>
                      <a:pt x="62" y="81"/>
                      <a:pt x="83" y="31"/>
                      <a:pt x="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72" name="Freeform 134">
                <a:extLst>
                  <a:ext uri="{FF2B5EF4-FFF2-40B4-BE49-F238E27FC236}">
                    <a16:creationId xmlns:a16="http://schemas.microsoft.com/office/drawing/2014/main" id="{3649C820-45F7-4018-8F5B-C0D9B4828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083"/>
                <a:ext cx="97" cy="666"/>
              </a:xfrm>
              <a:custGeom>
                <a:avLst/>
                <a:gdLst>
                  <a:gd name="T0" fmla="*/ 599 w 39"/>
                  <a:gd name="T1" fmla="*/ 0 h 250"/>
                  <a:gd name="T2" fmla="*/ 62 w 39"/>
                  <a:gd name="T3" fmla="*/ 567 h 250"/>
                  <a:gd name="T4" fmla="*/ 92 w 39"/>
                  <a:gd name="T5" fmla="*/ 2227 h 250"/>
                  <a:gd name="T6" fmla="*/ 137 w 39"/>
                  <a:gd name="T7" fmla="*/ 4726 h 250"/>
                  <a:gd name="T8" fmla="*/ 199 w 39"/>
                  <a:gd name="T9" fmla="*/ 2115 h 250"/>
                  <a:gd name="T10" fmla="*/ 199 w 39"/>
                  <a:gd name="T11" fmla="*/ 533 h 250"/>
                  <a:gd name="T12" fmla="*/ 599 w 39"/>
                  <a:gd name="T13" fmla="*/ 0 h 2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50">
                    <a:moveTo>
                      <a:pt x="39" y="0"/>
                    </a:moveTo>
                    <a:cubicBezTo>
                      <a:pt x="26" y="3"/>
                      <a:pt x="8" y="10"/>
                      <a:pt x="4" y="30"/>
                    </a:cubicBezTo>
                    <a:cubicBezTo>
                      <a:pt x="0" y="50"/>
                      <a:pt x="7" y="73"/>
                      <a:pt x="6" y="118"/>
                    </a:cubicBezTo>
                    <a:cubicBezTo>
                      <a:pt x="5" y="164"/>
                      <a:pt x="8" y="222"/>
                      <a:pt x="9" y="250"/>
                    </a:cubicBezTo>
                    <a:cubicBezTo>
                      <a:pt x="9" y="222"/>
                      <a:pt x="13" y="131"/>
                      <a:pt x="13" y="112"/>
                    </a:cubicBezTo>
                    <a:cubicBezTo>
                      <a:pt x="13" y="93"/>
                      <a:pt x="9" y="38"/>
                      <a:pt x="13" y="28"/>
                    </a:cubicBezTo>
                    <a:cubicBezTo>
                      <a:pt x="16" y="18"/>
                      <a:pt x="19" y="1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73" name="Freeform 135">
                <a:extLst>
                  <a:ext uri="{FF2B5EF4-FFF2-40B4-BE49-F238E27FC236}">
                    <a16:creationId xmlns:a16="http://schemas.microsoft.com/office/drawing/2014/main" id="{DE5A19E8-C0EF-494A-B155-5841D57DB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843"/>
                <a:ext cx="137" cy="416"/>
              </a:xfrm>
              <a:custGeom>
                <a:avLst/>
                <a:gdLst>
                  <a:gd name="T0" fmla="*/ 653 w 55"/>
                  <a:gd name="T1" fmla="*/ 0 h 156"/>
                  <a:gd name="T2" fmla="*/ 807 w 55"/>
                  <a:gd name="T3" fmla="*/ 760 h 156"/>
                  <a:gd name="T4" fmla="*/ 695 w 55"/>
                  <a:gd name="T5" fmla="*/ 1613 h 156"/>
                  <a:gd name="T6" fmla="*/ 416 w 55"/>
                  <a:gd name="T7" fmla="*/ 2275 h 156"/>
                  <a:gd name="T8" fmla="*/ 30 w 55"/>
                  <a:gd name="T9" fmla="*/ 2957 h 156"/>
                  <a:gd name="T10" fmla="*/ 0 w 55"/>
                  <a:gd name="T11" fmla="*/ 2696 h 156"/>
                  <a:gd name="T12" fmla="*/ 167 w 55"/>
                  <a:gd name="T13" fmla="*/ 2027 h 156"/>
                  <a:gd name="T14" fmla="*/ 433 w 55"/>
                  <a:gd name="T15" fmla="*/ 1672 h 156"/>
                  <a:gd name="T16" fmla="*/ 508 w 55"/>
                  <a:gd name="T17" fmla="*/ 1216 h 156"/>
                  <a:gd name="T18" fmla="*/ 528 w 55"/>
                  <a:gd name="T19" fmla="*/ 739 h 156"/>
                  <a:gd name="T20" fmla="*/ 653 w 55"/>
                  <a:gd name="T21" fmla="*/ 21 h 1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156">
                    <a:moveTo>
                      <a:pt x="42" y="0"/>
                    </a:moveTo>
                    <a:cubicBezTo>
                      <a:pt x="48" y="14"/>
                      <a:pt x="55" y="23"/>
                      <a:pt x="52" y="40"/>
                    </a:cubicBezTo>
                    <a:cubicBezTo>
                      <a:pt x="50" y="54"/>
                      <a:pt x="49" y="71"/>
                      <a:pt x="45" y="85"/>
                    </a:cubicBezTo>
                    <a:cubicBezTo>
                      <a:pt x="41" y="98"/>
                      <a:pt x="35" y="109"/>
                      <a:pt x="27" y="120"/>
                    </a:cubicBezTo>
                    <a:cubicBezTo>
                      <a:pt x="18" y="133"/>
                      <a:pt x="8" y="141"/>
                      <a:pt x="2" y="156"/>
                    </a:cubicBezTo>
                    <a:cubicBezTo>
                      <a:pt x="2" y="151"/>
                      <a:pt x="4" y="146"/>
                      <a:pt x="0" y="142"/>
                    </a:cubicBezTo>
                    <a:cubicBezTo>
                      <a:pt x="7" y="139"/>
                      <a:pt x="28" y="112"/>
                      <a:pt x="11" y="107"/>
                    </a:cubicBezTo>
                    <a:cubicBezTo>
                      <a:pt x="21" y="110"/>
                      <a:pt x="38" y="97"/>
                      <a:pt x="28" y="88"/>
                    </a:cubicBezTo>
                    <a:cubicBezTo>
                      <a:pt x="40" y="92"/>
                      <a:pt x="38" y="70"/>
                      <a:pt x="33" y="64"/>
                    </a:cubicBezTo>
                    <a:cubicBezTo>
                      <a:pt x="42" y="57"/>
                      <a:pt x="40" y="48"/>
                      <a:pt x="34" y="39"/>
                    </a:cubicBezTo>
                    <a:cubicBezTo>
                      <a:pt x="48" y="42"/>
                      <a:pt x="43" y="8"/>
                      <a:pt x="42" y="1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74" name="Freeform 136">
                <a:extLst>
                  <a:ext uri="{FF2B5EF4-FFF2-40B4-BE49-F238E27FC236}">
                    <a16:creationId xmlns:a16="http://schemas.microsoft.com/office/drawing/2014/main" id="{EB275937-3574-4519-B344-9B2DFAC6E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232"/>
                <a:ext cx="105" cy="531"/>
              </a:xfrm>
              <a:custGeom>
                <a:avLst/>
                <a:gdLst>
                  <a:gd name="T0" fmla="*/ 333 w 42"/>
                  <a:gd name="T1" fmla="*/ 534 h 199"/>
                  <a:gd name="T2" fmla="*/ 500 w 42"/>
                  <a:gd name="T3" fmla="*/ 0 h 199"/>
                  <a:gd name="T4" fmla="*/ 533 w 42"/>
                  <a:gd name="T5" fmla="*/ 833 h 199"/>
                  <a:gd name="T6" fmla="*/ 583 w 42"/>
                  <a:gd name="T7" fmla="*/ 1857 h 199"/>
                  <a:gd name="T8" fmla="*/ 408 w 42"/>
                  <a:gd name="T9" fmla="*/ 3781 h 199"/>
                  <a:gd name="T10" fmla="*/ 375 w 42"/>
                  <a:gd name="T11" fmla="*/ 3346 h 199"/>
                  <a:gd name="T12" fmla="*/ 425 w 42"/>
                  <a:gd name="T13" fmla="*/ 3005 h 199"/>
                  <a:gd name="T14" fmla="*/ 470 w 42"/>
                  <a:gd name="T15" fmla="*/ 2548 h 199"/>
                  <a:gd name="T16" fmla="*/ 300 w 42"/>
                  <a:gd name="T17" fmla="*/ 2492 h 199"/>
                  <a:gd name="T18" fmla="*/ 283 w 42"/>
                  <a:gd name="T19" fmla="*/ 1745 h 199"/>
                  <a:gd name="T20" fmla="*/ 363 w 42"/>
                  <a:gd name="T21" fmla="*/ 1233 h 199"/>
                  <a:gd name="T22" fmla="*/ 175 w 42"/>
                  <a:gd name="T23" fmla="*/ 913 h 199"/>
                  <a:gd name="T24" fmla="*/ 20 w 42"/>
                  <a:gd name="T25" fmla="*/ 606 h 199"/>
                  <a:gd name="T26" fmla="*/ 270 w 42"/>
                  <a:gd name="T27" fmla="*/ 376 h 199"/>
                  <a:gd name="T28" fmla="*/ 375 w 42"/>
                  <a:gd name="T29" fmla="*/ 534 h 19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2" h="199">
                    <a:moveTo>
                      <a:pt x="21" y="28"/>
                    </a:moveTo>
                    <a:cubicBezTo>
                      <a:pt x="22" y="17"/>
                      <a:pt x="25" y="8"/>
                      <a:pt x="32" y="0"/>
                    </a:cubicBezTo>
                    <a:cubicBezTo>
                      <a:pt x="38" y="4"/>
                      <a:pt x="34" y="36"/>
                      <a:pt x="34" y="44"/>
                    </a:cubicBezTo>
                    <a:cubicBezTo>
                      <a:pt x="33" y="63"/>
                      <a:pt x="35" y="79"/>
                      <a:pt x="37" y="98"/>
                    </a:cubicBezTo>
                    <a:cubicBezTo>
                      <a:pt x="42" y="133"/>
                      <a:pt x="29" y="164"/>
                      <a:pt x="26" y="199"/>
                    </a:cubicBezTo>
                    <a:cubicBezTo>
                      <a:pt x="28" y="191"/>
                      <a:pt x="24" y="184"/>
                      <a:pt x="24" y="176"/>
                    </a:cubicBezTo>
                    <a:cubicBezTo>
                      <a:pt x="24" y="170"/>
                      <a:pt x="26" y="165"/>
                      <a:pt x="27" y="158"/>
                    </a:cubicBezTo>
                    <a:cubicBezTo>
                      <a:pt x="28" y="153"/>
                      <a:pt x="32" y="140"/>
                      <a:pt x="30" y="134"/>
                    </a:cubicBezTo>
                    <a:cubicBezTo>
                      <a:pt x="28" y="129"/>
                      <a:pt x="25" y="130"/>
                      <a:pt x="19" y="131"/>
                    </a:cubicBezTo>
                    <a:cubicBezTo>
                      <a:pt x="31" y="121"/>
                      <a:pt x="32" y="101"/>
                      <a:pt x="18" y="92"/>
                    </a:cubicBezTo>
                    <a:cubicBezTo>
                      <a:pt x="22" y="84"/>
                      <a:pt x="25" y="74"/>
                      <a:pt x="23" y="65"/>
                    </a:cubicBezTo>
                    <a:cubicBezTo>
                      <a:pt x="21" y="57"/>
                      <a:pt x="15" y="55"/>
                      <a:pt x="11" y="48"/>
                    </a:cubicBezTo>
                    <a:cubicBezTo>
                      <a:pt x="9" y="46"/>
                      <a:pt x="0" y="34"/>
                      <a:pt x="1" y="32"/>
                    </a:cubicBezTo>
                    <a:cubicBezTo>
                      <a:pt x="2" y="28"/>
                      <a:pt x="14" y="25"/>
                      <a:pt x="17" y="20"/>
                    </a:cubicBezTo>
                    <a:cubicBezTo>
                      <a:pt x="4" y="31"/>
                      <a:pt x="18" y="46"/>
                      <a:pt x="24" y="2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75" name="Freeform 137">
                <a:extLst>
                  <a:ext uri="{FF2B5EF4-FFF2-40B4-BE49-F238E27FC236}">
                    <a16:creationId xmlns:a16="http://schemas.microsoft.com/office/drawing/2014/main" id="{B592EC13-1E84-463A-ABBF-1E6B0E600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608"/>
                <a:ext cx="178" cy="144"/>
              </a:xfrm>
              <a:custGeom>
                <a:avLst/>
                <a:gdLst>
                  <a:gd name="T0" fmla="*/ 0 w 71"/>
                  <a:gd name="T1" fmla="*/ 0 h 54"/>
                  <a:gd name="T2" fmla="*/ 33 w 71"/>
                  <a:gd name="T3" fmla="*/ 341 h 54"/>
                  <a:gd name="T4" fmla="*/ 0 w 71"/>
                  <a:gd name="T5" fmla="*/ 661 h 54"/>
                  <a:gd name="T6" fmla="*/ 208 w 71"/>
                  <a:gd name="T7" fmla="*/ 533 h 54"/>
                  <a:gd name="T8" fmla="*/ 221 w 71"/>
                  <a:gd name="T9" fmla="*/ 717 h 54"/>
                  <a:gd name="T10" fmla="*/ 692 w 71"/>
                  <a:gd name="T11" fmla="*/ 832 h 54"/>
                  <a:gd name="T12" fmla="*/ 1068 w 71"/>
                  <a:gd name="T13" fmla="*/ 1024 h 54"/>
                  <a:gd name="T14" fmla="*/ 617 w 71"/>
                  <a:gd name="T15" fmla="*/ 397 h 54"/>
                  <a:gd name="T16" fmla="*/ 63 w 71"/>
                  <a:gd name="T17" fmla="*/ 56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54">
                    <a:moveTo>
                      <a:pt x="0" y="0"/>
                    </a:moveTo>
                    <a:cubicBezTo>
                      <a:pt x="0" y="6"/>
                      <a:pt x="3" y="12"/>
                      <a:pt x="2" y="18"/>
                    </a:cubicBezTo>
                    <a:cubicBezTo>
                      <a:pt x="2" y="23"/>
                      <a:pt x="0" y="29"/>
                      <a:pt x="0" y="35"/>
                    </a:cubicBezTo>
                    <a:cubicBezTo>
                      <a:pt x="2" y="29"/>
                      <a:pt x="8" y="27"/>
                      <a:pt x="13" y="28"/>
                    </a:cubicBezTo>
                    <a:cubicBezTo>
                      <a:pt x="14" y="31"/>
                      <a:pt x="14" y="34"/>
                      <a:pt x="14" y="38"/>
                    </a:cubicBezTo>
                    <a:cubicBezTo>
                      <a:pt x="21" y="24"/>
                      <a:pt x="39" y="33"/>
                      <a:pt x="44" y="44"/>
                    </a:cubicBezTo>
                    <a:cubicBezTo>
                      <a:pt x="53" y="39"/>
                      <a:pt x="65" y="45"/>
                      <a:pt x="68" y="54"/>
                    </a:cubicBezTo>
                    <a:cubicBezTo>
                      <a:pt x="71" y="35"/>
                      <a:pt x="53" y="26"/>
                      <a:pt x="39" y="21"/>
                    </a:cubicBezTo>
                    <a:cubicBezTo>
                      <a:pt x="30" y="18"/>
                      <a:pt x="6" y="13"/>
                      <a:pt x="4" y="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76" name="Freeform 138">
                <a:extLst>
                  <a:ext uri="{FF2B5EF4-FFF2-40B4-BE49-F238E27FC236}">
                    <a16:creationId xmlns:a16="http://schemas.microsoft.com/office/drawing/2014/main" id="{B1F3D433-7522-4903-B7B1-165F1279C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181"/>
                <a:ext cx="117" cy="459"/>
              </a:xfrm>
              <a:custGeom>
                <a:avLst/>
                <a:gdLst>
                  <a:gd name="T0" fmla="*/ 321 w 47"/>
                  <a:gd name="T1" fmla="*/ 0 h 172"/>
                  <a:gd name="T2" fmla="*/ 466 w 47"/>
                  <a:gd name="T3" fmla="*/ 742 h 172"/>
                  <a:gd name="T4" fmla="*/ 495 w 47"/>
                  <a:gd name="T5" fmla="*/ 1537 h 172"/>
                  <a:gd name="T6" fmla="*/ 540 w 47"/>
                  <a:gd name="T7" fmla="*/ 2415 h 172"/>
                  <a:gd name="T8" fmla="*/ 712 w 47"/>
                  <a:gd name="T9" fmla="*/ 3269 h 172"/>
                  <a:gd name="T10" fmla="*/ 433 w 47"/>
                  <a:gd name="T11" fmla="*/ 2791 h 172"/>
                  <a:gd name="T12" fmla="*/ 0 w 47"/>
                  <a:gd name="T13" fmla="*/ 2266 h 172"/>
                  <a:gd name="T14" fmla="*/ 137 w 47"/>
                  <a:gd name="T15" fmla="*/ 1574 h 172"/>
                  <a:gd name="T16" fmla="*/ 187 w 47"/>
                  <a:gd name="T17" fmla="*/ 1046 h 172"/>
                  <a:gd name="T18" fmla="*/ 261 w 47"/>
                  <a:gd name="T19" fmla="*/ 478 h 172"/>
                  <a:gd name="T20" fmla="*/ 353 w 47"/>
                  <a:gd name="T21" fmla="*/ 115 h 1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72">
                    <a:moveTo>
                      <a:pt x="21" y="0"/>
                    </a:moveTo>
                    <a:cubicBezTo>
                      <a:pt x="33" y="10"/>
                      <a:pt x="29" y="25"/>
                      <a:pt x="30" y="39"/>
                    </a:cubicBezTo>
                    <a:cubicBezTo>
                      <a:pt x="31" y="53"/>
                      <a:pt x="31" y="67"/>
                      <a:pt x="32" y="81"/>
                    </a:cubicBezTo>
                    <a:cubicBezTo>
                      <a:pt x="33" y="96"/>
                      <a:pt x="32" y="112"/>
                      <a:pt x="35" y="127"/>
                    </a:cubicBezTo>
                    <a:cubicBezTo>
                      <a:pt x="39" y="143"/>
                      <a:pt x="47" y="154"/>
                      <a:pt x="46" y="172"/>
                    </a:cubicBezTo>
                    <a:cubicBezTo>
                      <a:pt x="46" y="162"/>
                      <a:pt x="40" y="147"/>
                      <a:pt x="28" y="147"/>
                    </a:cubicBezTo>
                    <a:cubicBezTo>
                      <a:pt x="37" y="128"/>
                      <a:pt x="19" y="109"/>
                      <a:pt x="0" y="119"/>
                    </a:cubicBezTo>
                    <a:cubicBezTo>
                      <a:pt x="11" y="111"/>
                      <a:pt x="25" y="95"/>
                      <a:pt x="9" y="83"/>
                    </a:cubicBezTo>
                    <a:cubicBezTo>
                      <a:pt x="23" y="82"/>
                      <a:pt x="17" y="61"/>
                      <a:pt x="12" y="55"/>
                    </a:cubicBezTo>
                    <a:cubicBezTo>
                      <a:pt x="28" y="50"/>
                      <a:pt x="15" y="35"/>
                      <a:pt x="17" y="25"/>
                    </a:cubicBezTo>
                    <a:cubicBezTo>
                      <a:pt x="18" y="18"/>
                      <a:pt x="27" y="16"/>
                      <a:pt x="23" y="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77" name="Freeform 139">
                <a:extLst>
                  <a:ext uri="{FF2B5EF4-FFF2-40B4-BE49-F238E27FC236}">
                    <a16:creationId xmlns:a16="http://schemas.microsoft.com/office/drawing/2014/main" id="{BB116202-9B39-491C-8118-59CFAC496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925"/>
                <a:ext cx="95" cy="254"/>
              </a:xfrm>
              <a:custGeom>
                <a:avLst/>
                <a:gdLst>
                  <a:gd name="T0" fmla="*/ 175 w 38"/>
                  <a:gd name="T1" fmla="*/ 35 h 95"/>
                  <a:gd name="T2" fmla="*/ 270 w 38"/>
                  <a:gd name="T3" fmla="*/ 479 h 95"/>
                  <a:gd name="T4" fmla="*/ 488 w 38"/>
                  <a:gd name="T5" fmla="*/ 957 h 95"/>
                  <a:gd name="T6" fmla="*/ 270 w 38"/>
                  <a:gd name="T7" fmla="*/ 1815 h 95"/>
                  <a:gd name="T8" fmla="*/ 0 w 38"/>
                  <a:gd name="T9" fmla="*/ 1495 h 95"/>
                  <a:gd name="T10" fmla="*/ 113 w 38"/>
                  <a:gd name="T11" fmla="*/ 936 h 95"/>
                  <a:gd name="T12" fmla="*/ 158 w 38"/>
                  <a:gd name="T13" fmla="*/ 537 h 95"/>
                  <a:gd name="T14" fmla="*/ 145 w 38"/>
                  <a:gd name="T15" fmla="*/ 0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95">
                    <a:moveTo>
                      <a:pt x="11" y="2"/>
                    </a:moveTo>
                    <a:cubicBezTo>
                      <a:pt x="15" y="9"/>
                      <a:pt x="16" y="17"/>
                      <a:pt x="17" y="25"/>
                    </a:cubicBezTo>
                    <a:cubicBezTo>
                      <a:pt x="19" y="37"/>
                      <a:pt x="25" y="40"/>
                      <a:pt x="31" y="50"/>
                    </a:cubicBezTo>
                    <a:cubicBezTo>
                      <a:pt x="38" y="64"/>
                      <a:pt x="18" y="80"/>
                      <a:pt x="17" y="95"/>
                    </a:cubicBezTo>
                    <a:cubicBezTo>
                      <a:pt x="16" y="88"/>
                      <a:pt x="10" y="71"/>
                      <a:pt x="0" y="78"/>
                    </a:cubicBezTo>
                    <a:cubicBezTo>
                      <a:pt x="15" y="74"/>
                      <a:pt x="23" y="60"/>
                      <a:pt x="7" y="49"/>
                    </a:cubicBezTo>
                    <a:cubicBezTo>
                      <a:pt x="15" y="44"/>
                      <a:pt x="10" y="35"/>
                      <a:pt x="10" y="28"/>
                    </a:cubicBezTo>
                    <a:cubicBezTo>
                      <a:pt x="9" y="19"/>
                      <a:pt x="13" y="8"/>
                      <a:pt x="9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78" name="Freeform 140">
                <a:extLst>
                  <a:ext uri="{FF2B5EF4-FFF2-40B4-BE49-F238E27FC236}">
                    <a16:creationId xmlns:a16="http://schemas.microsoft.com/office/drawing/2014/main" id="{7D85FACF-C32D-4640-8DFC-396138EA8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259"/>
                <a:ext cx="228" cy="165"/>
              </a:xfrm>
              <a:custGeom>
                <a:avLst/>
                <a:gdLst>
                  <a:gd name="T0" fmla="*/ 33 w 91"/>
                  <a:gd name="T1" fmla="*/ 908 h 62"/>
                  <a:gd name="T2" fmla="*/ 396 w 91"/>
                  <a:gd name="T3" fmla="*/ 1091 h 62"/>
                  <a:gd name="T4" fmla="*/ 930 w 91"/>
                  <a:gd name="T5" fmla="*/ 1019 h 62"/>
                  <a:gd name="T6" fmla="*/ 1338 w 91"/>
                  <a:gd name="T7" fmla="*/ 601 h 62"/>
                  <a:gd name="T8" fmla="*/ 1413 w 91"/>
                  <a:gd name="T9" fmla="*/ 319 h 62"/>
                  <a:gd name="T10" fmla="*/ 1318 w 91"/>
                  <a:gd name="T11" fmla="*/ 0 h 62"/>
                  <a:gd name="T12" fmla="*/ 1055 w 91"/>
                  <a:gd name="T13" fmla="*/ 623 h 62"/>
                  <a:gd name="T14" fmla="*/ 867 w 91"/>
                  <a:gd name="T15" fmla="*/ 908 h 62"/>
                  <a:gd name="T16" fmla="*/ 709 w 91"/>
                  <a:gd name="T17" fmla="*/ 865 h 62"/>
                  <a:gd name="T18" fmla="*/ 551 w 91"/>
                  <a:gd name="T19" fmla="*/ 921 h 62"/>
                  <a:gd name="T20" fmla="*/ 238 w 91"/>
                  <a:gd name="T21" fmla="*/ 865 h 62"/>
                  <a:gd name="T22" fmla="*/ 0 w 91"/>
                  <a:gd name="T23" fmla="*/ 806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1" h="62">
                    <a:moveTo>
                      <a:pt x="2" y="48"/>
                    </a:moveTo>
                    <a:cubicBezTo>
                      <a:pt x="5" y="62"/>
                      <a:pt x="13" y="61"/>
                      <a:pt x="25" y="58"/>
                    </a:cubicBezTo>
                    <a:cubicBezTo>
                      <a:pt x="37" y="56"/>
                      <a:pt x="48" y="56"/>
                      <a:pt x="59" y="54"/>
                    </a:cubicBezTo>
                    <a:cubicBezTo>
                      <a:pt x="73" y="52"/>
                      <a:pt x="80" y="44"/>
                      <a:pt x="85" y="32"/>
                    </a:cubicBezTo>
                    <a:cubicBezTo>
                      <a:pt x="87" y="28"/>
                      <a:pt x="91" y="21"/>
                      <a:pt x="90" y="17"/>
                    </a:cubicBezTo>
                    <a:cubicBezTo>
                      <a:pt x="90" y="11"/>
                      <a:pt x="85" y="6"/>
                      <a:pt x="84" y="0"/>
                    </a:cubicBezTo>
                    <a:cubicBezTo>
                      <a:pt x="83" y="9"/>
                      <a:pt x="88" y="45"/>
                      <a:pt x="67" y="33"/>
                    </a:cubicBezTo>
                    <a:cubicBezTo>
                      <a:pt x="65" y="42"/>
                      <a:pt x="66" y="47"/>
                      <a:pt x="55" y="48"/>
                    </a:cubicBezTo>
                    <a:cubicBezTo>
                      <a:pt x="51" y="48"/>
                      <a:pt x="48" y="46"/>
                      <a:pt x="45" y="46"/>
                    </a:cubicBezTo>
                    <a:cubicBezTo>
                      <a:pt x="42" y="47"/>
                      <a:pt x="38" y="49"/>
                      <a:pt x="35" y="49"/>
                    </a:cubicBezTo>
                    <a:cubicBezTo>
                      <a:pt x="29" y="50"/>
                      <a:pt x="22" y="46"/>
                      <a:pt x="15" y="46"/>
                    </a:cubicBezTo>
                    <a:cubicBezTo>
                      <a:pt x="10" y="46"/>
                      <a:pt x="5" y="47"/>
                      <a:pt x="0" y="4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79" name="Freeform 141">
                <a:extLst>
                  <a:ext uri="{FF2B5EF4-FFF2-40B4-BE49-F238E27FC236}">
                    <a16:creationId xmlns:a16="http://schemas.microsoft.com/office/drawing/2014/main" id="{4382FC48-125B-4D9E-A5C2-1FF8E2230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928"/>
                <a:ext cx="100" cy="589"/>
              </a:xfrm>
              <a:custGeom>
                <a:avLst/>
                <a:gdLst>
                  <a:gd name="T0" fmla="*/ 583 w 40"/>
                  <a:gd name="T1" fmla="*/ 149 h 221"/>
                  <a:gd name="T2" fmla="*/ 375 w 40"/>
                  <a:gd name="T3" fmla="*/ 1229 h 221"/>
                  <a:gd name="T4" fmla="*/ 313 w 40"/>
                  <a:gd name="T5" fmla="*/ 1727 h 221"/>
                  <a:gd name="T6" fmla="*/ 488 w 40"/>
                  <a:gd name="T7" fmla="*/ 2137 h 221"/>
                  <a:gd name="T8" fmla="*/ 333 w 40"/>
                  <a:gd name="T9" fmla="*/ 2535 h 221"/>
                  <a:gd name="T10" fmla="*/ 300 w 40"/>
                  <a:gd name="T11" fmla="*/ 3046 h 221"/>
                  <a:gd name="T12" fmla="*/ 188 w 40"/>
                  <a:gd name="T13" fmla="*/ 4184 h 221"/>
                  <a:gd name="T14" fmla="*/ 125 w 40"/>
                  <a:gd name="T15" fmla="*/ 3331 h 221"/>
                  <a:gd name="T16" fmla="*/ 125 w 40"/>
                  <a:gd name="T17" fmla="*/ 2841 h 221"/>
                  <a:gd name="T18" fmla="*/ 145 w 40"/>
                  <a:gd name="T19" fmla="*/ 2479 h 221"/>
                  <a:gd name="T20" fmla="*/ 0 w 40"/>
                  <a:gd name="T21" fmla="*/ 1988 h 221"/>
                  <a:gd name="T22" fmla="*/ 113 w 40"/>
                  <a:gd name="T23" fmla="*/ 1327 h 221"/>
                  <a:gd name="T24" fmla="*/ 270 w 40"/>
                  <a:gd name="T25" fmla="*/ 853 h 221"/>
                  <a:gd name="T26" fmla="*/ 250 w 40"/>
                  <a:gd name="T27" fmla="*/ 533 h 221"/>
                  <a:gd name="T28" fmla="*/ 313 w 40"/>
                  <a:gd name="T29" fmla="*/ 418 h 221"/>
                  <a:gd name="T30" fmla="*/ 625 w 40"/>
                  <a:gd name="T31" fmla="*/ 0 h 2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221">
                    <a:moveTo>
                      <a:pt x="37" y="8"/>
                    </a:moveTo>
                    <a:cubicBezTo>
                      <a:pt x="33" y="27"/>
                      <a:pt x="28" y="46"/>
                      <a:pt x="24" y="65"/>
                    </a:cubicBezTo>
                    <a:cubicBezTo>
                      <a:pt x="22" y="73"/>
                      <a:pt x="18" y="82"/>
                      <a:pt x="20" y="91"/>
                    </a:cubicBezTo>
                    <a:cubicBezTo>
                      <a:pt x="21" y="100"/>
                      <a:pt x="30" y="104"/>
                      <a:pt x="31" y="113"/>
                    </a:cubicBezTo>
                    <a:cubicBezTo>
                      <a:pt x="33" y="123"/>
                      <a:pt x="25" y="126"/>
                      <a:pt x="21" y="134"/>
                    </a:cubicBezTo>
                    <a:cubicBezTo>
                      <a:pt x="18" y="141"/>
                      <a:pt x="18" y="153"/>
                      <a:pt x="19" y="161"/>
                    </a:cubicBezTo>
                    <a:cubicBezTo>
                      <a:pt x="20" y="182"/>
                      <a:pt x="20" y="202"/>
                      <a:pt x="12" y="221"/>
                    </a:cubicBezTo>
                    <a:cubicBezTo>
                      <a:pt x="17" y="211"/>
                      <a:pt x="20" y="182"/>
                      <a:pt x="8" y="176"/>
                    </a:cubicBezTo>
                    <a:cubicBezTo>
                      <a:pt x="13" y="167"/>
                      <a:pt x="12" y="160"/>
                      <a:pt x="8" y="150"/>
                    </a:cubicBezTo>
                    <a:cubicBezTo>
                      <a:pt x="3" y="140"/>
                      <a:pt x="4" y="141"/>
                      <a:pt x="9" y="131"/>
                    </a:cubicBezTo>
                    <a:cubicBezTo>
                      <a:pt x="15" y="118"/>
                      <a:pt x="13" y="112"/>
                      <a:pt x="0" y="105"/>
                    </a:cubicBezTo>
                    <a:cubicBezTo>
                      <a:pt x="15" y="99"/>
                      <a:pt x="7" y="80"/>
                      <a:pt x="7" y="70"/>
                    </a:cubicBezTo>
                    <a:cubicBezTo>
                      <a:pt x="6" y="57"/>
                      <a:pt x="14" y="55"/>
                      <a:pt x="17" y="45"/>
                    </a:cubicBezTo>
                    <a:cubicBezTo>
                      <a:pt x="19" y="38"/>
                      <a:pt x="15" y="34"/>
                      <a:pt x="16" y="28"/>
                    </a:cubicBezTo>
                    <a:cubicBezTo>
                      <a:pt x="16" y="21"/>
                      <a:pt x="15" y="26"/>
                      <a:pt x="20" y="22"/>
                    </a:cubicBezTo>
                    <a:cubicBezTo>
                      <a:pt x="28" y="15"/>
                      <a:pt x="33" y="6"/>
                      <a:pt x="4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80" name="Freeform 142">
                <a:extLst>
                  <a:ext uri="{FF2B5EF4-FFF2-40B4-BE49-F238E27FC236}">
                    <a16:creationId xmlns:a16="http://schemas.microsoft.com/office/drawing/2014/main" id="{ABB8CFE8-977F-4C4F-8ABE-B352A2E36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760"/>
                <a:ext cx="83" cy="200"/>
              </a:xfrm>
              <a:custGeom>
                <a:avLst/>
                <a:gdLst>
                  <a:gd name="T0" fmla="*/ 113 w 33"/>
                  <a:gd name="T1" fmla="*/ 1421 h 75"/>
                  <a:gd name="T2" fmla="*/ 526 w 33"/>
                  <a:gd name="T3" fmla="*/ 491 h 75"/>
                  <a:gd name="T4" fmla="*/ 493 w 33"/>
                  <a:gd name="T5" fmla="*/ 0 h 75"/>
                  <a:gd name="T6" fmla="*/ 304 w 33"/>
                  <a:gd name="T7" fmla="*/ 661 h 75"/>
                  <a:gd name="T8" fmla="*/ 96 w 33"/>
                  <a:gd name="T9" fmla="*/ 909 h 75"/>
                  <a:gd name="T10" fmla="*/ 0 w 33"/>
                  <a:gd name="T11" fmla="*/ 1365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5">
                    <a:moveTo>
                      <a:pt x="7" y="75"/>
                    </a:moveTo>
                    <a:cubicBezTo>
                      <a:pt x="18" y="60"/>
                      <a:pt x="16" y="38"/>
                      <a:pt x="33" y="26"/>
                    </a:cubicBezTo>
                    <a:cubicBezTo>
                      <a:pt x="22" y="21"/>
                      <a:pt x="31" y="10"/>
                      <a:pt x="31" y="0"/>
                    </a:cubicBezTo>
                    <a:cubicBezTo>
                      <a:pt x="23" y="10"/>
                      <a:pt x="24" y="25"/>
                      <a:pt x="19" y="35"/>
                    </a:cubicBezTo>
                    <a:cubicBezTo>
                      <a:pt x="16" y="42"/>
                      <a:pt x="10" y="43"/>
                      <a:pt x="6" y="48"/>
                    </a:cubicBezTo>
                    <a:cubicBezTo>
                      <a:pt x="2" y="55"/>
                      <a:pt x="8" y="68"/>
                      <a:pt x="0" y="72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81" name="Freeform 143">
                <a:extLst>
                  <a:ext uri="{FF2B5EF4-FFF2-40B4-BE49-F238E27FC236}">
                    <a16:creationId xmlns:a16="http://schemas.microsoft.com/office/drawing/2014/main" id="{90F3590D-B27C-4151-B9C3-31CC6BD6E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1693"/>
                <a:ext cx="77" cy="80"/>
              </a:xfrm>
              <a:custGeom>
                <a:avLst/>
                <a:gdLst>
                  <a:gd name="T0" fmla="*/ 0 w 31"/>
                  <a:gd name="T1" fmla="*/ 568 h 30"/>
                  <a:gd name="T2" fmla="*/ 474 w 31"/>
                  <a:gd name="T3" fmla="*/ 341 h 30"/>
                  <a:gd name="T4" fmla="*/ 400 w 31"/>
                  <a:gd name="T5" fmla="*/ 0 h 30"/>
                  <a:gd name="T6" fmla="*/ 370 w 31"/>
                  <a:gd name="T7" fmla="*/ 192 h 30"/>
                  <a:gd name="T8" fmla="*/ 166 w 31"/>
                  <a:gd name="T9" fmla="*/ 34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0" y="30"/>
                    </a:moveTo>
                    <a:cubicBezTo>
                      <a:pt x="10" y="23"/>
                      <a:pt x="19" y="19"/>
                      <a:pt x="31" y="18"/>
                    </a:cubicBezTo>
                    <a:cubicBezTo>
                      <a:pt x="29" y="11"/>
                      <a:pt x="25" y="8"/>
                      <a:pt x="26" y="0"/>
                    </a:cubicBezTo>
                    <a:cubicBezTo>
                      <a:pt x="25" y="3"/>
                      <a:pt x="26" y="7"/>
                      <a:pt x="24" y="10"/>
                    </a:cubicBezTo>
                    <a:cubicBezTo>
                      <a:pt x="21" y="15"/>
                      <a:pt x="14" y="14"/>
                      <a:pt x="11" y="18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82" name="Freeform 144">
                <a:extLst>
                  <a:ext uri="{FF2B5EF4-FFF2-40B4-BE49-F238E27FC236}">
                    <a16:creationId xmlns:a16="http://schemas.microsoft.com/office/drawing/2014/main" id="{A803F971-712D-464C-8385-60AC66DB4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693"/>
                <a:ext cx="123" cy="70"/>
              </a:xfrm>
              <a:custGeom>
                <a:avLst/>
                <a:gdLst>
                  <a:gd name="T0" fmla="*/ 50 w 49"/>
                  <a:gd name="T1" fmla="*/ 159 h 26"/>
                  <a:gd name="T2" fmla="*/ 597 w 49"/>
                  <a:gd name="T3" fmla="*/ 428 h 26"/>
                  <a:gd name="T4" fmla="*/ 776 w 49"/>
                  <a:gd name="T5" fmla="*/ 218 h 26"/>
                  <a:gd name="T6" fmla="*/ 492 w 49"/>
                  <a:gd name="T7" fmla="*/ 312 h 26"/>
                  <a:gd name="T8" fmla="*/ 346 w 49"/>
                  <a:gd name="T9" fmla="*/ 59 h 26"/>
                  <a:gd name="T10" fmla="*/ 33 w 49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6">
                    <a:moveTo>
                      <a:pt x="3" y="8"/>
                    </a:moveTo>
                    <a:cubicBezTo>
                      <a:pt x="0" y="26"/>
                      <a:pt x="30" y="15"/>
                      <a:pt x="38" y="22"/>
                    </a:cubicBezTo>
                    <a:cubicBezTo>
                      <a:pt x="42" y="19"/>
                      <a:pt x="45" y="15"/>
                      <a:pt x="49" y="11"/>
                    </a:cubicBezTo>
                    <a:cubicBezTo>
                      <a:pt x="44" y="14"/>
                      <a:pt x="37" y="16"/>
                      <a:pt x="31" y="16"/>
                    </a:cubicBezTo>
                    <a:cubicBezTo>
                      <a:pt x="21" y="14"/>
                      <a:pt x="23" y="11"/>
                      <a:pt x="22" y="3"/>
                    </a:cubicBezTo>
                    <a:cubicBezTo>
                      <a:pt x="16" y="7"/>
                      <a:pt x="3" y="11"/>
                      <a:pt x="2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83" name="Freeform 145">
                <a:extLst>
                  <a:ext uri="{FF2B5EF4-FFF2-40B4-BE49-F238E27FC236}">
                    <a16:creationId xmlns:a16="http://schemas.microsoft.com/office/drawing/2014/main" id="{1AD8A2D7-48B8-4E75-B0C9-32458C1AE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779"/>
                <a:ext cx="105" cy="416"/>
              </a:xfrm>
              <a:custGeom>
                <a:avLst/>
                <a:gdLst>
                  <a:gd name="T0" fmla="*/ 158 w 42"/>
                  <a:gd name="T1" fmla="*/ 227 h 156"/>
                  <a:gd name="T2" fmla="*/ 533 w 42"/>
                  <a:gd name="T3" fmla="*/ 888 h 156"/>
                  <a:gd name="T4" fmla="*/ 645 w 42"/>
                  <a:gd name="T5" fmla="*/ 1672 h 156"/>
                  <a:gd name="T6" fmla="*/ 250 w 42"/>
                  <a:gd name="T7" fmla="*/ 2069 h 156"/>
                  <a:gd name="T8" fmla="*/ 145 w 42"/>
                  <a:gd name="T9" fmla="*/ 2957 h 156"/>
                  <a:gd name="T10" fmla="*/ 125 w 42"/>
                  <a:gd name="T11" fmla="*/ 1971 h 156"/>
                  <a:gd name="T12" fmla="*/ 158 w 42"/>
                  <a:gd name="T13" fmla="*/ 1843 h 156"/>
                  <a:gd name="T14" fmla="*/ 158 w 42"/>
                  <a:gd name="T15" fmla="*/ 1741 h 156"/>
                  <a:gd name="T16" fmla="*/ 208 w 42"/>
                  <a:gd name="T17" fmla="*/ 1685 h 156"/>
                  <a:gd name="T18" fmla="*/ 283 w 42"/>
                  <a:gd name="T19" fmla="*/ 1309 h 156"/>
                  <a:gd name="T20" fmla="*/ 208 w 42"/>
                  <a:gd name="T21" fmla="*/ 1216 h 156"/>
                  <a:gd name="T22" fmla="*/ 270 w 42"/>
                  <a:gd name="T23" fmla="*/ 1024 h 156"/>
                  <a:gd name="T24" fmla="*/ 188 w 42"/>
                  <a:gd name="T25" fmla="*/ 853 h 156"/>
                  <a:gd name="T26" fmla="*/ 145 w 42"/>
                  <a:gd name="T27" fmla="*/ 683 h 156"/>
                  <a:gd name="T28" fmla="*/ 0 w 42"/>
                  <a:gd name="T29" fmla="*/ 0 h 1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2" h="156">
                    <a:moveTo>
                      <a:pt x="10" y="12"/>
                    </a:moveTo>
                    <a:cubicBezTo>
                      <a:pt x="14" y="29"/>
                      <a:pt x="23" y="33"/>
                      <a:pt x="34" y="47"/>
                    </a:cubicBezTo>
                    <a:cubicBezTo>
                      <a:pt x="41" y="57"/>
                      <a:pt x="42" y="76"/>
                      <a:pt x="41" y="88"/>
                    </a:cubicBezTo>
                    <a:cubicBezTo>
                      <a:pt x="40" y="106"/>
                      <a:pt x="25" y="96"/>
                      <a:pt x="16" y="109"/>
                    </a:cubicBezTo>
                    <a:cubicBezTo>
                      <a:pt x="6" y="124"/>
                      <a:pt x="8" y="139"/>
                      <a:pt x="9" y="156"/>
                    </a:cubicBezTo>
                    <a:cubicBezTo>
                      <a:pt x="3" y="139"/>
                      <a:pt x="3" y="121"/>
                      <a:pt x="8" y="104"/>
                    </a:cubicBezTo>
                    <a:cubicBezTo>
                      <a:pt x="9" y="102"/>
                      <a:pt x="10" y="99"/>
                      <a:pt x="10" y="97"/>
                    </a:cubicBezTo>
                    <a:cubicBezTo>
                      <a:pt x="11" y="96"/>
                      <a:pt x="9" y="93"/>
                      <a:pt x="10" y="92"/>
                    </a:cubicBezTo>
                    <a:cubicBezTo>
                      <a:pt x="10" y="91"/>
                      <a:pt x="12" y="90"/>
                      <a:pt x="13" y="89"/>
                    </a:cubicBezTo>
                    <a:cubicBezTo>
                      <a:pt x="16" y="82"/>
                      <a:pt x="21" y="78"/>
                      <a:pt x="18" y="69"/>
                    </a:cubicBezTo>
                    <a:cubicBezTo>
                      <a:pt x="17" y="67"/>
                      <a:pt x="13" y="68"/>
                      <a:pt x="13" y="64"/>
                    </a:cubicBezTo>
                    <a:cubicBezTo>
                      <a:pt x="13" y="62"/>
                      <a:pt x="17" y="58"/>
                      <a:pt x="17" y="54"/>
                    </a:cubicBezTo>
                    <a:cubicBezTo>
                      <a:pt x="17" y="50"/>
                      <a:pt x="14" y="49"/>
                      <a:pt x="12" y="45"/>
                    </a:cubicBezTo>
                    <a:cubicBezTo>
                      <a:pt x="9" y="40"/>
                      <a:pt x="9" y="43"/>
                      <a:pt x="9" y="36"/>
                    </a:cubicBezTo>
                    <a:cubicBezTo>
                      <a:pt x="8" y="28"/>
                      <a:pt x="9" y="4"/>
                      <a:pt x="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84" name="Freeform 146">
                <a:extLst>
                  <a:ext uri="{FF2B5EF4-FFF2-40B4-BE49-F238E27FC236}">
                    <a16:creationId xmlns:a16="http://schemas.microsoft.com/office/drawing/2014/main" id="{C6097C70-713B-46AD-96C0-35EE03675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3088"/>
                <a:ext cx="235" cy="184"/>
              </a:xfrm>
              <a:custGeom>
                <a:avLst/>
                <a:gdLst>
                  <a:gd name="T0" fmla="*/ 220 w 94"/>
                  <a:gd name="T1" fmla="*/ 149 h 69"/>
                  <a:gd name="T2" fmla="*/ 1470 w 94"/>
                  <a:gd name="T3" fmla="*/ 717 h 69"/>
                  <a:gd name="T4" fmla="*/ 1188 w 94"/>
                  <a:gd name="T5" fmla="*/ 797 h 69"/>
                  <a:gd name="T6" fmla="*/ 958 w 94"/>
                  <a:gd name="T7" fmla="*/ 456 h 69"/>
                  <a:gd name="T8" fmla="*/ 300 w 94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69">
                    <a:moveTo>
                      <a:pt x="14" y="8"/>
                    </a:moveTo>
                    <a:cubicBezTo>
                      <a:pt x="0" y="29"/>
                      <a:pt x="78" y="69"/>
                      <a:pt x="94" y="38"/>
                    </a:cubicBezTo>
                    <a:cubicBezTo>
                      <a:pt x="89" y="42"/>
                      <a:pt x="83" y="43"/>
                      <a:pt x="76" y="42"/>
                    </a:cubicBezTo>
                    <a:cubicBezTo>
                      <a:pt x="62" y="39"/>
                      <a:pt x="67" y="31"/>
                      <a:pt x="61" y="24"/>
                    </a:cubicBezTo>
                    <a:cubicBezTo>
                      <a:pt x="45" y="34"/>
                      <a:pt x="20" y="18"/>
                      <a:pt x="19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85" name="Freeform 147">
                <a:extLst>
                  <a:ext uri="{FF2B5EF4-FFF2-40B4-BE49-F238E27FC236}">
                    <a16:creationId xmlns:a16="http://schemas.microsoft.com/office/drawing/2014/main" id="{BC5F2967-1BA1-4CE6-AD10-FB9CBCFED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011"/>
                <a:ext cx="147" cy="242"/>
              </a:xfrm>
              <a:custGeom>
                <a:avLst/>
                <a:gdLst>
                  <a:gd name="T0" fmla="*/ 0 w 59"/>
                  <a:gd name="T1" fmla="*/ 1463 h 91"/>
                  <a:gd name="T2" fmla="*/ 416 w 59"/>
                  <a:gd name="T3" fmla="*/ 1633 h 91"/>
                  <a:gd name="T4" fmla="*/ 787 w 59"/>
                  <a:gd name="T5" fmla="*/ 1202 h 91"/>
                  <a:gd name="T6" fmla="*/ 899 w 59"/>
                  <a:gd name="T7" fmla="*/ 622 h 91"/>
                  <a:gd name="T8" fmla="*/ 850 w 59"/>
                  <a:gd name="T9" fmla="*/ 0 h 91"/>
                  <a:gd name="T10" fmla="*/ 633 w 59"/>
                  <a:gd name="T11" fmla="*/ 205 h 91"/>
                  <a:gd name="T12" fmla="*/ 404 w 59"/>
                  <a:gd name="T13" fmla="*/ 418 h 91"/>
                  <a:gd name="T14" fmla="*/ 384 w 59"/>
                  <a:gd name="T15" fmla="*/ 750 h 91"/>
                  <a:gd name="T16" fmla="*/ 262 w 59"/>
                  <a:gd name="T17" fmla="*/ 1223 h 91"/>
                  <a:gd name="T18" fmla="*/ 30 w 59"/>
                  <a:gd name="T19" fmla="*/ 1428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91">
                    <a:moveTo>
                      <a:pt x="0" y="78"/>
                    </a:moveTo>
                    <a:cubicBezTo>
                      <a:pt x="9" y="86"/>
                      <a:pt x="13" y="91"/>
                      <a:pt x="27" y="87"/>
                    </a:cubicBezTo>
                    <a:cubicBezTo>
                      <a:pt x="39" y="83"/>
                      <a:pt x="48" y="77"/>
                      <a:pt x="51" y="64"/>
                    </a:cubicBezTo>
                    <a:cubicBezTo>
                      <a:pt x="53" y="54"/>
                      <a:pt x="57" y="43"/>
                      <a:pt x="58" y="33"/>
                    </a:cubicBezTo>
                    <a:cubicBezTo>
                      <a:pt x="59" y="22"/>
                      <a:pt x="56" y="11"/>
                      <a:pt x="55" y="0"/>
                    </a:cubicBezTo>
                    <a:cubicBezTo>
                      <a:pt x="49" y="4"/>
                      <a:pt x="48" y="8"/>
                      <a:pt x="41" y="11"/>
                    </a:cubicBezTo>
                    <a:cubicBezTo>
                      <a:pt x="36" y="14"/>
                      <a:pt x="28" y="16"/>
                      <a:pt x="26" y="22"/>
                    </a:cubicBezTo>
                    <a:cubicBezTo>
                      <a:pt x="41" y="22"/>
                      <a:pt x="38" y="50"/>
                      <a:pt x="25" y="40"/>
                    </a:cubicBezTo>
                    <a:cubicBezTo>
                      <a:pt x="37" y="51"/>
                      <a:pt x="28" y="62"/>
                      <a:pt x="17" y="65"/>
                    </a:cubicBezTo>
                    <a:cubicBezTo>
                      <a:pt x="6" y="69"/>
                      <a:pt x="3" y="67"/>
                      <a:pt x="2" y="7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86" name="Freeform 148">
                <a:extLst>
                  <a:ext uri="{FF2B5EF4-FFF2-40B4-BE49-F238E27FC236}">
                    <a16:creationId xmlns:a16="http://schemas.microsoft.com/office/drawing/2014/main" id="{11B74CF2-978D-4E78-B2E8-F0C384039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837"/>
                <a:ext cx="345" cy="278"/>
              </a:xfrm>
              <a:custGeom>
                <a:avLst/>
                <a:gdLst>
                  <a:gd name="T0" fmla="*/ 0 w 138"/>
                  <a:gd name="T1" fmla="*/ 0 h 104"/>
                  <a:gd name="T2" fmla="*/ 1020 w 138"/>
                  <a:gd name="T3" fmla="*/ 1430 h 104"/>
                  <a:gd name="T4" fmla="*/ 2050 w 138"/>
                  <a:gd name="T5" fmla="*/ 1871 h 104"/>
                  <a:gd name="T6" fmla="*/ 2158 w 138"/>
                  <a:gd name="T7" fmla="*/ 1623 h 104"/>
                  <a:gd name="T8" fmla="*/ 1458 w 138"/>
                  <a:gd name="T9" fmla="*/ 1430 h 104"/>
                  <a:gd name="T10" fmla="*/ 1083 w 138"/>
                  <a:gd name="T11" fmla="*/ 858 h 104"/>
                  <a:gd name="T12" fmla="*/ 470 w 138"/>
                  <a:gd name="T13" fmla="*/ 436 h 104"/>
                  <a:gd name="T14" fmla="*/ 0 w 138"/>
                  <a:gd name="T15" fmla="*/ 0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" h="104">
                    <a:moveTo>
                      <a:pt x="0" y="0"/>
                    </a:moveTo>
                    <a:cubicBezTo>
                      <a:pt x="2" y="21"/>
                      <a:pt x="18" y="47"/>
                      <a:pt x="65" y="75"/>
                    </a:cubicBezTo>
                    <a:cubicBezTo>
                      <a:pt x="113" y="102"/>
                      <a:pt x="123" y="104"/>
                      <a:pt x="131" y="98"/>
                    </a:cubicBezTo>
                    <a:cubicBezTo>
                      <a:pt x="138" y="92"/>
                      <a:pt x="138" y="85"/>
                      <a:pt x="138" y="85"/>
                    </a:cubicBezTo>
                    <a:cubicBezTo>
                      <a:pt x="129" y="92"/>
                      <a:pt x="92" y="84"/>
                      <a:pt x="93" y="75"/>
                    </a:cubicBezTo>
                    <a:cubicBezTo>
                      <a:pt x="79" y="75"/>
                      <a:pt x="66" y="60"/>
                      <a:pt x="69" y="45"/>
                    </a:cubicBezTo>
                    <a:cubicBezTo>
                      <a:pt x="53" y="54"/>
                      <a:pt x="26" y="35"/>
                      <a:pt x="30" y="23"/>
                    </a:cubicBezTo>
                    <a:cubicBezTo>
                      <a:pt x="15" y="28"/>
                      <a:pt x="1" y="18"/>
                      <a:pt x="0" y="0"/>
                    </a:cubicBezTo>
                    <a:close/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87" name="Freeform 149">
                <a:extLst>
                  <a:ext uri="{FF2B5EF4-FFF2-40B4-BE49-F238E27FC236}">
                    <a16:creationId xmlns:a16="http://schemas.microsoft.com/office/drawing/2014/main" id="{4434F32C-2248-4631-BC5D-BB02E3FAD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293"/>
                <a:ext cx="160" cy="656"/>
              </a:xfrm>
              <a:custGeom>
                <a:avLst/>
                <a:gdLst>
                  <a:gd name="T0" fmla="*/ 0 w 64"/>
                  <a:gd name="T1" fmla="*/ 0 h 246"/>
                  <a:gd name="T2" fmla="*/ 563 w 64"/>
                  <a:gd name="T3" fmla="*/ 819 h 246"/>
                  <a:gd name="T4" fmla="*/ 970 w 64"/>
                  <a:gd name="T5" fmla="*/ 1387 h 246"/>
                  <a:gd name="T6" fmla="*/ 988 w 64"/>
                  <a:gd name="T7" fmla="*/ 2504 h 246"/>
                  <a:gd name="T8" fmla="*/ 988 w 64"/>
                  <a:gd name="T9" fmla="*/ 3584 h 246"/>
                  <a:gd name="T10" fmla="*/ 908 w 64"/>
                  <a:gd name="T11" fmla="*/ 4664 h 246"/>
                  <a:gd name="T12" fmla="*/ 645 w 64"/>
                  <a:gd name="T13" fmla="*/ 3149 h 246"/>
                  <a:gd name="T14" fmla="*/ 908 w 64"/>
                  <a:gd name="T15" fmla="*/ 2936 h 246"/>
                  <a:gd name="T16" fmla="*/ 770 w 64"/>
                  <a:gd name="T17" fmla="*/ 2141 h 246"/>
                  <a:gd name="T18" fmla="*/ 488 w 64"/>
                  <a:gd name="T19" fmla="*/ 1024 h 246"/>
                  <a:gd name="T20" fmla="*/ 0 w 64"/>
                  <a:gd name="T21" fmla="*/ 0 h 2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246">
                    <a:moveTo>
                      <a:pt x="0" y="0"/>
                    </a:moveTo>
                    <a:cubicBezTo>
                      <a:pt x="10" y="23"/>
                      <a:pt x="24" y="33"/>
                      <a:pt x="36" y="43"/>
                    </a:cubicBezTo>
                    <a:cubicBezTo>
                      <a:pt x="48" y="53"/>
                      <a:pt x="59" y="48"/>
                      <a:pt x="62" y="73"/>
                    </a:cubicBezTo>
                    <a:cubicBezTo>
                      <a:pt x="64" y="99"/>
                      <a:pt x="64" y="107"/>
                      <a:pt x="63" y="132"/>
                    </a:cubicBezTo>
                    <a:cubicBezTo>
                      <a:pt x="61" y="158"/>
                      <a:pt x="63" y="172"/>
                      <a:pt x="63" y="189"/>
                    </a:cubicBezTo>
                    <a:cubicBezTo>
                      <a:pt x="63" y="205"/>
                      <a:pt x="60" y="215"/>
                      <a:pt x="58" y="246"/>
                    </a:cubicBezTo>
                    <a:cubicBezTo>
                      <a:pt x="54" y="218"/>
                      <a:pt x="49" y="175"/>
                      <a:pt x="41" y="166"/>
                    </a:cubicBezTo>
                    <a:cubicBezTo>
                      <a:pt x="51" y="169"/>
                      <a:pt x="59" y="161"/>
                      <a:pt x="58" y="155"/>
                    </a:cubicBezTo>
                    <a:cubicBezTo>
                      <a:pt x="56" y="149"/>
                      <a:pt x="49" y="128"/>
                      <a:pt x="49" y="113"/>
                    </a:cubicBezTo>
                    <a:cubicBezTo>
                      <a:pt x="50" y="98"/>
                      <a:pt x="45" y="63"/>
                      <a:pt x="31" y="54"/>
                    </a:cubicBezTo>
                    <a:cubicBezTo>
                      <a:pt x="17" y="45"/>
                      <a:pt x="1" y="22"/>
                      <a:pt x="0" y="0"/>
                    </a:cubicBezTo>
                    <a:close/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88" name="Freeform 150">
                <a:extLst>
                  <a:ext uri="{FF2B5EF4-FFF2-40B4-BE49-F238E27FC236}">
                    <a16:creationId xmlns:a16="http://schemas.microsoft.com/office/drawing/2014/main" id="{07AC1A43-2017-45E5-ABA7-C29D87409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128"/>
                <a:ext cx="115" cy="560"/>
              </a:xfrm>
              <a:custGeom>
                <a:avLst/>
                <a:gdLst>
                  <a:gd name="T0" fmla="*/ 363 w 46"/>
                  <a:gd name="T1" fmla="*/ 0 h 210"/>
                  <a:gd name="T2" fmla="*/ 625 w 46"/>
                  <a:gd name="T3" fmla="*/ 491 h 210"/>
                  <a:gd name="T4" fmla="*/ 688 w 46"/>
                  <a:gd name="T5" fmla="*/ 989 h 210"/>
                  <a:gd name="T6" fmla="*/ 658 w 46"/>
                  <a:gd name="T7" fmla="*/ 2027 h 210"/>
                  <a:gd name="T8" fmla="*/ 533 w 46"/>
                  <a:gd name="T9" fmla="*/ 3072 h 210"/>
                  <a:gd name="T10" fmla="*/ 375 w 46"/>
                  <a:gd name="T11" fmla="*/ 3507 h 210"/>
                  <a:gd name="T12" fmla="*/ 0 w 46"/>
                  <a:gd name="T13" fmla="*/ 3981 h 210"/>
                  <a:gd name="T14" fmla="*/ 145 w 46"/>
                  <a:gd name="T15" fmla="*/ 3037 h 210"/>
                  <a:gd name="T16" fmla="*/ 270 w 46"/>
                  <a:gd name="T17" fmla="*/ 2219 h 210"/>
                  <a:gd name="T18" fmla="*/ 438 w 46"/>
                  <a:gd name="T19" fmla="*/ 1899 h 210"/>
                  <a:gd name="T20" fmla="*/ 333 w 46"/>
                  <a:gd name="T21" fmla="*/ 1480 h 210"/>
                  <a:gd name="T22" fmla="*/ 345 w 46"/>
                  <a:gd name="T23" fmla="*/ 115 h 2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210">
                    <a:moveTo>
                      <a:pt x="23" y="0"/>
                    </a:moveTo>
                    <a:cubicBezTo>
                      <a:pt x="28" y="9"/>
                      <a:pt x="37" y="16"/>
                      <a:pt x="40" y="26"/>
                    </a:cubicBezTo>
                    <a:cubicBezTo>
                      <a:pt x="43" y="34"/>
                      <a:pt x="43" y="44"/>
                      <a:pt x="44" y="52"/>
                    </a:cubicBezTo>
                    <a:cubicBezTo>
                      <a:pt x="45" y="70"/>
                      <a:pt x="43" y="89"/>
                      <a:pt x="42" y="107"/>
                    </a:cubicBezTo>
                    <a:cubicBezTo>
                      <a:pt x="40" y="125"/>
                      <a:pt x="37" y="144"/>
                      <a:pt x="34" y="162"/>
                    </a:cubicBezTo>
                    <a:cubicBezTo>
                      <a:pt x="32" y="171"/>
                      <a:pt x="30" y="179"/>
                      <a:pt x="24" y="185"/>
                    </a:cubicBezTo>
                    <a:cubicBezTo>
                      <a:pt x="16" y="194"/>
                      <a:pt x="5" y="198"/>
                      <a:pt x="0" y="210"/>
                    </a:cubicBezTo>
                    <a:cubicBezTo>
                      <a:pt x="8" y="198"/>
                      <a:pt x="31" y="170"/>
                      <a:pt x="9" y="160"/>
                    </a:cubicBezTo>
                    <a:cubicBezTo>
                      <a:pt x="27" y="151"/>
                      <a:pt x="16" y="130"/>
                      <a:pt x="17" y="117"/>
                    </a:cubicBezTo>
                    <a:cubicBezTo>
                      <a:pt x="18" y="110"/>
                      <a:pt x="27" y="107"/>
                      <a:pt x="28" y="100"/>
                    </a:cubicBezTo>
                    <a:cubicBezTo>
                      <a:pt x="30" y="92"/>
                      <a:pt x="26" y="84"/>
                      <a:pt x="21" y="78"/>
                    </a:cubicBezTo>
                    <a:cubicBezTo>
                      <a:pt x="46" y="65"/>
                      <a:pt x="22" y="27"/>
                      <a:pt x="22" y="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89" name="Freeform 151">
                <a:extLst>
                  <a:ext uri="{FF2B5EF4-FFF2-40B4-BE49-F238E27FC236}">
                    <a16:creationId xmlns:a16="http://schemas.microsoft.com/office/drawing/2014/main" id="{699E2EE3-29AF-4548-92FB-E13FC9C0F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835"/>
                <a:ext cx="58" cy="261"/>
              </a:xfrm>
              <a:custGeom>
                <a:avLst/>
                <a:gdLst>
                  <a:gd name="T0" fmla="*/ 368 w 23"/>
                  <a:gd name="T1" fmla="*/ 192 h 98"/>
                  <a:gd name="T2" fmla="*/ 242 w 23"/>
                  <a:gd name="T3" fmla="*/ 682 h 98"/>
                  <a:gd name="T4" fmla="*/ 242 w 23"/>
                  <a:gd name="T5" fmla="*/ 1092 h 98"/>
                  <a:gd name="T6" fmla="*/ 338 w 23"/>
                  <a:gd name="T7" fmla="*/ 1851 h 98"/>
                  <a:gd name="T8" fmla="*/ 0 w 23"/>
                  <a:gd name="T9" fmla="*/ 1398 h 98"/>
                  <a:gd name="T10" fmla="*/ 126 w 23"/>
                  <a:gd name="T11" fmla="*/ 964 h 98"/>
                  <a:gd name="T12" fmla="*/ 33 w 23"/>
                  <a:gd name="T13" fmla="*/ 682 h 98"/>
                  <a:gd name="T14" fmla="*/ 242 w 23"/>
                  <a:gd name="T15" fmla="*/ 397 h 98"/>
                  <a:gd name="T16" fmla="*/ 368 w 23"/>
                  <a:gd name="T17" fmla="*/ 0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98">
                    <a:moveTo>
                      <a:pt x="23" y="10"/>
                    </a:moveTo>
                    <a:cubicBezTo>
                      <a:pt x="22" y="19"/>
                      <a:pt x="16" y="27"/>
                      <a:pt x="15" y="36"/>
                    </a:cubicBezTo>
                    <a:cubicBezTo>
                      <a:pt x="14" y="43"/>
                      <a:pt x="15" y="51"/>
                      <a:pt x="15" y="58"/>
                    </a:cubicBezTo>
                    <a:cubicBezTo>
                      <a:pt x="15" y="72"/>
                      <a:pt x="18" y="86"/>
                      <a:pt x="21" y="98"/>
                    </a:cubicBezTo>
                    <a:cubicBezTo>
                      <a:pt x="14" y="87"/>
                      <a:pt x="8" y="83"/>
                      <a:pt x="0" y="74"/>
                    </a:cubicBezTo>
                    <a:cubicBezTo>
                      <a:pt x="5" y="67"/>
                      <a:pt x="11" y="60"/>
                      <a:pt x="8" y="51"/>
                    </a:cubicBezTo>
                    <a:cubicBezTo>
                      <a:pt x="7" y="44"/>
                      <a:pt x="0" y="43"/>
                      <a:pt x="2" y="36"/>
                    </a:cubicBezTo>
                    <a:cubicBezTo>
                      <a:pt x="3" y="31"/>
                      <a:pt x="12" y="25"/>
                      <a:pt x="15" y="21"/>
                    </a:cubicBezTo>
                    <a:cubicBezTo>
                      <a:pt x="18" y="14"/>
                      <a:pt x="19" y="6"/>
                      <a:pt x="23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90" name="Freeform 152">
                <a:extLst>
                  <a:ext uri="{FF2B5EF4-FFF2-40B4-BE49-F238E27FC236}">
                    <a16:creationId xmlns:a16="http://schemas.microsoft.com/office/drawing/2014/main" id="{42012A46-E1B0-4BC5-8534-D00094394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2416"/>
                <a:ext cx="87" cy="323"/>
              </a:xfrm>
              <a:custGeom>
                <a:avLst/>
                <a:gdLst>
                  <a:gd name="T0" fmla="*/ 433 w 35"/>
                  <a:gd name="T1" fmla="*/ 0 h 121"/>
                  <a:gd name="T2" fmla="*/ 415 w 35"/>
                  <a:gd name="T3" fmla="*/ 1046 h 121"/>
                  <a:gd name="T4" fmla="*/ 216 w 35"/>
                  <a:gd name="T5" fmla="*/ 1482 h 121"/>
                  <a:gd name="T6" fmla="*/ 12 w 35"/>
                  <a:gd name="T7" fmla="*/ 2301 h 121"/>
                  <a:gd name="T8" fmla="*/ 199 w 35"/>
                  <a:gd name="T9" fmla="*/ 1196 h 121"/>
                  <a:gd name="T10" fmla="*/ 0 w 35"/>
                  <a:gd name="T11" fmla="*/ 1140 h 121"/>
                  <a:gd name="T12" fmla="*/ 353 w 35"/>
                  <a:gd name="T13" fmla="*/ 456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21">
                    <a:moveTo>
                      <a:pt x="28" y="0"/>
                    </a:moveTo>
                    <a:cubicBezTo>
                      <a:pt x="33" y="17"/>
                      <a:pt x="35" y="38"/>
                      <a:pt x="27" y="55"/>
                    </a:cubicBezTo>
                    <a:cubicBezTo>
                      <a:pt x="23" y="63"/>
                      <a:pt x="17" y="70"/>
                      <a:pt x="14" y="78"/>
                    </a:cubicBezTo>
                    <a:cubicBezTo>
                      <a:pt x="8" y="92"/>
                      <a:pt x="5" y="107"/>
                      <a:pt x="1" y="121"/>
                    </a:cubicBezTo>
                    <a:cubicBezTo>
                      <a:pt x="5" y="103"/>
                      <a:pt x="11" y="82"/>
                      <a:pt x="13" y="63"/>
                    </a:cubicBezTo>
                    <a:cubicBezTo>
                      <a:pt x="9" y="62"/>
                      <a:pt x="4" y="62"/>
                      <a:pt x="0" y="60"/>
                    </a:cubicBezTo>
                    <a:cubicBezTo>
                      <a:pt x="6" y="46"/>
                      <a:pt x="20" y="41"/>
                      <a:pt x="23" y="2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91" name="Freeform 153">
                <a:extLst>
                  <a:ext uri="{FF2B5EF4-FFF2-40B4-BE49-F238E27FC236}">
                    <a16:creationId xmlns:a16="http://schemas.microsoft.com/office/drawing/2014/main" id="{B11A0F9B-D49F-4D61-BB96-FF094DEE4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304"/>
                <a:ext cx="190" cy="488"/>
              </a:xfrm>
              <a:custGeom>
                <a:avLst/>
                <a:gdLst>
                  <a:gd name="T0" fmla="*/ 813 w 76"/>
                  <a:gd name="T1" fmla="*/ 0 h 183"/>
                  <a:gd name="T2" fmla="*/ 750 w 76"/>
                  <a:gd name="T3" fmla="*/ 2219 h 183"/>
                  <a:gd name="T4" fmla="*/ 563 w 76"/>
                  <a:gd name="T5" fmla="*/ 3093 h 183"/>
                  <a:gd name="T6" fmla="*/ 345 w 76"/>
                  <a:gd name="T7" fmla="*/ 3413 h 183"/>
                  <a:gd name="T8" fmla="*/ 0 w 76"/>
                  <a:gd name="T9" fmla="*/ 3469 h 183"/>
                  <a:gd name="T10" fmla="*/ 458 w 76"/>
                  <a:gd name="T11" fmla="*/ 2867 h 183"/>
                  <a:gd name="T12" fmla="*/ 533 w 76"/>
                  <a:gd name="T13" fmla="*/ 2141 h 183"/>
                  <a:gd name="T14" fmla="*/ 750 w 76"/>
                  <a:gd name="T15" fmla="*/ 1592 h 183"/>
                  <a:gd name="T16" fmla="*/ 583 w 76"/>
                  <a:gd name="T17" fmla="*/ 888 h 183"/>
                  <a:gd name="T18" fmla="*/ 783 w 76"/>
                  <a:gd name="T19" fmla="*/ 533 h 183"/>
                  <a:gd name="T20" fmla="*/ 770 w 76"/>
                  <a:gd name="T21" fmla="*/ 93 h 1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6" h="183">
                    <a:moveTo>
                      <a:pt x="52" y="0"/>
                    </a:moveTo>
                    <a:cubicBezTo>
                      <a:pt x="76" y="5"/>
                      <a:pt x="52" y="100"/>
                      <a:pt x="48" y="117"/>
                    </a:cubicBezTo>
                    <a:cubicBezTo>
                      <a:pt x="44" y="133"/>
                      <a:pt x="42" y="148"/>
                      <a:pt x="36" y="163"/>
                    </a:cubicBezTo>
                    <a:cubicBezTo>
                      <a:pt x="32" y="170"/>
                      <a:pt x="30" y="176"/>
                      <a:pt x="22" y="180"/>
                    </a:cubicBezTo>
                    <a:cubicBezTo>
                      <a:pt x="15" y="183"/>
                      <a:pt x="5" y="177"/>
                      <a:pt x="0" y="183"/>
                    </a:cubicBezTo>
                    <a:cubicBezTo>
                      <a:pt x="11" y="179"/>
                      <a:pt x="24" y="162"/>
                      <a:pt x="29" y="151"/>
                    </a:cubicBezTo>
                    <a:cubicBezTo>
                      <a:pt x="35" y="138"/>
                      <a:pt x="31" y="126"/>
                      <a:pt x="34" y="113"/>
                    </a:cubicBezTo>
                    <a:cubicBezTo>
                      <a:pt x="36" y="102"/>
                      <a:pt x="45" y="95"/>
                      <a:pt x="48" y="84"/>
                    </a:cubicBezTo>
                    <a:cubicBezTo>
                      <a:pt x="51" y="71"/>
                      <a:pt x="46" y="57"/>
                      <a:pt x="37" y="47"/>
                    </a:cubicBezTo>
                    <a:cubicBezTo>
                      <a:pt x="44" y="43"/>
                      <a:pt x="50" y="37"/>
                      <a:pt x="50" y="28"/>
                    </a:cubicBezTo>
                    <a:cubicBezTo>
                      <a:pt x="50" y="20"/>
                      <a:pt x="42" y="12"/>
                      <a:pt x="49" y="5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92" name="Freeform 154">
                <a:extLst>
                  <a:ext uri="{FF2B5EF4-FFF2-40B4-BE49-F238E27FC236}">
                    <a16:creationId xmlns:a16="http://schemas.microsoft.com/office/drawing/2014/main" id="{95B14223-EFC3-4520-BE6B-88F94BDDC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688"/>
                <a:ext cx="197" cy="603"/>
              </a:xfrm>
              <a:custGeom>
                <a:avLst/>
                <a:gdLst>
                  <a:gd name="T0" fmla="*/ 0 w 79"/>
                  <a:gd name="T1" fmla="*/ 0 h 226"/>
                  <a:gd name="T2" fmla="*/ 603 w 79"/>
                  <a:gd name="T3" fmla="*/ 854 h 226"/>
                  <a:gd name="T4" fmla="*/ 915 w 79"/>
                  <a:gd name="T5" fmla="*/ 2028 h 226"/>
                  <a:gd name="T6" fmla="*/ 1120 w 79"/>
                  <a:gd name="T7" fmla="*/ 3268 h 226"/>
                  <a:gd name="T8" fmla="*/ 1212 w 79"/>
                  <a:gd name="T9" fmla="*/ 3858 h 226"/>
                  <a:gd name="T10" fmla="*/ 808 w 79"/>
                  <a:gd name="T11" fmla="*/ 4293 h 226"/>
                  <a:gd name="T12" fmla="*/ 995 w 79"/>
                  <a:gd name="T13" fmla="*/ 3610 h 226"/>
                  <a:gd name="T14" fmla="*/ 870 w 79"/>
                  <a:gd name="T15" fmla="*/ 3439 h 226"/>
                  <a:gd name="T16" fmla="*/ 808 w 79"/>
                  <a:gd name="T17" fmla="*/ 3290 h 226"/>
                  <a:gd name="T18" fmla="*/ 840 w 79"/>
                  <a:gd name="T19" fmla="*/ 3018 h 226"/>
                  <a:gd name="T20" fmla="*/ 696 w 79"/>
                  <a:gd name="T21" fmla="*/ 2676 h 226"/>
                  <a:gd name="T22" fmla="*/ 603 w 79"/>
                  <a:gd name="T23" fmla="*/ 2505 h 226"/>
                  <a:gd name="T24" fmla="*/ 683 w 79"/>
                  <a:gd name="T25" fmla="*/ 2164 h 226"/>
                  <a:gd name="T26" fmla="*/ 541 w 79"/>
                  <a:gd name="T27" fmla="*/ 1630 h 226"/>
                  <a:gd name="T28" fmla="*/ 559 w 79"/>
                  <a:gd name="T29" fmla="*/ 1403 h 226"/>
                  <a:gd name="T30" fmla="*/ 449 w 79"/>
                  <a:gd name="T31" fmla="*/ 1139 h 226"/>
                  <a:gd name="T32" fmla="*/ 404 w 79"/>
                  <a:gd name="T33" fmla="*/ 627 h 226"/>
                  <a:gd name="T34" fmla="*/ 167 w 79"/>
                  <a:gd name="T35" fmla="*/ 115 h 2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9" h="226">
                    <a:moveTo>
                      <a:pt x="0" y="0"/>
                    </a:moveTo>
                    <a:cubicBezTo>
                      <a:pt x="20" y="0"/>
                      <a:pt x="35" y="29"/>
                      <a:pt x="39" y="45"/>
                    </a:cubicBezTo>
                    <a:cubicBezTo>
                      <a:pt x="46" y="66"/>
                      <a:pt x="56" y="84"/>
                      <a:pt x="59" y="107"/>
                    </a:cubicBezTo>
                    <a:cubicBezTo>
                      <a:pt x="63" y="129"/>
                      <a:pt x="67" y="150"/>
                      <a:pt x="72" y="172"/>
                    </a:cubicBezTo>
                    <a:cubicBezTo>
                      <a:pt x="74" y="181"/>
                      <a:pt x="79" y="194"/>
                      <a:pt x="78" y="203"/>
                    </a:cubicBezTo>
                    <a:cubicBezTo>
                      <a:pt x="77" y="211"/>
                      <a:pt x="60" y="224"/>
                      <a:pt x="52" y="226"/>
                    </a:cubicBezTo>
                    <a:cubicBezTo>
                      <a:pt x="59" y="216"/>
                      <a:pt x="69" y="204"/>
                      <a:pt x="64" y="190"/>
                    </a:cubicBezTo>
                    <a:cubicBezTo>
                      <a:pt x="62" y="185"/>
                      <a:pt x="58" y="185"/>
                      <a:pt x="56" y="181"/>
                    </a:cubicBezTo>
                    <a:cubicBezTo>
                      <a:pt x="53" y="176"/>
                      <a:pt x="53" y="180"/>
                      <a:pt x="52" y="173"/>
                    </a:cubicBezTo>
                    <a:cubicBezTo>
                      <a:pt x="52" y="169"/>
                      <a:pt x="54" y="164"/>
                      <a:pt x="54" y="159"/>
                    </a:cubicBezTo>
                    <a:cubicBezTo>
                      <a:pt x="53" y="152"/>
                      <a:pt x="48" y="147"/>
                      <a:pt x="45" y="141"/>
                    </a:cubicBezTo>
                    <a:cubicBezTo>
                      <a:pt x="42" y="136"/>
                      <a:pt x="40" y="137"/>
                      <a:pt x="39" y="132"/>
                    </a:cubicBezTo>
                    <a:cubicBezTo>
                      <a:pt x="38" y="128"/>
                      <a:pt x="44" y="120"/>
                      <a:pt x="44" y="114"/>
                    </a:cubicBezTo>
                    <a:cubicBezTo>
                      <a:pt x="44" y="104"/>
                      <a:pt x="36" y="96"/>
                      <a:pt x="35" y="86"/>
                    </a:cubicBezTo>
                    <a:cubicBezTo>
                      <a:pt x="34" y="82"/>
                      <a:pt x="37" y="77"/>
                      <a:pt x="36" y="74"/>
                    </a:cubicBezTo>
                    <a:cubicBezTo>
                      <a:pt x="35" y="67"/>
                      <a:pt x="32" y="66"/>
                      <a:pt x="29" y="60"/>
                    </a:cubicBezTo>
                    <a:cubicBezTo>
                      <a:pt x="26" y="51"/>
                      <a:pt x="30" y="42"/>
                      <a:pt x="26" y="33"/>
                    </a:cubicBezTo>
                    <a:cubicBezTo>
                      <a:pt x="22" y="23"/>
                      <a:pt x="12" y="17"/>
                      <a:pt x="11" y="6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93" name="Freeform 155">
                <a:extLst>
                  <a:ext uri="{FF2B5EF4-FFF2-40B4-BE49-F238E27FC236}">
                    <a16:creationId xmlns:a16="http://schemas.microsoft.com/office/drawing/2014/main" id="{AF8A97D2-937D-4499-A256-405A32201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291"/>
                <a:ext cx="500" cy="448"/>
              </a:xfrm>
              <a:custGeom>
                <a:avLst/>
                <a:gdLst>
                  <a:gd name="T0" fmla="*/ 0 w 200"/>
                  <a:gd name="T1" fmla="*/ 3187 h 168"/>
                  <a:gd name="T2" fmla="*/ 1613 w 200"/>
                  <a:gd name="T3" fmla="*/ 1613 h 168"/>
                  <a:gd name="T4" fmla="*/ 2395 w 200"/>
                  <a:gd name="T5" fmla="*/ 2163 h 168"/>
                  <a:gd name="T6" fmla="*/ 2720 w 200"/>
                  <a:gd name="T7" fmla="*/ 2581 h 168"/>
                  <a:gd name="T8" fmla="*/ 3125 w 200"/>
                  <a:gd name="T9" fmla="*/ 2867 h 168"/>
                  <a:gd name="T10" fmla="*/ 3020 w 200"/>
                  <a:gd name="T11" fmla="*/ 2104 h 168"/>
                  <a:gd name="T12" fmla="*/ 2658 w 200"/>
                  <a:gd name="T13" fmla="*/ 1480 h 168"/>
                  <a:gd name="T14" fmla="*/ 2333 w 200"/>
                  <a:gd name="T15" fmla="*/ 875 h 168"/>
                  <a:gd name="T16" fmla="*/ 2050 w 200"/>
                  <a:gd name="T17" fmla="*/ 0 h 168"/>
                  <a:gd name="T18" fmla="*/ 2050 w 200"/>
                  <a:gd name="T19" fmla="*/ 1251 h 168"/>
                  <a:gd name="T20" fmla="*/ 2500 w 200"/>
                  <a:gd name="T21" fmla="*/ 1856 h 168"/>
                  <a:gd name="T22" fmla="*/ 2020 w 200"/>
                  <a:gd name="T23" fmla="*/ 1592 h 168"/>
                  <a:gd name="T24" fmla="*/ 1500 w 200"/>
                  <a:gd name="T25" fmla="*/ 1344 h 168"/>
                  <a:gd name="T26" fmla="*/ 783 w 200"/>
                  <a:gd name="T27" fmla="*/ 1933 h 168"/>
                  <a:gd name="T28" fmla="*/ 208 w 200"/>
                  <a:gd name="T29" fmla="*/ 2845 h 16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0" h="168">
                    <a:moveTo>
                      <a:pt x="0" y="168"/>
                    </a:moveTo>
                    <a:cubicBezTo>
                      <a:pt x="26" y="145"/>
                      <a:pt x="62" y="81"/>
                      <a:pt x="103" y="85"/>
                    </a:cubicBezTo>
                    <a:cubicBezTo>
                      <a:pt x="121" y="87"/>
                      <a:pt x="141" y="103"/>
                      <a:pt x="153" y="114"/>
                    </a:cubicBezTo>
                    <a:cubicBezTo>
                      <a:pt x="161" y="121"/>
                      <a:pt x="165" y="130"/>
                      <a:pt x="174" y="136"/>
                    </a:cubicBezTo>
                    <a:cubicBezTo>
                      <a:pt x="179" y="140"/>
                      <a:pt x="194" y="152"/>
                      <a:pt x="200" y="151"/>
                    </a:cubicBezTo>
                    <a:cubicBezTo>
                      <a:pt x="196" y="139"/>
                      <a:pt x="197" y="124"/>
                      <a:pt x="193" y="111"/>
                    </a:cubicBezTo>
                    <a:cubicBezTo>
                      <a:pt x="189" y="96"/>
                      <a:pt x="180" y="89"/>
                      <a:pt x="170" y="78"/>
                    </a:cubicBezTo>
                    <a:cubicBezTo>
                      <a:pt x="162" y="69"/>
                      <a:pt x="153" y="58"/>
                      <a:pt x="149" y="46"/>
                    </a:cubicBezTo>
                    <a:cubicBezTo>
                      <a:pt x="143" y="32"/>
                      <a:pt x="142" y="12"/>
                      <a:pt x="131" y="0"/>
                    </a:cubicBezTo>
                    <a:cubicBezTo>
                      <a:pt x="141" y="18"/>
                      <a:pt x="162" y="54"/>
                      <a:pt x="131" y="66"/>
                    </a:cubicBezTo>
                    <a:cubicBezTo>
                      <a:pt x="139" y="68"/>
                      <a:pt x="178" y="87"/>
                      <a:pt x="160" y="98"/>
                    </a:cubicBezTo>
                    <a:cubicBezTo>
                      <a:pt x="154" y="102"/>
                      <a:pt x="134" y="86"/>
                      <a:pt x="129" y="84"/>
                    </a:cubicBezTo>
                    <a:cubicBezTo>
                      <a:pt x="120" y="79"/>
                      <a:pt x="107" y="73"/>
                      <a:pt x="96" y="71"/>
                    </a:cubicBezTo>
                    <a:cubicBezTo>
                      <a:pt x="74" y="68"/>
                      <a:pt x="66" y="90"/>
                      <a:pt x="50" y="102"/>
                    </a:cubicBezTo>
                    <a:cubicBezTo>
                      <a:pt x="35" y="112"/>
                      <a:pt x="20" y="134"/>
                      <a:pt x="13" y="15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94" name="Freeform 156">
                <a:extLst>
                  <a:ext uri="{FF2B5EF4-FFF2-40B4-BE49-F238E27FC236}">
                    <a16:creationId xmlns:a16="http://schemas.microsoft.com/office/drawing/2014/main" id="{E4ED28AE-270B-48C9-8BA9-88DF64839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1485"/>
                <a:ext cx="105" cy="174"/>
              </a:xfrm>
              <a:custGeom>
                <a:avLst/>
                <a:gdLst>
                  <a:gd name="T0" fmla="*/ 220 w 42"/>
                  <a:gd name="T1" fmla="*/ 94 h 65"/>
                  <a:gd name="T2" fmla="*/ 500 w 42"/>
                  <a:gd name="T3" fmla="*/ 0 h 65"/>
                  <a:gd name="T4" fmla="*/ 658 w 42"/>
                  <a:gd name="T5" fmla="*/ 343 h 65"/>
                  <a:gd name="T6" fmla="*/ 188 w 42"/>
                  <a:gd name="T7" fmla="*/ 402 h 65"/>
                  <a:gd name="T8" fmla="*/ 175 w 42"/>
                  <a:gd name="T9" fmla="*/ 1247 h 65"/>
                  <a:gd name="T10" fmla="*/ 20 w 42"/>
                  <a:gd name="T11" fmla="*/ 402 h 65"/>
                  <a:gd name="T12" fmla="*/ 188 w 42"/>
                  <a:gd name="T13" fmla="*/ 56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65">
                    <a:moveTo>
                      <a:pt x="14" y="5"/>
                    </a:moveTo>
                    <a:cubicBezTo>
                      <a:pt x="21" y="6"/>
                      <a:pt x="27" y="1"/>
                      <a:pt x="32" y="0"/>
                    </a:cubicBezTo>
                    <a:cubicBezTo>
                      <a:pt x="27" y="8"/>
                      <a:pt x="33" y="17"/>
                      <a:pt x="42" y="18"/>
                    </a:cubicBezTo>
                    <a:cubicBezTo>
                      <a:pt x="28" y="28"/>
                      <a:pt x="22" y="4"/>
                      <a:pt x="12" y="21"/>
                    </a:cubicBezTo>
                    <a:cubicBezTo>
                      <a:pt x="4" y="33"/>
                      <a:pt x="12" y="51"/>
                      <a:pt x="11" y="65"/>
                    </a:cubicBezTo>
                    <a:cubicBezTo>
                      <a:pt x="8" y="50"/>
                      <a:pt x="3" y="36"/>
                      <a:pt x="1" y="21"/>
                    </a:cubicBezTo>
                    <a:cubicBezTo>
                      <a:pt x="0" y="9"/>
                      <a:pt x="1" y="8"/>
                      <a:pt x="12" y="3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95" name="Freeform 157">
                <a:extLst>
                  <a:ext uri="{FF2B5EF4-FFF2-40B4-BE49-F238E27FC236}">
                    <a16:creationId xmlns:a16="http://schemas.microsoft.com/office/drawing/2014/main" id="{D410543F-8743-4B6F-8CF5-9C3F4745C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160"/>
                <a:ext cx="270" cy="272"/>
              </a:xfrm>
              <a:custGeom>
                <a:avLst/>
                <a:gdLst>
                  <a:gd name="T0" fmla="*/ 175 w 108"/>
                  <a:gd name="T1" fmla="*/ 21 h 102"/>
                  <a:gd name="T2" fmla="*/ 783 w 108"/>
                  <a:gd name="T3" fmla="*/ 320 h 102"/>
                  <a:gd name="T4" fmla="*/ 1188 w 108"/>
                  <a:gd name="T5" fmla="*/ 704 h 102"/>
                  <a:gd name="T6" fmla="*/ 1688 w 108"/>
                  <a:gd name="T7" fmla="*/ 1933 h 102"/>
                  <a:gd name="T8" fmla="*/ 1425 w 108"/>
                  <a:gd name="T9" fmla="*/ 1515 h 102"/>
                  <a:gd name="T10" fmla="*/ 1158 w 108"/>
                  <a:gd name="T11" fmla="*/ 1899 h 102"/>
                  <a:gd name="T12" fmla="*/ 1188 w 108"/>
                  <a:gd name="T13" fmla="*/ 1045 h 102"/>
                  <a:gd name="T14" fmla="*/ 1000 w 108"/>
                  <a:gd name="T15" fmla="*/ 776 h 102"/>
                  <a:gd name="T16" fmla="*/ 770 w 108"/>
                  <a:gd name="T17" fmla="*/ 832 h 102"/>
                  <a:gd name="T18" fmla="*/ 425 w 108"/>
                  <a:gd name="T19" fmla="*/ 435 h 102"/>
                  <a:gd name="T20" fmla="*/ 0 w 108"/>
                  <a:gd name="T21" fmla="*/ 0 h 10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8" h="102">
                    <a:moveTo>
                      <a:pt x="11" y="1"/>
                    </a:moveTo>
                    <a:cubicBezTo>
                      <a:pt x="23" y="9"/>
                      <a:pt x="38" y="9"/>
                      <a:pt x="50" y="17"/>
                    </a:cubicBezTo>
                    <a:cubicBezTo>
                      <a:pt x="59" y="22"/>
                      <a:pt x="69" y="29"/>
                      <a:pt x="76" y="37"/>
                    </a:cubicBezTo>
                    <a:cubicBezTo>
                      <a:pt x="92" y="53"/>
                      <a:pt x="107" y="78"/>
                      <a:pt x="108" y="102"/>
                    </a:cubicBezTo>
                    <a:cubicBezTo>
                      <a:pt x="105" y="94"/>
                      <a:pt x="104" y="73"/>
                      <a:pt x="91" y="80"/>
                    </a:cubicBezTo>
                    <a:cubicBezTo>
                      <a:pt x="82" y="84"/>
                      <a:pt x="85" y="97"/>
                      <a:pt x="74" y="100"/>
                    </a:cubicBezTo>
                    <a:cubicBezTo>
                      <a:pt x="85" y="85"/>
                      <a:pt x="83" y="71"/>
                      <a:pt x="76" y="55"/>
                    </a:cubicBezTo>
                    <a:cubicBezTo>
                      <a:pt x="73" y="49"/>
                      <a:pt x="71" y="44"/>
                      <a:pt x="64" y="41"/>
                    </a:cubicBezTo>
                    <a:cubicBezTo>
                      <a:pt x="56" y="38"/>
                      <a:pt x="56" y="43"/>
                      <a:pt x="49" y="44"/>
                    </a:cubicBezTo>
                    <a:cubicBezTo>
                      <a:pt x="34" y="46"/>
                      <a:pt x="33" y="33"/>
                      <a:pt x="27" y="23"/>
                    </a:cubicBezTo>
                    <a:cubicBezTo>
                      <a:pt x="20" y="12"/>
                      <a:pt x="12" y="6"/>
                      <a:pt x="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96" name="Freeform 158">
                <a:extLst>
                  <a:ext uri="{FF2B5EF4-FFF2-40B4-BE49-F238E27FC236}">
                    <a16:creationId xmlns:a16="http://schemas.microsoft.com/office/drawing/2014/main" id="{5739C1DD-7FB4-4D76-A37C-9051DA1A0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3051"/>
                <a:ext cx="463" cy="186"/>
              </a:xfrm>
              <a:custGeom>
                <a:avLst/>
                <a:gdLst>
                  <a:gd name="T0" fmla="*/ 20 w 185"/>
                  <a:gd name="T1" fmla="*/ 792 h 70"/>
                  <a:gd name="T2" fmla="*/ 613 w 185"/>
                  <a:gd name="T3" fmla="*/ 1313 h 70"/>
                  <a:gd name="T4" fmla="*/ 1772 w 185"/>
                  <a:gd name="T5" fmla="*/ 1066 h 70"/>
                  <a:gd name="T6" fmla="*/ 2725 w 185"/>
                  <a:gd name="T7" fmla="*/ 353 h 70"/>
                  <a:gd name="T8" fmla="*/ 2901 w 185"/>
                  <a:gd name="T9" fmla="*/ 0 h 70"/>
                  <a:gd name="T10" fmla="*/ 2035 w 185"/>
                  <a:gd name="T11" fmla="*/ 733 h 70"/>
                  <a:gd name="T12" fmla="*/ 1459 w 185"/>
                  <a:gd name="T13" fmla="*/ 622 h 70"/>
                  <a:gd name="T14" fmla="*/ 783 w 185"/>
                  <a:gd name="T15" fmla="*/ 1066 h 70"/>
                  <a:gd name="T16" fmla="*/ 20 w 185"/>
                  <a:gd name="T17" fmla="*/ 792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5" h="70">
                    <a:moveTo>
                      <a:pt x="1" y="42"/>
                    </a:moveTo>
                    <a:cubicBezTo>
                      <a:pt x="1" y="64"/>
                      <a:pt x="13" y="70"/>
                      <a:pt x="39" y="70"/>
                    </a:cubicBezTo>
                    <a:cubicBezTo>
                      <a:pt x="64" y="70"/>
                      <a:pt x="93" y="60"/>
                      <a:pt x="113" y="57"/>
                    </a:cubicBezTo>
                    <a:cubicBezTo>
                      <a:pt x="133" y="53"/>
                      <a:pt x="165" y="34"/>
                      <a:pt x="174" y="19"/>
                    </a:cubicBezTo>
                    <a:cubicBezTo>
                      <a:pt x="183" y="3"/>
                      <a:pt x="185" y="0"/>
                      <a:pt x="185" y="0"/>
                    </a:cubicBezTo>
                    <a:cubicBezTo>
                      <a:pt x="172" y="8"/>
                      <a:pt x="156" y="38"/>
                      <a:pt x="130" y="39"/>
                    </a:cubicBezTo>
                    <a:cubicBezTo>
                      <a:pt x="103" y="40"/>
                      <a:pt x="93" y="33"/>
                      <a:pt x="93" y="33"/>
                    </a:cubicBezTo>
                    <a:cubicBezTo>
                      <a:pt x="94" y="45"/>
                      <a:pt x="68" y="60"/>
                      <a:pt x="50" y="57"/>
                    </a:cubicBezTo>
                    <a:cubicBezTo>
                      <a:pt x="42" y="62"/>
                      <a:pt x="0" y="60"/>
                      <a:pt x="1" y="42"/>
                    </a:cubicBezTo>
                    <a:close/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97" name="Freeform 159">
                <a:extLst>
                  <a:ext uri="{FF2B5EF4-FFF2-40B4-BE49-F238E27FC236}">
                    <a16:creationId xmlns:a16="http://schemas.microsoft.com/office/drawing/2014/main" id="{59E31AA6-13BD-4CDB-86C5-ECC4BE64F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835"/>
                <a:ext cx="205" cy="218"/>
              </a:xfrm>
              <a:custGeom>
                <a:avLst/>
                <a:gdLst>
                  <a:gd name="T0" fmla="*/ 0 w 82"/>
                  <a:gd name="T1" fmla="*/ 1542 h 82"/>
                  <a:gd name="T2" fmla="*/ 563 w 82"/>
                  <a:gd name="T3" fmla="*/ 1053 h 82"/>
                  <a:gd name="T4" fmla="*/ 1283 w 82"/>
                  <a:gd name="T5" fmla="*/ 0 h 82"/>
                  <a:gd name="T6" fmla="*/ 875 w 82"/>
                  <a:gd name="T7" fmla="*/ 226 h 82"/>
                  <a:gd name="T8" fmla="*/ 550 w 82"/>
                  <a:gd name="T9" fmla="*/ 806 h 82"/>
                  <a:gd name="T10" fmla="*/ 0 w 82"/>
                  <a:gd name="T11" fmla="*/ 1167 h 82"/>
                  <a:gd name="T12" fmla="*/ 0 w 82"/>
                  <a:gd name="T13" fmla="*/ 1542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82">
                    <a:moveTo>
                      <a:pt x="0" y="82"/>
                    </a:moveTo>
                    <a:cubicBezTo>
                      <a:pt x="18" y="68"/>
                      <a:pt x="18" y="68"/>
                      <a:pt x="36" y="56"/>
                    </a:cubicBezTo>
                    <a:cubicBezTo>
                      <a:pt x="54" y="43"/>
                      <a:pt x="78" y="10"/>
                      <a:pt x="82" y="0"/>
                    </a:cubicBezTo>
                    <a:cubicBezTo>
                      <a:pt x="73" y="12"/>
                      <a:pt x="64" y="9"/>
                      <a:pt x="56" y="12"/>
                    </a:cubicBezTo>
                    <a:cubicBezTo>
                      <a:pt x="48" y="16"/>
                      <a:pt x="53" y="23"/>
                      <a:pt x="35" y="43"/>
                    </a:cubicBezTo>
                    <a:cubicBezTo>
                      <a:pt x="17" y="63"/>
                      <a:pt x="0" y="62"/>
                      <a:pt x="0" y="62"/>
                    </a:cubicBezTo>
                    <a:cubicBezTo>
                      <a:pt x="0" y="62"/>
                      <a:pt x="7" y="71"/>
                      <a:pt x="0" y="82"/>
                    </a:cubicBezTo>
                    <a:close/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98" name="Freeform 160">
                <a:extLst>
                  <a:ext uri="{FF2B5EF4-FFF2-40B4-BE49-F238E27FC236}">
                    <a16:creationId xmlns:a16="http://schemas.microsoft.com/office/drawing/2014/main" id="{2F62731E-B0CB-4CD9-93DE-237C99463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688"/>
                <a:ext cx="70" cy="136"/>
              </a:xfrm>
              <a:custGeom>
                <a:avLst/>
                <a:gdLst>
                  <a:gd name="T0" fmla="*/ 145 w 28"/>
                  <a:gd name="T1" fmla="*/ 227 h 51"/>
                  <a:gd name="T2" fmla="*/ 0 w 28"/>
                  <a:gd name="T3" fmla="*/ 968 h 51"/>
                  <a:gd name="T4" fmla="*/ 438 w 28"/>
                  <a:gd name="T5" fmla="*/ 717 h 51"/>
                  <a:gd name="T6" fmla="*/ 300 w 28"/>
                  <a:gd name="T7" fmla="*/ 0 h 51"/>
                  <a:gd name="T8" fmla="*/ 188 w 28"/>
                  <a:gd name="T9" fmla="*/ 7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1">
                    <a:moveTo>
                      <a:pt x="9" y="12"/>
                    </a:moveTo>
                    <a:cubicBezTo>
                      <a:pt x="10" y="25"/>
                      <a:pt x="6" y="40"/>
                      <a:pt x="0" y="51"/>
                    </a:cubicBezTo>
                    <a:cubicBezTo>
                      <a:pt x="10" y="44"/>
                      <a:pt x="14" y="38"/>
                      <a:pt x="28" y="38"/>
                    </a:cubicBezTo>
                    <a:cubicBezTo>
                      <a:pt x="9" y="35"/>
                      <a:pt x="20" y="12"/>
                      <a:pt x="19" y="0"/>
                    </a:cubicBezTo>
                    <a:cubicBezTo>
                      <a:pt x="17" y="5"/>
                      <a:pt x="15" y="4"/>
                      <a:pt x="12" y="4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99" name="Freeform 161">
                <a:extLst>
                  <a:ext uri="{FF2B5EF4-FFF2-40B4-BE49-F238E27FC236}">
                    <a16:creationId xmlns:a16="http://schemas.microsoft.com/office/drawing/2014/main" id="{BECE26FC-CF3A-4987-B459-BFF0F0E5F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219"/>
                <a:ext cx="182" cy="704"/>
              </a:xfrm>
              <a:custGeom>
                <a:avLst/>
                <a:gdLst>
                  <a:gd name="T0" fmla="*/ 1007 w 73"/>
                  <a:gd name="T1" fmla="*/ 477 h 264"/>
                  <a:gd name="T2" fmla="*/ 1057 w 73"/>
                  <a:gd name="T3" fmla="*/ 3357 h 264"/>
                  <a:gd name="T4" fmla="*/ 820 w 73"/>
                  <a:gd name="T5" fmla="*/ 4493 h 264"/>
                  <a:gd name="T6" fmla="*/ 0 w 73"/>
                  <a:gd name="T7" fmla="*/ 4971 h 264"/>
                  <a:gd name="T8" fmla="*/ 416 w 73"/>
                  <a:gd name="T9" fmla="*/ 4301 h 264"/>
                  <a:gd name="T10" fmla="*/ 728 w 73"/>
                  <a:gd name="T11" fmla="*/ 3869 h 264"/>
                  <a:gd name="T12" fmla="*/ 840 w 73"/>
                  <a:gd name="T13" fmla="*/ 3243 h 264"/>
                  <a:gd name="T14" fmla="*/ 840 w 73"/>
                  <a:gd name="T15" fmla="*/ 2637 h 264"/>
                  <a:gd name="T16" fmla="*/ 509 w 73"/>
                  <a:gd name="T17" fmla="*/ 1992 h 264"/>
                  <a:gd name="T18" fmla="*/ 790 w 73"/>
                  <a:gd name="T19" fmla="*/ 1501 h 264"/>
                  <a:gd name="T20" fmla="*/ 728 w 73"/>
                  <a:gd name="T21" fmla="*/ 1272 h 264"/>
                  <a:gd name="T22" fmla="*/ 853 w 73"/>
                  <a:gd name="T23" fmla="*/ 989 h 264"/>
                  <a:gd name="T24" fmla="*/ 853 w 73"/>
                  <a:gd name="T25" fmla="*/ 0 h 2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264">
                    <a:moveTo>
                      <a:pt x="65" y="25"/>
                    </a:moveTo>
                    <a:cubicBezTo>
                      <a:pt x="56" y="76"/>
                      <a:pt x="71" y="126"/>
                      <a:pt x="68" y="177"/>
                    </a:cubicBezTo>
                    <a:cubicBezTo>
                      <a:pt x="67" y="198"/>
                      <a:pt x="62" y="217"/>
                      <a:pt x="53" y="237"/>
                    </a:cubicBezTo>
                    <a:cubicBezTo>
                      <a:pt x="44" y="257"/>
                      <a:pt x="21" y="264"/>
                      <a:pt x="0" y="262"/>
                    </a:cubicBezTo>
                    <a:cubicBezTo>
                      <a:pt x="13" y="261"/>
                      <a:pt x="42" y="244"/>
                      <a:pt x="27" y="227"/>
                    </a:cubicBezTo>
                    <a:cubicBezTo>
                      <a:pt x="36" y="244"/>
                      <a:pt x="49" y="213"/>
                      <a:pt x="47" y="204"/>
                    </a:cubicBezTo>
                    <a:cubicBezTo>
                      <a:pt x="59" y="200"/>
                      <a:pt x="63" y="180"/>
                      <a:pt x="54" y="171"/>
                    </a:cubicBezTo>
                    <a:cubicBezTo>
                      <a:pt x="62" y="164"/>
                      <a:pt x="62" y="147"/>
                      <a:pt x="54" y="139"/>
                    </a:cubicBezTo>
                    <a:cubicBezTo>
                      <a:pt x="73" y="130"/>
                      <a:pt x="43" y="107"/>
                      <a:pt x="33" y="105"/>
                    </a:cubicBezTo>
                    <a:cubicBezTo>
                      <a:pt x="45" y="101"/>
                      <a:pt x="54" y="93"/>
                      <a:pt x="51" y="79"/>
                    </a:cubicBezTo>
                    <a:cubicBezTo>
                      <a:pt x="51" y="75"/>
                      <a:pt x="46" y="71"/>
                      <a:pt x="47" y="67"/>
                    </a:cubicBezTo>
                    <a:cubicBezTo>
                      <a:pt x="47" y="64"/>
                      <a:pt x="54" y="57"/>
                      <a:pt x="55" y="52"/>
                    </a:cubicBezTo>
                    <a:cubicBezTo>
                      <a:pt x="58" y="39"/>
                      <a:pt x="62" y="11"/>
                      <a:pt x="55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00" name="Freeform 162">
                <a:extLst>
                  <a:ext uri="{FF2B5EF4-FFF2-40B4-BE49-F238E27FC236}">
                    <a16:creationId xmlns:a16="http://schemas.microsoft.com/office/drawing/2014/main" id="{2853DB0F-6B90-4FEC-89A3-6B3154C8D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1904"/>
                <a:ext cx="117" cy="448"/>
              </a:xfrm>
              <a:custGeom>
                <a:avLst/>
                <a:gdLst>
                  <a:gd name="T0" fmla="*/ 249 w 47"/>
                  <a:gd name="T1" fmla="*/ 0 h 168"/>
                  <a:gd name="T2" fmla="*/ 478 w 47"/>
                  <a:gd name="T3" fmla="*/ 1557 h 168"/>
                  <a:gd name="T4" fmla="*/ 682 w 47"/>
                  <a:gd name="T5" fmla="*/ 2312 h 168"/>
                  <a:gd name="T6" fmla="*/ 662 w 47"/>
                  <a:gd name="T7" fmla="*/ 3187 h 168"/>
                  <a:gd name="T8" fmla="*/ 403 w 47"/>
                  <a:gd name="T9" fmla="*/ 2312 h 168"/>
                  <a:gd name="T10" fmla="*/ 229 w 47"/>
                  <a:gd name="T11" fmla="*/ 1629 h 168"/>
                  <a:gd name="T12" fmla="*/ 0 w 47"/>
                  <a:gd name="T13" fmla="*/ 875 h 168"/>
                  <a:gd name="T14" fmla="*/ 199 w 47"/>
                  <a:gd name="T15" fmla="*/ 0 h 1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68">
                    <a:moveTo>
                      <a:pt x="16" y="0"/>
                    </a:moveTo>
                    <a:cubicBezTo>
                      <a:pt x="21" y="27"/>
                      <a:pt x="23" y="55"/>
                      <a:pt x="31" y="82"/>
                    </a:cubicBezTo>
                    <a:cubicBezTo>
                      <a:pt x="36" y="96"/>
                      <a:pt x="42" y="107"/>
                      <a:pt x="44" y="122"/>
                    </a:cubicBezTo>
                    <a:cubicBezTo>
                      <a:pt x="47" y="137"/>
                      <a:pt x="44" y="153"/>
                      <a:pt x="43" y="168"/>
                    </a:cubicBezTo>
                    <a:cubicBezTo>
                      <a:pt x="47" y="152"/>
                      <a:pt x="44" y="127"/>
                      <a:pt x="26" y="122"/>
                    </a:cubicBezTo>
                    <a:cubicBezTo>
                      <a:pt x="33" y="114"/>
                      <a:pt x="30" y="83"/>
                      <a:pt x="15" y="86"/>
                    </a:cubicBezTo>
                    <a:cubicBezTo>
                      <a:pt x="19" y="74"/>
                      <a:pt x="23" y="44"/>
                      <a:pt x="0" y="46"/>
                    </a:cubicBezTo>
                    <a:cubicBezTo>
                      <a:pt x="13" y="31"/>
                      <a:pt x="13" y="20"/>
                      <a:pt x="13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01" name="Freeform 163">
                <a:extLst>
                  <a:ext uri="{FF2B5EF4-FFF2-40B4-BE49-F238E27FC236}">
                    <a16:creationId xmlns:a16="http://schemas.microsoft.com/office/drawing/2014/main" id="{548699CD-FAC6-4142-89F9-1174D790F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1709"/>
                <a:ext cx="170" cy="696"/>
              </a:xfrm>
              <a:custGeom>
                <a:avLst/>
                <a:gdLst>
                  <a:gd name="T0" fmla="*/ 95 w 68"/>
                  <a:gd name="T1" fmla="*/ 192 h 261"/>
                  <a:gd name="T2" fmla="*/ 270 w 68"/>
                  <a:gd name="T3" fmla="*/ 739 h 261"/>
                  <a:gd name="T4" fmla="*/ 500 w 68"/>
                  <a:gd name="T5" fmla="*/ 1173 h 261"/>
                  <a:gd name="T6" fmla="*/ 750 w 68"/>
                  <a:gd name="T7" fmla="*/ 2275 h 261"/>
                  <a:gd name="T8" fmla="*/ 895 w 68"/>
                  <a:gd name="T9" fmla="*/ 4949 h 261"/>
                  <a:gd name="T10" fmla="*/ 688 w 68"/>
                  <a:gd name="T11" fmla="*/ 4323 h 261"/>
                  <a:gd name="T12" fmla="*/ 625 w 68"/>
                  <a:gd name="T13" fmla="*/ 3336 h 261"/>
                  <a:gd name="T14" fmla="*/ 395 w 68"/>
                  <a:gd name="T15" fmla="*/ 2389 h 261"/>
                  <a:gd name="T16" fmla="*/ 425 w 68"/>
                  <a:gd name="T17" fmla="*/ 2013 h 261"/>
                  <a:gd name="T18" fmla="*/ 270 w 68"/>
                  <a:gd name="T19" fmla="*/ 1707 h 261"/>
                  <a:gd name="T20" fmla="*/ 313 w 68"/>
                  <a:gd name="T21" fmla="*/ 1387 h 261"/>
                  <a:gd name="T22" fmla="*/ 33 w 68"/>
                  <a:gd name="T23" fmla="*/ 1331 h 261"/>
                  <a:gd name="T24" fmla="*/ 0 w 68"/>
                  <a:gd name="T25" fmla="*/ 0 h 2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8" h="261">
                    <a:moveTo>
                      <a:pt x="6" y="10"/>
                    </a:moveTo>
                    <a:cubicBezTo>
                      <a:pt x="16" y="17"/>
                      <a:pt x="17" y="29"/>
                      <a:pt x="17" y="39"/>
                    </a:cubicBezTo>
                    <a:cubicBezTo>
                      <a:pt x="18" y="53"/>
                      <a:pt x="24" y="53"/>
                      <a:pt x="32" y="62"/>
                    </a:cubicBezTo>
                    <a:cubicBezTo>
                      <a:pt x="44" y="77"/>
                      <a:pt x="45" y="102"/>
                      <a:pt x="48" y="120"/>
                    </a:cubicBezTo>
                    <a:cubicBezTo>
                      <a:pt x="57" y="166"/>
                      <a:pt x="68" y="214"/>
                      <a:pt x="57" y="261"/>
                    </a:cubicBezTo>
                    <a:cubicBezTo>
                      <a:pt x="57" y="250"/>
                      <a:pt x="60" y="229"/>
                      <a:pt x="44" y="228"/>
                    </a:cubicBezTo>
                    <a:cubicBezTo>
                      <a:pt x="51" y="213"/>
                      <a:pt x="62" y="184"/>
                      <a:pt x="40" y="176"/>
                    </a:cubicBezTo>
                    <a:cubicBezTo>
                      <a:pt x="45" y="158"/>
                      <a:pt x="45" y="137"/>
                      <a:pt x="25" y="126"/>
                    </a:cubicBezTo>
                    <a:cubicBezTo>
                      <a:pt x="30" y="120"/>
                      <a:pt x="29" y="114"/>
                      <a:pt x="27" y="106"/>
                    </a:cubicBezTo>
                    <a:cubicBezTo>
                      <a:pt x="26" y="100"/>
                      <a:pt x="18" y="94"/>
                      <a:pt x="17" y="90"/>
                    </a:cubicBezTo>
                    <a:cubicBezTo>
                      <a:pt x="16" y="84"/>
                      <a:pt x="23" y="80"/>
                      <a:pt x="20" y="73"/>
                    </a:cubicBezTo>
                    <a:cubicBezTo>
                      <a:pt x="16" y="66"/>
                      <a:pt x="8" y="67"/>
                      <a:pt x="2" y="70"/>
                    </a:cubicBezTo>
                    <a:cubicBezTo>
                      <a:pt x="12" y="49"/>
                      <a:pt x="12" y="20"/>
                      <a:pt x="0" y="0"/>
                    </a:cubicBezTo>
                  </a:path>
                </a:pathLst>
              </a:custGeom>
              <a:solidFill>
                <a:srgbClr val="D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02" name="Freeform 164">
                <a:extLst>
                  <a:ext uri="{FF2B5EF4-FFF2-40B4-BE49-F238E27FC236}">
                    <a16:creationId xmlns:a16="http://schemas.microsoft.com/office/drawing/2014/main" id="{E47154EF-A5D4-4834-802E-2C4B0FA10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1891"/>
                <a:ext cx="85" cy="397"/>
              </a:xfrm>
              <a:custGeom>
                <a:avLst/>
                <a:gdLst>
                  <a:gd name="T0" fmla="*/ 0 w 34"/>
                  <a:gd name="T1" fmla="*/ 0 h 149"/>
                  <a:gd name="T2" fmla="*/ 220 w 34"/>
                  <a:gd name="T3" fmla="*/ 1228 h 149"/>
                  <a:gd name="T4" fmla="*/ 375 w 34"/>
                  <a:gd name="T5" fmla="*/ 2819 h 149"/>
                  <a:gd name="T6" fmla="*/ 520 w 34"/>
                  <a:gd name="T7" fmla="*/ 2193 h 149"/>
                  <a:gd name="T8" fmla="*/ 408 w 34"/>
                  <a:gd name="T9" fmla="*/ 1988 h 149"/>
                  <a:gd name="T10" fmla="*/ 408 w 34"/>
                  <a:gd name="T11" fmla="*/ 1740 h 149"/>
                  <a:gd name="T12" fmla="*/ 345 w 34"/>
                  <a:gd name="T13" fmla="*/ 1002 h 149"/>
                  <a:gd name="T14" fmla="*/ 220 w 34"/>
                  <a:gd name="T15" fmla="*/ 512 h 149"/>
                  <a:gd name="T16" fmla="*/ 0 w 34"/>
                  <a:gd name="T17" fmla="*/ 77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49">
                    <a:moveTo>
                      <a:pt x="0" y="0"/>
                    </a:moveTo>
                    <a:cubicBezTo>
                      <a:pt x="12" y="18"/>
                      <a:pt x="10" y="44"/>
                      <a:pt x="14" y="65"/>
                    </a:cubicBezTo>
                    <a:cubicBezTo>
                      <a:pt x="20" y="93"/>
                      <a:pt x="24" y="120"/>
                      <a:pt x="24" y="149"/>
                    </a:cubicBezTo>
                    <a:cubicBezTo>
                      <a:pt x="27" y="141"/>
                      <a:pt x="34" y="123"/>
                      <a:pt x="33" y="116"/>
                    </a:cubicBezTo>
                    <a:cubicBezTo>
                      <a:pt x="33" y="113"/>
                      <a:pt x="27" y="109"/>
                      <a:pt x="26" y="105"/>
                    </a:cubicBezTo>
                    <a:cubicBezTo>
                      <a:pt x="25" y="101"/>
                      <a:pt x="28" y="96"/>
                      <a:pt x="26" y="92"/>
                    </a:cubicBezTo>
                    <a:cubicBezTo>
                      <a:pt x="24" y="84"/>
                      <a:pt x="12" y="59"/>
                      <a:pt x="22" y="53"/>
                    </a:cubicBezTo>
                    <a:cubicBezTo>
                      <a:pt x="12" y="42"/>
                      <a:pt x="17" y="39"/>
                      <a:pt x="14" y="27"/>
                    </a:cubicBezTo>
                    <a:cubicBezTo>
                      <a:pt x="13" y="20"/>
                      <a:pt x="5" y="1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03" name="Freeform 165">
                <a:extLst>
                  <a:ext uri="{FF2B5EF4-FFF2-40B4-BE49-F238E27FC236}">
                    <a16:creationId xmlns:a16="http://schemas.microsoft.com/office/drawing/2014/main" id="{DA8024F0-D73A-4B9B-9DEE-F415DA4F9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936"/>
                <a:ext cx="50" cy="56"/>
              </a:xfrm>
              <a:custGeom>
                <a:avLst/>
                <a:gdLst>
                  <a:gd name="T0" fmla="*/ 313 w 20"/>
                  <a:gd name="T1" fmla="*/ 35 h 21"/>
                  <a:gd name="T2" fmla="*/ 158 w 20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1">
                    <a:moveTo>
                      <a:pt x="20" y="2"/>
                    </a:moveTo>
                    <a:cubicBezTo>
                      <a:pt x="10" y="0"/>
                      <a:pt x="0" y="17"/>
                      <a:pt x="10" y="21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04" name="Freeform 166">
                <a:extLst>
                  <a:ext uri="{FF2B5EF4-FFF2-40B4-BE49-F238E27FC236}">
                    <a16:creationId xmlns:a16="http://schemas.microsoft.com/office/drawing/2014/main" id="{1386777E-3863-46B5-929E-73A285407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941"/>
                <a:ext cx="38" cy="38"/>
              </a:xfrm>
              <a:custGeom>
                <a:avLst/>
                <a:gdLst>
                  <a:gd name="T0" fmla="*/ 0 w 15"/>
                  <a:gd name="T1" fmla="*/ 0 h 14"/>
                  <a:gd name="T2" fmla="*/ 193 w 15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0"/>
                    </a:moveTo>
                    <a:cubicBezTo>
                      <a:pt x="3" y="0"/>
                      <a:pt x="15" y="5"/>
                      <a:pt x="12" y="14"/>
                    </a:cubicBezTo>
                  </a:path>
                </a:pathLst>
              </a:custGeom>
              <a:solidFill>
                <a:srgbClr val="FE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05" name="Freeform 167">
                <a:extLst>
                  <a:ext uri="{FF2B5EF4-FFF2-40B4-BE49-F238E27FC236}">
                    <a16:creationId xmlns:a16="http://schemas.microsoft.com/office/drawing/2014/main" id="{B289251C-0613-40EA-AE60-ADA6A631C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885"/>
                <a:ext cx="60" cy="38"/>
              </a:xfrm>
              <a:custGeom>
                <a:avLst/>
                <a:gdLst>
                  <a:gd name="T0" fmla="*/ 0 w 24"/>
                  <a:gd name="T1" fmla="*/ 244 h 14"/>
                  <a:gd name="T2" fmla="*/ 375 w 24"/>
                  <a:gd name="T3" fmla="*/ 0 h 14"/>
                  <a:gd name="T4" fmla="*/ 0 w 24"/>
                  <a:gd name="T5" fmla="*/ 24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4">
                    <a:moveTo>
                      <a:pt x="0" y="12"/>
                    </a:moveTo>
                    <a:cubicBezTo>
                      <a:pt x="7" y="14"/>
                      <a:pt x="22" y="12"/>
                      <a:pt x="24" y="0"/>
                    </a:cubicBezTo>
                    <a:cubicBezTo>
                      <a:pt x="23" y="3"/>
                      <a:pt x="10" y="14"/>
                      <a:pt x="0" y="12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06" name="Freeform 168">
                <a:extLst>
                  <a:ext uri="{FF2B5EF4-FFF2-40B4-BE49-F238E27FC236}">
                    <a16:creationId xmlns:a16="http://schemas.microsoft.com/office/drawing/2014/main" id="{C34E2291-50AC-48CB-9BC7-D21BD5996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1976"/>
                <a:ext cx="45" cy="32"/>
              </a:xfrm>
              <a:custGeom>
                <a:avLst/>
                <a:gdLst>
                  <a:gd name="T0" fmla="*/ 0 w 18"/>
                  <a:gd name="T1" fmla="*/ 115 h 12"/>
                  <a:gd name="T2" fmla="*/ 283 w 18"/>
                  <a:gd name="T3" fmla="*/ 0 h 12"/>
                  <a:gd name="T4" fmla="*/ 0 w 18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0" y="6"/>
                    </a:moveTo>
                    <a:cubicBezTo>
                      <a:pt x="3" y="10"/>
                      <a:pt x="15" y="12"/>
                      <a:pt x="18" y="0"/>
                    </a:cubicBezTo>
                    <a:cubicBezTo>
                      <a:pt x="15" y="2"/>
                      <a:pt x="8" y="11"/>
                      <a:pt x="0" y="6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07" name="Freeform 169">
                <a:extLst>
                  <a:ext uri="{FF2B5EF4-FFF2-40B4-BE49-F238E27FC236}">
                    <a16:creationId xmlns:a16="http://schemas.microsoft.com/office/drawing/2014/main" id="{C6A4D533-A9E4-41AF-943B-71D36B212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60"/>
                <a:ext cx="57" cy="48"/>
              </a:xfrm>
              <a:custGeom>
                <a:avLst/>
                <a:gdLst>
                  <a:gd name="T0" fmla="*/ 0 w 23"/>
                  <a:gd name="T1" fmla="*/ 171 h 18"/>
                  <a:gd name="T2" fmla="*/ 245 w 23"/>
                  <a:gd name="T3" fmla="*/ 248 h 18"/>
                  <a:gd name="T4" fmla="*/ 278 w 23"/>
                  <a:gd name="T5" fmla="*/ 0 h 18"/>
                  <a:gd name="T6" fmla="*/ 166 w 23"/>
                  <a:gd name="T7" fmla="*/ 227 h 18"/>
                  <a:gd name="T8" fmla="*/ 0 w 23"/>
                  <a:gd name="T9" fmla="*/ 17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">
                    <a:moveTo>
                      <a:pt x="0" y="9"/>
                    </a:moveTo>
                    <a:cubicBezTo>
                      <a:pt x="1" y="14"/>
                      <a:pt x="10" y="18"/>
                      <a:pt x="16" y="13"/>
                    </a:cubicBezTo>
                    <a:cubicBezTo>
                      <a:pt x="23" y="7"/>
                      <a:pt x="18" y="0"/>
                      <a:pt x="18" y="0"/>
                    </a:cubicBezTo>
                    <a:cubicBezTo>
                      <a:pt x="19" y="3"/>
                      <a:pt x="15" y="11"/>
                      <a:pt x="11" y="12"/>
                    </a:cubicBezTo>
                    <a:cubicBezTo>
                      <a:pt x="6" y="13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08" name="Freeform 170">
                <a:extLst>
                  <a:ext uri="{FF2B5EF4-FFF2-40B4-BE49-F238E27FC236}">
                    <a16:creationId xmlns:a16="http://schemas.microsoft.com/office/drawing/2014/main" id="{834B09D5-8FA0-4C08-A935-2EF680CF3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44"/>
                <a:ext cx="28" cy="24"/>
              </a:xfrm>
              <a:custGeom>
                <a:avLst/>
                <a:gdLst>
                  <a:gd name="T0" fmla="*/ 181 w 11"/>
                  <a:gd name="T1" fmla="*/ 21 h 9"/>
                  <a:gd name="T2" fmla="*/ 0 w 1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7" y="0"/>
                      <a:pt x="2" y="4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09" name="Freeform 171">
                <a:extLst>
                  <a:ext uri="{FF2B5EF4-FFF2-40B4-BE49-F238E27FC236}">
                    <a16:creationId xmlns:a16="http://schemas.microsoft.com/office/drawing/2014/main" id="{905C9285-C1E3-4D44-81FD-714DF6839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947"/>
                <a:ext cx="28" cy="24"/>
              </a:xfrm>
              <a:custGeom>
                <a:avLst/>
                <a:gdLst>
                  <a:gd name="T0" fmla="*/ 181 w 11"/>
                  <a:gd name="T1" fmla="*/ 0 h 9"/>
                  <a:gd name="T2" fmla="*/ 0 w 1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7" y="0"/>
                      <a:pt x="2" y="3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10" name="Freeform 172">
                <a:extLst>
                  <a:ext uri="{FF2B5EF4-FFF2-40B4-BE49-F238E27FC236}">
                    <a16:creationId xmlns:a16="http://schemas.microsoft.com/office/drawing/2014/main" id="{002A049B-1673-4867-B777-3FD801DC9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821"/>
                <a:ext cx="43" cy="78"/>
              </a:xfrm>
              <a:custGeom>
                <a:avLst/>
                <a:gdLst>
                  <a:gd name="T0" fmla="*/ 243 w 17"/>
                  <a:gd name="T1" fmla="*/ 312 h 29"/>
                  <a:gd name="T2" fmla="*/ 243 w 17"/>
                  <a:gd name="T3" fmla="*/ 0 h 29"/>
                  <a:gd name="T4" fmla="*/ 225 w 17"/>
                  <a:gd name="T5" fmla="*/ 231 h 29"/>
                  <a:gd name="T6" fmla="*/ 0 w 17"/>
                  <a:gd name="T7" fmla="*/ 565 h 29"/>
                  <a:gd name="T8" fmla="*/ 243 w 17"/>
                  <a:gd name="T9" fmla="*/ 31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9">
                    <a:moveTo>
                      <a:pt x="15" y="16"/>
                    </a:moveTo>
                    <a:cubicBezTo>
                      <a:pt x="17" y="10"/>
                      <a:pt x="16" y="6"/>
                      <a:pt x="15" y="0"/>
                    </a:cubicBezTo>
                    <a:cubicBezTo>
                      <a:pt x="15" y="0"/>
                      <a:pt x="15" y="3"/>
                      <a:pt x="14" y="12"/>
                    </a:cubicBezTo>
                    <a:cubicBezTo>
                      <a:pt x="13" y="21"/>
                      <a:pt x="4" y="23"/>
                      <a:pt x="0" y="29"/>
                    </a:cubicBezTo>
                    <a:cubicBezTo>
                      <a:pt x="3" y="27"/>
                      <a:pt x="12" y="23"/>
                      <a:pt x="15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11" name="Freeform 173">
                <a:extLst>
                  <a:ext uri="{FF2B5EF4-FFF2-40B4-BE49-F238E27FC236}">
                    <a16:creationId xmlns:a16="http://schemas.microsoft.com/office/drawing/2014/main" id="{DDCBE317-D318-4352-95F5-690AF74B1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805"/>
                <a:ext cx="20" cy="27"/>
              </a:xfrm>
              <a:custGeom>
                <a:avLst/>
                <a:gdLst>
                  <a:gd name="T0" fmla="*/ 0 w 8"/>
                  <a:gd name="T1" fmla="*/ 197 h 10"/>
                  <a:gd name="T2" fmla="*/ 113 w 8"/>
                  <a:gd name="T3" fmla="*/ 0 h 10"/>
                  <a:gd name="T4" fmla="*/ 0 w 8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4" y="9"/>
                      <a:pt x="6" y="4"/>
                      <a:pt x="7" y="0"/>
                    </a:cubicBezTo>
                    <a:cubicBezTo>
                      <a:pt x="8" y="5"/>
                      <a:pt x="7" y="9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12" name="Freeform 174">
                <a:extLst>
                  <a:ext uri="{FF2B5EF4-FFF2-40B4-BE49-F238E27FC236}">
                    <a16:creationId xmlns:a16="http://schemas.microsoft.com/office/drawing/2014/main" id="{C3A3BD80-EC54-4BBB-8050-D7DDF3C1F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843"/>
                <a:ext cx="103" cy="120"/>
              </a:xfrm>
              <a:custGeom>
                <a:avLst/>
                <a:gdLst>
                  <a:gd name="T0" fmla="*/ 0 w 41"/>
                  <a:gd name="T1" fmla="*/ 853 h 45"/>
                  <a:gd name="T2" fmla="*/ 317 w 41"/>
                  <a:gd name="T3" fmla="*/ 376 h 45"/>
                  <a:gd name="T4" fmla="*/ 651 w 41"/>
                  <a:gd name="T5" fmla="*/ 21 h 45"/>
                  <a:gd name="T6" fmla="*/ 304 w 41"/>
                  <a:gd name="T7" fmla="*/ 205 h 45"/>
                  <a:gd name="T8" fmla="*/ 126 w 41"/>
                  <a:gd name="T9" fmla="*/ 512 h 45"/>
                  <a:gd name="T10" fmla="*/ 0 w 41"/>
                  <a:gd name="T11" fmla="*/ 853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5">
                    <a:moveTo>
                      <a:pt x="0" y="45"/>
                    </a:moveTo>
                    <a:cubicBezTo>
                      <a:pt x="4" y="31"/>
                      <a:pt x="15" y="22"/>
                      <a:pt x="20" y="20"/>
                    </a:cubicBezTo>
                    <a:cubicBezTo>
                      <a:pt x="19" y="15"/>
                      <a:pt x="23" y="2"/>
                      <a:pt x="41" y="1"/>
                    </a:cubicBezTo>
                    <a:cubicBezTo>
                      <a:pt x="33" y="0"/>
                      <a:pt x="23" y="0"/>
                      <a:pt x="19" y="11"/>
                    </a:cubicBezTo>
                    <a:cubicBezTo>
                      <a:pt x="14" y="22"/>
                      <a:pt x="12" y="23"/>
                      <a:pt x="8" y="27"/>
                    </a:cubicBezTo>
                    <a:cubicBezTo>
                      <a:pt x="5" y="32"/>
                      <a:pt x="1" y="40"/>
                      <a:pt x="0" y="45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13" name="Freeform 175">
                <a:extLst>
                  <a:ext uri="{FF2B5EF4-FFF2-40B4-BE49-F238E27FC236}">
                    <a16:creationId xmlns:a16="http://schemas.microsoft.com/office/drawing/2014/main" id="{F3A04B34-533D-441C-8661-117457632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840"/>
                <a:ext cx="135" cy="149"/>
              </a:xfrm>
              <a:custGeom>
                <a:avLst/>
                <a:gdLst>
                  <a:gd name="T0" fmla="*/ 363 w 54"/>
                  <a:gd name="T1" fmla="*/ 418 h 56"/>
                  <a:gd name="T2" fmla="*/ 688 w 54"/>
                  <a:gd name="T3" fmla="*/ 1054 h 56"/>
                  <a:gd name="T4" fmla="*/ 800 w 54"/>
                  <a:gd name="T5" fmla="*/ 474 h 56"/>
                  <a:gd name="T6" fmla="*/ 800 w 54"/>
                  <a:gd name="T7" fmla="*/ 474 h 56"/>
                  <a:gd name="T8" fmla="*/ 583 w 54"/>
                  <a:gd name="T9" fmla="*/ 431 h 56"/>
                  <a:gd name="T10" fmla="*/ 175 w 54"/>
                  <a:gd name="T11" fmla="*/ 56 h 56"/>
                  <a:gd name="T12" fmla="*/ 158 w 54"/>
                  <a:gd name="T13" fmla="*/ 56 h 56"/>
                  <a:gd name="T14" fmla="*/ 345 w 54"/>
                  <a:gd name="T15" fmla="*/ 396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6">
                    <a:moveTo>
                      <a:pt x="23" y="22"/>
                    </a:moveTo>
                    <a:cubicBezTo>
                      <a:pt x="29" y="25"/>
                      <a:pt x="42" y="37"/>
                      <a:pt x="44" y="56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51" y="25"/>
                      <a:pt x="54" y="22"/>
                      <a:pt x="51" y="25"/>
                    </a:cubicBezTo>
                    <a:cubicBezTo>
                      <a:pt x="49" y="27"/>
                      <a:pt x="42" y="26"/>
                      <a:pt x="37" y="23"/>
                    </a:cubicBezTo>
                    <a:cubicBezTo>
                      <a:pt x="31" y="20"/>
                      <a:pt x="22" y="4"/>
                      <a:pt x="11" y="3"/>
                    </a:cubicBezTo>
                    <a:cubicBezTo>
                      <a:pt x="0" y="1"/>
                      <a:pt x="3" y="0"/>
                      <a:pt x="10" y="3"/>
                    </a:cubicBezTo>
                    <a:cubicBezTo>
                      <a:pt x="16" y="5"/>
                      <a:pt x="25" y="11"/>
                      <a:pt x="22" y="21"/>
                    </a:cubicBezTo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14" name="Freeform 176">
                <a:extLst>
                  <a:ext uri="{FF2B5EF4-FFF2-40B4-BE49-F238E27FC236}">
                    <a16:creationId xmlns:a16="http://schemas.microsoft.com/office/drawing/2014/main" id="{977F14FC-A979-4C14-AFEC-EDF53EB74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811"/>
                <a:ext cx="70" cy="117"/>
              </a:xfrm>
              <a:custGeom>
                <a:avLst/>
                <a:gdLst>
                  <a:gd name="T0" fmla="*/ 145 w 28"/>
                  <a:gd name="T1" fmla="*/ 0 h 44"/>
                  <a:gd name="T2" fmla="*/ 208 w 28"/>
                  <a:gd name="T3" fmla="*/ 417 h 44"/>
                  <a:gd name="T4" fmla="*/ 438 w 28"/>
                  <a:gd name="T5" fmla="*/ 737 h 44"/>
                  <a:gd name="T6" fmla="*/ 345 w 28"/>
                  <a:gd name="T7" fmla="*/ 750 h 44"/>
                  <a:gd name="T8" fmla="*/ 158 w 28"/>
                  <a:gd name="T9" fmla="*/ 622 h 44"/>
                  <a:gd name="T10" fmla="*/ 145 w 28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4">
                    <a:moveTo>
                      <a:pt x="9" y="0"/>
                    </a:moveTo>
                    <a:cubicBezTo>
                      <a:pt x="8" y="5"/>
                      <a:pt x="7" y="16"/>
                      <a:pt x="13" y="22"/>
                    </a:cubicBezTo>
                    <a:cubicBezTo>
                      <a:pt x="19" y="28"/>
                      <a:pt x="28" y="34"/>
                      <a:pt x="28" y="39"/>
                    </a:cubicBezTo>
                    <a:cubicBezTo>
                      <a:pt x="28" y="44"/>
                      <a:pt x="22" y="40"/>
                      <a:pt x="22" y="40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0" y="33"/>
                      <a:pt x="0" y="12"/>
                      <a:pt x="9" y="0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15" name="Freeform 177">
                <a:extLst>
                  <a:ext uri="{FF2B5EF4-FFF2-40B4-BE49-F238E27FC236}">
                    <a16:creationId xmlns:a16="http://schemas.microsoft.com/office/drawing/2014/main" id="{51E3C2FC-5472-4317-93F1-99B1C49A4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845"/>
                <a:ext cx="28" cy="48"/>
              </a:xfrm>
              <a:custGeom>
                <a:avLst/>
                <a:gdLst>
                  <a:gd name="T0" fmla="*/ 0 w 11"/>
                  <a:gd name="T1" fmla="*/ 136 h 18"/>
                  <a:gd name="T2" fmla="*/ 84 w 11"/>
                  <a:gd name="T3" fmla="*/ 35 h 18"/>
                  <a:gd name="T4" fmla="*/ 163 w 11"/>
                  <a:gd name="T5" fmla="*/ 205 h 18"/>
                  <a:gd name="T6" fmla="*/ 163 w 11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0" y="7"/>
                    </a:moveTo>
                    <a:cubicBezTo>
                      <a:pt x="3" y="9"/>
                      <a:pt x="5" y="6"/>
                      <a:pt x="5" y="2"/>
                    </a:cubicBezTo>
                    <a:cubicBezTo>
                      <a:pt x="5" y="0"/>
                      <a:pt x="10" y="10"/>
                      <a:pt x="10" y="11"/>
                    </a:cubicBezTo>
                    <a:cubicBezTo>
                      <a:pt x="9" y="11"/>
                      <a:pt x="11" y="18"/>
                      <a:pt x="10" y="18"/>
                    </a:cubicBezTo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16" name="Freeform 178">
                <a:extLst>
                  <a:ext uri="{FF2B5EF4-FFF2-40B4-BE49-F238E27FC236}">
                    <a16:creationId xmlns:a16="http://schemas.microsoft.com/office/drawing/2014/main" id="{DD897E58-FBF2-4593-944A-F1BD1570C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1741"/>
                <a:ext cx="105" cy="128"/>
              </a:xfrm>
              <a:custGeom>
                <a:avLst/>
                <a:gdLst>
                  <a:gd name="T0" fmla="*/ 0 w 42"/>
                  <a:gd name="T1" fmla="*/ 875 h 48"/>
                  <a:gd name="T2" fmla="*/ 125 w 42"/>
                  <a:gd name="T3" fmla="*/ 683 h 48"/>
                  <a:gd name="T4" fmla="*/ 250 w 42"/>
                  <a:gd name="T5" fmla="*/ 512 h 48"/>
                  <a:gd name="T6" fmla="*/ 375 w 42"/>
                  <a:gd name="T7" fmla="*/ 307 h 48"/>
                  <a:gd name="T8" fmla="*/ 438 w 42"/>
                  <a:gd name="T9" fmla="*/ 136 h 48"/>
                  <a:gd name="T10" fmla="*/ 470 w 42"/>
                  <a:gd name="T11" fmla="*/ 0 h 48"/>
                  <a:gd name="T12" fmla="*/ 533 w 42"/>
                  <a:gd name="T13" fmla="*/ 136 h 48"/>
                  <a:gd name="T14" fmla="*/ 583 w 42"/>
                  <a:gd name="T15" fmla="*/ 205 h 48"/>
                  <a:gd name="T16" fmla="*/ 625 w 42"/>
                  <a:gd name="T17" fmla="*/ 264 h 48"/>
                  <a:gd name="T18" fmla="*/ 595 w 42"/>
                  <a:gd name="T19" fmla="*/ 419 h 48"/>
                  <a:gd name="T20" fmla="*/ 520 w 42"/>
                  <a:gd name="T21" fmla="*/ 568 h 48"/>
                  <a:gd name="T22" fmla="*/ 458 w 42"/>
                  <a:gd name="T23" fmla="*/ 477 h 48"/>
                  <a:gd name="T24" fmla="*/ 363 w 42"/>
                  <a:gd name="T25" fmla="*/ 477 h 48"/>
                  <a:gd name="T26" fmla="*/ 220 w 42"/>
                  <a:gd name="T27" fmla="*/ 627 h 48"/>
                  <a:gd name="T28" fmla="*/ 20 w 42"/>
                  <a:gd name="T29" fmla="*/ 909 h 4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2" h="48">
                    <a:moveTo>
                      <a:pt x="0" y="46"/>
                    </a:moveTo>
                    <a:cubicBezTo>
                      <a:pt x="3" y="44"/>
                      <a:pt x="6" y="39"/>
                      <a:pt x="8" y="36"/>
                    </a:cubicBezTo>
                    <a:cubicBezTo>
                      <a:pt x="11" y="33"/>
                      <a:pt x="14" y="30"/>
                      <a:pt x="16" y="27"/>
                    </a:cubicBezTo>
                    <a:cubicBezTo>
                      <a:pt x="19" y="24"/>
                      <a:pt x="22" y="20"/>
                      <a:pt x="24" y="16"/>
                    </a:cubicBezTo>
                    <a:cubicBezTo>
                      <a:pt x="26" y="13"/>
                      <a:pt x="27" y="10"/>
                      <a:pt x="28" y="7"/>
                    </a:cubicBezTo>
                    <a:cubicBezTo>
                      <a:pt x="29" y="5"/>
                      <a:pt x="29" y="2"/>
                      <a:pt x="30" y="0"/>
                    </a:cubicBezTo>
                    <a:cubicBezTo>
                      <a:pt x="32" y="2"/>
                      <a:pt x="32" y="5"/>
                      <a:pt x="34" y="7"/>
                    </a:cubicBezTo>
                    <a:cubicBezTo>
                      <a:pt x="35" y="8"/>
                      <a:pt x="36" y="10"/>
                      <a:pt x="37" y="11"/>
                    </a:cubicBezTo>
                    <a:cubicBezTo>
                      <a:pt x="38" y="12"/>
                      <a:pt x="39" y="13"/>
                      <a:pt x="40" y="14"/>
                    </a:cubicBezTo>
                    <a:cubicBezTo>
                      <a:pt x="42" y="16"/>
                      <a:pt x="39" y="20"/>
                      <a:pt x="38" y="22"/>
                    </a:cubicBezTo>
                    <a:cubicBezTo>
                      <a:pt x="36" y="25"/>
                      <a:pt x="35" y="28"/>
                      <a:pt x="33" y="30"/>
                    </a:cubicBezTo>
                    <a:cubicBezTo>
                      <a:pt x="32" y="28"/>
                      <a:pt x="32" y="26"/>
                      <a:pt x="29" y="25"/>
                    </a:cubicBezTo>
                    <a:cubicBezTo>
                      <a:pt x="27" y="24"/>
                      <a:pt x="25" y="24"/>
                      <a:pt x="23" y="25"/>
                    </a:cubicBezTo>
                    <a:cubicBezTo>
                      <a:pt x="20" y="27"/>
                      <a:pt x="16" y="31"/>
                      <a:pt x="14" y="33"/>
                    </a:cubicBezTo>
                    <a:cubicBezTo>
                      <a:pt x="11" y="37"/>
                      <a:pt x="1" y="48"/>
                      <a:pt x="1" y="48"/>
                    </a:cubicBezTo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17" name="Freeform 179">
                <a:extLst>
                  <a:ext uri="{FF2B5EF4-FFF2-40B4-BE49-F238E27FC236}">
                    <a16:creationId xmlns:a16="http://schemas.microsoft.com/office/drawing/2014/main" id="{62D20FB3-2742-4CFC-A388-4F4F08C75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1824"/>
                <a:ext cx="27" cy="43"/>
              </a:xfrm>
              <a:custGeom>
                <a:avLst/>
                <a:gdLst>
                  <a:gd name="T0" fmla="*/ 12 w 11"/>
                  <a:gd name="T1" fmla="*/ 0 h 16"/>
                  <a:gd name="T2" fmla="*/ 91 w 11"/>
                  <a:gd name="T3" fmla="*/ 312 h 16"/>
                  <a:gd name="T4" fmla="*/ 162 w 11"/>
                  <a:gd name="T5" fmla="*/ 218 h 16"/>
                  <a:gd name="T6" fmla="*/ 29 w 1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1" y="0"/>
                    </a:moveTo>
                    <a:cubicBezTo>
                      <a:pt x="1" y="4"/>
                      <a:pt x="0" y="15"/>
                      <a:pt x="6" y="16"/>
                    </a:cubicBezTo>
                    <a:cubicBezTo>
                      <a:pt x="8" y="14"/>
                      <a:pt x="9" y="13"/>
                      <a:pt x="11" y="11"/>
                    </a:cubicBezTo>
                    <a:cubicBezTo>
                      <a:pt x="7" y="12"/>
                      <a:pt x="0" y="3"/>
                      <a:pt x="2" y="0"/>
                    </a:cubicBezTo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18" name="Freeform 180">
                <a:extLst>
                  <a:ext uri="{FF2B5EF4-FFF2-40B4-BE49-F238E27FC236}">
                    <a16:creationId xmlns:a16="http://schemas.microsoft.com/office/drawing/2014/main" id="{20598B7D-5255-40D0-8C31-76D7DDFE4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92"/>
                <a:ext cx="53" cy="77"/>
              </a:xfrm>
              <a:custGeom>
                <a:avLst/>
                <a:gdLst>
                  <a:gd name="T0" fmla="*/ 0 w 21"/>
                  <a:gd name="T1" fmla="*/ 260 h 29"/>
                  <a:gd name="T2" fmla="*/ 83 w 21"/>
                  <a:gd name="T3" fmla="*/ 374 h 29"/>
                  <a:gd name="T4" fmla="*/ 159 w 21"/>
                  <a:gd name="T5" fmla="*/ 465 h 29"/>
                  <a:gd name="T6" fmla="*/ 222 w 21"/>
                  <a:gd name="T7" fmla="*/ 542 h 29"/>
                  <a:gd name="T8" fmla="*/ 288 w 21"/>
                  <a:gd name="T9" fmla="*/ 465 h 29"/>
                  <a:gd name="T10" fmla="*/ 305 w 21"/>
                  <a:gd name="T11" fmla="*/ 247 h 29"/>
                  <a:gd name="T12" fmla="*/ 255 w 21"/>
                  <a:gd name="T13" fmla="*/ 204 h 29"/>
                  <a:gd name="T14" fmla="*/ 209 w 21"/>
                  <a:gd name="T15" fmla="*/ 112 h 29"/>
                  <a:gd name="T16" fmla="*/ 179 w 21"/>
                  <a:gd name="T17" fmla="*/ 0 h 29"/>
                  <a:gd name="T18" fmla="*/ 209 w 21"/>
                  <a:gd name="T19" fmla="*/ 260 h 29"/>
                  <a:gd name="T20" fmla="*/ 126 w 21"/>
                  <a:gd name="T21" fmla="*/ 316 h 29"/>
                  <a:gd name="T22" fmla="*/ 0 w 21"/>
                  <a:gd name="T23" fmla="*/ 247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29">
                    <a:moveTo>
                      <a:pt x="0" y="14"/>
                    </a:moveTo>
                    <a:cubicBezTo>
                      <a:pt x="2" y="15"/>
                      <a:pt x="3" y="18"/>
                      <a:pt x="5" y="20"/>
                    </a:cubicBezTo>
                    <a:cubicBezTo>
                      <a:pt x="7" y="21"/>
                      <a:pt x="8" y="23"/>
                      <a:pt x="10" y="25"/>
                    </a:cubicBezTo>
                    <a:cubicBezTo>
                      <a:pt x="11" y="26"/>
                      <a:pt x="12" y="29"/>
                      <a:pt x="14" y="29"/>
                    </a:cubicBezTo>
                    <a:cubicBezTo>
                      <a:pt x="16" y="29"/>
                      <a:pt x="17" y="26"/>
                      <a:pt x="18" y="25"/>
                    </a:cubicBezTo>
                    <a:cubicBezTo>
                      <a:pt x="19" y="22"/>
                      <a:pt x="21" y="15"/>
                      <a:pt x="19" y="13"/>
                    </a:cubicBezTo>
                    <a:cubicBezTo>
                      <a:pt x="18" y="12"/>
                      <a:pt x="17" y="12"/>
                      <a:pt x="16" y="11"/>
                    </a:cubicBezTo>
                    <a:cubicBezTo>
                      <a:pt x="15" y="9"/>
                      <a:pt x="14" y="8"/>
                      <a:pt x="13" y="6"/>
                    </a:cubicBezTo>
                    <a:cubicBezTo>
                      <a:pt x="13" y="4"/>
                      <a:pt x="12" y="2"/>
                      <a:pt x="11" y="0"/>
                    </a:cubicBezTo>
                    <a:cubicBezTo>
                      <a:pt x="11" y="5"/>
                      <a:pt x="15" y="9"/>
                      <a:pt x="13" y="14"/>
                    </a:cubicBezTo>
                    <a:cubicBezTo>
                      <a:pt x="11" y="16"/>
                      <a:pt x="10" y="17"/>
                      <a:pt x="8" y="17"/>
                    </a:cubicBezTo>
                    <a:cubicBezTo>
                      <a:pt x="6" y="16"/>
                      <a:pt x="2" y="14"/>
                      <a:pt x="0" y="13"/>
                    </a:cubicBezTo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19" name="Freeform 181">
                <a:extLst>
                  <a:ext uri="{FF2B5EF4-FFF2-40B4-BE49-F238E27FC236}">
                    <a16:creationId xmlns:a16="http://schemas.microsoft.com/office/drawing/2014/main" id="{A564B43F-47C0-411D-A77C-C861BFECA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789"/>
                <a:ext cx="48" cy="38"/>
              </a:xfrm>
              <a:custGeom>
                <a:avLst/>
                <a:gdLst>
                  <a:gd name="T0" fmla="*/ 0 w 19"/>
                  <a:gd name="T1" fmla="*/ 0 h 14"/>
                  <a:gd name="T2" fmla="*/ 83 w 19"/>
                  <a:gd name="T3" fmla="*/ 163 h 14"/>
                  <a:gd name="T4" fmla="*/ 129 w 19"/>
                  <a:gd name="T5" fmla="*/ 280 h 14"/>
                  <a:gd name="T6" fmla="*/ 306 w 19"/>
                  <a:gd name="T7" fmla="*/ 198 h 14"/>
                  <a:gd name="T8" fmla="*/ 147 w 19"/>
                  <a:gd name="T9" fmla="*/ 141 h 14"/>
                  <a:gd name="T10" fmla="*/ 0 w 19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4">
                    <a:moveTo>
                      <a:pt x="0" y="0"/>
                    </a:moveTo>
                    <a:cubicBezTo>
                      <a:pt x="2" y="2"/>
                      <a:pt x="3" y="5"/>
                      <a:pt x="5" y="8"/>
                    </a:cubicBezTo>
                    <a:cubicBezTo>
                      <a:pt x="5" y="10"/>
                      <a:pt x="7" y="13"/>
                      <a:pt x="8" y="14"/>
                    </a:cubicBezTo>
                    <a:cubicBezTo>
                      <a:pt x="10" y="10"/>
                      <a:pt x="15" y="10"/>
                      <a:pt x="19" y="10"/>
                    </a:cubicBezTo>
                    <a:cubicBezTo>
                      <a:pt x="16" y="7"/>
                      <a:pt x="12" y="8"/>
                      <a:pt x="9" y="7"/>
                    </a:cubicBezTo>
                    <a:cubicBezTo>
                      <a:pt x="6" y="6"/>
                      <a:pt x="0" y="4"/>
                      <a:pt x="0" y="0"/>
                    </a:cubicBezTo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20" name="Freeform 182">
                <a:extLst>
                  <a:ext uri="{FF2B5EF4-FFF2-40B4-BE49-F238E27FC236}">
                    <a16:creationId xmlns:a16="http://schemas.microsoft.com/office/drawing/2014/main" id="{E188BC87-23B3-4370-8734-D2B559B11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61"/>
                <a:ext cx="35" cy="46"/>
              </a:xfrm>
              <a:custGeom>
                <a:avLst/>
                <a:gdLst>
                  <a:gd name="T0" fmla="*/ 63 w 14"/>
                  <a:gd name="T1" fmla="*/ 0 h 17"/>
                  <a:gd name="T2" fmla="*/ 145 w 14"/>
                  <a:gd name="T3" fmla="*/ 257 h 17"/>
                  <a:gd name="T4" fmla="*/ 0 w 14"/>
                  <a:gd name="T5" fmla="*/ 300 h 17"/>
                  <a:gd name="T6" fmla="*/ 188 w 14"/>
                  <a:gd name="T7" fmla="*/ 235 h 17"/>
                  <a:gd name="T8" fmla="*/ 63 w 1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7">
                    <a:moveTo>
                      <a:pt x="4" y="0"/>
                    </a:moveTo>
                    <a:cubicBezTo>
                      <a:pt x="9" y="5"/>
                      <a:pt x="10" y="10"/>
                      <a:pt x="9" y="13"/>
                    </a:cubicBezTo>
                    <a:cubicBezTo>
                      <a:pt x="7" y="16"/>
                      <a:pt x="0" y="15"/>
                      <a:pt x="0" y="15"/>
                    </a:cubicBezTo>
                    <a:cubicBezTo>
                      <a:pt x="6" y="17"/>
                      <a:pt x="9" y="17"/>
                      <a:pt x="12" y="12"/>
                    </a:cubicBezTo>
                    <a:cubicBezTo>
                      <a:pt x="14" y="8"/>
                      <a:pt x="9" y="2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21" name="Freeform 183">
                <a:extLst>
                  <a:ext uri="{FF2B5EF4-FFF2-40B4-BE49-F238E27FC236}">
                    <a16:creationId xmlns:a16="http://schemas.microsoft.com/office/drawing/2014/main" id="{7E0D32E4-57E7-4D33-BB03-173983938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128"/>
                <a:ext cx="170" cy="197"/>
              </a:xfrm>
              <a:custGeom>
                <a:avLst/>
                <a:gdLst>
                  <a:gd name="T0" fmla="*/ 925 w 68"/>
                  <a:gd name="T1" fmla="*/ 341 h 74"/>
                  <a:gd name="T2" fmla="*/ 688 w 68"/>
                  <a:gd name="T3" fmla="*/ 511 h 74"/>
                  <a:gd name="T4" fmla="*/ 458 w 68"/>
                  <a:gd name="T5" fmla="*/ 793 h 74"/>
                  <a:gd name="T6" fmla="*/ 220 w 68"/>
                  <a:gd name="T7" fmla="*/ 1147 h 74"/>
                  <a:gd name="T8" fmla="*/ 0 w 68"/>
                  <a:gd name="T9" fmla="*/ 1339 h 74"/>
                  <a:gd name="T10" fmla="*/ 158 w 68"/>
                  <a:gd name="T11" fmla="*/ 1374 h 74"/>
                  <a:gd name="T12" fmla="*/ 363 w 68"/>
                  <a:gd name="T13" fmla="*/ 1036 h 74"/>
                  <a:gd name="T14" fmla="*/ 613 w 68"/>
                  <a:gd name="T15" fmla="*/ 865 h 74"/>
                  <a:gd name="T16" fmla="*/ 750 w 68"/>
                  <a:gd name="T17" fmla="*/ 644 h 74"/>
                  <a:gd name="T18" fmla="*/ 970 w 68"/>
                  <a:gd name="T19" fmla="*/ 431 h 74"/>
                  <a:gd name="T20" fmla="*/ 863 w 68"/>
                  <a:gd name="T21" fmla="*/ 0 h 74"/>
                  <a:gd name="T22" fmla="*/ 925 w 68"/>
                  <a:gd name="T23" fmla="*/ 341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74">
                    <a:moveTo>
                      <a:pt x="59" y="18"/>
                    </a:moveTo>
                    <a:cubicBezTo>
                      <a:pt x="57" y="24"/>
                      <a:pt x="49" y="22"/>
                      <a:pt x="44" y="27"/>
                    </a:cubicBezTo>
                    <a:cubicBezTo>
                      <a:pt x="39" y="31"/>
                      <a:pt x="38" y="40"/>
                      <a:pt x="29" y="42"/>
                    </a:cubicBezTo>
                    <a:cubicBezTo>
                      <a:pt x="19" y="45"/>
                      <a:pt x="17" y="54"/>
                      <a:pt x="14" y="61"/>
                    </a:cubicBezTo>
                    <a:cubicBezTo>
                      <a:pt x="10" y="69"/>
                      <a:pt x="6" y="71"/>
                      <a:pt x="0" y="71"/>
                    </a:cubicBezTo>
                    <a:cubicBezTo>
                      <a:pt x="0" y="71"/>
                      <a:pt x="5" y="74"/>
                      <a:pt x="10" y="73"/>
                    </a:cubicBezTo>
                    <a:cubicBezTo>
                      <a:pt x="16" y="71"/>
                      <a:pt x="20" y="62"/>
                      <a:pt x="23" y="55"/>
                    </a:cubicBezTo>
                    <a:cubicBezTo>
                      <a:pt x="27" y="48"/>
                      <a:pt x="34" y="48"/>
                      <a:pt x="39" y="46"/>
                    </a:cubicBezTo>
                    <a:cubicBezTo>
                      <a:pt x="45" y="44"/>
                      <a:pt x="45" y="39"/>
                      <a:pt x="48" y="34"/>
                    </a:cubicBezTo>
                    <a:cubicBezTo>
                      <a:pt x="50" y="29"/>
                      <a:pt x="56" y="32"/>
                      <a:pt x="62" y="23"/>
                    </a:cubicBezTo>
                    <a:cubicBezTo>
                      <a:pt x="68" y="15"/>
                      <a:pt x="60" y="5"/>
                      <a:pt x="55" y="0"/>
                    </a:cubicBezTo>
                    <a:cubicBezTo>
                      <a:pt x="60" y="8"/>
                      <a:pt x="62" y="11"/>
                      <a:pt x="59" y="18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22" name="Freeform 184">
                <a:extLst>
                  <a:ext uri="{FF2B5EF4-FFF2-40B4-BE49-F238E27FC236}">
                    <a16:creationId xmlns:a16="http://schemas.microsoft.com/office/drawing/2014/main" id="{6A64EB5F-7A18-4EAA-BF6F-1F13135EC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259"/>
                <a:ext cx="23" cy="32"/>
              </a:xfrm>
              <a:custGeom>
                <a:avLst/>
                <a:gdLst>
                  <a:gd name="T0" fmla="*/ 151 w 9"/>
                  <a:gd name="T1" fmla="*/ 0 h 12"/>
                  <a:gd name="T2" fmla="*/ 0 w 9"/>
                  <a:gd name="T3" fmla="*/ 227 h 12"/>
                  <a:gd name="T4" fmla="*/ 151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cubicBezTo>
                      <a:pt x="5" y="2"/>
                      <a:pt x="2" y="5"/>
                      <a:pt x="0" y="12"/>
                    </a:cubicBezTo>
                    <a:cubicBezTo>
                      <a:pt x="0" y="8"/>
                      <a:pt x="2" y="0"/>
                      <a:pt x="9" y="0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23" name="Freeform 185">
                <a:extLst>
                  <a:ext uri="{FF2B5EF4-FFF2-40B4-BE49-F238E27FC236}">
                    <a16:creationId xmlns:a16="http://schemas.microsoft.com/office/drawing/2014/main" id="{ECE201CB-C8D5-4442-B6C6-90BE703B5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256"/>
                <a:ext cx="67" cy="69"/>
              </a:xfrm>
              <a:custGeom>
                <a:avLst/>
                <a:gdLst>
                  <a:gd name="T0" fmla="*/ 0 w 27"/>
                  <a:gd name="T1" fmla="*/ 0 h 26"/>
                  <a:gd name="T2" fmla="*/ 228 w 27"/>
                  <a:gd name="T3" fmla="*/ 226 h 26"/>
                  <a:gd name="T4" fmla="*/ 412 w 27"/>
                  <a:gd name="T5" fmla="*/ 486 h 26"/>
                  <a:gd name="T6" fmla="*/ 278 w 27"/>
                  <a:gd name="T7" fmla="*/ 204 h 26"/>
                  <a:gd name="T8" fmla="*/ 0 w 27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0" y="0"/>
                    </a:moveTo>
                    <a:cubicBezTo>
                      <a:pt x="6" y="3"/>
                      <a:pt x="12" y="3"/>
                      <a:pt x="15" y="12"/>
                    </a:cubicBezTo>
                    <a:cubicBezTo>
                      <a:pt x="18" y="21"/>
                      <a:pt x="21" y="26"/>
                      <a:pt x="27" y="26"/>
                    </a:cubicBezTo>
                    <a:cubicBezTo>
                      <a:pt x="23" y="24"/>
                      <a:pt x="20" y="18"/>
                      <a:pt x="18" y="11"/>
                    </a:cubicBezTo>
                    <a:cubicBezTo>
                      <a:pt x="15" y="4"/>
                      <a:pt x="8" y="1"/>
                      <a:pt x="0" y="0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24" name="Freeform 186">
                <a:extLst>
                  <a:ext uri="{FF2B5EF4-FFF2-40B4-BE49-F238E27FC236}">
                    <a16:creationId xmlns:a16="http://schemas.microsoft.com/office/drawing/2014/main" id="{C643C251-3C75-44F7-B075-7B1868DB9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355"/>
                <a:ext cx="145" cy="64"/>
              </a:xfrm>
              <a:custGeom>
                <a:avLst/>
                <a:gdLst>
                  <a:gd name="T0" fmla="*/ 125 w 58"/>
                  <a:gd name="T1" fmla="*/ 419 h 24"/>
                  <a:gd name="T2" fmla="*/ 363 w 58"/>
                  <a:gd name="T3" fmla="*/ 456 h 24"/>
                  <a:gd name="T4" fmla="*/ 675 w 58"/>
                  <a:gd name="T5" fmla="*/ 227 h 24"/>
                  <a:gd name="T6" fmla="*/ 908 w 58"/>
                  <a:gd name="T7" fmla="*/ 0 h 24"/>
                  <a:gd name="T8" fmla="*/ 550 w 58"/>
                  <a:gd name="T9" fmla="*/ 227 h 24"/>
                  <a:gd name="T10" fmla="*/ 0 w 58"/>
                  <a:gd name="T11" fmla="*/ 435 h 24"/>
                  <a:gd name="T12" fmla="*/ 125 w 58"/>
                  <a:gd name="T13" fmla="*/ 41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4">
                    <a:moveTo>
                      <a:pt x="8" y="22"/>
                    </a:moveTo>
                    <a:cubicBezTo>
                      <a:pt x="16" y="22"/>
                      <a:pt x="19" y="24"/>
                      <a:pt x="23" y="24"/>
                    </a:cubicBezTo>
                    <a:cubicBezTo>
                      <a:pt x="28" y="24"/>
                      <a:pt x="38" y="15"/>
                      <a:pt x="43" y="12"/>
                    </a:cubicBezTo>
                    <a:cubicBezTo>
                      <a:pt x="49" y="10"/>
                      <a:pt x="57" y="1"/>
                      <a:pt x="58" y="0"/>
                    </a:cubicBezTo>
                    <a:cubicBezTo>
                      <a:pt x="54" y="4"/>
                      <a:pt x="46" y="10"/>
                      <a:pt x="35" y="12"/>
                    </a:cubicBezTo>
                    <a:cubicBezTo>
                      <a:pt x="24" y="14"/>
                      <a:pt x="6" y="19"/>
                      <a:pt x="0" y="23"/>
                    </a:cubicBezTo>
                    <a:cubicBezTo>
                      <a:pt x="3" y="22"/>
                      <a:pt x="8" y="22"/>
                      <a:pt x="8" y="22"/>
                    </a:cubicBezTo>
                    <a:close/>
                  </a:path>
                </a:pathLst>
              </a:custGeom>
              <a:solidFill>
                <a:srgbClr val="FE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25" name="Freeform 187">
                <a:extLst>
                  <a:ext uri="{FF2B5EF4-FFF2-40B4-BE49-F238E27FC236}">
                    <a16:creationId xmlns:a16="http://schemas.microsoft.com/office/drawing/2014/main" id="{82DBF3E5-970F-4CC6-8B9F-AC7456DDB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341"/>
                <a:ext cx="175" cy="14"/>
              </a:xfrm>
              <a:custGeom>
                <a:avLst/>
                <a:gdLst>
                  <a:gd name="T0" fmla="*/ 0 w 70"/>
                  <a:gd name="T1" fmla="*/ 109 h 5"/>
                  <a:gd name="T2" fmla="*/ 1095 w 70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5">
                    <a:moveTo>
                      <a:pt x="0" y="5"/>
                    </a:moveTo>
                    <a:cubicBezTo>
                      <a:pt x="16" y="0"/>
                      <a:pt x="56" y="0"/>
                      <a:pt x="7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26" name="Freeform 188">
                <a:extLst>
                  <a:ext uri="{FF2B5EF4-FFF2-40B4-BE49-F238E27FC236}">
                    <a16:creationId xmlns:a16="http://schemas.microsoft.com/office/drawing/2014/main" id="{5B72C7FB-D8A1-4EF4-9BE6-3BD8CB4E6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629"/>
                <a:ext cx="50" cy="195"/>
              </a:xfrm>
              <a:custGeom>
                <a:avLst/>
                <a:gdLst>
                  <a:gd name="T0" fmla="*/ 238 w 20"/>
                  <a:gd name="T1" fmla="*/ 0 h 73"/>
                  <a:gd name="T2" fmla="*/ 0 w 20"/>
                  <a:gd name="T3" fmla="*/ 1392 h 73"/>
                  <a:gd name="T4" fmla="*/ 238 w 20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3">
                    <a:moveTo>
                      <a:pt x="15" y="0"/>
                    </a:moveTo>
                    <a:cubicBezTo>
                      <a:pt x="17" y="14"/>
                      <a:pt x="20" y="51"/>
                      <a:pt x="0" y="73"/>
                    </a:cubicBezTo>
                    <a:cubicBezTo>
                      <a:pt x="6" y="64"/>
                      <a:pt x="17" y="35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27" name="Freeform 189">
                <a:extLst>
                  <a:ext uri="{FF2B5EF4-FFF2-40B4-BE49-F238E27FC236}">
                    <a16:creationId xmlns:a16="http://schemas.microsoft.com/office/drawing/2014/main" id="{9810394D-9994-4D91-BAEB-298F476F6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635"/>
                <a:ext cx="30" cy="146"/>
              </a:xfrm>
              <a:custGeom>
                <a:avLst/>
                <a:gdLst>
                  <a:gd name="T0" fmla="*/ 188 w 12"/>
                  <a:gd name="T1" fmla="*/ 0 h 55"/>
                  <a:gd name="T2" fmla="*/ 158 w 12"/>
                  <a:gd name="T3" fmla="*/ 677 h 55"/>
                  <a:gd name="T4" fmla="*/ 0 w 12"/>
                  <a:gd name="T5" fmla="*/ 1030 h 55"/>
                  <a:gd name="T6" fmla="*/ 188 w 12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5">
                    <a:moveTo>
                      <a:pt x="12" y="0"/>
                    </a:moveTo>
                    <a:cubicBezTo>
                      <a:pt x="12" y="12"/>
                      <a:pt x="12" y="26"/>
                      <a:pt x="10" y="36"/>
                    </a:cubicBezTo>
                    <a:cubicBezTo>
                      <a:pt x="8" y="45"/>
                      <a:pt x="5" y="51"/>
                      <a:pt x="0" y="55"/>
                    </a:cubicBezTo>
                    <a:cubicBezTo>
                      <a:pt x="7" y="47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28" name="Freeform 190">
                <a:extLst>
                  <a:ext uri="{FF2B5EF4-FFF2-40B4-BE49-F238E27FC236}">
                    <a16:creationId xmlns:a16="http://schemas.microsoft.com/office/drawing/2014/main" id="{6FA3F070-20C2-49E4-8460-A1831466F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672"/>
                <a:ext cx="95" cy="115"/>
              </a:xfrm>
              <a:custGeom>
                <a:avLst/>
                <a:gdLst>
                  <a:gd name="T0" fmla="*/ 0 w 38"/>
                  <a:gd name="T1" fmla="*/ 136 h 43"/>
                  <a:gd name="T2" fmla="*/ 83 w 38"/>
                  <a:gd name="T3" fmla="*/ 286 h 43"/>
                  <a:gd name="T4" fmla="*/ 208 w 38"/>
                  <a:gd name="T5" fmla="*/ 401 h 43"/>
                  <a:gd name="T6" fmla="*/ 333 w 38"/>
                  <a:gd name="T7" fmla="*/ 572 h 43"/>
                  <a:gd name="T8" fmla="*/ 408 w 38"/>
                  <a:gd name="T9" fmla="*/ 730 h 43"/>
                  <a:gd name="T10" fmla="*/ 583 w 38"/>
                  <a:gd name="T11" fmla="*/ 0 h 43"/>
                  <a:gd name="T12" fmla="*/ 425 w 38"/>
                  <a:gd name="T13" fmla="*/ 423 h 43"/>
                  <a:gd name="T14" fmla="*/ 283 w 38"/>
                  <a:gd name="T15" fmla="*/ 286 h 43"/>
                  <a:gd name="T16" fmla="*/ 83 w 38"/>
                  <a:gd name="T17" fmla="*/ 15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3">
                    <a:moveTo>
                      <a:pt x="0" y="7"/>
                    </a:moveTo>
                    <a:cubicBezTo>
                      <a:pt x="2" y="9"/>
                      <a:pt x="3" y="12"/>
                      <a:pt x="5" y="15"/>
                    </a:cubicBezTo>
                    <a:cubicBezTo>
                      <a:pt x="7" y="17"/>
                      <a:pt x="11" y="19"/>
                      <a:pt x="13" y="21"/>
                    </a:cubicBezTo>
                    <a:cubicBezTo>
                      <a:pt x="16" y="24"/>
                      <a:pt x="18" y="27"/>
                      <a:pt x="21" y="30"/>
                    </a:cubicBezTo>
                    <a:cubicBezTo>
                      <a:pt x="22" y="31"/>
                      <a:pt x="25" y="37"/>
                      <a:pt x="26" y="38"/>
                    </a:cubicBezTo>
                    <a:cubicBezTo>
                      <a:pt x="36" y="43"/>
                      <a:pt x="38" y="4"/>
                      <a:pt x="37" y="0"/>
                    </a:cubicBezTo>
                    <a:cubicBezTo>
                      <a:pt x="35" y="6"/>
                      <a:pt x="37" y="23"/>
                      <a:pt x="27" y="22"/>
                    </a:cubicBezTo>
                    <a:cubicBezTo>
                      <a:pt x="22" y="22"/>
                      <a:pt x="20" y="18"/>
                      <a:pt x="18" y="15"/>
                    </a:cubicBezTo>
                    <a:cubicBezTo>
                      <a:pt x="14" y="11"/>
                      <a:pt x="11" y="9"/>
                      <a:pt x="5" y="8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29" name="Freeform 191">
                <a:extLst>
                  <a:ext uri="{FF2B5EF4-FFF2-40B4-BE49-F238E27FC236}">
                    <a16:creationId xmlns:a16="http://schemas.microsoft.com/office/drawing/2014/main" id="{3E4D0E8A-2269-4CD2-A0F1-22BAA6F69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1691"/>
                <a:ext cx="85" cy="88"/>
              </a:xfrm>
              <a:custGeom>
                <a:avLst/>
                <a:gdLst>
                  <a:gd name="T0" fmla="*/ 0 w 34"/>
                  <a:gd name="T1" fmla="*/ 115 h 33"/>
                  <a:gd name="T2" fmla="*/ 83 w 34"/>
                  <a:gd name="T3" fmla="*/ 435 h 33"/>
                  <a:gd name="T4" fmla="*/ 145 w 34"/>
                  <a:gd name="T5" fmla="*/ 568 h 33"/>
                  <a:gd name="T6" fmla="*/ 208 w 34"/>
                  <a:gd name="T7" fmla="*/ 568 h 33"/>
                  <a:gd name="T8" fmla="*/ 345 w 34"/>
                  <a:gd name="T9" fmla="*/ 307 h 33"/>
                  <a:gd name="T10" fmla="*/ 533 w 34"/>
                  <a:gd name="T11" fmla="*/ 0 h 33"/>
                  <a:gd name="T12" fmla="*/ 283 w 34"/>
                  <a:gd name="T13" fmla="*/ 307 h 33"/>
                  <a:gd name="T14" fmla="*/ 33 w 34"/>
                  <a:gd name="T15" fmla="*/ 115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3">
                    <a:moveTo>
                      <a:pt x="0" y="6"/>
                    </a:moveTo>
                    <a:cubicBezTo>
                      <a:pt x="0" y="12"/>
                      <a:pt x="2" y="18"/>
                      <a:pt x="5" y="23"/>
                    </a:cubicBezTo>
                    <a:cubicBezTo>
                      <a:pt x="6" y="25"/>
                      <a:pt x="7" y="28"/>
                      <a:pt x="9" y="30"/>
                    </a:cubicBezTo>
                    <a:cubicBezTo>
                      <a:pt x="11" y="33"/>
                      <a:pt x="12" y="32"/>
                      <a:pt x="13" y="30"/>
                    </a:cubicBezTo>
                    <a:cubicBezTo>
                      <a:pt x="16" y="25"/>
                      <a:pt x="18" y="20"/>
                      <a:pt x="22" y="16"/>
                    </a:cubicBezTo>
                    <a:cubicBezTo>
                      <a:pt x="27" y="11"/>
                      <a:pt x="32" y="7"/>
                      <a:pt x="34" y="0"/>
                    </a:cubicBezTo>
                    <a:cubicBezTo>
                      <a:pt x="27" y="4"/>
                      <a:pt x="24" y="13"/>
                      <a:pt x="18" y="16"/>
                    </a:cubicBezTo>
                    <a:cubicBezTo>
                      <a:pt x="12" y="20"/>
                      <a:pt x="2" y="12"/>
                      <a:pt x="2" y="6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30" name="Freeform 192">
                <a:extLst>
                  <a:ext uri="{FF2B5EF4-FFF2-40B4-BE49-F238E27FC236}">
                    <a16:creationId xmlns:a16="http://schemas.microsoft.com/office/drawing/2014/main" id="{2BB9181F-2088-4DDE-AAE7-3E5B79568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568"/>
                <a:ext cx="143" cy="125"/>
              </a:xfrm>
              <a:custGeom>
                <a:avLst/>
                <a:gdLst>
                  <a:gd name="T0" fmla="*/ 221 w 57"/>
                  <a:gd name="T1" fmla="*/ 261 h 47"/>
                  <a:gd name="T2" fmla="*/ 366 w 57"/>
                  <a:gd name="T3" fmla="*/ 431 h 47"/>
                  <a:gd name="T4" fmla="*/ 534 w 57"/>
                  <a:gd name="T5" fmla="*/ 580 h 47"/>
                  <a:gd name="T6" fmla="*/ 901 w 57"/>
                  <a:gd name="T7" fmla="*/ 883 h 47"/>
                  <a:gd name="T8" fmla="*/ 818 w 57"/>
                  <a:gd name="T9" fmla="*/ 636 h 47"/>
                  <a:gd name="T10" fmla="*/ 788 w 57"/>
                  <a:gd name="T11" fmla="*/ 303 h 47"/>
                  <a:gd name="T12" fmla="*/ 647 w 57"/>
                  <a:gd name="T13" fmla="*/ 545 h 47"/>
                  <a:gd name="T14" fmla="*/ 396 w 57"/>
                  <a:gd name="T15" fmla="*/ 319 h 47"/>
                  <a:gd name="T16" fmla="*/ 158 w 57"/>
                  <a:gd name="T17" fmla="*/ 114 h 47"/>
                  <a:gd name="T18" fmla="*/ 0 w 57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47">
                    <a:moveTo>
                      <a:pt x="14" y="14"/>
                    </a:moveTo>
                    <a:cubicBezTo>
                      <a:pt x="18" y="14"/>
                      <a:pt x="21" y="20"/>
                      <a:pt x="23" y="23"/>
                    </a:cubicBezTo>
                    <a:cubicBezTo>
                      <a:pt x="26" y="26"/>
                      <a:pt x="30" y="29"/>
                      <a:pt x="34" y="31"/>
                    </a:cubicBezTo>
                    <a:cubicBezTo>
                      <a:pt x="41" y="35"/>
                      <a:pt x="51" y="40"/>
                      <a:pt x="57" y="47"/>
                    </a:cubicBezTo>
                    <a:cubicBezTo>
                      <a:pt x="54" y="43"/>
                      <a:pt x="53" y="39"/>
                      <a:pt x="52" y="34"/>
                    </a:cubicBezTo>
                    <a:cubicBezTo>
                      <a:pt x="51" y="29"/>
                      <a:pt x="53" y="21"/>
                      <a:pt x="50" y="16"/>
                    </a:cubicBezTo>
                    <a:cubicBezTo>
                      <a:pt x="51" y="23"/>
                      <a:pt x="48" y="31"/>
                      <a:pt x="41" y="29"/>
                    </a:cubicBezTo>
                    <a:cubicBezTo>
                      <a:pt x="34" y="26"/>
                      <a:pt x="30" y="21"/>
                      <a:pt x="25" y="17"/>
                    </a:cubicBezTo>
                    <a:cubicBezTo>
                      <a:pt x="20" y="13"/>
                      <a:pt x="16" y="8"/>
                      <a:pt x="10" y="6"/>
                    </a:cubicBezTo>
                    <a:cubicBezTo>
                      <a:pt x="6" y="4"/>
                      <a:pt x="3" y="3"/>
                      <a:pt x="0" y="0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31" name="Freeform 193">
                <a:extLst>
                  <a:ext uri="{FF2B5EF4-FFF2-40B4-BE49-F238E27FC236}">
                    <a16:creationId xmlns:a16="http://schemas.microsoft.com/office/drawing/2014/main" id="{37DEFBA5-DF32-4364-98F9-E090D301E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989"/>
                <a:ext cx="55" cy="67"/>
              </a:xfrm>
              <a:custGeom>
                <a:avLst/>
                <a:gdLst>
                  <a:gd name="T0" fmla="*/ 0 w 22"/>
                  <a:gd name="T1" fmla="*/ 482 h 25"/>
                  <a:gd name="T2" fmla="*/ 270 w 22"/>
                  <a:gd name="T3" fmla="*/ 367 h 25"/>
                  <a:gd name="T4" fmla="*/ 300 w 22"/>
                  <a:gd name="T5" fmla="*/ 0 h 25"/>
                  <a:gd name="T6" fmla="*/ 238 w 22"/>
                  <a:gd name="T7" fmla="*/ 273 h 25"/>
                  <a:gd name="T8" fmla="*/ 145 w 22"/>
                  <a:gd name="T9" fmla="*/ 308 h 25"/>
                  <a:gd name="T10" fmla="*/ 33 w 22"/>
                  <a:gd name="T11" fmla="*/ 44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5">
                    <a:moveTo>
                      <a:pt x="0" y="25"/>
                    </a:moveTo>
                    <a:cubicBezTo>
                      <a:pt x="6" y="22"/>
                      <a:pt x="12" y="24"/>
                      <a:pt x="17" y="19"/>
                    </a:cubicBezTo>
                    <a:cubicBezTo>
                      <a:pt x="22" y="14"/>
                      <a:pt x="19" y="7"/>
                      <a:pt x="19" y="0"/>
                    </a:cubicBezTo>
                    <a:cubicBezTo>
                      <a:pt x="19" y="4"/>
                      <a:pt x="18" y="12"/>
                      <a:pt x="15" y="14"/>
                    </a:cubicBezTo>
                    <a:cubicBezTo>
                      <a:pt x="14" y="16"/>
                      <a:pt x="11" y="15"/>
                      <a:pt x="9" y="16"/>
                    </a:cubicBezTo>
                    <a:cubicBezTo>
                      <a:pt x="6" y="17"/>
                      <a:pt x="4" y="20"/>
                      <a:pt x="2" y="23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32" name="Freeform 194">
                <a:extLst>
                  <a:ext uri="{FF2B5EF4-FFF2-40B4-BE49-F238E27FC236}">
                    <a16:creationId xmlns:a16="http://schemas.microsoft.com/office/drawing/2014/main" id="{25F89DF2-2FA9-42F1-9E37-1CC50179E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032"/>
                <a:ext cx="52" cy="24"/>
              </a:xfrm>
              <a:custGeom>
                <a:avLst/>
                <a:gdLst>
                  <a:gd name="T0" fmla="*/ 12 w 21"/>
                  <a:gd name="T1" fmla="*/ 0 h 9"/>
                  <a:gd name="T2" fmla="*/ 166 w 21"/>
                  <a:gd name="T3" fmla="*/ 136 h 9"/>
                  <a:gd name="T4" fmla="*/ 319 w 21"/>
                  <a:gd name="T5" fmla="*/ 171 h 9"/>
                  <a:gd name="T6" fmla="*/ 183 w 21"/>
                  <a:gd name="T7" fmla="*/ 0 h 9"/>
                  <a:gd name="T8" fmla="*/ 0 w 21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9">
                    <a:moveTo>
                      <a:pt x="1" y="0"/>
                    </a:moveTo>
                    <a:cubicBezTo>
                      <a:pt x="5" y="3"/>
                      <a:pt x="6" y="6"/>
                      <a:pt x="11" y="7"/>
                    </a:cubicBezTo>
                    <a:cubicBezTo>
                      <a:pt x="14" y="8"/>
                      <a:pt x="18" y="8"/>
                      <a:pt x="21" y="9"/>
                    </a:cubicBezTo>
                    <a:cubicBezTo>
                      <a:pt x="20" y="6"/>
                      <a:pt x="15" y="1"/>
                      <a:pt x="12" y="0"/>
                    </a:cubicBezTo>
                    <a:cubicBezTo>
                      <a:pt x="12" y="7"/>
                      <a:pt x="4" y="2"/>
                      <a:pt x="0" y="1"/>
                    </a:cubicBezTo>
                  </a:path>
                </a:pathLst>
              </a:custGeom>
              <a:solidFill>
                <a:srgbClr val="BB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33" name="Freeform 195">
                <a:extLst>
                  <a:ext uri="{FF2B5EF4-FFF2-40B4-BE49-F238E27FC236}">
                    <a16:creationId xmlns:a16="http://schemas.microsoft.com/office/drawing/2014/main" id="{5910A13C-DBC4-4DD9-9992-B92B1D7C8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027"/>
                <a:ext cx="97" cy="34"/>
              </a:xfrm>
              <a:custGeom>
                <a:avLst/>
                <a:gdLst>
                  <a:gd name="T0" fmla="*/ 0 w 39"/>
                  <a:gd name="T1" fmla="*/ 89 h 13"/>
                  <a:gd name="T2" fmla="*/ 321 w 39"/>
                  <a:gd name="T3" fmla="*/ 123 h 13"/>
                  <a:gd name="T4" fmla="*/ 599 w 39"/>
                  <a:gd name="T5" fmla="*/ 233 h 13"/>
                  <a:gd name="T6" fmla="*/ 291 w 39"/>
                  <a:gd name="T7" fmla="*/ 55 h 13"/>
                  <a:gd name="T8" fmla="*/ 0 w 39"/>
                  <a:gd name="T9" fmla="*/ 8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3">
                    <a:moveTo>
                      <a:pt x="0" y="5"/>
                    </a:moveTo>
                    <a:cubicBezTo>
                      <a:pt x="11" y="2"/>
                      <a:pt x="14" y="3"/>
                      <a:pt x="21" y="7"/>
                    </a:cubicBezTo>
                    <a:cubicBezTo>
                      <a:pt x="29" y="11"/>
                      <a:pt x="36" y="13"/>
                      <a:pt x="39" y="13"/>
                    </a:cubicBezTo>
                    <a:cubicBezTo>
                      <a:pt x="33" y="10"/>
                      <a:pt x="25" y="5"/>
                      <a:pt x="19" y="3"/>
                    </a:cubicBezTo>
                    <a:cubicBezTo>
                      <a:pt x="14" y="0"/>
                      <a:pt x="9" y="2"/>
                      <a:pt x="0" y="5"/>
                    </a:cubicBezTo>
                    <a:close/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34" name="Freeform 196">
                <a:extLst>
                  <a:ext uri="{FF2B5EF4-FFF2-40B4-BE49-F238E27FC236}">
                    <a16:creationId xmlns:a16="http://schemas.microsoft.com/office/drawing/2014/main" id="{5ACC84D2-7288-4FA3-8733-730AAC165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232"/>
                <a:ext cx="67" cy="75"/>
              </a:xfrm>
              <a:custGeom>
                <a:avLst/>
                <a:gdLst>
                  <a:gd name="T0" fmla="*/ 412 w 27"/>
                  <a:gd name="T1" fmla="*/ 0 h 28"/>
                  <a:gd name="T2" fmla="*/ 228 w 27"/>
                  <a:gd name="T3" fmla="*/ 252 h 28"/>
                  <a:gd name="T4" fmla="*/ 0 w 27"/>
                  <a:gd name="T5" fmla="*/ 538 h 28"/>
                  <a:gd name="T6" fmla="*/ 228 w 27"/>
                  <a:gd name="T7" fmla="*/ 308 h 28"/>
                  <a:gd name="T8" fmla="*/ 412 w 27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27" y="0"/>
                    </a:moveTo>
                    <a:cubicBezTo>
                      <a:pt x="26" y="5"/>
                      <a:pt x="26" y="9"/>
                      <a:pt x="15" y="13"/>
                    </a:cubicBezTo>
                    <a:cubicBezTo>
                      <a:pt x="4" y="17"/>
                      <a:pt x="2" y="22"/>
                      <a:pt x="0" y="28"/>
                    </a:cubicBezTo>
                    <a:cubicBezTo>
                      <a:pt x="5" y="23"/>
                      <a:pt x="7" y="19"/>
                      <a:pt x="15" y="16"/>
                    </a:cubicBezTo>
                    <a:cubicBezTo>
                      <a:pt x="23" y="13"/>
                      <a:pt x="27" y="7"/>
                      <a:pt x="27" y="0"/>
                    </a:cubicBezTo>
                    <a:close/>
                  </a:path>
                </a:pathLst>
              </a:custGeom>
              <a:solidFill>
                <a:srgbClr val="FEE1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35" name="Freeform 197">
                <a:extLst>
                  <a:ext uri="{FF2B5EF4-FFF2-40B4-BE49-F238E27FC236}">
                    <a16:creationId xmlns:a16="http://schemas.microsoft.com/office/drawing/2014/main" id="{483FF447-085F-4CEF-97CB-6BDF0976F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421"/>
                <a:ext cx="33" cy="30"/>
              </a:xfrm>
              <a:custGeom>
                <a:avLst/>
                <a:gdLst>
                  <a:gd name="T0" fmla="*/ 0 w 13"/>
                  <a:gd name="T1" fmla="*/ 60 h 11"/>
                  <a:gd name="T2" fmla="*/ 117 w 13"/>
                  <a:gd name="T3" fmla="*/ 224 h 11"/>
                  <a:gd name="T4" fmla="*/ 213 w 13"/>
                  <a:gd name="T5" fmla="*/ 60 h 11"/>
                  <a:gd name="T6" fmla="*/ 33 w 1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3"/>
                    </a:moveTo>
                    <a:cubicBezTo>
                      <a:pt x="5" y="5"/>
                      <a:pt x="5" y="8"/>
                      <a:pt x="7" y="11"/>
                    </a:cubicBezTo>
                    <a:cubicBezTo>
                      <a:pt x="8" y="8"/>
                      <a:pt x="12" y="7"/>
                      <a:pt x="13" y="3"/>
                    </a:cubicBezTo>
                    <a:cubicBezTo>
                      <a:pt x="11" y="0"/>
                      <a:pt x="5" y="1"/>
                      <a:pt x="2" y="0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36" name="Freeform 198">
                <a:extLst>
                  <a:ext uri="{FF2B5EF4-FFF2-40B4-BE49-F238E27FC236}">
                    <a16:creationId xmlns:a16="http://schemas.microsoft.com/office/drawing/2014/main" id="{5CEF706D-0ED0-403F-B6CF-A649D5137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2056"/>
                <a:ext cx="70" cy="109"/>
              </a:xfrm>
              <a:custGeom>
                <a:avLst/>
                <a:gdLst>
                  <a:gd name="T0" fmla="*/ 158 w 28"/>
                  <a:gd name="T1" fmla="*/ 77 h 41"/>
                  <a:gd name="T2" fmla="*/ 33 w 28"/>
                  <a:gd name="T3" fmla="*/ 340 h 41"/>
                  <a:gd name="T4" fmla="*/ 50 w 28"/>
                  <a:gd name="T5" fmla="*/ 771 h 41"/>
                  <a:gd name="T6" fmla="*/ 208 w 28"/>
                  <a:gd name="T7" fmla="*/ 362 h 41"/>
                  <a:gd name="T8" fmla="*/ 300 w 28"/>
                  <a:gd name="T9" fmla="*/ 170 h 41"/>
                  <a:gd name="T10" fmla="*/ 438 w 28"/>
                  <a:gd name="T11" fmla="*/ 0 h 41"/>
                  <a:gd name="T12" fmla="*/ 175 w 28"/>
                  <a:gd name="T13" fmla="*/ 5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1">
                    <a:moveTo>
                      <a:pt x="10" y="4"/>
                    </a:moveTo>
                    <a:cubicBezTo>
                      <a:pt x="7" y="8"/>
                      <a:pt x="4" y="13"/>
                      <a:pt x="2" y="18"/>
                    </a:cubicBezTo>
                    <a:cubicBezTo>
                      <a:pt x="0" y="25"/>
                      <a:pt x="1" y="34"/>
                      <a:pt x="3" y="41"/>
                    </a:cubicBezTo>
                    <a:cubicBezTo>
                      <a:pt x="2" y="33"/>
                      <a:pt x="10" y="26"/>
                      <a:pt x="13" y="19"/>
                    </a:cubicBezTo>
                    <a:cubicBezTo>
                      <a:pt x="15" y="16"/>
                      <a:pt x="17" y="12"/>
                      <a:pt x="19" y="9"/>
                    </a:cubicBezTo>
                    <a:cubicBezTo>
                      <a:pt x="21" y="6"/>
                      <a:pt x="25" y="3"/>
                      <a:pt x="28" y="0"/>
                    </a:cubicBezTo>
                    <a:cubicBezTo>
                      <a:pt x="24" y="4"/>
                      <a:pt x="17" y="7"/>
                      <a:pt x="11" y="3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37" name="Freeform 199">
                <a:extLst>
                  <a:ext uri="{FF2B5EF4-FFF2-40B4-BE49-F238E27FC236}">
                    <a16:creationId xmlns:a16="http://schemas.microsoft.com/office/drawing/2014/main" id="{DC35D6F4-A595-4677-B059-AB2BED812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061"/>
                <a:ext cx="60" cy="86"/>
              </a:xfrm>
              <a:custGeom>
                <a:avLst/>
                <a:gdLst>
                  <a:gd name="T0" fmla="*/ 20 w 24"/>
                  <a:gd name="T1" fmla="*/ 0 h 32"/>
                  <a:gd name="T2" fmla="*/ 188 w 24"/>
                  <a:gd name="T3" fmla="*/ 35 h 32"/>
                  <a:gd name="T4" fmla="*/ 283 w 24"/>
                  <a:gd name="T5" fmla="*/ 175 h 32"/>
                  <a:gd name="T6" fmla="*/ 375 w 24"/>
                  <a:gd name="T7" fmla="*/ 621 h 32"/>
                  <a:gd name="T8" fmla="*/ 208 w 24"/>
                  <a:gd name="T9" fmla="*/ 196 h 32"/>
                  <a:gd name="T10" fmla="*/ 113 w 24"/>
                  <a:gd name="T11" fmla="*/ 94 h 32"/>
                  <a:gd name="T12" fmla="*/ 0 w 24"/>
                  <a:gd name="T13" fmla="*/ 2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2">
                    <a:moveTo>
                      <a:pt x="1" y="0"/>
                    </a:moveTo>
                    <a:cubicBezTo>
                      <a:pt x="5" y="3"/>
                      <a:pt x="8" y="1"/>
                      <a:pt x="12" y="2"/>
                    </a:cubicBezTo>
                    <a:cubicBezTo>
                      <a:pt x="16" y="3"/>
                      <a:pt x="16" y="6"/>
                      <a:pt x="18" y="9"/>
                    </a:cubicBezTo>
                    <a:cubicBezTo>
                      <a:pt x="21" y="15"/>
                      <a:pt x="24" y="24"/>
                      <a:pt x="24" y="32"/>
                    </a:cubicBezTo>
                    <a:cubicBezTo>
                      <a:pt x="23" y="24"/>
                      <a:pt x="18" y="16"/>
                      <a:pt x="13" y="10"/>
                    </a:cubicBezTo>
                    <a:cubicBezTo>
                      <a:pt x="11" y="8"/>
                      <a:pt x="9" y="6"/>
                      <a:pt x="7" y="5"/>
                    </a:cubicBezTo>
                    <a:cubicBezTo>
                      <a:pt x="4" y="4"/>
                      <a:pt x="1" y="4"/>
                      <a:pt x="0" y="1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38" name="Freeform 200">
                <a:extLst>
                  <a:ext uri="{FF2B5EF4-FFF2-40B4-BE49-F238E27FC236}">
                    <a16:creationId xmlns:a16="http://schemas.microsoft.com/office/drawing/2014/main" id="{C4CCE88C-48E0-44EE-9746-5B25421FA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069"/>
                <a:ext cx="47" cy="48"/>
              </a:xfrm>
              <a:custGeom>
                <a:avLst/>
                <a:gdLst>
                  <a:gd name="T0" fmla="*/ 0 w 19"/>
                  <a:gd name="T1" fmla="*/ 0 h 18"/>
                  <a:gd name="T2" fmla="*/ 287 w 19"/>
                  <a:gd name="T3" fmla="*/ 285 h 18"/>
                  <a:gd name="T4" fmla="*/ 183 w 19"/>
                  <a:gd name="T5" fmla="*/ 7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0" y="0"/>
                    </a:moveTo>
                    <a:cubicBezTo>
                      <a:pt x="10" y="3"/>
                      <a:pt x="6" y="18"/>
                      <a:pt x="19" y="15"/>
                    </a:cubicBezTo>
                    <a:cubicBezTo>
                      <a:pt x="19" y="11"/>
                      <a:pt x="13" y="8"/>
                      <a:pt x="12" y="4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39" name="Freeform 201">
                <a:extLst>
                  <a:ext uri="{FF2B5EF4-FFF2-40B4-BE49-F238E27FC236}">
                    <a16:creationId xmlns:a16="http://schemas.microsoft.com/office/drawing/2014/main" id="{B7F43893-F2A8-43D6-911B-B69CB5E2C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984"/>
                <a:ext cx="108" cy="37"/>
              </a:xfrm>
              <a:custGeom>
                <a:avLst/>
                <a:gdLst>
                  <a:gd name="T0" fmla="*/ 20 w 43"/>
                  <a:gd name="T1" fmla="*/ 167 h 14"/>
                  <a:gd name="T2" fmla="*/ 347 w 43"/>
                  <a:gd name="T3" fmla="*/ 0 h 14"/>
                  <a:gd name="T4" fmla="*/ 681 w 43"/>
                  <a:gd name="T5" fmla="*/ 90 h 14"/>
                  <a:gd name="T6" fmla="*/ 379 w 43"/>
                  <a:gd name="T7" fmla="*/ 225 h 14"/>
                  <a:gd name="T8" fmla="*/ 316 w 43"/>
                  <a:gd name="T9" fmla="*/ 225 h 14"/>
                  <a:gd name="T10" fmla="*/ 208 w 43"/>
                  <a:gd name="T11" fmla="*/ 259 h 14"/>
                  <a:gd name="T12" fmla="*/ 0 w 43"/>
                  <a:gd name="T13" fmla="*/ 9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4">
                    <a:moveTo>
                      <a:pt x="1" y="9"/>
                    </a:moveTo>
                    <a:cubicBezTo>
                      <a:pt x="9" y="14"/>
                      <a:pt x="20" y="9"/>
                      <a:pt x="22" y="0"/>
                    </a:cubicBezTo>
                    <a:cubicBezTo>
                      <a:pt x="26" y="7"/>
                      <a:pt x="36" y="12"/>
                      <a:pt x="43" y="5"/>
                    </a:cubicBezTo>
                    <a:cubicBezTo>
                      <a:pt x="37" y="12"/>
                      <a:pt x="33" y="14"/>
                      <a:pt x="24" y="12"/>
                    </a:cubicBezTo>
                    <a:cubicBezTo>
                      <a:pt x="22" y="12"/>
                      <a:pt x="22" y="11"/>
                      <a:pt x="20" y="12"/>
                    </a:cubicBezTo>
                    <a:cubicBezTo>
                      <a:pt x="17" y="12"/>
                      <a:pt x="16" y="14"/>
                      <a:pt x="13" y="14"/>
                    </a:cubicBezTo>
                    <a:cubicBezTo>
                      <a:pt x="6" y="13"/>
                      <a:pt x="4" y="9"/>
                      <a:pt x="0" y="5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40" name="Freeform 202">
                <a:extLst>
                  <a:ext uri="{FF2B5EF4-FFF2-40B4-BE49-F238E27FC236}">
                    <a16:creationId xmlns:a16="http://schemas.microsoft.com/office/drawing/2014/main" id="{AFC3FC97-CF85-4C20-B5D0-D791DC35A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99"/>
                <a:ext cx="187" cy="69"/>
              </a:xfrm>
              <a:custGeom>
                <a:avLst/>
                <a:gdLst>
                  <a:gd name="T0" fmla="*/ 262 w 75"/>
                  <a:gd name="T1" fmla="*/ 56 h 26"/>
                  <a:gd name="T2" fmla="*/ 30 w 75"/>
                  <a:gd name="T3" fmla="*/ 486 h 26"/>
                  <a:gd name="T4" fmla="*/ 354 w 75"/>
                  <a:gd name="T5" fmla="*/ 226 h 26"/>
                  <a:gd name="T6" fmla="*/ 603 w 75"/>
                  <a:gd name="T7" fmla="*/ 374 h 26"/>
                  <a:gd name="T8" fmla="*/ 853 w 75"/>
                  <a:gd name="T9" fmla="*/ 226 h 26"/>
                  <a:gd name="T10" fmla="*/ 1149 w 75"/>
                  <a:gd name="T11" fmla="*/ 395 h 26"/>
                  <a:gd name="T12" fmla="*/ 883 w 75"/>
                  <a:gd name="T13" fmla="*/ 0 h 26"/>
                  <a:gd name="T14" fmla="*/ 591 w 75"/>
                  <a:gd name="T15" fmla="*/ 170 h 26"/>
                  <a:gd name="T16" fmla="*/ 404 w 75"/>
                  <a:gd name="T17" fmla="*/ 149 h 26"/>
                  <a:gd name="T18" fmla="*/ 279 w 75"/>
                  <a:gd name="T19" fmla="*/ 35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26">
                    <a:moveTo>
                      <a:pt x="17" y="3"/>
                    </a:moveTo>
                    <a:cubicBezTo>
                      <a:pt x="11" y="7"/>
                      <a:pt x="0" y="18"/>
                      <a:pt x="2" y="26"/>
                    </a:cubicBezTo>
                    <a:cubicBezTo>
                      <a:pt x="8" y="18"/>
                      <a:pt x="12" y="9"/>
                      <a:pt x="23" y="12"/>
                    </a:cubicBezTo>
                    <a:cubicBezTo>
                      <a:pt x="29" y="13"/>
                      <a:pt x="39" y="12"/>
                      <a:pt x="39" y="20"/>
                    </a:cubicBezTo>
                    <a:cubicBezTo>
                      <a:pt x="41" y="12"/>
                      <a:pt x="49" y="13"/>
                      <a:pt x="55" y="12"/>
                    </a:cubicBezTo>
                    <a:cubicBezTo>
                      <a:pt x="64" y="10"/>
                      <a:pt x="70" y="14"/>
                      <a:pt x="74" y="21"/>
                    </a:cubicBezTo>
                    <a:cubicBezTo>
                      <a:pt x="75" y="13"/>
                      <a:pt x="64" y="4"/>
                      <a:pt x="57" y="0"/>
                    </a:cubicBezTo>
                    <a:cubicBezTo>
                      <a:pt x="55" y="8"/>
                      <a:pt x="45" y="9"/>
                      <a:pt x="38" y="9"/>
                    </a:cubicBezTo>
                    <a:cubicBezTo>
                      <a:pt x="34" y="9"/>
                      <a:pt x="30" y="10"/>
                      <a:pt x="26" y="8"/>
                    </a:cubicBezTo>
                    <a:cubicBezTo>
                      <a:pt x="21" y="7"/>
                      <a:pt x="21" y="4"/>
                      <a:pt x="18" y="2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41" name="Freeform 203">
                <a:extLst>
                  <a:ext uri="{FF2B5EF4-FFF2-40B4-BE49-F238E27FC236}">
                    <a16:creationId xmlns:a16="http://schemas.microsoft.com/office/drawing/2014/main" id="{B2EA7EED-4798-48E8-AEFA-468753B72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819"/>
                <a:ext cx="57" cy="34"/>
              </a:xfrm>
              <a:custGeom>
                <a:avLst/>
                <a:gdLst>
                  <a:gd name="T0" fmla="*/ 0 w 23"/>
                  <a:gd name="T1" fmla="*/ 110 h 13"/>
                  <a:gd name="T2" fmla="*/ 74 w 23"/>
                  <a:gd name="T3" fmla="*/ 212 h 13"/>
                  <a:gd name="T4" fmla="*/ 349 w 23"/>
                  <a:gd name="T5" fmla="*/ 233 h 13"/>
                  <a:gd name="T6" fmla="*/ 136 w 23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3">
                    <a:moveTo>
                      <a:pt x="0" y="6"/>
                    </a:moveTo>
                    <a:cubicBezTo>
                      <a:pt x="2" y="8"/>
                      <a:pt x="3" y="10"/>
                      <a:pt x="5" y="12"/>
                    </a:cubicBezTo>
                    <a:cubicBezTo>
                      <a:pt x="7" y="3"/>
                      <a:pt x="19" y="9"/>
                      <a:pt x="23" y="13"/>
                    </a:cubicBezTo>
                    <a:cubicBezTo>
                      <a:pt x="18" y="8"/>
                      <a:pt x="14" y="4"/>
                      <a:pt x="9" y="0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42" name="Freeform 204">
                <a:extLst>
                  <a:ext uri="{FF2B5EF4-FFF2-40B4-BE49-F238E27FC236}">
                    <a16:creationId xmlns:a16="http://schemas.microsoft.com/office/drawing/2014/main" id="{F131DD38-45D6-4FDB-8BE9-F24E4986D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1819"/>
                <a:ext cx="52" cy="77"/>
              </a:xfrm>
              <a:custGeom>
                <a:avLst/>
                <a:gdLst>
                  <a:gd name="T0" fmla="*/ 166 w 21"/>
                  <a:gd name="T1" fmla="*/ 542 h 29"/>
                  <a:gd name="T2" fmla="*/ 154 w 21"/>
                  <a:gd name="T3" fmla="*/ 260 h 29"/>
                  <a:gd name="T4" fmla="*/ 319 w 21"/>
                  <a:gd name="T5" fmla="*/ 0 h 29"/>
                  <a:gd name="T6" fmla="*/ 92 w 21"/>
                  <a:gd name="T7" fmla="*/ 260 h 29"/>
                  <a:gd name="T8" fmla="*/ 0 w 21"/>
                  <a:gd name="T9" fmla="*/ 396 h 29"/>
                  <a:gd name="T10" fmla="*/ 104 w 21"/>
                  <a:gd name="T11" fmla="*/ 54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9">
                    <a:moveTo>
                      <a:pt x="11" y="29"/>
                    </a:moveTo>
                    <a:cubicBezTo>
                      <a:pt x="7" y="26"/>
                      <a:pt x="8" y="18"/>
                      <a:pt x="10" y="14"/>
                    </a:cubicBezTo>
                    <a:cubicBezTo>
                      <a:pt x="13" y="8"/>
                      <a:pt x="16" y="4"/>
                      <a:pt x="21" y="0"/>
                    </a:cubicBezTo>
                    <a:cubicBezTo>
                      <a:pt x="14" y="2"/>
                      <a:pt x="10" y="9"/>
                      <a:pt x="6" y="14"/>
                    </a:cubicBezTo>
                    <a:cubicBezTo>
                      <a:pt x="5" y="16"/>
                      <a:pt x="1" y="20"/>
                      <a:pt x="0" y="21"/>
                    </a:cubicBezTo>
                    <a:cubicBezTo>
                      <a:pt x="0" y="24"/>
                      <a:pt x="5" y="27"/>
                      <a:pt x="7" y="29"/>
                    </a:cubicBezTo>
                  </a:path>
                </a:pathLst>
              </a:custGeom>
              <a:solidFill>
                <a:srgbClr val="FE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43" name="Freeform 205">
                <a:extLst>
                  <a:ext uri="{FF2B5EF4-FFF2-40B4-BE49-F238E27FC236}">
                    <a16:creationId xmlns:a16="http://schemas.microsoft.com/office/drawing/2014/main" id="{FCA3B673-895A-4435-BD3F-F2140329F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037"/>
                <a:ext cx="1753" cy="2248"/>
              </a:xfrm>
              <a:custGeom>
                <a:avLst/>
                <a:gdLst>
                  <a:gd name="T0" fmla="*/ 5379 w 701"/>
                  <a:gd name="T1" fmla="*/ 14528 h 843"/>
                  <a:gd name="T2" fmla="*/ 5317 w 701"/>
                  <a:gd name="T3" fmla="*/ 15040 h 843"/>
                  <a:gd name="T4" fmla="*/ 5066 w 701"/>
                  <a:gd name="T5" fmla="*/ 15680 h 843"/>
                  <a:gd name="T6" fmla="*/ 3864 w 701"/>
                  <a:gd name="T7" fmla="*/ 15587 h 843"/>
                  <a:gd name="T8" fmla="*/ 2938 w 701"/>
                  <a:gd name="T9" fmla="*/ 14813 h 843"/>
                  <a:gd name="T10" fmla="*/ 1563 w 701"/>
                  <a:gd name="T11" fmla="*/ 14131 h 843"/>
                  <a:gd name="T12" fmla="*/ 750 w 701"/>
                  <a:gd name="T13" fmla="*/ 12651 h 843"/>
                  <a:gd name="T14" fmla="*/ 533 w 701"/>
                  <a:gd name="T15" fmla="*/ 12536 h 843"/>
                  <a:gd name="T16" fmla="*/ 125 w 701"/>
                  <a:gd name="T17" fmla="*/ 10013 h 843"/>
                  <a:gd name="T18" fmla="*/ 238 w 701"/>
                  <a:gd name="T19" fmla="*/ 8853 h 843"/>
                  <a:gd name="T20" fmla="*/ 283 w 701"/>
                  <a:gd name="T21" fmla="*/ 7488 h 843"/>
                  <a:gd name="T22" fmla="*/ 533 w 701"/>
                  <a:gd name="T23" fmla="*/ 6293 h 843"/>
                  <a:gd name="T24" fmla="*/ 783 w 701"/>
                  <a:gd name="T25" fmla="*/ 4573 h 843"/>
                  <a:gd name="T26" fmla="*/ 1833 w 701"/>
                  <a:gd name="T27" fmla="*/ 2539 h 843"/>
                  <a:gd name="T28" fmla="*/ 2563 w 701"/>
                  <a:gd name="T29" fmla="*/ 1288 h 843"/>
                  <a:gd name="T30" fmla="*/ 3771 w 701"/>
                  <a:gd name="T31" fmla="*/ 533 h 843"/>
                  <a:gd name="T32" fmla="*/ 5116 w 701"/>
                  <a:gd name="T33" fmla="*/ 264 h 843"/>
                  <a:gd name="T34" fmla="*/ 5367 w 701"/>
                  <a:gd name="T35" fmla="*/ 1331 h 843"/>
                  <a:gd name="T36" fmla="*/ 5772 w 701"/>
                  <a:gd name="T37" fmla="*/ 307 h 843"/>
                  <a:gd name="T38" fmla="*/ 7067 w 701"/>
                  <a:gd name="T39" fmla="*/ 605 h 843"/>
                  <a:gd name="T40" fmla="*/ 8192 w 701"/>
                  <a:gd name="T41" fmla="*/ 1080 h 843"/>
                  <a:gd name="T42" fmla="*/ 8710 w 701"/>
                  <a:gd name="T43" fmla="*/ 1536 h 843"/>
                  <a:gd name="T44" fmla="*/ 9255 w 701"/>
                  <a:gd name="T45" fmla="*/ 2752 h 843"/>
                  <a:gd name="T46" fmla="*/ 9680 w 701"/>
                  <a:gd name="T47" fmla="*/ 3469 h 843"/>
                  <a:gd name="T48" fmla="*/ 9963 w 701"/>
                  <a:gd name="T49" fmla="*/ 4323 h 843"/>
                  <a:gd name="T50" fmla="*/ 9963 w 701"/>
                  <a:gd name="T51" fmla="*/ 4856 h 843"/>
                  <a:gd name="T52" fmla="*/ 10150 w 701"/>
                  <a:gd name="T53" fmla="*/ 5213 h 843"/>
                  <a:gd name="T54" fmla="*/ 10318 w 701"/>
                  <a:gd name="T55" fmla="*/ 5747 h 843"/>
                  <a:gd name="T56" fmla="*/ 10681 w 701"/>
                  <a:gd name="T57" fmla="*/ 7488 h 843"/>
                  <a:gd name="T58" fmla="*/ 10726 w 701"/>
                  <a:gd name="T59" fmla="*/ 8853 h 843"/>
                  <a:gd name="T60" fmla="*/ 10838 w 701"/>
                  <a:gd name="T61" fmla="*/ 10013 h 843"/>
                  <a:gd name="T62" fmla="*/ 10318 w 701"/>
                  <a:gd name="T63" fmla="*/ 12459 h 843"/>
                  <a:gd name="T64" fmla="*/ 10100 w 701"/>
                  <a:gd name="T65" fmla="*/ 12608 h 843"/>
                  <a:gd name="T66" fmla="*/ 9193 w 701"/>
                  <a:gd name="T67" fmla="*/ 14109 h 843"/>
                  <a:gd name="T68" fmla="*/ 8430 w 701"/>
                  <a:gd name="T69" fmla="*/ 14677 h 843"/>
                  <a:gd name="T70" fmla="*/ 8192 w 701"/>
                  <a:gd name="T71" fmla="*/ 14997 h 843"/>
                  <a:gd name="T72" fmla="*/ 7097 w 701"/>
                  <a:gd name="T73" fmla="*/ 15587 h 843"/>
                  <a:gd name="T74" fmla="*/ 5647 w 701"/>
                  <a:gd name="T75" fmla="*/ 15645 h 843"/>
                  <a:gd name="T76" fmla="*/ 5442 w 701"/>
                  <a:gd name="T77" fmla="*/ 14941 h 843"/>
                  <a:gd name="T78" fmla="*/ 5379 w 701"/>
                  <a:gd name="T79" fmla="*/ 14528 h 84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01" h="843">
                    <a:moveTo>
                      <a:pt x="344" y="766"/>
                    </a:moveTo>
                    <a:cubicBezTo>
                      <a:pt x="344" y="766"/>
                      <a:pt x="344" y="778"/>
                      <a:pt x="340" y="793"/>
                    </a:cubicBezTo>
                    <a:cubicBezTo>
                      <a:pt x="337" y="807"/>
                      <a:pt x="346" y="811"/>
                      <a:pt x="324" y="827"/>
                    </a:cubicBezTo>
                    <a:cubicBezTo>
                      <a:pt x="301" y="843"/>
                      <a:pt x="273" y="825"/>
                      <a:pt x="247" y="822"/>
                    </a:cubicBezTo>
                    <a:cubicBezTo>
                      <a:pt x="221" y="819"/>
                      <a:pt x="191" y="801"/>
                      <a:pt x="188" y="781"/>
                    </a:cubicBezTo>
                    <a:cubicBezTo>
                      <a:pt x="180" y="787"/>
                      <a:pt x="140" y="771"/>
                      <a:pt x="100" y="745"/>
                    </a:cubicBezTo>
                    <a:cubicBezTo>
                      <a:pt x="74" y="726"/>
                      <a:pt x="44" y="694"/>
                      <a:pt x="48" y="667"/>
                    </a:cubicBezTo>
                    <a:cubicBezTo>
                      <a:pt x="48" y="667"/>
                      <a:pt x="50" y="673"/>
                      <a:pt x="34" y="661"/>
                    </a:cubicBezTo>
                    <a:cubicBezTo>
                      <a:pt x="18" y="648"/>
                      <a:pt x="10" y="566"/>
                      <a:pt x="8" y="528"/>
                    </a:cubicBezTo>
                    <a:cubicBezTo>
                      <a:pt x="7" y="489"/>
                      <a:pt x="7" y="470"/>
                      <a:pt x="15" y="467"/>
                    </a:cubicBezTo>
                    <a:cubicBezTo>
                      <a:pt x="0" y="456"/>
                      <a:pt x="16" y="425"/>
                      <a:pt x="18" y="395"/>
                    </a:cubicBezTo>
                    <a:cubicBezTo>
                      <a:pt x="20" y="364"/>
                      <a:pt x="18" y="342"/>
                      <a:pt x="34" y="332"/>
                    </a:cubicBezTo>
                    <a:cubicBezTo>
                      <a:pt x="28" y="323"/>
                      <a:pt x="40" y="283"/>
                      <a:pt x="50" y="241"/>
                    </a:cubicBezTo>
                    <a:cubicBezTo>
                      <a:pt x="60" y="200"/>
                      <a:pt x="92" y="137"/>
                      <a:pt x="117" y="134"/>
                    </a:cubicBezTo>
                    <a:cubicBezTo>
                      <a:pt x="114" y="118"/>
                      <a:pt x="146" y="67"/>
                      <a:pt x="164" y="68"/>
                    </a:cubicBezTo>
                    <a:cubicBezTo>
                      <a:pt x="170" y="57"/>
                      <a:pt x="221" y="30"/>
                      <a:pt x="241" y="28"/>
                    </a:cubicBezTo>
                    <a:cubicBezTo>
                      <a:pt x="250" y="14"/>
                      <a:pt x="289" y="0"/>
                      <a:pt x="327" y="14"/>
                    </a:cubicBezTo>
                    <a:cubicBezTo>
                      <a:pt x="340" y="19"/>
                      <a:pt x="342" y="33"/>
                      <a:pt x="343" y="70"/>
                    </a:cubicBezTo>
                    <a:cubicBezTo>
                      <a:pt x="340" y="29"/>
                      <a:pt x="356" y="21"/>
                      <a:pt x="369" y="16"/>
                    </a:cubicBezTo>
                    <a:cubicBezTo>
                      <a:pt x="407" y="2"/>
                      <a:pt x="434" y="16"/>
                      <a:pt x="452" y="32"/>
                    </a:cubicBezTo>
                    <a:cubicBezTo>
                      <a:pt x="466" y="28"/>
                      <a:pt x="503" y="44"/>
                      <a:pt x="524" y="57"/>
                    </a:cubicBezTo>
                    <a:cubicBezTo>
                      <a:pt x="531" y="61"/>
                      <a:pt x="550" y="73"/>
                      <a:pt x="557" y="81"/>
                    </a:cubicBezTo>
                    <a:cubicBezTo>
                      <a:pt x="568" y="92"/>
                      <a:pt x="584" y="124"/>
                      <a:pt x="592" y="145"/>
                    </a:cubicBezTo>
                    <a:cubicBezTo>
                      <a:pt x="595" y="154"/>
                      <a:pt x="611" y="174"/>
                      <a:pt x="619" y="183"/>
                    </a:cubicBezTo>
                    <a:cubicBezTo>
                      <a:pt x="627" y="193"/>
                      <a:pt x="633" y="210"/>
                      <a:pt x="637" y="228"/>
                    </a:cubicBezTo>
                    <a:cubicBezTo>
                      <a:pt x="640" y="237"/>
                      <a:pt x="637" y="256"/>
                      <a:pt x="637" y="256"/>
                    </a:cubicBezTo>
                    <a:cubicBezTo>
                      <a:pt x="637" y="256"/>
                      <a:pt x="647" y="269"/>
                      <a:pt x="649" y="275"/>
                    </a:cubicBezTo>
                    <a:cubicBezTo>
                      <a:pt x="653" y="286"/>
                      <a:pt x="657" y="295"/>
                      <a:pt x="660" y="303"/>
                    </a:cubicBezTo>
                    <a:cubicBezTo>
                      <a:pt x="666" y="317"/>
                      <a:pt x="681" y="364"/>
                      <a:pt x="683" y="395"/>
                    </a:cubicBezTo>
                    <a:cubicBezTo>
                      <a:pt x="685" y="425"/>
                      <a:pt x="701" y="456"/>
                      <a:pt x="686" y="467"/>
                    </a:cubicBezTo>
                    <a:cubicBezTo>
                      <a:pt x="694" y="470"/>
                      <a:pt x="694" y="489"/>
                      <a:pt x="693" y="528"/>
                    </a:cubicBezTo>
                    <a:cubicBezTo>
                      <a:pt x="691" y="544"/>
                      <a:pt x="674" y="640"/>
                      <a:pt x="660" y="657"/>
                    </a:cubicBezTo>
                    <a:cubicBezTo>
                      <a:pt x="655" y="664"/>
                      <a:pt x="646" y="665"/>
                      <a:pt x="646" y="665"/>
                    </a:cubicBezTo>
                    <a:cubicBezTo>
                      <a:pt x="650" y="674"/>
                      <a:pt x="628" y="714"/>
                      <a:pt x="588" y="744"/>
                    </a:cubicBezTo>
                    <a:cubicBezTo>
                      <a:pt x="568" y="757"/>
                      <a:pt x="550" y="778"/>
                      <a:pt x="539" y="774"/>
                    </a:cubicBezTo>
                    <a:cubicBezTo>
                      <a:pt x="535" y="776"/>
                      <a:pt x="534" y="784"/>
                      <a:pt x="524" y="791"/>
                    </a:cubicBezTo>
                    <a:cubicBezTo>
                      <a:pt x="505" y="804"/>
                      <a:pt x="471" y="820"/>
                      <a:pt x="454" y="822"/>
                    </a:cubicBezTo>
                    <a:cubicBezTo>
                      <a:pt x="429" y="825"/>
                      <a:pt x="403" y="842"/>
                      <a:pt x="361" y="825"/>
                    </a:cubicBezTo>
                    <a:cubicBezTo>
                      <a:pt x="348" y="819"/>
                      <a:pt x="352" y="802"/>
                      <a:pt x="348" y="788"/>
                    </a:cubicBezTo>
                    <a:cubicBezTo>
                      <a:pt x="345" y="773"/>
                      <a:pt x="344" y="766"/>
                      <a:pt x="344" y="76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44" name="Freeform 206">
                <a:extLst>
                  <a:ext uri="{FF2B5EF4-FFF2-40B4-BE49-F238E27FC236}">
                    <a16:creationId xmlns:a16="http://schemas.microsoft.com/office/drawing/2014/main" id="{5F085F87-448B-4D9A-8ED8-F03E14D0D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941"/>
                <a:ext cx="65" cy="70"/>
              </a:xfrm>
              <a:custGeom>
                <a:avLst/>
                <a:gdLst>
                  <a:gd name="T0" fmla="*/ 208 w 26"/>
                  <a:gd name="T1" fmla="*/ 0 h 26"/>
                  <a:gd name="T2" fmla="*/ 375 w 26"/>
                  <a:gd name="T3" fmla="*/ 232 h 26"/>
                  <a:gd name="T4" fmla="*/ 208 w 26"/>
                  <a:gd name="T5" fmla="*/ 471 h 26"/>
                  <a:gd name="T6" fmla="*/ 0 w 26"/>
                  <a:gd name="T7" fmla="*/ 232 h 26"/>
                  <a:gd name="T8" fmla="*/ 0 w 26"/>
                  <a:gd name="T9" fmla="*/ 232 h 26"/>
                  <a:gd name="T10" fmla="*/ 208 w 26"/>
                  <a:gd name="T11" fmla="*/ 506 h 26"/>
                  <a:gd name="T12" fmla="*/ 408 w 26"/>
                  <a:gd name="T13" fmla="*/ 232 h 26"/>
                  <a:gd name="T14" fmla="*/ 208 w 26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6">
                    <a:moveTo>
                      <a:pt x="13" y="0"/>
                    </a:moveTo>
                    <a:cubicBezTo>
                      <a:pt x="19" y="0"/>
                      <a:pt x="24" y="6"/>
                      <a:pt x="24" y="12"/>
                    </a:cubicBezTo>
                    <a:cubicBezTo>
                      <a:pt x="24" y="19"/>
                      <a:pt x="19" y="24"/>
                      <a:pt x="13" y="24"/>
                    </a:cubicBezTo>
                    <a:cubicBezTo>
                      <a:pt x="6" y="24"/>
                      <a:pt x="0" y="1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0"/>
                      <a:pt x="5" y="26"/>
                      <a:pt x="13" y="26"/>
                    </a:cubicBezTo>
                    <a:cubicBezTo>
                      <a:pt x="20" y="26"/>
                      <a:pt x="26" y="20"/>
                      <a:pt x="26" y="12"/>
                    </a:cubicBezTo>
                    <a:cubicBezTo>
                      <a:pt x="26" y="5"/>
                      <a:pt x="20" y="0"/>
                      <a:pt x="1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45" name="Oval 207">
                <a:extLst>
                  <a:ext uri="{FF2B5EF4-FFF2-40B4-BE49-F238E27FC236}">
                    <a16:creationId xmlns:a16="http://schemas.microsoft.com/office/drawing/2014/main" id="{6EB4CC75-3220-43F3-A33B-26DC2861C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264"/>
                <a:ext cx="32" cy="35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84246" name="Freeform 208">
                <a:extLst>
                  <a:ext uri="{FF2B5EF4-FFF2-40B4-BE49-F238E27FC236}">
                    <a16:creationId xmlns:a16="http://schemas.microsoft.com/office/drawing/2014/main" id="{B9D55089-345D-48D2-87BC-FEA5961EC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597"/>
                <a:ext cx="325" cy="976"/>
              </a:xfrm>
              <a:custGeom>
                <a:avLst/>
                <a:gdLst>
                  <a:gd name="T0" fmla="*/ 2033 w 130"/>
                  <a:gd name="T1" fmla="*/ 248 h 366"/>
                  <a:gd name="T2" fmla="*/ 1083 w 130"/>
                  <a:gd name="T3" fmla="*/ 717 h 366"/>
                  <a:gd name="T4" fmla="*/ 813 w 130"/>
                  <a:gd name="T5" fmla="*/ 1229 h 366"/>
                  <a:gd name="T6" fmla="*/ 770 w 130"/>
                  <a:gd name="T7" fmla="*/ 1672 h 366"/>
                  <a:gd name="T8" fmla="*/ 533 w 130"/>
                  <a:gd name="T9" fmla="*/ 2104 h 366"/>
                  <a:gd name="T10" fmla="*/ 395 w 130"/>
                  <a:gd name="T11" fmla="*/ 2696 h 366"/>
                  <a:gd name="T12" fmla="*/ 270 w 130"/>
                  <a:gd name="T13" fmla="*/ 3448 h 366"/>
                  <a:gd name="T14" fmla="*/ 175 w 130"/>
                  <a:gd name="T15" fmla="*/ 4152 h 366"/>
                  <a:gd name="T16" fmla="*/ 345 w 130"/>
                  <a:gd name="T17" fmla="*/ 4493 h 366"/>
                  <a:gd name="T18" fmla="*/ 125 w 130"/>
                  <a:gd name="T19" fmla="*/ 4984 h 366"/>
                  <a:gd name="T20" fmla="*/ 145 w 130"/>
                  <a:gd name="T21" fmla="*/ 5880 h 366"/>
                  <a:gd name="T22" fmla="*/ 50 w 130"/>
                  <a:gd name="T23" fmla="*/ 6941 h 3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0" h="366">
                    <a:moveTo>
                      <a:pt x="130" y="13"/>
                    </a:moveTo>
                    <a:cubicBezTo>
                      <a:pt x="110" y="0"/>
                      <a:pt x="82" y="23"/>
                      <a:pt x="69" y="38"/>
                    </a:cubicBezTo>
                    <a:cubicBezTo>
                      <a:pt x="63" y="46"/>
                      <a:pt x="57" y="56"/>
                      <a:pt x="52" y="65"/>
                    </a:cubicBezTo>
                    <a:cubicBezTo>
                      <a:pt x="45" y="78"/>
                      <a:pt x="46" y="82"/>
                      <a:pt x="49" y="88"/>
                    </a:cubicBezTo>
                    <a:cubicBezTo>
                      <a:pt x="39" y="97"/>
                      <a:pt x="40" y="98"/>
                      <a:pt x="34" y="111"/>
                    </a:cubicBezTo>
                    <a:cubicBezTo>
                      <a:pt x="29" y="121"/>
                      <a:pt x="26" y="131"/>
                      <a:pt x="25" y="142"/>
                    </a:cubicBezTo>
                    <a:cubicBezTo>
                      <a:pt x="23" y="155"/>
                      <a:pt x="21" y="169"/>
                      <a:pt x="17" y="182"/>
                    </a:cubicBezTo>
                    <a:cubicBezTo>
                      <a:pt x="15" y="193"/>
                      <a:pt x="7" y="208"/>
                      <a:pt x="11" y="219"/>
                    </a:cubicBezTo>
                    <a:cubicBezTo>
                      <a:pt x="14" y="229"/>
                      <a:pt x="22" y="227"/>
                      <a:pt x="22" y="237"/>
                    </a:cubicBezTo>
                    <a:cubicBezTo>
                      <a:pt x="22" y="247"/>
                      <a:pt x="10" y="254"/>
                      <a:pt x="8" y="263"/>
                    </a:cubicBezTo>
                    <a:cubicBezTo>
                      <a:pt x="4" y="278"/>
                      <a:pt x="11" y="295"/>
                      <a:pt x="9" y="310"/>
                    </a:cubicBezTo>
                    <a:cubicBezTo>
                      <a:pt x="6" y="330"/>
                      <a:pt x="0" y="345"/>
                      <a:pt x="3" y="36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47" name="Freeform 209">
                <a:extLst>
                  <a:ext uri="{FF2B5EF4-FFF2-40B4-BE49-F238E27FC236}">
                    <a16:creationId xmlns:a16="http://schemas.microsoft.com/office/drawing/2014/main" id="{F31C6E5E-7EAA-444F-A372-7555E779B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827"/>
                <a:ext cx="260" cy="1154"/>
              </a:xfrm>
              <a:custGeom>
                <a:avLst/>
                <a:gdLst>
                  <a:gd name="T0" fmla="*/ 488 w 104"/>
                  <a:gd name="T1" fmla="*/ 0 h 433"/>
                  <a:gd name="T2" fmla="*/ 720 w 104"/>
                  <a:gd name="T3" fmla="*/ 397 h 433"/>
                  <a:gd name="T4" fmla="*/ 688 w 104"/>
                  <a:gd name="T5" fmla="*/ 943 h 433"/>
                  <a:gd name="T6" fmla="*/ 408 w 104"/>
                  <a:gd name="T7" fmla="*/ 2231 h 433"/>
                  <a:gd name="T8" fmla="*/ 188 w 104"/>
                  <a:gd name="T9" fmla="*/ 2556 h 433"/>
                  <a:gd name="T10" fmla="*/ 83 w 104"/>
                  <a:gd name="T11" fmla="*/ 2956 h 433"/>
                  <a:gd name="T12" fmla="*/ 113 w 104"/>
                  <a:gd name="T13" fmla="*/ 4048 h 433"/>
                  <a:gd name="T14" fmla="*/ 208 w 104"/>
                  <a:gd name="T15" fmla="*/ 5320 h 433"/>
                  <a:gd name="T16" fmla="*/ 50 w 104"/>
                  <a:gd name="T17" fmla="*/ 6300 h 433"/>
                  <a:gd name="T18" fmla="*/ 50 w 104"/>
                  <a:gd name="T19" fmla="*/ 6777 h 433"/>
                  <a:gd name="T20" fmla="*/ 220 w 104"/>
                  <a:gd name="T21" fmla="*/ 6911 h 433"/>
                  <a:gd name="T22" fmla="*/ 395 w 104"/>
                  <a:gd name="T23" fmla="*/ 7324 h 433"/>
                  <a:gd name="T24" fmla="*/ 988 w 104"/>
                  <a:gd name="T25" fmla="*/ 7891 h 433"/>
                  <a:gd name="T26" fmla="*/ 1625 w 104"/>
                  <a:gd name="T27" fmla="*/ 8198 h 4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433">
                    <a:moveTo>
                      <a:pt x="31" y="0"/>
                    </a:moveTo>
                    <a:cubicBezTo>
                      <a:pt x="33" y="8"/>
                      <a:pt x="44" y="13"/>
                      <a:pt x="46" y="21"/>
                    </a:cubicBezTo>
                    <a:cubicBezTo>
                      <a:pt x="49" y="28"/>
                      <a:pt x="44" y="42"/>
                      <a:pt x="44" y="50"/>
                    </a:cubicBezTo>
                    <a:cubicBezTo>
                      <a:pt x="42" y="74"/>
                      <a:pt x="39" y="97"/>
                      <a:pt x="26" y="118"/>
                    </a:cubicBezTo>
                    <a:cubicBezTo>
                      <a:pt x="22" y="125"/>
                      <a:pt x="18" y="129"/>
                      <a:pt x="12" y="135"/>
                    </a:cubicBezTo>
                    <a:cubicBezTo>
                      <a:pt x="2" y="144"/>
                      <a:pt x="3" y="142"/>
                      <a:pt x="5" y="156"/>
                    </a:cubicBezTo>
                    <a:cubicBezTo>
                      <a:pt x="9" y="175"/>
                      <a:pt x="6" y="194"/>
                      <a:pt x="7" y="214"/>
                    </a:cubicBezTo>
                    <a:cubicBezTo>
                      <a:pt x="8" y="236"/>
                      <a:pt x="12" y="259"/>
                      <a:pt x="13" y="281"/>
                    </a:cubicBezTo>
                    <a:cubicBezTo>
                      <a:pt x="13" y="298"/>
                      <a:pt x="3" y="313"/>
                      <a:pt x="3" y="333"/>
                    </a:cubicBezTo>
                    <a:cubicBezTo>
                      <a:pt x="3" y="340"/>
                      <a:pt x="0" y="352"/>
                      <a:pt x="3" y="358"/>
                    </a:cubicBezTo>
                    <a:cubicBezTo>
                      <a:pt x="3" y="360"/>
                      <a:pt x="12" y="363"/>
                      <a:pt x="14" y="365"/>
                    </a:cubicBezTo>
                    <a:cubicBezTo>
                      <a:pt x="19" y="372"/>
                      <a:pt x="21" y="380"/>
                      <a:pt x="25" y="387"/>
                    </a:cubicBezTo>
                    <a:cubicBezTo>
                      <a:pt x="35" y="403"/>
                      <a:pt x="45" y="411"/>
                      <a:pt x="63" y="417"/>
                    </a:cubicBezTo>
                    <a:cubicBezTo>
                      <a:pt x="76" y="421"/>
                      <a:pt x="97" y="420"/>
                      <a:pt x="104" y="4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48" name="Freeform 210">
                <a:extLst>
                  <a:ext uri="{FF2B5EF4-FFF2-40B4-BE49-F238E27FC236}">
                    <a16:creationId xmlns:a16="http://schemas.microsoft.com/office/drawing/2014/main" id="{F44203D7-8EC6-47EE-AAFC-FC5F07EB3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1907"/>
                <a:ext cx="80" cy="760"/>
              </a:xfrm>
              <a:custGeom>
                <a:avLst/>
                <a:gdLst>
                  <a:gd name="T0" fmla="*/ 0 w 32"/>
                  <a:gd name="T1" fmla="*/ 0 h 285"/>
                  <a:gd name="T2" fmla="*/ 270 w 32"/>
                  <a:gd name="T3" fmla="*/ 760 h 285"/>
                  <a:gd name="T4" fmla="*/ 458 w 32"/>
                  <a:gd name="T5" fmla="*/ 1272 h 285"/>
                  <a:gd name="T6" fmla="*/ 188 w 32"/>
                  <a:gd name="T7" fmla="*/ 1877 h 285"/>
                  <a:gd name="T8" fmla="*/ 50 w 32"/>
                  <a:gd name="T9" fmla="*/ 2504 h 285"/>
                  <a:gd name="T10" fmla="*/ 95 w 32"/>
                  <a:gd name="T11" fmla="*/ 3869 h 285"/>
                  <a:gd name="T12" fmla="*/ 270 w 32"/>
                  <a:gd name="T13" fmla="*/ 5368 h 285"/>
                  <a:gd name="T14" fmla="*/ 270 w 32"/>
                  <a:gd name="T15" fmla="*/ 5347 h 2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85">
                    <a:moveTo>
                      <a:pt x="0" y="0"/>
                    </a:moveTo>
                    <a:cubicBezTo>
                      <a:pt x="12" y="10"/>
                      <a:pt x="11" y="27"/>
                      <a:pt x="17" y="40"/>
                    </a:cubicBezTo>
                    <a:cubicBezTo>
                      <a:pt x="23" y="52"/>
                      <a:pt x="32" y="54"/>
                      <a:pt x="29" y="67"/>
                    </a:cubicBezTo>
                    <a:cubicBezTo>
                      <a:pt x="27" y="77"/>
                      <a:pt x="16" y="89"/>
                      <a:pt x="12" y="99"/>
                    </a:cubicBezTo>
                    <a:cubicBezTo>
                      <a:pt x="8" y="109"/>
                      <a:pt x="4" y="121"/>
                      <a:pt x="3" y="132"/>
                    </a:cubicBezTo>
                    <a:cubicBezTo>
                      <a:pt x="1" y="155"/>
                      <a:pt x="6" y="180"/>
                      <a:pt x="6" y="204"/>
                    </a:cubicBezTo>
                    <a:cubicBezTo>
                      <a:pt x="6" y="231"/>
                      <a:pt x="18" y="254"/>
                      <a:pt x="17" y="283"/>
                    </a:cubicBezTo>
                    <a:cubicBezTo>
                      <a:pt x="17" y="285"/>
                      <a:pt x="17" y="285"/>
                      <a:pt x="17" y="28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49" name="Freeform 211">
                <a:extLst>
                  <a:ext uri="{FF2B5EF4-FFF2-40B4-BE49-F238E27FC236}">
                    <a16:creationId xmlns:a16="http://schemas.microsoft.com/office/drawing/2014/main" id="{A2B761EA-CA3D-4F20-89B1-607B17F8D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3093"/>
                <a:ext cx="8" cy="30"/>
              </a:xfrm>
              <a:custGeom>
                <a:avLst/>
                <a:gdLst>
                  <a:gd name="T0" fmla="*/ 0 w 3"/>
                  <a:gd name="T1" fmla="*/ 224 h 11"/>
                  <a:gd name="T2" fmla="*/ 56 w 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11"/>
                    </a:moveTo>
                    <a:cubicBezTo>
                      <a:pt x="0" y="7"/>
                      <a:pt x="2" y="4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50" name="Freeform 212">
                <a:extLst>
                  <a:ext uri="{FF2B5EF4-FFF2-40B4-BE49-F238E27FC236}">
                    <a16:creationId xmlns:a16="http://schemas.microsoft.com/office/drawing/2014/main" id="{62BCA067-7F66-4DF9-A778-503571534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747"/>
                <a:ext cx="197" cy="53"/>
              </a:xfrm>
              <a:custGeom>
                <a:avLst/>
                <a:gdLst>
                  <a:gd name="T0" fmla="*/ 0 w 79"/>
                  <a:gd name="T1" fmla="*/ 371 h 20"/>
                  <a:gd name="T2" fmla="*/ 633 w 79"/>
                  <a:gd name="T3" fmla="*/ 21 h 20"/>
                  <a:gd name="T4" fmla="*/ 1224 w 79"/>
                  <a:gd name="T5" fmla="*/ 29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20">
                    <a:moveTo>
                      <a:pt x="0" y="20"/>
                    </a:moveTo>
                    <a:cubicBezTo>
                      <a:pt x="15" y="3"/>
                      <a:pt x="18" y="1"/>
                      <a:pt x="41" y="1"/>
                    </a:cubicBezTo>
                    <a:cubicBezTo>
                      <a:pt x="57" y="1"/>
                      <a:pt x="70" y="0"/>
                      <a:pt x="79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51" name="Freeform 213">
                <a:extLst>
                  <a:ext uri="{FF2B5EF4-FFF2-40B4-BE49-F238E27FC236}">
                    <a16:creationId xmlns:a16="http://schemas.microsoft.com/office/drawing/2014/main" id="{981F697D-CC83-49A2-AE27-FDE6CAC35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744"/>
                <a:ext cx="28" cy="19"/>
              </a:xfrm>
              <a:custGeom>
                <a:avLst/>
                <a:gdLst>
                  <a:gd name="T0" fmla="*/ 0 w 11"/>
                  <a:gd name="T1" fmla="*/ 141 h 7"/>
                  <a:gd name="T2" fmla="*/ 181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4" y="5"/>
                      <a:pt x="9" y="4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52" name="Freeform 214">
                <a:extLst>
                  <a:ext uri="{FF2B5EF4-FFF2-40B4-BE49-F238E27FC236}">
                    <a16:creationId xmlns:a16="http://schemas.microsoft.com/office/drawing/2014/main" id="{5ADB9D54-A95E-4049-9825-08546D244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691"/>
                <a:ext cx="18" cy="58"/>
              </a:xfrm>
              <a:custGeom>
                <a:avLst/>
                <a:gdLst>
                  <a:gd name="T0" fmla="*/ 0 w 7"/>
                  <a:gd name="T1" fmla="*/ 0 h 22"/>
                  <a:gd name="T2" fmla="*/ 118 w 7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0" y="8"/>
                      <a:pt x="0" y="17"/>
                      <a:pt x="7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53" name="Freeform 215">
                <a:extLst>
                  <a:ext uri="{FF2B5EF4-FFF2-40B4-BE49-F238E27FC236}">
                    <a16:creationId xmlns:a16="http://schemas.microsoft.com/office/drawing/2014/main" id="{43455A0D-BC13-4123-8B70-C0DF43CFD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221"/>
                <a:ext cx="50" cy="131"/>
              </a:xfrm>
              <a:custGeom>
                <a:avLst/>
                <a:gdLst>
                  <a:gd name="T0" fmla="*/ 300 w 20"/>
                  <a:gd name="T1" fmla="*/ 0 h 49"/>
                  <a:gd name="T2" fmla="*/ 238 w 20"/>
                  <a:gd name="T3" fmla="*/ 479 h 49"/>
                  <a:gd name="T4" fmla="*/ 0 w 20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9">
                    <a:moveTo>
                      <a:pt x="19" y="0"/>
                    </a:moveTo>
                    <a:cubicBezTo>
                      <a:pt x="20" y="8"/>
                      <a:pt x="19" y="17"/>
                      <a:pt x="15" y="25"/>
                    </a:cubicBezTo>
                    <a:cubicBezTo>
                      <a:pt x="11" y="34"/>
                      <a:pt x="3" y="40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54" name="Freeform 216">
                <a:extLst>
                  <a:ext uri="{FF2B5EF4-FFF2-40B4-BE49-F238E27FC236}">
                    <a16:creationId xmlns:a16="http://schemas.microsoft.com/office/drawing/2014/main" id="{03F82E04-264B-4347-ABBA-2010E6657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256"/>
                <a:ext cx="100" cy="53"/>
              </a:xfrm>
              <a:custGeom>
                <a:avLst/>
                <a:gdLst>
                  <a:gd name="T0" fmla="*/ 0 w 40"/>
                  <a:gd name="T1" fmla="*/ 371 h 20"/>
                  <a:gd name="T2" fmla="*/ 625 w 4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0">
                    <a:moveTo>
                      <a:pt x="0" y="20"/>
                    </a:moveTo>
                    <a:cubicBezTo>
                      <a:pt x="15" y="11"/>
                      <a:pt x="29" y="13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55" name="Freeform 217">
                <a:extLst>
                  <a:ext uri="{FF2B5EF4-FFF2-40B4-BE49-F238E27FC236}">
                    <a16:creationId xmlns:a16="http://schemas.microsoft.com/office/drawing/2014/main" id="{329CB784-6735-49A1-AA7E-FA3DD4680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405"/>
                <a:ext cx="342" cy="166"/>
              </a:xfrm>
              <a:custGeom>
                <a:avLst/>
                <a:gdLst>
                  <a:gd name="T0" fmla="*/ 0 w 137"/>
                  <a:gd name="T1" fmla="*/ 632 h 62"/>
                  <a:gd name="T2" fmla="*/ 729 w 137"/>
                  <a:gd name="T3" fmla="*/ 230 h 62"/>
                  <a:gd name="T4" fmla="*/ 1403 w 137"/>
                  <a:gd name="T5" fmla="*/ 115 h 62"/>
                  <a:gd name="T6" fmla="*/ 1665 w 137"/>
                  <a:gd name="T7" fmla="*/ 21 h 62"/>
                  <a:gd name="T8" fmla="*/ 1870 w 137"/>
                  <a:gd name="T9" fmla="*/ 286 h 62"/>
                  <a:gd name="T10" fmla="*/ 2132 w 137"/>
                  <a:gd name="T11" fmla="*/ 1189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62">
                    <a:moveTo>
                      <a:pt x="0" y="33"/>
                    </a:moveTo>
                    <a:cubicBezTo>
                      <a:pt x="15" y="24"/>
                      <a:pt x="31" y="18"/>
                      <a:pt x="47" y="12"/>
                    </a:cubicBezTo>
                    <a:cubicBezTo>
                      <a:pt x="61" y="6"/>
                      <a:pt x="75" y="9"/>
                      <a:pt x="90" y="6"/>
                    </a:cubicBezTo>
                    <a:cubicBezTo>
                      <a:pt x="94" y="5"/>
                      <a:pt x="103" y="0"/>
                      <a:pt x="107" y="1"/>
                    </a:cubicBezTo>
                    <a:cubicBezTo>
                      <a:pt x="112" y="1"/>
                      <a:pt x="117" y="11"/>
                      <a:pt x="120" y="15"/>
                    </a:cubicBezTo>
                    <a:cubicBezTo>
                      <a:pt x="131" y="30"/>
                      <a:pt x="130" y="45"/>
                      <a:pt x="137" y="6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56" name="Freeform 218">
                <a:extLst>
                  <a:ext uri="{FF2B5EF4-FFF2-40B4-BE49-F238E27FC236}">
                    <a16:creationId xmlns:a16="http://schemas.microsoft.com/office/drawing/2014/main" id="{EC9176A5-0129-406F-AE7A-259751B8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245"/>
                <a:ext cx="50" cy="163"/>
              </a:xfrm>
              <a:custGeom>
                <a:avLst/>
                <a:gdLst>
                  <a:gd name="T0" fmla="*/ 0 w 20"/>
                  <a:gd name="T1" fmla="*/ 1165 h 61"/>
                  <a:gd name="T2" fmla="*/ 270 w 20"/>
                  <a:gd name="T3" fmla="*/ 628 h 61"/>
                  <a:gd name="T4" fmla="*/ 300 w 20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1">
                    <a:moveTo>
                      <a:pt x="0" y="61"/>
                    </a:moveTo>
                    <a:cubicBezTo>
                      <a:pt x="5" y="51"/>
                      <a:pt x="14" y="44"/>
                      <a:pt x="17" y="33"/>
                    </a:cubicBezTo>
                    <a:cubicBezTo>
                      <a:pt x="20" y="22"/>
                      <a:pt x="18" y="11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57" name="Freeform 219">
                <a:extLst>
                  <a:ext uri="{FF2B5EF4-FFF2-40B4-BE49-F238E27FC236}">
                    <a16:creationId xmlns:a16="http://schemas.microsoft.com/office/drawing/2014/main" id="{921A1E27-6A6C-4BFC-B5FD-ECB916645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272"/>
                <a:ext cx="55" cy="35"/>
              </a:xfrm>
              <a:custGeom>
                <a:avLst/>
                <a:gdLst>
                  <a:gd name="T0" fmla="*/ 0 w 22"/>
                  <a:gd name="T1" fmla="*/ 253 h 13"/>
                  <a:gd name="T2" fmla="*/ 345 w 22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3">
                    <a:moveTo>
                      <a:pt x="0" y="13"/>
                    </a:moveTo>
                    <a:cubicBezTo>
                      <a:pt x="6" y="7"/>
                      <a:pt x="13" y="0"/>
                      <a:pt x="22" y="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58" name="Freeform 220">
                <a:extLst>
                  <a:ext uri="{FF2B5EF4-FFF2-40B4-BE49-F238E27FC236}">
                    <a16:creationId xmlns:a16="http://schemas.microsoft.com/office/drawing/2014/main" id="{78148478-A991-49C7-9345-083DBC8B2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371"/>
                <a:ext cx="35" cy="72"/>
              </a:xfrm>
              <a:custGeom>
                <a:avLst/>
                <a:gdLst>
                  <a:gd name="T0" fmla="*/ 0 w 14"/>
                  <a:gd name="T1" fmla="*/ 0 h 27"/>
                  <a:gd name="T2" fmla="*/ 220 w 14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0" y="0"/>
                    </a:moveTo>
                    <a:cubicBezTo>
                      <a:pt x="3" y="10"/>
                      <a:pt x="4" y="21"/>
                      <a:pt x="14" y="2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59" name="Freeform 221">
                <a:extLst>
                  <a:ext uri="{FF2B5EF4-FFF2-40B4-BE49-F238E27FC236}">
                    <a16:creationId xmlns:a16="http://schemas.microsoft.com/office/drawing/2014/main" id="{B86346C2-DE9B-4EA4-AFAA-6B5501F05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776"/>
                <a:ext cx="60" cy="35"/>
              </a:xfrm>
              <a:custGeom>
                <a:avLst/>
                <a:gdLst>
                  <a:gd name="T0" fmla="*/ 20 w 24"/>
                  <a:gd name="T1" fmla="*/ 218 h 13"/>
                  <a:gd name="T2" fmla="*/ 208 w 24"/>
                  <a:gd name="T3" fmla="*/ 197 h 13"/>
                  <a:gd name="T4" fmla="*/ 363 w 24"/>
                  <a:gd name="T5" fmla="*/ 59 h 13"/>
                  <a:gd name="T6" fmla="*/ 158 w 24"/>
                  <a:gd name="T7" fmla="*/ 81 h 13"/>
                  <a:gd name="T8" fmla="*/ 20 w 24"/>
                  <a:gd name="T9" fmla="*/ 21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1" y="11"/>
                    </a:moveTo>
                    <a:cubicBezTo>
                      <a:pt x="2" y="13"/>
                      <a:pt x="8" y="12"/>
                      <a:pt x="13" y="10"/>
                    </a:cubicBezTo>
                    <a:cubicBezTo>
                      <a:pt x="18" y="8"/>
                      <a:pt x="24" y="6"/>
                      <a:pt x="23" y="3"/>
                    </a:cubicBezTo>
                    <a:cubicBezTo>
                      <a:pt x="22" y="0"/>
                      <a:pt x="14" y="3"/>
                      <a:pt x="10" y="4"/>
                    </a:cubicBezTo>
                    <a:cubicBezTo>
                      <a:pt x="7" y="5"/>
                      <a:pt x="0" y="8"/>
                      <a:pt x="1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60" name="Oval 222">
                <a:extLst>
                  <a:ext uri="{FF2B5EF4-FFF2-40B4-BE49-F238E27FC236}">
                    <a16:creationId xmlns:a16="http://schemas.microsoft.com/office/drawing/2014/main" id="{487265E7-9CDE-4604-BE58-825152B43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9" y="1845"/>
                <a:ext cx="105" cy="80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84261" name="Freeform 223">
                <a:extLst>
                  <a:ext uri="{FF2B5EF4-FFF2-40B4-BE49-F238E27FC236}">
                    <a16:creationId xmlns:a16="http://schemas.microsoft.com/office/drawing/2014/main" id="{830560F1-D416-40C1-AA4E-628091DFE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027"/>
                <a:ext cx="33" cy="32"/>
              </a:xfrm>
              <a:custGeom>
                <a:avLst/>
                <a:gdLst>
                  <a:gd name="T0" fmla="*/ 0 w 13"/>
                  <a:gd name="T1" fmla="*/ 227 h 12"/>
                  <a:gd name="T2" fmla="*/ 213 w 1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12"/>
                    </a:moveTo>
                    <a:cubicBezTo>
                      <a:pt x="3" y="8"/>
                      <a:pt x="6" y="2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62" name="Freeform 224">
                <a:extLst>
                  <a:ext uri="{FF2B5EF4-FFF2-40B4-BE49-F238E27FC236}">
                    <a16:creationId xmlns:a16="http://schemas.microsoft.com/office/drawing/2014/main" id="{65F54EA6-BFC1-4772-ADE2-B94CEB6E3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957"/>
                <a:ext cx="290" cy="142"/>
              </a:xfrm>
              <a:custGeom>
                <a:avLst/>
                <a:gdLst>
                  <a:gd name="T0" fmla="*/ 0 w 116"/>
                  <a:gd name="T1" fmla="*/ 0 h 53"/>
                  <a:gd name="T2" fmla="*/ 1083 w 116"/>
                  <a:gd name="T3" fmla="*/ 812 h 53"/>
                  <a:gd name="T4" fmla="*/ 1813 w 116"/>
                  <a:gd name="T5" fmla="*/ 445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53">
                    <a:moveTo>
                      <a:pt x="0" y="0"/>
                    </a:moveTo>
                    <a:cubicBezTo>
                      <a:pt x="27" y="2"/>
                      <a:pt x="47" y="32"/>
                      <a:pt x="69" y="42"/>
                    </a:cubicBezTo>
                    <a:cubicBezTo>
                      <a:pt x="95" y="53"/>
                      <a:pt x="94" y="23"/>
                      <a:pt x="11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63" name="Freeform 225">
                <a:extLst>
                  <a:ext uri="{FF2B5EF4-FFF2-40B4-BE49-F238E27FC236}">
                    <a16:creationId xmlns:a16="http://schemas.microsoft.com/office/drawing/2014/main" id="{9A87CDD9-7669-4BF1-A9C9-2292945D8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075"/>
                <a:ext cx="53" cy="21"/>
              </a:xfrm>
              <a:custGeom>
                <a:avLst/>
                <a:gdLst>
                  <a:gd name="T0" fmla="*/ 0 w 21"/>
                  <a:gd name="T1" fmla="*/ 0 h 8"/>
                  <a:gd name="T2" fmla="*/ 338 w 21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0"/>
                    </a:moveTo>
                    <a:cubicBezTo>
                      <a:pt x="8" y="0"/>
                      <a:pt x="14" y="5"/>
                      <a:pt x="21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64" name="Freeform 226">
                <a:extLst>
                  <a:ext uri="{FF2B5EF4-FFF2-40B4-BE49-F238E27FC236}">
                    <a16:creationId xmlns:a16="http://schemas.microsoft.com/office/drawing/2014/main" id="{C3725EDB-2F5D-42BF-9A9A-8A5B7F552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3216"/>
                <a:ext cx="43" cy="21"/>
              </a:xfrm>
              <a:custGeom>
                <a:avLst/>
                <a:gdLst>
                  <a:gd name="T0" fmla="*/ 0 w 17"/>
                  <a:gd name="T1" fmla="*/ 144 h 8"/>
                  <a:gd name="T2" fmla="*/ 116 w 17"/>
                  <a:gd name="T3" fmla="*/ 89 h 8"/>
                  <a:gd name="T4" fmla="*/ 276 w 1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0" y="8"/>
                    </a:moveTo>
                    <a:cubicBezTo>
                      <a:pt x="2" y="8"/>
                      <a:pt x="6" y="6"/>
                      <a:pt x="7" y="5"/>
                    </a:cubicBezTo>
                    <a:cubicBezTo>
                      <a:pt x="10" y="4"/>
                      <a:pt x="15" y="2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65" name="Freeform 227">
                <a:extLst>
                  <a:ext uri="{FF2B5EF4-FFF2-40B4-BE49-F238E27FC236}">
                    <a16:creationId xmlns:a16="http://schemas.microsoft.com/office/drawing/2014/main" id="{14F3F55F-1E6C-48B9-A56D-178689141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3229"/>
                <a:ext cx="28" cy="14"/>
              </a:xfrm>
              <a:custGeom>
                <a:avLst/>
                <a:gdLst>
                  <a:gd name="T0" fmla="*/ 0 w 11"/>
                  <a:gd name="T1" fmla="*/ 0 h 5"/>
                  <a:gd name="T2" fmla="*/ 181 w 1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4" y="0"/>
                      <a:pt x="7" y="3"/>
                      <a:pt x="11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66" name="Freeform 228">
                <a:extLst>
                  <a:ext uri="{FF2B5EF4-FFF2-40B4-BE49-F238E27FC236}">
                    <a16:creationId xmlns:a16="http://schemas.microsoft.com/office/drawing/2014/main" id="{650256EF-2216-430C-B9BB-4A07CC8F4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568"/>
                <a:ext cx="260" cy="149"/>
              </a:xfrm>
              <a:custGeom>
                <a:avLst/>
                <a:gdLst>
                  <a:gd name="T0" fmla="*/ 0 w 104"/>
                  <a:gd name="T1" fmla="*/ 0 h 56"/>
                  <a:gd name="T2" fmla="*/ 83 w 104"/>
                  <a:gd name="T3" fmla="*/ 149 h 56"/>
                  <a:gd name="T4" fmla="*/ 395 w 104"/>
                  <a:gd name="T5" fmla="*/ 452 h 56"/>
                  <a:gd name="T6" fmla="*/ 1083 w 104"/>
                  <a:gd name="T7" fmla="*/ 865 h 56"/>
                  <a:gd name="T8" fmla="*/ 1300 w 104"/>
                  <a:gd name="T9" fmla="*/ 1032 h 56"/>
                  <a:gd name="T10" fmla="*/ 1533 w 104"/>
                  <a:gd name="T11" fmla="*/ 1054 h 56"/>
                  <a:gd name="T12" fmla="*/ 1625 w 104"/>
                  <a:gd name="T13" fmla="*/ 1054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56">
                    <a:moveTo>
                      <a:pt x="0" y="0"/>
                    </a:moveTo>
                    <a:cubicBezTo>
                      <a:pt x="2" y="2"/>
                      <a:pt x="3" y="5"/>
                      <a:pt x="5" y="8"/>
                    </a:cubicBezTo>
                    <a:cubicBezTo>
                      <a:pt x="10" y="15"/>
                      <a:pt x="17" y="20"/>
                      <a:pt x="25" y="24"/>
                    </a:cubicBezTo>
                    <a:cubicBezTo>
                      <a:pt x="39" y="31"/>
                      <a:pt x="57" y="34"/>
                      <a:pt x="69" y="46"/>
                    </a:cubicBezTo>
                    <a:cubicBezTo>
                      <a:pt x="74" y="51"/>
                      <a:pt x="75" y="53"/>
                      <a:pt x="83" y="55"/>
                    </a:cubicBezTo>
                    <a:cubicBezTo>
                      <a:pt x="88" y="56"/>
                      <a:pt x="93" y="56"/>
                      <a:pt x="98" y="56"/>
                    </a:cubicBezTo>
                    <a:cubicBezTo>
                      <a:pt x="100" y="56"/>
                      <a:pt x="102" y="55"/>
                      <a:pt x="104" y="5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67" name="Freeform 229">
                <a:extLst>
                  <a:ext uri="{FF2B5EF4-FFF2-40B4-BE49-F238E27FC236}">
                    <a16:creationId xmlns:a16="http://schemas.microsoft.com/office/drawing/2014/main" id="{23BF2A94-189F-4000-B55F-B537627BA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709"/>
                <a:ext cx="35" cy="64"/>
              </a:xfrm>
              <a:custGeom>
                <a:avLst/>
                <a:gdLst>
                  <a:gd name="T0" fmla="*/ 0 w 14"/>
                  <a:gd name="T1" fmla="*/ 0 h 24"/>
                  <a:gd name="T2" fmla="*/ 113 w 14"/>
                  <a:gd name="T3" fmla="*/ 115 h 24"/>
                  <a:gd name="T4" fmla="*/ 220 w 14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cubicBezTo>
                      <a:pt x="2" y="2"/>
                      <a:pt x="5" y="4"/>
                      <a:pt x="7" y="6"/>
                    </a:cubicBezTo>
                    <a:cubicBezTo>
                      <a:pt x="12" y="12"/>
                      <a:pt x="12" y="17"/>
                      <a:pt x="14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68" name="Freeform 230">
                <a:extLst>
                  <a:ext uri="{FF2B5EF4-FFF2-40B4-BE49-F238E27FC236}">
                    <a16:creationId xmlns:a16="http://schemas.microsoft.com/office/drawing/2014/main" id="{844D7516-974D-44E1-880D-F80C9BBE9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565"/>
                <a:ext cx="80" cy="216"/>
              </a:xfrm>
              <a:custGeom>
                <a:avLst/>
                <a:gdLst>
                  <a:gd name="T0" fmla="*/ 0 w 32"/>
                  <a:gd name="T1" fmla="*/ 0 h 81"/>
                  <a:gd name="T2" fmla="*/ 283 w 32"/>
                  <a:gd name="T3" fmla="*/ 627 h 81"/>
                  <a:gd name="T4" fmla="*/ 500 w 32"/>
                  <a:gd name="T5" fmla="*/ 1536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81">
                    <a:moveTo>
                      <a:pt x="0" y="0"/>
                    </a:moveTo>
                    <a:cubicBezTo>
                      <a:pt x="12" y="7"/>
                      <a:pt x="14" y="21"/>
                      <a:pt x="18" y="33"/>
                    </a:cubicBezTo>
                    <a:cubicBezTo>
                      <a:pt x="22" y="48"/>
                      <a:pt x="32" y="65"/>
                      <a:pt x="32" y="8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69" name="Freeform 231">
                <a:extLst>
                  <a:ext uri="{FF2B5EF4-FFF2-40B4-BE49-F238E27FC236}">
                    <a16:creationId xmlns:a16="http://schemas.microsoft.com/office/drawing/2014/main" id="{093E5F2A-A8C9-4DB7-98DD-9E55B5008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581"/>
                <a:ext cx="120" cy="78"/>
              </a:xfrm>
              <a:custGeom>
                <a:avLst/>
                <a:gdLst>
                  <a:gd name="T0" fmla="*/ 0 w 48"/>
                  <a:gd name="T1" fmla="*/ 0 h 29"/>
                  <a:gd name="T2" fmla="*/ 425 w 48"/>
                  <a:gd name="T3" fmla="*/ 274 h 29"/>
                  <a:gd name="T4" fmla="*/ 688 w 48"/>
                  <a:gd name="T5" fmla="*/ 449 h 29"/>
                  <a:gd name="T6" fmla="*/ 750 w 48"/>
                  <a:gd name="T7" fmla="*/ 56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29">
                    <a:moveTo>
                      <a:pt x="0" y="0"/>
                    </a:moveTo>
                    <a:cubicBezTo>
                      <a:pt x="6" y="9"/>
                      <a:pt x="18" y="10"/>
                      <a:pt x="27" y="14"/>
                    </a:cubicBezTo>
                    <a:cubicBezTo>
                      <a:pt x="32" y="16"/>
                      <a:pt x="39" y="19"/>
                      <a:pt x="44" y="23"/>
                    </a:cubicBezTo>
                    <a:cubicBezTo>
                      <a:pt x="46" y="25"/>
                      <a:pt x="46" y="28"/>
                      <a:pt x="48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70" name="Freeform 232">
                <a:extLst>
                  <a:ext uri="{FF2B5EF4-FFF2-40B4-BE49-F238E27FC236}">
                    <a16:creationId xmlns:a16="http://schemas.microsoft.com/office/drawing/2014/main" id="{67A1BDA6-BF8D-4051-B1DF-945F2837F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592"/>
                <a:ext cx="40" cy="29"/>
              </a:xfrm>
              <a:custGeom>
                <a:avLst/>
                <a:gdLst>
                  <a:gd name="T0" fmla="*/ 0 w 16"/>
                  <a:gd name="T1" fmla="*/ 200 h 11"/>
                  <a:gd name="T2" fmla="*/ 250 w 1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">
                    <a:moveTo>
                      <a:pt x="0" y="11"/>
                    </a:moveTo>
                    <a:cubicBezTo>
                      <a:pt x="7" y="9"/>
                      <a:pt x="11" y="5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71" name="Freeform 233">
                <a:extLst>
                  <a:ext uri="{FF2B5EF4-FFF2-40B4-BE49-F238E27FC236}">
                    <a16:creationId xmlns:a16="http://schemas.microsoft.com/office/drawing/2014/main" id="{2E85450F-FA91-4D17-9E8D-28B3BB21F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205"/>
                <a:ext cx="42" cy="110"/>
              </a:xfrm>
              <a:custGeom>
                <a:avLst/>
                <a:gdLst>
                  <a:gd name="T0" fmla="*/ 12 w 17"/>
                  <a:gd name="T1" fmla="*/ 791 h 41"/>
                  <a:gd name="T2" fmla="*/ 257 w 17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1">
                    <a:moveTo>
                      <a:pt x="1" y="41"/>
                    </a:moveTo>
                    <a:cubicBezTo>
                      <a:pt x="0" y="26"/>
                      <a:pt x="10" y="13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72" name="Freeform 234">
                <a:extLst>
                  <a:ext uri="{FF2B5EF4-FFF2-40B4-BE49-F238E27FC236}">
                    <a16:creationId xmlns:a16="http://schemas.microsoft.com/office/drawing/2014/main" id="{D4DBD501-6F90-4470-81F7-6BAD81435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245"/>
                <a:ext cx="48" cy="30"/>
              </a:xfrm>
              <a:custGeom>
                <a:avLst/>
                <a:gdLst>
                  <a:gd name="T0" fmla="*/ 0 w 19"/>
                  <a:gd name="T1" fmla="*/ 185 h 11"/>
                  <a:gd name="T2" fmla="*/ 306 w 1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9"/>
                    </a:moveTo>
                    <a:cubicBezTo>
                      <a:pt x="6" y="11"/>
                      <a:pt x="17" y="4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73" name="Freeform 235">
                <a:extLst>
                  <a:ext uri="{FF2B5EF4-FFF2-40B4-BE49-F238E27FC236}">
                    <a16:creationId xmlns:a16="http://schemas.microsoft.com/office/drawing/2014/main" id="{0E1F53B8-9912-49F7-8EBC-77680982B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845"/>
                <a:ext cx="25" cy="43"/>
              </a:xfrm>
              <a:custGeom>
                <a:avLst/>
                <a:gdLst>
                  <a:gd name="T0" fmla="*/ 20 w 10"/>
                  <a:gd name="T1" fmla="*/ 312 h 16"/>
                  <a:gd name="T2" fmla="*/ 158 w 1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1" y="16"/>
                    </a:moveTo>
                    <a:cubicBezTo>
                      <a:pt x="0" y="10"/>
                      <a:pt x="5" y="4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74" name="Freeform 236">
                <a:extLst>
                  <a:ext uri="{FF2B5EF4-FFF2-40B4-BE49-F238E27FC236}">
                    <a16:creationId xmlns:a16="http://schemas.microsoft.com/office/drawing/2014/main" id="{EE2C9840-78F1-4695-BB90-71BA7074C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048"/>
                <a:ext cx="47" cy="45"/>
              </a:xfrm>
              <a:custGeom>
                <a:avLst/>
                <a:gdLst>
                  <a:gd name="T0" fmla="*/ 287 w 19"/>
                  <a:gd name="T1" fmla="*/ 0 h 17"/>
                  <a:gd name="T2" fmla="*/ 0 w 19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19" y="0"/>
                    </a:moveTo>
                    <a:cubicBezTo>
                      <a:pt x="6" y="1"/>
                      <a:pt x="7" y="9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75" name="Freeform 237">
                <a:extLst>
                  <a:ext uri="{FF2B5EF4-FFF2-40B4-BE49-F238E27FC236}">
                    <a16:creationId xmlns:a16="http://schemas.microsoft.com/office/drawing/2014/main" id="{63BB522A-B979-44A8-AC6F-2A2AC7F0D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941"/>
                <a:ext cx="65" cy="70"/>
              </a:xfrm>
              <a:custGeom>
                <a:avLst/>
                <a:gdLst>
                  <a:gd name="T0" fmla="*/ 0 w 26"/>
                  <a:gd name="T1" fmla="*/ 232 h 26"/>
                  <a:gd name="T2" fmla="*/ 208 w 26"/>
                  <a:gd name="T3" fmla="*/ 506 h 26"/>
                  <a:gd name="T4" fmla="*/ 408 w 26"/>
                  <a:gd name="T5" fmla="*/ 232 h 26"/>
                  <a:gd name="T6" fmla="*/ 408 w 26"/>
                  <a:gd name="T7" fmla="*/ 232 h 26"/>
                  <a:gd name="T8" fmla="*/ 208 w 26"/>
                  <a:gd name="T9" fmla="*/ 471 h 26"/>
                  <a:gd name="T10" fmla="*/ 33 w 26"/>
                  <a:gd name="T11" fmla="*/ 232 h 26"/>
                  <a:gd name="T12" fmla="*/ 208 w 26"/>
                  <a:gd name="T13" fmla="*/ 0 h 26"/>
                  <a:gd name="T14" fmla="*/ 208 w 26"/>
                  <a:gd name="T15" fmla="*/ 0 h 26"/>
                  <a:gd name="T16" fmla="*/ 0 w 26"/>
                  <a:gd name="T17" fmla="*/ 232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0" y="12"/>
                    </a:moveTo>
                    <a:cubicBezTo>
                      <a:pt x="0" y="20"/>
                      <a:pt x="6" y="26"/>
                      <a:pt x="13" y="26"/>
                    </a:cubicBezTo>
                    <a:cubicBezTo>
                      <a:pt x="21" y="26"/>
                      <a:pt x="26" y="20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9"/>
                      <a:pt x="20" y="24"/>
                      <a:pt x="13" y="24"/>
                    </a:cubicBezTo>
                    <a:cubicBezTo>
                      <a:pt x="7" y="24"/>
                      <a:pt x="2" y="19"/>
                      <a:pt x="2" y="12"/>
                    </a:cubicBezTo>
                    <a:cubicBezTo>
                      <a:pt x="2" y="6"/>
                      <a:pt x="7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6" y="0"/>
                      <a:pt x="0" y="5"/>
                      <a:pt x="0" y="1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76" name="Freeform 238">
                <a:extLst>
                  <a:ext uri="{FF2B5EF4-FFF2-40B4-BE49-F238E27FC236}">
                    <a16:creationId xmlns:a16="http://schemas.microsoft.com/office/drawing/2014/main" id="{0376E98D-6FDB-43DF-B4C5-62B19820F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043"/>
                <a:ext cx="358" cy="298"/>
              </a:xfrm>
              <a:custGeom>
                <a:avLst/>
                <a:gdLst>
                  <a:gd name="T0" fmla="*/ 1159 w 143"/>
                  <a:gd name="T1" fmla="*/ 1996 h 112"/>
                  <a:gd name="T2" fmla="*/ 1555 w 143"/>
                  <a:gd name="T3" fmla="*/ 1804 h 112"/>
                  <a:gd name="T4" fmla="*/ 1805 w 143"/>
                  <a:gd name="T5" fmla="*/ 1543 h 112"/>
                  <a:gd name="T6" fmla="*/ 2038 w 143"/>
                  <a:gd name="T7" fmla="*/ 1224 h 112"/>
                  <a:gd name="T8" fmla="*/ 2243 w 143"/>
                  <a:gd name="T9" fmla="*/ 886 h 112"/>
                  <a:gd name="T10" fmla="*/ 2038 w 143"/>
                  <a:gd name="T11" fmla="*/ 396 h 112"/>
                  <a:gd name="T12" fmla="*/ 1838 w 143"/>
                  <a:gd name="T13" fmla="*/ 136 h 112"/>
                  <a:gd name="T14" fmla="*/ 1522 w 143"/>
                  <a:gd name="T15" fmla="*/ 21 h 112"/>
                  <a:gd name="T16" fmla="*/ 1117 w 143"/>
                  <a:gd name="T17" fmla="*/ 192 h 112"/>
                  <a:gd name="T18" fmla="*/ 1129 w 143"/>
                  <a:gd name="T19" fmla="*/ 192 h 112"/>
                  <a:gd name="T20" fmla="*/ 721 w 143"/>
                  <a:gd name="T21" fmla="*/ 21 h 112"/>
                  <a:gd name="T22" fmla="*/ 408 w 143"/>
                  <a:gd name="T23" fmla="*/ 136 h 112"/>
                  <a:gd name="T24" fmla="*/ 220 w 143"/>
                  <a:gd name="T25" fmla="*/ 396 h 112"/>
                  <a:gd name="T26" fmla="*/ 0 w 143"/>
                  <a:gd name="T27" fmla="*/ 886 h 112"/>
                  <a:gd name="T28" fmla="*/ 220 w 143"/>
                  <a:gd name="T29" fmla="*/ 1224 h 112"/>
                  <a:gd name="T30" fmla="*/ 438 w 143"/>
                  <a:gd name="T31" fmla="*/ 1543 h 112"/>
                  <a:gd name="T32" fmla="*/ 688 w 143"/>
                  <a:gd name="T33" fmla="*/ 1804 h 112"/>
                  <a:gd name="T34" fmla="*/ 1084 w 143"/>
                  <a:gd name="T35" fmla="*/ 1996 h 112"/>
                  <a:gd name="T36" fmla="*/ 1159 w 143"/>
                  <a:gd name="T37" fmla="*/ 1996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3" h="112">
                    <a:moveTo>
                      <a:pt x="74" y="106"/>
                    </a:moveTo>
                    <a:cubicBezTo>
                      <a:pt x="93" y="112"/>
                      <a:pt x="96" y="102"/>
                      <a:pt x="99" y="96"/>
                    </a:cubicBezTo>
                    <a:cubicBezTo>
                      <a:pt x="102" y="89"/>
                      <a:pt x="104" y="86"/>
                      <a:pt x="115" y="82"/>
                    </a:cubicBezTo>
                    <a:cubicBezTo>
                      <a:pt x="127" y="77"/>
                      <a:pt x="123" y="68"/>
                      <a:pt x="130" y="65"/>
                    </a:cubicBezTo>
                    <a:cubicBezTo>
                      <a:pt x="136" y="63"/>
                      <a:pt x="143" y="56"/>
                      <a:pt x="143" y="47"/>
                    </a:cubicBezTo>
                    <a:cubicBezTo>
                      <a:pt x="143" y="39"/>
                      <a:pt x="132" y="29"/>
                      <a:pt x="130" y="21"/>
                    </a:cubicBezTo>
                    <a:cubicBezTo>
                      <a:pt x="127" y="14"/>
                      <a:pt x="123" y="9"/>
                      <a:pt x="117" y="7"/>
                    </a:cubicBezTo>
                    <a:cubicBezTo>
                      <a:pt x="111" y="6"/>
                      <a:pt x="109" y="0"/>
                      <a:pt x="97" y="1"/>
                    </a:cubicBezTo>
                    <a:cubicBezTo>
                      <a:pt x="86" y="2"/>
                      <a:pt x="79" y="10"/>
                      <a:pt x="71" y="10"/>
                    </a:cubicBezTo>
                    <a:cubicBezTo>
                      <a:pt x="72" y="10"/>
                      <a:pt x="72" y="10"/>
                      <a:pt x="72" y="10"/>
                    </a:cubicBezTo>
                    <a:cubicBezTo>
                      <a:pt x="64" y="10"/>
                      <a:pt x="58" y="2"/>
                      <a:pt x="46" y="1"/>
                    </a:cubicBezTo>
                    <a:cubicBezTo>
                      <a:pt x="34" y="0"/>
                      <a:pt x="33" y="6"/>
                      <a:pt x="26" y="7"/>
                    </a:cubicBezTo>
                    <a:cubicBezTo>
                      <a:pt x="20" y="9"/>
                      <a:pt x="16" y="14"/>
                      <a:pt x="14" y="21"/>
                    </a:cubicBezTo>
                    <a:cubicBezTo>
                      <a:pt x="11" y="29"/>
                      <a:pt x="0" y="39"/>
                      <a:pt x="0" y="47"/>
                    </a:cubicBezTo>
                    <a:cubicBezTo>
                      <a:pt x="0" y="56"/>
                      <a:pt x="7" y="63"/>
                      <a:pt x="14" y="65"/>
                    </a:cubicBezTo>
                    <a:cubicBezTo>
                      <a:pt x="20" y="68"/>
                      <a:pt x="16" y="77"/>
                      <a:pt x="28" y="82"/>
                    </a:cubicBezTo>
                    <a:cubicBezTo>
                      <a:pt x="40" y="86"/>
                      <a:pt x="41" y="89"/>
                      <a:pt x="44" y="96"/>
                    </a:cubicBezTo>
                    <a:cubicBezTo>
                      <a:pt x="48" y="102"/>
                      <a:pt x="50" y="112"/>
                      <a:pt x="69" y="106"/>
                    </a:cubicBezTo>
                    <a:cubicBezTo>
                      <a:pt x="71" y="104"/>
                      <a:pt x="73" y="105"/>
                      <a:pt x="74" y="10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77" name="Freeform 239">
                <a:extLst>
                  <a:ext uri="{FF2B5EF4-FFF2-40B4-BE49-F238E27FC236}">
                    <a16:creationId xmlns:a16="http://schemas.microsoft.com/office/drawing/2014/main" id="{E46119CD-5E9F-4622-849E-C58769CA8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515"/>
                <a:ext cx="1508" cy="965"/>
              </a:xfrm>
              <a:custGeom>
                <a:avLst/>
                <a:gdLst>
                  <a:gd name="T0" fmla="*/ 0 w 603"/>
                  <a:gd name="T1" fmla="*/ 2900 h 362"/>
                  <a:gd name="T2" fmla="*/ 83 w 603"/>
                  <a:gd name="T3" fmla="*/ 2650 h 362"/>
                  <a:gd name="T4" fmla="*/ 250 w 603"/>
                  <a:gd name="T5" fmla="*/ 2082 h 362"/>
                  <a:gd name="T6" fmla="*/ 863 w 603"/>
                  <a:gd name="T7" fmla="*/ 1002 h 362"/>
                  <a:gd name="T8" fmla="*/ 1958 w 603"/>
                  <a:gd name="T9" fmla="*/ 56 h 362"/>
                  <a:gd name="T10" fmla="*/ 2583 w 603"/>
                  <a:gd name="T11" fmla="*/ 477 h 362"/>
                  <a:gd name="T12" fmla="*/ 3189 w 603"/>
                  <a:gd name="T13" fmla="*/ 1285 h 362"/>
                  <a:gd name="T14" fmla="*/ 3521 w 603"/>
                  <a:gd name="T15" fmla="*/ 1741 h 362"/>
                  <a:gd name="T16" fmla="*/ 3834 w 603"/>
                  <a:gd name="T17" fmla="*/ 2389 h 362"/>
                  <a:gd name="T18" fmla="*/ 4066 w 603"/>
                  <a:gd name="T19" fmla="*/ 2820 h 362"/>
                  <a:gd name="T20" fmla="*/ 4179 w 603"/>
                  <a:gd name="T21" fmla="*/ 3617 h 362"/>
                  <a:gd name="T22" fmla="*/ 3784 w 603"/>
                  <a:gd name="T23" fmla="*/ 3865 h 362"/>
                  <a:gd name="T24" fmla="*/ 3646 w 603"/>
                  <a:gd name="T25" fmla="*/ 4433 h 362"/>
                  <a:gd name="T26" fmla="*/ 3941 w 603"/>
                  <a:gd name="T27" fmla="*/ 5606 h 362"/>
                  <a:gd name="T28" fmla="*/ 4254 w 603"/>
                  <a:gd name="T29" fmla="*/ 6118 h 362"/>
                  <a:gd name="T30" fmla="*/ 4679 w 603"/>
                  <a:gd name="T31" fmla="*/ 6459 h 362"/>
                  <a:gd name="T32" fmla="*/ 4847 w 603"/>
                  <a:gd name="T33" fmla="*/ 6856 h 362"/>
                  <a:gd name="T34" fmla="*/ 4847 w 603"/>
                  <a:gd name="T35" fmla="*/ 6856 h 362"/>
                  <a:gd name="T36" fmla="*/ 5004 w 603"/>
                  <a:gd name="T37" fmla="*/ 6459 h 362"/>
                  <a:gd name="T38" fmla="*/ 5429 w 603"/>
                  <a:gd name="T39" fmla="*/ 6118 h 362"/>
                  <a:gd name="T40" fmla="*/ 5742 w 603"/>
                  <a:gd name="T41" fmla="*/ 5606 h 362"/>
                  <a:gd name="T42" fmla="*/ 6035 w 603"/>
                  <a:gd name="T43" fmla="*/ 4433 h 362"/>
                  <a:gd name="T44" fmla="*/ 5897 w 603"/>
                  <a:gd name="T45" fmla="*/ 3865 h 362"/>
                  <a:gd name="T46" fmla="*/ 5504 w 603"/>
                  <a:gd name="T47" fmla="*/ 3617 h 362"/>
                  <a:gd name="T48" fmla="*/ 5617 w 603"/>
                  <a:gd name="T49" fmla="*/ 2820 h 362"/>
                  <a:gd name="T50" fmla="*/ 5847 w 603"/>
                  <a:gd name="T51" fmla="*/ 2389 h 362"/>
                  <a:gd name="T52" fmla="*/ 6160 w 603"/>
                  <a:gd name="T53" fmla="*/ 1741 h 362"/>
                  <a:gd name="T54" fmla="*/ 6505 w 603"/>
                  <a:gd name="T55" fmla="*/ 1285 h 362"/>
                  <a:gd name="T56" fmla="*/ 7097 w 603"/>
                  <a:gd name="T57" fmla="*/ 477 h 362"/>
                  <a:gd name="T58" fmla="*/ 7743 w 603"/>
                  <a:gd name="T59" fmla="*/ 56 h 362"/>
                  <a:gd name="T60" fmla="*/ 8838 w 603"/>
                  <a:gd name="T61" fmla="*/ 909 h 362"/>
                  <a:gd name="T62" fmla="*/ 9431 w 603"/>
                  <a:gd name="T63" fmla="*/ 1455 h 36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03" h="362">
                    <a:moveTo>
                      <a:pt x="0" y="153"/>
                    </a:moveTo>
                    <a:cubicBezTo>
                      <a:pt x="0" y="150"/>
                      <a:pt x="3" y="143"/>
                      <a:pt x="5" y="140"/>
                    </a:cubicBezTo>
                    <a:cubicBezTo>
                      <a:pt x="8" y="130"/>
                      <a:pt x="11" y="120"/>
                      <a:pt x="16" y="110"/>
                    </a:cubicBezTo>
                    <a:cubicBezTo>
                      <a:pt x="26" y="90"/>
                      <a:pt x="40" y="70"/>
                      <a:pt x="55" y="53"/>
                    </a:cubicBezTo>
                    <a:cubicBezTo>
                      <a:pt x="73" y="31"/>
                      <a:pt x="95" y="9"/>
                      <a:pt x="125" y="3"/>
                    </a:cubicBezTo>
                    <a:cubicBezTo>
                      <a:pt x="143" y="0"/>
                      <a:pt x="154" y="13"/>
                      <a:pt x="165" y="25"/>
                    </a:cubicBezTo>
                    <a:cubicBezTo>
                      <a:pt x="179" y="39"/>
                      <a:pt x="193" y="50"/>
                      <a:pt x="204" y="68"/>
                    </a:cubicBezTo>
                    <a:cubicBezTo>
                      <a:pt x="210" y="77"/>
                      <a:pt x="219" y="82"/>
                      <a:pt x="225" y="92"/>
                    </a:cubicBezTo>
                    <a:cubicBezTo>
                      <a:pt x="231" y="103"/>
                      <a:pt x="236" y="116"/>
                      <a:pt x="245" y="126"/>
                    </a:cubicBezTo>
                    <a:cubicBezTo>
                      <a:pt x="251" y="133"/>
                      <a:pt x="259" y="138"/>
                      <a:pt x="260" y="149"/>
                    </a:cubicBezTo>
                    <a:cubicBezTo>
                      <a:pt x="262" y="158"/>
                      <a:pt x="269" y="182"/>
                      <a:pt x="267" y="191"/>
                    </a:cubicBezTo>
                    <a:cubicBezTo>
                      <a:pt x="266" y="202"/>
                      <a:pt x="251" y="207"/>
                      <a:pt x="242" y="204"/>
                    </a:cubicBezTo>
                    <a:cubicBezTo>
                      <a:pt x="236" y="215"/>
                      <a:pt x="232" y="221"/>
                      <a:pt x="233" y="234"/>
                    </a:cubicBezTo>
                    <a:cubicBezTo>
                      <a:pt x="235" y="256"/>
                      <a:pt x="240" y="278"/>
                      <a:pt x="252" y="296"/>
                    </a:cubicBezTo>
                    <a:cubicBezTo>
                      <a:pt x="258" y="305"/>
                      <a:pt x="264" y="316"/>
                      <a:pt x="272" y="323"/>
                    </a:cubicBezTo>
                    <a:cubicBezTo>
                      <a:pt x="281" y="330"/>
                      <a:pt x="291" y="334"/>
                      <a:pt x="299" y="341"/>
                    </a:cubicBezTo>
                    <a:cubicBezTo>
                      <a:pt x="307" y="347"/>
                      <a:pt x="310" y="348"/>
                      <a:pt x="310" y="362"/>
                    </a:cubicBezTo>
                    <a:cubicBezTo>
                      <a:pt x="310" y="362"/>
                      <a:pt x="310" y="362"/>
                      <a:pt x="310" y="362"/>
                    </a:cubicBezTo>
                    <a:cubicBezTo>
                      <a:pt x="310" y="349"/>
                      <a:pt x="312" y="347"/>
                      <a:pt x="320" y="341"/>
                    </a:cubicBezTo>
                    <a:cubicBezTo>
                      <a:pt x="329" y="334"/>
                      <a:pt x="339" y="330"/>
                      <a:pt x="347" y="323"/>
                    </a:cubicBezTo>
                    <a:cubicBezTo>
                      <a:pt x="355" y="316"/>
                      <a:pt x="361" y="305"/>
                      <a:pt x="367" y="296"/>
                    </a:cubicBezTo>
                    <a:cubicBezTo>
                      <a:pt x="379" y="278"/>
                      <a:pt x="384" y="256"/>
                      <a:pt x="386" y="234"/>
                    </a:cubicBezTo>
                    <a:cubicBezTo>
                      <a:pt x="388" y="221"/>
                      <a:pt x="383" y="215"/>
                      <a:pt x="377" y="204"/>
                    </a:cubicBezTo>
                    <a:cubicBezTo>
                      <a:pt x="368" y="207"/>
                      <a:pt x="354" y="202"/>
                      <a:pt x="352" y="191"/>
                    </a:cubicBezTo>
                    <a:cubicBezTo>
                      <a:pt x="351" y="182"/>
                      <a:pt x="357" y="158"/>
                      <a:pt x="359" y="149"/>
                    </a:cubicBezTo>
                    <a:cubicBezTo>
                      <a:pt x="361" y="138"/>
                      <a:pt x="368" y="133"/>
                      <a:pt x="374" y="126"/>
                    </a:cubicBezTo>
                    <a:cubicBezTo>
                      <a:pt x="383" y="116"/>
                      <a:pt x="388" y="103"/>
                      <a:pt x="394" y="92"/>
                    </a:cubicBezTo>
                    <a:cubicBezTo>
                      <a:pt x="400" y="82"/>
                      <a:pt x="410" y="77"/>
                      <a:pt x="416" y="68"/>
                    </a:cubicBezTo>
                    <a:cubicBezTo>
                      <a:pt x="426" y="50"/>
                      <a:pt x="440" y="39"/>
                      <a:pt x="454" y="25"/>
                    </a:cubicBezTo>
                    <a:cubicBezTo>
                      <a:pt x="465" y="13"/>
                      <a:pt x="476" y="0"/>
                      <a:pt x="495" y="3"/>
                    </a:cubicBezTo>
                    <a:cubicBezTo>
                      <a:pt x="524" y="9"/>
                      <a:pt x="546" y="26"/>
                      <a:pt x="565" y="48"/>
                    </a:cubicBezTo>
                    <a:cubicBezTo>
                      <a:pt x="580" y="58"/>
                      <a:pt x="598" y="70"/>
                      <a:pt x="603" y="7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78" name="Freeform 240">
                <a:extLst>
                  <a:ext uri="{FF2B5EF4-FFF2-40B4-BE49-F238E27FC236}">
                    <a16:creationId xmlns:a16="http://schemas.microsoft.com/office/drawing/2014/main" id="{38ECDB59-94B1-45D4-B893-EE84F7BB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1597"/>
                <a:ext cx="360" cy="976"/>
              </a:xfrm>
              <a:custGeom>
                <a:avLst/>
                <a:gdLst>
                  <a:gd name="T0" fmla="*/ 0 w 144"/>
                  <a:gd name="T1" fmla="*/ 248 h 366"/>
                  <a:gd name="T2" fmla="*/ 958 w 144"/>
                  <a:gd name="T3" fmla="*/ 717 h 366"/>
                  <a:gd name="T4" fmla="*/ 1238 w 144"/>
                  <a:gd name="T5" fmla="*/ 1229 h 366"/>
                  <a:gd name="T6" fmla="*/ 1270 w 144"/>
                  <a:gd name="T7" fmla="*/ 1672 h 366"/>
                  <a:gd name="T8" fmla="*/ 1500 w 144"/>
                  <a:gd name="T9" fmla="*/ 2104 h 366"/>
                  <a:gd name="T10" fmla="*/ 1658 w 144"/>
                  <a:gd name="T11" fmla="*/ 2696 h 366"/>
                  <a:gd name="T12" fmla="*/ 1770 w 144"/>
                  <a:gd name="T13" fmla="*/ 3448 h 366"/>
                  <a:gd name="T14" fmla="*/ 1908 w 144"/>
                  <a:gd name="T15" fmla="*/ 5461 h 366"/>
                  <a:gd name="T16" fmla="*/ 2000 w 144"/>
                  <a:gd name="T17" fmla="*/ 6941 h 3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366">
                    <a:moveTo>
                      <a:pt x="0" y="13"/>
                    </a:moveTo>
                    <a:cubicBezTo>
                      <a:pt x="20" y="0"/>
                      <a:pt x="48" y="23"/>
                      <a:pt x="61" y="38"/>
                    </a:cubicBezTo>
                    <a:cubicBezTo>
                      <a:pt x="68" y="46"/>
                      <a:pt x="74" y="56"/>
                      <a:pt x="79" y="65"/>
                    </a:cubicBezTo>
                    <a:cubicBezTo>
                      <a:pt x="85" y="78"/>
                      <a:pt x="85" y="82"/>
                      <a:pt x="81" y="88"/>
                    </a:cubicBezTo>
                    <a:cubicBezTo>
                      <a:pt x="91" y="97"/>
                      <a:pt x="90" y="98"/>
                      <a:pt x="96" y="111"/>
                    </a:cubicBezTo>
                    <a:cubicBezTo>
                      <a:pt x="101" y="121"/>
                      <a:pt x="104" y="131"/>
                      <a:pt x="106" y="142"/>
                    </a:cubicBezTo>
                    <a:cubicBezTo>
                      <a:pt x="108" y="155"/>
                      <a:pt x="110" y="169"/>
                      <a:pt x="113" y="182"/>
                    </a:cubicBezTo>
                    <a:cubicBezTo>
                      <a:pt x="130" y="240"/>
                      <a:pt x="119" y="273"/>
                      <a:pt x="122" y="288"/>
                    </a:cubicBezTo>
                    <a:cubicBezTo>
                      <a:pt x="125" y="308"/>
                      <a:pt x="144" y="306"/>
                      <a:pt x="128" y="36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79" name="Freeform 241">
                <a:extLst>
                  <a:ext uri="{FF2B5EF4-FFF2-40B4-BE49-F238E27FC236}">
                    <a16:creationId xmlns:a16="http://schemas.microsoft.com/office/drawing/2014/main" id="{3A5AB1CB-2076-4670-8583-CEBCD6167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1827"/>
                <a:ext cx="235" cy="1154"/>
              </a:xfrm>
              <a:custGeom>
                <a:avLst/>
                <a:gdLst>
                  <a:gd name="T0" fmla="*/ 1145 w 94"/>
                  <a:gd name="T1" fmla="*/ 0 h 433"/>
                  <a:gd name="T2" fmla="*/ 908 w 94"/>
                  <a:gd name="T3" fmla="*/ 397 h 433"/>
                  <a:gd name="T4" fmla="*/ 958 w 94"/>
                  <a:gd name="T5" fmla="*/ 943 h 433"/>
                  <a:gd name="T6" fmla="*/ 1375 w 94"/>
                  <a:gd name="T7" fmla="*/ 3025 h 433"/>
                  <a:gd name="T8" fmla="*/ 1438 w 94"/>
                  <a:gd name="T9" fmla="*/ 5320 h 433"/>
                  <a:gd name="T10" fmla="*/ 1470 w 94"/>
                  <a:gd name="T11" fmla="*/ 6186 h 433"/>
                  <a:gd name="T12" fmla="*/ 1238 w 94"/>
                  <a:gd name="T13" fmla="*/ 7324 h 433"/>
                  <a:gd name="T14" fmla="*/ 645 w 94"/>
                  <a:gd name="T15" fmla="*/ 7891 h 433"/>
                  <a:gd name="T16" fmla="*/ 0 w 94"/>
                  <a:gd name="T17" fmla="*/ 8198 h 4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433">
                    <a:moveTo>
                      <a:pt x="73" y="0"/>
                    </a:moveTo>
                    <a:cubicBezTo>
                      <a:pt x="71" y="8"/>
                      <a:pt x="60" y="13"/>
                      <a:pt x="58" y="21"/>
                    </a:cubicBezTo>
                    <a:cubicBezTo>
                      <a:pt x="56" y="28"/>
                      <a:pt x="60" y="42"/>
                      <a:pt x="61" y="50"/>
                    </a:cubicBezTo>
                    <a:cubicBezTo>
                      <a:pt x="63" y="74"/>
                      <a:pt x="89" y="141"/>
                      <a:pt x="88" y="160"/>
                    </a:cubicBezTo>
                    <a:cubicBezTo>
                      <a:pt x="87" y="182"/>
                      <a:pt x="92" y="259"/>
                      <a:pt x="92" y="281"/>
                    </a:cubicBezTo>
                    <a:cubicBezTo>
                      <a:pt x="92" y="298"/>
                      <a:pt x="94" y="307"/>
                      <a:pt x="94" y="327"/>
                    </a:cubicBezTo>
                    <a:cubicBezTo>
                      <a:pt x="94" y="334"/>
                      <a:pt x="94" y="361"/>
                      <a:pt x="79" y="387"/>
                    </a:cubicBezTo>
                    <a:cubicBezTo>
                      <a:pt x="70" y="403"/>
                      <a:pt x="59" y="411"/>
                      <a:pt x="41" y="417"/>
                    </a:cubicBezTo>
                    <a:cubicBezTo>
                      <a:pt x="28" y="421"/>
                      <a:pt x="7" y="420"/>
                      <a:pt x="0" y="4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80" name="Freeform 242">
                <a:extLst>
                  <a:ext uri="{FF2B5EF4-FFF2-40B4-BE49-F238E27FC236}">
                    <a16:creationId xmlns:a16="http://schemas.microsoft.com/office/drawing/2014/main" id="{93540882-EDD8-46B6-9211-762190579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085"/>
                <a:ext cx="70" cy="582"/>
              </a:xfrm>
              <a:custGeom>
                <a:avLst/>
                <a:gdLst>
                  <a:gd name="T0" fmla="*/ 0 w 28"/>
                  <a:gd name="T1" fmla="*/ 0 h 218"/>
                  <a:gd name="T2" fmla="*/ 283 w 28"/>
                  <a:gd name="T3" fmla="*/ 606 h 218"/>
                  <a:gd name="T4" fmla="*/ 408 w 28"/>
                  <a:gd name="T5" fmla="*/ 1241 h 218"/>
                  <a:gd name="T6" fmla="*/ 363 w 28"/>
                  <a:gd name="T7" fmla="*/ 2608 h 218"/>
                  <a:gd name="T8" fmla="*/ 188 w 28"/>
                  <a:gd name="T9" fmla="*/ 4111 h 218"/>
                  <a:gd name="T10" fmla="*/ 188 w 28"/>
                  <a:gd name="T11" fmla="*/ 4090 h 2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18">
                    <a:moveTo>
                      <a:pt x="0" y="0"/>
                    </a:moveTo>
                    <a:cubicBezTo>
                      <a:pt x="3" y="10"/>
                      <a:pt x="14" y="22"/>
                      <a:pt x="18" y="32"/>
                    </a:cubicBezTo>
                    <a:cubicBezTo>
                      <a:pt x="21" y="42"/>
                      <a:pt x="25" y="54"/>
                      <a:pt x="26" y="65"/>
                    </a:cubicBezTo>
                    <a:cubicBezTo>
                      <a:pt x="28" y="88"/>
                      <a:pt x="23" y="113"/>
                      <a:pt x="23" y="137"/>
                    </a:cubicBezTo>
                    <a:cubicBezTo>
                      <a:pt x="23" y="164"/>
                      <a:pt x="12" y="187"/>
                      <a:pt x="12" y="216"/>
                    </a:cubicBezTo>
                    <a:cubicBezTo>
                      <a:pt x="12" y="218"/>
                      <a:pt x="12" y="218"/>
                      <a:pt x="12" y="2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81" name="Freeform 243">
                <a:extLst>
                  <a:ext uri="{FF2B5EF4-FFF2-40B4-BE49-F238E27FC236}">
                    <a16:creationId xmlns:a16="http://schemas.microsoft.com/office/drawing/2014/main" id="{8DAEE6B8-5958-4430-A394-66EA0B029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405"/>
                <a:ext cx="410" cy="120"/>
              </a:xfrm>
              <a:custGeom>
                <a:avLst/>
                <a:gdLst>
                  <a:gd name="T0" fmla="*/ 2563 w 164"/>
                  <a:gd name="T1" fmla="*/ 853 h 45"/>
                  <a:gd name="T2" fmla="*/ 1425 w 164"/>
                  <a:gd name="T3" fmla="*/ 227 h 45"/>
                  <a:gd name="T4" fmla="*/ 738 w 164"/>
                  <a:gd name="T5" fmla="*/ 115 h 45"/>
                  <a:gd name="T6" fmla="*/ 488 w 164"/>
                  <a:gd name="T7" fmla="*/ 21 h 45"/>
                  <a:gd name="T8" fmla="*/ 270 w 164"/>
                  <a:gd name="T9" fmla="*/ 285 h 45"/>
                  <a:gd name="T10" fmla="*/ 0 w 164"/>
                  <a:gd name="T11" fmla="*/ 547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4" h="45">
                    <a:moveTo>
                      <a:pt x="164" y="45"/>
                    </a:moveTo>
                    <a:cubicBezTo>
                      <a:pt x="150" y="30"/>
                      <a:pt x="107" y="18"/>
                      <a:pt x="91" y="12"/>
                    </a:cubicBezTo>
                    <a:cubicBezTo>
                      <a:pt x="76" y="6"/>
                      <a:pt x="62" y="9"/>
                      <a:pt x="47" y="6"/>
                    </a:cubicBezTo>
                    <a:cubicBezTo>
                      <a:pt x="43" y="5"/>
                      <a:pt x="34" y="0"/>
                      <a:pt x="31" y="1"/>
                    </a:cubicBezTo>
                    <a:cubicBezTo>
                      <a:pt x="25" y="1"/>
                      <a:pt x="21" y="11"/>
                      <a:pt x="17" y="15"/>
                    </a:cubicBezTo>
                    <a:cubicBezTo>
                      <a:pt x="13" y="23"/>
                      <a:pt x="7" y="27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82" name="Freeform 244">
                <a:extLst>
                  <a:ext uri="{FF2B5EF4-FFF2-40B4-BE49-F238E27FC236}">
                    <a16:creationId xmlns:a16="http://schemas.microsoft.com/office/drawing/2014/main" id="{438FA48A-5001-43AD-B088-9A1E9F684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1181"/>
                <a:ext cx="68" cy="227"/>
              </a:xfrm>
              <a:custGeom>
                <a:avLst/>
                <a:gdLst>
                  <a:gd name="T0" fmla="*/ 431 w 27"/>
                  <a:gd name="T1" fmla="*/ 1618 h 85"/>
                  <a:gd name="T2" fmla="*/ 159 w 27"/>
                  <a:gd name="T3" fmla="*/ 1084 h 85"/>
                  <a:gd name="T4" fmla="*/ 0 w 27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85">
                    <a:moveTo>
                      <a:pt x="27" y="85"/>
                    </a:moveTo>
                    <a:cubicBezTo>
                      <a:pt x="22" y="75"/>
                      <a:pt x="13" y="68"/>
                      <a:pt x="10" y="57"/>
                    </a:cubicBezTo>
                    <a:cubicBezTo>
                      <a:pt x="7" y="46"/>
                      <a:pt x="10" y="1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83" name="Freeform 245">
                <a:extLst>
                  <a:ext uri="{FF2B5EF4-FFF2-40B4-BE49-F238E27FC236}">
                    <a16:creationId xmlns:a16="http://schemas.microsoft.com/office/drawing/2014/main" id="{149149AB-2D19-4069-8455-2BE579EA8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776"/>
                <a:ext cx="58" cy="35"/>
              </a:xfrm>
              <a:custGeom>
                <a:avLst/>
                <a:gdLst>
                  <a:gd name="T0" fmla="*/ 351 w 23"/>
                  <a:gd name="T1" fmla="*/ 218 h 13"/>
                  <a:gd name="T2" fmla="*/ 179 w 23"/>
                  <a:gd name="T3" fmla="*/ 197 h 13"/>
                  <a:gd name="T4" fmla="*/ 0 w 23"/>
                  <a:gd name="T5" fmla="*/ 59 h 13"/>
                  <a:gd name="T6" fmla="*/ 209 w 23"/>
                  <a:gd name="T7" fmla="*/ 81 h 13"/>
                  <a:gd name="T8" fmla="*/ 351 w 23"/>
                  <a:gd name="T9" fmla="*/ 21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3">
                    <a:moveTo>
                      <a:pt x="22" y="11"/>
                    </a:moveTo>
                    <a:cubicBezTo>
                      <a:pt x="22" y="13"/>
                      <a:pt x="15" y="12"/>
                      <a:pt x="11" y="10"/>
                    </a:cubicBezTo>
                    <a:cubicBezTo>
                      <a:pt x="6" y="8"/>
                      <a:pt x="0" y="6"/>
                      <a:pt x="0" y="3"/>
                    </a:cubicBezTo>
                    <a:cubicBezTo>
                      <a:pt x="1" y="0"/>
                      <a:pt x="10" y="3"/>
                      <a:pt x="13" y="4"/>
                    </a:cubicBezTo>
                    <a:cubicBezTo>
                      <a:pt x="16" y="5"/>
                      <a:pt x="23" y="8"/>
                      <a:pt x="22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84" name="Freeform 246">
                <a:extLst>
                  <a:ext uri="{FF2B5EF4-FFF2-40B4-BE49-F238E27FC236}">
                    <a16:creationId xmlns:a16="http://schemas.microsoft.com/office/drawing/2014/main" id="{F698F6A0-1630-42F4-8868-0BC2801D4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027"/>
                <a:ext cx="33" cy="32"/>
              </a:xfrm>
              <a:custGeom>
                <a:avLst/>
                <a:gdLst>
                  <a:gd name="T0" fmla="*/ 213 w 13"/>
                  <a:gd name="T1" fmla="*/ 227 h 12"/>
                  <a:gd name="T2" fmla="*/ 0 w 1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cubicBezTo>
                      <a:pt x="10" y="8"/>
                      <a:pt x="7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85" name="Freeform 247">
                <a:extLst>
                  <a:ext uri="{FF2B5EF4-FFF2-40B4-BE49-F238E27FC236}">
                    <a16:creationId xmlns:a16="http://schemas.microsoft.com/office/drawing/2014/main" id="{D6366C9C-E08F-4F19-A260-A5027B171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2565"/>
                <a:ext cx="80" cy="216"/>
              </a:xfrm>
              <a:custGeom>
                <a:avLst/>
                <a:gdLst>
                  <a:gd name="T0" fmla="*/ 500 w 32"/>
                  <a:gd name="T1" fmla="*/ 0 h 81"/>
                  <a:gd name="T2" fmla="*/ 238 w 32"/>
                  <a:gd name="T3" fmla="*/ 627 h 81"/>
                  <a:gd name="T4" fmla="*/ 0 w 32"/>
                  <a:gd name="T5" fmla="*/ 1536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81">
                    <a:moveTo>
                      <a:pt x="32" y="0"/>
                    </a:moveTo>
                    <a:cubicBezTo>
                      <a:pt x="20" y="7"/>
                      <a:pt x="18" y="21"/>
                      <a:pt x="15" y="33"/>
                    </a:cubicBezTo>
                    <a:cubicBezTo>
                      <a:pt x="10" y="48"/>
                      <a:pt x="0" y="65"/>
                      <a:pt x="0" y="8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86" name="Freeform 248">
                <a:extLst>
                  <a:ext uri="{FF2B5EF4-FFF2-40B4-BE49-F238E27FC236}">
                    <a16:creationId xmlns:a16="http://schemas.microsoft.com/office/drawing/2014/main" id="{32F438A2-2F99-4F9E-89D7-256907DC8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845"/>
                <a:ext cx="25" cy="43"/>
              </a:xfrm>
              <a:custGeom>
                <a:avLst/>
                <a:gdLst>
                  <a:gd name="T0" fmla="*/ 145 w 10"/>
                  <a:gd name="T1" fmla="*/ 312 h 16"/>
                  <a:gd name="T2" fmla="*/ 0 w 1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9" y="16"/>
                    </a:moveTo>
                    <a:cubicBezTo>
                      <a:pt x="10" y="10"/>
                      <a:pt x="5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87" name="Freeform 249">
                <a:extLst>
                  <a:ext uri="{FF2B5EF4-FFF2-40B4-BE49-F238E27FC236}">
                    <a16:creationId xmlns:a16="http://schemas.microsoft.com/office/drawing/2014/main" id="{127646C9-696E-4975-BE75-E9D78A02B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224"/>
                <a:ext cx="10" cy="603"/>
              </a:xfrm>
              <a:custGeom>
                <a:avLst/>
                <a:gdLst>
                  <a:gd name="T0" fmla="*/ 0 w 4"/>
                  <a:gd name="T1" fmla="*/ 0 h 226"/>
                  <a:gd name="T2" fmla="*/ 33 w 4"/>
                  <a:gd name="T3" fmla="*/ 1558 h 226"/>
                  <a:gd name="T4" fmla="*/ 20 w 4"/>
                  <a:gd name="T5" fmla="*/ 3188 h 226"/>
                  <a:gd name="T6" fmla="*/ 20 w 4"/>
                  <a:gd name="T7" fmla="*/ 4293 h 2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26">
                    <a:moveTo>
                      <a:pt x="0" y="0"/>
                    </a:moveTo>
                    <a:cubicBezTo>
                      <a:pt x="0" y="17"/>
                      <a:pt x="4" y="58"/>
                      <a:pt x="2" y="82"/>
                    </a:cubicBezTo>
                    <a:cubicBezTo>
                      <a:pt x="0" y="106"/>
                      <a:pt x="1" y="152"/>
                      <a:pt x="1" y="168"/>
                    </a:cubicBezTo>
                    <a:cubicBezTo>
                      <a:pt x="1" y="183"/>
                      <a:pt x="1" y="221"/>
                      <a:pt x="1" y="226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88" name="Freeform 250">
                <a:extLst>
                  <a:ext uri="{FF2B5EF4-FFF2-40B4-BE49-F238E27FC236}">
                    <a16:creationId xmlns:a16="http://schemas.microsoft.com/office/drawing/2014/main" id="{31BAE7CB-B2BB-4052-97A2-FD3CD23F5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448"/>
                <a:ext cx="8" cy="376"/>
              </a:xfrm>
              <a:custGeom>
                <a:avLst/>
                <a:gdLst>
                  <a:gd name="T0" fmla="*/ 21 w 3"/>
                  <a:gd name="T1" fmla="*/ 0 h 141"/>
                  <a:gd name="T2" fmla="*/ 56 w 3"/>
                  <a:gd name="T3" fmla="*/ 2125 h 141"/>
                  <a:gd name="T4" fmla="*/ 21 w 3"/>
                  <a:gd name="T5" fmla="*/ 2675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41">
                    <a:moveTo>
                      <a:pt x="1" y="0"/>
                    </a:moveTo>
                    <a:cubicBezTo>
                      <a:pt x="0" y="12"/>
                      <a:pt x="3" y="92"/>
                      <a:pt x="3" y="112"/>
                    </a:cubicBezTo>
                    <a:cubicBezTo>
                      <a:pt x="2" y="132"/>
                      <a:pt x="1" y="141"/>
                      <a:pt x="1" y="141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89" name="Freeform 251">
                <a:extLst>
                  <a:ext uri="{FF2B5EF4-FFF2-40B4-BE49-F238E27FC236}">
                    <a16:creationId xmlns:a16="http://schemas.microsoft.com/office/drawing/2014/main" id="{AA6FA378-141B-403F-A660-D9D02C5EB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84"/>
                <a:ext cx="248" cy="237"/>
              </a:xfrm>
              <a:custGeom>
                <a:avLst/>
                <a:gdLst>
                  <a:gd name="T0" fmla="*/ 1556 w 99"/>
                  <a:gd name="T1" fmla="*/ 865 h 89"/>
                  <a:gd name="T2" fmla="*/ 1288 w 99"/>
                  <a:gd name="T3" fmla="*/ 149 h 89"/>
                  <a:gd name="T4" fmla="*/ 1288 w 99"/>
                  <a:gd name="T5" fmla="*/ 149 h 89"/>
                  <a:gd name="T6" fmla="*/ 1117 w 99"/>
                  <a:gd name="T7" fmla="*/ 136 h 89"/>
                  <a:gd name="T8" fmla="*/ 942 w 99"/>
                  <a:gd name="T9" fmla="*/ 0 h 89"/>
                  <a:gd name="T10" fmla="*/ 942 w 99"/>
                  <a:gd name="T11" fmla="*/ 0 h 89"/>
                  <a:gd name="T12" fmla="*/ 784 w 99"/>
                  <a:gd name="T13" fmla="*/ 320 h 89"/>
                  <a:gd name="T14" fmla="*/ 784 w 99"/>
                  <a:gd name="T15" fmla="*/ 320 h 89"/>
                  <a:gd name="T16" fmla="*/ 614 w 99"/>
                  <a:gd name="T17" fmla="*/ 0 h 89"/>
                  <a:gd name="T18" fmla="*/ 614 w 99"/>
                  <a:gd name="T19" fmla="*/ 0 h 89"/>
                  <a:gd name="T20" fmla="*/ 458 w 99"/>
                  <a:gd name="T21" fmla="*/ 136 h 89"/>
                  <a:gd name="T22" fmla="*/ 283 w 99"/>
                  <a:gd name="T23" fmla="*/ 149 h 89"/>
                  <a:gd name="T24" fmla="*/ 271 w 99"/>
                  <a:gd name="T25" fmla="*/ 149 h 89"/>
                  <a:gd name="T26" fmla="*/ 0 w 99"/>
                  <a:gd name="T27" fmla="*/ 865 h 89"/>
                  <a:gd name="T28" fmla="*/ 0 w 99"/>
                  <a:gd name="T29" fmla="*/ 908 h 89"/>
                  <a:gd name="T30" fmla="*/ 113 w 99"/>
                  <a:gd name="T31" fmla="*/ 1680 h 89"/>
                  <a:gd name="T32" fmla="*/ 125 w 99"/>
                  <a:gd name="T33" fmla="*/ 1680 h 89"/>
                  <a:gd name="T34" fmla="*/ 471 w 99"/>
                  <a:gd name="T35" fmla="*/ 815 h 89"/>
                  <a:gd name="T36" fmla="*/ 458 w 99"/>
                  <a:gd name="T37" fmla="*/ 716 h 89"/>
                  <a:gd name="T38" fmla="*/ 784 w 99"/>
                  <a:gd name="T39" fmla="*/ 431 h 89"/>
                  <a:gd name="T40" fmla="*/ 1117 w 99"/>
                  <a:gd name="T41" fmla="*/ 716 h 89"/>
                  <a:gd name="T42" fmla="*/ 1085 w 99"/>
                  <a:gd name="T43" fmla="*/ 815 h 89"/>
                  <a:gd name="T44" fmla="*/ 1443 w 99"/>
                  <a:gd name="T45" fmla="*/ 1680 h 89"/>
                  <a:gd name="T46" fmla="*/ 1443 w 99"/>
                  <a:gd name="T47" fmla="*/ 1680 h 89"/>
                  <a:gd name="T48" fmla="*/ 1556 w 99"/>
                  <a:gd name="T49" fmla="*/ 908 h 89"/>
                  <a:gd name="T50" fmla="*/ 1556 w 99"/>
                  <a:gd name="T51" fmla="*/ 865 h 8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9" h="89">
                    <a:moveTo>
                      <a:pt x="99" y="46"/>
                    </a:moveTo>
                    <a:cubicBezTo>
                      <a:pt x="90" y="32"/>
                      <a:pt x="77" y="34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0" y="10"/>
                      <a:pt x="75" y="9"/>
                      <a:pt x="71" y="7"/>
                    </a:cubicBezTo>
                    <a:cubicBezTo>
                      <a:pt x="66" y="5"/>
                      <a:pt x="60" y="3"/>
                      <a:pt x="6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9" y="9"/>
                      <a:pt x="56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43" y="17"/>
                      <a:pt x="40" y="9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3"/>
                      <a:pt x="33" y="5"/>
                      <a:pt x="29" y="7"/>
                    </a:cubicBezTo>
                    <a:cubicBezTo>
                      <a:pt x="24" y="9"/>
                      <a:pt x="19" y="10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22" y="34"/>
                      <a:pt x="10" y="32"/>
                      <a:pt x="0" y="46"/>
                    </a:cubicBezTo>
                    <a:cubicBezTo>
                      <a:pt x="0" y="47"/>
                      <a:pt x="0" y="47"/>
                      <a:pt x="0" y="48"/>
                    </a:cubicBezTo>
                    <a:cubicBezTo>
                      <a:pt x="2" y="57"/>
                      <a:pt x="8" y="80"/>
                      <a:pt x="7" y="89"/>
                    </a:cubicBezTo>
                    <a:cubicBezTo>
                      <a:pt x="7" y="89"/>
                      <a:pt x="8" y="89"/>
                      <a:pt x="8" y="89"/>
                    </a:cubicBezTo>
                    <a:cubicBezTo>
                      <a:pt x="8" y="63"/>
                      <a:pt x="19" y="50"/>
                      <a:pt x="30" y="43"/>
                    </a:cubicBezTo>
                    <a:cubicBezTo>
                      <a:pt x="29" y="42"/>
                      <a:pt x="29" y="40"/>
                      <a:pt x="29" y="38"/>
                    </a:cubicBezTo>
                    <a:cubicBezTo>
                      <a:pt x="29" y="30"/>
                      <a:pt x="38" y="23"/>
                      <a:pt x="50" y="23"/>
                    </a:cubicBezTo>
                    <a:cubicBezTo>
                      <a:pt x="61" y="23"/>
                      <a:pt x="71" y="30"/>
                      <a:pt x="71" y="38"/>
                    </a:cubicBezTo>
                    <a:cubicBezTo>
                      <a:pt x="71" y="40"/>
                      <a:pt x="70" y="42"/>
                      <a:pt x="69" y="43"/>
                    </a:cubicBezTo>
                    <a:cubicBezTo>
                      <a:pt x="81" y="50"/>
                      <a:pt x="92" y="64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1" y="80"/>
                      <a:pt x="97" y="57"/>
                      <a:pt x="99" y="48"/>
                    </a:cubicBezTo>
                    <a:cubicBezTo>
                      <a:pt x="99" y="47"/>
                      <a:pt x="99" y="47"/>
                      <a:pt x="99" y="4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90" name="Freeform 252">
                <a:extLst>
                  <a:ext uri="{FF2B5EF4-FFF2-40B4-BE49-F238E27FC236}">
                    <a16:creationId xmlns:a16="http://schemas.microsoft.com/office/drawing/2014/main" id="{2EFBCD9E-B93E-4B30-B575-683A1C630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131"/>
                <a:ext cx="142" cy="744"/>
              </a:xfrm>
              <a:custGeom>
                <a:avLst/>
                <a:gdLst>
                  <a:gd name="T0" fmla="*/ 404 w 57"/>
                  <a:gd name="T1" fmla="*/ 2525 h 279"/>
                  <a:gd name="T2" fmla="*/ 125 w 57"/>
                  <a:gd name="T3" fmla="*/ 4928 h 279"/>
                  <a:gd name="T4" fmla="*/ 125 w 57"/>
                  <a:gd name="T5" fmla="*/ 4928 h 279"/>
                  <a:gd name="T6" fmla="*/ 217 w 57"/>
                  <a:gd name="T7" fmla="*/ 5291 h 279"/>
                  <a:gd name="T8" fmla="*/ 508 w 57"/>
                  <a:gd name="T9" fmla="*/ 4915 h 279"/>
                  <a:gd name="T10" fmla="*/ 725 w 57"/>
                  <a:gd name="T11" fmla="*/ 4971 h 279"/>
                  <a:gd name="T12" fmla="*/ 882 w 57"/>
                  <a:gd name="T13" fmla="*/ 4629 h 279"/>
                  <a:gd name="T14" fmla="*/ 882 w 57"/>
                  <a:gd name="T15" fmla="*/ 4608 h 279"/>
                  <a:gd name="T16" fmla="*/ 620 w 57"/>
                  <a:gd name="T17" fmla="*/ 3208 h 279"/>
                  <a:gd name="T18" fmla="*/ 384 w 57"/>
                  <a:gd name="T19" fmla="*/ 832 h 279"/>
                  <a:gd name="T20" fmla="*/ 125 w 57"/>
                  <a:gd name="T21" fmla="*/ 35 h 279"/>
                  <a:gd name="T22" fmla="*/ 187 w 57"/>
                  <a:gd name="T23" fmla="*/ 704 h 279"/>
                  <a:gd name="T24" fmla="*/ 404 w 57"/>
                  <a:gd name="T25" fmla="*/ 2525 h 2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7" h="279">
                    <a:moveTo>
                      <a:pt x="26" y="133"/>
                    </a:moveTo>
                    <a:cubicBezTo>
                      <a:pt x="30" y="187"/>
                      <a:pt x="28" y="250"/>
                      <a:pt x="8" y="260"/>
                    </a:cubicBezTo>
                    <a:cubicBezTo>
                      <a:pt x="8" y="260"/>
                      <a:pt x="8" y="260"/>
                      <a:pt x="8" y="260"/>
                    </a:cubicBezTo>
                    <a:cubicBezTo>
                      <a:pt x="7" y="271"/>
                      <a:pt x="10" y="275"/>
                      <a:pt x="14" y="279"/>
                    </a:cubicBezTo>
                    <a:cubicBezTo>
                      <a:pt x="19" y="276"/>
                      <a:pt x="28" y="262"/>
                      <a:pt x="33" y="259"/>
                    </a:cubicBezTo>
                    <a:cubicBezTo>
                      <a:pt x="38" y="255"/>
                      <a:pt x="41" y="257"/>
                      <a:pt x="47" y="262"/>
                    </a:cubicBezTo>
                    <a:cubicBezTo>
                      <a:pt x="51" y="257"/>
                      <a:pt x="54" y="250"/>
                      <a:pt x="57" y="244"/>
                    </a:cubicBezTo>
                    <a:cubicBezTo>
                      <a:pt x="57" y="244"/>
                      <a:pt x="57" y="243"/>
                      <a:pt x="57" y="243"/>
                    </a:cubicBezTo>
                    <a:cubicBezTo>
                      <a:pt x="41" y="234"/>
                      <a:pt x="42" y="192"/>
                      <a:pt x="40" y="169"/>
                    </a:cubicBezTo>
                    <a:cubicBezTo>
                      <a:pt x="38" y="145"/>
                      <a:pt x="31" y="75"/>
                      <a:pt x="25" y="44"/>
                    </a:cubicBezTo>
                    <a:cubicBezTo>
                      <a:pt x="19" y="14"/>
                      <a:pt x="15" y="0"/>
                      <a:pt x="8" y="2"/>
                    </a:cubicBezTo>
                    <a:cubicBezTo>
                      <a:pt x="0" y="5"/>
                      <a:pt x="6" y="22"/>
                      <a:pt x="12" y="37"/>
                    </a:cubicBezTo>
                    <a:cubicBezTo>
                      <a:pt x="18" y="53"/>
                      <a:pt x="23" y="79"/>
                      <a:pt x="26" y="13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91" name="Freeform 253">
                <a:extLst>
                  <a:ext uri="{FF2B5EF4-FFF2-40B4-BE49-F238E27FC236}">
                    <a16:creationId xmlns:a16="http://schemas.microsoft.com/office/drawing/2014/main" id="{6C54C83D-9402-4A0C-B454-33CEB09C7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131"/>
                <a:ext cx="145" cy="744"/>
              </a:xfrm>
              <a:custGeom>
                <a:avLst/>
                <a:gdLst>
                  <a:gd name="T0" fmla="*/ 175 w 58"/>
                  <a:gd name="T1" fmla="*/ 4984 h 279"/>
                  <a:gd name="T2" fmla="*/ 188 w 58"/>
                  <a:gd name="T3" fmla="*/ 4971 h 279"/>
                  <a:gd name="T4" fmla="*/ 375 w 58"/>
                  <a:gd name="T5" fmla="*/ 4915 h 279"/>
                  <a:gd name="T6" fmla="*/ 675 w 58"/>
                  <a:gd name="T7" fmla="*/ 5291 h 279"/>
                  <a:gd name="T8" fmla="*/ 770 w 58"/>
                  <a:gd name="T9" fmla="*/ 4928 h 279"/>
                  <a:gd name="T10" fmla="*/ 770 w 58"/>
                  <a:gd name="T11" fmla="*/ 4928 h 279"/>
                  <a:gd name="T12" fmla="*/ 488 w 58"/>
                  <a:gd name="T13" fmla="*/ 2525 h 279"/>
                  <a:gd name="T14" fmla="*/ 720 w 58"/>
                  <a:gd name="T15" fmla="*/ 704 h 279"/>
                  <a:gd name="T16" fmla="*/ 783 w 58"/>
                  <a:gd name="T17" fmla="*/ 35 h 279"/>
                  <a:gd name="T18" fmla="*/ 520 w 58"/>
                  <a:gd name="T19" fmla="*/ 832 h 279"/>
                  <a:gd name="T20" fmla="*/ 270 w 58"/>
                  <a:gd name="T21" fmla="*/ 3208 h 279"/>
                  <a:gd name="T22" fmla="*/ 20 w 58"/>
                  <a:gd name="T23" fmla="*/ 4608 h 279"/>
                  <a:gd name="T24" fmla="*/ 0 w 58"/>
                  <a:gd name="T25" fmla="*/ 4629 h 279"/>
                  <a:gd name="T26" fmla="*/ 175 w 58"/>
                  <a:gd name="T27" fmla="*/ 4984 h 27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8" h="279">
                    <a:moveTo>
                      <a:pt x="11" y="263"/>
                    </a:moveTo>
                    <a:cubicBezTo>
                      <a:pt x="11" y="262"/>
                      <a:pt x="12" y="262"/>
                      <a:pt x="12" y="262"/>
                    </a:cubicBezTo>
                    <a:cubicBezTo>
                      <a:pt x="18" y="257"/>
                      <a:pt x="20" y="255"/>
                      <a:pt x="24" y="259"/>
                    </a:cubicBezTo>
                    <a:cubicBezTo>
                      <a:pt x="29" y="262"/>
                      <a:pt x="39" y="276"/>
                      <a:pt x="43" y="279"/>
                    </a:cubicBezTo>
                    <a:cubicBezTo>
                      <a:pt x="47" y="275"/>
                      <a:pt x="50" y="270"/>
                      <a:pt x="49" y="260"/>
                    </a:cubicBezTo>
                    <a:cubicBezTo>
                      <a:pt x="49" y="260"/>
                      <a:pt x="49" y="260"/>
                      <a:pt x="49" y="260"/>
                    </a:cubicBezTo>
                    <a:cubicBezTo>
                      <a:pt x="29" y="250"/>
                      <a:pt x="28" y="187"/>
                      <a:pt x="31" y="133"/>
                    </a:cubicBezTo>
                    <a:cubicBezTo>
                      <a:pt x="34" y="79"/>
                      <a:pt x="39" y="53"/>
                      <a:pt x="46" y="37"/>
                    </a:cubicBezTo>
                    <a:cubicBezTo>
                      <a:pt x="51" y="22"/>
                      <a:pt x="58" y="5"/>
                      <a:pt x="50" y="2"/>
                    </a:cubicBezTo>
                    <a:cubicBezTo>
                      <a:pt x="42" y="0"/>
                      <a:pt x="38" y="14"/>
                      <a:pt x="33" y="44"/>
                    </a:cubicBezTo>
                    <a:cubicBezTo>
                      <a:pt x="27" y="75"/>
                      <a:pt x="19" y="145"/>
                      <a:pt x="17" y="169"/>
                    </a:cubicBezTo>
                    <a:cubicBezTo>
                      <a:pt x="15" y="192"/>
                      <a:pt x="16" y="234"/>
                      <a:pt x="1" y="243"/>
                    </a:cubicBezTo>
                    <a:cubicBezTo>
                      <a:pt x="0" y="244"/>
                      <a:pt x="0" y="244"/>
                      <a:pt x="0" y="244"/>
                    </a:cubicBezTo>
                    <a:cubicBezTo>
                      <a:pt x="3" y="250"/>
                      <a:pt x="7" y="257"/>
                      <a:pt x="11" y="2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92" name="Freeform 254">
                <a:extLst>
                  <a:ext uri="{FF2B5EF4-FFF2-40B4-BE49-F238E27FC236}">
                    <a16:creationId xmlns:a16="http://schemas.microsoft.com/office/drawing/2014/main" id="{92EBEA73-264A-41BE-A837-99862ABE5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339"/>
                <a:ext cx="228" cy="88"/>
              </a:xfrm>
              <a:custGeom>
                <a:avLst/>
                <a:gdLst>
                  <a:gd name="T0" fmla="*/ 1431 w 91"/>
                  <a:gd name="T1" fmla="*/ 93 h 33"/>
                  <a:gd name="T2" fmla="*/ 722 w 91"/>
                  <a:gd name="T3" fmla="*/ 0 h 33"/>
                  <a:gd name="T4" fmla="*/ 709 w 91"/>
                  <a:gd name="T5" fmla="*/ 0 h 33"/>
                  <a:gd name="T6" fmla="*/ 0 w 91"/>
                  <a:gd name="T7" fmla="*/ 93 h 33"/>
                  <a:gd name="T8" fmla="*/ 0 w 91"/>
                  <a:gd name="T9" fmla="*/ 93 h 33"/>
                  <a:gd name="T10" fmla="*/ 125 w 91"/>
                  <a:gd name="T11" fmla="*/ 264 h 33"/>
                  <a:gd name="T12" fmla="*/ 551 w 91"/>
                  <a:gd name="T13" fmla="*/ 605 h 33"/>
                  <a:gd name="T14" fmla="*/ 564 w 91"/>
                  <a:gd name="T15" fmla="*/ 627 h 33"/>
                  <a:gd name="T16" fmla="*/ 584 w 91"/>
                  <a:gd name="T17" fmla="*/ 627 h 33"/>
                  <a:gd name="T18" fmla="*/ 709 w 91"/>
                  <a:gd name="T19" fmla="*/ 589 h 33"/>
                  <a:gd name="T20" fmla="*/ 722 w 91"/>
                  <a:gd name="T21" fmla="*/ 589 h 33"/>
                  <a:gd name="T22" fmla="*/ 867 w 91"/>
                  <a:gd name="T23" fmla="*/ 627 h 33"/>
                  <a:gd name="T24" fmla="*/ 867 w 91"/>
                  <a:gd name="T25" fmla="*/ 627 h 33"/>
                  <a:gd name="T26" fmla="*/ 879 w 91"/>
                  <a:gd name="T27" fmla="*/ 605 h 33"/>
                  <a:gd name="T28" fmla="*/ 1305 w 91"/>
                  <a:gd name="T29" fmla="*/ 264 h 33"/>
                  <a:gd name="T30" fmla="*/ 1431 w 91"/>
                  <a:gd name="T31" fmla="*/ 93 h 3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1" h="33">
                    <a:moveTo>
                      <a:pt x="91" y="5"/>
                    </a:moveTo>
                    <a:cubicBezTo>
                      <a:pt x="77" y="2"/>
                      <a:pt x="61" y="0"/>
                      <a:pt x="46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0" y="0"/>
                      <a:pt x="14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8"/>
                      <a:pt x="5" y="11"/>
                      <a:pt x="8" y="14"/>
                    </a:cubicBezTo>
                    <a:cubicBezTo>
                      <a:pt x="17" y="21"/>
                      <a:pt x="27" y="25"/>
                      <a:pt x="35" y="32"/>
                    </a:cubicBezTo>
                    <a:cubicBezTo>
                      <a:pt x="35" y="32"/>
                      <a:pt x="36" y="32"/>
                      <a:pt x="36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9" y="31"/>
                      <a:pt x="42" y="31"/>
                      <a:pt x="45" y="31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9" y="31"/>
                      <a:pt x="52" y="31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6" y="32"/>
                      <a:pt x="56" y="32"/>
                    </a:cubicBezTo>
                    <a:cubicBezTo>
                      <a:pt x="65" y="25"/>
                      <a:pt x="75" y="21"/>
                      <a:pt x="83" y="14"/>
                    </a:cubicBezTo>
                    <a:cubicBezTo>
                      <a:pt x="86" y="11"/>
                      <a:pt x="89" y="8"/>
                      <a:pt x="91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93" name="Freeform 255">
                <a:extLst>
                  <a:ext uri="{FF2B5EF4-FFF2-40B4-BE49-F238E27FC236}">
                    <a16:creationId xmlns:a16="http://schemas.microsoft.com/office/drawing/2014/main" id="{160EC695-A6EB-481E-BE25-7FE4893B6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480"/>
                <a:ext cx="10" cy="600"/>
              </a:xfrm>
              <a:custGeom>
                <a:avLst/>
                <a:gdLst>
                  <a:gd name="T0" fmla="*/ 33 w 4"/>
                  <a:gd name="T1" fmla="*/ 0 h 225"/>
                  <a:gd name="T2" fmla="*/ 20 w 4"/>
                  <a:gd name="T3" fmla="*/ 1101 h 225"/>
                  <a:gd name="T4" fmla="*/ 50 w 4"/>
                  <a:gd name="T5" fmla="*/ 2083 h 225"/>
                  <a:gd name="T6" fmla="*/ 20 w 4"/>
                  <a:gd name="T7" fmla="*/ 3037 h 225"/>
                  <a:gd name="T8" fmla="*/ 33 w 4"/>
                  <a:gd name="T9" fmla="*/ 4267 h 2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25">
                    <a:moveTo>
                      <a:pt x="2" y="0"/>
                    </a:moveTo>
                    <a:cubicBezTo>
                      <a:pt x="2" y="15"/>
                      <a:pt x="3" y="43"/>
                      <a:pt x="1" y="58"/>
                    </a:cubicBezTo>
                    <a:cubicBezTo>
                      <a:pt x="0" y="73"/>
                      <a:pt x="2" y="98"/>
                      <a:pt x="3" y="110"/>
                    </a:cubicBezTo>
                    <a:cubicBezTo>
                      <a:pt x="4" y="123"/>
                      <a:pt x="1" y="138"/>
                      <a:pt x="1" y="160"/>
                    </a:cubicBezTo>
                    <a:cubicBezTo>
                      <a:pt x="1" y="183"/>
                      <a:pt x="2" y="214"/>
                      <a:pt x="2" y="225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94" name="Freeform 256">
                <a:extLst>
                  <a:ext uri="{FF2B5EF4-FFF2-40B4-BE49-F238E27FC236}">
                    <a16:creationId xmlns:a16="http://schemas.microsoft.com/office/drawing/2014/main" id="{7DB0FBA8-896A-4766-AB32-BCC528C54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664"/>
                <a:ext cx="12" cy="419"/>
              </a:xfrm>
              <a:custGeom>
                <a:avLst/>
                <a:gdLst>
                  <a:gd name="T0" fmla="*/ 58 w 5"/>
                  <a:gd name="T1" fmla="*/ 0 h 157"/>
                  <a:gd name="T2" fmla="*/ 41 w 5"/>
                  <a:gd name="T3" fmla="*/ 934 h 157"/>
                  <a:gd name="T4" fmla="*/ 12 w 5"/>
                  <a:gd name="T5" fmla="*/ 1823 h 157"/>
                  <a:gd name="T6" fmla="*/ 70 w 5"/>
                  <a:gd name="T7" fmla="*/ 298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57">
                    <a:moveTo>
                      <a:pt x="4" y="0"/>
                    </a:moveTo>
                    <a:cubicBezTo>
                      <a:pt x="4" y="7"/>
                      <a:pt x="3" y="33"/>
                      <a:pt x="3" y="49"/>
                    </a:cubicBezTo>
                    <a:cubicBezTo>
                      <a:pt x="3" y="66"/>
                      <a:pt x="2" y="81"/>
                      <a:pt x="1" y="96"/>
                    </a:cubicBezTo>
                    <a:cubicBezTo>
                      <a:pt x="0" y="111"/>
                      <a:pt x="5" y="148"/>
                      <a:pt x="5" y="157"/>
                    </a:cubicBezTo>
                  </a:path>
                </a:pathLst>
              </a:custGeom>
              <a:noFill/>
              <a:ln w="158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95" name="Freeform 257">
                <a:extLst>
                  <a:ext uri="{FF2B5EF4-FFF2-40B4-BE49-F238E27FC236}">
                    <a16:creationId xmlns:a16="http://schemas.microsoft.com/office/drawing/2014/main" id="{29800B33-BCB3-4537-9DE2-90215CF5E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120"/>
                <a:ext cx="32" cy="72"/>
              </a:xfrm>
              <a:custGeom>
                <a:avLst/>
                <a:gdLst>
                  <a:gd name="T0" fmla="*/ 0 w 13"/>
                  <a:gd name="T1" fmla="*/ 0 h 27"/>
                  <a:gd name="T2" fmla="*/ 133 w 13"/>
                  <a:gd name="T3" fmla="*/ 192 h 27"/>
                  <a:gd name="T4" fmla="*/ 194 w 13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0" y="0"/>
                    </a:moveTo>
                    <a:cubicBezTo>
                      <a:pt x="4" y="3"/>
                      <a:pt x="7" y="6"/>
                      <a:pt x="9" y="10"/>
                    </a:cubicBezTo>
                    <a:cubicBezTo>
                      <a:pt x="11" y="15"/>
                      <a:pt x="9" y="24"/>
                      <a:pt x="13" y="2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96" name="Freeform 258">
                <a:extLst>
                  <a:ext uri="{FF2B5EF4-FFF2-40B4-BE49-F238E27FC236}">
                    <a16:creationId xmlns:a16="http://schemas.microsoft.com/office/drawing/2014/main" id="{E913429B-6B19-4DE4-A0F8-F3D42043F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240"/>
                <a:ext cx="45" cy="101"/>
              </a:xfrm>
              <a:custGeom>
                <a:avLst/>
                <a:gdLst>
                  <a:gd name="T0" fmla="*/ 0 w 18"/>
                  <a:gd name="T1" fmla="*/ 0 h 38"/>
                  <a:gd name="T2" fmla="*/ 208 w 18"/>
                  <a:gd name="T3" fmla="*/ 260 h 38"/>
                  <a:gd name="T4" fmla="*/ 250 w 18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8">
                    <a:moveTo>
                      <a:pt x="0" y="0"/>
                    </a:moveTo>
                    <a:cubicBezTo>
                      <a:pt x="5" y="4"/>
                      <a:pt x="10" y="9"/>
                      <a:pt x="13" y="14"/>
                    </a:cubicBezTo>
                    <a:cubicBezTo>
                      <a:pt x="18" y="22"/>
                      <a:pt x="16" y="29"/>
                      <a:pt x="16" y="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97" name="Freeform 259">
                <a:extLst>
                  <a:ext uri="{FF2B5EF4-FFF2-40B4-BE49-F238E27FC236}">
                    <a16:creationId xmlns:a16="http://schemas.microsoft.com/office/drawing/2014/main" id="{0E878662-2711-4ACE-A1B2-E05186F3B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1291"/>
                <a:ext cx="65" cy="21"/>
              </a:xfrm>
              <a:custGeom>
                <a:avLst/>
                <a:gdLst>
                  <a:gd name="T0" fmla="*/ 0 w 26"/>
                  <a:gd name="T1" fmla="*/ 0 h 8"/>
                  <a:gd name="T2" fmla="*/ 408 w 26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8">
                    <a:moveTo>
                      <a:pt x="0" y="0"/>
                    </a:moveTo>
                    <a:cubicBezTo>
                      <a:pt x="9" y="0"/>
                      <a:pt x="20" y="2"/>
                      <a:pt x="26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98" name="Freeform 260">
                <a:extLst>
                  <a:ext uri="{FF2B5EF4-FFF2-40B4-BE49-F238E27FC236}">
                    <a16:creationId xmlns:a16="http://schemas.microsoft.com/office/drawing/2014/main" id="{3668312D-DA80-47FC-BE01-951E3AACE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424"/>
                <a:ext cx="63" cy="43"/>
              </a:xfrm>
              <a:custGeom>
                <a:avLst/>
                <a:gdLst>
                  <a:gd name="T0" fmla="*/ 0 w 25"/>
                  <a:gd name="T1" fmla="*/ 290 h 16"/>
                  <a:gd name="T2" fmla="*/ 401 w 2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6">
                    <a:moveTo>
                      <a:pt x="0" y="15"/>
                    </a:moveTo>
                    <a:cubicBezTo>
                      <a:pt x="11" y="16"/>
                      <a:pt x="16" y="4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99" name="Freeform 261">
                <a:extLst>
                  <a:ext uri="{FF2B5EF4-FFF2-40B4-BE49-F238E27FC236}">
                    <a16:creationId xmlns:a16="http://schemas.microsoft.com/office/drawing/2014/main" id="{C17F94A3-6E2B-426A-9A0D-9F16DFC23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216"/>
                <a:ext cx="28" cy="35"/>
              </a:xfrm>
              <a:custGeom>
                <a:avLst/>
                <a:gdLst>
                  <a:gd name="T0" fmla="*/ 0 w 11"/>
                  <a:gd name="T1" fmla="*/ 253 h 13"/>
                  <a:gd name="T2" fmla="*/ 181 w 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0" y="6"/>
                      <a:pt x="5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00" name="Freeform 262">
                <a:extLst>
                  <a:ext uri="{FF2B5EF4-FFF2-40B4-BE49-F238E27FC236}">
                    <a16:creationId xmlns:a16="http://schemas.microsoft.com/office/drawing/2014/main" id="{F22AA9B4-A110-4EA3-B2E6-C5E399745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1453"/>
                <a:ext cx="10" cy="62"/>
              </a:xfrm>
              <a:custGeom>
                <a:avLst/>
                <a:gdLst>
                  <a:gd name="T0" fmla="*/ 63 w 4"/>
                  <a:gd name="T1" fmla="*/ 0 h 23"/>
                  <a:gd name="T2" fmla="*/ 63 w 4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3">
                    <a:moveTo>
                      <a:pt x="4" y="0"/>
                    </a:moveTo>
                    <a:cubicBezTo>
                      <a:pt x="3" y="8"/>
                      <a:pt x="0" y="18"/>
                      <a:pt x="4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01" name="Freeform 263">
                <a:extLst>
                  <a:ext uri="{FF2B5EF4-FFF2-40B4-BE49-F238E27FC236}">
                    <a16:creationId xmlns:a16="http://schemas.microsoft.com/office/drawing/2014/main" id="{3379E44A-0F9D-45F5-96B8-D0160076D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581"/>
                <a:ext cx="97" cy="131"/>
              </a:xfrm>
              <a:custGeom>
                <a:avLst/>
                <a:gdLst>
                  <a:gd name="T0" fmla="*/ 599 w 39"/>
                  <a:gd name="T1" fmla="*/ 0 h 49"/>
                  <a:gd name="T2" fmla="*/ 0 w 39"/>
                  <a:gd name="T3" fmla="*/ 93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49">
                    <a:moveTo>
                      <a:pt x="39" y="0"/>
                    </a:moveTo>
                    <a:cubicBezTo>
                      <a:pt x="36" y="15"/>
                      <a:pt x="18" y="28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02" name="Freeform 264">
                <a:extLst>
                  <a:ext uri="{FF2B5EF4-FFF2-40B4-BE49-F238E27FC236}">
                    <a16:creationId xmlns:a16="http://schemas.microsoft.com/office/drawing/2014/main" id="{E331E1AA-186B-412D-84EA-0280EB9C2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869"/>
                <a:ext cx="40" cy="286"/>
              </a:xfrm>
              <a:custGeom>
                <a:avLst/>
                <a:gdLst>
                  <a:gd name="T0" fmla="*/ 250 w 16"/>
                  <a:gd name="T1" fmla="*/ 0 h 107"/>
                  <a:gd name="T2" fmla="*/ 238 w 16"/>
                  <a:gd name="T3" fmla="*/ 2042 h 1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7">
                    <a:moveTo>
                      <a:pt x="16" y="0"/>
                    </a:moveTo>
                    <a:cubicBezTo>
                      <a:pt x="5" y="24"/>
                      <a:pt x="0" y="74"/>
                      <a:pt x="15" y="10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03" name="Freeform 265">
                <a:extLst>
                  <a:ext uri="{FF2B5EF4-FFF2-40B4-BE49-F238E27FC236}">
                    <a16:creationId xmlns:a16="http://schemas.microsoft.com/office/drawing/2014/main" id="{1C95492F-E6AF-4BDD-B139-26299C080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792"/>
                <a:ext cx="165" cy="184"/>
              </a:xfrm>
              <a:custGeom>
                <a:avLst/>
                <a:gdLst>
                  <a:gd name="T0" fmla="*/ 0 w 66"/>
                  <a:gd name="T1" fmla="*/ 1309 h 69"/>
                  <a:gd name="T2" fmla="*/ 1033 w 66"/>
                  <a:gd name="T3" fmla="*/ 136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69">
                    <a:moveTo>
                      <a:pt x="0" y="69"/>
                    </a:moveTo>
                    <a:cubicBezTo>
                      <a:pt x="4" y="51"/>
                      <a:pt x="41" y="0"/>
                      <a:pt x="66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04" name="Freeform 266">
                <a:extLst>
                  <a:ext uri="{FF2B5EF4-FFF2-40B4-BE49-F238E27FC236}">
                    <a16:creationId xmlns:a16="http://schemas.microsoft.com/office/drawing/2014/main" id="{A2BB039E-37CF-4792-B7F0-00A39971C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923"/>
                <a:ext cx="125" cy="40"/>
              </a:xfrm>
              <a:custGeom>
                <a:avLst/>
                <a:gdLst>
                  <a:gd name="T0" fmla="*/ 0 w 50"/>
                  <a:gd name="T1" fmla="*/ 0 h 15"/>
                  <a:gd name="T2" fmla="*/ 783 w 50"/>
                  <a:gd name="T3" fmla="*/ 19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5">
                    <a:moveTo>
                      <a:pt x="0" y="0"/>
                    </a:moveTo>
                    <a:cubicBezTo>
                      <a:pt x="19" y="15"/>
                      <a:pt x="38" y="11"/>
                      <a:pt x="5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05" name="Freeform 267">
                <a:extLst>
                  <a:ext uri="{FF2B5EF4-FFF2-40B4-BE49-F238E27FC236}">
                    <a16:creationId xmlns:a16="http://schemas.microsoft.com/office/drawing/2014/main" id="{9FDC54F2-C95A-405A-A1DD-B5CCB76A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573"/>
                <a:ext cx="35" cy="86"/>
              </a:xfrm>
              <a:custGeom>
                <a:avLst/>
                <a:gdLst>
                  <a:gd name="T0" fmla="*/ 125 w 14"/>
                  <a:gd name="T1" fmla="*/ 0 h 32"/>
                  <a:gd name="T2" fmla="*/ 220 w 14"/>
                  <a:gd name="T3" fmla="*/ 62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2">
                    <a:moveTo>
                      <a:pt x="8" y="0"/>
                    </a:moveTo>
                    <a:cubicBezTo>
                      <a:pt x="0" y="7"/>
                      <a:pt x="3" y="25"/>
                      <a:pt x="14" y="3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06" name="Freeform 268">
                <a:extLst>
                  <a:ext uri="{FF2B5EF4-FFF2-40B4-BE49-F238E27FC236}">
                    <a16:creationId xmlns:a16="http://schemas.microsoft.com/office/drawing/2014/main" id="{B1D5E06C-DC39-4739-B028-1D390E85B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128"/>
                <a:ext cx="53" cy="144"/>
              </a:xfrm>
              <a:custGeom>
                <a:avLst/>
                <a:gdLst>
                  <a:gd name="T0" fmla="*/ 338 w 21"/>
                  <a:gd name="T1" fmla="*/ 0 h 54"/>
                  <a:gd name="T2" fmla="*/ 0 w 21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4">
                    <a:moveTo>
                      <a:pt x="21" y="0"/>
                    </a:moveTo>
                    <a:cubicBezTo>
                      <a:pt x="14" y="10"/>
                      <a:pt x="2" y="15"/>
                      <a:pt x="0" y="5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07" name="Freeform 269">
                <a:extLst>
                  <a:ext uri="{FF2B5EF4-FFF2-40B4-BE49-F238E27FC236}">
                    <a16:creationId xmlns:a16="http://schemas.microsoft.com/office/drawing/2014/main" id="{D4ED7725-8909-4FDB-B5B9-063D406FE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365"/>
                <a:ext cx="40" cy="152"/>
              </a:xfrm>
              <a:custGeom>
                <a:avLst/>
                <a:gdLst>
                  <a:gd name="T0" fmla="*/ 250 w 16"/>
                  <a:gd name="T1" fmla="*/ 0 h 57"/>
                  <a:gd name="T2" fmla="*/ 0 w 16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7">
                    <a:moveTo>
                      <a:pt x="16" y="0"/>
                    </a:moveTo>
                    <a:cubicBezTo>
                      <a:pt x="15" y="24"/>
                      <a:pt x="11" y="45"/>
                      <a:pt x="0" y="5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08" name="Freeform 270">
                <a:extLst>
                  <a:ext uri="{FF2B5EF4-FFF2-40B4-BE49-F238E27FC236}">
                    <a16:creationId xmlns:a16="http://schemas.microsoft.com/office/drawing/2014/main" id="{41E7D4A3-AE2E-49B9-9DA8-CAE8C5E5F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2277"/>
                <a:ext cx="45" cy="32"/>
              </a:xfrm>
              <a:custGeom>
                <a:avLst/>
                <a:gdLst>
                  <a:gd name="T0" fmla="*/ 0 w 18"/>
                  <a:gd name="T1" fmla="*/ 227 h 12"/>
                  <a:gd name="T2" fmla="*/ 283 w 18"/>
                  <a:gd name="T3" fmla="*/ 3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8" y="3"/>
                      <a:pt x="12" y="0"/>
                      <a:pt x="18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09" name="Freeform 271">
                <a:extLst>
                  <a:ext uri="{FF2B5EF4-FFF2-40B4-BE49-F238E27FC236}">
                    <a16:creationId xmlns:a16="http://schemas.microsoft.com/office/drawing/2014/main" id="{CB1F9C36-8BBD-4994-9203-E85AE0C79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3059"/>
                <a:ext cx="27" cy="42"/>
              </a:xfrm>
              <a:custGeom>
                <a:avLst/>
                <a:gdLst>
                  <a:gd name="T0" fmla="*/ 162 w 11"/>
                  <a:gd name="T1" fmla="*/ 0 h 16"/>
                  <a:gd name="T2" fmla="*/ 0 w 11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cubicBezTo>
                      <a:pt x="5" y="6"/>
                      <a:pt x="3" y="11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10" name="Freeform 272">
                <a:extLst>
                  <a:ext uri="{FF2B5EF4-FFF2-40B4-BE49-F238E27FC236}">
                    <a16:creationId xmlns:a16="http://schemas.microsoft.com/office/drawing/2014/main" id="{D7B226DC-7C80-4D08-B77A-DBE8F08B3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2805"/>
                <a:ext cx="60" cy="27"/>
              </a:xfrm>
              <a:custGeom>
                <a:avLst/>
                <a:gdLst>
                  <a:gd name="T0" fmla="*/ 0 w 24"/>
                  <a:gd name="T1" fmla="*/ 197 h 10"/>
                  <a:gd name="T2" fmla="*/ 375 w 24"/>
                  <a:gd name="T3" fmla="*/ 3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cubicBezTo>
                      <a:pt x="16" y="0"/>
                      <a:pt x="24" y="2"/>
                      <a:pt x="24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11" name="Freeform 273">
                <a:extLst>
                  <a:ext uri="{FF2B5EF4-FFF2-40B4-BE49-F238E27FC236}">
                    <a16:creationId xmlns:a16="http://schemas.microsoft.com/office/drawing/2014/main" id="{FF49956E-395D-48B5-BC3E-38BCC602C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189"/>
                <a:ext cx="60" cy="99"/>
              </a:xfrm>
              <a:custGeom>
                <a:avLst/>
                <a:gdLst>
                  <a:gd name="T0" fmla="*/ 375 w 24"/>
                  <a:gd name="T1" fmla="*/ 0 h 37"/>
                  <a:gd name="T2" fmla="*/ 0 w 24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7">
                    <a:moveTo>
                      <a:pt x="24" y="0"/>
                    </a:moveTo>
                    <a:cubicBezTo>
                      <a:pt x="14" y="9"/>
                      <a:pt x="2" y="11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12" name="Freeform 274">
                <a:extLst>
                  <a:ext uri="{FF2B5EF4-FFF2-40B4-BE49-F238E27FC236}">
                    <a16:creationId xmlns:a16="http://schemas.microsoft.com/office/drawing/2014/main" id="{BD8C056A-A4A8-40B2-8EB2-04C932967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163"/>
                <a:ext cx="25" cy="106"/>
              </a:xfrm>
              <a:custGeom>
                <a:avLst/>
                <a:gdLst>
                  <a:gd name="T0" fmla="*/ 0 w 10"/>
                  <a:gd name="T1" fmla="*/ 0 h 40"/>
                  <a:gd name="T2" fmla="*/ 145 w 10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0">
                    <a:moveTo>
                      <a:pt x="0" y="0"/>
                    </a:moveTo>
                    <a:cubicBezTo>
                      <a:pt x="9" y="3"/>
                      <a:pt x="10" y="15"/>
                      <a:pt x="9" y="4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13" name="Freeform 275">
                <a:extLst>
                  <a:ext uri="{FF2B5EF4-FFF2-40B4-BE49-F238E27FC236}">
                    <a16:creationId xmlns:a16="http://schemas.microsoft.com/office/drawing/2014/main" id="{4DFF7A81-9C99-49B1-A9A9-99F63F872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1880"/>
                <a:ext cx="27" cy="24"/>
              </a:xfrm>
              <a:custGeom>
                <a:avLst/>
                <a:gdLst>
                  <a:gd name="T0" fmla="*/ 61 w 11"/>
                  <a:gd name="T1" fmla="*/ 0 h 9"/>
                  <a:gd name="T2" fmla="*/ 162 w 11"/>
                  <a:gd name="T3" fmla="*/ 35 h 9"/>
                  <a:gd name="T4" fmla="*/ 0 w 11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4" y="0"/>
                    </a:moveTo>
                    <a:cubicBezTo>
                      <a:pt x="7" y="0"/>
                      <a:pt x="9" y="0"/>
                      <a:pt x="11" y="2"/>
                    </a:cubicBezTo>
                    <a:cubicBezTo>
                      <a:pt x="9" y="7"/>
                      <a:pt x="5" y="9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14" name="Freeform 276">
                <a:extLst>
                  <a:ext uri="{FF2B5EF4-FFF2-40B4-BE49-F238E27FC236}">
                    <a16:creationId xmlns:a16="http://schemas.microsoft.com/office/drawing/2014/main" id="{770357FE-5FE9-46DB-8386-0AAF4AADC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1840"/>
                <a:ext cx="27" cy="27"/>
              </a:xfrm>
              <a:custGeom>
                <a:avLst/>
                <a:gdLst>
                  <a:gd name="T0" fmla="*/ 0 w 11"/>
                  <a:gd name="T1" fmla="*/ 197 h 10"/>
                  <a:gd name="T2" fmla="*/ 162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4" y="7"/>
                      <a:pt x="8" y="3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15" name="Freeform 277">
                <a:extLst>
                  <a:ext uri="{FF2B5EF4-FFF2-40B4-BE49-F238E27FC236}">
                    <a16:creationId xmlns:a16="http://schemas.microsoft.com/office/drawing/2014/main" id="{DC988BD4-C0DD-4739-854C-8AE48BBB6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835"/>
                <a:ext cx="25" cy="2"/>
              </a:xfrm>
              <a:custGeom>
                <a:avLst/>
                <a:gdLst>
                  <a:gd name="T0" fmla="*/ 0 w 10"/>
                  <a:gd name="T1" fmla="*/ 0 h 1"/>
                  <a:gd name="T2" fmla="*/ 158 w 10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3" y="1"/>
                      <a:pt x="7" y="1"/>
                      <a:pt x="10" y="1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16" name="Freeform 278">
                <a:extLst>
                  <a:ext uri="{FF2B5EF4-FFF2-40B4-BE49-F238E27FC236}">
                    <a16:creationId xmlns:a16="http://schemas.microsoft.com/office/drawing/2014/main" id="{36A04AD2-49D9-456D-80C7-93BE1DE76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1605"/>
                <a:ext cx="55" cy="48"/>
              </a:xfrm>
              <a:custGeom>
                <a:avLst/>
                <a:gdLst>
                  <a:gd name="T0" fmla="*/ 0 w 22"/>
                  <a:gd name="T1" fmla="*/ 264 h 18"/>
                  <a:gd name="T2" fmla="*/ 50 w 22"/>
                  <a:gd name="T3" fmla="*/ 21 h 18"/>
                  <a:gd name="T4" fmla="*/ 158 w 22"/>
                  <a:gd name="T5" fmla="*/ 227 h 18"/>
                  <a:gd name="T6" fmla="*/ 313 w 22"/>
                  <a:gd name="T7" fmla="*/ 0 h 18"/>
                  <a:gd name="T8" fmla="*/ 313 w 22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0" y="14"/>
                    </a:moveTo>
                    <a:cubicBezTo>
                      <a:pt x="1" y="9"/>
                      <a:pt x="1" y="5"/>
                      <a:pt x="3" y="1"/>
                    </a:cubicBezTo>
                    <a:cubicBezTo>
                      <a:pt x="7" y="4"/>
                      <a:pt x="9" y="8"/>
                      <a:pt x="10" y="12"/>
                    </a:cubicBezTo>
                    <a:cubicBezTo>
                      <a:pt x="16" y="9"/>
                      <a:pt x="13" y="2"/>
                      <a:pt x="20" y="0"/>
                    </a:cubicBezTo>
                    <a:cubicBezTo>
                      <a:pt x="22" y="6"/>
                      <a:pt x="21" y="12"/>
                      <a:pt x="20" y="18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17" name="Freeform 279">
                <a:extLst>
                  <a:ext uri="{FF2B5EF4-FFF2-40B4-BE49-F238E27FC236}">
                    <a16:creationId xmlns:a16="http://schemas.microsoft.com/office/drawing/2014/main" id="{6EBA060A-3B3A-4831-AD3B-421FB8A6E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552"/>
                <a:ext cx="52" cy="51"/>
              </a:xfrm>
              <a:custGeom>
                <a:avLst/>
                <a:gdLst>
                  <a:gd name="T0" fmla="*/ 319 w 21"/>
                  <a:gd name="T1" fmla="*/ 193 h 19"/>
                  <a:gd name="T2" fmla="*/ 319 w 21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9">
                    <a:moveTo>
                      <a:pt x="21" y="10"/>
                    </a:moveTo>
                    <a:cubicBezTo>
                      <a:pt x="13" y="0"/>
                      <a:pt x="0" y="17"/>
                      <a:pt x="21" y="19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18" name="Freeform 280">
                <a:extLst>
                  <a:ext uri="{FF2B5EF4-FFF2-40B4-BE49-F238E27FC236}">
                    <a16:creationId xmlns:a16="http://schemas.microsoft.com/office/drawing/2014/main" id="{0833FA08-A95D-4B2E-B28E-F29B2D415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651"/>
                <a:ext cx="78" cy="61"/>
              </a:xfrm>
              <a:custGeom>
                <a:avLst/>
                <a:gdLst>
                  <a:gd name="T0" fmla="*/ 0 w 31"/>
                  <a:gd name="T1" fmla="*/ 316 h 23"/>
                  <a:gd name="T2" fmla="*/ 146 w 31"/>
                  <a:gd name="T3" fmla="*/ 395 h 23"/>
                  <a:gd name="T4" fmla="*/ 96 w 31"/>
                  <a:gd name="T5" fmla="*/ 191 h 23"/>
                  <a:gd name="T6" fmla="*/ 272 w 31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3">
                    <a:moveTo>
                      <a:pt x="0" y="17"/>
                    </a:moveTo>
                    <a:cubicBezTo>
                      <a:pt x="2" y="21"/>
                      <a:pt x="5" y="23"/>
                      <a:pt x="9" y="21"/>
                    </a:cubicBezTo>
                    <a:cubicBezTo>
                      <a:pt x="10" y="17"/>
                      <a:pt x="9" y="13"/>
                      <a:pt x="6" y="10"/>
                    </a:cubicBezTo>
                    <a:cubicBezTo>
                      <a:pt x="17" y="22"/>
                      <a:pt x="31" y="13"/>
                      <a:pt x="17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19" name="Freeform 281">
                <a:extLst>
                  <a:ext uri="{FF2B5EF4-FFF2-40B4-BE49-F238E27FC236}">
                    <a16:creationId xmlns:a16="http://schemas.microsoft.com/office/drawing/2014/main" id="{6099AF9C-AF14-43C1-92DE-B41BD4C11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645"/>
                <a:ext cx="17" cy="6"/>
              </a:xfrm>
              <a:custGeom>
                <a:avLst/>
                <a:gdLst>
                  <a:gd name="T0" fmla="*/ 0 w 7"/>
                  <a:gd name="T1" fmla="*/ 54 h 2"/>
                  <a:gd name="T2" fmla="*/ 10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1"/>
                      <a:pt x="4" y="0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20" name="Freeform 282">
                <a:extLst>
                  <a:ext uri="{FF2B5EF4-FFF2-40B4-BE49-F238E27FC236}">
                    <a16:creationId xmlns:a16="http://schemas.microsoft.com/office/drawing/2014/main" id="{D9A59156-AED0-4ED2-AA29-F973755D1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917"/>
                <a:ext cx="60" cy="59"/>
              </a:xfrm>
              <a:custGeom>
                <a:avLst/>
                <a:gdLst>
                  <a:gd name="T0" fmla="*/ 0 w 24"/>
                  <a:gd name="T1" fmla="*/ 150 h 22"/>
                  <a:gd name="T2" fmla="*/ 158 w 24"/>
                  <a:gd name="T3" fmla="*/ 0 h 22"/>
                  <a:gd name="T4" fmla="*/ 113 w 24"/>
                  <a:gd name="T5" fmla="*/ 308 h 22"/>
                  <a:gd name="T6" fmla="*/ 333 w 24"/>
                  <a:gd name="T7" fmla="*/ 115 h 22"/>
                  <a:gd name="T8" fmla="*/ 270 w 24"/>
                  <a:gd name="T9" fmla="*/ 42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0" y="8"/>
                    </a:moveTo>
                    <a:cubicBezTo>
                      <a:pt x="3" y="5"/>
                      <a:pt x="6" y="2"/>
                      <a:pt x="10" y="0"/>
                    </a:cubicBezTo>
                    <a:cubicBezTo>
                      <a:pt x="11" y="6"/>
                      <a:pt x="6" y="10"/>
                      <a:pt x="7" y="16"/>
                    </a:cubicBezTo>
                    <a:cubicBezTo>
                      <a:pt x="13" y="15"/>
                      <a:pt x="16" y="9"/>
                      <a:pt x="21" y="6"/>
                    </a:cubicBezTo>
                    <a:cubicBezTo>
                      <a:pt x="24" y="11"/>
                      <a:pt x="19" y="17"/>
                      <a:pt x="17" y="22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21" name="Freeform 283">
                <a:extLst>
                  <a:ext uri="{FF2B5EF4-FFF2-40B4-BE49-F238E27FC236}">
                    <a16:creationId xmlns:a16="http://schemas.microsoft.com/office/drawing/2014/main" id="{749F68DE-650F-42AE-AF5A-C95BBED9C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971"/>
                <a:ext cx="18" cy="8"/>
              </a:xfrm>
              <a:custGeom>
                <a:avLst/>
                <a:gdLst>
                  <a:gd name="T0" fmla="*/ 0 w 7"/>
                  <a:gd name="T1" fmla="*/ 0 h 3"/>
                  <a:gd name="T2" fmla="*/ 118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3" y="0"/>
                      <a:pt x="5" y="1"/>
                      <a:pt x="7" y="3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22" name="Freeform 284">
                <a:extLst>
                  <a:ext uri="{FF2B5EF4-FFF2-40B4-BE49-F238E27FC236}">
                    <a16:creationId xmlns:a16="http://schemas.microsoft.com/office/drawing/2014/main" id="{03C37B24-709E-4815-9601-094F7A995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952"/>
                <a:ext cx="30" cy="27"/>
              </a:xfrm>
              <a:custGeom>
                <a:avLst/>
                <a:gdLst>
                  <a:gd name="T0" fmla="*/ 0 w 12"/>
                  <a:gd name="T1" fmla="*/ 81 h 10"/>
                  <a:gd name="T2" fmla="*/ 188 w 12"/>
                  <a:gd name="T3" fmla="*/ 103 h 10"/>
                  <a:gd name="T4" fmla="*/ 50 w 1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0" y="4"/>
                    </a:moveTo>
                    <a:cubicBezTo>
                      <a:pt x="3" y="9"/>
                      <a:pt x="10" y="10"/>
                      <a:pt x="12" y="5"/>
                    </a:cubicBezTo>
                    <a:cubicBezTo>
                      <a:pt x="10" y="3"/>
                      <a:pt x="6" y="1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23" name="Freeform 285">
                <a:extLst>
                  <a:ext uri="{FF2B5EF4-FFF2-40B4-BE49-F238E27FC236}">
                    <a16:creationId xmlns:a16="http://schemas.microsoft.com/office/drawing/2014/main" id="{7BBA8ECA-7DCE-4CF0-84B0-CB48ADB67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2800"/>
                <a:ext cx="20" cy="37"/>
              </a:xfrm>
              <a:custGeom>
                <a:avLst/>
                <a:gdLst>
                  <a:gd name="T0" fmla="*/ 125 w 8"/>
                  <a:gd name="T1" fmla="*/ 0 h 14"/>
                  <a:gd name="T2" fmla="*/ 0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8" y="0"/>
                    </a:moveTo>
                    <a:cubicBezTo>
                      <a:pt x="3" y="3"/>
                      <a:pt x="0" y="8"/>
                      <a:pt x="0" y="14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24" name="Freeform 286">
                <a:extLst>
                  <a:ext uri="{FF2B5EF4-FFF2-40B4-BE49-F238E27FC236}">
                    <a16:creationId xmlns:a16="http://schemas.microsoft.com/office/drawing/2014/main" id="{17AB30D8-61AC-43CE-8CDD-435A180D8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2747"/>
                <a:ext cx="25" cy="21"/>
              </a:xfrm>
              <a:custGeom>
                <a:avLst/>
                <a:gdLst>
                  <a:gd name="T0" fmla="*/ 158 w 10"/>
                  <a:gd name="T1" fmla="*/ 144 h 8"/>
                  <a:gd name="T2" fmla="*/ 0 w 10"/>
                  <a:gd name="T3" fmla="*/ 89 h 8"/>
                  <a:gd name="T4" fmla="*/ 145 w 10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7" y="8"/>
                      <a:pt x="3" y="7"/>
                      <a:pt x="0" y="5"/>
                    </a:cubicBezTo>
                    <a:cubicBezTo>
                      <a:pt x="1" y="1"/>
                      <a:pt x="4" y="0"/>
                      <a:pt x="9" y="2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25" name="Freeform 287">
                <a:extLst>
                  <a:ext uri="{FF2B5EF4-FFF2-40B4-BE49-F238E27FC236}">
                    <a16:creationId xmlns:a16="http://schemas.microsoft.com/office/drawing/2014/main" id="{5A161512-8149-4F81-8BE5-2DCB78E09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2485"/>
                <a:ext cx="20" cy="24"/>
              </a:xfrm>
              <a:custGeom>
                <a:avLst/>
                <a:gdLst>
                  <a:gd name="T0" fmla="*/ 113 w 8"/>
                  <a:gd name="T1" fmla="*/ 171 h 9"/>
                  <a:gd name="T2" fmla="*/ 20 w 8"/>
                  <a:gd name="T3" fmla="*/ 0 h 9"/>
                  <a:gd name="T4" fmla="*/ 125 w 8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9"/>
                    </a:moveTo>
                    <a:cubicBezTo>
                      <a:pt x="2" y="8"/>
                      <a:pt x="0" y="5"/>
                      <a:pt x="1" y="0"/>
                    </a:cubicBezTo>
                    <a:cubicBezTo>
                      <a:pt x="4" y="0"/>
                      <a:pt x="6" y="1"/>
                      <a:pt x="8" y="3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26" name="Freeform 288">
                <a:extLst>
                  <a:ext uri="{FF2B5EF4-FFF2-40B4-BE49-F238E27FC236}">
                    <a16:creationId xmlns:a16="http://schemas.microsoft.com/office/drawing/2014/main" id="{C46997FC-A6D3-4CD0-92AB-591B96249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120"/>
                <a:ext cx="27" cy="35"/>
              </a:xfrm>
              <a:custGeom>
                <a:avLst/>
                <a:gdLst>
                  <a:gd name="T0" fmla="*/ 91 w 11"/>
                  <a:gd name="T1" fmla="*/ 0 h 13"/>
                  <a:gd name="T2" fmla="*/ 162 w 11"/>
                  <a:gd name="T3" fmla="*/ 197 h 13"/>
                  <a:gd name="T4" fmla="*/ 0 w 11"/>
                  <a:gd name="T5" fmla="*/ 19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cubicBezTo>
                      <a:pt x="7" y="4"/>
                      <a:pt x="9" y="7"/>
                      <a:pt x="11" y="10"/>
                    </a:cubicBezTo>
                    <a:cubicBezTo>
                      <a:pt x="8" y="13"/>
                      <a:pt x="4" y="13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27" name="Freeform 289">
                <a:extLst>
                  <a:ext uri="{FF2B5EF4-FFF2-40B4-BE49-F238E27FC236}">
                    <a16:creationId xmlns:a16="http://schemas.microsoft.com/office/drawing/2014/main" id="{570D3CA0-FBA0-493C-9510-2B55D1C43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181"/>
                <a:ext cx="20" cy="40"/>
              </a:xfrm>
              <a:custGeom>
                <a:avLst/>
                <a:gdLst>
                  <a:gd name="T0" fmla="*/ 113 w 8"/>
                  <a:gd name="T1" fmla="*/ 56 h 15"/>
                  <a:gd name="T2" fmla="*/ 83 w 8"/>
                  <a:gd name="T3" fmla="*/ 35 h 15"/>
                  <a:gd name="T4" fmla="*/ 125 w 8"/>
                  <a:gd name="T5" fmla="*/ 264 h 15"/>
                  <a:gd name="T6" fmla="*/ 0 w 8"/>
                  <a:gd name="T7" fmla="*/ 11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7" y="3"/>
                    </a:moveTo>
                    <a:cubicBezTo>
                      <a:pt x="6" y="0"/>
                      <a:pt x="5" y="0"/>
                      <a:pt x="5" y="2"/>
                    </a:cubicBezTo>
                    <a:cubicBezTo>
                      <a:pt x="7" y="6"/>
                      <a:pt x="8" y="10"/>
                      <a:pt x="8" y="14"/>
                    </a:cubicBezTo>
                    <a:cubicBezTo>
                      <a:pt x="3" y="15"/>
                      <a:pt x="0" y="11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E8E4E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3981" name="Freeform 290">
              <a:extLst>
                <a:ext uri="{FF2B5EF4-FFF2-40B4-BE49-F238E27FC236}">
                  <a16:creationId xmlns:a16="http://schemas.microsoft.com/office/drawing/2014/main" id="{ECED9FAB-A9A1-4761-9D83-4E88E7484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2291"/>
              <a:ext cx="18" cy="21"/>
            </a:xfrm>
            <a:custGeom>
              <a:avLst/>
              <a:gdLst>
                <a:gd name="T0" fmla="*/ 118 w 7"/>
                <a:gd name="T1" fmla="*/ 144 h 8"/>
                <a:gd name="T2" fmla="*/ 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8"/>
                  </a:moveTo>
                  <a:cubicBezTo>
                    <a:pt x="4" y="7"/>
                    <a:pt x="1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82" name="Freeform 291">
              <a:extLst>
                <a:ext uri="{FF2B5EF4-FFF2-40B4-BE49-F238E27FC236}">
                  <a16:creationId xmlns:a16="http://schemas.microsoft.com/office/drawing/2014/main" id="{BD105B29-3BD2-4524-8A0E-BC9958D80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181"/>
              <a:ext cx="20" cy="24"/>
            </a:xfrm>
            <a:custGeom>
              <a:avLst/>
              <a:gdLst>
                <a:gd name="T0" fmla="*/ 0 w 8"/>
                <a:gd name="T1" fmla="*/ 56 h 9"/>
                <a:gd name="T2" fmla="*/ 125 w 8"/>
                <a:gd name="T3" fmla="*/ 21 h 9"/>
                <a:gd name="T4" fmla="*/ 0 w 8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2" y="1"/>
                    <a:pt x="5" y="0"/>
                    <a:pt x="8" y="1"/>
                  </a:cubicBezTo>
                  <a:cubicBezTo>
                    <a:pt x="8" y="5"/>
                    <a:pt x="4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83" name="Freeform 292">
              <a:extLst>
                <a:ext uri="{FF2B5EF4-FFF2-40B4-BE49-F238E27FC236}">
                  <a16:creationId xmlns:a16="http://schemas.microsoft.com/office/drawing/2014/main" id="{EB6EA499-31A6-493B-9E05-C5B48A91F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168"/>
              <a:ext cx="35" cy="19"/>
            </a:xfrm>
            <a:custGeom>
              <a:avLst/>
              <a:gdLst>
                <a:gd name="T0" fmla="*/ 83 w 14"/>
                <a:gd name="T1" fmla="*/ 141 h 7"/>
                <a:gd name="T2" fmla="*/ 0 w 14"/>
                <a:gd name="T3" fmla="*/ 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5" y="7"/>
                  </a:moveTo>
                  <a:cubicBezTo>
                    <a:pt x="14" y="4"/>
                    <a:pt x="5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84" name="Freeform 293">
              <a:extLst>
                <a:ext uri="{FF2B5EF4-FFF2-40B4-BE49-F238E27FC236}">
                  <a16:creationId xmlns:a16="http://schemas.microsoft.com/office/drawing/2014/main" id="{B603024F-498C-49C8-84E7-E8683E882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237"/>
              <a:ext cx="40" cy="40"/>
            </a:xfrm>
            <a:custGeom>
              <a:avLst/>
              <a:gdLst>
                <a:gd name="T0" fmla="*/ 188 w 16"/>
                <a:gd name="T1" fmla="*/ 0 h 15"/>
                <a:gd name="T2" fmla="*/ 250 w 16"/>
                <a:gd name="T3" fmla="*/ 5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12" y="0"/>
                  </a:moveTo>
                  <a:cubicBezTo>
                    <a:pt x="0" y="1"/>
                    <a:pt x="12" y="15"/>
                    <a:pt x="16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85" name="Freeform 294">
              <a:extLst>
                <a:ext uri="{FF2B5EF4-FFF2-40B4-BE49-F238E27FC236}">
                  <a16:creationId xmlns:a16="http://schemas.microsoft.com/office/drawing/2014/main" id="{591937C0-ADD4-40A2-9B34-8B480304A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323"/>
              <a:ext cx="23" cy="16"/>
            </a:xfrm>
            <a:custGeom>
              <a:avLst/>
              <a:gdLst>
                <a:gd name="T0" fmla="*/ 0 w 9"/>
                <a:gd name="T1" fmla="*/ 77 h 6"/>
                <a:gd name="T2" fmla="*/ 151 w 9"/>
                <a:gd name="T3" fmla="*/ 77 h 6"/>
                <a:gd name="T4" fmla="*/ 33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3" y="6"/>
                    <a:pt x="7" y="6"/>
                    <a:pt x="9" y="4"/>
                  </a:cubicBezTo>
                  <a:cubicBezTo>
                    <a:pt x="8" y="1"/>
                    <a:pt x="5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86" name="Freeform 295">
              <a:extLst>
                <a:ext uri="{FF2B5EF4-FFF2-40B4-BE49-F238E27FC236}">
                  <a16:creationId xmlns:a16="http://schemas.microsoft.com/office/drawing/2014/main" id="{8DF29AE6-82C3-4E75-9BD8-D0AA39B23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291"/>
              <a:ext cx="12" cy="29"/>
            </a:xfrm>
            <a:custGeom>
              <a:avLst/>
              <a:gdLst>
                <a:gd name="T0" fmla="*/ 0 w 5"/>
                <a:gd name="T1" fmla="*/ 200 h 11"/>
                <a:gd name="T2" fmla="*/ 58 w 5"/>
                <a:gd name="T3" fmla="*/ 21 h 11"/>
                <a:gd name="T4" fmla="*/ 12 w 5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3" y="9"/>
                    <a:pt x="5" y="4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87" name="Freeform 296">
              <a:extLst>
                <a:ext uri="{FF2B5EF4-FFF2-40B4-BE49-F238E27FC236}">
                  <a16:creationId xmlns:a16="http://schemas.microsoft.com/office/drawing/2014/main" id="{21E927C6-D751-417F-AFDF-34CD16773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1405"/>
              <a:ext cx="33" cy="32"/>
            </a:xfrm>
            <a:custGeom>
              <a:avLst/>
              <a:gdLst>
                <a:gd name="T0" fmla="*/ 213 w 13"/>
                <a:gd name="T1" fmla="*/ 205 h 12"/>
                <a:gd name="T2" fmla="*/ 147 w 1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11"/>
                  </a:moveTo>
                  <a:cubicBezTo>
                    <a:pt x="12" y="0"/>
                    <a:pt x="0" y="7"/>
                    <a:pt x="9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88" name="Freeform 297">
              <a:extLst>
                <a:ext uri="{FF2B5EF4-FFF2-40B4-BE49-F238E27FC236}">
                  <a16:creationId xmlns:a16="http://schemas.microsoft.com/office/drawing/2014/main" id="{D78C2C2F-8F4E-4338-A0F4-806C03D28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507"/>
              <a:ext cx="23" cy="21"/>
            </a:xfrm>
            <a:custGeom>
              <a:avLst/>
              <a:gdLst>
                <a:gd name="T0" fmla="*/ 151 w 9"/>
                <a:gd name="T1" fmla="*/ 89 h 8"/>
                <a:gd name="T2" fmla="*/ 66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5"/>
                  </a:moveTo>
                  <a:cubicBezTo>
                    <a:pt x="5" y="8"/>
                    <a:pt x="0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89" name="Freeform 298">
              <a:extLst>
                <a:ext uri="{FF2B5EF4-FFF2-40B4-BE49-F238E27FC236}">
                  <a16:creationId xmlns:a16="http://schemas.microsoft.com/office/drawing/2014/main" id="{8372F506-8248-4044-981B-67E2918B6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477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90" name="Freeform 299">
              <a:extLst>
                <a:ext uri="{FF2B5EF4-FFF2-40B4-BE49-F238E27FC236}">
                  <a16:creationId xmlns:a16="http://schemas.microsoft.com/office/drawing/2014/main" id="{5196AB75-A304-44E6-8A87-3CB6AC5FA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493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95 w 6"/>
                <a:gd name="T3" fmla="*/ 38 h 7"/>
                <a:gd name="T4" fmla="*/ 20 w 6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6"/>
                    <a:pt x="5" y="5"/>
                    <a:pt x="6" y="2"/>
                  </a:cubicBezTo>
                  <a:cubicBezTo>
                    <a:pt x="5" y="1"/>
                    <a:pt x="3" y="0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91" name="Freeform 300">
              <a:extLst>
                <a:ext uri="{FF2B5EF4-FFF2-40B4-BE49-F238E27FC236}">
                  <a16:creationId xmlns:a16="http://schemas.microsoft.com/office/drawing/2014/main" id="{91D9CEBB-F28D-49C5-8268-7E5910AE4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205"/>
              <a:ext cx="12" cy="24"/>
            </a:xfrm>
            <a:custGeom>
              <a:avLst/>
              <a:gdLst>
                <a:gd name="T0" fmla="*/ 0 w 5"/>
                <a:gd name="T1" fmla="*/ 0 h 9"/>
                <a:gd name="T2" fmla="*/ 7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0" y="4"/>
                    <a:pt x="2" y="7"/>
                    <a:pt x="5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92" name="Freeform 301">
              <a:extLst>
                <a:ext uri="{FF2B5EF4-FFF2-40B4-BE49-F238E27FC236}">
                  <a16:creationId xmlns:a16="http://schemas.microsoft.com/office/drawing/2014/main" id="{9456CA98-3E50-4327-B260-89F41AFA0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264"/>
              <a:ext cx="45" cy="29"/>
            </a:xfrm>
            <a:custGeom>
              <a:avLst/>
              <a:gdLst>
                <a:gd name="T0" fmla="*/ 175 w 18"/>
                <a:gd name="T1" fmla="*/ 200 h 11"/>
                <a:gd name="T2" fmla="*/ 113 w 18"/>
                <a:gd name="T3" fmla="*/ 16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1" y="11"/>
                  </a:moveTo>
                  <a:cubicBezTo>
                    <a:pt x="18" y="0"/>
                    <a:pt x="0" y="1"/>
                    <a:pt x="7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93" name="Freeform 302">
              <a:extLst>
                <a:ext uri="{FF2B5EF4-FFF2-40B4-BE49-F238E27FC236}">
                  <a16:creationId xmlns:a16="http://schemas.microsoft.com/office/drawing/2014/main" id="{29865B2C-1447-4717-970D-557389607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248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35 h 6"/>
                <a:gd name="T4" fmla="*/ 0 w 8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5" y="1"/>
                    <a:pt x="8" y="2"/>
                  </a:cubicBezTo>
                  <a:cubicBezTo>
                    <a:pt x="7" y="6"/>
                    <a:pt x="3" y="6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94" name="Freeform 303">
              <a:extLst>
                <a:ext uri="{FF2B5EF4-FFF2-40B4-BE49-F238E27FC236}">
                  <a16:creationId xmlns:a16="http://schemas.microsoft.com/office/drawing/2014/main" id="{93544B9F-595F-4817-BD50-962FF799A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251"/>
              <a:ext cx="22" cy="24"/>
            </a:xfrm>
            <a:custGeom>
              <a:avLst/>
              <a:gdLst>
                <a:gd name="T0" fmla="*/ 132 w 9"/>
                <a:gd name="T1" fmla="*/ 115 h 9"/>
                <a:gd name="T2" fmla="*/ 42 w 9"/>
                <a:gd name="T3" fmla="*/ 0 h 9"/>
                <a:gd name="T4" fmla="*/ 90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6"/>
                  </a:moveTo>
                  <a:cubicBezTo>
                    <a:pt x="8" y="3"/>
                    <a:pt x="6" y="0"/>
                    <a:pt x="3" y="0"/>
                  </a:cubicBezTo>
                  <a:cubicBezTo>
                    <a:pt x="0" y="3"/>
                    <a:pt x="3" y="7"/>
                    <a:pt x="6" y="9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95" name="Freeform 304">
              <a:extLst>
                <a:ext uri="{FF2B5EF4-FFF2-40B4-BE49-F238E27FC236}">
                  <a16:creationId xmlns:a16="http://schemas.microsoft.com/office/drawing/2014/main" id="{96FD521F-BEA7-4916-A5E6-F02F5654E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224"/>
              <a:ext cx="30" cy="32"/>
            </a:xfrm>
            <a:custGeom>
              <a:avLst/>
              <a:gdLst>
                <a:gd name="T0" fmla="*/ 158 w 12"/>
                <a:gd name="T1" fmla="*/ 0 h 12"/>
                <a:gd name="T2" fmla="*/ 33 w 12"/>
                <a:gd name="T3" fmla="*/ 93 h 12"/>
                <a:gd name="T4" fmla="*/ 175 w 12"/>
                <a:gd name="T5" fmla="*/ 93 h 12"/>
                <a:gd name="T6" fmla="*/ 0 w 12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0" y="0"/>
                  </a:moveTo>
                  <a:cubicBezTo>
                    <a:pt x="6" y="0"/>
                    <a:pt x="1" y="0"/>
                    <a:pt x="2" y="5"/>
                  </a:cubicBezTo>
                  <a:cubicBezTo>
                    <a:pt x="5" y="5"/>
                    <a:pt x="8" y="4"/>
                    <a:pt x="11" y="5"/>
                  </a:cubicBezTo>
                  <a:cubicBezTo>
                    <a:pt x="12" y="11"/>
                    <a:pt x="4" y="12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96" name="Freeform 305">
              <a:extLst>
                <a:ext uri="{FF2B5EF4-FFF2-40B4-BE49-F238E27FC236}">
                  <a16:creationId xmlns:a16="http://schemas.microsoft.com/office/drawing/2014/main" id="{5082899D-C140-42DB-B364-48CB0BF1B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333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2" y="4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97" name="Freeform 306">
              <a:extLst>
                <a:ext uri="{FF2B5EF4-FFF2-40B4-BE49-F238E27FC236}">
                  <a16:creationId xmlns:a16="http://schemas.microsoft.com/office/drawing/2014/main" id="{613EBD8F-67E5-4080-84F8-484F6D2DE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381"/>
              <a:ext cx="15" cy="16"/>
            </a:xfrm>
            <a:custGeom>
              <a:avLst/>
              <a:gdLst>
                <a:gd name="T0" fmla="*/ 95 w 6"/>
                <a:gd name="T1" fmla="*/ 0 h 6"/>
                <a:gd name="T2" fmla="*/ 0 w 6"/>
                <a:gd name="T3" fmla="*/ 77 h 6"/>
                <a:gd name="T4" fmla="*/ 63 w 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0"/>
                    <a:pt x="0" y="1"/>
                    <a:pt x="0" y="4"/>
                  </a:cubicBezTo>
                  <a:cubicBezTo>
                    <a:pt x="1" y="5"/>
                    <a:pt x="2" y="6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98" name="Freeform 307">
              <a:extLst>
                <a:ext uri="{FF2B5EF4-FFF2-40B4-BE49-F238E27FC236}">
                  <a16:creationId xmlns:a16="http://schemas.microsoft.com/office/drawing/2014/main" id="{68CD21C5-190D-4291-BDA3-49C677F97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443"/>
              <a:ext cx="53" cy="56"/>
            </a:xfrm>
            <a:custGeom>
              <a:avLst/>
              <a:gdLst>
                <a:gd name="T0" fmla="*/ 0 w 21"/>
                <a:gd name="T1" fmla="*/ 397 h 21"/>
                <a:gd name="T2" fmla="*/ 20 w 21"/>
                <a:gd name="T3" fmla="*/ 264 h 21"/>
                <a:gd name="T4" fmla="*/ 126 w 21"/>
                <a:gd name="T5" fmla="*/ 376 h 21"/>
                <a:gd name="T6" fmla="*/ 146 w 21"/>
                <a:gd name="T7" fmla="*/ 205 h 21"/>
                <a:gd name="T8" fmla="*/ 288 w 2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0" y="21"/>
                  </a:moveTo>
                  <a:cubicBezTo>
                    <a:pt x="1" y="18"/>
                    <a:pt x="0" y="16"/>
                    <a:pt x="1" y="14"/>
                  </a:cubicBezTo>
                  <a:cubicBezTo>
                    <a:pt x="2" y="15"/>
                    <a:pt x="5" y="21"/>
                    <a:pt x="8" y="20"/>
                  </a:cubicBezTo>
                  <a:cubicBezTo>
                    <a:pt x="11" y="20"/>
                    <a:pt x="10" y="13"/>
                    <a:pt x="9" y="11"/>
                  </a:cubicBezTo>
                  <a:cubicBezTo>
                    <a:pt x="21" y="21"/>
                    <a:pt x="20" y="10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99" name="Freeform 308">
              <a:extLst>
                <a:ext uri="{FF2B5EF4-FFF2-40B4-BE49-F238E27FC236}">
                  <a16:creationId xmlns:a16="http://schemas.microsoft.com/office/drawing/2014/main" id="{DD5F8B17-D1CF-4317-AAAE-11543FAA2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483"/>
              <a:ext cx="35" cy="90"/>
            </a:xfrm>
            <a:custGeom>
              <a:avLst/>
              <a:gdLst>
                <a:gd name="T0" fmla="*/ 95 w 14"/>
                <a:gd name="T1" fmla="*/ 630 h 34"/>
                <a:gd name="T2" fmla="*/ 158 w 14"/>
                <a:gd name="T3" fmla="*/ 553 h 34"/>
                <a:gd name="T4" fmla="*/ 83 w 14"/>
                <a:gd name="T5" fmla="*/ 553 h 34"/>
                <a:gd name="T6" fmla="*/ 33 w 14"/>
                <a:gd name="T7" fmla="*/ 408 h 34"/>
                <a:gd name="T8" fmla="*/ 0 w 14"/>
                <a:gd name="T9" fmla="*/ 11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4">
                  <a:moveTo>
                    <a:pt x="6" y="34"/>
                  </a:moveTo>
                  <a:cubicBezTo>
                    <a:pt x="8" y="33"/>
                    <a:pt x="9" y="31"/>
                    <a:pt x="10" y="30"/>
                  </a:cubicBezTo>
                  <a:cubicBezTo>
                    <a:pt x="9" y="30"/>
                    <a:pt x="6" y="30"/>
                    <a:pt x="5" y="30"/>
                  </a:cubicBezTo>
                  <a:cubicBezTo>
                    <a:pt x="11" y="22"/>
                    <a:pt x="14" y="20"/>
                    <a:pt x="2" y="22"/>
                  </a:cubicBezTo>
                  <a:cubicBezTo>
                    <a:pt x="4" y="18"/>
                    <a:pt x="13" y="0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00" name="Freeform 309">
              <a:extLst>
                <a:ext uri="{FF2B5EF4-FFF2-40B4-BE49-F238E27FC236}">
                  <a16:creationId xmlns:a16="http://schemas.microsoft.com/office/drawing/2014/main" id="{9B17A2D3-0016-4E07-9F5D-593537519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595"/>
              <a:ext cx="45" cy="45"/>
            </a:xfrm>
            <a:custGeom>
              <a:avLst/>
              <a:gdLst>
                <a:gd name="T0" fmla="*/ 270 w 18"/>
                <a:gd name="T1" fmla="*/ 315 h 17"/>
                <a:gd name="T2" fmla="*/ 270 w 18"/>
                <a:gd name="T3" fmla="*/ 132 h 17"/>
                <a:gd name="T4" fmla="*/ 188 w 18"/>
                <a:gd name="T5" fmla="*/ 259 h 17"/>
                <a:gd name="T6" fmla="*/ 125 w 18"/>
                <a:gd name="T7" fmla="*/ 111 h 17"/>
                <a:gd name="T8" fmla="*/ 0 w 18"/>
                <a:gd name="T9" fmla="*/ 3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7"/>
                  </a:moveTo>
                  <a:cubicBezTo>
                    <a:pt x="18" y="14"/>
                    <a:pt x="18" y="10"/>
                    <a:pt x="17" y="7"/>
                  </a:cubicBezTo>
                  <a:cubicBezTo>
                    <a:pt x="15" y="8"/>
                    <a:pt x="13" y="12"/>
                    <a:pt x="12" y="14"/>
                  </a:cubicBezTo>
                  <a:cubicBezTo>
                    <a:pt x="11" y="12"/>
                    <a:pt x="10" y="7"/>
                    <a:pt x="8" y="6"/>
                  </a:cubicBezTo>
                  <a:cubicBezTo>
                    <a:pt x="0" y="0"/>
                    <a:pt x="0" y="12"/>
                    <a:pt x="0" y="1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01" name="Freeform 310">
              <a:extLst>
                <a:ext uri="{FF2B5EF4-FFF2-40B4-BE49-F238E27FC236}">
                  <a16:creationId xmlns:a16="http://schemas.microsoft.com/office/drawing/2014/main" id="{B6AF04B0-4DBA-4BB8-A2E1-48EF62736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779"/>
              <a:ext cx="27" cy="37"/>
            </a:xfrm>
            <a:custGeom>
              <a:avLst/>
              <a:gdLst>
                <a:gd name="T0" fmla="*/ 0 w 11"/>
                <a:gd name="T1" fmla="*/ 77 h 14"/>
                <a:gd name="T2" fmla="*/ 42 w 1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4"/>
                  </a:moveTo>
                  <a:cubicBezTo>
                    <a:pt x="2" y="14"/>
                    <a:pt x="11" y="5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02" name="Freeform 311">
              <a:extLst>
                <a:ext uri="{FF2B5EF4-FFF2-40B4-BE49-F238E27FC236}">
                  <a16:creationId xmlns:a16="http://schemas.microsoft.com/office/drawing/2014/main" id="{451B3E6F-B212-4355-AFFC-195563F9B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696"/>
              <a:ext cx="13" cy="3"/>
            </a:xfrm>
            <a:custGeom>
              <a:avLst/>
              <a:gdLst>
                <a:gd name="T0" fmla="*/ 0 w 5"/>
                <a:gd name="T1" fmla="*/ 27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03" name="Freeform 312">
              <a:extLst>
                <a:ext uri="{FF2B5EF4-FFF2-40B4-BE49-F238E27FC236}">
                  <a16:creationId xmlns:a16="http://schemas.microsoft.com/office/drawing/2014/main" id="{FFFD5752-9D03-4B5B-AB5D-A4B391198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744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3"/>
                    <a:pt x="2" y="5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04" name="Freeform 313">
              <a:extLst>
                <a:ext uri="{FF2B5EF4-FFF2-40B4-BE49-F238E27FC236}">
                  <a16:creationId xmlns:a16="http://schemas.microsoft.com/office/drawing/2014/main" id="{4DFC9E96-5F62-4431-B56E-8457D2830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771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05" name="Freeform 314">
              <a:extLst>
                <a:ext uri="{FF2B5EF4-FFF2-40B4-BE49-F238E27FC236}">
                  <a16:creationId xmlns:a16="http://schemas.microsoft.com/office/drawing/2014/main" id="{2781DDCB-017F-4C30-87FD-A412279C8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1821"/>
              <a:ext cx="23" cy="32"/>
            </a:xfrm>
            <a:custGeom>
              <a:avLst/>
              <a:gdLst>
                <a:gd name="T0" fmla="*/ 0 w 9"/>
                <a:gd name="T1" fmla="*/ 136 h 12"/>
                <a:gd name="T2" fmla="*/ 66 w 9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7"/>
                  </a:moveTo>
                  <a:cubicBezTo>
                    <a:pt x="7" y="0"/>
                    <a:pt x="9" y="6"/>
                    <a:pt x="4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06" name="Freeform 315">
              <a:extLst>
                <a:ext uri="{FF2B5EF4-FFF2-40B4-BE49-F238E27FC236}">
                  <a16:creationId xmlns:a16="http://schemas.microsoft.com/office/drawing/2014/main" id="{753199AF-286E-484F-A105-6EC6C13D5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845"/>
              <a:ext cx="20" cy="19"/>
            </a:xfrm>
            <a:custGeom>
              <a:avLst/>
              <a:gdLst>
                <a:gd name="T0" fmla="*/ 0 w 8"/>
                <a:gd name="T1" fmla="*/ 0 h 7"/>
                <a:gd name="T2" fmla="*/ 125 w 8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3" y="2"/>
                    <a:pt x="6" y="4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07" name="Freeform 316">
              <a:extLst>
                <a:ext uri="{FF2B5EF4-FFF2-40B4-BE49-F238E27FC236}">
                  <a16:creationId xmlns:a16="http://schemas.microsoft.com/office/drawing/2014/main" id="{F0B654B0-1087-42D1-9EF1-ED9B0E8F2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904"/>
              <a:ext cx="18" cy="24"/>
            </a:xfrm>
            <a:custGeom>
              <a:avLst/>
              <a:gdLst>
                <a:gd name="T0" fmla="*/ 67 w 7"/>
                <a:gd name="T1" fmla="*/ 0 h 9"/>
                <a:gd name="T2" fmla="*/ 21 w 7"/>
                <a:gd name="T3" fmla="*/ 149 h 9"/>
                <a:gd name="T4" fmla="*/ 118 w 7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2"/>
                    <a:pt x="0" y="6"/>
                    <a:pt x="1" y="8"/>
                  </a:cubicBezTo>
                  <a:cubicBezTo>
                    <a:pt x="3" y="9"/>
                    <a:pt x="5" y="8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08" name="Freeform 317">
              <a:extLst>
                <a:ext uri="{FF2B5EF4-FFF2-40B4-BE49-F238E27FC236}">
                  <a16:creationId xmlns:a16="http://schemas.microsoft.com/office/drawing/2014/main" id="{E1853F6D-365D-4857-A085-E4532A34F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043"/>
              <a:ext cx="17" cy="24"/>
            </a:xfrm>
            <a:custGeom>
              <a:avLst/>
              <a:gdLst>
                <a:gd name="T0" fmla="*/ 58 w 7"/>
                <a:gd name="T1" fmla="*/ 0 h 9"/>
                <a:gd name="T2" fmla="*/ 70 w 7"/>
                <a:gd name="T3" fmla="*/ 171 h 9"/>
                <a:gd name="T4" fmla="*/ 0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6" y="3"/>
                    <a:pt x="7" y="6"/>
                    <a:pt x="5" y="9"/>
                  </a:cubicBezTo>
                  <a:cubicBezTo>
                    <a:pt x="2" y="8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09" name="Freeform 318">
              <a:extLst>
                <a:ext uri="{FF2B5EF4-FFF2-40B4-BE49-F238E27FC236}">
                  <a16:creationId xmlns:a16="http://schemas.microsoft.com/office/drawing/2014/main" id="{4F1A5319-5E97-4198-BD86-3D4B7E1D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155"/>
              <a:ext cx="18" cy="29"/>
            </a:xfrm>
            <a:custGeom>
              <a:avLst/>
              <a:gdLst>
                <a:gd name="T0" fmla="*/ 0 w 7"/>
                <a:gd name="T1" fmla="*/ 166 h 11"/>
                <a:gd name="T2" fmla="*/ 67 w 7"/>
                <a:gd name="T3" fmla="*/ 0 h 11"/>
                <a:gd name="T4" fmla="*/ 33 w 7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9"/>
                  </a:moveTo>
                  <a:cubicBezTo>
                    <a:pt x="1" y="6"/>
                    <a:pt x="0" y="1"/>
                    <a:pt x="4" y="0"/>
                  </a:cubicBezTo>
                  <a:cubicBezTo>
                    <a:pt x="7" y="3"/>
                    <a:pt x="5" y="8"/>
                    <a:pt x="2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0" name="Freeform 319">
              <a:extLst>
                <a:ext uri="{FF2B5EF4-FFF2-40B4-BE49-F238E27FC236}">
                  <a16:creationId xmlns:a16="http://schemas.microsoft.com/office/drawing/2014/main" id="{1E39D958-D781-44ED-9590-2806A8903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261"/>
              <a:ext cx="5" cy="22"/>
            </a:xfrm>
            <a:custGeom>
              <a:avLst/>
              <a:gdLst>
                <a:gd name="T0" fmla="*/ 33 w 2"/>
                <a:gd name="T1" fmla="*/ 0 h 8"/>
                <a:gd name="T2" fmla="*/ 20 w 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1" y="3"/>
                    <a:pt x="0" y="5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1" name="Freeform 320">
              <a:extLst>
                <a:ext uri="{FF2B5EF4-FFF2-40B4-BE49-F238E27FC236}">
                  <a16:creationId xmlns:a16="http://schemas.microsoft.com/office/drawing/2014/main" id="{3C431313-A512-46AD-B9F5-0A7A280B9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589"/>
              <a:ext cx="23" cy="43"/>
            </a:xfrm>
            <a:custGeom>
              <a:avLst/>
              <a:gdLst>
                <a:gd name="T0" fmla="*/ 51 w 9"/>
                <a:gd name="T1" fmla="*/ 0 h 16"/>
                <a:gd name="T2" fmla="*/ 130 w 9"/>
                <a:gd name="T3" fmla="*/ 175 h 16"/>
                <a:gd name="T4" fmla="*/ 0 w 9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3" y="0"/>
                  </a:moveTo>
                  <a:cubicBezTo>
                    <a:pt x="3" y="5"/>
                    <a:pt x="9" y="4"/>
                    <a:pt x="8" y="9"/>
                  </a:cubicBezTo>
                  <a:cubicBezTo>
                    <a:pt x="6" y="16"/>
                    <a:pt x="1" y="4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2" name="Freeform 321">
              <a:extLst>
                <a:ext uri="{FF2B5EF4-FFF2-40B4-BE49-F238E27FC236}">
                  <a16:creationId xmlns:a16="http://schemas.microsoft.com/office/drawing/2014/main" id="{9198ED82-9A8F-4143-9309-1C14E2E4B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2629"/>
              <a:ext cx="17" cy="27"/>
            </a:xfrm>
            <a:custGeom>
              <a:avLst/>
              <a:gdLst>
                <a:gd name="T0" fmla="*/ 0 w 7"/>
                <a:gd name="T1" fmla="*/ 197 h 10"/>
                <a:gd name="T2" fmla="*/ 100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3" name="Freeform 322">
              <a:extLst>
                <a:ext uri="{FF2B5EF4-FFF2-40B4-BE49-F238E27FC236}">
                  <a16:creationId xmlns:a16="http://schemas.microsoft.com/office/drawing/2014/main" id="{DCF98543-BC36-4357-A38F-C481DB6DB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651"/>
              <a:ext cx="8" cy="5"/>
            </a:xfrm>
            <a:custGeom>
              <a:avLst/>
              <a:gdLst>
                <a:gd name="T0" fmla="*/ 0 w 3"/>
                <a:gd name="T1" fmla="*/ 33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4" name="Freeform 323">
              <a:extLst>
                <a:ext uri="{FF2B5EF4-FFF2-40B4-BE49-F238E27FC236}">
                  <a16:creationId xmlns:a16="http://schemas.microsoft.com/office/drawing/2014/main" id="{A1D4E8B3-E562-4651-8AA9-5F2D30667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699"/>
              <a:ext cx="22" cy="32"/>
            </a:xfrm>
            <a:custGeom>
              <a:avLst/>
              <a:gdLst>
                <a:gd name="T0" fmla="*/ 132 w 9"/>
                <a:gd name="T1" fmla="*/ 192 h 12"/>
                <a:gd name="T2" fmla="*/ 90 w 9"/>
                <a:gd name="T3" fmla="*/ 0 h 12"/>
                <a:gd name="T4" fmla="*/ 29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9" y="10"/>
                  </a:moveTo>
                  <a:cubicBezTo>
                    <a:pt x="7" y="7"/>
                    <a:pt x="9" y="2"/>
                    <a:pt x="6" y="0"/>
                  </a:cubicBezTo>
                  <a:cubicBezTo>
                    <a:pt x="1" y="2"/>
                    <a:pt x="0" y="8"/>
                    <a:pt x="2" y="1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5" name="Freeform 324">
              <a:extLst>
                <a:ext uri="{FF2B5EF4-FFF2-40B4-BE49-F238E27FC236}">
                  <a16:creationId xmlns:a16="http://schemas.microsoft.com/office/drawing/2014/main" id="{B8CE0097-4648-462B-9C86-9C57B0134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763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6" name="Freeform 325">
              <a:extLst>
                <a:ext uri="{FF2B5EF4-FFF2-40B4-BE49-F238E27FC236}">
                  <a16:creationId xmlns:a16="http://schemas.microsoft.com/office/drawing/2014/main" id="{BB1DED7F-3020-4FAD-B7AF-50015F66D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720"/>
              <a:ext cx="28" cy="53"/>
            </a:xfrm>
            <a:custGeom>
              <a:avLst/>
              <a:gdLst>
                <a:gd name="T0" fmla="*/ 51 w 11"/>
                <a:gd name="T1" fmla="*/ 371 h 20"/>
                <a:gd name="T2" fmla="*/ 150 w 11"/>
                <a:gd name="T3" fmla="*/ 239 h 20"/>
                <a:gd name="T4" fmla="*/ 20 w 11"/>
                <a:gd name="T5" fmla="*/ 281 h 20"/>
                <a:gd name="T6" fmla="*/ 130 w 11"/>
                <a:gd name="T7" fmla="*/ 111 h 20"/>
                <a:gd name="T8" fmla="*/ 0 w 11"/>
                <a:gd name="T9" fmla="*/ 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3" y="20"/>
                  </a:moveTo>
                  <a:cubicBezTo>
                    <a:pt x="5" y="19"/>
                    <a:pt x="11" y="17"/>
                    <a:pt x="9" y="13"/>
                  </a:cubicBezTo>
                  <a:cubicBezTo>
                    <a:pt x="6" y="13"/>
                    <a:pt x="4" y="14"/>
                    <a:pt x="1" y="15"/>
                  </a:cubicBezTo>
                  <a:cubicBezTo>
                    <a:pt x="3" y="12"/>
                    <a:pt x="8" y="10"/>
                    <a:pt x="8" y="6"/>
                  </a:cubicBezTo>
                  <a:cubicBezTo>
                    <a:pt x="8" y="1"/>
                    <a:pt x="4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7" name="Freeform 326">
              <a:extLst>
                <a:ext uri="{FF2B5EF4-FFF2-40B4-BE49-F238E27FC236}">
                  <a16:creationId xmlns:a16="http://schemas.microsoft.com/office/drawing/2014/main" id="{BC8BEFA4-12ED-4F83-9A7C-3F594874F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973"/>
              <a:ext cx="13" cy="6"/>
            </a:xfrm>
            <a:custGeom>
              <a:avLst/>
              <a:gdLst>
                <a:gd name="T0" fmla="*/ 0 w 5"/>
                <a:gd name="T1" fmla="*/ 54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8" name="Freeform 327">
              <a:extLst>
                <a:ext uri="{FF2B5EF4-FFF2-40B4-BE49-F238E27FC236}">
                  <a16:creationId xmlns:a16="http://schemas.microsoft.com/office/drawing/2014/main" id="{13228F26-41D4-4073-A3F0-EFA9CE5C3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005"/>
              <a:ext cx="20" cy="22"/>
            </a:xfrm>
            <a:custGeom>
              <a:avLst/>
              <a:gdLst>
                <a:gd name="T0" fmla="*/ 125 w 8"/>
                <a:gd name="T1" fmla="*/ 143 h 8"/>
                <a:gd name="T2" fmla="*/ 63 w 8"/>
                <a:gd name="T3" fmla="*/ 0 h 8"/>
                <a:gd name="T4" fmla="*/ 33 w 8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7"/>
                  </a:moveTo>
                  <a:cubicBezTo>
                    <a:pt x="8" y="4"/>
                    <a:pt x="7" y="1"/>
                    <a:pt x="4" y="0"/>
                  </a:cubicBezTo>
                  <a:cubicBezTo>
                    <a:pt x="1" y="2"/>
                    <a:pt x="0" y="5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9" name="Freeform 328">
              <a:extLst>
                <a:ext uri="{FF2B5EF4-FFF2-40B4-BE49-F238E27FC236}">
                  <a16:creationId xmlns:a16="http://schemas.microsoft.com/office/drawing/2014/main" id="{6E8E42F0-FF8D-492E-870D-BE8EBC7DA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3088"/>
              <a:ext cx="3" cy="11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20" name="Freeform 329">
              <a:extLst>
                <a:ext uri="{FF2B5EF4-FFF2-40B4-BE49-F238E27FC236}">
                  <a16:creationId xmlns:a16="http://schemas.microsoft.com/office/drawing/2014/main" id="{0D0CF73F-F2D5-4166-B3C3-7E20A9A49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3229"/>
              <a:ext cx="10" cy="14"/>
            </a:xfrm>
            <a:custGeom>
              <a:avLst/>
              <a:gdLst>
                <a:gd name="T0" fmla="*/ 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21" name="Freeform 330">
              <a:extLst>
                <a:ext uri="{FF2B5EF4-FFF2-40B4-BE49-F238E27FC236}">
                  <a16:creationId xmlns:a16="http://schemas.microsoft.com/office/drawing/2014/main" id="{8FA40051-E364-4102-B5FA-0D31E2F29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3048"/>
              <a:ext cx="35" cy="29"/>
            </a:xfrm>
            <a:custGeom>
              <a:avLst/>
              <a:gdLst>
                <a:gd name="T0" fmla="*/ 220 w 14"/>
                <a:gd name="T1" fmla="*/ 145 h 11"/>
                <a:gd name="T2" fmla="*/ 125 w 1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14" y="8"/>
                  </a:moveTo>
                  <a:cubicBezTo>
                    <a:pt x="9" y="0"/>
                    <a:pt x="0" y="7"/>
                    <a:pt x="8" y="11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22" name="Freeform 331">
              <a:extLst>
                <a:ext uri="{FF2B5EF4-FFF2-40B4-BE49-F238E27FC236}">
                  <a16:creationId xmlns:a16="http://schemas.microsoft.com/office/drawing/2014/main" id="{25492BD8-FD25-41C0-843C-7889C9923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811"/>
              <a:ext cx="32" cy="32"/>
            </a:xfrm>
            <a:custGeom>
              <a:avLst/>
              <a:gdLst>
                <a:gd name="T0" fmla="*/ 0 w 13"/>
                <a:gd name="T1" fmla="*/ 115 h 12"/>
                <a:gd name="T2" fmla="*/ 62 w 13"/>
                <a:gd name="T3" fmla="*/ 192 h 12"/>
                <a:gd name="T4" fmla="*/ 74 w 13"/>
                <a:gd name="T5" fmla="*/ 21 h 12"/>
                <a:gd name="T6" fmla="*/ 133 w 13"/>
                <a:gd name="T7" fmla="*/ 171 h 12"/>
                <a:gd name="T8" fmla="*/ 194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0" y="6"/>
                  </a:moveTo>
                  <a:cubicBezTo>
                    <a:pt x="0" y="9"/>
                    <a:pt x="1" y="12"/>
                    <a:pt x="4" y="10"/>
                  </a:cubicBezTo>
                  <a:cubicBezTo>
                    <a:pt x="6" y="9"/>
                    <a:pt x="4" y="3"/>
                    <a:pt x="5" y="1"/>
                  </a:cubicBezTo>
                  <a:cubicBezTo>
                    <a:pt x="7" y="3"/>
                    <a:pt x="6" y="8"/>
                    <a:pt x="9" y="9"/>
                  </a:cubicBezTo>
                  <a:cubicBezTo>
                    <a:pt x="13" y="9"/>
                    <a:pt x="13" y="2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23" name="Freeform 332">
              <a:extLst>
                <a:ext uri="{FF2B5EF4-FFF2-40B4-BE49-F238E27FC236}">
                  <a16:creationId xmlns:a16="http://schemas.microsoft.com/office/drawing/2014/main" id="{E6EDA4F1-589E-4666-99E4-0A1944C0E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096"/>
              <a:ext cx="12" cy="5"/>
            </a:xfrm>
            <a:custGeom>
              <a:avLst/>
              <a:gdLst>
                <a:gd name="T0" fmla="*/ 70 w 5"/>
                <a:gd name="T1" fmla="*/ 0 h 2"/>
                <a:gd name="T2" fmla="*/ 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8E4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24" name="Freeform 333">
              <a:extLst>
                <a:ext uri="{FF2B5EF4-FFF2-40B4-BE49-F238E27FC236}">
                  <a16:creationId xmlns:a16="http://schemas.microsoft.com/office/drawing/2014/main" id="{57CEEA80-0EF8-439E-A6D7-43A2DC1F3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56"/>
              <a:ext cx="2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8 w 1"/>
                <a:gd name="T5" fmla="*/ 21 h 3"/>
                <a:gd name="T6" fmla="*/ 8 w 1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1" y="3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25" name="Freeform 334">
              <a:extLst>
                <a:ext uri="{FF2B5EF4-FFF2-40B4-BE49-F238E27FC236}">
                  <a16:creationId xmlns:a16="http://schemas.microsoft.com/office/drawing/2014/main" id="{367CF22A-0C75-4321-9DCA-323783C1D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872"/>
              <a:ext cx="1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26" name="Freeform 335">
              <a:extLst>
                <a:ext uri="{FF2B5EF4-FFF2-40B4-BE49-F238E27FC236}">
                  <a16:creationId xmlns:a16="http://schemas.microsoft.com/office/drawing/2014/main" id="{C64D1A84-FD0C-4111-8E13-40149ADDD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184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27" name="Freeform 336">
              <a:extLst>
                <a:ext uri="{FF2B5EF4-FFF2-40B4-BE49-F238E27FC236}">
                  <a16:creationId xmlns:a16="http://schemas.microsoft.com/office/drawing/2014/main" id="{4A08CEA3-120C-497D-BA55-79F62ABC8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843"/>
              <a:ext cx="5" cy="2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8 h 1"/>
                <a:gd name="T4" fmla="*/ 20 w 2"/>
                <a:gd name="T5" fmla="*/ 0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0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28" name="Freeform 337">
              <a:extLst>
                <a:ext uri="{FF2B5EF4-FFF2-40B4-BE49-F238E27FC236}">
                  <a16:creationId xmlns:a16="http://schemas.microsoft.com/office/drawing/2014/main" id="{CCB73935-969A-42B7-B705-EDBAF1184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85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29" name="Freeform 338">
              <a:extLst>
                <a:ext uri="{FF2B5EF4-FFF2-40B4-BE49-F238E27FC236}">
                  <a16:creationId xmlns:a16="http://schemas.microsoft.com/office/drawing/2014/main" id="{7FE982F0-073A-4A88-972D-957D3F03B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867"/>
              <a:ext cx="5" cy="2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8 h 1"/>
                <a:gd name="T4" fmla="*/ 20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2" y="0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30" name="Freeform 339">
              <a:extLst>
                <a:ext uri="{FF2B5EF4-FFF2-40B4-BE49-F238E27FC236}">
                  <a16:creationId xmlns:a16="http://schemas.microsoft.com/office/drawing/2014/main" id="{F4B1A4D7-28D3-4802-A5EB-4822055DB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843"/>
              <a:ext cx="3" cy="5"/>
            </a:xfrm>
            <a:custGeom>
              <a:avLst/>
              <a:gdLst>
                <a:gd name="T0" fmla="*/ 27 w 1"/>
                <a:gd name="T1" fmla="*/ 0 h 2"/>
                <a:gd name="T2" fmla="*/ 0 w 1"/>
                <a:gd name="T3" fmla="*/ 33 h 2"/>
                <a:gd name="T4" fmla="*/ 27 w 1"/>
                <a:gd name="T5" fmla="*/ 20 h 2"/>
                <a:gd name="T6" fmla="*/ 27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31" name="Freeform 340">
              <a:extLst>
                <a:ext uri="{FF2B5EF4-FFF2-40B4-BE49-F238E27FC236}">
                  <a16:creationId xmlns:a16="http://schemas.microsoft.com/office/drawing/2014/main" id="{769692ED-6732-4957-9FAD-C922218A2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837"/>
              <a:ext cx="2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32" name="Freeform 341">
              <a:extLst>
                <a:ext uri="{FF2B5EF4-FFF2-40B4-BE49-F238E27FC236}">
                  <a16:creationId xmlns:a16="http://schemas.microsoft.com/office/drawing/2014/main" id="{6CD62933-541F-4894-BC6A-02339C802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1861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33" name="Freeform 342">
              <a:extLst>
                <a:ext uri="{FF2B5EF4-FFF2-40B4-BE49-F238E27FC236}">
                  <a16:creationId xmlns:a16="http://schemas.microsoft.com/office/drawing/2014/main" id="{3F94FE70-A92A-4F49-9AF9-F5F442D2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880"/>
              <a:ext cx="5" cy="3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34" name="Freeform 343">
              <a:extLst>
                <a:ext uri="{FF2B5EF4-FFF2-40B4-BE49-F238E27FC236}">
                  <a16:creationId xmlns:a16="http://schemas.microsoft.com/office/drawing/2014/main" id="{B302140B-7786-48AC-B430-A389B553A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024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27 h 1"/>
                <a:gd name="T4" fmla="*/ 33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35" name="Freeform 344">
              <a:extLst>
                <a:ext uri="{FF2B5EF4-FFF2-40B4-BE49-F238E27FC236}">
                  <a16:creationId xmlns:a16="http://schemas.microsoft.com/office/drawing/2014/main" id="{0D064423-333E-4FCD-BBCD-52A710539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03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36" name="Freeform 345">
              <a:extLst>
                <a:ext uri="{FF2B5EF4-FFF2-40B4-BE49-F238E27FC236}">
                  <a16:creationId xmlns:a16="http://schemas.microsoft.com/office/drawing/2014/main" id="{AEA80FEB-FD92-4992-A088-4517623CF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027"/>
              <a:ext cx="3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2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37" name="Freeform 346">
              <a:extLst>
                <a:ext uri="{FF2B5EF4-FFF2-40B4-BE49-F238E27FC236}">
                  <a16:creationId xmlns:a16="http://schemas.microsoft.com/office/drawing/2014/main" id="{B627CEB4-EF3C-4941-A6D3-131C7D6EF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043"/>
              <a:ext cx="5" cy="5"/>
            </a:xfrm>
            <a:custGeom>
              <a:avLst/>
              <a:gdLst>
                <a:gd name="T0" fmla="*/ 33 w 2"/>
                <a:gd name="T1" fmla="*/ 33 h 2"/>
                <a:gd name="T2" fmla="*/ 20 w 2"/>
                <a:gd name="T3" fmla="*/ 0 h 2"/>
                <a:gd name="T4" fmla="*/ 0 w 2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0" y="2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38" name="Freeform 347">
              <a:extLst>
                <a:ext uri="{FF2B5EF4-FFF2-40B4-BE49-F238E27FC236}">
                  <a16:creationId xmlns:a16="http://schemas.microsoft.com/office/drawing/2014/main" id="{DAFFEF29-3182-49F1-8504-4758F6A9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035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39" name="Freeform 348">
              <a:extLst>
                <a:ext uri="{FF2B5EF4-FFF2-40B4-BE49-F238E27FC236}">
                  <a16:creationId xmlns:a16="http://schemas.microsoft.com/office/drawing/2014/main" id="{B25A927E-8C0D-4A6B-AF69-FA9ACB3E6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01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40" name="Freeform 349">
              <a:extLst>
                <a:ext uri="{FF2B5EF4-FFF2-40B4-BE49-F238E27FC236}">
                  <a16:creationId xmlns:a16="http://schemas.microsoft.com/office/drawing/2014/main" id="{EC4ED591-E2B6-4335-8E7B-75035CD08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2013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0 h 1"/>
                <a:gd name="T4" fmla="*/ 8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41" name="Freeform 350">
              <a:extLst>
                <a:ext uri="{FF2B5EF4-FFF2-40B4-BE49-F238E27FC236}">
                  <a16:creationId xmlns:a16="http://schemas.microsoft.com/office/drawing/2014/main" id="{A8508C23-DFA9-4296-A613-9044A8BB1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024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42" name="Freeform 351">
              <a:extLst>
                <a:ext uri="{FF2B5EF4-FFF2-40B4-BE49-F238E27FC236}">
                  <a16:creationId xmlns:a16="http://schemas.microsoft.com/office/drawing/2014/main" id="{384F78A9-CF95-4B37-8E3A-9CDAFB4C2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029"/>
              <a:ext cx="2" cy="6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0 h 2"/>
                <a:gd name="T4" fmla="*/ 8 w 1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43" name="Freeform 352">
              <a:extLst>
                <a:ext uri="{FF2B5EF4-FFF2-40B4-BE49-F238E27FC236}">
                  <a16:creationId xmlns:a16="http://schemas.microsoft.com/office/drawing/2014/main" id="{FF3D8DC9-FAB0-49AC-B33D-05185D58C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04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44" name="Freeform 353">
              <a:extLst>
                <a:ext uri="{FF2B5EF4-FFF2-40B4-BE49-F238E27FC236}">
                  <a16:creationId xmlns:a16="http://schemas.microsoft.com/office/drawing/2014/main" id="{4994CB23-3A0D-4E93-B5EF-7544CC820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016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45" name="Freeform 354">
              <a:extLst>
                <a:ext uri="{FF2B5EF4-FFF2-40B4-BE49-F238E27FC236}">
                  <a16:creationId xmlns:a16="http://schemas.microsoft.com/office/drawing/2014/main" id="{17293E60-FEBE-4356-A799-EDC8EF8FB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024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27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46" name="Freeform 355">
              <a:extLst>
                <a:ext uri="{FF2B5EF4-FFF2-40B4-BE49-F238E27FC236}">
                  <a16:creationId xmlns:a16="http://schemas.microsoft.com/office/drawing/2014/main" id="{300F06AF-CEA3-48A1-8941-975DFEEE1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035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47" name="Freeform 356">
              <a:extLst>
                <a:ext uri="{FF2B5EF4-FFF2-40B4-BE49-F238E27FC236}">
                  <a16:creationId xmlns:a16="http://schemas.microsoft.com/office/drawing/2014/main" id="{AD7BB04F-6EA2-4896-8F85-1B16B9452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019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48" name="Freeform 357">
              <a:extLst>
                <a:ext uri="{FF2B5EF4-FFF2-40B4-BE49-F238E27FC236}">
                  <a16:creationId xmlns:a16="http://schemas.microsoft.com/office/drawing/2014/main" id="{9D6D3D95-936C-48DA-915A-50B2EFF8A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04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49" name="Freeform 358">
              <a:extLst>
                <a:ext uri="{FF2B5EF4-FFF2-40B4-BE49-F238E27FC236}">
                  <a16:creationId xmlns:a16="http://schemas.microsoft.com/office/drawing/2014/main" id="{D8674715-E4D9-4E9D-80EC-F8F193A18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05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50" name="Freeform 359">
              <a:extLst>
                <a:ext uri="{FF2B5EF4-FFF2-40B4-BE49-F238E27FC236}">
                  <a16:creationId xmlns:a16="http://schemas.microsoft.com/office/drawing/2014/main" id="{C862D069-A83C-41A3-B6B7-CC12737C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045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51" name="Freeform 360">
              <a:extLst>
                <a:ext uri="{FF2B5EF4-FFF2-40B4-BE49-F238E27FC236}">
                  <a16:creationId xmlns:a16="http://schemas.microsoft.com/office/drawing/2014/main" id="{48F0A4DD-D591-4B33-9DDD-75145BABD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051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52" name="Freeform 361">
              <a:extLst>
                <a:ext uri="{FF2B5EF4-FFF2-40B4-BE49-F238E27FC236}">
                  <a16:creationId xmlns:a16="http://schemas.microsoft.com/office/drawing/2014/main" id="{134C2BE2-2E59-4730-BE34-A99AAB686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016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53" name="Freeform 362">
              <a:extLst>
                <a:ext uri="{FF2B5EF4-FFF2-40B4-BE49-F238E27FC236}">
                  <a16:creationId xmlns:a16="http://schemas.microsoft.com/office/drawing/2014/main" id="{5FF38C6F-9EE4-43AF-B732-87224F6EE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2027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54" name="Freeform 363">
              <a:extLst>
                <a:ext uri="{FF2B5EF4-FFF2-40B4-BE49-F238E27FC236}">
                  <a16:creationId xmlns:a16="http://schemas.microsoft.com/office/drawing/2014/main" id="{C13376CB-FA8A-4706-BE55-AB774CABB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2005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55" name="Freeform 364">
              <a:extLst>
                <a:ext uri="{FF2B5EF4-FFF2-40B4-BE49-F238E27FC236}">
                  <a16:creationId xmlns:a16="http://schemas.microsoft.com/office/drawing/2014/main" id="{A55B4DFD-D3A0-4A46-B9CE-D49C73EAB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003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56" name="Freeform 365">
              <a:extLst>
                <a:ext uri="{FF2B5EF4-FFF2-40B4-BE49-F238E27FC236}">
                  <a16:creationId xmlns:a16="http://schemas.microsoft.com/office/drawing/2014/main" id="{1CC5B616-27B3-4D8C-97BB-F87B55D2B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011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57" name="Freeform 366">
              <a:extLst>
                <a:ext uri="{FF2B5EF4-FFF2-40B4-BE49-F238E27FC236}">
                  <a16:creationId xmlns:a16="http://schemas.microsoft.com/office/drawing/2014/main" id="{62485398-A699-479E-A528-B4A4EA7F5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024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58" name="Freeform 367">
              <a:extLst>
                <a:ext uri="{FF2B5EF4-FFF2-40B4-BE49-F238E27FC236}">
                  <a16:creationId xmlns:a16="http://schemas.microsoft.com/office/drawing/2014/main" id="{6B485147-3FCB-476C-982F-80E28F9F5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013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59" name="Freeform 368">
              <a:extLst>
                <a:ext uri="{FF2B5EF4-FFF2-40B4-BE49-F238E27FC236}">
                  <a16:creationId xmlns:a16="http://schemas.microsoft.com/office/drawing/2014/main" id="{E0A8ED4D-6138-438D-9E8F-FFD6217B0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04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60" name="Freeform 369">
              <a:extLst>
                <a:ext uri="{FF2B5EF4-FFF2-40B4-BE49-F238E27FC236}">
                  <a16:creationId xmlns:a16="http://schemas.microsoft.com/office/drawing/2014/main" id="{0F670350-2F3F-49F2-A01F-072C33C4E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859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27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61" name="Freeform 370">
              <a:extLst>
                <a:ext uri="{FF2B5EF4-FFF2-40B4-BE49-F238E27FC236}">
                  <a16:creationId xmlns:a16="http://schemas.microsoft.com/office/drawing/2014/main" id="{C294E9BA-8C3D-40B0-B93A-16733A345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829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27 w 1"/>
                <a:gd name="T5" fmla="*/ 2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62" name="Freeform 371">
              <a:extLst>
                <a:ext uri="{FF2B5EF4-FFF2-40B4-BE49-F238E27FC236}">
                  <a16:creationId xmlns:a16="http://schemas.microsoft.com/office/drawing/2014/main" id="{4B2DE72E-7D29-40A4-ABA2-47C66C0DF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829"/>
              <a:ext cx="3" cy="1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63" name="Freeform 372">
              <a:extLst>
                <a:ext uri="{FF2B5EF4-FFF2-40B4-BE49-F238E27FC236}">
                  <a16:creationId xmlns:a16="http://schemas.microsoft.com/office/drawing/2014/main" id="{E0F3A156-35FF-4F64-9FAD-057C8E30F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851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0 h 1"/>
                <a:gd name="T4" fmla="*/ 0 w 1"/>
                <a:gd name="T5" fmla="*/ 8 h 1"/>
                <a:gd name="T6" fmla="*/ 27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1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64" name="Freeform 373">
              <a:extLst>
                <a:ext uri="{FF2B5EF4-FFF2-40B4-BE49-F238E27FC236}">
                  <a16:creationId xmlns:a16="http://schemas.microsoft.com/office/drawing/2014/main" id="{AF6B0129-9AED-4A79-A3E5-05C751C45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859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65" name="Freeform 374">
              <a:extLst>
                <a:ext uri="{FF2B5EF4-FFF2-40B4-BE49-F238E27FC236}">
                  <a16:creationId xmlns:a16="http://schemas.microsoft.com/office/drawing/2014/main" id="{23937740-D76C-42A5-8AF0-9A56B9394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829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27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66" name="Freeform 375">
              <a:extLst>
                <a:ext uri="{FF2B5EF4-FFF2-40B4-BE49-F238E27FC236}">
                  <a16:creationId xmlns:a16="http://schemas.microsoft.com/office/drawing/2014/main" id="{42651617-BF9F-43D6-989A-4D1901AB0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72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8 w 1"/>
                <a:gd name="T5" fmla="*/ 27 h 1"/>
                <a:gd name="T6" fmla="*/ 8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67" name="Freeform 376">
              <a:extLst>
                <a:ext uri="{FF2B5EF4-FFF2-40B4-BE49-F238E27FC236}">
                  <a16:creationId xmlns:a16="http://schemas.microsoft.com/office/drawing/2014/main" id="{B16F68A9-0EDA-4C27-B4C7-A2A88576F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43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68" name="Freeform 377">
              <a:extLst>
                <a:ext uri="{FF2B5EF4-FFF2-40B4-BE49-F238E27FC236}">
                  <a16:creationId xmlns:a16="http://schemas.microsoft.com/office/drawing/2014/main" id="{DC6AB8B0-C269-43FB-A39B-C5A64B364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885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27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69" name="Freeform 378">
              <a:extLst>
                <a:ext uri="{FF2B5EF4-FFF2-40B4-BE49-F238E27FC236}">
                  <a16:creationId xmlns:a16="http://schemas.microsoft.com/office/drawing/2014/main" id="{30524402-084B-4D69-B070-DFA5462C2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875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70" name="Freeform 379">
              <a:extLst>
                <a:ext uri="{FF2B5EF4-FFF2-40B4-BE49-F238E27FC236}">
                  <a16:creationId xmlns:a16="http://schemas.microsoft.com/office/drawing/2014/main" id="{F842CF1F-14AA-4212-9296-A0AD5D810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053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35 h 3"/>
                <a:gd name="T4" fmla="*/ 0 w 2"/>
                <a:gd name="T5" fmla="*/ 35 h 3"/>
                <a:gd name="T6" fmla="*/ 20 w 2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1" y="0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D676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71" name="Freeform 380">
              <a:extLst>
                <a:ext uri="{FF2B5EF4-FFF2-40B4-BE49-F238E27FC236}">
                  <a16:creationId xmlns:a16="http://schemas.microsoft.com/office/drawing/2014/main" id="{2EF25AFB-3E98-4DC0-B4EA-4A037F2CE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867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72" name="Freeform 381">
              <a:extLst>
                <a:ext uri="{FF2B5EF4-FFF2-40B4-BE49-F238E27FC236}">
                  <a16:creationId xmlns:a16="http://schemas.microsoft.com/office/drawing/2014/main" id="{E54E722D-197E-4DB6-B011-944C8EDD6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1861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8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73" name="Freeform 382">
              <a:extLst>
                <a:ext uri="{FF2B5EF4-FFF2-40B4-BE49-F238E27FC236}">
                  <a16:creationId xmlns:a16="http://schemas.microsoft.com/office/drawing/2014/main" id="{B8A56505-E29E-4C2C-963C-4C862933D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845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20 w 2"/>
                <a:gd name="T5" fmla="*/ 0 h 1"/>
                <a:gd name="T6" fmla="*/ 0 w 2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74" name="Freeform 383">
              <a:extLst>
                <a:ext uri="{FF2B5EF4-FFF2-40B4-BE49-F238E27FC236}">
                  <a16:creationId xmlns:a16="http://schemas.microsoft.com/office/drawing/2014/main" id="{24A938B2-4D39-499A-A394-F195CB8C7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840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75" name="Freeform 384">
              <a:extLst>
                <a:ext uri="{FF2B5EF4-FFF2-40B4-BE49-F238E27FC236}">
                  <a16:creationId xmlns:a16="http://schemas.microsoft.com/office/drawing/2014/main" id="{F30B3573-F5F2-4C5C-A8DE-568AE56FE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829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76" name="Freeform 385">
              <a:extLst>
                <a:ext uri="{FF2B5EF4-FFF2-40B4-BE49-F238E27FC236}">
                  <a16:creationId xmlns:a16="http://schemas.microsoft.com/office/drawing/2014/main" id="{AA48D62C-A9F0-4A77-8BE7-43239EBE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837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27 h 1"/>
                <a:gd name="T4" fmla="*/ 27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77" name="Freeform 386">
              <a:extLst>
                <a:ext uri="{FF2B5EF4-FFF2-40B4-BE49-F238E27FC236}">
                  <a16:creationId xmlns:a16="http://schemas.microsoft.com/office/drawing/2014/main" id="{1AE08834-588A-480D-AC02-5464570D8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840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78" name="Freeform 387">
              <a:extLst>
                <a:ext uri="{FF2B5EF4-FFF2-40B4-BE49-F238E27FC236}">
                  <a16:creationId xmlns:a16="http://schemas.microsoft.com/office/drawing/2014/main" id="{65EDA060-C02B-424A-999F-922706CDA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880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27 h 1"/>
                <a:gd name="T4" fmla="*/ 8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79" name="Freeform 388">
              <a:extLst>
                <a:ext uri="{FF2B5EF4-FFF2-40B4-BE49-F238E27FC236}">
                  <a16:creationId xmlns:a16="http://schemas.microsoft.com/office/drawing/2014/main" id="{69FC5C2B-D3D9-41E7-9E45-F338F7C9F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2016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80" name="Freeform 389">
              <a:extLst>
                <a:ext uri="{FF2B5EF4-FFF2-40B4-BE49-F238E27FC236}">
                  <a16:creationId xmlns:a16="http://schemas.microsoft.com/office/drawing/2014/main" id="{6276972F-796C-40E1-BF26-5EDF62DC9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013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81" name="Freeform 390">
              <a:extLst>
                <a:ext uri="{FF2B5EF4-FFF2-40B4-BE49-F238E27FC236}">
                  <a16:creationId xmlns:a16="http://schemas.microsoft.com/office/drawing/2014/main" id="{028CE4A1-601F-4BA6-B015-E4D39B9CD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01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82" name="Freeform 391">
              <a:extLst>
                <a:ext uri="{FF2B5EF4-FFF2-40B4-BE49-F238E27FC236}">
                  <a16:creationId xmlns:a16="http://schemas.microsoft.com/office/drawing/2014/main" id="{814B388A-0E23-4254-9706-A2256EBD5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029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27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83" name="Freeform 392">
              <a:extLst>
                <a:ext uri="{FF2B5EF4-FFF2-40B4-BE49-F238E27FC236}">
                  <a16:creationId xmlns:a16="http://schemas.microsoft.com/office/drawing/2014/main" id="{5C76710C-5D71-4B0D-825B-CF0516782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03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84" name="Freeform 393">
              <a:extLst>
                <a:ext uri="{FF2B5EF4-FFF2-40B4-BE49-F238E27FC236}">
                  <a16:creationId xmlns:a16="http://schemas.microsoft.com/office/drawing/2014/main" id="{763B4F1D-3DBA-4F68-A979-4897473D8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021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54 h 2"/>
                <a:gd name="T4" fmla="*/ 0 w 2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2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85" name="Freeform 394">
              <a:extLst>
                <a:ext uri="{FF2B5EF4-FFF2-40B4-BE49-F238E27FC236}">
                  <a16:creationId xmlns:a16="http://schemas.microsoft.com/office/drawing/2014/main" id="{68F206FA-5B31-4893-8668-CC93454B8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01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86" name="Freeform 395">
              <a:extLst>
                <a:ext uri="{FF2B5EF4-FFF2-40B4-BE49-F238E27FC236}">
                  <a16:creationId xmlns:a16="http://schemas.microsoft.com/office/drawing/2014/main" id="{B30330FC-9D51-4441-9CB7-89B7995CA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00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87" name="Freeform 396">
              <a:extLst>
                <a:ext uri="{FF2B5EF4-FFF2-40B4-BE49-F238E27FC236}">
                  <a16:creationId xmlns:a16="http://schemas.microsoft.com/office/drawing/2014/main" id="{7405B125-E305-468D-8F8F-C24FC0E3D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024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88" name="Freeform 397">
              <a:extLst>
                <a:ext uri="{FF2B5EF4-FFF2-40B4-BE49-F238E27FC236}">
                  <a16:creationId xmlns:a16="http://schemas.microsoft.com/office/drawing/2014/main" id="{D2D06F96-4295-47CA-A406-C6BBFECC2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027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89" name="Freeform 398">
              <a:extLst>
                <a:ext uri="{FF2B5EF4-FFF2-40B4-BE49-F238E27FC236}">
                  <a16:creationId xmlns:a16="http://schemas.microsoft.com/office/drawing/2014/main" id="{3FA27302-3229-41A5-A2F3-70E65C1A8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035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8 h 1"/>
                <a:gd name="T4" fmla="*/ 27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90" name="Freeform 399">
              <a:extLst>
                <a:ext uri="{FF2B5EF4-FFF2-40B4-BE49-F238E27FC236}">
                  <a16:creationId xmlns:a16="http://schemas.microsoft.com/office/drawing/2014/main" id="{C06DAEF3-1B8C-4A2F-A07D-613D9A230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03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8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91" name="Freeform 400">
              <a:extLst>
                <a:ext uri="{FF2B5EF4-FFF2-40B4-BE49-F238E27FC236}">
                  <a16:creationId xmlns:a16="http://schemas.microsoft.com/office/drawing/2014/main" id="{6A1587BD-7FA6-4329-A514-F585D8493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045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92" name="Freeform 401">
              <a:extLst>
                <a:ext uri="{FF2B5EF4-FFF2-40B4-BE49-F238E27FC236}">
                  <a16:creationId xmlns:a16="http://schemas.microsoft.com/office/drawing/2014/main" id="{D35CC313-861D-4CEA-A80D-6A33F4CA2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48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93" name="Freeform 402">
              <a:extLst>
                <a:ext uri="{FF2B5EF4-FFF2-40B4-BE49-F238E27FC236}">
                  <a16:creationId xmlns:a16="http://schemas.microsoft.com/office/drawing/2014/main" id="{01F9F2CA-3171-401B-9724-AE36BE31D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05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94" name="Freeform 403">
              <a:extLst>
                <a:ext uri="{FF2B5EF4-FFF2-40B4-BE49-F238E27FC236}">
                  <a16:creationId xmlns:a16="http://schemas.microsoft.com/office/drawing/2014/main" id="{08065191-5B27-4E1B-858F-A259F1198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043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8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95" name="Freeform 404">
              <a:extLst>
                <a:ext uri="{FF2B5EF4-FFF2-40B4-BE49-F238E27FC236}">
                  <a16:creationId xmlns:a16="http://schemas.microsoft.com/office/drawing/2014/main" id="{20D96819-09C3-480A-BDCC-D2A932878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040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96" name="Freeform 405">
              <a:extLst>
                <a:ext uri="{FF2B5EF4-FFF2-40B4-BE49-F238E27FC236}">
                  <a16:creationId xmlns:a16="http://schemas.microsoft.com/office/drawing/2014/main" id="{DD7B8A1C-3279-4ED9-BB1B-2414EA576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029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97" name="Freeform 406">
              <a:extLst>
                <a:ext uri="{FF2B5EF4-FFF2-40B4-BE49-F238E27FC236}">
                  <a16:creationId xmlns:a16="http://schemas.microsoft.com/office/drawing/2014/main" id="{64B8A152-CC23-4EED-92BC-07A2A780B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029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27 h 1"/>
                <a:gd name="T4" fmla="*/ 20 w 2"/>
                <a:gd name="T5" fmla="*/ 0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98" name="Freeform 407">
              <a:extLst>
                <a:ext uri="{FF2B5EF4-FFF2-40B4-BE49-F238E27FC236}">
                  <a16:creationId xmlns:a16="http://schemas.microsoft.com/office/drawing/2014/main" id="{9BFC04D0-0939-4DA9-B987-304F758A7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016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99" name="Freeform 408">
              <a:extLst>
                <a:ext uri="{FF2B5EF4-FFF2-40B4-BE49-F238E27FC236}">
                  <a16:creationId xmlns:a16="http://schemas.microsoft.com/office/drawing/2014/main" id="{CD7062BC-E886-4F9B-AFE2-6D4A4BC30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01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00" name="Freeform 409">
              <a:extLst>
                <a:ext uri="{FF2B5EF4-FFF2-40B4-BE49-F238E27FC236}">
                  <a16:creationId xmlns:a16="http://schemas.microsoft.com/office/drawing/2014/main" id="{FD5608F0-380A-41BE-9232-3A3E7F9E8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200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01" name="Freeform 410">
              <a:extLst>
                <a:ext uri="{FF2B5EF4-FFF2-40B4-BE49-F238E27FC236}">
                  <a16:creationId xmlns:a16="http://schemas.microsoft.com/office/drawing/2014/main" id="{4E359898-2492-45E9-8587-16F5D622C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202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02" name="Freeform 411">
              <a:extLst>
                <a:ext uri="{FF2B5EF4-FFF2-40B4-BE49-F238E27FC236}">
                  <a16:creationId xmlns:a16="http://schemas.microsoft.com/office/drawing/2014/main" id="{840784A8-3F0C-4F77-AF6E-AF68203B4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045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03" name="Freeform 412">
              <a:extLst>
                <a:ext uri="{FF2B5EF4-FFF2-40B4-BE49-F238E27FC236}">
                  <a16:creationId xmlns:a16="http://schemas.microsoft.com/office/drawing/2014/main" id="{FA12BF86-7D5D-499D-8A87-25ECBD303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0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04" name="Freeform 413">
              <a:extLst>
                <a:ext uri="{FF2B5EF4-FFF2-40B4-BE49-F238E27FC236}">
                  <a16:creationId xmlns:a16="http://schemas.microsoft.com/office/drawing/2014/main" id="{54897FC5-3FFB-4D41-99F2-0CDF40FDE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027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05" name="Freeform 414">
              <a:extLst>
                <a:ext uri="{FF2B5EF4-FFF2-40B4-BE49-F238E27FC236}">
                  <a16:creationId xmlns:a16="http://schemas.microsoft.com/office/drawing/2014/main" id="{BE9A9C40-28B5-4A53-8861-05805EB3E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01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06" name="Freeform 415">
              <a:extLst>
                <a:ext uri="{FF2B5EF4-FFF2-40B4-BE49-F238E27FC236}">
                  <a16:creationId xmlns:a16="http://schemas.microsoft.com/office/drawing/2014/main" id="{62D2D666-BB0B-49AF-98DD-2459C141C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01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07" name="Freeform 416">
              <a:extLst>
                <a:ext uri="{FF2B5EF4-FFF2-40B4-BE49-F238E27FC236}">
                  <a16:creationId xmlns:a16="http://schemas.microsoft.com/office/drawing/2014/main" id="{9DEA548B-4CAB-4EB1-98A4-97BEBECF3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04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08" name="Freeform 417">
              <a:extLst>
                <a:ext uri="{FF2B5EF4-FFF2-40B4-BE49-F238E27FC236}">
                  <a16:creationId xmlns:a16="http://schemas.microsoft.com/office/drawing/2014/main" id="{B73D0304-97D2-4502-B1D6-0584ECB97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056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09" name="Freeform 418">
              <a:extLst>
                <a:ext uri="{FF2B5EF4-FFF2-40B4-BE49-F238E27FC236}">
                  <a16:creationId xmlns:a16="http://schemas.microsoft.com/office/drawing/2014/main" id="{ED3C428B-08DE-4694-BB05-548818478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05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10" name="Freeform 419">
              <a:extLst>
                <a:ext uri="{FF2B5EF4-FFF2-40B4-BE49-F238E27FC236}">
                  <a16:creationId xmlns:a16="http://schemas.microsoft.com/office/drawing/2014/main" id="{CE47C5A0-AB7A-46CF-BFEB-81008A969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02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11" name="Freeform 420">
              <a:extLst>
                <a:ext uri="{FF2B5EF4-FFF2-40B4-BE49-F238E27FC236}">
                  <a16:creationId xmlns:a16="http://schemas.microsoft.com/office/drawing/2014/main" id="{5BB28A3A-A27F-4267-BECC-4CBC761DE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59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12" name="Freeform 421">
              <a:extLst>
                <a:ext uri="{FF2B5EF4-FFF2-40B4-BE49-F238E27FC236}">
                  <a16:creationId xmlns:a16="http://schemas.microsoft.com/office/drawing/2014/main" id="{6F2BE1D8-0882-4E23-91BB-6D97B4DB0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61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13" name="Freeform 422">
              <a:extLst>
                <a:ext uri="{FF2B5EF4-FFF2-40B4-BE49-F238E27FC236}">
                  <a16:creationId xmlns:a16="http://schemas.microsoft.com/office/drawing/2014/main" id="{5BB9AD9A-0A96-433E-9158-145CFD0A0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872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14" name="Freeform 423">
              <a:extLst>
                <a:ext uri="{FF2B5EF4-FFF2-40B4-BE49-F238E27FC236}">
                  <a16:creationId xmlns:a16="http://schemas.microsoft.com/office/drawing/2014/main" id="{96E69621-DC87-4706-92F8-914B797FD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875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15" name="Freeform 424">
              <a:extLst>
                <a:ext uri="{FF2B5EF4-FFF2-40B4-BE49-F238E27FC236}">
                  <a16:creationId xmlns:a16="http://schemas.microsoft.com/office/drawing/2014/main" id="{A7EE3DA6-C907-4998-AD71-1638FEFEB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872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16" name="Freeform 425">
              <a:extLst>
                <a:ext uri="{FF2B5EF4-FFF2-40B4-BE49-F238E27FC236}">
                  <a16:creationId xmlns:a16="http://schemas.microsoft.com/office/drawing/2014/main" id="{59A59F3F-B796-492C-A761-37ED56EDF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85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17" name="Freeform 426">
              <a:extLst>
                <a:ext uri="{FF2B5EF4-FFF2-40B4-BE49-F238E27FC236}">
                  <a16:creationId xmlns:a16="http://schemas.microsoft.com/office/drawing/2014/main" id="{88397C66-6766-44F7-9613-675B6E70F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43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18" name="Freeform 427">
              <a:extLst>
                <a:ext uri="{FF2B5EF4-FFF2-40B4-BE49-F238E27FC236}">
                  <a16:creationId xmlns:a16="http://schemas.microsoft.com/office/drawing/2014/main" id="{E1C9E07A-C77F-4478-BB9C-97B77EFF6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840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19" name="Freeform 428">
              <a:extLst>
                <a:ext uri="{FF2B5EF4-FFF2-40B4-BE49-F238E27FC236}">
                  <a16:creationId xmlns:a16="http://schemas.microsoft.com/office/drawing/2014/main" id="{57E36BD0-3CD6-485C-B6F6-8A8D79CBB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1843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20" name="Freeform 429">
              <a:extLst>
                <a:ext uri="{FF2B5EF4-FFF2-40B4-BE49-F238E27FC236}">
                  <a16:creationId xmlns:a16="http://schemas.microsoft.com/office/drawing/2014/main" id="{B006E041-BA94-404F-AD26-840B21EEB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856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21" name="Freeform 430">
              <a:extLst>
                <a:ext uri="{FF2B5EF4-FFF2-40B4-BE49-F238E27FC236}">
                  <a16:creationId xmlns:a16="http://schemas.microsoft.com/office/drawing/2014/main" id="{A4AA21AF-C986-460E-ABF0-0DF4F8014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845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22" name="Freeform 431">
              <a:extLst>
                <a:ext uri="{FF2B5EF4-FFF2-40B4-BE49-F238E27FC236}">
                  <a16:creationId xmlns:a16="http://schemas.microsoft.com/office/drawing/2014/main" id="{A5617EB5-960F-4EC1-AD02-495E9E3F0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829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23" name="Freeform 432">
              <a:extLst>
                <a:ext uri="{FF2B5EF4-FFF2-40B4-BE49-F238E27FC236}">
                  <a16:creationId xmlns:a16="http://schemas.microsoft.com/office/drawing/2014/main" id="{E69F840B-5E8D-45E4-98DD-70C1624FE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885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24" name="Freeform 433">
              <a:extLst>
                <a:ext uri="{FF2B5EF4-FFF2-40B4-BE49-F238E27FC236}">
                  <a16:creationId xmlns:a16="http://schemas.microsoft.com/office/drawing/2014/main" id="{06606B5B-DE6F-4C4F-8D2C-C54F25FC2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75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25" name="Freeform 434">
              <a:extLst>
                <a:ext uri="{FF2B5EF4-FFF2-40B4-BE49-F238E27FC236}">
                  <a16:creationId xmlns:a16="http://schemas.microsoft.com/office/drawing/2014/main" id="{E2C58FC5-C448-440B-92F8-2D63DB55A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85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26" name="Freeform 435">
              <a:extLst>
                <a:ext uri="{FF2B5EF4-FFF2-40B4-BE49-F238E27FC236}">
                  <a16:creationId xmlns:a16="http://schemas.microsoft.com/office/drawing/2014/main" id="{E8C2C851-E0D7-431E-A35A-4796B47D2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859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27" name="Freeform 436">
              <a:extLst>
                <a:ext uri="{FF2B5EF4-FFF2-40B4-BE49-F238E27FC236}">
                  <a16:creationId xmlns:a16="http://schemas.microsoft.com/office/drawing/2014/main" id="{8F178BD1-3605-4D92-B9E8-28D67D52F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827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C4A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135" name="Rectangle 437">
            <a:extLst>
              <a:ext uri="{FF2B5EF4-FFF2-40B4-BE49-F238E27FC236}">
                <a16:creationId xmlns:a16="http://schemas.microsoft.com/office/drawing/2014/main" id="{57E5279C-7D4B-4839-9762-76F7BC39F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5" y="5210175"/>
            <a:ext cx="304800" cy="304800"/>
          </a:xfrm>
          <a:prstGeom prst="rect">
            <a:avLst/>
          </a:prstGeom>
          <a:noFill/>
          <a:ln w="38100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8136" name="Line 438">
            <a:extLst>
              <a:ext uri="{FF2B5EF4-FFF2-40B4-BE49-F238E27FC236}">
                <a16:creationId xmlns:a16="http://schemas.microsoft.com/office/drawing/2014/main" id="{F43358A0-F697-441A-A31B-B13F71AE6BB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76700" y="4038600"/>
            <a:ext cx="2019300" cy="1171575"/>
          </a:xfrm>
          <a:prstGeom prst="line">
            <a:avLst/>
          </a:prstGeom>
          <a:noFill/>
          <a:ln w="28575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48137" name="Text Box 439">
            <a:extLst>
              <a:ext uri="{FF2B5EF4-FFF2-40B4-BE49-F238E27FC236}">
                <a16:creationId xmlns:a16="http://schemas.microsoft.com/office/drawing/2014/main" id="{F8520975-6DD3-4BDA-BD28-CC1C090D4C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8175" y="2543175"/>
            <a:ext cx="14478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Healthy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substantia nigra</a:t>
            </a:r>
          </a:p>
        </p:txBody>
      </p:sp>
      <p:sp>
        <p:nvSpPr>
          <p:cNvPr id="48138" name="Line 440">
            <a:extLst>
              <a:ext uri="{FF2B5EF4-FFF2-40B4-BE49-F238E27FC236}">
                <a16:creationId xmlns:a16="http://schemas.microsoft.com/office/drawing/2014/main" id="{636D0342-1E26-445B-AAF4-B82DF68A381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696200" y="2286000"/>
            <a:ext cx="609600" cy="3810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48139" name="Text Box 441">
            <a:extLst>
              <a:ext uri="{FF2B5EF4-FFF2-40B4-BE49-F238E27FC236}">
                <a16:creationId xmlns:a16="http://schemas.microsoft.com/office/drawing/2014/main" id="{05723DE2-FF6D-4592-BDCC-AF6C5AF84B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7013" y="5105400"/>
            <a:ext cx="1965325" cy="738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Diminished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substantia nigra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in Parkinson’s disease</a:t>
            </a:r>
          </a:p>
        </p:txBody>
      </p:sp>
      <p:sp>
        <p:nvSpPr>
          <p:cNvPr id="48140" name="Line 442">
            <a:extLst>
              <a:ext uri="{FF2B5EF4-FFF2-40B4-BE49-F238E27FC236}">
                <a16:creationId xmlns:a16="http://schemas.microsoft.com/office/drawing/2014/main" id="{F929E359-69D2-4B4F-981B-7B4028C8C62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34200" y="4724400"/>
            <a:ext cx="533400" cy="4572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B38A6D18-3DA4-463A-A3C7-3DA67590D38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Pain - Migraines </a:t>
            </a:r>
          </a:p>
        </p:txBody>
      </p:sp>
      <p:grpSp>
        <p:nvGrpSpPr>
          <p:cNvPr id="2347" name="Sinus-headache-facial-pain-illustration">
            <a:extLst>
              <a:ext uri="{FF2B5EF4-FFF2-40B4-BE49-F238E27FC236}">
                <a16:creationId xmlns:a16="http://schemas.microsoft.com/office/drawing/2014/main" id="{7240E868-2760-4DED-9912-4464C9F002B9}"/>
              </a:ext>
            </a:extLst>
          </p:cNvPr>
          <p:cNvGrpSpPr/>
          <p:nvPr/>
        </p:nvGrpSpPr>
        <p:grpSpPr>
          <a:xfrm>
            <a:off x="8423390" y="1716225"/>
            <a:ext cx="1363997" cy="1936577"/>
            <a:chOff x="7134740" y="1826332"/>
            <a:chExt cx="1363997" cy="1936577"/>
          </a:xfrm>
        </p:grpSpPr>
        <p:sp>
          <p:nvSpPr>
            <p:cNvPr id="1716" name="Forme libre : forme 1715">
              <a:extLst>
                <a:ext uri="{FF2B5EF4-FFF2-40B4-BE49-F238E27FC236}">
                  <a16:creationId xmlns:a16="http://schemas.microsoft.com/office/drawing/2014/main" id="{329325D8-EE18-433C-8503-B75F4E1AD834}"/>
                </a:ext>
              </a:extLst>
            </p:cNvPr>
            <p:cNvSpPr/>
            <p:nvPr/>
          </p:nvSpPr>
          <p:spPr>
            <a:xfrm>
              <a:off x="7244926" y="2458072"/>
              <a:ext cx="161666" cy="359878"/>
            </a:xfrm>
            <a:custGeom>
              <a:avLst/>
              <a:gdLst>
                <a:gd name="connsiteX0" fmla="*/ 124762 w 216936"/>
                <a:gd name="connsiteY0" fmla="*/ 58197 h 482912"/>
                <a:gd name="connsiteX1" fmla="*/ 27904 w 216936"/>
                <a:gd name="connsiteY1" fmla="*/ 891 h 482912"/>
                <a:gd name="connsiteX2" fmla="*/ 52894 w 216936"/>
                <a:gd name="connsiteY2" fmla="*/ 329981 h 482912"/>
                <a:gd name="connsiteX3" fmla="*/ 208092 w 216936"/>
                <a:gd name="connsiteY3" fmla="*/ 437266 h 482912"/>
                <a:gd name="connsiteX4" fmla="*/ 124762 w 216936"/>
                <a:gd name="connsiteY4" fmla="*/ 58197 h 48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936" h="482912">
                  <a:moveTo>
                    <a:pt x="124762" y="58197"/>
                  </a:moveTo>
                  <a:cubicBezTo>
                    <a:pt x="124762" y="58197"/>
                    <a:pt x="83144" y="-8410"/>
                    <a:pt x="27904" y="891"/>
                  </a:cubicBezTo>
                  <a:cubicBezTo>
                    <a:pt x="-27241" y="10285"/>
                    <a:pt x="9115" y="199773"/>
                    <a:pt x="52894" y="329981"/>
                  </a:cubicBezTo>
                  <a:cubicBezTo>
                    <a:pt x="96672" y="460189"/>
                    <a:pt x="165346" y="537224"/>
                    <a:pt x="208092" y="437266"/>
                  </a:cubicBezTo>
                  <a:cubicBezTo>
                    <a:pt x="250837" y="337215"/>
                    <a:pt x="124762" y="58197"/>
                    <a:pt x="124762" y="58197"/>
                  </a:cubicBezTo>
                  <a:close/>
                </a:path>
              </a:pathLst>
            </a:custGeom>
            <a:solidFill>
              <a:srgbClr val="F9BEA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7" name="Forme libre : forme 1716">
              <a:extLst>
                <a:ext uri="{FF2B5EF4-FFF2-40B4-BE49-F238E27FC236}">
                  <a16:creationId xmlns:a16="http://schemas.microsoft.com/office/drawing/2014/main" id="{54E4D15E-EC79-4C2A-BAAF-4ECDAB006F72}"/>
                </a:ext>
              </a:extLst>
            </p:cNvPr>
            <p:cNvSpPr/>
            <p:nvPr/>
          </p:nvSpPr>
          <p:spPr>
            <a:xfrm>
              <a:off x="7244926" y="2458072"/>
              <a:ext cx="161666" cy="359878"/>
            </a:xfrm>
            <a:custGeom>
              <a:avLst/>
              <a:gdLst>
                <a:gd name="connsiteX0" fmla="*/ 124762 w 216936"/>
                <a:gd name="connsiteY0" fmla="*/ 58197 h 482912"/>
                <a:gd name="connsiteX1" fmla="*/ 27904 w 216936"/>
                <a:gd name="connsiteY1" fmla="*/ 891 h 482912"/>
                <a:gd name="connsiteX2" fmla="*/ 52894 w 216936"/>
                <a:gd name="connsiteY2" fmla="*/ 329981 h 482912"/>
                <a:gd name="connsiteX3" fmla="*/ 208092 w 216936"/>
                <a:gd name="connsiteY3" fmla="*/ 437266 h 482912"/>
                <a:gd name="connsiteX4" fmla="*/ 124762 w 216936"/>
                <a:gd name="connsiteY4" fmla="*/ 58197 h 48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936" h="482912">
                  <a:moveTo>
                    <a:pt x="124762" y="58197"/>
                  </a:moveTo>
                  <a:cubicBezTo>
                    <a:pt x="124762" y="58197"/>
                    <a:pt x="83144" y="-8410"/>
                    <a:pt x="27904" y="891"/>
                  </a:cubicBezTo>
                  <a:cubicBezTo>
                    <a:pt x="-27241" y="10285"/>
                    <a:pt x="9115" y="199773"/>
                    <a:pt x="52894" y="329981"/>
                  </a:cubicBezTo>
                  <a:cubicBezTo>
                    <a:pt x="96672" y="460189"/>
                    <a:pt x="165346" y="537224"/>
                    <a:pt x="208092" y="437266"/>
                  </a:cubicBezTo>
                  <a:cubicBezTo>
                    <a:pt x="250837" y="337215"/>
                    <a:pt x="124762" y="58197"/>
                    <a:pt x="124762" y="58197"/>
                  </a:cubicBezTo>
                  <a:close/>
                </a:path>
              </a:pathLst>
            </a:custGeom>
            <a:noFill/>
            <a:ln w="9389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8" name="Forme libre : forme 1717">
              <a:extLst>
                <a:ext uri="{FF2B5EF4-FFF2-40B4-BE49-F238E27FC236}">
                  <a16:creationId xmlns:a16="http://schemas.microsoft.com/office/drawing/2014/main" id="{5144F2A0-671F-43CF-847D-417CD2AE975E}"/>
                </a:ext>
              </a:extLst>
            </p:cNvPr>
            <p:cNvSpPr/>
            <p:nvPr/>
          </p:nvSpPr>
          <p:spPr>
            <a:xfrm>
              <a:off x="7251583" y="2499008"/>
              <a:ext cx="74207" cy="84626"/>
            </a:xfrm>
            <a:custGeom>
              <a:avLst/>
              <a:gdLst>
                <a:gd name="connsiteX0" fmla="*/ 99577 w 99576"/>
                <a:gd name="connsiteY0" fmla="*/ 97962 h 113557"/>
                <a:gd name="connsiteX1" fmla="*/ 13805 w 99576"/>
                <a:gd name="connsiteY1" fmla="*/ 71 h 113557"/>
                <a:gd name="connsiteX2" fmla="*/ 20099 w 99576"/>
                <a:gd name="connsiteY2" fmla="*/ 113557 h 113557"/>
                <a:gd name="connsiteX3" fmla="*/ 18032 w 99576"/>
                <a:gd name="connsiteY3" fmla="*/ 13600 h 113557"/>
                <a:gd name="connsiteX4" fmla="*/ 32594 w 99576"/>
                <a:gd name="connsiteY4" fmla="*/ 34455 h 113557"/>
                <a:gd name="connsiteX5" fmla="*/ 32594 w 99576"/>
                <a:gd name="connsiteY5" fmla="*/ 96929 h 113557"/>
                <a:gd name="connsiteX6" fmla="*/ 41988 w 99576"/>
                <a:gd name="connsiteY6" fmla="*/ 30322 h 113557"/>
                <a:gd name="connsiteX7" fmla="*/ 99577 w 99576"/>
                <a:gd name="connsiteY7" fmla="*/ 97962 h 11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576" h="113557">
                  <a:moveTo>
                    <a:pt x="99577" y="97962"/>
                  </a:moveTo>
                  <a:cubicBezTo>
                    <a:pt x="95067" y="95895"/>
                    <a:pt x="48189" y="-3029"/>
                    <a:pt x="13805" y="71"/>
                  </a:cubicBezTo>
                  <a:cubicBezTo>
                    <a:pt x="-20579" y="3172"/>
                    <a:pt x="20099" y="113557"/>
                    <a:pt x="20099" y="113557"/>
                  </a:cubicBezTo>
                  <a:cubicBezTo>
                    <a:pt x="20099" y="113557"/>
                    <a:pt x="-1414" y="16700"/>
                    <a:pt x="18032" y="13600"/>
                  </a:cubicBezTo>
                  <a:cubicBezTo>
                    <a:pt x="37479" y="10499"/>
                    <a:pt x="32594" y="34455"/>
                    <a:pt x="32594" y="34455"/>
                  </a:cubicBezTo>
                  <a:cubicBezTo>
                    <a:pt x="32594" y="34455"/>
                    <a:pt x="30527" y="87534"/>
                    <a:pt x="32594" y="96929"/>
                  </a:cubicBezTo>
                  <a:cubicBezTo>
                    <a:pt x="32594" y="96929"/>
                    <a:pt x="36727" y="31355"/>
                    <a:pt x="41988" y="30322"/>
                  </a:cubicBezTo>
                  <a:cubicBezTo>
                    <a:pt x="47155" y="29288"/>
                    <a:pt x="99577" y="97962"/>
                    <a:pt x="99577" y="97962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9" name="Forme libre : forme 1718">
              <a:extLst>
                <a:ext uri="{FF2B5EF4-FFF2-40B4-BE49-F238E27FC236}">
                  <a16:creationId xmlns:a16="http://schemas.microsoft.com/office/drawing/2014/main" id="{09C5368D-F1BE-465B-BDA2-BE55472EB43E}"/>
                </a:ext>
              </a:extLst>
            </p:cNvPr>
            <p:cNvSpPr/>
            <p:nvPr/>
          </p:nvSpPr>
          <p:spPr>
            <a:xfrm>
              <a:off x="8226953" y="2458072"/>
              <a:ext cx="161666" cy="359878"/>
            </a:xfrm>
            <a:custGeom>
              <a:avLst/>
              <a:gdLst>
                <a:gd name="connsiteX0" fmla="*/ 92174 w 216936"/>
                <a:gd name="connsiteY0" fmla="*/ 58197 h 482912"/>
                <a:gd name="connsiteX1" fmla="*/ 189032 w 216936"/>
                <a:gd name="connsiteY1" fmla="*/ 891 h 482912"/>
                <a:gd name="connsiteX2" fmla="*/ 164042 w 216936"/>
                <a:gd name="connsiteY2" fmla="*/ 329981 h 482912"/>
                <a:gd name="connsiteX3" fmla="*/ 8845 w 216936"/>
                <a:gd name="connsiteY3" fmla="*/ 437266 h 482912"/>
                <a:gd name="connsiteX4" fmla="*/ 92174 w 216936"/>
                <a:gd name="connsiteY4" fmla="*/ 58197 h 48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936" h="482912">
                  <a:moveTo>
                    <a:pt x="92174" y="58197"/>
                  </a:moveTo>
                  <a:cubicBezTo>
                    <a:pt x="92174" y="58197"/>
                    <a:pt x="133792" y="-8410"/>
                    <a:pt x="189032" y="891"/>
                  </a:cubicBezTo>
                  <a:cubicBezTo>
                    <a:pt x="244178" y="10285"/>
                    <a:pt x="207821" y="199773"/>
                    <a:pt x="164042" y="329981"/>
                  </a:cubicBezTo>
                  <a:cubicBezTo>
                    <a:pt x="120264" y="460189"/>
                    <a:pt x="51590" y="537224"/>
                    <a:pt x="8845" y="437266"/>
                  </a:cubicBezTo>
                  <a:cubicBezTo>
                    <a:pt x="-33901" y="337308"/>
                    <a:pt x="92174" y="58197"/>
                    <a:pt x="92174" y="58197"/>
                  </a:cubicBezTo>
                  <a:close/>
                </a:path>
              </a:pathLst>
            </a:custGeom>
            <a:solidFill>
              <a:srgbClr val="F9BEA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0" name="Forme libre : forme 1719">
              <a:extLst>
                <a:ext uri="{FF2B5EF4-FFF2-40B4-BE49-F238E27FC236}">
                  <a16:creationId xmlns:a16="http://schemas.microsoft.com/office/drawing/2014/main" id="{A1DF4CC9-A2AA-49BA-ADEE-60F817730EB9}"/>
                </a:ext>
              </a:extLst>
            </p:cNvPr>
            <p:cNvSpPr/>
            <p:nvPr/>
          </p:nvSpPr>
          <p:spPr>
            <a:xfrm>
              <a:off x="8227746" y="2458072"/>
              <a:ext cx="161644" cy="359878"/>
            </a:xfrm>
            <a:custGeom>
              <a:avLst/>
              <a:gdLst>
                <a:gd name="connsiteX0" fmla="*/ 92144 w 216906"/>
                <a:gd name="connsiteY0" fmla="*/ 58197 h 482912"/>
                <a:gd name="connsiteX1" fmla="*/ 189002 w 216906"/>
                <a:gd name="connsiteY1" fmla="*/ 891 h 482912"/>
                <a:gd name="connsiteX2" fmla="*/ 164013 w 216906"/>
                <a:gd name="connsiteY2" fmla="*/ 329981 h 482912"/>
                <a:gd name="connsiteX3" fmla="*/ 8815 w 216906"/>
                <a:gd name="connsiteY3" fmla="*/ 437266 h 482912"/>
                <a:gd name="connsiteX4" fmla="*/ 92144 w 216906"/>
                <a:gd name="connsiteY4" fmla="*/ 58197 h 48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906" h="482912">
                  <a:moveTo>
                    <a:pt x="92144" y="58197"/>
                  </a:moveTo>
                  <a:cubicBezTo>
                    <a:pt x="92144" y="58197"/>
                    <a:pt x="133762" y="-8410"/>
                    <a:pt x="189002" y="891"/>
                  </a:cubicBezTo>
                  <a:cubicBezTo>
                    <a:pt x="244148" y="10285"/>
                    <a:pt x="207791" y="199773"/>
                    <a:pt x="164013" y="329981"/>
                  </a:cubicBezTo>
                  <a:cubicBezTo>
                    <a:pt x="120234" y="460189"/>
                    <a:pt x="51560" y="537224"/>
                    <a:pt x="8815" y="437266"/>
                  </a:cubicBezTo>
                  <a:cubicBezTo>
                    <a:pt x="-33836" y="337215"/>
                    <a:pt x="92144" y="58197"/>
                    <a:pt x="92144" y="58197"/>
                  </a:cubicBezTo>
                  <a:close/>
                </a:path>
              </a:pathLst>
            </a:custGeom>
            <a:noFill/>
            <a:ln w="9389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1" name="Forme libre : forme 1720">
              <a:extLst>
                <a:ext uri="{FF2B5EF4-FFF2-40B4-BE49-F238E27FC236}">
                  <a16:creationId xmlns:a16="http://schemas.microsoft.com/office/drawing/2014/main" id="{EAC30A24-1468-4DC7-84C2-4C618462DC08}"/>
                </a:ext>
              </a:extLst>
            </p:cNvPr>
            <p:cNvSpPr/>
            <p:nvPr/>
          </p:nvSpPr>
          <p:spPr>
            <a:xfrm>
              <a:off x="8307825" y="2499008"/>
              <a:ext cx="74207" cy="84626"/>
            </a:xfrm>
            <a:custGeom>
              <a:avLst/>
              <a:gdLst>
                <a:gd name="connsiteX0" fmla="*/ 0 w 99576"/>
                <a:gd name="connsiteY0" fmla="*/ 97962 h 113557"/>
                <a:gd name="connsiteX1" fmla="*/ 85772 w 99576"/>
                <a:gd name="connsiteY1" fmla="*/ 71 h 113557"/>
                <a:gd name="connsiteX2" fmla="*/ 79477 w 99576"/>
                <a:gd name="connsiteY2" fmla="*/ 113557 h 113557"/>
                <a:gd name="connsiteX3" fmla="*/ 81544 w 99576"/>
                <a:gd name="connsiteY3" fmla="*/ 13600 h 113557"/>
                <a:gd name="connsiteX4" fmla="*/ 66983 w 99576"/>
                <a:gd name="connsiteY4" fmla="*/ 34455 h 113557"/>
                <a:gd name="connsiteX5" fmla="*/ 66983 w 99576"/>
                <a:gd name="connsiteY5" fmla="*/ 96929 h 113557"/>
                <a:gd name="connsiteX6" fmla="*/ 57588 w 99576"/>
                <a:gd name="connsiteY6" fmla="*/ 30322 h 113557"/>
                <a:gd name="connsiteX7" fmla="*/ 0 w 99576"/>
                <a:gd name="connsiteY7" fmla="*/ 97962 h 11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576" h="113557">
                  <a:moveTo>
                    <a:pt x="0" y="97962"/>
                  </a:moveTo>
                  <a:cubicBezTo>
                    <a:pt x="4509" y="95895"/>
                    <a:pt x="51388" y="-3029"/>
                    <a:pt x="85772" y="71"/>
                  </a:cubicBezTo>
                  <a:cubicBezTo>
                    <a:pt x="120156" y="3172"/>
                    <a:pt x="79477" y="113557"/>
                    <a:pt x="79477" y="113557"/>
                  </a:cubicBezTo>
                  <a:cubicBezTo>
                    <a:pt x="79477" y="113557"/>
                    <a:pt x="100991" y="16700"/>
                    <a:pt x="81544" y="13600"/>
                  </a:cubicBezTo>
                  <a:cubicBezTo>
                    <a:pt x="62098" y="10499"/>
                    <a:pt x="66983" y="34455"/>
                    <a:pt x="66983" y="34455"/>
                  </a:cubicBezTo>
                  <a:cubicBezTo>
                    <a:pt x="66983" y="34455"/>
                    <a:pt x="69049" y="87534"/>
                    <a:pt x="66983" y="96929"/>
                  </a:cubicBezTo>
                  <a:cubicBezTo>
                    <a:pt x="66983" y="96929"/>
                    <a:pt x="62849" y="31355"/>
                    <a:pt x="57588" y="30322"/>
                  </a:cubicBezTo>
                  <a:cubicBezTo>
                    <a:pt x="52422" y="29288"/>
                    <a:pt x="0" y="97962"/>
                    <a:pt x="0" y="97962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2" name="Forme libre : forme 1721">
              <a:extLst>
                <a:ext uri="{FF2B5EF4-FFF2-40B4-BE49-F238E27FC236}">
                  <a16:creationId xmlns:a16="http://schemas.microsoft.com/office/drawing/2014/main" id="{9EA0F21E-75D6-44F1-BE25-2EC403A60608}"/>
                </a:ext>
              </a:extLst>
            </p:cNvPr>
            <p:cNvSpPr/>
            <p:nvPr/>
          </p:nvSpPr>
          <p:spPr>
            <a:xfrm>
              <a:off x="7150764" y="1880590"/>
              <a:ext cx="1331946" cy="1843862"/>
            </a:xfrm>
            <a:custGeom>
              <a:avLst/>
              <a:gdLst>
                <a:gd name="connsiteX0" fmla="*/ 1786932 w 1787307"/>
                <a:gd name="connsiteY0" fmla="*/ 2474235 h 2474234"/>
                <a:gd name="connsiteX1" fmla="*/ 1787308 w 1787307"/>
                <a:gd name="connsiteY1" fmla="*/ 2197191 h 2474234"/>
                <a:gd name="connsiteX2" fmla="*/ 1342101 w 1787307"/>
                <a:gd name="connsiteY2" fmla="*/ 2000375 h 2474234"/>
                <a:gd name="connsiteX3" fmla="*/ 1285828 w 1787307"/>
                <a:gd name="connsiteY3" fmla="*/ 1675513 h 2474234"/>
                <a:gd name="connsiteX4" fmla="*/ 1452957 w 1787307"/>
                <a:gd name="connsiteY4" fmla="*/ 1212081 h 2474234"/>
                <a:gd name="connsiteX5" fmla="*/ 1509230 w 1787307"/>
                <a:gd name="connsiteY5" fmla="*/ 805956 h 2474234"/>
                <a:gd name="connsiteX6" fmla="*/ 1465451 w 1787307"/>
                <a:gd name="connsiteY6" fmla="*/ 397764 h 2474234"/>
                <a:gd name="connsiteX7" fmla="*/ 903095 w 1787307"/>
                <a:gd name="connsiteY7" fmla="*/ 0 h 2474234"/>
                <a:gd name="connsiteX8" fmla="*/ 884212 w 1787307"/>
                <a:gd name="connsiteY8" fmla="*/ 0 h 2474234"/>
                <a:gd name="connsiteX9" fmla="*/ 321856 w 1787307"/>
                <a:gd name="connsiteY9" fmla="*/ 397764 h 2474234"/>
                <a:gd name="connsiteX10" fmla="*/ 278078 w 1787307"/>
                <a:gd name="connsiteY10" fmla="*/ 805956 h 2474234"/>
                <a:gd name="connsiteX11" fmla="*/ 334351 w 1787307"/>
                <a:gd name="connsiteY11" fmla="*/ 1212081 h 2474234"/>
                <a:gd name="connsiteX12" fmla="*/ 501480 w 1787307"/>
                <a:gd name="connsiteY12" fmla="*/ 1675513 h 2474234"/>
                <a:gd name="connsiteX13" fmla="*/ 445206 w 1787307"/>
                <a:gd name="connsiteY13" fmla="*/ 2000375 h 2474234"/>
                <a:gd name="connsiteX14" fmla="*/ 0 w 1787307"/>
                <a:gd name="connsiteY14" fmla="*/ 2197191 h 2474234"/>
                <a:gd name="connsiteX15" fmla="*/ 376 w 1787307"/>
                <a:gd name="connsiteY15" fmla="*/ 2474235 h 2474234"/>
                <a:gd name="connsiteX16" fmla="*/ 1786932 w 1787307"/>
                <a:gd name="connsiteY16" fmla="*/ 2474235 h 247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7307" h="2474234">
                  <a:moveTo>
                    <a:pt x="1786932" y="2474235"/>
                  </a:moveTo>
                  <a:lnTo>
                    <a:pt x="1787308" y="2197191"/>
                  </a:lnTo>
                  <a:cubicBezTo>
                    <a:pt x="1787308" y="2197191"/>
                    <a:pt x="1426464" y="2059749"/>
                    <a:pt x="1342101" y="2000375"/>
                  </a:cubicBezTo>
                  <a:cubicBezTo>
                    <a:pt x="1257738" y="1941002"/>
                    <a:pt x="1285828" y="1675513"/>
                    <a:pt x="1285828" y="1675513"/>
                  </a:cubicBezTo>
                  <a:cubicBezTo>
                    <a:pt x="1460754" y="1439616"/>
                    <a:pt x="1425901" y="1299544"/>
                    <a:pt x="1452957" y="1212081"/>
                  </a:cubicBezTo>
                  <a:cubicBezTo>
                    <a:pt x="1480013" y="1124618"/>
                    <a:pt x="1509230" y="805956"/>
                    <a:pt x="1509230" y="805956"/>
                  </a:cubicBezTo>
                  <a:cubicBezTo>
                    <a:pt x="1509230" y="805956"/>
                    <a:pt x="1536286" y="639297"/>
                    <a:pt x="1465451" y="397764"/>
                  </a:cubicBezTo>
                  <a:cubicBezTo>
                    <a:pt x="1394617" y="156231"/>
                    <a:pt x="1184273" y="20762"/>
                    <a:pt x="903095" y="0"/>
                  </a:cubicBezTo>
                  <a:lnTo>
                    <a:pt x="884212" y="0"/>
                  </a:lnTo>
                  <a:cubicBezTo>
                    <a:pt x="603034" y="20856"/>
                    <a:pt x="392691" y="156231"/>
                    <a:pt x="321856" y="397764"/>
                  </a:cubicBezTo>
                  <a:cubicBezTo>
                    <a:pt x="251022" y="639297"/>
                    <a:pt x="278078" y="805956"/>
                    <a:pt x="278078" y="805956"/>
                  </a:cubicBezTo>
                  <a:cubicBezTo>
                    <a:pt x="278078" y="805956"/>
                    <a:pt x="307201" y="1124618"/>
                    <a:pt x="334351" y="1212081"/>
                  </a:cubicBezTo>
                  <a:cubicBezTo>
                    <a:pt x="361408" y="1299544"/>
                    <a:pt x="326554" y="1439616"/>
                    <a:pt x="501480" y="1675513"/>
                  </a:cubicBezTo>
                  <a:cubicBezTo>
                    <a:pt x="501480" y="1675513"/>
                    <a:pt x="529569" y="1941096"/>
                    <a:pt x="445206" y="2000375"/>
                  </a:cubicBezTo>
                  <a:cubicBezTo>
                    <a:pt x="360844" y="2059749"/>
                    <a:pt x="0" y="2197191"/>
                    <a:pt x="0" y="2197191"/>
                  </a:cubicBezTo>
                  <a:lnTo>
                    <a:pt x="376" y="2474235"/>
                  </a:lnTo>
                  <a:lnTo>
                    <a:pt x="1786932" y="2474235"/>
                  </a:lnTo>
                  <a:close/>
                </a:path>
              </a:pathLst>
            </a:custGeom>
            <a:solidFill>
              <a:srgbClr val="F9BEA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3" name="Forme libre : forme 1722">
              <a:extLst>
                <a:ext uri="{FF2B5EF4-FFF2-40B4-BE49-F238E27FC236}">
                  <a16:creationId xmlns:a16="http://schemas.microsoft.com/office/drawing/2014/main" id="{B9A2A741-CDCC-437F-ABD9-C4CA5D0C070B}"/>
                </a:ext>
              </a:extLst>
            </p:cNvPr>
            <p:cNvSpPr/>
            <p:nvPr/>
          </p:nvSpPr>
          <p:spPr>
            <a:xfrm>
              <a:off x="7500637" y="2569982"/>
              <a:ext cx="194241" cy="17934"/>
            </a:xfrm>
            <a:custGeom>
              <a:avLst/>
              <a:gdLst>
                <a:gd name="connsiteX0" fmla="*/ 259905 w 260647"/>
                <a:gd name="connsiteY0" fmla="*/ 18413 h 24065"/>
                <a:gd name="connsiteX1" fmla="*/ 191701 w 260647"/>
                <a:gd name="connsiteY1" fmla="*/ 15125 h 24065"/>
                <a:gd name="connsiteX2" fmla="*/ 1368 w 260647"/>
                <a:gd name="connsiteY2" fmla="*/ 0 h 24065"/>
                <a:gd name="connsiteX3" fmla="*/ 18466 w 260647"/>
                <a:gd name="connsiteY3" fmla="*/ 14655 h 24065"/>
                <a:gd name="connsiteX4" fmla="*/ 191701 w 260647"/>
                <a:gd name="connsiteY4" fmla="*/ 22641 h 24065"/>
                <a:gd name="connsiteX5" fmla="*/ 259905 w 260647"/>
                <a:gd name="connsiteY5" fmla="*/ 18413 h 2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647" h="24065">
                  <a:moveTo>
                    <a:pt x="259905" y="18413"/>
                  </a:moveTo>
                  <a:cubicBezTo>
                    <a:pt x="267796" y="11931"/>
                    <a:pt x="210584" y="12025"/>
                    <a:pt x="191701" y="15125"/>
                  </a:cubicBezTo>
                  <a:cubicBezTo>
                    <a:pt x="172724" y="18131"/>
                    <a:pt x="41577" y="19635"/>
                    <a:pt x="1368" y="0"/>
                  </a:cubicBezTo>
                  <a:cubicBezTo>
                    <a:pt x="1368" y="0"/>
                    <a:pt x="-7181" y="5449"/>
                    <a:pt x="18466" y="14655"/>
                  </a:cubicBezTo>
                  <a:cubicBezTo>
                    <a:pt x="44113" y="23862"/>
                    <a:pt x="178548" y="25835"/>
                    <a:pt x="191701" y="22641"/>
                  </a:cubicBezTo>
                  <a:cubicBezTo>
                    <a:pt x="204853" y="19353"/>
                    <a:pt x="246565" y="29405"/>
                    <a:pt x="259905" y="18413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24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7476873" y="2571452"/>
              <a:ext cx="185391" cy="50967"/>
              <a:chOff x="7977910" y="1466672"/>
              <a:chExt cx="248772" cy="68392"/>
            </a:xfrm>
            <a:solidFill>
              <a:srgbClr val="333333"/>
            </a:solidFill>
          </p:grpSpPr>
          <p:sp>
            <p:nvSpPr>
              <p:cNvPr id="1725" name="Forme libre : forme 1724">
                <a:extLst>
                  <a:ext uri="{FF2B5EF4-FFF2-40B4-BE49-F238E27FC236}">
                    <a16:creationId xmlns:a16="http://schemas.microsoft.com/office/drawing/2014/main" id="{B7677BE2-C0B7-4D3C-BE9D-A9337B8DC7F6}"/>
                  </a:ext>
                </a:extLst>
              </p:cNvPr>
              <p:cNvSpPr/>
              <p:nvPr/>
            </p:nvSpPr>
            <p:spPr>
              <a:xfrm>
                <a:off x="7977910" y="1466672"/>
                <a:ext cx="41148" cy="13953"/>
              </a:xfrm>
              <a:custGeom>
                <a:avLst/>
                <a:gdLst>
                  <a:gd name="connsiteX0" fmla="*/ 41148 w 41148"/>
                  <a:gd name="connsiteY0" fmla="*/ 4134 h 13953"/>
                  <a:gd name="connsiteX1" fmla="*/ 20856 w 41148"/>
                  <a:gd name="connsiteY1" fmla="*/ 13340 h 13953"/>
                  <a:gd name="connsiteX2" fmla="*/ 10146 w 41148"/>
                  <a:gd name="connsiteY2" fmla="*/ 13904 h 13953"/>
                  <a:gd name="connsiteX3" fmla="*/ 0 w 41148"/>
                  <a:gd name="connsiteY3" fmla="*/ 11180 h 13953"/>
                  <a:gd name="connsiteX4" fmla="*/ 10146 w 41148"/>
                  <a:gd name="connsiteY4" fmla="*/ 12213 h 13953"/>
                  <a:gd name="connsiteX5" fmla="*/ 20198 w 41148"/>
                  <a:gd name="connsiteY5" fmla="*/ 10146 h 13953"/>
                  <a:gd name="connsiteX6" fmla="*/ 36075 w 41148"/>
                  <a:gd name="connsiteY6" fmla="*/ 0 h 13953"/>
                  <a:gd name="connsiteX7" fmla="*/ 41148 w 41148"/>
                  <a:gd name="connsiteY7" fmla="*/ 4134 h 1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148" h="13953">
                    <a:moveTo>
                      <a:pt x="41148" y="4134"/>
                    </a:moveTo>
                    <a:cubicBezTo>
                      <a:pt x="35511" y="10146"/>
                      <a:pt x="27901" y="12495"/>
                      <a:pt x="20856" y="13340"/>
                    </a:cubicBezTo>
                    <a:cubicBezTo>
                      <a:pt x="17286" y="13716"/>
                      <a:pt x="13810" y="14092"/>
                      <a:pt x="10146" y="13904"/>
                    </a:cubicBezTo>
                    <a:cubicBezTo>
                      <a:pt x="6482" y="14186"/>
                      <a:pt x="3100" y="12683"/>
                      <a:pt x="0" y="11180"/>
                    </a:cubicBezTo>
                    <a:cubicBezTo>
                      <a:pt x="3382" y="12213"/>
                      <a:pt x="6764" y="13058"/>
                      <a:pt x="10146" y="12213"/>
                    </a:cubicBezTo>
                    <a:cubicBezTo>
                      <a:pt x="13434" y="11931"/>
                      <a:pt x="16910" y="10992"/>
                      <a:pt x="20198" y="10146"/>
                    </a:cubicBezTo>
                    <a:cubicBezTo>
                      <a:pt x="26680" y="8361"/>
                      <a:pt x="32787" y="4979"/>
                      <a:pt x="36075" y="0"/>
                    </a:cubicBezTo>
                    <a:lnTo>
                      <a:pt x="41148" y="4134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6" name="Forme libre : forme 1725">
                <a:extLst>
                  <a:ext uri="{FF2B5EF4-FFF2-40B4-BE49-F238E27FC236}">
                    <a16:creationId xmlns:a16="http://schemas.microsoft.com/office/drawing/2014/main" id="{21481EB8-C607-42AC-A6C0-DED9E0BBA08E}"/>
                  </a:ext>
                </a:extLst>
              </p:cNvPr>
              <p:cNvSpPr/>
              <p:nvPr/>
            </p:nvSpPr>
            <p:spPr>
              <a:xfrm>
                <a:off x="8213431" y="1481234"/>
                <a:ext cx="13252" cy="29874"/>
              </a:xfrm>
              <a:custGeom>
                <a:avLst/>
                <a:gdLst>
                  <a:gd name="connsiteX0" fmla="*/ 5261 w 13252"/>
                  <a:gd name="connsiteY0" fmla="*/ 0 h 29874"/>
                  <a:gd name="connsiteX1" fmla="*/ 11461 w 13252"/>
                  <a:gd name="connsiteY1" fmla="*/ 15031 h 29874"/>
                  <a:gd name="connsiteX2" fmla="*/ 13246 w 13252"/>
                  <a:gd name="connsiteY2" fmla="*/ 23017 h 29874"/>
                  <a:gd name="connsiteX3" fmla="*/ 9395 w 13252"/>
                  <a:gd name="connsiteY3" fmla="*/ 29875 h 29874"/>
                  <a:gd name="connsiteX4" fmla="*/ 11461 w 13252"/>
                  <a:gd name="connsiteY4" fmla="*/ 23111 h 29874"/>
                  <a:gd name="connsiteX5" fmla="*/ 8267 w 13252"/>
                  <a:gd name="connsiteY5" fmla="*/ 16440 h 29874"/>
                  <a:gd name="connsiteX6" fmla="*/ 0 w 13252"/>
                  <a:gd name="connsiteY6" fmla="*/ 3946 h 29874"/>
                  <a:gd name="connsiteX7" fmla="*/ 5261 w 13252"/>
                  <a:gd name="connsiteY7" fmla="*/ 0 h 2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52" h="29874">
                    <a:moveTo>
                      <a:pt x="5261" y="0"/>
                    </a:moveTo>
                    <a:cubicBezTo>
                      <a:pt x="8455" y="5167"/>
                      <a:pt x="9676" y="10146"/>
                      <a:pt x="11461" y="15031"/>
                    </a:cubicBezTo>
                    <a:cubicBezTo>
                      <a:pt x="12307" y="17380"/>
                      <a:pt x="13340" y="20198"/>
                      <a:pt x="13246" y="23017"/>
                    </a:cubicBezTo>
                    <a:cubicBezTo>
                      <a:pt x="13246" y="25835"/>
                      <a:pt x="11837" y="28747"/>
                      <a:pt x="9395" y="29875"/>
                    </a:cubicBezTo>
                    <a:cubicBezTo>
                      <a:pt x="11461" y="28184"/>
                      <a:pt x="11931" y="25459"/>
                      <a:pt x="11461" y="23111"/>
                    </a:cubicBezTo>
                    <a:cubicBezTo>
                      <a:pt x="10991" y="20762"/>
                      <a:pt x="9676" y="18695"/>
                      <a:pt x="8267" y="16440"/>
                    </a:cubicBezTo>
                    <a:cubicBezTo>
                      <a:pt x="5542" y="11931"/>
                      <a:pt x="3100" y="7140"/>
                      <a:pt x="0" y="3946"/>
                    </a:cubicBezTo>
                    <a:lnTo>
                      <a:pt x="526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7" name="Forme libre : forme 1726">
                <a:extLst>
                  <a:ext uri="{FF2B5EF4-FFF2-40B4-BE49-F238E27FC236}">
                    <a16:creationId xmlns:a16="http://schemas.microsoft.com/office/drawing/2014/main" id="{02A0FE5F-0F5F-4A88-A23D-E3FA7D0D0290}"/>
                  </a:ext>
                </a:extLst>
              </p:cNvPr>
              <p:cNvSpPr/>
              <p:nvPr/>
            </p:nvSpPr>
            <p:spPr>
              <a:xfrm>
                <a:off x="8195863" y="1484334"/>
                <a:ext cx="10747" cy="25741"/>
              </a:xfrm>
              <a:custGeom>
                <a:avLst/>
                <a:gdLst>
                  <a:gd name="connsiteX0" fmla="*/ 6294 w 10747"/>
                  <a:gd name="connsiteY0" fmla="*/ 0 h 25741"/>
                  <a:gd name="connsiteX1" fmla="*/ 10709 w 10747"/>
                  <a:gd name="connsiteY1" fmla="*/ 13246 h 25741"/>
                  <a:gd name="connsiteX2" fmla="*/ 7985 w 10747"/>
                  <a:gd name="connsiteY2" fmla="*/ 20574 h 25741"/>
                  <a:gd name="connsiteX3" fmla="*/ 3194 w 10747"/>
                  <a:gd name="connsiteY3" fmla="*/ 25741 h 25741"/>
                  <a:gd name="connsiteX4" fmla="*/ 6670 w 10747"/>
                  <a:gd name="connsiteY4" fmla="*/ 19635 h 25741"/>
                  <a:gd name="connsiteX5" fmla="*/ 7516 w 10747"/>
                  <a:gd name="connsiteY5" fmla="*/ 13810 h 25741"/>
                  <a:gd name="connsiteX6" fmla="*/ 0 w 10747"/>
                  <a:gd name="connsiteY6" fmla="*/ 1785 h 25741"/>
                  <a:gd name="connsiteX7" fmla="*/ 6294 w 10747"/>
                  <a:gd name="connsiteY7" fmla="*/ 0 h 25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747" h="25741">
                    <a:moveTo>
                      <a:pt x="6294" y="0"/>
                    </a:moveTo>
                    <a:cubicBezTo>
                      <a:pt x="6482" y="3382"/>
                      <a:pt x="10240" y="7704"/>
                      <a:pt x="10709" y="13246"/>
                    </a:cubicBezTo>
                    <a:cubicBezTo>
                      <a:pt x="10991" y="16065"/>
                      <a:pt x="9676" y="18883"/>
                      <a:pt x="7985" y="20574"/>
                    </a:cubicBezTo>
                    <a:cubicBezTo>
                      <a:pt x="6294" y="22359"/>
                      <a:pt x="4509" y="23768"/>
                      <a:pt x="3194" y="25741"/>
                    </a:cubicBezTo>
                    <a:cubicBezTo>
                      <a:pt x="4040" y="23486"/>
                      <a:pt x="5542" y="21607"/>
                      <a:pt x="6670" y="19635"/>
                    </a:cubicBezTo>
                    <a:cubicBezTo>
                      <a:pt x="7797" y="17662"/>
                      <a:pt x="8173" y="15689"/>
                      <a:pt x="7516" y="13810"/>
                    </a:cubicBezTo>
                    <a:cubicBezTo>
                      <a:pt x="6388" y="9864"/>
                      <a:pt x="2443" y="7422"/>
                      <a:pt x="0" y="1785"/>
                    </a:cubicBezTo>
                    <a:lnTo>
                      <a:pt x="6294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8" name="Forme libre : forme 1727">
                <a:extLst>
                  <a:ext uri="{FF2B5EF4-FFF2-40B4-BE49-F238E27FC236}">
                    <a16:creationId xmlns:a16="http://schemas.microsoft.com/office/drawing/2014/main" id="{9C16DDD7-816F-4960-84E9-5F622F030498}"/>
                  </a:ext>
                </a:extLst>
              </p:cNvPr>
              <p:cNvSpPr/>
              <p:nvPr/>
            </p:nvSpPr>
            <p:spPr>
              <a:xfrm>
                <a:off x="7988993" y="1473718"/>
                <a:ext cx="36641" cy="22627"/>
              </a:xfrm>
              <a:custGeom>
                <a:avLst/>
                <a:gdLst>
                  <a:gd name="connsiteX0" fmla="*/ 36641 w 36641"/>
                  <a:gd name="connsiteY0" fmla="*/ 0 h 22627"/>
                  <a:gd name="connsiteX1" fmla="*/ 31380 w 36641"/>
                  <a:gd name="connsiteY1" fmla="*/ 12119 h 22627"/>
                  <a:gd name="connsiteX2" fmla="*/ 20858 w 36641"/>
                  <a:gd name="connsiteY2" fmla="*/ 17944 h 22627"/>
                  <a:gd name="connsiteX3" fmla="*/ 10055 w 36641"/>
                  <a:gd name="connsiteY3" fmla="*/ 21514 h 22627"/>
                  <a:gd name="connsiteX4" fmla="*/ 4418 w 36641"/>
                  <a:gd name="connsiteY4" fmla="*/ 22547 h 22627"/>
                  <a:gd name="connsiteX5" fmla="*/ 2 w 36641"/>
                  <a:gd name="connsiteY5" fmla="*/ 19822 h 22627"/>
                  <a:gd name="connsiteX6" fmla="*/ 4324 w 36641"/>
                  <a:gd name="connsiteY6" fmla="*/ 21701 h 22627"/>
                  <a:gd name="connsiteX7" fmla="*/ 9585 w 36641"/>
                  <a:gd name="connsiteY7" fmla="*/ 19822 h 22627"/>
                  <a:gd name="connsiteX8" fmla="*/ 19449 w 36641"/>
                  <a:gd name="connsiteY8" fmla="*/ 14843 h 22627"/>
                  <a:gd name="connsiteX9" fmla="*/ 27716 w 36641"/>
                  <a:gd name="connsiteY9" fmla="*/ 8549 h 22627"/>
                  <a:gd name="connsiteX10" fmla="*/ 30065 w 36641"/>
                  <a:gd name="connsiteY10" fmla="*/ 0 h 22627"/>
                  <a:gd name="connsiteX11" fmla="*/ 36641 w 36641"/>
                  <a:gd name="connsiteY11" fmla="*/ 0 h 2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6641" h="22627">
                    <a:moveTo>
                      <a:pt x="36641" y="0"/>
                    </a:moveTo>
                    <a:cubicBezTo>
                      <a:pt x="36171" y="4885"/>
                      <a:pt x="34668" y="8455"/>
                      <a:pt x="31380" y="12119"/>
                    </a:cubicBezTo>
                    <a:cubicBezTo>
                      <a:pt x="28092" y="15125"/>
                      <a:pt x="24428" y="16534"/>
                      <a:pt x="20858" y="17944"/>
                    </a:cubicBezTo>
                    <a:cubicBezTo>
                      <a:pt x="17289" y="19353"/>
                      <a:pt x="13719" y="20574"/>
                      <a:pt x="10055" y="21514"/>
                    </a:cubicBezTo>
                    <a:cubicBezTo>
                      <a:pt x="8176" y="21983"/>
                      <a:pt x="6391" y="22359"/>
                      <a:pt x="4418" y="22547"/>
                    </a:cubicBezTo>
                    <a:cubicBezTo>
                      <a:pt x="2633" y="22923"/>
                      <a:pt x="-92" y="21983"/>
                      <a:pt x="2" y="19822"/>
                    </a:cubicBezTo>
                    <a:cubicBezTo>
                      <a:pt x="378" y="21889"/>
                      <a:pt x="2727" y="22265"/>
                      <a:pt x="4324" y="21701"/>
                    </a:cubicBezTo>
                    <a:cubicBezTo>
                      <a:pt x="6109" y="21232"/>
                      <a:pt x="7800" y="20574"/>
                      <a:pt x="9585" y="19822"/>
                    </a:cubicBezTo>
                    <a:cubicBezTo>
                      <a:pt x="12967" y="18413"/>
                      <a:pt x="16255" y="16722"/>
                      <a:pt x="19449" y="14843"/>
                    </a:cubicBezTo>
                    <a:cubicBezTo>
                      <a:pt x="22643" y="12964"/>
                      <a:pt x="25743" y="10992"/>
                      <a:pt x="27716" y="8549"/>
                    </a:cubicBezTo>
                    <a:cubicBezTo>
                      <a:pt x="29313" y="6482"/>
                      <a:pt x="30346" y="2630"/>
                      <a:pt x="30065" y="0"/>
                    </a:cubicBezTo>
                    <a:lnTo>
                      <a:pt x="3664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9" name="Forme libre : forme 1728">
                <a:extLst>
                  <a:ext uri="{FF2B5EF4-FFF2-40B4-BE49-F238E27FC236}">
                    <a16:creationId xmlns:a16="http://schemas.microsoft.com/office/drawing/2014/main" id="{07C63A15-5004-4C2C-AC55-422EDB78B618}"/>
                  </a:ext>
                </a:extLst>
              </p:cNvPr>
              <p:cNvSpPr/>
              <p:nvPr/>
            </p:nvSpPr>
            <p:spPr>
              <a:xfrm>
                <a:off x="8109903" y="1483230"/>
                <a:ext cx="28418" cy="51834"/>
              </a:xfrm>
              <a:custGeom>
                <a:avLst/>
                <a:gdLst>
                  <a:gd name="connsiteX0" fmla="*/ 22171 w 28418"/>
                  <a:gd name="connsiteY0" fmla="*/ 2325 h 51834"/>
                  <a:gd name="connsiteX1" fmla="*/ 22171 w 28418"/>
                  <a:gd name="connsiteY1" fmla="*/ 5237 h 51834"/>
                  <a:gd name="connsiteX2" fmla="*/ 23486 w 28418"/>
                  <a:gd name="connsiteY2" fmla="*/ 6459 h 51834"/>
                  <a:gd name="connsiteX3" fmla="*/ 26211 w 28418"/>
                  <a:gd name="connsiteY3" fmla="*/ 6177 h 51834"/>
                  <a:gd name="connsiteX4" fmla="*/ 27338 w 28418"/>
                  <a:gd name="connsiteY4" fmla="*/ 4016 h 51834"/>
                  <a:gd name="connsiteX5" fmla="*/ 27526 w 28418"/>
                  <a:gd name="connsiteY5" fmla="*/ 5801 h 51834"/>
                  <a:gd name="connsiteX6" fmla="*/ 27714 w 28418"/>
                  <a:gd name="connsiteY6" fmla="*/ 9747 h 51834"/>
                  <a:gd name="connsiteX7" fmla="*/ 27338 w 28418"/>
                  <a:gd name="connsiteY7" fmla="*/ 17638 h 51834"/>
                  <a:gd name="connsiteX8" fmla="*/ 23017 w 28418"/>
                  <a:gd name="connsiteY8" fmla="*/ 32763 h 51834"/>
                  <a:gd name="connsiteX9" fmla="*/ 0 w 28418"/>
                  <a:gd name="connsiteY9" fmla="*/ 51834 h 51834"/>
                  <a:gd name="connsiteX10" fmla="*/ 20010 w 28418"/>
                  <a:gd name="connsiteY10" fmla="*/ 31448 h 51834"/>
                  <a:gd name="connsiteX11" fmla="*/ 22453 w 28418"/>
                  <a:gd name="connsiteY11" fmla="*/ 17262 h 51834"/>
                  <a:gd name="connsiteX12" fmla="*/ 22077 w 28418"/>
                  <a:gd name="connsiteY12" fmla="*/ 10029 h 51834"/>
                  <a:gd name="connsiteX13" fmla="*/ 21513 w 28418"/>
                  <a:gd name="connsiteY13" fmla="*/ 6459 h 51834"/>
                  <a:gd name="connsiteX14" fmla="*/ 21138 w 28418"/>
                  <a:gd name="connsiteY14" fmla="*/ 4580 h 51834"/>
                  <a:gd name="connsiteX15" fmla="*/ 22735 w 28418"/>
                  <a:gd name="connsiteY15" fmla="*/ 634 h 51834"/>
                  <a:gd name="connsiteX16" fmla="*/ 26399 w 28418"/>
                  <a:gd name="connsiteY16" fmla="*/ 352 h 51834"/>
                  <a:gd name="connsiteX17" fmla="*/ 27995 w 28418"/>
                  <a:gd name="connsiteY17" fmla="*/ 1855 h 51834"/>
                  <a:gd name="connsiteX18" fmla="*/ 27995 w 28418"/>
                  <a:gd name="connsiteY18" fmla="*/ 5237 h 51834"/>
                  <a:gd name="connsiteX19" fmla="*/ 22171 w 28418"/>
                  <a:gd name="connsiteY19" fmla="*/ 2325 h 51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8418" h="51834">
                    <a:moveTo>
                      <a:pt x="22171" y="2325"/>
                    </a:moveTo>
                    <a:cubicBezTo>
                      <a:pt x="21701" y="2983"/>
                      <a:pt x="21701" y="4486"/>
                      <a:pt x="22171" y="5237"/>
                    </a:cubicBezTo>
                    <a:cubicBezTo>
                      <a:pt x="22641" y="5989"/>
                      <a:pt x="23111" y="6271"/>
                      <a:pt x="23486" y="6459"/>
                    </a:cubicBezTo>
                    <a:cubicBezTo>
                      <a:pt x="24144" y="6741"/>
                      <a:pt x="24990" y="6928"/>
                      <a:pt x="26211" y="6177"/>
                    </a:cubicBezTo>
                    <a:cubicBezTo>
                      <a:pt x="27902" y="4674"/>
                      <a:pt x="27244" y="3922"/>
                      <a:pt x="27338" y="4016"/>
                    </a:cubicBezTo>
                    <a:lnTo>
                      <a:pt x="27526" y="5801"/>
                    </a:lnTo>
                    <a:lnTo>
                      <a:pt x="27714" y="9747"/>
                    </a:lnTo>
                    <a:cubicBezTo>
                      <a:pt x="27714" y="12377"/>
                      <a:pt x="27620" y="15008"/>
                      <a:pt x="27338" y="17638"/>
                    </a:cubicBezTo>
                    <a:cubicBezTo>
                      <a:pt x="26681" y="22899"/>
                      <a:pt x="25365" y="28066"/>
                      <a:pt x="23017" y="32763"/>
                    </a:cubicBezTo>
                    <a:cubicBezTo>
                      <a:pt x="18508" y="42158"/>
                      <a:pt x="9958" y="49767"/>
                      <a:pt x="0" y="51834"/>
                    </a:cubicBezTo>
                    <a:cubicBezTo>
                      <a:pt x="9677" y="48734"/>
                      <a:pt x="16816" y="40467"/>
                      <a:pt x="20010" y="31448"/>
                    </a:cubicBezTo>
                    <a:cubicBezTo>
                      <a:pt x="21607" y="26845"/>
                      <a:pt x="22359" y="22054"/>
                      <a:pt x="22453" y="17262"/>
                    </a:cubicBezTo>
                    <a:cubicBezTo>
                      <a:pt x="22453" y="14820"/>
                      <a:pt x="22359" y="12471"/>
                      <a:pt x="22077" y="10029"/>
                    </a:cubicBezTo>
                    <a:lnTo>
                      <a:pt x="21513" y="6459"/>
                    </a:lnTo>
                    <a:lnTo>
                      <a:pt x="21138" y="4580"/>
                    </a:lnTo>
                    <a:cubicBezTo>
                      <a:pt x="21232" y="4016"/>
                      <a:pt x="20574" y="2513"/>
                      <a:pt x="22735" y="634"/>
                    </a:cubicBezTo>
                    <a:cubicBezTo>
                      <a:pt x="24238" y="-305"/>
                      <a:pt x="25459" y="-23"/>
                      <a:pt x="26399" y="352"/>
                    </a:cubicBezTo>
                    <a:cubicBezTo>
                      <a:pt x="26868" y="634"/>
                      <a:pt x="27526" y="916"/>
                      <a:pt x="27995" y="1855"/>
                    </a:cubicBezTo>
                    <a:cubicBezTo>
                      <a:pt x="28559" y="2701"/>
                      <a:pt x="28559" y="4486"/>
                      <a:pt x="27995" y="5237"/>
                    </a:cubicBezTo>
                    <a:lnTo>
                      <a:pt x="22171" y="2325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0" name="Forme libre : forme 1729">
                <a:extLst>
                  <a:ext uri="{FF2B5EF4-FFF2-40B4-BE49-F238E27FC236}">
                    <a16:creationId xmlns:a16="http://schemas.microsoft.com/office/drawing/2014/main" id="{466911CA-4011-4D2F-BE15-A0F0AA12CE1B}"/>
                  </a:ext>
                </a:extLst>
              </p:cNvPr>
              <p:cNvSpPr/>
              <p:nvPr/>
            </p:nvSpPr>
            <p:spPr>
              <a:xfrm>
                <a:off x="8016803" y="1481421"/>
                <a:ext cx="44154" cy="44717"/>
              </a:xfrm>
              <a:custGeom>
                <a:avLst/>
                <a:gdLst>
                  <a:gd name="connsiteX0" fmla="*/ 44154 w 44154"/>
                  <a:gd name="connsiteY0" fmla="*/ 0 h 44717"/>
                  <a:gd name="connsiteX1" fmla="*/ 28747 w 44154"/>
                  <a:gd name="connsiteY1" fmla="*/ 29593 h 44717"/>
                  <a:gd name="connsiteX2" fmla="*/ 0 w 44154"/>
                  <a:gd name="connsiteY2" fmla="*/ 44718 h 44717"/>
                  <a:gd name="connsiteX3" fmla="*/ 26493 w 44154"/>
                  <a:gd name="connsiteY3" fmla="*/ 27150 h 44717"/>
                  <a:gd name="connsiteX4" fmla="*/ 37578 w 44154"/>
                  <a:gd name="connsiteY4" fmla="*/ 376 h 44717"/>
                  <a:gd name="connsiteX5" fmla="*/ 44154 w 44154"/>
                  <a:gd name="connsiteY5" fmla="*/ 0 h 44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154" h="44717">
                    <a:moveTo>
                      <a:pt x="44154" y="0"/>
                    </a:moveTo>
                    <a:cubicBezTo>
                      <a:pt x="44248" y="12307"/>
                      <a:pt x="37202" y="22641"/>
                      <a:pt x="28747" y="29593"/>
                    </a:cubicBezTo>
                    <a:cubicBezTo>
                      <a:pt x="20104" y="36639"/>
                      <a:pt x="9958" y="40678"/>
                      <a:pt x="0" y="44718"/>
                    </a:cubicBezTo>
                    <a:cubicBezTo>
                      <a:pt x="9488" y="39739"/>
                      <a:pt x="19071" y="34572"/>
                      <a:pt x="26493" y="27150"/>
                    </a:cubicBezTo>
                    <a:cubicBezTo>
                      <a:pt x="33820" y="19916"/>
                      <a:pt x="38705" y="9864"/>
                      <a:pt x="37578" y="376"/>
                    </a:cubicBezTo>
                    <a:lnTo>
                      <a:pt x="44154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1" name="Forme libre : forme 1730">
                <a:extLst>
                  <a:ext uri="{FF2B5EF4-FFF2-40B4-BE49-F238E27FC236}">
                    <a16:creationId xmlns:a16="http://schemas.microsoft.com/office/drawing/2014/main" id="{11E7E416-02FF-48A2-BCE9-F26681F2C768}"/>
                  </a:ext>
                </a:extLst>
              </p:cNvPr>
              <p:cNvSpPr/>
              <p:nvPr/>
            </p:nvSpPr>
            <p:spPr>
              <a:xfrm>
                <a:off x="7996229" y="1478791"/>
                <a:ext cx="48957" cy="25640"/>
              </a:xfrm>
              <a:custGeom>
                <a:avLst/>
                <a:gdLst>
                  <a:gd name="connsiteX0" fmla="*/ 48945 w 48957"/>
                  <a:gd name="connsiteY0" fmla="*/ 0 h 25640"/>
                  <a:gd name="connsiteX1" fmla="*/ 45845 w 48957"/>
                  <a:gd name="connsiteY1" fmla="*/ 8549 h 25640"/>
                  <a:gd name="connsiteX2" fmla="*/ 40866 w 48957"/>
                  <a:gd name="connsiteY2" fmla="*/ 14374 h 25640"/>
                  <a:gd name="connsiteX3" fmla="*/ 28465 w 48957"/>
                  <a:gd name="connsiteY3" fmla="*/ 22641 h 25640"/>
                  <a:gd name="connsiteX4" fmla="*/ 0 w 48957"/>
                  <a:gd name="connsiteY4" fmla="*/ 23204 h 25640"/>
                  <a:gd name="connsiteX5" fmla="*/ 26962 w 48957"/>
                  <a:gd name="connsiteY5" fmla="*/ 19635 h 25640"/>
                  <a:gd name="connsiteX6" fmla="*/ 37202 w 48957"/>
                  <a:gd name="connsiteY6" fmla="*/ 10992 h 25640"/>
                  <a:gd name="connsiteX7" fmla="*/ 40866 w 48957"/>
                  <a:gd name="connsiteY7" fmla="*/ 5543 h 25640"/>
                  <a:gd name="connsiteX8" fmla="*/ 42369 w 48957"/>
                  <a:gd name="connsiteY8" fmla="*/ 845 h 25640"/>
                  <a:gd name="connsiteX9" fmla="*/ 48945 w 48957"/>
                  <a:gd name="connsiteY9" fmla="*/ 0 h 25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957" h="25640">
                    <a:moveTo>
                      <a:pt x="48945" y="0"/>
                    </a:moveTo>
                    <a:cubicBezTo>
                      <a:pt x="49133" y="4134"/>
                      <a:pt x="47067" y="6482"/>
                      <a:pt x="45845" y="8549"/>
                    </a:cubicBezTo>
                    <a:cubicBezTo>
                      <a:pt x="44342" y="10616"/>
                      <a:pt x="42745" y="12589"/>
                      <a:pt x="40866" y="14374"/>
                    </a:cubicBezTo>
                    <a:cubicBezTo>
                      <a:pt x="37202" y="17944"/>
                      <a:pt x="32975" y="20762"/>
                      <a:pt x="28465" y="22641"/>
                    </a:cubicBezTo>
                    <a:cubicBezTo>
                      <a:pt x="19259" y="26492"/>
                      <a:pt x="8924" y="26587"/>
                      <a:pt x="0" y="23204"/>
                    </a:cubicBezTo>
                    <a:cubicBezTo>
                      <a:pt x="9206" y="25459"/>
                      <a:pt x="19071" y="24144"/>
                      <a:pt x="26962" y="19635"/>
                    </a:cubicBezTo>
                    <a:cubicBezTo>
                      <a:pt x="30908" y="17380"/>
                      <a:pt x="34384" y="14467"/>
                      <a:pt x="37202" y="10992"/>
                    </a:cubicBezTo>
                    <a:cubicBezTo>
                      <a:pt x="38611" y="9300"/>
                      <a:pt x="39833" y="7422"/>
                      <a:pt x="40866" y="5543"/>
                    </a:cubicBezTo>
                    <a:cubicBezTo>
                      <a:pt x="41993" y="3570"/>
                      <a:pt x="42651" y="1597"/>
                      <a:pt x="42369" y="845"/>
                    </a:cubicBezTo>
                    <a:lnTo>
                      <a:pt x="48945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2" name="Forme libre : forme 1731">
                <a:extLst>
                  <a:ext uri="{FF2B5EF4-FFF2-40B4-BE49-F238E27FC236}">
                    <a16:creationId xmlns:a16="http://schemas.microsoft.com/office/drawing/2014/main" id="{3688798F-FAB8-42D2-961A-1FAF4DEC5F69}"/>
                  </a:ext>
                </a:extLst>
              </p:cNvPr>
              <p:cNvSpPr/>
              <p:nvPr/>
            </p:nvSpPr>
            <p:spPr>
              <a:xfrm>
                <a:off x="8081438" y="1484897"/>
                <a:ext cx="27391" cy="45187"/>
              </a:xfrm>
              <a:custGeom>
                <a:avLst/>
                <a:gdLst>
                  <a:gd name="connsiteX0" fmla="*/ 27244 w 27391"/>
                  <a:gd name="connsiteY0" fmla="*/ 0 h 45187"/>
                  <a:gd name="connsiteX1" fmla="*/ 21983 w 27391"/>
                  <a:gd name="connsiteY1" fmla="*/ 28184 h 45187"/>
                  <a:gd name="connsiteX2" fmla="*/ 0 w 27391"/>
                  <a:gd name="connsiteY2" fmla="*/ 45188 h 45187"/>
                  <a:gd name="connsiteX3" fmla="*/ 19165 w 27391"/>
                  <a:gd name="connsiteY3" fmla="*/ 26587 h 45187"/>
                  <a:gd name="connsiteX4" fmla="*/ 20762 w 27391"/>
                  <a:gd name="connsiteY4" fmla="*/ 658 h 45187"/>
                  <a:gd name="connsiteX5" fmla="*/ 27244 w 27391"/>
                  <a:gd name="connsiteY5" fmla="*/ 0 h 45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391" h="45187">
                    <a:moveTo>
                      <a:pt x="27244" y="0"/>
                    </a:moveTo>
                    <a:cubicBezTo>
                      <a:pt x="27713" y="9301"/>
                      <a:pt x="27338" y="19729"/>
                      <a:pt x="21983" y="28184"/>
                    </a:cubicBezTo>
                    <a:cubicBezTo>
                      <a:pt x="16816" y="36545"/>
                      <a:pt x="8549" y="41900"/>
                      <a:pt x="0" y="45188"/>
                    </a:cubicBezTo>
                    <a:cubicBezTo>
                      <a:pt x="8173" y="40960"/>
                      <a:pt x="15407" y="34666"/>
                      <a:pt x="19165" y="26587"/>
                    </a:cubicBezTo>
                    <a:cubicBezTo>
                      <a:pt x="22923" y="18601"/>
                      <a:pt x="22265" y="9489"/>
                      <a:pt x="20762" y="658"/>
                    </a:cubicBezTo>
                    <a:lnTo>
                      <a:pt x="27244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3" name="Forme libre : forme 1732">
                <a:extLst>
                  <a:ext uri="{FF2B5EF4-FFF2-40B4-BE49-F238E27FC236}">
                    <a16:creationId xmlns:a16="http://schemas.microsoft.com/office/drawing/2014/main" id="{6878E9C0-4A6A-435F-A117-6B0BDB6AF3CD}"/>
                  </a:ext>
                </a:extLst>
              </p:cNvPr>
              <p:cNvSpPr/>
              <p:nvPr/>
            </p:nvSpPr>
            <p:spPr>
              <a:xfrm>
                <a:off x="8040947" y="1484240"/>
                <a:ext cx="37765" cy="40490"/>
              </a:xfrm>
              <a:custGeom>
                <a:avLst/>
                <a:gdLst>
                  <a:gd name="connsiteX0" fmla="*/ 37766 w 37765"/>
                  <a:gd name="connsiteY0" fmla="*/ 282 h 40490"/>
                  <a:gd name="connsiteX1" fmla="*/ 24143 w 37765"/>
                  <a:gd name="connsiteY1" fmla="*/ 26023 h 40490"/>
                  <a:gd name="connsiteX2" fmla="*/ 0 w 37765"/>
                  <a:gd name="connsiteY2" fmla="*/ 40490 h 40490"/>
                  <a:gd name="connsiteX3" fmla="*/ 21795 w 37765"/>
                  <a:gd name="connsiteY3" fmla="*/ 23768 h 40490"/>
                  <a:gd name="connsiteX4" fmla="*/ 31189 w 37765"/>
                  <a:gd name="connsiteY4" fmla="*/ 0 h 40490"/>
                  <a:gd name="connsiteX5" fmla="*/ 37766 w 37765"/>
                  <a:gd name="connsiteY5" fmla="*/ 282 h 40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65" h="40490">
                    <a:moveTo>
                      <a:pt x="37766" y="282"/>
                    </a:moveTo>
                    <a:cubicBezTo>
                      <a:pt x="36826" y="10710"/>
                      <a:pt x="31189" y="19541"/>
                      <a:pt x="24143" y="26023"/>
                    </a:cubicBezTo>
                    <a:cubicBezTo>
                      <a:pt x="17004" y="32505"/>
                      <a:pt x="8643" y="37014"/>
                      <a:pt x="0" y="40490"/>
                    </a:cubicBezTo>
                    <a:cubicBezTo>
                      <a:pt x="8173" y="35981"/>
                      <a:pt x="15876" y="30626"/>
                      <a:pt x="21795" y="23768"/>
                    </a:cubicBezTo>
                    <a:cubicBezTo>
                      <a:pt x="27619" y="17004"/>
                      <a:pt x="31471" y="8361"/>
                      <a:pt x="31189" y="0"/>
                    </a:cubicBezTo>
                    <a:lnTo>
                      <a:pt x="37766" y="282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4" name="Forme libre : forme 1733">
                <a:extLst>
                  <a:ext uri="{FF2B5EF4-FFF2-40B4-BE49-F238E27FC236}">
                    <a16:creationId xmlns:a16="http://schemas.microsoft.com/office/drawing/2014/main" id="{9E8FB53D-FDB1-42BC-B2B6-0CCFE8FD3D2E}"/>
                  </a:ext>
                </a:extLst>
              </p:cNvPr>
              <p:cNvSpPr/>
              <p:nvPr/>
            </p:nvSpPr>
            <p:spPr>
              <a:xfrm>
                <a:off x="8007972" y="1481515"/>
                <a:ext cx="44999" cy="21340"/>
              </a:xfrm>
              <a:custGeom>
                <a:avLst/>
                <a:gdLst>
                  <a:gd name="connsiteX0" fmla="*/ 45000 w 44999"/>
                  <a:gd name="connsiteY0" fmla="*/ 0 h 21340"/>
                  <a:gd name="connsiteX1" fmla="*/ 38799 w 44999"/>
                  <a:gd name="connsiteY1" fmla="*/ 13716 h 21340"/>
                  <a:gd name="connsiteX2" fmla="*/ 26305 w 44999"/>
                  <a:gd name="connsiteY2" fmla="*/ 20668 h 21340"/>
                  <a:gd name="connsiteX3" fmla="*/ 0 w 44999"/>
                  <a:gd name="connsiteY3" fmla="*/ 16159 h 21340"/>
                  <a:gd name="connsiteX4" fmla="*/ 25459 w 44999"/>
                  <a:gd name="connsiteY4" fmla="*/ 17474 h 21340"/>
                  <a:gd name="connsiteX5" fmla="*/ 38517 w 44999"/>
                  <a:gd name="connsiteY5" fmla="*/ 94 h 21340"/>
                  <a:gd name="connsiteX6" fmla="*/ 45000 w 44999"/>
                  <a:gd name="connsiteY6" fmla="*/ 0 h 21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999" h="21340">
                    <a:moveTo>
                      <a:pt x="45000" y="0"/>
                    </a:moveTo>
                    <a:cubicBezTo>
                      <a:pt x="44811" y="5449"/>
                      <a:pt x="42181" y="10240"/>
                      <a:pt x="38799" y="13716"/>
                    </a:cubicBezTo>
                    <a:cubicBezTo>
                      <a:pt x="35323" y="17192"/>
                      <a:pt x="30908" y="19635"/>
                      <a:pt x="26305" y="20668"/>
                    </a:cubicBezTo>
                    <a:cubicBezTo>
                      <a:pt x="17004" y="22641"/>
                      <a:pt x="7891" y="20010"/>
                      <a:pt x="0" y="16159"/>
                    </a:cubicBezTo>
                    <a:cubicBezTo>
                      <a:pt x="8267" y="18977"/>
                      <a:pt x="17474" y="20292"/>
                      <a:pt x="25459" y="17474"/>
                    </a:cubicBezTo>
                    <a:cubicBezTo>
                      <a:pt x="33162" y="14843"/>
                      <a:pt x="39269" y="7234"/>
                      <a:pt x="38517" y="94"/>
                    </a:cubicBezTo>
                    <a:lnTo>
                      <a:pt x="45000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5" name="Forme libre : forme 1734">
                <a:extLst>
                  <a:ext uri="{FF2B5EF4-FFF2-40B4-BE49-F238E27FC236}">
                    <a16:creationId xmlns:a16="http://schemas.microsoft.com/office/drawing/2014/main" id="{4A3AC80C-D9E0-4CC9-B36E-20D598DE8D70}"/>
                  </a:ext>
                </a:extLst>
              </p:cNvPr>
              <p:cNvSpPr/>
              <p:nvPr/>
            </p:nvSpPr>
            <p:spPr>
              <a:xfrm>
                <a:off x="8138180" y="1484897"/>
                <a:ext cx="13503" cy="44248"/>
              </a:xfrm>
              <a:custGeom>
                <a:avLst/>
                <a:gdLst>
                  <a:gd name="connsiteX0" fmla="*/ 10991 w 13503"/>
                  <a:gd name="connsiteY0" fmla="*/ 0 h 44248"/>
                  <a:gd name="connsiteX1" fmla="*/ 12401 w 13503"/>
                  <a:gd name="connsiteY1" fmla="*/ 24426 h 44248"/>
                  <a:gd name="connsiteX2" fmla="*/ 0 w 13503"/>
                  <a:gd name="connsiteY2" fmla="*/ 44248 h 44248"/>
                  <a:gd name="connsiteX3" fmla="*/ 9112 w 13503"/>
                  <a:gd name="connsiteY3" fmla="*/ 23862 h 44248"/>
                  <a:gd name="connsiteX4" fmla="*/ 5073 w 13503"/>
                  <a:gd name="connsiteY4" fmla="*/ 2818 h 44248"/>
                  <a:gd name="connsiteX5" fmla="*/ 10991 w 13503"/>
                  <a:gd name="connsiteY5" fmla="*/ 0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03" h="44248">
                    <a:moveTo>
                      <a:pt x="10991" y="0"/>
                    </a:moveTo>
                    <a:cubicBezTo>
                      <a:pt x="13998" y="8079"/>
                      <a:pt x="14092" y="16440"/>
                      <a:pt x="12401" y="24426"/>
                    </a:cubicBezTo>
                    <a:cubicBezTo>
                      <a:pt x="10522" y="32317"/>
                      <a:pt x="6013" y="39363"/>
                      <a:pt x="0" y="44248"/>
                    </a:cubicBezTo>
                    <a:cubicBezTo>
                      <a:pt x="5261" y="38518"/>
                      <a:pt x="8361" y="31190"/>
                      <a:pt x="9112" y="23862"/>
                    </a:cubicBezTo>
                    <a:cubicBezTo>
                      <a:pt x="9770" y="16534"/>
                      <a:pt x="8361" y="8831"/>
                      <a:pt x="5073" y="2818"/>
                    </a:cubicBezTo>
                    <a:lnTo>
                      <a:pt x="1099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6" name="Forme libre : forme 1735">
                <a:extLst>
                  <a:ext uri="{FF2B5EF4-FFF2-40B4-BE49-F238E27FC236}">
                    <a16:creationId xmlns:a16="http://schemas.microsoft.com/office/drawing/2014/main" id="{956A831C-2E7F-4970-B917-07B5D9431102}"/>
                  </a:ext>
                </a:extLst>
              </p:cNvPr>
              <p:cNvSpPr/>
              <p:nvPr/>
            </p:nvSpPr>
            <p:spPr>
              <a:xfrm>
                <a:off x="8160163" y="1483112"/>
                <a:ext cx="15017" cy="36732"/>
              </a:xfrm>
              <a:custGeom>
                <a:avLst/>
                <a:gdLst>
                  <a:gd name="connsiteX0" fmla="*/ 9207 w 15017"/>
                  <a:gd name="connsiteY0" fmla="*/ 0 h 36732"/>
                  <a:gd name="connsiteX1" fmla="*/ 12871 w 15017"/>
                  <a:gd name="connsiteY1" fmla="*/ 3288 h 36732"/>
                  <a:gd name="connsiteX2" fmla="*/ 13904 w 15017"/>
                  <a:gd name="connsiteY2" fmla="*/ 6012 h 36732"/>
                  <a:gd name="connsiteX3" fmla="*/ 14938 w 15017"/>
                  <a:gd name="connsiteY3" fmla="*/ 11461 h 36732"/>
                  <a:gd name="connsiteX4" fmla="*/ 13622 w 15017"/>
                  <a:gd name="connsiteY4" fmla="*/ 22077 h 36732"/>
                  <a:gd name="connsiteX5" fmla="*/ 0 w 15017"/>
                  <a:gd name="connsiteY5" fmla="*/ 36733 h 36732"/>
                  <a:gd name="connsiteX6" fmla="*/ 10428 w 15017"/>
                  <a:gd name="connsiteY6" fmla="*/ 21232 h 36732"/>
                  <a:gd name="connsiteX7" fmla="*/ 10052 w 15017"/>
                  <a:gd name="connsiteY7" fmla="*/ 12213 h 36732"/>
                  <a:gd name="connsiteX8" fmla="*/ 8549 w 15017"/>
                  <a:gd name="connsiteY8" fmla="*/ 8079 h 36732"/>
                  <a:gd name="connsiteX9" fmla="*/ 7704 w 15017"/>
                  <a:gd name="connsiteY9" fmla="*/ 6388 h 36732"/>
                  <a:gd name="connsiteX10" fmla="*/ 9207 w 15017"/>
                  <a:gd name="connsiteY10" fmla="*/ 0 h 36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017" h="36732">
                    <a:moveTo>
                      <a:pt x="9207" y="0"/>
                    </a:moveTo>
                    <a:cubicBezTo>
                      <a:pt x="11462" y="658"/>
                      <a:pt x="12401" y="2349"/>
                      <a:pt x="12871" y="3288"/>
                    </a:cubicBezTo>
                    <a:cubicBezTo>
                      <a:pt x="13341" y="4415"/>
                      <a:pt x="13622" y="5073"/>
                      <a:pt x="13904" y="6012"/>
                    </a:cubicBezTo>
                    <a:cubicBezTo>
                      <a:pt x="14468" y="7797"/>
                      <a:pt x="14749" y="9582"/>
                      <a:pt x="14938" y="11461"/>
                    </a:cubicBezTo>
                    <a:cubicBezTo>
                      <a:pt x="15220" y="15125"/>
                      <a:pt x="14749" y="18789"/>
                      <a:pt x="13622" y="22077"/>
                    </a:cubicBezTo>
                    <a:cubicBezTo>
                      <a:pt x="11274" y="28841"/>
                      <a:pt x="6107" y="34102"/>
                      <a:pt x="0" y="36733"/>
                    </a:cubicBezTo>
                    <a:cubicBezTo>
                      <a:pt x="5637" y="33163"/>
                      <a:pt x="9489" y="27338"/>
                      <a:pt x="10428" y="21232"/>
                    </a:cubicBezTo>
                    <a:cubicBezTo>
                      <a:pt x="10898" y="18225"/>
                      <a:pt x="10804" y="15125"/>
                      <a:pt x="10052" y="12213"/>
                    </a:cubicBezTo>
                    <a:cubicBezTo>
                      <a:pt x="9677" y="10804"/>
                      <a:pt x="9207" y="9395"/>
                      <a:pt x="8549" y="8079"/>
                    </a:cubicBezTo>
                    <a:cubicBezTo>
                      <a:pt x="8080" y="6670"/>
                      <a:pt x="6576" y="5449"/>
                      <a:pt x="7704" y="6388"/>
                    </a:cubicBezTo>
                    <a:lnTo>
                      <a:pt x="9207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7" name="Forme libre : forme 1736">
                <a:extLst>
                  <a:ext uri="{FF2B5EF4-FFF2-40B4-BE49-F238E27FC236}">
                    <a16:creationId xmlns:a16="http://schemas.microsoft.com/office/drawing/2014/main" id="{B734E6A8-D0ED-45A7-AC28-1DA013E6E5AB}"/>
                  </a:ext>
                </a:extLst>
              </p:cNvPr>
              <p:cNvSpPr/>
              <p:nvPr/>
            </p:nvSpPr>
            <p:spPr>
              <a:xfrm>
                <a:off x="8129067" y="1486213"/>
                <a:ext cx="32693" cy="33444"/>
              </a:xfrm>
              <a:custGeom>
                <a:avLst/>
                <a:gdLst>
                  <a:gd name="connsiteX0" fmla="*/ 32693 w 32693"/>
                  <a:gd name="connsiteY0" fmla="*/ 376 h 33444"/>
                  <a:gd name="connsiteX1" fmla="*/ 21795 w 32693"/>
                  <a:gd name="connsiteY1" fmla="*/ 23111 h 33444"/>
                  <a:gd name="connsiteX2" fmla="*/ 0 w 32693"/>
                  <a:gd name="connsiteY2" fmla="*/ 33444 h 33444"/>
                  <a:gd name="connsiteX3" fmla="*/ 19353 w 32693"/>
                  <a:gd name="connsiteY3" fmla="*/ 20856 h 33444"/>
                  <a:gd name="connsiteX4" fmla="*/ 26211 w 32693"/>
                  <a:gd name="connsiteY4" fmla="*/ 0 h 33444"/>
                  <a:gd name="connsiteX5" fmla="*/ 32693 w 32693"/>
                  <a:gd name="connsiteY5" fmla="*/ 376 h 33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693" h="33444">
                    <a:moveTo>
                      <a:pt x="32693" y="376"/>
                    </a:moveTo>
                    <a:cubicBezTo>
                      <a:pt x="31754" y="9113"/>
                      <a:pt x="27714" y="17192"/>
                      <a:pt x="21795" y="23111"/>
                    </a:cubicBezTo>
                    <a:cubicBezTo>
                      <a:pt x="15783" y="29029"/>
                      <a:pt x="7986" y="32693"/>
                      <a:pt x="0" y="33444"/>
                    </a:cubicBezTo>
                    <a:cubicBezTo>
                      <a:pt x="7798" y="31566"/>
                      <a:pt x="14749" y="26962"/>
                      <a:pt x="19353" y="20856"/>
                    </a:cubicBezTo>
                    <a:cubicBezTo>
                      <a:pt x="23956" y="14749"/>
                      <a:pt x="26399" y="7234"/>
                      <a:pt x="26211" y="0"/>
                    </a:cubicBezTo>
                    <a:lnTo>
                      <a:pt x="32693" y="376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8" name="Forme libre : forme 1737">
                <a:extLst>
                  <a:ext uri="{FF2B5EF4-FFF2-40B4-BE49-F238E27FC236}">
                    <a16:creationId xmlns:a16="http://schemas.microsoft.com/office/drawing/2014/main" id="{65E8AD3D-5EF8-47B2-8EDA-2A2C2ECE8B3E}"/>
                  </a:ext>
                </a:extLst>
              </p:cNvPr>
              <p:cNvSpPr/>
              <p:nvPr/>
            </p:nvSpPr>
            <p:spPr>
              <a:xfrm>
                <a:off x="8066594" y="1483958"/>
                <a:ext cx="27713" cy="30528"/>
              </a:xfrm>
              <a:custGeom>
                <a:avLst/>
                <a:gdLst>
                  <a:gd name="connsiteX0" fmla="*/ 27714 w 27713"/>
                  <a:gd name="connsiteY0" fmla="*/ 0 h 30528"/>
                  <a:gd name="connsiteX1" fmla="*/ 24520 w 27713"/>
                  <a:gd name="connsiteY1" fmla="*/ 11367 h 30528"/>
                  <a:gd name="connsiteX2" fmla="*/ 18883 w 27713"/>
                  <a:gd name="connsiteY2" fmla="*/ 20950 h 30528"/>
                  <a:gd name="connsiteX3" fmla="*/ 0 w 27713"/>
                  <a:gd name="connsiteY3" fmla="*/ 30250 h 30528"/>
                  <a:gd name="connsiteX4" fmla="*/ 16064 w 27713"/>
                  <a:gd name="connsiteY4" fmla="*/ 19165 h 30528"/>
                  <a:gd name="connsiteX5" fmla="*/ 21044 w 27713"/>
                  <a:gd name="connsiteY5" fmla="*/ 188 h 30528"/>
                  <a:gd name="connsiteX6" fmla="*/ 27714 w 27713"/>
                  <a:gd name="connsiteY6" fmla="*/ 0 h 30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713" h="30528">
                    <a:moveTo>
                      <a:pt x="27714" y="0"/>
                    </a:moveTo>
                    <a:cubicBezTo>
                      <a:pt x="27526" y="4228"/>
                      <a:pt x="26116" y="7985"/>
                      <a:pt x="24520" y="11367"/>
                    </a:cubicBezTo>
                    <a:cubicBezTo>
                      <a:pt x="22829" y="14749"/>
                      <a:pt x="21138" y="17850"/>
                      <a:pt x="18883" y="20950"/>
                    </a:cubicBezTo>
                    <a:cubicBezTo>
                      <a:pt x="14655" y="26962"/>
                      <a:pt x="7234" y="31753"/>
                      <a:pt x="0" y="30250"/>
                    </a:cubicBezTo>
                    <a:cubicBezTo>
                      <a:pt x="7421" y="30532"/>
                      <a:pt x="13152" y="25083"/>
                      <a:pt x="16064" y="19165"/>
                    </a:cubicBezTo>
                    <a:cubicBezTo>
                      <a:pt x="18977" y="13152"/>
                      <a:pt x="21701" y="6012"/>
                      <a:pt x="21044" y="188"/>
                    </a:cubicBezTo>
                    <a:lnTo>
                      <a:pt x="27714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9" name="Forme libre : forme 1738">
                <a:extLst>
                  <a:ext uri="{FF2B5EF4-FFF2-40B4-BE49-F238E27FC236}">
                    <a16:creationId xmlns:a16="http://schemas.microsoft.com/office/drawing/2014/main" id="{5D16ABE6-B182-47FA-AD9B-E0CDA36ECB1A}"/>
                  </a:ext>
                </a:extLst>
              </p:cNvPr>
              <p:cNvSpPr/>
              <p:nvPr/>
            </p:nvSpPr>
            <p:spPr>
              <a:xfrm>
                <a:off x="8026949" y="1480858"/>
                <a:ext cx="43778" cy="26694"/>
              </a:xfrm>
              <a:custGeom>
                <a:avLst/>
                <a:gdLst>
                  <a:gd name="connsiteX0" fmla="*/ 43779 w 43778"/>
                  <a:gd name="connsiteY0" fmla="*/ 3570 h 26694"/>
                  <a:gd name="connsiteX1" fmla="*/ 24238 w 43778"/>
                  <a:gd name="connsiteY1" fmla="*/ 20856 h 26694"/>
                  <a:gd name="connsiteX2" fmla="*/ 12401 w 43778"/>
                  <a:gd name="connsiteY2" fmla="*/ 25835 h 26694"/>
                  <a:gd name="connsiteX3" fmla="*/ 0 w 43778"/>
                  <a:gd name="connsiteY3" fmla="*/ 24707 h 26694"/>
                  <a:gd name="connsiteX4" fmla="*/ 11837 w 43778"/>
                  <a:gd name="connsiteY4" fmla="*/ 24238 h 26694"/>
                  <a:gd name="connsiteX5" fmla="*/ 22453 w 43778"/>
                  <a:gd name="connsiteY5" fmla="*/ 18037 h 26694"/>
                  <a:gd name="connsiteX6" fmla="*/ 38142 w 43778"/>
                  <a:gd name="connsiteY6" fmla="*/ 0 h 26694"/>
                  <a:gd name="connsiteX7" fmla="*/ 43779 w 43778"/>
                  <a:gd name="connsiteY7" fmla="*/ 3570 h 2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778" h="26694">
                    <a:moveTo>
                      <a:pt x="43779" y="3570"/>
                    </a:moveTo>
                    <a:cubicBezTo>
                      <a:pt x="38518" y="10804"/>
                      <a:pt x="31848" y="16722"/>
                      <a:pt x="24238" y="20856"/>
                    </a:cubicBezTo>
                    <a:cubicBezTo>
                      <a:pt x="20480" y="22923"/>
                      <a:pt x="16534" y="24614"/>
                      <a:pt x="12401" y="25835"/>
                    </a:cubicBezTo>
                    <a:cubicBezTo>
                      <a:pt x="8361" y="26962"/>
                      <a:pt x="3476" y="27338"/>
                      <a:pt x="0" y="24707"/>
                    </a:cubicBezTo>
                    <a:cubicBezTo>
                      <a:pt x="3758" y="26868"/>
                      <a:pt x="8173" y="25835"/>
                      <a:pt x="11837" y="24238"/>
                    </a:cubicBezTo>
                    <a:cubicBezTo>
                      <a:pt x="15595" y="22641"/>
                      <a:pt x="19165" y="20480"/>
                      <a:pt x="22453" y="18037"/>
                    </a:cubicBezTo>
                    <a:cubicBezTo>
                      <a:pt x="29029" y="13152"/>
                      <a:pt x="34384" y="6952"/>
                      <a:pt x="38142" y="0"/>
                    </a:cubicBezTo>
                    <a:lnTo>
                      <a:pt x="43779" y="357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0" name="Forme libre : forme 1739">
                <a:extLst>
                  <a:ext uri="{FF2B5EF4-FFF2-40B4-BE49-F238E27FC236}">
                    <a16:creationId xmlns:a16="http://schemas.microsoft.com/office/drawing/2014/main" id="{466A1A97-39BB-4CBC-93D6-D89B5D862BDC}"/>
                  </a:ext>
                </a:extLst>
              </p:cNvPr>
              <p:cNvSpPr/>
              <p:nvPr/>
            </p:nvSpPr>
            <p:spPr>
              <a:xfrm>
                <a:off x="8073358" y="1486213"/>
                <a:ext cx="52421" cy="30532"/>
              </a:xfrm>
              <a:custGeom>
                <a:avLst/>
                <a:gdLst>
                  <a:gd name="connsiteX0" fmla="*/ 52422 w 52421"/>
                  <a:gd name="connsiteY0" fmla="*/ 1127 h 30532"/>
                  <a:gd name="connsiteX1" fmla="*/ 31002 w 52421"/>
                  <a:gd name="connsiteY1" fmla="*/ 25459 h 30532"/>
                  <a:gd name="connsiteX2" fmla="*/ 0 w 52421"/>
                  <a:gd name="connsiteY2" fmla="*/ 30532 h 30532"/>
                  <a:gd name="connsiteX3" fmla="*/ 29499 w 52421"/>
                  <a:gd name="connsiteY3" fmla="*/ 22453 h 30532"/>
                  <a:gd name="connsiteX4" fmla="*/ 45845 w 52421"/>
                  <a:gd name="connsiteY4" fmla="*/ 0 h 30532"/>
                  <a:gd name="connsiteX5" fmla="*/ 52422 w 52421"/>
                  <a:gd name="connsiteY5" fmla="*/ 1127 h 30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21" h="30532">
                    <a:moveTo>
                      <a:pt x="52422" y="1127"/>
                    </a:moveTo>
                    <a:cubicBezTo>
                      <a:pt x="49885" y="12871"/>
                      <a:pt x="40772" y="21138"/>
                      <a:pt x="31002" y="25459"/>
                    </a:cubicBezTo>
                    <a:cubicBezTo>
                      <a:pt x="21044" y="29781"/>
                      <a:pt x="10334" y="30532"/>
                      <a:pt x="0" y="30532"/>
                    </a:cubicBezTo>
                    <a:cubicBezTo>
                      <a:pt x="10334" y="29405"/>
                      <a:pt x="20762" y="27432"/>
                      <a:pt x="29499" y="22453"/>
                    </a:cubicBezTo>
                    <a:cubicBezTo>
                      <a:pt x="38142" y="17568"/>
                      <a:pt x="45000" y="9113"/>
                      <a:pt x="45845" y="0"/>
                    </a:cubicBezTo>
                    <a:lnTo>
                      <a:pt x="52422" y="1127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1" name="Forme libre : forme 1740">
                <a:extLst>
                  <a:ext uri="{FF2B5EF4-FFF2-40B4-BE49-F238E27FC236}">
                    <a16:creationId xmlns:a16="http://schemas.microsoft.com/office/drawing/2014/main" id="{4453E33C-18C1-4D5E-A912-3BE6596A5CBD}"/>
                  </a:ext>
                </a:extLst>
              </p:cNvPr>
              <p:cNvSpPr/>
              <p:nvPr/>
            </p:nvSpPr>
            <p:spPr>
              <a:xfrm>
                <a:off x="8099381" y="1487152"/>
                <a:ext cx="18338" cy="45939"/>
              </a:xfrm>
              <a:custGeom>
                <a:avLst/>
                <a:gdLst>
                  <a:gd name="connsiteX0" fmla="*/ 17286 w 18338"/>
                  <a:gd name="connsiteY0" fmla="*/ 0 h 45939"/>
                  <a:gd name="connsiteX1" fmla="*/ 18225 w 18338"/>
                  <a:gd name="connsiteY1" fmla="*/ 12495 h 45939"/>
                  <a:gd name="connsiteX2" fmla="*/ 16628 w 18338"/>
                  <a:gd name="connsiteY2" fmla="*/ 26117 h 45939"/>
                  <a:gd name="connsiteX3" fmla="*/ 0 w 18338"/>
                  <a:gd name="connsiteY3" fmla="*/ 45939 h 45939"/>
                  <a:gd name="connsiteX4" fmla="*/ 13434 w 18338"/>
                  <a:gd name="connsiteY4" fmla="*/ 25271 h 45939"/>
                  <a:gd name="connsiteX5" fmla="*/ 13340 w 18338"/>
                  <a:gd name="connsiteY5" fmla="*/ 13152 h 45939"/>
                  <a:gd name="connsiteX6" fmla="*/ 10710 w 18338"/>
                  <a:gd name="connsiteY6" fmla="*/ 94 h 45939"/>
                  <a:gd name="connsiteX7" fmla="*/ 17286 w 18338"/>
                  <a:gd name="connsiteY7" fmla="*/ 0 h 45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338" h="45939">
                    <a:moveTo>
                      <a:pt x="17286" y="0"/>
                    </a:moveTo>
                    <a:cubicBezTo>
                      <a:pt x="17004" y="3758"/>
                      <a:pt x="17850" y="7985"/>
                      <a:pt x="18225" y="12495"/>
                    </a:cubicBezTo>
                    <a:cubicBezTo>
                      <a:pt x="18601" y="17098"/>
                      <a:pt x="18037" y="21795"/>
                      <a:pt x="16628" y="26117"/>
                    </a:cubicBezTo>
                    <a:cubicBezTo>
                      <a:pt x="13810" y="34760"/>
                      <a:pt x="7704" y="41994"/>
                      <a:pt x="0" y="45939"/>
                    </a:cubicBezTo>
                    <a:cubicBezTo>
                      <a:pt x="7140" y="41054"/>
                      <a:pt x="11931" y="33351"/>
                      <a:pt x="13434" y="25271"/>
                    </a:cubicBezTo>
                    <a:cubicBezTo>
                      <a:pt x="14280" y="21232"/>
                      <a:pt x="14186" y="17192"/>
                      <a:pt x="13340" y="13152"/>
                    </a:cubicBezTo>
                    <a:cubicBezTo>
                      <a:pt x="12495" y="9113"/>
                      <a:pt x="11085" y="4979"/>
                      <a:pt x="10710" y="94"/>
                    </a:cubicBezTo>
                    <a:lnTo>
                      <a:pt x="17286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2" name="Forme libre : forme 1741">
                <a:extLst>
                  <a:ext uri="{FF2B5EF4-FFF2-40B4-BE49-F238E27FC236}">
                    <a16:creationId xmlns:a16="http://schemas.microsoft.com/office/drawing/2014/main" id="{A10D561F-2960-4943-B950-D12BC48E2818}"/>
                  </a:ext>
                </a:extLst>
              </p:cNvPr>
              <p:cNvSpPr/>
              <p:nvPr/>
            </p:nvSpPr>
            <p:spPr>
              <a:xfrm>
                <a:off x="8177731" y="1484897"/>
                <a:ext cx="16189" cy="31283"/>
              </a:xfrm>
              <a:custGeom>
                <a:avLst/>
                <a:gdLst>
                  <a:gd name="connsiteX0" fmla="*/ 15595 w 16189"/>
                  <a:gd name="connsiteY0" fmla="*/ 658 h 31283"/>
                  <a:gd name="connsiteX1" fmla="*/ 15595 w 16189"/>
                  <a:gd name="connsiteY1" fmla="*/ 4697 h 31283"/>
                  <a:gd name="connsiteX2" fmla="*/ 16158 w 16189"/>
                  <a:gd name="connsiteY2" fmla="*/ 9113 h 31283"/>
                  <a:gd name="connsiteX3" fmla="*/ 14373 w 16189"/>
                  <a:gd name="connsiteY3" fmla="*/ 19165 h 31283"/>
                  <a:gd name="connsiteX4" fmla="*/ 0 w 16189"/>
                  <a:gd name="connsiteY4" fmla="*/ 31284 h 31283"/>
                  <a:gd name="connsiteX5" fmla="*/ 10803 w 16189"/>
                  <a:gd name="connsiteY5" fmla="*/ 18037 h 31283"/>
                  <a:gd name="connsiteX6" fmla="*/ 10615 w 16189"/>
                  <a:gd name="connsiteY6" fmla="*/ 9864 h 31283"/>
                  <a:gd name="connsiteX7" fmla="*/ 9300 w 16189"/>
                  <a:gd name="connsiteY7" fmla="*/ 5167 h 31283"/>
                  <a:gd name="connsiteX8" fmla="*/ 9018 w 16189"/>
                  <a:gd name="connsiteY8" fmla="*/ 0 h 31283"/>
                  <a:gd name="connsiteX9" fmla="*/ 15595 w 16189"/>
                  <a:gd name="connsiteY9" fmla="*/ 658 h 31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189" h="31283">
                    <a:moveTo>
                      <a:pt x="15595" y="658"/>
                    </a:moveTo>
                    <a:cubicBezTo>
                      <a:pt x="15501" y="1503"/>
                      <a:pt x="15595" y="3476"/>
                      <a:pt x="15595" y="4697"/>
                    </a:cubicBezTo>
                    <a:cubicBezTo>
                      <a:pt x="15407" y="4979"/>
                      <a:pt x="16158" y="7516"/>
                      <a:pt x="16158" y="9113"/>
                    </a:cubicBezTo>
                    <a:cubicBezTo>
                      <a:pt x="16346" y="12589"/>
                      <a:pt x="15689" y="16065"/>
                      <a:pt x="14373" y="19165"/>
                    </a:cubicBezTo>
                    <a:cubicBezTo>
                      <a:pt x="11743" y="25459"/>
                      <a:pt x="6106" y="29875"/>
                      <a:pt x="0" y="31284"/>
                    </a:cubicBezTo>
                    <a:cubicBezTo>
                      <a:pt x="5636" y="28747"/>
                      <a:pt x="9770" y="23580"/>
                      <a:pt x="10803" y="18037"/>
                    </a:cubicBezTo>
                    <a:cubicBezTo>
                      <a:pt x="11367" y="15313"/>
                      <a:pt x="11273" y="12401"/>
                      <a:pt x="10615" y="9864"/>
                    </a:cubicBezTo>
                    <a:cubicBezTo>
                      <a:pt x="10428" y="8361"/>
                      <a:pt x="9582" y="7985"/>
                      <a:pt x="9300" y="5167"/>
                    </a:cubicBezTo>
                    <a:cubicBezTo>
                      <a:pt x="9112" y="3382"/>
                      <a:pt x="9018" y="2255"/>
                      <a:pt x="9018" y="0"/>
                    </a:cubicBezTo>
                    <a:lnTo>
                      <a:pt x="15595" y="658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3" name="Forme libre : forme 1742">
                <a:extLst>
                  <a:ext uri="{FF2B5EF4-FFF2-40B4-BE49-F238E27FC236}">
                    <a16:creationId xmlns:a16="http://schemas.microsoft.com/office/drawing/2014/main" id="{41FD4412-DC3D-4D92-8C4B-900EC6C715FC}"/>
                  </a:ext>
                </a:extLst>
              </p:cNvPr>
              <p:cNvSpPr/>
              <p:nvPr/>
            </p:nvSpPr>
            <p:spPr>
              <a:xfrm>
                <a:off x="8177731" y="1487246"/>
                <a:ext cx="13187" cy="39550"/>
              </a:xfrm>
              <a:custGeom>
                <a:avLst/>
                <a:gdLst>
                  <a:gd name="connsiteX0" fmla="*/ 5636 w 13187"/>
                  <a:gd name="connsiteY0" fmla="*/ 0 h 39550"/>
                  <a:gd name="connsiteX1" fmla="*/ 13058 w 13187"/>
                  <a:gd name="connsiteY1" fmla="*/ 20104 h 39550"/>
                  <a:gd name="connsiteX2" fmla="*/ 11085 w 13187"/>
                  <a:gd name="connsiteY2" fmla="*/ 30814 h 39550"/>
                  <a:gd name="connsiteX3" fmla="*/ 5261 w 13187"/>
                  <a:gd name="connsiteY3" fmla="*/ 39551 h 39550"/>
                  <a:gd name="connsiteX4" fmla="*/ 9864 w 13187"/>
                  <a:gd name="connsiteY4" fmla="*/ 20668 h 39550"/>
                  <a:gd name="connsiteX5" fmla="*/ 0 w 13187"/>
                  <a:gd name="connsiteY5" fmla="*/ 3288 h 39550"/>
                  <a:gd name="connsiteX6" fmla="*/ 5636 w 13187"/>
                  <a:gd name="connsiteY6" fmla="*/ 0 h 3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187" h="39550">
                    <a:moveTo>
                      <a:pt x="5636" y="0"/>
                    </a:moveTo>
                    <a:cubicBezTo>
                      <a:pt x="8361" y="6294"/>
                      <a:pt x="12119" y="12495"/>
                      <a:pt x="13058" y="20104"/>
                    </a:cubicBezTo>
                    <a:cubicBezTo>
                      <a:pt x="13528" y="23862"/>
                      <a:pt x="12682" y="27714"/>
                      <a:pt x="11085" y="30814"/>
                    </a:cubicBezTo>
                    <a:cubicBezTo>
                      <a:pt x="9488" y="34008"/>
                      <a:pt x="7421" y="36827"/>
                      <a:pt x="5261" y="39551"/>
                    </a:cubicBezTo>
                    <a:cubicBezTo>
                      <a:pt x="8643" y="33632"/>
                      <a:pt x="11743" y="26868"/>
                      <a:pt x="9864" y="20668"/>
                    </a:cubicBezTo>
                    <a:cubicBezTo>
                      <a:pt x="8173" y="14468"/>
                      <a:pt x="3757" y="9113"/>
                      <a:pt x="0" y="3288"/>
                    </a:cubicBezTo>
                    <a:lnTo>
                      <a:pt x="5636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4" name="Forme libre : forme 1743">
                <a:extLst>
                  <a:ext uri="{FF2B5EF4-FFF2-40B4-BE49-F238E27FC236}">
                    <a16:creationId xmlns:a16="http://schemas.microsoft.com/office/drawing/2014/main" id="{D65C7D93-91A8-438D-9E0A-1145C8EDAC7E}"/>
                  </a:ext>
                </a:extLst>
              </p:cNvPr>
              <p:cNvSpPr/>
              <p:nvPr/>
            </p:nvSpPr>
            <p:spPr>
              <a:xfrm>
                <a:off x="8194078" y="1480200"/>
                <a:ext cx="18902" cy="42181"/>
              </a:xfrm>
              <a:custGeom>
                <a:avLst/>
                <a:gdLst>
                  <a:gd name="connsiteX0" fmla="*/ 17098 w 18902"/>
                  <a:gd name="connsiteY0" fmla="*/ 0 h 42181"/>
                  <a:gd name="connsiteX1" fmla="*/ 18883 w 18902"/>
                  <a:gd name="connsiteY1" fmla="*/ 12683 h 42181"/>
                  <a:gd name="connsiteX2" fmla="*/ 16440 w 18902"/>
                  <a:gd name="connsiteY2" fmla="*/ 24896 h 42181"/>
                  <a:gd name="connsiteX3" fmla="*/ 9112 w 18902"/>
                  <a:gd name="connsiteY3" fmla="*/ 34666 h 42181"/>
                  <a:gd name="connsiteX4" fmla="*/ 0 w 18902"/>
                  <a:gd name="connsiteY4" fmla="*/ 42181 h 42181"/>
                  <a:gd name="connsiteX5" fmla="*/ 7704 w 18902"/>
                  <a:gd name="connsiteY5" fmla="*/ 33539 h 42181"/>
                  <a:gd name="connsiteX6" fmla="*/ 13058 w 18902"/>
                  <a:gd name="connsiteY6" fmla="*/ 23768 h 42181"/>
                  <a:gd name="connsiteX7" fmla="*/ 13810 w 18902"/>
                  <a:gd name="connsiteY7" fmla="*/ 12964 h 42181"/>
                  <a:gd name="connsiteX8" fmla="*/ 11180 w 18902"/>
                  <a:gd name="connsiteY8" fmla="*/ 2912 h 42181"/>
                  <a:gd name="connsiteX9" fmla="*/ 17098 w 18902"/>
                  <a:gd name="connsiteY9" fmla="*/ 0 h 42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902" h="42181">
                    <a:moveTo>
                      <a:pt x="17098" y="0"/>
                    </a:moveTo>
                    <a:cubicBezTo>
                      <a:pt x="18789" y="4415"/>
                      <a:pt x="18977" y="8549"/>
                      <a:pt x="18883" y="12683"/>
                    </a:cubicBezTo>
                    <a:cubicBezTo>
                      <a:pt x="18695" y="16816"/>
                      <a:pt x="18037" y="20950"/>
                      <a:pt x="16440" y="24896"/>
                    </a:cubicBezTo>
                    <a:cubicBezTo>
                      <a:pt x="14655" y="28841"/>
                      <a:pt x="11931" y="31847"/>
                      <a:pt x="9112" y="34666"/>
                    </a:cubicBezTo>
                    <a:cubicBezTo>
                      <a:pt x="6294" y="37484"/>
                      <a:pt x="3194" y="39833"/>
                      <a:pt x="0" y="42181"/>
                    </a:cubicBezTo>
                    <a:cubicBezTo>
                      <a:pt x="2724" y="39457"/>
                      <a:pt x="5448" y="36545"/>
                      <a:pt x="7704" y="33539"/>
                    </a:cubicBezTo>
                    <a:cubicBezTo>
                      <a:pt x="9958" y="30532"/>
                      <a:pt x="12025" y="27056"/>
                      <a:pt x="13058" y="23768"/>
                    </a:cubicBezTo>
                    <a:cubicBezTo>
                      <a:pt x="13998" y="20386"/>
                      <a:pt x="14186" y="16534"/>
                      <a:pt x="13810" y="12964"/>
                    </a:cubicBezTo>
                    <a:cubicBezTo>
                      <a:pt x="13434" y="9395"/>
                      <a:pt x="12682" y="5637"/>
                      <a:pt x="11180" y="2912"/>
                    </a:cubicBezTo>
                    <a:lnTo>
                      <a:pt x="17098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5" name="Forme libre : forme 1744">
                <a:extLst>
                  <a:ext uri="{FF2B5EF4-FFF2-40B4-BE49-F238E27FC236}">
                    <a16:creationId xmlns:a16="http://schemas.microsoft.com/office/drawing/2014/main" id="{706A3894-F925-473E-A899-B6807CE65934}"/>
                  </a:ext>
                </a:extLst>
              </p:cNvPr>
              <p:cNvSpPr/>
              <p:nvPr/>
            </p:nvSpPr>
            <p:spPr>
              <a:xfrm>
                <a:off x="8103703" y="1486025"/>
                <a:ext cx="28559" cy="38510"/>
              </a:xfrm>
              <a:custGeom>
                <a:avLst/>
                <a:gdLst>
                  <a:gd name="connsiteX0" fmla="*/ 28559 w 28559"/>
                  <a:gd name="connsiteY0" fmla="*/ 658 h 38510"/>
                  <a:gd name="connsiteX1" fmla="*/ 19728 w 28559"/>
                  <a:gd name="connsiteY1" fmla="*/ 24520 h 38510"/>
                  <a:gd name="connsiteX2" fmla="*/ 11461 w 28559"/>
                  <a:gd name="connsiteY2" fmla="*/ 34102 h 38510"/>
                  <a:gd name="connsiteX3" fmla="*/ 0 w 28559"/>
                  <a:gd name="connsiteY3" fmla="*/ 38424 h 38510"/>
                  <a:gd name="connsiteX4" fmla="*/ 10240 w 28559"/>
                  <a:gd name="connsiteY4" fmla="*/ 32881 h 38510"/>
                  <a:gd name="connsiteX5" fmla="*/ 16722 w 28559"/>
                  <a:gd name="connsiteY5" fmla="*/ 22923 h 38510"/>
                  <a:gd name="connsiteX6" fmla="*/ 21889 w 28559"/>
                  <a:gd name="connsiteY6" fmla="*/ 0 h 38510"/>
                  <a:gd name="connsiteX7" fmla="*/ 28559 w 28559"/>
                  <a:gd name="connsiteY7" fmla="*/ 658 h 3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559" h="38510">
                    <a:moveTo>
                      <a:pt x="28559" y="658"/>
                    </a:moveTo>
                    <a:cubicBezTo>
                      <a:pt x="27150" y="9207"/>
                      <a:pt x="24237" y="17286"/>
                      <a:pt x="19728" y="24520"/>
                    </a:cubicBezTo>
                    <a:cubicBezTo>
                      <a:pt x="17474" y="28090"/>
                      <a:pt x="14749" y="31472"/>
                      <a:pt x="11461" y="34102"/>
                    </a:cubicBezTo>
                    <a:cubicBezTo>
                      <a:pt x="8267" y="36733"/>
                      <a:pt x="4134" y="38987"/>
                      <a:pt x="0" y="38424"/>
                    </a:cubicBezTo>
                    <a:cubicBezTo>
                      <a:pt x="4227" y="38424"/>
                      <a:pt x="7610" y="35793"/>
                      <a:pt x="10240" y="32881"/>
                    </a:cubicBezTo>
                    <a:cubicBezTo>
                      <a:pt x="12964" y="29969"/>
                      <a:pt x="15031" y="26493"/>
                      <a:pt x="16722" y="22923"/>
                    </a:cubicBezTo>
                    <a:cubicBezTo>
                      <a:pt x="20010" y="15689"/>
                      <a:pt x="21701" y="7797"/>
                      <a:pt x="21889" y="0"/>
                    </a:cubicBezTo>
                    <a:lnTo>
                      <a:pt x="28559" y="658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6" name="Forme libre : forme 1745">
                <a:extLst>
                  <a:ext uri="{FF2B5EF4-FFF2-40B4-BE49-F238E27FC236}">
                    <a16:creationId xmlns:a16="http://schemas.microsoft.com/office/drawing/2014/main" id="{BDB6BE97-329D-427E-8E86-FB3BA5F49383}"/>
                  </a:ext>
                </a:extLst>
              </p:cNvPr>
              <p:cNvSpPr/>
              <p:nvPr/>
            </p:nvSpPr>
            <p:spPr>
              <a:xfrm>
                <a:off x="8042168" y="1484522"/>
                <a:ext cx="44530" cy="26032"/>
              </a:xfrm>
              <a:custGeom>
                <a:avLst/>
                <a:gdLst>
                  <a:gd name="connsiteX0" fmla="*/ 44531 w 44530"/>
                  <a:gd name="connsiteY0" fmla="*/ 564 h 26032"/>
                  <a:gd name="connsiteX1" fmla="*/ 39363 w 44530"/>
                  <a:gd name="connsiteY1" fmla="*/ 14655 h 26032"/>
                  <a:gd name="connsiteX2" fmla="*/ 27808 w 44530"/>
                  <a:gd name="connsiteY2" fmla="*/ 23862 h 26032"/>
                  <a:gd name="connsiteX3" fmla="*/ 13810 w 44530"/>
                  <a:gd name="connsiteY3" fmla="*/ 26023 h 26032"/>
                  <a:gd name="connsiteX4" fmla="*/ 0 w 44530"/>
                  <a:gd name="connsiteY4" fmla="*/ 25929 h 26032"/>
                  <a:gd name="connsiteX5" fmla="*/ 13716 w 44530"/>
                  <a:gd name="connsiteY5" fmla="*/ 24332 h 26032"/>
                  <a:gd name="connsiteX6" fmla="*/ 26493 w 44530"/>
                  <a:gd name="connsiteY6" fmla="*/ 20856 h 26032"/>
                  <a:gd name="connsiteX7" fmla="*/ 37954 w 44530"/>
                  <a:gd name="connsiteY7" fmla="*/ 0 h 26032"/>
                  <a:gd name="connsiteX8" fmla="*/ 44531 w 44530"/>
                  <a:gd name="connsiteY8" fmla="*/ 564 h 26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530" h="26032">
                    <a:moveTo>
                      <a:pt x="44531" y="564"/>
                    </a:moveTo>
                    <a:cubicBezTo>
                      <a:pt x="43873" y="5543"/>
                      <a:pt x="42182" y="10428"/>
                      <a:pt x="39363" y="14655"/>
                    </a:cubicBezTo>
                    <a:cubicBezTo>
                      <a:pt x="36639" y="18883"/>
                      <a:pt x="32411" y="22265"/>
                      <a:pt x="27808" y="23862"/>
                    </a:cubicBezTo>
                    <a:cubicBezTo>
                      <a:pt x="23205" y="25553"/>
                      <a:pt x="18413" y="26117"/>
                      <a:pt x="13810" y="26023"/>
                    </a:cubicBezTo>
                    <a:lnTo>
                      <a:pt x="0" y="25929"/>
                    </a:lnTo>
                    <a:lnTo>
                      <a:pt x="13716" y="24332"/>
                    </a:lnTo>
                    <a:cubicBezTo>
                      <a:pt x="18319" y="23956"/>
                      <a:pt x="22641" y="22735"/>
                      <a:pt x="26493" y="20856"/>
                    </a:cubicBezTo>
                    <a:cubicBezTo>
                      <a:pt x="34290" y="17004"/>
                      <a:pt x="37954" y="8267"/>
                      <a:pt x="37954" y="0"/>
                    </a:cubicBezTo>
                    <a:lnTo>
                      <a:pt x="44531" y="564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747" name="Forme libre : forme 1746">
              <a:extLst>
                <a:ext uri="{FF2B5EF4-FFF2-40B4-BE49-F238E27FC236}">
                  <a16:creationId xmlns:a16="http://schemas.microsoft.com/office/drawing/2014/main" id="{9249B2EC-0F18-4D79-AEEB-68308557BE18}"/>
                </a:ext>
              </a:extLst>
            </p:cNvPr>
            <p:cNvSpPr/>
            <p:nvPr/>
          </p:nvSpPr>
          <p:spPr>
            <a:xfrm>
              <a:off x="7700318" y="2766431"/>
              <a:ext cx="46235" cy="95074"/>
            </a:xfrm>
            <a:custGeom>
              <a:avLst/>
              <a:gdLst>
                <a:gd name="connsiteX0" fmla="*/ 17229 w 62041"/>
                <a:gd name="connsiteY0" fmla="*/ 0 h 127577"/>
                <a:gd name="connsiteX1" fmla="*/ 11122 w 62041"/>
                <a:gd name="connsiteY1" fmla="*/ 38799 h 127577"/>
                <a:gd name="connsiteX2" fmla="*/ 9150 w 62041"/>
                <a:gd name="connsiteY2" fmla="*/ 57588 h 127577"/>
                <a:gd name="connsiteX3" fmla="*/ 10747 w 62041"/>
                <a:gd name="connsiteY3" fmla="*/ 75908 h 127577"/>
                <a:gd name="connsiteX4" fmla="*/ 29911 w 62041"/>
                <a:gd name="connsiteY4" fmla="*/ 106064 h 127577"/>
                <a:gd name="connsiteX5" fmla="*/ 62041 w 62041"/>
                <a:gd name="connsiteY5" fmla="*/ 127578 h 127577"/>
                <a:gd name="connsiteX6" fmla="*/ 25308 w 62041"/>
                <a:gd name="connsiteY6" fmla="*/ 111795 h 127577"/>
                <a:gd name="connsiteX7" fmla="*/ 10465 w 62041"/>
                <a:gd name="connsiteY7" fmla="*/ 97327 h 127577"/>
                <a:gd name="connsiteX8" fmla="*/ 1540 w 62041"/>
                <a:gd name="connsiteY8" fmla="*/ 78068 h 127577"/>
                <a:gd name="connsiteX9" fmla="*/ 225 w 62041"/>
                <a:gd name="connsiteY9" fmla="*/ 57307 h 127577"/>
                <a:gd name="connsiteX10" fmla="*/ 3889 w 62041"/>
                <a:gd name="connsiteY10" fmla="*/ 37296 h 127577"/>
                <a:gd name="connsiteX11" fmla="*/ 17229 w 62041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1" h="127577">
                  <a:moveTo>
                    <a:pt x="17229" y="0"/>
                  </a:moveTo>
                  <a:cubicBezTo>
                    <a:pt x="15350" y="13058"/>
                    <a:pt x="13189" y="26023"/>
                    <a:pt x="11122" y="38799"/>
                  </a:cubicBezTo>
                  <a:cubicBezTo>
                    <a:pt x="10277" y="45188"/>
                    <a:pt x="9056" y="51576"/>
                    <a:pt x="9150" y="57588"/>
                  </a:cubicBezTo>
                  <a:cubicBezTo>
                    <a:pt x="8962" y="64071"/>
                    <a:pt x="9243" y="70083"/>
                    <a:pt x="10747" y="75908"/>
                  </a:cubicBezTo>
                  <a:cubicBezTo>
                    <a:pt x="13283" y="87651"/>
                    <a:pt x="20705" y="97703"/>
                    <a:pt x="29911" y="106064"/>
                  </a:cubicBezTo>
                  <a:cubicBezTo>
                    <a:pt x="39400" y="114237"/>
                    <a:pt x="50485" y="121095"/>
                    <a:pt x="62041" y="127578"/>
                  </a:cubicBezTo>
                  <a:cubicBezTo>
                    <a:pt x="49170" y="124571"/>
                    <a:pt x="36488" y="119780"/>
                    <a:pt x="25308" y="111795"/>
                  </a:cubicBezTo>
                  <a:cubicBezTo>
                    <a:pt x="19859" y="107661"/>
                    <a:pt x="14598" y="103058"/>
                    <a:pt x="10465" y="97327"/>
                  </a:cubicBezTo>
                  <a:cubicBezTo>
                    <a:pt x="6331" y="91597"/>
                    <a:pt x="3231" y="85020"/>
                    <a:pt x="1540" y="78068"/>
                  </a:cubicBezTo>
                  <a:cubicBezTo>
                    <a:pt x="-57" y="71116"/>
                    <a:pt x="-245" y="63883"/>
                    <a:pt x="225" y="57307"/>
                  </a:cubicBezTo>
                  <a:cubicBezTo>
                    <a:pt x="695" y="50261"/>
                    <a:pt x="2197" y="43684"/>
                    <a:pt x="3889" y="37296"/>
                  </a:cubicBezTo>
                  <a:cubicBezTo>
                    <a:pt x="7365" y="24520"/>
                    <a:pt x="11874" y="12119"/>
                    <a:pt x="17229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8" name="Forme libre : forme 1747">
              <a:extLst>
                <a:ext uri="{FF2B5EF4-FFF2-40B4-BE49-F238E27FC236}">
                  <a16:creationId xmlns:a16="http://schemas.microsoft.com/office/drawing/2014/main" id="{8E0B26C8-1B1A-48EA-9899-DC3524AAAB5B}"/>
                </a:ext>
              </a:extLst>
            </p:cNvPr>
            <p:cNvSpPr/>
            <p:nvPr/>
          </p:nvSpPr>
          <p:spPr>
            <a:xfrm>
              <a:off x="7644408" y="2948318"/>
              <a:ext cx="172365" cy="61819"/>
            </a:xfrm>
            <a:custGeom>
              <a:avLst/>
              <a:gdLst>
                <a:gd name="connsiteX0" fmla="*/ 231293 w 231293"/>
                <a:gd name="connsiteY0" fmla="*/ 20480 h 82953"/>
                <a:gd name="connsiteX1" fmla="*/ 200667 w 231293"/>
                <a:gd name="connsiteY1" fmla="*/ 12213 h 82953"/>
                <a:gd name="connsiteX2" fmla="*/ 185354 w 231293"/>
                <a:gd name="connsiteY2" fmla="*/ 8455 h 82953"/>
                <a:gd name="connsiteX3" fmla="*/ 170698 w 231293"/>
                <a:gd name="connsiteY3" fmla="*/ 6388 h 82953"/>
                <a:gd name="connsiteX4" fmla="*/ 142515 w 231293"/>
                <a:gd name="connsiteY4" fmla="*/ 17474 h 82953"/>
                <a:gd name="connsiteX5" fmla="*/ 114519 w 231293"/>
                <a:gd name="connsiteY5" fmla="*/ 32035 h 82953"/>
                <a:gd name="connsiteX6" fmla="*/ 85208 w 231293"/>
                <a:gd name="connsiteY6" fmla="*/ 45563 h 82953"/>
                <a:gd name="connsiteX7" fmla="*/ 54676 w 231293"/>
                <a:gd name="connsiteY7" fmla="*/ 54582 h 82953"/>
                <a:gd name="connsiteX8" fmla="*/ 25177 w 231293"/>
                <a:gd name="connsiteY8" fmla="*/ 64916 h 82953"/>
                <a:gd name="connsiteX9" fmla="*/ 0 w 231293"/>
                <a:gd name="connsiteY9" fmla="*/ 82954 h 82953"/>
                <a:gd name="connsiteX10" fmla="*/ 22923 w 231293"/>
                <a:gd name="connsiteY10" fmla="*/ 60689 h 82953"/>
                <a:gd name="connsiteX11" fmla="*/ 52234 w 231293"/>
                <a:gd name="connsiteY11" fmla="*/ 47442 h 82953"/>
                <a:gd name="connsiteX12" fmla="*/ 82014 w 231293"/>
                <a:gd name="connsiteY12" fmla="*/ 37014 h 82953"/>
                <a:gd name="connsiteX13" fmla="*/ 110104 w 231293"/>
                <a:gd name="connsiteY13" fmla="*/ 23768 h 82953"/>
                <a:gd name="connsiteX14" fmla="*/ 138663 w 231293"/>
                <a:gd name="connsiteY14" fmla="*/ 9770 h 82953"/>
                <a:gd name="connsiteX15" fmla="*/ 170041 w 231293"/>
                <a:gd name="connsiteY15" fmla="*/ 0 h 82953"/>
                <a:gd name="connsiteX16" fmla="*/ 186481 w 231293"/>
                <a:gd name="connsiteY16" fmla="*/ 3288 h 82953"/>
                <a:gd name="connsiteX17" fmla="*/ 201607 w 231293"/>
                <a:gd name="connsiteY17" fmla="*/ 8455 h 82953"/>
                <a:gd name="connsiteX18" fmla="*/ 231293 w 231293"/>
                <a:gd name="connsiteY18" fmla="*/ 20480 h 82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1293" h="82953">
                  <a:moveTo>
                    <a:pt x="231293" y="20480"/>
                  </a:moveTo>
                  <a:cubicBezTo>
                    <a:pt x="221053" y="17756"/>
                    <a:pt x="210907" y="14749"/>
                    <a:pt x="200667" y="12213"/>
                  </a:cubicBezTo>
                  <a:lnTo>
                    <a:pt x="185354" y="8455"/>
                  </a:lnTo>
                  <a:cubicBezTo>
                    <a:pt x="180469" y="7516"/>
                    <a:pt x="174738" y="5919"/>
                    <a:pt x="170698" y="6388"/>
                  </a:cubicBezTo>
                  <a:cubicBezTo>
                    <a:pt x="161398" y="7985"/>
                    <a:pt x="151815" y="13058"/>
                    <a:pt x="142515" y="17474"/>
                  </a:cubicBezTo>
                  <a:lnTo>
                    <a:pt x="114519" y="32035"/>
                  </a:lnTo>
                  <a:cubicBezTo>
                    <a:pt x="105125" y="36921"/>
                    <a:pt x="95636" y="41900"/>
                    <a:pt x="85208" y="45563"/>
                  </a:cubicBezTo>
                  <a:cubicBezTo>
                    <a:pt x="74968" y="48946"/>
                    <a:pt x="64728" y="51764"/>
                    <a:pt x="54676" y="54582"/>
                  </a:cubicBezTo>
                  <a:cubicBezTo>
                    <a:pt x="44624" y="57401"/>
                    <a:pt x="34572" y="60595"/>
                    <a:pt x="25177" y="64916"/>
                  </a:cubicBezTo>
                  <a:cubicBezTo>
                    <a:pt x="15689" y="69050"/>
                    <a:pt x="6670" y="74593"/>
                    <a:pt x="0" y="82954"/>
                  </a:cubicBezTo>
                  <a:cubicBezTo>
                    <a:pt x="4791" y="73277"/>
                    <a:pt x="13810" y="66325"/>
                    <a:pt x="22923" y="60689"/>
                  </a:cubicBezTo>
                  <a:cubicBezTo>
                    <a:pt x="32317" y="55334"/>
                    <a:pt x="42275" y="51200"/>
                    <a:pt x="52234" y="47442"/>
                  </a:cubicBezTo>
                  <a:lnTo>
                    <a:pt x="82014" y="37014"/>
                  </a:lnTo>
                  <a:cubicBezTo>
                    <a:pt x="91503" y="33632"/>
                    <a:pt x="100709" y="28371"/>
                    <a:pt x="110104" y="23768"/>
                  </a:cubicBezTo>
                  <a:cubicBezTo>
                    <a:pt x="119498" y="18977"/>
                    <a:pt x="128893" y="14092"/>
                    <a:pt x="138663" y="9770"/>
                  </a:cubicBezTo>
                  <a:cubicBezTo>
                    <a:pt x="148527" y="5543"/>
                    <a:pt x="158204" y="940"/>
                    <a:pt x="170041" y="0"/>
                  </a:cubicBezTo>
                  <a:cubicBezTo>
                    <a:pt x="176617" y="0"/>
                    <a:pt x="181220" y="1973"/>
                    <a:pt x="186481" y="3288"/>
                  </a:cubicBezTo>
                  <a:cubicBezTo>
                    <a:pt x="191648" y="4791"/>
                    <a:pt x="196627" y="6482"/>
                    <a:pt x="201607" y="8455"/>
                  </a:cubicBezTo>
                  <a:cubicBezTo>
                    <a:pt x="211846" y="12213"/>
                    <a:pt x="221710" y="16065"/>
                    <a:pt x="231293" y="2048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9" name="Forme libre : forme 1748">
              <a:extLst>
                <a:ext uri="{FF2B5EF4-FFF2-40B4-BE49-F238E27FC236}">
                  <a16:creationId xmlns:a16="http://schemas.microsoft.com/office/drawing/2014/main" id="{1FADC5F8-A4B7-40B4-B81C-B2251856E991}"/>
                </a:ext>
              </a:extLst>
            </p:cNvPr>
            <p:cNvSpPr/>
            <p:nvPr/>
          </p:nvSpPr>
          <p:spPr>
            <a:xfrm>
              <a:off x="7150764" y="1880660"/>
              <a:ext cx="1331946" cy="1637402"/>
            </a:xfrm>
            <a:custGeom>
              <a:avLst/>
              <a:gdLst>
                <a:gd name="connsiteX0" fmla="*/ 1787308 w 1787307"/>
                <a:gd name="connsiteY0" fmla="*/ 2197190 h 2197190"/>
                <a:gd name="connsiteX1" fmla="*/ 1342101 w 1787307"/>
                <a:gd name="connsiteY1" fmla="*/ 2000375 h 2197190"/>
                <a:gd name="connsiteX2" fmla="*/ 1285828 w 1787307"/>
                <a:gd name="connsiteY2" fmla="*/ 1675513 h 2197190"/>
                <a:gd name="connsiteX3" fmla="*/ 1452957 w 1787307"/>
                <a:gd name="connsiteY3" fmla="*/ 1212081 h 2197190"/>
                <a:gd name="connsiteX4" fmla="*/ 1509230 w 1787307"/>
                <a:gd name="connsiteY4" fmla="*/ 805956 h 2197190"/>
                <a:gd name="connsiteX5" fmla="*/ 1465451 w 1787307"/>
                <a:gd name="connsiteY5" fmla="*/ 397764 h 2197190"/>
                <a:gd name="connsiteX6" fmla="*/ 903095 w 1787307"/>
                <a:gd name="connsiteY6" fmla="*/ 0 h 2197190"/>
                <a:gd name="connsiteX7" fmla="*/ 884212 w 1787307"/>
                <a:gd name="connsiteY7" fmla="*/ 0 h 2197190"/>
                <a:gd name="connsiteX8" fmla="*/ 321856 w 1787307"/>
                <a:gd name="connsiteY8" fmla="*/ 397764 h 2197190"/>
                <a:gd name="connsiteX9" fmla="*/ 278078 w 1787307"/>
                <a:gd name="connsiteY9" fmla="*/ 805956 h 2197190"/>
                <a:gd name="connsiteX10" fmla="*/ 334351 w 1787307"/>
                <a:gd name="connsiteY10" fmla="*/ 1212081 h 2197190"/>
                <a:gd name="connsiteX11" fmla="*/ 501480 w 1787307"/>
                <a:gd name="connsiteY11" fmla="*/ 1675513 h 2197190"/>
                <a:gd name="connsiteX12" fmla="*/ 445206 w 1787307"/>
                <a:gd name="connsiteY12" fmla="*/ 2000375 h 2197190"/>
                <a:gd name="connsiteX13" fmla="*/ 0 w 1787307"/>
                <a:gd name="connsiteY13" fmla="*/ 2197190 h 2197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7307" h="2197190">
                  <a:moveTo>
                    <a:pt x="1787308" y="2197190"/>
                  </a:moveTo>
                  <a:cubicBezTo>
                    <a:pt x="1787308" y="2197190"/>
                    <a:pt x="1426464" y="2059749"/>
                    <a:pt x="1342101" y="2000375"/>
                  </a:cubicBezTo>
                  <a:cubicBezTo>
                    <a:pt x="1257738" y="1941002"/>
                    <a:pt x="1285828" y="1675513"/>
                    <a:pt x="1285828" y="1675513"/>
                  </a:cubicBezTo>
                  <a:cubicBezTo>
                    <a:pt x="1460754" y="1439616"/>
                    <a:pt x="1425901" y="1299544"/>
                    <a:pt x="1452957" y="1212081"/>
                  </a:cubicBezTo>
                  <a:cubicBezTo>
                    <a:pt x="1480013" y="1124618"/>
                    <a:pt x="1509230" y="805956"/>
                    <a:pt x="1509230" y="805956"/>
                  </a:cubicBezTo>
                  <a:cubicBezTo>
                    <a:pt x="1509230" y="805956"/>
                    <a:pt x="1536286" y="639297"/>
                    <a:pt x="1465451" y="397764"/>
                  </a:cubicBezTo>
                  <a:cubicBezTo>
                    <a:pt x="1394617" y="156231"/>
                    <a:pt x="1184273" y="20762"/>
                    <a:pt x="903095" y="0"/>
                  </a:cubicBezTo>
                  <a:lnTo>
                    <a:pt x="884212" y="0"/>
                  </a:lnTo>
                  <a:cubicBezTo>
                    <a:pt x="603034" y="20856"/>
                    <a:pt x="392691" y="156231"/>
                    <a:pt x="321856" y="397764"/>
                  </a:cubicBezTo>
                  <a:cubicBezTo>
                    <a:pt x="251022" y="639297"/>
                    <a:pt x="278078" y="805956"/>
                    <a:pt x="278078" y="805956"/>
                  </a:cubicBezTo>
                  <a:cubicBezTo>
                    <a:pt x="278078" y="805956"/>
                    <a:pt x="307201" y="1124618"/>
                    <a:pt x="334351" y="1212081"/>
                  </a:cubicBezTo>
                  <a:cubicBezTo>
                    <a:pt x="361408" y="1299544"/>
                    <a:pt x="326554" y="1439616"/>
                    <a:pt x="501480" y="1675513"/>
                  </a:cubicBezTo>
                  <a:cubicBezTo>
                    <a:pt x="501480" y="1675513"/>
                    <a:pt x="529569" y="1941096"/>
                    <a:pt x="445206" y="2000375"/>
                  </a:cubicBezTo>
                  <a:cubicBezTo>
                    <a:pt x="360844" y="2059749"/>
                    <a:pt x="0" y="2197190"/>
                    <a:pt x="0" y="2197190"/>
                  </a:cubicBezTo>
                </a:path>
              </a:pathLst>
            </a:custGeom>
            <a:noFill/>
            <a:ln w="9389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0" name="Forme libre : forme 1749">
              <a:extLst>
                <a:ext uri="{FF2B5EF4-FFF2-40B4-BE49-F238E27FC236}">
                  <a16:creationId xmlns:a16="http://schemas.microsoft.com/office/drawing/2014/main" id="{D7F355F1-98BC-4EB0-9080-822CB3EF92C9}"/>
                </a:ext>
              </a:extLst>
            </p:cNvPr>
            <p:cNvSpPr/>
            <p:nvPr/>
          </p:nvSpPr>
          <p:spPr>
            <a:xfrm>
              <a:off x="7324460" y="1826332"/>
              <a:ext cx="984065" cy="783692"/>
            </a:xfrm>
            <a:custGeom>
              <a:avLst/>
              <a:gdLst>
                <a:gd name="connsiteX0" fmla="*/ 681197 w 1320493"/>
                <a:gd name="connsiteY0" fmla="*/ 320823 h 1051617"/>
                <a:gd name="connsiteX1" fmla="*/ 966508 w 1320493"/>
                <a:gd name="connsiteY1" fmla="*/ 260416 h 1051617"/>
                <a:gd name="connsiteX2" fmla="*/ 1242425 w 1320493"/>
                <a:gd name="connsiteY2" fmla="*/ 686364 h 1051617"/>
                <a:gd name="connsiteX3" fmla="*/ 1256517 w 1320493"/>
                <a:gd name="connsiteY3" fmla="*/ 1038001 h 1051617"/>
                <a:gd name="connsiteX4" fmla="*/ 1320494 w 1320493"/>
                <a:gd name="connsiteY4" fmla="*/ 868523 h 1051617"/>
                <a:gd name="connsiteX5" fmla="*/ 1258021 w 1320493"/>
                <a:gd name="connsiteY5" fmla="*/ 375969 h 1051617"/>
                <a:gd name="connsiteX6" fmla="*/ 674903 w 1320493"/>
                <a:gd name="connsiteY6" fmla="*/ 0 h 1051617"/>
                <a:gd name="connsiteX7" fmla="*/ 645592 w 1320493"/>
                <a:gd name="connsiteY7" fmla="*/ 0 h 1051617"/>
                <a:gd name="connsiteX8" fmla="*/ 62474 w 1320493"/>
                <a:gd name="connsiteY8" fmla="*/ 375969 h 1051617"/>
                <a:gd name="connsiteX9" fmla="*/ 0 w 1320493"/>
                <a:gd name="connsiteY9" fmla="*/ 868523 h 1051617"/>
                <a:gd name="connsiteX10" fmla="*/ 63977 w 1320493"/>
                <a:gd name="connsiteY10" fmla="*/ 1038001 h 1051617"/>
                <a:gd name="connsiteX11" fmla="*/ 78068 w 1320493"/>
                <a:gd name="connsiteY11" fmla="*/ 686364 h 1051617"/>
                <a:gd name="connsiteX12" fmla="*/ 353985 w 1320493"/>
                <a:gd name="connsiteY12" fmla="*/ 260416 h 1051617"/>
                <a:gd name="connsiteX13" fmla="*/ 639297 w 1320493"/>
                <a:gd name="connsiteY13" fmla="*/ 320823 h 1051617"/>
                <a:gd name="connsiteX14" fmla="*/ 660153 w 1320493"/>
                <a:gd name="connsiteY14" fmla="*/ 322984 h 1051617"/>
                <a:gd name="connsiteX15" fmla="*/ 681197 w 1320493"/>
                <a:gd name="connsiteY15" fmla="*/ 320823 h 1051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20493" h="1051617">
                  <a:moveTo>
                    <a:pt x="681197" y="320823"/>
                  </a:moveTo>
                  <a:cubicBezTo>
                    <a:pt x="713514" y="318756"/>
                    <a:pt x="885340" y="244821"/>
                    <a:pt x="966508" y="260416"/>
                  </a:cubicBezTo>
                  <a:cubicBezTo>
                    <a:pt x="1047677" y="276011"/>
                    <a:pt x="1212269" y="316689"/>
                    <a:pt x="1242425" y="686364"/>
                  </a:cubicBezTo>
                  <a:cubicBezTo>
                    <a:pt x="1245901" y="729015"/>
                    <a:pt x="1241486" y="971112"/>
                    <a:pt x="1256517" y="1038001"/>
                  </a:cubicBezTo>
                  <a:cubicBezTo>
                    <a:pt x="1271549" y="1104984"/>
                    <a:pt x="1320494" y="904974"/>
                    <a:pt x="1320494" y="868523"/>
                  </a:cubicBezTo>
                  <a:cubicBezTo>
                    <a:pt x="1320494" y="832073"/>
                    <a:pt x="1287143" y="472826"/>
                    <a:pt x="1258021" y="375969"/>
                  </a:cubicBezTo>
                  <a:cubicBezTo>
                    <a:pt x="1228897" y="279111"/>
                    <a:pt x="1134107" y="11461"/>
                    <a:pt x="674903" y="0"/>
                  </a:cubicBezTo>
                  <a:lnTo>
                    <a:pt x="645592" y="0"/>
                  </a:lnTo>
                  <a:cubicBezTo>
                    <a:pt x="186388" y="11461"/>
                    <a:pt x="91597" y="279111"/>
                    <a:pt x="62474" y="375969"/>
                  </a:cubicBezTo>
                  <a:cubicBezTo>
                    <a:pt x="33350" y="472826"/>
                    <a:pt x="0" y="832073"/>
                    <a:pt x="0" y="868523"/>
                  </a:cubicBezTo>
                  <a:cubicBezTo>
                    <a:pt x="0" y="904974"/>
                    <a:pt x="48946" y="1104890"/>
                    <a:pt x="63977" y="1038001"/>
                  </a:cubicBezTo>
                  <a:cubicBezTo>
                    <a:pt x="79008" y="971018"/>
                    <a:pt x="74593" y="728921"/>
                    <a:pt x="78068" y="686364"/>
                  </a:cubicBezTo>
                  <a:cubicBezTo>
                    <a:pt x="108225" y="316689"/>
                    <a:pt x="272817" y="276105"/>
                    <a:pt x="353985" y="260416"/>
                  </a:cubicBezTo>
                  <a:cubicBezTo>
                    <a:pt x="435154" y="244727"/>
                    <a:pt x="607074" y="318756"/>
                    <a:pt x="639297" y="320823"/>
                  </a:cubicBezTo>
                  <a:cubicBezTo>
                    <a:pt x="639297" y="320823"/>
                    <a:pt x="651322" y="323172"/>
                    <a:pt x="660153" y="322984"/>
                  </a:cubicBezTo>
                  <a:cubicBezTo>
                    <a:pt x="669172" y="322796"/>
                    <a:pt x="681197" y="320823"/>
                    <a:pt x="681197" y="320823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1" name="Forme libre : forme 1750">
              <a:extLst>
                <a:ext uri="{FF2B5EF4-FFF2-40B4-BE49-F238E27FC236}">
                  <a16:creationId xmlns:a16="http://schemas.microsoft.com/office/drawing/2014/main" id="{756676D2-1D98-4E64-8293-B22CC20D4DD6}"/>
                </a:ext>
              </a:extLst>
            </p:cNvPr>
            <p:cNvSpPr/>
            <p:nvPr/>
          </p:nvSpPr>
          <p:spPr>
            <a:xfrm>
              <a:off x="7324460" y="1826332"/>
              <a:ext cx="984065" cy="783692"/>
            </a:xfrm>
            <a:custGeom>
              <a:avLst/>
              <a:gdLst>
                <a:gd name="connsiteX0" fmla="*/ 681197 w 1320493"/>
                <a:gd name="connsiteY0" fmla="*/ 320823 h 1051617"/>
                <a:gd name="connsiteX1" fmla="*/ 966508 w 1320493"/>
                <a:gd name="connsiteY1" fmla="*/ 260416 h 1051617"/>
                <a:gd name="connsiteX2" fmla="*/ 1242425 w 1320493"/>
                <a:gd name="connsiteY2" fmla="*/ 686364 h 1051617"/>
                <a:gd name="connsiteX3" fmla="*/ 1256517 w 1320493"/>
                <a:gd name="connsiteY3" fmla="*/ 1038001 h 1051617"/>
                <a:gd name="connsiteX4" fmla="*/ 1320494 w 1320493"/>
                <a:gd name="connsiteY4" fmla="*/ 868523 h 1051617"/>
                <a:gd name="connsiteX5" fmla="*/ 1258021 w 1320493"/>
                <a:gd name="connsiteY5" fmla="*/ 375969 h 1051617"/>
                <a:gd name="connsiteX6" fmla="*/ 674903 w 1320493"/>
                <a:gd name="connsiteY6" fmla="*/ 0 h 1051617"/>
                <a:gd name="connsiteX7" fmla="*/ 645592 w 1320493"/>
                <a:gd name="connsiteY7" fmla="*/ 0 h 1051617"/>
                <a:gd name="connsiteX8" fmla="*/ 62474 w 1320493"/>
                <a:gd name="connsiteY8" fmla="*/ 375969 h 1051617"/>
                <a:gd name="connsiteX9" fmla="*/ 0 w 1320493"/>
                <a:gd name="connsiteY9" fmla="*/ 868523 h 1051617"/>
                <a:gd name="connsiteX10" fmla="*/ 63977 w 1320493"/>
                <a:gd name="connsiteY10" fmla="*/ 1038001 h 1051617"/>
                <a:gd name="connsiteX11" fmla="*/ 78068 w 1320493"/>
                <a:gd name="connsiteY11" fmla="*/ 686364 h 1051617"/>
                <a:gd name="connsiteX12" fmla="*/ 353985 w 1320493"/>
                <a:gd name="connsiteY12" fmla="*/ 260416 h 1051617"/>
                <a:gd name="connsiteX13" fmla="*/ 639297 w 1320493"/>
                <a:gd name="connsiteY13" fmla="*/ 320823 h 1051617"/>
                <a:gd name="connsiteX14" fmla="*/ 660153 w 1320493"/>
                <a:gd name="connsiteY14" fmla="*/ 322984 h 1051617"/>
                <a:gd name="connsiteX15" fmla="*/ 681197 w 1320493"/>
                <a:gd name="connsiteY15" fmla="*/ 320823 h 1051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20493" h="1051617">
                  <a:moveTo>
                    <a:pt x="681197" y="320823"/>
                  </a:moveTo>
                  <a:cubicBezTo>
                    <a:pt x="713514" y="318756"/>
                    <a:pt x="885340" y="244821"/>
                    <a:pt x="966508" y="260416"/>
                  </a:cubicBezTo>
                  <a:cubicBezTo>
                    <a:pt x="1047677" y="276011"/>
                    <a:pt x="1212269" y="316689"/>
                    <a:pt x="1242425" y="686364"/>
                  </a:cubicBezTo>
                  <a:cubicBezTo>
                    <a:pt x="1245901" y="729015"/>
                    <a:pt x="1241486" y="971112"/>
                    <a:pt x="1256517" y="1038001"/>
                  </a:cubicBezTo>
                  <a:cubicBezTo>
                    <a:pt x="1271549" y="1104984"/>
                    <a:pt x="1320494" y="904974"/>
                    <a:pt x="1320494" y="868523"/>
                  </a:cubicBezTo>
                  <a:cubicBezTo>
                    <a:pt x="1320494" y="832073"/>
                    <a:pt x="1287143" y="472826"/>
                    <a:pt x="1258021" y="375969"/>
                  </a:cubicBezTo>
                  <a:cubicBezTo>
                    <a:pt x="1228897" y="279111"/>
                    <a:pt x="1134107" y="11461"/>
                    <a:pt x="674903" y="0"/>
                  </a:cubicBezTo>
                  <a:lnTo>
                    <a:pt x="645592" y="0"/>
                  </a:lnTo>
                  <a:cubicBezTo>
                    <a:pt x="186388" y="11461"/>
                    <a:pt x="91597" y="279111"/>
                    <a:pt x="62474" y="375969"/>
                  </a:cubicBezTo>
                  <a:cubicBezTo>
                    <a:pt x="33350" y="472826"/>
                    <a:pt x="0" y="832073"/>
                    <a:pt x="0" y="868523"/>
                  </a:cubicBezTo>
                  <a:cubicBezTo>
                    <a:pt x="0" y="904974"/>
                    <a:pt x="48946" y="1104890"/>
                    <a:pt x="63977" y="1038001"/>
                  </a:cubicBezTo>
                  <a:cubicBezTo>
                    <a:pt x="79008" y="971018"/>
                    <a:pt x="74593" y="728921"/>
                    <a:pt x="78068" y="686364"/>
                  </a:cubicBezTo>
                  <a:cubicBezTo>
                    <a:pt x="108225" y="316689"/>
                    <a:pt x="272817" y="276105"/>
                    <a:pt x="353985" y="260416"/>
                  </a:cubicBezTo>
                  <a:cubicBezTo>
                    <a:pt x="435154" y="244727"/>
                    <a:pt x="607074" y="318756"/>
                    <a:pt x="639297" y="320823"/>
                  </a:cubicBezTo>
                  <a:cubicBezTo>
                    <a:pt x="639297" y="320823"/>
                    <a:pt x="651322" y="323172"/>
                    <a:pt x="660153" y="322984"/>
                  </a:cubicBezTo>
                  <a:cubicBezTo>
                    <a:pt x="669172" y="322796"/>
                    <a:pt x="681197" y="320823"/>
                    <a:pt x="681197" y="320823"/>
                  </a:cubicBezTo>
                  <a:close/>
                </a:path>
              </a:pathLst>
            </a:custGeom>
            <a:noFill/>
            <a:ln w="9389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2" name="Forme libre : forme 1751">
              <a:extLst>
                <a:ext uri="{FF2B5EF4-FFF2-40B4-BE49-F238E27FC236}">
                  <a16:creationId xmlns:a16="http://schemas.microsoft.com/office/drawing/2014/main" id="{56237C84-AC2E-46C5-9A34-1927F2866410}"/>
                </a:ext>
              </a:extLst>
            </p:cNvPr>
            <p:cNvSpPr/>
            <p:nvPr/>
          </p:nvSpPr>
          <p:spPr>
            <a:xfrm>
              <a:off x="7938738" y="2569982"/>
              <a:ext cx="194241" cy="17934"/>
            </a:xfrm>
            <a:custGeom>
              <a:avLst/>
              <a:gdLst>
                <a:gd name="connsiteX0" fmla="*/ 742 w 260647"/>
                <a:gd name="connsiteY0" fmla="*/ 18413 h 24065"/>
                <a:gd name="connsiteX1" fmla="*/ 68947 w 260647"/>
                <a:gd name="connsiteY1" fmla="*/ 15125 h 24065"/>
                <a:gd name="connsiteX2" fmla="*/ 259280 w 260647"/>
                <a:gd name="connsiteY2" fmla="*/ 0 h 24065"/>
                <a:gd name="connsiteX3" fmla="*/ 242182 w 260647"/>
                <a:gd name="connsiteY3" fmla="*/ 14655 h 24065"/>
                <a:gd name="connsiteX4" fmla="*/ 68947 w 260647"/>
                <a:gd name="connsiteY4" fmla="*/ 22641 h 24065"/>
                <a:gd name="connsiteX5" fmla="*/ 742 w 260647"/>
                <a:gd name="connsiteY5" fmla="*/ 18413 h 2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647" h="24065">
                  <a:moveTo>
                    <a:pt x="742" y="18413"/>
                  </a:moveTo>
                  <a:cubicBezTo>
                    <a:pt x="-7149" y="11931"/>
                    <a:pt x="50063" y="12025"/>
                    <a:pt x="68947" y="15125"/>
                  </a:cubicBezTo>
                  <a:cubicBezTo>
                    <a:pt x="87924" y="18131"/>
                    <a:pt x="219071" y="19635"/>
                    <a:pt x="259280" y="0"/>
                  </a:cubicBezTo>
                  <a:cubicBezTo>
                    <a:pt x="259280" y="0"/>
                    <a:pt x="267828" y="5449"/>
                    <a:pt x="242182" y="14655"/>
                  </a:cubicBezTo>
                  <a:cubicBezTo>
                    <a:pt x="216535" y="23862"/>
                    <a:pt x="82099" y="25835"/>
                    <a:pt x="68947" y="22641"/>
                  </a:cubicBezTo>
                  <a:cubicBezTo>
                    <a:pt x="55794" y="19353"/>
                    <a:pt x="14082" y="29405"/>
                    <a:pt x="742" y="18413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53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7971351" y="2571452"/>
              <a:ext cx="185391" cy="50967"/>
              <a:chOff x="8641439" y="1466672"/>
              <a:chExt cx="248772" cy="68392"/>
            </a:xfrm>
            <a:solidFill>
              <a:srgbClr val="333333"/>
            </a:solidFill>
          </p:grpSpPr>
          <p:sp>
            <p:nvSpPr>
              <p:cNvPr id="1754" name="Forme libre : forme 1753">
                <a:extLst>
                  <a:ext uri="{FF2B5EF4-FFF2-40B4-BE49-F238E27FC236}">
                    <a16:creationId xmlns:a16="http://schemas.microsoft.com/office/drawing/2014/main" id="{08BECEAD-46F2-4BD4-A47E-6D3F2B1C2231}"/>
                  </a:ext>
                </a:extLst>
              </p:cNvPr>
              <p:cNvSpPr/>
              <p:nvPr/>
            </p:nvSpPr>
            <p:spPr>
              <a:xfrm>
                <a:off x="8849064" y="1466672"/>
                <a:ext cx="41148" cy="13953"/>
              </a:xfrm>
              <a:custGeom>
                <a:avLst/>
                <a:gdLst>
                  <a:gd name="connsiteX0" fmla="*/ 0 w 41148"/>
                  <a:gd name="connsiteY0" fmla="*/ 4134 h 13953"/>
                  <a:gd name="connsiteX1" fmla="*/ 20292 w 41148"/>
                  <a:gd name="connsiteY1" fmla="*/ 13340 h 13953"/>
                  <a:gd name="connsiteX2" fmla="*/ 31002 w 41148"/>
                  <a:gd name="connsiteY2" fmla="*/ 13904 h 13953"/>
                  <a:gd name="connsiteX3" fmla="*/ 41148 w 41148"/>
                  <a:gd name="connsiteY3" fmla="*/ 11180 h 13953"/>
                  <a:gd name="connsiteX4" fmla="*/ 31002 w 41148"/>
                  <a:gd name="connsiteY4" fmla="*/ 12213 h 13953"/>
                  <a:gd name="connsiteX5" fmla="*/ 20950 w 41148"/>
                  <a:gd name="connsiteY5" fmla="*/ 10146 h 13953"/>
                  <a:gd name="connsiteX6" fmla="*/ 5073 w 41148"/>
                  <a:gd name="connsiteY6" fmla="*/ 0 h 13953"/>
                  <a:gd name="connsiteX7" fmla="*/ 0 w 41148"/>
                  <a:gd name="connsiteY7" fmla="*/ 4134 h 1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148" h="13953">
                    <a:moveTo>
                      <a:pt x="0" y="4134"/>
                    </a:moveTo>
                    <a:cubicBezTo>
                      <a:pt x="5637" y="10146"/>
                      <a:pt x="13247" y="12495"/>
                      <a:pt x="20292" y="13340"/>
                    </a:cubicBezTo>
                    <a:cubicBezTo>
                      <a:pt x="23862" y="13716"/>
                      <a:pt x="27338" y="14092"/>
                      <a:pt x="31002" y="13904"/>
                    </a:cubicBezTo>
                    <a:cubicBezTo>
                      <a:pt x="34666" y="14186"/>
                      <a:pt x="38048" y="12683"/>
                      <a:pt x="41148" y="11180"/>
                    </a:cubicBezTo>
                    <a:cubicBezTo>
                      <a:pt x="37766" y="12213"/>
                      <a:pt x="34384" y="13058"/>
                      <a:pt x="31002" y="12213"/>
                    </a:cubicBezTo>
                    <a:cubicBezTo>
                      <a:pt x="27714" y="11931"/>
                      <a:pt x="24238" y="10992"/>
                      <a:pt x="20950" y="10146"/>
                    </a:cubicBezTo>
                    <a:cubicBezTo>
                      <a:pt x="14468" y="8361"/>
                      <a:pt x="8361" y="4979"/>
                      <a:pt x="5073" y="0"/>
                    </a:cubicBezTo>
                    <a:lnTo>
                      <a:pt x="0" y="4134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5" name="Forme libre : forme 1754">
                <a:extLst>
                  <a:ext uri="{FF2B5EF4-FFF2-40B4-BE49-F238E27FC236}">
                    <a16:creationId xmlns:a16="http://schemas.microsoft.com/office/drawing/2014/main" id="{71ED2CFB-2A13-4996-BA49-7F25D5B57265}"/>
                  </a:ext>
                </a:extLst>
              </p:cNvPr>
              <p:cNvSpPr/>
              <p:nvPr/>
            </p:nvSpPr>
            <p:spPr>
              <a:xfrm>
                <a:off x="8641439" y="1481234"/>
                <a:ext cx="13252" cy="29874"/>
              </a:xfrm>
              <a:custGeom>
                <a:avLst/>
                <a:gdLst>
                  <a:gd name="connsiteX0" fmla="*/ 7991 w 13252"/>
                  <a:gd name="connsiteY0" fmla="*/ 0 h 29874"/>
                  <a:gd name="connsiteX1" fmla="*/ 1791 w 13252"/>
                  <a:gd name="connsiteY1" fmla="*/ 15031 h 29874"/>
                  <a:gd name="connsiteX2" fmla="*/ 6 w 13252"/>
                  <a:gd name="connsiteY2" fmla="*/ 23017 h 29874"/>
                  <a:gd name="connsiteX3" fmla="*/ 3857 w 13252"/>
                  <a:gd name="connsiteY3" fmla="*/ 29875 h 29874"/>
                  <a:gd name="connsiteX4" fmla="*/ 1791 w 13252"/>
                  <a:gd name="connsiteY4" fmla="*/ 23111 h 29874"/>
                  <a:gd name="connsiteX5" fmla="*/ 4985 w 13252"/>
                  <a:gd name="connsiteY5" fmla="*/ 16440 h 29874"/>
                  <a:gd name="connsiteX6" fmla="*/ 13252 w 13252"/>
                  <a:gd name="connsiteY6" fmla="*/ 3946 h 29874"/>
                  <a:gd name="connsiteX7" fmla="*/ 7991 w 13252"/>
                  <a:gd name="connsiteY7" fmla="*/ 0 h 2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52" h="29874">
                    <a:moveTo>
                      <a:pt x="7991" y="0"/>
                    </a:moveTo>
                    <a:cubicBezTo>
                      <a:pt x="4797" y="5167"/>
                      <a:pt x="3576" y="10146"/>
                      <a:pt x="1791" y="15031"/>
                    </a:cubicBezTo>
                    <a:cubicBezTo>
                      <a:pt x="945" y="17380"/>
                      <a:pt x="-88" y="20198"/>
                      <a:pt x="6" y="23017"/>
                    </a:cubicBezTo>
                    <a:cubicBezTo>
                      <a:pt x="6" y="25835"/>
                      <a:pt x="1415" y="28747"/>
                      <a:pt x="3857" y="29875"/>
                    </a:cubicBezTo>
                    <a:cubicBezTo>
                      <a:pt x="1791" y="28184"/>
                      <a:pt x="1321" y="25459"/>
                      <a:pt x="1791" y="23111"/>
                    </a:cubicBezTo>
                    <a:cubicBezTo>
                      <a:pt x="2261" y="20762"/>
                      <a:pt x="3576" y="18695"/>
                      <a:pt x="4985" y="16440"/>
                    </a:cubicBezTo>
                    <a:cubicBezTo>
                      <a:pt x="7710" y="11931"/>
                      <a:pt x="10152" y="7140"/>
                      <a:pt x="13252" y="3946"/>
                    </a:cubicBezTo>
                    <a:lnTo>
                      <a:pt x="799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6" name="Forme libre : forme 1755">
                <a:extLst>
                  <a:ext uri="{FF2B5EF4-FFF2-40B4-BE49-F238E27FC236}">
                    <a16:creationId xmlns:a16="http://schemas.microsoft.com/office/drawing/2014/main" id="{7F674A68-135B-484C-BCAF-EE997E484CD6}"/>
                  </a:ext>
                </a:extLst>
              </p:cNvPr>
              <p:cNvSpPr/>
              <p:nvPr/>
            </p:nvSpPr>
            <p:spPr>
              <a:xfrm>
                <a:off x="8661417" y="1484334"/>
                <a:ext cx="10654" cy="25741"/>
              </a:xfrm>
              <a:custGeom>
                <a:avLst/>
                <a:gdLst>
                  <a:gd name="connsiteX0" fmla="*/ 4453 w 10654"/>
                  <a:gd name="connsiteY0" fmla="*/ 0 h 25741"/>
                  <a:gd name="connsiteX1" fmla="*/ 38 w 10654"/>
                  <a:gd name="connsiteY1" fmla="*/ 13246 h 25741"/>
                  <a:gd name="connsiteX2" fmla="*/ 2762 w 10654"/>
                  <a:gd name="connsiteY2" fmla="*/ 20574 h 25741"/>
                  <a:gd name="connsiteX3" fmla="*/ 7554 w 10654"/>
                  <a:gd name="connsiteY3" fmla="*/ 25741 h 25741"/>
                  <a:gd name="connsiteX4" fmla="*/ 4078 w 10654"/>
                  <a:gd name="connsiteY4" fmla="*/ 19635 h 25741"/>
                  <a:gd name="connsiteX5" fmla="*/ 3232 w 10654"/>
                  <a:gd name="connsiteY5" fmla="*/ 13810 h 25741"/>
                  <a:gd name="connsiteX6" fmla="*/ 10654 w 10654"/>
                  <a:gd name="connsiteY6" fmla="*/ 1785 h 25741"/>
                  <a:gd name="connsiteX7" fmla="*/ 4453 w 10654"/>
                  <a:gd name="connsiteY7" fmla="*/ 0 h 25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654" h="25741">
                    <a:moveTo>
                      <a:pt x="4453" y="0"/>
                    </a:moveTo>
                    <a:cubicBezTo>
                      <a:pt x="4266" y="3382"/>
                      <a:pt x="508" y="7704"/>
                      <a:pt x="38" y="13246"/>
                    </a:cubicBezTo>
                    <a:cubicBezTo>
                      <a:pt x="-244" y="16065"/>
                      <a:pt x="1072" y="18883"/>
                      <a:pt x="2762" y="20574"/>
                    </a:cubicBezTo>
                    <a:cubicBezTo>
                      <a:pt x="4453" y="22359"/>
                      <a:pt x="6238" y="23768"/>
                      <a:pt x="7554" y="25741"/>
                    </a:cubicBezTo>
                    <a:cubicBezTo>
                      <a:pt x="6708" y="23486"/>
                      <a:pt x="5205" y="21607"/>
                      <a:pt x="4078" y="19635"/>
                    </a:cubicBezTo>
                    <a:cubicBezTo>
                      <a:pt x="2951" y="17662"/>
                      <a:pt x="2574" y="15689"/>
                      <a:pt x="3232" y="13810"/>
                    </a:cubicBezTo>
                    <a:cubicBezTo>
                      <a:pt x="4359" y="9864"/>
                      <a:pt x="8305" y="7422"/>
                      <a:pt x="10654" y="1785"/>
                    </a:cubicBezTo>
                    <a:lnTo>
                      <a:pt x="4453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7" name="Forme libre : forme 1756">
                <a:extLst>
                  <a:ext uri="{FF2B5EF4-FFF2-40B4-BE49-F238E27FC236}">
                    <a16:creationId xmlns:a16="http://schemas.microsoft.com/office/drawing/2014/main" id="{3A5213E6-43A1-40C7-A482-9DBA6CBC9672}"/>
                  </a:ext>
                </a:extLst>
              </p:cNvPr>
              <p:cNvSpPr/>
              <p:nvPr/>
            </p:nvSpPr>
            <p:spPr>
              <a:xfrm>
                <a:off x="8842487" y="1473718"/>
                <a:ext cx="36641" cy="22627"/>
              </a:xfrm>
              <a:custGeom>
                <a:avLst/>
                <a:gdLst>
                  <a:gd name="connsiteX0" fmla="*/ 0 w 36641"/>
                  <a:gd name="connsiteY0" fmla="*/ 0 h 22627"/>
                  <a:gd name="connsiteX1" fmla="*/ 5261 w 36641"/>
                  <a:gd name="connsiteY1" fmla="*/ 12119 h 22627"/>
                  <a:gd name="connsiteX2" fmla="*/ 15783 w 36641"/>
                  <a:gd name="connsiteY2" fmla="*/ 17944 h 22627"/>
                  <a:gd name="connsiteX3" fmla="*/ 26587 w 36641"/>
                  <a:gd name="connsiteY3" fmla="*/ 21514 h 22627"/>
                  <a:gd name="connsiteX4" fmla="*/ 32224 w 36641"/>
                  <a:gd name="connsiteY4" fmla="*/ 22547 h 22627"/>
                  <a:gd name="connsiteX5" fmla="*/ 36639 w 36641"/>
                  <a:gd name="connsiteY5" fmla="*/ 19822 h 22627"/>
                  <a:gd name="connsiteX6" fmla="*/ 32317 w 36641"/>
                  <a:gd name="connsiteY6" fmla="*/ 21701 h 22627"/>
                  <a:gd name="connsiteX7" fmla="*/ 27056 w 36641"/>
                  <a:gd name="connsiteY7" fmla="*/ 19822 h 22627"/>
                  <a:gd name="connsiteX8" fmla="*/ 17192 w 36641"/>
                  <a:gd name="connsiteY8" fmla="*/ 14843 h 22627"/>
                  <a:gd name="connsiteX9" fmla="*/ 8925 w 36641"/>
                  <a:gd name="connsiteY9" fmla="*/ 8549 h 22627"/>
                  <a:gd name="connsiteX10" fmla="*/ 6576 w 36641"/>
                  <a:gd name="connsiteY10" fmla="*/ 0 h 22627"/>
                  <a:gd name="connsiteX11" fmla="*/ 0 w 36641"/>
                  <a:gd name="connsiteY11" fmla="*/ 0 h 2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6641" h="22627">
                    <a:moveTo>
                      <a:pt x="0" y="0"/>
                    </a:moveTo>
                    <a:cubicBezTo>
                      <a:pt x="470" y="4885"/>
                      <a:pt x="1973" y="8455"/>
                      <a:pt x="5261" y="12119"/>
                    </a:cubicBezTo>
                    <a:cubicBezTo>
                      <a:pt x="8549" y="15125"/>
                      <a:pt x="12213" y="16534"/>
                      <a:pt x="15783" y="17944"/>
                    </a:cubicBezTo>
                    <a:cubicBezTo>
                      <a:pt x="19353" y="19353"/>
                      <a:pt x="22923" y="20574"/>
                      <a:pt x="26587" y="21514"/>
                    </a:cubicBezTo>
                    <a:cubicBezTo>
                      <a:pt x="28466" y="21983"/>
                      <a:pt x="30251" y="22359"/>
                      <a:pt x="32224" y="22547"/>
                    </a:cubicBezTo>
                    <a:cubicBezTo>
                      <a:pt x="34008" y="22923"/>
                      <a:pt x="36733" y="21983"/>
                      <a:pt x="36639" y="19822"/>
                    </a:cubicBezTo>
                    <a:cubicBezTo>
                      <a:pt x="36263" y="21889"/>
                      <a:pt x="33915" y="22265"/>
                      <a:pt x="32317" y="21701"/>
                    </a:cubicBezTo>
                    <a:cubicBezTo>
                      <a:pt x="30532" y="21232"/>
                      <a:pt x="28841" y="20574"/>
                      <a:pt x="27056" y="19822"/>
                    </a:cubicBezTo>
                    <a:cubicBezTo>
                      <a:pt x="23674" y="18413"/>
                      <a:pt x="20387" y="16722"/>
                      <a:pt x="17192" y="14843"/>
                    </a:cubicBezTo>
                    <a:cubicBezTo>
                      <a:pt x="13998" y="12964"/>
                      <a:pt x="10898" y="10992"/>
                      <a:pt x="8925" y="8549"/>
                    </a:cubicBezTo>
                    <a:cubicBezTo>
                      <a:pt x="7328" y="6482"/>
                      <a:pt x="6295" y="2630"/>
                      <a:pt x="657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8" name="Forme libre : forme 1757">
                <a:extLst>
                  <a:ext uri="{FF2B5EF4-FFF2-40B4-BE49-F238E27FC236}">
                    <a16:creationId xmlns:a16="http://schemas.microsoft.com/office/drawing/2014/main" id="{F569990C-0568-4DA7-923C-AE51C414B707}"/>
                  </a:ext>
                </a:extLst>
              </p:cNvPr>
              <p:cNvSpPr/>
              <p:nvPr/>
            </p:nvSpPr>
            <p:spPr>
              <a:xfrm>
                <a:off x="8729800" y="1483230"/>
                <a:ext cx="28418" cy="51834"/>
              </a:xfrm>
              <a:custGeom>
                <a:avLst/>
                <a:gdLst>
                  <a:gd name="connsiteX0" fmla="*/ 6247 w 28418"/>
                  <a:gd name="connsiteY0" fmla="*/ 2325 h 51834"/>
                  <a:gd name="connsiteX1" fmla="*/ 6247 w 28418"/>
                  <a:gd name="connsiteY1" fmla="*/ 5237 h 51834"/>
                  <a:gd name="connsiteX2" fmla="*/ 4932 w 28418"/>
                  <a:gd name="connsiteY2" fmla="*/ 6459 h 51834"/>
                  <a:gd name="connsiteX3" fmla="*/ 2208 w 28418"/>
                  <a:gd name="connsiteY3" fmla="*/ 6177 h 51834"/>
                  <a:gd name="connsiteX4" fmla="*/ 1080 w 28418"/>
                  <a:gd name="connsiteY4" fmla="*/ 4016 h 51834"/>
                  <a:gd name="connsiteX5" fmla="*/ 892 w 28418"/>
                  <a:gd name="connsiteY5" fmla="*/ 5801 h 51834"/>
                  <a:gd name="connsiteX6" fmla="*/ 704 w 28418"/>
                  <a:gd name="connsiteY6" fmla="*/ 9747 h 51834"/>
                  <a:gd name="connsiteX7" fmla="*/ 1080 w 28418"/>
                  <a:gd name="connsiteY7" fmla="*/ 17638 h 51834"/>
                  <a:gd name="connsiteX8" fmla="*/ 5402 w 28418"/>
                  <a:gd name="connsiteY8" fmla="*/ 32763 h 51834"/>
                  <a:gd name="connsiteX9" fmla="*/ 28418 w 28418"/>
                  <a:gd name="connsiteY9" fmla="*/ 51834 h 51834"/>
                  <a:gd name="connsiteX10" fmla="*/ 8408 w 28418"/>
                  <a:gd name="connsiteY10" fmla="*/ 31448 h 51834"/>
                  <a:gd name="connsiteX11" fmla="*/ 5965 w 28418"/>
                  <a:gd name="connsiteY11" fmla="*/ 17262 h 51834"/>
                  <a:gd name="connsiteX12" fmla="*/ 6341 w 28418"/>
                  <a:gd name="connsiteY12" fmla="*/ 10029 h 51834"/>
                  <a:gd name="connsiteX13" fmla="*/ 6905 w 28418"/>
                  <a:gd name="connsiteY13" fmla="*/ 6459 h 51834"/>
                  <a:gd name="connsiteX14" fmla="*/ 7281 w 28418"/>
                  <a:gd name="connsiteY14" fmla="*/ 4580 h 51834"/>
                  <a:gd name="connsiteX15" fmla="*/ 5684 w 28418"/>
                  <a:gd name="connsiteY15" fmla="*/ 634 h 51834"/>
                  <a:gd name="connsiteX16" fmla="*/ 2020 w 28418"/>
                  <a:gd name="connsiteY16" fmla="*/ 352 h 51834"/>
                  <a:gd name="connsiteX17" fmla="*/ 423 w 28418"/>
                  <a:gd name="connsiteY17" fmla="*/ 1855 h 51834"/>
                  <a:gd name="connsiteX18" fmla="*/ 423 w 28418"/>
                  <a:gd name="connsiteY18" fmla="*/ 5237 h 51834"/>
                  <a:gd name="connsiteX19" fmla="*/ 6247 w 28418"/>
                  <a:gd name="connsiteY19" fmla="*/ 2325 h 51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8418" h="51834">
                    <a:moveTo>
                      <a:pt x="6247" y="2325"/>
                    </a:moveTo>
                    <a:cubicBezTo>
                      <a:pt x="6717" y="2983"/>
                      <a:pt x="6717" y="4486"/>
                      <a:pt x="6247" y="5237"/>
                    </a:cubicBezTo>
                    <a:cubicBezTo>
                      <a:pt x="5777" y="5989"/>
                      <a:pt x="5307" y="6271"/>
                      <a:pt x="4932" y="6459"/>
                    </a:cubicBezTo>
                    <a:cubicBezTo>
                      <a:pt x="4274" y="6741"/>
                      <a:pt x="3428" y="6928"/>
                      <a:pt x="2208" y="6177"/>
                    </a:cubicBezTo>
                    <a:cubicBezTo>
                      <a:pt x="516" y="4674"/>
                      <a:pt x="1174" y="3922"/>
                      <a:pt x="1080" y="4016"/>
                    </a:cubicBezTo>
                    <a:lnTo>
                      <a:pt x="892" y="5801"/>
                    </a:lnTo>
                    <a:lnTo>
                      <a:pt x="704" y="9747"/>
                    </a:lnTo>
                    <a:cubicBezTo>
                      <a:pt x="704" y="12377"/>
                      <a:pt x="798" y="15008"/>
                      <a:pt x="1080" y="17638"/>
                    </a:cubicBezTo>
                    <a:cubicBezTo>
                      <a:pt x="1738" y="22899"/>
                      <a:pt x="3053" y="28066"/>
                      <a:pt x="5402" y="32763"/>
                    </a:cubicBezTo>
                    <a:cubicBezTo>
                      <a:pt x="9911" y="42158"/>
                      <a:pt x="18460" y="49767"/>
                      <a:pt x="28418" y="51834"/>
                    </a:cubicBezTo>
                    <a:cubicBezTo>
                      <a:pt x="18742" y="48734"/>
                      <a:pt x="11602" y="40467"/>
                      <a:pt x="8408" y="31448"/>
                    </a:cubicBezTo>
                    <a:cubicBezTo>
                      <a:pt x="6811" y="26845"/>
                      <a:pt x="6059" y="22054"/>
                      <a:pt x="5965" y="17262"/>
                    </a:cubicBezTo>
                    <a:cubicBezTo>
                      <a:pt x="5965" y="14820"/>
                      <a:pt x="6059" y="12471"/>
                      <a:pt x="6341" y="10029"/>
                    </a:cubicBezTo>
                    <a:lnTo>
                      <a:pt x="6905" y="6459"/>
                    </a:lnTo>
                    <a:lnTo>
                      <a:pt x="7281" y="4580"/>
                    </a:lnTo>
                    <a:cubicBezTo>
                      <a:pt x="7187" y="4016"/>
                      <a:pt x="7844" y="2513"/>
                      <a:pt x="5684" y="634"/>
                    </a:cubicBezTo>
                    <a:cubicBezTo>
                      <a:pt x="4180" y="-305"/>
                      <a:pt x="2959" y="-23"/>
                      <a:pt x="2020" y="352"/>
                    </a:cubicBezTo>
                    <a:cubicBezTo>
                      <a:pt x="1550" y="634"/>
                      <a:pt x="892" y="916"/>
                      <a:pt x="423" y="1855"/>
                    </a:cubicBezTo>
                    <a:cubicBezTo>
                      <a:pt x="-141" y="2701"/>
                      <a:pt x="-141" y="4486"/>
                      <a:pt x="423" y="5237"/>
                    </a:cubicBezTo>
                    <a:lnTo>
                      <a:pt x="6247" y="2325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9" name="Forme libre : forme 1758">
                <a:extLst>
                  <a:ext uri="{FF2B5EF4-FFF2-40B4-BE49-F238E27FC236}">
                    <a16:creationId xmlns:a16="http://schemas.microsoft.com/office/drawing/2014/main" id="{6E159D70-AC23-4C08-9809-58DCDCEAF2DC}"/>
                  </a:ext>
                </a:extLst>
              </p:cNvPr>
              <p:cNvSpPr/>
              <p:nvPr/>
            </p:nvSpPr>
            <p:spPr>
              <a:xfrm>
                <a:off x="8807163" y="1481421"/>
                <a:ext cx="44154" cy="44717"/>
              </a:xfrm>
              <a:custGeom>
                <a:avLst/>
                <a:gdLst>
                  <a:gd name="connsiteX0" fmla="*/ 1 w 44154"/>
                  <a:gd name="connsiteY0" fmla="*/ 0 h 44717"/>
                  <a:gd name="connsiteX1" fmla="*/ 15408 w 44154"/>
                  <a:gd name="connsiteY1" fmla="*/ 29593 h 44717"/>
                  <a:gd name="connsiteX2" fmla="*/ 44155 w 44154"/>
                  <a:gd name="connsiteY2" fmla="*/ 44718 h 44717"/>
                  <a:gd name="connsiteX3" fmla="*/ 17662 w 44154"/>
                  <a:gd name="connsiteY3" fmla="*/ 27150 h 44717"/>
                  <a:gd name="connsiteX4" fmla="*/ 6577 w 44154"/>
                  <a:gd name="connsiteY4" fmla="*/ 376 h 44717"/>
                  <a:gd name="connsiteX5" fmla="*/ 1 w 44154"/>
                  <a:gd name="connsiteY5" fmla="*/ 0 h 44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154" h="44717">
                    <a:moveTo>
                      <a:pt x="1" y="0"/>
                    </a:moveTo>
                    <a:cubicBezTo>
                      <a:pt x="-93" y="12307"/>
                      <a:pt x="6953" y="22641"/>
                      <a:pt x="15408" y="29593"/>
                    </a:cubicBezTo>
                    <a:cubicBezTo>
                      <a:pt x="24051" y="36639"/>
                      <a:pt x="34197" y="40678"/>
                      <a:pt x="44155" y="44718"/>
                    </a:cubicBezTo>
                    <a:cubicBezTo>
                      <a:pt x="34667" y="39739"/>
                      <a:pt x="25084" y="34572"/>
                      <a:pt x="17662" y="27150"/>
                    </a:cubicBezTo>
                    <a:cubicBezTo>
                      <a:pt x="10335" y="19916"/>
                      <a:pt x="5449" y="9864"/>
                      <a:pt x="6577" y="37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0" name="Forme libre : forme 1759">
                <a:extLst>
                  <a:ext uri="{FF2B5EF4-FFF2-40B4-BE49-F238E27FC236}">
                    <a16:creationId xmlns:a16="http://schemas.microsoft.com/office/drawing/2014/main" id="{E2ABEA5D-1008-4705-8A60-76D62611D2CE}"/>
                  </a:ext>
                </a:extLst>
              </p:cNvPr>
              <p:cNvSpPr/>
              <p:nvPr/>
            </p:nvSpPr>
            <p:spPr>
              <a:xfrm>
                <a:off x="8822935" y="1478791"/>
                <a:ext cx="48957" cy="25640"/>
              </a:xfrm>
              <a:custGeom>
                <a:avLst/>
                <a:gdLst>
                  <a:gd name="connsiteX0" fmla="*/ 12 w 48957"/>
                  <a:gd name="connsiteY0" fmla="*/ 0 h 25640"/>
                  <a:gd name="connsiteX1" fmla="*/ 3112 w 48957"/>
                  <a:gd name="connsiteY1" fmla="*/ 8549 h 25640"/>
                  <a:gd name="connsiteX2" fmla="*/ 8091 w 48957"/>
                  <a:gd name="connsiteY2" fmla="*/ 14374 h 25640"/>
                  <a:gd name="connsiteX3" fmla="*/ 20492 w 48957"/>
                  <a:gd name="connsiteY3" fmla="*/ 22641 h 25640"/>
                  <a:gd name="connsiteX4" fmla="*/ 48957 w 48957"/>
                  <a:gd name="connsiteY4" fmla="*/ 23204 h 25640"/>
                  <a:gd name="connsiteX5" fmla="*/ 21995 w 48957"/>
                  <a:gd name="connsiteY5" fmla="*/ 19635 h 25640"/>
                  <a:gd name="connsiteX6" fmla="*/ 11755 w 48957"/>
                  <a:gd name="connsiteY6" fmla="*/ 10992 h 25640"/>
                  <a:gd name="connsiteX7" fmla="*/ 8091 w 48957"/>
                  <a:gd name="connsiteY7" fmla="*/ 5543 h 25640"/>
                  <a:gd name="connsiteX8" fmla="*/ 6588 w 48957"/>
                  <a:gd name="connsiteY8" fmla="*/ 845 h 25640"/>
                  <a:gd name="connsiteX9" fmla="*/ 12 w 48957"/>
                  <a:gd name="connsiteY9" fmla="*/ 0 h 25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957" h="25640">
                    <a:moveTo>
                      <a:pt x="12" y="0"/>
                    </a:moveTo>
                    <a:cubicBezTo>
                      <a:pt x="-176" y="4134"/>
                      <a:pt x="1890" y="6482"/>
                      <a:pt x="3112" y="8549"/>
                    </a:cubicBezTo>
                    <a:cubicBezTo>
                      <a:pt x="4615" y="10616"/>
                      <a:pt x="6212" y="12589"/>
                      <a:pt x="8091" y="14374"/>
                    </a:cubicBezTo>
                    <a:cubicBezTo>
                      <a:pt x="11755" y="17944"/>
                      <a:pt x="15982" y="20762"/>
                      <a:pt x="20492" y="22641"/>
                    </a:cubicBezTo>
                    <a:cubicBezTo>
                      <a:pt x="29698" y="26492"/>
                      <a:pt x="40033" y="26587"/>
                      <a:pt x="48957" y="23204"/>
                    </a:cubicBezTo>
                    <a:cubicBezTo>
                      <a:pt x="39751" y="25459"/>
                      <a:pt x="29887" y="24144"/>
                      <a:pt x="21995" y="19635"/>
                    </a:cubicBezTo>
                    <a:cubicBezTo>
                      <a:pt x="18049" y="17380"/>
                      <a:pt x="14573" y="14467"/>
                      <a:pt x="11755" y="10992"/>
                    </a:cubicBezTo>
                    <a:cubicBezTo>
                      <a:pt x="10346" y="9300"/>
                      <a:pt x="9124" y="7422"/>
                      <a:pt x="8091" y="5543"/>
                    </a:cubicBezTo>
                    <a:cubicBezTo>
                      <a:pt x="6964" y="3570"/>
                      <a:pt x="6306" y="1597"/>
                      <a:pt x="6588" y="845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1" name="Forme libre : forme 1760">
                <a:extLst>
                  <a:ext uri="{FF2B5EF4-FFF2-40B4-BE49-F238E27FC236}">
                    <a16:creationId xmlns:a16="http://schemas.microsoft.com/office/drawing/2014/main" id="{3416DCBE-29AB-4F92-88A1-9DC683503C67}"/>
                  </a:ext>
                </a:extLst>
              </p:cNvPr>
              <p:cNvSpPr/>
              <p:nvPr/>
            </p:nvSpPr>
            <p:spPr>
              <a:xfrm>
                <a:off x="8759292" y="1484897"/>
                <a:ext cx="27391" cy="45187"/>
              </a:xfrm>
              <a:custGeom>
                <a:avLst/>
                <a:gdLst>
                  <a:gd name="connsiteX0" fmla="*/ 148 w 27391"/>
                  <a:gd name="connsiteY0" fmla="*/ 0 h 45187"/>
                  <a:gd name="connsiteX1" fmla="*/ 5409 w 27391"/>
                  <a:gd name="connsiteY1" fmla="*/ 28184 h 45187"/>
                  <a:gd name="connsiteX2" fmla="*/ 27392 w 27391"/>
                  <a:gd name="connsiteY2" fmla="*/ 45188 h 45187"/>
                  <a:gd name="connsiteX3" fmla="*/ 8227 w 27391"/>
                  <a:gd name="connsiteY3" fmla="*/ 26587 h 45187"/>
                  <a:gd name="connsiteX4" fmla="*/ 6630 w 27391"/>
                  <a:gd name="connsiteY4" fmla="*/ 658 h 45187"/>
                  <a:gd name="connsiteX5" fmla="*/ 148 w 27391"/>
                  <a:gd name="connsiteY5" fmla="*/ 0 h 45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391" h="45187">
                    <a:moveTo>
                      <a:pt x="148" y="0"/>
                    </a:moveTo>
                    <a:cubicBezTo>
                      <a:pt x="-322" y="9301"/>
                      <a:pt x="54" y="19729"/>
                      <a:pt x="5409" y="28184"/>
                    </a:cubicBezTo>
                    <a:cubicBezTo>
                      <a:pt x="10576" y="36545"/>
                      <a:pt x="18843" y="41900"/>
                      <a:pt x="27392" y="45188"/>
                    </a:cubicBezTo>
                    <a:cubicBezTo>
                      <a:pt x="19218" y="40960"/>
                      <a:pt x="11985" y="34666"/>
                      <a:pt x="8227" y="26587"/>
                    </a:cubicBezTo>
                    <a:cubicBezTo>
                      <a:pt x="4469" y="18601"/>
                      <a:pt x="5127" y="9489"/>
                      <a:pt x="6630" y="658"/>
                    </a:cubicBez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2" name="Forme libre : forme 1761">
                <a:extLst>
                  <a:ext uri="{FF2B5EF4-FFF2-40B4-BE49-F238E27FC236}">
                    <a16:creationId xmlns:a16="http://schemas.microsoft.com/office/drawing/2014/main" id="{BAEA9FBB-2AA2-4094-98F9-DCF0ED416F78}"/>
                  </a:ext>
                </a:extLst>
              </p:cNvPr>
              <p:cNvSpPr/>
              <p:nvPr/>
            </p:nvSpPr>
            <p:spPr>
              <a:xfrm>
                <a:off x="8789409" y="1484240"/>
                <a:ext cx="37765" cy="40490"/>
              </a:xfrm>
              <a:custGeom>
                <a:avLst/>
                <a:gdLst>
                  <a:gd name="connsiteX0" fmla="*/ 0 w 37765"/>
                  <a:gd name="connsiteY0" fmla="*/ 282 h 40490"/>
                  <a:gd name="connsiteX1" fmla="*/ 13622 w 37765"/>
                  <a:gd name="connsiteY1" fmla="*/ 26023 h 40490"/>
                  <a:gd name="connsiteX2" fmla="*/ 37766 w 37765"/>
                  <a:gd name="connsiteY2" fmla="*/ 40490 h 40490"/>
                  <a:gd name="connsiteX3" fmla="*/ 15971 w 37765"/>
                  <a:gd name="connsiteY3" fmla="*/ 23768 h 40490"/>
                  <a:gd name="connsiteX4" fmla="*/ 6576 w 37765"/>
                  <a:gd name="connsiteY4" fmla="*/ 0 h 40490"/>
                  <a:gd name="connsiteX5" fmla="*/ 0 w 37765"/>
                  <a:gd name="connsiteY5" fmla="*/ 282 h 40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65" h="40490">
                    <a:moveTo>
                      <a:pt x="0" y="282"/>
                    </a:moveTo>
                    <a:cubicBezTo>
                      <a:pt x="939" y="10710"/>
                      <a:pt x="6576" y="19541"/>
                      <a:pt x="13622" y="26023"/>
                    </a:cubicBezTo>
                    <a:cubicBezTo>
                      <a:pt x="20762" y="32505"/>
                      <a:pt x="29123" y="37014"/>
                      <a:pt x="37766" y="40490"/>
                    </a:cubicBezTo>
                    <a:cubicBezTo>
                      <a:pt x="29592" y="35981"/>
                      <a:pt x="21889" y="30626"/>
                      <a:pt x="15971" y="23768"/>
                    </a:cubicBezTo>
                    <a:cubicBezTo>
                      <a:pt x="10146" y="17004"/>
                      <a:pt x="6294" y="8361"/>
                      <a:pt x="6576" y="0"/>
                    </a:cubicBez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3" name="Forme libre : forme 1762">
                <a:extLst>
                  <a:ext uri="{FF2B5EF4-FFF2-40B4-BE49-F238E27FC236}">
                    <a16:creationId xmlns:a16="http://schemas.microsoft.com/office/drawing/2014/main" id="{AE73F6B4-23C1-43A5-BF8A-501733F3634D}"/>
                  </a:ext>
                </a:extLst>
              </p:cNvPr>
              <p:cNvSpPr/>
              <p:nvPr/>
            </p:nvSpPr>
            <p:spPr>
              <a:xfrm>
                <a:off x="8815149" y="1481515"/>
                <a:ext cx="44999" cy="21340"/>
              </a:xfrm>
              <a:custGeom>
                <a:avLst/>
                <a:gdLst>
                  <a:gd name="connsiteX0" fmla="*/ 0 w 44999"/>
                  <a:gd name="connsiteY0" fmla="*/ 0 h 21340"/>
                  <a:gd name="connsiteX1" fmla="*/ 6200 w 44999"/>
                  <a:gd name="connsiteY1" fmla="*/ 13716 h 21340"/>
                  <a:gd name="connsiteX2" fmla="*/ 18695 w 44999"/>
                  <a:gd name="connsiteY2" fmla="*/ 20668 h 21340"/>
                  <a:gd name="connsiteX3" fmla="*/ 45000 w 44999"/>
                  <a:gd name="connsiteY3" fmla="*/ 16159 h 21340"/>
                  <a:gd name="connsiteX4" fmla="*/ 19541 w 44999"/>
                  <a:gd name="connsiteY4" fmla="*/ 17474 h 21340"/>
                  <a:gd name="connsiteX5" fmla="*/ 6482 w 44999"/>
                  <a:gd name="connsiteY5" fmla="*/ 94 h 21340"/>
                  <a:gd name="connsiteX6" fmla="*/ 0 w 44999"/>
                  <a:gd name="connsiteY6" fmla="*/ 0 h 21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999" h="21340">
                    <a:moveTo>
                      <a:pt x="0" y="0"/>
                    </a:moveTo>
                    <a:cubicBezTo>
                      <a:pt x="188" y="5449"/>
                      <a:pt x="2818" y="10240"/>
                      <a:pt x="6200" y="13716"/>
                    </a:cubicBezTo>
                    <a:cubicBezTo>
                      <a:pt x="9676" y="17192"/>
                      <a:pt x="14092" y="19635"/>
                      <a:pt x="18695" y="20668"/>
                    </a:cubicBezTo>
                    <a:cubicBezTo>
                      <a:pt x="27995" y="22641"/>
                      <a:pt x="37108" y="20010"/>
                      <a:pt x="45000" y="16159"/>
                    </a:cubicBezTo>
                    <a:cubicBezTo>
                      <a:pt x="36732" y="18977"/>
                      <a:pt x="27526" y="20292"/>
                      <a:pt x="19541" y="17474"/>
                    </a:cubicBezTo>
                    <a:cubicBezTo>
                      <a:pt x="11837" y="14843"/>
                      <a:pt x="5731" y="7234"/>
                      <a:pt x="6482" y="9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4" name="Forme libre : forme 1763">
                <a:extLst>
                  <a:ext uri="{FF2B5EF4-FFF2-40B4-BE49-F238E27FC236}">
                    <a16:creationId xmlns:a16="http://schemas.microsoft.com/office/drawing/2014/main" id="{80F9190D-7982-40EC-B440-CEFA719A4377}"/>
                  </a:ext>
                </a:extLst>
              </p:cNvPr>
              <p:cNvSpPr/>
              <p:nvPr/>
            </p:nvSpPr>
            <p:spPr>
              <a:xfrm>
                <a:off x="8716438" y="1484897"/>
                <a:ext cx="13503" cy="44248"/>
              </a:xfrm>
              <a:custGeom>
                <a:avLst/>
                <a:gdLst>
                  <a:gd name="connsiteX0" fmla="*/ 2512 w 13503"/>
                  <a:gd name="connsiteY0" fmla="*/ 0 h 44248"/>
                  <a:gd name="connsiteX1" fmla="*/ 1102 w 13503"/>
                  <a:gd name="connsiteY1" fmla="*/ 24426 h 44248"/>
                  <a:gd name="connsiteX2" fmla="*/ 13503 w 13503"/>
                  <a:gd name="connsiteY2" fmla="*/ 44248 h 44248"/>
                  <a:gd name="connsiteX3" fmla="*/ 4391 w 13503"/>
                  <a:gd name="connsiteY3" fmla="*/ 23862 h 44248"/>
                  <a:gd name="connsiteX4" fmla="*/ 8430 w 13503"/>
                  <a:gd name="connsiteY4" fmla="*/ 2818 h 44248"/>
                  <a:gd name="connsiteX5" fmla="*/ 2512 w 13503"/>
                  <a:gd name="connsiteY5" fmla="*/ 0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03" h="44248">
                    <a:moveTo>
                      <a:pt x="2512" y="0"/>
                    </a:moveTo>
                    <a:cubicBezTo>
                      <a:pt x="-494" y="8079"/>
                      <a:pt x="-588" y="16440"/>
                      <a:pt x="1102" y="24426"/>
                    </a:cubicBezTo>
                    <a:cubicBezTo>
                      <a:pt x="2981" y="32317"/>
                      <a:pt x="7491" y="39363"/>
                      <a:pt x="13503" y="44248"/>
                    </a:cubicBezTo>
                    <a:cubicBezTo>
                      <a:pt x="8242" y="38518"/>
                      <a:pt x="5142" y="31190"/>
                      <a:pt x="4391" y="23862"/>
                    </a:cubicBezTo>
                    <a:cubicBezTo>
                      <a:pt x="3733" y="16534"/>
                      <a:pt x="5142" y="8831"/>
                      <a:pt x="8430" y="2818"/>
                    </a:cubicBezTo>
                    <a:lnTo>
                      <a:pt x="2512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5" name="Forme libre : forme 1764">
                <a:extLst>
                  <a:ext uri="{FF2B5EF4-FFF2-40B4-BE49-F238E27FC236}">
                    <a16:creationId xmlns:a16="http://schemas.microsoft.com/office/drawing/2014/main" id="{0E672712-E999-4E3A-92B7-BC9381ECCC02}"/>
                  </a:ext>
                </a:extLst>
              </p:cNvPr>
              <p:cNvSpPr/>
              <p:nvPr/>
            </p:nvSpPr>
            <p:spPr>
              <a:xfrm>
                <a:off x="8692847" y="1483112"/>
                <a:ext cx="15017" cy="36732"/>
              </a:xfrm>
              <a:custGeom>
                <a:avLst/>
                <a:gdLst>
                  <a:gd name="connsiteX0" fmla="*/ 5810 w 15017"/>
                  <a:gd name="connsiteY0" fmla="*/ 0 h 36732"/>
                  <a:gd name="connsiteX1" fmla="*/ 2147 w 15017"/>
                  <a:gd name="connsiteY1" fmla="*/ 3288 h 36732"/>
                  <a:gd name="connsiteX2" fmla="*/ 1113 w 15017"/>
                  <a:gd name="connsiteY2" fmla="*/ 6012 h 36732"/>
                  <a:gd name="connsiteX3" fmla="*/ 80 w 15017"/>
                  <a:gd name="connsiteY3" fmla="*/ 11461 h 36732"/>
                  <a:gd name="connsiteX4" fmla="*/ 1395 w 15017"/>
                  <a:gd name="connsiteY4" fmla="*/ 22077 h 36732"/>
                  <a:gd name="connsiteX5" fmla="*/ 15017 w 15017"/>
                  <a:gd name="connsiteY5" fmla="*/ 36733 h 36732"/>
                  <a:gd name="connsiteX6" fmla="*/ 4589 w 15017"/>
                  <a:gd name="connsiteY6" fmla="*/ 21232 h 36732"/>
                  <a:gd name="connsiteX7" fmla="*/ 4965 w 15017"/>
                  <a:gd name="connsiteY7" fmla="*/ 12213 h 36732"/>
                  <a:gd name="connsiteX8" fmla="*/ 6468 w 15017"/>
                  <a:gd name="connsiteY8" fmla="*/ 8079 h 36732"/>
                  <a:gd name="connsiteX9" fmla="*/ 7314 w 15017"/>
                  <a:gd name="connsiteY9" fmla="*/ 6388 h 36732"/>
                  <a:gd name="connsiteX10" fmla="*/ 5810 w 15017"/>
                  <a:gd name="connsiteY10" fmla="*/ 0 h 36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017" h="36732">
                    <a:moveTo>
                      <a:pt x="5810" y="0"/>
                    </a:moveTo>
                    <a:cubicBezTo>
                      <a:pt x="3556" y="658"/>
                      <a:pt x="2616" y="2349"/>
                      <a:pt x="2147" y="3288"/>
                    </a:cubicBezTo>
                    <a:cubicBezTo>
                      <a:pt x="1677" y="4415"/>
                      <a:pt x="1395" y="5073"/>
                      <a:pt x="1113" y="6012"/>
                    </a:cubicBezTo>
                    <a:cubicBezTo>
                      <a:pt x="549" y="7797"/>
                      <a:pt x="268" y="9582"/>
                      <a:pt x="80" y="11461"/>
                    </a:cubicBezTo>
                    <a:cubicBezTo>
                      <a:pt x="-202" y="15125"/>
                      <a:pt x="268" y="18789"/>
                      <a:pt x="1395" y="22077"/>
                    </a:cubicBezTo>
                    <a:cubicBezTo>
                      <a:pt x="3744" y="28841"/>
                      <a:pt x="8911" y="34102"/>
                      <a:pt x="15017" y="36733"/>
                    </a:cubicBezTo>
                    <a:cubicBezTo>
                      <a:pt x="9380" y="33163"/>
                      <a:pt x="5529" y="27338"/>
                      <a:pt x="4589" y="21232"/>
                    </a:cubicBezTo>
                    <a:cubicBezTo>
                      <a:pt x="4119" y="18225"/>
                      <a:pt x="4213" y="15125"/>
                      <a:pt x="4965" y="12213"/>
                    </a:cubicBezTo>
                    <a:cubicBezTo>
                      <a:pt x="5341" y="10804"/>
                      <a:pt x="5810" y="9395"/>
                      <a:pt x="6468" y="8079"/>
                    </a:cubicBezTo>
                    <a:cubicBezTo>
                      <a:pt x="6938" y="6670"/>
                      <a:pt x="8441" y="5449"/>
                      <a:pt x="7314" y="6388"/>
                    </a:cubicBezTo>
                    <a:lnTo>
                      <a:pt x="5810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6" name="Forme libre : forme 1765">
                <a:extLst>
                  <a:ext uri="{FF2B5EF4-FFF2-40B4-BE49-F238E27FC236}">
                    <a16:creationId xmlns:a16="http://schemas.microsoft.com/office/drawing/2014/main" id="{0CD8824C-ABFB-40E2-A833-F0F321820ACA}"/>
                  </a:ext>
                </a:extLst>
              </p:cNvPr>
              <p:cNvSpPr/>
              <p:nvPr/>
            </p:nvSpPr>
            <p:spPr>
              <a:xfrm>
                <a:off x="8706361" y="1486213"/>
                <a:ext cx="32693" cy="33444"/>
              </a:xfrm>
              <a:custGeom>
                <a:avLst/>
                <a:gdLst>
                  <a:gd name="connsiteX0" fmla="*/ 0 w 32693"/>
                  <a:gd name="connsiteY0" fmla="*/ 376 h 33444"/>
                  <a:gd name="connsiteX1" fmla="*/ 10898 w 32693"/>
                  <a:gd name="connsiteY1" fmla="*/ 23111 h 33444"/>
                  <a:gd name="connsiteX2" fmla="*/ 32693 w 32693"/>
                  <a:gd name="connsiteY2" fmla="*/ 33444 h 33444"/>
                  <a:gd name="connsiteX3" fmla="*/ 13341 w 32693"/>
                  <a:gd name="connsiteY3" fmla="*/ 20856 h 33444"/>
                  <a:gd name="connsiteX4" fmla="*/ 6482 w 32693"/>
                  <a:gd name="connsiteY4" fmla="*/ 0 h 33444"/>
                  <a:gd name="connsiteX5" fmla="*/ 0 w 32693"/>
                  <a:gd name="connsiteY5" fmla="*/ 376 h 33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693" h="33444">
                    <a:moveTo>
                      <a:pt x="0" y="376"/>
                    </a:moveTo>
                    <a:cubicBezTo>
                      <a:pt x="940" y="9113"/>
                      <a:pt x="4979" y="17192"/>
                      <a:pt x="10898" y="23111"/>
                    </a:cubicBezTo>
                    <a:cubicBezTo>
                      <a:pt x="16910" y="29029"/>
                      <a:pt x="24708" y="32693"/>
                      <a:pt x="32693" y="33444"/>
                    </a:cubicBezTo>
                    <a:cubicBezTo>
                      <a:pt x="24896" y="31566"/>
                      <a:pt x="17944" y="26962"/>
                      <a:pt x="13341" y="20856"/>
                    </a:cubicBezTo>
                    <a:cubicBezTo>
                      <a:pt x="8737" y="14749"/>
                      <a:pt x="6295" y="7234"/>
                      <a:pt x="6482" y="0"/>
                    </a:cubicBezTo>
                    <a:lnTo>
                      <a:pt x="0" y="376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7" name="Forme libre : forme 1766">
                <a:extLst>
                  <a:ext uri="{FF2B5EF4-FFF2-40B4-BE49-F238E27FC236}">
                    <a16:creationId xmlns:a16="http://schemas.microsoft.com/office/drawing/2014/main" id="{6496C187-32A2-4B6B-BDBB-03FE7E09F998}"/>
                  </a:ext>
                </a:extLst>
              </p:cNvPr>
              <p:cNvSpPr/>
              <p:nvPr/>
            </p:nvSpPr>
            <p:spPr>
              <a:xfrm>
                <a:off x="8773813" y="1483958"/>
                <a:ext cx="27713" cy="30528"/>
              </a:xfrm>
              <a:custGeom>
                <a:avLst/>
                <a:gdLst>
                  <a:gd name="connsiteX0" fmla="*/ 0 w 27713"/>
                  <a:gd name="connsiteY0" fmla="*/ 0 h 30528"/>
                  <a:gd name="connsiteX1" fmla="*/ 3194 w 27713"/>
                  <a:gd name="connsiteY1" fmla="*/ 11367 h 30528"/>
                  <a:gd name="connsiteX2" fmla="*/ 8831 w 27713"/>
                  <a:gd name="connsiteY2" fmla="*/ 20950 h 30528"/>
                  <a:gd name="connsiteX3" fmla="*/ 27714 w 27713"/>
                  <a:gd name="connsiteY3" fmla="*/ 30250 h 30528"/>
                  <a:gd name="connsiteX4" fmla="*/ 11650 w 27713"/>
                  <a:gd name="connsiteY4" fmla="*/ 19165 h 30528"/>
                  <a:gd name="connsiteX5" fmla="*/ 6670 w 27713"/>
                  <a:gd name="connsiteY5" fmla="*/ 188 h 30528"/>
                  <a:gd name="connsiteX6" fmla="*/ 0 w 27713"/>
                  <a:gd name="connsiteY6" fmla="*/ 0 h 30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713" h="30528">
                    <a:moveTo>
                      <a:pt x="0" y="0"/>
                    </a:moveTo>
                    <a:cubicBezTo>
                      <a:pt x="188" y="4228"/>
                      <a:pt x="1597" y="7985"/>
                      <a:pt x="3194" y="11367"/>
                    </a:cubicBezTo>
                    <a:cubicBezTo>
                      <a:pt x="4885" y="14749"/>
                      <a:pt x="6576" y="17850"/>
                      <a:pt x="8831" y="20950"/>
                    </a:cubicBezTo>
                    <a:cubicBezTo>
                      <a:pt x="13059" y="26962"/>
                      <a:pt x="20480" y="31753"/>
                      <a:pt x="27714" y="30250"/>
                    </a:cubicBezTo>
                    <a:cubicBezTo>
                      <a:pt x="20292" y="30532"/>
                      <a:pt x="14562" y="25083"/>
                      <a:pt x="11650" y="19165"/>
                    </a:cubicBezTo>
                    <a:cubicBezTo>
                      <a:pt x="8737" y="13152"/>
                      <a:pt x="6013" y="6012"/>
                      <a:pt x="6670" y="18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8" name="Forme libre : forme 1767">
                <a:extLst>
                  <a:ext uri="{FF2B5EF4-FFF2-40B4-BE49-F238E27FC236}">
                    <a16:creationId xmlns:a16="http://schemas.microsoft.com/office/drawing/2014/main" id="{6ACD1FBB-C9B6-4588-81F5-7FA4EA89B348}"/>
                  </a:ext>
                </a:extLst>
              </p:cNvPr>
              <p:cNvSpPr/>
              <p:nvPr/>
            </p:nvSpPr>
            <p:spPr>
              <a:xfrm>
                <a:off x="8797394" y="1480858"/>
                <a:ext cx="43778" cy="26694"/>
              </a:xfrm>
              <a:custGeom>
                <a:avLst/>
                <a:gdLst>
                  <a:gd name="connsiteX0" fmla="*/ 0 w 43778"/>
                  <a:gd name="connsiteY0" fmla="*/ 3570 h 26694"/>
                  <a:gd name="connsiteX1" fmla="*/ 19541 w 43778"/>
                  <a:gd name="connsiteY1" fmla="*/ 20856 h 26694"/>
                  <a:gd name="connsiteX2" fmla="*/ 31378 w 43778"/>
                  <a:gd name="connsiteY2" fmla="*/ 25835 h 26694"/>
                  <a:gd name="connsiteX3" fmla="*/ 43779 w 43778"/>
                  <a:gd name="connsiteY3" fmla="*/ 24707 h 26694"/>
                  <a:gd name="connsiteX4" fmla="*/ 31942 w 43778"/>
                  <a:gd name="connsiteY4" fmla="*/ 24238 h 26694"/>
                  <a:gd name="connsiteX5" fmla="*/ 21326 w 43778"/>
                  <a:gd name="connsiteY5" fmla="*/ 18037 h 26694"/>
                  <a:gd name="connsiteX6" fmla="*/ 5637 w 43778"/>
                  <a:gd name="connsiteY6" fmla="*/ 0 h 26694"/>
                  <a:gd name="connsiteX7" fmla="*/ 0 w 43778"/>
                  <a:gd name="connsiteY7" fmla="*/ 3570 h 2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778" h="26694">
                    <a:moveTo>
                      <a:pt x="0" y="3570"/>
                    </a:moveTo>
                    <a:cubicBezTo>
                      <a:pt x="5261" y="10804"/>
                      <a:pt x="11931" y="16722"/>
                      <a:pt x="19541" y="20856"/>
                    </a:cubicBezTo>
                    <a:cubicBezTo>
                      <a:pt x="23299" y="22923"/>
                      <a:pt x="27244" y="24614"/>
                      <a:pt x="31378" y="25835"/>
                    </a:cubicBezTo>
                    <a:cubicBezTo>
                      <a:pt x="35418" y="26962"/>
                      <a:pt x="40303" y="27338"/>
                      <a:pt x="43779" y="24707"/>
                    </a:cubicBezTo>
                    <a:cubicBezTo>
                      <a:pt x="40021" y="26868"/>
                      <a:pt x="35606" y="25835"/>
                      <a:pt x="31942" y="24238"/>
                    </a:cubicBezTo>
                    <a:cubicBezTo>
                      <a:pt x="28184" y="22641"/>
                      <a:pt x="24614" y="20480"/>
                      <a:pt x="21326" y="18037"/>
                    </a:cubicBezTo>
                    <a:cubicBezTo>
                      <a:pt x="14749" y="13152"/>
                      <a:pt x="9395" y="6952"/>
                      <a:pt x="5637" y="0"/>
                    </a:cubicBezTo>
                    <a:lnTo>
                      <a:pt x="0" y="357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9" name="Forme libre : forme 1768">
                <a:extLst>
                  <a:ext uri="{FF2B5EF4-FFF2-40B4-BE49-F238E27FC236}">
                    <a16:creationId xmlns:a16="http://schemas.microsoft.com/office/drawing/2014/main" id="{297C341E-21C0-4A82-A77F-1FB180758AAA}"/>
                  </a:ext>
                </a:extLst>
              </p:cNvPr>
              <p:cNvSpPr/>
              <p:nvPr/>
            </p:nvSpPr>
            <p:spPr>
              <a:xfrm>
                <a:off x="8742342" y="1486213"/>
                <a:ext cx="52421" cy="30532"/>
              </a:xfrm>
              <a:custGeom>
                <a:avLst/>
                <a:gdLst>
                  <a:gd name="connsiteX0" fmla="*/ 0 w 52421"/>
                  <a:gd name="connsiteY0" fmla="*/ 1127 h 30532"/>
                  <a:gd name="connsiteX1" fmla="*/ 21419 w 52421"/>
                  <a:gd name="connsiteY1" fmla="*/ 25459 h 30532"/>
                  <a:gd name="connsiteX2" fmla="*/ 52422 w 52421"/>
                  <a:gd name="connsiteY2" fmla="*/ 30532 h 30532"/>
                  <a:gd name="connsiteX3" fmla="*/ 22923 w 52421"/>
                  <a:gd name="connsiteY3" fmla="*/ 22453 h 30532"/>
                  <a:gd name="connsiteX4" fmla="*/ 6576 w 52421"/>
                  <a:gd name="connsiteY4" fmla="*/ 0 h 30532"/>
                  <a:gd name="connsiteX5" fmla="*/ 0 w 52421"/>
                  <a:gd name="connsiteY5" fmla="*/ 1127 h 30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21" h="30532">
                    <a:moveTo>
                      <a:pt x="0" y="1127"/>
                    </a:moveTo>
                    <a:cubicBezTo>
                      <a:pt x="2537" y="12871"/>
                      <a:pt x="11649" y="21138"/>
                      <a:pt x="21419" y="25459"/>
                    </a:cubicBezTo>
                    <a:cubicBezTo>
                      <a:pt x="31378" y="29781"/>
                      <a:pt x="42087" y="30532"/>
                      <a:pt x="52422" y="30532"/>
                    </a:cubicBezTo>
                    <a:cubicBezTo>
                      <a:pt x="42087" y="29405"/>
                      <a:pt x="31659" y="27432"/>
                      <a:pt x="22923" y="22453"/>
                    </a:cubicBezTo>
                    <a:cubicBezTo>
                      <a:pt x="14280" y="17568"/>
                      <a:pt x="7421" y="9113"/>
                      <a:pt x="6576" y="0"/>
                    </a:cubicBezTo>
                    <a:lnTo>
                      <a:pt x="0" y="1127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0" name="Forme libre : forme 1769">
                <a:extLst>
                  <a:ext uri="{FF2B5EF4-FFF2-40B4-BE49-F238E27FC236}">
                    <a16:creationId xmlns:a16="http://schemas.microsoft.com/office/drawing/2014/main" id="{133A4A4F-5D80-4DD1-A4BF-D4CB86774A4D}"/>
                  </a:ext>
                </a:extLst>
              </p:cNvPr>
              <p:cNvSpPr/>
              <p:nvPr/>
            </p:nvSpPr>
            <p:spPr>
              <a:xfrm>
                <a:off x="8750402" y="1487152"/>
                <a:ext cx="18338" cy="45939"/>
              </a:xfrm>
              <a:custGeom>
                <a:avLst/>
                <a:gdLst>
                  <a:gd name="connsiteX0" fmla="*/ 1053 w 18338"/>
                  <a:gd name="connsiteY0" fmla="*/ 0 h 45939"/>
                  <a:gd name="connsiteX1" fmla="*/ 113 w 18338"/>
                  <a:gd name="connsiteY1" fmla="*/ 12495 h 45939"/>
                  <a:gd name="connsiteX2" fmla="*/ 1710 w 18338"/>
                  <a:gd name="connsiteY2" fmla="*/ 26117 h 45939"/>
                  <a:gd name="connsiteX3" fmla="*/ 18339 w 18338"/>
                  <a:gd name="connsiteY3" fmla="*/ 45939 h 45939"/>
                  <a:gd name="connsiteX4" fmla="*/ 4905 w 18338"/>
                  <a:gd name="connsiteY4" fmla="*/ 25271 h 45939"/>
                  <a:gd name="connsiteX5" fmla="*/ 4999 w 18338"/>
                  <a:gd name="connsiteY5" fmla="*/ 13152 h 45939"/>
                  <a:gd name="connsiteX6" fmla="*/ 7629 w 18338"/>
                  <a:gd name="connsiteY6" fmla="*/ 94 h 45939"/>
                  <a:gd name="connsiteX7" fmla="*/ 1053 w 18338"/>
                  <a:gd name="connsiteY7" fmla="*/ 0 h 45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338" h="45939">
                    <a:moveTo>
                      <a:pt x="1053" y="0"/>
                    </a:moveTo>
                    <a:cubicBezTo>
                      <a:pt x="1335" y="3758"/>
                      <a:pt x="489" y="7985"/>
                      <a:pt x="113" y="12495"/>
                    </a:cubicBezTo>
                    <a:cubicBezTo>
                      <a:pt x="-262" y="17098"/>
                      <a:pt x="301" y="21795"/>
                      <a:pt x="1710" y="26117"/>
                    </a:cubicBezTo>
                    <a:cubicBezTo>
                      <a:pt x="4529" y="34760"/>
                      <a:pt x="10635" y="41994"/>
                      <a:pt x="18339" y="45939"/>
                    </a:cubicBezTo>
                    <a:cubicBezTo>
                      <a:pt x="11199" y="41054"/>
                      <a:pt x="6408" y="33351"/>
                      <a:pt x="4905" y="25271"/>
                    </a:cubicBezTo>
                    <a:cubicBezTo>
                      <a:pt x="4059" y="21232"/>
                      <a:pt x="4153" y="17192"/>
                      <a:pt x="4999" y="13152"/>
                    </a:cubicBezTo>
                    <a:cubicBezTo>
                      <a:pt x="5844" y="9113"/>
                      <a:pt x="7253" y="4979"/>
                      <a:pt x="7629" y="94"/>
                    </a:cubicBezTo>
                    <a:lnTo>
                      <a:pt x="1053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1" name="Forme libre : forme 1770">
                <a:extLst>
                  <a:ext uri="{FF2B5EF4-FFF2-40B4-BE49-F238E27FC236}">
                    <a16:creationId xmlns:a16="http://schemas.microsoft.com/office/drawing/2014/main" id="{44779363-5660-4794-A36A-BB98988D5369}"/>
                  </a:ext>
                </a:extLst>
              </p:cNvPr>
              <p:cNvSpPr/>
              <p:nvPr/>
            </p:nvSpPr>
            <p:spPr>
              <a:xfrm>
                <a:off x="8674200" y="1484897"/>
                <a:ext cx="16189" cy="31283"/>
              </a:xfrm>
              <a:custGeom>
                <a:avLst/>
                <a:gdLst>
                  <a:gd name="connsiteX0" fmla="*/ 595 w 16189"/>
                  <a:gd name="connsiteY0" fmla="*/ 658 h 31283"/>
                  <a:gd name="connsiteX1" fmla="*/ 595 w 16189"/>
                  <a:gd name="connsiteY1" fmla="*/ 4697 h 31283"/>
                  <a:gd name="connsiteX2" fmla="*/ 32 w 16189"/>
                  <a:gd name="connsiteY2" fmla="*/ 9113 h 31283"/>
                  <a:gd name="connsiteX3" fmla="*/ 1817 w 16189"/>
                  <a:gd name="connsiteY3" fmla="*/ 19165 h 31283"/>
                  <a:gd name="connsiteX4" fmla="*/ 16190 w 16189"/>
                  <a:gd name="connsiteY4" fmla="*/ 31284 h 31283"/>
                  <a:gd name="connsiteX5" fmla="*/ 5387 w 16189"/>
                  <a:gd name="connsiteY5" fmla="*/ 18037 h 31283"/>
                  <a:gd name="connsiteX6" fmla="*/ 5575 w 16189"/>
                  <a:gd name="connsiteY6" fmla="*/ 9864 h 31283"/>
                  <a:gd name="connsiteX7" fmla="*/ 6889 w 16189"/>
                  <a:gd name="connsiteY7" fmla="*/ 5167 h 31283"/>
                  <a:gd name="connsiteX8" fmla="*/ 7172 w 16189"/>
                  <a:gd name="connsiteY8" fmla="*/ 0 h 31283"/>
                  <a:gd name="connsiteX9" fmla="*/ 595 w 16189"/>
                  <a:gd name="connsiteY9" fmla="*/ 658 h 31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189" h="31283">
                    <a:moveTo>
                      <a:pt x="595" y="658"/>
                    </a:moveTo>
                    <a:cubicBezTo>
                      <a:pt x="689" y="1503"/>
                      <a:pt x="595" y="3476"/>
                      <a:pt x="595" y="4697"/>
                    </a:cubicBezTo>
                    <a:cubicBezTo>
                      <a:pt x="783" y="4979"/>
                      <a:pt x="32" y="7516"/>
                      <a:pt x="32" y="9113"/>
                    </a:cubicBezTo>
                    <a:cubicBezTo>
                      <a:pt x="-156" y="12589"/>
                      <a:pt x="501" y="16065"/>
                      <a:pt x="1817" y="19165"/>
                    </a:cubicBezTo>
                    <a:cubicBezTo>
                      <a:pt x="4447" y="25459"/>
                      <a:pt x="10084" y="29875"/>
                      <a:pt x="16190" y="31284"/>
                    </a:cubicBezTo>
                    <a:cubicBezTo>
                      <a:pt x="10553" y="28747"/>
                      <a:pt x="6420" y="23580"/>
                      <a:pt x="5387" y="18037"/>
                    </a:cubicBezTo>
                    <a:cubicBezTo>
                      <a:pt x="4823" y="15313"/>
                      <a:pt x="4917" y="12401"/>
                      <a:pt x="5575" y="9864"/>
                    </a:cubicBezTo>
                    <a:cubicBezTo>
                      <a:pt x="5762" y="8361"/>
                      <a:pt x="6608" y="7985"/>
                      <a:pt x="6889" y="5167"/>
                    </a:cubicBezTo>
                    <a:cubicBezTo>
                      <a:pt x="7078" y="3382"/>
                      <a:pt x="7172" y="2255"/>
                      <a:pt x="7172" y="0"/>
                    </a:cubicBezTo>
                    <a:lnTo>
                      <a:pt x="595" y="658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2" name="Forme libre : forme 1771">
                <a:extLst>
                  <a:ext uri="{FF2B5EF4-FFF2-40B4-BE49-F238E27FC236}">
                    <a16:creationId xmlns:a16="http://schemas.microsoft.com/office/drawing/2014/main" id="{BE9A71D6-0BC0-4656-B077-C35316196EE1}"/>
                  </a:ext>
                </a:extLst>
              </p:cNvPr>
              <p:cNvSpPr/>
              <p:nvPr/>
            </p:nvSpPr>
            <p:spPr>
              <a:xfrm>
                <a:off x="8677203" y="1487246"/>
                <a:ext cx="13187" cy="39550"/>
              </a:xfrm>
              <a:custGeom>
                <a:avLst/>
                <a:gdLst>
                  <a:gd name="connsiteX0" fmla="*/ 7551 w 13187"/>
                  <a:gd name="connsiteY0" fmla="*/ 0 h 39550"/>
                  <a:gd name="connsiteX1" fmla="*/ 129 w 13187"/>
                  <a:gd name="connsiteY1" fmla="*/ 20104 h 39550"/>
                  <a:gd name="connsiteX2" fmla="*/ 2102 w 13187"/>
                  <a:gd name="connsiteY2" fmla="*/ 30814 h 39550"/>
                  <a:gd name="connsiteX3" fmla="*/ 7926 w 13187"/>
                  <a:gd name="connsiteY3" fmla="*/ 39551 h 39550"/>
                  <a:gd name="connsiteX4" fmla="*/ 3323 w 13187"/>
                  <a:gd name="connsiteY4" fmla="*/ 20668 h 39550"/>
                  <a:gd name="connsiteX5" fmla="*/ 13187 w 13187"/>
                  <a:gd name="connsiteY5" fmla="*/ 3288 h 39550"/>
                  <a:gd name="connsiteX6" fmla="*/ 7551 w 13187"/>
                  <a:gd name="connsiteY6" fmla="*/ 0 h 3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187" h="39550">
                    <a:moveTo>
                      <a:pt x="7551" y="0"/>
                    </a:moveTo>
                    <a:cubicBezTo>
                      <a:pt x="4827" y="6294"/>
                      <a:pt x="1069" y="12495"/>
                      <a:pt x="129" y="20104"/>
                    </a:cubicBezTo>
                    <a:cubicBezTo>
                      <a:pt x="-341" y="23862"/>
                      <a:pt x="505" y="27714"/>
                      <a:pt x="2102" y="30814"/>
                    </a:cubicBezTo>
                    <a:cubicBezTo>
                      <a:pt x="3699" y="34008"/>
                      <a:pt x="5766" y="36827"/>
                      <a:pt x="7926" y="39551"/>
                    </a:cubicBezTo>
                    <a:cubicBezTo>
                      <a:pt x="4545" y="33632"/>
                      <a:pt x="1444" y="26868"/>
                      <a:pt x="3323" y="20668"/>
                    </a:cubicBezTo>
                    <a:cubicBezTo>
                      <a:pt x="5014" y="14468"/>
                      <a:pt x="9430" y="9113"/>
                      <a:pt x="13187" y="3288"/>
                    </a:cubicBezTo>
                    <a:lnTo>
                      <a:pt x="755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3" name="Forme libre : forme 1772">
                <a:extLst>
                  <a:ext uri="{FF2B5EF4-FFF2-40B4-BE49-F238E27FC236}">
                    <a16:creationId xmlns:a16="http://schemas.microsoft.com/office/drawing/2014/main" id="{ED99EA11-F3DB-4C32-A31F-D38D6EC63598}"/>
                  </a:ext>
                </a:extLst>
              </p:cNvPr>
              <p:cNvSpPr/>
              <p:nvPr/>
            </p:nvSpPr>
            <p:spPr>
              <a:xfrm>
                <a:off x="8655141" y="1480200"/>
                <a:ext cx="18902" cy="42181"/>
              </a:xfrm>
              <a:custGeom>
                <a:avLst/>
                <a:gdLst>
                  <a:gd name="connsiteX0" fmla="*/ 1805 w 18902"/>
                  <a:gd name="connsiteY0" fmla="*/ 0 h 42181"/>
                  <a:gd name="connsiteX1" fmla="*/ 20 w 18902"/>
                  <a:gd name="connsiteY1" fmla="*/ 12683 h 42181"/>
                  <a:gd name="connsiteX2" fmla="*/ 2462 w 18902"/>
                  <a:gd name="connsiteY2" fmla="*/ 24896 h 42181"/>
                  <a:gd name="connsiteX3" fmla="*/ 9790 w 18902"/>
                  <a:gd name="connsiteY3" fmla="*/ 34666 h 42181"/>
                  <a:gd name="connsiteX4" fmla="*/ 18903 w 18902"/>
                  <a:gd name="connsiteY4" fmla="*/ 42181 h 42181"/>
                  <a:gd name="connsiteX5" fmla="*/ 11199 w 18902"/>
                  <a:gd name="connsiteY5" fmla="*/ 33539 h 42181"/>
                  <a:gd name="connsiteX6" fmla="*/ 5845 w 18902"/>
                  <a:gd name="connsiteY6" fmla="*/ 23768 h 42181"/>
                  <a:gd name="connsiteX7" fmla="*/ 5093 w 18902"/>
                  <a:gd name="connsiteY7" fmla="*/ 12964 h 42181"/>
                  <a:gd name="connsiteX8" fmla="*/ 7723 w 18902"/>
                  <a:gd name="connsiteY8" fmla="*/ 2912 h 42181"/>
                  <a:gd name="connsiteX9" fmla="*/ 1805 w 18902"/>
                  <a:gd name="connsiteY9" fmla="*/ 0 h 42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902" h="42181">
                    <a:moveTo>
                      <a:pt x="1805" y="0"/>
                    </a:moveTo>
                    <a:cubicBezTo>
                      <a:pt x="114" y="4415"/>
                      <a:pt x="-74" y="8549"/>
                      <a:pt x="20" y="12683"/>
                    </a:cubicBezTo>
                    <a:cubicBezTo>
                      <a:pt x="208" y="16816"/>
                      <a:pt x="865" y="20950"/>
                      <a:pt x="2462" y="24896"/>
                    </a:cubicBezTo>
                    <a:cubicBezTo>
                      <a:pt x="4247" y="28841"/>
                      <a:pt x="6972" y="31847"/>
                      <a:pt x="9790" y="34666"/>
                    </a:cubicBezTo>
                    <a:cubicBezTo>
                      <a:pt x="12608" y="37484"/>
                      <a:pt x="15709" y="39833"/>
                      <a:pt x="18903" y="42181"/>
                    </a:cubicBezTo>
                    <a:cubicBezTo>
                      <a:pt x="16178" y="39457"/>
                      <a:pt x="13454" y="36545"/>
                      <a:pt x="11199" y="33539"/>
                    </a:cubicBezTo>
                    <a:cubicBezTo>
                      <a:pt x="8944" y="30532"/>
                      <a:pt x="6878" y="27056"/>
                      <a:pt x="5845" y="23768"/>
                    </a:cubicBezTo>
                    <a:cubicBezTo>
                      <a:pt x="4905" y="20386"/>
                      <a:pt x="4717" y="16534"/>
                      <a:pt x="5093" y="12964"/>
                    </a:cubicBezTo>
                    <a:cubicBezTo>
                      <a:pt x="5469" y="9395"/>
                      <a:pt x="6220" y="5637"/>
                      <a:pt x="7723" y="2912"/>
                    </a:cubicBezTo>
                    <a:lnTo>
                      <a:pt x="1805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4" name="Forme libre : forme 1773">
                <a:extLst>
                  <a:ext uri="{FF2B5EF4-FFF2-40B4-BE49-F238E27FC236}">
                    <a16:creationId xmlns:a16="http://schemas.microsoft.com/office/drawing/2014/main" id="{C5CB0B05-8F4A-455A-B58A-35414EE06989}"/>
                  </a:ext>
                </a:extLst>
              </p:cNvPr>
              <p:cNvSpPr/>
              <p:nvPr/>
            </p:nvSpPr>
            <p:spPr>
              <a:xfrm>
                <a:off x="8735860" y="1486025"/>
                <a:ext cx="28559" cy="38510"/>
              </a:xfrm>
              <a:custGeom>
                <a:avLst/>
                <a:gdLst>
                  <a:gd name="connsiteX0" fmla="*/ 0 w 28559"/>
                  <a:gd name="connsiteY0" fmla="*/ 658 h 38510"/>
                  <a:gd name="connsiteX1" fmla="*/ 8831 w 28559"/>
                  <a:gd name="connsiteY1" fmla="*/ 24520 h 38510"/>
                  <a:gd name="connsiteX2" fmla="*/ 17098 w 28559"/>
                  <a:gd name="connsiteY2" fmla="*/ 34102 h 38510"/>
                  <a:gd name="connsiteX3" fmla="*/ 28559 w 28559"/>
                  <a:gd name="connsiteY3" fmla="*/ 38424 h 38510"/>
                  <a:gd name="connsiteX4" fmla="*/ 18319 w 28559"/>
                  <a:gd name="connsiteY4" fmla="*/ 32881 h 38510"/>
                  <a:gd name="connsiteX5" fmla="*/ 11837 w 28559"/>
                  <a:gd name="connsiteY5" fmla="*/ 22923 h 38510"/>
                  <a:gd name="connsiteX6" fmla="*/ 6670 w 28559"/>
                  <a:gd name="connsiteY6" fmla="*/ 0 h 38510"/>
                  <a:gd name="connsiteX7" fmla="*/ 0 w 28559"/>
                  <a:gd name="connsiteY7" fmla="*/ 658 h 3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559" h="38510">
                    <a:moveTo>
                      <a:pt x="0" y="658"/>
                    </a:moveTo>
                    <a:cubicBezTo>
                      <a:pt x="1409" y="9207"/>
                      <a:pt x="4322" y="17286"/>
                      <a:pt x="8831" y="24520"/>
                    </a:cubicBezTo>
                    <a:cubicBezTo>
                      <a:pt x="11085" y="28090"/>
                      <a:pt x="13810" y="31472"/>
                      <a:pt x="17098" y="34102"/>
                    </a:cubicBezTo>
                    <a:cubicBezTo>
                      <a:pt x="20292" y="36733"/>
                      <a:pt x="24426" y="38987"/>
                      <a:pt x="28559" y="38424"/>
                    </a:cubicBezTo>
                    <a:cubicBezTo>
                      <a:pt x="24332" y="38424"/>
                      <a:pt x="20950" y="35793"/>
                      <a:pt x="18319" y="32881"/>
                    </a:cubicBezTo>
                    <a:cubicBezTo>
                      <a:pt x="15595" y="29969"/>
                      <a:pt x="13528" y="26493"/>
                      <a:pt x="11837" y="22923"/>
                    </a:cubicBezTo>
                    <a:cubicBezTo>
                      <a:pt x="8549" y="15689"/>
                      <a:pt x="6858" y="7797"/>
                      <a:pt x="6670" y="0"/>
                    </a:cubicBezTo>
                    <a:lnTo>
                      <a:pt x="0" y="658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5" name="Forme libre : forme 1774">
                <a:extLst>
                  <a:ext uri="{FF2B5EF4-FFF2-40B4-BE49-F238E27FC236}">
                    <a16:creationId xmlns:a16="http://schemas.microsoft.com/office/drawing/2014/main" id="{9500B636-3F96-4B5D-B7F9-EAA94306209D}"/>
                  </a:ext>
                </a:extLst>
              </p:cNvPr>
              <p:cNvSpPr/>
              <p:nvPr/>
            </p:nvSpPr>
            <p:spPr>
              <a:xfrm>
                <a:off x="8781423" y="1484522"/>
                <a:ext cx="44530" cy="26032"/>
              </a:xfrm>
              <a:custGeom>
                <a:avLst/>
                <a:gdLst>
                  <a:gd name="connsiteX0" fmla="*/ 0 w 44530"/>
                  <a:gd name="connsiteY0" fmla="*/ 564 h 26032"/>
                  <a:gd name="connsiteX1" fmla="*/ 5167 w 44530"/>
                  <a:gd name="connsiteY1" fmla="*/ 14655 h 26032"/>
                  <a:gd name="connsiteX2" fmla="*/ 16723 w 44530"/>
                  <a:gd name="connsiteY2" fmla="*/ 23862 h 26032"/>
                  <a:gd name="connsiteX3" fmla="*/ 30720 w 44530"/>
                  <a:gd name="connsiteY3" fmla="*/ 26023 h 26032"/>
                  <a:gd name="connsiteX4" fmla="*/ 44531 w 44530"/>
                  <a:gd name="connsiteY4" fmla="*/ 25929 h 26032"/>
                  <a:gd name="connsiteX5" fmla="*/ 30814 w 44530"/>
                  <a:gd name="connsiteY5" fmla="*/ 24332 h 26032"/>
                  <a:gd name="connsiteX6" fmla="*/ 18038 w 44530"/>
                  <a:gd name="connsiteY6" fmla="*/ 20856 h 26032"/>
                  <a:gd name="connsiteX7" fmla="*/ 6576 w 44530"/>
                  <a:gd name="connsiteY7" fmla="*/ 0 h 26032"/>
                  <a:gd name="connsiteX8" fmla="*/ 0 w 44530"/>
                  <a:gd name="connsiteY8" fmla="*/ 564 h 26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530" h="26032">
                    <a:moveTo>
                      <a:pt x="0" y="564"/>
                    </a:moveTo>
                    <a:cubicBezTo>
                      <a:pt x="658" y="5543"/>
                      <a:pt x="2349" y="10428"/>
                      <a:pt x="5167" y="14655"/>
                    </a:cubicBezTo>
                    <a:cubicBezTo>
                      <a:pt x="7892" y="18883"/>
                      <a:pt x="12119" y="22265"/>
                      <a:pt x="16723" y="23862"/>
                    </a:cubicBezTo>
                    <a:cubicBezTo>
                      <a:pt x="21326" y="25553"/>
                      <a:pt x="26117" y="26117"/>
                      <a:pt x="30720" y="26023"/>
                    </a:cubicBezTo>
                    <a:lnTo>
                      <a:pt x="44531" y="25929"/>
                    </a:lnTo>
                    <a:lnTo>
                      <a:pt x="30814" y="24332"/>
                    </a:lnTo>
                    <a:cubicBezTo>
                      <a:pt x="26211" y="23956"/>
                      <a:pt x="21889" y="22735"/>
                      <a:pt x="18038" y="20856"/>
                    </a:cubicBezTo>
                    <a:cubicBezTo>
                      <a:pt x="10240" y="17004"/>
                      <a:pt x="6576" y="8267"/>
                      <a:pt x="6576" y="0"/>
                    </a:cubicBezTo>
                    <a:lnTo>
                      <a:pt x="0" y="564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776" name="Forme libre : forme 1775">
              <a:extLst>
                <a:ext uri="{FF2B5EF4-FFF2-40B4-BE49-F238E27FC236}">
                  <a16:creationId xmlns:a16="http://schemas.microsoft.com/office/drawing/2014/main" id="{0EE123DE-D2F3-4E73-9077-966953579837}"/>
                </a:ext>
              </a:extLst>
            </p:cNvPr>
            <p:cNvSpPr/>
            <p:nvPr/>
          </p:nvSpPr>
          <p:spPr>
            <a:xfrm>
              <a:off x="7887063" y="2766431"/>
              <a:ext cx="46235" cy="95074"/>
            </a:xfrm>
            <a:custGeom>
              <a:avLst/>
              <a:gdLst>
                <a:gd name="connsiteX0" fmla="*/ 44812 w 62041"/>
                <a:gd name="connsiteY0" fmla="*/ 0 h 127577"/>
                <a:gd name="connsiteX1" fmla="*/ 50919 w 62041"/>
                <a:gd name="connsiteY1" fmla="*/ 38799 h 127577"/>
                <a:gd name="connsiteX2" fmla="*/ 52891 w 62041"/>
                <a:gd name="connsiteY2" fmla="*/ 57588 h 127577"/>
                <a:gd name="connsiteX3" fmla="*/ 51294 w 62041"/>
                <a:gd name="connsiteY3" fmla="*/ 75908 h 127577"/>
                <a:gd name="connsiteX4" fmla="*/ 32130 w 62041"/>
                <a:gd name="connsiteY4" fmla="*/ 106064 h 127577"/>
                <a:gd name="connsiteX5" fmla="*/ 0 w 62041"/>
                <a:gd name="connsiteY5" fmla="*/ 127578 h 127577"/>
                <a:gd name="connsiteX6" fmla="*/ 36733 w 62041"/>
                <a:gd name="connsiteY6" fmla="*/ 111795 h 127577"/>
                <a:gd name="connsiteX7" fmla="*/ 51576 w 62041"/>
                <a:gd name="connsiteY7" fmla="*/ 97327 h 127577"/>
                <a:gd name="connsiteX8" fmla="*/ 60501 w 62041"/>
                <a:gd name="connsiteY8" fmla="*/ 78068 h 127577"/>
                <a:gd name="connsiteX9" fmla="*/ 61816 w 62041"/>
                <a:gd name="connsiteY9" fmla="*/ 57307 h 127577"/>
                <a:gd name="connsiteX10" fmla="*/ 58152 w 62041"/>
                <a:gd name="connsiteY10" fmla="*/ 37296 h 127577"/>
                <a:gd name="connsiteX11" fmla="*/ 44812 w 62041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1" h="127577">
                  <a:moveTo>
                    <a:pt x="44812" y="0"/>
                  </a:moveTo>
                  <a:cubicBezTo>
                    <a:pt x="46691" y="13058"/>
                    <a:pt x="48852" y="26023"/>
                    <a:pt x="50919" y="38799"/>
                  </a:cubicBezTo>
                  <a:cubicBezTo>
                    <a:pt x="51764" y="45188"/>
                    <a:pt x="52985" y="51576"/>
                    <a:pt x="52891" y="57588"/>
                  </a:cubicBezTo>
                  <a:cubicBezTo>
                    <a:pt x="53079" y="64071"/>
                    <a:pt x="52798" y="70083"/>
                    <a:pt x="51294" y="75908"/>
                  </a:cubicBezTo>
                  <a:cubicBezTo>
                    <a:pt x="48758" y="87651"/>
                    <a:pt x="41336" y="97703"/>
                    <a:pt x="32130" y="106064"/>
                  </a:cubicBezTo>
                  <a:cubicBezTo>
                    <a:pt x="22641" y="114237"/>
                    <a:pt x="11556" y="121095"/>
                    <a:pt x="0" y="127578"/>
                  </a:cubicBezTo>
                  <a:cubicBezTo>
                    <a:pt x="12871" y="124571"/>
                    <a:pt x="25553" y="119780"/>
                    <a:pt x="36733" y="111795"/>
                  </a:cubicBezTo>
                  <a:cubicBezTo>
                    <a:pt x="42182" y="107661"/>
                    <a:pt x="47443" y="103058"/>
                    <a:pt x="51576" y="97327"/>
                  </a:cubicBezTo>
                  <a:cubicBezTo>
                    <a:pt x="55710" y="91597"/>
                    <a:pt x="58810" y="85020"/>
                    <a:pt x="60501" y="78068"/>
                  </a:cubicBezTo>
                  <a:cubicBezTo>
                    <a:pt x="62098" y="71116"/>
                    <a:pt x="62286" y="63883"/>
                    <a:pt x="61816" y="57307"/>
                  </a:cubicBezTo>
                  <a:cubicBezTo>
                    <a:pt x="61346" y="50261"/>
                    <a:pt x="59844" y="43684"/>
                    <a:pt x="58152" y="37296"/>
                  </a:cubicBezTo>
                  <a:cubicBezTo>
                    <a:pt x="54676" y="24520"/>
                    <a:pt x="50167" y="12119"/>
                    <a:pt x="44812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7" name="Forme libre : forme 1776">
              <a:extLst>
                <a:ext uri="{FF2B5EF4-FFF2-40B4-BE49-F238E27FC236}">
                  <a16:creationId xmlns:a16="http://schemas.microsoft.com/office/drawing/2014/main" id="{A7B58E26-F035-4DCE-B089-932DCB16A660}"/>
                </a:ext>
              </a:extLst>
            </p:cNvPr>
            <p:cNvSpPr/>
            <p:nvPr/>
          </p:nvSpPr>
          <p:spPr>
            <a:xfrm>
              <a:off x="7816773" y="2948318"/>
              <a:ext cx="172225" cy="61819"/>
            </a:xfrm>
            <a:custGeom>
              <a:avLst/>
              <a:gdLst>
                <a:gd name="connsiteX0" fmla="*/ 0 w 231104"/>
                <a:gd name="connsiteY0" fmla="*/ 20480 h 82953"/>
                <a:gd name="connsiteX1" fmla="*/ 29499 w 231104"/>
                <a:gd name="connsiteY1" fmla="*/ 8455 h 82953"/>
                <a:gd name="connsiteX2" fmla="*/ 44624 w 231104"/>
                <a:gd name="connsiteY2" fmla="*/ 3288 h 82953"/>
                <a:gd name="connsiteX3" fmla="*/ 61064 w 231104"/>
                <a:gd name="connsiteY3" fmla="*/ 0 h 82953"/>
                <a:gd name="connsiteX4" fmla="*/ 92442 w 231104"/>
                <a:gd name="connsiteY4" fmla="*/ 9770 h 82953"/>
                <a:gd name="connsiteX5" fmla="*/ 121001 w 231104"/>
                <a:gd name="connsiteY5" fmla="*/ 23768 h 82953"/>
                <a:gd name="connsiteX6" fmla="*/ 149091 w 231104"/>
                <a:gd name="connsiteY6" fmla="*/ 37014 h 82953"/>
                <a:gd name="connsiteX7" fmla="*/ 178871 w 231104"/>
                <a:gd name="connsiteY7" fmla="*/ 47442 h 82953"/>
                <a:gd name="connsiteX8" fmla="*/ 208183 w 231104"/>
                <a:gd name="connsiteY8" fmla="*/ 60689 h 82953"/>
                <a:gd name="connsiteX9" fmla="*/ 231105 w 231104"/>
                <a:gd name="connsiteY9" fmla="*/ 82954 h 82953"/>
                <a:gd name="connsiteX10" fmla="*/ 205928 w 231104"/>
                <a:gd name="connsiteY10" fmla="*/ 64916 h 82953"/>
                <a:gd name="connsiteX11" fmla="*/ 176429 w 231104"/>
                <a:gd name="connsiteY11" fmla="*/ 54582 h 82953"/>
                <a:gd name="connsiteX12" fmla="*/ 145897 w 231104"/>
                <a:gd name="connsiteY12" fmla="*/ 45563 h 82953"/>
                <a:gd name="connsiteX13" fmla="*/ 116586 w 231104"/>
                <a:gd name="connsiteY13" fmla="*/ 32035 h 82953"/>
                <a:gd name="connsiteX14" fmla="*/ 88590 w 231104"/>
                <a:gd name="connsiteY14" fmla="*/ 17474 h 82953"/>
                <a:gd name="connsiteX15" fmla="*/ 60407 w 231104"/>
                <a:gd name="connsiteY15" fmla="*/ 6388 h 82953"/>
                <a:gd name="connsiteX16" fmla="*/ 45751 w 231104"/>
                <a:gd name="connsiteY16" fmla="*/ 8455 h 82953"/>
                <a:gd name="connsiteX17" fmla="*/ 30438 w 231104"/>
                <a:gd name="connsiteY17" fmla="*/ 12213 h 82953"/>
                <a:gd name="connsiteX18" fmla="*/ 0 w 231104"/>
                <a:gd name="connsiteY18" fmla="*/ 20480 h 82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1104" h="82953">
                  <a:moveTo>
                    <a:pt x="0" y="20480"/>
                  </a:moveTo>
                  <a:cubicBezTo>
                    <a:pt x="9677" y="16065"/>
                    <a:pt x="19541" y="12213"/>
                    <a:pt x="29499" y="8455"/>
                  </a:cubicBezTo>
                  <a:cubicBezTo>
                    <a:pt x="34478" y="6576"/>
                    <a:pt x="39457" y="4791"/>
                    <a:pt x="44624" y="3288"/>
                  </a:cubicBezTo>
                  <a:cubicBezTo>
                    <a:pt x="49979" y="1879"/>
                    <a:pt x="54488" y="0"/>
                    <a:pt x="61064" y="0"/>
                  </a:cubicBezTo>
                  <a:cubicBezTo>
                    <a:pt x="72902" y="940"/>
                    <a:pt x="82578" y="5543"/>
                    <a:pt x="92442" y="9770"/>
                  </a:cubicBezTo>
                  <a:cubicBezTo>
                    <a:pt x="102212" y="14092"/>
                    <a:pt x="111607" y="19071"/>
                    <a:pt x="121001" y="23768"/>
                  </a:cubicBezTo>
                  <a:cubicBezTo>
                    <a:pt x="130490" y="28465"/>
                    <a:pt x="139602" y="33632"/>
                    <a:pt x="149091" y="37014"/>
                  </a:cubicBezTo>
                  <a:lnTo>
                    <a:pt x="178871" y="47442"/>
                  </a:lnTo>
                  <a:cubicBezTo>
                    <a:pt x="188830" y="51200"/>
                    <a:pt x="198788" y="55334"/>
                    <a:pt x="208183" y="60689"/>
                  </a:cubicBezTo>
                  <a:cubicBezTo>
                    <a:pt x="217295" y="66325"/>
                    <a:pt x="226314" y="73277"/>
                    <a:pt x="231105" y="82954"/>
                  </a:cubicBezTo>
                  <a:cubicBezTo>
                    <a:pt x="224435" y="74593"/>
                    <a:pt x="215510" y="69050"/>
                    <a:pt x="205928" y="64916"/>
                  </a:cubicBezTo>
                  <a:cubicBezTo>
                    <a:pt x="196533" y="60595"/>
                    <a:pt x="186575" y="57401"/>
                    <a:pt x="176429" y="54582"/>
                  </a:cubicBezTo>
                  <a:cubicBezTo>
                    <a:pt x="166283" y="51670"/>
                    <a:pt x="156137" y="48946"/>
                    <a:pt x="145897" y="45563"/>
                  </a:cubicBezTo>
                  <a:cubicBezTo>
                    <a:pt x="135469" y="41900"/>
                    <a:pt x="125981" y="36921"/>
                    <a:pt x="116586" y="32035"/>
                  </a:cubicBezTo>
                  <a:lnTo>
                    <a:pt x="88590" y="17474"/>
                  </a:lnTo>
                  <a:cubicBezTo>
                    <a:pt x="79290" y="13058"/>
                    <a:pt x="69707" y="7985"/>
                    <a:pt x="60407" y="6388"/>
                  </a:cubicBezTo>
                  <a:cubicBezTo>
                    <a:pt x="56367" y="5919"/>
                    <a:pt x="50731" y="7422"/>
                    <a:pt x="45751" y="8455"/>
                  </a:cubicBezTo>
                  <a:lnTo>
                    <a:pt x="30438" y="12213"/>
                  </a:lnTo>
                  <a:cubicBezTo>
                    <a:pt x="20386" y="14749"/>
                    <a:pt x="10334" y="17756"/>
                    <a:pt x="0" y="2048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8" name="Forme libre : forme 1777">
              <a:extLst>
                <a:ext uri="{FF2B5EF4-FFF2-40B4-BE49-F238E27FC236}">
                  <a16:creationId xmlns:a16="http://schemas.microsoft.com/office/drawing/2014/main" id="{D10D1421-641D-46FB-8766-8A0911987FA9}"/>
                </a:ext>
              </a:extLst>
            </p:cNvPr>
            <p:cNvSpPr/>
            <p:nvPr/>
          </p:nvSpPr>
          <p:spPr>
            <a:xfrm>
              <a:off x="7651129" y="3005067"/>
              <a:ext cx="331429" cy="5796"/>
            </a:xfrm>
            <a:custGeom>
              <a:avLst/>
              <a:gdLst>
                <a:gd name="connsiteX0" fmla="*/ 444736 w 444736"/>
                <a:gd name="connsiteY0" fmla="*/ 6804 h 7778"/>
                <a:gd name="connsiteX1" fmla="*/ 333505 w 444736"/>
                <a:gd name="connsiteY1" fmla="*/ 6428 h 7778"/>
                <a:gd name="connsiteX2" fmla="*/ 277984 w 444736"/>
                <a:gd name="connsiteY2" fmla="*/ 6522 h 7778"/>
                <a:gd name="connsiteX3" fmla="*/ 222368 w 444736"/>
                <a:gd name="connsiteY3" fmla="*/ 7744 h 7778"/>
                <a:gd name="connsiteX4" fmla="*/ 166753 w 444736"/>
                <a:gd name="connsiteY4" fmla="*/ 6522 h 7778"/>
                <a:gd name="connsiteX5" fmla="*/ 111231 w 444736"/>
                <a:gd name="connsiteY5" fmla="*/ 6428 h 7778"/>
                <a:gd name="connsiteX6" fmla="*/ 0 w 444736"/>
                <a:gd name="connsiteY6" fmla="*/ 6804 h 7778"/>
                <a:gd name="connsiteX7" fmla="*/ 111137 w 444736"/>
                <a:gd name="connsiteY7" fmla="*/ 980 h 7778"/>
                <a:gd name="connsiteX8" fmla="*/ 166846 w 444736"/>
                <a:gd name="connsiteY8" fmla="*/ 40 h 7778"/>
                <a:gd name="connsiteX9" fmla="*/ 222462 w 444736"/>
                <a:gd name="connsiteY9" fmla="*/ 604 h 7778"/>
                <a:gd name="connsiteX10" fmla="*/ 278078 w 444736"/>
                <a:gd name="connsiteY10" fmla="*/ 40 h 7778"/>
                <a:gd name="connsiteX11" fmla="*/ 333787 w 444736"/>
                <a:gd name="connsiteY11" fmla="*/ 980 h 7778"/>
                <a:gd name="connsiteX12" fmla="*/ 444736 w 444736"/>
                <a:gd name="connsiteY12" fmla="*/ 6804 h 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4736" h="7778">
                  <a:moveTo>
                    <a:pt x="444736" y="6804"/>
                  </a:moveTo>
                  <a:lnTo>
                    <a:pt x="333505" y="6428"/>
                  </a:lnTo>
                  <a:lnTo>
                    <a:pt x="277984" y="6522"/>
                  </a:lnTo>
                  <a:cubicBezTo>
                    <a:pt x="259477" y="6522"/>
                    <a:pt x="241063" y="7931"/>
                    <a:pt x="222368" y="7744"/>
                  </a:cubicBezTo>
                  <a:cubicBezTo>
                    <a:pt x="203673" y="8025"/>
                    <a:pt x="185260" y="6522"/>
                    <a:pt x="166753" y="6522"/>
                  </a:cubicBezTo>
                  <a:lnTo>
                    <a:pt x="111231" y="6428"/>
                  </a:lnTo>
                  <a:lnTo>
                    <a:pt x="0" y="6804"/>
                  </a:lnTo>
                  <a:cubicBezTo>
                    <a:pt x="37014" y="3986"/>
                    <a:pt x="74029" y="2201"/>
                    <a:pt x="111137" y="980"/>
                  </a:cubicBezTo>
                  <a:cubicBezTo>
                    <a:pt x="129644" y="228"/>
                    <a:pt x="148245" y="134"/>
                    <a:pt x="166846" y="40"/>
                  </a:cubicBezTo>
                  <a:cubicBezTo>
                    <a:pt x="185448" y="-242"/>
                    <a:pt x="204049" y="1073"/>
                    <a:pt x="222462" y="604"/>
                  </a:cubicBezTo>
                  <a:cubicBezTo>
                    <a:pt x="240875" y="1073"/>
                    <a:pt x="259477" y="-242"/>
                    <a:pt x="278078" y="40"/>
                  </a:cubicBezTo>
                  <a:cubicBezTo>
                    <a:pt x="296679" y="134"/>
                    <a:pt x="315186" y="228"/>
                    <a:pt x="333787" y="980"/>
                  </a:cubicBezTo>
                  <a:cubicBezTo>
                    <a:pt x="370613" y="2201"/>
                    <a:pt x="407722" y="3986"/>
                    <a:pt x="444736" y="6804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9" name="Forme libre : forme 1778">
              <a:extLst>
                <a:ext uri="{FF2B5EF4-FFF2-40B4-BE49-F238E27FC236}">
                  <a16:creationId xmlns:a16="http://schemas.microsoft.com/office/drawing/2014/main" id="{450186D1-5728-4B80-8B7B-71425FD2957A}"/>
                </a:ext>
              </a:extLst>
            </p:cNvPr>
            <p:cNvSpPr/>
            <p:nvPr/>
          </p:nvSpPr>
          <p:spPr>
            <a:xfrm>
              <a:off x="7647628" y="3016298"/>
              <a:ext cx="338429" cy="58739"/>
            </a:xfrm>
            <a:custGeom>
              <a:avLst/>
              <a:gdLst>
                <a:gd name="connsiteX0" fmla="*/ 454131 w 454130"/>
                <a:gd name="connsiteY0" fmla="*/ 0 h 78820"/>
                <a:gd name="connsiteX1" fmla="*/ 348631 w 454130"/>
                <a:gd name="connsiteY1" fmla="*/ 61064 h 78820"/>
                <a:gd name="connsiteX2" fmla="*/ 288505 w 454130"/>
                <a:gd name="connsiteY2" fmla="*/ 74686 h 78820"/>
                <a:gd name="connsiteX3" fmla="*/ 273192 w 454130"/>
                <a:gd name="connsiteY3" fmla="*/ 76753 h 78820"/>
                <a:gd name="connsiteX4" fmla="*/ 257786 w 454130"/>
                <a:gd name="connsiteY4" fmla="*/ 77975 h 78820"/>
                <a:gd name="connsiteX5" fmla="*/ 227065 w 454130"/>
                <a:gd name="connsiteY5" fmla="*/ 78820 h 78820"/>
                <a:gd name="connsiteX6" fmla="*/ 196345 w 454130"/>
                <a:gd name="connsiteY6" fmla="*/ 77975 h 78820"/>
                <a:gd name="connsiteX7" fmla="*/ 180938 w 454130"/>
                <a:gd name="connsiteY7" fmla="*/ 76753 h 78820"/>
                <a:gd name="connsiteX8" fmla="*/ 165625 w 454130"/>
                <a:gd name="connsiteY8" fmla="*/ 74686 h 78820"/>
                <a:gd name="connsiteX9" fmla="*/ 105500 w 454130"/>
                <a:gd name="connsiteY9" fmla="*/ 61064 h 78820"/>
                <a:gd name="connsiteX10" fmla="*/ 0 w 454130"/>
                <a:gd name="connsiteY10" fmla="*/ 0 h 78820"/>
                <a:gd name="connsiteX11" fmla="*/ 51012 w 454130"/>
                <a:gd name="connsiteY11" fmla="*/ 32787 h 78820"/>
                <a:gd name="connsiteX12" fmla="*/ 107567 w 454130"/>
                <a:gd name="connsiteY12" fmla="*/ 54206 h 78820"/>
                <a:gd name="connsiteX13" fmla="*/ 227065 w 454130"/>
                <a:gd name="connsiteY13" fmla="*/ 69426 h 78820"/>
                <a:gd name="connsiteX14" fmla="*/ 346563 w 454130"/>
                <a:gd name="connsiteY14" fmla="*/ 54206 h 78820"/>
                <a:gd name="connsiteX15" fmla="*/ 403119 w 454130"/>
                <a:gd name="connsiteY15" fmla="*/ 32787 h 78820"/>
                <a:gd name="connsiteX16" fmla="*/ 454131 w 454130"/>
                <a:gd name="connsiteY16" fmla="*/ 0 h 7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4130" h="78820">
                  <a:moveTo>
                    <a:pt x="454131" y="0"/>
                  </a:moveTo>
                  <a:cubicBezTo>
                    <a:pt x="425384" y="29217"/>
                    <a:pt x="387617" y="48476"/>
                    <a:pt x="348631" y="61064"/>
                  </a:cubicBezTo>
                  <a:cubicBezTo>
                    <a:pt x="329090" y="67641"/>
                    <a:pt x="308892" y="71868"/>
                    <a:pt x="288505" y="74686"/>
                  </a:cubicBezTo>
                  <a:lnTo>
                    <a:pt x="273192" y="76753"/>
                  </a:lnTo>
                  <a:lnTo>
                    <a:pt x="257786" y="77975"/>
                  </a:lnTo>
                  <a:cubicBezTo>
                    <a:pt x="247451" y="79102"/>
                    <a:pt x="237305" y="78632"/>
                    <a:pt x="227065" y="78820"/>
                  </a:cubicBezTo>
                  <a:cubicBezTo>
                    <a:pt x="216825" y="78632"/>
                    <a:pt x="206679" y="79008"/>
                    <a:pt x="196345" y="77975"/>
                  </a:cubicBezTo>
                  <a:lnTo>
                    <a:pt x="180938" y="76753"/>
                  </a:lnTo>
                  <a:lnTo>
                    <a:pt x="165625" y="74686"/>
                  </a:lnTo>
                  <a:cubicBezTo>
                    <a:pt x="145239" y="71868"/>
                    <a:pt x="125041" y="67641"/>
                    <a:pt x="105500" y="61064"/>
                  </a:cubicBezTo>
                  <a:cubicBezTo>
                    <a:pt x="66513" y="48476"/>
                    <a:pt x="28747" y="29123"/>
                    <a:pt x="0" y="0"/>
                  </a:cubicBezTo>
                  <a:cubicBezTo>
                    <a:pt x="15407" y="13340"/>
                    <a:pt x="32881" y="23862"/>
                    <a:pt x="51012" y="32787"/>
                  </a:cubicBezTo>
                  <a:cubicBezTo>
                    <a:pt x="69144" y="41806"/>
                    <a:pt x="88121" y="48851"/>
                    <a:pt x="107567" y="54206"/>
                  </a:cubicBezTo>
                  <a:cubicBezTo>
                    <a:pt x="146366" y="65292"/>
                    <a:pt x="186669" y="70177"/>
                    <a:pt x="227065" y="69426"/>
                  </a:cubicBezTo>
                  <a:cubicBezTo>
                    <a:pt x="267556" y="70177"/>
                    <a:pt x="307764" y="65292"/>
                    <a:pt x="346563" y="54206"/>
                  </a:cubicBezTo>
                  <a:cubicBezTo>
                    <a:pt x="366010" y="48851"/>
                    <a:pt x="384987" y="41806"/>
                    <a:pt x="403119" y="32787"/>
                  </a:cubicBezTo>
                  <a:cubicBezTo>
                    <a:pt x="421156" y="23862"/>
                    <a:pt x="438630" y="13340"/>
                    <a:pt x="454131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0" name="Forme libre : forme 1779">
              <a:extLst>
                <a:ext uri="{FF2B5EF4-FFF2-40B4-BE49-F238E27FC236}">
                  <a16:creationId xmlns:a16="http://schemas.microsoft.com/office/drawing/2014/main" id="{58D61B59-EADB-4E51-B45C-4AE583C3B7D4}"/>
                </a:ext>
              </a:extLst>
            </p:cNvPr>
            <p:cNvSpPr/>
            <p:nvPr/>
          </p:nvSpPr>
          <p:spPr>
            <a:xfrm>
              <a:off x="7524550" y="3129225"/>
              <a:ext cx="584446" cy="140860"/>
            </a:xfrm>
            <a:custGeom>
              <a:avLst/>
              <a:gdLst>
                <a:gd name="connsiteX0" fmla="*/ 0 w 784254"/>
                <a:gd name="connsiteY0" fmla="*/ 0 h 189017"/>
                <a:gd name="connsiteX1" fmla="*/ 86617 w 784254"/>
                <a:gd name="connsiteY1" fmla="*/ 68768 h 189017"/>
                <a:gd name="connsiteX2" fmla="*/ 181408 w 784254"/>
                <a:gd name="connsiteY2" fmla="*/ 125041 h 189017"/>
                <a:gd name="connsiteX3" fmla="*/ 283902 w 784254"/>
                <a:gd name="connsiteY3" fmla="*/ 164498 h 189017"/>
                <a:gd name="connsiteX4" fmla="*/ 392127 w 784254"/>
                <a:gd name="connsiteY4" fmla="*/ 179623 h 189017"/>
                <a:gd name="connsiteX5" fmla="*/ 500352 w 784254"/>
                <a:gd name="connsiteY5" fmla="*/ 164498 h 189017"/>
                <a:gd name="connsiteX6" fmla="*/ 602846 w 784254"/>
                <a:gd name="connsiteY6" fmla="*/ 125041 h 189017"/>
                <a:gd name="connsiteX7" fmla="*/ 697637 w 784254"/>
                <a:gd name="connsiteY7" fmla="*/ 68768 h 189017"/>
                <a:gd name="connsiteX8" fmla="*/ 784254 w 784254"/>
                <a:gd name="connsiteY8" fmla="*/ 0 h 189017"/>
                <a:gd name="connsiteX9" fmla="*/ 606135 w 784254"/>
                <a:gd name="connsiteY9" fmla="*/ 131429 h 189017"/>
                <a:gd name="connsiteX10" fmla="*/ 502701 w 784254"/>
                <a:gd name="connsiteY10" fmla="*/ 172765 h 189017"/>
                <a:gd name="connsiteX11" fmla="*/ 392221 w 784254"/>
                <a:gd name="connsiteY11" fmla="*/ 189018 h 189017"/>
                <a:gd name="connsiteX12" fmla="*/ 281742 w 784254"/>
                <a:gd name="connsiteY12" fmla="*/ 172765 h 189017"/>
                <a:gd name="connsiteX13" fmla="*/ 178308 w 784254"/>
                <a:gd name="connsiteY13" fmla="*/ 131429 h 189017"/>
                <a:gd name="connsiteX14" fmla="*/ 0 w 784254"/>
                <a:gd name="connsiteY14" fmla="*/ 0 h 18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4254" h="189017">
                  <a:moveTo>
                    <a:pt x="0" y="0"/>
                  </a:moveTo>
                  <a:cubicBezTo>
                    <a:pt x="27150" y="24989"/>
                    <a:pt x="56273" y="47912"/>
                    <a:pt x="86617" y="68768"/>
                  </a:cubicBezTo>
                  <a:cubicBezTo>
                    <a:pt x="116868" y="89812"/>
                    <a:pt x="148527" y="108601"/>
                    <a:pt x="181408" y="125041"/>
                  </a:cubicBezTo>
                  <a:cubicBezTo>
                    <a:pt x="214383" y="141388"/>
                    <a:pt x="248673" y="154540"/>
                    <a:pt x="283902" y="164498"/>
                  </a:cubicBezTo>
                  <a:cubicBezTo>
                    <a:pt x="319226" y="174362"/>
                    <a:pt x="355676" y="178684"/>
                    <a:pt x="392127" y="179623"/>
                  </a:cubicBezTo>
                  <a:cubicBezTo>
                    <a:pt x="428578" y="178684"/>
                    <a:pt x="465029" y="174362"/>
                    <a:pt x="500352" y="164498"/>
                  </a:cubicBezTo>
                  <a:cubicBezTo>
                    <a:pt x="535582" y="154540"/>
                    <a:pt x="569871" y="141294"/>
                    <a:pt x="602846" y="125041"/>
                  </a:cubicBezTo>
                  <a:cubicBezTo>
                    <a:pt x="635727" y="108695"/>
                    <a:pt x="667387" y="89812"/>
                    <a:pt x="697637" y="68768"/>
                  </a:cubicBezTo>
                  <a:cubicBezTo>
                    <a:pt x="727981" y="47912"/>
                    <a:pt x="757104" y="25083"/>
                    <a:pt x="784254" y="0"/>
                  </a:cubicBezTo>
                  <a:cubicBezTo>
                    <a:pt x="732303" y="52609"/>
                    <a:pt x="671802" y="96764"/>
                    <a:pt x="606135" y="131429"/>
                  </a:cubicBezTo>
                  <a:cubicBezTo>
                    <a:pt x="573347" y="148997"/>
                    <a:pt x="538306" y="162150"/>
                    <a:pt x="502701" y="172765"/>
                  </a:cubicBezTo>
                  <a:cubicBezTo>
                    <a:pt x="466814" y="183099"/>
                    <a:pt x="429611" y="187890"/>
                    <a:pt x="392221" y="189018"/>
                  </a:cubicBezTo>
                  <a:cubicBezTo>
                    <a:pt x="354831" y="187797"/>
                    <a:pt x="317629" y="183005"/>
                    <a:pt x="281742" y="172765"/>
                  </a:cubicBezTo>
                  <a:cubicBezTo>
                    <a:pt x="246043" y="162150"/>
                    <a:pt x="211095" y="148997"/>
                    <a:pt x="178308" y="131429"/>
                  </a:cubicBezTo>
                  <a:cubicBezTo>
                    <a:pt x="112546" y="96858"/>
                    <a:pt x="51951" y="52609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1" name="Forme libre : forme 1780">
              <a:extLst>
                <a:ext uri="{FF2B5EF4-FFF2-40B4-BE49-F238E27FC236}">
                  <a16:creationId xmlns:a16="http://schemas.microsoft.com/office/drawing/2014/main" id="{FD0D6560-5EC8-4381-94D2-6018B3485D3D}"/>
                </a:ext>
              </a:extLst>
            </p:cNvPr>
            <p:cNvSpPr/>
            <p:nvPr/>
          </p:nvSpPr>
          <p:spPr>
            <a:xfrm>
              <a:off x="7742833" y="2821704"/>
              <a:ext cx="36484" cy="28179"/>
            </a:xfrm>
            <a:custGeom>
              <a:avLst/>
              <a:gdLst>
                <a:gd name="connsiteX0" fmla="*/ 48957 w 48957"/>
                <a:gd name="connsiteY0" fmla="*/ 37814 h 37813"/>
                <a:gd name="connsiteX1" fmla="*/ 4991 w 48957"/>
                <a:gd name="connsiteY1" fmla="*/ 799 h 37813"/>
                <a:gd name="connsiteX2" fmla="*/ 30544 w 48957"/>
                <a:gd name="connsiteY2" fmla="*/ 27574 h 37813"/>
                <a:gd name="connsiteX3" fmla="*/ 48957 w 48957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57" h="37813">
                  <a:moveTo>
                    <a:pt x="48957" y="37814"/>
                  </a:moveTo>
                  <a:cubicBezTo>
                    <a:pt x="48957" y="37814"/>
                    <a:pt x="23404" y="-6435"/>
                    <a:pt x="4991" y="799"/>
                  </a:cubicBezTo>
                  <a:cubicBezTo>
                    <a:pt x="-13517" y="8127"/>
                    <a:pt x="25001" y="24755"/>
                    <a:pt x="30544" y="27574"/>
                  </a:cubicBezTo>
                  <a:cubicBezTo>
                    <a:pt x="35899" y="30486"/>
                    <a:pt x="48957" y="37814"/>
                    <a:pt x="48957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2" name="Forme libre : forme 1781">
              <a:extLst>
                <a:ext uri="{FF2B5EF4-FFF2-40B4-BE49-F238E27FC236}">
                  <a16:creationId xmlns:a16="http://schemas.microsoft.com/office/drawing/2014/main" id="{F72CCA30-F308-4B87-B281-B09BAFB30C9B}"/>
                </a:ext>
              </a:extLst>
            </p:cNvPr>
            <p:cNvSpPr/>
            <p:nvPr/>
          </p:nvSpPr>
          <p:spPr>
            <a:xfrm>
              <a:off x="7853178" y="2821704"/>
              <a:ext cx="36483" cy="28179"/>
            </a:xfrm>
            <a:custGeom>
              <a:avLst/>
              <a:gdLst>
                <a:gd name="connsiteX0" fmla="*/ 0 w 48956"/>
                <a:gd name="connsiteY0" fmla="*/ 37814 h 37813"/>
                <a:gd name="connsiteX1" fmla="*/ 43966 w 48956"/>
                <a:gd name="connsiteY1" fmla="*/ 799 h 37813"/>
                <a:gd name="connsiteX2" fmla="*/ 18413 w 48956"/>
                <a:gd name="connsiteY2" fmla="*/ 27574 h 37813"/>
                <a:gd name="connsiteX3" fmla="*/ 0 w 48956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56" h="37813">
                  <a:moveTo>
                    <a:pt x="0" y="37814"/>
                  </a:moveTo>
                  <a:cubicBezTo>
                    <a:pt x="0" y="37814"/>
                    <a:pt x="25553" y="-6435"/>
                    <a:pt x="43966" y="799"/>
                  </a:cubicBezTo>
                  <a:cubicBezTo>
                    <a:pt x="62473" y="8127"/>
                    <a:pt x="23956" y="24755"/>
                    <a:pt x="18413" y="27574"/>
                  </a:cubicBezTo>
                  <a:cubicBezTo>
                    <a:pt x="13059" y="30486"/>
                    <a:pt x="0" y="37814"/>
                    <a:pt x="0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3" name="Forme libre : forme 1782">
              <a:extLst>
                <a:ext uri="{FF2B5EF4-FFF2-40B4-BE49-F238E27FC236}">
                  <a16:creationId xmlns:a16="http://schemas.microsoft.com/office/drawing/2014/main" id="{38C7634F-C5B2-46CC-8266-0E555AC1529C}"/>
                </a:ext>
              </a:extLst>
            </p:cNvPr>
            <p:cNvSpPr/>
            <p:nvPr/>
          </p:nvSpPr>
          <p:spPr>
            <a:xfrm>
              <a:off x="7757998" y="2758170"/>
              <a:ext cx="5216" cy="29894"/>
            </a:xfrm>
            <a:custGeom>
              <a:avLst/>
              <a:gdLst>
                <a:gd name="connsiteX0" fmla="*/ 7000 w 6999"/>
                <a:gd name="connsiteY0" fmla="*/ 0 h 40114"/>
                <a:gd name="connsiteX1" fmla="*/ 4745 w 6999"/>
                <a:gd name="connsiteY1" fmla="*/ 20292 h 40114"/>
                <a:gd name="connsiteX2" fmla="*/ 6718 w 6999"/>
                <a:gd name="connsiteY2" fmla="*/ 40115 h 40114"/>
                <a:gd name="connsiteX3" fmla="*/ 48 w 6999"/>
                <a:gd name="connsiteY3" fmla="*/ 20010 h 40114"/>
                <a:gd name="connsiteX4" fmla="*/ 7000 w 6999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99" h="40114">
                  <a:moveTo>
                    <a:pt x="7000" y="0"/>
                  </a:moveTo>
                  <a:cubicBezTo>
                    <a:pt x="6624" y="7140"/>
                    <a:pt x="5122" y="13716"/>
                    <a:pt x="4745" y="20292"/>
                  </a:cubicBezTo>
                  <a:cubicBezTo>
                    <a:pt x="4276" y="26868"/>
                    <a:pt x="4745" y="33257"/>
                    <a:pt x="6718" y="40115"/>
                  </a:cubicBezTo>
                  <a:cubicBezTo>
                    <a:pt x="1458" y="35042"/>
                    <a:pt x="-327" y="27150"/>
                    <a:pt x="48" y="20010"/>
                  </a:cubicBezTo>
                  <a:cubicBezTo>
                    <a:pt x="706" y="12777"/>
                    <a:pt x="3148" y="6012"/>
                    <a:pt x="700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4" name="Forme libre : forme 1783">
              <a:extLst>
                <a:ext uri="{FF2B5EF4-FFF2-40B4-BE49-F238E27FC236}">
                  <a16:creationId xmlns:a16="http://schemas.microsoft.com/office/drawing/2014/main" id="{A0B11F18-74B9-4157-B8C0-3F1C3A8B51EA}"/>
                </a:ext>
              </a:extLst>
            </p:cNvPr>
            <p:cNvSpPr/>
            <p:nvPr/>
          </p:nvSpPr>
          <p:spPr>
            <a:xfrm>
              <a:off x="7766575" y="2797726"/>
              <a:ext cx="21423" cy="24433"/>
            </a:xfrm>
            <a:custGeom>
              <a:avLst/>
              <a:gdLst>
                <a:gd name="connsiteX0" fmla="*/ 0 w 28747"/>
                <a:gd name="connsiteY0" fmla="*/ 0 h 32786"/>
                <a:gd name="connsiteX1" fmla="*/ 18695 w 28747"/>
                <a:gd name="connsiteY1" fmla="*/ 12589 h 32786"/>
                <a:gd name="connsiteX2" fmla="*/ 28747 w 28747"/>
                <a:gd name="connsiteY2" fmla="*/ 32787 h 32786"/>
                <a:gd name="connsiteX3" fmla="*/ 15125 w 28747"/>
                <a:gd name="connsiteY3" fmla="*/ 15595 h 32786"/>
                <a:gd name="connsiteX4" fmla="*/ 0 w 28747"/>
                <a:gd name="connsiteY4" fmla="*/ 0 h 3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47" h="32786">
                  <a:moveTo>
                    <a:pt x="0" y="0"/>
                  </a:moveTo>
                  <a:cubicBezTo>
                    <a:pt x="7516" y="1691"/>
                    <a:pt x="13904" y="6764"/>
                    <a:pt x="18695" y="12589"/>
                  </a:cubicBezTo>
                  <a:cubicBezTo>
                    <a:pt x="23486" y="18507"/>
                    <a:pt x="26962" y="25365"/>
                    <a:pt x="28747" y="32787"/>
                  </a:cubicBezTo>
                  <a:cubicBezTo>
                    <a:pt x="23768" y="27056"/>
                    <a:pt x="19728" y="21044"/>
                    <a:pt x="15125" y="15595"/>
                  </a:cubicBezTo>
                  <a:cubicBezTo>
                    <a:pt x="10616" y="10052"/>
                    <a:pt x="5731" y="49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5" name="Forme libre : forme 1784">
              <a:extLst>
                <a:ext uri="{FF2B5EF4-FFF2-40B4-BE49-F238E27FC236}">
                  <a16:creationId xmlns:a16="http://schemas.microsoft.com/office/drawing/2014/main" id="{6E8414A2-66AE-4D90-BD23-4798C0D5AD05}"/>
                </a:ext>
              </a:extLst>
            </p:cNvPr>
            <p:cNvSpPr/>
            <p:nvPr/>
          </p:nvSpPr>
          <p:spPr>
            <a:xfrm>
              <a:off x="7868021" y="2759920"/>
              <a:ext cx="5164" cy="29894"/>
            </a:xfrm>
            <a:custGeom>
              <a:avLst/>
              <a:gdLst>
                <a:gd name="connsiteX0" fmla="*/ 0 w 6929"/>
                <a:gd name="connsiteY0" fmla="*/ 0 h 40114"/>
                <a:gd name="connsiteX1" fmla="*/ 6858 w 6929"/>
                <a:gd name="connsiteY1" fmla="*/ 20010 h 40114"/>
                <a:gd name="connsiteX2" fmla="*/ 188 w 6929"/>
                <a:gd name="connsiteY2" fmla="*/ 40115 h 40114"/>
                <a:gd name="connsiteX3" fmla="*/ 2161 w 6929"/>
                <a:gd name="connsiteY3" fmla="*/ 20292 h 40114"/>
                <a:gd name="connsiteX4" fmla="*/ 0 w 6929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9" h="40114">
                  <a:moveTo>
                    <a:pt x="0" y="0"/>
                  </a:moveTo>
                  <a:cubicBezTo>
                    <a:pt x="3852" y="5919"/>
                    <a:pt x="6294" y="12777"/>
                    <a:pt x="6858" y="20010"/>
                  </a:cubicBezTo>
                  <a:cubicBezTo>
                    <a:pt x="7327" y="27150"/>
                    <a:pt x="5543" y="35136"/>
                    <a:pt x="188" y="40115"/>
                  </a:cubicBezTo>
                  <a:cubicBezTo>
                    <a:pt x="2161" y="33257"/>
                    <a:pt x="2630" y="26868"/>
                    <a:pt x="2161" y="20292"/>
                  </a:cubicBezTo>
                  <a:cubicBezTo>
                    <a:pt x="1785" y="13810"/>
                    <a:pt x="376" y="71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6" name="Forme libre : forme 1785">
              <a:extLst>
                <a:ext uri="{FF2B5EF4-FFF2-40B4-BE49-F238E27FC236}">
                  <a16:creationId xmlns:a16="http://schemas.microsoft.com/office/drawing/2014/main" id="{EBEB322B-E948-4145-B36A-BD522B318B47}"/>
                </a:ext>
              </a:extLst>
            </p:cNvPr>
            <p:cNvSpPr/>
            <p:nvPr/>
          </p:nvSpPr>
          <p:spPr>
            <a:xfrm>
              <a:off x="7843237" y="2799476"/>
              <a:ext cx="21423" cy="24433"/>
            </a:xfrm>
            <a:custGeom>
              <a:avLst/>
              <a:gdLst>
                <a:gd name="connsiteX0" fmla="*/ 28747 w 28747"/>
                <a:gd name="connsiteY0" fmla="*/ 0 h 32786"/>
                <a:gd name="connsiteX1" fmla="*/ 13622 w 28747"/>
                <a:gd name="connsiteY1" fmla="*/ 15595 h 32786"/>
                <a:gd name="connsiteX2" fmla="*/ 0 w 28747"/>
                <a:gd name="connsiteY2" fmla="*/ 32787 h 32786"/>
                <a:gd name="connsiteX3" fmla="*/ 10052 w 28747"/>
                <a:gd name="connsiteY3" fmla="*/ 12589 h 32786"/>
                <a:gd name="connsiteX4" fmla="*/ 28747 w 28747"/>
                <a:gd name="connsiteY4" fmla="*/ 0 h 3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47" h="32786">
                  <a:moveTo>
                    <a:pt x="28747" y="0"/>
                  </a:moveTo>
                  <a:cubicBezTo>
                    <a:pt x="23016" y="4979"/>
                    <a:pt x="18131" y="9958"/>
                    <a:pt x="13622" y="15595"/>
                  </a:cubicBezTo>
                  <a:cubicBezTo>
                    <a:pt x="9018" y="21138"/>
                    <a:pt x="4979" y="27056"/>
                    <a:pt x="0" y="32787"/>
                  </a:cubicBezTo>
                  <a:cubicBezTo>
                    <a:pt x="1691" y="25365"/>
                    <a:pt x="5261" y="18601"/>
                    <a:pt x="10052" y="12589"/>
                  </a:cubicBezTo>
                  <a:cubicBezTo>
                    <a:pt x="14843" y="6858"/>
                    <a:pt x="21231" y="1785"/>
                    <a:pt x="28747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7" name="Forme libre : forme 1786">
              <a:extLst>
                <a:ext uri="{FF2B5EF4-FFF2-40B4-BE49-F238E27FC236}">
                  <a16:creationId xmlns:a16="http://schemas.microsoft.com/office/drawing/2014/main" id="{A415FBC6-479A-4A18-9173-8A41F5AB3B37}"/>
                </a:ext>
              </a:extLst>
            </p:cNvPr>
            <p:cNvSpPr/>
            <p:nvPr/>
          </p:nvSpPr>
          <p:spPr>
            <a:xfrm>
              <a:off x="7852153" y="2676818"/>
              <a:ext cx="10477" cy="55868"/>
            </a:xfrm>
            <a:custGeom>
              <a:avLst/>
              <a:gdLst>
                <a:gd name="connsiteX0" fmla="*/ 2974 w 14059"/>
                <a:gd name="connsiteY0" fmla="*/ 0 h 74968"/>
                <a:gd name="connsiteX1" fmla="*/ 5134 w 14059"/>
                <a:gd name="connsiteY1" fmla="*/ 38236 h 74968"/>
                <a:gd name="connsiteX2" fmla="*/ 14059 w 14059"/>
                <a:gd name="connsiteY2" fmla="*/ 74968 h 74968"/>
                <a:gd name="connsiteX3" fmla="*/ 437 w 14059"/>
                <a:gd name="connsiteY3" fmla="*/ 38705 h 74968"/>
                <a:gd name="connsiteX4" fmla="*/ 2974 w 14059"/>
                <a:gd name="connsiteY4" fmla="*/ 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59" h="74968">
                  <a:moveTo>
                    <a:pt x="2974" y="0"/>
                  </a:moveTo>
                  <a:cubicBezTo>
                    <a:pt x="4101" y="12964"/>
                    <a:pt x="3819" y="25741"/>
                    <a:pt x="5134" y="38236"/>
                  </a:cubicBezTo>
                  <a:cubicBezTo>
                    <a:pt x="6262" y="50824"/>
                    <a:pt x="8892" y="63037"/>
                    <a:pt x="14059" y="74968"/>
                  </a:cubicBezTo>
                  <a:cubicBezTo>
                    <a:pt x="5698" y="64916"/>
                    <a:pt x="1752" y="51576"/>
                    <a:pt x="437" y="38705"/>
                  </a:cubicBezTo>
                  <a:cubicBezTo>
                    <a:pt x="-690" y="25647"/>
                    <a:pt x="437" y="12683"/>
                    <a:pt x="2974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8" name="Forme libre : forme 1787">
              <a:extLst>
                <a:ext uri="{FF2B5EF4-FFF2-40B4-BE49-F238E27FC236}">
                  <a16:creationId xmlns:a16="http://schemas.microsoft.com/office/drawing/2014/main" id="{0DF90A76-897D-43F9-97F0-56E2818D8063}"/>
                </a:ext>
              </a:extLst>
            </p:cNvPr>
            <p:cNvSpPr/>
            <p:nvPr/>
          </p:nvSpPr>
          <p:spPr>
            <a:xfrm>
              <a:off x="7852408" y="2479809"/>
              <a:ext cx="41166" cy="123498"/>
            </a:xfrm>
            <a:custGeom>
              <a:avLst/>
              <a:gdLst>
                <a:gd name="connsiteX0" fmla="*/ 55240 w 55239"/>
                <a:gd name="connsiteY0" fmla="*/ 0 h 165719"/>
                <a:gd name="connsiteX1" fmla="*/ 29686 w 55239"/>
                <a:gd name="connsiteY1" fmla="*/ 36357 h 165719"/>
                <a:gd name="connsiteX2" fmla="*/ 12964 w 55239"/>
                <a:gd name="connsiteY2" fmla="*/ 77411 h 165719"/>
                <a:gd name="connsiteX3" fmla="*/ 4227 w 55239"/>
                <a:gd name="connsiteY3" fmla="*/ 121001 h 165719"/>
                <a:gd name="connsiteX4" fmla="*/ 2349 w 55239"/>
                <a:gd name="connsiteY4" fmla="*/ 143266 h 165719"/>
                <a:gd name="connsiteX5" fmla="*/ 1785 w 55239"/>
                <a:gd name="connsiteY5" fmla="*/ 165719 h 165719"/>
                <a:gd name="connsiteX6" fmla="*/ 0 w 55239"/>
                <a:gd name="connsiteY6" fmla="*/ 143266 h 165719"/>
                <a:gd name="connsiteX7" fmla="*/ 564 w 55239"/>
                <a:gd name="connsiteY7" fmla="*/ 120720 h 165719"/>
                <a:gd name="connsiteX8" fmla="*/ 8361 w 55239"/>
                <a:gd name="connsiteY8" fmla="*/ 76190 h 165719"/>
                <a:gd name="connsiteX9" fmla="*/ 26399 w 55239"/>
                <a:gd name="connsiteY9" fmla="*/ 34666 h 165719"/>
                <a:gd name="connsiteX10" fmla="*/ 55240 w 55239"/>
                <a:gd name="connsiteY10" fmla="*/ 0 h 16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239" h="165719">
                  <a:moveTo>
                    <a:pt x="55240" y="0"/>
                  </a:moveTo>
                  <a:cubicBezTo>
                    <a:pt x="44906" y="10804"/>
                    <a:pt x="36638" y="23392"/>
                    <a:pt x="29686" y="36357"/>
                  </a:cubicBezTo>
                  <a:cubicBezTo>
                    <a:pt x="22735" y="49415"/>
                    <a:pt x="17098" y="63225"/>
                    <a:pt x="12964" y="77411"/>
                  </a:cubicBezTo>
                  <a:cubicBezTo>
                    <a:pt x="8831" y="91597"/>
                    <a:pt x="5919" y="106158"/>
                    <a:pt x="4227" y="121001"/>
                  </a:cubicBezTo>
                  <a:cubicBezTo>
                    <a:pt x="3006" y="128329"/>
                    <a:pt x="3006" y="135845"/>
                    <a:pt x="2349" y="143266"/>
                  </a:cubicBezTo>
                  <a:cubicBezTo>
                    <a:pt x="1972" y="150688"/>
                    <a:pt x="2161" y="158204"/>
                    <a:pt x="1785" y="165719"/>
                  </a:cubicBezTo>
                  <a:cubicBezTo>
                    <a:pt x="1033" y="158298"/>
                    <a:pt x="470" y="150782"/>
                    <a:pt x="0" y="143266"/>
                  </a:cubicBezTo>
                  <a:cubicBezTo>
                    <a:pt x="188" y="135751"/>
                    <a:pt x="-188" y="128235"/>
                    <a:pt x="564" y="120720"/>
                  </a:cubicBezTo>
                  <a:cubicBezTo>
                    <a:pt x="1503" y="105688"/>
                    <a:pt x="4509" y="90751"/>
                    <a:pt x="8361" y="76190"/>
                  </a:cubicBezTo>
                  <a:cubicBezTo>
                    <a:pt x="12964" y="61816"/>
                    <a:pt x="18695" y="47630"/>
                    <a:pt x="26399" y="34666"/>
                  </a:cubicBezTo>
                  <a:cubicBezTo>
                    <a:pt x="34290" y="21701"/>
                    <a:pt x="43497" y="9395"/>
                    <a:pt x="5524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9" name="Forme libre : forme 1788">
              <a:extLst>
                <a:ext uri="{FF2B5EF4-FFF2-40B4-BE49-F238E27FC236}">
                  <a16:creationId xmlns:a16="http://schemas.microsoft.com/office/drawing/2014/main" id="{2D90FA53-0C82-49A2-B182-F34BEA6C1234}"/>
                </a:ext>
              </a:extLst>
            </p:cNvPr>
            <p:cNvSpPr/>
            <p:nvPr/>
          </p:nvSpPr>
          <p:spPr>
            <a:xfrm>
              <a:off x="7816484" y="1854601"/>
              <a:ext cx="4887" cy="215367"/>
            </a:xfrm>
            <a:custGeom>
              <a:avLst/>
              <a:gdLst>
                <a:gd name="connsiteX0" fmla="*/ 387 w 6558"/>
                <a:gd name="connsiteY0" fmla="*/ 21 h 288996"/>
                <a:gd name="connsiteX1" fmla="*/ 4239 w 6558"/>
                <a:gd name="connsiteY1" fmla="*/ 288996 h 288996"/>
                <a:gd name="connsiteX2" fmla="*/ 387 w 6558"/>
                <a:gd name="connsiteY2" fmla="*/ 21 h 28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8" h="288996">
                  <a:moveTo>
                    <a:pt x="387" y="21"/>
                  </a:moveTo>
                  <a:cubicBezTo>
                    <a:pt x="-364" y="-2703"/>
                    <a:pt x="-458" y="260907"/>
                    <a:pt x="4239" y="288996"/>
                  </a:cubicBezTo>
                  <a:cubicBezTo>
                    <a:pt x="4239" y="288996"/>
                    <a:pt x="11473" y="38257"/>
                    <a:pt x="387" y="21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0" name="Forme libre : forme 1789">
              <a:extLst>
                <a:ext uri="{FF2B5EF4-FFF2-40B4-BE49-F238E27FC236}">
                  <a16:creationId xmlns:a16="http://schemas.microsoft.com/office/drawing/2014/main" id="{E1F96EAB-8E2F-4CCE-9B1F-D42CEA31C9E7}"/>
                </a:ext>
              </a:extLst>
            </p:cNvPr>
            <p:cNvSpPr/>
            <p:nvPr/>
          </p:nvSpPr>
          <p:spPr>
            <a:xfrm>
              <a:off x="7489373" y="2514775"/>
              <a:ext cx="184089" cy="58845"/>
            </a:xfrm>
            <a:custGeom>
              <a:avLst/>
              <a:gdLst>
                <a:gd name="connsiteX0" fmla="*/ 5116 w 247025"/>
                <a:gd name="connsiteY0" fmla="*/ 49561 h 78963"/>
                <a:gd name="connsiteX1" fmla="*/ 36400 w 247025"/>
                <a:gd name="connsiteY1" fmla="*/ 70229 h 78963"/>
                <a:gd name="connsiteX2" fmla="*/ 58665 w 247025"/>
                <a:gd name="connsiteY2" fmla="*/ 73705 h 78963"/>
                <a:gd name="connsiteX3" fmla="*/ 173278 w 247025"/>
                <a:gd name="connsiteY3" fmla="*/ 77933 h 78963"/>
                <a:gd name="connsiteX4" fmla="*/ 205877 w 247025"/>
                <a:gd name="connsiteY4" fmla="*/ 76712 h 78963"/>
                <a:gd name="connsiteX5" fmla="*/ 228800 w 247025"/>
                <a:gd name="connsiteY5" fmla="*/ 77181 h 78963"/>
                <a:gd name="connsiteX6" fmla="*/ 245334 w 247025"/>
                <a:gd name="connsiteY6" fmla="*/ 65814 h 78963"/>
                <a:gd name="connsiteX7" fmla="*/ 247025 w 247025"/>
                <a:gd name="connsiteY7" fmla="*/ 62526 h 78963"/>
                <a:gd name="connsiteX8" fmla="*/ 245052 w 247025"/>
                <a:gd name="connsiteY8" fmla="*/ 58862 h 78963"/>
                <a:gd name="connsiteX9" fmla="*/ 211514 w 247025"/>
                <a:gd name="connsiteY9" fmla="*/ 32933 h 78963"/>
                <a:gd name="connsiteX10" fmla="*/ 184363 w 247025"/>
                <a:gd name="connsiteY10" fmla="*/ 26451 h 78963"/>
                <a:gd name="connsiteX11" fmla="*/ 155710 w 247025"/>
                <a:gd name="connsiteY11" fmla="*/ 14896 h 78963"/>
                <a:gd name="connsiteX12" fmla="*/ 30200 w 247025"/>
                <a:gd name="connsiteY12" fmla="*/ 7004 h 78963"/>
                <a:gd name="connsiteX13" fmla="*/ 8498 w 247025"/>
                <a:gd name="connsiteY13" fmla="*/ 17338 h 78963"/>
                <a:gd name="connsiteX14" fmla="*/ 513 w 247025"/>
                <a:gd name="connsiteY14" fmla="*/ 38946 h 78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7025" h="78963">
                  <a:moveTo>
                    <a:pt x="5116" y="49561"/>
                  </a:moveTo>
                  <a:cubicBezTo>
                    <a:pt x="13101" y="59426"/>
                    <a:pt x="24187" y="66753"/>
                    <a:pt x="36400" y="70229"/>
                  </a:cubicBezTo>
                  <a:cubicBezTo>
                    <a:pt x="43634" y="72296"/>
                    <a:pt x="51149" y="72954"/>
                    <a:pt x="58665" y="73705"/>
                  </a:cubicBezTo>
                  <a:cubicBezTo>
                    <a:pt x="96806" y="77275"/>
                    <a:pt x="135136" y="80751"/>
                    <a:pt x="173278" y="77933"/>
                  </a:cubicBezTo>
                  <a:cubicBezTo>
                    <a:pt x="184082" y="77087"/>
                    <a:pt x="194979" y="75772"/>
                    <a:pt x="205877" y="76712"/>
                  </a:cubicBezTo>
                  <a:cubicBezTo>
                    <a:pt x="213581" y="77369"/>
                    <a:pt x="221378" y="79154"/>
                    <a:pt x="228800" y="77181"/>
                  </a:cubicBezTo>
                  <a:cubicBezTo>
                    <a:pt x="235376" y="75396"/>
                    <a:pt x="240825" y="70887"/>
                    <a:pt x="245334" y="65814"/>
                  </a:cubicBezTo>
                  <a:cubicBezTo>
                    <a:pt x="246179" y="64874"/>
                    <a:pt x="247025" y="63747"/>
                    <a:pt x="247025" y="62526"/>
                  </a:cubicBezTo>
                  <a:cubicBezTo>
                    <a:pt x="247025" y="61117"/>
                    <a:pt x="245991" y="59895"/>
                    <a:pt x="245052" y="58862"/>
                  </a:cubicBezTo>
                  <a:cubicBezTo>
                    <a:pt x="235282" y="48434"/>
                    <a:pt x="224854" y="38006"/>
                    <a:pt x="211514" y="32933"/>
                  </a:cubicBezTo>
                  <a:cubicBezTo>
                    <a:pt x="202777" y="29645"/>
                    <a:pt x="193288" y="28894"/>
                    <a:pt x="184363" y="26451"/>
                  </a:cubicBezTo>
                  <a:cubicBezTo>
                    <a:pt x="174405" y="23726"/>
                    <a:pt x="165199" y="18935"/>
                    <a:pt x="155710" y="14896"/>
                  </a:cubicBezTo>
                  <a:cubicBezTo>
                    <a:pt x="116347" y="-1733"/>
                    <a:pt x="71348" y="-4551"/>
                    <a:pt x="30200" y="7004"/>
                  </a:cubicBezTo>
                  <a:cubicBezTo>
                    <a:pt x="22402" y="9165"/>
                    <a:pt x="14604" y="11983"/>
                    <a:pt x="8498" y="17338"/>
                  </a:cubicBezTo>
                  <a:cubicBezTo>
                    <a:pt x="2486" y="22693"/>
                    <a:pt x="-1460" y="31148"/>
                    <a:pt x="513" y="38946"/>
                  </a:cubicBezTo>
                </a:path>
              </a:pathLst>
            </a:custGeom>
            <a:solidFill>
              <a:srgbClr val="F9C6B9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1" name="Forme libre : forme 1790">
              <a:extLst>
                <a:ext uri="{FF2B5EF4-FFF2-40B4-BE49-F238E27FC236}">
                  <a16:creationId xmlns:a16="http://schemas.microsoft.com/office/drawing/2014/main" id="{1BDC121F-6A45-484D-B32E-E4CFF0B133C8}"/>
                </a:ext>
              </a:extLst>
            </p:cNvPr>
            <p:cNvSpPr/>
            <p:nvPr/>
          </p:nvSpPr>
          <p:spPr>
            <a:xfrm>
              <a:off x="7770171" y="2538898"/>
              <a:ext cx="89802" cy="282793"/>
            </a:xfrm>
            <a:custGeom>
              <a:avLst/>
              <a:gdLst>
                <a:gd name="connsiteX0" fmla="*/ 102179 w 120503"/>
                <a:gd name="connsiteY0" fmla="*/ 45188 h 379473"/>
                <a:gd name="connsiteX1" fmla="*/ 99454 w 120503"/>
                <a:gd name="connsiteY1" fmla="*/ 171826 h 379473"/>
                <a:gd name="connsiteX2" fmla="*/ 111197 w 120503"/>
                <a:gd name="connsiteY2" fmla="*/ 260698 h 379473"/>
                <a:gd name="connsiteX3" fmla="*/ 118901 w 120503"/>
                <a:gd name="connsiteY3" fmla="*/ 286157 h 379473"/>
                <a:gd name="connsiteX4" fmla="*/ 90154 w 120503"/>
                <a:gd name="connsiteY4" fmla="*/ 374466 h 379473"/>
                <a:gd name="connsiteX5" fmla="*/ 85362 w 120503"/>
                <a:gd name="connsiteY5" fmla="*/ 378505 h 379473"/>
                <a:gd name="connsiteX6" fmla="*/ 78599 w 120503"/>
                <a:gd name="connsiteY6" fmla="*/ 379445 h 379473"/>
                <a:gd name="connsiteX7" fmla="*/ 1375 w 120503"/>
                <a:gd name="connsiteY7" fmla="*/ 324017 h 379473"/>
                <a:gd name="connsiteX8" fmla="*/ 2503 w 120503"/>
                <a:gd name="connsiteY8" fmla="*/ 311522 h 379473"/>
                <a:gd name="connsiteX9" fmla="*/ 8140 w 120503"/>
                <a:gd name="connsiteY9" fmla="*/ 309831 h 379473"/>
                <a:gd name="connsiteX10" fmla="*/ 39047 w 120503"/>
                <a:gd name="connsiteY10" fmla="*/ 306167 h 379473"/>
                <a:gd name="connsiteX11" fmla="*/ 70143 w 120503"/>
                <a:gd name="connsiteY11" fmla="*/ 297337 h 379473"/>
                <a:gd name="connsiteX12" fmla="*/ 87524 w 120503"/>
                <a:gd name="connsiteY12" fmla="*/ 268965 h 379473"/>
                <a:gd name="connsiteX13" fmla="*/ 89214 w 120503"/>
                <a:gd name="connsiteY13" fmla="*/ 235051 h 379473"/>
                <a:gd name="connsiteX14" fmla="*/ 97294 w 120503"/>
                <a:gd name="connsiteY14" fmla="*/ 48476 h 379473"/>
                <a:gd name="connsiteX15" fmla="*/ 108661 w 120503"/>
                <a:gd name="connsiteY15" fmla="*/ 0 h 379473"/>
                <a:gd name="connsiteX16" fmla="*/ 102179 w 120503"/>
                <a:gd name="connsiteY16" fmla="*/ 45188 h 379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0503" h="379473">
                  <a:moveTo>
                    <a:pt x="102179" y="45188"/>
                  </a:moveTo>
                  <a:cubicBezTo>
                    <a:pt x="96636" y="87087"/>
                    <a:pt x="97763" y="129550"/>
                    <a:pt x="99454" y="171826"/>
                  </a:cubicBezTo>
                  <a:cubicBezTo>
                    <a:pt x="100676" y="201794"/>
                    <a:pt x="102272" y="232045"/>
                    <a:pt x="111197" y="260698"/>
                  </a:cubicBezTo>
                  <a:cubicBezTo>
                    <a:pt x="113828" y="269153"/>
                    <a:pt x="117116" y="277420"/>
                    <a:pt x="118901" y="286157"/>
                  </a:cubicBezTo>
                  <a:cubicBezTo>
                    <a:pt x="125383" y="317629"/>
                    <a:pt x="111479" y="350416"/>
                    <a:pt x="90154" y="374466"/>
                  </a:cubicBezTo>
                  <a:cubicBezTo>
                    <a:pt x="88744" y="376063"/>
                    <a:pt x="87241" y="377660"/>
                    <a:pt x="85362" y="378505"/>
                  </a:cubicBezTo>
                  <a:cubicBezTo>
                    <a:pt x="83296" y="379445"/>
                    <a:pt x="80947" y="379539"/>
                    <a:pt x="78599" y="379445"/>
                  </a:cubicBezTo>
                  <a:cubicBezTo>
                    <a:pt x="44966" y="378505"/>
                    <a:pt x="13024" y="355583"/>
                    <a:pt x="1375" y="324017"/>
                  </a:cubicBezTo>
                  <a:cubicBezTo>
                    <a:pt x="-222" y="319789"/>
                    <a:pt x="-1067" y="314247"/>
                    <a:pt x="2503" y="311522"/>
                  </a:cubicBezTo>
                  <a:cubicBezTo>
                    <a:pt x="4100" y="310301"/>
                    <a:pt x="6167" y="310019"/>
                    <a:pt x="8140" y="309831"/>
                  </a:cubicBezTo>
                  <a:cubicBezTo>
                    <a:pt x="18473" y="308610"/>
                    <a:pt x="28714" y="307389"/>
                    <a:pt x="39047" y="306167"/>
                  </a:cubicBezTo>
                  <a:cubicBezTo>
                    <a:pt x="49851" y="304852"/>
                    <a:pt x="61124" y="303443"/>
                    <a:pt x="70143" y="297337"/>
                  </a:cubicBezTo>
                  <a:cubicBezTo>
                    <a:pt x="79538" y="290948"/>
                    <a:pt x="85081" y="280051"/>
                    <a:pt x="87524" y="268965"/>
                  </a:cubicBezTo>
                  <a:cubicBezTo>
                    <a:pt x="89966" y="257880"/>
                    <a:pt x="89590" y="246418"/>
                    <a:pt x="89214" y="235051"/>
                  </a:cubicBezTo>
                  <a:cubicBezTo>
                    <a:pt x="87241" y="172859"/>
                    <a:pt x="86584" y="110010"/>
                    <a:pt x="97294" y="48476"/>
                  </a:cubicBezTo>
                  <a:cubicBezTo>
                    <a:pt x="100018" y="32975"/>
                    <a:pt x="102085" y="14186"/>
                    <a:pt x="108661" y="0"/>
                  </a:cubicBezTo>
                  <a:cubicBezTo>
                    <a:pt x="113170" y="10428"/>
                    <a:pt x="103682" y="33726"/>
                    <a:pt x="102179" y="45188"/>
                  </a:cubicBezTo>
                  <a:close/>
                </a:path>
              </a:pathLst>
            </a:custGeom>
            <a:solidFill>
              <a:srgbClr val="F9C6B9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2" name="Forme libre : forme 1791">
              <a:extLst>
                <a:ext uri="{FF2B5EF4-FFF2-40B4-BE49-F238E27FC236}">
                  <a16:creationId xmlns:a16="http://schemas.microsoft.com/office/drawing/2014/main" id="{4F3B59FB-3EE4-49A7-8CF7-60345D13C02D}"/>
                </a:ext>
              </a:extLst>
            </p:cNvPr>
            <p:cNvSpPr/>
            <p:nvPr/>
          </p:nvSpPr>
          <p:spPr>
            <a:xfrm>
              <a:off x="7955742" y="2510608"/>
              <a:ext cx="190478" cy="67815"/>
            </a:xfrm>
            <a:custGeom>
              <a:avLst/>
              <a:gdLst>
                <a:gd name="connsiteX0" fmla="*/ 753 w 255598"/>
                <a:gd name="connsiteY0" fmla="*/ 76196 h 90999"/>
                <a:gd name="connsiteX1" fmla="*/ 18415 w 255598"/>
                <a:gd name="connsiteY1" fmla="*/ 85779 h 90999"/>
                <a:gd name="connsiteX2" fmla="*/ 225564 w 255598"/>
                <a:gd name="connsiteY2" fmla="*/ 77042 h 90999"/>
                <a:gd name="connsiteX3" fmla="*/ 249896 w 255598"/>
                <a:gd name="connsiteY3" fmla="*/ 65487 h 90999"/>
                <a:gd name="connsiteX4" fmla="*/ 253748 w 255598"/>
                <a:gd name="connsiteY4" fmla="*/ 35424 h 90999"/>
                <a:gd name="connsiteX5" fmla="*/ 242662 w 255598"/>
                <a:gd name="connsiteY5" fmla="*/ 16541 h 90999"/>
                <a:gd name="connsiteX6" fmla="*/ 214103 w 255598"/>
                <a:gd name="connsiteY6" fmla="*/ 5738 h 90999"/>
                <a:gd name="connsiteX7" fmla="*/ 102496 w 255598"/>
                <a:gd name="connsiteY7" fmla="*/ 2543 h 90999"/>
                <a:gd name="connsiteX8" fmla="*/ 19073 w 255598"/>
                <a:gd name="connsiteY8" fmla="*/ 31197 h 90999"/>
                <a:gd name="connsiteX9" fmla="*/ 753 w 255598"/>
                <a:gd name="connsiteY9" fmla="*/ 76196 h 9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598" h="90999">
                  <a:moveTo>
                    <a:pt x="753" y="76196"/>
                  </a:moveTo>
                  <a:cubicBezTo>
                    <a:pt x="3196" y="82773"/>
                    <a:pt x="11463" y="84840"/>
                    <a:pt x="18415" y="85779"/>
                  </a:cubicBezTo>
                  <a:cubicBezTo>
                    <a:pt x="87277" y="94985"/>
                    <a:pt x="157736" y="91979"/>
                    <a:pt x="225564" y="77042"/>
                  </a:cubicBezTo>
                  <a:cubicBezTo>
                    <a:pt x="234489" y="75069"/>
                    <a:pt x="244071" y="72533"/>
                    <a:pt x="249896" y="65487"/>
                  </a:cubicBezTo>
                  <a:cubicBezTo>
                    <a:pt x="256660" y="57407"/>
                    <a:pt x="256660" y="45570"/>
                    <a:pt x="253748" y="35424"/>
                  </a:cubicBezTo>
                  <a:cubicBezTo>
                    <a:pt x="251681" y="28284"/>
                    <a:pt x="248205" y="21427"/>
                    <a:pt x="242662" y="16541"/>
                  </a:cubicBezTo>
                  <a:cubicBezTo>
                    <a:pt x="234958" y="9683"/>
                    <a:pt x="224343" y="7429"/>
                    <a:pt x="214103" y="5738"/>
                  </a:cubicBezTo>
                  <a:cubicBezTo>
                    <a:pt x="177277" y="-369"/>
                    <a:pt x="139604" y="-1872"/>
                    <a:pt x="102496" y="2543"/>
                  </a:cubicBezTo>
                  <a:cubicBezTo>
                    <a:pt x="77882" y="5456"/>
                    <a:pt x="34198" y="8368"/>
                    <a:pt x="19073" y="31197"/>
                  </a:cubicBezTo>
                  <a:cubicBezTo>
                    <a:pt x="12496" y="41155"/>
                    <a:pt x="-3662" y="64359"/>
                    <a:pt x="753" y="76196"/>
                  </a:cubicBezTo>
                  <a:close/>
                </a:path>
              </a:pathLst>
            </a:custGeom>
            <a:solidFill>
              <a:srgbClr val="F8C6B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3" name="Forme libre : forme 1792">
              <a:extLst>
                <a:ext uri="{FF2B5EF4-FFF2-40B4-BE49-F238E27FC236}">
                  <a16:creationId xmlns:a16="http://schemas.microsoft.com/office/drawing/2014/main" id="{DB417A34-69E8-4346-84B9-36DDB295D37C}"/>
                </a:ext>
              </a:extLst>
            </p:cNvPr>
            <p:cNvSpPr/>
            <p:nvPr/>
          </p:nvSpPr>
          <p:spPr>
            <a:xfrm>
              <a:off x="7837863" y="2857515"/>
              <a:ext cx="30717" cy="87884"/>
            </a:xfrm>
            <a:custGeom>
              <a:avLst/>
              <a:gdLst>
                <a:gd name="connsiteX0" fmla="*/ 14163 w 41218"/>
                <a:gd name="connsiteY0" fmla="*/ 49227 h 117930"/>
                <a:gd name="connsiteX1" fmla="*/ 12378 w 41218"/>
                <a:gd name="connsiteY1" fmla="*/ 0 h 117930"/>
                <a:gd name="connsiteX2" fmla="*/ 20739 w 41218"/>
                <a:gd name="connsiteY2" fmla="*/ 28465 h 117930"/>
                <a:gd name="connsiteX3" fmla="*/ 22900 w 41218"/>
                <a:gd name="connsiteY3" fmla="*/ 55240 h 117930"/>
                <a:gd name="connsiteX4" fmla="*/ 41219 w 41218"/>
                <a:gd name="connsiteY4" fmla="*/ 116022 h 117930"/>
                <a:gd name="connsiteX5" fmla="*/ 13317 w 41218"/>
                <a:gd name="connsiteY5" fmla="*/ 114144 h 117930"/>
                <a:gd name="connsiteX6" fmla="*/ 1480 w 41218"/>
                <a:gd name="connsiteY6" fmla="*/ 110198 h 117930"/>
                <a:gd name="connsiteX7" fmla="*/ 14163 w 41218"/>
                <a:gd name="connsiteY7" fmla="*/ 49227 h 11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218" h="117930">
                  <a:moveTo>
                    <a:pt x="14163" y="49227"/>
                  </a:moveTo>
                  <a:cubicBezTo>
                    <a:pt x="15102" y="32787"/>
                    <a:pt x="16042" y="16065"/>
                    <a:pt x="12378" y="0"/>
                  </a:cubicBezTo>
                  <a:cubicBezTo>
                    <a:pt x="16511" y="9019"/>
                    <a:pt x="19424" y="18695"/>
                    <a:pt x="20739" y="28465"/>
                  </a:cubicBezTo>
                  <a:cubicBezTo>
                    <a:pt x="21960" y="37390"/>
                    <a:pt x="22054" y="46315"/>
                    <a:pt x="22900" y="55240"/>
                  </a:cubicBezTo>
                  <a:cubicBezTo>
                    <a:pt x="24873" y="76471"/>
                    <a:pt x="31167" y="97233"/>
                    <a:pt x="41219" y="116022"/>
                  </a:cubicBezTo>
                  <a:cubicBezTo>
                    <a:pt x="38119" y="110292"/>
                    <a:pt x="18108" y="113016"/>
                    <a:pt x="13317" y="114144"/>
                  </a:cubicBezTo>
                  <a:cubicBezTo>
                    <a:pt x="4299" y="116304"/>
                    <a:pt x="-3311" y="123256"/>
                    <a:pt x="1480" y="110198"/>
                  </a:cubicBezTo>
                  <a:cubicBezTo>
                    <a:pt x="9089" y="89812"/>
                    <a:pt x="12941" y="71210"/>
                    <a:pt x="14163" y="49227"/>
                  </a:cubicBezTo>
                  <a:close/>
                </a:path>
              </a:pathLst>
            </a:custGeom>
            <a:solidFill>
              <a:srgbClr val="F8C6B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4" name="Forme libre : forme 1793">
              <a:extLst>
                <a:ext uri="{FF2B5EF4-FFF2-40B4-BE49-F238E27FC236}">
                  <a16:creationId xmlns:a16="http://schemas.microsoft.com/office/drawing/2014/main" id="{FC177C93-E05B-4D6E-AF1B-4A6A7627AEF9}"/>
                </a:ext>
              </a:extLst>
            </p:cNvPr>
            <p:cNvSpPr/>
            <p:nvPr/>
          </p:nvSpPr>
          <p:spPr>
            <a:xfrm>
              <a:off x="7782160" y="2875621"/>
              <a:ext cx="38142" cy="81098"/>
            </a:xfrm>
            <a:custGeom>
              <a:avLst/>
              <a:gdLst>
                <a:gd name="connsiteX0" fmla="*/ 39495 w 51182"/>
                <a:gd name="connsiteY0" fmla="*/ 60630 h 108824"/>
                <a:gd name="connsiteX1" fmla="*/ 51144 w 51182"/>
                <a:gd name="connsiteY1" fmla="*/ 108824 h 108824"/>
                <a:gd name="connsiteX2" fmla="*/ 8868 w 51182"/>
                <a:gd name="connsiteY2" fmla="*/ 91538 h 108824"/>
                <a:gd name="connsiteX3" fmla="*/ 1071 w 51182"/>
                <a:gd name="connsiteY3" fmla="*/ 86089 h 108824"/>
                <a:gd name="connsiteX4" fmla="*/ 37 w 51182"/>
                <a:gd name="connsiteY4" fmla="*/ 79043 h 108824"/>
                <a:gd name="connsiteX5" fmla="*/ 4829 w 51182"/>
                <a:gd name="connsiteY5" fmla="*/ 53208 h 108824"/>
                <a:gd name="connsiteX6" fmla="*/ 14505 w 51182"/>
                <a:gd name="connsiteY6" fmla="*/ 14409 h 108824"/>
                <a:gd name="connsiteX7" fmla="*/ 25591 w 51182"/>
                <a:gd name="connsiteY7" fmla="*/ 1351 h 108824"/>
                <a:gd name="connsiteX8" fmla="*/ 34703 w 51182"/>
                <a:gd name="connsiteY8" fmla="*/ 23146 h 108824"/>
                <a:gd name="connsiteX9" fmla="*/ 39495 w 51182"/>
                <a:gd name="connsiteY9" fmla="*/ 60630 h 108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182" h="108824">
                  <a:moveTo>
                    <a:pt x="39495" y="60630"/>
                  </a:moveTo>
                  <a:cubicBezTo>
                    <a:pt x="43910" y="76695"/>
                    <a:pt x="51801" y="92196"/>
                    <a:pt x="51144" y="108824"/>
                  </a:cubicBezTo>
                  <a:cubicBezTo>
                    <a:pt x="37052" y="103093"/>
                    <a:pt x="22960" y="97269"/>
                    <a:pt x="8868" y="91538"/>
                  </a:cubicBezTo>
                  <a:cubicBezTo>
                    <a:pt x="5862" y="90317"/>
                    <a:pt x="2668" y="88908"/>
                    <a:pt x="1071" y="86089"/>
                  </a:cubicBezTo>
                  <a:cubicBezTo>
                    <a:pt x="-57" y="83929"/>
                    <a:pt x="-57" y="81392"/>
                    <a:pt x="37" y="79043"/>
                  </a:cubicBezTo>
                  <a:cubicBezTo>
                    <a:pt x="601" y="70307"/>
                    <a:pt x="2668" y="61758"/>
                    <a:pt x="4829" y="53208"/>
                  </a:cubicBezTo>
                  <a:cubicBezTo>
                    <a:pt x="8023" y="40244"/>
                    <a:pt x="11217" y="27280"/>
                    <a:pt x="14505" y="14409"/>
                  </a:cubicBezTo>
                  <a:cubicBezTo>
                    <a:pt x="16290" y="6987"/>
                    <a:pt x="16290" y="-3816"/>
                    <a:pt x="25591" y="1351"/>
                  </a:cubicBezTo>
                  <a:cubicBezTo>
                    <a:pt x="32918" y="5390"/>
                    <a:pt x="34328" y="15912"/>
                    <a:pt x="34703" y="23146"/>
                  </a:cubicBezTo>
                  <a:cubicBezTo>
                    <a:pt x="35361" y="35735"/>
                    <a:pt x="36113" y="48229"/>
                    <a:pt x="39495" y="60630"/>
                  </a:cubicBezTo>
                  <a:close/>
                </a:path>
              </a:pathLst>
            </a:custGeom>
            <a:solidFill>
              <a:srgbClr val="F4AD9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5" name="Forme libre : forme 1794">
              <a:extLst>
                <a:ext uri="{FF2B5EF4-FFF2-40B4-BE49-F238E27FC236}">
                  <a16:creationId xmlns:a16="http://schemas.microsoft.com/office/drawing/2014/main" id="{887762D7-0803-4A8F-855D-55E9528A9041}"/>
                </a:ext>
              </a:extLst>
            </p:cNvPr>
            <p:cNvSpPr/>
            <p:nvPr/>
          </p:nvSpPr>
          <p:spPr>
            <a:xfrm>
              <a:off x="7748164" y="3065795"/>
              <a:ext cx="165223" cy="33392"/>
            </a:xfrm>
            <a:custGeom>
              <a:avLst/>
              <a:gdLst>
                <a:gd name="connsiteX0" fmla="*/ 15500 w 221709"/>
                <a:gd name="connsiteY0" fmla="*/ 12495 h 44808"/>
                <a:gd name="connsiteX1" fmla="*/ 221709 w 221709"/>
                <a:gd name="connsiteY1" fmla="*/ 0 h 44808"/>
                <a:gd name="connsiteX2" fmla="*/ 17285 w 221709"/>
                <a:gd name="connsiteY2" fmla="*/ 41430 h 44808"/>
                <a:gd name="connsiteX3" fmla="*/ 15500 w 221709"/>
                <a:gd name="connsiteY3" fmla="*/ 12495 h 44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709" h="44808">
                  <a:moveTo>
                    <a:pt x="15500" y="12495"/>
                  </a:moveTo>
                  <a:cubicBezTo>
                    <a:pt x="15500" y="12495"/>
                    <a:pt x="146647" y="30438"/>
                    <a:pt x="221709" y="0"/>
                  </a:cubicBezTo>
                  <a:cubicBezTo>
                    <a:pt x="221709" y="0"/>
                    <a:pt x="116773" y="59373"/>
                    <a:pt x="17285" y="41430"/>
                  </a:cubicBezTo>
                  <a:cubicBezTo>
                    <a:pt x="17285" y="41430"/>
                    <a:pt x="-20387" y="14092"/>
                    <a:pt x="15500" y="12495"/>
                  </a:cubicBezTo>
                  <a:close/>
                </a:path>
              </a:pathLst>
            </a:custGeom>
            <a:solidFill>
              <a:srgbClr val="F4AD9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6" name="Forme libre : forme 1795">
              <a:extLst>
                <a:ext uri="{FF2B5EF4-FFF2-40B4-BE49-F238E27FC236}">
                  <a16:creationId xmlns:a16="http://schemas.microsoft.com/office/drawing/2014/main" id="{FD83297C-DFD3-4FA5-8C1D-A40D04DE7DD8}"/>
                </a:ext>
              </a:extLst>
            </p:cNvPr>
            <p:cNvSpPr/>
            <p:nvPr/>
          </p:nvSpPr>
          <p:spPr>
            <a:xfrm>
              <a:off x="7705787" y="3109893"/>
              <a:ext cx="194597" cy="95883"/>
            </a:xfrm>
            <a:custGeom>
              <a:avLst/>
              <a:gdLst>
                <a:gd name="connsiteX0" fmla="*/ 70767 w 261125"/>
                <a:gd name="connsiteY0" fmla="*/ 19648 h 128663"/>
                <a:gd name="connsiteX1" fmla="*/ 22574 w 261125"/>
                <a:gd name="connsiteY1" fmla="*/ 48395 h 128663"/>
                <a:gd name="connsiteX2" fmla="*/ 3690 w 261125"/>
                <a:gd name="connsiteY2" fmla="*/ 81651 h 128663"/>
                <a:gd name="connsiteX3" fmla="*/ 27 w 261125"/>
                <a:gd name="connsiteY3" fmla="*/ 95461 h 128663"/>
                <a:gd name="connsiteX4" fmla="*/ 6509 w 261125"/>
                <a:gd name="connsiteY4" fmla="*/ 110023 h 128663"/>
                <a:gd name="connsiteX5" fmla="*/ 28117 w 261125"/>
                <a:gd name="connsiteY5" fmla="*/ 128436 h 128663"/>
                <a:gd name="connsiteX6" fmla="*/ 51415 w 261125"/>
                <a:gd name="connsiteY6" fmla="*/ 120263 h 128663"/>
                <a:gd name="connsiteX7" fmla="*/ 113137 w 261125"/>
                <a:gd name="connsiteY7" fmla="*/ 75921 h 128663"/>
                <a:gd name="connsiteX8" fmla="*/ 150715 w 261125"/>
                <a:gd name="connsiteY8" fmla="*/ 68405 h 128663"/>
                <a:gd name="connsiteX9" fmla="*/ 191487 w 261125"/>
                <a:gd name="connsiteY9" fmla="*/ 66714 h 128663"/>
                <a:gd name="connsiteX10" fmla="*/ 224462 w 261125"/>
                <a:gd name="connsiteY10" fmla="*/ 68499 h 128663"/>
                <a:gd name="connsiteX11" fmla="*/ 257155 w 261125"/>
                <a:gd name="connsiteY11" fmla="*/ 44637 h 128663"/>
                <a:gd name="connsiteX12" fmla="*/ 256779 w 261125"/>
                <a:gd name="connsiteY12" fmla="*/ 12508 h 128663"/>
                <a:gd name="connsiteX13" fmla="*/ 223053 w 261125"/>
                <a:gd name="connsiteY13" fmla="*/ 1798 h 128663"/>
                <a:gd name="connsiteX14" fmla="*/ 172510 w 261125"/>
                <a:gd name="connsiteY14" fmla="*/ 295 h 128663"/>
                <a:gd name="connsiteX15" fmla="*/ 70767 w 261125"/>
                <a:gd name="connsiteY15" fmla="*/ 19648 h 1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1125" h="128663">
                  <a:moveTo>
                    <a:pt x="70767" y="19648"/>
                  </a:moveTo>
                  <a:cubicBezTo>
                    <a:pt x="52918" y="25942"/>
                    <a:pt x="34974" y="34021"/>
                    <a:pt x="22574" y="48395"/>
                  </a:cubicBezTo>
                  <a:cubicBezTo>
                    <a:pt x="14213" y="58071"/>
                    <a:pt x="8858" y="70002"/>
                    <a:pt x="3690" y="81651"/>
                  </a:cubicBezTo>
                  <a:cubicBezTo>
                    <a:pt x="1718" y="86067"/>
                    <a:pt x="-255" y="90670"/>
                    <a:pt x="27" y="95461"/>
                  </a:cubicBezTo>
                  <a:cubicBezTo>
                    <a:pt x="403" y="100816"/>
                    <a:pt x="3503" y="105607"/>
                    <a:pt x="6509" y="110023"/>
                  </a:cubicBezTo>
                  <a:cubicBezTo>
                    <a:pt x="11958" y="118102"/>
                    <a:pt x="18534" y="126839"/>
                    <a:pt x="28117" y="128436"/>
                  </a:cubicBezTo>
                  <a:cubicBezTo>
                    <a:pt x="36478" y="129751"/>
                    <a:pt x="44557" y="125148"/>
                    <a:pt x="51415" y="120263"/>
                  </a:cubicBezTo>
                  <a:cubicBezTo>
                    <a:pt x="71989" y="105326"/>
                    <a:pt x="89369" y="85033"/>
                    <a:pt x="113137" y="75921"/>
                  </a:cubicBezTo>
                  <a:cubicBezTo>
                    <a:pt x="125068" y="71317"/>
                    <a:pt x="138033" y="69814"/>
                    <a:pt x="150715" y="68405"/>
                  </a:cubicBezTo>
                  <a:cubicBezTo>
                    <a:pt x="164243" y="66902"/>
                    <a:pt x="177959" y="65587"/>
                    <a:pt x="191487" y="66714"/>
                  </a:cubicBezTo>
                  <a:cubicBezTo>
                    <a:pt x="202479" y="67654"/>
                    <a:pt x="213564" y="70190"/>
                    <a:pt x="224462" y="68499"/>
                  </a:cubicBezTo>
                  <a:cubicBezTo>
                    <a:pt x="238366" y="66432"/>
                    <a:pt x="250954" y="57226"/>
                    <a:pt x="257155" y="44637"/>
                  </a:cubicBezTo>
                  <a:cubicBezTo>
                    <a:pt x="262134" y="34585"/>
                    <a:pt x="262886" y="21902"/>
                    <a:pt x="256779" y="12508"/>
                  </a:cubicBezTo>
                  <a:cubicBezTo>
                    <a:pt x="248794" y="201"/>
                    <a:pt x="235454" y="2925"/>
                    <a:pt x="223053" y="1798"/>
                  </a:cubicBezTo>
                  <a:cubicBezTo>
                    <a:pt x="206236" y="295"/>
                    <a:pt x="189420" y="-457"/>
                    <a:pt x="172510" y="295"/>
                  </a:cubicBezTo>
                  <a:cubicBezTo>
                    <a:pt x="137939" y="1610"/>
                    <a:pt x="103461" y="8186"/>
                    <a:pt x="70767" y="19648"/>
                  </a:cubicBezTo>
                  <a:close/>
                </a:path>
              </a:pathLst>
            </a:custGeom>
            <a:solidFill>
              <a:srgbClr val="F8C6B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7" name="Forme libre : forme 1796">
              <a:extLst>
                <a:ext uri="{FF2B5EF4-FFF2-40B4-BE49-F238E27FC236}">
                  <a16:creationId xmlns:a16="http://schemas.microsoft.com/office/drawing/2014/main" id="{9E128B77-CD67-40CA-A98F-FF4479A2D301}"/>
                </a:ext>
              </a:extLst>
            </p:cNvPr>
            <p:cNvSpPr/>
            <p:nvPr/>
          </p:nvSpPr>
          <p:spPr>
            <a:xfrm>
              <a:off x="7408189" y="2032235"/>
              <a:ext cx="312602" cy="299534"/>
            </a:xfrm>
            <a:custGeom>
              <a:avLst/>
              <a:gdLst>
                <a:gd name="connsiteX0" fmla="*/ 400493 w 419473"/>
                <a:gd name="connsiteY0" fmla="*/ 27335 h 401937"/>
                <a:gd name="connsiteX1" fmla="*/ 364418 w 419473"/>
                <a:gd name="connsiteY1" fmla="*/ 17095 h 401937"/>
                <a:gd name="connsiteX2" fmla="*/ 260608 w 419473"/>
                <a:gd name="connsiteY2" fmla="*/ 467 h 401937"/>
                <a:gd name="connsiteX3" fmla="*/ 142238 w 419473"/>
                <a:gd name="connsiteY3" fmla="*/ 49788 h 401937"/>
                <a:gd name="connsiteX4" fmla="*/ 97707 w 419473"/>
                <a:gd name="connsiteY4" fmla="*/ 85393 h 401937"/>
                <a:gd name="connsiteX5" fmla="*/ 31006 w 419473"/>
                <a:gd name="connsiteY5" fmla="*/ 217668 h 401937"/>
                <a:gd name="connsiteX6" fmla="*/ 4 w 419473"/>
                <a:gd name="connsiteY6" fmla="*/ 363659 h 401937"/>
                <a:gd name="connsiteX7" fmla="*/ 10244 w 419473"/>
                <a:gd name="connsiteY7" fmla="*/ 398043 h 401937"/>
                <a:gd name="connsiteX8" fmla="*/ 20296 w 419473"/>
                <a:gd name="connsiteY8" fmla="*/ 401707 h 401937"/>
                <a:gd name="connsiteX9" fmla="*/ 28376 w 419473"/>
                <a:gd name="connsiteY9" fmla="*/ 391279 h 401937"/>
                <a:gd name="connsiteX10" fmla="*/ 102311 w 419473"/>
                <a:gd name="connsiteY10" fmla="*/ 202073 h 401937"/>
                <a:gd name="connsiteX11" fmla="*/ 259481 w 419473"/>
                <a:gd name="connsiteY11" fmla="*/ 84172 h 401937"/>
                <a:gd name="connsiteX12" fmla="*/ 351735 w 419473"/>
                <a:gd name="connsiteY12" fmla="*/ 80884 h 401937"/>
                <a:gd name="connsiteX13" fmla="*/ 416182 w 419473"/>
                <a:gd name="connsiteY13" fmla="*/ 55613 h 401937"/>
                <a:gd name="connsiteX14" fmla="*/ 400493 w 419473"/>
                <a:gd name="connsiteY14" fmla="*/ 27335 h 40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19473" h="401937">
                  <a:moveTo>
                    <a:pt x="400493" y="27335"/>
                  </a:moveTo>
                  <a:cubicBezTo>
                    <a:pt x="388468" y="23953"/>
                    <a:pt x="376443" y="20477"/>
                    <a:pt x="364418" y="17095"/>
                  </a:cubicBezTo>
                  <a:cubicBezTo>
                    <a:pt x="330504" y="7419"/>
                    <a:pt x="295744" y="-2258"/>
                    <a:pt x="260608" y="467"/>
                  </a:cubicBezTo>
                  <a:cubicBezTo>
                    <a:pt x="217487" y="3849"/>
                    <a:pt x="178031" y="25644"/>
                    <a:pt x="142238" y="49788"/>
                  </a:cubicBezTo>
                  <a:cubicBezTo>
                    <a:pt x="126454" y="60404"/>
                    <a:pt x="110954" y="71771"/>
                    <a:pt x="97707" y="85393"/>
                  </a:cubicBezTo>
                  <a:cubicBezTo>
                    <a:pt x="63041" y="121186"/>
                    <a:pt x="46319" y="170320"/>
                    <a:pt x="31006" y="217668"/>
                  </a:cubicBezTo>
                  <a:cubicBezTo>
                    <a:pt x="15599" y="265204"/>
                    <a:pt x="380" y="313680"/>
                    <a:pt x="4" y="363659"/>
                  </a:cubicBezTo>
                  <a:cubicBezTo>
                    <a:pt x="-90" y="375966"/>
                    <a:pt x="1226" y="389588"/>
                    <a:pt x="10244" y="398043"/>
                  </a:cubicBezTo>
                  <a:cubicBezTo>
                    <a:pt x="12969" y="400579"/>
                    <a:pt x="16726" y="402646"/>
                    <a:pt x="20296" y="401707"/>
                  </a:cubicBezTo>
                  <a:cubicBezTo>
                    <a:pt x="24712" y="400579"/>
                    <a:pt x="26873" y="395600"/>
                    <a:pt x="28376" y="391279"/>
                  </a:cubicBezTo>
                  <a:cubicBezTo>
                    <a:pt x="50641" y="327208"/>
                    <a:pt x="67927" y="260601"/>
                    <a:pt x="102311" y="202073"/>
                  </a:cubicBezTo>
                  <a:cubicBezTo>
                    <a:pt x="136695" y="143545"/>
                    <a:pt x="192216" y="92721"/>
                    <a:pt x="259481" y="84172"/>
                  </a:cubicBezTo>
                  <a:cubicBezTo>
                    <a:pt x="290013" y="80320"/>
                    <a:pt x="321203" y="85299"/>
                    <a:pt x="351735" y="80884"/>
                  </a:cubicBezTo>
                  <a:cubicBezTo>
                    <a:pt x="374752" y="77596"/>
                    <a:pt x="397017" y="68859"/>
                    <a:pt x="416182" y="55613"/>
                  </a:cubicBezTo>
                  <a:cubicBezTo>
                    <a:pt x="425952" y="48849"/>
                    <a:pt x="411954" y="30623"/>
                    <a:pt x="400493" y="27335"/>
                  </a:cubicBezTo>
                  <a:close/>
                </a:path>
              </a:pathLst>
            </a:custGeom>
            <a:solidFill>
              <a:srgbClr val="F8C6BB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8" name="Forme libre : forme 1797">
              <a:extLst>
                <a:ext uri="{FF2B5EF4-FFF2-40B4-BE49-F238E27FC236}">
                  <a16:creationId xmlns:a16="http://schemas.microsoft.com/office/drawing/2014/main" id="{5BA4C286-B15E-4714-BF67-5B9B3994C58B}"/>
                </a:ext>
              </a:extLst>
            </p:cNvPr>
            <p:cNvSpPr/>
            <p:nvPr/>
          </p:nvSpPr>
          <p:spPr>
            <a:xfrm>
              <a:off x="7292816" y="3234030"/>
              <a:ext cx="259025" cy="270590"/>
            </a:xfrm>
            <a:custGeom>
              <a:avLst/>
              <a:gdLst>
                <a:gd name="connsiteX0" fmla="*/ 337827 w 347580"/>
                <a:gd name="connsiteY0" fmla="*/ 0 h 363098"/>
                <a:gd name="connsiteX1" fmla="*/ 300249 w 347580"/>
                <a:gd name="connsiteY1" fmla="*/ 170605 h 363098"/>
                <a:gd name="connsiteX2" fmla="*/ 196721 w 347580"/>
                <a:gd name="connsiteY2" fmla="*/ 251491 h 363098"/>
                <a:gd name="connsiteX3" fmla="*/ 135093 w 347580"/>
                <a:gd name="connsiteY3" fmla="*/ 286439 h 363098"/>
                <a:gd name="connsiteX4" fmla="*/ 0 w 347580"/>
                <a:gd name="connsiteY4" fmla="*/ 363098 h 363098"/>
                <a:gd name="connsiteX5" fmla="*/ 75532 w 347580"/>
                <a:gd name="connsiteY5" fmla="*/ 332942 h 363098"/>
                <a:gd name="connsiteX6" fmla="*/ 274038 w 347580"/>
                <a:gd name="connsiteY6" fmla="*/ 239279 h 363098"/>
                <a:gd name="connsiteX7" fmla="*/ 309925 w 347580"/>
                <a:gd name="connsiteY7" fmla="*/ 217953 h 363098"/>
                <a:gd name="connsiteX8" fmla="*/ 343745 w 347580"/>
                <a:gd name="connsiteY8" fmla="*/ 139509 h 363098"/>
                <a:gd name="connsiteX9" fmla="*/ 343088 w 347580"/>
                <a:gd name="connsiteY9" fmla="*/ 23392 h 363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580" h="363098">
                  <a:moveTo>
                    <a:pt x="337827" y="0"/>
                  </a:moveTo>
                  <a:cubicBezTo>
                    <a:pt x="336699" y="59091"/>
                    <a:pt x="334257" y="122223"/>
                    <a:pt x="300249" y="170605"/>
                  </a:cubicBezTo>
                  <a:cubicBezTo>
                    <a:pt x="274883" y="206773"/>
                    <a:pt x="235145" y="229696"/>
                    <a:pt x="196721" y="251491"/>
                  </a:cubicBezTo>
                  <a:cubicBezTo>
                    <a:pt x="176147" y="263140"/>
                    <a:pt x="155573" y="274790"/>
                    <a:pt x="135093" y="286439"/>
                  </a:cubicBezTo>
                  <a:cubicBezTo>
                    <a:pt x="90093" y="311992"/>
                    <a:pt x="45000" y="337545"/>
                    <a:pt x="0" y="363098"/>
                  </a:cubicBezTo>
                  <a:cubicBezTo>
                    <a:pt x="26211" y="356146"/>
                    <a:pt x="50918" y="344497"/>
                    <a:pt x="75532" y="332942"/>
                  </a:cubicBezTo>
                  <a:cubicBezTo>
                    <a:pt x="141669" y="301752"/>
                    <a:pt x="207900" y="270468"/>
                    <a:pt x="274038" y="239279"/>
                  </a:cubicBezTo>
                  <a:cubicBezTo>
                    <a:pt x="286626" y="233360"/>
                    <a:pt x="299497" y="227254"/>
                    <a:pt x="309925" y="217953"/>
                  </a:cubicBezTo>
                  <a:cubicBezTo>
                    <a:pt x="331626" y="198600"/>
                    <a:pt x="339800" y="168350"/>
                    <a:pt x="343745" y="139509"/>
                  </a:cubicBezTo>
                  <a:cubicBezTo>
                    <a:pt x="349100" y="101085"/>
                    <a:pt x="348818" y="61816"/>
                    <a:pt x="343088" y="23392"/>
                  </a:cubicBezTo>
                </a:path>
              </a:pathLst>
            </a:custGeom>
            <a:solidFill>
              <a:srgbClr val="F8C6BB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9" name="Forme libre : forme 1798">
              <a:extLst>
                <a:ext uri="{FF2B5EF4-FFF2-40B4-BE49-F238E27FC236}">
                  <a16:creationId xmlns:a16="http://schemas.microsoft.com/office/drawing/2014/main" id="{480BCBEA-FFBF-475C-8503-0DEF43EB622F}"/>
                </a:ext>
              </a:extLst>
            </p:cNvPr>
            <p:cNvSpPr/>
            <p:nvPr/>
          </p:nvSpPr>
          <p:spPr>
            <a:xfrm>
              <a:off x="7592110" y="3197905"/>
              <a:ext cx="457447" cy="115900"/>
            </a:xfrm>
            <a:custGeom>
              <a:avLst/>
              <a:gdLst>
                <a:gd name="connsiteX0" fmla="*/ 0 w 613837"/>
                <a:gd name="connsiteY0" fmla="*/ 10522 h 155524"/>
                <a:gd name="connsiteX1" fmla="*/ 613838 w 613837"/>
                <a:gd name="connsiteY1" fmla="*/ 0 h 155524"/>
                <a:gd name="connsiteX2" fmla="*/ 0 w 613837"/>
                <a:gd name="connsiteY2" fmla="*/ 10522 h 155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3837" h="155524">
                  <a:moveTo>
                    <a:pt x="0" y="10522"/>
                  </a:moveTo>
                  <a:cubicBezTo>
                    <a:pt x="0" y="10522"/>
                    <a:pt x="301470" y="257786"/>
                    <a:pt x="613838" y="0"/>
                  </a:cubicBezTo>
                  <a:cubicBezTo>
                    <a:pt x="613838" y="0"/>
                    <a:pt x="342054" y="342806"/>
                    <a:pt x="0" y="10522"/>
                  </a:cubicBezTo>
                  <a:close/>
                </a:path>
              </a:pathLst>
            </a:custGeom>
            <a:solidFill>
              <a:srgbClr val="F4AD9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0" name="Forme libre : forme 1799">
              <a:extLst>
                <a:ext uri="{FF2B5EF4-FFF2-40B4-BE49-F238E27FC236}">
                  <a16:creationId xmlns:a16="http://schemas.microsoft.com/office/drawing/2014/main" id="{5D185BF6-F663-4FFA-9F66-425B15F82047}"/>
                </a:ext>
              </a:extLst>
            </p:cNvPr>
            <p:cNvSpPr/>
            <p:nvPr/>
          </p:nvSpPr>
          <p:spPr>
            <a:xfrm>
              <a:off x="7879992" y="2789815"/>
              <a:ext cx="61486" cy="79060"/>
            </a:xfrm>
            <a:custGeom>
              <a:avLst/>
              <a:gdLst>
                <a:gd name="connsiteX0" fmla="*/ 71492 w 82506"/>
                <a:gd name="connsiteY0" fmla="*/ 0 h 106089"/>
                <a:gd name="connsiteX1" fmla="*/ 0 w 82506"/>
                <a:gd name="connsiteY1" fmla="*/ 106064 h 106089"/>
                <a:gd name="connsiteX2" fmla="*/ 71492 w 82506"/>
                <a:gd name="connsiteY2" fmla="*/ 0 h 106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2506" h="106089">
                  <a:moveTo>
                    <a:pt x="71492" y="0"/>
                  </a:moveTo>
                  <a:cubicBezTo>
                    <a:pt x="71492" y="0"/>
                    <a:pt x="107285" y="74311"/>
                    <a:pt x="0" y="106064"/>
                  </a:cubicBezTo>
                  <a:cubicBezTo>
                    <a:pt x="0" y="106064"/>
                    <a:pt x="118465" y="110574"/>
                    <a:pt x="71492" y="0"/>
                  </a:cubicBezTo>
                  <a:close/>
                </a:path>
              </a:pathLst>
            </a:custGeom>
            <a:solidFill>
              <a:srgbClr val="F4AD9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1" name="Forme libre : forme 1800">
              <a:extLst>
                <a:ext uri="{FF2B5EF4-FFF2-40B4-BE49-F238E27FC236}">
                  <a16:creationId xmlns:a16="http://schemas.microsoft.com/office/drawing/2014/main" id="{79FABC00-B441-47DF-8C09-5DEFAD5C9A31}"/>
                </a:ext>
              </a:extLst>
            </p:cNvPr>
            <p:cNvSpPr/>
            <p:nvPr/>
          </p:nvSpPr>
          <p:spPr>
            <a:xfrm>
              <a:off x="7695733" y="2789885"/>
              <a:ext cx="47121" cy="75893"/>
            </a:xfrm>
            <a:custGeom>
              <a:avLst/>
              <a:gdLst>
                <a:gd name="connsiteX0" fmla="*/ 63215 w 63230"/>
                <a:gd name="connsiteY0" fmla="*/ 101837 h 101839"/>
                <a:gd name="connsiteX1" fmla="*/ 6190 w 63230"/>
                <a:gd name="connsiteY1" fmla="*/ 0 h 101839"/>
                <a:gd name="connsiteX2" fmla="*/ 63215 w 63230"/>
                <a:gd name="connsiteY2" fmla="*/ 101837 h 101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230" h="101839">
                  <a:moveTo>
                    <a:pt x="63215" y="101837"/>
                  </a:moveTo>
                  <a:cubicBezTo>
                    <a:pt x="64530" y="102118"/>
                    <a:pt x="-14666" y="84457"/>
                    <a:pt x="6190" y="0"/>
                  </a:cubicBezTo>
                  <a:cubicBezTo>
                    <a:pt x="6190" y="-94"/>
                    <a:pt x="-27724" y="85208"/>
                    <a:pt x="63215" y="101837"/>
                  </a:cubicBezTo>
                  <a:close/>
                </a:path>
              </a:pathLst>
            </a:custGeom>
            <a:solidFill>
              <a:srgbClr val="F4AD9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2" name="Forme libre : forme 1801">
              <a:extLst>
                <a:ext uri="{FF2B5EF4-FFF2-40B4-BE49-F238E27FC236}">
                  <a16:creationId xmlns:a16="http://schemas.microsoft.com/office/drawing/2014/main" id="{C7A3AF94-129A-44E5-8514-A7E94F2CBFC6}"/>
                </a:ext>
              </a:extLst>
            </p:cNvPr>
            <p:cNvSpPr/>
            <p:nvPr/>
          </p:nvSpPr>
          <p:spPr>
            <a:xfrm>
              <a:off x="7422614" y="1854657"/>
              <a:ext cx="368267" cy="217621"/>
            </a:xfrm>
            <a:custGeom>
              <a:avLst/>
              <a:gdLst>
                <a:gd name="connsiteX0" fmla="*/ 277232 w 494169"/>
                <a:gd name="connsiteY0" fmla="*/ 185674 h 292020"/>
                <a:gd name="connsiteX1" fmla="*/ 162150 w 494169"/>
                <a:gd name="connsiteY1" fmla="*/ 212167 h 292020"/>
                <a:gd name="connsiteX2" fmla="*/ 45094 w 494169"/>
                <a:gd name="connsiteY2" fmla="*/ 292020 h 292020"/>
                <a:gd name="connsiteX3" fmla="*/ 219644 w 494169"/>
                <a:gd name="connsiteY3" fmla="*/ 182762 h 292020"/>
                <a:gd name="connsiteX4" fmla="*/ 340645 w 494169"/>
                <a:gd name="connsiteY4" fmla="*/ 183514 h 292020"/>
                <a:gd name="connsiteX5" fmla="*/ 190051 w 494169"/>
                <a:gd name="connsiteY5" fmla="*/ 179568 h 292020"/>
                <a:gd name="connsiteX6" fmla="*/ 52703 w 494169"/>
                <a:gd name="connsiteY6" fmla="*/ 245048 h 292020"/>
                <a:gd name="connsiteX7" fmla="*/ 128235 w 494169"/>
                <a:gd name="connsiteY7" fmla="*/ 181353 h 292020"/>
                <a:gd name="connsiteX8" fmla="*/ 224247 w 494169"/>
                <a:gd name="connsiteY8" fmla="*/ 152606 h 292020"/>
                <a:gd name="connsiteX9" fmla="*/ 100709 w 494169"/>
                <a:gd name="connsiteY9" fmla="*/ 176468 h 292020"/>
                <a:gd name="connsiteX10" fmla="*/ 121565 w 494169"/>
                <a:gd name="connsiteY10" fmla="*/ 153733 h 292020"/>
                <a:gd name="connsiteX11" fmla="*/ 205176 w 494169"/>
                <a:gd name="connsiteY11" fmla="*/ 110894 h 292020"/>
                <a:gd name="connsiteX12" fmla="*/ 0 w 494169"/>
                <a:gd name="connsiteY12" fmla="*/ 242041 h 292020"/>
                <a:gd name="connsiteX13" fmla="*/ 53830 w 494169"/>
                <a:gd name="connsiteY13" fmla="*/ 168482 h 292020"/>
                <a:gd name="connsiteX14" fmla="*/ 133684 w 494169"/>
                <a:gd name="connsiteY14" fmla="*/ 105445 h 292020"/>
                <a:gd name="connsiteX15" fmla="*/ 35605 w 494169"/>
                <a:gd name="connsiteY15" fmla="*/ 161436 h 292020"/>
                <a:gd name="connsiteX16" fmla="*/ 210907 w 494169"/>
                <a:gd name="connsiteY16" fmla="*/ 31041 h 292020"/>
                <a:gd name="connsiteX17" fmla="*/ 477147 w 494169"/>
                <a:gd name="connsiteY17" fmla="*/ 2575 h 292020"/>
                <a:gd name="connsiteX18" fmla="*/ 142703 w 494169"/>
                <a:gd name="connsiteY18" fmla="*/ 101405 h 292020"/>
                <a:gd name="connsiteX19" fmla="*/ 288882 w 494169"/>
                <a:gd name="connsiteY19" fmla="*/ 52460 h 292020"/>
                <a:gd name="connsiteX20" fmla="*/ 424256 w 494169"/>
                <a:gd name="connsiteY20" fmla="*/ 37805 h 292020"/>
                <a:gd name="connsiteX21" fmla="*/ 191836 w 494169"/>
                <a:gd name="connsiteY21" fmla="*/ 96990 h 292020"/>
                <a:gd name="connsiteX22" fmla="*/ 271501 w 494169"/>
                <a:gd name="connsiteY22" fmla="*/ 84401 h 292020"/>
                <a:gd name="connsiteX23" fmla="*/ 228475 w 494169"/>
                <a:gd name="connsiteY23" fmla="*/ 101312 h 292020"/>
                <a:gd name="connsiteX24" fmla="*/ 272911 w 494169"/>
                <a:gd name="connsiteY24" fmla="*/ 95393 h 292020"/>
                <a:gd name="connsiteX25" fmla="*/ 200761 w 494169"/>
                <a:gd name="connsiteY25" fmla="*/ 131280 h 292020"/>
                <a:gd name="connsiteX26" fmla="*/ 438724 w 494169"/>
                <a:gd name="connsiteY26" fmla="*/ 108357 h 292020"/>
                <a:gd name="connsiteX27" fmla="*/ 239091 w 494169"/>
                <a:gd name="connsiteY27" fmla="*/ 149036 h 292020"/>
                <a:gd name="connsiteX28" fmla="*/ 347409 w 494169"/>
                <a:gd name="connsiteY28" fmla="*/ 140769 h 292020"/>
                <a:gd name="connsiteX29" fmla="*/ 281272 w 494169"/>
                <a:gd name="connsiteY29" fmla="*/ 148848 h 292020"/>
                <a:gd name="connsiteX30" fmla="*/ 341209 w 494169"/>
                <a:gd name="connsiteY30" fmla="*/ 149505 h 292020"/>
                <a:gd name="connsiteX31" fmla="*/ 397482 w 494169"/>
                <a:gd name="connsiteY31" fmla="*/ 165664 h 292020"/>
                <a:gd name="connsiteX32" fmla="*/ 342336 w 494169"/>
                <a:gd name="connsiteY32" fmla="*/ 171113 h 292020"/>
                <a:gd name="connsiteX33" fmla="*/ 410635 w 494169"/>
                <a:gd name="connsiteY33" fmla="*/ 186050 h 292020"/>
                <a:gd name="connsiteX34" fmla="*/ 372680 w 494169"/>
                <a:gd name="connsiteY34" fmla="*/ 190653 h 292020"/>
                <a:gd name="connsiteX35" fmla="*/ 494152 w 494169"/>
                <a:gd name="connsiteY35" fmla="*/ 258670 h 292020"/>
                <a:gd name="connsiteX36" fmla="*/ 277232 w 494169"/>
                <a:gd name="connsiteY36" fmla="*/ 185674 h 292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94169" h="292020">
                  <a:moveTo>
                    <a:pt x="277232" y="185674"/>
                  </a:moveTo>
                  <a:cubicBezTo>
                    <a:pt x="237681" y="185486"/>
                    <a:pt x="199445" y="198921"/>
                    <a:pt x="162150" y="212167"/>
                  </a:cubicBezTo>
                  <a:cubicBezTo>
                    <a:pt x="116398" y="228419"/>
                    <a:pt x="66325" y="248430"/>
                    <a:pt x="45094" y="292020"/>
                  </a:cubicBezTo>
                  <a:cubicBezTo>
                    <a:pt x="78914" y="229641"/>
                    <a:pt x="150218" y="196854"/>
                    <a:pt x="219644" y="182762"/>
                  </a:cubicBezTo>
                  <a:cubicBezTo>
                    <a:pt x="259571" y="174683"/>
                    <a:pt x="301752" y="171489"/>
                    <a:pt x="340645" y="183514"/>
                  </a:cubicBezTo>
                  <a:cubicBezTo>
                    <a:pt x="295458" y="158900"/>
                    <a:pt x="240030" y="167731"/>
                    <a:pt x="190051" y="179568"/>
                  </a:cubicBezTo>
                  <a:cubicBezTo>
                    <a:pt x="139885" y="191405"/>
                    <a:pt x="87557" y="207094"/>
                    <a:pt x="52703" y="245048"/>
                  </a:cubicBezTo>
                  <a:cubicBezTo>
                    <a:pt x="69613" y="216113"/>
                    <a:pt x="97797" y="195257"/>
                    <a:pt x="128235" y="181353"/>
                  </a:cubicBezTo>
                  <a:cubicBezTo>
                    <a:pt x="158674" y="167449"/>
                    <a:pt x="191648" y="160027"/>
                    <a:pt x="224247" y="152606"/>
                  </a:cubicBezTo>
                  <a:cubicBezTo>
                    <a:pt x="181972" y="148378"/>
                    <a:pt x="138381" y="156739"/>
                    <a:pt x="100709" y="176468"/>
                  </a:cubicBezTo>
                  <a:cubicBezTo>
                    <a:pt x="102118" y="165946"/>
                    <a:pt x="112265" y="159088"/>
                    <a:pt x="121565" y="153733"/>
                  </a:cubicBezTo>
                  <a:cubicBezTo>
                    <a:pt x="148715" y="138138"/>
                    <a:pt x="176617" y="123858"/>
                    <a:pt x="205176" y="110894"/>
                  </a:cubicBezTo>
                  <a:cubicBezTo>
                    <a:pt x="121941" y="121510"/>
                    <a:pt x="44530" y="171019"/>
                    <a:pt x="0" y="242041"/>
                  </a:cubicBezTo>
                  <a:cubicBezTo>
                    <a:pt x="6952" y="211979"/>
                    <a:pt x="30532" y="188775"/>
                    <a:pt x="53830" y="168482"/>
                  </a:cubicBezTo>
                  <a:cubicBezTo>
                    <a:pt x="79384" y="146217"/>
                    <a:pt x="106064" y="125174"/>
                    <a:pt x="133684" y="105445"/>
                  </a:cubicBezTo>
                  <a:cubicBezTo>
                    <a:pt x="96669" y="114652"/>
                    <a:pt x="62380" y="134286"/>
                    <a:pt x="35605" y="161436"/>
                  </a:cubicBezTo>
                  <a:cubicBezTo>
                    <a:pt x="90845" y="113524"/>
                    <a:pt x="143924" y="60445"/>
                    <a:pt x="210907" y="31041"/>
                  </a:cubicBezTo>
                  <a:cubicBezTo>
                    <a:pt x="293391" y="-5222"/>
                    <a:pt x="387148" y="-1652"/>
                    <a:pt x="477147" y="2575"/>
                  </a:cubicBezTo>
                  <a:cubicBezTo>
                    <a:pt x="358871" y="-3156"/>
                    <a:pt x="238903" y="32262"/>
                    <a:pt x="142703" y="101405"/>
                  </a:cubicBezTo>
                  <a:cubicBezTo>
                    <a:pt x="190615" y="82710"/>
                    <a:pt x="239372" y="66364"/>
                    <a:pt x="288882" y="52460"/>
                  </a:cubicBezTo>
                  <a:cubicBezTo>
                    <a:pt x="332942" y="40059"/>
                    <a:pt x="379163" y="29631"/>
                    <a:pt x="424256" y="37805"/>
                  </a:cubicBezTo>
                  <a:cubicBezTo>
                    <a:pt x="343652" y="32168"/>
                    <a:pt x="265959" y="64861"/>
                    <a:pt x="191836" y="96990"/>
                  </a:cubicBezTo>
                  <a:cubicBezTo>
                    <a:pt x="216826" y="86468"/>
                    <a:pt x="244446" y="82053"/>
                    <a:pt x="271501" y="84401"/>
                  </a:cubicBezTo>
                  <a:cubicBezTo>
                    <a:pt x="256658" y="88723"/>
                    <a:pt x="242284" y="94360"/>
                    <a:pt x="228475" y="101312"/>
                  </a:cubicBezTo>
                  <a:cubicBezTo>
                    <a:pt x="243318" y="99339"/>
                    <a:pt x="258161" y="97366"/>
                    <a:pt x="272911" y="95393"/>
                  </a:cubicBezTo>
                  <a:cubicBezTo>
                    <a:pt x="248861" y="107324"/>
                    <a:pt x="224811" y="119349"/>
                    <a:pt x="200761" y="131280"/>
                  </a:cubicBezTo>
                  <a:cubicBezTo>
                    <a:pt x="276763" y="103566"/>
                    <a:pt x="360468" y="87877"/>
                    <a:pt x="438724" y="108357"/>
                  </a:cubicBezTo>
                  <a:cubicBezTo>
                    <a:pt x="370614" y="110988"/>
                    <a:pt x="302879" y="124798"/>
                    <a:pt x="239091" y="149036"/>
                  </a:cubicBezTo>
                  <a:cubicBezTo>
                    <a:pt x="274226" y="139359"/>
                    <a:pt x="311241" y="136541"/>
                    <a:pt x="347409" y="140769"/>
                  </a:cubicBezTo>
                  <a:cubicBezTo>
                    <a:pt x="325238" y="142460"/>
                    <a:pt x="303161" y="145184"/>
                    <a:pt x="281272" y="148848"/>
                  </a:cubicBezTo>
                  <a:cubicBezTo>
                    <a:pt x="300813" y="153263"/>
                    <a:pt x="321199" y="150069"/>
                    <a:pt x="341209" y="149505"/>
                  </a:cubicBezTo>
                  <a:cubicBezTo>
                    <a:pt x="361219" y="148942"/>
                    <a:pt x="383015" y="151854"/>
                    <a:pt x="397482" y="165664"/>
                  </a:cubicBezTo>
                  <a:cubicBezTo>
                    <a:pt x="378975" y="166040"/>
                    <a:pt x="360562" y="167825"/>
                    <a:pt x="342336" y="171113"/>
                  </a:cubicBezTo>
                  <a:cubicBezTo>
                    <a:pt x="365729" y="172052"/>
                    <a:pt x="389027" y="177125"/>
                    <a:pt x="410635" y="186050"/>
                  </a:cubicBezTo>
                  <a:cubicBezTo>
                    <a:pt x="398046" y="188305"/>
                    <a:pt x="385457" y="189808"/>
                    <a:pt x="372680" y="190653"/>
                  </a:cubicBezTo>
                  <a:cubicBezTo>
                    <a:pt x="392127" y="189432"/>
                    <a:pt x="495749" y="239881"/>
                    <a:pt x="494152" y="258670"/>
                  </a:cubicBezTo>
                  <a:cubicBezTo>
                    <a:pt x="418808" y="242605"/>
                    <a:pt x="357649" y="186144"/>
                    <a:pt x="277232" y="185674"/>
                  </a:cubicBezTo>
                  <a:close/>
                </a:path>
              </a:pathLst>
            </a:custGeom>
            <a:solidFill>
              <a:srgbClr val="C99D97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3" name="Forme libre : forme 1802">
              <a:extLst>
                <a:ext uri="{FF2B5EF4-FFF2-40B4-BE49-F238E27FC236}">
                  <a16:creationId xmlns:a16="http://schemas.microsoft.com/office/drawing/2014/main" id="{17E3BD31-79AB-4314-B08F-39CD7D73E554}"/>
                </a:ext>
              </a:extLst>
            </p:cNvPr>
            <p:cNvSpPr/>
            <p:nvPr/>
          </p:nvSpPr>
          <p:spPr>
            <a:xfrm>
              <a:off x="7831251" y="1854657"/>
              <a:ext cx="368267" cy="217621"/>
            </a:xfrm>
            <a:custGeom>
              <a:avLst/>
              <a:gdLst>
                <a:gd name="connsiteX0" fmla="*/ 216938 w 494169"/>
                <a:gd name="connsiteY0" fmla="*/ 185674 h 292020"/>
                <a:gd name="connsiteX1" fmla="*/ 332021 w 494169"/>
                <a:gd name="connsiteY1" fmla="*/ 212167 h 292020"/>
                <a:gd name="connsiteX2" fmla="*/ 449076 w 494169"/>
                <a:gd name="connsiteY2" fmla="*/ 292020 h 292020"/>
                <a:gd name="connsiteX3" fmla="*/ 274526 w 494169"/>
                <a:gd name="connsiteY3" fmla="*/ 182762 h 292020"/>
                <a:gd name="connsiteX4" fmla="*/ 153525 w 494169"/>
                <a:gd name="connsiteY4" fmla="*/ 183514 h 292020"/>
                <a:gd name="connsiteX5" fmla="*/ 304119 w 494169"/>
                <a:gd name="connsiteY5" fmla="*/ 179568 h 292020"/>
                <a:gd name="connsiteX6" fmla="*/ 441467 w 494169"/>
                <a:gd name="connsiteY6" fmla="*/ 245048 h 292020"/>
                <a:gd name="connsiteX7" fmla="*/ 365935 w 494169"/>
                <a:gd name="connsiteY7" fmla="*/ 181353 h 292020"/>
                <a:gd name="connsiteX8" fmla="*/ 269923 w 494169"/>
                <a:gd name="connsiteY8" fmla="*/ 152606 h 292020"/>
                <a:gd name="connsiteX9" fmla="*/ 393461 w 494169"/>
                <a:gd name="connsiteY9" fmla="*/ 176468 h 292020"/>
                <a:gd name="connsiteX10" fmla="*/ 372605 w 494169"/>
                <a:gd name="connsiteY10" fmla="*/ 153733 h 292020"/>
                <a:gd name="connsiteX11" fmla="*/ 288994 w 494169"/>
                <a:gd name="connsiteY11" fmla="*/ 110894 h 292020"/>
                <a:gd name="connsiteX12" fmla="*/ 494170 w 494169"/>
                <a:gd name="connsiteY12" fmla="*/ 242041 h 292020"/>
                <a:gd name="connsiteX13" fmla="*/ 440339 w 494169"/>
                <a:gd name="connsiteY13" fmla="*/ 168482 h 292020"/>
                <a:gd name="connsiteX14" fmla="*/ 360486 w 494169"/>
                <a:gd name="connsiteY14" fmla="*/ 105445 h 292020"/>
                <a:gd name="connsiteX15" fmla="*/ 458565 w 494169"/>
                <a:gd name="connsiteY15" fmla="*/ 161436 h 292020"/>
                <a:gd name="connsiteX16" fmla="*/ 283263 w 494169"/>
                <a:gd name="connsiteY16" fmla="*/ 31041 h 292020"/>
                <a:gd name="connsiteX17" fmla="*/ 17022 w 494169"/>
                <a:gd name="connsiteY17" fmla="*/ 2575 h 292020"/>
                <a:gd name="connsiteX18" fmla="*/ 351467 w 494169"/>
                <a:gd name="connsiteY18" fmla="*/ 101405 h 292020"/>
                <a:gd name="connsiteX19" fmla="*/ 205288 w 494169"/>
                <a:gd name="connsiteY19" fmla="*/ 52460 h 292020"/>
                <a:gd name="connsiteX20" fmla="*/ 69914 w 494169"/>
                <a:gd name="connsiteY20" fmla="*/ 37805 h 292020"/>
                <a:gd name="connsiteX21" fmla="*/ 302334 w 494169"/>
                <a:gd name="connsiteY21" fmla="*/ 96990 h 292020"/>
                <a:gd name="connsiteX22" fmla="*/ 222669 w 494169"/>
                <a:gd name="connsiteY22" fmla="*/ 84401 h 292020"/>
                <a:gd name="connsiteX23" fmla="*/ 265695 w 494169"/>
                <a:gd name="connsiteY23" fmla="*/ 101312 h 292020"/>
                <a:gd name="connsiteX24" fmla="*/ 221259 w 494169"/>
                <a:gd name="connsiteY24" fmla="*/ 95393 h 292020"/>
                <a:gd name="connsiteX25" fmla="*/ 293409 w 494169"/>
                <a:gd name="connsiteY25" fmla="*/ 131280 h 292020"/>
                <a:gd name="connsiteX26" fmla="*/ 55446 w 494169"/>
                <a:gd name="connsiteY26" fmla="*/ 108357 h 292020"/>
                <a:gd name="connsiteX27" fmla="*/ 255080 w 494169"/>
                <a:gd name="connsiteY27" fmla="*/ 149036 h 292020"/>
                <a:gd name="connsiteX28" fmla="*/ 146761 w 494169"/>
                <a:gd name="connsiteY28" fmla="*/ 140769 h 292020"/>
                <a:gd name="connsiteX29" fmla="*/ 212898 w 494169"/>
                <a:gd name="connsiteY29" fmla="*/ 148848 h 292020"/>
                <a:gd name="connsiteX30" fmla="*/ 152961 w 494169"/>
                <a:gd name="connsiteY30" fmla="*/ 149505 h 292020"/>
                <a:gd name="connsiteX31" fmla="*/ 96688 w 494169"/>
                <a:gd name="connsiteY31" fmla="*/ 165664 h 292020"/>
                <a:gd name="connsiteX32" fmla="*/ 151833 w 494169"/>
                <a:gd name="connsiteY32" fmla="*/ 171113 h 292020"/>
                <a:gd name="connsiteX33" fmla="*/ 83536 w 494169"/>
                <a:gd name="connsiteY33" fmla="*/ 186050 h 292020"/>
                <a:gd name="connsiteX34" fmla="*/ 121489 w 494169"/>
                <a:gd name="connsiteY34" fmla="*/ 190653 h 292020"/>
                <a:gd name="connsiteX35" fmla="*/ 18 w 494169"/>
                <a:gd name="connsiteY35" fmla="*/ 258670 h 292020"/>
                <a:gd name="connsiteX36" fmla="*/ 216938 w 494169"/>
                <a:gd name="connsiteY36" fmla="*/ 185674 h 292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94169" h="292020">
                  <a:moveTo>
                    <a:pt x="216938" y="185674"/>
                  </a:moveTo>
                  <a:cubicBezTo>
                    <a:pt x="256489" y="185486"/>
                    <a:pt x="294724" y="198921"/>
                    <a:pt x="332021" y="212167"/>
                  </a:cubicBezTo>
                  <a:cubicBezTo>
                    <a:pt x="377772" y="228419"/>
                    <a:pt x="427845" y="248430"/>
                    <a:pt x="449076" y="292020"/>
                  </a:cubicBezTo>
                  <a:cubicBezTo>
                    <a:pt x="415256" y="229641"/>
                    <a:pt x="343952" y="196854"/>
                    <a:pt x="274526" y="182762"/>
                  </a:cubicBezTo>
                  <a:cubicBezTo>
                    <a:pt x="234599" y="174683"/>
                    <a:pt x="192418" y="171489"/>
                    <a:pt x="153525" y="183514"/>
                  </a:cubicBezTo>
                  <a:cubicBezTo>
                    <a:pt x="198713" y="158900"/>
                    <a:pt x="254140" y="167731"/>
                    <a:pt x="304119" y="179568"/>
                  </a:cubicBezTo>
                  <a:cubicBezTo>
                    <a:pt x="354286" y="191405"/>
                    <a:pt x="406613" y="207094"/>
                    <a:pt x="441467" y="245048"/>
                  </a:cubicBezTo>
                  <a:cubicBezTo>
                    <a:pt x="424557" y="216113"/>
                    <a:pt x="396373" y="195257"/>
                    <a:pt x="365935" y="181353"/>
                  </a:cubicBezTo>
                  <a:cubicBezTo>
                    <a:pt x="335497" y="167449"/>
                    <a:pt x="302522" y="160027"/>
                    <a:pt x="269923" y="152606"/>
                  </a:cubicBezTo>
                  <a:cubicBezTo>
                    <a:pt x="312198" y="148378"/>
                    <a:pt x="355789" y="156739"/>
                    <a:pt x="393461" y="176468"/>
                  </a:cubicBezTo>
                  <a:cubicBezTo>
                    <a:pt x="392051" y="165946"/>
                    <a:pt x="381906" y="159088"/>
                    <a:pt x="372605" y="153733"/>
                  </a:cubicBezTo>
                  <a:cubicBezTo>
                    <a:pt x="345455" y="138138"/>
                    <a:pt x="317553" y="123858"/>
                    <a:pt x="288994" y="110894"/>
                  </a:cubicBezTo>
                  <a:cubicBezTo>
                    <a:pt x="372229" y="121510"/>
                    <a:pt x="449640" y="171019"/>
                    <a:pt x="494170" y="242041"/>
                  </a:cubicBezTo>
                  <a:cubicBezTo>
                    <a:pt x="487218" y="211979"/>
                    <a:pt x="463638" y="188775"/>
                    <a:pt x="440339" y="168482"/>
                  </a:cubicBezTo>
                  <a:cubicBezTo>
                    <a:pt x="414787" y="146217"/>
                    <a:pt x="388106" y="125174"/>
                    <a:pt x="360486" y="105445"/>
                  </a:cubicBezTo>
                  <a:cubicBezTo>
                    <a:pt x="397500" y="114652"/>
                    <a:pt x="431791" y="134286"/>
                    <a:pt x="458565" y="161436"/>
                  </a:cubicBezTo>
                  <a:cubicBezTo>
                    <a:pt x="403325" y="113524"/>
                    <a:pt x="350246" y="60445"/>
                    <a:pt x="283263" y="31041"/>
                  </a:cubicBezTo>
                  <a:cubicBezTo>
                    <a:pt x="200779" y="-5222"/>
                    <a:pt x="107022" y="-1652"/>
                    <a:pt x="17022" y="2575"/>
                  </a:cubicBezTo>
                  <a:cubicBezTo>
                    <a:pt x="135300" y="-3156"/>
                    <a:pt x="255267" y="32262"/>
                    <a:pt x="351467" y="101405"/>
                  </a:cubicBezTo>
                  <a:cubicBezTo>
                    <a:pt x="303555" y="82710"/>
                    <a:pt x="254798" y="66364"/>
                    <a:pt x="205288" y="52460"/>
                  </a:cubicBezTo>
                  <a:cubicBezTo>
                    <a:pt x="161228" y="40059"/>
                    <a:pt x="115007" y="29631"/>
                    <a:pt x="69914" y="37805"/>
                  </a:cubicBezTo>
                  <a:cubicBezTo>
                    <a:pt x="150519" y="32168"/>
                    <a:pt x="228211" y="64861"/>
                    <a:pt x="302334" y="96990"/>
                  </a:cubicBezTo>
                  <a:cubicBezTo>
                    <a:pt x="277345" y="86468"/>
                    <a:pt x="249725" y="82053"/>
                    <a:pt x="222669" y="84401"/>
                  </a:cubicBezTo>
                  <a:cubicBezTo>
                    <a:pt x="237511" y="88723"/>
                    <a:pt x="251885" y="94360"/>
                    <a:pt x="265695" y="101312"/>
                  </a:cubicBezTo>
                  <a:cubicBezTo>
                    <a:pt x="250852" y="99339"/>
                    <a:pt x="236009" y="97366"/>
                    <a:pt x="221259" y="95393"/>
                  </a:cubicBezTo>
                  <a:cubicBezTo>
                    <a:pt x="245309" y="107324"/>
                    <a:pt x="269359" y="119349"/>
                    <a:pt x="293409" y="131280"/>
                  </a:cubicBezTo>
                  <a:cubicBezTo>
                    <a:pt x="217408" y="103566"/>
                    <a:pt x="133702" y="87877"/>
                    <a:pt x="55446" y="108357"/>
                  </a:cubicBezTo>
                  <a:cubicBezTo>
                    <a:pt x="123556" y="110988"/>
                    <a:pt x="191291" y="124798"/>
                    <a:pt x="255080" y="149036"/>
                  </a:cubicBezTo>
                  <a:cubicBezTo>
                    <a:pt x="219944" y="139359"/>
                    <a:pt x="182929" y="136541"/>
                    <a:pt x="146761" y="140769"/>
                  </a:cubicBezTo>
                  <a:cubicBezTo>
                    <a:pt x="168932" y="142460"/>
                    <a:pt x="191009" y="145184"/>
                    <a:pt x="212898" y="148848"/>
                  </a:cubicBezTo>
                  <a:cubicBezTo>
                    <a:pt x="193358" y="153263"/>
                    <a:pt x="172971" y="150069"/>
                    <a:pt x="152961" y="149505"/>
                  </a:cubicBezTo>
                  <a:cubicBezTo>
                    <a:pt x="132951" y="148942"/>
                    <a:pt x="111156" y="151854"/>
                    <a:pt x="96688" y="165664"/>
                  </a:cubicBezTo>
                  <a:cubicBezTo>
                    <a:pt x="115195" y="166040"/>
                    <a:pt x="133608" y="167825"/>
                    <a:pt x="151833" y="171113"/>
                  </a:cubicBezTo>
                  <a:cubicBezTo>
                    <a:pt x="128441" y="172052"/>
                    <a:pt x="105143" y="177125"/>
                    <a:pt x="83536" y="186050"/>
                  </a:cubicBezTo>
                  <a:cubicBezTo>
                    <a:pt x="96124" y="188305"/>
                    <a:pt x="108713" y="189808"/>
                    <a:pt x="121489" y="190653"/>
                  </a:cubicBezTo>
                  <a:cubicBezTo>
                    <a:pt x="102043" y="189432"/>
                    <a:pt x="-1579" y="239881"/>
                    <a:pt x="18" y="258670"/>
                  </a:cubicBezTo>
                  <a:cubicBezTo>
                    <a:pt x="75363" y="242605"/>
                    <a:pt x="136520" y="186144"/>
                    <a:pt x="216938" y="185674"/>
                  </a:cubicBezTo>
                  <a:close/>
                </a:path>
              </a:pathLst>
            </a:custGeom>
            <a:solidFill>
              <a:srgbClr val="C99D97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4" name="Forme libre : forme 1803">
              <a:extLst>
                <a:ext uri="{FF2B5EF4-FFF2-40B4-BE49-F238E27FC236}">
                  <a16:creationId xmlns:a16="http://schemas.microsoft.com/office/drawing/2014/main" id="{F2C6EDD8-6C3E-453A-BB44-96302E4AE6F4}"/>
                </a:ext>
              </a:extLst>
            </p:cNvPr>
            <p:cNvSpPr/>
            <p:nvPr/>
          </p:nvSpPr>
          <p:spPr>
            <a:xfrm>
              <a:off x="7419624" y="2302775"/>
              <a:ext cx="311057" cy="265280"/>
            </a:xfrm>
            <a:custGeom>
              <a:avLst/>
              <a:gdLst>
                <a:gd name="connsiteX0" fmla="*/ 415117 w 417400"/>
                <a:gd name="connsiteY0" fmla="*/ 181848 h 355973"/>
                <a:gd name="connsiteX1" fmla="*/ 95704 w 417400"/>
                <a:gd name="connsiteY1" fmla="*/ 13028 h 355973"/>
                <a:gd name="connsiteX2" fmla="*/ 183448 w 417400"/>
                <a:gd name="connsiteY2" fmla="*/ 351231 h 355973"/>
                <a:gd name="connsiteX3" fmla="*/ 415117 w 417400"/>
                <a:gd name="connsiteY3" fmla="*/ 181848 h 355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400" h="355973">
                  <a:moveTo>
                    <a:pt x="415117" y="181848"/>
                  </a:moveTo>
                  <a:cubicBezTo>
                    <a:pt x="404783" y="95794"/>
                    <a:pt x="285473" y="-43245"/>
                    <a:pt x="95704" y="13028"/>
                  </a:cubicBezTo>
                  <a:cubicBezTo>
                    <a:pt x="-94066" y="69301"/>
                    <a:pt x="32008" y="332724"/>
                    <a:pt x="183448" y="351231"/>
                  </a:cubicBezTo>
                  <a:cubicBezTo>
                    <a:pt x="334982" y="369738"/>
                    <a:pt x="433906" y="338267"/>
                    <a:pt x="415117" y="181848"/>
                  </a:cubicBezTo>
                  <a:close/>
                </a:path>
              </a:pathLst>
            </a:custGeom>
            <a:solidFill>
              <a:srgbClr val="FC0606">
                <a:alpha val="77000"/>
              </a:srgbClr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5" name="Forme libre : forme 1804">
              <a:extLst>
                <a:ext uri="{FF2B5EF4-FFF2-40B4-BE49-F238E27FC236}">
                  <a16:creationId xmlns:a16="http://schemas.microsoft.com/office/drawing/2014/main" id="{233FD333-192F-4B57-BE45-05F030C630DF}"/>
                </a:ext>
              </a:extLst>
            </p:cNvPr>
            <p:cNvSpPr/>
            <p:nvPr/>
          </p:nvSpPr>
          <p:spPr>
            <a:xfrm>
              <a:off x="7472191" y="2623973"/>
              <a:ext cx="242455" cy="253233"/>
            </a:xfrm>
            <a:custGeom>
              <a:avLst/>
              <a:gdLst>
                <a:gd name="connsiteX0" fmla="*/ 313484 w 325344"/>
                <a:gd name="connsiteY0" fmla="*/ 4305 h 339807"/>
                <a:gd name="connsiteX1" fmla="*/ 157440 w 325344"/>
                <a:gd name="connsiteY1" fmla="*/ 46486 h 339807"/>
                <a:gd name="connsiteX2" fmla="*/ 20281 w 325344"/>
                <a:gd name="connsiteY2" fmla="*/ 244428 h 339807"/>
                <a:gd name="connsiteX3" fmla="*/ 270175 w 325344"/>
                <a:gd name="connsiteY3" fmla="*/ 217372 h 339807"/>
                <a:gd name="connsiteX4" fmla="*/ 313484 w 325344"/>
                <a:gd name="connsiteY4" fmla="*/ 4305 h 339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344" h="339807">
                  <a:moveTo>
                    <a:pt x="313484" y="4305"/>
                  </a:moveTo>
                  <a:cubicBezTo>
                    <a:pt x="298077" y="-15706"/>
                    <a:pt x="228651" y="40192"/>
                    <a:pt x="157440" y="46486"/>
                  </a:cubicBezTo>
                  <a:cubicBezTo>
                    <a:pt x="86230" y="52780"/>
                    <a:pt x="-51869" y="90922"/>
                    <a:pt x="20281" y="244428"/>
                  </a:cubicBezTo>
                  <a:cubicBezTo>
                    <a:pt x="92431" y="397935"/>
                    <a:pt x="238609" y="349365"/>
                    <a:pt x="270175" y="217372"/>
                  </a:cubicBezTo>
                  <a:cubicBezTo>
                    <a:pt x="301741" y="85379"/>
                    <a:pt x="347116" y="47989"/>
                    <a:pt x="313484" y="4305"/>
                  </a:cubicBezTo>
                  <a:close/>
                </a:path>
              </a:pathLst>
            </a:custGeom>
            <a:solidFill>
              <a:srgbClr val="FC0606">
                <a:alpha val="77000"/>
              </a:srgbClr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6" name="Forme libre : forme 1805">
              <a:extLst>
                <a:ext uri="{FF2B5EF4-FFF2-40B4-BE49-F238E27FC236}">
                  <a16:creationId xmlns:a16="http://schemas.microsoft.com/office/drawing/2014/main" id="{B6B26D1F-B80F-4ACF-8C79-DD020E125A9E}"/>
                </a:ext>
              </a:extLst>
            </p:cNvPr>
            <p:cNvSpPr/>
            <p:nvPr/>
          </p:nvSpPr>
          <p:spPr>
            <a:xfrm>
              <a:off x="7902949" y="2302775"/>
              <a:ext cx="311043" cy="265280"/>
            </a:xfrm>
            <a:custGeom>
              <a:avLst/>
              <a:gdLst>
                <a:gd name="connsiteX0" fmla="*/ 2264 w 417381"/>
                <a:gd name="connsiteY0" fmla="*/ 181848 h 355973"/>
                <a:gd name="connsiteX1" fmla="*/ 321678 w 417381"/>
                <a:gd name="connsiteY1" fmla="*/ 13028 h 355973"/>
                <a:gd name="connsiteX2" fmla="*/ 233933 w 417381"/>
                <a:gd name="connsiteY2" fmla="*/ 351231 h 355973"/>
                <a:gd name="connsiteX3" fmla="*/ 2264 w 417381"/>
                <a:gd name="connsiteY3" fmla="*/ 181848 h 355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381" h="355973">
                  <a:moveTo>
                    <a:pt x="2264" y="181848"/>
                  </a:moveTo>
                  <a:cubicBezTo>
                    <a:pt x="12598" y="95794"/>
                    <a:pt x="131908" y="-43245"/>
                    <a:pt x="321678" y="13028"/>
                  </a:cubicBezTo>
                  <a:cubicBezTo>
                    <a:pt x="511447" y="69301"/>
                    <a:pt x="385373" y="332724"/>
                    <a:pt x="233933" y="351231"/>
                  </a:cubicBezTo>
                  <a:cubicBezTo>
                    <a:pt x="82400" y="369738"/>
                    <a:pt x="-16431" y="338267"/>
                    <a:pt x="2264" y="181848"/>
                  </a:cubicBezTo>
                  <a:close/>
                </a:path>
              </a:pathLst>
            </a:custGeom>
            <a:solidFill>
              <a:srgbClr val="FC0606">
                <a:alpha val="77000"/>
              </a:srgbClr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7" name="Forme libre : forme 1806">
              <a:extLst>
                <a:ext uri="{FF2B5EF4-FFF2-40B4-BE49-F238E27FC236}">
                  <a16:creationId xmlns:a16="http://schemas.microsoft.com/office/drawing/2014/main" id="{B5637F31-A37E-435C-9167-A8F331957967}"/>
                </a:ext>
              </a:extLst>
            </p:cNvPr>
            <p:cNvSpPr/>
            <p:nvPr/>
          </p:nvSpPr>
          <p:spPr>
            <a:xfrm>
              <a:off x="7918970" y="2623973"/>
              <a:ext cx="242455" cy="253233"/>
            </a:xfrm>
            <a:custGeom>
              <a:avLst/>
              <a:gdLst>
                <a:gd name="connsiteX0" fmla="*/ 11860 w 325344"/>
                <a:gd name="connsiteY0" fmla="*/ 4305 h 339807"/>
                <a:gd name="connsiteX1" fmla="*/ 167904 w 325344"/>
                <a:gd name="connsiteY1" fmla="*/ 46486 h 339807"/>
                <a:gd name="connsiteX2" fmla="*/ 305064 w 325344"/>
                <a:gd name="connsiteY2" fmla="*/ 244428 h 339807"/>
                <a:gd name="connsiteX3" fmla="*/ 55170 w 325344"/>
                <a:gd name="connsiteY3" fmla="*/ 217372 h 339807"/>
                <a:gd name="connsiteX4" fmla="*/ 11860 w 325344"/>
                <a:gd name="connsiteY4" fmla="*/ 4305 h 339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344" h="339807">
                  <a:moveTo>
                    <a:pt x="11860" y="4305"/>
                  </a:moveTo>
                  <a:cubicBezTo>
                    <a:pt x="27268" y="-15706"/>
                    <a:pt x="96693" y="40192"/>
                    <a:pt x="167904" y="46486"/>
                  </a:cubicBezTo>
                  <a:cubicBezTo>
                    <a:pt x="239114" y="52780"/>
                    <a:pt x="377214" y="90922"/>
                    <a:pt x="305064" y="244428"/>
                  </a:cubicBezTo>
                  <a:cubicBezTo>
                    <a:pt x="232914" y="397935"/>
                    <a:pt x="86735" y="349365"/>
                    <a:pt x="55170" y="217372"/>
                  </a:cubicBezTo>
                  <a:cubicBezTo>
                    <a:pt x="23604" y="85379"/>
                    <a:pt x="-21772" y="47989"/>
                    <a:pt x="11860" y="4305"/>
                  </a:cubicBezTo>
                  <a:close/>
                </a:path>
              </a:pathLst>
            </a:custGeom>
            <a:solidFill>
              <a:srgbClr val="FC0606">
                <a:alpha val="77000"/>
              </a:srgbClr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8" name="Forme libre : forme 1807">
              <a:extLst>
                <a:ext uri="{FF2B5EF4-FFF2-40B4-BE49-F238E27FC236}">
                  <a16:creationId xmlns:a16="http://schemas.microsoft.com/office/drawing/2014/main" id="{564C0301-7A18-4BF1-97CF-95DA3BD87867}"/>
                </a:ext>
              </a:extLst>
            </p:cNvPr>
            <p:cNvSpPr/>
            <p:nvPr/>
          </p:nvSpPr>
          <p:spPr>
            <a:xfrm>
              <a:off x="7919233" y="2386041"/>
              <a:ext cx="278465" cy="98791"/>
            </a:xfrm>
            <a:custGeom>
              <a:avLst/>
              <a:gdLst>
                <a:gd name="connsiteX0" fmla="*/ 5965 w 373666"/>
                <a:gd name="connsiteY0" fmla="*/ 126670 h 132565"/>
                <a:gd name="connsiteX1" fmla="*/ 10004 w 373666"/>
                <a:gd name="connsiteY1" fmla="*/ 79322 h 132565"/>
                <a:gd name="connsiteX2" fmla="*/ 186621 w 373666"/>
                <a:gd name="connsiteY2" fmla="*/ 26713 h 132565"/>
                <a:gd name="connsiteX3" fmla="*/ 373667 w 373666"/>
                <a:gd name="connsiteY3" fmla="*/ 41462 h 132565"/>
                <a:gd name="connsiteX4" fmla="*/ 222133 w 373666"/>
                <a:gd name="connsiteY4" fmla="*/ 56775 h 132565"/>
                <a:gd name="connsiteX5" fmla="*/ 5965 w 373666"/>
                <a:gd name="connsiteY5" fmla="*/ 126670 h 13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3666" h="132565">
                  <a:moveTo>
                    <a:pt x="5965" y="126670"/>
                  </a:moveTo>
                  <a:cubicBezTo>
                    <a:pt x="-3148" y="117370"/>
                    <a:pt x="-1833" y="87495"/>
                    <a:pt x="10004" y="79322"/>
                  </a:cubicBezTo>
                  <a:cubicBezTo>
                    <a:pt x="16768" y="74625"/>
                    <a:pt x="124712" y="51232"/>
                    <a:pt x="186621" y="26713"/>
                  </a:cubicBezTo>
                  <a:cubicBezTo>
                    <a:pt x="228333" y="10178"/>
                    <a:pt x="291088" y="-31064"/>
                    <a:pt x="373667" y="41462"/>
                  </a:cubicBezTo>
                  <a:cubicBezTo>
                    <a:pt x="373667" y="41462"/>
                    <a:pt x="286673" y="10085"/>
                    <a:pt x="222133" y="56775"/>
                  </a:cubicBezTo>
                  <a:cubicBezTo>
                    <a:pt x="157686" y="103466"/>
                    <a:pt x="28136" y="149123"/>
                    <a:pt x="5965" y="126670"/>
                  </a:cubicBezTo>
                  <a:close/>
                </a:path>
              </a:pathLst>
            </a:custGeom>
            <a:solidFill>
              <a:srgbClr val="754A45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9" name="Forme libre : forme 1808">
              <a:extLst>
                <a:ext uri="{FF2B5EF4-FFF2-40B4-BE49-F238E27FC236}">
                  <a16:creationId xmlns:a16="http://schemas.microsoft.com/office/drawing/2014/main" id="{ED13DE7D-7F2C-4310-AF87-0F797A34FD45}"/>
                </a:ext>
              </a:extLst>
            </p:cNvPr>
            <p:cNvSpPr/>
            <p:nvPr/>
          </p:nvSpPr>
          <p:spPr>
            <a:xfrm>
              <a:off x="7432696" y="2395731"/>
              <a:ext cx="281489" cy="84041"/>
            </a:xfrm>
            <a:custGeom>
              <a:avLst/>
              <a:gdLst>
                <a:gd name="connsiteX0" fmla="*/ 373244 w 377724"/>
                <a:gd name="connsiteY0" fmla="*/ 104837 h 112773"/>
                <a:gd name="connsiteX1" fmla="*/ 365447 w 377724"/>
                <a:gd name="connsiteY1" fmla="*/ 57958 h 112773"/>
                <a:gd name="connsiteX2" fmla="*/ 185260 w 377724"/>
                <a:gd name="connsiteY2" fmla="*/ 19722 h 112773"/>
                <a:gd name="connsiteX3" fmla="*/ 0 w 377724"/>
                <a:gd name="connsiteY3" fmla="*/ 49409 h 112773"/>
                <a:gd name="connsiteX4" fmla="*/ 152285 w 377724"/>
                <a:gd name="connsiteY4" fmla="*/ 52509 h 112773"/>
                <a:gd name="connsiteX5" fmla="*/ 373244 w 377724"/>
                <a:gd name="connsiteY5" fmla="*/ 104837 h 112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7724" h="112773">
                  <a:moveTo>
                    <a:pt x="373244" y="104837"/>
                  </a:moveTo>
                  <a:cubicBezTo>
                    <a:pt x="381605" y="94879"/>
                    <a:pt x="377847" y="65192"/>
                    <a:pt x="365447" y="57958"/>
                  </a:cubicBezTo>
                  <a:cubicBezTo>
                    <a:pt x="358307" y="53825"/>
                    <a:pt x="248861" y="39169"/>
                    <a:pt x="185260" y="19722"/>
                  </a:cubicBezTo>
                  <a:cubicBezTo>
                    <a:pt x="142327" y="6570"/>
                    <a:pt x="76472" y="-29505"/>
                    <a:pt x="0" y="49409"/>
                  </a:cubicBezTo>
                  <a:cubicBezTo>
                    <a:pt x="0" y="49409"/>
                    <a:pt x="84269" y="11173"/>
                    <a:pt x="152285" y="52509"/>
                  </a:cubicBezTo>
                  <a:cubicBezTo>
                    <a:pt x="220302" y="93845"/>
                    <a:pt x="352952" y="129075"/>
                    <a:pt x="373244" y="104837"/>
                  </a:cubicBezTo>
                  <a:close/>
                </a:path>
              </a:pathLst>
            </a:custGeom>
            <a:solidFill>
              <a:srgbClr val="754A45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71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7134740" y="2435530"/>
              <a:ext cx="352563" cy="1327379"/>
              <a:chOff x="7518809" y="1284280"/>
              <a:chExt cx="473096" cy="1781178"/>
            </a:xfrm>
            <a:solidFill>
              <a:schemeClr val="accent1"/>
            </a:solidFill>
          </p:grpSpPr>
          <p:sp>
            <p:nvSpPr>
              <p:cNvPr id="2072" name="Forme libre : forme 2071">
                <a:extLst>
                  <a:ext uri="{FF2B5EF4-FFF2-40B4-BE49-F238E27FC236}">
                    <a16:creationId xmlns:a16="http://schemas.microsoft.com/office/drawing/2014/main" id="{9077914C-4C30-4B31-97C0-20CD98D38272}"/>
                  </a:ext>
                </a:extLst>
              </p:cNvPr>
              <p:cNvSpPr/>
              <p:nvPr/>
            </p:nvSpPr>
            <p:spPr>
              <a:xfrm>
                <a:off x="7518809" y="1284280"/>
                <a:ext cx="473002" cy="1781178"/>
              </a:xfrm>
              <a:custGeom>
                <a:avLst/>
                <a:gdLst>
                  <a:gd name="connsiteX0" fmla="*/ 456940 w 473002"/>
                  <a:gd name="connsiteY0" fmla="*/ 1360934 h 1781178"/>
                  <a:gd name="connsiteX1" fmla="*/ 453088 w 473002"/>
                  <a:gd name="connsiteY1" fmla="*/ 1432426 h 1781178"/>
                  <a:gd name="connsiteX2" fmla="*/ 383287 w 473002"/>
                  <a:gd name="connsiteY2" fmla="*/ 1754189 h 1781178"/>
                  <a:gd name="connsiteX3" fmla="*/ 82380 w 473002"/>
                  <a:gd name="connsiteY3" fmla="*/ 1762550 h 1781178"/>
                  <a:gd name="connsiteX4" fmla="*/ 108122 w 473002"/>
                  <a:gd name="connsiteY4" fmla="*/ 1475172 h 1781178"/>
                  <a:gd name="connsiteX5" fmla="*/ 85480 w 473002"/>
                  <a:gd name="connsiteY5" fmla="*/ 1286154 h 1781178"/>
                  <a:gd name="connsiteX6" fmla="*/ 37099 w 473002"/>
                  <a:gd name="connsiteY6" fmla="*/ 1044809 h 1781178"/>
                  <a:gd name="connsiteX7" fmla="*/ 14458 w 473002"/>
                  <a:gd name="connsiteY7" fmla="*/ 915164 h 1781178"/>
                  <a:gd name="connsiteX8" fmla="*/ 5909 w 473002"/>
                  <a:gd name="connsiteY8" fmla="*/ 797263 h 1781178"/>
                  <a:gd name="connsiteX9" fmla="*/ 108967 w 473002"/>
                  <a:gd name="connsiteY9" fmla="*/ 602045 h 1781178"/>
                  <a:gd name="connsiteX10" fmla="*/ 182338 w 473002"/>
                  <a:gd name="connsiteY10" fmla="*/ 394332 h 1781178"/>
                  <a:gd name="connsiteX11" fmla="*/ 241711 w 473002"/>
                  <a:gd name="connsiteY11" fmla="*/ 183425 h 1781178"/>
                  <a:gd name="connsiteX12" fmla="*/ 268298 w 473002"/>
                  <a:gd name="connsiteY12" fmla="*/ 117851 h 1781178"/>
                  <a:gd name="connsiteX13" fmla="*/ 296951 w 473002"/>
                  <a:gd name="connsiteY13" fmla="*/ 1265 h 1781178"/>
                  <a:gd name="connsiteX14" fmla="*/ 315177 w 473002"/>
                  <a:gd name="connsiteY14" fmla="*/ 11129 h 1781178"/>
                  <a:gd name="connsiteX15" fmla="*/ 359989 w 473002"/>
                  <a:gd name="connsiteY15" fmla="*/ 76703 h 1781178"/>
                  <a:gd name="connsiteX16" fmla="*/ 392775 w 473002"/>
                  <a:gd name="connsiteY16" fmla="*/ 168300 h 1781178"/>
                  <a:gd name="connsiteX17" fmla="*/ 378214 w 473002"/>
                  <a:gd name="connsiteY17" fmla="*/ 283852 h 1781178"/>
                  <a:gd name="connsiteX18" fmla="*/ 373517 w 473002"/>
                  <a:gd name="connsiteY18" fmla="*/ 445250 h 1781178"/>
                  <a:gd name="connsiteX19" fmla="*/ 354258 w 473002"/>
                  <a:gd name="connsiteY19" fmla="*/ 529049 h 1781178"/>
                  <a:gd name="connsiteX20" fmla="*/ 339132 w 473002"/>
                  <a:gd name="connsiteY20" fmla="*/ 641502 h 1781178"/>
                  <a:gd name="connsiteX21" fmla="*/ 326638 w 473002"/>
                  <a:gd name="connsiteY21" fmla="*/ 744090 h 1781178"/>
                  <a:gd name="connsiteX22" fmla="*/ 361022 w 473002"/>
                  <a:gd name="connsiteY22" fmla="*/ 858609 h 1781178"/>
                  <a:gd name="connsiteX23" fmla="*/ 361867 w 473002"/>
                  <a:gd name="connsiteY23" fmla="*/ 893933 h 1781178"/>
                  <a:gd name="connsiteX24" fmla="*/ 417483 w 473002"/>
                  <a:gd name="connsiteY24" fmla="*/ 1041614 h 1781178"/>
                  <a:gd name="connsiteX25" fmla="*/ 472910 w 473002"/>
                  <a:gd name="connsiteY25" fmla="*/ 1243127 h 1781178"/>
                  <a:gd name="connsiteX26" fmla="*/ 456940 w 473002"/>
                  <a:gd name="connsiteY26" fmla="*/ 1360934 h 1781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73002" h="1781178">
                    <a:moveTo>
                      <a:pt x="456940" y="1360934"/>
                    </a:moveTo>
                    <a:cubicBezTo>
                      <a:pt x="459101" y="1380005"/>
                      <a:pt x="458443" y="1403022"/>
                      <a:pt x="453088" y="1432426"/>
                    </a:cubicBezTo>
                    <a:cubicBezTo>
                      <a:pt x="436930" y="1520453"/>
                      <a:pt x="403579" y="1588657"/>
                      <a:pt x="383287" y="1754189"/>
                    </a:cubicBezTo>
                    <a:cubicBezTo>
                      <a:pt x="381784" y="1766590"/>
                      <a:pt x="163549" y="1803134"/>
                      <a:pt x="82380" y="1762550"/>
                    </a:cubicBezTo>
                    <a:cubicBezTo>
                      <a:pt x="82380" y="1762550"/>
                      <a:pt x="108122" y="1510307"/>
                      <a:pt x="108122" y="1475172"/>
                    </a:cubicBezTo>
                    <a:cubicBezTo>
                      <a:pt x="108122" y="1440036"/>
                      <a:pt x="101076" y="1354922"/>
                      <a:pt x="85480" y="1286154"/>
                    </a:cubicBezTo>
                    <a:cubicBezTo>
                      <a:pt x="69886" y="1217386"/>
                      <a:pt x="44051" y="1077596"/>
                      <a:pt x="37099" y="1044809"/>
                    </a:cubicBezTo>
                    <a:cubicBezTo>
                      <a:pt x="30053" y="1012022"/>
                      <a:pt x="21504" y="933859"/>
                      <a:pt x="14458" y="915164"/>
                    </a:cubicBezTo>
                    <a:cubicBezTo>
                      <a:pt x="7412" y="896375"/>
                      <a:pt x="-8652" y="831553"/>
                      <a:pt x="5909" y="797263"/>
                    </a:cubicBezTo>
                    <a:cubicBezTo>
                      <a:pt x="23383" y="756115"/>
                      <a:pt x="88675" y="672316"/>
                      <a:pt x="108967" y="602045"/>
                    </a:cubicBezTo>
                    <a:cubicBezTo>
                      <a:pt x="129259" y="531774"/>
                      <a:pt x="165240" y="433319"/>
                      <a:pt x="182338" y="394332"/>
                    </a:cubicBezTo>
                    <a:cubicBezTo>
                      <a:pt x="199436" y="355345"/>
                      <a:pt x="230720" y="216306"/>
                      <a:pt x="241711" y="183425"/>
                    </a:cubicBezTo>
                    <a:cubicBezTo>
                      <a:pt x="252703" y="150544"/>
                      <a:pt x="258903" y="127152"/>
                      <a:pt x="268298" y="117851"/>
                    </a:cubicBezTo>
                    <a:cubicBezTo>
                      <a:pt x="268298" y="117851"/>
                      <a:pt x="291690" y="6902"/>
                      <a:pt x="296951" y="1265"/>
                    </a:cubicBezTo>
                    <a:cubicBezTo>
                      <a:pt x="302118" y="-4465"/>
                      <a:pt x="315177" y="11129"/>
                      <a:pt x="315177" y="11129"/>
                    </a:cubicBezTo>
                    <a:cubicBezTo>
                      <a:pt x="315177" y="11129"/>
                      <a:pt x="365719" y="-2962"/>
                      <a:pt x="359989" y="76703"/>
                    </a:cubicBezTo>
                    <a:cubicBezTo>
                      <a:pt x="359989" y="76703"/>
                      <a:pt x="406867" y="95492"/>
                      <a:pt x="392775" y="168300"/>
                    </a:cubicBezTo>
                    <a:cubicBezTo>
                      <a:pt x="378684" y="241107"/>
                      <a:pt x="378214" y="283852"/>
                      <a:pt x="378214" y="283852"/>
                    </a:cubicBezTo>
                    <a:cubicBezTo>
                      <a:pt x="378214" y="283852"/>
                      <a:pt x="402640" y="330731"/>
                      <a:pt x="373517" y="445250"/>
                    </a:cubicBezTo>
                    <a:cubicBezTo>
                      <a:pt x="368256" y="465824"/>
                      <a:pt x="357922" y="504624"/>
                      <a:pt x="354258" y="529049"/>
                    </a:cubicBezTo>
                    <a:cubicBezTo>
                      <a:pt x="350594" y="553475"/>
                      <a:pt x="339132" y="623277"/>
                      <a:pt x="339132" y="641502"/>
                    </a:cubicBezTo>
                    <a:cubicBezTo>
                      <a:pt x="339132" y="659727"/>
                      <a:pt x="326638" y="744090"/>
                      <a:pt x="326638" y="744090"/>
                    </a:cubicBezTo>
                    <a:cubicBezTo>
                      <a:pt x="326638" y="744090"/>
                      <a:pt x="362525" y="819622"/>
                      <a:pt x="361022" y="858609"/>
                    </a:cubicBezTo>
                    <a:cubicBezTo>
                      <a:pt x="360552" y="869695"/>
                      <a:pt x="361116" y="881908"/>
                      <a:pt x="361867" y="893933"/>
                    </a:cubicBezTo>
                    <a:cubicBezTo>
                      <a:pt x="361867" y="893933"/>
                      <a:pt x="407337" y="1011082"/>
                      <a:pt x="417483" y="1041614"/>
                    </a:cubicBezTo>
                    <a:cubicBezTo>
                      <a:pt x="427629" y="1072147"/>
                      <a:pt x="471408" y="1202543"/>
                      <a:pt x="472910" y="1243127"/>
                    </a:cubicBezTo>
                    <a:cubicBezTo>
                      <a:pt x="474414" y="1283711"/>
                      <a:pt x="456940" y="1360934"/>
                      <a:pt x="456940" y="1360934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3" name="Forme libre : forme 2072">
                <a:extLst>
                  <a:ext uri="{FF2B5EF4-FFF2-40B4-BE49-F238E27FC236}">
                    <a16:creationId xmlns:a16="http://schemas.microsoft.com/office/drawing/2014/main" id="{E09A3C5B-4477-438B-80CD-D95CCFFD6566}"/>
                  </a:ext>
                </a:extLst>
              </p:cNvPr>
              <p:cNvSpPr/>
              <p:nvPr/>
            </p:nvSpPr>
            <p:spPr>
              <a:xfrm>
                <a:off x="7875134" y="2217388"/>
                <a:ext cx="94226" cy="397200"/>
              </a:xfrm>
              <a:custGeom>
                <a:avLst/>
                <a:gdLst>
                  <a:gd name="connsiteX0" fmla="*/ 7704 w 94226"/>
                  <a:gd name="connsiteY0" fmla="*/ 0 h 397200"/>
                  <a:gd name="connsiteX1" fmla="*/ 7891 w 94226"/>
                  <a:gd name="connsiteY1" fmla="*/ 13810 h 397200"/>
                  <a:gd name="connsiteX2" fmla="*/ 6764 w 94226"/>
                  <a:gd name="connsiteY2" fmla="*/ 20762 h 397200"/>
                  <a:gd name="connsiteX3" fmla="*/ 2818 w 94226"/>
                  <a:gd name="connsiteY3" fmla="*/ 27150 h 397200"/>
                  <a:gd name="connsiteX4" fmla="*/ 2912 w 94226"/>
                  <a:gd name="connsiteY4" fmla="*/ 25083 h 397200"/>
                  <a:gd name="connsiteX5" fmla="*/ 28278 w 94226"/>
                  <a:gd name="connsiteY5" fmla="*/ 66983 h 397200"/>
                  <a:gd name="connsiteX6" fmla="*/ 33162 w 94226"/>
                  <a:gd name="connsiteY6" fmla="*/ 91221 h 397200"/>
                  <a:gd name="connsiteX7" fmla="*/ 34947 w 94226"/>
                  <a:gd name="connsiteY7" fmla="*/ 115365 h 397200"/>
                  <a:gd name="connsiteX8" fmla="*/ 48006 w 94226"/>
                  <a:gd name="connsiteY8" fmla="*/ 210719 h 397200"/>
                  <a:gd name="connsiteX9" fmla="*/ 65104 w 94226"/>
                  <a:gd name="connsiteY9" fmla="*/ 305604 h 397200"/>
                  <a:gd name="connsiteX10" fmla="*/ 77599 w 94226"/>
                  <a:gd name="connsiteY10" fmla="*/ 351731 h 397200"/>
                  <a:gd name="connsiteX11" fmla="*/ 94227 w 94226"/>
                  <a:gd name="connsiteY11" fmla="*/ 397200 h 397200"/>
                  <a:gd name="connsiteX12" fmla="*/ 73653 w 94226"/>
                  <a:gd name="connsiteY12" fmla="*/ 353516 h 397200"/>
                  <a:gd name="connsiteX13" fmla="*/ 58434 w 94226"/>
                  <a:gd name="connsiteY13" fmla="*/ 307201 h 397200"/>
                  <a:gd name="connsiteX14" fmla="*/ 38799 w 94226"/>
                  <a:gd name="connsiteY14" fmla="*/ 212222 h 397200"/>
                  <a:gd name="connsiteX15" fmla="*/ 26868 w 94226"/>
                  <a:gd name="connsiteY15" fmla="*/ 115928 h 397200"/>
                  <a:gd name="connsiteX16" fmla="*/ 26116 w 94226"/>
                  <a:gd name="connsiteY16" fmla="*/ 91785 h 397200"/>
                  <a:gd name="connsiteX17" fmla="*/ 22641 w 94226"/>
                  <a:gd name="connsiteY17" fmla="*/ 68486 h 397200"/>
                  <a:gd name="connsiteX18" fmla="*/ 1221 w 94226"/>
                  <a:gd name="connsiteY18" fmla="*/ 27056 h 397200"/>
                  <a:gd name="connsiteX19" fmla="*/ 0 w 94226"/>
                  <a:gd name="connsiteY19" fmla="*/ 25835 h 397200"/>
                  <a:gd name="connsiteX20" fmla="*/ 1315 w 94226"/>
                  <a:gd name="connsiteY20" fmla="*/ 24989 h 397200"/>
                  <a:gd name="connsiteX21" fmla="*/ 6388 w 94226"/>
                  <a:gd name="connsiteY21" fmla="*/ 13622 h 397200"/>
                  <a:gd name="connsiteX22" fmla="*/ 7704 w 94226"/>
                  <a:gd name="connsiteY22" fmla="*/ 0 h 39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4226" h="397200">
                    <a:moveTo>
                      <a:pt x="7704" y="0"/>
                    </a:moveTo>
                    <a:cubicBezTo>
                      <a:pt x="7985" y="4603"/>
                      <a:pt x="8173" y="9207"/>
                      <a:pt x="7891" y="13810"/>
                    </a:cubicBezTo>
                    <a:cubicBezTo>
                      <a:pt x="7704" y="16159"/>
                      <a:pt x="7421" y="18413"/>
                      <a:pt x="6764" y="20762"/>
                    </a:cubicBezTo>
                    <a:cubicBezTo>
                      <a:pt x="6107" y="23017"/>
                      <a:pt x="5073" y="25459"/>
                      <a:pt x="2818" y="27150"/>
                    </a:cubicBezTo>
                    <a:lnTo>
                      <a:pt x="2912" y="25083"/>
                    </a:lnTo>
                    <a:cubicBezTo>
                      <a:pt x="15595" y="36075"/>
                      <a:pt x="23392" y="51200"/>
                      <a:pt x="28278" y="66983"/>
                    </a:cubicBezTo>
                    <a:cubicBezTo>
                      <a:pt x="30626" y="74874"/>
                      <a:pt x="32129" y="83048"/>
                      <a:pt x="33162" y="91221"/>
                    </a:cubicBezTo>
                    <a:lnTo>
                      <a:pt x="34947" y="115365"/>
                    </a:lnTo>
                    <a:cubicBezTo>
                      <a:pt x="37860" y="147212"/>
                      <a:pt x="43027" y="179060"/>
                      <a:pt x="48006" y="210719"/>
                    </a:cubicBezTo>
                    <a:cubicBezTo>
                      <a:pt x="53267" y="242473"/>
                      <a:pt x="58810" y="274132"/>
                      <a:pt x="65104" y="305604"/>
                    </a:cubicBezTo>
                    <a:cubicBezTo>
                      <a:pt x="68392" y="321293"/>
                      <a:pt x="71586" y="336981"/>
                      <a:pt x="77599" y="351731"/>
                    </a:cubicBezTo>
                    <a:cubicBezTo>
                      <a:pt x="83423" y="366574"/>
                      <a:pt x="90469" y="381418"/>
                      <a:pt x="94227" y="397200"/>
                    </a:cubicBezTo>
                    <a:cubicBezTo>
                      <a:pt x="88590" y="382075"/>
                      <a:pt x="80887" y="367984"/>
                      <a:pt x="73653" y="353516"/>
                    </a:cubicBezTo>
                    <a:cubicBezTo>
                      <a:pt x="66419" y="338766"/>
                      <a:pt x="62567" y="322702"/>
                      <a:pt x="58434" y="307201"/>
                    </a:cubicBezTo>
                    <a:cubicBezTo>
                      <a:pt x="50260" y="275823"/>
                      <a:pt x="44342" y="244070"/>
                      <a:pt x="38799" y="212222"/>
                    </a:cubicBezTo>
                    <a:cubicBezTo>
                      <a:pt x="33633" y="180281"/>
                      <a:pt x="28841" y="148340"/>
                      <a:pt x="26868" y="115928"/>
                    </a:cubicBezTo>
                    <a:cubicBezTo>
                      <a:pt x="26305" y="107755"/>
                      <a:pt x="26493" y="99582"/>
                      <a:pt x="26116" y="91785"/>
                    </a:cubicBezTo>
                    <a:cubicBezTo>
                      <a:pt x="25553" y="83987"/>
                      <a:pt x="24520" y="76096"/>
                      <a:pt x="22641" y="68486"/>
                    </a:cubicBezTo>
                    <a:cubicBezTo>
                      <a:pt x="18601" y="53455"/>
                      <a:pt x="12119" y="38330"/>
                      <a:pt x="1221" y="27056"/>
                    </a:cubicBezTo>
                    <a:lnTo>
                      <a:pt x="0" y="25835"/>
                    </a:lnTo>
                    <a:lnTo>
                      <a:pt x="1315" y="24989"/>
                    </a:lnTo>
                    <a:cubicBezTo>
                      <a:pt x="4509" y="22923"/>
                      <a:pt x="5636" y="17944"/>
                      <a:pt x="6388" y="13622"/>
                    </a:cubicBezTo>
                    <a:cubicBezTo>
                      <a:pt x="7234" y="9113"/>
                      <a:pt x="7516" y="4603"/>
                      <a:pt x="770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4" name="Forme libre : forme 2073">
                <a:extLst>
                  <a:ext uri="{FF2B5EF4-FFF2-40B4-BE49-F238E27FC236}">
                    <a16:creationId xmlns:a16="http://schemas.microsoft.com/office/drawing/2014/main" id="{02064EAE-9C83-44B9-AF05-AB4965EAFEE5}"/>
                  </a:ext>
                </a:extLst>
              </p:cNvPr>
              <p:cNvSpPr/>
              <p:nvPr/>
            </p:nvSpPr>
            <p:spPr>
              <a:xfrm>
                <a:off x="7518903" y="1284280"/>
                <a:ext cx="473002" cy="1762550"/>
              </a:xfrm>
              <a:custGeom>
                <a:avLst/>
                <a:gdLst>
                  <a:gd name="connsiteX0" fmla="*/ 82380 w 473002"/>
                  <a:gd name="connsiteY0" fmla="*/ 1762550 h 1762550"/>
                  <a:gd name="connsiteX1" fmla="*/ 108121 w 473002"/>
                  <a:gd name="connsiteY1" fmla="*/ 1475172 h 1762550"/>
                  <a:gd name="connsiteX2" fmla="*/ 85481 w 473002"/>
                  <a:gd name="connsiteY2" fmla="*/ 1286154 h 1762550"/>
                  <a:gd name="connsiteX3" fmla="*/ 37099 w 473002"/>
                  <a:gd name="connsiteY3" fmla="*/ 1044809 h 1762550"/>
                  <a:gd name="connsiteX4" fmla="*/ 14458 w 473002"/>
                  <a:gd name="connsiteY4" fmla="*/ 915164 h 1762550"/>
                  <a:gd name="connsiteX5" fmla="*/ 5909 w 473002"/>
                  <a:gd name="connsiteY5" fmla="*/ 797263 h 1762550"/>
                  <a:gd name="connsiteX6" fmla="*/ 108967 w 473002"/>
                  <a:gd name="connsiteY6" fmla="*/ 602045 h 1762550"/>
                  <a:gd name="connsiteX7" fmla="*/ 182338 w 473002"/>
                  <a:gd name="connsiteY7" fmla="*/ 394332 h 1762550"/>
                  <a:gd name="connsiteX8" fmla="*/ 241712 w 473002"/>
                  <a:gd name="connsiteY8" fmla="*/ 183425 h 1762550"/>
                  <a:gd name="connsiteX9" fmla="*/ 268298 w 473002"/>
                  <a:gd name="connsiteY9" fmla="*/ 117851 h 1762550"/>
                  <a:gd name="connsiteX10" fmla="*/ 296951 w 473002"/>
                  <a:gd name="connsiteY10" fmla="*/ 1265 h 1762550"/>
                  <a:gd name="connsiteX11" fmla="*/ 315177 w 473002"/>
                  <a:gd name="connsiteY11" fmla="*/ 11129 h 1762550"/>
                  <a:gd name="connsiteX12" fmla="*/ 359989 w 473002"/>
                  <a:gd name="connsiteY12" fmla="*/ 76703 h 1762550"/>
                  <a:gd name="connsiteX13" fmla="*/ 392776 w 473002"/>
                  <a:gd name="connsiteY13" fmla="*/ 168300 h 1762550"/>
                  <a:gd name="connsiteX14" fmla="*/ 378214 w 473002"/>
                  <a:gd name="connsiteY14" fmla="*/ 283852 h 1762550"/>
                  <a:gd name="connsiteX15" fmla="*/ 373516 w 473002"/>
                  <a:gd name="connsiteY15" fmla="*/ 445250 h 1762550"/>
                  <a:gd name="connsiteX16" fmla="*/ 354258 w 473002"/>
                  <a:gd name="connsiteY16" fmla="*/ 529049 h 1762550"/>
                  <a:gd name="connsiteX17" fmla="*/ 339133 w 473002"/>
                  <a:gd name="connsiteY17" fmla="*/ 641502 h 1762550"/>
                  <a:gd name="connsiteX18" fmla="*/ 326638 w 473002"/>
                  <a:gd name="connsiteY18" fmla="*/ 744090 h 1762550"/>
                  <a:gd name="connsiteX19" fmla="*/ 361022 w 473002"/>
                  <a:gd name="connsiteY19" fmla="*/ 858609 h 1762550"/>
                  <a:gd name="connsiteX20" fmla="*/ 361867 w 473002"/>
                  <a:gd name="connsiteY20" fmla="*/ 893933 h 1762550"/>
                  <a:gd name="connsiteX21" fmla="*/ 417483 w 473002"/>
                  <a:gd name="connsiteY21" fmla="*/ 1041614 h 1762550"/>
                  <a:gd name="connsiteX22" fmla="*/ 472911 w 473002"/>
                  <a:gd name="connsiteY22" fmla="*/ 1243127 h 1762550"/>
                  <a:gd name="connsiteX23" fmla="*/ 456940 w 473002"/>
                  <a:gd name="connsiteY23" fmla="*/ 1360934 h 1762550"/>
                  <a:gd name="connsiteX24" fmla="*/ 453088 w 473002"/>
                  <a:gd name="connsiteY24" fmla="*/ 1432426 h 1762550"/>
                  <a:gd name="connsiteX25" fmla="*/ 383287 w 473002"/>
                  <a:gd name="connsiteY25" fmla="*/ 1754189 h 1762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73002" h="1762550">
                    <a:moveTo>
                      <a:pt x="82380" y="1762550"/>
                    </a:moveTo>
                    <a:cubicBezTo>
                      <a:pt x="82380" y="1762550"/>
                      <a:pt x="108121" y="1510307"/>
                      <a:pt x="108121" y="1475172"/>
                    </a:cubicBezTo>
                    <a:cubicBezTo>
                      <a:pt x="108121" y="1440036"/>
                      <a:pt x="101075" y="1354922"/>
                      <a:pt x="85481" y="1286154"/>
                    </a:cubicBezTo>
                    <a:cubicBezTo>
                      <a:pt x="69886" y="1217386"/>
                      <a:pt x="44051" y="1077596"/>
                      <a:pt x="37099" y="1044809"/>
                    </a:cubicBezTo>
                    <a:cubicBezTo>
                      <a:pt x="30053" y="1012022"/>
                      <a:pt x="21504" y="933859"/>
                      <a:pt x="14458" y="915164"/>
                    </a:cubicBezTo>
                    <a:cubicBezTo>
                      <a:pt x="7412" y="896375"/>
                      <a:pt x="-8653" y="831553"/>
                      <a:pt x="5909" y="797263"/>
                    </a:cubicBezTo>
                    <a:cubicBezTo>
                      <a:pt x="23383" y="756115"/>
                      <a:pt x="88675" y="672316"/>
                      <a:pt x="108967" y="602045"/>
                    </a:cubicBezTo>
                    <a:cubicBezTo>
                      <a:pt x="129259" y="531774"/>
                      <a:pt x="165240" y="433319"/>
                      <a:pt x="182338" y="394332"/>
                    </a:cubicBezTo>
                    <a:cubicBezTo>
                      <a:pt x="199436" y="355345"/>
                      <a:pt x="230720" y="216306"/>
                      <a:pt x="241712" y="183425"/>
                    </a:cubicBezTo>
                    <a:cubicBezTo>
                      <a:pt x="252703" y="150544"/>
                      <a:pt x="258904" y="127152"/>
                      <a:pt x="268298" y="117851"/>
                    </a:cubicBezTo>
                    <a:cubicBezTo>
                      <a:pt x="268298" y="117851"/>
                      <a:pt x="291691" y="6902"/>
                      <a:pt x="296951" y="1265"/>
                    </a:cubicBezTo>
                    <a:cubicBezTo>
                      <a:pt x="302118" y="-4465"/>
                      <a:pt x="315177" y="11129"/>
                      <a:pt x="315177" y="11129"/>
                    </a:cubicBezTo>
                    <a:cubicBezTo>
                      <a:pt x="315177" y="11129"/>
                      <a:pt x="365719" y="-2962"/>
                      <a:pt x="359989" y="76703"/>
                    </a:cubicBezTo>
                    <a:cubicBezTo>
                      <a:pt x="359989" y="76703"/>
                      <a:pt x="406867" y="95492"/>
                      <a:pt x="392776" y="168300"/>
                    </a:cubicBezTo>
                    <a:cubicBezTo>
                      <a:pt x="378684" y="241107"/>
                      <a:pt x="378214" y="283852"/>
                      <a:pt x="378214" y="283852"/>
                    </a:cubicBezTo>
                    <a:cubicBezTo>
                      <a:pt x="378214" y="283852"/>
                      <a:pt x="402640" y="330731"/>
                      <a:pt x="373516" y="445250"/>
                    </a:cubicBezTo>
                    <a:cubicBezTo>
                      <a:pt x="368256" y="465824"/>
                      <a:pt x="357922" y="504624"/>
                      <a:pt x="354258" y="529049"/>
                    </a:cubicBezTo>
                    <a:cubicBezTo>
                      <a:pt x="350594" y="553475"/>
                      <a:pt x="339133" y="623277"/>
                      <a:pt x="339133" y="641502"/>
                    </a:cubicBezTo>
                    <a:cubicBezTo>
                      <a:pt x="339133" y="659727"/>
                      <a:pt x="326638" y="744090"/>
                      <a:pt x="326638" y="744090"/>
                    </a:cubicBezTo>
                    <a:cubicBezTo>
                      <a:pt x="326638" y="744090"/>
                      <a:pt x="362525" y="819622"/>
                      <a:pt x="361022" y="858609"/>
                    </a:cubicBezTo>
                    <a:cubicBezTo>
                      <a:pt x="360553" y="869695"/>
                      <a:pt x="361116" y="881908"/>
                      <a:pt x="361867" y="893933"/>
                    </a:cubicBezTo>
                    <a:cubicBezTo>
                      <a:pt x="361867" y="893933"/>
                      <a:pt x="407337" y="1011082"/>
                      <a:pt x="417483" y="1041614"/>
                    </a:cubicBezTo>
                    <a:cubicBezTo>
                      <a:pt x="427629" y="1072147"/>
                      <a:pt x="471408" y="1202543"/>
                      <a:pt x="472911" y="1243127"/>
                    </a:cubicBezTo>
                    <a:cubicBezTo>
                      <a:pt x="474414" y="1283711"/>
                      <a:pt x="456940" y="1360934"/>
                      <a:pt x="456940" y="1360934"/>
                    </a:cubicBezTo>
                    <a:cubicBezTo>
                      <a:pt x="459101" y="1380005"/>
                      <a:pt x="458443" y="1403022"/>
                      <a:pt x="453088" y="1432426"/>
                    </a:cubicBezTo>
                    <a:cubicBezTo>
                      <a:pt x="436929" y="1520453"/>
                      <a:pt x="403579" y="1588657"/>
                      <a:pt x="383287" y="1754189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5" name="Forme libre : forme 2074">
                <a:extLst>
                  <a:ext uri="{FF2B5EF4-FFF2-40B4-BE49-F238E27FC236}">
                    <a16:creationId xmlns:a16="http://schemas.microsoft.com/office/drawing/2014/main" id="{3C1C0408-3987-413C-AACA-7C1E329B0E5D}"/>
                  </a:ext>
                </a:extLst>
              </p:cNvPr>
              <p:cNvSpPr/>
              <p:nvPr/>
            </p:nvSpPr>
            <p:spPr>
              <a:xfrm>
                <a:off x="7575960" y="1354371"/>
                <a:ext cx="302837" cy="851649"/>
              </a:xfrm>
              <a:custGeom>
                <a:avLst/>
                <a:gdLst>
                  <a:gd name="connsiteX0" fmla="*/ 302838 w 302837"/>
                  <a:gd name="connsiteY0" fmla="*/ 6519 h 851649"/>
                  <a:gd name="connsiteX1" fmla="*/ 294007 w 302837"/>
                  <a:gd name="connsiteY1" fmla="*/ 6519 h 851649"/>
                  <a:gd name="connsiteX2" fmla="*/ 272493 w 302837"/>
                  <a:gd name="connsiteY2" fmla="*/ 412 h 851649"/>
                  <a:gd name="connsiteX3" fmla="*/ 237358 w 302837"/>
                  <a:gd name="connsiteY3" fmla="*/ 109389 h 851649"/>
                  <a:gd name="connsiteX4" fmla="*/ 211147 w 302837"/>
                  <a:gd name="connsiteY4" fmla="*/ 184357 h 851649"/>
                  <a:gd name="connsiteX5" fmla="*/ 165490 w 302837"/>
                  <a:gd name="connsiteY5" fmla="*/ 331569 h 851649"/>
                  <a:gd name="connsiteX6" fmla="*/ 123684 w 302837"/>
                  <a:gd name="connsiteY6" fmla="*/ 443270 h 851649"/>
                  <a:gd name="connsiteX7" fmla="*/ 83475 w 302837"/>
                  <a:gd name="connsiteY7" fmla="*/ 561171 h 851649"/>
                  <a:gd name="connsiteX8" fmla="*/ 35094 w 302837"/>
                  <a:gd name="connsiteY8" fmla="*/ 696264 h 851649"/>
                  <a:gd name="connsiteX9" fmla="*/ 710 w 302837"/>
                  <a:gd name="connsiteY9" fmla="*/ 793498 h 851649"/>
                  <a:gd name="connsiteX10" fmla="*/ 710 w 302837"/>
                  <a:gd name="connsiteY10" fmla="*/ 851650 h 85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837" h="851649">
                    <a:moveTo>
                      <a:pt x="302838" y="6519"/>
                    </a:moveTo>
                    <a:lnTo>
                      <a:pt x="294007" y="6519"/>
                    </a:lnTo>
                    <a:cubicBezTo>
                      <a:pt x="294007" y="6519"/>
                      <a:pt x="278412" y="-1936"/>
                      <a:pt x="272493" y="412"/>
                    </a:cubicBezTo>
                    <a:cubicBezTo>
                      <a:pt x="266669" y="2761"/>
                      <a:pt x="242055" y="76602"/>
                      <a:pt x="237358" y="109389"/>
                    </a:cubicBezTo>
                    <a:cubicBezTo>
                      <a:pt x="237358" y="109389"/>
                      <a:pt x="221387" y="147248"/>
                      <a:pt x="211147" y="184357"/>
                    </a:cubicBezTo>
                    <a:cubicBezTo>
                      <a:pt x="200907" y="221465"/>
                      <a:pt x="173663" y="304607"/>
                      <a:pt x="165490" y="331569"/>
                    </a:cubicBezTo>
                    <a:cubicBezTo>
                      <a:pt x="157317" y="358531"/>
                      <a:pt x="134676" y="415932"/>
                      <a:pt x="123684" y="443270"/>
                    </a:cubicBezTo>
                    <a:cubicBezTo>
                      <a:pt x="112786" y="470608"/>
                      <a:pt x="90897" y="528760"/>
                      <a:pt x="83475" y="561171"/>
                    </a:cubicBezTo>
                    <a:cubicBezTo>
                      <a:pt x="76054" y="593582"/>
                      <a:pt x="45240" y="669772"/>
                      <a:pt x="35094" y="696264"/>
                    </a:cubicBezTo>
                    <a:cubicBezTo>
                      <a:pt x="24948" y="722757"/>
                      <a:pt x="2307" y="774802"/>
                      <a:pt x="710" y="793498"/>
                    </a:cubicBezTo>
                    <a:cubicBezTo>
                      <a:pt x="-887" y="812287"/>
                      <a:pt x="710" y="851650"/>
                      <a:pt x="710" y="851650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6" name="Forme libre : forme 2075">
                <a:extLst>
                  <a:ext uri="{FF2B5EF4-FFF2-40B4-BE49-F238E27FC236}">
                    <a16:creationId xmlns:a16="http://schemas.microsoft.com/office/drawing/2014/main" id="{FC9ABC62-FE2A-4E19-A187-9B7E2EA9B3AC}"/>
                  </a:ext>
                </a:extLst>
              </p:cNvPr>
              <p:cNvSpPr/>
              <p:nvPr/>
            </p:nvSpPr>
            <p:spPr>
              <a:xfrm>
                <a:off x="7686774" y="1531631"/>
                <a:ext cx="210249" cy="547563"/>
              </a:xfrm>
              <a:custGeom>
                <a:avLst/>
                <a:gdLst>
                  <a:gd name="connsiteX0" fmla="*/ 210249 w 210249"/>
                  <a:gd name="connsiteY0" fmla="*/ 36502 h 547563"/>
                  <a:gd name="connsiteX1" fmla="*/ 173799 w 210249"/>
                  <a:gd name="connsiteY1" fmla="*/ 7097 h 547563"/>
                  <a:gd name="connsiteX2" fmla="*/ 140636 w 210249"/>
                  <a:gd name="connsiteY2" fmla="*/ 5500 h 547563"/>
                  <a:gd name="connsiteX3" fmla="*/ 121471 w 210249"/>
                  <a:gd name="connsiteY3" fmla="*/ 91836 h 547563"/>
                  <a:gd name="connsiteX4" fmla="*/ 96857 w 210249"/>
                  <a:gd name="connsiteY4" fmla="*/ 188693 h 547563"/>
                  <a:gd name="connsiteX5" fmla="*/ 59373 w 210249"/>
                  <a:gd name="connsiteY5" fmla="*/ 298421 h 547563"/>
                  <a:gd name="connsiteX6" fmla="*/ 12870 w 210249"/>
                  <a:gd name="connsiteY6" fmla="*/ 485842 h 547563"/>
                  <a:gd name="connsiteX7" fmla="*/ 0 w 210249"/>
                  <a:gd name="connsiteY7" fmla="*/ 547564 h 54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0249" h="547563">
                    <a:moveTo>
                      <a:pt x="210249" y="36502"/>
                    </a:moveTo>
                    <a:cubicBezTo>
                      <a:pt x="210249" y="36502"/>
                      <a:pt x="192963" y="10949"/>
                      <a:pt x="173799" y="7097"/>
                    </a:cubicBezTo>
                    <a:cubicBezTo>
                      <a:pt x="173799" y="7097"/>
                      <a:pt x="155855" y="-7746"/>
                      <a:pt x="140636" y="5500"/>
                    </a:cubicBezTo>
                    <a:cubicBezTo>
                      <a:pt x="140636" y="5500"/>
                      <a:pt x="123444" y="76992"/>
                      <a:pt x="121471" y="91836"/>
                    </a:cubicBezTo>
                    <a:cubicBezTo>
                      <a:pt x="121471" y="91836"/>
                      <a:pt x="102306" y="166804"/>
                      <a:pt x="96857" y="188693"/>
                    </a:cubicBezTo>
                    <a:cubicBezTo>
                      <a:pt x="91409" y="210582"/>
                      <a:pt x="65198" y="279256"/>
                      <a:pt x="59373" y="298421"/>
                    </a:cubicBezTo>
                    <a:cubicBezTo>
                      <a:pt x="53549" y="317586"/>
                      <a:pt x="15595" y="472595"/>
                      <a:pt x="12870" y="485842"/>
                    </a:cubicBezTo>
                    <a:cubicBezTo>
                      <a:pt x="10146" y="499088"/>
                      <a:pt x="0" y="547564"/>
                      <a:pt x="0" y="547564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7" name="Forme libre : forme 2076">
                <a:extLst>
                  <a:ext uri="{FF2B5EF4-FFF2-40B4-BE49-F238E27FC236}">
                    <a16:creationId xmlns:a16="http://schemas.microsoft.com/office/drawing/2014/main" id="{542DBE0D-3CE6-4A37-A172-29D0C9648CD7}"/>
                  </a:ext>
                </a:extLst>
              </p:cNvPr>
              <p:cNvSpPr/>
              <p:nvPr/>
            </p:nvSpPr>
            <p:spPr>
              <a:xfrm>
                <a:off x="7673750" y="2098641"/>
                <a:ext cx="10516" cy="77692"/>
              </a:xfrm>
              <a:custGeom>
                <a:avLst/>
                <a:gdLst>
                  <a:gd name="connsiteX0" fmla="*/ 9454 w 10516"/>
                  <a:gd name="connsiteY0" fmla="*/ 0 h 77692"/>
                  <a:gd name="connsiteX1" fmla="*/ 9736 w 10516"/>
                  <a:gd name="connsiteY1" fmla="*/ 39081 h 77692"/>
                  <a:gd name="connsiteX2" fmla="*/ 4851 w 10516"/>
                  <a:gd name="connsiteY2" fmla="*/ 77693 h 77692"/>
                  <a:gd name="connsiteX3" fmla="*/ 435 w 10516"/>
                  <a:gd name="connsiteY3" fmla="*/ 58152 h 77692"/>
                  <a:gd name="connsiteX4" fmla="*/ 341 w 10516"/>
                  <a:gd name="connsiteY4" fmla="*/ 38330 h 77692"/>
                  <a:gd name="connsiteX5" fmla="*/ 9454 w 10516"/>
                  <a:gd name="connsiteY5" fmla="*/ 0 h 77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516" h="77692">
                    <a:moveTo>
                      <a:pt x="9454" y="0"/>
                    </a:moveTo>
                    <a:cubicBezTo>
                      <a:pt x="11145" y="13434"/>
                      <a:pt x="10487" y="26305"/>
                      <a:pt x="9736" y="39081"/>
                    </a:cubicBezTo>
                    <a:cubicBezTo>
                      <a:pt x="8703" y="51952"/>
                      <a:pt x="7200" y="64446"/>
                      <a:pt x="4851" y="77693"/>
                    </a:cubicBezTo>
                    <a:cubicBezTo>
                      <a:pt x="2220" y="71398"/>
                      <a:pt x="1093" y="64728"/>
                      <a:pt x="435" y="58152"/>
                    </a:cubicBezTo>
                    <a:cubicBezTo>
                      <a:pt x="-222" y="51576"/>
                      <a:pt x="-34" y="44906"/>
                      <a:pt x="341" y="38330"/>
                    </a:cubicBezTo>
                    <a:cubicBezTo>
                      <a:pt x="1563" y="25365"/>
                      <a:pt x="3911" y="12401"/>
                      <a:pt x="945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8" name="Forme libre : forme 2077">
                <a:extLst>
                  <a:ext uri="{FF2B5EF4-FFF2-40B4-BE49-F238E27FC236}">
                    <a16:creationId xmlns:a16="http://schemas.microsoft.com/office/drawing/2014/main" id="{2EF2C9BB-108A-4020-9691-4062301C5047}"/>
                  </a:ext>
                </a:extLst>
              </p:cNvPr>
              <p:cNvSpPr/>
              <p:nvPr/>
            </p:nvSpPr>
            <p:spPr>
              <a:xfrm>
                <a:off x="7838307" y="2027619"/>
                <a:ext cx="11743" cy="43308"/>
              </a:xfrm>
              <a:custGeom>
                <a:avLst/>
                <a:gdLst>
                  <a:gd name="connsiteX0" fmla="*/ 11743 w 11743"/>
                  <a:gd name="connsiteY0" fmla="*/ 1503 h 43308"/>
                  <a:gd name="connsiteX1" fmla="*/ 0 w 11743"/>
                  <a:gd name="connsiteY1" fmla="*/ 43309 h 43308"/>
                  <a:gd name="connsiteX2" fmla="*/ 2536 w 11743"/>
                  <a:gd name="connsiteY2" fmla="*/ 0 h 4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43308">
                    <a:moveTo>
                      <a:pt x="11743" y="1503"/>
                    </a:moveTo>
                    <a:lnTo>
                      <a:pt x="0" y="43309"/>
                    </a:lnTo>
                    <a:lnTo>
                      <a:pt x="2536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9" name="Forme libre : forme 2078">
                <a:extLst>
                  <a:ext uri="{FF2B5EF4-FFF2-40B4-BE49-F238E27FC236}">
                    <a16:creationId xmlns:a16="http://schemas.microsoft.com/office/drawing/2014/main" id="{7D76744F-D8EF-4DFA-88B8-A34376748BCB}"/>
                  </a:ext>
                </a:extLst>
              </p:cNvPr>
              <p:cNvSpPr/>
              <p:nvPr/>
            </p:nvSpPr>
            <p:spPr>
              <a:xfrm>
                <a:off x="7811345" y="1538728"/>
                <a:ext cx="50236" cy="86652"/>
              </a:xfrm>
              <a:custGeom>
                <a:avLst/>
                <a:gdLst>
                  <a:gd name="connsiteX0" fmla="*/ 49227 w 50236"/>
                  <a:gd name="connsiteY0" fmla="*/ 0 h 86652"/>
                  <a:gd name="connsiteX1" fmla="*/ 49415 w 50236"/>
                  <a:gd name="connsiteY1" fmla="*/ 27432 h 86652"/>
                  <a:gd name="connsiteX2" fmla="*/ 42557 w 50236"/>
                  <a:gd name="connsiteY2" fmla="*/ 54394 h 86652"/>
                  <a:gd name="connsiteX3" fmla="*/ 26492 w 50236"/>
                  <a:gd name="connsiteY3" fmla="*/ 77881 h 86652"/>
                  <a:gd name="connsiteX4" fmla="*/ 0 w 50236"/>
                  <a:gd name="connsiteY4" fmla="*/ 86336 h 86652"/>
                  <a:gd name="connsiteX5" fmla="*/ 33820 w 50236"/>
                  <a:gd name="connsiteY5" fmla="*/ 50824 h 86652"/>
                  <a:gd name="connsiteX6" fmla="*/ 49227 w 50236"/>
                  <a:gd name="connsiteY6" fmla="*/ 0 h 86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236" h="86652">
                    <a:moveTo>
                      <a:pt x="49227" y="0"/>
                    </a:moveTo>
                    <a:cubicBezTo>
                      <a:pt x="50636" y="9113"/>
                      <a:pt x="50449" y="18319"/>
                      <a:pt x="49415" y="27432"/>
                    </a:cubicBezTo>
                    <a:cubicBezTo>
                      <a:pt x="48287" y="36545"/>
                      <a:pt x="46033" y="45657"/>
                      <a:pt x="42557" y="54394"/>
                    </a:cubicBezTo>
                    <a:cubicBezTo>
                      <a:pt x="39081" y="63037"/>
                      <a:pt x="34008" y="71492"/>
                      <a:pt x="26492" y="77881"/>
                    </a:cubicBezTo>
                    <a:cubicBezTo>
                      <a:pt x="19259" y="84363"/>
                      <a:pt x="9112" y="87745"/>
                      <a:pt x="0" y="86336"/>
                    </a:cubicBezTo>
                    <a:cubicBezTo>
                      <a:pt x="18131" y="81357"/>
                      <a:pt x="27526" y="66795"/>
                      <a:pt x="33820" y="50824"/>
                    </a:cubicBezTo>
                    <a:cubicBezTo>
                      <a:pt x="40396" y="34854"/>
                      <a:pt x="44436" y="17568"/>
                      <a:pt x="4922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0" name="Forme libre : forme 2079">
                <a:extLst>
                  <a:ext uri="{FF2B5EF4-FFF2-40B4-BE49-F238E27FC236}">
                    <a16:creationId xmlns:a16="http://schemas.microsoft.com/office/drawing/2014/main" id="{3E827272-4F38-4F35-82B0-3049DB48A442}"/>
                  </a:ext>
                </a:extLst>
              </p:cNvPr>
              <p:cNvSpPr/>
              <p:nvPr/>
            </p:nvSpPr>
            <p:spPr>
              <a:xfrm>
                <a:off x="7814821" y="1360890"/>
                <a:ext cx="55725" cy="113020"/>
              </a:xfrm>
              <a:custGeom>
                <a:avLst/>
                <a:gdLst>
                  <a:gd name="connsiteX0" fmla="*/ 55052 w 55725"/>
                  <a:gd name="connsiteY0" fmla="*/ 0 h 113020"/>
                  <a:gd name="connsiteX1" fmla="*/ 54582 w 55725"/>
                  <a:gd name="connsiteY1" fmla="*/ 34384 h 113020"/>
                  <a:gd name="connsiteX2" fmla="*/ 47724 w 55725"/>
                  <a:gd name="connsiteY2" fmla="*/ 68298 h 113020"/>
                  <a:gd name="connsiteX3" fmla="*/ 31847 w 55725"/>
                  <a:gd name="connsiteY3" fmla="*/ 99676 h 113020"/>
                  <a:gd name="connsiteX4" fmla="*/ 17568 w 55725"/>
                  <a:gd name="connsiteY4" fmla="*/ 110949 h 113020"/>
                  <a:gd name="connsiteX5" fmla="*/ 0 w 55725"/>
                  <a:gd name="connsiteY5" fmla="*/ 111795 h 113020"/>
                  <a:gd name="connsiteX6" fmla="*/ 25928 w 55725"/>
                  <a:gd name="connsiteY6" fmla="*/ 95260 h 113020"/>
                  <a:gd name="connsiteX7" fmla="*/ 38799 w 55725"/>
                  <a:gd name="connsiteY7" fmla="*/ 65386 h 113020"/>
                  <a:gd name="connsiteX8" fmla="*/ 47442 w 55725"/>
                  <a:gd name="connsiteY8" fmla="*/ 33069 h 113020"/>
                  <a:gd name="connsiteX9" fmla="*/ 55052 w 55725"/>
                  <a:gd name="connsiteY9" fmla="*/ 0 h 11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725" h="113020">
                    <a:moveTo>
                      <a:pt x="55052" y="0"/>
                    </a:moveTo>
                    <a:cubicBezTo>
                      <a:pt x="56179" y="11461"/>
                      <a:pt x="55803" y="22923"/>
                      <a:pt x="54582" y="34384"/>
                    </a:cubicBezTo>
                    <a:cubicBezTo>
                      <a:pt x="53361" y="45845"/>
                      <a:pt x="51106" y="57119"/>
                      <a:pt x="47724" y="68298"/>
                    </a:cubicBezTo>
                    <a:cubicBezTo>
                      <a:pt x="44154" y="79290"/>
                      <a:pt x="39457" y="90375"/>
                      <a:pt x="31847" y="99676"/>
                    </a:cubicBezTo>
                    <a:cubicBezTo>
                      <a:pt x="27995" y="104373"/>
                      <a:pt x="23204" y="108413"/>
                      <a:pt x="17568" y="110949"/>
                    </a:cubicBezTo>
                    <a:cubicBezTo>
                      <a:pt x="11931" y="113392"/>
                      <a:pt x="5448" y="113674"/>
                      <a:pt x="0" y="111795"/>
                    </a:cubicBezTo>
                    <a:cubicBezTo>
                      <a:pt x="11837" y="111701"/>
                      <a:pt x="20386" y="104185"/>
                      <a:pt x="25928" y="95260"/>
                    </a:cubicBezTo>
                    <a:cubicBezTo>
                      <a:pt x="31565" y="86148"/>
                      <a:pt x="35511" y="75908"/>
                      <a:pt x="38799" y="65386"/>
                    </a:cubicBezTo>
                    <a:cubicBezTo>
                      <a:pt x="42181" y="54864"/>
                      <a:pt x="44811" y="43966"/>
                      <a:pt x="47442" y="33069"/>
                    </a:cubicBezTo>
                    <a:lnTo>
                      <a:pt x="55052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1" name="Forme libre : forme 2080">
                <a:extLst>
                  <a:ext uri="{FF2B5EF4-FFF2-40B4-BE49-F238E27FC236}">
                    <a16:creationId xmlns:a16="http://schemas.microsoft.com/office/drawing/2014/main" id="{8E6D2561-BE24-4D5A-9970-D99E23699E7D}"/>
                  </a:ext>
                </a:extLst>
              </p:cNvPr>
              <p:cNvSpPr/>
              <p:nvPr/>
            </p:nvSpPr>
            <p:spPr>
              <a:xfrm>
                <a:off x="7787013" y="1295316"/>
                <a:ext cx="50190" cy="109540"/>
              </a:xfrm>
              <a:custGeom>
                <a:avLst/>
                <a:gdLst>
                  <a:gd name="connsiteX0" fmla="*/ 46973 w 50190"/>
                  <a:gd name="connsiteY0" fmla="*/ 0 h 109540"/>
                  <a:gd name="connsiteX1" fmla="*/ 44812 w 50190"/>
                  <a:gd name="connsiteY1" fmla="*/ 65856 h 109540"/>
                  <a:gd name="connsiteX2" fmla="*/ 30250 w 50190"/>
                  <a:gd name="connsiteY2" fmla="*/ 96482 h 109540"/>
                  <a:gd name="connsiteX3" fmla="*/ 16816 w 50190"/>
                  <a:gd name="connsiteY3" fmla="*/ 107661 h 109540"/>
                  <a:gd name="connsiteX4" fmla="*/ 8079 w 50190"/>
                  <a:gd name="connsiteY4" fmla="*/ 109540 h 109540"/>
                  <a:gd name="connsiteX5" fmla="*/ 0 w 50190"/>
                  <a:gd name="connsiteY5" fmla="*/ 106722 h 109540"/>
                  <a:gd name="connsiteX6" fmla="*/ 14467 w 50190"/>
                  <a:gd name="connsiteY6" fmla="*/ 103622 h 109540"/>
                  <a:gd name="connsiteX7" fmla="*/ 24238 w 50190"/>
                  <a:gd name="connsiteY7" fmla="*/ 92254 h 109540"/>
                  <a:gd name="connsiteX8" fmla="*/ 35699 w 50190"/>
                  <a:gd name="connsiteY8" fmla="*/ 63319 h 109540"/>
                  <a:gd name="connsiteX9" fmla="*/ 42745 w 50190"/>
                  <a:gd name="connsiteY9" fmla="*/ 32129 h 109540"/>
                  <a:gd name="connsiteX10" fmla="*/ 46973 w 50190"/>
                  <a:gd name="connsiteY10" fmla="*/ 0 h 10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190" h="109540">
                    <a:moveTo>
                      <a:pt x="46973" y="0"/>
                    </a:moveTo>
                    <a:cubicBezTo>
                      <a:pt x="52422" y="21513"/>
                      <a:pt x="50449" y="44436"/>
                      <a:pt x="44812" y="65856"/>
                    </a:cubicBezTo>
                    <a:cubicBezTo>
                      <a:pt x="41712" y="76659"/>
                      <a:pt x="37484" y="87369"/>
                      <a:pt x="30250" y="96482"/>
                    </a:cubicBezTo>
                    <a:cubicBezTo>
                      <a:pt x="26681" y="100991"/>
                      <a:pt x="22265" y="105125"/>
                      <a:pt x="16816" y="107661"/>
                    </a:cubicBezTo>
                    <a:cubicBezTo>
                      <a:pt x="14092" y="108882"/>
                      <a:pt x="11085" y="109540"/>
                      <a:pt x="8079" y="109540"/>
                    </a:cubicBezTo>
                    <a:cubicBezTo>
                      <a:pt x="5073" y="109352"/>
                      <a:pt x="2255" y="108319"/>
                      <a:pt x="0" y="106722"/>
                    </a:cubicBezTo>
                    <a:cubicBezTo>
                      <a:pt x="5449" y="108225"/>
                      <a:pt x="10522" y="106722"/>
                      <a:pt x="14467" y="103622"/>
                    </a:cubicBezTo>
                    <a:cubicBezTo>
                      <a:pt x="18507" y="100709"/>
                      <a:pt x="21513" y="96482"/>
                      <a:pt x="24238" y="92254"/>
                    </a:cubicBezTo>
                    <a:cubicBezTo>
                      <a:pt x="29405" y="83423"/>
                      <a:pt x="32975" y="73559"/>
                      <a:pt x="35699" y="63319"/>
                    </a:cubicBezTo>
                    <a:cubicBezTo>
                      <a:pt x="38611" y="53079"/>
                      <a:pt x="40772" y="42651"/>
                      <a:pt x="42745" y="32129"/>
                    </a:cubicBezTo>
                    <a:cubicBezTo>
                      <a:pt x="44624" y="21607"/>
                      <a:pt x="45845" y="10992"/>
                      <a:pt x="4697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2" name="Forme libre : forme 2081">
                <a:extLst>
                  <a:ext uri="{FF2B5EF4-FFF2-40B4-BE49-F238E27FC236}">
                    <a16:creationId xmlns:a16="http://schemas.microsoft.com/office/drawing/2014/main" id="{A730517A-5627-4547-B6BA-2154AE820D5F}"/>
                  </a:ext>
                </a:extLst>
              </p:cNvPr>
              <p:cNvSpPr/>
              <p:nvPr/>
            </p:nvSpPr>
            <p:spPr>
              <a:xfrm>
                <a:off x="7804205" y="1699750"/>
                <a:ext cx="17191" cy="6395"/>
              </a:xfrm>
              <a:custGeom>
                <a:avLst/>
                <a:gdLst>
                  <a:gd name="connsiteX0" fmla="*/ 0 w 17191"/>
                  <a:gd name="connsiteY0" fmla="*/ 0 h 6395"/>
                  <a:gd name="connsiteX1" fmla="*/ 8925 w 17191"/>
                  <a:gd name="connsiteY1" fmla="*/ 1127 h 6395"/>
                  <a:gd name="connsiteX2" fmla="*/ 17192 w 17191"/>
                  <a:gd name="connsiteY2" fmla="*/ 3288 h 6395"/>
                  <a:gd name="connsiteX3" fmla="*/ 17192 w 17191"/>
                  <a:gd name="connsiteY3" fmla="*/ 5825 h 6395"/>
                  <a:gd name="connsiteX4" fmla="*/ 14186 w 17191"/>
                  <a:gd name="connsiteY4" fmla="*/ 4603 h 6395"/>
                  <a:gd name="connsiteX5" fmla="*/ 17192 w 17191"/>
                  <a:gd name="connsiteY5" fmla="*/ 3288 h 6395"/>
                  <a:gd name="connsiteX6" fmla="*/ 17192 w 17191"/>
                  <a:gd name="connsiteY6" fmla="*/ 5825 h 6395"/>
                  <a:gd name="connsiteX7" fmla="*/ 7797 w 17191"/>
                  <a:gd name="connsiteY7" fmla="*/ 5543 h 6395"/>
                  <a:gd name="connsiteX8" fmla="*/ 0 w 17191"/>
                  <a:gd name="connsiteY8" fmla="*/ 0 h 6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91" h="6395">
                    <a:moveTo>
                      <a:pt x="0" y="0"/>
                    </a:moveTo>
                    <a:cubicBezTo>
                      <a:pt x="3382" y="94"/>
                      <a:pt x="6106" y="564"/>
                      <a:pt x="8925" y="1127"/>
                    </a:cubicBezTo>
                    <a:cubicBezTo>
                      <a:pt x="11649" y="1691"/>
                      <a:pt x="14373" y="2349"/>
                      <a:pt x="17192" y="3288"/>
                    </a:cubicBezTo>
                    <a:lnTo>
                      <a:pt x="17192" y="5825"/>
                    </a:lnTo>
                    <a:cubicBezTo>
                      <a:pt x="16158" y="5449"/>
                      <a:pt x="15219" y="5167"/>
                      <a:pt x="14186" y="4603"/>
                    </a:cubicBezTo>
                    <a:cubicBezTo>
                      <a:pt x="15219" y="4040"/>
                      <a:pt x="16158" y="3664"/>
                      <a:pt x="17192" y="3288"/>
                    </a:cubicBezTo>
                    <a:lnTo>
                      <a:pt x="17192" y="5825"/>
                    </a:lnTo>
                    <a:cubicBezTo>
                      <a:pt x="14092" y="6670"/>
                      <a:pt x="10803" y="6576"/>
                      <a:pt x="7797" y="5543"/>
                    </a:cubicBezTo>
                    <a:cubicBezTo>
                      <a:pt x="4697" y="4509"/>
                      <a:pt x="1879" y="2818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3" name="Forme libre : forme 2082">
                <a:extLst>
                  <a:ext uri="{FF2B5EF4-FFF2-40B4-BE49-F238E27FC236}">
                    <a16:creationId xmlns:a16="http://schemas.microsoft.com/office/drawing/2014/main" id="{222ED413-34E7-40A2-B186-460BA6E2D00E}"/>
                  </a:ext>
                </a:extLst>
              </p:cNvPr>
              <p:cNvSpPr/>
              <p:nvPr/>
            </p:nvSpPr>
            <p:spPr>
              <a:xfrm>
                <a:off x="7797347" y="1719889"/>
                <a:ext cx="11743" cy="5849"/>
              </a:xfrm>
              <a:custGeom>
                <a:avLst/>
                <a:gdLst>
                  <a:gd name="connsiteX0" fmla="*/ 0 w 11743"/>
                  <a:gd name="connsiteY0" fmla="*/ 529 h 5849"/>
                  <a:gd name="connsiteX1" fmla="*/ 6764 w 11743"/>
                  <a:gd name="connsiteY1" fmla="*/ 717 h 5849"/>
                  <a:gd name="connsiteX2" fmla="*/ 11743 w 11743"/>
                  <a:gd name="connsiteY2" fmla="*/ 5320 h 5849"/>
                  <a:gd name="connsiteX3" fmla="*/ 4979 w 11743"/>
                  <a:gd name="connsiteY3" fmla="*/ 5132 h 5849"/>
                  <a:gd name="connsiteX4" fmla="*/ 0 w 11743"/>
                  <a:gd name="connsiteY4" fmla="*/ 529 h 5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3" h="5849">
                    <a:moveTo>
                      <a:pt x="0" y="529"/>
                    </a:moveTo>
                    <a:cubicBezTo>
                      <a:pt x="2631" y="-410"/>
                      <a:pt x="4791" y="59"/>
                      <a:pt x="6764" y="717"/>
                    </a:cubicBezTo>
                    <a:cubicBezTo>
                      <a:pt x="8643" y="1563"/>
                      <a:pt x="10428" y="2784"/>
                      <a:pt x="11743" y="5320"/>
                    </a:cubicBezTo>
                    <a:cubicBezTo>
                      <a:pt x="9113" y="6260"/>
                      <a:pt x="6952" y="5790"/>
                      <a:pt x="4979" y="5132"/>
                    </a:cubicBezTo>
                    <a:cubicBezTo>
                      <a:pt x="3100" y="4193"/>
                      <a:pt x="1315" y="2972"/>
                      <a:pt x="0" y="52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4" name="Forme libre : forme 2083">
                <a:extLst>
                  <a:ext uri="{FF2B5EF4-FFF2-40B4-BE49-F238E27FC236}">
                    <a16:creationId xmlns:a16="http://schemas.microsoft.com/office/drawing/2014/main" id="{30BAE016-E7E7-45CE-AEA8-F0BC48E170FA}"/>
                  </a:ext>
                </a:extLst>
              </p:cNvPr>
              <p:cNvSpPr/>
              <p:nvPr/>
            </p:nvSpPr>
            <p:spPr>
              <a:xfrm>
                <a:off x="7755354" y="1868468"/>
                <a:ext cx="20198" cy="5132"/>
              </a:xfrm>
              <a:custGeom>
                <a:avLst/>
                <a:gdLst>
                  <a:gd name="connsiteX0" fmla="*/ 0 w 20198"/>
                  <a:gd name="connsiteY0" fmla="*/ 101 h 5132"/>
                  <a:gd name="connsiteX1" fmla="*/ 10146 w 20198"/>
                  <a:gd name="connsiteY1" fmla="*/ 383 h 5132"/>
                  <a:gd name="connsiteX2" fmla="*/ 20198 w 20198"/>
                  <a:gd name="connsiteY2" fmla="*/ 1886 h 5132"/>
                  <a:gd name="connsiteX3" fmla="*/ 9770 w 20198"/>
                  <a:gd name="connsiteY3" fmla="*/ 5080 h 5132"/>
                  <a:gd name="connsiteX4" fmla="*/ 0 w 20198"/>
                  <a:gd name="connsiteY4" fmla="*/ 101 h 5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98" h="5132">
                    <a:moveTo>
                      <a:pt x="0" y="101"/>
                    </a:moveTo>
                    <a:cubicBezTo>
                      <a:pt x="3852" y="-180"/>
                      <a:pt x="6952" y="195"/>
                      <a:pt x="10146" y="383"/>
                    </a:cubicBezTo>
                    <a:cubicBezTo>
                      <a:pt x="13340" y="759"/>
                      <a:pt x="16440" y="947"/>
                      <a:pt x="20198" y="1886"/>
                    </a:cubicBezTo>
                    <a:cubicBezTo>
                      <a:pt x="17286" y="4517"/>
                      <a:pt x="13434" y="5362"/>
                      <a:pt x="9770" y="5080"/>
                    </a:cubicBezTo>
                    <a:cubicBezTo>
                      <a:pt x="6107" y="4611"/>
                      <a:pt x="2349" y="3202"/>
                      <a:pt x="0" y="10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5" name="Forme libre : forme 2084">
                <a:extLst>
                  <a:ext uri="{FF2B5EF4-FFF2-40B4-BE49-F238E27FC236}">
                    <a16:creationId xmlns:a16="http://schemas.microsoft.com/office/drawing/2014/main" id="{AFB8B6B0-8071-4D29-BAB4-341FC7D7C93B}"/>
                  </a:ext>
                </a:extLst>
              </p:cNvPr>
              <p:cNvSpPr/>
              <p:nvPr/>
            </p:nvSpPr>
            <p:spPr>
              <a:xfrm>
                <a:off x="7748120" y="1887635"/>
                <a:ext cx="19540" cy="5288"/>
              </a:xfrm>
              <a:custGeom>
                <a:avLst/>
                <a:gdLst>
                  <a:gd name="connsiteX0" fmla="*/ 0 w 19540"/>
                  <a:gd name="connsiteY0" fmla="*/ 100 h 5288"/>
                  <a:gd name="connsiteX1" fmla="*/ 9864 w 19540"/>
                  <a:gd name="connsiteY1" fmla="*/ 476 h 5288"/>
                  <a:gd name="connsiteX2" fmla="*/ 19541 w 19540"/>
                  <a:gd name="connsiteY2" fmla="*/ 2730 h 5288"/>
                  <a:gd name="connsiteX3" fmla="*/ 9300 w 19540"/>
                  <a:gd name="connsiteY3" fmla="*/ 5173 h 5288"/>
                  <a:gd name="connsiteX4" fmla="*/ 0 w 19540"/>
                  <a:gd name="connsiteY4" fmla="*/ 100 h 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40" h="5288">
                    <a:moveTo>
                      <a:pt x="0" y="100"/>
                    </a:moveTo>
                    <a:cubicBezTo>
                      <a:pt x="3758" y="-182"/>
                      <a:pt x="6764" y="194"/>
                      <a:pt x="9864" y="476"/>
                    </a:cubicBezTo>
                    <a:cubicBezTo>
                      <a:pt x="12964" y="945"/>
                      <a:pt x="15971" y="1415"/>
                      <a:pt x="19541" y="2730"/>
                    </a:cubicBezTo>
                    <a:cubicBezTo>
                      <a:pt x="16534" y="5079"/>
                      <a:pt x="12776" y="5549"/>
                      <a:pt x="9300" y="5173"/>
                    </a:cubicBezTo>
                    <a:cubicBezTo>
                      <a:pt x="5731" y="4609"/>
                      <a:pt x="2255" y="3106"/>
                      <a:pt x="0" y="10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6" name="Forme libre : forme 2085">
                <a:extLst>
                  <a:ext uri="{FF2B5EF4-FFF2-40B4-BE49-F238E27FC236}">
                    <a16:creationId xmlns:a16="http://schemas.microsoft.com/office/drawing/2014/main" id="{25D59CCB-C1A7-41BB-AA76-B810360E1CF0}"/>
                  </a:ext>
                </a:extLst>
              </p:cNvPr>
              <p:cNvSpPr/>
              <p:nvPr/>
            </p:nvSpPr>
            <p:spPr>
              <a:xfrm>
                <a:off x="7754226" y="1701265"/>
                <a:ext cx="10521" cy="5782"/>
              </a:xfrm>
              <a:custGeom>
                <a:avLst/>
                <a:gdLst>
                  <a:gd name="connsiteX0" fmla="*/ 0 w 10521"/>
                  <a:gd name="connsiteY0" fmla="*/ 834 h 5782"/>
                  <a:gd name="connsiteX1" fmla="*/ 6388 w 10521"/>
                  <a:gd name="connsiteY1" fmla="*/ 646 h 5782"/>
                  <a:gd name="connsiteX2" fmla="*/ 10522 w 10521"/>
                  <a:gd name="connsiteY2" fmla="*/ 5531 h 5782"/>
                  <a:gd name="connsiteX3" fmla="*/ 4415 w 10521"/>
                  <a:gd name="connsiteY3" fmla="*/ 4968 h 5782"/>
                  <a:gd name="connsiteX4" fmla="*/ 0 w 10521"/>
                  <a:gd name="connsiteY4" fmla="*/ 834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21" h="5782">
                    <a:moveTo>
                      <a:pt x="0" y="834"/>
                    </a:moveTo>
                    <a:cubicBezTo>
                      <a:pt x="2349" y="-387"/>
                      <a:pt x="4509" y="-105"/>
                      <a:pt x="6388" y="646"/>
                    </a:cubicBezTo>
                    <a:cubicBezTo>
                      <a:pt x="8173" y="1586"/>
                      <a:pt x="9864" y="2901"/>
                      <a:pt x="10522" y="5531"/>
                    </a:cubicBezTo>
                    <a:cubicBezTo>
                      <a:pt x="7891" y="6095"/>
                      <a:pt x="6200" y="5625"/>
                      <a:pt x="4415" y="4968"/>
                    </a:cubicBezTo>
                    <a:cubicBezTo>
                      <a:pt x="2912" y="4122"/>
                      <a:pt x="1409" y="3089"/>
                      <a:pt x="0" y="83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7" name="Forme libre : forme 2086">
                <a:extLst>
                  <a:ext uri="{FF2B5EF4-FFF2-40B4-BE49-F238E27FC236}">
                    <a16:creationId xmlns:a16="http://schemas.microsoft.com/office/drawing/2014/main" id="{68D4A5C2-DA45-4C99-B779-4032D60F74BC}"/>
                  </a:ext>
                </a:extLst>
              </p:cNvPr>
              <p:cNvSpPr/>
              <p:nvPr/>
            </p:nvSpPr>
            <p:spPr>
              <a:xfrm>
                <a:off x="7745959" y="1716142"/>
                <a:ext cx="8218" cy="4933"/>
              </a:xfrm>
              <a:custGeom>
                <a:avLst/>
                <a:gdLst>
                  <a:gd name="connsiteX0" fmla="*/ 0 w 8218"/>
                  <a:gd name="connsiteY0" fmla="*/ 2679 h 4933"/>
                  <a:gd name="connsiteX1" fmla="*/ 5073 w 8218"/>
                  <a:gd name="connsiteY1" fmla="*/ 142 h 4933"/>
                  <a:gd name="connsiteX2" fmla="*/ 8079 w 8218"/>
                  <a:gd name="connsiteY2" fmla="*/ 4933 h 4933"/>
                  <a:gd name="connsiteX3" fmla="*/ 3758 w 8218"/>
                  <a:gd name="connsiteY3" fmla="*/ 4651 h 4933"/>
                  <a:gd name="connsiteX4" fmla="*/ 0 w 8218"/>
                  <a:gd name="connsiteY4" fmla="*/ 2679 h 4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8" h="4933">
                    <a:moveTo>
                      <a:pt x="0" y="2679"/>
                    </a:moveTo>
                    <a:cubicBezTo>
                      <a:pt x="658" y="330"/>
                      <a:pt x="3194" y="-328"/>
                      <a:pt x="5073" y="142"/>
                    </a:cubicBezTo>
                    <a:cubicBezTo>
                      <a:pt x="6952" y="706"/>
                      <a:pt x="8737" y="2491"/>
                      <a:pt x="8079" y="4933"/>
                    </a:cubicBezTo>
                    <a:cubicBezTo>
                      <a:pt x="5731" y="4839"/>
                      <a:pt x="4791" y="4933"/>
                      <a:pt x="3758" y="4651"/>
                    </a:cubicBezTo>
                    <a:cubicBezTo>
                      <a:pt x="2724" y="4370"/>
                      <a:pt x="2067" y="3806"/>
                      <a:pt x="0" y="267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8" name="Forme libre : forme 2087">
                <a:extLst>
                  <a:ext uri="{FF2B5EF4-FFF2-40B4-BE49-F238E27FC236}">
                    <a16:creationId xmlns:a16="http://schemas.microsoft.com/office/drawing/2014/main" id="{284E536B-5C20-4B58-B4F1-A1C708E0D3E7}"/>
                  </a:ext>
                </a:extLst>
              </p:cNvPr>
              <p:cNvSpPr/>
              <p:nvPr/>
            </p:nvSpPr>
            <p:spPr>
              <a:xfrm>
                <a:off x="7721440" y="1641669"/>
                <a:ext cx="8365" cy="6692"/>
              </a:xfrm>
              <a:custGeom>
                <a:avLst/>
                <a:gdLst>
                  <a:gd name="connsiteX0" fmla="*/ 0 w 8365"/>
                  <a:gd name="connsiteY0" fmla="*/ 305 h 6692"/>
                  <a:gd name="connsiteX1" fmla="*/ 5825 w 8365"/>
                  <a:gd name="connsiteY1" fmla="*/ 1338 h 6692"/>
                  <a:gd name="connsiteX2" fmla="*/ 8361 w 8365"/>
                  <a:gd name="connsiteY2" fmla="*/ 6693 h 6692"/>
                  <a:gd name="connsiteX3" fmla="*/ 3006 w 8365"/>
                  <a:gd name="connsiteY3" fmla="*/ 5002 h 6692"/>
                  <a:gd name="connsiteX4" fmla="*/ 0 w 8365"/>
                  <a:gd name="connsiteY4" fmla="*/ 305 h 6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65" h="6692">
                    <a:moveTo>
                      <a:pt x="0" y="305"/>
                    </a:moveTo>
                    <a:cubicBezTo>
                      <a:pt x="2443" y="-447"/>
                      <a:pt x="4321" y="305"/>
                      <a:pt x="5825" y="1338"/>
                    </a:cubicBezTo>
                    <a:cubicBezTo>
                      <a:pt x="7233" y="2559"/>
                      <a:pt x="8455" y="4156"/>
                      <a:pt x="8361" y="6693"/>
                    </a:cubicBezTo>
                    <a:cubicBezTo>
                      <a:pt x="5825" y="6693"/>
                      <a:pt x="4321" y="5941"/>
                      <a:pt x="3006" y="5002"/>
                    </a:cubicBezTo>
                    <a:cubicBezTo>
                      <a:pt x="1691" y="3968"/>
                      <a:pt x="658" y="2747"/>
                      <a:pt x="0" y="305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9" name="Forme libre : forme 2088">
                <a:extLst>
                  <a:ext uri="{FF2B5EF4-FFF2-40B4-BE49-F238E27FC236}">
                    <a16:creationId xmlns:a16="http://schemas.microsoft.com/office/drawing/2014/main" id="{606B52D9-0B69-4469-BEA1-138F39717EBF}"/>
                  </a:ext>
                </a:extLst>
              </p:cNvPr>
              <p:cNvSpPr/>
              <p:nvPr/>
            </p:nvSpPr>
            <p:spPr>
              <a:xfrm>
                <a:off x="7721779" y="1661572"/>
                <a:ext cx="4111" cy="4111"/>
              </a:xfrm>
              <a:custGeom>
                <a:avLst/>
                <a:gdLst>
                  <a:gd name="connsiteX0" fmla="*/ 505 w 4111"/>
                  <a:gd name="connsiteY0" fmla="*/ 506 h 4111"/>
                  <a:gd name="connsiteX1" fmla="*/ 3700 w 4111"/>
                  <a:gd name="connsiteY1" fmla="*/ 412 h 4111"/>
                  <a:gd name="connsiteX2" fmla="*/ 3606 w 4111"/>
                  <a:gd name="connsiteY2" fmla="*/ 3606 h 4111"/>
                  <a:gd name="connsiteX3" fmla="*/ 411 w 4111"/>
                  <a:gd name="connsiteY3" fmla="*/ 3700 h 4111"/>
                  <a:gd name="connsiteX4" fmla="*/ 505 w 4111"/>
                  <a:gd name="connsiteY4" fmla="*/ 506 h 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11" h="4111">
                    <a:moveTo>
                      <a:pt x="505" y="506"/>
                    </a:moveTo>
                    <a:cubicBezTo>
                      <a:pt x="2290" y="-246"/>
                      <a:pt x="3136" y="-58"/>
                      <a:pt x="3700" y="412"/>
                    </a:cubicBezTo>
                    <a:cubicBezTo>
                      <a:pt x="4169" y="975"/>
                      <a:pt x="4358" y="1821"/>
                      <a:pt x="3606" y="3606"/>
                    </a:cubicBezTo>
                    <a:cubicBezTo>
                      <a:pt x="1821" y="4357"/>
                      <a:pt x="975" y="4169"/>
                      <a:pt x="411" y="3700"/>
                    </a:cubicBezTo>
                    <a:cubicBezTo>
                      <a:pt x="-58" y="3136"/>
                      <a:pt x="-246" y="2291"/>
                      <a:pt x="505" y="506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0" name="Forme libre : forme 2089">
                <a:extLst>
                  <a:ext uri="{FF2B5EF4-FFF2-40B4-BE49-F238E27FC236}">
                    <a16:creationId xmlns:a16="http://schemas.microsoft.com/office/drawing/2014/main" id="{D59B5CE9-52FF-447C-9BF4-DC3E6CB407BA}"/>
                  </a:ext>
                </a:extLst>
              </p:cNvPr>
              <p:cNvSpPr/>
              <p:nvPr/>
            </p:nvSpPr>
            <p:spPr>
              <a:xfrm>
                <a:off x="7700647" y="1830804"/>
                <a:ext cx="5291" cy="4850"/>
              </a:xfrm>
              <a:custGeom>
                <a:avLst/>
                <a:gdLst>
                  <a:gd name="connsiteX0" fmla="*/ 594 w 5291"/>
                  <a:gd name="connsiteY0" fmla="*/ 0 h 4850"/>
                  <a:gd name="connsiteX1" fmla="*/ 4070 w 5291"/>
                  <a:gd name="connsiteY1" fmla="*/ 564 h 4850"/>
                  <a:gd name="connsiteX2" fmla="*/ 5292 w 5291"/>
                  <a:gd name="connsiteY2" fmla="*/ 3852 h 4850"/>
                  <a:gd name="connsiteX3" fmla="*/ 1064 w 5291"/>
                  <a:gd name="connsiteY3" fmla="*/ 4228 h 4850"/>
                  <a:gd name="connsiteX4" fmla="*/ 594 w 5291"/>
                  <a:gd name="connsiteY4" fmla="*/ 0 h 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1" h="4850">
                    <a:moveTo>
                      <a:pt x="594" y="0"/>
                    </a:moveTo>
                    <a:cubicBezTo>
                      <a:pt x="2662" y="0"/>
                      <a:pt x="3413" y="94"/>
                      <a:pt x="4070" y="564"/>
                    </a:cubicBezTo>
                    <a:cubicBezTo>
                      <a:pt x="4634" y="1127"/>
                      <a:pt x="4916" y="1785"/>
                      <a:pt x="5292" y="3852"/>
                    </a:cubicBezTo>
                    <a:cubicBezTo>
                      <a:pt x="3695" y="5261"/>
                      <a:pt x="2098" y="4979"/>
                      <a:pt x="1064" y="4228"/>
                    </a:cubicBezTo>
                    <a:cubicBezTo>
                      <a:pt x="125" y="3288"/>
                      <a:pt x="-533" y="1785"/>
                      <a:pt x="59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1" name="Forme libre : forme 2090">
                <a:extLst>
                  <a:ext uri="{FF2B5EF4-FFF2-40B4-BE49-F238E27FC236}">
                    <a16:creationId xmlns:a16="http://schemas.microsoft.com/office/drawing/2014/main" id="{FBA95421-E820-49E8-9A07-3C1AA6810F53}"/>
                  </a:ext>
                </a:extLst>
              </p:cNvPr>
              <p:cNvSpPr/>
              <p:nvPr/>
            </p:nvSpPr>
            <p:spPr>
              <a:xfrm>
                <a:off x="7693068" y="1960918"/>
                <a:ext cx="42245" cy="221616"/>
              </a:xfrm>
              <a:custGeom>
                <a:avLst/>
                <a:gdLst>
                  <a:gd name="connsiteX0" fmla="*/ 0 w 42245"/>
                  <a:gd name="connsiteY0" fmla="*/ 221617 h 221616"/>
                  <a:gd name="connsiteX1" fmla="*/ 28466 w 42245"/>
                  <a:gd name="connsiteY1" fmla="*/ 194654 h 221616"/>
                  <a:gd name="connsiteX2" fmla="*/ 28372 w 42245"/>
                  <a:gd name="connsiteY2" fmla="*/ 152567 h 221616"/>
                  <a:gd name="connsiteX3" fmla="*/ 32975 w 42245"/>
                  <a:gd name="connsiteY3" fmla="*/ 78632 h 221616"/>
                  <a:gd name="connsiteX4" fmla="*/ 42087 w 42245"/>
                  <a:gd name="connsiteY4" fmla="*/ 0 h 221616"/>
                  <a:gd name="connsiteX5" fmla="*/ 0 w 42245"/>
                  <a:gd name="connsiteY5" fmla="*/ 221617 h 221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245" h="221616">
                    <a:moveTo>
                      <a:pt x="0" y="221617"/>
                    </a:moveTo>
                    <a:cubicBezTo>
                      <a:pt x="14092" y="221617"/>
                      <a:pt x="25177" y="208371"/>
                      <a:pt x="28466" y="194654"/>
                    </a:cubicBezTo>
                    <a:cubicBezTo>
                      <a:pt x="31754" y="180939"/>
                      <a:pt x="29311" y="166659"/>
                      <a:pt x="28372" y="152567"/>
                    </a:cubicBezTo>
                    <a:cubicBezTo>
                      <a:pt x="26774" y="127859"/>
                      <a:pt x="29875" y="103152"/>
                      <a:pt x="32975" y="78632"/>
                    </a:cubicBezTo>
                    <a:cubicBezTo>
                      <a:pt x="36169" y="53455"/>
                      <a:pt x="43403" y="24989"/>
                      <a:pt x="42087" y="0"/>
                    </a:cubicBezTo>
                    <a:cubicBezTo>
                      <a:pt x="20668" y="17944"/>
                      <a:pt x="282" y="221617"/>
                      <a:pt x="0" y="221617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2" name="Forme libre : forme 2091">
                <a:extLst>
                  <a:ext uri="{FF2B5EF4-FFF2-40B4-BE49-F238E27FC236}">
                    <a16:creationId xmlns:a16="http://schemas.microsoft.com/office/drawing/2014/main" id="{8D492093-7CF1-41C7-A282-4E394318A139}"/>
                  </a:ext>
                </a:extLst>
              </p:cNvPr>
              <p:cNvSpPr/>
              <p:nvPr/>
            </p:nvSpPr>
            <p:spPr>
              <a:xfrm>
                <a:off x="7583158" y="1902014"/>
                <a:ext cx="88866" cy="311991"/>
              </a:xfrm>
              <a:custGeom>
                <a:avLst/>
                <a:gdLst>
                  <a:gd name="connsiteX0" fmla="*/ 88867 w 88866"/>
                  <a:gd name="connsiteY0" fmla="*/ 0 h 311991"/>
                  <a:gd name="connsiteX1" fmla="*/ 69890 w 88866"/>
                  <a:gd name="connsiteY1" fmla="*/ 58716 h 311991"/>
                  <a:gd name="connsiteX2" fmla="*/ 23669 w 88866"/>
                  <a:gd name="connsiteY2" fmla="*/ 189769 h 311991"/>
                  <a:gd name="connsiteX3" fmla="*/ 2343 w 88866"/>
                  <a:gd name="connsiteY3" fmla="*/ 249894 h 311991"/>
                  <a:gd name="connsiteX4" fmla="*/ 9765 w 88866"/>
                  <a:gd name="connsiteY4" fmla="*/ 311992 h 311991"/>
                  <a:gd name="connsiteX5" fmla="*/ 33251 w 88866"/>
                  <a:gd name="connsiteY5" fmla="*/ 205364 h 311991"/>
                  <a:gd name="connsiteX6" fmla="*/ 55234 w 88866"/>
                  <a:gd name="connsiteY6" fmla="*/ 153319 h 311991"/>
                  <a:gd name="connsiteX7" fmla="*/ 65944 w 88866"/>
                  <a:gd name="connsiteY7" fmla="*/ 112452 h 311991"/>
                  <a:gd name="connsiteX8" fmla="*/ 87363 w 88866"/>
                  <a:gd name="connsiteY8" fmla="*/ 16628 h 31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866" h="311991">
                    <a:moveTo>
                      <a:pt x="88867" y="0"/>
                    </a:moveTo>
                    <a:cubicBezTo>
                      <a:pt x="82572" y="19540"/>
                      <a:pt x="76278" y="39175"/>
                      <a:pt x="69890" y="58716"/>
                    </a:cubicBezTo>
                    <a:cubicBezTo>
                      <a:pt x="55704" y="102776"/>
                      <a:pt x="41424" y="146930"/>
                      <a:pt x="23669" y="189769"/>
                    </a:cubicBezTo>
                    <a:cubicBezTo>
                      <a:pt x="15495" y="209498"/>
                      <a:pt x="6571" y="229038"/>
                      <a:pt x="2343" y="249894"/>
                    </a:cubicBezTo>
                    <a:cubicBezTo>
                      <a:pt x="-1885" y="270750"/>
                      <a:pt x="-945" y="293579"/>
                      <a:pt x="9765" y="311992"/>
                    </a:cubicBezTo>
                    <a:cubicBezTo>
                      <a:pt x="11362" y="275447"/>
                      <a:pt x="19347" y="239184"/>
                      <a:pt x="33251" y="205364"/>
                    </a:cubicBezTo>
                    <a:cubicBezTo>
                      <a:pt x="40391" y="187890"/>
                      <a:pt x="49128" y="171168"/>
                      <a:pt x="55234" y="153319"/>
                    </a:cubicBezTo>
                    <a:cubicBezTo>
                      <a:pt x="59837" y="139978"/>
                      <a:pt x="62844" y="126262"/>
                      <a:pt x="65944" y="112452"/>
                    </a:cubicBezTo>
                    <a:cubicBezTo>
                      <a:pt x="73084" y="80511"/>
                      <a:pt x="80224" y="48570"/>
                      <a:pt x="87363" y="16628"/>
                    </a:cubicBezTo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3" name="Forme libre : forme 2092">
                <a:extLst>
                  <a:ext uri="{FF2B5EF4-FFF2-40B4-BE49-F238E27FC236}">
                    <a16:creationId xmlns:a16="http://schemas.microsoft.com/office/drawing/2014/main" id="{4D55AED4-A3F7-449B-8E40-C6283A42BB66}"/>
                  </a:ext>
                </a:extLst>
              </p:cNvPr>
              <p:cNvSpPr/>
              <p:nvPr/>
            </p:nvSpPr>
            <p:spPr>
              <a:xfrm>
                <a:off x="7529116" y="1939583"/>
                <a:ext cx="92309" cy="209694"/>
              </a:xfrm>
              <a:custGeom>
                <a:avLst/>
                <a:gdLst>
                  <a:gd name="connsiteX0" fmla="*/ 10352 w 92309"/>
                  <a:gd name="connsiteY0" fmla="*/ 131157 h 209694"/>
                  <a:gd name="connsiteX1" fmla="*/ 18 w 92309"/>
                  <a:gd name="connsiteY1" fmla="*/ 166950 h 209694"/>
                  <a:gd name="connsiteX2" fmla="*/ 10822 w 92309"/>
                  <a:gd name="connsiteY2" fmla="*/ 209695 h 209694"/>
                  <a:gd name="connsiteX3" fmla="*/ 24913 w 92309"/>
                  <a:gd name="connsiteY3" fmla="*/ 142806 h 209694"/>
                  <a:gd name="connsiteX4" fmla="*/ 59485 w 92309"/>
                  <a:gd name="connsiteY4" fmla="*/ 82869 h 209694"/>
                  <a:gd name="connsiteX5" fmla="*/ 81093 w 92309"/>
                  <a:gd name="connsiteY5" fmla="*/ 38808 h 209694"/>
                  <a:gd name="connsiteX6" fmla="*/ 89078 w 92309"/>
                  <a:gd name="connsiteY6" fmla="*/ 9 h 209694"/>
                  <a:gd name="connsiteX7" fmla="*/ 65216 w 92309"/>
                  <a:gd name="connsiteY7" fmla="*/ 40124 h 209694"/>
                  <a:gd name="connsiteX8" fmla="*/ 38160 w 92309"/>
                  <a:gd name="connsiteY8" fmla="*/ 81929 h 209694"/>
                  <a:gd name="connsiteX9" fmla="*/ 10352 w 92309"/>
                  <a:gd name="connsiteY9" fmla="*/ 131157 h 209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309" h="209694">
                    <a:moveTo>
                      <a:pt x="10352" y="131157"/>
                    </a:moveTo>
                    <a:cubicBezTo>
                      <a:pt x="4997" y="142430"/>
                      <a:pt x="300" y="154455"/>
                      <a:pt x="18" y="166950"/>
                    </a:cubicBezTo>
                    <a:cubicBezTo>
                      <a:pt x="-358" y="181699"/>
                      <a:pt x="5279" y="195979"/>
                      <a:pt x="10822" y="209695"/>
                    </a:cubicBezTo>
                    <a:cubicBezTo>
                      <a:pt x="8191" y="186772"/>
                      <a:pt x="14955" y="163662"/>
                      <a:pt x="24913" y="142806"/>
                    </a:cubicBezTo>
                    <a:cubicBezTo>
                      <a:pt x="34872" y="121950"/>
                      <a:pt x="48024" y="102879"/>
                      <a:pt x="59485" y="82869"/>
                    </a:cubicBezTo>
                    <a:cubicBezTo>
                      <a:pt x="67564" y="68683"/>
                      <a:pt x="74798" y="53934"/>
                      <a:pt x="81093" y="38808"/>
                    </a:cubicBezTo>
                    <a:cubicBezTo>
                      <a:pt x="82972" y="34393"/>
                      <a:pt x="99036" y="-649"/>
                      <a:pt x="89078" y="9"/>
                    </a:cubicBezTo>
                    <a:cubicBezTo>
                      <a:pt x="84568" y="291"/>
                      <a:pt x="68504" y="35051"/>
                      <a:pt x="65216" y="40124"/>
                    </a:cubicBezTo>
                    <a:cubicBezTo>
                      <a:pt x="56385" y="54122"/>
                      <a:pt x="47084" y="67931"/>
                      <a:pt x="38160" y="81929"/>
                    </a:cubicBezTo>
                    <a:cubicBezTo>
                      <a:pt x="28107" y="97900"/>
                      <a:pt x="18337" y="114059"/>
                      <a:pt x="10352" y="131157"/>
                    </a:cubicBezTo>
                    <a:close/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4" name="Forme libre : forme 2093">
                <a:extLst>
                  <a:ext uri="{FF2B5EF4-FFF2-40B4-BE49-F238E27FC236}">
                    <a16:creationId xmlns:a16="http://schemas.microsoft.com/office/drawing/2014/main" id="{AD892039-2880-4E11-BDAE-672CD9A884C5}"/>
                  </a:ext>
                </a:extLst>
              </p:cNvPr>
              <p:cNvSpPr/>
              <p:nvPr/>
            </p:nvSpPr>
            <p:spPr>
              <a:xfrm>
                <a:off x="7815009" y="1539863"/>
                <a:ext cx="39511" cy="80973"/>
              </a:xfrm>
              <a:custGeom>
                <a:avLst/>
                <a:gdLst>
                  <a:gd name="connsiteX0" fmla="*/ 38142 w 39511"/>
                  <a:gd name="connsiteY0" fmla="*/ 4314 h 80973"/>
                  <a:gd name="connsiteX1" fmla="*/ 20856 w 39511"/>
                  <a:gd name="connsiteY1" fmla="*/ 274 h 80973"/>
                  <a:gd name="connsiteX2" fmla="*/ 18225 w 39511"/>
                  <a:gd name="connsiteY2" fmla="*/ 1402 h 80973"/>
                  <a:gd name="connsiteX3" fmla="*/ 17474 w 39511"/>
                  <a:gd name="connsiteY3" fmla="*/ 3375 h 80973"/>
                  <a:gd name="connsiteX4" fmla="*/ 0 w 39511"/>
                  <a:gd name="connsiteY4" fmla="*/ 80973 h 80973"/>
                  <a:gd name="connsiteX5" fmla="*/ 25459 w 39511"/>
                  <a:gd name="connsiteY5" fmla="*/ 48374 h 80973"/>
                  <a:gd name="connsiteX6" fmla="*/ 39082 w 39511"/>
                  <a:gd name="connsiteY6" fmla="*/ 8917 h 80973"/>
                  <a:gd name="connsiteX7" fmla="*/ 38142 w 39511"/>
                  <a:gd name="connsiteY7" fmla="*/ 4314 h 80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511" h="80973">
                    <a:moveTo>
                      <a:pt x="38142" y="4314"/>
                    </a:moveTo>
                    <a:cubicBezTo>
                      <a:pt x="33163" y="838"/>
                      <a:pt x="26869" y="-665"/>
                      <a:pt x="20856" y="274"/>
                    </a:cubicBezTo>
                    <a:cubicBezTo>
                      <a:pt x="19916" y="462"/>
                      <a:pt x="18789" y="650"/>
                      <a:pt x="18225" y="1402"/>
                    </a:cubicBezTo>
                    <a:cubicBezTo>
                      <a:pt x="17756" y="1965"/>
                      <a:pt x="17568" y="2623"/>
                      <a:pt x="17474" y="3375"/>
                    </a:cubicBezTo>
                    <a:cubicBezTo>
                      <a:pt x="11649" y="29303"/>
                      <a:pt x="9489" y="56172"/>
                      <a:pt x="0" y="80973"/>
                    </a:cubicBezTo>
                    <a:cubicBezTo>
                      <a:pt x="11180" y="72706"/>
                      <a:pt x="19447" y="60963"/>
                      <a:pt x="25459" y="48374"/>
                    </a:cubicBezTo>
                    <a:cubicBezTo>
                      <a:pt x="31472" y="35786"/>
                      <a:pt x="35323" y="22351"/>
                      <a:pt x="39082" y="8917"/>
                    </a:cubicBezTo>
                    <a:cubicBezTo>
                      <a:pt x="40115" y="6569"/>
                      <a:pt x="39082" y="4878"/>
                      <a:pt x="38142" y="4314"/>
                    </a:cubicBezTo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5" name="Forme libre : forme 2094">
                <a:extLst>
                  <a:ext uri="{FF2B5EF4-FFF2-40B4-BE49-F238E27FC236}">
                    <a16:creationId xmlns:a16="http://schemas.microsoft.com/office/drawing/2014/main" id="{28CA2DEE-7EC0-4486-B99D-62E67ACE7D1D}"/>
                  </a:ext>
                </a:extLst>
              </p:cNvPr>
              <p:cNvSpPr/>
              <p:nvPr/>
            </p:nvSpPr>
            <p:spPr>
              <a:xfrm>
                <a:off x="7819000" y="1361220"/>
                <a:ext cx="46351" cy="107236"/>
              </a:xfrm>
              <a:custGeom>
                <a:avLst/>
                <a:gdLst>
                  <a:gd name="connsiteX0" fmla="*/ 33681 w 46351"/>
                  <a:gd name="connsiteY0" fmla="*/ 327 h 107236"/>
                  <a:gd name="connsiteX1" fmla="*/ 32084 w 46351"/>
                  <a:gd name="connsiteY1" fmla="*/ 139 h 107236"/>
                  <a:gd name="connsiteX2" fmla="*/ 31520 w 46351"/>
                  <a:gd name="connsiteY2" fmla="*/ 985 h 107236"/>
                  <a:gd name="connsiteX3" fmla="*/ 425 w 46351"/>
                  <a:gd name="connsiteY3" fmla="*/ 100943 h 107236"/>
                  <a:gd name="connsiteX4" fmla="*/ 988 w 46351"/>
                  <a:gd name="connsiteY4" fmla="*/ 107237 h 107236"/>
                  <a:gd name="connsiteX5" fmla="*/ 10195 w 46351"/>
                  <a:gd name="connsiteY5" fmla="*/ 99721 h 107236"/>
                  <a:gd name="connsiteX6" fmla="*/ 26917 w 46351"/>
                  <a:gd name="connsiteY6" fmla="*/ 73605 h 107236"/>
                  <a:gd name="connsiteX7" fmla="*/ 32836 w 46351"/>
                  <a:gd name="connsiteY7" fmla="*/ 61298 h 107236"/>
                  <a:gd name="connsiteX8" fmla="*/ 36030 w 46351"/>
                  <a:gd name="connsiteY8" fmla="*/ 50682 h 107236"/>
                  <a:gd name="connsiteX9" fmla="*/ 44203 w 46351"/>
                  <a:gd name="connsiteY9" fmla="*/ 19868 h 107236"/>
                  <a:gd name="connsiteX10" fmla="*/ 45236 w 46351"/>
                  <a:gd name="connsiteY10" fmla="*/ 6716 h 107236"/>
                  <a:gd name="connsiteX11" fmla="*/ 33681 w 46351"/>
                  <a:gd name="connsiteY11" fmla="*/ 327 h 1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351" h="107236">
                    <a:moveTo>
                      <a:pt x="33681" y="327"/>
                    </a:moveTo>
                    <a:cubicBezTo>
                      <a:pt x="33211" y="45"/>
                      <a:pt x="32554" y="-142"/>
                      <a:pt x="32084" y="139"/>
                    </a:cubicBezTo>
                    <a:cubicBezTo>
                      <a:pt x="31802" y="327"/>
                      <a:pt x="31614" y="703"/>
                      <a:pt x="31520" y="985"/>
                    </a:cubicBezTo>
                    <a:cubicBezTo>
                      <a:pt x="18274" y="33302"/>
                      <a:pt x="7846" y="66840"/>
                      <a:pt x="425" y="100943"/>
                    </a:cubicBezTo>
                    <a:cubicBezTo>
                      <a:pt x="-45" y="103103"/>
                      <a:pt x="-421" y="105640"/>
                      <a:pt x="988" y="107237"/>
                    </a:cubicBezTo>
                    <a:cubicBezTo>
                      <a:pt x="4652" y="105546"/>
                      <a:pt x="7565" y="102728"/>
                      <a:pt x="10195" y="99721"/>
                    </a:cubicBezTo>
                    <a:cubicBezTo>
                      <a:pt x="16959" y="91924"/>
                      <a:pt x="21938" y="82717"/>
                      <a:pt x="26917" y="73605"/>
                    </a:cubicBezTo>
                    <a:cubicBezTo>
                      <a:pt x="29078" y="69565"/>
                      <a:pt x="31238" y="65619"/>
                      <a:pt x="32836" y="61298"/>
                    </a:cubicBezTo>
                    <a:cubicBezTo>
                      <a:pt x="34151" y="57822"/>
                      <a:pt x="35090" y="54252"/>
                      <a:pt x="36030" y="50682"/>
                    </a:cubicBezTo>
                    <a:cubicBezTo>
                      <a:pt x="38754" y="40442"/>
                      <a:pt x="41479" y="30108"/>
                      <a:pt x="44203" y="19868"/>
                    </a:cubicBezTo>
                    <a:cubicBezTo>
                      <a:pt x="45143" y="16298"/>
                      <a:pt x="47867" y="10098"/>
                      <a:pt x="45236" y="6716"/>
                    </a:cubicBezTo>
                    <a:cubicBezTo>
                      <a:pt x="42887" y="3709"/>
                      <a:pt x="36969" y="2018"/>
                      <a:pt x="33681" y="327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6" name="Forme libre : forme 2095">
                <a:extLst>
                  <a:ext uri="{FF2B5EF4-FFF2-40B4-BE49-F238E27FC236}">
                    <a16:creationId xmlns:a16="http://schemas.microsoft.com/office/drawing/2014/main" id="{AB70D47C-D519-4D81-A1CB-095722623075}"/>
                  </a:ext>
                </a:extLst>
              </p:cNvPr>
              <p:cNvSpPr/>
              <p:nvPr/>
            </p:nvSpPr>
            <p:spPr>
              <a:xfrm>
                <a:off x="7792932" y="1291934"/>
                <a:ext cx="37814" cy="109164"/>
              </a:xfrm>
              <a:custGeom>
                <a:avLst/>
                <a:gdLst>
                  <a:gd name="connsiteX0" fmla="*/ 27432 w 37814"/>
                  <a:gd name="connsiteY0" fmla="*/ 0 h 109164"/>
                  <a:gd name="connsiteX1" fmla="*/ 15595 w 37814"/>
                  <a:gd name="connsiteY1" fmla="*/ 44248 h 109164"/>
                  <a:gd name="connsiteX2" fmla="*/ 12588 w 37814"/>
                  <a:gd name="connsiteY2" fmla="*/ 56555 h 109164"/>
                  <a:gd name="connsiteX3" fmla="*/ 9019 w 37814"/>
                  <a:gd name="connsiteY3" fmla="*/ 71304 h 109164"/>
                  <a:gd name="connsiteX4" fmla="*/ 0 w 37814"/>
                  <a:gd name="connsiteY4" fmla="*/ 109164 h 109164"/>
                  <a:gd name="connsiteX5" fmla="*/ 26868 w 37814"/>
                  <a:gd name="connsiteY5" fmla="*/ 63695 h 109164"/>
                  <a:gd name="connsiteX6" fmla="*/ 35135 w 37814"/>
                  <a:gd name="connsiteY6" fmla="*/ 25741 h 109164"/>
                  <a:gd name="connsiteX7" fmla="*/ 37390 w 37814"/>
                  <a:gd name="connsiteY7" fmla="*/ 10334 h 109164"/>
                  <a:gd name="connsiteX8" fmla="*/ 27432 w 37814"/>
                  <a:gd name="connsiteY8" fmla="*/ 0 h 109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14" h="109164">
                    <a:moveTo>
                      <a:pt x="27432" y="0"/>
                    </a:moveTo>
                    <a:cubicBezTo>
                      <a:pt x="22829" y="14562"/>
                      <a:pt x="19165" y="29405"/>
                      <a:pt x="15595" y="44248"/>
                    </a:cubicBezTo>
                    <a:cubicBezTo>
                      <a:pt x="14561" y="48382"/>
                      <a:pt x="13622" y="52421"/>
                      <a:pt x="12588" y="56555"/>
                    </a:cubicBezTo>
                    <a:cubicBezTo>
                      <a:pt x="11368" y="61440"/>
                      <a:pt x="10240" y="66325"/>
                      <a:pt x="9019" y="71304"/>
                    </a:cubicBezTo>
                    <a:cubicBezTo>
                      <a:pt x="5919" y="83893"/>
                      <a:pt x="2912" y="96482"/>
                      <a:pt x="0" y="109164"/>
                    </a:cubicBezTo>
                    <a:cubicBezTo>
                      <a:pt x="13810" y="97797"/>
                      <a:pt x="21983" y="80887"/>
                      <a:pt x="26868" y="63695"/>
                    </a:cubicBezTo>
                    <a:cubicBezTo>
                      <a:pt x="30438" y="51200"/>
                      <a:pt x="32599" y="38424"/>
                      <a:pt x="35135" y="25741"/>
                    </a:cubicBezTo>
                    <a:cubicBezTo>
                      <a:pt x="35981" y="21419"/>
                      <a:pt x="38893" y="14749"/>
                      <a:pt x="37390" y="10334"/>
                    </a:cubicBezTo>
                    <a:cubicBezTo>
                      <a:pt x="36545" y="7985"/>
                      <a:pt x="27244" y="752"/>
                      <a:pt x="27432" y="0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97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8146244" y="2435530"/>
              <a:ext cx="352493" cy="1327379"/>
              <a:chOff x="8876122" y="1284280"/>
              <a:chExt cx="473002" cy="1781178"/>
            </a:xfrm>
            <a:solidFill>
              <a:schemeClr val="accent1"/>
            </a:solidFill>
          </p:grpSpPr>
          <p:sp>
            <p:nvSpPr>
              <p:cNvPr id="2098" name="Forme libre : forme 2097">
                <a:extLst>
                  <a:ext uri="{FF2B5EF4-FFF2-40B4-BE49-F238E27FC236}">
                    <a16:creationId xmlns:a16="http://schemas.microsoft.com/office/drawing/2014/main" id="{9688107F-8EA1-4EE6-AEFF-E80D1A71FF50}"/>
                  </a:ext>
                </a:extLst>
              </p:cNvPr>
              <p:cNvSpPr/>
              <p:nvPr/>
            </p:nvSpPr>
            <p:spPr>
              <a:xfrm>
                <a:off x="8876122" y="1284280"/>
                <a:ext cx="473002" cy="1781178"/>
              </a:xfrm>
              <a:custGeom>
                <a:avLst/>
                <a:gdLst>
                  <a:gd name="connsiteX0" fmla="*/ 16062 w 473002"/>
                  <a:gd name="connsiteY0" fmla="*/ 1360934 h 1781178"/>
                  <a:gd name="connsiteX1" fmla="*/ 19914 w 473002"/>
                  <a:gd name="connsiteY1" fmla="*/ 1432426 h 1781178"/>
                  <a:gd name="connsiteX2" fmla="*/ 89715 w 473002"/>
                  <a:gd name="connsiteY2" fmla="*/ 1754189 h 1781178"/>
                  <a:gd name="connsiteX3" fmla="*/ 390622 w 473002"/>
                  <a:gd name="connsiteY3" fmla="*/ 1762550 h 1781178"/>
                  <a:gd name="connsiteX4" fmla="*/ 364881 w 473002"/>
                  <a:gd name="connsiteY4" fmla="*/ 1475172 h 1781178"/>
                  <a:gd name="connsiteX5" fmla="*/ 387522 w 473002"/>
                  <a:gd name="connsiteY5" fmla="*/ 1286154 h 1781178"/>
                  <a:gd name="connsiteX6" fmla="*/ 435904 w 473002"/>
                  <a:gd name="connsiteY6" fmla="*/ 1044809 h 1781178"/>
                  <a:gd name="connsiteX7" fmla="*/ 458544 w 473002"/>
                  <a:gd name="connsiteY7" fmla="*/ 915164 h 1781178"/>
                  <a:gd name="connsiteX8" fmla="*/ 467093 w 473002"/>
                  <a:gd name="connsiteY8" fmla="*/ 797263 h 1781178"/>
                  <a:gd name="connsiteX9" fmla="*/ 364035 w 473002"/>
                  <a:gd name="connsiteY9" fmla="*/ 602045 h 1781178"/>
                  <a:gd name="connsiteX10" fmla="*/ 290664 w 473002"/>
                  <a:gd name="connsiteY10" fmla="*/ 394332 h 1781178"/>
                  <a:gd name="connsiteX11" fmla="*/ 231291 w 473002"/>
                  <a:gd name="connsiteY11" fmla="*/ 183425 h 1781178"/>
                  <a:gd name="connsiteX12" fmla="*/ 204704 w 473002"/>
                  <a:gd name="connsiteY12" fmla="*/ 117851 h 1781178"/>
                  <a:gd name="connsiteX13" fmla="*/ 176051 w 473002"/>
                  <a:gd name="connsiteY13" fmla="*/ 1265 h 1781178"/>
                  <a:gd name="connsiteX14" fmla="*/ 157825 w 473002"/>
                  <a:gd name="connsiteY14" fmla="*/ 11129 h 1781178"/>
                  <a:gd name="connsiteX15" fmla="*/ 113014 w 473002"/>
                  <a:gd name="connsiteY15" fmla="*/ 76703 h 1781178"/>
                  <a:gd name="connsiteX16" fmla="*/ 80227 w 473002"/>
                  <a:gd name="connsiteY16" fmla="*/ 168300 h 1781178"/>
                  <a:gd name="connsiteX17" fmla="*/ 94789 w 473002"/>
                  <a:gd name="connsiteY17" fmla="*/ 283852 h 1781178"/>
                  <a:gd name="connsiteX18" fmla="*/ 99486 w 473002"/>
                  <a:gd name="connsiteY18" fmla="*/ 445250 h 1781178"/>
                  <a:gd name="connsiteX19" fmla="*/ 118745 w 473002"/>
                  <a:gd name="connsiteY19" fmla="*/ 529049 h 1781178"/>
                  <a:gd name="connsiteX20" fmla="*/ 133870 w 473002"/>
                  <a:gd name="connsiteY20" fmla="*/ 641502 h 1781178"/>
                  <a:gd name="connsiteX21" fmla="*/ 146364 w 473002"/>
                  <a:gd name="connsiteY21" fmla="*/ 744090 h 1781178"/>
                  <a:gd name="connsiteX22" fmla="*/ 111980 w 473002"/>
                  <a:gd name="connsiteY22" fmla="*/ 858609 h 1781178"/>
                  <a:gd name="connsiteX23" fmla="*/ 111135 w 473002"/>
                  <a:gd name="connsiteY23" fmla="*/ 893933 h 1781178"/>
                  <a:gd name="connsiteX24" fmla="*/ 55520 w 473002"/>
                  <a:gd name="connsiteY24" fmla="*/ 1041614 h 1781178"/>
                  <a:gd name="connsiteX25" fmla="*/ 92 w 473002"/>
                  <a:gd name="connsiteY25" fmla="*/ 1243127 h 1781178"/>
                  <a:gd name="connsiteX26" fmla="*/ 16062 w 473002"/>
                  <a:gd name="connsiteY26" fmla="*/ 1360934 h 1781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73002" h="1781178">
                    <a:moveTo>
                      <a:pt x="16062" y="1360934"/>
                    </a:moveTo>
                    <a:cubicBezTo>
                      <a:pt x="13901" y="1380005"/>
                      <a:pt x="14559" y="1403022"/>
                      <a:pt x="19914" y="1432426"/>
                    </a:cubicBezTo>
                    <a:cubicBezTo>
                      <a:pt x="36073" y="1520453"/>
                      <a:pt x="69423" y="1588657"/>
                      <a:pt x="89715" y="1754189"/>
                    </a:cubicBezTo>
                    <a:cubicBezTo>
                      <a:pt x="91219" y="1766590"/>
                      <a:pt x="309453" y="1803134"/>
                      <a:pt x="390622" y="1762550"/>
                    </a:cubicBezTo>
                    <a:cubicBezTo>
                      <a:pt x="390622" y="1762550"/>
                      <a:pt x="364881" y="1510307"/>
                      <a:pt x="364881" y="1475172"/>
                    </a:cubicBezTo>
                    <a:cubicBezTo>
                      <a:pt x="364881" y="1440036"/>
                      <a:pt x="371927" y="1354922"/>
                      <a:pt x="387522" y="1286154"/>
                    </a:cubicBezTo>
                    <a:cubicBezTo>
                      <a:pt x="403117" y="1217386"/>
                      <a:pt x="428952" y="1077596"/>
                      <a:pt x="435904" y="1044809"/>
                    </a:cubicBezTo>
                    <a:cubicBezTo>
                      <a:pt x="442950" y="1012022"/>
                      <a:pt x="451498" y="933859"/>
                      <a:pt x="458544" y="915164"/>
                    </a:cubicBezTo>
                    <a:cubicBezTo>
                      <a:pt x="465590" y="896375"/>
                      <a:pt x="481655" y="831553"/>
                      <a:pt x="467093" y="797263"/>
                    </a:cubicBezTo>
                    <a:cubicBezTo>
                      <a:pt x="449619" y="756115"/>
                      <a:pt x="384328" y="672316"/>
                      <a:pt x="364035" y="602045"/>
                    </a:cubicBezTo>
                    <a:cubicBezTo>
                      <a:pt x="343743" y="531774"/>
                      <a:pt x="307762" y="433319"/>
                      <a:pt x="290664" y="394332"/>
                    </a:cubicBezTo>
                    <a:cubicBezTo>
                      <a:pt x="273566" y="355345"/>
                      <a:pt x="242282" y="216306"/>
                      <a:pt x="231291" y="183425"/>
                    </a:cubicBezTo>
                    <a:cubicBezTo>
                      <a:pt x="220299" y="150544"/>
                      <a:pt x="214099" y="127152"/>
                      <a:pt x="204704" y="117851"/>
                    </a:cubicBezTo>
                    <a:cubicBezTo>
                      <a:pt x="204704" y="117851"/>
                      <a:pt x="181312" y="6902"/>
                      <a:pt x="176051" y="1265"/>
                    </a:cubicBezTo>
                    <a:cubicBezTo>
                      <a:pt x="170884" y="-4465"/>
                      <a:pt x="157825" y="11129"/>
                      <a:pt x="157825" y="11129"/>
                    </a:cubicBezTo>
                    <a:cubicBezTo>
                      <a:pt x="157825" y="11129"/>
                      <a:pt x="107283" y="-2962"/>
                      <a:pt x="113014" y="76703"/>
                    </a:cubicBezTo>
                    <a:cubicBezTo>
                      <a:pt x="113014" y="76703"/>
                      <a:pt x="66135" y="95492"/>
                      <a:pt x="80227" y="168300"/>
                    </a:cubicBezTo>
                    <a:cubicBezTo>
                      <a:pt x="94318" y="241201"/>
                      <a:pt x="94789" y="283852"/>
                      <a:pt x="94789" y="283852"/>
                    </a:cubicBezTo>
                    <a:cubicBezTo>
                      <a:pt x="94789" y="283852"/>
                      <a:pt x="70363" y="330731"/>
                      <a:pt x="99486" y="445250"/>
                    </a:cubicBezTo>
                    <a:cubicBezTo>
                      <a:pt x="104747" y="465824"/>
                      <a:pt x="115081" y="504624"/>
                      <a:pt x="118745" y="529049"/>
                    </a:cubicBezTo>
                    <a:cubicBezTo>
                      <a:pt x="122409" y="553475"/>
                      <a:pt x="133870" y="623277"/>
                      <a:pt x="133870" y="641502"/>
                    </a:cubicBezTo>
                    <a:cubicBezTo>
                      <a:pt x="133870" y="659727"/>
                      <a:pt x="146364" y="744090"/>
                      <a:pt x="146364" y="744090"/>
                    </a:cubicBezTo>
                    <a:cubicBezTo>
                      <a:pt x="146364" y="744090"/>
                      <a:pt x="110477" y="819622"/>
                      <a:pt x="111980" y="858609"/>
                    </a:cubicBezTo>
                    <a:cubicBezTo>
                      <a:pt x="112450" y="869695"/>
                      <a:pt x="111887" y="881908"/>
                      <a:pt x="111135" y="893933"/>
                    </a:cubicBezTo>
                    <a:cubicBezTo>
                      <a:pt x="111135" y="893933"/>
                      <a:pt x="65665" y="1011082"/>
                      <a:pt x="55520" y="1041614"/>
                    </a:cubicBezTo>
                    <a:cubicBezTo>
                      <a:pt x="45373" y="1072147"/>
                      <a:pt x="1595" y="1202543"/>
                      <a:pt x="92" y="1243127"/>
                    </a:cubicBezTo>
                    <a:cubicBezTo>
                      <a:pt x="-1411" y="1283711"/>
                      <a:pt x="16062" y="1360934"/>
                      <a:pt x="16062" y="1360934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9" name="Forme libre : forme 2098">
                <a:extLst>
                  <a:ext uri="{FF2B5EF4-FFF2-40B4-BE49-F238E27FC236}">
                    <a16:creationId xmlns:a16="http://schemas.microsoft.com/office/drawing/2014/main" id="{78D11FC8-9FB8-4AC4-9686-E604DC9D4CE3}"/>
                  </a:ext>
                </a:extLst>
              </p:cNvPr>
              <p:cNvSpPr/>
              <p:nvPr/>
            </p:nvSpPr>
            <p:spPr>
              <a:xfrm>
                <a:off x="8898667" y="2217388"/>
                <a:ext cx="94226" cy="397200"/>
              </a:xfrm>
              <a:custGeom>
                <a:avLst/>
                <a:gdLst>
                  <a:gd name="connsiteX0" fmla="*/ 86523 w 94226"/>
                  <a:gd name="connsiteY0" fmla="*/ 0 h 397200"/>
                  <a:gd name="connsiteX1" fmla="*/ 86336 w 94226"/>
                  <a:gd name="connsiteY1" fmla="*/ 13810 h 397200"/>
                  <a:gd name="connsiteX2" fmla="*/ 87463 w 94226"/>
                  <a:gd name="connsiteY2" fmla="*/ 20762 h 397200"/>
                  <a:gd name="connsiteX3" fmla="*/ 91409 w 94226"/>
                  <a:gd name="connsiteY3" fmla="*/ 27150 h 397200"/>
                  <a:gd name="connsiteX4" fmla="*/ 91314 w 94226"/>
                  <a:gd name="connsiteY4" fmla="*/ 25083 h 397200"/>
                  <a:gd name="connsiteX5" fmla="*/ 65949 w 94226"/>
                  <a:gd name="connsiteY5" fmla="*/ 66983 h 397200"/>
                  <a:gd name="connsiteX6" fmla="*/ 61064 w 94226"/>
                  <a:gd name="connsiteY6" fmla="*/ 91221 h 397200"/>
                  <a:gd name="connsiteX7" fmla="*/ 59279 w 94226"/>
                  <a:gd name="connsiteY7" fmla="*/ 115365 h 397200"/>
                  <a:gd name="connsiteX8" fmla="*/ 46221 w 94226"/>
                  <a:gd name="connsiteY8" fmla="*/ 210719 h 397200"/>
                  <a:gd name="connsiteX9" fmla="*/ 29123 w 94226"/>
                  <a:gd name="connsiteY9" fmla="*/ 305604 h 397200"/>
                  <a:gd name="connsiteX10" fmla="*/ 16628 w 94226"/>
                  <a:gd name="connsiteY10" fmla="*/ 351731 h 397200"/>
                  <a:gd name="connsiteX11" fmla="*/ 0 w 94226"/>
                  <a:gd name="connsiteY11" fmla="*/ 397200 h 397200"/>
                  <a:gd name="connsiteX12" fmla="*/ 20574 w 94226"/>
                  <a:gd name="connsiteY12" fmla="*/ 353516 h 397200"/>
                  <a:gd name="connsiteX13" fmla="*/ 35793 w 94226"/>
                  <a:gd name="connsiteY13" fmla="*/ 307201 h 397200"/>
                  <a:gd name="connsiteX14" fmla="*/ 55427 w 94226"/>
                  <a:gd name="connsiteY14" fmla="*/ 212222 h 397200"/>
                  <a:gd name="connsiteX15" fmla="*/ 67359 w 94226"/>
                  <a:gd name="connsiteY15" fmla="*/ 115928 h 397200"/>
                  <a:gd name="connsiteX16" fmla="*/ 68110 w 94226"/>
                  <a:gd name="connsiteY16" fmla="*/ 91785 h 397200"/>
                  <a:gd name="connsiteX17" fmla="*/ 71586 w 94226"/>
                  <a:gd name="connsiteY17" fmla="*/ 68486 h 397200"/>
                  <a:gd name="connsiteX18" fmla="*/ 93005 w 94226"/>
                  <a:gd name="connsiteY18" fmla="*/ 27056 h 397200"/>
                  <a:gd name="connsiteX19" fmla="*/ 94227 w 94226"/>
                  <a:gd name="connsiteY19" fmla="*/ 25835 h 397200"/>
                  <a:gd name="connsiteX20" fmla="*/ 92911 w 94226"/>
                  <a:gd name="connsiteY20" fmla="*/ 24989 h 397200"/>
                  <a:gd name="connsiteX21" fmla="*/ 87839 w 94226"/>
                  <a:gd name="connsiteY21" fmla="*/ 13622 h 397200"/>
                  <a:gd name="connsiteX22" fmla="*/ 86523 w 94226"/>
                  <a:gd name="connsiteY22" fmla="*/ 0 h 39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4226" h="397200">
                    <a:moveTo>
                      <a:pt x="86523" y="0"/>
                    </a:moveTo>
                    <a:cubicBezTo>
                      <a:pt x="86242" y="4603"/>
                      <a:pt x="86054" y="9207"/>
                      <a:pt x="86336" y="13810"/>
                    </a:cubicBezTo>
                    <a:cubicBezTo>
                      <a:pt x="86523" y="16159"/>
                      <a:pt x="86805" y="18413"/>
                      <a:pt x="87463" y="20762"/>
                    </a:cubicBezTo>
                    <a:cubicBezTo>
                      <a:pt x="88121" y="23017"/>
                      <a:pt x="89154" y="25459"/>
                      <a:pt x="91409" y="27150"/>
                    </a:cubicBezTo>
                    <a:lnTo>
                      <a:pt x="91314" y="25083"/>
                    </a:lnTo>
                    <a:cubicBezTo>
                      <a:pt x="78632" y="36075"/>
                      <a:pt x="70834" y="51200"/>
                      <a:pt x="65949" y="66983"/>
                    </a:cubicBezTo>
                    <a:cubicBezTo>
                      <a:pt x="63601" y="74874"/>
                      <a:pt x="62098" y="83048"/>
                      <a:pt x="61064" y="91221"/>
                    </a:cubicBezTo>
                    <a:lnTo>
                      <a:pt x="59279" y="115365"/>
                    </a:lnTo>
                    <a:cubicBezTo>
                      <a:pt x="56367" y="147212"/>
                      <a:pt x="51200" y="179060"/>
                      <a:pt x="46221" y="210719"/>
                    </a:cubicBezTo>
                    <a:cubicBezTo>
                      <a:pt x="40960" y="242473"/>
                      <a:pt x="35417" y="274132"/>
                      <a:pt x="29123" y="305604"/>
                    </a:cubicBezTo>
                    <a:cubicBezTo>
                      <a:pt x="25835" y="321293"/>
                      <a:pt x="22641" y="336981"/>
                      <a:pt x="16628" y="351731"/>
                    </a:cubicBezTo>
                    <a:cubicBezTo>
                      <a:pt x="10803" y="366574"/>
                      <a:pt x="3757" y="381418"/>
                      <a:pt x="0" y="397200"/>
                    </a:cubicBezTo>
                    <a:cubicBezTo>
                      <a:pt x="5636" y="382075"/>
                      <a:pt x="13340" y="367984"/>
                      <a:pt x="20574" y="353516"/>
                    </a:cubicBezTo>
                    <a:cubicBezTo>
                      <a:pt x="27807" y="338766"/>
                      <a:pt x="31659" y="322702"/>
                      <a:pt x="35793" y="307201"/>
                    </a:cubicBezTo>
                    <a:cubicBezTo>
                      <a:pt x="43966" y="275823"/>
                      <a:pt x="49885" y="244070"/>
                      <a:pt x="55427" y="212222"/>
                    </a:cubicBezTo>
                    <a:cubicBezTo>
                      <a:pt x="60595" y="180281"/>
                      <a:pt x="65385" y="148340"/>
                      <a:pt x="67359" y="115928"/>
                    </a:cubicBezTo>
                    <a:cubicBezTo>
                      <a:pt x="67922" y="107755"/>
                      <a:pt x="67734" y="99582"/>
                      <a:pt x="68110" y="91785"/>
                    </a:cubicBezTo>
                    <a:cubicBezTo>
                      <a:pt x="68674" y="83987"/>
                      <a:pt x="69707" y="76096"/>
                      <a:pt x="71586" y="68486"/>
                    </a:cubicBezTo>
                    <a:cubicBezTo>
                      <a:pt x="75626" y="53455"/>
                      <a:pt x="82108" y="38330"/>
                      <a:pt x="93005" y="27056"/>
                    </a:cubicBezTo>
                    <a:lnTo>
                      <a:pt x="94227" y="25835"/>
                    </a:lnTo>
                    <a:lnTo>
                      <a:pt x="92911" y="24989"/>
                    </a:lnTo>
                    <a:cubicBezTo>
                      <a:pt x="89718" y="22923"/>
                      <a:pt x="88590" y="17944"/>
                      <a:pt x="87839" y="13622"/>
                    </a:cubicBezTo>
                    <a:cubicBezTo>
                      <a:pt x="86993" y="9113"/>
                      <a:pt x="86711" y="4603"/>
                      <a:pt x="8652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0" name="Forme libre : forme 2099">
                <a:extLst>
                  <a:ext uri="{FF2B5EF4-FFF2-40B4-BE49-F238E27FC236}">
                    <a16:creationId xmlns:a16="http://schemas.microsoft.com/office/drawing/2014/main" id="{60D20D7A-A739-4F50-849B-870134EC0906}"/>
                  </a:ext>
                </a:extLst>
              </p:cNvPr>
              <p:cNvSpPr/>
              <p:nvPr/>
            </p:nvSpPr>
            <p:spPr>
              <a:xfrm>
                <a:off x="8876122" y="1284280"/>
                <a:ext cx="473002" cy="1762550"/>
              </a:xfrm>
              <a:custGeom>
                <a:avLst/>
                <a:gdLst>
                  <a:gd name="connsiteX0" fmla="*/ 390622 w 473002"/>
                  <a:gd name="connsiteY0" fmla="*/ 1762550 h 1762550"/>
                  <a:gd name="connsiteX1" fmla="*/ 364881 w 473002"/>
                  <a:gd name="connsiteY1" fmla="*/ 1475172 h 1762550"/>
                  <a:gd name="connsiteX2" fmla="*/ 387522 w 473002"/>
                  <a:gd name="connsiteY2" fmla="*/ 1286154 h 1762550"/>
                  <a:gd name="connsiteX3" fmla="*/ 435904 w 473002"/>
                  <a:gd name="connsiteY3" fmla="*/ 1044809 h 1762550"/>
                  <a:gd name="connsiteX4" fmla="*/ 458544 w 473002"/>
                  <a:gd name="connsiteY4" fmla="*/ 915164 h 1762550"/>
                  <a:gd name="connsiteX5" fmla="*/ 467093 w 473002"/>
                  <a:gd name="connsiteY5" fmla="*/ 797263 h 1762550"/>
                  <a:gd name="connsiteX6" fmla="*/ 364035 w 473002"/>
                  <a:gd name="connsiteY6" fmla="*/ 602045 h 1762550"/>
                  <a:gd name="connsiteX7" fmla="*/ 290664 w 473002"/>
                  <a:gd name="connsiteY7" fmla="*/ 394332 h 1762550"/>
                  <a:gd name="connsiteX8" fmla="*/ 231291 w 473002"/>
                  <a:gd name="connsiteY8" fmla="*/ 183425 h 1762550"/>
                  <a:gd name="connsiteX9" fmla="*/ 204704 w 473002"/>
                  <a:gd name="connsiteY9" fmla="*/ 117851 h 1762550"/>
                  <a:gd name="connsiteX10" fmla="*/ 176051 w 473002"/>
                  <a:gd name="connsiteY10" fmla="*/ 1265 h 1762550"/>
                  <a:gd name="connsiteX11" fmla="*/ 157825 w 473002"/>
                  <a:gd name="connsiteY11" fmla="*/ 11129 h 1762550"/>
                  <a:gd name="connsiteX12" fmla="*/ 113014 w 473002"/>
                  <a:gd name="connsiteY12" fmla="*/ 76703 h 1762550"/>
                  <a:gd name="connsiteX13" fmla="*/ 80227 w 473002"/>
                  <a:gd name="connsiteY13" fmla="*/ 168300 h 1762550"/>
                  <a:gd name="connsiteX14" fmla="*/ 94789 w 473002"/>
                  <a:gd name="connsiteY14" fmla="*/ 283852 h 1762550"/>
                  <a:gd name="connsiteX15" fmla="*/ 99486 w 473002"/>
                  <a:gd name="connsiteY15" fmla="*/ 445250 h 1762550"/>
                  <a:gd name="connsiteX16" fmla="*/ 118745 w 473002"/>
                  <a:gd name="connsiteY16" fmla="*/ 529049 h 1762550"/>
                  <a:gd name="connsiteX17" fmla="*/ 133870 w 473002"/>
                  <a:gd name="connsiteY17" fmla="*/ 641502 h 1762550"/>
                  <a:gd name="connsiteX18" fmla="*/ 146364 w 473002"/>
                  <a:gd name="connsiteY18" fmla="*/ 744090 h 1762550"/>
                  <a:gd name="connsiteX19" fmla="*/ 111980 w 473002"/>
                  <a:gd name="connsiteY19" fmla="*/ 858609 h 1762550"/>
                  <a:gd name="connsiteX20" fmla="*/ 111135 w 473002"/>
                  <a:gd name="connsiteY20" fmla="*/ 893933 h 1762550"/>
                  <a:gd name="connsiteX21" fmla="*/ 55520 w 473002"/>
                  <a:gd name="connsiteY21" fmla="*/ 1041614 h 1762550"/>
                  <a:gd name="connsiteX22" fmla="*/ 92 w 473002"/>
                  <a:gd name="connsiteY22" fmla="*/ 1243127 h 1762550"/>
                  <a:gd name="connsiteX23" fmla="*/ 16062 w 473002"/>
                  <a:gd name="connsiteY23" fmla="*/ 1360934 h 1762550"/>
                  <a:gd name="connsiteX24" fmla="*/ 19914 w 473002"/>
                  <a:gd name="connsiteY24" fmla="*/ 1432426 h 1762550"/>
                  <a:gd name="connsiteX25" fmla="*/ 89715 w 473002"/>
                  <a:gd name="connsiteY25" fmla="*/ 1754189 h 1762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73002" h="1762550">
                    <a:moveTo>
                      <a:pt x="390622" y="1762550"/>
                    </a:moveTo>
                    <a:cubicBezTo>
                      <a:pt x="390622" y="1762550"/>
                      <a:pt x="364881" y="1510307"/>
                      <a:pt x="364881" y="1475172"/>
                    </a:cubicBezTo>
                    <a:cubicBezTo>
                      <a:pt x="364881" y="1440036"/>
                      <a:pt x="371927" y="1354922"/>
                      <a:pt x="387522" y="1286154"/>
                    </a:cubicBezTo>
                    <a:cubicBezTo>
                      <a:pt x="403117" y="1217386"/>
                      <a:pt x="428952" y="1077596"/>
                      <a:pt x="435904" y="1044809"/>
                    </a:cubicBezTo>
                    <a:cubicBezTo>
                      <a:pt x="442950" y="1012022"/>
                      <a:pt x="451498" y="933859"/>
                      <a:pt x="458544" y="915164"/>
                    </a:cubicBezTo>
                    <a:cubicBezTo>
                      <a:pt x="465590" y="896375"/>
                      <a:pt x="481655" y="831553"/>
                      <a:pt x="467093" y="797263"/>
                    </a:cubicBezTo>
                    <a:cubicBezTo>
                      <a:pt x="449619" y="756115"/>
                      <a:pt x="384328" y="672316"/>
                      <a:pt x="364035" y="602045"/>
                    </a:cubicBezTo>
                    <a:cubicBezTo>
                      <a:pt x="343743" y="531774"/>
                      <a:pt x="307762" y="433319"/>
                      <a:pt x="290664" y="394332"/>
                    </a:cubicBezTo>
                    <a:cubicBezTo>
                      <a:pt x="273566" y="355345"/>
                      <a:pt x="242282" y="216306"/>
                      <a:pt x="231291" y="183425"/>
                    </a:cubicBezTo>
                    <a:cubicBezTo>
                      <a:pt x="220299" y="150544"/>
                      <a:pt x="214099" y="127152"/>
                      <a:pt x="204704" y="117851"/>
                    </a:cubicBezTo>
                    <a:cubicBezTo>
                      <a:pt x="204704" y="117851"/>
                      <a:pt x="181312" y="6902"/>
                      <a:pt x="176051" y="1265"/>
                    </a:cubicBezTo>
                    <a:cubicBezTo>
                      <a:pt x="170884" y="-4465"/>
                      <a:pt x="157825" y="11129"/>
                      <a:pt x="157825" y="11129"/>
                    </a:cubicBezTo>
                    <a:cubicBezTo>
                      <a:pt x="157825" y="11129"/>
                      <a:pt x="107283" y="-2962"/>
                      <a:pt x="113014" y="76703"/>
                    </a:cubicBezTo>
                    <a:cubicBezTo>
                      <a:pt x="113014" y="76703"/>
                      <a:pt x="66135" y="95492"/>
                      <a:pt x="80227" y="168300"/>
                    </a:cubicBezTo>
                    <a:cubicBezTo>
                      <a:pt x="94318" y="241201"/>
                      <a:pt x="94789" y="283852"/>
                      <a:pt x="94789" y="283852"/>
                    </a:cubicBezTo>
                    <a:cubicBezTo>
                      <a:pt x="94789" y="283852"/>
                      <a:pt x="70363" y="330731"/>
                      <a:pt x="99486" y="445250"/>
                    </a:cubicBezTo>
                    <a:cubicBezTo>
                      <a:pt x="104747" y="465824"/>
                      <a:pt x="115081" y="504624"/>
                      <a:pt x="118745" y="529049"/>
                    </a:cubicBezTo>
                    <a:cubicBezTo>
                      <a:pt x="122409" y="553475"/>
                      <a:pt x="133870" y="623277"/>
                      <a:pt x="133870" y="641502"/>
                    </a:cubicBezTo>
                    <a:cubicBezTo>
                      <a:pt x="133870" y="659727"/>
                      <a:pt x="146364" y="744090"/>
                      <a:pt x="146364" y="744090"/>
                    </a:cubicBezTo>
                    <a:cubicBezTo>
                      <a:pt x="146364" y="744090"/>
                      <a:pt x="110477" y="819622"/>
                      <a:pt x="111980" y="858609"/>
                    </a:cubicBezTo>
                    <a:cubicBezTo>
                      <a:pt x="112450" y="869695"/>
                      <a:pt x="111887" y="881908"/>
                      <a:pt x="111135" y="893933"/>
                    </a:cubicBezTo>
                    <a:cubicBezTo>
                      <a:pt x="111135" y="893933"/>
                      <a:pt x="65665" y="1011082"/>
                      <a:pt x="55520" y="1041614"/>
                    </a:cubicBezTo>
                    <a:cubicBezTo>
                      <a:pt x="45373" y="1072147"/>
                      <a:pt x="1595" y="1202543"/>
                      <a:pt x="92" y="1243127"/>
                    </a:cubicBezTo>
                    <a:cubicBezTo>
                      <a:pt x="-1411" y="1283711"/>
                      <a:pt x="16062" y="1360934"/>
                      <a:pt x="16062" y="1360934"/>
                    </a:cubicBezTo>
                    <a:cubicBezTo>
                      <a:pt x="13901" y="1380005"/>
                      <a:pt x="14559" y="1403022"/>
                      <a:pt x="19914" y="1432426"/>
                    </a:cubicBezTo>
                    <a:cubicBezTo>
                      <a:pt x="36073" y="1520453"/>
                      <a:pt x="69423" y="1588657"/>
                      <a:pt x="89715" y="1754189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1" name="Forme libre : forme 2100">
                <a:extLst>
                  <a:ext uri="{FF2B5EF4-FFF2-40B4-BE49-F238E27FC236}">
                    <a16:creationId xmlns:a16="http://schemas.microsoft.com/office/drawing/2014/main" id="{DBC5AB92-729B-4978-B412-05D1F8F8CA91}"/>
                  </a:ext>
                </a:extLst>
              </p:cNvPr>
              <p:cNvSpPr/>
              <p:nvPr/>
            </p:nvSpPr>
            <p:spPr>
              <a:xfrm>
                <a:off x="8989230" y="1354371"/>
                <a:ext cx="302837" cy="851649"/>
              </a:xfrm>
              <a:custGeom>
                <a:avLst/>
                <a:gdLst>
                  <a:gd name="connsiteX0" fmla="*/ 0 w 302837"/>
                  <a:gd name="connsiteY0" fmla="*/ 6519 h 851649"/>
                  <a:gd name="connsiteX1" fmla="*/ 8831 w 302837"/>
                  <a:gd name="connsiteY1" fmla="*/ 6519 h 851649"/>
                  <a:gd name="connsiteX2" fmla="*/ 30345 w 302837"/>
                  <a:gd name="connsiteY2" fmla="*/ 412 h 851649"/>
                  <a:gd name="connsiteX3" fmla="*/ 65480 w 302837"/>
                  <a:gd name="connsiteY3" fmla="*/ 109389 h 851649"/>
                  <a:gd name="connsiteX4" fmla="*/ 91691 w 302837"/>
                  <a:gd name="connsiteY4" fmla="*/ 184357 h 851649"/>
                  <a:gd name="connsiteX5" fmla="*/ 137348 w 302837"/>
                  <a:gd name="connsiteY5" fmla="*/ 331569 h 851649"/>
                  <a:gd name="connsiteX6" fmla="*/ 179154 w 302837"/>
                  <a:gd name="connsiteY6" fmla="*/ 443270 h 851649"/>
                  <a:gd name="connsiteX7" fmla="*/ 219362 w 302837"/>
                  <a:gd name="connsiteY7" fmla="*/ 561171 h 851649"/>
                  <a:gd name="connsiteX8" fmla="*/ 267744 w 302837"/>
                  <a:gd name="connsiteY8" fmla="*/ 696264 h 851649"/>
                  <a:gd name="connsiteX9" fmla="*/ 302128 w 302837"/>
                  <a:gd name="connsiteY9" fmla="*/ 793498 h 851649"/>
                  <a:gd name="connsiteX10" fmla="*/ 302128 w 302837"/>
                  <a:gd name="connsiteY10" fmla="*/ 851650 h 85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837" h="851649">
                    <a:moveTo>
                      <a:pt x="0" y="6519"/>
                    </a:moveTo>
                    <a:lnTo>
                      <a:pt x="8831" y="6519"/>
                    </a:lnTo>
                    <a:cubicBezTo>
                      <a:pt x="8831" y="6519"/>
                      <a:pt x="24426" y="-1936"/>
                      <a:pt x="30345" y="412"/>
                    </a:cubicBezTo>
                    <a:cubicBezTo>
                      <a:pt x="36169" y="2761"/>
                      <a:pt x="60783" y="76602"/>
                      <a:pt x="65480" y="109389"/>
                    </a:cubicBezTo>
                    <a:cubicBezTo>
                      <a:pt x="65480" y="109389"/>
                      <a:pt x="81451" y="147248"/>
                      <a:pt x="91691" y="184357"/>
                    </a:cubicBezTo>
                    <a:cubicBezTo>
                      <a:pt x="101931" y="221465"/>
                      <a:pt x="129175" y="304607"/>
                      <a:pt x="137348" y="331569"/>
                    </a:cubicBezTo>
                    <a:cubicBezTo>
                      <a:pt x="145522" y="358531"/>
                      <a:pt x="168162" y="415932"/>
                      <a:pt x="179154" y="443270"/>
                    </a:cubicBezTo>
                    <a:cubicBezTo>
                      <a:pt x="190052" y="470608"/>
                      <a:pt x="211941" y="528760"/>
                      <a:pt x="219362" y="561171"/>
                    </a:cubicBezTo>
                    <a:cubicBezTo>
                      <a:pt x="226784" y="593582"/>
                      <a:pt x="257598" y="669772"/>
                      <a:pt x="267744" y="696264"/>
                    </a:cubicBezTo>
                    <a:cubicBezTo>
                      <a:pt x="277890" y="722757"/>
                      <a:pt x="300531" y="774802"/>
                      <a:pt x="302128" y="793498"/>
                    </a:cubicBezTo>
                    <a:cubicBezTo>
                      <a:pt x="303725" y="812287"/>
                      <a:pt x="302128" y="851650"/>
                      <a:pt x="302128" y="851650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2" name="Forme libre : forme 2101">
                <a:extLst>
                  <a:ext uri="{FF2B5EF4-FFF2-40B4-BE49-F238E27FC236}">
                    <a16:creationId xmlns:a16="http://schemas.microsoft.com/office/drawing/2014/main" id="{B41B17FB-354E-42BD-98C4-62E58D87E2BB}"/>
                  </a:ext>
                </a:extLst>
              </p:cNvPr>
              <p:cNvSpPr/>
              <p:nvPr/>
            </p:nvSpPr>
            <p:spPr>
              <a:xfrm>
                <a:off x="8971005" y="1531631"/>
                <a:ext cx="210248" cy="547563"/>
              </a:xfrm>
              <a:custGeom>
                <a:avLst/>
                <a:gdLst>
                  <a:gd name="connsiteX0" fmla="*/ 0 w 210248"/>
                  <a:gd name="connsiteY0" fmla="*/ 36502 h 547563"/>
                  <a:gd name="connsiteX1" fmla="*/ 36450 w 210248"/>
                  <a:gd name="connsiteY1" fmla="*/ 7097 h 547563"/>
                  <a:gd name="connsiteX2" fmla="*/ 69613 w 210248"/>
                  <a:gd name="connsiteY2" fmla="*/ 5500 h 547563"/>
                  <a:gd name="connsiteX3" fmla="*/ 88778 w 210248"/>
                  <a:gd name="connsiteY3" fmla="*/ 91836 h 547563"/>
                  <a:gd name="connsiteX4" fmla="*/ 113391 w 210248"/>
                  <a:gd name="connsiteY4" fmla="*/ 188693 h 547563"/>
                  <a:gd name="connsiteX5" fmla="*/ 150876 w 210248"/>
                  <a:gd name="connsiteY5" fmla="*/ 298421 h 547563"/>
                  <a:gd name="connsiteX6" fmla="*/ 197378 w 210248"/>
                  <a:gd name="connsiteY6" fmla="*/ 485842 h 547563"/>
                  <a:gd name="connsiteX7" fmla="*/ 210249 w 210248"/>
                  <a:gd name="connsiteY7" fmla="*/ 547564 h 54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0248" h="547563">
                    <a:moveTo>
                      <a:pt x="0" y="36502"/>
                    </a:moveTo>
                    <a:cubicBezTo>
                      <a:pt x="0" y="36502"/>
                      <a:pt x="17286" y="10949"/>
                      <a:pt x="36450" y="7097"/>
                    </a:cubicBezTo>
                    <a:cubicBezTo>
                      <a:pt x="36450" y="7097"/>
                      <a:pt x="54394" y="-7746"/>
                      <a:pt x="69613" y="5500"/>
                    </a:cubicBezTo>
                    <a:cubicBezTo>
                      <a:pt x="69613" y="5500"/>
                      <a:pt x="86805" y="76992"/>
                      <a:pt x="88778" y="91836"/>
                    </a:cubicBezTo>
                    <a:cubicBezTo>
                      <a:pt x="88778" y="91836"/>
                      <a:pt x="107943" y="166804"/>
                      <a:pt x="113391" y="188693"/>
                    </a:cubicBezTo>
                    <a:cubicBezTo>
                      <a:pt x="118840" y="210582"/>
                      <a:pt x="145051" y="279256"/>
                      <a:pt x="150876" y="298421"/>
                    </a:cubicBezTo>
                    <a:cubicBezTo>
                      <a:pt x="156701" y="317586"/>
                      <a:pt x="194654" y="472595"/>
                      <a:pt x="197378" y="485842"/>
                    </a:cubicBezTo>
                    <a:cubicBezTo>
                      <a:pt x="200103" y="499088"/>
                      <a:pt x="210249" y="547564"/>
                      <a:pt x="210249" y="547564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3" name="Forme libre : forme 2102">
                <a:extLst>
                  <a:ext uri="{FF2B5EF4-FFF2-40B4-BE49-F238E27FC236}">
                    <a16:creationId xmlns:a16="http://schemas.microsoft.com/office/drawing/2014/main" id="{01DE5969-6B10-4082-BF60-23BC4955A22B}"/>
                  </a:ext>
                </a:extLst>
              </p:cNvPr>
              <p:cNvSpPr/>
              <p:nvPr/>
            </p:nvSpPr>
            <p:spPr>
              <a:xfrm>
                <a:off x="9183668" y="2098641"/>
                <a:ext cx="10516" cy="77692"/>
              </a:xfrm>
              <a:custGeom>
                <a:avLst/>
                <a:gdLst>
                  <a:gd name="connsiteX0" fmla="*/ 1063 w 10516"/>
                  <a:gd name="connsiteY0" fmla="*/ 0 h 77692"/>
                  <a:gd name="connsiteX1" fmla="*/ 780 w 10516"/>
                  <a:gd name="connsiteY1" fmla="*/ 39081 h 77692"/>
                  <a:gd name="connsiteX2" fmla="*/ 5666 w 10516"/>
                  <a:gd name="connsiteY2" fmla="*/ 77693 h 77692"/>
                  <a:gd name="connsiteX3" fmla="*/ 10081 w 10516"/>
                  <a:gd name="connsiteY3" fmla="*/ 58152 h 77692"/>
                  <a:gd name="connsiteX4" fmla="*/ 10175 w 10516"/>
                  <a:gd name="connsiteY4" fmla="*/ 38330 h 77692"/>
                  <a:gd name="connsiteX5" fmla="*/ 1063 w 10516"/>
                  <a:gd name="connsiteY5" fmla="*/ 0 h 77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516" h="77692">
                    <a:moveTo>
                      <a:pt x="1063" y="0"/>
                    </a:moveTo>
                    <a:cubicBezTo>
                      <a:pt x="-629" y="13434"/>
                      <a:pt x="29" y="26305"/>
                      <a:pt x="780" y="39081"/>
                    </a:cubicBezTo>
                    <a:cubicBezTo>
                      <a:pt x="1814" y="51952"/>
                      <a:pt x="3317" y="64446"/>
                      <a:pt x="5666" y="77693"/>
                    </a:cubicBezTo>
                    <a:cubicBezTo>
                      <a:pt x="8296" y="71398"/>
                      <a:pt x="9423" y="64728"/>
                      <a:pt x="10081" y="58152"/>
                    </a:cubicBezTo>
                    <a:cubicBezTo>
                      <a:pt x="10739" y="51576"/>
                      <a:pt x="10551" y="44906"/>
                      <a:pt x="10175" y="38330"/>
                    </a:cubicBezTo>
                    <a:cubicBezTo>
                      <a:pt x="9048" y="25365"/>
                      <a:pt x="6699" y="12401"/>
                      <a:pt x="106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4" name="Forme libre : forme 2103">
                <a:extLst>
                  <a:ext uri="{FF2B5EF4-FFF2-40B4-BE49-F238E27FC236}">
                    <a16:creationId xmlns:a16="http://schemas.microsoft.com/office/drawing/2014/main" id="{628ACAAC-AD3E-4AC6-8A19-7B3BE3B89FBD}"/>
                  </a:ext>
                </a:extLst>
              </p:cNvPr>
              <p:cNvSpPr/>
              <p:nvPr/>
            </p:nvSpPr>
            <p:spPr>
              <a:xfrm>
                <a:off x="9017977" y="2027619"/>
                <a:ext cx="11743" cy="43308"/>
              </a:xfrm>
              <a:custGeom>
                <a:avLst/>
                <a:gdLst>
                  <a:gd name="connsiteX0" fmla="*/ 0 w 11743"/>
                  <a:gd name="connsiteY0" fmla="*/ 1503 h 43308"/>
                  <a:gd name="connsiteX1" fmla="*/ 11743 w 11743"/>
                  <a:gd name="connsiteY1" fmla="*/ 43309 h 43308"/>
                  <a:gd name="connsiteX2" fmla="*/ 9206 w 11743"/>
                  <a:gd name="connsiteY2" fmla="*/ 0 h 4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43308">
                    <a:moveTo>
                      <a:pt x="0" y="1503"/>
                    </a:moveTo>
                    <a:lnTo>
                      <a:pt x="11743" y="43309"/>
                    </a:lnTo>
                    <a:lnTo>
                      <a:pt x="9206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5" name="Forme libre : forme 2104">
                <a:extLst>
                  <a:ext uri="{FF2B5EF4-FFF2-40B4-BE49-F238E27FC236}">
                    <a16:creationId xmlns:a16="http://schemas.microsoft.com/office/drawing/2014/main" id="{5BB9EEF0-6F49-4448-9FFA-9556DF466E45}"/>
                  </a:ext>
                </a:extLst>
              </p:cNvPr>
              <p:cNvSpPr/>
              <p:nvPr/>
            </p:nvSpPr>
            <p:spPr>
              <a:xfrm>
                <a:off x="9006445" y="1538728"/>
                <a:ext cx="50237" cy="86652"/>
              </a:xfrm>
              <a:custGeom>
                <a:avLst/>
                <a:gdLst>
                  <a:gd name="connsiteX0" fmla="*/ 1010 w 50237"/>
                  <a:gd name="connsiteY0" fmla="*/ 0 h 86652"/>
                  <a:gd name="connsiteX1" fmla="*/ 822 w 50237"/>
                  <a:gd name="connsiteY1" fmla="*/ 27432 h 86652"/>
                  <a:gd name="connsiteX2" fmla="*/ 7680 w 50237"/>
                  <a:gd name="connsiteY2" fmla="*/ 54394 h 86652"/>
                  <a:gd name="connsiteX3" fmla="*/ 23745 w 50237"/>
                  <a:gd name="connsiteY3" fmla="*/ 77881 h 86652"/>
                  <a:gd name="connsiteX4" fmla="*/ 50237 w 50237"/>
                  <a:gd name="connsiteY4" fmla="*/ 86336 h 86652"/>
                  <a:gd name="connsiteX5" fmla="*/ 16417 w 50237"/>
                  <a:gd name="connsiteY5" fmla="*/ 50824 h 86652"/>
                  <a:gd name="connsiteX6" fmla="*/ 1010 w 50237"/>
                  <a:gd name="connsiteY6" fmla="*/ 0 h 86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237" h="86652">
                    <a:moveTo>
                      <a:pt x="1010" y="0"/>
                    </a:moveTo>
                    <a:cubicBezTo>
                      <a:pt x="-399" y="9113"/>
                      <a:pt x="-211" y="18319"/>
                      <a:pt x="822" y="27432"/>
                    </a:cubicBezTo>
                    <a:cubicBezTo>
                      <a:pt x="1949" y="36545"/>
                      <a:pt x="4204" y="45657"/>
                      <a:pt x="7680" y="54394"/>
                    </a:cubicBezTo>
                    <a:cubicBezTo>
                      <a:pt x="11156" y="63037"/>
                      <a:pt x="16229" y="71492"/>
                      <a:pt x="23745" y="77881"/>
                    </a:cubicBezTo>
                    <a:cubicBezTo>
                      <a:pt x="30978" y="84363"/>
                      <a:pt x="41124" y="87745"/>
                      <a:pt x="50237" y="86336"/>
                    </a:cubicBezTo>
                    <a:cubicBezTo>
                      <a:pt x="32105" y="81357"/>
                      <a:pt x="22711" y="66795"/>
                      <a:pt x="16417" y="50824"/>
                    </a:cubicBezTo>
                    <a:cubicBezTo>
                      <a:pt x="9840" y="34854"/>
                      <a:pt x="5801" y="17568"/>
                      <a:pt x="101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6" name="Forme libre : forme 2105">
                <a:extLst>
                  <a:ext uri="{FF2B5EF4-FFF2-40B4-BE49-F238E27FC236}">
                    <a16:creationId xmlns:a16="http://schemas.microsoft.com/office/drawing/2014/main" id="{05269A16-C28F-499E-9900-E7330DC6D860}"/>
                  </a:ext>
                </a:extLst>
              </p:cNvPr>
              <p:cNvSpPr/>
              <p:nvPr/>
            </p:nvSpPr>
            <p:spPr>
              <a:xfrm>
                <a:off x="8997387" y="1360890"/>
                <a:ext cx="55726" cy="113020"/>
              </a:xfrm>
              <a:custGeom>
                <a:avLst/>
                <a:gdLst>
                  <a:gd name="connsiteX0" fmla="*/ 674 w 55726"/>
                  <a:gd name="connsiteY0" fmla="*/ 0 h 113020"/>
                  <a:gd name="connsiteX1" fmla="*/ 1144 w 55726"/>
                  <a:gd name="connsiteY1" fmla="*/ 34384 h 113020"/>
                  <a:gd name="connsiteX2" fmla="*/ 8002 w 55726"/>
                  <a:gd name="connsiteY2" fmla="*/ 68298 h 113020"/>
                  <a:gd name="connsiteX3" fmla="*/ 23879 w 55726"/>
                  <a:gd name="connsiteY3" fmla="*/ 99676 h 113020"/>
                  <a:gd name="connsiteX4" fmla="*/ 38158 w 55726"/>
                  <a:gd name="connsiteY4" fmla="*/ 110949 h 113020"/>
                  <a:gd name="connsiteX5" fmla="*/ 55726 w 55726"/>
                  <a:gd name="connsiteY5" fmla="*/ 111795 h 113020"/>
                  <a:gd name="connsiteX6" fmla="*/ 29797 w 55726"/>
                  <a:gd name="connsiteY6" fmla="*/ 95260 h 113020"/>
                  <a:gd name="connsiteX7" fmla="*/ 16927 w 55726"/>
                  <a:gd name="connsiteY7" fmla="*/ 65386 h 113020"/>
                  <a:gd name="connsiteX8" fmla="*/ 8283 w 55726"/>
                  <a:gd name="connsiteY8" fmla="*/ 33069 h 113020"/>
                  <a:gd name="connsiteX9" fmla="*/ 674 w 55726"/>
                  <a:gd name="connsiteY9" fmla="*/ 0 h 11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726" h="113020">
                    <a:moveTo>
                      <a:pt x="674" y="0"/>
                    </a:moveTo>
                    <a:cubicBezTo>
                      <a:pt x="-454" y="11461"/>
                      <a:pt x="-77" y="22923"/>
                      <a:pt x="1144" y="34384"/>
                    </a:cubicBezTo>
                    <a:cubicBezTo>
                      <a:pt x="2365" y="45845"/>
                      <a:pt x="4620" y="57119"/>
                      <a:pt x="8002" y="68298"/>
                    </a:cubicBezTo>
                    <a:cubicBezTo>
                      <a:pt x="11572" y="79290"/>
                      <a:pt x="16269" y="90375"/>
                      <a:pt x="23879" y="99676"/>
                    </a:cubicBezTo>
                    <a:cubicBezTo>
                      <a:pt x="27730" y="104373"/>
                      <a:pt x="32521" y="108413"/>
                      <a:pt x="38158" y="110949"/>
                    </a:cubicBezTo>
                    <a:cubicBezTo>
                      <a:pt x="43795" y="113392"/>
                      <a:pt x="50277" y="113674"/>
                      <a:pt x="55726" y="111795"/>
                    </a:cubicBezTo>
                    <a:cubicBezTo>
                      <a:pt x="43889" y="111701"/>
                      <a:pt x="35340" y="104185"/>
                      <a:pt x="29797" y="95260"/>
                    </a:cubicBezTo>
                    <a:cubicBezTo>
                      <a:pt x="24160" y="86148"/>
                      <a:pt x="20215" y="75908"/>
                      <a:pt x="16927" y="65386"/>
                    </a:cubicBezTo>
                    <a:cubicBezTo>
                      <a:pt x="13545" y="54864"/>
                      <a:pt x="10914" y="43966"/>
                      <a:pt x="8283" y="33069"/>
                    </a:cubicBezTo>
                    <a:lnTo>
                      <a:pt x="674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7" name="Forme libre : forme 2106">
                <a:extLst>
                  <a:ext uri="{FF2B5EF4-FFF2-40B4-BE49-F238E27FC236}">
                    <a16:creationId xmlns:a16="http://schemas.microsoft.com/office/drawing/2014/main" id="{43015B04-A3C9-48FC-84AC-2A48956303A6}"/>
                  </a:ext>
                </a:extLst>
              </p:cNvPr>
              <p:cNvSpPr/>
              <p:nvPr/>
            </p:nvSpPr>
            <p:spPr>
              <a:xfrm>
                <a:off x="9030823" y="1295316"/>
                <a:ext cx="50190" cy="109540"/>
              </a:xfrm>
              <a:custGeom>
                <a:avLst/>
                <a:gdLst>
                  <a:gd name="connsiteX0" fmla="*/ 3218 w 50190"/>
                  <a:gd name="connsiteY0" fmla="*/ 0 h 109540"/>
                  <a:gd name="connsiteX1" fmla="*/ 5379 w 50190"/>
                  <a:gd name="connsiteY1" fmla="*/ 65856 h 109540"/>
                  <a:gd name="connsiteX2" fmla="*/ 19941 w 50190"/>
                  <a:gd name="connsiteY2" fmla="*/ 96482 h 109540"/>
                  <a:gd name="connsiteX3" fmla="*/ 33375 w 50190"/>
                  <a:gd name="connsiteY3" fmla="*/ 107661 h 109540"/>
                  <a:gd name="connsiteX4" fmla="*/ 42112 w 50190"/>
                  <a:gd name="connsiteY4" fmla="*/ 109540 h 109540"/>
                  <a:gd name="connsiteX5" fmla="*/ 50191 w 50190"/>
                  <a:gd name="connsiteY5" fmla="*/ 106722 h 109540"/>
                  <a:gd name="connsiteX6" fmla="*/ 35724 w 50190"/>
                  <a:gd name="connsiteY6" fmla="*/ 103622 h 109540"/>
                  <a:gd name="connsiteX7" fmla="*/ 25953 w 50190"/>
                  <a:gd name="connsiteY7" fmla="*/ 92254 h 109540"/>
                  <a:gd name="connsiteX8" fmla="*/ 14492 w 50190"/>
                  <a:gd name="connsiteY8" fmla="*/ 63319 h 109540"/>
                  <a:gd name="connsiteX9" fmla="*/ 7446 w 50190"/>
                  <a:gd name="connsiteY9" fmla="*/ 32129 h 109540"/>
                  <a:gd name="connsiteX10" fmla="*/ 3218 w 50190"/>
                  <a:gd name="connsiteY10" fmla="*/ 0 h 10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190" h="109540">
                    <a:moveTo>
                      <a:pt x="3218" y="0"/>
                    </a:moveTo>
                    <a:cubicBezTo>
                      <a:pt x="-2231" y="21513"/>
                      <a:pt x="-258" y="44436"/>
                      <a:pt x="5379" y="65856"/>
                    </a:cubicBezTo>
                    <a:cubicBezTo>
                      <a:pt x="8479" y="76659"/>
                      <a:pt x="12707" y="87369"/>
                      <a:pt x="19941" y="96482"/>
                    </a:cubicBezTo>
                    <a:cubicBezTo>
                      <a:pt x="23511" y="100991"/>
                      <a:pt x="27926" y="105125"/>
                      <a:pt x="33375" y="107661"/>
                    </a:cubicBezTo>
                    <a:cubicBezTo>
                      <a:pt x="36099" y="108882"/>
                      <a:pt x="39106" y="109540"/>
                      <a:pt x="42112" y="109540"/>
                    </a:cubicBezTo>
                    <a:cubicBezTo>
                      <a:pt x="45118" y="109352"/>
                      <a:pt x="47936" y="108319"/>
                      <a:pt x="50191" y="106722"/>
                    </a:cubicBezTo>
                    <a:cubicBezTo>
                      <a:pt x="44742" y="108225"/>
                      <a:pt x="39669" y="106722"/>
                      <a:pt x="35724" y="103622"/>
                    </a:cubicBezTo>
                    <a:cubicBezTo>
                      <a:pt x="31684" y="100709"/>
                      <a:pt x="28678" y="96482"/>
                      <a:pt x="25953" y="92254"/>
                    </a:cubicBezTo>
                    <a:cubicBezTo>
                      <a:pt x="20786" y="83423"/>
                      <a:pt x="17216" y="73559"/>
                      <a:pt x="14492" y="63319"/>
                    </a:cubicBezTo>
                    <a:cubicBezTo>
                      <a:pt x="11580" y="53079"/>
                      <a:pt x="9419" y="42651"/>
                      <a:pt x="7446" y="32129"/>
                    </a:cubicBezTo>
                    <a:cubicBezTo>
                      <a:pt x="5567" y="21607"/>
                      <a:pt x="4346" y="10992"/>
                      <a:pt x="3218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8" name="Forme libre : forme 2107">
                <a:extLst>
                  <a:ext uri="{FF2B5EF4-FFF2-40B4-BE49-F238E27FC236}">
                    <a16:creationId xmlns:a16="http://schemas.microsoft.com/office/drawing/2014/main" id="{A1F540F7-B565-4723-9FC1-BDE66EF51785}"/>
                  </a:ext>
                </a:extLst>
              </p:cNvPr>
              <p:cNvSpPr/>
              <p:nvPr/>
            </p:nvSpPr>
            <p:spPr>
              <a:xfrm>
                <a:off x="9046631" y="1699750"/>
                <a:ext cx="17191" cy="6395"/>
              </a:xfrm>
              <a:custGeom>
                <a:avLst/>
                <a:gdLst>
                  <a:gd name="connsiteX0" fmla="*/ 17192 w 17191"/>
                  <a:gd name="connsiteY0" fmla="*/ 0 h 6395"/>
                  <a:gd name="connsiteX1" fmla="*/ 8267 w 17191"/>
                  <a:gd name="connsiteY1" fmla="*/ 1127 h 6395"/>
                  <a:gd name="connsiteX2" fmla="*/ 0 w 17191"/>
                  <a:gd name="connsiteY2" fmla="*/ 3288 h 6395"/>
                  <a:gd name="connsiteX3" fmla="*/ 0 w 17191"/>
                  <a:gd name="connsiteY3" fmla="*/ 5825 h 6395"/>
                  <a:gd name="connsiteX4" fmla="*/ 3006 w 17191"/>
                  <a:gd name="connsiteY4" fmla="*/ 4603 h 6395"/>
                  <a:gd name="connsiteX5" fmla="*/ 0 w 17191"/>
                  <a:gd name="connsiteY5" fmla="*/ 3288 h 6395"/>
                  <a:gd name="connsiteX6" fmla="*/ 0 w 17191"/>
                  <a:gd name="connsiteY6" fmla="*/ 5825 h 6395"/>
                  <a:gd name="connsiteX7" fmla="*/ 9395 w 17191"/>
                  <a:gd name="connsiteY7" fmla="*/ 5543 h 6395"/>
                  <a:gd name="connsiteX8" fmla="*/ 17192 w 17191"/>
                  <a:gd name="connsiteY8" fmla="*/ 0 h 6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91" h="6395">
                    <a:moveTo>
                      <a:pt x="17192" y="0"/>
                    </a:moveTo>
                    <a:cubicBezTo>
                      <a:pt x="13810" y="94"/>
                      <a:pt x="11085" y="564"/>
                      <a:pt x="8267" y="1127"/>
                    </a:cubicBezTo>
                    <a:cubicBezTo>
                      <a:pt x="5542" y="1691"/>
                      <a:pt x="2818" y="2349"/>
                      <a:pt x="0" y="3288"/>
                    </a:cubicBezTo>
                    <a:lnTo>
                      <a:pt x="0" y="5825"/>
                    </a:lnTo>
                    <a:cubicBezTo>
                      <a:pt x="1033" y="5449"/>
                      <a:pt x="1972" y="5167"/>
                      <a:pt x="3006" y="4603"/>
                    </a:cubicBezTo>
                    <a:cubicBezTo>
                      <a:pt x="1972" y="4040"/>
                      <a:pt x="1033" y="3664"/>
                      <a:pt x="0" y="3288"/>
                    </a:cubicBezTo>
                    <a:lnTo>
                      <a:pt x="0" y="5825"/>
                    </a:lnTo>
                    <a:cubicBezTo>
                      <a:pt x="3100" y="6670"/>
                      <a:pt x="6388" y="6576"/>
                      <a:pt x="9395" y="5543"/>
                    </a:cubicBezTo>
                    <a:cubicBezTo>
                      <a:pt x="12401" y="4509"/>
                      <a:pt x="15313" y="2818"/>
                      <a:pt x="1719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9" name="Forme libre : forme 2108">
                <a:extLst>
                  <a:ext uri="{FF2B5EF4-FFF2-40B4-BE49-F238E27FC236}">
                    <a16:creationId xmlns:a16="http://schemas.microsoft.com/office/drawing/2014/main" id="{034884BF-D2FD-4B96-A370-3F0D0F95AF0E}"/>
                  </a:ext>
                </a:extLst>
              </p:cNvPr>
              <p:cNvSpPr/>
              <p:nvPr/>
            </p:nvSpPr>
            <p:spPr>
              <a:xfrm>
                <a:off x="9058843" y="1719889"/>
                <a:ext cx="11743" cy="5849"/>
              </a:xfrm>
              <a:custGeom>
                <a:avLst/>
                <a:gdLst>
                  <a:gd name="connsiteX0" fmla="*/ 11743 w 11743"/>
                  <a:gd name="connsiteY0" fmla="*/ 529 h 5849"/>
                  <a:gd name="connsiteX1" fmla="*/ 4979 w 11743"/>
                  <a:gd name="connsiteY1" fmla="*/ 717 h 5849"/>
                  <a:gd name="connsiteX2" fmla="*/ 0 w 11743"/>
                  <a:gd name="connsiteY2" fmla="*/ 5320 h 5849"/>
                  <a:gd name="connsiteX3" fmla="*/ 6764 w 11743"/>
                  <a:gd name="connsiteY3" fmla="*/ 5132 h 5849"/>
                  <a:gd name="connsiteX4" fmla="*/ 11743 w 11743"/>
                  <a:gd name="connsiteY4" fmla="*/ 529 h 5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3" h="5849">
                    <a:moveTo>
                      <a:pt x="11743" y="529"/>
                    </a:moveTo>
                    <a:cubicBezTo>
                      <a:pt x="9112" y="-410"/>
                      <a:pt x="6952" y="59"/>
                      <a:pt x="4979" y="717"/>
                    </a:cubicBezTo>
                    <a:cubicBezTo>
                      <a:pt x="3100" y="1563"/>
                      <a:pt x="1315" y="2784"/>
                      <a:pt x="0" y="5320"/>
                    </a:cubicBezTo>
                    <a:cubicBezTo>
                      <a:pt x="2630" y="6260"/>
                      <a:pt x="4791" y="5790"/>
                      <a:pt x="6764" y="5132"/>
                    </a:cubicBezTo>
                    <a:cubicBezTo>
                      <a:pt x="8737" y="4193"/>
                      <a:pt x="10522" y="2972"/>
                      <a:pt x="11743" y="52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0" name="Forme libre : forme 2109">
                <a:extLst>
                  <a:ext uri="{FF2B5EF4-FFF2-40B4-BE49-F238E27FC236}">
                    <a16:creationId xmlns:a16="http://schemas.microsoft.com/office/drawing/2014/main" id="{5DAE8B38-2F93-4ED9-9F6A-E39C93A1D469}"/>
                  </a:ext>
                </a:extLst>
              </p:cNvPr>
              <p:cNvSpPr/>
              <p:nvPr/>
            </p:nvSpPr>
            <p:spPr>
              <a:xfrm>
                <a:off x="9092476" y="1868468"/>
                <a:ext cx="20197" cy="5132"/>
              </a:xfrm>
              <a:custGeom>
                <a:avLst/>
                <a:gdLst>
                  <a:gd name="connsiteX0" fmla="*/ 20198 w 20197"/>
                  <a:gd name="connsiteY0" fmla="*/ 101 h 5132"/>
                  <a:gd name="connsiteX1" fmla="*/ 10052 w 20197"/>
                  <a:gd name="connsiteY1" fmla="*/ 383 h 5132"/>
                  <a:gd name="connsiteX2" fmla="*/ 0 w 20197"/>
                  <a:gd name="connsiteY2" fmla="*/ 1886 h 5132"/>
                  <a:gd name="connsiteX3" fmla="*/ 10428 w 20197"/>
                  <a:gd name="connsiteY3" fmla="*/ 5080 h 5132"/>
                  <a:gd name="connsiteX4" fmla="*/ 20198 w 20197"/>
                  <a:gd name="connsiteY4" fmla="*/ 101 h 5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97" h="5132">
                    <a:moveTo>
                      <a:pt x="20198" y="101"/>
                    </a:moveTo>
                    <a:cubicBezTo>
                      <a:pt x="16346" y="-180"/>
                      <a:pt x="13246" y="195"/>
                      <a:pt x="10052" y="383"/>
                    </a:cubicBezTo>
                    <a:cubicBezTo>
                      <a:pt x="6858" y="759"/>
                      <a:pt x="3757" y="947"/>
                      <a:pt x="0" y="1886"/>
                    </a:cubicBezTo>
                    <a:cubicBezTo>
                      <a:pt x="2912" y="4517"/>
                      <a:pt x="6764" y="5362"/>
                      <a:pt x="10428" y="5080"/>
                    </a:cubicBezTo>
                    <a:cubicBezTo>
                      <a:pt x="14092" y="4611"/>
                      <a:pt x="17849" y="3202"/>
                      <a:pt x="20198" y="10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1" name="Forme libre : forme 2110">
                <a:extLst>
                  <a:ext uri="{FF2B5EF4-FFF2-40B4-BE49-F238E27FC236}">
                    <a16:creationId xmlns:a16="http://schemas.microsoft.com/office/drawing/2014/main" id="{459E066A-4059-42DE-91CB-83967DF2ADFF}"/>
                  </a:ext>
                </a:extLst>
              </p:cNvPr>
              <p:cNvSpPr/>
              <p:nvPr/>
            </p:nvSpPr>
            <p:spPr>
              <a:xfrm>
                <a:off x="9100367" y="1887635"/>
                <a:ext cx="19540" cy="5288"/>
              </a:xfrm>
              <a:custGeom>
                <a:avLst/>
                <a:gdLst>
                  <a:gd name="connsiteX0" fmla="*/ 19541 w 19540"/>
                  <a:gd name="connsiteY0" fmla="*/ 100 h 5288"/>
                  <a:gd name="connsiteX1" fmla="*/ 9677 w 19540"/>
                  <a:gd name="connsiteY1" fmla="*/ 476 h 5288"/>
                  <a:gd name="connsiteX2" fmla="*/ 0 w 19540"/>
                  <a:gd name="connsiteY2" fmla="*/ 2730 h 5288"/>
                  <a:gd name="connsiteX3" fmla="*/ 10240 w 19540"/>
                  <a:gd name="connsiteY3" fmla="*/ 5173 h 5288"/>
                  <a:gd name="connsiteX4" fmla="*/ 19541 w 19540"/>
                  <a:gd name="connsiteY4" fmla="*/ 100 h 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40" h="5288">
                    <a:moveTo>
                      <a:pt x="19541" y="100"/>
                    </a:moveTo>
                    <a:cubicBezTo>
                      <a:pt x="15783" y="-182"/>
                      <a:pt x="12776" y="194"/>
                      <a:pt x="9677" y="476"/>
                    </a:cubicBezTo>
                    <a:cubicBezTo>
                      <a:pt x="6576" y="945"/>
                      <a:pt x="3570" y="1415"/>
                      <a:pt x="0" y="2730"/>
                    </a:cubicBezTo>
                    <a:cubicBezTo>
                      <a:pt x="3006" y="5079"/>
                      <a:pt x="6764" y="5549"/>
                      <a:pt x="10240" y="5173"/>
                    </a:cubicBezTo>
                    <a:cubicBezTo>
                      <a:pt x="13716" y="4609"/>
                      <a:pt x="17192" y="3106"/>
                      <a:pt x="19541" y="10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2" name="Forme libre : forme 2111">
                <a:extLst>
                  <a:ext uri="{FF2B5EF4-FFF2-40B4-BE49-F238E27FC236}">
                    <a16:creationId xmlns:a16="http://schemas.microsoft.com/office/drawing/2014/main" id="{B9ED9675-8F85-45FF-B130-48C3AB295328}"/>
                  </a:ext>
                </a:extLst>
              </p:cNvPr>
              <p:cNvSpPr/>
              <p:nvPr/>
            </p:nvSpPr>
            <p:spPr>
              <a:xfrm>
                <a:off x="9103185" y="1701265"/>
                <a:ext cx="10521" cy="5782"/>
              </a:xfrm>
              <a:custGeom>
                <a:avLst/>
                <a:gdLst>
                  <a:gd name="connsiteX0" fmla="*/ 10522 w 10521"/>
                  <a:gd name="connsiteY0" fmla="*/ 834 h 5782"/>
                  <a:gd name="connsiteX1" fmla="*/ 4134 w 10521"/>
                  <a:gd name="connsiteY1" fmla="*/ 646 h 5782"/>
                  <a:gd name="connsiteX2" fmla="*/ 0 w 10521"/>
                  <a:gd name="connsiteY2" fmla="*/ 5531 h 5782"/>
                  <a:gd name="connsiteX3" fmla="*/ 6107 w 10521"/>
                  <a:gd name="connsiteY3" fmla="*/ 4968 h 5782"/>
                  <a:gd name="connsiteX4" fmla="*/ 10522 w 10521"/>
                  <a:gd name="connsiteY4" fmla="*/ 834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21" h="5782">
                    <a:moveTo>
                      <a:pt x="10522" y="834"/>
                    </a:moveTo>
                    <a:cubicBezTo>
                      <a:pt x="8173" y="-387"/>
                      <a:pt x="6013" y="-105"/>
                      <a:pt x="4134" y="646"/>
                    </a:cubicBezTo>
                    <a:cubicBezTo>
                      <a:pt x="2349" y="1586"/>
                      <a:pt x="658" y="2901"/>
                      <a:pt x="0" y="5531"/>
                    </a:cubicBezTo>
                    <a:cubicBezTo>
                      <a:pt x="2631" y="6095"/>
                      <a:pt x="4322" y="5625"/>
                      <a:pt x="6107" y="4968"/>
                    </a:cubicBezTo>
                    <a:cubicBezTo>
                      <a:pt x="7704" y="4122"/>
                      <a:pt x="9207" y="3089"/>
                      <a:pt x="10522" y="83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3" name="Forme libre : forme 2112">
                <a:extLst>
                  <a:ext uri="{FF2B5EF4-FFF2-40B4-BE49-F238E27FC236}">
                    <a16:creationId xmlns:a16="http://schemas.microsoft.com/office/drawing/2014/main" id="{602ACD08-F90F-4C9F-90A9-4FCEB0AD77A3}"/>
                  </a:ext>
                </a:extLst>
              </p:cNvPr>
              <p:cNvSpPr/>
              <p:nvPr/>
            </p:nvSpPr>
            <p:spPr>
              <a:xfrm>
                <a:off x="9113850" y="1716142"/>
                <a:ext cx="8218" cy="4933"/>
              </a:xfrm>
              <a:custGeom>
                <a:avLst/>
                <a:gdLst>
                  <a:gd name="connsiteX0" fmla="*/ 8218 w 8218"/>
                  <a:gd name="connsiteY0" fmla="*/ 2679 h 4933"/>
                  <a:gd name="connsiteX1" fmla="*/ 3145 w 8218"/>
                  <a:gd name="connsiteY1" fmla="*/ 142 h 4933"/>
                  <a:gd name="connsiteX2" fmla="*/ 139 w 8218"/>
                  <a:gd name="connsiteY2" fmla="*/ 4933 h 4933"/>
                  <a:gd name="connsiteX3" fmla="*/ 4461 w 8218"/>
                  <a:gd name="connsiteY3" fmla="*/ 4651 h 4933"/>
                  <a:gd name="connsiteX4" fmla="*/ 8218 w 8218"/>
                  <a:gd name="connsiteY4" fmla="*/ 2679 h 4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8" h="4933">
                    <a:moveTo>
                      <a:pt x="8218" y="2679"/>
                    </a:moveTo>
                    <a:cubicBezTo>
                      <a:pt x="7561" y="330"/>
                      <a:pt x="5025" y="-328"/>
                      <a:pt x="3145" y="142"/>
                    </a:cubicBezTo>
                    <a:cubicBezTo>
                      <a:pt x="1266" y="706"/>
                      <a:pt x="-519" y="2491"/>
                      <a:pt x="139" y="4933"/>
                    </a:cubicBezTo>
                    <a:cubicBezTo>
                      <a:pt x="2488" y="4839"/>
                      <a:pt x="3427" y="4933"/>
                      <a:pt x="4461" y="4651"/>
                    </a:cubicBezTo>
                    <a:cubicBezTo>
                      <a:pt x="5400" y="4370"/>
                      <a:pt x="6152" y="3806"/>
                      <a:pt x="8218" y="267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4" name="Forme libre : forme 2113">
                <a:extLst>
                  <a:ext uri="{FF2B5EF4-FFF2-40B4-BE49-F238E27FC236}">
                    <a16:creationId xmlns:a16="http://schemas.microsoft.com/office/drawing/2014/main" id="{0AEDF0C7-3120-438F-BF7B-49DDC3E67705}"/>
                  </a:ext>
                </a:extLst>
              </p:cNvPr>
              <p:cNvSpPr/>
              <p:nvPr/>
            </p:nvSpPr>
            <p:spPr>
              <a:xfrm>
                <a:off x="9138222" y="1641669"/>
                <a:ext cx="8365" cy="6692"/>
              </a:xfrm>
              <a:custGeom>
                <a:avLst/>
                <a:gdLst>
                  <a:gd name="connsiteX0" fmla="*/ 8366 w 8365"/>
                  <a:gd name="connsiteY0" fmla="*/ 305 h 6692"/>
                  <a:gd name="connsiteX1" fmla="*/ 2541 w 8365"/>
                  <a:gd name="connsiteY1" fmla="*/ 1338 h 6692"/>
                  <a:gd name="connsiteX2" fmla="*/ 5 w 8365"/>
                  <a:gd name="connsiteY2" fmla="*/ 6693 h 6692"/>
                  <a:gd name="connsiteX3" fmla="*/ 5360 w 8365"/>
                  <a:gd name="connsiteY3" fmla="*/ 5002 h 6692"/>
                  <a:gd name="connsiteX4" fmla="*/ 8366 w 8365"/>
                  <a:gd name="connsiteY4" fmla="*/ 305 h 6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65" h="6692">
                    <a:moveTo>
                      <a:pt x="8366" y="305"/>
                    </a:moveTo>
                    <a:cubicBezTo>
                      <a:pt x="5924" y="-447"/>
                      <a:pt x="4045" y="305"/>
                      <a:pt x="2541" y="1338"/>
                    </a:cubicBezTo>
                    <a:cubicBezTo>
                      <a:pt x="1132" y="2559"/>
                      <a:pt x="-89" y="4156"/>
                      <a:pt x="5" y="6693"/>
                    </a:cubicBezTo>
                    <a:cubicBezTo>
                      <a:pt x="2541" y="6693"/>
                      <a:pt x="4045" y="5941"/>
                      <a:pt x="5360" y="5002"/>
                    </a:cubicBezTo>
                    <a:cubicBezTo>
                      <a:pt x="6675" y="3968"/>
                      <a:pt x="7709" y="2747"/>
                      <a:pt x="8366" y="305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5" name="Forme libre : forme 2114">
                <a:extLst>
                  <a:ext uri="{FF2B5EF4-FFF2-40B4-BE49-F238E27FC236}">
                    <a16:creationId xmlns:a16="http://schemas.microsoft.com/office/drawing/2014/main" id="{F772F93E-0B5E-41AD-8211-06CFB9960826}"/>
                  </a:ext>
                </a:extLst>
              </p:cNvPr>
              <p:cNvSpPr/>
              <p:nvPr/>
            </p:nvSpPr>
            <p:spPr>
              <a:xfrm>
                <a:off x="9142137" y="1661572"/>
                <a:ext cx="4111" cy="4111"/>
              </a:xfrm>
              <a:custGeom>
                <a:avLst/>
                <a:gdLst>
                  <a:gd name="connsiteX0" fmla="*/ 3606 w 4111"/>
                  <a:gd name="connsiteY0" fmla="*/ 506 h 4111"/>
                  <a:gd name="connsiteX1" fmla="*/ 412 w 4111"/>
                  <a:gd name="connsiteY1" fmla="*/ 412 h 4111"/>
                  <a:gd name="connsiteX2" fmla="*/ 506 w 4111"/>
                  <a:gd name="connsiteY2" fmla="*/ 3606 h 4111"/>
                  <a:gd name="connsiteX3" fmla="*/ 3700 w 4111"/>
                  <a:gd name="connsiteY3" fmla="*/ 3700 h 4111"/>
                  <a:gd name="connsiteX4" fmla="*/ 3606 w 4111"/>
                  <a:gd name="connsiteY4" fmla="*/ 506 h 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11" h="4111">
                    <a:moveTo>
                      <a:pt x="3606" y="506"/>
                    </a:moveTo>
                    <a:cubicBezTo>
                      <a:pt x="1821" y="-246"/>
                      <a:pt x="975" y="-58"/>
                      <a:pt x="412" y="412"/>
                    </a:cubicBezTo>
                    <a:cubicBezTo>
                      <a:pt x="-58" y="975"/>
                      <a:pt x="-246" y="1821"/>
                      <a:pt x="506" y="3606"/>
                    </a:cubicBezTo>
                    <a:cubicBezTo>
                      <a:pt x="2291" y="4357"/>
                      <a:pt x="3136" y="4169"/>
                      <a:pt x="3700" y="3700"/>
                    </a:cubicBezTo>
                    <a:cubicBezTo>
                      <a:pt x="4170" y="3136"/>
                      <a:pt x="4358" y="2291"/>
                      <a:pt x="3606" y="506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6" name="Forme libre : forme 2115">
                <a:extLst>
                  <a:ext uri="{FF2B5EF4-FFF2-40B4-BE49-F238E27FC236}">
                    <a16:creationId xmlns:a16="http://schemas.microsoft.com/office/drawing/2014/main" id="{E47BC6AD-9970-453B-BFEA-51A8EF2C7C2C}"/>
                  </a:ext>
                </a:extLst>
              </p:cNvPr>
              <p:cNvSpPr/>
              <p:nvPr/>
            </p:nvSpPr>
            <p:spPr>
              <a:xfrm>
                <a:off x="9162089" y="1830804"/>
                <a:ext cx="5291" cy="4850"/>
              </a:xfrm>
              <a:custGeom>
                <a:avLst/>
                <a:gdLst>
                  <a:gd name="connsiteX0" fmla="*/ 4697 w 5291"/>
                  <a:gd name="connsiteY0" fmla="*/ 0 h 4850"/>
                  <a:gd name="connsiteX1" fmla="*/ 1221 w 5291"/>
                  <a:gd name="connsiteY1" fmla="*/ 564 h 4850"/>
                  <a:gd name="connsiteX2" fmla="*/ 0 w 5291"/>
                  <a:gd name="connsiteY2" fmla="*/ 3852 h 4850"/>
                  <a:gd name="connsiteX3" fmla="*/ 4228 w 5291"/>
                  <a:gd name="connsiteY3" fmla="*/ 4228 h 4850"/>
                  <a:gd name="connsiteX4" fmla="*/ 4697 w 5291"/>
                  <a:gd name="connsiteY4" fmla="*/ 0 h 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1" h="4850">
                    <a:moveTo>
                      <a:pt x="4697" y="0"/>
                    </a:moveTo>
                    <a:cubicBezTo>
                      <a:pt x="2631" y="0"/>
                      <a:pt x="1879" y="94"/>
                      <a:pt x="1221" y="564"/>
                    </a:cubicBezTo>
                    <a:cubicBezTo>
                      <a:pt x="658" y="1127"/>
                      <a:pt x="376" y="1785"/>
                      <a:pt x="0" y="3852"/>
                    </a:cubicBezTo>
                    <a:cubicBezTo>
                      <a:pt x="1597" y="5261"/>
                      <a:pt x="3194" y="4979"/>
                      <a:pt x="4228" y="4228"/>
                    </a:cubicBezTo>
                    <a:cubicBezTo>
                      <a:pt x="5167" y="3288"/>
                      <a:pt x="5825" y="1785"/>
                      <a:pt x="469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7" name="Forme libre : forme 2116">
                <a:extLst>
                  <a:ext uri="{FF2B5EF4-FFF2-40B4-BE49-F238E27FC236}">
                    <a16:creationId xmlns:a16="http://schemas.microsoft.com/office/drawing/2014/main" id="{007BB996-D431-4A28-8E07-6724C3F15841}"/>
                  </a:ext>
                </a:extLst>
              </p:cNvPr>
              <p:cNvSpPr/>
              <p:nvPr/>
            </p:nvSpPr>
            <p:spPr>
              <a:xfrm>
                <a:off x="9132714" y="1960918"/>
                <a:ext cx="42245" cy="221616"/>
              </a:xfrm>
              <a:custGeom>
                <a:avLst/>
                <a:gdLst>
                  <a:gd name="connsiteX0" fmla="*/ 42245 w 42245"/>
                  <a:gd name="connsiteY0" fmla="*/ 221617 h 221616"/>
                  <a:gd name="connsiteX1" fmla="*/ 13780 w 42245"/>
                  <a:gd name="connsiteY1" fmla="*/ 194654 h 221616"/>
                  <a:gd name="connsiteX2" fmla="*/ 13874 w 42245"/>
                  <a:gd name="connsiteY2" fmla="*/ 152567 h 221616"/>
                  <a:gd name="connsiteX3" fmla="*/ 9270 w 42245"/>
                  <a:gd name="connsiteY3" fmla="*/ 78632 h 221616"/>
                  <a:gd name="connsiteX4" fmla="*/ 158 w 42245"/>
                  <a:gd name="connsiteY4" fmla="*/ 0 h 221616"/>
                  <a:gd name="connsiteX5" fmla="*/ 42245 w 42245"/>
                  <a:gd name="connsiteY5" fmla="*/ 221617 h 221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245" h="221616">
                    <a:moveTo>
                      <a:pt x="42245" y="221617"/>
                    </a:moveTo>
                    <a:cubicBezTo>
                      <a:pt x="28154" y="221617"/>
                      <a:pt x="17068" y="208371"/>
                      <a:pt x="13780" y="194654"/>
                    </a:cubicBezTo>
                    <a:cubicBezTo>
                      <a:pt x="10492" y="180939"/>
                      <a:pt x="12934" y="166659"/>
                      <a:pt x="13874" y="152567"/>
                    </a:cubicBezTo>
                    <a:cubicBezTo>
                      <a:pt x="15471" y="127859"/>
                      <a:pt x="12371" y="103152"/>
                      <a:pt x="9270" y="78632"/>
                    </a:cubicBezTo>
                    <a:cubicBezTo>
                      <a:pt x="6077" y="53455"/>
                      <a:pt x="-1157" y="24989"/>
                      <a:pt x="158" y="0"/>
                    </a:cubicBezTo>
                    <a:cubicBezTo>
                      <a:pt x="21577" y="17944"/>
                      <a:pt x="41870" y="221617"/>
                      <a:pt x="42245" y="221617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8" name="Forme libre : forme 2117">
                <a:extLst>
                  <a:ext uri="{FF2B5EF4-FFF2-40B4-BE49-F238E27FC236}">
                    <a16:creationId xmlns:a16="http://schemas.microsoft.com/office/drawing/2014/main" id="{383D0D3E-8087-447F-B113-F4DBAB9EF984}"/>
                  </a:ext>
                </a:extLst>
              </p:cNvPr>
              <p:cNvSpPr/>
              <p:nvPr/>
            </p:nvSpPr>
            <p:spPr>
              <a:xfrm>
                <a:off x="9196003" y="1902014"/>
                <a:ext cx="88866" cy="311991"/>
              </a:xfrm>
              <a:custGeom>
                <a:avLst/>
                <a:gdLst>
                  <a:gd name="connsiteX0" fmla="*/ 0 w 88866"/>
                  <a:gd name="connsiteY0" fmla="*/ 0 h 311991"/>
                  <a:gd name="connsiteX1" fmla="*/ 18977 w 88866"/>
                  <a:gd name="connsiteY1" fmla="*/ 58716 h 311991"/>
                  <a:gd name="connsiteX2" fmla="*/ 65198 w 88866"/>
                  <a:gd name="connsiteY2" fmla="*/ 189769 h 311991"/>
                  <a:gd name="connsiteX3" fmla="*/ 86524 w 88866"/>
                  <a:gd name="connsiteY3" fmla="*/ 249894 h 311991"/>
                  <a:gd name="connsiteX4" fmla="*/ 79102 w 88866"/>
                  <a:gd name="connsiteY4" fmla="*/ 311992 h 311991"/>
                  <a:gd name="connsiteX5" fmla="*/ 55616 w 88866"/>
                  <a:gd name="connsiteY5" fmla="*/ 205364 h 311991"/>
                  <a:gd name="connsiteX6" fmla="*/ 33633 w 88866"/>
                  <a:gd name="connsiteY6" fmla="*/ 153319 h 311991"/>
                  <a:gd name="connsiteX7" fmla="*/ 22923 w 88866"/>
                  <a:gd name="connsiteY7" fmla="*/ 112452 h 311991"/>
                  <a:gd name="connsiteX8" fmla="*/ 1503 w 88866"/>
                  <a:gd name="connsiteY8" fmla="*/ 16628 h 31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866" h="311991">
                    <a:moveTo>
                      <a:pt x="0" y="0"/>
                    </a:moveTo>
                    <a:cubicBezTo>
                      <a:pt x="6295" y="19540"/>
                      <a:pt x="12589" y="39175"/>
                      <a:pt x="18977" y="58716"/>
                    </a:cubicBezTo>
                    <a:cubicBezTo>
                      <a:pt x="33163" y="102776"/>
                      <a:pt x="47443" y="146930"/>
                      <a:pt x="65198" y="189769"/>
                    </a:cubicBezTo>
                    <a:cubicBezTo>
                      <a:pt x="73371" y="209498"/>
                      <a:pt x="82296" y="229038"/>
                      <a:pt x="86524" y="249894"/>
                    </a:cubicBezTo>
                    <a:cubicBezTo>
                      <a:pt x="90751" y="270750"/>
                      <a:pt x="89812" y="293579"/>
                      <a:pt x="79102" y="311992"/>
                    </a:cubicBezTo>
                    <a:cubicBezTo>
                      <a:pt x="77505" y="275447"/>
                      <a:pt x="69520" y="239184"/>
                      <a:pt x="55616" y="205364"/>
                    </a:cubicBezTo>
                    <a:cubicBezTo>
                      <a:pt x="48476" y="187890"/>
                      <a:pt x="39739" y="171168"/>
                      <a:pt x="33633" y="153319"/>
                    </a:cubicBezTo>
                    <a:cubicBezTo>
                      <a:pt x="29029" y="139978"/>
                      <a:pt x="26023" y="126262"/>
                      <a:pt x="22923" y="112452"/>
                    </a:cubicBezTo>
                    <a:cubicBezTo>
                      <a:pt x="15783" y="80511"/>
                      <a:pt x="8643" y="48570"/>
                      <a:pt x="1503" y="16628"/>
                    </a:cubicBezTo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9" name="Forme libre : forme 2118">
                <a:extLst>
                  <a:ext uri="{FF2B5EF4-FFF2-40B4-BE49-F238E27FC236}">
                    <a16:creationId xmlns:a16="http://schemas.microsoft.com/office/drawing/2014/main" id="{FE5F310A-7539-4B82-B77C-8EB6DE059DC5}"/>
                  </a:ext>
                </a:extLst>
              </p:cNvPr>
              <p:cNvSpPr/>
              <p:nvPr/>
            </p:nvSpPr>
            <p:spPr>
              <a:xfrm>
                <a:off x="9246603" y="1939583"/>
                <a:ext cx="92308" cy="209694"/>
              </a:xfrm>
              <a:custGeom>
                <a:avLst/>
                <a:gdLst>
                  <a:gd name="connsiteX0" fmla="*/ 81957 w 92308"/>
                  <a:gd name="connsiteY0" fmla="*/ 131157 h 209694"/>
                  <a:gd name="connsiteX1" fmla="*/ 92291 w 92308"/>
                  <a:gd name="connsiteY1" fmla="*/ 166950 h 209694"/>
                  <a:gd name="connsiteX2" fmla="*/ 81487 w 92308"/>
                  <a:gd name="connsiteY2" fmla="*/ 209695 h 209694"/>
                  <a:gd name="connsiteX3" fmla="*/ 67395 w 92308"/>
                  <a:gd name="connsiteY3" fmla="*/ 142806 h 209694"/>
                  <a:gd name="connsiteX4" fmla="*/ 32824 w 92308"/>
                  <a:gd name="connsiteY4" fmla="*/ 82869 h 209694"/>
                  <a:gd name="connsiteX5" fmla="*/ 11216 w 92308"/>
                  <a:gd name="connsiteY5" fmla="*/ 38808 h 209694"/>
                  <a:gd name="connsiteX6" fmla="*/ 3231 w 92308"/>
                  <a:gd name="connsiteY6" fmla="*/ 9 h 209694"/>
                  <a:gd name="connsiteX7" fmla="*/ 27093 w 92308"/>
                  <a:gd name="connsiteY7" fmla="*/ 40124 h 209694"/>
                  <a:gd name="connsiteX8" fmla="*/ 54149 w 92308"/>
                  <a:gd name="connsiteY8" fmla="*/ 81929 h 209694"/>
                  <a:gd name="connsiteX9" fmla="*/ 81957 w 92308"/>
                  <a:gd name="connsiteY9" fmla="*/ 131157 h 209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308" h="209694">
                    <a:moveTo>
                      <a:pt x="81957" y="131157"/>
                    </a:moveTo>
                    <a:cubicBezTo>
                      <a:pt x="87312" y="142430"/>
                      <a:pt x="92009" y="154455"/>
                      <a:pt x="92291" y="166950"/>
                    </a:cubicBezTo>
                    <a:cubicBezTo>
                      <a:pt x="92667" y="181699"/>
                      <a:pt x="87030" y="195979"/>
                      <a:pt x="81487" y="209695"/>
                    </a:cubicBezTo>
                    <a:cubicBezTo>
                      <a:pt x="84118" y="186772"/>
                      <a:pt x="77354" y="163662"/>
                      <a:pt x="67395" y="142806"/>
                    </a:cubicBezTo>
                    <a:cubicBezTo>
                      <a:pt x="57437" y="121950"/>
                      <a:pt x="44285" y="102879"/>
                      <a:pt x="32824" y="82869"/>
                    </a:cubicBezTo>
                    <a:cubicBezTo>
                      <a:pt x="24744" y="68683"/>
                      <a:pt x="17510" y="53934"/>
                      <a:pt x="11216" y="38808"/>
                    </a:cubicBezTo>
                    <a:cubicBezTo>
                      <a:pt x="9337" y="34393"/>
                      <a:pt x="-6727" y="-649"/>
                      <a:pt x="3231" y="9"/>
                    </a:cubicBezTo>
                    <a:cubicBezTo>
                      <a:pt x="7740" y="291"/>
                      <a:pt x="23805" y="35051"/>
                      <a:pt x="27093" y="40124"/>
                    </a:cubicBezTo>
                    <a:cubicBezTo>
                      <a:pt x="35924" y="54122"/>
                      <a:pt x="45224" y="67931"/>
                      <a:pt x="54149" y="81929"/>
                    </a:cubicBezTo>
                    <a:cubicBezTo>
                      <a:pt x="64202" y="97900"/>
                      <a:pt x="73878" y="114059"/>
                      <a:pt x="81957" y="131157"/>
                    </a:cubicBezTo>
                    <a:close/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0" name="Forme libre : forme 2119">
                <a:extLst>
                  <a:ext uri="{FF2B5EF4-FFF2-40B4-BE49-F238E27FC236}">
                    <a16:creationId xmlns:a16="http://schemas.microsoft.com/office/drawing/2014/main" id="{8A4C2F83-44CE-471D-8644-31CD77A5288D}"/>
                  </a:ext>
                </a:extLst>
              </p:cNvPr>
              <p:cNvSpPr/>
              <p:nvPr/>
            </p:nvSpPr>
            <p:spPr>
              <a:xfrm>
                <a:off x="9013465" y="1539863"/>
                <a:ext cx="39553" cy="80973"/>
              </a:xfrm>
              <a:custGeom>
                <a:avLst/>
                <a:gdLst>
                  <a:gd name="connsiteX0" fmla="*/ 1412 w 39553"/>
                  <a:gd name="connsiteY0" fmla="*/ 4314 h 80973"/>
                  <a:gd name="connsiteX1" fmla="*/ 18697 w 39553"/>
                  <a:gd name="connsiteY1" fmla="*/ 274 h 80973"/>
                  <a:gd name="connsiteX2" fmla="*/ 21328 w 39553"/>
                  <a:gd name="connsiteY2" fmla="*/ 1402 h 80973"/>
                  <a:gd name="connsiteX3" fmla="*/ 22080 w 39553"/>
                  <a:gd name="connsiteY3" fmla="*/ 3375 h 80973"/>
                  <a:gd name="connsiteX4" fmla="*/ 39553 w 39553"/>
                  <a:gd name="connsiteY4" fmla="*/ 80973 h 80973"/>
                  <a:gd name="connsiteX5" fmla="*/ 14094 w 39553"/>
                  <a:gd name="connsiteY5" fmla="*/ 48374 h 80973"/>
                  <a:gd name="connsiteX6" fmla="*/ 472 w 39553"/>
                  <a:gd name="connsiteY6" fmla="*/ 8917 h 80973"/>
                  <a:gd name="connsiteX7" fmla="*/ 1412 w 39553"/>
                  <a:gd name="connsiteY7" fmla="*/ 4314 h 80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553" h="80973">
                    <a:moveTo>
                      <a:pt x="1412" y="4314"/>
                    </a:moveTo>
                    <a:cubicBezTo>
                      <a:pt x="6390" y="838"/>
                      <a:pt x="12685" y="-665"/>
                      <a:pt x="18697" y="274"/>
                    </a:cubicBezTo>
                    <a:cubicBezTo>
                      <a:pt x="19637" y="462"/>
                      <a:pt x="20764" y="650"/>
                      <a:pt x="21328" y="1402"/>
                    </a:cubicBezTo>
                    <a:cubicBezTo>
                      <a:pt x="21798" y="1965"/>
                      <a:pt x="21986" y="2623"/>
                      <a:pt x="22080" y="3375"/>
                    </a:cubicBezTo>
                    <a:cubicBezTo>
                      <a:pt x="27904" y="29303"/>
                      <a:pt x="30065" y="56172"/>
                      <a:pt x="39553" y="80973"/>
                    </a:cubicBezTo>
                    <a:cubicBezTo>
                      <a:pt x="28374" y="72706"/>
                      <a:pt x="20107" y="60963"/>
                      <a:pt x="14094" y="48374"/>
                    </a:cubicBezTo>
                    <a:cubicBezTo>
                      <a:pt x="8081" y="35786"/>
                      <a:pt x="4230" y="22351"/>
                      <a:pt x="472" y="8917"/>
                    </a:cubicBezTo>
                    <a:cubicBezTo>
                      <a:pt x="-656" y="6569"/>
                      <a:pt x="472" y="4878"/>
                      <a:pt x="1412" y="4314"/>
                    </a:cubicBezTo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1" name="Forme libre : forme 2120">
                <a:extLst>
                  <a:ext uri="{FF2B5EF4-FFF2-40B4-BE49-F238E27FC236}">
                    <a16:creationId xmlns:a16="http://schemas.microsoft.com/office/drawing/2014/main" id="{C8CE2A10-F6EF-4D14-A642-B1AE61710475}"/>
                  </a:ext>
                </a:extLst>
              </p:cNvPr>
              <p:cNvSpPr/>
              <p:nvPr/>
            </p:nvSpPr>
            <p:spPr>
              <a:xfrm>
                <a:off x="9002676" y="1361220"/>
                <a:ext cx="46351" cy="107236"/>
              </a:xfrm>
              <a:custGeom>
                <a:avLst/>
                <a:gdLst>
                  <a:gd name="connsiteX0" fmla="*/ 12670 w 46351"/>
                  <a:gd name="connsiteY0" fmla="*/ 327 h 107236"/>
                  <a:gd name="connsiteX1" fmla="*/ 14267 w 46351"/>
                  <a:gd name="connsiteY1" fmla="*/ 139 h 107236"/>
                  <a:gd name="connsiteX2" fmla="*/ 14831 w 46351"/>
                  <a:gd name="connsiteY2" fmla="*/ 985 h 107236"/>
                  <a:gd name="connsiteX3" fmla="*/ 45927 w 46351"/>
                  <a:gd name="connsiteY3" fmla="*/ 100943 h 107236"/>
                  <a:gd name="connsiteX4" fmla="*/ 45363 w 46351"/>
                  <a:gd name="connsiteY4" fmla="*/ 107237 h 107236"/>
                  <a:gd name="connsiteX5" fmla="*/ 36157 w 46351"/>
                  <a:gd name="connsiteY5" fmla="*/ 99721 h 107236"/>
                  <a:gd name="connsiteX6" fmla="*/ 19434 w 46351"/>
                  <a:gd name="connsiteY6" fmla="*/ 73605 h 107236"/>
                  <a:gd name="connsiteX7" fmla="*/ 13516 w 46351"/>
                  <a:gd name="connsiteY7" fmla="*/ 61298 h 107236"/>
                  <a:gd name="connsiteX8" fmla="*/ 10322 w 46351"/>
                  <a:gd name="connsiteY8" fmla="*/ 50682 h 107236"/>
                  <a:gd name="connsiteX9" fmla="*/ 2149 w 46351"/>
                  <a:gd name="connsiteY9" fmla="*/ 19868 h 107236"/>
                  <a:gd name="connsiteX10" fmla="*/ 1115 w 46351"/>
                  <a:gd name="connsiteY10" fmla="*/ 6716 h 107236"/>
                  <a:gd name="connsiteX11" fmla="*/ 12670 w 46351"/>
                  <a:gd name="connsiteY11" fmla="*/ 327 h 1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351" h="107236">
                    <a:moveTo>
                      <a:pt x="12670" y="327"/>
                    </a:moveTo>
                    <a:cubicBezTo>
                      <a:pt x="13140" y="45"/>
                      <a:pt x="13798" y="-142"/>
                      <a:pt x="14267" y="139"/>
                    </a:cubicBezTo>
                    <a:cubicBezTo>
                      <a:pt x="14549" y="327"/>
                      <a:pt x="14737" y="703"/>
                      <a:pt x="14831" y="985"/>
                    </a:cubicBezTo>
                    <a:cubicBezTo>
                      <a:pt x="28078" y="33302"/>
                      <a:pt x="38505" y="66840"/>
                      <a:pt x="45927" y="100943"/>
                    </a:cubicBezTo>
                    <a:cubicBezTo>
                      <a:pt x="46397" y="103103"/>
                      <a:pt x="46773" y="105640"/>
                      <a:pt x="45363" y="107237"/>
                    </a:cubicBezTo>
                    <a:cubicBezTo>
                      <a:pt x="41700" y="105546"/>
                      <a:pt x="38787" y="102728"/>
                      <a:pt x="36157" y="99721"/>
                    </a:cubicBezTo>
                    <a:cubicBezTo>
                      <a:pt x="29393" y="91924"/>
                      <a:pt x="24414" y="82717"/>
                      <a:pt x="19434" y="73605"/>
                    </a:cubicBezTo>
                    <a:cubicBezTo>
                      <a:pt x="17274" y="69565"/>
                      <a:pt x="15113" y="65619"/>
                      <a:pt x="13516" y="61298"/>
                    </a:cubicBezTo>
                    <a:cubicBezTo>
                      <a:pt x="12201" y="57822"/>
                      <a:pt x="11261" y="54252"/>
                      <a:pt x="10322" y="50682"/>
                    </a:cubicBezTo>
                    <a:cubicBezTo>
                      <a:pt x="7598" y="40442"/>
                      <a:pt x="4873" y="30108"/>
                      <a:pt x="2149" y="19868"/>
                    </a:cubicBezTo>
                    <a:cubicBezTo>
                      <a:pt x="1209" y="16298"/>
                      <a:pt x="-1515" y="10098"/>
                      <a:pt x="1115" y="6716"/>
                    </a:cubicBezTo>
                    <a:cubicBezTo>
                      <a:pt x="3464" y="3709"/>
                      <a:pt x="9383" y="2018"/>
                      <a:pt x="12670" y="327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2" name="Forme libre : forme 2121">
                <a:extLst>
                  <a:ext uri="{FF2B5EF4-FFF2-40B4-BE49-F238E27FC236}">
                    <a16:creationId xmlns:a16="http://schemas.microsoft.com/office/drawing/2014/main" id="{1D03B991-B16C-44F0-99DC-F2A69B91464F}"/>
                  </a:ext>
                </a:extLst>
              </p:cNvPr>
              <p:cNvSpPr/>
              <p:nvPr/>
            </p:nvSpPr>
            <p:spPr>
              <a:xfrm>
                <a:off x="9037188" y="1291934"/>
                <a:ext cx="37813" cy="109164"/>
              </a:xfrm>
              <a:custGeom>
                <a:avLst/>
                <a:gdLst>
                  <a:gd name="connsiteX0" fmla="*/ 10382 w 37813"/>
                  <a:gd name="connsiteY0" fmla="*/ 0 h 109164"/>
                  <a:gd name="connsiteX1" fmla="*/ 22219 w 37813"/>
                  <a:gd name="connsiteY1" fmla="*/ 44248 h 109164"/>
                  <a:gd name="connsiteX2" fmla="*/ 25225 w 37813"/>
                  <a:gd name="connsiteY2" fmla="*/ 56555 h 109164"/>
                  <a:gd name="connsiteX3" fmla="*/ 28795 w 37813"/>
                  <a:gd name="connsiteY3" fmla="*/ 71304 h 109164"/>
                  <a:gd name="connsiteX4" fmla="*/ 37814 w 37813"/>
                  <a:gd name="connsiteY4" fmla="*/ 109164 h 109164"/>
                  <a:gd name="connsiteX5" fmla="*/ 10946 w 37813"/>
                  <a:gd name="connsiteY5" fmla="*/ 63695 h 109164"/>
                  <a:gd name="connsiteX6" fmla="*/ 2678 w 37813"/>
                  <a:gd name="connsiteY6" fmla="*/ 25741 h 109164"/>
                  <a:gd name="connsiteX7" fmla="*/ 424 w 37813"/>
                  <a:gd name="connsiteY7" fmla="*/ 10334 h 109164"/>
                  <a:gd name="connsiteX8" fmla="*/ 10382 w 37813"/>
                  <a:gd name="connsiteY8" fmla="*/ 0 h 109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13" h="109164">
                    <a:moveTo>
                      <a:pt x="10382" y="0"/>
                    </a:moveTo>
                    <a:cubicBezTo>
                      <a:pt x="14985" y="14562"/>
                      <a:pt x="18649" y="29405"/>
                      <a:pt x="22219" y="44248"/>
                    </a:cubicBezTo>
                    <a:cubicBezTo>
                      <a:pt x="23252" y="48382"/>
                      <a:pt x="24192" y="52421"/>
                      <a:pt x="25225" y="56555"/>
                    </a:cubicBezTo>
                    <a:cubicBezTo>
                      <a:pt x="26447" y="61440"/>
                      <a:pt x="27574" y="66325"/>
                      <a:pt x="28795" y="71304"/>
                    </a:cubicBezTo>
                    <a:cubicBezTo>
                      <a:pt x="31895" y="83893"/>
                      <a:pt x="34901" y="96482"/>
                      <a:pt x="37814" y="109164"/>
                    </a:cubicBezTo>
                    <a:cubicBezTo>
                      <a:pt x="24004" y="97797"/>
                      <a:pt x="15831" y="80887"/>
                      <a:pt x="10946" y="63695"/>
                    </a:cubicBezTo>
                    <a:cubicBezTo>
                      <a:pt x="7376" y="51200"/>
                      <a:pt x="5215" y="38424"/>
                      <a:pt x="2678" y="25741"/>
                    </a:cubicBezTo>
                    <a:cubicBezTo>
                      <a:pt x="1833" y="21419"/>
                      <a:pt x="-1079" y="14749"/>
                      <a:pt x="424" y="10334"/>
                    </a:cubicBezTo>
                    <a:cubicBezTo>
                      <a:pt x="1363" y="7985"/>
                      <a:pt x="10664" y="752"/>
                      <a:pt x="10382" y="0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346" name="unilateral-migraine-headache-pain-illustration">
            <a:extLst>
              <a:ext uri="{FF2B5EF4-FFF2-40B4-BE49-F238E27FC236}">
                <a16:creationId xmlns:a16="http://schemas.microsoft.com/office/drawing/2014/main" id="{3EDF0B30-A443-4976-B3F9-0DAEC913D749}"/>
              </a:ext>
            </a:extLst>
          </p:cNvPr>
          <p:cNvGrpSpPr/>
          <p:nvPr/>
        </p:nvGrpSpPr>
        <p:grpSpPr>
          <a:xfrm>
            <a:off x="2587083" y="1716225"/>
            <a:ext cx="1363997" cy="1936577"/>
            <a:chOff x="3526336" y="1826332"/>
            <a:chExt cx="1363997" cy="1936577"/>
          </a:xfrm>
        </p:grpSpPr>
        <p:grpSp>
          <p:nvGrpSpPr>
            <p:cNvPr id="2345" name="Groupe 2344">
              <a:extLst>
                <a:ext uri="{FF2B5EF4-FFF2-40B4-BE49-F238E27FC236}">
                  <a16:creationId xmlns:a16="http://schemas.microsoft.com/office/drawing/2014/main" id="{69DC4FE3-19E2-493F-AE42-76F1C7F7D9AB}"/>
                </a:ext>
              </a:extLst>
            </p:cNvPr>
            <p:cNvGrpSpPr/>
            <p:nvPr/>
          </p:nvGrpSpPr>
          <p:grpSpPr>
            <a:xfrm>
              <a:off x="3526336" y="1826332"/>
              <a:ext cx="1363997" cy="1936577"/>
              <a:chOff x="3526336" y="1826332"/>
              <a:chExt cx="1363997" cy="1936577"/>
            </a:xfrm>
          </p:grpSpPr>
          <p:grpSp>
            <p:nvGrpSpPr>
              <p:cNvPr id="1178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3542291" y="1826332"/>
                <a:ext cx="1332017" cy="1898121"/>
                <a:chOff x="2698189" y="466813"/>
                <a:chExt cx="1787401" cy="2547042"/>
              </a:xfrm>
              <a:solidFill>
                <a:schemeClr val="accent1"/>
              </a:solidFill>
            </p:grpSpPr>
            <p:sp>
              <p:nvSpPr>
                <p:cNvPr id="1179" name="Forme libre : forme 1178">
                  <a:extLst>
                    <a:ext uri="{FF2B5EF4-FFF2-40B4-BE49-F238E27FC236}">
                      <a16:creationId xmlns:a16="http://schemas.microsoft.com/office/drawing/2014/main" id="{88FDDBF5-40FA-43A7-94B9-C18CC81BAE45}"/>
                    </a:ext>
                  </a:extLst>
                </p:cNvPr>
                <p:cNvSpPr/>
                <p:nvPr/>
              </p:nvSpPr>
              <p:spPr>
                <a:xfrm>
                  <a:off x="2824637" y="1314530"/>
                  <a:ext cx="216906" cy="482912"/>
                </a:xfrm>
                <a:custGeom>
                  <a:avLst/>
                  <a:gdLst>
                    <a:gd name="connsiteX0" fmla="*/ 124762 w 216906"/>
                    <a:gd name="connsiteY0" fmla="*/ 58197 h 482912"/>
                    <a:gd name="connsiteX1" fmla="*/ 27904 w 216906"/>
                    <a:gd name="connsiteY1" fmla="*/ 891 h 482912"/>
                    <a:gd name="connsiteX2" fmla="*/ 52894 w 216906"/>
                    <a:gd name="connsiteY2" fmla="*/ 329981 h 482912"/>
                    <a:gd name="connsiteX3" fmla="*/ 208091 w 216906"/>
                    <a:gd name="connsiteY3" fmla="*/ 437266 h 482912"/>
                    <a:gd name="connsiteX4" fmla="*/ 124762 w 216906"/>
                    <a:gd name="connsiteY4" fmla="*/ 58197 h 482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906" h="482912">
                      <a:moveTo>
                        <a:pt x="124762" y="58197"/>
                      </a:moveTo>
                      <a:cubicBezTo>
                        <a:pt x="124762" y="58197"/>
                        <a:pt x="83144" y="-8410"/>
                        <a:pt x="27904" y="891"/>
                      </a:cubicBezTo>
                      <a:cubicBezTo>
                        <a:pt x="-27241" y="10285"/>
                        <a:pt x="9115" y="199773"/>
                        <a:pt x="52894" y="329981"/>
                      </a:cubicBezTo>
                      <a:cubicBezTo>
                        <a:pt x="96672" y="460189"/>
                        <a:pt x="165346" y="537224"/>
                        <a:pt x="208091" y="437266"/>
                      </a:cubicBezTo>
                      <a:cubicBezTo>
                        <a:pt x="250743" y="337215"/>
                        <a:pt x="124762" y="58197"/>
                        <a:pt x="124762" y="58197"/>
                      </a:cubicBezTo>
                      <a:close/>
                    </a:path>
                  </a:pathLst>
                </a:custGeom>
                <a:solidFill>
                  <a:srgbClr val="F9BEAA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0" name="Forme libre : forme 1179">
                  <a:extLst>
                    <a:ext uri="{FF2B5EF4-FFF2-40B4-BE49-F238E27FC236}">
                      <a16:creationId xmlns:a16="http://schemas.microsoft.com/office/drawing/2014/main" id="{29AF8327-F69A-4B27-A51B-573396F81B27}"/>
                    </a:ext>
                  </a:extLst>
                </p:cNvPr>
                <p:cNvSpPr/>
                <p:nvPr/>
              </p:nvSpPr>
              <p:spPr>
                <a:xfrm>
                  <a:off x="2824637" y="1314530"/>
                  <a:ext cx="216906" cy="482912"/>
                </a:xfrm>
                <a:custGeom>
                  <a:avLst/>
                  <a:gdLst>
                    <a:gd name="connsiteX0" fmla="*/ 124762 w 216906"/>
                    <a:gd name="connsiteY0" fmla="*/ 58197 h 482912"/>
                    <a:gd name="connsiteX1" fmla="*/ 27904 w 216906"/>
                    <a:gd name="connsiteY1" fmla="*/ 891 h 482912"/>
                    <a:gd name="connsiteX2" fmla="*/ 52894 w 216906"/>
                    <a:gd name="connsiteY2" fmla="*/ 329981 h 482912"/>
                    <a:gd name="connsiteX3" fmla="*/ 208091 w 216906"/>
                    <a:gd name="connsiteY3" fmla="*/ 437266 h 482912"/>
                    <a:gd name="connsiteX4" fmla="*/ 124762 w 216906"/>
                    <a:gd name="connsiteY4" fmla="*/ 58197 h 482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906" h="482912">
                      <a:moveTo>
                        <a:pt x="124762" y="58197"/>
                      </a:moveTo>
                      <a:cubicBezTo>
                        <a:pt x="124762" y="58197"/>
                        <a:pt x="83144" y="-8410"/>
                        <a:pt x="27904" y="891"/>
                      </a:cubicBezTo>
                      <a:cubicBezTo>
                        <a:pt x="-27241" y="10285"/>
                        <a:pt x="9115" y="199773"/>
                        <a:pt x="52894" y="329981"/>
                      </a:cubicBezTo>
                      <a:cubicBezTo>
                        <a:pt x="96672" y="460189"/>
                        <a:pt x="165346" y="537224"/>
                        <a:pt x="208091" y="437266"/>
                      </a:cubicBezTo>
                      <a:cubicBezTo>
                        <a:pt x="250743" y="337215"/>
                        <a:pt x="124762" y="58197"/>
                        <a:pt x="124762" y="58197"/>
                      </a:cubicBezTo>
                      <a:close/>
                    </a:path>
                  </a:pathLst>
                </a:custGeom>
                <a:noFill/>
                <a:ln w="9389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1" name="Forme libre : forme 1180">
                  <a:extLst>
                    <a:ext uri="{FF2B5EF4-FFF2-40B4-BE49-F238E27FC236}">
                      <a16:creationId xmlns:a16="http://schemas.microsoft.com/office/drawing/2014/main" id="{F67359D9-F229-4C51-AC23-1398FDA2095C}"/>
                    </a:ext>
                  </a:extLst>
                </p:cNvPr>
                <p:cNvSpPr/>
                <p:nvPr/>
              </p:nvSpPr>
              <p:spPr>
                <a:xfrm>
                  <a:off x="2833476" y="1369461"/>
                  <a:ext cx="99576" cy="113557"/>
                </a:xfrm>
                <a:custGeom>
                  <a:avLst/>
                  <a:gdLst>
                    <a:gd name="connsiteX0" fmla="*/ 99577 w 99576"/>
                    <a:gd name="connsiteY0" fmla="*/ 97962 h 113557"/>
                    <a:gd name="connsiteX1" fmla="*/ 13805 w 99576"/>
                    <a:gd name="connsiteY1" fmla="*/ 71 h 113557"/>
                    <a:gd name="connsiteX2" fmla="*/ 20099 w 99576"/>
                    <a:gd name="connsiteY2" fmla="*/ 113557 h 113557"/>
                    <a:gd name="connsiteX3" fmla="*/ 18032 w 99576"/>
                    <a:gd name="connsiteY3" fmla="*/ 13600 h 113557"/>
                    <a:gd name="connsiteX4" fmla="*/ 32594 w 99576"/>
                    <a:gd name="connsiteY4" fmla="*/ 34455 h 113557"/>
                    <a:gd name="connsiteX5" fmla="*/ 32594 w 99576"/>
                    <a:gd name="connsiteY5" fmla="*/ 96929 h 113557"/>
                    <a:gd name="connsiteX6" fmla="*/ 41988 w 99576"/>
                    <a:gd name="connsiteY6" fmla="*/ 30322 h 113557"/>
                    <a:gd name="connsiteX7" fmla="*/ 99577 w 99576"/>
                    <a:gd name="connsiteY7" fmla="*/ 97962 h 113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9576" h="113557">
                      <a:moveTo>
                        <a:pt x="99577" y="97962"/>
                      </a:moveTo>
                      <a:cubicBezTo>
                        <a:pt x="95067" y="95895"/>
                        <a:pt x="48189" y="-3029"/>
                        <a:pt x="13805" y="71"/>
                      </a:cubicBezTo>
                      <a:cubicBezTo>
                        <a:pt x="-20579" y="3172"/>
                        <a:pt x="20099" y="113557"/>
                        <a:pt x="20099" y="113557"/>
                      </a:cubicBezTo>
                      <a:cubicBezTo>
                        <a:pt x="20099" y="113557"/>
                        <a:pt x="-1414" y="16700"/>
                        <a:pt x="18032" y="13600"/>
                      </a:cubicBezTo>
                      <a:cubicBezTo>
                        <a:pt x="37479" y="10499"/>
                        <a:pt x="32594" y="34455"/>
                        <a:pt x="32594" y="34455"/>
                      </a:cubicBezTo>
                      <a:cubicBezTo>
                        <a:pt x="32594" y="34455"/>
                        <a:pt x="30527" y="87534"/>
                        <a:pt x="32594" y="96929"/>
                      </a:cubicBezTo>
                      <a:cubicBezTo>
                        <a:pt x="32594" y="96929"/>
                        <a:pt x="36727" y="31355"/>
                        <a:pt x="41988" y="30322"/>
                      </a:cubicBezTo>
                      <a:cubicBezTo>
                        <a:pt x="47155" y="29288"/>
                        <a:pt x="99577" y="97962"/>
                        <a:pt x="99577" y="97962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2" name="Forme libre : forme 1181">
                  <a:extLst>
                    <a:ext uri="{FF2B5EF4-FFF2-40B4-BE49-F238E27FC236}">
                      <a16:creationId xmlns:a16="http://schemas.microsoft.com/office/drawing/2014/main" id="{027F3931-36A5-4777-AC1F-259D339E3DA7}"/>
                    </a:ext>
                  </a:extLst>
                </p:cNvPr>
                <p:cNvSpPr/>
                <p:nvPr/>
              </p:nvSpPr>
              <p:spPr>
                <a:xfrm>
                  <a:off x="4142395" y="1314530"/>
                  <a:ext cx="216936" cy="482912"/>
                </a:xfrm>
                <a:custGeom>
                  <a:avLst/>
                  <a:gdLst>
                    <a:gd name="connsiteX0" fmla="*/ 92174 w 216936"/>
                    <a:gd name="connsiteY0" fmla="*/ 58197 h 482912"/>
                    <a:gd name="connsiteX1" fmla="*/ 189032 w 216936"/>
                    <a:gd name="connsiteY1" fmla="*/ 891 h 482912"/>
                    <a:gd name="connsiteX2" fmla="*/ 164042 w 216936"/>
                    <a:gd name="connsiteY2" fmla="*/ 329981 h 482912"/>
                    <a:gd name="connsiteX3" fmla="*/ 8845 w 216936"/>
                    <a:gd name="connsiteY3" fmla="*/ 437266 h 482912"/>
                    <a:gd name="connsiteX4" fmla="*/ 92174 w 216936"/>
                    <a:gd name="connsiteY4" fmla="*/ 58197 h 482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936" h="482912">
                      <a:moveTo>
                        <a:pt x="92174" y="58197"/>
                      </a:moveTo>
                      <a:cubicBezTo>
                        <a:pt x="92174" y="58197"/>
                        <a:pt x="133792" y="-8410"/>
                        <a:pt x="189032" y="891"/>
                      </a:cubicBezTo>
                      <a:cubicBezTo>
                        <a:pt x="244177" y="10285"/>
                        <a:pt x="207821" y="199773"/>
                        <a:pt x="164042" y="329981"/>
                      </a:cubicBezTo>
                      <a:cubicBezTo>
                        <a:pt x="120264" y="460189"/>
                        <a:pt x="51590" y="537224"/>
                        <a:pt x="8845" y="437266"/>
                      </a:cubicBezTo>
                      <a:cubicBezTo>
                        <a:pt x="-33900" y="337308"/>
                        <a:pt x="92174" y="58197"/>
                        <a:pt x="92174" y="58197"/>
                      </a:cubicBezTo>
                      <a:close/>
                    </a:path>
                  </a:pathLst>
                </a:custGeom>
                <a:solidFill>
                  <a:srgbClr val="F9BEAA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3" name="Forme libre : forme 1182">
                  <a:extLst>
                    <a:ext uri="{FF2B5EF4-FFF2-40B4-BE49-F238E27FC236}">
                      <a16:creationId xmlns:a16="http://schemas.microsoft.com/office/drawing/2014/main" id="{82ACCEE7-1D72-44D7-B2C6-14382CB52E56}"/>
                    </a:ext>
                  </a:extLst>
                </p:cNvPr>
                <p:cNvSpPr/>
                <p:nvPr/>
              </p:nvSpPr>
              <p:spPr>
                <a:xfrm>
                  <a:off x="4143334" y="1314530"/>
                  <a:ext cx="216936" cy="482912"/>
                </a:xfrm>
                <a:custGeom>
                  <a:avLst/>
                  <a:gdLst>
                    <a:gd name="connsiteX0" fmla="*/ 92174 w 216936"/>
                    <a:gd name="connsiteY0" fmla="*/ 58197 h 482912"/>
                    <a:gd name="connsiteX1" fmla="*/ 189032 w 216936"/>
                    <a:gd name="connsiteY1" fmla="*/ 891 h 482912"/>
                    <a:gd name="connsiteX2" fmla="*/ 164042 w 216936"/>
                    <a:gd name="connsiteY2" fmla="*/ 329981 h 482912"/>
                    <a:gd name="connsiteX3" fmla="*/ 8845 w 216936"/>
                    <a:gd name="connsiteY3" fmla="*/ 437266 h 482912"/>
                    <a:gd name="connsiteX4" fmla="*/ 92174 w 216936"/>
                    <a:gd name="connsiteY4" fmla="*/ 58197 h 482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936" h="482912">
                      <a:moveTo>
                        <a:pt x="92174" y="58197"/>
                      </a:moveTo>
                      <a:cubicBezTo>
                        <a:pt x="92174" y="58197"/>
                        <a:pt x="133792" y="-8410"/>
                        <a:pt x="189032" y="891"/>
                      </a:cubicBezTo>
                      <a:cubicBezTo>
                        <a:pt x="244178" y="10285"/>
                        <a:pt x="207821" y="199773"/>
                        <a:pt x="164042" y="329981"/>
                      </a:cubicBezTo>
                      <a:cubicBezTo>
                        <a:pt x="120264" y="460189"/>
                        <a:pt x="51590" y="537224"/>
                        <a:pt x="8845" y="437266"/>
                      </a:cubicBezTo>
                      <a:cubicBezTo>
                        <a:pt x="-33900" y="337308"/>
                        <a:pt x="92174" y="58197"/>
                        <a:pt x="92174" y="58197"/>
                      </a:cubicBezTo>
                      <a:close/>
                    </a:path>
                  </a:pathLst>
                </a:custGeom>
                <a:noFill/>
                <a:ln w="9389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4" name="Forme libre : forme 1183">
                  <a:extLst>
                    <a:ext uri="{FF2B5EF4-FFF2-40B4-BE49-F238E27FC236}">
                      <a16:creationId xmlns:a16="http://schemas.microsoft.com/office/drawing/2014/main" id="{B91A5D8D-A0A5-4393-B1E9-5B1752FB30E1}"/>
                    </a:ext>
                  </a:extLst>
                </p:cNvPr>
                <p:cNvSpPr/>
                <p:nvPr/>
              </p:nvSpPr>
              <p:spPr>
                <a:xfrm>
                  <a:off x="4250822" y="1369461"/>
                  <a:ext cx="99576" cy="113557"/>
                </a:xfrm>
                <a:custGeom>
                  <a:avLst/>
                  <a:gdLst>
                    <a:gd name="connsiteX0" fmla="*/ 0 w 99576"/>
                    <a:gd name="connsiteY0" fmla="*/ 97962 h 113557"/>
                    <a:gd name="connsiteX1" fmla="*/ 85772 w 99576"/>
                    <a:gd name="connsiteY1" fmla="*/ 71 h 113557"/>
                    <a:gd name="connsiteX2" fmla="*/ 79478 w 99576"/>
                    <a:gd name="connsiteY2" fmla="*/ 113557 h 113557"/>
                    <a:gd name="connsiteX3" fmla="*/ 81545 w 99576"/>
                    <a:gd name="connsiteY3" fmla="*/ 13600 h 113557"/>
                    <a:gd name="connsiteX4" fmla="*/ 66983 w 99576"/>
                    <a:gd name="connsiteY4" fmla="*/ 34455 h 113557"/>
                    <a:gd name="connsiteX5" fmla="*/ 66983 w 99576"/>
                    <a:gd name="connsiteY5" fmla="*/ 96929 h 113557"/>
                    <a:gd name="connsiteX6" fmla="*/ 57588 w 99576"/>
                    <a:gd name="connsiteY6" fmla="*/ 30322 h 113557"/>
                    <a:gd name="connsiteX7" fmla="*/ 0 w 99576"/>
                    <a:gd name="connsiteY7" fmla="*/ 97962 h 113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9576" h="113557">
                      <a:moveTo>
                        <a:pt x="0" y="97962"/>
                      </a:moveTo>
                      <a:cubicBezTo>
                        <a:pt x="4509" y="95895"/>
                        <a:pt x="51388" y="-3029"/>
                        <a:pt x="85772" y="71"/>
                      </a:cubicBezTo>
                      <a:cubicBezTo>
                        <a:pt x="120156" y="3172"/>
                        <a:pt x="79478" y="113557"/>
                        <a:pt x="79478" y="113557"/>
                      </a:cubicBezTo>
                      <a:cubicBezTo>
                        <a:pt x="79478" y="113557"/>
                        <a:pt x="100991" y="16700"/>
                        <a:pt x="81545" y="13600"/>
                      </a:cubicBezTo>
                      <a:cubicBezTo>
                        <a:pt x="62098" y="10499"/>
                        <a:pt x="66983" y="34455"/>
                        <a:pt x="66983" y="34455"/>
                      </a:cubicBezTo>
                      <a:cubicBezTo>
                        <a:pt x="66983" y="34455"/>
                        <a:pt x="69050" y="87534"/>
                        <a:pt x="66983" y="96929"/>
                      </a:cubicBezTo>
                      <a:cubicBezTo>
                        <a:pt x="66983" y="96929"/>
                        <a:pt x="62849" y="31355"/>
                        <a:pt x="57588" y="30322"/>
                      </a:cubicBezTo>
                      <a:cubicBezTo>
                        <a:pt x="52421" y="29288"/>
                        <a:pt x="0" y="97962"/>
                        <a:pt x="0" y="97962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5" name="Forme libre : forme 1184">
                  <a:extLst>
                    <a:ext uri="{FF2B5EF4-FFF2-40B4-BE49-F238E27FC236}">
                      <a16:creationId xmlns:a16="http://schemas.microsoft.com/office/drawing/2014/main" id="{66B1D8E2-542C-40B5-85E1-C1D970FB4F70}"/>
                    </a:ext>
                  </a:extLst>
                </p:cNvPr>
                <p:cNvSpPr/>
                <p:nvPr/>
              </p:nvSpPr>
              <p:spPr>
                <a:xfrm>
                  <a:off x="2698283" y="539620"/>
                  <a:ext cx="1787307" cy="2474235"/>
                </a:xfrm>
                <a:custGeom>
                  <a:avLst/>
                  <a:gdLst>
                    <a:gd name="connsiteX0" fmla="*/ 1786932 w 1787307"/>
                    <a:gd name="connsiteY0" fmla="*/ 2474235 h 2474234"/>
                    <a:gd name="connsiteX1" fmla="*/ 1787308 w 1787307"/>
                    <a:gd name="connsiteY1" fmla="*/ 2197191 h 2474234"/>
                    <a:gd name="connsiteX2" fmla="*/ 1342101 w 1787307"/>
                    <a:gd name="connsiteY2" fmla="*/ 2000375 h 2474234"/>
                    <a:gd name="connsiteX3" fmla="*/ 1285828 w 1787307"/>
                    <a:gd name="connsiteY3" fmla="*/ 1675513 h 2474234"/>
                    <a:gd name="connsiteX4" fmla="*/ 1452957 w 1787307"/>
                    <a:gd name="connsiteY4" fmla="*/ 1212081 h 2474234"/>
                    <a:gd name="connsiteX5" fmla="*/ 1509230 w 1787307"/>
                    <a:gd name="connsiteY5" fmla="*/ 805956 h 2474234"/>
                    <a:gd name="connsiteX6" fmla="*/ 1465451 w 1787307"/>
                    <a:gd name="connsiteY6" fmla="*/ 397764 h 2474234"/>
                    <a:gd name="connsiteX7" fmla="*/ 903095 w 1787307"/>
                    <a:gd name="connsiteY7" fmla="*/ 0 h 2474234"/>
                    <a:gd name="connsiteX8" fmla="*/ 884212 w 1787307"/>
                    <a:gd name="connsiteY8" fmla="*/ 0 h 2474234"/>
                    <a:gd name="connsiteX9" fmla="*/ 321856 w 1787307"/>
                    <a:gd name="connsiteY9" fmla="*/ 397764 h 2474234"/>
                    <a:gd name="connsiteX10" fmla="*/ 278078 w 1787307"/>
                    <a:gd name="connsiteY10" fmla="*/ 805956 h 2474234"/>
                    <a:gd name="connsiteX11" fmla="*/ 334351 w 1787307"/>
                    <a:gd name="connsiteY11" fmla="*/ 1212081 h 2474234"/>
                    <a:gd name="connsiteX12" fmla="*/ 501479 w 1787307"/>
                    <a:gd name="connsiteY12" fmla="*/ 1675513 h 2474234"/>
                    <a:gd name="connsiteX13" fmla="*/ 445206 w 1787307"/>
                    <a:gd name="connsiteY13" fmla="*/ 2000375 h 2474234"/>
                    <a:gd name="connsiteX14" fmla="*/ 0 w 1787307"/>
                    <a:gd name="connsiteY14" fmla="*/ 2197191 h 2474234"/>
                    <a:gd name="connsiteX15" fmla="*/ 376 w 1787307"/>
                    <a:gd name="connsiteY15" fmla="*/ 2474235 h 2474234"/>
                    <a:gd name="connsiteX16" fmla="*/ 1786932 w 1787307"/>
                    <a:gd name="connsiteY16" fmla="*/ 2474235 h 247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787307" h="2474234">
                      <a:moveTo>
                        <a:pt x="1786932" y="2474235"/>
                      </a:moveTo>
                      <a:lnTo>
                        <a:pt x="1787308" y="2197191"/>
                      </a:lnTo>
                      <a:cubicBezTo>
                        <a:pt x="1787308" y="2197191"/>
                        <a:pt x="1426464" y="2059749"/>
                        <a:pt x="1342101" y="2000375"/>
                      </a:cubicBezTo>
                      <a:cubicBezTo>
                        <a:pt x="1257738" y="1941002"/>
                        <a:pt x="1285828" y="1675513"/>
                        <a:pt x="1285828" y="1675513"/>
                      </a:cubicBezTo>
                      <a:cubicBezTo>
                        <a:pt x="1460754" y="1439616"/>
                        <a:pt x="1425900" y="1299544"/>
                        <a:pt x="1452957" y="1212081"/>
                      </a:cubicBezTo>
                      <a:cubicBezTo>
                        <a:pt x="1480013" y="1124618"/>
                        <a:pt x="1509230" y="805956"/>
                        <a:pt x="1509230" y="805956"/>
                      </a:cubicBezTo>
                      <a:cubicBezTo>
                        <a:pt x="1509230" y="805956"/>
                        <a:pt x="1536286" y="639297"/>
                        <a:pt x="1465451" y="397764"/>
                      </a:cubicBezTo>
                      <a:cubicBezTo>
                        <a:pt x="1394617" y="156231"/>
                        <a:pt x="1184273" y="20762"/>
                        <a:pt x="903095" y="0"/>
                      </a:cubicBezTo>
                      <a:lnTo>
                        <a:pt x="884212" y="0"/>
                      </a:lnTo>
                      <a:cubicBezTo>
                        <a:pt x="603034" y="20856"/>
                        <a:pt x="392691" y="156231"/>
                        <a:pt x="321856" y="397764"/>
                      </a:cubicBezTo>
                      <a:cubicBezTo>
                        <a:pt x="251022" y="639297"/>
                        <a:pt x="278078" y="805956"/>
                        <a:pt x="278078" y="805956"/>
                      </a:cubicBezTo>
                      <a:cubicBezTo>
                        <a:pt x="278078" y="805956"/>
                        <a:pt x="307201" y="1124618"/>
                        <a:pt x="334351" y="1212081"/>
                      </a:cubicBezTo>
                      <a:cubicBezTo>
                        <a:pt x="361407" y="1299544"/>
                        <a:pt x="326553" y="1439616"/>
                        <a:pt x="501479" y="1675513"/>
                      </a:cubicBezTo>
                      <a:cubicBezTo>
                        <a:pt x="501479" y="1675513"/>
                        <a:pt x="529569" y="1941096"/>
                        <a:pt x="445206" y="2000375"/>
                      </a:cubicBezTo>
                      <a:cubicBezTo>
                        <a:pt x="360843" y="2059749"/>
                        <a:pt x="0" y="2197191"/>
                        <a:pt x="0" y="2197191"/>
                      </a:cubicBezTo>
                      <a:lnTo>
                        <a:pt x="376" y="2474235"/>
                      </a:lnTo>
                      <a:lnTo>
                        <a:pt x="1786932" y="2474235"/>
                      </a:lnTo>
                      <a:close/>
                    </a:path>
                  </a:pathLst>
                </a:custGeom>
                <a:solidFill>
                  <a:srgbClr val="F9BEAA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1186" name="Forme libre : forme 1185">
                  <a:extLst>
                    <a:ext uri="{FF2B5EF4-FFF2-40B4-BE49-F238E27FC236}">
                      <a16:creationId xmlns:a16="http://schemas.microsoft.com/office/drawing/2014/main" id="{D15DEBFE-2C60-432F-9192-480032818756}"/>
                    </a:ext>
                  </a:extLst>
                </p:cNvPr>
                <p:cNvSpPr/>
                <p:nvPr/>
              </p:nvSpPr>
              <p:spPr>
                <a:xfrm>
                  <a:off x="3167675" y="1464699"/>
                  <a:ext cx="260647" cy="24065"/>
                </a:xfrm>
                <a:custGeom>
                  <a:avLst/>
                  <a:gdLst>
                    <a:gd name="connsiteX0" fmla="*/ 259905 w 260647"/>
                    <a:gd name="connsiteY0" fmla="*/ 18413 h 24065"/>
                    <a:gd name="connsiteX1" fmla="*/ 191701 w 260647"/>
                    <a:gd name="connsiteY1" fmla="*/ 15125 h 24065"/>
                    <a:gd name="connsiteX2" fmla="*/ 1368 w 260647"/>
                    <a:gd name="connsiteY2" fmla="*/ 0 h 24065"/>
                    <a:gd name="connsiteX3" fmla="*/ 18466 w 260647"/>
                    <a:gd name="connsiteY3" fmla="*/ 14655 h 24065"/>
                    <a:gd name="connsiteX4" fmla="*/ 191701 w 260647"/>
                    <a:gd name="connsiteY4" fmla="*/ 22641 h 24065"/>
                    <a:gd name="connsiteX5" fmla="*/ 259905 w 260647"/>
                    <a:gd name="connsiteY5" fmla="*/ 18413 h 24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0647" h="24065">
                      <a:moveTo>
                        <a:pt x="259905" y="18413"/>
                      </a:moveTo>
                      <a:cubicBezTo>
                        <a:pt x="267796" y="11931"/>
                        <a:pt x="210584" y="12025"/>
                        <a:pt x="191701" y="15125"/>
                      </a:cubicBezTo>
                      <a:cubicBezTo>
                        <a:pt x="172724" y="18131"/>
                        <a:pt x="41576" y="19635"/>
                        <a:pt x="1368" y="0"/>
                      </a:cubicBezTo>
                      <a:cubicBezTo>
                        <a:pt x="1368" y="0"/>
                        <a:pt x="-7181" y="5449"/>
                        <a:pt x="18466" y="14655"/>
                      </a:cubicBezTo>
                      <a:cubicBezTo>
                        <a:pt x="44113" y="23862"/>
                        <a:pt x="178549" y="25835"/>
                        <a:pt x="191701" y="22641"/>
                      </a:cubicBezTo>
                      <a:cubicBezTo>
                        <a:pt x="204853" y="19353"/>
                        <a:pt x="246565" y="29405"/>
                        <a:pt x="259905" y="18413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1187" name="Graphique 1174">
                  <a:extLst>
                    <a:ext uri="{FF2B5EF4-FFF2-40B4-BE49-F238E27FC236}">
                      <a16:creationId xmlns:a16="http://schemas.microsoft.com/office/drawing/2014/main" id="{64B2F26F-A347-4CB2-BB60-BBBC995AF829}"/>
                    </a:ext>
                  </a:extLst>
                </p:cNvPr>
                <p:cNvGrpSpPr/>
                <p:nvPr/>
              </p:nvGrpSpPr>
              <p:grpSpPr>
                <a:xfrm>
                  <a:off x="3135786" y="1466672"/>
                  <a:ext cx="248866" cy="68392"/>
                  <a:chOff x="3135786" y="1466672"/>
                  <a:chExt cx="248866" cy="68392"/>
                </a:xfrm>
                <a:solidFill>
                  <a:srgbClr val="333333"/>
                </a:solidFill>
              </p:grpSpPr>
              <p:sp>
                <p:nvSpPr>
                  <p:cNvPr id="1188" name="Forme libre : forme 1187">
                    <a:extLst>
                      <a:ext uri="{FF2B5EF4-FFF2-40B4-BE49-F238E27FC236}">
                        <a16:creationId xmlns:a16="http://schemas.microsoft.com/office/drawing/2014/main" id="{15F788A5-A9BC-476D-A140-3A33D438138F}"/>
                      </a:ext>
                    </a:extLst>
                  </p:cNvPr>
                  <p:cNvSpPr/>
                  <p:nvPr/>
                </p:nvSpPr>
                <p:spPr>
                  <a:xfrm>
                    <a:off x="3135786" y="1466672"/>
                    <a:ext cx="41147" cy="13953"/>
                  </a:xfrm>
                  <a:custGeom>
                    <a:avLst/>
                    <a:gdLst>
                      <a:gd name="connsiteX0" fmla="*/ 41148 w 41147"/>
                      <a:gd name="connsiteY0" fmla="*/ 4134 h 13953"/>
                      <a:gd name="connsiteX1" fmla="*/ 20856 w 41147"/>
                      <a:gd name="connsiteY1" fmla="*/ 13340 h 13953"/>
                      <a:gd name="connsiteX2" fmla="*/ 10146 w 41147"/>
                      <a:gd name="connsiteY2" fmla="*/ 13904 h 13953"/>
                      <a:gd name="connsiteX3" fmla="*/ 0 w 41147"/>
                      <a:gd name="connsiteY3" fmla="*/ 11180 h 13953"/>
                      <a:gd name="connsiteX4" fmla="*/ 10146 w 41147"/>
                      <a:gd name="connsiteY4" fmla="*/ 12213 h 13953"/>
                      <a:gd name="connsiteX5" fmla="*/ 20198 w 41147"/>
                      <a:gd name="connsiteY5" fmla="*/ 10146 h 13953"/>
                      <a:gd name="connsiteX6" fmla="*/ 36075 w 41147"/>
                      <a:gd name="connsiteY6" fmla="*/ 0 h 13953"/>
                      <a:gd name="connsiteX7" fmla="*/ 41148 w 41147"/>
                      <a:gd name="connsiteY7" fmla="*/ 4134 h 13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1147" h="13953">
                        <a:moveTo>
                          <a:pt x="41148" y="4134"/>
                        </a:moveTo>
                        <a:cubicBezTo>
                          <a:pt x="35511" y="10146"/>
                          <a:pt x="27902" y="12495"/>
                          <a:pt x="20856" y="13340"/>
                        </a:cubicBezTo>
                        <a:cubicBezTo>
                          <a:pt x="17286" y="13716"/>
                          <a:pt x="13810" y="14092"/>
                          <a:pt x="10146" y="13904"/>
                        </a:cubicBezTo>
                        <a:cubicBezTo>
                          <a:pt x="6482" y="14186"/>
                          <a:pt x="3100" y="12683"/>
                          <a:pt x="0" y="11180"/>
                        </a:cubicBezTo>
                        <a:cubicBezTo>
                          <a:pt x="3382" y="12213"/>
                          <a:pt x="6764" y="13058"/>
                          <a:pt x="10146" y="12213"/>
                        </a:cubicBezTo>
                        <a:cubicBezTo>
                          <a:pt x="13434" y="11931"/>
                          <a:pt x="16910" y="10992"/>
                          <a:pt x="20198" y="10146"/>
                        </a:cubicBezTo>
                        <a:cubicBezTo>
                          <a:pt x="26680" y="8361"/>
                          <a:pt x="32787" y="4979"/>
                          <a:pt x="36075" y="0"/>
                        </a:cubicBezTo>
                        <a:lnTo>
                          <a:pt x="41148" y="413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189" name="Forme libre : forme 1188">
                    <a:extLst>
                      <a:ext uri="{FF2B5EF4-FFF2-40B4-BE49-F238E27FC236}">
                        <a16:creationId xmlns:a16="http://schemas.microsoft.com/office/drawing/2014/main" id="{6548A8A4-1A03-403B-B858-3D6283729100}"/>
                      </a:ext>
                    </a:extLst>
                  </p:cNvPr>
                  <p:cNvSpPr/>
                  <p:nvPr/>
                </p:nvSpPr>
                <p:spPr>
                  <a:xfrm>
                    <a:off x="3371401" y="1481234"/>
                    <a:ext cx="13252" cy="29874"/>
                  </a:xfrm>
                  <a:custGeom>
                    <a:avLst/>
                    <a:gdLst>
                      <a:gd name="connsiteX0" fmla="*/ 5261 w 13252"/>
                      <a:gd name="connsiteY0" fmla="*/ 0 h 29874"/>
                      <a:gd name="connsiteX1" fmla="*/ 11461 w 13252"/>
                      <a:gd name="connsiteY1" fmla="*/ 15031 h 29874"/>
                      <a:gd name="connsiteX2" fmla="*/ 13246 w 13252"/>
                      <a:gd name="connsiteY2" fmla="*/ 23017 h 29874"/>
                      <a:gd name="connsiteX3" fmla="*/ 9395 w 13252"/>
                      <a:gd name="connsiteY3" fmla="*/ 29875 h 29874"/>
                      <a:gd name="connsiteX4" fmla="*/ 11461 w 13252"/>
                      <a:gd name="connsiteY4" fmla="*/ 23111 h 29874"/>
                      <a:gd name="connsiteX5" fmla="*/ 8267 w 13252"/>
                      <a:gd name="connsiteY5" fmla="*/ 16440 h 29874"/>
                      <a:gd name="connsiteX6" fmla="*/ 0 w 13252"/>
                      <a:gd name="connsiteY6" fmla="*/ 3946 h 29874"/>
                      <a:gd name="connsiteX7" fmla="*/ 5261 w 13252"/>
                      <a:gd name="connsiteY7" fmla="*/ 0 h 29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252" h="29874">
                        <a:moveTo>
                          <a:pt x="5261" y="0"/>
                        </a:moveTo>
                        <a:cubicBezTo>
                          <a:pt x="8455" y="5167"/>
                          <a:pt x="9676" y="10146"/>
                          <a:pt x="11461" y="15031"/>
                        </a:cubicBezTo>
                        <a:cubicBezTo>
                          <a:pt x="12307" y="17380"/>
                          <a:pt x="13340" y="20198"/>
                          <a:pt x="13246" y="23017"/>
                        </a:cubicBezTo>
                        <a:cubicBezTo>
                          <a:pt x="13246" y="25835"/>
                          <a:pt x="11837" y="28747"/>
                          <a:pt x="9395" y="29875"/>
                        </a:cubicBezTo>
                        <a:cubicBezTo>
                          <a:pt x="11461" y="28184"/>
                          <a:pt x="11931" y="25459"/>
                          <a:pt x="11461" y="23111"/>
                        </a:cubicBezTo>
                        <a:cubicBezTo>
                          <a:pt x="10992" y="20762"/>
                          <a:pt x="9676" y="18695"/>
                          <a:pt x="8267" y="16440"/>
                        </a:cubicBezTo>
                        <a:cubicBezTo>
                          <a:pt x="5543" y="11931"/>
                          <a:pt x="3100" y="7140"/>
                          <a:pt x="0" y="3946"/>
                        </a:cubicBezTo>
                        <a:lnTo>
                          <a:pt x="5261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190" name="Forme libre : forme 1189">
                    <a:extLst>
                      <a:ext uri="{FF2B5EF4-FFF2-40B4-BE49-F238E27FC236}">
                        <a16:creationId xmlns:a16="http://schemas.microsoft.com/office/drawing/2014/main" id="{DB254A1A-1A27-4129-BCA5-5B84EA6B98C9}"/>
                      </a:ext>
                    </a:extLst>
                  </p:cNvPr>
                  <p:cNvSpPr/>
                  <p:nvPr/>
                </p:nvSpPr>
                <p:spPr>
                  <a:xfrm>
                    <a:off x="3353927" y="1484334"/>
                    <a:ext cx="10654" cy="25741"/>
                  </a:xfrm>
                  <a:custGeom>
                    <a:avLst/>
                    <a:gdLst>
                      <a:gd name="connsiteX0" fmla="*/ 6200 w 10654"/>
                      <a:gd name="connsiteY0" fmla="*/ 0 h 25741"/>
                      <a:gd name="connsiteX1" fmla="*/ 10616 w 10654"/>
                      <a:gd name="connsiteY1" fmla="*/ 13246 h 25741"/>
                      <a:gd name="connsiteX2" fmla="*/ 7892 w 10654"/>
                      <a:gd name="connsiteY2" fmla="*/ 20574 h 25741"/>
                      <a:gd name="connsiteX3" fmla="*/ 3100 w 10654"/>
                      <a:gd name="connsiteY3" fmla="*/ 25741 h 25741"/>
                      <a:gd name="connsiteX4" fmla="*/ 6576 w 10654"/>
                      <a:gd name="connsiteY4" fmla="*/ 19635 h 25741"/>
                      <a:gd name="connsiteX5" fmla="*/ 7422 w 10654"/>
                      <a:gd name="connsiteY5" fmla="*/ 13810 h 25741"/>
                      <a:gd name="connsiteX6" fmla="*/ 0 w 10654"/>
                      <a:gd name="connsiteY6" fmla="*/ 1785 h 25741"/>
                      <a:gd name="connsiteX7" fmla="*/ 6200 w 10654"/>
                      <a:gd name="connsiteY7" fmla="*/ 0 h 25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654" h="25741">
                        <a:moveTo>
                          <a:pt x="6200" y="0"/>
                        </a:moveTo>
                        <a:cubicBezTo>
                          <a:pt x="6388" y="3382"/>
                          <a:pt x="10146" y="7704"/>
                          <a:pt x="10616" y="13246"/>
                        </a:cubicBezTo>
                        <a:cubicBezTo>
                          <a:pt x="10898" y="16065"/>
                          <a:pt x="9582" y="18883"/>
                          <a:pt x="7892" y="20574"/>
                        </a:cubicBezTo>
                        <a:cubicBezTo>
                          <a:pt x="6200" y="22359"/>
                          <a:pt x="4415" y="23768"/>
                          <a:pt x="3100" y="25741"/>
                        </a:cubicBezTo>
                        <a:cubicBezTo>
                          <a:pt x="3946" y="23486"/>
                          <a:pt x="5449" y="21607"/>
                          <a:pt x="6576" y="19635"/>
                        </a:cubicBezTo>
                        <a:cubicBezTo>
                          <a:pt x="7704" y="17662"/>
                          <a:pt x="8079" y="15689"/>
                          <a:pt x="7422" y="13810"/>
                        </a:cubicBezTo>
                        <a:cubicBezTo>
                          <a:pt x="6294" y="9864"/>
                          <a:pt x="2349" y="7422"/>
                          <a:pt x="0" y="1785"/>
                        </a:cubicBezTo>
                        <a:lnTo>
                          <a:pt x="620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191" name="Forme libre : forme 1190">
                    <a:extLst>
                      <a:ext uri="{FF2B5EF4-FFF2-40B4-BE49-F238E27FC236}">
                        <a16:creationId xmlns:a16="http://schemas.microsoft.com/office/drawing/2014/main" id="{95B20FC4-8C6E-4D66-9E83-F3F734675D20}"/>
                      </a:ext>
                    </a:extLst>
                  </p:cNvPr>
                  <p:cNvSpPr/>
                  <p:nvPr/>
                </p:nvSpPr>
                <p:spPr>
                  <a:xfrm>
                    <a:off x="3146869" y="1473718"/>
                    <a:ext cx="36641" cy="22627"/>
                  </a:xfrm>
                  <a:custGeom>
                    <a:avLst/>
                    <a:gdLst>
                      <a:gd name="connsiteX0" fmla="*/ 36641 w 36641"/>
                      <a:gd name="connsiteY0" fmla="*/ 0 h 22627"/>
                      <a:gd name="connsiteX1" fmla="*/ 31380 w 36641"/>
                      <a:gd name="connsiteY1" fmla="*/ 12119 h 22627"/>
                      <a:gd name="connsiteX2" fmla="*/ 20858 w 36641"/>
                      <a:gd name="connsiteY2" fmla="*/ 17944 h 22627"/>
                      <a:gd name="connsiteX3" fmla="*/ 10055 w 36641"/>
                      <a:gd name="connsiteY3" fmla="*/ 21514 h 22627"/>
                      <a:gd name="connsiteX4" fmla="*/ 4418 w 36641"/>
                      <a:gd name="connsiteY4" fmla="*/ 22547 h 22627"/>
                      <a:gd name="connsiteX5" fmla="*/ 2 w 36641"/>
                      <a:gd name="connsiteY5" fmla="*/ 19822 h 22627"/>
                      <a:gd name="connsiteX6" fmla="*/ 4324 w 36641"/>
                      <a:gd name="connsiteY6" fmla="*/ 21701 h 22627"/>
                      <a:gd name="connsiteX7" fmla="*/ 9585 w 36641"/>
                      <a:gd name="connsiteY7" fmla="*/ 19822 h 22627"/>
                      <a:gd name="connsiteX8" fmla="*/ 19449 w 36641"/>
                      <a:gd name="connsiteY8" fmla="*/ 14843 h 22627"/>
                      <a:gd name="connsiteX9" fmla="*/ 27716 w 36641"/>
                      <a:gd name="connsiteY9" fmla="*/ 8549 h 22627"/>
                      <a:gd name="connsiteX10" fmla="*/ 30065 w 36641"/>
                      <a:gd name="connsiteY10" fmla="*/ 0 h 22627"/>
                      <a:gd name="connsiteX11" fmla="*/ 36641 w 36641"/>
                      <a:gd name="connsiteY11" fmla="*/ 0 h 22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6641" h="22627">
                        <a:moveTo>
                          <a:pt x="36641" y="0"/>
                        </a:moveTo>
                        <a:cubicBezTo>
                          <a:pt x="36171" y="4885"/>
                          <a:pt x="34668" y="8455"/>
                          <a:pt x="31380" y="12119"/>
                        </a:cubicBezTo>
                        <a:cubicBezTo>
                          <a:pt x="28092" y="15125"/>
                          <a:pt x="24428" y="16534"/>
                          <a:pt x="20858" y="17944"/>
                        </a:cubicBezTo>
                        <a:cubicBezTo>
                          <a:pt x="17288" y="19353"/>
                          <a:pt x="13718" y="20574"/>
                          <a:pt x="10055" y="21514"/>
                        </a:cubicBezTo>
                        <a:cubicBezTo>
                          <a:pt x="8176" y="21983"/>
                          <a:pt x="6391" y="22359"/>
                          <a:pt x="4418" y="22547"/>
                        </a:cubicBezTo>
                        <a:cubicBezTo>
                          <a:pt x="2633" y="22923"/>
                          <a:pt x="-92" y="21983"/>
                          <a:pt x="2" y="19822"/>
                        </a:cubicBezTo>
                        <a:cubicBezTo>
                          <a:pt x="378" y="21889"/>
                          <a:pt x="2727" y="22265"/>
                          <a:pt x="4324" y="21701"/>
                        </a:cubicBezTo>
                        <a:cubicBezTo>
                          <a:pt x="6109" y="21232"/>
                          <a:pt x="7800" y="20574"/>
                          <a:pt x="9585" y="19822"/>
                        </a:cubicBezTo>
                        <a:cubicBezTo>
                          <a:pt x="12967" y="18413"/>
                          <a:pt x="16255" y="16722"/>
                          <a:pt x="19449" y="14843"/>
                        </a:cubicBezTo>
                        <a:cubicBezTo>
                          <a:pt x="22643" y="12964"/>
                          <a:pt x="25743" y="10992"/>
                          <a:pt x="27716" y="8549"/>
                        </a:cubicBezTo>
                        <a:cubicBezTo>
                          <a:pt x="29313" y="6482"/>
                          <a:pt x="30347" y="2630"/>
                          <a:pt x="30065" y="0"/>
                        </a:cubicBezTo>
                        <a:lnTo>
                          <a:pt x="36641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192" name="Forme libre : forme 1191">
                    <a:extLst>
                      <a:ext uri="{FF2B5EF4-FFF2-40B4-BE49-F238E27FC236}">
                        <a16:creationId xmlns:a16="http://schemas.microsoft.com/office/drawing/2014/main" id="{D6DC281B-2512-4CAD-963D-FAE449D064EA}"/>
                      </a:ext>
                    </a:extLst>
                  </p:cNvPr>
                  <p:cNvSpPr/>
                  <p:nvPr/>
                </p:nvSpPr>
                <p:spPr>
                  <a:xfrm>
                    <a:off x="3267779" y="1483230"/>
                    <a:ext cx="28418" cy="51834"/>
                  </a:xfrm>
                  <a:custGeom>
                    <a:avLst/>
                    <a:gdLst>
                      <a:gd name="connsiteX0" fmla="*/ 22171 w 28418"/>
                      <a:gd name="connsiteY0" fmla="*/ 2325 h 51834"/>
                      <a:gd name="connsiteX1" fmla="*/ 22171 w 28418"/>
                      <a:gd name="connsiteY1" fmla="*/ 5237 h 51834"/>
                      <a:gd name="connsiteX2" fmla="*/ 23486 w 28418"/>
                      <a:gd name="connsiteY2" fmla="*/ 6459 h 51834"/>
                      <a:gd name="connsiteX3" fmla="*/ 26211 w 28418"/>
                      <a:gd name="connsiteY3" fmla="*/ 6177 h 51834"/>
                      <a:gd name="connsiteX4" fmla="*/ 27338 w 28418"/>
                      <a:gd name="connsiteY4" fmla="*/ 4016 h 51834"/>
                      <a:gd name="connsiteX5" fmla="*/ 27526 w 28418"/>
                      <a:gd name="connsiteY5" fmla="*/ 5801 h 51834"/>
                      <a:gd name="connsiteX6" fmla="*/ 27714 w 28418"/>
                      <a:gd name="connsiteY6" fmla="*/ 9747 h 51834"/>
                      <a:gd name="connsiteX7" fmla="*/ 27338 w 28418"/>
                      <a:gd name="connsiteY7" fmla="*/ 17638 h 51834"/>
                      <a:gd name="connsiteX8" fmla="*/ 23017 w 28418"/>
                      <a:gd name="connsiteY8" fmla="*/ 32763 h 51834"/>
                      <a:gd name="connsiteX9" fmla="*/ 0 w 28418"/>
                      <a:gd name="connsiteY9" fmla="*/ 51834 h 51834"/>
                      <a:gd name="connsiteX10" fmla="*/ 20010 w 28418"/>
                      <a:gd name="connsiteY10" fmla="*/ 31448 h 51834"/>
                      <a:gd name="connsiteX11" fmla="*/ 22453 w 28418"/>
                      <a:gd name="connsiteY11" fmla="*/ 17262 h 51834"/>
                      <a:gd name="connsiteX12" fmla="*/ 22077 w 28418"/>
                      <a:gd name="connsiteY12" fmla="*/ 10029 h 51834"/>
                      <a:gd name="connsiteX13" fmla="*/ 21513 w 28418"/>
                      <a:gd name="connsiteY13" fmla="*/ 6459 h 51834"/>
                      <a:gd name="connsiteX14" fmla="*/ 21138 w 28418"/>
                      <a:gd name="connsiteY14" fmla="*/ 4580 h 51834"/>
                      <a:gd name="connsiteX15" fmla="*/ 22735 w 28418"/>
                      <a:gd name="connsiteY15" fmla="*/ 634 h 51834"/>
                      <a:gd name="connsiteX16" fmla="*/ 26399 w 28418"/>
                      <a:gd name="connsiteY16" fmla="*/ 352 h 51834"/>
                      <a:gd name="connsiteX17" fmla="*/ 27996 w 28418"/>
                      <a:gd name="connsiteY17" fmla="*/ 1855 h 51834"/>
                      <a:gd name="connsiteX18" fmla="*/ 27996 w 28418"/>
                      <a:gd name="connsiteY18" fmla="*/ 5237 h 51834"/>
                      <a:gd name="connsiteX19" fmla="*/ 22171 w 28418"/>
                      <a:gd name="connsiteY19" fmla="*/ 2325 h 51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8418" h="51834">
                        <a:moveTo>
                          <a:pt x="22171" y="2325"/>
                        </a:moveTo>
                        <a:cubicBezTo>
                          <a:pt x="21701" y="2983"/>
                          <a:pt x="21701" y="4486"/>
                          <a:pt x="22171" y="5237"/>
                        </a:cubicBezTo>
                        <a:cubicBezTo>
                          <a:pt x="22641" y="5989"/>
                          <a:pt x="23111" y="6271"/>
                          <a:pt x="23486" y="6459"/>
                        </a:cubicBezTo>
                        <a:cubicBezTo>
                          <a:pt x="24144" y="6741"/>
                          <a:pt x="24989" y="6928"/>
                          <a:pt x="26211" y="6177"/>
                        </a:cubicBezTo>
                        <a:cubicBezTo>
                          <a:pt x="27902" y="4674"/>
                          <a:pt x="27244" y="3922"/>
                          <a:pt x="27338" y="4016"/>
                        </a:cubicBezTo>
                        <a:lnTo>
                          <a:pt x="27526" y="5801"/>
                        </a:lnTo>
                        <a:lnTo>
                          <a:pt x="27714" y="9747"/>
                        </a:lnTo>
                        <a:cubicBezTo>
                          <a:pt x="27714" y="12377"/>
                          <a:pt x="27620" y="15008"/>
                          <a:pt x="27338" y="17638"/>
                        </a:cubicBezTo>
                        <a:cubicBezTo>
                          <a:pt x="26680" y="22899"/>
                          <a:pt x="25365" y="28066"/>
                          <a:pt x="23017" y="32763"/>
                        </a:cubicBezTo>
                        <a:cubicBezTo>
                          <a:pt x="18507" y="42158"/>
                          <a:pt x="9958" y="49767"/>
                          <a:pt x="0" y="51834"/>
                        </a:cubicBezTo>
                        <a:cubicBezTo>
                          <a:pt x="9676" y="48734"/>
                          <a:pt x="16816" y="40467"/>
                          <a:pt x="20010" y="31448"/>
                        </a:cubicBezTo>
                        <a:cubicBezTo>
                          <a:pt x="21607" y="26845"/>
                          <a:pt x="22359" y="22054"/>
                          <a:pt x="22453" y="17262"/>
                        </a:cubicBezTo>
                        <a:cubicBezTo>
                          <a:pt x="22453" y="14820"/>
                          <a:pt x="22359" y="12471"/>
                          <a:pt x="22077" y="10029"/>
                        </a:cubicBezTo>
                        <a:lnTo>
                          <a:pt x="21513" y="6459"/>
                        </a:lnTo>
                        <a:lnTo>
                          <a:pt x="21138" y="4580"/>
                        </a:lnTo>
                        <a:cubicBezTo>
                          <a:pt x="21232" y="4016"/>
                          <a:pt x="20574" y="2513"/>
                          <a:pt x="22735" y="634"/>
                        </a:cubicBezTo>
                        <a:cubicBezTo>
                          <a:pt x="24238" y="-305"/>
                          <a:pt x="25459" y="-23"/>
                          <a:pt x="26399" y="352"/>
                        </a:cubicBezTo>
                        <a:cubicBezTo>
                          <a:pt x="26868" y="634"/>
                          <a:pt x="27526" y="916"/>
                          <a:pt x="27996" y="1855"/>
                        </a:cubicBezTo>
                        <a:cubicBezTo>
                          <a:pt x="28559" y="2701"/>
                          <a:pt x="28559" y="4486"/>
                          <a:pt x="27996" y="5237"/>
                        </a:cubicBezTo>
                        <a:lnTo>
                          <a:pt x="22171" y="232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193" name="Forme libre : forme 1192">
                    <a:extLst>
                      <a:ext uri="{FF2B5EF4-FFF2-40B4-BE49-F238E27FC236}">
                        <a16:creationId xmlns:a16="http://schemas.microsoft.com/office/drawing/2014/main" id="{2FFBDC4D-F7FE-4C93-958E-A3737B4FEA2C}"/>
                      </a:ext>
                    </a:extLst>
                  </p:cNvPr>
                  <p:cNvSpPr/>
                  <p:nvPr/>
                </p:nvSpPr>
                <p:spPr>
                  <a:xfrm>
                    <a:off x="3174680" y="1481421"/>
                    <a:ext cx="44155" cy="44717"/>
                  </a:xfrm>
                  <a:custGeom>
                    <a:avLst/>
                    <a:gdLst>
                      <a:gd name="connsiteX0" fmla="*/ 44154 w 44155"/>
                      <a:gd name="connsiteY0" fmla="*/ 0 h 44717"/>
                      <a:gd name="connsiteX1" fmla="*/ 28747 w 44155"/>
                      <a:gd name="connsiteY1" fmla="*/ 29593 h 44717"/>
                      <a:gd name="connsiteX2" fmla="*/ 0 w 44155"/>
                      <a:gd name="connsiteY2" fmla="*/ 44718 h 44717"/>
                      <a:gd name="connsiteX3" fmla="*/ 26493 w 44155"/>
                      <a:gd name="connsiteY3" fmla="*/ 27150 h 44717"/>
                      <a:gd name="connsiteX4" fmla="*/ 37578 w 44155"/>
                      <a:gd name="connsiteY4" fmla="*/ 376 h 44717"/>
                      <a:gd name="connsiteX5" fmla="*/ 44154 w 44155"/>
                      <a:gd name="connsiteY5" fmla="*/ 0 h 44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4155" h="44717">
                        <a:moveTo>
                          <a:pt x="44154" y="0"/>
                        </a:moveTo>
                        <a:cubicBezTo>
                          <a:pt x="44248" y="12307"/>
                          <a:pt x="37202" y="22641"/>
                          <a:pt x="28747" y="29593"/>
                        </a:cubicBezTo>
                        <a:cubicBezTo>
                          <a:pt x="20104" y="36639"/>
                          <a:pt x="9958" y="40678"/>
                          <a:pt x="0" y="44718"/>
                        </a:cubicBezTo>
                        <a:cubicBezTo>
                          <a:pt x="9488" y="39739"/>
                          <a:pt x="19071" y="34572"/>
                          <a:pt x="26493" y="27150"/>
                        </a:cubicBezTo>
                        <a:cubicBezTo>
                          <a:pt x="33820" y="19916"/>
                          <a:pt x="38705" y="9864"/>
                          <a:pt x="37578" y="376"/>
                        </a:cubicBezTo>
                        <a:lnTo>
                          <a:pt x="44154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194" name="Forme libre : forme 1193">
                    <a:extLst>
                      <a:ext uri="{FF2B5EF4-FFF2-40B4-BE49-F238E27FC236}">
                        <a16:creationId xmlns:a16="http://schemas.microsoft.com/office/drawing/2014/main" id="{EF658A7A-137B-4DB9-A3E1-F8632703F223}"/>
                      </a:ext>
                    </a:extLst>
                  </p:cNvPr>
                  <p:cNvSpPr/>
                  <p:nvPr/>
                </p:nvSpPr>
                <p:spPr>
                  <a:xfrm>
                    <a:off x="3154105" y="1478791"/>
                    <a:ext cx="48957" cy="25640"/>
                  </a:xfrm>
                  <a:custGeom>
                    <a:avLst/>
                    <a:gdLst>
                      <a:gd name="connsiteX0" fmla="*/ 48945 w 48957"/>
                      <a:gd name="connsiteY0" fmla="*/ 0 h 25640"/>
                      <a:gd name="connsiteX1" fmla="*/ 45845 w 48957"/>
                      <a:gd name="connsiteY1" fmla="*/ 8549 h 25640"/>
                      <a:gd name="connsiteX2" fmla="*/ 40866 w 48957"/>
                      <a:gd name="connsiteY2" fmla="*/ 14374 h 25640"/>
                      <a:gd name="connsiteX3" fmla="*/ 28465 w 48957"/>
                      <a:gd name="connsiteY3" fmla="*/ 22641 h 25640"/>
                      <a:gd name="connsiteX4" fmla="*/ 0 w 48957"/>
                      <a:gd name="connsiteY4" fmla="*/ 23204 h 25640"/>
                      <a:gd name="connsiteX5" fmla="*/ 26962 w 48957"/>
                      <a:gd name="connsiteY5" fmla="*/ 19635 h 25640"/>
                      <a:gd name="connsiteX6" fmla="*/ 37202 w 48957"/>
                      <a:gd name="connsiteY6" fmla="*/ 10992 h 25640"/>
                      <a:gd name="connsiteX7" fmla="*/ 40866 w 48957"/>
                      <a:gd name="connsiteY7" fmla="*/ 5543 h 25640"/>
                      <a:gd name="connsiteX8" fmla="*/ 42369 w 48957"/>
                      <a:gd name="connsiteY8" fmla="*/ 845 h 25640"/>
                      <a:gd name="connsiteX9" fmla="*/ 48945 w 48957"/>
                      <a:gd name="connsiteY9" fmla="*/ 0 h 25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8957" h="25640">
                        <a:moveTo>
                          <a:pt x="48945" y="0"/>
                        </a:moveTo>
                        <a:cubicBezTo>
                          <a:pt x="49133" y="4134"/>
                          <a:pt x="47067" y="6482"/>
                          <a:pt x="45845" y="8549"/>
                        </a:cubicBezTo>
                        <a:cubicBezTo>
                          <a:pt x="44342" y="10616"/>
                          <a:pt x="42745" y="12589"/>
                          <a:pt x="40866" y="14374"/>
                        </a:cubicBezTo>
                        <a:cubicBezTo>
                          <a:pt x="37202" y="17944"/>
                          <a:pt x="32975" y="20762"/>
                          <a:pt x="28465" y="22641"/>
                        </a:cubicBezTo>
                        <a:cubicBezTo>
                          <a:pt x="19259" y="26492"/>
                          <a:pt x="8925" y="26587"/>
                          <a:pt x="0" y="23204"/>
                        </a:cubicBezTo>
                        <a:cubicBezTo>
                          <a:pt x="9207" y="25459"/>
                          <a:pt x="19071" y="24144"/>
                          <a:pt x="26962" y="19635"/>
                        </a:cubicBezTo>
                        <a:cubicBezTo>
                          <a:pt x="30908" y="17380"/>
                          <a:pt x="34384" y="14467"/>
                          <a:pt x="37202" y="10992"/>
                        </a:cubicBezTo>
                        <a:cubicBezTo>
                          <a:pt x="38611" y="9300"/>
                          <a:pt x="39833" y="7422"/>
                          <a:pt x="40866" y="5543"/>
                        </a:cubicBezTo>
                        <a:cubicBezTo>
                          <a:pt x="41994" y="3570"/>
                          <a:pt x="42651" y="1597"/>
                          <a:pt x="42369" y="845"/>
                        </a:cubicBezTo>
                        <a:lnTo>
                          <a:pt x="48945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195" name="Forme libre : forme 1194">
                    <a:extLst>
                      <a:ext uri="{FF2B5EF4-FFF2-40B4-BE49-F238E27FC236}">
                        <a16:creationId xmlns:a16="http://schemas.microsoft.com/office/drawing/2014/main" id="{0C316929-8231-460B-AB79-E5EDCD4658D9}"/>
                      </a:ext>
                    </a:extLst>
                  </p:cNvPr>
                  <p:cNvSpPr/>
                  <p:nvPr/>
                </p:nvSpPr>
                <p:spPr>
                  <a:xfrm>
                    <a:off x="3239314" y="1484897"/>
                    <a:ext cx="27391" cy="45187"/>
                  </a:xfrm>
                  <a:custGeom>
                    <a:avLst/>
                    <a:gdLst>
                      <a:gd name="connsiteX0" fmla="*/ 27244 w 27391"/>
                      <a:gd name="connsiteY0" fmla="*/ 0 h 45187"/>
                      <a:gd name="connsiteX1" fmla="*/ 21983 w 27391"/>
                      <a:gd name="connsiteY1" fmla="*/ 28184 h 45187"/>
                      <a:gd name="connsiteX2" fmla="*/ 0 w 27391"/>
                      <a:gd name="connsiteY2" fmla="*/ 45188 h 45187"/>
                      <a:gd name="connsiteX3" fmla="*/ 19165 w 27391"/>
                      <a:gd name="connsiteY3" fmla="*/ 26587 h 45187"/>
                      <a:gd name="connsiteX4" fmla="*/ 20762 w 27391"/>
                      <a:gd name="connsiteY4" fmla="*/ 658 h 45187"/>
                      <a:gd name="connsiteX5" fmla="*/ 27244 w 27391"/>
                      <a:gd name="connsiteY5" fmla="*/ 0 h 45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391" h="45187">
                        <a:moveTo>
                          <a:pt x="27244" y="0"/>
                        </a:moveTo>
                        <a:cubicBezTo>
                          <a:pt x="27714" y="9301"/>
                          <a:pt x="27338" y="19729"/>
                          <a:pt x="21983" y="28184"/>
                        </a:cubicBezTo>
                        <a:cubicBezTo>
                          <a:pt x="16816" y="36545"/>
                          <a:pt x="8549" y="41900"/>
                          <a:pt x="0" y="45188"/>
                        </a:cubicBezTo>
                        <a:cubicBezTo>
                          <a:pt x="8173" y="40960"/>
                          <a:pt x="15407" y="34666"/>
                          <a:pt x="19165" y="26587"/>
                        </a:cubicBezTo>
                        <a:cubicBezTo>
                          <a:pt x="22923" y="18601"/>
                          <a:pt x="22265" y="9489"/>
                          <a:pt x="20762" y="658"/>
                        </a:cubicBezTo>
                        <a:lnTo>
                          <a:pt x="27244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196" name="Forme libre : forme 1195">
                    <a:extLst>
                      <a:ext uri="{FF2B5EF4-FFF2-40B4-BE49-F238E27FC236}">
                        <a16:creationId xmlns:a16="http://schemas.microsoft.com/office/drawing/2014/main" id="{C0FEBCC8-C0F0-43E1-A912-48FD8279D8BF}"/>
                      </a:ext>
                    </a:extLst>
                  </p:cNvPr>
                  <p:cNvSpPr/>
                  <p:nvPr/>
                </p:nvSpPr>
                <p:spPr>
                  <a:xfrm>
                    <a:off x="3198823" y="1484240"/>
                    <a:ext cx="37765" cy="40490"/>
                  </a:xfrm>
                  <a:custGeom>
                    <a:avLst/>
                    <a:gdLst>
                      <a:gd name="connsiteX0" fmla="*/ 37766 w 37765"/>
                      <a:gd name="connsiteY0" fmla="*/ 282 h 40490"/>
                      <a:gd name="connsiteX1" fmla="*/ 24144 w 37765"/>
                      <a:gd name="connsiteY1" fmla="*/ 26023 h 40490"/>
                      <a:gd name="connsiteX2" fmla="*/ 0 w 37765"/>
                      <a:gd name="connsiteY2" fmla="*/ 40490 h 40490"/>
                      <a:gd name="connsiteX3" fmla="*/ 21795 w 37765"/>
                      <a:gd name="connsiteY3" fmla="*/ 23768 h 40490"/>
                      <a:gd name="connsiteX4" fmla="*/ 31190 w 37765"/>
                      <a:gd name="connsiteY4" fmla="*/ 0 h 40490"/>
                      <a:gd name="connsiteX5" fmla="*/ 37766 w 37765"/>
                      <a:gd name="connsiteY5" fmla="*/ 282 h 40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765" h="40490">
                        <a:moveTo>
                          <a:pt x="37766" y="282"/>
                        </a:moveTo>
                        <a:cubicBezTo>
                          <a:pt x="36827" y="10710"/>
                          <a:pt x="31190" y="19541"/>
                          <a:pt x="24144" y="26023"/>
                        </a:cubicBezTo>
                        <a:cubicBezTo>
                          <a:pt x="17004" y="32505"/>
                          <a:pt x="8643" y="37014"/>
                          <a:pt x="0" y="40490"/>
                        </a:cubicBezTo>
                        <a:cubicBezTo>
                          <a:pt x="8173" y="35981"/>
                          <a:pt x="15877" y="30626"/>
                          <a:pt x="21795" y="23768"/>
                        </a:cubicBezTo>
                        <a:cubicBezTo>
                          <a:pt x="27620" y="17004"/>
                          <a:pt x="31472" y="8361"/>
                          <a:pt x="31190" y="0"/>
                        </a:cubicBezTo>
                        <a:lnTo>
                          <a:pt x="37766" y="282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197" name="Forme libre : forme 1196">
                    <a:extLst>
                      <a:ext uri="{FF2B5EF4-FFF2-40B4-BE49-F238E27FC236}">
                        <a16:creationId xmlns:a16="http://schemas.microsoft.com/office/drawing/2014/main" id="{8EAC1FAF-E3FE-4639-A24F-2838CB552671}"/>
                      </a:ext>
                    </a:extLst>
                  </p:cNvPr>
                  <p:cNvSpPr/>
                  <p:nvPr/>
                </p:nvSpPr>
                <p:spPr>
                  <a:xfrm>
                    <a:off x="3165849" y="1481515"/>
                    <a:ext cx="44999" cy="21340"/>
                  </a:xfrm>
                  <a:custGeom>
                    <a:avLst/>
                    <a:gdLst>
                      <a:gd name="connsiteX0" fmla="*/ 45000 w 44999"/>
                      <a:gd name="connsiteY0" fmla="*/ 0 h 21340"/>
                      <a:gd name="connsiteX1" fmla="*/ 38799 w 44999"/>
                      <a:gd name="connsiteY1" fmla="*/ 13716 h 21340"/>
                      <a:gd name="connsiteX2" fmla="*/ 26305 w 44999"/>
                      <a:gd name="connsiteY2" fmla="*/ 20668 h 21340"/>
                      <a:gd name="connsiteX3" fmla="*/ 0 w 44999"/>
                      <a:gd name="connsiteY3" fmla="*/ 16159 h 21340"/>
                      <a:gd name="connsiteX4" fmla="*/ 25459 w 44999"/>
                      <a:gd name="connsiteY4" fmla="*/ 17474 h 21340"/>
                      <a:gd name="connsiteX5" fmla="*/ 38518 w 44999"/>
                      <a:gd name="connsiteY5" fmla="*/ 94 h 21340"/>
                      <a:gd name="connsiteX6" fmla="*/ 45000 w 44999"/>
                      <a:gd name="connsiteY6" fmla="*/ 0 h 21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999" h="21340">
                        <a:moveTo>
                          <a:pt x="45000" y="0"/>
                        </a:moveTo>
                        <a:cubicBezTo>
                          <a:pt x="44812" y="5449"/>
                          <a:pt x="42181" y="10240"/>
                          <a:pt x="38799" y="13716"/>
                        </a:cubicBezTo>
                        <a:cubicBezTo>
                          <a:pt x="35323" y="17192"/>
                          <a:pt x="30908" y="19635"/>
                          <a:pt x="26305" y="20668"/>
                        </a:cubicBezTo>
                        <a:cubicBezTo>
                          <a:pt x="17004" y="22641"/>
                          <a:pt x="7891" y="20010"/>
                          <a:pt x="0" y="16159"/>
                        </a:cubicBezTo>
                        <a:cubicBezTo>
                          <a:pt x="8267" y="18977"/>
                          <a:pt x="17474" y="20292"/>
                          <a:pt x="25459" y="17474"/>
                        </a:cubicBezTo>
                        <a:cubicBezTo>
                          <a:pt x="33163" y="14843"/>
                          <a:pt x="39269" y="7234"/>
                          <a:pt x="38518" y="94"/>
                        </a:cubicBezTo>
                        <a:lnTo>
                          <a:pt x="4500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198" name="Forme libre : forme 1197">
                    <a:extLst>
                      <a:ext uri="{FF2B5EF4-FFF2-40B4-BE49-F238E27FC236}">
                        <a16:creationId xmlns:a16="http://schemas.microsoft.com/office/drawing/2014/main" id="{5DB3EC2A-EA4B-4DF5-A3E6-956B50BFEB50}"/>
                      </a:ext>
                    </a:extLst>
                  </p:cNvPr>
                  <p:cNvSpPr/>
                  <p:nvPr/>
                </p:nvSpPr>
                <p:spPr>
                  <a:xfrm>
                    <a:off x="3296057" y="1484897"/>
                    <a:ext cx="13503" cy="44248"/>
                  </a:xfrm>
                  <a:custGeom>
                    <a:avLst/>
                    <a:gdLst>
                      <a:gd name="connsiteX0" fmla="*/ 10992 w 13503"/>
                      <a:gd name="connsiteY0" fmla="*/ 0 h 44248"/>
                      <a:gd name="connsiteX1" fmla="*/ 12401 w 13503"/>
                      <a:gd name="connsiteY1" fmla="*/ 24426 h 44248"/>
                      <a:gd name="connsiteX2" fmla="*/ 0 w 13503"/>
                      <a:gd name="connsiteY2" fmla="*/ 44248 h 44248"/>
                      <a:gd name="connsiteX3" fmla="*/ 9113 w 13503"/>
                      <a:gd name="connsiteY3" fmla="*/ 23862 h 44248"/>
                      <a:gd name="connsiteX4" fmla="*/ 5073 w 13503"/>
                      <a:gd name="connsiteY4" fmla="*/ 2818 h 44248"/>
                      <a:gd name="connsiteX5" fmla="*/ 10992 w 13503"/>
                      <a:gd name="connsiteY5" fmla="*/ 0 h 44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03" h="44248">
                        <a:moveTo>
                          <a:pt x="10992" y="0"/>
                        </a:moveTo>
                        <a:cubicBezTo>
                          <a:pt x="13998" y="8079"/>
                          <a:pt x="14092" y="16440"/>
                          <a:pt x="12401" y="24426"/>
                        </a:cubicBezTo>
                        <a:cubicBezTo>
                          <a:pt x="10522" y="32317"/>
                          <a:pt x="6012" y="39363"/>
                          <a:pt x="0" y="44248"/>
                        </a:cubicBezTo>
                        <a:cubicBezTo>
                          <a:pt x="5261" y="38518"/>
                          <a:pt x="8361" y="31190"/>
                          <a:pt x="9113" y="23862"/>
                        </a:cubicBezTo>
                        <a:cubicBezTo>
                          <a:pt x="9770" y="16534"/>
                          <a:pt x="8361" y="8831"/>
                          <a:pt x="5073" y="2818"/>
                        </a:cubicBezTo>
                        <a:lnTo>
                          <a:pt x="10992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199" name="Forme libre : forme 1198">
                    <a:extLst>
                      <a:ext uri="{FF2B5EF4-FFF2-40B4-BE49-F238E27FC236}">
                        <a16:creationId xmlns:a16="http://schemas.microsoft.com/office/drawing/2014/main" id="{412FC347-1907-4594-8C30-CAF4EA4D3233}"/>
                      </a:ext>
                    </a:extLst>
                  </p:cNvPr>
                  <p:cNvSpPr/>
                  <p:nvPr/>
                </p:nvSpPr>
                <p:spPr>
                  <a:xfrm>
                    <a:off x="3318134" y="1483112"/>
                    <a:ext cx="15017" cy="36732"/>
                  </a:xfrm>
                  <a:custGeom>
                    <a:avLst/>
                    <a:gdLst>
                      <a:gd name="connsiteX0" fmla="*/ 9207 w 15017"/>
                      <a:gd name="connsiteY0" fmla="*/ 0 h 36732"/>
                      <a:gd name="connsiteX1" fmla="*/ 12871 w 15017"/>
                      <a:gd name="connsiteY1" fmla="*/ 3288 h 36732"/>
                      <a:gd name="connsiteX2" fmla="*/ 13904 w 15017"/>
                      <a:gd name="connsiteY2" fmla="*/ 6012 h 36732"/>
                      <a:gd name="connsiteX3" fmla="*/ 14937 w 15017"/>
                      <a:gd name="connsiteY3" fmla="*/ 11461 h 36732"/>
                      <a:gd name="connsiteX4" fmla="*/ 13622 w 15017"/>
                      <a:gd name="connsiteY4" fmla="*/ 22077 h 36732"/>
                      <a:gd name="connsiteX5" fmla="*/ 0 w 15017"/>
                      <a:gd name="connsiteY5" fmla="*/ 36733 h 36732"/>
                      <a:gd name="connsiteX6" fmla="*/ 10428 w 15017"/>
                      <a:gd name="connsiteY6" fmla="*/ 21232 h 36732"/>
                      <a:gd name="connsiteX7" fmla="*/ 10052 w 15017"/>
                      <a:gd name="connsiteY7" fmla="*/ 12213 h 36732"/>
                      <a:gd name="connsiteX8" fmla="*/ 8549 w 15017"/>
                      <a:gd name="connsiteY8" fmla="*/ 8079 h 36732"/>
                      <a:gd name="connsiteX9" fmla="*/ 7704 w 15017"/>
                      <a:gd name="connsiteY9" fmla="*/ 6388 h 36732"/>
                      <a:gd name="connsiteX10" fmla="*/ 9207 w 15017"/>
                      <a:gd name="connsiteY10" fmla="*/ 0 h 36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017" h="36732">
                        <a:moveTo>
                          <a:pt x="9207" y="0"/>
                        </a:moveTo>
                        <a:cubicBezTo>
                          <a:pt x="11461" y="658"/>
                          <a:pt x="12401" y="2349"/>
                          <a:pt x="12871" y="3288"/>
                        </a:cubicBezTo>
                        <a:cubicBezTo>
                          <a:pt x="13340" y="4415"/>
                          <a:pt x="13622" y="5073"/>
                          <a:pt x="13904" y="6012"/>
                        </a:cubicBezTo>
                        <a:cubicBezTo>
                          <a:pt x="14468" y="7797"/>
                          <a:pt x="14749" y="9582"/>
                          <a:pt x="14937" y="11461"/>
                        </a:cubicBezTo>
                        <a:cubicBezTo>
                          <a:pt x="15219" y="15125"/>
                          <a:pt x="14749" y="18789"/>
                          <a:pt x="13622" y="22077"/>
                        </a:cubicBezTo>
                        <a:cubicBezTo>
                          <a:pt x="11273" y="28841"/>
                          <a:pt x="6106" y="34102"/>
                          <a:pt x="0" y="36733"/>
                        </a:cubicBezTo>
                        <a:cubicBezTo>
                          <a:pt x="5637" y="33163"/>
                          <a:pt x="9488" y="27338"/>
                          <a:pt x="10428" y="21232"/>
                        </a:cubicBezTo>
                        <a:cubicBezTo>
                          <a:pt x="10898" y="18225"/>
                          <a:pt x="10804" y="15125"/>
                          <a:pt x="10052" y="12213"/>
                        </a:cubicBezTo>
                        <a:cubicBezTo>
                          <a:pt x="9676" y="10804"/>
                          <a:pt x="9207" y="9395"/>
                          <a:pt x="8549" y="8079"/>
                        </a:cubicBezTo>
                        <a:cubicBezTo>
                          <a:pt x="8079" y="6670"/>
                          <a:pt x="6576" y="5449"/>
                          <a:pt x="7704" y="6388"/>
                        </a:cubicBezTo>
                        <a:lnTo>
                          <a:pt x="9207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00" name="Forme libre : forme 1199">
                    <a:extLst>
                      <a:ext uri="{FF2B5EF4-FFF2-40B4-BE49-F238E27FC236}">
                        <a16:creationId xmlns:a16="http://schemas.microsoft.com/office/drawing/2014/main" id="{44BC3606-630E-415F-BAC3-7B1F01CFC05A}"/>
                      </a:ext>
                    </a:extLst>
                  </p:cNvPr>
                  <p:cNvSpPr/>
                  <p:nvPr/>
                </p:nvSpPr>
                <p:spPr>
                  <a:xfrm>
                    <a:off x="3287038" y="1486213"/>
                    <a:ext cx="32692" cy="33444"/>
                  </a:xfrm>
                  <a:custGeom>
                    <a:avLst/>
                    <a:gdLst>
                      <a:gd name="connsiteX0" fmla="*/ 32693 w 32692"/>
                      <a:gd name="connsiteY0" fmla="*/ 376 h 33444"/>
                      <a:gd name="connsiteX1" fmla="*/ 21795 w 32692"/>
                      <a:gd name="connsiteY1" fmla="*/ 23111 h 33444"/>
                      <a:gd name="connsiteX2" fmla="*/ 0 w 32692"/>
                      <a:gd name="connsiteY2" fmla="*/ 33444 h 33444"/>
                      <a:gd name="connsiteX3" fmla="*/ 19353 w 32692"/>
                      <a:gd name="connsiteY3" fmla="*/ 20856 h 33444"/>
                      <a:gd name="connsiteX4" fmla="*/ 26211 w 32692"/>
                      <a:gd name="connsiteY4" fmla="*/ 0 h 33444"/>
                      <a:gd name="connsiteX5" fmla="*/ 32693 w 32692"/>
                      <a:gd name="connsiteY5" fmla="*/ 376 h 334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692" h="33444">
                        <a:moveTo>
                          <a:pt x="32693" y="376"/>
                        </a:moveTo>
                        <a:cubicBezTo>
                          <a:pt x="31753" y="9113"/>
                          <a:pt x="27714" y="17192"/>
                          <a:pt x="21795" y="23111"/>
                        </a:cubicBezTo>
                        <a:cubicBezTo>
                          <a:pt x="15783" y="29029"/>
                          <a:pt x="7985" y="32693"/>
                          <a:pt x="0" y="33444"/>
                        </a:cubicBezTo>
                        <a:cubicBezTo>
                          <a:pt x="7797" y="31566"/>
                          <a:pt x="14749" y="26962"/>
                          <a:pt x="19353" y="20856"/>
                        </a:cubicBezTo>
                        <a:cubicBezTo>
                          <a:pt x="23956" y="14749"/>
                          <a:pt x="26399" y="7234"/>
                          <a:pt x="26211" y="0"/>
                        </a:cubicBezTo>
                        <a:lnTo>
                          <a:pt x="32693" y="37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01" name="Forme libre : forme 1200">
                    <a:extLst>
                      <a:ext uri="{FF2B5EF4-FFF2-40B4-BE49-F238E27FC236}">
                        <a16:creationId xmlns:a16="http://schemas.microsoft.com/office/drawing/2014/main" id="{0194F9C8-CA0F-4565-B658-521ABA1EBC4A}"/>
                      </a:ext>
                    </a:extLst>
                  </p:cNvPr>
                  <p:cNvSpPr/>
                  <p:nvPr/>
                </p:nvSpPr>
                <p:spPr>
                  <a:xfrm>
                    <a:off x="3224564" y="1483958"/>
                    <a:ext cx="27713" cy="30528"/>
                  </a:xfrm>
                  <a:custGeom>
                    <a:avLst/>
                    <a:gdLst>
                      <a:gd name="connsiteX0" fmla="*/ 27714 w 27713"/>
                      <a:gd name="connsiteY0" fmla="*/ 0 h 30528"/>
                      <a:gd name="connsiteX1" fmla="*/ 24520 w 27713"/>
                      <a:gd name="connsiteY1" fmla="*/ 11367 h 30528"/>
                      <a:gd name="connsiteX2" fmla="*/ 18883 w 27713"/>
                      <a:gd name="connsiteY2" fmla="*/ 20950 h 30528"/>
                      <a:gd name="connsiteX3" fmla="*/ 0 w 27713"/>
                      <a:gd name="connsiteY3" fmla="*/ 30250 h 30528"/>
                      <a:gd name="connsiteX4" fmla="*/ 16065 w 27713"/>
                      <a:gd name="connsiteY4" fmla="*/ 19165 h 30528"/>
                      <a:gd name="connsiteX5" fmla="*/ 21044 w 27713"/>
                      <a:gd name="connsiteY5" fmla="*/ 188 h 30528"/>
                      <a:gd name="connsiteX6" fmla="*/ 27714 w 27713"/>
                      <a:gd name="connsiteY6" fmla="*/ 0 h 30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713" h="30528">
                        <a:moveTo>
                          <a:pt x="27714" y="0"/>
                        </a:moveTo>
                        <a:cubicBezTo>
                          <a:pt x="27526" y="4228"/>
                          <a:pt x="26117" y="7985"/>
                          <a:pt x="24520" y="11367"/>
                        </a:cubicBezTo>
                        <a:cubicBezTo>
                          <a:pt x="22829" y="14749"/>
                          <a:pt x="21138" y="17850"/>
                          <a:pt x="18883" y="20950"/>
                        </a:cubicBezTo>
                        <a:cubicBezTo>
                          <a:pt x="14656" y="26962"/>
                          <a:pt x="7234" y="31753"/>
                          <a:pt x="0" y="30250"/>
                        </a:cubicBezTo>
                        <a:cubicBezTo>
                          <a:pt x="7422" y="30532"/>
                          <a:pt x="13152" y="25083"/>
                          <a:pt x="16065" y="19165"/>
                        </a:cubicBezTo>
                        <a:cubicBezTo>
                          <a:pt x="18977" y="13152"/>
                          <a:pt x="21701" y="6012"/>
                          <a:pt x="21044" y="188"/>
                        </a:cubicBezTo>
                        <a:lnTo>
                          <a:pt x="27714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02" name="Forme libre : forme 1201">
                    <a:extLst>
                      <a:ext uri="{FF2B5EF4-FFF2-40B4-BE49-F238E27FC236}">
                        <a16:creationId xmlns:a16="http://schemas.microsoft.com/office/drawing/2014/main" id="{410E12EA-C277-4BA5-AE85-193E3644145F}"/>
                      </a:ext>
                    </a:extLst>
                  </p:cNvPr>
                  <p:cNvSpPr/>
                  <p:nvPr/>
                </p:nvSpPr>
                <p:spPr>
                  <a:xfrm>
                    <a:off x="3184920" y="1480858"/>
                    <a:ext cx="43778" cy="26694"/>
                  </a:xfrm>
                  <a:custGeom>
                    <a:avLst/>
                    <a:gdLst>
                      <a:gd name="connsiteX0" fmla="*/ 43779 w 43778"/>
                      <a:gd name="connsiteY0" fmla="*/ 3570 h 26694"/>
                      <a:gd name="connsiteX1" fmla="*/ 24238 w 43778"/>
                      <a:gd name="connsiteY1" fmla="*/ 20856 h 26694"/>
                      <a:gd name="connsiteX2" fmla="*/ 12401 w 43778"/>
                      <a:gd name="connsiteY2" fmla="*/ 25835 h 26694"/>
                      <a:gd name="connsiteX3" fmla="*/ 0 w 43778"/>
                      <a:gd name="connsiteY3" fmla="*/ 24707 h 26694"/>
                      <a:gd name="connsiteX4" fmla="*/ 11837 w 43778"/>
                      <a:gd name="connsiteY4" fmla="*/ 24238 h 26694"/>
                      <a:gd name="connsiteX5" fmla="*/ 22453 w 43778"/>
                      <a:gd name="connsiteY5" fmla="*/ 18037 h 26694"/>
                      <a:gd name="connsiteX6" fmla="*/ 38142 w 43778"/>
                      <a:gd name="connsiteY6" fmla="*/ 0 h 26694"/>
                      <a:gd name="connsiteX7" fmla="*/ 43779 w 43778"/>
                      <a:gd name="connsiteY7" fmla="*/ 3570 h 26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778" h="26694">
                        <a:moveTo>
                          <a:pt x="43779" y="3570"/>
                        </a:moveTo>
                        <a:cubicBezTo>
                          <a:pt x="38518" y="10804"/>
                          <a:pt x="31847" y="16722"/>
                          <a:pt x="24238" y="20856"/>
                        </a:cubicBezTo>
                        <a:cubicBezTo>
                          <a:pt x="20480" y="22923"/>
                          <a:pt x="16534" y="24614"/>
                          <a:pt x="12401" y="25835"/>
                        </a:cubicBezTo>
                        <a:cubicBezTo>
                          <a:pt x="8361" y="26962"/>
                          <a:pt x="3476" y="27338"/>
                          <a:pt x="0" y="24707"/>
                        </a:cubicBezTo>
                        <a:cubicBezTo>
                          <a:pt x="3758" y="26868"/>
                          <a:pt x="8173" y="25835"/>
                          <a:pt x="11837" y="24238"/>
                        </a:cubicBezTo>
                        <a:cubicBezTo>
                          <a:pt x="15595" y="22641"/>
                          <a:pt x="19165" y="20480"/>
                          <a:pt x="22453" y="18037"/>
                        </a:cubicBezTo>
                        <a:cubicBezTo>
                          <a:pt x="29029" y="13152"/>
                          <a:pt x="34384" y="6952"/>
                          <a:pt x="38142" y="0"/>
                        </a:cubicBezTo>
                        <a:lnTo>
                          <a:pt x="43779" y="357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03" name="Forme libre : forme 1202">
                    <a:extLst>
                      <a:ext uri="{FF2B5EF4-FFF2-40B4-BE49-F238E27FC236}">
                        <a16:creationId xmlns:a16="http://schemas.microsoft.com/office/drawing/2014/main" id="{CB3FE621-3513-49A9-A64E-00AFB91D958C}"/>
                      </a:ext>
                    </a:extLst>
                  </p:cNvPr>
                  <p:cNvSpPr/>
                  <p:nvPr/>
                </p:nvSpPr>
                <p:spPr>
                  <a:xfrm>
                    <a:off x="3231234" y="1486213"/>
                    <a:ext cx="52421" cy="30532"/>
                  </a:xfrm>
                  <a:custGeom>
                    <a:avLst/>
                    <a:gdLst>
                      <a:gd name="connsiteX0" fmla="*/ 52421 w 52421"/>
                      <a:gd name="connsiteY0" fmla="*/ 1127 h 30532"/>
                      <a:gd name="connsiteX1" fmla="*/ 31002 w 52421"/>
                      <a:gd name="connsiteY1" fmla="*/ 25459 h 30532"/>
                      <a:gd name="connsiteX2" fmla="*/ 0 w 52421"/>
                      <a:gd name="connsiteY2" fmla="*/ 30532 h 30532"/>
                      <a:gd name="connsiteX3" fmla="*/ 29499 w 52421"/>
                      <a:gd name="connsiteY3" fmla="*/ 22453 h 30532"/>
                      <a:gd name="connsiteX4" fmla="*/ 45845 w 52421"/>
                      <a:gd name="connsiteY4" fmla="*/ 0 h 30532"/>
                      <a:gd name="connsiteX5" fmla="*/ 52421 w 52421"/>
                      <a:gd name="connsiteY5" fmla="*/ 1127 h 30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21" h="30532">
                        <a:moveTo>
                          <a:pt x="52421" y="1127"/>
                        </a:moveTo>
                        <a:cubicBezTo>
                          <a:pt x="49885" y="12871"/>
                          <a:pt x="40772" y="21138"/>
                          <a:pt x="31002" y="25459"/>
                        </a:cubicBezTo>
                        <a:cubicBezTo>
                          <a:pt x="21044" y="29781"/>
                          <a:pt x="10334" y="30532"/>
                          <a:pt x="0" y="30532"/>
                        </a:cubicBezTo>
                        <a:cubicBezTo>
                          <a:pt x="10334" y="29405"/>
                          <a:pt x="20762" y="27432"/>
                          <a:pt x="29499" y="22453"/>
                        </a:cubicBezTo>
                        <a:cubicBezTo>
                          <a:pt x="38142" y="17568"/>
                          <a:pt x="45000" y="9113"/>
                          <a:pt x="45845" y="0"/>
                        </a:cubicBezTo>
                        <a:lnTo>
                          <a:pt x="52421" y="1127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04" name="Forme libre : forme 1203">
                    <a:extLst>
                      <a:ext uri="{FF2B5EF4-FFF2-40B4-BE49-F238E27FC236}">
                        <a16:creationId xmlns:a16="http://schemas.microsoft.com/office/drawing/2014/main" id="{F9AF0048-5A5F-400D-B02C-8D4EAF32063D}"/>
                      </a:ext>
                    </a:extLst>
                  </p:cNvPr>
                  <p:cNvSpPr/>
                  <p:nvPr/>
                </p:nvSpPr>
                <p:spPr>
                  <a:xfrm>
                    <a:off x="3257257" y="1487152"/>
                    <a:ext cx="18338" cy="45939"/>
                  </a:xfrm>
                  <a:custGeom>
                    <a:avLst/>
                    <a:gdLst>
                      <a:gd name="connsiteX0" fmla="*/ 17286 w 18338"/>
                      <a:gd name="connsiteY0" fmla="*/ 0 h 45939"/>
                      <a:gd name="connsiteX1" fmla="*/ 18225 w 18338"/>
                      <a:gd name="connsiteY1" fmla="*/ 12495 h 45939"/>
                      <a:gd name="connsiteX2" fmla="*/ 16628 w 18338"/>
                      <a:gd name="connsiteY2" fmla="*/ 26117 h 45939"/>
                      <a:gd name="connsiteX3" fmla="*/ 0 w 18338"/>
                      <a:gd name="connsiteY3" fmla="*/ 45939 h 45939"/>
                      <a:gd name="connsiteX4" fmla="*/ 13434 w 18338"/>
                      <a:gd name="connsiteY4" fmla="*/ 25271 h 45939"/>
                      <a:gd name="connsiteX5" fmla="*/ 13340 w 18338"/>
                      <a:gd name="connsiteY5" fmla="*/ 13152 h 45939"/>
                      <a:gd name="connsiteX6" fmla="*/ 10710 w 18338"/>
                      <a:gd name="connsiteY6" fmla="*/ 94 h 45939"/>
                      <a:gd name="connsiteX7" fmla="*/ 17286 w 18338"/>
                      <a:gd name="connsiteY7" fmla="*/ 0 h 45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338" h="45939">
                        <a:moveTo>
                          <a:pt x="17286" y="0"/>
                        </a:moveTo>
                        <a:cubicBezTo>
                          <a:pt x="17004" y="3758"/>
                          <a:pt x="17850" y="7985"/>
                          <a:pt x="18225" y="12495"/>
                        </a:cubicBezTo>
                        <a:cubicBezTo>
                          <a:pt x="18601" y="17098"/>
                          <a:pt x="18037" y="21795"/>
                          <a:pt x="16628" y="26117"/>
                        </a:cubicBezTo>
                        <a:cubicBezTo>
                          <a:pt x="13810" y="34760"/>
                          <a:pt x="7704" y="41994"/>
                          <a:pt x="0" y="45939"/>
                        </a:cubicBezTo>
                        <a:cubicBezTo>
                          <a:pt x="7140" y="41054"/>
                          <a:pt x="11931" y="33351"/>
                          <a:pt x="13434" y="25271"/>
                        </a:cubicBezTo>
                        <a:cubicBezTo>
                          <a:pt x="14280" y="21232"/>
                          <a:pt x="14186" y="17192"/>
                          <a:pt x="13340" y="13152"/>
                        </a:cubicBezTo>
                        <a:cubicBezTo>
                          <a:pt x="12495" y="9113"/>
                          <a:pt x="11086" y="4979"/>
                          <a:pt x="10710" y="94"/>
                        </a:cubicBezTo>
                        <a:lnTo>
                          <a:pt x="17286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05" name="Forme libre : forme 1204">
                    <a:extLst>
                      <a:ext uri="{FF2B5EF4-FFF2-40B4-BE49-F238E27FC236}">
                        <a16:creationId xmlns:a16="http://schemas.microsoft.com/office/drawing/2014/main" id="{2F43B29E-4370-4D97-81FA-7B12A89D31B5}"/>
                      </a:ext>
                    </a:extLst>
                  </p:cNvPr>
                  <p:cNvSpPr/>
                  <p:nvPr/>
                </p:nvSpPr>
                <p:spPr>
                  <a:xfrm>
                    <a:off x="3335608" y="1484897"/>
                    <a:ext cx="16190" cy="31283"/>
                  </a:xfrm>
                  <a:custGeom>
                    <a:avLst/>
                    <a:gdLst>
                      <a:gd name="connsiteX0" fmla="*/ 15595 w 16190"/>
                      <a:gd name="connsiteY0" fmla="*/ 658 h 31283"/>
                      <a:gd name="connsiteX1" fmla="*/ 15595 w 16190"/>
                      <a:gd name="connsiteY1" fmla="*/ 4697 h 31283"/>
                      <a:gd name="connsiteX2" fmla="*/ 16159 w 16190"/>
                      <a:gd name="connsiteY2" fmla="*/ 9113 h 31283"/>
                      <a:gd name="connsiteX3" fmla="*/ 14374 w 16190"/>
                      <a:gd name="connsiteY3" fmla="*/ 19165 h 31283"/>
                      <a:gd name="connsiteX4" fmla="*/ 0 w 16190"/>
                      <a:gd name="connsiteY4" fmla="*/ 31284 h 31283"/>
                      <a:gd name="connsiteX5" fmla="*/ 10804 w 16190"/>
                      <a:gd name="connsiteY5" fmla="*/ 18037 h 31283"/>
                      <a:gd name="connsiteX6" fmla="*/ 10616 w 16190"/>
                      <a:gd name="connsiteY6" fmla="*/ 9864 h 31283"/>
                      <a:gd name="connsiteX7" fmla="*/ 9301 w 16190"/>
                      <a:gd name="connsiteY7" fmla="*/ 5167 h 31283"/>
                      <a:gd name="connsiteX8" fmla="*/ 9019 w 16190"/>
                      <a:gd name="connsiteY8" fmla="*/ 0 h 31283"/>
                      <a:gd name="connsiteX9" fmla="*/ 15595 w 16190"/>
                      <a:gd name="connsiteY9" fmla="*/ 658 h 31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190" h="31283">
                        <a:moveTo>
                          <a:pt x="15595" y="658"/>
                        </a:moveTo>
                        <a:cubicBezTo>
                          <a:pt x="15501" y="1503"/>
                          <a:pt x="15595" y="3476"/>
                          <a:pt x="15595" y="4697"/>
                        </a:cubicBezTo>
                        <a:cubicBezTo>
                          <a:pt x="15407" y="4979"/>
                          <a:pt x="16159" y="7516"/>
                          <a:pt x="16159" y="9113"/>
                        </a:cubicBezTo>
                        <a:cubicBezTo>
                          <a:pt x="16347" y="12589"/>
                          <a:pt x="15689" y="16065"/>
                          <a:pt x="14374" y="19165"/>
                        </a:cubicBezTo>
                        <a:cubicBezTo>
                          <a:pt x="11743" y="25459"/>
                          <a:pt x="6106" y="29875"/>
                          <a:pt x="0" y="31284"/>
                        </a:cubicBezTo>
                        <a:cubicBezTo>
                          <a:pt x="5637" y="28747"/>
                          <a:pt x="9770" y="23580"/>
                          <a:pt x="10804" y="18037"/>
                        </a:cubicBezTo>
                        <a:cubicBezTo>
                          <a:pt x="11367" y="15313"/>
                          <a:pt x="11273" y="12401"/>
                          <a:pt x="10616" y="9864"/>
                        </a:cubicBezTo>
                        <a:cubicBezTo>
                          <a:pt x="10428" y="8361"/>
                          <a:pt x="9582" y="7985"/>
                          <a:pt x="9301" y="5167"/>
                        </a:cubicBezTo>
                        <a:cubicBezTo>
                          <a:pt x="9113" y="3382"/>
                          <a:pt x="9019" y="2255"/>
                          <a:pt x="9019" y="0"/>
                        </a:cubicBezTo>
                        <a:lnTo>
                          <a:pt x="15595" y="65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06" name="Forme libre : forme 1205">
                    <a:extLst>
                      <a:ext uri="{FF2B5EF4-FFF2-40B4-BE49-F238E27FC236}">
                        <a16:creationId xmlns:a16="http://schemas.microsoft.com/office/drawing/2014/main" id="{62A7601A-6E30-4085-9EBD-4A351B523A20}"/>
                      </a:ext>
                    </a:extLst>
                  </p:cNvPr>
                  <p:cNvSpPr/>
                  <p:nvPr/>
                </p:nvSpPr>
                <p:spPr>
                  <a:xfrm>
                    <a:off x="3335702" y="1487246"/>
                    <a:ext cx="13187" cy="39550"/>
                  </a:xfrm>
                  <a:custGeom>
                    <a:avLst/>
                    <a:gdLst>
                      <a:gd name="connsiteX0" fmla="*/ 5637 w 13187"/>
                      <a:gd name="connsiteY0" fmla="*/ 0 h 39550"/>
                      <a:gd name="connsiteX1" fmla="*/ 13058 w 13187"/>
                      <a:gd name="connsiteY1" fmla="*/ 20104 h 39550"/>
                      <a:gd name="connsiteX2" fmla="*/ 11086 w 13187"/>
                      <a:gd name="connsiteY2" fmla="*/ 30814 h 39550"/>
                      <a:gd name="connsiteX3" fmla="*/ 5261 w 13187"/>
                      <a:gd name="connsiteY3" fmla="*/ 39551 h 39550"/>
                      <a:gd name="connsiteX4" fmla="*/ 9864 w 13187"/>
                      <a:gd name="connsiteY4" fmla="*/ 20668 h 39550"/>
                      <a:gd name="connsiteX5" fmla="*/ 0 w 13187"/>
                      <a:gd name="connsiteY5" fmla="*/ 3288 h 39550"/>
                      <a:gd name="connsiteX6" fmla="*/ 5637 w 13187"/>
                      <a:gd name="connsiteY6" fmla="*/ 0 h 395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87" h="39550">
                        <a:moveTo>
                          <a:pt x="5637" y="0"/>
                        </a:moveTo>
                        <a:cubicBezTo>
                          <a:pt x="8361" y="6294"/>
                          <a:pt x="12119" y="12495"/>
                          <a:pt x="13058" y="20104"/>
                        </a:cubicBezTo>
                        <a:cubicBezTo>
                          <a:pt x="13528" y="23862"/>
                          <a:pt x="12683" y="27714"/>
                          <a:pt x="11086" y="30814"/>
                        </a:cubicBezTo>
                        <a:cubicBezTo>
                          <a:pt x="9488" y="34008"/>
                          <a:pt x="7422" y="36827"/>
                          <a:pt x="5261" y="39551"/>
                        </a:cubicBezTo>
                        <a:cubicBezTo>
                          <a:pt x="8643" y="33632"/>
                          <a:pt x="11743" y="26868"/>
                          <a:pt x="9864" y="20668"/>
                        </a:cubicBezTo>
                        <a:cubicBezTo>
                          <a:pt x="8173" y="14468"/>
                          <a:pt x="3758" y="9113"/>
                          <a:pt x="0" y="3288"/>
                        </a:cubicBezTo>
                        <a:lnTo>
                          <a:pt x="5637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07" name="Forme libre : forme 1206">
                    <a:extLst>
                      <a:ext uri="{FF2B5EF4-FFF2-40B4-BE49-F238E27FC236}">
                        <a16:creationId xmlns:a16="http://schemas.microsoft.com/office/drawing/2014/main" id="{36C1351A-92F6-4BA4-9F2F-7FE380B5E752}"/>
                      </a:ext>
                    </a:extLst>
                  </p:cNvPr>
                  <p:cNvSpPr/>
                  <p:nvPr/>
                </p:nvSpPr>
                <p:spPr>
                  <a:xfrm>
                    <a:off x="3352048" y="1480200"/>
                    <a:ext cx="18902" cy="42181"/>
                  </a:xfrm>
                  <a:custGeom>
                    <a:avLst/>
                    <a:gdLst>
                      <a:gd name="connsiteX0" fmla="*/ 17098 w 18902"/>
                      <a:gd name="connsiteY0" fmla="*/ 0 h 42181"/>
                      <a:gd name="connsiteX1" fmla="*/ 18883 w 18902"/>
                      <a:gd name="connsiteY1" fmla="*/ 12683 h 42181"/>
                      <a:gd name="connsiteX2" fmla="*/ 16440 w 18902"/>
                      <a:gd name="connsiteY2" fmla="*/ 24896 h 42181"/>
                      <a:gd name="connsiteX3" fmla="*/ 9113 w 18902"/>
                      <a:gd name="connsiteY3" fmla="*/ 34666 h 42181"/>
                      <a:gd name="connsiteX4" fmla="*/ 0 w 18902"/>
                      <a:gd name="connsiteY4" fmla="*/ 42181 h 42181"/>
                      <a:gd name="connsiteX5" fmla="*/ 7704 w 18902"/>
                      <a:gd name="connsiteY5" fmla="*/ 33539 h 42181"/>
                      <a:gd name="connsiteX6" fmla="*/ 13058 w 18902"/>
                      <a:gd name="connsiteY6" fmla="*/ 23768 h 42181"/>
                      <a:gd name="connsiteX7" fmla="*/ 13810 w 18902"/>
                      <a:gd name="connsiteY7" fmla="*/ 12964 h 42181"/>
                      <a:gd name="connsiteX8" fmla="*/ 11180 w 18902"/>
                      <a:gd name="connsiteY8" fmla="*/ 2912 h 42181"/>
                      <a:gd name="connsiteX9" fmla="*/ 17098 w 18902"/>
                      <a:gd name="connsiteY9" fmla="*/ 0 h 42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902" h="42181">
                        <a:moveTo>
                          <a:pt x="17098" y="0"/>
                        </a:moveTo>
                        <a:cubicBezTo>
                          <a:pt x="18789" y="4415"/>
                          <a:pt x="18977" y="8549"/>
                          <a:pt x="18883" y="12683"/>
                        </a:cubicBezTo>
                        <a:cubicBezTo>
                          <a:pt x="18695" y="16816"/>
                          <a:pt x="18037" y="20950"/>
                          <a:pt x="16440" y="24896"/>
                        </a:cubicBezTo>
                        <a:cubicBezTo>
                          <a:pt x="14655" y="28841"/>
                          <a:pt x="11931" y="31847"/>
                          <a:pt x="9113" y="34666"/>
                        </a:cubicBezTo>
                        <a:cubicBezTo>
                          <a:pt x="6294" y="37484"/>
                          <a:pt x="3194" y="39833"/>
                          <a:pt x="0" y="42181"/>
                        </a:cubicBezTo>
                        <a:cubicBezTo>
                          <a:pt x="2724" y="39457"/>
                          <a:pt x="5449" y="36545"/>
                          <a:pt x="7704" y="33539"/>
                        </a:cubicBezTo>
                        <a:cubicBezTo>
                          <a:pt x="9958" y="30532"/>
                          <a:pt x="12025" y="27056"/>
                          <a:pt x="13058" y="23768"/>
                        </a:cubicBezTo>
                        <a:cubicBezTo>
                          <a:pt x="13998" y="20386"/>
                          <a:pt x="14186" y="16534"/>
                          <a:pt x="13810" y="12964"/>
                        </a:cubicBezTo>
                        <a:cubicBezTo>
                          <a:pt x="13434" y="9395"/>
                          <a:pt x="12683" y="5637"/>
                          <a:pt x="11180" y="2912"/>
                        </a:cubicBezTo>
                        <a:lnTo>
                          <a:pt x="17098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08" name="Forme libre : forme 1207">
                    <a:extLst>
                      <a:ext uri="{FF2B5EF4-FFF2-40B4-BE49-F238E27FC236}">
                        <a16:creationId xmlns:a16="http://schemas.microsoft.com/office/drawing/2014/main" id="{90456D58-5CAF-42B3-A522-1C70DC3CBDAA}"/>
                      </a:ext>
                    </a:extLst>
                  </p:cNvPr>
                  <p:cNvSpPr/>
                  <p:nvPr/>
                </p:nvSpPr>
                <p:spPr>
                  <a:xfrm>
                    <a:off x="3261673" y="1486025"/>
                    <a:ext cx="28559" cy="38510"/>
                  </a:xfrm>
                  <a:custGeom>
                    <a:avLst/>
                    <a:gdLst>
                      <a:gd name="connsiteX0" fmla="*/ 28559 w 28559"/>
                      <a:gd name="connsiteY0" fmla="*/ 658 h 38510"/>
                      <a:gd name="connsiteX1" fmla="*/ 19728 w 28559"/>
                      <a:gd name="connsiteY1" fmla="*/ 24520 h 38510"/>
                      <a:gd name="connsiteX2" fmla="*/ 11461 w 28559"/>
                      <a:gd name="connsiteY2" fmla="*/ 34102 h 38510"/>
                      <a:gd name="connsiteX3" fmla="*/ 0 w 28559"/>
                      <a:gd name="connsiteY3" fmla="*/ 38424 h 38510"/>
                      <a:gd name="connsiteX4" fmla="*/ 10240 w 28559"/>
                      <a:gd name="connsiteY4" fmla="*/ 32881 h 38510"/>
                      <a:gd name="connsiteX5" fmla="*/ 16722 w 28559"/>
                      <a:gd name="connsiteY5" fmla="*/ 22923 h 38510"/>
                      <a:gd name="connsiteX6" fmla="*/ 21889 w 28559"/>
                      <a:gd name="connsiteY6" fmla="*/ 0 h 38510"/>
                      <a:gd name="connsiteX7" fmla="*/ 28559 w 28559"/>
                      <a:gd name="connsiteY7" fmla="*/ 658 h 38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559" h="38510">
                        <a:moveTo>
                          <a:pt x="28559" y="658"/>
                        </a:moveTo>
                        <a:cubicBezTo>
                          <a:pt x="27150" y="9207"/>
                          <a:pt x="24238" y="17286"/>
                          <a:pt x="19728" y="24520"/>
                        </a:cubicBezTo>
                        <a:cubicBezTo>
                          <a:pt x="17474" y="28090"/>
                          <a:pt x="14749" y="31472"/>
                          <a:pt x="11461" y="34102"/>
                        </a:cubicBezTo>
                        <a:cubicBezTo>
                          <a:pt x="8267" y="36733"/>
                          <a:pt x="4134" y="38987"/>
                          <a:pt x="0" y="38424"/>
                        </a:cubicBezTo>
                        <a:cubicBezTo>
                          <a:pt x="4228" y="38424"/>
                          <a:pt x="7610" y="35793"/>
                          <a:pt x="10240" y="32881"/>
                        </a:cubicBezTo>
                        <a:cubicBezTo>
                          <a:pt x="12964" y="29969"/>
                          <a:pt x="15031" y="26493"/>
                          <a:pt x="16722" y="22923"/>
                        </a:cubicBezTo>
                        <a:cubicBezTo>
                          <a:pt x="20010" y="15689"/>
                          <a:pt x="21701" y="7797"/>
                          <a:pt x="21889" y="0"/>
                        </a:cubicBezTo>
                        <a:lnTo>
                          <a:pt x="28559" y="65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09" name="Forme libre : forme 1208">
                    <a:extLst>
                      <a:ext uri="{FF2B5EF4-FFF2-40B4-BE49-F238E27FC236}">
                        <a16:creationId xmlns:a16="http://schemas.microsoft.com/office/drawing/2014/main" id="{8AC53302-EE51-4212-A2C9-45B0887C8A3B}"/>
                      </a:ext>
                    </a:extLst>
                  </p:cNvPr>
                  <p:cNvSpPr/>
                  <p:nvPr/>
                </p:nvSpPr>
                <p:spPr>
                  <a:xfrm>
                    <a:off x="3200139" y="1484522"/>
                    <a:ext cx="44530" cy="26032"/>
                  </a:xfrm>
                  <a:custGeom>
                    <a:avLst/>
                    <a:gdLst>
                      <a:gd name="connsiteX0" fmla="*/ 44530 w 44530"/>
                      <a:gd name="connsiteY0" fmla="*/ 564 h 26032"/>
                      <a:gd name="connsiteX1" fmla="*/ 39363 w 44530"/>
                      <a:gd name="connsiteY1" fmla="*/ 14655 h 26032"/>
                      <a:gd name="connsiteX2" fmla="*/ 27808 w 44530"/>
                      <a:gd name="connsiteY2" fmla="*/ 23862 h 26032"/>
                      <a:gd name="connsiteX3" fmla="*/ 13810 w 44530"/>
                      <a:gd name="connsiteY3" fmla="*/ 26023 h 26032"/>
                      <a:gd name="connsiteX4" fmla="*/ 0 w 44530"/>
                      <a:gd name="connsiteY4" fmla="*/ 25929 h 26032"/>
                      <a:gd name="connsiteX5" fmla="*/ 13716 w 44530"/>
                      <a:gd name="connsiteY5" fmla="*/ 24332 h 26032"/>
                      <a:gd name="connsiteX6" fmla="*/ 26493 w 44530"/>
                      <a:gd name="connsiteY6" fmla="*/ 20856 h 26032"/>
                      <a:gd name="connsiteX7" fmla="*/ 37954 w 44530"/>
                      <a:gd name="connsiteY7" fmla="*/ 0 h 26032"/>
                      <a:gd name="connsiteX8" fmla="*/ 44530 w 44530"/>
                      <a:gd name="connsiteY8" fmla="*/ 564 h 26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530" h="26032">
                        <a:moveTo>
                          <a:pt x="44530" y="564"/>
                        </a:moveTo>
                        <a:cubicBezTo>
                          <a:pt x="43872" y="5543"/>
                          <a:pt x="42181" y="10428"/>
                          <a:pt x="39363" y="14655"/>
                        </a:cubicBezTo>
                        <a:cubicBezTo>
                          <a:pt x="36639" y="18883"/>
                          <a:pt x="32411" y="22265"/>
                          <a:pt x="27808" y="23862"/>
                        </a:cubicBezTo>
                        <a:cubicBezTo>
                          <a:pt x="23204" y="25553"/>
                          <a:pt x="18413" y="26117"/>
                          <a:pt x="13810" y="26023"/>
                        </a:cubicBezTo>
                        <a:lnTo>
                          <a:pt x="0" y="25929"/>
                        </a:lnTo>
                        <a:lnTo>
                          <a:pt x="13716" y="24332"/>
                        </a:lnTo>
                        <a:cubicBezTo>
                          <a:pt x="18319" y="23956"/>
                          <a:pt x="22641" y="22735"/>
                          <a:pt x="26493" y="20856"/>
                        </a:cubicBezTo>
                        <a:cubicBezTo>
                          <a:pt x="34290" y="17004"/>
                          <a:pt x="37954" y="8267"/>
                          <a:pt x="37954" y="0"/>
                        </a:cubicBezTo>
                        <a:lnTo>
                          <a:pt x="44530" y="56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210" name="Forme libre : forme 1209">
                  <a:extLst>
                    <a:ext uri="{FF2B5EF4-FFF2-40B4-BE49-F238E27FC236}">
                      <a16:creationId xmlns:a16="http://schemas.microsoft.com/office/drawing/2014/main" id="{2D381A17-A860-472B-BD29-D2BF465CFCD2}"/>
                    </a:ext>
                  </a:extLst>
                </p:cNvPr>
                <p:cNvSpPr/>
                <p:nvPr/>
              </p:nvSpPr>
              <p:spPr>
                <a:xfrm>
                  <a:off x="3076507" y="1230876"/>
                  <a:ext cx="377725" cy="112773"/>
                </a:xfrm>
                <a:custGeom>
                  <a:avLst/>
                  <a:gdLst>
                    <a:gd name="connsiteX0" fmla="*/ 373244 w 377725"/>
                    <a:gd name="connsiteY0" fmla="*/ 104837 h 112773"/>
                    <a:gd name="connsiteX1" fmla="*/ 365447 w 377725"/>
                    <a:gd name="connsiteY1" fmla="*/ 57958 h 112773"/>
                    <a:gd name="connsiteX2" fmla="*/ 185260 w 377725"/>
                    <a:gd name="connsiteY2" fmla="*/ 19722 h 112773"/>
                    <a:gd name="connsiteX3" fmla="*/ 0 w 377725"/>
                    <a:gd name="connsiteY3" fmla="*/ 49409 h 112773"/>
                    <a:gd name="connsiteX4" fmla="*/ 152285 w 377725"/>
                    <a:gd name="connsiteY4" fmla="*/ 52509 h 112773"/>
                    <a:gd name="connsiteX5" fmla="*/ 373244 w 377725"/>
                    <a:gd name="connsiteY5" fmla="*/ 104837 h 112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7725" h="112773">
                      <a:moveTo>
                        <a:pt x="373244" y="104837"/>
                      </a:moveTo>
                      <a:cubicBezTo>
                        <a:pt x="381606" y="94879"/>
                        <a:pt x="377848" y="65192"/>
                        <a:pt x="365447" y="57958"/>
                      </a:cubicBezTo>
                      <a:cubicBezTo>
                        <a:pt x="358307" y="53825"/>
                        <a:pt x="248861" y="39169"/>
                        <a:pt x="185260" y="19722"/>
                      </a:cubicBezTo>
                      <a:cubicBezTo>
                        <a:pt x="142327" y="6570"/>
                        <a:pt x="76471" y="-29505"/>
                        <a:pt x="0" y="49409"/>
                      </a:cubicBezTo>
                      <a:cubicBezTo>
                        <a:pt x="0" y="49409"/>
                        <a:pt x="84269" y="11173"/>
                        <a:pt x="152285" y="52509"/>
                      </a:cubicBezTo>
                      <a:cubicBezTo>
                        <a:pt x="220302" y="93845"/>
                        <a:pt x="352952" y="129075"/>
                        <a:pt x="373244" y="104837"/>
                      </a:cubicBezTo>
                      <a:close/>
                    </a:path>
                  </a:pathLst>
                </a:custGeom>
                <a:solidFill>
                  <a:srgbClr val="B5857D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1" name="Forme libre : forme 1210">
                  <a:extLst>
                    <a:ext uri="{FF2B5EF4-FFF2-40B4-BE49-F238E27FC236}">
                      <a16:creationId xmlns:a16="http://schemas.microsoft.com/office/drawing/2014/main" id="{5806C8C7-D8E6-4F2C-BCE2-37D8E27C24B8}"/>
                    </a:ext>
                  </a:extLst>
                </p:cNvPr>
                <p:cNvSpPr/>
                <p:nvPr/>
              </p:nvSpPr>
              <p:spPr>
                <a:xfrm>
                  <a:off x="3435622" y="1728309"/>
                  <a:ext cx="62040" cy="127577"/>
                </a:xfrm>
                <a:custGeom>
                  <a:avLst/>
                  <a:gdLst>
                    <a:gd name="connsiteX0" fmla="*/ 17229 w 62040"/>
                    <a:gd name="connsiteY0" fmla="*/ 0 h 127577"/>
                    <a:gd name="connsiteX1" fmla="*/ 11123 w 62040"/>
                    <a:gd name="connsiteY1" fmla="*/ 38799 h 127577"/>
                    <a:gd name="connsiteX2" fmla="*/ 9150 w 62040"/>
                    <a:gd name="connsiteY2" fmla="*/ 57588 h 127577"/>
                    <a:gd name="connsiteX3" fmla="*/ 10747 w 62040"/>
                    <a:gd name="connsiteY3" fmla="*/ 75908 h 127577"/>
                    <a:gd name="connsiteX4" fmla="*/ 29912 w 62040"/>
                    <a:gd name="connsiteY4" fmla="*/ 106064 h 127577"/>
                    <a:gd name="connsiteX5" fmla="*/ 62041 w 62040"/>
                    <a:gd name="connsiteY5" fmla="*/ 127578 h 127577"/>
                    <a:gd name="connsiteX6" fmla="*/ 25308 w 62040"/>
                    <a:gd name="connsiteY6" fmla="*/ 111795 h 127577"/>
                    <a:gd name="connsiteX7" fmla="*/ 10465 w 62040"/>
                    <a:gd name="connsiteY7" fmla="*/ 97327 h 127577"/>
                    <a:gd name="connsiteX8" fmla="*/ 1540 w 62040"/>
                    <a:gd name="connsiteY8" fmla="*/ 78068 h 127577"/>
                    <a:gd name="connsiteX9" fmla="*/ 225 w 62040"/>
                    <a:gd name="connsiteY9" fmla="*/ 57307 h 127577"/>
                    <a:gd name="connsiteX10" fmla="*/ 3889 w 62040"/>
                    <a:gd name="connsiteY10" fmla="*/ 37296 h 127577"/>
                    <a:gd name="connsiteX11" fmla="*/ 17229 w 62040"/>
                    <a:gd name="connsiteY11" fmla="*/ 0 h 127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2040" h="127577">
                      <a:moveTo>
                        <a:pt x="17229" y="0"/>
                      </a:moveTo>
                      <a:cubicBezTo>
                        <a:pt x="15350" y="13058"/>
                        <a:pt x="13189" y="26023"/>
                        <a:pt x="11123" y="38799"/>
                      </a:cubicBezTo>
                      <a:cubicBezTo>
                        <a:pt x="10277" y="45188"/>
                        <a:pt x="9056" y="51576"/>
                        <a:pt x="9150" y="57588"/>
                      </a:cubicBezTo>
                      <a:cubicBezTo>
                        <a:pt x="8962" y="64071"/>
                        <a:pt x="9244" y="70083"/>
                        <a:pt x="10747" y="75908"/>
                      </a:cubicBezTo>
                      <a:cubicBezTo>
                        <a:pt x="13283" y="87651"/>
                        <a:pt x="20705" y="97703"/>
                        <a:pt x="29912" y="106064"/>
                      </a:cubicBezTo>
                      <a:cubicBezTo>
                        <a:pt x="39400" y="114237"/>
                        <a:pt x="50486" y="121095"/>
                        <a:pt x="62041" y="127578"/>
                      </a:cubicBezTo>
                      <a:cubicBezTo>
                        <a:pt x="49170" y="124571"/>
                        <a:pt x="36488" y="119780"/>
                        <a:pt x="25308" y="111795"/>
                      </a:cubicBezTo>
                      <a:cubicBezTo>
                        <a:pt x="19859" y="107661"/>
                        <a:pt x="14599" y="103058"/>
                        <a:pt x="10465" y="97327"/>
                      </a:cubicBezTo>
                      <a:cubicBezTo>
                        <a:pt x="6331" y="91597"/>
                        <a:pt x="3231" y="85020"/>
                        <a:pt x="1540" y="78068"/>
                      </a:cubicBezTo>
                      <a:cubicBezTo>
                        <a:pt x="-57" y="71116"/>
                        <a:pt x="-245" y="63883"/>
                        <a:pt x="225" y="57307"/>
                      </a:cubicBezTo>
                      <a:cubicBezTo>
                        <a:pt x="695" y="50261"/>
                        <a:pt x="2198" y="43684"/>
                        <a:pt x="3889" y="37296"/>
                      </a:cubicBezTo>
                      <a:cubicBezTo>
                        <a:pt x="7365" y="24520"/>
                        <a:pt x="11874" y="12119"/>
                        <a:pt x="17229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2" name="Forme libre : forme 1211">
                  <a:extLst>
                    <a:ext uri="{FF2B5EF4-FFF2-40B4-BE49-F238E27FC236}">
                      <a16:creationId xmlns:a16="http://schemas.microsoft.com/office/drawing/2014/main" id="{A97E4285-E6EE-49E2-9BCC-21E8B9BE3932}"/>
                    </a:ext>
                  </a:extLst>
                </p:cNvPr>
                <p:cNvSpPr/>
                <p:nvPr/>
              </p:nvSpPr>
              <p:spPr>
                <a:xfrm>
                  <a:off x="3360691" y="1972379"/>
                  <a:ext cx="231293" cy="82953"/>
                </a:xfrm>
                <a:custGeom>
                  <a:avLst/>
                  <a:gdLst>
                    <a:gd name="connsiteX0" fmla="*/ 231293 w 231293"/>
                    <a:gd name="connsiteY0" fmla="*/ 20480 h 82953"/>
                    <a:gd name="connsiteX1" fmla="*/ 200667 w 231293"/>
                    <a:gd name="connsiteY1" fmla="*/ 12213 h 82953"/>
                    <a:gd name="connsiteX2" fmla="*/ 185354 w 231293"/>
                    <a:gd name="connsiteY2" fmla="*/ 8455 h 82953"/>
                    <a:gd name="connsiteX3" fmla="*/ 170698 w 231293"/>
                    <a:gd name="connsiteY3" fmla="*/ 6388 h 82953"/>
                    <a:gd name="connsiteX4" fmla="*/ 142515 w 231293"/>
                    <a:gd name="connsiteY4" fmla="*/ 17474 h 82953"/>
                    <a:gd name="connsiteX5" fmla="*/ 114519 w 231293"/>
                    <a:gd name="connsiteY5" fmla="*/ 32035 h 82953"/>
                    <a:gd name="connsiteX6" fmla="*/ 85208 w 231293"/>
                    <a:gd name="connsiteY6" fmla="*/ 45563 h 82953"/>
                    <a:gd name="connsiteX7" fmla="*/ 54676 w 231293"/>
                    <a:gd name="connsiteY7" fmla="*/ 54582 h 82953"/>
                    <a:gd name="connsiteX8" fmla="*/ 25177 w 231293"/>
                    <a:gd name="connsiteY8" fmla="*/ 64916 h 82953"/>
                    <a:gd name="connsiteX9" fmla="*/ 0 w 231293"/>
                    <a:gd name="connsiteY9" fmla="*/ 82954 h 82953"/>
                    <a:gd name="connsiteX10" fmla="*/ 22923 w 231293"/>
                    <a:gd name="connsiteY10" fmla="*/ 60689 h 82953"/>
                    <a:gd name="connsiteX11" fmla="*/ 52234 w 231293"/>
                    <a:gd name="connsiteY11" fmla="*/ 47442 h 82953"/>
                    <a:gd name="connsiteX12" fmla="*/ 82014 w 231293"/>
                    <a:gd name="connsiteY12" fmla="*/ 37014 h 82953"/>
                    <a:gd name="connsiteX13" fmla="*/ 110104 w 231293"/>
                    <a:gd name="connsiteY13" fmla="*/ 23768 h 82953"/>
                    <a:gd name="connsiteX14" fmla="*/ 138663 w 231293"/>
                    <a:gd name="connsiteY14" fmla="*/ 9770 h 82953"/>
                    <a:gd name="connsiteX15" fmla="*/ 170041 w 231293"/>
                    <a:gd name="connsiteY15" fmla="*/ 0 h 82953"/>
                    <a:gd name="connsiteX16" fmla="*/ 186481 w 231293"/>
                    <a:gd name="connsiteY16" fmla="*/ 3288 h 82953"/>
                    <a:gd name="connsiteX17" fmla="*/ 201606 w 231293"/>
                    <a:gd name="connsiteY17" fmla="*/ 8455 h 82953"/>
                    <a:gd name="connsiteX18" fmla="*/ 231293 w 231293"/>
                    <a:gd name="connsiteY18" fmla="*/ 20480 h 82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31293" h="82953">
                      <a:moveTo>
                        <a:pt x="231293" y="20480"/>
                      </a:moveTo>
                      <a:cubicBezTo>
                        <a:pt x="221053" y="17756"/>
                        <a:pt x="210907" y="14749"/>
                        <a:pt x="200667" y="12213"/>
                      </a:cubicBezTo>
                      <a:lnTo>
                        <a:pt x="185354" y="8455"/>
                      </a:lnTo>
                      <a:cubicBezTo>
                        <a:pt x="180469" y="7516"/>
                        <a:pt x="174738" y="5919"/>
                        <a:pt x="170698" y="6388"/>
                      </a:cubicBezTo>
                      <a:cubicBezTo>
                        <a:pt x="161398" y="7985"/>
                        <a:pt x="151815" y="13058"/>
                        <a:pt x="142515" y="17474"/>
                      </a:cubicBezTo>
                      <a:lnTo>
                        <a:pt x="114519" y="32035"/>
                      </a:lnTo>
                      <a:cubicBezTo>
                        <a:pt x="105125" y="36921"/>
                        <a:pt x="95636" y="41900"/>
                        <a:pt x="85208" y="45563"/>
                      </a:cubicBezTo>
                      <a:cubicBezTo>
                        <a:pt x="74968" y="48946"/>
                        <a:pt x="64728" y="51764"/>
                        <a:pt x="54676" y="54582"/>
                      </a:cubicBezTo>
                      <a:cubicBezTo>
                        <a:pt x="44624" y="57401"/>
                        <a:pt x="34572" y="60595"/>
                        <a:pt x="25177" y="64916"/>
                      </a:cubicBezTo>
                      <a:cubicBezTo>
                        <a:pt x="15689" y="69050"/>
                        <a:pt x="6670" y="74593"/>
                        <a:pt x="0" y="82954"/>
                      </a:cubicBezTo>
                      <a:cubicBezTo>
                        <a:pt x="4791" y="73277"/>
                        <a:pt x="13810" y="66325"/>
                        <a:pt x="22923" y="60689"/>
                      </a:cubicBezTo>
                      <a:cubicBezTo>
                        <a:pt x="32317" y="55334"/>
                        <a:pt x="42275" y="51200"/>
                        <a:pt x="52234" y="47442"/>
                      </a:cubicBezTo>
                      <a:lnTo>
                        <a:pt x="82014" y="37014"/>
                      </a:lnTo>
                      <a:cubicBezTo>
                        <a:pt x="91503" y="33632"/>
                        <a:pt x="100709" y="28371"/>
                        <a:pt x="110104" y="23768"/>
                      </a:cubicBezTo>
                      <a:cubicBezTo>
                        <a:pt x="119498" y="18977"/>
                        <a:pt x="128893" y="14092"/>
                        <a:pt x="138663" y="9770"/>
                      </a:cubicBezTo>
                      <a:cubicBezTo>
                        <a:pt x="148527" y="5543"/>
                        <a:pt x="158204" y="940"/>
                        <a:pt x="170041" y="0"/>
                      </a:cubicBezTo>
                      <a:cubicBezTo>
                        <a:pt x="176617" y="0"/>
                        <a:pt x="181220" y="1973"/>
                        <a:pt x="186481" y="3288"/>
                      </a:cubicBezTo>
                      <a:cubicBezTo>
                        <a:pt x="191648" y="4791"/>
                        <a:pt x="196627" y="6482"/>
                        <a:pt x="201606" y="8455"/>
                      </a:cubicBezTo>
                      <a:cubicBezTo>
                        <a:pt x="211753" y="12213"/>
                        <a:pt x="221617" y="16065"/>
                        <a:pt x="231293" y="2048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3" name="Forme libre : forme 1212">
                  <a:extLst>
                    <a:ext uri="{FF2B5EF4-FFF2-40B4-BE49-F238E27FC236}">
                      <a16:creationId xmlns:a16="http://schemas.microsoft.com/office/drawing/2014/main" id="{8F180184-BBE3-4033-958E-3A6C3584E047}"/>
                    </a:ext>
                  </a:extLst>
                </p:cNvPr>
                <p:cNvSpPr/>
                <p:nvPr/>
              </p:nvSpPr>
              <p:spPr>
                <a:xfrm>
                  <a:off x="2698189" y="539715"/>
                  <a:ext cx="1787307" cy="2197190"/>
                </a:xfrm>
                <a:custGeom>
                  <a:avLst/>
                  <a:gdLst>
                    <a:gd name="connsiteX0" fmla="*/ 1787308 w 1787307"/>
                    <a:gd name="connsiteY0" fmla="*/ 2197190 h 2197190"/>
                    <a:gd name="connsiteX1" fmla="*/ 1342101 w 1787307"/>
                    <a:gd name="connsiteY1" fmla="*/ 2000375 h 2197190"/>
                    <a:gd name="connsiteX2" fmla="*/ 1285828 w 1787307"/>
                    <a:gd name="connsiteY2" fmla="*/ 1675513 h 2197190"/>
                    <a:gd name="connsiteX3" fmla="*/ 1452957 w 1787307"/>
                    <a:gd name="connsiteY3" fmla="*/ 1212081 h 2197190"/>
                    <a:gd name="connsiteX4" fmla="*/ 1509230 w 1787307"/>
                    <a:gd name="connsiteY4" fmla="*/ 805956 h 2197190"/>
                    <a:gd name="connsiteX5" fmla="*/ 1465451 w 1787307"/>
                    <a:gd name="connsiteY5" fmla="*/ 397764 h 2197190"/>
                    <a:gd name="connsiteX6" fmla="*/ 903095 w 1787307"/>
                    <a:gd name="connsiteY6" fmla="*/ 0 h 2197190"/>
                    <a:gd name="connsiteX7" fmla="*/ 884212 w 1787307"/>
                    <a:gd name="connsiteY7" fmla="*/ 0 h 2197190"/>
                    <a:gd name="connsiteX8" fmla="*/ 321856 w 1787307"/>
                    <a:gd name="connsiteY8" fmla="*/ 397764 h 2197190"/>
                    <a:gd name="connsiteX9" fmla="*/ 278078 w 1787307"/>
                    <a:gd name="connsiteY9" fmla="*/ 805956 h 2197190"/>
                    <a:gd name="connsiteX10" fmla="*/ 334351 w 1787307"/>
                    <a:gd name="connsiteY10" fmla="*/ 1212081 h 2197190"/>
                    <a:gd name="connsiteX11" fmla="*/ 501479 w 1787307"/>
                    <a:gd name="connsiteY11" fmla="*/ 1675513 h 2197190"/>
                    <a:gd name="connsiteX12" fmla="*/ 445206 w 1787307"/>
                    <a:gd name="connsiteY12" fmla="*/ 2000375 h 2197190"/>
                    <a:gd name="connsiteX13" fmla="*/ 0 w 1787307"/>
                    <a:gd name="connsiteY13" fmla="*/ 2197190 h 219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787307" h="2197190">
                      <a:moveTo>
                        <a:pt x="1787308" y="2197190"/>
                      </a:moveTo>
                      <a:cubicBezTo>
                        <a:pt x="1787308" y="2197190"/>
                        <a:pt x="1426464" y="2059749"/>
                        <a:pt x="1342101" y="2000375"/>
                      </a:cubicBezTo>
                      <a:cubicBezTo>
                        <a:pt x="1257738" y="1941002"/>
                        <a:pt x="1285828" y="1675513"/>
                        <a:pt x="1285828" y="1675513"/>
                      </a:cubicBezTo>
                      <a:cubicBezTo>
                        <a:pt x="1460754" y="1439616"/>
                        <a:pt x="1425900" y="1299544"/>
                        <a:pt x="1452957" y="1212081"/>
                      </a:cubicBezTo>
                      <a:cubicBezTo>
                        <a:pt x="1480013" y="1124618"/>
                        <a:pt x="1509230" y="805956"/>
                        <a:pt x="1509230" y="805956"/>
                      </a:cubicBezTo>
                      <a:cubicBezTo>
                        <a:pt x="1509230" y="805956"/>
                        <a:pt x="1536286" y="639297"/>
                        <a:pt x="1465451" y="397764"/>
                      </a:cubicBezTo>
                      <a:cubicBezTo>
                        <a:pt x="1394617" y="156231"/>
                        <a:pt x="1184273" y="20762"/>
                        <a:pt x="903095" y="0"/>
                      </a:cubicBezTo>
                      <a:lnTo>
                        <a:pt x="884212" y="0"/>
                      </a:lnTo>
                      <a:cubicBezTo>
                        <a:pt x="603034" y="20856"/>
                        <a:pt x="392691" y="156231"/>
                        <a:pt x="321856" y="397764"/>
                      </a:cubicBezTo>
                      <a:cubicBezTo>
                        <a:pt x="251022" y="639297"/>
                        <a:pt x="278078" y="805956"/>
                        <a:pt x="278078" y="805956"/>
                      </a:cubicBezTo>
                      <a:cubicBezTo>
                        <a:pt x="278078" y="805956"/>
                        <a:pt x="307201" y="1124618"/>
                        <a:pt x="334351" y="1212081"/>
                      </a:cubicBezTo>
                      <a:cubicBezTo>
                        <a:pt x="361407" y="1299544"/>
                        <a:pt x="326554" y="1439616"/>
                        <a:pt x="501479" y="1675513"/>
                      </a:cubicBezTo>
                      <a:cubicBezTo>
                        <a:pt x="501479" y="1675513"/>
                        <a:pt x="529569" y="1941096"/>
                        <a:pt x="445206" y="2000375"/>
                      </a:cubicBezTo>
                      <a:cubicBezTo>
                        <a:pt x="360844" y="2059749"/>
                        <a:pt x="0" y="2197190"/>
                        <a:pt x="0" y="2197190"/>
                      </a:cubicBezTo>
                    </a:path>
                  </a:pathLst>
                </a:custGeom>
                <a:noFill/>
                <a:ln w="9389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4" name="Forme libre : forme 1213">
                  <a:extLst>
                    <a:ext uri="{FF2B5EF4-FFF2-40B4-BE49-F238E27FC236}">
                      <a16:creationId xmlns:a16="http://schemas.microsoft.com/office/drawing/2014/main" id="{5D26F76A-981C-49E5-A983-CBDF108EA8C5}"/>
                    </a:ext>
                  </a:extLst>
                </p:cNvPr>
                <p:cNvSpPr/>
                <p:nvPr/>
              </p:nvSpPr>
              <p:spPr>
                <a:xfrm>
                  <a:off x="2931267" y="466813"/>
                  <a:ext cx="1320493" cy="1051617"/>
                </a:xfrm>
                <a:custGeom>
                  <a:avLst/>
                  <a:gdLst>
                    <a:gd name="connsiteX0" fmla="*/ 681197 w 1320493"/>
                    <a:gd name="connsiteY0" fmla="*/ 320823 h 1051617"/>
                    <a:gd name="connsiteX1" fmla="*/ 966508 w 1320493"/>
                    <a:gd name="connsiteY1" fmla="*/ 260416 h 1051617"/>
                    <a:gd name="connsiteX2" fmla="*/ 1242425 w 1320493"/>
                    <a:gd name="connsiteY2" fmla="*/ 686364 h 1051617"/>
                    <a:gd name="connsiteX3" fmla="*/ 1256517 w 1320493"/>
                    <a:gd name="connsiteY3" fmla="*/ 1038001 h 1051617"/>
                    <a:gd name="connsiteX4" fmla="*/ 1320494 w 1320493"/>
                    <a:gd name="connsiteY4" fmla="*/ 868523 h 1051617"/>
                    <a:gd name="connsiteX5" fmla="*/ 1258020 w 1320493"/>
                    <a:gd name="connsiteY5" fmla="*/ 375969 h 1051617"/>
                    <a:gd name="connsiteX6" fmla="*/ 674902 w 1320493"/>
                    <a:gd name="connsiteY6" fmla="*/ 0 h 1051617"/>
                    <a:gd name="connsiteX7" fmla="*/ 645592 w 1320493"/>
                    <a:gd name="connsiteY7" fmla="*/ 0 h 1051617"/>
                    <a:gd name="connsiteX8" fmla="*/ 62474 w 1320493"/>
                    <a:gd name="connsiteY8" fmla="*/ 375969 h 1051617"/>
                    <a:gd name="connsiteX9" fmla="*/ 0 w 1320493"/>
                    <a:gd name="connsiteY9" fmla="*/ 868523 h 1051617"/>
                    <a:gd name="connsiteX10" fmla="*/ 63977 w 1320493"/>
                    <a:gd name="connsiteY10" fmla="*/ 1038001 h 1051617"/>
                    <a:gd name="connsiteX11" fmla="*/ 78069 w 1320493"/>
                    <a:gd name="connsiteY11" fmla="*/ 686364 h 1051617"/>
                    <a:gd name="connsiteX12" fmla="*/ 353986 w 1320493"/>
                    <a:gd name="connsiteY12" fmla="*/ 260416 h 1051617"/>
                    <a:gd name="connsiteX13" fmla="*/ 639297 w 1320493"/>
                    <a:gd name="connsiteY13" fmla="*/ 320823 h 1051617"/>
                    <a:gd name="connsiteX14" fmla="*/ 660153 w 1320493"/>
                    <a:gd name="connsiteY14" fmla="*/ 322984 h 1051617"/>
                    <a:gd name="connsiteX15" fmla="*/ 681197 w 1320493"/>
                    <a:gd name="connsiteY15" fmla="*/ 320823 h 1051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320493" h="1051617">
                      <a:moveTo>
                        <a:pt x="681197" y="320823"/>
                      </a:moveTo>
                      <a:cubicBezTo>
                        <a:pt x="713514" y="318756"/>
                        <a:pt x="885340" y="244821"/>
                        <a:pt x="966508" y="260416"/>
                      </a:cubicBezTo>
                      <a:cubicBezTo>
                        <a:pt x="1047771" y="276011"/>
                        <a:pt x="1212269" y="316689"/>
                        <a:pt x="1242425" y="686364"/>
                      </a:cubicBezTo>
                      <a:cubicBezTo>
                        <a:pt x="1245901" y="729015"/>
                        <a:pt x="1241486" y="971112"/>
                        <a:pt x="1256517" y="1038001"/>
                      </a:cubicBezTo>
                      <a:cubicBezTo>
                        <a:pt x="1271548" y="1104984"/>
                        <a:pt x="1320494" y="904974"/>
                        <a:pt x="1320494" y="868523"/>
                      </a:cubicBezTo>
                      <a:cubicBezTo>
                        <a:pt x="1320494" y="832073"/>
                        <a:pt x="1287143" y="472826"/>
                        <a:pt x="1258020" y="375969"/>
                      </a:cubicBezTo>
                      <a:cubicBezTo>
                        <a:pt x="1228897" y="279111"/>
                        <a:pt x="1134107" y="11461"/>
                        <a:pt x="674902" y="0"/>
                      </a:cubicBezTo>
                      <a:lnTo>
                        <a:pt x="645592" y="0"/>
                      </a:lnTo>
                      <a:cubicBezTo>
                        <a:pt x="186387" y="11461"/>
                        <a:pt x="91597" y="279111"/>
                        <a:pt x="62474" y="375969"/>
                      </a:cubicBezTo>
                      <a:cubicBezTo>
                        <a:pt x="33351" y="472826"/>
                        <a:pt x="0" y="832073"/>
                        <a:pt x="0" y="868523"/>
                      </a:cubicBezTo>
                      <a:cubicBezTo>
                        <a:pt x="0" y="904974"/>
                        <a:pt x="48945" y="1104890"/>
                        <a:pt x="63977" y="1038001"/>
                      </a:cubicBezTo>
                      <a:cubicBezTo>
                        <a:pt x="79008" y="971018"/>
                        <a:pt x="74593" y="728921"/>
                        <a:pt x="78069" y="686364"/>
                      </a:cubicBezTo>
                      <a:cubicBezTo>
                        <a:pt x="108225" y="316689"/>
                        <a:pt x="272817" y="276105"/>
                        <a:pt x="353986" y="260416"/>
                      </a:cubicBezTo>
                      <a:cubicBezTo>
                        <a:pt x="435154" y="244727"/>
                        <a:pt x="607074" y="318756"/>
                        <a:pt x="639297" y="320823"/>
                      </a:cubicBezTo>
                      <a:cubicBezTo>
                        <a:pt x="639297" y="320823"/>
                        <a:pt x="651322" y="323172"/>
                        <a:pt x="660153" y="322984"/>
                      </a:cubicBezTo>
                      <a:cubicBezTo>
                        <a:pt x="669172" y="322796"/>
                        <a:pt x="681197" y="320823"/>
                        <a:pt x="681197" y="320823"/>
                      </a:cubicBezTo>
                      <a:close/>
                    </a:path>
                  </a:pathLst>
                </a:custGeom>
                <a:solidFill>
                  <a:srgbClr val="B5857D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5" name="Forme libre : forme 1214">
                  <a:extLst>
                    <a:ext uri="{FF2B5EF4-FFF2-40B4-BE49-F238E27FC236}">
                      <a16:creationId xmlns:a16="http://schemas.microsoft.com/office/drawing/2014/main" id="{6FC335F5-AF96-438C-929A-7F60D7DED23C}"/>
                    </a:ext>
                  </a:extLst>
                </p:cNvPr>
                <p:cNvSpPr/>
                <p:nvPr/>
              </p:nvSpPr>
              <p:spPr>
                <a:xfrm>
                  <a:off x="2931267" y="466813"/>
                  <a:ext cx="1320493" cy="1051617"/>
                </a:xfrm>
                <a:custGeom>
                  <a:avLst/>
                  <a:gdLst>
                    <a:gd name="connsiteX0" fmla="*/ 681197 w 1320493"/>
                    <a:gd name="connsiteY0" fmla="*/ 320823 h 1051617"/>
                    <a:gd name="connsiteX1" fmla="*/ 966508 w 1320493"/>
                    <a:gd name="connsiteY1" fmla="*/ 260416 h 1051617"/>
                    <a:gd name="connsiteX2" fmla="*/ 1242425 w 1320493"/>
                    <a:gd name="connsiteY2" fmla="*/ 686364 h 1051617"/>
                    <a:gd name="connsiteX3" fmla="*/ 1256517 w 1320493"/>
                    <a:gd name="connsiteY3" fmla="*/ 1038001 h 1051617"/>
                    <a:gd name="connsiteX4" fmla="*/ 1320494 w 1320493"/>
                    <a:gd name="connsiteY4" fmla="*/ 868523 h 1051617"/>
                    <a:gd name="connsiteX5" fmla="*/ 1258020 w 1320493"/>
                    <a:gd name="connsiteY5" fmla="*/ 375969 h 1051617"/>
                    <a:gd name="connsiteX6" fmla="*/ 674902 w 1320493"/>
                    <a:gd name="connsiteY6" fmla="*/ 0 h 1051617"/>
                    <a:gd name="connsiteX7" fmla="*/ 645592 w 1320493"/>
                    <a:gd name="connsiteY7" fmla="*/ 0 h 1051617"/>
                    <a:gd name="connsiteX8" fmla="*/ 62474 w 1320493"/>
                    <a:gd name="connsiteY8" fmla="*/ 375969 h 1051617"/>
                    <a:gd name="connsiteX9" fmla="*/ 0 w 1320493"/>
                    <a:gd name="connsiteY9" fmla="*/ 868523 h 1051617"/>
                    <a:gd name="connsiteX10" fmla="*/ 63977 w 1320493"/>
                    <a:gd name="connsiteY10" fmla="*/ 1038001 h 1051617"/>
                    <a:gd name="connsiteX11" fmla="*/ 78069 w 1320493"/>
                    <a:gd name="connsiteY11" fmla="*/ 686364 h 1051617"/>
                    <a:gd name="connsiteX12" fmla="*/ 353986 w 1320493"/>
                    <a:gd name="connsiteY12" fmla="*/ 260416 h 1051617"/>
                    <a:gd name="connsiteX13" fmla="*/ 639297 w 1320493"/>
                    <a:gd name="connsiteY13" fmla="*/ 320823 h 1051617"/>
                    <a:gd name="connsiteX14" fmla="*/ 660153 w 1320493"/>
                    <a:gd name="connsiteY14" fmla="*/ 322984 h 1051617"/>
                    <a:gd name="connsiteX15" fmla="*/ 681197 w 1320493"/>
                    <a:gd name="connsiteY15" fmla="*/ 320823 h 1051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320493" h="1051617">
                      <a:moveTo>
                        <a:pt x="681197" y="320823"/>
                      </a:moveTo>
                      <a:cubicBezTo>
                        <a:pt x="713514" y="318756"/>
                        <a:pt x="885340" y="244821"/>
                        <a:pt x="966508" y="260416"/>
                      </a:cubicBezTo>
                      <a:cubicBezTo>
                        <a:pt x="1047771" y="276011"/>
                        <a:pt x="1212269" y="316689"/>
                        <a:pt x="1242425" y="686364"/>
                      </a:cubicBezTo>
                      <a:cubicBezTo>
                        <a:pt x="1245901" y="729015"/>
                        <a:pt x="1241486" y="971112"/>
                        <a:pt x="1256517" y="1038001"/>
                      </a:cubicBezTo>
                      <a:cubicBezTo>
                        <a:pt x="1271548" y="1104984"/>
                        <a:pt x="1320494" y="904974"/>
                        <a:pt x="1320494" y="868523"/>
                      </a:cubicBezTo>
                      <a:cubicBezTo>
                        <a:pt x="1320494" y="832073"/>
                        <a:pt x="1287143" y="472826"/>
                        <a:pt x="1258020" y="375969"/>
                      </a:cubicBezTo>
                      <a:cubicBezTo>
                        <a:pt x="1228897" y="279111"/>
                        <a:pt x="1134107" y="11461"/>
                        <a:pt x="674902" y="0"/>
                      </a:cubicBezTo>
                      <a:lnTo>
                        <a:pt x="645592" y="0"/>
                      </a:lnTo>
                      <a:cubicBezTo>
                        <a:pt x="186387" y="11461"/>
                        <a:pt x="91597" y="279111"/>
                        <a:pt x="62474" y="375969"/>
                      </a:cubicBezTo>
                      <a:cubicBezTo>
                        <a:pt x="33351" y="472826"/>
                        <a:pt x="0" y="832073"/>
                        <a:pt x="0" y="868523"/>
                      </a:cubicBezTo>
                      <a:cubicBezTo>
                        <a:pt x="0" y="904974"/>
                        <a:pt x="48945" y="1104890"/>
                        <a:pt x="63977" y="1038001"/>
                      </a:cubicBezTo>
                      <a:cubicBezTo>
                        <a:pt x="79008" y="971018"/>
                        <a:pt x="74593" y="728921"/>
                        <a:pt x="78069" y="686364"/>
                      </a:cubicBezTo>
                      <a:cubicBezTo>
                        <a:pt x="108225" y="316689"/>
                        <a:pt x="272817" y="276105"/>
                        <a:pt x="353986" y="260416"/>
                      </a:cubicBezTo>
                      <a:cubicBezTo>
                        <a:pt x="435154" y="244727"/>
                        <a:pt x="607074" y="318756"/>
                        <a:pt x="639297" y="320823"/>
                      </a:cubicBezTo>
                      <a:cubicBezTo>
                        <a:pt x="639297" y="320823"/>
                        <a:pt x="651322" y="323172"/>
                        <a:pt x="660153" y="322984"/>
                      </a:cubicBezTo>
                      <a:cubicBezTo>
                        <a:pt x="669172" y="322796"/>
                        <a:pt x="681197" y="320823"/>
                        <a:pt x="681197" y="320823"/>
                      </a:cubicBezTo>
                      <a:close/>
                    </a:path>
                  </a:pathLst>
                </a:custGeom>
                <a:noFill/>
                <a:ln w="9389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6" name="Forme libre : forme 1215">
                  <a:extLst>
                    <a:ext uri="{FF2B5EF4-FFF2-40B4-BE49-F238E27FC236}">
                      <a16:creationId xmlns:a16="http://schemas.microsoft.com/office/drawing/2014/main" id="{4570B2E2-6996-417B-8488-9B37B961F156}"/>
                    </a:ext>
                  </a:extLst>
                </p:cNvPr>
                <p:cNvSpPr/>
                <p:nvPr/>
              </p:nvSpPr>
              <p:spPr>
                <a:xfrm>
                  <a:off x="3755552" y="1464699"/>
                  <a:ext cx="260647" cy="24065"/>
                </a:xfrm>
                <a:custGeom>
                  <a:avLst/>
                  <a:gdLst>
                    <a:gd name="connsiteX0" fmla="*/ 742 w 260647"/>
                    <a:gd name="connsiteY0" fmla="*/ 18413 h 24065"/>
                    <a:gd name="connsiteX1" fmla="*/ 68947 w 260647"/>
                    <a:gd name="connsiteY1" fmla="*/ 15125 h 24065"/>
                    <a:gd name="connsiteX2" fmla="*/ 259280 w 260647"/>
                    <a:gd name="connsiteY2" fmla="*/ 0 h 24065"/>
                    <a:gd name="connsiteX3" fmla="*/ 242181 w 260647"/>
                    <a:gd name="connsiteY3" fmla="*/ 14655 h 24065"/>
                    <a:gd name="connsiteX4" fmla="*/ 68947 w 260647"/>
                    <a:gd name="connsiteY4" fmla="*/ 22641 h 24065"/>
                    <a:gd name="connsiteX5" fmla="*/ 742 w 260647"/>
                    <a:gd name="connsiteY5" fmla="*/ 18413 h 24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0647" h="24065">
                      <a:moveTo>
                        <a:pt x="742" y="18413"/>
                      </a:moveTo>
                      <a:cubicBezTo>
                        <a:pt x="-7149" y="11931"/>
                        <a:pt x="50063" y="12025"/>
                        <a:pt x="68947" y="15125"/>
                      </a:cubicBezTo>
                      <a:cubicBezTo>
                        <a:pt x="87923" y="18131"/>
                        <a:pt x="219071" y="19635"/>
                        <a:pt x="259280" y="0"/>
                      </a:cubicBezTo>
                      <a:cubicBezTo>
                        <a:pt x="259280" y="0"/>
                        <a:pt x="267829" y="5449"/>
                        <a:pt x="242181" y="14655"/>
                      </a:cubicBezTo>
                      <a:cubicBezTo>
                        <a:pt x="216534" y="23862"/>
                        <a:pt x="82099" y="25835"/>
                        <a:pt x="68947" y="22641"/>
                      </a:cubicBezTo>
                      <a:cubicBezTo>
                        <a:pt x="55888" y="19353"/>
                        <a:pt x="14177" y="29405"/>
                        <a:pt x="742" y="18413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1217" name="Graphique 1174">
                  <a:extLst>
                    <a:ext uri="{FF2B5EF4-FFF2-40B4-BE49-F238E27FC236}">
                      <a16:creationId xmlns:a16="http://schemas.microsoft.com/office/drawing/2014/main" id="{64B2F26F-A347-4CB2-BB60-BBBC995AF829}"/>
                    </a:ext>
                  </a:extLst>
                </p:cNvPr>
                <p:cNvGrpSpPr/>
                <p:nvPr/>
              </p:nvGrpSpPr>
              <p:grpSpPr>
                <a:xfrm>
                  <a:off x="3799315" y="1466672"/>
                  <a:ext cx="248772" cy="68392"/>
                  <a:chOff x="3799315" y="1466672"/>
                  <a:chExt cx="248772" cy="68392"/>
                </a:xfrm>
                <a:solidFill>
                  <a:srgbClr val="333333"/>
                </a:solidFill>
              </p:grpSpPr>
              <p:sp>
                <p:nvSpPr>
                  <p:cNvPr id="1218" name="Forme libre : forme 1217">
                    <a:extLst>
                      <a:ext uri="{FF2B5EF4-FFF2-40B4-BE49-F238E27FC236}">
                        <a16:creationId xmlns:a16="http://schemas.microsoft.com/office/drawing/2014/main" id="{A2F39174-CB5C-46D8-9786-447C5FCF90B9}"/>
                      </a:ext>
                    </a:extLst>
                  </p:cNvPr>
                  <p:cNvSpPr/>
                  <p:nvPr/>
                </p:nvSpPr>
                <p:spPr>
                  <a:xfrm>
                    <a:off x="4006940" y="1466672"/>
                    <a:ext cx="41147" cy="13953"/>
                  </a:xfrm>
                  <a:custGeom>
                    <a:avLst/>
                    <a:gdLst>
                      <a:gd name="connsiteX0" fmla="*/ 0 w 41147"/>
                      <a:gd name="connsiteY0" fmla="*/ 4134 h 13953"/>
                      <a:gd name="connsiteX1" fmla="*/ 20292 w 41147"/>
                      <a:gd name="connsiteY1" fmla="*/ 13340 h 13953"/>
                      <a:gd name="connsiteX2" fmla="*/ 31002 w 41147"/>
                      <a:gd name="connsiteY2" fmla="*/ 13904 h 13953"/>
                      <a:gd name="connsiteX3" fmla="*/ 41148 w 41147"/>
                      <a:gd name="connsiteY3" fmla="*/ 11180 h 13953"/>
                      <a:gd name="connsiteX4" fmla="*/ 31002 w 41147"/>
                      <a:gd name="connsiteY4" fmla="*/ 12213 h 13953"/>
                      <a:gd name="connsiteX5" fmla="*/ 20950 w 41147"/>
                      <a:gd name="connsiteY5" fmla="*/ 10146 h 13953"/>
                      <a:gd name="connsiteX6" fmla="*/ 5073 w 41147"/>
                      <a:gd name="connsiteY6" fmla="*/ 0 h 13953"/>
                      <a:gd name="connsiteX7" fmla="*/ 0 w 41147"/>
                      <a:gd name="connsiteY7" fmla="*/ 4134 h 13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1147" h="13953">
                        <a:moveTo>
                          <a:pt x="0" y="4134"/>
                        </a:moveTo>
                        <a:cubicBezTo>
                          <a:pt x="5637" y="10146"/>
                          <a:pt x="13246" y="12495"/>
                          <a:pt x="20292" y="13340"/>
                        </a:cubicBezTo>
                        <a:cubicBezTo>
                          <a:pt x="23862" y="13716"/>
                          <a:pt x="27338" y="14092"/>
                          <a:pt x="31002" y="13904"/>
                        </a:cubicBezTo>
                        <a:cubicBezTo>
                          <a:pt x="34666" y="14186"/>
                          <a:pt x="38048" y="12683"/>
                          <a:pt x="41148" y="11180"/>
                        </a:cubicBezTo>
                        <a:cubicBezTo>
                          <a:pt x="37766" y="12213"/>
                          <a:pt x="34384" y="13058"/>
                          <a:pt x="31002" y="12213"/>
                        </a:cubicBezTo>
                        <a:cubicBezTo>
                          <a:pt x="27714" y="11931"/>
                          <a:pt x="24238" y="10992"/>
                          <a:pt x="20950" y="10146"/>
                        </a:cubicBezTo>
                        <a:cubicBezTo>
                          <a:pt x="14467" y="8361"/>
                          <a:pt x="8361" y="4979"/>
                          <a:pt x="5073" y="0"/>
                        </a:cubicBezTo>
                        <a:lnTo>
                          <a:pt x="0" y="413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19" name="Forme libre : forme 1218">
                    <a:extLst>
                      <a:ext uri="{FF2B5EF4-FFF2-40B4-BE49-F238E27FC236}">
                        <a16:creationId xmlns:a16="http://schemas.microsoft.com/office/drawing/2014/main" id="{396FA485-8C09-46F8-A548-3D7A868D191E}"/>
                      </a:ext>
                    </a:extLst>
                  </p:cNvPr>
                  <p:cNvSpPr/>
                  <p:nvPr/>
                </p:nvSpPr>
                <p:spPr>
                  <a:xfrm>
                    <a:off x="3799315" y="1481234"/>
                    <a:ext cx="13252" cy="29874"/>
                  </a:xfrm>
                  <a:custGeom>
                    <a:avLst/>
                    <a:gdLst>
                      <a:gd name="connsiteX0" fmla="*/ 7991 w 13252"/>
                      <a:gd name="connsiteY0" fmla="*/ 0 h 29874"/>
                      <a:gd name="connsiteX1" fmla="*/ 1791 w 13252"/>
                      <a:gd name="connsiteY1" fmla="*/ 15031 h 29874"/>
                      <a:gd name="connsiteX2" fmla="*/ 6 w 13252"/>
                      <a:gd name="connsiteY2" fmla="*/ 23017 h 29874"/>
                      <a:gd name="connsiteX3" fmla="*/ 3858 w 13252"/>
                      <a:gd name="connsiteY3" fmla="*/ 29875 h 29874"/>
                      <a:gd name="connsiteX4" fmla="*/ 1791 w 13252"/>
                      <a:gd name="connsiteY4" fmla="*/ 23111 h 29874"/>
                      <a:gd name="connsiteX5" fmla="*/ 4985 w 13252"/>
                      <a:gd name="connsiteY5" fmla="*/ 16440 h 29874"/>
                      <a:gd name="connsiteX6" fmla="*/ 13252 w 13252"/>
                      <a:gd name="connsiteY6" fmla="*/ 3946 h 29874"/>
                      <a:gd name="connsiteX7" fmla="*/ 7991 w 13252"/>
                      <a:gd name="connsiteY7" fmla="*/ 0 h 29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252" h="29874">
                        <a:moveTo>
                          <a:pt x="7991" y="0"/>
                        </a:moveTo>
                        <a:cubicBezTo>
                          <a:pt x="4797" y="5167"/>
                          <a:pt x="3576" y="10146"/>
                          <a:pt x="1791" y="15031"/>
                        </a:cubicBezTo>
                        <a:cubicBezTo>
                          <a:pt x="945" y="17380"/>
                          <a:pt x="-88" y="20198"/>
                          <a:pt x="6" y="23017"/>
                        </a:cubicBezTo>
                        <a:cubicBezTo>
                          <a:pt x="6" y="25835"/>
                          <a:pt x="1415" y="28747"/>
                          <a:pt x="3858" y="29875"/>
                        </a:cubicBezTo>
                        <a:cubicBezTo>
                          <a:pt x="1791" y="28184"/>
                          <a:pt x="1321" y="25459"/>
                          <a:pt x="1791" y="23111"/>
                        </a:cubicBezTo>
                        <a:cubicBezTo>
                          <a:pt x="2261" y="20762"/>
                          <a:pt x="3576" y="18695"/>
                          <a:pt x="4985" y="16440"/>
                        </a:cubicBezTo>
                        <a:cubicBezTo>
                          <a:pt x="7710" y="11931"/>
                          <a:pt x="10152" y="7140"/>
                          <a:pt x="13252" y="3946"/>
                        </a:cubicBezTo>
                        <a:lnTo>
                          <a:pt x="7991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20" name="Forme libre : forme 1219">
                    <a:extLst>
                      <a:ext uri="{FF2B5EF4-FFF2-40B4-BE49-F238E27FC236}">
                        <a16:creationId xmlns:a16="http://schemas.microsoft.com/office/drawing/2014/main" id="{709ABF98-A958-48D8-B5DF-D4601EFDE92F}"/>
                      </a:ext>
                    </a:extLst>
                  </p:cNvPr>
                  <p:cNvSpPr/>
                  <p:nvPr/>
                </p:nvSpPr>
                <p:spPr>
                  <a:xfrm>
                    <a:off x="3819387" y="1484334"/>
                    <a:ext cx="10654" cy="25741"/>
                  </a:xfrm>
                  <a:custGeom>
                    <a:avLst/>
                    <a:gdLst>
                      <a:gd name="connsiteX0" fmla="*/ 4454 w 10654"/>
                      <a:gd name="connsiteY0" fmla="*/ 0 h 25741"/>
                      <a:gd name="connsiteX1" fmla="*/ 38 w 10654"/>
                      <a:gd name="connsiteY1" fmla="*/ 13246 h 25741"/>
                      <a:gd name="connsiteX2" fmla="*/ 2763 w 10654"/>
                      <a:gd name="connsiteY2" fmla="*/ 20574 h 25741"/>
                      <a:gd name="connsiteX3" fmla="*/ 7554 w 10654"/>
                      <a:gd name="connsiteY3" fmla="*/ 25741 h 25741"/>
                      <a:gd name="connsiteX4" fmla="*/ 4078 w 10654"/>
                      <a:gd name="connsiteY4" fmla="*/ 19635 h 25741"/>
                      <a:gd name="connsiteX5" fmla="*/ 3232 w 10654"/>
                      <a:gd name="connsiteY5" fmla="*/ 13810 h 25741"/>
                      <a:gd name="connsiteX6" fmla="*/ 10654 w 10654"/>
                      <a:gd name="connsiteY6" fmla="*/ 1785 h 25741"/>
                      <a:gd name="connsiteX7" fmla="*/ 4454 w 10654"/>
                      <a:gd name="connsiteY7" fmla="*/ 0 h 25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654" h="25741">
                        <a:moveTo>
                          <a:pt x="4454" y="0"/>
                        </a:moveTo>
                        <a:cubicBezTo>
                          <a:pt x="4266" y="3382"/>
                          <a:pt x="508" y="7704"/>
                          <a:pt x="38" y="13246"/>
                        </a:cubicBezTo>
                        <a:cubicBezTo>
                          <a:pt x="-244" y="16065"/>
                          <a:pt x="1072" y="18883"/>
                          <a:pt x="2763" y="20574"/>
                        </a:cubicBezTo>
                        <a:cubicBezTo>
                          <a:pt x="4454" y="22359"/>
                          <a:pt x="6239" y="23768"/>
                          <a:pt x="7554" y="25741"/>
                        </a:cubicBezTo>
                        <a:cubicBezTo>
                          <a:pt x="6708" y="23486"/>
                          <a:pt x="5205" y="21607"/>
                          <a:pt x="4078" y="19635"/>
                        </a:cubicBezTo>
                        <a:cubicBezTo>
                          <a:pt x="2950" y="17662"/>
                          <a:pt x="2575" y="15689"/>
                          <a:pt x="3232" y="13810"/>
                        </a:cubicBezTo>
                        <a:cubicBezTo>
                          <a:pt x="4360" y="9864"/>
                          <a:pt x="8305" y="7422"/>
                          <a:pt x="10654" y="1785"/>
                        </a:cubicBezTo>
                        <a:lnTo>
                          <a:pt x="4454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21" name="Forme libre : forme 1220">
                    <a:extLst>
                      <a:ext uri="{FF2B5EF4-FFF2-40B4-BE49-F238E27FC236}">
                        <a16:creationId xmlns:a16="http://schemas.microsoft.com/office/drawing/2014/main" id="{2A487382-A126-43B2-9468-1C9FA6E72244}"/>
                      </a:ext>
                    </a:extLst>
                  </p:cNvPr>
                  <p:cNvSpPr/>
                  <p:nvPr/>
                </p:nvSpPr>
                <p:spPr>
                  <a:xfrm>
                    <a:off x="4000458" y="1473718"/>
                    <a:ext cx="36640" cy="22627"/>
                  </a:xfrm>
                  <a:custGeom>
                    <a:avLst/>
                    <a:gdLst>
                      <a:gd name="connsiteX0" fmla="*/ 0 w 36640"/>
                      <a:gd name="connsiteY0" fmla="*/ 0 h 22627"/>
                      <a:gd name="connsiteX1" fmla="*/ 5261 w 36640"/>
                      <a:gd name="connsiteY1" fmla="*/ 12119 h 22627"/>
                      <a:gd name="connsiteX2" fmla="*/ 15783 w 36640"/>
                      <a:gd name="connsiteY2" fmla="*/ 17944 h 22627"/>
                      <a:gd name="connsiteX3" fmla="*/ 26587 w 36640"/>
                      <a:gd name="connsiteY3" fmla="*/ 21514 h 22627"/>
                      <a:gd name="connsiteX4" fmla="*/ 32223 w 36640"/>
                      <a:gd name="connsiteY4" fmla="*/ 22547 h 22627"/>
                      <a:gd name="connsiteX5" fmla="*/ 36639 w 36640"/>
                      <a:gd name="connsiteY5" fmla="*/ 19822 h 22627"/>
                      <a:gd name="connsiteX6" fmla="*/ 32317 w 36640"/>
                      <a:gd name="connsiteY6" fmla="*/ 21701 h 22627"/>
                      <a:gd name="connsiteX7" fmla="*/ 27056 w 36640"/>
                      <a:gd name="connsiteY7" fmla="*/ 19822 h 22627"/>
                      <a:gd name="connsiteX8" fmla="*/ 17192 w 36640"/>
                      <a:gd name="connsiteY8" fmla="*/ 14843 h 22627"/>
                      <a:gd name="connsiteX9" fmla="*/ 8925 w 36640"/>
                      <a:gd name="connsiteY9" fmla="*/ 8549 h 22627"/>
                      <a:gd name="connsiteX10" fmla="*/ 6576 w 36640"/>
                      <a:gd name="connsiteY10" fmla="*/ 0 h 22627"/>
                      <a:gd name="connsiteX11" fmla="*/ 0 w 36640"/>
                      <a:gd name="connsiteY11" fmla="*/ 0 h 22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6640" h="22627">
                        <a:moveTo>
                          <a:pt x="0" y="0"/>
                        </a:moveTo>
                        <a:cubicBezTo>
                          <a:pt x="470" y="4885"/>
                          <a:pt x="1973" y="8455"/>
                          <a:pt x="5261" y="12119"/>
                        </a:cubicBezTo>
                        <a:cubicBezTo>
                          <a:pt x="8549" y="15125"/>
                          <a:pt x="12213" y="16534"/>
                          <a:pt x="15783" y="17944"/>
                        </a:cubicBezTo>
                        <a:cubicBezTo>
                          <a:pt x="19353" y="19353"/>
                          <a:pt x="22923" y="20574"/>
                          <a:pt x="26587" y="21514"/>
                        </a:cubicBezTo>
                        <a:cubicBezTo>
                          <a:pt x="28465" y="21983"/>
                          <a:pt x="30250" y="22359"/>
                          <a:pt x="32223" y="22547"/>
                        </a:cubicBezTo>
                        <a:cubicBezTo>
                          <a:pt x="34008" y="22923"/>
                          <a:pt x="36733" y="21983"/>
                          <a:pt x="36639" y="19822"/>
                        </a:cubicBezTo>
                        <a:cubicBezTo>
                          <a:pt x="36263" y="21889"/>
                          <a:pt x="33914" y="22265"/>
                          <a:pt x="32317" y="21701"/>
                        </a:cubicBezTo>
                        <a:cubicBezTo>
                          <a:pt x="30532" y="21232"/>
                          <a:pt x="28841" y="20574"/>
                          <a:pt x="27056" y="19822"/>
                        </a:cubicBezTo>
                        <a:cubicBezTo>
                          <a:pt x="23674" y="18413"/>
                          <a:pt x="20386" y="16722"/>
                          <a:pt x="17192" y="14843"/>
                        </a:cubicBezTo>
                        <a:cubicBezTo>
                          <a:pt x="13998" y="12964"/>
                          <a:pt x="10898" y="10992"/>
                          <a:pt x="8925" y="8549"/>
                        </a:cubicBezTo>
                        <a:cubicBezTo>
                          <a:pt x="7328" y="6482"/>
                          <a:pt x="6294" y="2630"/>
                          <a:pt x="6576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22" name="Forme libre : forme 1221">
                    <a:extLst>
                      <a:ext uri="{FF2B5EF4-FFF2-40B4-BE49-F238E27FC236}">
                        <a16:creationId xmlns:a16="http://schemas.microsoft.com/office/drawing/2014/main" id="{84DC84D3-87BC-48C3-9716-0DD42F88CD39}"/>
                      </a:ext>
                    </a:extLst>
                  </p:cNvPr>
                  <p:cNvSpPr/>
                  <p:nvPr/>
                </p:nvSpPr>
                <p:spPr>
                  <a:xfrm>
                    <a:off x="3887771" y="1483230"/>
                    <a:ext cx="28418" cy="51834"/>
                  </a:xfrm>
                  <a:custGeom>
                    <a:avLst/>
                    <a:gdLst>
                      <a:gd name="connsiteX0" fmla="*/ 6247 w 28418"/>
                      <a:gd name="connsiteY0" fmla="*/ 2325 h 51834"/>
                      <a:gd name="connsiteX1" fmla="*/ 6247 w 28418"/>
                      <a:gd name="connsiteY1" fmla="*/ 5237 h 51834"/>
                      <a:gd name="connsiteX2" fmla="*/ 4932 w 28418"/>
                      <a:gd name="connsiteY2" fmla="*/ 6459 h 51834"/>
                      <a:gd name="connsiteX3" fmla="*/ 2208 w 28418"/>
                      <a:gd name="connsiteY3" fmla="*/ 6177 h 51834"/>
                      <a:gd name="connsiteX4" fmla="*/ 1080 w 28418"/>
                      <a:gd name="connsiteY4" fmla="*/ 4016 h 51834"/>
                      <a:gd name="connsiteX5" fmla="*/ 892 w 28418"/>
                      <a:gd name="connsiteY5" fmla="*/ 5801 h 51834"/>
                      <a:gd name="connsiteX6" fmla="*/ 705 w 28418"/>
                      <a:gd name="connsiteY6" fmla="*/ 9747 h 51834"/>
                      <a:gd name="connsiteX7" fmla="*/ 1080 w 28418"/>
                      <a:gd name="connsiteY7" fmla="*/ 17638 h 51834"/>
                      <a:gd name="connsiteX8" fmla="*/ 5402 w 28418"/>
                      <a:gd name="connsiteY8" fmla="*/ 32763 h 51834"/>
                      <a:gd name="connsiteX9" fmla="*/ 28418 w 28418"/>
                      <a:gd name="connsiteY9" fmla="*/ 51834 h 51834"/>
                      <a:gd name="connsiteX10" fmla="*/ 8408 w 28418"/>
                      <a:gd name="connsiteY10" fmla="*/ 31448 h 51834"/>
                      <a:gd name="connsiteX11" fmla="*/ 5966 w 28418"/>
                      <a:gd name="connsiteY11" fmla="*/ 17262 h 51834"/>
                      <a:gd name="connsiteX12" fmla="*/ 6341 w 28418"/>
                      <a:gd name="connsiteY12" fmla="*/ 10029 h 51834"/>
                      <a:gd name="connsiteX13" fmla="*/ 6905 w 28418"/>
                      <a:gd name="connsiteY13" fmla="*/ 6459 h 51834"/>
                      <a:gd name="connsiteX14" fmla="*/ 7281 w 28418"/>
                      <a:gd name="connsiteY14" fmla="*/ 4580 h 51834"/>
                      <a:gd name="connsiteX15" fmla="*/ 5684 w 28418"/>
                      <a:gd name="connsiteY15" fmla="*/ 634 h 51834"/>
                      <a:gd name="connsiteX16" fmla="*/ 2020 w 28418"/>
                      <a:gd name="connsiteY16" fmla="*/ 352 h 51834"/>
                      <a:gd name="connsiteX17" fmla="*/ 423 w 28418"/>
                      <a:gd name="connsiteY17" fmla="*/ 1855 h 51834"/>
                      <a:gd name="connsiteX18" fmla="*/ 423 w 28418"/>
                      <a:gd name="connsiteY18" fmla="*/ 5237 h 51834"/>
                      <a:gd name="connsiteX19" fmla="*/ 6247 w 28418"/>
                      <a:gd name="connsiteY19" fmla="*/ 2325 h 51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8418" h="51834">
                        <a:moveTo>
                          <a:pt x="6247" y="2325"/>
                        </a:moveTo>
                        <a:cubicBezTo>
                          <a:pt x="6717" y="2983"/>
                          <a:pt x="6717" y="4486"/>
                          <a:pt x="6247" y="5237"/>
                        </a:cubicBezTo>
                        <a:cubicBezTo>
                          <a:pt x="5778" y="5989"/>
                          <a:pt x="5308" y="6271"/>
                          <a:pt x="4932" y="6459"/>
                        </a:cubicBezTo>
                        <a:cubicBezTo>
                          <a:pt x="4274" y="6741"/>
                          <a:pt x="3429" y="6928"/>
                          <a:pt x="2208" y="6177"/>
                        </a:cubicBezTo>
                        <a:cubicBezTo>
                          <a:pt x="517" y="4674"/>
                          <a:pt x="1174" y="3922"/>
                          <a:pt x="1080" y="4016"/>
                        </a:cubicBezTo>
                        <a:lnTo>
                          <a:pt x="892" y="5801"/>
                        </a:lnTo>
                        <a:lnTo>
                          <a:pt x="705" y="9747"/>
                        </a:lnTo>
                        <a:cubicBezTo>
                          <a:pt x="705" y="12377"/>
                          <a:pt x="799" y="15008"/>
                          <a:pt x="1080" y="17638"/>
                        </a:cubicBezTo>
                        <a:cubicBezTo>
                          <a:pt x="1738" y="22899"/>
                          <a:pt x="3053" y="28066"/>
                          <a:pt x="5402" y="32763"/>
                        </a:cubicBezTo>
                        <a:cubicBezTo>
                          <a:pt x="9911" y="42158"/>
                          <a:pt x="18460" y="49767"/>
                          <a:pt x="28418" y="51834"/>
                        </a:cubicBezTo>
                        <a:cubicBezTo>
                          <a:pt x="18742" y="48734"/>
                          <a:pt x="11602" y="40467"/>
                          <a:pt x="8408" y="31448"/>
                        </a:cubicBezTo>
                        <a:cubicBezTo>
                          <a:pt x="6811" y="26845"/>
                          <a:pt x="6059" y="22054"/>
                          <a:pt x="5966" y="17262"/>
                        </a:cubicBezTo>
                        <a:cubicBezTo>
                          <a:pt x="5966" y="14820"/>
                          <a:pt x="6059" y="12471"/>
                          <a:pt x="6341" y="10029"/>
                        </a:cubicBezTo>
                        <a:lnTo>
                          <a:pt x="6905" y="6459"/>
                        </a:lnTo>
                        <a:lnTo>
                          <a:pt x="7281" y="4580"/>
                        </a:lnTo>
                        <a:cubicBezTo>
                          <a:pt x="7187" y="4016"/>
                          <a:pt x="7844" y="2513"/>
                          <a:pt x="5684" y="634"/>
                        </a:cubicBezTo>
                        <a:cubicBezTo>
                          <a:pt x="4181" y="-305"/>
                          <a:pt x="2959" y="-23"/>
                          <a:pt x="2020" y="352"/>
                        </a:cubicBezTo>
                        <a:cubicBezTo>
                          <a:pt x="1550" y="634"/>
                          <a:pt x="892" y="916"/>
                          <a:pt x="423" y="1855"/>
                        </a:cubicBezTo>
                        <a:cubicBezTo>
                          <a:pt x="-141" y="2701"/>
                          <a:pt x="-141" y="4486"/>
                          <a:pt x="423" y="5237"/>
                        </a:cubicBezTo>
                        <a:lnTo>
                          <a:pt x="6247" y="232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23" name="Forme libre : forme 1222">
                    <a:extLst>
                      <a:ext uri="{FF2B5EF4-FFF2-40B4-BE49-F238E27FC236}">
                        <a16:creationId xmlns:a16="http://schemas.microsoft.com/office/drawing/2014/main" id="{CAE379DC-7C32-4369-9FC2-A85F2A2F8CAC}"/>
                      </a:ext>
                    </a:extLst>
                  </p:cNvPr>
                  <p:cNvSpPr/>
                  <p:nvPr/>
                </p:nvSpPr>
                <p:spPr>
                  <a:xfrm>
                    <a:off x="3965040" y="1481421"/>
                    <a:ext cx="44155" cy="44717"/>
                  </a:xfrm>
                  <a:custGeom>
                    <a:avLst/>
                    <a:gdLst>
                      <a:gd name="connsiteX0" fmla="*/ 1 w 44155"/>
                      <a:gd name="connsiteY0" fmla="*/ 0 h 44717"/>
                      <a:gd name="connsiteX1" fmla="*/ 15408 w 44155"/>
                      <a:gd name="connsiteY1" fmla="*/ 29593 h 44717"/>
                      <a:gd name="connsiteX2" fmla="*/ 44155 w 44155"/>
                      <a:gd name="connsiteY2" fmla="*/ 44718 h 44717"/>
                      <a:gd name="connsiteX3" fmla="*/ 17663 w 44155"/>
                      <a:gd name="connsiteY3" fmla="*/ 27150 h 44717"/>
                      <a:gd name="connsiteX4" fmla="*/ 6577 w 44155"/>
                      <a:gd name="connsiteY4" fmla="*/ 376 h 44717"/>
                      <a:gd name="connsiteX5" fmla="*/ 1 w 44155"/>
                      <a:gd name="connsiteY5" fmla="*/ 0 h 44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4155" h="44717">
                        <a:moveTo>
                          <a:pt x="1" y="0"/>
                        </a:moveTo>
                        <a:cubicBezTo>
                          <a:pt x="-93" y="12307"/>
                          <a:pt x="6953" y="22641"/>
                          <a:pt x="15408" y="29593"/>
                        </a:cubicBezTo>
                        <a:cubicBezTo>
                          <a:pt x="24051" y="36639"/>
                          <a:pt x="34197" y="40678"/>
                          <a:pt x="44155" y="44718"/>
                        </a:cubicBezTo>
                        <a:cubicBezTo>
                          <a:pt x="34667" y="39739"/>
                          <a:pt x="25084" y="34572"/>
                          <a:pt x="17663" y="27150"/>
                        </a:cubicBezTo>
                        <a:cubicBezTo>
                          <a:pt x="10335" y="19916"/>
                          <a:pt x="5450" y="9864"/>
                          <a:pt x="6577" y="376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24" name="Forme libre : forme 1223">
                    <a:extLst>
                      <a:ext uri="{FF2B5EF4-FFF2-40B4-BE49-F238E27FC236}">
                        <a16:creationId xmlns:a16="http://schemas.microsoft.com/office/drawing/2014/main" id="{43EC34A5-DFEA-47D7-8ACA-0B0CB7E31887}"/>
                      </a:ext>
                    </a:extLst>
                  </p:cNvPr>
                  <p:cNvSpPr/>
                  <p:nvPr/>
                </p:nvSpPr>
                <p:spPr>
                  <a:xfrm>
                    <a:off x="3980811" y="1478791"/>
                    <a:ext cx="48957" cy="25640"/>
                  </a:xfrm>
                  <a:custGeom>
                    <a:avLst/>
                    <a:gdLst>
                      <a:gd name="connsiteX0" fmla="*/ 12 w 48957"/>
                      <a:gd name="connsiteY0" fmla="*/ 0 h 25640"/>
                      <a:gd name="connsiteX1" fmla="*/ 3112 w 48957"/>
                      <a:gd name="connsiteY1" fmla="*/ 8549 h 25640"/>
                      <a:gd name="connsiteX2" fmla="*/ 8091 w 48957"/>
                      <a:gd name="connsiteY2" fmla="*/ 14374 h 25640"/>
                      <a:gd name="connsiteX3" fmla="*/ 20492 w 48957"/>
                      <a:gd name="connsiteY3" fmla="*/ 22641 h 25640"/>
                      <a:gd name="connsiteX4" fmla="*/ 48957 w 48957"/>
                      <a:gd name="connsiteY4" fmla="*/ 23204 h 25640"/>
                      <a:gd name="connsiteX5" fmla="*/ 21995 w 48957"/>
                      <a:gd name="connsiteY5" fmla="*/ 19635 h 25640"/>
                      <a:gd name="connsiteX6" fmla="*/ 11755 w 48957"/>
                      <a:gd name="connsiteY6" fmla="*/ 10992 h 25640"/>
                      <a:gd name="connsiteX7" fmla="*/ 8091 w 48957"/>
                      <a:gd name="connsiteY7" fmla="*/ 5543 h 25640"/>
                      <a:gd name="connsiteX8" fmla="*/ 6588 w 48957"/>
                      <a:gd name="connsiteY8" fmla="*/ 845 h 25640"/>
                      <a:gd name="connsiteX9" fmla="*/ 12 w 48957"/>
                      <a:gd name="connsiteY9" fmla="*/ 0 h 25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8957" h="25640">
                        <a:moveTo>
                          <a:pt x="12" y="0"/>
                        </a:moveTo>
                        <a:cubicBezTo>
                          <a:pt x="-176" y="4134"/>
                          <a:pt x="1891" y="6482"/>
                          <a:pt x="3112" y="8549"/>
                        </a:cubicBezTo>
                        <a:cubicBezTo>
                          <a:pt x="4615" y="10616"/>
                          <a:pt x="6212" y="12589"/>
                          <a:pt x="8091" y="14374"/>
                        </a:cubicBezTo>
                        <a:cubicBezTo>
                          <a:pt x="11755" y="17944"/>
                          <a:pt x="15983" y="20762"/>
                          <a:pt x="20492" y="22641"/>
                        </a:cubicBezTo>
                        <a:cubicBezTo>
                          <a:pt x="29699" y="26492"/>
                          <a:pt x="40033" y="26587"/>
                          <a:pt x="48957" y="23204"/>
                        </a:cubicBezTo>
                        <a:cubicBezTo>
                          <a:pt x="39751" y="25459"/>
                          <a:pt x="29886" y="24144"/>
                          <a:pt x="21995" y="19635"/>
                        </a:cubicBezTo>
                        <a:cubicBezTo>
                          <a:pt x="18049" y="17380"/>
                          <a:pt x="14573" y="14467"/>
                          <a:pt x="11755" y="10992"/>
                        </a:cubicBezTo>
                        <a:cubicBezTo>
                          <a:pt x="10346" y="9300"/>
                          <a:pt x="9125" y="7422"/>
                          <a:pt x="8091" y="5543"/>
                        </a:cubicBezTo>
                        <a:cubicBezTo>
                          <a:pt x="6964" y="3570"/>
                          <a:pt x="6306" y="1597"/>
                          <a:pt x="6588" y="845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25" name="Forme libre : forme 1224">
                    <a:extLst>
                      <a:ext uri="{FF2B5EF4-FFF2-40B4-BE49-F238E27FC236}">
                        <a16:creationId xmlns:a16="http://schemas.microsoft.com/office/drawing/2014/main" id="{4AA663B7-452F-4A13-8FA9-11094A7F8E65}"/>
                      </a:ext>
                    </a:extLst>
                  </p:cNvPr>
                  <p:cNvSpPr/>
                  <p:nvPr/>
                </p:nvSpPr>
                <p:spPr>
                  <a:xfrm>
                    <a:off x="3917168" y="1484897"/>
                    <a:ext cx="27392" cy="45187"/>
                  </a:xfrm>
                  <a:custGeom>
                    <a:avLst/>
                    <a:gdLst>
                      <a:gd name="connsiteX0" fmla="*/ 148 w 27392"/>
                      <a:gd name="connsiteY0" fmla="*/ 0 h 45187"/>
                      <a:gd name="connsiteX1" fmla="*/ 5409 w 27392"/>
                      <a:gd name="connsiteY1" fmla="*/ 28184 h 45187"/>
                      <a:gd name="connsiteX2" fmla="*/ 27392 w 27392"/>
                      <a:gd name="connsiteY2" fmla="*/ 45188 h 45187"/>
                      <a:gd name="connsiteX3" fmla="*/ 8227 w 27392"/>
                      <a:gd name="connsiteY3" fmla="*/ 26587 h 45187"/>
                      <a:gd name="connsiteX4" fmla="*/ 6630 w 27392"/>
                      <a:gd name="connsiteY4" fmla="*/ 658 h 45187"/>
                      <a:gd name="connsiteX5" fmla="*/ 148 w 27392"/>
                      <a:gd name="connsiteY5" fmla="*/ 0 h 45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392" h="45187">
                        <a:moveTo>
                          <a:pt x="148" y="0"/>
                        </a:moveTo>
                        <a:cubicBezTo>
                          <a:pt x="-322" y="9301"/>
                          <a:pt x="54" y="19729"/>
                          <a:pt x="5409" y="28184"/>
                        </a:cubicBezTo>
                        <a:cubicBezTo>
                          <a:pt x="10576" y="36545"/>
                          <a:pt x="18843" y="41900"/>
                          <a:pt x="27392" y="45188"/>
                        </a:cubicBezTo>
                        <a:cubicBezTo>
                          <a:pt x="19219" y="40960"/>
                          <a:pt x="11985" y="34666"/>
                          <a:pt x="8227" y="26587"/>
                        </a:cubicBezTo>
                        <a:cubicBezTo>
                          <a:pt x="4469" y="18601"/>
                          <a:pt x="5127" y="9489"/>
                          <a:pt x="6630" y="658"/>
                        </a:cubicBezTo>
                        <a:lnTo>
                          <a:pt x="148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26" name="Forme libre : forme 1225">
                    <a:extLst>
                      <a:ext uri="{FF2B5EF4-FFF2-40B4-BE49-F238E27FC236}">
                        <a16:creationId xmlns:a16="http://schemas.microsoft.com/office/drawing/2014/main" id="{0E0418E2-74B5-41D0-97F2-3B3E8F57EA80}"/>
                      </a:ext>
                    </a:extLst>
                  </p:cNvPr>
                  <p:cNvSpPr/>
                  <p:nvPr/>
                </p:nvSpPr>
                <p:spPr>
                  <a:xfrm>
                    <a:off x="3947285" y="1484240"/>
                    <a:ext cx="37766" cy="40490"/>
                  </a:xfrm>
                  <a:custGeom>
                    <a:avLst/>
                    <a:gdLst>
                      <a:gd name="connsiteX0" fmla="*/ 0 w 37766"/>
                      <a:gd name="connsiteY0" fmla="*/ 282 h 40490"/>
                      <a:gd name="connsiteX1" fmla="*/ 13622 w 37766"/>
                      <a:gd name="connsiteY1" fmla="*/ 26023 h 40490"/>
                      <a:gd name="connsiteX2" fmla="*/ 37766 w 37766"/>
                      <a:gd name="connsiteY2" fmla="*/ 40490 h 40490"/>
                      <a:gd name="connsiteX3" fmla="*/ 15971 w 37766"/>
                      <a:gd name="connsiteY3" fmla="*/ 23768 h 40490"/>
                      <a:gd name="connsiteX4" fmla="*/ 6576 w 37766"/>
                      <a:gd name="connsiteY4" fmla="*/ 0 h 40490"/>
                      <a:gd name="connsiteX5" fmla="*/ 0 w 37766"/>
                      <a:gd name="connsiteY5" fmla="*/ 282 h 40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766" h="40490">
                        <a:moveTo>
                          <a:pt x="0" y="282"/>
                        </a:moveTo>
                        <a:cubicBezTo>
                          <a:pt x="940" y="10710"/>
                          <a:pt x="6576" y="19541"/>
                          <a:pt x="13622" y="26023"/>
                        </a:cubicBezTo>
                        <a:cubicBezTo>
                          <a:pt x="20762" y="32505"/>
                          <a:pt x="29123" y="37014"/>
                          <a:pt x="37766" y="40490"/>
                        </a:cubicBezTo>
                        <a:cubicBezTo>
                          <a:pt x="29593" y="35981"/>
                          <a:pt x="21889" y="30626"/>
                          <a:pt x="15971" y="23768"/>
                        </a:cubicBezTo>
                        <a:cubicBezTo>
                          <a:pt x="10146" y="17004"/>
                          <a:pt x="6294" y="8361"/>
                          <a:pt x="6576" y="0"/>
                        </a:cubicBezTo>
                        <a:lnTo>
                          <a:pt x="0" y="282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27" name="Forme libre : forme 1226">
                    <a:extLst>
                      <a:ext uri="{FF2B5EF4-FFF2-40B4-BE49-F238E27FC236}">
                        <a16:creationId xmlns:a16="http://schemas.microsoft.com/office/drawing/2014/main" id="{F51AA518-EDA6-49CB-8D2E-7A95510A09E6}"/>
                      </a:ext>
                    </a:extLst>
                  </p:cNvPr>
                  <p:cNvSpPr/>
                  <p:nvPr/>
                </p:nvSpPr>
                <p:spPr>
                  <a:xfrm>
                    <a:off x="3973026" y="1481515"/>
                    <a:ext cx="44999" cy="21340"/>
                  </a:xfrm>
                  <a:custGeom>
                    <a:avLst/>
                    <a:gdLst>
                      <a:gd name="connsiteX0" fmla="*/ 0 w 44999"/>
                      <a:gd name="connsiteY0" fmla="*/ 0 h 21340"/>
                      <a:gd name="connsiteX1" fmla="*/ 6200 w 44999"/>
                      <a:gd name="connsiteY1" fmla="*/ 13716 h 21340"/>
                      <a:gd name="connsiteX2" fmla="*/ 18695 w 44999"/>
                      <a:gd name="connsiteY2" fmla="*/ 20668 h 21340"/>
                      <a:gd name="connsiteX3" fmla="*/ 45000 w 44999"/>
                      <a:gd name="connsiteY3" fmla="*/ 16159 h 21340"/>
                      <a:gd name="connsiteX4" fmla="*/ 19541 w 44999"/>
                      <a:gd name="connsiteY4" fmla="*/ 17474 h 21340"/>
                      <a:gd name="connsiteX5" fmla="*/ 6482 w 44999"/>
                      <a:gd name="connsiteY5" fmla="*/ 94 h 21340"/>
                      <a:gd name="connsiteX6" fmla="*/ 0 w 44999"/>
                      <a:gd name="connsiteY6" fmla="*/ 0 h 21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999" h="21340">
                        <a:moveTo>
                          <a:pt x="0" y="0"/>
                        </a:moveTo>
                        <a:cubicBezTo>
                          <a:pt x="188" y="5449"/>
                          <a:pt x="2818" y="10240"/>
                          <a:pt x="6200" y="13716"/>
                        </a:cubicBezTo>
                        <a:cubicBezTo>
                          <a:pt x="9676" y="17192"/>
                          <a:pt x="14092" y="19635"/>
                          <a:pt x="18695" y="20668"/>
                        </a:cubicBezTo>
                        <a:cubicBezTo>
                          <a:pt x="27996" y="22641"/>
                          <a:pt x="37108" y="20010"/>
                          <a:pt x="45000" y="16159"/>
                        </a:cubicBezTo>
                        <a:cubicBezTo>
                          <a:pt x="36732" y="18977"/>
                          <a:pt x="27526" y="20292"/>
                          <a:pt x="19541" y="17474"/>
                        </a:cubicBezTo>
                        <a:cubicBezTo>
                          <a:pt x="11837" y="14843"/>
                          <a:pt x="5731" y="7234"/>
                          <a:pt x="6482" y="9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28" name="Forme libre : forme 1227">
                    <a:extLst>
                      <a:ext uri="{FF2B5EF4-FFF2-40B4-BE49-F238E27FC236}">
                        <a16:creationId xmlns:a16="http://schemas.microsoft.com/office/drawing/2014/main" id="{FCE07295-7ADA-4C79-B172-53DFC47A2279}"/>
                      </a:ext>
                    </a:extLst>
                  </p:cNvPr>
                  <p:cNvSpPr/>
                  <p:nvPr/>
                </p:nvSpPr>
                <p:spPr>
                  <a:xfrm>
                    <a:off x="3874314" y="1484897"/>
                    <a:ext cx="13503" cy="44248"/>
                  </a:xfrm>
                  <a:custGeom>
                    <a:avLst/>
                    <a:gdLst>
                      <a:gd name="connsiteX0" fmla="*/ 2512 w 13503"/>
                      <a:gd name="connsiteY0" fmla="*/ 0 h 44248"/>
                      <a:gd name="connsiteX1" fmla="*/ 1103 w 13503"/>
                      <a:gd name="connsiteY1" fmla="*/ 24426 h 44248"/>
                      <a:gd name="connsiteX2" fmla="*/ 13503 w 13503"/>
                      <a:gd name="connsiteY2" fmla="*/ 44248 h 44248"/>
                      <a:gd name="connsiteX3" fmla="*/ 4391 w 13503"/>
                      <a:gd name="connsiteY3" fmla="*/ 23862 h 44248"/>
                      <a:gd name="connsiteX4" fmla="*/ 8430 w 13503"/>
                      <a:gd name="connsiteY4" fmla="*/ 2818 h 44248"/>
                      <a:gd name="connsiteX5" fmla="*/ 2512 w 13503"/>
                      <a:gd name="connsiteY5" fmla="*/ 0 h 44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03" h="44248">
                        <a:moveTo>
                          <a:pt x="2512" y="0"/>
                        </a:moveTo>
                        <a:cubicBezTo>
                          <a:pt x="-494" y="8079"/>
                          <a:pt x="-588" y="16440"/>
                          <a:pt x="1103" y="24426"/>
                        </a:cubicBezTo>
                        <a:cubicBezTo>
                          <a:pt x="2981" y="32317"/>
                          <a:pt x="7491" y="39363"/>
                          <a:pt x="13503" y="44248"/>
                        </a:cubicBezTo>
                        <a:cubicBezTo>
                          <a:pt x="8242" y="38518"/>
                          <a:pt x="5142" y="31190"/>
                          <a:pt x="4391" y="23862"/>
                        </a:cubicBezTo>
                        <a:cubicBezTo>
                          <a:pt x="3733" y="16534"/>
                          <a:pt x="5142" y="8831"/>
                          <a:pt x="8430" y="2818"/>
                        </a:cubicBezTo>
                        <a:lnTo>
                          <a:pt x="2512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29" name="Forme libre : forme 1228">
                    <a:extLst>
                      <a:ext uri="{FF2B5EF4-FFF2-40B4-BE49-F238E27FC236}">
                        <a16:creationId xmlns:a16="http://schemas.microsoft.com/office/drawing/2014/main" id="{370BA1F6-D486-4AFE-BD56-BC5933FA3B90}"/>
                      </a:ext>
                    </a:extLst>
                  </p:cNvPr>
                  <p:cNvSpPr/>
                  <p:nvPr/>
                </p:nvSpPr>
                <p:spPr>
                  <a:xfrm>
                    <a:off x="3850817" y="1483112"/>
                    <a:ext cx="15017" cy="36732"/>
                  </a:xfrm>
                  <a:custGeom>
                    <a:avLst/>
                    <a:gdLst>
                      <a:gd name="connsiteX0" fmla="*/ 5811 w 15017"/>
                      <a:gd name="connsiteY0" fmla="*/ 0 h 36732"/>
                      <a:gd name="connsiteX1" fmla="*/ 2147 w 15017"/>
                      <a:gd name="connsiteY1" fmla="*/ 3288 h 36732"/>
                      <a:gd name="connsiteX2" fmla="*/ 1113 w 15017"/>
                      <a:gd name="connsiteY2" fmla="*/ 6012 h 36732"/>
                      <a:gd name="connsiteX3" fmla="*/ 80 w 15017"/>
                      <a:gd name="connsiteY3" fmla="*/ 11461 h 36732"/>
                      <a:gd name="connsiteX4" fmla="*/ 1395 w 15017"/>
                      <a:gd name="connsiteY4" fmla="*/ 22077 h 36732"/>
                      <a:gd name="connsiteX5" fmla="*/ 15017 w 15017"/>
                      <a:gd name="connsiteY5" fmla="*/ 36733 h 36732"/>
                      <a:gd name="connsiteX6" fmla="*/ 4589 w 15017"/>
                      <a:gd name="connsiteY6" fmla="*/ 21232 h 36732"/>
                      <a:gd name="connsiteX7" fmla="*/ 4965 w 15017"/>
                      <a:gd name="connsiteY7" fmla="*/ 12213 h 36732"/>
                      <a:gd name="connsiteX8" fmla="*/ 6468 w 15017"/>
                      <a:gd name="connsiteY8" fmla="*/ 8079 h 36732"/>
                      <a:gd name="connsiteX9" fmla="*/ 7314 w 15017"/>
                      <a:gd name="connsiteY9" fmla="*/ 6388 h 36732"/>
                      <a:gd name="connsiteX10" fmla="*/ 5811 w 15017"/>
                      <a:gd name="connsiteY10" fmla="*/ 0 h 36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017" h="36732">
                        <a:moveTo>
                          <a:pt x="5811" y="0"/>
                        </a:moveTo>
                        <a:cubicBezTo>
                          <a:pt x="3556" y="658"/>
                          <a:pt x="2616" y="2349"/>
                          <a:pt x="2147" y="3288"/>
                        </a:cubicBezTo>
                        <a:cubicBezTo>
                          <a:pt x="1677" y="4415"/>
                          <a:pt x="1395" y="5073"/>
                          <a:pt x="1113" y="6012"/>
                        </a:cubicBezTo>
                        <a:cubicBezTo>
                          <a:pt x="550" y="7797"/>
                          <a:pt x="268" y="9582"/>
                          <a:pt x="80" y="11461"/>
                        </a:cubicBezTo>
                        <a:cubicBezTo>
                          <a:pt x="-202" y="15125"/>
                          <a:pt x="268" y="18789"/>
                          <a:pt x="1395" y="22077"/>
                        </a:cubicBezTo>
                        <a:cubicBezTo>
                          <a:pt x="3744" y="28841"/>
                          <a:pt x="8911" y="34102"/>
                          <a:pt x="15017" y="36733"/>
                        </a:cubicBezTo>
                        <a:cubicBezTo>
                          <a:pt x="9380" y="33163"/>
                          <a:pt x="5529" y="27338"/>
                          <a:pt x="4589" y="21232"/>
                        </a:cubicBezTo>
                        <a:cubicBezTo>
                          <a:pt x="4119" y="18225"/>
                          <a:pt x="4214" y="15125"/>
                          <a:pt x="4965" y="12213"/>
                        </a:cubicBezTo>
                        <a:cubicBezTo>
                          <a:pt x="5341" y="10804"/>
                          <a:pt x="5811" y="9395"/>
                          <a:pt x="6468" y="8079"/>
                        </a:cubicBezTo>
                        <a:cubicBezTo>
                          <a:pt x="6938" y="6670"/>
                          <a:pt x="8441" y="5449"/>
                          <a:pt x="7314" y="6388"/>
                        </a:cubicBezTo>
                        <a:lnTo>
                          <a:pt x="5811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30" name="Forme libre : forme 1229">
                    <a:extLst>
                      <a:ext uri="{FF2B5EF4-FFF2-40B4-BE49-F238E27FC236}">
                        <a16:creationId xmlns:a16="http://schemas.microsoft.com/office/drawing/2014/main" id="{2A506B7A-F95F-4507-B524-E2234B385991}"/>
                      </a:ext>
                    </a:extLst>
                  </p:cNvPr>
                  <p:cNvSpPr/>
                  <p:nvPr/>
                </p:nvSpPr>
                <p:spPr>
                  <a:xfrm>
                    <a:off x="3864237" y="1486213"/>
                    <a:ext cx="32692" cy="33444"/>
                  </a:xfrm>
                  <a:custGeom>
                    <a:avLst/>
                    <a:gdLst>
                      <a:gd name="connsiteX0" fmla="*/ 0 w 32692"/>
                      <a:gd name="connsiteY0" fmla="*/ 376 h 33444"/>
                      <a:gd name="connsiteX1" fmla="*/ 10898 w 32692"/>
                      <a:gd name="connsiteY1" fmla="*/ 23111 h 33444"/>
                      <a:gd name="connsiteX2" fmla="*/ 32693 w 32692"/>
                      <a:gd name="connsiteY2" fmla="*/ 33444 h 33444"/>
                      <a:gd name="connsiteX3" fmla="*/ 13340 w 32692"/>
                      <a:gd name="connsiteY3" fmla="*/ 20856 h 33444"/>
                      <a:gd name="connsiteX4" fmla="*/ 6482 w 32692"/>
                      <a:gd name="connsiteY4" fmla="*/ 0 h 33444"/>
                      <a:gd name="connsiteX5" fmla="*/ 0 w 32692"/>
                      <a:gd name="connsiteY5" fmla="*/ 376 h 334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692" h="33444">
                        <a:moveTo>
                          <a:pt x="0" y="376"/>
                        </a:moveTo>
                        <a:cubicBezTo>
                          <a:pt x="939" y="9113"/>
                          <a:pt x="4979" y="17192"/>
                          <a:pt x="10898" y="23111"/>
                        </a:cubicBezTo>
                        <a:cubicBezTo>
                          <a:pt x="16910" y="29029"/>
                          <a:pt x="24708" y="32693"/>
                          <a:pt x="32693" y="33444"/>
                        </a:cubicBezTo>
                        <a:cubicBezTo>
                          <a:pt x="24895" y="31566"/>
                          <a:pt x="17944" y="26962"/>
                          <a:pt x="13340" y="20856"/>
                        </a:cubicBezTo>
                        <a:cubicBezTo>
                          <a:pt x="8737" y="14749"/>
                          <a:pt x="6294" y="7234"/>
                          <a:pt x="6482" y="0"/>
                        </a:cubicBezTo>
                        <a:lnTo>
                          <a:pt x="0" y="37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31" name="Forme libre : forme 1230">
                    <a:extLst>
                      <a:ext uri="{FF2B5EF4-FFF2-40B4-BE49-F238E27FC236}">
                        <a16:creationId xmlns:a16="http://schemas.microsoft.com/office/drawing/2014/main" id="{841F0724-2166-4CA8-93B9-8EF8C40F3C3F}"/>
                      </a:ext>
                    </a:extLst>
                  </p:cNvPr>
                  <p:cNvSpPr/>
                  <p:nvPr/>
                </p:nvSpPr>
                <p:spPr>
                  <a:xfrm>
                    <a:off x="3931690" y="1483958"/>
                    <a:ext cx="27713" cy="30528"/>
                  </a:xfrm>
                  <a:custGeom>
                    <a:avLst/>
                    <a:gdLst>
                      <a:gd name="connsiteX0" fmla="*/ 0 w 27713"/>
                      <a:gd name="connsiteY0" fmla="*/ 0 h 30528"/>
                      <a:gd name="connsiteX1" fmla="*/ 3194 w 27713"/>
                      <a:gd name="connsiteY1" fmla="*/ 11367 h 30528"/>
                      <a:gd name="connsiteX2" fmla="*/ 8831 w 27713"/>
                      <a:gd name="connsiteY2" fmla="*/ 20950 h 30528"/>
                      <a:gd name="connsiteX3" fmla="*/ 27714 w 27713"/>
                      <a:gd name="connsiteY3" fmla="*/ 30250 h 30528"/>
                      <a:gd name="connsiteX4" fmla="*/ 11649 w 27713"/>
                      <a:gd name="connsiteY4" fmla="*/ 19165 h 30528"/>
                      <a:gd name="connsiteX5" fmla="*/ 6670 w 27713"/>
                      <a:gd name="connsiteY5" fmla="*/ 188 h 30528"/>
                      <a:gd name="connsiteX6" fmla="*/ 0 w 27713"/>
                      <a:gd name="connsiteY6" fmla="*/ 0 h 30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713" h="30528">
                        <a:moveTo>
                          <a:pt x="0" y="0"/>
                        </a:moveTo>
                        <a:cubicBezTo>
                          <a:pt x="188" y="4228"/>
                          <a:pt x="1597" y="7985"/>
                          <a:pt x="3194" y="11367"/>
                        </a:cubicBezTo>
                        <a:cubicBezTo>
                          <a:pt x="4885" y="14749"/>
                          <a:pt x="6576" y="17850"/>
                          <a:pt x="8831" y="20950"/>
                        </a:cubicBezTo>
                        <a:cubicBezTo>
                          <a:pt x="13058" y="26962"/>
                          <a:pt x="20480" y="31753"/>
                          <a:pt x="27714" y="30250"/>
                        </a:cubicBezTo>
                        <a:cubicBezTo>
                          <a:pt x="20292" y="30532"/>
                          <a:pt x="14562" y="25083"/>
                          <a:pt x="11649" y="19165"/>
                        </a:cubicBezTo>
                        <a:cubicBezTo>
                          <a:pt x="8737" y="13152"/>
                          <a:pt x="6012" y="6012"/>
                          <a:pt x="6670" y="188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32" name="Forme libre : forme 1231">
                    <a:extLst>
                      <a:ext uri="{FF2B5EF4-FFF2-40B4-BE49-F238E27FC236}">
                        <a16:creationId xmlns:a16="http://schemas.microsoft.com/office/drawing/2014/main" id="{911176C7-E512-4D86-BDAA-A267F4B91DFD}"/>
                      </a:ext>
                    </a:extLst>
                  </p:cNvPr>
                  <p:cNvSpPr/>
                  <p:nvPr/>
                </p:nvSpPr>
                <p:spPr>
                  <a:xfrm>
                    <a:off x="3955270" y="1480858"/>
                    <a:ext cx="43778" cy="26694"/>
                  </a:xfrm>
                  <a:custGeom>
                    <a:avLst/>
                    <a:gdLst>
                      <a:gd name="connsiteX0" fmla="*/ 0 w 43778"/>
                      <a:gd name="connsiteY0" fmla="*/ 3570 h 26694"/>
                      <a:gd name="connsiteX1" fmla="*/ 19541 w 43778"/>
                      <a:gd name="connsiteY1" fmla="*/ 20856 h 26694"/>
                      <a:gd name="connsiteX2" fmla="*/ 31378 w 43778"/>
                      <a:gd name="connsiteY2" fmla="*/ 25835 h 26694"/>
                      <a:gd name="connsiteX3" fmla="*/ 43778 w 43778"/>
                      <a:gd name="connsiteY3" fmla="*/ 24707 h 26694"/>
                      <a:gd name="connsiteX4" fmla="*/ 31941 w 43778"/>
                      <a:gd name="connsiteY4" fmla="*/ 24238 h 26694"/>
                      <a:gd name="connsiteX5" fmla="*/ 21325 w 43778"/>
                      <a:gd name="connsiteY5" fmla="*/ 18037 h 26694"/>
                      <a:gd name="connsiteX6" fmla="*/ 5637 w 43778"/>
                      <a:gd name="connsiteY6" fmla="*/ 0 h 26694"/>
                      <a:gd name="connsiteX7" fmla="*/ 0 w 43778"/>
                      <a:gd name="connsiteY7" fmla="*/ 3570 h 26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778" h="26694">
                        <a:moveTo>
                          <a:pt x="0" y="3570"/>
                        </a:moveTo>
                        <a:cubicBezTo>
                          <a:pt x="5261" y="10804"/>
                          <a:pt x="11931" y="16722"/>
                          <a:pt x="19541" y="20856"/>
                        </a:cubicBezTo>
                        <a:cubicBezTo>
                          <a:pt x="23298" y="22923"/>
                          <a:pt x="27244" y="24614"/>
                          <a:pt x="31378" y="25835"/>
                        </a:cubicBezTo>
                        <a:cubicBezTo>
                          <a:pt x="35417" y="26962"/>
                          <a:pt x="40302" y="27338"/>
                          <a:pt x="43778" y="24707"/>
                        </a:cubicBezTo>
                        <a:cubicBezTo>
                          <a:pt x="40021" y="26868"/>
                          <a:pt x="35605" y="25835"/>
                          <a:pt x="31941" y="24238"/>
                        </a:cubicBezTo>
                        <a:cubicBezTo>
                          <a:pt x="28184" y="22641"/>
                          <a:pt x="24614" y="20480"/>
                          <a:pt x="21325" y="18037"/>
                        </a:cubicBezTo>
                        <a:cubicBezTo>
                          <a:pt x="14749" y="13152"/>
                          <a:pt x="9395" y="6952"/>
                          <a:pt x="5637" y="0"/>
                        </a:cubicBezTo>
                        <a:lnTo>
                          <a:pt x="0" y="357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33" name="Forme libre : forme 1232">
                    <a:extLst>
                      <a:ext uri="{FF2B5EF4-FFF2-40B4-BE49-F238E27FC236}">
                        <a16:creationId xmlns:a16="http://schemas.microsoft.com/office/drawing/2014/main" id="{47FD25F0-308E-47FC-A961-5292B59EFDF6}"/>
                      </a:ext>
                    </a:extLst>
                  </p:cNvPr>
                  <p:cNvSpPr/>
                  <p:nvPr/>
                </p:nvSpPr>
                <p:spPr>
                  <a:xfrm>
                    <a:off x="3900218" y="1486213"/>
                    <a:ext cx="52421" cy="30532"/>
                  </a:xfrm>
                  <a:custGeom>
                    <a:avLst/>
                    <a:gdLst>
                      <a:gd name="connsiteX0" fmla="*/ 0 w 52421"/>
                      <a:gd name="connsiteY0" fmla="*/ 1127 h 30532"/>
                      <a:gd name="connsiteX1" fmla="*/ 21419 w 52421"/>
                      <a:gd name="connsiteY1" fmla="*/ 25459 h 30532"/>
                      <a:gd name="connsiteX2" fmla="*/ 52421 w 52421"/>
                      <a:gd name="connsiteY2" fmla="*/ 30532 h 30532"/>
                      <a:gd name="connsiteX3" fmla="*/ 22923 w 52421"/>
                      <a:gd name="connsiteY3" fmla="*/ 22453 h 30532"/>
                      <a:gd name="connsiteX4" fmla="*/ 6576 w 52421"/>
                      <a:gd name="connsiteY4" fmla="*/ 0 h 30532"/>
                      <a:gd name="connsiteX5" fmla="*/ 0 w 52421"/>
                      <a:gd name="connsiteY5" fmla="*/ 1127 h 30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21" h="30532">
                        <a:moveTo>
                          <a:pt x="0" y="1127"/>
                        </a:moveTo>
                        <a:cubicBezTo>
                          <a:pt x="2536" y="12871"/>
                          <a:pt x="11649" y="21138"/>
                          <a:pt x="21419" y="25459"/>
                        </a:cubicBezTo>
                        <a:cubicBezTo>
                          <a:pt x="31378" y="29781"/>
                          <a:pt x="42087" y="30532"/>
                          <a:pt x="52421" y="30532"/>
                        </a:cubicBezTo>
                        <a:cubicBezTo>
                          <a:pt x="42087" y="29405"/>
                          <a:pt x="31659" y="27432"/>
                          <a:pt x="22923" y="22453"/>
                        </a:cubicBezTo>
                        <a:cubicBezTo>
                          <a:pt x="14280" y="17568"/>
                          <a:pt x="7422" y="9113"/>
                          <a:pt x="6576" y="0"/>
                        </a:cubicBezTo>
                        <a:lnTo>
                          <a:pt x="0" y="1127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34" name="Forme libre : forme 1233">
                    <a:extLst>
                      <a:ext uri="{FF2B5EF4-FFF2-40B4-BE49-F238E27FC236}">
                        <a16:creationId xmlns:a16="http://schemas.microsoft.com/office/drawing/2014/main" id="{6D360F31-FB56-492F-B2CA-40B2DDD993D4}"/>
                      </a:ext>
                    </a:extLst>
                  </p:cNvPr>
                  <p:cNvSpPr/>
                  <p:nvPr/>
                </p:nvSpPr>
                <p:spPr>
                  <a:xfrm>
                    <a:off x="3908372" y="1487152"/>
                    <a:ext cx="18338" cy="45939"/>
                  </a:xfrm>
                  <a:custGeom>
                    <a:avLst/>
                    <a:gdLst>
                      <a:gd name="connsiteX0" fmla="*/ 1053 w 18338"/>
                      <a:gd name="connsiteY0" fmla="*/ 0 h 45939"/>
                      <a:gd name="connsiteX1" fmla="*/ 113 w 18338"/>
                      <a:gd name="connsiteY1" fmla="*/ 12495 h 45939"/>
                      <a:gd name="connsiteX2" fmla="*/ 1711 w 18338"/>
                      <a:gd name="connsiteY2" fmla="*/ 26117 h 45939"/>
                      <a:gd name="connsiteX3" fmla="*/ 18339 w 18338"/>
                      <a:gd name="connsiteY3" fmla="*/ 45939 h 45939"/>
                      <a:gd name="connsiteX4" fmla="*/ 4905 w 18338"/>
                      <a:gd name="connsiteY4" fmla="*/ 25271 h 45939"/>
                      <a:gd name="connsiteX5" fmla="*/ 4999 w 18338"/>
                      <a:gd name="connsiteY5" fmla="*/ 13152 h 45939"/>
                      <a:gd name="connsiteX6" fmla="*/ 7629 w 18338"/>
                      <a:gd name="connsiteY6" fmla="*/ 94 h 45939"/>
                      <a:gd name="connsiteX7" fmla="*/ 1053 w 18338"/>
                      <a:gd name="connsiteY7" fmla="*/ 0 h 45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338" h="45939">
                        <a:moveTo>
                          <a:pt x="1053" y="0"/>
                        </a:moveTo>
                        <a:cubicBezTo>
                          <a:pt x="1335" y="3758"/>
                          <a:pt x="489" y="7985"/>
                          <a:pt x="113" y="12495"/>
                        </a:cubicBezTo>
                        <a:cubicBezTo>
                          <a:pt x="-262" y="17098"/>
                          <a:pt x="301" y="21795"/>
                          <a:pt x="1711" y="26117"/>
                        </a:cubicBezTo>
                        <a:cubicBezTo>
                          <a:pt x="4529" y="34760"/>
                          <a:pt x="10635" y="41994"/>
                          <a:pt x="18339" y="45939"/>
                        </a:cubicBezTo>
                        <a:cubicBezTo>
                          <a:pt x="11199" y="41054"/>
                          <a:pt x="6408" y="33351"/>
                          <a:pt x="4905" y="25271"/>
                        </a:cubicBezTo>
                        <a:cubicBezTo>
                          <a:pt x="4059" y="21232"/>
                          <a:pt x="4153" y="17192"/>
                          <a:pt x="4999" y="13152"/>
                        </a:cubicBezTo>
                        <a:cubicBezTo>
                          <a:pt x="5844" y="9113"/>
                          <a:pt x="7253" y="4979"/>
                          <a:pt x="7629" y="94"/>
                        </a:cubicBezTo>
                        <a:lnTo>
                          <a:pt x="1053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35" name="Forme libre : forme 1234">
                    <a:extLst>
                      <a:ext uri="{FF2B5EF4-FFF2-40B4-BE49-F238E27FC236}">
                        <a16:creationId xmlns:a16="http://schemas.microsoft.com/office/drawing/2014/main" id="{7F32A804-F50E-4D7D-9DB1-6B7BF485662E}"/>
                      </a:ext>
                    </a:extLst>
                  </p:cNvPr>
                  <p:cNvSpPr/>
                  <p:nvPr/>
                </p:nvSpPr>
                <p:spPr>
                  <a:xfrm>
                    <a:off x="3832170" y="1484897"/>
                    <a:ext cx="16190" cy="31283"/>
                  </a:xfrm>
                  <a:custGeom>
                    <a:avLst/>
                    <a:gdLst>
                      <a:gd name="connsiteX0" fmla="*/ 595 w 16190"/>
                      <a:gd name="connsiteY0" fmla="*/ 658 h 31283"/>
                      <a:gd name="connsiteX1" fmla="*/ 595 w 16190"/>
                      <a:gd name="connsiteY1" fmla="*/ 4697 h 31283"/>
                      <a:gd name="connsiteX2" fmla="*/ 32 w 16190"/>
                      <a:gd name="connsiteY2" fmla="*/ 9113 h 31283"/>
                      <a:gd name="connsiteX3" fmla="*/ 1817 w 16190"/>
                      <a:gd name="connsiteY3" fmla="*/ 19165 h 31283"/>
                      <a:gd name="connsiteX4" fmla="*/ 16190 w 16190"/>
                      <a:gd name="connsiteY4" fmla="*/ 31284 h 31283"/>
                      <a:gd name="connsiteX5" fmla="*/ 5387 w 16190"/>
                      <a:gd name="connsiteY5" fmla="*/ 18037 h 31283"/>
                      <a:gd name="connsiteX6" fmla="*/ 5574 w 16190"/>
                      <a:gd name="connsiteY6" fmla="*/ 9864 h 31283"/>
                      <a:gd name="connsiteX7" fmla="*/ 6890 w 16190"/>
                      <a:gd name="connsiteY7" fmla="*/ 5167 h 31283"/>
                      <a:gd name="connsiteX8" fmla="*/ 7171 w 16190"/>
                      <a:gd name="connsiteY8" fmla="*/ 0 h 31283"/>
                      <a:gd name="connsiteX9" fmla="*/ 595 w 16190"/>
                      <a:gd name="connsiteY9" fmla="*/ 658 h 31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190" h="31283">
                        <a:moveTo>
                          <a:pt x="595" y="658"/>
                        </a:moveTo>
                        <a:cubicBezTo>
                          <a:pt x="689" y="1503"/>
                          <a:pt x="595" y="3476"/>
                          <a:pt x="595" y="4697"/>
                        </a:cubicBezTo>
                        <a:cubicBezTo>
                          <a:pt x="783" y="4979"/>
                          <a:pt x="32" y="7516"/>
                          <a:pt x="32" y="9113"/>
                        </a:cubicBezTo>
                        <a:cubicBezTo>
                          <a:pt x="-156" y="12589"/>
                          <a:pt x="501" y="16065"/>
                          <a:pt x="1817" y="19165"/>
                        </a:cubicBezTo>
                        <a:cubicBezTo>
                          <a:pt x="4447" y="25459"/>
                          <a:pt x="10084" y="29875"/>
                          <a:pt x="16190" y="31284"/>
                        </a:cubicBezTo>
                        <a:cubicBezTo>
                          <a:pt x="10553" y="28747"/>
                          <a:pt x="6420" y="23580"/>
                          <a:pt x="5387" y="18037"/>
                        </a:cubicBezTo>
                        <a:cubicBezTo>
                          <a:pt x="4823" y="15313"/>
                          <a:pt x="4917" y="12401"/>
                          <a:pt x="5574" y="9864"/>
                        </a:cubicBezTo>
                        <a:cubicBezTo>
                          <a:pt x="5762" y="8361"/>
                          <a:pt x="6608" y="7985"/>
                          <a:pt x="6890" y="5167"/>
                        </a:cubicBezTo>
                        <a:cubicBezTo>
                          <a:pt x="7077" y="3382"/>
                          <a:pt x="7171" y="2255"/>
                          <a:pt x="7171" y="0"/>
                        </a:cubicBezTo>
                        <a:lnTo>
                          <a:pt x="595" y="65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36" name="Forme libre : forme 1235">
                    <a:extLst>
                      <a:ext uri="{FF2B5EF4-FFF2-40B4-BE49-F238E27FC236}">
                        <a16:creationId xmlns:a16="http://schemas.microsoft.com/office/drawing/2014/main" id="{303E6D02-5C61-4D83-8524-A7196FE397C9}"/>
                      </a:ext>
                    </a:extLst>
                  </p:cNvPr>
                  <p:cNvSpPr/>
                  <p:nvPr/>
                </p:nvSpPr>
                <p:spPr>
                  <a:xfrm>
                    <a:off x="3835079" y="1487246"/>
                    <a:ext cx="13187" cy="39550"/>
                  </a:xfrm>
                  <a:custGeom>
                    <a:avLst/>
                    <a:gdLst>
                      <a:gd name="connsiteX0" fmla="*/ 7551 w 13187"/>
                      <a:gd name="connsiteY0" fmla="*/ 0 h 39550"/>
                      <a:gd name="connsiteX1" fmla="*/ 129 w 13187"/>
                      <a:gd name="connsiteY1" fmla="*/ 20104 h 39550"/>
                      <a:gd name="connsiteX2" fmla="*/ 2102 w 13187"/>
                      <a:gd name="connsiteY2" fmla="*/ 30814 h 39550"/>
                      <a:gd name="connsiteX3" fmla="*/ 7927 w 13187"/>
                      <a:gd name="connsiteY3" fmla="*/ 39551 h 39550"/>
                      <a:gd name="connsiteX4" fmla="*/ 3323 w 13187"/>
                      <a:gd name="connsiteY4" fmla="*/ 20668 h 39550"/>
                      <a:gd name="connsiteX5" fmla="*/ 13188 w 13187"/>
                      <a:gd name="connsiteY5" fmla="*/ 3288 h 39550"/>
                      <a:gd name="connsiteX6" fmla="*/ 7551 w 13187"/>
                      <a:gd name="connsiteY6" fmla="*/ 0 h 395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87" h="39550">
                        <a:moveTo>
                          <a:pt x="7551" y="0"/>
                        </a:moveTo>
                        <a:cubicBezTo>
                          <a:pt x="4827" y="6294"/>
                          <a:pt x="1069" y="12495"/>
                          <a:pt x="129" y="20104"/>
                        </a:cubicBezTo>
                        <a:cubicBezTo>
                          <a:pt x="-341" y="23862"/>
                          <a:pt x="505" y="27714"/>
                          <a:pt x="2102" y="30814"/>
                        </a:cubicBezTo>
                        <a:cubicBezTo>
                          <a:pt x="3699" y="34008"/>
                          <a:pt x="5766" y="36827"/>
                          <a:pt x="7927" y="39551"/>
                        </a:cubicBezTo>
                        <a:cubicBezTo>
                          <a:pt x="4545" y="33632"/>
                          <a:pt x="1444" y="26868"/>
                          <a:pt x="3323" y="20668"/>
                        </a:cubicBezTo>
                        <a:cubicBezTo>
                          <a:pt x="5014" y="14468"/>
                          <a:pt x="9430" y="9113"/>
                          <a:pt x="13188" y="3288"/>
                        </a:cubicBezTo>
                        <a:lnTo>
                          <a:pt x="7551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37" name="Forme libre : forme 1236">
                    <a:extLst>
                      <a:ext uri="{FF2B5EF4-FFF2-40B4-BE49-F238E27FC236}">
                        <a16:creationId xmlns:a16="http://schemas.microsoft.com/office/drawing/2014/main" id="{8CA4569E-778A-49A7-9D58-4E1DBA4F31AC}"/>
                      </a:ext>
                    </a:extLst>
                  </p:cNvPr>
                  <p:cNvSpPr/>
                  <p:nvPr/>
                </p:nvSpPr>
                <p:spPr>
                  <a:xfrm>
                    <a:off x="3813018" y="1480200"/>
                    <a:ext cx="18902" cy="42181"/>
                  </a:xfrm>
                  <a:custGeom>
                    <a:avLst/>
                    <a:gdLst>
                      <a:gd name="connsiteX0" fmla="*/ 1805 w 18902"/>
                      <a:gd name="connsiteY0" fmla="*/ 0 h 42181"/>
                      <a:gd name="connsiteX1" fmla="*/ 20 w 18902"/>
                      <a:gd name="connsiteY1" fmla="*/ 12683 h 42181"/>
                      <a:gd name="connsiteX2" fmla="*/ 2462 w 18902"/>
                      <a:gd name="connsiteY2" fmla="*/ 24896 h 42181"/>
                      <a:gd name="connsiteX3" fmla="*/ 9790 w 18902"/>
                      <a:gd name="connsiteY3" fmla="*/ 34666 h 42181"/>
                      <a:gd name="connsiteX4" fmla="*/ 18903 w 18902"/>
                      <a:gd name="connsiteY4" fmla="*/ 42181 h 42181"/>
                      <a:gd name="connsiteX5" fmla="*/ 11199 w 18902"/>
                      <a:gd name="connsiteY5" fmla="*/ 33539 h 42181"/>
                      <a:gd name="connsiteX6" fmla="*/ 5844 w 18902"/>
                      <a:gd name="connsiteY6" fmla="*/ 23768 h 42181"/>
                      <a:gd name="connsiteX7" fmla="*/ 5093 w 18902"/>
                      <a:gd name="connsiteY7" fmla="*/ 12964 h 42181"/>
                      <a:gd name="connsiteX8" fmla="*/ 7723 w 18902"/>
                      <a:gd name="connsiteY8" fmla="*/ 2912 h 42181"/>
                      <a:gd name="connsiteX9" fmla="*/ 1805 w 18902"/>
                      <a:gd name="connsiteY9" fmla="*/ 0 h 42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902" h="42181">
                        <a:moveTo>
                          <a:pt x="1805" y="0"/>
                        </a:moveTo>
                        <a:cubicBezTo>
                          <a:pt x="114" y="4415"/>
                          <a:pt x="-74" y="8549"/>
                          <a:pt x="20" y="12683"/>
                        </a:cubicBezTo>
                        <a:cubicBezTo>
                          <a:pt x="207" y="16816"/>
                          <a:pt x="865" y="20950"/>
                          <a:pt x="2462" y="24896"/>
                        </a:cubicBezTo>
                        <a:cubicBezTo>
                          <a:pt x="4247" y="28841"/>
                          <a:pt x="6972" y="31847"/>
                          <a:pt x="9790" y="34666"/>
                        </a:cubicBezTo>
                        <a:cubicBezTo>
                          <a:pt x="12608" y="37484"/>
                          <a:pt x="15709" y="39833"/>
                          <a:pt x="18903" y="42181"/>
                        </a:cubicBezTo>
                        <a:cubicBezTo>
                          <a:pt x="16178" y="39457"/>
                          <a:pt x="13454" y="36545"/>
                          <a:pt x="11199" y="33539"/>
                        </a:cubicBezTo>
                        <a:cubicBezTo>
                          <a:pt x="8944" y="30532"/>
                          <a:pt x="6878" y="27056"/>
                          <a:pt x="5844" y="23768"/>
                        </a:cubicBezTo>
                        <a:cubicBezTo>
                          <a:pt x="4905" y="20386"/>
                          <a:pt x="4717" y="16534"/>
                          <a:pt x="5093" y="12964"/>
                        </a:cubicBezTo>
                        <a:cubicBezTo>
                          <a:pt x="5469" y="9395"/>
                          <a:pt x="6220" y="5637"/>
                          <a:pt x="7723" y="2912"/>
                        </a:cubicBezTo>
                        <a:lnTo>
                          <a:pt x="1805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38" name="Forme libre : forme 1237">
                    <a:extLst>
                      <a:ext uri="{FF2B5EF4-FFF2-40B4-BE49-F238E27FC236}">
                        <a16:creationId xmlns:a16="http://schemas.microsoft.com/office/drawing/2014/main" id="{39252A77-73E7-434E-9AF8-9E8014B36A54}"/>
                      </a:ext>
                    </a:extLst>
                  </p:cNvPr>
                  <p:cNvSpPr/>
                  <p:nvPr/>
                </p:nvSpPr>
                <p:spPr>
                  <a:xfrm>
                    <a:off x="3893736" y="1486025"/>
                    <a:ext cx="28559" cy="38510"/>
                  </a:xfrm>
                  <a:custGeom>
                    <a:avLst/>
                    <a:gdLst>
                      <a:gd name="connsiteX0" fmla="*/ 0 w 28559"/>
                      <a:gd name="connsiteY0" fmla="*/ 658 h 38510"/>
                      <a:gd name="connsiteX1" fmla="*/ 8831 w 28559"/>
                      <a:gd name="connsiteY1" fmla="*/ 24520 h 38510"/>
                      <a:gd name="connsiteX2" fmla="*/ 17098 w 28559"/>
                      <a:gd name="connsiteY2" fmla="*/ 34102 h 38510"/>
                      <a:gd name="connsiteX3" fmla="*/ 28559 w 28559"/>
                      <a:gd name="connsiteY3" fmla="*/ 38424 h 38510"/>
                      <a:gd name="connsiteX4" fmla="*/ 18319 w 28559"/>
                      <a:gd name="connsiteY4" fmla="*/ 32881 h 38510"/>
                      <a:gd name="connsiteX5" fmla="*/ 11837 w 28559"/>
                      <a:gd name="connsiteY5" fmla="*/ 22923 h 38510"/>
                      <a:gd name="connsiteX6" fmla="*/ 6670 w 28559"/>
                      <a:gd name="connsiteY6" fmla="*/ 0 h 38510"/>
                      <a:gd name="connsiteX7" fmla="*/ 0 w 28559"/>
                      <a:gd name="connsiteY7" fmla="*/ 658 h 38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559" h="38510">
                        <a:moveTo>
                          <a:pt x="0" y="658"/>
                        </a:moveTo>
                        <a:cubicBezTo>
                          <a:pt x="1409" y="9207"/>
                          <a:pt x="4321" y="17286"/>
                          <a:pt x="8831" y="24520"/>
                        </a:cubicBezTo>
                        <a:cubicBezTo>
                          <a:pt x="11085" y="28090"/>
                          <a:pt x="13810" y="31472"/>
                          <a:pt x="17098" y="34102"/>
                        </a:cubicBezTo>
                        <a:cubicBezTo>
                          <a:pt x="20292" y="36733"/>
                          <a:pt x="24426" y="38987"/>
                          <a:pt x="28559" y="38424"/>
                        </a:cubicBezTo>
                        <a:cubicBezTo>
                          <a:pt x="24332" y="38424"/>
                          <a:pt x="20950" y="35793"/>
                          <a:pt x="18319" y="32881"/>
                        </a:cubicBezTo>
                        <a:cubicBezTo>
                          <a:pt x="15595" y="29969"/>
                          <a:pt x="13528" y="26493"/>
                          <a:pt x="11837" y="22923"/>
                        </a:cubicBezTo>
                        <a:cubicBezTo>
                          <a:pt x="8549" y="15689"/>
                          <a:pt x="6858" y="7797"/>
                          <a:pt x="6670" y="0"/>
                        </a:cubicBezTo>
                        <a:lnTo>
                          <a:pt x="0" y="65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39" name="Forme libre : forme 1238">
                    <a:extLst>
                      <a:ext uri="{FF2B5EF4-FFF2-40B4-BE49-F238E27FC236}">
                        <a16:creationId xmlns:a16="http://schemas.microsoft.com/office/drawing/2014/main" id="{782FB10D-4208-46B8-BFFC-1BA11424C8C0}"/>
                      </a:ext>
                    </a:extLst>
                  </p:cNvPr>
                  <p:cNvSpPr/>
                  <p:nvPr/>
                </p:nvSpPr>
                <p:spPr>
                  <a:xfrm>
                    <a:off x="3939299" y="1484522"/>
                    <a:ext cx="44530" cy="26032"/>
                  </a:xfrm>
                  <a:custGeom>
                    <a:avLst/>
                    <a:gdLst>
                      <a:gd name="connsiteX0" fmla="*/ 0 w 44530"/>
                      <a:gd name="connsiteY0" fmla="*/ 564 h 26032"/>
                      <a:gd name="connsiteX1" fmla="*/ 5167 w 44530"/>
                      <a:gd name="connsiteY1" fmla="*/ 14655 h 26032"/>
                      <a:gd name="connsiteX2" fmla="*/ 16722 w 44530"/>
                      <a:gd name="connsiteY2" fmla="*/ 23862 h 26032"/>
                      <a:gd name="connsiteX3" fmla="*/ 30720 w 44530"/>
                      <a:gd name="connsiteY3" fmla="*/ 26023 h 26032"/>
                      <a:gd name="connsiteX4" fmla="*/ 44530 w 44530"/>
                      <a:gd name="connsiteY4" fmla="*/ 25929 h 26032"/>
                      <a:gd name="connsiteX5" fmla="*/ 30814 w 44530"/>
                      <a:gd name="connsiteY5" fmla="*/ 24332 h 26032"/>
                      <a:gd name="connsiteX6" fmla="*/ 18038 w 44530"/>
                      <a:gd name="connsiteY6" fmla="*/ 20856 h 26032"/>
                      <a:gd name="connsiteX7" fmla="*/ 6576 w 44530"/>
                      <a:gd name="connsiteY7" fmla="*/ 0 h 26032"/>
                      <a:gd name="connsiteX8" fmla="*/ 0 w 44530"/>
                      <a:gd name="connsiteY8" fmla="*/ 564 h 26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530" h="26032">
                        <a:moveTo>
                          <a:pt x="0" y="564"/>
                        </a:moveTo>
                        <a:cubicBezTo>
                          <a:pt x="658" y="5543"/>
                          <a:pt x="2349" y="10428"/>
                          <a:pt x="5167" y="14655"/>
                        </a:cubicBezTo>
                        <a:cubicBezTo>
                          <a:pt x="7892" y="18883"/>
                          <a:pt x="12119" y="22265"/>
                          <a:pt x="16722" y="23862"/>
                        </a:cubicBezTo>
                        <a:cubicBezTo>
                          <a:pt x="21326" y="25553"/>
                          <a:pt x="26117" y="26117"/>
                          <a:pt x="30720" y="26023"/>
                        </a:cubicBezTo>
                        <a:lnTo>
                          <a:pt x="44530" y="25929"/>
                        </a:lnTo>
                        <a:lnTo>
                          <a:pt x="30814" y="24332"/>
                        </a:lnTo>
                        <a:cubicBezTo>
                          <a:pt x="26211" y="23956"/>
                          <a:pt x="21889" y="22735"/>
                          <a:pt x="18038" y="20856"/>
                        </a:cubicBezTo>
                        <a:cubicBezTo>
                          <a:pt x="10240" y="17004"/>
                          <a:pt x="6576" y="8267"/>
                          <a:pt x="6576" y="0"/>
                        </a:cubicBezTo>
                        <a:lnTo>
                          <a:pt x="0" y="564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3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240" name="Forme libre : forme 1239">
                  <a:extLst>
                    <a:ext uri="{FF2B5EF4-FFF2-40B4-BE49-F238E27FC236}">
                      <a16:creationId xmlns:a16="http://schemas.microsoft.com/office/drawing/2014/main" id="{FFCCDABC-7BAA-45E8-A6D9-420EBDFAEF42}"/>
                    </a:ext>
                  </a:extLst>
                </p:cNvPr>
                <p:cNvSpPr/>
                <p:nvPr/>
              </p:nvSpPr>
              <p:spPr>
                <a:xfrm>
                  <a:off x="3727931" y="1242553"/>
                  <a:ext cx="370229" cy="118711"/>
                </a:xfrm>
                <a:custGeom>
                  <a:avLst/>
                  <a:gdLst>
                    <a:gd name="connsiteX0" fmla="*/ 837 w 370229"/>
                    <a:gd name="connsiteY0" fmla="*/ 41301 h 118711"/>
                    <a:gd name="connsiteX1" fmla="*/ 24417 w 370229"/>
                    <a:gd name="connsiteY1" fmla="*/ 59 h 118711"/>
                    <a:gd name="connsiteX2" fmla="*/ 206765 w 370229"/>
                    <a:gd name="connsiteY2" fmla="*/ 26646 h 118711"/>
                    <a:gd name="connsiteX3" fmla="*/ 370230 w 370229"/>
                    <a:gd name="connsiteY3" fmla="*/ 118712 h 118711"/>
                    <a:gd name="connsiteX4" fmla="*/ 226306 w 370229"/>
                    <a:gd name="connsiteY4" fmla="*/ 68827 h 118711"/>
                    <a:gd name="connsiteX5" fmla="*/ 837 w 370229"/>
                    <a:gd name="connsiteY5" fmla="*/ 41301 h 118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0229" h="118711">
                      <a:moveTo>
                        <a:pt x="837" y="41301"/>
                      </a:moveTo>
                      <a:cubicBezTo>
                        <a:pt x="-3578" y="29088"/>
                        <a:pt x="10232" y="2502"/>
                        <a:pt x="24417" y="59"/>
                      </a:cubicBezTo>
                      <a:cubicBezTo>
                        <a:pt x="32591" y="-1350"/>
                        <a:pt x="140346" y="22794"/>
                        <a:pt x="206765" y="26646"/>
                      </a:cubicBezTo>
                      <a:cubicBezTo>
                        <a:pt x="251577" y="29182"/>
                        <a:pt x="325794" y="18191"/>
                        <a:pt x="370230" y="118712"/>
                      </a:cubicBezTo>
                      <a:cubicBezTo>
                        <a:pt x="370230" y="118712"/>
                        <a:pt x="304468" y="53608"/>
                        <a:pt x="226306" y="68827"/>
                      </a:cubicBezTo>
                      <a:cubicBezTo>
                        <a:pt x="148237" y="84046"/>
                        <a:pt x="11547" y="70988"/>
                        <a:pt x="837" y="41301"/>
                      </a:cubicBezTo>
                      <a:close/>
                    </a:path>
                  </a:pathLst>
                </a:custGeom>
                <a:solidFill>
                  <a:srgbClr val="B5857D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1" name="Forme libre : forme 1240">
                  <a:extLst>
                    <a:ext uri="{FF2B5EF4-FFF2-40B4-BE49-F238E27FC236}">
                      <a16:creationId xmlns:a16="http://schemas.microsoft.com/office/drawing/2014/main" id="{E0412E63-B59D-4809-8AAA-CA3500ED82E4}"/>
                    </a:ext>
                  </a:extLst>
                </p:cNvPr>
                <p:cNvSpPr/>
                <p:nvPr/>
              </p:nvSpPr>
              <p:spPr>
                <a:xfrm>
                  <a:off x="3686211" y="1728309"/>
                  <a:ext cx="62040" cy="127577"/>
                </a:xfrm>
                <a:custGeom>
                  <a:avLst/>
                  <a:gdLst>
                    <a:gd name="connsiteX0" fmla="*/ 44812 w 62040"/>
                    <a:gd name="connsiteY0" fmla="*/ 0 h 127577"/>
                    <a:gd name="connsiteX1" fmla="*/ 50918 w 62040"/>
                    <a:gd name="connsiteY1" fmla="*/ 38799 h 127577"/>
                    <a:gd name="connsiteX2" fmla="*/ 52891 w 62040"/>
                    <a:gd name="connsiteY2" fmla="*/ 57588 h 127577"/>
                    <a:gd name="connsiteX3" fmla="*/ 51294 w 62040"/>
                    <a:gd name="connsiteY3" fmla="*/ 75908 h 127577"/>
                    <a:gd name="connsiteX4" fmla="*/ 32129 w 62040"/>
                    <a:gd name="connsiteY4" fmla="*/ 106064 h 127577"/>
                    <a:gd name="connsiteX5" fmla="*/ 0 w 62040"/>
                    <a:gd name="connsiteY5" fmla="*/ 127578 h 127577"/>
                    <a:gd name="connsiteX6" fmla="*/ 36732 w 62040"/>
                    <a:gd name="connsiteY6" fmla="*/ 111795 h 127577"/>
                    <a:gd name="connsiteX7" fmla="*/ 51576 w 62040"/>
                    <a:gd name="connsiteY7" fmla="*/ 97327 h 127577"/>
                    <a:gd name="connsiteX8" fmla="*/ 60501 w 62040"/>
                    <a:gd name="connsiteY8" fmla="*/ 78068 h 127577"/>
                    <a:gd name="connsiteX9" fmla="*/ 61816 w 62040"/>
                    <a:gd name="connsiteY9" fmla="*/ 57307 h 127577"/>
                    <a:gd name="connsiteX10" fmla="*/ 58152 w 62040"/>
                    <a:gd name="connsiteY10" fmla="*/ 37296 h 127577"/>
                    <a:gd name="connsiteX11" fmla="*/ 44812 w 62040"/>
                    <a:gd name="connsiteY11" fmla="*/ 0 h 127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2040" h="127577">
                      <a:moveTo>
                        <a:pt x="44812" y="0"/>
                      </a:moveTo>
                      <a:cubicBezTo>
                        <a:pt x="46691" y="13058"/>
                        <a:pt x="48851" y="26023"/>
                        <a:pt x="50918" y="38799"/>
                      </a:cubicBezTo>
                      <a:cubicBezTo>
                        <a:pt x="51764" y="45188"/>
                        <a:pt x="52985" y="51576"/>
                        <a:pt x="52891" y="57588"/>
                      </a:cubicBezTo>
                      <a:cubicBezTo>
                        <a:pt x="53079" y="64071"/>
                        <a:pt x="52797" y="70083"/>
                        <a:pt x="51294" y="75908"/>
                      </a:cubicBezTo>
                      <a:cubicBezTo>
                        <a:pt x="48757" y="87651"/>
                        <a:pt x="41336" y="97703"/>
                        <a:pt x="32129" y="106064"/>
                      </a:cubicBezTo>
                      <a:cubicBezTo>
                        <a:pt x="22641" y="114237"/>
                        <a:pt x="11555" y="121095"/>
                        <a:pt x="0" y="127578"/>
                      </a:cubicBezTo>
                      <a:cubicBezTo>
                        <a:pt x="12870" y="124571"/>
                        <a:pt x="25553" y="119780"/>
                        <a:pt x="36732" y="111795"/>
                      </a:cubicBezTo>
                      <a:cubicBezTo>
                        <a:pt x="42181" y="107661"/>
                        <a:pt x="47442" y="103058"/>
                        <a:pt x="51576" y="97327"/>
                      </a:cubicBezTo>
                      <a:cubicBezTo>
                        <a:pt x="55709" y="91597"/>
                        <a:pt x="58810" y="85020"/>
                        <a:pt x="60501" y="78068"/>
                      </a:cubicBezTo>
                      <a:cubicBezTo>
                        <a:pt x="62098" y="71116"/>
                        <a:pt x="62286" y="63883"/>
                        <a:pt x="61816" y="57307"/>
                      </a:cubicBezTo>
                      <a:cubicBezTo>
                        <a:pt x="61346" y="50261"/>
                        <a:pt x="59843" y="43684"/>
                        <a:pt x="58152" y="37296"/>
                      </a:cubicBezTo>
                      <a:cubicBezTo>
                        <a:pt x="54676" y="24520"/>
                        <a:pt x="50167" y="12119"/>
                        <a:pt x="44812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2" name="Forme libre : forme 1241">
                  <a:extLst>
                    <a:ext uri="{FF2B5EF4-FFF2-40B4-BE49-F238E27FC236}">
                      <a16:creationId xmlns:a16="http://schemas.microsoft.com/office/drawing/2014/main" id="{BD4CDCC8-9C43-4A1D-A937-4A4B14961197}"/>
                    </a:ext>
                  </a:extLst>
                </p:cNvPr>
                <p:cNvSpPr/>
                <p:nvPr/>
              </p:nvSpPr>
              <p:spPr>
                <a:xfrm>
                  <a:off x="3591984" y="1972379"/>
                  <a:ext cx="231105" cy="82953"/>
                </a:xfrm>
                <a:custGeom>
                  <a:avLst/>
                  <a:gdLst>
                    <a:gd name="connsiteX0" fmla="*/ 0 w 231105"/>
                    <a:gd name="connsiteY0" fmla="*/ 20480 h 82953"/>
                    <a:gd name="connsiteX1" fmla="*/ 29499 w 231105"/>
                    <a:gd name="connsiteY1" fmla="*/ 8455 h 82953"/>
                    <a:gd name="connsiteX2" fmla="*/ 44624 w 231105"/>
                    <a:gd name="connsiteY2" fmla="*/ 3288 h 82953"/>
                    <a:gd name="connsiteX3" fmla="*/ 61064 w 231105"/>
                    <a:gd name="connsiteY3" fmla="*/ 0 h 82953"/>
                    <a:gd name="connsiteX4" fmla="*/ 92442 w 231105"/>
                    <a:gd name="connsiteY4" fmla="*/ 9770 h 82953"/>
                    <a:gd name="connsiteX5" fmla="*/ 121001 w 231105"/>
                    <a:gd name="connsiteY5" fmla="*/ 23768 h 82953"/>
                    <a:gd name="connsiteX6" fmla="*/ 149091 w 231105"/>
                    <a:gd name="connsiteY6" fmla="*/ 37014 h 82953"/>
                    <a:gd name="connsiteX7" fmla="*/ 178872 w 231105"/>
                    <a:gd name="connsiteY7" fmla="*/ 47442 h 82953"/>
                    <a:gd name="connsiteX8" fmla="*/ 208182 w 231105"/>
                    <a:gd name="connsiteY8" fmla="*/ 60689 h 82953"/>
                    <a:gd name="connsiteX9" fmla="*/ 231105 w 231105"/>
                    <a:gd name="connsiteY9" fmla="*/ 82954 h 82953"/>
                    <a:gd name="connsiteX10" fmla="*/ 205928 w 231105"/>
                    <a:gd name="connsiteY10" fmla="*/ 64916 h 82953"/>
                    <a:gd name="connsiteX11" fmla="*/ 176429 w 231105"/>
                    <a:gd name="connsiteY11" fmla="*/ 54582 h 82953"/>
                    <a:gd name="connsiteX12" fmla="*/ 145897 w 231105"/>
                    <a:gd name="connsiteY12" fmla="*/ 45563 h 82953"/>
                    <a:gd name="connsiteX13" fmla="*/ 116586 w 231105"/>
                    <a:gd name="connsiteY13" fmla="*/ 32035 h 82953"/>
                    <a:gd name="connsiteX14" fmla="*/ 88590 w 231105"/>
                    <a:gd name="connsiteY14" fmla="*/ 17474 h 82953"/>
                    <a:gd name="connsiteX15" fmla="*/ 60407 w 231105"/>
                    <a:gd name="connsiteY15" fmla="*/ 6388 h 82953"/>
                    <a:gd name="connsiteX16" fmla="*/ 45751 w 231105"/>
                    <a:gd name="connsiteY16" fmla="*/ 8455 h 82953"/>
                    <a:gd name="connsiteX17" fmla="*/ 30438 w 231105"/>
                    <a:gd name="connsiteY17" fmla="*/ 12213 h 82953"/>
                    <a:gd name="connsiteX18" fmla="*/ 0 w 231105"/>
                    <a:gd name="connsiteY18" fmla="*/ 20480 h 82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31105" h="82953">
                      <a:moveTo>
                        <a:pt x="0" y="20480"/>
                      </a:moveTo>
                      <a:cubicBezTo>
                        <a:pt x="9676" y="16065"/>
                        <a:pt x="19540" y="12213"/>
                        <a:pt x="29499" y="8455"/>
                      </a:cubicBezTo>
                      <a:cubicBezTo>
                        <a:pt x="34478" y="6576"/>
                        <a:pt x="39457" y="4791"/>
                        <a:pt x="44624" y="3288"/>
                      </a:cubicBezTo>
                      <a:cubicBezTo>
                        <a:pt x="49979" y="1879"/>
                        <a:pt x="54488" y="0"/>
                        <a:pt x="61064" y="0"/>
                      </a:cubicBezTo>
                      <a:cubicBezTo>
                        <a:pt x="72901" y="940"/>
                        <a:pt x="82578" y="5543"/>
                        <a:pt x="92442" y="9770"/>
                      </a:cubicBezTo>
                      <a:cubicBezTo>
                        <a:pt x="102212" y="14092"/>
                        <a:pt x="111607" y="19071"/>
                        <a:pt x="121001" y="23768"/>
                      </a:cubicBezTo>
                      <a:cubicBezTo>
                        <a:pt x="130490" y="28465"/>
                        <a:pt x="139603" y="33632"/>
                        <a:pt x="149091" y="37014"/>
                      </a:cubicBezTo>
                      <a:lnTo>
                        <a:pt x="178872" y="47442"/>
                      </a:lnTo>
                      <a:cubicBezTo>
                        <a:pt x="188830" y="51200"/>
                        <a:pt x="198788" y="55334"/>
                        <a:pt x="208182" y="60689"/>
                      </a:cubicBezTo>
                      <a:cubicBezTo>
                        <a:pt x="217295" y="66325"/>
                        <a:pt x="226314" y="73277"/>
                        <a:pt x="231105" y="82954"/>
                      </a:cubicBezTo>
                      <a:cubicBezTo>
                        <a:pt x="224435" y="74593"/>
                        <a:pt x="215510" y="69050"/>
                        <a:pt x="205928" y="64916"/>
                      </a:cubicBezTo>
                      <a:cubicBezTo>
                        <a:pt x="196533" y="60595"/>
                        <a:pt x="186575" y="57401"/>
                        <a:pt x="176429" y="54582"/>
                      </a:cubicBezTo>
                      <a:cubicBezTo>
                        <a:pt x="166283" y="51670"/>
                        <a:pt x="156137" y="48946"/>
                        <a:pt x="145897" y="45563"/>
                      </a:cubicBezTo>
                      <a:cubicBezTo>
                        <a:pt x="135469" y="41900"/>
                        <a:pt x="125980" y="36921"/>
                        <a:pt x="116586" y="32035"/>
                      </a:cubicBezTo>
                      <a:lnTo>
                        <a:pt x="88590" y="17474"/>
                      </a:lnTo>
                      <a:cubicBezTo>
                        <a:pt x="79290" y="13058"/>
                        <a:pt x="69707" y="7985"/>
                        <a:pt x="60407" y="6388"/>
                      </a:cubicBezTo>
                      <a:cubicBezTo>
                        <a:pt x="56367" y="5919"/>
                        <a:pt x="50730" y="7422"/>
                        <a:pt x="45751" y="8455"/>
                      </a:cubicBezTo>
                      <a:lnTo>
                        <a:pt x="30438" y="12213"/>
                      </a:lnTo>
                      <a:cubicBezTo>
                        <a:pt x="20386" y="14749"/>
                        <a:pt x="10240" y="17756"/>
                        <a:pt x="0" y="2048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3" name="Forme libre : forme 1242">
                  <a:extLst>
                    <a:ext uri="{FF2B5EF4-FFF2-40B4-BE49-F238E27FC236}">
                      <a16:creationId xmlns:a16="http://schemas.microsoft.com/office/drawing/2014/main" id="{6314DC4B-F70C-492F-8611-EA29B35D5006}"/>
                    </a:ext>
                  </a:extLst>
                </p:cNvPr>
                <p:cNvSpPr/>
                <p:nvPr/>
              </p:nvSpPr>
              <p:spPr>
                <a:xfrm>
                  <a:off x="3369616" y="2048529"/>
                  <a:ext cx="444736" cy="7778"/>
                </a:xfrm>
                <a:custGeom>
                  <a:avLst/>
                  <a:gdLst>
                    <a:gd name="connsiteX0" fmla="*/ 444737 w 444736"/>
                    <a:gd name="connsiteY0" fmla="*/ 6804 h 7778"/>
                    <a:gd name="connsiteX1" fmla="*/ 333505 w 444736"/>
                    <a:gd name="connsiteY1" fmla="*/ 6428 h 7778"/>
                    <a:gd name="connsiteX2" fmla="*/ 277984 w 444736"/>
                    <a:gd name="connsiteY2" fmla="*/ 6522 h 7778"/>
                    <a:gd name="connsiteX3" fmla="*/ 222368 w 444736"/>
                    <a:gd name="connsiteY3" fmla="*/ 7744 h 7778"/>
                    <a:gd name="connsiteX4" fmla="*/ 166753 w 444736"/>
                    <a:gd name="connsiteY4" fmla="*/ 6522 h 7778"/>
                    <a:gd name="connsiteX5" fmla="*/ 111231 w 444736"/>
                    <a:gd name="connsiteY5" fmla="*/ 6428 h 7778"/>
                    <a:gd name="connsiteX6" fmla="*/ 0 w 444736"/>
                    <a:gd name="connsiteY6" fmla="*/ 6804 h 7778"/>
                    <a:gd name="connsiteX7" fmla="*/ 111137 w 444736"/>
                    <a:gd name="connsiteY7" fmla="*/ 980 h 7778"/>
                    <a:gd name="connsiteX8" fmla="*/ 166847 w 444736"/>
                    <a:gd name="connsiteY8" fmla="*/ 40 h 7778"/>
                    <a:gd name="connsiteX9" fmla="*/ 222462 w 444736"/>
                    <a:gd name="connsiteY9" fmla="*/ 604 h 7778"/>
                    <a:gd name="connsiteX10" fmla="*/ 278078 w 444736"/>
                    <a:gd name="connsiteY10" fmla="*/ 40 h 7778"/>
                    <a:gd name="connsiteX11" fmla="*/ 333787 w 444736"/>
                    <a:gd name="connsiteY11" fmla="*/ 980 h 7778"/>
                    <a:gd name="connsiteX12" fmla="*/ 444737 w 444736"/>
                    <a:gd name="connsiteY12" fmla="*/ 6804 h 7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44736" h="7778">
                      <a:moveTo>
                        <a:pt x="444737" y="6804"/>
                      </a:moveTo>
                      <a:lnTo>
                        <a:pt x="333505" y="6428"/>
                      </a:lnTo>
                      <a:lnTo>
                        <a:pt x="277984" y="6522"/>
                      </a:lnTo>
                      <a:cubicBezTo>
                        <a:pt x="259477" y="6522"/>
                        <a:pt x="241063" y="7931"/>
                        <a:pt x="222368" y="7744"/>
                      </a:cubicBezTo>
                      <a:cubicBezTo>
                        <a:pt x="203673" y="8025"/>
                        <a:pt x="185260" y="6522"/>
                        <a:pt x="166753" y="6522"/>
                      </a:cubicBezTo>
                      <a:lnTo>
                        <a:pt x="111231" y="6428"/>
                      </a:lnTo>
                      <a:lnTo>
                        <a:pt x="0" y="6804"/>
                      </a:lnTo>
                      <a:cubicBezTo>
                        <a:pt x="37014" y="3986"/>
                        <a:pt x="74029" y="2201"/>
                        <a:pt x="111137" y="980"/>
                      </a:cubicBezTo>
                      <a:cubicBezTo>
                        <a:pt x="129644" y="228"/>
                        <a:pt x="148246" y="134"/>
                        <a:pt x="166847" y="40"/>
                      </a:cubicBezTo>
                      <a:cubicBezTo>
                        <a:pt x="185448" y="-242"/>
                        <a:pt x="204049" y="1073"/>
                        <a:pt x="222462" y="604"/>
                      </a:cubicBezTo>
                      <a:cubicBezTo>
                        <a:pt x="240875" y="1073"/>
                        <a:pt x="259477" y="-242"/>
                        <a:pt x="278078" y="40"/>
                      </a:cubicBezTo>
                      <a:cubicBezTo>
                        <a:pt x="296679" y="134"/>
                        <a:pt x="315186" y="228"/>
                        <a:pt x="333787" y="980"/>
                      </a:cubicBezTo>
                      <a:cubicBezTo>
                        <a:pt x="370708" y="2201"/>
                        <a:pt x="407722" y="3986"/>
                        <a:pt x="444737" y="68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4" name="Forme libre : forme 1243">
                  <a:extLst>
                    <a:ext uri="{FF2B5EF4-FFF2-40B4-BE49-F238E27FC236}">
                      <a16:creationId xmlns:a16="http://schemas.microsoft.com/office/drawing/2014/main" id="{20DAE6FB-72E9-47FB-830C-0F7D60ABCA3B}"/>
                    </a:ext>
                  </a:extLst>
                </p:cNvPr>
                <p:cNvSpPr/>
                <p:nvPr/>
              </p:nvSpPr>
              <p:spPr>
                <a:xfrm>
                  <a:off x="3364918" y="2063600"/>
                  <a:ext cx="454131" cy="78820"/>
                </a:xfrm>
                <a:custGeom>
                  <a:avLst/>
                  <a:gdLst>
                    <a:gd name="connsiteX0" fmla="*/ 454131 w 454131"/>
                    <a:gd name="connsiteY0" fmla="*/ 0 h 78820"/>
                    <a:gd name="connsiteX1" fmla="*/ 348631 w 454131"/>
                    <a:gd name="connsiteY1" fmla="*/ 61064 h 78820"/>
                    <a:gd name="connsiteX2" fmla="*/ 288506 w 454131"/>
                    <a:gd name="connsiteY2" fmla="*/ 74686 h 78820"/>
                    <a:gd name="connsiteX3" fmla="*/ 273193 w 454131"/>
                    <a:gd name="connsiteY3" fmla="*/ 76753 h 78820"/>
                    <a:gd name="connsiteX4" fmla="*/ 257786 w 454131"/>
                    <a:gd name="connsiteY4" fmla="*/ 77975 h 78820"/>
                    <a:gd name="connsiteX5" fmla="*/ 227066 w 454131"/>
                    <a:gd name="connsiteY5" fmla="*/ 78820 h 78820"/>
                    <a:gd name="connsiteX6" fmla="*/ 196346 w 454131"/>
                    <a:gd name="connsiteY6" fmla="*/ 77975 h 78820"/>
                    <a:gd name="connsiteX7" fmla="*/ 180939 w 454131"/>
                    <a:gd name="connsiteY7" fmla="*/ 76753 h 78820"/>
                    <a:gd name="connsiteX8" fmla="*/ 165625 w 454131"/>
                    <a:gd name="connsiteY8" fmla="*/ 74686 h 78820"/>
                    <a:gd name="connsiteX9" fmla="*/ 105501 w 454131"/>
                    <a:gd name="connsiteY9" fmla="*/ 61064 h 78820"/>
                    <a:gd name="connsiteX10" fmla="*/ 0 w 454131"/>
                    <a:gd name="connsiteY10" fmla="*/ 0 h 78820"/>
                    <a:gd name="connsiteX11" fmla="*/ 51012 w 454131"/>
                    <a:gd name="connsiteY11" fmla="*/ 32787 h 78820"/>
                    <a:gd name="connsiteX12" fmla="*/ 107567 w 454131"/>
                    <a:gd name="connsiteY12" fmla="*/ 54206 h 78820"/>
                    <a:gd name="connsiteX13" fmla="*/ 227066 w 454131"/>
                    <a:gd name="connsiteY13" fmla="*/ 69426 h 78820"/>
                    <a:gd name="connsiteX14" fmla="*/ 346564 w 454131"/>
                    <a:gd name="connsiteY14" fmla="*/ 54206 h 78820"/>
                    <a:gd name="connsiteX15" fmla="*/ 403119 w 454131"/>
                    <a:gd name="connsiteY15" fmla="*/ 32787 h 78820"/>
                    <a:gd name="connsiteX16" fmla="*/ 454131 w 454131"/>
                    <a:gd name="connsiteY16" fmla="*/ 0 h 78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54131" h="78820">
                      <a:moveTo>
                        <a:pt x="454131" y="0"/>
                      </a:moveTo>
                      <a:cubicBezTo>
                        <a:pt x="425384" y="29217"/>
                        <a:pt x="387618" y="48476"/>
                        <a:pt x="348631" y="61064"/>
                      </a:cubicBezTo>
                      <a:cubicBezTo>
                        <a:pt x="329090" y="67641"/>
                        <a:pt x="308892" y="71868"/>
                        <a:pt x="288506" y="74686"/>
                      </a:cubicBezTo>
                      <a:lnTo>
                        <a:pt x="273193" y="76753"/>
                      </a:lnTo>
                      <a:lnTo>
                        <a:pt x="257786" y="77975"/>
                      </a:lnTo>
                      <a:cubicBezTo>
                        <a:pt x="247452" y="79102"/>
                        <a:pt x="237306" y="78632"/>
                        <a:pt x="227066" y="78820"/>
                      </a:cubicBezTo>
                      <a:cubicBezTo>
                        <a:pt x="216826" y="78632"/>
                        <a:pt x="206679" y="79008"/>
                        <a:pt x="196346" y="77975"/>
                      </a:cubicBezTo>
                      <a:lnTo>
                        <a:pt x="180939" y="76753"/>
                      </a:lnTo>
                      <a:lnTo>
                        <a:pt x="165625" y="74686"/>
                      </a:lnTo>
                      <a:cubicBezTo>
                        <a:pt x="145239" y="71868"/>
                        <a:pt x="125041" y="67641"/>
                        <a:pt x="105501" y="61064"/>
                      </a:cubicBezTo>
                      <a:cubicBezTo>
                        <a:pt x="66513" y="48476"/>
                        <a:pt x="28747" y="29123"/>
                        <a:pt x="0" y="0"/>
                      </a:cubicBezTo>
                      <a:cubicBezTo>
                        <a:pt x="15407" y="13340"/>
                        <a:pt x="32881" y="23862"/>
                        <a:pt x="51012" y="32787"/>
                      </a:cubicBezTo>
                      <a:cubicBezTo>
                        <a:pt x="69144" y="41806"/>
                        <a:pt x="88121" y="48851"/>
                        <a:pt x="107567" y="54206"/>
                      </a:cubicBezTo>
                      <a:cubicBezTo>
                        <a:pt x="146367" y="65292"/>
                        <a:pt x="186669" y="70177"/>
                        <a:pt x="227066" y="69426"/>
                      </a:cubicBezTo>
                      <a:cubicBezTo>
                        <a:pt x="267556" y="70177"/>
                        <a:pt x="307765" y="65292"/>
                        <a:pt x="346564" y="54206"/>
                      </a:cubicBezTo>
                      <a:cubicBezTo>
                        <a:pt x="366011" y="48851"/>
                        <a:pt x="384988" y="41806"/>
                        <a:pt x="403119" y="32787"/>
                      </a:cubicBezTo>
                      <a:cubicBezTo>
                        <a:pt x="421250" y="23862"/>
                        <a:pt x="438724" y="13340"/>
                        <a:pt x="454131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5" name="Forme libre : forme 1244">
                  <a:extLst>
                    <a:ext uri="{FF2B5EF4-FFF2-40B4-BE49-F238E27FC236}">
                      <a16:creationId xmlns:a16="http://schemas.microsoft.com/office/drawing/2014/main" id="{0A4CE8AC-ED2D-46F6-A8D0-71F67F9BB1C0}"/>
                    </a:ext>
                  </a:extLst>
                </p:cNvPr>
                <p:cNvSpPr/>
                <p:nvPr/>
              </p:nvSpPr>
              <p:spPr>
                <a:xfrm>
                  <a:off x="3199857" y="2215133"/>
                  <a:ext cx="784254" cy="189017"/>
                </a:xfrm>
                <a:custGeom>
                  <a:avLst/>
                  <a:gdLst>
                    <a:gd name="connsiteX0" fmla="*/ 0 w 784254"/>
                    <a:gd name="connsiteY0" fmla="*/ 0 h 189017"/>
                    <a:gd name="connsiteX1" fmla="*/ 86617 w 784254"/>
                    <a:gd name="connsiteY1" fmla="*/ 68768 h 189017"/>
                    <a:gd name="connsiteX2" fmla="*/ 181408 w 784254"/>
                    <a:gd name="connsiteY2" fmla="*/ 125041 h 189017"/>
                    <a:gd name="connsiteX3" fmla="*/ 283902 w 784254"/>
                    <a:gd name="connsiteY3" fmla="*/ 164498 h 189017"/>
                    <a:gd name="connsiteX4" fmla="*/ 392127 w 784254"/>
                    <a:gd name="connsiteY4" fmla="*/ 179623 h 189017"/>
                    <a:gd name="connsiteX5" fmla="*/ 500352 w 784254"/>
                    <a:gd name="connsiteY5" fmla="*/ 164498 h 189017"/>
                    <a:gd name="connsiteX6" fmla="*/ 602846 w 784254"/>
                    <a:gd name="connsiteY6" fmla="*/ 125041 h 189017"/>
                    <a:gd name="connsiteX7" fmla="*/ 697637 w 784254"/>
                    <a:gd name="connsiteY7" fmla="*/ 68768 h 189017"/>
                    <a:gd name="connsiteX8" fmla="*/ 784255 w 784254"/>
                    <a:gd name="connsiteY8" fmla="*/ 0 h 189017"/>
                    <a:gd name="connsiteX9" fmla="*/ 606135 w 784254"/>
                    <a:gd name="connsiteY9" fmla="*/ 131429 h 189017"/>
                    <a:gd name="connsiteX10" fmla="*/ 502701 w 784254"/>
                    <a:gd name="connsiteY10" fmla="*/ 172765 h 189017"/>
                    <a:gd name="connsiteX11" fmla="*/ 392221 w 784254"/>
                    <a:gd name="connsiteY11" fmla="*/ 189018 h 189017"/>
                    <a:gd name="connsiteX12" fmla="*/ 281742 w 784254"/>
                    <a:gd name="connsiteY12" fmla="*/ 172765 h 189017"/>
                    <a:gd name="connsiteX13" fmla="*/ 178308 w 784254"/>
                    <a:gd name="connsiteY13" fmla="*/ 131429 h 189017"/>
                    <a:gd name="connsiteX14" fmla="*/ 0 w 784254"/>
                    <a:gd name="connsiteY14" fmla="*/ 0 h 189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784254" h="189017">
                      <a:moveTo>
                        <a:pt x="0" y="0"/>
                      </a:moveTo>
                      <a:cubicBezTo>
                        <a:pt x="27150" y="24989"/>
                        <a:pt x="56273" y="47912"/>
                        <a:pt x="86617" y="68768"/>
                      </a:cubicBezTo>
                      <a:cubicBezTo>
                        <a:pt x="116868" y="89812"/>
                        <a:pt x="148527" y="108601"/>
                        <a:pt x="181408" y="125041"/>
                      </a:cubicBezTo>
                      <a:cubicBezTo>
                        <a:pt x="214383" y="141388"/>
                        <a:pt x="248673" y="154540"/>
                        <a:pt x="283902" y="164498"/>
                      </a:cubicBezTo>
                      <a:cubicBezTo>
                        <a:pt x="319226" y="174362"/>
                        <a:pt x="355677" y="178684"/>
                        <a:pt x="392127" y="179623"/>
                      </a:cubicBezTo>
                      <a:cubicBezTo>
                        <a:pt x="428578" y="178684"/>
                        <a:pt x="465029" y="174362"/>
                        <a:pt x="500352" y="164498"/>
                      </a:cubicBezTo>
                      <a:cubicBezTo>
                        <a:pt x="535582" y="154540"/>
                        <a:pt x="569872" y="141294"/>
                        <a:pt x="602846" y="125041"/>
                      </a:cubicBezTo>
                      <a:cubicBezTo>
                        <a:pt x="635727" y="108695"/>
                        <a:pt x="667387" y="89812"/>
                        <a:pt x="697637" y="68768"/>
                      </a:cubicBezTo>
                      <a:cubicBezTo>
                        <a:pt x="727981" y="47912"/>
                        <a:pt x="757104" y="25083"/>
                        <a:pt x="784255" y="0"/>
                      </a:cubicBezTo>
                      <a:cubicBezTo>
                        <a:pt x="732303" y="52609"/>
                        <a:pt x="671802" y="96764"/>
                        <a:pt x="606135" y="131429"/>
                      </a:cubicBezTo>
                      <a:cubicBezTo>
                        <a:pt x="573348" y="148997"/>
                        <a:pt x="538306" y="162150"/>
                        <a:pt x="502701" y="172765"/>
                      </a:cubicBezTo>
                      <a:cubicBezTo>
                        <a:pt x="466814" y="183099"/>
                        <a:pt x="429611" y="187890"/>
                        <a:pt x="392221" y="189018"/>
                      </a:cubicBezTo>
                      <a:cubicBezTo>
                        <a:pt x="354831" y="187797"/>
                        <a:pt x="317629" y="183005"/>
                        <a:pt x="281742" y="172765"/>
                      </a:cubicBezTo>
                      <a:cubicBezTo>
                        <a:pt x="246043" y="162150"/>
                        <a:pt x="211095" y="148997"/>
                        <a:pt x="178308" y="131429"/>
                      </a:cubicBezTo>
                      <a:cubicBezTo>
                        <a:pt x="112452" y="96858"/>
                        <a:pt x="51952" y="52609"/>
                        <a:pt x="0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6" name="Forme libre : forme 1245">
                  <a:extLst>
                    <a:ext uri="{FF2B5EF4-FFF2-40B4-BE49-F238E27FC236}">
                      <a16:creationId xmlns:a16="http://schemas.microsoft.com/office/drawing/2014/main" id="{7815330B-3B2A-4E54-A979-ABC9AE8C7877}"/>
                    </a:ext>
                  </a:extLst>
                </p:cNvPr>
                <p:cNvSpPr/>
                <p:nvPr/>
              </p:nvSpPr>
              <p:spPr>
                <a:xfrm>
                  <a:off x="3492672" y="1802478"/>
                  <a:ext cx="48957" cy="37813"/>
                </a:xfrm>
                <a:custGeom>
                  <a:avLst/>
                  <a:gdLst>
                    <a:gd name="connsiteX0" fmla="*/ 48957 w 48957"/>
                    <a:gd name="connsiteY0" fmla="*/ 37814 h 37813"/>
                    <a:gd name="connsiteX1" fmla="*/ 4991 w 48957"/>
                    <a:gd name="connsiteY1" fmla="*/ 799 h 37813"/>
                    <a:gd name="connsiteX2" fmla="*/ 30544 w 48957"/>
                    <a:gd name="connsiteY2" fmla="*/ 27574 h 37813"/>
                    <a:gd name="connsiteX3" fmla="*/ 48957 w 48957"/>
                    <a:gd name="connsiteY3" fmla="*/ 37814 h 37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957" h="37813">
                      <a:moveTo>
                        <a:pt x="48957" y="37814"/>
                      </a:moveTo>
                      <a:cubicBezTo>
                        <a:pt x="48957" y="37814"/>
                        <a:pt x="23404" y="-6435"/>
                        <a:pt x="4991" y="799"/>
                      </a:cubicBezTo>
                      <a:cubicBezTo>
                        <a:pt x="-13516" y="8127"/>
                        <a:pt x="25001" y="24755"/>
                        <a:pt x="30544" y="27574"/>
                      </a:cubicBezTo>
                      <a:cubicBezTo>
                        <a:pt x="35993" y="30486"/>
                        <a:pt x="48957" y="37814"/>
                        <a:pt x="48957" y="3781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7" name="Forme libre : forme 1246">
                  <a:extLst>
                    <a:ext uri="{FF2B5EF4-FFF2-40B4-BE49-F238E27FC236}">
                      <a16:creationId xmlns:a16="http://schemas.microsoft.com/office/drawing/2014/main" id="{B27CE16D-6BA6-48E8-9F01-227B6E715B6C}"/>
                    </a:ext>
                  </a:extLst>
                </p:cNvPr>
                <p:cNvSpPr/>
                <p:nvPr/>
              </p:nvSpPr>
              <p:spPr>
                <a:xfrm>
                  <a:off x="3640836" y="1802478"/>
                  <a:ext cx="48957" cy="37813"/>
                </a:xfrm>
                <a:custGeom>
                  <a:avLst/>
                  <a:gdLst>
                    <a:gd name="connsiteX0" fmla="*/ 0 w 48957"/>
                    <a:gd name="connsiteY0" fmla="*/ 37814 h 37813"/>
                    <a:gd name="connsiteX1" fmla="*/ 43966 w 48957"/>
                    <a:gd name="connsiteY1" fmla="*/ 799 h 37813"/>
                    <a:gd name="connsiteX2" fmla="*/ 18413 w 48957"/>
                    <a:gd name="connsiteY2" fmla="*/ 27574 h 37813"/>
                    <a:gd name="connsiteX3" fmla="*/ 0 w 48957"/>
                    <a:gd name="connsiteY3" fmla="*/ 37814 h 37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957" h="37813">
                      <a:moveTo>
                        <a:pt x="0" y="37814"/>
                      </a:moveTo>
                      <a:cubicBezTo>
                        <a:pt x="0" y="37814"/>
                        <a:pt x="25553" y="-6435"/>
                        <a:pt x="43966" y="799"/>
                      </a:cubicBezTo>
                      <a:cubicBezTo>
                        <a:pt x="62474" y="8127"/>
                        <a:pt x="23956" y="24755"/>
                        <a:pt x="18413" y="27574"/>
                      </a:cubicBezTo>
                      <a:cubicBezTo>
                        <a:pt x="12964" y="30486"/>
                        <a:pt x="0" y="37814"/>
                        <a:pt x="0" y="3781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8" name="Forme libre : forme 1247">
                  <a:extLst>
                    <a:ext uri="{FF2B5EF4-FFF2-40B4-BE49-F238E27FC236}">
                      <a16:creationId xmlns:a16="http://schemas.microsoft.com/office/drawing/2014/main" id="{1B1FABD1-0A46-4DD8-AA07-39D9E47ECAC4}"/>
                    </a:ext>
                  </a:extLst>
                </p:cNvPr>
                <p:cNvSpPr/>
                <p:nvPr/>
              </p:nvSpPr>
              <p:spPr>
                <a:xfrm>
                  <a:off x="3513022" y="1717224"/>
                  <a:ext cx="7000" cy="40114"/>
                </a:xfrm>
                <a:custGeom>
                  <a:avLst/>
                  <a:gdLst>
                    <a:gd name="connsiteX0" fmla="*/ 7000 w 7000"/>
                    <a:gd name="connsiteY0" fmla="*/ 0 h 40114"/>
                    <a:gd name="connsiteX1" fmla="*/ 4745 w 7000"/>
                    <a:gd name="connsiteY1" fmla="*/ 20292 h 40114"/>
                    <a:gd name="connsiteX2" fmla="*/ 6718 w 7000"/>
                    <a:gd name="connsiteY2" fmla="*/ 40115 h 40114"/>
                    <a:gd name="connsiteX3" fmla="*/ 48 w 7000"/>
                    <a:gd name="connsiteY3" fmla="*/ 20010 h 40114"/>
                    <a:gd name="connsiteX4" fmla="*/ 7000 w 7000"/>
                    <a:gd name="connsiteY4" fmla="*/ 0 h 40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00" h="40114">
                      <a:moveTo>
                        <a:pt x="7000" y="0"/>
                      </a:moveTo>
                      <a:cubicBezTo>
                        <a:pt x="6624" y="7140"/>
                        <a:pt x="5121" y="13716"/>
                        <a:pt x="4745" y="20292"/>
                      </a:cubicBezTo>
                      <a:cubicBezTo>
                        <a:pt x="4276" y="26868"/>
                        <a:pt x="4745" y="33257"/>
                        <a:pt x="6718" y="40115"/>
                      </a:cubicBezTo>
                      <a:cubicBezTo>
                        <a:pt x="1457" y="35042"/>
                        <a:pt x="-328" y="27150"/>
                        <a:pt x="48" y="20010"/>
                      </a:cubicBezTo>
                      <a:cubicBezTo>
                        <a:pt x="706" y="12777"/>
                        <a:pt x="3148" y="6012"/>
                        <a:pt x="700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9" name="Forme libre : forme 1248">
                  <a:extLst>
                    <a:ext uri="{FF2B5EF4-FFF2-40B4-BE49-F238E27FC236}">
                      <a16:creationId xmlns:a16="http://schemas.microsoft.com/office/drawing/2014/main" id="{77F5023E-96D9-4949-94EE-DC86DB35678A}"/>
                    </a:ext>
                  </a:extLst>
                </p:cNvPr>
                <p:cNvSpPr/>
                <p:nvPr/>
              </p:nvSpPr>
              <p:spPr>
                <a:xfrm>
                  <a:off x="3524531" y="1770303"/>
                  <a:ext cx="28747" cy="32786"/>
                </a:xfrm>
                <a:custGeom>
                  <a:avLst/>
                  <a:gdLst>
                    <a:gd name="connsiteX0" fmla="*/ 0 w 28747"/>
                    <a:gd name="connsiteY0" fmla="*/ 0 h 32786"/>
                    <a:gd name="connsiteX1" fmla="*/ 18695 w 28747"/>
                    <a:gd name="connsiteY1" fmla="*/ 12589 h 32786"/>
                    <a:gd name="connsiteX2" fmla="*/ 28747 w 28747"/>
                    <a:gd name="connsiteY2" fmla="*/ 32787 h 32786"/>
                    <a:gd name="connsiteX3" fmla="*/ 15125 w 28747"/>
                    <a:gd name="connsiteY3" fmla="*/ 15595 h 32786"/>
                    <a:gd name="connsiteX4" fmla="*/ 0 w 28747"/>
                    <a:gd name="connsiteY4" fmla="*/ 0 h 32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747" h="32786">
                      <a:moveTo>
                        <a:pt x="0" y="0"/>
                      </a:moveTo>
                      <a:cubicBezTo>
                        <a:pt x="7516" y="1691"/>
                        <a:pt x="13904" y="6764"/>
                        <a:pt x="18695" y="12589"/>
                      </a:cubicBezTo>
                      <a:cubicBezTo>
                        <a:pt x="23486" y="18507"/>
                        <a:pt x="26962" y="25365"/>
                        <a:pt x="28747" y="32787"/>
                      </a:cubicBezTo>
                      <a:cubicBezTo>
                        <a:pt x="23768" y="27056"/>
                        <a:pt x="19729" y="21044"/>
                        <a:pt x="15125" y="15595"/>
                      </a:cubicBezTo>
                      <a:cubicBezTo>
                        <a:pt x="10616" y="10052"/>
                        <a:pt x="5731" y="4979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0" name="Forme libre : forme 1249">
                  <a:extLst>
                    <a:ext uri="{FF2B5EF4-FFF2-40B4-BE49-F238E27FC236}">
                      <a16:creationId xmlns:a16="http://schemas.microsoft.com/office/drawing/2014/main" id="{A66F1098-0969-4078-8145-74BD467AA9FC}"/>
                    </a:ext>
                  </a:extLst>
                </p:cNvPr>
                <p:cNvSpPr/>
                <p:nvPr/>
              </p:nvSpPr>
              <p:spPr>
                <a:xfrm>
                  <a:off x="3660658" y="1719572"/>
                  <a:ext cx="6929" cy="40114"/>
                </a:xfrm>
                <a:custGeom>
                  <a:avLst/>
                  <a:gdLst>
                    <a:gd name="connsiteX0" fmla="*/ 0 w 6929"/>
                    <a:gd name="connsiteY0" fmla="*/ 0 h 40114"/>
                    <a:gd name="connsiteX1" fmla="*/ 6858 w 6929"/>
                    <a:gd name="connsiteY1" fmla="*/ 20010 h 40114"/>
                    <a:gd name="connsiteX2" fmla="*/ 188 w 6929"/>
                    <a:gd name="connsiteY2" fmla="*/ 40115 h 40114"/>
                    <a:gd name="connsiteX3" fmla="*/ 2161 w 6929"/>
                    <a:gd name="connsiteY3" fmla="*/ 20292 h 40114"/>
                    <a:gd name="connsiteX4" fmla="*/ 0 w 6929"/>
                    <a:gd name="connsiteY4" fmla="*/ 0 h 40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29" h="40114">
                      <a:moveTo>
                        <a:pt x="0" y="0"/>
                      </a:moveTo>
                      <a:cubicBezTo>
                        <a:pt x="3852" y="5919"/>
                        <a:pt x="6294" y="12777"/>
                        <a:pt x="6858" y="20010"/>
                      </a:cubicBezTo>
                      <a:cubicBezTo>
                        <a:pt x="7328" y="27150"/>
                        <a:pt x="5543" y="35136"/>
                        <a:pt x="188" y="40115"/>
                      </a:cubicBezTo>
                      <a:cubicBezTo>
                        <a:pt x="2161" y="33257"/>
                        <a:pt x="2630" y="26868"/>
                        <a:pt x="2161" y="20292"/>
                      </a:cubicBezTo>
                      <a:cubicBezTo>
                        <a:pt x="1879" y="13810"/>
                        <a:pt x="376" y="714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1" name="Forme libre : forme 1250">
                  <a:extLst>
                    <a:ext uri="{FF2B5EF4-FFF2-40B4-BE49-F238E27FC236}">
                      <a16:creationId xmlns:a16="http://schemas.microsoft.com/office/drawing/2014/main" id="{ACF5AF32-B375-4AC3-8EDA-A5B01903E164}"/>
                    </a:ext>
                  </a:extLst>
                </p:cNvPr>
                <p:cNvSpPr/>
                <p:nvPr/>
              </p:nvSpPr>
              <p:spPr>
                <a:xfrm>
                  <a:off x="3627401" y="1772652"/>
                  <a:ext cx="28747" cy="32786"/>
                </a:xfrm>
                <a:custGeom>
                  <a:avLst/>
                  <a:gdLst>
                    <a:gd name="connsiteX0" fmla="*/ 28747 w 28747"/>
                    <a:gd name="connsiteY0" fmla="*/ 0 h 32786"/>
                    <a:gd name="connsiteX1" fmla="*/ 13622 w 28747"/>
                    <a:gd name="connsiteY1" fmla="*/ 15595 h 32786"/>
                    <a:gd name="connsiteX2" fmla="*/ 0 w 28747"/>
                    <a:gd name="connsiteY2" fmla="*/ 32787 h 32786"/>
                    <a:gd name="connsiteX3" fmla="*/ 10052 w 28747"/>
                    <a:gd name="connsiteY3" fmla="*/ 12589 h 32786"/>
                    <a:gd name="connsiteX4" fmla="*/ 28747 w 28747"/>
                    <a:gd name="connsiteY4" fmla="*/ 0 h 32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747" h="32786">
                      <a:moveTo>
                        <a:pt x="28747" y="0"/>
                      </a:moveTo>
                      <a:cubicBezTo>
                        <a:pt x="23017" y="4979"/>
                        <a:pt x="18131" y="9958"/>
                        <a:pt x="13622" y="15595"/>
                      </a:cubicBezTo>
                      <a:cubicBezTo>
                        <a:pt x="9019" y="21138"/>
                        <a:pt x="4979" y="27056"/>
                        <a:pt x="0" y="32787"/>
                      </a:cubicBezTo>
                      <a:cubicBezTo>
                        <a:pt x="1691" y="25365"/>
                        <a:pt x="5261" y="18601"/>
                        <a:pt x="10052" y="12589"/>
                      </a:cubicBezTo>
                      <a:cubicBezTo>
                        <a:pt x="14843" y="6858"/>
                        <a:pt x="21232" y="1785"/>
                        <a:pt x="2874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2" name="Forme libre : forme 1251">
                  <a:extLst>
                    <a:ext uri="{FF2B5EF4-FFF2-40B4-BE49-F238E27FC236}">
                      <a16:creationId xmlns:a16="http://schemas.microsoft.com/office/drawing/2014/main" id="{1DAC089B-8CF0-4181-84DB-0B49D73725DB}"/>
                    </a:ext>
                  </a:extLst>
                </p:cNvPr>
                <p:cNvSpPr/>
                <p:nvPr/>
              </p:nvSpPr>
              <p:spPr>
                <a:xfrm>
                  <a:off x="3639419" y="1608060"/>
                  <a:ext cx="14099" cy="74968"/>
                </a:xfrm>
                <a:custGeom>
                  <a:avLst/>
                  <a:gdLst>
                    <a:gd name="connsiteX0" fmla="*/ 3014 w 14099"/>
                    <a:gd name="connsiteY0" fmla="*/ 0 h 74968"/>
                    <a:gd name="connsiteX1" fmla="*/ 5175 w 14099"/>
                    <a:gd name="connsiteY1" fmla="*/ 38236 h 74968"/>
                    <a:gd name="connsiteX2" fmla="*/ 14099 w 14099"/>
                    <a:gd name="connsiteY2" fmla="*/ 74968 h 74968"/>
                    <a:gd name="connsiteX3" fmla="*/ 477 w 14099"/>
                    <a:gd name="connsiteY3" fmla="*/ 38705 h 74968"/>
                    <a:gd name="connsiteX4" fmla="*/ 3014 w 14099"/>
                    <a:gd name="connsiteY4" fmla="*/ 0 h 74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99" h="74968">
                      <a:moveTo>
                        <a:pt x="3014" y="0"/>
                      </a:moveTo>
                      <a:cubicBezTo>
                        <a:pt x="4141" y="12964"/>
                        <a:pt x="3859" y="25741"/>
                        <a:pt x="5175" y="38236"/>
                      </a:cubicBezTo>
                      <a:cubicBezTo>
                        <a:pt x="6302" y="50824"/>
                        <a:pt x="8932" y="63037"/>
                        <a:pt x="14099" y="74968"/>
                      </a:cubicBezTo>
                      <a:cubicBezTo>
                        <a:pt x="5738" y="64916"/>
                        <a:pt x="1793" y="51576"/>
                        <a:pt x="477" y="38705"/>
                      </a:cubicBezTo>
                      <a:cubicBezTo>
                        <a:pt x="-744" y="25647"/>
                        <a:pt x="477" y="12683"/>
                        <a:pt x="30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3" name="Forme libre : forme 1252">
                  <a:extLst>
                    <a:ext uri="{FF2B5EF4-FFF2-40B4-BE49-F238E27FC236}">
                      <a16:creationId xmlns:a16="http://schemas.microsoft.com/office/drawing/2014/main" id="{61B67905-D868-486D-AD24-2347453A9478}"/>
                    </a:ext>
                  </a:extLst>
                </p:cNvPr>
                <p:cNvSpPr/>
                <p:nvPr/>
              </p:nvSpPr>
              <p:spPr>
                <a:xfrm>
                  <a:off x="3639708" y="1343698"/>
                  <a:ext cx="55239" cy="165719"/>
                </a:xfrm>
                <a:custGeom>
                  <a:avLst/>
                  <a:gdLst>
                    <a:gd name="connsiteX0" fmla="*/ 55240 w 55239"/>
                    <a:gd name="connsiteY0" fmla="*/ 0 h 165719"/>
                    <a:gd name="connsiteX1" fmla="*/ 29687 w 55239"/>
                    <a:gd name="connsiteY1" fmla="*/ 36357 h 165719"/>
                    <a:gd name="connsiteX2" fmla="*/ 12964 w 55239"/>
                    <a:gd name="connsiteY2" fmla="*/ 77411 h 165719"/>
                    <a:gd name="connsiteX3" fmla="*/ 4228 w 55239"/>
                    <a:gd name="connsiteY3" fmla="*/ 121001 h 165719"/>
                    <a:gd name="connsiteX4" fmla="*/ 2349 w 55239"/>
                    <a:gd name="connsiteY4" fmla="*/ 143266 h 165719"/>
                    <a:gd name="connsiteX5" fmla="*/ 1785 w 55239"/>
                    <a:gd name="connsiteY5" fmla="*/ 165719 h 165719"/>
                    <a:gd name="connsiteX6" fmla="*/ 0 w 55239"/>
                    <a:gd name="connsiteY6" fmla="*/ 143266 h 165719"/>
                    <a:gd name="connsiteX7" fmla="*/ 564 w 55239"/>
                    <a:gd name="connsiteY7" fmla="*/ 120720 h 165719"/>
                    <a:gd name="connsiteX8" fmla="*/ 8361 w 55239"/>
                    <a:gd name="connsiteY8" fmla="*/ 76190 h 165719"/>
                    <a:gd name="connsiteX9" fmla="*/ 26399 w 55239"/>
                    <a:gd name="connsiteY9" fmla="*/ 34666 h 165719"/>
                    <a:gd name="connsiteX10" fmla="*/ 55240 w 55239"/>
                    <a:gd name="connsiteY10" fmla="*/ 0 h 165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5239" h="165719">
                      <a:moveTo>
                        <a:pt x="55240" y="0"/>
                      </a:moveTo>
                      <a:cubicBezTo>
                        <a:pt x="44906" y="10804"/>
                        <a:pt x="36639" y="23392"/>
                        <a:pt x="29687" y="36357"/>
                      </a:cubicBezTo>
                      <a:cubicBezTo>
                        <a:pt x="22735" y="49415"/>
                        <a:pt x="17098" y="63225"/>
                        <a:pt x="12964" y="77411"/>
                      </a:cubicBezTo>
                      <a:cubicBezTo>
                        <a:pt x="8831" y="91597"/>
                        <a:pt x="5919" y="106158"/>
                        <a:pt x="4228" y="121001"/>
                      </a:cubicBezTo>
                      <a:cubicBezTo>
                        <a:pt x="3006" y="128329"/>
                        <a:pt x="3006" y="135845"/>
                        <a:pt x="2349" y="143266"/>
                      </a:cubicBezTo>
                      <a:cubicBezTo>
                        <a:pt x="1973" y="150688"/>
                        <a:pt x="2161" y="158204"/>
                        <a:pt x="1785" y="165719"/>
                      </a:cubicBezTo>
                      <a:cubicBezTo>
                        <a:pt x="1033" y="158298"/>
                        <a:pt x="470" y="150782"/>
                        <a:pt x="0" y="143266"/>
                      </a:cubicBezTo>
                      <a:cubicBezTo>
                        <a:pt x="188" y="135751"/>
                        <a:pt x="-188" y="128235"/>
                        <a:pt x="564" y="120720"/>
                      </a:cubicBezTo>
                      <a:cubicBezTo>
                        <a:pt x="1503" y="105688"/>
                        <a:pt x="4509" y="90751"/>
                        <a:pt x="8361" y="76190"/>
                      </a:cubicBezTo>
                      <a:cubicBezTo>
                        <a:pt x="12964" y="61816"/>
                        <a:pt x="18695" y="47630"/>
                        <a:pt x="26399" y="34666"/>
                      </a:cubicBezTo>
                      <a:cubicBezTo>
                        <a:pt x="34290" y="21701"/>
                        <a:pt x="43591" y="9395"/>
                        <a:pt x="5524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4" name="Forme libre : forme 1253">
                  <a:extLst>
                    <a:ext uri="{FF2B5EF4-FFF2-40B4-BE49-F238E27FC236}">
                      <a16:creationId xmlns:a16="http://schemas.microsoft.com/office/drawing/2014/main" id="{BE575E63-730D-47D5-938E-CDD509F8405E}"/>
                    </a:ext>
                  </a:extLst>
                </p:cNvPr>
                <p:cNvSpPr/>
                <p:nvPr/>
              </p:nvSpPr>
              <p:spPr>
                <a:xfrm>
                  <a:off x="3591597" y="504746"/>
                  <a:ext cx="6518" cy="288996"/>
                </a:xfrm>
                <a:custGeom>
                  <a:avLst/>
                  <a:gdLst>
                    <a:gd name="connsiteX0" fmla="*/ 387 w 6518"/>
                    <a:gd name="connsiteY0" fmla="*/ 21 h 288996"/>
                    <a:gd name="connsiteX1" fmla="*/ 4239 w 6518"/>
                    <a:gd name="connsiteY1" fmla="*/ 288996 h 288996"/>
                    <a:gd name="connsiteX2" fmla="*/ 387 w 6518"/>
                    <a:gd name="connsiteY2" fmla="*/ 21 h 288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518" h="288996">
                      <a:moveTo>
                        <a:pt x="387" y="21"/>
                      </a:moveTo>
                      <a:cubicBezTo>
                        <a:pt x="-364" y="-2703"/>
                        <a:pt x="-458" y="260907"/>
                        <a:pt x="4239" y="288996"/>
                      </a:cubicBezTo>
                      <a:cubicBezTo>
                        <a:pt x="4239" y="288996"/>
                        <a:pt x="11379" y="38257"/>
                        <a:pt x="387" y="21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5" name="Forme libre : forme 1254">
                  <a:extLst>
                    <a:ext uri="{FF2B5EF4-FFF2-40B4-BE49-F238E27FC236}">
                      <a16:creationId xmlns:a16="http://schemas.microsoft.com/office/drawing/2014/main" id="{C4D4F621-8231-4E80-BDD5-3F2F060C8F46}"/>
                    </a:ext>
                  </a:extLst>
                </p:cNvPr>
                <p:cNvSpPr/>
                <p:nvPr/>
              </p:nvSpPr>
              <p:spPr>
                <a:xfrm>
                  <a:off x="3152653" y="1390618"/>
                  <a:ext cx="247024" cy="78963"/>
                </a:xfrm>
                <a:custGeom>
                  <a:avLst/>
                  <a:gdLst>
                    <a:gd name="connsiteX0" fmla="*/ 5116 w 247024"/>
                    <a:gd name="connsiteY0" fmla="*/ 49561 h 78963"/>
                    <a:gd name="connsiteX1" fmla="*/ 36400 w 247024"/>
                    <a:gd name="connsiteY1" fmla="*/ 70229 h 78963"/>
                    <a:gd name="connsiteX2" fmla="*/ 58665 w 247024"/>
                    <a:gd name="connsiteY2" fmla="*/ 73705 h 78963"/>
                    <a:gd name="connsiteX3" fmla="*/ 173278 w 247024"/>
                    <a:gd name="connsiteY3" fmla="*/ 77933 h 78963"/>
                    <a:gd name="connsiteX4" fmla="*/ 205877 w 247024"/>
                    <a:gd name="connsiteY4" fmla="*/ 76712 h 78963"/>
                    <a:gd name="connsiteX5" fmla="*/ 228800 w 247024"/>
                    <a:gd name="connsiteY5" fmla="*/ 77181 h 78963"/>
                    <a:gd name="connsiteX6" fmla="*/ 245334 w 247024"/>
                    <a:gd name="connsiteY6" fmla="*/ 65814 h 78963"/>
                    <a:gd name="connsiteX7" fmla="*/ 247025 w 247024"/>
                    <a:gd name="connsiteY7" fmla="*/ 62526 h 78963"/>
                    <a:gd name="connsiteX8" fmla="*/ 245052 w 247024"/>
                    <a:gd name="connsiteY8" fmla="*/ 58862 h 78963"/>
                    <a:gd name="connsiteX9" fmla="*/ 211514 w 247024"/>
                    <a:gd name="connsiteY9" fmla="*/ 32933 h 78963"/>
                    <a:gd name="connsiteX10" fmla="*/ 184363 w 247024"/>
                    <a:gd name="connsiteY10" fmla="*/ 26451 h 78963"/>
                    <a:gd name="connsiteX11" fmla="*/ 155710 w 247024"/>
                    <a:gd name="connsiteY11" fmla="*/ 14896 h 78963"/>
                    <a:gd name="connsiteX12" fmla="*/ 30199 w 247024"/>
                    <a:gd name="connsiteY12" fmla="*/ 7004 h 78963"/>
                    <a:gd name="connsiteX13" fmla="*/ 8498 w 247024"/>
                    <a:gd name="connsiteY13" fmla="*/ 17338 h 78963"/>
                    <a:gd name="connsiteX14" fmla="*/ 513 w 247024"/>
                    <a:gd name="connsiteY14" fmla="*/ 38946 h 7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47024" h="78963">
                      <a:moveTo>
                        <a:pt x="5116" y="49561"/>
                      </a:moveTo>
                      <a:cubicBezTo>
                        <a:pt x="13101" y="59426"/>
                        <a:pt x="24187" y="66753"/>
                        <a:pt x="36400" y="70229"/>
                      </a:cubicBezTo>
                      <a:cubicBezTo>
                        <a:pt x="43633" y="72296"/>
                        <a:pt x="51149" y="72954"/>
                        <a:pt x="58665" y="73705"/>
                      </a:cubicBezTo>
                      <a:cubicBezTo>
                        <a:pt x="96807" y="77275"/>
                        <a:pt x="135136" y="80751"/>
                        <a:pt x="173278" y="77933"/>
                      </a:cubicBezTo>
                      <a:cubicBezTo>
                        <a:pt x="184082" y="77087"/>
                        <a:pt x="194979" y="75772"/>
                        <a:pt x="205877" y="76712"/>
                      </a:cubicBezTo>
                      <a:cubicBezTo>
                        <a:pt x="213580" y="77369"/>
                        <a:pt x="221378" y="79154"/>
                        <a:pt x="228800" y="77181"/>
                      </a:cubicBezTo>
                      <a:cubicBezTo>
                        <a:pt x="235376" y="75396"/>
                        <a:pt x="240825" y="70887"/>
                        <a:pt x="245334" y="65814"/>
                      </a:cubicBezTo>
                      <a:cubicBezTo>
                        <a:pt x="246179" y="64874"/>
                        <a:pt x="247025" y="63747"/>
                        <a:pt x="247025" y="62526"/>
                      </a:cubicBezTo>
                      <a:cubicBezTo>
                        <a:pt x="247025" y="61117"/>
                        <a:pt x="245992" y="59895"/>
                        <a:pt x="245052" y="58862"/>
                      </a:cubicBezTo>
                      <a:cubicBezTo>
                        <a:pt x="235282" y="48434"/>
                        <a:pt x="224854" y="38006"/>
                        <a:pt x="211514" y="32933"/>
                      </a:cubicBezTo>
                      <a:cubicBezTo>
                        <a:pt x="202777" y="29645"/>
                        <a:pt x="193288" y="28894"/>
                        <a:pt x="184363" y="26451"/>
                      </a:cubicBezTo>
                      <a:cubicBezTo>
                        <a:pt x="174405" y="23726"/>
                        <a:pt x="165199" y="18935"/>
                        <a:pt x="155710" y="14896"/>
                      </a:cubicBezTo>
                      <a:cubicBezTo>
                        <a:pt x="116347" y="-1733"/>
                        <a:pt x="71347" y="-4551"/>
                        <a:pt x="30199" y="7004"/>
                      </a:cubicBezTo>
                      <a:cubicBezTo>
                        <a:pt x="22402" y="9165"/>
                        <a:pt x="14604" y="11983"/>
                        <a:pt x="8498" y="17338"/>
                      </a:cubicBezTo>
                      <a:cubicBezTo>
                        <a:pt x="2486" y="22693"/>
                        <a:pt x="-1460" y="31148"/>
                        <a:pt x="513" y="38946"/>
                      </a:cubicBezTo>
                    </a:path>
                  </a:pathLst>
                </a:custGeom>
                <a:solidFill>
                  <a:srgbClr val="F9C6B9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6" name="Forme libre : forme 1255">
                  <a:extLst>
                    <a:ext uri="{FF2B5EF4-FFF2-40B4-BE49-F238E27FC236}">
                      <a16:creationId xmlns:a16="http://schemas.microsoft.com/office/drawing/2014/main" id="{8AB78FA4-C1B0-4F4F-83D1-09C5FAD56FD5}"/>
                    </a:ext>
                  </a:extLst>
                </p:cNvPr>
                <p:cNvSpPr/>
                <p:nvPr/>
              </p:nvSpPr>
              <p:spPr>
                <a:xfrm>
                  <a:off x="3529450" y="1422988"/>
                  <a:ext cx="120503" cy="379473"/>
                </a:xfrm>
                <a:custGeom>
                  <a:avLst/>
                  <a:gdLst>
                    <a:gd name="connsiteX0" fmla="*/ 102179 w 120503"/>
                    <a:gd name="connsiteY0" fmla="*/ 45188 h 379473"/>
                    <a:gd name="connsiteX1" fmla="*/ 99454 w 120503"/>
                    <a:gd name="connsiteY1" fmla="*/ 171826 h 379473"/>
                    <a:gd name="connsiteX2" fmla="*/ 111197 w 120503"/>
                    <a:gd name="connsiteY2" fmla="*/ 260698 h 379473"/>
                    <a:gd name="connsiteX3" fmla="*/ 118901 w 120503"/>
                    <a:gd name="connsiteY3" fmla="*/ 286157 h 379473"/>
                    <a:gd name="connsiteX4" fmla="*/ 90154 w 120503"/>
                    <a:gd name="connsiteY4" fmla="*/ 374466 h 379473"/>
                    <a:gd name="connsiteX5" fmla="*/ 85362 w 120503"/>
                    <a:gd name="connsiteY5" fmla="*/ 378505 h 379473"/>
                    <a:gd name="connsiteX6" fmla="*/ 78598 w 120503"/>
                    <a:gd name="connsiteY6" fmla="*/ 379445 h 379473"/>
                    <a:gd name="connsiteX7" fmla="*/ 1375 w 120503"/>
                    <a:gd name="connsiteY7" fmla="*/ 324017 h 379473"/>
                    <a:gd name="connsiteX8" fmla="*/ 2503 w 120503"/>
                    <a:gd name="connsiteY8" fmla="*/ 311522 h 379473"/>
                    <a:gd name="connsiteX9" fmla="*/ 8139 w 120503"/>
                    <a:gd name="connsiteY9" fmla="*/ 309831 h 379473"/>
                    <a:gd name="connsiteX10" fmla="*/ 39047 w 120503"/>
                    <a:gd name="connsiteY10" fmla="*/ 306167 h 379473"/>
                    <a:gd name="connsiteX11" fmla="*/ 70143 w 120503"/>
                    <a:gd name="connsiteY11" fmla="*/ 297337 h 379473"/>
                    <a:gd name="connsiteX12" fmla="*/ 87523 w 120503"/>
                    <a:gd name="connsiteY12" fmla="*/ 268965 h 379473"/>
                    <a:gd name="connsiteX13" fmla="*/ 89214 w 120503"/>
                    <a:gd name="connsiteY13" fmla="*/ 235051 h 379473"/>
                    <a:gd name="connsiteX14" fmla="*/ 97293 w 120503"/>
                    <a:gd name="connsiteY14" fmla="*/ 48476 h 379473"/>
                    <a:gd name="connsiteX15" fmla="*/ 108661 w 120503"/>
                    <a:gd name="connsiteY15" fmla="*/ 0 h 379473"/>
                    <a:gd name="connsiteX16" fmla="*/ 102179 w 120503"/>
                    <a:gd name="connsiteY16" fmla="*/ 45188 h 379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0503" h="379473">
                      <a:moveTo>
                        <a:pt x="102179" y="45188"/>
                      </a:moveTo>
                      <a:cubicBezTo>
                        <a:pt x="96636" y="87087"/>
                        <a:pt x="97763" y="129550"/>
                        <a:pt x="99454" y="171826"/>
                      </a:cubicBezTo>
                      <a:cubicBezTo>
                        <a:pt x="100676" y="201794"/>
                        <a:pt x="102273" y="232045"/>
                        <a:pt x="111197" y="260698"/>
                      </a:cubicBezTo>
                      <a:cubicBezTo>
                        <a:pt x="113828" y="269153"/>
                        <a:pt x="117116" y="277420"/>
                        <a:pt x="118901" y="286157"/>
                      </a:cubicBezTo>
                      <a:cubicBezTo>
                        <a:pt x="125383" y="317629"/>
                        <a:pt x="111479" y="350416"/>
                        <a:pt x="90154" y="374466"/>
                      </a:cubicBezTo>
                      <a:cubicBezTo>
                        <a:pt x="88744" y="376063"/>
                        <a:pt x="87241" y="377660"/>
                        <a:pt x="85362" y="378505"/>
                      </a:cubicBezTo>
                      <a:cubicBezTo>
                        <a:pt x="83296" y="379445"/>
                        <a:pt x="80947" y="379539"/>
                        <a:pt x="78598" y="379445"/>
                      </a:cubicBezTo>
                      <a:cubicBezTo>
                        <a:pt x="44966" y="378505"/>
                        <a:pt x="13025" y="355583"/>
                        <a:pt x="1375" y="324017"/>
                      </a:cubicBezTo>
                      <a:cubicBezTo>
                        <a:pt x="-222" y="319789"/>
                        <a:pt x="-1067" y="314247"/>
                        <a:pt x="2503" y="311522"/>
                      </a:cubicBezTo>
                      <a:cubicBezTo>
                        <a:pt x="4100" y="310301"/>
                        <a:pt x="6167" y="310019"/>
                        <a:pt x="8139" y="309831"/>
                      </a:cubicBezTo>
                      <a:cubicBezTo>
                        <a:pt x="18473" y="308610"/>
                        <a:pt x="28713" y="307389"/>
                        <a:pt x="39047" y="306167"/>
                      </a:cubicBezTo>
                      <a:cubicBezTo>
                        <a:pt x="49851" y="304852"/>
                        <a:pt x="61125" y="303443"/>
                        <a:pt x="70143" y="297337"/>
                      </a:cubicBezTo>
                      <a:cubicBezTo>
                        <a:pt x="79538" y="290948"/>
                        <a:pt x="85081" y="280051"/>
                        <a:pt x="87523" y="268965"/>
                      </a:cubicBezTo>
                      <a:cubicBezTo>
                        <a:pt x="89966" y="257880"/>
                        <a:pt x="89590" y="246418"/>
                        <a:pt x="89214" y="235051"/>
                      </a:cubicBezTo>
                      <a:cubicBezTo>
                        <a:pt x="87241" y="172859"/>
                        <a:pt x="86584" y="110010"/>
                        <a:pt x="97293" y="48476"/>
                      </a:cubicBezTo>
                      <a:cubicBezTo>
                        <a:pt x="100018" y="32975"/>
                        <a:pt x="102085" y="14186"/>
                        <a:pt x="108661" y="0"/>
                      </a:cubicBezTo>
                      <a:cubicBezTo>
                        <a:pt x="113170" y="10428"/>
                        <a:pt x="103682" y="33726"/>
                        <a:pt x="102179" y="45188"/>
                      </a:cubicBezTo>
                      <a:close/>
                    </a:path>
                  </a:pathLst>
                </a:custGeom>
                <a:solidFill>
                  <a:srgbClr val="F9C6B9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7" name="Forme libre : forme 1256">
                  <a:extLst>
                    <a:ext uri="{FF2B5EF4-FFF2-40B4-BE49-F238E27FC236}">
                      <a16:creationId xmlns:a16="http://schemas.microsoft.com/office/drawing/2014/main" id="{51CE77D2-5853-4FA3-BEFC-5FFC1B4F7B87}"/>
                    </a:ext>
                  </a:extLst>
                </p:cNvPr>
                <p:cNvSpPr/>
                <p:nvPr/>
              </p:nvSpPr>
              <p:spPr>
                <a:xfrm>
                  <a:off x="3778464" y="1385027"/>
                  <a:ext cx="255598" cy="90999"/>
                </a:xfrm>
                <a:custGeom>
                  <a:avLst/>
                  <a:gdLst>
                    <a:gd name="connsiteX0" fmla="*/ 753 w 255598"/>
                    <a:gd name="connsiteY0" fmla="*/ 76196 h 90999"/>
                    <a:gd name="connsiteX1" fmla="*/ 18415 w 255598"/>
                    <a:gd name="connsiteY1" fmla="*/ 85779 h 90999"/>
                    <a:gd name="connsiteX2" fmla="*/ 225564 w 255598"/>
                    <a:gd name="connsiteY2" fmla="*/ 77042 h 90999"/>
                    <a:gd name="connsiteX3" fmla="*/ 249896 w 255598"/>
                    <a:gd name="connsiteY3" fmla="*/ 65487 h 90999"/>
                    <a:gd name="connsiteX4" fmla="*/ 253748 w 255598"/>
                    <a:gd name="connsiteY4" fmla="*/ 35424 h 90999"/>
                    <a:gd name="connsiteX5" fmla="*/ 242662 w 255598"/>
                    <a:gd name="connsiteY5" fmla="*/ 16541 h 90999"/>
                    <a:gd name="connsiteX6" fmla="*/ 214103 w 255598"/>
                    <a:gd name="connsiteY6" fmla="*/ 5738 h 90999"/>
                    <a:gd name="connsiteX7" fmla="*/ 102496 w 255598"/>
                    <a:gd name="connsiteY7" fmla="*/ 2543 h 90999"/>
                    <a:gd name="connsiteX8" fmla="*/ 19072 w 255598"/>
                    <a:gd name="connsiteY8" fmla="*/ 31197 h 90999"/>
                    <a:gd name="connsiteX9" fmla="*/ 753 w 255598"/>
                    <a:gd name="connsiteY9" fmla="*/ 76196 h 90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55598" h="90999">
                      <a:moveTo>
                        <a:pt x="753" y="76196"/>
                      </a:moveTo>
                      <a:cubicBezTo>
                        <a:pt x="3196" y="82773"/>
                        <a:pt x="11463" y="84840"/>
                        <a:pt x="18415" y="85779"/>
                      </a:cubicBezTo>
                      <a:cubicBezTo>
                        <a:pt x="87277" y="94985"/>
                        <a:pt x="157736" y="91979"/>
                        <a:pt x="225564" y="77042"/>
                      </a:cubicBezTo>
                      <a:cubicBezTo>
                        <a:pt x="234489" y="75069"/>
                        <a:pt x="244071" y="72533"/>
                        <a:pt x="249896" y="65487"/>
                      </a:cubicBezTo>
                      <a:cubicBezTo>
                        <a:pt x="256660" y="57407"/>
                        <a:pt x="256660" y="45570"/>
                        <a:pt x="253748" y="35424"/>
                      </a:cubicBezTo>
                      <a:cubicBezTo>
                        <a:pt x="251681" y="28284"/>
                        <a:pt x="248205" y="21427"/>
                        <a:pt x="242662" y="16541"/>
                      </a:cubicBezTo>
                      <a:cubicBezTo>
                        <a:pt x="234959" y="9683"/>
                        <a:pt x="224343" y="7429"/>
                        <a:pt x="214103" y="5738"/>
                      </a:cubicBezTo>
                      <a:cubicBezTo>
                        <a:pt x="177276" y="-369"/>
                        <a:pt x="139604" y="-1872"/>
                        <a:pt x="102496" y="2543"/>
                      </a:cubicBezTo>
                      <a:cubicBezTo>
                        <a:pt x="77882" y="5456"/>
                        <a:pt x="34198" y="8368"/>
                        <a:pt x="19072" y="31197"/>
                      </a:cubicBezTo>
                      <a:cubicBezTo>
                        <a:pt x="12496" y="41155"/>
                        <a:pt x="-3662" y="64359"/>
                        <a:pt x="753" y="76196"/>
                      </a:cubicBezTo>
                      <a:close/>
                    </a:path>
                  </a:pathLst>
                </a:custGeom>
                <a:solidFill>
                  <a:srgbClr val="F8C6BA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8" name="Forme libre : forme 1257">
                  <a:extLst>
                    <a:ext uri="{FF2B5EF4-FFF2-40B4-BE49-F238E27FC236}">
                      <a16:creationId xmlns:a16="http://schemas.microsoft.com/office/drawing/2014/main" id="{352A703F-CD01-4440-8EE7-E8BB37619F10}"/>
                    </a:ext>
                  </a:extLst>
                </p:cNvPr>
                <p:cNvSpPr/>
                <p:nvPr/>
              </p:nvSpPr>
              <p:spPr>
                <a:xfrm>
                  <a:off x="3620191" y="1850532"/>
                  <a:ext cx="41218" cy="117930"/>
                </a:xfrm>
                <a:custGeom>
                  <a:avLst/>
                  <a:gdLst>
                    <a:gd name="connsiteX0" fmla="*/ 14163 w 41218"/>
                    <a:gd name="connsiteY0" fmla="*/ 49227 h 117930"/>
                    <a:gd name="connsiteX1" fmla="*/ 12378 w 41218"/>
                    <a:gd name="connsiteY1" fmla="*/ 0 h 117930"/>
                    <a:gd name="connsiteX2" fmla="*/ 20739 w 41218"/>
                    <a:gd name="connsiteY2" fmla="*/ 28465 h 117930"/>
                    <a:gd name="connsiteX3" fmla="*/ 22899 w 41218"/>
                    <a:gd name="connsiteY3" fmla="*/ 55240 h 117930"/>
                    <a:gd name="connsiteX4" fmla="*/ 41219 w 41218"/>
                    <a:gd name="connsiteY4" fmla="*/ 116022 h 117930"/>
                    <a:gd name="connsiteX5" fmla="*/ 13317 w 41218"/>
                    <a:gd name="connsiteY5" fmla="*/ 114144 h 117930"/>
                    <a:gd name="connsiteX6" fmla="*/ 1480 w 41218"/>
                    <a:gd name="connsiteY6" fmla="*/ 110198 h 117930"/>
                    <a:gd name="connsiteX7" fmla="*/ 14163 w 41218"/>
                    <a:gd name="connsiteY7" fmla="*/ 49227 h 117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1218" h="117930">
                      <a:moveTo>
                        <a:pt x="14163" y="49227"/>
                      </a:moveTo>
                      <a:cubicBezTo>
                        <a:pt x="15102" y="32787"/>
                        <a:pt x="16041" y="16065"/>
                        <a:pt x="12378" y="0"/>
                      </a:cubicBezTo>
                      <a:cubicBezTo>
                        <a:pt x="16511" y="9019"/>
                        <a:pt x="19424" y="18695"/>
                        <a:pt x="20739" y="28465"/>
                      </a:cubicBezTo>
                      <a:cubicBezTo>
                        <a:pt x="21960" y="37390"/>
                        <a:pt x="22054" y="46315"/>
                        <a:pt x="22899" y="55240"/>
                      </a:cubicBezTo>
                      <a:cubicBezTo>
                        <a:pt x="24872" y="76471"/>
                        <a:pt x="31167" y="97233"/>
                        <a:pt x="41219" y="116022"/>
                      </a:cubicBezTo>
                      <a:cubicBezTo>
                        <a:pt x="38119" y="110292"/>
                        <a:pt x="18108" y="113016"/>
                        <a:pt x="13317" y="114144"/>
                      </a:cubicBezTo>
                      <a:cubicBezTo>
                        <a:pt x="4298" y="116304"/>
                        <a:pt x="-3311" y="123256"/>
                        <a:pt x="1480" y="110198"/>
                      </a:cubicBezTo>
                      <a:cubicBezTo>
                        <a:pt x="9184" y="89812"/>
                        <a:pt x="12941" y="71210"/>
                        <a:pt x="14163" y="49227"/>
                      </a:cubicBezTo>
                      <a:close/>
                    </a:path>
                  </a:pathLst>
                </a:custGeom>
                <a:solidFill>
                  <a:srgbClr val="F8C6BA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9" name="Forme libre : forme 1258">
                  <a:extLst>
                    <a:ext uri="{FF2B5EF4-FFF2-40B4-BE49-F238E27FC236}">
                      <a16:creationId xmlns:a16="http://schemas.microsoft.com/office/drawing/2014/main" id="{1670D2E8-B4D1-4D12-BDF8-0731D88C26D8}"/>
                    </a:ext>
                  </a:extLst>
                </p:cNvPr>
                <p:cNvSpPr/>
                <p:nvPr/>
              </p:nvSpPr>
              <p:spPr>
                <a:xfrm>
                  <a:off x="3545444" y="1874828"/>
                  <a:ext cx="51182" cy="108824"/>
                </a:xfrm>
                <a:custGeom>
                  <a:avLst/>
                  <a:gdLst>
                    <a:gd name="connsiteX0" fmla="*/ 39494 w 51182"/>
                    <a:gd name="connsiteY0" fmla="*/ 60630 h 108824"/>
                    <a:gd name="connsiteX1" fmla="*/ 51144 w 51182"/>
                    <a:gd name="connsiteY1" fmla="*/ 108824 h 108824"/>
                    <a:gd name="connsiteX2" fmla="*/ 8868 w 51182"/>
                    <a:gd name="connsiteY2" fmla="*/ 91538 h 108824"/>
                    <a:gd name="connsiteX3" fmla="*/ 1071 w 51182"/>
                    <a:gd name="connsiteY3" fmla="*/ 86089 h 108824"/>
                    <a:gd name="connsiteX4" fmla="*/ 37 w 51182"/>
                    <a:gd name="connsiteY4" fmla="*/ 79043 h 108824"/>
                    <a:gd name="connsiteX5" fmla="*/ 4829 w 51182"/>
                    <a:gd name="connsiteY5" fmla="*/ 53208 h 108824"/>
                    <a:gd name="connsiteX6" fmla="*/ 14505 w 51182"/>
                    <a:gd name="connsiteY6" fmla="*/ 14409 h 108824"/>
                    <a:gd name="connsiteX7" fmla="*/ 25590 w 51182"/>
                    <a:gd name="connsiteY7" fmla="*/ 1351 h 108824"/>
                    <a:gd name="connsiteX8" fmla="*/ 34703 w 51182"/>
                    <a:gd name="connsiteY8" fmla="*/ 23146 h 108824"/>
                    <a:gd name="connsiteX9" fmla="*/ 39494 w 51182"/>
                    <a:gd name="connsiteY9" fmla="*/ 60630 h 108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182" h="108824">
                      <a:moveTo>
                        <a:pt x="39494" y="60630"/>
                      </a:moveTo>
                      <a:cubicBezTo>
                        <a:pt x="43910" y="76695"/>
                        <a:pt x="51801" y="92196"/>
                        <a:pt x="51144" y="108824"/>
                      </a:cubicBezTo>
                      <a:cubicBezTo>
                        <a:pt x="37052" y="103093"/>
                        <a:pt x="22960" y="97269"/>
                        <a:pt x="8868" y="91538"/>
                      </a:cubicBezTo>
                      <a:cubicBezTo>
                        <a:pt x="5862" y="90317"/>
                        <a:pt x="2668" y="88908"/>
                        <a:pt x="1071" y="86089"/>
                      </a:cubicBezTo>
                      <a:cubicBezTo>
                        <a:pt x="-57" y="83929"/>
                        <a:pt x="-57" y="81392"/>
                        <a:pt x="37" y="79043"/>
                      </a:cubicBezTo>
                      <a:cubicBezTo>
                        <a:pt x="601" y="70307"/>
                        <a:pt x="2668" y="61758"/>
                        <a:pt x="4829" y="53208"/>
                      </a:cubicBezTo>
                      <a:cubicBezTo>
                        <a:pt x="8023" y="40244"/>
                        <a:pt x="11217" y="27280"/>
                        <a:pt x="14505" y="14409"/>
                      </a:cubicBezTo>
                      <a:cubicBezTo>
                        <a:pt x="16290" y="6987"/>
                        <a:pt x="16290" y="-3816"/>
                        <a:pt x="25590" y="1351"/>
                      </a:cubicBezTo>
                      <a:cubicBezTo>
                        <a:pt x="32918" y="5390"/>
                        <a:pt x="34327" y="15912"/>
                        <a:pt x="34703" y="23146"/>
                      </a:cubicBezTo>
                      <a:cubicBezTo>
                        <a:pt x="35361" y="35735"/>
                        <a:pt x="36112" y="48229"/>
                        <a:pt x="39494" y="60630"/>
                      </a:cubicBezTo>
                      <a:close/>
                    </a:path>
                  </a:pathLst>
                </a:custGeom>
                <a:solidFill>
                  <a:srgbClr val="F4AD9A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0" name="Forme libre : forme 1259">
                  <a:extLst>
                    <a:ext uri="{FF2B5EF4-FFF2-40B4-BE49-F238E27FC236}">
                      <a16:creationId xmlns:a16="http://schemas.microsoft.com/office/drawing/2014/main" id="{723413E8-8125-476F-B281-BF117361B9DC}"/>
                    </a:ext>
                  </a:extLst>
                </p:cNvPr>
                <p:cNvSpPr/>
                <p:nvPr/>
              </p:nvSpPr>
              <p:spPr>
                <a:xfrm>
                  <a:off x="3499877" y="2130019"/>
                  <a:ext cx="221751" cy="44808"/>
                </a:xfrm>
                <a:custGeom>
                  <a:avLst/>
                  <a:gdLst>
                    <a:gd name="connsiteX0" fmla="*/ 15542 w 221751"/>
                    <a:gd name="connsiteY0" fmla="*/ 12495 h 44808"/>
                    <a:gd name="connsiteX1" fmla="*/ 221751 w 221751"/>
                    <a:gd name="connsiteY1" fmla="*/ 0 h 44808"/>
                    <a:gd name="connsiteX2" fmla="*/ 17327 w 221751"/>
                    <a:gd name="connsiteY2" fmla="*/ 41430 h 44808"/>
                    <a:gd name="connsiteX3" fmla="*/ 15542 w 221751"/>
                    <a:gd name="connsiteY3" fmla="*/ 12495 h 44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1751" h="44808">
                      <a:moveTo>
                        <a:pt x="15542" y="12495"/>
                      </a:moveTo>
                      <a:cubicBezTo>
                        <a:pt x="15542" y="12495"/>
                        <a:pt x="146689" y="30438"/>
                        <a:pt x="221751" y="0"/>
                      </a:cubicBezTo>
                      <a:cubicBezTo>
                        <a:pt x="221751" y="0"/>
                        <a:pt x="116814" y="59373"/>
                        <a:pt x="17327" y="41430"/>
                      </a:cubicBezTo>
                      <a:cubicBezTo>
                        <a:pt x="17327" y="41430"/>
                        <a:pt x="-20439" y="14092"/>
                        <a:pt x="15542" y="12495"/>
                      </a:cubicBezTo>
                      <a:close/>
                    </a:path>
                  </a:pathLst>
                </a:custGeom>
                <a:solidFill>
                  <a:srgbClr val="F4AD9A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1" name="Forme libre : forme 1260">
                  <a:extLst>
                    <a:ext uri="{FF2B5EF4-FFF2-40B4-BE49-F238E27FC236}">
                      <a16:creationId xmlns:a16="http://schemas.microsoft.com/office/drawing/2014/main" id="{B08F5E57-7523-4DD6-B526-806384341E41}"/>
                    </a:ext>
                  </a:extLst>
                </p:cNvPr>
                <p:cNvSpPr/>
                <p:nvPr/>
              </p:nvSpPr>
              <p:spPr>
                <a:xfrm>
                  <a:off x="3442960" y="2189192"/>
                  <a:ext cx="261125" cy="128663"/>
                </a:xfrm>
                <a:custGeom>
                  <a:avLst/>
                  <a:gdLst>
                    <a:gd name="connsiteX0" fmla="*/ 70768 w 261125"/>
                    <a:gd name="connsiteY0" fmla="*/ 19648 h 128663"/>
                    <a:gd name="connsiteX1" fmla="*/ 22574 w 261125"/>
                    <a:gd name="connsiteY1" fmla="*/ 48395 h 128663"/>
                    <a:gd name="connsiteX2" fmla="*/ 3691 w 261125"/>
                    <a:gd name="connsiteY2" fmla="*/ 81651 h 128663"/>
                    <a:gd name="connsiteX3" fmla="*/ 27 w 261125"/>
                    <a:gd name="connsiteY3" fmla="*/ 95461 h 128663"/>
                    <a:gd name="connsiteX4" fmla="*/ 6509 w 261125"/>
                    <a:gd name="connsiteY4" fmla="*/ 110023 h 128663"/>
                    <a:gd name="connsiteX5" fmla="*/ 28117 w 261125"/>
                    <a:gd name="connsiteY5" fmla="*/ 128436 h 128663"/>
                    <a:gd name="connsiteX6" fmla="*/ 51415 w 261125"/>
                    <a:gd name="connsiteY6" fmla="*/ 120263 h 128663"/>
                    <a:gd name="connsiteX7" fmla="*/ 113137 w 261125"/>
                    <a:gd name="connsiteY7" fmla="*/ 75921 h 128663"/>
                    <a:gd name="connsiteX8" fmla="*/ 150715 w 261125"/>
                    <a:gd name="connsiteY8" fmla="*/ 68405 h 128663"/>
                    <a:gd name="connsiteX9" fmla="*/ 191487 w 261125"/>
                    <a:gd name="connsiteY9" fmla="*/ 66714 h 128663"/>
                    <a:gd name="connsiteX10" fmla="*/ 224462 w 261125"/>
                    <a:gd name="connsiteY10" fmla="*/ 68499 h 128663"/>
                    <a:gd name="connsiteX11" fmla="*/ 257155 w 261125"/>
                    <a:gd name="connsiteY11" fmla="*/ 44637 h 128663"/>
                    <a:gd name="connsiteX12" fmla="*/ 256779 w 261125"/>
                    <a:gd name="connsiteY12" fmla="*/ 12508 h 128663"/>
                    <a:gd name="connsiteX13" fmla="*/ 223053 w 261125"/>
                    <a:gd name="connsiteY13" fmla="*/ 1798 h 128663"/>
                    <a:gd name="connsiteX14" fmla="*/ 172510 w 261125"/>
                    <a:gd name="connsiteY14" fmla="*/ 295 h 128663"/>
                    <a:gd name="connsiteX15" fmla="*/ 70768 w 261125"/>
                    <a:gd name="connsiteY15" fmla="*/ 19648 h 128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61125" h="128663">
                      <a:moveTo>
                        <a:pt x="70768" y="19648"/>
                      </a:moveTo>
                      <a:cubicBezTo>
                        <a:pt x="52918" y="25942"/>
                        <a:pt x="34975" y="34021"/>
                        <a:pt x="22574" y="48395"/>
                      </a:cubicBezTo>
                      <a:cubicBezTo>
                        <a:pt x="14213" y="58071"/>
                        <a:pt x="8858" y="70002"/>
                        <a:pt x="3691" y="81651"/>
                      </a:cubicBezTo>
                      <a:cubicBezTo>
                        <a:pt x="1718" y="86067"/>
                        <a:pt x="-255" y="90670"/>
                        <a:pt x="27" y="95461"/>
                      </a:cubicBezTo>
                      <a:cubicBezTo>
                        <a:pt x="403" y="100816"/>
                        <a:pt x="3503" y="105607"/>
                        <a:pt x="6509" y="110023"/>
                      </a:cubicBezTo>
                      <a:cubicBezTo>
                        <a:pt x="11958" y="118102"/>
                        <a:pt x="18534" y="126839"/>
                        <a:pt x="28117" y="128436"/>
                      </a:cubicBezTo>
                      <a:cubicBezTo>
                        <a:pt x="36478" y="129751"/>
                        <a:pt x="44557" y="125148"/>
                        <a:pt x="51415" y="120263"/>
                      </a:cubicBezTo>
                      <a:cubicBezTo>
                        <a:pt x="71989" y="105326"/>
                        <a:pt x="89369" y="85033"/>
                        <a:pt x="113137" y="75921"/>
                      </a:cubicBezTo>
                      <a:cubicBezTo>
                        <a:pt x="125068" y="71317"/>
                        <a:pt x="138032" y="69814"/>
                        <a:pt x="150715" y="68405"/>
                      </a:cubicBezTo>
                      <a:cubicBezTo>
                        <a:pt x="164243" y="66902"/>
                        <a:pt x="177959" y="65587"/>
                        <a:pt x="191487" y="66714"/>
                      </a:cubicBezTo>
                      <a:cubicBezTo>
                        <a:pt x="202479" y="67654"/>
                        <a:pt x="213564" y="70190"/>
                        <a:pt x="224462" y="68499"/>
                      </a:cubicBezTo>
                      <a:cubicBezTo>
                        <a:pt x="238366" y="66432"/>
                        <a:pt x="250955" y="57226"/>
                        <a:pt x="257155" y="44637"/>
                      </a:cubicBezTo>
                      <a:cubicBezTo>
                        <a:pt x="262134" y="34585"/>
                        <a:pt x="262886" y="21902"/>
                        <a:pt x="256779" y="12508"/>
                      </a:cubicBezTo>
                      <a:cubicBezTo>
                        <a:pt x="248794" y="201"/>
                        <a:pt x="235454" y="2925"/>
                        <a:pt x="223053" y="1798"/>
                      </a:cubicBezTo>
                      <a:cubicBezTo>
                        <a:pt x="206237" y="295"/>
                        <a:pt x="189420" y="-457"/>
                        <a:pt x="172510" y="295"/>
                      </a:cubicBezTo>
                      <a:cubicBezTo>
                        <a:pt x="137938" y="1610"/>
                        <a:pt x="103461" y="8186"/>
                        <a:pt x="70768" y="19648"/>
                      </a:cubicBezTo>
                      <a:close/>
                    </a:path>
                  </a:pathLst>
                </a:custGeom>
                <a:solidFill>
                  <a:srgbClr val="F8C6BA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2" name="Forme libre : forme 1261">
                  <a:extLst>
                    <a:ext uri="{FF2B5EF4-FFF2-40B4-BE49-F238E27FC236}">
                      <a16:creationId xmlns:a16="http://schemas.microsoft.com/office/drawing/2014/main" id="{2CE262EA-3293-49C5-8875-24459B41A038}"/>
                    </a:ext>
                  </a:extLst>
                </p:cNvPr>
                <p:cNvSpPr/>
                <p:nvPr/>
              </p:nvSpPr>
              <p:spPr>
                <a:xfrm>
                  <a:off x="3043621" y="743109"/>
                  <a:ext cx="419485" cy="401937"/>
                </a:xfrm>
                <a:custGeom>
                  <a:avLst/>
                  <a:gdLst>
                    <a:gd name="connsiteX0" fmla="*/ 400493 w 419485"/>
                    <a:gd name="connsiteY0" fmla="*/ 27335 h 401937"/>
                    <a:gd name="connsiteX1" fmla="*/ 364418 w 419485"/>
                    <a:gd name="connsiteY1" fmla="*/ 17095 h 401937"/>
                    <a:gd name="connsiteX2" fmla="*/ 260609 w 419485"/>
                    <a:gd name="connsiteY2" fmla="*/ 467 h 401937"/>
                    <a:gd name="connsiteX3" fmla="*/ 142238 w 419485"/>
                    <a:gd name="connsiteY3" fmla="*/ 49788 h 401937"/>
                    <a:gd name="connsiteX4" fmla="*/ 97708 w 419485"/>
                    <a:gd name="connsiteY4" fmla="*/ 85393 h 401937"/>
                    <a:gd name="connsiteX5" fmla="*/ 31006 w 419485"/>
                    <a:gd name="connsiteY5" fmla="*/ 217668 h 401937"/>
                    <a:gd name="connsiteX6" fmla="*/ 4 w 419485"/>
                    <a:gd name="connsiteY6" fmla="*/ 363659 h 401937"/>
                    <a:gd name="connsiteX7" fmla="*/ 10245 w 419485"/>
                    <a:gd name="connsiteY7" fmla="*/ 398043 h 401937"/>
                    <a:gd name="connsiteX8" fmla="*/ 20297 w 419485"/>
                    <a:gd name="connsiteY8" fmla="*/ 401707 h 401937"/>
                    <a:gd name="connsiteX9" fmla="*/ 28376 w 419485"/>
                    <a:gd name="connsiteY9" fmla="*/ 391279 h 401937"/>
                    <a:gd name="connsiteX10" fmla="*/ 102311 w 419485"/>
                    <a:gd name="connsiteY10" fmla="*/ 202073 h 401937"/>
                    <a:gd name="connsiteX11" fmla="*/ 259481 w 419485"/>
                    <a:gd name="connsiteY11" fmla="*/ 84172 h 401937"/>
                    <a:gd name="connsiteX12" fmla="*/ 351735 w 419485"/>
                    <a:gd name="connsiteY12" fmla="*/ 80884 h 401937"/>
                    <a:gd name="connsiteX13" fmla="*/ 416182 w 419485"/>
                    <a:gd name="connsiteY13" fmla="*/ 55613 h 401937"/>
                    <a:gd name="connsiteX14" fmla="*/ 400493 w 419485"/>
                    <a:gd name="connsiteY14" fmla="*/ 27335 h 401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9485" h="401937">
                      <a:moveTo>
                        <a:pt x="400493" y="27335"/>
                      </a:moveTo>
                      <a:cubicBezTo>
                        <a:pt x="388468" y="23953"/>
                        <a:pt x="376443" y="20477"/>
                        <a:pt x="364418" y="17095"/>
                      </a:cubicBezTo>
                      <a:cubicBezTo>
                        <a:pt x="330504" y="7419"/>
                        <a:pt x="295744" y="-2258"/>
                        <a:pt x="260609" y="467"/>
                      </a:cubicBezTo>
                      <a:cubicBezTo>
                        <a:pt x="217488" y="3849"/>
                        <a:pt x="178031" y="25644"/>
                        <a:pt x="142238" y="49788"/>
                      </a:cubicBezTo>
                      <a:cubicBezTo>
                        <a:pt x="126455" y="60404"/>
                        <a:pt x="110954" y="71771"/>
                        <a:pt x="97708" y="85393"/>
                      </a:cubicBezTo>
                      <a:cubicBezTo>
                        <a:pt x="63042" y="121186"/>
                        <a:pt x="46319" y="170320"/>
                        <a:pt x="31006" y="217668"/>
                      </a:cubicBezTo>
                      <a:cubicBezTo>
                        <a:pt x="15599" y="265204"/>
                        <a:pt x="380" y="313680"/>
                        <a:pt x="4" y="363659"/>
                      </a:cubicBezTo>
                      <a:cubicBezTo>
                        <a:pt x="-89" y="375966"/>
                        <a:pt x="1226" y="389588"/>
                        <a:pt x="10245" y="398043"/>
                      </a:cubicBezTo>
                      <a:cubicBezTo>
                        <a:pt x="12969" y="400579"/>
                        <a:pt x="16727" y="402646"/>
                        <a:pt x="20297" y="401707"/>
                      </a:cubicBezTo>
                      <a:cubicBezTo>
                        <a:pt x="24712" y="400579"/>
                        <a:pt x="26873" y="395600"/>
                        <a:pt x="28376" y="391279"/>
                      </a:cubicBezTo>
                      <a:cubicBezTo>
                        <a:pt x="50641" y="327208"/>
                        <a:pt x="67927" y="260601"/>
                        <a:pt x="102311" y="202073"/>
                      </a:cubicBezTo>
                      <a:cubicBezTo>
                        <a:pt x="136695" y="143545"/>
                        <a:pt x="192216" y="92721"/>
                        <a:pt x="259481" y="84172"/>
                      </a:cubicBezTo>
                      <a:cubicBezTo>
                        <a:pt x="290013" y="80320"/>
                        <a:pt x="321203" y="85299"/>
                        <a:pt x="351735" y="80884"/>
                      </a:cubicBezTo>
                      <a:cubicBezTo>
                        <a:pt x="374752" y="77596"/>
                        <a:pt x="397017" y="68859"/>
                        <a:pt x="416182" y="55613"/>
                      </a:cubicBezTo>
                      <a:cubicBezTo>
                        <a:pt x="425952" y="48849"/>
                        <a:pt x="412048" y="30623"/>
                        <a:pt x="400493" y="27335"/>
                      </a:cubicBezTo>
                      <a:close/>
                    </a:path>
                  </a:pathLst>
                </a:custGeom>
                <a:solidFill>
                  <a:srgbClr val="F8C6BB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3" name="Forme libre : forme 1262">
                  <a:extLst>
                    <a:ext uri="{FF2B5EF4-FFF2-40B4-BE49-F238E27FC236}">
                      <a16:creationId xmlns:a16="http://schemas.microsoft.com/office/drawing/2014/main" id="{B12C1D44-5DC7-45CF-9429-A297D7DD82B7}"/>
                    </a:ext>
                  </a:extLst>
                </p:cNvPr>
                <p:cNvSpPr/>
                <p:nvPr/>
              </p:nvSpPr>
              <p:spPr>
                <a:xfrm>
                  <a:off x="2888804" y="2355769"/>
                  <a:ext cx="347581" cy="363098"/>
                </a:xfrm>
                <a:custGeom>
                  <a:avLst/>
                  <a:gdLst>
                    <a:gd name="connsiteX0" fmla="*/ 337827 w 347581"/>
                    <a:gd name="connsiteY0" fmla="*/ 0 h 363098"/>
                    <a:gd name="connsiteX1" fmla="*/ 300249 w 347581"/>
                    <a:gd name="connsiteY1" fmla="*/ 170605 h 363098"/>
                    <a:gd name="connsiteX2" fmla="*/ 196721 w 347581"/>
                    <a:gd name="connsiteY2" fmla="*/ 251491 h 363098"/>
                    <a:gd name="connsiteX3" fmla="*/ 135093 w 347581"/>
                    <a:gd name="connsiteY3" fmla="*/ 286439 h 363098"/>
                    <a:gd name="connsiteX4" fmla="*/ 0 w 347581"/>
                    <a:gd name="connsiteY4" fmla="*/ 363098 h 363098"/>
                    <a:gd name="connsiteX5" fmla="*/ 75532 w 347581"/>
                    <a:gd name="connsiteY5" fmla="*/ 332942 h 363098"/>
                    <a:gd name="connsiteX6" fmla="*/ 274038 w 347581"/>
                    <a:gd name="connsiteY6" fmla="*/ 239279 h 363098"/>
                    <a:gd name="connsiteX7" fmla="*/ 309925 w 347581"/>
                    <a:gd name="connsiteY7" fmla="*/ 217953 h 363098"/>
                    <a:gd name="connsiteX8" fmla="*/ 343745 w 347581"/>
                    <a:gd name="connsiteY8" fmla="*/ 139509 h 363098"/>
                    <a:gd name="connsiteX9" fmla="*/ 343088 w 347581"/>
                    <a:gd name="connsiteY9" fmla="*/ 23392 h 363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47581" h="363098">
                      <a:moveTo>
                        <a:pt x="337827" y="0"/>
                      </a:moveTo>
                      <a:cubicBezTo>
                        <a:pt x="336700" y="59091"/>
                        <a:pt x="334257" y="122223"/>
                        <a:pt x="300249" y="170605"/>
                      </a:cubicBezTo>
                      <a:cubicBezTo>
                        <a:pt x="274884" y="206773"/>
                        <a:pt x="235145" y="229696"/>
                        <a:pt x="196721" y="251491"/>
                      </a:cubicBezTo>
                      <a:cubicBezTo>
                        <a:pt x="176147" y="263140"/>
                        <a:pt x="155573" y="274790"/>
                        <a:pt x="135093" y="286439"/>
                      </a:cubicBezTo>
                      <a:cubicBezTo>
                        <a:pt x="90093" y="311992"/>
                        <a:pt x="45000" y="337545"/>
                        <a:pt x="0" y="363098"/>
                      </a:cubicBezTo>
                      <a:cubicBezTo>
                        <a:pt x="26211" y="356146"/>
                        <a:pt x="50918" y="344497"/>
                        <a:pt x="75532" y="332942"/>
                      </a:cubicBezTo>
                      <a:cubicBezTo>
                        <a:pt x="141669" y="301752"/>
                        <a:pt x="207901" y="270468"/>
                        <a:pt x="274038" y="239279"/>
                      </a:cubicBezTo>
                      <a:cubicBezTo>
                        <a:pt x="286627" y="233360"/>
                        <a:pt x="299497" y="227254"/>
                        <a:pt x="309925" y="217953"/>
                      </a:cubicBezTo>
                      <a:cubicBezTo>
                        <a:pt x="331627" y="198600"/>
                        <a:pt x="339800" y="168350"/>
                        <a:pt x="343745" y="139509"/>
                      </a:cubicBezTo>
                      <a:cubicBezTo>
                        <a:pt x="349100" y="101085"/>
                        <a:pt x="348819" y="61816"/>
                        <a:pt x="343088" y="23392"/>
                      </a:cubicBezTo>
                    </a:path>
                  </a:pathLst>
                </a:custGeom>
                <a:solidFill>
                  <a:srgbClr val="F8C6BB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4" name="Forme libre : forme 1263">
                  <a:extLst>
                    <a:ext uri="{FF2B5EF4-FFF2-40B4-BE49-F238E27FC236}">
                      <a16:creationId xmlns:a16="http://schemas.microsoft.com/office/drawing/2014/main" id="{EA6CE962-CB6C-4607-8904-46B03B72511C}"/>
                    </a:ext>
                  </a:extLst>
                </p:cNvPr>
                <p:cNvSpPr/>
                <p:nvPr/>
              </p:nvSpPr>
              <p:spPr>
                <a:xfrm>
                  <a:off x="3290420" y="2307294"/>
                  <a:ext cx="613837" cy="155524"/>
                </a:xfrm>
                <a:custGeom>
                  <a:avLst/>
                  <a:gdLst>
                    <a:gd name="connsiteX0" fmla="*/ 0 w 613837"/>
                    <a:gd name="connsiteY0" fmla="*/ 10522 h 155524"/>
                    <a:gd name="connsiteX1" fmla="*/ 613838 w 613837"/>
                    <a:gd name="connsiteY1" fmla="*/ 0 h 155524"/>
                    <a:gd name="connsiteX2" fmla="*/ 0 w 613837"/>
                    <a:gd name="connsiteY2" fmla="*/ 10522 h 155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13837" h="155524">
                      <a:moveTo>
                        <a:pt x="0" y="10522"/>
                      </a:moveTo>
                      <a:cubicBezTo>
                        <a:pt x="0" y="10522"/>
                        <a:pt x="301470" y="257786"/>
                        <a:pt x="613838" y="0"/>
                      </a:cubicBezTo>
                      <a:cubicBezTo>
                        <a:pt x="613838" y="0"/>
                        <a:pt x="342055" y="342806"/>
                        <a:pt x="0" y="10522"/>
                      </a:cubicBezTo>
                      <a:close/>
                    </a:path>
                  </a:pathLst>
                </a:custGeom>
                <a:solidFill>
                  <a:srgbClr val="F4AD9A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5" name="Forme libre : forme 1264">
                  <a:extLst>
                    <a:ext uri="{FF2B5EF4-FFF2-40B4-BE49-F238E27FC236}">
                      <a16:creationId xmlns:a16="http://schemas.microsoft.com/office/drawing/2014/main" id="{5D8AB477-59E0-4D3D-80E0-A18B1CFA4ACD}"/>
                    </a:ext>
                  </a:extLst>
                </p:cNvPr>
                <p:cNvSpPr/>
                <p:nvPr/>
              </p:nvSpPr>
              <p:spPr>
                <a:xfrm>
                  <a:off x="3676723" y="1759687"/>
                  <a:ext cx="82539" cy="106089"/>
                </a:xfrm>
                <a:custGeom>
                  <a:avLst/>
                  <a:gdLst>
                    <a:gd name="connsiteX0" fmla="*/ 71492 w 82539"/>
                    <a:gd name="connsiteY0" fmla="*/ 0 h 106089"/>
                    <a:gd name="connsiteX1" fmla="*/ 0 w 82539"/>
                    <a:gd name="connsiteY1" fmla="*/ 106064 h 106089"/>
                    <a:gd name="connsiteX2" fmla="*/ 71492 w 82539"/>
                    <a:gd name="connsiteY2" fmla="*/ 0 h 106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2539" h="106089">
                      <a:moveTo>
                        <a:pt x="71492" y="0"/>
                      </a:moveTo>
                      <a:cubicBezTo>
                        <a:pt x="71492" y="0"/>
                        <a:pt x="107285" y="74311"/>
                        <a:pt x="0" y="106064"/>
                      </a:cubicBezTo>
                      <a:cubicBezTo>
                        <a:pt x="0" y="106064"/>
                        <a:pt x="118559" y="110574"/>
                        <a:pt x="71492" y="0"/>
                      </a:cubicBezTo>
                      <a:close/>
                    </a:path>
                  </a:pathLst>
                </a:custGeom>
                <a:solidFill>
                  <a:srgbClr val="F4AD9A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6" name="Forme libre : forme 1265">
                  <a:extLst>
                    <a:ext uri="{FF2B5EF4-FFF2-40B4-BE49-F238E27FC236}">
                      <a16:creationId xmlns:a16="http://schemas.microsoft.com/office/drawing/2014/main" id="{E84DDB5A-BBEC-4BDC-9CB7-B2B55C0C25B6}"/>
                    </a:ext>
                  </a:extLst>
                </p:cNvPr>
                <p:cNvSpPr/>
                <p:nvPr/>
              </p:nvSpPr>
              <p:spPr>
                <a:xfrm>
                  <a:off x="3429469" y="1759781"/>
                  <a:ext cx="63230" cy="101839"/>
                </a:xfrm>
                <a:custGeom>
                  <a:avLst/>
                  <a:gdLst>
                    <a:gd name="connsiteX0" fmla="*/ 63215 w 63230"/>
                    <a:gd name="connsiteY0" fmla="*/ 101837 h 101839"/>
                    <a:gd name="connsiteX1" fmla="*/ 6190 w 63230"/>
                    <a:gd name="connsiteY1" fmla="*/ 0 h 101839"/>
                    <a:gd name="connsiteX2" fmla="*/ 63215 w 63230"/>
                    <a:gd name="connsiteY2" fmla="*/ 101837 h 101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230" h="101839">
                      <a:moveTo>
                        <a:pt x="63215" y="101837"/>
                      </a:moveTo>
                      <a:cubicBezTo>
                        <a:pt x="64530" y="102118"/>
                        <a:pt x="-14666" y="84457"/>
                        <a:pt x="6190" y="0"/>
                      </a:cubicBezTo>
                      <a:cubicBezTo>
                        <a:pt x="6190" y="-94"/>
                        <a:pt x="-27724" y="85208"/>
                        <a:pt x="63215" y="101837"/>
                      </a:cubicBezTo>
                      <a:close/>
                    </a:path>
                  </a:pathLst>
                </a:custGeom>
                <a:solidFill>
                  <a:srgbClr val="F4AD9A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7" name="Forme libre : forme 1266">
                  <a:extLst>
                    <a:ext uri="{FF2B5EF4-FFF2-40B4-BE49-F238E27FC236}">
                      <a16:creationId xmlns:a16="http://schemas.microsoft.com/office/drawing/2014/main" id="{02598439-1B20-45B4-9B1C-C2F105CA4011}"/>
                    </a:ext>
                  </a:extLst>
                </p:cNvPr>
                <p:cNvSpPr/>
                <p:nvPr/>
              </p:nvSpPr>
              <p:spPr>
                <a:xfrm>
                  <a:off x="3062979" y="504822"/>
                  <a:ext cx="494263" cy="292020"/>
                </a:xfrm>
                <a:custGeom>
                  <a:avLst/>
                  <a:gdLst>
                    <a:gd name="connsiteX0" fmla="*/ 277232 w 494263"/>
                    <a:gd name="connsiteY0" fmla="*/ 185674 h 292020"/>
                    <a:gd name="connsiteX1" fmla="*/ 162149 w 494263"/>
                    <a:gd name="connsiteY1" fmla="*/ 212167 h 292020"/>
                    <a:gd name="connsiteX2" fmla="*/ 45094 w 494263"/>
                    <a:gd name="connsiteY2" fmla="*/ 292020 h 292020"/>
                    <a:gd name="connsiteX3" fmla="*/ 219644 w 494263"/>
                    <a:gd name="connsiteY3" fmla="*/ 182762 h 292020"/>
                    <a:gd name="connsiteX4" fmla="*/ 340645 w 494263"/>
                    <a:gd name="connsiteY4" fmla="*/ 183514 h 292020"/>
                    <a:gd name="connsiteX5" fmla="*/ 190051 w 494263"/>
                    <a:gd name="connsiteY5" fmla="*/ 179568 h 292020"/>
                    <a:gd name="connsiteX6" fmla="*/ 52703 w 494263"/>
                    <a:gd name="connsiteY6" fmla="*/ 245048 h 292020"/>
                    <a:gd name="connsiteX7" fmla="*/ 128235 w 494263"/>
                    <a:gd name="connsiteY7" fmla="*/ 181353 h 292020"/>
                    <a:gd name="connsiteX8" fmla="*/ 224247 w 494263"/>
                    <a:gd name="connsiteY8" fmla="*/ 152606 h 292020"/>
                    <a:gd name="connsiteX9" fmla="*/ 100709 w 494263"/>
                    <a:gd name="connsiteY9" fmla="*/ 176468 h 292020"/>
                    <a:gd name="connsiteX10" fmla="*/ 121565 w 494263"/>
                    <a:gd name="connsiteY10" fmla="*/ 153733 h 292020"/>
                    <a:gd name="connsiteX11" fmla="*/ 205176 w 494263"/>
                    <a:gd name="connsiteY11" fmla="*/ 110894 h 292020"/>
                    <a:gd name="connsiteX12" fmla="*/ 0 w 494263"/>
                    <a:gd name="connsiteY12" fmla="*/ 242041 h 292020"/>
                    <a:gd name="connsiteX13" fmla="*/ 53831 w 494263"/>
                    <a:gd name="connsiteY13" fmla="*/ 168482 h 292020"/>
                    <a:gd name="connsiteX14" fmla="*/ 133684 w 494263"/>
                    <a:gd name="connsiteY14" fmla="*/ 105445 h 292020"/>
                    <a:gd name="connsiteX15" fmla="*/ 35605 w 494263"/>
                    <a:gd name="connsiteY15" fmla="*/ 161436 h 292020"/>
                    <a:gd name="connsiteX16" fmla="*/ 210907 w 494263"/>
                    <a:gd name="connsiteY16" fmla="*/ 31041 h 292020"/>
                    <a:gd name="connsiteX17" fmla="*/ 477148 w 494263"/>
                    <a:gd name="connsiteY17" fmla="*/ 2575 h 292020"/>
                    <a:gd name="connsiteX18" fmla="*/ 142703 w 494263"/>
                    <a:gd name="connsiteY18" fmla="*/ 101405 h 292020"/>
                    <a:gd name="connsiteX19" fmla="*/ 288881 w 494263"/>
                    <a:gd name="connsiteY19" fmla="*/ 52460 h 292020"/>
                    <a:gd name="connsiteX20" fmla="*/ 424257 w 494263"/>
                    <a:gd name="connsiteY20" fmla="*/ 37805 h 292020"/>
                    <a:gd name="connsiteX21" fmla="*/ 191836 w 494263"/>
                    <a:gd name="connsiteY21" fmla="*/ 96990 h 292020"/>
                    <a:gd name="connsiteX22" fmla="*/ 271502 w 494263"/>
                    <a:gd name="connsiteY22" fmla="*/ 84401 h 292020"/>
                    <a:gd name="connsiteX23" fmla="*/ 228475 w 494263"/>
                    <a:gd name="connsiteY23" fmla="*/ 101312 h 292020"/>
                    <a:gd name="connsiteX24" fmla="*/ 272911 w 494263"/>
                    <a:gd name="connsiteY24" fmla="*/ 95393 h 292020"/>
                    <a:gd name="connsiteX25" fmla="*/ 200761 w 494263"/>
                    <a:gd name="connsiteY25" fmla="*/ 131280 h 292020"/>
                    <a:gd name="connsiteX26" fmla="*/ 438724 w 494263"/>
                    <a:gd name="connsiteY26" fmla="*/ 108357 h 292020"/>
                    <a:gd name="connsiteX27" fmla="*/ 239091 w 494263"/>
                    <a:gd name="connsiteY27" fmla="*/ 149036 h 292020"/>
                    <a:gd name="connsiteX28" fmla="*/ 347409 w 494263"/>
                    <a:gd name="connsiteY28" fmla="*/ 140769 h 292020"/>
                    <a:gd name="connsiteX29" fmla="*/ 281272 w 494263"/>
                    <a:gd name="connsiteY29" fmla="*/ 148848 h 292020"/>
                    <a:gd name="connsiteX30" fmla="*/ 341209 w 494263"/>
                    <a:gd name="connsiteY30" fmla="*/ 149505 h 292020"/>
                    <a:gd name="connsiteX31" fmla="*/ 397576 w 494263"/>
                    <a:gd name="connsiteY31" fmla="*/ 165664 h 292020"/>
                    <a:gd name="connsiteX32" fmla="*/ 342430 w 494263"/>
                    <a:gd name="connsiteY32" fmla="*/ 171113 h 292020"/>
                    <a:gd name="connsiteX33" fmla="*/ 410728 w 494263"/>
                    <a:gd name="connsiteY33" fmla="*/ 186050 h 292020"/>
                    <a:gd name="connsiteX34" fmla="*/ 372775 w 494263"/>
                    <a:gd name="connsiteY34" fmla="*/ 190653 h 292020"/>
                    <a:gd name="connsiteX35" fmla="*/ 494246 w 494263"/>
                    <a:gd name="connsiteY35" fmla="*/ 258670 h 292020"/>
                    <a:gd name="connsiteX36" fmla="*/ 277232 w 494263"/>
                    <a:gd name="connsiteY36" fmla="*/ 185674 h 292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494263" h="292020">
                      <a:moveTo>
                        <a:pt x="277232" y="185674"/>
                      </a:moveTo>
                      <a:cubicBezTo>
                        <a:pt x="237681" y="185486"/>
                        <a:pt x="199446" y="198921"/>
                        <a:pt x="162149" y="212167"/>
                      </a:cubicBezTo>
                      <a:cubicBezTo>
                        <a:pt x="116398" y="228419"/>
                        <a:pt x="66325" y="248430"/>
                        <a:pt x="45094" y="292020"/>
                      </a:cubicBezTo>
                      <a:cubicBezTo>
                        <a:pt x="78914" y="229641"/>
                        <a:pt x="150218" y="196854"/>
                        <a:pt x="219644" y="182762"/>
                      </a:cubicBezTo>
                      <a:cubicBezTo>
                        <a:pt x="259571" y="174683"/>
                        <a:pt x="301752" y="171489"/>
                        <a:pt x="340645" y="183514"/>
                      </a:cubicBezTo>
                      <a:cubicBezTo>
                        <a:pt x="295458" y="158900"/>
                        <a:pt x="240030" y="167731"/>
                        <a:pt x="190051" y="179568"/>
                      </a:cubicBezTo>
                      <a:cubicBezTo>
                        <a:pt x="139884" y="191405"/>
                        <a:pt x="87557" y="207094"/>
                        <a:pt x="52703" y="245048"/>
                      </a:cubicBezTo>
                      <a:cubicBezTo>
                        <a:pt x="69613" y="216113"/>
                        <a:pt x="97797" y="195257"/>
                        <a:pt x="128235" y="181353"/>
                      </a:cubicBezTo>
                      <a:cubicBezTo>
                        <a:pt x="158673" y="167449"/>
                        <a:pt x="191648" y="160027"/>
                        <a:pt x="224247" y="152606"/>
                      </a:cubicBezTo>
                      <a:cubicBezTo>
                        <a:pt x="181972" y="148378"/>
                        <a:pt x="138381" y="156739"/>
                        <a:pt x="100709" y="176468"/>
                      </a:cubicBezTo>
                      <a:cubicBezTo>
                        <a:pt x="102118" y="165946"/>
                        <a:pt x="112264" y="159088"/>
                        <a:pt x="121565" y="153733"/>
                      </a:cubicBezTo>
                      <a:cubicBezTo>
                        <a:pt x="148715" y="138138"/>
                        <a:pt x="176617" y="123858"/>
                        <a:pt x="205176" y="110894"/>
                      </a:cubicBezTo>
                      <a:cubicBezTo>
                        <a:pt x="121941" y="121510"/>
                        <a:pt x="44530" y="171019"/>
                        <a:pt x="0" y="242041"/>
                      </a:cubicBezTo>
                      <a:cubicBezTo>
                        <a:pt x="6952" y="211979"/>
                        <a:pt x="30532" y="188775"/>
                        <a:pt x="53831" y="168482"/>
                      </a:cubicBezTo>
                      <a:cubicBezTo>
                        <a:pt x="79384" y="146217"/>
                        <a:pt x="106064" y="125174"/>
                        <a:pt x="133684" y="105445"/>
                      </a:cubicBezTo>
                      <a:cubicBezTo>
                        <a:pt x="96670" y="114652"/>
                        <a:pt x="62380" y="134286"/>
                        <a:pt x="35605" y="161436"/>
                      </a:cubicBezTo>
                      <a:cubicBezTo>
                        <a:pt x="90845" y="113524"/>
                        <a:pt x="143924" y="60445"/>
                        <a:pt x="210907" y="31041"/>
                      </a:cubicBezTo>
                      <a:cubicBezTo>
                        <a:pt x="293391" y="-5222"/>
                        <a:pt x="387148" y="-1652"/>
                        <a:pt x="477148" y="2575"/>
                      </a:cubicBezTo>
                      <a:cubicBezTo>
                        <a:pt x="358871" y="-3156"/>
                        <a:pt x="238903" y="32262"/>
                        <a:pt x="142703" y="101405"/>
                      </a:cubicBezTo>
                      <a:cubicBezTo>
                        <a:pt x="190615" y="82710"/>
                        <a:pt x="239372" y="66364"/>
                        <a:pt x="288881" y="52460"/>
                      </a:cubicBezTo>
                      <a:cubicBezTo>
                        <a:pt x="332942" y="40059"/>
                        <a:pt x="379163" y="29631"/>
                        <a:pt x="424257" y="37805"/>
                      </a:cubicBezTo>
                      <a:cubicBezTo>
                        <a:pt x="343652" y="32168"/>
                        <a:pt x="265959" y="64861"/>
                        <a:pt x="191836" y="96990"/>
                      </a:cubicBezTo>
                      <a:cubicBezTo>
                        <a:pt x="216826" y="86468"/>
                        <a:pt x="244445" y="82053"/>
                        <a:pt x="271502" y="84401"/>
                      </a:cubicBezTo>
                      <a:cubicBezTo>
                        <a:pt x="256658" y="88723"/>
                        <a:pt x="242285" y="94360"/>
                        <a:pt x="228475" y="101312"/>
                      </a:cubicBezTo>
                      <a:cubicBezTo>
                        <a:pt x="243318" y="99339"/>
                        <a:pt x="258161" y="97366"/>
                        <a:pt x="272911" y="95393"/>
                      </a:cubicBezTo>
                      <a:cubicBezTo>
                        <a:pt x="248861" y="107324"/>
                        <a:pt x="224811" y="119349"/>
                        <a:pt x="200761" y="131280"/>
                      </a:cubicBezTo>
                      <a:cubicBezTo>
                        <a:pt x="276763" y="103566"/>
                        <a:pt x="360468" y="87877"/>
                        <a:pt x="438724" y="108357"/>
                      </a:cubicBezTo>
                      <a:cubicBezTo>
                        <a:pt x="370614" y="110988"/>
                        <a:pt x="302879" y="124798"/>
                        <a:pt x="239091" y="149036"/>
                      </a:cubicBezTo>
                      <a:cubicBezTo>
                        <a:pt x="274226" y="139359"/>
                        <a:pt x="311240" y="136541"/>
                        <a:pt x="347409" y="140769"/>
                      </a:cubicBezTo>
                      <a:cubicBezTo>
                        <a:pt x="325238" y="142460"/>
                        <a:pt x="303161" y="145184"/>
                        <a:pt x="281272" y="148848"/>
                      </a:cubicBezTo>
                      <a:cubicBezTo>
                        <a:pt x="300813" y="153263"/>
                        <a:pt x="321199" y="150069"/>
                        <a:pt x="341209" y="149505"/>
                      </a:cubicBezTo>
                      <a:cubicBezTo>
                        <a:pt x="361219" y="148942"/>
                        <a:pt x="383015" y="151854"/>
                        <a:pt x="397576" y="165664"/>
                      </a:cubicBezTo>
                      <a:cubicBezTo>
                        <a:pt x="379069" y="166040"/>
                        <a:pt x="360656" y="167825"/>
                        <a:pt x="342430" y="171113"/>
                      </a:cubicBezTo>
                      <a:cubicBezTo>
                        <a:pt x="365823" y="172052"/>
                        <a:pt x="389121" y="177125"/>
                        <a:pt x="410728" y="186050"/>
                      </a:cubicBezTo>
                      <a:cubicBezTo>
                        <a:pt x="398140" y="188305"/>
                        <a:pt x="385551" y="189808"/>
                        <a:pt x="372775" y="190653"/>
                      </a:cubicBezTo>
                      <a:cubicBezTo>
                        <a:pt x="392221" y="189432"/>
                        <a:pt x="495843" y="239881"/>
                        <a:pt x="494246" y="258670"/>
                      </a:cubicBezTo>
                      <a:cubicBezTo>
                        <a:pt x="418808" y="242605"/>
                        <a:pt x="357649" y="186144"/>
                        <a:pt x="277232" y="185674"/>
                      </a:cubicBezTo>
                      <a:close/>
                    </a:path>
                  </a:pathLst>
                </a:custGeom>
                <a:solidFill>
                  <a:srgbClr val="C99D97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8" name="Forme libre : forme 1267">
                  <a:extLst>
                    <a:ext uri="{FF2B5EF4-FFF2-40B4-BE49-F238E27FC236}">
                      <a16:creationId xmlns:a16="http://schemas.microsoft.com/office/drawing/2014/main" id="{EDD0FBB9-493A-4201-A4C7-FABFFB507852}"/>
                    </a:ext>
                  </a:extLst>
                </p:cNvPr>
                <p:cNvSpPr/>
                <p:nvPr/>
              </p:nvSpPr>
              <p:spPr>
                <a:xfrm>
                  <a:off x="3611319" y="504822"/>
                  <a:ext cx="494263" cy="292020"/>
                </a:xfrm>
                <a:custGeom>
                  <a:avLst/>
                  <a:gdLst>
                    <a:gd name="connsiteX0" fmla="*/ 217032 w 494263"/>
                    <a:gd name="connsiteY0" fmla="*/ 185674 h 292020"/>
                    <a:gd name="connsiteX1" fmla="*/ 332114 w 494263"/>
                    <a:gd name="connsiteY1" fmla="*/ 212167 h 292020"/>
                    <a:gd name="connsiteX2" fmla="*/ 449170 w 494263"/>
                    <a:gd name="connsiteY2" fmla="*/ 292020 h 292020"/>
                    <a:gd name="connsiteX3" fmla="*/ 274620 w 494263"/>
                    <a:gd name="connsiteY3" fmla="*/ 182762 h 292020"/>
                    <a:gd name="connsiteX4" fmla="*/ 153619 w 494263"/>
                    <a:gd name="connsiteY4" fmla="*/ 183514 h 292020"/>
                    <a:gd name="connsiteX5" fmla="*/ 304213 w 494263"/>
                    <a:gd name="connsiteY5" fmla="*/ 179568 h 292020"/>
                    <a:gd name="connsiteX6" fmla="*/ 441561 w 494263"/>
                    <a:gd name="connsiteY6" fmla="*/ 245048 h 292020"/>
                    <a:gd name="connsiteX7" fmla="*/ 366029 w 494263"/>
                    <a:gd name="connsiteY7" fmla="*/ 181353 h 292020"/>
                    <a:gd name="connsiteX8" fmla="*/ 270017 w 494263"/>
                    <a:gd name="connsiteY8" fmla="*/ 152606 h 292020"/>
                    <a:gd name="connsiteX9" fmla="*/ 393555 w 494263"/>
                    <a:gd name="connsiteY9" fmla="*/ 176468 h 292020"/>
                    <a:gd name="connsiteX10" fmla="*/ 372699 w 494263"/>
                    <a:gd name="connsiteY10" fmla="*/ 153733 h 292020"/>
                    <a:gd name="connsiteX11" fmla="*/ 289088 w 494263"/>
                    <a:gd name="connsiteY11" fmla="*/ 110894 h 292020"/>
                    <a:gd name="connsiteX12" fmla="*/ 494264 w 494263"/>
                    <a:gd name="connsiteY12" fmla="*/ 242041 h 292020"/>
                    <a:gd name="connsiteX13" fmla="*/ 440433 w 494263"/>
                    <a:gd name="connsiteY13" fmla="*/ 168482 h 292020"/>
                    <a:gd name="connsiteX14" fmla="*/ 360580 w 494263"/>
                    <a:gd name="connsiteY14" fmla="*/ 105445 h 292020"/>
                    <a:gd name="connsiteX15" fmla="*/ 458659 w 494263"/>
                    <a:gd name="connsiteY15" fmla="*/ 161436 h 292020"/>
                    <a:gd name="connsiteX16" fmla="*/ 283357 w 494263"/>
                    <a:gd name="connsiteY16" fmla="*/ 31041 h 292020"/>
                    <a:gd name="connsiteX17" fmla="*/ 17116 w 494263"/>
                    <a:gd name="connsiteY17" fmla="*/ 2575 h 292020"/>
                    <a:gd name="connsiteX18" fmla="*/ 351561 w 494263"/>
                    <a:gd name="connsiteY18" fmla="*/ 101405 h 292020"/>
                    <a:gd name="connsiteX19" fmla="*/ 205382 w 494263"/>
                    <a:gd name="connsiteY19" fmla="*/ 52460 h 292020"/>
                    <a:gd name="connsiteX20" fmla="*/ 70007 w 494263"/>
                    <a:gd name="connsiteY20" fmla="*/ 37805 h 292020"/>
                    <a:gd name="connsiteX21" fmla="*/ 302428 w 494263"/>
                    <a:gd name="connsiteY21" fmla="*/ 96990 h 292020"/>
                    <a:gd name="connsiteX22" fmla="*/ 222762 w 494263"/>
                    <a:gd name="connsiteY22" fmla="*/ 84401 h 292020"/>
                    <a:gd name="connsiteX23" fmla="*/ 265789 w 494263"/>
                    <a:gd name="connsiteY23" fmla="*/ 101312 h 292020"/>
                    <a:gd name="connsiteX24" fmla="*/ 221353 w 494263"/>
                    <a:gd name="connsiteY24" fmla="*/ 95393 h 292020"/>
                    <a:gd name="connsiteX25" fmla="*/ 293503 w 494263"/>
                    <a:gd name="connsiteY25" fmla="*/ 131280 h 292020"/>
                    <a:gd name="connsiteX26" fmla="*/ 55540 w 494263"/>
                    <a:gd name="connsiteY26" fmla="*/ 108357 h 292020"/>
                    <a:gd name="connsiteX27" fmla="*/ 255173 w 494263"/>
                    <a:gd name="connsiteY27" fmla="*/ 149036 h 292020"/>
                    <a:gd name="connsiteX28" fmla="*/ 146855 w 494263"/>
                    <a:gd name="connsiteY28" fmla="*/ 140769 h 292020"/>
                    <a:gd name="connsiteX29" fmla="*/ 212992 w 494263"/>
                    <a:gd name="connsiteY29" fmla="*/ 148848 h 292020"/>
                    <a:gd name="connsiteX30" fmla="*/ 153055 w 494263"/>
                    <a:gd name="connsiteY30" fmla="*/ 149505 h 292020"/>
                    <a:gd name="connsiteX31" fmla="*/ 96688 w 494263"/>
                    <a:gd name="connsiteY31" fmla="*/ 165664 h 292020"/>
                    <a:gd name="connsiteX32" fmla="*/ 151834 w 494263"/>
                    <a:gd name="connsiteY32" fmla="*/ 171113 h 292020"/>
                    <a:gd name="connsiteX33" fmla="*/ 83536 w 494263"/>
                    <a:gd name="connsiteY33" fmla="*/ 186050 h 292020"/>
                    <a:gd name="connsiteX34" fmla="*/ 121489 w 494263"/>
                    <a:gd name="connsiteY34" fmla="*/ 190653 h 292020"/>
                    <a:gd name="connsiteX35" fmla="*/ 18 w 494263"/>
                    <a:gd name="connsiteY35" fmla="*/ 258670 h 292020"/>
                    <a:gd name="connsiteX36" fmla="*/ 217032 w 494263"/>
                    <a:gd name="connsiteY36" fmla="*/ 185674 h 292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494263" h="292020">
                      <a:moveTo>
                        <a:pt x="217032" y="185674"/>
                      </a:moveTo>
                      <a:cubicBezTo>
                        <a:pt x="256583" y="185486"/>
                        <a:pt x="294818" y="198921"/>
                        <a:pt x="332114" y="212167"/>
                      </a:cubicBezTo>
                      <a:cubicBezTo>
                        <a:pt x="377866" y="228419"/>
                        <a:pt x="427939" y="248430"/>
                        <a:pt x="449170" y="292020"/>
                      </a:cubicBezTo>
                      <a:cubicBezTo>
                        <a:pt x="415350" y="229641"/>
                        <a:pt x="344046" y="196854"/>
                        <a:pt x="274620" y="182762"/>
                      </a:cubicBezTo>
                      <a:cubicBezTo>
                        <a:pt x="234693" y="174683"/>
                        <a:pt x="192512" y="171489"/>
                        <a:pt x="153619" y="183514"/>
                      </a:cubicBezTo>
                      <a:cubicBezTo>
                        <a:pt x="198806" y="158900"/>
                        <a:pt x="254234" y="167731"/>
                        <a:pt x="304213" y="179568"/>
                      </a:cubicBezTo>
                      <a:cubicBezTo>
                        <a:pt x="354380" y="191405"/>
                        <a:pt x="406707" y="207094"/>
                        <a:pt x="441561" y="245048"/>
                      </a:cubicBezTo>
                      <a:cubicBezTo>
                        <a:pt x="424651" y="216113"/>
                        <a:pt x="396467" y="195257"/>
                        <a:pt x="366029" y="181353"/>
                      </a:cubicBezTo>
                      <a:cubicBezTo>
                        <a:pt x="335591" y="167449"/>
                        <a:pt x="302616" y="160027"/>
                        <a:pt x="270017" y="152606"/>
                      </a:cubicBezTo>
                      <a:cubicBezTo>
                        <a:pt x="312292" y="148378"/>
                        <a:pt x="355883" y="156739"/>
                        <a:pt x="393555" y="176468"/>
                      </a:cubicBezTo>
                      <a:cubicBezTo>
                        <a:pt x="392145" y="165946"/>
                        <a:pt x="381999" y="159088"/>
                        <a:pt x="372699" y="153733"/>
                      </a:cubicBezTo>
                      <a:cubicBezTo>
                        <a:pt x="345549" y="138138"/>
                        <a:pt x="317647" y="123858"/>
                        <a:pt x="289088" y="110894"/>
                      </a:cubicBezTo>
                      <a:cubicBezTo>
                        <a:pt x="372323" y="121510"/>
                        <a:pt x="449734" y="171019"/>
                        <a:pt x="494264" y="242041"/>
                      </a:cubicBezTo>
                      <a:cubicBezTo>
                        <a:pt x="487312" y="211979"/>
                        <a:pt x="463732" y="188775"/>
                        <a:pt x="440433" y="168482"/>
                      </a:cubicBezTo>
                      <a:cubicBezTo>
                        <a:pt x="414880" y="146217"/>
                        <a:pt x="388200" y="125174"/>
                        <a:pt x="360580" y="105445"/>
                      </a:cubicBezTo>
                      <a:cubicBezTo>
                        <a:pt x="397594" y="114652"/>
                        <a:pt x="431884" y="134286"/>
                        <a:pt x="458659" y="161436"/>
                      </a:cubicBezTo>
                      <a:cubicBezTo>
                        <a:pt x="403419" y="113524"/>
                        <a:pt x="350340" y="60445"/>
                        <a:pt x="283357" y="31041"/>
                      </a:cubicBezTo>
                      <a:cubicBezTo>
                        <a:pt x="200873" y="-5222"/>
                        <a:pt x="107116" y="-1652"/>
                        <a:pt x="17116" y="2575"/>
                      </a:cubicBezTo>
                      <a:cubicBezTo>
                        <a:pt x="135393" y="-3156"/>
                        <a:pt x="255361" y="32262"/>
                        <a:pt x="351561" y="101405"/>
                      </a:cubicBezTo>
                      <a:cubicBezTo>
                        <a:pt x="303649" y="82710"/>
                        <a:pt x="254892" y="66364"/>
                        <a:pt x="205382" y="52460"/>
                      </a:cubicBezTo>
                      <a:cubicBezTo>
                        <a:pt x="161322" y="40059"/>
                        <a:pt x="115101" y="29631"/>
                        <a:pt x="70007" y="37805"/>
                      </a:cubicBezTo>
                      <a:cubicBezTo>
                        <a:pt x="150612" y="32168"/>
                        <a:pt x="228305" y="64861"/>
                        <a:pt x="302428" y="96990"/>
                      </a:cubicBezTo>
                      <a:cubicBezTo>
                        <a:pt x="277438" y="86468"/>
                        <a:pt x="249819" y="82053"/>
                        <a:pt x="222762" y="84401"/>
                      </a:cubicBezTo>
                      <a:cubicBezTo>
                        <a:pt x="237606" y="88723"/>
                        <a:pt x="251979" y="94360"/>
                        <a:pt x="265789" y="101312"/>
                      </a:cubicBezTo>
                      <a:cubicBezTo>
                        <a:pt x="250946" y="99339"/>
                        <a:pt x="236102" y="97366"/>
                        <a:pt x="221353" y="95393"/>
                      </a:cubicBezTo>
                      <a:cubicBezTo>
                        <a:pt x="245403" y="107324"/>
                        <a:pt x="269453" y="119349"/>
                        <a:pt x="293503" y="131280"/>
                      </a:cubicBezTo>
                      <a:cubicBezTo>
                        <a:pt x="217501" y="103566"/>
                        <a:pt x="133796" y="87877"/>
                        <a:pt x="55540" y="108357"/>
                      </a:cubicBezTo>
                      <a:cubicBezTo>
                        <a:pt x="123650" y="110988"/>
                        <a:pt x="191385" y="124798"/>
                        <a:pt x="255173" y="149036"/>
                      </a:cubicBezTo>
                      <a:cubicBezTo>
                        <a:pt x="220038" y="139359"/>
                        <a:pt x="183023" y="136541"/>
                        <a:pt x="146855" y="140769"/>
                      </a:cubicBezTo>
                      <a:cubicBezTo>
                        <a:pt x="169026" y="142460"/>
                        <a:pt x="191103" y="145184"/>
                        <a:pt x="212992" y="148848"/>
                      </a:cubicBezTo>
                      <a:cubicBezTo>
                        <a:pt x="193451" y="153263"/>
                        <a:pt x="173065" y="150069"/>
                        <a:pt x="153055" y="149505"/>
                      </a:cubicBezTo>
                      <a:cubicBezTo>
                        <a:pt x="133045" y="148942"/>
                        <a:pt x="111249" y="151854"/>
                        <a:pt x="96688" y="165664"/>
                      </a:cubicBezTo>
                      <a:cubicBezTo>
                        <a:pt x="115195" y="166040"/>
                        <a:pt x="133608" y="167825"/>
                        <a:pt x="151834" y="171113"/>
                      </a:cubicBezTo>
                      <a:cubicBezTo>
                        <a:pt x="128441" y="172052"/>
                        <a:pt x="105143" y="177125"/>
                        <a:pt x="83536" y="186050"/>
                      </a:cubicBezTo>
                      <a:cubicBezTo>
                        <a:pt x="96124" y="188305"/>
                        <a:pt x="108713" y="189808"/>
                        <a:pt x="121489" y="190653"/>
                      </a:cubicBezTo>
                      <a:cubicBezTo>
                        <a:pt x="102043" y="189432"/>
                        <a:pt x="-1579" y="239881"/>
                        <a:pt x="18" y="258670"/>
                      </a:cubicBezTo>
                      <a:cubicBezTo>
                        <a:pt x="75456" y="242605"/>
                        <a:pt x="136615" y="186144"/>
                        <a:pt x="217032" y="185674"/>
                      </a:cubicBezTo>
                      <a:close/>
                    </a:path>
                  </a:pathLst>
                </a:custGeom>
                <a:solidFill>
                  <a:srgbClr val="C99D97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811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3526336" y="2435530"/>
                <a:ext cx="352501" cy="1327379"/>
                <a:chOff x="2676779" y="1284280"/>
                <a:chExt cx="473013" cy="1781178"/>
              </a:xfrm>
              <a:solidFill>
                <a:schemeClr val="accent1"/>
              </a:solidFill>
            </p:grpSpPr>
            <p:sp>
              <p:nvSpPr>
                <p:cNvPr id="1812" name="Forme libre : forme 1811">
                  <a:extLst>
                    <a:ext uri="{FF2B5EF4-FFF2-40B4-BE49-F238E27FC236}">
                      <a16:creationId xmlns:a16="http://schemas.microsoft.com/office/drawing/2014/main" id="{AD3BE368-402A-4F0B-85A2-7164667C0804}"/>
                    </a:ext>
                  </a:extLst>
                </p:cNvPr>
                <p:cNvSpPr/>
                <p:nvPr/>
              </p:nvSpPr>
              <p:spPr>
                <a:xfrm>
                  <a:off x="2676779" y="1284280"/>
                  <a:ext cx="473002" cy="1781178"/>
                </a:xfrm>
                <a:custGeom>
                  <a:avLst/>
                  <a:gdLst>
                    <a:gd name="connsiteX0" fmla="*/ 456940 w 473002"/>
                    <a:gd name="connsiteY0" fmla="*/ 1360934 h 1781178"/>
                    <a:gd name="connsiteX1" fmla="*/ 453088 w 473002"/>
                    <a:gd name="connsiteY1" fmla="*/ 1432426 h 1781178"/>
                    <a:gd name="connsiteX2" fmla="*/ 383287 w 473002"/>
                    <a:gd name="connsiteY2" fmla="*/ 1754189 h 1781178"/>
                    <a:gd name="connsiteX3" fmla="*/ 82381 w 473002"/>
                    <a:gd name="connsiteY3" fmla="*/ 1762550 h 1781178"/>
                    <a:gd name="connsiteX4" fmla="*/ 108122 w 473002"/>
                    <a:gd name="connsiteY4" fmla="*/ 1475172 h 1781178"/>
                    <a:gd name="connsiteX5" fmla="*/ 85481 w 473002"/>
                    <a:gd name="connsiteY5" fmla="*/ 1286154 h 1781178"/>
                    <a:gd name="connsiteX6" fmla="*/ 37099 w 473002"/>
                    <a:gd name="connsiteY6" fmla="*/ 1044809 h 1781178"/>
                    <a:gd name="connsiteX7" fmla="*/ 14458 w 473002"/>
                    <a:gd name="connsiteY7" fmla="*/ 915164 h 1781178"/>
                    <a:gd name="connsiteX8" fmla="*/ 5909 w 473002"/>
                    <a:gd name="connsiteY8" fmla="*/ 797263 h 1781178"/>
                    <a:gd name="connsiteX9" fmla="*/ 108967 w 473002"/>
                    <a:gd name="connsiteY9" fmla="*/ 602045 h 1781178"/>
                    <a:gd name="connsiteX10" fmla="*/ 182338 w 473002"/>
                    <a:gd name="connsiteY10" fmla="*/ 394332 h 1781178"/>
                    <a:gd name="connsiteX11" fmla="*/ 241712 w 473002"/>
                    <a:gd name="connsiteY11" fmla="*/ 183425 h 1781178"/>
                    <a:gd name="connsiteX12" fmla="*/ 268298 w 473002"/>
                    <a:gd name="connsiteY12" fmla="*/ 117851 h 1781178"/>
                    <a:gd name="connsiteX13" fmla="*/ 296951 w 473002"/>
                    <a:gd name="connsiteY13" fmla="*/ 1265 h 1781178"/>
                    <a:gd name="connsiteX14" fmla="*/ 315177 w 473002"/>
                    <a:gd name="connsiteY14" fmla="*/ 11129 h 1781178"/>
                    <a:gd name="connsiteX15" fmla="*/ 359989 w 473002"/>
                    <a:gd name="connsiteY15" fmla="*/ 76703 h 1781178"/>
                    <a:gd name="connsiteX16" fmla="*/ 392775 w 473002"/>
                    <a:gd name="connsiteY16" fmla="*/ 168300 h 1781178"/>
                    <a:gd name="connsiteX17" fmla="*/ 378214 w 473002"/>
                    <a:gd name="connsiteY17" fmla="*/ 283852 h 1781178"/>
                    <a:gd name="connsiteX18" fmla="*/ 373517 w 473002"/>
                    <a:gd name="connsiteY18" fmla="*/ 445250 h 1781178"/>
                    <a:gd name="connsiteX19" fmla="*/ 354258 w 473002"/>
                    <a:gd name="connsiteY19" fmla="*/ 529049 h 1781178"/>
                    <a:gd name="connsiteX20" fmla="*/ 339133 w 473002"/>
                    <a:gd name="connsiteY20" fmla="*/ 641502 h 1781178"/>
                    <a:gd name="connsiteX21" fmla="*/ 326638 w 473002"/>
                    <a:gd name="connsiteY21" fmla="*/ 744090 h 1781178"/>
                    <a:gd name="connsiteX22" fmla="*/ 361022 w 473002"/>
                    <a:gd name="connsiteY22" fmla="*/ 858609 h 1781178"/>
                    <a:gd name="connsiteX23" fmla="*/ 361867 w 473002"/>
                    <a:gd name="connsiteY23" fmla="*/ 893933 h 1781178"/>
                    <a:gd name="connsiteX24" fmla="*/ 417483 w 473002"/>
                    <a:gd name="connsiteY24" fmla="*/ 1041614 h 1781178"/>
                    <a:gd name="connsiteX25" fmla="*/ 472911 w 473002"/>
                    <a:gd name="connsiteY25" fmla="*/ 1243127 h 1781178"/>
                    <a:gd name="connsiteX26" fmla="*/ 456940 w 473002"/>
                    <a:gd name="connsiteY26" fmla="*/ 1360934 h 1781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73002" h="1781178">
                      <a:moveTo>
                        <a:pt x="456940" y="1360934"/>
                      </a:moveTo>
                      <a:cubicBezTo>
                        <a:pt x="459101" y="1380005"/>
                        <a:pt x="458443" y="1403022"/>
                        <a:pt x="453088" y="1432426"/>
                      </a:cubicBezTo>
                      <a:cubicBezTo>
                        <a:pt x="436930" y="1520453"/>
                        <a:pt x="403579" y="1588657"/>
                        <a:pt x="383287" y="1754189"/>
                      </a:cubicBezTo>
                      <a:cubicBezTo>
                        <a:pt x="381784" y="1766590"/>
                        <a:pt x="163549" y="1803134"/>
                        <a:pt x="82381" y="1762550"/>
                      </a:cubicBezTo>
                      <a:cubicBezTo>
                        <a:pt x="82381" y="1762550"/>
                        <a:pt x="108122" y="1510307"/>
                        <a:pt x="108122" y="1475172"/>
                      </a:cubicBezTo>
                      <a:cubicBezTo>
                        <a:pt x="108122" y="1440036"/>
                        <a:pt x="101076" y="1354922"/>
                        <a:pt x="85481" y="1286154"/>
                      </a:cubicBezTo>
                      <a:cubicBezTo>
                        <a:pt x="69886" y="1217386"/>
                        <a:pt x="44051" y="1077596"/>
                        <a:pt x="37099" y="1044809"/>
                      </a:cubicBezTo>
                      <a:cubicBezTo>
                        <a:pt x="30053" y="1012022"/>
                        <a:pt x="21504" y="933859"/>
                        <a:pt x="14458" y="915164"/>
                      </a:cubicBezTo>
                      <a:cubicBezTo>
                        <a:pt x="7412" y="896375"/>
                        <a:pt x="-8652" y="831553"/>
                        <a:pt x="5909" y="797263"/>
                      </a:cubicBezTo>
                      <a:cubicBezTo>
                        <a:pt x="23383" y="756115"/>
                        <a:pt x="88675" y="672316"/>
                        <a:pt x="108967" y="602045"/>
                      </a:cubicBezTo>
                      <a:cubicBezTo>
                        <a:pt x="129259" y="531774"/>
                        <a:pt x="165240" y="433319"/>
                        <a:pt x="182338" y="394332"/>
                      </a:cubicBezTo>
                      <a:cubicBezTo>
                        <a:pt x="199530" y="355251"/>
                        <a:pt x="230720" y="216306"/>
                        <a:pt x="241712" y="183425"/>
                      </a:cubicBezTo>
                      <a:cubicBezTo>
                        <a:pt x="252703" y="150544"/>
                        <a:pt x="258904" y="127152"/>
                        <a:pt x="268298" y="117851"/>
                      </a:cubicBezTo>
                      <a:cubicBezTo>
                        <a:pt x="268298" y="117851"/>
                        <a:pt x="291690" y="6902"/>
                        <a:pt x="296951" y="1265"/>
                      </a:cubicBezTo>
                      <a:cubicBezTo>
                        <a:pt x="302118" y="-4465"/>
                        <a:pt x="315177" y="11129"/>
                        <a:pt x="315177" y="11129"/>
                      </a:cubicBezTo>
                      <a:cubicBezTo>
                        <a:pt x="315177" y="11129"/>
                        <a:pt x="365719" y="-2962"/>
                        <a:pt x="359989" y="76703"/>
                      </a:cubicBezTo>
                      <a:cubicBezTo>
                        <a:pt x="359989" y="76703"/>
                        <a:pt x="406867" y="95492"/>
                        <a:pt x="392775" y="168300"/>
                      </a:cubicBezTo>
                      <a:cubicBezTo>
                        <a:pt x="378684" y="241201"/>
                        <a:pt x="378214" y="283852"/>
                        <a:pt x="378214" y="283852"/>
                      </a:cubicBezTo>
                      <a:cubicBezTo>
                        <a:pt x="378214" y="283852"/>
                        <a:pt x="402640" y="330731"/>
                        <a:pt x="373517" y="445250"/>
                      </a:cubicBezTo>
                      <a:cubicBezTo>
                        <a:pt x="368256" y="465824"/>
                        <a:pt x="357922" y="504624"/>
                        <a:pt x="354258" y="529049"/>
                      </a:cubicBezTo>
                      <a:cubicBezTo>
                        <a:pt x="350594" y="553475"/>
                        <a:pt x="339133" y="623277"/>
                        <a:pt x="339133" y="641502"/>
                      </a:cubicBezTo>
                      <a:cubicBezTo>
                        <a:pt x="339133" y="659727"/>
                        <a:pt x="326638" y="744090"/>
                        <a:pt x="326638" y="744090"/>
                      </a:cubicBezTo>
                      <a:cubicBezTo>
                        <a:pt x="326638" y="744090"/>
                        <a:pt x="362525" y="819622"/>
                        <a:pt x="361022" y="858609"/>
                      </a:cubicBezTo>
                      <a:cubicBezTo>
                        <a:pt x="360552" y="869695"/>
                        <a:pt x="361116" y="881908"/>
                        <a:pt x="361867" y="893933"/>
                      </a:cubicBezTo>
                      <a:cubicBezTo>
                        <a:pt x="361867" y="893933"/>
                        <a:pt x="407337" y="1011082"/>
                        <a:pt x="417483" y="1041614"/>
                      </a:cubicBezTo>
                      <a:cubicBezTo>
                        <a:pt x="427629" y="1072147"/>
                        <a:pt x="471408" y="1202543"/>
                        <a:pt x="472911" y="1243127"/>
                      </a:cubicBezTo>
                      <a:cubicBezTo>
                        <a:pt x="474414" y="1283805"/>
                        <a:pt x="456940" y="1360934"/>
                        <a:pt x="456940" y="1360934"/>
                      </a:cubicBezTo>
                      <a:close/>
                    </a:path>
                  </a:pathLst>
                </a:custGeom>
                <a:solidFill>
                  <a:srgbClr val="F9BEAA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3" name="Forme libre : forme 1812">
                  <a:extLst>
                    <a:ext uri="{FF2B5EF4-FFF2-40B4-BE49-F238E27FC236}">
                      <a16:creationId xmlns:a16="http://schemas.microsoft.com/office/drawing/2014/main" id="{5E58876F-FA27-46DB-9C29-929846D804F2}"/>
                    </a:ext>
                  </a:extLst>
                </p:cNvPr>
                <p:cNvSpPr/>
                <p:nvPr/>
              </p:nvSpPr>
              <p:spPr>
                <a:xfrm>
                  <a:off x="3033104" y="2217388"/>
                  <a:ext cx="94227" cy="397200"/>
                </a:xfrm>
                <a:custGeom>
                  <a:avLst/>
                  <a:gdLst>
                    <a:gd name="connsiteX0" fmla="*/ 7704 w 94227"/>
                    <a:gd name="connsiteY0" fmla="*/ 0 h 397200"/>
                    <a:gd name="connsiteX1" fmla="*/ 7891 w 94227"/>
                    <a:gd name="connsiteY1" fmla="*/ 13810 h 397200"/>
                    <a:gd name="connsiteX2" fmla="*/ 6764 w 94227"/>
                    <a:gd name="connsiteY2" fmla="*/ 20762 h 397200"/>
                    <a:gd name="connsiteX3" fmla="*/ 2818 w 94227"/>
                    <a:gd name="connsiteY3" fmla="*/ 27150 h 397200"/>
                    <a:gd name="connsiteX4" fmla="*/ 2912 w 94227"/>
                    <a:gd name="connsiteY4" fmla="*/ 25083 h 397200"/>
                    <a:gd name="connsiteX5" fmla="*/ 28278 w 94227"/>
                    <a:gd name="connsiteY5" fmla="*/ 66983 h 397200"/>
                    <a:gd name="connsiteX6" fmla="*/ 33163 w 94227"/>
                    <a:gd name="connsiteY6" fmla="*/ 91221 h 397200"/>
                    <a:gd name="connsiteX7" fmla="*/ 34948 w 94227"/>
                    <a:gd name="connsiteY7" fmla="*/ 115365 h 397200"/>
                    <a:gd name="connsiteX8" fmla="*/ 48006 w 94227"/>
                    <a:gd name="connsiteY8" fmla="*/ 210719 h 397200"/>
                    <a:gd name="connsiteX9" fmla="*/ 65104 w 94227"/>
                    <a:gd name="connsiteY9" fmla="*/ 305604 h 397200"/>
                    <a:gd name="connsiteX10" fmla="*/ 77599 w 94227"/>
                    <a:gd name="connsiteY10" fmla="*/ 351731 h 397200"/>
                    <a:gd name="connsiteX11" fmla="*/ 94227 w 94227"/>
                    <a:gd name="connsiteY11" fmla="*/ 397200 h 397200"/>
                    <a:gd name="connsiteX12" fmla="*/ 73653 w 94227"/>
                    <a:gd name="connsiteY12" fmla="*/ 353516 h 397200"/>
                    <a:gd name="connsiteX13" fmla="*/ 58434 w 94227"/>
                    <a:gd name="connsiteY13" fmla="*/ 307201 h 397200"/>
                    <a:gd name="connsiteX14" fmla="*/ 38799 w 94227"/>
                    <a:gd name="connsiteY14" fmla="*/ 212222 h 397200"/>
                    <a:gd name="connsiteX15" fmla="*/ 26868 w 94227"/>
                    <a:gd name="connsiteY15" fmla="*/ 115928 h 397200"/>
                    <a:gd name="connsiteX16" fmla="*/ 26117 w 94227"/>
                    <a:gd name="connsiteY16" fmla="*/ 91785 h 397200"/>
                    <a:gd name="connsiteX17" fmla="*/ 22641 w 94227"/>
                    <a:gd name="connsiteY17" fmla="*/ 68486 h 397200"/>
                    <a:gd name="connsiteX18" fmla="*/ 1221 w 94227"/>
                    <a:gd name="connsiteY18" fmla="*/ 27056 h 397200"/>
                    <a:gd name="connsiteX19" fmla="*/ 0 w 94227"/>
                    <a:gd name="connsiteY19" fmla="*/ 25835 h 397200"/>
                    <a:gd name="connsiteX20" fmla="*/ 1315 w 94227"/>
                    <a:gd name="connsiteY20" fmla="*/ 24989 h 397200"/>
                    <a:gd name="connsiteX21" fmla="*/ 6388 w 94227"/>
                    <a:gd name="connsiteY21" fmla="*/ 13622 h 397200"/>
                    <a:gd name="connsiteX22" fmla="*/ 7704 w 94227"/>
                    <a:gd name="connsiteY22" fmla="*/ 0 h 397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4227" h="397200">
                      <a:moveTo>
                        <a:pt x="7704" y="0"/>
                      </a:moveTo>
                      <a:cubicBezTo>
                        <a:pt x="7985" y="4603"/>
                        <a:pt x="8173" y="9207"/>
                        <a:pt x="7891" y="13810"/>
                      </a:cubicBezTo>
                      <a:cubicBezTo>
                        <a:pt x="7704" y="16159"/>
                        <a:pt x="7422" y="18413"/>
                        <a:pt x="6764" y="20762"/>
                      </a:cubicBezTo>
                      <a:cubicBezTo>
                        <a:pt x="6106" y="23017"/>
                        <a:pt x="5073" y="25459"/>
                        <a:pt x="2818" y="27150"/>
                      </a:cubicBezTo>
                      <a:lnTo>
                        <a:pt x="2912" y="25083"/>
                      </a:lnTo>
                      <a:cubicBezTo>
                        <a:pt x="15595" y="36075"/>
                        <a:pt x="23392" y="51200"/>
                        <a:pt x="28278" y="66983"/>
                      </a:cubicBezTo>
                      <a:cubicBezTo>
                        <a:pt x="30626" y="74874"/>
                        <a:pt x="32129" y="83048"/>
                        <a:pt x="33163" y="91221"/>
                      </a:cubicBezTo>
                      <a:lnTo>
                        <a:pt x="34948" y="115365"/>
                      </a:lnTo>
                      <a:cubicBezTo>
                        <a:pt x="37860" y="147212"/>
                        <a:pt x="43027" y="179060"/>
                        <a:pt x="48006" y="210719"/>
                      </a:cubicBezTo>
                      <a:cubicBezTo>
                        <a:pt x="53267" y="242473"/>
                        <a:pt x="58810" y="274132"/>
                        <a:pt x="65104" y="305604"/>
                      </a:cubicBezTo>
                      <a:cubicBezTo>
                        <a:pt x="68392" y="321293"/>
                        <a:pt x="71586" y="336981"/>
                        <a:pt x="77599" y="351731"/>
                      </a:cubicBezTo>
                      <a:cubicBezTo>
                        <a:pt x="83423" y="366574"/>
                        <a:pt x="90469" y="381418"/>
                        <a:pt x="94227" y="397200"/>
                      </a:cubicBezTo>
                      <a:cubicBezTo>
                        <a:pt x="88590" y="382075"/>
                        <a:pt x="80887" y="367984"/>
                        <a:pt x="73653" y="353516"/>
                      </a:cubicBezTo>
                      <a:cubicBezTo>
                        <a:pt x="66419" y="338766"/>
                        <a:pt x="62567" y="322702"/>
                        <a:pt x="58434" y="307201"/>
                      </a:cubicBezTo>
                      <a:cubicBezTo>
                        <a:pt x="50261" y="275823"/>
                        <a:pt x="44342" y="244070"/>
                        <a:pt x="38799" y="212222"/>
                      </a:cubicBezTo>
                      <a:cubicBezTo>
                        <a:pt x="33632" y="180281"/>
                        <a:pt x="28841" y="148340"/>
                        <a:pt x="26868" y="115928"/>
                      </a:cubicBezTo>
                      <a:cubicBezTo>
                        <a:pt x="26305" y="107755"/>
                        <a:pt x="26493" y="99582"/>
                        <a:pt x="26117" y="91785"/>
                      </a:cubicBezTo>
                      <a:cubicBezTo>
                        <a:pt x="25553" y="83987"/>
                        <a:pt x="24520" y="76096"/>
                        <a:pt x="22641" y="68486"/>
                      </a:cubicBezTo>
                      <a:cubicBezTo>
                        <a:pt x="18601" y="53455"/>
                        <a:pt x="12119" y="38330"/>
                        <a:pt x="1221" y="27056"/>
                      </a:cubicBezTo>
                      <a:lnTo>
                        <a:pt x="0" y="25835"/>
                      </a:lnTo>
                      <a:lnTo>
                        <a:pt x="1315" y="24989"/>
                      </a:lnTo>
                      <a:cubicBezTo>
                        <a:pt x="4509" y="22923"/>
                        <a:pt x="5637" y="17944"/>
                        <a:pt x="6388" y="13622"/>
                      </a:cubicBezTo>
                      <a:cubicBezTo>
                        <a:pt x="7140" y="9113"/>
                        <a:pt x="7422" y="4603"/>
                        <a:pt x="7704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4" name="Forme libre : forme 1813">
                  <a:extLst>
                    <a:ext uri="{FF2B5EF4-FFF2-40B4-BE49-F238E27FC236}">
                      <a16:creationId xmlns:a16="http://schemas.microsoft.com/office/drawing/2014/main" id="{A94D3C44-A1F6-40D1-BE0D-A7DE3FF531F4}"/>
                    </a:ext>
                  </a:extLst>
                </p:cNvPr>
                <p:cNvSpPr/>
                <p:nvPr/>
              </p:nvSpPr>
              <p:spPr>
                <a:xfrm>
                  <a:off x="2676779" y="1284280"/>
                  <a:ext cx="473013" cy="1762550"/>
                </a:xfrm>
                <a:custGeom>
                  <a:avLst/>
                  <a:gdLst>
                    <a:gd name="connsiteX0" fmla="*/ 82381 w 473013"/>
                    <a:gd name="connsiteY0" fmla="*/ 1762550 h 1762550"/>
                    <a:gd name="connsiteX1" fmla="*/ 108122 w 473013"/>
                    <a:gd name="connsiteY1" fmla="*/ 1475172 h 1762550"/>
                    <a:gd name="connsiteX2" fmla="*/ 85481 w 473013"/>
                    <a:gd name="connsiteY2" fmla="*/ 1286154 h 1762550"/>
                    <a:gd name="connsiteX3" fmla="*/ 37099 w 473013"/>
                    <a:gd name="connsiteY3" fmla="*/ 1044809 h 1762550"/>
                    <a:gd name="connsiteX4" fmla="*/ 14458 w 473013"/>
                    <a:gd name="connsiteY4" fmla="*/ 915164 h 1762550"/>
                    <a:gd name="connsiteX5" fmla="*/ 5909 w 473013"/>
                    <a:gd name="connsiteY5" fmla="*/ 797263 h 1762550"/>
                    <a:gd name="connsiteX6" fmla="*/ 108967 w 473013"/>
                    <a:gd name="connsiteY6" fmla="*/ 602045 h 1762550"/>
                    <a:gd name="connsiteX7" fmla="*/ 182338 w 473013"/>
                    <a:gd name="connsiteY7" fmla="*/ 394332 h 1762550"/>
                    <a:gd name="connsiteX8" fmla="*/ 241712 w 473013"/>
                    <a:gd name="connsiteY8" fmla="*/ 183425 h 1762550"/>
                    <a:gd name="connsiteX9" fmla="*/ 268298 w 473013"/>
                    <a:gd name="connsiteY9" fmla="*/ 117851 h 1762550"/>
                    <a:gd name="connsiteX10" fmla="*/ 296951 w 473013"/>
                    <a:gd name="connsiteY10" fmla="*/ 1265 h 1762550"/>
                    <a:gd name="connsiteX11" fmla="*/ 315177 w 473013"/>
                    <a:gd name="connsiteY11" fmla="*/ 11129 h 1762550"/>
                    <a:gd name="connsiteX12" fmla="*/ 359989 w 473013"/>
                    <a:gd name="connsiteY12" fmla="*/ 76703 h 1762550"/>
                    <a:gd name="connsiteX13" fmla="*/ 392775 w 473013"/>
                    <a:gd name="connsiteY13" fmla="*/ 168300 h 1762550"/>
                    <a:gd name="connsiteX14" fmla="*/ 378214 w 473013"/>
                    <a:gd name="connsiteY14" fmla="*/ 283852 h 1762550"/>
                    <a:gd name="connsiteX15" fmla="*/ 373517 w 473013"/>
                    <a:gd name="connsiteY15" fmla="*/ 445250 h 1762550"/>
                    <a:gd name="connsiteX16" fmla="*/ 354258 w 473013"/>
                    <a:gd name="connsiteY16" fmla="*/ 529049 h 1762550"/>
                    <a:gd name="connsiteX17" fmla="*/ 339133 w 473013"/>
                    <a:gd name="connsiteY17" fmla="*/ 641502 h 1762550"/>
                    <a:gd name="connsiteX18" fmla="*/ 326638 w 473013"/>
                    <a:gd name="connsiteY18" fmla="*/ 744090 h 1762550"/>
                    <a:gd name="connsiteX19" fmla="*/ 361022 w 473013"/>
                    <a:gd name="connsiteY19" fmla="*/ 858609 h 1762550"/>
                    <a:gd name="connsiteX20" fmla="*/ 361867 w 473013"/>
                    <a:gd name="connsiteY20" fmla="*/ 893933 h 1762550"/>
                    <a:gd name="connsiteX21" fmla="*/ 417483 w 473013"/>
                    <a:gd name="connsiteY21" fmla="*/ 1041614 h 1762550"/>
                    <a:gd name="connsiteX22" fmla="*/ 472911 w 473013"/>
                    <a:gd name="connsiteY22" fmla="*/ 1243127 h 1762550"/>
                    <a:gd name="connsiteX23" fmla="*/ 456940 w 473013"/>
                    <a:gd name="connsiteY23" fmla="*/ 1360934 h 1762550"/>
                    <a:gd name="connsiteX24" fmla="*/ 453088 w 473013"/>
                    <a:gd name="connsiteY24" fmla="*/ 1432426 h 1762550"/>
                    <a:gd name="connsiteX25" fmla="*/ 383287 w 473013"/>
                    <a:gd name="connsiteY25" fmla="*/ 1754189 h 1762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473013" h="1762550">
                      <a:moveTo>
                        <a:pt x="82381" y="1762550"/>
                      </a:moveTo>
                      <a:cubicBezTo>
                        <a:pt x="82381" y="1762550"/>
                        <a:pt x="108122" y="1510307"/>
                        <a:pt x="108122" y="1475172"/>
                      </a:cubicBezTo>
                      <a:cubicBezTo>
                        <a:pt x="108122" y="1440036"/>
                        <a:pt x="101076" y="1354922"/>
                        <a:pt x="85481" y="1286154"/>
                      </a:cubicBezTo>
                      <a:cubicBezTo>
                        <a:pt x="69886" y="1217386"/>
                        <a:pt x="44051" y="1077596"/>
                        <a:pt x="37099" y="1044809"/>
                      </a:cubicBezTo>
                      <a:cubicBezTo>
                        <a:pt x="30053" y="1012022"/>
                        <a:pt x="21504" y="933859"/>
                        <a:pt x="14458" y="915164"/>
                      </a:cubicBezTo>
                      <a:cubicBezTo>
                        <a:pt x="7412" y="896375"/>
                        <a:pt x="-8652" y="831553"/>
                        <a:pt x="5909" y="797263"/>
                      </a:cubicBezTo>
                      <a:cubicBezTo>
                        <a:pt x="23383" y="756115"/>
                        <a:pt x="88675" y="672316"/>
                        <a:pt x="108967" y="602045"/>
                      </a:cubicBezTo>
                      <a:cubicBezTo>
                        <a:pt x="129259" y="531774"/>
                        <a:pt x="165240" y="433319"/>
                        <a:pt x="182338" y="394332"/>
                      </a:cubicBezTo>
                      <a:cubicBezTo>
                        <a:pt x="199530" y="355251"/>
                        <a:pt x="230720" y="216306"/>
                        <a:pt x="241712" y="183425"/>
                      </a:cubicBezTo>
                      <a:cubicBezTo>
                        <a:pt x="252703" y="150544"/>
                        <a:pt x="258904" y="127152"/>
                        <a:pt x="268298" y="117851"/>
                      </a:cubicBezTo>
                      <a:cubicBezTo>
                        <a:pt x="268298" y="117851"/>
                        <a:pt x="291690" y="6902"/>
                        <a:pt x="296951" y="1265"/>
                      </a:cubicBezTo>
                      <a:cubicBezTo>
                        <a:pt x="302118" y="-4465"/>
                        <a:pt x="315177" y="11129"/>
                        <a:pt x="315177" y="11129"/>
                      </a:cubicBezTo>
                      <a:cubicBezTo>
                        <a:pt x="315177" y="11129"/>
                        <a:pt x="365719" y="-2962"/>
                        <a:pt x="359989" y="76703"/>
                      </a:cubicBezTo>
                      <a:cubicBezTo>
                        <a:pt x="359989" y="76703"/>
                        <a:pt x="406867" y="95492"/>
                        <a:pt x="392775" y="168300"/>
                      </a:cubicBezTo>
                      <a:cubicBezTo>
                        <a:pt x="378684" y="241201"/>
                        <a:pt x="378214" y="283852"/>
                        <a:pt x="378214" y="283852"/>
                      </a:cubicBezTo>
                      <a:cubicBezTo>
                        <a:pt x="378214" y="283852"/>
                        <a:pt x="402640" y="330731"/>
                        <a:pt x="373517" y="445250"/>
                      </a:cubicBezTo>
                      <a:cubicBezTo>
                        <a:pt x="368256" y="465824"/>
                        <a:pt x="357922" y="504624"/>
                        <a:pt x="354258" y="529049"/>
                      </a:cubicBezTo>
                      <a:cubicBezTo>
                        <a:pt x="350594" y="553475"/>
                        <a:pt x="339133" y="623277"/>
                        <a:pt x="339133" y="641502"/>
                      </a:cubicBezTo>
                      <a:cubicBezTo>
                        <a:pt x="339133" y="659727"/>
                        <a:pt x="326638" y="744090"/>
                        <a:pt x="326638" y="744090"/>
                      </a:cubicBezTo>
                      <a:cubicBezTo>
                        <a:pt x="326638" y="744090"/>
                        <a:pt x="362525" y="819622"/>
                        <a:pt x="361022" y="858609"/>
                      </a:cubicBezTo>
                      <a:cubicBezTo>
                        <a:pt x="360552" y="869695"/>
                        <a:pt x="361116" y="881908"/>
                        <a:pt x="361867" y="893933"/>
                      </a:cubicBezTo>
                      <a:cubicBezTo>
                        <a:pt x="361867" y="893933"/>
                        <a:pt x="407337" y="1011082"/>
                        <a:pt x="417483" y="1041614"/>
                      </a:cubicBezTo>
                      <a:cubicBezTo>
                        <a:pt x="427629" y="1072147"/>
                        <a:pt x="471408" y="1202543"/>
                        <a:pt x="472911" y="1243127"/>
                      </a:cubicBezTo>
                      <a:cubicBezTo>
                        <a:pt x="474508" y="1283711"/>
                        <a:pt x="456940" y="1360934"/>
                        <a:pt x="456940" y="1360934"/>
                      </a:cubicBezTo>
                      <a:cubicBezTo>
                        <a:pt x="459101" y="1380005"/>
                        <a:pt x="458443" y="1403022"/>
                        <a:pt x="453088" y="1432426"/>
                      </a:cubicBezTo>
                      <a:cubicBezTo>
                        <a:pt x="436930" y="1520453"/>
                        <a:pt x="403579" y="1588657"/>
                        <a:pt x="383287" y="1754189"/>
                      </a:cubicBezTo>
                    </a:path>
                  </a:pathLst>
                </a:custGeom>
                <a:noFill/>
                <a:ln w="9389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5" name="Forme libre : forme 1814">
                  <a:extLst>
                    <a:ext uri="{FF2B5EF4-FFF2-40B4-BE49-F238E27FC236}">
                      <a16:creationId xmlns:a16="http://schemas.microsoft.com/office/drawing/2014/main" id="{ABB2C34C-BF63-4493-80AA-EC81C5094C15}"/>
                    </a:ext>
                  </a:extLst>
                </p:cNvPr>
                <p:cNvSpPr/>
                <p:nvPr/>
              </p:nvSpPr>
              <p:spPr>
                <a:xfrm>
                  <a:off x="2733836" y="1354371"/>
                  <a:ext cx="302837" cy="851649"/>
                </a:xfrm>
                <a:custGeom>
                  <a:avLst/>
                  <a:gdLst>
                    <a:gd name="connsiteX0" fmla="*/ 302838 w 302837"/>
                    <a:gd name="connsiteY0" fmla="*/ 6519 h 851649"/>
                    <a:gd name="connsiteX1" fmla="*/ 294007 w 302837"/>
                    <a:gd name="connsiteY1" fmla="*/ 6519 h 851649"/>
                    <a:gd name="connsiteX2" fmla="*/ 272493 w 302837"/>
                    <a:gd name="connsiteY2" fmla="*/ 412 h 851649"/>
                    <a:gd name="connsiteX3" fmla="*/ 237358 w 302837"/>
                    <a:gd name="connsiteY3" fmla="*/ 109389 h 851649"/>
                    <a:gd name="connsiteX4" fmla="*/ 211147 w 302837"/>
                    <a:gd name="connsiteY4" fmla="*/ 184357 h 851649"/>
                    <a:gd name="connsiteX5" fmla="*/ 165490 w 302837"/>
                    <a:gd name="connsiteY5" fmla="*/ 331569 h 851649"/>
                    <a:gd name="connsiteX6" fmla="*/ 123684 w 302837"/>
                    <a:gd name="connsiteY6" fmla="*/ 443270 h 851649"/>
                    <a:gd name="connsiteX7" fmla="*/ 83476 w 302837"/>
                    <a:gd name="connsiteY7" fmla="*/ 561171 h 851649"/>
                    <a:gd name="connsiteX8" fmla="*/ 35094 w 302837"/>
                    <a:gd name="connsiteY8" fmla="*/ 696264 h 851649"/>
                    <a:gd name="connsiteX9" fmla="*/ 710 w 302837"/>
                    <a:gd name="connsiteY9" fmla="*/ 793498 h 851649"/>
                    <a:gd name="connsiteX10" fmla="*/ 710 w 302837"/>
                    <a:gd name="connsiteY10" fmla="*/ 851650 h 851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2837" h="851649">
                      <a:moveTo>
                        <a:pt x="302838" y="6519"/>
                      </a:moveTo>
                      <a:lnTo>
                        <a:pt x="294007" y="6519"/>
                      </a:lnTo>
                      <a:cubicBezTo>
                        <a:pt x="294007" y="6519"/>
                        <a:pt x="278412" y="-1936"/>
                        <a:pt x="272493" y="412"/>
                      </a:cubicBezTo>
                      <a:cubicBezTo>
                        <a:pt x="266669" y="2761"/>
                        <a:pt x="242055" y="76602"/>
                        <a:pt x="237358" y="109389"/>
                      </a:cubicBezTo>
                      <a:cubicBezTo>
                        <a:pt x="237358" y="109389"/>
                        <a:pt x="221387" y="147248"/>
                        <a:pt x="211147" y="184357"/>
                      </a:cubicBezTo>
                      <a:cubicBezTo>
                        <a:pt x="200907" y="221465"/>
                        <a:pt x="173663" y="304607"/>
                        <a:pt x="165490" y="331569"/>
                      </a:cubicBezTo>
                      <a:cubicBezTo>
                        <a:pt x="157316" y="358531"/>
                        <a:pt x="134676" y="415932"/>
                        <a:pt x="123684" y="443270"/>
                      </a:cubicBezTo>
                      <a:cubicBezTo>
                        <a:pt x="112786" y="470608"/>
                        <a:pt x="90897" y="528760"/>
                        <a:pt x="83476" y="561171"/>
                      </a:cubicBezTo>
                      <a:cubicBezTo>
                        <a:pt x="76054" y="593582"/>
                        <a:pt x="45240" y="669772"/>
                        <a:pt x="35094" y="696264"/>
                      </a:cubicBezTo>
                      <a:cubicBezTo>
                        <a:pt x="24948" y="722757"/>
                        <a:pt x="2307" y="774802"/>
                        <a:pt x="710" y="793498"/>
                      </a:cubicBezTo>
                      <a:cubicBezTo>
                        <a:pt x="-887" y="812287"/>
                        <a:pt x="710" y="851650"/>
                        <a:pt x="710" y="851650"/>
                      </a:cubicBezTo>
                    </a:path>
                  </a:pathLst>
                </a:custGeom>
                <a:noFill/>
                <a:ln w="9389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6" name="Forme libre : forme 1815">
                  <a:extLst>
                    <a:ext uri="{FF2B5EF4-FFF2-40B4-BE49-F238E27FC236}">
                      <a16:creationId xmlns:a16="http://schemas.microsoft.com/office/drawing/2014/main" id="{A96A75E5-9B2F-40F7-A38A-1721965BCCC8}"/>
                    </a:ext>
                  </a:extLst>
                </p:cNvPr>
                <p:cNvSpPr/>
                <p:nvPr/>
              </p:nvSpPr>
              <p:spPr>
                <a:xfrm>
                  <a:off x="2844650" y="1531631"/>
                  <a:ext cx="210249" cy="547563"/>
                </a:xfrm>
                <a:custGeom>
                  <a:avLst/>
                  <a:gdLst>
                    <a:gd name="connsiteX0" fmla="*/ 210249 w 210249"/>
                    <a:gd name="connsiteY0" fmla="*/ 36502 h 547563"/>
                    <a:gd name="connsiteX1" fmla="*/ 173799 w 210249"/>
                    <a:gd name="connsiteY1" fmla="*/ 7097 h 547563"/>
                    <a:gd name="connsiteX2" fmla="*/ 140636 w 210249"/>
                    <a:gd name="connsiteY2" fmla="*/ 5500 h 547563"/>
                    <a:gd name="connsiteX3" fmla="*/ 121471 w 210249"/>
                    <a:gd name="connsiteY3" fmla="*/ 91836 h 547563"/>
                    <a:gd name="connsiteX4" fmla="*/ 96857 w 210249"/>
                    <a:gd name="connsiteY4" fmla="*/ 188693 h 547563"/>
                    <a:gd name="connsiteX5" fmla="*/ 59373 w 210249"/>
                    <a:gd name="connsiteY5" fmla="*/ 298421 h 547563"/>
                    <a:gd name="connsiteX6" fmla="*/ 12870 w 210249"/>
                    <a:gd name="connsiteY6" fmla="*/ 485842 h 547563"/>
                    <a:gd name="connsiteX7" fmla="*/ 0 w 210249"/>
                    <a:gd name="connsiteY7" fmla="*/ 547564 h 547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0249" h="547563">
                      <a:moveTo>
                        <a:pt x="210249" y="36502"/>
                      </a:moveTo>
                      <a:cubicBezTo>
                        <a:pt x="210249" y="36502"/>
                        <a:pt x="192963" y="10949"/>
                        <a:pt x="173799" y="7097"/>
                      </a:cubicBezTo>
                      <a:cubicBezTo>
                        <a:pt x="173799" y="7097"/>
                        <a:pt x="155855" y="-7746"/>
                        <a:pt x="140636" y="5500"/>
                      </a:cubicBezTo>
                      <a:cubicBezTo>
                        <a:pt x="140636" y="5500"/>
                        <a:pt x="123444" y="76992"/>
                        <a:pt x="121471" y="91836"/>
                      </a:cubicBezTo>
                      <a:cubicBezTo>
                        <a:pt x="121471" y="91836"/>
                        <a:pt x="102306" y="166804"/>
                        <a:pt x="96857" y="188693"/>
                      </a:cubicBezTo>
                      <a:cubicBezTo>
                        <a:pt x="91409" y="210582"/>
                        <a:pt x="65198" y="279256"/>
                        <a:pt x="59373" y="298421"/>
                      </a:cubicBezTo>
                      <a:cubicBezTo>
                        <a:pt x="53549" y="317586"/>
                        <a:pt x="15595" y="472595"/>
                        <a:pt x="12870" y="485842"/>
                      </a:cubicBezTo>
                      <a:cubicBezTo>
                        <a:pt x="10146" y="499088"/>
                        <a:pt x="0" y="547564"/>
                        <a:pt x="0" y="547564"/>
                      </a:cubicBezTo>
                    </a:path>
                  </a:pathLst>
                </a:custGeom>
                <a:noFill/>
                <a:ln w="9389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7" name="Forme libre : forme 1816">
                  <a:extLst>
                    <a:ext uri="{FF2B5EF4-FFF2-40B4-BE49-F238E27FC236}">
                      <a16:creationId xmlns:a16="http://schemas.microsoft.com/office/drawing/2014/main" id="{7F483245-A3B0-4078-A208-850BD62BCD4E}"/>
                    </a:ext>
                  </a:extLst>
                </p:cNvPr>
                <p:cNvSpPr/>
                <p:nvPr/>
              </p:nvSpPr>
              <p:spPr>
                <a:xfrm>
                  <a:off x="2831720" y="2098641"/>
                  <a:ext cx="10516" cy="77692"/>
                </a:xfrm>
                <a:custGeom>
                  <a:avLst/>
                  <a:gdLst>
                    <a:gd name="connsiteX0" fmla="*/ 9454 w 10516"/>
                    <a:gd name="connsiteY0" fmla="*/ 0 h 77692"/>
                    <a:gd name="connsiteX1" fmla="*/ 9736 w 10516"/>
                    <a:gd name="connsiteY1" fmla="*/ 39081 h 77692"/>
                    <a:gd name="connsiteX2" fmla="*/ 4851 w 10516"/>
                    <a:gd name="connsiteY2" fmla="*/ 77693 h 77692"/>
                    <a:gd name="connsiteX3" fmla="*/ 435 w 10516"/>
                    <a:gd name="connsiteY3" fmla="*/ 58152 h 77692"/>
                    <a:gd name="connsiteX4" fmla="*/ 341 w 10516"/>
                    <a:gd name="connsiteY4" fmla="*/ 38330 h 77692"/>
                    <a:gd name="connsiteX5" fmla="*/ 9454 w 10516"/>
                    <a:gd name="connsiteY5" fmla="*/ 0 h 77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516" h="77692">
                      <a:moveTo>
                        <a:pt x="9454" y="0"/>
                      </a:moveTo>
                      <a:cubicBezTo>
                        <a:pt x="11145" y="13434"/>
                        <a:pt x="10487" y="26305"/>
                        <a:pt x="9736" y="39081"/>
                      </a:cubicBezTo>
                      <a:cubicBezTo>
                        <a:pt x="8702" y="51952"/>
                        <a:pt x="7199" y="64446"/>
                        <a:pt x="4851" y="77693"/>
                      </a:cubicBezTo>
                      <a:cubicBezTo>
                        <a:pt x="2220" y="71398"/>
                        <a:pt x="1093" y="64728"/>
                        <a:pt x="435" y="58152"/>
                      </a:cubicBezTo>
                      <a:cubicBezTo>
                        <a:pt x="-222" y="51576"/>
                        <a:pt x="-34" y="44906"/>
                        <a:pt x="341" y="38330"/>
                      </a:cubicBezTo>
                      <a:cubicBezTo>
                        <a:pt x="1469" y="25365"/>
                        <a:pt x="3817" y="12401"/>
                        <a:pt x="9454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8" name="Forme libre : forme 1817">
                  <a:extLst>
                    <a:ext uri="{FF2B5EF4-FFF2-40B4-BE49-F238E27FC236}">
                      <a16:creationId xmlns:a16="http://schemas.microsoft.com/office/drawing/2014/main" id="{21EFA07B-F02A-4022-9C8B-F23A6433CFFD}"/>
                    </a:ext>
                  </a:extLst>
                </p:cNvPr>
                <p:cNvSpPr/>
                <p:nvPr/>
              </p:nvSpPr>
              <p:spPr>
                <a:xfrm>
                  <a:off x="2996184" y="2027619"/>
                  <a:ext cx="11743" cy="43308"/>
                </a:xfrm>
                <a:custGeom>
                  <a:avLst/>
                  <a:gdLst>
                    <a:gd name="connsiteX0" fmla="*/ 11743 w 11743"/>
                    <a:gd name="connsiteY0" fmla="*/ 1503 h 43308"/>
                    <a:gd name="connsiteX1" fmla="*/ 0 w 11743"/>
                    <a:gd name="connsiteY1" fmla="*/ 43309 h 43308"/>
                    <a:gd name="connsiteX2" fmla="*/ 2536 w 11743"/>
                    <a:gd name="connsiteY2" fmla="*/ 0 h 4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743" h="43308">
                      <a:moveTo>
                        <a:pt x="11743" y="1503"/>
                      </a:moveTo>
                      <a:lnTo>
                        <a:pt x="0" y="43309"/>
                      </a:lnTo>
                      <a:lnTo>
                        <a:pt x="2536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9" name="Forme libre : forme 1818">
                  <a:extLst>
                    <a:ext uri="{FF2B5EF4-FFF2-40B4-BE49-F238E27FC236}">
                      <a16:creationId xmlns:a16="http://schemas.microsoft.com/office/drawing/2014/main" id="{C12C9F83-FBD2-4FCF-91E5-9B3F8BD7DD06}"/>
                    </a:ext>
                  </a:extLst>
                </p:cNvPr>
                <p:cNvSpPr/>
                <p:nvPr/>
              </p:nvSpPr>
              <p:spPr>
                <a:xfrm>
                  <a:off x="2969221" y="1538728"/>
                  <a:ext cx="50237" cy="86652"/>
                </a:xfrm>
                <a:custGeom>
                  <a:avLst/>
                  <a:gdLst>
                    <a:gd name="connsiteX0" fmla="*/ 49227 w 50237"/>
                    <a:gd name="connsiteY0" fmla="*/ 0 h 86652"/>
                    <a:gd name="connsiteX1" fmla="*/ 49415 w 50237"/>
                    <a:gd name="connsiteY1" fmla="*/ 27432 h 86652"/>
                    <a:gd name="connsiteX2" fmla="*/ 42557 w 50237"/>
                    <a:gd name="connsiteY2" fmla="*/ 54394 h 86652"/>
                    <a:gd name="connsiteX3" fmla="*/ 26493 w 50237"/>
                    <a:gd name="connsiteY3" fmla="*/ 77881 h 86652"/>
                    <a:gd name="connsiteX4" fmla="*/ 0 w 50237"/>
                    <a:gd name="connsiteY4" fmla="*/ 86336 h 86652"/>
                    <a:gd name="connsiteX5" fmla="*/ 33820 w 50237"/>
                    <a:gd name="connsiteY5" fmla="*/ 50824 h 86652"/>
                    <a:gd name="connsiteX6" fmla="*/ 49227 w 50237"/>
                    <a:gd name="connsiteY6" fmla="*/ 0 h 86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0237" h="86652">
                      <a:moveTo>
                        <a:pt x="49227" y="0"/>
                      </a:moveTo>
                      <a:cubicBezTo>
                        <a:pt x="50636" y="9113"/>
                        <a:pt x="50449" y="18319"/>
                        <a:pt x="49415" y="27432"/>
                      </a:cubicBezTo>
                      <a:cubicBezTo>
                        <a:pt x="48288" y="36545"/>
                        <a:pt x="46033" y="45657"/>
                        <a:pt x="42557" y="54394"/>
                      </a:cubicBezTo>
                      <a:cubicBezTo>
                        <a:pt x="39081" y="63037"/>
                        <a:pt x="34008" y="71492"/>
                        <a:pt x="26493" y="77881"/>
                      </a:cubicBezTo>
                      <a:cubicBezTo>
                        <a:pt x="19259" y="84363"/>
                        <a:pt x="9113" y="87745"/>
                        <a:pt x="0" y="86336"/>
                      </a:cubicBezTo>
                      <a:cubicBezTo>
                        <a:pt x="18131" y="81357"/>
                        <a:pt x="27526" y="66795"/>
                        <a:pt x="33820" y="50824"/>
                      </a:cubicBezTo>
                      <a:cubicBezTo>
                        <a:pt x="40396" y="34854"/>
                        <a:pt x="44436" y="17568"/>
                        <a:pt x="49227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0" name="Forme libre : forme 1819">
                  <a:extLst>
                    <a:ext uri="{FF2B5EF4-FFF2-40B4-BE49-F238E27FC236}">
                      <a16:creationId xmlns:a16="http://schemas.microsoft.com/office/drawing/2014/main" id="{D8F59F09-3233-4007-BCA9-D3647F58C174}"/>
                    </a:ext>
                  </a:extLst>
                </p:cNvPr>
                <p:cNvSpPr/>
                <p:nvPr/>
              </p:nvSpPr>
              <p:spPr>
                <a:xfrm>
                  <a:off x="2972791" y="1360890"/>
                  <a:ext cx="55725" cy="113020"/>
                </a:xfrm>
                <a:custGeom>
                  <a:avLst/>
                  <a:gdLst>
                    <a:gd name="connsiteX0" fmla="*/ 55052 w 55725"/>
                    <a:gd name="connsiteY0" fmla="*/ 0 h 113020"/>
                    <a:gd name="connsiteX1" fmla="*/ 54582 w 55725"/>
                    <a:gd name="connsiteY1" fmla="*/ 34384 h 113020"/>
                    <a:gd name="connsiteX2" fmla="*/ 47724 w 55725"/>
                    <a:gd name="connsiteY2" fmla="*/ 68298 h 113020"/>
                    <a:gd name="connsiteX3" fmla="*/ 31847 w 55725"/>
                    <a:gd name="connsiteY3" fmla="*/ 99676 h 113020"/>
                    <a:gd name="connsiteX4" fmla="*/ 17568 w 55725"/>
                    <a:gd name="connsiteY4" fmla="*/ 110949 h 113020"/>
                    <a:gd name="connsiteX5" fmla="*/ 0 w 55725"/>
                    <a:gd name="connsiteY5" fmla="*/ 111795 h 113020"/>
                    <a:gd name="connsiteX6" fmla="*/ 25929 w 55725"/>
                    <a:gd name="connsiteY6" fmla="*/ 95260 h 113020"/>
                    <a:gd name="connsiteX7" fmla="*/ 38799 w 55725"/>
                    <a:gd name="connsiteY7" fmla="*/ 65386 h 113020"/>
                    <a:gd name="connsiteX8" fmla="*/ 47442 w 55725"/>
                    <a:gd name="connsiteY8" fmla="*/ 33069 h 113020"/>
                    <a:gd name="connsiteX9" fmla="*/ 55052 w 55725"/>
                    <a:gd name="connsiteY9" fmla="*/ 0 h 113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725" h="113020">
                      <a:moveTo>
                        <a:pt x="55052" y="0"/>
                      </a:moveTo>
                      <a:cubicBezTo>
                        <a:pt x="56179" y="11461"/>
                        <a:pt x="55803" y="22923"/>
                        <a:pt x="54582" y="34384"/>
                      </a:cubicBezTo>
                      <a:cubicBezTo>
                        <a:pt x="53361" y="45845"/>
                        <a:pt x="51106" y="57119"/>
                        <a:pt x="47724" y="68298"/>
                      </a:cubicBezTo>
                      <a:cubicBezTo>
                        <a:pt x="44154" y="79290"/>
                        <a:pt x="39457" y="90375"/>
                        <a:pt x="31847" y="99676"/>
                      </a:cubicBezTo>
                      <a:cubicBezTo>
                        <a:pt x="27996" y="104373"/>
                        <a:pt x="23204" y="108413"/>
                        <a:pt x="17568" y="110949"/>
                      </a:cubicBezTo>
                      <a:cubicBezTo>
                        <a:pt x="11931" y="113392"/>
                        <a:pt x="5449" y="113674"/>
                        <a:pt x="0" y="111795"/>
                      </a:cubicBezTo>
                      <a:cubicBezTo>
                        <a:pt x="11837" y="111701"/>
                        <a:pt x="20386" y="104185"/>
                        <a:pt x="25929" y="95260"/>
                      </a:cubicBezTo>
                      <a:cubicBezTo>
                        <a:pt x="31566" y="86148"/>
                        <a:pt x="35511" y="75908"/>
                        <a:pt x="38799" y="65386"/>
                      </a:cubicBezTo>
                      <a:cubicBezTo>
                        <a:pt x="42181" y="54864"/>
                        <a:pt x="44812" y="43966"/>
                        <a:pt x="47442" y="33069"/>
                      </a:cubicBezTo>
                      <a:lnTo>
                        <a:pt x="55052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1" name="Forme libre : forme 1820">
                  <a:extLst>
                    <a:ext uri="{FF2B5EF4-FFF2-40B4-BE49-F238E27FC236}">
                      <a16:creationId xmlns:a16="http://schemas.microsoft.com/office/drawing/2014/main" id="{841E04D3-1012-4905-ACF2-FD7E2D4E1830}"/>
                    </a:ext>
                  </a:extLst>
                </p:cNvPr>
                <p:cNvSpPr/>
                <p:nvPr/>
              </p:nvSpPr>
              <p:spPr>
                <a:xfrm>
                  <a:off x="2944890" y="1295316"/>
                  <a:ext cx="50190" cy="109540"/>
                </a:xfrm>
                <a:custGeom>
                  <a:avLst/>
                  <a:gdLst>
                    <a:gd name="connsiteX0" fmla="*/ 46973 w 50190"/>
                    <a:gd name="connsiteY0" fmla="*/ 0 h 109540"/>
                    <a:gd name="connsiteX1" fmla="*/ 44812 w 50190"/>
                    <a:gd name="connsiteY1" fmla="*/ 65856 h 109540"/>
                    <a:gd name="connsiteX2" fmla="*/ 30250 w 50190"/>
                    <a:gd name="connsiteY2" fmla="*/ 96482 h 109540"/>
                    <a:gd name="connsiteX3" fmla="*/ 16816 w 50190"/>
                    <a:gd name="connsiteY3" fmla="*/ 107661 h 109540"/>
                    <a:gd name="connsiteX4" fmla="*/ 8079 w 50190"/>
                    <a:gd name="connsiteY4" fmla="*/ 109540 h 109540"/>
                    <a:gd name="connsiteX5" fmla="*/ 0 w 50190"/>
                    <a:gd name="connsiteY5" fmla="*/ 106722 h 109540"/>
                    <a:gd name="connsiteX6" fmla="*/ 14468 w 50190"/>
                    <a:gd name="connsiteY6" fmla="*/ 103622 h 109540"/>
                    <a:gd name="connsiteX7" fmla="*/ 24238 w 50190"/>
                    <a:gd name="connsiteY7" fmla="*/ 92254 h 109540"/>
                    <a:gd name="connsiteX8" fmla="*/ 35699 w 50190"/>
                    <a:gd name="connsiteY8" fmla="*/ 63319 h 109540"/>
                    <a:gd name="connsiteX9" fmla="*/ 42745 w 50190"/>
                    <a:gd name="connsiteY9" fmla="*/ 32129 h 109540"/>
                    <a:gd name="connsiteX10" fmla="*/ 46973 w 50190"/>
                    <a:gd name="connsiteY10" fmla="*/ 0 h 109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0190" h="109540">
                      <a:moveTo>
                        <a:pt x="46973" y="0"/>
                      </a:moveTo>
                      <a:cubicBezTo>
                        <a:pt x="52421" y="21513"/>
                        <a:pt x="50449" y="44436"/>
                        <a:pt x="44812" y="65856"/>
                      </a:cubicBezTo>
                      <a:cubicBezTo>
                        <a:pt x="41712" y="76659"/>
                        <a:pt x="37484" y="87369"/>
                        <a:pt x="30250" y="96482"/>
                      </a:cubicBezTo>
                      <a:cubicBezTo>
                        <a:pt x="26680" y="100991"/>
                        <a:pt x="22265" y="105125"/>
                        <a:pt x="16816" y="107661"/>
                      </a:cubicBezTo>
                      <a:cubicBezTo>
                        <a:pt x="14092" y="108882"/>
                        <a:pt x="11086" y="109540"/>
                        <a:pt x="8079" y="109540"/>
                      </a:cubicBezTo>
                      <a:cubicBezTo>
                        <a:pt x="5073" y="109352"/>
                        <a:pt x="2255" y="108319"/>
                        <a:pt x="0" y="106722"/>
                      </a:cubicBezTo>
                      <a:cubicBezTo>
                        <a:pt x="5449" y="108225"/>
                        <a:pt x="10522" y="106722"/>
                        <a:pt x="14468" y="103622"/>
                      </a:cubicBezTo>
                      <a:cubicBezTo>
                        <a:pt x="18507" y="100709"/>
                        <a:pt x="21513" y="96482"/>
                        <a:pt x="24238" y="92254"/>
                      </a:cubicBezTo>
                      <a:cubicBezTo>
                        <a:pt x="29405" y="83423"/>
                        <a:pt x="32975" y="73559"/>
                        <a:pt x="35699" y="63319"/>
                      </a:cubicBezTo>
                      <a:cubicBezTo>
                        <a:pt x="38611" y="53079"/>
                        <a:pt x="40772" y="42651"/>
                        <a:pt x="42745" y="32129"/>
                      </a:cubicBezTo>
                      <a:cubicBezTo>
                        <a:pt x="44624" y="21607"/>
                        <a:pt x="45845" y="10992"/>
                        <a:pt x="46973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2" name="Forme libre : forme 1821">
                  <a:extLst>
                    <a:ext uri="{FF2B5EF4-FFF2-40B4-BE49-F238E27FC236}">
                      <a16:creationId xmlns:a16="http://schemas.microsoft.com/office/drawing/2014/main" id="{86C29580-22E3-4397-B6D1-B54D9096C80F}"/>
                    </a:ext>
                  </a:extLst>
                </p:cNvPr>
                <p:cNvSpPr/>
                <p:nvPr/>
              </p:nvSpPr>
              <p:spPr>
                <a:xfrm>
                  <a:off x="2962082" y="1699750"/>
                  <a:ext cx="17191" cy="6395"/>
                </a:xfrm>
                <a:custGeom>
                  <a:avLst/>
                  <a:gdLst>
                    <a:gd name="connsiteX0" fmla="*/ 0 w 17191"/>
                    <a:gd name="connsiteY0" fmla="*/ 0 h 6395"/>
                    <a:gd name="connsiteX1" fmla="*/ 8925 w 17191"/>
                    <a:gd name="connsiteY1" fmla="*/ 1127 h 6395"/>
                    <a:gd name="connsiteX2" fmla="*/ 17192 w 17191"/>
                    <a:gd name="connsiteY2" fmla="*/ 3288 h 6395"/>
                    <a:gd name="connsiteX3" fmla="*/ 17192 w 17191"/>
                    <a:gd name="connsiteY3" fmla="*/ 5825 h 6395"/>
                    <a:gd name="connsiteX4" fmla="*/ 14186 w 17191"/>
                    <a:gd name="connsiteY4" fmla="*/ 4603 h 6395"/>
                    <a:gd name="connsiteX5" fmla="*/ 17192 w 17191"/>
                    <a:gd name="connsiteY5" fmla="*/ 3288 h 6395"/>
                    <a:gd name="connsiteX6" fmla="*/ 17192 w 17191"/>
                    <a:gd name="connsiteY6" fmla="*/ 5825 h 6395"/>
                    <a:gd name="connsiteX7" fmla="*/ 7797 w 17191"/>
                    <a:gd name="connsiteY7" fmla="*/ 5543 h 6395"/>
                    <a:gd name="connsiteX8" fmla="*/ 0 w 17191"/>
                    <a:gd name="connsiteY8" fmla="*/ 0 h 6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191" h="6395">
                      <a:moveTo>
                        <a:pt x="0" y="0"/>
                      </a:moveTo>
                      <a:cubicBezTo>
                        <a:pt x="3382" y="94"/>
                        <a:pt x="6106" y="564"/>
                        <a:pt x="8925" y="1127"/>
                      </a:cubicBezTo>
                      <a:cubicBezTo>
                        <a:pt x="11649" y="1691"/>
                        <a:pt x="14374" y="2349"/>
                        <a:pt x="17192" y="3288"/>
                      </a:cubicBezTo>
                      <a:lnTo>
                        <a:pt x="17192" y="5825"/>
                      </a:lnTo>
                      <a:cubicBezTo>
                        <a:pt x="16159" y="5449"/>
                        <a:pt x="15219" y="5167"/>
                        <a:pt x="14186" y="4603"/>
                      </a:cubicBezTo>
                      <a:cubicBezTo>
                        <a:pt x="15219" y="4040"/>
                        <a:pt x="16159" y="3664"/>
                        <a:pt x="17192" y="3288"/>
                      </a:cubicBezTo>
                      <a:lnTo>
                        <a:pt x="17192" y="5825"/>
                      </a:lnTo>
                      <a:cubicBezTo>
                        <a:pt x="14092" y="6670"/>
                        <a:pt x="10804" y="6576"/>
                        <a:pt x="7797" y="5543"/>
                      </a:cubicBezTo>
                      <a:cubicBezTo>
                        <a:pt x="4791" y="4509"/>
                        <a:pt x="1879" y="2818"/>
                        <a:pt x="0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3" name="Forme libre : forme 1822">
                  <a:extLst>
                    <a:ext uri="{FF2B5EF4-FFF2-40B4-BE49-F238E27FC236}">
                      <a16:creationId xmlns:a16="http://schemas.microsoft.com/office/drawing/2014/main" id="{301FE637-1938-4997-9052-979935D0C235}"/>
                    </a:ext>
                  </a:extLst>
                </p:cNvPr>
                <p:cNvSpPr/>
                <p:nvPr/>
              </p:nvSpPr>
              <p:spPr>
                <a:xfrm>
                  <a:off x="2955317" y="1719889"/>
                  <a:ext cx="11743" cy="5849"/>
                </a:xfrm>
                <a:custGeom>
                  <a:avLst/>
                  <a:gdLst>
                    <a:gd name="connsiteX0" fmla="*/ 0 w 11743"/>
                    <a:gd name="connsiteY0" fmla="*/ 529 h 5849"/>
                    <a:gd name="connsiteX1" fmla="*/ 6764 w 11743"/>
                    <a:gd name="connsiteY1" fmla="*/ 717 h 5849"/>
                    <a:gd name="connsiteX2" fmla="*/ 11743 w 11743"/>
                    <a:gd name="connsiteY2" fmla="*/ 5320 h 5849"/>
                    <a:gd name="connsiteX3" fmla="*/ 4979 w 11743"/>
                    <a:gd name="connsiteY3" fmla="*/ 5132 h 5849"/>
                    <a:gd name="connsiteX4" fmla="*/ 0 w 11743"/>
                    <a:gd name="connsiteY4" fmla="*/ 529 h 5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43" h="5849">
                      <a:moveTo>
                        <a:pt x="0" y="529"/>
                      </a:moveTo>
                      <a:cubicBezTo>
                        <a:pt x="2630" y="-410"/>
                        <a:pt x="4791" y="59"/>
                        <a:pt x="6764" y="717"/>
                      </a:cubicBezTo>
                      <a:cubicBezTo>
                        <a:pt x="8643" y="1563"/>
                        <a:pt x="10428" y="2784"/>
                        <a:pt x="11743" y="5320"/>
                      </a:cubicBezTo>
                      <a:cubicBezTo>
                        <a:pt x="9113" y="6260"/>
                        <a:pt x="6952" y="5790"/>
                        <a:pt x="4979" y="5132"/>
                      </a:cubicBezTo>
                      <a:cubicBezTo>
                        <a:pt x="3006" y="4193"/>
                        <a:pt x="1221" y="2972"/>
                        <a:pt x="0" y="529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4" name="Forme libre : forme 1823">
                  <a:extLst>
                    <a:ext uri="{FF2B5EF4-FFF2-40B4-BE49-F238E27FC236}">
                      <a16:creationId xmlns:a16="http://schemas.microsoft.com/office/drawing/2014/main" id="{30164386-4CCB-4C83-8FE7-F58DB1ACFA92}"/>
                    </a:ext>
                  </a:extLst>
                </p:cNvPr>
                <p:cNvSpPr/>
                <p:nvPr/>
              </p:nvSpPr>
              <p:spPr>
                <a:xfrm>
                  <a:off x="2913230" y="1868468"/>
                  <a:ext cx="20198" cy="5132"/>
                </a:xfrm>
                <a:custGeom>
                  <a:avLst/>
                  <a:gdLst>
                    <a:gd name="connsiteX0" fmla="*/ 0 w 20198"/>
                    <a:gd name="connsiteY0" fmla="*/ 101 h 5132"/>
                    <a:gd name="connsiteX1" fmla="*/ 10146 w 20198"/>
                    <a:gd name="connsiteY1" fmla="*/ 383 h 5132"/>
                    <a:gd name="connsiteX2" fmla="*/ 20198 w 20198"/>
                    <a:gd name="connsiteY2" fmla="*/ 1886 h 5132"/>
                    <a:gd name="connsiteX3" fmla="*/ 9770 w 20198"/>
                    <a:gd name="connsiteY3" fmla="*/ 5080 h 5132"/>
                    <a:gd name="connsiteX4" fmla="*/ 0 w 20198"/>
                    <a:gd name="connsiteY4" fmla="*/ 101 h 5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98" h="5132">
                      <a:moveTo>
                        <a:pt x="0" y="101"/>
                      </a:moveTo>
                      <a:cubicBezTo>
                        <a:pt x="3852" y="-180"/>
                        <a:pt x="6952" y="195"/>
                        <a:pt x="10146" y="383"/>
                      </a:cubicBezTo>
                      <a:cubicBezTo>
                        <a:pt x="13340" y="759"/>
                        <a:pt x="16440" y="947"/>
                        <a:pt x="20198" y="1886"/>
                      </a:cubicBezTo>
                      <a:cubicBezTo>
                        <a:pt x="17286" y="4517"/>
                        <a:pt x="13434" y="5362"/>
                        <a:pt x="9770" y="5080"/>
                      </a:cubicBezTo>
                      <a:cubicBezTo>
                        <a:pt x="6106" y="4611"/>
                        <a:pt x="2443" y="3202"/>
                        <a:pt x="0" y="101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5" name="Forme libre : forme 1824">
                  <a:extLst>
                    <a:ext uri="{FF2B5EF4-FFF2-40B4-BE49-F238E27FC236}">
                      <a16:creationId xmlns:a16="http://schemas.microsoft.com/office/drawing/2014/main" id="{319C3ACC-E3C7-4C5E-B5D4-7467F325A61F}"/>
                    </a:ext>
                  </a:extLst>
                </p:cNvPr>
                <p:cNvSpPr/>
                <p:nvPr/>
              </p:nvSpPr>
              <p:spPr>
                <a:xfrm>
                  <a:off x="2905996" y="1887635"/>
                  <a:ext cx="19540" cy="5288"/>
                </a:xfrm>
                <a:custGeom>
                  <a:avLst/>
                  <a:gdLst>
                    <a:gd name="connsiteX0" fmla="*/ 0 w 19540"/>
                    <a:gd name="connsiteY0" fmla="*/ 100 h 5288"/>
                    <a:gd name="connsiteX1" fmla="*/ 9864 w 19540"/>
                    <a:gd name="connsiteY1" fmla="*/ 476 h 5288"/>
                    <a:gd name="connsiteX2" fmla="*/ 19541 w 19540"/>
                    <a:gd name="connsiteY2" fmla="*/ 2730 h 5288"/>
                    <a:gd name="connsiteX3" fmla="*/ 9301 w 19540"/>
                    <a:gd name="connsiteY3" fmla="*/ 5173 h 5288"/>
                    <a:gd name="connsiteX4" fmla="*/ 0 w 19540"/>
                    <a:gd name="connsiteY4" fmla="*/ 100 h 5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540" h="5288">
                      <a:moveTo>
                        <a:pt x="0" y="100"/>
                      </a:moveTo>
                      <a:cubicBezTo>
                        <a:pt x="3758" y="-182"/>
                        <a:pt x="6764" y="194"/>
                        <a:pt x="9864" y="476"/>
                      </a:cubicBezTo>
                      <a:cubicBezTo>
                        <a:pt x="12964" y="945"/>
                        <a:pt x="15971" y="1415"/>
                        <a:pt x="19541" y="2730"/>
                      </a:cubicBezTo>
                      <a:cubicBezTo>
                        <a:pt x="16534" y="5079"/>
                        <a:pt x="12777" y="5549"/>
                        <a:pt x="9301" y="5173"/>
                      </a:cubicBezTo>
                      <a:cubicBezTo>
                        <a:pt x="5825" y="4609"/>
                        <a:pt x="2349" y="3106"/>
                        <a:pt x="0" y="10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6" name="Forme libre : forme 1825">
                  <a:extLst>
                    <a:ext uri="{FF2B5EF4-FFF2-40B4-BE49-F238E27FC236}">
                      <a16:creationId xmlns:a16="http://schemas.microsoft.com/office/drawing/2014/main" id="{5EC33CCA-5BEF-48EC-B6DB-A3BCEDAA9ECB}"/>
                    </a:ext>
                  </a:extLst>
                </p:cNvPr>
                <p:cNvSpPr/>
                <p:nvPr/>
              </p:nvSpPr>
              <p:spPr>
                <a:xfrm>
                  <a:off x="2912197" y="1701265"/>
                  <a:ext cx="10521" cy="5782"/>
                </a:xfrm>
                <a:custGeom>
                  <a:avLst/>
                  <a:gdLst>
                    <a:gd name="connsiteX0" fmla="*/ 0 w 10521"/>
                    <a:gd name="connsiteY0" fmla="*/ 834 h 5782"/>
                    <a:gd name="connsiteX1" fmla="*/ 6388 w 10521"/>
                    <a:gd name="connsiteY1" fmla="*/ 646 h 5782"/>
                    <a:gd name="connsiteX2" fmla="*/ 10522 w 10521"/>
                    <a:gd name="connsiteY2" fmla="*/ 5531 h 5782"/>
                    <a:gd name="connsiteX3" fmla="*/ 4415 w 10521"/>
                    <a:gd name="connsiteY3" fmla="*/ 4968 h 5782"/>
                    <a:gd name="connsiteX4" fmla="*/ 0 w 10521"/>
                    <a:gd name="connsiteY4" fmla="*/ 834 h 5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21" h="5782">
                      <a:moveTo>
                        <a:pt x="0" y="834"/>
                      </a:moveTo>
                      <a:cubicBezTo>
                        <a:pt x="2349" y="-387"/>
                        <a:pt x="4509" y="-105"/>
                        <a:pt x="6388" y="646"/>
                      </a:cubicBezTo>
                      <a:cubicBezTo>
                        <a:pt x="8173" y="1586"/>
                        <a:pt x="9864" y="2901"/>
                        <a:pt x="10522" y="5531"/>
                      </a:cubicBezTo>
                      <a:cubicBezTo>
                        <a:pt x="7891" y="6095"/>
                        <a:pt x="6200" y="5625"/>
                        <a:pt x="4415" y="4968"/>
                      </a:cubicBezTo>
                      <a:cubicBezTo>
                        <a:pt x="2818" y="4122"/>
                        <a:pt x="1315" y="3089"/>
                        <a:pt x="0" y="83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7" name="Forme libre : forme 1826">
                  <a:extLst>
                    <a:ext uri="{FF2B5EF4-FFF2-40B4-BE49-F238E27FC236}">
                      <a16:creationId xmlns:a16="http://schemas.microsoft.com/office/drawing/2014/main" id="{20F01901-71F9-4ED1-B37D-B2591D0EF305}"/>
                    </a:ext>
                  </a:extLst>
                </p:cNvPr>
                <p:cNvSpPr/>
                <p:nvPr/>
              </p:nvSpPr>
              <p:spPr>
                <a:xfrm>
                  <a:off x="2903835" y="1716142"/>
                  <a:ext cx="8218" cy="4933"/>
                </a:xfrm>
                <a:custGeom>
                  <a:avLst/>
                  <a:gdLst>
                    <a:gd name="connsiteX0" fmla="*/ 0 w 8218"/>
                    <a:gd name="connsiteY0" fmla="*/ 2679 h 4933"/>
                    <a:gd name="connsiteX1" fmla="*/ 5073 w 8218"/>
                    <a:gd name="connsiteY1" fmla="*/ 142 h 4933"/>
                    <a:gd name="connsiteX2" fmla="*/ 8079 w 8218"/>
                    <a:gd name="connsiteY2" fmla="*/ 4933 h 4933"/>
                    <a:gd name="connsiteX3" fmla="*/ 3758 w 8218"/>
                    <a:gd name="connsiteY3" fmla="*/ 4651 h 4933"/>
                    <a:gd name="connsiteX4" fmla="*/ 0 w 8218"/>
                    <a:gd name="connsiteY4" fmla="*/ 2679 h 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18" h="4933">
                      <a:moveTo>
                        <a:pt x="0" y="2679"/>
                      </a:moveTo>
                      <a:cubicBezTo>
                        <a:pt x="658" y="330"/>
                        <a:pt x="3194" y="-328"/>
                        <a:pt x="5073" y="142"/>
                      </a:cubicBezTo>
                      <a:cubicBezTo>
                        <a:pt x="6952" y="706"/>
                        <a:pt x="8737" y="2491"/>
                        <a:pt x="8079" y="4933"/>
                      </a:cubicBezTo>
                      <a:cubicBezTo>
                        <a:pt x="5731" y="4839"/>
                        <a:pt x="4791" y="4933"/>
                        <a:pt x="3758" y="4651"/>
                      </a:cubicBezTo>
                      <a:cubicBezTo>
                        <a:pt x="2818" y="4370"/>
                        <a:pt x="2067" y="3806"/>
                        <a:pt x="0" y="2679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8" name="Forme libre : forme 1827">
                  <a:extLst>
                    <a:ext uri="{FF2B5EF4-FFF2-40B4-BE49-F238E27FC236}">
                      <a16:creationId xmlns:a16="http://schemas.microsoft.com/office/drawing/2014/main" id="{29A507E6-5311-4576-82AC-CCDAB65D145B}"/>
                    </a:ext>
                  </a:extLst>
                </p:cNvPr>
                <p:cNvSpPr/>
                <p:nvPr/>
              </p:nvSpPr>
              <p:spPr>
                <a:xfrm>
                  <a:off x="2879316" y="1641669"/>
                  <a:ext cx="8366" cy="6692"/>
                </a:xfrm>
                <a:custGeom>
                  <a:avLst/>
                  <a:gdLst>
                    <a:gd name="connsiteX0" fmla="*/ 0 w 8366"/>
                    <a:gd name="connsiteY0" fmla="*/ 305 h 6692"/>
                    <a:gd name="connsiteX1" fmla="*/ 5825 w 8366"/>
                    <a:gd name="connsiteY1" fmla="*/ 1338 h 6692"/>
                    <a:gd name="connsiteX2" fmla="*/ 8361 w 8366"/>
                    <a:gd name="connsiteY2" fmla="*/ 6693 h 6692"/>
                    <a:gd name="connsiteX3" fmla="*/ 3006 w 8366"/>
                    <a:gd name="connsiteY3" fmla="*/ 5002 h 6692"/>
                    <a:gd name="connsiteX4" fmla="*/ 0 w 8366"/>
                    <a:gd name="connsiteY4" fmla="*/ 305 h 6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66" h="6692">
                      <a:moveTo>
                        <a:pt x="0" y="305"/>
                      </a:moveTo>
                      <a:cubicBezTo>
                        <a:pt x="2443" y="-447"/>
                        <a:pt x="4321" y="305"/>
                        <a:pt x="5825" y="1338"/>
                      </a:cubicBezTo>
                      <a:cubicBezTo>
                        <a:pt x="7234" y="2559"/>
                        <a:pt x="8455" y="4156"/>
                        <a:pt x="8361" y="6693"/>
                      </a:cubicBezTo>
                      <a:cubicBezTo>
                        <a:pt x="5825" y="6693"/>
                        <a:pt x="4321" y="5941"/>
                        <a:pt x="3006" y="5002"/>
                      </a:cubicBezTo>
                      <a:cubicBezTo>
                        <a:pt x="1691" y="3968"/>
                        <a:pt x="658" y="2747"/>
                        <a:pt x="0" y="305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9" name="Forme libre : forme 1828">
                  <a:extLst>
                    <a:ext uri="{FF2B5EF4-FFF2-40B4-BE49-F238E27FC236}">
                      <a16:creationId xmlns:a16="http://schemas.microsoft.com/office/drawing/2014/main" id="{7C360FF7-7BCF-432E-A7A4-4DB7D8603705}"/>
                    </a:ext>
                  </a:extLst>
                </p:cNvPr>
                <p:cNvSpPr/>
                <p:nvPr/>
              </p:nvSpPr>
              <p:spPr>
                <a:xfrm>
                  <a:off x="2879689" y="1661572"/>
                  <a:ext cx="4078" cy="4111"/>
                </a:xfrm>
                <a:custGeom>
                  <a:avLst/>
                  <a:gdLst>
                    <a:gd name="connsiteX0" fmla="*/ 473 w 4078"/>
                    <a:gd name="connsiteY0" fmla="*/ 506 h 4111"/>
                    <a:gd name="connsiteX1" fmla="*/ 3667 w 4078"/>
                    <a:gd name="connsiteY1" fmla="*/ 412 h 4111"/>
                    <a:gd name="connsiteX2" fmla="*/ 3573 w 4078"/>
                    <a:gd name="connsiteY2" fmla="*/ 3606 h 4111"/>
                    <a:gd name="connsiteX3" fmla="*/ 379 w 4078"/>
                    <a:gd name="connsiteY3" fmla="*/ 3700 h 4111"/>
                    <a:gd name="connsiteX4" fmla="*/ 473 w 4078"/>
                    <a:gd name="connsiteY4" fmla="*/ 506 h 4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8" h="4111">
                      <a:moveTo>
                        <a:pt x="473" y="506"/>
                      </a:moveTo>
                      <a:cubicBezTo>
                        <a:pt x="2258" y="-246"/>
                        <a:pt x="3103" y="-58"/>
                        <a:pt x="3667" y="412"/>
                      </a:cubicBezTo>
                      <a:cubicBezTo>
                        <a:pt x="4136" y="975"/>
                        <a:pt x="4324" y="1821"/>
                        <a:pt x="3573" y="3606"/>
                      </a:cubicBezTo>
                      <a:cubicBezTo>
                        <a:pt x="1788" y="4357"/>
                        <a:pt x="942" y="4169"/>
                        <a:pt x="379" y="3700"/>
                      </a:cubicBezTo>
                      <a:cubicBezTo>
                        <a:pt x="3" y="3136"/>
                        <a:pt x="-279" y="2291"/>
                        <a:pt x="473" y="506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0" name="Forme libre : forme 1829">
                  <a:extLst>
                    <a:ext uri="{FF2B5EF4-FFF2-40B4-BE49-F238E27FC236}">
                      <a16:creationId xmlns:a16="http://schemas.microsoft.com/office/drawing/2014/main" id="{76BBA36C-69F4-494B-80E5-3EE461563BD8}"/>
                    </a:ext>
                  </a:extLst>
                </p:cNvPr>
                <p:cNvSpPr/>
                <p:nvPr/>
              </p:nvSpPr>
              <p:spPr>
                <a:xfrm>
                  <a:off x="2858523" y="1830804"/>
                  <a:ext cx="5291" cy="4850"/>
                </a:xfrm>
                <a:custGeom>
                  <a:avLst/>
                  <a:gdLst>
                    <a:gd name="connsiteX0" fmla="*/ 594 w 5291"/>
                    <a:gd name="connsiteY0" fmla="*/ 0 h 4850"/>
                    <a:gd name="connsiteX1" fmla="*/ 4070 w 5291"/>
                    <a:gd name="connsiteY1" fmla="*/ 564 h 4850"/>
                    <a:gd name="connsiteX2" fmla="*/ 5292 w 5291"/>
                    <a:gd name="connsiteY2" fmla="*/ 3852 h 4850"/>
                    <a:gd name="connsiteX3" fmla="*/ 1064 w 5291"/>
                    <a:gd name="connsiteY3" fmla="*/ 4228 h 4850"/>
                    <a:gd name="connsiteX4" fmla="*/ 594 w 5291"/>
                    <a:gd name="connsiteY4" fmla="*/ 0 h 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91" h="4850">
                      <a:moveTo>
                        <a:pt x="594" y="0"/>
                      </a:moveTo>
                      <a:cubicBezTo>
                        <a:pt x="2661" y="0"/>
                        <a:pt x="3413" y="94"/>
                        <a:pt x="4070" y="564"/>
                      </a:cubicBezTo>
                      <a:cubicBezTo>
                        <a:pt x="4634" y="1127"/>
                        <a:pt x="4916" y="1785"/>
                        <a:pt x="5292" y="3852"/>
                      </a:cubicBezTo>
                      <a:cubicBezTo>
                        <a:pt x="3695" y="5261"/>
                        <a:pt x="2098" y="4979"/>
                        <a:pt x="1064" y="4228"/>
                      </a:cubicBezTo>
                      <a:cubicBezTo>
                        <a:pt x="125" y="3288"/>
                        <a:pt x="-533" y="1785"/>
                        <a:pt x="594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1" name="Forme libre : forme 1830">
                  <a:extLst>
                    <a:ext uri="{FF2B5EF4-FFF2-40B4-BE49-F238E27FC236}">
                      <a16:creationId xmlns:a16="http://schemas.microsoft.com/office/drawing/2014/main" id="{A4F6F08C-BC9F-4B07-8042-44EA13FD6104}"/>
                    </a:ext>
                  </a:extLst>
                </p:cNvPr>
                <p:cNvSpPr/>
                <p:nvPr/>
              </p:nvSpPr>
              <p:spPr>
                <a:xfrm>
                  <a:off x="2850944" y="1960918"/>
                  <a:ext cx="42245" cy="221616"/>
                </a:xfrm>
                <a:custGeom>
                  <a:avLst/>
                  <a:gdLst>
                    <a:gd name="connsiteX0" fmla="*/ 0 w 42245"/>
                    <a:gd name="connsiteY0" fmla="*/ 221617 h 221616"/>
                    <a:gd name="connsiteX1" fmla="*/ 28465 w 42245"/>
                    <a:gd name="connsiteY1" fmla="*/ 194654 h 221616"/>
                    <a:gd name="connsiteX2" fmla="*/ 28371 w 42245"/>
                    <a:gd name="connsiteY2" fmla="*/ 152567 h 221616"/>
                    <a:gd name="connsiteX3" fmla="*/ 32975 w 42245"/>
                    <a:gd name="connsiteY3" fmla="*/ 78632 h 221616"/>
                    <a:gd name="connsiteX4" fmla="*/ 42087 w 42245"/>
                    <a:gd name="connsiteY4" fmla="*/ 0 h 221616"/>
                    <a:gd name="connsiteX5" fmla="*/ 0 w 42245"/>
                    <a:gd name="connsiteY5" fmla="*/ 221617 h 221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2245" h="221616">
                      <a:moveTo>
                        <a:pt x="0" y="221617"/>
                      </a:moveTo>
                      <a:cubicBezTo>
                        <a:pt x="14092" y="221617"/>
                        <a:pt x="25177" y="208371"/>
                        <a:pt x="28465" y="194654"/>
                      </a:cubicBezTo>
                      <a:cubicBezTo>
                        <a:pt x="31753" y="180939"/>
                        <a:pt x="29311" y="166659"/>
                        <a:pt x="28371" y="152567"/>
                      </a:cubicBezTo>
                      <a:cubicBezTo>
                        <a:pt x="26774" y="127859"/>
                        <a:pt x="29875" y="103152"/>
                        <a:pt x="32975" y="78632"/>
                      </a:cubicBezTo>
                      <a:cubicBezTo>
                        <a:pt x="36169" y="53455"/>
                        <a:pt x="43403" y="24989"/>
                        <a:pt x="42087" y="0"/>
                      </a:cubicBezTo>
                      <a:cubicBezTo>
                        <a:pt x="20668" y="17944"/>
                        <a:pt x="376" y="221617"/>
                        <a:pt x="0" y="221617"/>
                      </a:cubicBezTo>
                      <a:close/>
                    </a:path>
                  </a:pathLst>
                </a:custGeom>
                <a:solidFill>
                  <a:srgbClr val="F8C6BA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2" name="Forme libre : forme 1831">
                  <a:extLst>
                    <a:ext uri="{FF2B5EF4-FFF2-40B4-BE49-F238E27FC236}">
                      <a16:creationId xmlns:a16="http://schemas.microsoft.com/office/drawing/2014/main" id="{BA4DA22A-E3C6-4606-8B1A-5E956350FE7C}"/>
                    </a:ext>
                  </a:extLst>
                </p:cNvPr>
                <p:cNvSpPr/>
                <p:nvPr/>
              </p:nvSpPr>
              <p:spPr>
                <a:xfrm>
                  <a:off x="2741128" y="1902014"/>
                  <a:ext cx="88866" cy="311991"/>
                </a:xfrm>
                <a:custGeom>
                  <a:avLst/>
                  <a:gdLst>
                    <a:gd name="connsiteX0" fmla="*/ 88866 w 88866"/>
                    <a:gd name="connsiteY0" fmla="*/ 0 h 311991"/>
                    <a:gd name="connsiteX1" fmla="*/ 69890 w 88866"/>
                    <a:gd name="connsiteY1" fmla="*/ 58716 h 311991"/>
                    <a:gd name="connsiteX2" fmla="*/ 23669 w 88866"/>
                    <a:gd name="connsiteY2" fmla="*/ 189769 h 311991"/>
                    <a:gd name="connsiteX3" fmla="*/ 2343 w 88866"/>
                    <a:gd name="connsiteY3" fmla="*/ 249894 h 311991"/>
                    <a:gd name="connsiteX4" fmla="*/ 9765 w 88866"/>
                    <a:gd name="connsiteY4" fmla="*/ 311992 h 311991"/>
                    <a:gd name="connsiteX5" fmla="*/ 33251 w 88866"/>
                    <a:gd name="connsiteY5" fmla="*/ 205364 h 311991"/>
                    <a:gd name="connsiteX6" fmla="*/ 55234 w 88866"/>
                    <a:gd name="connsiteY6" fmla="*/ 153319 h 311991"/>
                    <a:gd name="connsiteX7" fmla="*/ 65944 w 88866"/>
                    <a:gd name="connsiteY7" fmla="*/ 112452 h 311991"/>
                    <a:gd name="connsiteX8" fmla="*/ 87363 w 88866"/>
                    <a:gd name="connsiteY8" fmla="*/ 16628 h 311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8866" h="311991">
                      <a:moveTo>
                        <a:pt x="88866" y="0"/>
                      </a:moveTo>
                      <a:cubicBezTo>
                        <a:pt x="82572" y="19540"/>
                        <a:pt x="76278" y="39175"/>
                        <a:pt x="69890" y="58716"/>
                      </a:cubicBezTo>
                      <a:cubicBezTo>
                        <a:pt x="55704" y="102776"/>
                        <a:pt x="41424" y="146930"/>
                        <a:pt x="23669" y="189769"/>
                      </a:cubicBezTo>
                      <a:cubicBezTo>
                        <a:pt x="15495" y="209498"/>
                        <a:pt x="6570" y="229038"/>
                        <a:pt x="2343" y="249894"/>
                      </a:cubicBezTo>
                      <a:cubicBezTo>
                        <a:pt x="-1885" y="270750"/>
                        <a:pt x="-945" y="293579"/>
                        <a:pt x="9765" y="311992"/>
                      </a:cubicBezTo>
                      <a:cubicBezTo>
                        <a:pt x="11362" y="275447"/>
                        <a:pt x="19347" y="239184"/>
                        <a:pt x="33251" y="205364"/>
                      </a:cubicBezTo>
                      <a:cubicBezTo>
                        <a:pt x="40391" y="187890"/>
                        <a:pt x="49128" y="171168"/>
                        <a:pt x="55234" y="153319"/>
                      </a:cubicBezTo>
                      <a:cubicBezTo>
                        <a:pt x="59837" y="139978"/>
                        <a:pt x="62844" y="126262"/>
                        <a:pt x="65944" y="112452"/>
                      </a:cubicBezTo>
                      <a:cubicBezTo>
                        <a:pt x="73084" y="80511"/>
                        <a:pt x="80224" y="48570"/>
                        <a:pt x="87363" y="16628"/>
                      </a:cubicBezTo>
                    </a:path>
                  </a:pathLst>
                </a:custGeom>
                <a:solidFill>
                  <a:srgbClr val="F8C6BB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3" name="Forme libre : forme 1832">
                  <a:extLst>
                    <a:ext uri="{FF2B5EF4-FFF2-40B4-BE49-F238E27FC236}">
                      <a16:creationId xmlns:a16="http://schemas.microsoft.com/office/drawing/2014/main" id="{7EA4C56A-7C75-49FA-8A8A-1C44B44EF5FB}"/>
                    </a:ext>
                  </a:extLst>
                </p:cNvPr>
                <p:cNvSpPr/>
                <p:nvPr/>
              </p:nvSpPr>
              <p:spPr>
                <a:xfrm>
                  <a:off x="2686992" y="1939583"/>
                  <a:ext cx="92308" cy="209694"/>
                </a:xfrm>
                <a:custGeom>
                  <a:avLst/>
                  <a:gdLst>
                    <a:gd name="connsiteX0" fmla="*/ 10352 w 92308"/>
                    <a:gd name="connsiteY0" fmla="*/ 131157 h 209694"/>
                    <a:gd name="connsiteX1" fmla="*/ 18 w 92308"/>
                    <a:gd name="connsiteY1" fmla="*/ 166950 h 209694"/>
                    <a:gd name="connsiteX2" fmla="*/ 10821 w 92308"/>
                    <a:gd name="connsiteY2" fmla="*/ 209695 h 209694"/>
                    <a:gd name="connsiteX3" fmla="*/ 24913 w 92308"/>
                    <a:gd name="connsiteY3" fmla="*/ 142806 h 209694"/>
                    <a:gd name="connsiteX4" fmla="*/ 59485 w 92308"/>
                    <a:gd name="connsiteY4" fmla="*/ 82869 h 209694"/>
                    <a:gd name="connsiteX5" fmla="*/ 81093 w 92308"/>
                    <a:gd name="connsiteY5" fmla="*/ 38808 h 209694"/>
                    <a:gd name="connsiteX6" fmla="*/ 89078 w 92308"/>
                    <a:gd name="connsiteY6" fmla="*/ 9 h 209694"/>
                    <a:gd name="connsiteX7" fmla="*/ 65216 w 92308"/>
                    <a:gd name="connsiteY7" fmla="*/ 40124 h 209694"/>
                    <a:gd name="connsiteX8" fmla="*/ 38160 w 92308"/>
                    <a:gd name="connsiteY8" fmla="*/ 81929 h 209694"/>
                    <a:gd name="connsiteX9" fmla="*/ 10352 w 92308"/>
                    <a:gd name="connsiteY9" fmla="*/ 131157 h 209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2308" h="209694">
                      <a:moveTo>
                        <a:pt x="10352" y="131157"/>
                      </a:moveTo>
                      <a:cubicBezTo>
                        <a:pt x="4997" y="142430"/>
                        <a:pt x="300" y="154455"/>
                        <a:pt x="18" y="166950"/>
                      </a:cubicBezTo>
                      <a:cubicBezTo>
                        <a:pt x="-358" y="181699"/>
                        <a:pt x="5279" y="195979"/>
                        <a:pt x="10821" y="209695"/>
                      </a:cubicBezTo>
                      <a:cubicBezTo>
                        <a:pt x="8191" y="186772"/>
                        <a:pt x="14955" y="163662"/>
                        <a:pt x="24913" y="142806"/>
                      </a:cubicBezTo>
                      <a:cubicBezTo>
                        <a:pt x="34871" y="121950"/>
                        <a:pt x="48024" y="102879"/>
                        <a:pt x="59485" y="82869"/>
                      </a:cubicBezTo>
                      <a:cubicBezTo>
                        <a:pt x="67564" y="68683"/>
                        <a:pt x="74798" y="53934"/>
                        <a:pt x="81093" y="38808"/>
                      </a:cubicBezTo>
                      <a:cubicBezTo>
                        <a:pt x="82971" y="34393"/>
                        <a:pt x="99036" y="-649"/>
                        <a:pt x="89078" y="9"/>
                      </a:cubicBezTo>
                      <a:cubicBezTo>
                        <a:pt x="84568" y="291"/>
                        <a:pt x="68504" y="35051"/>
                        <a:pt x="65216" y="40124"/>
                      </a:cubicBezTo>
                      <a:cubicBezTo>
                        <a:pt x="56385" y="54122"/>
                        <a:pt x="47084" y="67931"/>
                        <a:pt x="38160" y="81929"/>
                      </a:cubicBezTo>
                      <a:cubicBezTo>
                        <a:pt x="28107" y="97900"/>
                        <a:pt x="18431" y="114059"/>
                        <a:pt x="10352" y="131157"/>
                      </a:cubicBezTo>
                      <a:close/>
                    </a:path>
                  </a:pathLst>
                </a:custGeom>
                <a:solidFill>
                  <a:srgbClr val="F8C6BB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4" name="Forme libre : forme 1833">
                  <a:extLst>
                    <a:ext uri="{FF2B5EF4-FFF2-40B4-BE49-F238E27FC236}">
                      <a16:creationId xmlns:a16="http://schemas.microsoft.com/office/drawing/2014/main" id="{82A35AFB-3F72-418B-8271-0543E7079F97}"/>
                    </a:ext>
                  </a:extLst>
                </p:cNvPr>
                <p:cNvSpPr/>
                <p:nvPr/>
              </p:nvSpPr>
              <p:spPr>
                <a:xfrm>
                  <a:off x="2972885" y="1539863"/>
                  <a:ext cx="39553" cy="80973"/>
                </a:xfrm>
                <a:custGeom>
                  <a:avLst/>
                  <a:gdLst>
                    <a:gd name="connsiteX0" fmla="*/ 38142 w 39553"/>
                    <a:gd name="connsiteY0" fmla="*/ 4314 h 80973"/>
                    <a:gd name="connsiteX1" fmla="*/ 20856 w 39553"/>
                    <a:gd name="connsiteY1" fmla="*/ 274 h 80973"/>
                    <a:gd name="connsiteX2" fmla="*/ 18225 w 39553"/>
                    <a:gd name="connsiteY2" fmla="*/ 1402 h 80973"/>
                    <a:gd name="connsiteX3" fmla="*/ 17474 w 39553"/>
                    <a:gd name="connsiteY3" fmla="*/ 3375 h 80973"/>
                    <a:gd name="connsiteX4" fmla="*/ 0 w 39553"/>
                    <a:gd name="connsiteY4" fmla="*/ 80973 h 80973"/>
                    <a:gd name="connsiteX5" fmla="*/ 25459 w 39553"/>
                    <a:gd name="connsiteY5" fmla="*/ 48374 h 80973"/>
                    <a:gd name="connsiteX6" fmla="*/ 39081 w 39553"/>
                    <a:gd name="connsiteY6" fmla="*/ 8917 h 80973"/>
                    <a:gd name="connsiteX7" fmla="*/ 38142 w 39553"/>
                    <a:gd name="connsiteY7" fmla="*/ 4314 h 8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553" h="80973">
                      <a:moveTo>
                        <a:pt x="38142" y="4314"/>
                      </a:moveTo>
                      <a:cubicBezTo>
                        <a:pt x="33163" y="838"/>
                        <a:pt x="26868" y="-665"/>
                        <a:pt x="20856" y="274"/>
                      </a:cubicBezTo>
                      <a:cubicBezTo>
                        <a:pt x="19916" y="462"/>
                        <a:pt x="18789" y="650"/>
                        <a:pt x="18225" y="1402"/>
                      </a:cubicBezTo>
                      <a:cubicBezTo>
                        <a:pt x="17756" y="1965"/>
                        <a:pt x="17568" y="2623"/>
                        <a:pt x="17474" y="3375"/>
                      </a:cubicBezTo>
                      <a:cubicBezTo>
                        <a:pt x="11649" y="29303"/>
                        <a:pt x="9488" y="56172"/>
                        <a:pt x="0" y="80973"/>
                      </a:cubicBezTo>
                      <a:cubicBezTo>
                        <a:pt x="11180" y="72706"/>
                        <a:pt x="19447" y="60963"/>
                        <a:pt x="25459" y="48374"/>
                      </a:cubicBezTo>
                      <a:cubicBezTo>
                        <a:pt x="31472" y="35786"/>
                        <a:pt x="35323" y="22351"/>
                        <a:pt x="39081" y="8917"/>
                      </a:cubicBezTo>
                      <a:cubicBezTo>
                        <a:pt x="40209" y="6569"/>
                        <a:pt x="39081" y="4878"/>
                        <a:pt x="38142" y="4314"/>
                      </a:cubicBezTo>
                    </a:path>
                  </a:pathLst>
                </a:custGeom>
                <a:solidFill>
                  <a:srgbClr val="F9DAD2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5" name="Forme libre : forme 1834">
                  <a:extLst>
                    <a:ext uri="{FF2B5EF4-FFF2-40B4-BE49-F238E27FC236}">
                      <a16:creationId xmlns:a16="http://schemas.microsoft.com/office/drawing/2014/main" id="{A5FF90AE-2048-4C12-8A51-B9C3E4759734}"/>
                    </a:ext>
                  </a:extLst>
                </p:cNvPr>
                <p:cNvSpPr/>
                <p:nvPr/>
              </p:nvSpPr>
              <p:spPr>
                <a:xfrm>
                  <a:off x="2976876" y="1361220"/>
                  <a:ext cx="46351" cy="107236"/>
                </a:xfrm>
                <a:custGeom>
                  <a:avLst/>
                  <a:gdLst>
                    <a:gd name="connsiteX0" fmla="*/ 33681 w 46351"/>
                    <a:gd name="connsiteY0" fmla="*/ 327 h 107236"/>
                    <a:gd name="connsiteX1" fmla="*/ 32084 w 46351"/>
                    <a:gd name="connsiteY1" fmla="*/ 139 h 107236"/>
                    <a:gd name="connsiteX2" fmla="*/ 31520 w 46351"/>
                    <a:gd name="connsiteY2" fmla="*/ 985 h 107236"/>
                    <a:gd name="connsiteX3" fmla="*/ 425 w 46351"/>
                    <a:gd name="connsiteY3" fmla="*/ 100943 h 107236"/>
                    <a:gd name="connsiteX4" fmla="*/ 988 w 46351"/>
                    <a:gd name="connsiteY4" fmla="*/ 107237 h 107236"/>
                    <a:gd name="connsiteX5" fmla="*/ 10195 w 46351"/>
                    <a:gd name="connsiteY5" fmla="*/ 99721 h 107236"/>
                    <a:gd name="connsiteX6" fmla="*/ 26917 w 46351"/>
                    <a:gd name="connsiteY6" fmla="*/ 73605 h 107236"/>
                    <a:gd name="connsiteX7" fmla="*/ 32836 w 46351"/>
                    <a:gd name="connsiteY7" fmla="*/ 61298 h 107236"/>
                    <a:gd name="connsiteX8" fmla="*/ 36030 w 46351"/>
                    <a:gd name="connsiteY8" fmla="*/ 50682 h 107236"/>
                    <a:gd name="connsiteX9" fmla="*/ 44203 w 46351"/>
                    <a:gd name="connsiteY9" fmla="*/ 19868 h 107236"/>
                    <a:gd name="connsiteX10" fmla="*/ 45236 w 46351"/>
                    <a:gd name="connsiteY10" fmla="*/ 6716 h 107236"/>
                    <a:gd name="connsiteX11" fmla="*/ 33681 w 46351"/>
                    <a:gd name="connsiteY11" fmla="*/ 327 h 107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6351" h="107236">
                      <a:moveTo>
                        <a:pt x="33681" y="327"/>
                      </a:moveTo>
                      <a:cubicBezTo>
                        <a:pt x="33211" y="45"/>
                        <a:pt x="32554" y="-142"/>
                        <a:pt x="32084" y="139"/>
                      </a:cubicBezTo>
                      <a:cubicBezTo>
                        <a:pt x="31802" y="327"/>
                        <a:pt x="31614" y="703"/>
                        <a:pt x="31520" y="985"/>
                      </a:cubicBezTo>
                      <a:cubicBezTo>
                        <a:pt x="18274" y="33302"/>
                        <a:pt x="7846" y="66840"/>
                        <a:pt x="425" y="100943"/>
                      </a:cubicBezTo>
                      <a:cubicBezTo>
                        <a:pt x="-45" y="103103"/>
                        <a:pt x="-421" y="105640"/>
                        <a:pt x="988" y="107237"/>
                      </a:cubicBezTo>
                      <a:cubicBezTo>
                        <a:pt x="4652" y="105546"/>
                        <a:pt x="7564" y="102728"/>
                        <a:pt x="10195" y="99721"/>
                      </a:cubicBezTo>
                      <a:cubicBezTo>
                        <a:pt x="16959" y="91924"/>
                        <a:pt x="21938" y="82717"/>
                        <a:pt x="26917" y="73605"/>
                      </a:cubicBezTo>
                      <a:cubicBezTo>
                        <a:pt x="29078" y="69565"/>
                        <a:pt x="31239" y="65619"/>
                        <a:pt x="32836" y="61298"/>
                      </a:cubicBezTo>
                      <a:cubicBezTo>
                        <a:pt x="34151" y="57822"/>
                        <a:pt x="35090" y="54252"/>
                        <a:pt x="36030" y="50682"/>
                      </a:cubicBezTo>
                      <a:cubicBezTo>
                        <a:pt x="38754" y="40442"/>
                        <a:pt x="41479" y="30108"/>
                        <a:pt x="44203" y="19868"/>
                      </a:cubicBezTo>
                      <a:cubicBezTo>
                        <a:pt x="45142" y="16298"/>
                        <a:pt x="47867" y="10098"/>
                        <a:pt x="45236" y="6716"/>
                      </a:cubicBezTo>
                      <a:cubicBezTo>
                        <a:pt x="42888" y="3709"/>
                        <a:pt x="37063" y="2018"/>
                        <a:pt x="33681" y="327"/>
                      </a:cubicBezTo>
                      <a:close/>
                    </a:path>
                  </a:pathLst>
                </a:custGeom>
                <a:solidFill>
                  <a:srgbClr val="F9DAD2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6" name="Forme libre : forme 1835">
                  <a:extLst>
                    <a:ext uri="{FF2B5EF4-FFF2-40B4-BE49-F238E27FC236}">
                      <a16:creationId xmlns:a16="http://schemas.microsoft.com/office/drawing/2014/main" id="{55BF0157-4028-4F14-83AF-C5D73925E0ED}"/>
                    </a:ext>
                  </a:extLst>
                </p:cNvPr>
                <p:cNvSpPr/>
                <p:nvPr/>
              </p:nvSpPr>
              <p:spPr>
                <a:xfrm>
                  <a:off x="2950902" y="1291934"/>
                  <a:ext cx="37814" cy="109164"/>
                </a:xfrm>
                <a:custGeom>
                  <a:avLst/>
                  <a:gdLst>
                    <a:gd name="connsiteX0" fmla="*/ 27432 w 37814"/>
                    <a:gd name="connsiteY0" fmla="*/ 0 h 109164"/>
                    <a:gd name="connsiteX1" fmla="*/ 15595 w 37814"/>
                    <a:gd name="connsiteY1" fmla="*/ 44248 h 109164"/>
                    <a:gd name="connsiteX2" fmla="*/ 12589 w 37814"/>
                    <a:gd name="connsiteY2" fmla="*/ 56555 h 109164"/>
                    <a:gd name="connsiteX3" fmla="*/ 9019 w 37814"/>
                    <a:gd name="connsiteY3" fmla="*/ 71304 h 109164"/>
                    <a:gd name="connsiteX4" fmla="*/ 0 w 37814"/>
                    <a:gd name="connsiteY4" fmla="*/ 109164 h 109164"/>
                    <a:gd name="connsiteX5" fmla="*/ 26868 w 37814"/>
                    <a:gd name="connsiteY5" fmla="*/ 63695 h 109164"/>
                    <a:gd name="connsiteX6" fmla="*/ 35135 w 37814"/>
                    <a:gd name="connsiteY6" fmla="*/ 25741 h 109164"/>
                    <a:gd name="connsiteX7" fmla="*/ 37390 w 37814"/>
                    <a:gd name="connsiteY7" fmla="*/ 10334 h 109164"/>
                    <a:gd name="connsiteX8" fmla="*/ 27432 w 37814"/>
                    <a:gd name="connsiteY8" fmla="*/ 0 h 109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814" h="109164">
                      <a:moveTo>
                        <a:pt x="27432" y="0"/>
                      </a:moveTo>
                      <a:cubicBezTo>
                        <a:pt x="22829" y="14562"/>
                        <a:pt x="19165" y="29405"/>
                        <a:pt x="15595" y="44248"/>
                      </a:cubicBezTo>
                      <a:cubicBezTo>
                        <a:pt x="14561" y="48382"/>
                        <a:pt x="13622" y="52421"/>
                        <a:pt x="12589" y="56555"/>
                      </a:cubicBezTo>
                      <a:cubicBezTo>
                        <a:pt x="11367" y="61440"/>
                        <a:pt x="10240" y="66325"/>
                        <a:pt x="9019" y="71304"/>
                      </a:cubicBezTo>
                      <a:cubicBezTo>
                        <a:pt x="5919" y="83893"/>
                        <a:pt x="2912" y="96482"/>
                        <a:pt x="0" y="109164"/>
                      </a:cubicBezTo>
                      <a:cubicBezTo>
                        <a:pt x="13810" y="97797"/>
                        <a:pt x="21983" y="80887"/>
                        <a:pt x="26868" y="63695"/>
                      </a:cubicBezTo>
                      <a:cubicBezTo>
                        <a:pt x="30438" y="51200"/>
                        <a:pt x="32599" y="38424"/>
                        <a:pt x="35135" y="25741"/>
                      </a:cubicBezTo>
                      <a:cubicBezTo>
                        <a:pt x="35981" y="21419"/>
                        <a:pt x="38893" y="14749"/>
                        <a:pt x="37390" y="10334"/>
                      </a:cubicBezTo>
                      <a:cubicBezTo>
                        <a:pt x="36451" y="7985"/>
                        <a:pt x="27150" y="752"/>
                        <a:pt x="27432" y="0"/>
                      </a:cubicBezTo>
                      <a:close/>
                    </a:path>
                  </a:pathLst>
                </a:custGeom>
                <a:solidFill>
                  <a:srgbClr val="F9DAD2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837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4537832" y="2435530"/>
                <a:ext cx="352501" cy="1327379"/>
                <a:chOff x="4034081" y="1284280"/>
                <a:chExt cx="473013" cy="1781178"/>
              </a:xfrm>
              <a:solidFill>
                <a:schemeClr val="accent1"/>
              </a:solidFill>
            </p:grpSpPr>
            <p:sp>
              <p:nvSpPr>
                <p:cNvPr id="1838" name="Forme libre : forme 1837">
                  <a:extLst>
                    <a:ext uri="{FF2B5EF4-FFF2-40B4-BE49-F238E27FC236}">
                      <a16:creationId xmlns:a16="http://schemas.microsoft.com/office/drawing/2014/main" id="{FE0F5EE6-1AEF-402B-A8D3-02D582C7C133}"/>
                    </a:ext>
                  </a:extLst>
                </p:cNvPr>
                <p:cNvSpPr/>
                <p:nvPr/>
              </p:nvSpPr>
              <p:spPr>
                <a:xfrm>
                  <a:off x="4034081" y="1284280"/>
                  <a:ext cx="473013" cy="1781178"/>
                </a:xfrm>
                <a:custGeom>
                  <a:avLst/>
                  <a:gdLst>
                    <a:gd name="connsiteX0" fmla="*/ 16073 w 473013"/>
                    <a:gd name="connsiteY0" fmla="*/ 1360934 h 1781178"/>
                    <a:gd name="connsiteX1" fmla="*/ 19925 w 473013"/>
                    <a:gd name="connsiteY1" fmla="*/ 1432426 h 1781178"/>
                    <a:gd name="connsiteX2" fmla="*/ 89726 w 473013"/>
                    <a:gd name="connsiteY2" fmla="*/ 1754189 h 1781178"/>
                    <a:gd name="connsiteX3" fmla="*/ 390633 w 473013"/>
                    <a:gd name="connsiteY3" fmla="*/ 1762550 h 1781178"/>
                    <a:gd name="connsiteX4" fmla="*/ 364892 w 473013"/>
                    <a:gd name="connsiteY4" fmla="*/ 1475172 h 1781178"/>
                    <a:gd name="connsiteX5" fmla="*/ 387533 w 473013"/>
                    <a:gd name="connsiteY5" fmla="*/ 1286154 h 1781178"/>
                    <a:gd name="connsiteX6" fmla="*/ 435914 w 473013"/>
                    <a:gd name="connsiteY6" fmla="*/ 1044809 h 1781178"/>
                    <a:gd name="connsiteX7" fmla="*/ 458555 w 473013"/>
                    <a:gd name="connsiteY7" fmla="*/ 915164 h 1781178"/>
                    <a:gd name="connsiteX8" fmla="*/ 467104 w 473013"/>
                    <a:gd name="connsiteY8" fmla="*/ 797263 h 1781178"/>
                    <a:gd name="connsiteX9" fmla="*/ 364046 w 473013"/>
                    <a:gd name="connsiteY9" fmla="*/ 602045 h 1781178"/>
                    <a:gd name="connsiteX10" fmla="*/ 290675 w 473013"/>
                    <a:gd name="connsiteY10" fmla="*/ 394332 h 1781178"/>
                    <a:gd name="connsiteX11" fmla="*/ 231302 w 473013"/>
                    <a:gd name="connsiteY11" fmla="*/ 183425 h 1781178"/>
                    <a:gd name="connsiteX12" fmla="*/ 204715 w 473013"/>
                    <a:gd name="connsiteY12" fmla="*/ 117851 h 1781178"/>
                    <a:gd name="connsiteX13" fmla="*/ 176062 w 473013"/>
                    <a:gd name="connsiteY13" fmla="*/ 1265 h 1781178"/>
                    <a:gd name="connsiteX14" fmla="*/ 157837 w 473013"/>
                    <a:gd name="connsiteY14" fmla="*/ 11129 h 1781178"/>
                    <a:gd name="connsiteX15" fmla="*/ 113025 w 473013"/>
                    <a:gd name="connsiteY15" fmla="*/ 76703 h 1781178"/>
                    <a:gd name="connsiteX16" fmla="*/ 80238 w 473013"/>
                    <a:gd name="connsiteY16" fmla="*/ 168300 h 1781178"/>
                    <a:gd name="connsiteX17" fmla="*/ 94799 w 473013"/>
                    <a:gd name="connsiteY17" fmla="*/ 283852 h 1781178"/>
                    <a:gd name="connsiteX18" fmla="*/ 99497 w 473013"/>
                    <a:gd name="connsiteY18" fmla="*/ 445250 h 1781178"/>
                    <a:gd name="connsiteX19" fmla="*/ 118755 w 473013"/>
                    <a:gd name="connsiteY19" fmla="*/ 529049 h 1781178"/>
                    <a:gd name="connsiteX20" fmla="*/ 133881 w 473013"/>
                    <a:gd name="connsiteY20" fmla="*/ 641502 h 1781178"/>
                    <a:gd name="connsiteX21" fmla="*/ 146375 w 473013"/>
                    <a:gd name="connsiteY21" fmla="*/ 744090 h 1781178"/>
                    <a:gd name="connsiteX22" fmla="*/ 111991 w 473013"/>
                    <a:gd name="connsiteY22" fmla="*/ 858609 h 1781178"/>
                    <a:gd name="connsiteX23" fmla="*/ 111146 w 473013"/>
                    <a:gd name="connsiteY23" fmla="*/ 893933 h 1781178"/>
                    <a:gd name="connsiteX24" fmla="*/ 55530 w 473013"/>
                    <a:gd name="connsiteY24" fmla="*/ 1041614 h 1781178"/>
                    <a:gd name="connsiteX25" fmla="*/ 103 w 473013"/>
                    <a:gd name="connsiteY25" fmla="*/ 1243127 h 1781178"/>
                    <a:gd name="connsiteX26" fmla="*/ 16073 w 473013"/>
                    <a:gd name="connsiteY26" fmla="*/ 1360934 h 1781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73013" h="1781178">
                      <a:moveTo>
                        <a:pt x="16073" y="1360934"/>
                      </a:moveTo>
                      <a:cubicBezTo>
                        <a:pt x="13913" y="1380005"/>
                        <a:pt x="14570" y="1403022"/>
                        <a:pt x="19925" y="1432426"/>
                      </a:cubicBezTo>
                      <a:cubicBezTo>
                        <a:pt x="36084" y="1520453"/>
                        <a:pt x="69434" y="1588657"/>
                        <a:pt x="89726" y="1754189"/>
                      </a:cubicBezTo>
                      <a:cubicBezTo>
                        <a:pt x="91229" y="1766590"/>
                        <a:pt x="309464" y="1803134"/>
                        <a:pt x="390633" y="1762550"/>
                      </a:cubicBezTo>
                      <a:cubicBezTo>
                        <a:pt x="390633" y="1762550"/>
                        <a:pt x="364892" y="1510307"/>
                        <a:pt x="364892" y="1475172"/>
                      </a:cubicBezTo>
                      <a:cubicBezTo>
                        <a:pt x="364892" y="1440036"/>
                        <a:pt x="371938" y="1354922"/>
                        <a:pt x="387533" y="1286154"/>
                      </a:cubicBezTo>
                      <a:cubicBezTo>
                        <a:pt x="403128" y="1217386"/>
                        <a:pt x="428962" y="1077596"/>
                        <a:pt x="435914" y="1044809"/>
                      </a:cubicBezTo>
                      <a:cubicBezTo>
                        <a:pt x="442960" y="1012022"/>
                        <a:pt x="451509" y="933859"/>
                        <a:pt x="458555" y="915164"/>
                      </a:cubicBezTo>
                      <a:cubicBezTo>
                        <a:pt x="465601" y="896375"/>
                        <a:pt x="481666" y="831553"/>
                        <a:pt x="467104" y="797263"/>
                      </a:cubicBezTo>
                      <a:cubicBezTo>
                        <a:pt x="449631" y="756115"/>
                        <a:pt x="384338" y="672316"/>
                        <a:pt x="364046" y="602045"/>
                      </a:cubicBezTo>
                      <a:cubicBezTo>
                        <a:pt x="343754" y="531774"/>
                        <a:pt x="307773" y="433319"/>
                        <a:pt x="290675" y="394332"/>
                      </a:cubicBezTo>
                      <a:cubicBezTo>
                        <a:pt x="273483" y="355251"/>
                        <a:pt x="242293" y="216306"/>
                        <a:pt x="231302" y="183425"/>
                      </a:cubicBezTo>
                      <a:cubicBezTo>
                        <a:pt x="220404" y="150638"/>
                        <a:pt x="214110" y="127152"/>
                        <a:pt x="204715" y="117851"/>
                      </a:cubicBezTo>
                      <a:cubicBezTo>
                        <a:pt x="204715" y="117851"/>
                        <a:pt x="181323" y="6902"/>
                        <a:pt x="176062" y="1265"/>
                      </a:cubicBezTo>
                      <a:cubicBezTo>
                        <a:pt x="170895" y="-4465"/>
                        <a:pt x="157837" y="11129"/>
                        <a:pt x="157837" y="11129"/>
                      </a:cubicBezTo>
                      <a:cubicBezTo>
                        <a:pt x="157837" y="11129"/>
                        <a:pt x="107294" y="-2962"/>
                        <a:pt x="113025" y="76703"/>
                      </a:cubicBezTo>
                      <a:cubicBezTo>
                        <a:pt x="113025" y="76703"/>
                        <a:pt x="66146" y="95492"/>
                        <a:pt x="80238" y="168300"/>
                      </a:cubicBezTo>
                      <a:cubicBezTo>
                        <a:pt x="94330" y="241201"/>
                        <a:pt x="94799" y="283852"/>
                        <a:pt x="94799" y="283852"/>
                      </a:cubicBezTo>
                      <a:cubicBezTo>
                        <a:pt x="94799" y="283852"/>
                        <a:pt x="70374" y="330731"/>
                        <a:pt x="99497" y="445250"/>
                      </a:cubicBezTo>
                      <a:cubicBezTo>
                        <a:pt x="104758" y="465824"/>
                        <a:pt x="115092" y="504624"/>
                        <a:pt x="118755" y="529049"/>
                      </a:cubicBezTo>
                      <a:cubicBezTo>
                        <a:pt x="122419" y="553475"/>
                        <a:pt x="133881" y="623277"/>
                        <a:pt x="133881" y="641502"/>
                      </a:cubicBezTo>
                      <a:cubicBezTo>
                        <a:pt x="133881" y="659727"/>
                        <a:pt x="146375" y="744090"/>
                        <a:pt x="146375" y="744090"/>
                      </a:cubicBezTo>
                      <a:cubicBezTo>
                        <a:pt x="146375" y="744090"/>
                        <a:pt x="110488" y="819622"/>
                        <a:pt x="111991" y="858609"/>
                      </a:cubicBezTo>
                      <a:cubicBezTo>
                        <a:pt x="112461" y="869695"/>
                        <a:pt x="111897" y="881908"/>
                        <a:pt x="111146" y="893933"/>
                      </a:cubicBezTo>
                      <a:cubicBezTo>
                        <a:pt x="111146" y="893933"/>
                        <a:pt x="65676" y="1011082"/>
                        <a:pt x="55530" y="1041614"/>
                      </a:cubicBezTo>
                      <a:cubicBezTo>
                        <a:pt x="45384" y="1072053"/>
                        <a:pt x="1606" y="1202543"/>
                        <a:pt x="103" y="1243127"/>
                      </a:cubicBezTo>
                      <a:cubicBezTo>
                        <a:pt x="-1494" y="1283805"/>
                        <a:pt x="16073" y="1360934"/>
                        <a:pt x="16073" y="1360934"/>
                      </a:cubicBezTo>
                      <a:close/>
                    </a:path>
                  </a:pathLst>
                </a:custGeom>
                <a:solidFill>
                  <a:srgbClr val="F9BEAA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1839" name="Forme libre : forme 1838">
                  <a:extLst>
                    <a:ext uri="{FF2B5EF4-FFF2-40B4-BE49-F238E27FC236}">
                      <a16:creationId xmlns:a16="http://schemas.microsoft.com/office/drawing/2014/main" id="{072BF4B9-8A36-4B10-85C6-77EBF71262B6}"/>
                    </a:ext>
                  </a:extLst>
                </p:cNvPr>
                <p:cNvSpPr/>
                <p:nvPr/>
              </p:nvSpPr>
              <p:spPr>
                <a:xfrm>
                  <a:off x="4056543" y="2217388"/>
                  <a:ext cx="94227" cy="397200"/>
                </a:xfrm>
                <a:custGeom>
                  <a:avLst/>
                  <a:gdLst>
                    <a:gd name="connsiteX0" fmla="*/ 86523 w 94227"/>
                    <a:gd name="connsiteY0" fmla="*/ 0 h 397200"/>
                    <a:gd name="connsiteX1" fmla="*/ 86336 w 94227"/>
                    <a:gd name="connsiteY1" fmla="*/ 13810 h 397200"/>
                    <a:gd name="connsiteX2" fmla="*/ 87463 w 94227"/>
                    <a:gd name="connsiteY2" fmla="*/ 20762 h 397200"/>
                    <a:gd name="connsiteX3" fmla="*/ 91409 w 94227"/>
                    <a:gd name="connsiteY3" fmla="*/ 27150 h 397200"/>
                    <a:gd name="connsiteX4" fmla="*/ 91315 w 94227"/>
                    <a:gd name="connsiteY4" fmla="*/ 25083 h 397200"/>
                    <a:gd name="connsiteX5" fmla="*/ 65949 w 94227"/>
                    <a:gd name="connsiteY5" fmla="*/ 66983 h 397200"/>
                    <a:gd name="connsiteX6" fmla="*/ 61064 w 94227"/>
                    <a:gd name="connsiteY6" fmla="*/ 91221 h 397200"/>
                    <a:gd name="connsiteX7" fmla="*/ 59279 w 94227"/>
                    <a:gd name="connsiteY7" fmla="*/ 115365 h 397200"/>
                    <a:gd name="connsiteX8" fmla="*/ 46221 w 94227"/>
                    <a:gd name="connsiteY8" fmla="*/ 210719 h 397200"/>
                    <a:gd name="connsiteX9" fmla="*/ 29123 w 94227"/>
                    <a:gd name="connsiteY9" fmla="*/ 305604 h 397200"/>
                    <a:gd name="connsiteX10" fmla="*/ 16628 w 94227"/>
                    <a:gd name="connsiteY10" fmla="*/ 351731 h 397200"/>
                    <a:gd name="connsiteX11" fmla="*/ 0 w 94227"/>
                    <a:gd name="connsiteY11" fmla="*/ 397200 h 397200"/>
                    <a:gd name="connsiteX12" fmla="*/ 20574 w 94227"/>
                    <a:gd name="connsiteY12" fmla="*/ 353516 h 397200"/>
                    <a:gd name="connsiteX13" fmla="*/ 35793 w 94227"/>
                    <a:gd name="connsiteY13" fmla="*/ 307201 h 397200"/>
                    <a:gd name="connsiteX14" fmla="*/ 55428 w 94227"/>
                    <a:gd name="connsiteY14" fmla="*/ 212222 h 397200"/>
                    <a:gd name="connsiteX15" fmla="*/ 67359 w 94227"/>
                    <a:gd name="connsiteY15" fmla="*/ 115928 h 397200"/>
                    <a:gd name="connsiteX16" fmla="*/ 68110 w 94227"/>
                    <a:gd name="connsiteY16" fmla="*/ 91785 h 397200"/>
                    <a:gd name="connsiteX17" fmla="*/ 71586 w 94227"/>
                    <a:gd name="connsiteY17" fmla="*/ 68486 h 397200"/>
                    <a:gd name="connsiteX18" fmla="*/ 93006 w 94227"/>
                    <a:gd name="connsiteY18" fmla="*/ 27056 h 397200"/>
                    <a:gd name="connsiteX19" fmla="*/ 94227 w 94227"/>
                    <a:gd name="connsiteY19" fmla="*/ 25835 h 397200"/>
                    <a:gd name="connsiteX20" fmla="*/ 92912 w 94227"/>
                    <a:gd name="connsiteY20" fmla="*/ 24989 h 397200"/>
                    <a:gd name="connsiteX21" fmla="*/ 87839 w 94227"/>
                    <a:gd name="connsiteY21" fmla="*/ 13622 h 397200"/>
                    <a:gd name="connsiteX22" fmla="*/ 86523 w 94227"/>
                    <a:gd name="connsiteY22" fmla="*/ 0 h 397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4227" h="397200">
                      <a:moveTo>
                        <a:pt x="86523" y="0"/>
                      </a:moveTo>
                      <a:cubicBezTo>
                        <a:pt x="86242" y="4603"/>
                        <a:pt x="86054" y="9207"/>
                        <a:pt x="86336" y="13810"/>
                      </a:cubicBezTo>
                      <a:cubicBezTo>
                        <a:pt x="86523" y="16159"/>
                        <a:pt x="86805" y="18413"/>
                        <a:pt x="87463" y="20762"/>
                      </a:cubicBezTo>
                      <a:cubicBezTo>
                        <a:pt x="88121" y="23017"/>
                        <a:pt x="89154" y="25459"/>
                        <a:pt x="91409" y="27150"/>
                      </a:cubicBezTo>
                      <a:lnTo>
                        <a:pt x="91315" y="25083"/>
                      </a:lnTo>
                      <a:cubicBezTo>
                        <a:pt x="78632" y="36075"/>
                        <a:pt x="70835" y="51200"/>
                        <a:pt x="65949" y="66983"/>
                      </a:cubicBezTo>
                      <a:cubicBezTo>
                        <a:pt x="63601" y="74874"/>
                        <a:pt x="62098" y="83048"/>
                        <a:pt x="61064" y="91221"/>
                      </a:cubicBezTo>
                      <a:lnTo>
                        <a:pt x="59279" y="115365"/>
                      </a:lnTo>
                      <a:cubicBezTo>
                        <a:pt x="56367" y="147212"/>
                        <a:pt x="51200" y="179060"/>
                        <a:pt x="46221" y="210719"/>
                      </a:cubicBezTo>
                      <a:cubicBezTo>
                        <a:pt x="40960" y="242473"/>
                        <a:pt x="35417" y="274132"/>
                        <a:pt x="29123" y="305604"/>
                      </a:cubicBezTo>
                      <a:cubicBezTo>
                        <a:pt x="25835" y="321293"/>
                        <a:pt x="22641" y="336981"/>
                        <a:pt x="16628" y="351731"/>
                      </a:cubicBezTo>
                      <a:cubicBezTo>
                        <a:pt x="10804" y="366574"/>
                        <a:pt x="3758" y="381418"/>
                        <a:pt x="0" y="397200"/>
                      </a:cubicBezTo>
                      <a:cubicBezTo>
                        <a:pt x="5637" y="382075"/>
                        <a:pt x="13340" y="367984"/>
                        <a:pt x="20574" y="353516"/>
                      </a:cubicBezTo>
                      <a:cubicBezTo>
                        <a:pt x="27808" y="338766"/>
                        <a:pt x="31659" y="322702"/>
                        <a:pt x="35793" y="307201"/>
                      </a:cubicBezTo>
                      <a:cubicBezTo>
                        <a:pt x="43966" y="275823"/>
                        <a:pt x="49885" y="244070"/>
                        <a:pt x="55428" y="212222"/>
                      </a:cubicBezTo>
                      <a:cubicBezTo>
                        <a:pt x="60595" y="180281"/>
                        <a:pt x="65386" y="148340"/>
                        <a:pt x="67359" y="115928"/>
                      </a:cubicBezTo>
                      <a:cubicBezTo>
                        <a:pt x="67922" y="107755"/>
                        <a:pt x="67734" y="99582"/>
                        <a:pt x="68110" y="91785"/>
                      </a:cubicBezTo>
                      <a:cubicBezTo>
                        <a:pt x="68674" y="83987"/>
                        <a:pt x="69707" y="76096"/>
                        <a:pt x="71586" y="68486"/>
                      </a:cubicBezTo>
                      <a:cubicBezTo>
                        <a:pt x="75626" y="53455"/>
                        <a:pt x="82108" y="38330"/>
                        <a:pt x="93006" y="27056"/>
                      </a:cubicBezTo>
                      <a:lnTo>
                        <a:pt x="94227" y="25835"/>
                      </a:lnTo>
                      <a:lnTo>
                        <a:pt x="92912" y="24989"/>
                      </a:lnTo>
                      <a:cubicBezTo>
                        <a:pt x="89718" y="22923"/>
                        <a:pt x="88590" y="17944"/>
                        <a:pt x="87839" y="13622"/>
                      </a:cubicBezTo>
                      <a:cubicBezTo>
                        <a:pt x="86993" y="9113"/>
                        <a:pt x="86711" y="4603"/>
                        <a:pt x="86523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0" name="Forme libre : forme 1839">
                  <a:extLst>
                    <a:ext uri="{FF2B5EF4-FFF2-40B4-BE49-F238E27FC236}">
                      <a16:creationId xmlns:a16="http://schemas.microsoft.com/office/drawing/2014/main" id="{6BBAF4DF-441C-4140-9BA0-9CA5E989E9FC}"/>
                    </a:ext>
                  </a:extLst>
                </p:cNvPr>
                <p:cNvSpPr/>
                <p:nvPr/>
              </p:nvSpPr>
              <p:spPr>
                <a:xfrm>
                  <a:off x="4034081" y="1284280"/>
                  <a:ext cx="473013" cy="1762550"/>
                </a:xfrm>
                <a:custGeom>
                  <a:avLst/>
                  <a:gdLst>
                    <a:gd name="connsiteX0" fmla="*/ 390633 w 473013"/>
                    <a:gd name="connsiteY0" fmla="*/ 1762550 h 1762550"/>
                    <a:gd name="connsiteX1" fmla="*/ 364892 w 473013"/>
                    <a:gd name="connsiteY1" fmla="*/ 1475172 h 1762550"/>
                    <a:gd name="connsiteX2" fmla="*/ 387533 w 473013"/>
                    <a:gd name="connsiteY2" fmla="*/ 1286154 h 1762550"/>
                    <a:gd name="connsiteX3" fmla="*/ 435914 w 473013"/>
                    <a:gd name="connsiteY3" fmla="*/ 1044809 h 1762550"/>
                    <a:gd name="connsiteX4" fmla="*/ 458555 w 473013"/>
                    <a:gd name="connsiteY4" fmla="*/ 915164 h 1762550"/>
                    <a:gd name="connsiteX5" fmla="*/ 467104 w 473013"/>
                    <a:gd name="connsiteY5" fmla="*/ 797263 h 1762550"/>
                    <a:gd name="connsiteX6" fmla="*/ 364046 w 473013"/>
                    <a:gd name="connsiteY6" fmla="*/ 602045 h 1762550"/>
                    <a:gd name="connsiteX7" fmla="*/ 290675 w 473013"/>
                    <a:gd name="connsiteY7" fmla="*/ 394332 h 1762550"/>
                    <a:gd name="connsiteX8" fmla="*/ 231302 w 473013"/>
                    <a:gd name="connsiteY8" fmla="*/ 183425 h 1762550"/>
                    <a:gd name="connsiteX9" fmla="*/ 204715 w 473013"/>
                    <a:gd name="connsiteY9" fmla="*/ 117851 h 1762550"/>
                    <a:gd name="connsiteX10" fmla="*/ 176062 w 473013"/>
                    <a:gd name="connsiteY10" fmla="*/ 1265 h 1762550"/>
                    <a:gd name="connsiteX11" fmla="*/ 157837 w 473013"/>
                    <a:gd name="connsiteY11" fmla="*/ 11129 h 1762550"/>
                    <a:gd name="connsiteX12" fmla="*/ 113025 w 473013"/>
                    <a:gd name="connsiteY12" fmla="*/ 76703 h 1762550"/>
                    <a:gd name="connsiteX13" fmla="*/ 80238 w 473013"/>
                    <a:gd name="connsiteY13" fmla="*/ 168300 h 1762550"/>
                    <a:gd name="connsiteX14" fmla="*/ 94799 w 473013"/>
                    <a:gd name="connsiteY14" fmla="*/ 283852 h 1762550"/>
                    <a:gd name="connsiteX15" fmla="*/ 99497 w 473013"/>
                    <a:gd name="connsiteY15" fmla="*/ 445250 h 1762550"/>
                    <a:gd name="connsiteX16" fmla="*/ 118755 w 473013"/>
                    <a:gd name="connsiteY16" fmla="*/ 529049 h 1762550"/>
                    <a:gd name="connsiteX17" fmla="*/ 133881 w 473013"/>
                    <a:gd name="connsiteY17" fmla="*/ 641502 h 1762550"/>
                    <a:gd name="connsiteX18" fmla="*/ 146375 w 473013"/>
                    <a:gd name="connsiteY18" fmla="*/ 744090 h 1762550"/>
                    <a:gd name="connsiteX19" fmla="*/ 111991 w 473013"/>
                    <a:gd name="connsiteY19" fmla="*/ 858609 h 1762550"/>
                    <a:gd name="connsiteX20" fmla="*/ 111146 w 473013"/>
                    <a:gd name="connsiteY20" fmla="*/ 893933 h 1762550"/>
                    <a:gd name="connsiteX21" fmla="*/ 55530 w 473013"/>
                    <a:gd name="connsiteY21" fmla="*/ 1041614 h 1762550"/>
                    <a:gd name="connsiteX22" fmla="*/ 103 w 473013"/>
                    <a:gd name="connsiteY22" fmla="*/ 1243127 h 1762550"/>
                    <a:gd name="connsiteX23" fmla="*/ 16073 w 473013"/>
                    <a:gd name="connsiteY23" fmla="*/ 1360934 h 1762550"/>
                    <a:gd name="connsiteX24" fmla="*/ 19925 w 473013"/>
                    <a:gd name="connsiteY24" fmla="*/ 1432426 h 1762550"/>
                    <a:gd name="connsiteX25" fmla="*/ 89726 w 473013"/>
                    <a:gd name="connsiteY25" fmla="*/ 1754189 h 1762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473013" h="1762550">
                      <a:moveTo>
                        <a:pt x="390633" y="1762550"/>
                      </a:moveTo>
                      <a:cubicBezTo>
                        <a:pt x="390633" y="1762550"/>
                        <a:pt x="364892" y="1510307"/>
                        <a:pt x="364892" y="1475172"/>
                      </a:cubicBezTo>
                      <a:cubicBezTo>
                        <a:pt x="364892" y="1440036"/>
                        <a:pt x="371938" y="1354922"/>
                        <a:pt x="387533" y="1286154"/>
                      </a:cubicBezTo>
                      <a:cubicBezTo>
                        <a:pt x="403128" y="1217386"/>
                        <a:pt x="428962" y="1077596"/>
                        <a:pt x="435914" y="1044809"/>
                      </a:cubicBezTo>
                      <a:cubicBezTo>
                        <a:pt x="442960" y="1012022"/>
                        <a:pt x="451509" y="933859"/>
                        <a:pt x="458555" y="915164"/>
                      </a:cubicBezTo>
                      <a:cubicBezTo>
                        <a:pt x="465601" y="896375"/>
                        <a:pt x="481666" y="831553"/>
                        <a:pt x="467104" y="797263"/>
                      </a:cubicBezTo>
                      <a:cubicBezTo>
                        <a:pt x="449631" y="756115"/>
                        <a:pt x="384338" y="672316"/>
                        <a:pt x="364046" y="602045"/>
                      </a:cubicBezTo>
                      <a:cubicBezTo>
                        <a:pt x="343754" y="531774"/>
                        <a:pt x="307773" y="433319"/>
                        <a:pt x="290675" y="394332"/>
                      </a:cubicBezTo>
                      <a:cubicBezTo>
                        <a:pt x="273483" y="355251"/>
                        <a:pt x="242293" y="216306"/>
                        <a:pt x="231302" y="183425"/>
                      </a:cubicBezTo>
                      <a:cubicBezTo>
                        <a:pt x="220404" y="150638"/>
                        <a:pt x="214110" y="127152"/>
                        <a:pt x="204715" y="117851"/>
                      </a:cubicBezTo>
                      <a:cubicBezTo>
                        <a:pt x="204715" y="117851"/>
                        <a:pt x="181323" y="6902"/>
                        <a:pt x="176062" y="1265"/>
                      </a:cubicBezTo>
                      <a:cubicBezTo>
                        <a:pt x="170895" y="-4465"/>
                        <a:pt x="157837" y="11129"/>
                        <a:pt x="157837" y="11129"/>
                      </a:cubicBezTo>
                      <a:cubicBezTo>
                        <a:pt x="157837" y="11129"/>
                        <a:pt x="107294" y="-2962"/>
                        <a:pt x="113025" y="76703"/>
                      </a:cubicBezTo>
                      <a:cubicBezTo>
                        <a:pt x="113025" y="76703"/>
                        <a:pt x="66146" y="95492"/>
                        <a:pt x="80238" y="168300"/>
                      </a:cubicBezTo>
                      <a:cubicBezTo>
                        <a:pt x="94330" y="241201"/>
                        <a:pt x="94799" y="283852"/>
                        <a:pt x="94799" y="283852"/>
                      </a:cubicBezTo>
                      <a:cubicBezTo>
                        <a:pt x="94799" y="283852"/>
                        <a:pt x="70374" y="330731"/>
                        <a:pt x="99497" y="445250"/>
                      </a:cubicBezTo>
                      <a:cubicBezTo>
                        <a:pt x="104758" y="465824"/>
                        <a:pt x="115092" y="504624"/>
                        <a:pt x="118755" y="529049"/>
                      </a:cubicBezTo>
                      <a:cubicBezTo>
                        <a:pt x="122419" y="553475"/>
                        <a:pt x="133881" y="623277"/>
                        <a:pt x="133881" y="641502"/>
                      </a:cubicBezTo>
                      <a:cubicBezTo>
                        <a:pt x="133881" y="659727"/>
                        <a:pt x="146375" y="744090"/>
                        <a:pt x="146375" y="744090"/>
                      </a:cubicBezTo>
                      <a:cubicBezTo>
                        <a:pt x="146375" y="744090"/>
                        <a:pt x="110488" y="819622"/>
                        <a:pt x="111991" y="858609"/>
                      </a:cubicBezTo>
                      <a:cubicBezTo>
                        <a:pt x="112461" y="869695"/>
                        <a:pt x="111897" y="881908"/>
                        <a:pt x="111146" y="893933"/>
                      </a:cubicBezTo>
                      <a:cubicBezTo>
                        <a:pt x="111146" y="893933"/>
                        <a:pt x="65676" y="1011082"/>
                        <a:pt x="55530" y="1041614"/>
                      </a:cubicBezTo>
                      <a:cubicBezTo>
                        <a:pt x="45384" y="1072053"/>
                        <a:pt x="1606" y="1202543"/>
                        <a:pt x="103" y="1243127"/>
                      </a:cubicBezTo>
                      <a:cubicBezTo>
                        <a:pt x="-1494" y="1283711"/>
                        <a:pt x="16073" y="1360934"/>
                        <a:pt x="16073" y="1360934"/>
                      </a:cubicBezTo>
                      <a:cubicBezTo>
                        <a:pt x="13913" y="1380005"/>
                        <a:pt x="14570" y="1403022"/>
                        <a:pt x="19925" y="1432426"/>
                      </a:cubicBezTo>
                      <a:cubicBezTo>
                        <a:pt x="36084" y="1520453"/>
                        <a:pt x="69434" y="1588657"/>
                        <a:pt x="89726" y="1754189"/>
                      </a:cubicBezTo>
                    </a:path>
                  </a:pathLst>
                </a:custGeom>
                <a:noFill/>
                <a:ln w="9389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1" name="Forme libre : forme 1840">
                  <a:extLst>
                    <a:ext uri="{FF2B5EF4-FFF2-40B4-BE49-F238E27FC236}">
                      <a16:creationId xmlns:a16="http://schemas.microsoft.com/office/drawing/2014/main" id="{7C9087CE-48B0-4A32-AECF-18BDBD2864B3}"/>
                    </a:ext>
                  </a:extLst>
                </p:cNvPr>
                <p:cNvSpPr/>
                <p:nvPr/>
              </p:nvSpPr>
              <p:spPr>
                <a:xfrm>
                  <a:off x="4147106" y="1354371"/>
                  <a:ext cx="302837" cy="851649"/>
                </a:xfrm>
                <a:custGeom>
                  <a:avLst/>
                  <a:gdLst>
                    <a:gd name="connsiteX0" fmla="*/ 0 w 302837"/>
                    <a:gd name="connsiteY0" fmla="*/ 6519 h 851649"/>
                    <a:gd name="connsiteX1" fmla="*/ 8831 w 302837"/>
                    <a:gd name="connsiteY1" fmla="*/ 6519 h 851649"/>
                    <a:gd name="connsiteX2" fmla="*/ 30344 w 302837"/>
                    <a:gd name="connsiteY2" fmla="*/ 412 h 851649"/>
                    <a:gd name="connsiteX3" fmla="*/ 65480 w 302837"/>
                    <a:gd name="connsiteY3" fmla="*/ 109389 h 851649"/>
                    <a:gd name="connsiteX4" fmla="*/ 91690 w 302837"/>
                    <a:gd name="connsiteY4" fmla="*/ 184357 h 851649"/>
                    <a:gd name="connsiteX5" fmla="*/ 137348 w 302837"/>
                    <a:gd name="connsiteY5" fmla="*/ 331569 h 851649"/>
                    <a:gd name="connsiteX6" fmla="*/ 179153 w 302837"/>
                    <a:gd name="connsiteY6" fmla="*/ 443270 h 851649"/>
                    <a:gd name="connsiteX7" fmla="*/ 219362 w 302837"/>
                    <a:gd name="connsiteY7" fmla="*/ 561171 h 851649"/>
                    <a:gd name="connsiteX8" fmla="*/ 267744 w 302837"/>
                    <a:gd name="connsiteY8" fmla="*/ 696264 h 851649"/>
                    <a:gd name="connsiteX9" fmla="*/ 302128 w 302837"/>
                    <a:gd name="connsiteY9" fmla="*/ 793498 h 851649"/>
                    <a:gd name="connsiteX10" fmla="*/ 302128 w 302837"/>
                    <a:gd name="connsiteY10" fmla="*/ 851650 h 851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2837" h="851649">
                      <a:moveTo>
                        <a:pt x="0" y="6519"/>
                      </a:moveTo>
                      <a:lnTo>
                        <a:pt x="8831" y="6519"/>
                      </a:lnTo>
                      <a:cubicBezTo>
                        <a:pt x="8831" y="6519"/>
                        <a:pt x="24426" y="-1936"/>
                        <a:pt x="30344" y="412"/>
                      </a:cubicBezTo>
                      <a:cubicBezTo>
                        <a:pt x="36263" y="2761"/>
                        <a:pt x="60783" y="76602"/>
                        <a:pt x="65480" y="109389"/>
                      </a:cubicBezTo>
                      <a:cubicBezTo>
                        <a:pt x="65480" y="109389"/>
                        <a:pt x="81450" y="147248"/>
                        <a:pt x="91690" y="184357"/>
                      </a:cubicBezTo>
                      <a:cubicBezTo>
                        <a:pt x="101837" y="221465"/>
                        <a:pt x="129175" y="304607"/>
                        <a:pt x="137348" y="331569"/>
                      </a:cubicBezTo>
                      <a:cubicBezTo>
                        <a:pt x="145521" y="358531"/>
                        <a:pt x="168162" y="415932"/>
                        <a:pt x="179153" y="443270"/>
                      </a:cubicBezTo>
                      <a:cubicBezTo>
                        <a:pt x="190051" y="470608"/>
                        <a:pt x="211940" y="528760"/>
                        <a:pt x="219362" y="561171"/>
                      </a:cubicBezTo>
                      <a:cubicBezTo>
                        <a:pt x="226784" y="593582"/>
                        <a:pt x="257598" y="669772"/>
                        <a:pt x="267744" y="696264"/>
                      </a:cubicBezTo>
                      <a:cubicBezTo>
                        <a:pt x="277890" y="722757"/>
                        <a:pt x="300531" y="774802"/>
                        <a:pt x="302128" y="793498"/>
                      </a:cubicBezTo>
                      <a:cubicBezTo>
                        <a:pt x="303725" y="812287"/>
                        <a:pt x="302128" y="851650"/>
                        <a:pt x="302128" y="851650"/>
                      </a:cubicBezTo>
                    </a:path>
                  </a:pathLst>
                </a:custGeom>
                <a:noFill/>
                <a:ln w="9389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2" name="Forme libre : forme 1841">
                  <a:extLst>
                    <a:ext uri="{FF2B5EF4-FFF2-40B4-BE49-F238E27FC236}">
                      <a16:creationId xmlns:a16="http://schemas.microsoft.com/office/drawing/2014/main" id="{8FCA4DC2-29BA-47D7-87D1-96375B064A1B}"/>
                    </a:ext>
                  </a:extLst>
                </p:cNvPr>
                <p:cNvSpPr/>
                <p:nvPr/>
              </p:nvSpPr>
              <p:spPr>
                <a:xfrm>
                  <a:off x="4128975" y="1531631"/>
                  <a:ext cx="210249" cy="547563"/>
                </a:xfrm>
                <a:custGeom>
                  <a:avLst/>
                  <a:gdLst>
                    <a:gd name="connsiteX0" fmla="*/ 0 w 210249"/>
                    <a:gd name="connsiteY0" fmla="*/ 36502 h 547563"/>
                    <a:gd name="connsiteX1" fmla="*/ 36451 w 210249"/>
                    <a:gd name="connsiteY1" fmla="*/ 7097 h 547563"/>
                    <a:gd name="connsiteX2" fmla="*/ 69613 w 210249"/>
                    <a:gd name="connsiteY2" fmla="*/ 5500 h 547563"/>
                    <a:gd name="connsiteX3" fmla="*/ 88778 w 210249"/>
                    <a:gd name="connsiteY3" fmla="*/ 91836 h 547563"/>
                    <a:gd name="connsiteX4" fmla="*/ 113392 w 210249"/>
                    <a:gd name="connsiteY4" fmla="*/ 188693 h 547563"/>
                    <a:gd name="connsiteX5" fmla="*/ 150876 w 210249"/>
                    <a:gd name="connsiteY5" fmla="*/ 298421 h 547563"/>
                    <a:gd name="connsiteX6" fmla="*/ 197379 w 210249"/>
                    <a:gd name="connsiteY6" fmla="*/ 485842 h 547563"/>
                    <a:gd name="connsiteX7" fmla="*/ 210249 w 210249"/>
                    <a:gd name="connsiteY7" fmla="*/ 547564 h 547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0249" h="547563">
                      <a:moveTo>
                        <a:pt x="0" y="36502"/>
                      </a:moveTo>
                      <a:cubicBezTo>
                        <a:pt x="0" y="36502"/>
                        <a:pt x="17286" y="10949"/>
                        <a:pt x="36451" y="7097"/>
                      </a:cubicBezTo>
                      <a:cubicBezTo>
                        <a:pt x="36451" y="7097"/>
                        <a:pt x="54394" y="-7746"/>
                        <a:pt x="69613" y="5500"/>
                      </a:cubicBezTo>
                      <a:cubicBezTo>
                        <a:pt x="69613" y="5500"/>
                        <a:pt x="86805" y="76992"/>
                        <a:pt x="88778" y="91836"/>
                      </a:cubicBezTo>
                      <a:cubicBezTo>
                        <a:pt x="88778" y="91836"/>
                        <a:pt x="107943" y="166804"/>
                        <a:pt x="113392" y="188693"/>
                      </a:cubicBezTo>
                      <a:cubicBezTo>
                        <a:pt x="118841" y="210582"/>
                        <a:pt x="145051" y="279256"/>
                        <a:pt x="150876" y="298421"/>
                      </a:cubicBezTo>
                      <a:cubicBezTo>
                        <a:pt x="156701" y="317586"/>
                        <a:pt x="194654" y="472595"/>
                        <a:pt x="197379" y="485842"/>
                      </a:cubicBezTo>
                      <a:cubicBezTo>
                        <a:pt x="200103" y="499088"/>
                        <a:pt x="210249" y="547564"/>
                        <a:pt x="210249" y="547564"/>
                      </a:cubicBezTo>
                    </a:path>
                  </a:pathLst>
                </a:custGeom>
                <a:noFill/>
                <a:ln w="9389" cap="rnd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3" name="Forme libre : forme 1842">
                  <a:extLst>
                    <a:ext uri="{FF2B5EF4-FFF2-40B4-BE49-F238E27FC236}">
                      <a16:creationId xmlns:a16="http://schemas.microsoft.com/office/drawing/2014/main" id="{7A72B3EB-C4EA-41EF-9450-7451C6CAC770}"/>
                    </a:ext>
                  </a:extLst>
                </p:cNvPr>
                <p:cNvSpPr/>
                <p:nvPr/>
              </p:nvSpPr>
              <p:spPr>
                <a:xfrm>
                  <a:off x="4341638" y="2098641"/>
                  <a:ext cx="10516" cy="77692"/>
                </a:xfrm>
                <a:custGeom>
                  <a:avLst/>
                  <a:gdLst>
                    <a:gd name="connsiteX0" fmla="*/ 1062 w 10516"/>
                    <a:gd name="connsiteY0" fmla="*/ 0 h 77692"/>
                    <a:gd name="connsiteX1" fmla="*/ 780 w 10516"/>
                    <a:gd name="connsiteY1" fmla="*/ 39081 h 77692"/>
                    <a:gd name="connsiteX2" fmla="*/ 5666 w 10516"/>
                    <a:gd name="connsiteY2" fmla="*/ 77693 h 77692"/>
                    <a:gd name="connsiteX3" fmla="*/ 10081 w 10516"/>
                    <a:gd name="connsiteY3" fmla="*/ 58152 h 77692"/>
                    <a:gd name="connsiteX4" fmla="*/ 10175 w 10516"/>
                    <a:gd name="connsiteY4" fmla="*/ 38330 h 77692"/>
                    <a:gd name="connsiteX5" fmla="*/ 1062 w 10516"/>
                    <a:gd name="connsiteY5" fmla="*/ 0 h 77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516" h="77692">
                      <a:moveTo>
                        <a:pt x="1062" y="0"/>
                      </a:moveTo>
                      <a:cubicBezTo>
                        <a:pt x="-629" y="13434"/>
                        <a:pt x="29" y="26305"/>
                        <a:pt x="780" y="39081"/>
                      </a:cubicBezTo>
                      <a:cubicBezTo>
                        <a:pt x="1814" y="51952"/>
                        <a:pt x="3317" y="64446"/>
                        <a:pt x="5666" y="77693"/>
                      </a:cubicBezTo>
                      <a:cubicBezTo>
                        <a:pt x="8296" y="71398"/>
                        <a:pt x="9423" y="64728"/>
                        <a:pt x="10081" y="58152"/>
                      </a:cubicBezTo>
                      <a:cubicBezTo>
                        <a:pt x="10738" y="51576"/>
                        <a:pt x="10551" y="44906"/>
                        <a:pt x="10175" y="38330"/>
                      </a:cubicBezTo>
                      <a:cubicBezTo>
                        <a:pt x="8954" y="25365"/>
                        <a:pt x="6605" y="12401"/>
                        <a:pt x="1062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4" name="Forme libre : forme 1843">
                  <a:extLst>
                    <a:ext uri="{FF2B5EF4-FFF2-40B4-BE49-F238E27FC236}">
                      <a16:creationId xmlns:a16="http://schemas.microsoft.com/office/drawing/2014/main" id="{4EDC7655-30C2-404F-B6AF-62B206BFA1C4}"/>
                    </a:ext>
                  </a:extLst>
                </p:cNvPr>
                <p:cNvSpPr/>
                <p:nvPr/>
              </p:nvSpPr>
              <p:spPr>
                <a:xfrm>
                  <a:off x="4175854" y="2027619"/>
                  <a:ext cx="11743" cy="43308"/>
                </a:xfrm>
                <a:custGeom>
                  <a:avLst/>
                  <a:gdLst>
                    <a:gd name="connsiteX0" fmla="*/ 0 w 11743"/>
                    <a:gd name="connsiteY0" fmla="*/ 1503 h 43308"/>
                    <a:gd name="connsiteX1" fmla="*/ 11743 w 11743"/>
                    <a:gd name="connsiteY1" fmla="*/ 43309 h 43308"/>
                    <a:gd name="connsiteX2" fmla="*/ 9301 w 11743"/>
                    <a:gd name="connsiteY2" fmla="*/ 0 h 4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743" h="43308">
                      <a:moveTo>
                        <a:pt x="0" y="1503"/>
                      </a:moveTo>
                      <a:lnTo>
                        <a:pt x="11743" y="43309"/>
                      </a:lnTo>
                      <a:lnTo>
                        <a:pt x="930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5" name="Forme libre : forme 1844">
                  <a:extLst>
                    <a:ext uri="{FF2B5EF4-FFF2-40B4-BE49-F238E27FC236}">
                      <a16:creationId xmlns:a16="http://schemas.microsoft.com/office/drawing/2014/main" id="{54042F95-E0F8-4AF6-A092-643DF3D3B34C}"/>
                    </a:ext>
                  </a:extLst>
                </p:cNvPr>
                <p:cNvSpPr/>
                <p:nvPr/>
              </p:nvSpPr>
              <p:spPr>
                <a:xfrm>
                  <a:off x="4164322" y="1538728"/>
                  <a:ext cx="50237" cy="86652"/>
                </a:xfrm>
                <a:custGeom>
                  <a:avLst/>
                  <a:gdLst>
                    <a:gd name="connsiteX0" fmla="*/ 1010 w 50237"/>
                    <a:gd name="connsiteY0" fmla="*/ 0 h 86652"/>
                    <a:gd name="connsiteX1" fmla="*/ 822 w 50237"/>
                    <a:gd name="connsiteY1" fmla="*/ 27432 h 86652"/>
                    <a:gd name="connsiteX2" fmla="*/ 7680 w 50237"/>
                    <a:gd name="connsiteY2" fmla="*/ 54394 h 86652"/>
                    <a:gd name="connsiteX3" fmla="*/ 23745 w 50237"/>
                    <a:gd name="connsiteY3" fmla="*/ 77881 h 86652"/>
                    <a:gd name="connsiteX4" fmla="*/ 50237 w 50237"/>
                    <a:gd name="connsiteY4" fmla="*/ 86336 h 86652"/>
                    <a:gd name="connsiteX5" fmla="*/ 16417 w 50237"/>
                    <a:gd name="connsiteY5" fmla="*/ 50824 h 86652"/>
                    <a:gd name="connsiteX6" fmla="*/ 1010 w 50237"/>
                    <a:gd name="connsiteY6" fmla="*/ 0 h 86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0237" h="86652">
                      <a:moveTo>
                        <a:pt x="1010" y="0"/>
                      </a:moveTo>
                      <a:cubicBezTo>
                        <a:pt x="-399" y="9113"/>
                        <a:pt x="-211" y="18319"/>
                        <a:pt x="822" y="27432"/>
                      </a:cubicBezTo>
                      <a:cubicBezTo>
                        <a:pt x="1949" y="36545"/>
                        <a:pt x="4204" y="45657"/>
                        <a:pt x="7680" y="54394"/>
                      </a:cubicBezTo>
                      <a:cubicBezTo>
                        <a:pt x="11156" y="63037"/>
                        <a:pt x="16229" y="71492"/>
                        <a:pt x="23745" y="77881"/>
                      </a:cubicBezTo>
                      <a:cubicBezTo>
                        <a:pt x="30978" y="84363"/>
                        <a:pt x="41124" y="87745"/>
                        <a:pt x="50237" y="86336"/>
                      </a:cubicBezTo>
                      <a:cubicBezTo>
                        <a:pt x="32106" y="81357"/>
                        <a:pt x="22711" y="66795"/>
                        <a:pt x="16417" y="50824"/>
                      </a:cubicBezTo>
                      <a:cubicBezTo>
                        <a:pt x="9841" y="34854"/>
                        <a:pt x="5801" y="17568"/>
                        <a:pt x="1010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6" name="Forme libre : forme 1845">
                  <a:extLst>
                    <a:ext uri="{FF2B5EF4-FFF2-40B4-BE49-F238E27FC236}">
                      <a16:creationId xmlns:a16="http://schemas.microsoft.com/office/drawing/2014/main" id="{3364C5E0-AE19-4E6E-A095-B332F2FF5D49}"/>
                    </a:ext>
                  </a:extLst>
                </p:cNvPr>
                <p:cNvSpPr/>
                <p:nvPr/>
              </p:nvSpPr>
              <p:spPr>
                <a:xfrm>
                  <a:off x="4155357" y="1360890"/>
                  <a:ext cx="55725" cy="113020"/>
                </a:xfrm>
                <a:custGeom>
                  <a:avLst/>
                  <a:gdLst>
                    <a:gd name="connsiteX0" fmla="*/ 674 w 55725"/>
                    <a:gd name="connsiteY0" fmla="*/ 0 h 113020"/>
                    <a:gd name="connsiteX1" fmla="*/ 1144 w 55725"/>
                    <a:gd name="connsiteY1" fmla="*/ 34384 h 113020"/>
                    <a:gd name="connsiteX2" fmla="*/ 8002 w 55725"/>
                    <a:gd name="connsiteY2" fmla="*/ 68298 h 113020"/>
                    <a:gd name="connsiteX3" fmla="*/ 23878 w 55725"/>
                    <a:gd name="connsiteY3" fmla="*/ 99676 h 113020"/>
                    <a:gd name="connsiteX4" fmla="*/ 38158 w 55725"/>
                    <a:gd name="connsiteY4" fmla="*/ 110949 h 113020"/>
                    <a:gd name="connsiteX5" fmla="*/ 55726 w 55725"/>
                    <a:gd name="connsiteY5" fmla="*/ 111795 h 113020"/>
                    <a:gd name="connsiteX6" fmla="*/ 29797 w 55725"/>
                    <a:gd name="connsiteY6" fmla="*/ 95260 h 113020"/>
                    <a:gd name="connsiteX7" fmla="*/ 16926 w 55725"/>
                    <a:gd name="connsiteY7" fmla="*/ 65386 h 113020"/>
                    <a:gd name="connsiteX8" fmla="*/ 8283 w 55725"/>
                    <a:gd name="connsiteY8" fmla="*/ 33069 h 113020"/>
                    <a:gd name="connsiteX9" fmla="*/ 674 w 55725"/>
                    <a:gd name="connsiteY9" fmla="*/ 0 h 113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725" h="113020">
                      <a:moveTo>
                        <a:pt x="674" y="0"/>
                      </a:moveTo>
                      <a:cubicBezTo>
                        <a:pt x="-453" y="11461"/>
                        <a:pt x="-78" y="22923"/>
                        <a:pt x="1144" y="34384"/>
                      </a:cubicBezTo>
                      <a:cubicBezTo>
                        <a:pt x="2365" y="45845"/>
                        <a:pt x="4620" y="57119"/>
                        <a:pt x="8002" y="68298"/>
                      </a:cubicBezTo>
                      <a:cubicBezTo>
                        <a:pt x="11572" y="79290"/>
                        <a:pt x="16269" y="90375"/>
                        <a:pt x="23878" y="99676"/>
                      </a:cubicBezTo>
                      <a:cubicBezTo>
                        <a:pt x="27730" y="104373"/>
                        <a:pt x="32521" y="108413"/>
                        <a:pt x="38158" y="110949"/>
                      </a:cubicBezTo>
                      <a:cubicBezTo>
                        <a:pt x="43795" y="113392"/>
                        <a:pt x="50277" y="113674"/>
                        <a:pt x="55726" y="111795"/>
                      </a:cubicBezTo>
                      <a:cubicBezTo>
                        <a:pt x="43889" y="111701"/>
                        <a:pt x="35340" y="104185"/>
                        <a:pt x="29797" y="95260"/>
                      </a:cubicBezTo>
                      <a:cubicBezTo>
                        <a:pt x="24160" y="86148"/>
                        <a:pt x="20215" y="75908"/>
                        <a:pt x="16926" y="65386"/>
                      </a:cubicBezTo>
                      <a:cubicBezTo>
                        <a:pt x="13544" y="54864"/>
                        <a:pt x="10914" y="43966"/>
                        <a:pt x="8283" y="33069"/>
                      </a:cubicBezTo>
                      <a:lnTo>
                        <a:pt x="674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7" name="Forme libre : forme 1846">
                  <a:extLst>
                    <a:ext uri="{FF2B5EF4-FFF2-40B4-BE49-F238E27FC236}">
                      <a16:creationId xmlns:a16="http://schemas.microsoft.com/office/drawing/2014/main" id="{AC202FAB-C1D2-43C8-9A9B-ADA02D673BCA}"/>
                    </a:ext>
                  </a:extLst>
                </p:cNvPr>
                <p:cNvSpPr/>
                <p:nvPr/>
              </p:nvSpPr>
              <p:spPr>
                <a:xfrm>
                  <a:off x="4188700" y="1295316"/>
                  <a:ext cx="50190" cy="109540"/>
                </a:xfrm>
                <a:custGeom>
                  <a:avLst/>
                  <a:gdLst>
                    <a:gd name="connsiteX0" fmla="*/ 3218 w 50190"/>
                    <a:gd name="connsiteY0" fmla="*/ 0 h 109540"/>
                    <a:gd name="connsiteX1" fmla="*/ 5379 w 50190"/>
                    <a:gd name="connsiteY1" fmla="*/ 65856 h 109540"/>
                    <a:gd name="connsiteX2" fmla="*/ 19941 w 50190"/>
                    <a:gd name="connsiteY2" fmla="*/ 96482 h 109540"/>
                    <a:gd name="connsiteX3" fmla="*/ 33375 w 50190"/>
                    <a:gd name="connsiteY3" fmla="*/ 107661 h 109540"/>
                    <a:gd name="connsiteX4" fmla="*/ 42112 w 50190"/>
                    <a:gd name="connsiteY4" fmla="*/ 109540 h 109540"/>
                    <a:gd name="connsiteX5" fmla="*/ 50191 w 50190"/>
                    <a:gd name="connsiteY5" fmla="*/ 106722 h 109540"/>
                    <a:gd name="connsiteX6" fmla="*/ 35723 w 50190"/>
                    <a:gd name="connsiteY6" fmla="*/ 103622 h 109540"/>
                    <a:gd name="connsiteX7" fmla="*/ 25953 w 50190"/>
                    <a:gd name="connsiteY7" fmla="*/ 92254 h 109540"/>
                    <a:gd name="connsiteX8" fmla="*/ 14492 w 50190"/>
                    <a:gd name="connsiteY8" fmla="*/ 63319 h 109540"/>
                    <a:gd name="connsiteX9" fmla="*/ 7446 w 50190"/>
                    <a:gd name="connsiteY9" fmla="*/ 32129 h 109540"/>
                    <a:gd name="connsiteX10" fmla="*/ 3218 w 50190"/>
                    <a:gd name="connsiteY10" fmla="*/ 0 h 109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0190" h="109540">
                      <a:moveTo>
                        <a:pt x="3218" y="0"/>
                      </a:moveTo>
                      <a:cubicBezTo>
                        <a:pt x="-2231" y="21513"/>
                        <a:pt x="-258" y="44436"/>
                        <a:pt x="5379" y="65856"/>
                      </a:cubicBezTo>
                      <a:cubicBezTo>
                        <a:pt x="8479" y="76659"/>
                        <a:pt x="12707" y="87369"/>
                        <a:pt x="19941" y="96482"/>
                      </a:cubicBezTo>
                      <a:cubicBezTo>
                        <a:pt x="23510" y="100991"/>
                        <a:pt x="27926" y="105125"/>
                        <a:pt x="33375" y="107661"/>
                      </a:cubicBezTo>
                      <a:cubicBezTo>
                        <a:pt x="36099" y="108882"/>
                        <a:pt x="39105" y="109540"/>
                        <a:pt x="42112" y="109540"/>
                      </a:cubicBezTo>
                      <a:cubicBezTo>
                        <a:pt x="45118" y="109352"/>
                        <a:pt x="47936" y="108319"/>
                        <a:pt x="50191" y="106722"/>
                      </a:cubicBezTo>
                      <a:cubicBezTo>
                        <a:pt x="44742" y="108225"/>
                        <a:pt x="39669" y="106722"/>
                        <a:pt x="35723" y="103622"/>
                      </a:cubicBezTo>
                      <a:cubicBezTo>
                        <a:pt x="31684" y="100709"/>
                        <a:pt x="28677" y="96482"/>
                        <a:pt x="25953" y="92254"/>
                      </a:cubicBezTo>
                      <a:cubicBezTo>
                        <a:pt x="20786" y="83423"/>
                        <a:pt x="17216" y="73559"/>
                        <a:pt x="14492" y="63319"/>
                      </a:cubicBezTo>
                      <a:cubicBezTo>
                        <a:pt x="11579" y="53079"/>
                        <a:pt x="9419" y="42651"/>
                        <a:pt x="7446" y="32129"/>
                      </a:cubicBezTo>
                      <a:cubicBezTo>
                        <a:pt x="5567" y="21607"/>
                        <a:pt x="4346" y="10992"/>
                        <a:pt x="3218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8" name="Forme libre : forme 1847">
                  <a:extLst>
                    <a:ext uri="{FF2B5EF4-FFF2-40B4-BE49-F238E27FC236}">
                      <a16:creationId xmlns:a16="http://schemas.microsoft.com/office/drawing/2014/main" id="{6A25B866-96DC-41C3-AF7A-4148F4884BF6}"/>
                    </a:ext>
                  </a:extLst>
                </p:cNvPr>
                <p:cNvSpPr/>
                <p:nvPr/>
              </p:nvSpPr>
              <p:spPr>
                <a:xfrm>
                  <a:off x="4204507" y="1699750"/>
                  <a:ext cx="17191" cy="6395"/>
                </a:xfrm>
                <a:custGeom>
                  <a:avLst/>
                  <a:gdLst>
                    <a:gd name="connsiteX0" fmla="*/ 17192 w 17191"/>
                    <a:gd name="connsiteY0" fmla="*/ 0 h 6395"/>
                    <a:gd name="connsiteX1" fmla="*/ 8267 w 17191"/>
                    <a:gd name="connsiteY1" fmla="*/ 1127 h 6395"/>
                    <a:gd name="connsiteX2" fmla="*/ 0 w 17191"/>
                    <a:gd name="connsiteY2" fmla="*/ 3288 h 6395"/>
                    <a:gd name="connsiteX3" fmla="*/ 0 w 17191"/>
                    <a:gd name="connsiteY3" fmla="*/ 5825 h 6395"/>
                    <a:gd name="connsiteX4" fmla="*/ 3006 w 17191"/>
                    <a:gd name="connsiteY4" fmla="*/ 4603 h 6395"/>
                    <a:gd name="connsiteX5" fmla="*/ 0 w 17191"/>
                    <a:gd name="connsiteY5" fmla="*/ 3288 h 6395"/>
                    <a:gd name="connsiteX6" fmla="*/ 0 w 17191"/>
                    <a:gd name="connsiteY6" fmla="*/ 5825 h 6395"/>
                    <a:gd name="connsiteX7" fmla="*/ 9395 w 17191"/>
                    <a:gd name="connsiteY7" fmla="*/ 5543 h 6395"/>
                    <a:gd name="connsiteX8" fmla="*/ 17192 w 17191"/>
                    <a:gd name="connsiteY8" fmla="*/ 0 h 6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191" h="6395">
                      <a:moveTo>
                        <a:pt x="17192" y="0"/>
                      </a:moveTo>
                      <a:cubicBezTo>
                        <a:pt x="13810" y="94"/>
                        <a:pt x="11085" y="564"/>
                        <a:pt x="8267" y="1127"/>
                      </a:cubicBezTo>
                      <a:cubicBezTo>
                        <a:pt x="5543" y="1691"/>
                        <a:pt x="2818" y="2349"/>
                        <a:pt x="0" y="3288"/>
                      </a:cubicBezTo>
                      <a:lnTo>
                        <a:pt x="0" y="5825"/>
                      </a:lnTo>
                      <a:cubicBezTo>
                        <a:pt x="1033" y="5449"/>
                        <a:pt x="1973" y="5167"/>
                        <a:pt x="3006" y="4603"/>
                      </a:cubicBezTo>
                      <a:cubicBezTo>
                        <a:pt x="1973" y="4040"/>
                        <a:pt x="1033" y="3664"/>
                        <a:pt x="0" y="3288"/>
                      </a:cubicBezTo>
                      <a:lnTo>
                        <a:pt x="0" y="5825"/>
                      </a:lnTo>
                      <a:cubicBezTo>
                        <a:pt x="3100" y="6670"/>
                        <a:pt x="6388" y="6576"/>
                        <a:pt x="9395" y="5543"/>
                      </a:cubicBezTo>
                      <a:cubicBezTo>
                        <a:pt x="12495" y="4509"/>
                        <a:pt x="15313" y="2818"/>
                        <a:pt x="17192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9" name="Forme libre : forme 1848">
                  <a:extLst>
                    <a:ext uri="{FF2B5EF4-FFF2-40B4-BE49-F238E27FC236}">
                      <a16:creationId xmlns:a16="http://schemas.microsoft.com/office/drawing/2014/main" id="{671D8096-1E70-4338-8CEE-E5D26CBFF092}"/>
                    </a:ext>
                  </a:extLst>
                </p:cNvPr>
                <p:cNvSpPr/>
                <p:nvPr/>
              </p:nvSpPr>
              <p:spPr>
                <a:xfrm>
                  <a:off x="4216814" y="1719889"/>
                  <a:ext cx="11743" cy="5849"/>
                </a:xfrm>
                <a:custGeom>
                  <a:avLst/>
                  <a:gdLst>
                    <a:gd name="connsiteX0" fmla="*/ 11743 w 11743"/>
                    <a:gd name="connsiteY0" fmla="*/ 529 h 5849"/>
                    <a:gd name="connsiteX1" fmla="*/ 4979 w 11743"/>
                    <a:gd name="connsiteY1" fmla="*/ 717 h 5849"/>
                    <a:gd name="connsiteX2" fmla="*/ 0 w 11743"/>
                    <a:gd name="connsiteY2" fmla="*/ 5320 h 5849"/>
                    <a:gd name="connsiteX3" fmla="*/ 6764 w 11743"/>
                    <a:gd name="connsiteY3" fmla="*/ 5132 h 5849"/>
                    <a:gd name="connsiteX4" fmla="*/ 11743 w 11743"/>
                    <a:gd name="connsiteY4" fmla="*/ 529 h 5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43" h="5849">
                      <a:moveTo>
                        <a:pt x="11743" y="529"/>
                      </a:moveTo>
                      <a:cubicBezTo>
                        <a:pt x="9113" y="-410"/>
                        <a:pt x="6952" y="59"/>
                        <a:pt x="4979" y="717"/>
                      </a:cubicBezTo>
                      <a:cubicBezTo>
                        <a:pt x="3100" y="1563"/>
                        <a:pt x="1315" y="2784"/>
                        <a:pt x="0" y="5320"/>
                      </a:cubicBezTo>
                      <a:cubicBezTo>
                        <a:pt x="2630" y="6260"/>
                        <a:pt x="4791" y="5790"/>
                        <a:pt x="6764" y="5132"/>
                      </a:cubicBezTo>
                      <a:cubicBezTo>
                        <a:pt x="8643" y="4193"/>
                        <a:pt x="10428" y="2972"/>
                        <a:pt x="11743" y="529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0" name="Forme libre : forme 1849">
                  <a:extLst>
                    <a:ext uri="{FF2B5EF4-FFF2-40B4-BE49-F238E27FC236}">
                      <a16:creationId xmlns:a16="http://schemas.microsoft.com/office/drawing/2014/main" id="{BC379409-B54C-43BD-9C4D-C541ED06B42D}"/>
                    </a:ext>
                  </a:extLst>
                </p:cNvPr>
                <p:cNvSpPr/>
                <p:nvPr/>
              </p:nvSpPr>
              <p:spPr>
                <a:xfrm>
                  <a:off x="4250352" y="1868468"/>
                  <a:ext cx="20198" cy="5132"/>
                </a:xfrm>
                <a:custGeom>
                  <a:avLst/>
                  <a:gdLst>
                    <a:gd name="connsiteX0" fmla="*/ 20198 w 20198"/>
                    <a:gd name="connsiteY0" fmla="*/ 101 h 5132"/>
                    <a:gd name="connsiteX1" fmla="*/ 10052 w 20198"/>
                    <a:gd name="connsiteY1" fmla="*/ 383 h 5132"/>
                    <a:gd name="connsiteX2" fmla="*/ 0 w 20198"/>
                    <a:gd name="connsiteY2" fmla="*/ 1886 h 5132"/>
                    <a:gd name="connsiteX3" fmla="*/ 10428 w 20198"/>
                    <a:gd name="connsiteY3" fmla="*/ 5080 h 5132"/>
                    <a:gd name="connsiteX4" fmla="*/ 20198 w 20198"/>
                    <a:gd name="connsiteY4" fmla="*/ 101 h 5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98" h="5132">
                      <a:moveTo>
                        <a:pt x="20198" y="101"/>
                      </a:moveTo>
                      <a:cubicBezTo>
                        <a:pt x="16347" y="-180"/>
                        <a:pt x="13246" y="195"/>
                        <a:pt x="10052" y="383"/>
                      </a:cubicBezTo>
                      <a:cubicBezTo>
                        <a:pt x="6858" y="759"/>
                        <a:pt x="3758" y="947"/>
                        <a:pt x="0" y="1886"/>
                      </a:cubicBezTo>
                      <a:cubicBezTo>
                        <a:pt x="2912" y="4517"/>
                        <a:pt x="6764" y="5362"/>
                        <a:pt x="10428" y="5080"/>
                      </a:cubicBezTo>
                      <a:cubicBezTo>
                        <a:pt x="14092" y="4611"/>
                        <a:pt x="17850" y="3202"/>
                        <a:pt x="20198" y="101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1" name="Forme libre : forme 1850">
                  <a:extLst>
                    <a:ext uri="{FF2B5EF4-FFF2-40B4-BE49-F238E27FC236}">
                      <a16:creationId xmlns:a16="http://schemas.microsoft.com/office/drawing/2014/main" id="{E3E2081A-3C66-42CE-9EF8-15087C40E53A}"/>
                    </a:ext>
                  </a:extLst>
                </p:cNvPr>
                <p:cNvSpPr/>
                <p:nvPr/>
              </p:nvSpPr>
              <p:spPr>
                <a:xfrm>
                  <a:off x="4258244" y="1887635"/>
                  <a:ext cx="19540" cy="5288"/>
                </a:xfrm>
                <a:custGeom>
                  <a:avLst/>
                  <a:gdLst>
                    <a:gd name="connsiteX0" fmla="*/ 19541 w 19540"/>
                    <a:gd name="connsiteY0" fmla="*/ 100 h 5288"/>
                    <a:gd name="connsiteX1" fmla="*/ 9676 w 19540"/>
                    <a:gd name="connsiteY1" fmla="*/ 476 h 5288"/>
                    <a:gd name="connsiteX2" fmla="*/ 0 w 19540"/>
                    <a:gd name="connsiteY2" fmla="*/ 2730 h 5288"/>
                    <a:gd name="connsiteX3" fmla="*/ 10240 w 19540"/>
                    <a:gd name="connsiteY3" fmla="*/ 5173 h 5288"/>
                    <a:gd name="connsiteX4" fmla="*/ 19541 w 19540"/>
                    <a:gd name="connsiteY4" fmla="*/ 100 h 5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540" h="5288">
                      <a:moveTo>
                        <a:pt x="19541" y="100"/>
                      </a:moveTo>
                      <a:cubicBezTo>
                        <a:pt x="15783" y="-182"/>
                        <a:pt x="12777" y="194"/>
                        <a:pt x="9676" y="476"/>
                      </a:cubicBezTo>
                      <a:cubicBezTo>
                        <a:pt x="6576" y="945"/>
                        <a:pt x="3570" y="1415"/>
                        <a:pt x="0" y="2730"/>
                      </a:cubicBezTo>
                      <a:cubicBezTo>
                        <a:pt x="3006" y="5079"/>
                        <a:pt x="6764" y="5549"/>
                        <a:pt x="10240" y="5173"/>
                      </a:cubicBezTo>
                      <a:cubicBezTo>
                        <a:pt x="13810" y="4609"/>
                        <a:pt x="17286" y="3106"/>
                        <a:pt x="19541" y="10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2" name="Forme libre : forme 1851">
                  <a:extLst>
                    <a:ext uri="{FF2B5EF4-FFF2-40B4-BE49-F238E27FC236}">
                      <a16:creationId xmlns:a16="http://schemas.microsoft.com/office/drawing/2014/main" id="{5BEA3B66-D021-4D85-98F3-9CAF57A169B8}"/>
                    </a:ext>
                  </a:extLst>
                </p:cNvPr>
                <p:cNvSpPr/>
                <p:nvPr/>
              </p:nvSpPr>
              <p:spPr>
                <a:xfrm>
                  <a:off x="4261156" y="1701265"/>
                  <a:ext cx="10521" cy="5782"/>
                </a:xfrm>
                <a:custGeom>
                  <a:avLst/>
                  <a:gdLst>
                    <a:gd name="connsiteX0" fmla="*/ 10522 w 10521"/>
                    <a:gd name="connsiteY0" fmla="*/ 834 h 5782"/>
                    <a:gd name="connsiteX1" fmla="*/ 4134 w 10521"/>
                    <a:gd name="connsiteY1" fmla="*/ 646 h 5782"/>
                    <a:gd name="connsiteX2" fmla="*/ 0 w 10521"/>
                    <a:gd name="connsiteY2" fmla="*/ 5531 h 5782"/>
                    <a:gd name="connsiteX3" fmla="*/ 6106 w 10521"/>
                    <a:gd name="connsiteY3" fmla="*/ 4968 h 5782"/>
                    <a:gd name="connsiteX4" fmla="*/ 10522 w 10521"/>
                    <a:gd name="connsiteY4" fmla="*/ 834 h 5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21" h="5782">
                      <a:moveTo>
                        <a:pt x="10522" y="834"/>
                      </a:moveTo>
                      <a:cubicBezTo>
                        <a:pt x="8173" y="-387"/>
                        <a:pt x="6012" y="-105"/>
                        <a:pt x="4134" y="646"/>
                      </a:cubicBezTo>
                      <a:cubicBezTo>
                        <a:pt x="2349" y="1586"/>
                        <a:pt x="658" y="2901"/>
                        <a:pt x="0" y="5531"/>
                      </a:cubicBezTo>
                      <a:cubicBezTo>
                        <a:pt x="2630" y="6095"/>
                        <a:pt x="4321" y="5625"/>
                        <a:pt x="6106" y="4968"/>
                      </a:cubicBezTo>
                      <a:cubicBezTo>
                        <a:pt x="7610" y="4122"/>
                        <a:pt x="9113" y="3089"/>
                        <a:pt x="10522" y="83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3" name="Forme libre : forme 1852">
                  <a:extLst>
                    <a:ext uri="{FF2B5EF4-FFF2-40B4-BE49-F238E27FC236}">
                      <a16:creationId xmlns:a16="http://schemas.microsoft.com/office/drawing/2014/main" id="{E0F0E668-ED4F-4B57-9C33-E3A221779DC1}"/>
                    </a:ext>
                  </a:extLst>
                </p:cNvPr>
                <p:cNvSpPr/>
                <p:nvPr/>
              </p:nvSpPr>
              <p:spPr>
                <a:xfrm>
                  <a:off x="4271726" y="1716142"/>
                  <a:ext cx="8218" cy="4933"/>
                </a:xfrm>
                <a:custGeom>
                  <a:avLst/>
                  <a:gdLst>
                    <a:gd name="connsiteX0" fmla="*/ 8218 w 8218"/>
                    <a:gd name="connsiteY0" fmla="*/ 2679 h 4933"/>
                    <a:gd name="connsiteX1" fmla="*/ 3145 w 8218"/>
                    <a:gd name="connsiteY1" fmla="*/ 142 h 4933"/>
                    <a:gd name="connsiteX2" fmla="*/ 139 w 8218"/>
                    <a:gd name="connsiteY2" fmla="*/ 4933 h 4933"/>
                    <a:gd name="connsiteX3" fmla="*/ 4461 w 8218"/>
                    <a:gd name="connsiteY3" fmla="*/ 4651 h 4933"/>
                    <a:gd name="connsiteX4" fmla="*/ 8218 w 8218"/>
                    <a:gd name="connsiteY4" fmla="*/ 2679 h 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18" h="4933">
                      <a:moveTo>
                        <a:pt x="8218" y="2679"/>
                      </a:moveTo>
                      <a:cubicBezTo>
                        <a:pt x="7561" y="330"/>
                        <a:pt x="5024" y="-328"/>
                        <a:pt x="3145" y="142"/>
                      </a:cubicBezTo>
                      <a:cubicBezTo>
                        <a:pt x="1266" y="706"/>
                        <a:pt x="-519" y="2491"/>
                        <a:pt x="139" y="4933"/>
                      </a:cubicBezTo>
                      <a:cubicBezTo>
                        <a:pt x="2488" y="4839"/>
                        <a:pt x="3427" y="4933"/>
                        <a:pt x="4461" y="4651"/>
                      </a:cubicBezTo>
                      <a:cubicBezTo>
                        <a:pt x="5494" y="4370"/>
                        <a:pt x="6152" y="3806"/>
                        <a:pt x="8218" y="2679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4" name="Forme libre : forme 1853">
                  <a:extLst>
                    <a:ext uri="{FF2B5EF4-FFF2-40B4-BE49-F238E27FC236}">
                      <a16:creationId xmlns:a16="http://schemas.microsoft.com/office/drawing/2014/main" id="{A8AC1E5E-3F47-4856-90B8-7A919C580BDA}"/>
                    </a:ext>
                  </a:extLst>
                </p:cNvPr>
                <p:cNvSpPr/>
                <p:nvPr/>
              </p:nvSpPr>
              <p:spPr>
                <a:xfrm>
                  <a:off x="4296192" y="1641669"/>
                  <a:ext cx="8366" cy="6692"/>
                </a:xfrm>
                <a:custGeom>
                  <a:avLst/>
                  <a:gdLst>
                    <a:gd name="connsiteX0" fmla="*/ 8366 w 8366"/>
                    <a:gd name="connsiteY0" fmla="*/ 305 h 6692"/>
                    <a:gd name="connsiteX1" fmla="*/ 2542 w 8366"/>
                    <a:gd name="connsiteY1" fmla="*/ 1338 h 6692"/>
                    <a:gd name="connsiteX2" fmla="*/ 5 w 8366"/>
                    <a:gd name="connsiteY2" fmla="*/ 6693 h 6692"/>
                    <a:gd name="connsiteX3" fmla="*/ 5360 w 8366"/>
                    <a:gd name="connsiteY3" fmla="*/ 5002 h 6692"/>
                    <a:gd name="connsiteX4" fmla="*/ 8366 w 8366"/>
                    <a:gd name="connsiteY4" fmla="*/ 305 h 6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66" h="6692">
                      <a:moveTo>
                        <a:pt x="8366" y="305"/>
                      </a:moveTo>
                      <a:cubicBezTo>
                        <a:pt x="5924" y="-447"/>
                        <a:pt x="4045" y="305"/>
                        <a:pt x="2542" y="1338"/>
                      </a:cubicBezTo>
                      <a:cubicBezTo>
                        <a:pt x="1132" y="2559"/>
                        <a:pt x="-89" y="4156"/>
                        <a:pt x="5" y="6693"/>
                      </a:cubicBezTo>
                      <a:cubicBezTo>
                        <a:pt x="2542" y="6693"/>
                        <a:pt x="4045" y="5941"/>
                        <a:pt x="5360" y="5002"/>
                      </a:cubicBezTo>
                      <a:cubicBezTo>
                        <a:pt x="6581" y="3968"/>
                        <a:pt x="7709" y="2747"/>
                        <a:pt x="8366" y="305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5" name="Forme libre : forme 1854">
                  <a:extLst>
                    <a:ext uri="{FF2B5EF4-FFF2-40B4-BE49-F238E27FC236}">
                      <a16:creationId xmlns:a16="http://schemas.microsoft.com/office/drawing/2014/main" id="{FD8EFA79-BA8E-49AD-A314-BFC98613B623}"/>
                    </a:ext>
                  </a:extLst>
                </p:cNvPr>
                <p:cNvSpPr/>
                <p:nvPr/>
              </p:nvSpPr>
              <p:spPr>
                <a:xfrm>
                  <a:off x="4300013" y="1661572"/>
                  <a:ext cx="4111" cy="4111"/>
                </a:xfrm>
                <a:custGeom>
                  <a:avLst/>
                  <a:gdLst>
                    <a:gd name="connsiteX0" fmla="*/ 3606 w 4111"/>
                    <a:gd name="connsiteY0" fmla="*/ 506 h 4111"/>
                    <a:gd name="connsiteX1" fmla="*/ 412 w 4111"/>
                    <a:gd name="connsiteY1" fmla="*/ 412 h 4111"/>
                    <a:gd name="connsiteX2" fmla="*/ 506 w 4111"/>
                    <a:gd name="connsiteY2" fmla="*/ 3606 h 4111"/>
                    <a:gd name="connsiteX3" fmla="*/ 3700 w 4111"/>
                    <a:gd name="connsiteY3" fmla="*/ 3700 h 4111"/>
                    <a:gd name="connsiteX4" fmla="*/ 3606 w 4111"/>
                    <a:gd name="connsiteY4" fmla="*/ 506 h 4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1" h="4111">
                      <a:moveTo>
                        <a:pt x="3606" y="506"/>
                      </a:moveTo>
                      <a:cubicBezTo>
                        <a:pt x="1821" y="-246"/>
                        <a:pt x="975" y="-58"/>
                        <a:pt x="412" y="412"/>
                      </a:cubicBezTo>
                      <a:cubicBezTo>
                        <a:pt x="-58" y="975"/>
                        <a:pt x="-246" y="1821"/>
                        <a:pt x="506" y="3606"/>
                      </a:cubicBezTo>
                      <a:cubicBezTo>
                        <a:pt x="2291" y="4357"/>
                        <a:pt x="3136" y="4169"/>
                        <a:pt x="3700" y="3700"/>
                      </a:cubicBezTo>
                      <a:cubicBezTo>
                        <a:pt x="4169" y="3136"/>
                        <a:pt x="4357" y="2291"/>
                        <a:pt x="3606" y="506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6" name="Forme libre : forme 1855">
                  <a:extLst>
                    <a:ext uri="{FF2B5EF4-FFF2-40B4-BE49-F238E27FC236}">
                      <a16:creationId xmlns:a16="http://schemas.microsoft.com/office/drawing/2014/main" id="{FAF49F30-52E6-41D8-94E0-CF7A8E319A7F}"/>
                    </a:ext>
                  </a:extLst>
                </p:cNvPr>
                <p:cNvSpPr/>
                <p:nvPr/>
              </p:nvSpPr>
              <p:spPr>
                <a:xfrm>
                  <a:off x="4319965" y="1830804"/>
                  <a:ext cx="5291" cy="4850"/>
                </a:xfrm>
                <a:custGeom>
                  <a:avLst/>
                  <a:gdLst>
                    <a:gd name="connsiteX0" fmla="*/ 4697 w 5291"/>
                    <a:gd name="connsiteY0" fmla="*/ 0 h 4850"/>
                    <a:gd name="connsiteX1" fmla="*/ 1221 w 5291"/>
                    <a:gd name="connsiteY1" fmla="*/ 564 h 4850"/>
                    <a:gd name="connsiteX2" fmla="*/ 0 w 5291"/>
                    <a:gd name="connsiteY2" fmla="*/ 3852 h 4850"/>
                    <a:gd name="connsiteX3" fmla="*/ 4228 w 5291"/>
                    <a:gd name="connsiteY3" fmla="*/ 4228 h 4850"/>
                    <a:gd name="connsiteX4" fmla="*/ 4697 w 5291"/>
                    <a:gd name="connsiteY4" fmla="*/ 0 h 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91" h="4850">
                      <a:moveTo>
                        <a:pt x="4697" y="0"/>
                      </a:moveTo>
                      <a:cubicBezTo>
                        <a:pt x="2630" y="0"/>
                        <a:pt x="1879" y="94"/>
                        <a:pt x="1221" y="564"/>
                      </a:cubicBezTo>
                      <a:cubicBezTo>
                        <a:pt x="658" y="1127"/>
                        <a:pt x="376" y="1785"/>
                        <a:pt x="0" y="3852"/>
                      </a:cubicBezTo>
                      <a:cubicBezTo>
                        <a:pt x="1597" y="5261"/>
                        <a:pt x="3194" y="4979"/>
                        <a:pt x="4228" y="4228"/>
                      </a:cubicBezTo>
                      <a:cubicBezTo>
                        <a:pt x="5167" y="3288"/>
                        <a:pt x="5825" y="1785"/>
                        <a:pt x="4697" y="0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7" name="Forme libre : forme 1856">
                  <a:extLst>
                    <a:ext uri="{FF2B5EF4-FFF2-40B4-BE49-F238E27FC236}">
                      <a16:creationId xmlns:a16="http://schemas.microsoft.com/office/drawing/2014/main" id="{17033353-A4F2-4536-86B9-A541D1CA90D7}"/>
                    </a:ext>
                  </a:extLst>
                </p:cNvPr>
                <p:cNvSpPr/>
                <p:nvPr/>
              </p:nvSpPr>
              <p:spPr>
                <a:xfrm>
                  <a:off x="4290590" y="1960918"/>
                  <a:ext cx="42245" cy="221616"/>
                </a:xfrm>
                <a:custGeom>
                  <a:avLst/>
                  <a:gdLst>
                    <a:gd name="connsiteX0" fmla="*/ 42246 w 42245"/>
                    <a:gd name="connsiteY0" fmla="*/ 221617 h 221616"/>
                    <a:gd name="connsiteX1" fmla="*/ 13780 w 42245"/>
                    <a:gd name="connsiteY1" fmla="*/ 194654 h 221616"/>
                    <a:gd name="connsiteX2" fmla="*/ 13874 w 42245"/>
                    <a:gd name="connsiteY2" fmla="*/ 152567 h 221616"/>
                    <a:gd name="connsiteX3" fmla="*/ 9271 w 42245"/>
                    <a:gd name="connsiteY3" fmla="*/ 78632 h 221616"/>
                    <a:gd name="connsiteX4" fmla="*/ 158 w 42245"/>
                    <a:gd name="connsiteY4" fmla="*/ 0 h 221616"/>
                    <a:gd name="connsiteX5" fmla="*/ 42246 w 42245"/>
                    <a:gd name="connsiteY5" fmla="*/ 221617 h 221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2245" h="221616">
                      <a:moveTo>
                        <a:pt x="42246" y="221617"/>
                      </a:moveTo>
                      <a:cubicBezTo>
                        <a:pt x="28154" y="221617"/>
                        <a:pt x="17068" y="208371"/>
                        <a:pt x="13780" y="194654"/>
                      </a:cubicBezTo>
                      <a:cubicBezTo>
                        <a:pt x="10492" y="180939"/>
                        <a:pt x="12935" y="166659"/>
                        <a:pt x="13874" y="152567"/>
                      </a:cubicBezTo>
                      <a:cubicBezTo>
                        <a:pt x="15471" y="127859"/>
                        <a:pt x="12371" y="103152"/>
                        <a:pt x="9271" y="78632"/>
                      </a:cubicBezTo>
                      <a:cubicBezTo>
                        <a:pt x="6077" y="53455"/>
                        <a:pt x="-1157" y="24989"/>
                        <a:pt x="158" y="0"/>
                      </a:cubicBezTo>
                      <a:cubicBezTo>
                        <a:pt x="21578" y="17944"/>
                        <a:pt x="41964" y="221617"/>
                        <a:pt x="42246" y="221617"/>
                      </a:cubicBezTo>
                      <a:close/>
                    </a:path>
                  </a:pathLst>
                </a:custGeom>
                <a:solidFill>
                  <a:srgbClr val="F8C6BA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8" name="Forme libre : forme 1857">
                  <a:extLst>
                    <a:ext uri="{FF2B5EF4-FFF2-40B4-BE49-F238E27FC236}">
                      <a16:creationId xmlns:a16="http://schemas.microsoft.com/office/drawing/2014/main" id="{84DF1C06-E036-40EE-B756-DDCFC86ACF30}"/>
                    </a:ext>
                  </a:extLst>
                </p:cNvPr>
                <p:cNvSpPr/>
                <p:nvPr/>
              </p:nvSpPr>
              <p:spPr>
                <a:xfrm>
                  <a:off x="4353880" y="1902014"/>
                  <a:ext cx="88866" cy="311991"/>
                </a:xfrm>
                <a:custGeom>
                  <a:avLst/>
                  <a:gdLst>
                    <a:gd name="connsiteX0" fmla="*/ 0 w 88866"/>
                    <a:gd name="connsiteY0" fmla="*/ 0 h 311991"/>
                    <a:gd name="connsiteX1" fmla="*/ 18977 w 88866"/>
                    <a:gd name="connsiteY1" fmla="*/ 58716 h 311991"/>
                    <a:gd name="connsiteX2" fmla="*/ 65198 w 88866"/>
                    <a:gd name="connsiteY2" fmla="*/ 189769 h 311991"/>
                    <a:gd name="connsiteX3" fmla="*/ 86524 w 88866"/>
                    <a:gd name="connsiteY3" fmla="*/ 249894 h 311991"/>
                    <a:gd name="connsiteX4" fmla="*/ 79102 w 88866"/>
                    <a:gd name="connsiteY4" fmla="*/ 311992 h 311991"/>
                    <a:gd name="connsiteX5" fmla="*/ 55616 w 88866"/>
                    <a:gd name="connsiteY5" fmla="*/ 205364 h 311991"/>
                    <a:gd name="connsiteX6" fmla="*/ 33632 w 88866"/>
                    <a:gd name="connsiteY6" fmla="*/ 153319 h 311991"/>
                    <a:gd name="connsiteX7" fmla="*/ 22923 w 88866"/>
                    <a:gd name="connsiteY7" fmla="*/ 112452 h 311991"/>
                    <a:gd name="connsiteX8" fmla="*/ 1503 w 88866"/>
                    <a:gd name="connsiteY8" fmla="*/ 16628 h 311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8866" h="311991">
                      <a:moveTo>
                        <a:pt x="0" y="0"/>
                      </a:moveTo>
                      <a:cubicBezTo>
                        <a:pt x="6294" y="19540"/>
                        <a:pt x="12589" y="39175"/>
                        <a:pt x="18977" y="58716"/>
                      </a:cubicBezTo>
                      <a:cubicBezTo>
                        <a:pt x="33163" y="102776"/>
                        <a:pt x="47442" y="146930"/>
                        <a:pt x="65198" y="189769"/>
                      </a:cubicBezTo>
                      <a:cubicBezTo>
                        <a:pt x="73371" y="209498"/>
                        <a:pt x="82296" y="229038"/>
                        <a:pt x="86524" y="249894"/>
                      </a:cubicBezTo>
                      <a:cubicBezTo>
                        <a:pt x="90751" y="270750"/>
                        <a:pt x="89812" y="293579"/>
                        <a:pt x="79102" y="311992"/>
                      </a:cubicBezTo>
                      <a:cubicBezTo>
                        <a:pt x="77505" y="275447"/>
                        <a:pt x="69520" y="239184"/>
                        <a:pt x="55616" y="205364"/>
                      </a:cubicBezTo>
                      <a:cubicBezTo>
                        <a:pt x="48476" y="187890"/>
                        <a:pt x="39739" y="171168"/>
                        <a:pt x="33632" y="153319"/>
                      </a:cubicBezTo>
                      <a:cubicBezTo>
                        <a:pt x="29029" y="139978"/>
                        <a:pt x="26023" y="126262"/>
                        <a:pt x="22923" y="112452"/>
                      </a:cubicBezTo>
                      <a:cubicBezTo>
                        <a:pt x="15783" y="80511"/>
                        <a:pt x="8643" y="48570"/>
                        <a:pt x="1503" y="16628"/>
                      </a:cubicBezTo>
                    </a:path>
                  </a:pathLst>
                </a:custGeom>
                <a:solidFill>
                  <a:srgbClr val="F8C6BB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9" name="Forme libre : forme 1858">
                  <a:extLst>
                    <a:ext uri="{FF2B5EF4-FFF2-40B4-BE49-F238E27FC236}">
                      <a16:creationId xmlns:a16="http://schemas.microsoft.com/office/drawing/2014/main" id="{B8974478-EAE9-4BA2-95B4-09C675C6E273}"/>
                    </a:ext>
                  </a:extLst>
                </p:cNvPr>
                <p:cNvSpPr/>
                <p:nvPr/>
              </p:nvSpPr>
              <p:spPr>
                <a:xfrm>
                  <a:off x="4404479" y="1939583"/>
                  <a:ext cx="92309" cy="209694"/>
                </a:xfrm>
                <a:custGeom>
                  <a:avLst/>
                  <a:gdLst>
                    <a:gd name="connsiteX0" fmla="*/ 81957 w 92309"/>
                    <a:gd name="connsiteY0" fmla="*/ 131157 h 209694"/>
                    <a:gd name="connsiteX1" fmla="*/ 92291 w 92309"/>
                    <a:gd name="connsiteY1" fmla="*/ 166950 h 209694"/>
                    <a:gd name="connsiteX2" fmla="*/ 81487 w 92309"/>
                    <a:gd name="connsiteY2" fmla="*/ 209695 h 209694"/>
                    <a:gd name="connsiteX3" fmla="*/ 67396 w 92309"/>
                    <a:gd name="connsiteY3" fmla="*/ 142806 h 209694"/>
                    <a:gd name="connsiteX4" fmla="*/ 32824 w 92309"/>
                    <a:gd name="connsiteY4" fmla="*/ 82869 h 209694"/>
                    <a:gd name="connsiteX5" fmla="*/ 11217 w 92309"/>
                    <a:gd name="connsiteY5" fmla="*/ 38808 h 209694"/>
                    <a:gd name="connsiteX6" fmla="*/ 3231 w 92309"/>
                    <a:gd name="connsiteY6" fmla="*/ 9 h 209694"/>
                    <a:gd name="connsiteX7" fmla="*/ 27093 w 92309"/>
                    <a:gd name="connsiteY7" fmla="*/ 40124 h 209694"/>
                    <a:gd name="connsiteX8" fmla="*/ 54150 w 92309"/>
                    <a:gd name="connsiteY8" fmla="*/ 81929 h 209694"/>
                    <a:gd name="connsiteX9" fmla="*/ 81957 w 92309"/>
                    <a:gd name="connsiteY9" fmla="*/ 131157 h 209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2309" h="209694">
                      <a:moveTo>
                        <a:pt x="81957" y="131157"/>
                      </a:moveTo>
                      <a:cubicBezTo>
                        <a:pt x="87312" y="142430"/>
                        <a:pt x="92009" y="154455"/>
                        <a:pt x="92291" y="166950"/>
                      </a:cubicBezTo>
                      <a:cubicBezTo>
                        <a:pt x="92667" y="181699"/>
                        <a:pt x="87030" y="195979"/>
                        <a:pt x="81487" y="209695"/>
                      </a:cubicBezTo>
                      <a:cubicBezTo>
                        <a:pt x="84118" y="186772"/>
                        <a:pt x="77354" y="163662"/>
                        <a:pt x="67396" y="142806"/>
                      </a:cubicBezTo>
                      <a:cubicBezTo>
                        <a:pt x="57438" y="121950"/>
                        <a:pt x="44285" y="102879"/>
                        <a:pt x="32824" y="82869"/>
                      </a:cubicBezTo>
                      <a:cubicBezTo>
                        <a:pt x="24745" y="68683"/>
                        <a:pt x="17511" y="53934"/>
                        <a:pt x="11217" y="38808"/>
                      </a:cubicBezTo>
                      <a:cubicBezTo>
                        <a:pt x="9338" y="34393"/>
                        <a:pt x="-6727" y="-649"/>
                        <a:pt x="3231" y="9"/>
                      </a:cubicBezTo>
                      <a:cubicBezTo>
                        <a:pt x="7741" y="291"/>
                        <a:pt x="23805" y="35051"/>
                        <a:pt x="27093" y="40124"/>
                      </a:cubicBezTo>
                      <a:cubicBezTo>
                        <a:pt x="35924" y="54122"/>
                        <a:pt x="45225" y="67931"/>
                        <a:pt x="54150" y="81929"/>
                      </a:cubicBezTo>
                      <a:cubicBezTo>
                        <a:pt x="64296" y="97900"/>
                        <a:pt x="73972" y="114059"/>
                        <a:pt x="81957" y="131157"/>
                      </a:cubicBezTo>
                      <a:close/>
                    </a:path>
                  </a:pathLst>
                </a:custGeom>
                <a:solidFill>
                  <a:srgbClr val="F8C6BB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0" name="Forme libre : forme 1859">
                  <a:extLst>
                    <a:ext uri="{FF2B5EF4-FFF2-40B4-BE49-F238E27FC236}">
                      <a16:creationId xmlns:a16="http://schemas.microsoft.com/office/drawing/2014/main" id="{09AE3634-8149-4F51-90AA-BD6847436DEE}"/>
                    </a:ext>
                  </a:extLst>
                </p:cNvPr>
                <p:cNvSpPr/>
                <p:nvPr/>
              </p:nvSpPr>
              <p:spPr>
                <a:xfrm>
                  <a:off x="4171383" y="1539863"/>
                  <a:ext cx="39511" cy="80973"/>
                </a:xfrm>
                <a:custGeom>
                  <a:avLst/>
                  <a:gdLst>
                    <a:gd name="connsiteX0" fmla="*/ 1370 w 39511"/>
                    <a:gd name="connsiteY0" fmla="*/ 4314 h 80973"/>
                    <a:gd name="connsiteX1" fmla="*/ 18656 w 39511"/>
                    <a:gd name="connsiteY1" fmla="*/ 274 h 80973"/>
                    <a:gd name="connsiteX2" fmla="*/ 21286 w 39511"/>
                    <a:gd name="connsiteY2" fmla="*/ 1402 h 80973"/>
                    <a:gd name="connsiteX3" fmla="*/ 22038 w 39511"/>
                    <a:gd name="connsiteY3" fmla="*/ 3375 h 80973"/>
                    <a:gd name="connsiteX4" fmla="*/ 39512 w 39511"/>
                    <a:gd name="connsiteY4" fmla="*/ 80973 h 80973"/>
                    <a:gd name="connsiteX5" fmla="*/ 14053 w 39511"/>
                    <a:gd name="connsiteY5" fmla="*/ 48374 h 80973"/>
                    <a:gd name="connsiteX6" fmla="*/ 430 w 39511"/>
                    <a:gd name="connsiteY6" fmla="*/ 8917 h 80973"/>
                    <a:gd name="connsiteX7" fmla="*/ 1370 w 39511"/>
                    <a:gd name="connsiteY7" fmla="*/ 4314 h 8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511" h="80973">
                      <a:moveTo>
                        <a:pt x="1370" y="4314"/>
                      </a:moveTo>
                      <a:cubicBezTo>
                        <a:pt x="6349" y="838"/>
                        <a:pt x="12643" y="-665"/>
                        <a:pt x="18656" y="274"/>
                      </a:cubicBezTo>
                      <a:cubicBezTo>
                        <a:pt x="19595" y="462"/>
                        <a:pt x="20723" y="650"/>
                        <a:pt x="21286" y="1402"/>
                      </a:cubicBezTo>
                      <a:cubicBezTo>
                        <a:pt x="21756" y="1965"/>
                        <a:pt x="21944" y="2623"/>
                        <a:pt x="22038" y="3375"/>
                      </a:cubicBezTo>
                      <a:cubicBezTo>
                        <a:pt x="27863" y="29303"/>
                        <a:pt x="30023" y="56172"/>
                        <a:pt x="39512" y="80973"/>
                      </a:cubicBezTo>
                      <a:cubicBezTo>
                        <a:pt x="28332" y="72706"/>
                        <a:pt x="20065" y="60963"/>
                        <a:pt x="14053" y="48374"/>
                      </a:cubicBezTo>
                      <a:cubicBezTo>
                        <a:pt x="8040" y="35786"/>
                        <a:pt x="4188" y="22351"/>
                        <a:pt x="430" y="8917"/>
                      </a:cubicBezTo>
                      <a:cubicBezTo>
                        <a:pt x="-603" y="6569"/>
                        <a:pt x="430" y="4878"/>
                        <a:pt x="1370" y="4314"/>
                      </a:cubicBezTo>
                    </a:path>
                  </a:pathLst>
                </a:custGeom>
                <a:solidFill>
                  <a:srgbClr val="F9DAD2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1" name="Forme libre : forme 1860">
                  <a:extLst>
                    <a:ext uri="{FF2B5EF4-FFF2-40B4-BE49-F238E27FC236}">
                      <a16:creationId xmlns:a16="http://schemas.microsoft.com/office/drawing/2014/main" id="{94CD7C0C-2B2A-4FDA-9B47-94534CBC07C6}"/>
                    </a:ext>
                  </a:extLst>
                </p:cNvPr>
                <p:cNvSpPr/>
                <p:nvPr/>
              </p:nvSpPr>
              <p:spPr>
                <a:xfrm>
                  <a:off x="4160553" y="1361220"/>
                  <a:ext cx="46351" cy="107236"/>
                </a:xfrm>
                <a:custGeom>
                  <a:avLst/>
                  <a:gdLst>
                    <a:gd name="connsiteX0" fmla="*/ 12670 w 46351"/>
                    <a:gd name="connsiteY0" fmla="*/ 327 h 107236"/>
                    <a:gd name="connsiteX1" fmla="*/ 14268 w 46351"/>
                    <a:gd name="connsiteY1" fmla="*/ 139 h 107236"/>
                    <a:gd name="connsiteX2" fmla="*/ 14831 w 46351"/>
                    <a:gd name="connsiteY2" fmla="*/ 985 h 107236"/>
                    <a:gd name="connsiteX3" fmla="*/ 45927 w 46351"/>
                    <a:gd name="connsiteY3" fmla="*/ 100943 h 107236"/>
                    <a:gd name="connsiteX4" fmla="*/ 45363 w 46351"/>
                    <a:gd name="connsiteY4" fmla="*/ 107237 h 107236"/>
                    <a:gd name="connsiteX5" fmla="*/ 36157 w 46351"/>
                    <a:gd name="connsiteY5" fmla="*/ 99721 h 107236"/>
                    <a:gd name="connsiteX6" fmla="*/ 19435 w 46351"/>
                    <a:gd name="connsiteY6" fmla="*/ 73605 h 107236"/>
                    <a:gd name="connsiteX7" fmla="*/ 13516 w 46351"/>
                    <a:gd name="connsiteY7" fmla="*/ 61298 h 107236"/>
                    <a:gd name="connsiteX8" fmla="*/ 10322 w 46351"/>
                    <a:gd name="connsiteY8" fmla="*/ 50682 h 107236"/>
                    <a:gd name="connsiteX9" fmla="*/ 2149 w 46351"/>
                    <a:gd name="connsiteY9" fmla="*/ 19868 h 107236"/>
                    <a:gd name="connsiteX10" fmla="*/ 1115 w 46351"/>
                    <a:gd name="connsiteY10" fmla="*/ 6716 h 107236"/>
                    <a:gd name="connsiteX11" fmla="*/ 12670 w 46351"/>
                    <a:gd name="connsiteY11" fmla="*/ 327 h 107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6351" h="107236">
                      <a:moveTo>
                        <a:pt x="12670" y="327"/>
                      </a:moveTo>
                      <a:cubicBezTo>
                        <a:pt x="13140" y="45"/>
                        <a:pt x="13798" y="-142"/>
                        <a:pt x="14268" y="139"/>
                      </a:cubicBezTo>
                      <a:cubicBezTo>
                        <a:pt x="14549" y="327"/>
                        <a:pt x="14737" y="703"/>
                        <a:pt x="14831" y="985"/>
                      </a:cubicBezTo>
                      <a:cubicBezTo>
                        <a:pt x="28077" y="33302"/>
                        <a:pt x="38505" y="66840"/>
                        <a:pt x="45927" y="100943"/>
                      </a:cubicBezTo>
                      <a:cubicBezTo>
                        <a:pt x="46397" y="103103"/>
                        <a:pt x="46773" y="105640"/>
                        <a:pt x="45363" y="107237"/>
                      </a:cubicBezTo>
                      <a:cubicBezTo>
                        <a:pt x="41699" y="105546"/>
                        <a:pt x="38787" y="102728"/>
                        <a:pt x="36157" y="99721"/>
                      </a:cubicBezTo>
                      <a:cubicBezTo>
                        <a:pt x="29393" y="91924"/>
                        <a:pt x="24414" y="82717"/>
                        <a:pt x="19435" y="73605"/>
                      </a:cubicBezTo>
                      <a:cubicBezTo>
                        <a:pt x="17274" y="69565"/>
                        <a:pt x="15113" y="65619"/>
                        <a:pt x="13516" y="61298"/>
                      </a:cubicBezTo>
                      <a:cubicBezTo>
                        <a:pt x="12201" y="57822"/>
                        <a:pt x="11261" y="54252"/>
                        <a:pt x="10322" y="50682"/>
                      </a:cubicBezTo>
                      <a:cubicBezTo>
                        <a:pt x="7597" y="40442"/>
                        <a:pt x="4873" y="30108"/>
                        <a:pt x="2149" y="19868"/>
                      </a:cubicBezTo>
                      <a:cubicBezTo>
                        <a:pt x="1209" y="16298"/>
                        <a:pt x="-1515" y="10098"/>
                        <a:pt x="1115" y="6716"/>
                      </a:cubicBezTo>
                      <a:cubicBezTo>
                        <a:pt x="3464" y="3709"/>
                        <a:pt x="9382" y="2018"/>
                        <a:pt x="12670" y="327"/>
                      </a:cubicBezTo>
                      <a:close/>
                    </a:path>
                  </a:pathLst>
                </a:custGeom>
                <a:solidFill>
                  <a:srgbClr val="F9DAD2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2" name="Forme libre : forme 1861">
                  <a:extLst>
                    <a:ext uri="{FF2B5EF4-FFF2-40B4-BE49-F238E27FC236}">
                      <a16:creationId xmlns:a16="http://schemas.microsoft.com/office/drawing/2014/main" id="{944A2B23-9EC1-46D7-AC4C-7A28CDCC17E1}"/>
                    </a:ext>
                  </a:extLst>
                </p:cNvPr>
                <p:cNvSpPr/>
                <p:nvPr/>
              </p:nvSpPr>
              <p:spPr>
                <a:xfrm>
                  <a:off x="4195158" y="1291934"/>
                  <a:ext cx="37814" cy="109164"/>
                </a:xfrm>
                <a:custGeom>
                  <a:avLst/>
                  <a:gdLst>
                    <a:gd name="connsiteX0" fmla="*/ 10382 w 37814"/>
                    <a:gd name="connsiteY0" fmla="*/ 0 h 109164"/>
                    <a:gd name="connsiteX1" fmla="*/ 22219 w 37814"/>
                    <a:gd name="connsiteY1" fmla="*/ 44248 h 109164"/>
                    <a:gd name="connsiteX2" fmla="*/ 25225 w 37814"/>
                    <a:gd name="connsiteY2" fmla="*/ 56555 h 109164"/>
                    <a:gd name="connsiteX3" fmla="*/ 28795 w 37814"/>
                    <a:gd name="connsiteY3" fmla="*/ 71304 h 109164"/>
                    <a:gd name="connsiteX4" fmla="*/ 37814 w 37814"/>
                    <a:gd name="connsiteY4" fmla="*/ 109164 h 109164"/>
                    <a:gd name="connsiteX5" fmla="*/ 10946 w 37814"/>
                    <a:gd name="connsiteY5" fmla="*/ 63695 h 109164"/>
                    <a:gd name="connsiteX6" fmla="*/ 2678 w 37814"/>
                    <a:gd name="connsiteY6" fmla="*/ 25741 h 109164"/>
                    <a:gd name="connsiteX7" fmla="*/ 424 w 37814"/>
                    <a:gd name="connsiteY7" fmla="*/ 10334 h 109164"/>
                    <a:gd name="connsiteX8" fmla="*/ 10382 w 37814"/>
                    <a:gd name="connsiteY8" fmla="*/ 0 h 109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814" h="109164">
                      <a:moveTo>
                        <a:pt x="10382" y="0"/>
                      </a:moveTo>
                      <a:cubicBezTo>
                        <a:pt x="14985" y="14562"/>
                        <a:pt x="18649" y="29405"/>
                        <a:pt x="22219" y="44248"/>
                      </a:cubicBezTo>
                      <a:cubicBezTo>
                        <a:pt x="23253" y="48382"/>
                        <a:pt x="24192" y="52421"/>
                        <a:pt x="25225" y="56555"/>
                      </a:cubicBezTo>
                      <a:cubicBezTo>
                        <a:pt x="26447" y="61440"/>
                        <a:pt x="27574" y="66325"/>
                        <a:pt x="28795" y="71304"/>
                      </a:cubicBezTo>
                      <a:cubicBezTo>
                        <a:pt x="31895" y="83893"/>
                        <a:pt x="34902" y="96482"/>
                        <a:pt x="37814" y="109164"/>
                      </a:cubicBezTo>
                      <a:cubicBezTo>
                        <a:pt x="24004" y="97797"/>
                        <a:pt x="15831" y="80887"/>
                        <a:pt x="10946" y="63695"/>
                      </a:cubicBezTo>
                      <a:cubicBezTo>
                        <a:pt x="7376" y="51200"/>
                        <a:pt x="5215" y="38424"/>
                        <a:pt x="2678" y="25741"/>
                      </a:cubicBezTo>
                      <a:cubicBezTo>
                        <a:pt x="1833" y="21419"/>
                        <a:pt x="-1079" y="14749"/>
                        <a:pt x="424" y="10334"/>
                      </a:cubicBezTo>
                      <a:cubicBezTo>
                        <a:pt x="1269" y="7985"/>
                        <a:pt x="10570" y="752"/>
                        <a:pt x="10382" y="0"/>
                      </a:cubicBezTo>
                      <a:close/>
                    </a:path>
                  </a:pathLst>
                </a:custGeom>
                <a:solidFill>
                  <a:srgbClr val="F9DAD2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124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3686662" y="2400023"/>
              <a:ext cx="363528" cy="363651"/>
              <a:chOff x="2891916" y="1236635"/>
              <a:chExt cx="487810" cy="487975"/>
            </a:xfrm>
            <a:solidFill>
              <a:srgbClr val="FC0606"/>
            </a:solidFill>
          </p:grpSpPr>
          <p:sp>
            <p:nvSpPr>
              <p:cNvPr id="2125" name="Forme libre : forme 2124">
                <a:extLst>
                  <a:ext uri="{FF2B5EF4-FFF2-40B4-BE49-F238E27FC236}">
                    <a16:creationId xmlns:a16="http://schemas.microsoft.com/office/drawing/2014/main" id="{63320B21-3267-43EF-BCA4-1DFEF3721BF1}"/>
                  </a:ext>
                </a:extLst>
              </p:cNvPr>
              <p:cNvSpPr/>
              <p:nvPr/>
            </p:nvSpPr>
            <p:spPr>
              <a:xfrm>
                <a:off x="3042029" y="1386819"/>
                <a:ext cx="187514" cy="187514"/>
              </a:xfrm>
              <a:custGeom>
                <a:avLst/>
                <a:gdLst>
                  <a:gd name="connsiteX0" fmla="*/ 187515 w 187514"/>
                  <a:gd name="connsiteY0" fmla="*/ 93757 h 187514"/>
                  <a:gd name="connsiteX1" fmla="*/ 93757 w 187514"/>
                  <a:gd name="connsiteY1" fmla="*/ 187515 h 187514"/>
                  <a:gd name="connsiteX2" fmla="*/ 0 w 187514"/>
                  <a:gd name="connsiteY2" fmla="*/ 93757 h 187514"/>
                  <a:gd name="connsiteX3" fmla="*/ 93757 w 187514"/>
                  <a:gd name="connsiteY3" fmla="*/ 0 h 187514"/>
                  <a:gd name="connsiteX4" fmla="*/ 187515 w 187514"/>
                  <a:gd name="connsiteY4" fmla="*/ 93757 h 187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514" h="187514">
                    <a:moveTo>
                      <a:pt x="187515" y="93757"/>
                    </a:moveTo>
                    <a:cubicBezTo>
                      <a:pt x="187515" y="145538"/>
                      <a:pt x="145538" y="187515"/>
                      <a:pt x="93757" y="187515"/>
                    </a:cubicBezTo>
                    <a:cubicBezTo>
                      <a:pt x="41977" y="187515"/>
                      <a:pt x="0" y="145538"/>
                      <a:pt x="0" y="93757"/>
                    </a:cubicBezTo>
                    <a:cubicBezTo>
                      <a:pt x="0" y="41977"/>
                      <a:pt x="41977" y="0"/>
                      <a:pt x="93757" y="0"/>
                    </a:cubicBezTo>
                    <a:cubicBezTo>
                      <a:pt x="145538" y="0"/>
                      <a:pt x="187515" y="41977"/>
                      <a:pt x="187515" y="93757"/>
                    </a:cubicBezTo>
                    <a:close/>
                  </a:path>
                </a:pathLst>
              </a:custGeom>
              <a:solidFill>
                <a:srgbClr val="FC0606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126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2996571" y="1424773"/>
                <a:ext cx="195018" cy="195159"/>
                <a:chOff x="2996571" y="1424773"/>
                <a:chExt cx="195018" cy="195159"/>
              </a:xfrm>
              <a:solidFill>
                <a:srgbClr val="FC0606"/>
              </a:solidFill>
            </p:grpSpPr>
            <p:sp>
              <p:nvSpPr>
                <p:cNvPr id="2127" name="Forme libre : forme 2126">
                  <a:extLst>
                    <a:ext uri="{FF2B5EF4-FFF2-40B4-BE49-F238E27FC236}">
                      <a16:creationId xmlns:a16="http://schemas.microsoft.com/office/drawing/2014/main" id="{8228EC5A-2D62-43D8-97D6-EF322C0A46A7}"/>
                    </a:ext>
                  </a:extLst>
                </p:cNvPr>
                <p:cNvSpPr/>
                <p:nvPr/>
              </p:nvSpPr>
              <p:spPr>
                <a:xfrm>
                  <a:off x="2996571" y="1424773"/>
                  <a:ext cx="26105" cy="111700"/>
                </a:xfrm>
                <a:custGeom>
                  <a:avLst/>
                  <a:gdLst>
                    <a:gd name="connsiteX0" fmla="*/ 26011 w 26105"/>
                    <a:gd name="connsiteY0" fmla="*/ 97327 h 111700"/>
                    <a:gd name="connsiteX1" fmla="*/ 26105 w 26105"/>
                    <a:gd name="connsiteY1" fmla="*/ 14467 h 111700"/>
                    <a:gd name="connsiteX2" fmla="*/ 11638 w 26105"/>
                    <a:gd name="connsiteY2" fmla="*/ 0 h 111700"/>
                    <a:gd name="connsiteX3" fmla="*/ 11544 w 26105"/>
                    <a:gd name="connsiteY3" fmla="*/ 111701 h 111700"/>
                    <a:gd name="connsiteX4" fmla="*/ 26011 w 26105"/>
                    <a:gd name="connsiteY4" fmla="*/ 97327 h 111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05" h="111700">
                      <a:moveTo>
                        <a:pt x="26011" y="97327"/>
                      </a:moveTo>
                      <a:cubicBezTo>
                        <a:pt x="16335" y="70647"/>
                        <a:pt x="16335" y="41148"/>
                        <a:pt x="26105" y="14467"/>
                      </a:cubicBezTo>
                      <a:lnTo>
                        <a:pt x="11638" y="0"/>
                      </a:lnTo>
                      <a:cubicBezTo>
                        <a:pt x="-3863" y="35511"/>
                        <a:pt x="-3863" y="76190"/>
                        <a:pt x="11544" y="111701"/>
                      </a:cubicBezTo>
                      <a:lnTo>
                        <a:pt x="26011" y="97327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28" name="Forme libre : forme 2127">
                  <a:extLst>
                    <a:ext uri="{FF2B5EF4-FFF2-40B4-BE49-F238E27FC236}">
                      <a16:creationId xmlns:a16="http://schemas.microsoft.com/office/drawing/2014/main" id="{9DFE98DE-D8AF-402B-AC06-4442071867F2}"/>
                    </a:ext>
                  </a:extLst>
                </p:cNvPr>
                <p:cNvSpPr/>
                <p:nvPr/>
              </p:nvSpPr>
              <p:spPr>
                <a:xfrm>
                  <a:off x="3079889" y="1593780"/>
                  <a:ext cx="111700" cy="26152"/>
                </a:xfrm>
                <a:custGeom>
                  <a:avLst/>
                  <a:gdLst>
                    <a:gd name="connsiteX0" fmla="*/ 97327 w 111700"/>
                    <a:gd name="connsiteY0" fmla="*/ 0 h 26152"/>
                    <a:gd name="connsiteX1" fmla="*/ 14468 w 111700"/>
                    <a:gd name="connsiteY1" fmla="*/ 94 h 26152"/>
                    <a:gd name="connsiteX2" fmla="*/ 0 w 111700"/>
                    <a:gd name="connsiteY2" fmla="*/ 14562 h 26152"/>
                    <a:gd name="connsiteX3" fmla="*/ 111701 w 111700"/>
                    <a:gd name="connsiteY3" fmla="*/ 14562 h 26152"/>
                    <a:gd name="connsiteX4" fmla="*/ 97327 w 111700"/>
                    <a:gd name="connsiteY4" fmla="*/ 0 h 26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700" h="26152">
                      <a:moveTo>
                        <a:pt x="97327" y="0"/>
                      </a:moveTo>
                      <a:cubicBezTo>
                        <a:pt x="70647" y="9676"/>
                        <a:pt x="41148" y="9770"/>
                        <a:pt x="14468" y="94"/>
                      </a:cubicBezTo>
                      <a:lnTo>
                        <a:pt x="0" y="14562"/>
                      </a:lnTo>
                      <a:cubicBezTo>
                        <a:pt x="35511" y="30063"/>
                        <a:pt x="76190" y="29969"/>
                        <a:pt x="111701" y="14562"/>
                      </a:cubicBezTo>
                      <a:lnTo>
                        <a:pt x="97327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129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3079983" y="1341419"/>
                <a:ext cx="195053" cy="195147"/>
                <a:chOff x="3079983" y="1341419"/>
                <a:chExt cx="195053" cy="195147"/>
              </a:xfrm>
              <a:solidFill>
                <a:srgbClr val="FC0606"/>
              </a:solidFill>
            </p:grpSpPr>
            <p:sp>
              <p:nvSpPr>
                <p:cNvPr id="2130" name="Forme libre : forme 2129">
                  <a:extLst>
                    <a:ext uri="{FF2B5EF4-FFF2-40B4-BE49-F238E27FC236}">
                      <a16:creationId xmlns:a16="http://schemas.microsoft.com/office/drawing/2014/main" id="{A8946EFD-DDFE-4555-B641-BAC63A08231E}"/>
                    </a:ext>
                  </a:extLst>
                </p:cNvPr>
                <p:cNvSpPr/>
                <p:nvPr/>
              </p:nvSpPr>
              <p:spPr>
                <a:xfrm>
                  <a:off x="3079983" y="1341419"/>
                  <a:ext cx="111700" cy="26140"/>
                </a:xfrm>
                <a:custGeom>
                  <a:avLst/>
                  <a:gdLst>
                    <a:gd name="connsiteX0" fmla="*/ 111701 w 111700"/>
                    <a:gd name="connsiteY0" fmla="*/ 11579 h 26140"/>
                    <a:gd name="connsiteX1" fmla="*/ 0 w 111700"/>
                    <a:gd name="connsiteY1" fmla="*/ 11673 h 26140"/>
                    <a:gd name="connsiteX2" fmla="*/ 14468 w 111700"/>
                    <a:gd name="connsiteY2" fmla="*/ 26140 h 26140"/>
                    <a:gd name="connsiteX3" fmla="*/ 97327 w 111700"/>
                    <a:gd name="connsiteY3" fmla="*/ 26046 h 26140"/>
                    <a:gd name="connsiteX4" fmla="*/ 111701 w 111700"/>
                    <a:gd name="connsiteY4" fmla="*/ 11579 h 2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700" h="26140">
                      <a:moveTo>
                        <a:pt x="111701" y="11579"/>
                      </a:moveTo>
                      <a:cubicBezTo>
                        <a:pt x="76190" y="-3922"/>
                        <a:pt x="35511" y="-3828"/>
                        <a:pt x="0" y="11673"/>
                      </a:cubicBezTo>
                      <a:lnTo>
                        <a:pt x="14468" y="26140"/>
                      </a:lnTo>
                      <a:cubicBezTo>
                        <a:pt x="41148" y="16464"/>
                        <a:pt x="70647" y="16370"/>
                        <a:pt x="97327" y="26046"/>
                      </a:cubicBezTo>
                      <a:lnTo>
                        <a:pt x="111701" y="11579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1" name="Forme libre : forme 2130">
                  <a:extLst>
                    <a:ext uri="{FF2B5EF4-FFF2-40B4-BE49-F238E27FC236}">
                      <a16:creationId xmlns:a16="http://schemas.microsoft.com/office/drawing/2014/main" id="{F79843A0-FB1B-4950-B1CB-FC10F04372C5}"/>
                    </a:ext>
                  </a:extLst>
                </p:cNvPr>
                <p:cNvSpPr/>
                <p:nvPr/>
              </p:nvSpPr>
              <p:spPr>
                <a:xfrm>
                  <a:off x="3248896" y="1424773"/>
                  <a:ext cx="26140" cy="111794"/>
                </a:xfrm>
                <a:custGeom>
                  <a:avLst/>
                  <a:gdLst>
                    <a:gd name="connsiteX0" fmla="*/ 14561 w 26140"/>
                    <a:gd name="connsiteY0" fmla="*/ 0 h 111794"/>
                    <a:gd name="connsiteX1" fmla="*/ 94 w 26140"/>
                    <a:gd name="connsiteY1" fmla="*/ 14467 h 111794"/>
                    <a:gd name="connsiteX2" fmla="*/ 0 w 26140"/>
                    <a:gd name="connsiteY2" fmla="*/ 97327 h 111794"/>
                    <a:gd name="connsiteX3" fmla="*/ 14468 w 26140"/>
                    <a:gd name="connsiteY3" fmla="*/ 111795 h 111794"/>
                    <a:gd name="connsiteX4" fmla="*/ 14561 w 26140"/>
                    <a:gd name="connsiteY4" fmla="*/ 0 h 111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40" h="111794">
                      <a:moveTo>
                        <a:pt x="14561" y="0"/>
                      </a:moveTo>
                      <a:lnTo>
                        <a:pt x="94" y="14467"/>
                      </a:lnTo>
                      <a:cubicBezTo>
                        <a:pt x="9770" y="41148"/>
                        <a:pt x="9770" y="70647"/>
                        <a:pt x="0" y="97327"/>
                      </a:cubicBezTo>
                      <a:lnTo>
                        <a:pt x="14468" y="111795"/>
                      </a:lnTo>
                      <a:cubicBezTo>
                        <a:pt x="29968" y="76190"/>
                        <a:pt x="30062" y="35511"/>
                        <a:pt x="14561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132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2940321" y="1382967"/>
                <a:ext cx="293167" cy="293132"/>
                <a:chOff x="2940321" y="1382967"/>
                <a:chExt cx="293167" cy="293132"/>
              </a:xfrm>
              <a:solidFill>
                <a:srgbClr val="FC0606"/>
              </a:solidFill>
            </p:grpSpPr>
            <p:sp>
              <p:nvSpPr>
                <p:cNvPr id="2133" name="Forme libre : forme 2132">
                  <a:extLst>
                    <a:ext uri="{FF2B5EF4-FFF2-40B4-BE49-F238E27FC236}">
                      <a16:creationId xmlns:a16="http://schemas.microsoft.com/office/drawing/2014/main" id="{1193AE0F-8584-4759-9BEA-F08EEB889E0B}"/>
                    </a:ext>
                  </a:extLst>
                </p:cNvPr>
                <p:cNvSpPr/>
                <p:nvPr/>
              </p:nvSpPr>
              <p:spPr>
                <a:xfrm>
                  <a:off x="2940321" y="1382967"/>
                  <a:ext cx="39891" cy="195405"/>
                </a:xfrm>
                <a:custGeom>
                  <a:avLst/>
                  <a:gdLst>
                    <a:gd name="connsiteX0" fmla="*/ 39891 w 39891"/>
                    <a:gd name="connsiteY0" fmla="*/ 181502 h 195405"/>
                    <a:gd name="connsiteX1" fmla="*/ 39798 w 39891"/>
                    <a:gd name="connsiteY1" fmla="*/ 13716 h 195405"/>
                    <a:gd name="connsiteX2" fmla="*/ 26082 w 39891"/>
                    <a:gd name="connsiteY2" fmla="*/ 0 h 195405"/>
                    <a:gd name="connsiteX3" fmla="*/ 25988 w 39891"/>
                    <a:gd name="connsiteY3" fmla="*/ 195406 h 195405"/>
                    <a:gd name="connsiteX4" fmla="*/ 39891 w 39891"/>
                    <a:gd name="connsiteY4" fmla="*/ 181502 h 195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891" h="195405">
                      <a:moveTo>
                        <a:pt x="39891" y="181502"/>
                      </a:moveTo>
                      <a:cubicBezTo>
                        <a:pt x="11802" y="129269"/>
                        <a:pt x="11708" y="65856"/>
                        <a:pt x="39798" y="13716"/>
                      </a:cubicBezTo>
                      <a:lnTo>
                        <a:pt x="26082" y="0"/>
                      </a:lnTo>
                      <a:cubicBezTo>
                        <a:pt x="-8678" y="60313"/>
                        <a:pt x="-8678" y="135187"/>
                        <a:pt x="25988" y="195406"/>
                      </a:cubicBezTo>
                      <a:lnTo>
                        <a:pt x="39891" y="181502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4" name="Forme libre : forme 2133">
                  <a:extLst>
                    <a:ext uri="{FF2B5EF4-FFF2-40B4-BE49-F238E27FC236}">
                      <a16:creationId xmlns:a16="http://schemas.microsoft.com/office/drawing/2014/main" id="{DE4C10CB-D77C-4B47-AB96-C429080E35C5}"/>
                    </a:ext>
                  </a:extLst>
                </p:cNvPr>
                <p:cNvSpPr/>
                <p:nvPr/>
              </p:nvSpPr>
              <p:spPr>
                <a:xfrm>
                  <a:off x="3038083" y="1636243"/>
                  <a:ext cx="195406" cy="39856"/>
                </a:xfrm>
                <a:custGeom>
                  <a:avLst/>
                  <a:gdLst>
                    <a:gd name="connsiteX0" fmla="*/ 181690 w 195406"/>
                    <a:gd name="connsiteY0" fmla="*/ 94 h 39856"/>
                    <a:gd name="connsiteX1" fmla="*/ 13904 w 195406"/>
                    <a:gd name="connsiteY1" fmla="*/ 0 h 39856"/>
                    <a:gd name="connsiteX2" fmla="*/ 0 w 195406"/>
                    <a:gd name="connsiteY2" fmla="*/ 13904 h 39856"/>
                    <a:gd name="connsiteX3" fmla="*/ 195406 w 195406"/>
                    <a:gd name="connsiteY3" fmla="*/ 13810 h 39856"/>
                    <a:gd name="connsiteX4" fmla="*/ 181690 w 195406"/>
                    <a:gd name="connsiteY4" fmla="*/ 94 h 39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5406" h="39856">
                      <a:moveTo>
                        <a:pt x="181690" y="94"/>
                      </a:moveTo>
                      <a:cubicBezTo>
                        <a:pt x="129456" y="28184"/>
                        <a:pt x="66043" y="28090"/>
                        <a:pt x="13904" y="0"/>
                      </a:cubicBezTo>
                      <a:lnTo>
                        <a:pt x="0" y="13904"/>
                      </a:lnTo>
                      <a:cubicBezTo>
                        <a:pt x="60219" y="48570"/>
                        <a:pt x="135093" y="48476"/>
                        <a:pt x="195406" y="13810"/>
                      </a:cubicBezTo>
                      <a:lnTo>
                        <a:pt x="181690" y="9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135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3038177" y="1285146"/>
                <a:ext cx="293132" cy="293132"/>
                <a:chOff x="3038177" y="1285146"/>
                <a:chExt cx="293132" cy="293132"/>
              </a:xfrm>
              <a:solidFill>
                <a:srgbClr val="FC0606"/>
              </a:solidFill>
            </p:grpSpPr>
            <p:sp>
              <p:nvSpPr>
                <p:cNvPr id="2136" name="Forme libre : forme 2135">
                  <a:extLst>
                    <a:ext uri="{FF2B5EF4-FFF2-40B4-BE49-F238E27FC236}">
                      <a16:creationId xmlns:a16="http://schemas.microsoft.com/office/drawing/2014/main" id="{67A39B27-7193-41B0-8976-F014F706A246}"/>
                    </a:ext>
                  </a:extLst>
                </p:cNvPr>
                <p:cNvSpPr/>
                <p:nvPr/>
              </p:nvSpPr>
              <p:spPr>
                <a:xfrm>
                  <a:off x="3038177" y="1285146"/>
                  <a:ext cx="195405" cy="39856"/>
                </a:xfrm>
                <a:custGeom>
                  <a:avLst/>
                  <a:gdLst>
                    <a:gd name="connsiteX0" fmla="*/ 195406 w 195405"/>
                    <a:gd name="connsiteY0" fmla="*/ 25952 h 39856"/>
                    <a:gd name="connsiteX1" fmla="*/ 0 w 195405"/>
                    <a:gd name="connsiteY1" fmla="*/ 26046 h 39856"/>
                    <a:gd name="connsiteX2" fmla="*/ 13716 w 195405"/>
                    <a:gd name="connsiteY2" fmla="*/ 39762 h 39856"/>
                    <a:gd name="connsiteX3" fmla="*/ 181502 w 195405"/>
                    <a:gd name="connsiteY3" fmla="*/ 39856 h 39856"/>
                    <a:gd name="connsiteX4" fmla="*/ 195406 w 195405"/>
                    <a:gd name="connsiteY4" fmla="*/ 25952 h 39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5405" h="39856">
                      <a:moveTo>
                        <a:pt x="195406" y="25952"/>
                      </a:moveTo>
                      <a:cubicBezTo>
                        <a:pt x="135187" y="-8713"/>
                        <a:pt x="60313" y="-8619"/>
                        <a:pt x="0" y="26046"/>
                      </a:cubicBezTo>
                      <a:lnTo>
                        <a:pt x="13716" y="39762"/>
                      </a:lnTo>
                      <a:cubicBezTo>
                        <a:pt x="65950" y="11673"/>
                        <a:pt x="129363" y="11767"/>
                        <a:pt x="181502" y="39856"/>
                      </a:cubicBezTo>
                      <a:lnTo>
                        <a:pt x="195406" y="25952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7" name="Forme libre : forme 2136">
                  <a:extLst>
                    <a:ext uri="{FF2B5EF4-FFF2-40B4-BE49-F238E27FC236}">
                      <a16:creationId xmlns:a16="http://schemas.microsoft.com/office/drawing/2014/main" id="{EEC71B7C-C99D-40BE-B3C0-822D75D039F0}"/>
                    </a:ext>
                  </a:extLst>
                </p:cNvPr>
                <p:cNvSpPr/>
                <p:nvPr/>
              </p:nvSpPr>
              <p:spPr>
                <a:xfrm>
                  <a:off x="3291453" y="1382873"/>
                  <a:ext cx="39856" cy="195406"/>
                </a:xfrm>
                <a:custGeom>
                  <a:avLst/>
                  <a:gdLst>
                    <a:gd name="connsiteX0" fmla="*/ 13904 w 39856"/>
                    <a:gd name="connsiteY0" fmla="*/ 0 h 195406"/>
                    <a:gd name="connsiteX1" fmla="*/ 0 w 39856"/>
                    <a:gd name="connsiteY1" fmla="*/ 13904 h 195406"/>
                    <a:gd name="connsiteX2" fmla="*/ 94 w 39856"/>
                    <a:gd name="connsiteY2" fmla="*/ 181690 h 195406"/>
                    <a:gd name="connsiteX3" fmla="*/ 13810 w 39856"/>
                    <a:gd name="connsiteY3" fmla="*/ 195406 h 195406"/>
                    <a:gd name="connsiteX4" fmla="*/ 13904 w 39856"/>
                    <a:gd name="connsiteY4" fmla="*/ 0 h 195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856" h="195406">
                      <a:moveTo>
                        <a:pt x="13904" y="0"/>
                      </a:moveTo>
                      <a:lnTo>
                        <a:pt x="0" y="13904"/>
                      </a:lnTo>
                      <a:cubicBezTo>
                        <a:pt x="28090" y="66138"/>
                        <a:pt x="28184" y="129551"/>
                        <a:pt x="94" y="181690"/>
                      </a:cubicBezTo>
                      <a:lnTo>
                        <a:pt x="13810" y="195406"/>
                      </a:lnTo>
                      <a:cubicBezTo>
                        <a:pt x="48476" y="135093"/>
                        <a:pt x="48570" y="60219"/>
                        <a:pt x="13904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138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2891916" y="1347643"/>
                <a:ext cx="376896" cy="376966"/>
                <a:chOff x="2891916" y="1347643"/>
                <a:chExt cx="376896" cy="376966"/>
              </a:xfrm>
              <a:solidFill>
                <a:srgbClr val="FC0606"/>
              </a:solidFill>
            </p:grpSpPr>
            <p:sp>
              <p:nvSpPr>
                <p:cNvPr id="2139" name="Forme libre : forme 2138">
                  <a:extLst>
                    <a:ext uri="{FF2B5EF4-FFF2-40B4-BE49-F238E27FC236}">
                      <a16:creationId xmlns:a16="http://schemas.microsoft.com/office/drawing/2014/main" id="{7E37C547-CB7A-4778-860C-4D0D62EE8242}"/>
                    </a:ext>
                  </a:extLst>
                </p:cNvPr>
                <p:cNvSpPr/>
                <p:nvPr/>
              </p:nvSpPr>
              <p:spPr>
                <a:xfrm>
                  <a:off x="2891916" y="1347643"/>
                  <a:ext cx="52879" cy="265864"/>
                </a:xfrm>
                <a:custGeom>
                  <a:avLst/>
                  <a:gdLst>
                    <a:gd name="connsiteX0" fmla="*/ 52879 w 52879"/>
                    <a:gd name="connsiteY0" fmla="*/ 252243 h 265864"/>
                    <a:gd name="connsiteX1" fmla="*/ 52786 w 52879"/>
                    <a:gd name="connsiteY1" fmla="*/ 13622 h 265864"/>
                    <a:gd name="connsiteX2" fmla="*/ 39163 w 52879"/>
                    <a:gd name="connsiteY2" fmla="*/ 0 h 265864"/>
                    <a:gd name="connsiteX3" fmla="*/ 39257 w 52879"/>
                    <a:gd name="connsiteY3" fmla="*/ 265865 h 265864"/>
                    <a:gd name="connsiteX4" fmla="*/ 52879 w 52879"/>
                    <a:gd name="connsiteY4" fmla="*/ 252243 h 265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79" h="265864">
                      <a:moveTo>
                        <a:pt x="52879" y="252243"/>
                      </a:moveTo>
                      <a:cubicBezTo>
                        <a:pt x="7504" y="179529"/>
                        <a:pt x="7316" y="86336"/>
                        <a:pt x="52786" y="13622"/>
                      </a:cubicBezTo>
                      <a:lnTo>
                        <a:pt x="39163" y="0"/>
                      </a:lnTo>
                      <a:cubicBezTo>
                        <a:pt x="-13164" y="80511"/>
                        <a:pt x="-12976" y="185354"/>
                        <a:pt x="39257" y="265865"/>
                      </a:cubicBezTo>
                      <a:lnTo>
                        <a:pt x="52879" y="252243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0" name="Forme libre : forme 2139">
                  <a:extLst>
                    <a:ext uri="{FF2B5EF4-FFF2-40B4-BE49-F238E27FC236}">
                      <a16:creationId xmlns:a16="http://schemas.microsoft.com/office/drawing/2014/main" id="{5FB2E368-D50B-40D2-8AA0-36C851295E9C}"/>
                    </a:ext>
                  </a:extLst>
                </p:cNvPr>
                <p:cNvSpPr/>
                <p:nvPr/>
              </p:nvSpPr>
              <p:spPr>
                <a:xfrm>
                  <a:off x="3002948" y="1671661"/>
                  <a:ext cx="265864" cy="52949"/>
                </a:xfrm>
                <a:custGeom>
                  <a:avLst/>
                  <a:gdLst>
                    <a:gd name="connsiteX0" fmla="*/ 252243 w 265864"/>
                    <a:gd name="connsiteY0" fmla="*/ 94 h 52949"/>
                    <a:gd name="connsiteX1" fmla="*/ 13622 w 265864"/>
                    <a:gd name="connsiteY1" fmla="*/ 0 h 52949"/>
                    <a:gd name="connsiteX2" fmla="*/ 0 w 265864"/>
                    <a:gd name="connsiteY2" fmla="*/ 13622 h 52949"/>
                    <a:gd name="connsiteX3" fmla="*/ 265865 w 265864"/>
                    <a:gd name="connsiteY3" fmla="*/ 13716 h 52949"/>
                    <a:gd name="connsiteX4" fmla="*/ 252243 w 265864"/>
                    <a:gd name="connsiteY4" fmla="*/ 94 h 5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5864" h="52949">
                      <a:moveTo>
                        <a:pt x="252243" y="94"/>
                      </a:moveTo>
                      <a:cubicBezTo>
                        <a:pt x="179529" y="45563"/>
                        <a:pt x="86336" y="45376"/>
                        <a:pt x="13622" y="0"/>
                      </a:cubicBezTo>
                      <a:lnTo>
                        <a:pt x="0" y="13622"/>
                      </a:lnTo>
                      <a:cubicBezTo>
                        <a:pt x="80511" y="65950"/>
                        <a:pt x="185354" y="66137"/>
                        <a:pt x="265865" y="13716"/>
                      </a:cubicBezTo>
                      <a:lnTo>
                        <a:pt x="252243" y="9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141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3002854" y="1236635"/>
                <a:ext cx="376873" cy="376966"/>
                <a:chOff x="3002854" y="1236635"/>
                <a:chExt cx="376873" cy="376966"/>
              </a:xfrm>
              <a:solidFill>
                <a:srgbClr val="FC0606"/>
              </a:solidFill>
            </p:grpSpPr>
            <p:sp>
              <p:nvSpPr>
                <p:cNvPr id="2142" name="Forme libre : forme 2141">
                  <a:extLst>
                    <a:ext uri="{FF2B5EF4-FFF2-40B4-BE49-F238E27FC236}">
                      <a16:creationId xmlns:a16="http://schemas.microsoft.com/office/drawing/2014/main" id="{F2A26461-7AA3-4108-85F2-1E5512991F8F}"/>
                    </a:ext>
                  </a:extLst>
                </p:cNvPr>
                <p:cNvSpPr/>
                <p:nvPr/>
              </p:nvSpPr>
              <p:spPr>
                <a:xfrm>
                  <a:off x="3326777" y="1347737"/>
                  <a:ext cx="52949" cy="265864"/>
                </a:xfrm>
                <a:custGeom>
                  <a:avLst/>
                  <a:gdLst>
                    <a:gd name="connsiteX0" fmla="*/ 13622 w 52949"/>
                    <a:gd name="connsiteY0" fmla="*/ 0 h 265864"/>
                    <a:gd name="connsiteX1" fmla="*/ 0 w 52949"/>
                    <a:gd name="connsiteY1" fmla="*/ 13622 h 265864"/>
                    <a:gd name="connsiteX2" fmla="*/ 94 w 52949"/>
                    <a:gd name="connsiteY2" fmla="*/ 252243 h 265864"/>
                    <a:gd name="connsiteX3" fmla="*/ 13716 w 52949"/>
                    <a:gd name="connsiteY3" fmla="*/ 265865 h 265864"/>
                    <a:gd name="connsiteX4" fmla="*/ 13622 w 52949"/>
                    <a:gd name="connsiteY4" fmla="*/ 0 h 265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949" h="265864">
                      <a:moveTo>
                        <a:pt x="13622" y="0"/>
                      </a:moveTo>
                      <a:lnTo>
                        <a:pt x="0" y="13622"/>
                      </a:lnTo>
                      <a:cubicBezTo>
                        <a:pt x="45375" y="86336"/>
                        <a:pt x="45563" y="179529"/>
                        <a:pt x="94" y="252243"/>
                      </a:cubicBezTo>
                      <a:lnTo>
                        <a:pt x="13716" y="265865"/>
                      </a:lnTo>
                      <a:cubicBezTo>
                        <a:pt x="66137" y="185354"/>
                        <a:pt x="65950" y="80605"/>
                        <a:pt x="13622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3" name="Forme libre : forme 2142">
                  <a:extLst>
                    <a:ext uri="{FF2B5EF4-FFF2-40B4-BE49-F238E27FC236}">
                      <a16:creationId xmlns:a16="http://schemas.microsoft.com/office/drawing/2014/main" id="{BF617172-7B9E-4B42-BE66-4D75F13570E0}"/>
                    </a:ext>
                  </a:extLst>
                </p:cNvPr>
                <p:cNvSpPr/>
                <p:nvPr/>
              </p:nvSpPr>
              <p:spPr>
                <a:xfrm>
                  <a:off x="3002854" y="1236635"/>
                  <a:ext cx="265864" cy="52949"/>
                </a:xfrm>
                <a:custGeom>
                  <a:avLst/>
                  <a:gdLst>
                    <a:gd name="connsiteX0" fmla="*/ 265865 w 265864"/>
                    <a:gd name="connsiteY0" fmla="*/ 39328 h 52949"/>
                    <a:gd name="connsiteX1" fmla="*/ 0 w 265864"/>
                    <a:gd name="connsiteY1" fmla="*/ 39234 h 52949"/>
                    <a:gd name="connsiteX2" fmla="*/ 13622 w 265864"/>
                    <a:gd name="connsiteY2" fmla="*/ 52856 h 52949"/>
                    <a:gd name="connsiteX3" fmla="*/ 252243 w 265864"/>
                    <a:gd name="connsiteY3" fmla="*/ 52950 h 52949"/>
                    <a:gd name="connsiteX4" fmla="*/ 265865 w 265864"/>
                    <a:gd name="connsiteY4" fmla="*/ 39328 h 5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5864" h="52949">
                      <a:moveTo>
                        <a:pt x="265865" y="39328"/>
                      </a:moveTo>
                      <a:cubicBezTo>
                        <a:pt x="185354" y="-13000"/>
                        <a:pt x="80511" y="-13188"/>
                        <a:pt x="0" y="39234"/>
                      </a:cubicBezTo>
                      <a:lnTo>
                        <a:pt x="13622" y="52856"/>
                      </a:lnTo>
                      <a:cubicBezTo>
                        <a:pt x="86336" y="7387"/>
                        <a:pt x="179529" y="7574"/>
                        <a:pt x="252243" y="52950"/>
                      </a:cubicBezTo>
                      <a:lnTo>
                        <a:pt x="265865" y="39328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349" name="ocular-migraine-headache-pain-illustration">
            <a:extLst>
              <a:ext uri="{FF2B5EF4-FFF2-40B4-BE49-F238E27FC236}">
                <a16:creationId xmlns:a16="http://schemas.microsoft.com/office/drawing/2014/main" id="{76EDAA45-15BD-4FFE-B205-A2FF4A31BCF8}"/>
              </a:ext>
            </a:extLst>
          </p:cNvPr>
          <p:cNvGrpSpPr/>
          <p:nvPr/>
        </p:nvGrpSpPr>
        <p:grpSpPr>
          <a:xfrm>
            <a:off x="2524549" y="4111100"/>
            <a:ext cx="1363997" cy="1936647"/>
            <a:chOff x="3526336" y="4121062"/>
            <a:chExt cx="1363997" cy="1936647"/>
          </a:xfrm>
        </p:grpSpPr>
        <p:grpSp>
          <p:nvGrpSpPr>
            <p:cNvPr id="1269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3542291" y="4121062"/>
              <a:ext cx="1332017" cy="1898191"/>
              <a:chOff x="2698189" y="3546055"/>
              <a:chExt cx="1787401" cy="2547136"/>
            </a:xfrm>
            <a:solidFill>
              <a:schemeClr val="accent1"/>
            </a:solidFill>
          </p:grpSpPr>
          <p:sp>
            <p:nvSpPr>
              <p:cNvPr id="1270" name="Forme libre : forme 1269">
                <a:extLst>
                  <a:ext uri="{FF2B5EF4-FFF2-40B4-BE49-F238E27FC236}">
                    <a16:creationId xmlns:a16="http://schemas.microsoft.com/office/drawing/2014/main" id="{11C25184-4650-405B-9C5F-E87C112A899F}"/>
                  </a:ext>
                </a:extLst>
              </p:cNvPr>
              <p:cNvSpPr/>
              <p:nvPr/>
            </p:nvSpPr>
            <p:spPr>
              <a:xfrm>
                <a:off x="2824595" y="4393772"/>
                <a:ext cx="216947" cy="482912"/>
              </a:xfrm>
              <a:custGeom>
                <a:avLst/>
                <a:gdLst>
                  <a:gd name="connsiteX0" fmla="*/ 124803 w 216947"/>
                  <a:gd name="connsiteY0" fmla="*/ 58197 h 482912"/>
                  <a:gd name="connsiteX1" fmla="*/ 27946 w 216947"/>
                  <a:gd name="connsiteY1" fmla="*/ 891 h 482912"/>
                  <a:gd name="connsiteX2" fmla="*/ 52935 w 216947"/>
                  <a:gd name="connsiteY2" fmla="*/ 329981 h 482912"/>
                  <a:gd name="connsiteX3" fmla="*/ 208133 w 216947"/>
                  <a:gd name="connsiteY3" fmla="*/ 437266 h 482912"/>
                  <a:gd name="connsiteX4" fmla="*/ 124803 w 216947"/>
                  <a:gd name="connsiteY4" fmla="*/ 58197 h 48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947" h="482912">
                    <a:moveTo>
                      <a:pt x="124803" y="58197"/>
                    </a:moveTo>
                    <a:cubicBezTo>
                      <a:pt x="124803" y="58197"/>
                      <a:pt x="83186" y="-8410"/>
                      <a:pt x="27946" y="891"/>
                    </a:cubicBezTo>
                    <a:cubicBezTo>
                      <a:pt x="-27294" y="10191"/>
                      <a:pt x="9157" y="199773"/>
                      <a:pt x="52935" y="329981"/>
                    </a:cubicBezTo>
                    <a:cubicBezTo>
                      <a:pt x="96714" y="460189"/>
                      <a:pt x="165388" y="537224"/>
                      <a:pt x="208133" y="437266"/>
                    </a:cubicBezTo>
                    <a:cubicBezTo>
                      <a:pt x="250784" y="337308"/>
                      <a:pt x="124803" y="58197"/>
                      <a:pt x="124803" y="58197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1" name="Forme libre : forme 1270">
                <a:extLst>
                  <a:ext uri="{FF2B5EF4-FFF2-40B4-BE49-F238E27FC236}">
                    <a16:creationId xmlns:a16="http://schemas.microsoft.com/office/drawing/2014/main" id="{309DCF9B-06FB-43A7-BC13-55E198112F9F}"/>
                  </a:ext>
                </a:extLst>
              </p:cNvPr>
              <p:cNvSpPr/>
              <p:nvPr/>
            </p:nvSpPr>
            <p:spPr>
              <a:xfrm>
                <a:off x="2824595" y="4393772"/>
                <a:ext cx="216947" cy="482912"/>
              </a:xfrm>
              <a:custGeom>
                <a:avLst/>
                <a:gdLst>
                  <a:gd name="connsiteX0" fmla="*/ 124803 w 216947"/>
                  <a:gd name="connsiteY0" fmla="*/ 58197 h 482912"/>
                  <a:gd name="connsiteX1" fmla="*/ 27946 w 216947"/>
                  <a:gd name="connsiteY1" fmla="*/ 891 h 482912"/>
                  <a:gd name="connsiteX2" fmla="*/ 52935 w 216947"/>
                  <a:gd name="connsiteY2" fmla="*/ 329981 h 482912"/>
                  <a:gd name="connsiteX3" fmla="*/ 208133 w 216947"/>
                  <a:gd name="connsiteY3" fmla="*/ 437266 h 482912"/>
                  <a:gd name="connsiteX4" fmla="*/ 124803 w 216947"/>
                  <a:gd name="connsiteY4" fmla="*/ 58197 h 48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947" h="482912">
                    <a:moveTo>
                      <a:pt x="124803" y="58197"/>
                    </a:moveTo>
                    <a:cubicBezTo>
                      <a:pt x="124803" y="58197"/>
                      <a:pt x="83186" y="-8410"/>
                      <a:pt x="27946" y="891"/>
                    </a:cubicBezTo>
                    <a:cubicBezTo>
                      <a:pt x="-27294" y="10191"/>
                      <a:pt x="9157" y="199773"/>
                      <a:pt x="52935" y="329981"/>
                    </a:cubicBezTo>
                    <a:cubicBezTo>
                      <a:pt x="96714" y="460189"/>
                      <a:pt x="165388" y="537224"/>
                      <a:pt x="208133" y="437266"/>
                    </a:cubicBezTo>
                    <a:cubicBezTo>
                      <a:pt x="250784" y="337308"/>
                      <a:pt x="124803" y="58197"/>
                      <a:pt x="124803" y="58197"/>
                    </a:cubicBezTo>
                    <a:close/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2" name="Forme libre : forme 1271">
                <a:extLst>
                  <a:ext uri="{FF2B5EF4-FFF2-40B4-BE49-F238E27FC236}">
                    <a16:creationId xmlns:a16="http://schemas.microsoft.com/office/drawing/2014/main" id="{3A14A59A-68BE-4CC3-B4C3-FBCC0A095B36}"/>
                  </a:ext>
                </a:extLst>
              </p:cNvPr>
              <p:cNvSpPr/>
              <p:nvPr/>
            </p:nvSpPr>
            <p:spPr>
              <a:xfrm>
                <a:off x="2833476" y="4448797"/>
                <a:ext cx="99576" cy="113557"/>
              </a:xfrm>
              <a:custGeom>
                <a:avLst/>
                <a:gdLst>
                  <a:gd name="connsiteX0" fmla="*/ 99577 w 99576"/>
                  <a:gd name="connsiteY0" fmla="*/ 97962 h 113557"/>
                  <a:gd name="connsiteX1" fmla="*/ 13805 w 99576"/>
                  <a:gd name="connsiteY1" fmla="*/ 71 h 113557"/>
                  <a:gd name="connsiteX2" fmla="*/ 20099 w 99576"/>
                  <a:gd name="connsiteY2" fmla="*/ 113557 h 113557"/>
                  <a:gd name="connsiteX3" fmla="*/ 18032 w 99576"/>
                  <a:gd name="connsiteY3" fmla="*/ 13599 h 113557"/>
                  <a:gd name="connsiteX4" fmla="*/ 32594 w 99576"/>
                  <a:gd name="connsiteY4" fmla="*/ 34455 h 113557"/>
                  <a:gd name="connsiteX5" fmla="*/ 32594 w 99576"/>
                  <a:gd name="connsiteY5" fmla="*/ 96929 h 113557"/>
                  <a:gd name="connsiteX6" fmla="*/ 41988 w 99576"/>
                  <a:gd name="connsiteY6" fmla="*/ 30322 h 113557"/>
                  <a:gd name="connsiteX7" fmla="*/ 99577 w 99576"/>
                  <a:gd name="connsiteY7" fmla="*/ 97962 h 11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576" h="113557">
                    <a:moveTo>
                      <a:pt x="99577" y="97962"/>
                    </a:moveTo>
                    <a:cubicBezTo>
                      <a:pt x="95067" y="95896"/>
                      <a:pt x="48189" y="-3029"/>
                      <a:pt x="13805" y="71"/>
                    </a:cubicBezTo>
                    <a:cubicBezTo>
                      <a:pt x="-20579" y="3172"/>
                      <a:pt x="20099" y="113557"/>
                      <a:pt x="20099" y="113557"/>
                    </a:cubicBezTo>
                    <a:cubicBezTo>
                      <a:pt x="20099" y="113557"/>
                      <a:pt x="-1414" y="16700"/>
                      <a:pt x="18032" y="13599"/>
                    </a:cubicBezTo>
                    <a:cubicBezTo>
                      <a:pt x="37479" y="10499"/>
                      <a:pt x="32594" y="34455"/>
                      <a:pt x="32594" y="34455"/>
                    </a:cubicBezTo>
                    <a:cubicBezTo>
                      <a:pt x="32594" y="34455"/>
                      <a:pt x="30527" y="87534"/>
                      <a:pt x="32594" y="96929"/>
                    </a:cubicBezTo>
                    <a:cubicBezTo>
                      <a:pt x="32594" y="96929"/>
                      <a:pt x="36727" y="31355"/>
                      <a:pt x="41988" y="30322"/>
                    </a:cubicBezTo>
                    <a:cubicBezTo>
                      <a:pt x="47155" y="29288"/>
                      <a:pt x="99577" y="97962"/>
                      <a:pt x="99577" y="97962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3" name="Forme libre : forme 1272">
                <a:extLst>
                  <a:ext uri="{FF2B5EF4-FFF2-40B4-BE49-F238E27FC236}">
                    <a16:creationId xmlns:a16="http://schemas.microsoft.com/office/drawing/2014/main" id="{1B95F4CD-082E-4CF8-A904-EAE9E585025A}"/>
                  </a:ext>
                </a:extLst>
              </p:cNvPr>
              <p:cNvSpPr/>
              <p:nvPr/>
            </p:nvSpPr>
            <p:spPr>
              <a:xfrm>
                <a:off x="4142395" y="4393772"/>
                <a:ext cx="216977" cy="482912"/>
              </a:xfrm>
              <a:custGeom>
                <a:avLst/>
                <a:gdLst>
                  <a:gd name="connsiteX0" fmla="*/ 92174 w 216977"/>
                  <a:gd name="connsiteY0" fmla="*/ 58197 h 482912"/>
                  <a:gd name="connsiteX1" fmla="*/ 189032 w 216977"/>
                  <a:gd name="connsiteY1" fmla="*/ 891 h 482912"/>
                  <a:gd name="connsiteX2" fmla="*/ 164042 w 216977"/>
                  <a:gd name="connsiteY2" fmla="*/ 329981 h 482912"/>
                  <a:gd name="connsiteX3" fmla="*/ 8845 w 216977"/>
                  <a:gd name="connsiteY3" fmla="*/ 437266 h 482912"/>
                  <a:gd name="connsiteX4" fmla="*/ 92174 w 216977"/>
                  <a:gd name="connsiteY4" fmla="*/ 58197 h 48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977" h="482912">
                    <a:moveTo>
                      <a:pt x="92174" y="58197"/>
                    </a:moveTo>
                    <a:cubicBezTo>
                      <a:pt x="92174" y="58197"/>
                      <a:pt x="133792" y="-8410"/>
                      <a:pt x="189032" y="891"/>
                    </a:cubicBezTo>
                    <a:cubicBezTo>
                      <a:pt x="244272" y="10191"/>
                      <a:pt x="207821" y="199773"/>
                      <a:pt x="164042" y="329981"/>
                    </a:cubicBezTo>
                    <a:cubicBezTo>
                      <a:pt x="120264" y="460189"/>
                      <a:pt x="51590" y="537224"/>
                      <a:pt x="8845" y="437266"/>
                    </a:cubicBezTo>
                    <a:cubicBezTo>
                      <a:pt x="-33900" y="337308"/>
                      <a:pt x="92174" y="58197"/>
                      <a:pt x="92174" y="58197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4" name="Forme libre : forme 1273">
                <a:extLst>
                  <a:ext uri="{FF2B5EF4-FFF2-40B4-BE49-F238E27FC236}">
                    <a16:creationId xmlns:a16="http://schemas.microsoft.com/office/drawing/2014/main" id="{2EF0D39F-C4C4-4027-9500-D035B3DD75BB}"/>
                  </a:ext>
                </a:extLst>
              </p:cNvPr>
              <p:cNvSpPr/>
              <p:nvPr/>
            </p:nvSpPr>
            <p:spPr>
              <a:xfrm>
                <a:off x="4143364" y="4393772"/>
                <a:ext cx="216947" cy="482912"/>
              </a:xfrm>
              <a:custGeom>
                <a:avLst/>
                <a:gdLst>
                  <a:gd name="connsiteX0" fmla="*/ 92144 w 216947"/>
                  <a:gd name="connsiteY0" fmla="*/ 58197 h 482912"/>
                  <a:gd name="connsiteX1" fmla="*/ 189002 w 216947"/>
                  <a:gd name="connsiteY1" fmla="*/ 891 h 482912"/>
                  <a:gd name="connsiteX2" fmla="*/ 164012 w 216947"/>
                  <a:gd name="connsiteY2" fmla="*/ 329981 h 482912"/>
                  <a:gd name="connsiteX3" fmla="*/ 8815 w 216947"/>
                  <a:gd name="connsiteY3" fmla="*/ 437266 h 482912"/>
                  <a:gd name="connsiteX4" fmla="*/ 92144 w 216947"/>
                  <a:gd name="connsiteY4" fmla="*/ 58197 h 48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947" h="482912">
                    <a:moveTo>
                      <a:pt x="92144" y="58197"/>
                    </a:moveTo>
                    <a:cubicBezTo>
                      <a:pt x="92144" y="58197"/>
                      <a:pt x="133762" y="-8410"/>
                      <a:pt x="189002" y="891"/>
                    </a:cubicBezTo>
                    <a:cubicBezTo>
                      <a:pt x="244242" y="10191"/>
                      <a:pt x="207791" y="199773"/>
                      <a:pt x="164012" y="329981"/>
                    </a:cubicBezTo>
                    <a:cubicBezTo>
                      <a:pt x="120234" y="460189"/>
                      <a:pt x="51560" y="537224"/>
                      <a:pt x="8815" y="437266"/>
                    </a:cubicBezTo>
                    <a:cubicBezTo>
                      <a:pt x="-33836" y="337308"/>
                      <a:pt x="92144" y="58197"/>
                      <a:pt x="92144" y="58197"/>
                    </a:cubicBezTo>
                    <a:close/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5" name="Forme libre : forme 1274">
                <a:extLst>
                  <a:ext uri="{FF2B5EF4-FFF2-40B4-BE49-F238E27FC236}">
                    <a16:creationId xmlns:a16="http://schemas.microsoft.com/office/drawing/2014/main" id="{A7D49B9B-49A4-442C-AF18-1BE376F0BE5B}"/>
                  </a:ext>
                </a:extLst>
              </p:cNvPr>
              <p:cNvSpPr/>
              <p:nvPr/>
            </p:nvSpPr>
            <p:spPr>
              <a:xfrm>
                <a:off x="4250822" y="4448797"/>
                <a:ext cx="99576" cy="113557"/>
              </a:xfrm>
              <a:custGeom>
                <a:avLst/>
                <a:gdLst>
                  <a:gd name="connsiteX0" fmla="*/ 0 w 99576"/>
                  <a:gd name="connsiteY0" fmla="*/ 97962 h 113557"/>
                  <a:gd name="connsiteX1" fmla="*/ 85772 w 99576"/>
                  <a:gd name="connsiteY1" fmla="*/ 71 h 113557"/>
                  <a:gd name="connsiteX2" fmla="*/ 79478 w 99576"/>
                  <a:gd name="connsiteY2" fmla="*/ 113557 h 113557"/>
                  <a:gd name="connsiteX3" fmla="*/ 81545 w 99576"/>
                  <a:gd name="connsiteY3" fmla="*/ 13599 h 113557"/>
                  <a:gd name="connsiteX4" fmla="*/ 66983 w 99576"/>
                  <a:gd name="connsiteY4" fmla="*/ 34455 h 113557"/>
                  <a:gd name="connsiteX5" fmla="*/ 66983 w 99576"/>
                  <a:gd name="connsiteY5" fmla="*/ 96929 h 113557"/>
                  <a:gd name="connsiteX6" fmla="*/ 57588 w 99576"/>
                  <a:gd name="connsiteY6" fmla="*/ 30322 h 113557"/>
                  <a:gd name="connsiteX7" fmla="*/ 0 w 99576"/>
                  <a:gd name="connsiteY7" fmla="*/ 97962 h 11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576" h="113557">
                    <a:moveTo>
                      <a:pt x="0" y="97962"/>
                    </a:moveTo>
                    <a:cubicBezTo>
                      <a:pt x="4509" y="95896"/>
                      <a:pt x="51388" y="-3029"/>
                      <a:pt x="85772" y="71"/>
                    </a:cubicBezTo>
                    <a:cubicBezTo>
                      <a:pt x="120156" y="3172"/>
                      <a:pt x="79478" y="113557"/>
                      <a:pt x="79478" y="113557"/>
                    </a:cubicBezTo>
                    <a:cubicBezTo>
                      <a:pt x="79478" y="113557"/>
                      <a:pt x="100991" y="16700"/>
                      <a:pt x="81545" y="13599"/>
                    </a:cubicBezTo>
                    <a:cubicBezTo>
                      <a:pt x="62098" y="10499"/>
                      <a:pt x="66983" y="34455"/>
                      <a:pt x="66983" y="34455"/>
                    </a:cubicBezTo>
                    <a:cubicBezTo>
                      <a:pt x="66983" y="34455"/>
                      <a:pt x="69050" y="87534"/>
                      <a:pt x="66983" y="96929"/>
                    </a:cubicBezTo>
                    <a:cubicBezTo>
                      <a:pt x="66983" y="96929"/>
                      <a:pt x="62849" y="31355"/>
                      <a:pt x="57588" y="30322"/>
                    </a:cubicBezTo>
                    <a:cubicBezTo>
                      <a:pt x="52328" y="29288"/>
                      <a:pt x="0" y="97962"/>
                      <a:pt x="0" y="97962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6" name="Forme libre : forme 1275">
                <a:extLst>
                  <a:ext uri="{FF2B5EF4-FFF2-40B4-BE49-F238E27FC236}">
                    <a16:creationId xmlns:a16="http://schemas.microsoft.com/office/drawing/2014/main" id="{1628E4D7-1C15-4C12-93A9-31152A70E307}"/>
                  </a:ext>
                </a:extLst>
              </p:cNvPr>
              <p:cNvSpPr/>
              <p:nvPr/>
            </p:nvSpPr>
            <p:spPr>
              <a:xfrm>
                <a:off x="2698283" y="3618957"/>
                <a:ext cx="1787307" cy="2474235"/>
              </a:xfrm>
              <a:custGeom>
                <a:avLst/>
                <a:gdLst>
                  <a:gd name="connsiteX0" fmla="*/ 1786932 w 1787307"/>
                  <a:gd name="connsiteY0" fmla="*/ 2474235 h 2474235"/>
                  <a:gd name="connsiteX1" fmla="*/ 1787308 w 1787307"/>
                  <a:gd name="connsiteY1" fmla="*/ 2197190 h 2474235"/>
                  <a:gd name="connsiteX2" fmla="*/ 1342101 w 1787307"/>
                  <a:gd name="connsiteY2" fmla="*/ 2000376 h 2474235"/>
                  <a:gd name="connsiteX3" fmla="*/ 1285828 w 1787307"/>
                  <a:gd name="connsiteY3" fmla="*/ 1675513 h 2474235"/>
                  <a:gd name="connsiteX4" fmla="*/ 1452957 w 1787307"/>
                  <a:gd name="connsiteY4" fmla="*/ 1212081 h 2474235"/>
                  <a:gd name="connsiteX5" fmla="*/ 1509230 w 1787307"/>
                  <a:gd name="connsiteY5" fmla="*/ 805956 h 2474235"/>
                  <a:gd name="connsiteX6" fmla="*/ 1465451 w 1787307"/>
                  <a:gd name="connsiteY6" fmla="*/ 397764 h 2474235"/>
                  <a:gd name="connsiteX7" fmla="*/ 903095 w 1787307"/>
                  <a:gd name="connsiteY7" fmla="*/ 0 h 2474235"/>
                  <a:gd name="connsiteX8" fmla="*/ 884212 w 1787307"/>
                  <a:gd name="connsiteY8" fmla="*/ 0 h 2474235"/>
                  <a:gd name="connsiteX9" fmla="*/ 321856 w 1787307"/>
                  <a:gd name="connsiteY9" fmla="*/ 397764 h 2474235"/>
                  <a:gd name="connsiteX10" fmla="*/ 278078 w 1787307"/>
                  <a:gd name="connsiteY10" fmla="*/ 805956 h 2474235"/>
                  <a:gd name="connsiteX11" fmla="*/ 334351 w 1787307"/>
                  <a:gd name="connsiteY11" fmla="*/ 1212081 h 2474235"/>
                  <a:gd name="connsiteX12" fmla="*/ 501479 w 1787307"/>
                  <a:gd name="connsiteY12" fmla="*/ 1675513 h 2474235"/>
                  <a:gd name="connsiteX13" fmla="*/ 445206 w 1787307"/>
                  <a:gd name="connsiteY13" fmla="*/ 2000376 h 2474235"/>
                  <a:gd name="connsiteX14" fmla="*/ 0 w 1787307"/>
                  <a:gd name="connsiteY14" fmla="*/ 2197190 h 2474235"/>
                  <a:gd name="connsiteX15" fmla="*/ 376 w 1787307"/>
                  <a:gd name="connsiteY15" fmla="*/ 2474235 h 2474235"/>
                  <a:gd name="connsiteX16" fmla="*/ 1786932 w 1787307"/>
                  <a:gd name="connsiteY16" fmla="*/ 2474235 h 2474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87307" h="2474235">
                    <a:moveTo>
                      <a:pt x="1786932" y="2474235"/>
                    </a:moveTo>
                    <a:lnTo>
                      <a:pt x="1787308" y="2197190"/>
                    </a:lnTo>
                    <a:cubicBezTo>
                      <a:pt x="1787308" y="2197190"/>
                      <a:pt x="1426464" y="2059748"/>
                      <a:pt x="1342101" y="2000376"/>
                    </a:cubicBezTo>
                    <a:cubicBezTo>
                      <a:pt x="1257738" y="1941002"/>
                      <a:pt x="1285828" y="1675513"/>
                      <a:pt x="1285828" y="1675513"/>
                    </a:cubicBezTo>
                    <a:cubicBezTo>
                      <a:pt x="1460754" y="1439617"/>
                      <a:pt x="1425900" y="1299544"/>
                      <a:pt x="1452957" y="1212081"/>
                    </a:cubicBezTo>
                    <a:cubicBezTo>
                      <a:pt x="1480013" y="1124618"/>
                      <a:pt x="1509230" y="805956"/>
                      <a:pt x="1509230" y="805956"/>
                    </a:cubicBezTo>
                    <a:cubicBezTo>
                      <a:pt x="1509230" y="805956"/>
                      <a:pt x="1536286" y="639297"/>
                      <a:pt x="1465451" y="397764"/>
                    </a:cubicBezTo>
                    <a:cubicBezTo>
                      <a:pt x="1394617" y="156137"/>
                      <a:pt x="1184273" y="20762"/>
                      <a:pt x="903095" y="0"/>
                    </a:cubicBezTo>
                    <a:lnTo>
                      <a:pt x="884212" y="0"/>
                    </a:lnTo>
                    <a:cubicBezTo>
                      <a:pt x="603034" y="20856"/>
                      <a:pt x="392691" y="156231"/>
                      <a:pt x="321856" y="397764"/>
                    </a:cubicBezTo>
                    <a:cubicBezTo>
                      <a:pt x="251022" y="639391"/>
                      <a:pt x="278078" y="805956"/>
                      <a:pt x="278078" y="805956"/>
                    </a:cubicBezTo>
                    <a:cubicBezTo>
                      <a:pt x="278078" y="805956"/>
                      <a:pt x="307201" y="1124618"/>
                      <a:pt x="334351" y="1212081"/>
                    </a:cubicBezTo>
                    <a:cubicBezTo>
                      <a:pt x="361407" y="1299544"/>
                      <a:pt x="326553" y="1439617"/>
                      <a:pt x="501479" y="1675513"/>
                    </a:cubicBezTo>
                    <a:cubicBezTo>
                      <a:pt x="501479" y="1675513"/>
                      <a:pt x="529569" y="1941096"/>
                      <a:pt x="445206" y="2000376"/>
                    </a:cubicBezTo>
                    <a:cubicBezTo>
                      <a:pt x="360843" y="2059748"/>
                      <a:pt x="0" y="2197190"/>
                      <a:pt x="0" y="2197190"/>
                    </a:cubicBezTo>
                    <a:lnTo>
                      <a:pt x="376" y="2474235"/>
                    </a:lnTo>
                    <a:lnTo>
                      <a:pt x="1786932" y="2474235"/>
                    </a:ln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7" name="Forme libre : forme 1276">
                <a:extLst>
                  <a:ext uri="{FF2B5EF4-FFF2-40B4-BE49-F238E27FC236}">
                    <a16:creationId xmlns:a16="http://schemas.microsoft.com/office/drawing/2014/main" id="{7D7AC269-3C61-4000-BD8F-CAE2F2157CFA}"/>
                  </a:ext>
                </a:extLst>
              </p:cNvPr>
              <p:cNvSpPr/>
              <p:nvPr/>
            </p:nvSpPr>
            <p:spPr>
              <a:xfrm>
                <a:off x="3167675" y="4543941"/>
                <a:ext cx="260647" cy="24065"/>
              </a:xfrm>
              <a:custGeom>
                <a:avLst/>
                <a:gdLst>
                  <a:gd name="connsiteX0" fmla="*/ 259905 w 260647"/>
                  <a:gd name="connsiteY0" fmla="*/ 18413 h 24065"/>
                  <a:gd name="connsiteX1" fmla="*/ 191701 w 260647"/>
                  <a:gd name="connsiteY1" fmla="*/ 15125 h 24065"/>
                  <a:gd name="connsiteX2" fmla="*/ 1368 w 260647"/>
                  <a:gd name="connsiteY2" fmla="*/ 0 h 24065"/>
                  <a:gd name="connsiteX3" fmla="*/ 18466 w 260647"/>
                  <a:gd name="connsiteY3" fmla="*/ 14655 h 24065"/>
                  <a:gd name="connsiteX4" fmla="*/ 191701 w 260647"/>
                  <a:gd name="connsiteY4" fmla="*/ 22641 h 24065"/>
                  <a:gd name="connsiteX5" fmla="*/ 259905 w 260647"/>
                  <a:gd name="connsiteY5" fmla="*/ 18413 h 24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647" h="24065">
                    <a:moveTo>
                      <a:pt x="259905" y="18413"/>
                    </a:moveTo>
                    <a:cubicBezTo>
                      <a:pt x="267796" y="11931"/>
                      <a:pt x="210584" y="12025"/>
                      <a:pt x="191701" y="15125"/>
                    </a:cubicBezTo>
                    <a:cubicBezTo>
                      <a:pt x="172724" y="18131"/>
                      <a:pt x="41576" y="19635"/>
                      <a:pt x="1368" y="0"/>
                    </a:cubicBezTo>
                    <a:cubicBezTo>
                      <a:pt x="1368" y="0"/>
                      <a:pt x="-7181" y="5449"/>
                      <a:pt x="18466" y="14655"/>
                    </a:cubicBezTo>
                    <a:cubicBezTo>
                      <a:pt x="44113" y="23862"/>
                      <a:pt x="178549" y="25835"/>
                      <a:pt x="191701" y="22641"/>
                    </a:cubicBezTo>
                    <a:cubicBezTo>
                      <a:pt x="204853" y="19447"/>
                      <a:pt x="246565" y="29499"/>
                      <a:pt x="259905" y="18413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278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3135786" y="4546008"/>
                <a:ext cx="248866" cy="68392"/>
                <a:chOff x="3135786" y="4546008"/>
                <a:chExt cx="248866" cy="68392"/>
              </a:xfrm>
              <a:solidFill>
                <a:srgbClr val="333333"/>
              </a:solidFill>
            </p:grpSpPr>
            <p:sp>
              <p:nvSpPr>
                <p:cNvPr id="1279" name="Forme libre : forme 1278">
                  <a:extLst>
                    <a:ext uri="{FF2B5EF4-FFF2-40B4-BE49-F238E27FC236}">
                      <a16:creationId xmlns:a16="http://schemas.microsoft.com/office/drawing/2014/main" id="{D29DE4D0-4855-46F2-8C12-EA8527A754B0}"/>
                    </a:ext>
                  </a:extLst>
                </p:cNvPr>
                <p:cNvSpPr/>
                <p:nvPr/>
              </p:nvSpPr>
              <p:spPr>
                <a:xfrm>
                  <a:off x="3135786" y="4546008"/>
                  <a:ext cx="41147" cy="13953"/>
                </a:xfrm>
                <a:custGeom>
                  <a:avLst/>
                  <a:gdLst>
                    <a:gd name="connsiteX0" fmla="*/ 41148 w 41147"/>
                    <a:gd name="connsiteY0" fmla="*/ 4134 h 13953"/>
                    <a:gd name="connsiteX1" fmla="*/ 20856 w 41147"/>
                    <a:gd name="connsiteY1" fmla="*/ 13340 h 13953"/>
                    <a:gd name="connsiteX2" fmla="*/ 10146 w 41147"/>
                    <a:gd name="connsiteY2" fmla="*/ 13904 h 13953"/>
                    <a:gd name="connsiteX3" fmla="*/ 0 w 41147"/>
                    <a:gd name="connsiteY3" fmla="*/ 11180 h 13953"/>
                    <a:gd name="connsiteX4" fmla="*/ 10146 w 41147"/>
                    <a:gd name="connsiteY4" fmla="*/ 12213 h 13953"/>
                    <a:gd name="connsiteX5" fmla="*/ 20198 w 41147"/>
                    <a:gd name="connsiteY5" fmla="*/ 10146 h 13953"/>
                    <a:gd name="connsiteX6" fmla="*/ 36075 w 41147"/>
                    <a:gd name="connsiteY6" fmla="*/ 0 h 13953"/>
                    <a:gd name="connsiteX7" fmla="*/ 41148 w 41147"/>
                    <a:gd name="connsiteY7" fmla="*/ 4134 h 13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1147" h="13953">
                      <a:moveTo>
                        <a:pt x="41148" y="4134"/>
                      </a:moveTo>
                      <a:cubicBezTo>
                        <a:pt x="35511" y="10146"/>
                        <a:pt x="27902" y="12495"/>
                        <a:pt x="20856" y="13340"/>
                      </a:cubicBezTo>
                      <a:cubicBezTo>
                        <a:pt x="17286" y="13716"/>
                        <a:pt x="13810" y="14092"/>
                        <a:pt x="10146" y="13904"/>
                      </a:cubicBezTo>
                      <a:cubicBezTo>
                        <a:pt x="6482" y="14186"/>
                        <a:pt x="3100" y="12683"/>
                        <a:pt x="0" y="11180"/>
                      </a:cubicBezTo>
                      <a:cubicBezTo>
                        <a:pt x="3382" y="12213"/>
                        <a:pt x="6764" y="13059"/>
                        <a:pt x="10146" y="12213"/>
                      </a:cubicBezTo>
                      <a:cubicBezTo>
                        <a:pt x="13434" y="11931"/>
                        <a:pt x="16910" y="10992"/>
                        <a:pt x="20198" y="10146"/>
                      </a:cubicBezTo>
                      <a:cubicBezTo>
                        <a:pt x="26680" y="8361"/>
                        <a:pt x="32787" y="4979"/>
                        <a:pt x="36075" y="0"/>
                      </a:cubicBezTo>
                      <a:lnTo>
                        <a:pt x="41148" y="4134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0" name="Forme libre : forme 1279">
                  <a:extLst>
                    <a:ext uri="{FF2B5EF4-FFF2-40B4-BE49-F238E27FC236}">
                      <a16:creationId xmlns:a16="http://schemas.microsoft.com/office/drawing/2014/main" id="{8412C258-2DCD-4A1A-A317-548318C994D9}"/>
                    </a:ext>
                  </a:extLst>
                </p:cNvPr>
                <p:cNvSpPr/>
                <p:nvPr/>
              </p:nvSpPr>
              <p:spPr>
                <a:xfrm>
                  <a:off x="3371401" y="4560570"/>
                  <a:ext cx="13252" cy="29874"/>
                </a:xfrm>
                <a:custGeom>
                  <a:avLst/>
                  <a:gdLst>
                    <a:gd name="connsiteX0" fmla="*/ 5261 w 13252"/>
                    <a:gd name="connsiteY0" fmla="*/ 0 h 29874"/>
                    <a:gd name="connsiteX1" fmla="*/ 11461 w 13252"/>
                    <a:gd name="connsiteY1" fmla="*/ 15031 h 29874"/>
                    <a:gd name="connsiteX2" fmla="*/ 13246 w 13252"/>
                    <a:gd name="connsiteY2" fmla="*/ 23016 h 29874"/>
                    <a:gd name="connsiteX3" fmla="*/ 9395 w 13252"/>
                    <a:gd name="connsiteY3" fmla="*/ 29875 h 29874"/>
                    <a:gd name="connsiteX4" fmla="*/ 11461 w 13252"/>
                    <a:gd name="connsiteY4" fmla="*/ 23110 h 29874"/>
                    <a:gd name="connsiteX5" fmla="*/ 8267 w 13252"/>
                    <a:gd name="connsiteY5" fmla="*/ 16440 h 29874"/>
                    <a:gd name="connsiteX6" fmla="*/ 0 w 13252"/>
                    <a:gd name="connsiteY6" fmla="*/ 3946 h 29874"/>
                    <a:gd name="connsiteX7" fmla="*/ 5261 w 13252"/>
                    <a:gd name="connsiteY7" fmla="*/ 0 h 29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252" h="29874">
                      <a:moveTo>
                        <a:pt x="5261" y="0"/>
                      </a:moveTo>
                      <a:cubicBezTo>
                        <a:pt x="8455" y="5167"/>
                        <a:pt x="9676" y="10146"/>
                        <a:pt x="11461" y="15031"/>
                      </a:cubicBezTo>
                      <a:cubicBezTo>
                        <a:pt x="12307" y="17380"/>
                        <a:pt x="13340" y="20198"/>
                        <a:pt x="13246" y="23016"/>
                      </a:cubicBezTo>
                      <a:cubicBezTo>
                        <a:pt x="13246" y="25835"/>
                        <a:pt x="11837" y="28747"/>
                        <a:pt x="9395" y="29875"/>
                      </a:cubicBezTo>
                      <a:cubicBezTo>
                        <a:pt x="11461" y="28184"/>
                        <a:pt x="11931" y="25459"/>
                        <a:pt x="11461" y="23110"/>
                      </a:cubicBezTo>
                      <a:cubicBezTo>
                        <a:pt x="10992" y="20762"/>
                        <a:pt x="9676" y="18695"/>
                        <a:pt x="8267" y="16440"/>
                      </a:cubicBezTo>
                      <a:cubicBezTo>
                        <a:pt x="5543" y="11931"/>
                        <a:pt x="3100" y="7140"/>
                        <a:pt x="0" y="3946"/>
                      </a:cubicBezTo>
                      <a:lnTo>
                        <a:pt x="526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1" name="Forme libre : forme 1280">
                  <a:extLst>
                    <a:ext uri="{FF2B5EF4-FFF2-40B4-BE49-F238E27FC236}">
                      <a16:creationId xmlns:a16="http://schemas.microsoft.com/office/drawing/2014/main" id="{25F4199E-C30B-4816-9F75-7D44EBA1082E}"/>
                    </a:ext>
                  </a:extLst>
                </p:cNvPr>
                <p:cNvSpPr/>
                <p:nvPr/>
              </p:nvSpPr>
              <p:spPr>
                <a:xfrm>
                  <a:off x="3353927" y="4563670"/>
                  <a:ext cx="10654" cy="25740"/>
                </a:xfrm>
                <a:custGeom>
                  <a:avLst/>
                  <a:gdLst>
                    <a:gd name="connsiteX0" fmla="*/ 6200 w 10654"/>
                    <a:gd name="connsiteY0" fmla="*/ 0 h 25740"/>
                    <a:gd name="connsiteX1" fmla="*/ 10616 w 10654"/>
                    <a:gd name="connsiteY1" fmla="*/ 13246 h 25740"/>
                    <a:gd name="connsiteX2" fmla="*/ 7892 w 10654"/>
                    <a:gd name="connsiteY2" fmla="*/ 20574 h 25740"/>
                    <a:gd name="connsiteX3" fmla="*/ 3100 w 10654"/>
                    <a:gd name="connsiteY3" fmla="*/ 25741 h 25740"/>
                    <a:gd name="connsiteX4" fmla="*/ 6576 w 10654"/>
                    <a:gd name="connsiteY4" fmla="*/ 19635 h 25740"/>
                    <a:gd name="connsiteX5" fmla="*/ 7422 w 10654"/>
                    <a:gd name="connsiteY5" fmla="*/ 13810 h 25740"/>
                    <a:gd name="connsiteX6" fmla="*/ 0 w 10654"/>
                    <a:gd name="connsiteY6" fmla="*/ 1785 h 25740"/>
                    <a:gd name="connsiteX7" fmla="*/ 6200 w 10654"/>
                    <a:gd name="connsiteY7" fmla="*/ 0 h 2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54" h="25740">
                      <a:moveTo>
                        <a:pt x="6200" y="0"/>
                      </a:moveTo>
                      <a:cubicBezTo>
                        <a:pt x="6388" y="3382"/>
                        <a:pt x="10146" y="7704"/>
                        <a:pt x="10616" y="13246"/>
                      </a:cubicBezTo>
                      <a:cubicBezTo>
                        <a:pt x="10898" y="16065"/>
                        <a:pt x="9582" y="18883"/>
                        <a:pt x="7892" y="20574"/>
                      </a:cubicBezTo>
                      <a:cubicBezTo>
                        <a:pt x="6200" y="22359"/>
                        <a:pt x="4415" y="23768"/>
                        <a:pt x="3100" y="25741"/>
                      </a:cubicBezTo>
                      <a:cubicBezTo>
                        <a:pt x="3946" y="23486"/>
                        <a:pt x="5449" y="21607"/>
                        <a:pt x="6576" y="19635"/>
                      </a:cubicBezTo>
                      <a:cubicBezTo>
                        <a:pt x="7704" y="17662"/>
                        <a:pt x="8079" y="15689"/>
                        <a:pt x="7422" y="13810"/>
                      </a:cubicBezTo>
                      <a:cubicBezTo>
                        <a:pt x="6294" y="9864"/>
                        <a:pt x="2349" y="7422"/>
                        <a:pt x="0" y="1785"/>
                      </a:cubicBezTo>
                      <a:lnTo>
                        <a:pt x="620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2" name="Forme libre : forme 1281">
                  <a:extLst>
                    <a:ext uri="{FF2B5EF4-FFF2-40B4-BE49-F238E27FC236}">
                      <a16:creationId xmlns:a16="http://schemas.microsoft.com/office/drawing/2014/main" id="{5113F625-8F83-4E78-9FA6-EC0ED0CD18FE}"/>
                    </a:ext>
                  </a:extLst>
                </p:cNvPr>
                <p:cNvSpPr/>
                <p:nvPr/>
              </p:nvSpPr>
              <p:spPr>
                <a:xfrm>
                  <a:off x="3146869" y="4553054"/>
                  <a:ext cx="36641" cy="22627"/>
                </a:xfrm>
                <a:custGeom>
                  <a:avLst/>
                  <a:gdLst>
                    <a:gd name="connsiteX0" fmla="*/ 36641 w 36641"/>
                    <a:gd name="connsiteY0" fmla="*/ 0 h 22627"/>
                    <a:gd name="connsiteX1" fmla="*/ 31380 w 36641"/>
                    <a:gd name="connsiteY1" fmla="*/ 12119 h 22627"/>
                    <a:gd name="connsiteX2" fmla="*/ 20858 w 36641"/>
                    <a:gd name="connsiteY2" fmla="*/ 17944 h 22627"/>
                    <a:gd name="connsiteX3" fmla="*/ 10055 w 36641"/>
                    <a:gd name="connsiteY3" fmla="*/ 21514 h 22627"/>
                    <a:gd name="connsiteX4" fmla="*/ 4418 w 36641"/>
                    <a:gd name="connsiteY4" fmla="*/ 22547 h 22627"/>
                    <a:gd name="connsiteX5" fmla="*/ 2 w 36641"/>
                    <a:gd name="connsiteY5" fmla="*/ 19823 h 22627"/>
                    <a:gd name="connsiteX6" fmla="*/ 4324 w 36641"/>
                    <a:gd name="connsiteY6" fmla="*/ 21701 h 22627"/>
                    <a:gd name="connsiteX7" fmla="*/ 9585 w 36641"/>
                    <a:gd name="connsiteY7" fmla="*/ 19823 h 22627"/>
                    <a:gd name="connsiteX8" fmla="*/ 19449 w 36641"/>
                    <a:gd name="connsiteY8" fmla="*/ 14844 h 22627"/>
                    <a:gd name="connsiteX9" fmla="*/ 27716 w 36641"/>
                    <a:gd name="connsiteY9" fmla="*/ 8549 h 22627"/>
                    <a:gd name="connsiteX10" fmla="*/ 30065 w 36641"/>
                    <a:gd name="connsiteY10" fmla="*/ 0 h 22627"/>
                    <a:gd name="connsiteX11" fmla="*/ 36641 w 36641"/>
                    <a:gd name="connsiteY11" fmla="*/ 0 h 22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6641" h="22627">
                      <a:moveTo>
                        <a:pt x="36641" y="0"/>
                      </a:moveTo>
                      <a:cubicBezTo>
                        <a:pt x="36171" y="4885"/>
                        <a:pt x="34668" y="8455"/>
                        <a:pt x="31380" y="12119"/>
                      </a:cubicBezTo>
                      <a:cubicBezTo>
                        <a:pt x="28092" y="15125"/>
                        <a:pt x="24428" y="16534"/>
                        <a:pt x="20858" y="17944"/>
                      </a:cubicBezTo>
                      <a:cubicBezTo>
                        <a:pt x="17288" y="19353"/>
                        <a:pt x="13718" y="20574"/>
                        <a:pt x="10055" y="21514"/>
                      </a:cubicBezTo>
                      <a:cubicBezTo>
                        <a:pt x="8176" y="21983"/>
                        <a:pt x="6391" y="22359"/>
                        <a:pt x="4418" y="22547"/>
                      </a:cubicBezTo>
                      <a:cubicBezTo>
                        <a:pt x="2633" y="22923"/>
                        <a:pt x="-92" y="21983"/>
                        <a:pt x="2" y="19823"/>
                      </a:cubicBezTo>
                      <a:cubicBezTo>
                        <a:pt x="378" y="21889"/>
                        <a:pt x="2727" y="22265"/>
                        <a:pt x="4324" y="21701"/>
                      </a:cubicBezTo>
                      <a:cubicBezTo>
                        <a:pt x="6109" y="21232"/>
                        <a:pt x="7800" y="20574"/>
                        <a:pt x="9585" y="19823"/>
                      </a:cubicBezTo>
                      <a:cubicBezTo>
                        <a:pt x="12967" y="18413"/>
                        <a:pt x="16255" y="16722"/>
                        <a:pt x="19449" y="14844"/>
                      </a:cubicBezTo>
                      <a:cubicBezTo>
                        <a:pt x="22643" y="12964"/>
                        <a:pt x="25743" y="10992"/>
                        <a:pt x="27716" y="8549"/>
                      </a:cubicBezTo>
                      <a:cubicBezTo>
                        <a:pt x="29313" y="6482"/>
                        <a:pt x="30347" y="2630"/>
                        <a:pt x="30065" y="0"/>
                      </a:cubicBezTo>
                      <a:lnTo>
                        <a:pt x="3664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3" name="Forme libre : forme 1282">
                  <a:extLst>
                    <a:ext uri="{FF2B5EF4-FFF2-40B4-BE49-F238E27FC236}">
                      <a16:creationId xmlns:a16="http://schemas.microsoft.com/office/drawing/2014/main" id="{1F4B2A28-8C88-454A-B05E-9EBDEAA0DB43}"/>
                    </a:ext>
                  </a:extLst>
                </p:cNvPr>
                <p:cNvSpPr/>
                <p:nvPr/>
              </p:nvSpPr>
              <p:spPr>
                <a:xfrm>
                  <a:off x="3267779" y="4562566"/>
                  <a:ext cx="28418" cy="51834"/>
                </a:xfrm>
                <a:custGeom>
                  <a:avLst/>
                  <a:gdLst>
                    <a:gd name="connsiteX0" fmla="*/ 22171 w 28418"/>
                    <a:gd name="connsiteY0" fmla="*/ 2325 h 51834"/>
                    <a:gd name="connsiteX1" fmla="*/ 22171 w 28418"/>
                    <a:gd name="connsiteY1" fmla="*/ 5237 h 51834"/>
                    <a:gd name="connsiteX2" fmla="*/ 23486 w 28418"/>
                    <a:gd name="connsiteY2" fmla="*/ 6459 h 51834"/>
                    <a:gd name="connsiteX3" fmla="*/ 26211 w 28418"/>
                    <a:gd name="connsiteY3" fmla="*/ 6177 h 51834"/>
                    <a:gd name="connsiteX4" fmla="*/ 27338 w 28418"/>
                    <a:gd name="connsiteY4" fmla="*/ 4016 h 51834"/>
                    <a:gd name="connsiteX5" fmla="*/ 27526 w 28418"/>
                    <a:gd name="connsiteY5" fmla="*/ 5801 h 51834"/>
                    <a:gd name="connsiteX6" fmla="*/ 27714 w 28418"/>
                    <a:gd name="connsiteY6" fmla="*/ 9747 h 51834"/>
                    <a:gd name="connsiteX7" fmla="*/ 27338 w 28418"/>
                    <a:gd name="connsiteY7" fmla="*/ 17638 h 51834"/>
                    <a:gd name="connsiteX8" fmla="*/ 23017 w 28418"/>
                    <a:gd name="connsiteY8" fmla="*/ 32763 h 51834"/>
                    <a:gd name="connsiteX9" fmla="*/ 0 w 28418"/>
                    <a:gd name="connsiteY9" fmla="*/ 51834 h 51834"/>
                    <a:gd name="connsiteX10" fmla="*/ 20010 w 28418"/>
                    <a:gd name="connsiteY10" fmla="*/ 31448 h 51834"/>
                    <a:gd name="connsiteX11" fmla="*/ 22453 w 28418"/>
                    <a:gd name="connsiteY11" fmla="*/ 17262 h 51834"/>
                    <a:gd name="connsiteX12" fmla="*/ 22077 w 28418"/>
                    <a:gd name="connsiteY12" fmla="*/ 10029 h 51834"/>
                    <a:gd name="connsiteX13" fmla="*/ 21513 w 28418"/>
                    <a:gd name="connsiteY13" fmla="*/ 6459 h 51834"/>
                    <a:gd name="connsiteX14" fmla="*/ 21138 w 28418"/>
                    <a:gd name="connsiteY14" fmla="*/ 4580 h 51834"/>
                    <a:gd name="connsiteX15" fmla="*/ 22735 w 28418"/>
                    <a:gd name="connsiteY15" fmla="*/ 634 h 51834"/>
                    <a:gd name="connsiteX16" fmla="*/ 26399 w 28418"/>
                    <a:gd name="connsiteY16" fmla="*/ 352 h 51834"/>
                    <a:gd name="connsiteX17" fmla="*/ 27996 w 28418"/>
                    <a:gd name="connsiteY17" fmla="*/ 1855 h 51834"/>
                    <a:gd name="connsiteX18" fmla="*/ 27996 w 28418"/>
                    <a:gd name="connsiteY18" fmla="*/ 5237 h 51834"/>
                    <a:gd name="connsiteX19" fmla="*/ 22171 w 28418"/>
                    <a:gd name="connsiteY19" fmla="*/ 2325 h 51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8418" h="51834">
                      <a:moveTo>
                        <a:pt x="22171" y="2325"/>
                      </a:moveTo>
                      <a:cubicBezTo>
                        <a:pt x="21701" y="2983"/>
                        <a:pt x="21701" y="4486"/>
                        <a:pt x="22171" y="5237"/>
                      </a:cubicBezTo>
                      <a:cubicBezTo>
                        <a:pt x="22641" y="5989"/>
                        <a:pt x="23111" y="6271"/>
                        <a:pt x="23486" y="6459"/>
                      </a:cubicBezTo>
                      <a:cubicBezTo>
                        <a:pt x="24144" y="6741"/>
                        <a:pt x="24989" y="6928"/>
                        <a:pt x="26211" y="6177"/>
                      </a:cubicBezTo>
                      <a:cubicBezTo>
                        <a:pt x="27902" y="4674"/>
                        <a:pt x="27244" y="3922"/>
                        <a:pt x="27338" y="4016"/>
                      </a:cubicBezTo>
                      <a:lnTo>
                        <a:pt x="27526" y="5801"/>
                      </a:lnTo>
                      <a:lnTo>
                        <a:pt x="27714" y="9747"/>
                      </a:lnTo>
                      <a:cubicBezTo>
                        <a:pt x="27714" y="12377"/>
                        <a:pt x="27620" y="15008"/>
                        <a:pt x="27338" y="17638"/>
                      </a:cubicBezTo>
                      <a:cubicBezTo>
                        <a:pt x="26680" y="22899"/>
                        <a:pt x="25365" y="28066"/>
                        <a:pt x="23017" y="32763"/>
                      </a:cubicBezTo>
                      <a:cubicBezTo>
                        <a:pt x="18507" y="42158"/>
                        <a:pt x="9958" y="49767"/>
                        <a:pt x="0" y="51834"/>
                      </a:cubicBezTo>
                      <a:cubicBezTo>
                        <a:pt x="9676" y="48734"/>
                        <a:pt x="16816" y="40467"/>
                        <a:pt x="20010" y="31448"/>
                      </a:cubicBezTo>
                      <a:cubicBezTo>
                        <a:pt x="21607" y="26845"/>
                        <a:pt x="22359" y="22054"/>
                        <a:pt x="22453" y="17262"/>
                      </a:cubicBezTo>
                      <a:cubicBezTo>
                        <a:pt x="22453" y="14820"/>
                        <a:pt x="22359" y="12471"/>
                        <a:pt x="22077" y="10029"/>
                      </a:cubicBezTo>
                      <a:lnTo>
                        <a:pt x="21513" y="6459"/>
                      </a:lnTo>
                      <a:lnTo>
                        <a:pt x="21138" y="4580"/>
                      </a:lnTo>
                      <a:cubicBezTo>
                        <a:pt x="21232" y="4016"/>
                        <a:pt x="20574" y="2513"/>
                        <a:pt x="22735" y="634"/>
                      </a:cubicBezTo>
                      <a:cubicBezTo>
                        <a:pt x="24238" y="-305"/>
                        <a:pt x="25459" y="-24"/>
                        <a:pt x="26399" y="352"/>
                      </a:cubicBezTo>
                      <a:cubicBezTo>
                        <a:pt x="26868" y="634"/>
                        <a:pt x="27526" y="916"/>
                        <a:pt x="27996" y="1855"/>
                      </a:cubicBezTo>
                      <a:cubicBezTo>
                        <a:pt x="28559" y="2701"/>
                        <a:pt x="28559" y="4486"/>
                        <a:pt x="27996" y="5237"/>
                      </a:cubicBezTo>
                      <a:lnTo>
                        <a:pt x="22171" y="232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4" name="Forme libre : forme 1283">
                  <a:extLst>
                    <a:ext uri="{FF2B5EF4-FFF2-40B4-BE49-F238E27FC236}">
                      <a16:creationId xmlns:a16="http://schemas.microsoft.com/office/drawing/2014/main" id="{312D6CFB-8684-4153-B4C0-CBDAA9547926}"/>
                    </a:ext>
                  </a:extLst>
                </p:cNvPr>
                <p:cNvSpPr/>
                <p:nvPr/>
              </p:nvSpPr>
              <p:spPr>
                <a:xfrm>
                  <a:off x="3174680" y="4560663"/>
                  <a:ext cx="44155" cy="44718"/>
                </a:xfrm>
                <a:custGeom>
                  <a:avLst/>
                  <a:gdLst>
                    <a:gd name="connsiteX0" fmla="*/ 44154 w 44155"/>
                    <a:gd name="connsiteY0" fmla="*/ 0 h 44718"/>
                    <a:gd name="connsiteX1" fmla="*/ 28747 w 44155"/>
                    <a:gd name="connsiteY1" fmla="*/ 29593 h 44718"/>
                    <a:gd name="connsiteX2" fmla="*/ 0 w 44155"/>
                    <a:gd name="connsiteY2" fmla="*/ 44718 h 44718"/>
                    <a:gd name="connsiteX3" fmla="*/ 26493 w 44155"/>
                    <a:gd name="connsiteY3" fmla="*/ 27150 h 44718"/>
                    <a:gd name="connsiteX4" fmla="*/ 37578 w 44155"/>
                    <a:gd name="connsiteY4" fmla="*/ 376 h 44718"/>
                    <a:gd name="connsiteX5" fmla="*/ 44154 w 44155"/>
                    <a:gd name="connsiteY5" fmla="*/ 0 h 44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155" h="44718">
                      <a:moveTo>
                        <a:pt x="44154" y="0"/>
                      </a:moveTo>
                      <a:cubicBezTo>
                        <a:pt x="44248" y="12307"/>
                        <a:pt x="37202" y="22641"/>
                        <a:pt x="28747" y="29593"/>
                      </a:cubicBezTo>
                      <a:cubicBezTo>
                        <a:pt x="20104" y="36639"/>
                        <a:pt x="9958" y="40678"/>
                        <a:pt x="0" y="44718"/>
                      </a:cubicBezTo>
                      <a:cubicBezTo>
                        <a:pt x="9488" y="39739"/>
                        <a:pt x="19071" y="34572"/>
                        <a:pt x="26493" y="27150"/>
                      </a:cubicBezTo>
                      <a:cubicBezTo>
                        <a:pt x="33820" y="19916"/>
                        <a:pt x="38705" y="9864"/>
                        <a:pt x="37578" y="376"/>
                      </a:cubicBezTo>
                      <a:lnTo>
                        <a:pt x="44154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5" name="Forme libre : forme 1284">
                  <a:extLst>
                    <a:ext uri="{FF2B5EF4-FFF2-40B4-BE49-F238E27FC236}">
                      <a16:creationId xmlns:a16="http://schemas.microsoft.com/office/drawing/2014/main" id="{55BFE346-A3AB-4CB5-95CE-1E06D9E6C01C}"/>
                    </a:ext>
                  </a:extLst>
                </p:cNvPr>
                <p:cNvSpPr/>
                <p:nvPr/>
              </p:nvSpPr>
              <p:spPr>
                <a:xfrm>
                  <a:off x="3154105" y="4558127"/>
                  <a:ext cx="48957" cy="25640"/>
                </a:xfrm>
                <a:custGeom>
                  <a:avLst/>
                  <a:gdLst>
                    <a:gd name="connsiteX0" fmla="*/ 48945 w 48957"/>
                    <a:gd name="connsiteY0" fmla="*/ 0 h 25640"/>
                    <a:gd name="connsiteX1" fmla="*/ 45845 w 48957"/>
                    <a:gd name="connsiteY1" fmla="*/ 8549 h 25640"/>
                    <a:gd name="connsiteX2" fmla="*/ 40866 w 48957"/>
                    <a:gd name="connsiteY2" fmla="*/ 14374 h 25640"/>
                    <a:gd name="connsiteX3" fmla="*/ 28465 w 48957"/>
                    <a:gd name="connsiteY3" fmla="*/ 22641 h 25640"/>
                    <a:gd name="connsiteX4" fmla="*/ 0 w 48957"/>
                    <a:gd name="connsiteY4" fmla="*/ 23204 h 25640"/>
                    <a:gd name="connsiteX5" fmla="*/ 26962 w 48957"/>
                    <a:gd name="connsiteY5" fmla="*/ 19635 h 25640"/>
                    <a:gd name="connsiteX6" fmla="*/ 37202 w 48957"/>
                    <a:gd name="connsiteY6" fmla="*/ 10991 h 25640"/>
                    <a:gd name="connsiteX7" fmla="*/ 40866 w 48957"/>
                    <a:gd name="connsiteY7" fmla="*/ 5543 h 25640"/>
                    <a:gd name="connsiteX8" fmla="*/ 42369 w 48957"/>
                    <a:gd name="connsiteY8" fmla="*/ 845 h 25640"/>
                    <a:gd name="connsiteX9" fmla="*/ 48945 w 48957"/>
                    <a:gd name="connsiteY9" fmla="*/ 0 h 25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7" h="25640">
                      <a:moveTo>
                        <a:pt x="48945" y="0"/>
                      </a:moveTo>
                      <a:cubicBezTo>
                        <a:pt x="49133" y="4134"/>
                        <a:pt x="47067" y="6482"/>
                        <a:pt x="45845" y="8549"/>
                      </a:cubicBezTo>
                      <a:cubicBezTo>
                        <a:pt x="44342" y="10616"/>
                        <a:pt x="42745" y="12589"/>
                        <a:pt x="40866" y="14374"/>
                      </a:cubicBezTo>
                      <a:cubicBezTo>
                        <a:pt x="37202" y="17944"/>
                        <a:pt x="32975" y="20762"/>
                        <a:pt x="28465" y="22641"/>
                      </a:cubicBezTo>
                      <a:cubicBezTo>
                        <a:pt x="19259" y="26493"/>
                        <a:pt x="8925" y="26586"/>
                        <a:pt x="0" y="23204"/>
                      </a:cubicBezTo>
                      <a:cubicBezTo>
                        <a:pt x="9207" y="25459"/>
                        <a:pt x="19071" y="24144"/>
                        <a:pt x="26962" y="19635"/>
                      </a:cubicBezTo>
                      <a:cubicBezTo>
                        <a:pt x="30908" y="17380"/>
                        <a:pt x="34384" y="14468"/>
                        <a:pt x="37202" y="10991"/>
                      </a:cubicBezTo>
                      <a:cubicBezTo>
                        <a:pt x="38611" y="9300"/>
                        <a:pt x="39833" y="7422"/>
                        <a:pt x="40866" y="5543"/>
                      </a:cubicBezTo>
                      <a:cubicBezTo>
                        <a:pt x="41994" y="3570"/>
                        <a:pt x="42651" y="1597"/>
                        <a:pt x="42369" y="845"/>
                      </a:cubicBezTo>
                      <a:lnTo>
                        <a:pt x="48945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6" name="Forme libre : forme 1285">
                  <a:extLst>
                    <a:ext uri="{FF2B5EF4-FFF2-40B4-BE49-F238E27FC236}">
                      <a16:creationId xmlns:a16="http://schemas.microsoft.com/office/drawing/2014/main" id="{A59291C4-F63C-49FF-B858-C5986F687ED5}"/>
                    </a:ext>
                  </a:extLst>
                </p:cNvPr>
                <p:cNvSpPr/>
                <p:nvPr/>
              </p:nvSpPr>
              <p:spPr>
                <a:xfrm>
                  <a:off x="3239314" y="4564233"/>
                  <a:ext cx="27391" cy="45187"/>
                </a:xfrm>
                <a:custGeom>
                  <a:avLst/>
                  <a:gdLst>
                    <a:gd name="connsiteX0" fmla="*/ 27244 w 27391"/>
                    <a:gd name="connsiteY0" fmla="*/ 0 h 45187"/>
                    <a:gd name="connsiteX1" fmla="*/ 21983 w 27391"/>
                    <a:gd name="connsiteY1" fmla="*/ 28184 h 45187"/>
                    <a:gd name="connsiteX2" fmla="*/ 0 w 27391"/>
                    <a:gd name="connsiteY2" fmla="*/ 45188 h 45187"/>
                    <a:gd name="connsiteX3" fmla="*/ 19165 w 27391"/>
                    <a:gd name="connsiteY3" fmla="*/ 26587 h 45187"/>
                    <a:gd name="connsiteX4" fmla="*/ 20762 w 27391"/>
                    <a:gd name="connsiteY4" fmla="*/ 658 h 45187"/>
                    <a:gd name="connsiteX5" fmla="*/ 27244 w 27391"/>
                    <a:gd name="connsiteY5" fmla="*/ 0 h 4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391" h="45187">
                      <a:moveTo>
                        <a:pt x="27244" y="0"/>
                      </a:moveTo>
                      <a:cubicBezTo>
                        <a:pt x="27714" y="9300"/>
                        <a:pt x="27338" y="19729"/>
                        <a:pt x="21983" y="28184"/>
                      </a:cubicBezTo>
                      <a:cubicBezTo>
                        <a:pt x="16816" y="36545"/>
                        <a:pt x="8549" y="41899"/>
                        <a:pt x="0" y="45188"/>
                      </a:cubicBezTo>
                      <a:cubicBezTo>
                        <a:pt x="8173" y="40960"/>
                        <a:pt x="15407" y="34666"/>
                        <a:pt x="19165" y="26587"/>
                      </a:cubicBezTo>
                      <a:cubicBezTo>
                        <a:pt x="22923" y="18601"/>
                        <a:pt x="22265" y="9489"/>
                        <a:pt x="20762" y="658"/>
                      </a:cubicBezTo>
                      <a:lnTo>
                        <a:pt x="27244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7" name="Forme libre : forme 1286">
                  <a:extLst>
                    <a:ext uri="{FF2B5EF4-FFF2-40B4-BE49-F238E27FC236}">
                      <a16:creationId xmlns:a16="http://schemas.microsoft.com/office/drawing/2014/main" id="{737A9CCA-3483-495C-8956-61A554643745}"/>
                    </a:ext>
                  </a:extLst>
                </p:cNvPr>
                <p:cNvSpPr/>
                <p:nvPr/>
              </p:nvSpPr>
              <p:spPr>
                <a:xfrm>
                  <a:off x="3198823" y="4563576"/>
                  <a:ext cx="37765" cy="40490"/>
                </a:xfrm>
                <a:custGeom>
                  <a:avLst/>
                  <a:gdLst>
                    <a:gd name="connsiteX0" fmla="*/ 37766 w 37765"/>
                    <a:gd name="connsiteY0" fmla="*/ 282 h 40490"/>
                    <a:gd name="connsiteX1" fmla="*/ 24144 w 37765"/>
                    <a:gd name="connsiteY1" fmla="*/ 26023 h 40490"/>
                    <a:gd name="connsiteX2" fmla="*/ 0 w 37765"/>
                    <a:gd name="connsiteY2" fmla="*/ 40490 h 40490"/>
                    <a:gd name="connsiteX3" fmla="*/ 21795 w 37765"/>
                    <a:gd name="connsiteY3" fmla="*/ 23768 h 40490"/>
                    <a:gd name="connsiteX4" fmla="*/ 31190 w 37765"/>
                    <a:gd name="connsiteY4" fmla="*/ 0 h 40490"/>
                    <a:gd name="connsiteX5" fmla="*/ 37766 w 37765"/>
                    <a:gd name="connsiteY5" fmla="*/ 282 h 40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765" h="40490">
                      <a:moveTo>
                        <a:pt x="37766" y="282"/>
                      </a:moveTo>
                      <a:cubicBezTo>
                        <a:pt x="36827" y="10710"/>
                        <a:pt x="31190" y="19541"/>
                        <a:pt x="24144" y="26023"/>
                      </a:cubicBezTo>
                      <a:cubicBezTo>
                        <a:pt x="17004" y="32505"/>
                        <a:pt x="8643" y="37014"/>
                        <a:pt x="0" y="40490"/>
                      </a:cubicBezTo>
                      <a:cubicBezTo>
                        <a:pt x="8173" y="35981"/>
                        <a:pt x="15877" y="30626"/>
                        <a:pt x="21795" y="23768"/>
                      </a:cubicBezTo>
                      <a:cubicBezTo>
                        <a:pt x="27620" y="17004"/>
                        <a:pt x="31472" y="8361"/>
                        <a:pt x="31190" y="0"/>
                      </a:cubicBezTo>
                      <a:lnTo>
                        <a:pt x="37766" y="28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8" name="Forme libre : forme 1287">
                  <a:extLst>
                    <a:ext uri="{FF2B5EF4-FFF2-40B4-BE49-F238E27FC236}">
                      <a16:creationId xmlns:a16="http://schemas.microsoft.com/office/drawing/2014/main" id="{D4F4D5B8-9BB4-4C73-A695-E48126DD47E9}"/>
                    </a:ext>
                  </a:extLst>
                </p:cNvPr>
                <p:cNvSpPr/>
                <p:nvPr/>
              </p:nvSpPr>
              <p:spPr>
                <a:xfrm>
                  <a:off x="3165849" y="4560851"/>
                  <a:ext cx="44999" cy="21339"/>
                </a:xfrm>
                <a:custGeom>
                  <a:avLst/>
                  <a:gdLst>
                    <a:gd name="connsiteX0" fmla="*/ 45000 w 44999"/>
                    <a:gd name="connsiteY0" fmla="*/ 0 h 21339"/>
                    <a:gd name="connsiteX1" fmla="*/ 38799 w 44999"/>
                    <a:gd name="connsiteY1" fmla="*/ 13716 h 21339"/>
                    <a:gd name="connsiteX2" fmla="*/ 26305 w 44999"/>
                    <a:gd name="connsiteY2" fmla="*/ 20668 h 21339"/>
                    <a:gd name="connsiteX3" fmla="*/ 0 w 44999"/>
                    <a:gd name="connsiteY3" fmla="*/ 16159 h 21339"/>
                    <a:gd name="connsiteX4" fmla="*/ 25459 w 44999"/>
                    <a:gd name="connsiteY4" fmla="*/ 17474 h 21339"/>
                    <a:gd name="connsiteX5" fmla="*/ 38518 w 44999"/>
                    <a:gd name="connsiteY5" fmla="*/ 94 h 21339"/>
                    <a:gd name="connsiteX6" fmla="*/ 45000 w 44999"/>
                    <a:gd name="connsiteY6" fmla="*/ 0 h 21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999" h="21339">
                      <a:moveTo>
                        <a:pt x="45000" y="0"/>
                      </a:moveTo>
                      <a:cubicBezTo>
                        <a:pt x="44812" y="5449"/>
                        <a:pt x="42181" y="10240"/>
                        <a:pt x="38799" y="13716"/>
                      </a:cubicBezTo>
                      <a:cubicBezTo>
                        <a:pt x="35323" y="17192"/>
                        <a:pt x="30908" y="19635"/>
                        <a:pt x="26305" y="20668"/>
                      </a:cubicBezTo>
                      <a:cubicBezTo>
                        <a:pt x="17004" y="22641"/>
                        <a:pt x="7891" y="20010"/>
                        <a:pt x="0" y="16159"/>
                      </a:cubicBezTo>
                      <a:cubicBezTo>
                        <a:pt x="8267" y="18977"/>
                        <a:pt x="17474" y="20292"/>
                        <a:pt x="25459" y="17474"/>
                      </a:cubicBezTo>
                      <a:cubicBezTo>
                        <a:pt x="33163" y="14843"/>
                        <a:pt x="39269" y="7234"/>
                        <a:pt x="38518" y="94"/>
                      </a:cubicBezTo>
                      <a:lnTo>
                        <a:pt x="4500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9" name="Forme libre : forme 1288">
                  <a:extLst>
                    <a:ext uri="{FF2B5EF4-FFF2-40B4-BE49-F238E27FC236}">
                      <a16:creationId xmlns:a16="http://schemas.microsoft.com/office/drawing/2014/main" id="{3BF5EEBC-6FBB-4E80-87CA-5104ECB15FF2}"/>
                    </a:ext>
                  </a:extLst>
                </p:cNvPr>
                <p:cNvSpPr/>
                <p:nvPr/>
              </p:nvSpPr>
              <p:spPr>
                <a:xfrm>
                  <a:off x="3296057" y="4564233"/>
                  <a:ext cx="13503" cy="44248"/>
                </a:xfrm>
                <a:custGeom>
                  <a:avLst/>
                  <a:gdLst>
                    <a:gd name="connsiteX0" fmla="*/ 10992 w 13503"/>
                    <a:gd name="connsiteY0" fmla="*/ 0 h 44248"/>
                    <a:gd name="connsiteX1" fmla="*/ 12401 w 13503"/>
                    <a:gd name="connsiteY1" fmla="*/ 24426 h 44248"/>
                    <a:gd name="connsiteX2" fmla="*/ 0 w 13503"/>
                    <a:gd name="connsiteY2" fmla="*/ 44248 h 44248"/>
                    <a:gd name="connsiteX3" fmla="*/ 9113 w 13503"/>
                    <a:gd name="connsiteY3" fmla="*/ 23862 h 44248"/>
                    <a:gd name="connsiteX4" fmla="*/ 5073 w 13503"/>
                    <a:gd name="connsiteY4" fmla="*/ 2819 h 44248"/>
                    <a:gd name="connsiteX5" fmla="*/ 10992 w 13503"/>
                    <a:gd name="connsiteY5" fmla="*/ 0 h 44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503" h="44248">
                      <a:moveTo>
                        <a:pt x="10992" y="0"/>
                      </a:moveTo>
                      <a:cubicBezTo>
                        <a:pt x="13998" y="8079"/>
                        <a:pt x="14092" y="16440"/>
                        <a:pt x="12401" y="24426"/>
                      </a:cubicBezTo>
                      <a:cubicBezTo>
                        <a:pt x="10522" y="32317"/>
                        <a:pt x="6012" y="39363"/>
                        <a:pt x="0" y="44248"/>
                      </a:cubicBezTo>
                      <a:cubicBezTo>
                        <a:pt x="5261" y="38518"/>
                        <a:pt x="8361" y="31190"/>
                        <a:pt x="9113" y="23862"/>
                      </a:cubicBezTo>
                      <a:cubicBezTo>
                        <a:pt x="9770" y="16534"/>
                        <a:pt x="8361" y="8831"/>
                        <a:pt x="5073" y="2819"/>
                      </a:cubicBezTo>
                      <a:lnTo>
                        <a:pt x="10992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0" name="Forme libre : forme 1289">
                  <a:extLst>
                    <a:ext uri="{FF2B5EF4-FFF2-40B4-BE49-F238E27FC236}">
                      <a16:creationId xmlns:a16="http://schemas.microsoft.com/office/drawing/2014/main" id="{7E187577-FA8B-46F4-9439-F24E2ABAC795}"/>
                    </a:ext>
                  </a:extLst>
                </p:cNvPr>
                <p:cNvSpPr/>
                <p:nvPr/>
              </p:nvSpPr>
              <p:spPr>
                <a:xfrm>
                  <a:off x="3318134" y="4562448"/>
                  <a:ext cx="15017" cy="36732"/>
                </a:xfrm>
                <a:custGeom>
                  <a:avLst/>
                  <a:gdLst>
                    <a:gd name="connsiteX0" fmla="*/ 9207 w 15017"/>
                    <a:gd name="connsiteY0" fmla="*/ 0 h 36732"/>
                    <a:gd name="connsiteX1" fmla="*/ 12871 w 15017"/>
                    <a:gd name="connsiteY1" fmla="*/ 3288 h 36732"/>
                    <a:gd name="connsiteX2" fmla="*/ 13904 w 15017"/>
                    <a:gd name="connsiteY2" fmla="*/ 6013 h 36732"/>
                    <a:gd name="connsiteX3" fmla="*/ 14937 w 15017"/>
                    <a:gd name="connsiteY3" fmla="*/ 11461 h 36732"/>
                    <a:gd name="connsiteX4" fmla="*/ 13622 w 15017"/>
                    <a:gd name="connsiteY4" fmla="*/ 22077 h 36732"/>
                    <a:gd name="connsiteX5" fmla="*/ 0 w 15017"/>
                    <a:gd name="connsiteY5" fmla="*/ 36733 h 36732"/>
                    <a:gd name="connsiteX6" fmla="*/ 10428 w 15017"/>
                    <a:gd name="connsiteY6" fmla="*/ 21232 h 36732"/>
                    <a:gd name="connsiteX7" fmla="*/ 10052 w 15017"/>
                    <a:gd name="connsiteY7" fmla="*/ 12213 h 36732"/>
                    <a:gd name="connsiteX8" fmla="*/ 8549 w 15017"/>
                    <a:gd name="connsiteY8" fmla="*/ 8079 h 36732"/>
                    <a:gd name="connsiteX9" fmla="*/ 7704 w 15017"/>
                    <a:gd name="connsiteY9" fmla="*/ 6388 h 36732"/>
                    <a:gd name="connsiteX10" fmla="*/ 9207 w 15017"/>
                    <a:gd name="connsiteY10" fmla="*/ 0 h 36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17" h="36732">
                      <a:moveTo>
                        <a:pt x="9207" y="0"/>
                      </a:moveTo>
                      <a:cubicBezTo>
                        <a:pt x="11461" y="658"/>
                        <a:pt x="12401" y="2349"/>
                        <a:pt x="12871" y="3288"/>
                      </a:cubicBezTo>
                      <a:cubicBezTo>
                        <a:pt x="13340" y="4415"/>
                        <a:pt x="13622" y="5073"/>
                        <a:pt x="13904" y="6013"/>
                      </a:cubicBezTo>
                      <a:cubicBezTo>
                        <a:pt x="14468" y="7798"/>
                        <a:pt x="14749" y="9583"/>
                        <a:pt x="14937" y="11461"/>
                      </a:cubicBezTo>
                      <a:cubicBezTo>
                        <a:pt x="15219" y="15125"/>
                        <a:pt x="14749" y="18789"/>
                        <a:pt x="13622" y="22077"/>
                      </a:cubicBezTo>
                      <a:cubicBezTo>
                        <a:pt x="11273" y="28841"/>
                        <a:pt x="6106" y="34102"/>
                        <a:pt x="0" y="36733"/>
                      </a:cubicBezTo>
                      <a:cubicBezTo>
                        <a:pt x="5637" y="33163"/>
                        <a:pt x="9488" y="27338"/>
                        <a:pt x="10428" y="21232"/>
                      </a:cubicBezTo>
                      <a:cubicBezTo>
                        <a:pt x="10898" y="18225"/>
                        <a:pt x="10804" y="15125"/>
                        <a:pt x="10052" y="12213"/>
                      </a:cubicBezTo>
                      <a:cubicBezTo>
                        <a:pt x="9676" y="10804"/>
                        <a:pt x="9207" y="9395"/>
                        <a:pt x="8549" y="8079"/>
                      </a:cubicBezTo>
                      <a:cubicBezTo>
                        <a:pt x="8079" y="6670"/>
                        <a:pt x="6576" y="5449"/>
                        <a:pt x="7704" y="6388"/>
                      </a:cubicBezTo>
                      <a:lnTo>
                        <a:pt x="9207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1" name="Forme libre : forme 1290">
                  <a:extLst>
                    <a:ext uri="{FF2B5EF4-FFF2-40B4-BE49-F238E27FC236}">
                      <a16:creationId xmlns:a16="http://schemas.microsoft.com/office/drawing/2014/main" id="{9E039A05-556B-4778-9D24-35A391381B92}"/>
                    </a:ext>
                  </a:extLst>
                </p:cNvPr>
                <p:cNvSpPr/>
                <p:nvPr/>
              </p:nvSpPr>
              <p:spPr>
                <a:xfrm>
                  <a:off x="3287038" y="4565549"/>
                  <a:ext cx="32692" cy="33444"/>
                </a:xfrm>
                <a:custGeom>
                  <a:avLst/>
                  <a:gdLst>
                    <a:gd name="connsiteX0" fmla="*/ 32693 w 32692"/>
                    <a:gd name="connsiteY0" fmla="*/ 376 h 33444"/>
                    <a:gd name="connsiteX1" fmla="*/ 21795 w 32692"/>
                    <a:gd name="connsiteY1" fmla="*/ 23110 h 33444"/>
                    <a:gd name="connsiteX2" fmla="*/ 0 w 32692"/>
                    <a:gd name="connsiteY2" fmla="*/ 33444 h 33444"/>
                    <a:gd name="connsiteX3" fmla="*/ 19353 w 32692"/>
                    <a:gd name="connsiteY3" fmla="*/ 20856 h 33444"/>
                    <a:gd name="connsiteX4" fmla="*/ 26211 w 32692"/>
                    <a:gd name="connsiteY4" fmla="*/ 0 h 33444"/>
                    <a:gd name="connsiteX5" fmla="*/ 32693 w 32692"/>
                    <a:gd name="connsiteY5" fmla="*/ 376 h 33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692" h="33444">
                      <a:moveTo>
                        <a:pt x="32693" y="376"/>
                      </a:moveTo>
                      <a:cubicBezTo>
                        <a:pt x="31753" y="9113"/>
                        <a:pt x="27714" y="17192"/>
                        <a:pt x="21795" y="23110"/>
                      </a:cubicBezTo>
                      <a:cubicBezTo>
                        <a:pt x="15783" y="29029"/>
                        <a:pt x="7985" y="32693"/>
                        <a:pt x="0" y="33444"/>
                      </a:cubicBezTo>
                      <a:cubicBezTo>
                        <a:pt x="7797" y="31565"/>
                        <a:pt x="14749" y="26962"/>
                        <a:pt x="19353" y="20856"/>
                      </a:cubicBezTo>
                      <a:cubicBezTo>
                        <a:pt x="23956" y="14749"/>
                        <a:pt x="26399" y="7234"/>
                        <a:pt x="26211" y="0"/>
                      </a:cubicBezTo>
                      <a:lnTo>
                        <a:pt x="32693" y="37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2" name="Forme libre : forme 1291">
                  <a:extLst>
                    <a:ext uri="{FF2B5EF4-FFF2-40B4-BE49-F238E27FC236}">
                      <a16:creationId xmlns:a16="http://schemas.microsoft.com/office/drawing/2014/main" id="{52751032-F5FE-48D8-9F82-A94B0BF00A6F}"/>
                    </a:ext>
                  </a:extLst>
                </p:cNvPr>
                <p:cNvSpPr/>
                <p:nvPr/>
              </p:nvSpPr>
              <p:spPr>
                <a:xfrm>
                  <a:off x="3224564" y="4563294"/>
                  <a:ext cx="27713" cy="30528"/>
                </a:xfrm>
                <a:custGeom>
                  <a:avLst/>
                  <a:gdLst>
                    <a:gd name="connsiteX0" fmla="*/ 27714 w 27713"/>
                    <a:gd name="connsiteY0" fmla="*/ 0 h 30528"/>
                    <a:gd name="connsiteX1" fmla="*/ 24520 w 27713"/>
                    <a:gd name="connsiteY1" fmla="*/ 11368 h 30528"/>
                    <a:gd name="connsiteX2" fmla="*/ 18883 w 27713"/>
                    <a:gd name="connsiteY2" fmla="*/ 20950 h 30528"/>
                    <a:gd name="connsiteX3" fmla="*/ 0 w 27713"/>
                    <a:gd name="connsiteY3" fmla="*/ 30250 h 30528"/>
                    <a:gd name="connsiteX4" fmla="*/ 16065 w 27713"/>
                    <a:gd name="connsiteY4" fmla="*/ 19165 h 30528"/>
                    <a:gd name="connsiteX5" fmla="*/ 21044 w 27713"/>
                    <a:gd name="connsiteY5" fmla="*/ 188 h 30528"/>
                    <a:gd name="connsiteX6" fmla="*/ 27714 w 27713"/>
                    <a:gd name="connsiteY6" fmla="*/ 0 h 30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713" h="30528">
                      <a:moveTo>
                        <a:pt x="27714" y="0"/>
                      </a:moveTo>
                      <a:cubicBezTo>
                        <a:pt x="27526" y="4228"/>
                        <a:pt x="26117" y="7985"/>
                        <a:pt x="24520" y="11368"/>
                      </a:cubicBezTo>
                      <a:cubicBezTo>
                        <a:pt x="22829" y="14749"/>
                        <a:pt x="21138" y="17850"/>
                        <a:pt x="18883" y="20950"/>
                      </a:cubicBezTo>
                      <a:cubicBezTo>
                        <a:pt x="14656" y="26962"/>
                        <a:pt x="7234" y="31754"/>
                        <a:pt x="0" y="30250"/>
                      </a:cubicBezTo>
                      <a:cubicBezTo>
                        <a:pt x="7422" y="30532"/>
                        <a:pt x="13152" y="25083"/>
                        <a:pt x="16065" y="19165"/>
                      </a:cubicBezTo>
                      <a:cubicBezTo>
                        <a:pt x="18977" y="13153"/>
                        <a:pt x="21701" y="6013"/>
                        <a:pt x="21044" y="188"/>
                      </a:cubicBezTo>
                      <a:lnTo>
                        <a:pt x="27714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3" name="Forme libre : forme 1292">
                  <a:extLst>
                    <a:ext uri="{FF2B5EF4-FFF2-40B4-BE49-F238E27FC236}">
                      <a16:creationId xmlns:a16="http://schemas.microsoft.com/office/drawing/2014/main" id="{8DBC770F-9A5B-4D54-AF53-3EAA94776FA8}"/>
                    </a:ext>
                  </a:extLst>
                </p:cNvPr>
                <p:cNvSpPr/>
                <p:nvPr/>
              </p:nvSpPr>
              <p:spPr>
                <a:xfrm>
                  <a:off x="3184920" y="4560194"/>
                  <a:ext cx="43778" cy="26694"/>
                </a:xfrm>
                <a:custGeom>
                  <a:avLst/>
                  <a:gdLst>
                    <a:gd name="connsiteX0" fmla="*/ 43779 w 43778"/>
                    <a:gd name="connsiteY0" fmla="*/ 3570 h 26694"/>
                    <a:gd name="connsiteX1" fmla="*/ 24238 w 43778"/>
                    <a:gd name="connsiteY1" fmla="*/ 20856 h 26694"/>
                    <a:gd name="connsiteX2" fmla="*/ 12401 w 43778"/>
                    <a:gd name="connsiteY2" fmla="*/ 25835 h 26694"/>
                    <a:gd name="connsiteX3" fmla="*/ 0 w 43778"/>
                    <a:gd name="connsiteY3" fmla="*/ 24708 h 26694"/>
                    <a:gd name="connsiteX4" fmla="*/ 11837 w 43778"/>
                    <a:gd name="connsiteY4" fmla="*/ 24238 h 26694"/>
                    <a:gd name="connsiteX5" fmla="*/ 22453 w 43778"/>
                    <a:gd name="connsiteY5" fmla="*/ 18037 h 26694"/>
                    <a:gd name="connsiteX6" fmla="*/ 38142 w 43778"/>
                    <a:gd name="connsiteY6" fmla="*/ 0 h 26694"/>
                    <a:gd name="connsiteX7" fmla="*/ 43779 w 43778"/>
                    <a:gd name="connsiteY7" fmla="*/ 3570 h 26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778" h="26694">
                      <a:moveTo>
                        <a:pt x="43779" y="3570"/>
                      </a:moveTo>
                      <a:cubicBezTo>
                        <a:pt x="38518" y="10804"/>
                        <a:pt x="31847" y="16722"/>
                        <a:pt x="24238" y="20856"/>
                      </a:cubicBezTo>
                      <a:cubicBezTo>
                        <a:pt x="20480" y="22923"/>
                        <a:pt x="16534" y="24614"/>
                        <a:pt x="12401" y="25835"/>
                      </a:cubicBezTo>
                      <a:cubicBezTo>
                        <a:pt x="8361" y="26962"/>
                        <a:pt x="3476" y="27338"/>
                        <a:pt x="0" y="24708"/>
                      </a:cubicBezTo>
                      <a:cubicBezTo>
                        <a:pt x="3758" y="26868"/>
                        <a:pt x="8173" y="25835"/>
                        <a:pt x="11837" y="24238"/>
                      </a:cubicBezTo>
                      <a:cubicBezTo>
                        <a:pt x="15595" y="22641"/>
                        <a:pt x="19165" y="20480"/>
                        <a:pt x="22453" y="18037"/>
                      </a:cubicBezTo>
                      <a:cubicBezTo>
                        <a:pt x="29029" y="13152"/>
                        <a:pt x="34384" y="6952"/>
                        <a:pt x="38142" y="0"/>
                      </a:cubicBezTo>
                      <a:lnTo>
                        <a:pt x="43779" y="357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4" name="Forme libre : forme 1293">
                  <a:extLst>
                    <a:ext uri="{FF2B5EF4-FFF2-40B4-BE49-F238E27FC236}">
                      <a16:creationId xmlns:a16="http://schemas.microsoft.com/office/drawing/2014/main" id="{BDC73F6B-2103-4C54-A282-32580AFAA3CC}"/>
                    </a:ext>
                  </a:extLst>
                </p:cNvPr>
                <p:cNvSpPr/>
                <p:nvPr/>
              </p:nvSpPr>
              <p:spPr>
                <a:xfrm>
                  <a:off x="3231234" y="4565549"/>
                  <a:ext cx="52421" cy="30532"/>
                </a:xfrm>
                <a:custGeom>
                  <a:avLst/>
                  <a:gdLst>
                    <a:gd name="connsiteX0" fmla="*/ 52421 w 52421"/>
                    <a:gd name="connsiteY0" fmla="*/ 1127 h 30532"/>
                    <a:gd name="connsiteX1" fmla="*/ 31002 w 52421"/>
                    <a:gd name="connsiteY1" fmla="*/ 25459 h 30532"/>
                    <a:gd name="connsiteX2" fmla="*/ 0 w 52421"/>
                    <a:gd name="connsiteY2" fmla="*/ 30532 h 30532"/>
                    <a:gd name="connsiteX3" fmla="*/ 29499 w 52421"/>
                    <a:gd name="connsiteY3" fmla="*/ 22453 h 30532"/>
                    <a:gd name="connsiteX4" fmla="*/ 45845 w 52421"/>
                    <a:gd name="connsiteY4" fmla="*/ 0 h 30532"/>
                    <a:gd name="connsiteX5" fmla="*/ 52421 w 52421"/>
                    <a:gd name="connsiteY5" fmla="*/ 1127 h 30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421" h="30532">
                      <a:moveTo>
                        <a:pt x="52421" y="1127"/>
                      </a:moveTo>
                      <a:cubicBezTo>
                        <a:pt x="49885" y="12870"/>
                        <a:pt x="40772" y="21138"/>
                        <a:pt x="31002" y="25459"/>
                      </a:cubicBezTo>
                      <a:cubicBezTo>
                        <a:pt x="21044" y="29780"/>
                        <a:pt x="10334" y="30532"/>
                        <a:pt x="0" y="30532"/>
                      </a:cubicBezTo>
                      <a:cubicBezTo>
                        <a:pt x="10334" y="29405"/>
                        <a:pt x="20762" y="27432"/>
                        <a:pt x="29499" y="22453"/>
                      </a:cubicBezTo>
                      <a:cubicBezTo>
                        <a:pt x="38142" y="17568"/>
                        <a:pt x="45000" y="9113"/>
                        <a:pt x="45845" y="0"/>
                      </a:cubicBezTo>
                      <a:lnTo>
                        <a:pt x="52421" y="112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5" name="Forme libre : forme 1294">
                  <a:extLst>
                    <a:ext uri="{FF2B5EF4-FFF2-40B4-BE49-F238E27FC236}">
                      <a16:creationId xmlns:a16="http://schemas.microsoft.com/office/drawing/2014/main" id="{3C7B97FB-8F00-46A6-A497-9B647AF3FFBE}"/>
                    </a:ext>
                  </a:extLst>
                </p:cNvPr>
                <p:cNvSpPr/>
                <p:nvPr/>
              </p:nvSpPr>
              <p:spPr>
                <a:xfrm>
                  <a:off x="3257257" y="4566488"/>
                  <a:ext cx="18338" cy="45939"/>
                </a:xfrm>
                <a:custGeom>
                  <a:avLst/>
                  <a:gdLst>
                    <a:gd name="connsiteX0" fmla="*/ 17286 w 18338"/>
                    <a:gd name="connsiteY0" fmla="*/ 0 h 45939"/>
                    <a:gd name="connsiteX1" fmla="*/ 18225 w 18338"/>
                    <a:gd name="connsiteY1" fmla="*/ 12495 h 45939"/>
                    <a:gd name="connsiteX2" fmla="*/ 16628 w 18338"/>
                    <a:gd name="connsiteY2" fmla="*/ 26117 h 45939"/>
                    <a:gd name="connsiteX3" fmla="*/ 0 w 18338"/>
                    <a:gd name="connsiteY3" fmla="*/ 45939 h 45939"/>
                    <a:gd name="connsiteX4" fmla="*/ 13434 w 18338"/>
                    <a:gd name="connsiteY4" fmla="*/ 25271 h 45939"/>
                    <a:gd name="connsiteX5" fmla="*/ 13340 w 18338"/>
                    <a:gd name="connsiteY5" fmla="*/ 13153 h 45939"/>
                    <a:gd name="connsiteX6" fmla="*/ 10710 w 18338"/>
                    <a:gd name="connsiteY6" fmla="*/ 94 h 45939"/>
                    <a:gd name="connsiteX7" fmla="*/ 17286 w 18338"/>
                    <a:gd name="connsiteY7" fmla="*/ 0 h 45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38" h="45939">
                      <a:moveTo>
                        <a:pt x="17286" y="0"/>
                      </a:moveTo>
                      <a:cubicBezTo>
                        <a:pt x="17004" y="3758"/>
                        <a:pt x="17850" y="7985"/>
                        <a:pt x="18225" y="12495"/>
                      </a:cubicBezTo>
                      <a:cubicBezTo>
                        <a:pt x="18601" y="17098"/>
                        <a:pt x="18037" y="21795"/>
                        <a:pt x="16628" y="26117"/>
                      </a:cubicBezTo>
                      <a:cubicBezTo>
                        <a:pt x="13810" y="34760"/>
                        <a:pt x="7704" y="41994"/>
                        <a:pt x="0" y="45939"/>
                      </a:cubicBezTo>
                      <a:cubicBezTo>
                        <a:pt x="7140" y="41054"/>
                        <a:pt x="11931" y="33351"/>
                        <a:pt x="13434" y="25271"/>
                      </a:cubicBezTo>
                      <a:cubicBezTo>
                        <a:pt x="14280" y="21232"/>
                        <a:pt x="14186" y="17192"/>
                        <a:pt x="13340" y="13153"/>
                      </a:cubicBezTo>
                      <a:cubicBezTo>
                        <a:pt x="12495" y="9113"/>
                        <a:pt x="11086" y="4979"/>
                        <a:pt x="10710" y="94"/>
                      </a:cubicBezTo>
                      <a:lnTo>
                        <a:pt x="17286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6" name="Forme libre : forme 1295">
                  <a:extLst>
                    <a:ext uri="{FF2B5EF4-FFF2-40B4-BE49-F238E27FC236}">
                      <a16:creationId xmlns:a16="http://schemas.microsoft.com/office/drawing/2014/main" id="{304B6919-E8E9-4BF2-B14D-4D5211B79FA6}"/>
                    </a:ext>
                  </a:extLst>
                </p:cNvPr>
                <p:cNvSpPr/>
                <p:nvPr/>
              </p:nvSpPr>
              <p:spPr>
                <a:xfrm>
                  <a:off x="3335608" y="4564233"/>
                  <a:ext cx="16190" cy="31283"/>
                </a:xfrm>
                <a:custGeom>
                  <a:avLst/>
                  <a:gdLst>
                    <a:gd name="connsiteX0" fmla="*/ 15595 w 16190"/>
                    <a:gd name="connsiteY0" fmla="*/ 658 h 31283"/>
                    <a:gd name="connsiteX1" fmla="*/ 15595 w 16190"/>
                    <a:gd name="connsiteY1" fmla="*/ 4697 h 31283"/>
                    <a:gd name="connsiteX2" fmla="*/ 16159 w 16190"/>
                    <a:gd name="connsiteY2" fmla="*/ 9113 h 31283"/>
                    <a:gd name="connsiteX3" fmla="*/ 14374 w 16190"/>
                    <a:gd name="connsiteY3" fmla="*/ 19165 h 31283"/>
                    <a:gd name="connsiteX4" fmla="*/ 0 w 16190"/>
                    <a:gd name="connsiteY4" fmla="*/ 31284 h 31283"/>
                    <a:gd name="connsiteX5" fmla="*/ 10804 w 16190"/>
                    <a:gd name="connsiteY5" fmla="*/ 18038 h 31283"/>
                    <a:gd name="connsiteX6" fmla="*/ 10616 w 16190"/>
                    <a:gd name="connsiteY6" fmla="*/ 9864 h 31283"/>
                    <a:gd name="connsiteX7" fmla="*/ 9301 w 16190"/>
                    <a:gd name="connsiteY7" fmla="*/ 5167 h 31283"/>
                    <a:gd name="connsiteX8" fmla="*/ 9019 w 16190"/>
                    <a:gd name="connsiteY8" fmla="*/ 0 h 31283"/>
                    <a:gd name="connsiteX9" fmla="*/ 15595 w 16190"/>
                    <a:gd name="connsiteY9" fmla="*/ 658 h 31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190" h="31283">
                      <a:moveTo>
                        <a:pt x="15595" y="658"/>
                      </a:moveTo>
                      <a:cubicBezTo>
                        <a:pt x="15501" y="1503"/>
                        <a:pt x="15595" y="3476"/>
                        <a:pt x="15595" y="4697"/>
                      </a:cubicBezTo>
                      <a:cubicBezTo>
                        <a:pt x="15407" y="4979"/>
                        <a:pt x="16159" y="7516"/>
                        <a:pt x="16159" y="9113"/>
                      </a:cubicBezTo>
                      <a:cubicBezTo>
                        <a:pt x="16347" y="12589"/>
                        <a:pt x="15689" y="16065"/>
                        <a:pt x="14374" y="19165"/>
                      </a:cubicBezTo>
                      <a:cubicBezTo>
                        <a:pt x="11743" y="25459"/>
                        <a:pt x="6106" y="29875"/>
                        <a:pt x="0" y="31284"/>
                      </a:cubicBezTo>
                      <a:cubicBezTo>
                        <a:pt x="5637" y="28747"/>
                        <a:pt x="9770" y="23580"/>
                        <a:pt x="10804" y="18038"/>
                      </a:cubicBezTo>
                      <a:cubicBezTo>
                        <a:pt x="11367" y="15313"/>
                        <a:pt x="11273" y="12401"/>
                        <a:pt x="10616" y="9864"/>
                      </a:cubicBezTo>
                      <a:cubicBezTo>
                        <a:pt x="10428" y="8361"/>
                        <a:pt x="9582" y="7985"/>
                        <a:pt x="9301" y="5167"/>
                      </a:cubicBezTo>
                      <a:cubicBezTo>
                        <a:pt x="9113" y="3382"/>
                        <a:pt x="9019" y="2255"/>
                        <a:pt x="9019" y="0"/>
                      </a:cubicBezTo>
                      <a:lnTo>
                        <a:pt x="15595" y="65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7" name="Forme libre : forme 1296">
                  <a:extLst>
                    <a:ext uri="{FF2B5EF4-FFF2-40B4-BE49-F238E27FC236}">
                      <a16:creationId xmlns:a16="http://schemas.microsoft.com/office/drawing/2014/main" id="{3E97AB03-ECB8-45F7-ABF2-B3BD477A83B1}"/>
                    </a:ext>
                  </a:extLst>
                </p:cNvPr>
                <p:cNvSpPr/>
                <p:nvPr/>
              </p:nvSpPr>
              <p:spPr>
                <a:xfrm>
                  <a:off x="3335702" y="4566582"/>
                  <a:ext cx="13187" cy="39550"/>
                </a:xfrm>
                <a:custGeom>
                  <a:avLst/>
                  <a:gdLst>
                    <a:gd name="connsiteX0" fmla="*/ 5637 w 13187"/>
                    <a:gd name="connsiteY0" fmla="*/ 0 h 39550"/>
                    <a:gd name="connsiteX1" fmla="*/ 13058 w 13187"/>
                    <a:gd name="connsiteY1" fmla="*/ 20104 h 39550"/>
                    <a:gd name="connsiteX2" fmla="*/ 11086 w 13187"/>
                    <a:gd name="connsiteY2" fmla="*/ 30814 h 39550"/>
                    <a:gd name="connsiteX3" fmla="*/ 5261 w 13187"/>
                    <a:gd name="connsiteY3" fmla="*/ 39551 h 39550"/>
                    <a:gd name="connsiteX4" fmla="*/ 9864 w 13187"/>
                    <a:gd name="connsiteY4" fmla="*/ 20668 h 39550"/>
                    <a:gd name="connsiteX5" fmla="*/ 0 w 13187"/>
                    <a:gd name="connsiteY5" fmla="*/ 3288 h 39550"/>
                    <a:gd name="connsiteX6" fmla="*/ 5637 w 13187"/>
                    <a:gd name="connsiteY6" fmla="*/ 0 h 3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87" h="39550">
                      <a:moveTo>
                        <a:pt x="5637" y="0"/>
                      </a:moveTo>
                      <a:cubicBezTo>
                        <a:pt x="8361" y="6294"/>
                        <a:pt x="12119" y="12495"/>
                        <a:pt x="13058" y="20104"/>
                      </a:cubicBezTo>
                      <a:cubicBezTo>
                        <a:pt x="13528" y="23862"/>
                        <a:pt x="12683" y="27714"/>
                        <a:pt x="11086" y="30814"/>
                      </a:cubicBezTo>
                      <a:cubicBezTo>
                        <a:pt x="9488" y="34008"/>
                        <a:pt x="7422" y="36827"/>
                        <a:pt x="5261" y="39551"/>
                      </a:cubicBezTo>
                      <a:cubicBezTo>
                        <a:pt x="8643" y="33633"/>
                        <a:pt x="11743" y="26868"/>
                        <a:pt x="9864" y="20668"/>
                      </a:cubicBezTo>
                      <a:cubicBezTo>
                        <a:pt x="8173" y="14468"/>
                        <a:pt x="3758" y="9113"/>
                        <a:pt x="0" y="3288"/>
                      </a:cubicBezTo>
                      <a:lnTo>
                        <a:pt x="5637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8" name="Forme libre : forme 1297">
                  <a:extLst>
                    <a:ext uri="{FF2B5EF4-FFF2-40B4-BE49-F238E27FC236}">
                      <a16:creationId xmlns:a16="http://schemas.microsoft.com/office/drawing/2014/main" id="{A8A72FBA-50EC-4BF6-9081-B753A60B853E}"/>
                    </a:ext>
                  </a:extLst>
                </p:cNvPr>
                <p:cNvSpPr/>
                <p:nvPr/>
              </p:nvSpPr>
              <p:spPr>
                <a:xfrm>
                  <a:off x="3352048" y="4559536"/>
                  <a:ext cx="18902" cy="42181"/>
                </a:xfrm>
                <a:custGeom>
                  <a:avLst/>
                  <a:gdLst>
                    <a:gd name="connsiteX0" fmla="*/ 17098 w 18902"/>
                    <a:gd name="connsiteY0" fmla="*/ 0 h 42181"/>
                    <a:gd name="connsiteX1" fmla="*/ 18883 w 18902"/>
                    <a:gd name="connsiteY1" fmla="*/ 12683 h 42181"/>
                    <a:gd name="connsiteX2" fmla="*/ 16440 w 18902"/>
                    <a:gd name="connsiteY2" fmla="*/ 24895 h 42181"/>
                    <a:gd name="connsiteX3" fmla="*/ 9113 w 18902"/>
                    <a:gd name="connsiteY3" fmla="*/ 34666 h 42181"/>
                    <a:gd name="connsiteX4" fmla="*/ 0 w 18902"/>
                    <a:gd name="connsiteY4" fmla="*/ 42181 h 42181"/>
                    <a:gd name="connsiteX5" fmla="*/ 7704 w 18902"/>
                    <a:gd name="connsiteY5" fmla="*/ 33539 h 42181"/>
                    <a:gd name="connsiteX6" fmla="*/ 13058 w 18902"/>
                    <a:gd name="connsiteY6" fmla="*/ 23768 h 42181"/>
                    <a:gd name="connsiteX7" fmla="*/ 13810 w 18902"/>
                    <a:gd name="connsiteY7" fmla="*/ 12964 h 42181"/>
                    <a:gd name="connsiteX8" fmla="*/ 11180 w 18902"/>
                    <a:gd name="connsiteY8" fmla="*/ 2912 h 42181"/>
                    <a:gd name="connsiteX9" fmla="*/ 17098 w 18902"/>
                    <a:gd name="connsiteY9" fmla="*/ 0 h 42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902" h="42181">
                      <a:moveTo>
                        <a:pt x="17098" y="0"/>
                      </a:moveTo>
                      <a:cubicBezTo>
                        <a:pt x="18789" y="4415"/>
                        <a:pt x="18977" y="8549"/>
                        <a:pt x="18883" y="12683"/>
                      </a:cubicBezTo>
                      <a:cubicBezTo>
                        <a:pt x="18695" y="16816"/>
                        <a:pt x="18037" y="20950"/>
                        <a:pt x="16440" y="24895"/>
                      </a:cubicBezTo>
                      <a:cubicBezTo>
                        <a:pt x="14655" y="28841"/>
                        <a:pt x="11931" y="31848"/>
                        <a:pt x="9113" y="34666"/>
                      </a:cubicBezTo>
                      <a:cubicBezTo>
                        <a:pt x="6294" y="37484"/>
                        <a:pt x="3194" y="39833"/>
                        <a:pt x="0" y="42181"/>
                      </a:cubicBezTo>
                      <a:cubicBezTo>
                        <a:pt x="2724" y="39457"/>
                        <a:pt x="5449" y="36545"/>
                        <a:pt x="7704" y="33539"/>
                      </a:cubicBezTo>
                      <a:cubicBezTo>
                        <a:pt x="9958" y="30532"/>
                        <a:pt x="12025" y="27056"/>
                        <a:pt x="13058" y="23768"/>
                      </a:cubicBezTo>
                      <a:cubicBezTo>
                        <a:pt x="13998" y="20386"/>
                        <a:pt x="14186" y="16534"/>
                        <a:pt x="13810" y="12964"/>
                      </a:cubicBezTo>
                      <a:cubicBezTo>
                        <a:pt x="13434" y="9395"/>
                        <a:pt x="12683" y="5637"/>
                        <a:pt x="11180" y="2912"/>
                      </a:cubicBezTo>
                      <a:lnTo>
                        <a:pt x="17098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9" name="Forme libre : forme 1298">
                  <a:extLst>
                    <a:ext uri="{FF2B5EF4-FFF2-40B4-BE49-F238E27FC236}">
                      <a16:creationId xmlns:a16="http://schemas.microsoft.com/office/drawing/2014/main" id="{D8855B26-260C-448E-93CB-B12E9D55D439}"/>
                    </a:ext>
                  </a:extLst>
                </p:cNvPr>
                <p:cNvSpPr/>
                <p:nvPr/>
              </p:nvSpPr>
              <p:spPr>
                <a:xfrm>
                  <a:off x="3261673" y="4565267"/>
                  <a:ext cx="28559" cy="38510"/>
                </a:xfrm>
                <a:custGeom>
                  <a:avLst/>
                  <a:gdLst>
                    <a:gd name="connsiteX0" fmla="*/ 28559 w 28559"/>
                    <a:gd name="connsiteY0" fmla="*/ 657 h 38510"/>
                    <a:gd name="connsiteX1" fmla="*/ 19728 w 28559"/>
                    <a:gd name="connsiteY1" fmla="*/ 24520 h 38510"/>
                    <a:gd name="connsiteX2" fmla="*/ 11461 w 28559"/>
                    <a:gd name="connsiteY2" fmla="*/ 34102 h 38510"/>
                    <a:gd name="connsiteX3" fmla="*/ 0 w 28559"/>
                    <a:gd name="connsiteY3" fmla="*/ 38424 h 38510"/>
                    <a:gd name="connsiteX4" fmla="*/ 10240 w 28559"/>
                    <a:gd name="connsiteY4" fmla="*/ 32881 h 38510"/>
                    <a:gd name="connsiteX5" fmla="*/ 16722 w 28559"/>
                    <a:gd name="connsiteY5" fmla="*/ 22923 h 38510"/>
                    <a:gd name="connsiteX6" fmla="*/ 21889 w 28559"/>
                    <a:gd name="connsiteY6" fmla="*/ 0 h 38510"/>
                    <a:gd name="connsiteX7" fmla="*/ 28559 w 28559"/>
                    <a:gd name="connsiteY7" fmla="*/ 657 h 38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559" h="38510">
                      <a:moveTo>
                        <a:pt x="28559" y="657"/>
                      </a:moveTo>
                      <a:cubicBezTo>
                        <a:pt x="27150" y="9206"/>
                        <a:pt x="24238" y="17286"/>
                        <a:pt x="19728" y="24520"/>
                      </a:cubicBezTo>
                      <a:cubicBezTo>
                        <a:pt x="17474" y="28090"/>
                        <a:pt x="14749" y="31471"/>
                        <a:pt x="11461" y="34102"/>
                      </a:cubicBezTo>
                      <a:cubicBezTo>
                        <a:pt x="8267" y="36732"/>
                        <a:pt x="4134" y="38987"/>
                        <a:pt x="0" y="38424"/>
                      </a:cubicBezTo>
                      <a:cubicBezTo>
                        <a:pt x="4228" y="38424"/>
                        <a:pt x="7610" y="35793"/>
                        <a:pt x="10240" y="32881"/>
                      </a:cubicBezTo>
                      <a:cubicBezTo>
                        <a:pt x="12964" y="29969"/>
                        <a:pt x="15031" y="26492"/>
                        <a:pt x="16722" y="22923"/>
                      </a:cubicBezTo>
                      <a:cubicBezTo>
                        <a:pt x="20010" y="15689"/>
                        <a:pt x="21701" y="7797"/>
                        <a:pt x="21889" y="0"/>
                      </a:cubicBezTo>
                      <a:lnTo>
                        <a:pt x="28559" y="65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0" name="Forme libre : forme 1299">
                  <a:extLst>
                    <a:ext uri="{FF2B5EF4-FFF2-40B4-BE49-F238E27FC236}">
                      <a16:creationId xmlns:a16="http://schemas.microsoft.com/office/drawing/2014/main" id="{A664DF55-35B7-4A91-A0F2-A480CD8D2137}"/>
                    </a:ext>
                  </a:extLst>
                </p:cNvPr>
                <p:cNvSpPr/>
                <p:nvPr/>
              </p:nvSpPr>
              <p:spPr>
                <a:xfrm>
                  <a:off x="3200139" y="4563857"/>
                  <a:ext cx="44530" cy="26032"/>
                </a:xfrm>
                <a:custGeom>
                  <a:avLst/>
                  <a:gdLst>
                    <a:gd name="connsiteX0" fmla="*/ 44530 w 44530"/>
                    <a:gd name="connsiteY0" fmla="*/ 564 h 26032"/>
                    <a:gd name="connsiteX1" fmla="*/ 39363 w 44530"/>
                    <a:gd name="connsiteY1" fmla="*/ 14655 h 26032"/>
                    <a:gd name="connsiteX2" fmla="*/ 27808 w 44530"/>
                    <a:gd name="connsiteY2" fmla="*/ 23862 h 26032"/>
                    <a:gd name="connsiteX3" fmla="*/ 13810 w 44530"/>
                    <a:gd name="connsiteY3" fmla="*/ 26023 h 26032"/>
                    <a:gd name="connsiteX4" fmla="*/ 0 w 44530"/>
                    <a:gd name="connsiteY4" fmla="*/ 25929 h 26032"/>
                    <a:gd name="connsiteX5" fmla="*/ 13716 w 44530"/>
                    <a:gd name="connsiteY5" fmla="*/ 24332 h 26032"/>
                    <a:gd name="connsiteX6" fmla="*/ 26493 w 44530"/>
                    <a:gd name="connsiteY6" fmla="*/ 20856 h 26032"/>
                    <a:gd name="connsiteX7" fmla="*/ 37954 w 44530"/>
                    <a:gd name="connsiteY7" fmla="*/ 0 h 26032"/>
                    <a:gd name="connsiteX8" fmla="*/ 44530 w 44530"/>
                    <a:gd name="connsiteY8" fmla="*/ 564 h 26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530" h="26032">
                      <a:moveTo>
                        <a:pt x="44530" y="564"/>
                      </a:moveTo>
                      <a:cubicBezTo>
                        <a:pt x="43872" y="5543"/>
                        <a:pt x="42181" y="10428"/>
                        <a:pt x="39363" y="14655"/>
                      </a:cubicBezTo>
                      <a:cubicBezTo>
                        <a:pt x="36639" y="18883"/>
                        <a:pt x="32411" y="22265"/>
                        <a:pt x="27808" y="23862"/>
                      </a:cubicBezTo>
                      <a:cubicBezTo>
                        <a:pt x="23204" y="25553"/>
                        <a:pt x="18413" y="26117"/>
                        <a:pt x="13810" y="26023"/>
                      </a:cubicBezTo>
                      <a:lnTo>
                        <a:pt x="0" y="25929"/>
                      </a:lnTo>
                      <a:lnTo>
                        <a:pt x="13716" y="24332"/>
                      </a:lnTo>
                      <a:cubicBezTo>
                        <a:pt x="18319" y="23956"/>
                        <a:pt x="22641" y="22735"/>
                        <a:pt x="26493" y="20856"/>
                      </a:cubicBezTo>
                      <a:cubicBezTo>
                        <a:pt x="34290" y="17004"/>
                        <a:pt x="37954" y="8267"/>
                        <a:pt x="37954" y="0"/>
                      </a:cubicBezTo>
                      <a:lnTo>
                        <a:pt x="44530" y="564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301" name="Forme libre : forme 1300">
                <a:extLst>
                  <a:ext uri="{FF2B5EF4-FFF2-40B4-BE49-F238E27FC236}">
                    <a16:creationId xmlns:a16="http://schemas.microsoft.com/office/drawing/2014/main" id="{740A79E3-E93A-43BC-8409-867B5E48DC24}"/>
                  </a:ext>
                </a:extLst>
              </p:cNvPr>
              <p:cNvSpPr/>
              <p:nvPr/>
            </p:nvSpPr>
            <p:spPr>
              <a:xfrm>
                <a:off x="3076507" y="4310212"/>
                <a:ext cx="377725" cy="112774"/>
              </a:xfrm>
              <a:custGeom>
                <a:avLst/>
                <a:gdLst>
                  <a:gd name="connsiteX0" fmla="*/ 373244 w 377725"/>
                  <a:gd name="connsiteY0" fmla="*/ 104837 h 112774"/>
                  <a:gd name="connsiteX1" fmla="*/ 365447 w 377725"/>
                  <a:gd name="connsiteY1" fmla="*/ 57958 h 112774"/>
                  <a:gd name="connsiteX2" fmla="*/ 185260 w 377725"/>
                  <a:gd name="connsiteY2" fmla="*/ 19722 h 112774"/>
                  <a:gd name="connsiteX3" fmla="*/ 0 w 377725"/>
                  <a:gd name="connsiteY3" fmla="*/ 49409 h 112774"/>
                  <a:gd name="connsiteX4" fmla="*/ 152285 w 377725"/>
                  <a:gd name="connsiteY4" fmla="*/ 52509 h 112774"/>
                  <a:gd name="connsiteX5" fmla="*/ 373244 w 377725"/>
                  <a:gd name="connsiteY5" fmla="*/ 104837 h 11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725" h="112774">
                    <a:moveTo>
                      <a:pt x="373244" y="104837"/>
                    </a:moveTo>
                    <a:cubicBezTo>
                      <a:pt x="381606" y="94878"/>
                      <a:pt x="377848" y="65192"/>
                      <a:pt x="365447" y="57958"/>
                    </a:cubicBezTo>
                    <a:cubicBezTo>
                      <a:pt x="358307" y="53824"/>
                      <a:pt x="248861" y="39169"/>
                      <a:pt x="185260" y="19722"/>
                    </a:cubicBezTo>
                    <a:cubicBezTo>
                      <a:pt x="142327" y="6570"/>
                      <a:pt x="76471" y="-29505"/>
                      <a:pt x="0" y="49409"/>
                    </a:cubicBezTo>
                    <a:cubicBezTo>
                      <a:pt x="0" y="49409"/>
                      <a:pt x="84269" y="11173"/>
                      <a:pt x="152285" y="52509"/>
                    </a:cubicBezTo>
                    <a:cubicBezTo>
                      <a:pt x="220302" y="93845"/>
                      <a:pt x="352952" y="129075"/>
                      <a:pt x="373244" y="104837"/>
                    </a:cubicBezTo>
                    <a:close/>
                  </a:path>
                </a:pathLst>
              </a:custGeom>
              <a:solidFill>
                <a:srgbClr val="B5857D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2" name="Forme libre : forme 1301">
                <a:extLst>
                  <a:ext uri="{FF2B5EF4-FFF2-40B4-BE49-F238E27FC236}">
                    <a16:creationId xmlns:a16="http://schemas.microsoft.com/office/drawing/2014/main" id="{32ECBD22-57B4-4C27-A6AD-9E696EAD16B7}"/>
                  </a:ext>
                </a:extLst>
              </p:cNvPr>
              <p:cNvSpPr/>
              <p:nvPr/>
            </p:nvSpPr>
            <p:spPr>
              <a:xfrm>
                <a:off x="3435622" y="4807645"/>
                <a:ext cx="62040" cy="127577"/>
              </a:xfrm>
              <a:custGeom>
                <a:avLst/>
                <a:gdLst>
                  <a:gd name="connsiteX0" fmla="*/ 17229 w 62040"/>
                  <a:gd name="connsiteY0" fmla="*/ 0 h 127577"/>
                  <a:gd name="connsiteX1" fmla="*/ 11123 w 62040"/>
                  <a:gd name="connsiteY1" fmla="*/ 38799 h 127577"/>
                  <a:gd name="connsiteX2" fmla="*/ 9150 w 62040"/>
                  <a:gd name="connsiteY2" fmla="*/ 57588 h 127577"/>
                  <a:gd name="connsiteX3" fmla="*/ 10747 w 62040"/>
                  <a:gd name="connsiteY3" fmla="*/ 75908 h 127577"/>
                  <a:gd name="connsiteX4" fmla="*/ 29912 w 62040"/>
                  <a:gd name="connsiteY4" fmla="*/ 106064 h 127577"/>
                  <a:gd name="connsiteX5" fmla="*/ 62041 w 62040"/>
                  <a:gd name="connsiteY5" fmla="*/ 127578 h 127577"/>
                  <a:gd name="connsiteX6" fmla="*/ 25308 w 62040"/>
                  <a:gd name="connsiteY6" fmla="*/ 111795 h 127577"/>
                  <a:gd name="connsiteX7" fmla="*/ 10465 w 62040"/>
                  <a:gd name="connsiteY7" fmla="*/ 97327 h 127577"/>
                  <a:gd name="connsiteX8" fmla="*/ 1540 w 62040"/>
                  <a:gd name="connsiteY8" fmla="*/ 78068 h 127577"/>
                  <a:gd name="connsiteX9" fmla="*/ 225 w 62040"/>
                  <a:gd name="connsiteY9" fmla="*/ 57306 h 127577"/>
                  <a:gd name="connsiteX10" fmla="*/ 3889 w 62040"/>
                  <a:gd name="connsiteY10" fmla="*/ 37296 h 127577"/>
                  <a:gd name="connsiteX11" fmla="*/ 17229 w 62040"/>
                  <a:gd name="connsiteY11" fmla="*/ 0 h 127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040" h="127577">
                    <a:moveTo>
                      <a:pt x="17229" y="0"/>
                    </a:moveTo>
                    <a:cubicBezTo>
                      <a:pt x="15350" y="13059"/>
                      <a:pt x="13189" y="26023"/>
                      <a:pt x="11123" y="38799"/>
                    </a:cubicBezTo>
                    <a:cubicBezTo>
                      <a:pt x="10277" y="45188"/>
                      <a:pt x="9056" y="51576"/>
                      <a:pt x="9150" y="57588"/>
                    </a:cubicBezTo>
                    <a:cubicBezTo>
                      <a:pt x="8962" y="64071"/>
                      <a:pt x="9244" y="70083"/>
                      <a:pt x="10747" y="75908"/>
                    </a:cubicBezTo>
                    <a:cubicBezTo>
                      <a:pt x="13283" y="87651"/>
                      <a:pt x="20705" y="97703"/>
                      <a:pt x="29912" y="106064"/>
                    </a:cubicBezTo>
                    <a:cubicBezTo>
                      <a:pt x="39400" y="114237"/>
                      <a:pt x="50486" y="121096"/>
                      <a:pt x="62041" y="127578"/>
                    </a:cubicBezTo>
                    <a:cubicBezTo>
                      <a:pt x="49170" y="124571"/>
                      <a:pt x="36488" y="119780"/>
                      <a:pt x="25308" y="111795"/>
                    </a:cubicBezTo>
                    <a:cubicBezTo>
                      <a:pt x="19859" y="107661"/>
                      <a:pt x="14599" y="103058"/>
                      <a:pt x="10465" y="97327"/>
                    </a:cubicBezTo>
                    <a:cubicBezTo>
                      <a:pt x="6331" y="91597"/>
                      <a:pt x="3231" y="85020"/>
                      <a:pt x="1540" y="78068"/>
                    </a:cubicBezTo>
                    <a:cubicBezTo>
                      <a:pt x="-57" y="71117"/>
                      <a:pt x="-245" y="63883"/>
                      <a:pt x="225" y="57306"/>
                    </a:cubicBezTo>
                    <a:cubicBezTo>
                      <a:pt x="695" y="50260"/>
                      <a:pt x="2198" y="43685"/>
                      <a:pt x="3889" y="37296"/>
                    </a:cubicBezTo>
                    <a:cubicBezTo>
                      <a:pt x="7365" y="24426"/>
                      <a:pt x="11874" y="12119"/>
                      <a:pt x="1722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3" name="Forme libre : forme 1302">
                <a:extLst>
                  <a:ext uri="{FF2B5EF4-FFF2-40B4-BE49-F238E27FC236}">
                    <a16:creationId xmlns:a16="http://schemas.microsoft.com/office/drawing/2014/main" id="{56696D95-2F26-4158-877E-951D08BA9421}"/>
                  </a:ext>
                </a:extLst>
              </p:cNvPr>
              <p:cNvSpPr/>
              <p:nvPr/>
            </p:nvSpPr>
            <p:spPr>
              <a:xfrm>
                <a:off x="3360691" y="5051621"/>
                <a:ext cx="231293" cy="82953"/>
              </a:xfrm>
              <a:custGeom>
                <a:avLst/>
                <a:gdLst>
                  <a:gd name="connsiteX0" fmla="*/ 231293 w 231293"/>
                  <a:gd name="connsiteY0" fmla="*/ 20481 h 82953"/>
                  <a:gd name="connsiteX1" fmla="*/ 200667 w 231293"/>
                  <a:gd name="connsiteY1" fmla="*/ 12213 h 82953"/>
                  <a:gd name="connsiteX2" fmla="*/ 185354 w 231293"/>
                  <a:gd name="connsiteY2" fmla="*/ 8455 h 82953"/>
                  <a:gd name="connsiteX3" fmla="*/ 170698 w 231293"/>
                  <a:gd name="connsiteY3" fmla="*/ 6389 h 82953"/>
                  <a:gd name="connsiteX4" fmla="*/ 142515 w 231293"/>
                  <a:gd name="connsiteY4" fmla="*/ 17474 h 82953"/>
                  <a:gd name="connsiteX5" fmla="*/ 114519 w 231293"/>
                  <a:gd name="connsiteY5" fmla="*/ 32036 h 82953"/>
                  <a:gd name="connsiteX6" fmla="*/ 85208 w 231293"/>
                  <a:gd name="connsiteY6" fmla="*/ 45564 h 82953"/>
                  <a:gd name="connsiteX7" fmla="*/ 54676 w 231293"/>
                  <a:gd name="connsiteY7" fmla="*/ 54583 h 82953"/>
                  <a:gd name="connsiteX8" fmla="*/ 25177 w 231293"/>
                  <a:gd name="connsiteY8" fmla="*/ 64916 h 82953"/>
                  <a:gd name="connsiteX9" fmla="*/ 0 w 231293"/>
                  <a:gd name="connsiteY9" fmla="*/ 82954 h 82953"/>
                  <a:gd name="connsiteX10" fmla="*/ 22923 w 231293"/>
                  <a:gd name="connsiteY10" fmla="*/ 60689 h 82953"/>
                  <a:gd name="connsiteX11" fmla="*/ 52234 w 231293"/>
                  <a:gd name="connsiteY11" fmla="*/ 47443 h 82953"/>
                  <a:gd name="connsiteX12" fmla="*/ 82014 w 231293"/>
                  <a:gd name="connsiteY12" fmla="*/ 37014 h 82953"/>
                  <a:gd name="connsiteX13" fmla="*/ 110104 w 231293"/>
                  <a:gd name="connsiteY13" fmla="*/ 23768 h 82953"/>
                  <a:gd name="connsiteX14" fmla="*/ 138663 w 231293"/>
                  <a:gd name="connsiteY14" fmla="*/ 9771 h 82953"/>
                  <a:gd name="connsiteX15" fmla="*/ 170041 w 231293"/>
                  <a:gd name="connsiteY15" fmla="*/ 0 h 82953"/>
                  <a:gd name="connsiteX16" fmla="*/ 186481 w 231293"/>
                  <a:gd name="connsiteY16" fmla="*/ 3288 h 82953"/>
                  <a:gd name="connsiteX17" fmla="*/ 201606 w 231293"/>
                  <a:gd name="connsiteY17" fmla="*/ 8455 h 82953"/>
                  <a:gd name="connsiteX18" fmla="*/ 231293 w 231293"/>
                  <a:gd name="connsiteY18" fmla="*/ 20481 h 82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1293" h="82953">
                    <a:moveTo>
                      <a:pt x="231293" y="20481"/>
                    </a:moveTo>
                    <a:cubicBezTo>
                      <a:pt x="221053" y="17756"/>
                      <a:pt x="210907" y="14749"/>
                      <a:pt x="200667" y="12213"/>
                    </a:cubicBezTo>
                    <a:lnTo>
                      <a:pt x="185354" y="8455"/>
                    </a:lnTo>
                    <a:cubicBezTo>
                      <a:pt x="180469" y="7516"/>
                      <a:pt x="174738" y="5919"/>
                      <a:pt x="170698" y="6389"/>
                    </a:cubicBezTo>
                    <a:cubicBezTo>
                      <a:pt x="161398" y="7986"/>
                      <a:pt x="151815" y="13059"/>
                      <a:pt x="142515" y="17474"/>
                    </a:cubicBezTo>
                    <a:lnTo>
                      <a:pt x="114519" y="32036"/>
                    </a:lnTo>
                    <a:cubicBezTo>
                      <a:pt x="105125" y="36921"/>
                      <a:pt x="95636" y="41900"/>
                      <a:pt x="85208" y="45564"/>
                    </a:cubicBezTo>
                    <a:cubicBezTo>
                      <a:pt x="74968" y="48946"/>
                      <a:pt x="64728" y="51764"/>
                      <a:pt x="54676" y="54583"/>
                    </a:cubicBezTo>
                    <a:cubicBezTo>
                      <a:pt x="44624" y="57401"/>
                      <a:pt x="34572" y="60595"/>
                      <a:pt x="25177" y="64916"/>
                    </a:cubicBezTo>
                    <a:cubicBezTo>
                      <a:pt x="15689" y="69050"/>
                      <a:pt x="6670" y="74593"/>
                      <a:pt x="0" y="82954"/>
                    </a:cubicBezTo>
                    <a:cubicBezTo>
                      <a:pt x="4791" y="73278"/>
                      <a:pt x="13810" y="66326"/>
                      <a:pt x="22923" y="60689"/>
                    </a:cubicBezTo>
                    <a:cubicBezTo>
                      <a:pt x="32317" y="55334"/>
                      <a:pt x="42275" y="51200"/>
                      <a:pt x="52234" y="47443"/>
                    </a:cubicBezTo>
                    <a:lnTo>
                      <a:pt x="82014" y="37014"/>
                    </a:lnTo>
                    <a:cubicBezTo>
                      <a:pt x="91503" y="33633"/>
                      <a:pt x="100709" y="28372"/>
                      <a:pt x="110104" y="23768"/>
                    </a:cubicBezTo>
                    <a:cubicBezTo>
                      <a:pt x="119498" y="18977"/>
                      <a:pt x="128893" y="14092"/>
                      <a:pt x="138663" y="9771"/>
                    </a:cubicBezTo>
                    <a:cubicBezTo>
                      <a:pt x="148527" y="5543"/>
                      <a:pt x="158204" y="940"/>
                      <a:pt x="170041" y="0"/>
                    </a:cubicBezTo>
                    <a:cubicBezTo>
                      <a:pt x="176617" y="0"/>
                      <a:pt x="181220" y="1973"/>
                      <a:pt x="186481" y="3288"/>
                    </a:cubicBezTo>
                    <a:cubicBezTo>
                      <a:pt x="191648" y="4791"/>
                      <a:pt x="196627" y="6482"/>
                      <a:pt x="201606" y="8455"/>
                    </a:cubicBezTo>
                    <a:cubicBezTo>
                      <a:pt x="211753" y="12307"/>
                      <a:pt x="221617" y="16159"/>
                      <a:pt x="231293" y="2048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4" name="Forme libre : forme 1303">
                <a:extLst>
                  <a:ext uri="{FF2B5EF4-FFF2-40B4-BE49-F238E27FC236}">
                    <a16:creationId xmlns:a16="http://schemas.microsoft.com/office/drawing/2014/main" id="{0EAC9BBD-2849-490E-8B0D-F4F111FF82F5}"/>
                  </a:ext>
                </a:extLst>
              </p:cNvPr>
              <p:cNvSpPr/>
              <p:nvPr/>
            </p:nvSpPr>
            <p:spPr>
              <a:xfrm>
                <a:off x="2698189" y="3618957"/>
                <a:ext cx="1787307" cy="2197190"/>
              </a:xfrm>
              <a:custGeom>
                <a:avLst/>
                <a:gdLst>
                  <a:gd name="connsiteX0" fmla="*/ 1787308 w 1787307"/>
                  <a:gd name="connsiteY0" fmla="*/ 2197190 h 2197190"/>
                  <a:gd name="connsiteX1" fmla="*/ 1342101 w 1787307"/>
                  <a:gd name="connsiteY1" fmla="*/ 2000376 h 2197190"/>
                  <a:gd name="connsiteX2" fmla="*/ 1285828 w 1787307"/>
                  <a:gd name="connsiteY2" fmla="*/ 1675513 h 2197190"/>
                  <a:gd name="connsiteX3" fmla="*/ 1452957 w 1787307"/>
                  <a:gd name="connsiteY3" fmla="*/ 1212081 h 2197190"/>
                  <a:gd name="connsiteX4" fmla="*/ 1509230 w 1787307"/>
                  <a:gd name="connsiteY4" fmla="*/ 805956 h 2197190"/>
                  <a:gd name="connsiteX5" fmla="*/ 1465451 w 1787307"/>
                  <a:gd name="connsiteY5" fmla="*/ 397764 h 2197190"/>
                  <a:gd name="connsiteX6" fmla="*/ 903095 w 1787307"/>
                  <a:gd name="connsiteY6" fmla="*/ 0 h 2197190"/>
                  <a:gd name="connsiteX7" fmla="*/ 884212 w 1787307"/>
                  <a:gd name="connsiteY7" fmla="*/ 0 h 2197190"/>
                  <a:gd name="connsiteX8" fmla="*/ 321856 w 1787307"/>
                  <a:gd name="connsiteY8" fmla="*/ 397764 h 2197190"/>
                  <a:gd name="connsiteX9" fmla="*/ 278078 w 1787307"/>
                  <a:gd name="connsiteY9" fmla="*/ 805956 h 2197190"/>
                  <a:gd name="connsiteX10" fmla="*/ 334351 w 1787307"/>
                  <a:gd name="connsiteY10" fmla="*/ 1212081 h 2197190"/>
                  <a:gd name="connsiteX11" fmla="*/ 501479 w 1787307"/>
                  <a:gd name="connsiteY11" fmla="*/ 1675513 h 2197190"/>
                  <a:gd name="connsiteX12" fmla="*/ 445206 w 1787307"/>
                  <a:gd name="connsiteY12" fmla="*/ 2000376 h 2197190"/>
                  <a:gd name="connsiteX13" fmla="*/ 0 w 1787307"/>
                  <a:gd name="connsiteY13" fmla="*/ 2197190 h 2197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87307" h="2197190">
                    <a:moveTo>
                      <a:pt x="1787308" y="2197190"/>
                    </a:moveTo>
                    <a:cubicBezTo>
                      <a:pt x="1787308" y="2197190"/>
                      <a:pt x="1426464" y="2059748"/>
                      <a:pt x="1342101" y="2000376"/>
                    </a:cubicBezTo>
                    <a:cubicBezTo>
                      <a:pt x="1257738" y="1941002"/>
                      <a:pt x="1285828" y="1675513"/>
                      <a:pt x="1285828" y="1675513"/>
                    </a:cubicBezTo>
                    <a:cubicBezTo>
                      <a:pt x="1460754" y="1439617"/>
                      <a:pt x="1425900" y="1299544"/>
                      <a:pt x="1452957" y="1212081"/>
                    </a:cubicBezTo>
                    <a:cubicBezTo>
                      <a:pt x="1480013" y="1124618"/>
                      <a:pt x="1509230" y="805956"/>
                      <a:pt x="1509230" y="805956"/>
                    </a:cubicBezTo>
                    <a:cubicBezTo>
                      <a:pt x="1509230" y="805956"/>
                      <a:pt x="1536286" y="639297"/>
                      <a:pt x="1465451" y="397764"/>
                    </a:cubicBezTo>
                    <a:cubicBezTo>
                      <a:pt x="1394617" y="156137"/>
                      <a:pt x="1184273" y="20762"/>
                      <a:pt x="903095" y="0"/>
                    </a:cubicBezTo>
                    <a:lnTo>
                      <a:pt x="884212" y="0"/>
                    </a:lnTo>
                    <a:cubicBezTo>
                      <a:pt x="603034" y="20856"/>
                      <a:pt x="392691" y="156231"/>
                      <a:pt x="321856" y="397764"/>
                    </a:cubicBezTo>
                    <a:cubicBezTo>
                      <a:pt x="251022" y="639391"/>
                      <a:pt x="278078" y="805956"/>
                      <a:pt x="278078" y="805956"/>
                    </a:cubicBezTo>
                    <a:cubicBezTo>
                      <a:pt x="278078" y="805956"/>
                      <a:pt x="307201" y="1124618"/>
                      <a:pt x="334351" y="1212081"/>
                    </a:cubicBezTo>
                    <a:cubicBezTo>
                      <a:pt x="361407" y="1299544"/>
                      <a:pt x="326554" y="1439617"/>
                      <a:pt x="501479" y="1675513"/>
                    </a:cubicBezTo>
                    <a:cubicBezTo>
                      <a:pt x="501479" y="1675513"/>
                      <a:pt x="529569" y="1941096"/>
                      <a:pt x="445206" y="2000376"/>
                    </a:cubicBezTo>
                    <a:cubicBezTo>
                      <a:pt x="360844" y="2059748"/>
                      <a:pt x="0" y="2197190"/>
                      <a:pt x="0" y="2197190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5" name="Forme libre : forme 1304">
                <a:extLst>
                  <a:ext uri="{FF2B5EF4-FFF2-40B4-BE49-F238E27FC236}">
                    <a16:creationId xmlns:a16="http://schemas.microsoft.com/office/drawing/2014/main" id="{CD4F95FC-D35C-4623-95D6-1C4214F05C57}"/>
                  </a:ext>
                </a:extLst>
              </p:cNvPr>
              <p:cNvSpPr/>
              <p:nvPr/>
            </p:nvSpPr>
            <p:spPr>
              <a:xfrm>
                <a:off x="2931267" y="3546055"/>
                <a:ext cx="1320493" cy="1051588"/>
              </a:xfrm>
              <a:custGeom>
                <a:avLst/>
                <a:gdLst>
                  <a:gd name="connsiteX0" fmla="*/ 681197 w 1320493"/>
                  <a:gd name="connsiteY0" fmla="*/ 320823 h 1051588"/>
                  <a:gd name="connsiteX1" fmla="*/ 966508 w 1320493"/>
                  <a:gd name="connsiteY1" fmla="*/ 260416 h 1051588"/>
                  <a:gd name="connsiteX2" fmla="*/ 1242425 w 1320493"/>
                  <a:gd name="connsiteY2" fmla="*/ 686364 h 1051588"/>
                  <a:gd name="connsiteX3" fmla="*/ 1256517 w 1320493"/>
                  <a:gd name="connsiteY3" fmla="*/ 1038001 h 1051588"/>
                  <a:gd name="connsiteX4" fmla="*/ 1320494 w 1320493"/>
                  <a:gd name="connsiteY4" fmla="*/ 868524 h 1051588"/>
                  <a:gd name="connsiteX5" fmla="*/ 1258020 w 1320493"/>
                  <a:gd name="connsiteY5" fmla="*/ 375969 h 1051588"/>
                  <a:gd name="connsiteX6" fmla="*/ 674902 w 1320493"/>
                  <a:gd name="connsiteY6" fmla="*/ 0 h 1051588"/>
                  <a:gd name="connsiteX7" fmla="*/ 645592 w 1320493"/>
                  <a:gd name="connsiteY7" fmla="*/ 0 h 1051588"/>
                  <a:gd name="connsiteX8" fmla="*/ 62474 w 1320493"/>
                  <a:gd name="connsiteY8" fmla="*/ 375969 h 1051588"/>
                  <a:gd name="connsiteX9" fmla="*/ 0 w 1320493"/>
                  <a:gd name="connsiteY9" fmla="*/ 868524 h 1051588"/>
                  <a:gd name="connsiteX10" fmla="*/ 63977 w 1320493"/>
                  <a:gd name="connsiteY10" fmla="*/ 1038001 h 1051588"/>
                  <a:gd name="connsiteX11" fmla="*/ 78069 w 1320493"/>
                  <a:gd name="connsiteY11" fmla="*/ 686364 h 1051588"/>
                  <a:gd name="connsiteX12" fmla="*/ 353986 w 1320493"/>
                  <a:gd name="connsiteY12" fmla="*/ 260416 h 1051588"/>
                  <a:gd name="connsiteX13" fmla="*/ 639297 w 1320493"/>
                  <a:gd name="connsiteY13" fmla="*/ 320823 h 1051588"/>
                  <a:gd name="connsiteX14" fmla="*/ 660153 w 1320493"/>
                  <a:gd name="connsiteY14" fmla="*/ 322984 h 1051588"/>
                  <a:gd name="connsiteX15" fmla="*/ 681197 w 1320493"/>
                  <a:gd name="connsiteY15" fmla="*/ 320823 h 1051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20493" h="1051588">
                    <a:moveTo>
                      <a:pt x="681197" y="320823"/>
                    </a:moveTo>
                    <a:cubicBezTo>
                      <a:pt x="713514" y="318756"/>
                      <a:pt x="885340" y="244821"/>
                      <a:pt x="966508" y="260416"/>
                    </a:cubicBezTo>
                    <a:cubicBezTo>
                      <a:pt x="1047771" y="276011"/>
                      <a:pt x="1212269" y="316690"/>
                      <a:pt x="1242425" y="686364"/>
                    </a:cubicBezTo>
                    <a:cubicBezTo>
                      <a:pt x="1245901" y="729015"/>
                      <a:pt x="1241486" y="971112"/>
                      <a:pt x="1256517" y="1038001"/>
                    </a:cubicBezTo>
                    <a:cubicBezTo>
                      <a:pt x="1271548" y="1104890"/>
                      <a:pt x="1320494" y="904974"/>
                      <a:pt x="1320494" y="868524"/>
                    </a:cubicBezTo>
                    <a:cubicBezTo>
                      <a:pt x="1320494" y="832073"/>
                      <a:pt x="1287143" y="472826"/>
                      <a:pt x="1258020" y="375969"/>
                    </a:cubicBezTo>
                    <a:cubicBezTo>
                      <a:pt x="1228897" y="279111"/>
                      <a:pt x="1134107" y="11461"/>
                      <a:pt x="674902" y="0"/>
                    </a:cubicBezTo>
                    <a:lnTo>
                      <a:pt x="645592" y="0"/>
                    </a:lnTo>
                    <a:cubicBezTo>
                      <a:pt x="186387" y="11461"/>
                      <a:pt x="91597" y="279111"/>
                      <a:pt x="62474" y="375969"/>
                    </a:cubicBezTo>
                    <a:cubicBezTo>
                      <a:pt x="33351" y="472826"/>
                      <a:pt x="0" y="832073"/>
                      <a:pt x="0" y="868524"/>
                    </a:cubicBezTo>
                    <a:cubicBezTo>
                      <a:pt x="0" y="904974"/>
                      <a:pt x="48945" y="1104890"/>
                      <a:pt x="63977" y="1038001"/>
                    </a:cubicBezTo>
                    <a:cubicBezTo>
                      <a:pt x="79008" y="971112"/>
                      <a:pt x="74593" y="728921"/>
                      <a:pt x="78069" y="686364"/>
                    </a:cubicBezTo>
                    <a:cubicBezTo>
                      <a:pt x="108225" y="316690"/>
                      <a:pt x="272817" y="276105"/>
                      <a:pt x="353986" y="260416"/>
                    </a:cubicBezTo>
                    <a:cubicBezTo>
                      <a:pt x="435154" y="244727"/>
                      <a:pt x="607074" y="318756"/>
                      <a:pt x="639297" y="320823"/>
                    </a:cubicBezTo>
                    <a:cubicBezTo>
                      <a:pt x="639297" y="320823"/>
                      <a:pt x="651322" y="323171"/>
                      <a:pt x="660153" y="322984"/>
                    </a:cubicBezTo>
                    <a:cubicBezTo>
                      <a:pt x="669172" y="322796"/>
                      <a:pt x="681197" y="320823"/>
                      <a:pt x="681197" y="320823"/>
                    </a:cubicBezTo>
                    <a:close/>
                  </a:path>
                </a:pathLst>
              </a:custGeom>
              <a:solidFill>
                <a:srgbClr val="B5857D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6" name="Forme libre : forme 1305">
                <a:extLst>
                  <a:ext uri="{FF2B5EF4-FFF2-40B4-BE49-F238E27FC236}">
                    <a16:creationId xmlns:a16="http://schemas.microsoft.com/office/drawing/2014/main" id="{36A392B6-6B87-4AB3-9DA8-291E34EC74A6}"/>
                  </a:ext>
                </a:extLst>
              </p:cNvPr>
              <p:cNvSpPr/>
              <p:nvPr/>
            </p:nvSpPr>
            <p:spPr>
              <a:xfrm>
                <a:off x="2931267" y="3546055"/>
                <a:ext cx="1320493" cy="1051588"/>
              </a:xfrm>
              <a:custGeom>
                <a:avLst/>
                <a:gdLst>
                  <a:gd name="connsiteX0" fmla="*/ 681197 w 1320493"/>
                  <a:gd name="connsiteY0" fmla="*/ 320823 h 1051588"/>
                  <a:gd name="connsiteX1" fmla="*/ 966508 w 1320493"/>
                  <a:gd name="connsiteY1" fmla="*/ 260416 h 1051588"/>
                  <a:gd name="connsiteX2" fmla="*/ 1242425 w 1320493"/>
                  <a:gd name="connsiteY2" fmla="*/ 686364 h 1051588"/>
                  <a:gd name="connsiteX3" fmla="*/ 1256517 w 1320493"/>
                  <a:gd name="connsiteY3" fmla="*/ 1038001 h 1051588"/>
                  <a:gd name="connsiteX4" fmla="*/ 1320494 w 1320493"/>
                  <a:gd name="connsiteY4" fmla="*/ 868524 h 1051588"/>
                  <a:gd name="connsiteX5" fmla="*/ 1258020 w 1320493"/>
                  <a:gd name="connsiteY5" fmla="*/ 375969 h 1051588"/>
                  <a:gd name="connsiteX6" fmla="*/ 674902 w 1320493"/>
                  <a:gd name="connsiteY6" fmla="*/ 0 h 1051588"/>
                  <a:gd name="connsiteX7" fmla="*/ 645592 w 1320493"/>
                  <a:gd name="connsiteY7" fmla="*/ 0 h 1051588"/>
                  <a:gd name="connsiteX8" fmla="*/ 62474 w 1320493"/>
                  <a:gd name="connsiteY8" fmla="*/ 375969 h 1051588"/>
                  <a:gd name="connsiteX9" fmla="*/ 0 w 1320493"/>
                  <a:gd name="connsiteY9" fmla="*/ 868524 h 1051588"/>
                  <a:gd name="connsiteX10" fmla="*/ 63977 w 1320493"/>
                  <a:gd name="connsiteY10" fmla="*/ 1038001 h 1051588"/>
                  <a:gd name="connsiteX11" fmla="*/ 78069 w 1320493"/>
                  <a:gd name="connsiteY11" fmla="*/ 686364 h 1051588"/>
                  <a:gd name="connsiteX12" fmla="*/ 353986 w 1320493"/>
                  <a:gd name="connsiteY12" fmla="*/ 260416 h 1051588"/>
                  <a:gd name="connsiteX13" fmla="*/ 639297 w 1320493"/>
                  <a:gd name="connsiteY13" fmla="*/ 320823 h 1051588"/>
                  <a:gd name="connsiteX14" fmla="*/ 660153 w 1320493"/>
                  <a:gd name="connsiteY14" fmla="*/ 322984 h 1051588"/>
                  <a:gd name="connsiteX15" fmla="*/ 681197 w 1320493"/>
                  <a:gd name="connsiteY15" fmla="*/ 320823 h 1051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20493" h="1051588">
                    <a:moveTo>
                      <a:pt x="681197" y="320823"/>
                    </a:moveTo>
                    <a:cubicBezTo>
                      <a:pt x="713514" y="318756"/>
                      <a:pt x="885340" y="244821"/>
                      <a:pt x="966508" y="260416"/>
                    </a:cubicBezTo>
                    <a:cubicBezTo>
                      <a:pt x="1047771" y="276011"/>
                      <a:pt x="1212269" y="316690"/>
                      <a:pt x="1242425" y="686364"/>
                    </a:cubicBezTo>
                    <a:cubicBezTo>
                      <a:pt x="1245901" y="729015"/>
                      <a:pt x="1241486" y="971112"/>
                      <a:pt x="1256517" y="1038001"/>
                    </a:cubicBezTo>
                    <a:cubicBezTo>
                      <a:pt x="1271548" y="1104890"/>
                      <a:pt x="1320494" y="904974"/>
                      <a:pt x="1320494" y="868524"/>
                    </a:cubicBezTo>
                    <a:cubicBezTo>
                      <a:pt x="1320494" y="832073"/>
                      <a:pt x="1287143" y="472826"/>
                      <a:pt x="1258020" y="375969"/>
                    </a:cubicBezTo>
                    <a:cubicBezTo>
                      <a:pt x="1228897" y="279111"/>
                      <a:pt x="1134107" y="11461"/>
                      <a:pt x="674902" y="0"/>
                    </a:cubicBezTo>
                    <a:lnTo>
                      <a:pt x="645592" y="0"/>
                    </a:lnTo>
                    <a:cubicBezTo>
                      <a:pt x="186387" y="11461"/>
                      <a:pt x="91597" y="279111"/>
                      <a:pt x="62474" y="375969"/>
                    </a:cubicBezTo>
                    <a:cubicBezTo>
                      <a:pt x="33351" y="472826"/>
                      <a:pt x="0" y="832073"/>
                      <a:pt x="0" y="868524"/>
                    </a:cubicBezTo>
                    <a:cubicBezTo>
                      <a:pt x="0" y="904974"/>
                      <a:pt x="48945" y="1104890"/>
                      <a:pt x="63977" y="1038001"/>
                    </a:cubicBezTo>
                    <a:cubicBezTo>
                      <a:pt x="79008" y="971112"/>
                      <a:pt x="74593" y="728921"/>
                      <a:pt x="78069" y="686364"/>
                    </a:cubicBezTo>
                    <a:cubicBezTo>
                      <a:pt x="108225" y="316690"/>
                      <a:pt x="272817" y="276105"/>
                      <a:pt x="353986" y="260416"/>
                    </a:cubicBezTo>
                    <a:cubicBezTo>
                      <a:pt x="435154" y="244727"/>
                      <a:pt x="607074" y="318756"/>
                      <a:pt x="639297" y="320823"/>
                    </a:cubicBezTo>
                    <a:cubicBezTo>
                      <a:pt x="639297" y="320823"/>
                      <a:pt x="651322" y="323171"/>
                      <a:pt x="660153" y="322984"/>
                    </a:cubicBezTo>
                    <a:cubicBezTo>
                      <a:pt x="669172" y="322796"/>
                      <a:pt x="681197" y="320823"/>
                      <a:pt x="681197" y="320823"/>
                    </a:cubicBezTo>
                    <a:close/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7" name="Forme libre : forme 1306">
                <a:extLst>
                  <a:ext uri="{FF2B5EF4-FFF2-40B4-BE49-F238E27FC236}">
                    <a16:creationId xmlns:a16="http://schemas.microsoft.com/office/drawing/2014/main" id="{A380A663-7857-44DD-BFF6-0D5781E8165A}"/>
                  </a:ext>
                </a:extLst>
              </p:cNvPr>
              <p:cNvSpPr/>
              <p:nvPr/>
            </p:nvSpPr>
            <p:spPr>
              <a:xfrm>
                <a:off x="3755552" y="4543941"/>
                <a:ext cx="260647" cy="24065"/>
              </a:xfrm>
              <a:custGeom>
                <a:avLst/>
                <a:gdLst>
                  <a:gd name="connsiteX0" fmla="*/ 742 w 260647"/>
                  <a:gd name="connsiteY0" fmla="*/ 18413 h 24065"/>
                  <a:gd name="connsiteX1" fmla="*/ 68947 w 260647"/>
                  <a:gd name="connsiteY1" fmla="*/ 15125 h 24065"/>
                  <a:gd name="connsiteX2" fmla="*/ 259280 w 260647"/>
                  <a:gd name="connsiteY2" fmla="*/ 0 h 24065"/>
                  <a:gd name="connsiteX3" fmla="*/ 242181 w 260647"/>
                  <a:gd name="connsiteY3" fmla="*/ 14655 h 24065"/>
                  <a:gd name="connsiteX4" fmla="*/ 68947 w 260647"/>
                  <a:gd name="connsiteY4" fmla="*/ 22641 h 24065"/>
                  <a:gd name="connsiteX5" fmla="*/ 742 w 260647"/>
                  <a:gd name="connsiteY5" fmla="*/ 18413 h 24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647" h="24065">
                    <a:moveTo>
                      <a:pt x="742" y="18413"/>
                    </a:moveTo>
                    <a:cubicBezTo>
                      <a:pt x="-7149" y="11931"/>
                      <a:pt x="50063" y="12025"/>
                      <a:pt x="68947" y="15125"/>
                    </a:cubicBezTo>
                    <a:cubicBezTo>
                      <a:pt x="87923" y="18131"/>
                      <a:pt x="219071" y="19635"/>
                      <a:pt x="259280" y="0"/>
                    </a:cubicBezTo>
                    <a:cubicBezTo>
                      <a:pt x="259280" y="0"/>
                      <a:pt x="267829" y="5449"/>
                      <a:pt x="242181" y="14655"/>
                    </a:cubicBezTo>
                    <a:cubicBezTo>
                      <a:pt x="216534" y="23862"/>
                      <a:pt x="82099" y="25835"/>
                      <a:pt x="68947" y="22641"/>
                    </a:cubicBezTo>
                    <a:cubicBezTo>
                      <a:pt x="55888" y="19447"/>
                      <a:pt x="14177" y="29499"/>
                      <a:pt x="742" y="18413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308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3799315" y="4546008"/>
                <a:ext cx="248772" cy="68392"/>
                <a:chOff x="3799315" y="4546008"/>
                <a:chExt cx="248772" cy="68392"/>
              </a:xfrm>
              <a:solidFill>
                <a:srgbClr val="333333"/>
              </a:solidFill>
            </p:grpSpPr>
            <p:sp>
              <p:nvSpPr>
                <p:cNvPr id="1309" name="Forme libre : forme 1308">
                  <a:extLst>
                    <a:ext uri="{FF2B5EF4-FFF2-40B4-BE49-F238E27FC236}">
                      <a16:creationId xmlns:a16="http://schemas.microsoft.com/office/drawing/2014/main" id="{13771F43-AD54-4555-B9B1-0ECB0C11EB38}"/>
                    </a:ext>
                  </a:extLst>
                </p:cNvPr>
                <p:cNvSpPr/>
                <p:nvPr/>
              </p:nvSpPr>
              <p:spPr>
                <a:xfrm>
                  <a:off x="4006940" y="4546008"/>
                  <a:ext cx="41147" cy="13953"/>
                </a:xfrm>
                <a:custGeom>
                  <a:avLst/>
                  <a:gdLst>
                    <a:gd name="connsiteX0" fmla="*/ 0 w 41147"/>
                    <a:gd name="connsiteY0" fmla="*/ 4134 h 13953"/>
                    <a:gd name="connsiteX1" fmla="*/ 20292 w 41147"/>
                    <a:gd name="connsiteY1" fmla="*/ 13340 h 13953"/>
                    <a:gd name="connsiteX2" fmla="*/ 31002 w 41147"/>
                    <a:gd name="connsiteY2" fmla="*/ 13904 h 13953"/>
                    <a:gd name="connsiteX3" fmla="*/ 41148 w 41147"/>
                    <a:gd name="connsiteY3" fmla="*/ 11180 h 13953"/>
                    <a:gd name="connsiteX4" fmla="*/ 31002 w 41147"/>
                    <a:gd name="connsiteY4" fmla="*/ 12213 h 13953"/>
                    <a:gd name="connsiteX5" fmla="*/ 20950 w 41147"/>
                    <a:gd name="connsiteY5" fmla="*/ 10146 h 13953"/>
                    <a:gd name="connsiteX6" fmla="*/ 5073 w 41147"/>
                    <a:gd name="connsiteY6" fmla="*/ 0 h 13953"/>
                    <a:gd name="connsiteX7" fmla="*/ 0 w 41147"/>
                    <a:gd name="connsiteY7" fmla="*/ 4134 h 13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1147" h="13953">
                      <a:moveTo>
                        <a:pt x="0" y="4134"/>
                      </a:moveTo>
                      <a:cubicBezTo>
                        <a:pt x="5637" y="10146"/>
                        <a:pt x="13246" y="12495"/>
                        <a:pt x="20292" y="13340"/>
                      </a:cubicBezTo>
                      <a:cubicBezTo>
                        <a:pt x="23862" y="13716"/>
                        <a:pt x="27338" y="14092"/>
                        <a:pt x="31002" y="13904"/>
                      </a:cubicBezTo>
                      <a:cubicBezTo>
                        <a:pt x="34666" y="14186"/>
                        <a:pt x="38048" y="12683"/>
                        <a:pt x="41148" y="11180"/>
                      </a:cubicBezTo>
                      <a:cubicBezTo>
                        <a:pt x="37766" y="12213"/>
                        <a:pt x="34384" y="13059"/>
                        <a:pt x="31002" y="12213"/>
                      </a:cubicBezTo>
                      <a:cubicBezTo>
                        <a:pt x="27714" y="11931"/>
                        <a:pt x="24238" y="10992"/>
                        <a:pt x="20950" y="10146"/>
                      </a:cubicBezTo>
                      <a:cubicBezTo>
                        <a:pt x="14467" y="8361"/>
                        <a:pt x="8361" y="4979"/>
                        <a:pt x="5073" y="0"/>
                      </a:cubicBezTo>
                      <a:lnTo>
                        <a:pt x="0" y="4134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0" name="Forme libre : forme 1309">
                  <a:extLst>
                    <a:ext uri="{FF2B5EF4-FFF2-40B4-BE49-F238E27FC236}">
                      <a16:creationId xmlns:a16="http://schemas.microsoft.com/office/drawing/2014/main" id="{21390C14-59CB-493D-9442-9702DC7A1183}"/>
                    </a:ext>
                  </a:extLst>
                </p:cNvPr>
                <p:cNvSpPr/>
                <p:nvPr/>
              </p:nvSpPr>
              <p:spPr>
                <a:xfrm>
                  <a:off x="3799315" y="4560570"/>
                  <a:ext cx="13252" cy="29874"/>
                </a:xfrm>
                <a:custGeom>
                  <a:avLst/>
                  <a:gdLst>
                    <a:gd name="connsiteX0" fmla="*/ 7991 w 13252"/>
                    <a:gd name="connsiteY0" fmla="*/ 0 h 29874"/>
                    <a:gd name="connsiteX1" fmla="*/ 1791 w 13252"/>
                    <a:gd name="connsiteY1" fmla="*/ 15031 h 29874"/>
                    <a:gd name="connsiteX2" fmla="*/ 6 w 13252"/>
                    <a:gd name="connsiteY2" fmla="*/ 23016 h 29874"/>
                    <a:gd name="connsiteX3" fmla="*/ 3858 w 13252"/>
                    <a:gd name="connsiteY3" fmla="*/ 29875 h 29874"/>
                    <a:gd name="connsiteX4" fmla="*/ 1791 w 13252"/>
                    <a:gd name="connsiteY4" fmla="*/ 23110 h 29874"/>
                    <a:gd name="connsiteX5" fmla="*/ 4985 w 13252"/>
                    <a:gd name="connsiteY5" fmla="*/ 16440 h 29874"/>
                    <a:gd name="connsiteX6" fmla="*/ 13252 w 13252"/>
                    <a:gd name="connsiteY6" fmla="*/ 3946 h 29874"/>
                    <a:gd name="connsiteX7" fmla="*/ 7991 w 13252"/>
                    <a:gd name="connsiteY7" fmla="*/ 0 h 29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252" h="29874">
                      <a:moveTo>
                        <a:pt x="7991" y="0"/>
                      </a:moveTo>
                      <a:cubicBezTo>
                        <a:pt x="4797" y="5167"/>
                        <a:pt x="3576" y="10146"/>
                        <a:pt x="1791" y="15031"/>
                      </a:cubicBezTo>
                      <a:cubicBezTo>
                        <a:pt x="945" y="17380"/>
                        <a:pt x="-88" y="20198"/>
                        <a:pt x="6" y="23016"/>
                      </a:cubicBezTo>
                      <a:cubicBezTo>
                        <a:pt x="6" y="25835"/>
                        <a:pt x="1415" y="28747"/>
                        <a:pt x="3858" y="29875"/>
                      </a:cubicBezTo>
                      <a:cubicBezTo>
                        <a:pt x="1791" y="28184"/>
                        <a:pt x="1321" y="25459"/>
                        <a:pt x="1791" y="23110"/>
                      </a:cubicBezTo>
                      <a:cubicBezTo>
                        <a:pt x="2261" y="20762"/>
                        <a:pt x="3576" y="18695"/>
                        <a:pt x="4985" y="16440"/>
                      </a:cubicBezTo>
                      <a:cubicBezTo>
                        <a:pt x="7710" y="11931"/>
                        <a:pt x="10152" y="7140"/>
                        <a:pt x="13252" y="3946"/>
                      </a:cubicBezTo>
                      <a:lnTo>
                        <a:pt x="799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1" name="Forme libre : forme 1310">
                  <a:extLst>
                    <a:ext uri="{FF2B5EF4-FFF2-40B4-BE49-F238E27FC236}">
                      <a16:creationId xmlns:a16="http://schemas.microsoft.com/office/drawing/2014/main" id="{60B52E0B-29DB-429D-9644-D95452018272}"/>
                    </a:ext>
                  </a:extLst>
                </p:cNvPr>
                <p:cNvSpPr/>
                <p:nvPr/>
              </p:nvSpPr>
              <p:spPr>
                <a:xfrm>
                  <a:off x="3819387" y="4563670"/>
                  <a:ext cx="10654" cy="25740"/>
                </a:xfrm>
                <a:custGeom>
                  <a:avLst/>
                  <a:gdLst>
                    <a:gd name="connsiteX0" fmla="*/ 4454 w 10654"/>
                    <a:gd name="connsiteY0" fmla="*/ 0 h 25740"/>
                    <a:gd name="connsiteX1" fmla="*/ 38 w 10654"/>
                    <a:gd name="connsiteY1" fmla="*/ 13246 h 25740"/>
                    <a:gd name="connsiteX2" fmla="*/ 2763 w 10654"/>
                    <a:gd name="connsiteY2" fmla="*/ 20574 h 25740"/>
                    <a:gd name="connsiteX3" fmla="*/ 7554 w 10654"/>
                    <a:gd name="connsiteY3" fmla="*/ 25741 h 25740"/>
                    <a:gd name="connsiteX4" fmla="*/ 4078 w 10654"/>
                    <a:gd name="connsiteY4" fmla="*/ 19635 h 25740"/>
                    <a:gd name="connsiteX5" fmla="*/ 3232 w 10654"/>
                    <a:gd name="connsiteY5" fmla="*/ 13810 h 25740"/>
                    <a:gd name="connsiteX6" fmla="*/ 10654 w 10654"/>
                    <a:gd name="connsiteY6" fmla="*/ 1785 h 25740"/>
                    <a:gd name="connsiteX7" fmla="*/ 4454 w 10654"/>
                    <a:gd name="connsiteY7" fmla="*/ 0 h 2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54" h="25740">
                      <a:moveTo>
                        <a:pt x="4454" y="0"/>
                      </a:moveTo>
                      <a:cubicBezTo>
                        <a:pt x="4266" y="3382"/>
                        <a:pt x="508" y="7704"/>
                        <a:pt x="38" y="13246"/>
                      </a:cubicBezTo>
                      <a:cubicBezTo>
                        <a:pt x="-244" y="16065"/>
                        <a:pt x="1072" y="18883"/>
                        <a:pt x="2763" y="20574"/>
                      </a:cubicBezTo>
                      <a:cubicBezTo>
                        <a:pt x="4454" y="22359"/>
                        <a:pt x="6239" y="23768"/>
                        <a:pt x="7554" y="25741"/>
                      </a:cubicBezTo>
                      <a:cubicBezTo>
                        <a:pt x="6708" y="23486"/>
                        <a:pt x="5205" y="21607"/>
                        <a:pt x="4078" y="19635"/>
                      </a:cubicBezTo>
                      <a:cubicBezTo>
                        <a:pt x="2950" y="17662"/>
                        <a:pt x="2575" y="15689"/>
                        <a:pt x="3232" y="13810"/>
                      </a:cubicBezTo>
                      <a:cubicBezTo>
                        <a:pt x="4360" y="9864"/>
                        <a:pt x="8305" y="7422"/>
                        <a:pt x="10654" y="1785"/>
                      </a:cubicBezTo>
                      <a:lnTo>
                        <a:pt x="4454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2" name="Forme libre : forme 1311">
                  <a:extLst>
                    <a:ext uri="{FF2B5EF4-FFF2-40B4-BE49-F238E27FC236}">
                      <a16:creationId xmlns:a16="http://schemas.microsoft.com/office/drawing/2014/main" id="{5DED4F3F-809D-42F5-88AE-27B17536B4FF}"/>
                    </a:ext>
                  </a:extLst>
                </p:cNvPr>
                <p:cNvSpPr/>
                <p:nvPr/>
              </p:nvSpPr>
              <p:spPr>
                <a:xfrm>
                  <a:off x="4000458" y="4553054"/>
                  <a:ext cx="36640" cy="22627"/>
                </a:xfrm>
                <a:custGeom>
                  <a:avLst/>
                  <a:gdLst>
                    <a:gd name="connsiteX0" fmla="*/ 0 w 36640"/>
                    <a:gd name="connsiteY0" fmla="*/ 0 h 22627"/>
                    <a:gd name="connsiteX1" fmla="*/ 5261 w 36640"/>
                    <a:gd name="connsiteY1" fmla="*/ 12119 h 22627"/>
                    <a:gd name="connsiteX2" fmla="*/ 15783 w 36640"/>
                    <a:gd name="connsiteY2" fmla="*/ 17944 h 22627"/>
                    <a:gd name="connsiteX3" fmla="*/ 26587 w 36640"/>
                    <a:gd name="connsiteY3" fmla="*/ 21514 h 22627"/>
                    <a:gd name="connsiteX4" fmla="*/ 32223 w 36640"/>
                    <a:gd name="connsiteY4" fmla="*/ 22547 h 22627"/>
                    <a:gd name="connsiteX5" fmla="*/ 36639 w 36640"/>
                    <a:gd name="connsiteY5" fmla="*/ 19823 h 22627"/>
                    <a:gd name="connsiteX6" fmla="*/ 32317 w 36640"/>
                    <a:gd name="connsiteY6" fmla="*/ 21701 h 22627"/>
                    <a:gd name="connsiteX7" fmla="*/ 27056 w 36640"/>
                    <a:gd name="connsiteY7" fmla="*/ 19823 h 22627"/>
                    <a:gd name="connsiteX8" fmla="*/ 17192 w 36640"/>
                    <a:gd name="connsiteY8" fmla="*/ 14844 h 22627"/>
                    <a:gd name="connsiteX9" fmla="*/ 8925 w 36640"/>
                    <a:gd name="connsiteY9" fmla="*/ 8549 h 22627"/>
                    <a:gd name="connsiteX10" fmla="*/ 6576 w 36640"/>
                    <a:gd name="connsiteY10" fmla="*/ 0 h 22627"/>
                    <a:gd name="connsiteX11" fmla="*/ 0 w 36640"/>
                    <a:gd name="connsiteY11" fmla="*/ 0 h 22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6640" h="22627">
                      <a:moveTo>
                        <a:pt x="0" y="0"/>
                      </a:moveTo>
                      <a:cubicBezTo>
                        <a:pt x="470" y="4885"/>
                        <a:pt x="1973" y="8455"/>
                        <a:pt x="5261" y="12119"/>
                      </a:cubicBezTo>
                      <a:cubicBezTo>
                        <a:pt x="8549" y="15125"/>
                        <a:pt x="12213" y="16534"/>
                        <a:pt x="15783" y="17944"/>
                      </a:cubicBezTo>
                      <a:cubicBezTo>
                        <a:pt x="19353" y="19353"/>
                        <a:pt x="22923" y="20574"/>
                        <a:pt x="26587" y="21514"/>
                      </a:cubicBezTo>
                      <a:cubicBezTo>
                        <a:pt x="28465" y="21983"/>
                        <a:pt x="30250" y="22359"/>
                        <a:pt x="32223" y="22547"/>
                      </a:cubicBezTo>
                      <a:cubicBezTo>
                        <a:pt x="34008" y="22923"/>
                        <a:pt x="36733" y="21983"/>
                        <a:pt x="36639" y="19823"/>
                      </a:cubicBezTo>
                      <a:cubicBezTo>
                        <a:pt x="36263" y="21889"/>
                        <a:pt x="33914" y="22265"/>
                        <a:pt x="32317" y="21701"/>
                      </a:cubicBezTo>
                      <a:cubicBezTo>
                        <a:pt x="30532" y="21232"/>
                        <a:pt x="28841" y="20574"/>
                        <a:pt x="27056" y="19823"/>
                      </a:cubicBezTo>
                      <a:cubicBezTo>
                        <a:pt x="23674" y="18413"/>
                        <a:pt x="20386" y="16722"/>
                        <a:pt x="17192" y="14844"/>
                      </a:cubicBezTo>
                      <a:cubicBezTo>
                        <a:pt x="13998" y="12964"/>
                        <a:pt x="10898" y="10992"/>
                        <a:pt x="8925" y="8549"/>
                      </a:cubicBezTo>
                      <a:cubicBezTo>
                        <a:pt x="7328" y="6482"/>
                        <a:pt x="6294" y="2630"/>
                        <a:pt x="6576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3" name="Forme libre : forme 1312">
                  <a:extLst>
                    <a:ext uri="{FF2B5EF4-FFF2-40B4-BE49-F238E27FC236}">
                      <a16:creationId xmlns:a16="http://schemas.microsoft.com/office/drawing/2014/main" id="{36A53AF3-8A1F-4F5C-886B-852300941FD2}"/>
                    </a:ext>
                  </a:extLst>
                </p:cNvPr>
                <p:cNvSpPr/>
                <p:nvPr/>
              </p:nvSpPr>
              <p:spPr>
                <a:xfrm>
                  <a:off x="3887771" y="4562566"/>
                  <a:ext cx="28418" cy="51834"/>
                </a:xfrm>
                <a:custGeom>
                  <a:avLst/>
                  <a:gdLst>
                    <a:gd name="connsiteX0" fmla="*/ 6247 w 28418"/>
                    <a:gd name="connsiteY0" fmla="*/ 2325 h 51834"/>
                    <a:gd name="connsiteX1" fmla="*/ 6247 w 28418"/>
                    <a:gd name="connsiteY1" fmla="*/ 5237 h 51834"/>
                    <a:gd name="connsiteX2" fmla="*/ 4932 w 28418"/>
                    <a:gd name="connsiteY2" fmla="*/ 6459 h 51834"/>
                    <a:gd name="connsiteX3" fmla="*/ 2208 w 28418"/>
                    <a:gd name="connsiteY3" fmla="*/ 6177 h 51834"/>
                    <a:gd name="connsiteX4" fmla="*/ 1080 w 28418"/>
                    <a:gd name="connsiteY4" fmla="*/ 4016 h 51834"/>
                    <a:gd name="connsiteX5" fmla="*/ 892 w 28418"/>
                    <a:gd name="connsiteY5" fmla="*/ 5801 h 51834"/>
                    <a:gd name="connsiteX6" fmla="*/ 705 w 28418"/>
                    <a:gd name="connsiteY6" fmla="*/ 9747 h 51834"/>
                    <a:gd name="connsiteX7" fmla="*/ 1080 w 28418"/>
                    <a:gd name="connsiteY7" fmla="*/ 17638 h 51834"/>
                    <a:gd name="connsiteX8" fmla="*/ 5402 w 28418"/>
                    <a:gd name="connsiteY8" fmla="*/ 32763 h 51834"/>
                    <a:gd name="connsiteX9" fmla="*/ 28418 w 28418"/>
                    <a:gd name="connsiteY9" fmla="*/ 51834 h 51834"/>
                    <a:gd name="connsiteX10" fmla="*/ 8408 w 28418"/>
                    <a:gd name="connsiteY10" fmla="*/ 31448 h 51834"/>
                    <a:gd name="connsiteX11" fmla="*/ 5966 w 28418"/>
                    <a:gd name="connsiteY11" fmla="*/ 17262 h 51834"/>
                    <a:gd name="connsiteX12" fmla="*/ 6341 w 28418"/>
                    <a:gd name="connsiteY12" fmla="*/ 10029 h 51834"/>
                    <a:gd name="connsiteX13" fmla="*/ 6905 w 28418"/>
                    <a:gd name="connsiteY13" fmla="*/ 6459 h 51834"/>
                    <a:gd name="connsiteX14" fmla="*/ 7281 w 28418"/>
                    <a:gd name="connsiteY14" fmla="*/ 4580 h 51834"/>
                    <a:gd name="connsiteX15" fmla="*/ 5684 w 28418"/>
                    <a:gd name="connsiteY15" fmla="*/ 634 h 51834"/>
                    <a:gd name="connsiteX16" fmla="*/ 2020 w 28418"/>
                    <a:gd name="connsiteY16" fmla="*/ 352 h 51834"/>
                    <a:gd name="connsiteX17" fmla="*/ 423 w 28418"/>
                    <a:gd name="connsiteY17" fmla="*/ 1855 h 51834"/>
                    <a:gd name="connsiteX18" fmla="*/ 423 w 28418"/>
                    <a:gd name="connsiteY18" fmla="*/ 5237 h 51834"/>
                    <a:gd name="connsiteX19" fmla="*/ 6247 w 28418"/>
                    <a:gd name="connsiteY19" fmla="*/ 2325 h 51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8418" h="51834">
                      <a:moveTo>
                        <a:pt x="6247" y="2325"/>
                      </a:moveTo>
                      <a:cubicBezTo>
                        <a:pt x="6717" y="2983"/>
                        <a:pt x="6717" y="4486"/>
                        <a:pt x="6247" y="5237"/>
                      </a:cubicBezTo>
                      <a:cubicBezTo>
                        <a:pt x="5778" y="5989"/>
                        <a:pt x="5308" y="6271"/>
                        <a:pt x="4932" y="6459"/>
                      </a:cubicBezTo>
                      <a:cubicBezTo>
                        <a:pt x="4274" y="6741"/>
                        <a:pt x="3429" y="6928"/>
                        <a:pt x="2208" y="6177"/>
                      </a:cubicBezTo>
                      <a:cubicBezTo>
                        <a:pt x="517" y="4674"/>
                        <a:pt x="1174" y="3922"/>
                        <a:pt x="1080" y="4016"/>
                      </a:cubicBezTo>
                      <a:lnTo>
                        <a:pt x="892" y="5801"/>
                      </a:lnTo>
                      <a:lnTo>
                        <a:pt x="705" y="9747"/>
                      </a:lnTo>
                      <a:cubicBezTo>
                        <a:pt x="705" y="12377"/>
                        <a:pt x="799" y="15008"/>
                        <a:pt x="1080" y="17638"/>
                      </a:cubicBezTo>
                      <a:cubicBezTo>
                        <a:pt x="1738" y="22899"/>
                        <a:pt x="3053" y="28066"/>
                        <a:pt x="5402" y="32763"/>
                      </a:cubicBezTo>
                      <a:cubicBezTo>
                        <a:pt x="9911" y="42158"/>
                        <a:pt x="18460" y="49767"/>
                        <a:pt x="28418" y="51834"/>
                      </a:cubicBezTo>
                      <a:cubicBezTo>
                        <a:pt x="18742" y="48734"/>
                        <a:pt x="11602" y="40467"/>
                        <a:pt x="8408" y="31448"/>
                      </a:cubicBezTo>
                      <a:cubicBezTo>
                        <a:pt x="6811" y="26845"/>
                        <a:pt x="6059" y="22054"/>
                        <a:pt x="5966" y="17262"/>
                      </a:cubicBezTo>
                      <a:cubicBezTo>
                        <a:pt x="5966" y="14820"/>
                        <a:pt x="6059" y="12471"/>
                        <a:pt x="6341" y="10029"/>
                      </a:cubicBezTo>
                      <a:lnTo>
                        <a:pt x="6905" y="6459"/>
                      </a:lnTo>
                      <a:lnTo>
                        <a:pt x="7281" y="4580"/>
                      </a:lnTo>
                      <a:cubicBezTo>
                        <a:pt x="7187" y="4016"/>
                        <a:pt x="7844" y="2513"/>
                        <a:pt x="5684" y="634"/>
                      </a:cubicBezTo>
                      <a:cubicBezTo>
                        <a:pt x="4181" y="-305"/>
                        <a:pt x="2959" y="-24"/>
                        <a:pt x="2020" y="352"/>
                      </a:cubicBezTo>
                      <a:cubicBezTo>
                        <a:pt x="1550" y="634"/>
                        <a:pt x="892" y="916"/>
                        <a:pt x="423" y="1855"/>
                      </a:cubicBezTo>
                      <a:cubicBezTo>
                        <a:pt x="-141" y="2701"/>
                        <a:pt x="-141" y="4486"/>
                        <a:pt x="423" y="5237"/>
                      </a:cubicBezTo>
                      <a:lnTo>
                        <a:pt x="6247" y="232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4" name="Forme libre : forme 1313">
                  <a:extLst>
                    <a:ext uri="{FF2B5EF4-FFF2-40B4-BE49-F238E27FC236}">
                      <a16:creationId xmlns:a16="http://schemas.microsoft.com/office/drawing/2014/main" id="{F015EBEA-69A7-43B9-8AF0-7BECCC0CB640}"/>
                    </a:ext>
                  </a:extLst>
                </p:cNvPr>
                <p:cNvSpPr/>
                <p:nvPr/>
              </p:nvSpPr>
              <p:spPr>
                <a:xfrm>
                  <a:off x="3965040" y="4560663"/>
                  <a:ext cx="44155" cy="44718"/>
                </a:xfrm>
                <a:custGeom>
                  <a:avLst/>
                  <a:gdLst>
                    <a:gd name="connsiteX0" fmla="*/ 1 w 44155"/>
                    <a:gd name="connsiteY0" fmla="*/ 0 h 44718"/>
                    <a:gd name="connsiteX1" fmla="*/ 15408 w 44155"/>
                    <a:gd name="connsiteY1" fmla="*/ 29593 h 44718"/>
                    <a:gd name="connsiteX2" fmla="*/ 44155 w 44155"/>
                    <a:gd name="connsiteY2" fmla="*/ 44718 h 44718"/>
                    <a:gd name="connsiteX3" fmla="*/ 17663 w 44155"/>
                    <a:gd name="connsiteY3" fmla="*/ 27150 h 44718"/>
                    <a:gd name="connsiteX4" fmla="*/ 6577 w 44155"/>
                    <a:gd name="connsiteY4" fmla="*/ 376 h 44718"/>
                    <a:gd name="connsiteX5" fmla="*/ 1 w 44155"/>
                    <a:gd name="connsiteY5" fmla="*/ 0 h 44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155" h="44718">
                      <a:moveTo>
                        <a:pt x="1" y="0"/>
                      </a:moveTo>
                      <a:cubicBezTo>
                        <a:pt x="-93" y="12307"/>
                        <a:pt x="6953" y="22641"/>
                        <a:pt x="15408" y="29593"/>
                      </a:cubicBezTo>
                      <a:cubicBezTo>
                        <a:pt x="24051" y="36639"/>
                        <a:pt x="34197" y="40678"/>
                        <a:pt x="44155" y="44718"/>
                      </a:cubicBezTo>
                      <a:cubicBezTo>
                        <a:pt x="34667" y="39739"/>
                        <a:pt x="25084" y="34572"/>
                        <a:pt x="17663" y="27150"/>
                      </a:cubicBezTo>
                      <a:cubicBezTo>
                        <a:pt x="10335" y="19916"/>
                        <a:pt x="5450" y="9864"/>
                        <a:pt x="6577" y="376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5" name="Forme libre : forme 1314">
                  <a:extLst>
                    <a:ext uri="{FF2B5EF4-FFF2-40B4-BE49-F238E27FC236}">
                      <a16:creationId xmlns:a16="http://schemas.microsoft.com/office/drawing/2014/main" id="{C1708C4C-874B-42A8-8825-ACAE4DF32790}"/>
                    </a:ext>
                  </a:extLst>
                </p:cNvPr>
                <p:cNvSpPr/>
                <p:nvPr/>
              </p:nvSpPr>
              <p:spPr>
                <a:xfrm>
                  <a:off x="3980811" y="4558127"/>
                  <a:ext cx="48957" cy="25640"/>
                </a:xfrm>
                <a:custGeom>
                  <a:avLst/>
                  <a:gdLst>
                    <a:gd name="connsiteX0" fmla="*/ 12 w 48957"/>
                    <a:gd name="connsiteY0" fmla="*/ 0 h 25640"/>
                    <a:gd name="connsiteX1" fmla="*/ 3112 w 48957"/>
                    <a:gd name="connsiteY1" fmla="*/ 8549 h 25640"/>
                    <a:gd name="connsiteX2" fmla="*/ 8091 w 48957"/>
                    <a:gd name="connsiteY2" fmla="*/ 14374 h 25640"/>
                    <a:gd name="connsiteX3" fmla="*/ 20492 w 48957"/>
                    <a:gd name="connsiteY3" fmla="*/ 22641 h 25640"/>
                    <a:gd name="connsiteX4" fmla="*/ 48957 w 48957"/>
                    <a:gd name="connsiteY4" fmla="*/ 23204 h 25640"/>
                    <a:gd name="connsiteX5" fmla="*/ 21995 w 48957"/>
                    <a:gd name="connsiteY5" fmla="*/ 19635 h 25640"/>
                    <a:gd name="connsiteX6" fmla="*/ 11755 w 48957"/>
                    <a:gd name="connsiteY6" fmla="*/ 10991 h 25640"/>
                    <a:gd name="connsiteX7" fmla="*/ 8091 w 48957"/>
                    <a:gd name="connsiteY7" fmla="*/ 5543 h 25640"/>
                    <a:gd name="connsiteX8" fmla="*/ 6588 w 48957"/>
                    <a:gd name="connsiteY8" fmla="*/ 845 h 25640"/>
                    <a:gd name="connsiteX9" fmla="*/ 12 w 48957"/>
                    <a:gd name="connsiteY9" fmla="*/ 0 h 25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7" h="25640">
                      <a:moveTo>
                        <a:pt x="12" y="0"/>
                      </a:moveTo>
                      <a:cubicBezTo>
                        <a:pt x="-176" y="4134"/>
                        <a:pt x="1891" y="6482"/>
                        <a:pt x="3112" y="8549"/>
                      </a:cubicBezTo>
                      <a:cubicBezTo>
                        <a:pt x="4615" y="10616"/>
                        <a:pt x="6212" y="12589"/>
                        <a:pt x="8091" y="14374"/>
                      </a:cubicBezTo>
                      <a:cubicBezTo>
                        <a:pt x="11755" y="17944"/>
                        <a:pt x="15983" y="20762"/>
                        <a:pt x="20492" y="22641"/>
                      </a:cubicBezTo>
                      <a:cubicBezTo>
                        <a:pt x="29699" y="26493"/>
                        <a:pt x="40033" y="26586"/>
                        <a:pt x="48957" y="23204"/>
                      </a:cubicBezTo>
                      <a:cubicBezTo>
                        <a:pt x="39751" y="25459"/>
                        <a:pt x="29886" y="24144"/>
                        <a:pt x="21995" y="19635"/>
                      </a:cubicBezTo>
                      <a:cubicBezTo>
                        <a:pt x="18049" y="17380"/>
                        <a:pt x="14573" y="14468"/>
                        <a:pt x="11755" y="10991"/>
                      </a:cubicBezTo>
                      <a:cubicBezTo>
                        <a:pt x="10346" y="9300"/>
                        <a:pt x="9125" y="7422"/>
                        <a:pt x="8091" y="5543"/>
                      </a:cubicBezTo>
                      <a:cubicBezTo>
                        <a:pt x="6964" y="3570"/>
                        <a:pt x="6306" y="1597"/>
                        <a:pt x="6588" y="845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6" name="Forme libre : forme 1315">
                  <a:extLst>
                    <a:ext uri="{FF2B5EF4-FFF2-40B4-BE49-F238E27FC236}">
                      <a16:creationId xmlns:a16="http://schemas.microsoft.com/office/drawing/2014/main" id="{432C8430-3E7C-4E8B-91FF-82A8A01A3DAC}"/>
                    </a:ext>
                  </a:extLst>
                </p:cNvPr>
                <p:cNvSpPr/>
                <p:nvPr/>
              </p:nvSpPr>
              <p:spPr>
                <a:xfrm>
                  <a:off x="3917168" y="4564233"/>
                  <a:ext cx="27392" cy="45187"/>
                </a:xfrm>
                <a:custGeom>
                  <a:avLst/>
                  <a:gdLst>
                    <a:gd name="connsiteX0" fmla="*/ 148 w 27392"/>
                    <a:gd name="connsiteY0" fmla="*/ 0 h 45187"/>
                    <a:gd name="connsiteX1" fmla="*/ 5409 w 27392"/>
                    <a:gd name="connsiteY1" fmla="*/ 28184 h 45187"/>
                    <a:gd name="connsiteX2" fmla="*/ 27392 w 27392"/>
                    <a:gd name="connsiteY2" fmla="*/ 45188 h 45187"/>
                    <a:gd name="connsiteX3" fmla="*/ 8227 w 27392"/>
                    <a:gd name="connsiteY3" fmla="*/ 26587 h 45187"/>
                    <a:gd name="connsiteX4" fmla="*/ 6630 w 27392"/>
                    <a:gd name="connsiteY4" fmla="*/ 658 h 45187"/>
                    <a:gd name="connsiteX5" fmla="*/ 148 w 27392"/>
                    <a:gd name="connsiteY5" fmla="*/ 0 h 4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392" h="45187">
                      <a:moveTo>
                        <a:pt x="148" y="0"/>
                      </a:moveTo>
                      <a:cubicBezTo>
                        <a:pt x="-322" y="9300"/>
                        <a:pt x="54" y="19729"/>
                        <a:pt x="5409" y="28184"/>
                      </a:cubicBezTo>
                      <a:cubicBezTo>
                        <a:pt x="10576" y="36545"/>
                        <a:pt x="18843" y="41899"/>
                        <a:pt x="27392" y="45188"/>
                      </a:cubicBezTo>
                      <a:cubicBezTo>
                        <a:pt x="19219" y="40960"/>
                        <a:pt x="11985" y="34666"/>
                        <a:pt x="8227" y="26587"/>
                      </a:cubicBezTo>
                      <a:cubicBezTo>
                        <a:pt x="4469" y="18601"/>
                        <a:pt x="5127" y="9489"/>
                        <a:pt x="6630" y="658"/>
                      </a:cubicBezTo>
                      <a:lnTo>
                        <a:pt x="148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7" name="Forme libre : forme 1316">
                  <a:extLst>
                    <a:ext uri="{FF2B5EF4-FFF2-40B4-BE49-F238E27FC236}">
                      <a16:creationId xmlns:a16="http://schemas.microsoft.com/office/drawing/2014/main" id="{3775D28B-89BD-42D1-AA4E-9F9B85374EBB}"/>
                    </a:ext>
                  </a:extLst>
                </p:cNvPr>
                <p:cNvSpPr/>
                <p:nvPr/>
              </p:nvSpPr>
              <p:spPr>
                <a:xfrm>
                  <a:off x="3947285" y="4563576"/>
                  <a:ext cx="37766" cy="40490"/>
                </a:xfrm>
                <a:custGeom>
                  <a:avLst/>
                  <a:gdLst>
                    <a:gd name="connsiteX0" fmla="*/ 0 w 37766"/>
                    <a:gd name="connsiteY0" fmla="*/ 282 h 40490"/>
                    <a:gd name="connsiteX1" fmla="*/ 13622 w 37766"/>
                    <a:gd name="connsiteY1" fmla="*/ 26023 h 40490"/>
                    <a:gd name="connsiteX2" fmla="*/ 37766 w 37766"/>
                    <a:gd name="connsiteY2" fmla="*/ 40490 h 40490"/>
                    <a:gd name="connsiteX3" fmla="*/ 15971 w 37766"/>
                    <a:gd name="connsiteY3" fmla="*/ 23768 h 40490"/>
                    <a:gd name="connsiteX4" fmla="*/ 6576 w 37766"/>
                    <a:gd name="connsiteY4" fmla="*/ 0 h 40490"/>
                    <a:gd name="connsiteX5" fmla="*/ 0 w 37766"/>
                    <a:gd name="connsiteY5" fmla="*/ 282 h 40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766" h="40490">
                      <a:moveTo>
                        <a:pt x="0" y="282"/>
                      </a:moveTo>
                      <a:cubicBezTo>
                        <a:pt x="940" y="10710"/>
                        <a:pt x="6576" y="19541"/>
                        <a:pt x="13622" y="26023"/>
                      </a:cubicBezTo>
                      <a:cubicBezTo>
                        <a:pt x="20762" y="32505"/>
                        <a:pt x="29123" y="37014"/>
                        <a:pt x="37766" y="40490"/>
                      </a:cubicBezTo>
                      <a:cubicBezTo>
                        <a:pt x="29593" y="35981"/>
                        <a:pt x="21889" y="30626"/>
                        <a:pt x="15971" y="23768"/>
                      </a:cubicBezTo>
                      <a:cubicBezTo>
                        <a:pt x="10146" y="17004"/>
                        <a:pt x="6294" y="8361"/>
                        <a:pt x="6576" y="0"/>
                      </a:cubicBez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8" name="Forme libre : forme 1317">
                  <a:extLst>
                    <a:ext uri="{FF2B5EF4-FFF2-40B4-BE49-F238E27FC236}">
                      <a16:creationId xmlns:a16="http://schemas.microsoft.com/office/drawing/2014/main" id="{47C981A2-965D-4183-93A8-7D9B98D027A9}"/>
                    </a:ext>
                  </a:extLst>
                </p:cNvPr>
                <p:cNvSpPr/>
                <p:nvPr/>
              </p:nvSpPr>
              <p:spPr>
                <a:xfrm>
                  <a:off x="3973026" y="4560851"/>
                  <a:ext cx="44999" cy="21339"/>
                </a:xfrm>
                <a:custGeom>
                  <a:avLst/>
                  <a:gdLst>
                    <a:gd name="connsiteX0" fmla="*/ 0 w 44999"/>
                    <a:gd name="connsiteY0" fmla="*/ 0 h 21339"/>
                    <a:gd name="connsiteX1" fmla="*/ 6200 w 44999"/>
                    <a:gd name="connsiteY1" fmla="*/ 13716 h 21339"/>
                    <a:gd name="connsiteX2" fmla="*/ 18695 w 44999"/>
                    <a:gd name="connsiteY2" fmla="*/ 20668 h 21339"/>
                    <a:gd name="connsiteX3" fmla="*/ 45000 w 44999"/>
                    <a:gd name="connsiteY3" fmla="*/ 16159 h 21339"/>
                    <a:gd name="connsiteX4" fmla="*/ 19541 w 44999"/>
                    <a:gd name="connsiteY4" fmla="*/ 17474 h 21339"/>
                    <a:gd name="connsiteX5" fmla="*/ 6482 w 44999"/>
                    <a:gd name="connsiteY5" fmla="*/ 94 h 21339"/>
                    <a:gd name="connsiteX6" fmla="*/ 0 w 44999"/>
                    <a:gd name="connsiteY6" fmla="*/ 0 h 21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999" h="21339">
                      <a:moveTo>
                        <a:pt x="0" y="0"/>
                      </a:moveTo>
                      <a:cubicBezTo>
                        <a:pt x="188" y="5449"/>
                        <a:pt x="2818" y="10240"/>
                        <a:pt x="6200" y="13716"/>
                      </a:cubicBezTo>
                      <a:cubicBezTo>
                        <a:pt x="9676" y="17192"/>
                        <a:pt x="14092" y="19635"/>
                        <a:pt x="18695" y="20668"/>
                      </a:cubicBezTo>
                      <a:cubicBezTo>
                        <a:pt x="27996" y="22641"/>
                        <a:pt x="37108" y="20010"/>
                        <a:pt x="45000" y="16159"/>
                      </a:cubicBezTo>
                      <a:cubicBezTo>
                        <a:pt x="36732" y="18977"/>
                        <a:pt x="27526" y="20292"/>
                        <a:pt x="19541" y="17474"/>
                      </a:cubicBezTo>
                      <a:cubicBezTo>
                        <a:pt x="11837" y="14843"/>
                        <a:pt x="5731" y="7234"/>
                        <a:pt x="6482" y="9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9" name="Forme libre : forme 1318">
                  <a:extLst>
                    <a:ext uri="{FF2B5EF4-FFF2-40B4-BE49-F238E27FC236}">
                      <a16:creationId xmlns:a16="http://schemas.microsoft.com/office/drawing/2014/main" id="{DC42A256-44FE-4B55-AD79-DB156A8C2D0E}"/>
                    </a:ext>
                  </a:extLst>
                </p:cNvPr>
                <p:cNvSpPr/>
                <p:nvPr/>
              </p:nvSpPr>
              <p:spPr>
                <a:xfrm>
                  <a:off x="3874314" y="4564233"/>
                  <a:ext cx="13503" cy="44248"/>
                </a:xfrm>
                <a:custGeom>
                  <a:avLst/>
                  <a:gdLst>
                    <a:gd name="connsiteX0" fmla="*/ 2512 w 13503"/>
                    <a:gd name="connsiteY0" fmla="*/ 0 h 44248"/>
                    <a:gd name="connsiteX1" fmla="*/ 1103 w 13503"/>
                    <a:gd name="connsiteY1" fmla="*/ 24426 h 44248"/>
                    <a:gd name="connsiteX2" fmla="*/ 13503 w 13503"/>
                    <a:gd name="connsiteY2" fmla="*/ 44248 h 44248"/>
                    <a:gd name="connsiteX3" fmla="*/ 4391 w 13503"/>
                    <a:gd name="connsiteY3" fmla="*/ 23862 h 44248"/>
                    <a:gd name="connsiteX4" fmla="*/ 8430 w 13503"/>
                    <a:gd name="connsiteY4" fmla="*/ 2819 h 44248"/>
                    <a:gd name="connsiteX5" fmla="*/ 2512 w 13503"/>
                    <a:gd name="connsiteY5" fmla="*/ 0 h 44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503" h="44248">
                      <a:moveTo>
                        <a:pt x="2512" y="0"/>
                      </a:moveTo>
                      <a:cubicBezTo>
                        <a:pt x="-494" y="8079"/>
                        <a:pt x="-588" y="16440"/>
                        <a:pt x="1103" y="24426"/>
                      </a:cubicBezTo>
                      <a:cubicBezTo>
                        <a:pt x="2981" y="32317"/>
                        <a:pt x="7491" y="39363"/>
                        <a:pt x="13503" y="44248"/>
                      </a:cubicBezTo>
                      <a:cubicBezTo>
                        <a:pt x="8242" y="38518"/>
                        <a:pt x="5142" y="31190"/>
                        <a:pt x="4391" y="23862"/>
                      </a:cubicBezTo>
                      <a:cubicBezTo>
                        <a:pt x="3733" y="16534"/>
                        <a:pt x="5142" y="8831"/>
                        <a:pt x="8430" y="2819"/>
                      </a:cubicBezTo>
                      <a:lnTo>
                        <a:pt x="2512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0" name="Forme libre : forme 1319">
                  <a:extLst>
                    <a:ext uri="{FF2B5EF4-FFF2-40B4-BE49-F238E27FC236}">
                      <a16:creationId xmlns:a16="http://schemas.microsoft.com/office/drawing/2014/main" id="{A6493510-9835-4E89-98F0-AD7B74FAD0C6}"/>
                    </a:ext>
                  </a:extLst>
                </p:cNvPr>
                <p:cNvSpPr/>
                <p:nvPr/>
              </p:nvSpPr>
              <p:spPr>
                <a:xfrm>
                  <a:off x="3850817" y="4562448"/>
                  <a:ext cx="15017" cy="36732"/>
                </a:xfrm>
                <a:custGeom>
                  <a:avLst/>
                  <a:gdLst>
                    <a:gd name="connsiteX0" fmla="*/ 5811 w 15017"/>
                    <a:gd name="connsiteY0" fmla="*/ 0 h 36732"/>
                    <a:gd name="connsiteX1" fmla="*/ 2147 w 15017"/>
                    <a:gd name="connsiteY1" fmla="*/ 3288 h 36732"/>
                    <a:gd name="connsiteX2" fmla="*/ 1113 w 15017"/>
                    <a:gd name="connsiteY2" fmla="*/ 6013 h 36732"/>
                    <a:gd name="connsiteX3" fmla="*/ 80 w 15017"/>
                    <a:gd name="connsiteY3" fmla="*/ 11461 h 36732"/>
                    <a:gd name="connsiteX4" fmla="*/ 1395 w 15017"/>
                    <a:gd name="connsiteY4" fmla="*/ 22077 h 36732"/>
                    <a:gd name="connsiteX5" fmla="*/ 15017 w 15017"/>
                    <a:gd name="connsiteY5" fmla="*/ 36733 h 36732"/>
                    <a:gd name="connsiteX6" fmla="*/ 4589 w 15017"/>
                    <a:gd name="connsiteY6" fmla="*/ 21232 h 36732"/>
                    <a:gd name="connsiteX7" fmla="*/ 4965 w 15017"/>
                    <a:gd name="connsiteY7" fmla="*/ 12213 h 36732"/>
                    <a:gd name="connsiteX8" fmla="*/ 6468 w 15017"/>
                    <a:gd name="connsiteY8" fmla="*/ 8079 h 36732"/>
                    <a:gd name="connsiteX9" fmla="*/ 7314 w 15017"/>
                    <a:gd name="connsiteY9" fmla="*/ 6388 h 36732"/>
                    <a:gd name="connsiteX10" fmla="*/ 5811 w 15017"/>
                    <a:gd name="connsiteY10" fmla="*/ 0 h 36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17" h="36732">
                      <a:moveTo>
                        <a:pt x="5811" y="0"/>
                      </a:moveTo>
                      <a:cubicBezTo>
                        <a:pt x="3556" y="658"/>
                        <a:pt x="2616" y="2349"/>
                        <a:pt x="2147" y="3288"/>
                      </a:cubicBezTo>
                      <a:cubicBezTo>
                        <a:pt x="1677" y="4415"/>
                        <a:pt x="1395" y="5073"/>
                        <a:pt x="1113" y="6013"/>
                      </a:cubicBezTo>
                      <a:cubicBezTo>
                        <a:pt x="550" y="7798"/>
                        <a:pt x="268" y="9583"/>
                        <a:pt x="80" y="11461"/>
                      </a:cubicBezTo>
                      <a:cubicBezTo>
                        <a:pt x="-202" y="15125"/>
                        <a:pt x="268" y="18789"/>
                        <a:pt x="1395" y="22077"/>
                      </a:cubicBezTo>
                      <a:cubicBezTo>
                        <a:pt x="3744" y="28841"/>
                        <a:pt x="8911" y="34102"/>
                        <a:pt x="15017" y="36733"/>
                      </a:cubicBezTo>
                      <a:cubicBezTo>
                        <a:pt x="9380" y="33163"/>
                        <a:pt x="5529" y="27338"/>
                        <a:pt x="4589" y="21232"/>
                      </a:cubicBezTo>
                      <a:cubicBezTo>
                        <a:pt x="4119" y="18225"/>
                        <a:pt x="4214" y="15125"/>
                        <a:pt x="4965" y="12213"/>
                      </a:cubicBezTo>
                      <a:cubicBezTo>
                        <a:pt x="5341" y="10804"/>
                        <a:pt x="5811" y="9395"/>
                        <a:pt x="6468" y="8079"/>
                      </a:cubicBezTo>
                      <a:cubicBezTo>
                        <a:pt x="6938" y="6670"/>
                        <a:pt x="8441" y="5449"/>
                        <a:pt x="7314" y="6388"/>
                      </a:cubicBezTo>
                      <a:lnTo>
                        <a:pt x="581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1" name="Forme libre : forme 1320">
                  <a:extLst>
                    <a:ext uri="{FF2B5EF4-FFF2-40B4-BE49-F238E27FC236}">
                      <a16:creationId xmlns:a16="http://schemas.microsoft.com/office/drawing/2014/main" id="{CB80FB21-52C6-489C-B631-042249AFD6CC}"/>
                    </a:ext>
                  </a:extLst>
                </p:cNvPr>
                <p:cNvSpPr/>
                <p:nvPr/>
              </p:nvSpPr>
              <p:spPr>
                <a:xfrm>
                  <a:off x="3864237" y="4565549"/>
                  <a:ext cx="32692" cy="33444"/>
                </a:xfrm>
                <a:custGeom>
                  <a:avLst/>
                  <a:gdLst>
                    <a:gd name="connsiteX0" fmla="*/ 0 w 32692"/>
                    <a:gd name="connsiteY0" fmla="*/ 376 h 33444"/>
                    <a:gd name="connsiteX1" fmla="*/ 10898 w 32692"/>
                    <a:gd name="connsiteY1" fmla="*/ 23110 h 33444"/>
                    <a:gd name="connsiteX2" fmla="*/ 32693 w 32692"/>
                    <a:gd name="connsiteY2" fmla="*/ 33444 h 33444"/>
                    <a:gd name="connsiteX3" fmla="*/ 13340 w 32692"/>
                    <a:gd name="connsiteY3" fmla="*/ 20856 h 33444"/>
                    <a:gd name="connsiteX4" fmla="*/ 6482 w 32692"/>
                    <a:gd name="connsiteY4" fmla="*/ 0 h 33444"/>
                    <a:gd name="connsiteX5" fmla="*/ 0 w 32692"/>
                    <a:gd name="connsiteY5" fmla="*/ 376 h 33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692" h="33444">
                      <a:moveTo>
                        <a:pt x="0" y="376"/>
                      </a:moveTo>
                      <a:cubicBezTo>
                        <a:pt x="939" y="9113"/>
                        <a:pt x="4979" y="17192"/>
                        <a:pt x="10898" y="23110"/>
                      </a:cubicBezTo>
                      <a:cubicBezTo>
                        <a:pt x="16910" y="29029"/>
                        <a:pt x="24708" y="32693"/>
                        <a:pt x="32693" y="33444"/>
                      </a:cubicBezTo>
                      <a:cubicBezTo>
                        <a:pt x="24895" y="31565"/>
                        <a:pt x="17944" y="26962"/>
                        <a:pt x="13340" y="20856"/>
                      </a:cubicBezTo>
                      <a:cubicBezTo>
                        <a:pt x="8737" y="14749"/>
                        <a:pt x="6294" y="7234"/>
                        <a:pt x="6482" y="0"/>
                      </a:cubicBezTo>
                      <a:lnTo>
                        <a:pt x="0" y="37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2" name="Forme libre : forme 1321">
                  <a:extLst>
                    <a:ext uri="{FF2B5EF4-FFF2-40B4-BE49-F238E27FC236}">
                      <a16:creationId xmlns:a16="http://schemas.microsoft.com/office/drawing/2014/main" id="{B94A1EF5-80F3-4230-8CCD-7F438B61501B}"/>
                    </a:ext>
                  </a:extLst>
                </p:cNvPr>
                <p:cNvSpPr/>
                <p:nvPr/>
              </p:nvSpPr>
              <p:spPr>
                <a:xfrm>
                  <a:off x="3931690" y="4563294"/>
                  <a:ext cx="27713" cy="30528"/>
                </a:xfrm>
                <a:custGeom>
                  <a:avLst/>
                  <a:gdLst>
                    <a:gd name="connsiteX0" fmla="*/ 0 w 27713"/>
                    <a:gd name="connsiteY0" fmla="*/ 0 h 30528"/>
                    <a:gd name="connsiteX1" fmla="*/ 3194 w 27713"/>
                    <a:gd name="connsiteY1" fmla="*/ 11368 h 30528"/>
                    <a:gd name="connsiteX2" fmla="*/ 8831 w 27713"/>
                    <a:gd name="connsiteY2" fmla="*/ 20950 h 30528"/>
                    <a:gd name="connsiteX3" fmla="*/ 27714 w 27713"/>
                    <a:gd name="connsiteY3" fmla="*/ 30250 h 30528"/>
                    <a:gd name="connsiteX4" fmla="*/ 11649 w 27713"/>
                    <a:gd name="connsiteY4" fmla="*/ 19165 h 30528"/>
                    <a:gd name="connsiteX5" fmla="*/ 6670 w 27713"/>
                    <a:gd name="connsiteY5" fmla="*/ 188 h 30528"/>
                    <a:gd name="connsiteX6" fmla="*/ 0 w 27713"/>
                    <a:gd name="connsiteY6" fmla="*/ 0 h 30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713" h="30528">
                      <a:moveTo>
                        <a:pt x="0" y="0"/>
                      </a:moveTo>
                      <a:cubicBezTo>
                        <a:pt x="188" y="4228"/>
                        <a:pt x="1597" y="7985"/>
                        <a:pt x="3194" y="11368"/>
                      </a:cubicBezTo>
                      <a:cubicBezTo>
                        <a:pt x="4885" y="14749"/>
                        <a:pt x="6576" y="17850"/>
                        <a:pt x="8831" y="20950"/>
                      </a:cubicBezTo>
                      <a:cubicBezTo>
                        <a:pt x="13058" y="26962"/>
                        <a:pt x="20480" y="31754"/>
                        <a:pt x="27714" y="30250"/>
                      </a:cubicBezTo>
                      <a:cubicBezTo>
                        <a:pt x="20292" y="30532"/>
                        <a:pt x="14562" y="25083"/>
                        <a:pt x="11649" y="19165"/>
                      </a:cubicBezTo>
                      <a:cubicBezTo>
                        <a:pt x="8737" y="13153"/>
                        <a:pt x="6012" y="6013"/>
                        <a:pt x="6670" y="188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3" name="Forme libre : forme 1322">
                  <a:extLst>
                    <a:ext uri="{FF2B5EF4-FFF2-40B4-BE49-F238E27FC236}">
                      <a16:creationId xmlns:a16="http://schemas.microsoft.com/office/drawing/2014/main" id="{DA5E21AE-6C5A-4F92-AF9A-0E5E65E27182}"/>
                    </a:ext>
                  </a:extLst>
                </p:cNvPr>
                <p:cNvSpPr/>
                <p:nvPr/>
              </p:nvSpPr>
              <p:spPr>
                <a:xfrm>
                  <a:off x="3955270" y="4560194"/>
                  <a:ext cx="43778" cy="26694"/>
                </a:xfrm>
                <a:custGeom>
                  <a:avLst/>
                  <a:gdLst>
                    <a:gd name="connsiteX0" fmla="*/ 0 w 43778"/>
                    <a:gd name="connsiteY0" fmla="*/ 3570 h 26694"/>
                    <a:gd name="connsiteX1" fmla="*/ 19541 w 43778"/>
                    <a:gd name="connsiteY1" fmla="*/ 20856 h 26694"/>
                    <a:gd name="connsiteX2" fmla="*/ 31378 w 43778"/>
                    <a:gd name="connsiteY2" fmla="*/ 25835 h 26694"/>
                    <a:gd name="connsiteX3" fmla="*/ 43778 w 43778"/>
                    <a:gd name="connsiteY3" fmla="*/ 24708 h 26694"/>
                    <a:gd name="connsiteX4" fmla="*/ 31941 w 43778"/>
                    <a:gd name="connsiteY4" fmla="*/ 24238 h 26694"/>
                    <a:gd name="connsiteX5" fmla="*/ 21325 w 43778"/>
                    <a:gd name="connsiteY5" fmla="*/ 18037 h 26694"/>
                    <a:gd name="connsiteX6" fmla="*/ 5637 w 43778"/>
                    <a:gd name="connsiteY6" fmla="*/ 0 h 26694"/>
                    <a:gd name="connsiteX7" fmla="*/ 0 w 43778"/>
                    <a:gd name="connsiteY7" fmla="*/ 3570 h 26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778" h="26694">
                      <a:moveTo>
                        <a:pt x="0" y="3570"/>
                      </a:moveTo>
                      <a:cubicBezTo>
                        <a:pt x="5261" y="10804"/>
                        <a:pt x="11931" y="16722"/>
                        <a:pt x="19541" y="20856"/>
                      </a:cubicBezTo>
                      <a:cubicBezTo>
                        <a:pt x="23298" y="22923"/>
                        <a:pt x="27244" y="24614"/>
                        <a:pt x="31378" y="25835"/>
                      </a:cubicBezTo>
                      <a:cubicBezTo>
                        <a:pt x="35417" y="26962"/>
                        <a:pt x="40302" y="27338"/>
                        <a:pt x="43778" y="24708"/>
                      </a:cubicBezTo>
                      <a:cubicBezTo>
                        <a:pt x="40021" y="26868"/>
                        <a:pt x="35605" y="25835"/>
                        <a:pt x="31941" y="24238"/>
                      </a:cubicBezTo>
                      <a:cubicBezTo>
                        <a:pt x="28184" y="22641"/>
                        <a:pt x="24614" y="20480"/>
                        <a:pt x="21325" y="18037"/>
                      </a:cubicBezTo>
                      <a:cubicBezTo>
                        <a:pt x="14749" y="13152"/>
                        <a:pt x="9395" y="6952"/>
                        <a:pt x="5637" y="0"/>
                      </a:cubicBezTo>
                      <a:lnTo>
                        <a:pt x="0" y="357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4" name="Forme libre : forme 1323">
                  <a:extLst>
                    <a:ext uri="{FF2B5EF4-FFF2-40B4-BE49-F238E27FC236}">
                      <a16:creationId xmlns:a16="http://schemas.microsoft.com/office/drawing/2014/main" id="{4ACAA04D-2DB2-4F7C-BF71-0719E2D067D8}"/>
                    </a:ext>
                  </a:extLst>
                </p:cNvPr>
                <p:cNvSpPr/>
                <p:nvPr/>
              </p:nvSpPr>
              <p:spPr>
                <a:xfrm>
                  <a:off x="3900218" y="4565549"/>
                  <a:ext cx="52421" cy="30532"/>
                </a:xfrm>
                <a:custGeom>
                  <a:avLst/>
                  <a:gdLst>
                    <a:gd name="connsiteX0" fmla="*/ 0 w 52421"/>
                    <a:gd name="connsiteY0" fmla="*/ 1127 h 30532"/>
                    <a:gd name="connsiteX1" fmla="*/ 21419 w 52421"/>
                    <a:gd name="connsiteY1" fmla="*/ 25459 h 30532"/>
                    <a:gd name="connsiteX2" fmla="*/ 52421 w 52421"/>
                    <a:gd name="connsiteY2" fmla="*/ 30532 h 30532"/>
                    <a:gd name="connsiteX3" fmla="*/ 22923 w 52421"/>
                    <a:gd name="connsiteY3" fmla="*/ 22453 h 30532"/>
                    <a:gd name="connsiteX4" fmla="*/ 6576 w 52421"/>
                    <a:gd name="connsiteY4" fmla="*/ 0 h 30532"/>
                    <a:gd name="connsiteX5" fmla="*/ 0 w 52421"/>
                    <a:gd name="connsiteY5" fmla="*/ 1127 h 30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421" h="30532">
                      <a:moveTo>
                        <a:pt x="0" y="1127"/>
                      </a:moveTo>
                      <a:cubicBezTo>
                        <a:pt x="2536" y="12870"/>
                        <a:pt x="11649" y="21138"/>
                        <a:pt x="21419" y="25459"/>
                      </a:cubicBezTo>
                      <a:cubicBezTo>
                        <a:pt x="31378" y="29780"/>
                        <a:pt x="42087" y="30532"/>
                        <a:pt x="52421" y="30532"/>
                      </a:cubicBezTo>
                      <a:cubicBezTo>
                        <a:pt x="42087" y="29405"/>
                        <a:pt x="31659" y="27432"/>
                        <a:pt x="22923" y="22453"/>
                      </a:cubicBezTo>
                      <a:cubicBezTo>
                        <a:pt x="14280" y="17568"/>
                        <a:pt x="7422" y="9113"/>
                        <a:pt x="6576" y="0"/>
                      </a:cubicBezTo>
                      <a:lnTo>
                        <a:pt x="0" y="112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5" name="Forme libre : forme 1324">
                  <a:extLst>
                    <a:ext uri="{FF2B5EF4-FFF2-40B4-BE49-F238E27FC236}">
                      <a16:creationId xmlns:a16="http://schemas.microsoft.com/office/drawing/2014/main" id="{A32CB1B2-5873-4BD7-A264-22C650A138C7}"/>
                    </a:ext>
                  </a:extLst>
                </p:cNvPr>
                <p:cNvSpPr/>
                <p:nvPr/>
              </p:nvSpPr>
              <p:spPr>
                <a:xfrm>
                  <a:off x="3908372" y="4566488"/>
                  <a:ext cx="18338" cy="45939"/>
                </a:xfrm>
                <a:custGeom>
                  <a:avLst/>
                  <a:gdLst>
                    <a:gd name="connsiteX0" fmla="*/ 1053 w 18338"/>
                    <a:gd name="connsiteY0" fmla="*/ 0 h 45939"/>
                    <a:gd name="connsiteX1" fmla="*/ 113 w 18338"/>
                    <a:gd name="connsiteY1" fmla="*/ 12495 h 45939"/>
                    <a:gd name="connsiteX2" fmla="*/ 1711 w 18338"/>
                    <a:gd name="connsiteY2" fmla="*/ 26117 h 45939"/>
                    <a:gd name="connsiteX3" fmla="*/ 18339 w 18338"/>
                    <a:gd name="connsiteY3" fmla="*/ 45939 h 45939"/>
                    <a:gd name="connsiteX4" fmla="*/ 4905 w 18338"/>
                    <a:gd name="connsiteY4" fmla="*/ 25271 h 45939"/>
                    <a:gd name="connsiteX5" fmla="*/ 4999 w 18338"/>
                    <a:gd name="connsiteY5" fmla="*/ 13153 h 45939"/>
                    <a:gd name="connsiteX6" fmla="*/ 7629 w 18338"/>
                    <a:gd name="connsiteY6" fmla="*/ 94 h 45939"/>
                    <a:gd name="connsiteX7" fmla="*/ 1053 w 18338"/>
                    <a:gd name="connsiteY7" fmla="*/ 0 h 45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38" h="45939">
                      <a:moveTo>
                        <a:pt x="1053" y="0"/>
                      </a:moveTo>
                      <a:cubicBezTo>
                        <a:pt x="1335" y="3758"/>
                        <a:pt x="489" y="7985"/>
                        <a:pt x="113" y="12495"/>
                      </a:cubicBezTo>
                      <a:cubicBezTo>
                        <a:pt x="-262" y="17098"/>
                        <a:pt x="301" y="21795"/>
                        <a:pt x="1711" y="26117"/>
                      </a:cubicBezTo>
                      <a:cubicBezTo>
                        <a:pt x="4529" y="34760"/>
                        <a:pt x="10635" y="41994"/>
                        <a:pt x="18339" y="45939"/>
                      </a:cubicBezTo>
                      <a:cubicBezTo>
                        <a:pt x="11199" y="41054"/>
                        <a:pt x="6408" y="33351"/>
                        <a:pt x="4905" y="25271"/>
                      </a:cubicBezTo>
                      <a:cubicBezTo>
                        <a:pt x="4059" y="21232"/>
                        <a:pt x="4153" y="17192"/>
                        <a:pt x="4999" y="13153"/>
                      </a:cubicBezTo>
                      <a:cubicBezTo>
                        <a:pt x="5844" y="9113"/>
                        <a:pt x="7253" y="4979"/>
                        <a:pt x="7629" y="94"/>
                      </a:cubicBezTo>
                      <a:lnTo>
                        <a:pt x="1053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6" name="Forme libre : forme 1325">
                  <a:extLst>
                    <a:ext uri="{FF2B5EF4-FFF2-40B4-BE49-F238E27FC236}">
                      <a16:creationId xmlns:a16="http://schemas.microsoft.com/office/drawing/2014/main" id="{FD7B395A-BA94-48A5-9344-FC8C849A5633}"/>
                    </a:ext>
                  </a:extLst>
                </p:cNvPr>
                <p:cNvSpPr/>
                <p:nvPr/>
              </p:nvSpPr>
              <p:spPr>
                <a:xfrm>
                  <a:off x="3832170" y="4564233"/>
                  <a:ext cx="16190" cy="31283"/>
                </a:xfrm>
                <a:custGeom>
                  <a:avLst/>
                  <a:gdLst>
                    <a:gd name="connsiteX0" fmla="*/ 595 w 16190"/>
                    <a:gd name="connsiteY0" fmla="*/ 658 h 31283"/>
                    <a:gd name="connsiteX1" fmla="*/ 595 w 16190"/>
                    <a:gd name="connsiteY1" fmla="*/ 4697 h 31283"/>
                    <a:gd name="connsiteX2" fmla="*/ 32 w 16190"/>
                    <a:gd name="connsiteY2" fmla="*/ 9113 h 31283"/>
                    <a:gd name="connsiteX3" fmla="*/ 1817 w 16190"/>
                    <a:gd name="connsiteY3" fmla="*/ 19165 h 31283"/>
                    <a:gd name="connsiteX4" fmla="*/ 16190 w 16190"/>
                    <a:gd name="connsiteY4" fmla="*/ 31284 h 31283"/>
                    <a:gd name="connsiteX5" fmla="*/ 5387 w 16190"/>
                    <a:gd name="connsiteY5" fmla="*/ 18038 h 31283"/>
                    <a:gd name="connsiteX6" fmla="*/ 5574 w 16190"/>
                    <a:gd name="connsiteY6" fmla="*/ 9864 h 31283"/>
                    <a:gd name="connsiteX7" fmla="*/ 6890 w 16190"/>
                    <a:gd name="connsiteY7" fmla="*/ 5167 h 31283"/>
                    <a:gd name="connsiteX8" fmla="*/ 7171 w 16190"/>
                    <a:gd name="connsiteY8" fmla="*/ 0 h 31283"/>
                    <a:gd name="connsiteX9" fmla="*/ 595 w 16190"/>
                    <a:gd name="connsiteY9" fmla="*/ 658 h 31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190" h="31283">
                      <a:moveTo>
                        <a:pt x="595" y="658"/>
                      </a:moveTo>
                      <a:cubicBezTo>
                        <a:pt x="689" y="1503"/>
                        <a:pt x="595" y="3476"/>
                        <a:pt x="595" y="4697"/>
                      </a:cubicBezTo>
                      <a:cubicBezTo>
                        <a:pt x="783" y="4979"/>
                        <a:pt x="32" y="7516"/>
                        <a:pt x="32" y="9113"/>
                      </a:cubicBezTo>
                      <a:cubicBezTo>
                        <a:pt x="-156" y="12589"/>
                        <a:pt x="501" y="16065"/>
                        <a:pt x="1817" y="19165"/>
                      </a:cubicBezTo>
                      <a:cubicBezTo>
                        <a:pt x="4447" y="25459"/>
                        <a:pt x="10084" y="29875"/>
                        <a:pt x="16190" y="31284"/>
                      </a:cubicBezTo>
                      <a:cubicBezTo>
                        <a:pt x="10553" y="28747"/>
                        <a:pt x="6420" y="23580"/>
                        <a:pt x="5387" y="18038"/>
                      </a:cubicBezTo>
                      <a:cubicBezTo>
                        <a:pt x="4823" y="15313"/>
                        <a:pt x="4917" y="12401"/>
                        <a:pt x="5574" y="9864"/>
                      </a:cubicBezTo>
                      <a:cubicBezTo>
                        <a:pt x="5762" y="8361"/>
                        <a:pt x="6608" y="7985"/>
                        <a:pt x="6890" y="5167"/>
                      </a:cubicBezTo>
                      <a:cubicBezTo>
                        <a:pt x="7077" y="3382"/>
                        <a:pt x="7171" y="2255"/>
                        <a:pt x="7171" y="0"/>
                      </a:cubicBezTo>
                      <a:lnTo>
                        <a:pt x="595" y="65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7" name="Forme libre : forme 1326">
                  <a:extLst>
                    <a:ext uri="{FF2B5EF4-FFF2-40B4-BE49-F238E27FC236}">
                      <a16:creationId xmlns:a16="http://schemas.microsoft.com/office/drawing/2014/main" id="{FAFDEEDF-D467-4BBA-8D14-F80C54575DA7}"/>
                    </a:ext>
                  </a:extLst>
                </p:cNvPr>
                <p:cNvSpPr/>
                <p:nvPr/>
              </p:nvSpPr>
              <p:spPr>
                <a:xfrm>
                  <a:off x="3835079" y="4566582"/>
                  <a:ext cx="13187" cy="39550"/>
                </a:xfrm>
                <a:custGeom>
                  <a:avLst/>
                  <a:gdLst>
                    <a:gd name="connsiteX0" fmla="*/ 7551 w 13187"/>
                    <a:gd name="connsiteY0" fmla="*/ 0 h 39550"/>
                    <a:gd name="connsiteX1" fmla="*/ 129 w 13187"/>
                    <a:gd name="connsiteY1" fmla="*/ 20104 h 39550"/>
                    <a:gd name="connsiteX2" fmla="*/ 2102 w 13187"/>
                    <a:gd name="connsiteY2" fmla="*/ 30814 h 39550"/>
                    <a:gd name="connsiteX3" fmla="*/ 7927 w 13187"/>
                    <a:gd name="connsiteY3" fmla="*/ 39551 h 39550"/>
                    <a:gd name="connsiteX4" fmla="*/ 3323 w 13187"/>
                    <a:gd name="connsiteY4" fmla="*/ 20668 h 39550"/>
                    <a:gd name="connsiteX5" fmla="*/ 13188 w 13187"/>
                    <a:gd name="connsiteY5" fmla="*/ 3288 h 39550"/>
                    <a:gd name="connsiteX6" fmla="*/ 7551 w 13187"/>
                    <a:gd name="connsiteY6" fmla="*/ 0 h 3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87" h="39550">
                      <a:moveTo>
                        <a:pt x="7551" y="0"/>
                      </a:moveTo>
                      <a:cubicBezTo>
                        <a:pt x="4827" y="6294"/>
                        <a:pt x="1069" y="12495"/>
                        <a:pt x="129" y="20104"/>
                      </a:cubicBezTo>
                      <a:cubicBezTo>
                        <a:pt x="-341" y="23862"/>
                        <a:pt x="505" y="27714"/>
                        <a:pt x="2102" y="30814"/>
                      </a:cubicBezTo>
                      <a:cubicBezTo>
                        <a:pt x="3699" y="34008"/>
                        <a:pt x="5766" y="36827"/>
                        <a:pt x="7927" y="39551"/>
                      </a:cubicBezTo>
                      <a:cubicBezTo>
                        <a:pt x="4545" y="33633"/>
                        <a:pt x="1444" y="26868"/>
                        <a:pt x="3323" y="20668"/>
                      </a:cubicBezTo>
                      <a:cubicBezTo>
                        <a:pt x="5014" y="14468"/>
                        <a:pt x="9430" y="9113"/>
                        <a:pt x="13188" y="3288"/>
                      </a:cubicBezTo>
                      <a:lnTo>
                        <a:pt x="755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8" name="Forme libre : forme 1327">
                  <a:extLst>
                    <a:ext uri="{FF2B5EF4-FFF2-40B4-BE49-F238E27FC236}">
                      <a16:creationId xmlns:a16="http://schemas.microsoft.com/office/drawing/2014/main" id="{E632E357-1211-4EF8-9F69-650C19941F2B}"/>
                    </a:ext>
                  </a:extLst>
                </p:cNvPr>
                <p:cNvSpPr/>
                <p:nvPr/>
              </p:nvSpPr>
              <p:spPr>
                <a:xfrm>
                  <a:off x="3813018" y="4559536"/>
                  <a:ext cx="18902" cy="42181"/>
                </a:xfrm>
                <a:custGeom>
                  <a:avLst/>
                  <a:gdLst>
                    <a:gd name="connsiteX0" fmla="*/ 1805 w 18902"/>
                    <a:gd name="connsiteY0" fmla="*/ 0 h 42181"/>
                    <a:gd name="connsiteX1" fmla="*/ 20 w 18902"/>
                    <a:gd name="connsiteY1" fmla="*/ 12683 h 42181"/>
                    <a:gd name="connsiteX2" fmla="*/ 2462 w 18902"/>
                    <a:gd name="connsiteY2" fmla="*/ 24895 h 42181"/>
                    <a:gd name="connsiteX3" fmla="*/ 9790 w 18902"/>
                    <a:gd name="connsiteY3" fmla="*/ 34666 h 42181"/>
                    <a:gd name="connsiteX4" fmla="*/ 18903 w 18902"/>
                    <a:gd name="connsiteY4" fmla="*/ 42181 h 42181"/>
                    <a:gd name="connsiteX5" fmla="*/ 11199 w 18902"/>
                    <a:gd name="connsiteY5" fmla="*/ 33539 h 42181"/>
                    <a:gd name="connsiteX6" fmla="*/ 5844 w 18902"/>
                    <a:gd name="connsiteY6" fmla="*/ 23768 h 42181"/>
                    <a:gd name="connsiteX7" fmla="*/ 5093 w 18902"/>
                    <a:gd name="connsiteY7" fmla="*/ 12964 h 42181"/>
                    <a:gd name="connsiteX8" fmla="*/ 7723 w 18902"/>
                    <a:gd name="connsiteY8" fmla="*/ 2912 h 42181"/>
                    <a:gd name="connsiteX9" fmla="*/ 1805 w 18902"/>
                    <a:gd name="connsiteY9" fmla="*/ 0 h 42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902" h="42181">
                      <a:moveTo>
                        <a:pt x="1805" y="0"/>
                      </a:moveTo>
                      <a:cubicBezTo>
                        <a:pt x="114" y="4415"/>
                        <a:pt x="-74" y="8549"/>
                        <a:pt x="20" y="12683"/>
                      </a:cubicBezTo>
                      <a:cubicBezTo>
                        <a:pt x="207" y="16816"/>
                        <a:pt x="865" y="20950"/>
                        <a:pt x="2462" y="24895"/>
                      </a:cubicBezTo>
                      <a:cubicBezTo>
                        <a:pt x="4247" y="28841"/>
                        <a:pt x="6972" y="31848"/>
                        <a:pt x="9790" y="34666"/>
                      </a:cubicBezTo>
                      <a:cubicBezTo>
                        <a:pt x="12608" y="37484"/>
                        <a:pt x="15709" y="39833"/>
                        <a:pt x="18903" y="42181"/>
                      </a:cubicBezTo>
                      <a:cubicBezTo>
                        <a:pt x="16178" y="39457"/>
                        <a:pt x="13454" y="36545"/>
                        <a:pt x="11199" y="33539"/>
                      </a:cubicBezTo>
                      <a:cubicBezTo>
                        <a:pt x="8944" y="30532"/>
                        <a:pt x="6878" y="27056"/>
                        <a:pt x="5844" y="23768"/>
                      </a:cubicBezTo>
                      <a:cubicBezTo>
                        <a:pt x="4905" y="20386"/>
                        <a:pt x="4717" y="16534"/>
                        <a:pt x="5093" y="12964"/>
                      </a:cubicBezTo>
                      <a:cubicBezTo>
                        <a:pt x="5469" y="9395"/>
                        <a:pt x="6220" y="5637"/>
                        <a:pt x="7723" y="2912"/>
                      </a:cubicBezTo>
                      <a:lnTo>
                        <a:pt x="1805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9" name="Forme libre : forme 1328">
                  <a:extLst>
                    <a:ext uri="{FF2B5EF4-FFF2-40B4-BE49-F238E27FC236}">
                      <a16:creationId xmlns:a16="http://schemas.microsoft.com/office/drawing/2014/main" id="{EBC02715-4093-45CE-9818-42770BA8602E}"/>
                    </a:ext>
                  </a:extLst>
                </p:cNvPr>
                <p:cNvSpPr/>
                <p:nvPr/>
              </p:nvSpPr>
              <p:spPr>
                <a:xfrm>
                  <a:off x="3893736" y="4565267"/>
                  <a:ext cx="28559" cy="38510"/>
                </a:xfrm>
                <a:custGeom>
                  <a:avLst/>
                  <a:gdLst>
                    <a:gd name="connsiteX0" fmla="*/ 0 w 28559"/>
                    <a:gd name="connsiteY0" fmla="*/ 657 h 38510"/>
                    <a:gd name="connsiteX1" fmla="*/ 8831 w 28559"/>
                    <a:gd name="connsiteY1" fmla="*/ 24520 h 38510"/>
                    <a:gd name="connsiteX2" fmla="*/ 17098 w 28559"/>
                    <a:gd name="connsiteY2" fmla="*/ 34102 h 38510"/>
                    <a:gd name="connsiteX3" fmla="*/ 28559 w 28559"/>
                    <a:gd name="connsiteY3" fmla="*/ 38424 h 38510"/>
                    <a:gd name="connsiteX4" fmla="*/ 18319 w 28559"/>
                    <a:gd name="connsiteY4" fmla="*/ 32881 h 38510"/>
                    <a:gd name="connsiteX5" fmla="*/ 11837 w 28559"/>
                    <a:gd name="connsiteY5" fmla="*/ 22923 h 38510"/>
                    <a:gd name="connsiteX6" fmla="*/ 6670 w 28559"/>
                    <a:gd name="connsiteY6" fmla="*/ 0 h 38510"/>
                    <a:gd name="connsiteX7" fmla="*/ 0 w 28559"/>
                    <a:gd name="connsiteY7" fmla="*/ 657 h 38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559" h="38510">
                      <a:moveTo>
                        <a:pt x="0" y="657"/>
                      </a:moveTo>
                      <a:cubicBezTo>
                        <a:pt x="1409" y="9206"/>
                        <a:pt x="4321" y="17286"/>
                        <a:pt x="8831" y="24520"/>
                      </a:cubicBezTo>
                      <a:cubicBezTo>
                        <a:pt x="11085" y="28090"/>
                        <a:pt x="13810" y="31471"/>
                        <a:pt x="17098" y="34102"/>
                      </a:cubicBezTo>
                      <a:cubicBezTo>
                        <a:pt x="20292" y="36732"/>
                        <a:pt x="24426" y="38987"/>
                        <a:pt x="28559" y="38424"/>
                      </a:cubicBezTo>
                      <a:cubicBezTo>
                        <a:pt x="24332" y="38424"/>
                        <a:pt x="20950" y="35793"/>
                        <a:pt x="18319" y="32881"/>
                      </a:cubicBezTo>
                      <a:cubicBezTo>
                        <a:pt x="15595" y="29969"/>
                        <a:pt x="13528" y="26492"/>
                        <a:pt x="11837" y="22923"/>
                      </a:cubicBezTo>
                      <a:cubicBezTo>
                        <a:pt x="8549" y="15689"/>
                        <a:pt x="6858" y="7797"/>
                        <a:pt x="6670" y="0"/>
                      </a:cubicBezTo>
                      <a:lnTo>
                        <a:pt x="0" y="65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0" name="Forme libre : forme 1329">
                  <a:extLst>
                    <a:ext uri="{FF2B5EF4-FFF2-40B4-BE49-F238E27FC236}">
                      <a16:creationId xmlns:a16="http://schemas.microsoft.com/office/drawing/2014/main" id="{D0502BA3-1BC1-48FA-8065-3E95996B35ED}"/>
                    </a:ext>
                  </a:extLst>
                </p:cNvPr>
                <p:cNvSpPr/>
                <p:nvPr/>
              </p:nvSpPr>
              <p:spPr>
                <a:xfrm>
                  <a:off x="3939299" y="4563857"/>
                  <a:ext cx="44530" cy="26032"/>
                </a:xfrm>
                <a:custGeom>
                  <a:avLst/>
                  <a:gdLst>
                    <a:gd name="connsiteX0" fmla="*/ 0 w 44530"/>
                    <a:gd name="connsiteY0" fmla="*/ 564 h 26032"/>
                    <a:gd name="connsiteX1" fmla="*/ 5167 w 44530"/>
                    <a:gd name="connsiteY1" fmla="*/ 14655 h 26032"/>
                    <a:gd name="connsiteX2" fmla="*/ 16722 w 44530"/>
                    <a:gd name="connsiteY2" fmla="*/ 23862 h 26032"/>
                    <a:gd name="connsiteX3" fmla="*/ 30720 w 44530"/>
                    <a:gd name="connsiteY3" fmla="*/ 26023 h 26032"/>
                    <a:gd name="connsiteX4" fmla="*/ 44530 w 44530"/>
                    <a:gd name="connsiteY4" fmla="*/ 25929 h 26032"/>
                    <a:gd name="connsiteX5" fmla="*/ 30814 w 44530"/>
                    <a:gd name="connsiteY5" fmla="*/ 24332 h 26032"/>
                    <a:gd name="connsiteX6" fmla="*/ 18038 w 44530"/>
                    <a:gd name="connsiteY6" fmla="*/ 20856 h 26032"/>
                    <a:gd name="connsiteX7" fmla="*/ 6576 w 44530"/>
                    <a:gd name="connsiteY7" fmla="*/ 0 h 26032"/>
                    <a:gd name="connsiteX8" fmla="*/ 0 w 44530"/>
                    <a:gd name="connsiteY8" fmla="*/ 564 h 26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530" h="26032">
                      <a:moveTo>
                        <a:pt x="0" y="564"/>
                      </a:moveTo>
                      <a:cubicBezTo>
                        <a:pt x="658" y="5543"/>
                        <a:pt x="2349" y="10428"/>
                        <a:pt x="5167" y="14655"/>
                      </a:cubicBezTo>
                      <a:cubicBezTo>
                        <a:pt x="7892" y="18883"/>
                        <a:pt x="12119" y="22265"/>
                        <a:pt x="16722" y="23862"/>
                      </a:cubicBezTo>
                      <a:cubicBezTo>
                        <a:pt x="21326" y="25553"/>
                        <a:pt x="26117" y="26117"/>
                        <a:pt x="30720" y="26023"/>
                      </a:cubicBezTo>
                      <a:lnTo>
                        <a:pt x="44530" y="25929"/>
                      </a:lnTo>
                      <a:lnTo>
                        <a:pt x="30814" y="24332"/>
                      </a:lnTo>
                      <a:cubicBezTo>
                        <a:pt x="26211" y="23956"/>
                        <a:pt x="21889" y="22735"/>
                        <a:pt x="18038" y="20856"/>
                      </a:cubicBezTo>
                      <a:cubicBezTo>
                        <a:pt x="10240" y="17004"/>
                        <a:pt x="6576" y="8267"/>
                        <a:pt x="6576" y="0"/>
                      </a:cubicBezTo>
                      <a:lnTo>
                        <a:pt x="0" y="564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331" name="Forme libre : forme 1330">
                <a:extLst>
                  <a:ext uri="{FF2B5EF4-FFF2-40B4-BE49-F238E27FC236}">
                    <a16:creationId xmlns:a16="http://schemas.microsoft.com/office/drawing/2014/main" id="{FB902885-DC12-42E6-92D3-7D405EF78C2D}"/>
                  </a:ext>
                </a:extLst>
              </p:cNvPr>
              <p:cNvSpPr/>
              <p:nvPr/>
            </p:nvSpPr>
            <p:spPr>
              <a:xfrm>
                <a:off x="3731176" y="4318626"/>
                <a:ext cx="375440" cy="125166"/>
              </a:xfrm>
              <a:custGeom>
                <a:avLst/>
                <a:gdLst>
                  <a:gd name="connsiteX0" fmla="*/ 5390 w 375440"/>
                  <a:gd name="connsiteY0" fmla="*/ 118593 h 125166"/>
                  <a:gd name="connsiteX1" fmla="*/ 10839 w 375440"/>
                  <a:gd name="connsiteY1" fmla="*/ 71433 h 125166"/>
                  <a:gd name="connsiteX2" fmla="*/ 188865 w 375440"/>
                  <a:gd name="connsiteY2" fmla="*/ 24084 h 125166"/>
                  <a:gd name="connsiteX3" fmla="*/ 375440 w 375440"/>
                  <a:gd name="connsiteY3" fmla="*/ 44283 h 125166"/>
                  <a:gd name="connsiteX4" fmla="*/ 223531 w 375440"/>
                  <a:gd name="connsiteY4" fmla="*/ 55086 h 125166"/>
                  <a:gd name="connsiteX5" fmla="*/ 5390 w 375440"/>
                  <a:gd name="connsiteY5" fmla="*/ 118593 h 12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5440" h="125166">
                    <a:moveTo>
                      <a:pt x="5390" y="118593"/>
                    </a:moveTo>
                    <a:cubicBezTo>
                      <a:pt x="-3441" y="109105"/>
                      <a:pt x="-1280" y="79230"/>
                      <a:pt x="10839" y="71433"/>
                    </a:cubicBezTo>
                    <a:cubicBezTo>
                      <a:pt x="17791" y="66923"/>
                      <a:pt x="126298" y="46725"/>
                      <a:pt x="188865" y="24084"/>
                    </a:cubicBezTo>
                    <a:cubicBezTo>
                      <a:pt x="231046" y="8771"/>
                      <a:pt x="294929" y="-30592"/>
                      <a:pt x="375440" y="44283"/>
                    </a:cubicBezTo>
                    <a:cubicBezTo>
                      <a:pt x="375440" y="44283"/>
                      <a:pt x="289386" y="10368"/>
                      <a:pt x="223531" y="55086"/>
                    </a:cubicBezTo>
                    <a:cubicBezTo>
                      <a:pt x="157769" y="99898"/>
                      <a:pt x="26904" y="141704"/>
                      <a:pt x="5390" y="118593"/>
                    </a:cubicBezTo>
                    <a:close/>
                  </a:path>
                </a:pathLst>
              </a:custGeom>
              <a:solidFill>
                <a:srgbClr val="B5857D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2" name="Forme libre : forme 1331">
                <a:extLst>
                  <a:ext uri="{FF2B5EF4-FFF2-40B4-BE49-F238E27FC236}">
                    <a16:creationId xmlns:a16="http://schemas.microsoft.com/office/drawing/2014/main" id="{7F9912FB-8AD9-433B-846B-78EEE07E780B}"/>
                  </a:ext>
                </a:extLst>
              </p:cNvPr>
              <p:cNvSpPr/>
              <p:nvPr/>
            </p:nvSpPr>
            <p:spPr>
              <a:xfrm>
                <a:off x="3686211" y="4807645"/>
                <a:ext cx="62040" cy="127577"/>
              </a:xfrm>
              <a:custGeom>
                <a:avLst/>
                <a:gdLst>
                  <a:gd name="connsiteX0" fmla="*/ 44812 w 62040"/>
                  <a:gd name="connsiteY0" fmla="*/ 0 h 127577"/>
                  <a:gd name="connsiteX1" fmla="*/ 50918 w 62040"/>
                  <a:gd name="connsiteY1" fmla="*/ 38799 h 127577"/>
                  <a:gd name="connsiteX2" fmla="*/ 52891 w 62040"/>
                  <a:gd name="connsiteY2" fmla="*/ 57588 h 127577"/>
                  <a:gd name="connsiteX3" fmla="*/ 51294 w 62040"/>
                  <a:gd name="connsiteY3" fmla="*/ 75908 h 127577"/>
                  <a:gd name="connsiteX4" fmla="*/ 32129 w 62040"/>
                  <a:gd name="connsiteY4" fmla="*/ 106064 h 127577"/>
                  <a:gd name="connsiteX5" fmla="*/ 0 w 62040"/>
                  <a:gd name="connsiteY5" fmla="*/ 127578 h 127577"/>
                  <a:gd name="connsiteX6" fmla="*/ 36732 w 62040"/>
                  <a:gd name="connsiteY6" fmla="*/ 111795 h 127577"/>
                  <a:gd name="connsiteX7" fmla="*/ 51576 w 62040"/>
                  <a:gd name="connsiteY7" fmla="*/ 97327 h 127577"/>
                  <a:gd name="connsiteX8" fmla="*/ 60501 w 62040"/>
                  <a:gd name="connsiteY8" fmla="*/ 78068 h 127577"/>
                  <a:gd name="connsiteX9" fmla="*/ 61816 w 62040"/>
                  <a:gd name="connsiteY9" fmla="*/ 57306 h 127577"/>
                  <a:gd name="connsiteX10" fmla="*/ 58152 w 62040"/>
                  <a:gd name="connsiteY10" fmla="*/ 37296 h 127577"/>
                  <a:gd name="connsiteX11" fmla="*/ 44812 w 62040"/>
                  <a:gd name="connsiteY11" fmla="*/ 0 h 127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040" h="127577">
                    <a:moveTo>
                      <a:pt x="44812" y="0"/>
                    </a:moveTo>
                    <a:cubicBezTo>
                      <a:pt x="46691" y="13059"/>
                      <a:pt x="48851" y="26023"/>
                      <a:pt x="50918" y="38799"/>
                    </a:cubicBezTo>
                    <a:cubicBezTo>
                      <a:pt x="51764" y="45188"/>
                      <a:pt x="52985" y="51576"/>
                      <a:pt x="52891" y="57588"/>
                    </a:cubicBezTo>
                    <a:cubicBezTo>
                      <a:pt x="53079" y="64071"/>
                      <a:pt x="52797" y="70083"/>
                      <a:pt x="51294" y="75908"/>
                    </a:cubicBezTo>
                    <a:cubicBezTo>
                      <a:pt x="48757" y="87651"/>
                      <a:pt x="41336" y="97703"/>
                      <a:pt x="32129" y="106064"/>
                    </a:cubicBezTo>
                    <a:cubicBezTo>
                      <a:pt x="22641" y="114237"/>
                      <a:pt x="11555" y="121096"/>
                      <a:pt x="0" y="127578"/>
                    </a:cubicBezTo>
                    <a:cubicBezTo>
                      <a:pt x="12870" y="124571"/>
                      <a:pt x="25553" y="119780"/>
                      <a:pt x="36732" y="111795"/>
                    </a:cubicBezTo>
                    <a:cubicBezTo>
                      <a:pt x="42181" y="107661"/>
                      <a:pt x="47442" y="103058"/>
                      <a:pt x="51576" y="97327"/>
                    </a:cubicBezTo>
                    <a:cubicBezTo>
                      <a:pt x="55709" y="91597"/>
                      <a:pt x="58810" y="85020"/>
                      <a:pt x="60501" y="78068"/>
                    </a:cubicBezTo>
                    <a:cubicBezTo>
                      <a:pt x="62098" y="71117"/>
                      <a:pt x="62286" y="63883"/>
                      <a:pt x="61816" y="57306"/>
                    </a:cubicBezTo>
                    <a:cubicBezTo>
                      <a:pt x="61346" y="50260"/>
                      <a:pt x="59843" y="43685"/>
                      <a:pt x="58152" y="37296"/>
                    </a:cubicBezTo>
                    <a:cubicBezTo>
                      <a:pt x="54676" y="24426"/>
                      <a:pt x="50167" y="12119"/>
                      <a:pt x="4481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3" name="Forme libre : forme 1332">
                <a:extLst>
                  <a:ext uri="{FF2B5EF4-FFF2-40B4-BE49-F238E27FC236}">
                    <a16:creationId xmlns:a16="http://schemas.microsoft.com/office/drawing/2014/main" id="{B2CA2986-F2EB-46DE-BB4B-AFB19B3D14BA}"/>
                  </a:ext>
                </a:extLst>
              </p:cNvPr>
              <p:cNvSpPr/>
              <p:nvPr/>
            </p:nvSpPr>
            <p:spPr>
              <a:xfrm>
                <a:off x="3591984" y="5051621"/>
                <a:ext cx="231105" cy="82953"/>
              </a:xfrm>
              <a:custGeom>
                <a:avLst/>
                <a:gdLst>
                  <a:gd name="connsiteX0" fmla="*/ 0 w 231105"/>
                  <a:gd name="connsiteY0" fmla="*/ 20481 h 82953"/>
                  <a:gd name="connsiteX1" fmla="*/ 29499 w 231105"/>
                  <a:gd name="connsiteY1" fmla="*/ 8455 h 82953"/>
                  <a:gd name="connsiteX2" fmla="*/ 44624 w 231105"/>
                  <a:gd name="connsiteY2" fmla="*/ 3288 h 82953"/>
                  <a:gd name="connsiteX3" fmla="*/ 61064 w 231105"/>
                  <a:gd name="connsiteY3" fmla="*/ 0 h 82953"/>
                  <a:gd name="connsiteX4" fmla="*/ 92442 w 231105"/>
                  <a:gd name="connsiteY4" fmla="*/ 9771 h 82953"/>
                  <a:gd name="connsiteX5" fmla="*/ 121001 w 231105"/>
                  <a:gd name="connsiteY5" fmla="*/ 23768 h 82953"/>
                  <a:gd name="connsiteX6" fmla="*/ 149091 w 231105"/>
                  <a:gd name="connsiteY6" fmla="*/ 37014 h 82953"/>
                  <a:gd name="connsiteX7" fmla="*/ 178872 w 231105"/>
                  <a:gd name="connsiteY7" fmla="*/ 47443 h 82953"/>
                  <a:gd name="connsiteX8" fmla="*/ 208182 w 231105"/>
                  <a:gd name="connsiteY8" fmla="*/ 60689 h 82953"/>
                  <a:gd name="connsiteX9" fmla="*/ 231105 w 231105"/>
                  <a:gd name="connsiteY9" fmla="*/ 82954 h 82953"/>
                  <a:gd name="connsiteX10" fmla="*/ 205928 w 231105"/>
                  <a:gd name="connsiteY10" fmla="*/ 64916 h 82953"/>
                  <a:gd name="connsiteX11" fmla="*/ 176429 w 231105"/>
                  <a:gd name="connsiteY11" fmla="*/ 54583 h 82953"/>
                  <a:gd name="connsiteX12" fmla="*/ 145897 w 231105"/>
                  <a:gd name="connsiteY12" fmla="*/ 45564 h 82953"/>
                  <a:gd name="connsiteX13" fmla="*/ 116586 w 231105"/>
                  <a:gd name="connsiteY13" fmla="*/ 32036 h 82953"/>
                  <a:gd name="connsiteX14" fmla="*/ 88590 w 231105"/>
                  <a:gd name="connsiteY14" fmla="*/ 17474 h 82953"/>
                  <a:gd name="connsiteX15" fmla="*/ 60407 w 231105"/>
                  <a:gd name="connsiteY15" fmla="*/ 6389 h 82953"/>
                  <a:gd name="connsiteX16" fmla="*/ 45751 w 231105"/>
                  <a:gd name="connsiteY16" fmla="*/ 8455 h 82953"/>
                  <a:gd name="connsiteX17" fmla="*/ 30438 w 231105"/>
                  <a:gd name="connsiteY17" fmla="*/ 12213 h 82953"/>
                  <a:gd name="connsiteX18" fmla="*/ 0 w 231105"/>
                  <a:gd name="connsiteY18" fmla="*/ 20481 h 82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1105" h="82953">
                    <a:moveTo>
                      <a:pt x="0" y="20481"/>
                    </a:moveTo>
                    <a:cubicBezTo>
                      <a:pt x="9676" y="16065"/>
                      <a:pt x="19540" y="12213"/>
                      <a:pt x="29499" y="8455"/>
                    </a:cubicBezTo>
                    <a:cubicBezTo>
                      <a:pt x="34478" y="6576"/>
                      <a:pt x="39457" y="4791"/>
                      <a:pt x="44624" y="3288"/>
                    </a:cubicBezTo>
                    <a:cubicBezTo>
                      <a:pt x="49979" y="1879"/>
                      <a:pt x="54488" y="0"/>
                      <a:pt x="61064" y="0"/>
                    </a:cubicBezTo>
                    <a:cubicBezTo>
                      <a:pt x="72901" y="940"/>
                      <a:pt x="82578" y="5543"/>
                      <a:pt x="92442" y="9771"/>
                    </a:cubicBezTo>
                    <a:cubicBezTo>
                      <a:pt x="102212" y="14092"/>
                      <a:pt x="111607" y="19071"/>
                      <a:pt x="121001" y="23768"/>
                    </a:cubicBezTo>
                    <a:cubicBezTo>
                      <a:pt x="130490" y="28466"/>
                      <a:pt x="139603" y="33633"/>
                      <a:pt x="149091" y="37014"/>
                    </a:cubicBezTo>
                    <a:lnTo>
                      <a:pt x="178872" y="47443"/>
                    </a:lnTo>
                    <a:cubicBezTo>
                      <a:pt x="188830" y="51200"/>
                      <a:pt x="198788" y="55334"/>
                      <a:pt x="208182" y="60689"/>
                    </a:cubicBezTo>
                    <a:cubicBezTo>
                      <a:pt x="217295" y="66326"/>
                      <a:pt x="226314" y="73278"/>
                      <a:pt x="231105" y="82954"/>
                    </a:cubicBezTo>
                    <a:cubicBezTo>
                      <a:pt x="224435" y="74593"/>
                      <a:pt x="215510" y="69050"/>
                      <a:pt x="205928" y="64916"/>
                    </a:cubicBezTo>
                    <a:cubicBezTo>
                      <a:pt x="196533" y="60595"/>
                      <a:pt x="186575" y="57401"/>
                      <a:pt x="176429" y="54583"/>
                    </a:cubicBezTo>
                    <a:cubicBezTo>
                      <a:pt x="166283" y="51670"/>
                      <a:pt x="156137" y="48946"/>
                      <a:pt x="145897" y="45564"/>
                    </a:cubicBezTo>
                    <a:cubicBezTo>
                      <a:pt x="135469" y="41900"/>
                      <a:pt x="125980" y="36921"/>
                      <a:pt x="116586" y="32036"/>
                    </a:cubicBezTo>
                    <a:lnTo>
                      <a:pt x="88590" y="17474"/>
                    </a:lnTo>
                    <a:cubicBezTo>
                      <a:pt x="79290" y="13059"/>
                      <a:pt x="69707" y="7986"/>
                      <a:pt x="60407" y="6389"/>
                    </a:cubicBezTo>
                    <a:cubicBezTo>
                      <a:pt x="56367" y="5919"/>
                      <a:pt x="50730" y="7422"/>
                      <a:pt x="45751" y="8455"/>
                    </a:cubicBezTo>
                    <a:lnTo>
                      <a:pt x="30438" y="12213"/>
                    </a:lnTo>
                    <a:cubicBezTo>
                      <a:pt x="20386" y="14844"/>
                      <a:pt x="10240" y="17756"/>
                      <a:pt x="0" y="2048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4" name="Forme libre : forme 1333">
                <a:extLst>
                  <a:ext uri="{FF2B5EF4-FFF2-40B4-BE49-F238E27FC236}">
                    <a16:creationId xmlns:a16="http://schemas.microsoft.com/office/drawing/2014/main" id="{E8F4DD09-0E34-4EB7-ADF9-99E5922726C0}"/>
                  </a:ext>
                </a:extLst>
              </p:cNvPr>
              <p:cNvSpPr/>
              <p:nvPr/>
            </p:nvSpPr>
            <p:spPr>
              <a:xfrm>
                <a:off x="3369616" y="5127771"/>
                <a:ext cx="444736" cy="7778"/>
              </a:xfrm>
              <a:custGeom>
                <a:avLst/>
                <a:gdLst>
                  <a:gd name="connsiteX0" fmla="*/ 444737 w 444736"/>
                  <a:gd name="connsiteY0" fmla="*/ 6804 h 7778"/>
                  <a:gd name="connsiteX1" fmla="*/ 333505 w 444736"/>
                  <a:gd name="connsiteY1" fmla="*/ 6428 h 7778"/>
                  <a:gd name="connsiteX2" fmla="*/ 277984 w 444736"/>
                  <a:gd name="connsiteY2" fmla="*/ 6522 h 7778"/>
                  <a:gd name="connsiteX3" fmla="*/ 222368 w 444736"/>
                  <a:gd name="connsiteY3" fmla="*/ 7744 h 7778"/>
                  <a:gd name="connsiteX4" fmla="*/ 166753 w 444736"/>
                  <a:gd name="connsiteY4" fmla="*/ 6522 h 7778"/>
                  <a:gd name="connsiteX5" fmla="*/ 111231 w 444736"/>
                  <a:gd name="connsiteY5" fmla="*/ 6428 h 7778"/>
                  <a:gd name="connsiteX6" fmla="*/ 0 w 444736"/>
                  <a:gd name="connsiteY6" fmla="*/ 6804 h 7778"/>
                  <a:gd name="connsiteX7" fmla="*/ 111137 w 444736"/>
                  <a:gd name="connsiteY7" fmla="*/ 979 h 7778"/>
                  <a:gd name="connsiteX8" fmla="*/ 166847 w 444736"/>
                  <a:gd name="connsiteY8" fmla="*/ 40 h 7778"/>
                  <a:gd name="connsiteX9" fmla="*/ 222462 w 444736"/>
                  <a:gd name="connsiteY9" fmla="*/ 604 h 7778"/>
                  <a:gd name="connsiteX10" fmla="*/ 278078 w 444736"/>
                  <a:gd name="connsiteY10" fmla="*/ 40 h 7778"/>
                  <a:gd name="connsiteX11" fmla="*/ 333787 w 444736"/>
                  <a:gd name="connsiteY11" fmla="*/ 979 h 7778"/>
                  <a:gd name="connsiteX12" fmla="*/ 444737 w 444736"/>
                  <a:gd name="connsiteY12" fmla="*/ 6804 h 7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4736" h="7778">
                    <a:moveTo>
                      <a:pt x="444737" y="6804"/>
                    </a:moveTo>
                    <a:lnTo>
                      <a:pt x="333505" y="6428"/>
                    </a:lnTo>
                    <a:lnTo>
                      <a:pt x="277984" y="6522"/>
                    </a:lnTo>
                    <a:cubicBezTo>
                      <a:pt x="259477" y="6522"/>
                      <a:pt x="241063" y="7931"/>
                      <a:pt x="222368" y="7744"/>
                    </a:cubicBezTo>
                    <a:cubicBezTo>
                      <a:pt x="203673" y="8025"/>
                      <a:pt x="185260" y="6522"/>
                      <a:pt x="166753" y="6522"/>
                    </a:cubicBezTo>
                    <a:lnTo>
                      <a:pt x="111231" y="6428"/>
                    </a:lnTo>
                    <a:lnTo>
                      <a:pt x="0" y="6804"/>
                    </a:lnTo>
                    <a:cubicBezTo>
                      <a:pt x="37014" y="3986"/>
                      <a:pt x="74029" y="2201"/>
                      <a:pt x="111137" y="979"/>
                    </a:cubicBezTo>
                    <a:cubicBezTo>
                      <a:pt x="129644" y="228"/>
                      <a:pt x="148246" y="134"/>
                      <a:pt x="166847" y="40"/>
                    </a:cubicBezTo>
                    <a:cubicBezTo>
                      <a:pt x="185448" y="-242"/>
                      <a:pt x="204049" y="1073"/>
                      <a:pt x="222462" y="604"/>
                    </a:cubicBezTo>
                    <a:cubicBezTo>
                      <a:pt x="240875" y="1073"/>
                      <a:pt x="259477" y="-242"/>
                      <a:pt x="278078" y="40"/>
                    </a:cubicBezTo>
                    <a:cubicBezTo>
                      <a:pt x="296679" y="134"/>
                      <a:pt x="315186" y="228"/>
                      <a:pt x="333787" y="979"/>
                    </a:cubicBezTo>
                    <a:cubicBezTo>
                      <a:pt x="370708" y="2295"/>
                      <a:pt x="407722" y="4080"/>
                      <a:pt x="444737" y="68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5" name="Forme libre : forme 1334">
                <a:extLst>
                  <a:ext uri="{FF2B5EF4-FFF2-40B4-BE49-F238E27FC236}">
                    <a16:creationId xmlns:a16="http://schemas.microsoft.com/office/drawing/2014/main" id="{BBFAB704-7B0A-4617-A5A2-1DFA136817E0}"/>
                  </a:ext>
                </a:extLst>
              </p:cNvPr>
              <p:cNvSpPr/>
              <p:nvPr/>
            </p:nvSpPr>
            <p:spPr>
              <a:xfrm>
                <a:off x="3364918" y="5142936"/>
                <a:ext cx="454131" cy="78820"/>
              </a:xfrm>
              <a:custGeom>
                <a:avLst/>
                <a:gdLst>
                  <a:gd name="connsiteX0" fmla="*/ 454131 w 454131"/>
                  <a:gd name="connsiteY0" fmla="*/ 0 h 78820"/>
                  <a:gd name="connsiteX1" fmla="*/ 348631 w 454131"/>
                  <a:gd name="connsiteY1" fmla="*/ 61064 h 78820"/>
                  <a:gd name="connsiteX2" fmla="*/ 288506 w 454131"/>
                  <a:gd name="connsiteY2" fmla="*/ 74687 h 78820"/>
                  <a:gd name="connsiteX3" fmla="*/ 273193 w 454131"/>
                  <a:gd name="connsiteY3" fmla="*/ 76753 h 78820"/>
                  <a:gd name="connsiteX4" fmla="*/ 257786 w 454131"/>
                  <a:gd name="connsiteY4" fmla="*/ 77974 h 78820"/>
                  <a:gd name="connsiteX5" fmla="*/ 227066 w 454131"/>
                  <a:gd name="connsiteY5" fmla="*/ 78820 h 78820"/>
                  <a:gd name="connsiteX6" fmla="*/ 196346 w 454131"/>
                  <a:gd name="connsiteY6" fmla="*/ 77974 h 78820"/>
                  <a:gd name="connsiteX7" fmla="*/ 180939 w 454131"/>
                  <a:gd name="connsiteY7" fmla="*/ 76753 h 78820"/>
                  <a:gd name="connsiteX8" fmla="*/ 165625 w 454131"/>
                  <a:gd name="connsiteY8" fmla="*/ 74687 h 78820"/>
                  <a:gd name="connsiteX9" fmla="*/ 105501 w 454131"/>
                  <a:gd name="connsiteY9" fmla="*/ 61064 h 78820"/>
                  <a:gd name="connsiteX10" fmla="*/ 0 w 454131"/>
                  <a:gd name="connsiteY10" fmla="*/ 0 h 78820"/>
                  <a:gd name="connsiteX11" fmla="*/ 51012 w 454131"/>
                  <a:gd name="connsiteY11" fmla="*/ 32787 h 78820"/>
                  <a:gd name="connsiteX12" fmla="*/ 107567 w 454131"/>
                  <a:gd name="connsiteY12" fmla="*/ 54207 h 78820"/>
                  <a:gd name="connsiteX13" fmla="*/ 227066 w 454131"/>
                  <a:gd name="connsiteY13" fmla="*/ 69426 h 78820"/>
                  <a:gd name="connsiteX14" fmla="*/ 346564 w 454131"/>
                  <a:gd name="connsiteY14" fmla="*/ 54207 h 78820"/>
                  <a:gd name="connsiteX15" fmla="*/ 403119 w 454131"/>
                  <a:gd name="connsiteY15" fmla="*/ 32787 h 78820"/>
                  <a:gd name="connsiteX16" fmla="*/ 454131 w 454131"/>
                  <a:gd name="connsiteY16" fmla="*/ 0 h 78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54131" h="78820">
                    <a:moveTo>
                      <a:pt x="454131" y="0"/>
                    </a:moveTo>
                    <a:cubicBezTo>
                      <a:pt x="425384" y="29217"/>
                      <a:pt x="387618" y="48475"/>
                      <a:pt x="348631" y="61064"/>
                    </a:cubicBezTo>
                    <a:cubicBezTo>
                      <a:pt x="329090" y="67641"/>
                      <a:pt x="308892" y="71868"/>
                      <a:pt x="288506" y="74687"/>
                    </a:cubicBezTo>
                    <a:lnTo>
                      <a:pt x="273193" y="76753"/>
                    </a:lnTo>
                    <a:lnTo>
                      <a:pt x="257786" y="77974"/>
                    </a:lnTo>
                    <a:cubicBezTo>
                      <a:pt x="247452" y="79102"/>
                      <a:pt x="237306" y="78632"/>
                      <a:pt x="227066" y="78820"/>
                    </a:cubicBezTo>
                    <a:cubicBezTo>
                      <a:pt x="216826" y="78632"/>
                      <a:pt x="206679" y="79008"/>
                      <a:pt x="196346" y="77974"/>
                    </a:cubicBezTo>
                    <a:lnTo>
                      <a:pt x="180939" y="76753"/>
                    </a:lnTo>
                    <a:lnTo>
                      <a:pt x="165625" y="74687"/>
                    </a:lnTo>
                    <a:cubicBezTo>
                      <a:pt x="145239" y="71868"/>
                      <a:pt x="125041" y="67641"/>
                      <a:pt x="105501" y="61064"/>
                    </a:cubicBezTo>
                    <a:cubicBezTo>
                      <a:pt x="66513" y="48475"/>
                      <a:pt x="28747" y="29123"/>
                      <a:pt x="0" y="0"/>
                    </a:cubicBezTo>
                    <a:cubicBezTo>
                      <a:pt x="15407" y="13340"/>
                      <a:pt x="32881" y="23862"/>
                      <a:pt x="51012" y="32787"/>
                    </a:cubicBezTo>
                    <a:cubicBezTo>
                      <a:pt x="69144" y="41806"/>
                      <a:pt x="88121" y="48852"/>
                      <a:pt x="107567" y="54207"/>
                    </a:cubicBezTo>
                    <a:cubicBezTo>
                      <a:pt x="146367" y="65292"/>
                      <a:pt x="186669" y="70177"/>
                      <a:pt x="227066" y="69426"/>
                    </a:cubicBezTo>
                    <a:cubicBezTo>
                      <a:pt x="267556" y="70177"/>
                      <a:pt x="307765" y="65292"/>
                      <a:pt x="346564" y="54207"/>
                    </a:cubicBezTo>
                    <a:cubicBezTo>
                      <a:pt x="366011" y="48852"/>
                      <a:pt x="384988" y="41806"/>
                      <a:pt x="403119" y="32787"/>
                    </a:cubicBezTo>
                    <a:cubicBezTo>
                      <a:pt x="421250" y="23862"/>
                      <a:pt x="438724" y="13340"/>
                      <a:pt x="454131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6" name="Forme libre : forme 1335">
                <a:extLst>
                  <a:ext uri="{FF2B5EF4-FFF2-40B4-BE49-F238E27FC236}">
                    <a16:creationId xmlns:a16="http://schemas.microsoft.com/office/drawing/2014/main" id="{71B383C8-01BB-46C0-8195-39C792AC2FA3}"/>
                  </a:ext>
                </a:extLst>
              </p:cNvPr>
              <p:cNvSpPr/>
              <p:nvPr/>
            </p:nvSpPr>
            <p:spPr>
              <a:xfrm>
                <a:off x="3199857" y="5294470"/>
                <a:ext cx="784254" cy="189017"/>
              </a:xfrm>
              <a:custGeom>
                <a:avLst/>
                <a:gdLst>
                  <a:gd name="connsiteX0" fmla="*/ 0 w 784254"/>
                  <a:gd name="connsiteY0" fmla="*/ 0 h 189017"/>
                  <a:gd name="connsiteX1" fmla="*/ 86617 w 784254"/>
                  <a:gd name="connsiteY1" fmla="*/ 68768 h 189017"/>
                  <a:gd name="connsiteX2" fmla="*/ 181408 w 784254"/>
                  <a:gd name="connsiteY2" fmla="*/ 125041 h 189017"/>
                  <a:gd name="connsiteX3" fmla="*/ 283902 w 784254"/>
                  <a:gd name="connsiteY3" fmla="*/ 164498 h 189017"/>
                  <a:gd name="connsiteX4" fmla="*/ 392127 w 784254"/>
                  <a:gd name="connsiteY4" fmla="*/ 179623 h 189017"/>
                  <a:gd name="connsiteX5" fmla="*/ 500352 w 784254"/>
                  <a:gd name="connsiteY5" fmla="*/ 164498 h 189017"/>
                  <a:gd name="connsiteX6" fmla="*/ 602846 w 784254"/>
                  <a:gd name="connsiteY6" fmla="*/ 125041 h 189017"/>
                  <a:gd name="connsiteX7" fmla="*/ 697637 w 784254"/>
                  <a:gd name="connsiteY7" fmla="*/ 68768 h 189017"/>
                  <a:gd name="connsiteX8" fmla="*/ 784255 w 784254"/>
                  <a:gd name="connsiteY8" fmla="*/ 0 h 189017"/>
                  <a:gd name="connsiteX9" fmla="*/ 606135 w 784254"/>
                  <a:gd name="connsiteY9" fmla="*/ 131429 h 189017"/>
                  <a:gd name="connsiteX10" fmla="*/ 502701 w 784254"/>
                  <a:gd name="connsiteY10" fmla="*/ 172765 h 189017"/>
                  <a:gd name="connsiteX11" fmla="*/ 392221 w 784254"/>
                  <a:gd name="connsiteY11" fmla="*/ 189018 h 189017"/>
                  <a:gd name="connsiteX12" fmla="*/ 281742 w 784254"/>
                  <a:gd name="connsiteY12" fmla="*/ 172765 h 189017"/>
                  <a:gd name="connsiteX13" fmla="*/ 178308 w 784254"/>
                  <a:gd name="connsiteY13" fmla="*/ 131429 h 189017"/>
                  <a:gd name="connsiteX14" fmla="*/ 0 w 784254"/>
                  <a:gd name="connsiteY14" fmla="*/ 0 h 189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84254" h="189017">
                    <a:moveTo>
                      <a:pt x="0" y="0"/>
                    </a:moveTo>
                    <a:cubicBezTo>
                      <a:pt x="27150" y="24989"/>
                      <a:pt x="56273" y="47912"/>
                      <a:pt x="86617" y="68768"/>
                    </a:cubicBezTo>
                    <a:cubicBezTo>
                      <a:pt x="116868" y="89812"/>
                      <a:pt x="148527" y="108601"/>
                      <a:pt x="181408" y="125041"/>
                    </a:cubicBezTo>
                    <a:cubicBezTo>
                      <a:pt x="214383" y="141387"/>
                      <a:pt x="248673" y="154540"/>
                      <a:pt x="283902" y="164498"/>
                    </a:cubicBezTo>
                    <a:cubicBezTo>
                      <a:pt x="319226" y="174362"/>
                      <a:pt x="355677" y="178684"/>
                      <a:pt x="392127" y="179623"/>
                    </a:cubicBezTo>
                    <a:cubicBezTo>
                      <a:pt x="428578" y="178684"/>
                      <a:pt x="465029" y="174362"/>
                      <a:pt x="500352" y="164498"/>
                    </a:cubicBezTo>
                    <a:cubicBezTo>
                      <a:pt x="535582" y="154540"/>
                      <a:pt x="569872" y="141293"/>
                      <a:pt x="602846" y="125041"/>
                    </a:cubicBezTo>
                    <a:cubicBezTo>
                      <a:pt x="635727" y="108695"/>
                      <a:pt x="667387" y="89812"/>
                      <a:pt x="697637" y="68768"/>
                    </a:cubicBezTo>
                    <a:cubicBezTo>
                      <a:pt x="727981" y="47912"/>
                      <a:pt x="757104" y="25083"/>
                      <a:pt x="784255" y="0"/>
                    </a:cubicBezTo>
                    <a:cubicBezTo>
                      <a:pt x="732303" y="52609"/>
                      <a:pt x="671802" y="96763"/>
                      <a:pt x="606135" y="131429"/>
                    </a:cubicBezTo>
                    <a:cubicBezTo>
                      <a:pt x="573348" y="148997"/>
                      <a:pt x="538306" y="162150"/>
                      <a:pt x="502701" y="172765"/>
                    </a:cubicBezTo>
                    <a:cubicBezTo>
                      <a:pt x="466814" y="183099"/>
                      <a:pt x="429611" y="187890"/>
                      <a:pt x="392221" y="189018"/>
                    </a:cubicBezTo>
                    <a:cubicBezTo>
                      <a:pt x="354831" y="187796"/>
                      <a:pt x="317629" y="183005"/>
                      <a:pt x="281742" y="172765"/>
                    </a:cubicBezTo>
                    <a:cubicBezTo>
                      <a:pt x="246043" y="162150"/>
                      <a:pt x="211095" y="148997"/>
                      <a:pt x="178308" y="131429"/>
                    </a:cubicBezTo>
                    <a:cubicBezTo>
                      <a:pt x="112452" y="96763"/>
                      <a:pt x="51952" y="52609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7" name="Forme libre : forme 1336">
                <a:extLst>
                  <a:ext uri="{FF2B5EF4-FFF2-40B4-BE49-F238E27FC236}">
                    <a16:creationId xmlns:a16="http://schemas.microsoft.com/office/drawing/2014/main" id="{C288D461-34E4-480D-AA01-6842A6334CA7}"/>
                  </a:ext>
                </a:extLst>
              </p:cNvPr>
              <p:cNvSpPr/>
              <p:nvPr/>
            </p:nvSpPr>
            <p:spPr>
              <a:xfrm>
                <a:off x="3492708" y="4881720"/>
                <a:ext cx="48921" cy="37813"/>
              </a:xfrm>
              <a:custGeom>
                <a:avLst/>
                <a:gdLst>
                  <a:gd name="connsiteX0" fmla="*/ 48922 w 48921"/>
                  <a:gd name="connsiteY0" fmla="*/ 37814 h 37813"/>
                  <a:gd name="connsiteX1" fmla="*/ 4956 w 48921"/>
                  <a:gd name="connsiteY1" fmla="*/ 799 h 37813"/>
                  <a:gd name="connsiteX2" fmla="*/ 30509 w 48921"/>
                  <a:gd name="connsiteY2" fmla="*/ 27574 h 37813"/>
                  <a:gd name="connsiteX3" fmla="*/ 48922 w 48921"/>
                  <a:gd name="connsiteY3" fmla="*/ 37814 h 37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921" h="37813">
                    <a:moveTo>
                      <a:pt x="48922" y="37814"/>
                    </a:moveTo>
                    <a:cubicBezTo>
                      <a:pt x="48922" y="37814"/>
                      <a:pt x="23369" y="-6434"/>
                      <a:pt x="4956" y="799"/>
                    </a:cubicBezTo>
                    <a:cubicBezTo>
                      <a:pt x="-13458" y="8033"/>
                      <a:pt x="24966" y="24756"/>
                      <a:pt x="30509" y="27574"/>
                    </a:cubicBezTo>
                    <a:cubicBezTo>
                      <a:pt x="35957" y="30580"/>
                      <a:pt x="48922" y="37814"/>
                      <a:pt x="48922" y="3781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8" name="Forme libre : forme 1337">
                <a:extLst>
                  <a:ext uri="{FF2B5EF4-FFF2-40B4-BE49-F238E27FC236}">
                    <a16:creationId xmlns:a16="http://schemas.microsoft.com/office/drawing/2014/main" id="{97EEEE90-FBCD-4DA7-8322-0D951F59F5CD}"/>
                  </a:ext>
                </a:extLst>
              </p:cNvPr>
              <p:cNvSpPr/>
              <p:nvPr/>
            </p:nvSpPr>
            <p:spPr>
              <a:xfrm>
                <a:off x="3640836" y="4881720"/>
                <a:ext cx="48921" cy="37813"/>
              </a:xfrm>
              <a:custGeom>
                <a:avLst/>
                <a:gdLst>
                  <a:gd name="connsiteX0" fmla="*/ 0 w 48921"/>
                  <a:gd name="connsiteY0" fmla="*/ 37814 h 37813"/>
                  <a:gd name="connsiteX1" fmla="*/ 43966 w 48921"/>
                  <a:gd name="connsiteY1" fmla="*/ 799 h 37813"/>
                  <a:gd name="connsiteX2" fmla="*/ 18413 w 48921"/>
                  <a:gd name="connsiteY2" fmla="*/ 27574 h 37813"/>
                  <a:gd name="connsiteX3" fmla="*/ 0 w 48921"/>
                  <a:gd name="connsiteY3" fmla="*/ 37814 h 37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921" h="37813">
                    <a:moveTo>
                      <a:pt x="0" y="37814"/>
                    </a:moveTo>
                    <a:cubicBezTo>
                      <a:pt x="0" y="37814"/>
                      <a:pt x="25553" y="-6434"/>
                      <a:pt x="43966" y="799"/>
                    </a:cubicBezTo>
                    <a:cubicBezTo>
                      <a:pt x="62380" y="8033"/>
                      <a:pt x="23956" y="24756"/>
                      <a:pt x="18413" y="27574"/>
                    </a:cubicBezTo>
                    <a:cubicBezTo>
                      <a:pt x="12964" y="30580"/>
                      <a:pt x="0" y="37814"/>
                      <a:pt x="0" y="3781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9" name="Forme libre : forme 1338">
                <a:extLst>
                  <a:ext uri="{FF2B5EF4-FFF2-40B4-BE49-F238E27FC236}">
                    <a16:creationId xmlns:a16="http://schemas.microsoft.com/office/drawing/2014/main" id="{0CAFEF7B-6135-401D-A703-159BBA946C94}"/>
                  </a:ext>
                </a:extLst>
              </p:cNvPr>
              <p:cNvSpPr/>
              <p:nvPr/>
            </p:nvSpPr>
            <p:spPr>
              <a:xfrm>
                <a:off x="3513022" y="4796560"/>
                <a:ext cx="7000" cy="40114"/>
              </a:xfrm>
              <a:custGeom>
                <a:avLst/>
                <a:gdLst>
                  <a:gd name="connsiteX0" fmla="*/ 7000 w 7000"/>
                  <a:gd name="connsiteY0" fmla="*/ 0 h 40114"/>
                  <a:gd name="connsiteX1" fmla="*/ 4745 w 7000"/>
                  <a:gd name="connsiteY1" fmla="*/ 20292 h 40114"/>
                  <a:gd name="connsiteX2" fmla="*/ 6718 w 7000"/>
                  <a:gd name="connsiteY2" fmla="*/ 40115 h 40114"/>
                  <a:gd name="connsiteX3" fmla="*/ 48 w 7000"/>
                  <a:gd name="connsiteY3" fmla="*/ 20010 h 40114"/>
                  <a:gd name="connsiteX4" fmla="*/ 7000 w 7000"/>
                  <a:gd name="connsiteY4" fmla="*/ 0 h 40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00" h="40114">
                    <a:moveTo>
                      <a:pt x="7000" y="0"/>
                    </a:moveTo>
                    <a:cubicBezTo>
                      <a:pt x="6624" y="7140"/>
                      <a:pt x="5121" y="13716"/>
                      <a:pt x="4745" y="20292"/>
                    </a:cubicBezTo>
                    <a:cubicBezTo>
                      <a:pt x="4276" y="26868"/>
                      <a:pt x="4745" y="33256"/>
                      <a:pt x="6718" y="40115"/>
                    </a:cubicBezTo>
                    <a:cubicBezTo>
                      <a:pt x="1457" y="35041"/>
                      <a:pt x="-328" y="27150"/>
                      <a:pt x="48" y="20010"/>
                    </a:cubicBezTo>
                    <a:cubicBezTo>
                      <a:pt x="706" y="12776"/>
                      <a:pt x="3148" y="6012"/>
                      <a:pt x="700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0" name="Forme libre : forme 1339">
                <a:extLst>
                  <a:ext uri="{FF2B5EF4-FFF2-40B4-BE49-F238E27FC236}">
                    <a16:creationId xmlns:a16="http://schemas.microsoft.com/office/drawing/2014/main" id="{6202323E-14AE-4449-B5AD-88245C1A8490}"/>
                  </a:ext>
                </a:extLst>
              </p:cNvPr>
              <p:cNvSpPr/>
              <p:nvPr/>
            </p:nvSpPr>
            <p:spPr>
              <a:xfrm>
                <a:off x="3524531" y="4849639"/>
                <a:ext cx="28747" cy="32787"/>
              </a:xfrm>
              <a:custGeom>
                <a:avLst/>
                <a:gdLst>
                  <a:gd name="connsiteX0" fmla="*/ 0 w 28747"/>
                  <a:gd name="connsiteY0" fmla="*/ 0 h 32787"/>
                  <a:gd name="connsiteX1" fmla="*/ 18695 w 28747"/>
                  <a:gd name="connsiteY1" fmla="*/ 12589 h 32787"/>
                  <a:gd name="connsiteX2" fmla="*/ 28747 w 28747"/>
                  <a:gd name="connsiteY2" fmla="*/ 32787 h 32787"/>
                  <a:gd name="connsiteX3" fmla="*/ 15125 w 28747"/>
                  <a:gd name="connsiteY3" fmla="*/ 15595 h 32787"/>
                  <a:gd name="connsiteX4" fmla="*/ 0 w 28747"/>
                  <a:gd name="connsiteY4" fmla="*/ 0 h 32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47" h="32787">
                    <a:moveTo>
                      <a:pt x="0" y="0"/>
                    </a:moveTo>
                    <a:cubicBezTo>
                      <a:pt x="7516" y="1692"/>
                      <a:pt x="13904" y="6764"/>
                      <a:pt x="18695" y="12589"/>
                    </a:cubicBezTo>
                    <a:cubicBezTo>
                      <a:pt x="23486" y="18508"/>
                      <a:pt x="26962" y="25365"/>
                      <a:pt x="28747" y="32787"/>
                    </a:cubicBezTo>
                    <a:cubicBezTo>
                      <a:pt x="23768" y="27056"/>
                      <a:pt x="19729" y="21044"/>
                      <a:pt x="15125" y="15595"/>
                    </a:cubicBezTo>
                    <a:cubicBezTo>
                      <a:pt x="10616" y="9959"/>
                      <a:pt x="5731" y="4979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1" name="Forme libre : forme 1340">
                <a:extLst>
                  <a:ext uri="{FF2B5EF4-FFF2-40B4-BE49-F238E27FC236}">
                    <a16:creationId xmlns:a16="http://schemas.microsoft.com/office/drawing/2014/main" id="{8A37F69F-2406-497B-A8CF-2E6C306D09B5}"/>
                  </a:ext>
                </a:extLst>
              </p:cNvPr>
              <p:cNvSpPr/>
              <p:nvPr/>
            </p:nvSpPr>
            <p:spPr>
              <a:xfrm>
                <a:off x="3660658" y="4798909"/>
                <a:ext cx="6929" cy="40114"/>
              </a:xfrm>
              <a:custGeom>
                <a:avLst/>
                <a:gdLst>
                  <a:gd name="connsiteX0" fmla="*/ 0 w 6929"/>
                  <a:gd name="connsiteY0" fmla="*/ 0 h 40114"/>
                  <a:gd name="connsiteX1" fmla="*/ 6858 w 6929"/>
                  <a:gd name="connsiteY1" fmla="*/ 20010 h 40114"/>
                  <a:gd name="connsiteX2" fmla="*/ 188 w 6929"/>
                  <a:gd name="connsiteY2" fmla="*/ 40115 h 40114"/>
                  <a:gd name="connsiteX3" fmla="*/ 2161 w 6929"/>
                  <a:gd name="connsiteY3" fmla="*/ 20292 h 40114"/>
                  <a:gd name="connsiteX4" fmla="*/ 0 w 6929"/>
                  <a:gd name="connsiteY4" fmla="*/ 0 h 40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9" h="40114">
                    <a:moveTo>
                      <a:pt x="0" y="0"/>
                    </a:moveTo>
                    <a:cubicBezTo>
                      <a:pt x="3852" y="5919"/>
                      <a:pt x="6294" y="12776"/>
                      <a:pt x="6858" y="20010"/>
                    </a:cubicBezTo>
                    <a:cubicBezTo>
                      <a:pt x="7328" y="27150"/>
                      <a:pt x="5543" y="35135"/>
                      <a:pt x="188" y="40115"/>
                    </a:cubicBezTo>
                    <a:cubicBezTo>
                      <a:pt x="2161" y="33256"/>
                      <a:pt x="2630" y="26868"/>
                      <a:pt x="2161" y="20292"/>
                    </a:cubicBezTo>
                    <a:cubicBezTo>
                      <a:pt x="1879" y="13716"/>
                      <a:pt x="376" y="714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2" name="Forme libre : forme 1341">
                <a:extLst>
                  <a:ext uri="{FF2B5EF4-FFF2-40B4-BE49-F238E27FC236}">
                    <a16:creationId xmlns:a16="http://schemas.microsoft.com/office/drawing/2014/main" id="{63B2F2BA-FB5E-45DA-B940-8459F19CDCAD}"/>
                  </a:ext>
                </a:extLst>
              </p:cNvPr>
              <p:cNvSpPr/>
              <p:nvPr/>
            </p:nvSpPr>
            <p:spPr>
              <a:xfrm>
                <a:off x="3627401" y="4851987"/>
                <a:ext cx="28747" cy="32787"/>
              </a:xfrm>
              <a:custGeom>
                <a:avLst/>
                <a:gdLst>
                  <a:gd name="connsiteX0" fmla="*/ 28747 w 28747"/>
                  <a:gd name="connsiteY0" fmla="*/ 0 h 32787"/>
                  <a:gd name="connsiteX1" fmla="*/ 13622 w 28747"/>
                  <a:gd name="connsiteY1" fmla="*/ 15595 h 32787"/>
                  <a:gd name="connsiteX2" fmla="*/ 0 w 28747"/>
                  <a:gd name="connsiteY2" fmla="*/ 32787 h 32787"/>
                  <a:gd name="connsiteX3" fmla="*/ 10052 w 28747"/>
                  <a:gd name="connsiteY3" fmla="*/ 12589 h 32787"/>
                  <a:gd name="connsiteX4" fmla="*/ 28747 w 28747"/>
                  <a:gd name="connsiteY4" fmla="*/ 0 h 32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47" h="32787">
                    <a:moveTo>
                      <a:pt x="28747" y="0"/>
                    </a:moveTo>
                    <a:cubicBezTo>
                      <a:pt x="23017" y="4979"/>
                      <a:pt x="18131" y="9959"/>
                      <a:pt x="13622" y="15595"/>
                    </a:cubicBezTo>
                    <a:cubicBezTo>
                      <a:pt x="9019" y="21138"/>
                      <a:pt x="4979" y="27056"/>
                      <a:pt x="0" y="32787"/>
                    </a:cubicBezTo>
                    <a:cubicBezTo>
                      <a:pt x="1691" y="25365"/>
                      <a:pt x="5261" y="18602"/>
                      <a:pt x="10052" y="12589"/>
                    </a:cubicBezTo>
                    <a:cubicBezTo>
                      <a:pt x="14843" y="6764"/>
                      <a:pt x="21232" y="1692"/>
                      <a:pt x="2874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3" name="Forme libre : forme 1342">
                <a:extLst>
                  <a:ext uri="{FF2B5EF4-FFF2-40B4-BE49-F238E27FC236}">
                    <a16:creationId xmlns:a16="http://schemas.microsoft.com/office/drawing/2014/main" id="{F6776923-6A80-4D24-8DAB-2CA3E59A9044}"/>
                  </a:ext>
                </a:extLst>
              </p:cNvPr>
              <p:cNvSpPr/>
              <p:nvPr/>
            </p:nvSpPr>
            <p:spPr>
              <a:xfrm>
                <a:off x="3639419" y="4687396"/>
                <a:ext cx="14099" cy="74968"/>
              </a:xfrm>
              <a:custGeom>
                <a:avLst/>
                <a:gdLst>
                  <a:gd name="connsiteX0" fmla="*/ 3014 w 14099"/>
                  <a:gd name="connsiteY0" fmla="*/ 0 h 74968"/>
                  <a:gd name="connsiteX1" fmla="*/ 5175 w 14099"/>
                  <a:gd name="connsiteY1" fmla="*/ 38235 h 74968"/>
                  <a:gd name="connsiteX2" fmla="*/ 14099 w 14099"/>
                  <a:gd name="connsiteY2" fmla="*/ 74968 h 74968"/>
                  <a:gd name="connsiteX3" fmla="*/ 477 w 14099"/>
                  <a:gd name="connsiteY3" fmla="*/ 38705 h 74968"/>
                  <a:gd name="connsiteX4" fmla="*/ 3014 w 14099"/>
                  <a:gd name="connsiteY4" fmla="*/ 0 h 74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99" h="74968">
                    <a:moveTo>
                      <a:pt x="3014" y="0"/>
                    </a:moveTo>
                    <a:cubicBezTo>
                      <a:pt x="4141" y="12964"/>
                      <a:pt x="3859" y="25741"/>
                      <a:pt x="5175" y="38235"/>
                    </a:cubicBezTo>
                    <a:cubicBezTo>
                      <a:pt x="6302" y="50824"/>
                      <a:pt x="8932" y="63037"/>
                      <a:pt x="14099" y="74968"/>
                    </a:cubicBezTo>
                    <a:cubicBezTo>
                      <a:pt x="5738" y="64916"/>
                      <a:pt x="1793" y="51576"/>
                      <a:pt x="477" y="38705"/>
                    </a:cubicBezTo>
                    <a:cubicBezTo>
                      <a:pt x="-744" y="25647"/>
                      <a:pt x="477" y="12682"/>
                      <a:pt x="30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4" name="Forme libre : forme 1343">
                <a:extLst>
                  <a:ext uri="{FF2B5EF4-FFF2-40B4-BE49-F238E27FC236}">
                    <a16:creationId xmlns:a16="http://schemas.microsoft.com/office/drawing/2014/main" id="{5EA0A524-055D-42B0-BDFD-BA64EFD0D3AB}"/>
                  </a:ext>
                </a:extLst>
              </p:cNvPr>
              <p:cNvSpPr/>
              <p:nvPr/>
            </p:nvSpPr>
            <p:spPr>
              <a:xfrm>
                <a:off x="3639708" y="4422940"/>
                <a:ext cx="55239" cy="165719"/>
              </a:xfrm>
              <a:custGeom>
                <a:avLst/>
                <a:gdLst>
                  <a:gd name="connsiteX0" fmla="*/ 55240 w 55239"/>
                  <a:gd name="connsiteY0" fmla="*/ 0 h 165719"/>
                  <a:gd name="connsiteX1" fmla="*/ 29687 w 55239"/>
                  <a:gd name="connsiteY1" fmla="*/ 36357 h 165719"/>
                  <a:gd name="connsiteX2" fmla="*/ 12964 w 55239"/>
                  <a:gd name="connsiteY2" fmla="*/ 77411 h 165719"/>
                  <a:gd name="connsiteX3" fmla="*/ 4228 w 55239"/>
                  <a:gd name="connsiteY3" fmla="*/ 121001 h 165719"/>
                  <a:gd name="connsiteX4" fmla="*/ 2349 w 55239"/>
                  <a:gd name="connsiteY4" fmla="*/ 143266 h 165719"/>
                  <a:gd name="connsiteX5" fmla="*/ 1785 w 55239"/>
                  <a:gd name="connsiteY5" fmla="*/ 165719 h 165719"/>
                  <a:gd name="connsiteX6" fmla="*/ 0 w 55239"/>
                  <a:gd name="connsiteY6" fmla="*/ 143266 h 165719"/>
                  <a:gd name="connsiteX7" fmla="*/ 564 w 55239"/>
                  <a:gd name="connsiteY7" fmla="*/ 120720 h 165719"/>
                  <a:gd name="connsiteX8" fmla="*/ 8361 w 55239"/>
                  <a:gd name="connsiteY8" fmla="*/ 76190 h 165719"/>
                  <a:gd name="connsiteX9" fmla="*/ 26399 w 55239"/>
                  <a:gd name="connsiteY9" fmla="*/ 34666 h 165719"/>
                  <a:gd name="connsiteX10" fmla="*/ 55240 w 55239"/>
                  <a:gd name="connsiteY10" fmla="*/ 0 h 16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5239" h="165719">
                    <a:moveTo>
                      <a:pt x="55240" y="0"/>
                    </a:moveTo>
                    <a:cubicBezTo>
                      <a:pt x="44906" y="10804"/>
                      <a:pt x="36639" y="23393"/>
                      <a:pt x="29687" y="36357"/>
                    </a:cubicBezTo>
                    <a:cubicBezTo>
                      <a:pt x="22735" y="49415"/>
                      <a:pt x="17098" y="63225"/>
                      <a:pt x="12964" y="77411"/>
                    </a:cubicBezTo>
                    <a:cubicBezTo>
                      <a:pt x="8831" y="91597"/>
                      <a:pt x="5919" y="106158"/>
                      <a:pt x="4228" y="121001"/>
                    </a:cubicBezTo>
                    <a:cubicBezTo>
                      <a:pt x="3006" y="128329"/>
                      <a:pt x="3006" y="135845"/>
                      <a:pt x="2349" y="143266"/>
                    </a:cubicBezTo>
                    <a:cubicBezTo>
                      <a:pt x="1973" y="150688"/>
                      <a:pt x="2161" y="158204"/>
                      <a:pt x="1785" y="165719"/>
                    </a:cubicBezTo>
                    <a:cubicBezTo>
                      <a:pt x="1033" y="158298"/>
                      <a:pt x="470" y="150782"/>
                      <a:pt x="0" y="143266"/>
                    </a:cubicBezTo>
                    <a:cubicBezTo>
                      <a:pt x="188" y="135751"/>
                      <a:pt x="-188" y="128235"/>
                      <a:pt x="564" y="120720"/>
                    </a:cubicBezTo>
                    <a:cubicBezTo>
                      <a:pt x="1503" y="105688"/>
                      <a:pt x="4509" y="90751"/>
                      <a:pt x="8361" y="76190"/>
                    </a:cubicBezTo>
                    <a:cubicBezTo>
                      <a:pt x="12964" y="61816"/>
                      <a:pt x="18695" y="47630"/>
                      <a:pt x="26399" y="34666"/>
                    </a:cubicBezTo>
                    <a:cubicBezTo>
                      <a:pt x="34290" y="21701"/>
                      <a:pt x="43591" y="9489"/>
                      <a:pt x="5524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5" name="Forme libre : forme 1344">
                <a:extLst>
                  <a:ext uri="{FF2B5EF4-FFF2-40B4-BE49-F238E27FC236}">
                    <a16:creationId xmlns:a16="http://schemas.microsoft.com/office/drawing/2014/main" id="{71A4DFB6-57B5-4CD2-A853-DC4046EF9494}"/>
                  </a:ext>
                </a:extLst>
              </p:cNvPr>
              <p:cNvSpPr/>
              <p:nvPr/>
            </p:nvSpPr>
            <p:spPr>
              <a:xfrm>
                <a:off x="3591597" y="3583988"/>
                <a:ext cx="6518" cy="288996"/>
              </a:xfrm>
              <a:custGeom>
                <a:avLst/>
                <a:gdLst>
                  <a:gd name="connsiteX0" fmla="*/ 387 w 6518"/>
                  <a:gd name="connsiteY0" fmla="*/ 21 h 288996"/>
                  <a:gd name="connsiteX1" fmla="*/ 4239 w 6518"/>
                  <a:gd name="connsiteY1" fmla="*/ 288997 h 288996"/>
                  <a:gd name="connsiteX2" fmla="*/ 387 w 6518"/>
                  <a:gd name="connsiteY2" fmla="*/ 21 h 28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18" h="288996">
                    <a:moveTo>
                      <a:pt x="387" y="21"/>
                    </a:moveTo>
                    <a:cubicBezTo>
                      <a:pt x="-364" y="-2704"/>
                      <a:pt x="-458" y="260907"/>
                      <a:pt x="4239" y="288997"/>
                    </a:cubicBezTo>
                    <a:cubicBezTo>
                      <a:pt x="4239" y="288997"/>
                      <a:pt x="11379" y="38350"/>
                      <a:pt x="387" y="2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6" name="Forme libre : forme 1345">
                <a:extLst>
                  <a:ext uri="{FF2B5EF4-FFF2-40B4-BE49-F238E27FC236}">
                    <a16:creationId xmlns:a16="http://schemas.microsoft.com/office/drawing/2014/main" id="{685E26B0-7F86-476E-8405-B54A8DF23E85}"/>
                  </a:ext>
                </a:extLst>
              </p:cNvPr>
              <p:cNvSpPr/>
              <p:nvPr/>
            </p:nvSpPr>
            <p:spPr>
              <a:xfrm>
                <a:off x="3152646" y="4469954"/>
                <a:ext cx="247032" cy="78950"/>
              </a:xfrm>
              <a:custGeom>
                <a:avLst/>
                <a:gdLst>
                  <a:gd name="connsiteX0" fmla="*/ 5123 w 247032"/>
                  <a:gd name="connsiteY0" fmla="*/ 49561 h 78950"/>
                  <a:gd name="connsiteX1" fmla="*/ 36407 w 247032"/>
                  <a:gd name="connsiteY1" fmla="*/ 70229 h 78950"/>
                  <a:gd name="connsiteX2" fmla="*/ 58672 w 247032"/>
                  <a:gd name="connsiteY2" fmla="*/ 73705 h 78950"/>
                  <a:gd name="connsiteX3" fmla="*/ 173285 w 247032"/>
                  <a:gd name="connsiteY3" fmla="*/ 77933 h 78950"/>
                  <a:gd name="connsiteX4" fmla="*/ 205884 w 247032"/>
                  <a:gd name="connsiteY4" fmla="*/ 76712 h 78950"/>
                  <a:gd name="connsiteX5" fmla="*/ 228807 w 247032"/>
                  <a:gd name="connsiteY5" fmla="*/ 77181 h 78950"/>
                  <a:gd name="connsiteX6" fmla="*/ 245341 w 247032"/>
                  <a:gd name="connsiteY6" fmla="*/ 65814 h 78950"/>
                  <a:gd name="connsiteX7" fmla="*/ 247032 w 247032"/>
                  <a:gd name="connsiteY7" fmla="*/ 62526 h 78950"/>
                  <a:gd name="connsiteX8" fmla="*/ 245059 w 247032"/>
                  <a:gd name="connsiteY8" fmla="*/ 58862 h 78950"/>
                  <a:gd name="connsiteX9" fmla="*/ 211521 w 247032"/>
                  <a:gd name="connsiteY9" fmla="*/ 32933 h 78950"/>
                  <a:gd name="connsiteX10" fmla="*/ 184371 w 247032"/>
                  <a:gd name="connsiteY10" fmla="*/ 26451 h 78950"/>
                  <a:gd name="connsiteX11" fmla="*/ 155717 w 247032"/>
                  <a:gd name="connsiteY11" fmla="*/ 14896 h 78950"/>
                  <a:gd name="connsiteX12" fmla="*/ 30207 w 247032"/>
                  <a:gd name="connsiteY12" fmla="*/ 7004 h 78950"/>
                  <a:gd name="connsiteX13" fmla="*/ 8505 w 247032"/>
                  <a:gd name="connsiteY13" fmla="*/ 17338 h 78950"/>
                  <a:gd name="connsiteX14" fmla="*/ 520 w 247032"/>
                  <a:gd name="connsiteY14" fmla="*/ 38946 h 78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7032" h="78950">
                    <a:moveTo>
                      <a:pt x="5123" y="49561"/>
                    </a:moveTo>
                    <a:cubicBezTo>
                      <a:pt x="13109" y="59426"/>
                      <a:pt x="24194" y="66753"/>
                      <a:pt x="36407" y="70229"/>
                    </a:cubicBezTo>
                    <a:cubicBezTo>
                      <a:pt x="43641" y="72296"/>
                      <a:pt x="51156" y="72954"/>
                      <a:pt x="58672" y="73705"/>
                    </a:cubicBezTo>
                    <a:cubicBezTo>
                      <a:pt x="96814" y="77181"/>
                      <a:pt x="135144" y="80751"/>
                      <a:pt x="173285" y="77933"/>
                    </a:cubicBezTo>
                    <a:cubicBezTo>
                      <a:pt x="184089" y="77087"/>
                      <a:pt x="194987" y="75772"/>
                      <a:pt x="205884" y="76712"/>
                    </a:cubicBezTo>
                    <a:cubicBezTo>
                      <a:pt x="213588" y="77369"/>
                      <a:pt x="221385" y="79154"/>
                      <a:pt x="228807" y="77181"/>
                    </a:cubicBezTo>
                    <a:cubicBezTo>
                      <a:pt x="235383" y="75396"/>
                      <a:pt x="240832" y="70887"/>
                      <a:pt x="245341" y="65814"/>
                    </a:cubicBezTo>
                    <a:cubicBezTo>
                      <a:pt x="246187" y="64874"/>
                      <a:pt x="247032" y="63747"/>
                      <a:pt x="247032" y="62526"/>
                    </a:cubicBezTo>
                    <a:cubicBezTo>
                      <a:pt x="247032" y="61117"/>
                      <a:pt x="245999" y="59895"/>
                      <a:pt x="245059" y="58862"/>
                    </a:cubicBezTo>
                    <a:cubicBezTo>
                      <a:pt x="235289" y="48434"/>
                      <a:pt x="224861" y="38006"/>
                      <a:pt x="211521" y="32933"/>
                    </a:cubicBezTo>
                    <a:cubicBezTo>
                      <a:pt x="202784" y="29645"/>
                      <a:pt x="193296" y="28893"/>
                      <a:pt x="184371" y="26451"/>
                    </a:cubicBezTo>
                    <a:cubicBezTo>
                      <a:pt x="174413" y="23726"/>
                      <a:pt x="165206" y="18935"/>
                      <a:pt x="155717" y="14896"/>
                    </a:cubicBezTo>
                    <a:cubicBezTo>
                      <a:pt x="116354" y="-1733"/>
                      <a:pt x="71355" y="-4551"/>
                      <a:pt x="30207" y="7004"/>
                    </a:cubicBezTo>
                    <a:cubicBezTo>
                      <a:pt x="22409" y="9165"/>
                      <a:pt x="14612" y="11983"/>
                      <a:pt x="8505" y="17338"/>
                    </a:cubicBezTo>
                    <a:cubicBezTo>
                      <a:pt x="2399" y="22693"/>
                      <a:pt x="-1453" y="31148"/>
                      <a:pt x="520" y="38946"/>
                    </a:cubicBezTo>
                  </a:path>
                </a:pathLst>
              </a:custGeom>
              <a:solidFill>
                <a:srgbClr val="F9C6B9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7" name="Forme libre : forme 1346">
                <a:extLst>
                  <a:ext uri="{FF2B5EF4-FFF2-40B4-BE49-F238E27FC236}">
                    <a16:creationId xmlns:a16="http://schemas.microsoft.com/office/drawing/2014/main" id="{8D23CD9B-253E-497B-BD19-3903BD7A124E}"/>
                  </a:ext>
                </a:extLst>
              </p:cNvPr>
              <p:cNvSpPr/>
              <p:nvPr/>
            </p:nvSpPr>
            <p:spPr>
              <a:xfrm>
                <a:off x="3529450" y="4502229"/>
                <a:ext cx="120503" cy="379473"/>
              </a:xfrm>
              <a:custGeom>
                <a:avLst/>
                <a:gdLst>
                  <a:gd name="connsiteX0" fmla="*/ 102179 w 120503"/>
                  <a:gd name="connsiteY0" fmla="*/ 45282 h 379473"/>
                  <a:gd name="connsiteX1" fmla="*/ 99454 w 120503"/>
                  <a:gd name="connsiteY1" fmla="*/ 171920 h 379473"/>
                  <a:gd name="connsiteX2" fmla="*/ 111197 w 120503"/>
                  <a:gd name="connsiteY2" fmla="*/ 260792 h 379473"/>
                  <a:gd name="connsiteX3" fmla="*/ 118901 w 120503"/>
                  <a:gd name="connsiteY3" fmla="*/ 286251 h 379473"/>
                  <a:gd name="connsiteX4" fmla="*/ 90154 w 120503"/>
                  <a:gd name="connsiteY4" fmla="*/ 374465 h 379473"/>
                  <a:gd name="connsiteX5" fmla="*/ 85362 w 120503"/>
                  <a:gd name="connsiteY5" fmla="*/ 378506 h 379473"/>
                  <a:gd name="connsiteX6" fmla="*/ 78598 w 120503"/>
                  <a:gd name="connsiteY6" fmla="*/ 379445 h 379473"/>
                  <a:gd name="connsiteX7" fmla="*/ 1375 w 120503"/>
                  <a:gd name="connsiteY7" fmla="*/ 324017 h 379473"/>
                  <a:gd name="connsiteX8" fmla="*/ 2503 w 120503"/>
                  <a:gd name="connsiteY8" fmla="*/ 311523 h 379473"/>
                  <a:gd name="connsiteX9" fmla="*/ 8139 w 120503"/>
                  <a:gd name="connsiteY9" fmla="*/ 309831 h 379473"/>
                  <a:gd name="connsiteX10" fmla="*/ 39047 w 120503"/>
                  <a:gd name="connsiteY10" fmla="*/ 306167 h 379473"/>
                  <a:gd name="connsiteX11" fmla="*/ 70143 w 120503"/>
                  <a:gd name="connsiteY11" fmla="*/ 297337 h 379473"/>
                  <a:gd name="connsiteX12" fmla="*/ 87523 w 120503"/>
                  <a:gd name="connsiteY12" fmla="*/ 268965 h 379473"/>
                  <a:gd name="connsiteX13" fmla="*/ 89214 w 120503"/>
                  <a:gd name="connsiteY13" fmla="*/ 235051 h 379473"/>
                  <a:gd name="connsiteX14" fmla="*/ 97293 w 120503"/>
                  <a:gd name="connsiteY14" fmla="*/ 48476 h 379473"/>
                  <a:gd name="connsiteX15" fmla="*/ 108661 w 120503"/>
                  <a:gd name="connsiteY15" fmla="*/ 0 h 379473"/>
                  <a:gd name="connsiteX16" fmla="*/ 102179 w 120503"/>
                  <a:gd name="connsiteY16" fmla="*/ 45282 h 379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0503" h="379473">
                    <a:moveTo>
                      <a:pt x="102179" y="45282"/>
                    </a:moveTo>
                    <a:cubicBezTo>
                      <a:pt x="96636" y="87181"/>
                      <a:pt x="97763" y="129645"/>
                      <a:pt x="99454" y="171920"/>
                    </a:cubicBezTo>
                    <a:cubicBezTo>
                      <a:pt x="100676" y="201888"/>
                      <a:pt x="102273" y="232139"/>
                      <a:pt x="111197" y="260792"/>
                    </a:cubicBezTo>
                    <a:cubicBezTo>
                      <a:pt x="113828" y="269247"/>
                      <a:pt x="117116" y="277514"/>
                      <a:pt x="118901" y="286251"/>
                    </a:cubicBezTo>
                    <a:cubicBezTo>
                      <a:pt x="125383" y="317723"/>
                      <a:pt x="111479" y="350510"/>
                      <a:pt x="90154" y="374465"/>
                    </a:cubicBezTo>
                    <a:cubicBezTo>
                      <a:pt x="88744" y="376063"/>
                      <a:pt x="87241" y="377660"/>
                      <a:pt x="85362" y="378506"/>
                    </a:cubicBezTo>
                    <a:cubicBezTo>
                      <a:pt x="83296" y="379445"/>
                      <a:pt x="80947" y="379539"/>
                      <a:pt x="78598" y="379445"/>
                    </a:cubicBezTo>
                    <a:cubicBezTo>
                      <a:pt x="44966" y="378506"/>
                      <a:pt x="13025" y="355583"/>
                      <a:pt x="1375" y="324017"/>
                    </a:cubicBezTo>
                    <a:cubicBezTo>
                      <a:pt x="-222" y="319790"/>
                      <a:pt x="-1067" y="314247"/>
                      <a:pt x="2503" y="311523"/>
                    </a:cubicBezTo>
                    <a:cubicBezTo>
                      <a:pt x="4100" y="310301"/>
                      <a:pt x="6167" y="310019"/>
                      <a:pt x="8139" y="309831"/>
                    </a:cubicBezTo>
                    <a:cubicBezTo>
                      <a:pt x="18473" y="308610"/>
                      <a:pt x="28713" y="307389"/>
                      <a:pt x="39047" y="306167"/>
                    </a:cubicBezTo>
                    <a:cubicBezTo>
                      <a:pt x="49851" y="304852"/>
                      <a:pt x="61125" y="303443"/>
                      <a:pt x="70143" y="297337"/>
                    </a:cubicBezTo>
                    <a:cubicBezTo>
                      <a:pt x="79538" y="290948"/>
                      <a:pt x="85081" y="280051"/>
                      <a:pt x="87523" y="268965"/>
                    </a:cubicBezTo>
                    <a:cubicBezTo>
                      <a:pt x="89966" y="257880"/>
                      <a:pt x="89590" y="246418"/>
                      <a:pt x="89214" y="235051"/>
                    </a:cubicBezTo>
                    <a:cubicBezTo>
                      <a:pt x="87241" y="172859"/>
                      <a:pt x="86584" y="110010"/>
                      <a:pt x="97293" y="48476"/>
                    </a:cubicBezTo>
                    <a:cubicBezTo>
                      <a:pt x="100018" y="32975"/>
                      <a:pt x="102085" y="14186"/>
                      <a:pt x="108661" y="0"/>
                    </a:cubicBezTo>
                    <a:cubicBezTo>
                      <a:pt x="113170" y="10522"/>
                      <a:pt x="103682" y="33820"/>
                      <a:pt x="102179" y="45282"/>
                    </a:cubicBezTo>
                    <a:close/>
                  </a:path>
                </a:pathLst>
              </a:custGeom>
              <a:solidFill>
                <a:srgbClr val="F9C6B9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8" name="Forme libre : forme 1347">
                <a:extLst>
                  <a:ext uri="{FF2B5EF4-FFF2-40B4-BE49-F238E27FC236}">
                    <a16:creationId xmlns:a16="http://schemas.microsoft.com/office/drawing/2014/main" id="{E4DB91BC-F40C-48CD-99B6-49CA0F50D75E}"/>
                  </a:ext>
                </a:extLst>
              </p:cNvPr>
              <p:cNvSpPr/>
              <p:nvPr/>
            </p:nvSpPr>
            <p:spPr>
              <a:xfrm>
                <a:off x="3778464" y="4464363"/>
                <a:ext cx="255598" cy="90999"/>
              </a:xfrm>
              <a:custGeom>
                <a:avLst/>
                <a:gdLst>
                  <a:gd name="connsiteX0" fmla="*/ 753 w 255598"/>
                  <a:gd name="connsiteY0" fmla="*/ 76196 h 90999"/>
                  <a:gd name="connsiteX1" fmla="*/ 18415 w 255598"/>
                  <a:gd name="connsiteY1" fmla="*/ 85779 h 90999"/>
                  <a:gd name="connsiteX2" fmla="*/ 225564 w 255598"/>
                  <a:gd name="connsiteY2" fmla="*/ 77042 h 90999"/>
                  <a:gd name="connsiteX3" fmla="*/ 249896 w 255598"/>
                  <a:gd name="connsiteY3" fmla="*/ 65487 h 90999"/>
                  <a:gd name="connsiteX4" fmla="*/ 253748 w 255598"/>
                  <a:gd name="connsiteY4" fmla="*/ 35424 h 90999"/>
                  <a:gd name="connsiteX5" fmla="*/ 242662 w 255598"/>
                  <a:gd name="connsiteY5" fmla="*/ 16541 h 90999"/>
                  <a:gd name="connsiteX6" fmla="*/ 214103 w 255598"/>
                  <a:gd name="connsiteY6" fmla="*/ 5738 h 90999"/>
                  <a:gd name="connsiteX7" fmla="*/ 102496 w 255598"/>
                  <a:gd name="connsiteY7" fmla="*/ 2543 h 90999"/>
                  <a:gd name="connsiteX8" fmla="*/ 19072 w 255598"/>
                  <a:gd name="connsiteY8" fmla="*/ 31197 h 90999"/>
                  <a:gd name="connsiteX9" fmla="*/ 753 w 255598"/>
                  <a:gd name="connsiteY9" fmla="*/ 76196 h 90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5598" h="90999">
                    <a:moveTo>
                      <a:pt x="753" y="76196"/>
                    </a:moveTo>
                    <a:cubicBezTo>
                      <a:pt x="3196" y="82772"/>
                      <a:pt x="11463" y="84839"/>
                      <a:pt x="18415" y="85779"/>
                    </a:cubicBezTo>
                    <a:cubicBezTo>
                      <a:pt x="87277" y="94985"/>
                      <a:pt x="157736" y="91979"/>
                      <a:pt x="225564" y="77042"/>
                    </a:cubicBezTo>
                    <a:cubicBezTo>
                      <a:pt x="234489" y="75069"/>
                      <a:pt x="244071" y="72532"/>
                      <a:pt x="249896" y="65487"/>
                    </a:cubicBezTo>
                    <a:cubicBezTo>
                      <a:pt x="256660" y="57407"/>
                      <a:pt x="256660" y="45570"/>
                      <a:pt x="253748" y="35424"/>
                    </a:cubicBezTo>
                    <a:cubicBezTo>
                      <a:pt x="251681" y="28284"/>
                      <a:pt x="248205" y="21426"/>
                      <a:pt x="242662" y="16541"/>
                    </a:cubicBezTo>
                    <a:cubicBezTo>
                      <a:pt x="234959" y="9683"/>
                      <a:pt x="224343" y="7428"/>
                      <a:pt x="214103" y="5738"/>
                    </a:cubicBezTo>
                    <a:cubicBezTo>
                      <a:pt x="177276" y="-369"/>
                      <a:pt x="139604" y="-1872"/>
                      <a:pt x="102496" y="2543"/>
                    </a:cubicBezTo>
                    <a:cubicBezTo>
                      <a:pt x="77882" y="5456"/>
                      <a:pt x="34198" y="8368"/>
                      <a:pt x="19072" y="31197"/>
                    </a:cubicBezTo>
                    <a:cubicBezTo>
                      <a:pt x="12496" y="41155"/>
                      <a:pt x="-3662" y="64359"/>
                      <a:pt x="753" y="76196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9" name="Forme libre : forme 1348">
                <a:extLst>
                  <a:ext uri="{FF2B5EF4-FFF2-40B4-BE49-F238E27FC236}">
                    <a16:creationId xmlns:a16="http://schemas.microsoft.com/office/drawing/2014/main" id="{CFADD253-D8B1-40AC-8B79-4E55243EBA9E}"/>
                  </a:ext>
                </a:extLst>
              </p:cNvPr>
              <p:cNvSpPr/>
              <p:nvPr/>
            </p:nvSpPr>
            <p:spPr>
              <a:xfrm>
                <a:off x="3620191" y="4929868"/>
                <a:ext cx="41218" cy="117930"/>
              </a:xfrm>
              <a:custGeom>
                <a:avLst/>
                <a:gdLst>
                  <a:gd name="connsiteX0" fmla="*/ 14163 w 41218"/>
                  <a:gd name="connsiteY0" fmla="*/ 49227 h 117930"/>
                  <a:gd name="connsiteX1" fmla="*/ 12378 w 41218"/>
                  <a:gd name="connsiteY1" fmla="*/ 0 h 117930"/>
                  <a:gd name="connsiteX2" fmla="*/ 20739 w 41218"/>
                  <a:gd name="connsiteY2" fmla="*/ 28465 h 117930"/>
                  <a:gd name="connsiteX3" fmla="*/ 22899 w 41218"/>
                  <a:gd name="connsiteY3" fmla="*/ 55240 h 117930"/>
                  <a:gd name="connsiteX4" fmla="*/ 41219 w 41218"/>
                  <a:gd name="connsiteY4" fmla="*/ 116022 h 117930"/>
                  <a:gd name="connsiteX5" fmla="*/ 13317 w 41218"/>
                  <a:gd name="connsiteY5" fmla="*/ 114143 h 117930"/>
                  <a:gd name="connsiteX6" fmla="*/ 1480 w 41218"/>
                  <a:gd name="connsiteY6" fmla="*/ 110198 h 117930"/>
                  <a:gd name="connsiteX7" fmla="*/ 14163 w 41218"/>
                  <a:gd name="connsiteY7" fmla="*/ 49227 h 117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218" h="117930">
                    <a:moveTo>
                      <a:pt x="14163" y="49227"/>
                    </a:moveTo>
                    <a:cubicBezTo>
                      <a:pt x="15102" y="32787"/>
                      <a:pt x="16041" y="16064"/>
                      <a:pt x="12378" y="0"/>
                    </a:cubicBezTo>
                    <a:cubicBezTo>
                      <a:pt x="16511" y="9018"/>
                      <a:pt x="19424" y="18695"/>
                      <a:pt x="20739" y="28465"/>
                    </a:cubicBezTo>
                    <a:cubicBezTo>
                      <a:pt x="21960" y="37390"/>
                      <a:pt x="22054" y="46315"/>
                      <a:pt x="22899" y="55240"/>
                    </a:cubicBezTo>
                    <a:cubicBezTo>
                      <a:pt x="24872" y="76472"/>
                      <a:pt x="31167" y="97233"/>
                      <a:pt x="41219" y="116022"/>
                    </a:cubicBezTo>
                    <a:cubicBezTo>
                      <a:pt x="38119" y="110292"/>
                      <a:pt x="18108" y="113016"/>
                      <a:pt x="13317" y="114143"/>
                    </a:cubicBezTo>
                    <a:cubicBezTo>
                      <a:pt x="4298" y="116304"/>
                      <a:pt x="-3311" y="123256"/>
                      <a:pt x="1480" y="110198"/>
                    </a:cubicBezTo>
                    <a:cubicBezTo>
                      <a:pt x="9184" y="89718"/>
                      <a:pt x="12941" y="71211"/>
                      <a:pt x="14163" y="49227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0" name="Forme libre : forme 1349">
                <a:extLst>
                  <a:ext uri="{FF2B5EF4-FFF2-40B4-BE49-F238E27FC236}">
                    <a16:creationId xmlns:a16="http://schemas.microsoft.com/office/drawing/2014/main" id="{6ABDFAD4-DF0C-4E9C-A167-DE105445A297}"/>
                  </a:ext>
                </a:extLst>
              </p:cNvPr>
              <p:cNvSpPr/>
              <p:nvPr/>
            </p:nvSpPr>
            <p:spPr>
              <a:xfrm>
                <a:off x="3545444" y="4954164"/>
                <a:ext cx="51182" cy="108824"/>
              </a:xfrm>
              <a:custGeom>
                <a:avLst/>
                <a:gdLst>
                  <a:gd name="connsiteX0" fmla="*/ 39494 w 51182"/>
                  <a:gd name="connsiteY0" fmla="*/ 60630 h 108824"/>
                  <a:gd name="connsiteX1" fmla="*/ 51144 w 51182"/>
                  <a:gd name="connsiteY1" fmla="*/ 108824 h 108824"/>
                  <a:gd name="connsiteX2" fmla="*/ 8868 w 51182"/>
                  <a:gd name="connsiteY2" fmla="*/ 91538 h 108824"/>
                  <a:gd name="connsiteX3" fmla="*/ 1071 w 51182"/>
                  <a:gd name="connsiteY3" fmla="*/ 86089 h 108824"/>
                  <a:gd name="connsiteX4" fmla="*/ 37 w 51182"/>
                  <a:gd name="connsiteY4" fmla="*/ 79044 h 108824"/>
                  <a:gd name="connsiteX5" fmla="*/ 4829 w 51182"/>
                  <a:gd name="connsiteY5" fmla="*/ 53209 h 108824"/>
                  <a:gd name="connsiteX6" fmla="*/ 14505 w 51182"/>
                  <a:gd name="connsiteY6" fmla="*/ 14409 h 108824"/>
                  <a:gd name="connsiteX7" fmla="*/ 25590 w 51182"/>
                  <a:gd name="connsiteY7" fmla="*/ 1351 h 108824"/>
                  <a:gd name="connsiteX8" fmla="*/ 34703 w 51182"/>
                  <a:gd name="connsiteY8" fmla="*/ 23146 h 108824"/>
                  <a:gd name="connsiteX9" fmla="*/ 39494 w 51182"/>
                  <a:gd name="connsiteY9" fmla="*/ 60630 h 108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182" h="108824">
                    <a:moveTo>
                      <a:pt x="39494" y="60630"/>
                    </a:moveTo>
                    <a:cubicBezTo>
                      <a:pt x="43910" y="76695"/>
                      <a:pt x="51801" y="92196"/>
                      <a:pt x="51144" y="108824"/>
                    </a:cubicBezTo>
                    <a:cubicBezTo>
                      <a:pt x="37052" y="103094"/>
                      <a:pt x="22960" y="97269"/>
                      <a:pt x="8868" y="91538"/>
                    </a:cubicBezTo>
                    <a:cubicBezTo>
                      <a:pt x="5862" y="90317"/>
                      <a:pt x="2668" y="88908"/>
                      <a:pt x="1071" y="86089"/>
                    </a:cubicBezTo>
                    <a:cubicBezTo>
                      <a:pt x="-57" y="83929"/>
                      <a:pt x="-57" y="81392"/>
                      <a:pt x="37" y="79044"/>
                    </a:cubicBezTo>
                    <a:cubicBezTo>
                      <a:pt x="601" y="70307"/>
                      <a:pt x="2668" y="61757"/>
                      <a:pt x="4829" y="53209"/>
                    </a:cubicBezTo>
                    <a:cubicBezTo>
                      <a:pt x="8023" y="40244"/>
                      <a:pt x="11217" y="27280"/>
                      <a:pt x="14505" y="14409"/>
                    </a:cubicBezTo>
                    <a:cubicBezTo>
                      <a:pt x="16290" y="6988"/>
                      <a:pt x="16290" y="-3816"/>
                      <a:pt x="25590" y="1351"/>
                    </a:cubicBezTo>
                    <a:cubicBezTo>
                      <a:pt x="32918" y="5390"/>
                      <a:pt x="34327" y="15912"/>
                      <a:pt x="34703" y="23146"/>
                    </a:cubicBezTo>
                    <a:cubicBezTo>
                      <a:pt x="35361" y="35735"/>
                      <a:pt x="36112" y="48229"/>
                      <a:pt x="39494" y="60630"/>
                    </a:cubicBezTo>
                    <a:close/>
                  </a:path>
                </a:pathLst>
              </a:custGeom>
              <a:solidFill>
                <a:srgbClr val="F4AD9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1" name="Forme libre : forme 1350">
                <a:extLst>
                  <a:ext uri="{FF2B5EF4-FFF2-40B4-BE49-F238E27FC236}">
                    <a16:creationId xmlns:a16="http://schemas.microsoft.com/office/drawing/2014/main" id="{192F106E-812B-4F3D-A5C5-F19E046791C4}"/>
                  </a:ext>
                </a:extLst>
              </p:cNvPr>
              <p:cNvSpPr/>
              <p:nvPr/>
            </p:nvSpPr>
            <p:spPr>
              <a:xfrm>
                <a:off x="3499877" y="5209355"/>
                <a:ext cx="221751" cy="44808"/>
              </a:xfrm>
              <a:custGeom>
                <a:avLst/>
                <a:gdLst>
                  <a:gd name="connsiteX0" fmla="*/ 15542 w 221751"/>
                  <a:gd name="connsiteY0" fmla="*/ 12495 h 44808"/>
                  <a:gd name="connsiteX1" fmla="*/ 221751 w 221751"/>
                  <a:gd name="connsiteY1" fmla="*/ 0 h 44808"/>
                  <a:gd name="connsiteX2" fmla="*/ 17327 w 221751"/>
                  <a:gd name="connsiteY2" fmla="*/ 41430 h 44808"/>
                  <a:gd name="connsiteX3" fmla="*/ 15542 w 221751"/>
                  <a:gd name="connsiteY3" fmla="*/ 12495 h 44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751" h="44808">
                    <a:moveTo>
                      <a:pt x="15542" y="12495"/>
                    </a:moveTo>
                    <a:cubicBezTo>
                      <a:pt x="15542" y="12495"/>
                      <a:pt x="146689" y="30438"/>
                      <a:pt x="221751" y="0"/>
                    </a:cubicBezTo>
                    <a:cubicBezTo>
                      <a:pt x="221751" y="0"/>
                      <a:pt x="116814" y="59373"/>
                      <a:pt x="17327" y="41430"/>
                    </a:cubicBezTo>
                    <a:cubicBezTo>
                      <a:pt x="17327" y="41336"/>
                      <a:pt x="-20439" y="13998"/>
                      <a:pt x="15542" y="12495"/>
                    </a:cubicBezTo>
                    <a:close/>
                  </a:path>
                </a:pathLst>
              </a:custGeom>
              <a:solidFill>
                <a:srgbClr val="F4AD9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2" name="Forme libre : forme 1351">
                <a:extLst>
                  <a:ext uri="{FF2B5EF4-FFF2-40B4-BE49-F238E27FC236}">
                    <a16:creationId xmlns:a16="http://schemas.microsoft.com/office/drawing/2014/main" id="{E88A7C2A-0C6B-4AFC-9B9A-5ADB5230DD8C}"/>
                  </a:ext>
                </a:extLst>
              </p:cNvPr>
              <p:cNvSpPr/>
              <p:nvPr/>
            </p:nvSpPr>
            <p:spPr>
              <a:xfrm>
                <a:off x="3442960" y="5268528"/>
                <a:ext cx="261125" cy="128663"/>
              </a:xfrm>
              <a:custGeom>
                <a:avLst/>
                <a:gdLst>
                  <a:gd name="connsiteX0" fmla="*/ 70768 w 261125"/>
                  <a:gd name="connsiteY0" fmla="*/ 19648 h 128663"/>
                  <a:gd name="connsiteX1" fmla="*/ 22574 w 261125"/>
                  <a:gd name="connsiteY1" fmla="*/ 48395 h 128663"/>
                  <a:gd name="connsiteX2" fmla="*/ 3691 w 261125"/>
                  <a:gd name="connsiteY2" fmla="*/ 81651 h 128663"/>
                  <a:gd name="connsiteX3" fmla="*/ 27 w 261125"/>
                  <a:gd name="connsiteY3" fmla="*/ 95461 h 128663"/>
                  <a:gd name="connsiteX4" fmla="*/ 6509 w 261125"/>
                  <a:gd name="connsiteY4" fmla="*/ 110023 h 128663"/>
                  <a:gd name="connsiteX5" fmla="*/ 28117 w 261125"/>
                  <a:gd name="connsiteY5" fmla="*/ 128436 h 128663"/>
                  <a:gd name="connsiteX6" fmla="*/ 51415 w 261125"/>
                  <a:gd name="connsiteY6" fmla="*/ 120263 h 128663"/>
                  <a:gd name="connsiteX7" fmla="*/ 113137 w 261125"/>
                  <a:gd name="connsiteY7" fmla="*/ 75921 h 128663"/>
                  <a:gd name="connsiteX8" fmla="*/ 150715 w 261125"/>
                  <a:gd name="connsiteY8" fmla="*/ 68405 h 128663"/>
                  <a:gd name="connsiteX9" fmla="*/ 191487 w 261125"/>
                  <a:gd name="connsiteY9" fmla="*/ 66714 h 128663"/>
                  <a:gd name="connsiteX10" fmla="*/ 224462 w 261125"/>
                  <a:gd name="connsiteY10" fmla="*/ 68499 h 128663"/>
                  <a:gd name="connsiteX11" fmla="*/ 257155 w 261125"/>
                  <a:gd name="connsiteY11" fmla="*/ 44637 h 128663"/>
                  <a:gd name="connsiteX12" fmla="*/ 256779 w 261125"/>
                  <a:gd name="connsiteY12" fmla="*/ 12508 h 128663"/>
                  <a:gd name="connsiteX13" fmla="*/ 223053 w 261125"/>
                  <a:gd name="connsiteY13" fmla="*/ 1798 h 128663"/>
                  <a:gd name="connsiteX14" fmla="*/ 172510 w 261125"/>
                  <a:gd name="connsiteY14" fmla="*/ 295 h 128663"/>
                  <a:gd name="connsiteX15" fmla="*/ 70768 w 261125"/>
                  <a:gd name="connsiteY15" fmla="*/ 19648 h 128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61125" h="128663">
                    <a:moveTo>
                      <a:pt x="70768" y="19648"/>
                    </a:moveTo>
                    <a:cubicBezTo>
                      <a:pt x="52918" y="25942"/>
                      <a:pt x="34975" y="34021"/>
                      <a:pt x="22574" y="48395"/>
                    </a:cubicBezTo>
                    <a:cubicBezTo>
                      <a:pt x="14213" y="58071"/>
                      <a:pt x="8858" y="70002"/>
                      <a:pt x="3691" y="81651"/>
                    </a:cubicBezTo>
                    <a:cubicBezTo>
                      <a:pt x="1718" y="86066"/>
                      <a:pt x="-255" y="90670"/>
                      <a:pt x="27" y="95461"/>
                    </a:cubicBezTo>
                    <a:cubicBezTo>
                      <a:pt x="403" y="100816"/>
                      <a:pt x="3503" y="105607"/>
                      <a:pt x="6509" y="110023"/>
                    </a:cubicBezTo>
                    <a:cubicBezTo>
                      <a:pt x="11958" y="118102"/>
                      <a:pt x="18534" y="126839"/>
                      <a:pt x="28117" y="128436"/>
                    </a:cubicBezTo>
                    <a:cubicBezTo>
                      <a:pt x="36478" y="129751"/>
                      <a:pt x="44557" y="125148"/>
                      <a:pt x="51415" y="120263"/>
                    </a:cubicBezTo>
                    <a:cubicBezTo>
                      <a:pt x="71989" y="105326"/>
                      <a:pt x="89369" y="85033"/>
                      <a:pt x="113137" y="75921"/>
                    </a:cubicBezTo>
                    <a:cubicBezTo>
                      <a:pt x="125068" y="71317"/>
                      <a:pt x="138032" y="69814"/>
                      <a:pt x="150715" y="68405"/>
                    </a:cubicBezTo>
                    <a:cubicBezTo>
                      <a:pt x="164243" y="66902"/>
                      <a:pt x="177959" y="65586"/>
                      <a:pt x="191487" y="66714"/>
                    </a:cubicBezTo>
                    <a:cubicBezTo>
                      <a:pt x="202479" y="67653"/>
                      <a:pt x="213564" y="70190"/>
                      <a:pt x="224462" y="68499"/>
                    </a:cubicBezTo>
                    <a:cubicBezTo>
                      <a:pt x="238366" y="66432"/>
                      <a:pt x="250955" y="57226"/>
                      <a:pt x="257155" y="44637"/>
                    </a:cubicBezTo>
                    <a:cubicBezTo>
                      <a:pt x="262134" y="34585"/>
                      <a:pt x="262886" y="21902"/>
                      <a:pt x="256779" y="12508"/>
                    </a:cubicBezTo>
                    <a:cubicBezTo>
                      <a:pt x="248794" y="201"/>
                      <a:pt x="235454" y="2925"/>
                      <a:pt x="223053" y="1798"/>
                    </a:cubicBezTo>
                    <a:cubicBezTo>
                      <a:pt x="206237" y="295"/>
                      <a:pt x="189420" y="-457"/>
                      <a:pt x="172510" y="295"/>
                    </a:cubicBezTo>
                    <a:cubicBezTo>
                      <a:pt x="137938" y="1610"/>
                      <a:pt x="103461" y="8186"/>
                      <a:pt x="70768" y="19648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3" name="Forme libre : forme 1352">
                <a:extLst>
                  <a:ext uri="{FF2B5EF4-FFF2-40B4-BE49-F238E27FC236}">
                    <a16:creationId xmlns:a16="http://schemas.microsoft.com/office/drawing/2014/main" id="{E4D54C46-8403-4AA5-B04F-AF33187B36DB}"/>
                  </a:ext>
                </a:extLst>
              </p:cNvPr>
              <p:cNvSpPr/>
              <p:nvPr/>
            </p:nvSpPr>
            <p:spPr>
              <a:xfrm>
                <a:off x="3043621" y="3822445"/>
                <a:ext cx="419485" cy="401937"/>
              </a:xfrm>
              <a:custGeom>
                <a:avLst/>
                <a:gdLst>
                  <a:gd name="connsiteX0" fmla="*/ 400493 w 419485"/>
                  <a:gd name="connsiteY0" fmla="*/ 27335 h 401937"/>
                  <a:gd name="connsiteX1" fmla="*/ 364418 w 419485"/>
                  <a:gd name="connsiteY1" fmla="*/ 17095 h 401937"/>
                  <a:gd name="connsiteX2" fmla="*/ 260609 w 419485"/>
                  <a:gd name="connsiteY2" fmla="*/ 467 h 401937"/>
                  <a:gd name="connsiteX3" fmla="*/ 142238 w 419485"/>
                  <a:gd name="connsiteY3" fmla="*/ 49788 h 401937"/>
                  <a:gd name="connsiteX4" fmla="*/ 97708 w 419485"/>
                  <a:gd name="connsiteY4" fmla="*/ 85393 h 401937"/>
                  <a:gd name="connsiteX5" fmla="*/ 31006 w 419485"/>
                  <a:gd name="connsiteY5" fmla="*/ 217668 h 401937"/>
                  <a:gd name="connsiteX6" fmla="*/ 4 w 419485"/>
                  <a:gd name="connsiteY6" fmla="*/ 363659 h 401937"/>
                  <a:gd name="connsiteX7" fmla="*/ 10245 w 419485"/>
                  <a:gd name="connsiteY7" fmla="*/ 398043 h 401937"/>
                  <a:gd name="connsiteX8" fmla="*/ 20297 w 419485"/>
                  <a:gd name="connsiteY8" fmla="*/ 401707 h 401937"/>
                  <a:gd name="connsiteX9" fmla="*/ 28376 w 419485"/>
                  <a:gd name="connsiteY9" fmla="*/ 391279 h 401937"/>
                  <a:gd name="connsiteX10" fmla="*/ 102311 w 419485"/>
                  <a:gd name="connsiteY10" fmla="*/ 202073 h 401937"/>
                  <a:gd name="connsiteX11" fmla="*/ 259481 w 419485"/>
                  <a:gd name="connsiteY11" fmla="*/ 84172 h 401937"/>
                  <a:gd name="connsiteX12" fmla="*/ 351735 w 419485"/>
                  <a:gd name="connsiteY12" fmla="*/ 80884 h 401937"/>
                  <a:gd name="connsiteX13" fmla="*/ 416182 w 419485"/>
                  <a:gd name="connsiteY13" fmla="*/ 55613 h 401937"/>
                  <a:gd name="connsiteX14" fmla="*/ 400493 w 419485"/>
                  <a:gd name="connsiteY14" fmla="*/ 27335 h 40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9485" h="401937">
                    <a:moveTo>
                      <a:pt x="400493" y="27335"/>
                    </a:moveTo>
                    <a:cubicBezTo>
                      <a:pt x="388468" y="23953"/>
                      <a:pt x="376443" y="20477"/>
                      <a:pt x="364418" y="17095"/>
                    </a:cubicBezTo>
                    <a:cubicBezTo>
                      <a:pt x="330504" y="7419"/>
                      <a:pt x="295744" y="-2257"/>
                      <a:pt x="260609" y="467"/>
                    </a:cubicBezTo>
                    <a:cubicBezTo>
                      <a:pt x="217488" y="3849"/>
                      <a:pt x="178031" y="25644"/>
                      <a:pt x="142238" y="49788"/>
                    </a:cubicBezTo>
                    <a:cubicBezTo>
                      <a:pt x="126455" y="60404"/>
                      <a:pt x="110954" y="71771"/>
                      <a:pt x="97708" y="85393"/>
                    </a:cubicBezTo>
                    <a:cubicBezTo>
                      <a:pt x="63042" y="121186"/>
                      <a:pt x="46319" y="170320"/>
                      <a:pt x="31006" y="217668"/>
                    </a:cubicBezTo>
                    <a:cubicBezTo>
                      <a:pt x="15599" y="265204"/>
                      <a:pt x="380" y="313680"/>
                      <a:pt x="4" y="363659"/>
                    </a:cubicBezTo>
                    <a:cubicBezTo>
                      <a:pt x="-89" y="375966"/>
                      <a:pt x="1226" y="389588"/>
                      <a:pt x="10245" y="398043"/>
                    </a:cubicBezTo>
                    <a:cubicBezTo>
                      <a:pt x="12969" y="400579"/>
                      <a:pt x="16727" y="402646"/>
                      <a:pt x="20297" y="401707"/>
                    </a:cubicBezTo>
                    <a:cubicBezTo>
                      <a:pt x="24712" y="400579"/>
                      <a:pt x="26873" y="395600"/>
                      <a:pt x="28376" y="391279"/>
                    </a:cubicBezTo>
                    <a:cubicBezTo>
                      <a:pt x="50641" y="327208"/>
                      <a:pt x="67927" y="260601"/>
                      <a:pt x="102311" y="202073"/>
                    </a:cubicBezTo>
                    <a:cubicBezTo>
                      <a:pt x="136695" y="143545"/>
                      <a:pt x="192216" y="92721"/>
                      <a:pt x="259481" y="84172"/>
                    </a:cubicBezTo>
                    <a:cubicBezTo>
                      <a:pt x="290013" y="80320"/>
                      <a:pt x="321203" y="85299"/>
                      <a:pt x="351735" y="80884"/>
                    </a:cubicBezTo>
                    <a:cubicBezTo>
                      <a:pt x="374752" y="77596"/>
                      <a:pt x="397017" y="68859"/>
                      <a:pt x="416182" y="55613"/>
                    </a:cubicBezTo>
                    <a:cubicBezTo>
                      <a:pt x="425952" y="48849"/>
                      <a:pt x="412048" y="30623"/>
                      <a:pt x="400493" y="27335"/>
                    </a:cubicBezTo>
                    <a:close/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4" name="Forme libre : forme 1353">
                <a:extLst>
                  <a:ext uri="{FF2B5EF4-FFF2-40B4-BE49-F238E27FC236}">
                    <a16:creationId xmlns:a16="http://schemas.microsoft.com/office/drawing/2014/main" id="{933E762F-C822-4C4E-A36D-ED0F88083F19}"/>
                  </a:ext>
                </a:extLst>
              </p:cNvPr>
              <p:cNvSpPr/>
              <p:nvPr/>
            </p:nvSpPr>
            <p:spPr>
              <a:xfrm>
                <a:off x="2888804" y="5435105"/>
                <a:ext cx="347581" cy="363098"/>
              </a:xfrm>
              <a:custGeom>
                <a:avLst/>
                <a:gdLst>
                  <a:gd name="connsiteX0" fmla="*/ 337827 w 347581"/>
                  <a:gd name="connsiteY0" fmla="*/ 0 h 363098"/>
                  <a:gd name="connsiteX1" fmla="*/ 300249 w 347581"/>
                  <a:gd name="connsiteY1" fmla="*/ 170605 h 363098"/>
                  <a:gd name="connsiteX2" fmla="*/ 196721 w 347581"/>
                  <a:gd name="connsiteY2" fmla="*/ 251492 h 363098"/>
                  <a:gd name="connsiteX3" fmla="*/ 135093 w 347581"/>
                  <a:gd name="connsiteY3" fmla="*/ 286439 h 363098"/>
                  <a:gd name="connsiteX4" fmla="*/ 0 w 347581"/>
                  <a:gd name="connsiteY4" fmla="*/ 363098 h 363098"/>
                  <a:gd name="connsiteX5" fmla="*/ 75532 w 347581"/>
                  <a:gd name="connsiteY5" fmla="*/ 332942 h 363098"/>
                  <a:gd name="connsiteX6" fmla="*/ 274038 w 347581"/>
                  <a:gd name="connsiteY6" fmla="*/ 239279 h 363098"/>
                  <a:gd name="connsiteX7" fmla="*/ 309925 w 347581"/>
                  <a:gd name="connsiteY7" fmla="*/ 217953 h 363098"/>
                  <a:gd name="connsiteX8" fmla="*/ 343745 w 347581"/>
                  <a:gd name="connsiteY8" fmla="*/ 139509 h 363098"/>
                  <a:gd name="connsiteX9" fmla="*/ 343088 w 347581"/>
                  <a:gd name="connsiteY9" fmla="*/ 23393 h 36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7581" h="363098">
                    <a:moveTo>
                      <a:pt x="337827" y="0"/>
                    </a:moveTo>
                    <a:cubicBezTo>
                      <a:pt x="336700" y="59092"/>
                      <a:pt x="334257" y="122223"/>
                      <a:pt x="300249" y="170605"/>
                    </a:cubicBezTo>
                    <a:cubicBezTo>
                      <a:pt x="274884" y="206773"/>
                      <a:pt x="235145" y="229696"/>
                      <a:pt x="196721" y="251492"/>
                    </a:cubicBezTo>
                    <a:cubicBezTo>
                      <a:pt x="176147" y="263141"/>
                      <a:pt x="155573" y="274790"/>
                      <a:pt x="135093" y="286439"/>
                    </a:cubicBezTo>
                    <a:cubicBezTo>
                      <a:pt x="90093" y="311992"/>
                      <a:pt x="45000" y="337545"/>
                      <a:pt x="0" y="363098"/>
                    </a:cubicBezTo>
                    <a:cubicBezTo>
                      <a:pt x="26211" y="356147"/>
                      <a:pt x="50918" y="344497"/>
                      <a:pt x="75532" y="332942"/>
                    </a:cubicBezTo>
                    <a:cubicBezTo>
                      <a:pt x="141669" y="301752"/>
                      <a:pt x="207901" y="270469"/>
                      <a:pt x="274038" y="239279"/>
                    </a:cubicBezTo>
                    <a:cubicBezTo>
                      <a:pt x="286627" y="233360"/>
                      <a:pt x="299497" y="227253"/>
                      <a:pt x="309925" y="217953"/>
                    </a:cubicBezTo>
                    <a:cubicBezTo>
                      <a:pt x="331627" y="198600"/>
                      <a:pt x="339800" y="168350"/>
                      <a:pt x="343745" y="139509"/>
                    </a:cubicBezTo>
                    <a:cubicBezTo>
                      <a:pt x="349100" y="101085"/>
                      <a:pt x="348819" y="61816"/>
                      <a:pt x="343088" y="23393"/>
                    </a:cubicBezTo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5" name="Forme libre : forme 1354">
                <a:extLst>
                  <a:ext uri="{FF2B5EF4-FFF2-40B4-BE49-F238E27FC236}">
                    <a16:creationId xmlns:a16="http://schemas.microsoft.com/office/drawing/2014/main" id="{6A13F134-CE9D-447F-B7E6-33A827711D2D}"/>
                  </a:ext>
                </a:extLst>
              </p:cNvPr>
              <p:cNvSpPr/>
              <p:nvPr/>
            </p:nvSpPr>
            <p:spPr>
              <a:xfrm>
                <a:off x="3290420" y="5386630"/>
                <a:ext cx="613837" cy="155482"/>
              </a:xfrm>
              <a:custGeom>
                <a:avLst/>
                <a:gdLst>
                  <a:gd name="connsiteX0" fmla="*/ 0 w 613837"/>
                  <a:gd name="connsiteY0" fmla="*/ 10522 h 155482"/>
                  <a:gd name="connsiteX1" fmla="*/ 613838 w 613837"/>
                  <a:gd name="connsiteY1" fmla="*/ 0 h 155482"/>
                  <a:gd name="connsiteX2" fmla="*/ 0 w 613837"/>
                  <a:gd name="connsiteY2" fmla="*/ 10522 h 155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3837" h="155482">
                    <a:moveTo>
                      <a:pt x="0" y="10522"/>
                    </a:moveTo>
                    <a:cubicBezTo>
                      <a:pt x="0" y="10522"/>
                      <a:pt x="301470" y="257786"/>
                      <a:pt x="613838" y="0"/>
                    </a:cubicBezTo>
                    <a:cubicBezTo>
                      <a:pt x="613838" y="0"/>
                      <a:pt x="342055" y="342712"/>
                      <a:pt x="0" y="10522"/>
                    </a:cubicBezTo>
                    <a:close/>
                  </a:path>
                </a:pathLst>
              </a:custGeom>
              <a:solidFill>
                <a:srgbClr val="F4AD9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6" name="Forme libre : forme 1355">
                <a:extLst>
                  <a:ext uri="{FF2B5EF4-FFF2-40B4-BE49-F238E27FC236}">
                    <a16:creationId xmlns:a16="http://schemas.microsoft.com/office/drawing/2014/main" id="{D4402B9F-531E-483C-9649-ABF3957227BA}"/>
                  </a:ext>
                </a:extLst>
              </p:cNvPr>
              <p:cNvSpPr/>
              <p:nvPr/>
            </p:nvSpPr>
            <p:spPr>
              <a:xfrm>
                <a:off x="3676723" y="4839023"/>
                <a:ext cx="82539" cy="106089"/>
              </a:xfrm>
              <a:custGeom>
                <a:avLst/>
                <a:gdLst>
                  <a:gd name="connsiteX0" fmla="*/ 71492 w 82539"/>
                  <a:gd name="connsiteY0" fmla="*/ 0 h 106089"/>
                  <a:gd name="connsiteX1" fmla="*/ 0 w 82539"/>
                  <a:gd name="connsiteY1" fmla="*/ 106064 h 106089"/>
                  <a:gd name="connsiteX2" fmla="*/ 71492 w 82539"/>
                  <a:gd name="connsiteY2" fmla="*/ 0 h 106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39" h="106089">
                    <a:moveTo>
                      <a:pt x="71492" y="0"/>
                    </a:moveTo>
                    <a:cubicBezTo>
                      <a:pt x="71492" y="0"/>
                      <a:pt x="107285" y="74310"/>
                      <a:pt x="0" y="106064"/>
                    </a:cubicBezTo>
                    <a:cubicBezTo>
                      <a:pt x="0" y="106064"/>
                      <a:pt x="118559" y="110573"/>
                      <a:pt x="71492" y="0"/>
                    </a:cubicBezTo>
                    <a:close/>
                  </a:path>
                </a:pathLst>
              </a:custGeom>
              <a:solidFill>
                <a:srgbClr val="F4AD9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7" name="Forme libre : forme 1356">
                <a:extLst>
                  <a:ext uri="{FF2B5EF4-FFF2-40B4-BE49-F238E27FC236}">
                    <a16:creationId xmlns:a16="http://schemas.microsoft.com/office/drawing/2014/main" id="{DA2B353B-C3CC-4C2A-ABC9-B4C7774E9174}"/>
                  </a:ext>
                </a:extLst>
              </p:cNvPr>
              <p:cNvSpPr/>
              <p:nvPr/>
            </p:nvSpPr>
            <p:spPr>
              <a:xfrm>
                <a:off x="3429469" y="4839117"/>
                <a:ext cx="63230" cy="101840"/>
              </a:xfrm>
              <a:custGeom>
                <a:avLst/>
                <a:gdLst>
                  <a:gd name="connsiteX0" fmla="*/ 63215 w 63230"/>
                  <a:gd name="connsiteY0" fmla="*/ 101837 h 101840"/>
                  <a:gd name="connsiteX1" fmla="*/ 6190 w 63230"/>
                  <a:gd name="connsiteY1" fmla="*/ 0 h 101840"/>
                  <a:gd name="connsiteX2" fmla="*/ 63215 w 63230"/>
                  <a:gd name="connsiteY2" fmla="*/ 101837 h 101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230" h="101840">
                    <a:moveTo>
                      <a:pt x="63215" y="101837"/>
                    </a:moveTo>
                    <a:cubicBezTo>
                      <a:pt x="64530" y="102118"/>
                      <a:pt x="-14666" y="84457"/>
                      <a:pt x="6190" y="0"/>
                    </a:cubicBezTo>
                    <a:cubicBezTo>
                      <a:pt x="6190" y="-93"/>
                      <a:pt x="-27724" y="85114"/>
                      <a:pt x="63215" y="101837"/>
                    </a:cubicBezTo>
                    <a:close/>
                  </a:path>
                </a:pathLst>
              </a:custGeom>
              <a:solidFill>
                <a:srgbClr val="F4AD9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8" name="Forme libre : forme 1357">
                <a:extLst>
                  <a:ext uri="{FF2B5EF4-FFF2-40B4-BE49-F238E27FC236}">
                    <a16:creationId xmlns:a16="http://schemas.microsoft.com/office/drawing/2014/main" id="{B7CC950C-3921-4DC5-B35F-36EA5B7CD867}"/>
                  </a:ext>
                </a:extLst>
              </p:cNvPr>
              <p:cNvSpPr/>
              <p:nvPr/>
            </p:nvSpPr>
            <p:spPr>
              <a:xfrm>
                <a:off x="3062979" y="3584158"/>
                <a:ext cx="494263" cy="292020"/>
              </a:xfrm>
              <a:custGeom>
                <a:avLst/>
                <a:gdLst>
                  <a:gd name="connsiteX0" fmla="*/ 277232 w 494263"/>
                  <a:gd name="connsiteY0" fmla="*/ 185674 h 292020"/>
                  <a:gd name="connsiteX1" fmla="*/ 162149 w 494263"/>
                  <a:gd name="connsiteY1" fmla="*/ 212167 h 292020"/>
                  <a:gd name="connsiteX2" fmla="*/ 45094 w 494263"/>
                  <a:gd name="connsiteY2" fmla="*/ 292020 h 292020"/>
                  <a:gd name="connsiteX3" fmla="*/ 219644 w 494263"/>
                  <a:gd name="connsiteY3" fmla="*/ 182762 h 292020"/>
                  <a:gd name="connsiteX4" fmla="*/ 340645 w 494263"/>
                  <a:gd name="connsiteY4" fmla="*/ 183513 h 292020"/>
                  <a:gd name="connsiteX5" fmla="*/ 190051 w 494263"/>
                  <a:gd name="connsiteY5" fmla="*/ 179568 h 292020"/>
                  <a:gd name="connsiteX6" fmla="*/ 52703 w 494263"/>
                  <a:gd name="connsiteY6" fmla="*/ 245048 h 292020"/>
                  <a:gd name="connsiteX7" fmla="*/ 128235 w 494263"/>
                  <a:gd name="connsiteY7" fmla="*/ 181353 h 292020"/>
                  <a:gd name="connsiteX8" fmla="*/ 224247 w 494263"/>
                  <a:gd name="connsiteY8" fmla="*/ 152606 h 292020"/>
                  <a:gd name="connsiteX9" fmla="*/ 100709 w 494263"/>
                  <a:gd name="connsiteY9" fmla="*/ 176468 h 292020"/>
                  <a:gd name="connsiteX10" fmla="*/ 121565 w 494263"/>
                  <a:gd name="connsiteY10" fmla="*/ 153733 h 292020"/>
                  <a:gd name="connsiteX11" fmla="*/ 205176 w 494263"/>
                  <a:gd name="connsiteY11" fmla="*/ 110894 h 292020"/>
                  <a:gd name="connsiteX12" fmla="*/ 0 w 494263"/>
                  <a:gd name="connsiteY12" fmla="*/ 242041 h 292020"/>
                  <a:gd name="connsiteX13" fmla="*/ 53831 w 494263"/>
                  <a:gd name="connsiteY13" fmla="*/ 168482 h 292020"/>
                  <a:gd name="connsiteX14" fmla="*/ 133684 w 494263"/>
                  <a:gd name="connsiteY14" fmla="*/ 105445 h 292020"/>
                  <a:gd name="connsiteX15" fmla="*/ 35605 w 494263"/>
                  <a:gd name="connsiteY15" fmla="*/ 161437 h 292020"/>
                  <a:gd name="connsiteX16" fmla="*/ 210907 w 494263"/>
                  <a:gd name="connsiteY16" fmla="*/ 31041 h 292020"/>
                  <a:gd name="connsiteX17" fmla="*/ 477148 w 494263"/>
                  <a:gd name="connsiteY17" fmla="*/ 2575 h 292020"/>
                  <a:gd name="connsiteX18" fmla="*/ 142703 w 494263"/>
                  <a:gd name="connsiteY18" fmla="*/ 101405 h 292020"/>
                  <a:gd name="connsiteX19" fmla="*/ 288881 w 494263"/>
                  <a:gd name="connsiteY19" fmla="*/ 52460 h 292020"/>
                  <a:gd name="connsiteX20" fmla="*/ 424257 w 494263"/>
                  <a:gd name="connsiteY20" fmla="*/ 37805 h 292020"/>
                  <a:gd name="connsiteX21" fmla="*/ 191836 w 494263"/>
                  <a:gd name="connsiteY21" fmla="*/ 96990 h 292020"/>
                  <a:gd name="connsiteX22" fmla="*/ 271502 w 494263"/>
                  <a:gd name="connsiteY22" fmla="*/ 84401 h 292020"/>
                  <a:gd name="connsiteX23" fmla="*/ 228475 w 494263"/>
                  <a:gd name="connsiteY23" fmla="*/ 101311 h 292020"/>
                  <a:gd name="connsiteX24" fmla="*/ 272911 w 494263"/>
                  <a:gd name="connsiteY24" fmla="*/ 95393 h 292020"/>
                  <a:gd name="connsiteX25" fmla="*/ 200761 w 494263"/>
                  <a:gd name="connsiteY25" fmla="*/ 131280 h 292020"/>
                  <a:gd name="connsiteX26" fmla="*/ 438724 w 494263"/>
                  <a:gd name="connsiteY26" fmla="*/ 108357 h 292020"/>
                  <a:gd name="connsiteX27" fmla="*/ 239091 w 494263"/>
                  <a:gd name="connsiteY27" fmla="*/ 149036 h 292020"/>
                  <a:gd name="connsiteX28" fmla="*/ 347409 w 494263"/>
                  <a:gd name="connsiteY28" fmla="*/ 140769 h 292020"/>
                  <a:gd name="connsiteX29" fmla="*/ 281272 w 494263"/>
                  <a:gd name="connsiteY29" fmla="*/ 148848 h 292020"/>
                  <a:gd name="connsiteX30" fmla="*/ 341209 w 494263"/>
                  <a:gd name="connsiteY30" fmla="*/ 149505 h 292020"/>
                  <a:gd name="connsiteX31" fmla="*/ 397576 w 494263"/>
                  <a:gd name="connsiteY31" fmla="*/ 165664 h 292020"/>
                  <a:gd name="connsiteX32" fmla="*/ 342430 w 494263"/>
                  <a:gd name="connsiteY32" fmla="*/ 171113 h 292020"/>
                  <a:gd name="connsiteX33" fmla="*/ 410728 w 494263"/>
                  <a:gd name="connsiteY33" fmla="*/ 186050 h 292020"/>
                  <a:gd name="connsiteX34" fmla="*/ 372775 w 494263"/>
                  <a:gd name="connsiteY34" fmla="*/ 190653 h 292020"/>
                  <a:gd name="connsiteX35" fmla="*/ 494246 w 494263"/>
                  <a:gd name="connsiteY35" fmla="*/ 258670 h 292020"/>
                  <a:gd name="connsiteX36" fmla="*/ 277232 w 494263"/>
                  <a:gd name="connsiteY36" fmla="*/ 185674 h 29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94263" h="292020">
                    <a:moveTo>
                      <a:pt x="277232" y="185674"/>
                    </a:moveTo>
                    <a:cubicBezTo>
                      <a:pt x="237681" y="185487"/>
                      <a:pt x="199446" y="198921"/>
                      <a:pt x="162149" y="212167"/>
                    </a:cubicBezTo>
                    <a:cubicBezTo>
                      <a:pt x="116398" y="228419"/>
                      <a:pt x="66325" y="248430"/>
                      <a:pt x="45094" y="292020"/>
                    </a:cubicBezTo>
                    <a:cubicBezTo>
                      <a:pt x="78914" y="229641"/>
                      <a:pt x="150218" y="196854"/>
                      <a:pt x="219644" y="182762"/>
                    </a:cubicBezTo>
                    <a:cubicBezTo>
                      <a:pt x="259571" y="174683"/>
                      <a:pt x="301752" y="171489"/>
                      <a:pt x="340645" y="183513"/>
                    </a:cubicBezTo>
                    <a:cubicBezTo>
                      <a:pt x="295458" y="158900"/>
                      <a:pt x="240030" y="167731"/>
                      <a:pt x="190051" y="179568"/>
                    </a:cubicBezTo>
                    <a:cubicBezTo>
                      <a:pt x="139884" y="191405"/>
                      <a:pt x="87557" y="207094"/>
                      <a:pt x="52703" y="245048"/>
                    </a:cubicBezTo>
                    <a:cubicBezTo>
                      <a:pt x="69613" y="216112"/>
                      <a:pt x="97797" y="195257"/>
                      <a:pt x="128235" y="181353"/>
                    </a:cubicBezTo>
                    <a:cubicBezTo>
                      <a:pt x="158673" y="167449"/>
                      <a:pt x="191648" y="160027"/>
                      <a:pt x="224247" y="152606"/>
                    </a:cubicBezTo>
                    <a:cubicBezTo>
                      <a:pt x="181972" y="148378"/>
                      <a:pt x="138381" y="156739"/>
                      <a:pt x="100709" y="176468"/>
                    </a:cubicBezTo>
                    <a:cubicBezTo>
                      <a:pt x="102118" y="165946"/>
                      <a:pt x="112264" y="159088"/>
                      <a:pt x="121565" y="153733"/>
                    </a:cubicBezTo>
                    <a:cubicBezTo>
                      <a:pt x="148715" y="138138"/>
                      <a:pt x="176617" y="123859"/>
                      <a:pt x="205176" y="110894"/>
                    </a:cubicBezTo>
                    <a:cubicBezTo>
                      <a:pt x="121941" y="121510"/>
                      <a:pt x="44530" y="171019"/>
                      <a:pt x="0" y="242041"/>
                    </a:cubicBezTo>
                    <a:cubicBezTo>
                      <a:pt x="6952" y="211979"/>
                      <a:pt x="30532" y="188774"/>
                      <a:pt x="53831" y="168482"/>
                    </a:cubicBezTo>
                    <a:cubicBezTo>
                      <a:pt x="79384" y="146217"/>
                      <a:pt x="106064" y="125174"/>
                      <a:pt x="133684" y="105445"/>
                    </a:cubicBezTo>
                    <a:cubicBezTo>
                      <a:pt x="96670" y="114652"/>
                      <a:pt x="62380" y="134286"/>
                      <a:pt x="35605" y="161437"/>
                    </a:cubicBezTo>
                    <a:cubicBezTo>
                      <a:pt x="90845" y="113524"/>
                      <a:pt x="143924" y="60445"/>
                      <a:pt x="210907" y="31041"/>
                    </a:cubicBezTo>
                    <a:cubicBezTo>
                      <a:pt x="293391" y="-5222"/>
                      <a:pt x="387148" y="-1652"/>
                      <a:pt x="477148" y="2575"/>
                    </a:cubicBezTo>
                    <a:cubicBezTo>
                      <a:pt x="358871" y="-3156"/>
                      <a:pt x="238903" y="32262"/>
                      <a:pt x="142703" y="101405"/>
                    </a:cubicBezTo>
                    <a:cubicBezTo>
                      <a:pt x="190615" y="82710"/>
                      <a:pt x="239372" y="66364"/>
                      <a:pt x="288881" y="52460"/>
                    </a:cubicBezTo>
                    <a:cubicBezTo>
                      <a:pt x="332942" y="40059"/>
                      <a:pt x="379163" y="29631"/>
                      <a:pt x="424257" y="37805"/>
                    </a:cubicBezTo>
                    <a:cubicBezTo>
                      <a:pt x="343652" y="32168"/>
                      <a:pt x="265959" y="64861"/>
                      <a:pt x="191836" y="96990"/>
                    </a:cubicBezTo>
                    <a:cubicBezTo>
                      <a:pt x="216826" y="86468"/>
                      <a:pt x="244445" y="82053"/>
                      <a:pt x="271502" y="84401"/>
                    </a:cubicBezTo>
                    <a:cubicBezTo>
                      <a:pt x="256658" y="88723"/>
                      <a:pt x="242285" y="94360"/>
                      <a:pt x="228475" y="101311"/>
                    </a:cubicBezTo>
                    <a:cubicBezTo>
                      <a:pt x="243318" y="99339"/>
                      <a:pt x="258161" y="97366"/>
                      <a:pt x="272911" y="95393"/>
                    </a:cubicBezTo>
                    <a:cubicBezTo>
                      <a:pt x="248861" y="107324"/>
                      <a:pt x="224811" y="119349"/>
                      <a:pt x="200761" y="131280"/>
                    </a:cubicBezTo>
                    <a:cubicBezTo>
                      <a:pt x="276763" y="103566"/>
                      <a:pt x="360468" y="87877"/>
                      <a:pt x="438724" y="108357"/>
                    </a:cubicBezTo>
                    <a:cubicBezTo>
                      <a:pt x="370614" y="110988"/>
                      <a:pt x="302879" y="124798"/>
                      <a:pt x="239091" y="149036"/>
                    </a:cubicBezTo>
                    <a:cubicBezTo>
                      <a:pt x="274226" y="139359"/>
                      <a:pt x="311240" y="136541"/>
                      <a:pt x="347409" y="140769"/>
                    </a:cubicBezTo>
                    <a:cubicBezTo>
                      <a:pt x="325238" y="142459"/>
                      <a:pt x="303161" y="145184"/>
                      <a:pt x="281272" y="148848"/>
                    </a:cubicBezTo>
                    <a:cubicBezTo>
                      <a:pt x="300813" y="153263"/>
                      <a:pt x="321199" y="150069"/>
                      <a:pt x="341209" y="149505"/>
                    </a:cubicBezTo>
                    <a:cubicBezTo>
                      <a:pt x="361219" y="148942"/>
                      <a:pt x="383015" y="151854"/>
                      <a:pt x="397576" y="165664"/>
                    </a:cubicBezTo>
                    <a:cubicBezTo>
                      <a:pt x="379069" y="166040"/>
                      <a:pt x="360656" y="167825"/>
                      <a:pt x="342430" y="171113"/>
                    </a:cubicBezTo>
                    <a:cubicBezTo>
                      <a:pt x="365823" y="172052"/>
                      <a:pt x="389121" y="177125"/>
                      <a:pt x="410728" y="186050"/>
                    </a:cubicBezTo>
                    <a:cubicBezTo>
                      <a:pt x="398140" y="188305"/>
                      <a:pt x="385551" y="189808"/>
                      <a:pt x="372775" y="190653"/>
                    </a:cubicBezTo>
                    <a:cubicBezTo>
                      <a:pt x="392221" y="189432"/>
                      <a:pt x="495843" y="239881"/>
                      <a:pt x="494246" y="258670"/>
                    </a:cubicBezTo>
                    <a:cubicBezTo>
                      <a:pt x="418808" y="242511"/>
                      <a:pt x="357649" y="186144"/>
                      <a:pt x="277232" y="185674"/>
                    </a:cubicBezTo>
                    <a:close/>
                  </a:path>
                </a:pathLst>
              </a:custGeom>
              <a:solidFill>
                <a:srgbClr val="C99D97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9" name="Forme libre : forme 1358">
                <a:extLst>
                  <a:ext uri="{FF2B5EF4-FFF2-40B4-BE49-F238E27FC236}">
                    <a16:creationId xmlns:a16="http://schemas.microsoft.com/office/drawing/2014/main" id="{C86CEBC5-E3F3-46E4-95EA-40F632ADC03F}"/>
                  </a:ext>
                </a:extLst>
              </p:cNvPr>
              <p:cNvSpPr/>
              <p:nvPr/>
            </p:nvSpPr>
            <p:spPr>
              <a:xfrm>
                <a:off x="3611319" y="3584158"/>
                <a:ext cx="494263" cy="292020"/>
              </a:xfrm>
              <a:custGeom>
                <a:avLst/>
                <a:gdLst>
                  <a:gd name="connsiteX0" fmla="*/ 217032 w 494263"/>
                  <a:gd name="connsiteY0" fmla="*/ 185674 h 292020"/>
                  <a:gd name="connsiteX1" fmla="*/ 332114 w 494263"/>
                  <a:gd name="connsiteY1" fmla="*/ 212167 h 292020"/>
                  <a:gd name="connsiteX2" fmla="*/ 449170 w 494263"/>
                  <a:gd name="connsiteY2" fmla="*/ 292020 h 292020"/>
                  <a:gd name="connsiteX3" fmla="*/ 274620 w 494263"/>
                  <a:gd name="connsiteY3" fmla="*/ 182762 h 292020"/>
                  <a:gd name="connsiteX4" fmla="*/ 153619 w 494263"/>
                  <a:gd name="connsiteY4" fmla="*/ 183513 h 292020"/>
                  <a:gd name="connsiteX5" fmla="*/ 304213 w 494263"/>
                  <a:gd name="connsiteY5" fmla="*/ 179568 h 292020"/>
                  <a:gd name="connsiteX6" fmla="*/ 441561 w 494263"/>
                  <a:gd name="connsiteY6" fmla="*/ 245048 h 292020"/>
                  <a:gd name="connsiteX7" fmla="*/ 366029 w 494263"/>
                  <a:gd name="connsiteY7" fmla="*/ 181353 h 292020"/>
                  <a:gd name="connsiteX8" fmla="*/ 270017 w 494263"/>
                  <a:gd name="connsiteY8" fmla="*/ 152606 h 292020"/>
                  <a:gd name="connsiteX9" fmla="*/ 393555 w 494263"/>
                  <a:gd name="connsiteY9" fmla="*/ 176468 h 292020"/>
                  <a:gd name="connsiteX10" fmla="*/ 372699 w 494263"/>
                  <a:gd name="connsiteY10" fmla="*/ 153733 h 292020"/>
                  <a:gd name="connsiteX11" fmla="*/ 289088 w 494263"/>
                  <a:gd name="connsiteY11" fmla="*/ 110894 h 292020"/>
                  <a:gd name="connsiteX12" fmla="*/ 494264 w 494263"/>
                  <a:gd name="connsiteY12" fmla="*/ 242041 h 292020"/>
                  <a:gd name="connsiteX13" fmla="*/ 440433 w 494263"/>
                  <a:gd name="connsiteY13" fmla="*/ 168482 h 292020"/>
                  <a:gd name="connsiteX14" fmla="*/ 360580 w 494263"/>
                  <a:gd name="connsiteY14" fmla="*/ 105445 h 292020"/>
                  <a:gd name="connsiteX15" fmla="*/ 458659 w 494263"/>
                  <a:gd name="connsiteY15" fmla="*/ 161437 h 292020"/>
                  <a:gd name="connsiteX16" fmla="*/ 283357 w 494263"/>
                  <a:gd name="connsiteY16" fmla="*/ 31041 h 292020"/>
                  <a:gd name="connsiteX17" fmla="*/ 17116 w 494263"/>
                  <a:gd name="connsiteY17" fmla="*/ 2575 h 292020"/>
                  <a:gd name="connsiteX18" fmla="*/ 351561 w 494263"/>
                  <a:gd name="connsiteY18" fmla="*/ 101405 h 292020"/>
                  <a:gd name="connsiteX19" fmla="*/ 205382 w 494263"/>
                  <a:gd name="connsiteY19" fmla="*/ 52460 h 292020"/>
                  <a:gd name="connsiteX20" fmla="*/ 70007 w 494263"/>
                  <a:gd name="connsiteY20" fmla="*/ 37805 h 292020"/>
                  <a:gd name="connsiteX21" fmla="*/ 302428 w 494263"/>
                  <a:gd name="connsiteY21" fmla="*/ 96990 h 292020"/>
                  <a:gd name="connsiteX22" fmla="*/ 222762 w 494263"/>
                  <a:gd name="connsiteY22" fmla="*/ 84401 h 292020"/>
                  <a:gd name="connsiteX23" fmla="*/ 265789 w 494263"/>
                  <a:gd name="connsiteY23" fmla="*/ 101311 h 292020"/>
                  <a:gd name="connsiteX24" fmla="*/ 221353 w 494263"/>
                  <a:gd name="connsiteY24" fmla="*/ 95393 h 292020"/>
                  <a:gd name="connsiteX25" fmla="*/ 293503 w 494263"/>
                  <a:gd name="connsiteY25" fmla="*/ 131280 h 292020"/>
                  <a:gd name="connsiteX26" fmla="*/ 55540 w 494263"/>
                  <a:gd name="connsiteY26" fmla="*/ 108357 h 292020"/>
                  <a:gd name="connsiteX27" fmla="*/ 255173 w 494263"/>
                  <a:gd name="connsiteY27" fmla="*/ 149036 h 292020"/>
                  <a:gd name="connsiteX28" fmla="*/ 146855 w 494263"/>
                  <a:gd name="connsiteY28" fmla="*/ 140769 h 292020"/>
                  <a:gd name="connsiteX29" fmla="*/ 212992 w 494263"/>
                  <a:gd name="connsiteY29" fmla="*/ 148848 h 292020"/>
                  <a:gd name="connsiteX30" fmla="*/ 153055 w 494263"/>
                  <a:gd name="connsiteY30" fmla="*/ 149505 h 292020"/>
                  <a:gd name="connsiteX31" fmla="*/ 96688 w 494263"/>
                  <a:gd name="connsiteY31" fmla="*/ 165664 h 292020"/>
                  <a:gd name="connsiteX32" fmla="*/ 151834 w 494263"/>
                  <a:gd name="connsiteY32" fmla="*/ 171113 h 292020"/>
                  <a:gd name="connsiteX33" fmla="*/ 83536 w 494263"/>
                  <a:gd name="connsiteY33" fmla="*/ 186050 h 292020"/>
                  <a:gd name="connsiteX34" fmla="*/ 121489 w 494263"/>
                  <a:gd name="connsiteY34" fmla="*/ 190653 h 292020"/>
                  <a:gd name="connsiteX35" fmla="*/ 18 w 494263"/>
                  <a:gd name="connsiteY35" fmla="*/ 258670 h 292020"/>
                  <a:gd name="connsiteX36" fmla="*/ 217032 w 494263"/>
                  <a:gd name="connsiteY36" fmla="*/ 185674 h 29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94263" h="292020">
                    <a:moveTo>
                      <a:pt x="217032" y="185674"/>
                    </a:moveTo>
                    <a:cubicBezTo>
                      <a:pt x="256583" y="185487"/>
                      <a:pt x="294818" y="198921"/>
                      <a:pt x="332114" y="212167"/>
                    </a:cubicBezTo>
                    <a:cubicBezTo>
                      <a:pt x="377866" y="228419"/>
                      <a:pt x="427939" y="248430"/>
                      <a:pt x="449170" y="292020"/>
                    </a:cubicBezTo>
                    <a:cubicBezTo>
                      <a:pt x="415350" y="229641"/>
                      <a:pt x="344046" y="196854"/>
                      <a:pt x="274620" y="182762"/>
                    </a:cubicBezTo>
                    <a:cubicBezTo>
                      <a:pt x="234693" y="174683"/>
                      <a:pt x="192512" y="171489"/>
                      <a:pt x="153619" y="183513"/>
                    </a:cubicBezTo>
                    <a:cubicBezTo>
                      <a:pt x="198806" y="158900"/>
                      <a:pt x="254234" y="167731"/>
                      <a:pt x="304213" y="179568"/>
                    </a:cubicBezTo>
                    <a:cubicBezTo>
                      <a:pt x="354380" y="191405"/>
                      <a:pt x="406707" y="207094"/>
                      <a:pt x="441561" y="245048"/>
                    </a:cubicBezTo>
                    <a:cubicBezTo>
                      <a:pt x="424651" y="216112"/>
                      <a:pt x="396467" y="195257"/>
                      <a:pt x="366029" y="181353"/>
                    </a:cubicBezTo>
                    <a:cubicBezTo>
                      <a:pt x="335591" y="167449"/>
                      <a:pt x="302616" y="160027"/>
                      <a:pt x="270017" y="152606"/>
                    </a:cubicBezTo>
                    <a:cubicBezTo>
                      <a:pt x="312292" y="148378"/>
                      <a:pt x="355883" y="156739"/>
                      <a:pt x="393555" y="176468"/>
                    </a:cubicBezTo>
                    <a:cubicBezTo>
                      <a:pt x="392145" y="165946"/>
                      <a:pt x="381999" y="159088"/>
                      <a:pt x="372699" y="153733"/>
                    </a:cubicBezTo>
                    <a:cubicBezTo>
                      <a:pt x="345549" y="138138"/>
                      <a:pt x="317647" y="123859"/>
                      <a:pt x="289088" y="110894"/>
                    </a:cubicBezTo>
                    <a:cubicBezTo>
                      <a:pt x="372323" y="121510"/>
                      <a:pt x="449734" y="171019"/>
                      <a:pt x="494264" y="242041"/>
                    </a:cubicBezTo>
                    <a:cubicBezTo>
                      <a:pt x="487312" y="211979"/>
                      <a:pt x="463732" y="188774"/>
                      <a:pt x="440433" y="168482"/>
                    </a:cubicBezTo>
                    <a:cubicBezTo>
                      <a:pt x="414880" y="146217"/>
                      <a:pt x="388200" y="125174"/>
                      <a:pt x="360580" y="105445"/>
                    </a:cubicBezTo>
                    <a:cubicBezTo>
                      <a:pt x="397594" y="114652"/>
                      <a:pt x="431884" y="134286"/>
                      <a:pt x="458659" y="161437"/>
                    </a:cubicBezTo>
                    <a:cubicBezTo>
                      <a:pt x="403419" y="113524"/>
                      <a:pt x="350340" y="60445"/>
                      <a:pt x="283357" y="31041"/>
                    </a:cubicBezTo>
                    <a:cubicBezTo>
                      <a:pt x="200873" y="-5222"/>
                      <a:pt x="107116" y="-1652"/>
                      <a:pt x="17116" y="2575"/>
                    </a:cubicBezTo>
                    <a:cubicBezTo>
                      <a:pt x="135393" y="-3156"/>
                      <a:pt x="255361" y="32262"/>
                      <a:pt x="351561" y="101405"/>
                    </a:cubicBezTo>
                    <a:cubicBezTo>
                      <a:pt x="303649" y="82710"/>
                      <a:pt x="254892" y="66364"/>
                      <a:pt x="205382" y="52460"/>
                    </a:cubicBezTo>
                    <a:cubicBezTo>
                      <a:pt x="161322" y="40059"/>
                      <a:pt x="115101" y="29631"/>
                      <a:pt x="70007" y="37805"/>
                    </a:cubicBezTo>
                    <a:cubicBezTo>
                      <a:pt x="150612" y="32168"/>
                      <a:pt x="228305" y="64861"/>
                      <a:pt x="302428" y="96990"/>
                    </a:cubicBezTo>
                    <a:cubicBezTo>
                      <a:pt x="277438" y="86468"/>
                      <a:pt x="249819" y="82053"/>
                      <a:pt x="222762" y="84401"/>
                    </a:cubicBezTo>
                    <a:cubicBezTo>
                      <a:pt x="237606" y="88723"/>
                      <a:pt x="251979" y="94360"/>
                      <a:pt x="265789" y="101311"/>
                    </a:cubicBezTo>
                    <a:cubicBezTo>
                      <a:pt x="250946" y="99339"/>
                      <a:pt x="236102" y="97366"/>
                      <a:pt x="221353" y="95393"/>
                    </a:cubicBezTo>
                    <a:cubicBezTo>
                      <a:pt x="245403" y="107324"/>
                      <a:pt x="269453" y="119349"/>
                      <a:pt x="293503" y="131280"/>
                    </a:cubicBezTo>
                    <a:cubicBezTo>
                      <a:pt x="217501" y="103566"/>
                      <a:pt x="133796" y="87877"/>
                      <a:pt x="55540" y="108357"/>
                    </a:cubicBezTo>
                    <a:cubicBezTo>
                      <a:pt x="123650" y="110988"/>
                      <a:pt x="191385" y="124798"/>
                      <a:pt x="255173" y="149036"/>
                    </a:cubicBezTo>
                    <a:cubicBezTo>
                      <a:pt x="220038" y="139359"/>
                      <a:pt x="183023" y="136541"/>
                      <a:pt x="146855" y="140769"/>
                    </a:cubicBezTo>
                    <a:cubicBezTo>
                      <a:pt x="169026" y="142459"/>
                      <a:pt x="191103" y="145184"/>
                      <a:pt x="212992" y="148848"/>
                    </a:cubicBezTo>
                    <a:cubicBezTo>
                      <a:pt x="193451" y="153263"/>
                      <a:pt x="173065" y="150069"/>
                      <a:pt x="153055" y="149505"/>
                    </a:cubicBezTo>
                    <a:cubicBezTo>
                      <a:pt x="133045" y="148942"/>
                      <a:pt x="111249" y="151854"/>
                      <a:pt x="96688" y="165664"/>
                    </a:cubicBezTo>
                    <a:cubicBezTo>
                      <a:pt x="115195" y="166040"/>
                      <a:pt x="133608" y="167825"/>
                      <a:pt x="151834" y="171113"/>
                    </a:cubicBezTo>
                    <a:cubicBezTo>
                      <a:pt x="128441" y="172052"/>
                      <a:pt x="105143" y="177125"/>
                      <a:pt x="83536" y="186050"/>
                    </a:cubicBezTo>
                    <a:cubicBezTo>
                      <a:pt x="96124" y="188305"/>
                      <a:pt x="108713" y="189808"/>
                      <a:pt x="121489" y="190653"/>
                    </a:cubicBezTo>
                    <a:cubicBezTo>
                      <a:pt x="102043" y="189432"/>
                      <a:pt x="-1579" y="239881"/>
                      <a:pt x="18" y="258670"/>
                    </a:cubicBezTo>
                    <a:cubicBezTo>
                      <a:pt x="75456" y="242511"/>
                      <a:pt x="136615" y="186144"/>
                      <a:pt x="217032" y="185674"/>
                    </a:cubicBezTo>
                    <a:close/>
                  </a:path>
                </a:pathLst>
              </a:custGeom>
              <a:solidFill>
                <a:srgbClr val="C99D97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863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3526336" y="4730353"/>
              <a:ext cx="352501" cy="1327356"/>
              <a:chOff x="2676779" y="4363648"/>
              <a:chExt cx="473013" cy="1781147"/>
            </a:xfrm>
            <a:solidFill>
              <a:schemeClr val="accent1"/>
            </a:solidFill>
          </p:grpSpPr>
          <p:sp>
            <p:nvSpPr>
              <p:cNvPr id="1864" name="Forme libre : forme 1863">
                <a:extLst>
                  <a:ext uri="{FF2B5EF4-FFF2-40B4-BE49-F238E27FC236}">
                    <a16:creationId xmlns:a16="http://schemas.microsoft.com/office/drawing/2014/main" id="{DEB41B6B-5842-4821-AAD0-9754ED7A04F1}"/>
                  </a:ext>
                </a:extLst>
              </p:cNvPr>
              <p:cNvSpPr/>
              <p:nvPr/>
            </p:nvSpPr>
            <p:spPr>
              <a:xfrm>
                <a:off x="2676779" y="4363648"/>
                <a:ext cx="473002" cy="1781147"/>
              </a:xfrm>
              <a:custGeom>
                <a:avLst/>
                <a:gdLst>
                  <a:gd name="connsiteX0" fmla="*/ 456940 w 473002"/>
                  <a:gd name="connsiteY0" fmla="*/ 1360903 h 1781147"/>
                  <a:gd name="connsiteX1" fmla="*/ 453088 w 473002"/>
                  <a:gd name="connsiteY1" fmla="*/ 1432396 h 1781147"/>
                  <a:gd name="connsiteX2" fmla="*/ 383287 w 473002"/>
                  <a:gd name="connsiteY2" fmla="*/ 1754158 h 1781147"/>
                  <a:gd name="connsiteX3" fmla="*/ 82381 w 473002"/>
                  <a:gd name="connsiteY3" fmla="*/ 1762519 h 1781147"/>
                  <a:gd name="connsiteX4" fmla="*/ 108122 w 473002"/>
                  <a:gd name="connsiteY4" fmla="*/ 1475141 h 1781147"/>
                  <a:gd name="connsiteX5" fmla="*/ 85481 w 473002"/>
                  <a:gd name="connsiteY5" fmla="*/ 1286123 h 1781147"/>
                  <a:gd name="connsiteX6" fmla="*/ 37099 w 473002"/>
                  <a:gd name="connsiteY6" fmla="*/ 1044778 h 1781147"/>
                  <a:gd name="connsiteX7" fmla="*/ 14458 w 473002"/>
                  <a:gd name="connsiteY7" fmla="*/ 915133 h 1781147"/>
                  <a:gd name="connsiteX8" fmla="*/ 5909 w 473002"/>
                  <a:gd name="connsiteY8" fmla="*/ 797232 h 1781147"/>
                  <a:gd name="connsiteX9" fmla="*/ 108967 w 473002"/>
                  <a:gd name="connsiteY9" fmla="*/ 602014 h 1781147"/>
                  <a:gd name="connsiteX10" fmla="*/ 182338 w 473002"/>
                  <a:gd name="connsiteY10" fmla="*/ 394301 h 1781147"/>
                  <a:gd name="connsiteX11" fmla="*/ 241712 w 473002"/>
                  <a:gd name="connsiteY11" fmla="*/ 183394 h 1781147"/>
                  <a:gd name="connsiteX12" fmla="*/ 268298 w 473002"/>
                  <a:gd name="connsiteY12" fmla="*/ 117820 h 1781147"/>
                  <a:gd name="connsiteX13" fmla="*/ 296951 w 473002"/>
                  <a:gd name="connsiteY13" fmla="*/ 1234 h 1781147"/>
                  <a:gd name="connsiteX14" fmla="*/ 315177 w 473002"/>
                  <a:gd name="connsiteY14" fmla="*/ 11099 h 1781147"/>
                  <a:gd name="connsiteX15" fmla="*/ 359989 w 473002"/>
                  <a:gd name="connsiteY15" fmla="*/ 76672 h 1781147"/>
                  <a:gd name="connsiteX16" fmla="*/ 392775 w 473002"/>
                  <a:gd name="connsiteY16" fmla="*/ 168269 h 1781147"/>
                  <a:gd name="connsiteX17" fmla="*/ 378214 w 473002"/>
                  <a:gd name="connsiteY17" fmla="*/ 283821 h 1781147"/>
                  <a:gd name="connsiteX18" fmla="*/ 373517 w 473002"/>
                  <a:gd name="connsiteY18" fmla="*/ 445219 h 1781147"/>
                  <a:gd name="connsiteX19" fmla="*/ 354258 w 473002"/>
                  <a:gd name="connsiteY19" fmla="*/ 529018 h 1781147"/>
                  <a:gd name="connsiteX20" fmla="*/ 339133 w 473002"/>
                  <a:gd name="connsiteY20" fmla="*/ 641471 h 1781147"/>
                  <a:gd name="connsiteX21" fmla="*/ 326638 w 473002"/>
                  <a:gd name="connsiteY21" fmla="*/ 744059 h 1781147"/>
                  <a:gd name="connsiteX22" fmla="*/ 361022 w 473002"/>
                  <a:gd name="connsiteY22" fmla="*/ 858578 h 1781147"/>
                  <a:gd name="connsiteX23" fmla="*/ 361867 w 473002"/>
                  <a:gd name="connsiteY23" fmla="*/ 893902 h 1781147"/>
                  <a:gd name="connsiteX24" fmla="*/ 417483 w 473002"/>
                  <a:gd name="connsiteY24" fmla="*/ 1041583 h 1781147"/>
                  <a:gd name="connsiteX25" fmla="*/ 472911 w 473002"/>
                  <a:gd name="connsiteY25" fmla="*/ 1243096 h 1781147"/>
                  <a:gd name="connsiteX26" fmla="*/ 456940 w 473002"/>
                  <a:gd name="connsiteY26" fmla="*/ 1360903 h 1781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73002" h="1781147">
                    <a:moveTo>
                      <a:pt x="456940" y="1360903"/>
                    </a:moveTo>
                    <a:cubicBezTo>
                      <a:pt x="459101" y="1379974"/>
                      <a:pt x="458443" y="1402991"/>
                      <a:pt x="453088" y="1432396"/>
                    </a:cubicBezTo>
                    <a:cubicBezTo>
                      <a:pt x="436930" y="1520422"/>
                      <a:pt x="403579" y="1588627"/>
                      <a:pt x="383287" y="1754158"/>
                    </a:cubicBezTo>
                    <a:cubicBezTo>
                      <a:pt x="381784" y="1766559"/>
                      <a:pt x="163549" y="1803103"/>
                      <a:pt x="82381" y="1762519"/>
                    </a:cubicBezTo>
                    <a:cubicBezTo>
                      <a:pt x="82381" y="1762519"/>
                      <a:pt x="108122" y="1510276"/>
                      <a:pt x="108122" y="1475141"/>
                    </a:cubicBezTo>
                    <a:cubicBezTo>
                      <a:pt x="108122" y="1440005"/>
                      <a:pt x="101076" y="1354891"/>
                      <a:pt x="85481" y="1286123"/>
                    </a:cubicBezTo>
                    <a:cubicBezTo>
                      <a:pt x="69886" y="1217355"/>
                      <a:pt x="44051" y="1077564"/>
                      <a:pt x="37099" y="1044778"/>
                    </a:cubicBezTo>
                    <a:cubicBezTo>
                      <a:pt x="30053" y="1011991"/>
                      <a:pt x="21504" y="933828"/>
                      <a:pt x="14458" y="915133"/>
                    </a:cubicBezTo>
                    <a:cubicBezTo>
                      <a:pt x="7412" y="896344"/>
                      <a:pt x="-8652" y="831522"/>
                      <a:pt x="5909" y="797232"/>
                    </a:cubicBezTo>
                    <a:cubicBezTo>
                      <a:pt x="23383" y="756084"/>
                      <a:pt x="88675" y="672285"/>
                      <a:pt x="108967" y="602014"/>
                    </a:cubicBezTo>
                    <a:cubicBezTo>
                      <a:pt x="129259" y="531743"/>
                      <a:pt x="165240" y="433288"/>
                      <a:pt x="182338" y="394301"/>
                    </a:cubicBezTo>
                    <a:cubicBezTo>
                      <a:pt x="199530" y="355220"/>
                      <a:pt x="230720" y="216275"/>
                      <a:pt x="241712" y="183394"/>
                    </a:cubicBezTo>
                    <a:cubicBezTo>
                      <a:pt x="252703" y="150513"/>
                      <a:pt x="258904" y="127121"/>
                      <a:pt x="268298" y="117820"/>
                    </a:cubicBezTo>
                    <a:cubicBezTo>
                      <a:pt x="268298" y="117820"/>
                      <a:pt x="291690" y="6871"/>
                      <a:pt x="296951" y="1234"/>
                    </a:cubicBezTo>
                    <a:cubicBezTo>
                      <a:pt x="302212" y="-4403"/>
                      <a:pt x="315177" y="11099"/>
                      <a:pt x="315177" y="11099"/>
                    </a:cubicBezTo>
                    <a:cubicBezTo>
                      <a:pt x="315177" y="11099"/>
                      <a:pt x="365719" y="-2993"/>
                      <a:pt x="359989" y="76672"/>
                    </a:cubicBezTo>
                    <a:cubicBezTo>
                      <a:pt x="359989" y="76672"/>
                      <a:pt x="406867" y="95461"/>
                      <a:pt x="392775" y="168269"/>
                    </a:cubicBezTo>
                    <a:cubicBezTo>
                      <a:pt x="378684" y="241170"/>
                      <a:pt x="378214" y="283821"/>
                      <a:pt x="378214" y="283821"/>
                    </a:cubicBezTo>
                    <a:cubicBezTo>
                      <a:pt x="378214" y="283821"/>
                      <a:pt x="402640" y="330700"/>
                      <a:pt x="373517" y="445219"/>
                    </a:cubicBezTo>
                    <a:cubicBezTo>
                      <a:pt x="368256" y="465793"/>
                      <a:pt x="357922" y="504593"/>
                      <a:pt x="354258" y="529018"/>
                    </a:cubicBezTo>
                    <a:cubicBezTo>
                      <a:pt x="350594" y="553444"/>
                      <a:pt x="339133" y="623246"/>
                      <a:pt x="339133" y="641471"/>
                    </a:cubicBezTo>
                    <a:cubicBezTo>
                      <a:pt x="339133" y="659696"/>
                      <a:pt x="326638" y="744059"/>
                      <a:pt x="326638" y="744059"/>
                    </a:cubicBezTo>
                    <a:cubicBezTo>
                      <a:pt x="326638" y="744059"/>
                      <a:pt x="362525" y="819591"/>
                      <a:pt x="361022" y="858578"/>
                    </a:cubicBezTo>
                    <a:cubicBezTo>
                      <a:pt x="360552" y="869664"/>
                      <a:pt x="361116" y="881876"/>
                      <a:pt x="361867" y="893902"/>
                    </a:cubicBezTo>
                    <a:cubicBezTo>
                      <a:pt x="361867" y="893902"/>
                      <a:pt x="407337" y="1011051"/>
                      <a:pt x="417483" y="1041583"/>
                    </a:cubicBezTo>
                    <a:cubicBezTo>
                      <a:pt x="427629" y="1072021"/>
                      <a:pt x="471408" y="1202511"/>
                      <a:pt x="472911" y="1243096"/>
                    </a:cubicBezTo>
                    <a:cubicBezTo>
                      <a:pt x="474414" y="1283774"/>
                      <a:pt x="456940" y="1360903"/>
                      <a:pt x="456940" y="1360903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5" name="Forme libre : forme 1864">
                <a:extLst>
                  <a:ext uri="{FF2B5EF4-FFF2-40B4-BE49-F238E27FC236}">
                    <a16:creationId xmlns:a16="http://schemas.microsoft.com/office/drawing/2014/main" id="{22E78D42-1D07-4A6B-AFCE-F4A5157A6F8B}"/>
                  </a:ext>
                </a:extLst>
              </p:cNvPr>
              <p:cNvSpPr/>
              <p:nvPr/>
            </p:nvSpPr>
            <p:spPr>
              <a:xfrm>
                <a:off x="3033104" y="5296724"/>
                <a:ext cx="94227" cy="397200"/>
              </a:xfrm>
              <a:custGeom>
                <a:avLst/>
                <a:gdLst>
                  <a:gd name="connsiteX0" fmla="*/ 7704 w 94227"/>
                  <a:gd name="connsiteY0" fmla="*/ 0 h 397200"/>
                  <a:gd name="connsiteX1" fmla="*/ 7891 w 94227"/>
                  <a:gd name="connsiteY1" fmla="*/ 13810 h 397200"/>
                  <a:gd name="connsiteX2" fmla="*/ 6764 w 94227"/>
                  <a:gd name="connsiteY2" fmla="*/ 20762 h 397200"/>
                  <a:gd name="connsiteX3" fmla="*/ 2818 w 94227"/>
                  <a:gd name="connsiteY3" fmla="*/ 27150 h 397200"/>
                  <a:gd name="connsiteX4" fmla="*/ 2912 w 94227"/>
                  <a:gd name="connsiteY4" fmla="*/ 25083 h 397200"/>
                  <a:gd name="connsiteX5" fmla="*/ 28278 w 94227"/>
                  <a:gd name="connsiteY5" fmla="*/ 66983 h 397200"/>
                  <a:gd name="connsiteX6" fmla="*/ 33163 w 94227"/>
                  <a:gd name="connsiteY6" fmla="*/ 91221 h 397200"/>
                  <a:gd name="connsiteX7" fmla="*/ 34948 w 94227"/>
                  <a:gd name="connsiteY7" fmla="*/ 115365 h 397200"/>
                  <a:gd name="connsiteX8" fmla="*/ 48006 w 94227"/>
                  <a:gd name="connsiteY8" fmla="*/ 210719 h 397200"/>
                  <a:gd name="connsiteX9" fmla="*/ 65104 w 94227"/>
                  <a:gd name="connsiteY9" fmla="*/ 305604 h 397200"/>
                  <a:gd name="connsiteX10" fmla="*/ 77599 w 94227"/>
                  <a:gd name="connsiteY10" fmla="*/ 351731 h 397200"/>
                  <a:gd name="connsiteX11" fmla="*/ 94227 w 94227"/>
                  <a:gd name="connsiteY11" fmla="*/ 397201 h 397200"/>
                  <a:gd name="connsiteX12" fmla="*/ 73653 w 94227"/>
                  <a:gd name="connsiteY12" fmla="*/ 353516 h 397200"/>
                  <a:gd name="connsiteX13" fmla="*/ 58434 w 94227"/>
                  <a:gd name="connsiteY13" fmla="*/ 307201 h 397200"/>
                  <a:gd name="connsiteX14" fmla="*/ 38799 w 94227"/>
                  <a:gd name="connsiteY14" fmla="*/ 212222 h 397200"/>
                  <a:gd name="connsiteX15" fmla="*/ 26868 w 94227"/>
                  <a:gd name="connsiteY15" fmla="*/ 115929 h 397200"/>
                  <a:gd name="connsiteX16" fmla="*/ 26117 w 94227"/>
                  <a:gd name="connsiteY16" fmla="*/ 91785 h 397200"/>
                  <a:gd name="connsiteX17" fmla="*/ 22641 w 94227"/>
                  <a:gd name="connsiteY17" fmla="*/ 68486 h 397200"/>
                  <a:gd name="connsiteX18" fmla="*/ 1221 w 94227"/>
                  <a:gd name="connsiteY18" fmla="*/ 27056 h 397200"/>
                  <a:gd name="connsiteX19" fmla="*/ 0 w 94227"/>
                  <a:gd name="connsiteY19" fmla="*/ 25835 h 397200"/>
                  <a:gd name="connsiteX20" fmla="*/ 1315 w 94227"/>
                  <a:gd name="connsiteY20" fmla="*/ 24989 h 397200"/>
                  <a:gd name="connsiteX21" fmla="*/ 6388 w 94227"/>
                  <a:gd name="connsiteY21" fmla="*/ 13622 h 397200"/>
                  <a:gd name="connsiteX22" fmla="*/ 7704 w 94227"/>
                  <a:gd name="connsiteY22" fmla="*/ 0 h 39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4227" h="397200">
                    <a:moveTo>
                      <a:pt x="7704" y="0"/>
                    </a:moveTo>
                    <a:cubicBezTo>
                      <a:pt x="7985" y="4603"/>
                      <a:pt x="8173" y="9206"/>
                      <a:pt x="7891" y="13810"/>
                    </a:cubicBezTo>
                    <a:cubicBezTo>
                      <a:pt x="7704" y="16159"/>
                      <a:pt x="7422" y="18413"/>
                      <a:pt x="6764" y="20762"/>
                    </a:cubicBezTo>
                    <a:cubicBezTo>
                      <a:pt x="6106" y="23017"/>
                      <a:pt x="5073" y="25459"/>
                      <a:pt x="2818" y="27150"/>
                    </a:cubicBezTo>
                    <a:lnTo>
                      <a:pt x="2912" y="25083"/>
                    </a:lnTo>
                    <a:cubicBezTo>
                      <a:pt x="15595" y="36075"/>
                      <a:pt x="23392" y="51200"/>
                      <a:pt x="28278" y="66983"/>
                    </a:cubicBezTo>
                    <a:cubicBezTo>
                      <a:pt x="30626" y="74875"/>
                      <a:pt x="32129" y="83048"/>
                      <a:pt x="33163" y="91221"/>
                    </a:cubicBezTo>
                    <a:lnTo>
                      <a:pt x="34948" y="115365"/>
                    </a:lnTo>
                    <a:cubicBezTo>
                      <a:pt x="37860" y="147212"/>
                      <a:pt x="43027" y="179060"/>
                      <a:pt x="48006" y="210719"/>
                    </a:cubicBezTo>
                    <a:cubicBezTo>
                      <a:pt x="53267" y="242473"/>
                      <a:pt x="58810" y="274132"/>
                      <a:pt x="65104" y="305604"/>
                    </a:cubicBezTo>
                    <a:cubicBezTo>
                      <a:pt x="68392" y="321293"/>
                      <a:pt x="71586" y="336981"/>
                      <a:pt x="77599" y="351731"/>
                    </a:cubicBezTo>
                    <a:cubicBezTo>
                      <a:pt x="83423" y="366574"/>
                      <a:pt x="90469" y="381417"/>
                      <a:pt x="94227" y="397201"/>
                    </a:cubicBezTo>
                    <a:cubicBezTo>
                      <a:pt x="88590" y="382075"/>
                      <a:pt x="80887" y="367983"/>
                      <a:pt x="73653" y="353516"/>
                    </a:cubicBezTo>
                    <a:cubicBezTo>
                      <a:pt x="66419" y="338766"/>
                      <a:pt x="62567" y="322702"/>
                      <a:pt x="58434" y="307201"/>
                    </a:cubicBezTo>
                    <a:cubicBezTo>
                      <a:pt x="50261" y="275823"/>
                      <a:pt x="44342" y="244069"/>
                      <a:pt x="38799" y="212222"/>
                    </a:cubicBezTo>
                    <a:cubicBezTo>
                      <a:pt x="33632" y="180281"/>
                      <a:pt x="28841" y="148339"/>
                      <a:pt x="26868" y="115929"/>
                    </a:cubicBezTo>
                    <a:cubicBezTo>
                      <a:pt x="26305" y="107755"/>
                      <a:pt x="26493" y="99582"/>
                      <a:pt x="26117" y="91785"/>
                    </a:cubicBezTo>
                    <a:cubicBezTo>
                      <a:pt x="25553" y="83987"/>
                      <a:pt x="24520" y="76095"/>
                      <a:pt x="22641" y="68486"/>
                    </a:cubicBezTo>
                    <a:cubicBezTo>
                      <a:pt x="18601" y="53455"/>
                      <a:pt x="12119" y="38330"/>
                      <a:pt x="1221" y="27056"/>
                    </a:cubicBezTo>
                    <a:lnTo>
                      <a:pt x="0" y="25835"/>
                    </a:lnTo>
                    <a:lnTo>
                      <a:pt x="1315" y="24989"/>
                    </a:lnTo>
                    <a:cubicBezTo>
                      <a:pt x="4509" y="22923"/>
                      <a:pt x="5637" y="17943"/>
                      <a:pt x="6388" y="13622"/>
                    </a:cubicBezTo>
                    <a:cubicBezTo>
                      <a:pt x="7140" y="9113"/>
                      <a:pt x="7422" y="4509"/>
                      <a:pt x="770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6" name="Forme libre : forme 1865">
                <a:extLst>
                  <a:ext uri="{FF2B5EF4-FFF2-40B4-BE49-F238E27FC236}">
                    <a16:creationId xmlns:a16="http://schemas.microsoft.com/office/drawing/2014/main" id="{5D8934B1-45BE-41CE-9AA8-168B33BFBEB7}"/>
                  </a:ext>
                </a:extLst>
              </p:cNvPr>
              <p:cNvSpPr/>
              <p:nvPr/>
            </p:nvSpPr>
            <p:spPr>
              <a:xfrm>
                <a:off x="2676779" y="4363648"/>
                <a:ext cx="473013" cy="1762518"/>
              </a:xfrm>
              <a:custGeom>
                <a:avLst/>
                <a:gdLst>
                  <a:gd name="connsiteX0" fmla="*/ 82381 w 473013"/>
                  <a:gd name="connsiteY0" fmla="*/ 1762519 h 1762518"/>
                  <a:gd name="connsiteX1" fmla="*/ 108122 w 473013"/>
                  <a:gd name="connsiteY1" fmla="*/ 1475141 h 1762518"/>
                  <a:gd name="connsiteX2" fmla="*/ 85481 w 473013"/>
                  <a:gd name="connsiteY2" fmla="*/ 1286123 h 1762518"/>
                  <a:gd name="connsiteX3" fmla="*/ 37099 w 473013"/>
                  <a:gd name="connsiteY3" fmla="*/ 1044778 h 1762518"/>
                  <a:gd name="connsiteX4" fmla="*/ 14458 w 473013"/>
                  <a:gd name="connsiteY4" fmla="*/ 915133 h 1762518"/>
                  <a:gd name="connsiteX5" fmla="*/ 5909 w 473013"/>
                  <a:gd name="connsiteY5" fmla="*/ 797232 h 1762518"/>
                  <a:gd name="connsiteX6" fmla="*/ 108967 w 473013"/>
                  <a:gd name="connsiteY6" fmla="*/ 602014 h 1762518"/>
                  <a:gd name="connsiteX7" fmla="*/ 182338 w 473013"/>
                  <a:gd name="connsiteY7" fmla="*/ 394301 h 1762518"/>
                  <a:gd name="connsiteX8" fmla="*/ 241712 w 473013"/>
                  <a:gd name="connsiteY8" fmla="*/ 183394 h 1762518"/>
                  <a:gd name="connsiteX9" fmla="*/ 268298 w 473013"/>
                  <a:gd name="connsiteY9" fmla="*/ 117820 h 1762518"/>
                  <a:gd name="connsiteX10" fmla="*/ 296951 w 473013"/>
                  <a:gd name="connsiteY10" fmla="*/ 1234 h 1762518"/>
                  <a:gd name="connsiteX11" fmla="*/ 315177 w 473013"/>
                  <a:gd name="connsiteY11" fmla="*/ 11099 h 1762518"/>
                  <a:gd name="connsiteX12" fmla="*/ 359989 w 473013"/>
                  <a:gd name="connsiteY12" fmla="*/ 76672 h 1762518"/>
                  <a:gd name="connsiteX13" fmla="*/ 392775 w 473013"/>
                  <a:gd name="connsiteY13" fmla="*/ 168269 h 1762518"/>
                  <a:gd name="connsiteX14" fmla="*/ 378214 w 473013"/>
                  <a:gd name="connsiteY14" fmla="*/ 283821 h 1762518"/>
                  <a:gd name="connsiteX15" fmla="*/ 373517 w 473013"/>
                  <a:gd name="connsiteY15" fmla="*/ 445219 h 1762518"/>
                  <a:gd name="connsiteX16" fmla="*/ 354258 w 473013"/>
                  <a:gd name="connsiteY16" fmla="*/ 529018 h 1762518"/>
                  <a:gd name="connsiteX17" fmla="*/ 339133 w 473013"/>
                  <a:gd name="connsiteY17" fmla="*/ 641471 h 1762518"/>
                  <a:gd name="connsiteX18" fmla="*/ 326638 w 473013"/>
                  <a:gd name="connsiteY18" fmla="*/ 744059 h 1762518"/>
                  <a:gd name="connsiteX19" fmla="*/ 361022 w 473013"/>
                  <a:gd name="connsiteY19" fmla="*/ 858578 h 1762518"/>
                  <a:gd name="connsiteX20" fmla="*/ 361867 w 473013"/>
                  <a:gd name="connsiteY20" fmla="*/ 893902 h 1762518"/>
                  <a:gd name="connsiteX21" fmla="*/ 417483 w 473013"/>
                  <a:gd name="connsiteY21" fmla="*/ 1041583 h 1762518"/>
                  <a:gd name="connsiteX22" fmla="*/ 472911 w 473013"/>
                  <a:gd name="connsiteY22" fmla="*/ 1243096 h 1762518"/>
                  <a:gd name="connsiteX23" fmla="*/ 456940 w 473013"/>
                  <a:gd name="connsiteY23" fmla="*/ 1360903 h 1762518"/>
                  <a:gd name="connsiteX24" fmla="*/ 453088 w 473013"/>
                  <a:gd name="connsiteY24" fmla="*/ 1432396 h 1762518"/>
                  <a:gd name="connsiteX25" fmla="*/ 383287 w 473013"/>
                  <a:gd name="connsiteY25" fmla="*/ 1754158 h 176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73013" h="1762518">
                    <a:moveTo>
                      <a:pt x="82381" y="1762519"/>
                    </a:moveTo>
                    <a:cubicBezTo>
                      <a:pt x="82381" y="1762519"/>
                      <a:pt x="108122" y="1510276"/>
                      <a:pt x="108122" y="1475141"/>
                    </a:cubicBezTo>
                    <a:cubicBezTo>
                      <a:pt x="108122" y="1440005"/>
                      <a:pt x="101076" y="1354891"/>
                      <a:pt x="85481" y="1286123"/>
                    </a:cubicBezTo>
                    <a:cubicBezTo>
                      <a:pt x="69886" y="1217355"/>
                      <a:pt x="44051" y="1077564"/>
                      <a:pt x="37099" y="1044778"/>
                    </a:cubicBezTo>
                    <a:cubicBezTo>
                      <a:pt x="30053" y="1011991"/>
                      <a:pt x="21504" y="933828"/>
                      <a:pt x="14458" y="915133"/>
                    </a:cubicBezTo>
                    <a:cubicBezTo>
                      <a:pt x="7412" y="896344"/>
                      <a:pt x="-8652" y="831522"/>
                      <a:pt x="5909" y="797232"/>
                    </a:cubicBezTo>
                    <a:cubicBezTo>
                      <a:pt x="23383" y="756084"/>
                      <a:pt x="88675" y="672285"/>
                      <a:pt x="108967" y="602014"/>
                    </a:cubicBezTo>
                    <a:cubicBezTo>
                      <a:pt x="129259" y="531743"/>
                      <a:pt x="165240" y="433288"/>
                      <a:pt x="182338" y="394301"/>
                    </a:cubicBezTo>
                    <a:cubicBezTo>
                      <a:pt x="199530" y="355220"/>
                      <a:pt x="230720" y="216275"/>
                      <a:pt x="241712" y="183394"/>
                    </a:cubicBezTo>
                    <a:cubicBezTo>
                      <a:pt x="252703" y="150513"/>
                      <a:pt x="258904" y="127121"/>
                      <a:pt x="268298" y="117820"/>
                    </a:cubicBezTo>
                    <a:cubicBezTo>
                      <a:pt x="268298" y="117820"/>
                      <a:pt x="291690" y="6871"/>
                      <a:pt x="296951" y="1234"/>
                    </a:cubicBezTo>
                    <a:cubicBezTo>
                      <a:pt x="302212" y="-4403"/>
                      <a:pt x="315177" y="11099"/>
                      <a:pt x="315177" y="11099"/>
                    </a:cubicBezTo>
                    <a:cubicBezTo>
                      <a:pt x="315177" y="11099"/>
                      <a:pt x="365719" y="-2993"/>
                      <a:pt x="359989" y="76672"/>
                    </a:cubicBezTo>
                    <a:cubicBezTo>
                      <a:pt x="359989" y="76672"/>
                      <a:pt x="406867" y="95461"/>
                      <a:pt x="392775" y="168269"/>
                    </a:cubicBezTo>
                    <a:cubicBezTo>
                      <a:pt x="378684" y="241170"/>
                      <a:pt x="378214" y="283821"/>
                      <a:pt x="378214" y="283821"/>
                    </a:cubicBezTo>
                    <a:cubicBezTo>
                      <a:pt x="378214" y="283821"/>
                      <a:pt x="402640" y="330700"/>
                      <a:pt x="373517" y="445219"/>
                    </a:cubicBezTo>
                    <a:cubicBezTo>
                      <a:pt x="368256" y="465793"/>
                      <a:pt x="357922" y="504593"/>
                      <a:pt x="354258" y="529018"/>
                    </a:cubicBezTo>
                    <a:cubicBezTo>
                      <a:pt x="350594" y="553444"/>
                      <a:pt x="339133" y="623246"/>
                      <a:pt x="339133" y="641471"/>
                    </a:cubicBezTo>
                    <a:cubicBezTo>
                      <a:pt x="339133" y="659696"/>
                      <a:pt x="326638" y="744059"/>
                      <a:pt x="326638" y="744059"/>
                    </a:cubicBezTo>
                    <a:cubicBezTo>
                      <a:pt x="326638" y="744059"/>
                      <a:pt x="362525" y="819591"/>
                      <a:pt x="361022" y="858578"/>
                    </a:cubicBezTo>
                    <a:cubicBezTo>
                      <a:pt x="360552" y="869664"/>
                      <a:pt x="361116" y="881876"/>
                      <a:pt x="361867" y="893902"/>
                    </a:cubicBezTo>
                    <a:cubicBezTo>
                      <a:pt x="361867" y="893902"/>
                      <a:pt x="407337" y="1011051"/>
                      <a:pt x="417483" y="1041583"/>
                    </a:cubicBezTo>
                    <a:cubicBezTo>
                      <a:pt x="427629" y="1072021"/>
                      <a:pt x="471408" y="1202511"/>
                      <a:pt x="472911" y="1243096"/>
                    </a:cubicBezTo>
                    <a:cubicBezTo>
                      <a:pt x="474508" y="1283680"/>
                      <a:pt x="456940" y="1360903"/>
                      <a:pt x="456940" y="1360903"/>
                    </a:cubicBezTo>
                    <a:cubicBezTo>
                      <a:pt x="459101" y="1379974"/>
                      <a:pt x="458443" y="1402991"/>
                      <a:pt x="453088" y="1432396"/>
                    </a:cubicBezTo>
                    <a:cubicBezTo>
                      <a:pt x="436930" y="1520422"/>
                      <a:pt x="403579" y="1588627"/>
                      <a:pt x="383287" y="1754158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7" name="Forme libre : forme 1866">
                <a:extLst>
                  <a:ext uri="{FF2B5EF4-FFF2-40B4-BE49-F238E27FC236}">
                    <a16:creationId xmlns:a16="http://schemas.microsoft.com/office/drawing/2014/main" id="{36DC838C-3989-46D8-96BD-F423DCFA762F}"/>
                  </a:ext>
                </a:extLst>
              </p:cNvPr>
              <p:cNvSpPr/>
              <p:nvPr/>
            </p:nvSpPr>
            <p:spPr>
              <a:xfrm>
                <a:off x="2733836" y="4433707"/>
                <a:ext cx="302837" cy="851649"/>
              </a:xfrm>
              <a:custGeom>
                <a:avLst/>
                <a:gdLst>
                  <a:gd name="connsiteX0" fmla="*/ 302838 w 302837"/>
                  <a:gd name="connsiteY0" fmla="*/ 6519 h 851649"/>
                  <a:gd name="connsiteX1" fmla="*/ 294007 w 302837"/>
                  <a:gd name="connsiteY1" fmla="*/ 6519 h 851649"/>
                  <a:gd name="connsiteX2" fmla="*/ 272493 w 302837"/>
                  <a:gd name="connsiteY2" fmla="*/ 412 h 851649"/>
                  <a:gd name="connsiteX3" fmla="*/ 237358 w 302837"/>
                  <a:gd name="connsiteY3" fmla="*/ 109389 h 851649"/>
                  <a:gd name="connsiteX4" fmla="*/ 211147 w 302837"/>
                  <a:gd name="connsiteY4" fmla="*/ 184357 h 851649"/>
                  <a:gd name="connsiteX5" fmla="*/ 165490 w 302837"/>
                  <a:gd name="connsiteY5" fmla="*/ 331569 h 851649"/>
                  <a:gd name="connsiteX6" fmla="*/ 123684 w 302837"/>
                  <a:gd name="connsiteY6" fmla="*/ 443270 h 851649"/>
                  <a:gd name="connsiteX7" fmla="*/ 83476 w 302837"/>
                  <a:gd name="connsiteY7" fmla="*/ 561171 h 851649"/>
                  <a:gd name="connsiteX8" fmla="*/ 35094 w 302837"/>
                  <a:gd name="connsiteY8" fmla="*/ 696264 h 851649"/>
                  <a:gd name="connsiteX9" fmla="*/ 710 w 302837"/>
                  <a:gd name="connsiteY9" fmla="*/ 793497 h 851649"/>
                  <a:gd name="connsiteX10" fmla="*/ 710 w 302837"/>
                  <a:gd name="connsiteY10" fmla="*/ 851650 h 85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837" h="851649">
                    <a:moveTo>
                      <a:pt x="302838" y="6519"/>
                    </a:moveTo>
                    <a:lnTo>
                      <a:pt x="294007" y="6519"/>
                    </a:lnTo>
                    <a:cubicBezTo>
                      <a:pt x="294007" y="6519"/>
                      <a:pt x="278412" y="-1936"/>
                      <a:pt x="272493" y="412"/>
                    </a:cubicBezTo>
                    <a:cubicBezTo>
                      <a:pt x="266669" y="2761"/>
                      <a:pt x="242055" y="76602"/>
                      <a:pt x="237358" y="109389"/>
                    </a:cubicBezTo>
                    <a:cubicBezTo>
                      <a:pt x="237358" y="109389"/>
                      <a:pt x="221387" y="147249"/>
                      <a:pt x="211147" y="184357"/>
                    </a:cubicBezTo>
                    <a:cubicBezTo>
                      <a:pt x="200907" y="221465"/>
                      <a:pt x="173663" y="304607"/>
                      <a:pt x="165490" y="331569"/>
                    </a:cubicBezTo>
                    <a:cubicBezTo>
                      <a:pt x="157316" y="358531"/>
                      <a:pt x="134676" y="415932"/>
                      <a:pt x="123684" y="443270"/>
                    </a:cubicBezTo>
                    <a:cubicBezTo>
                      <a:pt x="112693" y="470608"/>
                      <a:pt x="90897" y="528760"/>
                      <a:pt x="83476" y="561171"/>
                    </a:cubicBezTo>
                    <a:cubicBezTo>
                      <a:pt x="76054" y="593582"/>
                      <a:pt x="45240" y="669772"/>
                      <a:pt x="35094" y="696264"/>
                    </a:cubicBezTo>
                    <a:cubicBezTo>
                      <a:pt x="24948" y="722757"/>
                      <a:pt x="2307" y="774802"/>
                      <a:pt x="710" y="793497"/>
                    </a:cubicBezTo>
                    <a:cubicBezTo>
                      <a:pt x="-887" y="812286"/>
                      <a:pt x="710" y="851650"/>
                      <a:pt x="710" y="851650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8" name="Forme libre : forme 1867">
                <a:extLst>
                  <a:ext uri="{FF2B5EF4-FFF2-40B4-BE49-F238E27FC236}">
                    <a16:creationId xmlns:a16="http://schemas.microsoft.com/office/drawing/2014/main" id="{796A85B9-B8E3-4750-8C9C-CBD9A73671F2}"/>
                  </a:ext>
                </a:extLst>
              </p:cNvPr>
              <p:cNvSpPr/>
              <p:nvPr/>
            </p:nvSpPr>
            <p:spPr>
              <a:xfrm>
                <a:off x="2844650" y="4610873"/>
                <a:ext cx="210249" cy="547563"/>
              </a:xfrm>
              <a:custGeom>
                <a:avLst/>
                <a:gdLst>
                  <a:gd name="connsiteX0" fmla="*/ 210249 w 210249"/>
                  <a:gd name="connsiteY0" fmla="*/ 36502 h 547563"/>
                  <a:gd name="connsiteX1" fmla="*/ 173799 w 210249"/>
                  <a:gd name="connsiteY1" fmla="*/ 7097 h 547563"/>
                  <a:gd name="connsiteX2" fmla="*/ 140636 w 210249"/>
                  <a:gd name="connsiteY2" fmla="*/ 5500 h 547563"/>
                  <a:gd name="connsiteX3" fmla="*/ 121471 w 210249"/>
                  <a:gd name="connsiteY3" fmla="*/ 91835 h 547563"/>
                  <a:gd name="connsiteX4" fmla="*/ 96857 w 210249"/>
                  <a:gd name="connsiteY4" fmla="*/ 188693 h 547563"/>
                  <a:gd name="connsiteX5" fmla="*/ 59373 w 210249"/>
                  <a:gd name="connsiteY5" fmla="*/ 298421 h 547563"/>
                  <a:gd name="connsiteX6" fmla="*/ 12870 w 210249"/>
                  <a:gd name="connsiteY6" fmla="*/ 485842 h 547563"/>
                  <a:gd name="connsiteX7" fmla="*/ 0 w 210249"/>
                  <a:gd name="connsiteY7" fmla="*/ 547564 h 54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0249" h="547563">
                    <a:moveTo>
                      <a:pt x="210249" y="36502"/>
                    </a:moveTo>
                    <a:cubicBezTo>
                      <a:pt x="210249" y="36502"/>
                      <a:pt x="192963" y="10949"/>
                      <a:pt x="173799" y="7097"/>
                    </a:cubicBezTo>
                    <a:cubicBezTo>
                      <a:pt x="173799" y="7097"/>
                      <a:pt x="155855" y="-7746"/>
                      <a:pt x="140636" y="5500"/>
                    </a:cubicBezTo>
                    <a:cubicBezTo>
                      <a:pt x="140636" y="5500"/>
                      <a:pt x="123444" y="76992"/>
                      <a:pt x="121471" y="91835"/>
                    </a:cubicBezTo>
                    <a:cubicBezTo>
                      <a:pt x="121471" y="91835"/>
                      <a:pt x="102306" y="166804"/>
                      <a:pt x="96857" y="188693"/>
                    </a:cubicBezTo>
                    <a:cubicBezTo>
                      <a:pt x="91409" y="210582"/>
                      <a:pt x="65198" y="279256"/>
                      <a:pt x="59373" y="298421"/>
                    </a:cubicBezTo>
                    <a:cubicBezTo>
                      <a:pt x="53549" y="317586"/>
                      <a:pt x="15595" y="472595"/>
                      <a:pt x="12870" y="485842"/>
                    </a:cubicBezTo>
                    <a:cubicBezTo>
                      <a:pt x="10146" y="499088"/>
                      <a:pt x="0" y="547564"/>
                      <a:pt x="0" y="547564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9" name="Forme libre : forme 1868">
                <a:extLst>
                  <a:ext uri="{FF2B5EF4-FFF2-40B4-BE49-F238E27FC236}">
                    <a16:creationId xmlns:a16="http://schemas.microsoft.com/office/drawing/2014/main" id="{593C1684-8346-43CD-BBDB-236B8C8A70AA}"/>
                  </a:ext>
                </a:extLst>
              </p:cNvPr>
              <p:cNvSpPr/>
              <p:nvPr/>
            </p:nvSpPr>
            <p:spPr>
              <a:xfrm>
                <a:off x="2831720" y="5177977"/>
                <a:ext cx="10516" cy="77692"/>
              </a:xfrm>
              <a:custGeom>
                <a:avLst/>
                <a:gdLst>
                  <a:gd name="connsiteX0" fmla="*/ 9454 w 10516"/>
                  <a:gd name="connsiteY0" fmla="*/ 0 h 77692"/>
                  <a:gd name="connsiteX1" fmla="*/ 9736 w 10516"/>
                  <a:gd name="connsiteY1" fmla="*/ 39082 h 77692"/>
                  <a:gd name="connsiteX2" fmla="*/ 4851 w 10516"/>
                  <a:gd name="connsiteY2" fmla="*/ 77693 h 77692"/>
                  <a:gd name="connsiteX3" fmla="*/ 435 w 10516"/>
                  <a:gd name="connsiteY3" fmla="*/ 58152 h 77692"/>
                  <a:gd name="connsiteX4" fmla="*/ 341 w 10516"/>
                  <a:gd name="connsiteY4" fmla="*/ 38330 h 77692"/>
                  <a:gd name="connsiteX5" fmla="*/ 9454 w 10516"/>
                  <a:gd name="connsiteY5" fmla="*/ 0 h 77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516" h="77692">
                    <a:moveTo>
                      <a:pt x="9454" y="0"/>
                    </a:moveTo>
                    <a:cubicBezTo>
                      <a:pt x="11145" y="13434"/>
                      <a:pt x="10487" y="26305"/>
                      <a:pt x="9736" y="39082"/>
                    </a:cubicBezTo>
                    <a:cubicBezTo>
                      <a:pt x="8702" y="51952"/>
                      <a:pt x="7199" y="64447"/>
                      <a:pt x="4851" y="77693"/>
                    </a:cubicBezTo>
                    <a:cubicBezTo>
                      <a:pt x="2220" y="71399"/>
                      <a:pt x="1093" y="64728"/>
                      <a:pt x="435" y="58152"/>
                    </a:cubicBezTo>
                    <a:cubicBezTo>
                      <a:pt x="-222" y="51576"/>
                      <a:pt x="-34" y="44906"/>
                      <a:pt x="341" y="38330"/>
                    </a:cubicBezTo>
                    <a:cubicBezTo>
                      <a:pt x="1469" y="25365"/>
                      <a:pt x="3817" y="12307"/>
                      <a:pt x="945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0" name="Forme libre : forme 1869">
                <a:extLst>
                  <a:ext uri="{FF2B5EF4-FFF2-40B4-BE49-F238E27FC236}">
                    <a16:creationId xmlns:a16="http://schemas.microsoft.com/office/drawing/2014/main" id="{3F438761-2061-4F10-BEC5-E2F8C6BE6341}"/>
                  </a:ext>
                </a:extLst>
              </p:cNvPr>
              <p:cNvSpPr/>
              <p:nvPr/>
            </p:nvSpPr>
            <p:spPr>
              <a:xfrm>
                <a:off x="2996184" y="5106955"/>
                <a:ext cx="11743" cy="43308"/>
              </a:xfrm>
              <a:custGeom>
                <a:avLst/>
                <a:gdLst>
                  <a:gd name="connsiteX0" fmla="*/ 11743 w 11743"/>
                  <a:gd name="connsiteY0" fmla="*/ 1503 h 43308"/>
                  <a:gd name="connsiteX1" fmla="*/ 0 w 11743"/>
                  <a:gd name="connsiteY1" fmla="*/ 43309 h 43308"/>
                  <a:gd name="connsiteX2" fmla="*/ 2536 w 11743"/>
                  <a:gd name="connsiteY2" fmla="*/ 0 h 4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43308">
                    <a:moveTo>
                      <a:pt x="11743" y="1503"/>
                    </a:moveTo>
                    <a:lnTo>
                      <a:pt x="0" y="43309"/>
                    </a:lnTo>
                    <a:lnTo>
                      <a:pt x="2536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1" name="Forme libre : forme 1870">
                <a:extLst>
                  <a:ext uri="{FF2B5EF4-FFF2-40B4-BE49-F238E27FC236}">
                    <a16:creationId xmlns:a16="http://schemas.microsoft.com/office/drawing/2014/main" id="{C9BEB832-BBEF-4DA9-8036-FBFCF2497B7C}"/>
                  </a:ext>
                </a:extLst>
              </p:cNvPr>
              <p:cNvSpPr/>
              <p:nvPr/>
            </p:nvSpPr>
            <p:spPr>
              <a:xfrm>
                <a:off x="2969221" y="4617970"/>
                <a:ext cx="50237" cy="86652"/>
              </a:xfrm>
              <a:custGeom>
                <a:avLst/>
                <a:gdLst>
                  <a:gd name="connsiteX0" fmla="*/ 49227 w 50237"/>
                  <a:gd name="connsiteY0" fmla="*/ 0 h 86652"/>
                  <a:gd name="connsiteX1" fmla="*/ 49415 w 50237"/>
                  <a:gd name="connsiteY1" fmla="*/ 27432 h 86652"/>
                  <a:gd name="connsiteX2" fmla="*/ 42557 w 50237"/>
                  <a:gd name="connsiteY2" fmla="*/ 54394 h 86652"/>
                  <a:gd name="connsiteX3" fmla="*/ 26493 w 50237"/>
                  <a:gd name="connsiteY3" fmla="*/ 77881 h 86652"/>
                  <a:gd name="connsiteX4" fmla="*/ 0 w 50237"/>
                  <a:gd name="connsiteY4" fmla="*/ 86336 h 86652"/>
                  <a:gd name="connsiteX5" fmla="*/ 33820 w 50237"/>
                  <a:gd name="connsiteY5" fmla="*/ 50824 h 86652"/>
                  <a:gd name="connsiteX6" fmla="*/ 49227 w 50237"/>
                  <a:gd name="connsiteY6" fmla="*/ 0 h 86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237" h="86652">
                    <a:moveTo>
                      <a:pt x="49227" y="0"/>
                    </a:moveTo>
                    <a:cubicBezTo>
                      <a:pt x="50636" y="9113"/>
                      <a:pt x="50449" y="18319"/>
                      <a:pt x="49415" y="27432"/>
                    </a:cubicBezTo>
                    <a:cubicBezTo>
                      <a:pt x="48288" y="36545"/>
                      <a:pt x="46033" y="45658"/>
                      <a:pt x="42557" y="54394"/>
                    </a:cubicBezTo>
                    <a:cubicBezTo>
                      <a:pt x="39081" y="63037"/>
                      <a:pt x="34008" y="71492"/>
                      <a:pt x="26493" y="77881"/>
                    </a:cubicBezTo>
                    <a:cubicBezTo>
                      <a:pt x="19259" y="84363"/>
                      <a:pt x="9113" y="87745"/>
                      <a:pt x="0" y="86336"/>
                    </a:cubicBezTo>
                    <a:cubicBezTo>
                      <a:pt x="18131" y="81357"/>
                      <a:pt x="27526" y="66795"/>
                      <a:pt x="33820" y="50824"/>
                    </a:cubicBezTo>
                    <a:cubicBezTo>
                      <a:pt x="40396" y="34854"/>
                      <a:pt x="44436" y="17662"/>
                      <a:pt x="4922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2" name="Forme libre : forme 1871">
                <a:extLst>
                  <a:ext uri="{FF2B5EF4-FFF2-40B4-BE49-F238E27FC236}">
                    <a16:creationId xmlns:a16="http://schemas.microsoft.com/office/drawing/2014/main" id="{130A6511-6DDB-443B-8001-1A390B7E6AD8}"/>
                  </a:ext>
                </a:extLst>
              </p:cNvPr>
              <p:cNvSpPr/>
              <p:nvPr/>
            </p:nvSpPr>
            <p:spPr>
              <a:xfrm>
                <a:off x="2972791" y="4440226"/>
                <a:ext cx="55725" cy="113019"/>
              </a:xfrm>
              <a:custGeom>
                <a:avLst/>
                <a:gdLst>
                  <a:gd name="connsiteX0" fmla="*/ 55052 w 55725"/>
                  <a:gd name="connsiteY0" fmla="*/ 0 h 113019"/>
                  <a:gd name="connsiteX1" fmla="*/ 54582 w 55725"/>
                  <a:gd name="connsiteY1" fmla="*/ 34384 h 113019"/>
                  <a:gd name="connsiteX2" fmla="*/ 47724 w 55725"/>
                  <a:gd name="connsiteY2" fmla="*/ 68298 h 113019"/>
                  <a:gd name="connsiteX3" fmla="*/ 31847 w 55725"/>
                  <a:gd name="connsiteY3" fmla="*/ 99676 h 113019"/>
                  <a:gd name="connsiteX4" fmla="*/ 17568 w 55725"/>
                  <a:gd name="connsiteY4" fmla="*/ 110949 h 113019"/>
                  <a:gd name="connsiteX5" fmla="*/ 0 w 55725"/>
                  <a:gd name="connsiteY5" fmla="*/ 111795 h 113019"/>
                  <a:gd name="connsiteX6" fmla="*/ 25929 w 55725"/>
                  <a:gd name="connsiteY6" fmla="*/ 95260 h 113019"/>
                  <a:gd name="connsiteX7" fmla="*/ 38799 w 55725"/>
                  <a:gd name="connsiteY7" fmla="*/ 65386 h 113019"/>
                  <a:gd name="connsiteX8" fmla="*/ 47442 w 55725"/>
                  <a:gd name="connsiteY8" fmla="*/ 33069 h 113019"/>
                  <a:gd name="connsiteX9" fmla="*/ 55052 w 55725"/>
                  <a:gd name="connsiteY9" fmla="*/ 0 h 11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725" h="113019">
                    <a:moveTo>
                      <a:pt x="55052" y="0"/>
                    </a:moveTo>
                    <a:cubicBezTo>
                      <a:pt x="56179" y="11461"/>
                      <a:pt x="55803" y="22922"/>
                      <a:pt x="54582" y="34384"/>
                    </a:cubicBezTo>
                    <a:cubicBezTo>
                      <a:pt x="53361" y="45845"/>
                      <a:pt x="51106" y="57119"/>
                      <a:pt x="47724" y="68298"/>
                    </a:cubicBezTo>
                    <a:cubicBezTo>
                      <a:pt x="44154" y="79289"/>
                      <a:pt x="39457" y="90375"/>
                      <a:pt x="31847" y="99676"/>
                    </a:cubicBezTo>
                    <a:cubicBezTo>
                      <a:pt x="27996" y="104373"/>
                      <a:pt x="23204" y="108413"/>
                      <a:pt x="17568" y="110949"/>
                    </a:cubicBezTo>
                    <a:cubicBezTo>
                      <a:pt x="11931" y="113392"/>
                      <a:pt x="5449" y="113673"/>
                      <a:pt x="0" y="111795"/>
                    </a:cubicBezTo>
                    <a:cubicBezTo>
                      <a:pt x="11837" y="111701"/>
                      <a:pt x="20386" y="104185"/>
                      <a:pt x="25929" y="95260"/>
                    </a:cubicBezTo>
                    <a:cubicBezTo>
                      <a:pt x="31566" y="86148"/>
                      <a:pt x="35511" y="75908"/>
                      <a:pt x="38799" y="65386"/>
                    </a:cubicBezTo>
                    <a:cubicBezTo>
                      <a:pt x="42181" y="54864"/>
                      <a:pt x="44812" y="43966"/>
                      <a:pt x="47442" y="33069"/>
                    </a:cubicBezTo>
                    <a:lnTo>
                      <a:pt x="55052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3" name="Forme libre : forme 1872">
                <a:extLst>
                  <a:ext uri="{FF2B5EF4-FFF2-40B4-BE49-F238E27FC236}">
                    <a16:creationId xmlns:a16="http://schemas.microsoft.com/office/drawing/2014/main" id="{EA69FBA5-4BC1-4F38-ACC0-83CE48BAB4FC}"/>
                  </a:ext>
                </a:extLst>
              </p:cNvPr>
              <p:cNvSpPr/>
              <p:nvPr/>
            </p:nvSpPr>
            <p:spPr>
              <a:xfrm>
                <a:off x="2944890" y="4374558"/>
                <a:ext cx="50190" cy="109540"/>
              </a:xfrm>
              <a:custGeom>
                <a:avLst/>
                <a:gdLst>
                  <a:gd name="connsiteX0" fmla="*/ 46973 w 50190"/>
                  <a:gd name="connsiteY0" fmla="*/ 0 h 109540"/>
                  <a:gd name="connsiteX1" fmla="*/ 44812 w 50190"/>
                  <a:gd name="connsiteY1" fmla="*/ 65856 h 109540"/>
                  <a:gd name="connsiteX2" fmla="*/ 30250 w 50190"/>
                  <a:gd name="connsiteY2" fmla="*/ 96482 h 109540"/>
                  <a:gd name="connsiteX3" fmla="*/ 16816 w 50190"/>
                  <a:gd name="connsiteY3" fmla="*/ 107661 h 109540"/>
                  <a:gd name="connsiteX4" fmla="*/ 8079 w 50190"/>
                  <a:gd name="connsiteY4" fmla="*/ 109540 h 109540"/>
                  <a:gd name="connsiteX5" fmla="*/ 0 w 50190"/>
                  <a:gd name="connsiteY5" fmla="*/ 106722 h 109540"/>
                  <a:gd name="connsiteX6" fmla="*/ 14468 w 50190"/>
                  <a:gd name="connsiteY6" fmla="*/ 103622 h 109540"/>
                  <a:gd name="connsiteX7" fmla="*/ 24238 w 50190"/>
                  <a:gd name="connsiteY7" fmla="*/ 92254 h 109540"/>
                  <a:gd name="connsiteX8" fmla="*/ 35699 w 50190"/>
                  <a:gd name="connsiteY8" fmla="*/ 63319 h 109540"/>
                  <a:gd name="connsiteX9" fmla="*/ 42745 w 50190"/>
                  <a:gd name="connsiteY9" fmla="*/ 32129 h 109540"/>
                  <a:gd name="connsiteX10" fmla="*/ 46973 w 50190"/>
                  <a:gd name="connsiteY10" fmla="*/ 0 h 10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190" h="109540">
                    <a:moveTo>
                      <a:pt x="46973" y="0"/>
                    </a:moveTo>
                    <a:cubicBezTo>
                      <a:pt x="52421" y="21514"/>
                      <a:pt x="50449" y="44436"/>
                      <a:pt x="44812" y="65856"/>
                    </a:cubicBezTo>
                    <a:cubicBezTo>
                      <a:pt x="41712" y="76659"/>
                      <a:pt x="37484" y="87369"/>
                      <a:pt x="30250" y="96482"/>
                    </a:cubicBezTo>
                    <a:cubicBezTo>
                      <a:pt x="26680" y="100991"/>
                      <a:pt x="22265" y="105125"/>
                      <a:pt x="16816" y="107661"/>
                    </a:cubicBezTo>
                    <a:cubicBezTo>
                      <a:pt x="14092" y="108882"/>
                      <a:pt x="11086" y="109540"/>
                      <a:pt x="8079" y="109540"/>
                    </a:cubicBezTo>
                    <a:cubicBezTo>
                      <a:pt x="5073" y="109352"/>
                      <a:pt x="2255" y="108319"/>
                      <a:pt x="0" y="106722"/>
                    </a:cubicBezTo>
                    <a:cubicBezTo>
                      <a:pt x="5449" y="108225"/>
                      <a:pt x="10522" y="106722"/>
                      <a:pt x="14468" y="103622"/>
                    </a:cubicBezTo>
                    <a:cubicBezTo>
                      <a:pt x="18507" y="100709"/>
                      <a:pt x="21513" y="96482"/>
                      <a:pt x="24238" y="92254"/>
                    </a:cubicBezTo>
                    <a:cubicBezTo>
                      <a:pt x="29405" y="83423"/>
                      <a:pt x="32975" y="73559"/>
                      <a:pt x="35699" y="63319"/>
                    </a:cubicBezTo>
                    <a:cubicBezTo>
                      <a:pt x="38611" y="53079"/>
                      <a:pt x="40772" y="42651"/>
                      <a:pt x="42745" y="32129"/>
                    </a:cubicBezTo>
                    <a:cubicBezTo>
                      <a:pt x="44624" y="21701"/>
                      <a:pt x="45845" y="10992"/>
                      <a:pt x="4697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4" name="Forme libre : forme 1873">
                <a:extLst>
                  <a:ext uri="{FF2B5EF4-FFF2-40B4-BE49-F238E27FC236}">
                    <a16:creationId xmlns:a16="http://schemas.microsoft.com/office/drawing/2014/main" id="{A98E67CD-ACB4-4508-8698-EDB30297D40D}"/>
                  </a:ext>
                </a:extLst>
              </p:cNvPr>
              <p:cNvSpPr/>
              <p:nvPr/>
            </p:nvSpPr>
            <p:spPr>
              <a:xfrm>
                <a:off x="2962082" y="4779086"/>
                <a:ext cx="17191" cy="6395"/>
              </a:xfrm>
              <a:custGeom>
                <a:avLst/>
                <a:gdLst>
                  <a:gd name="connsiteX0" fmla="*/ 0 w 17191"/>
                  <a:gd name="connsiteY0" fmla="*/ 0 h 6395"/>
                  <a:gd name="connsiteX1" fmla="*/ 8925 w 17191"/>
                  <a:gd name="connsiteY1" fmla="*/ 1127 h 6395"/>
                  <a:gd name="connsiteX2" fmla="*/ 17192 w 17191"/>
                  <a:gd name="connsiteY2" fmla="*/ 3288 h 6395"/>
                  <a:gd name="connsiteX3" fmla="*/ 17192 w 17191"/>
                  <a:gd name="connsiteY3" fmla="*/ 5825 h 6395"/>
                  <a:gd name="connsiteX4" fmla="*/ 14186 w 17191"/>
                  <a:gd name="connsiteY4" fmla="*/ 4604 h 6395"/>
                  <a:gd name="connsiteX5" fmla="*/ 17192 w 17191"/>
                  <a:gd name="connsiteY5" fmla="*/ 3288 h 6395"/>
                  <a:gd name="connsiteX6" fmla="*/ 17192 w 17191"/>
                  <a:gd name="connsiteY6" fmla="*/ 5825 h 6395"/>
                  <a:gd name="connsiteX7" fmla="*/ 7797 w 17191"/>
                  <a:gd name="connsiteY7" fmla="*/ 5543 h 6395"/>
                  <a:gd name="connsiteX8" fmla="*/ 0 w 17191"/>
                  <a:gd name="connsiteY8" fmla="*/ 0 h 6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91" h="6395">
                    <a:moveTo>
                      <a:pt x="0" y="0"/>
                    </a:moveTo>
                    <a:cubicBezTo>
                      <a:pt x="3382" y="94"/>
                      <a:pt x="6106" y="564"/>
                      <a:pt x="8925" y="1127"/>
                    </a:cubicBezTo>
                    <a:cubicBezTo>
                      <a:pt x="11649" y="1691"/>
                      <a:pt x="14374" y="2349"/>
                      <a:pt x="17192" y="3288"/>
                    </a:cubicBezTo>
                    <a:lnTo>
                      <a:pt x="17192" y="5825"/>
                    </a:lnTo>
                    <a:cubicBezTo>
                      <a:pt x="16159" y="5449"/>
                      <a:pt x="15219" y="5167"/>
                      <a:pt x="14186" y="4604"/>
                    </a:cubicBezTo>
                    <a:cubicBezTo>
                      <a:pt x="15219" y="4040"/>
                      <a:pt x="16159" y="3664"/>
                      <a:pt x="17192" y="3288"/>
                    </a:cubicBezTo>
                    <a:lnTo>
                      <a:pt x="17192" y="5825"/>
                    </a:lnTo>
                    <a:cubicBezTo>
                      <a:pt x="14092" y="6670"/>
                      <a:pt x="10804" y="6576"/>
                      <a:pt x="7797" y="5543"/>
                    </a:cubicBezTo>
                    <a:cubicBezTo>
                      <a:pt x="4791" y="4509"/>
                      <a:pt x="1879" y="2724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5" name="Forme libre : forme 1874">
                <a:extLst>
                  <a:ext uri="{FF2B5EF4-FFF2-40B4-BE49-F238E27FC236}">
                    <a16:creationId xmlns:a16="http://schemas.microsoft.com/office/drawing/2014/main" id="{9BA10732-2B98-4229-B8C2-F758BBE389DD}"/>
                  </a:ext>
                </a:extLst>
              </p:cNvPr>
              <p:cNvSpPr/>
              <p:nvPr/>
            </p:nvSpPr>
            <p:spPr>
              <a:xfrm>
                <a:off x="2955317" y="4799225"/>
                <a:ext cx="11743" cy="5849"/>
              </a:xfrm>
              <a:custGeom>
                <a:avLst/>
                <a:gdLst>
                  <a:gd name="connsiteX0" fmla="*/ 0 w 11743"/>
                  <a:gd name="connsiteY0" fmla="*/ 529 h 5849"/>
                  <a:gd name="connsiteX1" fmla="*/ 6764 w 11743"/>
                  <a:gd name="connsiteY1" fmla="*/ 717 h 5849"/>
                  <a:gd name="connsiteX2" fmla="*/ 11743 w 11743"/>
                  <a:gd name="connsiteY2" fmla="*/ 5321 h 5849"/>
                  <a:gd name="connsiteX3" fmla="*/ 4979 w 11743"/>
                  <a:gd name="connsiteY3" fmla="*/ 5132 h 5849"/>
                  <a:gd name="connsiteX4" fmla="*/ 0 w 11743"/>
                  <a:gd name="connsiteY4" fmla="*/ 529 h 5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3" h="5849">
                    <a:moveTo>
                      <a:pt x="0" y="529"/>
                    </a:moveTo>
                    <a:cubicBezTo>
                      <a:pt x="2630" y="-410"/>
                      <a:pt x="4791" y="59"/>
                      <a:pt x="6764" y="717"/>
                    </a:cubicBezTo>
                    <a:cubicBezTo>
                      <a:pt x="8643" y="1562"/>
                      <a:pt x="10428" y="2784"/>
                      <a:pt x="11743" y="5321"/>
                    </a:cubicBezTo>
                    <a:cubicBezTo>
                      <a:pt x="9113" y="6260"/>
                      <a:pt x="6952" y="5790"/>
                      <a:pt x="4979" y="5132"/>
                    </a:cubicBezTo>
                    <a:cubicBezTo>
                      <a:pt x="3006" y="4193"/>
                      <a:pt x="1221" y="2972"/>
                      <a:pt x="0" y="52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6" name="Forme libre : forme 1875">
                <a:extLst>
                  <a:ext uri="{FF2B5EF4-FFF2-40B4-BE49-F238E27FC236}">
                    <a16:creationId xmlns:a16="http://schemas.microsoft.com/office/drawing/2014/main" id="{CE759707-A741-4D9A-9DD3-AC9B1301DF7B}"/>
                  </a:ext>
                </a:extLst>
              </p:cNvPr>
              <p:cNvSpPr/>
              <p:nvPr/>
            </p:nvSpPr>
            <p:spPr>
              <a:xfrm>
                <a:off x="2913230" y="4947710"/>
                <a:ext cx="20198" cy="5132"/>
              </a:xfrm>
              <a:custGeom>
                <a:avLst/>
                <a:gdLst>
                  <a:gd name="connsiteX0" fmla="*/ 0 w 20198"/>
                  <a:gd name="connsiteY0" fmla="*/ 101 h 5132"/>
                  <a:gd name="connsiteX1" fmla="*/ 10146 w 20198"/>
                  <a:gd name="connsiteY1" fmla="*/ 383 h 5132"/>
                  <a:gd name="connsiteX2" fmla="*/ 20198 w 20198"/>
                  <a:gd name="connsiteY2" fmla="*/ 1886 h 5132"/>
                  <a:gd name="connsiteX3" fmla="*/ 9770 w 20198"/>
                  <a:gd name="connsiteY3" fmla="*/ 5081 h 5132"/>
                  <a:gd name="connsiteX4" fmla="*/ 0 w 20198"/>
                  <a:gd name="connsiteY4" fmla="*/ 101 h 5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98" h="5132">
                    <a:moveTo>
                      <a:pt x="0" y="101"/>
                    </a:moveTo>
                    <a:cubicBezTo>
                      <a:pt x="3852" y="-180"/>
                      <a:pt x="6952" y="195"/>
                      <a:pt x="10146" y="383"/>
                    </a:cubicBezTo>
                    <a:cubicBezTo>
                      <a:pt x="13340" y="759"/>
                      <a:pt x="16440" y="947"/>
                      <a:pt x="20198" y="1886"/>
                    </a:cubicBezTo>
                    <a:cubicBezTo>
                      <a:pt x="17286" y="4517"/>
                      <a:pt x="13434" y="5362"/>
                      <a:pt x="9770" y="5081"/>
                    </a:cubicBezTo>
                    <a:cubicBezTo>
                      <a:pt x="6106" y="4704"/>
                      <a:pt x="2443" y="3296"/>
                      <a:pt x="0" y="10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7" name="Forme libre : forme 1876">
                <a:extLst>
                  <a:ext uri="{FF2B5EF4-FFF2-40B4-BE49-F238E27FC236}">
                    <a16:creationId xmlns:a16="http://schemas.microsoft.com/office/drawing/2014/main" id="{B0230767-25C5-4AD7-AA56-35A429F906AF}"/>
                  </a:ext>
                </a:extLst>
              </p:cNvPr>
              <p:cNvSpPr/>
              <p:nvPr/>
            </p:nvSpPr>
            <p:spPr>
              <a:xfrm>
                <a:off x="2905996" y="4966877"/>
                <a:ext cx="19540" cy="5288"/>
              </a:xfrm>
              <a:custGeom>
                <a:avLst/>
                <a:gdLst>
                  <a:gd name="connsiteX0" fmla="*/ 0 w 19540"/>
                  <a:gd name="connsiteY0" fmla="*/ 100 h 5288"/>
                  <a:gd name="connsiteX1" fmla="*/ 9864 w 19540"/>
                  <a:gd name="connsiteY1" fmla="*/ 476 h 5288"/>
                  <a:gd name="connsiteX2" fmla="*/ 19541 w 19540"/>
                  <a:gd name="connsiteY2" fmla="*/ 2730 h 5288"/>
                  <a:gd name="connsiteX3" fmla="*/ 9301 w 19540"/>
                  <a:gd name="connsiteY3" fmla="*/ 5173 h 5288"/>
                  <a:gd name="connsiteX4" fmla="*/ 0 w 19540"/>
                  <a:gd name="connsiteY4" fmla="*/ 100 h 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40" h="5288">
                    <a:moveTo>
                      <a:pt x="0" y="100"/>
                    </a:moveTo>
                    <a:cubicBezTo>
                      <a:pt x="3758" y="-182"/>
                      <a:pt x="6764" y="193"/>
                      <a:pt x="9864" y="476"/>
                    </a:cubicBezTo>
                    <a:cubicBezTo>
                      <a:pt x="12964" y="945"/>
                      <a:pt x="15971" y="1415"/>
                      <a:pt x="19541" y="2730"/>
                    </a:cubicBezTo>
                    <a:cubicBezTo>
                      <a:pt x="16534" y="5079"/>
                      <a:pt x="12777" y="5548"/>
                      <a:pt x="9301" y="5173"/>
                    </a:cubicBezTo>
                    <a:cubicBezTo>
                      <a:pt x="5825" y="4609"/>
                      <a:pt x="2349" y="3200"/>
                      <a:pt x="0" y="10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8" name="Forme libre : forme 1877">
                <a:extLst>
                  <a:ext uri="{FF2B5EF4-FFF2-40B4-BE49-F238E27FC236}">
                    <a16:creationId xmlns:a16="http://schemas.microsoft.com/office/drawing/2014/main" id="{5E52DFED-195E-4BAD-8218-928098DA5C30}"/>
                  </a:ext>
                </a:extLst>
              </p:cNvPr>
              <p:cNvSpPr/>
              <p:nvPr/>
            </p:nvSpPr>
            <p:spPr>
              <a:xfrm>
                <a:off x="2912197" y="4780600"/>
                <a:ext cx="10521" cy="5782"/>
              </a:xfrm>
              <a:custGeom>
                <a:avLst/>
                <a:gdLst>
                  <a:gd name="connsiteX0" fmla="*/ 0 w 10521"/>
                  <a:gd name="connsiteY0" fmla="*/ 834 h 5782"/>
                  <a:gd name="connsiteX1" fmla="*/ 6388 w 10521"/>
                  <a:gd name="connsiteY1" fmla="*/ 646 h 5782"/>
                  <a:gd name="connsiteX2" fmla="*/ 10522 w 10521"/>
                  <a:gd name="connsiteY2" fmla="*/ 5531 h 5782"/>
                  <a:gd name="connsiteX3" fmla="*/ 4415 w 10521"/>
                  <a:gd name="connsiteY3" fmla="*/ 4968 h 5782"/>
                  <a:gd name="connsiteX4" fmla="*/ 0 w 10521"/>
                  <a:gd name="connsiteY4" fmla="*/ 834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21" h="5782">
                    <a:moveTo>
                      <a:pt x="0" y="834"/>
                    </a:moveTo>
                    <a:cubicBezTo>
                      <a:pt x="2349" y="-387"/>
                      <a:pt x="4509" y="-105"/>
                      <a:pt x="6388" y="646"/>
                    </a:cubicBezTo>
                    <a:cubicBezTo>
                      <a:pt x="8173" y="1586"/>
                      <a:pt x="9864" y="2901"/>
                      <a:pt x="10522" y="5531"/>
                    </a:cubicBezTo>
                    <a:cubicBezTo>
                      <a:pt x="7891" y="6095"/>
                      <a:pt x="6200" y="5626"/>
                      <a:pt x="4415" y="4968"/>
                    </a:cubicBezTo>
                    <a:cubicBezTo>
                      <a:pt x="2818" y="4122"/>
                      <a:pt x="1315" y="3089"/>
                      <a:pt x="0" y="83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9" name="Forme libre : forme 1878">
                <a:extLst>
                  <a:ext uri="{FF2B5EF4-FFF2-40B4-BE49-F238E27FC236}">
                    <a16:creationId xmlns:a16="http://schemas.microsoft.com/office/drawing/2014/main" id="{E093A7D3-BFDB-4333-B11C-F4C1B05C4B08}"/>
                  </a:ext>
                </a:extLst>
              </p:cNvPr>
              <p:cNvSpPr/>
              <p:nvPr/>
            </p:nvSpPr>
            <p:spPr>
              <a:xfrm>
                <a:off x="2903835" y="4795478"/>
                <a:ext cx="8218" cy="4933"/>
              </a:xfrm>
              <a:custGeom>
                <a:avLst/>
                <a:gdLst>
                  <a:gd name="connsiteX0" fmla="*/ 0 w 8218"/>
                  <a:gd name="connsiteY0" fmla="*/ 2678 h 4933"/>
                  <a:gd name="connsiteX1" fmla="*/ 5073 w 8218"/>
                  <a:gd name="connsiteY1" fmla="*/ 142 h 4933"/>
                  <a:gd name="connsiteX2" fmla="*/ 8079 w 8218"/>
                  <a:gd name="connsiteY2" fmla="*/ 4933 h 4933"/>
                  <a:gd name="connsiteX3" fmla="*/ 3758 w 8218"/>
                  <a:gd name="connsiteY3" fmla="*/ 4651 h 4933"/>
                  <a:gd name="connsiteX4" fmla="*/ 0 w 8218"/>
                  <a:gd name="connsiteY4" fmla="*/ 2678 h 4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8" h="4933">
                    <a:moveTo>
                      <a:pt x="0" y="2678"/>
                    </a:moveTo>
                    <a:cubicBezTo>
                      <a:pt x="658" y="330"/>
                      <a:pt x="3194" y="-328"/>
                      <a:pt x="5073" y="142"/>
                    </a:cubicBezTo>
                    <a:cubicBezTo>
                      <a:pt x="6952" y="706"/>
                      <a:pt x="8737" y="2491"/>
                      <a:pt x="8079" y="4933"/>
                    </a:cubicBezTo>
                    <a:cubicBezTo>
                      <a:pt x="5731" y="4839"/>
                      <a:pt x="4791" y="4933"/>
                      <a:pt x="3758" y="4651"/>
                    </a:cubicBezTo>
                    <a:cubicBezTo>
                      <a:pt x="2818" y="4370"/>
                      <a:pt x="2067" y="3806"/>
                      <a:pt x="0" y="2678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0" name="Forme libre : forme 1879">
                <a:extLst>
                  <a:ext uri="{FF2B5EF4-FFF2-40B4-BE49-F238E27FC236}">
                    <a16:creationId xmlns:a16="http://schemas.microsoft.com/office/drawing/2014/main" id="{0FEAB120-D7F1-4F6E-90B5-0882EC72BDF3}"/>
                  </a:ext>
                </a:extLst>
              </p:cNvPr>
              <p:cNvSpPr/>
              <p:nvPr/>
            </p:nvSpPr>
            <p:spPr>
              <a:xfrm>
                <a:off x="2879316" y="4721005"/>
                <a:ext cx="8366" cy="6692"/>
              </a:xfrm>
              <a:custGeom>
                <a:avLst/>
                <a:gdLst>
                  <a:gd name="connsiteX0" fmla="*/ 0 w 8366"/>
                  <a:gd name="connsiteY0" fmla="*/ 305 h 6692"/>
                  <a:gd name="connsiteX1" fmla="*/ 5825 w 8366"/>
                  <a:gd name="connsiteY1" fmla="*/ 1338 h 6692"/>
                  <a:gd name="connsiteX2" fmla="*/ 8361 w 8366"/>
                  <a:gd name="connsiteY2" fmla="*/ 6693 h 6692"/>
                  <a:gd name="connsiteX3" fmla="*/ 3006 w 8366"/>
                  <a:gd name="connsiteY3" fmla="*/ 5002 h 6692"/>
                  <a:gd name="connsiteX4" fmla="*/ 0 w 8366"/>
                  <a:gd name="connsiteY4" fmla="*/ 305 h 6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66" h="6692">
                    <a:moveTo>
                      <a:pt x="0" y="305"/>
                    </a:moveTo>
                    <a:cubicBezTo>
                      <a:pt x="2443" y="-447"/>
                      <a:pt x="4321" y="305"/>
                      <a:pt x="5825" y="1338"/>
                    </a:cubicBezTo>
                    <a:cubicBezTo>
                      <a:pt x="7234" y="2559"/>
                      <a:pt x="8455" y="4156"/>
                      <a:pt x="8361" y="6693"/>
                    </a:cubicBezTo>
                    <a:cubicBezTo>
                      <a:pt x="5825" y="6693"/>
                      <a:pt x="4321" y="5941"/>
                      <a:pt x="3006" y="5002"/>
                    </a:cubicBezTo>
                    <a:cubicBezTo>
                      <a:pt x="1691" y="3969"/>
                      <a:pt x="658" y="2747"/>
                      <a:pt x="0" y="305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1" name="Forme libre : forme 1880">
                <a:extLst>
                  <a:ext uri="{FF2B5EF4-FFF2-40B4-BE49-F238E27FC236}">
                    <a16:creationId xmlns:a16="http://schemas.microsoft.com/office/drawing/2014/main" id="{2F534EF5-9FAA-4420-B75B-F2FA90113E1C}"/>
                  </a:ext>
                </a:extLst>
              </p:cNvPr>
              <p:cNvSpPr/>
              <p:nvPr/>
            </p:nvSpPr>
            <p:spPr>
              <a:xfrm>
                <a:off x="2879689" y="4740908"/>
                <a:ext cx="4078" cy="4111"/>
              </a:xfrm>
              <a:custGeom>
                <a:avLst/>
                <a:gdLst>
                  <a:gd name="connsiteX0" fmla="*/ 473 w 4078"/>
                  <a:gd name="connsiteY0" fmla="*/ 506 h 4111"/>
                  <a:gd name="connsiteX1" fmla="*/ 3667 w 4078"/>
                  <a:gd name="connsiteY1" fmla="*/ 412 h 4111"/>
                  <a:gd name="connsiteX2" fmla="*/ 3573 w 4078"/>
                  <a:gd name="connsiteY2" fmla="*/ 3606 h 4111"/>
                  <a:gd name="connsiteX3" fmla="*/ 379 w 4078"/>
                  <a:gd name="connsiteY3" fmla="*/ 3700 h 4111"/>
                  <a:gd name="connsiteX4" fmla="*/ 473 w 4078"/>
                  <a:gd name="connsiteY4" fmla="*/ 506 h 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8" h="4111">
                    <a:moveTo>
                      <a:pt x="473" y="506"/>
                    </a:moveTo>
                    <a:cubicBezTo>
                      <a:pt x="2258" y="-246"/>
                      <a:pt x="3103" y="-58"/>
                      <a:pt x="3667" y="412"/>
                    </a:cubicBezTo>
                    <a:cubicBezTo>
                      <a:pt x="4136" y="975"/>
                      <a:pt x="4324" y="1821"/>
                      <a:pt x="3573" y="3606"/>
                    </a:cubicBezTo>
                    <a:cubicBezTo>
                      <a:pt x="1788" y="4357"/>
                      <a:pt x="942" y="4169"/>
                      <a:pt x="379" y="3700"/>
                    </a:cubicBezTo>
                    <a:cubicBezTo>
                      <a:pt x="3" y="3136"/>
                      <a:pt x="-279" y="2291"/>
                      <a:pt x="473" y="506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2" name="Forme libre : forme 1881">
                <a:extLst>
                  <a:ext uri="{FF2B5EF4-FFF2-40B4-BE49-F238E27FC236}">
                    <a16:creationId xmlns:a16="http://schemas.microsoft.com/office/drawing/2014/main" id="{B301668E-E427-433B-8A1B-D821A5C026F1}"/>
                  </a:ext>
                </a:extLst>
              </p:cNvPr>
              <p:cNvSpPr/>
              <p:nvPr/>
            </p:nvSpPr>
            <p:spPr>
              <a:xfrm>
                <a:off x="2858523" y="4910046"/>
                <a:ext cx="5291" cy="4850"/>
              </a:xfrm>
              <a:custGeom>
                <a:avLst/>
                <a:gdLst>
                  <a:gd name="connsiteX0" fmla="*/ 594 w 5291"/>
                  <a:gd name="connsiteY0" fmla="*/ 0 h 4850"/>
                  <a:gd name="connsiteX1" fmla="*/ 4070 w 5291"/>
                  <a:gd name="connsiteY1" fmla="*/ 564 h 4850"/>
                  <a:gd name="connsiteX2" fmla="*/ 5292 w 5291"/>
                  <a:gd name="connsiteY2" fmla="*/ 3852 h 4850"/>
                  <a:gd name="connsiteX3" fmla="*/ 1064 w 5291"/>
                  <a:gd name="connsiteY3" fmla="*/ 4227 h 4850"/>
                  <a:gd name="connsiteX4" fmla="*/ 594 w 5291"/>
                  <a:gd name="connsiteY4" fmla="*/ 0 h 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1" h="4850">
                    <a:moveTo>
                      <a:pt x="594" y="0"/>
                    </a:moveTo>
                    <a:cubicBezTo>
                      <a:pt x="2661" y="0"/>
                      <a:pt x="3413" y="93"/>
                      <a:pt x="4070" y="564"/>
                    </a:cubicBezTo>
                    <a:cubicBezTo>
                      <a:pt x="4634" y="1127"/>
                      <a:pt x="4916" y="1785"/>
                      <a:pt x="5292" y="3852"/>
                    </a:cubicBezTo>
                    <a:cubicBezTo>
                      <a:pt x="3695" y="5261"/>
                      <a:pt x="2098" y="4979"/>
                      <a:pt x="1064" y="4227"/>
                    </a:cubicBezTo>
                    <a:cubicBezTo>
                      <a:pt x="125" y="3382"/>
                      <a:pt x="-533" y="1878"/>
                      <a:pt x="59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3" name="Forme libre : forme 1882">
                <a:extLst>
                  <a:ext uri="{FF2B5EF4-FFF2-40B4-BE49-F238E27FC236}">
                    <a16:creationId xmlns:a16="http://schemas.microsoft.com/office/drawing/2014/main" id="{801E1A15-9A54-4AA2-9CDE-E9014F61F911}"/>
                  </a:ext>
                </a:extLst>
              </p:cNvPr>
              <p:cNvSpPr/>
              <p:nvPr/>
            </p:nvSpPr>
            <p:spPr>
              <a:xfrm>
                <a:off x="2850944" y="5040254"/>
                <a:ext cx="42245" cy="221616"/>
              </a:xfrm>
              <a:custGeom>
                <a:avLst/>
                <a:gdLst>
                  <a:gd name="connsiteX0" fmla="*/ 0 w 42245"/>
                  <a:gd name="connsiteY0" fmla="*/ 221616 h 221616"/>
                  <a:gd name="connsiteX1" fmla="*/ 28465 w 42245"/>
                  <a:gd name="connsiteY1" fmla="*/ 194654 h 221616"/>
                  <a:gd name="connsiteX2" fmla="*/ 28371 w 42245"/>
                  <a:gd name="connsiteY2" fmla="*/ 152567 h 221616"/>
                  <a:gd name="connsiteX3" fmla="*/ 32975 w 42245"/>
                  <a:gd name="connsiteY3" fmla="*/ 78632 h 221616"/>
                  <a:gd name="connsiteX4" fmla="*/ 42087 w 42245"/>
                  <a:gd name="connsiteY4" fmla="*/ 0 h 221616"/>
                  <a:gd name="connsiteX5" fmla="*/ 0 w 42245"/>
                  <a:gd name="connsiteY5" fmla="*/ 221616 h 221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245" h="221616">
                    <a:moveTo>
                      <a:pt x="0" y="221616"/>
                    </a:moveTo>
                    <a:cubicBezTo>
                      <a:pt x="14092" y="221616"/>
                      <a:pt x="25177" y="208370"/>
                      <a:pt x="28465" y="194654"/>
                    </a:cubicBezTo>
                    <a:cubicBezTo>
                      <a:pt x="31753" y="180939"/>
                      <a:pt x="29311" y="166659"/>
                      <a:pt x="28371" y="152567"/>
                    </a:cubicBezTo>
                    <a:cubicBezTo>
                      <a:pt x="26774" y="127859"/>
                      <a:pt x="29875" y="103152"/>
                      <a:pt x="32975" y="78632"/>
                    </a:cubicBezTo>
                    <a:cubicBezTo>
                      <a:pt x="36169" y="53455"/>
                      <a:pt x="43403" y="24989"/>
                      <a:pt x="42087" y="0"/>
                    </a:cubicBezTo>
                    <a:cubicBezTo>
                      <a:pt x="20668" y="17943"/>
                      <a:pt x="376" y="221616"/>
                      <a:pt x="0" y="221616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4" name="Forme libre : forme 1883">
                <a:extLst>
                  <a:ext uri="{FF2B5EF4-FFF2-40B4-BE49-F238E27FC236}">
                    <a16:creationId xmlns:a16="http://schemas.microsoft.com/office/drawing/2014/main" id="{130ECA35-5A73-40D7-9D0D-DA5559A10E48}"/>
                  </a:ext>
                </a:extLst>
              </p:cNvPr>
              <p:cNvSpPr/>
              <p:nvPr/>
            </p:nvSpPr>
            <p:spPr>
              <a:xfrm>
                <a:off x="2741128" y="4981350"/>
                <a:ext cx="88866" cy="311992"/>
              </a:xfrm>
              <a:custGeom>
                <a:avLst/>
                <a:gdLst>
                  <a:gd name="connsiteX0" fmla="*/ 88866 w 88866"/>
                  <a:gd name="connsiteY0" fmla="*/ 0 h 311992"/>
                  <a:gd name="connsiteX1" fmla="*/ 69890 w 88866"/>
                  <a:gd name="connsiteY1" fmla="*/ 58716 h 311992"/>
                  <a:gd name="connsiteX2" fmla="*/ 23669 w 88866"/>
                  <a:gd name="connsiteY2" fmla="*/ 189769 h 311992"/>
                  <a:gd name="connsiteX3" fmla="*/ 2343 w 88866"/>
                  <a:gd name="connsiteY3" fmla="*/ 249895 h 311992"/>
                  <a:gd name="connsiteX4" fmla="*/ 9765 w 88866"/>
                  <a:gd name="connsiteY4" fmla="*/ 311992 h 311992"/>
                  <a:gd name="connsiteX5" fmla="*/ 33251 w 88866"/>
                  <a:gd name="connsiteY5" fmla="*/ 205364 h 311992"/>
                  <a:gd name="connsiteX6" fmla="*/ 55234 w 88866"/>
                  <a:gd name="connsiteY6" fmla="*/ 153319 h 311992"/>
                  <a:gd name="connsiteX7" fmla="*/ 65944 w 88866"/>
                  <a:gd name="connsiteY7" fmla="*/ 112453 h 311992"/>
                  <a:gd name="connsiteX8" fmla="*/ 87363 w 88866"/>
                  <a:gd name="connsiteY8" fmla="*/ 16628 h 311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866" h="311992">
                    <a:moveTo>
                      <a:pt x="88866" y="0"/>
                    </a:moveTo>
                    <a:cubicBezTo>
                      <a:pt x="82572" y="19541"/>
                      <a:pt x="76278" y="39175"/>
                      <a:pt x="69890" y="58716"/>
                    </a:cubicBezTo>
                    <a:cubicBezTo>
                      <a:pt x="55704" y="102776"/>
                      <a:pt x="41424" y="146930"/>
                      <a:pt x="23669" y="189769"/>
                    </a:cubicBezTo>
                    <a:cubicBezTo>
                      <a:pt x="15495" y="209498"/>
                      <a:pt x="6570" y="229038"/>
                      <a:pt x="2343" y="249895"/>
                    </a:cubicBezTo>
                    <a:cubicBezTo>
                      <a:pt x="-1885" y="270750"/>
                      <a:pt x="-945" y="293579"/>
                      <a:pt x="9765" y="311992"/>
                    </a:cubicBezTo>
                    <a:cubicBezTo>
                      <a:pt x="11362" y="275447"/>
                      <a:pt x="19347" y="239185"/>
                      <a:pt x="33251" y="205364"/>
                    </a:cubicBezTo>
                    <a:cubicBezTo>
                      <a:pt x="40391" y="187890"/>
                      <a:pt x="49128" y="171168"/>
                      <a:pt x="55234" y="153319"/>
                    </a:cubicBezTo>
                    <a:cubicBezTo>
                      <a:pt x="59837" y="139979"/>
                      <a:pt x="62844" y="126262"/>
                      <a:pt x="65944" y="112453"/>
                    </a:cubicBezTo>
                    <a:cubicBezTo>
                      <a:pt x="73084" y="80511"/>
                      <a:pt x="80224" y="48570"/>
                      <a:pt x="87363" y="16628"/>
                    </a:cubicBezTo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5" name="Forme libre : forme 1884">
                <a:extLst>
                  <a:ext uri="{FF2B5EF4-FFF2-40B4-BE49-F238E27FC236}">
                    <a16:creationId xmlns:a16="http://schemas.microsoft.com/office/drawing/2014/main" id="{97E055A0-68A2-4CB4-889D-E196FB2F0764}"/>
                  </a:ext>
                </a:extLst>
              </p:cNvPr>
              <p:cNvSpPr/>
              <p:nvPr/>
            </p:nvSpPr>
            <p:spPr>
              <a:xfrm>
                <a:off x="2686992" y="5018919"/>
                <a:ext cx="92308" cy="209694"/>
              </a:xfrm>
              <a:custGeom>
                <a:avLst/>
                <a:gdLst>
                  <a:gd name="connsiteX0" fmla="*/ 10352 w 92308"/>
                  <a:gd name="connsiteY0" fmla="*/ 131157 h 209694"/>
                  <a:gd name="connsiteX1" fmla="*/ 18 w 92308"/>
                  <a:gd name="connsiteY1" fmla="*/ 166950 h 209694"/>
                  <a:gd name="connsiteX2" fmla="*/ 10821 w 92308"/>
                  <a:gd name="connsiteY2" fmla="*/ 209695 h 209694"/>
                  <a:gd name="connsiteX3" fmla="*/ 24913 w 92308"/>
                  <a:gd name="connsiteY3" fmla="*/ 142806 h 209694"/>
                  <a:gd name="connsiteX4" fmla="*/ 59485 w 92308"/>
                  <a:gd name="connsiteY4" fmla="*/ 82869 h 209694"/>
                  <a:gd name="connsiteX5" fmla="*/ 81093 w 92308"/>
                  <a:gd name="connsiteY5" fmla="*/ 38809 h 209694"/>
                  <a:gd name="connsiteX6" fmla="*/ 89078 w 92308"/>
                  <a:gd name="connsiteY6" fmla="*/ 9 h 209694"/>
                  <a:gd name="connsiteX7" fmla="*/ 65216 w 92308"/>
                  <a:gd name="connsiteY7" fmla="*/ 40124 h 209694"/>
                  <a:gd name="connsiteX8" fmla="*/ 38160 w 92308"/>
                  <a:gd name="connsiteY8" fmla="*/ 81930 h 209694"/>
                  <a:gd name="connsiteX9" fmla="*/ 10352 w 92308"/>
                  <a:gd name="connsiteY9" fmla="*/ 131157 h 209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308" h="209694">
                    <a:moveTo>
                      <a:pt x="10352" y="131157"/>
                    </a:moveTo>
                    <a:cubicBezTo>
                      <a:pt x="4997" y="142430"/>
                      <a:pt x="300" y="154455"/>
                      <a:pt x="18" y="166950"/>
                    </a:cubicBezTo>
                    <a:cubicBezTo>
                      <a:pt x="-358" y="181699"/>
                      <a:pt x="5279" y="195979"/>
                      <a:pt x="10821" y="209695"/>
                    </a:cubicBezTo>
                    <a:cubicBezTo>
                      <a:pt x="8191" y="186772"/>
                      <a:pt x="14955" y="163662"/>
                      <a:pt x="24913" y="142806"/>
                    </a:cubicBezTo>
                    <a:cubicBezTo>
                      <a:pt x="34871" y="121950"/>
                      <a:pt x="48024" y="102879"/>
                      <a:pt x="59485" y="82869"/>
                    </a:cubicBezTo>
                    <a:cubicBezTo>
                      <a:pt x="67564" y="68683"/>
                      <a:pt x="74798" y="53934"/>
                      <a:pt x="81093" y="38809"/>
                    </a:cubicBezTo>
                    <a:cubicBezTo>
                      <a:pt x="82971" y="34393"/>
                      <a:pt x="99036" y="-649"/>
                      <a:pt x="89078" y="9"/>
                    </a:cubicBezTo>
                    <a:cubicBezTo>
                      <a:pt x="84568" y="291"/>
                      <a:pt x="68504" y="35051"/>
                      <a:pt x="65216" y="40124"/>
                    </a:cubicBezTo>
                    <a:cubicBezTo>
                      <a:pt x="56385" y="54122"/>
                      <a:pt x="47084" y="67931"/>
                      <a:pt x="38160" y="81930"/>
                    </a:cubicBezTo>
                    <a:cubicBezTo>
                      <a:pt x="28107" y="97806"/>
                      <a:pt x="18431" y="114059"/>
                      <a:pt x="10352" y="131157"/>
                    </a:cubicBezTo>
                    <a:close/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6" name="Forme libre : forme 1885">
                <a:extLst>
                  <a:ext uri="{FF2B5EF4-FFF2-40B4-BE49-F238E27FC236}">
                    <a16:creationId xmlns:a16="http://schemas.microsoft.com/office/drawing/2014/main" id="{B9D4C94D-CDED-470B-842C-7EAF63D3C5E7}"/>
                  </a:ext>
                </a:extLst>
              </p:cNvPr>
              <p:cNvSpPr/>
              <p:nvPr/>
            </p:nvSpPr>
            <p:spPr>
              <a:xfrm>
                <a:off x="2972885" y="4619199"/>
                <a:ext cx="39553" cy="80973"/>
              </a:xfrm>
              <a:custGeom>
                <a:avLst/>
                <a:gdLst>
                  <a:gd name="connsiteX0" fmla="*/ 38142 w 39553"/>
                  <a:gd name="connsiteY0" fmla="*/ 4314 h 80973"/>
                  <a:gd name="connsiteX1" fmla="*/ 20856 w 39553"/>
                  <a:gd name="connsiteY1" fmla="*/ 274 h 80973"/>
                  <a:gd name="connsiteX2" fmla="*/ 18225 w 39553"/>
                  <a:gd name="connsiteY2" fmla="*/ 1402 h 80973"/>
                  <a:gd name="connsiteX3" fmla="*/ 17474 w 39553"/>
                  <a:gd name="connsiteY3" fmla="*/ 3375 h 80973"/>
                  <a:gd name="connsiteX4" fmla="*/ 0 w 39553"/>
                  <a:gd name="connsiteY4" fmla="*/ 80973 h 80973"/>
                  <a:gd name="connsiteX5" fmla="*/ 25459 w 39553"/>
                  <a:gd name="connsiteY5" fmla="*/ 48374 h 80973"/>
                  <a:gd name="connsiteX6" fmla="*/ 39081 w 39553"/>
                  <a:gd name="connsiteY6" fmla="*/ 8918 h 80973"/>
                  <a:gd name="connsiteX7" fmla="*/ 38142 w 39553"/>
                  <a:gd name="connsiteY7" fmla="*/ 4314 h 80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553" h="80973">
                    <a:moveTo>
                      <a:pt x="38142" y="4314"/>
                    </a:moveTo>
                    <a:cubicBezTo>
                      <a:pt x="33163" y="838"/>
                      <a:pt x="26868" y="-665"/>
                      <a:pt x="20856" y="274"/>
                    </a:cubicBezTo>
                    <a:cubicBezTo>
                      <a:pt x="19916" y="462"/>
                      <a:pt x="18789" y="650"/>
                      <a:pt x="18225" y="1402"/>
                    </a:cubicBezTo>
                    <a:cubicBezTo>
                      <a:pt x="17756" y="1965"/>
                      <a:pt x="17568" y="2623"/>
                      <a:pt x="17474" y="3375"/>
                    </a:cubicBezTo>
                    <a:cubicBezTo>
                      <a:pt x="11649" y="29303"/>
                      <a:pt x="9488" y="56172"/>
                      <a:pt x="0" y="80973"/>
                    </a:cubicBezTo>
                    <a:cubicBezTo>
                      <a:pt x="11180" y="72706"/>
                      <a:pt x="19447" y="60963"/>
                      <a:pt x="25459" y="48374"/>
                    </a:cubicBezTo>
                    <a:cubicBezTo>
                      <a:pt x="31472" y="35786"/>
                      <a:pt x="35323" y="22352"/>
                      <a:pt x="39081" y="8918"/>
                    </a:cubicBezTo>
                    <a:cubicBezTo>
                      <a:pt x="40209" y="6475"/>
                      <a:pt x="39081" y="4784"/>
                      <a:pt x="38142" y="4314"/>
                    </a:cubicBezTo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7" name="Forme libre : forme 1886">
                <a:extLst>
                  <a:ext uri="{FF2B5EF4-FFF2-40B4-BE49-F238E27FC236}">
                    <a16:creationId xmlns:a16="http://schemas.microsoft.com/office/drawing/2014/main" id="{89AB9D6A-960B-491C-984D-A7375E36C63D}"/>
                  </a:ext>
                </a:extLst>
              </p:cNvPr>
              <p:cNvSpPr/>
              <p:nvPr/>
            </p:nvSpPr>
            <p:spPr>
              <a:xfrm>
                <a:off x="2976876" y="4440556"/>
                <a:ext cx="46351" cy="107236"/>
              </a:xfrm>
              <a:custGeom>
                <a:avLst/>
                <a:gdLst>
                  <a:gd name="connsiteX0" fmla="*/ 33681 w 46351"/>
                  <a:gd name="connsiteY0" fmla="*/ 327 h 107236"/>
                  <a:gd name="connsiteX1" fmla="*/ 32084 w 46351"/>
                  <a:gd name="connsiteY1" fmla="*/ 139 h 107236"/>
                  <a:gd name="connsiteX2" fmla="*/ 31520 w 46351"/>
                  <a:gd name="connsiteY2" fmla="*/ 985 h 107236"/>
                  <a:gd name="connsiteX3" fmla="*/ 425 w 46351"/>
                  <a:gd name="connsiteY3" fmla="*/ 100943 h 107236"/>
                  <a:gd name="connsiteX4" fmla="*/ 988 w 46351"/>
                  <a:gd name="connsiteY4" fmla="*/ 107237 h 107236"/>
                  <a:gd name="connsiteX5" fmla="*/ 10195 w 46351"/>
                  <a:gd name="connsiteY5" fmla="*/ 99721 h 107236"/>
                  <a:gd name="connsiteX6" fmla="*/ 26917 w 46351"/>
                  <a:gd name="connsiteY6" fmla="*/ 73605 h 107236"/>
                  <a:gd name="connsiteX7" fmla="*/ 32836 w 46351"/>
                  <a:gd name="connsiteY7" fmla="*/ 61298 h 107236"/>
                  <a:gd name="connsiteX8" fmla="*/ 36030 w 46351"/>
                  <a:gd name="connsiteY8" fmla="*/ 50682 h 107236"/>
                  <a:gd name="connsiteX9" fmla="*/ 44203 w 46351"/>
                  <a:gd name="connsiteY9" fmla="*/ 19868 h 107236"/>
                  <a:gd name="connsiteX10" fmla="*/ 45236 w 46351"/>
                  <a:gd name="connsiteY10" fmla="*/ 6716 h 107236"/>
                  <a:gd name="connsiteX11" fmla="*/ 33681 w 46351"/>
                  <a:gd name="connsiteY11" fmla="*/ 327 h 1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351" h="107236">
                    <a:moveTo>
                      <a:pt x="33681" y="327"/>
                    </a:moveTo>
                    <a:cubicBezTo>
                      <a:pt x="33211" y="45"/>
                      <a:pt x="32554" y="-142"/>
                      <a:pt x="32084" y="139"/>
                    </a:cubicBezTo>
                    <a:cubicBezTo>
                      <a:pt x="31802" y="327"/>
                      <a:pt x="31614" y="703"/>
                      <a:pt x="31520" y="985"/>
                    </a:cubicBezTo>
                    <a:cubicBezTo>
                      <a:pt x="18274" y="33302"/>
                      <a:pt x="7846" y="66841"/>
                      <a:pt x="425" y="100943"/>
                    </a:cubicBezTo>
                    <a:cubicBezTo>
                      <a:pt x="-45" y="103103"/>
                      <a:pt x="-421" y="105640"/>
                      <a:pt x="988" y="107237"/>
                    </a:cubicBezTo>
                    <a:cubicBezTo>
                      <a:pt x="4652" y="105546"/>
                      <a:pt x="7564" y="102727"/>
                      <a:pt x="10195" y="99721"/>
                    </a:cubicBezTo>
                    <a:cubicBezTo>
                      <a:pt x="16959" y="91924"/>
                      <a:pt x="21938" y="82717"/>
                      <a:pt x="26917" y="73605"/>
                    </a:cubicBezTo>
                    <a:cubicBezTo>
                      <a:pt x="29078" y="69565"/>
                      <a:pt x="31239" y="65619"/>
                      <a:pt x="32836" y="61298"/>
                    </a:cubicBezTo>
                    <a:cubicBezTo>
                      <a:pt x="34151" y="57822"/>
                      <a:pt x="35090" y="54252"/>
                      <a:pt x="36030" y="50682"/>
                    </a:cubicBezTo>
                    <a:cubicBezTo>
                      <a:pt x="38754" y="40442"/>
                      <a:pt x="41479" y="30108"/>
                      <a:pt x="44203" y="19868"/>
                    </a:cubicBezTo>
                    <a:cubicBezTo>
                      <a:pt x="45142" y="16298"/>
                      <a:pt x="47867" y="10098"/>
                      <a:pt x="45236" y="6716"/>
                    </a:cubicBezTo>
                    <a:cubicBezTo>
                      <a:pt x="42888" y="3615"/>
                      <a:pt x="37063" y="2018"/>
                      <a:pt x="33681" y="327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8" name="Forme libre : forme 1887">
                <a:extLst>
                  <a:ext uri="{FF2B5EF4-FFF2-40B4-BE49-F238E27FC236}">
                    <a16:creationId xmlns:a16="http://schemas.microsoft.com/office/drawing/2014/main" id="{F6203A44-CADD-499B-8AA9-7A212143086D}"/>
                  </a:ext>
                </a:extLst>
              </p:cNvPr>
              <p:cNvSpPr/>
              <p:nvPr/>
            </p:nvSpPr>
            <p:spPr>
              <a:xfrm>
                <a:off x="2950902" y="4371270"/>
                <a:ext cx="37814" cy="109164"/>
              </a:xfrm>
              <a:custGeom>
                <a:avLst/>
                <a:gdLst>
                  <a:gd name="connsiteX0" fmla="*/ 27432 w 37814"/>
                  <a:gd name="connsiteY0" fmla="*/ 0 h 109164"/>
                  <a:gd name="connsiteX1" fmla="*/ 15595 w 37814"/>
                  <a:gd name="connsiteY1" fmla="*/ 44248 h 109164"/>
                  <a:gd name="connsiteX2" fmla="*/ 12589 w 37814"/>
                  <a:gd name="connsiteY2" fmla="*/ 56555 h 109164"/>
                  <a:gd name="connsiteX3" fmla="*/ 9019 w 37814"/>
                  <a:gd name="connsiteY3" fmla="*/ 71305 h 109164"/>
                  <a:gd name="connsiteX4" fmla="*/ 0 w 37814"/>
                  <a:gd name="connsiteY4" fmla="*/ 109165 h 109164"/>
                  <a:gd name="connsiteX5" fmla="*/ 26868 w 37814"/>
                  <a:gd name="connsiteY5" fmla="*/ 63695 h 109164"/>
                  <a:gd name="connsiteX6" fmla="*/ 35135 w 37814"/>
                  <a:gd name="connsiteY6" fmla="*/ 25741 h 109164"/>
                  <a:gd name="connsiteX7" fmla="*/ 37390 w 37814"/>
                  <a:gd name="connsiteY7" fmla="*/ 10334 h 109164"/>
                  <a:gd name="connsiteX8" fmla="*/ 27432 w 37814"/>
                  <a:gd name="connsiteY8" fmla="*/ 0 h 109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14" h="109164">
                    <a:moveTo>
                      <a:pt x="27432" y="0"/>
                    </a:moveTo>
                    <a:cubicBezTo>
                      <a:pt x="22829" y="14562"/>
                      <a:pt x="19165" y="29405"/>
                      <a:pt x="15595" y="44248"/>
                    </a:cubicBezTo>
                    <a:cubicBezTo>
                      <a:pt x="14561" y="48382"/>
                      <a:pt x="13622" y="52422"/>
                      <a:pt x="12589" y="56555"/>
                    </a:cubicBezTo>
                    <a:cubicBezTo>
                      <a:pt x="11367" y="61440"/>
                      <a:pt x="10240" y="66325"/>
                      <a:pt x="9019" y="71305"/>
                    </a:cubicBezTo>
                    <a:cubicBezTo>
                      <a:pt x="5919" y="83893"/>
                      <a:pt x="2912" y="96482"/>
                      <a:pt x="0" y="109165"/>
                    </a:cubicBezTo>
                    <a:cubicBezTo>
                      <a:pt x="13810" y="97797"/>
                      <a:pt x="21983" y="80887"/>
                      <a:pt x="26868" y="63695"/>
                    </a:cubicBezTo>
                    <a:cubicBezTo>
                      <a:pt x="30438" y="51200"/>
                      <a:pt x="32599" y="38424"/>
                      <a:pt x="35135" y="25741"/>
                    </a:cubicBezTo>
                    <a:cubicBezTo>
                      <a:pt x="35981" y="21419"/>
                      <a:pt x="38893" y="14749"/>
                      <a:pt x="37390" y="10334"/>
                    </a:cubicBezTo>
                    <a:cubicBezTo>
                      <a:pt x="36451" y="7892"/>
                      <a:pt x="27150" y="752"/>
                      <a:pt x="27432" y="0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889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4537832" y="4730329"/>
              <a:ext cx="352501" cy="1327379"/>
              <a:chOff x="4034081" y="4363616"/>
              <a:chExt cx="473013" cy="1781178"/>
            </a:xfrm>
            <a:solidFill>
              <a:schemeClr val="accent1"/>
            </a:solidFill>
          </p:grpSpPr>
          <p:sp>
            <p:nvSpPr>
              <p:cNvPr id="1890" name="Forme libre : forme 1889">
                <a:extLst>
                  <a:ext uri="{FF2B5EF4-FFF2-40B4-BE49-F238E27FC236}">
                    <a16:creationId xmlns:a16="http://schemas.microsoft.com/office/drawing/2014/main" id="{14912BDB-2764-47A2-8325-00E0F2794624}"/>
                  </a:ext>
                </a:extLst>
              </p:cNvPr>
              <p:cNvSpPr/>
              <p:nvPr/>
            </p:nvSpPr>
            <p:spPr>
              <a:xfrm>
                <a:off x="4034081" y="4363616"/>
                <a:ext cx="473013" cy="1781178"/>
              </a:xfrm>
              <a:custGeom>
                <a:avLst/>
                <a:gdLst>
                  <a:gd name="connsiteX0" fmla="*/ 16073 w 473013"/>
                  <a:gd name="connsiteY0" fmla="*/ 1360934 h 1781178"/>
                  <a:gd name="connsiteX1" fmla="*/ 19925 w 473013"/>
                  <a:gd name="connsiteY1" fmla="*/ 1432427 h 1781178"/>
                  <a:gd name="connsiteX2" fmla="*/ 89726 w 473013"/>
                  <a:gd name="connsiteY2" fmla="*/ 1754189 h 1781178"/>
                  <a:gd name="connsiteX3" fmla="*/ 390633 w 473013"/>
                  <a:gd name="connsiteY3" fmla="*/ 1762550 h 1781178"/>
                  <a:gd name="connsiteX4" fmla="*/ 364892 w 473013"/>
                  <a:gd name="connsiteY4" fmla="*/ 1475172 h 1781178"/>
                  <a:gd name="connsiteX5" fmla="*/ 387533 w 473013"/>
                  <a:gd name="connsiteY5" fmla="*/ 1286154 h 1781178"/>
                  <a:gd name="connsiteX6" fmla="*/ 435914 w 473013"/>
                  <a:gd name="connsiteY6" fmla="*/ 1044809 h 1781178"/>
                  <a:gd name="connsiteX7" fmla="*/ 458555 w 473013"/>
                  <a:gd name="connsiteY7" fmla="*/ 915164 h 1781178"/>
                  <a:gd name="connsiteX8" fmla="*/ 467104 w 473013"/>
                  <a:gd name="connsiteY8" fmla="*/ 797263 h 1781178"/>
                  <a:gd name="connsiteX9" fmla="*/ 364046 w 473013"/>
                  <a:gd name="connsiteY9" fmla="*/ 602045 h 1781178"/>
                  <a:gd name="connsiteX10" fmla="*/ 290675 w 473013"/>
                  <a:gd name="connsiteY10" fmla="*/ 394332 h 1781178"/>
                  <a:gd name="connsiteX11" fmla="*/ 231302 w 473013"/>
                  <a:gd name="connsiteY11" fmla="*/ 183425 h 1781178"/>
                  <a:gd name="connsiteX12" fmla="*/ 204715 w 473013"/>
                  <a:gd name="connsiteY12" fmla="*/ 117851 h 1781178"/>
                  <a:gd name="connsiteX13" fmla="*/ 176062 w 473013"/>
                  <a:gd name="connsiteY13" fmla="*/ 1265 h 1781178"/>
                  <a:gd name="connsiteX14" fmla="*/ 157837 w 473013"/>
                  <a:gd name="connsiteY14" fmla="*/ 11130 h 1781178"/>
                  <a:gd name="connsiteX15" fmla="*/ 113025 w 473013"/>
                  <a:gd name="connsiteY15" fmla="*/ 76703 h 1781178"/>
                  <a:gd name="connsiteX16" fmla="*/ 80238 w 473013"/>
                  <a:gd name="connsiteY16" fmla="*/ 168300 h 1781178"/>
                  <a:gd name="connsiteX17" fmla="*/ 94799 w 473013"/>
                  <a:gd name="connsiteY17" fmla="*/ 283853 h 1781178"/>
                  <a:gd name="connsiteX18" fmla="*/ 99497 w 473013"/>
                  <a:gd name="connsiteY18" fmla="*/ 445250 h 1781178"/>
                  <a:gd name="connsiteX19" fmla="*/ 118755 w 473013"/>
                  <a:gd name="connsiteY19" fmla="*/ 529049 h 1781178"/>
                  <a:gd name="connsiteX20" fmla="*/ 133881 w 473013"/>
                  <a:gd name="connsiteY20" fmla="*/ 641502 h 1781178"/>
                  <a:gd name="connsiteX21" fmla="*/ 146375 w 473013"/>
                  <a:gd name="connsiteY21" fmla="*/ 744090 h 1781178"/>
                  <a:gd name="connsiteX22" fmla="*/ 111991 w 473013"/>
                  <a:gd name="connsiteY22" fmla="*/ 858609 h 1781178"/>
                  <a:gd name="connsiteX23" fmla="*/ 111146 w 473013"/>
                  <a:gd name="connsiteY23" fmla="*/ 893933 h 1781178"/>
                  <a:gd name="connsiteX24" fmla="*/ 55530 w 473013"/>
                  <a:gd name="connsiteY24" fmla="*/ 1041614 h 1781178"/>
                  <a:gd name="connsiteX25" fmla="*/ 103 w 473013"/>
                  <a:gd name="connsiteY25" fmla="*/ 1243127 h 1781178"/>
                  <a:gd name="connsiteX26" fmla="*/ 16073 w 473013"/>
                  <a:gd name="connsiteY26" fmla="*/ 1360934 h 1781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73013" h="1781178">
                    <a:moveTo>
                      <a:pt x="16073" y="1360934"/>
                    </a:moveTo>
                    <a:cubicBezTo>
                      <a:pt x="13913" y="1380005"/>
                      <a:pt x="14570" y="1403022"/>
                      <a:pt x="19925" y="1432427"/>
                    </a:cubicBezTo>
                    <a:cubicBezTo>
                      <a:pt x="36084" y="1520453"/>
                      <a:pt x="69434" y="1588658"/>
                      <a:pt x="89726" y="1754189"/>
                    </a:cubicBezTo>
                    <a:cubicBezTo>
                      <a:pt x="91229" y="1766590"/>
                      <a:pt x="309464" y="1803134"/>
                      <a:pt x="390633" y="1762550"/>
                    </a:cubicBezTo>
                    <a:cubicBezTo>
                      <a:pt x="390633" y="1762550"/>
                      <a:pt x="364892" y="1510307"/>
                      <a:pt x="364892" y="1475172"/>
                    </a:cubicBezTo>
                    <a:cubicBezTo>
                      <a:pt x="364892" y="1440036"/>
                      <a:pt x="371938" y="1354922"/>
                      <a:pt x="387533" y="1286154"/>
                    </a:cubicBezTo>
                    <a:cubicBezTo>
                      <a:pt x="403128" y="1217386"/>
                      <a:pt x="428962" y="1077595"/>
                      <a:pt x="435914" y="1044809"/>
                    </a:cubicBezTo>
                    <a:cubicBezTo>
                      <a:pt x="442866" y="1012022"/>
                      <a:pt x="451509" y="933859"/>
                      <a:pt x="458555" y="915164"/>
                    </a:cubicBezTo>
                    <a:cubicBezTo>
                      <a:pt x="465601" y="896375"/>
                      <a:pt x="481666" y="831553"/>
                      <a:pt x="467104" y="797263"/>
                    </a:cubicBezTo>
                    <a:cubicBezTo>
                      <a:pt x="449631" y="756115"/>
                      <a:pt x="384338" y="672316"/>
                      <a:pt x="364046" y="602045"/>
                    </a:cubicBezTo>
                    <a:cubicBezTo>
                      <a:pt x="343754" y="531774"/>
                      <a:pt x="307773" y="433319"/>
                      <a:pt x="290675" y="394332"/>
                    </a:cubicBezTo>
                    <a:cubicBezTo>
                      <a:pt x="273483" y="355251"/>
                      <a:pt x="242293" y="216306"/>
                      <a:pt x="231302" y="183425"/>
                    </a:cubicBezTo>
                    <a:cubicBezTo>
                      <a:pt x="220404" y="150638"/>
                      <a:pt x="214110" y="127152"/>
                      <a:pt x="204715" y="117851"/>
                    </a:cubicBezTo>
                    <a:cubicBezTo>
                      <a:pt x="204715" y="117851"/>
                      <a:pt x="181323" y="6902"/>
                      <a:pt x="176062" y="1265"/>
                    </a:cubicBezTo>
                    <a:cubicBezTo>
                      <a:pt x="170895" y="-4465"/>
                      <a:pt x="157837" y="11130"/>
                      <a:pt x="157837" y="11130"/>
                    </a:cubicBezTo>
                    <a:cubicBezTo>
                      <a:pt x="157837" y="11130"/>
                      <a:pt x="107294" y="-2962"/>
                      <a:pt x="113025" y="76703"/>
                    </a:cubicBezTo>
                    <a:cubicBezTo>
                      <a:pt x="113025" y="76703"/>
                      <a:pt x="66146" y="95492"/>
                      <a:pt x="80238" y="168300"/>
                    </a:cubicBezTo>
                    <a:cubicBezTo>
                      <a:pt x="94330" y="241201"/>
                      <a:pt x="94799" y="283853"/>
                      <a:pt x="94799" y="283853"/>
                    </a:cubicBezTo>
                    <a:cubicBezTo>
                      <a:pt x="94799" y="283853"/>
                      <a:pt x="70374" y="330731"/>
                      <a:pt x="99497" y="445250"/>
                    </a:cubicBezTo>
                    <a:cubicBezTo>
                      <a:pt x="104758" y="465824"/>
                      <a:pt x="115092" y="504624"/>
                      <a:pt x="118755" y="529049"/>
                    </a:cubicBezTo>
                    <a:cubicBezTo>
                      <a:pt x="122419" y="553475"/>
                      <a:pt x="133881" y="623277"/>
                      <a:pt x="133881" y="641502"/>
                    </a:cubicBezTo>
                    <a:cubicBezTo>
                      <a:pt x="133881" y="659727"/>
                      <a:pt x="146375" y="744090"/>
                      <a:pt x="146375" y="744090"/>
                    </a:cubicBezTo>
                    <a:cubicBezTo>
                      <a:pt x="146375" y="744090"/>
                      <a:pt x="110488" y="819622"/>
                      <a:pt x="111991" y="858609"/>
                    </a:cubicBezTo>
                    <a:cubicBezTo>
                      <a:pt x="112461" y="869695"/>
                      <a:pt x="111897" y="881907"/>
                      <a:pt x="111146" y="893933"/>
                    </a:cubicBezTo>
                    <a:cubicBezTo>
                      <a:pt x="111146" y="893933"/>
                      <a:pt x="65676" y="1011082"/>
                      <a:pt x="55530" y="1041614"/>
                    </a:cubicBezTo>
                    <a:cubicBezTo>
                      <a:pt x="45384" y="1072052"/>
                      <a:pt x="1606" y="1202543"/>
                      <a:pt x="103" y="1243127"/>
                    </a:cubicBezTo>
                    <a:cubicBezTo>
                      <a:pt x="-1494" y="1283805"/>
                      <a:pt x="16073" y="1360934"/>
                      <a:pt x="16073" y="1360934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1" name="Forme libre : forme 1890">
                <a:extLst>
                  <a:ext uri="{FF2B5EF4-FFF2-40B4-BE49-F238E27FC236}">
                    <a16:creationId xmlns:a16="http://schemas.microsoft.com/office/drawing/2014/main" id="{F48B1228-C816-4454-8ED4-D47544CFD6C8}"/>
                  </a:ext>
                </a:extLst>
              </p:cNvPr>
              <p:cNvSpPr/>
              <p:nvPr/>
            </p:nvSpPr>
            <p:spPr>
              <a:xfrm>
                <a:off x="4056543" y="5296724"/>
                <a:ext cx="94227" cy="397200"/>
              </a:xfrm>
              <a:custGeom>
                <a:avLst/>
                <a:gdLst>
                  <a:gd name="connsiteX0" fmla="*/ 86523 w 94227"/>
                  <a:gd name="connsiteY0" fmla="*/ 0 h 397200"/>
                  <a:gd name="connsiteX1" fmla="*/ 86336 w 94227"/>
                  <a:gd name="connsiteY1" fmla="*/ 13810 h 397200"/>
                  <a:gd name="connsiteX2" fmla="*/ 87463 w 94227"/>
                  <a:gd name="connsiteY2" fmla="*/ 20762 h 397200"/>
                  <a:gd name="connsiteX3" fmla="*/ 91409 w 94227"/>
                  <a:gd name="connsiteY3" fmla="*/ 27150 h 397200"/>
                  <a:gd name="connsiteX4" fmla="*/ 91315 w 94227"/>
                  <a:gd name="connsiteY4" fmla="*/ 25083 h 397200"/>
                  <a:gd name="connsiteX5" fmla="*/ 65949 w 94227"/>
                  <a:gd name="connsiteY5" fmla="*/ 66983 h 397200"/>
                  <a:gd name="connsiteX6" fmla="*/ 61064 w 94227"/>
                  <a:gd name="connsiteY6" fmla="*/ 91221 h 397200"/>
                  <a:gd name="connsiteX7" fmla="*/ 59279 w 94227"/>
                  <a:gd name="connsiteY7" fmla="*/ 115365 h 397200"/>
                  <a:gd name="connsiteX8" fmla="*/ 46221 w 94227"/>
                  <a:gd name="connsiteY8" fmla="*/ 210719 h 397200"/>
                  <a:gd name="connsiteX9" fmla="*/ 29123 w 94227"/>
                  <a:gd name="connsiteY9" fmla="*/ 305604 h 397200"/>
                  <a:gd name="connsiteX10" fmla="*/ 16628 w 94227"/>
                  <a:gd name="connsiteY10" fmla="*/ 351731 h 397200"/>
                  <a:gd name="connsiteX11" fmla="*/ 0 w 94227"/>
                  <a:gd name="connsiteY11" fmla="*/ 397201 h 397200"/>
                  <a:gd name="connsiteX12" fmla="*/ 20574 w 94227"/>
                  <a:gd name="connsiteY12" fmla="*/ 353516 h 397200"/>
                  <a:gd name="connsiteX13" fmla="*/ 35793 w 94227"/>
                  <a:gd name="connsiteY13" fmla="*/ 307201 h 397200"/>
                  <a:gd name="connsiteX14" fmla="*/ 55428 w 94227"/>
                  <a:gd name="connsiteY14" fmla="*/ 212222 h 397200"/>
                  <a:gd name="connsiteX15" fmla="*/ 67359 w 94227"/>
                  <a:gd name="connsiteY15" fmla="*/ 115929 h 397200"/>
                  <a:gd name="connsiteX16" fmla="*/ 68110 w 94227"/>
                  <a:gd name="connsiteY16" fmla="*/ 91785 h 397200"/>
                  <a:gd name="connsiteX17" fmla="*/ 71586 w 94227"/>
                  <a:gd name="connsiteY17" fmla="*/ 68486 h 397200"/>
                  <a:gd name="connsiteX18" fmla="*/ 93006 w 94227"/>
                  <a:gd name="connsiteY18" fmla="*/ 27056 h 397200"/>
                  <a:gd name="connsiteX19" fmla="*/ 94227 w 94227"/>
                  <a:gd name="connsiteY19" fmla="*/ 25835 h 397200"/>
                  <a:gd name="connsiteX20" fmla="*/ 92912 w 94227"/>
                  <a:gd name="connsiteY20" fmla="*/ 24989 h 397200"/>
                  <a:gd name="connsiteX21" fmla="*/ 87839 w 94227"/>
                  <a:gd name="connsiteY21" fmla="*/ 13622 h 397200"/>
                  <a:gd name="connsiteX22" fmla="*/ 86523 w 94227"/>
                  <a:gd name="connsiteY22" fmla="*/ 0 h 39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4227" h="397200">
                    <a:moveTo>
                      <a:pt x="86523" y="0"/>
                    </a:moveTo>
                    <a:cubicBezTo>
                      <a:pt x="86242" y="4603"/>
                      <a:pt x="86054" y="9206"/>
                      <a:pt x="86336" y="13810"/>
                    </a:cubicBezTo>
                    <a:cubicBezTo>
                      <a:pt x="86523" y="16159"/>
                      <a:pt x="86805" y="18413"/>
                      <a:pt x="87463" y="20762"/>
                    </a:cubicBezTo>
                    <a:cubicBezTo>
                      <a:pt x="88121" y="23017"/>
                      <a:pt x="89154" y="25459"/>
                      <a:pt x="91409" y="27150"/>
                    </a:cubicBezTo>
                    <a:lnTo>
                      <a:pt x="91315" y="25083"/>
                    </a:lnTo>
                    <a:cubicBezTo>
                      <a:pt x="78632" y="36075"/>
                      <a:pt x="70835" y="51200"/>
                      <a:pt x="65949" y="66983"/>
                    </a:cubicBezTo>
                    <a:cubicBezTo>
                      <a:pt x="63601" y="74875"/>
                      <a:pt x="62098" y="83048"/>
                      <a:pt x="61064" y="91221"/>
                    </a:cubicBezTo>
                    <a:lnTo>
                      <a:pt x="59279" y="115365"/>
                    </a:lnTo>
                    <a:cubicBezTo>
                      <a:pt x="56367" y="147212"/>
                      <a:pt x="51200" y="179060"/>
                      <a:pt x="46221" y="210719"/>
                    </a:cubicBezTo>
                    <a:cubicBezTo>
                      <a:pt x="40960" y="242473"/>
                      <a:pt x="35417" y="274132"/>
                      <a:pt x="29123" y="305604"/>
                    </a:cubicBezTo>
                    <a:cubicBezTo>
                      <a:pt x="25835" y="321293"/>
                      <a:pt x="22641" y="336981"/>
                      <a:pt x="16628" y="351731"/>
                    </a:cubicBezTo>
                    <a:cubicBezTo>
                      <a:pt x="10804" y="366574"/>
                      <a:pt x="3758" y="381417"/>
                      <a:pt x="0" y="397201"/>
                    </a:cubicBezTo>
                    <a:cubicBezTo>
                      <a:pt x="5637" y="382075"/>
                      <a:pt x="13340" y="367983"/>
                      <a:pt x="20574" y="353516"/>
                    </a:cubicBezTo>
                    <a:cubicBezTo>
                      <a:pt x="27808" y="338766"/>
                      <a:pt x="31659" y="322702"/>
                      <a:pt x="35793" y="307201"/>
                    </a:cubicBezTo>
                    <a:cubicBezTo>
                      <a:pt x="43966" y="275823"/>
                      <a:pt x="49885" y="244069"/>
                      <a:pt x="55428" y="212222"/>
                    </a:cubicBezTo>
                    <a:cubicBezTo>
                      <a:pt x="60595" y="180281"/>
                      <a:pt x="65386" y="148339"/>
                      <a:pt x="67359" y="115929"/>
                    </a:cubicBezTo>
                    <a:cubicBezTo>
                      <a:pt x="67922" y="107755"/>
                      <a:pt x="67734" y="99582"/>
                      <a:pt x="68110" y="91785"/>
                    </a:cubicBezTo>
                    <a:cubicBezTo>
                      <a:pt x="68674" y="83987"/>
                      <a:pt x="69707" y="76095"/>
                      <a:pt x="71586" y="68486"/>
                    </a:cubicBezTo>
                    <a:cubicBezTo>
                      <a:pt x="75626" y="53455"/>
                      <a:pt x="82108" y="38330"/>
                      <a:pt x="93006" y="27056"/>
                    </a:cubicBezTo>
                    <a:lnTo>
                      <a:pt x="94227" y="25835"/>
                    </a:lnTo>
                    <a:lnTo>
                      <a:pt x="92912" y="24989"/>
                    </a:lnTo>
                    <a:cubicBezTo>
                      <a:pt x="89718" y="22923"/>
                      <a:pt x="88590" y="17943"/>
                      <a:pt x="87839" y="13622"/>
                    </a:cubicBezTo>
                    <a:cubicBezTo>
                      <a:pt x="86993" y="9113"/>
                      <a:pt x="86711" y="4509"/>
                      <a:pt x="8652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2" name="Forme libre : forme 1891">
                <a:extLst>
                  <a:ext uri="{FF2B5EF4-FFF2-40B4-BE49-F238E27FC236}">
                    <a16:creationId xmlns:a16="http://schemas.microsoft.com/office/drawing/2014/main" id="{C0FDFA25-B749-48FD-851E-5F19C470BA22}"/>
                  </a:ext>
                </a:extLst>
              </p:cNvPr>
              <p:cNvSpPr/>
              <p:nvPr/>
            </p:nvSpPr>
            <p:spPr>
              <a:xfrm>
                <a:off x="4034081" y="4363616"/>
                <a:ext cx="473013" cy="1762549"/>
              </a:xfrm>
              <a:custGeom>
                <a:avLst/>
                <a:gdLst>
                  <a:gd name="connsiteX0" fmla="*/ 390633 w 473013"/>
                  <a:gd name="connsiteY0" fmla="*/ 1762550 h 1762549"/>
                  <a:gd name="connsiteX1" fmla="*/ 364892 w 473013"/>
                  <a:gd name="connsiteY1" fmla="*/ 1475172 h 1762549"/>
                  <a:gd name="connsiteX2" fmla="*/ 387533 w 473013"/>
                  <a:gd name="connsiteY2" fmla="*/ 1286154 h 1762549"/>
                  <a:gd name="connsiteX3" fmla="*/ 435914 w 473013"/>
                  <a:gd name="connsiteY3" fmla="*/ 1044809 h 1762549"/>
                  <a:gd name="connsiteX4" fmla="*/ 458555 w 473013"/>
                  <a:gd name="connsiteY4" fmla="*/ 915164 h 1762549"/>
                  <a:gd name="connsiteX5" fmla="*/ 467104 w 473013"/>
                  <a:gd name="connsiteY5" fmla="*/ 797263 h 1762549"/>
                  <a:gd name="connsiteX6" fmla="*/ 364046 w 473013"/>
                  <a:gd name="connsiteY6" fmla="*/ 602045 h 1762549"/>
                  <a:gd name="connsiteX7" fmla="*/ 290675 w 473013"/>
                  <a:gd name="connsiteY7" fmla="*/ 394332 h 1762549"/>
                  <a:gd name="connsiteX8" fmla="*/ 231302 w 473013"/>
                  <a:gd name="connsiteY8" fmla="*/ 183425 h 1762549"/>
                  <a:gd name="connsiteX9" fmla="*/ 204715 w 473013"/>
                  <a:gd name="connsiteY9" fmla="*/ 117851 h 1762549"/>
                  <a:gd name="connsiteX10" fmla="*/ 176062 w 473013"/>
                  <a:gd name="connsiteY10" fmla="*/ 1265 h 1762549"/>
                  <a:gd name="connsiteX11" fmla="*/ 157837 w 473013"/>
                  <a:gd name="connsiteY11" fmla="*/ 11130 h 1762549"/>
                  <a:gd name="connsiteX12" fmla="*/ 113025 w 473013"/>
                  <a:gd name="connsiteY12" fmla="*/ 76703 h 1762549"/>
                  <a:gd name="connsiteX13" fmla="*/ 80238 w 473013"/>
                  <a:gd name="connsiteY13" fmla="*/ 168300 h 1762549"/>
                  <a:gd name="connsiteX14" fmla="*/ 94799 w 473013"/>
                  <a:gd name="connsiteY14" fmla="*/ 283853 h 1762549"/>
                  <a:gd name="connsiteX15" fmla="*/ 99497 w 473013"/>
                  <a:gd name="connsiteY15" fmla="*/ 445250 h 1762549"/>
                  <a:gd name="connsiteX16" fmla="*/ 118755 w 473013"/>
                  <a:gd name="connsiteY16" fmla="*/ 529049 h 1762549"/>
                  <a:gd name="connsiteX17" fmla="*/ 133881 w 473013"/>
                  <a:gd name="connsiteY17" fmla="*/ 641502 h 1762549"/>
                  <a:gd name="connsiteX18" fmla="*/ 146375 w 473013"/>
                  <a:gd name="connsiteY18" fmla="*/ 744090 h 1762549"/>
                  <a:gd name="connsiteX19" fmla="*/ 111991 w 473013"/>
                  <a:gd name="connsiteY19" fmla="*/ 858609 h 1762549"/>
                  <a:gd name="connsiteX20" fmla="*/ 111146 w 473013"/>
                  <a:gd name="connsiteY20" fmla="*/ 893933 h 1762549"/>
                  <a:gd name="connsiteX21" fmla="*/ 55530 w 473013"/>
                  <a:gd name="connsiteY21" fmla="*/ 1041614 h 1762549"/>
                  <a:gd name="connsiteX22" fmla="*/ 103 w 473013"/>
                  <a:gd name="connsiteY22" fmla="*/ 1243127 h 1762549"/>
                  <a:gd name="connsiteX23" fmla="*/ 16073 w 473013"/>
                  <a:gd name="connsiteY23" fmla="*/ 1360934 h 1762549"/>
                  <a:gd name="connsiteX24" fmla="*/ 19925 w 473013"/>
                  <a:gd name="connsiteY24" fmla="*/ 1432427 h 1762549"/>
                  <a:gd name="connsiteX25" fmla="*/ 89726 w 473013"/>
                  <a:gd name="connsiteY25" fmla="*/ 1754189 h 1762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73013" h="1762549">
                    <a:moveTo>
                      <a:pt x="390633" y="1762550"/>
                    </a:moveTo>
                    <a:cubicBezTo>
                      <a:pt x="390633" y="1762550"/>
                      <a:pt x="364892" y="1510307"/>
                      <a:pt x="364892" y="1475172"/>
                    </a:cubicBezTo>
                    <a:cubicBezTo>
                      <a:pt x="364892" y="1440036"/>
                      <a:pt x="371938" y="1354922"/>
                      <a:pt x="387533" y="1286154"/>
                    </a:cubicBezTo>
                    <a:cubicBezTo>
                      <a:pt x="403128" y="1217386"/>
                      <a:pt x="428962" y="1077595"/>
                      <a:pt x="435914" y="1044809"/>
                    </a:cubicBezTo>
                    <a:cubicBezTo>
                      <a:pt x="442866" y="1012022"/>
                      <a:pt x="451509" y="933859"/>
                      <a:pt x="458555" y="915164"/>
                    </a:cubicBezTo>
                    <a:cubicBezTo>
                      <a:pt x="465601" y="896375"/>
                      <a:pt x="481666" y="831553"/>
                      <a:pt x="467104" y="797263"/>
                    </a:cubicBezTo>
                    <a:cubicBezTo>
                      <a:pt x="449631" y="756115"/>
                      <a:pt x="384338" y="672316"/>
                      <a:pt x="364046" y="602045"/>
                    </a:cubicBezTo>
                    <a:cubicBezTo>
                      <a:pt x="343754" y="531774"/>
                      <a:pt x="307773" y="433319"/>
                      <a:pt x="290675" y="394332"/>
                    </a:cubicBezTo>
                    <a:cubicBezTo>
                      <a:pt x="273483" y="355251"/>
                      <a:pt x="242293" y="216306"/>
                      <a:pt x="231302" y="183425"/>
                    </a:cubicBezTo>
                    <a:cubicBezTo>
                      <a:pt x="220404" y="150638"/>
                      <a:pt x="214110" y="127152"/>
                      <a:pt x="204715" y="117851"/>
                    </a:cubicBezTo>
                    <a:cubicBezTo>
                      <a:pt x="204715" y="117851"/>
                      <a:pt x="181323" y="6902"/>
                      <a:pt x="176062" y="1265"/>
                    </a:cubicBezTo>
                    <a:cubicBezTo>
                      <a:pt x="170895" y="-4465"/>
                      <a:pt x="157837" y="11130"/>
                      <a:pt x="157837" y="11130"/>
                    </a:cubicBezTo>
                    <a:cubicBezTo>
                      <a:pt x="157837" y="11130"/>
                      <a:pt x="107294" y="-2962"/>
                      <a:pt x="113025" y="76703"/>
                    </a:cubicBezTo>
                    <a:cubicBezTo>
                      <a:pt x="113025" y="76703"/>
                      <a:pt x="66146" y="95492"/>
                      <a:pt x="80238" y="168300"/>
                    </a:cubicBezTo>
                    <a:cubicBezTo>
                      <a:pt x="94330" y="241201"/>
                      <a:pt x="94799" y="283853"/>
                      <a:pt x="94799" y="283853"/>
                    </a:cubicBezTo>
                    <a:cubicBezTo>
                      <a:pt x="94799" y="283853"/>
                      <a:pt x="70374" y="330731"/>
                      <a:pt x="99497" y="445250"/>
                    </a:cubicBezTo>
                    <a:cubicBezTo>
                      <a:pt x="104758" y="465824"/>
                      <a:pt x="115092" y="504624"/>
                      <a:pt x="118755" y="529049"/>
                    </a:cubicBezTo>
                    <a:cubicBezTo>
                      <a:pt x="122419" y="553475"/>
                      <a:pt x="133881" y="623277"/>
                      <a:pt x="133881" y="641502"/>
                    </a:cubicBezTo>
                    <a:cubicBezTo>
                      <a:pt x="133881" y="659727"/>
                      <a:pt x="146375" y="744090"/>
                      <a:pt x="146375" y="744090"/>
                    </a:cubicBezTo>
                    <a:cubicBezTo>
                      <a:pt x="146375" y="744090"/>
                      <a:pt x="110488" y="819622"/>
                      <a:pt x="111991" y="858609"/>
                    </a:cubicBezTo>
                    <a:cubicBezTo>
                      <a:pt x="112461" y="869695"/>
                      <a:pt x="111897" y="881907"/>
                      <a:pt x="111146" y="893933"/>
                    </a:cubicBezTo>
                    <a:cubicBezTo>
                      <a:pt x="111146" y="893933"/>
                      <a:pt x="65676" y="1011082"/>
                      <a:pt x="55530" y="1041614"/>
                    </a:cubicBezTo>
                    <a:cubicBezTo>
                      <a:pt x="45384" y="1072052"/>
                      <a:pt x="1606" y="1202543"/>
                      <a:pt x="103" y="1243127"/>
                    </a:cubicBezTo>
                    <a:cubicBezTo>
                      <a:pt x="-1494" y="1283711"/>
                      <a:pt x="16073" y="1360934"/>
                      <a:pt x="16073" y="1360934"/>
                    </a:cubicBezTo>
                    <a:cubicBezTo>
                      <a:pt x="13913" y="1380005"/>
                      <a:pt x="14570" y="1403022"/>
                      <a:pt x="19925" y="1432427"/>
                    </a:cubicBezTo>
                    <a:cubicBezTo>
                      <a:pt x="36084" y="1520453"/>
                      <a:pt x="69434" y="1588658"/>
                      <a:pt x="89726" y="1754189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3" name="Forme libre : forme 1892">
                <a:extLst>
                  <a:ext uri="{FF2B5EF4-FFF2-40B4-BE49-F238E27FC236}">
                    <a16:creationId xmlns:a16="http://schemas.microsoft.com/office/drawing/2014/main" id="{34881D09-0B66-47B0-A44B-18B5CE0189BE}"/>
                  </a:ext>
                </a:extLst>
              </p:cNvPr>
              <p:cNvSpPr/>
              <p:nvPr/>
            </p:nvSpPr>
            <p:spPr>
              <a:xfrm>
                <a:off x="4147106" y="4433707"/>
                <a:ext cx="302837" cy="851649"/>
              </a:xfrm>
              <a:custGeom>
                <a:avLst/>
                <a:gdLst>
                  <a:gd name="connsiteX0" fmla="*/ 0 w 302837"/>
                  <a:gd name="connsiteY0" fmla="*/ 6519 h 851649"/>
                  <a:gd name="connsiteX1" fmla="*/ 8831 w 302837"/>
                  <a:gd name="connsiteY1" fmla="*/ 6519 h 851649"/>
                  <a:gd name="connsiteX2" fmla="*/ 30344 w 302837"/>
                  <a:gd name="connsiteY2" fmla="*/ 412 h 851649"/>
                  <a:gd name="connsiteX3" fmla="*/ 65480 w 302837"/>
                  <a:gd name="connsiteY3" fmla="*/ 109389 h 851649"/>
                  <a:gd name="connsiteX4" fmla="*/ 91690 w 302837"/>
                  <a:gd name="connsiteY4" fmla="*/ 184357 h 851649"/>
                  <a:gd name="connsiteX5" fmla="*/ 137348 w 302837"/>
                  <a:gd name="connsiteY5" fmla="*/ 331569 h 851649"/>
                  <a:gd name="connsiteX6" fmla="*/ 179153 w 302837"/>
                  <a:gd name="connsiteY6" fmla="*/ 443270 h 851649"/>
                  <a:gd name="connsiteX7" fmla="*/ 219362 w 302837"/>
                  <a:gd name="connsiteY7" fmla="*/ 561171 h 851649"/>
                  <a:gd name="connsiteX8" fmla="*/ 267744 w 302837"/>
                  <a:gd name="connsiteY8" fmla="*/ 696264 h 851649"/>
                  <a:gd name="connsiteX9" fmla="*/ 302128 w 302837"/>
                  <a:gd name="connsiteY9" fmla="*/ 793497 h 851649"/>
                  <a:gd name="connsiteX10" fmla="*/ 302128 w 302837"/>
                  <a:gd name="connsiteY10" fmla="*/ 851650 h 85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837" h="851649">
                    <a:moveTo>
                      <a:pt x="0" y="6519"/>
                    </a:moveTo>
                    <a:lnTo>
                      <a:pt x="8831" y="6519"/>
                    </a:lnTo>
                    <a:cubicBezTo>
                      <a:pt x="8831" y="6519"/>
                      <a:pt x="24426" y="-1936"/>
                      <a:pt x="30344" y="412"/>
                    </a:cubicBezTo>
                    <a:cubicBezTo>
                      <a:pt x="36169" y="2761"/>
                      <a:pt x="60783" y="76602"/>
                      <a:pt x="65480" y="109389"/>
                    </a:cubicBezTo>
                    <a:cubicBezTo>
                      <a:pt x="65480" y="109389"/>
                      <a:pt x="81450" y="147249"/>
                      <a:pt x="91690" y="184357"/>
                    </a:cubicBezTo>
                    <a:cubicBezTo>
                      <a:pt x="101837" y="221465"/>
                      <a:pt x="129175" y="304607"/>
                      <a:pt x="137348" y="331569"/>
                    </a:cubicBezTo>
                    <a:cubicBezTo>
                      <a:pt x="145521" y="358531"/>
                      <a:pt x="168162" y="415932"/>
                      <a:pt x="179153" y="443270"/>
                    </a:cubicBezTo>
                    <a:cubicBezTo>
                      <a:pt x="190145" y="470608"/>
                      <a:pt x="211940" y="528760"/>
                      <a:pt x="219362" y="561171"/>
                    </a:cubicBezTo>
                    <a:cubicBezTo>
                      <a:pt x="226784" y="593582"/>
                      <a:pt x="257598" y="669772"/>
                      <a:pt x="267744" y="696264"/>
                    </a:cubicBezTo>
                    <a:cubicBezTo>
                      <a:pt x="277890" y="722757"/>
                      <a:pt x="300531" y="774802"/>
                      <a:pt x="302128" y="793497"/>
                    </a:cubicBezTo>
                    <a:cubicBezTo>
                      <a:pt x="303725" y="812286"/>
                      <a:pt x="302128" y="851650"/>
                      <a:pt x="302128" y="851650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4" name="Forme libre : forme 1893">
                <a:extLst>
                  <a:ext uri="{FF2B5EF4-FFF2-40B4-BE49-F238E27FC236}">
                    <a16:creationId xmlns:a16="http://schemas.microsoft.com/office/drawing/2014/main" id="{93F670F1-A235-426F-9569-0DB89C9841FF}"/>
                  </a:ext>
                </a:extLst>
              </p:cNvPr>
              <p:cNvSpPr/>
              <p:nvPr/>
            </p:nvSpPr>
            <p:spPr>
              <a:xfrm>
                <a:off x="4128975" y="4610873"/>
                <a:ext cx="210249" cy="547563"/>
              </a:xfrm>
              <a:custGeom>
                <a:avLst/>
                <a:gdLst>
                  <a:gd name="connsiteX0" fmla="*/ 0 w 210249"/>
                  <a:gd name="connsiteY0" fmla="*/ 36502 h 547563"/>
                  <a:gd name="connsiteX1" fmla="*/ 36451 w 210249"/>
                  <a:gd name="connsiteY1" fmla="*/ 7097 h 547563"/>
                  <a:gd name="connsiteX2" fmla="*/ 69613 w 210249"/>
                  <a:gd name="connsiteY2" fmla="*/ 5500 h 547563"/>
                  <a:gd name="connsiteX3" fmla="*/ 88778 w 210249"/>
                  <a:gd name="connsiteY3" fmla="*/ 91835 h 547563"/>
                  <a:gd name="connsiteX4" fmla="*/ 113392 w 210249"/>
                  <a:gd name="connsiteY4" fmla="*/ 188693 h 547563"/>
                  <a:gd name="connsiteX5" fmla="*/ 150876 w 210249"/>
                  <a:gd name="connsiteY5" fmla="*/ 298421 h 547563"/>
                  <a:gd name="connsiteX6" fmla="*/ 197379 w 210249"/>
                  <a:gd name="connsiteY6" fmla="*/ 485842 h 547563"/>
                  <a:gd name="connsiteX7" fmla="*/ 210249 w 210249"/>
                  <a:gd name="connsiteY7" fmla="*/ 547564 h 54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0249" h="547563">
                    <a:moveTo>
                      <a:pt x="0" y="36502"/>
                    </a:moveTo>
                    <a:cubicBezTo>
                      <a:pt x="0" y="36502"/>
                      <a:pt x="17286" y="10949"/>
                      <a:pt x="36451" y="7097"/>
                    </a:cubicBezTo>
                    <a:cubicBezTo>
                      <a:pt x="36451" y="7097"/>
                      <a:pt x="54394" y="-7746"/>
                      <a:pt x="69613" y="5500"/>
                    </a:cubicBezTo>
                    <a:cubicBezTo>
                      <a:pt x="69613" y="5500"/>
                      <a:pt x="86805" y="76992"/>
                      <a:pt x="88778" y="91835"/>
                    </a:cubicBezTo>
                    <a:cubicBezTo>
                      <a:pt x="88778" y="91835"/>
                      <a:pt x="107943" y="166804"/>
                      <a:pt x="113392" y="188693"/>
                    </a:cubicBezTo>
                    <a:cubicBezTo>
                      <a:pt x="118841" y="210582"/>
                      <a:pt x="145051" y="279256"/>
                      <a:pt x="150876" y="298421"/>
                    </a:cubicBezTo>
                    <a:cubicBezTo>
                      <a:pt x="156701" y="317586"/>
                      <a:pt x="194654" y="472595"/>
                      <a:pt x="197379" y="485842"/>
                    </a:cubicBezTo>
                    <a:cubicBezTo>
                      <a:pt x="200103" y="499088"/>
                      <a:pt x="210249" y="547564"/>
                      <a:pt x="210249" y="547564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5" name="Forme libre : forme 1894">
                <a:extLst>
                  <a:ext uri="{FF2B5EF4-FFF2-40B4-BE49-F238E27FC236}">
                    <a16:creationId xmlns:a16="http://schemas.microsoft.com/office/drawing/2014/main" id="{3DD3142E-2781-41D6-AEF5-D2C96E132644}"/>
                  </a:ext>
                </a:extLst>
              </p:cNvPr>
              <p:cNvSpPr/>
              <p:nvPr/>
            </p:nvSpPr>
            <p:spPr>
              <a:xfrm>
                <a:off x="4341638" y="5177977"/>
                <a:ext cx="10516" cy="77692"/>
              </a:xfrm>
              <a:custGeom>
                <a:avLst/>
                <a:gdLst>
                  <a:gd name="connsiteX0" fmla="*/ 1062 w 10516"/>
                  <a:gd name="connsiteY0" fmla="*/ 0 h 77692"/>
                  <a:gd name="connsiteX1" fmla="*/ 780 w 10516"/>
                  <a:gd name="connsiteY1" fmla="*/ 39082 h 77692"/>
                  <a:gd name="connsiteX2" fmla="*/ 5666 w 10516"/>
                  <a:gd name="connsiteY2" fmla="*/ 77693 h 77692"/>
                  <a:gd name="connsiteX3" fmla="*/ 10081 w 10516"/>
                  <a:gd name="connsiteY3" fmla="*/ 58152 h 77692"/>
                  <a:gd name="connsiteX4" fmla="*/ 10175 w 10516"/>
                  <a:gd name="connsiteY4" fmla="*/ 38330 h 77692"/>
                  <a:gd name="connsiteX5" fmla="*/ 1062 w 10516"/>
                  <a:gd name="connsiteY5" fmla="*/ 0 h 77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516" h="77692">
                    <a:moveTo>
                      <a:pt x="1062" y="0"/>
                    </a:moveTo>
                    <a:cubicBezTo>
                      <a:pt x="-629" y="13434"/>
                      <a:pt x="29" y="26305"/>
                      <a:pt x="780" y="39082"/>
                    </a:cubicBezTo>
                    <a:cubicBezTo>
                      <a:pt x="1814" y="51952"/>
                      <a:pt x="3317" y="64447"/>
                      <a:pt x="5666" y="77693"/>
                    </a:cubicBezTo>
                    <a:cubicBezTo>
                      <a:pt x="8296" y="71399"/>
                      <a:pt x="9423" y="64728"/>
                      <a:pt x="10081" y="58152"/>
                    </a:cubicBezTo>
                    <a:cubicBezTo>
                      <a:pt x="10738" y="51576"/>
                      <a:pt x="10551" y="44906"/>
                      <a:pt x="10175" y="38330"/>
                    </a:cubicBezTo>
                    <a:cubicBezTo>
                      <a:pt x="8954" y="25365"/>
                      <a:pt x="6605" y="12307"/>
                      <a:pt x="106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6" name="Forme libre : forme 1895">
                <a:extLst>
                  <a:ext uri="{FF2B5EF4-FFF2-40B4-BE49-F238E27FC236}">
                    <a16:creationId xmlns:a16="http://schemas.microsoft.com/office/drawing/2014/main" id="{2964D829-B44E-4B6E-B94B-A261F80DB0EA}"/>
                  </a:ext>
                </a:extLst>
              </p:cNvPr>
              <p:cNvSpPr/>
              <p:nvPr/>
            </p:nvSpPr>
            <p:spPr>
              <a:xfrm>
                <a:off x="4175854" y="5106955"/>
                <a:ext cx="11743" cy="43308"/>
              </a:xfrm>
              <a:custGeom>
                <a:avLst/>
                <a:gdLst>
                  <a:gd name="connsiteX0" fmla="*/ 0 w 11743"/>
                  <a:gd name="connsiteY0" fmla="*/ 1503 h 43308"/>
                  <a:gd name="connsiteX1" fmla="*/ 11743 w 11743"/>
                  <a:gd name="connsiteY1" fmla="*/ 43309 h 43308"/>
                  <a:gd name="connsiteX2" fmla="*/ 9301 w 11743"/>
                  <a:gd name="connsiteY2" fmla="*/ 0 h 4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43308">
                    <a:moveTo>
                      <a:pt x="0" y="1503"/>
                    </a:moveTo>
                    <a:lnTo>
                      <a:pt x="11743" y="43309"/>
                    </a:lnTo>
                    <a:lnTo>
                      <a:pt x="930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7" name="Forme libre : forme 1896">
                <a:extLst>
                  <a:ext uri="{FF2B5EF4-FFF2-40B4-BE49-F238E27FC236}">
                    <a16:creationId xmlns:a16="http://schemas.microsoft.com/office/drawing/2014/main" id="{50F25DFB-7F69-4EAE-89E6-CBB20BCF015D}"/>
                  </a:ext>
                </a:extLst>
              </p:cNvPr>
              <p:cNvSpPr/>
              <p:nvPr/>
            </p:nvSpPr>
            <p:spPr>
              <a:xfrm>
                <a:off x="4164322" y="4617970"/>
                <a:ext cx="50237" cy="86652"/>
              </a:xfrm>
              <a:custGeom>
                <a:avLst/>
                <a:gdLst>
                  <a:gd name="connsiteX0" fmla="*/ 1010 w 50237"/>
                  <a:gd name="connsiteY0" fmla="*/ 0 h 86652"/>
                  <a:gd name="connsiteX1" fmla="*/ 822 w 50237"/>
                  <a:gd name="connsiteY1" fmla="*/ 27432 h 86652"/>
                  <a:gd name="connsiteX2" fmla="*/ 7680 w 50237"/>
                  <a:gd name="connsiteY2" fmla="*/ 54394 h 86652"/>
                  <a:gd name="connsiteX3" fmla="*/ 23745 w 50237"/>
                  <a:gd name="connsiteY3" fmla="*/ 77881 h 86652"/>
                  <a:gd name="connsiteX4" fmla="*/ 50237 w 50237"/>
                  <a:gd name="connsiteY4" fmla="*/ 86336 h 86652"/>
                  <a:gd name="connsiteX5" fmla="*/ 16417 w 50237"/>
                  <a:gd name="connsiteY5" fmla="*/ 50824 h 86652"/>
                  <a:gd name="connsiteX6" fmla="*/ 1010 w 50237"/>
                  <a:gd name="connsiteY6" fmla="*/ 0 h 86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237" h="86652">
                    <a:moveTo>
                      <a:pt x="1010" y="0"/>
                    </a:moveTo>
                    <a:cubicBezTo>
                      <a:pt x="-399" y="9113"/>
                      <a:pt x="-211" y="18319"/>
                      <a:pt x="822" y="27432"/>
                    </a:cubicBezTo>
                    <a:cubicBezTo>
                      <a:pt x="1949" y="36545"/>
                      <a:pt x="4204" y="45658"/>
                      <a:pt x="7680" y="54394"/>
                    </a:cubicBezTo>
                    <a:cubicBezTo>
                      <a:pt x="11156" y="63037"/>
                      <a:pt x="16229" y="71492"/>
                      <a:pt x="23745" y="77881"/>
                    </a:cubicBezTo>
                    <a:cubicBezTo>
                      <a:pt x="30978" y="84363"/>
                      <a:pt x="41124" y="87745"/>
                      <a:pt x="50237" y="86336"/>
                    </a:cubicBezTo>
                    <a:cubicBezTo>
                      <a:pt x="32106" y="81357"/>
                      <a:pt x="22711" y="66795"/>
                      <a:pt x="16417" y="50824"/>
                    </a:cubicBezTo>
                    <a:cubicBezTo>
                      <a:pt x="9841" y="34854"/>
                      <a:pt x="5801" y="17662"/>
                      <a:pt x="101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8" name="Forme libre : forme 1897">
                <a:extLst>
                  <a:ext uri="{FF2B5EF4-FFF2-40B4-BE49-F238E27FC236}">
                    <a16:creationId xmlns:a16="http://schemas.microsoft.com/office/drawing/2014/main" id="{FA69A619-164D-4B0F-8F86-0655D1F39D39}"/>
                  </a:ext>
                </a:extLst>
              </p:cNvPr>
              <p:cNvSpPr/>
              <p:nvPr/>
            </p:nvSpPr>
            <p:spPr>
              <a:xfrm>
                <a:off x="4155357" y="4440226"/>
                <a:ext cx="55725" cy="113019"/>
              </a:xfrm>
              <a:custGeom>
                <a:avLst/>
                <a:gdLst>
                  <a:gd name="connsiteX0" fmla="*/ 674 w 55725"/>
                  <a:gd name="connsiteY0" fmla="*/ 0 h 113019"/>
                  <a:gd name="connsiteX1" fmla="*/ 1144 w 55725"/>
                  <a:gd name="connsiteY1" fmla="*/ 34384 h 113019"/>
                  <a:gd name="connsiteX2" fmla="*/ 8002 w 55725"/>
                  <a:gd name="connsiteY2" fmla="*/ 68298 h 113019"/>
                  <a:gd name="connsiteX3" fmla="*/ 23878 w 55725"/>
                  <a:gd name="connsiteY3" fmla="*/ 99676 h 113019"/>
                  <a:gd name="connsiteX4" fmla="*/ 38158 w 55725"/>
                  <a:gd name="connsiteY4" fmla="*/ 110949 h 113019"/>
                  <a:gd name="connsiteX5" fmla="*/ 55726 w 55725"/>
                  <a:gd name="connsiteY5" fmla="*/ 111795 h 113019"/>
                  <a:gd name="connsiteX6" fmla="*/ 29797 w 55725"/>
                  <a:gd name="connsiteY6" fmla="*/ 95260 h 113019"/>
                  <a:gd name="connsiteX7" fmla="*/ 16926 w 55725"/>
                  <a:gd name="connsiteY7" fmla="*/ 65386 h 113019"/>
                  <a:gd name="connsiteX8" fmla="*/ 8283 w 55725"/>
                  <a:gd name="connsiteY8" fmla="*/ 33069 h 113019"/>
                  <a:gd name="connsiteX9" fmla="*/ 674 w 55725"/>
                  <a:gd name="connsiteY9" fmla="*/ 0 h 11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725" h="113019">
                    <a:moveTo>
                      <a:pt x="674" y="0"/>
                    </a:moveTo>
                    <a:cubicBezTo>
                      <a:pt x="-453" y="11461"/>
                      <a:pt x="-78" y="22922"/>
                      <a:pt x="1144" y="34384"/>
                    </a:cubicBezTo>
                    <a:cubicBezTo>
                      <a:pt x="2365" y="45845"/>
                      <a:pt x="4620" y="57119"/>
                      <a:pt x="8002" y="68298"/>
                    </a:cubicBezTo>
                    <a:cubicBezTo>
                      <a:pt x="11572" y="79289"/>
                      <a:pt x="16269" y="90375"/>
                      <a:pt x="23878" y="99676"/>
                    </a:cubicBezTo>
                    <a:cubicBezTo>
                      <a:pt x="27730" y="104373"/>
                      <a:pt x="32521" y="108413"/>
                      <a:pt x="38158" y="110949"/>
                    </a:cubicBezTo>
                    <a:cubicBezTo>
                      <a:pt x="43795" y="113392"/>
                      <a:pt x="50277" y="113673"/>
                      <a:pt x="55726" y="111795"/>
                    </a:cubicBezTo>
                    <a:cubicBezTo>
                      <a:pt x="43889" y="111701"/>
                      <a:pt x="35340" y="104185"/>
                      <a:pt x="29797" y="95260"/>
                    </a:cubicBezTo>
                    <a:cubicBezTo>
                      <a:pt x="24160" y="86148"/>
                      <a:pt x="20215" y="75908"/>
                      <a:pt x="16926" y="65386"/>
                    </a:cubicBezTo>
                    <a:cubicBezTo>
                      <a:pt x="13544" y="54864"/>
                      <a:pt x="10914" y="43966"/>
                      <a:pt x="8283" y="33069"/>
                    </a:cubicBezTo>
                    <a:lnTo>
                      <a:pt x="674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9" name="Forme libre : forme 1898">
                <a:extLst>
                  <a:ext uri="{FF2B5EF4-FFF2-40B4-BE49-F238E27FC236}">
                    <a16:creationId xmlns:a16="http://schemas.microsoft.com/office/drawing/2014/main" id="{C3DB275E-8055-4872-9A41-EF5D4E791E35}"/>
                  </a:ext>
                </a:extLst>
              </p:cNvPr>
              <p:cNvSpPr/>
              <p:nvPr/>
            </p:nvSpPr>
            <p:spPr>
              <a:xfrm>
                <a:off x="4188700" y="4374558"/>
                <a:ext cx="50190" cy="109540"/>
              </a:xfrm>
              <a:custGeom>
                <a:avLst/>
                <a:gdLst>
                  <a:gd name="connsiteX0" fmla="*/ 3218 w 50190"/>
                  <a:gd name="connsiteY0" fmla="*/ 0 h 109540"/>
                  <a:gd name="connsiteX1" fmla="*/ 5379 w 50190"/>
                  <a:gd name="connsiteY1" fmla="*/ 65856 h 109540"/>
                  <a:gd name="connsiteX2" fmla="*/ 19941 w 50190"/>
                  <a:gd name="connsiteY2" fmla="*/ 96482 h 109540"/>
                  <a:gd name="connsiteX3" fmla="*/ 33375 w 50190"/>
                  <a:gd name="connsiteY3" fmla="*/ 107661 h 109540"/>
                  <a:gd name="connsiteX4" fmla="*/ 42112 w 50190"/>
                  <a:gd name="connsiteY4" fmla="*/ 109540 h 109540"/>
                  <a:gd name="connsiteX5" fmla="*/ 50191 w 50190"/>
                  <a:gd name="connsiteY5" fmla="*/ 106722 h 109540"/>
                  <a:gd name="connsiteX6" fmla="*/ 35723 w 50190"/>
                  <a:gd name="connsiteY6" fmla="*/ 103622 h 109540"/>
                  <a:gd name="connsiteX7" fmla="*/ 25953 w 50190"/>
                  <a:gd name="connsiteY7" fmla="*/ 92254 h 109540"/>
                  <a:gd name="connsiteX8" fmla="*/ 14492 w 50190"/>
                  <a:gd name="connsiteY8" fmla="*/ 63319 h 109540"/>
                  <a:gd name="connsiteX9" fmla="*/ 7446 w 50190"/>
                  <a:gd name="connsiteY9" fmla="*/ 32129 h 109540"/>
                  <a:gd name="connsiteX10" fmla="*/ 3218 w 50190"/>
                  <a:gd name="connsiteY10" fmla="*/ 0 h 10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190" h="109540">
                    <a:moveTo>
                      <a:pt x="3218" y="0"/>
                    </a:moveTo>
                    <a:cubicBezTo>
                      <a:pt x="-2231" y="21514"/>
                      <a:pt x="-258" y="44436"/>
                      <a:pt x="5379" y="65856"/>
                    </a:cubicBezTo>
                    <a:cubicBezTo>
                      <a:pt x="8479" y="76659"/>
                      <a:pt x="12707" y="87369"/>
                      <a:pt x="19941" y="96482"/>
                    </a:cubicBezTo>
                    <a:cubicBezTo>
                      <a:pt x="23510" y="100991"/>
                      <a:pt x="27926" y="105125"/>
                      <a:pt x="33375" y="107661"/>
                    </a:cubicBezTo>
                    <a:cubicBezTo>
                      <a:pt x="36099" y="108882"/>
                      <a:pt x="39105" y="109540"/>
                      <a:pt x="42112" y="109540"/>
                    </a:cubicBezTo>
                    <a:cubicBezTo>
                      <a:pt x="45118" y="109352"/>
                      <a:pt x="47936" y="108319"/>
                      <a:pt x="50191" y="106722"/>
                    </a:cubicBezTo>
                    <a:cubicBezTo>
                      <a:pt x="44742" y="108225"/>
                      <a:pt x="39669" y="106722"/>
                      <a:pt x="35723" y="103622"/>
                    </a:cubicBezTo>
                    <a:cubicBezTo>
                      <a:pt x="31684" y="100709"/>
                      <a:pt x="28677" y="96482"/>
                      <a:pt x="25953" y="92254"/>
                    </a:cubicBezTo>
                    <a:cubicBezTo>
                      <a:pt x="20786" y="83423"/>
                      <a:pt x="17216" y="73559"/>
                      <a:pt x="14492" y="63319"/>
                    </a:cubicBezTo>
                    <a:cubicBezTo>
                      <a:pt x="11579" y="53079"/>
                      <a:pt x="9419" y="42651"/>
                      <a:pt x="7446" y="32129"/>
                    </a:cubicBezTo>
                    <a:cubicBezTo>
                      <a:pt x="5567" y="21701"/>
                      <a:pt x="4346" y="10992"/>
                      <a:pt x="3218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0" name="Forme libre : forme 1899">
                <a:extLst>
                  <a:ext uri="{FF2B5EF4-FFF2-40B4-BE49-F238E27FC236}">
                    <a16:creationId xmlns:a16="http://schemas.microsoft.com/office/drawing/2014/main" id="{FDAC0A61-5F8D-436C-ADDD-D7850155AC46}"/>
                  </a:ext>
                </a:extLst>
              </p:cNvPr>
              <p:cNvSpPr/>
              <p:nvPr/>
            </p:nvSpPr>
            <p:spPr>
              <a:xfrm>
                <a:off x="4204507" y="4779086"/>
                <a:ext cx="17191" cy="6395"/>
              </a:xfrm>
              <a:custGeom>
                <a:avLst/>
                <a:gdLst>
                  <a:gd name="connsiteX0" fmla="*/ 17192 w 17191"/>
                  <a:gd name="connsiteY0" fmla="*/ 0 h 6395"/>
                  <a:gd name="connsiteX1" fmla="*/ 8267 w 17191"/>
                  <a:gd name="connsiteY1" fmla="*/ 1127 h 6395"/>
                  <a:gd name="connsiteX2" fmla="*/ 0 w 17191"/>
                  <a:gd name="connsiteY2" fmla="*/ 3288 h 6395"/>
                  <a:gd name="connsiteX3" fmla="*/ 0 w 17191"/>
                  <a:gd name="connsiteY3" fmla="*/ 5825 h 6395"/>
                  <a:gd name="connsiteX4" fmla="*/ 3006 w 17191"/>
                  <a:gd name="connsiteY4" fmla="*/ 4604 h 6395"/>
                  <a:gd name="connsiteX5" fmla="*/ 0 w 17191"/>
                  <a:gd name="connsiteY5" fmla="*/ 3288 h 6395"/>
                  <a:gd name="connsiteX6" fmla="*/ 0 w 17191"/>
                  <a:gd name="connsiteY6" fmla="*/ 5825 h 6395"/>
                  <a:gd name="connsiteX7" fmla="*/ 9395 w 17191"/>
                  <a:gd name="connsiteY7" fmla="*/ 5543 h 6395"/>
                  <a:gd name="connsiteX8" fmla="*/ 17192 w 17191"/>
                  <a:gd name="connsiteY8" fmla="*/ 0 h 6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91" h="6395">
                    <a:moveTo>
                      <a:pt x="17192" y="0"/>
                    </a:moveTo>
                    <a:cubicBezTo>
                      <a:pt x="13810" y="94"/>
                      <a:pt x="11085" y="564"/>
                      <a:pt x="8267" y="1127"/>
                    </a:cubicBezTo>
                    <a:cubicBezTo>
                      <a:pt x="5543" y="1691"/>
                      <a:pt x="2818" y="2349"/>
                      <a:pt x="0" y="3288"/>
                    </a:cubicBezTo>
                    <a:lnTo>
                      <a:pt x="0" y="5825"/>
                    </a:lnTo>
                    <a:cubicBezTo>
                      <a:pt x="1033" y="5449"/>
                      <a:pt x="1973" y="5167"/>
                      <a:pt x="3006" y="4604"/>
                    </a:cubicBezTo>
                    <a:cubicBezTo>
                      <a:pt x="1973" y="4040"/>
                      <a:pt x="1033" y="3664"/>
                      <a:pt x="0" y="3288"/>
                    </a:cubicBezTo>
                    <a:lnTo>
                      <a:pt x="0" y="5825"/>
                    </a:lnTo>
                    <a:cubicBezTo>
                      <a:pt x="3100" y="6670"/>
                      <a:pt x="6388" y="6576"/>
                      <a:pt x="9395" y="5543"/>
                    </a:cubicBezTo>
                    <a:cubicBezTo>
                      <a:pt x="12495" y="4509"/>
                      <a:pt x="15313" y="2724"/>
                      <a:pt x="1719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1" name="Forme libre : forme 1900">
                <a:extLst>
                  <a:ext uri="{FF2B5EF4-FFF2-40B4-BE49-F238E27FC236}">
                    <a16:creationId xmlns:a16="http://schemas.microsoft.com/office/drawing/2014/main" id="{EB12F5D2-3910-42A5-BFDD-EE0461FF03E9}"/>
                  </a:ext>
                </a:extLst>
              </p:cNvPr>
              <p:cNvSpPr/>
              <p:nvPr/>
            </p:nvSpPr>
            <p:spPr>
              <a:xfrm>
                <a:off x="4216814" y="4799225"/>
                <a:ext cx="11743" cy="5849"/>
              </a:xfrm>
              <a:custGeom>
                <a:avLst/>
                <a:gdLst>
                  <a:gd name="connsiteX0" fmla="*/ 11743 w 11743"/>
                  <a:gd name="connsiteY0" fmla="*/ 529 h 5849"/>
                  <a:gd name="connsiteX1" fmla="*/ 4979 w 11743"/>
                  <a:gd name="connsiteY1" fmla="*/ 717 h 5849"/>
                  <a:gd name="connsiteX2" fmla="*/ 0 w 11743"/>
                  <a:gd name="connsiteY2" fmla="*/ 5321 h 5849"/>
                  <a:gd name="connsiteX3" fmla="*/ 6764 w 11743"/>
                  <a:gd name="connsiteY3" fmla="*/ 5132 h 5849"/>
                  <a:gd name="connsiteX4" fmla="*/ 11743 w 11743"/>
                  <a:gd name="connsiteY4" fmla="*/ 529 h 5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3" h="5849">
                    <a:moveTo>
                      <a:pt x="11743" y="529"/>
                    </a:moveTo>
                    <a:cubicBezTo>
                      <a:pt x="9113" y="-410"/>
                      <a:pt x="6952" y="59"/>
                      <a:pt x="4979" y="717"/>
                    </a:cubicBezTo>
                    <a:cubicBezTo>
                      <a:pt x="3100" y="1562"/>
                      <a:pt x="1315" y="2784"/>
                      <a:pt x="0" y="5321"/>
                    </a:cubicBezTo>
                    <a:cubicBezTo>
                      <a:pt x="2630" y="6260"/>
                      <a:pt x="4791" y="5790"/>
                      <a:pt x="6764" y="5132"/>
                    </a:cubicBezTo>
                    <a:cubicBezTo>
                      <a:pt x="8643" y="4193"/>
                      <a:pt x="10428" y="2972"/>
                      <a:pt x="11743" y="52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2" name="Forme libre : forme 1901">
                <a:extLst>
                  <a:ext uri="{FF2B5EF4-FFF2-40B4-BE49-F238E27FC236}">
                    <a16:creationId xmlns:a16="http://schemas.microsoft.com/office/drawing/2014/main" id="{6EDCFF86-BA99-43EA-9360-374071D392F7}"/>
                  </a:ext>
                </a:extLst>
              </p:cNvPr>
              <p:cNvSpPr/>
              <p:nvPr/>
            </p:nvSpPr>
            <p:spPr>
              <a:xfrm>
                <a:off x="4250352" y="4947710"/>
                <a:ext cx="20198" cy="5132"/>
              </a:xfrm>
              <a:custGeom>
                <a:avLst/>
                <a:gdLst>
                  <a:gd name="connsiteX0" fmla="*/ 20198 w 20198"/>
                  <a:gd name="connsiteY0" fmla="*/ 101 h 5132"/>
                  <a:gd name="connsiteX1" fmla="*/ 10052 w 20198"/>
                  <a:gd name="connsiteY1" fmla="*/ 383 h 5132"/>
                  <a:gd name="connsiteX2" fmla="*/ 0 w 20198"/>
                  <a:gd name="connsiteY2" fmla="*/ 1886 h 5132"/>
                  <a:gd name="connsiteX3" fmla="*/ 10428 w 20198"/>
                  <a:gd name="connsiteY3" fmla="*/ 5081 h 5132"/>
                  <a:gd name="connsiteX4" fmla="*/ 20198 w 20198"/>
                  <a:gd name="connsiteY4" fmla="*/ 101 h 5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98" h="5132">
                    <a:moveTo>
                      <a:pt x="20198" y="101"/>
                    </a:moveTo>
                    <a:cubicBezTo>
                      <a:pt x="16347" y="-180"/>
                      <a:pt x="13246" y="195"/>
                      <a:pt x="10052" y="383"/>
                    </a:cubicBezTo>
                    <a:cubicBezTo>
                      <a:pt x="6858" y="759"/>
                      <a:pt x="3758" y="947"/>
                      <a:pt x="0" y="1886"/>
                    </a:cubicBezTo>
                    <a:cubicBezTo>
                      <a:pt x="2912" y="4517"/>
                      <a:pt x="6764" y="5362"/>
                      <a:pt x="10428" y="5081"/>
                    </a:cubicBezTo>
                    <a:cubicBezTo>
                      <a:pt x="14092" y="4704"/>
                      <a:pt x="17850" y="3296"/>
                      <a:pt x="20198" y="10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3" name="Forme libre : forme 1902">
                <a:extLst>
                  <a:ext uri="{FF2B5EF4-FFF2-40B4-BE49-F238E27FC236}">
                    <a16:creationId xmlns:a16="http://schemas.microsoft.com/office/drawing/2014/main" id="{E744BAD1-A26D-4A6B-BD0E-B30DAFC99D1B}"/>
                  </a:ext>
                </a:extLst>
              </p:cNvPr>
              <p:cNvSpPr/>
              <p:nvPr/>
            </p:nvSpPr>
            <p:spPr>
              <a:xfrm>
                <a:off x="4258244" y="4966877"/>
                <a:ext cx="19540" cy="5288"/>
              </a:xfrm>
              <a:custGeom>
                <a:avLst/>
                <a:gdLst>
                  <a:gd name="connsiteX0" fmla="*/ 19541 w 19540"/>
                  <a:gd name="connsiteY0" fmla="*/ 100 h 5288"/>
                  <a:gd name="connsiteX1" fmla="*/ 9676 w 19540"/>
                  <a:gd name="connsiteY1" fmla="*/ 476 h 5288"/>
                  <a:gd name="connsiteX2" fmla="*/ 0 w 19540"/>
                  <a:gd name="connsiteY2" fmla="*/ 2730 h 5288"/>
                  <a:gd name="connsiteX3" fmla="*/ 10240 w 19540"/>
                  <a:gd name="connsiteY3" fmla="*/ 5173 h 5288"/>
                  <a:gd name="connsiteX4" fmla="*/ 19541 w 19540"/>
                  <a:gd name="connsiteY4" fmla="*/ 100 h 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40" h="5288">
                    <a:moveTo>
                      <a:pt x="19541" y="100"/>
                    </a:moveTo>
                    <a:cubicBezTo>
                      <a:pt x="15783" y="-182"/>
                      <a:pt x="12777" y="193"/>
                      <a:pt x="9676" y="476"/>
                    </a:cubicBezTo>
                    <a:cubicBezTo>
                      <a:pt x="6576" y="945"/>
                      <a:pt x="3570" y="1415"/>
                      <a:pt x="0" y="2730"/>
                    </a:cubicBezTo>
                    <a:cubicBezTo>
                      <a:pt x="3006" y="5079"/>
                      <a:pt x="6764" y="5548"/>
                      <a:pt x="10240" y="5173"/>
                    </a:cubicBezTo>
                    <a:cubicBezTo>
                      <a:pt x="13810" y="4609"/>
                      <a:pt x="17286" y="3200"/>
                      <a:pt x="19541" y="10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4" name="Forme libre : forme 1903">
                <a:extLst>
                  <a:ext uri="{FF2B5EF4-FFF2-40B4-BE49-F238E27FC236}">
                    <a16:creationId xmlns:a16="http://schemas.microsoft.com/office/drawing/2014/main" id="{46102D40-A57C-4F2F-B4E0-FC9F5FBFB876}"/>
                  </a:ext>
                </a:extLst>
              </p:cNvPr>
              <p:cNvSpPr/>
              <p:nvPr/>
            </p:nvSpPr>
            <p:spPr>
              <a:xfrm>
                <a:off x="4261156" y="4780600"/>
                <a:ext cx="10521" cy="5782"/>
              </a:xfrm>
              <a:custGeom>
                <a:avLst/>
                <a:gdLst>
                  <a:gd name="connsiteX0" fmla="*/ 10522 w 10521"/>
                  <a:gd name="connsiteY0" fmla="*/ 834 h 5782"/>
                  <a:gd name="connsiteX1" fmla="*/ 4134 w 10521"/>
                  <a:gd name="connsiteY1" fmla="*/ 646 h 5782"/>
                  <a:gd name="connsiteX2" fmla="*/ 0 w 10521"/>
                  <a:gd name="connsiteY2" fmla="*/ 5531 h 5782"/>
                  <a:gd name="connsiteX3" fmla="*/ 6106 w 10521"/>
                  <a:gd name="connsiteY3" fmla="*/ 4968 h 5782"/>
                  <a:gd name="connsiteX4" fmla="*/ 10522 w 10521"/>
                  <a:gd name="connsiteY4" fmla="*/ 834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21" h="5782">
                    <a:moveTo>
                      <a:pt x="10522" y="834"/>
                    </a:moveTo>
                    <a:cubicBezTo>
                      <a:pt x="8173" y="-387"/>
                      <a:pt x="6012" y="-105"/>
                      <a:pt x="4134" y="646"/>
                    </a:cubicBezTo>
                    <a:cubicBezTo>
                      <a:pt x="2349" y="1586"/>
                      <a:pt x="658" y="2901"/>
                      <a:pt x="0" y="5531"/>
                    </a:cubicBezTo>
                    <a:cubicBezTo>
                      <a:pt x="2630" y="6095"/>
                      <a:pt x="4321" y="5626"/>
                      <a:pt x="6106" y="4968"/>
                    </a:cubicBezTo>
                    <a:cubicBezTo>
                      <a:pt x="7610" y="4122"/>
                      <a:pt x="9113" y="3089"/>
                      <a:pt x="10522" y="83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5" name="Forme libre : forme 1904">
                <a:extLst>
                  <a:ext uri="{FF2B5EF4-FFF2-40B4-BE49-F238E27FC236}">
                    <a16:creationId xmlns:a16="http://schemas.microsoft.com/office/drawing/2014/main" id="{0B5A1819-9434-4DFB-B4D6-F9B187B84887}"/>
                  </a:ext>
                </a:extLst>
              </p:cNvPr>
              <p:cNvSpPr/>
              <p:nvPr/>
            </p:nvSpPr>
            <p:spPr>
              <a:xfrm>
                <a:off x="4271726" y="4795478"/>
                <a:ext cx="8218" cy="4933"/>
              </a:xfrm>
              <a:custGeom>
                <a:avLst/>
                <a:gdLst>
                  <a:gd name="connsiteX0" fmla="*/ 8218 w 8218"/>
                  <a:gd name="connsiteY0" fmla="*/ 2678 h 4933"/>
                  <a:gd name="connsiteX1" fmla="*/ 3145 w 8218"/>
                  <a:gd name="connsiteY1" fmla="*/ 142 h 4933"/>
                  <a:gd name="connsiteX2" fmla="*/ 139 w 8218"/>
                  <a:gd name="connsiteY2" fmla="*/ 4933 h 4933"/>
                  <a:gd name="connsiteX3" fmla="*/ 4461 w 8218"/>
                  <a:gd name="connsiteY3" fmla="*/ 4651 h 4933"/>
                  <a:gd name="connsiteX4" fmla="*/ 8218 w 8218"/>
                  <a:gd name="connsiteY4" fmla="*/ 2678 h 4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8" h="4933">
                    <a:moveTo>
                      <a:pt x="8218" y="2678"/>
                    </a:moveTo>
                    <a:cubicBezTo>
                      <a:pt x="7561" y="330"/>
                      <a:pt x="5024" y="-328"/>
                      <a:pt x="3145" y="142"/>
                    </a:cubicBezTo>
                    <a:cubicBezTo>
                      <a:pt x="1266" y="706"/>
                      <a:pt x="-519" y="2491"/>
                      <a:pt x="139" y="4933"/>
                    </a:cubicBezTo>
                    <a:cubicBezTo>
                      <a:pt x="2488" y="4839"/>
                      <a:pt x="3427" y="4933"/>
                      <a:pt x="4461" y="4651"/>
                    </a:cubicBezTo>
                    <a:cubicBezTo>
                      <a:pt x="5494" y="4370"/>
                      <a:pt x="6152" y="3806"/>
                      <a:pt x="8218" y="2678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6" name="Forme libre : forme 1905">
                <a:extLst>
                  <a:ext uri="{FF2B5EF4-FFF2-40B4-BE49-F238E27FC236}">
                    <a16:creationId xmlns:a16="http://schemas.microsoft.com/office/drawing/2014/main" id="{D20E01DC-E06F-4ED8-951B-FA07D4C74BB2}"/>
                  </a:ext>
                </a:extLst>
              </p:cNvPr>
              <p:cNvSpPr/>
              <p:nvPr/>
            </p:nvSpPr>
            <p:spPr>
              <a:xfrm>
                <a:off x="4296192" y="4721005"/>
                <a:ext cx="8366" cy="6692"/>
              </a:xfrm>
              <a:custGeom>
                <a:avLst/>
                <a:gdLst>
                  <a:gd name="connsiteX0" fmla="*/ 8366 w 8366"/>
                  <a:gd name="connsiteY0" fmla="*/ 305 h 6692"/>
                  <a:gd name="connsiteX1" fmla="*/ 2542 w 8366"/>
                  <a:gd name="connsiteY1" fmla="*/ 1338 h 6692"/>
                  <a:gd name="connsiteX2" fmla="*/ 5 w 8366"/>
                  <a:gd name="connsiteY2" fmla="*/ 6693 h 6692"/>
                  <a:gd name="connsiteX3" fmla="*/ 5360 w 8366"/>
                  <a:gd name="connsiteY3" fmla="*/ 5002 h 6692"/>
                  <a:gd name="connsiteX4" fmla="*/ 8366 w 8366"/>
                  <a:gd name="connsiteY4" fmla="*/ 305 h 6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66" h="6692">
                    <a:moveTo>
                      <a:pt x="8366" y="305"/>
                    </a:moveTo>
                    <a:cubicBezTo>
                      <a:pt x="5924" y="-447"/>
                      <a:pt x="4045" y="305"/>
                      <a:pt x="2542" y="1338"/>
                    </a:cubicBezTo>
                    <a:cubicBezTo>
                      <a:pt x="1132" y="2559"/>
                      <a:pt x="-89" y="4156"/>
                      <a:pt x="5" y="6693"/>
                    </a:cubicBezTo>
                    <a:cubicBezTo>
                      <a:pt x="2542" y="6693"/>
                      <a:pt x="4045" y="5941"/>
                      <a:pt x="5360" y="5002"/>
                    </a:cubicBezTo>
                    <a:cubicBezTo>
                      <a:pt x="6581" y="3969"/>
                      <a:pt x="7709" y="2747"/>
                      <a:pt x="8366" y="305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7" name="Forme libre : forme 1906">
                <a:extLst>
                  <a:ext uri="{FF2B5EF4-FFF2-40B4-BE49-F238E27FC236}">
                    <a16:creationId xmlns:a16="http://schemas.microsoft.com/office/drawing/2014/main" id="{76820494-B49A-48D1-93AB-BCE9DDB49326}"/>
                  </a:ext>
                </a:extLst>
              </p:cNvPr>
              <p:cNvSpPr/>
              <p:nvPr/>
            </p:nvSpPr>
            <p:spPr>
              <a:xfrm>
                <a:off x="4300013" y="4740908"/>
                <a:ext cx="4111" cy="4111"/>
              </a:xfrm>
              <a:custGeom>
                <a:avLst/>
                <a:gdLst>
                  <a:gd name="connsiteX0" fmla="*/ 3606 w 4111"/>
                  <a:gd name="connsiteY0" fmla="*/ 506 h 4111"/>
                  <a:gd name="connsiteX1" fmla="*/ 412 w 4111"/>
                  <a:gd name="connsiteY1" fmla="*/ 412 h 4111"/>
                  <a:gd name="connsiteX2" fmla="*/ 506 w 4111"/>
                  <a:gd name="connsiteY2" fmla="*/ 3606 h 4111"/>
                  <a:gd name="connsiteX3" fmla="*/ 3700 w 4111"/>
                  <a:gd name="connsiteY3" fmla="*/ 3700 h 4111"/>
                  <a:gd name="connsiteX4" fmla="*/ 3606 w 4111"/>
                  <a:gd name="connsiteY4" fmla="*/ 506 h 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11" h="4111">
                    <a:moveTo>
                      <a:pt x="3606" y="506"/>
                    </a:moveTo>
                    <a:cubicBezTo>
                      <a:pt x="1821" y="-246"/>
                      <a:pt x="975" y="-58"/>
                      <a:pt x="412" y="412"/>
                    </a:cubicBezTo>
                    <a:cubicBezTo>
                      <a:pt x="-58" y="975"/>
                      <a:pt x="-246" y="1821"/>
                      <a:pt x="506" y="3606"/>
                    </a:cubicBezTo>
                    <a:cubicBezTo>
                      <a:pt x="2291" y="4357"/>
                      <a:pt x="3136" y="4169"/>
                      <a:pt x="3700" y="3700"/>
                    </a:cubicBezTo>
                    <a:cubicBezTo>
                      <a:pt x="4169" y="3136"/>
                      <a:pt x="4357" y="2291"/>
                      <a:pt x="3606" y="506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8" name="Forme libre : forme 1907">
                <a:extLst>
                  <a:ext uri="{FF2B5EF4-FFF2-40B4-BE49-F238E27FC236}">
                    <a16:creationId xmlns:a16="http://schemas.microsoft.com/office/drawing/2014/main" id="{B79BF0E3-F30E-4157-AB9A-44B405697467}"/>
                  </a:ext>
                </a:extLst>
              </p:cNvPr>
              <p:cNvSpPr/>
              <p:nvPr/>
            </p:nvSpPr>
            <p:spPr>
              <a:xfrm>
                <a:off x="4319965" y="4910046"/>
                <a:ext cx="5291" cy="4850"/>
              </a:xfrm>
              <a:custGeom>
                <a:avLst/>
                <a:gdLst>
                  <a:gd name="connsiteX0" fmla="*/ 4697 w 5291"/>
                  <a:gd name="connsiteY0" fmla="*/ 0 h 4850"/>
                  <a:gd name="connsiteX1" fmla="*/ 1221 w 5291"/>
                  <a:gd name="connsiteY1" fmla="*/ 564 h 4850"/>
                  <a:gd name="connsiteX2" fmla="*/ 0 w 5291"/>
                  <a:gd name="connsiteY2" fmla="*/ 3852 h 4850"/>
                  <a:gd name="connsiteX3" fmla="*/ 4228 w 5291"/>
                  <a:gd name="connsiteY3" fmla="*/ 4227 h 4850"/>
                  <a:gd name="connsiteX4" fmla="*/ 4697 w 5291"/>
                  <a:gd name="connsiteY4" fmla="*/ 0 h 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1" h="4850">
                    <a:moveTo>
                      <a:pt x="4697" y="0"/>
                    </a:moveTo>
                    <a:cubicBezTo>
                      <a:pt x="2630" y="0"/>
                      <a:pt x="1879" y="93"/>
                      <a:pt x="1221" y="564"/>
                    </a:cubicBezTo>
                    <a:cubicBezTo>
                      <a:pt x="658" y="1127"/>
                      <a:pt x="376" y="1785"/>
                      <a:pt x="0" y="3852"/>
                    </a:cubicBezTo>
                    <a:cubicBezTo>
                      <a:pt x="1597" y="5261"/>
                      <a:pt x="3194" y="4979"/>
                      <a:pt x="4228" y="4227"/>
                    </a:cubicBezTo>
                    <a:cubicBezTo>
                      <a:pt x="5167" y="3382"/>
                      <a:pt x="5825" y="1878"/>
                      <a:pt x="469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9" name="Forme libre : forme 1908">
                <a:extLst>
                  <a:ext uri="{FF2B5EF4-FFF2-40B4-BE49-F238E27FC236}">
                    <a16:creationId xmlns:a16="http://schemas.microsoft.com/office/drawing/2014/main" id="{AC12CB14-0095-4543-8713-914434A3CA5C}"/>
                  </a:ext>
                </a:extLst>
              </p:cNvPr>
              <p:cNvSpPr/>
              <p:nvPr/>
            </p:nvSpPr>
            <p:spPr>
              <a:xfrm>
                <a:off x="4290590" y="5040254"/>
                <a:ext cx="42245" cy="221616"/>
              </a:xfrm>
              <a:custGeom>
                <a:avLst/>
                <a:gdLst>
                  <a:gd name="connsiteX0" fmla="*/ 42246 w 42245"/>
                  <a:gd name="connsiteY0" fmla="*/ 221616 h 221616"/>
                  <a:gd name="connsiteX1" fmla="*/ 13780 w 42245"/>
                  <a:gd name="connsiteY1" fmla="*/ 194654 h 221616"/>
                  <a:gd name="connsiteX2" fmla="*/ 13874 w 42245"/>
                  <a:gd name="connsiteY2" fmla="*/ 152567 h 221616"/>
                  <a:gd name="connsiteX3" fmla="*/ 9271 w 42245"/>
                  <a:gd name="connsiteY3" fmla="*/ 78632 h 221616"/>
                  <a:gd name="connsiteX4" fmla="*/ 158 w 42245"/>
                  <a:gd name="connsiteY4" fmla="*/ 0 h 221616"/>
                  <a:gd name="connsiteX5" fmla="*/ 42246 w 42245"/>
                  <a:gd name="connsiteY5" fmla="*/ 221616 h 221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245" h="221616">
                    <a:moveTo>
                      <a:pt x="42246" y="221616"/>
                    </a:moveTo>
                    <a:cubicBezTo>
                      <a:pt x="28154" y="221616"/>
                      <a:pt x="17068" y="208370"/>
                      <a:pt x="13780" y="194654"/>
                    </a:cubicBezTo>
                    <a:cubicBezTo>
                      <a:pt x="10492" y="180939"/>
                      <a:pt x="12935" y="166659"/>
                      <a:pt x="13874" y="152567"/>
                    </a:cubicBezTo>
                    <a:cubicBezTo>
                      <a:pt x="15471" y="127859"/>
                      <a:pt x="12371" y="103152"/>
                      <a:pt x="9271" y="78632"/>
                    </a:cubicBezTo>
                    <a:cubicBezTo>
                      <a:pt x="6077" y="53455"/>
                      <a:pt x="-1157" y="24989"/>
                      <a:pt x="158" y="0"/>
                    </a:cubicBezTo>
                    <a:cubicBezTo>
                      <a:pt x="21578" y="17943"/>
                      <a:pt x="41964" y="221616"/>
                      <a:pt x="42246" y="221616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0" name="Forme libre : forme 1909">
                <a:extLst>
                  <a:ext uri="{FF2B5EF4-FFF2-40B4-BE49-F238E27FC236}">
                    <a16:creationId xmlns:a16="http://schemas.microsoft.com/office/drawing/2014/main" id="{E2993608-7232-4950-BE8C-555CB99AEC08}"/>
                  </a:ext>
                </a:extLst>
              </p:cNvPr>
              <p:cNvSpPr/>
              <p:nvPr/>
            </p:nvSpPr>
            <p:spPr>
              <a:xfrm>
                <a:off x="4353880" y="4981350"/>
                <a:ext cx="88866" cy="311992"/>
              </a:xfrm>
              <a:custGeom>
                <a:avLst/>
                <a:gdLst>
                  <a:gd name="connsiteX0" fmla="*/ 0 w 88866"/>
                  <a:gd name="connsiteY0" fmla="*/ 0 h 311992"/>
                  <a:gd name="connsiteX1" fmla="*/ 18977 w 88866"/>
                  <a:gd name="connsiteY1" fmla="*/ 58716 h 311992"/>
                  <a:gd name="connsiteX2" fmla="*/ 65198 w 88866"/>
                  <a:gd name="connsiteY2" fmla="*/ 189769 h 311992"/>
                  <a:gd name="connsiteX3" fmla="*/ 86524 w 88866"/>
                  <a:gd name="connsiteY3" fmla="*/ 249895 h 311992"/>
                  <a:gd name="connsiteX4" fmla="*/ 79102 w 88866"/>
                  <a:gd name="connsiteY4" fmla="*/ 311992 h 311992"/>
                  <a:gd name="connsiteX5" fmla="*/ 55616 w 88866"/>
                  <a:gd name="connsiteY5" fmla="*/ 205364 h 311992"/>
                  <a:gd name="connsiteX6" fmla="*/ 33632 w 88866"/>
                  <a:gd name="connsiteY6" fmla="*/ 153319 h 311992"/>
                  <a:gd name="connsiteX7" fmla="*/ 22923 w 88866"/>
                  <a:gd name="connsiteY7" fmla="*/ 112453 h 311992"/>
                  <a:gd name="connsiteX8" fmla="*/ 1503 w 88866"/>
                  <a:gd name="connsiteY8" fmla="*/ 16628 h 311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866" h="311992">
                    <a:moveTo>
                      <a:pt x="0" y="0"/>
                    </a:moveTo>
                    <a:cubicBezTo>
                      <a:pt x="6294" y="19541"/>
                      <a:pt x="12589" y="39175"/>
                      <a:pt x="18977" y="58716"/>
                    </a:cubicBezTo>
                    <a:cubicBezTo>
                      <a:pt x="33163" y="102776"/>
                      <a:pt x="47442" y="146930"/>
                      <a:pt x="65198" y="189769"/>
                    </a:cubicBezTo>
                    <a:cubicBezTo>
                      <a:pt x="73371" y="209498"/>
                      <a:pt x="82296" y="229038"/>
                      <a:pt x="86524" y="249895"/>
                    </a:cubicBezTo>
                    <a:cubicBezTo>
                      <a:pt x="90751" y="270750"/>
                      <a:pt x="89812" y="293579"/>
                      <a:pt x="79102" y="311992"/>
                    </a:cubicBezTo>
                    <a:cubicBezTo>
                      <a:pt x="77505" y="275447"/>
                      <a:pt x="69520" y="239185"/>
                      <a:pt x="55616" y="205364"/>
                    </a:cubicBezTo>
                    <a:cubicBezTo>
                      <a:pt x="48476" y="187890"/>
                      <a:pt x="39739" y="171168"/>
                      <a:pt x="33632" y="153319"/>
                    </a:cubicBezTo>
                    <a:cubicBezTo>
                      <a:pt x="29029" y="139979"/>
                      <a:pt x="26023" y="126262"/>
                      <a:pt x="22923" y="112453"/>
                    </a:cubicBezTo>
                    <a:cubicBezTo>
                      <a:pt x="15783" y="80511"/>
                      <a:pt x="8643" y="48570"/>
                      <a:pt x="1503" y="16628"/>
                    </a:cubicBezTo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1" name="Forme libre : forme 1910">
                <a:extLst>
                  <a:ext uri="{FF2B5EF4-FFF2-40B4-BE49-F238E27FC236}">
                    <a16:creationId xmlns:a16="http://schemas.microsoft.com/office/drawing/2014/main" id="{D4A0F2C0-17C6-486C-AD5F-D3A736F1295E}"/>
                  </a:ext>
                </a:extLst>
              </p:cNvPr>
              <p:cNvSpPr/>
              <p:nvPr/>
            </p:nvSpPr>
            <p:spPr>
              <a:xfrm>
                <a:off x="4404479" y="5018919"/>
                <a:ext cx="92309" cy="209694"/>
              </a:xfrm>
              <a:custGeom>
                <a:avLst/>
                <a:gdLst>
                  <a:gd name="connsiteX0" fmla="*/ 81957 w 92309"/>
                  <a:gd name="connsiteY0" fmla="*/ 131157 h 209694"/>
                  <a:gd name="connsiteX1" fmla="*/ 92291 w 92309"/>
                  <a:gd name="connsiteY1" fmla="*/ 166950 h 209694"/>
                  <a:gd name="connsiteX2" fmla="*/ 81487 w 92309"/>
                  <a:gd name="connsiteY2" fmla="*/ 209695 h 209694"/>
                  <a:gd name="connsiteX3" fmla="*/ 67396 w 92309"/>
                  <a:gd name="connsiteY3" fmla="*/ 142806 h 209694"/>
                  <a:gd name="connsiteX4" fmla="*/ 32824 w 92309"/>
                  <a:gd name="connsiteY4" fmla="*/ 82869 h 209694"/>
                  <a:gd name="connsiteX5" fmla="*/ 11217 w 92309"/>
                  <a:gd name="connsiteY5" fmla="*/ 38809 h 209694"/>
                  <a:gd name="connsiteX6" fmla="*/ 3231 w 92309"/>
                  <a:gd name="connsiteY6" fmla="*/ 9 h 209694"/>
                  <a:gd name="connsiteX7" fmla="*/ 27093 w 92309"/>
                  <a:gd name="connsiteY7" fmla="*/ 40124 h 209694"/>
                  <a:gd name="connsiteX8" fmla="*/ 54150 w 92309"/>
                  <a:gd name="connsiteY8" fmla="*/ 81930 h 209694"/>
                  <a:gd name="connsiteX9" fmla="*/ 81957 w 92309"/>
                  <a:gd name="connsiteY9" fmla="*/ 131157 h 209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309" h="209694">
                    <a:moveTo>
                      <a:pt x="81957" y="131157"/>
                    </a:moveTo>
                    <a:cubicBezTo>
                      <a:pt x="87312" y="142430"/>
                      <a:pt x="92009" y="154455"/>
                      <a:pt x="92291" y="166950"/>
                    </a:cubicBezTo>
                    <a:cubicBezTo>
                      <a:pt x="92667" y="181699"/>
                      <a:pt x="87030" y="195979"/>
                      <a:pt x="81487" y="209695"/>
                    </a:cubicBezTo>
                    <a:cubicBezTo>
                      <a:pt x="84118" y="186772"/>
                      <a:pt x="77354" y="163662"/>
                      <a:pt x="67396" y="142806"/>
                    </a:cubicBezTo>
                    <a:cubicBezTo>
                      <a:pt x="57438" y="121950"/>
                      <a:pt x="44285" y="102879"/>
                      <a:pt x="32824" y="82869"/>
                    </a:cubicBezTo>
                    <a:cubicBezTo>
                      <a:pt x="24745" y="68683"/>
                      <a:pt x="17511" y="53934"/>
                      <a:pt x="11217" y="38809"/>
                    </a:cubicBezTo>
                    <a:cubicBezTo>
                      <a:pt x="9338" y="34393"/>
                      <a:pt x="-6727" y="-649"/>
                      <a:pt x="3231" y="9"/>
                    </a:cubicBezTo>
                    <a:cubicBezTo>
                      <a:pt x="7741" y="291"/>
                      <a:pt x="23805" y="35051"/>
                      <a:pt x="27093" y="40124"/>
                    </a:cubicBezTo>
                    <a:cubicBezTo>
                      <a:pt x="35924" y="54122"/>
                      <a:pt x="45225" y="67931"/>
                      <a:pt x="54150" y="81930"/>
                    </a:cubicBezTo>
                    <a:cubicBezTo>
                      <a:pt x="64296" y="97806"/>
                      <a:pt x="73972" y="114059"/>
                      <a:pt x="81957" y="131157"/>
                    </a:cubicBezTo>
                    <a:close/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2" name="Forme libre : forme 1911">
                <a:extLst>
                  <a:ext uri="{FF2B5EF4-FFF2-40B4-BE49-F238E27FC236}">
                    <a16:creationId xmlns:a16="http://schemas.microsoft.com/office/drawing/2014/main" id="{2C3FF839-855B-48F9-B108-182DD019DE59}"/>
                  </a:ext>
                </a:extLst>
              </p:cNvPr>
              <p:cNvSpPr/>
              <p:nvPr/>
            </p:nvSpPr>
            <p:spPr>
              <a:xfrm>
                <a:off x="4171383" y="4619199"/>
                <a:ext cx="39511" cy="80973"/>
              </a:xfrm>
              <a:custGeom>
                <a:avLst/>
                <a:gdLst>
                  <a:gd name="connsiteX0" fmla="*/ 1370 w 39511"/>
                  <a:gd name="connsiteY0" fmla="*/ 4314 h 80973"/>
                  <a:gd name="connsiteX1" fmla="*/ 18656 w 39511"/>
                  <a:gd name="connsiteY1" fmla="*/ 274 h 80973"/>
                  <a:gd name="connsiteX2" fmla="*/ 21286 w 39511"/>
                  <a:gd name="connsiteY2" fmla="*/ 1402 h 80973"/>
                  <a:gd name="connsiteX3" fmla="*/ 22038 w 39511"/>
                  <a:gd name="connsiteY3" fmla="*/ 3375 h 80973"/>
                  <a:gd name="connsiteX4" fmla="*/ 39512 w 39511"/>
                  <a:gd name="connsiteY4" fmla="*/ 80973 h 80973"/>
                  <a:gd name="connsiteX5" fmla="*/ 14053 w 39511"/>
                  <a:gd name="connsiteY5" fmla="*/ 48374 h 80973"/>
                  <a:gd name="connsiteX6" fmla="*/ 430 w 39511"/>
                  <a:gd name="connsiteY6" fmla="*/ 8918 h 80973"/>
                  <a:gd name="connsiteX7" fmla="*/ 1370 w 39511"/>
                  <a:gd name="connsiteY7" fmla="*/ 4314 h 80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511" h="80973">
                    <a:moveTo>
                      <a:pt x="1370" y="4314"/>
                    </a:moveTo>
                    <a:cubicBezTo>
                      <a:pt x="6349" y="838"/>
                      <a:pt x="12643" y="-665"/>
                      <a:pt x="18656" y="274"/>
                    </a:cubicBezTo>
                    <a:cubicBezTo>
                      <a:pt x="19595" y="462"/>
                      <a:pt x="20723" y="650"/>
                      <a:pt x="21286" y="1402"/>
                    </a:cubicBezTo>
                    <a:cubicBezTo>
                      <a:pt x="21756" y="1965"/>
                      <a:pt x="21944" y="2623"/>
                      <a:pt x="22038" y="3375"/>
                    </a:cubicBezTo>
                    <a:cubicBezTo>
                      <a:pt x="27863" y="29303"/>
                      <a:pt x="30023" y="56172"/>
                      <a:pt x="39512" y="80973"/>
                    </a:cubicBezTo>
                    <a:cubicBezTo>
                      <a:pt x="28332" y="72706"/>
                      <a:pt x="20065" y="60963"/>
                      <a:pt x="14053" y="48374"/>
                    </a:cubicBezTo>
                    <a:cubicBezTo>
                      <a:pt x="8040" y="35786"/>
                      <a:pt x="4188" y="22352"/>
                      <a:pt x="430" y="8918"/>
                    </a:cubicBezTo>
                    <a:cubicBezTo>
                      <a:pt x="-603" y="6475"/>
                      <a:pt x="430" y="4784"/>
                      <a:pt x="1370" y="4314"/>
                    </a:cubicBezTo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3" name="Forme libre : forme 1912">
                <a:extLst>
                  <a:ext uri="{FF2B5EF4-FFF2-40B4-BE49-F238E27FC236}">
                    <a16:creationId xmlns:a16="http://schemas.microsoft.com/office/drawing/2014/main" id="{F1178C4C-60B4-4173-AA87-D83D3584FD4D}"/>
                  </a:ext>
                </a:extLst>
              </p:cNvPr>
              <p:cNvSpPr/>
              <p:nvPr/>
            </p:nvSpPr>
            <p:spPr>
              <a:xfrm>
                <a:off x="4160553" y="4440556"/>
                <a:ext cx="46351" cy="107236"/>
              </a:xfrm>
              <a:custGeom>
                <a:avLst/>
                <a:gdLst>
                  <a:gd name="connsiteX0" fmla="*/ 12670 w 46351"/>
                  <a:gd name="connsiteY0" fmla="*/ 327 h 107236"/>
                  <a:gd name="connsiteX1" fmla="*/ 14268 w 46351"/>
                  <a:gd name="connsiteY1" fmla="*/ 139 h 107236"/>
                  <a:gd name="connsiteX2" fmla="*/ 14831 w 46351"/>
                  <a:gd name="connsiteY2" fmla="*/ 985 h 107236"/>
                  <a:gd name="connsiteX3" fmla="*/ 45927 w 46351"/>
                  <a:gd name="connsiteY3" fmla="*/ 100943 h 107236"/>
                  <a:gd name="connsiteX4" fmla="*/ 45363 w 46351"/>
                  <a:gd name="connsiteY4" fmla="*/ 107237 h 107236"/>
                  <a:gd name="connsiteX5" fmla="*/ 36157 w 46351"/>
                  <a:gd name="connsiteY5" fmla="*/ 99721 h 107236"/>
                  <a:gd name="connsiteX6" fmla="*/ 19435 w 46351"/>
                  <a:gd name="connsiteY6" fmla="*/ 73605 h 107236"/>
                  <a:gd name="connsiteX7" fmla="*/ 13516 w 46351"/>
                  <a:gd name="connsiteY7" fmla="*/ 61298 h 107236"/>
                  <a:gd name="connsiteX8" fmla="*/ 10322 w 46351"/>
                  <a:gd name="connsiteY8" fmla="*/ 50682 h 107236"/>
                  <a:gd name="connsiteX9" fmla="*/ 2149 w 46351"/>
                  <a:gd name="connsiteY9" fmla="*/ 19868 h 107236"/>
                  <a:gd name="connsiteX10" fmla="*/ 1115 w 46351"/>
                  <a:gd name="connsiteY10" fmla="*/ 6716 h 107236"/>
                  <a:gd name="connsiteX11" fmla="*/ 12670 w 46351"/>
                  <a:gd name="connsiteY11" fmla="*/ 327 h 1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351" h="107236">
                    <a:moveTo>
                      <a:pt x="12670" y="327"/>
                    </a:moveTo>
                    <a:cubicBezTo>
                      <a:pt x="13140" y="45"/>
                      <a:pt x="13798" y="-142"/>
                      <a:pt x="14268" y="139"/>
                    </a:cubicBezTo>
                    <a:cubicBezTo>
                      <a:pt x="14549" y="327"/>
                      <a:pt x="14737" y="703"/>
                      <a:pt x="14831" y="985"/>
                    </a:cubicBezTo>
                    <a:cubicBezTo>
                      <a:pt x="28077" y="33302"/>
                      <a:pt x="38505" y="66841"/>
                      <a:pt x="45927" y="100943"/>
                    </a:cubicBezTo>
                    <a:cubicBezTo>
                      <a:pt x="46397" y="103103"/>
                      <a:pt x="46773" y="105640"/>
                      <a:pt x="45363" y="107237"/>
                    </a:cubicBezTo>
                    <a:cubicBezTo>
                      <a:pt x="41699" y="105546"/>
                      <a:pt x="38787" y="102727"/>
                      <a:pt x="36157" y="99721"/>
                    </a:cubicBezTo>
                    <a:cubicBezTo>
                      <a:pt x="29393" y="91924"/>
                      <a:pt x="24414" y="82717"/>
                      <a:pt x="19435" y="73605"/>
                    </a:cubicBezTo>
                    <a:cubicBezTo>
                      <a:pt x="17274" y="69565"/>
                      <a:pt x="15113" y="65619"/>
                      <a:pt x="13516" y="61298"/>
                    </a:cubicBezTo>
                    <a:cubicBezTo>
                      <a:pt x="12201" y="57822"/>
                      <a:pt x="11261" y="54252"/>
                      <a:pt x="10322" y="50682"/>
                    </a:cubicBezTo>
                    <a:cubicBezTo>
                      <a:pt x="7597" y="40442"/>
                      <a:pt x="4873" y="30108"/>
                      <a:pt x="2149" y="19868"/>
                    </a:cubicBezTo>
                    <a:cubicBezTo>
                      <a:pt x="1209" y="16298"/>
                      <a:pt x="-1515" y="10098"/>
                      <a:pt x="1115" y="6716"/>
                    </a:cubicBezTo>
                    <a:cubicBezTo>
                      <a:pt x="3464" y="3615"/>
                      <a:pt x="9382" y="2018"/>
                      <a:pt x="12670" y="327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4" name="Forme libre : forme 1913">
                <a:extLst>
                  <a:ext uri="{FF2B5EF4-FFF2-40B4-BE49-F238E27FC236}">
                    <a16:creationId xmlns:a16="http://schemas.microsoft.com/office/drawing/2014/main" id="{09566ED9-3846-4F2C-914E-3B0A2C0964EE}"/>
                  </a:ext>
                </a:extLst>
              </p:cNvPr>
              <p:cNvSpPr/>
              <p:nvPr/>
            </p:nvSpPr>
            <p:spPr>
              <a:xfrm>
                <a:off x="4195158" y="4371270"/>
                <a:ext cx="37814" cy="109164"/>
              </a:xfrm>
              <a:custGeom>
                <a:avLst/>
                <a:gdLst>
                  <a:gd name="connsiteX0" fmla="*/ 10382 w 37814"/>
                  <a:gd name="connsiteY0" fmla="*/ 0 h 109164"/>
                  <a:gd name="connsiteX1" fmla="*/ 22219 w 37814"/>
                  <a:gd name="connsiteY1" fmla="*/ 44248 h 109164"/>
                  <a:gd name="connsiteX2" fmla="*/ 25225 w 37814"/>
                  <a:gd name="connsiteY2" fmla="*/ 56555 h 109164"/>
                  <a:gd name="connsiteX3" fmla="*/ 28795 w 37814"/>
                  <a:gd name="connsiteY3" fmla="*/ 71305 h 109164"/>
                  <a:gd name="connsiteX4" fmla="*/ 37814 w 37814"/>
                  <a:gd name="connsiteY4" fmla="*/ 109165 h 109164"/>
                  <a:gd name="connsiteX5" fmla="*/ 10946 w 37814"/>
                  <a:gd name="connsiteY5" fmla="*/ 63695 h 109164"/>
                  <a:gd name="connsiteX6" fmla="*/ 2678 w 37814"/>
                  <a:gd name="connsiteY6" fmla="*/ 25741 h 109164"/>
                  <a:gd name="connsiteX7" fmla="*/ 424 w 37814"/>
                  <a:gd name="connsiteY7" fmla="*/ 10334 h 109164"/>
                  <a:gd name="connsiteX8" fmla="*/ 10382 w 37814"/>
                  <a:gd name="connsiteY8" fmla="*/ 0 h 109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14" h="109164">
                    <a:moveTo>
                      <a:pt x="10382" y="0"/>
                    </a:moveTo>
                    <a:cubicBezTo>
                      <a:pt x="14985" y="14562"/>
                      <a:pt x="18649" y="29405"/>
                      <a:pt x="22219" y="44248"/>
                    </a:cubicBezTo>
                    <a:cubicBezTo>
                      <a:pt x="23253" y="48382"/>
                      <a:pt x="24192" y="52422"/>
                      <a:pt x="25225" y="56555"/>
                    </a:cubicBezTo>
                    <a:cubicBezTo>
                      <a:pt x="26447" y="61440"/>
                      <a:pt x="27574" y="66325"/>
                      <a:pt x="28795" y="71305"/>
                    </a:cubicBezTo>
                    <a:cubicBezTo>
                      <a:pt x="31895" y="83893"/>
                      <a:pt x="34902" y="96482"/>
                      <a:pt x="37814" y="109165"/>
                    </a:cubicBezTo>
                    <a:cubicBezTo>
                      <a:pt x="24004" y="97797"/>
                      <a:pt x="15831" y="80887"/>
                      <a:pt x="10946" y="63695"/>
                    </a:cubicBezTo>
                    <a:cubicBezTo>
                      <a:pt x="7376" y="51200"/>
                      <a:pt x="5215" y="38424"/>
                      <a:pt x="2678" y="25741"/>
                    </a:cubicBezTo>
                    <a:cubicBezTo>
                      <a:pt x="1833" y="21419"/>
                      <a:pt x="-1079" y="14749"/>
                      <a:pt x="424" y="10334"/>
                    </a:cubicBezTo>
                    <a:cubicBezTo>
                      <a:pt x="1269" y="7892"/>
                      <a:pt x="10570" y="752"/>
                      <a:pt x="10382" y="0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44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3870789" y="4693213"/>
              <a:ext cx="363528" cy="363581"/>
              <a:chOff x="3138992" y="4313811"/>
              <a:chExt cx="487810" cy="487881"/>
            </a:xfrm>
            <a:solidFill>
              <a:srgbClr val="FC0606"/>
            </a:solidFill>
          </p:grpSpPr>
          <p:sp>
            <p:nvSpPr>
              <p:cNvPr id="2145" name="Forme libre : forme 2144">
                <a:extLst>
                  <a:ext uri="{FF2B5EF4-FFF2-40B4-BE49-F238E27FC236}">
                    <a16:creationId xmlns:a16="http://schemas.microsoft.com/office/drawing/2014/main" id="{54C71110-E2DF-4B3B-BC2F-68C0A1BFAEAB}"/>
                  </a:ext>
                </a:extLst>
              </p:cNvPr>
              <p:cNvSpPr/>
              <p:nvPr/>
            </p:nvSpPr>
            <p:spPr>
              <a:xfrm>
                <a:off x="3289105" y="4463994"/>
                <a:ext cx="187514" cy="187514"/>
              </a:xfrm>
              <a:custGeom>
                <a:avLst/>
                <a:gdLst>
                  <a:gd name="connsiteX0" fmla="*/ 187515 w 187514"/>
                  <a:gd name="connsiteY0" fmla="*/ 93757 h 187514"/>
                  <a:gd name="connsiteX1" fmla="*/ 93757 w 187514"/>
                  <a:gd name="connsiteY1" fmla="*/ 187515 h 187514"/>
                  <a:gd name="connsiteX2" fmla="*/ 0 w 187514"/>
                  <a:gd name="connsiteY2" fmla="*/ 93757 h 187514"/>
                  <a:gd name="connsiteX3" fmla="*/ 93757 w 187514"/>
                  <a:gd name="connsiteY3" fmla="*/ 0 h 187514"/>
                  <a:gd name="connsiteX4" fmla="*/ 187515 w 187514"/>
                  <a:gd name="connsiteY4" fmla="*/ 93757 h 187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514" h="187514">
                    <a:moveTo>
                      <a:pt x="187515" y="93757"/>
                    </a:moveTo>
                    <a:cubicBezTo>
                      <a:pt x="187515" y="145538"/>
                      <a:pt x="145538" y="187515"/>
                      <a:pt x="93757" y="187515"/>
                    </a:cubicBezTo>
                    <a:cubicBezTo>
                      <a:pt x="41977" y="187515"/>
                      <a:pt x="0" y="145538"/>
                      <a:pt x="0" y="93757"/>
                    </a:cubicBezTo>
                    <a:cubicBezTo>
                      <a:pt x="0" y="41976"/>
                      <a:pt x="41977" y="0"/>
                      <a:pt x="93757" y="0"/>
                    </a:cubicBezTo>
                    <a:cubicBezTo>
                      <a:pt x="145538" y="0"/>
                      <a:pt x="187515" y="41976"/>
                      <a:pt x="187515" y="93757"/>
                    </a:cubicBezTo>
                    <a:close/>
                  </a:path>
                </a:pathLst>
              </a:custGeom>
              <a:solidFill>
                <a:srgbClr val="FC0606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146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3243647" y="4501854"/>
                <a:ext cx="195018" cy="195159"/>
                <a:chOff x="3243647" y="4501854"/>
                <a:chExt cx="195018" cy="195159"/>
              </a:xfrm>
              <a:solidFill>
                <a:srgbClr val="FC0606"/>
              </a:solidFill>
            </p:grpSpPr>
            <p:sp>
              <p:nvSpPr>
                <p:cNvPr id="2147" name="Forme libre : forme 2146">
                  <a:extLst>
                    <a:ext uri="{FF2B5EF4-FFF2-40B4-BE49-F238E27FC236}">
                      <a16:creationId xmlns:a16="http://schemas.microsoft.com/office/drawing/2014/main" id="{D8E67507-10F8-40CB-BD41-71E241D106B6}"/>
                    </a:ext>
                  </a:extLst>
                </p:cNvPr>
                <p:cNvSpPr/>
                <p:nvPr/>
              </p:nvSpPr>
              <p:spPr>
                <a:xfrm>
                  <a:off x="3243647" y="4501854"/>
                  <a:ext cx="26105" cy="111700"/>
                </a:xfrm>
                <a:custGeom>
                  <a:avLst/>
                  <a:gdLst>
                    <a:gd name="connsiteX0" fmla="*/ 26011 w 26105"/>
                    <a:gd name="connsiteY0" fmla="*/ 97327 h 111700"/>
                    <a:gd name="connsiteX1" fmla="*/ 26105 w 26105"/>
                    <a:gd name="connsiteY1" fmla="*/ 14467 h 111700"/>
                    <a:gd name="connsiteX2" fmla="*/ 11638 w 26105"/>
                    <a:gd name="connsiteY2" fmla="*/ 0 h 111700"/>
                    <a:gd name="connsiteX3" fmla="*/ 11544 w 26105"/>
                    <a:gd name="connsiteY3" fmla="*/ 111701 h 111700"/>
                    <a:gd name="connsiteX4" fmla="*/ 26011 w 26105"/>
                    <a:gd name="connsiteY4" fmla="*/ 97327 h 111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05" h="111700">
                      <a:moveTo>
                        <a:pt x="26011" y="97327"/>
                      </a:moveTo>
                      <a:cubicBezTo>
                        <a:pt x="16335" y="70647"/>
                        <a:pt x="16335" y="41148"/>
                        <a:pt x="26105" y="14467"/>
                      </a:cubicBezTo>
                      <a:lnTo>
                        <a:pt x="11638" y="0"/>
                      </a:lnTo>
                      <a:cubicBezTo>
                        <a:pt x="-3863" y="35511"/>
                        <a:pt x="-3863" y="76189"/>
                        <a:pt x="11544" y="111701"/>
                      </a:cubicBezTo>
                      <a:lnTo>
                        <a:pt x="26011" y="97327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8" name="Forme libre : forme 2147">
                  <a:extLst>
                    <a:ext uri="{FF2B5EF4-FFF2-40B4-BE49-F238E27FC236}">
                      <a16:creationId xmlns:a16="http://schemas.microsoft.com/office/drawing/2014/main" id="{DFD36E73-3F7A-4B90-A287-84DEBF26A722}"/>
                    </a:ext>
                  </a:extLst>
                </p:cNvPr>
                <p:cNvSpPr/>
                <p:nvPr/>
              </p:nvSpPr>
              <p:spPr>
                <a:xfrm>
                  <a:off x="3326965" y="4670861"/>
                  <a:ext cx="111700" cy="26152"/>
                </a:xfrm>
                <a:custGeom>
                  <a:avLst/>
                  <a:gdLst>
                    <a:gd name="connsiteX0" fmla="*/ 97327 w 111700"/>
                    <a:gd name="connsiteY0" fmla="*/ 0 h 26152"/>
                    <a:gd name="connsiteX1" fmla="*/ 14468 w 111700"/>
                    <a:gd name="connsiteY1" fmla="*/ 94 h 26152"/>
                    <a:gd name="connsiteX2" fmla="*/ 0 w 111700"/>
                    <a:gd name="connsiteY2" fmla="*/ 14561 h 26152"/>
                    <a:gd name="connsiteX3" fmla="*/ 111701 w 111700"/>
                    <a:gd name="connsiteY3" fmla="*/ 14561 h 26152"/>
                    <a:gd name="connsiteX4" fmla="*/ 97327 w 111700"/>
                    <a:gd name="connsiteY4" fmla="*/ 0 h 26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700" h="26152">
                      <a:moveTo>
                        <a:pt x="97327" y="0"/>
                      </a:moveTo>
                      <a:cubicBezTo>
                        <a:pt x="70647" y="9676"/>
                        <a:pt x="41148" y="9770"/>
                        <a:pt x="14468" y="94"/>
                      </a:cubicBezTo>
                      <a:lnTo>
                        <a:pt x="0" y="14561"/>
                      </a:lnTo>
                      <a:cubicBezTo>
                        <a:pt x="35511" y="30063"/>
                        <a:pt x="76190" y="29969"/>
                        <a:pt x="111701" y="14561"/>
                      </a:cubicBezTo>
                      <a:lnTo>
                        <a:pt x="97327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149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3327059" y="4418501"/>
                <a:ext cx="195018" cy="195147"/>
                <a:chOff x="3327059" y="4418501"/>
                <a:chExt cx="195018" cy="195147"/>
              </a:xfrm>
              <a:solidFill>
                <a:srgbClr val="FC0606"/>
              </a:solidFill>
            </p:grpSpPr>
            <p:sp>
              <p:nvSpPr>
                <p:cNvPr id="2150" name="Forme libre : forme 2149">
                  <a:extLst>
                    <a:ext uri="{FF2B5EF4-FFF2-40B4-BE49-F238E27FC236}">
                      <a16:creationId xmlns:a16="http://schemas.microsoft.com/office/drawing/2014/main" id="{9F4E4EC1-3C0D-4802-AF63-C0A3699F16A2}"/>
                    </a:ext>
                  </a:extLst>
                </p:cNvPr>
                <p:cNvSpPr/>
                <p:nvPr/>
              </p:nvSpPr>
              <p:spPr>
                <a:xfrm>
                  <a:off x="3327059" y="4418501"/>
                  <a:ext cx="111700" cy="26140"/>
                </a:xfrm>
                <a:custGeom>
                  <a:avLst/>
                  <a:gdLst>
                    <a:gd name="connsiteX0" fmla="*/ 111701 w 111700"/>
                    <a:gd name="connsiteY0" fmla="*/ 11579 h 26140"/>
                    <a:gd name="connsiteX1" fmla="*/ 0 w 111700"/>
                    <a:gd name="connsiteY1" fmla="*/ 11673 h 26140"/>
                    <a:gd name="connsiteX2" fmla="*/ 14468 w 111700"/>
                    <a:gd name="connsiteY2" fmla="*/ 26140 h 26140"/>
                    <a:gd name="connsiteX3" fmla="*/ 97327 w 111700"/>
                    <a:gd name="connsiteY3" fmla="*/ 26046 h 26140"/>
                    <a:gd name="connsiteX4" fmla="*/ 111701 w 111700"/>
                    <a:gd name="connsiteY4" fmla="*/ 11579 h 2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700" h="26140">
                      <a:moveTo>
                        <a:pt x="111701" y="11579"/>
                      </a:moveTo>
                      <a:cubicBezTo>
                        <a:pt x="76189" y="-3922"/>
                        <a:pt x="35511" y="-3828"/>
                        <a:pt x="0" y="11673"/>
                      </a:cubicBezTo>
                      <a:lnTo>
                        <a:pt x="14468" y="26140"/>
                      </a:lnTo>
                      <a:cubicBezTo>
                        <a:pt x="41148" y="16464"/>
                        <a:pt x="70647" y="16370"/>
                        <a:pt x="97327" y="26046"/>
                      </a:cubicBezTo>
                      <a:lnTo>
                        <a:pt x="111701" y="11579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1" name="Forme libre : forme 2150">
                  <a:extLst>
                    <a:ext uri="{FF2B5EF4-FFF2-40B4-BE49-F238E27FC236}">
                      <a16:creationId xmlns:a16="http://schemas.microsoft.com/office/drawing/2014/main" id="{D75258DB-79D7-4230-B975-6A2B54262DF2}"/>
                    </a:ext>
                  </a:extLst>
                </p:cNvPr>
                <p:cNvSpPr/>
                <p:nvPr/>
              </p:nvSpPr>
              <p:spPr>
                <a:xfrm>
                  <a:off x="3495972" y="4501854"/>
                  <a:ext cx="26104" cy="111794"/>
                </a:xfrm>
                <a:custGeom>
                  <a:avLst/>
                  <a:gdLst>
                    <a:gd name="connsiteX0" fmla="*/ 14561 w 26104"/>
                    <a:gd name="connsiteY0" fmla="*/ 0 h 111794"/>
                    <a:gd name="connsiteX1" fmla="*/ 94 w 26104"/>
                    <a:gd name="connsiteY1" fmla="*/ 14467 h 111794"/>
                    <a:gd name="connsiteX2" fmla="*/ 0 w 26104"/>
                    <a:gd name="connsiteY2" fmla="*/ 97327 h 111794"/>
                    <a:gd name="connsiteX3" fmla="*/ 14467 w 26104"/>
                    <a:gd name="connsiteY3" fmla="*/ 111795 h 111794"/>
                    <a:gd name="connsiteX4" fmla="*/ 14561 w 26104"/>
                    <a:gd name="connsiteY4" fmla="*/ 0 h 111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04" h="111794">
                      <a:moveTo>
                        <a:pt x="14561" y="0"/>
                      </a:moveTo>
                      <a:lnTo>
                        <a:pt x="94" y="14467"/>
                      </a:lnTo>
                      <a:cubicBezTo>
                        <a:pt x="9770" y="41148"/>
                        <a:pt x="9770" y="70647"/>
                        <a:pt x="0" y="97327"/>
                      </a:cubicBezTo>
                      <a:lnTo>
                        <a:pt x="14467" y="111795"/>
                      </a:lnTo>
                      <a:cubicBezTo>
                        <a:pt x="29968" y="76189"/>
                        <a:pt x="29968" y="35511"/>
                        <a:pt x="14561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152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3187303" y="4460142"/>
                <a:ext cx="293261" cy="293038"/>
                <a:chOff x="3187303" y="4460142"/>
                <a:chExt cx="293261" cy="293038"/>
              </a:xfrm>
              <a:solidFill>
                <a:srgbClr val="FC0606"/>
              </a:solidFill>
            </p:grpSpPr>
            <p:sp>
              <p:nvSpPr>
                <p:cNvPr id="2153" name="Forme libre : forme 2152">
                  <a:extLst>
                    <a:ext uri="{FF2B5EF4-FFF2-40B4-BE49-F238E27FC236}">
                      <a16:creationId xmlns:a16="http://schemas.microsoft.com/office/drawing/2014/main" id="{EF0E5372-04DE-42BF-88EF-287ADA2BA4BD}"/>
                    </a:ext>
                  </a:extLst>
                </p:cNvPr>
                <p:cNvSpPr/>
                <p:nvPr/>
              </p:nvSpPr>
              <p:spPr>
                <a:xfrm>
                  <a:off x="3187303" y="4460142"/>
                  <a:ext cx="39891" cy="195405"/>
                </a:xfrm>
                <a:custGeom>
                  <a:avLst/>
                  <a:gdLst>
                    <a:gd name="connsiteX0" fmla="*/ 39891 w 39891"/>
                    <a:gd name="connsiteY0" fmla="*/ 181502 h 195405"/>
                    <a:gd name="connsiteX1" fmla="*/ 39798 w 39891"/>
                    <a:gd name="connsiteY1" fmla="*/ 13716 h 195405"/>
                    <a:gd name="connsiteX2" fmla="*/ 26082 w 39891"/>
                    <a:gd name="connsiteY2" fmla="*/ 0 h 195405"/>
                    <a:gd name="connsiteX3" fmla="*/ 25988 w 39891"/>
                    <a:gd name="connsiteY3" fmla="*/ 195406 h 195405"/>
                    <a:gd name="connsiteX4" fmla="*/ 39891 w 39891"/>
                    <a:gd name="connsiteY4" fmla="*/ 181502 h 195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891" h="195405">
                      <a:moveTo>
                        <a:pt x="39891" y="181502"/>
                      </a:moveTo>
                      <a:cubicBezTo>
                        <a:pt x="11802" y="129268"/>
                        <a:pt x="11708" y="65855"/>
                        <a:pt x="39798" y="13716"/>
                      </a:cubicBezTo>
                      <a:lnTo>
                        <a:pt x="26082" y="0"/>
                      </a:lnTo>
                      <a:cubicBezTo>
                        <a:pt x="-8678" y="60313"/>
                        <a:pt x="-8678" y="135187"/>
                        <a:pt x="25988" y="195406"/>
                      </a:cubicBezTo>
                      <a:lnTo>
                        <a:pt x="39891" y="181502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4" name="Forme libre : forme 2153">
                  <a:extLst>
                    <a:ext uri="{FF2B5EF4-FFF2-40B4-BE49-F238E27FC236}">
                      <a16:creationId xmlns:a16="http://schemas.microsoft.com/office/drawing/2014/main" id="{90F523A3-A0D1-4D8E-B685-686C1A9AB157}"/>
                    </a:ext>
                  </a:extLst>
                </p:cNvPr>
                <p:cNvSpPr/>
                <p:nvPr/>
              </p:nvSpPr>
              <p:spPr>
                <a:xfrm>
                  <a:off x="3285159" y="4713324"/>
                  <a:ext cx="195406" cy="39856"/>
                </a:xfrm>
                <a:custGeom>
                  <a:avLst/>
                  <a:gdLst>
                    <a:gd name="connsiteX0" fmla="*/ 181690 w 195406"/>
                    <a:gd name="connsiteY0" fmla="*/ 94 h 39856"/>
                    <a:gd name="connsiteX1" fmla="*/ 13904 w 195406"/>
                    <a:gd name="connsiteY1" fmla="*/ 0 h 39856"/>
                    <a:gd name="connsiteX2" fmla="*/ 0 w 195406"/>
                    <a:gd name="connsiteY2" fmla="*/ 13904 h 39856"/>
                    <a:gd name="connsiteX3" fmla="*/ 195406 w 195406"/>
                    <a:gd name="connsiteY3" fmla="*/ 13810 h 39856"/>
                    <a:gd name="connsiteX4" fmla="*/ 181690 w 195406"/>
                    <a:gd name="connsiteY4" fmla="*/ 94 h 39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5406" h="39856">
                      <a:moveTo>
                        <a:pt x="181690" y="94"/>
                      </a:moveTo>
                      <a:cubicBezTo>
                        <a:pt x="129456" y="28184"/>
                        <a:pt x="66043" y="28090"/>
                        <a:pt x="13904" y="0"/>
                      </a:cubicBezTo>
                      <a:lnTo>
                        <a:pt x="0" y="13904"/>
                      </a:lnTo>
                      <a:cubicBezTo>
                        <a:pt x="60219" y="48570"/>
                        <a:pt x="135093" y="48476"/>
                        <a:pt x="195406" y="13810"/>
                      </a:cubicBezTo>
                      <a:lnTo>
                        <a:pt x="181690" y="9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155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3285253" y="4362228"/>
                <a:ext cx="293073" cy="293132"/>
                <a:chOff x="3285253" y="4362228"/>
                <a:chExt cx="293073" cy="293132"/>
              </a:xfrm>
              <a:solidFill>
                <a:srgbClr val="FC0606"/>
              </a:solidFill>
            </p:grpSpPr>
            <p:sp>
              <p:nvSpPr>
                <p:cNvPr id="2156" name="Forme libre : forme 2155">
                  <a:extLst>
                    <a:ext uri="{FF2B5EF4-FFF2-40B4-BE49-F238E27FC236}">
                      <a16:creationId xmlns:a16="http://schemas.microsoft.com/office/drawing/2014/main" id="{9D331DEE-0409-4A13-8D45-E1A8E1795840}"/>
                    </a:ext>
                  </a:extLst>
                </p:cNvPr>
                <p:cNvSpPr/>
                <p:nvPr/>
              </p:nvSpPr>
              <p:spPr>
                <a:xfrm>
                  <a:off x="3285253" y="4362228"/>
                  <a:ext cx="195406" cy="39856"/>
                </a:xfrm>
                <a:custGeom>
                  <a:avLst/>
                  <a:gdLst>
                    <a:gd name="connsiteX0" fmla="*/ 195406 w 195406"/>
                    <a:gd name="connsiteY0" fmla="*/ 25952 h 39856"/>
                    <a:gd name="connsiteX1" fmla="*/ 0 w 195406"/>
                    <a:gd name="connsiteY1" fmla="*/ 26046 h 39856"/>
                    <a:gd name="connsiteX2" fmla="*/ 13716 w 195406"/>
                    <a:gd name="connsiteY2" fmla="*/ 39762 h 39856"/>
                    <a:gd name="connsiteX3" fmla="*/ 181502 w 195406"/>
                    <a:gd name="connsiteY3" fmla="*/ 39856 h 39856"/>
                    <a:gd name="connsiteX4" fmla="*/ 195406 w 195406"/>
                    <a:gd name="connsiteY4" fmla="*/ 25952 h 39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5406" h="39856">
                      <a:moveTo>
                        <a:pt x="195406" y="25952"/>
                      </a:moveTo>
                      <a:cubicBezTo>
                        <a:pt x="135187" y="-8713"/>
                        <a:pt x="60313" y="-8619"/>
                        <a:pt x="0" y="26046"/>
                      </a:cubicBezTo>
                      <a:lnTo>
                        <a:pt x="13716" y="39762"/>
                      </a:lnTo>
                      <a:cubicBezTo>
                        <a:pt x="65950" y="11673"/>
                        <a:pt x="129363" y="11767"/>
                        <a:pt x="181502" y="39856"/>
                      </a:cubicBezTo>
                      <a:lnTo>
                        <a:pt x="195406" y="25952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7" name="Forme libre : forme 2156">
                  <a:extLst>
                    <a:ext uri="{FF2B5EF4-FFF2-40B4-BE49-F238E27FC236}">
                      <a16:creationId xmlns:a16="http://schemas.microsoft.com/office/drawing/2014/main" id="{D45EFDAB-0DC5-4650-8A01-5B11573546FB}"/>
                    </a:ext>
                  </a:extLst>
                </p:cNvPr>
                <p:cNvSpPr/>
                <p:nvPr/>
              </p:nvSpPr>
              <p:spPr>
                <a:xfrm>
                  <a:off x="3538435" y="4459954"/>
                  <a:ext cx="39891" cy="195406"/>
                </a:xfrm>
                <a:custGeom>
                  <a:avLst/>
                  <a:gdLst>
                    <a:gd name="connsiteX0" fmla="*/ 13904 w 39891"/>
                    <a:gd name="connsiteY0" fmla="*/ 0 h 195406"/>
                    <a:gd name="connsiteX1" fmla="*/ 0 w 39891"/>
                    <a:gd name="connsiteY1" fmla="*/ 13904 h 195406"/>
                    <a:gd name="connsiteX2" fmla="*/ 94 w 39891"/>
                    <a:gd name="connsiteY2" fmla="*/ 181690 h 195406"/>
                    <a:gd name="connsiteX3" fmla="*/ 13810 w 39891"/>
                    <a:gd name="connsiteY3" fmla="*/ 195406 h 195406"/>
                    <a:gd name="connsiteX4" fmla="*/ 13904 w 39891"/>
                    <a:gd name="connsiteY4" fmla="*/ 0 h 195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891" h="195406">
                      <a:moveTo>
                        <a:pt x="13904" y="0"/>
                      </a:moveTo>
                      <a:lnTo>
                        <a:pt x="0" y="13904"/>
                      </a:lnTo>
                      <a:cubicBezTo>
                        <a:pt x="28090" y="66138"/>
                        <a:pt x="28184" y="129551"/>
                        <a:pt x="94" y="181690"/>
                      </a:cubicBezTo>
                      <a:lnTo>
                        <a:pt x="13810" y="195406"/>
                      </a:lnTo>
                      <a:cubicBezTo>
                        <a:pt x="48570" y="135093"/>
                        <a:pt x="48570" y="60219"/>
                        <a:pt x="13904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158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3138992" y="4424725"/>
                <a:ext cx="376896" cy="376967"/>
                <a:chOff x="3138992" y="4424725"/>
                <a:chExt cx="376896" cy="376967"/>
              </a:xfrm>
              <a:solidFill>
                <a:srgbClr val="FC0606"/>
              </a:solidFill>
            </p:grpSpPr>
            <p:sp>
              <p:nvSpPr>
                <p:cNvPr id="2159" name="Forme libre : forme 2158">
                  <a:extLst>
                    <a:ext uri="{FF2B5EF4-FFF2-40B4-BE49-F238E27FC236}">
                      <a16:creationId xmlns:a16="http://schemas.microsoft.com/office/drawing/2014/main" id="{6CDBAB59-9F4C-463D-A551-C5DF04DCD209}"/>
                    </a:ext>
                  </a:extLst>
                </p:cNvPr>
                <p:cNvSpPr/>
                <p:nvPr/>
              </p:nvSpPr>
              <p:spPr>
                <a:xfrm>
                  <a:off x="3138992" y="4424725"/>
                  <a:ext cx="52879" cy="265865"/>
                </a:xfrm>
                <a:custGeom>
                  <a:avLst/>
                  <a:gdLst>
                    <a:gd name="connsiteX0" fmla="*/ 52880 w 52879"/>
                    <a:gd name="connsiteY0" fmla="*/ 252243 h 265865"/>
                    <a:gd name="connsiteX1" fmla="*/ 52786 w 52879"/>
                    <a:gd name="connsiteY1" fmla="*/ 13622 h 265865"/>
                    <a:gd name="connsiteX2" fmla="*/ 39164 w 52879"/>
                    <a:gd name="connsiteY2" fmla="*/ 0 h 265865"/>
                    <a:gd name="connsiteX3" fmla="*/ 39257 w 52879"/>
                    <a:gd name="connsiteY3" fmla="*/ 265865 h 265865"/>
                    <a:gd name="connsiteX4" fmla="*/ 52880 w 52879"/>
                    <a:gd name="connsiteY4" fmla="*/ 252243 h 265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79" h="265865">
                      <a:moveTo>
                        <a:pt x="52880" y="252243"/>
                      </a:moveTo>
                      <a:cubicBezTo>
                        <a:pt x="7504" y="179529"/>
                        <a:pt x="7316" y="86336"/>
                        <a:pt x="52786" y="13622"/>
                      </a:cubicBezTo>
                      <a:lnTo>
                        <a:pt x="39164" y="0"/>
                      </a:lnTo>
                      <a:cubicBezTo>
                        <a:pt x="-13164" y="80511"/>
                        <a:pt x="-12976" y="185354"/>
                        <a:pt x="39257" y="265865"/>
                      </a:cubicBezTo>
                      <a:lnTo>
                        <a:pt x="52880" y="252243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0" name="Forme libre : forme 2159">
                  <a:extLst>
                    <a:ext uri="{FF2B5EF4-FFF2-40B4-BE49-F238E27FC236}">
                      <a16:creationId xmlns:a16="http://schemas.microsoft.com/office/drawing/2014/main" id="{3A526543-D376-400E-8A82-27FC33475BBF}"/>
                    </a:ext>
                  </a:extLst>
                </p:cNvPr>
                <p:cNvSpPr/>
                <p:nvPr/>
              </p:nvSpPr>
              <p:spPr>
                <a:xfrm>
                  <a:off x="3250024" y="4748742"/>
                  <a:ext cx="265864" cy="52949"/>
                </a:xfrm>
                <a:custGeom>
                  <a:avLst/>
                  <a:gdLst>
                    <a:gd name="connsiteX0" fmla="*/ 252243 w 265864"/>
                    <a:gd name="connsiteY0" fmla="*/ 94 h 52949"/>
                    <a:gd name="connsiteX1" fmla="*/ 13622 w 265864"/>
                    <a:gd name="connsiteY1" fmla="*/ 0 h 52949"/>
                    <a:gd name="connsiteX2" fmla="*/ 0 w 265864"/>
                    <a:gd name="connsiteY2" fmla="*/ 13622 h 52949"/>
                    <a:gd name="connsiteX3" fmla="*/ 265865 w 265864"/>
                    <a:gd name="connsiteY3" fmla="*/ 13716 h 52949"/>
                    <a:gd name="connsiteX4" fmla="*/ 252243 w 265864"/>
                    <a:gd name="connsiteY4" fmla="*/ 94 h 5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5864" h="52949">
                      <a:moveTo>
                        <a:pt x="252243" y="94"/>
                      </a:moveTo>
                      <a:cubicBezTo>
                        <a:pt x="179529" y="45563"/>
                        <a:pt x="86336" y="45375"/>
                        <a:pt x="13622" y="0"/>
                      </a:cubicBezTo>
                      <a:lnTo>
                        <a:pt x="0" y="13622"/>
                      </a:lnTo>
                      <a:cubicBezTo>
                        <a:pt x="80511" y="65949"/>
                        <a:pt x="185354" y="66138"/>
                        <a:pt x="265865" y="13716"/>
                      </a:cubicBezTo>
                      <a:lnTo>
                        <a:pt x="252243" y="9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161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3249836" y="4313811"/>
                <a:ext cx="376966" cy="376872"/>
                <a:chOff x="3249836" y="4313811"/>
                <a:chExt cx="376966" cy="376872"/>
              </a:xfrm>
              <a:solidFill>
                <a:srgbClr val="FC0606"/>
              </a:solidFill>
            </p:grpSpPr>
            <p:sp>
              <p:nvSpPr>
                <p:cNvPr id="2162" name="Forme libre : forme 2161">
                  <a:extLst>
                    <a:ext uri="{FF2B5EF4-FFF2-40B4-BE49-F238E27FC236}">
                      <a16:creationId xmlns:a16="http://schemas.microsoft.com/office/drawing/2014/main" id="{1276AA06-6EBB-4932-99A1-17CD1108F103}"/>
                    </a:ext>
                  </a:extLst>
                </p:cNvPr>
                <p:cNvSpPr/>
                <p:nvPr/>
              </p:nvSpPr>
              <p:spPr>
                <a:xfrm>
                  <a:off x="3573853" y="4424819"/>
                  <a:ext cx="52949" cy="265864"/>
                </a:xfrm>
                <a:custGeom>
                  <a:avLst/>
                  <a:gdLst>
                    <a:gd name="connsiteX0" fmla="*/ 13622 w 52949"/>
                    <a:gd name="connsiteY0" fmla="*/ 0 h 265864"/>
                    <a:gd name="connsiteX1" fmla="*/ 0 w 52949"/>
                    <a:gd name="connsiteY1" fmla="*/ 13622 h 265864"/>
                    <a:gd name="connsiteX2" fmla="*/ 94 w 52949"/>
                    <a:gd name="connsiteY2" fmla="*/ 252243 h 265864"/>
                    <a:gd name="connsiteX3" fmla="*/ 13716 w 52949"/>
                    <a:gd name="connsiteY3" fmla="*/ 265865 h 265864"/>
                    <a:gd name="connsiteX4" fmla="*/ 13622 w 52949"/>
                    <a:gd name="connsiteY4" fmla="*/ 0 h 265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949" h="265864">
                      <a:moveTo>
                        <a:pt x="13622" y="0"/>
                      </a:moveTo>
                      <a:lnTo>
                        <a:pt x="0" y="13622"/>
                      </a:lnTo>
                      <a:cubicBezTo>
                        <a:pt x="45376" y="86336"/>
                        <a:pt x="45563" y="179529"/>
                        <a:pt x="94" y="252243"/>
                      </a:cubicBezTo>
                      <a:lnTo>
                        <a:pt x="13716" y="265865"/>
                      </a:lnTo>
                      <a:cubicBezTo>
                        <a:pt x="66138" y="185354"/>
                        <a:pt x="65950" y="80605"/>
                        <a:pt x="13622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3" name="Forme libre : forme 2162">
                  <a:extLst>
                    <a:ext uri="{FF2B5EF4-FFF2-40B4-BE49-F238E27FC236}">
                      <a16:creationId xmlns:a16="http://schemas.microsoft.com/office/drawing/2014/main" id="{B49D65B5-F291-4FF5-AC91-7D5F7BF36B70}"/>
                    </a:ext>
                  </a:extLst>
                </p:cNvPr>
                <p:cNvSpPr/>
                <p:nvPr/>
              </p:nvSpPr>
              <p:spPr>
                <a:xfrm>
                  <a:off x="3249836" y="4313811"/>
                  <a:ext cx="265864" cy="52950"/>
                </a:xfrm>
                <a:custGeom>
                  <a:avLst/>
                  <a:gdLst>
                    <a:gd name="connsiteX0" fmla="*/ 265865 w 265864"/>
                    <a:gd name="connsiteY0" fmla="*/ 39328 h 52950"/>
                    <a:gd name="connsiteX1" fmla="*/ 0 w 265864"/>
                    <a:gd name="connsiteY1" fmla="*/ 39234 h 52950"/>
                    <a:gd name="connsiteX2" fmla="*/ 13622 w 265864"/>
                    <a:gd name="connsiteY2" fmla="*/ 52856 h 52950"/>
                    <a:gd name="connsiteX3" fmla="*/ 252243 w 265864"/>
                    <a:gd name="connsiteY3" fmla="*/ 52950 h 52950"/>
                    <a:gd name="connsiteX4" fmla="*/ 265865 w 265864"/>
                    <a:gd name="connsiteY4" fmla="*/ 39328 h 5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5864" h="52950">
                      <a:moveTo>
                        <a:pt x="265865" y="39328"/>
                      </a:moveTo>
                      <a:cubicBezTo>
                        <a:pt x="185354" y="-13000"/>
                        <a:pt x="80511" y="-13187"/>
                        <a:pt x="0" y="39234"/>
                      </a:cubicBezTo>
                      <a:lnTo>
                        <a:pt x="13622" y="52856"/>
                      </a:lnTo>
                      <a:cubicBezTo>
                        <a:pt x="86336" y="7387"/>
                        <a:pt x="179529" y="7574"/>
                        <a:pt x="252243" y="52950"/>
                      </a:cubicBezTo>
                      <a:lnTo>
                        <a:pt x="265865" y="39328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348" name="tension-headache-pain-illustration">
            <a:extLst>
              <a:ext uri="{FF2B5EF4-FFF2-40B4-BE49-F238E27FC236}">
                <a16:creationId xmlns:a16="http://schemas.microsoft.com/office/drawing/2014/main" id="{8E12F409-ADA1-44FC-862C-B1547BEBA13C}"/>
              </a:ext>
            </a:extLst>
          </p:cNvPr>
          <p:cNvGrpSpPr/>
          <p:nvPr/>
        </p:nvGrpSpPr>
        <p:grpSpPr>
          <a:xfrm>
            <a:off x="5643000" y="1579355"/>
            <a:ext cx="1363997" cy="2073447"/>
            <a:chOff x="5294657" y="1689462"/>
            <a:chExt cx="1363997" cy="2073447"/>
          </a:xfrm>
        </p:grpSpPr>
        <p:grpSp>
          <p:nvGrpSpPr>
            <p:cNvPr id="1625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5310612" y="1826332"/>
              <a:ext cx="1331946" cy="1898121"/>
              <a:chOff x="5071057" y="466813"/>
              <a:chExt cx="1787307" cy="2547042"/>
            </a:xfrm>
            <a:solidFill>
              <a:schemeClr val="accent1"/>
            </a:solidFill>
          </p:grpSpPr>
          <p:sp>
            <p:nvSpPr>
              <p:cNvPr id="1626" name="Forme libre : forme 1625">
                <a:extLst>
                  <a:ext uri="{FF2B5EF4-FFF2-40B4-BE49-F238E27FC236}">
                    <a16:creationId xmlns:a16="http://schemas.microsoft.com/office/drawing/2014/main" id="{03E2929F-D425-4E1D-A34A-A3F39A648321}"/>
                  </a:ext>
                </a:extLst>
              </p:cNvPr>
              <p:cNvSpPr/>
              <p:nvPr/>
            </p:nvSpPr>
            <p:spPr>
              <a:xfrm>
                <a:off x="5197505" y="1314530"/>
                <a:ext cx="216906" cy="482912"/>
              </a:xfrm>
              <a:custGeom>
                <a:avLst/>
                <a:gdLst>
                  <a:gd name="connsiteX0" fmla="*/ 124762 w 216906"/>
                  <a:gd name="connsiteY0" fmla="*/ 58197 h 482912"/>
                  <a:gd name="connsiteX1" fmla="*/ 27904 w 216906"/>
                  <a:gd name="connsiteY1" fmla="*/ 891 h 482912"/>
                  <a:gd name="connsiteX2" fmla="*/ 52894 w 216906"/>
                  <a:gd name="connsiteY2" fmla="*/ 329981 h 482912"/>
                  <a:gd name="connsiteX3" fmla="*/ 208092 w 216906"/>
                  <a:gd name="connsiteY3" fmla="*/ 437266 h 482912"/>
                  <a:gd name="connsiteX4" fmla="*/ 124762 w 216906"/>
                  <a:gd name="connsiteY4" fmla="*/ 58197 h 48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906" h="482912">
                    <a:moveTo>
                      <a:pt x="124762" y="58197"/>
                    </a:moveTo>
                    <a:cubicBezTo>
                      <a:pt x="124762" y="58197"/>
                      <a:pt x="83144" y="-8410"/>
                      <a:pt x="27904" y="891"/>
                    </a:cubicBezTo>
                    <a:cubicBezTo>
                      <a:pt x="-27241" y="10285"/>
                      <a:pt x="9115" y="199773"/>
                      <a:pt x="52894" y="329981"/>
                    </a:cubicBezTo>
                    <a:cubicBezTo>
                      <a:pt x="96672" y="460189"/>
                      <a:pt x="165346" y="537224"/>
                      <a:pt x="208092" y="437266"/>
                    </a:cubicBezTo>
                    <a:cubicBezTo>
                      <a:pt x="250742" y="337215"/>
                      <a:pt x="124762" y="58197"/>
                      <a:pt x="124762" y="58197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7" name="Forme libre : forme 1626">
                <a:extLst>
                  <a:ext uri="{FF2B5EF4-FFF2-40B4-BE49-F238E27FC236}">
                    <a16:creationId xmlns:a16="http://schemas.microsoft.com/office/drawing/2014/main" id="{FA0DE840-B255-403A-B910-586CBA5FE7E3}"/>
                  </a:ext>
                </a:extLst>
              </p:cNvPr>
              <p:cNvSpPr/>
              <p:nvPr/>
            </p:nvSpPr>
            <p:spPr>
              <a:xfrm>
                <a:off x="5197505" y="1314530"/>
                <a:ext cx="216906" cy="482912"/>
              </a:xfrm>
              <a:custGeom>
                <a:avLst/>
                <a:gdLst>
                  <a:gd name="connsiteX0" fmla="*/ 124762 w 216906"/>
                  <a:gd name="connsiteY0" fmla="*/ 58197 h 482912"/>
                  <a:gd name="connsiteX1" fmla="*/ 27904 w 216906"/>
                  <a:gd name="connsiteY1" fmla="*/ 891 h 482912"/>
                  <a:gd name="connsiteX2" fmla="*/ 52894 w 216906"/>
                  <a:gd name="connsiteY2" fmla="*/ 329981 h 482912"/>
                  <a:gd name="connsiteX3" fmla="*/ 208092 w 216906"/>
                  <a:gd name="connsiteY3" fmla="*/ 437266 h 482912"/>
                  <a:gd name="connsiteX4" fmla="*/ 124762 w 216906"/>
                  <a:gd name="connsiteY4" fmla="*/ 58197 h 48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906" h="482912">
                    <a:moveTo>
                      <a:pt x="124762" y="58197"/>
                    </a:moveTo>
                    <a:cubicBezTo>
                      <a:pt x="124762" y="58197"/>
                      <a:pt x="83144" y="-8410"/>
                      <a:pt x="27904" y="891"/>
                    </a:cubicBezTo>
                    <a:cubicBezTo>
                      <a:pt x="-27241" y="10285"/>
                      <a:pt x="9115" y="199773"/>
                      <a:pt x="52894" y="329981"/>
                    </a:cubicBezTo>
                    <a:cubicBezTo>
                      <a:pt x="96672" y="460189"/>
                      <a:pt x="165346" y="537224"/>
                      <a:pt x="208092" y="437266"/>
                    </a:cubicBezTo>
                    <a:cubicBezTo>
                      <a:pt x="250742" y="337215"/>
                      <a:pt x="124762" y="58197"/>
                      <a:pt x="124762" y="58197"/>
                    </a:cubicBezTo>
                    <a:close/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8" name="Forme libre : forme 1627">
                <a:extLst>
                  <a:ext uri="{FF2B5EF4-FFF2-40B4-BE49-F238E27FC236}">
                    <a16:creationId xmlns:a16="http://schemas.microsoft.com/office/drawing/2014/main" id="{2CB14399-DCAF-4FD7-8D1D-BD3576CDE055}"/>
                  </a:ext>
                </a:extLst>
              </p:cNvPr>
              <p:cNvSpPr/>
              <p:nvPr/>
            </p:nvSpPr>
            <p:spPr>
              <a:xfrm>
                <a:off x="5206344" y="1369461"/>
                <a:ext cx="99576" cy="113557"/>
              </a:xfrm>
              <a:custGeom>
                <a:avLst/>
                <a:gdLst>
                  <a:gd name="connsiteX0" fmla="*/ 99577 w 99576"/>
                  <a:gd name="connsiteY0" fmla="*/ 97962 h 113557"/>
                  <a:gd name="connsiteX1" fmla="*/ 13805 w 99576"/>
                  <a:gd name="connsiteY1" fmla="*/ 71 h 113557"/>
                  <a:gd name="connsiteX2" fmla="*/ 20099 w 99576"/>
                  <a:gd name="connsiteY2" fmla="*/ 113557 h 113557"/>
                  <a:gd name="connsiteX3" fmla="*/ 18032 w 99576"/>
                  <a:gd name="connsiteY3" fmla="*/ 13600 h 113557"/>
                  <a:gd name="connsiteX4" fmla="*/ 32594 w 99576"/>
                  <a:gd name="connsiteY4" fmla="*/ 34455 h 113557"/>
                  <a:gd name="connsiteX5" fmla="*/ 32594 w 99576"/>
                  <a:gd name="connsiteY5" fmla="*/ 96929 h 113557"/>
                  <a:gd name="connsiteX6" fmla="*/ 41988 w 99576"/>
                  <a:gd name="connsiteY6" fmla="*/ 30322 h 113557"/>
                  <a:gd name="connsiteX7" fmla="*/ 99577 w 99576"/>
                  <a:gd name="connsiteY7" fmla="*/ 97962 h 11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576" h="113557">
                    <a:moveTo>
                      <a:pt x="99577" y="97962"/>
                    </a:moveTo>
                    <a:cubicBezTo>
                      <a:pt x="95068" y="95895"/>
                      <a:pt x="48189" y="-3029"/>
                      <a:pt x="13805" y="71"/>
                    </a:cubicBezTo>
                    <a:cubicBezTo>
                      <a:pt x="-20579" y="3172"/>
                      <a:pt x="20099" y="113557"/>
                      <a:pt x="20099" y="113557"/>
                    </a:cubicBezTo>
                    <a:cubicBezTo>
                      <a:pt x="20099" y="113557"/>
                      <a:pt x="-1414" y="16700"/>
                      <a:pt x="18032" y="13600"/>
                    </a:cubicBezTo>
                    <a:cubicBezTo>
                      <a:pt x="37479" y="10405"/>
                      <a:pt x="32594" y="34455"/>
                      <a:pt x="32594" y="34455"/>
                    </a:cubicBezTo>
                    <a:cubicBezTo>
                      <a:pt x="32594" y="34455"/>
                      <a:pt x="30527" y="87534"/>
                      <a:pt x="32594" y="96929"/>
                    </a:cubicBezTo>
                    <a:cubicBezTo>
                      <a:pt x="32594" y="96929"/>
                      <a:pt x="36727" y="31355"/>
                      <a:pt x="41988" y="30322"/>
                    </a:cubicBezTo>
                    <a:cubicBezTo>
                      <a:pt x="47155" y="29288"/>
                      <a:pt x="99577" y="97962"/>
                      <a:pt x="99577" y="97962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9" name="Forme libre : forme 1628">
                <a:extLst>
                  <a:ext uri="{FF2B5EF4-FFF2-40B4-BE49-F238E27FC236}">
                    <a16:creationId xmlns:a16="http://schemas.microsoft.com/office/drawing/2014/main" id="{72EE2E95-F5F6-4A7E-AC79-687F8A5E95E8}"/>
                  </a:ext>
                </a:extLst>
              </p:cNvPr>
              <p:cNvSpPr/>
              <p:nvPr/>
            </p:nvSpPr>
            <p:spPr>
              <a:xfrm>
                <a:off x="6515263" y="1314530"/>
                <a:ext cx="216936" cy="482912"/>
              </a:xfrm>
              <a:custGeom>
                <a:avLst/>
                <a:gdLst>
                  <a:gd name="connsiteX0" fmla="*/ 92174 w 216936"/>
                  <a:gd name="connsiteY0" fmla="*/ 58197 h 482912"/>
                  <a:gd name="connsiteX1" fmla="*/ 189032 w 216936"/>
                  <a:gd name="connsiteY1" fmla="*/ 891 h 482912"/>
                  <a:gd name="connsiteX2" fmla="*/ 164042 w 216936"/>
                  <a:gd name="connsiteY2" fmla="*/ 329981 h 482912"/>
                  <a:gd name="connsiteX3" fmla="*/ 8845 w 216936"/>
                  <a:gd name="connsiteY3" fmla="*/ 437266 h 482912"/>
                  <a:gd name="connsiteX4" fmla="*/ 92174 w 216936"/>
                  <a:gd name="connsiteY4" fmla="*/ 58197 h 48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936" h="482912">
                    <a:moveTo>
                      <a:pt x="92174" y="58197"/>
                    </a:moveTo>
                    <a:cubicBezTo>
                      <a:pt x="92174" y="58197"/>
                      <a:pt x="133792" y="-8410"/>
                      <a:pt x="189032" y="891"/>
                    </a:cubicBezTo>
                    <a:cubicBezTo>
                      <a:pt x="244178" y="10285"/>
                      <a:pt x="207821" y="199773"/>
                      <a:pt x="164042" y="329981"/>
                    </a:cubicBezTo>
                    <a:cubicBezTo>
                      <a:pt x="120264" y="460189"/>
                      <a:pt x="51590" y="537224"/>
                      <a:pt x="8845" y="437266"/>
                    </a:cubicBezTo>
                    <a:cubicBezTo>
                      <a:pt x="-33900" y="337215"/>
                      <a:pt x="92174" y="58197"/>
                      <a:pt x="92174" y="58197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0" name="Forme libre : forme 1629">
                <a:extLst>
                  <a:ext uri="{FF2B5EF4-FFF2-40B4-BE49-F238E27FC236}">
                    <a16:creationId xmlns:a16="http://schemas.microsoft.com/office/drawing/2014/main" id="{FD1043DA-DEA8-4EF3-9EDD-DF70298EFCFE}"/>
                  </a:ext>
                </a:extLst>
              </p:cNvPr>
              <p:cNvSpPr/>
              <p:nvPr/>
            </p:nvSpPr>
            <p:spPr>
              <a:xfrm>
                <a:off x="6516232" y="1314530"/>
                <a:ext cx="216906" cy="482912"/>
              </a:xfrm>
              <a:custGeom>
                <a:avLst/>
                <a:gdLst>
                  <a:gd name="connsiteX0" fmla="*/ 92144 w 216906"/>
                  <a:gd name="connsiteY0" fmla="*/ 58197 h 482912"/>
                  <a:gd name="connsiteX1" fmla="*/ 189002 w 216906"/>
                  <a:gd name="connsiteY1" fmla="*/ 891 h 482912"/>
                  <a:gd name="connsiteX2" fmla="*/ 164012 w 216906"/>
                  <a:gd name="connsiteY2" fmla="*/ 329981 h 482912"/>
                  <a:gd name="connsiteX3" fmla="*/ 8815 w 216906"/>
                  <a:gd name="connsiteY3" fmla="*/ 437266 h 482912"/>
                  <a:gd name="connsiteX4" fmla="*/ 92144 w 216906"/>
                  <a:gd name="connsiteY4" fmla="*/ 58197 h 48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906" h="482912">
                    <a:moveTo>
                      <a:pt x="92144" y="58197"/>
                    </a:moveTo>
                    <a:cubicBezTo>
                      <a:pt x="92144" y="58197"/>
                      <a:pt x="133762" y="-8410"/>
                      <a:pt x="189002" y="891"/>
                    </a:cubicBezTo>
                    <a:cubicBezTo>
                      <a:pt x="244148" y="10285"/>
                      <a:pt x="207791" y="199773"/>
                      <a:pt x="164012" y="329981"/>
                    </a:cubicBezTo>
                    <a:cubicBezTo>
                      <a:pt x="120234" y="460189"/>
                      <a:pt x="51560" y="537224"/>
                      <a:pt x="8815" y="437266"/>
                    </a:cubicBezTo>
                    <a:cubicBezTo>
                      <a:pt x="-33836" y="337215"/>
                      <a:pt x="92144" y="58197"/>
                      <a:pt x="92144" y="58197"/>
                    </a:cubicBezTo>
                    <a:close/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1" name="Forme libre : forme 1630">
                <a:extLst>
                  <a:ext uri="{FF2B5EF4-FFF2-40B4-BE49-F238E27FC236}">
                    <a16:creationId xmlns:a16="http://schemas.microsoft.com/office/drawing/2014/main" id="{A6659363-1153-4569-A791-A0236CE5E57C}"/>
                  </a:ext>
                </a:extLst>
              </p:cNvPr>
              <p:cNvSpPr/>
              <p:nvPr/>
            </p:nvSpPr>
            <p:spPr>
              <a:xfrm>
                <a:off x="6623690" y="1369461"/>
                <a:ext cx="99576" cy="113557"/>
              </a:xfrm>
              <a:custGeom>
                <a:avLst/>
                <a:gdLst>
                  <a:gd name="connsiteX0" fmla="*/ 0 w 99576"/>
                  <a:gd name="connsiteY0" fmla="*/ 97962 h 113557"/>
                  <a:gd name="connsiteX1" fmla="*/ 85772 w 99576"/>
                  <a:gd name="connsiteY1" fmla="*/ 71 h 113557"/>
                  <a:gd name="connsiteX2" fmla="*/ 79478 w 99576"/>
                  <a:gd name="connsiteY2" fmla="*/ 113557 h 113557"/>
                  <a:gd name="connsiteX3" fmla="*/ 81544 w 99576"/>
                  <a:gd name="connsiteY3" fmla="*/ 13600 h 113557"/>
                  <a:gd name="connsiteX4" fmla="*/ 66983 w 99576"/>
                  <a:gd name="connsiteY4" fmla="*/ 34455 h 113557"/>
                  <a:gd name="connsiteX5" fmla="*/ 66983 w 99576"/>
                  <a:gd name="connsiteY5" fmla="*/ 96929 h 113557"/>
                  <a:gd name="connsiteX6" fmla="*/ 57588 w 99576"/>
                  <a:gd name="connsiteY6" fmla="*/ 30322 h 113557"/>
                  <a:gd name="connsiteX7" fmla="*/ 0 w 99576"/>
                  <a:gd name="connsiteY7" fmla="*/ 97962 h 11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576" h="113557">
                    <a:moveTo>
                      <a:pt x="0" y="97962"/>
                    </a:moveTo>
                    <a:cubicBezTo>
                      <a:pt x="4509" y="95895"/>
                      <a:pt x="51388" y="-3029"/>
                      <a:pt x="85772" y="71"/>
                    </a:cubicBezTo>
                    <a:cubicBezTo>
                      <a:pt x="120156" y="3172"/>
                      <a:pt x="79478" y="113557"/>
                      <a:pt x="79478" y="113557"/>
                    </a:cubicBezTo>
                    <a:cubicBezTo>
                      <a:pt x="79478" y="113557"/>
                      <a:pt x="100991" y="16700"/>
                      <a:pt x="81544" y="13600"/>
                    </a:cubicBezTo>
                    <a:cubicBezTo>
                      <a:pt x="62098" y="10405"/>
                      <a:pt x="66983" y="34455"/>
                      <a:pt x="66983" y="34455"/>
                    </a:cubicBezTo>
                    <a:cubicBezTo>
                      <a:pt x="66983" y="34455"/>
                      <a:pt x="69049" y="87534"/>
                      <a:pt x="66983" y="96929"/>
                    </a:cubicBezTo>
                    <a:cubicBezTo>
                      <a:pt x="66983" y="96929"/>
                      <a:pt x="62849" y="31355"/>
                      <a:pt x="57588" y="30322"/>
                    </a:cubicBezTo>
                    <a:cubicBezTo>
                      <a:pt x="52421" y="29288"/>
                      <a:pt x="0" y="97962"/>
                      <a:pt x="0" y="97962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2" name="Forme libre : forme 1631">
                <a:extLst>
                  <a:ext uri="{FF2B5EF4-FFF2-40B4-BE49-F238E27FC236}">
                    <a16:creationId xmlns:a16="http://schemas.microsoft.com/office/drawing/2014/main" id="{C9FEBA38-7DE0-43FA-960E-9E4F5DC85649}"/>
                  </a:ext>
                </a:extLst>
              </p:cNvPr>
              <p:cNvSpPr/>
              <p:nvPr/>
            </p:nvSpPr>
            <p:spPr>
              <a:xfrm>
                <a:off x="5071057" y="539621"/>
                <a:ext cx="1787307" cy="2474234"/>
              </a:xfrm>
              <a:custGeom>
                <a:avLst/>
                <a:gdLst>
                  <a:gd name="connsiteX0" fmla="*/ 1786932 w 1787307"/>
                  <a:gd name="connsiteY0" fmla="*/ 2474235 h 2474234"/>
                  <a:gd name="connsiteX1" fmla="*/ 1787308 w 1787307"/>
                  <a:gd name="connsiteY1" fmla="*/ 2197191 h 2474234"/>
                  <a:gd name="connsiteX2" fmla="*/ 1342101 w 1787307"/>
                  <a:gd name="connsiteY2" fmla="*/ 2000375 h 2474234"/>
                  <a:gd name="connsiteX3" fmla="*/ 1285828 w 1787307"/>
                  <a:gd name="connsiteY3" fmla="*/ 1675513 h 2474234"/>
                  <a:gd name="connsiteX4" fmla="*/ 1452957 w 1787307"/>
                  <a:gd name="connsiteY4" fmla="*/ 1212081 h 2474234"/>
                  <a:gd name="connsiteX5" fmla="*/ 1509230 w 1787307"/>
                  <a:gd name="connsiteY5" fmla="*/ 805956 h 2474234"/>
                  <a:gd name="connsiteX6" fmla="*/ 1465451 w 1787307"/>
                  <a:gd name="connsiteY6" fmla="*/ 397764 h 2474234"/>
                  <a:gd name="connsiteX7" fmla="*/ 903095 w 1787307"/>
                  <a:gd name="connsiteY7" fmla="*/ 0 h 2474234"/>
                  <a:gd name="connsiteX8" fmla="*/ 884212 w 1787307"/>
                  <a:gd name="connsiteY8" fmla="*/ 0 h 2474234"/>
                  <a:gd name="connsiteX9" fmla="*/ 321856 w 1787307"/>
                  <a:gd name="connsiteY9" fmla="*/ 397764 h 2474234"/>
                  <a:gd name="connsiteX10" fmla="*/ 278078 w 1787307"/>
                  <a:gd name="connsiteY10" fmla="*/ 805956 h 2474234"/>
                  <a:gd name="connsiteX11" fmla="*/ 334351 w 1787307"/>
                  <a:gd name="connsiteY11" fmla="*/ 1212081 h 2474234"/>
                  <a:gd name="connsiteX12" fmla="*/ 501480 w 1787307"/>
                  <a:gd name="connsiteY12" fmla="*/ 1675513 h 2474234"/>
                  <a:gd name="connsiteX13" fmla="*/ 445206 w 1787307"/>
                  <a:gd name="connsiteY13" fmla="*/ 2000375 h 2474234"/>
                  <a:gd name="connsiteX14" fmla="*/ 0 w 1787307"/>
                  <a:gd name="connsiteY14" fmla="*/ 2197191 h 2474234"/>
                  <a:gd name="connsiteX15" fmla="*/ 376 w 1787307"/>
                  <a:gd name="connsiteY15" fmla="*/ 2474235 h 2474234"/>
                  <a:gd name="connsiteX16" fmla="*/ 1786932 w 1787307"/>
                  <a:gd name="connsiteY16" fmla="*/ 2474235 h 247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87307" h="2474234">
                    <a:moveTo>
                      <a:pt x="1786932" y="2474235"/>
                    </a:moveTo>
                    <a:lnTo>
                      <a:pt x="1787308" y="2197191"/>
                    </a:lnTo>
                    <a:cubicBezTo>
                      <a:pt x="1787308" y="2197191"/>
                      <a:pt x="1426464" y="2059749"/>
                      <a:pt x="1342101" y="2000375"/>
                    </a:cubicBezTo>
                    <a:cubicBezTo>
                      <a:pt x="1257738" y="1941002"/>
                      <a:pt x="1285828" y="1675513"/>
                      <a:pt x="1285828" y="1675513"/>
                    </a:cubicBezTo>
                    <a:cubicBezTo>
                      <a:pt x="1460754" y="1439616"/>
                      <a:pt x="1425900" y="1299544"/>
                      <a:pt x="1452957" y="1212081"/>
                    </a:cubicBezTo>
                    <a:cubicBezTo>
                      <a:pt x="1480013" y="1124618"/>
                      <a:pt x="1509230" y="805956"/>
                      <a:pt x="1509230" y="805956"/>
                    </a:cubicBezTo>
                    <a:cubicBezTo>
                      <a:pt x="1509230" y="805956"/>
                      <a:pt x="1536286" y="639297"/>
                      <a:pt x="1465451" y="397764"/>
                    </a:cubicBezTo>
                    <a:cubicBezTo>
                      <a:pt x="1394617" y="156231"/>
                      <a:pt x="1184273" y="20762"/>
                      <a:pt x="903095" y="0"/>
                    </a:cubicBezTo>
                    <a:lnTo>
                      <a:pt x="884212" y="0"/>
                    </a:lnTo>
                    <a:cubicBezTo>
                      <a:pt x="603034" y="20856"/>
                      <a:pt x="392691" y="156231"/>
                      <a:pt x="321856" y="397764"/>
                    </a:cubicBezTo>
                    <a:cubicBezTo>
                      <a:pt x="251022" y="639391"/>
                      <a:pt x="278078" y="805956"/>
                      <a:pt x="278078" y="805956"/>
                    </a:cubicBezTo>
                    <a:cubicBezTo>
                      <a:pt x="278078" y="805956"/>
                      <a:pt x="307201" y="1124618"/>
                      <a:pt x="334351" y="1212081"/>
                    </a:cubicBezTo>
                    <a:cubicBezTo>
                      <a:pt x="361407" y="1299544"/>
                      <a:pt x="326554" y="1439616"/>
                      <a:pt x="501480" y="1675513"/>
                    </a:cubicBezTo>
                    <a:cubicBezTo>
                      <a:pt x="501480" y="1675513"/>
                      <a:pt x="529569" y="1941096"/>
                      <a:pt x="445206" y="2000375"/>
                    </a:cubicBezTo>
                    <a:cubicBezTo>
                      <a:pt x="360844" y="2059749"/>
                      <a:pt x="0" y="2197191"/>
                      <a:pt x="0" y="2197191"/>
                    </a:cubicBezTo>
                    <a:lnTo>
                      <a:pt x="376" y="2474235"/>
                    </a:lnTo>
                    <a:lnTo>
                      <a:pt x="1786932" y="2474235"/>
                    </a:ln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3" name="Forme libre : forme 1632">
                <a:extLst>
                  <a:ext uri="{FF2B5EF4-FFF2-40B4-BE49-F238E27FC236}">
                    <a16:creationId xmlns:a16="http://schemas.microsoft.com/office/drawing/2014/main" id="{B3E5F5CF-1788-4351-8489-674FC4F915D2}"/>
                  </a:ext>
                </a:extLst>
              </p:cNvPr>
              <p:cNvSpPr/>
              <p:nvPr/>
            </p:nvSpPr>
            <p:spPr>
              <a:xfrm>
                <a:off x="5540543" y="1464699"/>
                <a:ext cx="260647" cy="24065"/>
              </a:xfrm>
              <a:custGeom>
                <a:avLst/>
                <a:gdLst>
                  <a:gd name="connsiteX0" fmla="*/ 259905 w 260647"/>
                  <a:gd name="connsiteY0" fmla="*/ 18413 h 24065"/>
                  <a:gd name="connsiteX1" fmla="*/ 191701 w 260647"/>
                  <a:gd name="connsiteY1" fmla="*/ 15125 h 24065"/>
                  <a:gd name="connsiteX2" fmla="*/ 1368 w 260647"/>
                  <a:gd name="connsiteY2" fmla="*/ 0 h 24065"/>
                  <a:gd name="connsiteX3" fmla="*/ 18466 w 260647"/>
                  <a:gd name="connsiteY3" fmla="*/ 14655 h 24065"/>
                  <a:gd name="connsiteX4" fmla="*/ 191701 w 260647"/>
                  <a:gd name="connsiteY4" fmla="*/ 22641 h 24065"/>
                  <a:gd name="connsiteX5" fmla="*/ 259905 w 260647"/>
                  <a:gd name="connsiteY5" fmla="*/ 18413 h 24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647" h="24065">
                    <a:moveTo>
                      <a:pt x="259905" y="18413"/>
                    </a:moveTo>
                    <a:cubicBezTo>
                      <a:pt x="267797" y="11931"/>
                      <a:pt x="210584" y="12025"/>
                      <a:pt x="191701" y="15125"/>
                    </a:cubicBezTo>
                    <a:cubicBezTo>
                      <a:pt x="172724" y="18131"/>
                      <a:pt x="41576" y="19635"/>
                      <a:pt x="1368" y="0"/>
                    </a:cubicBezTo>
                    <a:cubicBezTo>
                      <a:pt x="1368" y="0"/>
                      <a:pt x="-7181" y="5449"/>
                      <a:pt x="18466" y="14655"/>
                    </a:cubicBezTo>
                    <a:cubicBezTo>
                      <a:pt x="44113" y="23862"/>
                      <a:pt x="178549" y="25835"/>
                      <a:pt x="191701" y="22641"/>
                    </a:cubicBezTo>
                    <a:cubicBezTo>
                      <a:pt x="204853" y="19353"/>
                      <a:pt x="246565" y="29405"/>
                      <a:pt x="259905" y="18413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634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5508654" y="1466672"/>
                <a:ext cx="248866" cy="68392"/>
                <a:chOff x="5508654" y="1466672"/>
                <a:chExt cx="248866" cy="68392"/>
              </a:xfrm>
              <a:solidFill>
                <a:srgbClr val="333333"/>
              </a:solidFill>
            </p:grpSpPr>
            <p:sp>
              <p:nvSpPr>
                <p:cNvPr id="1635" name="Forme libre : forme 1634">
                  <a:extLst>
                    <a:ext uri="{FF2B5EF4-FFF2-40B4-BE49-F238E27FC236}">
                      <a16:creationId xmlns:a16="http://schemas.microsoft.com/office/drawing/2014/main" id="{DAB6A2A6-504E-48BC-BBAA-B1EAD83CF37F}"/>
                    </a:ext>
                  </a:extLst>
                </p:cNvPr>
                <p:cNvSpPr/>
                <p:nvPr/>
              </p:nvSpPr>
              <p:spPr>
                <a:xfrm>
                  <a:off x="5508654" y="1466672"/>
                  <a:ext cx="41147" cy="13953"/>
                </a:xfrm>
                <a:custGeom>
                  <a:avLst/>
                  <a:gdLst>
                    <a:gd name="connsiteX0" fmla="*/ 41148 w 41147"/>
                    <a:gd name="connsiteY0" fmla="*/ 4134 h 13953"/>
                    <a:gd name="connsiteX1" fmla="*/ 20856 w 41147"/>
                    <a:gd name="connsiteY1" fmla="*/ 13340 h 13953"/>
                    <a:gd name="connsiteX2" fmla="*/ 10146 w 41147"/>
                    <a:gd name="connsiteY2" fmla="*/ 13904 h 13953"/>
                    <a:gd name="connsiteX3" fmla="*/ 0 w 41147"/>
                    <a:gd name="connsiteY3" fmla="*/ 11180 h 13953"/>
                    <a:gd name="connsiteX4" fmla="*/ 10146 w 41147"/>
                    <a:gd name="connsiteY4" fmla="*/ 12213 h 13953"/>
                    <a:gd name="connsiteX5" fmla="*/ 20198 w 41147"/>
                    <a:gd name="connsiteY5" fmla="*/ 10146 h 13953"/>
                    <a:gd name="connsiteX6" fmla="*/ 36075 w 41147"/>
                    <a:gd name="connsiteY6" fmla="*/ 0 h 13953"/>
                    <a:gd name="connsiteX7" fmla="*/ 41148 w 41147"/>
                    <a:gd name="connsiteY7" fmla="*/ 4134 h 13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1147" h="13953">
                      <a:moveTo>
                        <a:pt x="41148" y="4134"/>
                      </a:moveTo>
                      <a:cubicBezTo>
                        <a:pt x="35511" y="10146"/>
                        <a:pt x="27902" y="12495"/>
                        <a:pt x="20856" y="13340"/>
                      </a:cubicBezTo>
                      <a:cubicBezTo>
                        <a:pt x="17286" y="13716"/>
                        <a:pt x="13810" y="14092"/>
                        <a:pt x="10146" y="13904"/>
                      </a:cubicBezTo>
                      <a:cubicBezTo>
                        <a:pt x="6482" y="14186"/>
                        <a:pt x="3100" y="12683"/>
                        <a:pt x="0" y="11180"/>
                      </a:cubicBezTo>
                      <a:cubicBezTo>
                        <a:pt x="3382" y="12213"/>
                        <a:pt x="6764" y="13058"/>
                        <a:pt x="10146" y="12213"/>
                      </a:cubicBezTo>
                      <a:cubicBezTo>
                        <a:pt x="13434" y="11931"/>
                        <a:pt x="16910" y="10992"/>
                        <a:pt x="20198" y="10146"/>
                      </a:cubicBezTo>
                      <a:cubicBezTo>
                        <a:pt x="26680" y="8361"/>
                        <a:pt x="32787" y="4979"/>
                        <a:pt x="36075" y="0"/>
                      </a:cubicBezTo>
                      <a:lnTo>
                        <a:pt x="41148" y="4134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6" name="Forme libre : forme 1635">
                  <a:extLst>
                    <a:ext uri="{FF2B5EF4-FFF2-40B4-BE49-F238E27FC236}">
                      <a16:creationId xmlns:a16="http://schemas.microsoft.com/office/drawing/2014/main" id="{3A3A35EF-01B9-419E-BB51-A30438A816A2}"/>
                    </a:ext>
                  </a:extLst>
                </p:cNvPr>
                <p:cNvSpPr/>
                <p:nvPr/>
              </p:nvSpPr>
              <p:spPr>
                <a:xfrm>
                  <a:off x="5744269" y="1481234"/>
                  <a:ext cx="13252" cy="29874"/>
                </a:xfrm>
                <a:custGeom>
                  <a:avLst/>
                  <a:gdLst>
                    <a:gd name="connsiteX0" fmla="*/ 5261 w 13252"/>
                    <a:gd name="connsiteY0" fmla="*/ 0 h 29874"/>
                    <a:gd name="connsiteX1" fmla="*/ 11461 w 13252"/>
                    <a:gd name="connsiteY1" fmla="*/ 15031 h 29874"/>
                    <a:gd name="connsiteX2" fmla="*/ 13246 w 13252"/>
                    <a:gd name="connsiteY2" fmla="*/ 23017 h 29874"/>
                    <a:gd name="connsiteX3" fmla="*/ 9395 w 13252"/>
                    <a:gd name="connsiteY3" fmla="*/ 29875 h 29874"/>
                    <a:gd name="connsiteX4" fmla="*/ 11461 w 13252"/>
                    <a:gd name="connsiteY4" fmla="*/ 23111 h 29874"/>
                    <a:gd name="connsiteX5" fmla="*/ 8267 w 13252"/>
                    <a:gd name="connsiteY5" fmla="*/ 16440 h 29874"/>
                    <a:gd name="connsiteX6" fmla="*/ 0 w 13252"/>
                    <a:gd name="connsiteY6" fmla="*/ 3946 h 29874"/>
                    <a:gd name="connsiteX7" fmla="*/ 5261 w 13252"/>
                    <a:gd name="connsiteY7" fmla="*/ 0 h 29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252" h="29874">
                      <a:moveTo>
                        <a:pt x="5261" y="0"/>
                      </a:moveTo>
                      <a:cubicBezTo>
                        <a:pt x="8455" y="5167"/>
                        <a:pt x="9676" y="10146"/>
                        <a:pt x="11461" y="15031"/>
                      </a:cubicBezTo>
                      <a:cubicBezTo>
                        <a:pt x="12307" y="17380"/>
                        <a:pt x="13340" y="20198"/>
                        <a:pt x="13246" y="23017"/>
                      </a:cubicBezTo>
                      <a:cubicBezTo>
                        <a:pt x="13246" y="25835"/>
                        <a:pt x="11837" y="28747"/>
                        <a:pt x="9395" y="29875"/>
                      </a:cubicBezTo>
                      <a:cubicBezTo>
                        <a:pt x="11461" y="28184"/>
                        <a:pt x="11931" y="25459"/>
                        <a:pt x="11461" y="23111"/>
                      </a:cubicBezTo>
                      <a:cubicBezTo>
                        <a:pt x="10992" y="20762"/>
                        <a:pt x="9676" y="18695"/>
                        <a:pt x="8267" y="16440"/>
                      </a:cubicBezTo>
                      <a:cubicBezTo>
                        <a:pt x="5543" y="11931"/>
                        <a:pt x="3100" y="7140"/>
                        <a:pt x="0" y="3946"/>
                      </a:cubicBezTo>
                      <a:lnTo>
                        <a:pt x="526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7" name="Forme libre : forme 1636">
                  <a:extLst>
                    <a:ext uri="{FF2B5EF4-FFF2-40B4-BE49-F238E27FC236}">
                      <a16:creationId xmlns:a16="http://schemas.microsoft.com/office/drawing/2014/main" id="{5A367535-A15A-4D5F-9CDC-916F5ADB6156}"/>
                    </a:ext>
                  </a:extLst>
                </p:cNvPr>
                <p:cNvSpPr/>
                <p:nvPr/>
              </p:nvSpPr>
              <p:spPr>
                <a:xfrm>
                  <a:off x="5726701" y="1484334"/>
                  <a:ext cx="10747" cy="25741"/>
                </a:xfrm>
                <a:custGeom>
                  <a:avLst/>
                  <a:gdLst>
                    <a:gd name="connsiteX0" fmla="*/ 6294 w 10747"/>
                    <a:gd name="connsiteY0" fmla="*/ 0 h 25741"/>
                    <a:gd name="connsiteX1" fmla="*/ 10710 w 10747"/>
                    <a:gd name="connsiteY1" fmla="*/ 13246 h 25741"/>
                    <a:gd name="connsiteX2" fmla="*/ 7985 w 10747"/>
                    <a:gd name="connsiteY2" fmla="*/ 20574 h 25741"/>
                    <a:gd name="connsiteX3" fmla="*/ 3194 w 10747"/>
                    <a:gd name="connsiteY3" fmla="*/ 25741 h 25741"/>
                    <a:gd name="connsiteX4" fmla="*/ 6670 w 10747"/>
                    <a:gd name="connsiteY4" fmla="*/ 19635 h 25741"/>
                    <a:gd name="connsiteX5" fmla="*/ 7516 w 10747"/>
                    <a:gd name="connsiteY5" fmla="*/ 13810 h 25741"/>
                    <a:gd name="connsiteX6" fmla="*/ 0 w 10747"/>
                    <a:gd name="connsiteY6" fmla="*/ 1785 h 25741"/>
                    <a:gd name="connsiteX7" fmla="*/ 6294 w 10747"/>
                    <a:gd name="connsiteY7" fmla="*/ 0 h 25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747" h="25741">
                      <a:moveTo>
                        <a:pt x="6294" y="0"/>
                      </a:moveTo>
                      <a:cubicBezTo>
                        <a:pt x="6482" y="3382"/>
                        <a:pt x="10240" y="7704"/>
                        <a:pt x="10710" y="13246"/>
                      </a:cubicBezTo>
                      <a:cubicBezTo>
                        <a:pt x="10991" y="16065"/>
                        <a:pt x="9676" y="18883"/>
                        <a:pt x="7985" y="20574"/>
                      </a:cubicBezTo>
                      <a:cubicBezTo>
                        <a:pt x="6294" y="22359"/>
                        <a:pt x="4509" y="23768"/>
                        <a:pt x="3194" y="25741"/>
                      </a:cubicBezTo>
                      <a:cubicBezTo>
                        <a:pt x="4040" y="23486"/>
                        <a:pt x="5543" y="21607"/>
                        <a:pt x="6670" y="19635"/>
                      </a:cubicBezTo>
                      <a:cubicBezTo>
                        <a:pt x="7797" y="17662"/>
                        <a:pt x="8173" y="15689"/>
                        <a:pt x="7516" y="13810"/>
                      </a:cubicBezTo>
                      <a:cubicBezTo>
                        <a:pt x="6388" y="9864"/>
                        <a:pt x="2443" y="7422"/>
                        <a:pt x="0" y="1785"/>
                      </a:cubicBezTo>
                      <a:lnTo>
                        <a:pt x="6294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8" name="Forme libre : forme 1637">
                  <a:extLst>
                    <a:ext uri="{FF2B5EF4-FFF2-40B4-BE49-F238E27FC236}">
                      <a16:creationId xmlns:a16="http://schemas.microsoft.com/office/drawing/2014/main" id="{77C49504-E207-4EF1-B97E-34FA0845501D}"/>
                    </a:ext>
                  </a:extLst>
                </p:cNvPr>
                <p:cNvSpPr/>
                <p:nvPr/>
              </p:nvSpPr>
              <p:spPr>
                <a:xfrm>
                  <a:off x="5519737" y="1473718"/>
                  <a:ext cx="36640" cy="22627"/>
                </a:xfrm>
                <a:custGeom>
                  <a:avLst/>
                  <a:gdLst>
                    <a:gd name="connsiteX0" fmla="*/ 36641 w 36640"/>
                    <a:gd name="connsiteY0" fmla="*/ 0 h 22627"/>
                    <a:gd name="connsiteX1" fmla="*/ 31380 w 36640"/>
                    <a:gd name="connsiteY1" fmla="*/ 12119 h 22627"/>
                    <a:gd name="connsiteX2" fmla="*/ 20858 w 36640"/>
                    <a:gd name="connsiteY2" fmla="*/ 17944 h 22627"/>
                    <a:gd name="connsiteX3" fmla="*/ 10055 w 36640"/>
                    <a:gd name="connsiteY3" fmla="*/ 21514 h 22627"/>
                    <a:gd name="connsiteX4" fmla="*/ 4418 w 36640"/>
                    <a:gd name="connsiteY4" fmla="*/ 22547 h 22627"/>
                    <a:gd name="connsiteX5" fmla="*/ 2 w 36640"/>
                    <a:gd name="connsiteY5" fmla="*/ 19822 h 22627"/>
                    <a:gd name="connsiteX6" fmla="*/ 4324 w 36640"/>
                    <a:gd name="connsiteY6" fmla="*/ 21701 h 22627"/>
                    <a:gd name="connsiteX7" fmla="*/ 9585 w 36640"/>
                    <a:gd name="connsiteY7" fmla="*/ 19822 h 22627"/>
                    <a:gd name="connsiteX8" fmla="*/ 19449 w 36640"/>
                    <a:gd name="connsiteY8" fmla="*/ 14843 h 22627"/>
                    <a:gd name="connsiteX9" fmla="*/ 27716 w 36640"/>
                    <a:gd name="connsiteY9" fmla="*/ 8549 h 22627"/>
                    <a:gd name="connsiteX10" fmla="*/ 30065 w 36640"/>
                    <a:gd name="connsiteY10" fmla="*/ 0 h 22627"/>
                    <a:gd name="connsiteX11" fmla="*/ 36641 w 36640"/>
                    <a:gd name="connsiteY11" fmla="*/ 0 h 22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6640" h="22627">
                      <a:moveTo>
                        <a:pt x="36641" y="0"/>
                      </a:moveTo>
                      <a:cubicBezTo>
                        <a:pt x="36171" y="4885"/>
                        <a:pt x="34668" y="8455"/>
                        <a:pt x="31380" y="12119"/>
                      </a:cubicBezTo>
                      <a:cubicBezTo>
                        <a:pt x="28092" y="15125"/>
                        <a:pt x="24428" y="16534"/>
                        <a:pt x="20858" y="17944"/>
                      </a:cubicBezTo>
                      <a:cubicBezTo>
                        <a:pt x="17288" y="19353"/>
                        <a:pt x="13718" y="20574"/>
                        <a:pt x="10055" y="21514"/>
                      </a:cubicBezTo>
                      <a:cubicBezTo>
                        <a:pt x="8176" y="21983"/>
                        <a:pt x="6391" y="22359"/>
                        <a:pt x="4418" y="22547"/>
                      </a:cubicBezTo>
                      <a:cubicBezTo>
                        <a:pt x="2633" y="22923"/>
                        <a:pt x="-92" y="21983"/>
                        <a:pt x="2" y="19822"/>
                      </a:cubicBezTo>
                      <a:cubicBezTo>
                        <a:pt x="378" y="21889"/>
                        <a:pt x="2727" y="22265"/>
                        <a:pt x="4324" y="21701"/>
                      </a:cubicBezTo>
                      <a:cubicBezTo>
                        <a:pt x="6109" y="21232"/>
                        <a:pt x="7800" y="20574"/>
                        <a:pt x="9585" y="19822"/>
                      </a:cubicBezTo>
                      <a:cubicBezTo>
                        <a:pt x="12967" y="18413"/>
                        <a:pt x="16255" y="16722"/>
                        <a:pt x="19449" y="14843"/>
                      </a:cubicBezTo>
                      <a:cubicBezTo>
                        <a:pt x="22643" y="12964"/>
                        <a:pt x="25743" y="10992"/>
                        <a:pt x="27716" y="8549"/>
                      </a:cubicBezTo>
                      <a:cubicBezTo>
                        <a:pt x="29313" y="6482"/>
                        <a:pt x="30347" y="2630"/>
                        <a:pt x="30065" y="0"/>
                      </a:cubicBezTo>
                      <a:lnTo>
                        <a:pt x="3664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9" name="Forme libre : forme 1638">
                  <a:extLst>
                    <a:ext uri="{FF2B5EF4-FFF2-40B4-BE49-F238E27FC236}">
                      <a16:creationId xmlns:a16="http://schemas.microsoft.com/office/drawing/2014/main" id="{D3DF9D2A-A669-400E-A45E-B99F0869CB92}"/>
                    </a:ext>
                  </a:extLst>
                </p:cNvPr>
                <p:cNvSpPr/>
                <p:nvPr/>
              </p:nvSpPr>
              <p:spPr>
                <a:xfrm>
                  <a:off x="5640647" y="1483230"/>
                  <a:ext cx="28418" cy="51834"/>
                </a:xfrm>
                <a:custGeom>
                  <a:avLst/>
                  <a:gdLst>
                    <a:gd name="connsiteX0" fmla="*/ 22171 w 28418"/>
                    <a:gd name="connsiteY0" fmla="*/ 2325 h 51834"/>
                    <a:gd name="connsiteX1" fmla="*/ 22171 w 28418"/>
                    <a:gd name="connsiteY1" fmla="*/ 5237 h 51834"/>
                    <a:gd name="connsiteX2" fmla="*/ 23486 w 28418"/>
                    <a:gd name="connsiteY2" fmla="*/ 6459 h 51834"/>
                    <a:gd name="connsiteX3" fmla="*/ 26211 w 28418"/>
                    <a:gd name="connsiteY3" fmla="*/ 6177 h 51834"/>
                    <a:gd name="connsiteX4" fmla="*/ 27338 w 28418"/>
                    <a:gd name="connsiteY4" fmla="*/ 4016 h 51834"/>
                    <a:gd name="connsiteX5" fmla="*/ 27526 w 28418"/>
                    <a:gd name="connsiteY5" fmla="*/ 5801 h 51834"/>
                    <a:gd name="connsiteX6" fmla="*/ 27714 w 28418"/>
                    <a:gd name="connsiteY6" fmla="*/ 9747 h 51834"/>
                    <a:gd name="connsiteX7" fmla="*/ 27338 w 28418"/>
                    <a:gd name="connsiteY7" fmla="*/ 17638 h 51834"/>
                    <a:gd name="connsiteX8" fmla="*/ 23017 w 28418"/>
                    <a:gd name="connsiteY8" fmla="*/ 32763 h 51834"/>
                    <a:gd name="connsiteX9" fmla="*/ 0 w 28418"/>
                    <a:gd name="connsiteY9" fmla="*/ 51834 h 51834"/>
                    <a:gd name="connsiteX10" fmla="*/ 20010 w 28418"/>
                    <a:gd name="connsiteY10" fmla="*/ 31448 h 51834"/>
                    <a:gd name="connsiteX11" fmla="*/ 22453 w 28418"/>
                    <a:gd name="connsiteY11" fmla="*/ 17262 h 51834"/>
                    <a:gd name="connsiteX12" fmla="*/ 22077 w 28418"/>
                    <a:gd name="connsiteY12" fmla="*/ 10029 h 51834"/>
                    <a:gd name="connsiteX13" fmla="*/ 21514 w 28418"/>
                    <a:gd name="connsiteY13" fmla="*/ 6459 h 51834"/>
                    <a:gd name="connsiteX14" fmla="*/ 21138 w 28418"/>
                    <a:gd name="connsiteY14" fmla="*/ 4580 h 51834"/>
                    <a:gd name="connsiteX15" fmla="*/ 22735 w 28418"/>
                    <a:gd name="connsiteY15" fmla="*/ 634 h 51834"/>
                    <a:gd name="connsiteX16" fmla="*/ 26399 w 28418"/>
                    <a:gd name="connsiteY16" fmla="*/ 352 h 51834"/>
                    <a:gd name="connsiteX17" fmla="*/ 27996 w 28418"/>
                    <a:gd name="connsiteY17" fmla="*/ 1855 h 51834"/>
                    <a:gd name="connsiteX18" fmla="*/ 27996 w 28418"/>
                    <a:gd name="connsiteY18" fmla="*/ 5237 h 51834"/>
                    <a:gd name="connsiteX19" fmla="*/ 22171 w 28418"/>
                    <a:gd name="connsiteY19" fmla="*/ 2325 h 51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8418" h="51834">
                      <a:moveTo>
                        <a:pt x="22171" y="2325"/>
                      </a:moveTo>
                      <a:cubicBezTo>
                        <a:pt x="21701" y="2983"/>
                        <a:pt x="21701" y="4486"/>
                        <a:pt x="22171" y="5237"/>
                      </a:cubicBezTo>
                      <a:cubicBezTo>
                        <a:pt x="22641" y="5989"/>
                        <a:pt x="23110" y="6271"/>
                        <a:pt x="23486" y="6459"/>
                      </a:cubicBezTo>
                      <a:cubicBezTo>
                        <a:pt x="24144" y="6741"/>
                        <a:pt x="24989" y="6928"/>
                        <a:pt x="26211" y="6177"/>
                      </a:cubicBezTo>
                      <a:cubicBezTo>
                        <a:pt x="27902" y="4674"/>
                        <a:pt x="27244" y="3922"/>
                        <a:pt x="27338" y="4016"/>
                      </a:cubicBezTo>
                      <a:lnTo>
                        <a:pt x="27526" y="5801"/>
                      </a:lnTo>
                      <a:lnTo>
                        <a:pt x="27714" y="9747"/>
                      </a:lnTo>
                      <a:cubicBezTo>
                        <a:pt x="27714" y="12377"/>
                        <a:pt x="27620" y="15008"/>
                        <a:pt x="27338" y="17638"/>
                      </a:cubicBezTo>
                      <a:cubicBezTo>
                        <a:pt x="26680" y="22899"/>
                        <a:pt x="25365" y="28066"/>
                        <a:pt x="23017" y="32763"/>
                      </a:cubicBezTo>
                      <a:cubicBezTo>
                        <a:pt x="18507" y="42158"/>
                        <a:pt x="9958" y="49767"/>
                        <a:pt x="0" y="51834"/>
                      </a:cubicBezTo>
                      <a:cubicBezTo>
                        <a:pt x="9676" y="48734"/>
                        <a:pt x="16816" y="40467"/>
                        <a:pt x="20010" y="31448"/>
                      </a:cubicBezTo>
                      <a:cubicBezTo>
                        <a:pt x="21607" y="26845"/>
                        <a:pt x="22359" y="22054"/>
                        <a:pt x="22453" y="17262"/>
                      </a:cubicBezTo>
                      <a:cubicBezTo>
                        <a:pt x="22453" y="14820"/>
                        <a:pt x="22359" y="12471"/>
                        <a:pt x="22077" y="10029"/>
                      </a:cubicBezTo>
                      <a:lnTo>
                        <a:pt x="21514" y="6459"/>
                      </a:lnTo>
                      <a:lnTo>
                        <a:pt x="21138" y="4580"/>
                      </a:lnTo>
                      <a:cubicBezTo>
                        <a:pt x="21232" y="4016"/>
                        <a:pt x="20574" y="2513"/>
                        <a:pt x="22735" y="634"/>
                      </a:cubicBezTo>
                      <a:cubicBezTo>
                        <a:pt x="24238" y="-305"/>
                        <a:pt x="25459" y="-23"/>
                        <a:pt x="26399" y="352"/>
                      </a:cubicBezTo>
                      <a:cubicBezTo>
                        <a:pt x="26868" y="634"/>
                        <a:pt x="27526" y="916"/>
                        <a:pt x="27996" y="1855"/>
                      </a:cubicBezTo>
                      <a:cubicBezTo>
                        <a:pt x="28559" y="2701"/>
                        <a:pt x="28559" y="4486"/>
                        <a:pt x="27996" y="5237"/>
                      </a:cubicBezTo>
                      <a:lnTo>
                        <a:pt x="22171" y="232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0" name="Forme libre : forme 1639">
                  <a:extLst>
                    <a:ext uri="{FF2B5EF4-FFF2-40B4-BE49-F238E27FC236}">
                      <a16:creationId xmlns:a16="http://schemas.microsoft.com/office/drawing/2014/main" id="{89257792-635F-4280-B0AB-5B2AF260E22F}"/>
                    </a:ext>
                  </a:extLst>
                </p:cNvPr>
                <p:cNvSpPr/>
                <p:nvPr/>
              </p:nvSpPr>
              <p:spPr>
                <a:xfrm>
                  <a:off x="5547547" y="1481421"/>
                  <a:ext cx="44155" cy="44717"/>
                </a:xfrm>
                <a:custGeom>
                  <a:avLst/>
                  <a:gdLst>
                    <a:gd name="connsiteX0" fmla="*/ 44154 w 44155"/>
                    <a:gd name="connsiteY0" fmla="*/ 0 h 44717"/>
                    <a:gd name="connsiteX1" fmla="*/ 28747 w 44155"/>
                    <a:gd name="connsiteY1" fmla="*/ 29593 h 44717"/>
                    <a:gd name="connsiteX2" fmla="*/ 0 w 44155"/>
                    <a:gd name="connsiteY2" fmla="*/ 44718 h 44717"/>
                    <a:gd name="connsiteX3" fmla="*/ 26493 w 44155"/>
                    <a:gd name="connsiteY3" fmla="*/ 27150 h 44717"/>
                    <a:gd name="connsiteX4" fmla="*/ 37578 w 44155"/>
                    <a:gd name="connsiteY4" fmla="*/ 376 h 44717"/>
                    <a:gd name="connsiteX5" fmla="*/ 44154 w 44155"/>
                    <a:gd name="connsiteY5" fmla="*/ 0 h 44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155" h="44717">
                      <a:moveTo>
                        <a:pt x="44154" y="0"/>
                      </a:moveTo>
                      <a:cubicBezTo>
                        <a:pt x="44248" y="12307"/>
                        <a:pt x="37202" y="22641"/>
                        <a:pt x="28747" y="29593"/>
                      </a:cubicBezTo>
                      <a:cubicBezTo>
                        <a:pt x="20104" y="36639"/>
                        <a:pt x="9958" y="40678"/>
                        <a:pt x="0" y="44718"/>
                      </a:cubicBezTo>
                      <a:cubicBezTo>
                        <a:pt x="9489" y="39739"/>
                        <a:pt x="19071" y="34572"/>
                        <a:pt x="26493" y="27150"/>
                      </a:cubicBezTo>
                      <a:cubicBezTo>
                        <a:pt x="33820" y="19916"/>
                        <a:pt x="38705" y="9864"/>
                        <a:pt x="37578" y="376"/>
                      </a:cubicBezTo>
                      <a:lnTo>
                        <a:pt x="44154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1" name="Forme libre : forme 1640">
                  <a:extLst>
                    <a:ext uri="{FF2B5EF4-FFF2-40B4-BE49-F238E27FC236}">
                      <a16:creationId xmlns:a16="http://schemas.microsoft.com/office/drawing/2014/main" id="{31ABB39B-3E2B-4FE5-8EE5-DAE81FDA7F8C}"/>
                    </a:ext>
                  </a:extLst>
                </p:cNvPr>
                <p:cNvSpPr/>
                <p:nvPr/>
              </p:nvSpPr>
              <p:spPr>
                <a:xfrm>
                  <a:off x="5526973" y="1478791"/>
                  <a:ext cx="48957" cy="25640"/>
                </a:xfrm>
                <a:custGeom>
                  <a:avLst/>
                  <a:gdLst>
                    <a:gd name="connsiteX0" fmla="*/ 48946 w 48957"/>
                    <a:gd name="connsiteY0" fmla="*/ 0 h 25640"/>
                    <a:gd name="connsiteX1" fmla="*/ 45845 w 48957"/>
                    <a:gd name="connsiteY1" fmla="*/ 8549 h 25640"/>
                    <a:gd name="connsiteX2" fmla="*/ 40866 w 48957"/>
                    <a:gd name="connsiteY2" fmla="*/ 14374 h 25640"/>
                    <a:gd name="connsiteX3" fmla="*/ 28465 w 48957"/>
                    <a:gd name="connsiteY3" fmla="*/ 22641 h 25640"/>
                    <a:gd name="connsiteX4" fmla="*/ 0 w 48957"/>
                    <a:gd name="connsiteY4" fmla="*/ 23204 h 25640"/>
                    <a:gd name="connsiteX5" fmla="*/ 26962 w 48957"/>
                    <a:gd name="connsiteY5" fmla="*/ 19635 h 25640"/>
                    <a:gd name="connsiteX6" fmla="*/ 37203 w 48957"/>
                    <a:gd name="connsiteY6" fmla="*/ 10992 h 25640"/>
                    <a:gd name="connsiteX7" fmla="*/ 40866 w 48957"/>
                    <a:gd name="connsiteY7" fmla="*/ 5543 h 25640"/>
                    <a:gd name="connsiteX8" fmla="*/ 42369 w 48957"/>
                    <a:gd name="connsiteY8" fmla="*/ 845 h 25640"/>
                    <a:gd name="connsiteX9" fmla="*/ 48946 w 48957"/>
                    <a:gd name="connsiteY9" fmla="*/ 0 h 25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7" h="25640">
                      <a:moveTo>
                        <a:pt x="48946" y="0"/>
                      </a:moveTo>
                      <a:cubicBezTo>
                        <a:pt x="49133" y="4134"/>
                        <a:pt x="47067" y="6482"/>
                        <a:pt x="45845" y="8549"/>
                      </a:cubicBezTo>
                      <a:cubicBezTo>
                        <a:pt x="44342" y="10616"/>
                        <a:pt x="42745" y="12589"/>
                        <a:pt x="40866" y="14374"/>
                      </a:cubicBezTo>
                      <a:cubicBezTo>
                        <a:pt x="37203" y="17944"/>
                        <a:pt x="32975" y="20762"/>
                        <a:pt x="28465" y="22641"/>
                      </a:cubicBezTo>
                      <a:cubicBezTo>
                        <a:pt x="19259" y="26492"/>
                        <a:pt x="8925" y="26587"/>
                        <a:pt x="0" y="23204"/>
                      </a:cubicBezTo>
                      <a:cubicBezTo>
                        <a:pt x="9207" y="25459"/>
                        <a:pt x="19071" y="24144"/>
                        <a:pt x="26962" y="19635"/>
                      </a:cubicBezTo>
                      <a:cubicBezTo>
                        <a:pt x="30908" y="17380"/>
                        <a:pt x="34384" y="14467"/>
                        <a:pt x="37203" y="10992"/>
                      </a:cubicBezTo>
                      <a:cubicBezTo>
                        <a:pt x="38612" y="9300"/>
                        <a:pt x="39833" y="7422"/>
                        <a:pt x="40866" y="5543"/>
                      </a:cubicBezTo>
                      <a:cubicBezTo>
                        <a:pt x="41994" y="3570"/>
                        <a:pt x="42651" y="1597"/>
                        <a:pt x="42369" y="845"/>
                      </a:cubicBezTo>
                      <a:lnTo>
                        <a:pt x="48946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2" name="Forme libre : forme 1641">
                  <a:extLst>
                    <a:ext uri="{FF2B5EF4-FFF2-40B4-BE49-F238E27FC236}">
                      <a16:creationId xmlns:a16="http://schemas.microsoft.com/office/drawing/2014/main" id="{AF03070A-8092-4B67-9441-ECF32DDB502B}"/>
                    </a:ext>
                  </a:extLst>
                </p:cNvPr>
                <p:cNvSpPr/>
                <p:nvPr/>
              </p:nvSpPr>
              <p:spPr>
                <a:xfrm>
                  <a:off x="5612182" y="1484897"/>
                  <a:ext cx="27391" cy="45187"/>
                </a:xfrm>
                <a:custGeom>
                  <a:avLst/>
                  <a:gdLst>
                    <a:gd name="connsiteX0" fmla="*/ 27244 w 27391"/>
                    <a:gd name="connsiteY0" fmla="*/ 0 h 45187"/>
                    <a:gd name="connsiteX1" fmla="*/ 21983 w 27391"/>
                    <a:gd name="connsiteY1" fmla="*/ 28184 h 45187"/>
                    <a:gd name="connsiteX2" fmla="*/ 0 w 27391"/>
                    <a:gd name="connsiteY2" fmla="*/ 45188 h 45187"/>
                    <a:gd name="connsiteX3" fmla="*/ 19165 w 27391"/>
                    <a:gd name="connsiteY3" fmla="*/ 26587 h 45187"/>
                    <a:gd name="connsiteX4" fmla="*/ 20762 w 27391"/>
                    <a:gd name="connsiteY4" fmla="*/ 658 h 45187"/>
                    <a:gd name="connsiteX5" fmla="*/ 27244 w 27391"/>
                    <a:gd name="connsiteY5" fmla="*/ 0 h 4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391" h="45187">
                      <a:moveTo>
                        <a:pt x="27244" y="0"/>
                      </a:moveTo>
                      <a:cubicBezTo>
                        <a:pt x="27714" y="9301"/>
                        <a:pt x="27338" y="19729"/>
                        <a:pt x="21983" y="28184"/>
                      </a:cubicBezTo>
                      <a:cubicBezTo>
                        <a:pt x="16816" y="36545"/>
                        <a:pt x="8549" y="41900"/>
                        <a:pt x="0" y="45188"/>
                      </a:cubicBezTo>
                      <a:cubicBezTo>
                        <a:pt x="8173" y="40960"/>
                        <a:pt x="15407" y="34666"/>
                        <a:pt x="19165" y="26587"/>
                      </a:cubicBezTo>
                      <a:cubicBezTo>
                        <a:pt x="22923" y="18601"/>
                        <a:pt x="22265" y="9489"/>
                        <a:pt x="20762" y="658"/>
                      </a:cubicBezTo>
                      <a:lnTo>
                        <a:pt x="27244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3" name="Forme libre : forme 1642">
                  <a:extLst>
                    <a:ext uri="{FF2B5EF4-FFF2-40B4-BE49-F238E27FC236}">
                      <a16:creationId xmlns:a16="http://schemas.microsoft.com/office/drawing/2014/main" id="{7B25F12F-C9E6-431C-9CD4-13B519CD761B}"/>
                    </a:ext>
                  </a:extLst>
                </p:cNvPr>
                <p:cNvSpPr/>
                <p:nvPr/>
              </p:nvSpPr>
              <p:spPr>
                <a:xfrm>
                  <a:off x="5571691" y="1484240"/>
                  <a:ext cx="37765" cy="40490"/>
                </a:xfrm>
                <a:custGeom>
                  <a:avLst/>
                  <a:gdLst>
                    <a:gd name="connsiteX0" fmla="*/ 37766 w 37765"/>
                    <a:gd name="connsiteY0" fmla="*/ 282 h 40490"/>
                    <a:gd name="connsiteX1" fmla="*/ 24144 w 37765"/>
                    <a:gd name="connsiteY1" fmla="*/ 26023 h 40490"/>
                    <a:gd name="connsiteX2" fmla="*/ 0 w 37765"/>
                    <a:gd name="connsiteY2" fmla="*/ 40490 h 40490"/>
                    <a:gd name="connsiteX3" fmla="*/ 21795 w 37765"/>
                    <a:gd name="connsiteY3" fmla="*/ 23768 h 40490"/>
                    <a:gd name="connsiteX4" fmla="*/ 31190 w 37765"/>
                    <a:gd name="connsiteY4" fmla="*/ 0 h 40490"/>
                    <a:gd name="connsiteX5" fmla="*/ 37766 w 37765"/>
                    <a:gd name="connsiteY5" fmla="*/ 282 h 40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765" h="40490">
                      <a:moveTo>
                        <a:pt x="37766" y="282"/>
                      </a:moveTo>
                      <a:cubicBezTo>
                        <a:pt x="36826" y="10710"/>
                        <a:pt x="31190" y="19541"/>
                        <a:pt x="24144" y="26023"/>
                      </a:cubicBezTo>
                      <a:cubicBezTo>
                        <a:pt x="17004" y="32505"/>
                        <a:pt x="8643" y="37014"/>
                        <a:pt x="0" y="40490"/>
                      </a:cubicBezTo>
                      <a:cubicBezTo>
                        <a:pt x="8173" y="35981"/>
                        <a:pt x="15877" y="30626"/>
                        <a:pt x="21795" y="23768"/>
                      </a:cubicBezTo>
                      <a:cubicBezTo>
                        <a:pt x="27620" y="17004"/>
                        <a:pt x="31472" y="8361"/>
                        <a:pt x="31190" y="0"/>
                      </a:cubicBezTo>
                      <a:lnTo>
                        <a:pt x="37766" y="28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4" name="Forme libre : forme 1643">
                  <a:extLst>
                    <a:ext uri="{FF2B5EF4-FFF2-40B4-BE49-F238E27FC236}">
                      <a16:creationId xmlns:a16="http://schemas.microsoft.com/office/drawing/2014/main" id="{567D3A43-4AA9-4BEC-A72E-8FBB18C8DBFA}"/>
                    </a:ext>
                  </a:extLst>
                </p:cNvPr>
                <p:cNvSpPr/>
                <p:nvPr/>
              </p:nvSpPr>
              <p:spPr>
                <a:xfrm>
                  <a:off x="5538716" y="1481515"/>
                  <a:ext cx="44999" cy="21340"/>
                </a:xfrm>
                <a:custGeom>
                  <a:avLst/>
                  <a:gdLst>
                    <a:gd name="connsiteX0" fmla="*/ 45000 w 44999"/>
                    <a:gd name="connsiteY0" fmla="*/ 0 h 21340"/>
                    <a:gd name="connsiteX1" fmla="*/ 38799 w 44999"/>
                    <a:gd name="connsiteY1" fmla="*/ 13716 h 21340"/>
                    <a:gd name="connsiteX2" fmla="*/ 26305 w 44999"/>
                    <a:gd name="connsiteY2" fmla="*/ 20668 h 21340"/>
                    <a:gd name="connsiteX3" fmla="*/ 0 w 44999"/>
                    <a:gd name="connsiteY3" fmla="*/ 16159 h 21340"/>
                    <a:gd name="connsiteX4" fmla="*/ 25459 w 44999"/>
                    <a:gd name="connsiteY4" fmla="*/ 17474 h 21340"/>
                    <a:gd name="connsiteX5" fmla="*/ 38518 w 44999"/>
                    <a:gd name="connsiteY5" fmla="*/ 94 h 21340"/>
                    <a:gd name="connsiteX6" fmla="*/ 45000 w 44999"/>
                    <a:gd name="connsiteY6" fmla="*/ 0 h 21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999" h="21340">
                      <a:moveTo>
                        <a:pt x="45000" y="0"/>
                      </a:moveTo>
                      <a:cubicBezTo>
                        <a:pt x="44812" y="5449"/>
                        <a:pt x="42182" y="10240"/>
                        <a:pt x="38799" y="13716"/>
                      </a:cubicBezTo>
                      <a:cubicBezTo>
                        <a:pt x="35323" y="17192"/>
                        <a:pt x="30908" y="19635"/>
                        <a:pt x="26305" y="20668"/>
                      </a:cubicBezTo>
                      <a:cubicBezTo>
                        <a:pt x="17004" y="22641"/>
                        <a:pt x="7891" y="20010"/>
                        <a:pt x="0" y="16159"/>
                      </a:cubicBezTo>
                      <a:cubicBezTo>
                        <a:pt x="8267" y="18977"/>
                        <a:pt x="17474" y="20292"/>
                        <a:pt x="25459" y="17474"/>
                      </a:cubicBezTo>
                      <a:cubicBezTo>
                        <a:pt x="33163" y="14843"/>
                        <a:pt x="39269" y="7234"/>
                        <a:pt x="38518" y="94"/>
                      </a:cubicBezTo>
                      <a:lnTo>
                        <a:pt x="4500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5" name="Forme libre : forme 1644">
                  <a:extLst>
                    <a:ext uri="{FF2B5EF4-FFF2-40B4-BE49-F238E27FC236}">
                      <a16:creationId xmlns:a16="http://schemas.microsoft.com/office/drawing/2014/main" id="{85A58FAF-E6EB-4C42-A27D-4E838D7900DF}"/>
                    </a:ext>
                  </a:extLst>
                </p:cNvPr>
                <p:cNvSpPr/>
                <p:nvPr/>
              </p:nvSpPr>
              <p:spPr>
                <a:xfrm>
                  <a:off x="5668925" y="1484897"/>
                  <a:ext cx="13503" cy="44248"/>
                </a:xfrm>
                <a:custGeom>
                  <a:avLst/>
                  <a:gdLst>
                    <a:gd name="connsiteX0" fmla="*/ 10991 w 13503"/>
                    <a:gd name="connsiteY0" fmla="*/ 0 h 44248"/>
                    <a:gd name="connsiteX1" fmla="*/ 12401 w 13503"/>
                    <a:gd name="connsiteY1" fmla="*/ 24426 h 44248"/>
                    <a:gd name="connsiteX2" fmla="*/ 0 w 13503"/>
                    <a:gd name="connsiteY2" fmla="*/ 44248 h 44248"/>
                    <a:gd name="connsiteX3" fmla="*/ 9113 w 13503"/>
                    <a:gd name="connsiteY3" fmla="*/ 23862 h 44248"/>
                    <a:gd name="connsiteX4" fmla="*/ 5073 w 13503"/>
                    <a:gd name="connsiteY4" fmla="*/ 2818 h 44248"/>
                    <a:gd name="connsiteX5" fmla="*/ 10991 w 13503"/>
                    <a:gd name="connsiteY5" fmla="*/ 0 h 44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503" h="44248">
                      <a:moveTo>
                        <a:pt x="10991" y="0"/>
                      </a:moveTo>
                      <a:cubicBezTo>
                        <a:pt x="13998" y="8079"/>
                        <a:pt x="14092" y="16440"/>
                        <a:pt x="12401" y="24426"/>
                      </a:cubicBezTo>
                      <a:cubicBezTo>
                        <a:pt x="10522" y="32317"/>
                        <a:pt x="6012" y="39363"/>
                        <a:pt x="0" y="44248"/>
                      </a:cubicBezTo>
                      <a:cubicBezTo>
                        <a:pt x="5261" y="38518"/>
                        <a:pt x="8361" y="31190"/>
                        <a:pt x="9113" y="23862"/>
                      </a:cubicBezTo>
                      <a:cubicBezTo>
                        <a:pt x="9770" y="16534"/>
                        <a:pt x="8361" y="8831"/>
                        <a:pt x="5073" y="2818"/>
                      </a:cubicBezTo>
                      <a:lnTo>
                        <a:pt x="1099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6" name="Forme libre : forme 1645">
                  <a:extLst>
                    <a:ext uri="{FF2B5EF4-FFF2-40B4-BE49-F238E27FC236}">
                      <a16:creationId xmlns:a16="http://schemas.microsoft.com/office/drawing/2014/main" id="{E69E3CA9-1A4F-4568-BED9-AA0F439CD37D}"/>
                    </a:ext>
                  </a:extLst>
                </p:cNvPr>
                <p:cNvSpPr/>
                <p:nvPr/>
              </p:nvSpPr>
              <p:spPr>
                <a:xfrm>
                  <a:off x="5691002" y="1483112"/>
                  <a:ext cx="15017" cy="36732"/>
                </a:xfrm>
                <a:custGeom>
                  <a:avLst/>
                  <a:gdLst>
                    <a:gd name="connsiteX0" fmla="*/ 9206 w 15017"/>
                    <a:gd name="connsiteY0" fmla="*/ 0 h 36732"/>
                    <a:gd name="connsiteX1" fmla="*/ 12870 w 15017"/>
                    <a:gd name="connsiteY1" fmla="*/ 3288 h 36732"/>
                    <a:gd name="connsiteX2" fmla="*/ 13904 w 15017"/>
                    <a:gd name="connsiteY2" fmla="*/ 6012 h 36732"/>
                    <a:gd name="connsiteX3" fmla="*/ 14937 w 15017"/>
                    <a:gd name="connsiteY3" fmla="*/ 11461 h 36732"/>
                    <a:gd name="connsiteX4" fmla="*/ 13622 w 15017"/>
                    <a:gd name="connsiteY4" fmla="*/ 22077 h 36732"/>
                    <a:gd name="connsiteX5" fmla="*/ 0 w 15017"/>
                    <a:gd name="connsiteY5" fmla="*/ 36733 h 36732"/>
                    <a:gd name="connsiteX6" fmla="*/ 10428 w 15017"/>
                    <a:gd name="connsiteY6" fmla="*/ 21232 h 36732"/>
                    <a:gd name="connsiteX7" fmla="*/ 10052 w 15017"/>
                    <a:gd name="connsiteY7" fmla="*/ 12213 h 36732"/>
                    <a:gd name="connsiteX8" fmla="*/ 8549 w 15017"/>
                    <a:gd name="connsiteY8" fmla="*/ 8079 h 36732"/>
                    <a:gd name="connsiteX9" fmla="*/ 7703 w 15017"/>
                    <a:gd name="connsiteY9" fmla="*/ 6388 h 36732"/>
                    <a:gd name="connsiteX10" fmla="*/ 9206 w 15017"/>
                    <a:gd name="connsiteY10" fmla="*/ 0 h 36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17" h="36732">
                      <a:moveTo>
                        <a:pt x="9206" y="0"/>
                      </a:moveTo>
                      <a:cubicBezTo>
                        <a:pt x="11461" y="658"/>
                        <a:pt x="12401" y="2349"/>
                        <a:pt x="12870" y="3288"/>
                      </a:cubicBezTo>
                      <a:cubicBezTo>
                        <a:pt x="13340" y="4415"/>
                        <a:pt x="13622" y="5073"/>
                        <a:pt x="13904" y="6012"/>
                      </a:cubicBezTo>
                      <a:cubicBezTo>
                        <a:pt x="14467" y="7797"/>
                        <a:pt x="14749" y="9582"/>
                        <a:pt x="14937" y="11461"/>
                      </a:cubicBezTo>
                      <a:cubicBezTo>
                        <a:pt x="15219" y="15125"/>
                        <a:pt x="14749" y="18789"/>
                        <a:pt x="13622" y="22077"/>
                      </a:cubicBezTo>
                      <a:cubicBezTo>
                        <a:pt x="11273" y="28841"/>
                        <a:pt x="6106" y="34102"/>
                        <a:pt x="0" y="36733"/>
                      </a:cubicBezTo>
                      <a:cubicBezTo>
                        <a:pt x="5636" y="33163"/>
                        <a:pt x="9488" y="27338"/>
                        <a:pt x="10428" y="21232"/>
                      </a:cubicBezTo>
                      <a:cubicBezTo>
                        <a:pt x="10897" y="18225"/>
                        <a:pt x="10804" y="15125"/>
                        <a:pt x="10052" y="12213"/>
                      </a:cubicBezTo>
                      <a:cubicBezTo>
                        <a:pt x="9676" y="10804"/>
                        <a:pt x="9206" y="9395"/>
                        <a:pt x="8549" y="8079"/>
                      </a:cubicBezTo>
                      <a:cubicBezTo>
                        <a:pt x="8079" y="6670"/>
                        <a:pt x="6576" y="5449"/>
                        <a:pt x="7703" y="6388"/>
                      </a:cubicBezTo>
                      <a:lnTo>
                        <a:pt x="9206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7" name="Forme libre : forme 1646">
                  <a:extLst>
                    <a:ext uri="{FF2B5EF4-FFF2-40B4-BE49-F238E27FC236}">
                      <a16:creationId xmlns:a16="http://schemas.microsoft.com/office/drawing/2014/main" id="{E4EEB6A2-A88B-49E1-9055-F4FDCCC885EE}"/>
                    </a:ext>
                  </a:extLst>
                </p:cNvPr>
                <p:cNvSpPr/>
                <p:nvPr/>
              </p:nvSpPr>
              <p:spPr>
                <a:xfrm>
                  <a:off x="5659812" y="1486213"/>
                  <a:ext cx="32692" cy="33444"/>
                </a:xfrm>
                <a:custGeom>
                  <a:avLst/>
                  <a:gdLst>
                    <a:gd name="connsiteX0" fmla="*/ 32693 w 32692"/>
                    <a:gd name="connsiteY0" fmla="*/ 376 h 33444"/>
                    <a:gd name="connsiteX1" fmla="*/ 21795 w 32692"/>
                    <a:gd name="connsiteY1" fmla="*/ 23111 h 33444"/>
                    <a:gd name="connsiteX2" fmla="*/ 0 w 32692"/>
                    <a:gd name="connsiteY2" fmla="*/ 33444 h 33444"/>
                    <a:gd name="connsiteX3" fmla="*/ 19353 w 32692"/>
                    <a:gd name="connsiteY3" fmla="*/ 20856 h 33444"/>
                    <a:gd name="connsiteX4" fmla="*/ 26211 w 32692"/>
                    <a:gd name="connsiteY4" fmla="*/ 0 h 33444"/>
                    <a:gd name="connsiteX5" fmla="*/ 32693 w 32692"/>
                    <a:gd name="connsiteY5" fmla="*/ 376 h 33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692" h="33444">
                      <a:moveTo>
                        <a:pt x="32693" y="376"/>
                      </a:moveTo>
                      <a:cubicBezTo>
                        <a:pt x="31754" y="9113"/>
                        <a:pt x="27714" y="17192"/>
                        <a:pt x="21795" y="23111"/>
                      </a:cubicBezTo>
                      <a:cubicBezTo>
                        <a:pt x="15783" y="29029"/>
                        <a:pt x="7985" y="32693"/>
                        <a:pt x="0" y="33444"/>
                      </a:cubicBezTo>
                      <a:cubicBezTo>
                        <a:pt x="7797" y="31566"/>
                        <a:pt x="14749" y="26962"/>
                        <a:pt x="19353" y="20856"/>
                      </a:cubicBezTo>
                      <a:cubicBezTo>
                        <a:pt x="23956" y="14749"/>
                        <a:pt x="26399" y="7234"/>
                        <a:pt x="26211" y="0"/>
                      </a:cubicBezTo>
                      <a:lnTo>
                        <a:pt x="32693" y="37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8" name="Forme libre : forme 1647">
                  <a:extLst>
                    <a:ext uri="{FF2B5EF4-FFF2-40B4-BE49-F238E27FC236}">
                      <a16:creationId xmlns:a16="http://schemas.microsoft.com/office/drawing/2014/main" id="{DFB70454-4536-46B3-BBE4-2F18F594B38E}"/>
                    </a:ext>
                  </a:extLst>
                </p:cNvPr>
                <p:cNvSpPr/>
                <p:nvPr/>
              </p:nvSpPr>
              <p:spPr>
                <a:xfrm>
                  <a:off x="5597338" y="1483958"/>
                  <a:ext cx="27713" cy="30528"/>
                </a:xfrm>
                <a:custGeom>
                  <a:avLst/>
                  <a:gdLst>
                    <a:gd name="connsiteX0" fmla="*/ 27714 w 27713"/>
                    <a:gd name="connsiteY0" fmla="*/ 0 h 30528"/>
                    <a:gd name="connsiteX1" fmla="*/ 24520 w 27713"/>
                    <a:gd name="connsiteY1" fmla="*/ 11367 h 30528"/>
                    <a:gd name="connsiteX2" fmla="*/ 18883 w 27713"/>
                    <a:gd name="connsiteY2" fmla="*/ 20950 h 30528"/>
                    <a:gd name="connsiteX3" fmla="*/ 0 w 27713"/>
                    <a:gd name="connsiteY3" fmla="*/ 30250 h 30528"/>
                    <a:gd name="connsiteX4" fmla="*/ 16065 w 27713"/>
                    <a:gd name="connsiteY4" fmla="*/ 19165 h 30528"/>
                    <a:gd name="connsiteX5" fmla="*/ 21044 w 27713"/>
                    <a:gd name="connsiteY5" fmla="*/ 188 h 30528"/>
                    <a:gd name="connsiteX6" fmla="*/ 27714 w 27713"/>
                    <a:gd name="connsiteY6" fmla="*/ 0 h 30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713" h="30528">
                      <a:moveTo>
                        <a:pt x="27714" y="0"/>
                      </a:moveTo>
                      <a:cubicBezTo>
                        <a:pt x="27526" y="4228"/>
                        <a:pt x="26117" y="7985"/>
                        <a:pt x="24520" y="11367"/>
                      </a:cubicBezTo>
                      <a:cubicBezTo>
                        <a:pt x="22829" y="14749"/>
                        <a:pt x="21138" y="17850"/>
                        <a:pt x="18883" y="20950"/>
                      </a:cubicBezTo>
                      <a:cubicBezTo>
                        <a:pt x="14655" y="26962"/>
                        <a:pt x="7234" y="31753"/>
                        <a:pt x="0" y="30250"/>
                      </a:cubicBezTo>
                      <a:cubicBezTo>
                        <a:pt x="7421" y="30532"/>
                        <a:pt x="13152" y="25083"/>
                        <a:pt x="16065" y="19165"/>
                      </a:cubicBezTo>
                      <a:cubicBezTo>
                        <a:pt x="18977" y="13152"/>
                        <a:pt x="21701" y="6012"/>
                        <a:pt x="21044" y="188"/>
                      </a:cubicBezTo>
                      <a:lnTo>
                        <a:pt x="27714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9" name="Forme libre : forme 1648">
                  <a:extLst>
                    <a:ext uri="{FF2B5EF4-FFF2-40B4-BE49-F238E27FC236}">
                      <a16:creationId xmlns:a16="http://schemas.microsoft.com/office/drawing/2014/main" id="{C952B977-7061-4D06-B077-75C417450A2C}"/>
                    </a:ext>
                  </a:extLst>
                </p:cNvPr>
                <p:cNvSpPr/>
                <p:nvPr/>
              </p:nvSpPr>
              <p:spPr>
                <a:xfrm>
                  <a:off x="5557787" y="1480858"/>
                  <a:ext cx="43778" cy="26694"/>
                </a:xfrm>
                <a:custGeom>
                  <a:avLst/>
                  <a:gdLst>
                    <a:gd name="connsiteX0" fmla="*/ 43779 w 43778"/>
                    <a:gd name="connsiteY0" fmla="*/ 3570 h 26694"/>
                    <a:gd name="connsiteX1" fmla="*/ 24238 w 43778"/>
                    <a:gd name="connsiteY1" fmla="*/ 20856 h 26694"/>
                    <a:gd name="connsiteX2" fmla="*/ 12401 w 43778"/>
                    <a:gd name="connsiteY2" fmla="*/ 25835 h 26694"/>
                    <a:gd name="connsiteX3" fmla="*/ 0 w 43778"/>
                    <a:gd name="connsiteY3" fmla="*/ 24707 h 26694"/>
                    <a:gd name="connsiteX4" fmla="*/ 11837 w 43778"/>
                    <a:gd name="connsiteY4" fmla="*/ 24238 h 26694"/>
                    <a:gd name="connsiteX5" fmla="*/ 22453 w 43778"/>
                    <a:gd name="connsiteY5" fmla="*/ 18037 h 26694"/>
                    <a:gd name="connsiteX6" fmla="*/ 38142 w 43778"/>
                    <a:gd name="connsiteY6" fmla="*/ 0 h 26694"/>
                    <a:gd name="connsiteX7" fmla="*/ 43779 w 43778"/>
                    <a:gd name="connsiteY7" fmla="*/ 3570 h 26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778" h="26694">
                      <a:moveTo>
                        <a:pt x="43779" y="3570"/>
                      </a:moveTo>
                      <a:cubicBezTo>
                        <a:pt x="38518" y="10804"/>
                        <a:pt x="31848" y="16722"/>
                        <a:pt x="24238" y="20856"/>
                      </a:cubicBezTo>
                      <a:cubicBezTo>
                        <a:pt x="20480" y="22923"/>
                        <a:pt x="16534" y="24614"/>
                        <a:pt x="12401" y="25835"/>
                      </a:cubicBezTo>
                      <a:cubicBezTo>
                        <a:pt x="8361" y="26962"/>
                        <a:pt x="3476" y="27338"/>
                        <a:pt x="0" y="24707"/>
                      </a:cubicBezTo>
                      <a:cubicBezTo>
                        <a:pt x="3758" y="26868"/>
                        <a:pt x="8173" y="25835"/>
                        <a:pt x="11837" y="24238"/>
                      </a:cubicBezTo>
                      <a:cubicBezTo>
                        <a:pt x="15595" y="22641"/>
                        <a:pt x="19165" y="20480"/>
                        <a:pt x="22453" y="18037"/>
                      </a:cubicBezTo>
                      <a:cubicBezTo>
                        <a:pt x="29029" y="13152"/>
                        <a:pt x="34384" y="6952"/>
                        <a:pt x="38142" y="0"/>
                      </a:cubicBezTo>
                      <a:lnTo>
                        <a:pt x="43779" y="357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0" name="Forme libre : forme 1649">
                  <a:extLst>
                    <a:ext uri="{FF2B5EF4-FFF2-40B4-BE49-F238E27FC236}">
                      <a16:creationId xmlns:a16="http://schemas.microsoft.com/office/drawing/2014/main" id="{E31E8552-6D51-4DF7-81D0-3378989425B6}"/>
                    </a:ext>
                  </a:extLst>
                </p:cNvPr>
                <p:cNvSpPr/>
                <p:nvPr/>
              </p:nvSpPr>
              <p:spPr>
                <a:xfrm>
                  <a:off x="5604103" y="1486213"/>
                  <a:ext cx="52421" cy="30532"/>
                </a:xfrm>
                <a:custGeom>
                  <a:avLst/>
                  <a:gdLst>
                    <a:gd name="connsiteX0" fmla="*/ 52421 w 52421"/>
                    <a:gd name="connsiteY0" fmla="*/ 1127 h 30532"/>
                    <a:gd name="connsiteX1" fmla="*/ 31002 w 52421"/>
                    <a:gd name="connsiteY1" fmla="*/ 25459 h 30532"/>
                    <a:gd name="connsiteX2" fmla="*/ 0 w 52421"/>
                    <a:gd name="connsiteY2" fmla="*/ 30532 h 30532"/>
                    <a:gd name="connsiteX3" fmla="*/ 29499 w 52421"/>
                    <a:gd name="connsiteY3" fmla="*/ 22453 h 30532"/>
                    <a:gd name="connsiteX4" fmla="*/ 45845 w 52421"/>
                    <a:gd name="connsiteY4" fmla="*/ 0 h 30532"/>
                    <a:gd name="connsiteX5" fmla="*/ 52421 w 52421"/>
                    <a:gd name="connsiteY5" fmla="*/ 1127 h 30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421" h="30532">
                      <a:moveTo>
                        <a:pt x="52421" y="1127"/>
                      </a:moveTo>
                      <a:cubicBezTo>
                        <a:pt x="49885" y="12871"/>
                        <a:pt x="40772" y="21138"/>
                        <a:pt x="31002" y="25459"/>
                      </a:cubicBezTo>
                      <a:cubicBezTo>
                        <a:pt x="21044" y="29781"/>
                        <a:pt x="10334" y="30532"/>
                        <a:pt x="0" y="30532"/>
                      </a:cubicBezTo>
                      <a:cubicBezTo>
                        <a:pt x="10334" y="29405"/>
                        <a:pt x="20762" y="27432"/>
                        <a:pt x="29499" y="22453"/>
                      </a:cubicBezTo>
                      <a:cubicBezTo>
                        <a:pt x="38142" y="17568"/>
                        <a:pt x="45000" y="9113"/>
                        <a:pt x="45845" y="0"/>
                      </a:cubicBezTo>
                      <a:lnTo>
                        <a:pt x="52421" y="112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1" name="Forme libre : forme 1650">
                  <a:extLst>
                    <a:ext uri="{FF2B5EF4-FFF2-40B4-BE49-F238E27FC236}">
                      <a16:creationId xmlns:a16="http://schemas.microsoft.com/office/drawing/2014/main" id="{239F760C-8E15-4C30-B44A-56F99F3FB5BB}"/>
                    </a:ext>
                  </a:extLst>
                </p:cNvPr>
                <p:cNvSpPr/>
                <p:nvPr/>
              </p:nvSpPr>
              <p:spPr>
                <a:xfrm>
                  <a:off x="5630125" y="1487152"/>
                  <a:ext cx="18338" cy="45939"/>
                </a:xfrm>
                <a:custGeom>
                  <a:avLst/>
                  <a:gdLst>
                    <a:gd name="connsiteX0" fmla="*/ 17286 w 18338"/>
                    <a:gd name="connsiteY0" fmla="*/ 0 h 45939"/>
                    <a:gd name="connsiteX1" fmla="*/ 18225 w 18338"/>
                    <a:gd name="connsiteY1" fmla="*/ 12495 h 45939"/>
                    <a:gd name="connsiteX2" fmla="*/ 16628 w 18338"/>
                    <a:gd name="connsiteY2" fmla="*/ 26117 h 45939"/>
                    <a:gd name="connsiteX3" fmla="*/ 0 w 18338"/>
                    <a:gd name="connsiteY3" fmla="*/ 45939 h 45939"/>
                    <a:gd name="connsiteX4" fmla="*/ 13434 w 18338"/>
                    <a:gd name="connsiteY4" fmla="*/ 25271 h 45939"/>
                    <a:gd name="connsiteX5" fmla="*/ 13340 w 18338"/>
                    <a:gd name="connsiteY5" fmla="*/ 13152 h 45939"/>
                    <a:gd name="connsiteX6" fmla="*/ 10710 w 18338"/>
                    <a:gd name="connsiteY6" fmla="*/ 94 h 45939"/>
                    <a:gd name="connsiteX7" fmla="*/ 17286 w 18338"/>
                    <a:gd name="connsiteY7" fmla="*/ 0 h 45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38" h="45939">
                      <a:moveTo>
                        <a:pt x="17286" y="0"/>
                      </a:moveTo>
                      <a:cubicBezTo>
                        <a:pt x="17004" y="3758"/>
                        <a:pt x="17850" y="7985"/>
                        <a:pt x="18225" y="12495"/>
                      </a:cubicBezTo>
                      <a:cubicBezTo>
                        <a:pt x="18601" y="17098"/>
                        <a:pt x="18037" y="21795"/>
                        <a:pt x="16628" y="26117"/>
                      </a:cubicBezTo>
                      <a:cubicBezTo>
                        <a:pt x="13810" y="34760"/>
                        <a:pt x="7704" y="41994"/>
                        <a:pt x="0" y="45939"/>
                      </a:cubicBezTo>
                      <a:cubicBezTo>
                        <a:pt x="7140" y="41054"/>
                        <a:pt x="11931" y="33351"/>
                        <a:pt x="13434" y="25271"/>
                      </a:cubicBezTo>
                      <a:cubicBezTo>
                        <a:pt x="14280" y="21232"/>
                        <a:pt x="14186" y="17192"/>
                        <a:pt x="13340" y="13152"/>
                      </a:cubicBezTo>
                      <a:cubicBezTo>
                        <a:pt x="12495" y="9113"/>
                        <a:pt x="11085" y="4979"/>
                        <a:pt x="10710" y="94"/>
                      </a:cubicBezTo>
                      <a:lnTo>
                        <a:pt x="17286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2" name="Forme libre : forme 1651">
                  <a:extLst>
                    <a:ext uri="{FF2B5EF4-FFF2-40B4-BE49-F238E27FC236}">
                      <a16:creationId xmlns:a16="http://schemas.microsoft.com/office/drawing/2014/main" id="{9BF51267-7CB4-4730-9A69-A4360C4EC180}"/>
                    </a:ext>
                  </a:extLst>
                </p:cNvPr>
                <p:cNvSpPr/>
                <p:nvPr/>
              </p:nvSpPr>
              <p:spPr>
                <a:xfrm>
                  <a:off x="5708476" y="1484897"/>
                  <a:ext cx="16190" cy="31283"/>
                </a:xfrm>
                <a:custGeom>
                  <a:avLst/>
                  <a:gdLst>
                    <a:gd name="connsiteX0" fmla="*/ 15595 w 16190"/>
                    <a:gd name="connsiteY0" fmla="*/ 658 h 31283"/>
                    <a:gd name="connsiteX1" fmla="*/ 15595 w 16190"/>
                    <a:gd name="connsiteY1" fmla="*/ 4697 h 31283"/>
                    <a:gd name="connsiteX2" fmla="*/ 16159 w 16190"/>
                    <a:gd name="connsiteY2" fmla="*/ 9113 h 31283"/>
                    <a:gd name="connsiteX3" fmla="*/ 14374 w 16190"/>
                    <a:gd name="connsiteY3" fmla="*/ 19165 h 31283"/>
                    <a:gd name="connsiteX4" fmla="*/ 0 w 16190"/>
                    <a:gd name="connsiteY4" fmla="*/ 31284 h 31283"/>
                    <a:gd name="connsiteX5" fmla="*/ 10804 w 16190"/>
                    <a:gd name="connsiteY5" fmla="*/ 18037 h 31283"/>
                    <a:gd name="connsiteX6" fmla="*/ 10616 w 16190"/>
                    <a:gd name="connsiteY6" fmla="*/ 9864 h 31283"/>
                    <a:gd name="connsiteX7" fmla="*/ 9300 w 16190"/>
                    <a:gd name="connsiteY7" fmla="*/ 5167 h 31283"/>
                    <a:gd name="connsiteX8" fmla="*/ 9019 w 16190"/>
                    <a:gd name="connsiteY8" fmla="*/ 0 h 31283"/>
                    <a:gd name="connsiteX9" fmla="*/ 15595 w 16190"/>
                    <a:gd name="connsiteY9" fmla="*/ 658 h 31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190" h="31283">
                      <a:moveTo>
                        <a:pt x="15595" y="658"/>
                      </a:moveTo>
                      <a:cubicBezTo>
                        <a:pt x="15501" y="1503"/>
                        <a:pt x="15595" y="3476"/>
                        <a:pt x="15595" y="4697"/>
                      </a:cubicBezTo>
                      <a:cubicBezTo>
                        <a:pt x="15407" y="4979"/>
                        <a:pt x="16159" y="7516"/>
                        <a:pt x="16159" y="9113"/>
                      </a:cubicBezTo>
                      <a:cubicBezTo>
                        <a:pt x="16346" y="12589"/>
                        <a:pt x="15689" y="16065"/>
                        <a:pt x="14374" y="19165"/>
                      </a:cubicBezTo>
                      <a:cubicBezTo>
                        <a:pt x="11743" y="25459"/>
                        <a:pt x="6106" y="29875"/>
                        <a:pt x="0" y="31284"/>
                      </a:cubicBezTo>
                      <a:cubicBezTo>
                        <a:pt x="5637" y="28747"/>
                        <a:pt x="9770" y="23580"/>
                        <a:pt x="10804" y="18037"/>
                      </a:cubicBezTo>
                      <a:cubicBezTo>
                        <a:pt x="11367" y="15313"/>
                        <a:pt x="11274" y="12401"/>
                        <a:pt x="10616" y="9864"/>
                      </a:cubicBezTo>
                      <a:cubicBezTo>
                        <a:pt x="10428" y="8361"/>
                        <a:pt x="9582" y="7985"/>
                        <a:pt x="9300" y="5167"/>
                      </a:cubicBezTo>
                      <a:cubicBezTo>
                        <a:pt x="9113" y="3382"/>
                        <a:pt x="9019" y="2255"/>
                        <a:pt x="9019" y="0"/>
                      </a:cubicBezTo>
                      <a:lnTo>
                        <a:pt x="15595" y="65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3" name="Forme libre : forme 1652">
                  <a:extLst>
                    <a:ext uri="{FF2B5EF4-FFF2-40B4-BE49-F238E27FC236}">
                      <a16:creationId xmlns:a16="http://schemas.microsoft.com/office/drawing/2014/main" id="{FA755C15-0B46-4B2D-A7A8-7391EE72782C}"/>
                    </a:ext>
                  </a:extLst>
                </p:cNvPr>
                <p:cNvSpPr/>
                <p:nvPr/>
              </p:nvSpPr>
              <p:spPr>
                <a:xfrm>
                  <a:off x="5708476" y="1487246"/>
                  <a:ext cx="13187" cy="39550"/>
                </a:xfrm>
                <a:custGeom>
                  <a:avLst/>
                  <a:gdLst>
                    <a:gd name="connsiteX0" fmla="*/ 5637 w 13187"/>
                    <a:gd name="connsiteY0" fmla="*/ 0 h 39550"/>
                    <a:gd name="connsiteX1" fmla="*/ 13059 w 13187"/>
                    <a:gd name="connsiteY1" fmla="*/ 20104 h 39550"/>
                    <a:gd name="connsiteX2" fmla="*/ 11085 w 13187"/>
                    <a:gd name="connsiteY2" fmla="*/ 30814 h 39550"/>
                    <a:gd name="connsiteX3" fmla="*/ 5261 w 13187"/>
                    <a:gd name="connsiteY3" fmla="*/ 39551 h 39550"/>
                    <a:gd name="connsiteX4" fmla="*/ 9864 w 13187"/>
                    <a:gd name="connsiteY4" fmla="*/ 20668 h 39550"/>
                    <a:gd name="connsiteX5" fmla="*/ 0 w 13187"/>
                    <a:gd name="connsiteY5" fmla="*/ 3288 h 39550"/>
                    <a:gd name="connsiteX6" fmla="*/ 5637 w 13187"/>
                    <a:gd name="connsiteY6" fmla="*/ 0 h 3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87" h="39550">
                      <a:moveTo>
                        <a:pt x="5637" y="0"/>
                      </a:moveTo>
                      <a:cubicBezTo>
                        <a:pt x="8361" y="6294"/>
                        <a:pt x="12119" y="12495"/>
                        <a:pt x="13059" y="20104"/>
                      </a:cubicBezTo>
                      <a:cubicBezTo>
                        <a:pt x="13528" y="23862"/>
                        <a:pt x="12683" y="27714"/>
                        <a:pt x="11085" y="30814"/>
                      </a:cubicBezTo>
                      <a:cubicBezTo>
                        <a:pt x="9489" y="34008"/>
                        <a:pt x="7422" y="36827"/>
                        <a:pt x="5261" y="39551"/>
                      </a:cubicBezTo>
                      <a:cubicBezTo>
                        <a:pt x="8643" y="33632"/>
                        <a:pt x="11743" y="26868"/>
                        <a:pt x="9864" y="20668"/>
                      </a:cubicBezTo>
                      <a:cubicBezTo>
                        <a:pt x="8173" y="14468"/>
                        <a:pt x="3758" y="9113"/>
                        <a:pt x="0" y="3288"/>
                      </a:cubicBezTo>
                      <a:lnTo>
                        <a:pt x="5637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4" name="Forme libre : forme 1653">
                  <a:extLst>
                    <a:ext uri="{FF2B5EF4-FFF2-40B4-BE49-F238E27FC236}">
                      <a16:creationId xmlns:a16="http://schemas.microsoft.com/office/drawing/2014/main" id="{59B69D2C-06C9-4A7E-B97A-E6C0327B8C0D}"/>
                    </a:ext>
                  </a:extLst>
                </p:cNvPr>
                <p:cNvSpPr/>
                <p:nvPr/>
              </p:nvSpPr>
              <p:spPr>
                <a:xfrm>
                  <a:off x="5724916" y="1480200"/>
                  <a:ext cx="18902" cy="42181"/>
                </a:xfrm>
                <a:custGeom>
                  <a:avLst/>
                  <a:gdLst>
                    <a:gd name="connsiteX0" fmla="*/ 17098 w 18902"/>
                    <a:gd name="connsiteY0" fmla="*/ 0 h 42181"/>
                    <a:gd name="connsiteX1" fmla="*/ 18883 w 18902"/>
                    <a:gd name="connsiteY1" fmla="*/ 12683 h 42181"/>
                    <a:gd name="connsiteX2" fmla="*/ 16440 w 18902"/>
                    <a:gd name="connsiteY2" fmla="*/ 24896 h 42181"/>
                    <a:gd name="connsiteX3" fmla="*/ 9113 w 18902"/>
                    <a:gd name="connsiteY3" fmla="*/ 34666 h 42181"/>
                    <a:gd name="connsiteX4" fmla="*/ 0 w 18902"/>
                    <a:gd name="connsiteY4" fmla="*/ 42181 h 42181"/>
                    <a:gd name="connsiteX5" fmla="*/ 7704 w 18902"/>
                    <a:gd name="connsiteY5" fmla="*/ 33539 h 42181"/>
                    <a:gd name="connsiteX6" fmla="*/ 13059 w 18902"/>
                    <a:gd name="connsiteY6" fmla="*/ 23768 h 42181"/>
                    <a:gd name="connsiteX7" fmla="*/ 13810 w 18902"/>
                    <a:gd name="connsiteY7" fmla="*/ 12964 h 42181"/>
                    <a:gd name="connsiteX8" fmla="*/ 11180 w 18902"/>
                    <a:gd name="connsiteY8" fmla="*/ 2912 h 42181"/>
                    <a:gd name="connsiteX9" fmla="*/ 17098 w 18902"/>
                    <a:gd name="connsiteY9" fmla="*/ 0 h 42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902" h="42181">
                      <a:moveTo>
                        <a:pt x="17098" y="0"/>
                      </a:moveTo>
                      <a:cubicBezTo>
                        <a:pt x="18789" y="4415"/>
                        <a:pt x="18977" y="8549"/>
                        <a:pt x="18883" y="12683"/>
                      </a:cubicBezTo>
                      <a:cubicBezTo>
                        <a:pt x="18695" y="16816"/>
                        <a:pt x="18038" y="20950"/>
                        <a:pt x="16440" y="24896"/>
                      </a:cubicBezTo>
                      <a:cubicBezTo>
                        <a:pt x="14655" y="28841"/>
                        <a:pt x="11931" y="31847"/>
                        <a:pt x="9113" y="34666"/>
                      </a:cubicBezTo>
                      <a:cubicBezTo>
                        <a:pt x="6294" y="37484"/>
                        <a:pt x="3194" y="39833"/>
                        <a:pt x="0" y="42181"/>
                      </a:cubicBezTo>
                      <a:cubicBezTo>
                        <a:pt x="2724" y="39457"/>
                        <a:pt x="5449" y="36545"/>
                        <a:pt x="7704" y="33539"/>
                      </a:cubicBezTo>
                      <a:cubicBezTo>
                        <a:pt x="9958" y="30532"/>
                        <a:pt x="12025" y="27056"/>
                        <a:pt x="13059" y="23768"/>
                      </a:cubicBezTo>
                      <a:cubicBezTo>
                        <a:pt x="13998" y="20386"/>
                        <a:pt x="14186" y="16534"/>
                        <a:pt x="13810" y="12964"/>
                      </a:cubicBezTo>
                      <a:cubicBezTo>
                        <a:pt x="13434" y="9395"/>
                        <a:pt x="12683" y="5637"/>
                        <a:pt x="11180" y="2912"/>
                      </a:cubicBezTo>
                      <a:lnTo>
                        <a:pt x="17098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5" name="Forme libre : forme 1654">
                  <a:extLst>
                    <a:ext uri="{FF2B5EF4-FFF2-40B4-BE49-F238E27FC236}">
                      <a16:creationId xmlns:a16="http://schemas.microsoft.com/office/drawing/2014/main" id="{8DC912ED-4B7A-415E-9891-1F48B04DCA03}"/>
                    </a:ext>
                  </a:extLst>
                </p:cNvPr>
                <p:cNvSpPr/>
                <p:nvPr/>
              </p:nvSpPr>
              <p:spPr>
                <a:xfrm>
                  <a:off x="5634541" y="1486025"/>
                  <a:ext cx="28559" cy="38510"/>
                </a:xfrm>
                <a:custGeom>
                  <a:avLst/>
                  <a:gdLst>
                    <a:gd name="connsiteX0" fmla="*/ 28559 w 28559"/>
                    <a:gd name="connsiteY0" fmla="*/ 658 h 38510"/>
                    <a:gd name="connsiteX1" fmla="*/ 19729 w 28559"/>
                    <a:gd name="connsiteY1" fmla="*/ 24520 h 38510"/>
                    <a:gd name="connsiteX2" fmla="*/ 11461 w 28559"/>
                    <a:gd name="connsiteY2" fmla="*/ 34102 h 38510"/>
                    <a:gd name="connsiteX3" fmla="*/ 0 w 28559"/>
                    <a:gd name="connsiteY3" fmla="*/ 38424 h 38510"/>
                    <a:gd name="connsiteX4" fmla="*/ 10240 w 28559"/>
                    <a:gd name="connsiteY4" fmla="*/ 32881 h 38510"/>
                    <a:gd name="connsiteX5" fmla="*/ 16722 w 28559"/>
                    <a:gd name="connsiteY5" fmla="*/ 22923 h 38510"/>
                    <a:gd name="connsiteX6" fmla="*/ 21889 w 28559"/>
                    <a:gd name="connsiteY6" fmla="*/ 0 h 38510"/>
                    <a:gd name="connsiteX7" fmla="*/ 28559 w 28559"/>
                    <a:gd name="connsiteY7" fmla="*/ 658 h 38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559" h="38510">
                      <a:moveTo>
                        <a:pt x="28559" y="658"/>
                      </a:moveTo>
                      <a:cubicBezTo>
                        <a:pt x="27150" y="9207"/>
                        <a:pt x="24238" y="17286"/>
                        <a:pt x="19729" y="24520"/>
                      </a:cubicBezTo>
                      <a:cubicBezTo>
                        <a:pt x="17474" y="28090"/>
                        <a:pt x="14749" y="31472"/>
                        <a:pt x="11461" y="34102"/>
                      </a:cubicBezTo>
                      <a:cubicBezTo>
                        <a:pt x="8267" y="36733"/>
                        <a:pt x="4134" y="38987"/>
                        <a:pt x="0" y="38424"/>
                      </a:cubicBezTo>
                      <a:cubicBezTo>
                        <a:pt x="4227" y="38424"/>
                        <a:pt x="7610" y="35793"/>
                        <a:pt x="10240" y="32881"/>
                      </a:cubicBezTo>
                      <a:cubicBezTo>
                        <a:pt x="12964" y="29969"/>
                        <a:pt x="15031" y="26493"/>
                        <a:pt x="16722" y="22923"/>
                      </a:cubicBezTo>
                      <a:cubicBezTo>
                        <a:pt x="20010" y="15689"/>
                        <a:pt x="21701" y="7797"/>
                        <a:pt x="21889" y="0"/>
                      </a:cubicBezTo>
                      <a:lnTo>
                        <a:pt x="28559" y="65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6" name="Forme libre : forme 1655">
                  <a:extLst>
                    <a:ext uri="{FF2B5EF4-FFF2-40B4-BE49-F238E27FC236}">
                      <a16:creationId xmlns:a16="http://schemas.microsoft.com/office/drawing/2014/main" id="{7A5B6D72-69AD-426D-8521-CE7CBAF6B5BB}"/>
                    </a:ext>
                  </a:extLst>
                </p:cNvPr>
                <p:cNvSpPr/>
                <p:nvPr/>
              </p:nvSpPr>
              <p:spPr>
                <a:xfrm>
                  <a:off x="5573006" y="1484522"/>
                  <a:ext cx="44530" cy="26032"/>
                </a:xfrm>
                <a:custGeom>
                  <a:avLst/>
                  <a:gdLst>
                    <a:gd name="connsiteX0" fmla="*/ 44530 w 44530"/>
                    <a:gd name="connsiteY0" fmla="*/ 564 h 26032"/>
                    <a:gd name="connsiteX1" fmla="*/ 39363 w 44530"/>
                    <a:gd name="connsiteY1" fmla="*/ 14655 h 26032"/>
                    <a:gd name="connsiteX2" fmla="*/ 27808 w 44530"/>
                    <a:gd name="connsiteY2" fmla="*/ 23862 h 26032"/>
                    <a:gd name="connsiteX3" fmla="*/ 13810 w 44530"/>
                    <a:gd name="connsiteY3" fmla="*/ 26023 h 26032"/>
                    <a:gd name="connsiteX4" fmla="*/ 0 w 44530"/>
                    <a:gd name="connsiteY4" fmla="*/ 25929 h 26032"/>
                    <a:gd name="connsiteX5" fmla="*/ 13716 w 44530"/>
                    <a:gd name="connsiteY5" fmla="*/ 24332 h 26032"/>
                    <a:gd name="connsiteX6" fmla="*/ 26493 w 44530"/>
                    <a:gd name="connsiteY6" fmla="*/ 20856 h 26032"/>
                    <a:gd name="connsiteX7" fmla="*/ 37954 w 44530"/>
                    <a:gd name="connsiteY7" fmla="*/ 0 h 26032"/>
                    <a:gd name="connsiteX8" fmla="*/ 44530 w 44530"/>
                    <a:gd name="connsiteY8" fmla="*/ 564 h 26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530" h="26032">
                      <a:moveTo>
                        <a:pt x="44530" y="564"/>
                      </a:moveTo>
                      <a:cubicBezTo>
                        <a:pt x="43873" y="5543"/>
                        <a:pt x="42182" y="10428"/>
                        <a:pt x="39363" y="14655"/>
                      </a:cubicBezTo>
                      <a:cubicBezTo>
                        <a:pt x="36639" y="18883"/>
                        <a:pt x="32411" y="22265"/>
                        <a:pt x="27808" y="23862"/>
                      </a:cubicBezTo>
                      <a:cubicBezTo>
                        <a:pt x="23204" y="25553"/>
                        <a:pt x="18413" y="26117"/>
                        <a:pt x="13810" y="26023"/>
                      </a:cubicBezTo>
                      <a:lnTo>
                        <a:pt x="0" y="25929"/>
                      </a:lnTo>
                      <a:lnTo>
                        <a:pt x="13716" y="24332"/>
                      </a:lnTo>
                      <a:cubicBezTo>
                        <a:pt x="18319" y="23956"/>
                        <a:pt x="22641" y="22735"/>
                        <a:pt x="26493" y="20856"/>
                      </a:cubicBezTo>
                      <a:cubicBezTo>
                        <a:pt x="34290" y="17004"/>
                        <a:pt x="37954" y="8267"/>
                        <a:pt x="37954" y="0"/>
                      </a:cubicBezTo>
                      <a:lnTo>
                        <a:pt x="44530" y="564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657" name="Forme libre : forme 1656">
                <a:extLst>
                  <a:ext uri="{FF2B5EF4-FFF2-40B4-BE49-F238E27FC236}">
                    <a16:creationId xmlns:a16="http://schemas.microsoft.com/office/drawing/2014/main" id="{B034FCBD-1517-4410-B7AF-15B61AA00480}"/>
                  </a:ext>
                </a:extLst>
              </p:cNvPr>
              <p:cNvSpPr/>
              <p:nvPr/>
            </p:nvSpPr>
            <p:spPr>
              <a:xfrm>
                <a:off x="5464500" y="1213104"/>
                <a:ext cx="361558" cy="148724"/>
              </a:xfrm>
              <a:custGeom>
                <a:avLst/>
                <a:gdLst>
                  <a:gd name="connsiteX0" fmla="*/ 361125 w 361558"/>
                  <a:gd name="connsiteY0" fmla="*/ 38997 h 148724"/>
                  <a:gd name="connsiteX1" fmla="*/ 333975 w 361558"/>
                  <a:gd name="connsiteY1" fmla="*/ 10 h 148724"/>
                  <a:gd name="connsiteX2" fmla="*/ 154728 w 361558"/>
                  <a:gd name="connsiteY2" fmla="*/ 42567 h 148724"/>
                  <a:gd name="connsiteX3" fmla="*/ 0 w 361558"/>
                  <a:gd name="connsiteY3" fmla="*/ 148725 h 148724"/>
                  <a:gd name="connsiteX4" fmla="*/ 138945 w 361558"/>
                  <a:gd name="connsiteY4" fmla="*/ 86345 h 148724"/>
                  <a:gd name="connsiteX5" fmla="*/ 361125 w 361558"/>
                  <a:gd name="connsiteY5" fmla="*/ 38997 h 148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558" h="148724">
                    <a:moveTo>
                      <a:pt x="361125" y="38997"/>
                    </a:moveTo>
                    <a:cubicBezTo>
                      <a:pt x="364414" y="26408"/>
                      <a:pt x="348349" y="1137"/>
                      <a:pt x="333975" y="10"/>
                    </a:cubicBezTo>
                    <a:cubicBezTo>
                      <a:pt x="325708" y="-648"/>
                      <a:pt x="220583" y="32890"/>
                      <a:pt x="154728" y="42567"/>
                    </a:cubicBezTo>
                    <a:cubicBezTo>
                      <a:pt x="110292" y="49049"/>
                      <a:pt x="35417" y="44634"/>
                      <a:pt x="0" y="148725"/>
                    </a:cubicBezTo>
                    <a:cubicBezTo>
                      <a:pt x="0" y="148725"/>
                      <a:pt x="59749" y="78078"/>
                      <a:pt x="138945" y="86345"/>
                    </a:cubicBezTo>
                    <a:cubicBezTo>
                      <a:pt x="218047" y="94706"/>
                      <a:pt x="353140" y="69623"/>
                      <a:pt x="361125" y="38997"/>
                    </a:cubicBezTo>
                    <a:close/>
                  </a:path>
                </a:pathLst>
              </a:custGeom>
              <a:solidFill>
                <a:srgbClr val="B5857D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8" name="Forme libre : forme 1657">
                <a:extLst>
                  <a:ext uri="{FF2B5EF4-FFF2-40B4-BE49-F238E27FC236}">
                    <a16:creationId xmlns:a16="http://schemas.microsoft.com/office/drawing/2014/main" id="{AC5FEFA3-3DF3-4881-BA4F-43F7325F4C49}"/>
                  </a:ext>
                </a:extLst>
              </p:cNvPr>
              <p:cNvSpPr/>
              <p:nvPr/>
            </p:nvSpPr>
            <p:spPr>
              <a:xfrm>
                <a:off x="5808490" y="1728309"/>
                <a:ext cx="62040" cy="127577"/>
              </a:xfrm>
              <a:custGeom>
                <a:avLst/>
                <a:gdLst>
                  <a:gd name="connsiteX0" fmla="*/ 17229 w 62040"/>
                  <a:gd name="connsiteY0" fmla="*/ 0 h 127577"/>
                  <a:gd name="connsiteX1" fmla="*/ 11122 w 62040"/>
                  <a:gd name="connsiteY1" fmla="*/ 38799 h 127577"/>
                  <a:gd name="connsiteX2" fmla="*/ 9150 w 62040"/>
                  <a:gd name="connsiteY2" fmla="*/ 57588 h 127577"/>
                  <a:gd name="connsiteX3" fmla="*/ 10747 w 62040"/>
                  <a:gd name="connsiteY3" fmla="*/ 75908 h 127577"/>
                  <a:gd name="connsiteX4" fmla="*/ 29911 w 62040"/>
                  <a:gd name="connsiteY4" fmla="*/ 106064 h 127577"/>
                  <a:gd name="connsiteX5" fmla="*/ 62041 w 62040"/>
                  <a:gd name="connsiteY5" fmla="*/ 127578 h 127577"/>
                  <a:gd name="connsiteX6" fmla="*/ 25308 w 62040"/>
                  <a:gd name="connsiteY6" fmla="*/ 111795 h 127577"/>
                  <a:gd name="connsiteX7" fmla="*/ 10465 w 62040"/>
                  <a:gd name="connsiteY7" fmla="*/ 97327 h 127577"/>
                  <a:gd name="connsiteX8" fmla="*/ 1540 w 62040"/>
                  <a:gd name="connsiteY8" fmla="*/ 78068 h 127577"/>
                  <a:gd name="connsiteX9" fmla="*/ 225 w 62040"/>
                  <a:gd name="connsiteY9" fmla="*/ 57307 h 127577"/>
                  <a:gd name="connsiteX10" fmla="*/ 3889 w 62040"/>
                  <a:gd name="connsiteY10" fmla="*/ 37296 h 127577"/>
                  <a:gd name="connsiteX11" fmla="*/ 17229 w 62040"/>
                  <a:gd name="connsiteY11" fmla="*/ 0 h 127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040" h="127577">
                    <a:moveTo>
                      <a:pt x="17229" y="0"/>
                    </a:moveTo>
                    <a:cubicBezTo>
                      <a:pt x="15350" y="13058"/>
                      <a:pt x="13189" y="26023"/>
                      <a:pt x="11122" y="38799"/>
                    </a:cubicBezTo>
                    <a:cubicBezTo>
                      <a:pt x="10277" y="45188"/>
                      <a:pt x="9056" y="51576"/>
                      <a:pt x="9150" y="57588"/>
                    </a:cubicBezTo>
                    <a:cubicBezTo>
                      <a:pt x="8962" y="64071"/>
                      <a:pt x="9244" y="70083"/>
                      <a:pt x="10747" y="75908"/>
                    </a:cubicBezTo>
                    <a:cubicBezTo>
                      <a:pt x="13283" y="87651"/>
                      <a:pt x="20705" y="97703"/>
                      <a:pt x="29911" y="106064"/>
                    </a:cubicBezTo>
                    <a:cubicBezTo>
                      <a:pt x="39400" y="114237"/>
                      <a:pt x="50485" y="121095"/>
                      <a:pt x="62041" y="127578"/>
                    </a:cubicBezTo>
                    <a:cubicBezTo>
                      <a:pt x="49170" y="124571"/>
                      <a:pt x="36488" y="119780"/>
                      <a:pt x="25308" y="111795"/>
                    </a:cubicBezTo>
                    <a:cubicBezTo>
                      <a:pt x="19860" y="107661"/>
                      <a:pt x="14599" y="103058"/>
                      <a:pt x="10465" y="97327"/>
                    </a:cubicBezTo>
                    <a:cubicBezTo>
                      <a:pt x="6331" y="91597"/>
                      <a:pt x="3231" y="85020"/>
                      <a:pt x="1540" y="78068"/>
                    </a:cubicBezTo>
                    <a:cubicBezTo>
                      <a:pt x="-57" y="71116"/>
                      <a:pt x="-245" y="63883"/>
                      <a:pt x="225" y="57307"/>
                    </a:cubicBezTo>
                    <a:cubicBezTo>
                      <a:pt x="695" y="50261"/>
                      <a:pt x="2198" y="43684"/>
                      <a:pt x="3889" y="37296"/>
                    </a:cubicBezTo>
                    <a:cubicBezTo>
                      <a:pt x="7365" y="24520"/>
                      <a:pt x="11874" y="12119"/>
                      <a:pt x="1722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9" name="Forme libre : forme 1658">
                <a:extLst>
                  <a:ext uri="{FF2B5EF4-FFF2-40B4-BE49-F238E27FC236}">
                    <a16:creationId xmlns:a16="http://schemas.microsoft.com/office/drawing/2014/main" id="{22743ACD-4946-49ED-B536-9BE00693D550}"/>
                  </a:ext>
                </a:extLst>
              </p:cNvPr>
              <p:cNvSpPr/>
              <p:nvPr/>
            </p:nvSpPr>
            <p:spPr>
              <a:xfrm>
                <a:off x="5733559" y="1972379"/>
                <a:ext cx="231293" cy="82953"/>
              </a:xfrm>
              <a:custGeom>
                <a:avLst/>
                <a:gdLst>
                  <a:gd name="connsiteX0" fmla="*/ 231293 w 231293"/>
                  <a:gd name="connsiteY0" fmla="*/ 20480 h 82953"/>
                  <a:gd name="connsiteX1" fmla="*/ 200667 w 231293"/>
                  <a:gd name="connsiteY1" fmla="*/ 12213 h 82953"/>
                  <a:gd name="connsiteX2" fmla="*/ 185354 w 231293"/>
                  <a:gd name="connsiteY2" fmla="*/ 8455 h 82953"/>
                  <a:gd name="connsiteX3" fmla="*/ 170698 w 231293"/>
                  <a:gd name="connsiteY3" fmla="*/ 6388 h 82953"/>
                  <a:gd name="connsiteX4" fmla="*/ 142515 w 231293"/>
                  <a:gd name="connsiteY4" fmla="*/ 17474 h 82953"/>
                  <a:gd name="connsiteX5" fmla="*/ 114519 w 231293"/>
                  <a:gd name="connsiteY5" fmla="*/ 32035 h 82953"/>
                  <a:gd name="connsiteX6" fmla="*/ 85208 w 231293"/>
                  <a:gd name="connsiteY6" fmla="*/ 45563 h 82953"/>
                  <a:gd name="connsiteX7" fmla="*/ 54676 w 231293"/>
                  <a:gd name="connsiteY7" fmla="*/ 54582 h 82953"/>
                  <a:gd name="connsiteX8" fmla="*/ 25177 w 231293"/>
                  <a:gd name="connsiteY8" fmla="*/ 64916 h 82953"/>
                  <a:gd name="connsiteX9" fmla="*/ 0 w 231293"/>
                  <a:gd name="connsiteY9" fmla="*/ 82954 h 82953"/>
                  <a:gd name="connsiteX10" fmla="*/ 22922 w 231293"/>
                  <a:gd name="connsiteY10" fmla="*/ 60689 h 82953"/>
                  <a:gd name="connsiteX11" fmla="*/ 52234 w 231293"/>
                  <a:gd name="connsiteY11" fmla="*/ 47442 h 82953"/>
                  <a:gd name="connsiteX12" fmla="*/ 82014 w 231293"/>
                  <a:gd name="connsiteY12" fmla="*/ 37014 h 82953"/>
                  <a:gd name="connsiteX13" fmla="*/ 110104 w 231293"/>
                  <a:gd name="connsiteY13" fmla="*/ 23768 h 82953"/>
                  <a:gd name="connsiteX14" fmla="*/ 138663 w 231293"/>
                  <a:gd name="connsiteY14" fmla="*/ 9770 h 82953"/>
                  <a:gd name="connsiteX15" fmla="*/ 170041 w 231293"/>
                  <a:gd name="connsiteY15" fmla="*/ 0 h 82953"/>
                  <a:gd name="connsiteX16" fmla="*/ 186481 w 231293"/>
                  <a:gd name="connsiteY16" fmla="*/ 3288 h 82953"/>
                  <a:gd name="connsiteX17" fmla="*/ 201606 w 231293"/>
                  <a:gd name="connsiteY17" fmla="*/ 8455 h 82953"/>
                  <a:gd name="connsiteX18" fmla="*/ 231293 w 231293"/>
                  <a:gd name="connsiteY18" fmla="*/ 20480 h 82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1293" h="82953">
                    <a:moveTo>
                      <a:pt x="231293" y="20480"/>
                    </a:moveTo>
                    <a:cubicBezTo>
                      <a:pt x="221053" y="17756"/>
                      <a:pt x="210907" y="14749"/>
                      <a:pt x="200667" y="12213"/>
                    </a:cubicBezTo>
                    <a:lnTo>
                      <a:pt x="185354" y="8455"/>
                    </a:lnTo>
                    <a:cubicBezTo>
                      <a:pt x="180469" y="7516"/>
                      <a:pt x="174738" y="5919"/>
                      <a:pt x="170698" y="6388"/>
                    </a:cubicBezTo>
                    <a:cubicBezTo>
                      <a:pt x="161398" y="7985"/>
                      <a:pt x="151815" y="13058"/>
                      <a:pt x="142515" y="17474"/>
                    </a:cubicBezTo>
                    <a:lnTo>
                      <a:pt x="114519" y="32035"/>
                    </a:lnTo>
                    <a:cubicBezTo>
                      <a:pt x="105124" y="36921"/>
                      <a:pt x="95636" y="41900"/>
                      <a:pt x="85208" y="45563"/>
                    </a:cubicBezTo>
                    <a:cubicBezTo>
                      <a:pt x="74968" y="48946"/>
                      <a:pt x="64728" y="51764"/>
                      <a:pt x="54676" y="54582"/>
                    </a:cubicBezTo>
                    <a:cubicBezTo>
                      <a:pt x="44624" y="57401"/>
                      <a:pt x="34572" y="60595"/>
                      <a:pt x="25177" y="64916"/>
                    </a:cubicBezTo>
                    <a:cubicBezTo>
                      <a:pt x="15689" y="69050"/>
                      <a:pt x="6670" y="74593"/>
                      <a:pt x="0" y="82954"/>
                    </a:cubicBezTo>
                    <a:cubicBezTo>
                      <a:pt x="4791" y="73277"/>
                      <a:pt x="13810" y="66325"/>
                      <a:pt x="22922" y="60689"/>
                    </a:cubicBezTo>
                    <a:cubicBezTo>
                      <a:pt x="32317" y="55334"/>
                      <a:pt x="42275" y="51200"/>
                      <a:pt x="52234" y="47442"/>
                    </a:cubicBezTo>
                    <a:lnTo>
                      <a:pt x="82014" y="37014"/>
                    </a:lnTo>
                    <a:cubicBezTo>
                      <a:pt x="91503" y="33632"/>
                      <a:pt x="100709" y="28371"/>
                      <a:pt x="110104" y="23768"/>
                    </a:cubicBezTo>
                    <a:cubicBezTo>
                      <a:pt x="119498" y="18977"/>
                      <a:pt x="128893" y="14092"/>
                      <a:pt x="138663" y="9770"/>
                    </a:cubicBezTo>
                    <a:cubicBezTo>
                      <a:pt x="148527" y="5543"/>
                      <a:pt x="158204" y="940"/>
                      <a:pt x="170041" y="0"/>
                    </a:cubicBezTo>
                    <a:cubicBezTo>
                      <a:pt x="176617" y="0"/>
                      <a:pt x="181220" y="1973"/>
                      <a:pt x="186481" y="3288"/>
                    </a:cubicBezTo>
                    <a:cubicBezTo>
                      <a:pt x="191648" y="4791"/>
                      <a:pt x="196627" y="6482"/>
                      <a:pt x="201606" y="8455"/>
                    </a:cubicBezTo>
                    <a:cubicBezTo>
                      <a:pt x="211752" y="12213"/>
                      <a:pt x="221617" y="16065"/>
                      <a:pt x="231293" y="2048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0" name="Forme libre : forme 1659">
                <a:extLst>
                  <a:ext uri="{FF2B5EF4-FFF2-40B4-BE49-F238E27FC236}">
                    <a16:creationId xmlns:a16="http://schemas.microsoft.com/office/drawing/2014/main" id="{A2B68341-BC8C-4E26-BFD2-C20C0979E6FE}"/>
                  </a:ext>
                </a:extLst>
              </p:cNvPr>
              <p:cNvSpPr/>
              <p:nvPr/>
            </p:nvSpPr>
            <p:spPr>
              <a:xfrm>
                <a:off x="5071057" y="539715"/>
                <a:ext cx="1787307" cy="2197190"/>
              </a:xfrm>
              <a:custGeom>
                <a:avLst/>
                <a:gdLst>
                  <a:gd name="connsiteX0" fmla="*/ 1787308 w 1787307"/>
                  <a:gd name="connsiteY0" fmla="*/ 2197190 h 2197190"/>
                  <a:gd name="connsiteX1" fmla="*/ 1342101 w 1787307"/>
                  <a:gd name="connsiteY1" fmla="*/ 2000375 h 2197190"/>
                  <a:gd name="connsiteX2" fmla="*/ 1285828 w 1787307"/>
                  <a:gd name="connsiteY2" fmla="*/ 1675513 h 2197190"/>
                  <a:gd name="connsiteX3" fmla="*/ 1452957 w 1787307"/>
                  <a:gd name="connsiteY3" fmla="*/ 1212081 h 2197190"/>
                  <a:gd name="connsiteX4" fmla="*/ 1509230 w 1787307"/>
                  <a:gd name="connsiteY4" fmla="*/ 805956 h 2197190"/>
                  <a:gd name="connsiteX5" fmla="*/ 1465451 w 1787307"/>
                  <a:gd name="connsiteY5" fmla="*/ 397764 h 2197190"/>
                  <a:gd name="connsiteX6" fmla="*/ 903095 w 1787307"/>
                  <a:gd name="connsiteY6" fmla="*/ 0 h 2197190"/>
                  <a:gd name="connsiteX7" fmla="*/ 884212 w 1787307"/>
                  <a:gd name="connsiteY7" fmla="*/ 0 h 2197190"/>
                  <a:gd name="connsiteX8" fmla="*/ 321856 w 1787307"/>
                  <a:gd name="connsiteY8" fmla="*/ 397764 h 2197190"/>
                  <a:gd name="connsiteX9" fmla="*/ 278078 w 1787307"/>
                  <a:gd name="connsiteY9" fmla="*/ 805956 h 2197190"/>
                  <a:gd name="connsiteX10" fmla="*/ 334351 w 1787307"/>
                  <a:gd name="connsiteY10" fmla="*/ 1212081 h 2197190"/>
                  <a:gd name="connsiteX11" fmla="*/ 501480 w 1787307"/>
                  <a:gd name="connsiteY11" fmla="*/ 1675513 h 2197190"/>
                  <a:gd name="connsiteX12" fmla="*/ 445206 w 1787307"/>
                  <a:gd name="connsiteY12" fmla="*/ 2000375 h 2197190"/>
                  <a:gd name="connsiteX13" fmla="*/ 0 w 1787307"/>
                  <a:gd name="connsiteY13" fmla="*/ 2197190 h 2197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87307" h="2197190">
                    <a:moveTo>
                      <a:pt x="1787308" y="2197190"/>
                    </a:moveTo>
                    <a:cubicBezTo>
                      <a:pt x="1787308" y="2197190"/>
                      <a:pt x="1426464" y="2059749"/>
                      <a:pt x="1342101" y="2000375"/>
                    </a:cubicBezTo>
                    <a:cubicBezTo>
                      <a:pt x="1257738" y="1941002"/>
                      <a:pt x="1285828" y="1675513"/>
                      <a:pt x="1285828" y="1675513"/>
                    </a:cubicBezTo>
                    <a:cubicBezTo>
                      <a:pt x="1460754" y="1439616"/>
                      <a:pt x="1425900" y="1299544"/>
                      <a:pt x="1452957" y="1212081"/>
                    </a:cubicBezTo>
                    <a:cubicBezTo>
                      <a:pt x="1480013" y="1124618"/>
                      <a:pt x="1509230" y="805956"/>
                      <a:pt x="1509230" y="805956"/>
                    </a:cubicBezTo>
                    <a:cubicBezTo>
                      <a:pt x="1509230" y="805956"/>
                      <a:pt x="1536286" y="639297"/>
                      <a:pt x="1465451" y="397764"/>
                    </a:cubicBezTo>
                    <a:cubicBezTo>
                      <a:pt x="1394617" y="156231"/>
                      <a:pt x="1184273" y="20762"/>
                      <a:pt x="903095" y="0"/>
                    </a:cubicBezTo>
                    <a:lnTo>
                      <a:pt x="884212" y="0"/>
                    </a:lnTo>
                    <a:cubicBezTo>
                      <a:pt x="603034" y="20856"/>
                      <a:pt x="392691" y="156231"/>
                      <a:pt x="321856" y="397764"/>
                    </a:cubicBezTo>
                    <a:cubicBezTo>
                      <a:pt x="251022" y="639391"/>
                      <a:pt x="278078" y="805956"/>
                      <a:pt x="278078" y="805956"/>
                    </a:cubicBezTo>
                    <a:cubicBezTo>
                      <a:pt x="278078" y="805956"/>
                      <a:pt x="307201" y="1124618"/>
                      <a:pt x="334351" y="1212081"/>
                    </a:cubicBezTo>
                    <a:cubicBezTo>
                      <a:pt x="361407" y="1299544"/>
                      <a:pt x="326554" y="1439616"/>
                      <a:pt x="501480" y="1675513"/>
                    </a:cubicBezTo>
                    <a:cubicBezTo>
                      <a:pt x="501480" y="1675513"/>
                      <a:pt x="529569" y="1941096"/>
                      <a:pt x="445206" y="2000375"/>
                    </a:cubicBezTo>
                    <a:cubicBezTo>
                      <a:pt x="360844" y="2059749"/>
                      <a:pt x="0" y="2197190"/>
                      <a:pt x="0" y="2197190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1" name="Forme libre : forme 1660">
                <a:extLst>
                  <a:ext uri="{FF2B5EF4-FFF2-40B4-BE49-F238E27FC236}">
                    <a16:creationId xmlns:a16="http://schemas.microsoft.com/office/drawing/2014/main" id="{75CEE54F-67C9-4895-A468-99BF09125ED3}"/>
                  </a:ext>
                </a:extLst>
              </p:cNvPr>
              <p:cNvSpPr/>
              <p:nvPr/>
            </p:nvSpPr>
            <p:spPr>
              <a:xfrm>
                <a:off x="5304135" y="466813"/>
                <a:ext cx="1320493" cy="1051617"/>
              </a:xfrm>
              <a:custGeom>
                <a:avLst/>
                <a:gdLst>
                  <a:gd name="connsiteX0" fmla="*/ 681197 w 1320493"/>
                  <a:gd name="connsiteY0" fmla="*/ 320823 h 1051617"/>
                  <a:gd name="connsiteX1" fmla="*/ 966508 w 1320493"/>
                  <a:gd name="connsiteY1" fmla="*/ 260416 h 1051617"/>
                  <a:gd name="connsiteX2" fmla="*/ 1242425 w 1320493"/>
                  <a:gd name="connsiteY2" fmla="*/ 686364 h 1051617"/>
                  <a:gd name="connsiteX3" fmla="*/ 1256517 w 1320493"/>
                  <a:gd name="connsiteY3" fmla="*/ 1038001 h 1051617"/>
                  <a:gd name="connsiteX4" fmla="*/ 1320494 w 1320493"/>
                  <a:gd name="connsiteY4" fmla="*/ 868523 h 1051617"/>
                  <a:gd name="connsiteX5" fmla="*/ 1258020 w 1320493"/>
                  <a:gd name="connsiteY5" fmla="*/ 375969 h 1051617"/>
                  <a:gd name="connsiteX6" fmla="*/ 674902 w 1320493"/>
                  <a:gd name="connsiteY6" fmla="*/ 0 h 1051617"/>
                  <a:gd name="connsiteX7" fmla="*/ 645591 w 1320493"/>
                  <a:gd name="connsiteY7" fmla="*/ 0 h 1051617"/>
                  <a:gd name="connsiteX8" fmla="*/ 62474 w 1320493"/>
                  <a:gd name="connsiteY8" fmla="*/ 375969 h 1051617"/>
                  <a:gd name="connsiteX9" fmla="*/ 0 w 1320493"/>
                  <a:gd name="connsiteY9" fmla="*/ 868523 h 1051617"/>
                  <a:gd name="connsiteX10" fmla="*/ 63977 w 1320493"/>
                  <a:gd name="connsiteY10" fmla="*/ 1038001 h 1051617"/>
                  <a:gd name="connsiteX11" fmla="*/ 78068 w 1320493"/>
                  <a:gd name="connsiteY11" fmla="*/ 686364 h 1051617"/>
                  <a:gd name="connsiteX12" fmla="*/ 353986 w 1320493"/>
                  <a:gd name="connsiteY12" fmla="*/ 260416 h 1051617"/>
                  <a:gd name="connsiteX13" fmla="*/ 639297 w 1320493"/>
                  <a:gd name="connsiteY13" fmla="*/ 320823 h 1051617"/>
                  <a:gd name="connsiteX14" fmla="*/ 660153 w 1320493"/>
                  <a:gd name="connsiteY14" fmla="*/ 322984 h 1051617"/>
                  <a:gd name="connsiteX15" fmla="*/ 681197 w 1320493"/>
                  <a:gd name="connsiteY15" fmla="*/ 320823 h 105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20493" h="1051617">
                    <a:moveTo>
                      <a:pt x="681197" y="320823"/>
                    </a:moveTo>
                    <a:cubicBezTo>
                      <a:pt x="713514" y="318756"/>
                      <a:pt x="885340" y="244821"/>
                      <a:pt x="966508" y="260416"/>
                    </a:cubicBezTo>
                    <a:cubicBezTo>
                      <a:pt x="1047677" y="276011"/>
                      <a:pt x="1212269" y="316689"/>
                      <a:pt x="1242425" y="686364"/>
                    </a:cubicBezTo>
                    <a:cubicBezTo>
                      <a:pt x="1245901" y="729015"/>
                      <a:pt x="1241486" y="971112"/>
                      <a:pt x="1256517" y="1038001"/>
                    </a:cubicBezTo>
                    <a:cubicBezTo>
                      <a:pt x="1271548" y="1104984"/>
                      <a:pt x="1320494" y="904974"/>
                      <a:pt x="1320494" y="868523"/>
                    </a:cubicBezTo>
                    <a:cubicBezTo>
                      <a:pt x="1320494" y="832073"/>
                      <a:pt x="1287143" y="472826"/>
                      <a:pt x="1258020" y="375969"/>
                    </a:cubicBezTo>
                    <a:cubicBezTo>
                      <a:pt x="1228897" y="279111"/>
                      <a:pt x="1134107" y="11461"/>
                      <a:pt x="674902" y="0"/>
                    </a:cubicBezTo>
                    <a:lnTo>
                      <a:pt x="645591" y="0"/>
                    </a:lnTo>
                    <a:cubicBezTo>
                      <a:pt x="186387" y="11461"/>
                      <a:pt x="91597" y="279111"/>
                      <a:pt x="62474" y="375969"/>
                    </a:cubicBezTo>
                    <a:cubicBezTo>
                      <a:pt x="33351" y="472826"/>
                      <a:pt x="0" y="832073"/>
                      <a:pt x="0" y="868523"/>
                    </a:cubicBezTo>
                    <a:cubicBezTo>
                      <a:pt x="0" y="904974"/>
                      <a:pt x="48946" y="1104890"/>
                      <a:pt x="63977" y="1038001"/>
                    </a:cubicBezTo>
                    <a:cubicBezTo>
                      <a:pt x="79008" y="971018"/>
                      <a:pt x="74593" y="728921"/>
                      <a:pt x="78068" y="686364"/>
                    </a:cubicBezTo>
                    <a:cubicBezTo>
                      <a:pt x="108225" y="316689"/>
                      <a:pt x="272817" y="276105"/>
                      <a:pt x="353986" y="260416"/>
                    </a:cubicBezTo>
                    <a:cubicBezTo>
                      <a:pt x="435248" y="244821"/>
                      <a:pt x="607074" y="318756"/>
                      <a:pt x="639297" y="320823"/>
                    </a:cubicBezTo>
                    <a:cubicBezTo>
                      <a:pt x="639297" y="320823"/>
                      <a:pt x="651322" y="323172"/>
                      <a:pt x="660153" y="322984"/>
                    </a:cubicBezTo>
                    <a:cubicBezTo>
                      <a:pt x="669172" y="322796"/>
                      <a:pt x="681197" y="320823"/>
                      <a:pt x="681197" y="320823"/>
                    </a:cubicBezTo>
                    <a:close/>
                  </a:path>
                </a:pathLst>
              </a:custGeom>
              <a:solidFill>
                <a:srgbClr val="B5857D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2" name="Forme libre : forme 1661">
                <a:extLst>
                  <a:ext uri="{FF2B5EF4-FFF2-40B4-BE49-F238E27FC236}">
                    <a16:creationId xmlns:a16="http://schemas.microsoft.com/office/drawing/2014/main" id="{71D45237-2633-4F49-95A3-F56A129B0D87}"/>
                  </a:ext>
                </a:extLst>
              </p:cNvPr>
              <p:cNvSpPr/>
              <p:nvPr/>
            </p:nvSpPr>
            <p:spPr>
              <a:xfrm>
                <a:off x="5304135" y="466813"/>
                <a:ext cx="1320493" cy="1051617"/>
              </a:xfrm>
              <a:custGeom>
                <a:avLst/>
                <a:gdLst>
                  <a:gd name="connsiteX0" fmla="*/ 681197 w 1320493"/>
                  <a:gd name="connsiteY0" fmla="*/ 320823 h 1051617"/>
                  <a:gd name="connsiteX1" fmla="*/ 966508 w 1320493"/>
                  <a:gd name="connsiteY1" fmla="*/ 260416 h 1051617"/>
                  <a:gd name="connsiteX2" fmla="*/ 1242425 w 1320493"/>
                  <a:gd name="connsiteY2" fmla="*/ 686364 h 1051617"/>
                  <a:gd name="connsiteX3" fmla="*/ 1256517 w 1320493"/>
                  <a:gd name="connsiteY3" fmla="*/ 1038001 h 1051617"/>
                  <a:gd name="connsiteX4" fmla="*/ 1320494 w 1320493"/>
                  <a:gd name="connsiteY4" fmla="*/ 868523 h 1051617"/>
                  <a:gd name="connsiteX5" fmla="*/ 1258020 w 1320493"/>
                  <a:gd name="connsiteY5" fmla="*/ 375969 h 1051617"/>
                  <a:gd name="connsiteX6" fmla="*/ 674902 w 1320493"/>
                  <a:gd name="connsiteY6" fmla="*/ 0 h 1051617"/>
                  <a:gd name="connsiteX7" fmla="*/ 645591 w 1320493"/>
                  <a:gd name="connsiteY7" fmla="*/ 0 h 1051617"/>
                  <a:gd name="connsiteX8" fmla="*/ 62474 w 1320493"/>
                  <a:gd name="connsiteY8" fmla="*/ 375969 h 1051617"/>
                  <a:gd name="connsiteX9" fmla="*/ 0 w 1320493"/>
                  <a:gd name="connsiteY9" fmla="*/ 868523 h 1051617"/>
                  <a:gd name="connsiteX10" fmla="*/ 63977 w 1320493"/>
                  <a:gd name="connsiteY10" fmla="*/ 1038001 h 1051617"/>
                  <a:gd name="connsiteX11" fmla="*/ 78068 w 1320493"/>
                  <a:gd name="connsiteY11" fmla="*/ 686364 h 1051617"/>
                  <a:gd name="connsiteX12" fmla="*/ 353986 w 1320493"/>
                  <a:gd name="connsiteY12" fmla="*/ 260416 h 1051617"/>
                  <a:gd name="connsiteX13" fmla="*/ 639297 w 1320493"/>
                  <a:gd name="connsiteY13" fmla="*/ 320823 h 1051617"/>
                  <a:gd name="connsiteX14" fmla="*/ 660153 w 1320493"/>
                  <a:gd name="connsiteY14" fmla="*/ 322984 h 1051617"/>
                  <a:gd name="connsiteX15" fmla="*/ 681197 w 1320493"/>
                  <a:gd name="connsiteY15" fmla="*/ 320823 h 105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20493" h="1051617">
                    <a:moveTo>
                      <a:pt x="681197" y="320823"/>
                    </a:moveTo>
                    <a:cubicBezTo>
                      <a:pt x="713514" y="318756"/>
                      <a:pt x="885340" y="244821"/>
                      <a:pt x="966508" y="260416"/>
                    </a:cubicBezTo>
                    <a:cubicBezTo>
                      <a:pt x="1047677" y="276011"/>
                      <a:pt x="1212269" y="316689"/>
                      <a:pt x="1242425" y="686364"/>
                    </a:cubicBezTo>
                    <a:cubicBezTo>
                      <a:pt x="1245901" y="729015"/>
                      <a:pt x="1241486" y="971112"/>
                      <a:pt x="1256517" y="1038001"/>
                    </a:cubicBezTo>
                    <a:cubicBezTo>
                      <a:pt x="1271548" y="1104984"/>
                      <a:pt x="1320494" y="904974"/>
                      <a:pt x="1320494" y="868523"/>
                    </a:cubicBezTo>
                    <a:cubicBezTo>
                      <a:pt x="1320494" y="832073"/>
                      <a:pt x="1287143" y="472826"/>
                      <a:pt x="1258020" y="375969"/>
                    </a:cubicBezTo>
                    <a:cubicBezTo>
                      <a:pt x="1228897" y="279111"/>
                      <a:pt x="1134107" y="11461"/>
                      <a:pt x="674902" y="0"/>
                    </a:cubicBezTo>
                    <a:lnTo>
                      <a:pt x="645591" y="0"/>
                    </a:lnTo>
                    <a:cubicBezTo>
                      <a:pt x="186387" y="11461"/>
                      <a:pt x="91597" y="279111"/>
                      <a:pt x="62474" y="375969"/>
                    </a:cubicBezTo>
                    <a:cubicBezTo>
                      <a:pt x="33351" y="472826"/>
                      <a:pt x="0" y="832073"/>
                      <a:pt x="0" y="868523"/>
                    </a:cubicBezTo>
                    <a:cubicBezTo>
                      <a:pt x="0" y="904974"/>
                      <a:pt x="48946" y="1104890"/>
                      <a:pt x="63977" y="1038001"/>
                    </a:cubicBezTo>
                    <a:cubicBezTo>
                      <a:pt x="79008" y="971018"/>
                      <a:pt x="74593" y="728921"/>
                      <a:pt x="78068" y="686364"/>
                    </a:cubicBezTo>
                    <a:cubicBezTo>
                      <a:pt x="108225" y="316689"/>
                      <a:pt x="272817" y="276105"/>
                      <a:pt x="353986" y="260416"/>
                    </a:cubicBezTo>
                    <a:cubicBezTo>
                      <a:pt x="435248" y="244821"/>
                      <a:pt x="607074" y="318756"/>
                      <a:pt x="639297" y="320823"/>
                    </a:cubicBezTo>
                    <a:cubicBezTo>
                      <a:pt x="639297" y="320823"/>
                      <a:pt x="651322" y="323172"/>
                      <a:pt x="660153" y="322984"/>
                    </a:cubicBezTo>
                    <a:cubicBezTo>
                      <a:pt x="669172" y="322796"/>
                      <a:pt x="681197" y="320823"/>
                      <a:pt x="681197" y="320823"/>
                    </a:cubicBezTo>
                    <a:close/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3" name="Forme libre : forme 1662">
                <a:extLst>
                  <a:ext uri="{FF2B5EF4-FFF2-40B4-BE49-F238E27FC236}">
                    <a16:creationId xmlns:a16="http://schemas.microsoft.com/office/drawing/2014/main" id="{25C42D90-02F5-4D4E-984C-991E1198CCEA}"/>
                  </a:ext>
                </a:extLst>
              </p:cNvPr>
              <p:cNvSpPr/>
              <p:nvPr/>
            </p:nvSpPr>
            <p:spPr>
              <a:xfrm>
                <a:off x="6128420" y="1464699"/>
                <a:ext cx="260647" cy="24065"/>
              </a:xfrm>
              <a:custGeom>
                <a:avLst/>
                <a:gdLst>
                  <a:gd name="connsiteX0" fmla="*/ 742 w 260647"/>
                  <a:gd name="connsiteY0" fmla="*/ 18413 h 24065"/>
                  <a:gd name="connsiteX1" fmla="*/ 68947 w 260647"/>
                  <a:gd name="connsiteY1" fmla="*/ 15125 h 24065"/>
                  <a:gd name="connsiteX2" fmla="*/ 259279 w 260647"/>
                  <a:gd name="connsiteY2" fmla="*/ 0 h 24065"/>
                  <a:gd name="connsiteX3" fmla="*/ 242182 w 260647"/>
                  <a:gd name="connsiteY3" fmla="*/ 14655 h 24065"/>
                  <a:gd name="connsiteX4" fmla="*/ 68947 w 260647"/>
                  <a:gd name="connsiteY4" fmla="*/ 22641 h 24065"/>
                  <a:gd name="connsiteX5" fmla="*/ 742 w 260647"/>
                  <a:gd name="connsiteY5" fmla="*/ 18413 h 24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647" h="24065">
                    <a:moveTo>
                      <a:pt x="742" y="18413"/>
                    </a:moveTo>
                    <a:cubicBezTo>
                      <a:pt x="-7149" y="11931"/>
                      <a:pt x="50063" y="12025"/>
                      <a:pt x="68947" y="15125"/>
                    </a:cubicBezTo>
                    <a:cubicBezTo>
                      <a:pt x="87923" y="18131"/>
                      <a:pt x="219071" y="19635"/>
                      <a:pt x="259279" y="0"/>
                    </a:cubicBezTo>
                    <a:cubicBezTo>
                      <a:pt x="259279" y="0"/>
                      <a:pt x="267828" y="5449"/>
                      <a:pt x="242182" y="14655"/>
                    </a:cubicBezTo>
                    <a:cubicBezTo>
                      <a:pt x="216534" y="23862"/>
                      <a:pt x="82099" y="25835"/>
                      <a:pt x="68947" y="22641"/>
                    </a:cubicBezTo>
                    <a:cubicBezTo>
                      <a:pt x="55794" y="19353"/>
                      <a:pt x="14083" y="29405"/>
                      <a:pt x="742" y="18413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664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6172183" y="1466672"/>
                <a:ext cx="248772" cy="68392"/>
                <a:chOff x="6172183" y="1466672"/>
                <a:chExt cx="248772" cy="68392"/>
              </a:xfrm>
              <a:solidFill>
                <a:srgbClr val="333333"/>
              </a:solidFill>
            </p:grpSpPr>
            <p:sp>
              <p:nvSpPr>
                <p:cNvPr id="1665" name="Forme libre : forme 1664">
                  <a:extLst>
                    <a:ext uri="{FF2B5EF4-FFF2-40B4-BE49-F238E27FC236}">
                      <a16:creationId xmlns:a16="http://schemas.microsoft.com/office/drawing/2014/main" id="{9ACFF5E7-125C-4BFB-B644-141126B5953D}"/>
                    </a:ext>
                  </a:extLst>
                </p:cNvPr>
                <p:cNvSpPr/>
                <p:nvPr/>
              </p:nvSpPr>
              <p:spPr>
                <a:xfrm>
                  <a:off x="6379808" y="1466672"/>
                  <a:ext cx="41148" cy="13953"/>
                </a:xfrm>
                <a:custGeom>
                  <a:avLst/>
                  <a:gdLst>
                    <a:gd name="connsiteX0" fmla="*/ 0 w 41148"/>
                    <a:gd name="connsiteY0" fmla="*/ 4134 h 13953"/>
                    <a:gd name="connsiteX1" fmla="*/ 20292 w 41148"/>
                    <a:gd name="connsiteY1" fmla="*/ 13340 h 13953"/>
                    <a:gd name="connsiteX2" fmla="*/ 31002 w 41148"/>
                    <a:gd name="connsiteY2" fmla="*/ 13904 h 13953"/>
                    <a:gd name="connsiteX3" fmla="*/ 41148 w 41148"/>
                    <a:gd name="connsiteY3" fmla="*/ 11180 h 13953"/>
                    <a:gd name="connsiteX4" fmla="*/ 31002 w 41148"/>
                    <a:gd name="connsiteY4" fmla="*/ 12213 h 13953"/>
                    <a:gd name="connsiteX5" fmla="*/ 20950 w 41148"/>
                    <a:gd name="connsiteY5" fmla="*/ 10146 h 13953"/>
                    <a:gd name="connsiteX6" fmla="*/ 5073 w 41148"/>
                    <a:gd name="connsiteY6" fmla="*/ 0 h 13953"/>
                    <a:gd name="connsiteX7" fmla="*/ 0 w 41148"/>
                    <a:gd name="connsiteY7" fmla="*/ 4134 h 13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1148" h="13953">
                      <a:moveTo>
                        <a:pt x="0" y="4134"/>
                      </a:moveTo>
                      <a:cubicBezTo>
                        <a:pt x="5637" y="10146"/>
                        <a:pt x="13246" y="12495"/>
                        <a:pt x="20292" y="13340"/>
                      </a:cubicBezTo>
                      <a:cubicBezTo>
                        <a:pt x="23862" y="13716"/>
                        <a:pt x="27338" y="14092"/>
                        <a:pt x="31002" y="13904"/>
                      </a:cubicBezTo>
                      <a:cubicBezTo>
                        <a:pt x="34666" y="14186"/>
                        <a:pt x="38048" y="12683"/>
                        <a:pt x="41148" y="11180"/>
                      </a:cubicBezTo>
                      <a:cubicBezTo>
                        <a:pt x="37766" y="12213"/>
                        <a:pt x="34384" y="13058"/>
                        <a:pt x="31002" y="12213"/>
                      </a:cubicBezTo>
                      <a:cubicBezTo>
                        <a:pt x="27714" y="11931"/>
                        <a:pt x="24238" y="10992"/>
                        <a:pt x="20950" y="10146"/>
                      </a:cubicBezTo>
                      <a:cubicBezTo>
                        <a:pt x="14468" y="8361"/>
                        <a:pt x="8361" y="4979"/>
                        <a:pt x="5073" y="0"/>
                      </a:cubicBezTo>
                      <a:lnTo>
                        <a:pt x="0" y="4134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6" name="Forme libre : forme 1665">
                  <a:extLst>
                    <a:ext uri="{FF2B5EF4-FFF2-40B4-BE49-F238E27FC236}">
                      <a16:creationId xmlns:a16="http://schemas.microsoft.com/office/drawing/2014/main" id="{158CB7B8-C1DC-4A7D-B381-E6914E37330C}"/>
                    </a:ext>
                  </a:extLst>
                </p:cNvPr>
                <p:cNvSpPr/>
                <p:nvPr/>
              </p:nvSpPr>
              <p:spPr>
                <a:xfrm>
                  <a:off x="6172183" y="1481234"/>
                  <a:ext cx="13252" cy="29874"/>
                </a:xfrm>
                <a:custGeom>
                  <a:avLst/>
                  <a:gdLst>
                    <a:gd name="connsiteX0" fmla="*/ 7991 w 13252"/>
                    <a:gd name="connsiteY0" fmla="*/ 0 h 29874"/>
                    <a:gd name="connsiteX1" fmla="*/ 1791 w 13252"/>
                    <a:gd name="connsiteY1" fmla="*/ 15031 h 29874"/>
                    <a:gd name="connsiteX2" fmla="*/ 6 w 13252"/>
                    <a:gd name="connsiteY2" fmla="*/ 23017 h 29874"/>
                    <a:gd name="connsiteX3" fmla="*/ 3858 w 13252"/>
                    <a:gd name="connsiteY3" fmla="*/ 29875 h 29874"/>
                    <a:gd name="connsiteX4" fmla="*/ 1791 w 13252"/>
                    <a:gd name="connsiteY4" fmla="*/ 23111 h 29874"/>
                    <a:gd name="connsiteX5" fmla="*/ 4985 w 13252"/>
                    <a:gd name="connsiteY5" fmla="*/ 16440 h 29874"/>
                    <a:gd name="connsiteX6" fmla="*/ 13252 w 13252"/>
                    <a:gd name="connsiteY6" fmla="*/ 3946 h 29874"/>
                    <a:gd name="connsiteX7" fmla="*/ 7991 w 13252"/>
                    <a:gd name="connsiteY7" fmla="*/ 0 h 29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252" h="29874">
                      <a:moveTo>
                        <a:pt x="7991" y="0"/>
                      </a:moveTo>
                      <a:cubicBezTo>
                        <a:pt x="4797" y="5167"/>
                        <a:pt x="3576" y="10146"/>
                        <a:pt x="1791" y="15031"/>
                      </a:cubicBezTo>
                      <a:cubicBezTo>
                        <a:pt x="945" y="17380"/>
                        <a:pt x="-88" y="20198"/>
                        <a:pt x="6" y="23017"/>
                      </a:cubicBezTo>
                      <a:cubicBezTo>
                        <a:pt x="6" y="25835"/>
                        <a:pt x="1415" y="28747"/>
                        <a:pt x="3858" y="29875"/>
                      </a:cubicBezTo>
                      <a:cubicBezTo>
                        <a:pt x="1791" y="28184"/>
                        <a:pt x="1321" y="25459"/>
                        <a:pt x="1791" y="23111"/>
                      </a:cubicBezTo>
                      <a:cubicBezTo>
                        <a:pt x="2261" y="20762"/>
                        <a:pt x="3576" y="18695"/>
                        <a:pt x="4985" y="16440"/>
                      </a:cubicBezTo>
                      <a:cubicBezTo>
                        <a:pt x="7710" y="11931"/>
                        <a:pt x="10152" y="7140"/>
                        <a:pt x="13252" y="3946"/>
                      </a:cubicBezTo>
                      <a:lnTo>
                        <a:pt x="799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7" name="Forme libre : forme 1666">
                  <a:extLst>
                    <a:ext uri="{FF2B5EF4-FFF2-40B4-BE49-F238E27FC236}">
                      <a16:creationId xmlns:a16="http://schemas.microsoft.com/office/drawing/2014/main" id="{3A9DC17F-E4D1-4FB3-8657-DD7BBA4F3B23}"/>
                    </a:ext>
                  </a:extLst>
                </p:cNvPr>
                <p:cNvSpPr/>
                <p:nvPr/>
              </p:nvSpPr>
              <p:spPr>
                <a:xfrm>
                  <a:off x="6192255" y="1484334"/>
                  <a:ext cx="10654" cy="25741"/>
                </a:xfrm>
                <a:custGeom>
                  <a:avLst/>
                  <a:gdLst>
                    <a:gd name="connsiteX0" fmla="*/ 4454 w 10654"/>
                    <a:gd name="connsiteY0" fmla="*/ 0 h 25741"/>
                    <a:gd name="connsiteX1" fmla="*/ 38 w 10654"/>
                    <a:gd name="connsiteY1" fmla="*/ 13246 h 25741"/>
                    <a:gd name="connsiteX2" fmla="*/ 2763 w 10654"/>
                    <a:gd name="connsiteY2" fmla="*/ 20574 h 25741"/>
                    <a:gd name="connsiteX3" fmla="*/ 7554 w 10654"/>
                    <a:gd name="connsiteY3" fmla="*/ 25741 h 25741"/>
                    <a:gd name="connsiteX4" fmla="*/ 4078 w 10654"/>
                    <a:gd name="connsiteY4" fmla="*/ 19635 h 25741"/>
                    <a:gd name="connsiteX5" fmla="*/ 3232 w 10654"/>
                    <a:gd name="connsiteY5" fmla="*/ 13810 h 25741"/>
                    <a:gd name="connsiteX6" fmla="*/ 10654 w 10654"/>
                    <a:gd name="connsiteY6" fmla="*/ 1785 h 25741"/>
                    <a:gd name="connsiteX7" fmla="*/ 4454 w 10654"/>
                    <a:gd name="connsiteY7" fmla="*/ 0 h 25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54" h="25741">
                      <a:moveTo>
                        <a:pt x="4454" y="0"/>
                      </a:moveTo>
                      <a:cubicBezTo>
                        <a:pt x="4266" y="3382"/>
                        <a:pt x="508" y="7704"/>
                        <a:pt x="38" y="13246"/>
                      </a:cubicBezTo>
                      <a:cubicBezTo>
                        <a:pt x="-244" y="16065"/>
                        <a:pt x="1071" y="18883"/>
                        <a:pt x="2763" y="20574"/>
                      </a:cubicBezTo>
                      <a:cubicBezTo>
                        <a:pt x="4454" y="22359"/>
                        <a:pt x="6239" y="23768"/>
                        <a:pt x="7554" y="25741"/>
                      </a:cubicBezTo>
                      <a:cubicBezTo>
                        <a:pt x="6708" y="23486"/>
                        <a:pt x="5205" y="21607"/>
                        <a:pt x="4078" y="19635"/>
                      </a:cubicBezTo>
                      <a:cubicBezTo>
                        <a:pt x="2950" y="17662"/>
                        <a:pt x="2575" y="15689"/>
                        <a:pt x="3232" y="13810"/>
                      </a:cubicBezTo>
                      <a:cubicBezTo>
                        <a:pt x="4360" y="9864"/>
                        <a:pt x="8305" y="7422"/>
                        <a:pt x="10654" y="1785"/>
                      </a:cubicBezTo>
                      <a:lnTo>
                        <a:pt x="4454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8" name="Forme libre : forme 1667">
                  <a:extLst>
                    <a:ext uri="{FF2B5EF4-FFF2-40B4-BE49-F238E27FC236}">
                      <a16:creationId xmlns:a16="http://schemas.microsoft.com/office/drawing/2014/main" id="{B609D413-2D6A-42E1-A282-9CB5D8AFE40E}"/>
                    </a:ext>
                  </a:extLst>
                </p:cNvPr>
                <p:cNvSpPr/>
                <p:nvPr/>
              </p:nvSpPr>
              <p:spPr>
                <a:xfrm>
                  <a:off x="6373232" y="1473718"/>
                  <a:ext cx="36640" cy="22627"/>
                </a:xfrm>
                <a:custGeom>
                  <a:avLst/>
                  <a:gdLst>
                    <a:gd name="connsiteX0" fmla="*/ 0 w 36640"/>
                    <a:gd name="connsiteY0" fmla="*/ 0 h 22627"/>
                    <a:gd name="connsiteX1" fmla="*/ 5261 w 36640"/>
                    <a:gd name="connsiteY1" fmla="*/ 12119 h 22627"/>
                    <a:gd name="connsiteX2" fmla="*/ 15783 w 36640"/>
                    <a:gd name="connsiteY2" fmla="*/ 17944 h 22627"/>
                    <a:gd name="connsiteX3" fmla="*/ 26586 w 36640"/>
                    <a:gd name="connsiteY3" fmla="*/ 21514 h 22627"/>
                    <a:gd name="connsiteX4" fmla="*/ 32223 w 36640"/>
                    <a:gd name="connsiteY4" fmla="*/ 22547 h 22627"/>
                    <a:gd name="connsiteX5" fmla="*/ 36639 w 36640"/>
                    <a:gd name="connsiteY5" fmla="*/ 19822 h 22627"/>
                    <a:gd name="connsiteX6" fmla="*/ 32317 w 36640"/>
                    <a:gd name="connsiteY6" fmla="*/ 21701 h 22627"/>
                    <a:gd name="connsiteX7" fmla="*/ 27056 w 36640"/>
                    <a:gd name="connsiteY7" fmla="*/ 19822 h 22627"/>
                    <a:gd name="connsiteX8" fmla="*/ 17192 w 36640"/>
                    <a:gd name="connsiteY8" fmla="*/ 14843 h 22627"/>
                    <a:gd name="connsiteX9" fmla="*/ 8925 w 36640"/>
                    <a:gd name="connsiteY9" fmla="*/ 8549 h 22627"/>
                    <a:gd name="connsiteX10" fmla="*/ 6576 w 36640"/>
                    <a:gd name="connsiteY10" fmla="*/ 0 h 22627"/>
                    <a:gd name="connsiteX11" fmla="*/ 0 w 36640"/>
                    <a:gd name="connsiteY11" fmla="*/ 0 h 22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6640" h="22627">
                      <a:moveTo>
                        <a:pt x="0" y="0"/>
                      </a:moveTo>
                      <a:cubicBezTo>
                        <a:pt x="470" y="4885"/>
                        <a:pt x="1973" y="8455"/>
                        <a:pt x="5261" y="12119"/>
                      </a:cubicBezTo>
                      <a:cubicBezTo>
                        <a:pt x="8549" y="15125"/>
                        <a:pt x="12213" y="16534"/>
                        <a:pt x="15783" y="17944"/>
                      </a:cubicBezTo>
                      <a:cubicBezTo>
                        <a:pt x="19353" y="19353"/>
                        <a:pt x="22923" y="20574"/>
                        <a:pt x="26586" y="21514"/>
                      </a:cubicBezTo>
                      <a:cubicBezTo>
                        <a:pt x="28465" y="21983"/>
                        <a:pt x="30250" y="22359"/>
                        <a:pt x="32223" y="22547"/>
                      </a:cubicBezTo>
                      <a:cubicBezTo>
                        <a:pt x="34008" y="22923"/>
                        <a:pt x="36733" y="21983"/>
                        <a:pt x="36639" y="19822"/>
                      </a:cubicBezTo>
                      <a:cubicBezTo>
                        <a:pt x="36263" y="21889"/>
                        <a:pt x="33914" y="22265"/>
                        <a:pt x="32317" y="21701"/>
                      </a:cubicBezTo>
                      <a:cubicBezTo>
                        <a:pt x="30532" y="21232"/>
                        <a:pt x="28841" y="20574"/>
                        <a:pt x="27056" y="19822"/>
                      </a:cubicBezTo>
                      <a:cubicBezTo>
                        <a:pt x="23674" y="18413"/>
                        <a:pt x="20386" y="16722"/>
                        <a:pt x="17192" y="14843"/>
                      </a:cubicBezTo>
                      <a:cubicBezTo>
                        <a:pt x="13998" y="12964"/>
                        <a:pt x="10898" y="10992"/>
                        <a:pt x="8925" y="8549"/>
                      </a:cubicBezTo>
                      <a:cubicBezTo>
                        <a:pt x="7328" y="6482"/>
                        <a:pt x="6294" y="2630"/>
                        <a:pt x="6576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9" name="Forme libre : forme 1668">
                  <a:extLst>
                    <a:ext uri="{FF2B5EF4-FFF2-40B4-BE49-F238E27FC236}">
                      <a16:creationId xmlns:a16="http://schemas.microsoft.com/office/drawing/2014/main" id="{6D611720-DB83-4408-9147-7123219487CF}"/>
                    </a:ext>
                  </a:extLst>
                </p:cNvPr>
                <p:cNvSpPr/>
                <p:nvPr/>
              </p:nvSpPr>
              <p:spPr>
                <a:xfrm>
                  <a:off x="6260639" y="1483230"/>
                  <a:ext cx="28418" cy="51834"/>
                </a:xfrm>
                <a:custGeom>
                  <a:avLst/>
                  <a:gdLst>
                    <a:gd name="connsiteX0" fmla="*/ 6247 w 28418"/>
                    <a:gd name="connsiteY0" fmla="*/ 2325 h 51834"/>
                    <a:gd name="connsiteX1" fmla="*/ 6247 w 28418"/>
                    <a:gd name="connsiteY1" fmla="*/ 5237 h 51834"/>
                    <a:gd name="connsiteX2" fmla="*/ 4932 w 28418"/>
                    <a:gd name="connsiteY2" fmla="*/ 6459 h 51834"/>
                    <a:gd name="connsiteX3" fmla="*/ 2208 w 28418"/>
                    <a:gd name="connsiteY3" fmla="*/ 6177 h 51834"/>
                    <a:gd name="connsiteX4" fmla="*/ 1080 w 28418"/>
                    <a:gd name="connsiteY4" fmla="*/ 4016 h 51834"/>
                    <a:gd name="connsiteX5" fmla="*/ 892 w 28418"/>
                    <a:gd name="connsiteY5" fmla="*/ 5801 h 51834"/>
                    <a:gd name="connsiteX6" fmla="*/ 705 w 28418"/>
                    <a:gd name="connsiteY6" fmla="*/ 9747 h 51834"/>
                    <a:gd name="connsiteX7" fmla="*/ 1080 w 28418"/>
                    <a:gd name="connsiteY7" fmla="*/ 17638 h 51834"/>
                    <a:gd name="connsiteX8" fmla="*/ 5402 w 28418"/>
                    <a:gd name="connsiteY8" fmla="*/ 32763 h 51834"/>
                    <a:gd name="connsiteX9" fmla="*/ 28418 w 28418"/>
                    <a:gd name="connsiteY9" fmla="*/ 51834 h 51834"/>
                    <a:gd name="connsiteX10" fmla="*/ 8408 w 28418"/>
                    <a:gd name="connsiteY10" fmla="*/ 31448 h 51834"/>
                    <a:gd name="connsiteX11" fmla="*/ 5965 w 28418"/>
                    <a:gd name="connsiteY11" fmla="*/ 17262 h 51834"/>
                    <a:gd name="connsiteX12" fmla="*/ 6341 w 28418"/>
                    <a:gd name="connsiteY12" fmla="*/ 10029 h 51834"/>
                    <a:gd name="connsiteX13" fmla="*/ 6905 w 28418"/>
                    <a:gd name="connsiteY13" fmla="*/ 6459 h 51834"/>
                    <a:gd name="connsiteX14" fmla="*/ 7281 w 28418"/>
                    <a:gd name="connsiteY14" fmla="*/ 4580 h 51834"/>
                    <a:gd name="connsiteX15" fmla="*/ 5684 w 28418"/>
                    <a:gd name="connsiteY15" fmla="*/ 634 h 51834"/>
                    <a:gd name="connsiteX16" fmla="*/ 2020 w 28418"/>
                    <a:gd name="connsiteY16" fmla="*/ 352 h 51834"/>
                    <a:gd name="connsiteX17" fmla="*/ 423 w 28418"/>
                    <a:gd name="connsiteY17" fmla="*/ 1855 h 51834"/>
                    <a:gd name="connsiteX18" fmla="*/ 423 w 28418"/>
                    <a:gd name="connsiteY18" fmla="*/ 5237 h 51834"/>
                    <a:gd name="connsiteX19" fmla="*/ 6247 w 28418"/>
                    <a:gd name="connsiteY19" fmla="*/ 2325 h 51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8418" h="51834">
                      <a:moveTo>
                        <a:pt x="6247" y="2325"/>
                      </a:moveTo>
                      <a:cubicBezTo>
                        <a:pt x="6717" y="2983"/>
                        <a:pt x="6717" y="4486"/>
                        <a:pt x="6247" y="5237"/>
                      </a:cubicBezTo>
                      <a:cubicBezTo>
                        <a:pt x="5778" y="5989"/>
                        <a:pt x="5308" y="6271"/>
                        <a:pt x="4932" y="6459"/>
                      </a:cubicBezTo>
                      <a:cubicBezTo>
                        <a:pt x="4275" y="6741"/>
                        <a:pt x="3429" y="6928"/>
                        <a:pt x="2208" y="6177"/>
                      </a:cubicBezTo>
                      <a:cubicBezTo>
                        <a:pt x="516" y="4674"/>
                        <a:pt x="1174" y="3922"/>
                        <a:pt x="1080" y="4016"/>
                      </a:cubicBezTo>
                      <a:lnTo>
                        <a:pt x="892" y="5801"/>
                      </a:lnTo>
                      <a:lnTo>
                        <a:pt x="705" y="9747"/>
                      </a:lnTo>
                      <a:cubicBezTo>
                        <a:pt x="705" y="12377"/>
                        <a:pt x="798" y="15008"/>
                        <a:pt x="1080" y="17638"/>
                      </a:cubicBezTo>
                      <a:cubicBezTo>
                        <a:pt x="1738" y="22899"/>
                        <a:pt x="3053" y="28066"/>
                        <a:pt x="5402" y="32763"/>
                      </a:cubicBezTo>
                      <a:cubicBezTo>
                        <a:pt x="9911" y="42158"/>
                        <a:pt x="18460" y="49767"/>
                        <a:pt x="28418" y="51834"/>
                      </a:cubicBezTo>
                      <a:cubicBezTo>
                        <a:pt x="18742" y="48734"/>
                        <a:pt x="11602" y="40467"/>
                        <a:pt x="8408" y="31448"/>
                      </a:cubicBezTo>
                      <a:cubicBezTo>
                        <a:pt x="6811" y="26845"/>
                        <a:pt x="6060" y="22054"/>
                        <a:pt x="5965" y="17262"/>
                      </a:cubicBezTo>
                      <a:cubicBezTo>
                        <a:pt x="5965" y="14820"/>
                        <a:pt x="6060" y="12471"/>
                        <a:pt x="6341" y="10029"/>
                      </a:cubicBezTo>
                      <a:lnTo>
                        <a:pt x="6905" y="6459"/>
                      </a:lnTo>
                      <a:lnTo>
                        <a:pt x="7281" y="4580"/>
                      </a:lnTo>
                      <a:cubicBezTo>
                        <a:pt x="7187" y="4016"/>
                        <a:pt x="7844" y="2513"/>
                        <a:pt x="5684" y="634"/>
                      </a:cubicBezTo>
                      <a:cubicBezTo>
                        <a:pt x="4180" y="-305"/>
                        <a:pt x="2959" y="-23"/>
                        <a:pt x="2020" y="352"/>
                      </a:cubicBezTo>
                      <a:cubicBezTo>
                        <a:pt x="1550" y="634"/>
                        <a:pt x="892" y="916"/>
                        <a:pt x="423" y="1855"/>
                      </a:cubicBezTo>
                      <a:cubicBezTo>
                        <a:pt x="-141" y="2701"/>
                        <a:pt x="-141" y="4486"/>
                        <a:pt x="423" y="5237"/>
                      </a:cubicBezTo>
                      <a:lnTo>
                        <a:pt x="6247" y="232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0" name="Forme libre : forme 1669">
                  <a:extLst>
                    <a:ext uri="{FF2B5EF4-FFF2-40B4-BE49-F238E27FC236}">
                      <a16:creationId xmlns:a16="http://schemas.microsoft.com/office/drawing/2014/main" id="{E8D42C00-FDAA-44F5-91E9-66FA78293B4B}"/>
                    </a:ext>
                  </a:extLst>
                </p:cNvPr>
                <p:cNvSpPr/>
                <p:nvPr/>
              </p:nvSpPr>
              <p:spPr>
                <a:xfrm>
                  <a:off x="6337907" y="1481421"/>
                  <a:ext cx="44155" cy="44717"/>
                </a:xfrm>
                <a:custGeom>
                  <a:avLst/>
                  <a:gdLst>
                    <a:gd name="connsiteX0" fmla="*/ 1 w 44155"/>
                    <a:gd name="connsiteY0" fmla="*/ 0 h 44717"/>
                    <a:gd name="connsiteX1" fmla="*/ 15408 w 44155"/>
                    <a:gd name="connsiteY1" fmla="*/ 29593 h 44717"/>
                    <a:gd name="connsiteX2" fmla="*/ 44155 w 44155"/>
                    <a:gd name="connsiteY2" fmla="*/ 44718 h 44717"/>
                    <a:gd name="connsiteX3" fmla="*/ 17663 w 44155"/>
                    <a:gd name="connsiteY3" fmla="*/ 27150 h 44717"/>
                    <a:gd name="connsiteX4" fmla="*/ 6577 w 44155"/>
                    <a:gd name="connsiteY4" fmla="*/ 376 h 44717"/>
                    <a:gd name="connsiteX5" fmla="*/ 1 w 44155"/>
                    <a:gd name="connsiteY5" fmla="*/ 0 h 44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155" h="44717">
                      <a:moveTo>
                        <a:pt x="1" y="0"/>
                      </a:moveTo>
                      <a:cubicBezTo>
                        <a:pt x="-93" y="12307"/>
                        <a:pt x="6953" y="22641"/>
                        <a:pt x="15408" y="29593"/>
                      </a:cubicBezTo>
                      <a:cubicBezTo>
                        <a:pt x="24051" y="36639"/>
                        <a:pt x="34197" y="40678"/>
                        <a:pt x="44155" y="44718"/>
                      </a:cubicBezTo>
                      <a:cubicBezTo>
                        <a:pt x="34667" y="39739"/>
                        <a:pt x="25084" y="34572"/>
                        <a:pt x="17663" y="27150"/>
                      </a:cubicBezTo>
                      <a:cubicBezTo>
                        <a:pt x="10335" y="19916"/>
                        <a:pt x="5450" y="9864"/>
                        <a:pt x="6577" y="376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1" name="Forme libre : forme 1670">
                  <a:extLst>
                    <a:ext uri="{FF2B5EF4-FFF2-40B4-BE49-F238E27FC236}">
                      <a16:creationId xmlns:a16="http://schemas.microsoft.com/office/drawing/2014/main" id="{54C781F9-2481-436A-9C27-B2A7D67C469E}"/>
                    </a:ext>
                  </a:extLst>
                </p:cNvPr>
                <p:cNvSpPr/>
                <p:nvPr/>
              </p:nvSpPr>
              <p:spPr>
                <a:xfrm>
                  <a:off x="6353679" y="1478791"/>
                  <a:ext cx="48957" cy="25640"/>
                </a:xfrm>
                <a:custGeom>
                  <a:avLst/>
                  <a:gdLst>
                    <a:gd name="connsiteX0" fmla="*/ 12 w 48957"/>
                    <a:gd name="connsiteY0" fmla="*/ 0 h 25640"/>
                    <a:gd name="connsiteX1" fmla="*/ 3112 w 48957"/>
                    <a:gd name="connsiteY1" fmla="*/ 8549 h 25640"/>
                    <a:gd name="connsiteX2" fmla="*/ 8091 w 48957"/>
                    <a:gd name="connsiteY2" fmla="*/ 14374 h 25640"/>
                    <a:gd name="connsiteX3" fmla="*/ 20492 w 48957"/>
                    <a:gd name="connsiteY3" fmla="*/ 22641 h 25640"/>
                    <a:gd name="connsiteX4" fmla="*/ 48958 w 48957"/>
                    <a:gd name="connsiteY4" fmla="*/ 23204 h 25640"/>
                    <a:gd name="connsiteX5" fmla="*/ 21995 w 48957"/>
                    <a:gd name="connsiteY5" fmla="*/ 19635 h 25640"/>
                    <a:gd name="connsiteX6" fmla="*/ 11755 w 48957"/>
                    <a:gd name="connsiteY6" fmla="*/ 10992 h 25640"/>
                    <a:gd name="connsiteX7" fmla="*/ 8091 w 48957"/>
                    <a:gd name="connsiteY7" fmla="*/ 5543 h 25640"/>
                    <a:gd name="connsiteX8" fmla="*/ 6588 w 48957"/>
                    <a:gd name="connsiteY8" fmla="*/ 845 h 25640"/>
                    <a:gd name="connsiteX9" fmla="*/ 12 w 48957"/>
                    <a:gd name="connsiteY9" fmla="*/ 0 h 25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7" h="25640">
                      <a:moveTo>
                        <a:pt x="12" y="0"/>
                      </a:moveTo>
                      <a:cubicBezTo>
                        <a:pt x="-176" y="4134"/>
                        <a:pt x="1891" y="6482"/>
                        <a:pt x="3112" y="8549"/>
                      </a:cubicBezTo>
                      <a:cubicBezTo>
                        <a:pt x="4615" y="10616"/>
                        <a:pt x="6212" y="12589"/>
                        <a:pt x="8091" y="14374"/>
                      </a:cubicBezTo>
                      <a:cubicBezTo>
                        <a:pt x="11755" y="17944"/>
                        <a:pt x="15983" y="20762"/>
                        <a:pt x="20492" y="22641"/>
                      </a:cubicBezTo>
                      <a:cubicBezTo>
                        <a:pt x="29699" y="26492"/>
                        <a:pt x="40033" y="26587"/>
                        <a:pt x="48958" y="23204"/>
                      </a:cubicBezTo>
                      <a:cubicBezTo>
                        <a:pt x="39751" y="25459"/>
                        <a:pt x="29886" y="24144"/>
                        <a:pt x="21995" y="19635"/>
                      </a:cubicBezTo>
                      <a:cubicBezTo>
                        <a:pt x="18050" y="17380"/>
                        <a:pt x="14574" y="14467"/>
                        <a:pt x="11755" y="10992"/>
                      </a:cubicBezTo>
                      <a:cubicBezTo>
                        <a:pt x="10346" y="9300"/>
                        <a:pt x="9125" y="7422"/>
                        <a:pt x="8091" y="5543"/>
                      </a:cubicBezTo>
                      <a:cubicBezTo>
                        <a:pt x="6964" y="3570"/>
                        <a:pt x="6306" y="1597"/>
                        <a:pt x="6588" y="845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2" name="Forme libre : forme 1671">
                  <a:extLst>
                    <a:ext uri="{FF2B5EF4-FFF2-40B4-BE49-F238E27FC236}">
                      <a16:creationId xmlns:a16="http://schemas.microsoft.com/office/drawing/2014/main" id="{3B18E7E9-EB2E-4F2E-A267-88F08C6E377C}"/>
                    </a:ext>
                  </a:extLst>
                </p:cNvPr>
                <p:cNvSpPr/>
                <p:nvPr/>
              </p:nvSpPr>
              <p:spPr>
                <a:xfrm>
                  <a:off x="6290036" y="1484897"/>
                  <a:ext cx="27391" cy="45187"/>
                </a:xfrm>
                <a:custGeom>
                  <a:avLst/>
                  <a:gdLst>
                    <a:gd name="connsiteX0" fmla="*/ 148 w 27391"/>
                    <a:gd name="connsiteY0" fmla="*/ 0 h 45187"/>
                    <a:gd name="connsiteX1" fmla="*/ 5409 w 27391"/>
                    <a:gd name="connsiteY1" fmla="*/ 28184 h 45187"/>
                    <a:gd name="connsiteX2" fmla="*/ 27392 w 27391"/>
                    <a:gd name="connsiteY2" fmla="*/ 45188 h 45187"/>
                    <a:gd name="connsiteX3" fmla="*/ 8227 w 27391"/>
                    <a:gd name="connsiteY3" fmla="*/ 26587 h 45187"/>
                    <a:gd name="connsiteX4" fmla="*/ 6630 w 27391"/>
                    <a:gd name="connsiteY4" fmla="*/ 658 h 45187"/>
                    <a:gd name="connsiteX5" fmla="*/ 148 w 27391"/>
                    <a:gd name="connsiteY5" fmla="*/ 0 h 4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391" h="45187">
                      <a:moveTo>
                        <a:pt x="148" y="0"/>
                      </a:moveTo>
                      <a:cubicBezTo>
                        <a:pt x="-322" y="9301"/>
                        <a:pt x="54" y="19729"/>
                        <a:pt x="5409" y="28184"/>
                      </a:cubicBezTo>
                      <a:cubicBezTo>
                        <a:pt x="10576" y="36545"/>
                        <a:pt x="18843" y="41900"/>
                        <a:pt x="27392" y="45188"/>
                      </a:cubicBezTo>
                      <a:cubicBezTo>
                        <a:pt x="19219" y="40960"/>
                        <a:pt x="11985" y="34666"/>
                        <a:pt x="8227" y="26587"/>
                      </a:cubicBezTo>
                      <a:cubicBezTo>
                        <a:pt x="4469" y="18601"/>
                        <a:pt x="5127" y="9489"/>
                        <a:pt x="6630" y="658"/>
                      </a:cubicBezTo>
                      <a:lnTo>
                        <a:pt x="148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3" name="Forme libre : forme 1672">
                  <a:extLst>
                    <a:ext uri="{FF2B5EF4-FFF2-40B4-BE49-F238E27FC236}">
                      <a16:creationId xmlns:a16="http://schemas.microsoft.com/office/drawing/2014/main" id="{77EE9D17-99F9-438D-A2FC-A90A36FC344E}"/>
                    </a:ext>
                  </a:extLst>
                </p:cNvPr>
                <p:cNvSpPr/>
                <p:nvPr/>
              </p:nvSpPr>
              <p:spPr>
                <a:xfrm>
                  <a:off x="6320153" y="1484240"/>
                  <a:ext cx="37766" cy="40490"/>
                </a:xfrm>
                <a:custGeom>
                  <a:avLst/>
                  <a:gdLst>
                    <a:gd name="connsiteX0" fmla="*/ 0 w 37766"/>
                    <a:gd name="connsiteY0" fmla="*/ 282 h 40490"/>
                    <a:gd name="connsiteX1" fmla="*/ 13622 w 37766"/>
                    <a:gd name="connsiteY1" fmla="*/ 26023 h 40490"/>
                    <a:gd name="connsiteX2" fmla="*/ 37766 w 37766"/>
                    <a:gd name="connsiteY2" fmla="*/ 40490 h 40490"/>
                    <a:gd name="connsiteX3" fmla="*/ 15971 w 37766"/>
                    <a:gd name="connsiteY3" fmla="*/ 23768 h 40490"/>
                    <a:gd name="connsiteX4" fmla="*/ 6576 w 37766"/>
                    <a:gd name="connsiteY4" fmla="*/ 0 h 40490"/>
                    <a:gd name="connsiteX5" fmla="*/ 0 w 37766"/>
                    <a:gd name="connsiteY5" fmla="*/ 282 h 40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766" h="40490">
                      <a:moveTo>
                        <a:pt x="0" y="282"/>
                      </a:moveTo>
                      <a:cubicBezTo>
                        <a:pt x="940" y="10710"/>
                        <a:pt x="6576" y="19541"/>
                        <a:pt x="13622" y="26023"/>
                      </a:cubicBezTo>
                      <a:cubicBezTo>
                        <a:pt x="20762" y="32505"/>
                        <a:pt x="29123" y="37014"/>
                        <a:pt x="37766" y="40490"/>
                      </a:cubicBezTo>
                      <a:cubicBezTo>
                        <a:pt x="29593" y="35981"/>
                        <a:pt x="21889" y="30626"/>
                        <a:pt x="15971" y="23768"/>
                      </a:cubicBezTo>
                      <a:cubicBezTo>
                        <a:pt x="10146" y="17004"/>
                        <a:pt x="6294" y="8361"/>
                        <a:pt x="6576" y="0"/>
                      </a:cubicBez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4" name="Forme libre : forme 1673">
                  <a:extLst>
                    <a:ext uri="{FF2B5EF4-FFF2-40B4-BE49-F238E27FC236}">
                      <a16:creationId xmlns:a16="http://schemas.microsoft.com/office/drawing/2014/main" id="{663F6D93-81F6-49B7-95D5-A39EA74D1337}"/>
                    </a:ext>
                  </a:extLst>
                </p:cNvPr>
                <p:cNvSpPr/>
                <p:nvPr/>
              </p:nvSpPr>
              <p:spPr>
                <a:xfrm>
                  <a:off x="6345894" y="1481515"/>
                  <a:ext cx="44999" cy="21340"/>
                </a:xfrm>
                <a:custGeom>
                  <a:avLst/>
                  <a:gdLst>
                    <a:gd name="connsiteX0" fmla="*/ 0 w 44999"/>
                    <a:gd name="connsiteY0" fmla="*/ 0 h 21340"/>
                    <a:gd name="connsiteX1" fmla="*/ 6200 w 44999"/>
                    <a:gd name="connsiteY1" fmla="*/ 13716 h 21340"/>
                    <a:gd name="connsiteX2" fmla="*/ 18695 w 44999"/>
                    <a:gd name="connsiteY2" fmla="*/ 20668 h 21340"/>
                    <a:gd name="connsiteX3" fmla="*/ 45000 w 44999"/>
                    <a:gd name="connsiteY3" fmla="*/ 16159 h 21340"/>
                    <a:gd name="connsiteX4" fmla="*/ 19540 w 44999"/>
                    <a:gd name="connsiteY4" fmla="*/ 17474 h 21340"/>
                    <a:gd name="connsiteX5" fmla="*/ 6482 w 44999"/>
                    <a:gd name="connsiteY5" fmla="*/ 94 h 21340"/>
                    <a:gd name="connsiteX6" fmla="*/ 0 w 44999"/>
                    <a:gd name="connsiteY6" fmla="*/ 0 h 21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999" h="21340">
                      <a:moveTo>
                        <a:pt x="0" y="0"/>
                      </a:moveTo>
                      <a:cubicBezTo>
                        <a:pt x="188" y="5449"/>
                        <a:pt x="2818" y="10240"/>
                        <a:pt x="6200" y="13716"/>
                      </a:cubicBezTo>
                      <a:cubicBezTo>
                        <a:pt x="9676" y="17192"/>
                        <a:pt x="14092" y="19635"/>
                        <a:pt x="18695" y="20668"/>
                      </a:cubicBezTo>
                      <a:cubicBezTo>
                        <a:pt x="27995" y="22641"/>
                        <a:pt x="37108" y="20010"/>
                        <a:pt x="45000" y="16159"/>
                      </a:cubicBezTo>
                      <a:cubicBezTo>
                        <a:pt x="36733" y="18977"/>
                        <a:pt x="27526" y="20292"/>
                        <a:pt x="19540" y="17474"/>
                      </a:cubicBezTo>
                      <a:cubicBezTo>
                        <a:pt x="11837" y="14843"/>
                        <a:pt x="5731" y="7234"/>
                        <a:pt x="6482" y="9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5" name="Forme libre : forme 1674">
                  <a:extLst>
                    <a:ext uri="{FF2B5EF4-FFF2-40B4-BE49-F238E27FC236}">
                      <a16:creationId xmlns:a16="http://schemas.microsoft.com/office/drawing/2014/main" id="{E631C5DB-2FA1-4523-9024-736F47BAEEA7}"/>
                    </a:ext>
                  </a:extLst>
                </p:cNvPr>
                <p:cNvSpPr/>
                <p:nvPr/>
              </p:nvSpPr>
              <p:spPr>
                <a:xfrm>
                  <a:off x="6247182" y="1484897"/>
                  <a:ext cx="13503" cy="44248"/>
                </a:xfrm>
                <a:custGeom>
                  <a:avLst/>
                  <a:gdLst>
                    <a:gd name="connsiteX0" fmla="*/ 2512 w 13503"/>
                    <a:gd name="connsiteY0" fmla="*/ 0 h 44248"/>
                    <a:gd name="connsiteX1" fmla="*/ 1102 w 13503"/>
                    <a:gd name="connsiteY1" fmla="*/ 24426 h 44248"/>
                    <a:gd name="connsiteX2" fmla="*/ 13503 w 13503"/>
                    <a:gd name="connsiteY2" fmla="*/ 44248 h 44248"/>
                    <a:gd name="connsiteX3" fmla="*/ 4391 w 13503"/>
                    <a:gd name="connsiteY3" fmla="*/ 23862 h 44248"/>
                    <a:gd name="connsiteX4" fmla="*/ 8430 w 13503"/>
                    <a:gd name="connsiteY4" fmla="*/ 2818 h 44248"/>
                    <a:gd name="connsiteX5" fmla="*/ 2512 w 13503"/>
                    <a:gd name="connsiteY5" fmla="*/ 0 h 44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503" h="44248">
                      <a:moveTo>
                        <a:pt x="2512" y="0"/>
                      </a:moveTo>
                      <a:cubicBezTo>
                        <a:pt x="-494" y="8079"/>
                        <a:pt x="-588" y="16440"/>
                        <a:pt x="1102" y="24426"/>
                      </a:cubicBezTo>
                      <a:cubicBezTo>
                        <a:pt x="2982" y="32317"/>
                        <a:pt x="7491" y="39363"/>
                        <a:pt x="13503" y="44248"/>
                      </a:cubicBezTo>
                      <a:cubicBezTo>
                        <a:pt x="8242" y="38518"/>
                        <a:pt x="5142" y="31190"/>
                        <a:pt x="4391" y="23862"/>
                      </a:cubicBezTo>
                      <a:cubicBezTo>
                        <a:pt x="3733" y="16534"/>
                        <a:pt x="5142" y="8831"/>
                        <a:pt x="8430" y="2818"/>
                      </a:cubicBezTo>
                      <a:lnTo>
                        <a:pt x="2512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6" name="Forme libre : forme 1675">
                  <a:extLst>
                    <a:ext uri="{FF2B5EF4-FFF2-40B4-BE49-F238E27FC236}">
                      <a16:creationId xmlns:a16="http://schemas.microsoft.com/office/drawing/2014/main" id="{6693A3A0-DDBF-428A-89C0-5094A2CD1DEF}"/>
                    </a:ext>
                  </a:extLst>
                </p:cNvPr>
                <p:cNvSpPr/>
                <p:nvPr/>
              </p:nvSpPr>
              <p:spPr>
                <a:xfrm>
                  <a:off x="6223685" y="1483112"/>
                  <a:ext cx="15017" cy="36732"/>
                </a:xfrm>
                <a:custGeom>
                  <a:avLst/>
                  <a:gdLst>
                    <a:gd name="connsiteX0" fmla="*/ 5810 w 15017"/>
                    <a:gd name="connsiteY0" fmla="*/ 0 h 36732"/>
                    <a:gd name="connsiteX1" fmla="*/ 2147 w 15017"/>
                    <a:gd name="connsiteY1" fmla="*/ 3288 h 36732"/>
                    <a:gd name="connsiteX2" fmla="*/ 1113 w 15017"/>
                    <a:gd name="connsiteY2" fmla="*/ 6012 h 36732"/>
                    <a:gd name="connsiteX3" fmla="*/ 80 w 15017"/>
                    <a:gd name="connsiteY3" fmla="*/ 11461 h 36732"/>
                    <a:gd name="connsiteX4" fmla="*/ 1395 w 15017"/>
                    <a:gd name="connsiteY4" fmla="*/ 22077 h 36732"/>
                    <a:gd name="connsiteX5" fmla="*/ 15017 w 15017"/>
                    <a:gd name="connsiteY5" fmla="*/ 36733 h 36732"/>
                    <a:gd name="connsiteX6" fmla="*/ 4589 w 15017"/>
                    <a:gd name="connsiteY6" fmla="*/ 21232 h 36732"/>
                    <a:gd name="connsiteX7" fmla="*/ 4965 w 15017"/>
                    <a:gd name="connsiteY7" fmla="*/ 12213 h 36732"/>
                    <a:gd name="connsiteX8" fmla="*/ 6468 w 15017"/>
                    <a:gd name="connsiteY8" fmla="*/ 8079 h 36732"/>
                    <a:gd name="connsiteX9" fmla="*/ 7314 w 15017"/>
                    <a:gd name="connsiteY9" fmla="*/ 6388 h 36732"/>
                    <a:gd name="connsiteX10" fmla="*/ 5810 w 15017"/>
                    <a:gd name="connsiteY10" fmla="*/ 0 h 36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17" h="36732">
                      <a:moveTo>
                        <a:pt x="5810" y="0"/>
                      </a:moveTo>
                      <a:cubicBezTo>
                        <a:pt x="3556" y="658"/>
                        <a:pt x="2616" y="2349"/>
                        <a:pt x="2147" y="3288"/>
                      </a:cubicBezTo>
                      <a:cubicBezTo>
                        <a:pt x="1677" y="4415"/>
                        <a:pt x="1395" y="5073"/>
                        <a:pt x="1113" y="6012"/>
                      </a:cubicBezTo>
                      <a:cubicBezTo>
                        <a:pt x="550" y="7797"/>
                        <a:pt x="268" y="9582"/>
                        <a:pt x="80" y="11461"/>
                      </a:cubicBezTo>
                      <a:cubicBezTo>
                        <a:pt x="-202" y="15125"/>
                        <a:pt x="268" y="18789"/>
                        <a:pt x="1395" y="22077"/>
                      </a:cubicBezTo>
                      <a:cubicBezTo>
                        <a:pt x="3744" y="28841"/>
                        <a:pt x="8911" y="34102"/>
                        <a:pt x="15017" y="36733"/>
                      </a:cubicBezTo>
                      <a:cubicBezTo>
                        <a:pt x="9380" y="33163"/>
                        <a:pt x="5529" y="27338"/>
                        <a:pt x="4589" y="21232"/>
                      </a:cubicBezTo>
                      <a:cubicBezTo>
                        <a:pt x="4119" y="18225"/>
                        <a:pt x="4214" y="15125"/>
                        <a:pt x="4965" y="12213"/>
                      </a:cubicBezTo>
                      <a:cubicBezTo>
                        <a:pt x="5341" y="10804"/>
                        <a:pt x="5810" y="9395"/>
                        <a:pt x="6468" y="8079"/>
                      </a:cubicBezTo>
                      <a:cubicBezTo>
                        <a:pt x="6938" y="6670"/>
                        <a:pt x="8441" y="5449"/>
                        <a:pt x="7314" y="6388"/>
                      </a:cubicBezTo>
                      <a:lnTo>
                        <a:pt x="581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7" name="Forme libre : forme 1676">
                  <a:extLst>
                    <a:ext uri="{FF2B5EF4-FFF2-40B4-BE49-F238E27FC236}">
                      <a16:creationId xmlns:a16="http://schemas.microsoft.com/office/drawing/2014/main" id="{08F5931F-95EF-4BC0-8470-ECBCC92BD88F}"/>
                    </a:ext>
                  </a:extLst>
                </p:cNvPr>
                <p:cNvSpPr/>
                <p:nvPr/>
              </p:nvSpPr>
              <p:spPr>
                <a:xfrm>
                  <a:off x="6237105" y="1486213"/>
                  <a:ext cx="32693" cy="33444"/>
                </a:xfrm>
                <a:custGeom>
                  <a:avLst/>
                  <a:gdLst>
                    <a:gd name="connsiteX0" fmla="*/ 0 w 32693"/>
                    <a:gd name="connsiteY0" fmla="*/ 376 h 33444"/>
                    <a:gd name="connsiteX1" fmla="*/ 10898 w 32693"/>
                    <a:gd name="connsiteY1" fmla="*/ 23111 h 33444"/>
                    <a:gd name="connsiteX2" fmla="*/ 32693 w 32693"/>
                    <a:gd name="connsiteY2" fmla="*/ 33444 h 33444"/>
                    <a:gd name="connsiteX3" fmla="*/ 13340 w 32693"/>
                    <a:gd name="connsiteY3" fmla="*/ 20856 h 33444"/>
                    <a:gd name="connsiteX4" fmla="*/ 6482 w 32693"/>
                    <a:gd name="connsiteY4" fmla="*/ 0 h 33444"/>
                    <a:gd name="connsiteX5" fmla="*/ 0 w 32693"/>
                    <a:gd name="connsiteY5" fmla="*/ 376 h 33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693" h="33444">
                      <a:moveTo>
                        <a:pt x="0" y="376"/>
                      </a:moveTo>
                      <a:cubicBezTo>
                        <a:pt x="940" y="9113"/>
                        <a:pt x="4979" y="17192"/>
                        <a:pt x="10898" y="23111"/>
                      </a:cubicBezTo>
                      <a:cubicBezTo>
                        <a:pt x="16910" y="29029"/>
                        <a:pt x="24708" y="32693"/>
                        <a:pt x="32693" y="33444"/>
                      </a:cubicBezTo>
                      <a:cubicBezTo>
                        <a:pt x="24896" y="31566"/>
                        <a:pt x="17944" y="26962"/>
                        <a:pt x="13340" y="20856"/>
                      </a:cubicBezTo>
                      <a:cubicBezTo>
                        <a:pt x="8737" y="14749"/>
                        <a:pt x="6294" y="7234"/>
                        <a:pt x="6482" y="0"/>
                      </a:cubicBezTo>
                      <a:lnTo>
                        <a:pt x="0" y="37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8" name="Forme libre : forme 1677">
                  <a:extLst>
                    <a:ext uri="{FF2B5EF4-FFF2-40B4-BE49-F238E27FC236}">
                      <a16:creationId xmlns:a16="http://schemas.microsoft.com/office/drawing/2014/main" id="{058762FE-2581-445A-A76D-E89BECDD7F24}"/>
                    </a:ext>
                  </a:extLst>
                </p:cNvPr>
                <p:cNvSpPr/>
                <p:nvPr/>
              </p:nvSpPr>
              <p:spPr>
                <a:xfrm>
                  <a:off x="6304558" y="1483958"/>
                  <a:ext cx="27713" cy="30528"/>
                </a:xfrm>
                <a:custGeom>
                  <a:avLst/>
                  <a:gdLst>
                    <a:gd name="connsiteX0" fmla="*/ 0 w 27713"/>
                    <a:gd name="connsiteY0" fmla="*/ 0 h 30528"/>
                    <a:gd name="connsiteX1" fmla="*/ 3194 w 27713"/>
                    <a:gd name="connsiteY1" fmla="*/ 11367 h 30528"/>
                    <a:gd name="connsiteX2" fmla="*/ 8831 w 27713"/>
                    <a:gd name="connsiteY2" fmla="*/ 20950 h 30528"/>
                    <a:gd name="connsiteX3" fmla="*/ 27714 w 27713"/>
                    <a:gd name="connsiteY3" fmla="*/ 30250 h 30528"/>
                    <a:gd name="connsiteX4" fmla="*/ 11649 w 27713"/>
                    <a:gd name="connsiteY4" fmla="*/ 19165 h 30528"/>
                    <a:gd name="connsiteX5" fmla="*/ 6670 w 27713"/>
                    <a:gd name="connsiteY5" fmla="*/ 188 h 30528"/>
                    <a:gd name="connsiteX6" fmla="*/ 0 w 27713"/>
                    <a:gd name="connsiteY6" fmla="*/ 0 h 30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713" h="30528">
                      <a:moveTo>
                        <a:pt x="0" y="0"/>
                      </a:moveTo>
                      <a:cubicBezTo>
                        <a:pt x="188" y="4228"/>
                        <a:pt x="1597" y="7985"/>
                        <a:pt x="3194" y="11367"/>
                      </a:cubicBezTo>
                      <a:cubicBezTo>
                        <a:pt x="4885" y="14749"/>
                        <a:pt x="6576" y="17850"/>
                        <a:pt x="8831" y="20950"/>
                      </a:cubicBezTo>
                      <a:cubicBezTo>
                        <a:pt x="13058" y="26962"/>
                        <a:pt x="20480" y="31753"/>
                        <a:pt x="27714" y="30250"/>
                      </a:cubicBezTo>
                      <a:cubicBezTo>
                        <a:pt x="20292" y="30532"/>
                        <a:pt x="14561" y="25083"/>
                        <a:pt x="11649" y="19165"/>
                      </a:cubicBezTo>
                      <a:cubicBezTo>
                        <a:pt x="8737" y="13152"/>
                        <a:pt x="6012" y="6012"/>
                        <a:pt x="6670" y="188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9" name="Forme libre : forme 1678">
                  <a:extLst>
                    <a:ext uri="{FF2B5EF4-FFF2-40B4-BE49-F238E27FC236}">
                      <a16:creationId xmlns:a16="http://schemas.microsoft.com/office/drawing/2014/main" id="{C7F846DB-AD2E-4B3D-B96D-1805A8990CB3}"/>
                    </a:ext>
                  </a:extLst>
                </p:cNvPr>
                <p:cNvSpPr/>
                <p:nvPr/>
              </p:nvSpPr>
              <p:spPr>
                <a:xfrm>
                  <a:off x="6328138" y="1480858"/>
                  <a:ext cx="43778" cy="26694"/>
                </a:xfrm>
                <a:custGeom>
                  <a:avLst/>
                  <a:gdLst>
                    <a:gd name="connsiteX0" fmla="*/ 0 w 43778"/>
                    <a:gd name="connsiteY0" fmla="*/ 3570 h 26694"/>
                    <a:gd name="connsiteX1" fmla="*/ 19541 w 43778"/>
                    <a:gd name="connsiteY1" fmla="*/ 20856 h 26694"/>
                    <a:gd name="connsiteX2" fmla="*/ 31378 w 43778"/>
                    <a:gd name="connsiteY2" fmla="*/ 25835 h 26694"/>
                    <a:gd name="connsiteX3" fmla="*/ 43779 w 43778"/>
                    <a:gd name="connsiteY3" fmla="*/ 24707 h 26694"/>
                    <a:gd name="connsiteX4" fmla="*/ 31941 w 43778"/>
                    <a:gd name="connsiteY4" fmla="*/ 24238 h 26694"/>
                    <a:gd name="connsiteX5" fmla="*/ 21326 w 43778"/>
                    <a:gd name="connsiteY5" fmla="*/ 18037 h 26694"/>
                    <a:gd name="connsiteX6" fmla="*/ 5637 w 43778"/>
                    <a:gd name="connsiteY6" fmla="*/ 0 h 26694"/>
                    <a:gd name="connsiteX7" fmla="*/ 0 w 43778"/>
                    <a:gd name="connsiteY7" fmla="*/ 3570 h 26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778" h="26694">
                      <a:moveTo>
                        <a:pt x="0" y="3570"/>
                      </a:moveTo>
                      <a:cubicBezTo>
                        <a:pt x="5261" y="10804"/>
                        <a:pt x="11931" y="16722"/>
                        <a:pt x="19541" y="20856"/>
                      </a:cubicBezTo>
                      <a:cubicBezTo>
                        <a:pt x="23299" y="22923"/>
                        <a:pt x="27244" y="24614"/>
                        <a:pt x="31378" y="25835"/>
                      </a:cubicBezTo>
                      <a:cubicBezTo>
                        <a:pt x="35418" y="26962"/>
                        <a:pt x="40303" y="27338"/>
                        <a:pt x="43779" y="24707"/>
                      </a:cubicBezTo>
                      <a:cubicBezTo>
                        <a:pt x="40021" y="26868"/>
                        <a:pt x="35605" y="25835"/>
                        <a:pt x="31941" y="24238"/>
                      </a:cubicBezTo>
                      <a:cubicBezTo>
                        <a:pt x="28184" y="22641"/>
                        <a:pt x="24614" y="20480"/>
                        <a:pt x="21326" y="18037"/>
                      </a:cubicBezTo>
                      <a:cubicBezTo>
                        <a:pt x="14749" y="13152"/>
                        <a:pt x="9395" y="6952"/>
                        <a:pt x="5637" y="0"/>
                      </a:cubicBezTo>
                      <a:lnTo>
                        <a:pt x="0" y="357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0" name="Forme libre : forme 1679">
                  <a:extLst>
                    <a:ext uri="{FF2B5EF4-FFF2-40B4-BE49-F238E27FC236}">
                      <a16:creationId xmlns:a16="http://schemas.microsoft.com/office/drawing/2014/main" id="{E5A7A09A-725E-4FE5-805E-63BC007B185E}"/>
                    </a:ext>
                  </a:extLst>
                </p:cNvPr>
                <p:cNvSpPr/>
                <p:nvPr/>
              </p:nvSpPr>
              <p:spPr>
                <a:xfrm>
                  <a:off x="6273086" y="1486213"/>
                  <a:ext cx="52421" cy="30532"/>
                </a:xfrm>
                <a:custGeom>
                  <a:avLst/>
                  <a:gdLst>
                    <a:gd name="connsiteX0" fmla="*/ 0 w 52421"/>
                    <a:gd name="connsiteY0" fmla="*/ 1127 h 30532"/>
                    <a:gd name="connsiteX1" fmla="*/ 21419 w 52421"/>
                    <a:gd name="connsiteY1" fmla="*/ 25459 h 30532"/>
                    <a:gd name="connsiteX2" fmla="*/ 52421 w 52421"/>
                    <a:gd name="connsiteY2" fmla="*/ 30532 h 30532"/>
                    <a:gd name="connsiteX3" fmla="*/ 22923 w 52421"/>
                    <a:gd name="connsiteY3" fmla="*/ 22453 h 30532"/>
                    <a:gd name="connsiteX4" fmla="*/ 6576 w 52421"/>
                    <a:gd name="connsiteY4" fmla="*/ 0 h 30532"/>
                    <a:gd name="connsiteX5" fmla="*/ 0 w 52421"/>
                    <a:gd name="connsiteY5" fmla="*/ 1127 h 30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421" h="30532">
                      <a:moveTo>
                        <a:pt x="0" y="1127"/>
                      </a:moveTo>
                      <a:cubicBezTo>
                        <a:pt x="2536" y="12871"/>
                        <a:pt x="11649" y="21138"/>
                        <a:pt x="21419" y="25459"/>
                      </a:cubicBezTo>
                      <a:cubicBezTo>
                        <a:pt x="31378" y="29781"/>
                        <a:pt x="42087" y="30532"/>
                        <a:pt x="52421" y="30532"/>
                      </a:cubicBezTo>
                      <a:cubicBezTo>
                        <a:pt x="42087" y="29405"/>
                        <a:pt x="31659" y="27432"/>
                        <a:pt x="22923" y="22453"/>
                      </a:cubicBezTo>
                      <a:cubicBezTo>
                        <a:pt x="14280" y="17568"/>
                        <a:pt x="7422" y="9113"/>
                        <a:pt x="6576" y="0"/>
                      </a:cubicBezTo>
                      <a:lnTo>
                        <a:pt x="0" y="112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1" name="Forme libre : forme 1680">
                  <a:extLst>
                    <a:ext uri="{FF2B5EF4-FFF2-40B4-BE49-F238E27FC236}">
                      <a16:creationId xmlns:a16="http://schemas.microsoft.com/office/drawing/2014/main" id="{1BA46AC2-714B-41EC-AE7B-7FF0B42177F3}"/>
                    </a:ext>
                  </a:extLst>
                </p:cNvPr>
                <p:cNvSpPr/>
                <p:nvPr/>
              </p:nvSpPr>
              <p:spPr>
                <a:xfrm>
                  <a:off x="6281240" y="1487152"/>
                  <a:ext cx="18338" cy="45939"/>
                </a:xfrm>
                <a:custGeom>
                  <a:avLst/>
                  <a:gdLst>
                    <a:gd name="connsiteX0" fmla="*/ 1053 w 18338"/>
                    <a:gd name="connsiteY0" fmla="*/ 0 h 45939"/>
                    <a:gd name="connsiteX1" fmla="*/ 114 w 18338"/>
                    <a:gd name="connsiteY1" fmla="*/ 12495 h 45939"/>
                    <a:gd name="connsiteX2" fmla="*/ 1710 w 18338"/>
                    <a:gd name="connsiteY2" fmla="*/ 26117 h 45939"/>
                    <a:gd name="connsiteX3" fmla="*/ 18339 w 18338"/>
                    <a:gd name="connsiteY3" fmla="*/ 45939 h 45939"/>
                    <a:gd name="connsiteX4" fmla="*/ 4905 w 18338"/>
                    <a:gd name="connsiteY4" fmla="*/ 25271 h 45939"/>
                    <a:gd name="connsiteX5" fmla="*/ 4999 w 18338"/>
                    <a:gd name="connsiteY5" fmla="*/ 13152 h 45939"/>
                    <a:gd name="connsiteX6" fmla="*/ 7629 w 18338"/>
                    <a:gd name="connsiteY6" fmla="*/ 94 h 45939"/>
                    <a:gd name="connsiteX7" fmla="*/ 1053 w 18338"/>
                    <a:gd name="connsiteY7" fmla="*/ 0 h 45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38" h="45939">
                      <a:moveTo>
                        <a:pt x="1053" y="0"/>
                      </a:moveTo>
                      <a:cubicBezTo>
                        <a:pt x="1335" y="3758"/>
                        <a:pt x="489" y="7985"/>
                        <a:pt x="114" y="12495"/>
                      </a:cubicBezTo>
                      <a:cubicBezTo>
                        <a:pt x="-262" y="17098"/>
                        <a:pt x="301" y="21795"/>
                        <a:pt x="1710" y="26117"/>
                      </a:cubicBezTo>
                      <a:cubicBezTo>
                        <a:pt x="4529" y="34760"/>
                        <a:pt x="10635" y="41994"/>
                        <a:pt x="18339" y="45939"/>
                      </a:cubicBezTo>
                      <a:cubicBezTo>
                        <a:pt x="11199" y="41054"/>
                        <a:pt x="6408" y="33351"/>
                        <a:pt x="4905" y="25271"/>
                      </a:cubicBezTo>
                      <a:cubicBezTo>
                        <a:pt x="4059" y="21232"/>
                        <a:pt x="4153" y="17192"/>
                        <a:pt x="4999" y="13152"/>
                      </a:cubicBezTo>
                      <a:cubicBezTo>
                        <a:pt x="5844" y="9113"/>
                        <a:pt x="7253" y="4979"/>
                        <a:pt x="7629" y="94"/>
                      </a:cubicBezTo>
                      <a:lnTo>
                        <a:pt x="1053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2" name="Forme libre : forme 1681">
                  <a:extLst>
                    <a:ext uri="{FF2B5EF4-FFF2-40B4-BE49-F238E27FC236}">
                      <a16:creationId xmlns:a16="http://schemas.microsoft.com/office/drawing/2014/main" id="{8AA39831-1178-41DE-8966-4AF780C3F1EB}"/>
                    </a:ext>
                  </a:extLst>
                </p:cNvPr>
                <p:cNvSpPr/>
                <p:nvPr/>
              </p:nvSpPr>
              <p:spPr>
                <a:xfrm>
                  <a:off x="6205038" y="1484897"/>
                  <a:ext cx="16190" cy="31283"/>
                </a:xfrm>
                <a:custGeom>
                  <a:avLst/>
                  <a:gdLst>
                    <a:gd name="connsiteX0" fmla="*/ 595 w 16190"/>
                    <a:gd name="connsiteY0" fmla="*/ 658 h 31283"/>
                    <a:gd name="connsiteX1" fmla="*/ 595 w 16190"/>
                    <a:gd name="connsiteY1" fmla="*/ 4697 h 31283"/>
                    <a:gd name="connsiteX2" fmla="*/ 32 w 16190"/>
                    <a:gd name="connsiteY2" fmla="*/ 9113 h 31283"/>
                    <a:gd name="connsiteX3" fmla="*/ 1817 w 16190"/>
                    <a:gd name="connsiteY3" fmla="*/ 19165 h 31283"/>
                    <a:gd name="connsiteX4" fmla="*/ 16190 w 16190"/>
                    <a:gd name="connsiteY4" fmla="*/ 31284 h 31283"/>
                    <a:gd name="connsiteX5" fmla="*/ 5386 w 16190"/>
                    <a:gd name="connsiteY5" fmla="*/ 18037 h 31283"/>
                    <a:gd name="connsiteX6" fmla="*/ 5575 w 16190"/>
                    <a:gd name="connsiteY6" fmla="*/ 9864 h 31283"/>
                    <a:gd name="connsiteX7" fmla="*/ 6890 w 16190"/>
                    <a:gd name="connsiteY7" fmla="*/ 5167 h 31283"/>
                    <a:gd name="connsiteX8" fmla="*/ 7171 w 16190"/>
                    <a:gd name="connsiteY8" fmla="*/ 0 h 31283"/>
                    <a:gd name="connsiteX9" fmla="*/ 595 w 16190"/>
                    <a:gd name="connsiteY9" fmla="*/ 658 h 31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190" h="31283">
                      <a:moveTo>
                        <a:pt x="595" y="658"/>
                      </a:moveTo>
                      <a:cubicBezTo>
                        <a:pt x="689" y="1503"/>
                        <a:pt x="595" y="3476"/>
                        <a:pt x="595" y="4697"/>
                      </a:cubicBezTo>
                      <a:cubicBezTo>
                        <a:pt x="783" y="4979"/>
                        <a:pt x="32" y="7516"/>
                        <a:pt x="32" y="9113"/>
                      </a:cubicBezTo>
                      <a:cubicBezTo>
                        <a:pt x="-156" y="12589"/>
                        <a:pt x="501" y="16065"/>
                        <a:pt x="1817" y="19165"/>
                      </a:cubicBezTo>
                      <a:cubicBezTo>
                        <a:pt x="4447" y="25459"/>
                        <a:pt x="10084" y="29875"/>
                        <a:pt x="16190" y="31284"/>
                      </a:cubicBezTo>
                      <a:cubicBezTo>
                        <a:pt x="10554" y="28747"/>
                        <a:pt x="6420" y="23580"/>
                        <a:pt x="5386" y="18037"/>
                      </a:cubicBezTo>
                      <a:cubicBezTo>
                        <a:pt x="4823" y="15313"/>
                        <a:pt x="4917" y="12401"/>
                        <a:pt x="5575" y="9864"/>
                      </a:cubicBezTo>
                      <a:cubicBezTo>
                        <a:pt x="5762" y="8361"/>
                        <a:pt x="6608" y="7985"/>
                        <a:pt x="6890" y="5167"/>
                      </a:cubicBezTo>
                      <a:cubicBezTo>
                        <a:pt x="7077" y="3382"/>
                        <a:pt x="7171" y="2255"/>
                        <a:pt x="7171" y="0"/>
                      </a:cubicBezTo>
                      <a:lnTo>
                        <a:pt x="595" y="65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3" name="Forme libre : forme 1682">
                  <a:extLst>
                    <a:ext uri="{FF2B5EF4-FFF2-40B4-BE49-F238E27FC236}">
                      <a16:creationId xmlns:a16="http://schemas.microsoft.com/office/drawing/2014/main" id="{E5B81A6B-F6F2-496C-A7F8-64AAC40F6CF7}"/>
                    </a:ext>
                  </a:extLst>
                </p:cNvPr>
                <p:cNvSpPr/>
                <p:nvPr/>
              </p:nvSpPr>
              <p:spPr>
                <a:xfrm>
                  <a:off x="6207947" y="1487246"/>
                  <a:ext cx="13187" cy="39550"/>
                </a:xfrm>
                <a:custGeom>
                  <a:avLst/>
                  <a:gdLst>
                    <a:gd name="connsiteX0" fmla="*/ 7551 w 13187"/>
                    <a:gd name="connsiteY0" fmla="*/ 0 h 39550"/>
                    <a:gd name="connsiteX1" fmla="*/ 129 w 13187"/>
                    <a:gd name="connsiteY1" fmla="*/ 20104 h 39550"/>
                    <a:gd name="connsiteX2" fmla="*/ 2102 w 13187"/>
                    <a:gd name="connsiteY2" fmla="*/ 30814 h 39550"/>
                    <a:gd name="connsiteX3" fmla="*/ 7927 w 13187"/>
                    <a:gd name="connsiteY3" fmla="*/ 39551 h 39550"/>
                    <a:gd name="connsiteX4" fmla="*/ 3323 w 13187"/>
                    <a:gd name="connsiteY4" fmla="*/ 20668 h 39550"/>
                    <a:gd name="connsiteX5" fmla="*/ 13188 w 13187"/>
                    <a:gd name="connsiteY5" fmla="*/ 3288 h 39550"/>
                    <a:gd name="connsiteX6" fmla="*/ 7551 w 13187"/>
                    <a:gd name="connsiteY6" fmla="*/ 0 h 3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87" h="39550">
                      <a:moveTo>
                        <a:pt x="7551" y="0"/>
                      </a:moveTo>
                      <a:cubicBezTo>
                        <a:pt x="4826" y="6294"/>
                        <a:pt x="1069" y="12495"/>
                        <a:pt x="129" y="20104"/>
                      </a:cubicBezTo>
                      <a:cubicBezTo>
                        <a:pt x="-340" y="23862"/>
                        <a:pt x="505" y="27714"/>
                        <a:pt x="2102" y="30814"/>
                      </a:cubicBezTo>
                      <a:cubicBezTo>
                        <a:pt x="3699" y="34008"/>
                        <a:pt x="5766" y="36827"/>
                        <a:pt x="7927" y="39551"/>
                      </a:cubicBezTo>
                      <a:cubicBezTo>
                        <a:pt x="4545" y="33632"/>
                        <a:pt x="1445" y="26868"/>
                        <a:pt x="3323" y="20668"/>
                      </a:cubicBezTo>
                      <a:cubicBezTo>
                        <a:pt x="5015" y="14468"/>
                        <a:pt x="9430" y="9113"/>
                        <a:pt x="13188" y="3288"/>
                      </a:cubicBezTo>
                      <a:lnTo>
                        <a:pt x="755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4" name="Forme libre : forme 1683">
                  <a:extLst>
                    <a:ext uri="{FF2B5EF4-FFF2-40B4-BE49-F238E27FC236}">
                      <a16:creationId xmlns:a16="http://schemas.microsoft.com/office/drawing/2014/main" id="{ABD1FAC9-3A8C-4A59-87F5-6642369571D4}"/>
                    </a:ext>
                  </a:extLst>
                </p:cNvPr>
                <p:cNvSpPr/>
                <p:nvPr/>
              </p:nvSpPr>
              <p:spPr>
                <a:xfrm>
                  <a:off x="6185885" y="1480200"/>
                  <a:ext cx="18902" cy="42181"/>
                </a:xfrm>
                <a:custGeom>
                  <a:avLst/>
                  <a:gdLst>
                    <a:gd name="connsiteX0" fmla="*/ 1805 w 18902"/>
                    <a:gd name="connsiteY0" fmla="*/ 0 h 42181"/>
                    <a:gd name="connsiteX1" fmla="*/ 20 w 18902"/>
                    <a:gd name="connsiteY1" fmla="*/ 12683 h 42181"/>
                    <a:gd name="connsiteX2" fmla="*/ 2462 w 18902"/>
                    <a:gd name="connsiteY2" fmla="*/ 24896 h 42181"/>
                    <a:gd name="connsiteX3" fmla="*/ 9790 w 18902"/>
                    <a:gd name="connsiteY3" fmla="*/ 34666 h 42181"/>
                    <a:gd name="connsiteX4" fmla="*/ 18902 w 18902"/>
                    <a:gd name="connsiteY4" fmla="*/ 42181 h 42181"/>
                    <a:gd name="connsiteX5" fmla="*/ 11199 w 18902"/>
                    <a:gd name="connsiteY5" fmla="*/ 33539 h 42181"/>
                    <a:gd name="connsiteX6" fmla="*/ 5844 w 18902"/>
                    <a:gd name="connsiteY6" fmla="*/ 23768 h 42181"/>
                    <a:gd name="connsiteX7" fmla="*/ 5093 w 18902"/>
                    <a:gd name="connsiteY7" fmla="*/ 12964 h 42181"/>
                    <a:gd name="connsiteX8" fmla="*/ 7723 w 18902"/>
                    <a:gd name="connsiteY8" fmla="*/ 2912 h 42181"/>
                    <a:gd name="connsiteX9" fmla="*/ 1805 w 18902"/>
                    <a:gd name="connsiteY9" fmla="*/ 0 h 42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902" h="42181">
                      <a:moveTo>
                        <a:pt x="1805" y="0"/>
                      </a:moveTo>
                      <a:cubicBezTo>
                        <a:pt x="113" y="4415"/>
                        <a:pt x="-74" y="8549"/>
                        <a:pt x="20" y="12683"/>
                      </a:cubicBezTo>
                      <a:cubicBezTo>
                        <a:pt x="207" y="16816"/>
                        <a:pt x="865" y="20950"/>
                        <a:pt x="2462" y="24896"/>
                      </a:cubicBezTo>
                      <a:cubicBezTo>
                        <a:pt x="4247" y="28841"/>
                        <a:pt x="6972" y="31847"/>
                        <a:pt x="9790" y="34666"/>
                      </a:cubicBezTo>
                      <a:cubicBezTo>
                        <a:pt x="12608" y="37484"/>
                        <a:pt x="15708" y="39833"/>
                        <a:pt x="18902" y="42181"/>
                      </a:cubicBezTo>
                      <a:cubicBezTo>
                        <a:pt x="16178" y="39457"/>
                        <a:pt x="13454" y="36545"/>
                        <a:pt x="11199" y="33539"/>
                      </a:cubicBezTo>
                      <a:cubicBezTo>
                        <a:pt x="8944" y="30532"/>
                        <a:pt x="6878" y="27056"/>
                        <a:pt x="5844" y="23768"/>
                      </a:cubicBezTo>
                      <a:cubicBezTo>
                        <a:pt x="4905" y="20386"/>
                        <a:pt x="4717" y="16534"/>
                        <a:pt x="5093" y="12964"/>
                      </a:cubicBezTo>
                      <a:cubicBezTo>
                        <a:pt x="5468" y="9395"/>
                        <a:pt x="6220" y="5637"/>
                        <a:pt x="7723" y="2912"/>
                      </a:cubicBezTo>
                      <a:lnTo>
                        <a:pt x="1805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5" name="Forme libre : forme 1684">
                  <a:extLst>
                    <a:ext uri="{FF2B5EF4-FFF2-40B4-BE49-F238E27FC236}">
                      <a16:creationId xmlns:a16="http://schemas.microsoft.com/office/drawing/2014/main" id="{93F6A237-5F63-4E69-8A7C-63EE558F96A7}"/>
                    </a:ext>
                  </a:extLst>
                </p:cNvPr>
                <p:cNvSpPr/>
                <p:nvPr/>
              </p:nvSpPr>
              <p:spPr>
                <a:xfrm>
                  <a:off x="6266604" y="1486025"/>
                  <a:ext cx="28559" cy="38510"/>
                </a:xfrm>
                <a:custGeom>
                  <a:avLst/>
                  <a:gdLst>
                    <a:gd name="connsiteX0" fmla="*/ 0 w 28559"/>
                    <a:gd name="connsiteY0" fmla="*/ 658 h 38510"/>
                    <a:gd name="connsiteX1" fmla="*/ 8831 w 28559"/>
                    <a:gd name="connsiteY1" fmla="*/ 24520 h 38510"/>
                    <a:gd name="connsiteX2" fmla="*/ 17098 w 28559"/>
                    <a:gd name="connsiteY2" fmla="*/ 34102 h 38510"/>
                    <a:gd name="connsiteX3" fmla="*/ 28559 w 28559"/>
                    <a:gd name="connsiteY3" fmla="*/ 38424 h 38510"/>
                    <a:gd name="connsiteX4" fmla="*/ 18319 w 28559"/>
                    <a:gd name="connsiteY4" fmla="*/ 32881 h 38510"/>
                    <a:gd name="connsiteX5" fmla="*/ 11837 w 28559"/>
                    <a:gd name="connsiteY5" fmla="*/ 22923 h 38510"/>
                    <a:gd name="connsiteX6" fmla="*/ 6670 w 28559"/>
                    <a:gd name="connsiteY6" fmla="*/ 0 h 38510"/>
                    <a:gd name="connsiteX7" fmla="*/ 0 w 28559"/>
                    <a:gd name="connsiteY7" fmla="*/ 658 h 38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559" h="38510">
                      <a:moveTo>
                        <a:pt x="0" y="658"/>
                      </a:moveTo>
                      <a:cubicBezTo>
                        <a:pt x="1409" y="9207"/>
                        <a:pt x="4321" y="17286"/>
                        <a:pt x="8831" y="24520"/>
                      </a:cubicBezTo>
                      <a:cubicBezTo>
                        <a:pt x="11085" y="28090"/>
                        <a:pt x="13810" y="31472"/>
                        <a:pt x="17098" y="34102"/>
                      </a:cubicBezTo>
                      <a:cubicBezTo>
                        <a:pt x="20292" y="36733"/>
                        <a:pt x="24426" y="38987"/>
                        <a:pt x="28559" y="38424"/>
                      </a:cubicBezTo>
                      <a:cubicBezTo>
                        <a:pt x="24332" y="38424"/>
                        <a:pt x="20950" y="35793"/>
                        <a:pt x="18319" y="32881"/>
                      </a:cubicBezTo>
                      <a:cubicBezTo>
                        <a:pt x="15595" y="29969"/>
                        <a:pt x="13528" y="26493"/>
                        <a:pt x="11837" y="22923"/>
                      </a:cubicBezTo>
                      <a:cubicBezTo>
                        <a:pt x="8549" y="15689"/>
                        <a:pt x="6858" y="7797"/>
                        <a:pt x="6670" y="0"/>
                      </a:cubicBezTo>
                      <a:lnTo>
                        <a:pt x="0" y="65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6" name="Forme libre : forme 1685">
                  <a:extLst>
                    <a:ext uri="{FF2B5EF4-FFF2-40B4-BE49-F238E27FC236}">
                      <a16:creationId xmlns:a16="http://schemas.microsoft.com/office/drawing/2014/main" id="{86B889F3-2E1A-452C-8D0B-1BB963AE6644}"/>
                    </a:ext>
                  </a:extLst>
                </p:cNvPr>
                <p:cNvSpPr/>
                <p:nvPr/>
              </p:nvSpPr>
              <p:spPr>
                <a:xfrm>
                  <a:off x="6312168" y="1484522"/>
                  <a:ext cx="44529" cy="26032"/>
                </a:xfrm>
                <a:custGeom>
                  <a:avLst/>
                  <a:gdLst>
                    <a:gd name="connsiteX0" fmla="*/ 0 w 44529"/>
                    <a:gd name="connsiteY0" fmla="*/ 564 h 26032"/>
                    <a:gd name="connsiteX1" fmla="*/ 5167 w 44529"/>
                    <a:gd name="connsiteY1" fmla="*/ 14655 h 26032"/>
                    <a:gd name="connsiteX2" fmla="*/ 16722 w 44529"/>
                    <a:gd name="connsiteY2" fmla="*/ 23862 h 26032"/>
                    <a:gd name="connsiteX3" fmla="*/ 30720 w 44529"/>
                    <a:gd name="connsiteY3" fmla="*/ 26023 h 26032"/>
                    <a:gd name="connsiteX4" fmla="*/ 44530 w 44529"/>
                    <a:gd name="connsiteY4" fmla="*/ 25929 h 26032"/>
                    <a:gd name="connsiteX5" fmla="*/ 30814 w 44529"/>
                    <a:gd name="connsiteY5" fmla="*/ 24332 h 26032"/>
                    <a:gd name="connsiteX6" fmla="*/ 18037 w 44529"/>
                    <a:gd name="connsiteY6" fmla="*/ 20856 h 26032"/>
                    <a:gd name="connsiteX7" fmla="*/ 6576 w 44529"/>
                    <a:gd name="connsiteY7" fmla="*/ 0 h 26032"/>
                    <a:gd name="connsiteX8" fmla="*/ 0 w 44529"/>
                    <a:gd name="connsiteY8" fmla="*/ 564 h 26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529" h="26032">
                      <a:moveTo>
                        <a:pt x="0" y="564"/>
                      </a:moveTo>
                      <a:cubicBezTo>
                        <a:pt x="657" y="5543"/>
                        <a:pt x="2349" y="10428"/>
                        <a:pt x="5167" y="14655"/>
                      </a:cubicBezTo>
                      <a:cubicBezTo>
                        <a:pt x="7891" y="18883"/>
                        <a:pt x="12119" y="22265"/>
                        <a:pt x="16722" y="23862"/>
                      </a:cubicBezTo>
                      <a:cubicBezTo>
                        <a:pt x="21325" y="25553"/>
                        <a:pt x="26117" y="26117"/>
                        <a:pt x="30720" y="26023"/>
                      </a:cubicBezTo>
                      <a:lnTo>
                        <a:pt x="44530" y="25929"/>
                      </a:lnTo>
                      <a:lnTo>
                        <a:pt x="30814" y="24332"/>
                      </a:lnTo>
                      <a:cubicBezTo>
                        <a:pt x="26211" y="23956"/>
                        <a:pt x="21889" y="22735"/>
                        <a:pt x="18037" y="20856"/>
                      </a:cubicBezTo>
                      <a:cubicBezTo>
                        <a:pt x="10240" y="17004"/>
                        <a:pt x="6576" y="8267"/>
                        <a:pt x="6576" y="0"/>
                      </a:cubicBezTo>
                      <a:lnTo>
                        <a:pt x="0" y="564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687" name="Forme libre : forme 1686">
                <a:extLst>
                  <a:ext uri="{FF2B5EF4-FFF2-40B4-BE49-F238E27FC236}">
                    <a16:creationId xmlns:a16="http://schemas.microsoft.com/office/drawing/2014/main" id="{95EC3B78-6045-4BEE-ADD2-4BEBD7D145B0}"/>
                  </a:ext>
                </a:extLst>
              </p:cNvPr>
              <p:cNvSpPr/>
              <p:nvPr/>
            </p:nvSpPr>
            <p:spPr>
              <a:xfrm>
                <a:off x="6100799" y="1242553"/>
                <a:ext cx="370229" cy="118711"/>
              </a:xfrm>
              <a:custGeom>
                <a:avLst/>
                <a:gdLst>
                  <a:gd name="connsiteX0" fmla="*/ 837 w 370229"/>
                  <a:gd name="connsiteY0" fmla="*/ 41301 h 118711"/>
                  <a:gd name="connsiteX1" fmla="*/ 24417 w 370229"/>
                  <a:gd name="connsiteY1" fmla="*/ 59 h 118711"/>
                  <a:gd name="connsiteX2" fmla="*/ 206765 w 370229"/>
                  <a:gd name="connsiteY2" fmla="*/ 26646 h 118711"/>
                  <a:gd name="connsiteX3" fmla="*/ 370230 w 370229"/>
                  <a:gd name="connsiteY3" fmla="*/ 118712 h 118711"/>
                  <a:gd name="connsiteX4" fmla="*/ 226306 w 370229"/>
                  <a:gd name="connsiteY4" fmla="*/ 68827 h 118711"/>
                  <a:gd name="connsiteX5" fmla="*/ 837 w 370229"/>
                  <a:gd name="connsiteY5" fmla="*/ 41301 h 118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0229" h="118711">
                    <a:moveTo>
                      <a:pt x="837" y="41301"/>
                    </a:moveTo>
                    <a:cubicBezTo>
                      <a:pt x="-3578" y="29088"/>
                      <a:pt x="10232" y="2502"/>
                      <a:pt x="24417" y="59"/>
                    </a:cubicBezTo>
                    <a:cubicBezTo>
                      <a:pt x="32591" y="-1350"/>
                      <a:pt x="140346" y="22794"/>
                      <a:pt x="206765" y="26646"/>
                    </a:cubicBezTo>
                    <a:cubicBezTo>
                      <a:pt x="251577" y="29182"/>
                      <a:pt x="325794" y="18191"/>
                      <a:pt x="370230" y="118712"/>
                    </a:cubicBezTo>
                    <a:cubicBezTo>
                      <a:pt x="370230" y="118712"/>
                      <a:pt x="304468" y="53608"/>
                      <a:pt x="226306" y="68827"/>
                    </a:cubicBezTo>
                    <a:cubicBezTo>
                      <a:pt x="148143" y="84046"/>
                      <a:pt x="11547" y="70988"/>
                      <a:pt x="837" y="41301"/>
                    </a:cubicBezTo>
                    <a:close/>
                  </a:path>
                </a:pathLst>
              </a:custGeom>
              <a:solidFill>
                <a:srgbClr val="B5857D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88" name="Forme libre : forme 1687">
                <a:extLst>
                  <a:ext uri="{FF2B5EF4-FFF2-40B4-BE49-F238E27FC236}">
                    <a16:creationId xmlns:a16="http://schemas.microsoft.com/office/drawing/2014/main" id="{8664B103-263E-4F7E-B4E2-CAC9CD06363F}"/>
                  </a:ext>
                </a:extLst>
              </p:cNvPr>
              <p:cNvSpPr/>
              <p:nvPr/>
            </p:nvSpPr>
            <p:spPr>
              <a:xfrm>
                <a:off x="6059079" y="1728309"/>
                <a:ext cx="62040" cy="127577"/>
              </a:xfrm>
              <a:custGeom>
                <a:avLst/>
                <a:gdLst>
                  <a:gd name="connsiteX0" fmla="*/ 44812 w 62040"/>
                  <a:gd name="connsiteY0" fmla="*/ 0 h 127577"/>
                  <a:gd name="connsiteX1" fmla="*/ 50918 w 62040"/>
                  <a:gd name="connsiteY1" fmla="*/ 38799 h 127577"/>
                  <a:gd name="connsiteX2" fmla="*/ 52891 w 62040"/>
                  <a:gd name="connsiteY2" fmla="*/ 57588 h 127577"/>
                  <a:gd name="connsiteX3" fmla="*/ 51294 w 62040"/>
                  <a:gd name="connsiteY3" fmla="*/ 75908 h 127577"/>
                  <a:gd name="connsiteX4" fmla="*/ 32129 w 62040"/>
                  <a:gd name="connsiteY4" fmla="*/ 106064 h 127577"/>
                  <a:gd name="connsiteX5" fmla="*/ 0 w 62040"/>
                  <a:gd name="connsiteY5" fmla="*/ 127578 h 127577"/>
                  <a:gd name="connsiteX6" fmla="*/ 36733 w 62040"/>
                  <a:gd name="connsiteY6" fmla="*/ 111795 h 127577"/>
                  <a:gd name="connsiteX7" fmla="*/ 51576 w 62040"/>
                  <a:gd name="connsiteY7" fmla="*/ 97327 h 127577"/>
                  <a:gd name="connsiteX8" fmla="*/ 60501 w 62040"/>
                  <a:gd name="connsiteY8" fmla="*/ 78068 h 127577"/>
                  <a:gd name="connsiteX9" fmla="*/ 61816 w 62040"/>
                  <a:gd name="connsiteY9" fmla="*/ 57307 h 127577"/>
                  <a:gd name="connsiteX10" fmla="*/ 58152 w 62040"/>
                  <a:gd name="connsiteY10" fmla="*/ 37296 h 127577"/>
                  <a:gd name="connsiteX11" fmla="*/ 44812 w 62040"/>
                  <a:gd name="connsiteY11" fmla="*/ 0 h 127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040" h="127577">
                    <a:moveTo>
                      <a:pt x="44812" y="0"/>
                    </a:moveTo>
                    <a:cubicBezTo>
                      <a:pt x="46691" y="13058"/>
                      <a:pt x="48851" y="26023"/>
                      <a:pt x="50918" y="38799"/>
                    </a:cubicBezTo>
                    <a:cubicBezTo>
                      <a:pt x="51764" y="45188"/>
                      <a:pt x="52985" y="51576"/>
                      <a:pt x="52891" y="57588"/>
                    </a:cubicBezTo>
                    <a:cubicBezTo>
                      <a:pt x="53079" y="64071"/>
                      <a:pt x="52797" y="70083"/>
                      <a:pt x="51294" y="75908"/>
                    </a:cubicBezTo>
                    <a:cubicBezTo>
                      <a:pt x="48758" y="87651"/>
                      <a:pt x="41336" y="97703"/>
                      <a:pt x="32129" y="106064"/>
                    </a:cubicBezTo>
                    <a:cubicBezTo>
                      <a:pt x="22641" y="114237"/>
                      <a:pt x="11555" y="121095"/>
                      <a:pt x="0" y="127578"/>
                    </a:cubicBezTo>
                    <a:cubicBezTo>
                      <a:pt x="12870" y="124571"/>
                      <a:pt x="25553" y="119780"/>
                      <a:pt x="36733" y="111795"/>
                    </a:cubicBezTo>
                    <a:cubicBezTo>
                      <a:pt x="42181" y="107661"/>
                      <a:pt x="47442" y="103058"/>
                      <a:pt x="51576" y="97327"/>
                    </a:cubicBezTo>
                    <a:cubicBezTo>
                      <a:pt x="55709" y="91597"/>
                      <a:pt x="58810" y="85020"/>
                      <a:pt x="60501" y="78068"/>
                    </a:cubicBezTo>
                    <a:cubicBezTo>
                      <a:pt x="62098" y="71116"/>
                      <a:pt x="62286" y="63883"/>
                      <a:pt x="61816" y="57307"/>
                    </a:cubicBezTo>
                    <a:cubicBezTo>
                      <a:pt x="61346" y="50261"/>
                      <a:pt x="59843" y="43684"/>
                      <a:pt x="58152" y="37296"/>
                    </a:cubicBezTo>
                    <a:cubicBezTo>
                      <a:pt x="54676" y="24520"/>
                      <a:pt x="50167" y="12119"/>
                      <a:pt x="4481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89" name="Forme libre : forme 1688">
                <a:extLst>
                  <a:ext uri="{FF2B5EF4-FFF2-40B4-BE49-F238E27FC236}">
                    <a16:creationId xmlns:a16="http://schemas.microsoft.com/office/drawing/2014/main" id="{BFA1309F-2D44-4D1B-83EC-47A9CB9AD80A}"/>
                  </a:ext>
                </a:extLst>
              </p:cNvPr>
              <p:cNvSpPr/>
              <p:nvPr/>
            </p:nvSpPr>
            <p:spPr>
              <a:xfrm>
                <a:off x="5964852" y="1972379"/>
                <a:ext cx="231105" cy="82953"/>
              </a:xfrm>
              <a:custGeom>
                <a:avLst/>
                <a:gdLst>
                  <a:gd name="connsiteX0" fmla="*/ 0 w 231105"/>
                  <a:gd name="connsiteY0" fmla="*/ 20480 h 82953"/>
                  <a:gd name="connsiteX1" fmla="*/ 29499 w 231105"/>
                  <a:gd name="connsiteY1" fmla="*/ 8455 h 82953"/>
                  <a:gd name="connsiteX2" fmla="*/ 44624 w 231105"/>
                  <a:gd name="connsiteY2" fmla="*/ 3288 h 82953"/>
                  <a:gd name="connsiteX3" fmla="*/ 61064 w 231105"/>
                  <a:gd name="connsiteY3" fmla="*/ 0 h 82953"/>
                  <a:gd name="connsiteX4" fmla="*/ 92442 w 231105"/>
                  <a:gd name="connsiteY4" fmla="*/ 9770 h 82953"/>
                  <a:gd name="connsiteX5" fmla="*/ 121001 w 231105"/>
                  <a:gd name="connsiteY5" fmla="*/ 23768 h 82953"/>
                  <a:gd name="connsiteX6" fmla="*/ 149091 w 231105"/>
                  <a:gd name="connsiteY6" fmla="*/ 37014 h 82953"/>
                  <a:gd name="connsiteX7" fmla="*/ 178871 w 231105"/>
                  <a:gd name="connsiteY7" fmla="*/ 47442 h 82953"/>
                  <a:gd name="connsiteX8" fmla="*/ 208183 w 231105"/>
                  <a:gd name="connsiteY8" fmla="*/ 60689 h 82953"/>
                  <a:gd name="connsiteX9" fmla="*/ 231105 w 231105"/>
                  <a:gd name="connsiteY9" fmla="*/ 82954 h 82953"/>
                  <a:gd name="connsiteX10" fmla="*/ 205928 w 231105"/>
                  <a:gd name="connsiteY10" fmla="*/ 64916 h 82953"/>
                  <a:gd name="connsiteX11" fmla="*/ 176429 w 231105"/>
                  <a:gd name="connsiteY11" fmla="*/ 54582 h 82953"/>
                  <a:gd name="connsiteX12" fmla="*/ 145897 w 231105"/>
                  <a:gd name="connsiteY12" fmla="*/ 45563 h 82953"/>
                  <a:gd name="connsiteX13" fmla="*/ 116586 w 231105"/>
                  <a:gd name="connsiteY13" fmla="*/ 32035 h 82953"/>
                  <a:gd name="connsiteX14" fmla="*/ 88590 w 231105"/>
                  <a:gd name="connsiteY14" fmla="*/ 17474 h 82953"/>
                  <a:gd name="connsiteX15" fmla="*/ 60407 w 231105"/>
                  <a:gd name="connsiteY15" fmla="*/ 6388 h 82953"/>
                  <a:gd name="connsiteX16" fmla="*/ 45751 w 231105"/>
                  <a:gd name="connsiteY16" fmla="*/ 8455 h 82953"/>
                  <a:gd name="connsiteX17" fmla="*/ 30438 w 231105"/>
                  <a:gd name="connsiteY17" fmla="*/ 12213 h 82953"/>
                  <a:gd name="connsiteX18" fmla="*/ 0 w 231105"/>
                  <a:gd name="connsiteY18" fmla="*/ 20480 h 82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1105" h="82953">
                    <a:moveTo>
                      <a:pt x="0" y="20480"/>
                    </a:moveTo>
                    <a:cubicBezTo>
                      <a:pt x="9676" y="16065"/>
                      <a:pt x="19540" y="12213"/>
                      <a:pt x="29499" y="8455"/>
                    </a:cubicBezTo>
                    <a:cubicBezTo>
                      <a:pt x="34478" y="6576"/>
                      <a:pt x="39457" y="4791"/>
                      <a:pt x="44624" y="3288"/>
                    </a:cubicBezTo>
                    <a:cubicBezTo>
                      <a:pt x="49979" y="1879"/>
                      <a:pt x="54488" y="0"/>
                      <a:pt x="61064" y="0"/>
                    </a:cubicBezTo>
                    <a:cubicBezTo>
                      <a:pt x="72901" y="940"/>
                      <a:pt x="82578" y="5543"/>
                      <a:pt x="92442" y="9770"/>
                    </a:cubicBezTo>
                    <a:cubicBezTo>
                      <a:pt x="102212" y="14092"/>
                      <a:pt x="111607" y="19071"/>
                      <a:pt x="121001" y="23768"/>
                    </a:cubicBezTo>
                    <a:cubicBezTo>
                      <a:pt x="130490" y="28465"/>
                      <a:pt x="139602" y="33632"/>
                      <a:pt x="149091" y="37014"/>
                    </a:cubicBezTo>
                    <a:lnTo>
                      <a:pt x="178871" y="47442"/>
                    </a:lnTo>
                    <a:cubicBezTo>
                      <a:pt x="188830" y="51200"/>
                      <a:pt x="198788" y="55334"/>
                      <a:pt x="208183" y="60689"/>
                    </a:cubicBezTo>
                    <a:cubicBezTo>
                      <a:pt x="217295" y="66325"/>
                      <a:pt x="226314" y="73277"/>
                      <a:pt x="231105" y="82954"/>
                    </a:cubicBezTo>
                    <a:cubicBezTo>
                      <a:pt x="224435" y="74593"/>
                      <a:pt x="215510" y="69050"/>
                      <a:pt x="205928" y="64916"/>
                    </a:cubicBezTo>
                    <a:cubicBezTo>
                      <a:pt x="196533" y="60595"/>
                      <a:pt x="186575" y="57401"/>
                      <a:pt x="176429" y="54582"/>
                    </a:cubicBezTo>
                    <a:cubicBezTo>
                      <a:pt x="166283" y="51670"/>
                      <a:pt x="156137" y="48946"/>
                      <a:pt x="145897" y="45563"/>
                    </a:cubicBezTo>
                    <a:cubicBezTo>
                      <a:pt x="135469" y="41900"/>
                      <a:pt x="125981" y="36921"/>
                      <a:pt x="116586" y="32035"/>
                    </a:cubicBezTo>
                    <a:lnTo>
                      <a:pt x="88590" y="17474"/>
                    </a:lnTo>
                    <a:cubicBezTo>
                      <a:pt x="79290" y="13058"/>
                      <a:pt x="69707" y="7985"/>
                      <a:pt x="60407" y="6388"/>
                    </a:cubicBezTo>
                    <a:cubicBezTo>
                      <a:pt x="56367" y="5919"/>
                      <a:pt x="50730" y="7422"/>
                      <a:pt x="45751" y="8455"/>
                    </a:cubicBezTo>
                    <a:lnTo>
                      <a:pt x="30438" y="12213"/>
                    </a:lnTo>
                    <a:cubicBezTo>
                      <a:pt x="20386" y="14749"/>
                      <a:pt x="10240" y="17756"/>
                      <a:pt x="0" y="2048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0" name="Forme libre : forme 1689">
                <a:extLst>
                  <a:ext uri="{FF2B5EF4-FFF2-40B4-BE49-F238E27FC236}">
                    <a16:creationId xmlns:a16="http://schemas.microsoft.com/office/drawing/2014/main" id="{1A1B7DA5-4960-47D9-A754-C7CC6F6567FD}"/>
                  </a:ext>
                </a:extLst>
              </p:cNvPr>
              <p:cNvSpPr/>
              <p:nvPr/>
            </p:nvSpPr>
            <p:spPr>
              <a:xfrm>
                <a:off x="5742484" y="2048529"/>
                <a:ext cx="444736" cy="7778"/>
              </a:xfrm>
              <a:custGeom>
                <a:avLst/>
                <a:gdLst>
                  <a:gd name="connsiteX0" fmla="*/ 444737 w 444736"/>
                  <a:gd name="connsiteY0" fmla="*/ 6804 h 7778"/>
                  <a:gd name="connsiteX1" fmla="*/ 333505 w 444736"/>
                  <a:gd name="connsiteY1" fmla="*/ 6428 h 7778"/>
                  <a:gd name="connsiteX2" fmla="*/ 277984 w 444736"/>
                  <a:gd name="connsiteY2" fmla="*/ 6522 h 7778"/>
                  <a:gd name="connsiteX3" fmla="*/ 222368 w 444736"/>
                  <a:gd name="connsiteY3" fmla="*/ 7744 h 7778"/>
                  <a:gd name="connsiteX4" fmla="*/ 166753 w 444736"/>
                  <a:gd name="connsiteY4" fmla="*/ 6522 h 7778"/>
                  <a:gd name="connsiteX5" fmla="*/ 111231 w 444736"/>
                  <a:gd name="connsiteY5" fmla="*/ 6428 h 7778"/>
                  <a:gd name="connsiteX6" fmla="*/ 0 w 444736"/>
                  <a:gd name="connsiteY6" fmla="*/ 6804 h 7778"/>
                  <a:gd name="connsiteX7" fmla="*/ 111137 w 444736"/>
                  <a:gd name="connsiteY7" fmla="*/ 980 h 7778"/>
                  <a:gd name="connsiteX8" fmla="*/ 166847 w 444736"/>
                  <a:gd name="connsiteY8" fmla="*/ 40 h 7778"/>
                  <a:gd name="connsiteX9" fmla="*/ 222462 w 444736"/>
                  <a:gd name="connsiteY9" fmla="*/ 604 h 7778"/>
                  <a:gd name="connsiteX10" fmla="*/ 278078 w 444736"/>
                  <a:gd name="connsiteY10" fmla="*/ 40 h 7778"/>
                  <a:gd name="connsiteX11" fmla="*/ 333787 w 444736"/>
                  <a:gd name="connsiteY11" fmla="*/ 980 h 7778"/>
                  <a:gd name="connsiteX12" fmla="*/ 444737 w 444736"/>
                  <a:gd name="connsiteY12" fmla="*/ 6804 h 7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4736" h="7778">
                    <a:moveTo>
                      <a:pt x="444737" y="6804"/>
                    </a:moveTo>
                    <a:lnTo>
                      <a:pt x="333505" y="6428"/>
                    </a:lnTo>
                    <a:lnTo>
                      <a:pt x="277984" y="6522"/>
                    </a:lnTo>
                    <a:cubicBezTo>
                      <a:pt x="259477" y="6522"/>
                      <a:pt x="241063" y="7931"/>
                      <a:pt x="222368" y="7744"/>
                    </a:cubicBezTo>
                    <a:cubicBezTo>
                      <a:pt x="203673" y="8025"/>
                      <a:pt x="185260" y="6522"/>
                      <a:pt x="166753" y="6522"/>
                    </a:cubicBezTo>
                    <a:lnTo>
                      <a:pt x="111231" y="6428"/>
                    </a:lnTo>
                    <a:lnTo>
                      <a:pt x="0" y="6804"/>
                    </a:lnTo>
                    <a:cubicBezTo>
                      <a:pt x="37014" y="3986"/>
                      <a:pt x="74029" y="2201"/>
                      <a:pt x="111137" y="980"/>
                    </a:cubicBezTo>
                    <a:cubicBezTo>
                      <a:pt x="129645" y="228"/>
                      <a:pt x="148246" y="134"/>
                      <a:pt x="166847" y="40"/>
                    </a:cubicBezTo>
                    <a:cubicBezTo>
                      <a:pt x="185448" y="-242"/>
                      <a:pt x="204049" y="1073"/>
                      <a:pt x="222462" y="604"/>
                    </a:cubicBezTo>
                    <a:cubicBezTo>
                      <a:pt x="240876" y="1073"/>
                      <a:pt x="259477" y="-242"/>
                      <a:pt x="278078" y="40"/>
                    </a:cubicBezTo>
                    <a:cubicBezTo>
                      <a:pt x="296679" y="134"/>
                      <a:pt x="315186" y="228"/>
                      <a:pt x="333787" y="980"/>
                    </a:cubicBezTo>
                    <a:cubicBezTo>
                      <a:pt x="370708" y="2201"/>
                      <a:pt x="407722" y="3986"/>
                      <a:pt x="444737" y="68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1" name="Forme libre : forme 1690">
                <a:extLst>
                  <a:ext uri="{FF2B5EF4-FFF2-40B4-BE49-F238E27FC236}">
                    <a16:creationId xmlns:a16="http://schemas.microsoft.com/office/drawing/2014/main" id="{A88F3845-B685-4363-91F3-755848D3FDA1}"/>
                  </a:ext>
                </a:extLst>
              </p:cNvPr>
              <p:cNvSpPr/>
              <p:nvPr/>
            </p:nvSpPr>
            <p:spPr>
              <a:xfrm>
                <a:off x="5737786" y="2063600"/>
                <a:ext cx="454131" cy="78820"/>
              </a:xfrm>
              <a:custGeom>
                <a:avLst/>
                <a:gdLst>
                  <a:gd name="connsiteX0" fmla="*/ 454131 w 454131"/>
                  <a:gd name="connsiteY0" fmla="*/ 0 h 78820"/>
                  <a:gd name="connsiteX1" fmla="*/ 348631 w 454131"/>
                  <a:gd name="connsiteY1" fmla="*/ 61064 h 78820"/>
                  <a:gd name="connsiteX2" fmla="*/ 288506 w 454131"/>
                  <a:gd name="connsiteY2" fmla="*/ 74686 h 78820"/>
                  <a:gd name="connsiteX3" fmla="*/ 273193 w 454131"/>
                  <a:gd name="connsiteY3" fmla="*/ 76753 h 78820"/>
                  <a:gd name="connsiteX4" fmla="*/ 257786 w 454131"/>
                  <a:gd name="connsiteY4" fmla="*/ 77975 h 78820"/>
                  <a:gd name="connsiteX5" fmla="*/ 227066 w 454131"/>
                  <a:gd name="connsiteY5" fmla="*/ 78820 h 78820"/>
                  <a:gd name="connsiteX6" fmla="*/ 196345 w 454131"/>
                  <a:gd name="connsiteY6" fmla="*/ 77975 h 78820"/>
                  <a:gd name="connsiteX7" fmla="*/ 180939 w 454131"/>
                  <a:gd name="connsiteY7" fmla="*/ 76753 h 78820"/>
                  <a:gd name="connsiteX8" fmla="*/ 165625 w 454131"/>
                  <a:gd name="connsiteY8" fmla="*/ 74686 h 78820"/>
                  <a:gd name="connsiteX9" fmla="*/ 105501 w 454131"/>
                  <a:gd name="connsiteY9" fmla="*/ 61064 h 78820"/>
                  <a:gd name="connsiteX10" fmla="*/ 0 w 454131"/>
                  <a:gd name="connsiteY10" fmla="*/ 0 h 78820"/>
                  <a:gd name="connsiteX11" fmla="*/ 51012 w 454131"/>
                  <a:gd name="connsiteY11" fmla="*/ 32787 h 78820"/>
                  <a:gd name="connsiteX12" fmla="*/ 107567 w 454131"/>
                  <a:gd name="connsiteY12" fmla="*/ 54206 h 78820"/>
                  <a:gd name="connsiteX13" fmla="*/ 227066 w 454131"/>
                  <a:gd name="connsiteY13" fmla="*/ 69426 h 78820"/>
                  <a:gd name="connsiteX14" fmla="*/ 346564 w 454131"/>
                  <a:gd name="connsiteY14" fmla="*/ 54206 h 78820"/>
                  <a:gd name="connsiteX15" fmla="*/ 403119 w 454131"/>
                  <a:gd name="connsiteY15" fmla="*/ 32787 h 78820"/>
                  <a:gd name="connsiteX16" fmla="*/ 454131 w 454131"/>
                  <a:gd name="connsiteY16" fmla="*/ 0 h 78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54131" h="78820">
                    <a:moveTo>
                      <a:pt x="454131" y="0"/>
                    </a:moveTo>
                    <a:cubicBezTo>
                      <a:pt x="425384" y="29217"/>
                      <a:pt x="387618" y="48476"/>
                      <a:pt x="348631" y="61064"/>
                    </a:cubicBezTo>
                    <a:cubicBezTo>
                      <a:pt x="329090" y="67641"/>
                      <a:pt x="308892" y="71868"/>
                      <a:pt x="288506" y="74686"/>
                    </a:cubicBezTo>
                    <a:lnTo>
                      <a:pt x="273193" y="76753"/>
                    </a:lnTo>
                    <a:lnTo>
                      <a:pt x="257786" y="77975"/>
                    </a:lnTo>
                    <a:cubicBezTo>
                      <a:pt x="247452" y="79102"/>
                      <a:pt x="237306" y="78632"/>
                      <a:pt x="227066" y="78820"/>
                    </a:cubicBezTo>
                    <a:cubicBezTo>
                      <a:pt x="216826" y="78632"/>
                      <a:pt x="206679" y="79008"/>
                      <a:pt x="196345" y="77975"/>
                    </a:cubicBezTo>
                    <a:lnTo>
                      <a:pt x="180939" y="76753"/>
                    </a:lnTo>
                    <a:lnTo>
                      <a:pt x="165625" y="74686"/>
                    </a:lnTo>
                    <a:cubicBezTo>
                      <a:pt x="145239" y="71868"/>
                      <a:pt x="125041" y="67641"/>
                      <a:pt x="105501" y="61064"/>
                    </a:cubicBezTo>
                    <a:cubicBezTo>
                      <a:pt x="66513" y="48476"/>
                      <a:pt x="28747" y="29123"/>
                      <a:pt x="0" y="0"/>
                    </a:cubicBezTo>
                    <a:cubicBezTo>
                      <a:pt x="15407" y="13340"/>
                      <a:pt x="32881" y="23862"/>
                      <a:pt x="51012" y="32787"/>
                    </a:cubicBezTo>
                    <a:cubicBezTo>
                      <a:pt x="69144" y="41806"/>
                      <a:pt x="88121" y="48851"/>
                      <a:pt x="107567" y="54206"/>
                    </a:cubicBezTo>
                    <a:cubicBezTo>
                      <a:pt x="146367" y="65292"/>
                      <a:pt x="186669" y="70177"/>
                      <a:pt x="227066" y="69426"/>
                    </a:cubicBezTo>
                    <a:cubicBezTo>
                      <a:pt x="267556" y="70177"/>
                      <a:pt x="307765" y="65292"/>
                      <a:pt x="346564" y="54206"/>
                    </a:cubicBezTo>
                    <a:cubicBezTo>
                      <a:pt x="366010" y="48851"/>
                      <a:pt x="384988" y="41806"/>
                      <a:pt x="403119" y="32787"/>
                    </a:cubicBezTo>
                    <a:cubicBezTo>
                      <a:pt x="421157" y="23862"/>
                      <a:pt x="438724" y="13340"/>
                      <a:pt x="454131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2" name="Forme libre : forme 1691">
                <a:extLst>
                  <a:ext uri="{FF2B5EF4-FFF2-40B4-BE49-F238E27FC236}">
                    <a16:creationId xmlns:a16="http://schemas.microsoft.com/office/drawing/2014/main" id="{3D6A6CBE-074A-4CAC-A497-FB15EA387FBB}"/>
                  </a:ext>
                </a:extLst>
              </p:cNvPr>
              <p:cNvSpPr/>
              <p:nvPr/>
            </p:nvSpPr>
            <p:spPr>
              <a:xfrm>
                <a:off x="5572725" y="2215133"/>
                <a:ext cx="784254" cy="189017"/>
              </a:xfrm>
              <a:custGeom>
                <a:avLst/>
                <a:gdLst>
                  <a:gd name="connsiteX0" fmla="*/ 0 w 784254"/>
                  <a:gd name="connsiteY0" fmla="*/ 0 h 189017"/>
                  <a:gd name="connsiteX1" fmla="*/ 86617 w 784254"/>
                  <a:gd name="connsiteY1" fmla="*/ 68768 h 189017"/>
                  <a:gd name="connsiteX2" fmla="*/ 181408 w 784254"/>
                  <a:gd name="connsiteY2" fmla="*/ 125041 h 189017"/>
                  <a:gd name="connsiteX3" fmla="*/ 283902 w 784254"/>
                  <a:gd name="connsiteY3" fmla="*/ 164498 h 189017"/>
                  <a:gd name="connsiteX4" fmla="*/ 392127 w 784254"/>
                  <a:gd name="connsiteY4" fmla="*/ 179623 h 189017"/>
                  <a:gd name="connsiteX5" fmla="*/ 500352 w 784254"/>
                  <a:gd name="connsiteY5" fmla="*/ 164498 h 189017"/>
                  <a:gd name="connsiteX6" fmla="*/ 602847 w 784254"/>
                  <a:gd name="connsiteY6" fmla="*/ 125041 h 189017"/>
                  <a:gd name="connsiteX7" fmla="*/ 697637 w 784254"/>
                  <a:gd name="connsiteY7" fmla="*/ 68768 h 189017"/>
                  <a:gd name="connsiteX8" fmla="*/ 784255 w 784254"/>
                  <a:gd name="connsiteY8" fmla="*/ 0 h 189017"/>
                  <a:gd name="connsiteX9" fmla="*/ 606135 w 784254"/>
                  <a:gd name="connsiteY9" fmla="*/ 131429 h 189017"/>
                  <a:gd name="connsiteX10" fmla="*/ 502701 w 784254"/>
                  <a:gd name="connsiteY10" fmla="*/ 172765 h 189017"/>
                  <a:gd name="connsiteX11" fmla="*/ 392221 w 784254"/>
                  <a:gd name="connsiteY11" fmla="*/ 189018 h 189017"/>
                  <a:gd name="connsiteX12" fmla="*/ 281742 w 784254"/>
                  <a:gd name="connsiteY12" fmla="*/ 172765 h 189017"/>
                  <a:gd name="connsiteX13" fmla="*/ 178308 w 784254"/>
                  <a:gd name="connsiteY13" fmla="*/ 131429 h 189017"/>
                  <a:gd name="connsiteX14" fmla="*/ 0 w 784254"/>
                  <a:gd name="connsiteY14" fmla="*/ 0 h 189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84254" h="189017">
                    <a:moveTo>
                      <a:pt x="0" y="0"/>
                    </a:moveTo>
                    <a:cubicBezTo>
                      <a:pt x="27150" y="24989"/>
                      <a:pt x="56273" y="47912"/>
                      <a:pt x="86617" y="68768"/>
                    </a:cubicBezTo>
                    <a:cubicBezTo>
                      <a:pt x="116868" y="89812"/>
                      <a:pt x="148527" y="108601"/>
                      <a:pt x="181408" y="125041"/>
                    </a:cubicBezTo>
                    <a:cubicBezTo>
                      <a:pt x="214383" y="141388"/>
                      <a:pt x="248673" y="154540"/>
                      <a:pt x="283902" y="164498"/>
                    </a:cubicBezTo>
                    <a:cubicBezTo>
                      <a:pt x="319226" y="174362"/>
                      <a:pt x="355677" y="178684"/>
                      <a:pt x="392127" y="179623"/>
                    </a:cubicBezTo>
                    <a:cubicBezTo>
                      <a:pt x="428578" y="178684"/>
                      <a:pt x="465029" y="174362"/>
                      <a:pt x="500352" y="164498"/>
                    </a:cubicBezTo>
                    <a:cubicBezTo>
                      <a:pt x="535582" y="154540"/>
                      <a:pt x="569872" y="141294"/>
                      <a:pt x="602847" y="125041"/>
                    </a:cubicBezTo>
                    <a:cubicBezTo>
                      <a:pt x="635727" y="108695"/>
                      <a:pt x="667387" y="89812"/>
                      <a:pt x="697637" y="68768"/>
                    </a:cubicBezTo>
                    <a:cubicBezTo>
                      <a:pt x="727982" y="47912"/>
                      <a:pt x="757105" y="25083"/>
                      <a:pt x="784255" y="0"/>
                    </a:cubicBezTo>
                    <a:cubicBezTo>
                      <a:pt x="732303" y="52609"/>
                      <a:pt x="671802" y="96764"/>
                      <a:pt x="606135" y="131429"/>
                    </a:cubicBezTo>
                    <a:cubicBezTo>
                      <a:pt x="573348" y="148997"/>
                      <a:pt x="538306" y="162150"/>
                      <a:pt x="502701" y="172765"/>
                    </a:cubicBezTo>
                    <a:cubicBezTo>
                      <a:pt x="466814" y="183099"/>
                      <a:pt x="429612" y="187890"/>
                      <a:pt x="392221" y="189018"/>
                    </a:cubicBezTo>
                    <a:cubicBezTo>
                      <a:pt x="354831" y="187797"/>
                      <a:pt x="317629" y="183005"/>
                      <a:pt x="281742" y="172765"/>
                    </a:cubicBezTo>
                    <a:cubicBezTo>
                      <a:pt x="246043" y="162150"/>
                      <a:pt x="211095" y="148997"/>
                      <a:pt x="178308" y="131429"/>
                    </a:cubicBezTo>
                    <a:cubicBezTo>
                      <a:pt x="112452" y="96858"/>
                      <a:pt x="51952" y="52609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3" name="Forme libre : forme 1692">
                <a:extLst>
                  <a:ext uri="{FF2B5EF4-FFF2-40B4-BE49-F238E27FC236}">
                    <a16:creationId xmlns:a16="http://schemas.microsoft.com/office/drawing/2014/main" id="{FEC8AE4D-1AA0-4B35-8315-8561E56A9DF2}"/>
                  </a:ext>
                </a:extLst>
              </p:cNvPr>
              <p:cNvSpPr/>
              <p:nvPr/>
            </p:nvSpPr>
            <p:spPr>
              <a:xfrm>
                <a:off x="5865540" y="1802478"/>
                <a:ext cx="48957" cy="37813"/>
              </a:xfrm>
              <a:custGeom>
                <a:avLst/>
                <a:gdLst>
                  <a:gd name="connsiteX0" fmla="*/ 48957 w 48957"/>
                  <a:gd name="connsiteY0" fmla="*/ 37814 h 37813"/>
                  <a:gd name="connsiteX1" fmla="*/ 4991 w 48957"/>
                  <a:gd name="connsiteY1" fmla="*/ 799 h 37813"/>
                  <a:gd name="connsiteX2" fmla="*/ 30544 w 48957"/>
                  <a:gd name="connsiteY2" fmla="*/ 27574 h 37813"/>
                  <a:gd name="connsiteX3" fmla="*/ 48957 w 48957"/>
                  <a:gd name="connsiteY3" fmla="*/ 37814 h 37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957" h="37813">
                    <a:moveTo>
                      <a:pt x="48957" y="37814"/>
                    </a:moveTo>
                    <a:cubicBezTo>
                      <a:pt x="48957" y="37814"/>
                      <a:pt x="23404" y="-6435"/>
                      <a:pt x="4991" y="799"/>
                    </a:cubicBezTo>
                    <a:cubicBezTo>
                      <a:pt x="-13516" y="8127"/>
                      <a:pt x="25001" y="24755"/>
                      <a:pt x="30544" y="27574"/>
                    </a:cubicBezTo>
                    <a:cubicBezTo>
                      <a:pt x="35993" y="30486"/>
                      <a:pt x="48957" y="37814"/>
                      <a:pt x="48957" y="3781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4" name="Forme libre : forme 1693">
                <a:extLst>
                  <a:ext uri="{FF2B5EF4-FFF2-40B4-BE49-F238E27FC236}">
                    <a16:creationId xmlns:a16="http://schemas.microsoft.com/office/drawing/2014/main" id="{A499025A-D6FB-4D61-B501-F6E2E4EA9F68}"/>
                  </a:ext>
                </a:extLst>
              </p:cNvPr>
              <p:cNvSpPr/>
              <p:nvPr/>
            </p:nvSpPr>
            <p:spPr>
              <a:xfrm>
                <a:off x="6013703" y="1802478"/>
                <a:ext cx="48957" cy="37813"/>
              </a:xfrm>
              <a:custGeom>
                <a:avLst/>
                <a:gdLst>
                  <a:gd name="connsiteX0" fmla="*/ 0 w 48957"/>
                  <a:gd name="connsiteY0" fmla="*/ 37814 h 37813"/>
                  <a:gd name="connsiteX1" fmla="*/ 43967 w 48957"/>
                  <a:gd name="connsiteY1" fmla="*/ 799 h 37813"/>
                  <a:gd name="connsiteX2" fmla="*/ 18413 w 48957"/>
                  <a:gd name="connsiteY2" fmla="*/ 27574 h 37813"/>
                  <a:gd name="connsiteX3" fmla="*/ 0 w 48957"/>
                  <a:gd name="connsiteY3" fmla="*/ 37814 h 37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957" h="37813">
                    <a:moveTo>
                      <a:pt x="0" y="37814"/>
                    </a:moveTo>
                    <a:cubicBezTo>
                      <a:pt x="0" y="37814"/>
                      <a:pt x="25553" y="-6435"/>
                      <a:pt x="43967" y="799"/>
                    </a:cubicBezTo>
                    <a:cubicBezTo>
                      <a:pt x="62474" y="8127"/>
                      <a:pt x="23956" y="24755"/>
                      <a:pt x="18413" y="27574"/>
                    </a:cubicBezTo>
                    <a:cubicBezTo>
                      <a:pt x="12964" y="30486"/>
                      <a:pt x="0" y="37814"/>
                      <a:pt x="0" y="3781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5" name="Forme libre : forme 1694">
                <a:extLst>
                  <a:ext uri="{FF2B5EF4-FFF2-40B4-BE49-F238E27FC236}">
                    <a16:creationId xmlns:a16="http://schemas.microsoft.com/office/drawing/2014/main" id="{34FE1165-E34D-4DCC-BDA2-E66A75952993}"/>
                  </a:ext>
                </a:extLst>
              </p:cNvPr>
              <p:cNvSpPr/>
              <p:nvPr/>
            </p:nvSpPr>
            <p:spPr>
              <a:xfrm>
                <a:off x="5885890" y="1717224"/>
                <a:ext cx="7000" cy="40114"/>
              </a:xfrm>
              <a:custGeom>
                <a:avLst/>
                <a:gdLst>
                  <a:gd name="connsiteX0" fmla="*/ 7000 w 7000"/>
                  <a:gd name="connsiteY0" fmla="*/ 0 h 40114"/>
                  <a:gd name="connsiteX1" fmla="*/ 4745 w 7000"/>
                  <a:gd name="connsiteY1" fmla="*/ 20292 h 40114"/>
                  <a:gd name="connsiteX2" fmla="*/ 6718 w 7000"/>
                  <a:gd name="connsiteY2" fmla="*/ 40115 h 40114"/>
                  <a:gd name="connsiteX3" fmla="*/ 48 w 7000"/>
                  <a:gd name="connsiteY3" fmla="*/ 20010 h 40114"/>
                  <a:gd name="connsiteX4" fmla="*/ 7000 w 7000"/>
                  <a:gd name="connsiteY4" fmla="*/ 0 h 40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00" h="40114">
                    <a:moveTo>
                      <a:pt x="7000" y="0"/>
                    </a:moveTo>
                    <a:cubicBezTo>
                      <a:pt x="6624" y="7140"/>
                      <a:pt x="5121" y="13716"/>
                      <a:pt x="4745" y="20292"/>
                    </a:cubicBezTo>
                    <a:cubicBezTo>
                      <a:pt x="4276" y="26868"/>
                      <a:pt x="4745" y="33257"/>
                      <a:pt x="6718" y="40115"/>
                    </a:cubicBezTo>
                    <a:cubicBezTo>
                      <a:pt x="1457" y="35042"/>
                      <a:pt x="-328" y="27150"/>
                      <a:pt x="48" y="20010"/>
                    </a:cubicBezTo>
                    <a:cubicBezTo>
                      <a:pt x="706" y="12777"/>
                      <a:pt x="3148" y="6012"/>
                      <a:pt x="700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6" name="Forme libre : forme 1695">
                <a:extLst>
                  <a:ext uri="{FF2B5EF4-FFF2-40B4-BE49-F238E27FC236}">
                    <a16:creationId xmlns:a16="http://schemas.microsoft.com/office/drawing/2014/main" id="{8A6084C3-B118-4D47-BCBA-BBE5E7D798E3}"/>
                  </a:ext>
                </a:extLst>
              </p:cNvPr>
              <p:cNvSpPr/>
              <p:nvPr/>
            </p:nvSpPr>
            <p:spPr>
              <a:xfrm>
                <a:off x="5897399" y="1770303"/>
                <a:ext cx="28747" cy="32786"/>
              </a:xfrm>
              <a:custGeom>
                <a:avLst/>
                <a:gdLst>
                  <a:gd name="connsiteX0" fmla="*/ 0 w 28747"/>
                  <a:gd name="connsiteY0" fmla="*/ 0 h 32786"/>
                  <a:gd name="connsiteX1" fmla="*/ 18695 w 28747"/>
                  <a:gd name="connsiteY1" fmla="*/ 12589 h 32786"/>
                  <a:gd name="connsiteX2" fmla="*/ 28747 w 28747"/>
                  <a:gd name="connsiteY2" fmla="*/ 32787 h 32786"/>
                  <a:gd name="connsiteX3" fmla="*/ 15125 w 28747"/>
                  <a:gd name="connsiteY3" fmla="*/ 15595 h 32786"/>
                  <a:gd name="connsiteX4" fmla="*/ 0 w 28747"/>
                  <a:gd name="connsiteY4" fmla="*/ 0 h 32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47" h="32786">
                    <a:moveTo>
                      <a:pt x="0" y="0"/>
                    </a:moveTo>
                    <a:cubicBezTo>
                      <a:pt x="7516" y="1691"/>
                      <a:pt x="13904" y="6764"/>
                      <a:pt x="18695" y="12589"/>
                    </a:cubicBezTo>
                    <a:cubicBezTo>
                      <a:pt x="23486" y="18507"/>
                      <a:pt x="26963" y="25365"/>
                      <a:pt x="28747" y="32787"/>
                    </a:cubicBezTo>
                    <a:cubicBezTo>
                      <a:pt x="23768" y="27056"/>
                      <a:pt x="19729" y="21044"/>
                      <a:pt x="15125" y="15595"/>
                    </a:cubicBezTo>
                    <a:cubicBezTo>
                      <a:pt x="10616" y="10052"/>
                      <a:pt x="5731" y="4979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7" name="Forme libre : forme 1696">
                <a:extLst>
                  <a:ext uri="{FF2B5EF4-FFF2-40B4-BE49-F238E27FC236}">
                    <a16:creationId xmlns:a16="http://schemas.microsoft.com/office/drawing/2014/main" id="{350565FC-A7F6-4560-8E61-A950F4DAE583}"/>
                  </a:ext>
                </a:extLst>
              </p:cNvPr>
              <p:cNvSpPr/>
              <p:nvPr/>
            </p:nvSpPr>
            <p:spPr>
              <a:xfrm>
                <a:off x="6033526" y="1719572"/>
                <a:ext cx="6929" cy="40114"/>
              </a:xfrm>
              <a:custGeom>
                <a:avLst/>
                <a:gdLst>
                  <a:gd name="connsiteX0" fmla="*/ 0 w 6929"/>
                  <a:gd name="connsiteY0" fmla="*/ 0 h 40114"/>
                  <a:gd name="connsiteX1" fmla="*/ 6858 w 6929"/>
                  <a:gd name="connsiteY1" fmla="*/ 20010 h 40114"/>
                  <a:gd name="connsiteX2" fmla="*/ 188 w 6929"/>
                  <a:gd name="connsiteY2" fmla="*/ 40115 h 40114"/>
                  <a:gd name="connsiteX3" fmla="*/ 2161 w 6929"/>
                  <a:gd name="connsiteY3" fmla="*/ 20292 h 40114"/>
                  <a:gd name="connsiteX4" fmla="*/ 0 w 6929"/>
                  <a:gd name="connsiteY4" fmla="*/ 0 h 40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9" h="40114">
                    <a:moveTo>
                      <a:pt x="0" y="0"/>
                    </a:moveTo>
                    <a:cubicBezTo>
                      <a:pt x="3852" y="5919"/>
                      <a:pt x="6294" y="12777"/>
                      <a:pt x="6858" y="20010"/>
                    </a:cubicBezTo>
                    <a:cubicBezTo>
                      <a:pt x="7328" y="27150"/>
                      <a:pt x="5543" y="35136"/>
                      <a:pt x="188" y="40115"/>
                    </a:cubicBezTo>
                    <a:cubicBezTo>
                      <a:pt x="2161" y="33257"/>
                      <a:pt x="2630" y="26868"/>
                      <a:pt x="2161" y="20292"/>
                    </a:cubicBezTo>
                    <a:cubicBezTo>
                      <a:pt x="1879" y="13810"/>
                      <a:pt x="376" y="714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8" name="Forme libre : forme 1697">
                <a:extLst>
                  <a:ext uri="{FF2B5EF4-FFF2-40B4-BE49-F238E27FC236}">
                    <a16:creationId xmlns:a16="http://schemas.microsoft.com/office/drawing/2014/main" id="{F25E3DB0-ABA7-448E-B9F6-E8EA6FD651AF}"/>
                  </a:ext>
                </a:extLst>
              </p:cNvPr>
              <p:cNvSpPr/>
              <p:nvPr/>
            </p:nvSpPr>
            <p:spPr>
              <a:xfrm>
                <a:off x="6000269" y="1772652"/>
                <a:ext cx="28747" cy="32786"/>
              </a:xfrm>
              <a:custGeom>
                <a:avLst/>
                <a:gdLst>
                  <a:gd name="connsiteX0" fmla="*/ 28747 w 28747"/>
                  <a:gd name="connsiteY0" fmla="*/ 0 h 32786"/>
                  <a:gd name="connsiteX1" fmla="*/ 13622 w 28747"/>
                  <a:gd name="connsiteY1" fmla="*/ 15595 h 32786"/>
                  <a:gd name="connsiteX2" fmla="*/ 0 w 28747"/>
                  <a:gd name="connsiteY2" fmla="*/ 32787 h 32786"/>
                  <a:gd name="connsiteX3" fmla="*/ 10052 w 28747"/>
                  <a:gd name="connsiteY3" fmla="*/ 12589 h 32786"/>
                  <a:gd name="connsiteX4" fmla="*/ 28747 w 28747"/>
                  <a:gd name="connsiteY4" fmla="*/ 0 h 32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47" h="32786">
                    <a:moveTo>
                      <a:pt x="28747" y="0"/>
                    </a:moveTo>
                    <a:cubicBezTo>
                      <a:pt x="23017" y="4979"/>
                      <a:pt x="18131" y="9958"/>
                      <a:pt x="13622" y="15595"/>
                    </a:cubicBezTo>
                    <a:cubicBezTo>
                      <a:pt x="9019" y="21138"/>
                      <a:pt x="4979" y="27056"/>
                      <a:pt x="0" y="32787"/>
                    </a:cubicBezTo>
                    <a:cubicBezTo>
                      <a:pt x="1691" y="25365"/>
                      <a:pt x="5261" y="18601"/>
                      <a:pt x="10052" y="12589"/>
                    </a:cubicBezTo>
                    <a:cubicBezTo>
                      <a:pt x="14844" y="6858"/>
                      <a:pt x="21232" y="1785"/>
                      <a:pt x="2874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9" name="Forme libre : forme 1698">
                <a:extLst>
                  <a:ext uri="{FF2B5EF4-FFF2-40B4-BE49-F238E27FC236}">
                    <a16:creationId xmlns:a16="http://schemas.microsoft.com/office/drawing/2014/main" id="{8CB0613D-BC55-4CC3-802E-85C61CAEB2E8}"/>
                  </a:ext>
                </a:extLst>
              </p:cNvPr>
              <p:cNvSpPr/>
              <p:nvPr/>
            </p:nvSpPr>
            <p:spPr>
              <a:xfrm>
                <a:off x="6012287" y="1608060"/>
                <a:ext cx="14099" cy="74968"/>
              </a:xfrm>
              <a:custGeom>
                <a:avLst/>
                <a:gdLst>
                  <a:gd name="connsiteX0" fmla="*/ 3014 w 14099"/>
                  <a:gd name="connsiteY0" fmla="*/ 0 h 74968"/>
                  <a:gd name="connsiteX1" fmla="*/ 5175 w 14099"/>
                  <a:gd name="connsiteY1" fmla="*/ 38236 h 74968"/>
                  <a:gd name="connsiteX2" fmla="*/ 14099 w 14099"/>
                  <a:gd name="connsiteY2" fmla="*/ 74968 h 74968"/>
                  <a:gd name="connsiteX3" fmla="*/ 477 w 14099"/>
                  <a:gd name="connsiteY3" fmla="*/ 38705 h 74968"/>
                  <a:gd name="connsiteX4" fmla="*/ 3014 w 14099"/>
                  <a:gd name="connsiteY4" fmla="*/ 0 h 74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99" h="74968">
                    <a:moveTo>
                      <a:pt x="3014" y="0"/>
                    </a:moveTo>
                    <a:cubicBezTo>
                      <a:pt x="4141" y="12964"/>
                      <a:pt x="3859" y="25741"/>
                      <a:pt x="5175" y="38236"/>
                    </a:cubicBezTo>
                    <a:cubicBezTo>
                      <a:pt x="6302" y="50824"/>
                      <a:pt x="8932" y="63037"/>
                      <a:pt x="14099" y="74968"/>
                    </a:cubicBezTo>
                    <a:cubicBezTo>
                      <a:pt x="5738" y="64916"/>
                      <a:pt x="1792" y="51576"/>
                      <a:pt x="477" y="38705"/>
                    </a:cubicBezTo>
                    <a:cubicBezTo>
                      <a:pt x="-744" y="25647"/>
                      <a:pt x="477" y="12683"/>
                      <a:pt x="30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0" name="Forme libre : forme 1699">
                <a:extLst>
                  <a:ext uri="{FF2B5EF4-FFF2-40B4-BE49-F238E27FC236}">
                    <a16:creationId xmlns:a16="http://schemas.microsoft.com/office/drawing/2014/main" id="{1C1865A3-B858-4935-928B-22136E328EF9}"/>
                  </a:ext>
                </a:extLst>
              </p:cNvPr>
              <p:cNvSpPr/>
              <p:nvPr/>
            </p:nvSpPr>
            <p:spPr>
              <a:xfrm>
                <a:off x="6012576" y="1343698"/>
                <a:ext cx="55239" cy="165719"/>
              </a:xfrm>
              <a:custGeom>
                <a:avLst/>
                <a:gdLst>
                  <a:gd name="connsiteX0" fmla="*/ 55240 w 55239"/>
                  <a:gd name="connsiteY0" fmla="*/ 0 h 165719"/>
                  <a:gd name="connsiteX1" fmla="*/ 29687 w 55239"/>
                  <a:gd name="connsiteY1" fmla="*/ 36357 h 165719"/>
                  <a:gd name="connsiteX2" fmla="*/ 12964 w 55239"/>
                  <a:gd name="connsiteY2" fmla="*/ 77411 h 165719"/>
                  <a:gd name="connsiteX3" fmla="*/ 4228 w 55239"/>
                  <a:gd name="connsiteY3" fmla="*/ 121001 h 165719"/>
                  <a:gd name="connsiteX4" fmla="*/ 2349 w 55239"/>
                  <a:gd name="connsiteY4" fmla="*/ 143266 h 165719"/>
                  <a:gd name="connsiteX5" fmla="*/ 1785 w 55239"/>
                  <a:gd name="connsiteY5" fmla="*/ 165719 h 165719"/>
                  <a:gd name="connsiteX6" fmla="*/ 0 w 55239"/>
                  <a:gd name="connsiteY6" fmla="*/ 143266 h 165719"/>
                  <a:gd name="connsiteX7" fmla="*/ 564 w 55239"/>
                  <a:gd name="connsiteY7" fmla="*/ 120720 h 165719"/>
                  <a:gd name="connsiteX8" fmla="*/ 8361 w 55239"/>
                  <a:gd name="connsiteY8" fmla="*/ 76190 h 165719"/>
                  <a:gd name="connsiteX9" fmla="*/ 26399 w 55239"/>
                  <a:gd name="connsiteY9" fmla="*/ 34666 h 165719"/>
                  <a:gd name="connsiteX10" fmla="*/ 55240 w 55239"/>
                  <a:gd name="connsiteY10" fmla="*/ 0 h 16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5239" h="165719">
                    <a:moveTo>
                      <a:pt x="55240" y="0"/>
                    </a:moveTo>
                    <a:cubicBezTo>
                      <a:pt x="44906" y="10804"/>
                      <a:pt x="36639" y="23392"/>
                      <a:pt x="29687" y="36357"/>
                    </a:cubicBezTo>
                    <a:cubicBezTo>
                      <a:pt x="22735" y="49415"/>
                      <a:pt x="17098" y="63225"/>
                      <a:pt x="12964" y="77411"/>
                    </a:cubicBezTo>
                    <a:cubicBezTo>
                      <a:pt x="8831" y="91597"/>
                      <a:pt x="5919" y="106158"/>
                      <a:pt x="4228" y="121001"/>
                    </a:cubicBezTo>
                    <a:cubicBezTo>
                      <a:pt x="3006" y="128329"/>
                      <a:pt x="3006" y="135845"/>
                      <a:pt x="2349" y="143266"/>
                    </a:cubicBezTo>
                    <a:cubicBezTo>
                      <a:pt x="1973" y="150688"/>
                      <a:pt x="2161" y="158204"/>
                      <a:pt x="1785" y="165719"/>
                    </a:cubicBezTo>
                    <a:cubicBezTo>
                      <a:pt x="1034" y="158298"/>
                      <a:pt x="470" y="150782"/>
                      <a:pt x="0" y="143266"/>
                    </a:cubicBezTo>
                    <a:cubicBezTo>
                      <a:pt x="188" y="135751"/>
                      <a:pt x="-188" y="128235"/>
                      <a:pt x="564" y="120720"/>
                    </a:cubicBezTo>
                    <a:cubicBezTo>
                      <a:pt x="1503" y="105688"/>
                      <a:pt x="4509" y="90751"/>
                      <a:pt x="8361" y="76190"/>
                    </a:cubicBezTo>
                    <a:cubicBezTo>
                      <a:pt x="12964" y="61816"/>
                      <a:pt x="18695" y="47630"/>
                      <a:pt x="26399" y="34666"/>
                    </a:cubicBezTo>
                    <a:cubicBezTo>
                      <a:pt x="34290" y="21701"/>
                      <a:pt x="43591" y="9395"/>
                      <a:pt x="5524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1" name="Forme libre : forme 1700">
                <a:extLst>
                  <a:ext uri="{FF2B5EF4-FFF2-40B4-BE49-F238E27FC236}">
                    <a16:creationId xmlns:a16="http://schemas.microsoft.com/office/drawing/2014/main" id="{86F5E5F3-5D1B-4A46-B952-9674169594AC}"/>
                  </a:ext>
                </a:extLst>
              </p:cNvPr>
              <p:cNvSpPr/>
              <p:nvPr/>
            </p:nvSpPr>
            <p:spPr>
              <a:xfrm>
                <a:off x="5964465" y="504746"/>
                <a:ext cx="6518" cy="288996"/>
              </a:xfrm>
              <a:custGeom>
                <a:avLst/>
                <a:gdLst>
                  <a:gd name="connsiteX0" fmla="*/ 387 w 6518"/>
                  <a:gd name="connsiteY0" fmla="*/ 21 h 288996"/>
                  <a:gd name="connsiteX1" fmla="*/ 4239 w 6518"/>
                  <a:gd name="connsiteY1" fmla="*/ 288996 h 288996"/>
                  <a:gd name="connsiteX2" fmla="*/ 387 w 6518"/>
                  <a:gd name="connsiteY2" fmla="*/ 21 h 28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18" h="288996">
                    <a:moveTo>
                      <a:pt x="387" y="21"/>
                    </a:moveTo>
                    <a:cubicBezTo>
                      <a:pt x="-364" y="-2703"/>
                      <a:pt x="-458" y="260907"/>
                      <a:pt x="4239" y="288996"/>
                    </a:cubicBezTo>
                    <a:cubicBezTo>
                      <a:pt x="4239" y="288996"/>
                      <a:pt x="11379" y="38257"/>
                      <a:pt x="387" y="2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2" name="Forme libre : forme 1701">
                <a:extLst>
                  <a:ext uri="{FF2B5EF4-FFF2-40B4-BE49-F238E27FC236}">
                    <a16:creationId xmlns:a16="http://schemas.microsoft.com/office/drawing/2014/main" id="{2340D910-3FD3-41E6-93CB-37A67CC76F04}"/>
                  </a:ext>
                </a:extLst>
              </p:cNvPr>
              <p:cNvSpPr/>
              <p:nvPr/>
            </p:nvSpPr>
            <p:spPr>
              <a:xfrm>
                <a:off x="5525521" y="1390618"/>
                <a:ext cx="247025" cy="78963"/>
              </a:xfrm>
              <a:custGeom>
                <a:avLst/>
                <a:gdLst>
                  <a:gd name="connsiteX0" fmla="*/ 5116 w 247025"/>
                  <a:gd name="connsiteY0" fmla="*/ 49561 h 78963"/>
                  <a:gd name="connsiteX1" fmla="*/ 36400 w 247025"/>
                  <a:gd name="connsiteY1" fmla="*/ 70229 h 78963"/>
                  <a:gd name="connsiteX2" fmla="*/ 58665 w 247025"/>
                  <a:gd name="connsiteY2" fmla="*/ 73705 h 78963"/>
                  <a:gd name="connsiteX3" fmla="*/ 173278 w 247025"/>
                  <a:gd name="connsiteY3" fmla="*/ 77933 h 78963"/>
                  <a:gd name="connsiteX4" fmla="*/ 205877 w 247025"/>
                  <a:gd name="connsiteY4" fmla="*/ 76712 h 78963"/>
                  <a:gd name="connsiteX5" fmla="*/ 228800 w 247025"/>
                  <a:gd name="connsiteY5" fmla="*/ 77181 h 78963"/>
                  <a:gd name="connsiteX6" fmla="*/ 245334 w 247025"/>
                  <a:gd name="connsiteY6" fmla="*/ 65814 h 78963"/>
                  <a:gd name="connsiteX7" fmla="*/ 247025 w 247025"/>
                  <a:gd name="connsiteY7" fmla="*/ 62526 h 78963"/>
                  <a:gd name="connsiteX8" fmla="*/ 245052 w 247025"/>
                  <a:gd name="connsiteY8" fmla="*/ 58862 h 78963"/>
                  <a:gd name="connsiteX9" fmla="*/ 211514 w 247025"/>
                  <a:gd name="connsiteY9" fmla="*/ 32933 h 78963"/>
                  <a:gd name="connsiteX10" fmla="*/ 184363 w 247025"/>
                  <a:gd name="connsiteY10" fmla="*/ 26451 h 78963"/>
                  <a:gd name="connsiteX11" fmla="*/ 155710 w 247025"/>
                  <a:gd name="connsiteY11" fmla="*/ 14896 h 78963"/>
                  <a:gd name="connsiteX12" fmla="*/ 30199 w 247025"/>
                  <a:gd name="connsiteY12" fmla="*/ 7004 h 78963"/>
                  <a:gd name="connsiteX13" fmla="*/ 8498 w 247025"/>
                  <a:gd name="connsiteY13" fmla="*/ 17338 h 78963"/>
                  <a:gd name="connsiteX14" fmla="*/ 513 w 247025"/>
                  <a:gd name="connsiteY14" fmla="*/ 38946 h 7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7025" h="78963">
                    <a:moveTo>
                      <a:pt x="5116" y="49561"/>
                    </a:moveTo>
                    <a:cubicBezTo>
                      <a:pt x="13102" y="59426"/>
                      <a:pt x="24187" y="66753"/>
                      <a:pt x="36400" y="70229"/>
                    </a:cubicBezTo>
                    <a:cubicBezTo>
                      <a:pt x="43634" y="72296"/>
                      <a:pt x="51149" y="72954"/>
                      <a:pt x="58665" y="73705"/>
                    </a:cubicBezTo>
                    <a:cubicBezTo>
                      <a:pt x="96806" y="77275"/>
                      <a:pt x="135136" y="80751"/>
                      <a:pt x="173278" y="77933"/>
                    </a:cubicBezTo>
                    <a:cubicBezTo>
                      <a:pt x="184082" y="77087"/>
                      <a:pt x="194979" y="75772"/>
                      <a:pt x="205877" y="76712"/>
                    </a:cubicBezTo>
                    <a:cubicBezTo>
                      <a:pt x="213581" y="77369"/>
                      <a:pt x="221378" y="79154"/>
                      <a:pt x="228800" y="77181"/>
                    </a:cubicBezTo>
                    <a:cubicBezTo>
                      <a:pt x="235376" y="75396"/>
                      <a:pt x="240825" y="70887"/>
                      <a:pt x="245334" y="65814"/>
                    </a:cubicBezTo>
                    <a:cubicBezTo>
                      <a:pt x="246180" y="64874"/>
                      <a:pt x="247025" y="63747"/>
                      <a:pt x="247025" y="62526"/>
                    </a:cubicBezTo>
                    <a:cubicBezTo>
                      <a:pt x="247025" y="61117"/>
                      <a:pt x="245991" y="59895"/>
                      <a:pt x="245052" y="58862"/>
                    </a:cubicBezTo>
                    <a:cubicBezTo>
                      <a:pt x="235282" y="48434"/>
                      <a:pt x="224854" y="38006"/>
                      <a:pt x="211514" y="32933"/>
                    </a:cubicBezTo>
                    <a:cubicBezTo>
                      <a:pt x="202777" y="29645"/>
                      <a:pt x="193288" y="28894"/>
                      <a:pt x="184363" y="26451"/>
                    </a:cubicBezTo>
                    <a:cubicBezTo>
                      <a:pt x="174405" y="23726"/>
                      <a:pt x="165199" y="18935"/>
                      <a:pt x="155710" y="14896"/>
                    </a:cubicBezTo>
                    <a:cubicBezTo>
                      <a:pt x="116347" y="-1733"/>
                      <a:pt x="71347" y="-4551"/>
                      <a:pt x="30199" y="7004"/>
                    </a:cubicBezTo>
                    <a:cubicBezTo>
                      <a:pt x="22402" y="9165"/>
                      <a:pt x="14604" y="11983"/>
                      <a:pt x="8498" y="17338"/>
                    </a:cubicBezTo>
                    <a:cubicBezTo>
                      <a:pt x="2486" y="22693"/>
                      <a:pt x="-1460" y="31148"/>
                      <a:pt x="513" y="38946"/>
                    </a:cubicBezTo>
                  </a:path>
                </a:pathLst>
              </a:custGeom>
              <a:solidFill>
                <a:srgbClr val="F9C6B9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3" name="Forme libre : forme 1702">
                <a:extLst>
                  <a:ext uri="{FF2B5EF4-FFF2-40B4-BE49-F238E27FC236}">
                    <a16:creationId xmlns:a16="http://schemas.microsoft.com/office/drawing/2014/main" id="{7C4AA13D-3A14-496A-854A-B32F47BAFD67}"/>
                  </a:ext>
                </a:extLst>
              </p:cNvPr>
              <p:cNvSpPr/>
              <p:nvPr/>
            </p:nvSpPr>
            <p:spPr>
              <a:xfrm>
                <a:off x="5902318" y="1422988"/>
                <a:ext cx="120503" cy="379473"/>
              </a:xfrm>
              <a:custGeom>
                <a:avLst/>
                <a:gdLst>
                  <a:gd name="connsiteX0" fmla="*/ 102179 w 120503"/>
                  <a:gd name="connsiteY0" fmla="*/ 45188 h 379473"/>
                  <a:gd name="connsiteX1" fmla="*/ 99454 w 120503"/>
                  <a:gd name="connsiteY1" fmla="*/ 171826 h 379473"/>
                  <a:gd name="connsiteX2" fmla="*/ 111197 w 120503"/>
                  <a:gd name="connsiteY2" fmla="*/ 260698 h 379473"/>
                  <a:gd name="connsiteX3" fmla="*/ 118901 w 120503"/>
                  <a:gd name="connsiteY3" fmla="*/ 286157 h 379473"/>
                  <a:gd name="connsiteX4" fmla="*/ 90154 w 120503"/>
                  <a:gd name="connsiteY4" fmla="*/ 374466 h 379473"/>
                  <a:gd name="connsiteX5" fmla="*/ 85363 w 120503"/>
                  <a:gd name="connsiteY5" fmla="*/ 378505 h 379473"/>
                  <a:gd name="connsiteX6" fmla="*/ 78598 w 120503"/>
                  <a:gd name="connsiteY6" fmla="*/ 379445 h 379473"/>
                  <a:gd name="connsiteX7" fmla="*/ 1375 w 120503"/>
                  <a:gd name="connsiteY7" fmla="*/ 324017 h 379473"/>
                  <a:gd name="connsiteX8" fmla="*/ 2503 w 120503"/>
                  <a:gd name="connsiteY8" fmla="*/ 311522 h 379473"/>
                  <a:gd name="connsiteX9" fmla="*/ 8140 w 120503"/>
                  <a:gd name="connsiteY9" fmla="*/ 309831 h 379473"/>
                  <a:gd name="connsiteX10" fmla="*/ 39048 w 120503"/>
                  <a:gd name="connsiteY10" fmla="*/ 306167 h 379473"/>
                  <a:gd name="connsiteX11" fmla="*/ 70143 w 120503"/>
                  <a:gd name="connsiteY11" fmla="*/ 297337 h 379473"/>
                  <a:gd name="connsiteX12" fmla="*/ 87523 w 120503"/>
                  <a:gd name="connsiteY12" fmla="*/ 268965 h 379473"/>
                  <a:gd name="connsiteX13" fmla="*/ 89214 w 120503"/>
                  <a:gd name="connsiteY13" fmla="*/ 235051 h 379473"/>
                  <a:gd name="connsiteX14" fmla="*/ 97293 w 120503"/>
                  <a:gd name="connsiteY14" fmla="*/ 48476 h 379473"/>
                  <a:gd name="connsiteX15" fmla="*/ 108661 w 120503"/>
                  <a:gd name="connsiteY15" fmla="*/ 0 h 379473"/>
                  <a:gd name="connsiteX16" fmla="*/ 102179 w 120503"/>
                  <a:gd name="connsiteY16" fmla="*/ 45188 h 379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0503" h="379473">
                    <a:moveTo>
                      <a:pt x="102179" y="45188"/>
                    </a:moveTo>
                    <a:cubicBezTo>
                      <a:pt x="96636" y="87087"/>
                      <a:pt x="97763" y="129550"/>
                      <a:pt x="99454" y="171826"/>
                    </a:cubicBezTo>
                    <a:cubicBezTo>
                      <a:pt x="100676" y="201794"/>
                      <a:pt x="102273" y="232045"/>
                      <a:pt x="111197" y="260698"/>
                    </a:cubicBezTo>
                    <a:cubicBezTo>
                      <a:pt x="113828" y="269153"/>
                      <a:pt x="117116" y="277420"/>
                      <a:pt x="118901" y="286157"/>
                    </a:cubicBezTo>
                    <a:cubicBezTo>
                      <a:pt x="125383" y="317629"/>
                      <a:pt x="111479" y="350416"/>
                      <a:pt x="90154" y="374466"/>
                    </a:cubicBezTo>
                    <a:cubicBezTo>
                      <a:pt x="88744" y="376063"/>
                      <a:pt x="87242" y="377660"/>
                      <a:pt x="85363" y="378505"/>
                    </a:cubicBezTo>
                    <a:cubicBezTo>
                      <a:pt x="83296" y="379445"/>
                      <a:pt x="80947" y="379539"/>
                      <a:pt x="78598" y="379445"/>
                    </a:cubicBezTo>
                    <a:cubicBezTo>
                      <a:pt x="44966" y="378505"/>
                      <a:pt x="13025" y="355583"/>
                      <a:pt x="1375" y="324017"/>
                    </a:cubicBezTo>
                    <a:cubicBezTo>
                      <a:pt x="-222" y="319789"/>
                      <a:pt x="-1067" y="314247"/>
                      <a:pt x="2503" y="311522"/>
                    </a:cubicBezTo>
                    <a:cubicBezTo>
                      <a:pt x="4100" y="310301"/>
                      <a:pt x="6167" y="310019"/>
                      <a:pt x="8140" y="309831"/>
                    </a:cubicBezTo>
                    <a:cubicBezTo>
                      <a:pt x="18474" y="308610"/>
                      <a:pt x="28714" y="307389"/>
                      <a:pt x="39048" y="306167"/>
                    </a:cubicBezTo>
                    <a:cubicBezTo>
                      <a:pt x="49851" y="304852"/>
                      <a:pt x="61125" y="303443"/>
                      <a:pt x="70143" y="297337"/>
                    </a:cubicBezTo>
                    <a:cubicBezTo>
                      <a:pt x="79538" y="290948"/>
                      <a:pt x="85081" y="280051"/>
                      <a:pt x="87523" y="268965"/>
                    </a:cubicBezTo>
                    <a:cubicBezTo>
                      <a:pt x="89966" y="257880"/>
                      <a:pt x="89590" y="246418"/>
                      <a:pt x="89214" y="235051"/>
                    </a:cubicBezTo>
                    <a:cubicBezTo>
                      <a:pt x="87242" y="172859"/>
                      <a:pt x="86584" y="110010"/>
                      <a:pt x="97293" y="48476"/>
                    </a:cubicBezTo>
                    <a:cubicBezTo>
                      <a:pt x="100018" y="32975"/>
                      <a:pt x="102085" y="14186"/>
                      <a:pt x="108661" y="0"/>
                    </a:cubicBezTo>
                    <a:cubicBezTo>
                      <a:pt x="113170" y="10428"/>
                      <a:pt x="103682" y="33726"/>
                      <a:pt x="102179" y="45188"/>
                    </a:cubicBezTo>
                    <a:close/>
                  </a:path>
                </a:pathLst>
              </a:custGeom>
              <a:solidFill>
                <a:srgbClr val="F9C6B9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4" name="Forme libre : forme 1703">
                <a:extLst>
                  <a:ext uri="{FF2B5EF4-FFF2-40B4-BE49-F238E27FC236}">
                    <a16:creationId xmlns:a16="http://schemas.microsoft.com/office/drawing/2014/main" id="{0BA6001C-CA06-47ED-AD00-C84EA2E4A9CC}"/>
                  </a:ext>
                </a:extLst>
              </p:cNvPr>
              <p:cNvSpPr/>
              <p:nvPr/>
            </p:nvSpPr>
            <p:spPr>
              <a:xfrm>
                <a:off x="6151332" y="1385027"/>
                <a:ext cx="255598" cy="90999"/>
              </a:xfrm>
              <a:custGeom>
                <a:avLst/>
                <a:gdLst>
                  <a:gd name="connsiteX0" fmla="*/ 753 w 255598"/>
                  <a:gd name="connsiteY0" fmla="*/ 76196 h 90999"/>
                  <a:gd name="connsiteX1" fmla="*/ 18415 w 255598"/>
                  <a:gd name="connsiteY1" fmla="*/ 85779 h 90999"/>
                  <a:gd name="connsiteX2" fmla="*/ 225564 w 255598"/>
                  <a:gd name="connsiteY2" fmla="*/ 77042 h 90999"/>
                  <a:gd name="connsiteX3" fmla="*/ 249896 w 255598"/>
                  <a:gd name="connsiteY3" fmla="*/ 65487 h 90999"/>
                  <a:gd name="connsiteX4" fmla="*/ 253748 w 255598"/>
                  <a:gd name="connsiteY4" fmla="*/ 35424 h 90999"/>
                  <a:gd name="connsiteX5" fmla="*/ 242662 w 255598"/>
                  <a:gd name="connsiteY5" fmla="*/ 16541 h 90999"/>
                  <a:gd name="connsiteX6" fmla="*/ 214103 w 255598"/>
                  <a:gd name="connsiteY6" fmla="*/ 5738 h 90999"/>
                  <a:gd name="connsiteX7" fmla="*/ 102496 w 255598"/>
                  <a:gd name="connsiteY7" fmla="*/ 2543 h 90999"/>
                  <a:gd name="connsiteX8" fmla="*/ 19073 w 255598"/>
                  <a:gd name="connsiteY8" fmla="*/ 31197 h 90999"/>
                  <a:gd name="connsiteX9" fmla="*/ 753 w 255598"/>
                  <a:gd name="connsiteY9" fmla="*/ 76196 h 90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5598" h="90999">
                    <a:moveTo>
                      <a:pt x="753" y="76196"/>
                    </a:moveTo>
                    <a:cubicBezTo>
                      <a:pt x="3196" y="82773"/>
                      <a:pt x="11463" y="84840"/>
                      <a:pt x="18415" y="85779"/>
                    </a:cubicBezTo>
                    <a:cubicBezTo>
                      <a:pt x="87277" y="94985"/>
                      <a:pt x="157736" y="91979"/>
                      <a:pt x="225564" y="77042"/>
                    </a:cubicBezTo>
                    <a:cubicBezTo>
                      <a:pt x="234489" y="75069"/>
                      <a:pt x="244071" y="72533"/>
                      <a:pt x="249896" y="65487"/>
                    </a:cubicBezTo>
                    <a:cubicBezTo>
                      <a:pt x="256660" y="57407"/>
                      <a:pt x="256660" y="45570"/>
                      <a:pt x="253748" y="35424"/>
                    </a:cubicBezTo>
                    <a:cubicBezTo>
                      <a:pt x="251681" y="28284"/>
                      <a:pt x="248205" y="21427"/>
                      <a:pt x="242662" y="16541"/>
                    </a:cubicBezTo>
                    <a:cubicBezTo>
                      <a:pt x="234959" y="9683"/>
                      <a:pt x="224343" y="7429"/>
                      <a:pt x="214103" y="5738"/>
                    </a:cubicBezTo>
                    <a:cubicBezTo>
                      <a:pt x="177276" y="-369"/>
                      <a:pt x="139604" y="-1872"/>
                      <a:pt x="102496" y="2543"/>
                    </a:cubicBezTo>
                    <a:cubicBezTo>
                      <a:pt x="77882" y="5456"/>
                      <a:pt x="34198" y="8368"/>
                      <a:pt x="19073" y="31197"/>
                    </a:cubicBezTo>
                    <a:cubicBezTo>
                      <a:pt x="12496" y="41155"/>
                      <a:pt x="-3662" y="64359"/>
                      <a:pt x="753" y="76196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5" name="Forme libre : forme 1704">
                <a:extLst>
                  <a:ext uri="{FF2B5EF4-FFF2-40B4-BE49-F238E27FC236}">
                    <a16:creationId xmlns:a16="http://schemas.microsoft.com/office/drawing/2014/main" id="{D4B35A59-20FA-49C1-8FA0-235C3AB7175C}"/>
                  </a:ext>
                </a:extLst>
              </p:cNvPr>
              <p:cNvSpPr/>
              <p:nvPr/>
            </p:nvSpPr>
            <p:spPr>
              <a:xfrm>
                <a:off x="5993059" y="1850532"/>
                <a:ext cx="41218" cy="117930"/>
              </a:xfrm>
              <a:custGeom>
                <a:avLst/>
                <a:gdLst>
                  <a:gd name="connsiteX0" fmla="*/ 14162 w 41218"/>
                  <a:gd name="connsiteY0" fmla="*/ 49227 h 117930"/>
                  <a:gd name="connsiteX1" fmla="*/ 12377 w 41218"/>
                  <a:gd name="connsiteY1" fmla="*/ 0 h 117930"/>
                  <a:gd name="connsiteX2" fmla="*/ 20739 w 41218"/>
                  <a:gd name="connsiteY2" fmla="*/ 28465 h 117930"/>
                  <a:gd name="connsiteX3" fmla="*/ 22900 w 41218"/>
                  <a:gd name="connsiteY3" fmla="*/ 55240 h 117930"/>
                  <a:gd name="connsiteX4" fmla="*/ 41219 w 41218"/>
                  <a:gd name="connsiteY4" fmla="*/ 116022 h 117930"/>
                  <a:gd name="connsiteX5" fmla="*/ 13317 w 41218"/>
                  <a:gd name="connsiteY5" fmla="*/ 114144 h 117930"/>
                  <a:gd name="connsiteX6" fmla="*/ 1480 w 41218"/>
                  <a:gd name="connsiteY6" fmla="*/ 110198 h 117930"/>
                  <a:gd name="connsiteX7" fmla="*/ 14162 w 41218"/>
                  <a:gd name="connsiteY7" fmla="*/ 49227 h 117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218" h="117930">
                    <a:moveTo>
                      <a:pt x="14162" y="49227"/>
                    </a:moveTo>
                    <a:cubicBezTo>
                      <a:pt x="15102" y="32787"/>
                      <a:pt x="16041" y="16065"/>
                      <a:pt x="12377" y="0"/>
                    </a:cubicBezTo>
                    <a:cubicBezTo>
                      <a:pt x="16511" y="9019"/>
                      <a:pt x="19423" y="18695"/>
                      <a:pt x="20739" y="28465"/>
                    </a:cubicBezTo>
                    <a:cubicBezTo>
                      <a:pt x="21960" y="37390"/>
                      <a:pt x="22054" y="46315"/>
                      <a:pt x="22900" y="55240"/>
                    </a:cubicBezTo>
                    <a:cubicBezTo>
                      <a:pt x="24872" y="76471"/>
                      <a:pt x="31166" y="97233"/>
                      <a:pt x="41219" y="116022"/>
                    </a:cubicBezTo>
                    <a:cubicBezTo>
                      <a:pt x="38119" y="110292"/>
                      <a:pt x="18108" y="113016"/>
                      <a:pt x="13317" y="114144"/>
                    </a:cubicBezTo>
                    <a:cubicBezTo>
                      <a:pt x="4298" y="116304"/>
                      <a:pt x="-3311" y="123256"/>
                      <a:pt x="1480" y="110198"/>
                    </a:cubicBezTo>
                    <a:cubicBezTo>
                      <a:pt x="9183" y="89812"/>
                      <a:pt x="12941" y="71210"/>
                      <a:pt x="14162" y="49227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6" name="Forme libre : forme 1705">
                <a:extLst>
                  <a:ext uri="{FF2B5EF4-FFF2-40B4-BE49-F238E27FC236}">
                    <a16:creationId xmlns:a16="http://schemas.microsoft.com/office/drawing/2014/main" id="{58362B7C-2DE0-4055-B1A5-DF37E13C3252}"/>
                  </a:ext>
                </a:extLst>
              </p:cNvPr>
              <p:cNvSpPr/>
              <p:nvPr/>
            </p:nvSpPr>
            <p:spPr>
              <a:xfrm>
                <a:off x="5918312" y="1874828"/>
                <a:ext cx="51182" cy="108824"/>
              </a:xfrm>
              <a:custGeom>
                <a:avLst/>
                <a:gdLst>
                  <a:gd name="connsiteX0" fmla="*/ 39495 w 51182"/>
                  <a:gd name="connsiteY0" fmla="*/ 60630 h 108824"/>
                  <a:gd name="connsiteX1" fmla="*/ 51144 w 51182"/>
                  <a:gd name="connsiteY1" fmla="*/ 108824 h 108824"/>
                  <a:gd name="connsiteX2" fmla="*/ 8868 w 51182"/>
                  <a:gd name="connsiteY2" fmla="*/ 91538 h 108824"/>
                  <a:gd name="connsiteX3" fmla="*/ 1071 w 51182"/>
                  <a:gd name="connsiteY3" fmla="*/ 86089 h 108824"/>
                  <a:gd name="connsiteX4" fmla="*/ 37 w 51182"/>
                  <a:gd name="connsiteY4" fmla="*/ 79043 h 108824"/>
                  <a:gd name="connsiteX5" fmla="*/ 4829 w 51182"/>
                  <a:gd name="connsiteY5" fmla="*/ 53208 h 108824"/>
                  <a:gd name="connsiteX6" fmla="*/ 14505 w 51182"/>
                  <a:gd name="connsiteY6" fmla="*/ 14409 h 108824"/>
                  <a:gd name="connsiteX7" fmla="*/ 25591 w 51182"/>
                  <a:gd name="connsiteY7" fmla="*/ 1351 h 108824"/>
                  <a:gd name="connsiteX8" fmla="*/ 34703 w 51182"/>
                  <a:gd name="connsiteY8" fmla="*/ 23146 h 108824"/>
                  <a:gd name="connsiteX9" fmla="*/ 39495 w 51182"/>
                  <a:gd name="connsiteY9" fmla="*/ 60630 h 108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182" h="108824">
                    <a:moveTo>
                      <a:pt x="39495" y="60630"/>
                    </a:moveTo>
                    <a:cubicBezTo>
                      <a:pt x="43910" y="76695"/>
                      <a:pt x="51801" y="92196"/>
                      <a:pt x="51144" y="108824"/>
                    </a:cubicBezTo>
                    <a:cubicBezTo>
                      <a:pt x="37052" y="103093"/>
                      <a:pt x="22960" y="97269"/>
                      <a:pt x="8868" y="91538"/>
                    </a:cubicBezTo>
                    <a:cubicBezTo>
                      <a:pt x="5862" y="90317"/>
                      <a:pt x="2668" y="88908"/>
                      <a:pt x="1071" y="86089"/>
                    </a:cubicBezTo>
                    <a:cubicBezTo>
                      <a:pt x="-57" y="83929"/>
                      <a:pt x="-57" y="81392"/>
                      <a:pt x="37" y="79043"/>
                    </a:cubicBezTo>
                    <a:cubicBezTo>
                      <a:pt x="601" y="70307"/>
                      <a:pt x="2668" y="61758"/>
                      <a:pt x="4829" y="53208"/>
                    </a:cubicBezTo>
                    <a:cubicBezTo>
                      <a:pt x="8023" y="40244"/>
                      <a:pt x="11217" y="27280"/>
                      <a:pt x="14505" y="14409"/>
                    </a:cubicBezTo>
                    <a:cubicBezTo>
                      <a:pt x="16290" y="6987"/>
                      <a:pt x="16290" y="-3816"/>
                      <a:pt x="25591" y="1351"/>
                    </a:cubicBezTo>
                    <a:cubicBezTo>
                      <a:pt x="32918" y="5390"/>
                      <a:pt x="34327" y="15912"/>
                      <a:pt x="34703" y="23146"/>
                    </a:cubicBezTo>
                    <a:cubicBezTo>
                      <a:pt x="35361" y="35735"/>
                      <a:pt x="36112" y="48229"/>
                      <a:pt x="39495" y="60630"/>
                    </a:cubicBezTo>
                    <a:close/>
                  </a:path>
                </a:pathLst>
              </a:custGeom>
              <a:solidFill>
                <a:srgbClr val="F4AD9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7" name="Forme libre : forme 1706">
                <a:extLst>
                  <a:ext uri="{FF2B5EF4-FFF2-40B4-BE49-F238E27FC236}">
                    <a16:creationId xmlns:a16="http://schemas.microsoft.com/office/drawing/2014/main" id="{CFA2F0F2-4F9E-41C1-9CE5-FB41A1E521B7}"/>
                  </a:ext>
                </a:extLst>
              </p:cNvPr>
              <p:cNvSpPr/>
              <p:nvPr/>
            </p:nvSpPr>
            <p:spPr>
              <a:xfrm>
                <a:off x="5872745" y="2130019"/>
                <a:ext cx="221751" cy="44808"/>
              </a:xfrm>
              <a:custGeom>
                <a:avLst/>
                <a:gdLst>
                  <a:gd name="connsiteX0" fmla="*/ 15542 w 221751"/>
                  <a:gd name="connsiteY0" fmla="*/ 12495 h 44808"/>
                  <a:gd name="connsiteX1" fmla="*/ 221751 w 221751"/>
                  <a:gd name="connsiteY1" fmla="*/ 0 h 44808"/>
                  <a:gd name="connsiteX2" fmla="*/ 17326 w 221751"/>
                  <a:gd name="connsiteY2" fmla="*/ 41430 h 44808"/>
                  <a:gd name="connsiteX3" fmla="*/ 15542 w 221751"/>
                  <a:gd name="connsiteY3" fmla="*/ 12495 h 44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751" h="44808">
                    <a:moveTo>
                      <a:pt x="15542" y="12495"/>
                    </a:moveTo>
                    <a:cubicBezTo>
                      <a:pt x="15542" y="12495"/>
                      <a:pt x="146689" y="30438"/>
                      <a:pt x="221751" y="0"/>
                    </a:cubicBezTo>
                    <a:cubicBezTo>
                      <a:pt x="221751" y="0"/>
                      <a:pt x="116815" y="59373"/>
                      <a:pt x="17326" y="41430"/>
                    </a:cubicBezTo>
                    <a:cubicBezTo>
                      <a:pt x="17326" y="41430"/>
                      <a:pt x="-20439" y="14092"/>
                      <a:pt x="15542" y="12495"/>
                    </a:cubicBezTo>
                    <a:close/>
                  </a:path>
                </a:pathLst>
              </a:custGeom>
              <a:solidFill>
                <a:srgbClr val="F4AD9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8" name="Forme libre : forme 1707">
                <a:extLst>
                  <a:ext uri="{FF2B5EF4-FFF2-40B4-BE49-F238E27FC236}">
                    <a16:creationId xmlns:a16="http://schemas.microsoft.com/office/drawing/2014/main" id="{7549BE15-14D1-4D10-B7A0-A5BA2E4CB40C}"/>
                  </a:ext>
                </a:extLst>
              </p:cNvPr>
              <p:cNvSpPr/>
              <p:nvPr/>
            </p:nvSpPr>
            <p:spPr>
              <a:xfrm>
                <a:off x="5815828" y="2189192"/>
                <a:ext cx="261125" cy="128663"/>
              </a:xfrm>
              <a:custGeom>
                <a:avLst/>
                <a:gdLst>
                  <a:gd name="connsiteX0" fmla="*/ 70768 w 261125"/>
                  <a:gd name="connsiteY0" fmla="*/ 19648 h 128663"/>
                  <a:gd name="connsiteX1" fmla="*/ 22574 w 261125"/>
                  <a:gd name="connsiteY1" fmla="*/ 48395 h 128663"/>
                  <a:gd name="connsiteX2" fmla="*/ 3691 w 261125"/>
                  <a:gd name="connsiteY2" fmla="*/ 81651 h 128663"/>
                  <a:gd name="connsiteX3" fmla="*/ 27 w 261125"/>
                  <a:gd name="connsiteY3" fmla="*/ 95461 h 128663"/>
                  <a:gd name="connsiteX4" fmla="*/ 6509 w 261125"/>
                  <a:gd name="connsiteY4" fmla="*/ 110023 h 128663"/>
                  <a:gd name="connsiteX5" fmla="*/ 28117 w 261125"/>
                  <a:gd name="connsiteY5" fmla="*/ 128436 h 128663"/>
                  <a:gd name="connsiteX6" fmla="*/ 51415 w 261125"/>
                  <a:gd name="connsiteY6" fmla="*/ 120263 h 128663"/>
                  <a:gd name="connsiteX7" fmla="*/ 113137 w 261125"/>
                  <a:gd name="connsiteY7" fmla="*/ 75921 h 128663"/>
                  <a:gd name="connsiteX8" fmla="*/ 150715 w 261125"/>
                  <a:gd name="connsiteY8" fmla="*/ 68405 h 128663"/>
                  <a:gd name="connsiteX9" fmla="*/ 191487 w 261125"/>
                  <a:gd name="connsiteY9" fmla="*/ 66714 h 128663"/>
                  <a:gd name="connsiteX10" fmla="*/ 224462 w 261125"/>
                  <a:gd name="connsiteY10" fmla="*/ 68499 h 128663"/>
                  <a:gd name="connsiteX11" fmla="*/ 257155 w 261125"/>
                  <a:gd name="connsiteY11" fmla="*/ 44637 h 128663"/>
                  <a:gd name="connsiteX12" fmla="*/ 256779 w 261125"/>
                  <a:gd name="connsiteY12" fmla="*/ 12508 h 128663"/>
                  <a:gd name="connsiteX13" fmla="*/ 223053 w 261125"/>
                  <a:gd name="connsiteY13" fmla="*/ 1798 h 128663"/>
                  <a:gd name="connsiteX14" fmla="*/ 172511 w 261125"/>
                  <a:gd name="connsiteY14" fmla="*/ 295 h 128663"/>
                  <a:gd name="connsiteX15" fmla="*/ 70768 w 261125"/>
                  <a:gd name="connsiteY15" fmla="*/ 19648 h 128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61125" h="128663">
                    <a:moveTo>
                      <a:pt x="70768" y="19648"/>
                    </a:moveTo>
                    <a:cubicBezTo>
                      <a:pt x="52918" y="25942"/>
                      <a:pt x="34975" y="34021"/>
                      <a:pt x="22574" y="48395"/>
                    </a:cubicBezTo>
                    <a:cubicBezTo>
                      <a:pt x="14213" y="58071"/>
                      <a:pt x="8858" y="70002"/>
                      <a:pt x="3691" y="81651"/>
                    </a:cubicBezTo>
                    <a:cubicBezTo>
                      <a:pt x="1718" y="86067"/>
                      <a:pt x="-255" y="90670"/>
                      <a:pt x="27" y="95461"/>
                    </a:cubicBezTo>
                    <a:cubicBezTo>
                      <a:pt x="403" y="100816"/>
                      <a:pt x="3503" y="105607"/>
                      <a:pt x="6509" y="110023"/>
                    </a:cubicBezTo>
                    <a:cubicBezTo>
                      <a:pt x="11958" y="118102"/>
                      <a:pt x="18534" y="126839"/>
                      <a:pt x="28117" y="128436"/>
                    </a:cubicBezTo>
                    <a:cubicBezTo>
                      <a:pt x="36478" y="129751"/>
                      <a:pt x="44557" y="125148"/>
                      <a:pt x="51415" y="120263"/>
                    </a:cubicBezTo>
                    <a:cubicBezTo>
                      <a:pt x="71989" y="105326"/>
                      <a:pt x="89369" y="85033"/>
                      <a:pt x="113137" y="75921"/>
                    </a:cubicBezTo>
                    <a:cubicBezTo>
                      <a:pt x="125068" y="71317"/>
                      <a:pt x="138033" y="69814"/>
                      <a:pt x="150715" y="68405"/>
                    </a:cubicBezTo>
                    <a:cubicBezTo>
                      <a:pt x="164243" y="66902"/>
                      <a:pt x="177959" y="65587"/>
                      <a:pt x="191487" y="66714"/>
                    </a:cubicBezTo>
                    <a:cubicBezTo>
                      <a:pt x="202479" y="67654"/>
                      <a:pt x="213565" y="70190"/>
                      <a:pt x="224462" y="68499"/>
                    </a:cubicBezTo>
                    <a:cubicBezTo>
                      <a:pt x="238366" y="66432"/>
                      <a:pt x="250955" y="57226"/>
                      <a:pt x="257155" y="44637"/>
                    </a:cubicBezTo>
                    <a:cubicBezTo>
                      <a:pt x="262134" y="34585"/>
                      <a:pt x="262886" y="21902"/>
                      <a:pt x="256779" y="12508"/>
                    </a:cubicBezTo>
                    <a:cubicBezTo>
                      <a:pt x="248794" y="201"/>
                      <a:pt x="235454" y="2925"/>
                      <a:pt x="223053" y="1798"/>
                    </a:cubicBezTo>
                    <a:cubicBezTo>
                      <a:pt x="206237" y="295"/>
                      <a:pt x="189421" y="-457"/>
                      <a:pt x="172511" y="295"/>
                    </a:cubicBezTo>
                    <a:cubicBezTo>
                      <a:pt x="137938" y="1610"/>
                      <a:pt x="103461" y="8186"/>
                      <a:pt x="70768" y="19648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9" name="Forme libre : forme 1708">
                <a:extLst>
                  <a:ext uri="{FF2B5EF4-FFF2-40B4-BE49-F238E27FC236}">
                    <a16:creationId xmlns:a16="http://schemas.microsoft.com/office/drawing/2014/main" id="{222FE282-E6D1-4F16-A46D-C1BEB37A2DAA}"/>
                  </a:ext>
                </a:extLst>
              </p:cNvPr>
              <p:cNvSpPr/>
              <p:nvPr/>
            </p:nvSpPr>
            <p:spPr>
              <a:xfrm>
                <a:off x="5416489" y="743109"/>
                <a:ext cx="419485" cy="401937"/>
              </a:xfrm>
              <a:custGeom>
                <a:avLst/>
                <a:gdLst>
                  <a:gd name="connsiteX0" fmla="*/ 400493 w 419485"/>
                  <a:gd name="connsiteY0" fmla="*/ 27335 h 401937"/>
                  <a:gd name="connsiteX1" fmla="*/ 364418 w 419485"/>
                  <a:gd name="connsiteY1" fmla="*/ 17095 h 401937"/>
                  <a:gd name="connsiteX2" fmla="*/ 260608 w 419485"/>
                  <a:gd name="connsiteY2" fmla="*/ 467 h 401937"/>
                  <a:gd name="connsiteX3" fmla="*/ 142237 w 419485"/>
                  <a:gd name="connsiteY3" fmla="*/ 49788 h 401937"/>
                  <a:gd name="connsiteX4" fmla="*/ 97707 w 419485"/>
                  <a:gd name="connsiteY4" fmla="*/ 85393 h 401937"/>
                  <a:gd name="connsiteX5" fmla="*/ 31006 w 419485"/>
                  <a:gd name="connsiteY5" fmla="*/ 217668 h 401937"/>
                  <a:gd name="connsiteX6" fmla="*/ 4 w 419485"/>
                  <a:gd name="connsiteY6" fmla="*/ 363659 h 401937"/>
                  <a:gd name="connsiteX7" fmla="*/ 10244 w 419485"/>
                  <a:gd name="connsiteY7" fmla="*/ 398043 h 401937"/>
                  <a:gd name="connsiteX8" fmla="*/ 20296 w 419485"/>
                  <a:gd name="connsiteY8" fmla="*/ 401707 h 401937"/>
                  <a:gd name="connsiteX9" fmla="*/ 28376 w 419485"/>
                  <a:gd name="connsiteY9" fmla="*/ 391279 h 401937"/>
                  <a:gd name="connsiteX10" fmla="*/ 102311 w 419485"/>
                  <a:gd name="connsiteY10" fmla="*/ 202073 h 401937"/>
                  <a:gd name="connsiteX11" fmla="*/ 259481 w 419485"/>
                  <a:gd name="connsiteY11" fmla="*/ 84172 h 401937"/>
                  <a:gd name="connsiteX12" fmla="*/ 351735 w 419485"/>
                  <a:gd name="connsiteY12" fmla="*/ 80884 h 401937"/>
                  <a:gd name="connsiteX13" fmla="*/ 416182 w 419485"/>
                  <a:gd name="connsiteY13" fmla="*/ 55613 h 401937"/>
                  <a:gd name="connsiteX14" fmla="*/ 400493 w 419485"/>
                  <a:gd name="connsiteY14" fmla="*/ 27335 h 40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9485" h="401937">
                    <a:moveTo>
                      <a:pt x="400493" y="27335"/>
                    </a:moveTo>
                    <a:cubicBezTo>
                      <a:pt x="388468" y="23953"/>
                      <a:pt x="376443" y="20477"/>
                      <a:pt x="364418" y="17095"/>
                    </a:cubicBezTo>
                    <a:cubicBezTo>
                      <a:pt x="330504" y="7419"/>
                      <a:pt x="295744" y="-2258"/>
                      <a:pt x="260608" y="467"/>
                    </a:cubicBezTo>
                    <a:cubicBezTo>
                      <a:pt x="217488" y="3849"/>
                      <a:pt x="178030" y="25644"/>
                      <a:pt x="142237" y="49788"/>
                    </a:cubicBezTo>
                    <a:cubicBezTo>
                      <a:pt x="126455" y="60404"/>
                      <a:pt x="110954" y="71771"/>
                      <a:pt x="97707" y="85393"/>
                    </a:cubicBezTo>
                    <a:cubicBezTo>
                      <a:pt x="63042" y="121186"/>
                      <a:pt x="46319" y="170320"/>
                      <a:pt x="31006" y="217668"/>
                    </a:cubicBezTo>
                    <a:cubicBezTo>
                      <a:pt x="15599" y="265204"/>
                      <a:pt x="380" y="313680"/>
                      <a:pt x="4" y="363659"/>
                    </a:cubicBezTo>
                    <a:cubicBezTo>
                      <a:pt x="-90" y="375966"/>
                      <a:pt x="1226" y="389588"/>
                      <a:pt x="10244" y="398043"/>
                    </a:cubicBezTo>
                    <a:cubicBezTo>
                      <a:pt x="12969" y="400579"/>
                      <a:pt x="16727" y="402646"/>
                      <a:pt x="20296" y="401707"/>
                    </a:cubicBezTo>
                    <a:cubicBezTo>
                      <a:pt x="24712" y="400579"/>
                      <a:pt x="26873" y="395600"/>
                      <a:pt x="28376" y="391279"/>
                    </a:cubicBezTo>
                    <a:cubicBezTo>
                      <a:pt x="50641" y="327208"/>
                      <a:pt x="67927" y="260601"/>
                      <a:pt x="102311" y="202073"/>
                    </a:cubicBezTo>
                    <a:cubicBezTo>
                      <a:pt x="136695" y="143545"/>
                      <a:pt x="192216" y="92721"/>
                      <a:pt x="259481" y="84172"/>
                    </a:cubicBezTo>
                    <a:cubicBezTo>
                      <a:pt x="290013" y="80320"/>
                      <a:pt x="321203" y="85299"/>
                      <a:pt x="351735" y="80884"/>
                    </a:cubicBezTo>
                    <a:cubicBezTo>
                      <a:pt x="374752" y="77596"/>
                      <a:pt x="397017" y="68859"/>
                      <a:pt x="416182" y="55613"/>
                    </a:cubicBezTo>
                    <a:cubicBezTo>
                      <a:pt x="425952" y="48849"/>
                      <a:pt x="412048" y="30623"/>
                      <a:pt x="400493" y="27335"/>
                    </a:cubicBezTo>
                    <a:close/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0" name="Forme libre : forme 1709">
                <a:extLst>
                  <a:ext uri="{FF2B5EF4-FFF2-40B4-BE49-F238E27FC236}">
                    <a16:creationId xmlns:a16="http://schemas.microsoft.com/office/drawing/2014/main" id="{E0B79BBE-0368-4A18-9C62-8FEA415151B3}"/>
                  </a:ext>
                </a:extLst>
              </p:cNvPr>
              <p:cNvSpPr/>
              <p:nvPr/>
            </p:nvSpPr>
            <p:spPr>
              <a:xfrm>
                <a:off x="5261672" y="2355769"/>
                <a:ext cx="347581" cy="363098"/>
              </a:xfrm>
              <a:custGeom>
                <a:avLst/>
                <a:gdLst>
                  <a:gd name="connsiteX0" fmla="*/ 337827 w 347581"/>
                  <a:gd name="connsiteY0" fmla="*/ 0 h 363098"/>
                  <a:gd name="connsiteX1" fmla="*/ 300249 w 347581"/>
                  <a:gd name="connsiteY1" fmla="*/ 170605 h 363098"/>
                  <a:gd name="connsiteX2" fmla="*/ 196721 w 347581"/>
                  <a:gd name="connsiteY2" fmla="*/ 251491 h 363098"/>
                  <a:gd name="connsiteX3" fmla="*/ 135093 w 347581"/>
                  <a:gd name="connsiteY3" fmla="*/ 286439 h 363098"/>
                  <a:gd name="connsiteX4" fmla="*/ 0 w 347581"/>
                  <a:gd name="connsiteY4" fmla="*/ 363098 h 363098"/>
                  <a:gd name="connsiteX5" fmla="*/ 75532 w 347581"/>
                  <a:gd name="connsiteY5" fmla="*/ 332942 h 363098"/>
                  <a:gd name="connsiteX6" fmla="*/ 274038 w 347581"/>
                  <a:gd name="connsiteY6" fmla="*/ 239279 h 363098"/>
                  <a:gd name="connsiteX7" fmla="*/ 309925 w 347581"/>
                  <a:gd name="connsiteY7" fmla="*/ 217953 h 363098"/>
                  <a:gd name="connsiteX8" fmla="*/ 343745 w 347581"/>
                  <a:gd name="connsiteY8" fmla="*/ 139509 h 363098"/>
                  <a:gd name="connsiteX9" fmla="*/ 343088 w 347581"/>
                  <a:gd name="connsiteY9" fmla="*/ 23392 h 36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7581" h="363098">
                    <a:moveTo>
                      <a:pt x="337827" y="0"/>
                    </a:moveTo>
                    <a:cubicBezTo>
                      <a:pt x="336700" y="59091"/>
                      <a:pt x="334257" y="122223"/>
                      <a:pt x="300249" y="170605"/>
                    </a:cubicBezTo>
                    <a:cubicBezTo>
                      <a:pt x="274884" y="206773"/>
                      <a:pt x="235145" y="229696"/>
                      <a:pt x="196721" y="251491"/>
                    </a:cubicBezTo>
                    <a:cubicBezTo>
                      <a:pt x="176147" y="263140"/>
                      <a:pt x="155573" y="274790"/>
                      <a:pt x="135093" y="286439"/>
                    </a:cubicBezTo>
                    <a:cubicBezTo>
                      <a:pt x="90093" y="311992"/>
                      <a:pt x="45000" y="337545"/>
                      <a:pt x="0" y="363098"/>
                    </a:cubicBezTo>
                    <a:cubicBezTo>
                      <a:pt x="26211" y="356146"/>
                      <a:pt x="50918" y="344497"/>
                      <a:pt x="75532" y="332942"/>
                    </a:cubicBezTo>
                    <a:cubicBezTo>
                      <a:pt x="141669" y="301752"/>
                      <a:pt x="207901" y="270468"/>
                      <a:pt x="274038" y="239279"/>
                    </a:cubicBezTo>
                    <a:cubicBezTo>
                      <a:pt x="286627" y="233360"/>
                      <a:pt x="299497" y="227254"/>
                      <a:pt x="309925" y="217953"/>
                    </a:cubicBezTo>
                    <a:cubicBezTo>
                      <a:pt x="331626" y="198600"/>
                      <a:pt x="339800" y="168350"/>
                      <a:pt x="343745" y="139509"/>
                    </a:cubicBezTo>
                    <a:cubicBezTo>
                      <a:pt x="349100" y="101085"/>
                      <a:pt x="348819" y="61816"/>
                      <a:pt x="343088" y="23392"/>
                    </a:cubicBezTo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1" name="Forme libre : forme 1710">
                <a:extLst>
                  <a:ext uri="{FF2B5EF4-FFF2-40B4-BE49-F238E27FC236}">
                    <a16:creationId xmlns:a16="http://schemas.microsoft.com/office/drawing/2014/main" id="{5E01F4F5-C159-4E39-B3E4-2C608A0D9725}"/>
                  </a:ext>
                </a:extLst>
              </p:cNvPr>
              <p:cNvSpPr/>
              <p:nvPr/>
            </p:nvSpPr>
            <p:spPr>
              <a:xfrm>
                <a:off x="5663288" y="2307294"/>
                <a:ext cx="613837" cy="155524"/>
              </a:xfrm>
              <a:custGeom>
                <a:avLst/>
                <a:gdLst>
                  <a:gd name="connsiteX0" fmla="*/ 0 w 613837"/>
                  <a:gd name="connsiteY0" fmla="*/ 10522 h 155524"/>
                  <a:gd name="connsiteX1" fmla="*/ 613838 w 613837"/>
                  <a:gd name="connsiteY1" fmla="*/ 0 h 155524"/>
                  <a:gd name="connsiteX2" fmla="*/ 0 w 613837"/>
                  <a:gd name="connsiteY2" fmla="*/ 10522 h 155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3837" h="155524">
                    <a:moveTo>
                      <a:pt x="0" y="10522"/>
                    </a:moveTo>
                    <a:cubicBezTo>
                      <a:pt x="0" y="10522"/>
                      <a:pt x="301470" y="257786"/>
                      <a:pt x="613838" y="0"/>
                    </a:cubicBezTo>
                    <a:cubicBezTo>
                      <a:pt x="613838" y="0"/>
                      <a:pt x="342055" y="342806"/>
                      <a:pt x="0" y="10522"/>
                    </a:cubicBezTo>
                    <a:close/>
                  </a:path>
                </a:pathLst>
              </a:custGeom>
              <a:solidFill>
                <a:srgbClr val="F4AD9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2" name="Forme libre : forme 1711">
                <a:extLst>
                  <a:ext uri="{FF2B5EF4-FFF2-40B4-BE49-F238E27FC236}">
                    <a16:creationId xmlns:a16="http://schemas.microsoft.com/office/drawing/2014/main" id="{9FADB85E-DCC3-492A-B854-131819BE3A17}"/>
                  </a:ext>
                </a:extLst>
              </p:cNvPr>
              <p:cNvSpPr/>
              <p:nvPr/>
            </p:nvSpPr>
            <p:spPr>
              <a:xfrm>
                <a:off x="6049591" y="1759687"/>
                <a:ext cx="82539" cy="106089"/>
              </a:xfrm>
              <a:custGeom>
                <a:avLst/>
                <a:gdLst>
                  <a:gd name="connsiteX0" fmla="*/ 71492 w 82539"/>
                  <a:gd name="connsiteY0" fmla="*/ 0 h 106089"/>
                  <a:gd name="connsiteX1" fmla="*/ 0 w 82539"/>
                  <a:gd name="connsiteY1" fmla="*/ 106064 h 106089"/>
                  <a:gd name="connsiteX2" fmla="*/ 71492 w 82539"/>
                  <a:gd name="connsiteY2" fmla="*/ 0 h 106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39" h="106089">
                    <a:moveTo>
                      <a:pt x="71492" y="0"/>
                    </a:moveTo>
                    <a:cubicBezTo>
                      <a:pt x="71492" y="0"/>
                      <a:pt x="107286" y="74311"/>
                      <a:pt x="0" y="106064"/>
                    </a:cubicBezTo>
                    <a:cubicBezTo>
                      <a:pt x="0" y="106064"/>
                      <a:pt x="118559" y="110574"/>
                      <a:pt x="71492" y="0"/>
                    </a:cubicBezTo>
                    <a:close/>
                  </a:path>
                </a:pathLst>
              </a:custGeom>
              <a:solidFill>
                <a:srgbClr val="F4AD9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3" name="Forme libre : forme 1712">
                <a:extLst>
                  <a:ext uri="{FF2B5EF4-FFF2-40B4-BE49-F238E27FC236}">
                    <a16:creationId xmlns:a16="http://schemas.microsoft.com/office/drawing/2014/main" id="{87DD40EE-CBA8-429C-B8FD-E2C319539745}"/>
                  </a:ext>
                </a:extLst>
              </p:cNvPr>
              <p:cNvSpPr/>
              <p:nvPr/>
            </p:nvSpPr>
            <p:spPr>
              <a:xfrm>
                <a:off x="5802337" y="1759781"/>
                <a:ext cx="63230" cy="101839"/>
              </a:xfrm>
              <a:custGeom>
                <a:avLst/>
                <a:gdLst>
                  <a:gd name="connsiteX0" fmla="*/ 63215 w 63230"/>
                  <a:gd name="connsiteY0" fmla="*/ 101837 h 101839"/>
                  <a:gd name="connsiteX1" fmla="*/ 6190 w 63230"/>
                  <a:gd name="connsiteY1" fmla="*/ 0 h 101839"/>
                  <a:gd name="connsiteX2" fmla="*/ 63215 w 63230"/>
                  <a:gd name="connsiteY2" fmla="*/ 101837 h 101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230" h="101839">
                    <a:moveTo>
                      <a:pt x="63215" y="101837"/>
                    </a:moveTo>
                    <a:cubicBezTo>
                      <a:pt x="64530" y="102118"/>
                      <a:pt x="-14666" y="84457"/>
                      <a:pt x="6190" y="0"/>
                    </a:cubicBezTo>
                    <a:cubicBezTo>
                      <a:pt x="6190" y="-94"/>
                      <a:pt x="-27724" y="85208"/>
                      <a:pt x="63215" y="101837"/>
                    </a:cubicBezTo>
                    <a:close/>
                  </a:path>
                </a:pathLst>
              </a:custGeom>
              <a:solidFill>
                <a:srgbClr val="F4AD9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4" name="Forme libre : forme 1713">
                <a:extLst>
                  <a:ext uri="{FF2B5EF4-FFF2-40B4-BE49-F238E27FC236}">
                    <a16:creationId xmlns:a16="http://schemas.microsoft.com/office/drawing/2014/main" id="{24584FF5-4B3F-4EA4-8CC2-D34D99595648}"/>
                  </a:ext>
                </a:extLst>
              </p:cNvPr>
              <p:cNvSpPr/>
              <p:nvPr/>
            </p:nvSpPr>
            <p:spPr>
              <a:xfrm>
                <a:off x="5435847" y="504822"/>
                <a:ext cx="494169" cy="292020"/>
              </a:xfrm>
              <a:custGeom>
                <a:avLst/>
                <a:gdLst>
                  <a:gd name="connsiteX0" fmla="*/ 277232 w 494169"/>
                  <a:gd name="connsiteY0" fmla="*/ 185674 h 292020"/>
                  <a:gd name="connsiteX1" fmla="*/ 162149 w 494169"/>
                  <a:gd name="connsiteY1" fmla="*/ 212167 h 292020"/>
                  <a:gd name="connsiteX2" fmla="*/ 45094 w 494169"/>
                  <a:gd name="connsiteY2" fmla="*/ 292020 h 292020"/>
                  <a:gd name="connsiteX3" fmla="*/ 219644 w 494169"/>
                  <a:gd name="connsiteY3" fmla="*/ 182762 h 292020"/>
                  <a:gd name="connsiteX4" fmla="*/ 340645 w 494169"/>
                  <a:gd name="connsiteY4" fmla="*/ 183514 h 292020"/>
                  <a:gd name="connsiteX5" fmla="*/ 190051 w 494169"/>
                  <a:gd name="connsiteY5" fmla="*/ 179568 h 292020"/>
                  <a:gd name="connsiteX6" fmla="*/ 52703 w 494169"/>
                  <a:gd name="connsiteY6" fmla="*/ 245048 h 292020"/>
                  <a:gd name="connsiteX7" fmla="*/ 128235 w 494169"/>
                  <a:gd name="connsiteY7" fmla="*/ 181353 h 292020"/>
                  <a:gd name="connsiteX8" fmla="*/ 224247 w 494169"/>
                  <a:gd name="connsiteY8" fmla="*/ 152606 h 292020"/>
                  <a:gd name="connsiteX9" fmla="*/ 100709 w 494169"/>
                  <a:gd name="connsiteY9" fmla="*/ 176468 h 292020"/>
                  <a:gd name="connsiteX10" fmla="*/ 121565 w 494169"/>
                  <a:gd name="connsiteY10" fmla="*/ 153733 h 292020"/>
                  <a:gd name="connsiteX11" fmla="*/ 205176 w 494169"/>
                  <a:gd name="connsiteY11" fmla="*/ 110894 h 292020"/>
                  <a:gd name="connsiteX12" fmla="*/ 0 w 494169"/>
                  <a:gd name="connsiteY12" fmla="*/ 242041 h 292020"/>
                  <a:gd name="connsiteX13" fmla="*/ 53830 w 494169"/>
                  <a:gd name="connsiteY13" fmla="*/ 168482 h 292020"/>
                  <a:gd name="connsiteX14" fmla="*/ 133684 w 494169"/>
                  <a:gd name="connsiteY14" fmla="*/ 105445 h 292020"/>
                  <a:gd name="connsiteX15" fmla="*/ 35605 w 494169"/>
                  <a:gd name="connsiteY15" fmla="*/ 161436 h 292020"/>
                  <a:gd name="connsiteX16" fmla="*/ 210907 w 494169"/>
                  <a:gd name="connsiteY16" fmla="*/ 31041 h 292020"/>
                  <a:gd name="connsiteX17" fmla="*/ 477147 w 494169"/>
                  <a:gd name="connsiteY17" fmla="*/ 2575 h 292020"/>
                  <a:gd name="connsiteX18" fmla="*/ 142703 w 494169"/>
                  <a:gd name="connsiteY18" fmla="*/ 101405 h 292020"/>
                  <a:gd name="connsiteX19" fmla="*/ 288882 w 494169"/>
                  <a:gd name="connsiteY19" fmla="*/ 52460 h 292020"/>
                  <a:gd name="connsiteX20" fmla="*/ 424257 w 494169"/>
                  <a:gd name="connsiteY20" fmla="*/ 37805 h 292020"/>
                  <a:gd name="connsiteX21" fmla="*/ 191836 w 494169"/>
                  <a:gd name="connsiteY21" fmla="*/ 96990 h 292020"/>
                  <a:gd name="connsiteX22" fmla="*/ 271502 w 494169"/>
                  <a:gd name="connsiteY22" fmla="*/ 84401 h 292020"/>
                  <a:gd name="connsiteX23" fmla="*/ 228475 w 494169"/>
                  <a:gd name="connsiteY23" fmla="*/ 101312 h 292020"/>
                  <a:gd name="connsiteX24" fmla="*/ 272911 w 494169"/>
                  <a:gd name="connsiteY24" fmla="*/ 95393 h 292020"/>
                  <a:gd name="connsiteX25" fmla="*/ 200761 w 494169"/>
                  <a:gd name="connsiteY25" fmla="*/ 131280 h 292020"/>
                  <a:gd name="connsiteX26" fmla="*/ 438724 w 494169"/>
                  <a:gd name="connsiteY26" fmla="*/ 108357 h 292020"/>
                  <a:gd name="connsiteX27" fmla="*/ 239090 w 494169"/>
                  <a:gd name="connsiteY27" fmla="*/ 149036 h 292020"/>
                  <a:gd name="connsiteX28" fmla="*/ 347409 w 494169"/>
                  <a:gd name="connsiteY28" fmla="*/ 140769 h 292020"/>
                  <a:gd name="connsiteX29" fmla="*/ 281272 w 494169"/>
                  <a:gd name="connsiteY29" fmla="*/ 148848 h 292020"/>
                  <a:gd name="connsiteX30" fmla="*/ 341209 w 494169"/>
                  <a:gd name="connsiteY30" fmla="*/ 149505 h 292020"/>
                  <a:gd name="connsiteX31" fmla="*/ 397482 w 494169"/>
                  <a:gd name="connsiteY31" fmla="*/ 165664 h 292020"/>
                  <a:gd name="connsiteX32" fmla="*/ 342336 w 494169"/>
                  <a:gd name="connsiteY32" fmla="*/ 171113 h 292020"/>
                  <a:gd name="connsiteX33" fmla="*/ 410634 w 494169"/>
                  <a:gd name="connsiteY33" fmla="*/ 186050 h 292020"/>
                  <a:gd name="connsiteX34" fmla="*/ 372680 w 494169"/>
                  <a:gd name="connsiteY34" fmla="*/ 190653 h 292020"/>
                  <a:gd name="connsiteX35" fmla="*/ 494152 w 494169"/>
                  <a:gd name="connsiteY35" fmla="*/ 258670 h 292020"/>
                  <a:gd name="connsiteX36" fmla="*/ 277232 w 494169"/>
                  <a:gd name="connsiteY36" fmla="*/ 185674 h 29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94169" h="292020">
                    <a:moveTo>
                      <a:pt x="277232" y="185674"/>
                    </a:moveTo>
                    <a:cubicBezTo>
                      <a:pt x="237681" y="185486"/>
                      <a:pt x="199445" y="198921"/>
                      <a:pt x="162149" y="212167"/>
                    </a:cubicBezTo>
                    <a:cubicBezTo>
                      <a:pt x="116398" y="228419"/>
                      <a:pt x="66325" y="248430"/>
                      <a:pt x="45094" y="292020"/>
                    </a:cubicBezTo>
                    <a:cubicBezTo>
                      <a:pt x="78914" y="229641"/>
                      <a:pt x="150218" y="196854"/>
                      <a:pt x="219644" y="182762"/>
                    </a:cubicBezTo>
                    <a:cubicBezTo>
                      <a:pt x="259570" y="174683"/>
                      <a:pt x="301752" y="171489"/>
                      <a:pt x="340645" y="183514"/>
                    </a:cubicBezTo>
                    <a:cubicBezTo>
                      <a:pt x="295458" y="158900"/>
                      <a:pt x="240030" y="167731"/>
                      <a:pt x="190051" y="179568"/>
                    </a:cubicBezTo>
                    <a:cubicBezTo>
                      <a:pt x="139884" y="191405"/>
                      <a:pt x="87557" y="207094"/>
                      <a:pt x="52703" y="245048"/>
                    </a:cubicBezTo>
                    <a:cubicBezTo>
                      <a:pt x="69613" y="216113"/>
                      <a:pt x="97797" y="195257"/>
                      <a:pt x="128235" y="181353"/>
                    </a:cubicBezTo>
                    <a:cubicBezTo>
                      <a:pt x="158673" y="167449"/>
                      <a:pt x="191648" y="160027"/>
                      <a:pt x="224247" y="152606"/>
                    </a:cubicBezTo>
                    <a:cubicBezTo>
                      <a:pt x="181972" y="148378"/>
                      <a:pt x="138381" y="156739"/>
                      <a:pt x="100709" y="176468"/>
                    </a:cubicBezTo>
                    <a:cubicBezTo>
                      <a:pt x="102118" y="165946"/>
                      <a:pt x="112264" y="159088"/>
                      <a:pt x="121565" y="153733"/>
                    </a:cubicBezTo>
                    <a:cubicBezTo>
                      <a:pt x="148715" y="138138"/>
                      <a:pt x="176617" y="123858"/>
                      <a:pt x="205176" y="110894"/>
                    </a:cubicBezTo>
                    <a:cubicBezTo>
                      <a:pt x="121941" y="121510"/>
                      <a:pt x="44530" y="171019"/>
                      <a:pt x="0" y="242041"/>
                    </a:cubicBezTo>
                    <a:cubicBezTo>
                      <a:pt x="6952" y="211979"/>
                      <a:pt x="30532" y="188775"/>
                      <a:pt x="53830" y="168482"/>
                    </a:cubicBezTo>
                    <a:cubicBezTo>
                      <a:pt x="79384" y="146217"/>
                      <a:pt x="106064" y="125174"/>
                      <a:pt x="133684" y="105445"/>
                    </a:cubicBezTo>
                    <a:cubicBezTo>
                      <a:pt x="96669" y="114652"/>
                      <a:pt x="62379" y="134286"/>
                      <a:pt x="35605" y="161436"/>
                    </a:cubicBezTo>
                    <a:cubicBezTo>
                      <a:pt x="90845" y="113524"/>
                      <a:pt x="143924" y="60445"/>
                      <a:pt x="210907" y="31041"/>
                    </a:cubicBezTo>
                    <a:cubicBezTo>
                      <a:pt x="293391" y="-5222"/>
                      <a:pt x="387148" y="-1652"/>
                      <a:pt x="477147" y="2575"/>
                    </a:cubicBezTo>
                    <a:cubicBezTo>
                      <a:pt x="358871" y="-3156"/>
                      <a:pt x="238903" y="32262"/>
                      <a:pt x="142703" y="101405"/>
                    </a:cubicBezTo>
                    <a:cubicBezTo>
                      <a:pt x="190615" y="82710"/>
                      <a:pt x="239372" y="66364"/>
                      <a:pt x="288882" y="52460"/>
                    </a:cubicBezTo>
                    <a:cubicBezTo>
                      <a:pt x="332942" y="40059"/>
                      <a:pt x="379163" y="29631"/>
                      <a:pt x="424257" y="37805"/>
                    </a:cubicBezTo>
                    <a:cubicBezTo>
                      <a:pt x="343651" y="32168"/>
                      <a:pt x="265959" y="64861"/>
                      <a:pt x="191836" y="96990"/>
                    </a:cubicBezTo>
                    <a:cubicBezTo>
                      <a:pt x="216825" y="86468"/>
                      <a:pt x="244445" y="82053"/>
                      <a:pt x="271502" y="84401"/>
                    </a:cubicBezTo>
                    <a:cubicBezTo>
                      <a:pt x="256658" y="88723"/>
                      <a:pt x="242284" y="94360"/>
                      <a:pt x="228475" y="101312"/>
                    </a:cubicBezTo>
                    <a:cubicBezTo>
                      <a:pt x="243318" y="99339"/>
                      <a:pt x="258161" y="97366"/>
                      <a:pt x="272911" y="95393"/>
                    </a:cubicBezTo>
                    <a:cubicBezTo>
                      <a:pt x="248861" y="107324"/>
                      <a:pt x="224811" y="119349"/>
                      <a:pt x="200761" y="131280"/>
                    </a:cubicBezTo>
                    <a:cubicBezTo>
                      <a:pt x="276763" y="103566"/>
                      <a:pt x="360468" y="87877"/>
                      <a:pt x="438724" y="108357"/>
                    </a:cubicBezTo>
                    <a:cubicBezTo>
                      <a:pt x="370614" y="110988"/>
                      <a:pt x="302879" y="124798"/>
                      <a:pt x="239090" y="149036"/>
                    </a:cubicBezTo>
                    <a:cubicBezTo>
                      <a:pt x="274226" y="139359"/>
                      <a:pt x="311240" y="136541"/>
                      <a:pt x="347409" y="140769"/>
                    </a:cubicBezTo>
                    <a:cubicBezTo>
                      <a:pt x="325238" y="142460"/>
                      <a:pt x="303161" y="145184"/>
                      <a:pt x="281272" y="148848"/>
                    </a:cubicBezTo>
                    <a:cubicBezTo>
                      <a:pt x="300812" y="153263"/>
                      <a:pt x="321199" y="150069"/>
                      <a:pt x="341209" y="149505"/>
                    </a:cubicBezTo>
                    <a:cubicBezTo>
                      <a:pt x="361219" y="148942"/>
                      <a:pt x="383015" y="151854"/>
                      <a:pt x="397482" y="165664"/>
                    </a:cubicBezTo>
                    <a:cubicBezTo>
                      <a:pt x="378975" y="166040"/>
                      <a:pt x="360561" y="167825"/>
                      <a:pt x="342336" y="171113"/>
                    </a:cubicBezTo>
                    <a:cubicBezTo>
                      <a:pt x="365729" y="172052"/>
                      <a:pt x="389027" y="177125"/>
                      <a:pt x="410634" y="186050"/>
                    </a:cubicBezTo>
                    <a:cubicBezTo>
                      <a:pt x="398046" y="188305"/>
                      <a:pt x="385457" y="189808"/>
                      <a:pt x="372680" y="190653"/>
                    </a:cubicBezTo>
                    <a:cubicBezTo>
                      <a:pt x="392127" y="189432"/>
                      <a:pt x="495749" y="239881"/>
                      <a:pt x="494152" y="258670"/>
                    </a:cubicBezTo>
                    <a:cubicBezTo>
                      <a:pt x="418808" y="242605"/>
                      <a:pt x="357649" y="186144"/>
                      <a:pt x="277232" y="185674"/>
                    </a:cubicBezTo>
                    <a:close/>
                  </a:path>
                </a:pathLst>
              </a:custGeom>
              <a:solidFill>
                <a:srgbClr val="C99D97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5" name="Forme libre : forme 1714">
                <a:extLst>
                  <a:ext uri="{FF2B5EF4-FFF2-40B4-BE49-F238E27FC236}">
                    <a16:creationId xmlns:a16="http://schemas.microsoft.com/office/drawing/2014/main" id="{1A7CDE30-C5B1-4AC5-BE6A-E59F18BB90A1}"/>
                  </a:ext>
                </a:extLst>
              </p:cNvPr>
              <p:cNvSpPr/>
              <p:nvPr/>
            </p:nvSpPr>
            <p:spPr>
              <a:xfrm>
                <a:off x="5984186" y="504822"/>
                <a:ext cx="494263" cy="292020"/>
              </a:xfrm>
              <a:custGeom>
                <a:avLst/>
                <a:gdLst>
                  <a:gd name="connsiteX0" fmla="*/ 217032 w 494263"/>
                  <a:gd name="connsiteY0" fmla="*/ 185674 h 292020"/>
                  <a:gd name="connsiteX1" fmla="*/ 332115 w 494263"/>
                  <a:gd name="connsiteY1" fmla="*/ 212167 h 292020"/>
                  <a:gd name="connsiteX2" fmla="*/ 449170 w 494263"/>
                  <a:gd name="connsiteY2" fmla="*/ 292020 h 292020"/>
                  <a:gd name="connsiteX3" fmla="*/ 274620 w 494263"/>
                  <a:gd name="connsiteY3" fmla="*/ 182762 h 292020"/>
                  <a:gd name="connsiteX4" fmla="*/ 153619 w 494263"/>
                  <a:gd name="connsiteY4" fmla="*/ 183514 h 292020"/>
                  <a:gd name="connsiteX5" fmla="*/ 304213 w 494263"/>
                  <a:gd name="connsiteY5" fmla="*/ 179568 h 292020"/>
                  <a:gd name="connsiteX6" fmla="*/ 441561 w 494263"/>
                  <a:gd name="connsiteY6" fmla="*/ 245048 h 292020"/>
                  <a:gd name="connsiteX7" fmla="*/ 366029 w 494263"/>
                  <a:gd name="connsiteY7" fmla="*/ 181353 h 292020"/>
                  <a:gd name="connsiteX8" fmla="*/ 270017 w 494263"/>
                  <a:gd name="connsiteY8" fmla="*/ 152606 h 292020"/>
                  <a:gd name="connsiteX9" fmla="*/ 393555 w 494263"/>
                  <a:gd name="connsiteY9" fmla="*/ 176468 h 292020"/>
                  <a:gd name="connsiteX10" fmla="*/ 372699 w 494263"/>
                  <a:gd name="connsiteY10" fmla="*/ 153733 h 292020"/>
                  <a:gd name="connsiteX11" fmla="*/ 289088 w 494263"/>
                  <a:gd name="connsiteY11" fmla="*/ 110894 h 292020"/>
                  <a:gd name="connsiteX12" fmla="*/ 494264 w 494263"/>
                  <a:gd name="connsiteY12" fmla="*/ 242041 h 292020"/>
                  <a:gd name="connsiteX13" fmla="*/ 440433 w 494263"/>
                  <a:gd name="connsiteY13" fmla="*/ 168482 h 292020"/>
                  <a:gd name="connsiteX14" fmla="*/ 360580 w 494263"/>
                  <a:gd name="connsiteY14" fmla="*/ 105445 h 292020"/>
                  <a:gd name="connsiteX15" fmla="*/ 458659 w 494263"/>
                  <a:gd name="connsiteY15" fmla="*/ 161436 h 292020"/>
                  <a:gd name="connsiteX16" fmla="*/ 283357 w 494263"/>
                  <a:gd name="connsiteY16" fmla="*/ 31041 h 292020"/>
                  <a:gd name="connsiteX17" fmla="*/ 17116 w 494263"/>
                  <a:gd name="connsiteY17" fmla="*/ 2575 h 292020"/>
                  <a:gd name="connsiteX18" fmla="*/ 351561 w 494263"/>
                  <a:gd name="connsiteY18" fmla="*/ 101405 h 292020"/>
                  <a:gd name="connsiteX19" fmla="*/ 205382 w 494263"/>
                  <a:gd name="connsiteY19" fmla="*/ 52460 h 292020"/>
                  <a:gd name="connsiteX20" fmla="*/ 70007 w 494263"/>
                  <a:gd name="connsiteY20" fmla="*/ 37805 h 292020"/>
                  <a:gd name="connsiteX21" fmla="*/ 302428 w 494263"/>
                  <a:gd name="connsiteY21" fmla="*/ 96990 h 292020"/>
                  <a:gd name="connsiteX22" fmla="*/ 222762 w 494263"/>
                  <a:gd name="connsiteY22" fmla="*/ 84401 h 292020"/>
                  <a:gd name="connsiteX23" fmla="*/ 265789 w 494263"/>
                  <a:gd name="connsiteY23" fmla="*/ 101312 h 292020"/>
                  <a:gd name="connsiteX24" fmla="*/ 221353 w 494263"/>
                  <a:gd name="connsiteY24" fmla="*/ 95393 h 292020"/>
                  <a:gd name="connsiteX25" fmla="*/ 293503 w 494263"/>
                  <a:gd name="connsiteY25" fmla="*/ 131280 h 292020"/>
                  <a:gd name="connsiteX26" fmla="*/ 55540 w 494263"/>
                  <a:gd name="connsiteY26" fmla="*/ 108357 h 292020"/>
                  <a:gd name="connsiteX27" fmla="*/ 255173 w 494263"/>
                  <a:gd name="connsiteY27" fmla="*/ 149036 h 292020"/>
                  <a:gd name="connsiteX28" fmla="*/ 146855 w 494263"/>
                  <a:gd name="connsiteY28" fmla="*/ 140769 h 292020"/>
                  <a:gd name="connsiteX29" fmla="*/ 212992 w 494263"/>
                  <a:gd name="connsiteY29" fmla="*/ 148848 h 292020"/>
                  <a:gd name="connsiteX30" fmla="*/ 153055 w 494263"/>
                  <a:gd name="connsiteY30" fmla="*/ 149505 h 292020"/>
                  <a:gd name="connsiteX31" fmla="*/ 96688 w 494263"/>
                  <a:gd name="connsiteY31" fmla="*/ 165664 h 292020"/>
                  <a:gd name="connsiteX32" fmla="*/ 151834 w 494263"/>
                  <a:gd name="connsiteY32" fmla="*/ 171113 h 292020"/>
                  <a:gd name="connsiteX33" fmla="*/ 83535 w 494263"/>
                  <a:gd name="connsiteY33" fmla="*/ 186050 h 292020"/>
                  <a:gd name="connsiteX34" fmla="*/ 121489 w 494263"/>
                  <a:gd name="connsiteY34" fmla="*/ 190653 h 292020"/>
                  <a:gd name="connsiteX35" fmla="*/ 18 w 494263"/>
                  <a:gd name="connsiteY35" fmla="*/ 258670 h 292020"/>
                  <a:gd name="connsiteX36" fmla="*/ 217032 w 494263"/>
                  <a:gd name="connsiteY36" fmla="*/ 185674 h 29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94263" h="292020">
                    <a:moveTo>
                      <a:pt x="217032" y="185674"/>
                    </a:moveTo>
                    <a:cubicBezTo>
                      <a:pt x="256583" y="185486"/>
                      <a:pt x="294818" y="198921"/>
                      <a:pt x="332115" y="212167"/>
                    </a:cubicBezTo>
                    <a:cubicBezTo>
                      <a:pt x="377866" y="228419"/>
                      <a:pt x="427939" y="248430"/>
                      <a:pt x="449170" y="292020"/>
                    </a:cubicBezTo>
                    <a:cubicBezTo>
                      <a:pt x="415350" y="229641"/>
                      <a:pt x="344046" y="196854"/>
                      <a:pt x="274620" y="182762"/>
                    </a:cubicBezTo>
                    <a:cubicBezTo>
                      <a:pt x="234693" y="174683"/>
                      <a:pt x="192512" y="171489"/>
                      <a:pt x="153619" y="183514"/>
                    </a:cubicBezTo>
                    <a:cubicBezTo>
                      <a:pt x="198806" y="158900"/>
                      <a:pt x="254234" y="167731"/>
                      <a:pt x="304213" y="179568"/>
                    </a:cubicBezTo>
                    <a:cubicBezTo>
                      <a:pt x="354380" y="191405"/>
                      <a:pt x="406707" y="207094"/>
                      <a:pt x="441561" y="245048"/>
                    </a:cubicBezTo>
                    <a:cubicBezTo>
                      <a:pt x="424650" y="216113"/>
                      <a:pt x="396467" y="195257"/>
                      <a:pt x="366029" y="181353"/>
                    </a:cubicBezTo>
                    <a:cubicBezTo>
                      <a:pt x="335591" y="167449"/>
                      <a:pt x="302616" y="160027"/>
                      <a:pt x="270017" y="152606"/>
                    </a:cubicBezTo>
                    <a:cubicBezTo>
                      <a:pt x="312292" y="148378"/>
                      <a:pt x="355883" y="156739"/>
                      <a:pt x="393555" y="176468"/>
                    </a:cubicBezTo>
                    <a:cubicBezTo>
                      <a:pt x="392145" y="165946"/>
                      <a:pt x="382000" y="159088"/>
                      <a:pt x="372699" y="153733"/>
                    </a:cubicBezTo>
                    <a:cubicBezTo>
                      <a:pt x="345549" y="138138"/>
                      <a:pt x="317647" y="123858"/>
                      <a:pt x="289088" y="110894"/>
                    </a:cubicBezTo>
                    <a:cubicBezTo>
                      <a:pt x="372323" y="121510"/>
                      <a:pt x="449734" y="171019"/>
                      <a:pt x="494264" y="242041"/>
                    </a:cubicBezTo>
                    <a:cubicBezTo>
                      <a:pt x="487312" y="211979"/>
                      <a:pt x="463732" y="188775"/>
                      <a:pt x="440433" y="168482"/>
                    </a:cubicBezTo>
                    <a:cubicBezTo>
                      <a:pt x="414880" y="146217"/>
                      <a:pt x="388200" y="125174"/>
                      <a:pt x="360580" y="105445"/>
                    </a:cubicBezTo>
                    <a:cubicBezTo>
                      <a:pt x="397594" y="114652"/>
                      <a:pt x="431884" y="134286"/>
                      <a:pt x="458659" y="161436"/>
                    </a:cubicBezTo>
                    <a:cubicBezTo>
                      <a:pt x="403419" y="113524"/>
                      <a:pt x="350340" y="60445"/>
                      <a:pt x="283357" y="31041"/>
                    </a:cubicBezTo>
                    <a:cubicBezTo>
                      <a:pt x="200873" y="-5222"/>
                      <a:pt x="107116" y="-1652"/>
                      <a:pt x="17116" y="2575"/>
                    </a:cubicBezTo>
                    <a:cubicBezTo>
                      <a:pt x="135393" y="-3156"/>
                      <a:pt x="255361" y="32262"/>
                      <a:pt x="351561" y="101405"/>
                    </a:cubicBezTo>
                    <a:cubicBezTo>
                      <a:pt x="303649" y="82710"/>
                      <a:pt x="254892" y="66364"/>
                      <a:pt x="205382" y="52460"/>
                    </a:cubicBezTo>
                    <a:cubicBezTo>
                      <a:pt x="161322" y="40059"/>
                      <a:pt x="115101" y="29631"/>
                      <a:pt x="70007" y="37805"/>
                    </a:cubicBezTo>
                    <a:cubicBezTo>
                      <a:pt x="150612" y="32168"/>
                      <a:pt x="228305" y="64861"/>
                      <a:pt x="302428" y="96990"/>
                    </a:cubicBezTo>
                    <a:cubicBezTo>
                      <a:pt x="277438" y="86468"/>
                      <a:pt x="249819" y="82053"/>
                      <a:pt x="222762" y="84401"/>
                    </a:cubicBezTo>
                    <a:cubicBezTo>
                      <a:pt x="237606" y="88723"/>
                      <a:pt x="251979" y="94360"/>
                      <a:pt x="265789" y="101312"/>
                    </a:cubicBezTo>
                    <a:cubicBezTo>
                      <a:pt x="250946" y="99339"/>
                      <a:pt x="236103" y="97366"/>
                      <a:pt x="221353" y="95393"/>
                    </a:cubicBezTo>
                    <a:cubicBezTo>
                      <a:pt x="245403" y="107324"/>
                      <a:pt x="269453" y="119349"/>
                      <a:pt x="293503" y="131280"/>
                    </a:cubicBezTo>
                    <a:cubicBezTo>
                      <a:pt x="217501" y="103566"/>
                      <a:pt x="133796" y="87877"/>
                      <a:pt x="55540" y="108357"/>
                    </a:cubicBezTo>
                    <a:cubicBezTo>
                      <a:pt x="123650" y="110988"/>
                      <a:pt x="191385" y="124798"/>
                      <a:pt x="255173" y="149036"/>
                    </a:cubicBezTo>
                    <a:cubicBezTo>
                      <a:pt x="220038" y="139359"/>
                      <a:pt x="183023" y="136541"/>
                      <a:pt x="146855" y="140769"/>
                    </a:cubicBezTo>
                    <a:cubicBezTo>
                      <a:pt x="169026" y="142460"/>
                      <a:pt x="191103" y="145184"/>
                      <a:pt x="212992" y="148848"/>
                    </a:cubicBezTo>
                    <a:cubicBezTo>
                      <a:pt x="193451" y="153263"/>
                      <a:pt x="173065" y="150069"/>
                      <a:pt x="153055" y="149505"/>
                    </a:cubicBezTo>
                    <a:cubicBezTo>
                      <a:pt x="133045" y="148942"/>
                      <a:pt x="111249" y="151854"/>
                      <a:pt x="96688" y="165664"/>
                    </a:cubicBezTo>
                    <a:cubicBezTo>
                      <a:pt x="115195" y="166040"/>
                      <a:pt x="133608" y="167825"/>
                      <a:pt x="151834" y="171113"/>
                    </a:cubicBezTo>
                    <a:cubicBezTo>
                      <a:pt x="128441" y="172052"/>
                      <a:pt x="105143" y="177125"/>
                      <a:pt x="83535" y="186050"/>
                    </a:cubicBezTo>
                    <a:cubicBezTo>
                      <a:pt x="96124" y="188305"/>
                      <a:pt x="108713" y="189808"/>
                      <a:pt x="121489" y="190653"/>
                    </a:cubicBezTo>
                    <a:cubicBezTo>
                      <a:pt x="102043" y="189432"/>
                      <a:pt x="-1579" y="239881"/>
                      <a:pt x="18" y="258670"/>
                    </a:cubicBezTo>
                    <a:cubicBezTo>
                      <a:pt x="75362" y="242605"/>
                      <a:pt x="136615" y="186144"/>
                      <a:pt x="217032" y="185674"/>
                    </a:cubicBezTo>
                    <a:close/>
                  </a:path>
                </a:pathLst>
              </a:custGeom>
              <a:solidFill>
                <a:srgbClr val="C99D97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19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5294657" y="2435530"/>
              <a:ext cx="352501" cy="1327379"/>
              <a:chOff x="5049647" y="1284280"/>
              <a:chExt cx="473013" cy="1781178"/>
            </a:xfrm>
            <a:solidFill>
              <a:schemeClr val="accent1"/>
            </a:solidFill>
          </p:grpSpPr>
          <p:sp>
            <p:nvSpPr>
              <p:cNvPr id="2020" name="Forme libre : forme 2019">
                <a:extLst>
                  <a:ext uri="{FF2B5EF4-FFF2-40B4-BE49-F238E27FC236}">
                    <a16:creationId xmlns:a16="http://schemas.microsoft.com/office/drawing/2014/main" id="{AD8393D3-AFB4-40F0-9C08-701DCEBEDFA7}"/>
                  </a:ext>
                </a:extLst>
              </p:cNvPr>
              <p:cNvSpPr/>
              <p:nvPr/>
            </p:nvSpPr>
            <p:spPr>
              <a:xfrm>
                <a:off x="5049647" y="1284280"/>
                <a:ext cx="473002" cy="1781178"/>
              </a:xfrm>
              <a:custGeom>
                <a:avLst/>
                <a:gdLst>
                  <a:gd name="connsiteX0" fmla="*/ 456940 w 473002"/>
                  <a:gd name="connsiteY0" fmla="*/ 1360934 h 1781178"/>
                  <a:gd name="connsiteX1" fmla="*/ 453088 w 473002"/>
                  <a:gd name="connsiteY1" fmla="*/ 1432426 h 1781178"/>
                  <a:gd name="connsiteX2" fmla="*/ 383287 w 473002"/>
                  <a:gd name="connsiteY2" fmla="*/ 1754189 h 1781178"/>
                  <a:gd name="connsiteX3" fmla="*/ 82381 w 473002"/>
                  <a:gd name="connsiteY3" fmla="*/ 1762550 h 1781178"/>
                  <a:gd name="connsiteX4" fmla="*/ 108121 w 473002"/>
                  <a:gd name="connsiteY4" fmla="*/ 1475172 h 1781178"/>
                  <a:gd name="connsiteX5" fmla="*/ 85481 w 473002"/>
                  <a:gd name="connsiteY5" fmla="*/ 1286154 h 1781178"/>
                  <a:gd name="connsiteX6" fmla="*/ 37099 w 473002"/>
                  <a:gd name="connsiteY6" fmla="*/ 1044809 h 1781178"/>
                  <a:gd name="connsiteX7" fmla="*/ 14458 w 473002"/>
                  <a:gd name="connsiteY7" fmla="*/ 915164 h 1781178"/>
                  <a:gd name="connsiteX8" fmla="*/ 5909 w 473002"/>
                  <a:gd name="connsiteY8" fmla="*/ 797263 h 1781178"/>
                  <a:gd name="connsiteX9" fmla="*/ 108967 w 473002"/>
                  <a:gd name="connsiteY9" fmla="*/ 602045 h 1781178"/>
                  <a:gd name="connsiteX10" fmla="*/ 182338 w 473002"/>
                  <a:gd name="connsiteY10" fmla="*/ 394332 h 1781178"/>
                  <a:gd name="connsiteX11" fmla="*/ 241712 w 473002"/>
                  <a:gd name="connsiteY11" fmla="*/ 183425 h 1781178"/>
                  <a:gd name="connsiteX12" fmla="*/ 268298 w 473002"/>
                  <a:gd name="connsiteY12" fmla="*/ 117851 h 1781178"/>
                  <a:gd name="connsiteX13" fmla="*/ 296951 w 473002"/>
                  <a:gd name="connsiteY13" fmla="*/ 1265 h 1781178"/>
                  <a:gd name="connsiteX14" fmla="*/ 315177 w 473002"/>
                  <a:gd name="connsiteY14" fmla="*/ 11129 h 1781178"/>
                  <a:gd name="connsiteX15" fmla="*/ 359989 w 473002"/>
                  <a:gd name="connsiteY15" fmla="*/ 76703 h 1781178"/>
                  <a:gd name="connsiteX16" fmla="*/ 392775 w 473002"/>
                  <a:gd name="connsiteY16" fmla="*/ 168300 h 1781178"/>
                  <a:gd name="connsiteX17" fmla="*/ 378214 w 473002"/>
                  <a:gd name="connsiteY17" fmla="*/ 283852 h 1781178"/>
                  <a:gd name="connsiteX18" fmla="*/ 373517 w 473002"/>
                  <a:gd name="connsiteY18" fmla="*/ 445250 h 1781178"/>
                  <a:gd name="connsiteX19" fmla="*/ 354258 w 473002"/>
                  <a:gd name="connsiteY19" fmla="*/ 529049 h 1781178"/>
                  <a:gd name="connsiteX20" fmla="*/ 339133 w 473002"/>
                  <a:gd name="connsiteY20" fmla="*/ 641502 h 1781178"/>
                  <a:gd name="connsiteX21" fmla="*/ 326638 w 473002"/>
                  <a:gd name="connsiteY21" fmla="*/ 744090 h 1781178"/>
                  <a:gd name="connsiteX22" fmla="*/ 361022 w 473002"/>
                  <a:gd name="connsiteY22" fmla="*/ 858609 h 1781178"/>
                  <a:gd name="connsiteX23" fmla="*/ 361868 w 473002"/>
                  <a:gd name="connsiteY23" fmla="*/ 893933 h 1781178"/>
                  <a:gd name="connsiteX24" fmla="*/ 417483 w 473002"/>
                  <a:gd name="connsiteY24" fmla="*/ 1041614 h 1781178"/>
                  <a:gd name="connsiteX25" fmla="*/ 472911 w 473002"/>
                  <a:gd name="connsiteY25" fmla="*/ 1243127 h 1781178"/>
                  <a:gd name="connsiteX26" fmla="*/ 456940 w 473002"/>
                  <a:gd name="connsiteY26" fmla="*/ 1360934 h 1781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73002" h="1781178">
                    <a:moveTo>
                      <a:pt x="456940" y="1360934"/>
                    </a:moveTo>
                    <a:cubicBezTo>
                      <a:pt x="459101" y="1380005"/>
                      <a:pt x="458443" y="1403022"/>
                      <a:pt x="453088" y="1432426"/>
                    </a:cubicBezTo>
                    <a:cubicBezTo>
                      <a:pt x="436930" y="1520453"/>
                      <a:pt x="403579" y="1588657"/>
                      <a:pt x="383287" y="1754189"/>
                    </a:cubicBezTo>
                    <a:cubicBezTo>
                      <a:pt x="381784" y="1766590"/>
                      <a:pt x="163549" y="1803134"/>
                      <a:pt x="82381" y="1762550"/>
                    </a:cubicBezTo>
                    <a:cubicBezTo>
                      <a:pt x="82381" y="1762550"/>
                      <a:pt x="108121" y="1510307"/>
                      <a:pt x="108121" y="1475172"/>
                    </a:cubicBezTo>
                    <a:cubicBezTo>
                      <a:pt x="108121" y="1440036"/>
                      <a:pt x="101076" y="1354922"/>
                      <a:pt x="85481" y="1286154"/>
                    </a:cubicBezTo>
                    <a:cubicBezTo>
                      <a:pt x="69886" y="1217386"/>
                      <a:pt x="44051" y="1077596"/>
                      <a:pt x="37099" y="1044809"/>
                    </a:cubicBezTo>
                    <a:cubicBezTo>
                      <a:pt x="30053" y="1012022"/>
                      <a:pt x="21504" y="933859"/>
                      <a:pt x="14458" y="915164"/>
                    </a:cubicBezTo>
                    <a:cubicBezTo>
                      <a:pt x="7412" y="896375"/>
                      <a:pt x="-8652" y="831553"/>
                      <a:pt x="5909" y="797263"/>
                    </a:cubicBezTo>
                    <a:cubicBezTo>
                      <a:pt x="23383" y="756115"/>
                      <a:pt x="88675" y="672316"/>
                      <a:pt x="108967" y="602045"/>
                    </a:cubicBezTo>
                    <a:cubicBezTo>
                      <a:pt x="129259" y="531774"/>
                      <a:pt x="165240" y="433319"/>
                      <a:pt x="182338" y="394332"/>
                    </a:cubicBezTo>
                    <a:cubicBezTo>
                      <a:pt x="199436" y="355345"/>
                      <a:pt x="230720" y="216306"/>
                      <a:pt x="241712" y="183425"/>
                    </a:cubicBezTo>
                    <a:cubicBezTo>
                      <a:pt x="252609" y="150638"/>
                      <a:pt x="258903" y="127152"/>
                      <a:pt x="268298" y="117851"/>
                    </a:cubicBezTo>
                    <a:cubicBezTo>
                      <a:pt x="268298" y="117851"/>
                      <a:pt x="291691" y="6902"/>
                      <a:pt x="296951" y="1265"/>
                    </a:cubicBezTo>
                    <a:cubicBezTo>
                      <a:pt x="302118" y="-4465"/>
                      <a:pt x="315177" y="11129"/>
                      <a:pt x="315177" y="11129"/>
                    </a:cubicBezTo>
                    <a:cubicBezTo>
                      <a:pt x="315177" y="11129"/>
                      <a:pt x="365719" y="-2962"/>
                      <a:pt x="359989" y="76703"/>
                    </a:cubicBezTo>
                    <a:cubicBezTo>
                      <a:pt x="359989" y="76703"/>
                      <a:pt x="406867" y="95492"/>
                      <a:pt x="392775" y="168300"/>
                    </a:cubicBezTo>
                    <a:cubicBezTo>
                      <a:pt x="378684" y="241201"/>
                      <a:pt x="378214" y="283852"/>
                      <a:pt x="378214" y="283852"/>
                    </a:cubicBezTo>
                    <a:cubicBezTo>
                      <a:pt x="378214" y="283852"/>
                      <a:pt x="402640" y="330731"/>
                      <a:pt x="373517" y="445250"/>
                    </a:cubicBezTo>
                    <a:cubicBezTo>
                      <a:pt x="368256" y="465824"/>
                      <a:pt x="357922" y="504624"/>
                      <a:pt x="354258" y="529049"/>
                    </a:cubicBezTo>
                    <a:cubicBezTo>
                      <a:pt x="350594" y="553475"/>
                      <a:pt x="339133" y="623277"/>
                      <a:pt x="339133" y="641502"/>
                    </a:cubicBezTo>
                    <a:cubicBezTo>
                      <a:pt x="339133" y="659727"/>
                      <a:pt x="326638" y="744090"/>
                      <a:pt x="326638" y="744090"/>
                    </a:cubicBezTo>
                    <a:cubicBezTo>
                      <a:pt x="326638" y="744090"/>
                      <a:pt x="362525" y="819622"/>
                      <a:pt x="361022" y="858609"/>
                    </a:cubicBezTo>
                    <a:cubicBezTo>
                      <a:pt x="360552" y="869695"/>
                      <a:pt x="361116" y="881908"/>
                      <a:pt x="361868" y="893933"/>
                    </a:cubicBezTo>
                    <a:cubicBezTo>
                      <a:pt x="361868" y="893933"/>
                      <a:pt x="407337" y="1011082"/>
                      <a:pt x="417483" y="1041614"/>
                    </a:cubicBezTo>
                    <a:cubicBezTo>
                      <a:pt x="427629" y="1072147"/>
                      <a:pt x="471407" y="1202543"/>
                      <a:pt x="472911" y="1243127"/>
                    </a:cubicBezTo>
                    <a:cubicBezTo>
                      <a:pt x="474414" y="1283805"/>
                      <a:pt x="456940" y="1360934"/>
                      <a:pt x="456940" y="1360934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1" name="Forme libre : forme 2020">
                <a:extLst>
                  <a:ext uri="{FF2B5EF4-FFF2-40B4-BE49-F238E27FC236}">
                    <a16:creationId xmlns:a16="http://schemas.microsoft.com/office/drawing/2014/main" id="{080688F1-1597-4A4E-BBCE-55C92AA41F6D}"/>
                  </a:ext>
                </a:extLst>
              </p:cNvPr>
              <p:cNvSpPr/>
              <p:nvPr/>
            </p:nvSpPr>
            <p:spPr>
              <a:xfrm>
                <a:off x="5405972" y="2217388"/>
                <a:ext cx="94227" cy="397200"/>
              </a:xfrm>
              <a:custGeom>
                <a:avLst/>
                <a:gdLst>
                  <a:gd name="connsiteX0" fmla="*/ 7704 w 94227"/>
                  <a:gd name="connsiteY0" fmla="*/ 0 h 397200"/>
                  <a:gd name="connsiteX1" fmla="*/ 7892 w 94227"/>
                  <a:gd name="connsiteY1" fmla="*/ 13810 h 397200"/>
                  <a:gd name="connsiteX2" fmla="*/ 6764 w 94227"/>
                  <a:gd name="connsiteY2" fmla="*/ 20762 h 397200"/>
                  <a:gd name="connsiteX3" fmla="*/ 2819 w 94227"/>
                  <a:gd name="connsiteY3" fmla="*/ 27150 h 397200"/>
                  <a:gd name="connsiteX4" fmla="*/ 2912 w 94227"/>
                  <a:gd name="connsiteY4" fmla="*/ 25083 h 397200"/>
                  <a:gd name="connsiteX5" fmla="*/ 28278 w 94227"/>
                  <a:gd name="connsiteY5" fmla="*/ 66983 h 397200"/>
                  <a:gd name="connsiteX6" fmla="*/ 33163 w 94227"/>
                  <a:gd name="connsiteY6" fmla="*/ 91221 h 397200"/>
                  <a:gd name="connsiteX7" fmla="*/ 34948 w 94227"/>
                  <a:gd name="connsiteY7" fmla="*/ 115365 h 397200"/>
                  <a:gd name="connsiteX8" fmla="*/ 48006 w 94227"/>
                  <a:gd name="connsiteY8" fmla="*/ 210719 h 397200"/>
                  <a:gd name="connsiteX9" fmla="*/ 65104 w 94227"/>
                  <a:gd name="connsiteY9" fmla="*/ 305604 h 397200"/>
                  <a:gd name="connsiteX10" fmla="*/ 77599 w 94227"/>
                  <a:gd name="connsiteY10" fmla="*/ 351731 h 397200"/>
                  <a:gd name="connsiteX11" fmla="*/ 94227 w 94227"/>
                  <a:gd name="connsiteY11" fmla="*/ 397200 h 397200"/>
                  <a:gd name="connsiteX12" fmla="*/ 73653 w 94227"/>
                  <a:gd name="connsiteY12" fmla="*/ 353516 h 397200"/>
                  <a:gd name="connsiteX13" fmla="*/ 58434 w 94227"/>
                  <a:gd name="connsiteY13" fmla="*/ 307201 h 397200"/>
                  <a:gd name="connsiteX14" fmla="*/ 38799 w 94227"/>
                  <a:gd name="connsiteY14" fmla="*/ 212222 h 397200"/>
                  <a:gd name="connsiteX15" fmla="*/ 26868 w 94227"/>
                  <a:gd name="connsiteY15" fmla="*/ 115928 h 397200"/>
                  <a:gd name="connsiteX16" fmla="*/ 26117 w 94227"/>
                  <a:gd name="connsiteY16" fmla="*/ 91785 h 397200"/>
                  <a:gd name="connsiteX17" fmla="*/ 22641 w 94227"/>
                  <a:gd name="connsiteY17" fmla="*/ 68486 h 397200"/>
                  <a:gd name="connsiteX18" fmla="*/ 1221 w 94227"/>
                  <a:gd name="connsiteY18" fmla="*/ 27056 h 397200"/>
                  <a:gd name="connsiteX19" fmla="*/ 0 w 94227"/>
                  <a:gd name="connsiteY19" fmla="*/ 25835 h 397200"/>
                  <a:gd name="connsiteX20" fmla="*/ 1315 w 94227"/>
                  <a:gd name="connsiteY20" fmla="*/ 24989 h 397200"/>
                  <a:gd name="connsiteX21" fmla="*/ 6388 w 94227"/>
                  <a:gd name="connsiteY21" fmla="*/ 13622 h 397200"/>
                  <a:gd name="connsiteX22" fmla="*/ 7704 w 94227"/>
                  <a:gd name="connsiteY22" fmla="*/ 0 h 39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4227" h="397200">
                    <a:moveTo>
                      <a:pt x="7704" y="0"/>
                    </a:moveTo>
                    <a:cubicBezTo>
                      <a:pt x="7985" y="4603"/>
                      <a:pt x="8173" y="9207"/>
                      <a:pt x="7892" y="13810"/>
                    </a:cubicBezTo>
                    <a:cubicBezTo>
                      <a:pt x="7704" y="16159"/>
                      <a:pt x="7422" y="18413"/>
                      <a:pt x="6764" y="20762"/>
                    </a:cubicBezTo>
                    <a:cubicBezTo>
                      <a:pt x="6107" y="23017"/>
                      <a:pt x="5073" y="25459"/>
                      <a:pt x="2819" y="27150"/>
                    </a:cubicBezTo>
                    <a:lnTo>
                      <a:pt x="2912" y="25083"/>
                    </a:lnTo>
                    <a:cubicBezTo>
                      <a:pt x="15595" y="36075"/>
                      <a:pt x="23393" y="51200"/>
                      <a:pt x="28278" y="66983"/>
                    </a:cubicBezTo>
                    <a:cubicBezTo>
                      <a:pt x="30626" y="74874"/>
                      <a:pt x="32129" y="83048"/>
                      <a:pt x="33163" y="91221"/>
                    </a:cubicBezTo>
                    <a:lnTo>
                      <a:pt x="34948" y="115365"/>
                    </a:lnTo>
                    <a:cubicBezTo>
                      <a:pt x="37860" y="147212"/>
                      <a:pt x="43027" y="179060"/>
                      <a:pt x="48006" y="210719"/>
                    </a:cubicBezTo>
                    <a:cubicBezTo>
                      <a:pt x="53267" y="242473"/>
                      <a:pt x="58810" y="274132"/>
                      <a:pt x="65104" y="305604"/>
                    </a:cubicBezTo>
                    <a:cubicBezTo>
                      <a:pt x="68392" y="321293"/>
                      <a:pt x="71586" y="336981"/>
                      <a:pt x="77599" y="351731"/>
                    </a:cubicBezTo>
                    <a:cubicBezTo>
                      <a:pt x="83423" y="366574"/>
                      <a:pt x="90469" y="381418"/>
                      <a:pt x="94227" y="397200"/>
                    </a:cubicBezTo>
                    <a:cubicBezTo>
                      <a:pt x="88591" y="382075"/>
                      <a:pt x="80887" y="367984"/>
                      <a:pt x="73653" y="353516"/>
                    </a:cubicBezTo>
                    <a:cubicBezTo>
                      <a:pt x="66419" y="338766"/>
                      <a:pt x="62568" y="322702"/>
                      <a:pt x="58434" y="307201"/>
                    </a:cubicBezTo>
                    <a:cubicBezTo>
                      <a:pt x="50261" y="275823"/>
                      <a:pt x="44342" y="244070"/>
                      <a:pt x="38799" y="212222"/>
                    </a:cubicBezTo>
                    <a:cubicBezTo>
                      <a:pt x="33633" y="180281"/>
                      <a:pt x="28841" y="148340"/>
                      <a:pt x="26868" y="115928"/>
                    </a:cubicBezTo>
                    <a:cubicBezTo>
                      <a:pt x="26305" y="107755"/>
                      <a:pt x="26493" y="99582"/>
                      <a:pt x="26117" y="91785"/>
                    </a:cubicBezTo>
                    <a:cubicBezTo>
                      <a:pt x="25553" y="83987"/>
                      <a:pt x="24520" y="76096"/>
                      <a:pt x="22641" y="68486"/>
                    </a:cubicBezTo>
                    <a:cubicBezTo>
                      <a:pt x="18601" y="53455"/>
                      <a:pt x="12119" y="38330"/>
                      <a:pt x="1221" y="27056"/>
                    </a:cubicBezTo>
                    <a:lnTo>
                      <a:pt x="0" y="25835"/>
                    </a:lnTo>
                    <a:lnTo>
                      <a:pt x="1315" y="24989"/>
                    </a:lnTo>
                    <a:cubicBezTo>
                      <a:pt x="4509" y="22923"/>
                      <a:pt x="5637" y="17944"/>
                      <a:pt x="6388" y="13622"/>
                    </a:cubicBezTo>
                    <a:cubicBezTo>
                      <a:pt x="7140" y="9113"/>
                      <a:pt x="7422" y="4603"/>
                      <a:pt x="770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2" name="Forme libre : forme 2021">
                <a:extLst>
                  <a:ext uri="{FF2B5EF4-FFF2-40B4-BE49-F238E27FC236}">
                    <a16:creationId xmlns:a16="http://schemas.microsoft.com/office/drawing/2014/main" id="{194BD9CC-6444-4AE2-BB58-939A9003FB69}"/>
                  </a:ext>
                </a:extLst>
              </p:cNvPr>
              <p:cNvSpPr/>
              <p:nvPr/>
            </p:nvSpPr>
            <p:spPr>
              <a:xfrm>
                <a:off x="5049647" y="1284280"/>
                <a:ext cx="473013" cy="1762550"/>
              </a:xfrm>
              <a:custGeom>
                <a:avLst/>
                <a:gdLst>
                  <a:gd name="connsiteX0" fmla="*/ 82381 w 473013"/>
                  <a:gd name="connsiteY0" fmla="*/ 1762550 h 1762550"/>
                  <a:gd name="connsiteX1" fmla="*/ 108121 w 473013"/>
                  <a:gd name="connsiteY1" fmla="*/ 1475172 h 1762550"/>
                  <a:gd name="connsiteX2" fmla="*/ 85481 w 473013"/>
                  <a:gd name="connsiteY2" fmla="*/ 1286154 h 1762550"/>
                  <a:gd name="connsiteX3" fmla="*/ 37099 w 473013"/>
                  <a:gd name="connsiteY3" fmla="*/ 1044809 h 1762550"/>
                  <a:gd name="connsiteX4" fmla="*/ 14458 w 473013"/>
                  <a:gd name="connsiteY4" fmla="*/ 915164 h 1762550"/>
                  <a:gd name="connsiteX5" fmla="*/ 5909 w 473013"/>
                  <a:gd name="connsiteY5" fmla="*/ 797263 h 1762550"/>
                  <a:gd name="connsiteX6" fmla="*/ 108967 w 473013"/>
                  <a:gd name="connsiteY6" fmla="*/ 602045 h 1762550"/>
                  <a:gd name="connsiteX7" fmla="*/ 182338 w 473013"/>
                  <a:gd name="connsiteY7" fmla="*/ 394332 h 1762550"/>
                  <a:gd name="connsiteX8" fmla="*/ 241712 w 473013"/>
                  <a:gd name="connsiteY8" fmla="*/ 183425 h 1762550"/>
                  <a:gd name="connsiteX9" fmla="*/ 268298 w 473013"/>
                  <a:gd name="connsiteY9" fmla="*/ 117851 h 1762550"/>
                  <a:gd name="connsiteX10" fmla="*/ 296951 w 473013"/>
                  <a:gd name="connsiteY10" fmla="*/ 1265 h 1762550"/>
                  <a:gd name="connsiteX11" fmla="*/ 315177 w 473013"/>
                  <a:gd name="connsiteY11" fmla="*/ 11129 h 1762550"/>
                  <a:gd name="connsiteX12" fmla="*/ 359989 w 473013"/>
                  <a:gd name="connsiteY12" fmla="*/ 76703 h 1762550"/>
                  <a:gd name="connsiteX13" fmla="*/ 392775 w 473013"/>
                  <a:gd name="connsiteY13" fmla="*/ 168300 h 1762550"/>
                  <a:gd name="connsiteX14" fmla="*/ 378214 w 473013"/>
                  <a:gd name="connsiteY14" fmla="*/ 283852 h 1762550"/>
                  <a:gd name="connsiteX15" fmla="*/ 373517 w 473013"/>
                  <a:gd name="connsiteY15" fmla="*/ 445250 h 1762550"/>
                  <a:gd name="connsiteX16" fmla="*/ 354258 w 473013"/>
                  <a:gd name="connsiteY16" fmla="*/ 529049 h 1762550"/>
                  <a:gd name="connsiteX17" fmla="*/ 339133 w 473013"/>
                  <a:gd name="connsiteY17" fmla="*/ 641502 h 1762550"/>
                  <a:gd name="connsiteX18" fmla="*/ 326638 w 473013"/>
                  <a:gd name="connsiteY18" fmla="*/ 744090 h 1762550"/>
                  <a:gd name="connsiteX19" fmla="*/ 361022 w 473013"/>
                  <a:gd name="connsiteY19" fmla="*/ 858609 h 1762550"/>
                  <a:gd name="connsiteX20" fmla="*/ 361868 w 473013"/>
                  <a:gd name="connsiteY20" fmla="*/ 893933 h 1762550"/>
                  <a:gd name="connsiteX21" fmla="*/ 417483 w 473013"/>
                  <a:gd name="connsiteY21" fmla="*/ 1041614 h 1762550"/>
                  <a:gd name="connsiteX22" fmla="*/ 472911 w 473013"/>
                  <a:gd name="connsiteY22" fmla="*/ 1243127 h 1762550"/>
                  <a:gd name="connsiteX23" fmla="*/ 456940 w 473013"/>
                  <a:gd name="connsiteY23" fmla="*/ 1360934 h 1762550"/>
                  <a:gd name="connsiteX24" fmla="*/ 453088 w 473013"/>
                  <a:gd name="connsiteY24" fmla="*/ 1432426 h 1762550"/>
                  <a:gd name="connsiteX25" fmla="*/ 383287 w 473013"/>
                  <a:gd name="connsiteY25" fmla="*/ 1754189 h 1762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73013" h="1762550">
                    <a:moveTo>
                      <a:pt x="82381" y="1762550"/>
                    </a:moveTo>
                    <a:cubicBezTo>
                      <a:pt x="82381" y="1762550"/>
                      <a:pt x="108121" y="1510307"/>
                      <a:pt x="108121" y="1475172"/>
                    </a:cubicBezTo>
                    <a:cubicBezTo>
                      <a:pt x="108121" y="1440036"/>
                      <a:pt x="101076" y="1354922"/>
                      <a:pt x="85481" y="1286154"/>
                    </a:cubicBezTo>
                    <a:cubicBezTo>
                      <a:pt x="69886" y="1217386"/>
                      <a:pt x="44051" y="1077596"/>
                      <a:pt x="37099" y="1044809"/>
                    </a:cubicBezTo>
                    <a:cubicBezTo>
                      <a:pt x="30053" y="1012022"/>
                      <a:pt x="21504" y="933859"/>
                      <a:pt x="14458" y="915164"/>
                    </a:cubicBezTo>
                    <a:cubicBezTo>
                      <a:pt x="7412" y="896375"/>
                      <a:pt x="-8652" y="831553"/>
                      <a:pt x="5909" y="797263"/>
                    </a:cubicBezTo>
                    <a:cubicBezTo>
                      <a:pt x="23383" y="756115"/>
                      <a:pt x="88675" y="672316"/>
                      <a:pt x="108967" y="602045"/>
                    </a:cubicBezTo>
                    <a:cubicBezTo>
                      <a:pt x="129259" y="531774"/>
                      <a:pt x="165240" y="433319"/>
                      <a:pt x="182338" y="394332"/>
                    </a:cubicBezTo>
                    <a:cubicBezTo>
                      <a:pt x="199436" y="355345"/>
                      <a:pt x="230720" y="216306"/>
                      <a:pt x="241712" y="183425"/>
                    </a:cubicBezTo>
                    <a:cubicBezTo>
                      <a:pt x="252609" y="150638"/>
                      <a:pt x="258903" y="127152"/>
                      <a:pt x="268298" y="117851"/>
                    </a:cubicBezTo>
                    <a:cubicBezTo>
                      <a:pt x="268298" y="117851"/>
                      <a:pt x="291691" y="6902"/>
                      <a:pt x="296951" y="1265"/>
                    </a:cubicBezTo>
                    <a:cubicBezTo>
                      <a:pt x="302118" y="-4465"/>
                      <a:pt x="315177" y="11129"/>
                      <a:pt x="315177" y="11129"/>
                    </a:cubicBezTo>
                    <a:cubicBezTo>
                      <a:pt x="315177" y="11129"/>
                      <a:pt x="365719" y="-2962"/>
                      <a:pt x="359989" y="76703"/>
                    </a:cubicBezTo>
                    <a:cubicBezTo>
                      <a:pt x="359989" y="76703"/>
                      <a:pt x="406867" y="95492"/>
                      <a:pt x="392775" y="168300"/>
                    </a:cubicBezTo>
                    <a:cubicBezTo>
                      <a:pt x="378684" y="241201"/>
                      <a:pt x="378214" y="283852"/>
                      <a:pt x="378214" y="283852"/>
                    </a:cubicBezTo>
                    <a:cubicBezTo>
                      <a:pt x="378214" y="283852"/>
                      <a:pt x="402640" y="330731"/>
                      <a:pt x="373517" y="445250"/>
                    </a:cubicBezTo>
                    <a:cubicBezTo>
                      <a:pt x="368256" y="465824"/>
                      <a:pt x="357922" y="504624"/>
                      <a:pt x="354258" y="529049"/>
                    </a:cubicBezTo>
                    <a:cubicBezTo>
                      <a:pt x="350594" y="553475"/>
                      <a:pt x="339133" y="623277"/>
                      <a:pt x="339133" y="641502"/>
                    </a:cubicBezTo>
                    <a:cubicBezTo>
                      <a:pt x="339133" y="659727"/>
                      <a:pt x="326638" y="744090"/>
                      <a:pt x="326638" y="744090"/>
                    </a:cubicBezTo>
                    <a:cubicBezTo>
                      <a:pt x="326638" y="744090"/>
                      <a:pt x="362525" y="819622"/>
                      <a:pt x="361022" y="858609"/>
                    </a:cubicBezTo>
                    <a:cubicBezTo>
                      <a:pt x="360552" y="869695"/>
                      <a:pt x="361116" y="881908"/>
                      <a:pt x="361868" y="893933"/>
                    </a:cubicBezTo>
                    <a:cubicBezTo>
                      <a:pt x="361868" y="893933"/>
                      <a:pt x="407337" y="1011082"/>
                      <a:pt x="417483" y="1041614"/>
                    </a:cubicBezTo>
                    <a:cubicBezTo>
                      <a:pt x="427629" y="1072147"/>
                      <a:pt x="471407" y="1202543"/>
                      <a:pt x="472911" y="1243127"/>
                    </a:cubicBezTo>
                    <a:cubicBezTo>
                      <a:pt x="474508" y="1283711"/>
                      <a:pt x="456940" y="1360934"/>
                      <a:pt x="456940" y="1360934"/>
                    </a:cubicBezTo>
                    <a:cubicBezTo>
                      <a:pt x="459101" y="1380005"/>
                      <a:pt x="458443" y="1403022"/>
                      <a:pt x="453088" y="1432426"/>
                    </a:cubicBezTo>
                    <a:cubicBezTo>
                      <a:pt x="436930" y="1520453"/>
                      <a:pt x="403579" y="1588657"/>
                      <a:pt x="383287" y="1754189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3" name="Forme libre : forme 2022">
                <a:extLst>
                  <a:ext uri="{FF2B5EF4-FFF2-40B4-BE49-F238E27FC236}">
                    <a16:creationId xmlns:a16="http://schemas.microsoft.com/office/drawing/2014/main" id="{328FE84B-4A46-4C60-B5CD-86C01B9866B2}"/>
                  </a:ext>
                </a:extLst>
              </p:cNvPr>
              <p:cNvSpPr/>
              <p:nvPr/>
            </p:nvSpPr>
            <p:spPr>
              <a:xfrm>
                <a:off x="5106704" y="1354371"/>
                <a:ext cx="302837" cy="851649"/>
              </a:xfrm>
              <a:custGeom>
                <a:avLst/>
                <a:gdLst>
                  <a:gd name="connsiteX0" fmla="*/ 302838 w 302837"/>
                  <a:gd name="connsiteY0" fmla="*/ 6519 h 851649"/>
                  <a:gd name="connsiteX1" fmla="*/ 294007 w 302837"/>
                  <a:gd name="connsiteY1" fmla="*/ 6519 h 851649"/>
                  <a:gd name="connsiteX2" fmla="*/ 272493 w 302837"/>
                  <a:gd name="connsiteY2" fmla="*/ 412 h 851649"/>
                  <a:gd name="connsiteX3" fmla="*/ 237358 w 302837"/>
                  <a:gd name="connsiteY3" fmla="*/ 109389 h 851649"/>
                  <a:gd name="connsiteX4" fmla="*/ 211147 w 302837"/>
                  <a:gd name="connsiteY4" fmla="*/ 184357 h 851649"/>
                  <a:gd name="connsiteX5" fmla="*/ 165490 w 302837"/>
                  <a:gd name="connsiteY5" fmla="*/ 331569 h 851649"/>
                  <a:gd name="connsiteX6" fmla="*/ 123684 w 302837"/>
                  <a:gd name="connsiteY6" fmla="*/ 443270 h 851649"/>
                  <a:gd name="connsiteX7" fmla="*/ 83475 w 302837"/>
                  <a:gd name="connsiteY7" fmla="*/ 561171 h 851649"/>
                  <a:gd name="connsiteX8" fmla="*/ 35094 w 302837"/>
                  <a:gd name="connsiteY8" fmla="*/ 696264 h 851649"/>
                  <a:gd name="connsiteX9" fmla="*/ 710 w 302837"/>
                  <a:gd name="connsiteY9" fmla="*/ 793498 h 851649"/>
                  <a:gd name="connsiteX10" fmla="*/ 710 w 302837"/>
                  <a:gd name="connsiteY10" fmla="*/ 851650 h 85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837" h="851649">
                    <a:moveTo>
                      <a:pt x="302838" y="6519"/>
                    </a:moveTo>
                    <a:lnTo>
                      <a:pt x="294007" y="6519"/>
                    </a:lnTo>
                    <a:cubicBezTo>
                      <a:pt x="294007" y="6519"/>
                      <a:pt x="278412" y="-1936"/>
                      <a:pt x="272493" y="412"/>
                    </a:cubicBezTo>
                    <a:cubicBezTo>
                      <a:pt x="266669" y="2761"/>
                      <a:pt x="242055" y="76602"/>
                      <a:pt x="237358" y="109389"/>
                    </a:cubicBezTo>
                    <a:cubicBezTo>
                      <a:pt x="237358" y="109389"/>
                      <a:pt x="221387" y="147248"/>
                      <a:pt x="211147" y="184357"/>
                    </a:cubicBezTo>
                    <a:cubicBezTo>
                      <a:pt x="201001" y="221465"/>
                      <a:pt x="173663" y="304607"/>
                      <a:pt x="165490" y="331569"/>
                    </a:cubicBezTo>
                    <a:cubicBezTo>
                      <a:pt x="157317" y="358531"/>
                      <a:pt x="134676" y="415932"/>
                      <a:pt x="123684" y="443270"/>
                    </a:cubicBezTo>
                    <a:cubicBezTo>
                      <a:pt x="112787" y="470608"/>
                      <a:pt x="90897" y="528760"/>
                      <a:pt x="83475" y="561171"/>
                    </a:cubicBezTo>
                    <a:cubicBezTo>
                      <a:pt x="76054" y="593582"/>
                      <a:pt x="45240" y="669772"/>
                      <a:pt x="35094" y="696264"/>
                    </a:cubicBezTo>
                    <a:cubicBezTo>
                      <a:pt x="24948" y="722851"/>
                      <a:pt x="2307" y="774802"/>
                      <a:pt x="710" y="793498"/>
                    </a:cubicBezTo>
                    <a:cubicBezTo>
                      <a:pt x="-887" y="812287"/>
                      <a:pt x="710" y="851650"/>
                      <a:pt x="710" y="851650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4" name="Forme libre : forme 2023">
                <a:extLst>
                  <a:ext uri="{FF2B5EF4-FFF2-40B4-BE49-F238E27FC236}">
                    <a16:creationId xmlns:a16="http://schemas.microsoft.com/office/drawing/2014/main" id="{B4B5B213-E429-41F8-9DAD-3644E862BA1E}"/>
                  </a:ext>
                </a:extLst>
              </p:cNvPr>
              <p:cNvSpPr/>
              <p:nvPr/>
            </p:nvSpPr>
            <p:spPr>
              <a:xfrm>
                <a:off x="5217518" y="1531631"/>
                <a:ext cx="210249" cy="547563"/>
              </a:xfrm>
              <a:custGeom>
                <a:avLst/>
                <a:gdLst>
                  <a:gd name="connsiteX0" fmla="*/ 210249 w 210249"/>
                  <a:gd name="connsiteY0" fmla="*/ 36502 h 547563"/>
                  <a:gd name="connsiteX1" fmla="*/ 173799 w 210249"/>
                  <a:gd name="connsiteY1" fmla="*/ 7097 h 547563"/>
                  <a:gd name="connsiteX2" fmla="*/ 140636 w 210249"/>
                  <a:gd name="connsiteY2" fmla="*/ 5500 h 547563"/>
                  <a:gd name="connsiteX3" fmla="*/ 121471 w 210249"/>
                  <a:gd name="connsiteY3" fmla="*/ 91836 h 547563"/>
                  <a:gd name="connsiteX4" fmla="*/ 96857 w 210249"/>
                  <a:gd name="connsiteY4" fmla="*/ 188693 h 547563"/>
                  <a:gd name="connsiteX5" fmla="*/ 59373 w 210249"/>
                  <a:gd name="connsiteY5" fmla="*/ 298421 h 547563"/>
                  <a:gd name="connsiteX6" fmla="*/ 12870 w 210249"/>
                  <a:gd name="connsiteY6" fmla="*/ 485842 h 547563"/>
                  <a:gd name="connsiteX7" fmla="*/ 0 w 210249"/>
                  <a:gd name="connsiteY7" fmla="*/ 547564 h 54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0249" h="547563">
                    <a:moveTo>
                      <a:pt x="210249" y="36502"/>
                    </a:moveTo>
                    <a:cubicBezTo>
                      <a:pt x="210249" y="36502"/>
                      <a:pt x="192964" y="10949"/>
                      <a:pt x="173799" y="7097"/>
                    </a:cubicBezTo>
                    <a:cubicBezTo>
                      <a:pt x="173799" y="7097"/>
                      <a:pt x="155855" y="-7746"/>
                      <a:pt x="140636" y="5500"/>
                    </a:cubicBezTo>
                    <a:cubicBezTo>
                      <a:pt x="140636" y="5500"/>
                      <a:pt x="123444" y="76992"/>
                      <a:pt x="121471" y="91836"/>
                    </a:cubicBezTo>
                    <a:cubicBezTo>
                      <a:pt x="121471" y="91836"/>
                      <a:pt x="102306" y="166804"/>
                      <a:pt x="96857" y="188693"/>
                    </a:cubicBezTo>
                    <a:cubicBezTo>
                      <a:pt x="91409" y="210582"/>
                      <a:pt x="65198" y="279256"/>
                      <a:pt x="59373" y="298421"/>
                    </a:cubicBezTo>
                    <a:cubicBezTo>
                      <a:pt x="53549" y="317586"/>
                      <a:pt x="15595" y="472595"/>
                      <a:pt x="12870" y="485842"/>
                    </a:cubicBezTo>
                    <a:cubicBezTo>
                      <a:pt x="10146" y="499088"/>
                      <a:pt x="0" y="547564"/>
                      <a:pt x="0" y="547564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5" name="Forme libre : forme 2024">
                <a:extLst>
                  <a:ext uri="{FF2B5EF4-FFF2-40B4-BE49-F238E27FC236}">
                    <a16:creationId xmlns:a16="http://schemas.microsoft.com/office/drawing/2014/main" id="{6F427BBB-A33A-4243-BDCE-349BA5664686}"/>
                  </a:ext>
                </a:extLst>
              </p:cNvPr>
              <p:cNvSpPr/>
              <p:nvPr/>
            </p:nvSpPr>
            <p:spPr>
              <a:xfrm>
                <a:off x="5204588" y="2098641"/>
                <a:ext cx="10516" cy="77692"/>
              </a:xfrm>
              <a:custGeom>
                <a:avLst/>
                <a:gdLst>
                  <a:gd name="connsiteX0" fmla="*/ 9454 w 10516"/>
                  <a:gd name="connsiteY0" fmla="*/ 0 h 77692"/>
                  <a:gd name="connsiteX1" fmla="*/ 9736 w 10516"/>
                  <a:gd name="connsiteY1" fmla="*/ 39081 h 77692"/>
                  <a:gd name="connsiteX2" fmla="*/ 4851 w 10516"/>
                  <a:gd name="connsiteY2" fmla="*/ 77693 h 77692"/>
                  <a:gd name="connsiteX3" fmla="*/ 435 w 10516"/>
                  <a:gd name="connsiteY3" fmla="*/ 58152 h 77692"/>
                  <a:gd name="connsiteX4" fmla="*/ 341 w 10516"/>
                  <a:gd name="connsiteY4" fmla="*/ 38330 h 77692"/>
                  <a:gd name="connsiteX5" fmla="*/ 9454 w 10516"/>
                  <a:gd name="connsiteY5" fmla="*/ 0 h 77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516" h="77692">
                    <a:moveTo>
                      <a:pt x="9454" y="0"/>
                    </a:moveTo>
                    <a:cubicBezTo>
                      <a:pt x="11145" y="13434"/>
                      <a:pt x="10488" y="26305"/>
                      <a:pt x="9736" y="39081"/>
                    </a:cubicBezTo>
                    <a:cubicBezTo>
                      <a:pt x="8703" y="51952"/>
                      <a:pt x="7199" y="64446"/>
                      <a:pt x="4851" y="77693"/>
                    </a:cubicBezTo>
                    <a:cubicBezTo>
                      <a:pt x="2220" y="71398"/>
                      <a:pt x="1093" y="64728"/>
                      <a:pt x="435" y="58152"/>
                    </a:cubicBezTo>
                    <a:cubicBezTo>
                      <a:pt x="-222" y="51576"/>
                      <a:pt x="-35" y="44906"/>
                      <a:pt x="341" y="38330"/>
                    </a:cubicBezTo>
                    <a:cubicBezTo>
                      <a:pt x="1469" y="25365"/>
                      <a:pt x="3817" y="12401"/>
                      <a:pt x="945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6" name="Forme libre : forme 2025">
                <a:extLst>
                  <a:ext uri="{FF2B5EF4-FFF2-40B4-BE49-F238E27FC236}">
                    <a16:creationId xmlns:a16="http://schemas.microsoft.com/office/drawing/2014/main" id="{8E361A42-A584-4F70-A3AC-E91362EAB9EF}"/>
                  </a:ext>
                </a:extLst>
              </p:cNvPr>
              <p:cNvSpPr/>
              <p:nvPr/>
            </p:nvSpPr>
            <p:spPr>
              <a:xfrm>
                <a:off x="5369051" y="2027619"/>
                <a:ext cx="11743" cy="43308"/>
              </a:xfrm>
              <a:custGeom>
                <a:avLst/>
                <a:gdLst>
                  <a:gd name="connsiteX0" fmla="*/ 11743 w 11743"/>
                  <a:gd name="connsiteY0" fmla="*/ 1503 h 43308"/>
                  <a:gd name="connsiteX1" fmla="*/ 0 w 11743"/>
                  <a:gd name="connsiteY1" fmla="*/ 43309 h 43308"/>
                  <a:gd name="connsiteX2" fmla="*/ 2537 w 11743"/>
                  <a:gd name="connsiteY2" fmla="*/ 0 h 4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43308">
                    <a:moveTo>
                      <a:pt x="11743" y="1503"/>
                    </a:moveTo>
                    <a:lnTo>
                      <a:pt x="0" y="43309"/>
                    </a:lnTo>
                    <a:lnTo>
                      <a:pt x="2537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7" name="Forme libre : forme 2026">
                <a:extLst>
                  <a:ext uri="{FF2B5EF4-FFF2-40B4-BE49-F238E27FC236}">
                    <a16:creationId xmlns:a16="http://schemas.microsoft.com/office/drawing/2014/main" id="{59A9DDED-6CA9-4A5C-8997-172E1AFA29AC}"/>
                  </a:ext>
                </a:extLst>
              </p:cNvPr>
              <p:cNvSpPr/>
              <p:nvPr/>
            </p:nvSpPr>
            <p:spPr>
              <a:xfrm>
                <a:off x="5342089" y="1538728"/>
                <a:ext cx="50237" cy="86652"/>
              </a:xfrm>
              <a:custGeom>
                <a:avLst/>
                <a:gdLst>
                  <a:gd name="connsiteX0" fmla="*/ 49227 w 50237"/>
                  <a:gd name="connsiteY0" fmla="*/ 0 h 86652"/>
                  <a:gd name="connsiteX1" fmla="*/ 49415 w 50237"/>
                  <a:gd name="connsiteY1" fmla="*/ 27432 h 86652"/>
                  <a:gd name="connsiteX2" fmla="*/ 42557 w 50237"/>
                  <a:gd name="connsiteY2" fmla="*/ 54394 h 86652"/>
                  <a:gd name="connsiteX3" fmla="*/ 26493 w 50237"/>
                  <a:gd name="connsiteY3" fmla="*/ 77881 h 86652"/>
                  <a:gd name="connsiteX4" fmla="*/ 0 w 50237"/>
                  <a:gd name="connsiteY4" fmla="*/ 86336 h 86652"/>
                  <a:gd name="connsiteX5" fmla="*/ 33820 w 50237"/>
                  <a:gd name="connsiteY5" fmla="*/ 50824 h 86652"/>
                  <a:gd name="connsiteX6" fmla="*/ 49227 w 50237"/>
                  <a:gd name="connsiteY6" fmla="*/ 0 h 86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237" h="86652">
                    <a:moveTo>
                      <a:pt x="49227" y="0"/>
                    </a:moveTo>
                    <a:cubicBezTo>
                      <a:pt x="50637" y="9113"/>
                      <a:pt x="50449" y="18319"/>
                      <a:pt x="49415" y="27432"/>
                    </a:cubicBezTo>
                    <a:cubicBezTo>
                      <a:pt x="48288" y="36545"/>
                      <a:pt x="46033" y="45657"/>
                      <a:pt x="42557" y="54394"/>
                    </a:cubicBezTo>
                    <a:cubicBezTo>
                      <a:pt x="39081" y="63037"/>
                      <a:pt x="34008" y="71492"/>
                      <a:pt x="26493" y="77881"/>
                    </a:cubicBezTo>
                    <a:cubicBezTo>
                      <a:pt x="19259" y="84363"/>
                      <a:pt x="9113" y="87745"/>
                      <a:pt x="0" y="86336"/>
                    </a:cubicBezTo>
                    <a:cubicBezTo>
                      <a:pt x="18131" y="81357"/>
                      <a:pt x="27526" y="66795"/>
                      <a:pt x="33820" y="50824"/>
                    </a:cubicBezTo>
                    <a:cubicBezTo>
                      <a:pt x="40396" y="34854"/>
                      <a:pt x="44436" y="17568"/>
                      <a:pt x="4922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8" name="Forme libre : forme 2027">
                <a:extLst>
                  <a:ext uri="{FF2B5EF4-FFF2-40B4-BE49-F238E27FC236}">
                    <a16:creationId xmlns:a16="http://schemas.microsoft.com/office/drawing/2014/main" id="{1E233979-33F6-43AC-8D2D-524A5D90D842}"/>
                  </a:ext>
                </a:extLst>
              </p:cNvPr>
              <p:cNvSpPr/>
              <p:nvPr/>
            </p:nvSpPr>
            <p:spPr>
              <a:xfrm>
                <a:off x="5345659" y="1360890"/>
                <a:ext cx="55725" cy="113020"/>
              </a:xfrm>
              <a:custGeom>
                <a:avLst/>
                <a:gdLst>
                  <a:gd name="connsiteX0" fmla="*/ 55052 w 55725"/>
                  <a:gd name="connsiteY0" fmla="*/ 0 h 113020"/>
                  <a:gd name="connsiteX1" fmla="*/ 54582 w 55725"/>
                  <a:gd name="connsiteY1" fmla="*/ 34384 h 113020"/>
                  <a:gd name="connsiteX2" fmla="*/ 47724 w 55725"/>
                  <a:gd name="connsiteY2" fmla="*/ 68298 h 113020"/>
                  <a:gd name="connsiteX3" fmla="*/ 31847 w 55725"/>
                  <a:gd name="connsiteY3" fmla="*/ 99676 h 113020"/>
                  <a:gd name="connsiteX4" fmla="*/ 17568 w 55725"/>
                  <a:gd name="connsiteY4" fmla="*/ 110949 h 113020"/>
                  <a:gd name="connsiteX5" fmla="*/ 0 w 55725"/>
                  <a:gd name="connsiteY5" fmla="*/ 111795 h 113020"/>
                  <a:gd name="connsiteX6" fmla="*/ 25929 w 55725"/>
                  <a:gd name="connsiteY6" fmla="*/ 95260 h 113020"/>
                  <a:gd name="connsiteX7" fmla="*/ 38799 w 55725"/>
                  <a:gd name="connsiteY7" fmla="*/ 65386 h 113020"/>
                  <a:gd name="connsiteX8" fmla="*/ 47442 w 55725"/>
                  <a:gd name="connsiteY8" fmla="*/ 33069 h 113020"/>
                  <a:gd name="connsiteX9" fmla="*/ 55052 w 55725"/>
                  <a:gd name="connsiteY9" fmla="*/ 0 h 11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725" h="113020">
                    <a:moveTo>
                      <a:pt x="55052" y="0"/>
                    </a:moveTo>
                    <a:cubicBezTo>
                      <a:pt x="56179" y="11461"/>
                      <a:pt x="55803" y="22923"/>
                      <a:pt x="54582" y="34384"/>
                    </a:cubicBezTo>
                    <a:cubicBezTo>
                      <a:pt x="53361" y="45845"/>
                      <a:pt x="51106" y="57119"/>
                      <a:pt x="47724" y="68298"/>
                    </a:cubicBezTo>
                    <a:cubicBezTo>
                      <a:pt x="44154" y="79290"/>
                      <a:pt x="39457" y="90375"/>
                      <a:pt x="31847" y="99676"/>
                    </a:cubicBezTo>
                    <a:cubicBezTo>
                      <a:pt x="27995" y="104373"/>
                      <a:pt x="23204" y="108413"/>
                      <a:pt x="17568" y="110949"/>
                    </a:cubicBezTo>
                    <a:cubicBezTo>
                      <a:pt x="11931" y="113392"/>
                      <a:pt x="5449" y="113674"/>
                      <a:pt x="0" y="111795"/>
                    </a:cubicBezTo>
                    <a:cubicBezTo>
                      <a:pt x="11837" y="111701"/>
                      <a:pt x="20386" y="104185"/>
                      <a:pt x="25929" y="95260"/>
                    </a:cubicBezTo>
                    <a:cubicBezTo>
                      <a:pt x="31565" y="86148"/>
                      <a:pt x="35511" y="75908"/>
                      <a:pt x="38799" y="65386"/>
                    </a:cubicBezTo>
                    <a:cubicBezTo>
                      <a:pt x="42181" y="54864"/>
                      <a:pt x="44812" y="43966"/>
                      <a:pt x="47442" y="33069"/>
                    </a:cubicBezTo>
                    <a:lnTo>
                      <a:pt x="55052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9" name="Forme libre : forme 2028">
                <a:extLst>
                  <a:ext uri="{FF2B5EF4-FFF2-40B4-BE49-F238E27FC236}">
                    <a16:creationId xmlns:a16="http://schemas.microsoft.com/office/drawing/2014/main" id="{76ACC4B7-53C8-4317-8CFF-2CA0F59F6FFA}"/>
                  </a:ext>
                </a:extLst>
              </p:cNvPr>
              <p:cNvSpPr/>
              <p:nvPr/>
            </p:nvSpPr>
            <p:spPr>
              <a:xfrm>
                <a:off x="5317757" y="1295316"/>
                <a:ext cx="50190" cy="109540"/>
              </a:xfrm>
              <a:custGeom>
                <a:avLst/>
                <a:gdLst>
                  <a:gd name="connsiteX0" fmla="*/ 46973 w 50190"/>
                  <a:gd name="connsiteY0" fmla="*/ 0 h 109540"/>
                  <a:gd name="connsiteX1" fmla="*/ 44812 w 50190"/>
                  <a:gd name="connsiteY1" fmla="*/ 65856 h 109540"/>
                  <a:gd name="connsiteX2" fmla="*/ 30250 w 50190"/>
                  <a:gd name="connsiteY2" fmla="*/ 96482 h 109540"/>
                  <a:gd name="connsiteX3" fmla="*/ 16816 w 50190"/>
                  <a:gd name="connsiteY3" fmla="*/ 107661 h 109540"/>
                  <a:gd name="connsiteX4" fmla="*/ 8079 w 50190"/>
                  <a:gd name="connsiteY4" fmla="*/ 109540 h 109540"/>
                  <a:gd name="connsiteX5" fmla="*/ 0 w 50190"/>
                  <a:gd name="connsiteY5" fmla="*/ 106722 h 109540"/>
                  <a:gd name="connsiteX6" fmla="*/ 14468 w 50190"/>
                  <a:gd name="connsiteY6" fmla="*/ 103622 h 109540"/>
                  <a:gd name="connsiteX7" fmla="*/ 24238 w 50190"/>
                  <a:gd name="connsiteY7" fmla="*/ 92254 h 109540"/>
                  <a:gd name="connsiteX8" fmla="*/ 35699 w 50190"/>
                  <a:gd name="connsiteY8" fmla="*/ 63319 h 109540"/>
                  <a:gd name="connsiteX9" fmla="*/ 42745 w 50190"/>
                  <a:gd name="connsiteY9" fmla="*/ 32129 h 109540"/>
                  <a:gd name="connsiteX10" fmla="*/ 46973 w 50190"/>
                  <a:gd name="connsiteY10" fmla="*/ 0 h 10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190" h="109540">
                    <a:moveTo>
                      <a:pt x="46973" y="0"/>
                    </a:moveTo>
                    <a:cubicBezTo>
                      <a:pt x="52421" y="21513"/>
                      <a:pt x="50449" y="44436"/>
                      <a:pt x="44812" y="65856"/>
                    </a:cubicBezTo>
                    <a:cubicBezTo>
                      <a:pt x="41712" y="76659"/>
                      <a:pt x="37484" y="87369"/>
                      <a:pt x="30250" y="96482"/>
                    </a:cubicBezTo>
                    <a:cubicBezTo>
                      <a:pt x="26680" y="100991"/>
                      <a:pt x="22265" y="105125"/>
                      <a:pt x="16816" y="107661"/>
                    </a:cubicBezTo>
                    <a:cubicBezTo>
                      <a:pt x="14092" y="108882"/>
                      <a:pt x="11085" y="109540"/>
                      <a:pt x="8079" y="109540"/>
                    </a:cubicBezTo>
                    <a:cubicBezTo>
                      <a:pt x="5073" y="109352"/>
                      <a:pt x="2255" y="108319"/>
                      <a:pt x="0" y="106722"/>
                    </a:cubicBezTo>
                    <a:cubicBezTo>
                      <a:pt x="5449" y="108225"/>
                      <a:pt x="10522" y="106722"/>
                      <a:pt x="14468" y="103622"/>
                    </a:cubicBezTo>
                    <a:cubicBezTo>
                      <a:pt x="18507" y="100709"/>
                      <a:pt x="21514" y="96482"/>
                      <a:pt x="24238" y="92254"/>
                    </a:cubicBezTo>
                    <a:cubicBezTo>
                      <a:pt x="29405" y="83423"/>
                      <a:pt x="32975" y="73559"/>
                      <a:pt x="35699" y="63319"/>
                    </a:cubicBezTo>
                    <a:cubicBezTo>
                      <a:pt x="38611" y="53079"/>
                      <a:pt x="40772" y="42651"/>
                      <a:pt x="42745" y="32129"/>
                    </a:cubicBezTo>
                    <a:cubicBezTo>
                      <a:pt x="44624" y="21607"/>
                      <a:pt x="45845" y="10992"/>
                      <a:pt x="4697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0" name="Forme libre : forme 2029">
                <a:extLst>
                  <a:ext uri="{FF2B5EF4-FFF2-40B4-BE49-F238E27FC236}">
                    <a16:creationId xmlns:a16="http://schemas.microsoft.com/office/drawing/2014/main" id="{31A0E86B-D634-45DA-B971-71D9D2B85BF5}"/>
                  </a:ext>
                </a:extLst>
              </p:cNvPr>
              <p:cNvSpPr/>
              <p:nvPr/>
            </p:nvSpPr>
            <p:spPr>
              <a:xfrm>
                <a:off x="5334949" y="1699750"/>
                <a:ext cx="17192" cy="6395"/>
              </a:xfrm>
              <a:custGeom>
                <a:avLst/>
                <a:gdLst>
                  <a:gd name="connsiteX0" fmla="*/ 0 w 17192"/>
                  <a:gd name="connsiteY0" fmla="*/ 0 h 6395"/>
                  <a:gd name="connsiteX1" fmla="*/ 8925 w 17192"/>
                  <a:gd name="connsiteY1" fmla="*/ 1127 h 6395"/>
                  <a:gd name="connsiteX2" fmla="*/ 17192 w 17192"/>
                  <a:gd name="connsiteY2" fmla="*/ 3288 h 6395"/>
                  <a:gd name="connsiteX3" fmla="*/ 17192 w 17192"/>
                  <a:gd name="connsiteY3" fmla="*/ 5825 h 6395"/>
                  <a:gd name="connsiteX4" fmla="*/ 14186 w 17192"/>
                  <a:gd name="connsiteY4" fmla="*/ 4603 h 6395"/>
                  <a:gd name="connsiteX5" fmla="*/ 17192 w 17192"/>
                  <a:gd name="connsiteY5" fmla="*/ 3288 h 6395"/>
                  <a:gd name="connsiteX6" fmla="*/ 17192 w 17192"/>
                  <a:gd name="connsiteY6" fmla="*/ 5825 h 6395"/>
                  <a:gd name="connsiteX7" fmla="*/ 7798 w 17192"/>
                  <a:gd name="connsiteY7" fmla="*/ 5543 h 6395"/>
                  <a:gd name="connsiteX8" fmla="*/ 0 w 17192"/>
                  <a:gd name="connsiteY8" fmla="*/ 0 h 6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92" h="6395">
                    <a:moveTo>
                      <a:pt x="0" y="0"/>
                    </a:moveTo>
                    <a:cubicBezTo>
                      <a:pt x="3382" y="94"/>
                      <a:pt x="6107" y="564"/>
                      <a:pt x="8925" y="1127"/>
                    </a:cubicBezTo>
                    <a:cubicBezTo>
                      <a:pt x="11649" y="1691"/>
                      <a:pt x="14374" y="2349"/>
                      <a:pt x="17192" y="3288"/>
                    </a:cubicBezTo>
                    <a:lnTo>
                      <a:pt x="17192" y="5825"/>
                    </a:lnTo>
                    <a:cubicBezTo>
                      <a:pt x="16159" y="5449"/>
                      <a:pt x="15219" y="5167"/>
                      <a:pt x="14186" y="4603"/>
                    </a:cubicBezTo>
                    <a:cubicBezTo>
                      <a:pt x="15219" y="4040"/>
                      <a:pt x="16159" y="3664"/>
                      <a:pt x="17192" y="3288"/>
                    </a:cubicBezTo>
                    <a:lnTo>
                      <a:pt x="17192" y="5825"/>
                    </a:lnTo>
                    <a:cubicBezTo>
                      <a:pt x="14092" y="6670"/>
                      <a:pt x="10804" y="6576"/>
                      <a:pt x="7798" y="5543"/>
                    </a:cubicBezTo>
                    <a:cubicBezTo>
                      <a:pt x="4791" y="4509"/>
                      <a:pt x="1879" y="2818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1" name="Forme libre : forme 2030">
                <a:extLst>
                  <a:ext uri="{FF2B5EF4-FFF2-40B4-BE49-F238E27FC236}">
                    <a16:creationId xmlns:a16="http://schemas.microsoft.com/office/drawing/2014/main" id="{8F14212C-F7F6-4CA3-B505-AA3227CEB822}"/>
                  </a:ext>
                </a:extLst>
              </p:cNvPr>
              <p:cNvSpPr/>
              <p:nvPr/>
            </p:nvSpPr>
            <p:spPr>
              <a:xfrm>
                <a:off x="5328185" y="1719889"/>
                <a:ext cx="11743" cy="5849"/>
              </a:xfrm>
              <a:custGeom>
                <a:avLst/>
                <a:gdLst>
                  <a:gd name="connsiteX0" fmla="*/ 0 w 11743"/>
                  <a:gd name="connsiteY0" fmla="*/ 529 h 5849"/>
                  <a:gd name="connsiteX1" fmla="*/ 6764 w 11743"/>
                  <a:gd name="connsiteY1" fmla="*/ 717 h 5849"/>
                  <a:gd name="connsiteX2" fmla="*/ 11743 w 11743"/>
                  <a:gd name="connsiteY2" fmla="*/ 5320 h 5849"/>
                  <a:gd name="connsiteX3" fmla="*/ 4979 w 11743"/>
                  <a:gd name="connsiteY3" fmla="*/ 5132 h 5849"/>
                  <a:gd name="connsiteX4" fmla="*/ 0 w 11743"/>
                  <a:gd name="connsiteY4" fmla="*/ 529 h 5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3" h="5849">
                    <a:moveTo>
                      <a:pt x="0" y="529"/>
                    </a:moveTo>
                    <a:cubicBezTo>
                      <a:pt x="2630" y="-410"/>
                      <a:pt x="4791" y="59"/>
                      <a:pt x="6764" y="717"/>
                    </a:cubicBezTo>
                    <a:cubicBezTo>
                      <a:pt x="8643" y="1563"/>
                      <a:pt x="10428" y="2784"/>
                      <a:pt x="11743" y="5320"/>
                    </a:cubicBezTo>
                    <a:cubicBezTo>
                      <a:pt x="9113" y="6260"/>
                      <a:pt x="6952" y="5790"/>
                      <a:pt x="4979" y="5132"/>
                    </a:cubicBezTo>
                    <a:cubicBezTo>
                      <a:pt x="3006" y="4193"/>
                      <a:pt x="1221" y="2972"/>
                      <a:pt x="0" y="52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2" name="Forme libre : forme 2031">
                <a:extLst>
                  <a:ext uri="{FF2B5EF4-FFF2-40B4-BE49-F238E27FC236}">
                    <a16:creationId xmlns:a16="http://schemas.microsoft.com/office/drawing/2014/main" id="{627C226D-9FC9-40D2-BAE5-DFA257157DBE}"/>
                  </a:ext>
                </a:extLst>
              </p:cNvPr>
              <p:cNvSpPr/>
              <p:nvPr/>
            </p:nvSpPr>
            <p:spPr>
              <a:xfrm>
                <a:off x="5286098" y="1868468"/>
                <a:ext cx="20198" cy="5132"/>
              </a:xfrm>
              <a:custGeom>
                <a:avLst/>
                <a:gdLst>
                  <a:gd name="connsiteX0" fmla="*/ 0 w 20198"/>
                  <a:gd name="connsiteY0" fmla="*/ 101 h 5132"/>
                  <a:gd name="connsiteX1" fmla="*/ 10146 w 20198"/>
                  <a:gd name="connsiteY1" fmla="*/ 383 h 5132"/>
                  <a:gd name="connsiteX2" fmla="*/ 20198 w 20198"/>
                  <a:gd name="connsiteY2" fmla="*/ 1886 h 5132"/>
                  <a:gd name="connsiteX3" fmla="*/ 9770 w 20198"/>
                  <a:gd name="connsiteY3" fmla="*/ 5080 h 5132"/>
                  <a:gd name="connsiteX4" fmla="*/ 0 w 20198"/>
                  <a:gd name="connsiteY4" fmla="*/ 101 h 5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98" h="5132">
                    <a:moveTo>
                      <a:pt x="0" y="101"/>
                    </a:moveTo>
                    <a:cubicBezTo>
                      <a:pt x="3852" y="-180"/>
                      <a:pt x="6952" y="195"/>
                      <a:pt x="10146" y="383"/>
                    </a:cubicBezTo>
                    <a:cubicBezTo>
                      <a:pt x="13340" y="759"/>
                      <a:pt x="16440" y="947"/>
                      <a:pt x="20198" y="1886"/>
                    </a:cubicBezTo>
                    <a:cubicBezTo>
                      <a:pt x="17286" y="4517"/>
                      <a:pt x="13434" y="5362"/>
                      <a:pt x="9770" y="5080"/>
                    </a:cubicBezTo>
                    <a:cubicBezTo>
                      <a:pt x="6106" y="4611"/>
                      <a:pt x="2349" y="3202"/>
                      <a:pt x="0" y="10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3" name="Forme libre : forme 2032">
                <a:extLst>
                  <a:ext uri="{FF2B5EF4-FFF2-40B4-BE49-F238E27FC236}">
                    <a16:creationId xmlns:a16="http://schemas.microsoft.com/office/drawing/2014/main" id="{CBFD3971-1A43-4489-AF2E-5950A430E77C}"/>
                  </a:ext>
                </a:extLst>
              </p:cNvPr>
              <p:cNvSpPr/>
              <p:nvPr/>
            </p:nvSpPr>
            <p:spPr>
              <a:xfrm>
                <a:off x="5278864" y="1887635"/>
                <a:ext cx="19540" cy="5288"/>
              </a:xfrm>
              <a:custGeom>
                <a:avLst/>
                <a:gdLst>
                  <a:gd name="connsiteX0" fmla="*/ 0 w 19540"/>
                  <a:gd name="connsiteY0" fmla="*/ 100 h 5288"/>
                  <a:gd name="connsiteX1" fmla="*/ 9864 w 19540"/>
                  <a:gd name="connsiteY1" fmla="*/ 476 h 5288"/>
                  <a:gd name="connsiteX2" fmla="*/ 19541 w 19540"/>
                  <a:gd name="connsiteY2" fmla="*/ 2730 h 5288"/>
                  <a:gd name="connsiteX3" fmla="*/ 9301 w 19540"/>
                  <a:gd name="connsiteY3" fmla="*/ 5173 h 5288"/>
                  <a:gd name="connsiteX4" fmla="*/ 0 w 19540"/>
                  <a:gd name="connsiteY4" fmla="*/ 100 h 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40" h="5288">
                    <a:moveTo>
                      <a:pt x="0" y="100"/>
                    </a:moveTo>
                    <a:cubicBezTo>
                      <a:pt x="3758" y="-182"/>
                      <a:pt x="6764" y="194"/>
                      <a:pt x="9864" y="476"/>
                    </a:cubicBezTo>
                    <a:cubicBezTo>
                      <a:pt x="12964" y="945"/>
                      <a:pt x="15971" y="1415"/>
                      <a:pt x="19541" y="2730"/>
                    </a:cubicBezTo>
                    <a:cubicBezTo>
                      <a:pt x="16534" y="5079"/>
                      <a:pt x="12777" y="5549"/>
                      <a:pt x="9301" y="5173"/>
                    </a:cubicBezTo>
                    <a:cubicBezTo>
                      <a:pt x="5825" y="4609"/>
                      <a:pt x="2349" y="3106"/>
                      <a:pt x="0" y="10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4" name="Forme libre : forme 2033">
                <a:extLst>
                  <a:ext uri="{FF2B5EF4-FFF2-40B4-BE49-F238E27FC236}">
                    <a16:creationId xmlns:a16="http://schemas.microsoft.com/office/drawing/2014/main" id="{7A24ED1C-8103-4862-8921-32FDBE7916A7}"/>
                  </a:ext>
                </a:extLst>
              </p:cNvPr>
              <p:cNvSpPr/>
              <p:nvPr/>
            </p:nvSpPr>
            <p:spPr>
              <a:xfrm>
                <a:off x="5285064" y="1701265"/>
                <a:ext cx="10521" cy="5782"/>
              </a:xfrm>
              <a:custGeom>
                <a:avLst/>
                <a:gdLst>
                  <a:gd name="connsiteX0" fmla="*/ 0 w 10521"/>
                  <a:gd name="connsiteY0" fmla="*/ 834 h 5782"/>
                  <a:gd name="connsiteX1" fmla="*/ 6388 w 10521"/>
                  <a:gd name="connsiteY1" fmla="*/ 646 h 5782"/>
                  <a:gd name="connsiteX2" fmla="*/ 10522 w 10521"/>
                  <a:gd name="connsiteY2" fmla="*/ 5531 h 5782"/>
                  <a:gd name="connsiteX3" fmla="*/ 4415 w 10521"/>
                  <a:gd name="connsiteY3" fmla="*/ 4968 h 5782"/>
                  <a:gd name="connsiteX4" fmla="*/ 0 w 10521"/>
                  <a:gd name="connsiteY4" fmla="*/ 834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21" h="5782">
                    <a:moveTo>
                      <a:pt x="0" y="834"/>
                    </a:moveTo>
                    <a:cubicBezTo>
                      <a:pt x="2349" y="-387"/>
                      <a:pt x="4509" y="-105"/>
                      <a:pt x="6388" y="646"/>
                    </a:cubicBezTo>
                    <a:cubicBezTo>
                      <a:pt x="8173" y="1586"/>
                      <a:pt x="9864" y="2901"/>
                      <a:pt x="10522" y="5531"/>
                    </a:cubicBezTo>
                    <a:cubicBezTo>
                      <a:pt x="7891" y="6095"/>
                      <a:pt x="6200" y="5625"/>
                      <a:pt x="4415" y="4968"/>
                    </a:cubicBezTo>
                    <a:cubicBezTo>
                      <a:pt x="2819" y="4122"/>
                      <a:pt x="1315" y="3089"/>
                      <a:pt x="0" y="83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5" name="Forme libre : forme 2034">
                <a:extLst>
                  <a:ext uri="{FF2B5EF4-FFF2-40B4-BE49-F238E27FC236}">
                    <a16:creationId xmlns:a16="http://schemas.microsoft.com/office/drawing/2014/main" id="{F064A998-BC0F-46D5-92B2-2DF3EBBA1EFB}"/>
                  </a:ext>
                </a:extLst>
              </p:cNvPr>
              <p:cNvSpPr/>
              <p:nvPr/>
            </p:nvSpPr>
            <p:spPr>
              <a:xfrm>
                <a:off x="5276703" y="1716142"/>
                <a:ext cx="8218" cy="4933"/>
              </a:xfrm>
              <a:custGeom>
                <a:avLst/>
                <a:gdLst>
                  <a:gd name="connsiteX0" fmla="*/ 0 w 8218"/>
                  <a:gd name="connsiteY0" fmla="*/ 2679 h 4933"/>
                  <a:gd name="connsiteX1" fmla="*/ 5073 w 8218"/>
                  <a:gd name="connsiteY1" fmla="*/ 142 h 4933"/>
                  <a:gd name="connsiteX2" fmla="*/ 8079 w 8218"/>
                  <a:gd name="connsiteY2" fmla="*/ 4933 h 4933"/>
                  <a:gd name="connsiteX3" fmla="*/ 3758 w 8218"/>
                  <a:gd name="connsiteY3" fmla="*/ 4651 h 4933"/>
                  <a:gd name="connsiteX4" fmla="*/ 0 w 8218"/>
                  <a:gd name="connsiteY4" fmla="*/ 2679 h 4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8" h="4933">
                    <a:moveTo>
                      <a:pt x="0" y="2679"/>
                    </a:moveTo>
                    <a:cubicBezTo>
                      <a:pt x="657" y="330"/>
                      <a:pt x="3194" y="-328"/>
                      <a:pt x="5073" y="142"/>
                    </a:cubicBezTo>
                    <a:cubicBezTo>
                      <a:pt x="6952" y="706"/>
                      <a:pt x="8737" y="2491"/>
                      <a:pt x="8079" y="4933"/>
                    </a:cubicBezTo>
                    <a:cubicBezTo>
                      <a:pt x="5731" y="4839"/>
                      <a:pt x="4791" y="4933"/>
                      <a:pt x="3758" y="4651"/>
                    </a:cubicBezTo>
                    <a:cubicBezTo>
                      <a:pt x="2818" y="4370"/>
                      <a:pt x="2067" y="3806"/>
                      <a:pt x="0" y="267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6" name="Forme libre : forme 2035">
                <a:extLst>
                  <a:ext uri="{FF2B5EF4-FFF2-40B4-BE49-F238E27FC236}">
                    <a16:creationId xmlns:a16="http://schemas.microsoft.com/office/drawing/2014/main" id="{AA1FD585-357E-4416-9B50-66AACD38E619}"/>
                  </a:ext>
                </a:extLst>
              </p:cNvPr>
              <p:cNvSpPr/>
              <p:nvPr/>
            </p:nvSpPr>
            <p:spPr>
              <a:xfrm>
                <a:off x="5252184" y="1641669"/>
                <a:ext cx="8366" cy="6692"/>
              </a:xfrm>
              <a:custGeom>
                <a:avLst/>
                <a:gdLst>
                  <a:gd name="connsiteX0" fmla="*/ 0 w 8366"/>
                  <a:gd name="connsiteY0" fmla="*/ 305 h 6692"/>
                  <a:gd name="connsiteX1" fmla="*/ 5825 w 8366"/>
                  <a:gd name="connsiteY1" fmla="*/ 1338 h 6692"/>
                  <a:gd name="connsiteX2" fmla="*/ 8361 w 8366"/>
                  <a:gd name="connsiteY2" fmla="*/ 6693 h 6692"/>
                  <a:gd name="connsiteX3" fmla="*/ 3006 w 8366"/>
                  <a:gd name="connsiteY3" fmla="*/ 5002 h 6692"/>
                  <a:gd name="connsiteX4" fmla="*/ 0 w 8366"/>
                  <a:gd name="connsiteY4" fmla="*/ 305 h 6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66" h="6692">
                    <a:moveTo>
                      <a:pt x="0" y="305"/>
                    </a:moveTo>
                    <a:cubicBezTo>
                      <a:pt x="2443" y="-447"/>
                      <a:pt x="4322" y="305"/>
                      <a:pt x="5825" y="1338"/>
                    </a:cubicBezTo>
                    <a:cubicBezTo>
                      <a:pt x="7234" y="2559"/>
                      <a:pt x="8455" y="4156"/>
                      <a:pt x="8361" y="6693"/>
                    </a:cubicBezTo>
                    <a:cubicBezTo>
                      <a:pt x="5825" y="6693"/>
                      <a:pt x="4322" y="5941"/>
                      <a:pt x="3006" y="5002"/>
                    </a:cubicBezTo>
                    <a:cubicBezTo>
                      <a:pt x="1691" y="3968"/>
                      <a:pt x="658" y="2747"/>
                      <a:pt x="0" y="305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7" name="Forme libre : forme 2036">
                <a:extLst>
                  <a:ext uri="{FF2B5EF4-FFF2-40B4-BE49-F238E27FC236}">
                    <a16:creationId xmlns:a16="http://schemas.microsoft.com/office/drawing/2014/main" id="{6B0F66AB-470F-4331-9DBD-9B6B05735233}"/>
                  </a:ext>
                </a:extLst>
              </p:cNvPr>
              <p:cNvSpPr/>
              <p:nvPr/>
            </p:nvSpPr>
            <p:spPr>
              <a:xfrm>
                <a:off x="5252557" y="1661572"/>
                <a:ext cx="4078" cy="4111"/>
              </a:xfrm>
              <a:custGeom>
                <a:avLst/>
                <a:gdLst>
                  <a:gd name="connsiteX0" fmla="*/ 472 w 4078"/>
                  <a:gd name="connsiteY0" fmla="*/ 506 h 4111"/>
                  <a:gd name="connsiteX1" fmla="*/ 3667 w 4078"/>
                  <a:gd name="connsiteY1" fmla="*/ 412 h 4111"/>
                  <a:gd name="connsiteX2" fmla="*/ 3573 w 4078"/>
                  <a:gd name="connsiteY2" fmla="*/ 3606 h 4111"/>
                  <a:gd name="connsiteX3" fmla="*/ 379 w 4078"/>
                  <a:gd name="connsiteY3" fmla="*/ 3700 h 4111"/>
                  <a:gd name="connsiteX4" fmla="*/ 472 w 4078"/>
                  <a:gd name="connsiteY4" fmla="*/ 506 h 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8" h="4111">
                    <a:moveTo>
                      <a:pt x="472" y="506"/>
                    </a:moveTo>
                    <a:cubicBezTo>
                      <a:pt x="2257" y="-246"/>
                      <a:pt x="3103" y="-58"/>
                      <a:pt x="3667" y="412"/>
                    </a:cubicBezTo>
                    <a:cubicBezTo>
                      <a:pt x="4136" y="975"/>
                      <a:pt x="4324" y="1821"/>
                      <a:pt x="3573" y="3606"/>
                    </a:cubicBezTo>
                    <a:cubicBezTo>
                      <a:pt x="1788" y="4357"/>
                      <a:pt x="942" y="4169"/>
                      <a:pt x="379" y="3700"/>
                    </a:cubicBezTo>
                    <a:cubicBezTo>
                      <a:pt x="3" y="3136"/>
                      <a:pt x="-279" y="2291"/>
                      <a:pt x="472" y="506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8" name="Forme libre : forme 2037">
                <a:extLst>
                  <a:ext uri="{FF2B5EF4-FFF2-40B4-BE49-F238E27FC236}">
                    <a16:creationId xmlns:a16="http://schemas.microsoft.com/office/drawing/2014/main" id="{5D3F064F-A041-4B44-B166-B1707F94D835}"/>
                  </a:ext>
                </a:extLst>
              </p:cNvPr>
              <p:cNvSpPr/>
              <p:nvPr/>
            </p:nvSpPr>
            <p:spPr>
              <a:xfrm>
                <a:off x="5231391" y="1830804"/>
                <a:ext cx="5291" cy="4850"/>
              </a:xfrm>
              <a:custGeom>
                <a:avLst/>
                <a:gdLst>
                  <a:gd name="connsiteX0" fmla="*/ 594 w 5291"/>
                  <a:gd name="connsiteY0" fmla="*/ 0 h 4850"/>
                  <a:gd name="connsiteX1" fmla="*/ 4070 w 5291"/>
                  <a:gd name="connsiteY1" fmla="*/ 564 h 4850"/>
                  <a:gd name="connsiteX2" fmla="*/ 5292 w 5291"/>
                  <a:gd name="connsiteY2" fmla="*/ 3852 h 4850"/>
                  <a:gd name="connsiteX3" fmla="*/ 1064 w 5291"/>
                  <a:gd name="connsiteY3" fmla="*/ 4228 h 4850"/>
                  <a:gd name="connsiteX4" fmla="*/ 594 w 5291"/>
                  <a:gd name="connsiteY4" fmla="*/ 0 h 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1" h="4850">
                    <a:moveTo>
                      <a:pt x="594" y="0"/>
                    </a:moveTo>
                    <a:cubicBezTo>
                      <a:pt x="2661" y="0"/>
                      <a:pt x="3413" y="94"/>
                      <a:pt x="4070" y="564"/>
                    </a:cubicBezTo>
                    <a:cubicBezTo>
                      <a:pt x="4634" y="1127"/>
                      <a:pt x="4916" y="1785"/>
                      <a:pt x="5292" y="3852"/>
                    </a:cubicBezTo>
                    <a:cubicBezTo>
                      <a:pt x="3695" y="5261"/>
                      <a:pt x="2098" y="4979"/>
                      <a:pt x="1064" y="4228"/>
                    </a:cubicBezTo>
                    <a:cubicBezTo>
                      <a:pt x="125" y="3288"/>
                      <a:pt x="-533" y="1785"/>
                      <a:pt x="59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9" name="Forme libre : forme 2038">
                <a:extLst>
                  <a:ext uri="{FF2B5EF4-FFF2-40B4-BE49-F238E27FC236}">
                    <a16:creationId xmlns:a16="http://schemas.microsoft.com/office/drawing/2014/main" id="{DD70501C-7232-4334-9149-DF5A4FA9F584}"/>
                  </a:ext>
                </a:extLst>
              </p:cNvPr>
              <p:cNvSpPr/>
              <p:nvPr/>
            </p:nvSpPr>
            <p:spPr>
              <a:xfrm>
                <a:off x="5223812" y="1960918"/>
                <a:ext cx="42245" cy="221616"/>
              </a:xfrm>
              <a:custGeom>
                <a:avLst/>
                <a:gdLst>
                  <a:gd name="connsiteX0" fmla="*/ 0 w 42245"/>
                  <a:gd name="connsiteY0" fmla="*/ 221617 h 221616"/>
                  <a:gd name="connsiteX1" fmla="*/ 28465 w 42245"/>
                  <a:gd name="connsiteY1" fmla="*/ 194654 h 221616"/>
                  <a:gd name="connsiteX2" fmla="*/ 28371 w 42245"/>
                  <a:gd name="connsiteY2" fmla="*/ 152567 h 221616"/>
                  <a:gd name="connsiteX3" fmla="*/ 32975 w 42245"/>
                  <a:gd name="connsiteY3" fmla="*/ 78632 h 221616"/>
                  <a:gd name="connsiteX4" fmla="*/ 42088 w 42245"/>
                  <a:gd name="connsiteY4" fmla="*/ 0 h 221616"/>
                  <a:gd name="connsiteX5" fmla="*/ 0 w 42245"/>
                  <a:gd name="connsiteY5" fmla="*/ 221617 h 221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245" h="221616">
                    <a:moveTo>
                      <a:pt x="0" y="221617"/>
                    </a:moveTo>
                    <a:cubicBezTo>
                      <a:pt x="14092" y="221617"/>
                      <a:pt x="25177" y="208371"/>
                      <a:pt x="28465" y="194654"/>
                    </a:cubicBezTo>
                    <a:cubicBezTo>
                      <a:pt x="31754" y="180939"/>
                      <a:pt x="29311" y="166659"/>
                      <a:pt x="28371" y="152567"/>
                    </a:cubicBezTo>
                    <a:cubicBezTo>
                      <a:pt x="26774" y="127859"/>
                      <a:pt x="29875" y="103152"/>
                      <a:pt x="32975" y="78632"/>
                    </a:cubicBezTo>
                    <a:cubicBezTo>
                      <a:pt x="36169" y="53455"/>
                      <a:pt x="43403" y="24989"/>
                      <a:pt x="42088" y="0"/>
                    </a:cubicBezTo>
                    <a:cubicBezTo>
                      <a:pt x="20668" y="17944"/>
                      <a:pt x="376" y="221617"/>
                      <a:pt x="0" y="221617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0" name="Forme libre : forme 2039">
                <a:extLst>
                  <a:ext uri="{FF2B5EF4-FFF2-40B4-BE49-F238E27FC236}">
                    <a16:creationId xmlns:a16="http://schemas.microsoft.com/office/drawing/2014/main" id="{8C832114-B5C5-491C-994B-90CA3E8CF7FF}"/>
                  </a:ext>
                </a:extLst>
              </p:cNvPr>
              <p:cNvSpPr/>
              <p:nvPr/>
            </p:nvSpPr>
            <p:spPr>
              <a:xfrm>
                <a:off x="5113902" y="1902014"/>
                <a:ext cx="88866" cy="311991"/>
              </a:xfrm>
              <a:custGeom>
                <a:avLst/>
                <a:gdLst>
                  <a:gd name="connsiteX0" fmla="*/ 88867 w 88866"/>
                  <a:gd name="connsiteY0" fmla="*/ 0 h 311991"/>
                  <a:gd name="connsiteX1" fmla="*/ 69889 w 88866"/>
                  <a:gd name="connsiteY1" fmla="*/ 58716 h 311991"/>
                  <a:gd name="connsiteX2" fmla="*/ 23669 w 88866"/>
                  <a:gd name="connsiteY2" fmla="*/ 189769 h 311991"/>
                  <a:gd name="connsiteX3" fmla="*/ 2343 w 88866"/>
                  <a:gd name="connsiteY3" fmla="*/ 249894 h 311991"/>
                  <a:gd name="connsiteX4" fmla="*/ 9765 w 88866"/>
                  <a:gd name="connsiteY4" fmla="*/ 311992 h 311991"/>
                  <a:gd name="connsiteX5" fmla="*/ 33251 w 88866"/>
                  <a:gd name="connsiteY5" fmla="*/ 205364 h 311991"/>
                  <a:gd name="connsiteX6" fmla="*/ 55234 w 88866"/>
                  <a:gd name="connsiteY6" fmla="*/ 153319 h 311991"/>
                  <a:gd name="connsiteX7" fmla="*/ 65944 w 88866"/>
                  <a:gd name="connsiteY7" fmla="*/ 112452 h 311991"/>
                  <a:gd name="connsiteX8" fmla="*/ 87363 w 88866"/>
                  <a:gd name="connsiteY8" fmla="*/ 16628 h 31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866" h="311991">
                    <a:moveTo>
                      <a:pt x="88867" y="0"/>
                    </a:moveTo>
                    <a:cubicBezTo>
                      <a:pt x="82572" y="19540"/>
                      <a:pt x="76278" y="39175"/>
                      <a:pt x="69889" y="58716"/>
                    </a:cubicBezTo>
                    <a:cubicBezTo>
                      <a:pt x="55704" y="102776"/>
                      <a:pt x="41424" y="146930"/>
                      <a:pt x="23669" y="189769"/>
                    </a:cubicBezTo>
                    <a:cubicBezTo>
                      <a:pt x="15495" y="209498"/>
                      <a:pt x="6571" y="229038"/>
                      <a:pt x="2343" y="249894"/>
                    </a:cubicBezTo>
                    <a:cubicBezTo>
                      <a:pt x="-1885" y="270750"/>
                      <a:pt x="-945" y="293579"/>
                      <a:pt x="9765" y="311992"/>
                    </a:cubicBezTo>
                    <a:cubicBezTo>
                      <a:pt x="11362" y="275447"/>
                      <a:pt x="19347" y="239184"/>
                      <a:pt x="33251" y="205364"/>
                    </a:cubicBezTo>
                    <a:cubicBezTo>
                      <a:pt x="40391" y="187890"/>
                      <a:pt x="49128" y="171168"/>
                      <a:pt x="55234" y="153319"/>
                    </a:cubicBezTo>
                    <a:cubicBezTo>
                      <a:pt x="59837" y="139978"/>
                      <a:pt x="62844" y="126262"/>
                      <a:pt x="65944" y="112452"/>
                    </a:cubicBezTo>
                    <a:cubicBezTo>
                      <a:pt x="73084" y="80511"/>
                      <a:pt x="80224" y="48570"/>
                      <a:pt x="87363" y="16628"/>
                    </a:cubicBezTo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1" name="Forme libre : forme 2040">
                <a:extLst>
                  <a:ext uri="{FF2B5EF4-FFF2-40B4-BE49-F238E27FC236}">
                    <a16:creationId xmlns:a16="http://schemas.microsoft.com/office/drawing/2014/main" id="{74800EAF-00C1-4801-9D4D-D8EEE5BDAEB5}"/>
                  </a:ext>
                </a:extLst>
              </p:cNvPr>
              <p:cNvSpPr/>
              <p:nvPr/>
            </p:nvSpPr>
            <p:spPr>
              <a:xfrm>
                <a:off x="5059860" y="1939583"/>
                <a:ext cx="92309" cy="209694"/>
              </a:xfrm>
              <a:custGeom>
                <a:avLst/>
                <a:gdLst>
                  <a:gd name="connsiteX0" fmla="*/ 10352 w 92309"/>
                  <a:gd name="connsiteY0" fmla="*/ 131157 h 209694"/>
                  <a:gd name="connsiteX1" fmla="*/ 18 w 92309"/>
                  <a:gd name="connsiteY1" fmla="*/ 166950 h 209694"/>
                  <a:gd name="connsiteX2" fmla="*/ 10821 w 92309"/>
                  <a:gd name="connsiteY2" fmla="*/ 209695 h 209694"/>
                  <a:gd name="connsiteX3" fmla="*/ 24913 w 92309"/>
                  <a:gd name="connsiteY3" fmla="*/ 142806 h 209694"/>
                  <a:gd name="connsiteX4" fmla="*/ 59485 w 92309"/>
                  <a:gd name="connsiteY4" fmla="*/ 82869 h 209694"/>
                  <a:gd name="connsiteX5" fmla="*/ 81093 w 92309"/>
                  <a:gd name="connsiteY5" fmla="*/ 38808 h 209694"/>
                  <a:gd name="connsiteX6" fmla="*/ 89078 w 92309"/>
                  <a:gd name="connsiteY6" fmla="*/ 9 h 209694"/>
                  <a:gd name="connsiteX7" fmla="*/ 65216 w 92309"/>
                  <a:gd name="connsiteY7" fmla="*/ 40124 h 209694"/>
                  <a:gd name="connsiteX8" fmla="*/ 38160 w 92309"/>
                  <a:gd name="connsiteY8" fmla="*/ 81929 h 209694"/>
                  <a:gd name="connsiteX9" fmla="*/ 10352 w 92309"/>
                  <a:gd name="connsiteY9" fmla="*/ 131157 h 209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309" h="209694">
                    <a:moveTo>
                      <a:pt x="10352" y="131157"/>
                    </a:moveTo>
                    <a:cubicBezTo>
                      <a:pt x="4997" y="142430"/>
                      <a:pt x="300" y="154455"/>
                      <a:pt x="18" y="166950"/>
                    </a:cubicBezTo>
                    <a:cubicBezTo>
                      <a:pt x="-358" y="181699"/>
                      <a:pt x="5279" y="195979"/>
                      <a:pt x="10821" y="209695"/>
                    </a:cubicBezTo>
                    <a:cubicBezTo>
                      <a:pt x="8191" y="186772"/>
                      <a:pt x="14955" y="163662"/>
                      <a:pt x="24913" y="142806"/>
                    </a:cubicBezTo>
                    <a:cubicBezTo>
                      <a:pt x="34872" y="121950"/>
                      <a:pt x="48024" y="102879"/>
                      <a:pt x="59485" y="82869"/>
                    </a:cubicBezTo>
                    <a:cubicBezTo>
                      <a:pt x="67564" y="68683"/>
                      <a:pt x="74798" y="53934"/>
                      <a:pt x="81093" y="38808"/>
                    </a:cubicBezTo>
                    <a:cubicBezTo>
                      <a:pt x="82972" y="34393"/>
                      <a:pt x="99036" y="-649"/>
                      <a:pt x="89078" y="9"/>
                    </a:cubicBezTo>
                    <a:cubicBezTo>
                      <a:pt x="84568" y="291"/>
                      <a:pt x="68504" y="35051"/>
                      <a:pt x="65216" y="40124"/>
                    </a:cubicBezTo>
                    <a:cubicBezTo>
                      <a:pt x="56385" y="54122"/>
                      <a:pt x="47084" y="67931"/>
                      <a:pt x="38160" y="81929"/>
                    </a:cubicBezTo>
                    <a:cubicBezTo>
                      <a:pt x="28108" y="97900"/>
                      <a:pt x="18431" y="114059"/>
                      <a:pt x="10352" y="131157"/>
                    </a:cubicBezTo>
                    <a:close/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2" name="Forme libre : forme 2041">
                <a:extLst>
                  <a:ext uri="{FF2B5EF4-FFF2-40B4-BE49-F238E27FC236}">
                    <a16:creationId xmlns:a16="http://schemas.microsoft.com/office/drawing/2014/main" id="{002DCDC3-A8A3-4CB5-85BD-6A6EC6FBC23B}"/>
                  </a:ext>
                </a:extLst>
              </p:cNvPr>
              <p:cNvSpPr/>
              <p:nvPr/>
            </p:nvSpPr>
            <p:spPr>
              <a:xfrm>
                <a:off x="5345753" y="1539863"/>
                <a:ext cx="39552" cy="80973"/>
              </a:xfrm>
              <a:custGeom>
                <a:avLst/>
                <a:gdLst>
                  <a:gd name="connsiteX0" fmla="*/ 38142 w 39552"/>
                  <a:gd name="connsiteY0" fmla="*/ 4314 h 80973"/>
                  <a:gd name="connsiteX1" fmla="*/ 20856 w 39552"/>
                  <a:gd name="connsiteY1" fmla="*/ 274 h 80973"/>
                  <a:gd name="connsiteX2" fmla="*/ 18225 w 39552"/>
                  <a:gd name="connsiteY2" fmla="*/ 1402 h 80973"/>
                  <a:gd name="connsiteX3" fmla="*/ 17474 w 39552"/>
                  <a:gd name="connsiteY3" fmla="*/ 3375 h 80973"/>
                  <a:gd name="connsiteX4" fmla="*/ 0 w 39552"/>
                  <a:gd name="connsiteY4" fmla="*/ 80973 h 80973"/>
                  <a:gd name="connsiteX5" fmla="*/ 25459 w 39552"/>
                  <a:gd name="connsiteY5" fmla="*/ 48374 h 80973"/>
                  <a:gd name="connsiteX6" fmla="*/ 39081 w 39552"/>
                  <a:gd name="connsiteY6" fmla="*/ 8917 h 80973"/>
                  <a:gd name="connsiteX7" fmla="*/ 38142 w 39552"/>
                  <a:gd name="connsiteY7" fmla="*/ 4314 h 80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552" h="80973">
                    <a:moveTo>
                      <a:pt x="38142" y="4314"/>
                    </a:moveTo>
                    <a:cubicBezTo>
                      <a:pt x="33163" y="838"/>
                      <a:pt x="26868" y="-665"/>
                      <a:pt x="20856" y="274"/>
                    </a:cubicBezTo>
                    <a:cubicBezTo>
                      <a:pt x="19916" y="462"/>
                      <a:pt x="18789" y="650"/>
                      <a:pt x="18225" y="1402"/>
                    </a:cubicBezTo>
                    <a:cubicBezTo>
                      <a:pt x="17755" y="1965"/>
                      <a:pt x="17568" y="2623"/>
                      <a:pt x="17474" y="3375"/>
                    </a:cubicBezTo>
                    <a:cubicBezTo>
                      <a:pt x="11649" y="29303"/>
                      <a:pt x="9488" y="56172"/>
                      <a:pt x="0" y="80973"/>
                    </a:cubicBezTo>
                    <a:cubicBezTo>
                      <a:pt x="11179" y="72706"/>
                      <a:pt x="19446" y="60963"/>
                      <a:pt x="25459" y="48374"/>
                    </a:cubicBezTo>
                    <a:cubicBezTo>
                      <a:pt x="31471" y="35786"/>
                      <a:pt x="35323" y="22351"/>
                      <a:pt x="39081" y="8917"/>
                    </a:cubicBezTo>
                    <a:cubicBezTo>
                      <a:pt x="40209" y="6569"/>
                      <a:pt x="39081" y="4878"/>
                      <a:pt x="38142" y="4314"/>
                    </a:cubicBezTo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3" name="Forme libre : forme 2042">
                <a:extLst>
                  <a:ext uri="{FF2B5EF4-FFF2-40B4-BE49-F238E27FC236}">
                    <a16:creationId xmlns:a16="http://schemas.microsoft.com/office/drawing/2014/main" id="{CF53BB53-6959-4869-9402-4053474FF3E2}"/>
                  </a:ext>
                </a:extLst>
              </p:cNvPr>
              <p:cNvSpPr/>
              <p:nvPr/>
            </p:nvSpPr>
            <p:spPr>
              <a:xfrm>
                <a:off x="5349744" y="1361220"/>
                <a:ext cx="46351" cy="107236"/>
              </a:xfrm>
              <a:custGeom>
                <a:avLst/>
                <a:gdLst>
                  <a:gd name="connsiteX0" fmla="*/ 33681 w 46351"/>
                  <a:gd name="connsiteY0" fmla="*/ 327 h 107236"/>
                  <a:gd name="connsiteX1" fmla="*/ 32084 w 46351"/>
                  <a:gd name="connsiteY1" fmla="*/ 139 h 107236"/>
                  <a:gd name="connsiteX2" fmla="*/ 31521 w 46351"/>
                  <a:gd name="connsiteY2" fmla="*/ 985 h 107236"/>
                  <a:gd name="connsiteX3" fmla="*/ 424 w 46351"/>
                  <a:gd name="connsiteY3" fmla="*/ 100943 h 107236"/>
                  <a:gd name="connsiteX4" fmla="*/ 988 w 46351"/>
                  <a:gd name="connsiteY4" fmla="*/ 107237 h 107236"/>
                  <a:gd name="connsiteX5" fmla="*/ 10195 w 46351"/>
                  <a:gd name="connsiteY5" fmla="*/ 99721 h 107236"/>
                  <a:gd name="connsiteX6" fmla="*/ 26917 w 46351"/>
                  <a:gd name="connsiteY6" fmla="*/ 73605 h 107236"/>
                  <a:gd name="connsiteX7" fmla="*/ 32836 w 46351"/>
                  <a:gd name="connsiteY7" fmla="*/ 61298 h 107236"/>
                  <a:gd name="connsiteX8" fmla="*/ 36030 w 46351"/>
                  <a:gd name="connsiteY8" fmla="*/ 50682 h 107236"/>
                  <a:gd name="connsiteX9" fmla="*/ 44203 w 46351"/>
                  <a:gd name="connsiteY9" fmla="*/ 19868 h 107236"/>
                  <a:gd name="connsiteX10" fmla="*/ 45237 w 46351"/>
                  <a:gd name="connsiteY10" fmla="*/ 6716 h 107236"/>
                  <a:gd name="connsiteX11" fmla="*/ 33681 w 46351"/>
                  <a:gd name="connsiteY11" fmla="*/ 327 h 1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351" h="107236">
                    <a:moveTo>
                      <a:pt x="33681" y="327"/>
                    </a:moveTo>
                    <a:cubicBezTo>
                      <a:pt x="33212" y="45"/>
                      <a:pt x="32554" y="-142"/>
                      <a:pt x="32084" y="139"/>
                    </a:cubicBezTo>
                    <a:cubicBezTo>
                      <a:pt x="31802" y="327"/>
                      <a:pt x="31614" y="703"/>
                      <a:pt x="31521" y="985"/>
                    </a:cubicBezTo>
                    <a:cubicBezTo>
                      <a:pt x="18274" y="33302"/>
                      <a:pt x="7846" y="66840"/>
                      <a:pt x="424" y="100943"/>
                    </a:cubicBezTo>
                    <a:cubicBezTo>
                      <a:pt x="-45" y="103103"/>
                      <a:pt x="-421" y="105640"/>
                      <a:pt x="988" y="107237"/>
                    </a:cubicBezTo>
                    <a:cubicBezTo>
                      <a:pt x="4652" y="105546"/>
                      <a:pt x="7564" y="102728"/>
                      <a:pt x="10195" y="99721"/>
                    </a:cubicBezTo>
                    <a:cubicBezTo>
                      <a:pt x="16959" y="91924"/>
                      <a:pt x="21938" y="82717"/>
                      <a:pt x="26917" y="73605"/>
                    </a:cubicBezTo>
                    <a:cubicBezTo>
                      <a:pt x="29078" y="69565"/>
                      <a:pt x="31239" y="65619"/>
                      <a:pt x="32836" y="61298"/>
                    </a:cubicBezTo>
                    <a:cubicBezTo>
                      <a:pt x="34151" y="57822"/>
                      <a:pt x="35090" y="54252"/>
                      <a:pt x="36030" y="50682"/>
                    </a:cubicBezTo>
                    <a:cubicBezTo>
                      <a:pt x="38754" y="40442"/>
                      <a:pt x="41479" y="30108"/>
                      <a:pt x="44203" y="19868"/>
                    </a:cubicBezTo>
                    <a:cubicBezTo>
                      <a:pt x="45142" y="16298"/>
                      <a:pt x="47867" y="10098"/>
                      <a:pt x="45237" y="6716"/>
                    </a:cubicBezTo>
                    <a:cubicBezTo>
                      <a:pt x="42888" y="3709"/>
                      <a:pt x="37063" y="2018"/>
                      <a:pt x="33681" y="327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4" name="Forme libre : forme 2043">
                <a:extLst>
                  <a:ext uri="{FF2B5EF4-FFF2-40B4-BE49-F238E27FC236}">
                    <a16:creationId xmlns:a16="http://schemas.microsoft.com/office/drawing/2014/main" id="{482E9FA8-6A76-47D2-9559-3FBD41D7ACF0}"/>
                  </a:ext>
                </a:extLst>
              </p:cNvPr>
              <p:cNvSpPr/>
              <p:nvPr/>
            </p:nvSpPr>
            <p:spPr>
              <a:xfrm>
                <a:off x="5323770" y="1291934"/>
                <a:ext cx="37814" cy="109164"/>
              </a:xfrm>
              <a:custGeom>
                <a:avLst/>
                <a:gdLst>
                  <a:gd name="connsiteX0" fmla="*/ 27432 w 37814"/>
                  <a:gd name="connsiteY0" fmla="*/ 0 h 109164"/>
                  <a:gd name="connsiteX1" fmla="*/ 15595 w 37814"/>
                  <a:gd name="connsiteY1" fmla="*/ 44248 h 109164"/>
                  <a:gd name="connsiteX2" fmla="*/ 12589 w 37814"/>
                  <a:gd name="connsiteY2" fmla="*/ 56555 h 109164"/>
                  <a:gd name="connsiteX3" fmla="*/ 9019 w 37814"/>
                  <a:gd name="connsiteY3" fmla="*/ 71304 h 109164"/>
                  <a:gd name="connsiteX4" fmla="*/ 0 w 37814"/>
                  <a:gd name="connsiteY4" fmla="*/ 109164 h 109164"/>
                  <a:gd name="connsiteX5" fmla="*/ 26868 w 37814"/>
                  <a:gd name="connsiteY5" fmla="*/ 63695 h 109164"/>
                  <a:gd name="connsiteX6" fmla="*/ 35136 w 37814"/>
                  <a:gd name="connsiteY6" fmla="*/ 25741 h 109164"/>
                  <a:gd name="connsiteX7" fmla="*/ 37390 w 37814"/>
                  <a:gd name="connsiteY7" fmla="*/ 10334 h 109164"/>
                  <a:gd name="connsiteX8" fmla="*/ 27432 w 37814"/>
                  <a:gd name="connsiteY8" fmla="*/ 0 h 109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14" h="109164">
                    <a:moveTo>
                      <a:pt x="27432" y="0"/>
                    </a:moveTo>
                    <a:cubicBezTo>
                      <a:pt x="22829" y="14562"/>
                      <a:pt x="19165" y="29405"/>
                      <a:pt x="15595" y="44248"/>
                    </a:cubicBezTo>
                    <a:cubicBezTo>
                      <a:pt x="14562" y="48382"/>
                      <a:pt x="13622" y="52421"/>
                      <a:pt x="12589" y="56555"/>
                    </a:cubicBezTo>
                    <a:cubicBezTo>
                      <a:pt x="11368" y="61440"/>
                      <a:pt x="10240" y="66325"/>
                      <a:pt x="9019" y="71304"/>
                    </a:cubicBezTo>
                    <a:cubicBezTo>
                      <a:pt x="5919" y="83893"/>
                      <a:pt x="2912" y="96482"/>
                      <a:pt x="0" y="109164"/>
                    </a:cubicBezTo>
                    <a:cubicBezTo>
                      <a:pt x="13810" y="97797"/>
                      <a:pt x="21983" y="80887"/>
                      <a:pt x="26868" y="63695"/>
                    </a:cubicBezTo>
                    <a:cubicBezTo>
                      <a:pt x="30438" y="51200"/>
                      <a:pt x="32599" y="38424"/>
                      <a:pt x="35136" y="25741"/>
                    </a:cubicBezTo>
                    <a:cubicBezTo>
                      <a:pt x="35981" y="21419"/>
                      <a:pt x="38893" y="14749"/>
                      <a:pt x="37390" y="10334"/>
                    </a:cubicBezTo>
                    <a:cubicBezTo>
                      <a:pt x="36451" y="7985"/>
                      <a:pt x="27150" y="752"/>
                      <a:pt x="27432" y="0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45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6306153" y="2435530"/>
              <a:ext cx="352501" cy="1327379"/>
              <a:chOff x="6406949" y="1284280"/>
              <a:chExt cx="473013" cy="1781178"/>
            </a:xfrm>
            <a:solidFill>
              <a:schemeClr val="accent1"/>
            </a:solidFill>
          </p:grpSpPr>
          <p:sp>
            <p:nvSpPr>
              <p:cNvPr id="2046" name="Forme libre : forme 2045">
                <a:extLst>
                  <a:ext uri="{FF2B5EF4-FFF2-40B4-BE49-F238E27FC236}">
                    <a16:creationId xmlns:a16="http://schemas.microsoft.com/office/drawing/2014/main" id="{22441DB9-9216-4531-81CF-4D491171A3F7}"/>
                  </a:ext>
                </a:extLst>
              </p:cNvPr>
              <p:cNvSpPr/>
              <p:nvPr/>
            </p:nvSpPr>
            <p:spPr>
              <a:xfrm>
                <a:off x="6406949" y="1284280"/>
                <a:ext cx="473013" cy="1781178"/>
              </a:xfrm>
              <a:custGeom>
                <a:avLst/>
                <a:gdLst>
                  <a:gd name="connsiteX0" fmla="*/ 16073 w 473013"/>
                  <a:gd name="connsiteY0" fmla="*/ 1360934 h 1781178"/>
                  <a:gd name="connsiteX1" fmla="*/ 19925 w 473013"/>
                  <a:gd name="connsiteY1" fmla="*/ 1432426 h 1781178"/>
                  <a:gd name="connsiteX2" fmla="*/ 89726 w 473013"/>
                  <a:gd name="connsiteY2" fmla="*/ 1754189 h 1781178"/>
                  <a:gd name="connsiteX3" fmla="*/ 390633 w 473013"/>
                  <a:gd name="connsiteY3" fmla="*/ 1762550 h 1781178"/>
                  <a:gd name="connsiteX4" fmla="*/ 364892 w 473013"/>
                  <a:gd name="connsiteY4" fmla="*/ 1475172 h 1781178"/>
                  <a:gd name="connsiteX5" fmla="*/ 387533 w 473013"/>
                  <a:gd name="connsiteY5" fmla="*/ 1286154 h 1781178"/>
                  <a:gd name="connsiteX6" fmla="*/ 435915 w 473013"/>
                  <a:gd name="connsiteY6" fmla="*/ 1044809 h 1781178"/>
                  <a:gd name="connsiteX7" fmla="*/ 458555 w 473013"/>
                  <a:gd name="connsiteY7" fmla="*/ 915164 h 1781178"/>
                  <a:gd name="connsiteX8" fmla="*/ 467104 w 473013"/>
                  <a:gd name="connsiteY8" fmla="*/ 797263 h 1781178"/>
                  <a:gd name="connsiteX9" fmla="*/ 364047 w 473013"/>
                  <a:gd name="connsiteY9" fmla="*/ 602045 h 1781178"/>
                  <a:gd name="connsiteX10" fmla="*/ 290675 w 473013"/>
                  <a:gd name="connsiteY10" fmla="*/ 394332 h 1781178"/>
                  <a:gd name="connsiteX11" fmla="*/ 231302 w 473013"/>
                  <a:gd name="connsiteY11" fmla="*/ 183425 h 1781178"/>
                  <a:gd name="connsiteX12" fmla="*/ 204716 w 473013"/>
                  <a:gd name="connsiteY12" fmla="*/ 117851 h 1781178"/>
                  <a:gd name="connsiteX13" fmla="*/ 176062 w 473013"/>
                  <a:gd name="connsiteY13" fmla="*/ 1265 h 1781178"/>
                  <a:gd name="connsiteX14" fmla="*/ 157837 w 473013"/>
                  <a:gd name="connsiteY14" fmla="*/ 11129 h 1781178"/>
                  <a:gd name="connsiteX15" fmla="*/ 113025 w 473013"/>
                  <a:gd name="connsiteY15" fmla="*/ 76703 h 1781178"/>
                  <a:gd name="connsiteX16" fmla="*/ 80238 w 473013"/>
                  <a:gd name="connsiteY16" fmla="*/ 168300 h 1781178"/>
                  <a:gd name="connsiteX17" fmla="*/ 94800 w 473013"/>
                  <a:gd name="connsiteY17" fmla="*/ 283852 h 1781178"/>
                  <a:gd name="connsiteX18" fmla="*/ 99497 w 473013"/>
                  <a:gd name="connsiteY18" fmla="*/ 445250 h 1781178"/>
                  <a:gd name="connsiteX19" fmla="*/ 118755 w 473013"/>
                  <a:gd name="connsiteY19" fmla="*/ 529049 h 1781178"/>
                  <a:gd name="connsiteX20" fmla="*/ 133881 w 473013"/>
                  <a:gd name="connsiteY20" fmla="*/ 641502 h 1781178"/>
                  <a:gd name="connsiteX21" fmla="*/ 146375 w 473013"/>
                  <a:gd name="connsiteY21" fmla="*/ 744090 h 1781178"/>
                  <a:gd name="connsiteX22" fmla="*/ 111991 w 473013"/>
                  <a:gd name="connsiteY22" fmla="*/ 858609 h 1781178"/>
                  <a:gd name="connsiteX23" fmla="*/ 111146 w 473013"/>
                  <a:gd name="connsiteY23" fmla="*/ 893933 h 1781178"/>
                  <a:gd name="connsiteX24" fmla="*/ 55531 w 473013"/>
                  <a:gd name="connsiteY24" fmla="*/ 1041614 h 1781178"/>
                  <a:gd name="connsiteX25" fmla="*/ 103 w 473013"/>
                  <a:gd name="connsiteY25" fmla="*/ 1243127 h 1781178"/>
                  <a:gd name="connsiteX26" fmla="*/ 16073 w 473013"/>
                  <a:gd name="connsiteY26" fmla="*/ 1360934 h 1781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73013" h="1781178">
                    <a:moveTo>
                      <a:pt x="16073" y="1360934"/>
                    </a:moveTo>
                    <a:cubicBezTo>
                      <a:pt x="13913" y="1380005"/>
                      <a:pt x="14570" y="1403022"/>
                      <a:pt x="19925" y="1432426"/>
                    </a:cubicBezTo>
                    <a:cubicBezTo>
                      <a:pt x="36084" y="1520453"/>
                      <a:pt x="69434" y="1588657"/>
                      <a:pt x="89726" y="1754189"/>
                    </a:cubicBezTo>
                    <a:cubicBezTo>
                      <a:pt x="91230" y="1766590"/>
                      <a:pt x="309464" y="1803134"/>
                      <a:pt x="390633" y="1762550"/>
                    </a:cubicBezTo>
                    <a:cubicBezTo>
                      <a:pt x="390633" y="1762550"/>
                      <a:pt x="364892" y="1510307"/>
                      <a:pt x="364892" y="1475172"/>
                    </a:cubicBezTo>
                    <a:cubicBezTo>
                      <a:pt x="364892" y="1440036"/>
                      <a:pt x="371938" y="1354922"/>
                      <a:pt x="387533" y="1286154"/>
                    </a:cubicBezTo>
                    <a:cubicBezTo>
                      <a:pt x="403128" y="1217386"/>
                      <a:pt x="428963" y="1077596"/>
                      <a:pt x="435915" y="1044809"/>
                    </a:cubicBezTo>
                    <a:cubicBezTo>
                      <a:pt x="442960" y="1012022"/>
                      <a:pt x="451510" y="933859"/>
                      <a:pt x="458555" y="915164"/>
                    </a:cubicBezTo>
                    <a:cubicBezTo>
                      <a:pt x="465601" y="896375"/>
                      <a:pt x="481666" y="831553"/>
                      <a:pt x="467104" y="797263"/>
                    </a:cubicBezTo>
                    <a:cubicBezTo>
                      <a:pt x="449630" y="756115"/>
                      <a:pt x="384339" y="672316"/>
                      <a:pt x="364047" y="602045"/>
                    </a:cubicBezTo>
                    <a:cubicBezTo>
                      <a:pt x="343754" y="531774"/>
                      <a:pt x="307773" y="433319"/>
                      <a:pt x="290675" y="394332"/>
                    </a:cubicBezTo>
                    <a:cubicBezTo>
                      <a:pt x="273577" y="355345"/>
                      <a:pt x="242294" y="216306"/>
                      <a:pt x="231302" y="183425"/>
                    </a:cubicBezTo>
                    <a:cubicBezTo>
                      <a:pt x="220404" y="150638"/>
                      <a:pt x="214110" y="127152"/>
                      <a:pt x="204716" y="117851"/>
                    </a:cubicBezTo>
                    <a:cubicBezTo>
                      <a:pt x="204716" y="117851"/>
                      <a:pt x="181323" y="6902"/>
                      <a:pt x="176062" y="1265"/>
                    </a:cubicBezTo>
                    <a:cubicBezTo>
                      <a:pt x="170895" y="-4465"/>
                      <a:pt x="157837" y="11129"/>
                      <a:pt x="157837" y="11129"/>
                    </a:cubicBezTo>
                    <a:cubicBezTo>
                      <a:pt x="157837" y="11129"/>
                      <a:pt x="107294" y="-2962"/>
                      <a:pt x="113025" y="76703"/>
                    </a:cubicBezTo>
                    <a:cubicBezTo>
                      <a:pt x="113025" y="76703"/>
                      <a:pt x="66146" y="95492"/>
                      <a:pt x="80238" y="168300"/>
                    </a:cubicBezTo>
                    <a:cubicBezTo>
                      <a:pt x="94330" y="241107"/>
                      <a:pt x="94800" y="283852"/>
                      <a:pt x="94800" y="283852"/>
                    </a:cubicBezTo>
                    <a:cubicBezTo>
                      <a:pt x="94800" y="283852"/>
                      <a:pt x="70374" y="330731"/>
                      <a:pt x="99497" y="445250"/>
                    </a:cubicBezTo>
                    <a:cubicBezTo>
                      <a:pt x="104758" y="465824"/>
                      <a:pt x="115092" y="504624"/>
                      <a:pt x="118755" y="529049"/>
                    </a:cubicBezTo>
                    <a:cubicBezTo>
                      <a:pt x="122419" y="553475"/>
                      <a:pt x="133881" y="623277"/>
                      <a:pt x="133881" y="641502"/>
                    </a:cubicBezTo>
                    <a:cubicBezTo>
                      <a:pt x="133881" y="659727"/>
                      <a:pt x="146375" y="744090"/>
                      <a:pt x="146375" y="744090"/>
                    </a:cubicBezTo>
                    <a:cubicBezTo>
                      <a:pt x="146375" y="744090"/>
                      <a:pt x="110488" y="819622"/>
                      <a:pt x="111991" y="858609"/>
                    </a:cubicBezTo>
                    <a:cubicBezTo>
                      <a:pt x="112461" y="869695"/>
                      <a:pt x="111898" y="881908"/>
                      <a:pt x="111146" y="893933"/>
                    </a:cubicBezTo>
                    <a:cubicBezTo>
                      <a:pt x="111146" y="893933"/>
                      <a:pt x="65676" y="1011082"/>
                      <a:pt x="55531" y="1041614"/>
                    </a:cubicBezTo>
                    <a:cubicBezTo>
                      <a:pt x="45384" y="1072053"/>
                      <a:pt x="1606" y="1202543"/>
                      <a:pt x="103" y="1243127"/>
                    </a:cubicBezTo>
                    <a:cubicBezTo>
                      <a:pt x="-1494" y="1283805"/>
                      <a:pt x="16073" y="1360934"/>
                      <a:pt x="16073" y="1360934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7" name="Forme libre : forme 2046">
                <a:extLst>
                  <a:ext uri="{FF2B5EF4-FFF2-40B4-BE49-F238E27FC236}">
                    <a16:creationId xmlns:a16="http://schemas.microsoft.com/office/drawing/2014/main" id="{2DFAAE5A-43B4-4FB3-97FC-924AB7147D7E}"/>
                  </a:ext>
                </a:extLst>
              </p:cNvPr>
              <p:cNvSpPr/>
              <p:nvPr/>
            </p:nvSpPr>
            <p:spPr>
              <a:xfrm>
                <a:off x="6429411" y="2217388"/>
                <a:ext cx="94227" cy="397200"/>
              </a:xfrm>
              <a:custGeom>
                <a:avLst/>
                <a:gdLst>
                  <a:gd name="connsiteX0" fmla="*/ 86524 w 94227"/>
                  <a:gd name="connsiteY0" fmla="*/ 0 h 397200"/>
                  <a:gd name="connsiteX1" fmla="*/ 86336 w 94227"/>
                  <a:gd name="connsiteY1" fmla="*/ 13810 h 397200"/>
                  <a:gd name="connsiteX2" fmla="*/ 87463 w 94227"/>
                  <a:gd name="connsiteY2" fmla="*/ 20762 h 397200"/>
                  <a:gd name="connsiteX3" fmla="*/ 91409 w 94227"/>
                  <a:gd name="connsiteY3" fmla="*/ 27150 h 397200"/>
                  <a:gd name="connsiteX4" fmla="*/ 91315 w 94227"/>
                  <a:gd name="connsiteY4" fmla="*/ 25083 h 397200"/>
                  <a:gd name="connsiteX5" fmla="*/ 65950 w 94227"/>
                  <a:gd name="connsiteY5" fmla="*/ 66983 h 397200"/>
                  <a:gd name="connsiteX6" fmla="*/ 61064 w 94227"/>
                  <a:gd name="connsiteY6" fmla="*/ 91221 h 397200"/>
                  <a:gd name="connsiteX7" fmla="*/ 59279 w 94227"/>
                  <a:gd name="connsiteY7" fmla="*/ 115365 h 397200"/>
                  <a:gd name="connsiteX8" fmla="*/ 46221 w 94227"/>
                  <a:gd name="connsiteY8" fmla="*/ 210719 h 397200"/>
                  <a:gd name="connsiteX9" fmla="*/ 29123 w 94227"/>
                  <a:gd name="connsiteY9" fmla="*/ 305604 h 397200"/>
                  <a:gd name="connsiteX10" fmla="*/ 16628 w 94227"/>
                  <a:gd name="connsiteY10" fmla="*/ 351731 h 397200"/>
                  <a:gd name="connsiteX11" fmla="*/ 0 w 94227"/>
                  <a:gd name="connsiteY11" fmla="*/ 397200 h 397200"/>
                  <a:gd name="connsiteX12" fmla="*/ 20574 w 94227"/>
                  <a:gd name="connsiteY12" fmla="*/ 353516 h 397200"/>
                  <a:gd name="connsiteX13" fmla="*/ 35793 w 94227"/>
                  <a:gd name="connsiteY13" fmla="*/ 307201 h 397200"/>
                  <a:gd name="connsiteX14" fmla="*/ 55428 w 94227"/>
                  <a:gd name="connsiteY14" fmla="*/ 212222 h 397200"/>
                  <a:gd name="connsiteX15" fmla="*/ 67359 w 94227"/>
                  <a:gd name="connsiteY15" fmla="*/ 115928 h 397200"/>
                  <a:gd name="connsiteX16" fmla="*/ 68110 w 94227"/>
                  <a:gd name="connsiteY16" fmla="*/ 91785 h 397200"/>
                  <a:gd name="connsiteX17" fmla="*/ 71586 w 94227"/>
                  <a:gd name="connsiteY17" fmla="*/ 68486 h 397200"/>
                  <a:gd name="connsiteX18" fmla="*/ 93006 w 94227"/>
                  <a:gd name="connsiteY18" fmla="*/ 27056 h 397200"/>
                  <a:gd name="connsiteX19" fmla="*/ 94227 w 94227"/>
                  <a:gd name="connsiteY19" fmla="*/ 25835 h 397200"/>
                  <a:gd name="connsiteX20" fmla="*/ 92912 w 94227"/>
                  <a:gd name="connsiteY20" fmla="*/ 24989 h 397200"/>
                  <a:gd name="connsiteX21" fmla="*/ 87839 w 94227"/>
                  <a:gd name="connsiteY21" fmla="*/ 13622 h 397200"/>
                  <a:gd name="connsiteX22" fmla="*/ 86524 w 94227"/>
                  <a:gd name="connsiteY22" fmla="*/ 0 h 39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4227" h="397200">
                    <a:moveTo>
                      <a:pt x="86524" y="0"/>
                    </a:moveTo>
                    <a:cubicBezTo>
                      <a:pt x="86242" y="4603"/>
                      <a:pt x="86054" y="9207"/>
                      <a:pt x="86336" y="13810"/>
                    </a:cubicBezTo>
                    <a:cubicBezTo>
                      <a:pt x="86524" y="16159"/>
                      <a:pt x="86806" y="18413"/>
                      <a:pt x="87463" y="20762"/>
                    </a:cubicBezTo>
                    <a:cubicBezTo>
                      <a:pt x="88121" y="23017"/>
                      <a:pt x="89154" y="25459"/>
                      <a:pt x="91409" y="27150"/>
                    </a:cubicBezTo>
                    <a:lnTo>
                      <a:pt x="91315" y="25083"/>
                    </a:lnTo>
                    <a:cubicBezTo>
                      <a:pt x="78632" y="36075"/>
                      <a:pt x="70835" y="51200"/>
                      <a:pt x="65950" y="66983"/>
                    </a:cubicBezTo>
                    <a:cubicBezTo>
                      <a:pt x="63601" y="74874"/>
                      <a:pt x="62098" y="83048"/>
                      <a:pt x="61064" y="91221"/>
                    </a:cubicBezTo>
                    <a:lnTo>
                      <a:pt x="59279" y="115365"/>
                    </a:lnTo>
                    <a:cubicBezTo>
                      <a:pt x="56367" y="147212"/>
                      <a:pt x="51200" y="179060"/>
                      <a:pt x="46221" y="210719"/>
                    </a:cubicBezTo>
                    <a:cubicBezTo>
                      <a:pt x="40960" y="242473"/>
                      <a:pt x="35418" y="274132"/>
                      <a:pt x="29123" y="305604"/>
                    </a:cubicBezTo>
                    <a:cubicBezTo>
                      <a:pt x="25835" y="321293"/>
                      <a:pt x="22641" y="336981"/>
                      <a:pt x="16628" y="351731"/>
                    </a:cubicBezTo>
                    <a:cubicBezTo>
                      <a:pt x="10804" y="366574"/>
                      <a:pt x="3758" y="381418"/>
                      <a:pt x="0" y="397200"/>
                    </a:cubicBezTo>
                    <a:cubicBezTo>
                      <a:pt x="5637" y="382075"/>
                      <a:pt x="13340" y="367984"/>
                      <a:pt x="20574" y="353516"/>
                    </a:cubicBezTo>
                    <a:cubicBezTo>
                      <a:pt x="27808" y="338766"/>
                      <a:pt x="31659" y="322702"/>
                      <a:pt x="35793" y="307201"/>
                    </a:cubicBezTo>
                    <a:cubicBezTo>
                      <a:pt x="43967" y="275823"/>
                      <a:pt x="49885" y="244070"/>
                      <a:pt x="55428" y="212222"/>
                    </a:cubicBezTo>
                    <a:cubicBezTo>
                      <a:pt x="60595" y="180281"/>
                      <a:pt x="65386" y="148340"/>
                      <a:pt x="67359" y="115928"/>
                    </a:cubicBezTo>
                    <a:cubicBezTo>
                      <a:pt x="67922" y="107755"/>
                      <a:pt x="67735" y="99582"/>
                      <a:pt x="68110" y="91785"/>
                    </a:cubicBezTo>
                    <a:cubicBezTo>
                      <a:pt x="68674" y="83987"/>
                      <a:pt x="69707" y="76096"/>
                      <a:pt x="71586" y="68486"/>
                    </a:cubicBezTo>
                    <a:cubicBezTo>
                      <a:pt x="75626" y="53455"/>
                      <a:pt x="82108" y="38330"/>
                      <a:pt x="93006" y="27056"/>
                    </a:cubicBezTo>
                    <a:lnTo>
                      <a:pt x="94227" y="25835"/>
                    </a:lnTo>
                    <a:lnTo>
                      <a:pt x="92912" y="24989"/>
                    </a:lnTo>
                    <a:cubicBezTo>
                      <a:pt x="89718" y="22923"/>
                      <a:pt x="88591" y="17944"/>
                      <a:pt x="87839" y="13622"/>
                    </a:cubicBezTo>
                    <a:cubicBezTo>
                      <a:pt x="86993" y="9113"/>
                      <a:pt x="86712" y="4603"/>
                      <a:pt x="8652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8" name="Forme libre : forme 2047">
                <a:extLst>
                  <a:ext uri="{FF2B5EF4-FFF2-40B4-BE49-F238E27FC236}">
                    <a16:creationId xmlns:a16="http://schemas.microsoft.com/office/drawing/2014/main" id="{7D1287F4-BFE5-4785-B1AB-49C5315C192B}"/>
                  </a:ext>
                </a:extLst>
              </p:cNvPr>
              <p:cNvSpPr/>
              <p:nvPr/>
            </p:nvSpPr>
            <p:spPr>
              <a:xfrm>
                <a:off x="6406949" y="1284280"/>
                <a:ext cx="473013" cy="1762550"/>
              </a:xfrm>
              <a:custGeom>
                <a:avLst/>
                <a:gdLst>
                  <a:gd name="connsiteX0" fmla="*/ 390633 w 473013"/>
                  <a:gd name="connsiteY0" fmla="*/ 1762550 h 1762550"/>
                  <a:gd name="connsiteX1" fmla="*/ 364892 w 473013"/>
                  <a:gd name="connsiteY1" fmla="*/ 1475172 h 1762550"/>
                  <a:gd name="connsiteX2" fmla="*/ 387533 w 473013"/>
                  <a:gd name="connsiteY2" fmla="*/ 1286154 h 1762550"/>
                  <a:gd name="connsiteX3" fmla="*/ 435915 w 473013"/>
                  <a:gd name="connsiteY3" fmla="*/ 1044809 h 1762550"/>
                  <a:gd name="connsiteX4" fmla="*/ 458555 w 473013"/>
                  <a:gd name="connsiteY4" fmla="*/ 915164 h 1762550"/>
                  <a:gd name="connsiteX5" fmla="*/ 467104 w 473013"/>
                  <a:gd name="connsiteY5" fmla="*/ 797263 h 1762550"/>
                  <a:gd name="connsiteX6" fmla="*/ 364047 w 473013"/>
                  <a:gd name="connsiteY6" fmla="*/ 602045 h 1762550"/>
                  <a:gd name="connsiteX7" fmla="*/ 290675 w 473013"/>
                  <a:gd name="connsiteY7" fmla="*/ 394332 h 1762550"/>
                  <a:gd name="connsiteX8" fmla="*/ 231302 w 473013"/>
                  <a:gd name="connsiteY8" fmla="*/ 183425 h 1762550"/>
                  <a:gd name="connsiteX9" fmla="*/ 204716 w 473013"/>
                  <a:gd name="connsiteY9" fmla="*/ 117851 h 1762550"/>
                  <a:gd name="connsiteX10" fmla="*/ 176062 w 473013"/>
                  <a:gd name="connsiteY10" fmla="*/ 1265 h 1762550"/>
                  <a:gd name="connsiteX11" fmla="*/ 157837 w 473013"/>
                  <a:gd name="connsiteY11" fmla="*/ 11129 h 1762550"/>
                  <a:gd name="connsiteX12" fmla="*/ 113025 w 473013"/>
                  <a:gd name="connsiteY12" fmla="*/ 76703 h 1762550"/>
                  <a:gd name="connsiteX13" fmla="*/ 80238 w 473013"/>
                  <a:gd name="connsiteY13" fmla="*/ 168300 h 1762550"/>
                  <a:gd name="connsiteX14" fmla="*/ 94800 w 473013"/>
                  <a:gd name="connsiteY14" fmla="*/ 283852 h 1762550"/>
                  <a:gd name="connsiteX15" fmla="*/ 99497 w 473013"/>
                  <a:gd name="connsiteY15" fmla="*/ 445250 h 1762550"/>
                  <a:gd name="connsiteX16" fmla="*/ 118755 w 473013"/>
                  <a:gd name="connsiteY16" fmla="*/ 529049 h 1762550"/>
                  <a:gd name="connsiteX17" fmla="*/ 133881 w 473013"/>
                  <a:gd name="connsiteY17" fmla="*/ 641502 h 1762550"/>
                  <a:gd name="connsiteX18" fmla="*/ 146375 w 473013"/>
                  <a:gd name="connsiteY18" fmla="*/ 744090 h 1762550"/>
                  <a:gd name="connsiteX19" fmla="*/ 111991 w 473013"/>
                  <a:gd name="connsiteY19" fmla="*/ 858609 h 1762550"/>
                  <a:gd name="connsiteX20" fmla="*/ 111146 w 473013"/>
                  <a:gd name="connsiteY20" fmla="*/ 893933 h 1762550"/>
                  <a:gd name="connsiteX21" fmla="*/ 55531 w 473013"/>
                  <a:gd name="connsiteY21" fmla="*/ 1041614 h 1762550"/>
                  <a:gd name="connsiteX22" fmla="*/ 103 w 473013"/>
                  <a:gd name="connsiteY22" fmla="*/ 1243127 h 1762550"/>
                  <a:gd name="connsiteX23" fmla="*/ 16073 w 473013"/>
                  <a:gd name="connsiteY23" fmla="*/ 1360934 h 1762550"/>
                  <a:gd name="connsiteX24" fmla="*/ 19925 w 473013"/>
                  <a:gd name="connsiteY24" fmla="*/ 1432426 h 1762550"/>
                  <a:gd name="connsiteX25" fmla="*/ 89726 w 473013"/>
                  <a:gd name="connsiteY25" fmla="*/ 1754189 h 1762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73013" h="1762550">
                    <a:moveTo>
                      <a:pt x="390633" y="1762550"/>
                    </a:moveTo>
                    <a:cubicBezTo>
                      <a:pt x="390633" y="1762550"/>
                      <a:pt x="364892" y="1510307"/>
                      <a:pt x="364892" y="1475172"/>
                    </a:cubicBezTo>
                    <a:cubicBezTo>
                      <a:pt x="364892" y="1440036"/>
                      <a:pt x="371938" y="1354922"/>
                      <a:pt x="387533" y="1286154"/>
                    </a:cubicBezTo>
                    <a:cubicBezTo>
                      <a:pt x="403128" y="1217386"/>
                      <a:pt x="428963" y="1077596"/>
                      <a:pt x="435915" y="1044809"/>
                    </a:cubicBezTo>
                    <a:cubicBezTo>
                      <a:pt x="442960" y="1012022"/>
                      <a:pt x="451510" y="933859"/>
                      <a:pt x="458555" y="915164"/>
                    </a:cubicBezTo>
                    <a:cubicBezTo>
                      <a:pt x="465601" y="896375"/>
                      <a:pt x="481666" y="831553"/>
                      <a:pt x="467104" y="797263"/>
                    </a:cubicBezTo>
                    <a:cubicBezTo>
                      <a:pt x="449630" y="756115"/>
                      <a:pt x="384339" y="672316"/>
                      <a:pt x="364047" y="602045"/>
                    </a:cubicBezTo>
                    <a:cubicBezTo>
                      <a:pt x="343754" y="531774"/>
                      <a:pt x="307773" y="433319"/>
                      <a:pt x="290675" y="394332"/>
                    </a:cubicBezTo>
                    <a:cubicBezTo>
                      <a:pt x="273577" y="355345"/>
                      <a:pt x="242294" y="216306"/>
                      <a:pt x="231302" y="183425"/>
                    </a:cubicBezTo>
                    <a:cubicBezTo>
                      <a:pt x="220404" y="150638"/>
                      <a:pt x="214110" y="127152"/>
                      <a:pt x="204716" y="117851"/>
                    </a:cubicBezTo>
                    <a:cubicBezTo>
                      <a:pt x="204716" y="117851"/>
                      <a:pt x="181323" y="6902"/>
                      <a:pt x="176062" y="1265"/>
                    </a:cubicBezTo>
                    <a:cubicBezTo>
                      <a:pt x="170895" y="-4465"/>
                      <a:pt x="157837" y="11129"/>
                      <a:pt x="157837" y="11129"/>
                    </a:cubicBezTo>
                    <a:cubicBezTo>
                      <a:pt x="157837" y="11129"/>
                      <a:pt x="107294" y="-2962"/>
                      <a:pt x="113025" y="76703"/>
                    </a:cubicBezTo>
                    <a:cubicBezTo>
                      <a:pt x="113025" y="76703"/>
                      <a:pt x="66146" y="95492"/>
                      <a:pt x="80238" y="168300"/>
                    </a:cubicBezTo>
                    <a:cubicBezTo>
                      <a:pt x="94330" y="241107"/>
                      <a:pt x="94800" y="283852"/>
                      <a:pt x="94800" y="283852"/>
                    </a:cubicBezTo>
                    <a:cubicBezTo>
                      <a:pt x="94800" y="283852"/>
                      <a:pt x="70374" y="330731"/>
                      <a:pt x="99497" y="445250"/>
                    </a:cubicBezTo>
                    <a:cubicBezTo>
                      <a:pt x="104758" y="465824"/>
                      <a:pt x="115092" y="504624"/>
                      <a:pt x="118755" y="529049"/>
                    </a:cubicBezTo>
                    <a:cubicBezTo>
                      <a:pt x="122419" y="553475"/>
                      <a:pt x="133881" y="623277"/>
                      <a:pt x="133881" y="641502"/>
                    </a:cubicBezTo>
                    <a:cubicBezTo>
                      <a:pt x="133881" y="659727"/>
                      <a:pt x="146375" y="744090"/>
                      <a:pt x="146375" y="744090"/>
                    </a:cubicBezTo>
                    <a:cubicBezTo>
                      <a:pt x="146375" y="744090"/>
                      <a:pt x="110488" y="819622"/>
                      <a:pt x="111991" y="858609"/>
                    </a:cubicBezTo>
                    <a:cubicBezTo>
                      <a:pt x="112461" y="869695"/>
                      <a:pt x="111898" y="881908"/>
                      <a:pt x="111146" y="893933"/>
                    </a:cubicBezTo>
                    <a:cubicBezTo>
                      <a:pt x="111146" y="893933"/>
                      <a:pt x="65676" y="1011082"/>
                      <a:pt x="55531" y="1041614"/>
                    </a:cubicBezTo>
                    <a:cubicBezTo>
                      <a:pt x="45384" y="1072053"/>
                      <a:pt x="1606" y="1202543"/>
                      <a:pt x="103" y="1243127"/>
                    </a:cubicBezTo>
                    <a:cubicBezTo>
                      <a:pt x="-1494" y="1283711"/>
                      <a:pt x="16073" y="1360934"/>
                      <a:pt x="16073" y="1360934"/>
                    </a:cubicBezTo>
                    <a:cubicBezTo>
                      <a:pt x="13913" y="1380005"/>
                      <a:pt x="14570" y="1403022"/>
                      <a:pt x="19925" y="1432426"/>
                    </a:cubicBezTo>
                    <a:cubicBezTo>
                      <a:pt x="36084" y="1520453"/>
                      <a:pt x="69434" y="1588657"/>
                      <a:pt x="89726" y="1754189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9" name="Forme libre : forme 2048">
                <a:extLst>
                  <a:ext uri="{FF2B5EF4-FFF2-40B4-BE49-F238E27FC236}">
                    <a16:creationId xmlns:a16="http://schemas.microsoft.com/office/drawing/2014/main" id="{EF908C76-959A-4156-AC98-0B2080B0B050}"/>
                  </a:ext>
                </a:extLst>
              </p:cNvPr>
              <p:cNvSpPr/>
              <p:nvPr/>
            </p:nvSpPr>
            <p:spPr>
              <a:xfrm>
                <a:off x="6519974" y="1354371"/>
                <a:ext cx="302837" cy="851649"/>
              </a:xfrm>
              <a:custGeom>
                <a:avLst/>
                <a:gdLst>
                  <a:gd name="connsiteX0" fmla="*/ 0 w 302837"/>
                  <a:gd name="connsiteY0" fmla="*/ 6519 h 851649"/>
                  <a:gd name="connsiteX1" fmla="*/ 8831 w 302837"/>
                  <a:gd name="connsiteY1" fmla="*/ 6519 h 851649"/>
                  <a:gd name="connsiteX2" fmla="*/ 30344 w 302837"/>
                  <a:gd name="connsiteY2" fmla="*/ 412 h 851649"/>
                  <a:gd name="connsiteX3" fmla="*/ 65480 w 302837"/>
                  <a:gd name="connsiteY3" fmla="*/ 109389 h 851649"/>
                  <a:gd name="connsiteX4" fmla="*/ 91691 w 302837"/>
                  <a:gd name="connsiteY4" fmla="*/ 184357 h 851649"/>
                  <a:gd name="connsiteX5" fmla="*/ 137348 w 302837"/>
                  <a:gd name="connsiteY5" fmla="*/ 331569 h 851649"/>
                  <a:gd name="connsiteX6" fmla="*/ 179154 w 302837"/>
                  <a:gd name="connsiteY6" fmla="*/ 443270 h 851649"/>
                  <a:gd name="connsiteX7" fmla="*/ 219362 w 302837"/>
                  <a:gd name="connsiteY7" fmla="*/ 561171 h 851649"/>
                  <a:gd name="connsiteX8" fmla="*/ 267744 w 302837"/>
                  <a:gd name="connsiteY8" fmla="*/ 696264 h 851649"/>
                  <a:gd name="connsiteX9" fmla="*/ 302128 w 302837"/>
                  <a:gd name="connsiteY9" fmla="*/ 793498 h 851649"/>
                  <a:gd name="connsiteX10" fmla="*/ 302128 w 302837"/>
                  <a:gd name="connsiteY10" fmla="*/ 851650 h 85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837" h="851649">
                    <a:moveTo>
                      <a:pt x="0" y="6519"/>
                    </a:moveTo>
                    <a:lnTo>
                      <a:pt x="8831" y="6519"/>
                    </a:lnTo>
                    <a:cubicBezTo>
                      <a:pt x="8831" y="6519"/>
                      <a:pt x="24426" y="-1936"/>
                      <a:pt x="30344" y="412"/>
                    </a:cubicBezTo>
                    <a:cubicBezTo>
                      <a:pt x="36263" y="2761"/>
                      <a:pt x="60783" y="76602"/>
                      <a:pt x="65480" y="109389"/>
                    </a:cubicBezTo>
                    <a:cubicBezTo>
                      <a:pt x="65480" y="109389"/>
                      <a:pt x="81450" y="147248"/>
                      <a:pt x="91691" y="184357"/>
                    </a:cubicBezTo>
                    <a:cubicBezTo>
                      <a:pt x="101931" y="221465"/>
                      <a:pt x="129175" y="304607"/>
                      <a:pt x="137348" y="331569"/>
                    </a:cubicBezTo>
                    <a:cubicBezTo>
                      <a:pt x="145521" y="358531"/>
                      <a:pt x="168162" y="415932"/>
                      <a:pt x="179154" y="443270"/>
                    </a:cubicBezTo>
                    <a:cubicBezTo>
                      <a:pt x="190051" y="470608"/>
                      <a:pt x="211940" y="528760"/>
                      <a:pt x="219362" y="561171"/>
                    </a:cubicBezTo>
                    <a:cubicBezTo>
                      <a:pt x="226784" y="593582"/>
                      <a:pt x="257598" y="669772"/>
                      <a:pt x="267744" y="696264"/>
                    </a:cubicBezTo>
                    <a:cubicBezTo>
                      <a:pt x="277890" y="722851"/>
                      <a:pt x="300531" y="774802"/>
                      <a:pt x="302128" y="793498"/>
                    </a:cubicBezTo>
                    <a:cubicBezTo>
                      <a:pt x="303725" y="812287"/>
                      <a:pt x="302128" y="851650"/>
                      <a:pt x="302128" y="851650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0" name="Forme libre : forme 2049">
                <a:extLst>
                  <a:ext uri="{FF2B5EF4-FFF2-40B4-BE49-F238E27FC236}">
                    <a16:creationId xmlns:a16="http://schemas.microsoft.com/office/drawing/2014/main" id="{7D62B633-9EAE-4802-A9CE-82B59FC1C077}"/>
                  </a:ext>
                </a:extLst>
              </p:cNvPr>
              <p:cNvSpPr/>
              <p:nvPr/>
            </p:nvSpPr>
            <p:spPr>
              <a:xfrm>
                <a:off x="6501749" y="1531631"/>
                <a:ext cx="210249" cy="547563"/>
              </a:xfrm>
              <a:custGeom>
                <a:avLst/>
                <a:gdLst>
                  <a:gd name="connsiteX0" fmla="*/ 0 w 210249"/>
                  <a:gd name="connsiteY0" fmla="*/ 36502 h 547563"/>
                  <a:gd name="connsiteX1" fmla="*/ 36451 w 210249"/>
                  <a:gd name="connsiteY1" fmla="*/ 7097 h 547563"/>
                  <a:gd name="connsiteX2" fmla="*/ 69613 w 210249"/>
                  <a:gd name="connsiteY2" fmla="*/ 5500 h 547563"/>
                  <a:gd name="connsiteX3" fmla="*/ 88778 w 210249"/>
                  <a:gd name="connsiteY3" fmla="*/ 91836 h 547563"/>
                  <a:gd name="connsiteX4" fmla="*/ 113392 w 210249"/>
                  <a:gd name="connsiteY4" fmla="*/ 188693 h 547563"/>
                  <a:gd name="connsiteX5" fmla="*/ 150876 w 210249"/>
                  <a:gd name="connsiteY5" fmla="*/ 298421 h 547563"/>
                  <a:gd name="connsiteX6" fmla="*/ 197379 w 210249"/>
                  <a:gd name="connsiteY6" fmla="*/ 485842 h 547563"/>
                  <a:gd name="connsiteX7" fmla="*/ 210249 w 210249"/>
                  <a:gd name="connsiteY7" fmla="*/ 547564 h 54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0249" h="547563">
                    <a:moveTo>
                      <a:pt x="0" y="36502"/>
                    </a:moveTo>
                    <a:cubicBezTo>
                      <a:pt x="0" y="36502"/>
                      <a:pt x="17286" y="10949"/>
                      <a:pt x="36451" y="7097"/>
                    </a:cubicBezTo>
                    <a:cubicBezTo>
                      <a:pt x="36451" y="7097"/>
                      <a:pt x="54394" y="-7746"/>
                      <a:pt x="69613" y="5500"/>
                    </a:cubicBezTo>
                    <a:cubicBezTo>
                      <a:pt x="69613" y="5500"/>
                      <a:pt x="86805" y="76992"/>
                      <a:pt x="88778" y="91836"/>
                    </a:cubicBezTo>
                    <a:cubicBezTo>
                      <a:pt x="88778" y="91836"/>
                      <a:pt x="107943" y="166804"/>
                      <a:pt x="113392" y="188693"/>
                    </a:cubicBezTo>
                    <a:cubicBezTo>
                      <a:pt x="118841" y="210582"/>
                      <a:pt x="145051" y="279256"/>
                      <a:pt x="150876" y="298421"/>
                    </a:cubicBezTo>
                    <a:cubicBezTo>
                      <a:pt x="156701" y="317586"/>
                      <a:pt x="194654" y="472595"/>
                      <a:pt x="197379" y="485842"/>
                    </a:cubicBezTo>
                    <a:cubicBezTo>
                      <a:pt x="200103" y="499088"/>
                      <a:pt x="210249" y="547564"/>
                      <a:pt x="210249" y="547564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1" name="Forme libre : forme 2050">
                <a:extLst>
                  <a:ext uri="{FF2B5EF4-FFF2-40B4-BE49-F238E27FC236}">
                    <a16:creationId xmlns:a16="http://schemas.microsoft.com/office/drawing/2014/main" id="{A7AE313D-7447-4BFA-8193-C7EA0BC866E7}"/>
                  </a:ext>
                </a:extLst>
              </p:cNvPr>
              <p:cNvSpPr/>
              <p:nvPr/>
            </p:nvSpPr>
            <p:spPr>
              <a:xfrm>
                <a:off x="6714506" y="2098641"/>
                <a:ext cx="10516" cy="77692"/>
              </a:xfrm>
              <a:custGeom>
                <a:avLst/>
                <a:gdLst>
                  <a:gd name="connsiteX0" fmla="*/ 1062 w 10516"/>
                  <a:gd name="connsiteY0" fmla="*/ 0 h 77692"/>
                  <a:gd name="connsiteX1" fmla="*/ 780 w 10516"/>
                  <a:gd name="connsiteY1" fmla="*/ 39081 h 77692"/>
                  <a:gd name="connsiteX2" fmla="*/ 5666 w 10516"/>
                  <a:gd name="connsiteY2" fmla="*/ 77693 h 77692"/>
                  <a:gd name="connsiteX3" fmla="*/ 10081 w 10516"/>
                  <a:gd name="connsiteY3" fmla="*/ 58152 h 77692"/>
                  <a:gd name="connsiteX4" fmla="*/ 10175 w 10516"/>
                  <a:gd name="connsiteY4" fmla="*/ 38330 h 77692"/>
                  <a:gd name="connsiteX5" fmla="*/ 1062 w 10516"/>
                  <a:gd name="connsiteY5" fmla="*/ 0 h 77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516" h="77692">
                    <a:moveTo>
                      <a:pt x="1062" y="0"/>
                    </a:moveTo>
                    <a:cubicBezTo>
                      <a:pt x="-629" y="13434"/>
                      <a:pt x="29" y="26305"/>
                      <a:pt x="780" y="39081"/>
                    </a:cubicBezTo>
                    <a:cubicBezTo>
                      <a:pt x="1814" y="51952"/>
                      <a:pt x="3317" y="64446"/>
                      <a:pt x="5666" y="77693"/>
                    </a:cubicBezTo>
                    <a:cubicBezTo>
                      <a:pt x="8296" y="71398"/>
                      <a:pt x="9423" y="64728"/>
                      <a:pt x="10081" y="58152"/>
                    </a:cubicBezTo>
                    <a:cubicBezTo>
                      <a:pt x="10739" y="51576"/>
                      <a:pt x="10551" y="44906"/>
                      <a:pt x="10175" y="38330"/>
                    </a:cubicBezTo>
                    <a:cubicBezTo>
                      <a:pt x="8954" y="25365"/>
                      <a:pt x="6605" y="12401"/>
                      <a:pt x="106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2" name="Forme libre : forme 2051">
                <a:extLst>
                  <a:ext uri="{FF2B5EF4-FFF2-40B4-BE49-F238E27FC236}">
                    <a16:creationId xmlns:a16="http://schemas.microsoft.com/office/drawing/2014/main" id="{D246E6AF-12D7-4F92-A81C-4B86CD80321C}"/>
                  </a:ext>
                </a:extLst>
              </p:cNvPr>
              <p:cNvSpPr/>
              <p:nvPr/>
            </p:nvSpPr>
            <p:spPr>
              <a:xfrm>
                <a:off x="6548721" y="2027619"/>
                <a:ext cx="11743" cy="43308"/>
              </a:xfrm>
              <a:custGeom>
                <a:avLst/>
                <a:gdLst>
                  <a:gd name="connsiteX0" fmla="*/ 0 w 11743"/>
                  <a:gd name="connsiteY0" fmla="*/ 1503 h 43308"/>
                  <a:gd name="connsiteX1" fmla="*/ 11743 w 11743"/>
                  <a:gd name="connsiteY1" fmla="*/ 43309 h 43308"/>
                  <a:gd name="connsiteX2" fmla="*/ 9207 w 11743"/>
                  <a:gd name="connsiteY2" fmla="*/ 0 h 4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43308">
                    <a:moveTo>
                      <a:pt x="0" y="1503"/>
                    </a:moveTo>
                    <a:lnTo>
                      <a:pt x="11743" y="43309"/>
                    </a:lnTo>
                    <a:lnTo>
                      <a:pt x="9207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3" name="Forme libre : forme 2052">
                <a:extLst>
                  <a:ext uri="{FF2B5EF4-FFF2-40B4-BE49-F238E27FC236}">
                    <a16:creationId xmlns:a16="http://schemas.microsoft.com/office/drawing/2014/main" id="{263FAC3B-A45D-4589-A6D3-D071430B50CA}"/>
                  </a:ext>
                </a:extLst>
              </p:cNvPr>
              <p:cNvSpPr/>
              <p:nvPr/>
            </p:nvSpPr>
            <p:spPr>
              <a:xfrm>
                <a:off x="6537190" y="1538728"/>
                <a:ext cx="50237" cy="86652"/>
              </a:xfrm>
              <a:custGeom>
                <a:avLst/>
                <a:gdLst>
                  <a:gd name="connsiteX0" fmla="*/ 1010 w 50237"/>
                  <a:gd name="connsiteY0" fmla="*/ 0 h 86652"/>
                  <a:gd name="connsiteX1" fmla="*/ 822 w 50237"/>
                  <a:gd name="connsiteY1" fmla="*/ 27432 h 86652"/>
                  <a:gd name="connsiteX2" fmla="*/ 7680 w 50237"/>
                  <a:gd name="connsiteY2" fmla="*/ 54394 h 86652"/>
                  <a:gd name="connsiteX3" fmla="*/ 23745 w 50237"/>
                  <a:gd name="connsiteY3" fmla="*/ 77881 h 86652"/>
                  <a:gd name="connsiteX4" fmla="*/ 50237 w 50237"/>
                  <a:gd name="connsiteY4" fmla="*/ 86336 h 86652"/>
                  <a:gd name="connsiteX5" fmla="*/ 16417 w 50237"/>
                  <a:gd name="connsiteY5" fmla="*/ 50824 h 86652"/>
                  <a:gd name="connsiteX6" fmla="*/ 1010 w 50237"/>
                  <a:gd name="connsiteY6" fmla="*/ 0 h 86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237" h="86652">
                    <a:moveTo>
                      <a:pt x="1010" y="0"/>
                    </a:moveTo>
                    <a:cubicBezTo>
                      <a:pt x="-399" y="9113"/>
                      <a:pt x="-211" y="18319"/>
                      <a:pt x="822" y="27432"/>
                    </a:cubicBezTo>
                    <a:cubicBezTo>
                      <a:pt x="1949" y="36545"/>
                      <a:pt x="4204" y="45657"/>
                      <a:pt x="7680" y="54394"/>
                    </a:cubicBezTo>
                    <a:cubicBezTo>
                      <a:pt x="11156" y="63037"/>
                      <a:pt x="16229" y="71492"/>
                      <a:pt x="23745" y="77881"/>
                    </a:cubicBezTo>
                    <a:cubicBezTo>
                      <a:pt x="30978" y="84363"/>
                      <a:pt x="41124" y="87745"/>
                      <a:pt x="50237" y="86336"/>
                    </a:cubicBezTo>
                    <a:cubicBezTo>
                      <a:pt x="32106" y="81357"/>
                      <a:pt x="22711" y="66795"/>
                      <a:pt x="16417" y="50824"/>
                    </a:cubicBezTo>
                    <a:cubicBezTo>
                      <a:pt x="9841" y="34854"/>
                      <a:pt x="5801" y="17568"/>
                      <a:pt x="101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4" name="Forme libre : forme 2053">
                <a:extLst>
                  <a:ext uri="{FF2B5EF4-FFF2-40B4-BE49-F238E27FC236}">
                    <a16:creationId xmlns:a16="http://schemas.microsoft.com/office/drawing/2014/main" id="{F90454E0-C861-4316-B1DA-412E0DB7AAC5}"/>
                  </a:ext>
                </a:extLst>
              </p:cNvPr>
              <p:cNvSpPr/>
              <p:nvPr/>
            </p:nvSpPr>
            <p:spPr>
              <a:xfrm>
                <a:off x="6528225" y="1360890"/>
                <a:ext cx="55725" cy="113020"/>
              </a:xfrm>
              <a:custGeom>
                <a:avLst/>
                <a:gdLst>
                  <a:gd name="connsiteX0" fmla="*/ 674 w 55725"/>
                  <a:gd name="connsiteY0" fmla="*/ 0 h 113020"/>
                  <a:gd name="connsiteX1" fmla="*/ 1144 w 55725"/>
                  <a:gd name="connsiteY1" fmla="*/ 34384 h 113020"/>
                  <a:gd name="connsiteX2" fmla="*/ 8002 w 55725"/>
                  <a:gd name="connsiteY2" fmla="*/ 68298 h 113020"/>
                  <a:gd name="connsiteX3" fmla="*/ 23878 w 55725"/>
                  <a:gd name="connsiteY3" fmla="*/ 99676 h 113020"/>
                  <a:gd name="connsiteX4" fmla="*/ 38158 w 55725"/>
                  <a:gd name="connsiteY4" fmla="*/ 110949 h 113020"/>
                  <a:gd name="connsiteX5" fmla="*/ 55726 w 55725"/>
                  <a:gd name="connsiteY5" fmla="*/ 111795 h 113020"/>
                  <a:gd name="connsiteX6" fmla="*/ 29797 w 55725"/>
                  <a:gd name="connsiteY6" fmla="*/ 95260 h 113020"/>
                  <a:gd name="connsiteX7" fmla="*/ 16927 w 55725"/>
                  <a:gd name="connsiteY7" fmla="*/ 65386 h 113020"/>
                  <a:gd name="connsiteX8" fmla="*/ 8284 w 55725"/>
                  <a:gd name="connsiteY8" fmla="*/ 33069 h 113020"/>
                  <a:gd name="connsiteX9" fmla="*/ 674 w 55725"/>
                  <a:gd name="connsiteY9" fmla="*/ 0 h 11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725" h="113020">
                    <a:moveTo>
                      <a:pt x="674" y="0"/>
                    </a:moveTo>
                    <a:cubicBezTo>
                      <a:pt x="-453" y="11461"/>
                      <a:pt x="-78" y="22923"/>
                      <a:pt x="1144" y="34384"/>
                    </a:cubicBezTo>
                    <a:cubicBezTo>
                      <a:pt x="2365" y="45845"/>
                      <a:pt x="4620" y="57119"/>
                      <a:pt x="8002" y="68298"/>
                    </a:cubicBezTo>
                    <a:cubicBezTo>
                      <a:pt x="11572" y="79290"/>
                      <a:pt x="16269" y="90375"/>
                      <a:pt x="23878" y="99676"/>
                    </a:cubicBezTo>
                    <a:cubicBezTo>
                      <a:pt x="27730" y="104373"/>
                      <a:pt x="32521" y="108413"/>
                      <a:pt x="38158" y="110949"/>
                    </a:cubicBezTo>
                    <a:cubicBezTo>
                      <a:pt x="43795" y="113392"/>
                      <a:pt x="50277" y="113674"/>
                      <a:pt x="55726" y="111795"/>
                    </a:cubicBezTo>
                    <a:cubicBezTo>
                      <a:pt x="43889" y="111701"/>
                      <a:pt x="35340" y="104185"/>
                      <a:pt x="29797" y="95260"/>
                    </a:cubicBezTo>
                    <a:cubicBezTo>
                      <a:pt x="24160" y="86148"/>
                      <a:pt x="20215" y="75908"/>
                      <a:pt x="16927" y="65386"/>
                    </a:cubicBezTo>
                    <a:cubicBezTo>
                      <a:pt x="13545" y="54864"/>
                      <a:pt x="10914" y="43966"/>
                      <a:pt x="8284" y="33069"/>
                    </a:cubicBezTo>
                    <a:lnTo>
                      <a:pt x="674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5" name="Forme libre : forme 2054">
                <a:extLst>
                  <a:ext uri="{FF2B5EF4-FFF2-40B4-BE49-F238E27FC236}">
                    <a16:creationId xmlns:a16="http://schemas.microsoft.com/office/drawing/2014/main" id="{9CF68CBC-50F1-441C-A8A5-D0911BE38201}"/>
                  </a:ext>
                </a:extLst>
              </p:cNvPr>
              <p:cNvSpPr/>
              <p:nvPr/>
            </p:nvSpPr>
            <p:spPr>
              <a:xfrm>
                <a:off x="6561568" y="1295316"/>
                <a:ext cx="50190" cy="109540"/>
              </a:xfrm>
              <a:custGeom>
                <a:avLst/>
                <a:gdLst>
                  <a:gd name="connsiteX0" fmla="*/ 3218 w 50190"/>
                  <a:gd name="connsiteY0" fmla="*/ 0 h 109540"/>
                  <a:gd name="connsiteX1" fmla="*/ 5379 w 50190"/>
                  <a:gd name="connsiteY1" fmla="*/ 65856 h 109540"/>
                  <a:gd name="connsiteX2" fmla="*/ 19940 w 50190"/>
                  <a:gd name="connsiteY2" fmla="*/ 96482 h 109540"/>
                  <a:gd name="connsiteX3" fmla="*/ 33375 w 50190"/>
                  <a:gd name="connsiteY3" fmla="*/ 107661 h 109540"/>
                  <a:gd name="connsiteX4" fmla="*/ 42112 w 50190"/>
                  <a:gd name="connsiteY4" fmla="*/ 109540 h 109540"/>
                  <a:gd name="connsiteX5" fmla="*/ 50191 w 50190"/>
                  <a:gd name="connsiteY5" fmla="*/ 106722 h 109540"/>
                  <a:gd name="connsiteX6" fmla="*/ 35723 w 50190"/>
                  <a:gd name="connsiteY6" fmla="*/ 103622 h 109540"/>
                  <a:gd name="connsiteX7" fmla="*/ 25953 w 50190"/>
                  <a:gd name="connsiteY7" fmla="*/ 92254 h 109540"/>
                  <a:gd name="connsiteX8" fmla="*/ 14492 w 50190"/>
                  <a:gd name="connsiteY8" fmla="*/ 63319 h 109540"/>
                  <a:gd name="connsiteX9" fmla="*/ 7446 w 50190"/>
                  <a:gd name="connsiteY9" fmla="*/ 32129 h 109540"/>
                  <a:gd name="connsiteX10" fmla="*/ 3218 w 50190"/>
                  <a:gd name="connsiteY10" fmla="*/ 0 h 10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190" h="109540">
                    <a:moveTo>
                      <a:pt x="3218" y="0"/>
                    </a:moveTo>
                    <a:cubicBezTo>
                      <a:pt x="-2230" y="21513"/>
                      <a:pt x="-258" y="44436"/>
                      <a:pt x="5379" y="65856"/>
                    </a:cubicBezTo>
                    <a:cubicBezTo>
                      <a:pt x="8479" y="76659"/>
                      <a:pt x="12707" y="87369"/>
                      <a:pt x="19940" y="96482"/>
                    </a:cubicBezTo>
                    <a:cubicBezTo>
                      <a:pt x="23510" y="100991"/>
                      <a:pt x="27926" y="105125"/>
                      <a:pt x="33375" y="107661"/>
                    </a:cubicBezTo>
                    <a:cubicBezTo>
                      <a:pt x="36099" y="108882"/>
                      <a:pt x="39105" y="109540"/>
                      <a:pt x="42112" y="109540"/>
                    </a:cubicBezTo>
                    <a:cubicBezTo>
                      <a:pt x="45118" y="109352"/>
                      <a:pt x="47936" y="108319"/>
                      <a:pt x="50191" y="106722"/>
                    </a:cubicBezTo>
                    <a:cubicBezTo>
                      <a:pt x="44742" y="108225"/>
                      <a:pt x="39669" y="106722"/>
                      <a:pt x="35723" y="103622"/>
                    </a:cubicBezTo>
                    <a:cubicBezTo>
                      <a:pt x="31684" y="100709"/>
                      <a:pt x="28677" y="96482"/>
                      <a:pt x="25953" y="92254"/>
                    </a:cubicBezTo>
                    <a:cubicBezTo>
                      <a:pt x="20786" y="83423"/>
                      <a:pt x="17216" y="73559"/>
                      <a:pt x="14492" y="63319"/>
                    </a:cubicBezTo>
                    <a:cubicBezTo>
                      <a:pt x="11579" y="53079"/>
                      <a:pt x="9419" y="42651"/>
                      <a:pt x="7446" y="32129"/>
                    </a:cubicBezTo>
                    <a:cubicBezTo>
                      <a:pt x="5567" y="21607"/>
                      <a:pt x="4346" y="10992"/>
                      <a:pt x="3218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6" name="Forme libre : forme 2055">
                <a:extLst>
                  <a:ext uri="{FF2B5EF4-FFF2-40B4-BE49-F238E27FC236}">
                    <a16:creationId xmlns:a16="http://schemas.microsoft.com/office/drawing/2014/main" id="{DB32E308-F86E-42CB-B6B3-64F8747CDDA3}"/>
                  </a:ext>
                </a:extLst>
              </p:cNvPr>
              <p:cNvSpPr/>
              <p:nvPr/>
            </p:nvSpPr>
            <p:spPr>
              <a:xfrm>
                <a:off x="6577375" y="1699750"/>
                <a:ext cx="17192" cy="6395"/>
              </a:xfrm>
              <a:custGeom>
                <a:avLst/>
                <a:gdLst>
                  <a:gd name="connsiteX0" fmla="*/ 17192 w 17192"/>
                  <a:gd name="connsiteY0" fmla="*/ 0 h 6395"/>
                  <a:gd name="connsiteX1" fmla="*/ 8267 w 17192"/>
                  <a:gd name="connsiteY1" fmla="*/ 1127 h 6395"/>
                  <a:gd name="connsiteX2" fmla="*/ 0 w 17192"/>
                  <a:gd name="connsiteY2" fmla="*/ 3288 h 6395"/>
                  <a:gd name="connsiteX3" fmla="*/ 0 w 17192"/>
                  <a:gd name="connsiteY3" fmla="*/ 5825 h 6395"/>
                  <a:gd name="connsiteX4" fmla="*/ 3006 w 17192"/>
                  <a:gd name="connsiteY4" fmla="*/ 4603 h 6395"/>
                  <a:gd name="connsiteX5" fmla="*/ 0 w 17192"/>
                  <a:gd name="connsiteY5" fmla="*/ 3288 h 6395"/>
                  <a:gd name="connsiteX6" fmla="*/ 0 w 17192"/>
                  <a:gd name="connsiteY6" fmla="*/ 5825 h 6395"/>
                  <a:gd name="connsiteX7" fmla="*/ 9395 w 17192"/>
                  <a:gd name="connsiteY7" fmla="*/ 5543 h 6395"/>
                  <a:gd name="connsiteX8" fmla="*/ 17192 w 17192"/>
                  <a:gd name="connsiteY8" fmla="*/ 0 h 6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92" h="6395">
                    <a:moveTo>
                      <a:pt x="17192" y="0"/>
                    </a:moveTo>
                    <a:cubicBezTo>
                      <a:pt x="13810" y="94"/>
                      <a:pt x="11086" y="564"/>
                      <a:pt x="8267" y="1127"/>
                    </a:cubicBezTo>
                    <a:cubicBezTo>
                      <a:pt x="5543" y="1691"/>
                      <a:pt x="2819" y="2349"/>
                      <a:pt x="0" y="3288"/>
                    </a:cubicBezTo>
                    <a:lnTo>
                      <a:pt x="0" y="5825"/>
                    </a:lnTo>
                    <a:cubicBezTo>
                      <a:pt x="1034" y="5449"/>
                      <a:pt x="1973" y="5167"/>
                      <a:pt x="3006" y="4603"/>
                    </a:cubicBezTo>
                    <a:cubicBezTo>
                      <a:pt x="1973" y="4040"/>
                      <a:pt x="1034" y="3664"/>
                      <a:pt x="0" y="3288"/>
                    </a:cubicBezTo>
                    <a:lnTo>
                      <a:pt x="0" y="5825"/>
                    </a:lnTo>
                    <a:cubicBezTo>
                      <a:pt x="3100" y="6670"/>
                      <a:pt x="6388" y="6576"/>
                      <a:pt x="9395" y="5543"/>
                    </a:cubicBezTo>
                    <a:cubicBezTo>
                      <a:pt x="12495" y="4509"/>
                      <a:pt x="15313" y="2818"/>
                      <a:pt x="1719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7" name="Forme libre : forme 2056">
                <a:extLst>
                  <a:ext uri="{FF2B5EF4-FFF2-40B4-BE49-F238E27FC236}">
                    <a16:creationId xmlns:a16="http://schemas.microsoft.com/office/drawing/2014/main" id="{FE831705-02AD-4515-85D3-2F7CFE2E7F86}"/>
                  </a:ext>
                </a:extLst>
              </p:cNvPr>
              <p:cNvSpPr/>
              <p:nvPr/>
            </p:nvSpPr>
            <p:spPr>
              <a:xfrm>
                <a:off x="6589681" y="1719889"/>
                <a:ext cx="11743" cy="5849"/>
              </a:xfrm>
              <a:custGeom>
                <a:avLst/>
                <a:gdLst>
                  <a:gd name="connsiteX0" fmla="*/ 11743 w 11743"/>
                  <a:gd name="connsiteY0" fmla="*/ 529 h 5849"/>
                  <a:gd name="connsiteX1" fmla="*/ 4979 w 11743"/>
                  <a:gd name="connsiteY1" fmla="*/ 717 h 5849"/>
                  <a:gd name="connsiteX2" fmla="*/ 0 w 11743"/>
                  <a:gd name="connsiteY2" fmla="*/ 5320 h 5849"/>
                  <a:gd name="connsiteX3" fmla="*/ 6764 w 11743"/>
                  <a:gd name="connsiteY3" fmla="*/ 5132 h 5849"/>
                  <a:gd name="connsiteX4" fmla="*/ 11743 w 11743"/>
                  <a:gd name="connsiteY4" fmla="*/ 529 h 5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3" h="5849">
                    <a:moveTo>
                      <a:pt x="11743" y="529"/>
                    </a:moveTo>
                    <a:cubicBezTo>
                      <a:pt x="9113" y="-410"/>
                      <a:pt x="6952" y="59"/>
                      <a:pt x="4979" y="717"/>
                    </a:cubicBezTo>
                    <a:cubicBezTo>
                      <a:pt x="3100" y="1563"/>
                      <a:pt x="1315" y="2784"/>
                      <a:pt x="0" y="5320"/>
                    </a:cubicBezTo>
                    <a:cubicBezTo>
                      <a:pt x="2630" y="6260"/>
                      <a:pt x="4791" y="5790"/>
                      <a:pt x="6764" y="5132"/>
                    </a:cubicBezTo>
                    <a:cubicBezTo>
                      <a:pt x="8643" y="4193"/>
                      <a:pt x="10428" y="2972"/>
                      <a:pt x="11743" y="52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8" name="Forme libre : forme 2057">
                <a:extLst>
                  <a:ext uri="{FF2B5EF4-FFF2-40B4-BE49-F238E27FC236}">
                    <a16:creationId xmlns:a16="http://schemas.microsoft.com/office/drawing/2014/main" id="{18010F71-F4F2-4070-A6D0-9D17A52FF1FA}"/>
                  </a:ext>
                </a:extLst>
              </p:cNvPr>
              <p:cNvSpPr/>
              <p:nvPr/>
            </p:nvSpPr>
            <p:spPr>
              <a:xfrm>
                <a:off x="6623220" y="1868468"/>
                <a:ext cx="20198" cy="5132"/>
              </a:xfrm>
              <a:custGeom>
                <a:avLst/>
                <a:gdLst>
                  <a:gd name="connsiteX0" fmla="*/ 20198 w 20198"/>
                  <a:gd name="connsiteY0" fmla="*/ 101 h 5132"/>
                  <a:gd name="connsiteX1" fmla="*/ 10052 w 20198"/>
                  <a:gd name="connsiteY1" fmla="*/ 383 h 5132"/>
                  <a:gd name="connsiteX2" fmla="*/ 0 w 20198"/>
                  <a:gd name="connsiteY2" fmla="*/ 1886 h 5132"/>
                  <a:gd name="connsiteX3" fmla="*/ 10428 w 20198"/>
                  <a:gd name="connsiteY3" fmla="*/ 5080 h 5132"/>
                  <a:gd name="connsiteX4" fmla="*/ 20198 w 20198"/>
                  <a:gd name="connsiteY4" fmla="*/ 101 h 5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98" h="5132">
                    <a:moveTo>
                      <a:pt x="20198" y="101"/>
                    </a:moveTo>
                    <a:cubicBezTo>
                      <a:pt x="16346" y="-180"/>
                      <a:pt x="13246" y="195"/>
                      <a:pt x="10052" y="383"/>
                    </a:cubicBezTo>
                    <a:cubicBezTo>
                      <a:pt x="6858" y="759"/>
                      <a:pt x="3758" y="947"/>
                      <a:pt x="0" y="1886"/>
                    </a:cubicBezTo>
                    <a:cubicBezTo>
                      <a:pt x="2912" y="4517"/>
                      <a:pt x="6764" y="5362"/>
                      <a:pt x="10428" y="5080"/>
                    </a:cubicBezTo>
                    <a:cubicBezTo>
                      <a:pt x="14092" y="4611"/>
                      <a:pt x="17850" y="3202"/>
                      <a:pt x="20198" y="10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9" name="Forme libre : forme 2058">
                <a:extLst>
                  <a:ext uri="{FF2B5EF4-FFF2-40B4-BE49-F238E27FC236}">
                    <a16:creationId xmlns:a16="http://schemas.microsoft.com/office/drawing/2014/main" id="{87B11EBD-2052-4A61-92E6-2BA783F3F79B}"/>
                  </a:ext>
                </a:extLst>
              </p:cNvPr>
              <p:cNvSpPr/>
              <p:nvPr/>
            </p:nvSpPr>
            <p:spPr>
              <a:xfrm>
                <a:off x="6631111" y="1887635"/>
                <a:ext cx="19540" cy="5288"/>
              </a:xfrm>
              <a:custGeom>
                <a:avLst/>
                <a:gdLst>
                  <a:gd name="connsiteX0" fmla="*/ 19541 w 19540"/>
                  <a:gd name="connsiteY0" fmla="*/ 100 h 5288"/>
                  <a:gd name="connsiteX1" fmla="*/ 9676 w 19540"/>
                  <a:gd name="connsiteY1" fmla="*/ 476 h 5288"/>
                  <a:gd name="connsiteX2" fmla="*/ 0 w 19540"/>
                  <a:gd name="connsiteY2" fmla="*/ 2730 h 5288"/>
                  <a:gd name="connsiteX3" fmla="*/ 10240 w 19540"/>
                  <a:gd name="connsiteY3" fmla="*/ 5173 h 5288"/>
                  <a:gd name="connsiteX4" fmla="*/ 19541 w 19540"/>
                  <a:gd name="connsiteY4" fmla="*/ 100 h 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40" h="5288">
                    <a:moveTo>
                      <a:pt x="19541" y="100"/>
                    </a:moveTo>
                    <a:cubicBezTo>
                      <a:pt x="15783" y="-182"/>
                      <a:pt x="12777" y="194"/>
                      <a:pt x="9676" y="476"/>
                    </a:cubicBezTo>
                    <a:cubicBezTo>
                      <a:pt x="6576" y="945"/>
                      <a:pt x="3570" y="1415"/>
                      <a:pt x="0" y="2730"/>
                    </a:cubicBezTo>
                    <a:cubicBezTo>
                      <a:pt x="3006" y="5079"/>
                      <a:pt x="6764" y="5549"/>
                      <a:pt x="10240" y="5173"/>
                    </a:cubicBezTo>
                    <a:cubicBezTo>
                      <a:pt x="13810" y="4609"/>
                      <a:pt x="17286" y="3106"/>
                      <a:pt x="19541" y="10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0" name="Forme libre : forme 2059">
                <a:extLst>
                  <a:ext uri="{FF2B5EF4-FFF2-40B4-BE49-F238E27FC236}">
                    <a16:creationId xmlns:a16="http://schemas.microsoft.com/office/drawing/2014/main" id="{A795E90B-C9E3-4719-9C9E-AFEA4CDCE38C}"/>
                  </a:ext>
                </a:extLst>
              </p:cNvPr>
              <p:cNvSpPr/>
              <p:nvPr/>
            </p:nvSpPr>
            <p:spPr>
              <a:xfrm>
                <a:off x="6634024" y="1701265"/>
                <a:ext cx="10522" cy="5782"/>
              </a:xfrm>
              <a:custGeom>
                <a:avLst/>
                <a:gdLst>
                  <a:gd name="connsiteX0" fmla="*/ 10522 w 10522"/>
                  <a:gd name="connsiteY0" fmla="*/ 834 h 5782"/>
                  <a:gd name="connsiteX1" fmla="*/ 4134 w 10522"/>
                  <a:gd name="connsiteY1" fmla="*/ 646 h 5782"/>
                  <a:gd name="connsiteX2" fmla="*/ 0 w 10522"/>
                  <a:gd name="connsiteY2" fmla="*/ 5531 h 5782"/>
                  <a:gd name="connsiteX3" fmla="*/ 6107 w 10522"/>
                  <a:gd name="connsiteY3" fmla="*/ 4968 h 5782"/>
                  <a:gd name="connsiteX4" fmla="*/ 10522 w 10522"/>
                  <a:gd name="connsiteY4" fmla="*/ 834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22" h="5782">
                    <a:moveTo>
                      <a:pt x="10522" y="834"/>
                    </a:moveTo>
                    <a:cubicBezTo>
                      <a:pt x="8173" y="-387"/>
                      <a:pt x="6013" y="-105"/>
                      <a:pt x="4134" y="646"/>
                    </a:cubicBezTo>
                    <a:cubicBezTo>
                      <a:pt x="2349" y="1586"/>
                      <a:pt x="658" y="2901"/>
                      <a:pt x="0" y="5531"/>
                    </a:cubicBezTo>
                    <a:cubicBezTo>
                      <a:pt x="2630" y="6095"/>
                      <a:pt x="4322" y="5625"/>
                      <a:pt x="6107" y="4968"/>
                    </a:cubicBezTo>
                    <a:cubicBezTo>
                      <a:pt x="7610" y="4122"/>
                      <a:pt x="9113" y="3089"/>
                      <a:pt x="10522" y="83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1" name="Forme libre : forme 2060">
                <a:extLst>
                  <a:ext uri="{FF2B5EF4-FFF2-40B4-BE49-F238E27FC236}">
                    <a16:creationId xmlns:a16="http://schemas.microsoft.com/office/drawing/2014/main" id="{2F7152BE-167E-442B-B8AD-DC83E8A52630}"/>
                  </a:ext>
                </a:extLst>
              </p:cNvPr>
              <p:cNvSpPr/>
              <p:nvPr/>
            </p:nvSpPr>
            <p:spPr>
              <a:xfrm>
                <a:off x="6644594" y="1716142"/>
                <a:ext cx="8218" cy="4933"/>
              </a:xfrm>
              <a:custGeom>
                <a:avLst/>
                <a:gdLst>
                  <a:gd name="connsiteX0" fmla="*/ 8218 w 8218"/>
                  <a:gd name="connsiteY0" fmla="*/ 2679 h 4933"/>
                  <a:gd name="connsiteX1" fmla="*/ 3145 w 8218"/>
                  <a:gd name="connsiteY1" fmla="*/ 142 h 4933"/>
                  <a:gd name="connsiteX2" fmla="*/ 139 w 8218"/>
                  <a:gd name="connsiteY2" fmla="*/ 4933 h 4933"/>
                  <a:gd name="connsiteX3" fmla="*/ 4461 w 8218"/>
                  <a:gd name="connsiteY3" fmla="*/ 4651 h 4933"/>
                  <a:gd name="connsiteX4" fmla="*/ 8218 w 8218"/>
                  <a:gd name="connsiteY4" fmla="*/ 2679 h 4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8" h="4933">
                    <a:moveTo>
                      <a:pt x="8218" y="2679"/>
                    </a:moveTo>
                    <a:cubicBezTo>
                      <a:pt x="7561" y="330"/>
                      <a:pt x="5024" y="-328"/>
                      <a:pt x="3145" y="142"/>
                    </a:cubicBezTo>
                    <a:cubicBezTo>
                      <a:pt x="1266" y="706"/>
                      <a:pt x="-519" y="2491"/>
                      <a:pt x="139" y="4933"/>
                    </a:cubicBezTo>
                    <a:cubicBezTo>
                      <a:pt x="2488" y="4839"/>
                      <a:pt x="3427" y="4933"/>
                      <a:pt x="4461" y="4651"/>
                    </a:cubicBezTo>
                    <a:cubicBezTo>
                      <a:pt x="5494" y="4370"/>
                      <a:pt x="6152" y="3806"/>
                      <a:pt x="8218" y="267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2" name="Forme libre : forme 2061">
                <a:extLst>
                  <a:ext uri="{FF2B5EF4-FFF2-40B4-BE49-F238E27FC236}">
                    <a16:creationId xmlns:a16="http://schemas.microsoft.com/office/drawing/2014/main" id="{0D60C521-2F0F-4CD5-B80B-003C12CBA769}"/>
                  </a:ext>
                </a:extLst>
              </p:cNvPr>
              <p:cNvSpPr/>
              <p:nvPr/>
            </p:nvSpPr>
            <p:spPr>
              <a:xfrm>
                <a:off x="6668966" y="1641669"/>
                <a:ext cx="8366" cy="6692"/>
              </a:xfrm>
              <a:custGeom>
                <a:avLst/>
                <a:gdLst>
                  <a:gd name="connsiteX0" fmla="*/ 8366 w 8366"/>
                  <a:gd name="connsiteY0" fmla="*/ 305 h 6692"/>
                  <a:gd name="connsiteX1" fmla="*/ 2542 w 8366"/>
                  <a:gd name="connsiteY1" fmla="*/ 1338 h 6692"/>
                  <a:gd name="connsiteX2" fmla="*/ 5 w 8366"/>
                  <a:gd name="connsiteY2" fmla="*/ 6693 h 6692"/>
                  <a:gd name="connsiteX3" fmla="*/ 5360 w 8366"/>
                  <a:gd name="connsiteY3" fmla="*/ 5002 h 6692"/>
                  <a:gd name="connsiteX4" fmla="*/ 8366 w 8366"/>
                  <a:gd name="connsiteY4" fmla="*/ 305 h 6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66" h="6692">
                    <a:moveTo>
                      <a:pt x="8366" y="305"/>
                    </a:moveTo>
                    <a:cubicBezTo>
                      <a:pt x="5924" y="-447"/>
                      <a:pt x="4045" y="305"/>
                      <a:pt x="2542" y="1338"/>
                    </a:cubicBezTo>
                    <a:cubicBezTo>
                      <a:pt x="1132" y="2559"/>
                      <a:pt x="-89" y="4156"/>
                      <a:pt x="5" y="6693"/>
                    </a:cubicBezTo>
                    <a:cubicBezTo>
                      <a:pt x="2542" y="6693"/>
                      <a:pt x="4045" y="5941"/>
                      <a:pt x="5360" y="5002"/>
                    </a:cubicBezTo>
                    <a:cubicBezTo>
                      <a:pt x="6675" y="3968"/>
                      <a:pt x="7803" y="2747"/>
                      <a:pt x="8366" y="305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3" name="Forme libre : forme 2062">
                <a:extLst>
                  <a:ext uri="{FF2B5EF4-FFF2-40B4-BE49-F238E27FC236}">
                    <a16:creationId xmlns:a16="http://schemas.microsoft.com/office/drawing/2014/main" id="{7DF357F9-4E31-4172-B997-3251F98E2581}"/>
                  </a:ext>
                </a:extLst>
              </p:cNvPr>
              <p:cNvSpPr/>
              <p:nvPr/>
            </p:nvSpPr>
            <p:spPr>
              <a:xfrm>
                <a:off x="6672881" y="1661572"/>
                <a:ext cx="4111" cy="4111"/>
              </a:xfrm>
              <a:custGeom>
                <a:avLst/>
                <a:gdLst>
                  <a:gd name="connsiteX0" fmla="*/ 3606 w 4111"/>
                  <a:gd name="connsiteY0" fmla="*/ 506 h 4111"/>
                  <a:gd name="connsiteX1" fmla="*/ 412 w 4111"/>
                  <a:gd name="connsiteY1" fmla="*/ 412 h 4111"/>
                  <a:gd name="connsiteX2" fmla="*/ 506 w 4111"/>
                  <a:gd name="connsiteY2" fmla="*/ 3606 h 4111"/>
                  <a:gd name="connsiteX3" fmla="*/ 3700 w 4111"/>
                  <a:gd name="connsiteY3" fmla="*/ 3700 h 4111"/>
                  <a:gd name="connsiteX4" fmla="*/ 3606 w 4111"/>
                  <a:gd name="connsiteY4" fmla="*/ 506 h 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11" h="4111">
                    <a:moveTo>
                      <a:pt x="3606" y="506"/>
                    </a:moveTo>
                    <a:cubicBezTo>
                      <a:pt x="1821" y="-246"/>
                      <a:pt x="975" y="-58"/>
                      <a:pt x="412" y="412"/>
                    </a:cubicBezTo>
                    <a:cubicBezTo>
                      <a:pt x="-58" y="975"/>
                      <a:pt x="-246" y="1821"/>
                      <a:pt x="506" y="3606"/>
                    </a:cubicBezTo>
                    <a:cubicBezTo>
                      <a:pt x="2291" y="4357"/>
                      <a:pt x="3136" y="4169"/>
                      <a:pt x="3700" y="3700"/>
                    </a:cubicBezTo>
                    <a:cubicBezTo>
                      <a:pt x="4170" y="3136"/>
                      <a:pt x="4357" y="2291"/>
                      <a:pt x="3606" y="506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4" name="Forme libre : forme 2063">
                <a:extLst>
                  <a:ext uri="{FF2B5EF4-FFF2-40B4-BE49-F238E27FC236}">
                    <a16:creationId xmlns:a16="http://schemas.microsoft.com/office/drawing/2014/main" id="{56ACBCCD-90A0-426E-8549-81D20070F33C}"/>
                  </a:ext>
                </a:extLst>
              </p:cNvPr>
              <p:cNvSpPr/>
              <p:nvPr/>
            </p:nvSpPr>
            <p:spPr>
              <a:xfrm>
                <a:off x="6692833" y="1830804"/>
                <a:ext cx="5291" cy="4850"/>
              </a:xfrm>
              <a:custGeom>
                <a:avLst/>
                <a:gdLst>
                  <a:gd name="connsiteX0" fmla="*/ 4697 w 5291"/>
                  <a:gd name="connsiteY0" fmla="*/ 0 h 4850"/>
                  <a:gd name="connsiteX1" fmla="*/ 1221 w 5291"/>
                  <a:gd name="connsiteY1" fmla="*/ 564 h 4850"/>
                  <a:gd name="connsiteX2" fmla="*/ 0 w 5291"/>
                  <a:gd name="connsiteY2" fmla="*/ 3852 h 4850"/>
                  <a:gd name="connsiteX3" fmla="*/ 4228 w 5291"/>
                  <a:gd name="connsiteY3" fmla="*/ 4228 h 4850"/>
                  <a:gd name="connsiteX4" fmla="*/ 4697 w 5291"/>
                  <a:gd name="connsiteY4" fmla="*/ 0 h 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1" h="4850">
                    <a:moveTo>
                      <a:pt x="4697" y="0"/>
                    </a:moveTo>
                    <a:cubicBezTo>
                      <a:pt x="2630" y="0"/>
                      <a:pt x="1879" y="94"/>
                      <a:pt x="1221" y="564"/>
                    </a:cubicBezTo>
                    <a:cubicBezTo>
                      <a:pt x="658" y="1127"/>
                      <a:pt x="376" y="1785"/>
                      <a:pt x="0" y="3852"/>
                    </a:cubicBezTo>
                    <a:cubicBezTo>
                      <a:pt x="1597" y="5261"/>
                      <a:pt x="3194" y="4979"/>
                      <a:pt x="4228" y="4228"/>
                    </a:cubicBezTo>
                    <a:cubicBezTo>
                      <a:pt x="5167" y="3288"/>
                      <a:pt x="5825" y="1785"/>
                      <a:pt x="469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5" name="Forme libre : forme 2064">
                <a:extLst>
                  <a:ext uri="{FF2B5EF4-FFF2-40B4-BE49-F238E27FC236}">
                    <a16:creationId xmlns:a16="http://schemas.microsoft.com/office/drawing/2014/main" id="{3A41568E-036A-4C2D-B76C-82E37AB941E3}"/>
                  </a:ext>
                </a:extLst>
              </p:cNvPr>
              <p:cNvSpPr/>
              <p:nvPr/>
            </p:nvSpPr>
            <p:spPr>
              <a:xfrm>
                <a:off x="6663458" y="1960918"/>
                <a:ext cx="42245" cy="221616"/>
              </a:xfrm>
              <a:custGeom>
                <a:avLst/>
                <a:gdLst>
                  <a:gd name="connsiteX0" fmla="*/ 42245 w 42245"/>
                  <a:gd name="connsiteY0" fmla="*/ 221617 h 221616"/>
                  <a:gd name="connsiteX1" fmla="*/ 13780 w 42245"/>
                  <a:gd name="connsiteY1" fmla="*/ 194654 h 221616"/>
                  <a:gd name="connsiteX2" fmla="*/ 13874 w 42245"/>
                  <a:gd name="connsiteY2" fmla="*/ 152567 h 221616"/>
                  <a:gd name="connsiteX3" fmla="*/ 9271 w 42245"/>
                  <a:gd name="connsiteY3" fmla="*/ 78632 h 221616"/>
                  <a:gd name="connsiteX4" fmla="*/ 158 w 42245"/>
                  <a:gd name="connsiteY4" fmla="*/ 0 h 221616"/>
                  <a:gd name="connsiteX5" fmla="*/ 42245 w 42245"/>
                  <a:gd name="connsiteY5" fmla="*/ 221617 h 221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245" h="221616">
                    <a:moveTo>
                      <a:pt x="42245" y="221617"/>
                    </a:moveTo>
                    <a:cubicBezTo>
                      <a:pt x="28154" y="221617"/>
                      <a:pt x="17068" y="208371"/>
                      <a:pt x="13780" y="194654"/>
                    </a:cubicBezTo>
                    <a:cubicBezTo>
                      <a:pt x="10492" y="180939"/>
                      <a:pt x="12934" y="166659"/>
                      <a:pt x="13874" y="152567"/>
                    </a:cubicBezTo>
                    <a:cubicBezTo>
                      <a:pt x="15471" y="127859"/>
                      <a:pt x="12371" y="103152"/>
                      <a:pt x="9271" y="78632"/>
                    </a:cubicBezTo>
                    <a:cubicBezTo>
                      <a:pt x="6076" y="53455"/>
                      <a:pt x="-1157" y="24989"/>
                      <a:pt x="158" y="0"/>
                    </a:cubicBezTo>
                    <a:cubicBezTo>
                      <a:pt x="21578" y="17944"/>
                      <a:pt x="41964" y="221617"/>
                      <a:pt x="42245" y="221617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6" name="Forme libre : forme 2065">
                <a:extLst>
                  <a:ext uri="{FF2B5EF4-FFF2-40B4-BE49-F238E27FC236}">
                    <a16:creationId xmlns:a16="http://schemas.microsoft.com/office/drawing/2014/main" id="{5391DF68-6D4B-4C26-85C6-2C2C2F5C2A53}"/>
                  </a:ext>
                </a:extLst>
              </p:cNvPr>
              <p:cNvSpPr/>
              <p:nvPr/>
            </p:nvSpPr>
            <p:spPr>
              <a:xfrm>
                <a:off x="6726748" y="1902014"/>
                <a:ext cx="88866" cy="311991"/>
              </a:xfrm>
              <a:custGeom>
                <a:avLst/>
                <a:gdLst>
                  <a:gd name="connsiteX0" fmla="*/ 0 w 88866"/>
                  <a:gd name="connsiteY0" fmla="*/ 0 h 311991"/>
                  <a:gd name="connsiteX1" fmla="*/ 18977 w 88866"/>
                  <a:gd name="connsiteY1" fmla="*/ 58716 h 311991"/>
                  <a:gd name="connsiteX2" fmla="*/ 65198 w 88866"/>
                  <a:gd name="connsiteY2" fmla="*/ 189769 h 311991"/>
                  <a:gd name="connsiteX3" fmla="*/ 86523 w 88866"/>
                  <a:gd name="connsiteY3" fmla="*/ 249894 h 311991"/>
                  <a:gd name="connsiteX4" fmla="*/ 79102 w 88866"/>
                  <a:gd name="connsiteY4" fmla="*/ 311992 h 311991"/>
                  <a:gd name="connsiteX5" fmla="*/ 55615 w 88866"/>
                  <a:gd name="connsiteY5" fmla="*/ 205364 h 311991"/>
                  <a:gd name="connsiteX6" fmla="*/ 33632 w 88866"/>
                  <a:gd name="connsiteY6" fmla="*/ 153319 h 311991"/>
                  <a:gd name="connsiteX7" fmla="*/ 22922 w 88866"/>
                  <a:gd name="connsiteY7" fmla="*/ 112452 h 311991"/>
                  <a:gd name="connsiteX8" fmla="*/ 1503 w 88866"/>
                  <a:gd name="connsiteY8" fmla="*/ 16628 h 31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866" h="311991">
                    <a:moveTo>
                      <a:pt x="0" y="0"/>
                    </a:moveTo>
                    <a:cubicBezTo>
                      <a:pt x="6294" y="19540"/>
                      <a:pt x="12589" y="39175"/>
                      <a:pt x="18977" y="58716"/>
                    </a:cubicBezTo>
                    <a:cubicBezTo>
                      <a:pt x="33163" y="102776"/>
                      <a:pt x="47442" y="146930"/>
                      <a:pt x="65198" y="189769"/>
                    </a:cubicBezTo>
                    <a:cubicBezTo>
                      <a:pt x="73371" y="209498"/>
                      <a:pt x="82296" y="229038"/>
                      <a:pt x="86523" y="249894"/>
                    </a:cubicBezTo>
                    <a:cubicBezTo>
                      <a:pt x="90751" y="270750"/>
                      <a:pt x="89812" y="293579"/>
                      <a:pt x="79102" y="311992"/>
                    </a:cubicBezTo>
                    <a:cubicBezTo>
                      <a:pt x="77505" y="275447"/>
                      <a:pt x="69519" y="239184"/>
                      <a:pt x="55615" y="205364"/>
                    </a:cubicBezTo>
                    <a:cubicBezTo>
                      <a:pt x="48475" y="187890"/>
                      <a:pt x="39739" y="171168"/>
                      <a:pt x="33632" y="153319"/>
                    </a:cubicBezTo>
                    <a:cubicBezTo>
                      <a:pt x="29029" y="139978"/>
                      <a:pt x="26023" y="126262"/>
                      <a:pt x="22922" y="112452"/>
                    </a:cubicBezTo>
                    <a:cubicBezTo>
                      <a:pt x="15783" y="80511"/>
                      <a:pt x="8643" y="48570"/>
                      <a:pt x="1503" y="16628"/>
                    </a:cubicBezTo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7" name="Forme libre : forme 2066">
                <a:extLst>
                  <a:ext uri="{FF2B5EF4-FFF2-40B4-BE49-F238E27FC236}">
                    <a16:creationId xmlns:a16="http://schemas.microsoft.com/office/drawing/2014/main" id="{C2B45104-0886-44E5-9FA9-1224EACECB27}"/>
                  </a:ext>
                </a:extLst>
              </p:cNvPr>
              <p:cNvSpPr/>
              <p:nvPr/>
            </p:nvSpPr>
            <p:spPr>
              <a:xfrm>
                <a:off x="6777347" y="1939583"/>
                <a:ext cx="92309" cy="209694"/>
              </a:xfrm>
              <a:custGeom>
                <a:avLst/>
                <a:gdLst>
                  <a:gd name="connsiteX0" fmla="*/ 81957 w 92309"/>
                  <a:gd name="connsiteY0" fmla="*/ 131157 h 209694"/>
                  <a:gd name="connsiteX1" fmla="*/ 92291 w 92309"/>
                  <a:gd name="connsiteY1" fmla="*/ 166950 h 209694"/>
                  <a:gd name="connsiteX2" fmla="*/ 81488 w 92309"/>
                  <a:gd name="connsiteY2" fmla="*/ 209695 h 209694"/>
                  <a:gd name="connsiteX3" fmla="*/ 67396 w 92309"/>
                  <a:gd name="connsiteY3" fmla="*/ 142806 h 209694"/>
                  <a:gd name="connsiteX4" fmla="*/ 32824 w 92309"/>
                  <a:gd name="connsiteY4" fmla="*/ 82869 h 209694"/>
                  <a:gd name="connsiteX5" fmla="*/ 11217 w 92309"/>
                  <a:gd name="connsiteY5" fmla="*/ 38808 h 209694"/>
                  <a:gd name="connsiteX6" fmla="*/ 3231 w 92309"/>
                  <a:gd name="connsiteY6" fmla="*/ 9 h 209694"/>
                  <a:gd name="connsiteX7" fmla="*/ 27093 w 92309"/>
                  <a:gd name="connsiteY7" fmla="*/ 40124 h 209694"/>
                  <a:gd name="connsiteX8" fmla="*/ 54150 w 92309"/>
                  <a:gd name="connsiteY8" fmla="*/ 81929 h 209694"/>
                  <a:gd name="connsiteX9" fmla="*/ 81957 w 92309"/>
                  <a:gd name="connsiteY9" fmla="*/ 131157 h 209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309" h="209694">
                    <a:moveTo>
                      <a:pt x="81957" y="131157"/>
                    </a:moveTo>
                    <a:cubicBezTo>
                      <a:pt x="87312" y="142430"/>
                      <a:pt x="92009" y="154455"/>
                      <a:pt x="92291" y="166950"/>
                    </a:cubicBezTo>
                    <a:cubicBezTo>
                      <a:pt x="92667" y="181699"/>
                      <a:pt x="87030" y="195979"/>
                      <a:pt x="81488" y="209695"/>
                    </a:cubicBezTo>
                    <a:cubicBezTo>
                      <a:pt x="84118" y="186772"/>
                      <a:pt x="77354" y="163662"/>
                      <a:pt x="67396" y="142806"/>
                    </a:cubicBezTo>
                    <a:cubicBezTo>
                      <a:pt x="57438" y="121950"/>
                      <a:pt x="44285" y="102879"/>
                      <a:pt x="32824" y="82869"/>
                    </a:cubicBezTo>
                    <a:cubicBezTo>
                      <a:pt x="24745" y="68683"/>
                      <a:pt x="17511" y="53934"/>
                      <a:pt x="11217" y="38808"/>
                    </a:cubicBezTo>
                    <a:cubicBezTo>
                      <a:pt x="9338" y="34393"/>
                      <a:pt x="-6727" y="-649"/>
                      <a:pt x="3231" y="9"/>
                    </a:cubicBezTo>
                    <a:cubicBezTo>
                      <a:pt x="7741" y="291"/>
                      <a:pt x="23805" y="35051"/>
                      <a:pt x="27093" y="40124"/>
                    </a:cubicBezTo>
                    <a:cubicBezTo>
                      <a:pt x="35924" y="54122"/>
                      <a:pt x="45225" y="67931"/>
                      <a:pt x="54150" y="81929"/>
                    </a:cubicBezTo>
                    <a:cubicBezTo>
                      <a:pt x="64201" y="97900"/>
                      <a:pt x="73972" y="114059"/>
                      <a:pt x="81957" y="131157"/>
                    </a:cubicBezTo>
                    <a:close/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8" name="Forme libre : forme 2067">
                <a:extLst>
                  <a:ext uri="{FF2B5EF4-FFF2-40B4-BE49-F238E27FC236}">
                    <a16:creationId xmlns:a16="http://schemas.microsoft.com/office/drawing/2014/main" id="{8FDCD9CB-248A-4D1B-9C20-5BE6C4521911}"/>
                  </a:ext>
                </a:extLst>
              </p:cNvPr>
              <p:cNvSpPr/>
              <p:nvPr/>
            </p:nvSpPr>
            <p:spPr>
              <a:xfrm>
                <a:off x="6544251" y="1539863"/>
                <a:ext cx="39511" cy="80973"/>
              </a:xfrm>
              <a:custGeom>
                <a:avLst/>
                <a:gdLst>
                  <a:gd name="connsiteX0" fmla="*/ 1370 w 39511"/>
                  <a:gd name="connsiteY0" fmla="*/ 4314 h 80973"/>
                  <a:gd name="connsiteX1" fmla="*/ 18656 w 39511"/>
                  <a:gd name="connsiteY1" fmla="*/ 274 h 80973"/>
                  <a:gd name="connsiteX2" fmla="*/ 21286 w 39511"/>
                  <a:gd name="connsiteY2" fmla="*/ 1402 h 80973"/>
                  <a:gd name="connsiteX3" fmla="*/ 22038 w 39511"/>
                  <a:gd name="connsiteY3" fmla="*/ 3375 h 80973"/>
                  <a:gd name="connsiteX4" fmla="*/ 39512 w 39511"/>
                  <a:gd name="connsiteY4" fmla="*/ 80973 h 80973"/>
                  <a:gd name="connsiteX5" fmla="*/ 14052 w 39511"/>
                  <a:gd name="connsiteY5" fmla="*/ 48374 h 80973"/>
                  <a:gd name="connsiteX6" fmla="*/ 431 w 39511"/>
                  <a:gd name="connsiteY6" fmla="*/ 8917 h 80973"/>
                  <a:gd name="connsiteX7" fmla="*/ 1370 w 39511"/>
                  <a:gd name="connsiteY7" fmla="*/ 4314 h 80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511" h="80973">
                    <a:moveTo>
                      <a:pt x="1370" y="4314"/>
                    </a:moveTo>
                    <a:cubicBezTo>
                      <a:pt x="6349" y="838"/>
                      <a:pt x="12643" y="-665"/>
                      <a:pt x="18656" y="274"/>
                    </a:cubicBezTo>
                    <a:cubicBezTo>
                      <a:pt x="19595" y="462"/>
                      <a:pt x="20723" y="650"/>
                      <a:pt x="21286" y="1402"/>
                    </a:cubicBezTo>
                    <a:cubicBezTo>
                      <a:pt x="21756" y="1965"/>
                      <a:pt x="21944" y="2623"/>
                      <a:pt x="22038" y="3375"/>
                    </a:cubicBezTo>
                    <a:cubicBezTo>
                      <a:pt x="27862" y="29303"/>
                      <a:pt x="30023" y="56172"/>
                      <a:pt x="39512" y="80973"/>
                    </a:cubicBezTo>
                    <a:cubicBezTo>
                      <a:pt x="28332" y="72706"/>
                      <a:pt x="20065" y="60963"/>
                      <a:pt x="14052" y="48374"/>
                    </a:cubicBezTo>
                    <a:cubicBezTo>
                      <a:pt x="8040" y="35786"/>
                      <a:pt x="4188" y="22351"/>
                      <a:pt x="431" y="8917"/>
                    </a:cubicBezTo>
                    <a:cubicBezTo>
                      <a:pt x="-603" y="6569"/>
                      <a:pt x="431" y="4878"/>
                      <a:pt x="1370" y="4314"/>
                    </a:cubicBezTo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9" name="Forme libre : forme 2068">
                <a:extLst>
                  <a:ext uri="{FF2B5EF4-FFF2-40B4-BE49-F238E27FC236}">
                    <a16:creationId xmlns:a16="http://schemas.microsoft.com/office/drawing/2014/main" id="{616E2462-52CC-4CC1-846F-27829C49053B}"/>
                  </a:ext>
                </a:extLst>
              </p:cNvPr>
              <p:cNvSpPr/>
              <p:nvPr/>
            </p:nvSpPr>
            <p:spPr>
              <a:xfrm>
                <a:off x="6533420" y="1361220"/>
                <a:ext cx="46351" cy="107236"/>
              </a:xfrm>
              <a:custGeom>
                <a:avLst/>
                <a:gdLst>
                  <a:gd name="connsiteX0" fmla="*/ 12671 w 46351"/>
                  <a:gd name="connsiteY0" fmla="*/ 327 h 107236"/>
                  <a:gd name="connsiteX1" fmla="*/ 14267 w 46351"/>
                  <a:gd name="connsiteY1" fmla="*/ 139 h 107236"/>
                  <a:gd name="connsiteX2" fmla="*/ 14831 w 46351"/>
                  <a:gd name="connsiteY2" fmla="*/ 985 h 107236"/>
                  <a:gd name="connsiteX3" fmla="*/ 45927 w 46351"/>
                  <a:gd name="connsiteY3" fmla="*/ 100943 h 107236"/>
                  <a:gd name="connsiteX4" fmla="*/ 45364 w 46351"/>
                  <a:gd name="connsiteY4" fmla="*/ 107237 h 107236"/>
                  <a:gd name="connsiteX5" fmla="*/ 36157 w 46351"/>
                  <a:gd name="connsiteY5" fmla="*/ 99721 h 107236"/>
                  <a:gd name="connsiteX6" fmla="*/ 19435 w 46351"/>
                  <a:gd name="connsiteY6" fmla="*/ 73605 h 107236"/>
                  <a:gd name="connsiteX7" fmla="*/ 13516 w 46351"/>
                  <a:gd name="connsiteY7" fmla="*/ 61298 h 107236"/>
                  <a:gd name="connsiteX8" fmla="*/ 10322 w 46351"/>
                  <a:gd name="connsiteY8" fmla="*/ 50682 h 107236"/>
                  <a:gd name="connsiteX9" fmla="*/ 2149 w 46351"/>
                  <a:gd name="connsiteY9" fmla="*/ 19868 h 107236"/>
                  <a:gd name="connsiteX10" fmla="*/ 1115 w 46351"/>
                  <a:gd name="connsiteY10" fmla="*/ 6716 h 107236"/>
                  <a:gd name="connsiteX11" fmla="*/ 12671 w 46351"/>
                  <a:gd name="connsiteY11" fmla="*/ 327 h 1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351" h="107236">
                    <a:moveTo>
                      <a:pt x="12671" y="327"/>
                    </a:moveTo>
                    <a:cubicBezTo>
                      <a:pt x="13140" y="45"/>
                      <a:pt x="13798" y="-142"/>
                      <a:pt x="14267" y="139"/>
                    </a:cubicBezTo>
                    <a:cubicBezTo>
                      <a:pt x="14549" y="327"/>
                      <a:pt x="14737" y="703"/>
                      <a:pt x="14831" y="985"/>
                    </a:cubicBezTo>
                    <a:cubicBezTo>
                      <a:pt x="28077" y="33302"/>
                      <a:pt x="38505" y="66840"/>
                      <a:pt x="45927" y="100943"/>
                    </a:cubicBezTo>
                    <a:cubicBezTo>
                      <a:pt x="46397" y="103103"/>
                      <a:pt x="46773" y="105640"/>
                      <a:pt x="45364" y="107237"/>
                    </a:cubicBezTo>
                    <a:cubicBezTo>
                      <a:pt x="41700" y="105546"/>
                      <a:pt x="38787" y="102728"/>
                      <a:pt x="36157" y="99721"/>
                    </a:cubicBezTo>
                    <a:cubicBezTo>
                      <a:pt x="29393" y="91924"/>
                      <a:pt x="24414" y="82717"/>
                      <a:pt x="19435" y="73605"/>
                    </a:cubicBezTo>
                    <a:cubicBezTo>
                      <a:pt x="17274" y="69565"/>
                      <a:pt x="15113" y="65619"/>
                      <a:pt x="13516" y="61298"/>
                    </a:cubicBezTo>
                    <a:cubicBezTo>
                      <a:pt x="12201" y="57822"/>
                      <a:pt x="11261" y="54252"/>
                      <a:pt x="10322" y="50682"/>
                    </a:cubicBezTo>
                    <a:cubicBezTo>
                      <a:pt x="7597" y="40442"/>
                      <a:pt x="4873" y="30108"/>
                      <a:pt x="2149" y="19868"/>
                    </a:cubicBezTo>
                    <a:cubicBezTo>
                      <a:pt x="1209" y="16298"/>
                      <a:pt x="-1515" y="10098"/>
                      <a:pt x="1115" y="6716"/>
                    </a:cubicBezTo>
                    <a:cubicBezTo>
                      <a:pt x="3464" y="3709"/>
                      <a:pt x="9382" y="2018"/>
                      <a:pt x="12671" y="327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0" name="Forme libre : forme 2069">
                <a:extLst>
                  <a:ext uri="{FF2B5EF4-FFF2-40B4-BE49-F238E27FC236}">
                    <a16:creationId xmlns:a16="http://schemas.microsoft.com/office/drawing/2014/main" id="{E355E023-DCD6-4911-B8EE-3B697B2E53EC}"/>
                  </a:ext>
                </a:extLst>
              </p:cNvPr>
              <p:cNvSpPr/>
              <p:nvPr/>
            </p:nvSpPr>
            <p:spPr>
              <a:xfrm>
                <a:off x="6568026" y="1291934"/>
                <a:ext cx="37813" cy="109164"/>
              </a:xfrm>
              <a:custGeom>
                <a:avLst/>
                <a:gdLst>
                  <a:gd name="connsiteX0" fmla="*/ 10382 w 37813"/>
                  <a:gd name="connsiteY0" fmla="*/ 0 h 109164"/>
                  <a:gd name="connsiteX1" fmla="*/ 22219 w 37813"/>
                  <a:gd name="connsiteY1" fmla="*/ 44248 h 109164"/>
                  <a:gd name="connsiteX2" fmla="*/ 25225 w 37813"/>
                  <a:gd name="connsiteY2" fmla="*/ 56555 h 109164"/>
                  <a:gd name="connsiteX3" fmla="*/ 28795 w 37813"/>
                  <a:gd name="connsiteY3" fmla="*/ 71304 h 109164"/>
                  <a:gd name="connsiteX4" fmla="*/ 37814 w 37813"/>
                  <a:gd name="connsiteY4" fmla="*/ 109164 h 109164"/>
                  <a:gd name="connsiteX5" fmla="*/ 10946 w 37813"/>
                  <a:gd name="connsiteY5" fmla="*/ 63695 h 109164"/>
                  <a:gd name="connsiteX6" fmla="*/ 2678 w 37813"/>
                  <a:gd name="connsiteY6" fmla="*/ 25741 h 109164"/>
                  <a:gd name="connsiteX7" fmla="*/ 424 w 37813"/>
                  <a:gd name="connsiteY7" fmla="*/ 10334 h 109164"/>
                  <a:gd name="connsiteX8" fmla="*/ 10382 w 37813"/>
                  <a:gd name="connsiteY8" fmla="*/ 0 h 109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13" h="109164">
                    <a:moveTo>
                      <a:pt x="10382" y="0"/>
                    </a:moveTo>
                    <a:cubicBezTo>
                      <a:pt x="14985" y="14562"/>
                      <a:pt x="18649" y="29405"/>
                      <a:pt x="22219" y="44248"/>
                    </a:cubicBezTo>
                    <a:cubicBezTo>
                      <a:pt x="23253" y="48382"/>
                      <a:pt x="24192" y="52421"/>
                      <a:pt x="25225" y="56555"/>
                    </a:cubicBezTo>
                    <a:cubicBezTo>
                      <a:pt x="26447" y="61440"/>
                      <a:pt x="27574" y="66325"/>
                      <a:pt x="28795" y="71304"/>
                    </a:cubicBezTo>
                    <a:cubicBezTo>
                      <a:pt x="31896" y="83893"/>
                      <a:pt x="34902" y="96482"/>
                      <a:pt x="37814" y="109164"/>
                    </a:cubicBezTo>
                    <a:cubicBezTo>
                      <a:pt x="24004" y="97797"/>
                      <a:pt x="15831" y="80887"/>
                      <a:pt x="10946" y="63695"/>
                    </a:cubicBezTo>
                    <a:cubicBezTo>
                      <a:pt x="7376" y="51200"/>
                      <a:pt x="5215" y="38424"/>
                      <a:pt x="2678" y="25741"/>
                    </a:cubicBezTo>
                    <a:cubicBezTo>
                      <a:pt x="1833" y="21419"/>
                      <a:pt x="-1079" y="14749"/>
                      <a:pt x="424" y="10334"/>
                    </a:cubicBezTo>
                    <a:cubicBezTo>
                      <a:pt x="1269" y="7985"/>
                      <a:pt x="10570" y="752"/>
                      <a:pt x="10382" y="0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64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5605217" y="1893122"/>
              <a:ext cx="742949" cy="550561"/>
              <a:chOff x="5466379" y="556437"/>
              <a:chExt cx="996946" cy="738785"/>
            </a:xfrm>
            <a:solidFill>
              <a:srgbClr val="FC0606">
                <a:alpha val="30000"/>
              </a:srgbClr>
            </a:solidFill>
          </p:grpSpPr>
          <p:sp>
            <p:nvSpPr>
              <p:cNvPr id="2165" name="Forme libre : forme 2164">
                <a:extLst>
                  <a:ext uri="{FF2B5EF4-FFF2-40B4-BE49-F238E27FC236}">
                    <a16:creationId xmlns:a16="http://schemas.microsoft.com/office/drawing/2014/main" id="{56A91003-F902-40F8-AA6E-638A0BEB96E3}"/>
                  </a:ext>
                </a:extLst>
              </p:cNvPr>
              <p:cNvSpPr/>
              <p:nvPr/>
            </p:nvSpPr>
            <p:spPr>
              <a:xfrm>
                <a:off x="5466379" y="556437"/>
                <a:ext cx="996946" cy="738785"/>
              </a:xfrm>
              <a:custGeom>
                <a:avLst/>
                <a:gdLst>
                  <a:gd name="connsiteX0" fmla="*/ 996947 w 996946"/>
                  <a:gd name="connsiteY0" fmla="*/ 369393 h 738785"/>
                  <a:gd name="connsiteX1" fmla="*/ 498473 w 996946"/>
                  <a:gd name="connsiteY1" fmla="*/ 738785 h 738785"/>
                  <a:gd name="connsiteX2" fmla="*/ 0 w 996946"/>
                  <a:gd name="connsiteY2" fmla="*/ 369393 h 738785"/>
                  <a:gd name="connsiteX3" fmla="*/ 498473 w 996946"/>
                  <a:gd name="connsiteY3" fmla="*/ 0 h 738785"/>
                  <a:gd name="connsiteX4" fmla="*/ 996947 w 996946"/>
                  <a:gd name="connsiteY4" fmla="*/ 369393 h 738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6946" h="738785">
                    <a:moveTo>
                      <a:pt x="996947" y="369393"/>
                    </a:moveTo>
                    <a:cubicBezTo>
                      <a:pt x="996947" y="573402"/>
                      <a:pt x="773773" y="738785"/>
                      <a:pt x="498473" y="738785"/>
                    </a:cubicBezTo>
                    <a:cubicBezTo>
                      <a:pt x="223174" y="738785"/>
                      <a:pt x="0" y="573403"/>
                      <a:pt x="0" y="369393"/>
                    </a:cubicBezTo>
                    <a:cubicBezTo>
                      <a:pt x="0" y="165383"/>
                      <a:pt x="223174" y="0"/>
                      <a:pt x="498473" y="0"/>
                    </a:cubicBezTo>
                    <a:cubicBezTo>
                      <a:pt x="773773" y="0"/>
                      <a:pt x="996947" y="165383"/>
                      <a:pt x="996947" y="369393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6" name="Forme libre : forme 2165">
                <a:extLst>
                  <a:ext uri="{FF2B5EF4-FFF2-40B4-BE49-F238E27FC236}">
                    <a16:creationId xmlns:a16="http://schemas.microsoft.com/office/drawing/2014/main" id="{A41B73C4-D9AE-482F-8474-A7A7E52EBF96}"/>
                  </a:ext>
                </a:extLst>
              </p:cNvPr>
              <p:cNvSpPr/>
              <p:nvPr/>
            </p:nvSpPr>
            <p:spPr>
              <a:xfrm>
                <a:off x="5516264" y="593357"/>
                <a:ext cx="897176" cy="664944"/>
              </a:xfrm>
              <a:custGeom>
                <a:avLst/>
                <a:gdLst>
                  <a:gd name="connsiteX0" fmla="*/ 897177 w 897176"/>
                  <a:gd name="connsiteY0" fmla="*/ 332472 h 664944"/>
                  <a:gd name="connsiteX1" fmla="*/ 448588 w 897176"/>
                  <a:gd name="connsiteY1" fmla="*/ 664944 h 664944"/>
                  <a:gd name="connsiteX2" fmla="*/ 0 w 897176"/>
                  <a:gd name="connsiteY2" fmla="*/ 332472 h 664944"/>
                  <a:gd name="connsiteX3" fmla="*/ 448588 w 897176"/>
                  <a:gd name="connsiteY3" fmla="*/ 0 h 664944"/>
                  <a:gd name="connsiteX4" fmla="*/ 897177 w 897176"/>
                  <a:gd name="connsiteY4" fmla="*/ 332472 h 664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7176" h="664944">
                    <a:moveTo>
                      <a:pt x="897177" y="332472"/>
                    </a:moveTo>
                    <a:cubicBezTo>
                      <a:pt x="897177" y="516091"/>
                      <a:pt x="696337" y="664944"/>
                      <a:pt x="448588" y="664944"/>
                    </a:cubicBezTo>
                    <a:cubicBezTo>
                      <a:pt x="200840" y="664944"/>
                      <a:pt x="0" y="516091"/>
                      <a:pt x="0" y="332472"/>
                    </a:cubicBezTo>
                    <a:cubicBezTo>
                      <a:pt x="0" y="148853"/>
                      <a:pt x="200840" y="0"/>
                      <a:pt x="448588" y="0"/>
                    </a:cubicBezTo>
                    <a:cubicBezTo>
                      <a:pt x="696337" y="0"/>
                      <a:pt x="897177" y="148853"/>
                      <a:pt x="897177" y="332472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7" name="Forme libre : forme 2166">
                <a:extLst>
                  <a:ext uri="{FF2B5EF4-FFF2-40B4-BE49-F238E27FC236}">
                    <a16:creationId xmlns:a16="http://schemas.microsoft.com/office/drawing/2014/main" id="{F645F303-5539-4300-A0A3-ACE81E731FA2}"/>
                  </a:ext>
                </a:extLst>
              </p:cNvPr>
              <p:cNvSpPr/>
              <p:nvPr/>
            </p:nvSpPr>
            <p:spPr>
              <a:xfrm>
                <a:off x="5561076" y="626614"/>
                <a:ext cx="807552" cy="598430"/>
              </a:xfrm>
              <a:custGeom>
                <a:avLst/>
                <a:gdLst>
                  <a:gd name="connsiteX0" fmla="*/ 807553 w 807552"/>
                  <a:gd name="connsiteY0" fmla="*/ 299216 h 598430"/>
                  <a:gd name="connsiteX1" fmla="*/ 403776 w 807552"/>
                  <a:gd name="connsiteY1" fmla="*/ 598431 h 598430"/>
                  <a:gd name="connsiteX2" fmla="*/ 0 w 807552"/>
                  <a:gd name="connsiteY2" fmla="*/ 299216 h 598430"/>
                  <a:gd name="connsiteX3" fmla="*/ 403776 w 807552"/>
                  <a:gd name="connsiteY3" fmla="*/ 0 h 598430"/>
                  <a:gd name="connsiteX4" fmla="*/ 807553 w 807552"/>
                  <a:gd name="connsiteY4" fmla="*/ 299216 h 59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7552" h="598430">
                    <a:moveTo>
                      <a:pt x="807553" y="299216"/>
                    </a:moveTo>
                    <a:cubicBezTo>
                      <a:pt x="807553" y="464468"/>
                      <a:pt x="626776" y="598431"/>
                      <a:pt x="403776" y="598431"/>
                    </a:cubicBezTo>
                    <a:cubicBezTo>
                      <a:pt x="180777" y="598431"/>
                      <a:pt x="0" y="464468"/>
                      <a:pt x="0" y="299216"/>
                    </a:cubicBezTo>
                    <a:cubicBezTo>
                      <a:pt x="0" y="133963"/>
                      <a:pt x="180777" y="0"/>
                      <a:pt x="403776" y="0"/>
                    </a:cubicBezTo>
                    <a:cubicBezTo>
                      <a:pt x="626776" y="0"/>
                      <a:pt x="807553" y="133963"/>
                      <a:pt x="807553" y="299216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188" name="Forme libre : forme 2187">
              <a:extLst>
                <a:ext uri="{FF2B5EF4-FFF2-40B4-BE49-F238E27FC236}">
                  <a16:creationId xmlns:a16="http://schemas.microsoft.com/office/drawing/2014/main" id="{596AC843-23FC-4F1F-B2CE-B2226E897DD4}"/>
                </a:ext>
              </a:extLst>
            </p:cNvPr>
            <p:cNvSpPr/>
            <p:nvPr/>
          </p:nvSpPr>
          <p:spPr>
            <a:xfrm>
              <a:off x="5863765" y="1689462"/>
              <a:ext cx="225853" cy="180346"/>
            </a:xfrm>
            <a:custGeom>
              <a:avLst/>
              <a:gdLst>
                <a:gd name="connsiteX0" fmla="*/ 213538 w 303067"/>
                <a:gd name="connsiteY0" fmla="*/ 117901 h 242002"/>
                <a:gd name="connsiteX1" fmla="*/ 213538 w 303067"/>
                <a:gd name="connsiteY1" fmla="*/ 0 h 242002"/>
                <a:gd name="connsiteX2" fmla="*/ 89530 w 303067"/>
                <a:gd name="connsiteY2" fmla="*/ 0 h 242002"/>
                <a:gd name="connsiteX3" fmla="*/ 89530 w 303067"/>
                <a:gd name="connsiteY3" fmla="*/ 117901 h 242002"/>
                <a:gd name="connsiteX4" fmla="*/ 0 w 303067"/>
                <a:gd name="connsiteY4" fmla="*/ 86805 h 242002"/>
                <a:gd name="connsiteX5" fmla="*/ 151534 w 303067"/>
                <a:gd name="connsiteY5" fmla="*/ 242003 h 242002"/>
                <a:gd name="connsiteX6" fmla="*/ 303067 w 303067"/>
                <a:gd name="connsiteY6" fmla="*/ 86805 h 24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067" h="242002">
                  <a:moveTo>
                    <a:pt x="213538" y="117901"/>
                  </a:moveTo>
                  <a:lnTo>
                    <a:pt x="213538" y="0"/>
                  </a:lnTo>
                  <a:lnTo>
                    <a:pt x="89530" y="0"/>
                  </a:lnTo>
                  <a:lnTo>
                    <a:pt x="89530" y="117901"/>
                  </a:lnTo>
                  <a:lnTo>
                    <a:pt x="0" y="86805"/>
                  </a:lnTo>
                  <a:lnTo>
                    <a:pt x="151534" y="242003"/>
                  </a:lnTo>
                  <a:lnTo>
                    <a:pt x="303067" y="86805"/>
                  </a:lnTo>
                  <a:close/>
                </a:path>
              </a:pathLst>
            </a:custGeom>
            <a:solidFill>
              <a:srgbClr val="FC0606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9" name="Forme libre : forme 2188">
              <a:extLst>
                <a:ext uri="{FF2B5EF4-FFF2-40B4-BE49-F238E27FC236}">
                  <a16:creationId xmlns:a16="http://schemas.microsoft.com/office/drawing/2014/main" id="{38E9A9C4-7AB2-40F4-8539-9F2863A6A919}"/>
                </a:ext>
              </a:extLst>
            </p:cNvPr>
            <p:cNvSpPr/>
            <p:nvPr/>
          </p:nvSpPr>
          <p:spPr>
            <a:xfrm>
              <a:off x="5383844" y="2045255"/>
              <a:ext cx="180346" cy="225853"/>
            </a:xfrm>
            <a:custGeom>
              <a:avLst/>
              <a:gdLst>
                <a:gd name="connsiteX0" fmla="*/ 117901 w 242002"/>
                <a:gd name="connsiteY0" fmla="*/ 89530 h 303067"/>
                <a:gd name="connsiteX1" fmla="*/ 0 w 242002"/>
                <a:gd name="connsiteY1" fmla="*/ 89530 h 303067"/>
                <a:gd name="connsiteX2" fmla="*/ 0 w 242002"/>
                <a:gd name="connsiteY2" fmla="*/ 213537 h 303067"/>
                <a:gd name="connsiteX3" fmla="*/ 117901 w 242002"/>
                <a:gd name="connsiteY3" fmla="*/ 213537 h 303067"/>
                <a:gd name="connsiteX4" fmla="*/ 86806 w 242002"/>
                <a:gd name="connsiteY4" fmla="*/ 303067 h 303067"/>
                <a:gd name="connsiteX5" fmla="*/ 242003 w 242002"/>
                <a:gd name="connsiteY5" fmla="*/ 151534 h 303067"/>
                <a:gd name="connsiteX6" fmla="*/ 86806 w 242002"/>
                <a:gd name="connsiteY6" fmla="*/ 0 h 3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002" h="303067">
                  <a:moveTo>
                    <a:pt x="117901" y="89530"/>
                  </a:moveTo>
                  <a:lnTo>
                    <a:pt x="0" y="89530"/>
                  </a:lnTo>
                  <a:lnTo>
                    <a:pt x="0" y="213537"/>
                  </a:lnTo>
                  <a:lnTo>
                    <a:pt x="117901" y="213537"/>
                  </a:lnTo>
                  <a:lnTo>
                    <a:pt x="86806" y="303067"/>
                  </a:lnTo>
                  <a:lnTo>
                    <a:pt x="242003" y="151534"/>
                  </a:lnTo>
                  <a:lnTo>
                    <a:pt x="86806" y="0"/>
                  </a:lnTo>
                  <a:close/>
                </a:path>
              </a:pathLst>
            </a:custGeom>
            <a:solidFill>
              <a:srgbClr val="FC0606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0" name="Forme libre : forme 2189">
              <a:extLst>
                <a:ext uri="{FF2B5EF4-FFF2-40B4-BE49-F238E27FC236}">
                  <a16:creationId xmlns:a16="http://schemas.microsoft.com/office/drawing/2014/main" id="{6344C03A-1E77-4B56-B8C9-A46DBADB64F5}"/>
                </a:ext>
              </a:extLst>
            </p:cNvPr>
            <p:cNvSpPr/>
            <p:nvPr/>
          </p:nvSpPr>
          <p:spPr>
            <a:xfrm>
              <a:off x="5498451" y="1806310"/>
              <a:ext cx="168165" cy="173626"/>
            </a:xfrm>
            <a:custGeom>
              <a:avLst/>
              <a:gdLst>
                <a:gd name="connsiteX0" fmla="*/ 169947 w 225656"/>
                <a:gd name="connsiteY0" fmla="*/ 88778 h 232984"/>
                <a:gd name="connsiteX1" fmla="*/ 79384 w 225656"/>
                <a:gd name="connsiteY1" fmla="*/ 13340 h 232984"/>
                <a:gd name="connsiteX2" fmla="*/ 0 w 225656"/>
                <a:gd name="connsiteY2" fmla="*/ 108601 h 232984"/>
                <a:gd name="connsiteX3" fmla="*/ 90563 w 225656"/>
                <a:gd name="connsiteY3" fmla="*/ 184039 h 232984"/>
                <a:gd name="connsiteX4" fmla="*/ 9395 w 225656"/>
                <a:gd name="connsiteY4" fmla="*/ 232984 h 232984"/>
                <a:gd name="connsiteX5" fmla="*/ 225656 w 225656"/>
                <a:gd name="connsiteY5" fmla="*/ 215792 h 232984"/>
                <a:gd name="connsiteX6" fmla="*/ 203297 w 225656"/>
                <a:gd name="connsiteY6" fmla="*/ 0 h 232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656" h="232984">
                  <a:moveTo>
                    <a:pt x="169947" y="88778"/>
                  </a:moveTo>
                  <a:lnTo>
                    <a:pt x="79384" y="13340"/>
                  </a:lnTo>
                  <a:lnTo>
                    <a:pt x="0" y="108601"/>
                  </a:lnTo>
                  <a:lnTo>
                    <a:pt x="90563" y="184039"/>
                  </a:lnTo>
                  <a:lnTo>
                    <a:pt x="9395" y="232984"/>
                  </a:lnTo>
                  <a:lnTo>
                    <a:pt x="225656" y="215792"/>
                  </a:lnTo>
                  <a:lnTo>
                    <a:pt x="203297" y="0"/>
                  </a:lnTo>
                  <a:close/>
                </a:path>
              </a:pathLst>
            </a:custGeom>
            <a:solidFill>
              <a:srgbClr val="FC0606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1" name="Forme libre : forme 2190">
              <a:extLst>
                <a:ext uri="{FF2B5EF4-FFF2-40B4-BE49-F238E27FC236}">
                  <a16:creationId xmlns:a16="http://schemas.microsoft.com/office/drawing/2014/main" id="{72316105-D349-4747-8A64-1CDD3E3AD41F}"/>
                </a:ext>
              </a:extLst>
            </p:cNvPr>
            <p:cNvSpPr/>
            <p:nvPr/>
          </p:nvSpPr>
          <p:spPr>
            <a:xfrm>
              <a:off x="6384222" y="2045255"/>
              <a:ext cx="180346" cy="225853"/>
            </a:xfrm>
            <a:custGeom>
              <a:avLst/>
              <a:gdLst>
                <a:gd name="connsiteX0" fmla="*/ 124102 w 242002"/>
                <a:gd name="connsiteY0" fmla="*/ 89530 h 303067"/>
                <a:gd name="connsiteX1" fmla="*/ 242003 w 242002"/>
                <a:gd name="connsiteY1" fmla="*/ 89530 h 303067"/>
                <a:gd name="connsiteX2" fmla="*/ 242003 w 242002"/>
                <a:gd name="connsiteY2" fmla="*/ 213537 h 303067"/>
                <a:gd name="connsiteX3" fmla="*/ 124102 w 242002"/>
                <a:gd name="connsiteY3" fmla="*/ 213537 h 303067"/>
                <a:gd name="connsiteX4" fmla="*/ 155291 w 242002"/>
                <a:gd name="connsiteY4" fmla="*/ 303067 h 303067"/>
                <a:gd name="connsiteX5" fmla="*/ 0 w 242002"/>
                <a:gd name="connsiteY5" fmla="*/ 151534 h 303067"/>
                <a:gd name="connsiteX6" fmla="*/ 155291 w 242002"/>
                <a:gd name="connsiteY6" fmla="*/ 0 h 3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002" h="303067">
                  <a:moveTo>
                    <a:pt x="124102" y="89530"/>
                  </a:moveTo>
                  <a:lnTo>
                    <a:pt x="242003" y="89530"/>
                  </a:lnTo>
                  <a:lnTo>
                    <a:pt x="242003" y="213537"/>
                  </a:lnTo>
                  <a:lnTo>
                    <a:pt x="124102" y="213537"/>
                  </a:lnTo>
                  <a:lnTo>
                    <a:pt x="155291" y="303067"/>
                  </a:lnTo>
                  <a:lnTo>
                    <a:pt x="0" y="151534"/>
                  </a:lnTo>
                  <a:lnTo>
                    <a:pt x="155291" y="0"/>
                  </a:lnTo>
                  <a:close/>
                </a:path>
              </a:pathLst>
            </a:custGeom>
            <a:solidFill>
              <a:srgbClr val="FC0606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2" name="Forme libre : forme 2191">
              <a:extLst>
                <a:ext uri="{FF2B5EF4-FFF2-40B4-BE49-F238E27FC236}">
                  <a16:creationId xmlns:a16="http://schemas.microsoft.com/office/drawing/2014/main" id="{5AEE1F46-EE68-4E72-B239-6A203C467402}"/>
                </a:ext>
              </a:extLst>
            </p:cNvPr>
            <p:cNvSpPr/>
            <p:nvPr/>
          </p:nvSpPr>
          <p:spPr>
            <a:xfrm>
              <a:off x="6281867" y="1806310"/>
              <a:ext cx="168095" cy="173626"/>
            </a:xfrm>
            <a:custGeom>
              <a:avLst/>
              <a:gdLst>
                <a:gd name="connsiteX0" fmla="*/ 55615 w 225562"/>
                <a:gd name="connsiteY0" fmla="*/ 88778 h 232984"/>
                <a:gd name="connsiteX1" fmla="*/ 146273 w 225562"/>
                <a:gd name="connsiteY1" fmla="*/ 13340 h 232984"/>
                <a:gd name="connsiteX2" fmla="*/ 225563 w 225562"/>
                <a:gd name="connsiteY2" fmla="*/ 108601 h 232984"/>
                <a:gd name="connsiteX3" fmla="*/ 134999 w 225562"/>
                <a:gd name="connsiteY3" fmla="*/ 184039 h 232984"/>
                <a:gd name="connsiteX4" fmla="*/ 216262 w 225562"/>
                <a:gd name="connsiteY4" fmla="*/ 232984 h 232984"/>
                <a:gd name="connsiteX5" fmla="*/ 0 w 225562"/>
                <a:gd name="connsiteY5" fmla="*/ 215792 h 232984"/>
                <a:gd name="connsiteX6" fmla="*/ 22265 w 225562"/>
                <a:gd name="connsiteY6" fmla="*/ 0 h 232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562" h="232984">
                  <a:moveTo>
                    <a:pt x="55615" y="88778"/>
                  </a:moveTo>
                  <a:lnTo>
                    <a:pt x="146273" y="13340"/>
                  </a:lnTo>
                  <a:lnTo>
                    <a:pt x="225563" y="108601"/>
                  </a:lnTo>
                  <a:lnTo>
                    <a:pt x="134999" y="184039"/>
                  </a:lnTo>
                  <a:lnTo>
                    <a:pt x="216262" y="232984"/>
                  </a:lnTo>
                  <a:lnTo>
                    <a:pt x="0" y="215792"/>
                  </a:lnTo>
                  <a:lnTo>
                    <a:pt x="22265" y="0"/>
                  </a:lnTo>
                  <a:close/>
                </a:path>
              </a:pathLst>
            </a:custGeom>
            <a:solidFill>
              <a:srgbClr val="FC0606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50" name="migraine-headache-pain-illustration">
            <a:extLst>
              <a:ext uri="{FF2B5EF4-FFF2-40B4-BE49-F238E27FC236}">
                <a16:creationId xmlns:a16="http://schemas.microsoft.com/office/drawing/2014/main" id="{AC543DDD-88B9-4526-A2D6-D50369846D5D}"/>
              </a:ext>
            </a:extLst>
          </p:cNvPr>
          <p:cNvGrpSpPr/>
          <p:nvPr/>
        </p:nvGrpSpPr>
        <p:grpSpPr>
          <a:xfrm>
            <a:off x="8337276" y="3986866"/>
            <a:ext cx="1363927" cy="2060881"/>
            <a:chOff x="7186617" y="3996828"/>
            <a:chExt cx="1363927" cy="2060881"/>
          </a:xfrm>
        </p:grpSpPr>
        <p:grpSp>
          <p:nvGrpSpPr>
            <p:cNvPr id="1534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7202573" y="4121062"/>
              <a:ext cx="1331946" cy="1898191"/>
              <a:chOff x="7609833" y="3546055"/>
              <a:chExt cx="1787307" cy="2547136"/>
            </a:xfrm>
            <a:solidFill>
              <a:schemeClr val="accent1"/>
            </a:solidFill>
          </p:grpSpPr>
          <p:sp>
            <p:nvSpPr>
              <p:cNvPr id="1535" name="Forme libre : forme 1534">
                <a:extLst>
                  <a:ext uri="{FF2B5EF4-FFF2-40B4-BE49-F238E27FC236}">
                    <a16:creationId xmlns:a16="http://schemas.microsoft.com/office/drawing/2014/main" id="{DBA54C89-CCE8-488C-BABA-087DAC99BE79}"/>
                  </a:ext>
                </a:extLst>
              </p:cNvPr>
              <p:cNvSpPr/>
              <p:nvPr/>
            </p:nvSpPr>
            <p:spPr>
              <a:xfrm>
                <a:off x="7736238" y="4393772"/>
                <a:ext cx="216947" cy="482912"/>
              </a:xfrm>
              <a:custGeom>
                <a:avLst/>
                <a:gdLst>
                  <a:gd name="connsiteX0" fmla="*/ 124804 w 216947"/>
                  <a:gd name="connsiteY0" fmla="*/ 58197 h 482912"/>
                  <a:gd name="connsiteX1" fmla="*/ 27946 w 216947"/>
                  <a:gd name="connsiteY1" fmla="*/ 891 h 482912"/>
                  <a:gd name="connsiteX2" fmla="*/ 52935 w 216947"/>
                  <a:gd name="connsiteY2" fmla="*/ 329981 h 482912"/>
                  <a:gd name="connsiteX3" fmla="*/ 208133 w 216947"/>
                  <a:gd name="connsiteY3" fmla="*/ 437266 h 482912"/>
                  <a:gd name="connsiteX4" fmla="*/ 124804 w 216947"/>
                  <a:gd name="connsiteY4" fmla="*/ 58197 h 48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947" h="482912">
                    <a:moveTo>
                      <a:pt x="124804" y="58197"/>
                    </a:moveTo>
                    <a:cubicBezTo>
                      <a:pt x="124804" y="58197"/>
                      <a:pt x="83186" y="-8410"/>
                      <a:pt x="27946" y="891"/>
                    </a:cubicBezTo>
                    <a:cubicBezTo>
                      <a:pt x="-27294" y="10191"/>
                      <a:pt x="9157" y="199773"/>
                      <a:pt x="52935" y="329981"/>
                    </a:cubicBezTo>
                    <a:cubicBezTo>
                      <a:pt x="96714" y="460189"/>
                      <a:pt x="165388" y="537224"/>
                      <a:pt x="208133" y="437266"/>
                    </a:cubicBezTo>
                    <a:cubicBezTo>
                      <a:pt x="250784" y="337308"/>
                      <a:pt x="124804" y="58197"/>
                      <a:pt x="124804" y="58197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6" name="Forme libre : forme 1535">
                <a:extLst>
                  <a:ext uri="{FF2B5EF4-FFF2-40B4-BE49-F238E27FC236}">
                    <a16:creationId xmlns:a16="http://schemas.microsoft.com/office/drawing/2014/main" id="{008B3FA9-17A5-4A07-82A7-5A11506C7A1B}"/>
                  </a:ext>
                </a:extLst>
              </p:cNvPr>
              <p:cNvSpPr/>
              <p:nvPr/>
            </p:nvSpPr>
            <p:spPr>
              <a:xfrm>
                <a:off x="7736238" y="4393772"/>
                <a:ext cx="216947" cy="482912"/>
              </a:xfrm>
              <a:custGeom>
                <a:avLst/>
                <a:gdLst>
                  <a:gd name="connsiteX0" fmla="*/ 124804 w 216947"/>
                  <a:gd name="connsiteY0" fmla="*/ 58197 h 482912"/>
                  <a:gd name="connsiteX1" fmla="*/ 27946 w 216947"/>
                  <a:gd name="connsiteY1" fmla="*/ 891 h 482912"/>
                  <a:gd name="connsiteX2" fmla="*/ 52935 w 216947"/>
                  <a:gd name="connsiteY2" fmla="*/ 329981 h 482912"/>
                  <a:gd name="connsiteX3" fmla="*/ 208133 w 216947"/>
                  <a:gd name="connsiteY3" fmla="*/ 437266 h 482912"/>
                  <a:gd name="connsiteX4" fmla="*/ 124804 w 216947"/>
                  <a:gd name="connsiteY4" fmla="*/ 58197 h 48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947" h="482912">
                    <a:moveTo>
                      <a:pt x="124804" y="58197"/>
                    </a:moveTo>
                    <a:cubicBezTo>
                      <a:pt x="124804" y="58197"/>
                      <a:pt x="83186" y="-8410"/>
                      <a:pt x="27946" y="891"/>
                    </a:cubicBezTo>
                    <a:cubicBezTo>
                      <a:pt x="-27294" y="10191"/>
                      <a:pt x="9157" y="199773"/>
                      <a:pt x="52935" y="329981"/>
                    </a:cubicBezTo>
                    <a:cubicBezTo>
                      <a:pt x="96714" y="460189"/>
                      <a:pt x="165388" y="537224"/>
                      <a:pt x="208133" y="437266"/>
                    </a:cubicBezTo>
                    <a:cubicBezTo>
                      <a:pt x="250784" y="337308"/>
                      <a:pt x="124804" y="58197"/>
                      <a:pt x="124804" y="58197"/>
                    </a:cubicBezTo>
                    <a:close/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7" name="Forme libre : forme 1536">
                <a:extLst>
                  <a:ext uri="{FF2B5EF4-FFF2-40B4-BE49-F238E27FC236}">
                    <a16:creationId xmlns:a16="http://schemas.microsoft.com/office/drawing/2014/main" id="{60C7F3CC-4BF7-4C6A-87B4-4BB3399B8C85}"/>
                  </a:ext>
                </a:extLst>
              </p:cNvPr>
              <p:cNvSpPr/>
              <p:nvPr/>
            </p:nvSpPr>
            <p:spPr>
              <a:xfrm>
                <a:off x="7745119" y="4448797"/>
                <a:ext cx="99576" cy="113557"/>
              </a:xfrm>
              <a:custGeom>
                <a:avLst/>
                <a:gdLst>
                  <a:gd name="connsiteX0" fmla="*/ 99577 w 99576"/>
                  <a:gd name="connsiteY0" fmla="*/ 97962 h 113557"/>
                  <a:gd name="connsiteX1" fmla="*/ 13805 w 99576"/>
                  <a:gd name="connsiteY1" fmla="*/ 71 h 113557"/>
                  <a:gd name="connsiteX2" fmla="*/ 20099 w 99576"/>
                  <a:gd name="connsiteY2" fmla="*/ 113557 h 113557"/>
                  <a:gd name="connsiteX3" fmla="*/ 18033 w 99576"/>
                  <a:gd name="connsiteY3" fmla="*/ 13599 h 113557"/>
                  <a:gd name="connsiteX4" fmla="*/ 32594 w 99576"/>
                  <a:gd name="connsiteY4" fmla="*/ 34455 h 113557"/>
                  <a:gd name="connsiteX5" fmla="*/ 32594 w 99576"/>
                  <a:gd name="connsiteY5" fmla="*/ 96929 h 113557"/>
                  <a:gd name="connsiteX6" fmla="*/ 41989 w 99576"/>
                  <a:gd name="connsiteY6" fmla="*/ 30322 h 113557"/>
                  <a:gd name="connsiteX7" fmla="*/ 99577 w 99576"/>
                  <a:gd name="connsiteY7" fmla="*/ 97962 h 11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576" h="113557">
                    <a:moveTo>
                      <a:pt x="99577" y="97962"/>
                    </a:moveTo>
                    <a:cubicBezTo>
                      <a:pt x="95067" y="95896"/>
                      <a:pt x="48189" y="-3029"/>
                      <a:pt x="13805" y="71"/>
                    </a:cubicBezTo>
                    <a:cubicBezTo>
                      <a:pt x="-20579" y="3172"/>
                      <a:pt x="20099" y="113557"/>
                      <a:pt x="20099" y="113557"/>
                    </a:cubicBezTo>
                    <a:cubicBezTo>
                      <a:pt x="20099" y="113557"/>
                      <a:pt x="-1414" y="16700"/>
                      <a:pt x="18033" y="13599"/>
                    </a:cubicBezTo>
                    <a:cubicBezTo>
                      <a:pt x="37479" y="10499"/>
                      <a:pt x="32594" y="34455"/>
                      <a:pt x="32594" y="34455"/>
                    </a:cubicBezTo>
                    <a:cubicBezTo>
                      <a:pt x="32594" y="34455"/>
                      <a:pt x="30527" y="87534"/>
                      <a:pt x="32594" y="96929"/>
                    </a:cubicBezTo>
                    <a:cubicBezTo>
                      <a:pt x="32594" y="96929"/>
                      <a:pt x="36728" y="31355"/>
                      <a:pt x="41989" y="30322"/>
                    </a:cubicBezTo>
                    <a:cubicBezTo>
                      <a:pt x="47155" y="29288"/>
                      <a:pt x="99577" y="97962"/>
                      <a:pt x="99577" y="97962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8" name="Forme libre : forme 1537">
                <a:extLst>
                  <a:ext uri="{FF2B5EF4-FFF2-40B4-BE49-F238E27FC236}">
                    <a16:creationId xmlns:a16="http://schemas.microsoft.com/office/drawing/2014/main" id="{755E40BC-CFFC-4345-B999-6DEFB431E1E6}"/>
                  </a:ext>
                </a:extLst>
              </p:cNvPr>
              <p:cNvSpPr/>
              <p:nvPr/>
            </p:nvSpPr>
            <p:spPr>
              <a:xfrm>
                <a:off x="9054038" y="4393772"/>
                <a:ext cx="216977" cy="482912"/>
              </a:xfrm>
              <a:custGeom>
                <a:avLst/>
                <a:gdLst>
                  <a:gd name="connsiteX0" fmla="*/ 92174 w 216977"/>
                  <a:gd name="connsiteY0" fmla="*/ 58197 h 482912"/>
                  <a:gd name="connsiteX1" fmla="*/ 189032 w 216977"/>
                  <a:gd name="connsiteY1" fmla="*/ 891 h 482912"/>
                  <a:gd name="connsiteX2" fmla="*/ 164042 w 216977"/>
                  <a:gd name="connsiteY2" fmla="*/ 329981 h 482912"/>
                  <a:gd name="connsiteX3" fmla="*/ 8845 w 216977"/>
                  <a:gd name="connsiteY3" fmla="*/ 437266 h 482912"/>
                  <a:gd name="connsiteX4" fmla="*/ 92174 w 216977"/>
                  <a:gd name="connsiteY4" fmla="*/ 58197 h 48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977" h="482912">
                    <a:moveTo>
                      <a:pt x="92174" y="58197"/>
                    </a:moveTo>
                    <a:cubicBezTo>
                      <a:pt x="92174" y="58197"/>
                      <a:pt x="133792" y="-8410"/>
                      <a:pt x="189032" y="891"/>
                    </a:cubicBezTo>
                    <a:cubicBezTo>
                      <a:pt x="244271" y="10191"/>
                      <a:pt x="207821" y="199773"/>
                      <a:pt x="164042" y="329981"/>
                    </a:cubicBezTo>
                    <a:cubicBezTo>
                      <a:pt x="120264" y="460189"/>
                      <a:pt x="51590" y="537224"/>
                      <a:pt x="8845" y="437266"/>
                    </a:cubicBezTo>
                    <a:cubicBezTo>
                      <a:pt x="-33900" y="337308"/>
                      <a:pt x="92174" y="58197"/>
                      <a:pt x="92174" y="58197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9" name="Forme libre : forme 1538">
                <a:extLst>
                  <a:ext uri="{FF2B5EF4-FFF2-40B4-BE49-F238E27FC236}">
                    <a16:creationId xmlns:a16="http://schemas.microsoft.com/office/drawing/2014/main" id="{55BC0E3A-B960-442C-9066-F029FA5CFB73}"/>
                  </a:ext>
                </a:extLst>
              </p:cNvPr>
              <p:cNvSpPr/>
              <p:nvPr/>
            </p:nvSpPr>
            <p:spPr>
              <a:xfrm>
                <a:off x="9055007" y="4393772"/>
                <a:ext cx="216906" cy="482912"/>
              </a:xfrm>
              <a:custGeom>
                <a:avLst/>
                <a:gdLst>
                  <a:gd name="connsiteX0" fmla="*/ 92145 w 216906"/>
                  <a:gd name="connsiteY0" fmla="*/ 58197 h 482912"/>
                  <a:gd name="connsiteX1" fmla="*/ 189002 w 216906"/>
                  <a:gd name="connsiteY1" fmla="*/ 891 h 482912"/>
                  <a:gd name="connsiteX2" fmla="*/ 164013 w 216906"/>
                  <a:gd name="connsiteY2" fmla="*/ 329981 h 482912"/>
                  <a:gd name="connsiteX3" fmla="*/ 8815 w 216906"/>
                  <a:gd name="connsiteY3" fmla="*/ 437266 h 482912"/>
                  <a:gd name="connsiteX4" fmla="*/ 92145 w 216906"/>
                  <a:gd name="connsiteY4" fmla="*/ 58197 h 48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906" h="482912">
                    <a:moveTo>
                      <a:pt x="92145" y="58197"/>
                    </a:moveTo>
                    <a:cubicBezTo>
                      <a:pt x="92145" y="58197"/>
                      <a:pt x="133762" y="-8410"/>
                      <a:pt x="189002" y="891"/>
                    </a:cubicBezTo>
                    <a:cubicBezTo>
                      <a:pt x="244148" y="10285"/>
                      <a:pt x="207791" y="199773"/>
                      <a:pt x="164013" y="329981"/>
                    </a:cubicBezTo>
                    <a:cubicBezTo>
                      <a:pt x="120234" y="460189"/>
                      <a:pt x="51560" y="537224"/>
                      <a:pt x="8815" y="437266"/>
                    </a:cubicBezTo>
                    <a:cubicBezTo>
                      <a:pt x="-33836" y="337308"/>
                      <a:pt x="92145" y="58197"/>
                      <a:pt x="92145" y="58197"/>
                    </a:cubicBezTo>
                    <a:close/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0" name="Forme libre : forme 1539">
                <a:extLst>
                  <a:ext uri="{FF2B5EF4-FFF2-40B4-BE49-F238E27FC236}">
                    <a16:creationId xmlns:a16="http://schemas.microsoft.com/office/drawing/2014/main" id="{A1FC3F96-94C5-4F8C-B398-4AF88596C36A}"/>
                  </a:ext>
                </a:extLst>
              </p:cNvPr>
              <p:cNvSpPr/>
              <p:nvPr/>
            </p:nvSpPr>
            <p:spPr>
              <a:xfrm>
                <a:off x="9162465" y="4448797"/>
                <a:ext cx="99576" cy="113557"/>
              </a:xfrm>
              <a:custGeom>
                <a:avLst/>
                <a:gdLst>
                  <a:gd name="connsiteX0" fmla="*/ 0 w 99576"/>
                  <a:gd name="connsiteY0" fmla="*/ 97962 h 113557"/>
                  <a:gd name="connsiteX1" fmla="*/ 85772 w 99576"/>
                  <a:gd name="connsiteY1" fmla="*/ 71 h 113557"/>
                  <a:gd name="connsiteX2" fmla="*/ 79478 w 99576"/>
                  <a:gd name="connsiteY2" fmla="*/ 113557 h 113557"/>
                  <a:gd name="connsiteX3" fmla="*/ 81545 w 99576"/>
                  <a:gd name="connsiteY3" fmla="*/ 13599 h 113557"/>
                  <a:gd name="connsiteX4" fmla="*/ 66983 w 99576"/>
                  <a:gd name="connsiteY4" fmla="*/ 34455 h 113557"/>
                  <a:gd name="connsiteX5" fmla="*/ 66983 w 99576"/>
                  <a:gd name="connsiteY5" fmla="*/ 96929 h 113557"/>
                  <a:gd name="connsiteX6" fmla="*/ 57588 w 99576"/>
                  <a:gd name="connsiteY6" fmla="*/ 30322 h 113557"/>
                  <a:gd name="connsiteX7" fmla="*/ 0 w 99576"/>
                  <a:gd name="connsiteY7" fmla="*/ 97962 h 11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576" h="113557">
                    <a:moveTo>
                      <a:pt x="0" y="97962"/>
                    </a:moveTo>
                    <a:cubicBezTo>
                      <a:pt x="4510" y="95896"/>
                      <a:pt x="51388" y="-3029"/>
                      <a:pt x="85772" y="71"/>
                    </a:cubicBezTo>
                    <a:cubicBezTo>
                      <a:pt x="120156" y="3172"/>
                      <a:pt x="79478" y="113557"/>
                      <a:pt x="79478" y="113557"/>
                    </a:cubicBezTo>
                    <a:cubicBezTo>
                      <a:pt x="79478" y="113557"/>
                      <a:pt x="100991" y="16700"/>
                      <a:pt x="81545" y="13599"/>
                    </a:cubicBezTo>
                    <a:cubicBezTo>
                      <a:pt x="62098" y="10499"/>
                      <a:pt x="66983" y="34455"/>
                      <a:pt x="66983" y="34455"/>
                    </a:cubicBezTo>
                    <a:cubicBezTo>
                      <a:pt x="66983" y="34455"/>
                      <a:pt x="69050" y="87534"/>
                      <a:pt x="66983" y="96929"/>
                    </a:cubicBezTo>
                    <a:cubicBezTo>
                      <a:pt x="66983" y="96929"/>
                      <a:pt x="62849" y="31355"/>
                      <a:pt x="57588" y="30322"/>
                    </a:cubicBezTo>
                    <a:cubicBezTo>
                      <a:pt x="52422" y="29288"/>
                      <a:pt x="0" y="97962"/>
                      <a:pt x="0" y="97962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1" name="Forme libre : forme 1540">
                <a:extLst>
                  <a:ext uri="{FF2B5EF4-FFF2-40B4-BE49-F238E27FC236}">
                    <a16:creationId xmlns:a16="http://schemas.microsoft.com/office/drawing/2014/main" id="{9FD7A72A-4E99-4D55-8C5E-ADC27C97D50F}"/>
                  </a:ext>
                </a:extLst>
              </p:cNvPr>
              <p:cNvSpPr/>
              <p:nvPr/>
            </p:nvSpPr>
            <p:spPr>
              <a:xfrm>
                <a:off x="7609833" y="3618957"/>
                <a:ext cx="1787307" cy="2474235"/>
              </a:xfrm>
              <a:custGeom>
                <a:avLst/>
                <a:gdLst>
                  <a:gd name="connsiteX0" fmla="*/ 1786931 w 1787307"/>
                  <a:gd name="connsiteY0" fmla="*/ 2474235 h 2474235"/>
                  <a:gd name="connsiteX1" fmla="*/ 1787308 w 1787307"/>
                  <a:gd name="connsiteY1" fmla="*/ 2197190 h 2474235"/>
                  <a:gd name="connsiteX2" fmla="*/ 1342101 w 1787307"/>
                  <a:gd name="connsiteY2" fmla="*/ 2000376 h 2474235"/>
                  <a:gd name="connsiteX3" fmla="*/ 1285828 w 1787307"/>
                  <a:gd name="connsiteY3" fmla="*/ 1675513 h 2474235"/>
                  <a:gd name="connsiteX4" fmla="*/ 1452956 w 1787307"/>
                  <a:gd name="connsiteY4" fmla="*/ 1212081 h 2474235"/>
                  <a:gd name="connsiteX5" fmla="*/ 1509229 w 1787307"/>
                  <a:gd name="connsiteY5" fmla="*/ 805956 h 2474235"/>
                  <a:gd name="connsiteX6" fmla="*/ 1465451 w 1787307"/>
                  <a:gd name="connsiteY6" fmla="*/ 397764 h 2474235"/>
                  <a:gd name="connsiteX7" fmla="*/ 903095 w 1787307"/>
                  <a:gd name="connsiteY7" fmla="*/ 0 h 2474235"/>
                  <a:gd name="connsiteX8" fmla="*/ 884212 w 1787307"/>
                  <a:gd name="connsiteY8" fmla="*/ 0 h 2474235"/>
                  <a:gd name="connsiteX9" fmla="*/ 321856 w 1787307"/>
                  <a:gd name="connsiteY9" fmla="*/ 397764 h 2474235"/>
                  <a:gd name="connsiteX10" fmla="*/ 278078 w 1787307"/>
                  <a:gd name="connsiteY10" fmla="*/ 805956 h 2474235"/>
                  <a:gd name="connsiteX11" fmla="*/ 334351 w 1787307"/>
                  <a:gd name="connsiteY11" fmla="*/ 1212081 h 2474235"/>
                  <a:gd name="connsiteX12" fmla="*/ 501480 w 1787307"/>
                  <a:gd name="connsiteY12" fmla="*/ 1675513 h 2474235"/>
                  <a:gd name="connsiteX13" fmla="*/ 445206 w 1787307"/>
                  <a:gd name="connsiteY13" fmla="*/ 2000376 h 2474235"/>
                  <a:gd name="connsiteX14" fmla="*/ 0 w 1787307"/>
                  <a:gd name="connsiteY14" fmla="*/ 2197190 h 2474235"/>
                  <a:gd name="connsiteX15" fmla="*/ 376 w 1787307"/>
                  <a:gd name="connsiteY15" fmla="*/ 2474235 h 2474235"/>
                  <a:gd name="connsiteX16" fmla="*/ 1786931 w 1787307"/>
                  <a:gd name="connsiteY16" fmla="*/ 2474235 h 2474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87307" h="2474235">
                    <a:moveTo>
                      <a:pt x="1786931" y="2474235"/>
                    </a:moveTo>
                    <a:lnTo>
                      <a:pt x="1787308" y="2197190"/>
                    </a:lnTo>
                    <a:cubicBezTo>
                      <a:pt x="1787308" y="2197190"/>
                      <a:pt x="1426464" y="2059748"/>
                      <a:pt x="1342101" y="2000376"/>
                    </a:cubicBezTo>
                    <a:cubicBezTo>
                      <a:pt x="1257738" y="1941002"/>
                      <a:pt x="1285828" y="1675513"/>
                      <a:pt x="1285828" y="1675513"/>
                    </a:cubicBezTo>
                    <a:cubicBezTo>
                      <a:pt x="1460754" y="1439617"/>
                      <a:pt x="1425900" y="1299544"/>
                      <a:pt x="1452956" y="1212081"/>
                    </a:cubicBezTo>
                    <a:cubicBezTo>
                      <a:pt x="1480013" y="1124618"/>
                      <a:pt x="1509229" y="805956"/>
                      <a:pt x="1509229" y="805956"/>
                    </a:cubicBezTo>
                    <a:cubicBezTo>
                      <a:pt x="1509229" y="805956"/>
                      <a:pt x="1536286" y="639297"/>
                      <a:pt x="1465451" y="397764"/>
                    </a:cubicBezTo>
                    <a:cubicBezTo>
                      <a:pt x="1394617" y="156137"/>
                      <a:pt x="1184273" y="20762"/>
                      <a:pt x="903095" y="0"/>
                    </a:cubicBezTo>
                    <a:lnTo>
                      <a:pt x="884212" y="0"/>
                    </a:lnTo>
                    <a:cubicBezTo>
                      <a:pt x="603034" y="20856"/>
                      <a:pt x="392691" y="156231"/>
                      <a:pt x="321856" y="397764"/>
                    </a:cubicBezTo>
                    <a:cubicBezTo>
                      <a:pt x="251021" y="639391"/>
                      <a:pt x="278078" y="805956"/>
                      <a:pt x="278078" y="805956"/>
                    </a:cubicBezTo>
                    <a:cubicBezTo>
                      <a:pt x="278078" y="805956"/>
                      <a:pt x="307201" y="1124618"/>
                      <a:pt x="334351" y="1212081"/>
                    </a:cubicBezTo>
                    <a:cubicBezTo>
                      <a:pt x="361407" y="1299544"/>
                      <a:pt x="326554" y="1439617"/>
                      <a:pt x="501480" y="1675513"/>
                    </a:cubicBezTo>
                    <a:cubicBezTo>
                      <a:pt x="501480" y="1675513"/>
                      <a:pt x="529569" y="1941096"/>
                      <a:pt x="445206" y="2000376"/>
                    </a:cubicBezTo>
                    <a:cubicBezTo>
                      <a:pt x="360843" y="2059748"/>
                      <a:pt x="0" y="2197190"/>
                      <a:pt x="0" y="2197190"/>
                    </a:cubicBezTo>
                    <a:lnTo>
                      <a:pt x="376" y="2474235"/>
                    </a:lnTo>
                    <a:lnTo>
                      <a:pt x="1786931" y="2474235"/>
                    </a:ln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2" name="Forme libre : forme 1541">
                <a:extLst>
                  <a:ext uri="{FF2B5EF4-FFF2-40B4-BE49-F238E27FC236}">
                    <a16:creationId xmlns:a16="http://schemas.microsoft.com/office/drawing/2014/main" id="{B5D92E4D-2334-454B-B10B-672DF360CE3D}"/>
                  </a:ext>
                </a:extLst>
              </p:cNvPr>
              <p:cNvSpPr/>
              <p:nvPr/>
            </p:nvSpPr>
            <p:spPr>
              <a:xfrm>
                <a:off x="8079318" y="4543941"/>
                <a:ext cx="260647" cy="24065"/>
              </a:xfrm>
              <a:custGeom>
                <a:avLst/>
                <a:gdLst>
                  <a:gd name="connsiteX0" fmla="*/ 259905 w 260647"/>
                  <a:gd name="connsiteY0" fmla="*/ 18413 h 24065"/>
                  <a:gd name="connsiteX1" fmla="*/ 191701 w 260647"/>
                  <a:gd name="connsiteY1" fmla="*/ 15125 h 24065"/>
                  <a:gd name="connsiteX2" fmla="*/ 1368 w 260647"/>
                  <a:gd name="connsiteY2" fmla="*/ 0 h 24065"/>
                  <a:gd name="connsiteX3" fmla="*/ 18466 w 260647"/>
                  <a:gd name="connsiteY3" fmla="*/ 14655 h 24065"/>
                  <a:gd name="connsiteX4" fmla="*/ 191701 w 260647"/>
                  <a:gd name="connsiteY4" fmla="*/ 22641 h 24065"/>
                  <a:gd name="connsiteX5" fmla="*/ 259905 w 260647"/>
                  <a:gd name="connsiteY5" fmla="*/ 18413 h 24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647" h="24065">
                    <a:moveTo>
                      <a:pt x="259905" y="18413"/>
                    </a:moveTo>
                    <a:cubicBezTo>
                      <a:pt x="267796" y="11931"/>
                      <a:pt x="210584" y="12025"/>
                      <a:pt x="191701" y="15125"/>
                    </a:cubicBezTo>
                    <a:cubicBezTo>
                      <a:pt x="172724" y="18131"/>
                      <a:pt x="41576" y="19635"/>
                      <a:pt x="1368" y="0"/>
                    </a:cubicBezTo>
                    <a:cubicBezTo>
                      <a:pt x="1368" y="0"/>
                      <a:pt x="-7181" y="5449"/>
                      <a:pt x="18466" y="14655"/>
                    </a:cubicBezTo>
                    <a:cubicBezTo>
                      <a:pt x="44113" y="23862"/>
                      <a:pt x="178548" y="25835"/>
                      <a:pt x="191701" y="22641"/>
                    </a:cubicBezTo>
                    <a:cubicBezTo>
                      <a:pt x="204853" y="19447"/>
                      <a:pt x="246565" y="29499"/>
                      <a:pt x="259905" y="18413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543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047429" y="4546008"/>
                <a:ext cx="248867" cy="68392"/>
                <a:chOff x="8047429" y="4546008"/>
                <a:chExt cx="248867" cy="68392"/>
              </a:xfrm>
              <a:solidFill>
                <a:srgbClr val="333333"/>
              </a:solidFill>
            </p:grpSpPr>
            <p:sp>
              <p:nvSpPr>
                <p:cNvPr id="1544" name="Forme libre : forme 1543">
                  <a:extLst>
                    <a:ext uri="{FF2B5EF4-FFF2-40B4-BE49-F238E27FC236}">
                      <a16:creationId xmlns:a16="http://schemas.microsoft.com/office/drawing/2014/main" id="{F48B98A1-3535-4B02-9A29-6D29583B9029}"/>
                    </a:ext>
                  </a:extLst>
                </p:cNvPr>
                <p:cNvSpPr/>
                <p:nvPr/>
              </p:nvSpPr>
              <p:spPr>
                <a:xfrm>
                  <a:off x="8047429" y="4546008"/>
                  <a:ext cx="41148" cy="13953"/>
                </a:xfrm>
                <a:custGeom>
                  <a:avLst/>
                  <a:gdLst>
                    <a:gd name="connsiteX0" fmla="*/ 41148 w 41148"/>
                    <a:gd name="connsiteY0" fmla="*/ 4134 h 13953"/>
                    <a:gd name="connsiteX1" fmla="*/ 20856 w 41148"/>
                    <a:gd name="connsiteY1" fmla="*/ 13340 h 13953"/>
                    <a:gd name="connsiteX2" fmla="*/ 10146 w 41148"/>
                    <a:gd name="connsiteY2" fmla="*/ 13904 h 13953"/>
                    <a:gd name="connsiteX3" fmla="*/ 0 w 41148"/>
                    <a:gd name="connsiteY3" fmla="*/ 11180 h 13953"/>
                    <a:gd name="connsiteX4" fmla="*/ 10146 w 41148"/>
                    <a:gd name="connsiteY4" fmla="*/ 12213 h 13953"/>
                    <a:gd name="connsiteX5" fmla="*/ 20198 w 41148"/>
                    <a:gd name="connsiteY5" fmla="*/ 10146 h 13953"/>
                    <a:gd name="connsiteX6" fmla="*/ 36075 w 41148"/>
                    <a:gd name="connsiteY6" fmla="*/ 0 h 13953"/>
                    <a:gd name="connsiteX7" fmla="*/ 41148 w 41148"/>
                    <a:gd name="connsiteY7" fmla="*/ 4134 h 13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1148" h="13953">
                      <a:moveTo>
                        <a:pt x="41148" y="4134"/>
                      </a:moveTo>
                      <a:cubicBezTo>
                        <a:pt x="35512" y="10146"/>
                        <a:pt x="27902" y="12495"/>
                        <a:pt x="20856" y="13340"/>
                      </a:cubicBezTo>
                      <a:cubicBezTo>
                        <a:pt x="17286" y="13716"/>
                        <a:pt x="13810" y="14092"/>
                        <a:pt x="10146" y="13904"/>
                      </a:cubicBezTo>
                      <a:cubicBezTo>
                        <a:pt x="6482" y="14186"/>
                        <a:pt x="3100" y="12683"/>
                        <a:pt x="0" y="11180"/>
                      </a:cubicBezTo>
                      <a:cubicBezTo>
                        <a:pt x="3382" y="12213"/>
                        <a:pt x="6764" y="13059"/>
                        <a:pt x="10146" y="12213"/>
                      </a:cubicBezTo>
                      <a:cubicBezTo>
                        <a:pt x="13435" y="11931"/>
                        <a:pt x="16911" y="10992"/>
                        <a:pt x="20198" y="10146"/>
                      </a:cubicBezTo>
                      <a:cubicBezTo>
                        <a:pt x="26681" y="8361"/>
                        <a:pt x="32787" y="4979"/>
                        <a:pt x="36075" y="0"/>
                      </a:cubicBezTo>
                      <a:lnTo>
                        <a:pt x="41148" y="4134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5" name="Forme libre : forme 1544">
                  <a:extLst>
                    <a:ext uri="{FF2B5EF4-FFF2-40B4-BE49-F238E27FC236}">
                      <a16:creationId xmlns:a16="http://schemas.microsoft.com/office/drawing/2014/main" id="{E1771273-7A8E-41B5-BCA2-ED2EB6CD28A4}"/>
                    </a:ext>
                  </a:extLst>
                </p:cNvPr>
                <p:cNvSpPr/>
                <p:nvPr/>
              </p:nvSpPr>
              <p:spPr>
                <a:xfrm>
                  <a:off x="8283044" y="4560570"/>
                  <a:ext cx="13252" cy="29874"/>
                </a:xfrm>
                <a:custGeom>
                  <a:avLst/>
                  <a:gdLst>
                    <a:gd name="connsiteX0" fmla="*/ 5261 w 13252"/>
                    <a:gd name="connsiteY0" fmla="*/ 0 h 29874"/>
                    <a:gd name="connsiteX1" fmla="*/ 11462 w 13252"/>
                    <a:gd name="connsiteY1" fmla="*/ 15031 h 29874"/>
                    <a:gd name="connsiteX2" fmla="*/ 13247 w 13252"/>
                    <a:gd name="connsiteY2" fmla="*/ 23016 h 29874"/>
                    <a:gd name="connsiteX3" fmla="*/ 9395 w 13252"/>
                    <a:gd name="connsiteY3" fmla="*/ 29875 h 29874"/>
                    <a:gd name="connsiteX4" fmla="*/ 11462 w 13252"/>
                    <a:gd name="connsiteY4" fmla="*/ 23110 h 29874"/>
                    <a:gd name="connsiteX5" fmla="*/ 8267 w 13252"/>
                    <a:gd name="connsiteY5" fmla="*/ 16440 h 29874"/>
                    <a:gd name="connsiteX6" fmla="*/ 0 w 13252"/>
                    <a:gd name="connsiteY6" fmla="*/ 3946 h 29874"/>
                    <a:gd name="connsiteX7" fmla="*/ 5261 w 13252"/>
                    <a:gd name="connsiteY7" fmla="*/ 0 h 29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252" h="29874">
                      <a:moveTo>
                        <a:pt x="5261" y="0"/>
                      </a:moveTo>
                      <a:cubicBezTo>
                        <a:pt x="8455" y="5167"/>
                        <a:pt x="9677" y="10146"/>
                        <a:pt x="11462" y="15031"/>
                      </a:cubicBezTo>
                      <a:cubicBezTo>
                        <a:pt x="12307" y="17380"/>
                        <a:pt x="13340" y="20198"/>
                        <a:pt x="13247" y="23016"/>
                      </a:cubicBezTo>
                      <a:cubicBezTo>
                        <a:pt x="13247" y="25835"/>
                        <a:pt x="11837" y="28747"/>
                        <a:pt x="9395" y="29875"/>
                      </a:cubicBezTo>
                      <a:cubicBezTo>
                        <a:pt x="11462" y="28184"/>
                        <a:pt x="11931" y="25459"/>
                        <a:pt x="11462" y="23110"/>
                      </a:cubicBezTo>
                      <a:cubicBezTo>
                        <a:pt x="10991" y="20762"/>
                        <a:pt x="9677" y="18695"/>
                        <a:pt x="8267" y="16440"/>
                      </a:cubicBezTo>
                      <a:cubicBezTo>
                        <a:pt x="5543" y="11931"/>
                        <a:pt x="3100" y="7140"/>
                        <a:pt x="0" y="3946"/>
                      </a:cubicBezTo>
                      <a:lnTo>
                        <a:pt x="526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6" name="Forme libre : forme 1545">
                  <a:extLst>
                    <a:ext uri="{FF2B5EF4-FFF2-40B4-BE49-F238E27FC236}">
                      <a16:creationId xmlns:a16="http://schemas.microsoft.com/office/drawing/2014/main" id="{AD3AC6F1-14DA-4691-8A21-0B9BA8776BDE}"/>
                    </a:ext>
                  </a:extLst>
                </p:cNvPr>
                <p:cNvSpPr/>
                <p:nvPr/>
              </p:nvSpPr>
              <p:spPr>
                <a:xfrm>
                  <a:off x="8265570" y="4563670"/>
                  <a:ext cx="10653" cy="25740"/>
                </a:xfrm>
                <a:custGeom>
                  <a:avLst/>
                  <a:gdLst>
                    <a:gd name="connsiteX0" fmla="*/ 6200 w 10653"/>
                    <a:gd name="connsiteY0" fmla="*/ 0 h 25740"/>
                    <a:gd name="connsiteX1" fmla="*/ 10616 w 10653"/>
                    <a:gd name="connsiteY1" fmla="*/ 13246 h 25740"/>
                    <a:gd name="connsiteX2" fmla="*/ 7892 w 10653"/>
                    <a:gd name="connsiteY2" fmla="*/ 20574 h 25740"/>
                    <a:gd name="connsiteX3" fmla="*/ 3100 w 10653"/>
                    <a:gd name="connsiteY3" fmla="*/ 25741 h 25740"/>
                    <a:gd name="connsiteX4" fmla="*/ 6576 w 10653"/>
                    <a:gd name="connsiteY4" fmla="*/ 19635 h 25740"/>
                    <a:gd name="connsiteX5" fmla="*/ 7421 w 10653"/>
                    <a:gd name="connsiteY5" fmla="*/ 13810 h 25740"/>
                    <a:gd name="connsiteX6" fmla="*/ 0 w 10653"/>
                    <a:gd name="connsiteY6" fmla="*/ 1785 h 25740"/>
                    <a:gd name="connsiteX7" fmla="*/ 6200 w 10653"/>
                    <a:gd name="connsiteY7" fmla="*/ 0 h 2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53" h="25740">
                      <a:moveTo>
                        <a:pt x="6200" y="0"/>
                      </a:moveTo>
                      <a:cubicBezTo>
                        <a:pt x="6388" y="3382"/>
                        <a:pt x="10146" y="7704"/>
                        <a:pt x="10616" y="13246"/>
                      </a:cubicBezTo>
                      <a:cubicBezTo>
                        <a:pt x="10897" y="16065"/>
                        <a:pt x="9583" y="18883"/>
                        <a:pt x="7892" y="20574"/>
                      </a:cubicBezTo>
                      <a:cubicBezTo>
                        <a:pt x="6200" y="22359"/>
                        <a:pt x="4415" y="23768"/>
                        <a:pt x="3100" y="25741"/>
                      </a:cubicBezTo>
                      <a:cubicBezTo>
                        <a:pt x="3946" y="23486"/>
                        <a:pt x="5449" y="21607"/>
                        <a:pt x="6576" y="19635"/>
                      </a:cubicBezTo>
                      <a:cubicBezTo>
                        <a:pt x="7704" y="17662"/>
                        <a:pt x="8079" y="15689"/>
                        <a:pt x="7421" y="13810"/>
                      </a:cubicBezTo>
                      <a:cubicBezTo>
                        <a:pt x="6294" y="9864"/>
                        <a:pt x="2349" y="7422"/>
                        <a:pt x="0" y="1785"/>
                      </a:cubicBezTo>
                      <a:lnTo>
                        <a:pt x="620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7" name="Forme libre : forme 1546">
                  <a:extLst>
                    <a:ext uri="{FF2B5EF4-FFF2-40B4-BE49-F238E27FC236}">
                      <a16:creationId xmlns:a16="http://schemas.microsoft.com/office/drawing/2014/main" id="{4CFED5E2-C1F9-46B4-B281-B037E7FEF332}"/>
                    </a:ext>
                  </a:extLst>
                </p:cNvPr>
                <p:cNvSpPr/>
                <p:nvPr/>
              </p:nvSpPr>
              <p:spPr>
                <a:xfrm>
                  <a:off x="8058513" y="4553054"/>
                  <a:ext cx="36640" cy="22627"/>
                </a:xfrm>
                <a:custGeom>
                  <a:avLst/>
                  <a:gdLst>
                    <a:gd name="connsiteX0" fmla="*/ 36641 w 36640"/>
                    <a:gd name="connsiteY0" fmla="*/ 0 h 22627"/>
                    <a:gd name="connsiteX1" fmla="*/ 31380 w 36640"/>
                    <a:gd name="connsiteY1" fmla="*/ 12119 h 22627"/>
                    <a:gd name="connsiteX2" fmla="*/ 20858 w 36640"/>
                    <a:gd name="connsiteY2" fmla="*/ 17944 h 22627"/>
                    <a:gd name="connsiteX3" fmla="*/ 10054 w 36640"/>
                    <a:gd name="connsiteY3" fmla="*/ 21514 h 22627"/>
                    <a:gd name="connsiteX4" fmla="*/ 4418 w 36640"/>
                    <a:gd name="connsiteY4" fmla="*/ 22547 h 22627"/>
                    <a:gd name="connsiteX5" fmla="*/ 2 w 36640"/>
                    <a:gd name="connsiteY5" fmla="*/ 19823 h 22627"/>
                    <a:gd name="connsiteX6" fmla="*/ 4323 w 36640"/>
                    <a:gd name="connsiteY6" fmla="*/ 21701 h 22627"/>
                    <a:gd name="connsiteX7" fmla="*/ 9584 w 36640"/>
                    <a:gd name="connsiteY7" fmla="*/ 19823 h 22627"/>
                    <a:gd name="connsiteX8" fmla="*/ 19449 w 36640"/>
                    <a:gd name="connsiteY8" fmla="*/ 14844 h 22627"/>
                    <a:gd name="connsiteX9" fmla="*/ 27716 w 36640"/>
                    <a:gd name="connsiteY9" fmla="*/ 8549 h 22627"/>
                    <a:gd name="connsiteX10" fmla="*/ 30064 w 36640"/>
                    <a:gd name="connsiteY10" fmla="*/ 0 h 22627"/>
                    <a:gd name="connsiteX11" fmla="*/ 36641 w 36640"/>
                    <a:gd name="connsiteY11" fmla="*/ 0 h 22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6640" h="22627">
                      <a:moveTo>
                        <a:pt x="36641" y="0"/>
                      </a:moveTo>
                      <a:cubicBezTo>
                        <a:pt x="36171" y="4885"/>
                        <a:pt x="34668" y="8455"/>
                        <a:pt x="31380" y="12119"/>
                      </a:cubicBezTo>
                      <a:cubicBezTo>
                        <a:pt x="28092" y="15125"/>
                        <a:pt x="24428" y="16534"/>
                        <a:pt x="20858" y="17944"/>
                      </a:cubicBezTo>
                      <a:cubicBezTo>
                        <a:pt x="17288" y="19353"/>
                        <a:pt x="13718" y="20574"/>
                        <a:pt x="10054" y="21514"/>
                      </a:cubicBezTo>
                      <a:cubicBezTo>
                        <a:pt x="8176" y="21983"/>
                        <a:pt x="6391" y="22359"/>
                        <a:pt x="4418" y="22547"/>
                      </a:cubicBezTo>
                      <a:cubicBezTo>
                        <a:pt x="2633" y="22923"/>
                        <a:pt x="-92" y="21983"/>
                        <a:pt x="2" y="19823"/>
                      </a:cubicBezTo>
                      <a:cubicBezTo>
                        <a:pt x="378" y="21889"/>
                        <a:pt x="2727" y="22265"/>
                        <a:pt x="4323" y="21701"/>
                      </a:cubicBezTo>
                      <a:cubicBezTo>
                        <a:pt x="6108" y="21232"/>
                        <a:pt x="7799" y="20574"/>
                        <a:pt x="9584" y="19823"/>
                      </a:cubicBezTo>
                      <a:cubicBezTo>
                        <a:pt x="12967" y="18413"/>
                        <a:pt x="16255" y="16722"/>
                        <a:pt x="19449" y="14844"/>
                      </a:cubicBezTo>
                      <a:cubicBezTo>
                        <a:pt x="22643" y="12964"/>
                        <a:pt x="25743" y="10992"/>
                        <a:pt x="27716" y="8549"/>
                      </a:cubicBezTo>
                      <a:cubicBezTo>
                        <a:pt x="29313" y="6482"/>
                        <a:pt x="30346" y="2630"/>
                        <a:pt x="30064" y="0"/>
                      </a:cubicBezTo>
                      <a:lnTo>
                        <a:pt x="3664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8" name="Forme libre : forme 1547">
                  <a:extLst>
                    <a:ext uri="{FF2B5EF4-FFF2-40B4-BE49-F238E27FC236}">
                      <a16:creationId xmlns:a16="http://schemas.microsoft.com/office/drawing/2014/main" id="{89359A91-5364-48AE-AB49-E7BC7BBA06EA}"/>
                    </a:ext>
                  </a:extLst>
                </p:cNvPr>
                <p:cNvSpPr/>
                <p:nvPr/>
              </p:nvSpPr>
              <p:spPr>
                <a:xfrm>
                  <a:off x="8179422" y="4562566"/>
                  <a:ext cx="28418" cy="51834"/>
                </a:xfrm>
                <a:custGeom>
                  <a:avLst/>
                  <a:gdLst>
                    <a:gd name="connsiteX0" fmla="*/ 22171 w 28418"/>
                    <a:gd name="connsiteY0" fmla="*/ 2325 h 51834"/>
                    <a:gd name="connsiteX1" fmla="*/ 22171 w 28418"/>
                    <a:gd name="connsiteY1" fmla="*/ 5237 h 51834"/>
                    <a:gd name="connsiteX2" fmla="*/ 23486 w 28418"/>
                    <a:gd name="connsiteY2" fmla="*/ 6459 h 51834"/>
                    <a:gd name="connsiteX3" fmla="*/ 26211 w 28418"/>
                    <a:gd name="connsiteY3" fmla="*/ 6177 h 51834"/>
                    <a:gd name="connsiteX4" fmla="*/ 27338 w 28418"/>
                    <a:gd name="connsiteY4" fmla="*/ 4016 h 51834"/>
                    <a:gd name="connsiteX5" fmla="*/ 27526 w 28418"/>
                    <a:gd name="connsiteY5" fmla="*/ 5801 h 51834"/>
                    <a:gd name="connsiteX6" fmla="*/ 27713 w 28418"/>
                    <a:gd name="connsiteY6" fmla="*/ 9747 h 51834"/>
                    <a:gd name="connsiteX7" fmla="*/ 27338 w 28418"/>
                    <a:gd name="connsiteY7" fmla="*/ 17638 h 51834"/>
                    <a:gd name="connsiteX8" fmla="*/ 23016 w 28418"/>
                    <a:gd name="connsiteY8" fmla="*/ 32763 h 51834"/>
                    <a:gd name="connsiteX9" fmla="*/ 0 w 28418"/>
                    <a:gd name="connsiteY9" fmla="*/ 51834 h 51834"/>
                    <a:gd name="connsiteX10" fmla="*/ 20010 w 28418"/>
                    <a:gd name="connsiteY10" fmla="*/ 31448 h 51834"/>
                    <a:gd name="connsiteX11" fmla="*/ 22452 w 28418"/>
                    <a:gd name="connsiteY11" fmla="*/ 17262 h 51834"/>
                    <a:gd name="connsiteX12" fmla="*/ 22077 w 28418"/>
                    <a:gd name="connsiteY12" fmla="*/ 10029 h 51834"/>
                    <a:gd name="connsiteX13" fmla="*/ 21513 w 28418"/>
                    <a:gd name="connsiteY13" fmla="*/ 6459 h 51834"/>
                    <a:gd name="connsiteX14" fmla="*/ 21138 w 28418"/>
                    <a:gd name="connsiteY14" fmla="*/ 4580 h 51834"/>
                    <a:gd name="connsiteX15" fmla="*/ 22735 w 28418"/>
                    <a:gd name="connsiteY15" fmla="*/ 634 h 51834"/>
                    <a:gd name="connsiteX16" fmla="*/ 26399 w 28418"/>
                    <a:gd name="connsiteY16" fmla="*/ 352 h 51834"/>
                    <a:gd name="connsiteX17" fmla="*/ 27995 w 28418"/>
                    <a:gd name="connsiteY17" fmla="*/ 1855 h 51834"/>
                    <a:gd name="connsiteX18" fmla="*/ 27995 w 28418"/>
                    <a:gd name="connsiteY18" fmla="*/ 5237 h 51834"/>
                    <a:gd name="connsiteX19" fmla="*/ 22171 w 28418"/>
                    <a:gd name="connsiteY19" fmla="*/ 2325 h 51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8418" h="51834">
                      <a:moveTo>
                        <a:pt x="22171" y="2325"/>
                      </a:moveTo>
                      <a:cubicBezTo>
                        <a:pt x="21701" y="2983"/>
                        <a:pt x="21701" y="4486"/>
                        <a:pt x="22171" y="5237"/>
                      </a:cubicBezTo>
                      <a:cubicBezTo>
                        <a:pt x="22641" y="5989"/>
                        <a:pt x="23110" y="6271"/>
                        <a:pt x="23486" y="6459"/>
                      </a:cubicBezTo>
                      <a:cubicBezTo>
                        <a:pt x="24144" y="6741"/>
                        <a:pt x="24989" y="6928"/>
                        <a:pt x="26211" y="6177"/>
                      </a:cubicBezTo>
                      <a:cubicBezTo>
                        <a:pt x="27901" y="4674"/>
                        <a:pt x="27244" y="3922"/>
                        <a:pt x="27338" y="4016"/>
                      </a:cubicBezTo>
                      <a:lnTo>
                        <a:pt x="27526" y="5801"/>
                      </a:lnTo>
                      <a:lnTo>
                        <a:pt x="27713" y="9747"/>
                      </a:lnTo>
                      <a:cubicBezTo>
                        <a:pt x="27713" y="12377"/>
                        <a:pt x="27620" y="15008"/>
                        <a:pt x="27338" y="17638"/>
                      </a:cubicBezTo>
                      <a:cubicBezTo>
                        <a:pt x="26680" y="22899"/>
                        <a:pt x="25365" y="28066"/>
                        <a:pt x="23016" y="32763"/>
                      </a:cubicBezTo>
                      <a:cubicBezTo>
                        <a:pt x="18507" y="42158"/>
                        <a:pt x="9958" y="49767"/>
                        <a:pt x="0" y="51834"/>
                      </a:cubicBezTo>
                      <a:cubicBezTo>
                        <a:pt x="9676" y="48734"/>
                        <a:pt x="16816" y="40467"/>
                        <a:pt x="20010" y="31448"/>
                      </a:cubicBezTo>
                      <a:cubicBezTo>
                        <a:pt x="21607" y="26845"/>
                        <a:pt x="22359" y="22054"/>
                        <a:pt x="22452" y="17262"/>
                      </a:cubicBezTo>
                      <a:cubicBezTo>
                        <a:pt x="22452" y="14820"/>
                        <a:pt x="22359" y="12471"/>
                        <a:pt x="22077" y="10029"/>
                      </a:cubicBezTo>
                      <a:lnTo>
                        <a:pt x="21513" y="6459"/>
                      </a:lnTo>
                      <a:lnTo>
                        <a:pt x="21138" y="4580"/>
                      </a:lnTo>
                      <a:cubicBezTo>
                        <a:pt x="21232" y="4016"/>
                        <a:pt x="20574" y="2513"/>
                        <a:pt x="22735" y="634"/>
                      </a:cubicBezTo>
                      <a:cubicBezTo>
                        <a:pt x="24237" y="-305"/>
                        <a:pt x="25459" y="-24"/>
                        <a:pt x="26399" y="352"/>
                      </a:cubicBezTo>
                      <a:cubicBezTo>
                        <a:pt x="26868" y="634"/>
                        <a:pt x="27526" y="916"/>
                        <a:pt x="27995" y="1855"/>
                      </a:cubicBezTo>
                      <a:cubicBezTo>
                        <a:pt x="28559" y="2701"/>
                        <a:pt x="28559" y="4486"/>
                        <a:pt x="27995" y="5237"/>
                      </a:cubicBezTo>
                      <a:lnTo>
                        <a:pt x="22171" y="232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9" name="Forme libre : forme 1548">
                  <a:extLst>
                    <a:ext uri="{FF2B5EF4-FFF2-40B4-BE49-F238E27FC236}">
                      <a16:creationId xmlns:a16="http://schemas.microsoft.com/office/drawing/2014/main" id="{6D14F49B-5701-4702-AA57-B7C5229A1D28}"/>
                    </a:ext>
                  </a:extLst>
                </p:cNvPr>
                <p:cNvSpPr/>
                <p:nvPr/>
              </p:nvSpPr>
              <p:spPr>
                <a:xfrm>
                  <a:off x="8086322" y="4560663"/>
                  <a:ext cx="44155" cy="44718"/>
                </a:xfrm>
                <a:custGeom>
                  <a:avLst/>
                  <a:gdLst>
                    <a:gd name="connsiteX0" fmla="*/ 44154 w 44155"/>
                    <a:gd name="connsiteY0" fmla="*/ 0 h 44718"/>
                    <a:gd name="connsiteX1" fmla="*/ 28747 w 44155"/>
                    <a:gd name="connsiteY1" fmla="*/ 29593 h 44718"/>
                    <a:gd name="connsiteX2" fmla="*/ 0 w 44155"/>
                    <a:gd name="connsiteY2" fmla="*/ 44718 h 44718"/>
                    <a:gd name="connsiteX3" fmla="*/ 26493 w 44155"/>
                    <a:gd name="connsiteY3" fmla="*/ 27150 h 44718"/>
                    <a:gd name="connsiteX4" fmla="*/ 37578 w 44155"/>
                    <a:gd name="connsiteY4" fmla="*/ 376 h 44718"/>
                    <a:gd name="connsiteX5" fmla="*/ 44154 w 44155"/>
                    <a:gd name="connsiteY5" fmla="*/ 0 h 44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155" h="44718">
                      <a:moveTo>
                        <a:pt x="44154" y="0"/>
                      </a:moveTo>
                      <a:cubicBezTo>
                        <a:pt x="44248" y="12307"/>
                        <a:pt x="37203" y="22641"/>
                        <a:pt x="28747" y="29593"/>
                      </a:cubicBezTo>
                      <a:cubicBezTo>
                        <a:pt x="20104" y="36639"/>
                        <a:pt x="9958" y="40678"/>
                        <a:pt x="0" y="44718"/>
                      </a:cubicBezTo>
                      <a:cubicBezTo>
                        <a:pt x="9489" y="39739"/>
                        <a:pt x="19071" y="34572"/>
                        <a:pt x="26493" y="27150"/>
                      </a:cubicBezTo>
                      <a:cubicBezTo>
                        <a:pt x="33821" y="19916"/>
                        <a:pt x="38705" y="9864"/>
                        <a:pt x="37578" y="376"/>
                      </a:cubicBezTo>
                      <a:lnTo>
                        <a:pt x="44154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0" name="Forme libre : forme 1549">
                  <a:extLst>
                    <a:ext uri="{FF2B5EF4-FFF2-40B4-BE49-F238E27FC236}">
                      <a16:creationId xmlns:a16="http://schemas.microsoft.com/office/drawing/2014/main" id="{5B37E5F1-F04D-4E5C-A0ED-8F7ED486632E}"/>
                    </a:ext>
                  </a:extLst>
                </p:cNvPr>
                <p:cNvSpPr/>
                <p:nvPr/>
              </p:nvSpPr>
              <p:spPr>
                <a:xfrm>
                  <a:off x="8065748" y="4558127"/>
                  <a:ext cx="48957" cy="25640"/>
                </a:xfrm>
                <a:custGeom>
                  <a:avLst/>
                  <a:gdLst>
                    <a:gd name="connsiteX0" fmla="*/ 48946 w 48957"/>
                    <a:gd name="connsiteY0" fmla="*/ 0 h 25640"/>
                    <a:gd name="connsiteX1" fmla="*/ 45845 w 48957"/>
                    <a:gd name="connsiteY1" fmla="*/ 8549 h 25640"/>
                    <a:gd name="connsiteX2" fmla="*/ 40867 w 48957"/>
                    <a:gd name="connsiteY2" fmla="*/ 14374 h 25640"/>
                    <a:gd name="connsiteX3" fmla="*/ 28466 w 48957"/>
                    <a:gd name="connsiteY3" fmla="*/ 22641 h 25640"/>
                    <a:gd name="connsiteX4" fmla="*/ 0 w 48957"/>
                    <a:gd name="connsiteY4" fmla="*/ 23204 h 25640"/>
                    <a:gd name="connsiteX5" fmla="*/ 26962 w 48957"/>
                    <a:gd name="connsiteY5" fmla="*/ 19635 h 25640"/>
                    <a:gd name="connsiteX6" fmla="*/ 37203 w 48957"/>
                    <a:gd name="connsiteY6" fmla="*/ 10991 h 25640"/>
                    <a:gd name="connsiteX7" fmla="*/ 40867 w 48957"/>
                    <a:gd name="connsiteY7" fmla="*/ 5543 h 25640"/>
                    <a:gd name="connsiteX8" fmla="*/ 42369 w 48957"/>
                    <a:gd name="connsiteY8" fmla="*/ 845 h 25640"/>
                    <a:gd name="connsiteX9" fmla="*/ 48946 w 48957"/>
                    <a:gd name="connsiteY9" fmla="*/ 0 h 25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7" h="25640">
                      <a:moveTo>
                        <a:pt x="48946" y="0"/>
                      </a:moveTo>
                      <a:cubicBezTo>
                        <a:pt x="49134" y="4134"/>
                        <a:pt x="47067" y="6482"/>
                        <a:pt x="45845" y="8549"/>
                      </a:cubicBezTo>
                      <a:cubicBezTo>
                        <a:pt x="44342" y="10616"/>
                        <a:pt x="42745" y="12589"/>
                        <a:pt x="40867" y="14374"/>
                      </a:cubicBezTo>
                      <a:cubicBezTo>
                        <a:pt x="37203" y="17944"/>
                        <a:pt x="32975" y="20762"/>
                        <a:pt x="28466" y="22641"/>
                      </a:cubicBezTo>
                      <a:cubicBezTo>
                        <a:pt x="19259" y="26493"/>
                        <a:pt x="8925" y="26586"/>
                        <a:pt x="0" y="23204"/>
                      </a:cubicBezTo>
                      <a:cubicBezTo>
                        <a:pt x="9207" y="25459"/>
                        <a:pt x="19071" y="24144"/>
                        <a:pt x="26962" y="19635"/>
                      </a:cubicBezTo>
                      <a:cubicBezTo>
                        <a:pt x="30908" y="17380"/>
                        <a:pt x="34384" y="14468"/>
                        <a:pt x="37203" y="10991"/>
                      </a:cubicBezTo>
                      <a:cubicBezTo>
                        <a:pt x="38612" y="9300"/>
                        <a:pt x="39833" y="7422"/>
                        <a:pt x="40867" y="5543"/>
                      </a:cubicBezTo>
                      <a:cubicBezTo>
                        <a:pt x="41994" y="3570"/>
                        <a:pt x="42651" y="1597"/>
                        <a:pt x="42369" y="845"/>
                      </a:cubicBezTo>
                      <a:lnTo>
                        <a:pt x="48946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1" name="Forme libre : forme 1550">
                  <a:extLst>
                    <a:ext uri="{FF2B5EF4-FFF2-40B4-BE49-F238E27FC236}">
                      <a16:creationId xmlns:a16="http://schemas.microsoft.com/office/drawing/2014/main" id="{284FAFDE-D62A-4E21-A6B8-81B90A8263E9}"/>
                    </a:ext>
                  </a:extLst>
                </p:cNvPr>
                <p:cNvSpPr/>
                <p:nvPr/>
              </p:nvSpPr>
              <p:spPr>
                <a:xfrm>
                  <a:off x="8150957" y="4564233"/>
                  <a:ext cx="27392" cy="45187"/>
                </a:xfrm>
                <a:custGeom>
                  <a:avLst/>
                  <a:gdLst>
                    <a:gd name="connsiteX0" fmla="*/ 27244 w 27392"/>
                    <a:gd name="connsiteY0" fmla="*/ 0 h 45187"/>
                    <a:gd name="connsiteX1" fmla="*/ 21983 w 27392"/>
                    <a:gd name="connsiteY1" fmla="*/ 28184 h 45187"/>
                    <a:gd name="connsiteX2" fmla="*/ 0 w 27392"/>
                    <a:gd name="connsiteY2" fmla="*/ 45188 h 45187"/>
                    <a:gd name="connsiteX3" fmla="*/ 19165 w 27392"/>
                    <a:gd name="connsiteY3" fmla="*/ 26587 h 45187"/>
                    <a:gd name="connsiteX4" fmla="*/ 20762 w 27392"/>
                    <a:gd name="connsiteY4" fmla="*/ 658 h 45187"/>
                    <a:gd name="connsiteX5" fmla="*/ 27244 w 27392"/>
                    <a:gd name="connsiteY5" fmla="*/ 0 h 4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392" h="45187">
                      <a:moveTo>
                        <a:pt x="27244" y="0"/>
                      </a:moveTo>
                      <a:cubicBezTo>
                        <a:pt x="27714" y="9300"/>
                        <a:pt x="27338" y="19729"/>
                        <a:pt x="21983" y="28184"/>
                      </a:cubicBezTo>
                      <a:cubicBezTo>
                        <a:pt x="16817" y="36545"/>
                        <a:pt x="8549" y="41899"/>
                        <a:pt x="0" y="45188"/>
                      </a:cubicBezTo>
                      <a:cubicBezTo>
                        <a:pt x="8173" y="40960"/>
                        <a:pt x="15407" y="34666"/>
                        <a:pt x="19165" y="26587"/>
                      </a:cubicBezTo>
                      <a:cubicBezTo>
                        <a:pt x="22923" y="18601"/>
                        <a:pt x="22265" y="9489"/>
                        <a:pt x="20762" y="658"/>
                      </a:cubicBezTo>
                      <a:lnTo>
                        <a:pt x="27244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2" name="Forme libre : forme 1551">
                  <a:extLst>
                    <a:ext uri="{FF2B5EF4-FFF2-40B4-BE49-F238E27FC236}">
                      <a16:creationId xmlns:a16="http://schemas.microsoft.com/office/drawing/2014/main" id="{BE49CE1C-472D-4A2F-9EF4-EA91193FCBDC}"/>
                    </a:ext>
                  </a:extLst>
                </p:cNvPr>
                <p:cNvSpPr/>
                <p:nvPr/>
              </p:nvSpPr>
              <p:spPr>
                <a:xfrm>
                  <a:off x="8110466" y="4563576"/>
                  <a:ext cx="37766" cy="40490"/>
                </a:xfrm>
                <a:custGeom>
                  <a:avLst/>
                  <a:gdLst>
                    <a:gd name="connsiteX0" fmla="*/ 37766 w 37766"/>
                    <a:gd name="connsiteY0" fmla="*/ 282 h 40490"/>
                    <a:gd name="connsiteX1" fmla="*/ 24144 w 37766"/>
                    <a:gd name="connsiteY1" fmla="*/ 26023 h 40490"/>
                    <a:gd name="connsiteX2" fmla="*/ 0 w 37766"/>
                    <a:gd name="connsiteY2" fmla="*/ 40490 h 40490"/>
                    <a:gd name="connsiteX3" fmla="*/ 21795 w 37766"/>
                    <a:gd name="connsiteY3" fmla="*/ 23768 h 40490"/>
                    <a:gd name="connsiteX4" fmla="*/ 31190 w 37766"/>
                    <a:gd name="connsiteY4" fmla="*/ 0 h 40490"/>
                    <a:gd name="connsiteX5" fmla="*/ 37766 w 37766"/>
                    <a:gd name="connsiteY5" fmla="*/ 282 h 40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766" h="40490">
                      <a:moveTo>
                        <a:pt x="37766" y="282"/>
                      </a:moveTo>
                      <a:cubicBezTo>
                        <a:pt x="36826" y="10710"/>
                        <a:pt x="31190" y="19541"/>
                        <a:pt x="24144" y="26023"/>
                      </a:cubicBezTo>
                      <a:cubicBezTo>
                        <a:pt x="17004" y="32505"/>
                        <a:pt x="8643" y="37014"/>
                        <a:pt x="0" y="40490"/>
                      </a:cubicBezTo>
                      <a:cubicBezTo>
                        <a:pt x="8173" y="35981"/>
                        <a:pt x="15877" y="30626"/>
                        <a:pt x="21795" y="23768"/>
                      </a:cubicBezTo>
                      <a:cubicBezTo>
                        <a:pt x="27620" y="17004"/>
                        <a:pt x="31472" y="8361"/>
                        <a:pt x="31190" y="0"/>
                      </a:cubicBezTo>
                      <a:lnTo>
                        <a:pt x="37766" y="28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3" name="Forme libre : forme 1552">
                  <a:extLst>
                    <a:ext uri="{FF2B5EF4-FFF2-40B4-BE49-F238E27FC236}">
                      <a16:creationId xmlns:a16="http://schemas.microsoft.com/office/drawing/2014/main" id="{36713560-AF0C-4899-8F4D-1F1BA0124B89}"/>
                    </a:ext>
                  </a:extLst>
                </p:cNvPr>
                <p:cNvSpPr/>
                <p:nvPr/>
              </p:nvSpPr>
              <p:spPr>
                <a:xfrm>
                  <a:off x="8077492" y="4560851"/>
                  <a:ext cx="45000" cy="21339"/>
                </a:xfrm>
                <a:custGeom>
                  <a:avLst/>
                  <a:gdLst>
                    <a:gd name="connsiteX0" fmla="*/ 45000 w 45000"/>
                    <a:gd name="connsiteY0" fmla="*/ 0 h 21339"/>
                    <a:gd name="connsiteX1" fmla="*/ 38799 w 45000"/>
                    <a:gd name="connsiteY1" fmla="*/ 13716 h 21339"/>
                    <a:gd name="connsiteX2" fmla="*/ 26305 w 45000"/>
                    <a:gd name="connsiteY2" fmla="*/ 20668 h 21339"/>
                    <a:gd name="connsiteX3" fmla="*/ 0 w 45000"/>
                    <a:gd name="connsiteY3" fmla="*/ 16159 h 21339"/>
                    <a:gd name="connsiteX4" fmla="*/ 25459 w 45000"/>
                    <a:gd name="connsiteY4" fmla="*/ 17474 h 21339"/>
                    <a:gd name="connsiteX5" fmla="*/ 38518 w 45000"/>
                    <a:gd name="connsiteY5" fmla="*/ 94 h 21339"/>
                    <a:gd name="connsiteX6" fmla="*/ 45000 w 45000"/>
                    <a:gd name="connsiteY6" fmla="*/ 0 h 21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000" h="21339">
                      <a:moveTo>
                        <a:pt x="45000" y="0"/>
                      </a:moveTo>
                      <a:cubicBezTo>
                        <a:pt x="44812" y="5449"/>
                        <a:pt x="42181" y="10240"/>
                        <a:pt x="38799" y="13716"/>
                      </a:cubicBezTo>
                      <a:cubicBezTo>
                        <a:pt x="35323" y="17192"/>
                        <a:pt x="30908" y="19635"/>
                        <a:pt x="26305" y="20668"/>
                      </a:cubicBezTo>
                      <a:cubicBezTo>
                        <a:pt x="17004" y="22641"/>
                        <a:pt x="7892" y="20010"/>
                        <a:pt x="0" y="16159"/>
                      </a:cubicBezTo>
                      <a:cubicBezTo>
                        <a:pt x="8267" y="18977"/>
                        <a:pt x="17474" y="20292"/>
                        <a:pt x="25459" y="17474"/>
                      </a:cubicBezTo>
                      <a:cubicBezTo>
                        <a:pt x="33163" y="14843"/>
                        <a:pt x="39269" y="7234"/>
                        <a:pt x="38518" y="94"/>
                      </a:cubicBezTo>
                      <a:lnTo>
                        <a:pt x="4500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4" name="Forme libre : forme 1553">
                  <a:extLst>
                    <a:ext uri="{FF2B5EF4-FFF2-40B4-BE49-F238E27FC236}">
                      <a16:creationId xmlns:a16="http://schemas.microsoft.com/office/drawing/2014/main" id="{4D0D1113-4D16-4561-84E5-6E031E03AC65}"/>
                    </a:ext>
                  </a:extLst>
                </p:cNvPr>
                <p:cNvSpPr/>
                <p:nvPr/>
              </p:nvSpPr>
              <p:spPr>
                <a:xfrm>
                  <a:off x="8207700" y="4564233"/>
                  <a:ext cx="13503" cy="44248"/>
                </a:xfrm>
                <a:custGeom>
                  <a:avLst/>
                  <a:gdLst>
                    <a:gd name="connsiteX0" fmla="*/ 10991 w 13503"/>
                    <a:gd name="connsiteY0" fmla="*/ 0 h 44248"/>
                    <a:gd name="connsiteX1" fmla="*/ 12400 w 13503"/>
                    <a:gd name="connsiteY1" fmla="*/ 24426 h 44248"/>
                    <a:gd name="connsiteX2" fmla="*/ 0 w 13503"/>
                    <a:gd name="connsiteY2" fmla="*/ 44248 h 44248"/>
                    <a:gd name="connsiteX3" fmla="*/ 9112 w 13503"/>
                    <a:gd name="connsiteY3" fmla="*/ 23862 h 44248"/>
                    <a:gd name="connsiteX4" fmla="*/ 5073 w 13503"/>
                    <a:gd name="connsiteY4" fmla="*/ 2819 h 44248"/>
                    <a:gd name="connsiteX5" fmla="*/ 10991 w 13503"/>
                    <a:gd name="connsiteY5" fmla="*/ 0 h 44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503" h="44248">
                      <a:moveTo>
                        <a:pt x="10991" y="0"/>
                      </a:moveTo>
                      <a:cubicBezTo>
                        <a:pt x="13998" y="8079"/>
                        <a:pt x="14092" y="16440"/>
                        <a:pt x="12400" y="24426"/>
                      </a:cubicBezTo>
                      <a:cubicBezTo>
                        <a:pt x="10428" y="32317"/>
                        <a:pt x="6012" y="39363"/>
                        <a:pt x="0" y="44248"/>
                      </a:cubicBezTo>
                      <a:cubicBezTo>
                        <a:pt x="5261" y="38518"/>
                        <a:pt x="8361" y="31190"/>
                        <a:pt x="9112" y="23862"/>
                      </a:cubicBezTo>
                      <a:cubicBezTo>
                        <a:pt x="9770" y="16534"/>
                        <a:pt x="8361" y="8831"/>
                        <a:pt x="5073" y="2819"/>
                      </a:cubicBezTo>
                      <a:lnTo>
                        <a:pt x="1099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5" name="Forme libre : forme 1554">
                  <a:extLst>
                    <a:ext uri="{FF2B5EF4-FFF2-40B4-BE49-F238E27FC236}">
                      <a16:creationId xmlns:a16="http://schemas.microsoft.com/office/drawing/2014/main" id="{E53E81CE-8357-4AAB-988F-79D3C935012E}"/>
                    </a:ext>
                  </a:extLst>
                </p:cNvPr>
                <p:cNvSpPr/>
                <p:nvPr/>
              </p:nvSpPr>
              <p:spPr>
                <a:xfrm>
                  <a:off x="8229777" y="4562448"/>
                  <a:ext cx="15017" cy="36732"/>
                </a:xfrm>
                <a:custGeom>
                  <a:avLst/>
                  <a:gdLst>
                    <a:gd name="connsiteX0" fmla="*/ 9206 w 15017"/>
                    <a:gd name="connsiteY0" fmla="*/ 0 h 36732"/>
                    <a:gd name="connsiteX1" fmla="*/ 12870 w 15017"/>
                    <a:gd name="connsiteY1" fmla="*/ 3288 h 36732"/>
                    <a:gd name="connsiteX2" fmla="*/ 13904 w 15017"/>
                    <a:gd name="connsiteY2" fmla="*/ 6013 h 36732"/>
                    <a:gd name="connsiteX3" fmla="*/ 14937 w 15017"/>
                    <a:gd name="connsiteY3" fmla="*/ 11461 h 36732"/>
                    <a:gd name="connsiteX4" fmla="*/ 13622 w 15017"/>
                    <a:gd name="connsiteY4" fmla="*/ 22077 h 36732"/>
                    <a:gd name="connsiteX5" fmla="*/ 0 w 15017"/>
                    <a:gd name="connsiteY5" fmla="*/ 36733 h 36732"/>
                    <a:gd name="connsiteX6" fmla="*/ 10428 w 15017"/>
                    <a:gd name="connsiteY6" fmla="*/ 21232 h 36732"/>
                    <a:gd name="connsiteX7" fmla="*/ 10052 w 15017"/>
                    <a:gd name="connsiteY7" fmla="*/ 12213 h 36732"/>
                    <a:gd name="connsiteX8" fmla="*/ 8549 w 15017"/>
                    <a:gd name="connsiteY8" fmla="*/ 8079 h 36732"/>
                    <a:gd name="connsiteX9" fmla="*/ 7704 w 15017"/>
                    <a:gd name="connsiteY9" fmla="*/ 6388 h 36732"/>
                    <a:gd name="connsiteX10" fmla="*/ 9206 w 15017"/>
                    <a:gd name="connsiteY10" fmla="*/ 0 h 36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17" h="36732">
                      <a:moveTo>
                        <a:pt x="9206" y="0"/>
                      </a:moveTo>
                      <a:cubicBezTo>
                        <a:pt x="11461" y="658"/>
                        <a:pt x="12401" y="2349"/>
                        <a:pt x="12870" y="3288"/>
                      </a:cubicBezTo>
                      <a:cubicBezTo>
                        <a:pt x="13340" y="4415"/>
                        <a:pt x="13622" y="5073"/>
                        <a:pt x="13904" y="6013"/>
                      </a:cubicBezTo>
                      <a:cubicBezTo>
                        <a:pt x="14467" y="7798"/>
                        <a:pt x="14749" y="9583"/>
                        <a:pt x="14937" y="11461"/>
                      </a:cubicBezTo>
                      <a:cubicBezTo>
                        <a:pt x="15219" y="15125"/>
                        <a:pt x="14749" y="18789"/>
                        <a:pt x="13622" y="22077"/>
                      </a:cubicBezTo>
                      <a:cubicBezTo>
                        <a:pt x="11274" y="28841"/>
                        <a:pt x="6107" y="34102"/>
                        <a:pt x="0" y="36733"/>
                      </a:cubicBezTo>
                      <a:cubicBezTo>
                        <a:pt x="5636" y="33163"/>
                        <a:pt x="9489" y="27338"/>
                        <a:pt x="10428" y="21232"/>
                      </a:cubicBezTo>
                      <a:cubicBezTo>
                        <a:pt x="10897" y="18225"/>
                        <a:pt x="10804" y="15125"/>
                        <a:pt x="10052" y="12213"/>
                      </a:cubicBezTo>
                      <a:cubicBezTo>
                        <a:pt x="9676" y="10804"/>
                        <a:pt x="9206" y="9395"/>
                        <a:pt x="8549" y="8079"/>
                      </a:cubicBezTo>
                      <a:cubicBezTo>
                        <a:pt x="8079" y="6670"/>
                        <a:pt x="6576" y="5449"/>
                        <a:pt x="7704" y="6388"/>
                      </a:cubicBezTo>
                      <a:lnTo>
                        <a:pt x="9206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6" name="Forme libre : forme 1555">
                  <a:extLst>
                    <a:ext uri="{FF2B5EF4-FFF2-40B4-BE49-F238E27FC236}">
                      <a16:creationId xmlns:a16="http://schemas.microsoft.com/office/drawing/2014/main" id="{B186F79F-8E09-48C5-9EB6-8A864B554239}"/>
                    </a:ext>
                  </a:extLst>
                </p:cNvPr>
                <p:cNvSpPr/>
                <p:nvPr/>
              </p:nvSpPr>
              <p:spPr>
                <a:xfrm>
                  <a:off x="8198587" y="4565549"/>
                  <a:ext cx="32692" cy="33444"/>
                </a:xfrm>
                <a:custGeom>
                  <a:avLst/>
                  <a:gdLst>
                    <a:gd name="connsiteX0" fmla="*/ 32693 w 32692"/>
                    <a:gd name="connsiteY0" fmla="*/ 376 h 33444"/>
                    <a:gd name="connsiteX1" fmla="*/ 21795 w 32692"/>
                    <a:gd name="connsiteY1" fmla="*/ 23110 h 33444"/>
                    <a:gd name="connsiteX2" fmla="*/ 0 w 32692"/>
                    <a:gd name="connsiteY2" fmla="*/ 33444 h 33444"/>
                    <a:gd name="connsiteX3" fmla="*/ 19353 w 32692"/>
                    <a:gd name="connsiteY3" fmla="*/ 20856 h 33444"/>
                    <a:gd name="connsiteX4" fmla="*/ 26211 w 32692"/>
                    <a:gd name="connsiteY4" fmla="*/ 0 h 33444"/>
                    <a:gd name="connsiteX5" fmla="*/ 32693 w 32692"/>
                    <a:gd name="connsiteY5" fmla="*/ 376 h 33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692" h="33444">
                      <a:moveTo>
                        <a:pt x="32693" y="376"/>
                      </a:moveTo>
                      <a:cubicBezTo>
                        <a:pt x="31754" y="9113"/>
                        <a:pt x="27714" y="17192"/>
                        <a:pt x="21795" y="23110"/>
                      </a:cubicBezTo>
                      <a:cubicBezTo>
                        <a:pt x="15783" y="29029"/>
                        <a:pt x="7985" y="32693"/>
                        <a:pt x="0" y="33444"/>
                      </a:cubicBezTo>
                      <a:cubicBezTo>
                        <a:pt x="7798" y="31565"/>
                        <a:pt x="14749" y="26962"/>
                        <a:pt x="19353" y="20856"/>
                      </a:cubicBezTo>
                      <a:cubicBezTo>
                        <a:pt x="23956" y="14749"/>
                        <a:pt x="26399" y="7234"/>
                        <a:pt x="26211" y="0"/>
                      </a:cubicBezTo>
                      <a:lnTo>
                        <a:pt x="32693" y="37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7" name="Forme libre : forme 1556">
                  <a:extLst>
                    <a:ext uri="{FF2B5EF4-FFF2-40B4-BE49-F238E27FC236}">
                      <a16:creationId xmlns:a16="http://schemas.microsoft.com/office/drawing/2014/main" id="{DD362673-187B-43BE-B1F8-694A9ED99F76}"/>
                    </a:ext>
                  </a:extLst>
                </p:cNvPr>
                <p:cNvSpPr/>
                <p:nvPr/>
              </p:nvSpPr>
              <p:spPr>
                <a:xfrm>
                  <a:off x="8136113" y="4563294"/>
                  <a:ext cx="27713" cy="30528"/>
                </a:xfrm>
                <a:custGeom>
                  <a:avLst/>
                  <a:gdLst>
                    <a:gd name="connsiteX0" fmla="*/ 27714 w 27713"/>
                    <a:gd name="connsiteY0" fmla="*/ 0 h 30528"/>
                    <a:gd name="connsiteX1" fmla="*/ 24520 w 27713"/>
                    <a:gd name="connsiteY1" fmla="*/ 11368 h 30528"/>
                    <a:gd name="connsiteX2" fmla="*/ 18883 w 27713"/>
                    <a:gd name="connsiteY2" fmla="*/ 20950 h 30528"/>
                    <a:gd name="connsiteX3" fmla="*/ 0 w 27713"/>
                    <a:gd name="connsiteY3" fmla="*/ 30250 h 30528"/>
                    <a:gd name="connsiteX4" fmla="*/ 16065 w 27713"/>
                    <a:gd name="connsiteY4" fmla="*/ 19165 h 30528"/>
                    <a:gd name="connsiteX5" fmla="*/ 21044 w 27713"/>
                    <a:gd name="connsiteY5" fmla="*/ 188 h 30528"/>
                    <a:gd name="connsiteX6" fmla="*/ 27714 w 27713"/>
                    <a:gd name="connsiteY6" fmla="*/ 0 h 30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713" h="30528">
                      <a:moveTo>
                        <a:pt x="27714" y="0"/>
                      </a:moveTo>
                      <a:cubicBezTo>
                        <a:pt x="27526" y="4228"/>
                        <a:pt x="26117" y="7985"/>
                        <a:pt x="24520" y="11368"/>
                      </a:cubicBezTo>
                      <a:cubicBezTo>
                        <a:pt x="22829" y="14749"/>
                        <a:pt x="21138" y="17850"/>
                        <a:pt x="18883" y="20950"/>
                      </a:cubicBezTo>
                      <a:cubicBezTo>
                        <a:pt x="14655" y="26962"/>
                        <a:pt x="7234" y="31754"/>
                        <a:pt x="0" y="30250"/>
                      </a:cubicBezTo>
                      <a:cubicBezTo>
                        <a:pt x="7422" y="30532"/>
                        <a:pt x="13153" y="25083"/>
                        <a:pt x="16065" y="19165"/>
                      </a:cubicBezTo>
                      <a:cubicBezTo>
                        <a:pt x="18977" y="13153"/>
                        <a:pt x="21701" y="6013"/>
                        <a:pt x="21044" y="188"/>
                      </a:cubicBezTo>
                      <a:lnTo>
                        <a:pt x="27714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8" name="Forme libre : forme 1557">
                  <a:extLst>
                    <a:ext uri="{FF2B5EF4-FFF2-40B4-BE49-F238E27FC236}">
                      <a16:creationId xmlns:a16="http://schemas.microsoft.com/office/drawing/2014/main" id="{90FD8E86-E8B1-43F3-A966-7FC389AFC58E}"/>
                    </a:ext>
                  </a:extLst>
                </p:cNvPr>
                <p:cNvSpPr/>
                <p:nvPr/>
              </p:nvSpPr>
              <p:spPr>
                <a:xfrm>
                  <a:off x="8096563" y="4560194"/>
                  <a:ext cx="43778" cy="26694"/>
                </a:xfrm>
                <a:custGeom>
                  <a:avLst/>
                  <a:gdLst>
                    <a:gd name="connsiteX0" fmla="*/ 43778 w 43778"/>
                    <a:gd name="connsiteY0" fmla="*/ 3570 h 26694"/>
                    <a:gd name="connsiteX1" fmla="*/ 24238 w 43778"/>
                    <a:gd name="connsiteY1" fmla="*/ 20856 h 26694"/>
                    <a:gd name="connsiteX2" fmla="*/ 12401 w 43778"/>
                    <a:gd name="connsiteY2" fmla="*/ 25835 h 26694"/>
                    <a:gd name="connsiteX3" fmla="*/ 0 w 43778"/>
                    <a:gd name="connsiteY3" fmla="*/ 24708 h 26694"/>
                    <a:gd name="connsiteX4" fmla="*/ 11837 w 43778"/>
                    <a:gd name="connsiteY4" fmla="*/ 24238 h 26694"/>
                    <a:gd name="connsiteX5" fmla="*/ 22453 w 43778"/>
                    <a:gd name="connsiteY5" fmla="*/ 18037 h 26694"/>
                    <a:gd name="connsiteX6" fmla="*/ 38142 w 43778"/>
                    <a:gd name="connsiteY6" fmla="*/ 0 h 26694"/>
                    <a:gd name="connsiteX7" fmla="*/ 43778 w 43778"/>
                    <a:gd name="connsiteY7" fmla="*/ 3570 h 26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778" h="26694">
                      <a:moveTo>
                        <a:pt x="43778" y="3570"/>
                      </a:moveTo>
                      <a:cubicBezTo>
                        <a:pt x="38517" y="10804"/>
                        <a:pt x="31848" y="16722"/>
                        <a:pt x="24238" y="20856"/>
                      </a:cubicBezTo>
                      <a:cubicBezTo>
                        <a:pt x="20480" y="22923"/>
                        <a:pt x="16534" y="24614"/>
                        <a:pt x="12401" y="25835"/>
                      </a:cubicBezTo>
                      <a:cubicBezTo>
                        <a:pt x="8361" y="26962"/>
                        <a:pt x="3476" y="27338"/>
                        <a:pt x="0" y="24708"/>
                      </a:cubicBezTo>
                      <a:cubicBezTo>
                        <a:pt x="3757" y="26868"/>
                        <a:pt x="8173" y="25835"/>
                        <a:pt x="11837" y="24238"/>
                      </a:cubicBezTo>
                      <a:cubicBezTo>
                        <a:pt x="15595" y="22641"/>
                        <a:pt x="19165" y="20480"/>
                        <a:pt x="22453" y="18037"/>
                      </a:cubicBezTo>
                      <a:cubicBezTo>
                        <a:pt x="29029" y="13152"/>
                        <a:pt x="34384" y="6952"/>
                        <a:pt x="38142" y="0"/>
                      </a:cubicBezTo>
                      <a:lnTo>
                        <a:pt x="43778" y="357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9" name="Forme libre : forme 1558">
                  <a:extLst>
                    <a:ext uri="{FF2B5EF4-FFF2-40B4-BE49-F238E27FC236}">
                      <a16:creationId xmlns:a16="http://schemas.microsoft.com/office/drawing/2014/main" id="{906ED11F-F8EB-4D6D-AD1D-69E0C4E73AEF}"/>
                    </a:ext>
                  </a:extLst>
                </p:cNvPr>
                <p:cNvSpPr/>
                <p:nvPr/>
              </p:nvSpPr>
              <p:spPr>
                <a:xfrm>
                  <a:off x="8142878" y="4565549"/>
                  <a:ext cx="52421" cy="30532"/>
                </a:xfrm>
                <a:custGeom>
                  <a:avLst/>
                  <a:gdLst>
                    <a:gd name="connsiteX0" fmla="*/ 52422 w 52421"/>
                    <a:gd name="connsiteY0" fmla="*/ 1127 h 30532"/>
                    <a:gd name="connsiteX1" fmla="*/ 31002 w 52421"/>
                    <a:gd name="connsiteY1" fmla="*/ 25459 h 30532"/>
                    <a:gd name="connsiteX2" fmla="*/ 0 w 52421"/>
                    <a:gd name="connsiteY2" fmla="*/ 30532 h 30532"/>
                    <a:gd name="connsiteX3" fmla="*/ 29499 w 52421"/>
                    <a:gd name="connsiteY3" fmla="*/ 22453 h 30532"/>
                    <a:gd name="connsiteX4" fmla="*/ 45845 w 52421"/>
                    <a:gd name="connsiteY4" fmla="*/ 0 h 30532"/>
                    <a:gd name="connsiteX5" fmla="*/ 52422 w 52421"/>
                    <a:gd name="connsiteY5" fmla="*/ 1127 h 30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421" h="30532">
                      <a:moveTo>
                        <a:pt x="52422" y="1127"/>
                      </a:moveTo>
                      <a:cubicBezTo>
                        <a:pt x="49885" y="12870"/>
                        <a:pt x="40772" y="21138"/>
                        <a:pt x="31002" y="25459"/>
                      </a:cubicBezTo>
                      <a:cubicBezTo>
                        <a:pt x="21044" y="29780"/>
                        <a:pt x="10334" y="30532"/>
                        <a:pt x="0" y="30532"/>
                      </a:cubicBezTo>
                      <a:cubicBezTo>
                        <a:pt x="10334" y="29405"/>
                        <a:pt x="20762" y="27432"/>
                        <a:pt x="29499" y="22453"/>
                      </a:cubicBezTo>
                      <a:cubicBezTo>
                        <a:pt x="38142" y="17568"/>
                        <a:pt x="45000" y="9113"/>
                        <a:pt x="45845" y="0"/>
                      </a:cubicBezTo>
                      <a:lnTo>
                        <a:pt x="52422" y="112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0" name="Forme libre : forme 1559">
                  <a:extLst>
                    <a:ext uri="{FF2B5EF4-FFF2-40B4-BE49-F238E27FC236}">
                      <a16:creationId xmlns:a16="http://schemas.microsoft.com/office/drawing/2014/main" id="{16A1843F-AA5F-4C2E-8B6D-C78B358D7612}"/>
                    </a:ext>
                  </a:extLst>
                </p:cNvPr>
                <p:cNvSpPr/>
                <p:nvPr/>
              </p:nvSpPr>
              <p:spPr>
                <a:xfrm>
                  <a:off x="8168901" y="4566488"/>
                  <a:ext cx="18338" cy="45939"/>
                </a:xfrm>
                <a:custGeom>
                  <a:avLst/>
                  <a:gdLst>
                    <a:gd name="connsiteX0" fmla="*/ 17286 w 18338"/>
                    <a:gd name="connsiteY0" fmla="*/ 0 h 45939"/>
                    <a:gd name="connsiteX1" fmla="*/ 18225 w 18338"/>
                    <a:gd name="connsiteY1" fmla="*/ 12495 h 45939"/>
                    <a:gd name="connsiteX2" fmla="*/ 16628 w 18338"/>
                    <a:gd name="connsiteY2" fmla="*/ 26117 h 45939"/>
                    <a:gd name="connsiteX3" fmla="*/ 0 w 18338"/>
                    <a:gd name="connsiteY3" fmla="*/ 45939 h 45939"/>
                    <a:gd name="connsiteX4" fmla="*/ 13434 w 18338"/>
                    <a:gd name="connsiteY4" fmla="*/ 25271 h 45939"/>
                    <a:gd name="connsiteX5" fmla="*/ 13340 w 18338"/>
                    <a:gd name="connsiteY5" fmla="*/ 13153 h 45939"/>
                    <a:gd name="connsiteX6" fmla="*/ 10709 w 18338"/>
                    <a:gd name="connsiteY6" fmla="*/ 94 h 45939"/>
                    <a:gd name="connsiteX7" fmla="*/ 17286 w 18338"/>
                    <a:gd name="connsiteY7" fmla="*/ 0 h 45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38" h="45939">
                      <a:moveTo>
                        <a:pt x="17286" y="0"/>
                      </a:moveTo>
                      <a:cubicBezTo>
                        <a:pt x="17004" y="3758"/>
                        <a:pt x="17849" y="7985"/>
                        <a:pt x="18225" y="12495"/>
                      </a:cubicBezTo>
                      <a:cubicBezTo>
                        <a:pt x="18601" y="17098"/>
                        <a:pt x="18037" y="21795"/>
                        <a:pt x="16628" y="26117"/>
                      </a:cubicBezTo>
                      <a:cubicBezTo>
                        <a:pt x="13810" y="34760"/>
                        <a:pt x="7703" y="41994"/>
                        <a:pt x="0" y="45939"/>
                      </a:cubicBezTo>
                      <a:cubicBezTo>
                        <a:pt x="7139" y="41054"/>
                        <a:pt x="11931" y="33351"/>
                        <a:pt x="13434" y="25271"/>
                      </a:cubicBezTo>
                      <a:cubicBezTo>
                        <a:pt x="14279" y="21232"/>
                        <a:pt x="14185" y="17192"/>
                        <a:pt x="13340" y="13153"/>
                      </a:cubicBezTo>
                      <a:cubicBezTo>
                        <a:pt x="12494" y="9113"/>
                        <a:pt x="11085" y="4979"/>
                        <a:pt x="10709" y="94"/>
                      </a:cubicBezTo>
                      <a:lnTo>
                        <a:pt x="17286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1" name="Forme libre : forme 1560">
                  <a:extLst>
                    <a:ext uri="{FF2B5EF4-FFF2-40B4-BE49-F238E27FC236}">
                      <a16:creationId xmlns:a16="http://schemas.microsoft.com/office/drawing/2014/main" id="{189825B7-64FE-4B2E-BC99-D639ECDE729E}"/>
                    </a:ext>
                  </a:extLst>
                </p:cNvPr>
                <p:cNvSpPr/>
                <p:nvPr/>
              </p:nvSpPr>
              <p:spPr>
                <a:xfrm>
                  <a:off x="8247251" y="4564233"/>
                  <a:ext cx="16190" cy="31283"/>
                </a:xfrm>
                <a:custGeom>
                  <a:avLst/>
                  <a:gdLst>
                    <a:gd name="connsiteX0" fmla="*/ 15595 w 16190"/>
                    <a:gd name="connsiteY0" fmla="*/ 658 h 31283"/>
                    <a:gd name="connsiteX1" fmla="*/ 15595 w 16190"/>
                    <a:gd name="connsiteY1" fmla="*/ 4697 h 31283"/>
                    <a:gd name="connsiteX2" fmla="*/ 16159 w 16190"/>
                    <a:gd name="connsiteY2" fmla="*/ 9113 h 31283"/>
                    <a:gd name="connsiteX3" fmla="*/ 14374 w 16190"/>
                    <a:gd name="connsiteY3" fmla="*/ 19165 h 31283"/>
                    <a:gd name="connsiteX4" fmla="*/ 0 w 16190"/>
                    <a:gd name="connsiteY4" fmla="*/ 31284 h 31283"/>
                    <a:gd name="connsiteX5" fmla="*/ 10804 w 16190"/>
                    <a:gd name="connsiteY5" fmla="*/ 18038 h 31283"/>
                    <a:gd name="connsiteX6" fmla="*/ 10616 w 16190"/>
                    <a:gd name="connsiteY6" fmla="*/ 9864 h 31283"/>
                    <a:gd name="connsiteX7" fmla="*/ 9300 w 16190"/>
                    <a:gd name="connsiteY7" fmla="*/ 5167 h 31283"/>
                    <a:gd name="connsiteX8" fmla="*/ 9019 w 16190"/>
                    <a:gd name="connsiteY8" fmla="*/ 0 h 31283"/>
                    <a:gd name="connsiteX9" fmla="*/ 15595 w 16190"/>
                    <a:gd name="connsiteY9" fmla="*/ 658 h 31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190" h="31283">
                      <a:moveTo>
                        <a:pt x="15595" y="658"/>
                      </a:moveTo>
                      <a:cubicBezTo>
                        <a:pt x="15501" y="1503"/>
                        <a:pt x="15595" y="3476"/>
                        <a:pt x="15595" y="4697"/>
                      </a:cubicBezTo>
                      <a:cubicBezTo>
                        <a:pt x="15407" y="4979"/>
                        <a:pt x="16159" y="7516"/>
                        <a:pt x="16159" y="9113"/>
                      </a:cubicBezTo>
                      <a:cubicBezTo>
                        <a:pt x="16346" y="12589"/>
                        <a:pt x="15689" y="16065"/>
                        <a:pt x="14374" y="19165"/>
                      </a:cubicBezTo>
                      <a:cubicBezTo>
                        <a:pt x="11743" y="25459"/>
                        <a:pt x="6107" y="29875"/>
                        <a:pt x="0" y="31284"/>
                      </a:cubicBezTo>
                      <a:cubicBezTo>
                        <a:pt x="5637" y="28747"/>
                        <a:pt x="9771" y="23580"/>
                        <a:pt x="10804" y="18038"/>
                      </a:cubicBezTo>
                      <a:cubicBezTo>
                        <a:pt x="11368" y="15313"/>
                        <a:pt x="11274" y="12401"/>
                        <a:pt x="10616" y="9864"/>
                      </a:cubicBezTo>
                      <a:cubicBezTo>
                        <a:pt x="10428" y="8361"/>
                        <a:pt x="9583" y="7985"/>
                        <a:pt x="9300" y="5167"/>
                      </a:cubicBezTo>
                      <a:cubicBezTo>
                        <a:pt x="9113" y="3382"/>
                        <a:pt x="9019" y="2255"/>
                        <a:pt x="9019" y="0"/>
                      </a:cubicBezTo>
                      <a:lnTo>
                        <a:pt x="15595" y="65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2" name="Forme libre : forme 1561">
                  <a:extLst>
                    <a:ext uri="{FF2B5EF4-FFF2-40B4-BE49-F238E27FC236}">
                      <a16:creationId xmlns:a16="http://schemas.microsoft.com/office/drawing/2014/main" id="{68132C42-3967-4C17-8146-8CE6EE83FFF3}"/>
                    </a:ext>
                  </a:extLst>
                </p:cNvPr>
                <p:cNvSpPr/>
                <p:nvPr/>
              </p:nvSpPr>
              <p:spPr>
                <a:xfrm>
                  <a:off x="8247251" y="4566582"/>
                  <a:ext cx="13187" cy="39550"/>
                </a:xfrm>
                <a:custGeom>
                  <a:avLst/>
                  <a:gdLst>
                    <a:gd name="connsiteX0" fmla="*/ 5637 w 13187"/>
                    <a:gd name="connsiteY0" fmla="*/ 0 h 39550"/>
                    <a:gd name="connsiteX1" fmla="*/ 13059 w 13187"/>
                    <a:gd name="connsiteY1" fmla="*/ 20104 h 39550"/>
                    <a:gd name="connsiteX2" fmla="*/ 11085 w 13187"/>
                    <a:gd name="connsiteY2" fmla="*/ 30814 h 39550"/>
                    <a:gd name="connsiteX3" fmla="*/ 5261 w 13187"/>
                    <a:gd name="connsiteY3" fmla="*/ 39551 h 39550"/>
                    <a:gd name="connsiteX4" fmla="*/ 9864 w 13187"/>
                    <a:gd name="connsiteY4" fmla="*/ 20668 h 39550"/>
                    <a:gd name="connsiteX5" fmla="*/ 0 w 13187"/>
                    <a:gd name="connsiteY5" fmla="*/ 3288 h 39550"/>
                    <a:gd name="connsiteX6" fmla="*/ 5637 w 13187"/>
                    <a:gd name="connsiteY6" fmla="*/ 0 h 3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87" h="39550">
                      <a:moveTo>
                        <a:pt x="5637" y="0"/>
                      </a:moveTo>
                      <a:cubicBezTo>
                        <a:pt x="8361" y="6294"/>
                        <a:pt x="12119" y="12495"/>
                        <a:pt x="13059" y="20104"/>
                      </a:cubicBezTo>
                      <a:cubicBezTo>
                        <a:pt x="13528" y="23862"/>
                        <a:pt x="12683" y="27714"/>
                        <a:pt x="11085" y="30814"/>
                      </a:cubicBezTo>
                      <a:cubicBezTo>
                        <a:pt x="9489" y="34008"/>
                        <a:pt x="7422" y="36827"/>
                        <a:pt x="5261" y="39551"/>
                      </a:cubicBezTo>
                      <a:cubicBezTo>
                        <a:pt x="8643" y="33633"/>
                        <a:pt x="11743" y="26868"/>
                        <a:pt x="9864" y="20668"/>
                      </a:cubicBezTo>
                      <a:cubicBezTo>
                        <a:pt x="8173" y="14468"/>
                        <a:pt x="3758" y="9113"/>
                        <a:pt x="0" y="3288"/>
                      </a:cubicBezTo>
                      <a:lnTo>
                        <a:pt x="5637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3" name="Forme libre : forme 1562">
                  <a:extLst>
                    <a:ext uri="{FF2B5EF4-FFF2-40B4-BE49-F238E27FC236}">
                      <a16:creationId xmlns:a16="http://schemas.microsoft.com/office/drawing/2014/main" id="{8B3A8D18-C5AD-45BC-965F-27740B66ADDC}"/>
                    </a:ext>
                  </a:extLst>
                </p:cNvPr>
                <p:cNvSpPr/>
                <p:nvPr/>
              </p:nvSpPr>
              <p:spPr>
                <a:xfrm>
                  <a:off x="8263597" y="4559536"/>
                  <a:ext cx="18902" cy="42181"/>
                </a:xfrm>
                <a:custGeom>
                  <a:avLst/>
                  <a:gdLst>
                    <a:gd name="connsiteX0" fmla="*/ 17098 w 18902"/>
                    <a:gd name="connsiteY0" fmla="*/ 0 h 42181"/>
                    <a:gd name="connsiteX1" fmla="*/ 18883 w 18902"/>
                    <a:gd name="connsiteY1" fmla="*/ 12683 h 42181"/>
                    <a:gd name="connsiteX2" fmla="*/ 16440 w 18902"/>
                    <a:gd name="connsiteY2" fmla="*/ 24895 h 42181"/>
                    <a:gd name="connsiteX3" fmla="*/ 9113 w 18902"/>
                    <a:gd name="connsiteY3" fmla="*/ 34666 h 42181"/>
                    <a:gd name="connsiteX4" fmla="*/ 0 w 18902"/>
                    <a:gd name="connsiteY4" fmla="*/ 42181 h 42181"/>
                    <a:gd name="connsiteX5" fmla="*/ 7704 w 18902"/>
                    <a:gd name="connsiteY5" fmla="*/ 33539 h 42181"/>
                    <a:gd name="connsiteX6" fmla="*/ 13059 w 18902"/>
                    <a:gd name="connsiteY6" fmla="*/ 23768 h 42181"/>
                    <a:gd name="connsiteX7" fmla="*/ 13810 w 18902"/>
                    <a:gd name="connsiteY7" fmla="*/ 12964 h 42181"/>
                    <a:gd name="connsiteX8" fmla="*/ 11180 w 18902"/>
                    <a:gd name="connsiteY8" fmla="*/ 2912 h 42181"/>
                    <a:gd name="connsiteX9" fmla="*/ 17098 w 18902"/>
                    <a:gd name="connsiteY9" fmla="*/ 0 h 42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902" h="42181">
                      <a:moveTo>
                        <a:pt x="17098" y="0"/>
                      </a:moveTo>
                      <a:cubicBezTo>
                        <a:pt x="18789" y="4415"/>
                        <a:pt x="18977" y="8549"/>
                        <a:pt x="18883" y="12683"/>
                      </a:cubicBezTo>
                      <a:cubicBezTo>
                        <a:pt x="18695" y="16816"/>
                        <a:pt x="18038" y="20950"/>
                        <a:pt x="16440" y="24895"/>
                      </a:cubicBezTo>
                      <a:cubicBezTo>
                        <a:pt x="14655" y="28841"/>
                        <a:pt x="11931" y="31848"/>
                        <a:pt x="9113" y="34666"/>
                      </a:cubicBezTo>
                      <a:cubicBezTo>
                        <a:pt x="6295" y="37484"/>
                        <a:pt x="3194" y="39833"/>
                        <a:pt x="0" y="42181"/>
                      </a:cubicBezTo>
                      <a:cubicBezTo>
                        <a:pt x="2725" y="39457"/>
                        <a:pt x="5449" y="36545"/>
                        <a:pt x="7704" y="33539"/>
                      </a:cubicBezTo>
                      <a:cubicBezTo>
                        <a:pt x="9958" y="30532"/>
                        <a:pt x="12025" y="27056"/>
                        <a:pt x="13059" y="23768"/>
                      </a:cubicBezTo>
                      <a:cubicBezTo>
                        <a:pt x="13998" y="20386"/>
                        <a:pt x="14186" y="16534"/>
                        <a:pt x="13810" y="12964"/>
                      </a:cubicBezTo>
                      <a:cubicBezTo>
                        <a:pt x="13434" y="9395"/>
                        <a:pt x="12683" y="5637"/>
                        <a:pt x="11180" y="2912"/>
                      </a:cubicBezTo>
                      <a:lnTo>
                        <a:pt x="17098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4" name="Forme libre : forme 1563">
                  <a:extLst>
                    <a:ext uri="{FF2B5EF4-FFF2-40B4-BE49-F238E27FC236}">
                      <a16:creationId xmlns:a16="http://schemas.microsoft.com/office/drawing/2014/main" id="{8E4542DF-7A00-453A-939B-1AB52F616CBB}"/>
                    </a:ext>
                  </a:extLst>
                </p:cNvPr>
                <p:cNvSpPr/>
                <p:nvPr/>
              </p:nvSpPr>
              <p:spPr>
                <a:xfrm>
                  <a:off x="8173316" y="4565267"/>
                  <a:ext cx="28559" cy="38510"/>
                </a:xfrm>
                <a:custGeom>
                  <a:avLst/>
                  <a:gdLst>
                    <a:gd name="connsiteX0" fmla="*/ 28559 w 28559"/>
                    <a:gd name="connsiteY0" fmla="*/ 657 h 38510"/>
                    <a:gd name="connsiteX1" fmla="*/ 19728 w 28559"/>
                    <a:gd name="connsiteY1" fmla="*/ 24520 h 38510"/>
                    <a:gd name="connsiteX2" fmla="*/ 11462 w 28559"/>
                    <a:gd name="connsiteY2" fmla="*/ 34102 h 38510"/>
                    <a:gd name="connsiteX3" fmla="*/ 0 w 28559"/>
                    <a:gd name="connsiteY3" fmla="*/ 38424 h 38510"/>
                    <a:gd name="connsiteX4" fmla="*/ 10240 w 28559"/>
                    <a:gd name="connsiteY4" fmla="*/ 32881 h 38510"/>
                    <a:gd name="connsiteX5" fmla="*/ 16723 w 28559"/>
                    <a:gd name="connsiteY5" fmla="*/ 22923 h 38510"/>
                    <a:gd name="connsiteX6" fmla="*/ 21889 w 28559"/>
                    <a:gd name="connsiteY6" fmla="*/ 0 h 38510"/>
                    <a:gd name="connsiteX7" fmla="*/ 28559 w 28559"/>
                    <a:gd name="connsiteY7" fmla="*/ 657 h 38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559" h="38510">
                      <a:moveTo>
                        <a:pt x="28559" y="657"/>
                      </a:moveTo>
                      <a:cubicBezTo>
                        <a:pt x="27150" y="9206"/>
                        <a:pt x="24238" y="17286"/>
                        <a:pt x="19728" y="24520"/>
                      </a:cubicBezTo>
                      <a:cubicBezTo>
                        <a:pt x="17474" y="28090"/>
                        <a:pt x="14749" y="31471"/>
                        <a:pt x="11462" y="34102"/>
                      </a:cubicBezTo>
                      <a:cubicBezTo>
                        <a:pt x="8267" y="36732"/>
                        <a:pt x="4134" y="38987"/>
                        <a:pt x="0" y="38424"/>
                      </a:cubicBezTo>
                      <a:cubicBezTo>
                        <a:pt x="4228" y="38424"/>
                        <a:pt x="7610" y="35793"/>
                        <a:pt x="10240" y="32881"/>
                      </a:cubicBezTo>
                      <a:cubicBezTo>
                        <a:pt x="12964" y="29969"/>
                        <a:pt x="15031" y="26492"/>
                        <a:pt x="16723" y="22923"/>
                      </a:cubicBezTo>
                      <a:cubicBezTo>
                        <a:pt x="20010" y="15689"/>
                        <a:pt x="21701" y="7797"/>
                        <a:pt x="21889" y="0"/>
                      </a:cubicBezTo>
                      <a:lnTo>
                        <a:pt x="28559" y="65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5" name="Forme libre : forme 1564">
                  <a:extLst>
                    <a:ext uri="{FF2B5EF4-FFF2-40B4-BE49-F238E27FC236}">
                      <a16:creationId xmlns:a16="http://schemas.microsoft.com/office/drawing/2014/main" id="{068ED669-04BE-4DF4-A7F4-1F78E4451A63}"/>
                    </a:ext>
                  </a:extLst>
                </p:cNvPr>
                <p:cNvSpPr/>
                <p:nvPr/>
              </p:nvSpPr>
              <p:spPr>
                <a:xfrm>
                  <a:off x="8111782" y="4563857"/>
                  <a:ext cx="44529" cy="26032"/>
                </a:xfrm>
                <a:custGeom>
                  <a:avLst/>
                  <a:gdLst>
                    <a:gd name="connsiteX0" fmla="*/ 44530 w 44529"/>
                    <a:gd name="connsiteY0" fmla="*/ 564 h 26032"/>
                    <a:gd name="connsiteX1" fmla="*/ 39363 w 44529"/>
                    <a:gd name="connsiteY1" fmla="*/ 14655 h 26032"/>
                    <a:gd name="connsiteX2" fmla="*/ 27808 w 44529"/>
                    <a:gd name="connsiteY2" fmla="*/ 23862 h 26032"/>
                    <a:gd name="connsiteX3" fmla="*/ 13810 w 44529"/>
                    <a:gd name="connsiteY3" fmla="*/ 26023 h 26032"/>
                    <a:gd name="connsiteX4" fmla="*/ 0 w 44529"/>
                    <a:gd name="connsiteY4" fmla="*/ 25929 h 26032"/>
                    <a:gd name="connsiteX5" fmla="*/ 13716 w 44529"/>
                    <a:gd name="connsiteY5" fmla="*/ 24332 h 26032"/>
                    <a:gd name="connsiteX6" fmla="*/ 26493 w 44529"/>
                    <a:gd name="connsiteY6" fmla="*/ 20856 h 26032"/>
                    <a:gd name="connsiteX7" fmla="*/ 37954 w 44529"/>
                    <a:gd name="connsiteY7" fmla="*/ 0 h 26032"/>
                    <a:gd name="connsiteX8" fmla="*/ 44530 w 44529"/>
                    <a:gd name="connsiteY8" fmla="*/ 564 h 26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529" h="26032">
                      <a:moveTo>
                        <a:pt x="44530" y="564"/>
                      </a:moveTo>
                      <a:cubicBezTo>
                        <a:pt x="43872" y="5543"/>
                        <a:pt x="42181" y="10428"/>
                        <a:pt x="39363" y="14655"/>
                      </a:cubicBezTo>
                      <a:cubicBezTo>
                        <a:pt x="36638" y="18883"/>
                        <a:pt x="32411" y="22265"/>
                        <a:pt x="27808" y="23862"/>
                      </a:cubicBezTo>
                      <a:cubicBezTo>
                        <a:pt x="23204" y="25553"/>
                        <a:pt x="18413" y="26117"/>
                        <a:pt x="13810" y="26023"/>
                      </a:cubicBezTo>
                      <a:lnTo>
                        <a:pt x="0" y="25929"/>
                      </a:lnTo>
                      <a:lnTo>
                        <a:pt x="13716" y="24332"/>
                      </a:lnTo>
                      <a:cubicBezTo>
                        <a:pt x="18319" y="23956"/>
                        <a:pt x="22641" y="22735"/>
                        <a:pt x="26493" y="20856"/>
                      </a:cubicBezTo>
                      <a:cubicBezTo>
                        <a:pt x="34290" y="17004"/>
                        <a:pt x="37954" y="8267"/>
                        <a:pt x="37954" y="0"/>
                      </a:cubicBezTo>
                      <a:lnTo>
                        <a:pt x="44530" y="564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566" name="Forme libre : forme 1565">
                <a:extLst>
                  <a:ext uri="{FF2B5EF4-FFF2-40B4-BE49-F238E27FC236}">
                    <a16:creationId xmlns:a16="http://schemas.microsoft.com/office/drawing/2014/main" id="{78288991-E4DE-4929-94E4-29B8732B7A0F}"/>
                  </a:ext>
                </a:extLst>
              </p:cNvPr>
              <p:cNvSpPr/>
              <p:nvPr/>
            </p:nvSpPr>
            <p:spPr>
              <a:xfrm>
                <a:off x="7998390" y="4263803"/>
                <a:ext cx="377725" cy="112785"/>
              </a:xfrm>
              <a:custGeom>
                <a:avLst/>
                <a:gdLst>
                  <a:gd name="connsiteX0" fmla="*/ 373244 w 377725"/>
                  <a:gd name="connsiteY0" fmla="*/ 104837 h 112785"/>
                  <a:gd name="connsiteX1" fmla="*/ 365447 w 377725"/>
                  <a:gd name="connsiteY1" fmla="*/ 57958 h 112785"/>
                  <a:gd name="connsiteX2" fmla="*/ 185260 w 377725"/>
                  <a:gd name="connsiteY2" fmla="*/ 19722 h 112785"/>
                  <a:gd name="connsiteX3" fmla="*/ 0 w 377725"/>
                  <a:gd name="connsiteY3" fmla="*/ 49409 h 112785"/>
                  <a:gd name="connsiteX4" fmla="*/ 152285 w 377725"/>
                  <a:gd name="connsiteY4" fmla="*/ 52509 h 112785"/>
                  <a:gd name="connsiteX5" fmla="*/ 373244 w 377725"/>
                  <a:gd name="connsiteY5" fmla="*/ 104837 h 112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725" h="112785">
                    <a:moveTo>
                      <a:pt x="373244" y="104837"/>
                    </a:moveTo>
                    <a:cubicBezTo>
                      <a:pt x="381605" y="94878"/>
                      <a:pt x="377847" y="65192"/>
                      <a:pt x="365447" y="57958"/>
                    </a:cubicBezTo>
                    <a:cubicBezTo>
                      <a:pt x="358307" y="53824"/>
                      <a:pt x="248861" y="39169"/>
                      <a:pt x="185260" y="19722"/>
                    </a:cubicBezTo>
                    <a:cubicBezTo>
                      <a:pt x="142327" y="6570"/>
                      <a:pt x="76472" y="-29505"/>
                      <a:pt x="0" y="49409"/>
                    </a:cubicBezTo>
                    <a:cubicBezTo>
                      <a:pt x="0" y="49409"/>
                      <a:pt x="84269" y="11173"/>
                      <a:pt x="152285" y="52509"/>
                    </a:cubicBezTo>
                    <a:cubicBezTo>
                      <a:pt x="220208" y="93939"/>
                      <a:pt x="352952" y="129075"/>
                      <a:pt x="373244" y="104837"/>
                    </a:cubicBezTo>
                    <a:close/>
                  </a:path>
                </a:pathLst>
              </a:custGeom>
              <a:solidFill>
                <a:srgbClr val="B5857D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7" name="Forme libre : forme 1566">
                <a:extLst>
                  <a:ext uri="{FF2B5EF4-FFF2-40B4-BE49-F238E27FC236}">
                    <a16:creationId xmlns:a16="http://schemas.microsoft.com/office/drawing/2014/main" id="{D550D2F7-D5AA-4D52-BBD6-9A1A0F3F17CD}"/>
                  </a:ext>
                </a:extLst>
              </p:cNvPr>
              <p:cNvSpPr/>
              <p:nvPr/>
            </p:nvSpPr>
            <p:spPr>
              <a:xfrm>
                <a:off x="8347265" y="4807645"/>
                <a:ext cx="62040" cy="127577"/>
              </a:xfrm>
              <a:custGeom>
                <a:avLst/>
                <a:gdLst>
                  <a:gd name="connsiteX0" fmla="*/ 17229 w 62040"/>
                  <a:gd name="connsiteY0" fmla="*/ 0 h 127577"/>
                  <a:gd name="connsiteX1" fmla="*/ 11123 w 62040"/>
                  <a:gd name="connsiteY1" fmla="*/ 38799 h 127577"/>
                  <a:gd name="connsiteX2" fmla="*/ 9150 w 62040"/>
                  <a:gd name="connsiteY2" fmla="*/ 57588 h 127577"/>
                  <a:gd name="connsiteX3" fmla="*/ 10747 w 62040"/>
                  <a:gd name="connsiteY3" fmla="*/ 75908 h 127577"/>
                  <a:gd name="connsiteX4" fmla="*/ 29912 w 62040"/>
                  <a:gd name="connsiteY4" fmla="*/ 106064 h 127577"/>
                  <a:gd name="connsiteX5" fmla="*/ 62041 w 62040"/>
                  <a:gd name="connsiteY5" fmla="*/ 127578 h 127577"/>
                  <a:gd name="connsiteX6" fmla="*/ 25309 w 62040"/>
                  <a:gd name="connsiteY6" fmla="*/ 111795 h 127577"/>
                  <a:gd name="connsiteX7" fmla="*/ 10465 w 62040"/>
                  <a:gd name="connsiteY7" fmla="*/ 97327 h 127577"/>
                  <a:gd name="connsiteX8" fmla="*/ 1540 w 62040"/>
                  <a:gd name="connsiteY8" fmla="*/ 78068 h 127577"/>
                  <a:gd name="connsiteX9" fmla="*/ 225 w 62040"/>
                  <a:gd name="connsiteY9" fmla="*/ 57306 h 127577"/>
                  <a:gd name="connsiteX10" fmla="*/ 3889 w 62040"/>
                  <a:gd name="connsiteY10" fmla="*/ 37296 h 127577"/>
                  <a:gd name="connsiteX11" fmla="*/ 17229 w 62040"/>
                  <a:gd name="connsiteY11" fmla="*/ 0 h 127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040" h="127577">
                    <a:moveTo>
                      <a:pt x="17229" y="0"/>
                    </a:moveTo>
                    <a:cubicBezTo>
                      <a:pt x="15350" y="13059"/>
                      <a:pt x="13189" y="26023"/>
                      <a:pt x="11123" y="38799"/>
                    </a:cubicBezTo>
                    <a:cubicBezTo>
                      <a:pt x="10277" y="45188"/>
                      <a:pt x="9056" y="51576"/>
                      <a:pt x="9150" y="57588"/>
                    </a:cubicBezTo>
                    <a:cubicBezTo>
                      <a:pt x="8962" y="64071"/>
                      <a:pt x="9244" y="70083"/>
                      <a:pt x="10747" y="75908"/>
                    </a:cubicBezTo>
                    <a:cubicBezTo>
                      <a:pt x="13283" y="87651"/>
                      <a:pt x="20705" y="97703"/>
                      <a:pt x="29912" y="106064"/>
                    </a:cubicBezTo>
                    <a:cubicBezTo>
                      <a:pt x="39400" y="114237"/>
                      <a:pt x="50486" y="121096"/>
                      <a:pt x="62041" y="127578"/>
                    </a:cubicBezTo>
                    <a:cubicBezTo>
                      <a:pt x="49170" y="124571"/>
                      <a:pt x="36488" y="119780"/>
                      <a:pt x="25309" y="111795"/>
                    </a:cubicBezTo>
                    <a:cubicBezTo>
                      <a:pt x="19860" y="107661"/>
                      <a:pt x="14599" y="103058"/>
                      <a:pt x="10465" y="97327"/>
                    </a:cubicBezTo>
                    <a:cubicBezTo>
                      <a:pt x="6332" y="91597"/>
                      <a:pt x="3231" y="85020"/>
                      <a:pt x="1540" y="78068"/>
                    </a:cubicBezTo>
                    <a:cubicBezTo>
                      <a:pt x="-57" y="71117"/>
                      <a:pt x="-245" y="63883"/>
                      <a:pt x="225" y="57306"/>
                    </a:cubicBezTo>
                    <a:cubicBezTo>
                      <a:pt x="695" y="50260"/>
                      <a:pt x="2198" y="43685"/>
                      <a:pt x="3889" y="37296"/>
                    </a:cubicBezTo>
                    <a:cubicBezTo>
                      <a:pt x="7365" y="24426"/>
                      <a:pt x="11875" y="12119"/>
                      <a:pt x="1722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8" name="Forme libre : forme 1567">
                <a:extLst>
                  <a:ext uri="{FF2B5EF4-FFF2-40B4-BE49-F238E27FC236}">
                    <a16:creationId xmlns:a16="http://schemas.microsoft.com/office/drawing/2014/main" id="{AD02B792-B4BB-4FFC-A272-B344904866EB}"/>
                  </a:ext>
                </a:extLst>
              </p:cNvPr>
              <p:cNvSpPr/>
              <p:nvPr/>
            </p:nvSpPr>
            <p:spPr>
              <a:xfrm>
                <a:off x="8272334" y="5051621"/>
                <a:ext cx="231293" cy="82953"/>
              </a:xfrm>
              <a:custGeom>
                <a:avLst/>
                <a:gdLst>
                  <a:gd name="connsiteX0" fmla="*/ 231294 w 231293"/>
                  <a:gd name="connsiteY0" fmla="*/ 20481 h 82953"/>
                  <a:gd name="connsiteX1" fmla="*/ 200667 w 231293"/>
                  <a:gd name="connsiteY1" fmla="*/ 12213 h 82953"/>
                  <a:gd name="connsiteX2" fmla="*/ 185354 w 231293"/>
                  <a:gd name="connsiteY2" fmla="*/ 8455 h 82953"/>
                  <a:gd name="connsiteX3" fmla="*/ 170699 w 231293"/>
                  <a:gd name="connsiteY3" fmla="*/ 6389 h 82953"/>
                  <a:gd name="connsiteX4" fmla="*/ 142515 w 231293"/>
                  <a:gd name="connsiteY4" fmla="*/ 17474 h 82953"/>
                  <a:gd name="connsiteX5" fmla="*/ 114519 w 231293"/>
                  <a:gd name="connsiteY5" fmla="*/ 32036 h 82953"/>
                  <a:gd name="connsiteX6" fmla="*/ 85208 w 231293"/>
                  <a:gd name="connsiteY6" fmla="*/ 45564 h 82953"/>
                  <a:gd name="connsiteX7" fmla="*/ 54676 w 231293"/>
                  <a:gd name="connsiteY7" fmla="*/ 54583 h 82953"/>
                  <a:gd name="connsiteX8" fmla="*/ 25178 w 231293"/>
                  <a:gd name="connsiteY8" fmla="*/ 64916 h 82953"/>
                  <a:gd name="connsiteX9" fmla="*/ 0 w 231293"/>
                  <a:gd name="connsiteY9" fmla="*/ 82954 h 82953"/>
                  <a:gd name="connsiteX10" fmla="*/ 22923 w 231293"/>
                  <a:gd name="connsiteY10" fmla="*/ 60689 h 82953"/>
                  <a:gd name="connsiteX11" fmla="*/ 52234 w 231293"/>
                  <a:gd name="connsiteY11" fmla="*/ 47443 h 82953"/>
                  <a:gd name="connsiteX12" fmla="*/ 82015 w 231293"/>
                  <a:gd name="connsiteY12" fmla="*/ 37014 h 82953"/>
                  <a:gd name="connsiteX13" fmla="*/ 110104 w 231293"/>
                  <a:gd name="connsiteY13" fmla="*/ 23768 h 82953"/>
                  <a:gd name="connsiteX14" fmla="*/ 138663 w 231293"/>
                  <a:gd name="connsiteY14" fmla="*/ 9771 h 82953"/>
                  <a:gd name="connsiteX15" fmla="*/ 170041 w 231293"/>
                  <a:gd name="connsiteY15" fmla="*/ 0 h 82953"/>
                  <a:gd name="connsiteX16" fmla="*/ 186482 w 231293"/>
                  <a:gd name="connsiteY16" fmla="*/ 3288 h 82953"/>
                  <a:gd name="connsiteX17" fmla="*/ 201607 w 231293"/>
                  <a:gd name="connsiteY17" fmla="*/ 8455 h 82953"/>
                  <a:gd name="connsiteX18" fmla="*/ 231294 w 231293"/>
                  <a:gd name="connsiteY18" fmla="*/ 20481 h 82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1293" h="82953">
                    <a:moveTo>
                      <a:pt x="231294" y="20481"/>
                    </a:moveTo>
                    <a:cubicBezTo>
                      <a:pt x="221053" y="17756"/>
                      <a:pt x="210907" y="14749"/>
                      <a:pt x="200667" y="12213"/>
                    </a:cubicBezTo>
                    <a:lnTo>
                      <a:pt x="185354" y="8455"/>
                    </a:lnTo>
                    <a:cubicBezTo>
                      <a:pt x="180469" y="7516"/>
                      <a:pt x="174738" y="5919"/>
                      <a:pt x="170699" y="6389"/>
                    </a:cubicBezTo>
                    <a:cubicBezTo>
                      <a:pt x="161398" y="7986"/>
                      <a:pt x="151816" y="13059"/>
                      <a:pt x="142515" y="17474"/>
                    </a:cubicBezTo>
                    <a:lnTo>
                      <a:pt x="114519" y="32036"/>
                    </a:lnTo>
                    <a:cubicBezTo>
                      <a:pt x="105125" y="36921"/>
                      <a:pt x="95637" y="41900"/>
                      <a:pt x="85208" y="45564"/>
                    </a:cubicBezTo>
                    <a:cubicBezTo>
                      <a:pt x="74969" y="48946"/>
                      <a:pt x="64728" y="51764"/>
                      <a:pt x="54676" y="54583"/>
                    </a:cubicBezTo>
                    <a:cubicBezTo>
                      <a:pt x="44624" y="57401"/>
                      <a:pt x="34572" y="60595"/>
                      <a:pt x="25178" y="64916"/>
                    </a:cubicBezTo>
                    <a:cubicBezTo>
                      <a:pt x="15689" y="69050"/>
                      <a:pt x="6670" y="74593"/>
                      <a:pt x="0" y="82954"/>
                    </a:cubicBezTo>
                    <a:cubicBezTo>
                      <a:pt x="4791" y="73278"/>
                      <a:pt x="13810" y="66326"/>
                      <a:pt x="22923" y="60689"/>
                    </a:cubicBezTo>
                    <a:cubicBezTo>
                      <a:pt x="32317" y="55334"/>
                      <a:pt x="42275" y="51200"/>
                      <a:pt x="52234" y="47443"/>
                    </a:cubicBezTo>
                    <a:lnTo>
                      <a:pt x="82015" y="37014"/>
                    </a:lnTo>
                    <a:cubicBezTo>
                      <a:pt x="91503" y="33633"/>
                      <a:pt x="100710" y="28372"/>
                      <a:pt x="110104" y="23768"/>
                    </a:cubicBezTo>
                    <a:cubicBezTo>
                      <a:pt x="119499" y="18977"/>
                      <a:pt x="128893" y="14092"/>
                      <a:pt x="138663" y="9771"/>
                    </a:cubicBezTo>
                    <a:cubicBezTo>
                      <a:pt x="148527" y="5543"/>
                      <a:pt x="158204" y="940"/>
                      <a:pt x="170041" y="0"/>
                    </a:cubicBezTo>
                    <a:cubicBezTo>
                      <a:pt x="176617" y="0"/>
                      <a:pt x="181221" y="1973"/>
                      <a:pt x="186482" y="3288"/>
                    </a:cubicBezTo>
                    <a:cubicBezTo>
                      <a:pt x="191648" y="4791"/>
                      <a:pt x="196628" y="6482"/>
                      <a:pt x="201607" y="8455"/>
                    </a:cubicBezTo>
                    <a:cubicBezTo>
                      <a:pt x="211753" y="12307"/>
                      <a:pt x="221617" y="16159"/>
                      <a:pt x="231294" y="2048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9" name="Forme libre : forme 1568">
                <a:extLst>
                  <a:ext uri="{FF2B5EF4-FFF2-40B4-BE49-F238E27FC236}">
                    <a16:creationId xmlns:a16="http://schemas.microsoft.com/office/drawing/2014/main" id="{02D3076D-C8F1-4AC3-8725-BFF7DD96454F}"/>
                  </a:ext>
                </a:extLst>
              </p:cNvPr>
              <p:cNvSpPr/>
              <p:nvPr/>
            </p:nvSpPr>
            <p:spPr>
              <a:xfrm>
                <a:off x="7609833" y="3618957"/>
                <a:ext cx="1787307" cy="2197190"/>
              </a:xfrm>
              <a:custGeom>
                <a:avLst/>
                <a:gdLst>
                  <a:gd name="connsiteX0" fmla="*/ 1787308 w 1787307"/>
                  <a:gd name="connsiteY0" fmla="*/ 2197190 h 2197190"/>
                  <a:gd name="connsiteX1" fmla="*/ 1342101 w 1787307"/>
                  <a:gd name="connsiteY1" fmla="*/ 2000376 h 2197190"/>
                  <a:gd name="connsiteX2" fmla="*/ 1285828 w 1787307"/>
                  <a:gd name="connsiteY2" fmla="*/ 1675513 h 2197190"/>
                  <a:gd name="connsiteX3" fmla="*/ 1452956 w 1787307"/>
                  <a:gd name="connsiteY3" fmla="*/ 1212081 h 2197190"/>
                  <a:gd name="connsiteX4" fmla="*/ 1509229 w 1787307"/>
                  <a:gd name="connsiteY4" fmla="*/ 805956 h 2197190"/>
                  <a:gd name="connsiteX5" fmla="*/ 1465451 w 1787307"/>
                  <a:gd name="connsiteY5" fmla="*/ 397764 h 2197190"/>
                  <a:gd name="connsiteX6" fmla="*/ 903095 w 1787307"/>
                  <a:gd name="connsiteY6" fmla="*/ 0 h 2197190"/>
                  <a:gd name="connsiteX7" fmla="*/ 884212 w 1787307"/>
                  <a:gd name="connsiteY7" fmla="*/ 0 h 2197190"/>
                  <a:gd name="connsiteX8" fmla="*/ 321856 w 1787307"/>
                  <a:gd name="connsiteY8" fmla="*/ 397764 h 2197190"/>
                  <a:gd name="connsiteX9" fmla="*/ 278078 w 1787307"/>
                  <a:gd name="connsiteY9" fmla="*/ 805956 h 2197190"/>
                  <a:gd name="connsiteX10" fmla="*/ 334351 w 1787307"/>
                  <a:gd name="connsiteY10" fmla="*/ 1212081 h 2197190"/>
                  <a:gd name="connsiteX11" fmla="*/ 501480 w 1787307"/>
                  <a:gd name="connsiteY11" fmla="*/ 1675513 h 2197190"/>
                  <a:gd name="connsiteX12" fmla="*/ 445206 w 1787307"/>
                  <a:gd name="connsiteY12" fmla="*/ 2000376 h 2197190"/>
                  <a:gd name="connsiteX13" fmla="*/ 0 w 1787307"/>
                  <a:gd name="connsiteY13" fmla="*/ 2197190 h 2197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87307" h="2197190">
                    <a:moveTo>
                      <a:pt x="1787308" y="2197190"/>
                    </a:moveTo>
                    <a:cubicBezTo>
                      <a:pt x="1787308" y="2197190"/>
                      <a:pt x="1426464" y="2059748"/>
                      <a:pt x="1342101" y="2000376"/>
                    </a:cubicBezTo>
                    <a:cubicBezTo>
                      <a:pt x="1257738" y="1941002"/>
                      <a:pt x="1285828" y="1675513"/>
                      <a:pt x="1285828" y="1675513"/>
                    </a:cubicBezTo>
                    <a:cubicBezTo>
                      <a:pt x="1460754" y="1439617"/>
                      <a:pt x="1425900" y="1299544"/>
                      <a:pt x="1452956" y="1212081"/>
                    </a:cubicBezTo>
                    <a:cubicBezTo>
                      <a:pt x="1480013" y="1124618"/>
                      <a:pt x="1509229" y="805956"/>
                      <a:pt x="1509229" y="805956"/>
                    </a:cubicBezTo>
                    <a:cubicBezTo>
                      <a:pt x="1509229" y="805956"/>
                      <a:pt x="1536286" y="639297"/>
                      <a:pt x="1465451" y="397764"/>
                    </a:cubicBezTo>
                    <a:cubicBezTo>
                      <a:pt x="1394617" y="156137"/>
                      <a:pt x="1184273" y="20762"/>
                      <a:pt x="903095" y="0"/>
                    </a:cubicBezTo>
                    <a:lnTo>
                      <a:pt x="884212" y="0"/>
                    </a:lnTo>
                    <a:cubicBezTo>
                      <a:pt x="603034" y="20856"/>
                      <a:pt x="392691" y="156231"/>
                      <a:pt x="321856" y="397764"/>
                    </a:cubicBezTo>
                    <a:cubicBezTo>
                      <a:pt x="251021" y="639391"/>
                      <a:pt x="278078" y="805956"/>
                      <a:pt x="278078" y="805956"/>
                    </a:cubicBezTo>
                    <a:cubicBezTo>
                      <a:pt x="278078" y="805956"/>
                      <a:pt x="307201" y="1124618"/>
                      <a:pt x="334351" y="1212081"/>
                    </a:cubicBezTo>
                    <a:cubicBezTo>
                      <a:pt x="361407" y="1299544"/>
                      <a:pt x="326554" y="1439617"/>
                      <a:pt x="501480" y="1675513"/>
                    </a:cubicBezTo>
                    <a:cubicBezTo>
                      <a:pt x="501480" y="1675513"/>
                      <a:pt x="529569" y="1941096"/>
                      <a:pt x="445206" y="2000376"/>
                    </a:cubicBezTo>
                    <a:cubicBezTo>
                      <a:pt x="360843" y="2059748"/>
                      <a:pt x="0" y="2197190"/>
                      <a:pt x="0" y="2197190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0" name="Forme libre : forme 1569">
                <a:extLst>
                  <a:ext uri="{FF2B5EF4-FFF2-40B4-BE49-F238E27FC236}">
                    <a16:creationId xmlns:a16="http://schemas.microsoft.com/office/drawing/2014/main" id="{9B391D0A-7280-4BF4-9F82-50922194C587}"/>
                  </a:ext>
                </a:extLst>
              </p:cNvPr>
              <p:cNvSpPr/>
              <p:nvPr/>
            </p:nvSpPr>
            <p:spPr>
              <a:xfrm>
                <a:off x="7842911" y="3546055"/>
                <a:ext cx="1320493" cy="1051617"/>
              </a:xfrm>
              <a:custGeom>
                <a:avLst/>
                <a:gdLst>
                  <a:gd name="connsiteX0" fmla="*/ 681197 w 1320493"/>
                  <a:gd name="connsiteY0" fmla="*/ 320823 h 1051617"/>
                  <a:gd name="connsiteX1" fmla="*/ 966508 w 1320493"/>
                  <a:gd name="connsiteY1" fmla="*/ 260416 h 1051617"/>
                  <a:gd name="connsiteX2" fmla="*/ 1242425 w 1320493"/>
                  <a:gd name="connsiteY2" fmla="*/ 686364 h 1051617"/>
                  <a:gd name="connsiteX3" fmla="*/ 1256517 w 1320493"/>
                  <a:gd name="connsiteY3" fmla="*/ 1038001 h 1051617"/>
                  <a:gd name="connsiteX4" fmla="*/ 1320494 w 1320493"/>
                  <a:gd name="connsiteY4" fmla="*/ 868524 h 1051617"/>
                  <a:gd name="connsiteX5" fmla="*/ 1258020 w 1320493"/>
                  <a:gd name="connsiteY5" fmla="*/ 375969 h 1051617"/>
                  <a:gd name="connsiteX6" fmla="*/ 674902 w 1320493"/>
                  <a:gd name="connsiteY6" fmla="*/ 0 h 1051617"/>
                  <a:gd name="connsiteX7" fmla="*/ 645591 w 1320493"/>
                  <a:gd name="connsiteY7" fmla="*/ 0 h 1051617"/>
                  <a:gd name="connsiteX8" fmla="*/ 62473 w 1320493"/>
                  <a:gd name="connsiteY8" fmla="*/ 375969 h 1051617"/>
                  <a:gd name="connsiteX9" fmla="*/ 0 w 1320493"/>
                  <a:gd name="connsiteY9" fmla="*/ 868524 h 1051617"/>
                  <a:gd name="connsiteX10" fmla="*/ 63977 w 1320493"/>
                  <a:gd name="connsiteY10" fmla="*/ 1038001 h 1051617"/>
                  <a:gd name="connsiteX11" fmla="*/ 78068 w 1320493"/>
                  <a:gd name="connsiteY11" fmla="*/ 686364 h 1051617"/>
                  <a:gd name="connsiteX12" fmla="*/ 353985 w 1320493"/>
                  <a:gd name="connsiteY12" fmla="*/ 260416 h 1051617"/>
                  <a:gd name="connsiteX13" fmla="*/ 639297 w 1320493"/>
                  <a:gd name="connsiteY13" fmla="*/ 320823 h 1051617"/>
                  <a:gd name="connsiteX14" fmla="*/ 660153 w 1320493"/>
                  <a:gd name="connsiteY14" fmla="*/ 322984 h 1051617"/>
                  <a:gd name="connsiteX15" fmla="*/ 681197 w 1320493"/>
                  <a:gd name="connsiteY15" fmla="*/ 320823 h 105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20493" h="1051617">
                    <a:moveTo>
                      <a:pt x="681197" y="320823"/>
                    </a:moveTo>
                    <a:cubicBezTo>
                      <a:pt x="713514" y="318756"/>
                      <a:pt x="885340" y="244821"/>
                      <a:pt x="966508" y="260416"/>
                    </a:cubicBezTo>
                    <a:cubicBezTo>
                      <a:pt x="1047677" y="276011"/>
                      <a:pt x="1212269" y="316690"/>
                      <a:pt x="1242425" y="686364"/>
                    </a:cubicBezTo>
                    <a:cubicBezTo>
                      <a:pt x="1245901" y="729015"/>
                      <a:pt x="1241486" y="971112"/>
                      <a:pt x="1256517" y="1038001"/>
                    </a:cubicBezTo>
                    <a:cubicBezTo>
                      <a:pt x="1271548" y="1104984"/>
                      <a:pt x="1320494" y="904974"/>
                      <a:pt x="1320494" y="868524"/>
                    </a:cubicBezTo>
                    <a:cubicBezTo>
                      <a:pt x="1320494" y="832073"/>
                      <a:pt x="1287143" y="472826"/>
                      <a:pt x="1258020" y="375969"/>
                    </a:cubicBezTo>
                    <a:cubicBezTo>
                      <a:pt x="1228897" y="279111"/>
                      <a:pt x="1134106" y="11461"/>
                      <a:pt x="674902" y="0"/>
                    </a:cubicBezTo>
                    <a:lnTo>
                      <a:pt x="645591" y="0"/>
                    </a:lnTo>
                    <a:cubicBezTo>
                      <a:pt x="186387" y="11461"/>
                      <a:pt x="91597" y="279111"/>
                      <a:pt x="62473" y="375969"/>
                    </a:cubicBezTo>
                    <a:cubicBezTo>
                      <a:pt x="33350" y="472826"/>
                      <a:pt x="0" y="832073"/>
                      <a:pt x="0" y="868524"/>
                    </a:cubicBezTo>
                    <a:cubicBezTo>
                      <a:pt x="0" y="904974"/>
                      <a:pt x="48945" y="1104890"/>
                      <a:pt x="63977" y="1038001"/>
                    </a:cubicBezTo>
                    <a:cubicBezTo>
                      <a:pt x="79008" y="971112"/>
                      <a:pt x="74593" y="728921"/>
                      <a:pt x="78068" y="686364"/>
                    </a:cubicBezTo>
                    <a:cubicBezTo>
                      <a:pt x="108224" y="316690"/>
                      <a:pt x="272817" y="276105"/>
                      <a:pt x="353985" y="260416"/>
                    </a:cubicBezTo>
                    <a:cubicBezTo>
                      <a:pt x="435154" y="244727"/>
                      <a:pt x="607074" y="318756"/>
                      <a:pt x="639297" y="320823"/>
                    </a:cubicBezTo>
                    <a:cubicBezTo>
                      <a:pt x="639297" y="320823"/>
                      <a:pt x="651322" y="323171"/>
                      <a:pt x="660153" y="322984"/>
                    </a:cubicBezTo>
                    <a:cubicBezTo>
                      <a:pt x="669172" y="322796"/>
                      <a:pt x="681197" y="320823"/>
                      <a:pt x="681197" y="320823"/>
                    </a:cubicBezTo>
                    <a:close/>
                  </a:path>
                </a:pathLst>
              </a:custGeom>
              <a:solidFill>
                <a:srgbClr val="B5857D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1" name="Forme libre : forme 1570">
                <a:extLst>
                  <a:ext uri="{FF2B5EF4-FFF2-40B4-BE49-F238E27FC236}">
                    <a16:creationId xmlns:a16="http://schemas.microsoft.com/office/drawing/2014/main" id="{2BE8CA5D-AB90-4FC0-8946-DC0F299954F1}"/>
                  </a:ext>
                </a:extLst>
              </p:cNvPr>
              <p:cNvSpPr/>
              <p:nvPr/>
            </p:nvSpPr>
            <p:spPr>
              <a:xfrm>
                <a:off x="7842911" y="3546055"/>
                <a:ext cx="1320493" cy="1051617"/>
              </a:xfrm>
              <a:custGeom>
                <a:avLst/>
                <a:gdLst>
                  <a:gd name="connsiteX0" fmla="*/ 681197 w 1320493"/>
                  <a:gd name="connsiteY0" fmla="*/ 320823 h 1051617"/>
                  <a:gd name="connsiteX1" fmla="*/ 966508 w 1320493"/>
                  <a:gd name="connsiteY1" fmla="*/ 260416 h 1051617"/>
                  <a:gd name="connsiteX2" fmla="*/ 1242425 w 1320493"/>
                  <a:gd name="connsiteY2" fmla="*/ 686364 h 1051617"/>
                  <a:gd name="connsiteX3" fmla="*/ 1256517 w 1320493"/>
                  <a:gd name="connsiteY3" fmla="*/ 1038001 h 1051617"/>
                  <a:gd name="connsiteX4" fmla="*/ 1320494 w 1320493"/>
                  <a:gd name="connsiteY4" fmla="*/ 868524 h 1051617"/>
                  <a:gd name="connsiteX5" fmla="*/ 1258020 w 1320493"/>
                  <a:gd name="connsiteY5" fmla="*/ 375969 h 1051617"/>
                  <a:gd name="connsiteX6" fmla="*/ 674902 w 1320493"/>
                  <a:gd name="connsiteY6" fmla="*/ 0 h 1051617"/>
                  <a:gd name="connsiteX7" fmla="*/ 645591 w 1320493"/>
                  <a:gd name="connsiteY7" fmla="*/ 0 h 1051617"/>
                  <a:gd name="connsiteX8" fmla="*/ 62473 w 1320493"/>
                  <a:gd name="connsiteY8" fmla="*/ 375969 h 1051617"/>
                  <a:gd name="connsiteX9" fmla="*/ 0 w 1320493"/>
                  <a:gd name="connsiteY9" fmla="*/ 868524 h 1051617"/>
                  <a:gd name="connsiteX10" fmla="*/ 63977 w 1320493"/>
                  <a:gd name="connsiteY10" fmla="*/ 1038001 h 1051617"/>
                  <a:gd name="connsiteX11" fmla="*/ 78068 w 1320493"/>
                  <a:gd name="connsiteY11" fmla="*/ 686364 h 1051617"/>
                  <a:gd name="connsiteX12" fmla="*/ 353985 w 1320493"/>
                  <a:gd name="connsiteY12" fmla="*/ 260416 h 1051617"/>
                  <a:gd name="connsiteX13" fmla="*/ 639297 w 1320493"/>
                  <a:gd name="connsiteY13" fmla="*/ 320823 h 1051617"/>
                  <a:gd name="connsiteX14" fmla="*/ 660153 w 1320493"/>
                  <a:gd name="connsiteY14" fmla="*/ 322984 h 1051617"/>
                  <a:gd name="connsiteX15" fmla="*/ 681197 w 1320493"/>
                  <a:gd name="connsiteY15" fmla="*/ 320823 h 105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20493" h="1051617">
                    <a:moveTo>
                      <a:pt x="681197" y="320823"/>
                    </a:moveTo>
                    <a:cubicBezTo>
                      <a:pt x="713514" y="318756"/>
                      <a:pt x="885340" y="244821"/>
                      <a:pt x="966508" y="260416"/>
                    </a:cubicBezTo>
                    <a:cubicBezTo>
                      <a:pt x="1047677" y="276011"/>
                      <a:pt x="1212269" y="316690"/>
                      <a:pt x="1242425" y="686364"/>
                    </a:cubicBezTo>
                    <a:cubicBezTo>
                      <a:pt x="1245901" y="729015"/>
                      <a:pt x="1241486" y="971112"/>
                      <a:pt x="1256517" y="1038001"/>
                    </a:cubicBezTo>
                    <a:cubicBezTo>
                      <a:pt x="1271548" y="1104984"/>
                      <a:pt x="1320494" y="904974"/>
                      <a:pt x="1320494" y="868524"/>
                    </a:cubicBezTo>
                    <a:cubicBezTo>
                      <a:pt x="1320494" y="832073"/>
                      <a:pt x="1287143" y="472826"/>
                      <a:pt x="1258020" y="375969"/>
                    </a:cubicBezTo>
                    <a:cubicBezTo>
                      <a:pt x="1228897" y="279111"/>
                      <a:pt x="1134106" y="11461"/>
                      <a:pt x="674902" y="0"/>
                    </a:cubicBezTo>
                    <a:lnTo>
                      <a:pt x="645591" y="0"/>
                    </a:lnTo>
                    <a:cubicBezTo>
                      <a:pt x="186387" y="11461"/>
                      <a:pt x="91597" y="279111"/>
                      <a:pt x="62473" y="375969"/>
                    </a:cubicBezTo>
                    <a:cubicBezTo>
                      <a:pt x="33350" y="472826"/>
                      <a:pt x="0" y="832073"/>
                      <a:pt x="0" y="868524"/>
                    </a:cubicBezTo>
                    <a:cubicBezTo>
                      <a:pt x="0" y="904974"/>
                      <a:pt x="48945" y="1104890"/>
                      <a:pt x="63977" y="1038001"/>
                    </a:cubicBezTo>
                    <a:cubicBezTo>
                      <a:pt x="79008" y="971112"/>
                      <a:pt x="74593" y="728921"/>
                      <a:pt x="78068" y="686364"/>
                    </a:cubicBezTo>
                    <a:cubicBezTo>
                      <a:pt x="108224" y="316690"/>
                      <a:pt x="272817" y="276105"/>
                      <a:pt x="353985" y="260416"/>
                    </a:cubicBezTo>
                    <a:cubicBezTo>
                      <a:pt x="435154" y="244727"/>
                      <a:pt x="607074" y="318756"/>
                      <a:pt x="639297" y="320823"/>
                    </a:cubicBezTo>
                    <a:cubicBezTo>
                      <a:pt x="639297" y="320823"/>
                      <a:pt x="651322" y="323171"/>
                      <a:pt x="660153" y="322984"/>
                    </a:cubicBezTo>
                    <a:cubicBezTo>
                      <a:pt x="669172" y="322796"/>
                      <a:pt x="681197" y="320823"/>
                      <a:pt x="681197" y="320823"/>
                    </a:cubicBezTo>
                    <a:close/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2" name="Forme libre : forme 1571">
                <a:extLst>
                  <a:ext uri="{FF2B5EF4-FFF2-40B4-BE49-F238E27FC236}">
                    <a16:creationId xmlns:a16="http://schemas.microsoft.com/office/drawing/2014/main" id="{C4834A86-0E84-4462-9BE5-0444F0128AF6}"/>
                  </a:ext>
                </a:extLst>
              </p:cNvPr>
              <p:cNvSpPr/>
              <p:nvPr/>
            </p:nvSpPr>
            <p:spPr>
              <a:xfrm>
                <a:off x="8667195" y="4543941"/>
                <a:ext cx="260647" cy="24065"/>
              </a:xfrm>
              <a:custGeom>
                <a:avLst/>
                <a:gdLst>
                  <a:gd name="connsiteX0" fmla="*/ 742 w 260647"/>
                  <a:gd name="connsiteY0" fmla="*/ 18413 h 24065"/>
                  <a:gd name="connsiteX1" fmla="*/ 68947 w 260647"/>
                  <a:gd name="connsiteY1" fmla="*/ 15125 h 24065"/>
                  <a:gd name="connsiteX2" fmla="*/ 259279 w 260647"/>
                  <a:gd name="connsiteY2" fmla="*/ 0 h 24065"/>
                  <a:gd name="connsiteX3" fmla="*/ 242181 w 260647"/>
                  <a:gd name="connsiteY3" fmla="*/ 14655 h 24065"/>
                  <a:gd name="connsiteX4" fmla="*/ 68947 w 260647"/>
                  <a:gd name="connsiteY4" fmla="*/ 22641 h 24065"/>
                  <a:gd name="connsiteX5" fmla="*/ 742 w 260647"/>
                  <a:gd name="connsiteY5" fmla="*/ 18413 h 24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647" h="24065">
                    <a:moveTo>
                      <a:pt x="742" y="18413"/>
                    </a:moveTo>
                    <a:cubicBezTo>
                      <a:pt x="-7149" y="11931"/>
                      <a:pt x="50064" y="12025"/>
                      <a:pt x="68947" y="15125"/>
                    </a:cubicBezTo>
                    <a:cubicBezTo>
                      <a:pt x="87923" y="18131"/>
                      <a:pt x="219071" y="19635"/>
                      <a:pt x="259279" y="0"/>
                    </a:cubicBezTo>
                    <a:cubicBezTo>
                      <a:pt x="259279" y="0"/>
                      <a:pt x="267828" y="5449"/>
                      <a:pt x="242181" y="14655"/>
                    </a:cubicBezTo>
                    <a:cubicBezTo>
                      <a:pt x="216534" y="23862"/>
                      <a:pt x="82099" y="25835"/>
                      <a:pt x="68947" y="22641"/>
                    </a:cubicBezTo>
                    <a:cubicBezTo>
                      <a:pt x="55794" y="19447"/>
                      <a:pt x="14082" y="29499"/>
                      <a:pt x="742" y="18413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573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710958" y="4546008"/>
                <a:ext cx="248773" cy="68392"/>
                <a:chOff x="8710958" y="4546008"/>
                <a:chExt cx="248773" cy="68392"/>
              </a:xfrm>
              <a:solidFill>
                <a:srgbClr val="333333"/>
              </a:solidFill>
            </p:grpSpPr>
            <p:sp>
              <p:nvSpPr>
                <p:cNvPr id="1574" name="Forme libre : forme 1573">
                  <a:extLst>
                    <a:ext uri="{FF2B5EF4-FFF2-40B4-BE49-F238E27FC236}">
                      <a16:creationId xmlns:a16="http://schemas.microsoft.com/office/drawing/2014/main" id="{97968FBA-37D1-4E91-A634-803B9D8712C7}"/>
                    </a:ext>
                  </a:extLst>
                </p:cNvPr>
                <p:cNvSpPr/>
                <p:nvPr/>
              </p:nvSpPr>
              <p:spPr>
                <a:xfrm>
                  <a:off x="8918583" y="4546008"/>
                  <a:ext cx="41148" cy="13953"/>
                </a:xfrm>
                <a:custGeom>
                  <a:avLst/>
                  <a:gdLst>
                    <a:gd name="connsiteX0" fmla="*/ 0 w 41148"/>
                    <a:gd name="connsiteY0" fmla="*/ 4134 h 13953"/>
                    <a:gd name="connsiteX1" fmla="*/ 20292 w 41148"/>
                    <a:gd name="connsiteY1" fmla="*/ 13340 h 13953"/>
                    <a:gd name="connsiteX2" fmla="*/ 31002 w 41148"/>
                    <a:gd name="connsiteY2" fmla="*/ 13904 h 13953"/>
                    <a:gd name="connsiteX3" fmla="*/ 41148 w 41148"/>
                    <a:gd name="connsiteY3" fmla="*/ 11180 h 13953"/>
                    <a:gd name="connsiteX4" fmla="*/ 31002 w 41148"/>
                    <a:gd name="connsiteY4" fmla="*/ 12213 h 13953"/>
                    <a:gd name="connsiteX5" fmla="*/ 20950 w 41148"/>
                    <a:gd name="connsiteY5" fmla="*/ 10146 h 13953"/>
                    <a:gd name="connsiteX6" fmla="*/ 5073 w 41148"/>
                    <a:gd name="connsiteY6" fmla="*/ 0 h 13953"/>
                    <a:gd name="connsiteX7" fmla="*/ 0 w 41148"/>
                    <a:gd name="connsiteY7" fmla="*/ 4134 h 13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1148" h="13953">
                      <a:moveTo>
                        <a:pt x="0" y="4134"/>
                      </a:moveTo>
                      <a:cubicBezTo>
                        <a:pt x="5636" y="10146"/>
                        <a:pt x="13246" y="12495"/>
                        <a:pt x="20292" y="13340"/>
                      </a:cubicBezTo>
                      <a:cubicBezTo>
                        <a:pt x="23862" y="13716"/>
                        <a:pt x="27338" y="14092"/>
                        <a:pt x="31002" y="13904"/>
                      </a:cubicBezTo>
                      <a:cubicBezTo>
                        <a:pt x="34666" y="14186"/>
                        <a:pt x="38048" y="12683"/>
                        <a:pt x="41148" y="11180"/>
                      </a:cubicBezTo>
                      <a:cubicBezTo>
                        <a:pt x="37766" y="12213"/>
                        <a:pt x="34384" y="13059"/>
                        <a:pt x="31002" y="12213"/>
                      </a:cubicBezTo>
                      <a:cubicBezTo>
                        <a:pt x="27714" y="11931"/>
                        <a:pt x="24238" y="10992"/>
                        <a:pt x="20950" y="10146"/>
                      </a:cubicBezTo>
                      <a:cubicBezTo>
                        <a:pt x="14467" y="8361"/>
                        <a:pt x="8361" y="4979"/>
                        <a:pt x="5073" y="0"/>
                      </a:cubicBezTo>
                      <a:lnTo>
                        <a:pt x="0" y="4134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5" name="Forme libre : forme 1574">
                  <a:extLst>
                    <a:ext uri="{FF2B5EF4-FFF2-40B4-BE49-F238E27FC236}">
                      <a16:creationId xmlns:a16="http://schemas.microsoft.com/office/drawing/2014/main" id="{87E425B5-D6F6-46E7-AC20-951486A1AD43}"/>
                    </a:ext>
                  </a:extLst>
                </p:cNvPr>
                <p:cNvSpPr/>
                <p:nvPr/>
              </p:nvSpPr>
              <p:spPr>
                <a:xfrm>
                  <a:off x="8710958" y="4560570"/>
                  <a:ext cx="13252" cy="29874"/>
                </a:xfrm>
                <a:custGeom>
                  <a:avLst/>
                  <a:gdLst>
                    <a:gd name="connsiteX0" fmla="*/ 7992 w 13252"/>
                    <a:gd name="connsiteY0" fmla="*/ 0 h 29874"/>
                    <a:gd name="connsiteX1" fmla="*/ 1791 w 13252"/>
                    <a:gd name="connsiteY1" fmla="*/ 15031 h 29874"/>
                    <a:gd name="connsiteX2" fmla="*/ 6 w 13252"/>
                    <a:gd name="connsiteY2" fmla="*/ 23016 h 29874"/>
                    <a:gd name="connsiteX3" fmla="*/ 3858 w 13252"/>
                    <a:gd name="connsiteY3" fmla="*/ 29875 h 29874"/>
                    <a:gd name="connsiteX4" fmla="*/ 1791 w 13252"/>
                    <a:gd name="connsiteY4" fmla="*/ 23110 h 29874"/>
                    <a:gd name="connsiteX5" fmla="*/ 4985 w 13252"/>
                    <a:gd name="connsiteY5" fmla="*/ 16440 h 29874"/>
                    <a:gd name="connsiteX6" fmla="*/ 13253 w 13252"/>
                    <a:gd name="connsiteY6" fmla="*/ 3946 h 29874"/>
                    <a:gd name="connsiteX7" fmla="*/ 7992 w 13252"/>
                    <a:gd name="connsiteY7" fmla="*/ 0 h 29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252" h="29874">
                      <a:moveTo>
                        <a:pt x="7992" y="0"/>
                      </a:moveTo>
                      <a:cubicBezTo>
                        <a:pt x="4797" y="5167"/>
                        <a:pt x="3576" y="10146"/>
                        <a:pt x="1791" y="15031"/>
                      </a:cubicBezTo>
                      <a:cubicBezTo>
                        <a:pt x="946" y="17380"/>
                        <a:pt x="-88" y="20198"/>
                        <a:pt x="6" y="23016"/>
                      </a:cubicBezTo>
                      <a:cubicBezTo>
                        <a:pt x="6" y="25835"/>
                        <a:pt x="1415" y="28747"/>
                        <a:pt x="3858" y="29875"/>
                      </a:cubicBezTo>
                      <a:cubicBezTo>
                        <a:pt x="1791" y="28184"/>
                        <a:pt x="1321" y="25459"/>
                        <a:pt x="1791" y="23110"/>
                      </a:cubicBezTo>
                      <a:cubicBezTo>
                        <a:pt x="2261" y="20762"/>
                        <a:pt x="3576" y="18695"/>
                        <a:pt x="4985" y="16440"/>
                      </a:cubicBezTo>
                      <a:cubicBezTo>
                        <a:pt x="7709" y="11931"/>
                        <a:pt x="10152" y="7140"/>
                        <a:pt x="13253" y="3946"/>
                      </a:cubicBezTo>
                      <a:lnTo>
                        <a:pt x="7992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6" name="Forme libre : forme 1575">
                  <a:extLst>
                    <a:ext uri="{FF2B5EF4-FFF2-40B4-BE49-F238E27FC236}">
                      <a16:creationId xmlns:a16="http://schemas.microsoft.com/office/drawing/2014/main" id="{9E809D04-4E11-446D-9CEB-610F425676F1}"/>
                    </a:ext>
                  </a:extLst>
                </p:cNvPr>
                <p:cNvSpPr/>
                <p:nvPr/>
              </p:nvSpPr>
              <p:spPr>
                <a:xfrm>
                  <a:off x="8731030" y="4563670"/>
                  <a:ext cx="10748" cy="25740"/>
                </a:xfrm>
                <a:custGeom>
                  <a:avLst/>
                  <a:gdLst>
                    <a:gd name="connsiteX0" fmla="*/ 4454 w 10748"/>
                    <a:gd name="connsiteY0" fmla="*/ 0 h 25740"/>
                    <a:gd name="connsiteX1" fmla="*/ 38 w 10748"/>
                    <a:gd name="connsiteY1" fmla="*/ 13246 h 25740"/>
                    <a:gd name="connsiteX2" fmla="*/ 2763 w 10748"/>
                    <a:gd name="connsiteY2" fmla="*/ 20574 h 25740"/>
                    <a:gd name="connsiteX3" fmla="*/ 7554 w 10748"/>
                    <a:gd name="connsiteY3" fmla="*/ 25741 h 25740"/>
                    <a:gd name="connsiteX4" fmla="*/ 4078 w 10748"/>
                    <a:gd name="connsiteY4" fmla="*/ 19635 h 25740"/>
                    <a:gd name="connsiteX5" fmla="*/ 3233 w 10748"/>
                    <a:gd name="connsiteY5" fmla="*/ 13810 h 25740"/>
                    <a:gd name="connsiteX6" fmla="*/ 10748 w 10748"/>
                    <a:gd name="connsiteY6" fmla="*/ 1785 h 25740"/>
                    <a:gd name="connsiteX7" fmla="*/ 4454 w 10748"/>
                    <a:gd name="connsiteY7" fmla="*/ 0 h 2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748" h="25740">
                      <a:moveTo>
                        <a:pt x="4454" y="0"/>
                      </a:moveTo>
                      <a:cubicBezTo>
                        <a:pt x="4266" y="3382"/>
                        <a:pt x="508" y="7704"/>
                        <a:pt x="38" y="13246"/>
                      </a:cubicBezTo>
                      <a:cubicBezTo>
                        <a:pt x="-243" y="16065"/>
                        <a:pt x="1071" y="18883"/>
                        <a:pt x="2763" y="20574"/>
                      </a:cubicBezTo>
                      <a:cubicBezTo>
                        <a:pt x="4454" y="22359"/>
                        <a:pt x="6239" y="23768"/>
                        <a:pt x="7554" y="25741"/>
                      </a:cubicBezTo>
                      <a:cubicBezTo>
                        <a:pt x="6708" y="23486"/>
                        <a:pt x="5205" y="21607"/>
                        <a:pt x="4078" y="19635"/>
                      </a:cubicBezTo>
                      <a:cubicBezTo>
                        <a:pt x="2950" y="17662"/>
                        <a:pt x="2575" y="15689"/>
                        <a:pt x="3233" y="13810"/>
                      </a:cubicBezTo>
                      <a:cubicBezTo>
                        <a:pt x="4360" y="9864"/>
                        <a:pt x="8305" y="7422"/>
                        <a:pt x="10748" y="1785"/>
                      </a:cubicBezTo>
                      <a:lnTo>
                        <a:pt x="4454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7" name="Forme libre : forme 1576">
                  <a:extLst>
                    <a:ext uri="{FF2B5EF4-FFF2-40B4-BE49-F238E27FC236}">
                      <a16:creationId xmlns:a16="http://schemas.microsoft.com/office/drawing/2014/main" id="{090A7102-6A16-46E1-9DB9-E6ED6F81FCEB}"/>
                    </a:ext>
                  </a:extLst>
                </p:cNvPr>
                <p:cNvSpPr/>
                <p:nvPr/>
              </p:nvSpPr>
              <p:spPr>
                <a:xfrm>
                  <a:off x="8912007" y="4553054"/>
                  <a:ext cx="36641" cy="22627"/>
                </a:xfrm>
                <a:custGeom>
                  <a:avLst/>
                  <a:gdLst>
                    <a:gd name="connsiteX0" fmla="*/ 0 w 36641"/>
                    <a:gd name="connsiteY0" fmla="*/ 0 h 22627"/>
                    <a:gd name="connsiteX1" fmla="*/ 5261 w 36641"/>
                    <a:gd name="connsiteY1" fmla="*/ 12119 h 22627"/>
                    <a:gd name="connsiteX2" fmla="*/ 15783 w 36641"/>
                    <a:gd name="connsiteY2" fmla="*/ 17944 h 22627"/>
                    <a:gd name="connsiteX3" fmla="*/ 26587 w 36641"/>
                    <a:gd name="connsiteY3" fmla="*/ 21514 h 22627"/>
                    <a:gd name="connsiteX4" fmla="*/ 32223 w 36641"/>
                    <a:gd name="connsiteY4" fmla="*/ 22547 h 22627"/>
                    <a:gd name="connsiteX5" fmla="*/ 36639 w 36641"/>
                    <a:gd name="connsiteY5" fmla="*/ 19823 h 22627"/>
                    <a:gd name="connsiteX6" fmla="*/ 32317 w 36641"/>
                    <a:gd name="connsiteY6" fmla="*/ 21701 h 22627"/>
                    <a:gd name="connsiteX7" fmla="*/ 27056 w 36641"/>
                    <a:gd name="connsiteY7" fmla="*/ 19823 h 22627"/>
                    <a:gd name="connsiteX8" fmla="*/ 17192 w 36641"/>
                    <a:gd name="connsiteY8" fmla="*/ 14844 h 22627"/>
                    <a:gd name="connsiteX9" fmla="*/ 8925 w 36641"/>
                    <a:gd name="connsiteY9" fmla="*/ 8549 h 22627"/>
                    <a:gd name="connsiteX10" fmla="*/ 6576 w 36641"/>
                    <a:gd name="connsiteY10" fmla="*/ 0 h 22627"/>
                    <a:gd name="connsiteX11" fmla="*/ 0 w 36641"/>
                    <a:gd name="connsiteY11" fmla="*/ 0 h 22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6641" h="22627">
                      <a:moveTo>
                        <a:pt x="0" y="0"/>
                      </a:moveTo>
                      <a:cubicBezTo>
                        <a:pt x="470" y="4885"/>
                        <a:pt x="1973" y="8455"/>
                        <a:pt x="5261" y="12119"/>
                      </a:cubicBezTo>
                      <a:cubicBezTo>
                        <a:pt x="8549" y="15125"/>
                        <a:pt x="12213" y="16534"/>
                        <a:pt x="15783" y="17944"/>
                      </a:cubicBezTo>
                      <a:cubicBezTo>
                        <a:pt x="19353" y="19353"/>
                        <a:pt x="22923" y="20574"/>
                        <a:pt x="26587" y="21514"/>
                      </a:cubicBezTo>
                      <a:cubicBezTo>
                        <a:pt x="28466" y="21983"/>
                        <a:pt x="30250" y="22359"/>
                        <a:pt x="32223" y="22547"/>
                      </a:cubicBezTo>
                      <a:cubicBezTo>
                        <a:pt x="34008" y="22923"/>
                        <a:pt x="36732" y="21983"/>
                        <a:pt x="36639" y="19823"/>
                      </a:cubicBezTo>
                      <a:cubicBezTo>
                        <a:pt x="36263" y="21889"/>
                        <a:pt x="33914" y="22265"/>
                        <a:pt x="32317" y="21701"/>
                      </a:cubicBezTo>
                      <a:cubicBezTo>
                        <a:pt x="30532" y="21232"/>
                        <a:pt x="28841" y="20574"/>
                        <a:pt x="27056" y="19823"/>
                      </a:cubicBezTo>
                      <a:cubicBezTo>
                        <a:pt x="23674" y="18413"/>
                        <a:pt x="20386" y="16722"/>
                        <a:pt x="17192" y="14844"/>
                      </a:cubicBezTo>
                      <a:cubicBezTo>
                        <a:pt x="13998" y="12964"/>
                        <a:pt x="10897" y="10992"/>
                        <a:pt x="8925" y="8549"/>
                      </a:cubicBezTo>
                      <a:cubicBezTo>
                        <a:pt x="7328" y="6482"/>
                        <a:pt x="6294" y="2630"/>
                        <a:pt x="6576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8" name="Forme libre : forme 1577">
                  <a:extLst>
                    <a:ext uri="{FF2B5EF4-FFF2-40B4-BE49-F238E27FC236}">
                      <a16:creationId xmlns:a16="http://schemas.microsoft.com/office/drawing/2014/main" id="{D9CE66A5-2DAA-46FC-894B-CA664053C6DE}"/>
                    </a:ext>
                  </a:extLst>
                </p:cNvPr>
                <p:cNvSpPr/>
                <p:nvPr/>
              </p:nvSpPr>
              <p:spPr>
                <a:xfrm>
                  <a:off x="8799414" y="4562566"/>
                  <a:ext cx="28418" cy="51834"/>
                </a:xfrm>
                <a:custGeom>
                  <a:avLst/>
                  <a:gdLst>
                    <a:gd name="connsiteX0" fmla="*/ 6247 w 28418"/>
                    <a:gd name="connsiteY0" fmla="*/ 2325 h 51834"/>
                    <a:gd name="connsiteX1" fmla="*/ 6247 w 28418"/>
                    <a:gd name="connsiteY1" fmla="*/ 5237 h 51834"/>
                    <a:gd name="connsiteX2" fmla="*/ 4932 w 28418"/>
                    <a:gd name="connsiteY2" fmla="*/ 6459 h 51834"/>
                    <a:gd name="connsiteX3" fmla="*/ 2208 w 28418"/>
                    <a:gd name="connsiteY3" fmla="*/ 6177 h 51834"/>
                    <a:gd name="connsiteX4" fmla="*/ 1080 w 28418"/>
                    <a:gd name="connsiteY4" fmla="*/ 4016 h 51834"/>
                    <a:gd name="connsiteX5" fmla="*/ 892 w 28418"/>
                    <a:gd name="connsiteY5" fmla="*/ 5801 h 51834"/>
                    <a:gd name="connsiteX6" fmla="*/ 705 w 28418"/>
                    <a:gd name="connsiteY6" fmla="*/ 9747 h 51834"/>
                    <a:gd name="connsiteX7" fmla="*/ 1080 w 28418"/>
                    <a:gd name="connsiteY7" fmla="*/ 17638 h 51834"/>
                    <a:gd name="connsiteX8" fmla="*/ 5402 w 28418"/>
                    <a:gd name="connsiteY8" fmla="*/ 32763 h 51834"/>
                    <a:gd name="connsiteX9" fmla="*/ 28418 w 28418"/>
                    <a:gd name="connsiteY9" fmla="*/ 51834 h 51834"/>
                    <a:gd name="connsiteX10" fmla="*/ 8408 w 28418"/>
                    <a:gd name="connsiteY10" fmla="*/ 31448 h 51834"/>
                    <a:gd name="connsiteX11" fmla="*/ 5966 w 28418"/>
                    <a:gd name="connsiteY11" fmla="*/ 17262 h 51834"/>
                    <a:gd name="connsiteX12" fmla="*/ 6341 w 28418"/>
                    <a:gd name="connsiteY12" fmla="*/ 10029 h 51834"/>
                    <a:gd name="connsiteX13" fmla="*/ 6905 w 28418"/>
                    <a:gd name="connsiteY13" fmla="*/ 6459 h 51834"/>
                    <a:gd name="connsiteX14" fmla="*/ 7281 w 28418"/>
                    <a:gd name="connsiteY14" fmla="*/ 4580 h 51834"/>
                    <a:gd name="connsiteX15" fmla="*/ 5684 w 28418"/>
                    <a:gd name="connsiteY15" fmla="*/ 634 h 51834"/>
                    <a:gd name="connsiteX16" fmla="*/ 2020 w 28418"/>
                    <a:gd name="connsiteY16" fmla="*/ 352 h 51834"/>
                    <a:gd name="connsiteX17" fmla="*/ 423 w 28418"/>
                    <a:gd name="connsiteY17" fmla="*/ 1855 h 51834"/>
                    <a:gd name="connsiteX18" fmla="*/ 423 w 28418"/>
                    <a:gd name="connsiteY18" fmla="*/ 5237 h 51834"/>
                    <a:gd name="connsiteX19" fmla="*/ 6247 w 28418"/>
                    <a:gd name="connsiteY19" fmla="*/ 2325 h 51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8418" h="51834">
                      <a:moveTo>
                        <a:pt x="6247" y="2325"/>
                      </a:moveTo>
                      <a:cubicBezTo>
                        <a:pt x="6717" y="2983"/>
                        <a:pt x="6717" y="4486"/>
                        <a:pt x="6247" y="5237"/>
                      </a:cubicBezTo>
                      <a:cubicBezTo>
                        <a:pt x="5778" y="5989"/>
                        <a:pt x="5308" y="6271"/>
                        <a:pt x="4932" y="6459"/>
                      </a:cubicBezTo>
                      <a:cubicBezTo>
                        <a:pt x="4274" y="6741"/>
                        <a:pt x="3429" y="6928"/>
                        <a:pt x="2208" y="6177"/>
                      </a:cubicBezTo>
                      <a:cubicBezTo>
                        <a:pt x="517" y="4674"/>
                        <a:pt x="1174" y="3922"/>
                        <a:pt x="1080" y="4016"/>
                      </a:cubicBezTo>
                      <a:lnTo>
                        <a:pt x="892" y="5801"/>
                      </a:lnTo>
                      <a:lnTo>
                        <a:pt x="705" y="9747"/>
                      </a:lnTo>
                      <a:cubicBezTo>
                        <a:pt x="705" y="12377"/>
                        <a:pt x="798" y="15008"/>
                        <a:pt x="1080" y="17638"/>
                      </a:cubicBezTo>
                      <a:cubicBezTo>
                        <a:pt x="1738" y="22899"/>
                        <a:pt x="3053" y="28066"/>
                        <a:pt x="5402" y="32763"/>
                      </a:cubicBezTo>
                      <a:cubicBezTo>
                        <a:pt x="9911" y="42158"/>
                        <a:pt x="18460" y="49767"/>
                        <a:pt x="28418" y="51834"/>
                      </a:cubicBezTo>
                      <a:cubicBezTo>
                        <a:pt x="18742" y="48734"/>
                        <a:pt x="11602" y="40467"/>
                        <a:pt x="8408" y="31448"/>
                      </a:cubicBezTo>
                      <a:cubicBezTo>
                        <a:pt x="6811" y="26845"/>
                        <a:pt x="6059" y="22054"/>
                        <a:pt x="5966" y="17262"/>
                      </a:cubicBezTo>
                      <a:cubicBezTo>
                        <a:pt x="5966" y="14820"/>
                        <a:pt x="6059" y="12471"/>
                        <a:pt x="6341" y="10029"/>
                      </a:cubicBezTo>
                      <a:lnTo>
                        <a:pt x="6905" y="6459"/>
                      </a:lnTo>
                      <a:lnTo>
                        <a:pt x="7281" y="4580"/>
                      </a:lnTo>
                      <a:cubicBezTo>
                        <a:pt x="7187" y="4016"/>
                        <a:pt x="7844" y="2513"/>
                        <a:pt x="5684" y="634"/>
                      </a:cubicBezTo>
                      <a:cubicBezTo>
                        <a:pt x="4181" y="-305"/>
                        <a:pt x="2959" y="-24"/>
                        <a:pt x="2020" y="352"/>
                      </a:cubicBezTo>
                      <a:cubicBezTo>
                        <a:pt x="1550" y="634"/>
                        <a:pt x="892" y="916"/>
                        <a:pt x="423" y="1855"/>
                      </a:cubicBezTo>
                      <a:cubicBezTo>
                        <a:pt x="-141" y="2701"/>
                        <a:pt x="-141" y="4486"/>
                        <a:pt x="423" y="5237"/>
                      </a:cubicBezTo>
                      <a:lnTo>
                        <a:pt x="6247" y="232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9" name="Forme libre : forme 1578">
                  <a:extLst>
                    <a:ext uri="{FF2B5EF4-FFF2-40B4-BE49-F238E27FC236}">
                      <a16:creationId xmlns:a16="http://schemas.microsoft.com/office/drawing/2014/main" id="{374382BC-0729-4E9E-98CA-A59076F56AC6}"/>
                    </a:ext>
                  </a:extLst>
                </p:cNvPr>
                <p:cNvSpPr/>
                <p:nvPr/>
              </p:nvSpPr>
              <p:spPr>
                <a:xfrm>
                  <a:off x="8876683" y="4560663"/>
                  <a:ext cx="44155" cy="44718"/>
                </a:xfrm>
                <a:custGeom>
                  <a:avLst/>
                  <a:gdLst>
                    <a:gd name="connsiteX0" fmla="*/ 1 w 44155"/>
                    <a:gd name="connsiteY0" fmla="*/ 0 h 44718"/>
                    <a:gd name="connsiteX1" fmla="*/ 15408 w 44155"/>
                    <a:gd name="connsiteY1" fmla="*/ 29593 h 44718"/>
                    <a:gd name="connsiteX2" fmla="*/ 44155 w 44155"/>
                    <a:gd name="connsiteY2" fmla="*/ 44718 h 44718"/>
                    <a:gd name="connsiteX3" fmla="*/ 17663 w 44155"/>
                    <a:gd name="connsiteY3" fmla="*/ 27150 h 44718"/>
                    <a:gd name="connsiteX4" fmla="*/ 6577 w 44155"/>
                    <a:gd name="connsiteY4" fmla="*/ 376 h 44718"/>
                    <a:gd name="connsiteX5" fmla="*/ 1 w 44155"/>
                    <a:gd name="connsiteY5" fmla="*/ 0 h 44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155" h="44718">
                      <a:moveTo>
                        <a:pt x="1" y="0"/>
                      </a:moveTo>
                      <a:cubicBezTo>
                        <a:pt x="-93" y="12307"/>
                        <a:pt x="6953" y="22641"/>
                        <a:pt x="15408" y="29593"/>
                      </a:cubicBezTo>
                      <a:cubicBezTo>
                        <a:pt x="24051" y="36639"/>
                        <a:pt x="34197" y="40678"/>
                        <a:pt x="44155" y="44718"/>
                      </a:cubicBezTo>
                      <a:cubicBezTo>
                        <a:pt x="34667" y="39739"/>
                        <a:pt x="25084" y="34572"/>
                        <a:pt x="17663" y="27150"/>
                      </a:cubicBezTo>
                      <a:cubicBezTo>
                        <a:pt x="10335" y="19916"/>
                        <a:pt x="5450" y="9864"/>
                        <a:pt x="6577" y="376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0" name="Forme libre : forme 1579">
                  <a:extLst>
                    <a:ext uri="{FF2B5EF4-FFF2-40B4-BE49-F238E27FC236}">
                      <a16:creationId xmlns:a16="http://schemas.microsoft.com/office/drawing/2014/main" id="{A6416A7A-863D-4D97-A55E-BBE454385AEE}"/>
                    </a:ext>
                  </a:extLst>
                </p:cNvPr>
                <p:cNvSpPr/>
                <p:nvPr/>
              </p:nvSpPr>
              <p:spPr>
                <a:xfrm>
                  <a:off x="8892454" y="4558127"/>
                  <a:ext cx="48957" cy="25640"/>
                </a:xfrm>
                <a:custGeom>
                  <a:avLst/>
                  <a:gdLst>
                    <a:gd name="connsiteX0" fmla="*/ 12 w 48957"/>
                    <a:gd name="connsiteY0" fmla="*/ 0 h 25640"/>
                    <a:gd name="connsiteX1" fmla="*/ 3112 w 48957"/>
                    <a:gd name="connsiteY1" fmla="*/ 8549 h 25640"/>
                    <a:gd name="connsiteX2" fmla="*/ 8092 w 48957"/>
                    <a:gd name="connsiteY2" fmla="*/ 14374 h 25640"/>
                    <a:gd name="connsiteX3" fmla="*/ 20492 w 48957"/>
                    <a:gd name="connsiteY3" fmla="*/ 22641 h 25640"/>
                    <a:gd name="connsiteX4" fmla="*/ 48958 w 48957"/>
                    <a:gd name="connsiteY4" fmla="*/ 23204 h 25640"/>
                    <a:gd name="connsiteX5" fmla="*/ 21995 w 48957"/>
                    <a:gd name="connsiteY5" fmla="*/ 19635 h 25640"/>
                    <a:gd name="connsiteX6" fmla="*/ 11755 w 48957"/>
                    <a:gd name="connsiteY6" fmla="*/ 10991 h 25640"/>
                    <a:gd name="connsiteX7" fmla="*/ 8092 w 48957"/>
                    <a:gd name="connsiteY7" fmla="*/ 5543 h 25640"/>
                    <a:gd name="connsiteX8" fmla="*/ 6588 w 48957"/>
                    <a:gd name="connsiteY8" fmla="*/ 845 h 25640"/>
                    <a:gd name="connsiteX9" fmla="*/ 12 w 48957"/>
                    <a:gd name="connsiteY9" fmla="*/ 0 h 25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7" h="25640">
                      <a:moveTo>
                        <a:pt x="12" y="0"/>
                      </a:moveTo>
                      <a:cubicBezTo>
                        <a:pt x="-176" y="4134"/>
                        <a:pt x="1891" y="6482"/>
                        <a:pt x="3112" y="8549"/>
                      </a:cubicBezTo>
                      <a:cubicBezTo>
                        <a:pt x="4615" y="10616"/>
                        <a:pt x="6213" y="12589"/>
                        <a:pt x="8092" y="14374"/>
                      </a:cubicBezTo>
                      <a:cubicBezTo>
                        <a:pt x="11755" y="17944"/>
                        <a:pt x="15983" y="20762"/>
                        <a:pt x="20492" y="22641"/>
                      </a:cubicBezTo>
                      <a:cubicBezTo>
                        <a:pt x="29699" y="26493"/>
                        <a:pt x="40033" y="26586"/>
                        <a:pt x="48958" y="23204"/>
                      </a:cubicBezTo>
                      <a:cubicBezTo>
                        <a:pt x="39751" y="25459"/>
                        <a:pt x="29886" y="24144"/>
                        <a:pt x="21995" y="19635"/>
                      </a:cubicBezTo>
                      <a:cubicBezTo>
                        <a:pt x="18050" y="17380"/>
                        <a:pt x="14573" y="14468"/>
                        <a:pt x="11755" y="10991"/>
                      </a:cubicBezTo>
                      <a:cubicBezTo>
                        <a:pt x="10346" y="9300"/>
                        <a:pt x="9125" y="7422"/>
                        <a:pt x="8092" y="5543"/>
                      </a:cubicBezTo>
                      <a:cubicBezTo>
                        <a:pt x="6964" y="3570"/>
                        <a:pt x="6307" y="1597"/>
                        <a:pt x="6588" y="845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1" name="Forme libre : forme 1580">
                  <a:extLst>
                    <a:ext uri="{FF2B5EF4-FFF2-40B4-BE49-F238E27FC236}">
                      <a16:creationId xmlns:a16="http://schemas.microsoft.com/office/drawing/2014/main" id="{F149B1FB-F5E5-44DB-B784-D24A76ECFCD6}"/>
                    </a:ext>
                  </a:extLst>
                </p:cNvPr>
                <p:cNvSpPr/>
                <p:nvPr/>
              </p:nvSpPr>
              <p:spPr>
                <a:xfrm>
                  <a:off x="8828811" y="4564233"/>
                  <a:ext cx="27392" cy="45187"/>
                </a:xfrm>
                <a:custGeom>
                  <a:avLst/>
                  <a:gdLst>
                    <a:gd name="connsiteX0" fmla="*/ 148 w 27392"/>
                    <a:gd name="connsiteY0" fmla="*/ 0 h 45187"/>
                    <a:gd name="connsiteX1" fmla="*/ 5409 w 27392"/>
                    <a:gd name="connsiteY1" fmla="*/ 28184 h 45187"/>
                    <a:gd name="connsiteX2" fmla="*/ 27392 w 27392"/>
                    <a:gd name="connsiteY2" fmla="*/ 45188 h 45187"/>
                    <a:gd name="connsiteX3" fmla="*/ 8227 w 27392"/>
                    <a:gd name="connsiteY3" fmla="*/ 26587 h 45187"/>
                    <a:gd name="connsiteX4" fmla="*/ 6630 w 27392"/>
                    <a:gd name="connsiteY4" fmla="*/ 658 h 45187"/>
                    <a:gd name="connsiteX5" fmla="*/ 148 w 27392"/>
                    <a:gd name="connsiteY5" fmla="*/ 0 h 4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392" h="45187">
                      <a:moveTo>
                        <a:pt x="148" y="0"/>
                      </a:moveTo>
                      <a:cubicBezTo>
                        <a:pt x="-322" y="9300"/>
                        <a:pt x="54" y="19729"/>
                        <a:pt x="5409" y="28184"/>
                      </a:cubicBezTo>
                      <a:cubicBezTo>
                        <a:pt x="10576" y="36545"/>
                        <a:pt x="18843" y="41899"/>
                        <a:pt x="27392" y="45188"/>
                      </a:cubicBezTo>
                      <a:cubicBezTo>
                        <a:pt x="19219" y="40960"/>
                        <a:pt x="11985" y="34666"/>
                        <a:pt x="8227" y="26587"/>
                      </a:cubicBezTo>
                      <a:cubicBezTo>
                        <a:pt x="4469" y="18601"/>
                        <a:pt x="5127" y="9489"/>
                        <a:pt x="6630" y="658"/>
                      </a:cubicBezTo>
                      <a:lnTo>
                        <a:pt x="148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2" name="Forme libre : forme 1581">
                  <a:extLst>
                    <a:ext uri="{FF2B5EF4-FFF2-40B4-BE49-F238E27FC236}">
                      <a16:creationId xmlns:a16="http://schemas.microsoft.com/office/drawing/2014/main" id="{06CC6B4F-FF79-41AC-A26A-D0E198BEAB25}"/>
                    </a:ext>
                  </a:extLst>
                </p:cNvPr>
                <p:cNvSpPr/>
                <p:nvPr/>
              </p:nvSpPr>
              <p:spPr>
                <a:xfrm>
                  <a:off x="8858928" y="4563576"/>
                  <a:ext cx="37766" cy="40490"/>
                </a:xfrm>
                <a:custGeom>
                  <a:avLst/>
                  <a:gdLst>
                    <a:gd name="connsiteX0" fmla="*/ 0 w 37766"/>
                    <a:gd name="connsiteY0" fmla="*/ 282 h 40490"/>
                    <a:gd name="connsiteX1" fmla="*/ 13622 w 37766"/>
                    <a:gd name="connsiteY1" fmla="*/ 26023 h 40490"/>
                    <a:gd name="connsiteX2" fmla="*/ 37766 w 37766"/>
                    <a:gd name="connsiteY2" fmla="*/ 40490 h 40490"/>
                    <a:gd name="connsiteX3" fmla="*/ 15971 w 37766"/>
                    <a:gd name="connsiteY3" fmla="*/ 23768 h 40490"/>
                    <a:gd name="connsiteX4" fmla="*/ 6576 w 37766"/>
                    <a:gd name="connsiteY4" fmla="*/ 0 h 40490"/>
                    <a:gd name="connsiteX5" fmla="*/ 0 w 37766"/>
                    <a:gd name="connsiteY5" fmla="*/ 282 h 40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766" h="40490">
                      <a:moveTo>
                        <a:pt x="0" y="282"/>
                      </a:moveTo>
                      <a:cubicBezTo>
                        <a:pt x="940" y="10710"/>
                        <a:pt x="6576" y="19541"/>
                        <a:pt x="13622" y="26023"/>
                      </a:cubicBezTo>
                      <a:cubicBezTo>
                        <a:pt x="20762" y="32505"/>
                        <a:pt x="29123" y="37014"/>
                        <a:pt x="37766" y="40490"/>
                      </a:cubicBezTo>
                      <a:cubicBezTo>
                        <a:pt x="29593" y="35981"/>
                        <a:pt x="21889" y="30626"/>
                        <a:pt x="15971" y="23768"/>
                      </a:cubicBezTo>
                      <a:cubicBezTo>
                        <a:pt x="10146" y="17004"/>
                        <a:pt x="6295" y="8361"/>
                        <a:pt x="6576" y="0"/>
                      </a:cubicBez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3" name="Forme libre : forme 1582">
                  <a:extLst>
                    <a:ext uri="{FF2B5EF4-FFF2-40B4-BE49-F238E27FC236}">
                      <a16:creationId xmlns:a16="http://schemas.microsoft.com/office/drawing/2014/main" id="{11C891C5-5C14-4BA5-B523-6B1C9D19B645}"/>
                    </a:ext>
                  </a:extLst>
                </p:cNvPr>
                <p:cNvSpPr/>
                <p:nvPr/>
              </p:nvSpPr>
              <p:spPr>
                <a:xfrm>
                  <a:off x="8884669" y="4560851"/>
                  <a:ext cx="44999" cy="21339"/>
                </a:xfrm>
                <a:custGeom>
                  <a:avLst/>
                  <a:gdLst>
                    <a:gd name="connsiteX0" fmla="*/ 0 w 44999"/>
                    <a:gd name="connsiteY0" fmla="*/ 0 h 21339"/>
                    <a:gd name="connsiteX1" fmla="*/ 6200 w 44999"/>
                    <a:gd name="connsiteY1" fmla="*/ 13716 h 21339"/>
                    <a:gd name="connsiteX2" fmla="*/ 18695 w 44999"/>
                    <a:gd name="connsiteY2" fmla="*/ 20668 h 21339"/>
                    <a:gd name="connsiteX3" fmla="*/ 45000 w 44999"/>
                    <a:gd name="connsiteY3" fmla="*/ 16159 h 21339"/>
                    <a:gd name="connsiteX4" fmla="*/ 19540 w 44999"/>
                    <a:gd name="connsiteY4" fmla="*/ 17474 h 21339"/>
                    <a:gd name="connsiteX5" fmla="*/ 6482 w 44999"/>
                    <a:gd name="connsiteY5" fmla="*/ 94 h 21339"/>
                    <a:gd name="connsiteX6" fmla="*/ 0 w 44999"/>
                    <a:gd name="connsiteY6" fmla="*/ 0 h 21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999" h="21339">
                      <a:moveTo>
                        <a:pt x="0" y="0"/>
                      </a:moveTo>
                      <a:cubicBezTo>
                        <a:pt x="188" y="5449"/>
                        <a:pt x="2818" y="10240"/>
                        <a:pt x="6200" y="13716"/>
                      </a:cubicBezTo>
                      <a:cubicBezTo>
                        <a:pt x="9676" y="17192"/>
                        <a:pt x="14092" y="19635"/>
                        <a:pt x="18695" y="20668"/>
                      </a:cubicBezTo>
                      <a:cubicBezTo>
                        <a:pt x="27995" y="22641"/>
                        <a:pt x="37108" y="20010"/>
                        <a:pt x="45000" y="16159"/>
                      </a:cubicBezTo>
                      <a:cubicBezTo>
                        <a:pt x="36732" y="18977"/>
                        <a:pt x="27526" y="20292"/>
                        <a:pt x="19540" y="17474"/>
                      </a:cubicBezTo>
                      <a:cubicBezTo>
                        <a:pt x="11837" y="14843"/>
                        <a:pt x="5731" y="7234"/>
                        <a:pt x="6482" y="9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4" name="Forme libre : forme 1583">
                  <a:extLst>
                    <a:ext uri="{FF2B5EF4-FFF2-40B4-BE49-F238E27FC236}">
                      <a16:creationId xmlns:a16="http://schemas.microsoft.com/office/drawing/2014/main" id="{D2686A28-4281-4AF9-A49F-360A50DCD9B1}"/>
                    </a:ext>
                  </a:extLst>
                </p:cNvPr>
                <p:cNvSpPr/>
                <p:nvPr/>
              </p:nvSpPr>
              <p:spPr>
                <a:xfrm>
                  <a:off x="8785957" y="4564233"/>
                  <a:ext cx="13503" cy="44248"/>
                </a:xfrm>
                <a:custGeom>
                  <a:avLst/>
                  <a:gdLst>
                    <a:gd name="connsiteX0" fmla="*/ 2511 w 13503"/>
                    <a:gd name="connsiteY0" fmla="*/ 0 h 44248"/>
                    <a:gd name="connsiteX1" fmla="*/ 1103 w 13503"/>
                    <a:gd name="connsiteY1" fmla="*/ 24426 h 44248"/>
                    <a:gd name="connsiteX2" fmla="*/ 13503 w 13503"/>
                    <a:gd name="connsiteY2" fmla="*/ 44248 h 44248"/>
                    <a:gd name="connsiteX3" fmla="*/ 4390 w 13503"/>
                    <a:gd name="connsiteY3" fmla="*/ 23862 h 44248"/>
                    <a:gd name="connsiteX4" fmla="*/ 8430 w 13503"/>
                    <a:gd name="connsiteY4" fmla="*/ 2819 h 44248"/>
                    <a:gd name="connsiteX5" fmla="*/ 2511 w 13503"/>
                    <a:gd name="connsiteY5" fmla="*/ 0 h 44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503" h="44248">
                      <a:moveTo>
                        <a:pt x="2511" y="0"/>
                      </a:moveTo>
                      <a:cubicBezTo>
                        <a:pt x="-494" y="8079"/>
                        <a:pt x="-588" y="16440"/>
                        <a:pt x="1103" y="24426"/>
                      </a:cubicBezTo>
                      <a:cubicBezTo>
                        <a:pt x="2982" y="32317"/>
                        <a:pt x="7491" y="39363"/>
                        <a:pt x="13503" y="44248"/>
                      </a:cubicBezTo>
                      <a:cubicBezTo>
                        <a:pt x="8242" y="38518"/>
                        <a:pt x="5142" y="31190"/>
                        <a:pt x="4390" y="23862"/>
                      </a:cubicBezTo>
                      <a:cubicBezTo>
                        <a:pt x="3733" y="16534"/>
                        <a:pt x="5142" y="8831"/>
                        <a:pt x="8430" y="2819"/>
                      </a:cubicBezTo>
                      <a:lnTo>
                        <a:pt x="251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5" name="Forme libre : forme 1584">
                  <a:extLst>
                    <a:ext uri="{FF2B5EF4-FFF2-40B4-BE49-F238E27FC236}">
                      <a16:creationId xmlns:a16="http://schemas.microsoft.com/office/drawing/2014/main" id="{CCF5659F-09BD-4AA5-97A1-C87540B28C00}"/>
                    </a:ext>
                  </a:extLst>
                </p:cNvPr>
                <p:cNvSpPr/>
                <p:nvPr/>
              </p:nvSpPr>
              <p:spPr>
                <a:xfrm>
                  <a:off x="8762460" y="4562448"/>
                  <a:ext cx="15017" cy="36732"/>
                </a:xfrm>
                <a:custGeom>
                  <a:avLst/>
                  <a:gdLst>
                    <a:gd name="connsiteX0" fmla="*/ 5811 w 15017"/>
                    <a:gd name="connsiteY0" fmla="*/ 0 h 36732"/>
                    <a:gd name="connsiteX1" fmla="*/ 2147 w 15017"/>
                    <a:gd name="connsiteY1" fmla="*/ 3288 h 36732"/>
                    <a:gd name="connsiteX2" fmla="*/ 1113 w 15017"/>
                    <a:gd name="connsiteY2" fmla="*/ 6013 h 36732"/>
                    <a:gd name="connsiteX3" fmla="*/ 80 w 15017"/>
                    <a:gd name="connsiteY3" fmla="*/ 11461 h 36732"/>
                    <a:gd name="connsiteX4" fmla="*/ 1395 w 15017"/>
                    <a:gd name="connsiteY4" fmla="*/ 22077 h 36732"/>
                    <a:gd name="connsiteX5" fmla="*/ 15017 w 15017"/>
                    <a:gd name="connsiteY5" fmla="*/ 36733 h 36732"/>
                    <a:gd name="connsiteX6" fmla="*/ 4589 w 15017"/>
                    <a:gd name="connsiteY6" fmla="*/ 21232 h 36732"/>
                    <a:gd name="connsiteX7" fmla="*/ 4965 w 15017"/>
                    <a:gd name="connsiteY7" fmla="*/ 12213 h 36732"/>
                    <a:gd name="connsiteX8" fmla="*/ 6468 w 15017"/>
                    <a:gd name="connsiteY8" fmla="*/ 8079 h 36732"/>
                    <a:gd name="connsiteX9" fmla="*/ 7313 w 15017"/>
                    <a:gd name="connsiteY9" fmla="*/ 6388 h 36732"/>
                    <a:gd name="connsiteX10" fmla="*/ 5811 w 15017"/>
                    <a:gd name="connsiteY10" fmla="*/ 0 h 36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17" h="36732">
                      <a:moveTo>
                        <a:pt x="5811" y="0"/>
                      </a:moveTo>
                      <a:cubicBezTo>
                        <a:pt x="3556" y="658"/>
                        <a:pt x="2616" y="2349"/>
                        <a:pt x="2147" y="3288"/>
                      </a:cubicBezTo>
                      <a:cubicBezTo>
                        <a:pt x="1677" y="4415"/>
                        <a:pt x="1395" y="5073"/>
                        <a:pt x="1113" y="6013"/>
                      </a:cubicBezTo>
                      <a:cubicBezTo>
                        <a:pt x="550" y="7798"/>
                        <a:pt x="268" y="9583"/>
                        <a:pt x="80" y="11461"/>
                      </a:cubicBezTo>
                      <a:cubicBezTo>
                        <a:pt x="-202" y="15125"/>
                        <a:pt x="268" y="18789"/>
                        <a:pt x="1395" y="22077"/>
                      </a:cubicBezTo>
                      <a:cubicBezTo>
                        <a:pt x="3743" y="28841"/>
                        <a:pt x="8911" y="34102"/>
                        <a:pt x="15017" y="36733"/>
                      </a:cubicBezTo>
                      <a:cubicBezTo>
                        <a:pt x="9381" y="33163"/>
                        <a:pt x="5528" y="27338"/>
                        <a:pt x="4589" y="21232"/>
                      </a:cubicBezTo>
                      <a:cubicBezTo>
                        <a:pt x="4120" y="18225"/>
                        <a:pt x="4214" y="15125"/>
                        <a:pt x="4965" y="12213"/>
                      </a:cubicBezTo>
                      <a:cubicBezTo>
                        <a:pt x="5341" y="10804"/>
                        <a:pt x="5811" y="9395"/>
                        <a:pt x="6468" y="8079"/>
                      </a:cubicBezTo>
                      <a:cubicBezTo>
                        <a:pt x="6938" y="6670"/>
                        <a:pt x="8441" y="5449"/>
                        <a:pt x="7313" y="6388"/>
                      </a:cubicBezTo>
                      <a:lnTo>
                        <a:pt x="581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6" name="Forme libre : forme 1585">
                  <a:extLst>
                    <a:ext uri="{FF2B5EF4-FFF2-40B4-BE49-F238E27FC236}">
                      <a16:creationId xmlns:a16="http://schemas.microsoft.com/office/drawing/2014/main" id="{B75A5DCB-9C2A-48EB-81B6-9871AA0DEC05}"/>
                    </a:ext>
                  </a:extLst>
                </p:cNvPr>
                <p:cNvSpPr/>
                <p:nvPr/>
              </p:nvSpPr>
              <p:spPr>
                <a:xfrm>
                  <a:off x="8775880" y="4565549"/>
                  <a:ext cx="32692" cy="33444"/>
                </a:xfrm>
                <a:custGeom>
                  <a:avLst/>
                  <a:gdLst>
                    <a:gd name="connsiteX0" fmla="*/ 0 w 32692"/>
                    <a:gd name="connsiteY0" fmla="*/ 376 h 33444"/>
                    <a:gd name="connsiteX1" fmla="*/ 10897 w 32692"/>
                    <a:gd name="connsiteY1" fmla="*/ 23110 h 33444"/>
                    <a:gd name="connsiteX2" fmla="*/ 32693 w 32692"/>
                    <a:gd name="connsiteY2" fmla="*/ 33444 h 33444"/>
                    <a:gd name="connsiteX3" fmla="*/ 13340 w 32692"/>
                    <a:gd name="connsiteY3" fmla="*/ 20856 h 33444"/>
                    <a:gd name="connsiteX4" fmla="*/ 6482 w 32692"/>
                    <a:gd name="connsiteY4" fmla="*/ 0 h 33444"/>
                    <a:gd name="connsiteX5" fmla="*/ 0 w 32692"/>
                    <a:gd name="connsiteY5" fmla="*/ 376 h 33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692" h="33444">
                      <a:moveTo>
                        <a:pt x="0" y="376"/>
                      </a:moveTo>
                      <a:cubicBezTo>
                        <a:pt x="939" y="9113"/>
                        <a:pt x="4979" y="17192"/>
                        <a:pt x="10897" y="23110"/>
                      </a:cubicBezTo>
                      <a:cubicBezTo>
                        <a:pt x="16910" y="29029"/>
                        <a:pt x="24708" y="32693"/>
                        <a:pt x="32693" y="33444"/>
                      </a:cubicBezTo>
                      <a:cubicBezTo>
                        <a:pt x="24895" y="31565"/>
                        <a:pt x="17943" y="26962"/>
                        <a:pt x="13340" y="20856"/>
                      </a:cubicBezTo>
                      <a:cubicBezTo>
                        <a:pt x="8737" y="14749"/>
                        <a:pt x="6294" y="7234"/>
                        <a:pt x="6482" y="0"/>
                      </a:cubicBezTo>
                      <a:lnTo>
                        <a:pt x="0" y="37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7" name="Forme libre : forme 1586">
                  <a:extLst>
                    <a:ext uri="{FF2B5EF4-FFF2-40B4-BE49-F238E27FC236}">
                      <a16:creationId xmlns:a16="http://schemas.microsoft.com/office/drawing/2014/main" id="{F6ACC352-01C5-4109-9087-D19FBB3401DF}"/>
                    </a:ext>
                  </a:extLst>
                </p:cNvPr>
                <p:cNvSpPr/>
                <p:nvPr/>
              </p:nvSpPr>
              <p:spPr>
                <a:xfrm>
                  <a:off x="8843333" y="4563294"/>
                  <a:ext cx="27713" cy="30528"/>
                </a:xfrm>
                <a:custGeom>
                  <a:avLst/>
                  <a:gdLst>
                    <a:gd name="connsiteX0" fmla="*/ 0 w 27713"/>
                    <a:gd name="connsiteY0" fmla="*/ 0 h 30528"/>
                    <a:gd name="connsiteX1" fmla="*/ 3194 w 27713"/>
                    <a:gd name="connsiteY1" fmla="*/ 11368 h 30528"/>
                    <a:gd name="connsiteX2" fmla="*/ 8831 w 27713"/>
                    <a:gd name="connsiteY2" fmla="*/ 20950 h 30528"/>
                    <a:gd name="connsiteX3" fmla="*/ 27714 w 27713"/>
                    <a:gd name="connsiteY3" fmla="*/ 30250 h 30528"/>
                    <a:gd name="connsiteX4" fmla="*/ 11649 w 27713"/>
                    <a:gd name="connsiteY4" fmla="*/ 19165 h 30528"/>
                    <a:gd name="connsiteX5" fmla="*/ 6670 w 27713"/>
                    <a:gd name="connsiteY5" fmla="*/ 188 h 30528"/>
                    <a:gd name="connsiteX6" fmla="*/ 0 w 27713"/>
                    <a:gd name="connsiteY6" fmla="*/ 0 h 30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713" h="30528">
                      <a:moveTo>
                        <a:pt x="0" y="0"/>
                      </a:moveTo>
                      <a:cubicBezTo>
                        <a:pt x="188" y="4228"/>
                        <a:pt x="1597" y="7985"/>
                        <a:pt x="3194" y="11368"/>
                      </a:cubicBezTo>
                      <a:cubicBezTo>
                        <a:pt x="4885" y="14749"/>
                        <a:pt x="6576" y="17850"/>
                        <a:pt x="8831" y="20950"/>
                      </a:cubicBezTo>
                      <a:cubicBezTo>
                        <a:pt x="13059" y="26962"/>
                        <a:pt x="20480" y="31754"/>
                        <a:pt x="27714" y="30250"/>
                      </a:cubicBezTo>
                      <a:cubicBezTo>
                        <a:pt x="20292" y="30532"/>
                        <a:pt x="14561" y="25083"/>
                        <a:pt x="11649" y="19165"/>
                      </a:cubicBezTo>
                      <a:cubicBezTo>
                        <a:pt x="8737" y="13153"/>
                        <a:pt x="6013" y="6013"/>
                        <a:pt x="6670" y="188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8" name="Forme libre : forme 1587">
                  <a:extLst>
                    <a:ext uri="{FF2B5EF4-FFF2-40B4-BE49-F238E27FC236}">
                      <a16:creationId xmlns:a16="http://schemas.microsoft.com/office/drawing/2014/main" id="{05F16FA5-5AF4-4A5E-94DB-20CCFE309793}"/>
                    </a:ext>
                  </a:extLst>
                </p:cNvPr>
                <p:cNvSpPr/>
                <p:nvPr/>
              </p:nvSpPr>
              <p:spPr>
                <a:xfrm>
                  <a:off x="8866913" y="4560194"/>
                  <a:ext cx="43778" cy="26694"/>
                </a:xfrm>
                <a:custGeom>
                  <a:avLst/>
                  <a:gdLst>
                    <a:gd name="connsiteX0" fmla="*/ 0 w 43778"/>
                    <a:gd name="connsiteY0" fmla="*/ 3570 h 26694"/>
                    <a:gd name="connsiteX1" fmla="*/ 19541 w 43778"/>
                    <a:gd name="connsiteY1" fmla="*/ 20856 h 26694"/>
                    <a:gd name="connsiteX2" fmla="*/ 31377 w 43778"/>
                    <a:gd name="connsiteY2" fmla="*/ 25835 h 26694"/>
                    <a:gd name="connsiteX3" fmla="*/ 43778 w 43778"/>
                    <a:gd name="connsiteY3" fmla="*/ 24708 h 26694"/>
                    <a:gd name="connsiteX4" fmla="*/ 31941 w 43778"/>
                    <a:gd name="connsiteY4" fmla="*/ 24238 h 26694"/>
                    <a:gd name="connsiteX5" fmla="*/ 21325 w 43778"/>
                    <a:gd name="connsiteY5" fmla="*/ 18037 h 26694"/>
                    <a:gd name="connsiteX6" fmla="*/ 5636 w 43778"/>
                    <a:gd name="connsiteY6" fmla="*/ 0 h 26694"/>
                    <a:gd name="connsiteX7" fmla="*/ 0 w 43778"/>
                    <a:gd name="connsiteY7" fmla="*/ 3570 h 26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778" h="26694">
                      <a:moveTo>
                        <a:pt x="0" y="3570"/>
                      </a:moveTo>
                      <a:cubicBezTo>
                        <a:pt x="5261" y="10804"/>
                        <a:pt x="11931" y="16722"/>
                        <a:pt x="19541" y="20856"/>
                      </a:cubicBezTo>
                      <a:cubicBezTo>
                        <a:pt x="23298" y="22923"/>
                        <a:pt x="27244" y="24614"/>
                        <a:pt x="31377" y="25835"/>
                      </a:cubicBezTo>
                      <a:cubicBezTo>
                        <a:pt x="35417" y="26962"/>
                        <a:pt x="40302" y="27338"/>
                        <a:pt x="43778" y="24708"/>
                      </a:cubicBezTo>
                      <a:cubicBezTo>
                        <a:pt x="40021" y="26868"/>
                        <a:pt x="35605" y="25835"/>
                        <a:pt x="31941" y="24238"/>
                      </a:cubicBezTo>
                      <a:cubicBezTo>
                        <a:pt x="28184" y="22641"/>
                        <a:pt x="24614" y="20480"/>
                        <a:pt x="21325" y="18037"/>
                      </a:cubicBezTo>
                      <a:cubicBezTo>
                        <a:pt x="14749" y="13152"/>
                        <a:pt x="9395" y="6952"/>
                        <a:pt x="5636" y="0"/>
                      </a:cubicBezTo>
                      <a:lnTo>
                        <a:pt x="0" y="357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9" name="Forme libre : forme 1588">
                  <a:extLst>
                    <a:ext uri="{FF2B5EF4-FFF2-40B4-BE49-F238E27FC236}">
                      <a16:creationId xmlns:a16="http://schemas.microsoft.com/office/drawing/2014/main" id="{2AE44D04-6DCE-403F-86E6-1FFD1462FED2}"/>
                    </a:ext>
                  </a:extLst>
                </p:cNvPr>
                <p:cNvSpPr/>
                <p:nvPr/>
              </p:nvSpPr>
              <p:spPr>
                <a:xfrm>
                  <a:off x="8811862" y="4565549"/>
                  <a:ext cx="52421" cy="30532"/>
                </a:xfrm>
                <a:custGeom>
                  <a:avLst/>
                  <a:gdLst>
                    <a:gd name="connsiteX0" fmla="*/ 0 w 52421"/>
                    <a:gd name="connsiteY0" fmla="*/ 1127 h 30532"/>
                    <a:gd name="connsiteX1" fmla="*/ 21419 w 52421"/>
                    <a:gd name="connsiteY1" fmla="*/ 25459 h 30532"/>
                    <a:gd name="connsiteX2" fmla="*/ 52421 w 52421"/>
                    <a:gd name="connsiteY2" fmla="*/ 30532 h 30532"/>
                    <a:gd name="connsiteX3" fmla="*/ 22923 w 52421"/>
                    <a:gd name="connsiteY3" fmla="*/ 22453 h 30532"/>
                    <a:gd name="connsiteX4" fmla="*/ 6576 w 52421"/>
                    <a:gd name="connsiteY4" fmla="*/ 0 h 30532"/>
                    <a:gd name="connsiteX5" fmla="*/ 0 w 52421"/>
                    <a:gd name="connsiteY5" fmla="*/ 1127 h 30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421" h="30532">
                      <a:moveTo>
                        <a:pt x="0" y="1127"/>
                      </a:moveTo>
                      <a:cubicBezTo>
                        <a:pt x="2536" y="12870"/>
                        <a:pt x="11649" y="21138"/>
                        <a:pt x="21419" y="25459"/>
                      </a:cubicBezTo>
                      <a:cubicBezTo>
                        <a:pt x="31377" y="29780"/>
                        <a:pt x="42087" y="30532"/>
                        <a:pt x="52421" y="30532"/>
                      </a:cubicBezTo>
                      <a:cubicBezTo>
                        <a:pt x="42087" y="29405"/>
                        <a:pt x="31659" y="27432"/>
                        <a:pt x="22923" y="22453"/>
                      </a:cubicBezTo>
                      <a:cubicBezTo>
                        <a:pt x="14279" y="17568"/>
                        <a:pt x="7421" y="9113"/>
                        <a:pt x="6576" y="0"/>
                      </a:cubicBezTo>
                      <a:lnTo>
                        <a:pt x="0" y="112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0" name="Forme libre : forme 1589">
                  <a:extLst>
                    <a:ext uri="{FF2B5EF4-FFF2-40B4-BE49-F238E27FC236}">
                      <a16:creationId xmlns:a16="http://schemas.microsoft.com/office/drawing/2014/main" id="{E65D2A05-4955-4203-B0E9-E76B39465A44}"/>
                    </a:ext>
                  </a:extLst>
                </p:cNvPr>
                <p:cNvSpPr/>
                <p:nvPr/>
              </p:nvSpPr>
              <p:spPr>
                <a:xfrm>
                  <a:off x="8820015" y="4566488"/>
                  <a:ext cx="18338" cy="45939"/>
                </a:xfrm>
                <a:custGeom>
                  <a:avLst/>
                  <a:gdLst>
                    <a:gd name="connsiteX0" fmla="*/ 1053 w 18338"/>
                    <a:gd name="connsiteY0" fmla="*/ 0 h 45939"/>
                    <a:gd name="connsiteX1" fmla="*/ 113 w 18338"/>
                    <a:gd name="connsiteY1" fmla="*/ 12495 h 45939"/>
                    <a:gd name="connsiteX2" fmla="*/ 1711 w 18338"/>
                    <a:gd name="connsiteY2" fmla="*/ 26117 h 45939"/>
                    <a:gd name="connsiteX3" fmla="*/ 18339 w 18338"/>
                    <a:gd name="connsiteY3" fmla="*/ 45939 h 45939"/>
                    <a:gd name="connsiteX4" fmla="*/ 4905 w 18338"/>
                    <a:gd name="connsiteY4" fmla="*/ 25271 h 45939"/>
                    <a:gd name="connsiteX5" fmla="*/ 4999 w 18338"/>
                    <a:gd name="connsiteY5" fmla="*/ 13153 h 45939"/>
                    <a:gd name="connsiteX6" fmla="*/ 7629 w 18338"/>
                    <a:gd name="connsiteY6" fmla="*/ 94 h 45939"/>
                    <a:gd name="connsiteX7" fmla="*/ 1053 w 18338"/>
                    <a:gd name="connsiteY7" fmla="*/ 0 h 45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38" h="45939">
                      <a:moveTo>
                        <a:pt x="1053" y="0"/>
                      </a:moveTo>
                      <a:cubicBezTo>
                        <a:pt x="1335" y="3758"/>
                        <a:pt x="490" y="7985"/>
                        <a:pt x="113" y="12495"/>
                      </a:cubicBezTo>
                      <a:cubicBezTo>
                        <a:pt x="-262" y="17098"/>
                        <a:pt x="301" y="21795"/>
                        <a:pt x="1711" y="26117"/>
                      </a:cubicBezTo>
                      <a:cubicBezTo>
                        <a:pt x="4529" y="34760"/>
                        <a:pt x="10636" y="41994"/>
                        <a:pt x="18339" y="45939"/>
                      </a:cubicBezTo>
                      <a:cubicBezTo>
                        <a:pt x="11199" y="41054"/>
                        <a:pt x="6408" y="33351"/>
                        <a:pt x="4905" y="25271"/>
                      </a:cubicBezTo>
                      <a:cubicBezTo>
                        <a:pt x="4060" y="21232"/>
                        <a:pt x="4154" y="17192"/>
                        <a:pt x="4999" y="13153"/>
                      </a:cubicBezTo>
                      <a:cubicBezTo>
                        <a:pt x="5844" y="9113"/>
                        <a:pt x="7253" y="4979"/>
                        <a:pt x="7629" y="94"/>
                      </a:cubicBezTo>
                      <a:lnTo>
                        <a:pt x="1053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1" name="Forme libre : forme 1590">
                  <a:extLst>
                    <a:ext uri="{FF2B5EF4-FFF2-40B4-BE49-F238E27FC236}">
                      <a16:creationId xmlns:a16="http://schemas.microsoft.com/office/drawing/2014/main" id="{2265311F-7149-4093-BF35-D6DD8DEB45D1}"/>
                    </a:ext>
                  </a:extLst>
                </p:cNvPr>
                <p:cNvSpPr/>
                <p:nvPr/>
              </p:nvSpPr>
              <p:spPr>
                <a:xfrm>
                  <a:off x="8743720" y="4564233"/>
                  <a:ext cx="16189" cy="31283"/>
                </a:xfrm>
                <a:custGeom>
                  <a:avLst/>
                  <a:gdLst>
                    <a:gd name="connsiteX0" fmla="*/ 595 w 16189"/>
                    <a:gd name="connsiteY0" fmla="*/ 658 h 31283"/>
                    <a:gd name="connsiteX1" fmla="*/ 595 w 16189"/>
                    <a:gd name="connsiteY1" fmla="*/ 4697 h 31283"/>
                    <a:gd name="connsiteX2" fmla="*/ 32 w 16189"/>
                    <a:gd name="connsiteY2" fmla="*/ 9113 h 31283"/>
                    <a:gd name="connsiteX3" fmla="*/ 1817 w 16189"/>
                    <a:gd name="connsiteY3" fmla="*/ 19165 h 31283"/>
                    <a:gd name="connsiteX4" fmla="*/ 16190 w 16189"/>
                    <a:gd name="connsiteY4" fmla="*/ 31284 h 31283"/>
                    <a:gd name="connsiteX5" fmla="*/ 5386 w 16189"/>
                    <a:gd name="connsiteY5" fmla="*/ 18038 h 31283"/>
                    <a:gd name="connsiteX6" fmla="*/ 5574 w 16189"/>
                    <a:gd name="connsiteY6" fmla="*/ 9864 h 31283"/>
                    <a:gd name="connsiteX7" fmla="*/ 6889 w 16189"/>
                    <a:gd name="connsiteY7" fmla="*/ 5167 h 31283"/>
                    <a:gd name="connsiteX8" fmla="*/ 7171 w 16189"/>
                    <a:gd name="connsiteY8" fmla="*/ 0 h 31283"/>
                    <a:gd name="connsiteX9" fmla="*/ 595 w 16189"/>
                    <a:gd name="connsiteY9" fmla="*/ 658 h 31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189" h="31283">
                      <a:moveTo>
                        <a:pt x="595" y="658"/>
                      </a:moveTo>
                      <a:cubicBezTo>
                        <a:pt x="689" y="1503"/>
                        <a:pt x="595" y="3476"/>
                        <a:pt x="595" y="4697"/>
                      </a:cubicBezTo>
                      <a:cubicBezTo>
                        <a:pt x="783" y="4979"/>
                        <a:pt x="32" y="7516"/>
                        <a:pt x="32" y="9113"/>
                      </a:cubicBezTo>
                      <a:cubicBezTo>
                        <a:pt x="-156" y="12589"/>
                        <a:pt x="501" y="16065"/>
                        <a:pt x="1817" y="19165"/>
                      </a:cubicBezTo>
                      <a:cubicBezTo>
                        <a:pt x="4447" y="25459"/>
                        <a:pt x="10083" y="29875"/>
                        <a:pt x="16190" y="31284"/>
                      </a:cubicBezTo>
                      <a:cubicBezTo>
                        <a:pt x="10553" y="28747"/>
                        <a:pt x="6420" y="23580"/>
                        <a:pt x="5386" y="18038"/>
                      </a:cubicBezTo>
                      <a:cubicBezTo>
                        <a:pt x="4822" y="15313"/>
                        <a:pt x="4916" y="12401"/>
                        <a:pt x="5574" y="9864"/>
                      </a:cubicBezTo>
                      <a:cubicBezTo>
                        <a:pt x="5762" y="8361"/>
                        <a:pt x="6607" y="7985"/>
                        <a:pt x="6889" y="5167"/>
                      </a:cubicBezTo>
                      <a:cubicBezTo>
                        <a:pt x="7078" y="3382"/>
                        <a:pt x="7171" y="2255"/>
                        <a:pt x="7171" y="0"/>
                      </a:cubicBezTo>
                      <a:lnTo>
                        <a:pt x="595" y="65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2" name="Forme libre : forme 1591">
                  <a:extLst>
                    <a:ext uri="{FF2B5EF4-FFF2-40B4-BE49-F238E27FC236}">
                      <a16:creationId xmlns:a16="http://schemas.microsoft.com/office/drawing/2014/main" id="{C88348F4-270F-4ABD-A0ED-789E6D74DCDC}"/>
                    </a:ext>
                  </a:extLst>
                </p:cNvPr>
                <p:cNvSpPr/>
                <p:nvPr/>
              </p:nvSpPr>
              <p:spPr>
                <a:xfrm>
                  <a:off x="8746722" y="4566582"/>
                  <a:ext cx="13187" cy="39550"/>
                </a:xfrm>
                <a:custGeom>
                  <a:avLst/>
                  <a:gdLst>
                    <a:gd name="connsiteX0" fmla="*/ 7551 w 13187"/>
                    <a:gd name="connsiteY0" fmla="*/ 0 h 39550"/>
                    <a:gd name="connsiteX1" fmla="*/ 129 w 13187"/>
                    <a:gd name="connsiteY1" fmla="*/ 20104 h 39550"/>
                    <a:gd name="connsiteX2" fmla="*/ 2102 w 13187"/>
                    <a:gd name="connsiteY2" fmla="*/ 30814 h 39550"/>
                    <a:gd name="connsiteX3" fmla="*/ 7927 w 13187"/>
                    <a:gd name="connsiteY3" fmla="*/ 39551 h 39550"/>
                    <a:gd name="connsiteX4" fmla="*/ 3324 w 13187"/>
                    <a:gd name="connsiteY4" fmla="*/ 20668 h 39550"/>
                    <a:gd name="connsiteX5" fmla="*/ 13188 w 13187"/>
                    <a:gd name="connsiteY5" fmla="*/ 3288 h 39550"/>
                    <a:gd name="connsiteX6" fmla="*/ 7551 w 13187"/>
                    <a:gd name="connsiteY6" fmla="*/ 0 h 3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87" h="39550">
                      <a:moveTo>
                        <a:pt x="7551" y="0"/>
                      </a:moveTo>
                      <a:cubicBezTo>
                        <a:pt x="4826" y="6294"/>
                        <a:pt x="1069" y="12495"/>
                        <a:pt x="129" y="20104"/>
                      </a:cubicBezTo>
                      <a:cubicBezTo>
                        <a:pt x="-340" y="23862"/>
                        <a:pt x="505" y="27714"/>
                        <a:pt x="2102" y="30814"/>
                      </a:cubicBezTo>
                      <a:cubicBezTo>
                        <a:pt x="3699" y="34008"/>
                        <a:pt x="5766" y="36827"/>
                        <a:pt x="7927" y="39551"/>
                      </a:cubicBezTo>
                      <a:cubicBezTo>
                        <a:pt x="4545" y="33633"/>
                        <a:pt x="1445" y="26868"/>
                        <a:pt x="3324" y="20668"/>
                      </a:cubicBezTo>
                      <a:cubicBezTo>
                        <a:pt x="5014" y="14468"/>
                        <a:pt x="9430" y="9113"/>
                        <a:pt x="13188" y="3288"/>
                      </a:cubicBezTo>
                      <a:lnTo>
                        <a:pt x="7551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3" name="Forme libre : forme 1592">
                  <a:extLst>
                    <a:ext uri="{FF2B5EF4-FFF2-40B4-BE49-F238E27FC236}">
                      <a16:creationId xmlns:a16="http://schemas.microsoft.com/office/drawing/2014/main" id="{2D9503E0-AB19-4B50-BF73-A59101B42815}"/>
                    </a:ext>
                  </a:extLst>
                </p:cNvPr>
                <p:cNvSpPr/>
                <p:nvPr/>
              </p:nvSpPr>
              <p:spPr>
                <a:xfrm>
                  <a:off x="8724660" y="4559536"/>
                  <a:ext cx="18902" cy="42181"/>
                </a:xfrm>
                <a:custGeom>
                  <a:avLst/>
                  <a:gdLst>
                    <a:gd name="connsiteX0" fmla="*/ 1805 w 18902"/>
                    <a:gd name="connsiteY0" fmla="*/ 0 h 42181"/>
                    <a:gd name="connsiteX1" fmla="*/ 20 w 18902"/>
                    <a:gd name="connsiteY1" fmla="*/ 12683 h 42181"/>
                    <a:gd name="connsiteX2" fmla="*/ 2462 w 18902"/>
                    <a:gd name="connsiteY2" fmla="*/ 24895 h 42181"/>
                    <a:gd name="connsiteX3" fmla="*/ 9790 w 18902"/>
                    <a:gd name="connsiteY3" fmla="*/ 34666 h 42181"/>
                    <a:gd name="connsiteX4" fmla="*/ 18903 w 18902"/>
                    <a:gd name="connsiteY4" fmla="*/ 42181 h 42181"/>
                    <a:gd name="connsiteX5" fmla="*/ 11199 w 18902"/>
                    <a:gd name="connsiteY5" fmla="*/ 33539 h 42181"/>
                    <a:gd name="connsiteX6" fmla="*/ 5844 w 18902"/>
                    <a:gd name="connsiteY6" fmla="*/ 23768 h 42181"/>
                    <a:gd name="connsiteX7" fmla="*/ 5093 w 18902"/>
                    <a:gd name="connsiteY7" fmla="*/ 12964 h 42181"/>
                    <a:gd name="connsiteX8" fmla="*/ 7723 w 18902"/>
                    <a:gd name="connsiteY8" fmla="*/ 2912 h 42181"/>
                    <a:gd name="connsiteX9" fmla="*/ 1805 w 18902"/>
                    <a:gd name="connsiteY9" fmla="*/ 0 h 42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902" h="42181">
                      <a:moveTo>
                        <a:pt x="1805" y="0"/>
                      </a:moveTo>
                      <a:cubicBezTo>
                        <a:pt x="114" y="4415"/>
                        <a:pt x="-74" y="8549"/>
                        <a:pt x="20" y="12683"/>
                      </a:cubicBezTo>
                      <a:cubicBezTo>
                        <a:pt x="208" y="16816"/>
                        <a:pt x="865" y="20950"/>
                        <a:pt x="2462" y="24895"/>
                      </a:cubicBezTo>
                      <a:cubicBezTo>
                        <a:pt x="4247" y="28841"/>
                        <a:pt x="6972" y="31848"/>
                        <a:pt x="9790" y="34666"/>
                      </a:cubicBezTo>
                      <a:cubicBezTo>
                        <a:pt x="12609" y="37484"/>
                        <a:pt x="15708" y="39833"/>
                        <a:pt x="18903" y="42181"/>
                      </a:cubicBezTo>
                      <a:cubicBezTo>
                        <a:pt x="16179" y="39457"/>
                        <a:pt x="13454" y="36545"/>
                        <a:pt x="11199" y="33539"/>
                      </a:cubicBezTo>
                      <a:cubicBezTo>
                        <a:pt x="8945" y="30532"/>
                        <a:pt x="6878" y="27056"/>
                        <a:pt x="5844" y="23768"/>
                      </a:cubicBezTo>
                      <a:cubicBezTo>
                        <a:pt x="4905" y="20386"/>
                        <a:pt x="4717" y="16534"/>
                        <a:pt x="5093" y="12964"/>
                      </a:cubicBezTo>
                      <a:cubicBezTo>
                        <a:pt x="5469" y="9395"/>
                        <a:pt x="6220" y="5637"/>
                        <a:pt x="7723" y="2912"/>
                      </a:cubicBezTo>
                      <a:lnTo>
                        <a:pt x="1805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4" name="Forme libre : forme 1593">
                  <a:extLst>
                    <a:ext uri="{FF2B5EF4-FFF2-40B4-BE49-F238E27FC236}">
                      <a16:creationId xmlns:a16="http://schemas.microsoft.com/office/drawing/2014/main" id="{5942E486-55C8-4B8D-8E6C-41AFEAD8ECED}"/>
                    </a:ext>
                  </a:extLst>
                </p:cNvPr>
                <p:cNvSpPr/>
                <p:nvPr/>
              </p:nvSpPr>
              <p:spPr>
                <a:xfrm>
                  <a:off x="8805379" y="4565267"/>
                  <a:ext cx="28559" cy="38510"/>
                </a:xfrm>
                <a:custGeom>
                  <a:avLst/>
                  <a:gdLst>
                    <a:gd name="connsiteX0" fmla="*/ 0 w 28559"/>
                    <a:gd name="connsiteY0" fmla="*/ 657 h 38510"/>
                    <a:gd name="connsiteX1" fmla="*/ 8831 w 28559"/>
                    <a:gd name="connsiteY1" fmla="*/ 24520 h 38510"/>
                    <a:gd name="connsiteX2" fmla="*/ 17098 w 28559"/>
                    <a:gd name="connsiteY2" fmla="*/ 34102 h 38510"/>
                    <a:gd name="connsiteX3" fmla="*/ 28559 w 28559"/>
                    <a:gd name="connsiteY3" fmla="*/ 38424 h 38510"/>
                    <a:gd name="connsiteX4" fmla="*/ 18319 w 28559"/>
                    <a:gd name="connsiteY4" fmla="*/ 32881 h 38510"/>
                    <a:gd name="connsiteX5" fmla="*/ 11837 w 28559"/>
                    <a:gd name="connsiteY5" fmla="*/ 22923 h 38510"/>
                    <a:gd name="connsiteX6" fmla="*/ 6670 w 28559"/>
                    <a:gd name="connsiteY6" fmla="*/ 0 h 38510"/>
                    <a:gd name="connsiteX7" fmla="*/ 0 w 28559"/>
                    <a:gd name="connsiteY7" fmla="*/ 657 h 38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559" h="38510">
                      <a:moveTo>
                        <a:pt x="0" y="657"/>
                      </a:moveTo>
                      <a:cubicBezTo>
                        <a:pt x="1409" y="9206"/>
                        <a:pt x="4321" y="17286"/>
                        <a:pt x="8831" y="24520"/>
                      </a:cubicBezTo>
                      <a:cubicBezTo>
                        <a:pt x="11085" y="28090"/>
                        <a:pt x="13810" y="31471"/>
                        <a:pt x="17098" y="34102"/>
                      </a:cubicBezTo>
                      <a:cubicBezTo>
                        <a:pt x="20292" y="36732"/>
                        <a:pt x="24426" y="38987"/>
                        <a:pt x="28559" y="38424"/>
                      </a:cubicBezTo>
                      <a:cubicBezTo>
                        <a:pt x="24331" y="38424"/>
                        <a:pt x="20950" y="35793"/>
                        <a:pt x="18319" y="32881"/>
                      </a:cubicBezTo>
                      <a:cubicBezTo>
                        <a:pt x="15595" y="29969"/>
                        <a:pt x="13528" y="26492"/>
                        <a:pt x="11837" y="22923"/>
                      </a:cubicBezTo>
                      <a:cubicBezTo>
                        <a:pt x="8549" y="15689"/>
                        <a:pt x="6858" y="7797"/>
                        <a:pt x="6670" y="0"/>
                      </a:cubicBezTo>
                      <a:lnTo>
                        <a:pt x="0" y="65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5" name="Forme libre : forme 1594">
                  <a:extLst>
                    <a:ext uri="{FF2B5EF4-FFF2-40B4-BE49-F238E27FC236}">
                      <a16:creationId xmlns:a16="http://schemas.microsoft.com/office/drawing/2014/main" id="{9A14F56A-152C-4D96-A16B-8BD4E4FC3D97}"/>
                    </a:ext>
                  </a:extLst>
                </p:cNvPr>
                <p:cNvSpPr/>
                <p:nvPr/>
              </p:nvSpPr>
              <p:spPr>
                <a:xfrm>
                  <a:off x="8850943" y="4563857"/>
                  <a:ext cx="44529" cy="26032"/>
                </a:xfrm>
                <a:custGeom>
                  <a:avLst/>
                  <a:gdLst>
                    <a:gd name="connsiteX0" fmla="*/ 0 w 44529"/>
                    <a:gd name="connsiteY0" fmla="*/ 564 h 26032"/>
                    <a:gd name="connsiteX1" fmla="*/ 5167 w 44529"/>
                    <a:gd name="connsiteY1" fmla="*/ 14655 h 26032"/>
                    <a:gd name="connsiteX2" fmla="*/ 16723 w 44529"/>
                    <a:gd name="connsiteY2" fmla="*/ 23862 h 26032"/>
                    <a:gd name="connsiteX3" fmla="*/ 30720 w 44529"/>
                    <a:gd name="connsiteY3" fmla="*/ 26023 h 26032"/>
                    <a:gd name="connsiteX4" fmla="*/ 44530 w 44529"/>
                    <a:gd name="connsiteY4" fmla="*/ 25929 h 26032"/>
                    <a:gd name="connsiteX5" fmla="*/ 30814 w 44529"/>
                    <a:gd name="connsiteY5" fmla="*/ 24332 h 26032"/>
                    <a:gd name="connsiteX6" fmla="*/ 18037 w 44529"/>
                    <a:gd name="connsiteY6" fmla="*/ 20856 h 26032"/>
                    <a:gd name="connsiteX7" fmla="*/ 6576 w 44529"/>
                    <a:gd name="connsiteY7" fmla="*/ 0 h 26032"/>
                    <a:gd name="connsiteX8" fmla="*/ 0 w 44529"/>
                    <a:gd name="connsiteY8" fmla="*/ 564 h 26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529" h="26032">
                      <a:moveTo>
                        <a:pt x="0" y="564"/>
                      </a:moveTo>
                      <a:cubicBezTo>
                        <a:pt x="658" y="5543"/>
                        <a:pt x="2349" y="10428"/>
                        <a:pt x="5167" y="14655"/>
                      </a:cubicBezTo>
                      <a:cubicBezTo>
                        <a:pt x="7892" y="18883"/>
                        <a:pt x="12119" y="22265"/>
                        <a:pt x="16723" y="23862"/>
                      </a:cubicBezTo>
                      <a:cubicBezTo>
                        <a:pt x="21326" y="25553"/>
                        <a:pt x="26117" y="26117"/>
                        <a:pt x="30720" y="26023"/>
                      </a:cubicBezTo>
                      <a:lnTo>
                        <a:pt x="44530" y="25929"/>
                      </a:lnTo>
                      <a:lnTo>
                        <a:pt x="30814" y="24332"/>
                      </a:lnTo>
                      <a:cubicBezTo>
                        <a:pt x="26211" y="23956"/>
                        <a:pt x="21889" y="22735"/>
                        <a:pt x="18037" y="20856"/>
                      </a:cubicBezTo>
                      <a:cubicBezTo>
                        <a:pt x="10240" y="17004"/>
                        <a:pt x="6576" y="8267"/>
                        <a:pt x="6576" y="0"/>
                      </a:cubicBezTo>
                      <a:lnTo>
                        <a:pt x="0" y="564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596" name="Forme libre : forme 1595">
                <a:extLst>
                  <a:ext uri="{FF2B5EF4-FFF2-40B4-BE49-F238E27FC236}">
                    <a16:creationId xmlns:a16="http://schemas.microsoft.com/office/drawing/2014/main" id="{239473AA-FF2F-439E-B733-C1659B994A89}"/>
                  </a:ext>
                </a:extLst>
              </p:cNvPr>
              <p:cNvSpPr/>
              <p:nvPr/>
            </p:nvSpPr>
            <p:spPr>
              <a:xfrm>
                <a:off x="8631799" y="4259764"/>
                <a:ext cx="376314" cy="120896"/>
              </a:xfrm>
              <a:custGeom>
                <a:avLst/>
                <a:gdLst>
                  <a:gd name="connsiteX0" fmla="*/ 5043 w 376314"/>
                  <a:gd name="connsiteY0" fmla="*/ 113854 h 120896"/>
                  <a:gd name="connsiteX1" fmla="*/ 11243 w 376314"/>
                  <a:gd name="connsiteY1" fmla="*/ 66788 h 120896"/>
                  <a:gd name="connsiteX2" fmla="*/ 190115 w 376314"/>
                  <a:gd name="connsiteY2" fmla="*/ 22540 h 120896"/>
                  <a:gd name="connsiteX3" fmla="*/ 376314 w 376314"/>
                  <a:gd name="connsiteY3" fmla="*/ 46026 h 120896"/>
                  <a:gd name="connsiteX4" fmla="*/ 224311 w 376314"/>
                  <a:gd name="connsiteY4" fmla="*/ 54199 h 120896"/>
                  <a:gd name="connsiteX5" fmla="*/ 5043 w 376314"/>
                  <a:gd name="connsiteY5" fmla="*/ 113854 h 120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6314" h="120896">
                    <a:moveTo>
                      <a:pt x="5043" y="113854"/>
                    </a:moveTo>
                    <a:cubicBezTo>
                      <a:pt x="-3600" y="104178"/>
                      <a:pt x="-876" y="74398"/>
                      <a:pt x="11243" y="66788"/>
                    </a:cubicBezTo>
                    <a:cubicBezTo>
                      <a:pt x="18289" y="62373"/>
                      <a:pt x="127172" y="44053"/>
                      <a:pt x="190115" y="22540"/>
                    </a:cubicBezTo>
                    <a:cubicBezTo>
                      <a:pt x="232578" y="7978"/>
                      <a:pt x="297118" y="-30257"/>
                      <a:pt x="376314" y="46026"/>
                    </a:cubicBezTo>
                    <a:cubicBezTo>
                      <a:pt x="376314" y="46026"/>
                      <a:pt x="290824" y="10609"/>
                      <a:pt x="224311" y="54199"/>
                    </a:cubicBezTo>
                    <a:cubicBezTo>
                      <a:pt x="157704" y="97790"/>
                      <a:pt x="26181" y="137435"/>
                      <a:pt x="5043" y="113854"/>
                    </a:cubicBezTo>
                    <a:close/>
                  </a:path>
                </a:pathLst>
              </a:custGeom>
              <a:solidFill>
                <a:srgbClr val="B5857D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7" name="Forme libre : forme 1596">
                <a:extLst>
                  <a:ext uri="{FF2B5EF4-FFF2-40B4-BE49-F238E27FC236}">
                    <a16:creationId xmlns:a16="http://schemas.microsoft.com/office/drawing/2014/main" id="{DC9E277F-00D7-4E1E-BB03-A4712CC5AF17}"/>
                  </a:ext>
                </a:extLst>
              </p:cNvPr>
              <p:cNvSpPr/>
              <p:nvPr/>
            </p:nvSpPr>
            <p:spPr>
              <a:xfrm>
                <a:off x="8597854" y="4807645"/>
                <a:ext cx="62040" cy="127577"/>
              </a:xfrm>
              <a:custGeom>
                <a:avLst/>
                <a:gdLst>
                  <a:gd name="connsiteX0" fmla="*/ 44812 w 62040"/>
                  <a:gd name="connsiteY0" fmla="*/ 0 h 127577"/>
                  <a:gd name="connsiteX1" fmla="*/ 50918 w 62040"/>
                  <a:gd name="connsiteY1" fmla="*/ 38799 h 127577"/>
                  <a:gd name="connsiteX2" fmla="*/ 52891 w 62040"/>
                  <a:gd name="connsiteY2" fmla="*/ 57588 h 127577"/>
                  <a:gd name="connsiteX3" fmla="*/ 51294 w 62040"/>
                  <a:gd name="connsiteY3" fmla="*/ 75908 h 127577"/>
                  <a:gd name="connsiteX4" fmla="*/ 32129 w 62040"/>
                  <a:gd name="connsiteY4" fmla="*/ 106064 h 127577"/>
                  <a:gd name="connsiteX5" fmla="*/ 0 w 62040"/>
                  <a:gd name="connsiteY5" fmla="*/ 127578 h 127577"/>
                  <a:gd name="connsiteX6" fmla="*/ 36732 w 62040"/>
                  <a:gd name="connsiteY6" fmla="*/ 111795 h 127577"/>
                  <a:gd name="connsiteX7" fmla="*/ 51576 w 62040"/>
                  <a:gd name="connsiteY7" fmla="*/ 97327 h 127577"/>
                  <a:gd name="connsiteX8" fmla="*/ 60501 w 62040"/>
                  <a:gd name="connsiteY8" fmla="*/ 78068 h 127577"/>
                  <a:gd name="connsiteX9" fmla="*/ 61816 w 62040"/>
                  <a:gd name="connsiteY9" fmla="*/ 57306 h 127577"/>
                  <a:gd name="connsiteX10" fmla="*/ 58152 w 62040"/>
                  <a:gd name="connsiteY10" fmla="*/ 37296 h 127577"/>
                  <a:gd name="connsiteX11" fmla="*/ 44812 w 62040"/>
                  <a:gd name="connsiteY11" fmla="*/ 0 h 127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040" h="127577">
                    <a:moveTo>
                      <a:pt x="44812" y="0"/>
                    </a:moveTo>
                    <a:cubicBezTo>
                      <a:pt x="46691" y="13059"/>
                      <a:pt x="48852" y="26023"/>
                      <a:pt x="50918" y="38799"/>
                    </a:cubicBezTo>
                    <a:cubicBezTo>
                      <a:pt x="51764" y="45188"/>
                      <a:pt x="52985" y="51576"/>
                      <a:pt x="52891" y="57588"/>
                    </a:cubicBezTo>
                    <a:cubicBezTo>
                      <a:pt x="53079" y="64071"/>
                      <a:pt x="52797" y="70083"/>
                      <a:pt x="51294" y="75908"/>
                    </a:cubicBezTo>
                    <a:cubicBezTo>
                      <a:pt x="48758" y="87651"/>
                      <a:pt x="41336" y="97703"/>
                      <a:pt x="32129" y="106064"/>
                    </a:cubicBezTo>
                    <a:cubicBezTo>
                      <a:pt x="22641" y="114237"/>
                      <a:pt x="11555" y="121096"/>
                      <a:pt x="0" y="127578"/>
                    </a:cubicBezTo>
                    <a:cubicBezTo>
                      <a:pt x="12870" y="124571"/>
                      <a:pt x="25553" y="119780"/>
                      <a:pt x="36732" y="111795"/>
                    </a:cubicBezTo>
                    <a:cubicBezTo>
                      <a:pt x="42181" y="107661"/>
                      <a:pt x="47442" y="103058"/>
                      <a:pt x="51576" y="97327"/>
                    </a:cubicBezTo>
                    <a:cubicBezTo>
                      <a:pt x="55709" y="91597"/>
                      <a:pt x="58810" y="85020"/>
                      <a:pt x="60501" y="78068"/>
                    </a:cubicBezTo>
                    <a:cubicBezTo>
                      <a:pt x="62098" y="71117"/>
                      <a:pt x="62286" y="63883"/>
                      <a:pt x="61816" y="57306"/>
                    </a:cubicBezTo>
                    <a:cubicBezTo>
                      <a:pt x="61346" y="50260"/>
                      <a:pt x="59843" y="43685"/>
                      <a:pt x="58152" y="37296"/>
                    </a:cubicBezTo>
                    <a:cubicBezTo>
                      <a:pt x="54676" y="24426"/>
                      <a:pt x="50167" y="12119"/>
                      <a:pt x="4481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8" name="Forme libre : forme 1597">
                <a:extLst>
                  <a:ext uri="{FF2B5EF4-FFF2-40B4-BE49-F238E27FC236}">
                    <a16:creationId xmlns:a16="http://schemas.microsoft.com/office/drawing/2014/main" id="{B887E6A3-7372-45A0-9D84-99080CE9121A}"/>
                  </a:ext>
                </a:extLst>
              </p:cNvPr>
              <p:cNvSpPr/>
              <p:nvPr/>
            </p:nvSpPr>
            <p:spPr>
              <a:xfrm>
                <a:off x="8503627" y="5051621"/>
                <a:ext cx="231104" cy="82953"/>
              </a:xfrm>
              <a:custGeom>
                <a:avLst/>
                <a:gdLst>
                  <a:gd name="connsiteX0" fmla="*/ 0 w 231104"/>
                  <a:gd name="connsiteY0" fmla="*/ 20481 h 82953"/>
                  <a:gd name="connsiteX1" fmla="*/ 29498 w 231104"/>
                  <a:gd name="connsiteY1" fmla="*/ 8455 h 82953"/>
                  <a:gd name="connsiteX2" fmla="*/ 44624 w 231104"/>
                  <a:gd name="connsiteY2" fmla="*/ 3288 h 82953"/>
                  <a:gd name="connsiteX3" fmla="*/ 61064 w 231104"/>
                  <a:gd name="connsiteY3" fmla="*/ 0 h 82953"/>
                  <a:gd name="connsiteX4" fmla="*/ 92442 w 231104"/>
                  <a:gd name="connsiteY4" fmla="*/ 9771 h 82953"/>
                  <a:gd name="connsiteX5" fmla="*/ 121001 w 231104"/>
                  <a:gd name="connsiteY5" fmla="*/ 23768 h 82953"/>
                  <a:gd name="connsiteX6" fmla="*/ 149091 w 231104"/>
                  <a:gd name="connsiteY6" fmla="*/ 37014 h 82953"/>
                  <a:gd name="connsiteX7" fmla="*/ 178871 w 231104"/>
                  <a:gd name="connsiteY7" fmla="*/ 47443 h 82953"/>
                  <a:gd name="connsiteX8" fmla="*/ 208182 w 231104"/>
                  <a:gd name="connsiteY8" fmla="*/ 60689 h 82953"/>
                  <a:gd name="connsiteX9" fmla="*/ 231105 w 231104"/>
                  <a:gd name="connsiteY9" fmla="*/ 82954 h 82953"/>
                  <a:gd name="connsiteX10" fmla="*/ 205928 w 231104"/>
                  <a:gd name="connsiteY10" fmla="*/ 64916 h 82953"/>
                  <a:gd name="connsiteX11" fmla="*/ 176429 w 231104"/>
                  <a:gd name="connsiteY11" fmla="*/ 54583 h 82953"/>
                  <a:gd name="connsiteX12" fmla="*/ 145897 w 231104"/>
                  <a:gd name="connsiteY12" fmla="*/ 45564 h 82953"/>
                  <a:gd name="connsiteX13" fmla="*/ 116586 w 231104"/>
                  <a:gd name="connsiteY13" fmla="*/ 32036 h 82953"/>
                  <a:gd name="connsiteX14" fmla="*/ 88590 w 231104"/>
                  <a:gd name="connsiteY14" fmla="*/ 17474 h 82953"/>
                  <a:gd name="connsiteX15" fmla="*/ 60407 w 231104"/>
                  <a:gd name="connsiteY15" fmla="*/ 6389 h 82953"/>
                  <a:gd name="connsiteX16" fmla="*/ 45751 w 231104"/>
                  <a:gd name="connsiteY16" fmla="*/ 8455 h 82953"/>
                  <a:gd name="connsiteX17" fmla="*/ 30438 w 231104"/>
                  <a:gd name="connsiteY17" fmla="*/ 12213 h 82953"/>
                  <a:gd name="connsiteX18" fmla="*/ 0 w 231104"/>
                  <a:gd name="connsiteY18" fmla="*/ 20481 h 82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1104" h="82953">
                    <a:moveTo>
                      <a:pt x="0" y="20481"/>
                    </a:moveTo>
                    <a:cubicBezTo>
                      <a:pt x="9676" y="16065"/>
                      <a:pt x="19540" y="12213"/>
                      <a:pt x="29498" y="8455"/>
                    </a:cubicBezTo>
                    <a:cubicBezTo>
                      <a:pt x="34478" y="6576"/>
                      <a:pt x="39457" y="4791"/>
                      <a:pt x="44624" y="3288"/>
                    </a:cubicBezTo>
                    <a:cubicBezTo>
                      <a:pt x="49978" y="1879"/>
                      <a:pt x="54488" y="0"/>
                      <a:pt x="61064" y="0"/>
                    </a:cubicBezTo>
                    <a:cubicBezTo>
                      <a:pt x="72901" y="940"/>
                      <a:pt x="82578" y="5543"/>
                      <a:pt x="92442" y="9771"/>
                    </a:cubicBezTo>
                    <a:cubicBezTo>
                      <a:pt x="102212" y="14092"/>
                      <a:pt x="111606" y="19071"/>
                      <a:pt x="121001" y="23768"/>
                    </a:cubicBezTo>
                    <a:cubicBezTo>
                      <a:pt x="130489" y="28466"/>
                      <a:pt x="139602" y="33633"/>
                      <a:pt x="149091" y="37014"/>
                    </a:cubicBezTo>
                    <a:lnTo>
                      <a:pt x="178871" y="47443"/>
                    </a:lnTo>
                    <a:cubicBezTo>
                      <a:pt x="188830" y="51200"/>
                      <a:pt x="198788" y="55334"/>
                      <a:pt x="208182" y="60689"/>
                    </a:cubicBezTo>
                    <a:cubicBezTo>
                      <a:pt x="217295" y="66326"/>
                      <a:pt x="226314" y="73278"/>
                      <a:pt x="231105" y="82954"/>
                    </a:cubicBezTo>
                    <a:cubicBezTo>
                      <a:pt x="224435" y="74593"/>
                      <a:pt x="215510" y="69050"/>
                      <a:pt x="205928" y="64916"/>
                    </a:cubicBezTo>
                    <a:cubicBezTo>
                      <a:pt x="196533" y="60595"/>
                      <a:pt x="186575" y="57401"/>
                      <a:pt x="176429" y="54583"/>
                    </a:cubicBezTo>
                    <a:cubicBezTo>
                      <a:pt x="166283" y="51670"/>
                      <a:pt x="156137" y="48946"/>
                      <a:pt x="145897" y="45564"/>
                    </a:cubicBezTo>
                    <a:cubicBezTo>
                      <a:pt x="135469" y="41900"/>
                      <a:pt x="125980" y="36921"/>
                      <a:pt x="116586" y="32036"/>
                    </a:cubicBezTo>
                    <a:lnTo>
                      <a:pt x="88590" y="17474"/>
                    </a:lnTo>
                    <a:cubicBezTo>
                      <a:pt x="79289" y="13059"/>
                      <a:pt x="69707" y="7986"/>
                      <a:pt x="60407" y="6389"/>
                    </a:cubicBezTo>
                    <a:cubicBezTo>
                      <a:pt x="56367" y="5919"/>
                      <a:pt x="50730" y="7422"/>
                      <a:pt x="45751" y="8455"/>
                    </a:cubicBezTo>
                    <a:lnTo>
                      <a:pt x="30438" y="12213"/>
                    </a:lnTo>
                    <a:cubicBezTo>
                      <a:pt x="20386" y="14844"/>
                      <a:pt x="10240" y="17756"/>
                      <a:pt x="0" y="2048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9" name="Forme libre : forme 1598">
                <a:extLst>
                  <a:ext uri="{FF2B5EF4-FFF2-40B4-BE49-F238E27FC236}">
                    <a16:creationId xmlns:a16="http://schemas.microsoft.com/office/drawing/2014/main" id="{C8908D4D-615B-49EA-BC54-65C59CDE203B}"/>
                  </a:ext>
                </a:extLst>
              </p:cNvPr>
              <p:cNvSpPr/>
              <p:nvPr/>
            </p:nvSpPr>
            <p:spPr>
              <a:xfrm>
                <a:off x="8281259" y="5127771"/>
                <a:ext cx="444736" cy="7778"/>
              </a:xfrm>
              <a:custGeom>
                <a:avLst/>
                <a:gdLst>
                  <a:gd name="connsiteX0" fmla="*/ 444737 w 444736"/>
                  <a:gd name="connsiteY0" fmla="*/ 6804 h 7778"/>
                  <a:gd name="connsiteX1" fmla="*/ 333505 w 444736"/>
                  <a:gd name="connsiteY1" fmla="*/ 6428 h 7778"/>
                  <a:gd name="connsiteX2" fmla="*/ 277984 w 444736"/>
                  <a:gd name="connsiteY2" fmla="*/ 6522 h 7778"/>
                  <a:gd name="connsiteX3" fmla="*/ 222369 w 444736"/>
                  <a:gd name="connsiteY3" fmla="*/ 7744 h 7778"/>
                  <a:gd name="connsiteX4" fmla="*/ 166753 w 444736"/>
                  <a:gd name="connsiteY4" fmla="*/ 6522 h 7778"/>
                  <a:gd name="connsiteX5" fmla="*/ 111231 w 444736"/>
                  <a:gd name="connsiteY5" fmla="*/ 6428 h 7778"/>
                  <a:gd name="connsiteX6" fmla="*/ 0 w 444736"/>
                  <a:gd name="connsiteY6" fmla="*/ 6804 h 7778"/>
                  <a:gd name="connsiteX7" fmla="*/ 111137 w 444736"/>
                  <a:gd name="connsiteY7" fmla="*/ 979 h 7778"/>
                  <a:gd name="connsiteX8" fmla="*/ 166847 w 444736"/>
                  <a:gd name="connsiteY8" fmla="*/ 40 h 7778"/>
                  <a:gd name="connsiteX9" fmla="*/ 222462 w 444736"/>
                  <a:gd name="connsiteY9" fmla="*/ 604 h 7778"/>
                  <a:gd name="connsiteX10" fmla="*/ 278078 w 444736"/>
                  <a:gd name="connsiteY10" fmla="*/ 40 h 7778"/>
                  <a:gd name="connsiteX11" fmla="*/ 333788 w 444736"/>
                  <a:gd name="connsiteY11" fmla="*/ 979 h 7778"/>
                  <a:gd name="connsiteX12" fmla="*/ 444737 w 444736"/>
                  <a:gd name="connsiteY12" fmla="*/ 6804 h 7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4736" h="7778">
                    <a:moveTo>
                      <a:pt x="444737" y="6804"/>
                    </a:moveTo>
                    <a:lnTo>
                      <a:pt x="333505" y="6428"/>
                    </a:lnTo>
                    <a:lnTo>
                      <a:pt x="277984" y="6522"/>
                    </a:lnTo>
                    <a:cubicBezTo>
                      <a:pt x="259477" y="6522"/>
                      <a:pt x="241064" y="7931"/>
                      <a:pt x="222369" y="7744"/>
                    </a:cubicBezTo>
                    <a:cubicBezTo>
                      <a:pt x="203673" y="8025"/>
                      <a:pt x="185260" y="6522"/>
                      <a:pt x="166753" y="6522"/>
                    </a:cubicBezTo>
                    <a:lnTo>
                      <a:pt x="111231" y="6428"/>
                    </a:lnTo>
                    <a:lnTo>
                      <a:pt x="0" y="6804"/>
                    </a:lnTo>
                    <a:cubicBezTo>
                      <a:pt x="37014" y="3986"/>
                      <a:pt x="74029" y="2201"/>
                      <a:pt x="111137" y="979"/>
                    </a:cubicBezTo>
                    <a:cubicBezTo>
                      <a:pt x="129644" y="228"/>
                      <a:pt x="148246" y="134"/>
                      <a:pt x="166847" y="40"/>
                    </a:cubicBezTo>
                    <a:cubicBezTo>
                      <a:pt x="185448" y="-242"/>
                      <a:pt x="204049" y="1073"/>
                      <a:pt x="222462" y="604"/>
                    </a:cubicBezTo>
                    <a:cubicBezTo>
                      <a:pt x="240876" y="1073"/>
                      <a:pt x="259477" y="-242"/>
                      <a:pt x="278078" y="40"/>
                    </a:cubicBezTo>
                    <a:cubicBezTo>
                      <a:pt x="296679" y="134"/>
                      <a:pt x="315186" y="228"/>
                      <a:pt x="333788" y="979"/>
                    </a:cubicBezTo>
                    <a:cubicBezTo>
                      <a:pt x="370708" y="2295"/>
                      <a:pt x="407722" y="4080"/>
                      <a:pt x="444737" y="68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0" name="Forme libre : forme 1599">
                <a:extLst>
                  <a:ext uri="{FF2B5EF4-FFF2-40B4-BE49-F238E27FC236}">
                    <a16:creationId xmlns:a16="http://schemas.microsoft.com/office/drawing/2014/main" id="{843ABE58-ACDB-4E72-9FF6-4477290CA338}"/>
                  </a:ext>
                </a:extLst>
              </p:cNvPr>
              <p:cNvSpPr/>
              <p:nvPr/>
            </p:nvSpPr>
            <p:spPr>
              <a:xfrm>
                <a:off x="8276561" y="5142936"/>
                <a:ext cx="454131" cy="78820"/>
              </a:xfrm>
              <a:custGeom>
                <a:avLst/>
                <a:gdLst>
                  <a:gd name="connsiteX0" fmla="*/ 454131 w 454131"/>
                  <a:gd name="connsiteY0" fmla="*/ 0 h 78820"/>
                  <a:gd name="connsiteX1" fmla="*/ 348631 w 454131"/>
                  <a:gd name="connsiteY1" fmla="*/ 61064 h 78820"/>
                  <a:gd name="connsiteX2" fmla="*/ 288506 w 454131"/>
                  <a:gd name="connsiteY2" fmla="*/ 74687 h 78820"/>
                  <a:gd name="connsiteX3" fmla="*/ 273193 w 454131"/>
                  <a:gd name="connsiteY3" fmla="*/ 76753 h 78820"/>
                  <a:gd name="connsiteX4" fmla="*/ 257786 w 454131"/>
                  <a:gd name="connsiteY4" fmla="*/ 77974 h 78820"/>
                  <a:gd name="connsiteX5" fmla="*/ 227066 w 454131"/>
                  <a:gd name="connsiteY5" fmla="*/ 78820 h 78820"/>
                  <a:gd name="connsiteX6" fmla="*/ 196346 w 454131"/>
                  <a:gd name="connsiteY6" fmla="*/ 77974 h 78820"/>
                  <a:gd name="connsiteX7" fmla="*/ 180939 w 454131"/>
                  <a:gd name="connsiteY7" fmla="*/ 76753 h 78820"/>
                  <a:gd name="connsiteX8" fmla="*/ 165625 w 454131"/>
                  <a:gd name="connsiteY8" fmla="*/ 74687 h 78820"/>
                  <a:gd name="connsiteX9" fmla="*/ 105501 w 454131"/>
                  <a:gd name="connsiteY9" fmla="*/ 61064 h 78820"/>
                  <a:gd name="connsiteX10" fmla="*/ 0 w 454131"/>
                  <a:gd name="connsiteY10" fmla="*/ 0 h 78820"/>
                  <a:gd name="connsiteX11" fmla="*/ 51012 w 454131"/>
                  <a:gd name="connsiteY11" fmla="*/ 32787 h 78820"/>
                  <a:gd name="connsiteX12" fmla="*/ 107567 w 454131"/>
                  <a:gd name="connsiteY12" fmla="*/ 54207 h 78820"/>
                  <a:gd name="connsiteX13" fmla="*/ 227066 w 454131"/>
                  <a:gd name="connsiteY13" fmla="*/ 69426 h 78820"/>
                  <a:gd name="connsiteX14" fmla="*/ 346564 w 454131"/>
                  <a:gd name="connsiteY14" fmla="*/ 54207 h 78820"/>
                  <a:gd name="connsiteX15" fmla="*/ 403119 w 454131"/>
                  <a:gd name="connsiteY15" fmla="*/ 32787 h 78820"/>
                  <a:gd name="connsiteX16" fmla="*/ 454131 w 454131"/>
                  <a:gd name="connsiteY16" fmla="*/ 0 h 78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54131" h="78820">
                    <a:moveTo>
                      <a:pt x="454131" y="0"/>
                    </a:moveTo>
                    <a:cubicBezTo>
                      <a:pt x="425384" y="29217"/>
                      <a:pt x="387618" y="48475"/>
                      <a:pt x="348631" y="61064"/>
                    </a:cubicBezTo>
                    <a:cubicBezTo>
                      <a:pt x="329090" y="67641"/>
                      <a:pt x="308892" y="71868"/>
                      <a:pt x="288506" y="74687"/>
                    </a:cubicBezTo>
                    <a:lnTo>
                      <a:pt x="273193" y="76753"/>
                    </a:lnTo>
                    <a:lnTo>
                      <a:pt x="257786" y="77974"/>
                    </a:lnTo>
                    <a:cubicBezTo>
                      <a:pt x="247452" y="79102"/>
                      <a:pt x="237306" y="78632"/>
                      <a:pt x="227066" y="78820"/>
                    </a:cubicBezTo>
                    <a:cubicBezTo>
                      <a:pt x="216826" y="78632"/>
                      <a:pt x="206679" y="79008"/>
                      <a:pt x="196346" y="77974"/>
                    </a:cubicBezTo>
                    <a:lnTo>
                      <a:pt x="180939" y="76753"/>
                    </a:lnTo>
                    <a:lnTo>
                      <a:pt x="165625" y="74687"/>
                    </a:lnTo>
                    <a:cubicBezTo>
                      <a:pt x="145239" y="71868"/>
                      <a:pt x="125041" y="67641"/>
                      <a:pt x="105501" y="61064"/>
                    </a:cubicBezTo>
                    <a:cubicBezTo>
                      <a:pt x="66513" y="48475"/>
                      <a:pt x="28747" y="29123"/>
                      <a:pt x="0" y="0"/>
                    </a:cubicBezTo>
                    <a:cubicBezTo>
                      <a:pt x="15407" y="13340"/>
                      <a:pt x="32881" y="23862"/>
                      <a:pt x="51012" y="32787"/>
                    </a:cubicBezTo>
                    <a:cubicBezTo>
                      <a:pt x="69144" y="41806"/>
                      <a:pt x="88121" y="48852"/>
                      <a:pt x="107567" y="54207"/>
                    </a:cubicBezTo>
                    <a:cubicBezTo>
                      <a:pt x="146367" y="65292"/>
                      <a:pt x="186669" y="70177"/>
                      <a:pt x="227066" y="69426"/>
                    </a:cubicBezTo>
                    <a:cubicBezTo>
                      <a:pt x="267556" y="70177"/>
                      <a:pt x="307765" y="65292"/>
                      <a:pt x="346564" y="54207"/>
                    </a:cubicBezTo>
                    <a:cubicBezTo>
                      <a:pt x="366011" y="48852"/>
                      <a:pt x="384988" y="41806"/>
                      <a:pt x="403119" y="32787"/>
                    </a:cubicBezTo>
                    <a:cubicBezTo>
                      <a:pt x="421157" y="23862"/>
                      <a:pt x="438724" y="13340"/>
                      <a:pt x="454131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1" name="Forme libre : forme 1600">
                <a:extLst>
                  <a:ext uri="{FF2B5EF4-FFF2-40B4-BE49-F238E27FC236}">
                    <a16:creationId xmlns:a16="http://schemas.microsoft.com/office/drawing/2014/main" id="{B174EAD4-FAC7-4CD9-A5DC-A1A46FDC66E1}"/>
                  </a:ext>
                </a:extLst>
              </p:cNvPr>
              <p:cNvSpPr/>
              <p:nvPr/>
            </p:nvSpPr>
            <p:spPr>
              <a:xfrm>
                <a:off x="8111500" y="5294470"/>
                <a:ext cx="784254" cy="189017"/>
              </a:xfrm>
              <a:custGeom>
                <a:avLst/>
                <a:gdLst>
                  <a:gd name="connsiteX0" fmla="*/ 0 w 784254"/>
                  <a:gd name="connsiteY0" fmla="*/ 0 h 189017"/>
                  <a:gd name="connsiteX1" fmla="*/ 86618 w 784254"/>
                  <a:gd name="connsiteY1" fmla="*/ 68768 h 189017"/>
                  <a:gd name="connsiteX2" fmla="*/ 181408 w 784254"/>
                  <a:gd name="connsiteY2" fmla="*/ 125041 h 189017"/>
                  <a:gd name="connsiteX3" fmla="*/ 283903 w 784254"/>
                  <a:gd name="connsiteY3" fmla="*/ 164498 h 189017"/>
                  <a:gd name="connsiteX4" fmla="*/ 392128 w 784254"/>
                  <a:gd name="connsiteY4" fmla="*/ 179623 h 189017"/>
                  <a:gd name="connsiteX5" fmla="*/ 500352 w 784254"/>
                  <a:gd name="connsiteY5" fmla="*/ 164498 h 189017"/>
                  <a:gd name="connsiteX6" fmla="*/ 602847 w 784254"/>
                  <a:gd name="connsiteY6" fmla="*/ 125041 h 189017"/>
                  <a:gd name="connsiteX7" fmla="*/ 697637 w 784254"/>
                  <a:gd name="connsiteY7" fmla="*/ 68768 h 189017"/>
                  <a:gd name="connsiteX8" fmla="*/ 784255 w 784254"/>
                  <a:gd name="connsiteY8" fmla="*/ 0 h 189017"/>
                  <a:gd name="connsiteX9" fmla="*/ 606135 w 784254"/>
                  <a:gd name="connsiteY9" fmla="*/ 131429 h 189017"/>
                  <a:gd name="connsiteX10" fmla="*/ 502701 w 784254"/>
                  <a:gd name="connsiteY10" fmla="*/ 172765 h 189017"/>
                  <a:gd name="connsiteX11" fmla="*/ 392221 w 784254"/>
                  <a:gd name="connsiteY11" fmla="*/ 189018 h 189017"/>
                  <a:gd name="connsiteX12" fmla="*/ 281742 w 784254"/>
                  <a:gd name="connsiteY12" fmla="*/ 172765 h 189017"/>
                  <a:gd name="connsiteX13" fmla="*/ 178308 w 784254"/>
                  <a:gd name="connsiteY13" fmla="*/ 131429 h 189017"/>
                  <a:gd name="connsiteX14" fmla="*/ 0 w 784254"/>
                  <a:gd name="connsiteY14" fmla="*/ 0 h 189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84254" h="189017">
                    <a:moveTo>
                      <a:pt x="0" y="0"/>
                    </a:moveTo>
                    <a:cubicBezTo>
                      <a:pt x="27150" y="24989"/>
                      <a:pt x="56180" y="47912"/>
                      <a:pt x="86618" y="68768"/>
                    </a:cubicBezTo>
                    <a:cubicBezTo>
                      <a:pt x="116868" y="89812"/>
                      <a:pt x="148527" y="108601"/>
                      <a:pt x="181408" y="125041"/>
                    </a:cubicBezTo>
                    <a:cubicBezTo>
                      <a:pt x="214383" y="141387"/>
                      <a:pt x="248673" y="154540"/>
                      <a:pt x="283903" y="164498"/>
                    </a:cubicBezTo>
                    <a:cubicBezTo>
                      <a:pt x="319226" y="174362"/>
                      <a:pt x="355677" y="178684"/>
                      <a:pt x="392128" y="179623"/>
                    </a:cubicBezTo>
                    <a:cubicBezTo>
                      <a:pt x="428578" y="178684"/>
                      <a:pt x="465029" y="174362"/>
                      <a:pt x="500352" y="164498"/>
                    </a:cubicBezTo>
                    <a:cubicBezTo>
                      <a:pt x="535582" y="154540"/>
                      <a:pt x="569872" y="141293"/>
                      <a:pt x="602847" y="125041"/>
                    </a:cubicBezTo>
                    <a:cubicBezTo>
                      <a:pt x="635728" y="108695"/>
                      <a:pt x="667387" y="89812"/>
                      <a:pt x="697637" y="68768"/>
                    </a:cubicBezTo>
                    <a:cubicBezTo>
                      <a:pt x="727982" y="47912"/>
                      <a:pt x="757105" y="25083"/>
                      <a:pt x="784255" y="0"/>
                    </a:cubicBezTo>
                    <a:cubicBezTo>
                      <a:pt x="732303" y="52609"/>
                      <a:pt x="671802" y="96763"/>
                      <a:pt x="606135" y="131429"/>
                    </a:cubicBezTo>
                    <a:cubicBezTo>
                      <a:pt x="573348" y="148997"/>
                      <a:pt x="538306" y="162150"/>
                      <a:pt x="502701" y="172765"/>
                    </a:cubicBezTo>
                    <a:cubicBezTo>
                      <a:pt x="466814" y="183099"/>
                      <a:pt x="429612" y="187890"/>
                      <a:pt x="392221" y="189018"/>
                    </a:cubicBezTo>
                    <a:cubicBezTo>
                      <a:pt x="354831" y="187796"/>
                      <a:pt x="317629" y="183005"/>
                      <a:pt x="281742" y="172765"/>
                    </a:cubicBezTo>
                    <a:cubicBezTo>
                      <a:pt x="246043" y="162150"/>
                      <a:pt x="211095" y="148997"/>
                      <a:pt x="178308" y="131429"/>
                    </a:cubicBezTo>
                    <a:cubicBezTo>
                      <a:pt x="112453" y="96763"/>
                      <a:pt x="51858" y="52609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2" name="Forme libre : forme 1601">
                <a:extLst>
                  <a:ext uri="{FF2B5EF4-FFF2-40B4-BE49-F238E27FC236}">
                    <a16:creationId xmlns:a16="http://schemas.microsoft.com/office/drawing/2014/main" id="{5521A77D-9021-4DE8-971E-78C8ECA8AF01}"/>
                  </a:ext>
                </a:extLst>
              </p:cNvPr>
              <p:cNvSpPr/>
              <p:nvPr/>
            </p:nvSpPr>
            <p:spPr>
              <a:xfrm>
                <a:off x="8404351" y="4881720"/>
                <a:ext cx="48921" cy="37813"/>
              </a:xfrm>
              <a:custGeom>
                <a:avLst/>
                <a:gdLst>
                  <a:gd name="connsiteX0" fmla="*/ 48922 w 48921"/>
                  <a:gd name="connsiteY0" fmla="*/ 37814 h 37813"/>
                  <a:gd name="connsiteX1" fmla="*/ 4955 w 48921"/>
                  <a:gd name="connsiteY1" fmla="*/ 799 h 37813"/>
                  <a:gd name="connsiteX2" fmla="*/ 30509 w 48921"/>
                  <a:gd name="connsiteY2" fmla="*/ 27574 h 37813"/>
                  <a:gd name="connsiteX3" fmla="*/ 48922 w 48921"/>
                  <a:gd name="connsiteY3" fmla="*/ 37814 h 37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921" h="37813">
                    <a:moveTo>
                      <a:pt x="48922" y="37814"/>
                    </a:moveTo>
                    <a:cubicBezTo>
                      <a:pt x="48922" y="37814"/>
                      <a:pt x="23369" y="-6434"/>
                      <a:pt x="4955" y="799"/>
                    </a:cubicBezTo>
                    <a:cubicBezTo>
                      <a:pt x="-13457" y="8033"/>
                      <a:pt x="24966" y="24756"/>
                      <a:pt x="30509" y="27574"/>
                    </a:cubicBezTo>
                    <a:cubicBezTo>
                      <a:pt x="35957" y="30580"/>
                      <a:pt x="48922" y="37814"/>
                      <a:pt x="48922" y="3781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3" name="Forme libre : forme 1602">
                <a:extLst>
                  <a:ext uri="{FF2B5EF4-FFF2-40B4-BE49-F238E27FC236}">
                    <a16:creationId xmlns:a16="http://schemas.microsoft.com/office/drawing/2014/main" id="{8D157479-B31E-4712-8679-2EFFC8CAA668}"/>
                  </a:ext>
                </a:extLst>
              </p:cNvPr>
              <p:cNvSpPr/>
              <p:nvPr/>
            </p:nvSpPr>
            <p:spPr>
              <a:xfrm>
                <a:off x="8552478" y="4881720"/>
                <a:ext cx="48957" cy="37813"/>
              </a:xfrm>
              <a:custGeom>
                <a:avLst/>
                <a:gdLst>
                  <a:gd name="connsiteX0" fmla="*/ 0 w 48957"/>
                  <a:gd name="connsiteY0" fmla="*/ 37814 h 37813"/>
                  <a:gd name="connsiteX1" fmla="*/ 43966 w 48957"/>
                  <a:gd name="connsiteY1" fmla="*/ 799 h 37813"/>
                  <a:gd name="connsiteX2" fmla="*/ 18413 w 48957"/>
                  <a:gd name="connsiteY2" fmla="*/ 27574 h 37813"/>
                  <a:gd name="connsiteX3" fmla="*/ 0 w 48957"/>
                  <a:gd name="connsiteY3" fmla="*/ 37814 h 37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957" h="37813">
                    <a:moveTo>
                      <a:pt x="0" y="37814"/>
                    </a:moveTo>
                    <a:cubicBezTo>
                      <a:pt x="0" y="37814"/>
                      <a:pt x="25553" y="-6434"/>
                      <a:pt x="43966" y="799"/>
                    </a:cubicBezTo>
                    <a:cubicBezTo>
                      <a:pt x="62474" y="8127"/>
                      <a:pt x="23956" y="24756"/>
                      <a:pt x="18413" y="27574"/>
                    </a:cubicBezTo>
                    <a:cubicBezTo>
                      <a:pt x="12964" y="30580"/>
                      <a:pt x="0" y="37814"/>
                      <a:pt x="0" y="3781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4" name="Forme libre : forme 1603">
                <a:extLst>
                  <a:ext uri="{FF2B5EF4-FFF2-40B4-BE49-F238E27FC236}">
                    <a16:creationId xmlns:a16="http://schemas.microsoft.com/office/drawing/2014/main" id="{5FE4B7F5-85CD-45C4-9915-5D0E9CD3CB76}"/>
                  </a:ext>
                </a:extLst>
              </p:cNvPr>
              <p:cNvSpPr/>
              <p:nvPr/>
            </p:nvSpPr>
            <p:spPr>
              <a:xfrm>
                <a:off x="8424665" y="4796560"/>
                <a:ext cx="6999" cy="40114"/>
              </a:xfrm>
              <a:custGeom>
                <a:avLst/>
                <a:gdLst>
                  <a:gd name="connsiteX0" fmla="*/ 7000 w 6999"/>
                  <a:gd name="connsiteY0" fmla="*/ 0 h 40114"/>
                  <a:gd name="connsiteX1" fmla="*/ 4745 w 6999"/>
                  <a:gd name="connsiteY1" fmla="*/ 20292 h 40114"/>
                  <a:gd name="connsiteX2" fmla="*/ 6718 w 6999"/>
                  <a:gd name="connsiteY2" fmla="*/ 40115 h 40114"/>
                  <a:gd name="connsiteX3" fmla="*/ 48 w 6999"/>
                  <a:gd name="connsiteY3" fmla="*/ 20010 h 40114"/>
                  <a:gd name="connsiteX4" fmla="*/ 7000 w 6999"/>
                  <a:gd name="connsiteY4" fmla="*/ 0 h 40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99" h="40114">
                    <a:moveTo>
                      <a:pt x="7000" y="0"/>
                    </a:moveTo>
                    <a:cubicBezTo>
                      <a:pt x="6624" y="7140"/>
                      <a:pt x="5121" y="13716"/>
                      <a:pt x="4745" y="20292"/>
                    </a:cubicBezTo>
                    <a:cubicBezTo>
                      <a:pt x="4276" y="26868"/>
                      <a:pt x="4745" y="33256"/>
                      <a:pt x="6718" y="40115"/>
                    </a:cubicBezTo>
                    <a:cubicBezTo>
                      <a:pt x="1458" y="35041"/>
                      <a:pt x="-327" y="27150"/>
                      <a:pt x="48" y="20010"/>
                    </a:cubicBezTo>
                    <a:cubicBezTo>
                      <a:pt x="706" y="12776"/>
                      <a:pt x="3148" y="6012"/>
                      <a:pt x="700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5" name="Forme libre : forme 1604">
                <a:extLst>
                  <a:ext uri="{FF2B5EF4-FFF2-40B4-BE49-F238E27FC236}">
                    <a16:creationId xmlns:a16="http://schemas.microsoft.com/office/drawing/2014/main" id="{5B04D467-426A-430A-A40C-150305D35191}"/>
                  </a:ext>
                </a:extLst>
              </p:cNvPr>
              <p:cNvSpPr/>
              <p:nvPr/>
            </p:nvSpPr>
            <p:spPr>
              <a:xfrm>
                <a:off x="8436174" y="4849639"/>
                <a:ext cx="28747" cy="32787"/>
              </a:xfrm>
              <a:custGeom>
                <a:avLst/>
                <a:gdLst>
                  <a:gd name="connsiteX0" fmla="*/ 0 w 28747"/>
                  <a:gd name="connsiteY0" fmla="*/ 0 h 32787"/>
                  <a:gd name="connsiteX1" fmla="*/ 18696 w 28747"/>
                  <a:gd name="connsiteY1" fmla="*/ 12589 h 32787"/>
                  <a:gd name="connsiteX2" fmla="*/ 28747 w 28747"/>
                  <a:gd name="connsiteY2" fmla="*/ 32787 h 32787"/>
                  <a:gd name="connsiteX3" fmla="*/ 15126 w 28747"/>
                  <a:gd name="connsiteY3" fmla="*/ 15595 h 32787"/>
                  <a:gd name="connsiteX4" fmla="*/ 0 w 28747"/>
                  <a:gd name="connsiteY4" fmla="*/ 0 h 32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47" h="32787">
                    <a:moveTo>
                      <a:pt x="0" y="0"/>
                    </a:moveTo>
                    <a:cubicBezTo>
                      <a:pt x="7516" y="1692"/>
                      <a:pt x="13904" y="6764"/>
                      <a:pt x="18696" y="12589"/>
                    </a:cubicBezTo>
                    <a:cubicBezTo>
                      <a:pt x="23486" y="18508"/>
                      <a:pt x="26962" y="25365"/>
                      <a:pt x="28747" y="32787"/>
                    </a:cubicBezTo>
                    <a:cubicBezTo>
                      <a:pt x="23768" y="27056"/>
                      <a:pt x="19729" y="21044"/>
                      <a:pt x="15126" y="15595"/>
                    </a:cubicBezTo>
                    <a:cubicBezTo>
                      <a:pt x="10616" y="9959"/>
                      <a:pt x="5731" y="4979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6" name="Forme libre : forme 1605">
                <a:extLst>
                  <a:ext uri="{FF2B5EF4-FFF2-40B4-BE49-F238E27FC236}">
                    <a16:creationId xmlns:a16="http://schemas.microsoft.com/office/drawing/2014/main" id="{70019ABD-8754-4171-B512-8FBBA5D33E75}"/>
                  </a:ext>
                </a:extLst>
              </p:cNvPr>
              <p:cNvSpPr/>
              <p:nvPr/>
            </p:nvSpPr>
            <p:spPr>
              <a:xfrm>
                <a:off x="8572301" y="4798909"/>
                <a:ext cx="6929" cy="40114"/>
              </a:xfrm>
              <a:custGeom>
                <a:avLst/>
                <a:gdLst>
                  <a:gd name="connsiteX0" fmla="*/ 0 w 6929"/>
                  <a:gd name="connsiteY0" fmla="*/ 0 h 40114"/>
                  <a:gd name="connsiteX1" fmla="*/ 6858 w 6929"/>
                  <a:gd name="connsiteY1" fmla="*/ 20010 h 40114"/>
                  <a:gd name="connsiteX2" fmla="*/ 188 w 6929"/>
                  <a:gd name="connsiteY2" fmla="*/ 40115 h 40114"/>
                  <a:gd name="connsiteX3" fmla="*/ 2161 w 6929"/>
                  <a:gd name="connsiteY3" fmla="*/ 20292 h 40114"/>
                  <a:gd name="connsiteX4" fmla="*/ 0 w 6929"/>
                  <a:gd name="connsiteY4" fmla="*/ 0 h 40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9" h="40114">
                    <a:moveTo>
                      <a:pt x="0" y="0"/>
                    </a:moveTo>
                    <a:cubicBezTo>
                      <a:pt x="3852" y="5919"/>
                      <a:pt x="6294" y="12776"/>
                      <a:pt x="6858" y="20010"/>
                    </a:cubicBezTo>
                    <a:cubicBezTo>
                      <a:pt x="7327" y="27150"/>
                      <a:pt x="5542" y="35135"/>
                      <a:pt x="188" y="40115"/>
                    </a:cubicBezTo>
                    <a:cubicBezTo>
                      <a:pt x="2161" y="33256"/>
                      <a:pt x="2630" y="26868"/>
                      <a:pt x="2161" y="20292"/>
                    </a:cubicBezTo>
                    <a:cubicBezTo>
                      <a:pt x="1878" y="13716"/>
                      <a:pt x="376" y="714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7" name="Forme libre : forme 1606">
                <a:extLst>
                  <a:ext uri="{FF2B5EF4-FFF2-40B4-BE49-F238E27FC236}">
                    <a16:creationId xmlns:a16="http://schemas.microsoft.com/office/drawing/2014/main" id="{86EA3A00-FDB1-4339-9A6A-7214A061AF5E}"/>
                  </a:ext>
                </a:extLst>
              </p:cNvPr>
              <p:cNvSpPr/>
              <p:nvPr/>
            </p:nvSpPr>
            <p:spPr>
              <a:xfrm>
                <a:off x="8539044" y="4851987"/>
                <a:ext cx="28747" cy="32787"/>
              </a:xfrm>
              <a:custGeom>
                <a:avLst/>
                <a:gdLst>
                  <a:gd name="connsiteX0" fmla="*/ 28747 w 28747"/>
                  <a:gd name="connsiteY0" fmla="*/ 0 h 32787"/>
                  <a:gd name="connsiteX1" fmla="*/ 13622 w 28747"/>
                  <a:gd name="connsiteY1" fmla="*/ 15595 h 32787"/>
                  <a:gd name="connsiteX2" fmla="*/ 0 w 28747"/>
                  <a:gd name="connsiteY2" fmla="*/ 32787 h 32787"/>
                  <a:gd name="connsiteX3" fmla="*/ 10052 w 28747"/>
                  <a:gd name="connsiteY3" fmla="*/ 12589 h 32787"/>
                  <a:gd name="connsiteX4" fmla="*/ 28747 w 28747"/>
                  <a:gd name="connsiteY4" fmla="*/ 0 h 32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47" h="32787">
                    <a:moveTo>
                      <a:pt x="28747" y="0"/>
                    </a:moveTo>
                    <a:cubicBezTo>
                      <a:pt x="23017" y="4979"/>
                      <a:pt x="18131" y="9959"/>
                      <a:pt x="13622" y="15595"/>
                    </a:cubicBezTo>
                    <a:cubicBezTo>
                      <a:pt x="9019" y="21138"/>
                      <a:pt x="4979" y="27056"/>
                      <a:pt x="0" y="32787"/>
                    </a:cubicBezTo>
                    <a:cubicBezTo>
                      <a:pt x="1691" y="25365"/>
                      <a:pt x="5261" y="18602"/>
                      <a:pt x="10052" y="12589"/>
                    </a:cubicBezTo>
                    <a:cubicBezTo>
                      <a:pt x="14844" y="6764"/>
                      <a:pt x="21232" y="1692"/>
                      <a:pt x="2874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8" name="Forme libre : forme 1607">
                <a:extLst>
                  <a:ext uri="{FF2B5EF4-FFF2-40B4-BE49-F238E27FC236}">
                    <a16:creationId xmlns:a16="http://schemas.microsoft.com/office/drawing/2014/main" id="{5AFB843E-42A4-4EF8-8405-BD7AD97AC256}"/>
                  </a:ext>
                </a:extLst>
              </p:cNvPr>
              <p:cNvSpPr/>
              <p:nvPr/>
            </p:nvSpPr>
            <p:spPr>
              <a:xfrm>
                <a:off x="8551062" y="4687396"/>
                <a:ext cx="14099" cy="74968"/>
              </a:xfrm>
              <a:custGeom>
                <a:avLst/>
                <a:gdLst>
                  <a:gd name="connsiteX0" fmla="*/ 3014 w 14099"/>
                  <a:gd name="connsiteY0" fmla="*/ 0 h 74968"/>
                  <a:gd name="connsiteX1" fmla="*/ 5175 w 14099"/>
                  <a:gd name="connsiteY1" fmla="*/ 38235 h 74968"/>
                  <a:gd name="connsiteX2" fmla="*/ 14100 w 14099"/>
                  <a:gd name="connsiteY2" fmla="*/ 74968 h 74968"/>
                  <a:gd name="connsiteX3" fmla="*/ 477 w 14099"/>
                  <a:gd name="connsiteY3" fmla="*/ 38705 h 74968"/>
                  <a:gd name="connsiteX4" fmla="*/ 3014 w 14099"/>
                  <a:gd name="connsiteY4" fmla="*/ 0 h 74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99" h="74968">
                    <a:moveTo>
                      <a:pt x="3014" y="0"/>
                    </a:moveTo>
                    <a:cubicBezTo>
                      <a:pt x="4141" y="12964"/>
                      <a:pt x="3859" y="25741"/>
                      <a:pt x="5175" y="38235"/>
                    </a:cubicBezTo>
                    <a:cubicBezTo>
                      <a:pt x="6302" y="50824"/>
                      <a:pt x="8933" y="63037"/>
                      <a:pt x="14100" y="74968"/>
                    </a:cubicBezTo>
                    <a:cubicBezTo>
                      <a:pt x="5738" y="64916"/>
                      <a:pt x="1793" y="51576"/>
                      <a:pt x="477" y="38705"/>
                    </a:cubicBezTo>
                    <a:cubicBezTo>
                      <a:pt x="-744" y="25647"/>
                      <a:pt x="477" y="12682"/>
                      <a:pt x="30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9" name="Forme libre : forme 1608">
                <a:extLst>
                  <a:ext uri="{FF2B5EF4-FFF2-40B4-BE49-F238E27FC236}">
                    <a16:creationId xmlns:a16="http://schemas.microsoft.com/office/drawing/2014/main" id="{F058CC54-CF64-4189-971B-FD7203686FE5}"/>
                  </a:ext>
                </a:extLst>
              </p:cNvPr>
              <p:cNvSpPr/>
              <p:nvPr/>
            </p:nvSpPr>
            <p:spPr>
              <a:xfrm>
                <a:off x="8551351" y="4422940"/>
                <a:ext cx="55239" cy="165719"/>
              </a:xfrm>
              <a:custGeom>
                <a:avLst/>
                <a:gdLst>
                  <a:gd name="connsiteX0" fmla="*/ 55240 w 55239"/>
                  <a:gd name="connsiteY0" fmla="*/ 0 h 165719"/>
                  <a:gd name="connsiteX1" fmla="*/ 29687 w 55239"/>
                  <a:gd name="connsiteY1" fmla="*/ 36357 h 165719"/>
                  <a:gd name="connsiteX2" fmla="*/ 12964 w 55239"/>
                  <a:gd name="connsiteY2" fmla="*/ 77411 h 165719"/>
                  <a:gd name="connsiteX3" fmla="*/ 4228 w 55239"/>
                  <a:gd name="connsiteY3" fmla="*/ 121001 h 165719"/>
                  <a:gd name="connsiteX4" fmla="*/ 2349 w 55239"/>
                  <a:gd name="connsiteY4" fmla="*/ 143266 h 165719"/>
                  <a:gd name="connsiteX5" fmla="*/ 1785 w 55239"/>
                  <a:gd name="connsiteY5" fmla="*/ 165719 h 165719"/>
                  <a:gd name="connsiteX6" fmla="*/ 0 w 55239"/>
                  <a:gd name="connsiteY6" fmla="*/ 143266 h 165719"/>
                  <a:gd name="connsiteX7" fmla="*/ 564 w 55239"/>
                  <a:gd name="connsiteY7" fmla="*/ 120720 h 165719"/>
                  <a:gd name="connsiteX8" fmla="*/ 8361 w 55239"/>
                  <a:gd name="connsiteY8" fmla="*/ 76190 h 165719"/>
                  <a:gd name="connsiteX9" fmla="*/ 26399 w 55239"/>
                  <a:gd name="connsiteY9" fmla="*/ 34666 h 165719"/>
                  <a:gd name="connsiteX10" fmla="*/ 55240 w 55239"/>
                  <a:gd name="connsiteY10" fmla="*/ 0 h 16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5239" h="165719">
                    <a:moveTo>
                      <a:pt x="55240" y="0"/>
                    </a:moveTo>
                    <a:cubicBezTo>
                      <a:pt x="44906" y="10804"/>
                      <a:pt x="36639" y="23393"/>
                      <a:pt x="29687" y="36357"/>
                    </a:cubicBezTo>
                    <a:cubicBezTo>
                      <a:pt x="22735" y="49415"/>
                      <a:pt x="17098" y="63225"/>
                      <a:pt x="12964" y="77411"/>
                    </a:cubicBezTo>
                    <a:cubicBezTo>
                      <a:pt x="8831" y="91597"/>
                      <a:pt x="5919" y="106158"/>
                      <a:pt x="4228" y="121001"/>
                    </a:cubicBezTo>
                    <a:cubicBezTo>
                      <a:pt x="3006" y="128329"/>
                      <a:pt x="3006" y="135845"/>
                      <a:pt x="2349" y="143266"/>
                    </a:cubicBezTo>
                    <a:cubicBezTo>
                      <a:pt x="1973" y="150688"/>
                      <a:pt x="2161" y="158204"/>
                      <a:pt x="1785" y="165719"/>
                    </a:cubicBezTo>
                    <a:cubicBezTo>
                      <a:pt x="1033" y="158298"/>
                      <a:pt x="470" y="150782"/>
                      <a:pt x="0" y="143266"/>
                    </a:cubicBezTo>
                    <a:cubicBezTo>
                      <a:pt x="188" y="135751"/>
                      <a:pt x="-188" y="128235"/>
                      <a:pt x="564" y="120720"/>
                    </a:cubicBezTo>
                    <a:cubicBezTo>
                      <a:pt x="1503" y="105688"/>
                      <a:pt x="4510" y="90751"/>
                      <a:pt x="8361" y="76190"/>
                    </a:cubicBezTo>
                    <a:cubicBezTo>
                      <a:pt x="12964" y="61816"/>
                      <a:pt x="18695" y="47630"/>
                      <a:pt x="26399" y="34666"/>
                    </a:cubicBezTo>
                    <a:cubicBezTo>
                      <a:pt x="34290" y="21701"/>
                      <a:pt x="43591" y="9489"/>
                      <a:pt x="5524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0" name="Forme libre : forme 1609">
                <a:extLst>
                  <a:ext uri="{FF2B5EF4-FFF2-40B4-BE49-F238E27FC236}">
                    <a16:creationId xmlns:a16="http://schemas.microsoft.com/office/drawing/2014/main" id="{6EBF0AE6-B0D6-4D5E-B2A8-6CFD3286A4C5}"/>
                  </a:ext>
                </a:extLst>
              </p:cNvPr>
              <p:cNvSpPr/>
              <p:nvPr/>
            </p:nvSpPr>
            <p:spPr>
              <a:xfrm>
                <a:off x="8503240" y="3583988"/>
                <a:ext cx="6518" cy="288996"/>
              </a:xfrm>
              <a:custGeom>
                <a:avLst/>
                <a:gdLst>
                  <a:gd name="connsiteX0" fmla="*/ 387 w 6518"/>
                  <a:gd name="connsiteY0" fmla="*/ 21 h 288996"/>
                  <a:gd name="connsiteX1" fmla="*/ 4239 w 6518"/>
                  <a:gd name="connsiteY1" fmla="*/ 288997 h 288996"/>
                  <a:gd name="connsiteX2" fmla="*/ 387 w 6518"/>
                  <a:gd name="connsiteY2" fmla="*/ 21 h 28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18" h="288996">
                    <a:moveTo>
                      <a:pt x="387" y="21"/>
                    </a:moveTo>
                    <a:cubicBezTo>
                      <a:pt x="-364" y="-2704"/>
                      <a:pt x="-458" y="260907"/>
                      <a:pt x="4239" y="288997"/>
                    </a:cubicBezTo>
                    <a:cubicBezTo>
                      <a:pt x="4239" y="288997"/>
                      <a:pt x="11379" y="38350"/>
                      <a:pt x="387" y="2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1" name="Forme libre : forme 1610">
                <a:extLst>
                  <a:ext uri="{FF2B5EF4-FFF2-40B4-BE49-F238E27FC236}">
                    <a16:creationId xmlns:a16="http://schemas.microsoft.com/office/drawing/2014/main" id="{CC78DEFC-2C59-4279-AEA9-442C411D1A26}"/>
                  </a:ext>
                </a:extLst>
              </p:cNvPr>
              <p:cNvSpPr/>
              <p:nvPr/>
            </p:nvSpPr>
            <p:spPr>
              <a:xfrm>
                <a:off x="8064296" y="4469954"/>
                <a:ext cx="247024" cy="78950"/>
              </a:xfrm>
              <a:custGeom>
                <a:avLst/>
                <a:gdLst>
                  <a:gd name="connsiteX0" fmla="*/ 5116 w 247024"/>
                  <a:gd name="connsiteY0" fmla="*/ 49561 h 78950"/>
                  <a:gd name="connsiteX1" fmla="*/ 36400 w 247024"/>
                  <a:gd name="connsiteY1" fmla="*/ 70229 h 78950"/>
                  <a:gd name="connsiteX2" fmla="*/ 58665 w 247024"/>
                  <a:gd name="connsiteY2" fmla="*/ 73705 h 78950"/>
                  <a:gd name="connsiteX3" fmla="*/ 173278 w 247024"/>
                  <a:gd name="connsiteY3" fmla="*/ 77933 h 78950"/>
                  <a:gd name="connsiteX4" fmla="*/ 205877 w 247024"/>
                  <a:gd name="connsiteY4" fmla="*/ 76712 h 78950"/>
                  <a:gd name="connsiteX5" fmla="*/ 228799 w 247024"/>
                  <a:gd name="connsiteY5" fmla="*/ 77181 h 78950"/>
                  <a:gd name="connsiteX6" fmla="*/ 245334 w 247024"/>
                  <a:gd name="connsiteY6" fmla="*/ 65814 h 78950"/>
                  <a:gd name="connsiteX7" fmla="*/ 247025 w 247024"/>
                  <a:gd name="connsiteY7" fmla="*/ 62526 h 78950"/>
                  <a:gd name="connsiteX8" fmla="*/ 245052 w 247024"/>
                  <a:gd name="connsiteY8" fmla="*/ 58862 h 78950"/>
                  <a:gd name="connsiteX9" fmla="*/ 211514 w 247024"/>
                  <a:gd name="connsiteY9" fmla="*/ 32933 h 78950"/>
                  <a:gd name="connsiteX10" fmla="*/ 184364 w 247024"/>
                  <a:gd name="connsiteY10" fmla="*/ 26451 h 78950"/>
                  <a:gd name="connsiteX11" fmla="*/ 155710 w 247024"/>
                  <a:gd name="connsiteY11" fmla="*/ 14896 h 78950"/>
                  <a:gd name="connsiteX12" fmla="*/ 30199 w 247024"/>
                  <a:gd name="connsiteY12" fmla="*/ 7004 h 78950"/>
                  <a:gd name="connsiteX13" fmla="*/ 8498 w 247024"/>
                  <a:gd name="connsiteY13" fmla="*/ 17338 h 78950"/>
                  <a:gd name="connsiteX14" fmla="*/ 513 w 247024"/>
                  <a:gd name="connsiteY14" fmla="*/ 38946 h 78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7024" h="78950">
                    <a:moveTo>
                      <a:pt x="5116" y="49561"/>
                    </a:moveTo>
                    <a:cubicBezTo>
                      <a:pt x="13101" y="59426"/>
                      <a:pt x="24187" y="66753"/>
                      <a:pt x="36400" y="70229"/>
                    </a:cubicBezTo>
                    <a:cubicBezTo>
                      <a:pt x="43633" y="72296"/>
                      <a:pt x="51149" y="72954"/>
                      <a:pt x="58665" y="73705"/>
                    </a:cubicBezTo>
                    <a:cubicBezTo>
                      <a:pt x="96807" y="77181"/>
                      <a:pt x="135136" y="80751"/>
                      <a:pt x="173278" y="77933"/>
                    </a:cubicBezTo>
                    <a:cubicBezTo>
                      <a:pt x="184081" y="77087"/>
                      <a:pt x="194979" y="75772"/>
                      <a:pt x="205877" y="76712"/>
                    </a:cubicBezTo>
                    <a:cubicBezTo>
                      <a:pt x="213580" y="77369"/>
                      <a:pt x="221378" y="79154"/>
                      <a:pt x="228799" y="77181"/>
                    </a:cubicBezTo>
                    <a:cubicBezTo>
                      <a:pt x="235376" y="75396"/>
                      <a:pt x="240825" y="70887"/>
                      <a:pt x="245334" y="65814"/>
                    </a:cubicBezTo>
                    <a:cubicBezTo>
                      <a:pt x="246179" y="64874"/>
                      <a:pt x="247025" y="63747"/>
                      <a:pt x="247025" y="62526"/>
                    </a:cubicBezTo>
                    <a:cubicBezTo>
                      <a:pt x="247025" y="61117"/>
                      <a:pt x="245992" y="59895"/>
                      <a:pt x="245052" y="58862"/>
                    </a:cubicBezTo>
                    <a:cubicBezTo>
                      <a:pt x="235282" y="48434"/>
                      <a:pt x="224854" y="38006"/>
                      <a:pt x="211514" y="32933"/>
                    </a:cubicBezTo>
                    <a:cubicBezTo>
                      <a:pt x="202776" y="29645"/>
                      <a:pt x="193288" y="28893"/>
                      <a:pt x="184364" y="26451"/>
                    </a:cubicBezTo>
                    <a:cubicBezTo>
                      <a:pt x="174405" y="23726"/>
                      <a:pt x="165198" y="18935"/>
                      <a:pt x="155710" y="14896"/>
                    </a:cubicBezTo>
                    <a:cubicBezTo>
                      <a:pt x="116347" y="-1733"/>
                      <a:pt x="71347" y="-4551"/>
                      <a:pt x="30199" y="7004"/>
                    </a:cubicBezTo>
                    <a:cubicBezTo>
                      <a:pt x="22402" y="9165"/>
                      <a:pt x="14605" y="11983"/>
                      <a:pt x="8498" y="17338"/>
                    </a:cubicBezTo>
                    <a:cubicBezTo>
                      <a:pt x="2486" y="22693"/>
                      <a:pt x="-1460" y="31148"/>
                      <a:pt x="513" y="38946"/>
                    </a:cubicBezTo>
                  </a:path>
                </a:pathLst>
              </a:custGeom>
              <a:solidFill>
                <a:srgbClr val="F9C6B9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2" name="Forme libre : forme 1611">
                <a:extLst>
                  <a:ext uri="{FF2B5EF4-FFF2-40B4-BE49-F238E27FC236}">
                    <a16:creationId xmlns:a16="http://schemas.microsoft.com/office/drawing/2014/main" id="{D8666982-FD1D-41AC-A62F-8D1D10DC6139}"/>
                  </a:ext>
                </a:extLst>
              </p:cNvPr>
              <p:cNvSpPr/>
              <p:nvPr/>
            </p:nvSpPr>
            <p:spPr>
              <a:xfrm>
                <a:off x="8441093" y="4502229"/>
                <a:ext cx="120503" cy="379473"/>
              </a:xfrm>
              <a:custGeom>
                <a:avLst/>
                <a:gdLst>
                  <a:gd name="connsiteX0" fmla="*/ 102179 w 120503"/>
                  <a:gd name="connsiteY0" fmla="*/ 45282 h 379473"/>
                  <a:gd name="connsiteX1" fmla="*/ 99454 w 120503"/>
                  <a:gd name="connsiteY1" fmla="*/ 171920 h 379473"/>
                  <a:gd name="connsiteX2" fmla="*/ 111198 w 120503"/>
                  <a:gd name="connsiteY2" fmla="*/ 260792 h 379473"/>
                  <a:gd name="connsiteX3" fmla="*/ 118901 w 120503"/>
                  <a:gd name="connsiteY3" fmla="*/ 286251 h 379473"/>
                  <a:gd name="connsiteX4" fmla="*/ 90153 w 120503"/>
                  <a:gd name="connsiteY4" fmla="*/ 374465 h 379473"/>
                  <a:gd name="connsiteX5" fmla="*/ 85363 w 120503"/>
                  <a:gd name="connsiteY5" fmla="*/ 378506 h 379473"/>
                  <a:gd name="connsiteX6" fmla="*/ 78598 w 120503"/>
                  <a:gd name="connsiteY6" fmla="*/ 379445 h 379473"/>
                  <a:gd name="connsiteX7" fmla="*/ 1376 w 120503"/>
                  <a:gd name="connsiteY7" fmla="*/ 324017 h 379473"/>
                  <a:gd name="connsiteX8" fmla="*/ 2503 w 120503"/>
                  <a:gd name="connsiteY8" fmla="*/ 311523 h 379473"/>
                  <a:gd name="connsiteX9" fmla="*/ 8139 w 120503"/>
                  <a:gd name="connsiteY9" fmla="*/ 309831 h 379473"/>
                  <a:gd name="connsiteX10" fmla="*/ 39048 w 120503"/>
                  <a:gd name="connsiteY10" fmla="*/ 306167 h 379473"/>
                  <a:gd name="connsiteX11" fmla="*/ 70144 w 120503"/>
                  <a:gd name="connsiteY11" fmla="*/ 297337 h 379473"/>
                  <a:gd name="connsiteX12" fmla="*/ 87523 w 120503"/>
                  <a:gd name="connsiteY12" fmla="*/ 268965 h 379473"/>
                  <a:gd name="connsiteX13" fmla="*/ 89214 w 120503"/>
                  <a:gd name="connsiteY13" fmla="*/ 235051 h 379473"/>
                  <a:gd name="connsiteX14" fmla="*/ 97293 w 120503"/>
                  <a:gd name="connsiteY14" fmla="*/ 48476 h 379473"/>
                  <a:gd name="connsiteX15" fmla="*/ 108661 w 120503"/>
                  <a:gd name="connsiteY15" fmla="*/ 0 h 379473"/>
                  <a:gd name="connsiteX16" fmla="*/ 102179 w 120503"/>
                  <a:gd name="connsiteY16" fmla="*/ 45282 h 379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0503" h="379473">
                    <a:moveTo>
                      <a:pt x="102179" y="45282"/>
                    </a:moveTo>
                    <a:cubicBezTo>
                      <a:pt x="96636" y="87181"/>
                      <a:pt x="97763" y="129645"/>
                      <a:pt x="99454" y="171920"/>
                    </a:cubicBezTo>
                    <a:cubicBezTo>
                      <a:pt x="100676" y="201888"/>
                      <a:pt x="102273" y="232139"/>
                      <a:pt x="111198" y="260792"/>
                    </a:cubicBezTo>
                    <a:cubicBezTo>
                      <a:pt x="113828" y="269247"/>
                      <a:pt x="117116" y="277514"/>
                      <a:pt x="118901" y="286251"/>
                    </a:cubicBezTo>
                    <a:cubicBezTo>
                      <a:pt x="125383" y="317723"/>
                      <a:pt x="111479" y="350510"/>
                      <a:pt x="90153" y="374465"/>
                    </a:cubicBezTo>
                    <a:cubicBezTo>
                      <a:pt x="88745" y="376063"/>
                      <a:pt x="87241" y="377660"/>
                      <a:pt x="85363" y="378506"/>
                    </a:cubicBezTo>
                    <a:cubicBezTo>
                      <a:pt x="83296" y="379445"/>
                      <a:pt x="80947" y="379539"/>
                      <a:pt x="78598" y="379445"/>
                    </a:cubicBezTo>
                    <a:cubicBezTo>
                      <a:pt x="44966" y="378506"/>
                      <a:pt x="13025" y="355583"/>
                      <a:pt x="1376" y="324017"/>
                    </a:cubicBezTo>
                    <a:cubicBezTo>
                      <a:pt x="-222" y="319790"/>
                      <a:pt x="-1067" y="314247"/>
                      <a:pt x="2503" y="311523"/>
                    </a:cubicBezTo>
                    <a:cubicBezTo>
                      <a:pt x="4100" y="310301"/>
                      <a:pt x="6167" y="310019"/>
                      <a:pt x="8139" y="309831"/>
                    </a:cubicBezTo>
                    <a:cubicBezTo>
                      <a:pt x="18474" y="308610"/>
                      <a:pt x="28713" y="307389"/>
                      <a:pt x="39048" y="306167"/>
                    </a:cubicBezTo>
                    <a:cubicBezTo>
                      <a:pt x="49851" y="304852"/>
                      <a:pt x="61125" y="303443"/>
                      <a:pt x="70144" y="297337"/>
                    </a:cubicBezTo>
                    <a:cubicBezTo>
                      <a:pt x="79538" y="290948"/>
                      <a:pt x="85081" y="280051"/>
                      <a:pt x="87523" y="268965"/>
                    </a:cubicBezTo>
                    <a:cubicBezTo>
                      <a:pt x="89966" y="257880"/>
                      <a:pt x="89590" y="246418"/>
                      <a:pt x="89214" y="235051"/>
                    </a:cubicBezTo>
                    <a:cubicBezTo>
                      <a:pt x="87241" y="172859"/>
                      <a:pt x="86584" y="110010"/>
                      <a:pt x="97293" y="48476"/>
                    </a:cubicBezTo>
                    <a:cubicBezTo>
                      <a:pt x="100018" y="32975"/>
                      <a:pt x="102085" y="14186"/>
                      <a:pt x="108661" y="0"/>
                    </a:cubicBezTo>
                    <a:cubicBezTo>
                      <a:pt x="113170" y="10522"/>
                      <a:pt x="103681" y="33820"/>
                      <a:pt x="102179" y="45282"/>
                    </a:cubicBezTo>
                    <a:close/>
                  </a:path>
                </a:pathLst>
              </a:custGeom>
              <a:solidFill>
                <a:srgbClr val="F9C6B9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3" name="Forme libre : forme 1612">
                <a:extLst>
                  <a:ext uri="{FF2B5EF4-FFF2-40B4-BE49-F238E27FC236}">
                    <a16:creationId xmlns:a16="http://schemas.microsoft.com/office/drawing/2014/main" id="{F51D3418-92E4-4E55-96E0-B52DFA4D9E60}"/>
                  </a:ext>
                </a:extLst>
              </p:cNvPr>
              <p:cNvSpPr/>
              <p:nvPr/>
            </p:nvSpPr>
            <p:spPr>
              <a:xfrm>
                <a:off x="8690107" y="4464363"/>
                <a:ext cx="255598" cy="90999"/>
              </a:xfrm>
              <a:custGeom>
                <a:avLst/>
                <a:gdLst>
                  <a:gd name="connsiteX0" fmla="*/ 753 w 255598"/>
                  <a:gd name="connsiteY0" fmla="*/ 76196 h 90999"/>
                  <a:gd name="connsiteX1" fmla="*/ 18415 w 255598"/>
                  <a:gd name="connsiteY1" fmla="*/ 85779 h 90999"/>
                  <a:gd name="connsiteX2" fmla="*/ 225564 w 255598"/>
                  <a:gd name="connsiteY2" fmla="*/ 77042 h 90999"/>
                  <a:gd name="connsiteX3" fmla="*/ 249896 w 255598"/>
                  <a:gd name="connsiteY3" fmla="*/ 65487 h 90999"/>
                  <a:gd name="connsiteX4" fmla="*/ 253748 w 255598"/>
                  <a:gd name="connsiteY4" fmla="*/ 35424 h 90999"/>
                  <a:gd name="connsiteX5" fmla="*/ 242662 w 255598"/>
                  <a:gd name="connsiteY5" fmla="*/ 16541 h 90999"/>
                  <a:gd name="connsiteX6" fmla="*/ 214102 w 255598"/>
                  <a:gd name="connsiteY6" fmla="*/ 5738 h 90999"/>
                  <a:gd name="connsiteX7" fmla="*/ 102496 w 255598"/>
                  <a:gd name="connsiteY7" fmla="*/ 2543 h 90999"/>
                  <a:gd name="connsiteX8" fmla="*/ 19072 w 255598"/>
                  <a:gd name="connsiteY8" fmla="*/ 31197 h 90999"/>
                  <a:gd name="connsiteX9" fmla="*/ 753 w 255598"/>
                  <a:gd name="connsiteY9" fmla="*/ 76196 h 90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5598" h="90999">
                    <a:moveTo>
                      <a:pt x="753" y="76196"/>
                    </a:moveTo>
                    <a:cubicBezTo>
                      <a:pt x="3195" y="82772"/>
                      <a:pt x="11463" y="84839"/>
                      <a:pt x="18415" y="85779"/>
                    </a:cubicBezTo>
                    <a:cubicBezTo>
                      <a:pt x="87276" y="94985"/>
                      <a:pt x="157735" y="91979"/>
                      <a:pt x="225564" y="77042"/>
                    </a:cubicBezTo>
                    <a:cubicBezTo>
                      <a:pt x="234489" y="75069"/>
                      <a:pt x="244071" y="72532"/>
                      <a:pt x="249896" y="65487"/>
                    </a:cubicBezTo>
                    <a:cubicBezTo>
                      <a:pt x="256660" y="57407"/>
                      <a:pt x="256660" y="45570"/>
                      <a:pt x="253748" y="35424"/>
                    </a:cubicBezTo>
                    <a:cubicBezTo>
                      <a:pt x="251681" y="28284"/>
                      <a:pt x="248205" y="21426"/>
                      <a:pt x="242662" y="16541"/>
                    </a:cubicBezTo>
                    <a:cubicBezTo>
                      <a:pt x="234959" y="9683"/>
                      <a:pt x="224343" y="7428"/>
                      <a:pt x="214102" y="5738"/>
                    </a:cubicBezTo>
                    <a:cubicBezTo>
                      <a:pt x="177276" y="-369"/>
                      <a:pt x="139604" y="-1872"/>
                      <a:pt x="102496" y="2543"/>
                    </a:cubicBezTo>
                    <a:cubicBezTo>
                      <a:pt x="77882" y="5456"/>
                      <a:pt x="34198" y="8368"/>
                      <a:pt x="19072" y="31197"/>
                    </a:cubicBezTo>
                    <a:cubicBezTo>
                      <a:pt x="12496" y="41155"/>
                      <a:pt x="-3662" y="64359"/>
                      <a:pt x="753" y="76196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4" name="Forme libre : forme 1613">
                <a:extLst>
                  <a:ext uri="{FF2B5EF4-FFF2-40B4-BE49-F238E27FC236}">
                    <a16:creationId xmlns:a16="http://schemas.microsoft.com/office/drawing/2014/main" id="{4AE9D2C4-1194-4F16-A6E0-5154F111008A}"/>
                  </a:ext>
                </a:extLst>
              </p:cNvPr>
              <p:cNvSpPr/>
              <p:nvPr/>
            </p:nvSpPr>
            <p:spPr>
              <a:xfrm>
                <a:off x="8531834" y="4929868"/>
                <a:ext cx="41218" cy="117930"/>
              </a:xfrm>
              <a:custGeom>
                <a:avLst/>
                <a:gdLst>
                  <a:gd name="connsiteX0" fmla="*/ 14162 w 41218"/>
                  <a:gd name="connsiteY0" fmla="*/ 49227 h 117930"/>
                  <a:gd name="connsiteX1" fmla="*/ 12377 w 41218"/>
                  <a:gd name="connsiteY1" fmla="*/ 0 h 117930"/>
                  <a:gd name="connsiteX2" fmla="*/ 20739 w 41218"/>
                  <a:gd name="connsiteY2" fmla="*/ 28465 h 117930"/>
                  <a:gd name="connsiteX3" fmla="*/ 22899 w 41218"/>
                  <a:gd name="connsiteY3" fmla="*/ 55240 h 117930"/>
                  <a:gd name="connsiteX4" fmla="*/ 41219 w 41218"/>
                  <a:gd name="connsiteY4" fmla="*/ 116022 h 117930"/>
                  <a:gd name="connsiteX5" fmla="*/ 13317 w 41218"/>
                  <a:gd name="connsiteY5" fmla="*/ 114143 h 117930"/>
                  <a:gd name="connsiteX6" fmla="*/ 1480 w 41218"/>
                  <a:gd name="connsiteY6" fmla="*/ 110198 h 117930"/>
                  <a:gd name="connsiteX7" fmla="*/ 14162 w 41218"/>
                  <a:gd name="connsiteY7" fmla="*/ 49227 h 117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218" h="117930">
                    <a:moveTo>
                      <a:pt x="14162" y="49227"/>
                    </a:moveTo>
                    <a:cubicBezTo>
                      <a:pt x="15102" y="32787"/>
                      <a:pt x="16041" y="16064"/>
                      <a:pt x="12377" y="0"/>
                    </a:cubicBezTo>
                    <a:cubicBezTo>
                      <a:pt x="16511" y="9018"/>
                      <a:pt x="19423" y="18695"/>
                      <a:pt x="20739" y="28465"/>
                    </a:cubicBezTo>
                    <a:cubicBezTo>
                      <a:pt x="21960" y="37390"/>
                      <a:pt x="22054" y="46315"/>
                      <a:pt x="22899" y="55240"/>
                    </a:cubicBezTo>
                    <a:cubicBezTo>
                      <a:pt x="24872" y="76472"/>
                      <a:pt x="31166" y="97233"/>
                      <a:pt x="41219" y="116022"/>
                    </a:cubicBezTo>
                    <a:cubicBezTo>
                      <a:pt x="38119" y="110292"/>
                      <a:pt x="18109" y="113016"/>
                      <a:pt x="13317" y="114143"/>
                    </a:cubicBezTo>
                    <a:cubicBezTo>
                      <a:pt x="4298" y="116304"/>
                      <a:pt x="-3311" y="123256"/>
                      <a:pt x="1480" y="110198"/>
                    </a:cubicBezTo>
                    <a:cubicBezTo>
                      <a:pt x="9184" y="89718"/>
                      <a:pt x="12941" y="71211"/>
                      <a:pt x="14162" y="49227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5" name="Forme libre : forme 1614">
                <a:extLst>
                  <a:ext uri="{FF2B5EF4-FFF2-40B4-BE49-F238E27FC236}">
                    <a16:creationId xmlns:a16="http://schemas.microsoft.com/office/drawing/2014/main" id="{CA52605A-F35D-4660-89E0-51410C758181}"/>
                  </a:ext>
                </a:extLst>
              </p:cNvPr>
              <p:cNvSpPr/>
              <p:nvPr/>
            </p:nvSpPr>
            <p:spPr>
              <a:xfrm>
                <a:off x="8457087" y="4954164"/>
                <a:ext cx="51182" cy="108824"/>
              </a:xfrm>
              <a:custGeom>
                <a:avLst/>
                <a:gdLst>
                  <a:gd name="connsiteX0" fmla="*/ 39495 w 51182"/>
                  <a:gd name="connsiteY0" fmla="*/ 60630 h 108824"/>
                  <a:gd name="connsiteX1" fmla="*/ 51144 w 51182"/>
                  <a:gd name="connsiteY1" fmla="*/ 108824 h 108824"/>
                  <a:gd name="connsiteX2" fmla="*/ 8868 w 51182"/>
                  <a:gd name="connsiteY2" fmla="*/ 91538 h 108824"/>
                  <a:gd name="connsiteX3" fmla="*/ 1071 w 51182"/>
                  <a:gd name="connsiteY3" fmla="*/ 86089 h 108824"/>
                  <a:gd name="connsiteX4" fmla="*/ 37 w 51182"/>
                  <a:gd name="connsiteY4" fmla="*/ 79044 h 108824"/>
                  <a:gd name="connsiteX5" fmla="*/ 4829 w 51182"/>
                  <a:gd name="connsiteY5" fmla="*/ 53209 h 108824"/>
                  <a:gd name="connsiteX6" fmla="*/ 14505 w 51182"/>
                  <a:gd name="connsiteY6" fmla="*/ 14409 h 108824"/>
                  <a:gd name="connsiteX7" fmla="*/ 25590 w 51182"/>
                  <a:gd name="connsiteY7" fmla="*/ 1351 h 108824"/>
                  <a:gd name="connsiteX8" fmla="*/ 34703 w 51182"/>
                  <a:gd name="connsiteY8" fmla="*/ 23146 h 108824"/>
                  <a:gd name="connsiteX9" fmla="*/ 39495 w 51182"/>
                  <a:gd name="connsiteY9" fmla="*/ 60630 h 108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182" h="108824">
                    <a:moveTo>
                      <a:pt x="39495" y="60630"/>
                    </a:moveTo>
                    <a:cubicBezTo>
                      <a:pt x="43910" y="76695"/>
                      <a:pt x="51801" y="92196"/>
                      <a:pt x="51144" y="108824"/>
                    </a:cubicBezTo>
                    <a:cubicBezTo>
                      <a:pt x="37052" y="103094"/>
                      <a:pt x="22960" y="97269"/>
                      <a:pt x="8868" y="91538"/>
                    </a:cubicBezTo>
                    <a:cubicBezTo>
                      <a:pt x="5862" y="90317"/>
                      <a:pt x="2668" y="88908"/>
                      <a:pt x="1071" y="86089"/>
                    </a:cubicBezTo>
                    <a:cubicBezTo>
                      <a:pt x="-57" y="83929"/>
                      <a:pt x="-57" y="81392"/>
                      <a:pt x="37" y="79044"/>
                    </a:cubicBezTo>
                    <a:cubicBezTo>
                      <a:pt x="601" y="70307"/>
                      <a:pt x="2668" y="61757"/>
                      <a:pt x="4829" y="53209"/>
                    </a:cubicBezTo>
                    <a:cubicBezTo>
                      <a:pt x="8023" y="40244"/>
                      <a:pt x="11217" y="27280"/>
                      <a:pt x="14505" y="14409"/>
                    </a:cubicBezTo>
                    <a:cubicBezTo>
                      <a:pt x="16290" y="6988"/>
                      <a:pt x="16290" y="-3816"/>
                      <a:pt x="25590" y="1351"/>
                    </a:cubicBezTo>
                    <a:cubicBezTo>
                      <a:pt x="32918" y="5390"/>
                      <a:pt x="34327" y="15912"/>
                      <a:pt x="34703" y="23146"/>
                    </a:cubicBezTo>
                    <a:cubicBezTo>
                      <a:pt x="35361" y="35735"/>
                      <a:pt x="36112" y="48229"/>
                      <a:pt x="39495" y="60630"/>
                    </a:cubicBezTo>
                    <a:close/>
                  </a:path>
                </a:pathLst>
              </a:custGeom>
              <a:solidFill>
                <a:srgbClr val="F4AD9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6" name="Forme libre : forme 1615">
                <a:extLst>
                  <a:ext uri="{FF2B5EF4-FFF2-40B4-BE49-F238E27FC236}">
                    <a16:creationId xmlns:a16="http://schemas.microsoft.com/office/drawing/2014/main" id="{8167F506-9D21-4F28-A30E-6B89EFE1CD8F}"/>
                  </a:ext>
                </a:extLst>
              </p:cNvPr>
              <p:cNvSpPr/>
              <p:nvPr/>
            </p:nvSpPr>
            <p:spPr>
              <a:xfrm>
                <a:off x="8411468" y="5209355"/>
                <a:ext cx="221709" cy="44808"/>
              </a:xfrm>
              <a:custGeom>
                <a:avLst/>
                <a:gdLst>
                  <a:gd name="connsiteX0" fmla="*/ 15500 w 221709"/>
                  <a:gd name="connsiteY0" fmla="*/ 12495 h 44808"/>
                  <a:gd name="connsiteX1" fmla="*/ 221710 w 221709"/>
                  <a:gd name="connsiteY1" fmla="*/ 0 h 44808"/>
                  <a:gd name="connsiteX2" fmla="*/ 17285 w 221709"/>
                  <a:gd name="connsiteY2" fmla="*/ 41430 h 44808"/>
                  <a:gd name="connsiteX3" fmla="*/ 15500 w 221709"/>
                  <a:gd name="connsiteY3" fmla="*/ 12495 h 44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709" h="44808">
                    <a:moveTo>
                      <a:pt x="15500" y="12495"/>
                    </a:moveTo>
                    <a:cubicBezTo>
                      <a:pt x="15500" y="12495"/>
                      <a:pt x="146648" y="30438"/>
                      <a:pt x="221710" y="0"/>
                    </a:cubicBezTo>
                    <a:cubicBezTo>
                      <a:pt x="221710" y="0"/>
                      <a:pt x="116773" y="59373"/>
                      <a:pt x="17285" y="41430"/>
                    </a:cubicBezTo>
                    <a:cubicBezTo>
                      <a:pt x="17285" y="41336"/>
                      <a:pt x="-20387" y="13998"/>
                      <a:pt x="15500" y="12495"/>
                    </a:cubicBezTo>
                    <a:close/>
                  </a:path>
                </a:pathLst>
              </a:custGeom>
              <a:solidFill>
                <a:srgbClr val="F4AD9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7" name="Forme libre : forme 1616">
                <a:extLst>
                  <a:ext uri="{FF2B5EF4-FFF2-40B4-BE49-F238E27FC236}">
                    <a16:creationId xmlns:a16="http://schemas.microsoft.com/office/drawing/2014/main" id="{4EC0C3A7-8D78-48F5-A869-7C7BB6899471}"/>
                  </a:ext>
                </a:extLst>
              </p:cNvPr>
              <p:cNvSpPr/>
              <p:nvPr/>
            </p:nvSpPr>
            <p:spPr>
              <a:xfrm>
                <a:off x="8354603" y="5268528"/>
                <a:ext cx="261125" cy="128663"/>
              </a:xfrm>
              <a:custGeom>
                <a:avLst/>
                <a:gdLst>
                  <a:gd name="connsiteX0" fmla="*/ 70768 w 261125"/>
                  <a:gd name="connsiteY0" fmla="*/ 19648 h 128663"/>
                  <a:gd name="connsiteX1" fmla="*/ 22574 w 261125"/>
                  <a:gd name="connsiteY1" fmla="*/ 48395 h 128663"/>
                  <a:gd name="connsiteX2" fmla="*/ 3691 w 261125"/>
                  <a:gd name="connsiteY2" fmla="*/ 81651 h 128663"/>
                  <a:gd name="connsiteX3" fmla="*/ 27 w 261125"/>
                  <a:gd name="connsiteY3" fmla="*/ 95461 h 128663"/>
                  <a:gd name="connsiteX4" fmla="*/ 6509 w 261125"/>
                  <a:gd name="connsiteY4" fmla="*/ 110023 h 128663"/>
                  <a:gd name="connsiteX5" fmla="*/ 28116 w 261125"/>
                  <a:gd name="connsiteY5" fmla="*/ 128436 h 128663"/>
                  <a:gd name="connsiteX6" fmla="*/ 51415 w 261125"/>
                  <a:gd name="connsiteY6" fmla="*/ 120263 h 128663"/>
                  <a:gd name="connsiteX7" fmla="*/ 113137 w 261125"/>
                  <a:gd name="connsiteY7" fmla="*/ 75921 h 128663"/>
                  <a:gd name="connsiteX8" fmla="*/ 150715 w 261125"/>
                  <a:gd name="connsiteY8" fmla="*/ 68405 h 128663"/>
                  <a:gd name="connsiteX9" fmla="*/ 191487 w 261125"/>
                  <a:gd name="connsiteY9" fmla="*/ 66714 h 128663"/>
                  <a:gd name="connsiteX10" fmla="*/ 224462 w 261125"/>
                  <a:gd name="connsiteY10" fmla="*/ 68499 h 128663"/>
                  <a:gd name="connsiteX11" fmla="*/ 257155 w 261125"/>
                  <a:gd name="connsiteY11" fmla="*/ 44637 h 128663"/>
                  <a:gd name="connsiteX12" fmla="*/ 256779 w 261125"/>
                  <a:gd name="connsiteY12" fmla="*/ 12508 h 128663"/>
                  <a:gd name="connsiteX13" fmla="*/ 223053 w 261125"/>
                  <a:gd name="connsiteY13" fmla="*/ 1798 h 128663"/>
                  <a:gd name="connsiteX14" fmla="*/ 172511 w 261125"/>
                  <a:gd name="connsiteY14" fmla="*/ 295 h 128663"/>
                  <a:gd name="connsiteX15" fmla="*/ 70768 w 261125"/>
                  <a:gd name="connsiteY15" fmla="*/ 19648 h 128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61125" h="128663">
                    <a:moveTo>
                      <a:pt x="70768" y="19648"/>
                    </a:moveTo>
                    <a:cubicBezTo>
                      <a:pt x="52918" y="25942"/>
                      <a:pt x="34975" y="34021"/>
                      <a:pt x="22574" y="48395"/>
                    </a:cubicBezTo>
                    <a:cubicBezTo>
                      <a:pt x="14213" y="58071"/>
                      <a:pt x="8858" y="70002"/>
                      <a:pt x="3691" y="81651"/>
                    </a:cubicBezTo>
                    <a:cubicBezTo>
                      <a:pt x="1718" y="86066"/>
                      <a:pt x="-255" y="90670"/>
                      <a:pt x="27" y="95461"/>
                    </a:cubicBezTo>
                    <a:cubicBezTo>
                      <a:pt x="403" y="100816"/>
                      <a:pt x="3503" y="105607"/>
                      <a:pt x="6509" y="110023"/>
                    </a:cubicBezTo>
                    <a:cubicBezTo>
                      <a:pt x="11958" y="118102"/>
                      <a:pt x="18534" y="126839"/>
                      <a:pt x="28116" y="128436"/>
                    </a:cubicBezTo>
                    <a:cubicBezTo>
                      <a:pt x="36478" y="129751"/>
                      <a:pt x="44557" y="125148"/>
                      <a:pt x="51415" y="120263"/>
                    </a:cubicBezTo>
                    <a:cubicBezTo>
                      <a:pt x="71989" y="105326"/>
                      <a:pt x="89369" y="85033"/>
                      <a:pt x="113137" y="75921"/>
                    </a:cubicBezTo>
                    <a:cubicBezTo>
                      <a:pt x="125068" y="71317"/>
                      <a:pt x="138032" y="69814"/>
                      <a:pt x="150715" y="68405"/>
                    </a:cubicBezTo>
                    <a:cubicBezTo>
                      <a:pt x="164244" y="66902"/>
                      <a:pt x="177959" y="65586"/>
                      <a:pt x="191487" y="66714"/>
                    </a:cubicBezTo>
                    <a:cubicBezTo>
                      <a:pt x="202479" y="67653"/>
                      <a:pt x="213565" y="70190"/>
                      <a:pt x="224462" y="68499"/>
                    </a:cubicBezTo>
                    <a:cubicBezTo>
                      <a:pt x="238366" y="66432"/>
                      <a:pt x="250955" y="57226"/>
                      <a:pt x="257155" y="44637"/>
                    </a:cubicBezTo>
                    <a:cubicBezTo>
                      <a:pt x="262134" y="34585"/>
                      <a:pt x="262886" y="21902"/>
                      <a:pt x="256779" y="12508"/>
                    </a:cubicBezTo>
                    <a:cubicBezTo>
                      <a:pt x="248794" y="201"/>
                      <a:pt x="235454" y="2925"/>
                      <a:pt x="223053" y="1798"/>
                    </a:cubicBezTo>
                    <a:cubicBezTo>
                      <a:pt x="206237" y="295"/>
                      <a:pt x="189421" y="-457"/>
                      <a:pt x="172511" y="295"/>
                    </a:cubicBezTo>
                    <a:cubicBezTo>
                      <a:pt x="137938" y="1610"/>
                      <a:pt x="103461" y="8186"/>
                      <a:pt x="70768" y="19648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8" name="Forme libre : forme 1617">
                <a:extLst>
                  <a:ext uri="{FF2B5EF4-FFF2-40B4-BE49-F238E27FC236}">
                    <a16:creationId xmlns:a16="http://schemas.microsoft.com/office/drawing/2014/main" id="{0FA9DBDF-5F0E-4A27-8910-997CBF3A0C0A}"/>
                  </a:ext>
                </a:extLst>
              </p:cNvPr>
              <p:cNvSpPr/>
              <p:nvPr/>
            </p:nvSpPr>
            <p:spPr>
              <a:xfrm>
                <a:off x="7955264" y="3822445"/>
                <a:ext cx="419485" cy="401937"/>
              </a:xfrm>
              <a:custGeom>
                <a:avLst/>
                <a:gdLst>
                  <a:gd name="connsiteX0" fmla="*/ 400493 w 419485"/>
                  <a:gd name="connsiteY0" fmla="*/ 27335 h 401937"/>
                  <a:gd name="connsiteX1" fmla="*/ 364418 w 419485"/>
                  <a:gd name="connsiteY1" fmla="*/ 17095 h 401937"/>
                  <a:gd name="connsiteX2" fmla="*/ 260609 w 419485"/>
                  <a:gd name="connsiteY2" fmla="*/ 467 h 401937"/>
                  <a:gd name="connsiteX3" fmla="*/ 142238 w 419485"/>
                  <a:gd name="connsiteY3" fmla="*/ 49788 h 401937"/>
                  <a:gd name="connsiteX4" fmla="*/ 97708 w 419485"/>
                  <a:gd name="connsiteY4" fmla="*/ 85393 h 401937"/>
                  <a:gd name="connsiteX5" fmla="*/ 31007 w 419485"/>
                  <a:gd name="connsiteY5" fmla="*/ 217668 h 401937"/>
                  <a:gd name="connsiteX6" fmla="*/ 4 w 419485"/>
                  <a:gd name="connsiteY6" fmla="*/ 363659 h 401937"/>
                  <a:gd name="connsiteX7" fmla="*/ 10245 w 419485"/>
                  <a:gd name="connsiteY7" fmla="*/ 398043 h 401937"/>
                  <a:gd name="connsiteX8" fmla="*/ 20297 w 419485"/>
                  <a:gd name="connsiteY8" fmla="*/ 401707 h 401937"/>
                  <a:gd name="connsiteX9" fmla="*/ 28376 w 419485"/>
                  <a:gd name="connsiteY9" fmla="*/ 391279 h 401937"/>
                  <a:gd name="connsiteX10" fmla="*/ 102311 w 419485"/>
                  <a:gd name="connsiteY10" fmla="*/ 202073 h 401937"/>
                  <a:gd name="connsiteX11" fmla="*/ 259482 w 419485"/>
                  <a:gd name="connsiteY11" fmla="*/ 84172 h 401937"/>
                  <a:gd name="connsiteX12" fmla="*/ 351735 w 419485"/>
                  <a:gd name="connsiteY12" fmla="*/ 80884 h 401937"/>
                  <a:gd name="connsiteX13" fmla="*/ 416182 w 419485"/>
                  <a:gd name="connsiteY13" fmla="*/ 55613 h 401937"/>
                  <a:gd name="connsiteX14" fmla="*/ 400493 w 419485"/>
                  <a:gd name="connsiteY14" fmla="*/ 27335 h 40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9485" h="401937">
                    <a:moveTo>
                      <a:pt x="400493" y="27335"/>
                    </a:moveTo>
                    <a:cubicBezTo>
                      <a:pt x="388468" y="23953"/>
                      <a:pt x="376443" y="20477"/>
                      <a:pt x="364418" y="17095"/>
                    </a:cubicBezTo>
                    <a:cubicBezTo>
                      <a:pt x="330504" y="7419"/>
                      <a:pt x="295744" y="-2257"/>
                      <a:pt x="260609" y="467"/>
                    </a:cubicBezTo>
                    <a:cubicBezTo>
                      <a:pt x="217488" y="3849"/>
                      <a:pt x="178031" y="25644"/>
                      <a:pt x="142238" y="49788"/>
                    </a:cubicBezTo>
                    <a:cubicBezTo>
                      <a:pt x="126455" y="60404"/>
                      <a:pt x="110954" y="71771"/>
                      <a:pt x="97708" y="85393"/>
                    </a:cubicBezTo>
                    <a:cubicBezTo>
                      <a:pt x="63042" y="121186"/>
                      <a:pt x="46320" y="170320"/>
                      <a:pt x="31007" y="217668"/>
                    </a:cubicBezTo>
                    <a:cubicBezTo>
                      <a:pt x="15600" y="265204"/>
                      <a:pt x="381" y="313680"/>
                      <a:pt x="4" y="363659"/>
                    </a:cubicBezTo>
                    <a:cubicBezTo>
                      <a:pt x="-89" y="375966"/>
                      <a:pt x="1226" y="389588"/>
                      <a:pt x="10245" y="398043"/>
                    </a:cubicBezTo>
                    <a:cubicBezTo>
                      <a:pt x="12969" y="400579"/>
                      <a:pt x="16727" y="402646"/>
                      <a:pt x="20297" y="401707"/>
                    </a:cubicBezTo>
                    <a:cubicBezTo>
                      <a:pt x="24712" y="400579"/>
                      <a:pt x="26873" y="395600"/>
                      <a:pt x="28376" y="391279"/>
                    </a:cubicBezTo>
                    <a:cubicBezTo>
                      <a:pt x="50641" y="327208"/>
                      <a:pt x="67927" y="260601"/>
                      <a:pt x="102311" y="202073"/>
                    </a:cubicBezTo>
                    <a:cubicBezTo>
                      <a:pt x="136695" y="143545"/>
                      <a:pt x="192217" y="92721"/>
                      <a:pt x="259482" y="84172"/>
                    </a:cubicBezTo>
                    <a:cubicBezTo>
                      <a:pt x="290014" y="80320"/>
                      <a:pt x="321203" y="85299"/>
                      <a:pt x="351735" y="80884"/>
                    </a:cubicBezTo>
                    <a:cubicBezTo>
                      <a:pt x="374752" y="77596"/>
                      <a:pt x="397017" y="68859"/>
                      <a:pt x="416182" y="55613"/>
                    </a:cubicBezTo>
                    <a:cubicBezTo>
                      <a:pt x="425952" y="48849"/>
                      <a:pt x="412049" y="30623"/>
                      <a:pt x="400493" y="27335"/>
                    </a:cubicBezTo>
                    <a:close/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9" name="Forme libre : forme 1618">
                <a:extLst>
                  <a:ext uri="{FF2B5EF4-FFF2-40B4-BE49-F238E27FC236}">
                    <a16:creationId xmlns:a16="http://schemas.microsoft.com/office/drawing/2014/main" id="{42A999B7-0A73-43DC-9B8E-79B8B6C75EA3}"/>
                  </a:ext>
                </a:extLst>
              </p:cNvPr>
              <p:cNvSpPr/>
              <p:nvPr/>
            </p:nvSpPr>
            <p:spPr>
              <a:xfrm>
                <a:off x="7800447" y="5435105"/>
                <a:ext cx="347581" cy="363098"/>
              </a:xfrm>
              <a:custGeom>
                <a:avLst/>
                <a:gdLst>
                  <a:gd name="connsiteX0" fmla="*/ 337827 w 347581"/>
                  <a:gd name="connsiteY0" fmla="*/ 0 h 363098"/>
                  <a:gd name="connsiteX1" fmla="*/ 300249 w 347581"/>
                  <a:gd name="connsiteY1" fmla="*/ 170605 h 363098"/>
                  <a:gd name="connsiteX2" fmla="*/ 196721 w 347581"/>
                  <a:gd name="connsiteY2" fmla="*/ 251492 h 363098"/>
                  <a:gd name="connsiteX3" fmla="*/ 135093 w 347581"/>
                  <a:gd name="connsiteY3" fmla="*/ 286439 h 363098"/>
                  <a:gd name="connsiteX4" fmla="*/ 0 w 347581"/>
                  <a:gd name="connsiteY4" fmla="*/ 363098 h 363098"/>
                  <a:gd name="connsiteX5" fmla="*/ 75532 w 347581"/>
                  <a:gd name="connsiteY5" fmla="*/ 332942 h 363098"/>
                  <a:gd name="connsiteX6" fmla="*/ 274038 w 347581"/>
                  <a:gd name="connsiteY6" fmla="*/ 239279 h 363098"/>
                  <a:gd name="connsiteX7" fmla="*/ 309925 w 347581"/>
                  <a:gd name="connsiteY7" fmla="*/ 217953 h 363098"/>
                  <a:gd name="connsiteX8" fmla="*/ 343746 w 347581"/>
                  <a:gd name="connsiteY8" fmla="*/ 139509 h 363098"/>
                  <a:gd name="connsiteX9" fmla="*/ 343088 w 347581"/>
                  <a:gd name="connsiteY9" fmla="*/ 23393 h 36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7581" h="363098">
                    <a:moveTo>
                      <a:pt x="337827" y="0"/>
                    </a:moveTo>
                    <a:cubicBezTo>
                      <a:pt x="336700" y="59092"/>
                      <a:pt x="334257" y="122223"/>
                      <a:pt x="300249" y="170605"/>
                    </a:cubicBezTo>
                    <a:cubicBezTo>
                      <a:pt x="274884" y="206773"/>
                      <a:pt x="235145" y="229696"/>
                      <a:pt x="196721" y="251492"/>
                    </a:cubicBezTo>
                    <a:cubicBezTo>
                      <a:pt x="176147" y="263141"/>
                      <a:pt x="155573" y="274790"/>
                      <a:pt x="135093" y="286439"/>
                    </a:cubicBezTo>
                    <a:cubicBezTo>
                      <a:pt x="90094" y="311992"/>
                      <a:pt x="45000" y="337545"/>
                      <a:pt x="0" y="363098"/>
                    </a:cubicBezTo>
                    <a:cubicBezTo>
                      <a:pt x="26211" y="356147"/>
                      <a:pt x="50918" y="344497"/>
                      <a:pt x="75532" y="332942"/>
                    </a:cubicBezTo>
                    <a:cubicBezTo>
                      <a:pt x="141670" y="301752"/>
                      <a:pt x="207901" y="270469"/>
                      <a:pt x="274038" y="239279"/>
                    </a:cubicBezTo>
                    <a:cubicBezTo>
                      <a:pt x="286627" y="233360"/>
                      <a:pt x="299497" y="227253"/>
                      <a:pt x="309925" y="217953"/>
                    </a:cubicBezTo>
                    <a:cubicBezTo>
                      <a:pt x="331626" y="198600"/>
                      <a:pt x="339800" y="168350"/>
                      <a:pt x="343746" y="139509"/>
                    </a:cubicBezTo>
                    <a:cubicBezTo>
                      <a:pt x="349101" y="101085"/>
                      <a:pt x="348819" y="61816"/>
                      <a:pt x="343088" y="23393"/>
                    </a:cubicBezTo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0" name="Forme libre : forme 1619">
                <a:extLst>
                  <a:ext uri="{FF2B5EF4-FFF2-40B4-BE49-F238E27FC236}">
                    <a16:creationId xmlns:a16="http://schemas.microsoft.com/office/drawing/2014/main" id="{505EB3E9-C18B-4386-9D21-2A3EE58C88FF}"/>
                  </a:ext>
                </a:extLst>
              </p:cNvPr>
              <p:cNvSpPr/>
              <p:nvPr/>
            </p:nvSpPr>
            <p:spPr>
              <a:xfrm>
                <a:off x="8202063" y="5386630"/>
                <a:ext cx="613838" cy="155482"/>
              </a:xfrm>
              <a:custGeom>
                <a:avLst/>
                <a:gdLst>
                  <a:gd name="connsiteX0" fmla="*/ 0 w 613838"/>
                  <a:gd name="connsiteY0" fmla="*/ 10522 h 155482"/>
                  <a:gd name="connsiteX1" fmla="*/ 613838 w 613838"/>
                  <a:gd name="connsiteY1" fmla="*/ 0 h 155482"/>
                  <a:gd name="connsiteX2" fmla="*/ 0 w 613838"/>
                  <a:gd name="connsiteY2" fmla="*/ 10522 h 155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3838" h="155482">
                    <a:moveTo>
                      <a:pt x="0" y="10522"/>
                    </a:moveTo>
                    <a:cubicBezTo>
                      <a:pt x="0" y="10522"/>
                      <a:pt x="301470" y="257786"/>
                      <a:pt x="613838" y="0"/>
                    </a:cubicBezTo>
                    <a:cubicBezTo>
                      <a:pt x="613838" y="0"/>
                      <a:pt x="342055" y="342712"/>
                      <a:pt x="0" y="10522"/>
                    </a:cubicBezTo>
                    <a:close/>
                  </a:path>
                </a:pathLst>
              </a:custGeom>
              <a:solidFill>
                <a:srgbClr val="F4AD9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1" name="Forme libre : forme 1620">
                <a:extLst>
                  <a:ext uri="{FF2B5EF4-FFF2-40B4-BE49-F238E27FC236}">
                    <a16:creationId xmlns:a16="http://schemas.microsoft.com/office/drawing/2014/main" id="{C2B57464-5177-4016-BCF3-F50CA0A45198}"/>
                  </a:ext>
                </a:extLst>
              </p:cNvPr>
              <p:cNvSpPr/>
              <p:nvPr/>
            </p:nvSpPr>
            <p:spPr>
              <a:xfrm>
                <a:off x="8588366" y="4839023"/>
                <a:ext cx="82539" cy="106089"/>
              </a:xfrm>
              <a:custGeom>
                <a:avLst/>
                <a:gdLst>
                  <a:gd name="connsiteX0" fmla="*/ 71492 w 82539"/>
                  <a:gd name="connsiteY0" fmla="*/ 0 h 106089"/>
                  <a:gd name="connsiteX1" fmla="*/ 0 w 82539"/>
                  <a:gd name="connsiteY1" fmla="*/ 106064 h 106089"/>
                  <a:gd name="connsiteX2" fmla="*/ 71492 w 82539"/>
                  <a:gd name="connsiteY2" fmla="*/ 0 h 106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539" h="106089">
                    <a:moveTo>
                      <a:pt x="71492" y="0"/>
                    </a:moveTo>
                    <a:cubicBezTo>
                      <a:pt x="71492" y="0"/>
                      <a:pt x="107285" y="74310"/>
                      <a:pt x="0" y="106064"/>
                    </a:cubicBezTo>
                    <a:cubicBezTo>
                      <a:pt x="0" y="106064"/>
                      <a:pt x="118559" y="110573"/>
                      <a:pt x="71492" y="0"/>
                    </a:cubicBezTo>
                    <a:close/>
                  </a:path>
                </a:pathLst>
              </a:custGeom>
              <a:solidFill>
                <a:srgbClr val="F4AD9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2" name="Forme libre : forme 1621">
                <a:extLst>
                  <a:ext uri="{FF2B5EF4-FFF2-40B4-BE49-F238E27FC236}">
                    <a16:creationId xmlns:a16="http://schemas.microsoft.com/office/drawing/2014/main" id="{E5059BFB-448B-4C2D-B5FB-983E0DB25AC4}"/>
                  </a:ext>
                </a:extLst>
              </p:cNvPr>
              <p:cNvSpPr/>
              <p:nvPr/>
            </p:nvSpPr>
            <p:spPr>
              <a:xfrm>
                <a:off x="8341113" y="4839117"/>
                <a:ext cx="63230" cy="101840"/>
              </a:xfrm>
              <a:custGeom>
                <a:avLst/>
                <a:gdLst>
                  <a:gd name="connsiteX0" fmla="*/ 63215 w 63230"/>
                  <a:gd name="connsiteY0" fmla="*/ 101837 h 101840"/>
                  <a:gd name="connsiteX1" fmla="*/ 6190 w 63230"/>
                  <a:gd name="connsiteY1" fmla="*/ 0 h 101840"/>
                  <a:gd name="connsiteX2" fmla="*/ 63215 w 63230"/>
                  <a:gd name="connsiteY2" fmla="*/ 101837 h 101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230" h="101840">
                    <a:moveTo>
                      <a:pt x="63215" y="101837"/>
                    </a:moveTo>
                    <a:cubicBezTo>
                      <a:pt x="64529" y="102118"/>
                      <a:pt x="-14666" y="84457"/>
                      <a:pt x="6190" y="0"/>
                    </a:cubicBezTo>
                    <a:cubicBezTo>
                      <a:pt x="6190" y="-93"/>
                      <a:pt x="-27724" y="85114"/>
                      <a:pt x="63215" y="101837"/>
                    </a:cubicBezTo>
                    <a:close/>
                  </a:path>
                </a:pathLst>
              </a:custGeom>
              <a:solidFill>
                <a:srgbClr val="F4AD9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3" name="Forme libre : forme 1622">
                <a:extLst>
                  <a:ext uri="{FF2B5EF4-FFF2-40B4-BE49-F238E27FC236}">
                    <a16:creationId xmlns:a16="http://schemas.microsoft.com/office/drawing/2014/main" id="{C0F7EDFB-BF18-4035-8973-C2E226767DD8}"/>
                  </a:ext>
                </a:extLst>
              </p:cNvPr>
              <p:cNvSpPr/>
              <p:nvPr/>
            </p:nvSpPr>
            <p:spPr>
              <a:xfrm>
                <a:off x="7974621" y="3584158"/>
                <a:ext cx="494170" cy="292020"/>
              </a:xfrm>
              <a:custGeom>
                <a:avLst/>
                <a:gdLst>
                  <a:gd name="connsiteX0" fmla="*/ 277232 w 494170"/>
                  <a:gd name="connsiteY0" fmla="*/ 185674 h 292020"/>
                  <a:gd name="connsiteX1" fmla="*/ 162150 w 494170"/>
                  <a:gd name="connsiteY1" fmla="*/ 212167 h 292020"/>
                  <a:gd name="connsiteX2" fmla="*/ 45094 w 494170"/>
                  <a:gd name="connsiteY2" fmla="*/ 292020 h 292020"/>
                  <a:gd name="connsiteX3" fmla="*/ 219644 w 494170"/>
                  <a:gd name="connsiteY3" fmla="*/ 182762 h 292020"/>
                  <a:gd name="connsiteX4" fmla="*/ 340645 w 494170"/>
                  <a:gd name="connsiteY4" fmla="*/ 183513 h 292020"/>
                  <a:gd name="connsiteX5" fmla="*/ 190052 w 494170"/>
                  <a:gd name="connsiteY5" fmla="*/ 179568 h 292020"/>
                  <a:gd name="connsiteX6" fmla="*/ 52704 w 494170"/>
                  <a:gd name="connsiteY6" fmla="*/ 245048 h 292020"/>
                  <a:gd name="connsiteX7" fmla="*/ 128235 w 494170"/>
                  <a:gd name="connsiteY7" fmla="*/ 181353 h 292020"/>
                  <a:gd name="connsiteX8" fmla="*/ 224248 w 494170"/>
                  <a:gd name="connsiteY8" fmla="*/ 152606 h 292020"/>
                  <a:gd name="connsiteX9" fmla="*/ 100710 w 494170"/>
                  <a:gd name="connsiteY9" fmla="*/ 176468 h 292020"/>
                  <a:gd name="connsiteX10" fmla="*/ 121565 w 494170"/>
                  <a:gd name="connsiteY10" fmla="*/ 153733 h 292020"/>
                  <a:gd name="connsiteX11" fmla="*/ 205177 w 494170"/>
                  <a:gd name="connsiteY11" fmla="*/ 110894 h 292020"/>
                  <a:gd name="connsiteX12" fmla="*/ 0 w 494170"/>
                  <a:gd name="connsiteY12" fmla="*/ 242041 h 292020"/>
                  <a:gd name="connsiteX13" fmla="*/ 53831 w 494170"/>
                  <a:gd name="connsiteY13" fmla="*/ 168482 h 292020"/>
                  <a:gd name="connsiteX14" fmla="*/ 133684 w 494170"/>
                  <a:gd name="connsiteY14" fmla="*/ 105445 h 292020"/>
                  <a:gd name="connsiteX15" fmla="*/ 35606 w 494170"/>
                  <a:gd name="connsiteY15" fmla="*/ 161437 h 292020"/>
                  <a:gd name="connsiteX16" fmla="*/ 210907 w 494170"/>
                  <a:gd name="connsiteY16" fmla="*/ 31041 h 292020"/>
                  <a:gd name="connsiteX17" fmla="*/ 477148 w 494170"/>
                  <a:gd name="connsiteY17" fmla="*/ 2575 h 292020"/>
                  <a:gd name="connsiteX18" fmla="*/ 142703 w 494170"/>
                  <a:gd name="connsiteY18" fmla="*/ 101405 h 292020"/>
                  <a:gd name="connsiteX19" fmla="*/ 288882 w 494170"/>
                  <a:gd name="connsiteY19" fmla="*/ 52460 h 292020"/>
                  <a:gd name="connsiteX20" fmla="*/ 424257 w 494170"/>
                  <a:gd name="connsiteY20" fmla="*/ 37805 h 292020"/>
                  <a:gd name="connsiteX21" fmla="*/ 191837 w 494170"/>
                  <a:gd name="connsiteY21" fmla="*/ 96990 h 292020"/>
                  <a:gd name="connsiteX22" fmla="*/ 271502 w 494170"/>
                  <a:gd name="connsiteY22" fmla="*/ 84401 h 292020"/>
                  <a:gd name="connsiteX23" fmla="*/ 228475 w 494170"/>
                  <a:gd name="connsiteY23" fmla="*/ 101311 h 292020"/>
                  <a:gd name="connsiteX24" fmla="*/ 272911 w 494170"/>
                  <a:gd name="connsiteY24" fmla="*/ 95393 h 292020"/>
                  <a:gd name="connsiteX25" fmla="*/ 200761 w 494170"/>
                  <a:gd name="connsiteY25" fmla="*/ 131280 h 292020"/>
                  <a:gd name="connsiteX26" fmla="*/ 438724 w 494170"/>
                  <a:gd name="connsiteY26" fmla="*/ 108357 h 292020"/>
                  <a:gd name="connsiteX27" fmla="*/ 239091 w 494170"/>
                  <a:gd name="connsiteY27" fmla="*/ 149036 h 292020"/>
                  <a:gd name="connsiteX28" fmla="*/ 347410 w 494170"/>
                  <a:gd name="connsiteY28" fmla="*/ 140769 h 292020"/>
                  <a:gd name="connsiteX29" fmla="*/ 281272 w 494170"/>
                  <a:gd name="connsiteY29" fmla="*/ 148848 h 292020"/>
                  <a:gd name="connsiteX30" fmla="*/ 341209 w 494170"/>
                  <a:gd name="connsiteY30" fmla="*/ 149505 h 292020"/>
                  <a:gd name="connsiteX31" fmla="*/ 397483 w 494170"/>
                  <a:gd name="connsiteY31" fmla="*/ 165664 h 292020"/>
                  <a:gd name="connsiteX32" fmla="*/ 342336 w 494170"/>
                  <a:gd name="connsiteY32" fmla="*/ 171113 h 292020"/>
                  <a:gd name="connsiteX33" fmla="*/ 410635 w 494170"/>
                  <a:gd name="connsiteY33" fmla="*/ 186050 h 292020"/>
                  <a:gd name="connsiteX34" fmla="*/ 372681 w 494170"/>
                  <a:gd name="connsiteY34" fmla="*/ 190653 h 292020"/>
                  <a:gd name="connsiteX35" fmla="*/ 494152 w 494170"/>
                  <a:gd name="connsiteY35" fmla="*/ 258670 h 292020"/>
                  <a:gd name="connsiteX36" fmla="*/ 277232 w 494170"/>
                  <a:gd name="connsiteY36" fmla="*/ 185674 h 29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94170" h="292020">
                    <a:moveTo>
                      <a:pt x="277232" y="185674"/>
                    </a:moveTo>
                    <a:cubicBezTo>
                      <a:pt x="237682" y="185487"/>
                      <a:pt x="199446" y="198921"/>
                      <a:pt x="162150" y="212167"/>
                    </a:cubicBezTo>
                    <a:cubicBezTo>
                      <a:pt x="116398" y="228419"/>
                      <a:pt x="66326" y="248430"/>
                      <a:pt x="45094" y="292020"/>
                    </a:cubicBezTo>
                    <a:cubicBezTo>
                      <a:pt x="78914" y="229641"/>
                      <a:pt x="150219" y="196854"/>
                      <a:pt x="219644" y="182762"/>
                    </a:cubicBezTo>
                    <a:cubicBezTo>
                      <a:pt x="259571" y="174683"/>
                      <a:pt x="301753" y="171489"/>
                      <a:pt x="340645" y="183513"/>
                    </a:cubicBezTo>
                    <a:cubicBezTo>
                      <a:pt x="295458" y="158900"/>
                      <a:pt x="240030" y="167731"/>
                      <a:pt x="190052" y="179568"/>
                    </a:cubicBezTo>
                    <a:cubicBezTo>
                      <a:pt x="139885" y="191405"/>
                      <a:pt x="87557" y="207094"/>
                      <a:pt x="52704" y="245048"/>
                    </a:cubicBezTo>
                    <a:cubicBezTo>
                      <a:pt x="69614" y="216112"/>
                      <a:pt x="97797" y="195257"/>
                      <a:pt x="128235" y="181353"/>
                    </a:cubicBezTo>
                    <a:cubicBezTo>
                      <a:pt x="158674" y="167449"/>
                      <a:pt x="191648" y="160027"/>
                      <a:pt x="224248" y="152606"/>
                    </a:cubicBezTo>
                    <a:cubicBezTo>
                      <a:pt x="181972" y="148378"/>
                      <a:pt x="138382" y="156739"/>
                      <a:pt x="100710" y="176468"/>
                    </a:cubicBezTo>
                    <a:cubicBezTo>
                      <a:pt x="102119" y="165946"/>
                      <a:pt x="112265" y="159088"/>
                      <a:pt x="121565" y="153733"/>
                    </a:cubicBezTo>
                    <a:cubicBezTo>
                      <a:pt x="148715" y="138138"/>
                      <a:pt x="176617" y="123859"/>
                      <a:pt x="205177" y="110894"/>
                    </a:cubicBezTo>
                    <a:cubicBezTo>
                      <a:pt x="121941" y="121510"/>
                      <a:pt x="44531" y="171019"/>
                      <a:pt x="0" y="242041"/>
                    </a:cubicBezTo>
                    <a:cubicBezTo>
                      <a:pt x="6952" y="211979"/>
                      <a:pt x="30532" y="188774"/>
                      <a:pt x="53831" y="168482"/>
                    </a:cubicBezTo>
                    <a:cubicBezTo>
                      <a:pt x="79384" y="146217"/>
                      <a:pt x="106065" y="125174"/>
                      <a:pt x="133684" y="105445"/>
                    </a:cubicBezTo>
                    <a:cubicBezTo>
                      <a:pt x="96670" y="114652"/>
                      <a:pt x="62380" y="134286"/>
                      <a:pt x="35606" y="161437"/>
                    </a:cubicBezTo>
                    <a:cubicBezTo>
                      <a:pt x="90845" y="113524"/>
                      <a:pt x="143924" y="60445"/>
                      <a:pt x="210907" y="31041"/>
                    </a:cubicBezTo>
                    <a:cubicBezTo>
                      <a:pt x="293391" y="-5222"/>
                      <a:pt x="387148" y="-1652"/>
                      <a:pt x="477148" y="2575"/>
                    </a:cubicBezTo>
                    <a:cubicBezTo>
                      <a:pt x="358871" y="-3156"/>
                      <a:pt x="238903" y="32262"/>
                      <a:pt x="142703" y="101405"/>
                    </a:cubicBezTo>
                    <a:cubicBezTo>
                      <a:pt x="190615" y="82710"/>
                      <a:pt x="239373" y="66364"/>
                      <a:pt x="288882" y="52460"/>
                    </a:cubicBezTo>
                    <a:cubicBezTo>
                      <a:pt x="332942" y="40059"/>
                      <a:pt x="379163" y="29631"/>
                      <a:pt x="424257" y="37805"/>
                    </a:cubicBezTo>
                    <a:cubicBezTo>
                      <a:pt x="343652" y="32168"/>
                      <a:pt x="265959" y="64861"/>
                      <a:pt x="191837" y="96990"/>
                    </a:cubicBezTo>
                    <a:cubicBezTo>
                      <a:pt x="216826" y="86468"/>
                      <a:pt x="244446" y="82053"/>
                      <a:pt x="271502" y="84401"/>
                    </a:cubicBezTo>
                    <a:cubicBezTo>
                      <a:pt x="256658" y="88723"/>
                      <a:pt x="242285" y="94360"/>
                      <a:pt x="228475" y="101311"/>
                    </a:cubicBezTo>
                    <a:cubicBezTo>
                      <a:pt x="243318" y="99339"/>
                      <a:pt x="258162" y="97366"/>
                      <a:pt x="272911" y="95393"/>
                    </a:cubicBezTo>
                    <a:cubicBezTo>
                      <a:pt x="248861" y="107324"/>
                      <a:pt x="224811" y="119349"/>
                      <a:pt x="200761" y="131280"/>
                    </a:cubicBezTo>
                    <a:cubicBezTo>
                      <a:pt x="276763" y="103566"/>
                      <a:pt x="360468" y="87877"/>
                      <a:pt x="438724" y="108357"/>
                    </a:cubicBezTo>
                    <a:cubicBezTo>
                      <a:pt x="370614" y="110988"/>
                      <a:pt x="302880" y="124798"/>
                      <a:pt x="239091" y="149036"/>
                    </a:cubicBezTo>
                    <a:cubicBezTo>
                      <a:pt x="274226" y="139359"/>
                      <a:pt x="311241" y="136541"/>
                      <a:pt x="347410" y="140769"/>
                    </a:cubicBezTo>
                    <a:cubicBezTo>
                      <a:pt x="325239" y="142459"/>
                      <a:pt x="303161" y="145184"/>
                      <a:pt x="281272" y="148848"/>
                    </a:cubicBezTo>
                    <a:cubicBezTo>
                      <a:pt x="300813" y="153263"/>
                      <a:pt x="321199" y="150069"/>
                      <a:pt x="341209" y="149505"/>
                    </a:cubicBezTo>
                    <a:cubicBezTo>
                      <a:pt x="361219" y="148942"/>
                      <a:pt x="383015" y="151854"/>
                      <a:pt x="397483" y="165664"/>
                    </a:cubicBezTo>
                    <a:cubicBezTo>
                      <a:pt x="378975" y="166040"/>
                      <a:pt x="360562" y="167825"/>
                      <a:pt x="342336" y="171113"/>
                    </a:cubicBezTo>
                    <a:cubicBezTo>
                      <a:pt x="365729" y="172052"/>
                      <a:pt x="389027" y="177125"/>
                      <a:pt x="410635" y="186050"/>
                    </a:cubicBezTo>
                    <a:cubicBezTo>
                      <a:pt x="398046" y="188305"/>
                      <a:pt x="385457" y="189808"/>
                      <a:pt x="372681" y="190653"/>
                    </a:cubicBezTo>
                    <a:cubicBezTo>
                      <a:pt x="392128" y="189432"/>
                      <a:pt x="495749" y="239881"/>
                      <a:pt x="494152" y="258670"/>
                    </a:cubicBezTo>
                    <a:cubicBezTo>
                      <a:pt x="418808" y="242511"/>
                      <a:pt x="357649" y="186144"/>
                      <a:pt x="277232" y="185674"/>
                    </a:cubicBezTo>
                    <a:close/>
                  </a:path>
                </a:pathLst>
              </a:custGeom>
              <a:solidFill>
                <a:srgbClr val="C99D97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4" name="Forme libre : forme 1623">
                <a:extLst>
                  <a:ext uri="{FF2B5EF4-FFF2-40B4-BE49-F238E27FC236}">
                    <a16:creationId xmlns:a16="http://schemas.microsoft.com/office/drawing/2014/main" id="{08729194-9E1C-433A-9BC7-8A26D6E494EC}"/>
                  </a:ext>
                </a:extLst>
              </p:cNvPr>
              <p:cNvSpPr/>
              <p:nvPr/>
            </p:nvSpPr>
            <p:spPr>
              <a:xfrm>
                <a:off x="8523055" y="3584158"/>
                <a:ext cx="494170" cy="292020"/>
              </a:xfrm>
              <a:custGeom>
                <a:avLst/>
                <a:gdLst>
                  <a:gd name="connsiteX0" fmla="*/ 216938 w 494170"/>
                  <a:gd name="connsiteY0" fmla="*/ 185674 h 292020"/>
                  <a:gd name="connsiteX1" fmla="*/ 332021 w 494170"/>
                  <a:gd name="connsiteY1" fmla="*/ 212167 h 292020"/>
                  <a:gd name="connsiteX2" fmla="*/ 449077 w 494170"/>
                  <a:gd name="connsiteY2" fmla="*/ 292020 h 292020"/>
                  <a:gd name="connsiteX3" fmla="*/ 274526 w 494170"/>
                  <a:gd name="connsiteY3" fmla="*/ 182762 h 292020"/>
                  <a:gd name="connsiteX4" fmla="*/ 153525 w 494170"/>
                  <a:gd name="connsiteY4" fmla="*/ 183513 h 292020"/>
                  <a:gd name="connsiteX5" fmla="*/ 304119 w 494170"/>
                  <a:gd name="connsiteY5" fmla="*/ 179568 h 292020"/>
                  <a:gd name="connsiteX6" fmla="*/ 441467 w 494170"/>
                  <a:gd name="connsiteY6" fmla="*/ 245048 h 292020"/>
                  <a:gd name="connsiteX7" fmla="*/ 365935 w 494170"/>
                  <a:gd name="connsiteY7" fmla="*/ 181353 h 292020"/>
                  <a:gd name="connsiteX8" fmla="*/ 269923 w 494170"/>
                  <a:gd name="connsiteY8" fmla="*/ 152606 h 292020"/>
                  <a:gd name="connsiteX9" fmla="*/ 393461 w 494170"/>
                  <a:gd name="connsiteY9" fmla="*/ 176468 h 292020"/>
                  <a:gd name="connsiteX10" fmla="*/ 372605 w 494170"/>
                  <a:gd name="connsiteY10" fmla="*/ 153733 h 292020"/>
                  <a:gd name="connsiteX11" fmla="*/ 288994 w 494170"/>
                  <a:gd name="connsiteY11" fmla="*/ 110894 h 292020"/>
                  <a:gd name="connsiteX12" fmla="*/ 494170 w 494170"/>
                  <a:gd name="connsiteY12" fmla="*/ 242041 h 292020"/>
                  <a:gd name="connsiteX13" fmla="*/ 440339 w 494170"/>
                  <a:gd name="connsiteY13" fmla="*/ 168482 h 292020"/>
                  <a:gd name="connsiteX14" fmla="*/ 360486 w 494170"/>
                  <a:gd name="connsiteY14" fmla="*/ 105445 h 292020"/>
                  <a:gd name="connsiteX15" fmla="*/ 458565 w 494170"/>
                  <a:gd name="connsiteY15" fmla="*/ 161437 h 292020"/>
                  <a:gd name="connsiteX16" fmla="*/ 283263 w 494170"/>
                  <a:gd name="connsiteY16" fmla="*/ 31041 h 292020"/>
                  <a:gd name="connsiteX17" fmla="*/ 17022 w 494170"/>
                  <a:gd name="connsiteY17" fmla="*/ 2575 h 292020"/>
                  <a:gd name="connsiteX18" fmla="*/ 351468 w 494170"/>
                  <a:gd name="connsiteY18" fmla="*/ 101405 h 292020"/>
                  <a:gd name="connsiteX19" fmla="*/ 205289 w 494170"/>
                  <a:gd name="connsiteY19" fmla="*/ 52460 h 292020"/>
                  <a:gd name="connsiteX20" fmla="*/ 69914 w 494170"/>
                  <a:gd name="connsiteY20" fmla="*/ 37805 h 292020"/>
                  <a:gd name="connsiteX21" fmla="*/ 302334 w 494170"/>
                  <a:gd name="connsiteY21" fmla="*/ 96990 h 292020"/>
                  <a:gd name="connsiteX22" fmla="*/ 222669 w 494170"/>
                  <a:gd name="connsiteY22" fmla="*/ 84401 h 292020"/>
                  <a:gd name="connsiteX23" fmla="*/ 265696 w 494170"/>
                  <a:gd name="connsiteY23" fmla="*/ 101311 h 292020"/>
                  <a:gd name="connsiteX24" fmla="*/ 221260 w 494170"/>
                  <a:gd name="connsiteY24" fmla="*/ 95393 h 292020"/>
                  <a:gd name="connsiteX25" fmla="*/ 293410 w 494170"/>
                  <a:gd name="connsiteY25" fmla="*/ 131280 h 292020"/>
                  <a:gd name="connsiteX26" fmla="*/ 55446 w 494170"/>
                  <a:gd name="connsiteY26" fmla="*/ 108357 h 292020"/>
                  <a:gd name="connsiteX27" fmla="*/ 255080 w 494170"/>
                  <a:gd name="connsiteY27" fmla="*/ 149036 h 292020"/>
                  <a:gd name="connsiteX28" fmla="*/ 146761 w 494170"/>
                  <a:gd name="connsiteY28" fmla="*/ 140769 h 292020"/>
                  <a:gd name="connsiteX29" fmla="*/ 212898 w 494170"/>
                  <a:gd name="connsiteY29" fmla="*/ 148848 h 292020"/>
                  <a:gd name="connsiteX30" fmla="*/ 152961 w 494170"/>
                  <a:gd name="connsiteY30" fmla="*/ 149505 h 292020"/>
                  <a:gd name="connsiteX31" fmla="*/ 96688 w 494170"/>
                  <a:gd name="connsiteY31" fmla="*/ 165664 h 292020"/>
                  <a:gd name="connsiteX32" fmla="*/ 151834 w 494170"/>
                  <a:gd name="connsiteY32" fmla="*/ 171113 h 292020"/>
                  <a:gd name="connsiteX33" fmla="*/ 83536 w 494170"/>
                  <a:gd name="connsiteY33" fmla="*/ 186050 h 292020"/>
                  <a:gd name="connsiteX34" fmla="*/ 121490 w 494170"/>
                  <a:gd name="connsiteY34" fmla="*/ 190653 h 292020"/>
                  <a:gd name="connsiteX35" fmla="*/ 18 w 494170"/>
                  <a:gd name="connsiteY35" fmla="*/ 258670 h 292020"/>
                  <a:gd name="connsiteX36" fmla="*/ 216938 w 494170"/>
                  <a:gd name="connsiteY36" fmla="*/ 185674 h 29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94170" h="292020">
                    <a:moveTo>
                      <a:pt x="216938" y="185674"/>
                    </a:moveTo>
                    <a:cubicBezTo>
                      <a:pt x="256489" y="185487"/>
                      <a:pt x="294724" y="198921"/>
                      <a:pt x="332021" y="212167"/>
                    </a:cubicBezTo>
                    <a:cubicBezTo>
                      <a:pt x="377772" y="228419"/>
                      <a:pt x="427845" y="248430"/>
                      <a:pt x="449077" y="292020"/>
                    </a:cubicBezTo>
                    <a:cubicBezTo>
                      <a:pt x="415256" y="229641"/>
                      <a:pt x="343952" y="196854"/>
                      <a:pt x="274526" y="182762"/>
                    </a:cubicBezTo>
                    <a:cubicBezTo>
                      <a:pt x="234600" y="174683"/>
                      <a:pt x="192418" y="171489"/>
                      <a:pt x="153525" y="183513"/>
                    </a:cubicBezTo>
                    <a:cubicBezTo>
                      <a:pt x="198713" y="158900"/>
                      <a:pt x="254140" y="167731"/>
                      <a:pt x="304119" y="179568"/>
                    </a:cubicBezTo>
                    <a:cubicBezTo>
                      <a:pt x="354286" y="191405"/>
                      <a:pt x="406613" y="207094"/>
                      <a:pt x="441467" y="245048"/>
                    </a:cubicBezTo>
                    <a:cubicBezTo>
                      <a:pt x="424557" y="216112"/>
                      <a:pt x="396373" y="195257"/>
                      <a:pt x="365935" y="181353"/>
                    </a:cubicBezTo>
                    <a:cubicBezTo>
                      <a:pt x="335497" y="167449"/>
                      <a:pt x="302522" y="160027"/>
                      <a:pt x="269923" y="152606"/>
                    </a:cubicBezTo>
                    <a:cubicBezTo>
                      <a:pt x="312199" y="148378"/>
                      <a:pt x="355789" y="156739"/>
                      <a:pt x="393461" y="176468"/>
                    </a:cubicBezTo>
                    <a:cubicBezTo>
                      <a:pt x="392052" y="165946"/>
                      <a:pt x="381906" y="159088"/>
                      <a:pt x="372605" y="153733"/>
                    </a:cubicBezTo>
                    <a:cubicBezTo>
                      <a:pt x="345455" y="138138"/>
                      <a:pt x="317554" y="123859"/>
                      <a:pt x="288994" y="110894"/>
                    </a:cubicBezTo>
                    <a:cubicBezTo>
                      <a:pt x="372229" y="121510"/>
                      <a:pt x="449640" y="171019"/>
                      <a:pt x="494170" y="242041"/>
                    </a:cubicBezTo>
                    <a:cubicBezTo>
                      <a:pt x="487219" y="211979"/>
                      <a:pt x="463638" y="188774"/>
                      <a:pt x="440339" y="168482"/>
                    </a:cubicBezTo>
                    <a:cubicBezTo>
                      <a:pt x="414787" y="146217"/>
                      <a:pt x="388106" y="125174"/>
                      <a:pt x="360486" y="105445"/>
                    </a:cubicBezTo>
                    <a:cubicBezTo>
                      <a:pt x="397500" y="114652"/>
                      <a:pt x="431791" y="134286"/>
                      <a:pt x="458565" y="161437"/>
                    </a:cubicBezTo>
                    <a:cubicBezTo>
                      <a:pt x="403326" y="113524"/>
                      <a:pt x="350246" y="60445"/>
                      <a:pt x="283263" y="31041"/>
                    </a:cubicBezTo>
                    <a:cubicBezTo>
                      <a:pt x="200779" y="-5222"/>
                      <a:pt x="107022" y="-1652"/>
                      <a:pt x="17022" y="2575"/>
                    </a:cubicBezTo>
                    <a:cubicBezTo>
                      <a:pt x="135300" y="-3156"/>
                      <a:pt x="255268" y="32262"/>
                      <a:pt x="351468" y="101405"/>
                    </a:cubicBezTo>
                    <a:cubicBezTo>
                      <a:pt x="303555" y="82710"/>
                      <a:pt x="254798" y="66364"/>
                      <a:pt x="205289" y="52460"/>
                    </a:cubicBezTo>
                    <a:cubicBezTo>
                      <a:pt x="161229" y="40059"/>
                      <a:pt x="115008" y="29631"/>
                      <a:pt x="69914" y="37805"/>
                    </a:cubicBezTo>
                    <a:cubicBezTo>
                      <a:pt x="150519" y="32168"/>
                      <a:pt x="228212" y="64861"/>
                      <a:pt x="302334" y="96990"/>
                    </a:cubicBezTo>
                    <a:cubicBezTo>
                      <a:pt x="277345" y="86468"/>
                      <a:pt x="249725" y="82053"/>
                      <a:pt x="222669" y="84401"/>
                    </a:cubicBezTo>
                    <a:cubicBezTo>
                      <a:pt x="237512" y="88723"/>
                      <a:pt x="251885" y="94360"/>
                      <a:pt x="265696" y="101311"/>
                    </a:cubicBezTo>
                    <a:cubicBezTo>
                      <a:pt x="250852" y="99339"/>
                      <a:pt x="236009" y="97366"/>
                      <a:pt x="221260" y="95393"/>
                    </a:cubicBezTo>
                    <a:cubicBezTo>
                      <a:pt x="245310" y="107324"/>
                      <a:pt x="269360" y="119349"/>
                      <a:pt x="293410" y="131280"/>
                    </a:cubicBezTo>
                    <a:cubicBezTo>
                      <a:pt x="217408" y="103566"/>
                      <a:pt x="133703" y="87877"/>
                      <a:pt x="55446" y="108357"/>
                    </a:cubicBezTo>
                    <a:cubicBezTo>
                      <a:pt x="123556" y="110988"/>
                      <a:pt x="191291" y="124798"/>
                      <a:pt x="255080" y="149036"/>
                    </a:cubicBezTo>
                    <a:cubicBezTo>
                      <a:pt x="219944" y="139359"/>
                      <a:pt x="182930" y="136541"/>
                      <a:pt x="146761" y="140769"/>
                    </a:cubicBezTo>
                    <a:cubicBezTo>
                      <a:pt x="168932" y="142459"/>
                      <a:pt x="191009" y="145184"/>
                      <a:pt x="212898" y="148848"/>
                    </a:cubicBezTo>
                    <a:cubicBezTo>
                      <a:pt x="193358" y="153263"/>
                      <a:pt x="172972" y="150069"/>
                      <a:pt x="152961" y="149505"/>
                    </a:cubicBezTo>
                    <a:cubicBezTo>
                      <a:pt x="132951" y="148942"/>
                      <a:pt x="111156" y="151854"/>
                      <a:pt x="96688" y="165664"/>
                    </a:cubicBezTo>
                    <a:cubicBezTo>
                      <a:pt x="115195" y="166040"/>
                      <a:pt x="133609" y="167825"/>
                      <a:pt x="151834" y="171113"/>
                    </a:cubicBezTo>
                    <a:cubicBezTo>
                      <a:pt x="128442" y="172052"/>
                      <a:pt x="105143" y="177125"/>
                      <a:pt x="83536" y="186050"/>
                    </a:cubicBezTo>
                    <a:cubicBezTo>
                      <a:pt x="96125" y="188305"/>
                      <a:pt x="108713" y="189808"/>
                      <a:pt x="121490" y="190653"/>
                    </a:cubicBezTo>
                    <a:cubicBezTo>
                      <a:pt x="102043" y="189432"/>
                      <a:pt x="-1579" y="239881"/>
                      <a:pt x="18" y="258670"/>
                    </a:cubicBezTo>
                    <a:cubicBezTo>
                      <a:pt x="75268" y="242511"/>
                      <a:pt x="136427" y="186144"/>
                      <a:pt x="216938" y="185674"/>
                    </a:cubicBezTo>
                    <a:close/>
                  </a:path>
                </a:pathLst>
              </a:custGeom>
              <a:solidFill>
                <a:srgbClr val="C99D97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67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7186617" y="4730353"/>
              <a:ext cx="352501" cy="1327356"/>
              <a:chOff x="7588422" y="4363648"/>
              <a:chExt cx="473013" cy="1781147"/>
            </a:xfrm>
            <a:solidFill>
              <a:schemeClr val="accent1"/>
            </a:solidFill>
          </p:grpSpPr>
          <p:sp>
            <p:nvSpPr>
              <p:cNvPr id="1968" name="Forme libre : forme 1967">
                <a:extLst>
                  <a:ext uri="{FF2B5EF4-FFF2-40B4-BE49-F238E27FC236}">
                    <a16:creationId xmlns:a16="http://schemas.microsoft.com/office/drawing/2014/main" id="{B4435AEF-35E3-48B3-9423-1782B638933C}"/>
                  </a:ext>
                </a:extLst>
              </p:cNvPr>
              <p:cNvSpPr/>
              <p:nvPr/>
            </p:nvSpPr>
            <p:spPr>
              <a:xfrm>
                <a:off x="7588422" y="4363648"/>
                <a:ext cx="473002" cy="1781147"/>
              </a:xfrm>
              <a:custGeom>
                <a:avLst/>
                <a:gdLst>
                  <a:gd name="connsiteX0" fmla="*/ 456940 w 473002"/>
                  <a:gd name="connsiteY0" fmla="*/ 1360903 h 1781147"/>
                  <a:gd name="connsiteX1" fmla="*/ 453089 w 473002"/>
                  <a:gd name="connsiteY1" fmla="*/ 1432396 h 1781147"/>
                  <a:gd name="connsiteX2" fmla="*/ 383287 w 473002"/>
                  <a:gd name="connsiteY2" fmla="*/ 1754158 h 1781147"/>
                  <a:gd name="connsiteX3" fmla="*/ 82381 w 473002"/>
                  <a:gd name="connsiteY3" fmla="*/ 1762519 h 1781147"/>
                  <a:gd name="connsiteX4" fmla="*/ 108121 w 473002"/>
                  <a:gd name="connsiteY4" fmla="*/ 1475141 h 1781147"/>
                  <a:gd name="connsiteX5" fmla="*/ 85481 w 473002"/>
                  <a:gd name="connsiteY5" fmla="*/ 1286123 h 1781147"/>
                  <a:gd name="connsiteX6" fmla="*/ 37099 w 473002"/>
                  <a:gd name="connsiteY6" fmla="*/ 1044778 h 1781147"/>
                  <a:gd name="connsiteX7" fmla="*/ 14458 w 473002"/>
                  <a:gd name="connsiteY7" fmla="*/ 915133 h 1781147"/>
                  <a:gd name="connsiteX8" fmla="*/ 5909 w 473002"/>
                  <a:gd name="connsiteY8" fmla="*/ 797232 h 1781147"/>
                  <a:gd name="connsiteX9" fmla="*/ 108967 w 473002"/>
                  <a:gd name="connsiteY9" fmla="*/ 602014 h 1781147"/>
                  <a:gd name="connsiteX10" fmla="*/ 182338 w 473002"/>
                  <a:gd name="connsiteY10" fmla="*/ 394301 h 1781147"/>
                  <a:gd name="connsiteX11" fmla="*/ 241712 w 473002"/>
                  <a:gd name="connsiteY11" fmla="*/ 183394 h 1781147"/>
                  <a:gd name="connsiteX12" fmla="*/ 268298 w 473002"/>
                  <a:gd name="connsiteY12" fmla="*/ 117820 h 1781147"/>
                  <a:gd name="connsiteX13" fmla="*/ 296951 w 473002"/>
                  <a:gd name="connsiteY13" fmla="*/ 1234 h 1781147"/>
                  <a:gd name="connsiteX14" fmla="*/ 315176 w 473002"/>
                  <a:gd name="connsiteY14" fmla="*/ 11099 h 1781147"/>
                  <a:gd name="connsiteX15" fmla="*/ 359989 w 473002"/>
                  <a:gd name="connsiteY15" fmla="*/ 76672 h 1781147"/>
                  <a:gd name="connsiteX16" fmla="*/ 392775 w 473002"/>
                  <a:gd name="connsiteY16" fmla="*/ 168269 h 1781147"/>
                  <a:gd name="connsiteX17" fmla="*/ 378214 w 473002"/>
                  <a:gd name="connsiteY17" fmla="*/ 283821 h 1781147"/>
                  <a:gd name="connsiteX18" fmla="*/ 373517 w 473002"/>
                  <a:gd name="connsiteY18" fmla="*/ 445219 h 1781147"/>
                  <a:gd name="connsiteX19" fmla="*/ 354258 w 473002"/>
                  <a:gd name="connsiteY19" fmla="*/ 529018 h 1781147"/>
                  <a:gd name="connsiteX20" fmla="*/ 339133 w 473002"/>
                  <a:gd name="connsiteY20" fmla="*/ 641471 h 1781147"/>
                  <a:gd name="connsiteX21" fmla="*/ 326638 w 473002"/>
                  <a:gd name="connsiteY21" fmla="*/ 744059 h 1781147"/>
                  <a:gd name="connsiteX22" fmla="*/ 361022 w 473002"/>
                  <a:gd name="connsiteY22" fmla="*/ 858578 h 1781147"/>
                  <a:gd name="connsiteX23" fmla="*/ 361868 w 473002"/>
                  <a:gd name="connsiteY23" fmla="*/ 893902 h 1781147"/>
                  <a:gd name="connsiteX24" fmla="*/ 417483 w 473002"/>
                  <a:gd name="connsiteY24" fmla="*/ 1041583 h 1781147"/>
                  <a:gd name="connsiteX25" fmla="*/ 472911 w 473002"/>
                  <a:gd name="connsiteY25" fmla="*/ 1243096 h 1781147"/>
                  <a:gd name="connsiteX26" fmla="*/ 456940 w 473002"/>
                  <a:gd name="connsiteY26" fmla="*/ 1360903 h 1781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73002" h="1781147">
                    <a:moveTo>
                      <a:pt x="456940" y="1360903"/>
                    </a:moveTo>
                    <a:cubicBezTo>
                      <a:pt x="459101" y="1379974"/>
                      <a:pt x="458443" y="1402991"/>
                      <a:pt x="453089" y="1432396"/>
                    </a:cubicBezTo>
                    <a:cubicBezTo>
                      <a:pt x="436930" y="1520422"/>
                      <a:pt x="403579" y="1588627"/>
                      <a:pt x="383287" y="1754158"/>
                    </a:cubicBezTo>
                    <a:cubicBezTo>
                      <a:pt x="381784" y="1766559"/>
                      <a:pt x="163549" y="1803103"/>
                      <a:pt x="82381" y="1762519"/>
                    </a:cubicBezTo>
                    <a:cubicBezTo>
                      <a:pt x="82381" y="1762519"/>
                      <a:pt x="108121" y="1510276"/>
                      <a:pt x="108121" y="1475141"/>
                    </a:cubicBezTo>
                    <a:cubicBezTo>
                      <a:pt x="108121" y="1440005"/>
                      <a:pt x="101076" y="1354891"/>
                      <a:pt x="85481" y="1286123"/>
                    </a:cubicBezTo>
                    <a:cubicBezTo>
                      <a:pt x="69886" y="1217355"/>
                      <a:pt x="44051" y="1077564"/>
                      <a:pt x="37099" y="1044778"/>
                    </a:cubicBezTo>
                    <a:cubicBezTo>
                      <a:pt x="30053" y="1011991"/>
                      <a:pt x="21504" y="933828"/>
                      <a:pt x="14458" y="915133"/>
                    </a:cubicBezTo>
                    <a:cubicBezTo>
                      <a:pt x="7412" y="896344"/>
                      <a:pt x="-8652" y="831522"/>
                      <a:pt x="5909" y="797232"/>
                    </a:cubicBezTo>
                    <a:cubicBezTo>
                      <a:pt x="23383" y="756084"/>
                      <a:pt x="88675" y="672285"/>
                      <a:pt x="108967" y="602014"/>
                    </a:cubicBezTo>
                    <a:cubicBezTo>
                      <a:pt x="129259" y="531743"/>
                      <a:pt x="165240" y="433288"/>
                      <a:pt x="182338" y="394301"/>
                    </a:cubicBezTo>
                    <a:cubicBezTo>
                      <a:pt x="199530" y="355220"/>
                      <a:pt x="230720" y="216275"/>
                      <a:pt x="241712" y="183394"/>
                    </a:cubicBezTo>
                    <a:cubicBezTo>
                      <a:pt x="252703" y="150513"/>
                      <a:pt x="258903" y="127121"/>
                      <a:pt x="268298" y="117820"/>
                    </a:cubicBezTo>
                    <a:cubicBezTo>
                      <a:pt x="268298" y="117820"/>
                      <a:pt x="291690" y="6871"/>
                      <a:pt x="296951" y="1234"/>
                    </a:cubicBezTo>
                    <a:cubicBezTo>
                      <a:pt x="302213" y="-4403"/>
                      <a:pt x="315176" y="11099"/>
                      <a:pt x="315176" y="11099"/>
                    </a:cubicBezTo>
                    <a:cubicBezTo>
                      <a:pt x="315176" y="11099"/>
                      <a:pt x="365719" y="-2993"/>
                      <a:pt x="359989" y="76672"/>
                    </a:cubicBezTo>
                    <a:cubicBezTo>
                      <a:pt x="359989" y="76672"/>
                      <a:pt x="406867" y="95461"/>
                      <a:pt x="392775" y="168269"/>
                    </a:cubicBezTo>
                    <a:cubicBezTo>
                      <a:pt x="378684" y="241170"/>
                      <a:pt x="378214" y="283821"/>
                      <a:pt x="378214" y="283821"/>
                    </a:cubicBezTo>
                    <a:cubicBezTo>
                      <a:pt x="378214" y="283821"/>
                      <a:pt x="402639" y="330700"/>
                      <a:pt x="373517" y="445219"/>
                    </a:cubicBezTo>
                    <a:cubicBezTo>
                      <a:pt x="368256" y="465793"/>
                      <a:pt x="357922" y="504593"/>
                      <a:pt x="354258" y="529018"/>
                    </a:cubicBezTo>
                    <a:cubicBezTo>
                      <a:pt x="350594" y="553444"/>
                      <a:pt x="339133" y="623246"/>
                      <a:pt x="339133" y="641471"/>
                    </a:cubicBezTo>
                    <a:cubicBezTo>
                      <a:pt x="339133" y="659696"/>
                      <a:pt x="326638" y="744059"/>
                      <a:pt x="326638" y="744059"/>
                    </a:cubicBezTo>
                    <a:cubicBezTo>
                      <a:pt x="326638" y="744059"/>
                      <a:pt x="362525" y="819591"/>
                      <a:pt x="361022" y="858578"/>
                    </a:cubicBezTo>
                    <a:cubicBezTo>
                      <a:pt x="360552" y="869664"/>
                      <a:pt x="361116" y="881876"/>
                      <a:pt x="361868" y="893902"/>
                    </a:cubicBezTo>
                    <a:cubicBezTo>
                      <a:pt x="361868" y="893902"/>
                      <a:pt x="407337" y="1011051"/>
                      <a:pt x="417483" y="1041583"/>
                    </a:cubicBezTo>
                    <a:cubicBezTo>
                      <a:pt x="427629" y="1072021"/>
                      <a:pt x="471407" y="1202511"/>
                      <a:pt x="472911" y="1243096"/>
                    </a:cubicBezTo>
                    <a:cubicBezTo>
                      <a:pt x="474414" y="1283774"/>
                      <a:pt x="456940" y="1360903"/>
                      <a:pt x="456940" y="1360903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9" name="Forme libre : forme 1968">
                <a:extLst>
                  <a:ext uri="{FF2B5EF4-FFF2-40B4-BE49-F238E27FC236}">
                    <a16:creationId xmlns:a16="http://schemas.microsoft.com/office/drawing/2014/main" id="{6371BFDC-2141-4721-8D43-EDAD83D91877}"/>
                  </a:ext>
                </a:extLst>
              </p:cNvPr>
              <p:cNvSpPr/>
              <p:nvPr/>
            </p:nvSpPr>
            <p:spPr>
              <a:xfrm>
                <a:off x="7944653" y="5296724"/>
                <a:ext cx="94226" cy="397200"/>
              </a:xfrm>
              <a:custGeom>
                <a:avLst/>
                <a:gdLst>
                  <a:gd name="connsiteX0" fmla="*/ 7703 w 94226"/>
                  <a:gd name="connsiteY0" fmla="*/ 0 h 397200"/>
                  <a:gd name="connsiteX1" fmla="*/ 7891 w 94226"/>
                  <a:gd name="connsiteY1" fmla="*/ 13810 h 397200"/>
                  <a:gd name="connsiteX2" fmla="*/ 6764 w 94226"/>
                  <a:gd name="connsiteY2" fmla="*/ 20762 h 397200"/>
                  <a:gd name="connsiteX3" fmla="*/ 2818 w 94226"/>
                  <a:gd name="connsiteY3" fmla="*/ 27150 h 397200"/>
                  <a:gd name="connsiteX4" fmla="*/ 2912 w 94226"/>
                  <a:gd name="connsiteY4" fmla="*/ 25083 h 397200"/>
                  <a:gd name="connsiteX5" fmla="*/ 28277 w 94226"/>
                  <a:gd name="connsiteY5" fmla="*/ 66983 h 397200"/>
                  <a:gd name="connsiteX6" fmla="*/ 33162 w 94226"/>
                  <a:gd name="connsiteY6" fmla="*/ 91221 h 397200"/>
                  <a:gd name="connsiteX7" fmla="*/ 34947 w 94226"/>
                  <a:gd name="connsiteY7" fmla="*/ 115365 h 397200"/>
                  <a:gd name="connsiteX8" fmla="*/ 48006 w 94226"/>
                  <a:gd name="connsiteY8" fmla="*/ 210719 h 397200"/>
                  <a:gd name="connsiteX9" fmla="*/ 65104 w 94226"/>
                  <a:gd name="connsiteY9" fmla="*/ 305604 h 397200"/>
                  <a:gd name="connsiteX10" fmla="*/ 77598 w 94226"/>
                  <a:gd name="connsiteY10" fmla="*/ 351731 h 397200"/>
                  <a:gd name="connsiteX11" fmla="*/ 94227 w 94226"/>
                  <a:gd name="connsiteY11" fmla="*/ 397201 h 397200"/>
                  <a:gd name="connsiteX12" fmla="*/ 73653 w 94226"/>
                  <a:gd name="connsiteY12" fmla="*/ 353516 h 397200"/>
                  <a:gd name="connsiteX13" fmla="*/ 58434 w 94226"/>
                  <a:gd name="connsiteY13" fmla="*/ 307201 h 397200"/>
                  <a:gd name="connsiteX14" fmla="*/ 38799 w 94226"/>
                  <a:gd name="connsiteY14" fmla="*/ 212222 h 397200"/>
                  <a:gd name="connsiteX15" fmla="*/ 26868 w 94226"/>
                  <a:gd name="connsiteY15" fmla="*/ 115929 h 397200"/>
                  <a:gd name="connsiteX16" fmla="*/ 26116 w 94226"/>
                  <a:gd name="connsiteY16" fmla="*/ 91785 h 397200"/>
                  <a:gd name="connsiteX17" fmla="*/ 22641 w 94226"/>
                  <a:gd name="connsiteY17" fmla="*/ 68486 h 397200"/>
                  <a:gd name="connsiteX18" fmla="*/ 1221 w 94226"/>
                  <a:gd name="connsiteY18" fmla="*/ 27056 h 397200"/>
                  <a:gd name="connsiteX19" fmla="*/ 0 w 94226"/>
                  <a:gd name="connsiteY19" fmla="*/ 25835 h 397200"/>
                  <a:gd name="connsiteX20" fmla="*/ 1315 w 94226"/>
                  <a:gd name="connsiteY20" fmla="*/ 24989 h 397200"/>
                  <a:gd name="connsiteX21" fmla="*/ 6388 w 94226"/>
                  <a:gd name="connsiteY21" fmla="*/ 13622 h 397200"/>
                  <a:gd name="connsiteX22" fmla="*/ 7703 w 94226"/>
                  <a:gd name="connsiteY22" fmla="*/ 0 h 39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4226" h="397200">
                    <a:moveTo>
                      <a:pt x="7703" y="0"/>
                    </a:moveTo>
                    <a:cubicBezTo>
                      <a:pt x="7985" y="4603"/>
                      <a:pt x="8173" y="9206"/>
                      <a:pt x="7891" y="13810"/>
                    </a:cubicBezTo>
                    <a:cubicBezTo>
                      <a:pt x="7703" y="16159"/>
                      <a:pt x="7421" y="18413"/>
                      <a:pt x="6764" y="20762"/>
                    </a:cubicBezTo>
                    <a:cubicBezTo>
                      <a:pt x="6106" y="23017"/>
                      <a:pt x="5073" y="25459"/>
                      <a:pt x="2818" y="27150"/>
                    </a:cubicBezTo>
                    <a:lnTo>
                      <a:pt x="2912" y="25083"/>
                    </a:lnTo>
                    <a:cubicBezTo>
                      <a:pt x="15595" y="36075"/>
                      <a:pt x="23392" y="51200"/>
                      <a:pt x="28277" y="66983"/>
                    </a:cubicBezTo>
                    <a:cubicBezTo>
                      <a:pt x="30626" y="74875"/>
                      <a:pt x="32129" y="83048"/>
                      <a:pt x="33162" y="91221"/>
                    </a:cubicBezTo>
                    <a:lnTo>
                      <a:pt x="34947" y="115365"/>
                    </a:lnTo>
                    <a:cubicBezTo>
                      <a:pt x="37860" y="147212"/>
                      <a:pt x="43026" y="179060"/>
                      <a:pt x="48006" y="210719"/>
                    </a:cubicBezTo>
                    <a:cubicBezTo>
                      <a:pt x="53267" y="242473"/>
                      <a:pt x="58809" y="274132"/>
                      <a:pt x="65104" y="305604"/>
                    </a:cubicBezTo>
                    <a:cubicBezTo>
                      <a:pt x="68392" y="321293"/>
                      <a:pt x="71586" y="336981"/>
                      <a:pt x="77598" y="351731"/>
                    </a:cubicBezTo>
                    <a:cubicBezTo>
                      <a:pt x="83423" y="366574"/>
                      <a:pt x="90469" y="381417"/>
                      <a:pt x="94227" y="397201"/>
                    </a:cubicBezTo>
                    <a:cubicBezTo>
                      <a:pt x="88590" y="382075"/>
                      <a:pt x="80887" y="367983"/>
                      <a:pt x="73653" y="353516"/>
                    </a:cubicBezTo>
                    <a:cubicBezTo>
                      <a:pt x="66419" y="338766"/>
                      <a:pt x="62567" y="322702"/>
                      <a:pt x="58434" y="307201"/>
                    </a:cubicBezTo>
                    <a:cubicBezTo>
                      <a:pt x="50260" y="275823"/>
                      <a:pt x="44342" y="244069"/>
                      <a:pt x="38799" y="212222"/>
                    </a:cubicBezTo>
                    <a:cubicBezTo>
                      <a:pt x="33632" y="180281"/>
                      <a:pt x="28841" y="148339"/>
                      <a:pt x="26868" y="115929"/>
                    </a:cubicBezTo>
                    <a:cubicBezTo>
                      <a:pt x="26305" y="107755"/>
                      <a:pt x="26492" y="99582"/>
                      <a:pt x="26116" y="91785"/>
                    </a:cubicBezTo>
                    <a:cubicBezTo>
                      <a:pt x="25553" y="83987"/>
                      <a:pt x="24520" y="76095"/>
                      <a:pt x="22641" y="68486"/>
                    </a:cubicBezTo>
                    <a:cubicBezTo>
                      <a:pt x="18601" y="53455"/>
                      <a:pt x="12119" y="38330"/>
                      <a:pt x="1221" y="27056"/>
                    </a:cubicBezTo>
                    <a:lnTo>
                      <a:pt x="0" y="25835"/>
                    </a:lnTo>
                    <a:lnTo>
                      <a:pt x="1315" y="24989"/>
                    </a:lnTo>
                    <a:cubicBezTo>
                      <a:pt x="4509" y="22923"/>
                      <a:pt x="5636" y="17943"/>
                      <a:pt x="6388" y="13622"/>
                    </a:cubicBezTo>
                    <a:cubicBezTo>
                      <a:pt x="7233" y="9113"/>
                      <a:pt x="7516" y="4509"/>
                      <a:pt x="770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0" name="Forme libre : forme 1969">
                <a:extLst>
                  <a:ext uri="{FF2B5EF4-FFF2-40B4-BE49-F238E27FC236}">
                    <a16:creationId xmlns:a16="http://schemas.microsoft.com/office/drawing/2014/main" id="{683B0FCC-68A4-4D74-B997-460FDD9854B9}"/>
                  </a:ext>
                </a:extLst>
              </p:cNvPr>
              <p:cNvSpPr/>
              <p:nvPr/>
            </p:nvSpPr>
            <p:spPr>
              <a:xfrm>
                <a:off x="7588422" y="4363648"/>
                <a:ext cx="473013" cy="1762518"/>
              </a:xfrm>
              <a:custGeom>
                <a:avLst/>
                <a:gdLst>
                  <a:gd name="connsiteX0" fmla="*/ 82381 w 473013"/>
                  <a:gd name="connsiteY0" fmla="*/ 1762519 h 1762518"/>
                  <a:gd name="connsiteX1" fmla="*/ 108121 w 473013"/>
                  <a:gd name="connsiteY1" fmla="*/ 1475141 h 1762518"/>
                  <a:gd name="connsiteX2" fmla="*/ 85481 w 473013"/>
                  <a:gd name="connsiteY2" fmla="*/ 1286123 h 1762518"/>
                  <a:gd name="connsiteX3" fmla="*/ 37099 w 473013"/>
                  <a:gd name="connsiteY3" fmla="*/ 1044778 h 1762518"/>
                  <a:gd name="connsiteX4" fmla="*/ 14458 w 473013"/>
                  <a:gd name="connsiteY4" fmla="*/ 915133 h 1762518"/>
                  <a:gd name="connsiteX5" fmla="*/ 5909 w 473013"/>
                  <a:gd name="connsiteY5" fmla="*/ 797232 h 1762518"/>
                  <a:gd name="connsiteX6" fmla="*/ 108967 w 473013"/>
                  <a:gd name="connsiteY6" fmla="*/ 602014 h 1762518"/>
                  <a:gd name="connsiteX7" fmla="*/ 182338 w 473013"/>
                  <a:gd name="connsiteY7" fmla="*/ 394301 h 1762518"/>
                  <a:gd name="connsiteX8" fmla="*/ 241712 w 473013"/>
                  <a:gd name="connsiteY8" fmla="*/ 183394 h 1762518"/>
                  <a:gd name="connsiteX9" fmla="*/ 268298 w 473013"/>
                  <a:gd name="connsiteY9" fmla="*/ 117820 h 1762518"/>
                  <a:gd name="connsiteX10" fmla="*/ 296951 w 473013"/>
                  <a:gd name="connsiteY10" fmla="*/ 1234 h 1762518"/>
                  <a:gd name="connsiteX11" fmla="*/ 315176 w 473013"/>
                  <a:gd name="connsiteY11" fmla="*/ 11099 h 1762518"/>
                  <a:gd name="connsiteX12" fmla="*/ 359989 w 473013"/>
                  <a:gd name="connsiteY12" fmla="*/ 76672 h 1762518"/>
                  <a:gd name="connsiteX13" fmla="*/ 392775 w 473013"/>
                  <a:gd name="connsiteY13" fmla="*/ 168269 h 1762518"/>
                  <a:gd name="connsiteX14" fmla="*/ 378214 w 473013"/>
                  <a:gd name="connsiteY14" fmla="*/ 283821 h 1762518"/>
                  <a:gd name="connsiteX15" fmla="*/ 373517 w 473013"/>
                  <a:gd name="connsiteY15" fmla="*/ 445219 h 1762518"/>
                  <a:gd name="connsiteX16" fmla="*/ 354258 w 473013"/>
                  <a:gd name="connsiteY16" fmla="*/ 529018 h 1762518"/>
                  <a:gd name="connsiteX17" fmla="*/ 339133 w 473013"/>
                  <a:gd name="connsiteY17" fmla="*/ 641471 h 1762518"/>
                  <a:gd name="connsiteX18" fmla="*/ 326638 w 473013"/>
                  <a:gd name="connsiteY18" fmla="*/ 744059 h 1762518"/>
                  <a:gd name="connsiteX19" fmla="*/ 361022 w 473013"/>
                  <a:gd name="connsiteY19" fmla="*/ 858578 h 1762518"/>
                  <a:gd name="connsiteX20" fmla="*/ 361868 w 473013"/>
                  <a:gd name="connsiteY20" fmla="*/ 893902 h 1762518"/>
                  <a:gd name="connsiteX21" fmla="*/ 417483 w 473013"/>
                  <a:gd name="connsiteY21" fmla="*/ 1041583 h 1762518"/>
                  <a:gd name="connsiteX22" fmla="*/ 472911 w 473013"/>
                  <a:gd name="connsiteY22" fmla="*/ 1243096 h 1762518"/>
                  <a:gd name="connsiteX23" fmla="*/ 456940 w 473013"/>
                  <a:gd name="connsiteY23" fmla="*/ 1360903 h 1762518"/>
                  <a:gd name="connsiteX24" fmla="*/ 453089 w 473013"/>
                  <a:gd name="connsiteY24" fmla="*/ 1432396 h 1762518"/>
                  <a:gd name="connsiteX25" fmla="*/ 383287 w 473013"/>
                  <a:gd name="connsiteY25" fmla="*/ 1754158 h 176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73013" h="1762518">
                    <a:moveTo>
                      <a:pt x="82381" y="1762519"/>
                    </a:moveTo>
                    <a:cubicBezTo>
                      <a:pt x="82381" y="1762519"/>
                      <a:pt x="108121" y="1510276"/>
                      <a:pt x="108121" y="1475141"/>
                    </a:cubicBezTo>
                    <a:cubicBezTo>
                      <a:pt x="108121" y="1440005"/>
                      <a:pt x="101076" y="1354891"/>
                      <a:pt x="85481" y="1286123"/>
                    </a:cubicBezTo>
                    <a:cubicBezTo>
                      <a:pt x="69886" y="1217355"/>
                      <a:pt x="44051" y="1077564"/>
                      <a:pt x="37099" y="1044778"/>
                    </a:cubicBezTo>
                    <a:cubicBezTo>
                      <a:pt x="30053" y="1011991"/>
                      <a:pt x="21504" y="933828"/>
                      <a:pt x="14458" y="915133"/>
                    </a:cubicBezTo>
                    <a:cubicBezTo>
                      <a:pt x="7412" y="896344"/>
                      <a:pt x="-8652" y="831522"/>
                      <a:pt x="5909" y="797232"/>
                    </a:cubicBezTo>
                    <a:cubicBezTo>
                      <a:pt x="23383" y="756084"/>
                      <a:pt x="88675" y="672285"/>
                      <a:pt x="108967" y="602014"/>
                    </a:cubicBezTo>
                    <a:cubicBezTo>
                      <a:pt x="129259" y="531743"/>
                      <a:pt x="165240" y="433288"/>
                      <a:pt x="182338" y="394301"/>
                    </a:cubicBezTo>
                    <a:cubicBezTo>
                      <a:pt x="199530" y="355220"/>
                      <a:pt x="230720" y="216275"/>
                      <a:pt x="241712" y="183394"/>
                    </a:cubicBezTo>
                    <a:cubicBezTo>
                      <a:pt x="252703" y="150513"/>
                      <a:pt x="258903" y="127121"/>
                      <a:pt x="268298" y="117820"/>
                    </a:cubicBezTo>
                    <a:cubicBezTo>
                      <a:pt x="268298" y="117820"/>
                      <a:pt x="291690" y="6871"/>
                      <a:pt x="296951" y="1234"/>
                    </a:cubicBezTo>
                    <a:cubicBezTo>
                      <a:pt x="302213" y="-4403"/>
                      <a:pt x="315176" y="11099"/>
                      <a:pt x="315176" y="11099"/>
                    </a:cubicBezTo>
                    <a:cubicBezTo>
                      <a:pt x="315176" y="11099"/>
                      <a:pt x="365719" y="-2993"/>
                      <a:pt x="359989" y="76672"/>
                    </a:cubicBezTo>
                    <a:cubicBezTo>
                      <a:pt x="359989" y="76672"/>
                      <a:pt x="406867" y="95461"/>
                      <a:pt x="392775" y="168269"/>
                    </a:cubicBezTo>
                    <a:cubicBezTo>
                      <a:pt x="378684" y="241170"/>
                      <a:pt x="378214" y="283821"/>
                      <a:pt x="378214" y="283821"/>
                    </a:cubicBezTo>
                    <a:cubicBezTo>
                      <a:pt x="378214" y="283821"/>
                      <a:pt x="402639" y="330700"/>
                      <a:pt x="373517" y="445219"/>
                    </a:cubicBezTo>
                    <a:cubicBezTo>
                      <a:pt x="368256" y="465793"/>
                      <a:pt x="357922" y="504593"/>
                      <a:pt x="354258" y="529018"/>
                    </a:cubicBezTo>
                    <a:cubicBezTo>
                      <a:pt x="350594" y="553444"/>
                      <a:pt x="339133" y="623246"/>
                      <a:pt x="339133" y="641471"/>
                    </a:cubicBezTo>
                    <a:cubicBezTo>
                      <a:pt x="339133" y="659696"/>
                      <a:pt x="326638" y="744059"/>
                      <a:pt x="326638" y="744059"/>
                    </a:cubicBezTo>
                    <a:cubicBezTo>
                      <a:pt x="326638" y="744059"/>
                      <a:pt x="362525" y="819591"/>
                      <a:pt x="361022" y="858578"/>
                    </a:cubicBezTo>
                    <a:cubicBezTo>
                      <a:pt x="360552" y="869664"/>
                      <a:pt x="361116" y="881876"/>
                      <a:pt x="361868" y="893902"/>
                    </a:cubicBezTo>
                    <a:cubicBezTo>
                      <a:pt x="361868" y="893902"/>
                      <a:pt x="407337" y="1011051"/>
                      <a:pt x="417483" y="1041583"/>
                    </a:cubicBezTo>
                    <a:cubicBezTo>
                      <a:pt x="427629" y="1072021"/>
                      <a:pt x="471407" y="1202511"/>
                      <a:pt x="472911" y="1243096"/>
                    </a:cubicBezTo>
                    <a:cubicBezTo>
                      <a:pt x="474508" y="1283680"/>
                      <a:pt x="456940" y="1360903"/>
                      <a:pt x="456940" y="1360903"/>
                    </a:cubicBezTo>
                    <a:cubicBezTo>
                      <a:pt x="459101" y="1379974"/>
                      <a:pt x="458443" y="1402991"/>
                      <a:pt x="453089" y="1432396"/>
                    </a:cubicBezTo>
                    <a:cubicBezTo>
                      <a:pt x="436930" y="1520422"/>
                      <a:pt x="403579" y="1588627"/>
                      <a:pt x="383287" y="1754158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1" name="Forme libre : forme 1970">
                <a:extLst>
                  <a:ext uri="{FF2B5EF4-FFF2-40B4-BE49-F238E27FC236}">
                    <a16:creationId xmlns:a16="http://schemas.microsoft.com/office/drawing/2014/main" id="{7E2B0861-334C-4126-881A-BB025ECDC331}"/>
                  </a:ext>
                </a:extLst>
              </p:cNvPr>
              <p:cNvSpPr/>
              <p:nvPr/>
            </p:nvSpPr>
            <p:spPr>
              <a:xfrm>
                <a:off x="7645480" y="4433707"/>
                <a:ext cx="302837" cy="851649"/>
              </a:xfrm>
              <a:custGeom>
                <a:avLst/>
                <a:gdLst>
                  <a:gd name="connsiteX0" fmla="*/ 302837 w 302837"/>
                  <a:gd name="connsiteY0" fmla="*/ 6519 h 851649"/>
                  <a:gd name="connsiteX1" fmla="*/ 294006 w 302837"/>
                  <a:gd name="connsiteY1" fmla="*/ 6519 h 851649"/>
                  <a:gd name="connsiteX2" fmla="*/ 272493 w 302837"/>
                  <a:gd name="connsiteY2" fmla="*/ 412 h 851649"/>
                  <a:gd name="connsiteX3" fmla="*/ 237358 w 302837"/>
                  <a:gd name="connsiteY3" fmla="*/ 109389 h 851649"/>
                  <a:gd name="connsiteX4" fmla="*/ 211147 w 302837"/>
                  <a:gd name="connsiteY4" fmla="*/ 184357 h 851649"/>
                  <a:gd name="connsiteX5" fmla="*/ 165489 w 302837"/>
                  <a:gd name="connsiteY5" fmla="*/ 331569 h 851649"/>
                  <a:gd name="connsiteX6" fmla="*/ 123684 w 302837"/>
                  <a:gd name="connsiteY6" fmla="*/ 443270 h 851649"/>
                  <a:gd name="connsiteX7" fmla="*/ 83475 w 302837"/>
                  <a:gd name="connsiteY7" fmla="*/ 561171 h 851649"/>
                  <a:gd name="connsiteX8" fmla="*/ 35093 w 302837"/>
                  <a:gd name="connsiteY8" fmla="*/ 696264 h 851649"/>
                  <a:gd name="connsiteX9" fmla="*/ 710 w 302837"/>
                  <a:gd name="connsiteY9" fmla="*/ 793497 h 851649"/>
                  <a:gd name="connsiteX10" fmla="*/ 710 w 302837"/>
                  <a:gd name="connsiteY10" fmla="*/ 851650 h 85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837" h="851649">
                    <a:moveTo>
                      <a:pt x="302837" y="6519"/>
                    </a:moveTo>
                    <a:lnTo>
                      <a:pt x="294006" y="6519"/>
                    </a:lnTo>
                    <a:cubicBezTo>
                      <a:pt x="294006" y="6519"/>
                      <a:pt x="278412" y="-1936"/>
                      <a:pt x="272493" y="412"/>
                    </a:cubicBezTo>
                    <a:cubicBezTo>
                      <a:pt x="266669" y="2761"/>
                      <a:pt x="242055" y="76602"/>
                      <a:pt x="237358" y="109389"/>
                    </a:cubicBezTo>
                    <a:cubicBezTo>
                      <a:pt x="237358" y="109389"/>
                      <a:pt x="221387" y="147249"/>
                      <a:pt x="211147" y="184357"/>
                    </a:cubicBezTo>
                    <a:cubicBezTo>
                      <a:pt x="200907" y="221465"/>
                      <a:pt x="173663" y="304607"/>
                      <a:pt x="165489" y="331569"/>
                    </a:cubicBezTo>
                    <a:cubicBezTo>
                      <a:pt x="157316" y="358531"/>
                      <a:pt x="134676" y="415932"/>
                      <a:pt x="123684" y="443270"/>
                    </a:cubicBezTo>
                    <a:cubicBezTo>
                      <a:pt x="112692" y="470608"/>
                      <a:pt x="90897" y="528760"/>
                      <a:pt x="83475" y="561171"/>
                    </a:cubicBezTo>
                    <a:cubicBezTo>
                      <a:pt x="76054" y="593582"/>
                      <a:pt x="45240" y="669772"/>
                      <a:pt x="35093" y="696264"/>
                    </a:cubicBezTo>
                    <a:cubicBezTo>
                      <a:pt x="24948" y="722757"/>
                      <a:pt x="2307" y="774802"/>
                      <a:pt x="710" y="793497"/>
                    </a:cubicBezTo>
                    <a:cubicBezTo>
                      <a:pt x="-887" y="812193"/>
                      <a:pt x="710" y="851650"/>
                      <a:pt x="710" y="851650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2" name="Forme libre : forme 1971">
                <a:extLst>
                  <a:ext uri="{FF2B5EF4-FFF2-40B4-BE49-F238E27FC236}">
                    <a16:creationId xmlns:a16="http://schemas.microsoft.com/office/drawing/2014/main" id="{30B88FAD-D74C-4F16-97F5-1B5B84338DBC}"/>
                  </a:ext>
                </a:extLst>
              </p:cNvPr>
              <p:cNvSpPr/>
              <p:nvPr/>
            </p:nvSpPr>
            <p:spPr>
              <a:xfrm>
                <a:off x="7756293" y="4610873"/>
                <a:ext cx="210249" cy="547563"/>
              </a:xfrm>
              <a:custGeom>
                <a:avLst/>
                <a:gdLst>
                  <a:gd name="connsiteX0" fmla="*/ 210249 w 210249"/>
                  <a:gd name="connsiteY0" fmla="*/ 36502 h 547563"/>
                  <a:gd name="connsiteX1" fmla="*/ 173799 w 210249"/>
                  <a:gd name="connsiteY1" fmla="*/ 7097 h 547563"/>
                  <a:gd name="connsiteX2" fmla="*/ 140636 w 210249"/>
                  <a:gd name="connsiteY2" fmla="*/ 5500 h 547563"/>
                  <a:gd name="connsiteX3" fmla="*/ 121471 w 210249"/>
                  <a:gd name="connsiteY3" fmla="*/ 91835 h 547563"/>
                  <a:gd name="connsiteX4" fmla="*/ 96857 w 210249"/>
                  <a:gd name="connsiteY4" fmla="*/ 188693 h 547563"/>
                  <a:gd name="connsiteX5" fmla="*/ 59373 w 210249"/>
                  <a:gd name="connsiteY5" fmla="*/ 298421 h 547563"/>
                  <a:gd name="connsiteX6" fmla="*/ 12870 w 210249"/>
                  <a:gd name="connsiteY6" fmla="*/ 485842 h 547563"/>
                  <a:gd name="connsiteX7" fmla="*/ 0 w 210249"/>
                  <a:gd name="connsiteY7" fmla="*/ 547564 h 54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0249" h="547563">
                    <a:moveTo>
                      <a:pt x="210249" y="36502"/>
                    </a:moveTo>
                    <a:cubicBezTo>
                      <a:pt x="210249" y="36502"/>
                      <a:pt x="192964" y="10949"/>
                      <a:pt x="173799" y="7097"/>
                    </a:cubicBezTo>
                    <a:cubicBezTo>
                      <a:pt x="173799" y="7097"/>
                      <a:pt x="155855" y="-7746"/>
                      <a:pt x="140636" y="5500"/>
                    </a:cubicBezTo>
                    <a:cubicBezTo>
                      <a:pt x="140636" y="5500"/>
                      <a:pt x="123444" y="76992"/>
                      <a:pt x="121471" y="91835"/>
                    </a:cubicBezTo>
                    <a:cubicBezTo>
                      <a:pt x="121471" y="91835"/>
                      <a:pt x="102306" y="166804"/>
                      <a:pt x="96857" y="188693"/>
                    </a:cubicBezTo>
                    <a:cubicBezTo>
                      <a:pt x="91409" y="210582"/>
                      <a:pt x="65198" y="279256"/>
                      <a:pt x="59373" y="298421"/>
                    </a:cubicBezTo>
                    <a:cubicBezTo>
                      <a:pt x="53549" y="317586"/>
                      <a:pt x="15595" y="472595"/>
                      <a:pt x="12870" y="485842"/>
                    </a:cubicBezTo>
                    <a:cubicBezTo>
                      <a:pt x="10146" y="499088"/>
                      <a:pt x="0" y="547564"/>
                      <a:pt x="0" y="547564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3" name="Forme libre : forme 1972">
                <a:extLst>
                  <a:ext uri="{FF2B5EF4-FFF2-40B4-BE49-F238E27FC236}">
                    <a16:creationId xmlns:a16="http://schemas.microsoft.com/office/drawing/2014/main" id="{7444F2F9-0728-4689-ACB0-831C346E79EA}"/>
                  </a:ext>
                </a:extLst>
              </p:cNvPr>
              <p:cNvSpPr/>
              <p:nvPr/>
            </p:nvSpPr>
            <p:spPr>
              <a:xfrm>
                <a:off x="7743363" y="5177977"/>
                <a:ext cx="10515" cy="77692"/>
              </a:xfrm>
              <a:custGeom>
                <a:avLst/>
                <a:gdLst>
                  <a:gd name="connsiteX0" fmla="*/ 9454 w 10515"/>
                  <a:gd name="connsiteY0" fmla="*/ 0 h 77692"/>
                  <a:gd name="connsiteX1" fmla="*/ 9736 w 10515"/>
                  <a:gd name="connsiteY1" fmla="*/ 39082 h 77692"/>
                  <a:gd name="connsiteX2" fmla="*/ 4851 w 10515"/>
                  <a:gd name="connsiteY2" fmla="*/ 77693 h 77692"/>
                  <a:gd name="connsiteX3" fmla="*/ 435 w 10515"/>
                  <a:gd name="connsiteY3" fmla="*/ 58152 h 77692"/>
                  <a:gd name="connsiteX4" fmla="*/ 341 w 10515"/>
                  <a:gd name="connsiteY4" fmla="*/ 38330 h 77692"/>
                  <a:gd name="connsiteX5" fmla="*/ 9454 w 10515"/>
                  <a:gd name="connsiteY5" fmla="*/ 0 h 77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515" h="77692">
                    <a:moveTo>
                      <a:pt x="9454" y="0"/>
                    </a:moveTo>
                    <a:cubicBezTo>
                      <a:pt x="11145" y="13434"/>
                      <a:pt x="10487" y="26305"/>
                      <a:pt x="9736" y="39082"/>
                    </a:cubicBezTo>
                    <a:cubicBezTo>
                      <a:pt x="8703" y="51952"/>
                      <a:pt x="7199" y="64447"/>
                      <a:pt x="4851" y="77693"/>
                    </a:cubicBezTo>
                    <a:cubicBezTo>
                      <a:pt x="2220" y="71399"/>
                      <a:pt x="1093" y="64728"/>
                      <a:pt x="435" y="58152"/>
                    </a:cubicBezTo>
                    <a:cubicBezTo>
                      <a:pt x="-222" y="51576"/>
                      <a:pt x="-35" y="44906"/>
                      <a:pt x="341" y="38330"/>
                    </a:cubicBezTo>
                    <a:cubicBezTo>
                      <a:pt x="1469" y="25365"/>
                      <a:pt x="3817" y="12307"/>
                      <a:pt x="945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4" name="Forme libre : forme 1973">
                <a:extLst>
                  <a:ext uri="{FF2B5EF4-FFF2-40B4-BE49-F238E27FC236}">
                    <a16:creationId xmlns:a16="http://schemas.microsoft.com/office/drawing/2014/main" id="{6F79CF34-C1BF-45EB-89B3-EBA1903B4893}"/>
                  </a:ext>
                </a:extLst>
              </p:cNvPr>
              <p:cNvSpPr/>
              <p:nvPr/>
            </p:nvSpPr>
            <p:spPr>
              <a:xfrm>
                <a:off x="7907827" y="5106955"/>
                <a:ext cx="11743" cy="43308"/>
              </a:xfrm>
              <a:custGeom>
                <a:avLst/>
                <a:gdLst>
                  <a:gd name="connsiteX0" fmla="*/ 11743 w 11743"/>
                  <a:gd name="connsiteY0" fmla="*/ 1503 h 43308"/>
                  <a:gd name="connsiteX1" fmla="*/ 0 w 11743"/>
                  <a:gd name="connsiteY1" fmla="*/ 43309 h 43308"/>
                  <a:gd name="connsiteX2" fmla="*/ 2537 w 11743"/>
                  <a:gd name="connsiteY2" fmla="*/ 0 h 4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43308">
                    <a:moveTo>
                      <a:pt x="11743" y="1503"/>
                    </a:moveTo>
                    <a:lnTo>
                      <a:pt x="0" y="43309"/>
                    </a:lnTo>
                    <a:lnTo>
                      <a:pt x="2537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5" name="Forme libre : forme 1974">
                <a:extLst>
                  <a:ext uri="{FF2B5EF4-FFF2-40B4-BE49-F238E27FC236}">
                    <a16:creationId xmlns:a16="http://schemas.microsoft.com/office/drawing/2014/main" id="{54D5570A-063F-4499-8D86-5E07AE7666ED}"/>
                  </a:ext>
                </a:extLst>
              </p:cNvPr>
              <p:cNvSpPr/>
              <p:nvPr/>
            </p:nvSpPr>
            <p:spPr>
              <a:xfrm>
                <a:off x="7880864" y="4617970"/>
                <a:ext cx="50237" cy="86652"/>
              </a:xfrm>
              <a:custGeom>
                <a:avLst/>
                <a:gdLst>
                  <a:gd name="connsiteX0" fmla="*/ 49227 w 50237"/>
                  <a:gd name="connsiteY0" fmla="*/ 0 h 86652"/>
                  <a:gd name="connsiteX1" fmla="*/ 49415 w 50237"/>
                  <a:gd name="connsiteY1" fmla="*/ 27432 h 86652"/>
                  <a:gd name="connsiteX2" fmla="*/ 42557 w 50237"/>
                  <a:gd name="connsiteY2" fmla="*/ 54394 h 86652"/>
                  <a:gd name="connsiteX3" fmla="*/ 26493 w 50237"/>
                  <a:gd name="connsiteY3" fmla="*/ 77881 h 86652"/>
                  <a:gd name="connsiteX4" fmla="*/ 0 w 50237"/>
                  <a:gd name="connsiteY4" fmla="*/ 86336 h 86652"/>
                  <a:gd name="connsiteX5" fmla="*/ 33821 w 50237"/>
                  <a:gd name="connsiteY5" fmla="*/ 50824 h 86652"/>
                  <a:gd name="connsiteX6" fmla="*/ 49227 w 50237"/>
                  <a:gd name="connsiteY6" fmla="*/ 0 h 86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237" h="86652">
                    <a:moveTo>
                      <a:pt x="49227" y="0"/>
                    </a:moveTo>
                    <a:cubicBezTo>
                      <a:pt x="50637" y="9113"/>
                      <a:pt x="50449" y="18319"/>
                      <a:pt x="49415" y="27432"/>
                    </a:cubicBezTo>
                    <a:cubicBezTo>
                      <a:pt x="48288" y="36545"/>
                      <a:pt x="46033" y="45658"/>
                      <a:pt x="42557" y="54394"/>
                    </a:cubicBezTo>
                    <a:cubicBezTo>
                      <a:pt x="39082" y="63037"/>
                      <a:pt x="34008" y="71492"/>
                      <a:pt x="26493" y="77881"/>
                    </a:cubicBezTo>
                    <a:cubicBezTo>
                      <a:pt x="19259" y="84363"/>
                      <a:pt x="9113" y="87745"/>
                      <a:pt x="0" y="86336"/>
                    </a:cubicBezTo>
                    <a:cubicBezTo>
                      <a:pt x="18131" y="81357"/>
                      <a:pt x="27526" y="66795"/>
                      <a:pt x="33821" y="50824"/>
                    </a:cubicBezTo>
                    <a:cubicBezTo>
                      <a:pt x="40396" y="34854"/>
                      <a:pt x="44436" y="17662"/>
                      <a:pt x="4922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6" name="Forme libre : forme 1975">
                <a:extLst>
                  <a:ext uri="{FF2B5EF4-FFF2-40B4-BE49-F238E27FC236}">
                    <a16:creationId xmlns:a16="http://schemas.microsoft.com/office/drawing/2014/main" id="{FB4DF3BE-522A-4C01-B9BF-E352DDE4E6B2}"/>
                  </a:ext>
                </a:extLst>
              </p:cNvPr>
              <p:cNvSpPr/>
              <p:nvPr/>
            </p:nvSpPr>
            <p:spPr>
              <a:xfrm>
                <a:off x="7884434" y="4440226"/>
                <a:ext cx="55725" cy="113019"/>
              </a:xfrm>
              <a:custGeom>
                <a:avLst/>
                <a:gdLst>
                  <a:gd name="connsiteX0" fmla="*/ 55052 w 55725"/>
                  <a:gd name="connsiteY0" fmla="*/ 0 h 113019"/>
                  <a:gd name="connsiteX1" fmla="*/ 54582 w 55725"/>
                  <a:gd name="connsiteY1" fmla="*/ 34384 h 113019"/>
                  <a:gd name="connsiteX2" fmla="*/ 47724 w 55725"/>
                  <a:gd name="connsiteY2" fmla="*/ 68298 h 113019"/>
                  <a:gd name="connsiteX3" fmla="*/ 31848 w 55725"/>
                  <a:gd name="connsiteY3" fmla="*/ 99676 h 113019"/>
                  <a:gd name="connsiteX4" fmla="*/ 17568 w 55725"/>
                  <a:gd name="connsiteY4" fmla="*/ 110949 h 113019"/>
                  <a:gd name="connsiteX5" fmla="*/ 0 w 55725"/>
                  <a:gd name="connsiteY5" fmla="*/ 111795 h 113019"/>
                  <a:gd name="connsiteX6" fmla="*/ 25929 w 55725"/>
                  <a:gd name="connsiteY6" fmla="*/ 95260 h 113019"/>
                  <a:gd name="connsiteX7" fmla="*/ 38799 w 55725"/>
                  <a:gd name="connsiteY7" fmla="*/ 65386 h 113019"/>
                  <a:gd name="connsiteX8" fmla="*/ 47442 w 55725"/>
                  <a:gd name="connsiteY8" fmla="*/ 33069 h 113019"/>
                  <a:gd name="connsiteX9" fmla="*/ 55052 w 55725"/>
                  <a:gd name="connsiteY9" fmla="*/ 0 h 11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725" h="113019">
                    <a:moveTo>
                      <a:pt x="55052" y="0"/>
                    </a:moveTo>
                    <a:cubicBezTo>
                      <a:pt x="56179" y="11461"/>
                      <a:pt x="55803" y="22922"/>
                      <a:pt x="54582" y="34384"/>
                    </a:cubicBezTo>
                    <a:cubicBezTo>
                      <a:pt x="53361" y="45845"/>
                      <a:pt x="51106" y="57119"/>
                      <a:pt x="47724" y="68298"/>
                    </a:cubicBezTo>
                    <a:cubicBezTo>
                      <a:pt x="44154" y="79289"/>
                      <a:pt x="39457" y="90375"/>
                      <a:pt x="31848" y="99676"/>
                    </a:cubicBezTo>
                    <a:cubicBezTo>
                      <a:pt x="27995" y="104373"/>
                      <a:pt x="23205" y="108413"/>
                      <a:pt x="17568" y="110949"/>
                    </a:cubicBezTo>
                    <a:cubicBezTo>
                      <a:pt x="11931" y="113392"/>
                      <a:pt x="5449" y="113673"/>
                      <a:pt x="0" y="111795"/>
                    </a:cubicBezTo>
                    <a:cubicBezTo>
                      <a:pt x="11837" y="111701"/>
                      <a:pt x="20386" y="104185"/>
                      <a:pt x="25929" y="95260"/>
                    </a:cubicBezTo>
                    <a:cubicBezTo>
                      <a:pt x="31565" y="86148"/>
                      <a:pt x="35512" y="75908"/>
                      <a:pt x="38799" y="65386"/>
                    </a:cubicBezTo>
                    <a:cubicBezTo>
                      <a:pt x="42181" y="54864"/>
                      <a:pt x="44812" y="43966"/>
                      <a:pt x="47442" y="33069"/>
                    </a:cubicBezTo>
                    <a:lnTo>
                      <a:pt x="55052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7" name="Forme libre : forme 1976">
                <a:extLst>
                  <a:ext uri="{FF2B5EF4-FFF2-40B4-BE49-F238E27FC236}">
                    <a16:creationId xmlns:a16="http://schemas.microsoft.com/office/drawing/2014/main" id="{E378EB09-9FF9-45BE-BD40-667EF2586EE6}"/>
                  </a:ext>
                </a:extLst>
              </p:cNvPr>
              <p:cNvSpPr/>
              <p:nvPr/>
            </p:nvSpPr>
            <p:spPr>
              <a:xfrm>
                <a:off x="7856533" y="4374558"/>
                <a:ext cx="50190" cy="109540"/>
              </a:xfrm>
              <a:custGeom>
                <a:avLst/>
                <a:gdLst>
                  <a:gd name="connsiteX0" fmla="*/ 46973 w 50190"/>
                  <a:gd name="connsiteY0" fmla="*/ 0 h 109540"/>
                  <a:gd name="connsiteX1" fmla="*/ 44811 w 50190"/>
                  <a:gd name="connsiteY1" fmla="*/ 65856 h 109540"/>
                  <a:gd name="connsiteX2" fmla="*/ 30250 w 50190"/>
                  <a:gd name="connsiteY2" fmla="*/ 96482 h 109540"/>
                  <a:gd name="connsiteX3" fmla="*/ 16816 w 50190"/>
                  <a:gd name="connsiteY3" fmla="*/ 107661 h 109540"/>
                  <a:gd name="connsiteX4" fmla="*/ 8079 w 50190"/>
                  <a:gd name="connsiteY4" fmla="*/ 109540 h 109540"/>
                  <a:gd name="connsiteX5" fmla="*/ 0 w 50190"/>
                  <a:gd name="connsiteY5" fmla="*/ 106722 h 109540"/>
                  <a:gd name="connsiteX6" fmla="*/ 14467 w 50190"/>
                  <a:gd name="connsiteY6" fmla="*/ 103622 h 109540"/>
                  <a:gd name="connsiteX7" fmla="*/ 24237 w 50190"/>
                  <a:gd name="connsiteY7" fmla="*/ 92254 h 109540"/>
                  <a:gd name="connsiteX8" fmla="*/ 35699 w 50190"/>
                  <a:gd name="connsiteY8" fmla="*/ 63319 h 109540"/>
                  <a:gd name="connsiteX9" fmla="*/ 42745 w 50190"/>
                  <a:gd name="connsiteY9" fmla="*/ 32129 h 109540"/>
                  <a:gd name="connsiteX10" fmla="*/ 46973 w 50190"/>
                  <a:gd name="connsiteY10" fmla="*/ 0 h 10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190" h="109540">
                    <a:moveTo>
                      <a:pt x="46973" y="0"/>
                    </a:moveTo>
                    <a:cubicBezTo>
                      <a:pt x="52421" y="21514"/>
                      <a:pt x="50449" y="44436"/>
                      <a:pt x="44811" y="65856"/>
                    </a:cubicBezTo>
                    <a:cubicBezTo>
                      <a:pt x="41712" y="76659"/>
                      <a:pt x="37484" y="87369"/>
                      <a:pt x="30250" y="96482"/>
                    </a:cubicBezTo>
                    <a:cubicBezTo>
                      <a:pt x="26680" y="100991"/>
                      <a:pt x="22265" y="105125"/>
                      <a:pt x="16816" y="107661"/>
                    </a:cubicBezTo>
                    <a:cubicBezTo>
                      <a:pt x="14092" y="108882"/>
                      <a:pt x="11085" y="109540"/>
                      <a:pt x="8079" y="109540"/>
                    </a:cubicBezTo>
                    <a:cubicBezTo>
                      <a:pt x="5073" y="109352"/>
                      <a:pt x="2255" y="108319"/>
                      <a:pt x="0" y="106722"/>
                    </a:cubicBezTo>
                    <a:cubicBezTo>
                      <a:pt x="5448" y="108225"/>
                      <a:pt x="10522" y="106722"/>
                      <a:pt x="14467" y="103622"/>
                    </a:cubicBezTo>
                    <a:cubicBezTo>
                      <a:pt x="18507" y="100709"/>
                      <a:pt x="21513" y="96482"/>
                      <a:pt x="24237" y="92254"/>
                    </a:cubicBezTo>
                    <a:cubicBezTo>
                      <a:pt x="29405" y="83423"/>
                      <a:pt x="32974" y="73559"/>
                      <a:pt x="35699" y="63319"/>
                    </a:cubicBezTo>
                    <a:cubicBezTo>
                      <a:pt x="38611" y="53079"/>
                      <a:pt x="40772" y="42651"/>
                      <a:pt x="42745" y="32129"/>
                    </a:cubicBezTo>
                    <a:cubicBezTo>
                      <a:pt x="44624" y="21701"/>
                      <a:pt x="45845" y="10992"/>
                      <a:pt x="4697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8" name="Forme libre : forme 1977">
                <a:extLst>
                  <a:ext uri="{FF2B5EF4-FFF2-40B4-BE49-F238E27FC236}">
                    <a16:creationId xmlns:a16="http://schemas.microsoft.com/office/drawing/2014/main" id="{A8F21D2B-369A-4E1D-A3BA-7F141908784F}"/>
                  </a:ext>
                </a:extLst>
              </p:cNvPr>
              <p:cNvSpPr/>
              <p:nvPr/>
            </p:nvSpPr>
            <p:spPr>
              <a:xfrm>
                <a:off x="7873724" y="4779086"/>
                <a:ext cx="17192" cy="6395"/>
              </a:xfrm>
              <a:custGeom>
                <a:avLst/>
                <a:gdLst>
                  <a:gd name="connsiteX0" fmla="*/ 0 w 17192"/>
                  <a:gd name="connsiteY0" fmla="*/ 0 h 6395"/>
                  <a:gd name="connsiteX1" fmla="*/ 8925 w 17192"/>
                  <a:gd name="connsiteY1" fmla="*/ 1127 h 6395"/>
                  <a:gd name="connsiteX2" fmla="*/ 17192 w 17192"/>
                  <a:gd name="connsiteY2" fmla="*/ 3288 h 6395"/>
                  <a:gd name="connsiteX3" fmla="*/ 17192 w 17192"/>
                  <a:gd name="connsiteY3" fmla="*/ 5825 h 6395"/>
                  <a:gd name="connsiteX4" fmla="*/ 14186 w 17192"/>
                  <a:gd name="connsiteY4" fmla="*/ 4604 h 6395"/>
                  <a:gd name="connsiteX5" fmla="*/ 17192 w 17192"/>
                  <a:gd name="connsiteY5" fmla="*/ 3288 h 6395"/>
                  <a:gd name="connsiteX6" fmla="*/ 17192 w 17192"/>
                  <a:gd name="connsiteY6" fmla="*/ 5825 h 6395"/>
                  <a:gd name="connsiteX7" fmla="*/ 7798 w 17192"/>
                  <a:gd name="connsiteY7" fmla="*/ 5543 h 6395"/>
                  <a:gd name="connsiteX8" fmla="*/ 0 w 17192"/>
                  <a:gd name="connsiteY8" fmla="*/ 0 h 6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92" h="6395">
                    <a:moveTo>
                      <a:pt x="0" y="0"/>
                    </a:moveTo>
                    <a:cubicBezTo>
                      <a:pt x="3382" y="94"/>
                      <a:pt x="6107" y="564"/>
                      <a:pt x="8925" y="1127"/>
                    </a:cubicBezTo>
                    <a:cubicBezTo>
                      <a:pt x="11649" y="1691"/>
                      <a:pt x="14374" y="2349"/>
                      <a:pt x="17192" y="3288"/>
                    </a:cubicBezTo>
                    <a:lnTo>
                      <a:pt x="17192" y="5825"/>
                    </a:lnTo>
                    <a:cubicBezTo>
                      <a:pt x="16159" y="5449"/>
                      <a:pt x="15219" y="5167"/>
                      <a:pt x="14186" y="4604"/>
                    </a:cubicBezTo>
                    <a:cubicBezTo>
                      <a:pt x="15219" y="4040"/>
                      <a:pt x="16159" y="3664"/>
                      <a:pt x="17192" y="3288"/>
                    </a:cubicBezTo>
                    <a:lnTo>
                      <a:pt x="17192" y="5825"/>
                    </a:lnTo>
                    <a:cubicBezTo>
                      <a:pt x="14092" y="6670"/>
                      <a:pt x="10804" y="6576"/>
                      <a:pt x="7798" y="5543"/>
                    </a:cubicBezTo>
                    <a:cubicBezTo>
                      <a:pt x="4791" y="4509"/>
                      <a:pt x="1879" y="2724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9" name="Forme libre : forme 1978">
                <a:extLst>
                  <a:ext uri="{FF2B5EF4-FFF2-40B4-BE49-F238E27FC236}">
                    <a16:creationId xmlns:a16="http://schemas.microsoft.com/office/drawing/2014/main" id="{08375738-3797-497C-A1FD-6655119E78F6}"/>
                  </a:ext>
                </a:extLst>
              </p:cNvPr>
              <p:cNvSpPr/>
              <p:nvPr/>
            </p:nvSpPr>
            <p:spPr>
              <a:xfrm>
                <a:off x="7866961" y="4799225"/>
                <a:ext cx="11743" cy="5849"/>
              </a:xfrm>
              <a:custGeom>
                <a:avLst/>
                <a:gdLst>
                  <a:gd name="connsiteX0" fmla="*/ 0 w 11743"/>
                  <a:gd name="connsiteY0" fmla="*/ 529 h 5849"/>
                  <a:gd name="connsiteX1" fmla="*/ 6764 w 11743"/>
                  <a:gd name="connsiteY1" fmla="*/ 717 h 5849"/>
                  <a:gd name="connsiteX2" fmla="*/ 11743 w 11743"/>
                  <a:gd name="connsiteY2" fmla="*/ 5321 h 5849"/>
                  <a:gd name="connsiteX3" fmla="*/ 4979 w 11743"/>
                  <a:gd name="connsiteY3" fmla="*/ 5132 h 5849"/>
                  <a:gd name="connsiteX4" fmla="*/ 0 w 11743"/>
                  <a:gd name="connsiteY4" fmla="*/ 529 h 5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3" h="5849">
                    <a:moveTo>
                      <a:pt x="0" y="529"/>
                    </a:moveTo>
                    <a:cubicBezTo>
                      <a:pt x="2630" y="-410"/>
                      <a:pt x="4791" y="59"/>
                      <a:pt x="6764" y="717"/>
                    </a:cubicBezTo>
                    <a:cubicBezTo>
                      <a:pt x="8643" y="1562"/>
                      <a:pt x="10428" y="2784"/>
                      <a:pt x="11743" y="5321"/>
                    </a:cubicBezTo>
                    <a:cubicBezTo>
                      <a:pt x="9112" y="6260"/>
                      <a:pt x="6952" y="5790"/>
                      <a:pt x="4979" y="5132"/>
                    </a:cubicBezTo>
                    <a:cubicBezTo>
                      <a:pt x="3006" y="4193"/>
                      <a:pt x="1221" y="2972"/>
                      <a:pt x="0" y="52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0" name="Forme libre : forme 1979">
                <a:extLst>
                  <a:ext uri="{FF2B5EF4-FFF2-40B4-BE49-F238E27FC236}">
                    <a16:creationId xmlns:a16="http://schemas.microsoft.com/office/drawing/2014/main" id="{092C5D79-9543-4942-8E71-D5EE787EB26B}"/>
                  </a:ext>
                </a:extLst>
              </p:cNvPr>
              <p:cNvSpPr/>
              <p:nvPr/>
            </p:nvSpPr>
            <p:spPr>
              <a:xfrm>
                <a:off x="7824873" y="4947710"/>
                <a:ext cx="20197" cy="5132"/>
              </a:xfrm>
              <a:custGeom>
                <a:avLst/>
                <a:gdLst>
                  <a:gd name="connsiteX0" fmla="*/ 0 w 20197"/>
                  <a:gd name="connsiteY0" fmla="*/ 101 h 5132"/>
                  <a:gd name="connsiteX1" fmla="*/ 10146 w 20197"/>
                  <a:gd name="connsiteY1" fmla="*/ 383 h 5132"/>
                  <a:gd name="connsiteX2" fmla="*/ 20198 w 20197"/>
                  <a:gd name="connsiteY2" fmla="*/ 1886 h 5132"/>
                  <a:gd name="connsiteX3" fmla="*/ 9770 w 20197"/>
                  <a:gd name="connsiteY3" fmla="*/ 5081 h 5132"/>
                  <a:gd name="connsiteX4" fmla="*/ 0 w 20197"/>
                  <a:gd name="connsiteY4" fmla="*/ 101 h 5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97" h="5132">
                    <a:moveTo>
                      <a:pt x="0" y="101"/>
                    </a:moveTo>
                    <a:cubicBezTo>
                      <a:pt x="3852" y="-180"/>
                      <a:pt x="6952" y="195"/>
                      <a:pt x="10146" y="383"/>
                    </a:cubicBezTo>
                    <a:cubicBezTo>
                      <a:pt x="13340" y="759"/>
                      <a:pt x="16440" y="947"/>
                      <a:pt x="20198" y="1886"/>
                    </a:cubicBezTo>
                    <a:cubicBezTo>
                      <a:pt x="17286" y="4517"/>
                      <a:pt x="13434" y="5362"/>
                      <a:pt x="9770" y="5081"/>
                    </a:cubicBezTo>
                    <a:cubicBezTo>
                      <a:pt x="6106" y="4704"/>
                      <a:pt x="2349" y="3296"/>
                      <a:pt x="0" y="10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1" name="Forme libre : forme 1980">
                <a:extLst>
                  <a:ext uri="{FF2B5EF4-FFF2-40B4-BE49-F238E27FC236}">
                    <a16:creationId xmlns:a16="http://schemas.microsoft.com/office/drawing/2014/main" id="{5C3AF25B-33A5-430F-A84A-AE88F437DB48}"/>
                  </a:ext>
                </a:extLst>
              </p:cNvPr>
              <p:cNvSpPr/>
              <p:nvPr/>
            </p:nvSpPr>
            <p:spPr>
              <a:xfrm>
                <a:off x="7817639" y="4966877"/>
                <a:ext cx="19540" cy="5288"/>
              </a:xfrm>
              <a:custGeom>
                <a:avLst/>
                <a:gdLst>
                  <a:gd name="connsiteX0" fmla="*/ 0 w 19540"/>
                  <a:gd name="connsiteY0" fmla="*/ 100 h 5288"/>
                  <a:gd name="connsiteX1" fmla="*/ 9864 w 19540"/>
                  <a:gd name="connsiteY1" fmla="*/ 476 h 5288"/>
                  <a:gd name="connsiteX2" fmla="*/ 19541 w 19540"/>
                  <a:gd name="connsiteY2" fmla="*/ 2730 h 5288"/>
                  <a:gd name="connsiteX3" fmla="*/ 9300 w 19540"/>
                  <a:gd name="connsiteY3" fmla="*/ 5173 h 5288"/>
                  <a:gd name="connsiteX4" fmla="*/ 0 w 19540"/>
                  <a:gd name="connsiteY4" fmla="*/ 100 h 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40" h="5288">
                    <a:moveTo>
                      <a:pt x="0" y="100"/>
                    </a:moveTo>
                    <a:cubicBezTo>
                      <a:pt x="3757" y="-182"/>
                      <a:pt x="6764" y="193"/>
                      <a:pt x="9864" y="476"/>
                    </a:cubicBezTo>
                    <a:cubicBezTo>
                      <a:pt x="12964" y="945"/>
                      <a:pt x="15971" y="1415"/>
                      <a:pt x="19541" y="2730"/>
                    </a:cubicBezTo>
                    <a:cubicBezTo>
                      <a:pt x="16534" y="5079"/>
                      <a:pt x="12776" y="5548"/>
                      <a:pt x="9300" y="5173"/>
                    </a:cubicBezTo>
                    <a:cubicBezTo>
                      <a:pt x="5825" y="4609"/>
                      <a:pt x="2349" y="3200"/>
                      <a:pt x="0" y="10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2" name="Forme libre : forme 1981">
                <a:extLst>
                  <a:ext uri="{FF2B5EF4-FFF2-40B4-BE49-F238E27FC236}">
                    <a16:creationId xmlns:a16="http://schemas.microsoft.com/office/drawing/2014/main" id="{ADB675EE-B721-497F-BBA3-068D6DD992EA}"/>
                  </a:ext>
                </a:extLst>
              </p:cNvPr>
              <p:cNvSpPr/>
              <p:nvPr/>
            </p:nvSpPr>
            <p:spPr>
              <a:xfrm>
                <a:off x="7823839" y="4780600"/>
                <a:ext cx="10521" cy="5782"/>
              </a:xfrm>
              <a:custGeom>
                <a:avLst/>
                <a:gdLst>
                  <a:gd name="connsiteX0" fmla="*/ 0 w 10521"/>
                  <a:gd name="connsiteY0" fmla="*/ 834 h 5782"/>
                  <a:gd name="connsiteX1" fmla="*/ 6388 w 10521"/>
                  <a:gd name="connsiteY1" fmla="*/ 646 h 5782"/>
                  <a:gd name="connsiteX2" fmla="*/ 10522 w 10521"/>
                  <a:gd name="connsiteY2" fmla="*/ 5531 h 5782"/>
                  <a:gd name="connsiteX3" fmla="*/ 4416 w 10521"/>
                  <a:gd name="connsiteY3" fmla="*/ 4968 h 5782"/>
                  <a:gd name="connsiteX4" fmla="*/ 0 w 10521"/>
                  <a:gd name="connsiteY4" fmla="*/ 834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21" h="5782">
                    <a:moveTo>
                      <a:pt x="0" y="834"/>
                    </a:moveTo>
                    <a:cubicBezTo>
                      <a:pt x="2349" y="-387"/>
                      <a:pt x="4510" y="-105"/>
                      <a:pt x="6388" y="646"/>
                    </a:cubicBezTo>
                    <a:cubicBezTo>
                      <a:pt x="8173" y="1586"/>
                      <a:pt x="9864" y="2901"/>
                      <a:pt x="10522" y="5531"/>
                    </a:cubicBezTo>
                    <a:cubicBezTo>
                      <a:pt x="7892" y="6095"/>
                      <a:pt x="6201" y="5626"/>
                      <a:pt x="4416" y="4968"/>
                    </a:cubicBezTo>
                    <a:cubicBezTo>
                      <a:pt x="2818" y="4122"/>
                      <a:pt x="1315" y="3089"/>
                      <a:pt x="0" y="83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3" name="Forme libre : forme 1982">
                <a:extLst>
                  <a:ext uri="{FF2B5EF4-FFF2-40B4-BE49-F238E27FC236}">
                    <a16:creationId xmlns:a16="http://schemas.microsoft.com/office/drawing/2014/main" id="{238FC80A-FBBB-4F9F-8069-90DEDD441730}"/>
                  </a:ext>
                </a:extLst>
              </p:cNvPr>
              <p:cNvSpPr/>
              <p:nvPr/>
            </p:nvSpPr>
            <p:spPr>
              <a:xfrm>
                <a:off x="7815479" y="4795478"/>
                <a:ext cx="8218" cy="4933"/>
              </a:xfrm>
              <a:custGeom>
                <a:avLst/>
                <a:gdLst>
                  <a:gd name="connsiteX0" fmla="*/ 0 w 8218"/>
                  <a:gd name="connsiteY0" fmla="*/ 2678 h 4933"/>
                  <a:gd name="connsiteX1" fmla="*/ 5073 w 8218"/>
                  <a:gd name="connsiteY1" fmla="*/ 142 h 4933"/>
                  <a:gd name="connsiteX2" fmla="*/ 8079 w 8218"/>
                  <a:gd name="connsiteY2" fmla="*/ 4933 h 4933"/>
                  <a:gd name="connsiteX3" fmla="*/ 3757 w 8218"/>
                  <a:gd name="connsiteY3" fmla="*/ 4651 h 4933"/>
                  <a:gd name="connsiteX4" fmla="*/ 0 w 8218"/>
                  <a:gd name="connsiteY4" fmla="*/ 2678 h 4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8" h="4933">
                    <a:moveTo>
                      <a:pt x="0" y="2678"/>
                    </a:moveTo>
                    <a:cubicBezTo>
                      <a:pt x="657" y="330"/>
                      <a:pt x="3194" y="-328"/>
                      <a:pt x="5073" y="142"/>
                    </a:cubicBezTo>
                    <a:cubicBezTo>
                      <a:pt x="6952" y="706"/>
                      <a:pt x="8737" y="2491"/>
                      <a:pt x="8079" y="4933"/>
                    </a:cubicBezTo>
                    <a:cubicBezTo>
                      <a:pt x="5731" y="4839"/>
                      <a:pt x="4791" y="4933"/>
                      <a:pt x="3757" y="4651"/>
                    </a:cubicBezTo>
                    <a:cubicBezTo>
                      <a:pt x="2818" y="4370"/>
                      <a:pt x="2067" y="3806"/>
                      <a:pt x="0" y="2678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4" name="Forme libre : forme 1983">
                <a:extLst>
                  <a:ext uri="{FF2B5EF4-FFF2-40B4-BE49-F238E27FC236}">
                    <a16:creationId xmlns:a16="http://schemas.microsoft.com/office/drawing/2014/main" id="{9A7DE7E6-1FB9-4301-99EF-D98FE8F46A9A}"/>
                  </a:ext>
                </a:extLst>
              </p:cNvPr>
              <p:cNvSpPr/>
              <p:nvPr/>
            </p:nvSpPr>
            <p:spPr>
              <a:xfrm>
                <a:off x="7790959" y="4721005"/>
                <a:ext cx="8366" cy="6692"/>
              </a:xfrm>
              <a:custGeom>
                <a:avLst/>
                <a:gdLst>
                  <a:gd name="connsiteX0" fmla="*/ 0 w 8366"/>
                  <a:gd name="connsiteY0" fmla="*/ 305 h 6692"/>
                  <a:gd name="connsiteX1" fmla="*/ 5825 w 8366"/>
                  <a:gd name="connsiteY1" fmla="*/ 1338 h 6692"/>
                  <a:gd name="connsiteX2" fmla="*/ 8361 w 8366"/>
                  <a:gd name="connsiteY2" fmla="*/ 6693 h 6692"/>
                  <a:gd name="connsiteX3" fmla="*/ 3006 w 8366"/>
                  <a:gd name="connsiteY3" fmla="*/ 5002 h 6692"/>
                  <a:gd name="connsiteX4" fmla="*/ 0 w 8366"/>
                  <a:gd name="connsiteY4" fmla="*/ 305 h 6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66" h="6692">
                    <a:moveTo>
                      <a:pt x="0" y="305"/>
                    </a:moveTo>
                    <a:cubicBezTo>
                      <a:pt x="2443" y="-447"/>
                      <a:pt x="4322" y="305"/>
                      <a:pt x="5825" y="1338"/>
                    </a:cubicBezTo>
                    <a:cubicBezTo>
                      <a:pt x="7234" y="2559"/>
                      <a:pt x="8455" y="4156"/>
                      <a:pt x="8361" y="6693"/>
                    </a:cubicBezTo>
                    <a:cubicBezTo>
                      <a:pt x="5825" y="6693"/>
                      <a:pt x="4322" y="5941"/>
                      <a:pt x="3006" y="5002"/>
                    </a:cubicBezTo>
                    <a:cubicBezTo>
                      <a:pt x="1691" y="3969"/>
                      <a:pt x="658" y="2747"/>
                      <a:pt x="0" y="305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5" name="Forme libre : forme 1984">
                <a:extLst>
                  <a:ext uri="{FF2B5EF4-FFF2-40B4-BE49-F238E27FC236}">
                    <a16:creationId xmlns:a16="http://schemas.microsoft.com/office/drawing/2014/main" id="{9BEF1E53-698C-4A82-9810-CD14C787E8EE}"/>
                  </a:ext>
                </a:extLst>
              </p:cNvPr>
              <p:cNvSpPr/>
              <p:nvPr/>
            </p:nvSpPr>
            <p:spPr>
              <a:xfrm>
                <a:off x="7791299" y="4740908"/>
                <a:ext cx="4111" cy="4111"/>
              </a:xfrm>
              <a:custGeom>
                <a:avLst/>
                <a:gdLst>
                  <a:gd name="connsiteX0" fmla="*/ 506 w 4111"/>
                  <a:gd name="connsiteY0" fmla="*/ 506 h 4111"/>
                  <a:gd name="connsiteX1" fmla="*/ 3700 w 4111"/>
                  <a:gd name="connsiteY1" fmla="*/ 412 h 4111"/>
                  <a:gd name="connsiteX2" fmla="*/ 3606 w 4111"/>
                  <a:gd name="connsiteY2" fmla="*/ 3606 h 4111"/>
                  <a:gd name="connsiteX3" fmla="*/ 412 w 4111"/>
                  <a:gd name="connsiteY3" fmla="*/ 3700 h 4111"/>
                  <a:gd name="connsiteX4" fmla="*/ 506 w 4111"/>
                  <a:gd name="connsiteY4" fmla="*/ 506 h 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11" h="4111">
                    <a:moveTo>
                      <a:pt x="506" y="506"/>
                    </a:moveTo>
                    <a:cubicBezTo>
                      <a:pt x="2291" y="-246"/>
                      <a:pt x="3136" y="-58"/>
                      <a:pt x="3700" y="412"/>
                    </a:cubicBezTo>
                    <a:cubicBezTo>
                      <a:pt x="4170" y="975"/>
                      <a:pt x="4357" y="1821"/>
                      <a:pt x="3606" y="3606"/>
                    </a:cubicBezTo>
                    <a:cubicBezTo>
                      <a:pt x="1821" y="4357"/>
                      <a:pt x="975" y="4169"/>
                      <a:pt x="412" y="3700"/>
                    </a:cubicBezTo>
                    <a:cubicBezTo>
                      <a:pt x="-58" y="3136"/>
                      <a:pt x="-246" y="2291"/>
                      <a:pt x="506" y="506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6" name="Forme libre : forme 1985">
                <a:extLst>
                  <a:ext uri="{FF2B5EF4-FFF2-40B4-BE49-F238E27FC236}">
                    <a16:creationId xmlns:a16="http://schemas.microsoft.com/office/drawing/2014/main" id="{08F4FF37-A916-424D-98FF-42C118246F32}"/>
                  </a:ext>
                </a:extLst>
              </p:cNvPr>
              <p:cNvSpPr/>
              <p:nvPr/>
            </p:nvSpPr>
            <p:spPr>
              <a:xfrm>
                <a:off x="7770166" y="4910046"/>
                <a:ext cx="5291" cy="4850"/>
              </a:xfrm>
              <a:custGeom>
                <a:avLst/>
                <a:gdLst>
                  <a:gd name="connsiteX0" fmla="*/ 595 w 5291"/>
                  <a:gd name="connsiteY0" fmla="*/ 0 h 4850"/>
                  <a:gd name="connsiteX1" fmla="*/ 4071 w 5291"/>
                  <a:gd name="connsiteY1" fmla="*/ 564 h 4850"/>
                  <a:gd name="connsiteX2" fmla="*/ 5292 w 5291"/>
                  <a:gd name="connsiteY2" fmla="*/ 3852 h 4850"/>
                  <a:gd name="connsiteX3" fmla="*/ 1064 w 5291"/>
                  <a:gd name="connsiteY3" fmla="*/ 4227 h 4850"/>
                  <a:gd name="connsiteX4" fmla="*/ 595 w 5291"/>
                  <a:gd name="connsiteY4" fmla="*/ 0 h 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1" h="4850">
                    <a:moveTo>
                      <a:pt x="595" y="0"/>
                    </a:moveTo>
                    <a:cubicBezTo>
                      <a:pt x="2661" y="0"/>
                      <a:pt x="3413" y="93"/>
                      <a:pt x="4071" y="564"/>
                    </a:cubicBezTo>
                    <a:cubicBezTo>
                      <a:pt x="4634" y="1127"/>
                      <a:pt x="4916" y="1785"/>
                      <a:pt x="5292" y="3852"/>
                    </a:cubicBezTo>
                    <a:cubicBezTo>
                      <a:pt x="3694" y="5261"/>
                      <a:pt x="2097" y="4979"/>
                      <a:pt x="1064" y="4227"/>
                    </a:cubicBezTo>
                    <a:cubicBezTo>
                      <a:pt x="124" y="3382"/>
                      <a:pt x="-533" y="1878"/>
                      <a:pt x="595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7" name="Forme libre : forme 1986">
                <a:extLst>
                  <a:ext uri="{FF2B5EF4-FFF2-40B4-BE49-F238E27FC236}">
                    <a16:creationId xmlns:a16="http://schemas.microsoft.com/office/drawing/2014/main" id="{9AF76AFC-C409-4375-B4C3-E609ABC2E6CB}"/>
                  </a:ext>
                </a:extLst>
              </p:cNvPr>
              <p:cNvSpPr/>
              <p:nvPr/>
            </p:nvSpPr>
            <p:spPr>
              <a:xfrm>
                <a:off x="7762588" y="5040254"/>
                <a:ext cx="42245" cy="221616"/>
              </a:xfrm>
              <a:custGeom>
                <a:avLst/>
                <a:gdLst>
                  <a:gd name="connsiteX0" fmla="*/ 0 w 42245"/>
                  <a:gd name="connsiteY0" fmla="*/ 221616 h 221616"/>
                  <a:gd name="connsiteX1" fmla="*/ 28465 w 42245"/>
                  <a:gd name="connsiteY1" fmla="*/ 194654 h 221616"/>
                  <a:gd name="connsiteX2" fmla="*/ 28371 w 42245"/>
                  <a:gd name="connsiteY2" fmla="*/ 152567 h 221616"/>
                  <a:gd name="connsiteX3" fmla="*/ 32974 w 42245"/>
                  <a:gd name="connsiteY3" fmla="*/ 78632 h 221616"/>
                  <a:gd name="connsiteX4" fmla="*/ 42087 w 42245"/>
                  <a:gd name="connsiteY4" fmla="*/ 0 h 221616"/>
                  <a:gd name="connsiteX5" fmla="*/ 0 w 42245"/>
                  <a:gd name="connsiteY5" fmla="*/ 221616 h 221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245" h="221616">
                    <a:moveTo>
                      <a:pt x="0" y="221616"/>
                    </a:moveTo>
                    <a:cubicBezTo>
                      <a:pt x="14092" y="221616"/>
                      <a:pt x="25177" y="208370"/>
                      <a:pt x="28465" y="194654"/>
                    </a:cubicBezTo>
                    <a:cubicBezTo>
                      <a:pt x="31754" y="180939"/>
                      <a:pt x="29311" y="166659"/>
                      <a:pt x="28371" y="152567"/>
                    </a:cubicBezTo>
                    <a:cubicBezTo>
                      <a:pt x="26774" y="127859"/>
                      <a:pt x="29875" y="103152"/>
                      <a:pt x="32974" y="78632"/>
                    </a:cubicBezTo>
                    <a:cubicBezTo>
                      <a:pt x="36169" y="53455"/>
                      <a:pt x="43403" y="24989"/>
                      <a:pt x="42087" y="0"/>
                    </a:cubicBezTo>
                    <a:cubicBezTo>
                      <a:pt x="20667" y="17943"/>
                      <a:pt x="376" y="221616"/>
                      <a:pt x="0" y="221616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8" name="Forme libre : forme 1987">
                <a:extLst>
                  <a:ext uri="{FF2B5EF4-FFF2-40B4-BE49-F238E27FC236}">
                    <a16:creationId xmlns:a16="http://schemas.microsoft.com/office/drawing/2014/main" id="{A5002467-7C40-475A-A6AA-7D4E8B8F8890}"/>
                  </a:ext>
                </a:extLst>
              </p:cNvPr>
              <p:cNvSpPr/>
              <p:nvPr/>
            </p:nvSpPr>
            <p:spPr>
              <a:xfrm>
                <a:off x="7652677" y="4981350"/>
                <a:ext cx="88866" cy="311992"/>
              </a:xfrm>
              <a:custGeom>
                <a:avLst/>
                <a:gdLst>
                  <a:gd name="connsiteX0" fmla="*/ 88866 w 88866"/>
                  <a:gd name="connsiteY0" fmla="*/ 0 h 311992"/>
                  <a:gd name="connsiteX1" fmla="*/ 69890 w 88866"/>
                  <a:gd name="connsiteY1" fmla="*/ 58716 h 311992"/>
                  <a:gd name="connsiteX2" fmla="*/ 23668 w 88866"/>
                  <a:gd name="connsiteY2" fmla="*/ 189769 h 311992"/>
                  <a:gd name="connsiteX3" fmla="*/ 2343 w 88866"/>
                  <a:gd name="connsiteY3" fmla="*/ 249895 h 311992"/>
                  <a:gd name="connsiteX4" fmla="*/ 9765 w 88866"/>
                  <a:gd name="connsiteY4" fmla="*/ 311992 h 311992"/>
                  <a:gd name="connsiteX5" fmla="*/ 33251 w 88866"/>
                  <a:gd name="connsiteY5" fmla="*/ 205364 h 311992"/>
                  <a:gd name="connsiteX6" fmla="*/ 55234 w 88866"/>
                  <a:gd name="connsiteY6" fmla="*/ 153319 h 311992"/>
                  <a:gd name="connsiteX7" fmla="*/ 65944 w 88866"/>
                  <a:gd name="connsiteY7" fmla="*/ 112453 h 311992"/>
                  <a:gd name="connsiteX8" fmla="*/ 87363 w 88866"/>
                  <a:gd name="connsiteY8" fmla="*/ 16628 h 311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866" h="311992">
                    <a:moveTo>
                      <a:pt x="88866" y="0"/>
                    </a:moveTo>
                    <a:cubicBezTo>
                      <a:pt x="82572" y="19541"/>
                      <a:pt x="76278" y="39175"/>
                      <a:pt x="69890" y="58716"/>
                    </a:cubicBezTo>
                    <a:cubicBezTo>
                      <a:pt x="55704" y="102776"/>
                      <a:pt x="41424" y="146930"/>
                      <a:pt x="23668" y="189769"/>
                    </a:cubicBezTo>
                    <a:cubicBezTo>
                      <a:pt x="15495" y="209498"/>
                      <a:pt x="6571" y="229038"/>
                      <a:pt x="2343" y="249895"/>
                    </a:cubicBezTo>
                    <a:cubicBezTo>
                      <a:pt x="-1885" y="270750"/>
                      <a:pt x="-945" y="293579"/>
                      <a:pt x="9765" y="311992"/>
                    </a:cubicBezTo>
                    <a:cubicBezTo>
                      <a:pt x="11361" y="275447"/>
                      <a:pt x="19347" y="239185"/>
                      <a:pt x="33251" y="205364"/>
                    </a:cubicBezTo>
                    <a:cubicBezTo>
                      <a:pt x="40391" y="187890"/>
                      <a:pt x="49128" y="171168"/>
                      <a:pt x="55234" y="153319"/>
                    </a:cubicBezTo>
                    <a:cubicBezTo>
                      <a:pt x="59837" y="139979"/>
                      <a:pt x="62844" y="126262"/>
                      <a:pt x="65944" y="112453"/>
                    </a:cubicBezTo>
                    <a:cubicBezTo>
                      <a:pt x="73084" y="80511"/>
                      <a:pt x="80223" y="48570"/>
                      <a:pt x="87363" y="16628"/>
                    </a:cubicBezTo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9" name="Forme libre : forme 1988">
                <a:extLst>
                  <a:ext uri="{FF2B5EF4-FFF2-40B4-BE49-F238E27FC236}">
                    <a16:creationId xmlns:a16="http://schemas.microsoft.com/office/drawing/2014/main" id="{24C1EB3F-1AD2-40B4-A324-1BD5E9BF994C}"/>
                  </a:ext>
                </a:extLst>
              </p:cNvPr>
              <p:cNvSpPr/>
              <p:nvPr/>
            </p:nvSpPr>
            <p:spPr>
              <a:xfrm>
                <a:off x="7598635" y="5018919"/>
                <a:ext cx="92308" cy="209694"/>
              </a:xfrm>
              <a:custGeom>
                <a:avLst/>
                <a:gdLst>
                  <a:gd name="connsiteX0" fmla="*/ 10352 w 92308"/>
                  <a:gd name="connsiteY0" fmla="*/ 131157 h 209694"/>
                  <a:gd name="connsiteX1" fmla="*/ 18 w 92308"/>
                  <a:gd name="connsiteY1" fmla="*/ 166950 h 209694"/>
                  <a:gd name="connsiteX2" fmla="*/ 10821 w 92308"/>
                  <a:gd name="connsiteY2" fmla="*/ 209695 h 209694"/>
                  <a:gd name="connsiteX3" fmla="*/ 24913 w 92308"/>
                  <a:gd name="connsiteY3" fmla="*/ 142806 h 209694"/>
                  <a:gd name="connsiteX4" fmla="*/ 59485 w 92308"/>
                  <a:gd name="connsiteY4" fmla="*/ 82869 h 209694"/>
                  <a:gd name="connsiteX5" fmla="*/ 81093 w 92308"/>
                  <a:gd name="connsiteY5" fmla="*/ 38809 h 209694"/>
                  <a:gd name="connsiteX6" fmla="*/ 89078 w 92308"/>
                  <a:gd name="connsiteY6" fmla="*/ 9 h 209694"/>
                  <a:gd name="connsiteX7" fmla="*/ 65216 w 92308"/>
                  <a:gd name="connsiteY7" fmla="*/ 40124 h 209694"/>
                  <a:gd name="connsiteX8" fmla="*/ 38160 w 92308"/>
                  <a:gd name="connsiteY8" fmla="*/ 81930 h 209694"/>
                  <a:gd name="connsiteX9" fmla="*/ 10352 w 92308"/>
                  <a:gd name="connsiteY9" fmla="*/ 131157 h 209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308" h="209694">
                    <a:moveTo>
                      <a:pt x="10352" y="131157"/>
                    </a:moveTo>
                    <a:cubicBezTo>
                      <a:pt x="4997" y="142430"/>
                      <a:pt x="299" y="154455"/>
                      <a:pt x="18" y="166950"/>
                    </a:cubicBezTo>
                    <a:cubicBezTo>
                      <a:pt x="-358" y="181699"/>
                      <a:pt x="5279" y="195979"/>
                      <a:pt x="10821" y="209695"/>
                    </a:cubicBezTo>
                    <a:cubicBezTo>
                      <a:pt x="8191" y="186772"/>
                      <a:pt x="14955" y="163662"/>
                      <a:pt x="24913" y="142806"/>
                    </a:cubicBezTo>
                    <a:cubicBezTo>
                      <a:pt x="34871" y="121950"/>
                      <a:pt x="48024" y="102879"/>
                      <a:pt x="59485" y="82869"/>
                    </a:cubicBezTo>
                    <a:cubicBezTo>
                      <a:pt x="67564" y="68683"/>
                      <a:pt x="74798" y="53934"/>
                      <a:pt x="81093" y="38809"/>
                    </a:cubicBezTo>
                    <a:cubicBezTo>
                      <a:pt x="82972" y="34393"/>
                      <a:pt x="99036" y="-649"/>
                      <a:pt x="89078" y="9"/>
                    </a:cubicBezTo>
                    <a:cubicBezTo>
                      <a:pt x="84569" y="291"/>
                      <a:pt x="68504" y="35051"/>
                      <a:pt x="65216" y="40124"/>
                    </a:cubicBezTo>
                    <a:cubicBezTo>
                      <a:pt x="56385" y="54122"/>
                      <a:pt x="47084" y="67931"/>
                      <a:pt x="38160" y="81930"/>
                    </a:cubicBezTo>
                    <a:cubicBezTo>
                      <a:pt x="28107" y="97806"/>
                      <a:pt x="18431" y="114059"/>
                      <a:pt x="10352" y="131157"/>
                    </a:cubicBezTo>
                    <a:close/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0" name="Forme libre : forme 1989">
                <a:extLst>
                  <a:ext uri="{FF2B5EF4-FFF2-40B4-BE49-F238E27FC236}">
                    <a16:creationId xmlns:a16="http://schemas.microsoft.com/office/drawing/2014/main" id="{D13C2B00-E8C0-4CFE-A9FC-D2F4A6714410}"/>
                  </a:ext>
                </a:extLst>
              </p:cNvPr>
              <p:cNvSpPr/>
              <p:nvPr/>
            </p:nvSpPr>
            <p:spPr>
              <a:xfrm>
                <a:off x="7884528" y="4619199"/>
                <a:ext cx="39552" cy="80973"/>
              </a:xfrm>
              <a:custGeom>
                <a:avLst/>
                <a:gdLst>
                  <a:gd name="connsiteX0" fmla="*/ 38142 w 39552"/>
                  <a:gd name="connsiteY0" fmla="*/ 4314 h 80973"/>
                  <a:gd name="connsiteX1" fmla="*/ 20856 w 39552"/>
                  <a:gd name="connsiteY1" fmla="*/ 274 h 80973"/>
                  <a:gd name="connsiteX2" fmla="*/ 18225 w 39552"/>
                  <a:gd name="connsiteY2" fmla="*/ 1402 h 80973"/>
                  <a:gd name="connsiteX3" fmla="*/ 17474 w 39552"/>
                  <a:gd name="connsiteY3" fmla="*/ 3375 h 80973"/>
                  <a:gd name="connsiteX4" fmla="*/ 0 w 39552"/>
                  <a:gd name="connsiteY4" fmla="*/ 80973 h 80973"/>
                  <a:gd name="connsiteX5" fmla="*/ 25459 w 39552"/>
                  <a:gd name="connsiteY5" fmla="*/ 48374 h 80973"/>
                  <a:gd name="connsiteX6" fmla="*/ 39081 w 39552"/>
                  <a:gd name="connsiteY6" fmla="*/ 8918 h 80973"/>
                  <a:gd name="connsiteX7" fmla="*/ 38142 w 39552"/>
                  <a:gd name="connsiteY7" fmla="*/ 4314 h 80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552" h="80973">
                    <a:moveTo>
                      <a:pt x="38142" y="4314"/>
                    </a:moveTo>
                    <a:cubicBezTo>
                      <a:pt x="33162" y="838"/>
                      <a:pt x="26868" y="-665"/>
                      <a:pt x="20856" y="274"/>
                    </a:cubicBezTo>
                    <a:cubicBezTo>
                      <a:pt x="19916" y="462"/>
                      <a:pt x="18789" y="650"/>
                      <a:pt x="18225" y="1402"/>
                    </a:cubicBezTo>
                    <a:cubicBezTo>
                      <a:pt x="17756" y="1965"/>
                      <a:pt x="17568" y="2623"/>
                      <a:pt x="17474" y="3375"/>
                    </a:cubicBezTo>
                    <a:cubicBezTo>
                      <a:pt x="11649" y="29303"/>
                      <a:pt x="9489" y="56172"/>
                      <a:pt x="0" y="80973"/>
                    </a:cubicBezTo>
                    <a:cubicBezTo>
                      <a:pt x="11180" y="72706"/>
                      <a:pt x="19447" y="60963"/>
                      <a:pt x="25459" y="48374"/>
                    </a:cubicBezTo>
                    <a:cubicBezTo>
                      <a:pt x="31471" y="35786"/>
                      <a:pt x="35323" y="22352"/>
                      <a:pt x="39081" y="8918"/>
                    </a:cubicBezTo>
                    <a:cubicBezTo>
                      <a:pt x="40208" y="6475"/>
                      <a:pt x="39081" y="4784"/>
                      <a:pt x="38142" y="4314"/>
                    </a:cubicBezTo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1" name="Forme libre : forme 1990">
                <a:extLst>
                  <a:ext uri="{FF2B5EF4-FFF2-40B4-BE49-F238E27FC236}">
                    <a16:creationId xmlns:a16="http://schemas.microsoft.com/office/drawing/2014/main" id="{1CAA092B-D1A1-4D8E-B95C-B3CA60A86036}"/>
                  </a:ext>
                </a:extLst>
              </p:cNvPr>
              <p:cNvSpPr/>
              <p:nvPr/>
            </p:nvSpPr>
            <p:spPr>
              <a:xfrm>
                <a:off x="7888519" y="4440556"/>
                <a:ext cx="46351" cy="107236"/>
              </a:xfrm>
              <a:custGeom>
                <a:avLst/>
                <a:gdLst>
                  <a:gd name="connsiteX0" fmla="*/ 33681 w 46351"/>
                  <a:gd name="connsiteY0" fmla="*/ 327 h 107236"/>
                  <a:gd name="connsiteX1" fmla="*/ 32084 w 46351"/>
                  <a:gd name="connsiteY1" fmla="*/ 139 h 107236"/>
                  <a:gd name="connsiteX2" fmla="*/ 31520 w 46351"/>
                  <a:gd name="connsiteY2" fmla="*/ 985 h 107236"/>
                  <a:gd name="connsiteX3" fmla="*/ 424 w 46351"/>
                  <a:gd name="connsiteY3" fmla="*/ 100943 h 107236"/>
                  <a:gd name="connsiteX4" fmla="*/ 988 w 46351"/>
                  <a:gd name="connsiteY4" fmla="*/ 107237 h 107236"/>
                  <a:gd name="connsiteX5" fmla="*/ 10195 w 46351"/>
                  <a:gd name="connsiteY5" fmla="*/ 99721 h 107236"/>
                  <a:gd name="connsiteX6" fmla="*/ 26917 w 46351"/>
                  <a:gd name="connsiteY6" fmla="*/ 73605 h 107236"/>
                  <a:gd name="connsiteX7" fmla="*/ 32836 w 46351"/>
                  <a:gd name="connsiteY7" fmla="*/ 61298 h 107236"/>
                  <a:gd name="connsiteX8" fmla="*/ 36030 w 46351"/>
                  <a:gd name="connsiteY8" fmla="*/ 50682 h 107236"/>
                  <a:gd name="connsiteX9" fmla="*/ 44203 w 46351"/>
                  <a:gd name="connsiteY9" fmla="*/ 19868 h 107236"/>
                  <a:gd name="connsiteX10" fmla="*/ 45236 w 46351"/>
                  <a:gd name="connsiteY10" fmla="*/ 6716 h 107236"/>
                  <a:gd name="connsiteX11" fmla="*/ 33681 w 46351"/>
                  <a:gd name="connsiteY11" fmla="*/ 327 h 1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351" h="107236">
                    <a:moveTo>
                      <a:pt x="33681" y="327"/>
                    </a:moveTo>
                    <a:cubicBezTo>
                      <a:pt x="33212" y="45"/>
                      <a:pt x="32554" y="-142"/>
                      <a:pt x="32084" y="139"/>
                    </a:cubicBezTo>
                    <a:cubicBezTo>
                      <a:pt x="31802" y="327"/>
                      <a:pt x="31614" y="703"/>
                      <a:pt x="31520" y="985"/>
                    </a:cubicBezTo>
                    <a:cubicBezTo>
                      <a:pt x="18274" y="33302"/>
                      <a:pt x="7846" y="66841"/>
                      <a:pt x="424" y="100943"/>
                    </a:cubicBezTo>
                    <a:cubicBezTo>
                      <a:pt x="-45" y="103103"/>
                      <a:pt x="-421" y="105640"/>
                      <a:pt x="988" y="107237"/>
                    </a:cubicBezTo>
                    <a:cubicBezTo>
                      <a:pt x="4652" y="105546"/>
                      <a:pt x="7564" y="102727"/>
                      <a:pt x="10195" y="99721"/>
                    </a:cubicBezTo>
                    <a:cubicBezTo>
                      <a:pt x="16959" y="91924"/>
                      <a:pt x="21938" y="82717"/>
                      <a:pt x="26917" y="73605"/>
                    </a:cubicBezTo>
                    <a:cubicBezTo>
                      <a:pt x="29078" y="69565"/>
                      <a:pt x="31239" y="65619"/>
                      <a:pt x="32836" y="61298"/>
                    </a:cubicBezTo>
                    <a:cubicBezTo>
                      <a:pt x="34151" y="57822"/>
                      <a:pt x="35090" y="54252"/>
                      <a:pt x="36030" y="50682"/>
                    </a:cubicBezTo>
                    <a:cubicBezTo>
                      <a:pt x="38754" y="40442"/>
                      <a:pt x="41478" y="30108"/>
                      <a:pt x="44203" y="19868"/>
                    </a:cubicBezTo>
                    <a:cubicBezTo>
                      <a:pt x="45142" y="16298"/>
                      <a:pt x="47867" y="10098"/>
                      <a:pt x="45236" y="6716"/>
                    </a:cubicBezTo>
                    <a:cubicBezTo>
                      <a:pt x="42888" y="3615"/>
                      <a:pt x="36969" y="2018"/>
                      <a:pt x="33681" y="327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2" name="Forme libre : forme 1991">
                <a:extLst>
                  <a:ext uri="{FF2B5EF4-FFF2-40B4-BE49-F238E27FC236}">
                    <a16:creationId xmlns:a16="http://schemas.microsoft.com/office/drawing/2014/main" id="{033B3F77-C7E5-4A33-B294-B12977723F91}"/>
                  </a:ext>
                </a:extLst>
              </p:cNvPr>
              <p:cNvSpPr/>
              <p:nvPr/>
            </p:nvSpPr>
            <p:spPr>
              <a:xfrm>
                <a:off x="7862451" y="4371270"/>
                <a:ext cx="37850" cy="109164"/>
              </a:xfrm>
              <a:custGeom>
                <a:avLst/>
                <a:gdLst>
                  <a:gd name="connsiteX0" fmla="*/ 27432 w 37850"/>
                  <a:gd name="connsiteY0" fmla="*/ 0 h 109164"/>
                  <a:gd name="connsiteX1" fmla="*/ 15595 w 37850"/>
                  <a:gd name="connsiteY1" fmla="*/ 44248 h 109164"/>
                  <a:gd name="connsiteX2" fmla="*/ 12588 w 37850"/>
                  <a:gd name="connsiteY2" fmla="*/ 56555 h 109164"/>
                  <a:gd name="connsiteX3" fmla="*/ 9018 w 37850"/>
                  <a:gd name="connsiteY3" fmla="*/ 71305 h 109164"/>
                  <a:gd name="connsiteX4" fmla="*/ 0 w 37850"/>
                  <a:gd name="connsiteY4" fmla="*/ 109165 h 109164"/>
                  <a:gd name="connsiteX5" fmla="*/ 26868 w 37850"/>
                  <a:gd name="connsiteY5" fmla="*/ 63695 h 109164"/>
                  <a:gd name="connsiteX6" fmla="*/ 35135 w 37850"/>
                  <a:gd name="connsiteY6" fmla="*/ 25741 h 109164"/>
                  <a:gd name="connsiteX7" fmla="*/ 37390 w 37850"/>
                  <a:gd name="connsiteY7" fmla="*/ 10334 h 109164"/>
                  <a:gd name="connsiteX8" fmla="*/ 27432 w 37850"/>
                  <a:gd name="connsiteY8" fmla="*/ 0 h 109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50" h="109164">
                    <a:moveTo>
                      <a:pt x="27432" y="0"/>
                    </a:moveTo>
                    <a:cubicBezTo>
                      <a:pt x="22829" y="14562"/>
                      <a:pt x="19165" y="29405"/>
                      <a:pt x="15595" y="44248"/>
                    </a:cubicBezTo>
                    <a:cubicBezTo>
                      <a:pt x="14561" y="48382"/>
                      <a:pt x="13622" y="52422"/>
                      <a:pt x="12588" y="56555"/>
                    </a:cubicBezTo>
                    <a:cubicBezTo>
                      <a:pt x="11367" y="61440"/>
                      <a:pt x="10240" y="66325"/>
                      <a:pt x="9018" y="71305"/>
                    </a:cubicBezTo>
                    <a:cubicBezTo>
                      <a:pt x="5918" y="83893"/>
                      <a:pt x="2912" y="96482"/>
                      <a:pt x="0" y="109165"/>
                    </a:cubicBezTo>
                    <a:cubicBezTo>
                      <a:pt x="13810" y="97797"/>
                      <a:pt x="21983" y="80887"/>
                      <a:pt x="26868" y="63695"/>
                    </a:cubicBezTo>
                    <a:cubicBezTo>
                      <a:pt x="30438" y="51200"/>
                      <a:pt x="32599" y="38424"/>
                      <a:pt x="35135" y="25741"/>
                    </a:cubicBezTo>
                    <a:cubicBezTo>
                      <a:pt x="35981" y="21419"/>
                      <a:pt x="38987" y="14749"/>
                      <a:pt x="37390" y="10334"/>
                    </a:cubicBezTo>
                    <a:cubicBezTo>
                      <a:pt x="36544" y="7892"/>
                      <a:pt x="27244" y="752"/>
                      <a:pt x="27432" y="0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93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8198043" y="4730329"/>
              <a:ext cx="352501" cy="1327379"/>
              <a:chOff x="8945631" y="4363616"/>
              <a:chExt cx="473013" cy="1781178"/>
            </a:xfrm>
            <a:solidFill>
              <a:schemeClr val="accent1"/>
            </a:solidFill>
          </p:grpSpPr>
          <p:sp>
            <p:nvSpPr>
              <p:cNvPr id="1994" name="Forme libre : forme 1993">
                <a:extLst>
                  <a:ext uri="{FF2B5EF4-FFF2-40B4-BE49-F238E27FC236}">
                    <a16:creationId xmlns:a16="http://schemas.microsoft.com/office/drawing/2014/main" id="{3754CA89-6FA3-421F-8C2D-5137A0DF2AF0}"/>
                  </a:ext>
                </a:extLst>
              </p:cNvPr>
              <p:cNvSpPr/>
              <p:nvPr/>
            </p:nvSpPr>
            <p:spPr>
              <a:xfrm>
                <a:off x="8945642" y="4363616"/>
                <a:ext cx="473002" cy="1781178"/>
              </a:xfrm>
              <a:custGeom>
                <a:avLst/>
                <a:gdLst>
                  <a:gd name="connsiteX0" fmla="*/ 16062 w 473002"/>
                  <a:gd name="connsiteY0" fmla="*/ 1360934 h 1781178"/>
                  <a:gd name="connsiteX1" fmla="*/ 19914 w 473002"/>
                  <a:gd name="connsiteY1" fmla="*/ 1432427 h 1781178"/>
                  <a:gd name="connsiteX2" fmla="*/ 89715 w 473002"/>
                  <a:gd name="connsiteY2" fmla="*/ 1754189 h 1781178"/>
                  <a:gd name="connsiteX3" fmla="*/ 390621 w 473002"/>
                  <a:gd name="connsiteY3" fmla="*/ 1762550 h 1781178"/>
                  <a:gd name="connsiteX4" fmla="*/ 364881 w 473002"/>
                  <a:gd name="connsiteY4" fmla="*/ 1475172 h 1781178"/>
                  <a:gd name="connsiteX5" fmla="*/ 387522 w 473002"/>
                  <a:gd name="connsiteY5" fmla="*/ 1286154 h 1781178"/>
                  <a:gd name="connsiteX6" fmla="*/ 435903 w 473002"/>
                  <a:gd name="connsiteY6" fmla="*/ 1044809 h 1781178"/>
                  <a:gd name="connsiteX7" fmla="*/ 458544 w 473002"/>
                  <a:gd name="connsiteY7" fmla="*/ 915164 h 1781178"/>
                  <a:gd name="connsiteX8" fmla="*/ 467093 w 473002"/>
                  <a:gd name="connsiteY8" fmla="*/ 797263 h 1781178"/>
                  <a:gd name="connsiteX9" fmla="*/ 364035 w 473002"/>
                  <a:gd name="connsiteY9" fmla="*/ 602045 h 1781178"/>
                  <a:gd name="connsiteX10" fmla="*/ 290664 w 473002"/>
                  <a:gd name="connsiteY10" fmla="*/ 394332 h 1781178"/>
                  <a:gd name="connsiteX11" fmla="*/ 231291 w 473002"/>
                  <a:gd name="connsiteY11" fmla="*/ 183425 h 1781178"/>
                  <a:gd name="connsiteX12" fmla="*/ 204704 w 473002"/>
                  <a:gd name="connsiteY12" fmla="*/ 117851 h 1781178"/>
                  <a:gd name="connsiteX13" fmla="*/ 176051 w 473002"/>
                  <a:gd name="connsiteY13" fmla="*/ 1265 h 1781178"/>
                  <a:gd name="connsiteX14" fmla="*/ 157826 w 473002"/>
                  <a:gd name="connsiteY14" fmla="*/ 11130 h 1781178"/>
                  <a:gd name="connsiteX15" fmla="*/ 113013 w 473002"/>
                  <a:gd name="connsiteY15" fmla="*/ 76703 h 1781178"/>
                  <a:gd name="connsiteX16" fmla="*/ 80227 w 473002"/>
                  <a:gd name="connsiteY16" fmla="*/ 168300 h 1781178"/>
                  <a:gd name="connsiteX17" fmla="*/ 94788 w 473002"/>
                  <a:gd name="connsiteY17" fmla="*/ 283853 h 1781178"/>
                  <a:gd name="connsiteX18" fmla="*/ 99485 w 473002"/>
                  <a:gd name="connsiteY18" fmla="*/ 445250 h 1781178"/>
                  <a:gd name="connsiteX19" fmla="*/ 118744 w 473002"/>
                  <a:gd name="connsiteY19" fmla="*/ 529049 h 1781178"/>
                  <a:gd name="connsiteX20" fmla="*/ 133870 w 473002"/>
                  <a:gd name="connsiteY20" fmla="*/ 641502 h 1781178"/>
                  <a:gd name="connsiteX21" fmla="*/ 146364 w 473002"/>
                  <a:gd name="connsiteY21" fmla="*/ 744090 h 1781178"/>
                  <a:gd name="connsiteX22" fmla="*/ 111980 w 473002"/>
                  <a:gd name="connsiteY22" fmla="*/ 858609 h 1781178"/>
                  <a:gd name="connsiteX23" fmla="*/ 111134 w 473002"/>
                  <a:gd name="connsiteY23" fmla="*/ 893933 h 1781178"/>
                  <a:gd name="connsiteX24" fmla="*/ 55519 w 473002"/>
                  <a:gd name="connsiteY24" fmla="*/ 1041614 h 1781178"/>
                  <a:gd name="connsiteX25" fmla="*/ 92 w 473002"/>
                  <a:gd name="connsiteY25" fmla="*/ 1243127 h 1781178"/>
                  <a:gd name="connsiteX26" fmla="*/ 16062 w 473002"/>
                  <a:gd name="connsiteY26" fmla="*/ 1360934 h 1781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73002" h="1781178">
                    <a:moveTo>
                      <a:pt x="16062" y="1360934"/>
                    </a:moveTo>
                    <a:cubicBezTo>
                      <a:pt x="13901" y="1380005"/>
                      <a:pt x="14559" y="1403022"/>
                      <a:pt x="19914" y="1432427"/>
                    </a:cubicBezTo>
                    <a:cubicBezTo>
                      <a:pt x="36072" y="1520453"/>
                      <a:pt x="69423" y="1588658"/>
                      <a:pt x="89715" y="1754189"/>
                    </a:cubicBezTo>
                    <a:cubicBezTo>
                      <a:pt x="91218" y="1766590"/>
                      <a:pt x="309453" y="1803134"/>
                      <a:pt x="390621" y="1762550"/>
                    </a:cubicBezTo>
                    <a:cubicBezTo>
                      <a:pt x="390621" y="1762550"/>
                      <a:pt x="364881" y="1510307"/>
                      <a:pt x="364881" y="1475172"/>
                    </a:cubicBezTo>
                    <a:cubicBezTo>
                      <a:pt x="364881" y="1440036"/>
                      <a:pt x="371926" y="1354922"/>
                      <a:pt x="387522" y="1286154"/>
                    </a:cubicBezTo>
                    <a:cubicBezTo>
                      <a:pt x="403116" y="1217386"/>
                      <a:pt x="428951" y="1077595"/>
                      <a:pt x="435903" y="1044809"/>
                    </a:cubicBezTo>
                    <a:cubicBezTo>
                      <a:pt x="442855" y="1012022"/>
                      <a:pt x="451498" y="933859"/>
                      <a:pt x="458544" y="915164"/>
                    </a:cubicBezTo>
                    <a:cubicBezTo>
                      <a:pt x="465590" y="896375"/>
                      <a:pt x="481654" y="831553"/>
                      <a:pt x="467093" y="797263"/>
                    </a:cubicBezTo>
                    <a:cubicBezTo>
                      <a:pt x="449619" y="756115"/>
                      <a:pt x="384327" y="672316"/>
                      <a:pt x="364035" y="602045"/>
                    </a:cubicBezTo>
                    <a:cubicBezTo>
                      <a:pt x="343743" y="531774"/>
                      <a:pt x="307762" y="433319"/>
                      <a:pt x="290664" y="394332"/>
                    </a:cubicBezTo>
                    <a:cubicBezTo>
                      <a:pt x="273472" y="355251"/>
                      <a:pt x="242282" y="216306"/>
                      <a:pt x="231291" y="183425"/>
                    </a:cubicBezTo>
                    <a:cubicBezTo>
                      <a:pt x="220299" y="150544"/>
                      <a:pt x="214099" y="127152"/>
                      <a:pt x="204704" y="117851"/>
                    </a:cubicBezTo>
                    <a:cubicBezTo>
                      <a:pt x="204704" y="117851"/>
                      <a:pt x="181312" y="6902"/>
                      <a:pt x="176051" y="1265"/>
                    </a:cubicBezTo>
                    <a:cubicBezTo>
                      <a:pt x="170884" y="-4465"/>
                      <a:pt x="157826" y="11130"/>
                      <a:pt x="157826" y="11130"/>
                    </a:cubicBezTo>
                    <a:cubicBezTo>
                      <a:pt x="157826" y="11130"/>
                      <a:pt x="107283" y="-2962"/>
                      <a:pt x="113013" y="76703"/>
                    </a:cubicBezTo>
                    <a:cubicBezTo>
                      <a:pt x="113013" y="76703"/>
                      <a:pt x="66135" y="95492"/>
                      <a:pt x="80227" y="168300"/>
                    </a:cubicBezTo>
                    <a:cubicBezTo>
                      <a:pt x="94318" y="241201"/>
                      <a:pt x="94788" y="283853"/>
                      <a:pt x="94788" y="283853"/>
                    </a:cubicBezTo>
                    <a:cubicBezTo>
                      <a:pt x="94788" y="283853"/>
                      <a:pt x="70363" y="330731"/>
                      <a:pt x="99485" y="445250"/>
                    </a:cubicBezTo>
                    <a:cubicBezTo>
                      <a:pt x="104746" y="465824"/>
                      <a:pt x="115081" y="504624"/>
                      <a:pt x="118744" y="529049"/>
                    </a:cubicBezTo>
                    <a:cubicBezTo>
                      <a:pt x="122408" y="553475"/>
                      <a:pt x="133870" y="623277"/>
                      <a:pt x="133870" y="641502"/>
                    </a:cubicBezTo>
                    <a:cubicBezTo>
                      <a:pt x="133870" y="659727"/>
                      <a:pt x="146364" y="744090"/>
                      <a:pt x="146364" y="744090"/>
                    </a:cubicBezTo>
                    <a:cubicBezTo>
                      <a:pt x="146364" y="744090"/>
                      <a:pt x="110477" y="819622"/>
                      <a:pt x="111980" y="858609"/>
                    </a:cubicBezTo>
                    <a:cubicBezTo>
                      <a:pt x="112450" y="869695"/>
                      <a:pt x="111886" y="881907"/>
                      <a:pt x="111134" y="893933"/>
                    </a:cubicBezTo>
                    <a:cubicBezTo>
                      <a:pt x="111134" y="893933"/>
                      <a:pt x="65665" y="1011082"/>
                      <a:pt x="55519" y="1041614"/>
                    </a:cubicBezTo>
                    <a:cubicBezTo>
                      <a:pt x="45373" y="1072052"/>
                      <a:pt x="1595" y="1202543"/>
                      <a:pt x="92" y="1243127"/>
                    </a:cubicBezTo>
                    <a:cubicBezTo>
                      <a:pt x="-1412" y="1283805"/>
                      <a:pt x="16062" y="1360934"/>
                      <a:pt x="16062" y="1360934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5" name="Forme libre : forme 1994">
                <a:extLst>
                  <a:ext uri="{FF2B5EF4-FFF2-40B4-BE49-F238E27FC236}">
                    <a16:creationId xmlns:a16="http://schemas.microsoft.com/office/drawing/2014/main" id="{F0993786-BF54-4028-B4AF-8A6CA38D4B82}"/>
                  </a:ext>
                </a:extLst>
              </p:cNvPr>
              <p:cNvSpPr/>
              <p:nvPr/>
            </p:nvSpPr>
            <p:spPr>
              <a:xfrm>
                <a:off x="8968186" y="5296724"/>
                <a:ext cx="94227" cy="397200"/>
              </a:xfrm>
              <a:custGeom>
                <a:avLst/>
                <a:gdLst>
                  <a:gd name="connsiteX0" fmla="*/ 86524 w 94227"/>
                  <a:gd name="connsiteY0" fmla="*/ 0 h 397200"/>
                  <a:gd name="connsiteX1" fmla="*/ 86336 w 94227"/>
                  <a:gd name="connsiteY1" fmla="*/ 13810 h 397200"/>
                  <a:gd name="connsiteX2" fmla="*/ 87463 w 94227"/>
                  <a:gd name="connsiteY2" fmla="*/ 20762 h 397200"/>
                  <a:gd name="connsiteX3" fmla="*/ 91409 w 94227"/>
                  <a:gd name="connsiteY3" fmla="*/ 27150 h 397200"/>
                  <a:gd name="connsiteX4" fmla="*/ 91315 w 94227"/>
                  <a:gd name="connsiteY4" fmla="*/ 25083 h 397200"/>
                  <a:gd name="connsiteX5" fmla="*/ 65950 w 94227"/>
                  <a:gd name="connsiteY5" fmla="*/ 66983 h 397200"/>
                  <a:gd name="connsiteX6" fmla="*/ 61064 w 94227"/>
                  <a:gd name="connsiteY6" fmla="*/ 91221 h 397200"/>
                  <a:gd name="connsiteX7" fmla="*/ 59279 w 94227"/>
                  <a:gd name="connsiteY7" fmla="*/ 115365 h 397200"/>
                  <a:gd name="connsiteX8" fmla="*/ 46221 w 94227"/>
                  <a:gd name="connsiteY8" fmla="*/ 210719 h 397200"/>
                  <a:gd name="connsiteX9" fmla="*/ 29123 w 94227"/>
                  <a:gd name="connsiteY9" fmla="*/ 305604 h 397200"/>
                  <a:gd name="connsiteX10" fmla="*/ 16628 w 94227"/>
                  <a:gd name="connsiteY10" fmla="*/ 351731 h 397200"/>
                  <a:gd name="connsiteX11" fmla="*/ 0 w 94227"/>
                  <a:gd name="connsiteY11" fmla="*/ 397201 h 397200"/>
                  <a:gd name="connsiteX12" fmla="*/ 20574 w 94227"/>
                  <a:gd name="connsiteY12" fmla="*/ 353516 h 397200"/>
                  <a:gd name="connsiteX13" fmla="*/ 35793 w 94227"/>
                  <a:gd name="connsiteY13" fmla="*/ 307201 h 397200"/>
                  <a:gd name="connsiteX14" fmla="*/ 55428 w 94227"/>
                  <a:gd name="connsiteY14" fmla="*/ 212222 h 397200"/>
                  <a:gd name="connsiteX15" fmla="*/ 67359 w 94227"/>
                  <a:gd name="connsiteY15" fmla="*/ 115929 h 397200"/>
                  <a:gd name="connsiteX16" fmla="*/ 68110 w 94227"/>
                  <a:gd name="connsiteY16" fmla="*/ 91785 h 397200"/>
                  <a:gd name="connsiteX17" fmla="*/ 71586 w 94227"/>
                  <a:gd name="connsiteY17" fmla="*/ 68486 h 397200"/>
                  <a:gd name="connsiteX18" fmla="*/ 93006 w 94227"/>
                  <a:gd name="connsiteY18" fmla="*/ 27056 h 397200"/>
                  <a:gd name="connsiteX19" fmla="*/ 94227 w 94227"/>
                  <a:gd name="connsiteY19" fmla="*/ 25835 h 397200"/>
                  <a:gd name="connsiteX20" fmla="*/ 92912 w 94227"/>
                  <a:gd name="connsiteY20" fmla="*/ 24989 h 397200"/>
                  <a:gd name="connsiteX21" fmla="*/ 87839 w 94227"/>
                  <a:gd name="connsiteY21" fmla="*/ 13622 h 397200"/>
                  <a:gd name="connsiteX22" fmla="*/ 86524 w 94227"/>
                  <a:gd name="connsiteY22" fmla="*/ 0 h 39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4227" h="397200">
                    <a:moveTo>
                      <a:pt x="86524" y="0"/>
                    </a:moveTo>
                    <a:cubicBezTo>
                      <a:pt x="86242" y="4603"/>
                      <a:pt x="86054" y="9206"/>
                      <a:pt x="86336" y="13810"/>
                    </a:cubicBezTo>
                    <a:cubicBezTo>
                      <a:pt x="86524" y="16159"/>
                      <a:pt x="86805" y="18413"/>
                      <a:pt x="87463" y="20762"/>
                    </a:cubicBezTo>
                    <a:cubicBezTo>
                      <a:pt x="88121" y="23017"/>
                      <a:pt x="89154" y="25459"/>
                      <a:pt x="91409" y="27150"/>
                    </a:cubicBezTo>
                    <a:lnTo>
                      <a:pt x="91315" y="25083"/>
                    </a:lnTo>
                    <a:cubicBezTo>
                      <a:pt x="78632" y="36075"/>
                      <a:pt x="70835" y="51200"/>
                      <a:pt x="65950" y="66983"/>
                    </a:cubicBezTo>
                    <a:cubicBezTo>
                      <a:pt x="63601" y="74875"/>
                      <a:pt x="62098" y="83048"/>
                      <a:pt x="61064" y="91221"/>
                    </a:cubicBezTo>
                    <a:lnTo>
                      <a:pt x="59279" y="115365"/>
                    </a:lnTo>
                    <a:cubicBezTo>
                      <a:pt x="56367" y="147212"/>
                      <a:pt x="51200" y="179060"/>
                      <a:pt x="46221" y="210719"/>
                    </a:cubicBezTo>
                    <a:cubicBezTo>
                      <a:pt x="40961" y="242473"/>
                      <a:pt x="35418" y="274132"/>
                      <a:pt x="29123" y="305604"/>
                    </a:cubicBezTo>
                    <a:cubicBezTo>
                      <a:pt x="25835" y="321293"/>
                      <a:pt x="22641" y="336981"/>
                      <a:pt x="16628" y="351731"/>
                    </a:cubicBezTo>
                    <a:cubicBezTo>
                      <a:pt x="10804" y="366574"/>
                      <a:pt x="3758" y="381417"/>
                      <a:pt x="0" y="397201"/>
                    </a:cubicBezTo>
                    <a:cubicBezTo>
                      <a:pt x="5637" y="382075"/>
                      <a:pt x="13341" y="367983"/>
                      <a:pt x="20574" y="353516"/>
                    </a:cubicBezTo>
                    <a:cubicBezTo>
                      <a:pt x="27808" y="338766"/>
                      <a:pt x="31659" y="322702"/>
                      <a:pt x="35793" y="307201"/>
                    </a:cubicBezTo>
                    <a:cubicBezTo>
                      <a:pt x="43966" y="275823"/>
                      <a:pt x="49885" y="244069"/>
                      <a:pt x="55428" y="212222"/>
                    </a:cubicBezTo>
                    <a:cubicBezTo>
                      <a:pt x="60595" y="180281"/>
                      <a:pt x="65386" y="148339"/>
                      <a:pt x="67359" y="115929"/>
                    </a:cubicBezTo>
                    <a:cubicBezTo>
                      <a:pt x="67923" y="107755"/>
                      <a:pt x="67735" y="99582"/>
                      <a:pt x="68110" y="91785"/>
                    </a:cubicBezTo>
                    <a:cubicBezTo>
                      <a:pt x="68674" y="83987"/>
                      <a:pt x="69708" y="76095"/>
                      <a:pt x="71586" y="68486"/>
                    </a:cubicBezTo>
                    <a:cubicBezTo>
                      <a:pt x="75626" y="53455"/>
                      <a:pt x="82108" y="38330"/>
                      <a:pt x="93006" y="27056"/>
                    </a:cubicBezTo>
                    <a:lnTo>
                      <a:pt x="94227" y="25835"/>
                    </a:lnTo>
                    <a:lnTo>
                      <a:pt x="92912" y="24989"/>
                    </a:lnTo>
                    <a:cubicBezTo>
                      <a:pt x="89718" y="22923"/>
                      <a:pt x="88590" y="17943"/>
                      <a:pt x="87839" y="13622"/>
                    </a:cubicBezTo>
                    <a:cubicBezTo>
                      <a:pt x="86993" y="9113"/>
                      <a:pt x="86712" y="4509"/>
                      <a:pt x="8652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6" name="Forme libre : forme 1995">
                <a:extLst>
                  <a:ext uri="{FF2B5EF4-FFF2-40B4-BE49-F238E27FC236}">
                    <a16:creationId xmlns:a16="http://schemas.microsoft.com/office/drawing/2014/main" id="{B9350422-49D2-4C0D-A236-475FD2897F22}"/>
                  </a:ext>
                </a:extLst>
              </p:cNvPr>
              <p:cNvSpPr/>
              <p:nvPr/>
            </p:nvSpPr>
            <p:spPr>
              <a:xfrm>
                <a:off x="8945631" y="4363616"/>
                <a:ext cx="473013" cy="1762549"/>
              </a:xfrm>
              <a:custGeom>
                <a:avLst/>
                <a:gdLst>
                  <a:gd name="connsiteX0" fmla="*/ 390632 w 473013"/>
                  <a:gd name="connsiteY0" fmla="*/ 1762550 h 1762549"/>
                  <a:gd name="connsiteX1" fmla="*/ 364892 w 473013"/>
                  <a:gd name="connsiteY1" fmla="*/ 1475172 h 1762549"/>
                  <a:gd name="connsiteX2" fmla="*/ 387533 w 473013"/>
                  <a:gd name="connsiteY2" fmla="*/ 1286154 h 1762549"/>
                  <a:gd name="connsiteX3" fmla="*/ 435914 w 473013"/>
                  <a:gd name="connsiteY3" fmla="*/ 1044809 h 1762549"/>
                  <a:gd name="connsiteX4" fmla="*/ 458555 w 473013"/>
                  <a:gd name="connsiteY4" fmla="*/ 915164 h 1762549"/>
                  <a:gd name="connsiteX5" fmla="*/ 467104 w 473013"/>
                  <a:gd name="connsiteY5" fmla="*/ 797263 h 1762549"/>
                  <a:gd name="connsiteX6" fmla="*/ 364046 w 473013"/>
                  <a:gd name="connsiteY6" fmla="*/ 602045 h 1762549"/>
                  <a:gd name="connsiteX7" fmla="*/ 290675 w 473013"/>
                  <a:gd name="connsiteY7" fmla="*/ 394332 h 1762549"/>
                  <a:gd name="connsiteX8" fmla="*/ 231302 w 473013"/>
                  <a:gd name="connsiteY8" fmla="*/ 183425 h 1762549"/>
                  <a:gd name="connsiteX9" fmla="*/ 204715 w 473013"/>
                  <a:gd name="connsiteY9" fmla="*/ 117851 h 1762549"/>
                  <a:gd name="connsiteX10" fmla="*/ 176062 w 473013"/>
                  <a:gd name="connsiteY10" fmla="*/ 1265 h 1762549"/>
                  <a:gd name="connsiteX11" fmla="*/ 157836 w 473013"/>
                  <a:gd name="connsiteY11" fmla="*/ 11130 h 1762549"/>
                  <a:gd name="connsiteX12" fmla="*/ 113024 w 473013"/>
                  <a:gd name="connsiteY12" fmla="*/ 76703 h 1762549"/>
                  <a:gd name="connsiteX13" fmla="*/ 80238 w 473013"/>
                  <a:gd name="connsiteY13" fmla="*/ 168300 h 1762549"/>
                  <a:gd name="connsiteX14" fmla="*/ 94799 w 473013"/>
                  <a:gd name="connsiteY14" fmla="*/ 283853 h 1762549"/>
                  <a:gd name="connsiteX15" fmla="*/ 99496 w 473013"/>
                  <a:gd name="connsiteY15" fmla="*/ 445250 h 1762549"/>
                  <a:gd name="connsiteX16" fmla="*/ 118755 w 473013"/>
                  <a:gd name="connsiteY16" fmla="*/ 529049 h 1762549"/>
                  <a:gd name="connsiteX17" fmla="*/ 133881 w 473013"/>
                  <a:gd name="connsiteY17" fmla="*/ 641502 h 1762549"/>
                  <a:gd name="connsiteX18" fmla="*/ 146375 w 473013"/>
                  <a:gd name="connsiteY18" fmla="*/ 744090 h 1762549"/>
                  <a:gd name="connsiteX19" fmla="*/ 111991 w 473013"/>
                  <a:gd name="connsiteY19" fmla="*/ 858609 h 1762549"/>
                  <a:gd name="connsiteX20" fmla="*/ 111145 w 473013"/>
                  <a:gd name="connsiteY20" fmla="*/ 893933 h 1762549"/>
                  <a:gd name="connsiteX21" fmla="*/ 55530 w 473013"/>
                  <a:gd name="connsiteY21" fmla="*/ 1041614 h 1762549"/>
                  <a:gd name="connsiteX22" fmla="*/ 103 w 473013"/>
                  <a:gd name="connsiteY22" fmla="*/ 1243127 h 1762549"/>
                  <a:gd name="connsiteX23" fmla="*/ 16073 w 473013"/>
                  <a:gd name="connsiteY23" fmla="*/ 1360934 h 1762549"/>
                  <a:gd name="connsiteX24" fmla="*/ 19925 w 473013"/>
                  <a:gd name="connsiteY24" fmla="*/ 1432427 h 1762549"/>
                  <a:gd name="connsiteX25" fmla="*/ 89726 w 473013"/>
                  <a:gd name="connsiteY25" fmla="*/ 1754189 h 1762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73013" h="1762549">
                    <a:moveTo>
                      <a:pt x="390632" y="1762550"/>
                    </a:moveTo>
                    <a:cubicBezTo>
                      <a:pt x="390632" y="1762550"/>
                      <a:pt x="364892" y="1510307"/>
                      <a:pt x="364892" y="1475172"/>
                    </a:cubicBezTo>
                    <a:cubicBezTo>
                      <a:pt x="364892" y="1440036"/>
                      <a:pt x="371937" y="1354922"/>
                      <a:pt x="387533" y="1286154"/>
                    </a:cubicBezTo>
                    <a:cubicBezTo>
                      <a:pt x="403127" y="1217386"/>
                      <a:pt x="428962" y="1077595"/>
                      <a:pt x="435914" y="1044809"/>
                    </a:cubicBezTo>
                    <a:cubicBezTo>
                      <a:pt x="442866" y="1012022"/>
                      <a:pt x="451509" y="933859"/>
                      <a:pt x="458555" y="915164"/>
                    </a:cubicBezTo>
                    <a:cubicBezTo>
                      <a:pt x="465601" y="896375"/>
                      <a:pt x="481665" y="831553"/>
                      <a:pt x="467104" y="797263"/>
                    </a:cubicBezTo>
                    <a:cubicBezTo>
                      <a:pt x="449630" y="756115"/>
                      <a:pt x="384338" y="672316"/>
                      <a:pt x="364046" y="602045"/>
                    </a:cubicBezTo>
                    <a:cubicBezTo>
                      <a:pt x="343754" y="531774"/>
                      <a:pt x="307773" y="433319"/>
                      <a:pt x="290675" y="394332"/>
                    </a:cubicBezTo>
                    <a:cubicBezTo>
                      <a:pt x="273483" y="355251"/>
                      <a:pt x="242293" y="216306"/>
                      <a:pt x="231302" y="183425"/>
                    </a:cubicBezTo>
                    <a:cubicBezTo>
                      <a:pt x="220310" y="150544"/>
                      <a:pt x="214110" y="127152"/>
                      <a:pt x="204715" y="117851"/>
                    </a:cubicBezTo>
                    <a:cubicBezTo>
                      <a:pt x="204715" y="117851"/>
                      <a:pt x="181323" y="6902"/>
                      <a:pt x="176062" y="1265"/>
                    </a:cubicBezTo>
                    <a:cubicBezTo>
                      <a:pt x="170895" y="-4465"/>
                      <a:pt x="157836" y="11130"/>
                      <a:pt x="157836" y="11130"/>
                    </a:cubicBezTo>
                    <a:cubicBezTo>
                      <a:pt x="157836" y="11130"/>
                      <a:pt x="107294" y="-2962"/>
                      <a:pt x="113024" y="76703"/>
                    </a:cubicBezTo>
                    <a:cubicBezTo>
                      <a:pt x="113024" y="76703"/>
                      <a:pt x="66146" y="95492"/>
                      <a:pt x="80238" y="168300"/>
                    </a:cubicBezTo>
                    <a:cubicBezTo>
                      <a:pt x="94329" y="241201"/>
                      <a:pt x="94799" y="283853"/>
                      <a:pt x="94799" y="283853"/>
                    </a:cubicBezTo>
                    <a:cubicBezTo>
                      <a:pt x="94799" y="283853"/>
                      <a:pt x="70374" y="330731"/>
                      <a:pt x="99496" y="445250"/>
                    </a:cubicBezTo>
                    <a:cubicBezTo>
                      <a:pt x="104757" y="465824"/>
                      <a:pt x="115092" y="504624"/>
                      <a:pt x="118755" y="529049"/>
                    </a:cubicBezTo>
                    <a:cubicBezTo>
                      <a:pt x="122419" y="553475"/>
                      <a:pt x="133881" y="623277"/>
                      <a:pt x="133881" y="641502"/>
                    </a:cubicBezTo>
                    <a:cubicBezTo>
                      <a:pt x="133881" y="659727"/>
                      <a:pt x="146375" y="744090"/>
                      <a:pt x="146375" y="744090"/>
                    </a:cubicBezTo>
                    <a:cubicBezTo>
                      <a:pt x="146375" y="744090"/>
                      <a:pt x="110488" y="819622"/>
                      <a:pt x="111991" y="858609"/>
                    </a:cubicBezTo>
                    <a:cubicBezTo>
                      <a:pt x="112461" y="869695"/>
                      <a:pt x="111897" y="881907"/>
                      <a:pt x="111145" y="893933"/>
                    </a:cubicBezTo>
                    <a:cubicBezTo>
                      <a:pt x="111145" y="893933"/>
                      <a:pt x="65676" y="1011082"/>
                      <a:pt x="55530" y="1041614"/>
                    </a:cubicBezTo>
                    <a:cubicBezTo>
                      <a:pt x="45384" y="1072052"/>
                      <a:pt x="1606" y="1202543"/>
                      <a:pt x="103" y="1243127"/>
                    </a:cubicBezTo>
                    <a:cubicBezTo>
                      <a:pt x="-1495" y="1283711"/>
                      <a:pt x="16073" y="1360934"/>
                      <a:pt x="16073" y="1360934"/>
                    </a:cubicBezTo>
                    <a:cubicBezTo>
                      <a:pt x="13912" y="1380005"/>
                      <a:pt x="14570" y="1403022"/>
                      <a:pt x="19925" y="1432427"/>
                    </a:cubicBezTo>
                    <a:cubicBezTo>
                      <a:pt x="36083" y="1520453"/>
                      <a:pt x="69434" y="1588658"/>
                      <a:pt x="89726" y="1754189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7" name="Forme libre : forme 1996">
                <a:extLst>
                  <a:ext uri="{FF2B5EF4-FFF2-40B4-BE49-F238E27FC236}">
                    <a16:creationId xmlns:a16="http://schemas.microsoft.com/office/drawing/2014/main" id="{43E2525A-FEB1-4DD1-8ECF-3C2ED98191BF}"/>
                  </a:ext>
                </a:extLst>
              </p:cNvPr>
              <p:cNvSpPr/>
              <p:nvPr/>
            </p:nvSpPr>
            <p:spPr>
              <a:xfrm>
                <a:off x="9058749" y="4433707"/>
                <a:ext cx="302837" cy="851649"/>
              </a:xfrm>
              <a:custGeom>
                <a:avLst/>
                <a:gdLst>
                  <a:gd name="connsiteX0" fmla="*/ 0 w 302837"/>
                  <a:gd name="connsiteY0" fmla="*/ 6519 h 851649"/>
                  <a:gd name="connsiteX1" fmla="*/ 8831 w 302837"/>
                  <a:gd name="connsiteY1" fmla="*/ 6519 h 851649"/>
                  <a:gd name="connsiteX2" fmla="*/ 30344 w 302837"/>
                  <a:gd name="connsiteY2" fmla="*/ 412 h 851649"/>
                  <a:gd name="connsiteX3" fmla="*/ 65480 w 302837"/>
                  <a:gd name="connsiteY3" fmla="*/ 109389 h 851649"/>
                  <a:gd name="connsiteX4" fmla="*/ 91691 w 302837"/>
                  <a:gd name="connsiteY4" fmla="*/ 184357 h 851649"/>
                  <a:gd name="connsiteX5" fmla="*/ 137348 w 302837"/>
                  <a:gd name="connsiteY5" fmla="*/ 331569 h 851649"/>
                  <a:gd name="connsiteX6" fmla="*/ 179154 w 302837"/>
                  <a:gd name="connsiteY6" fmla="*/ 443270 h 851649"/>
                  <a:gd name="connsiteX7" fmla="*/ 219362 w 302837"/>
                  <a:gd name="connsiteY7" fmla="*/ 561171 h 851649"/>
                  <a:gd name="connsiteX8" fmla="*/ 267744 w 302837"/>
                  <a:gd name="connsiteY8" fmla="*/ 696264 h 851649"/>
                  <a:gd name="connsiteX9" fmla="*/ 302128 w 302837"/>
                  <a:gd name="connsiteY9" fmla="*/ 793497 h 851649"/>
                  <a:gd name="connsiteX10" fmla="*/ 302128 w 302837"/>
                  <a:gd name="connsiteY10" fmla="*/ 851650 h 85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837" h="851649">
                    <a:moveTo>
                      <a:pt x="0" y="6519"/>
                    </a:moveTo>
                    <a:lnTo>
                      <a:pt x="8831" y="6519"/>
                    </a:lnTo>
                    <a:cubicBezTo>
                      <a:pt x="8831" y="6519"/>
                      <a:pt x="24426" y="-1936"/>
                      <a:pt x="30344" y="412"/>
                    </a:cubicBezTo>
                    <a:cubicBezTo>
                      <a:pt x="36169" y="2761"/>
                      <a:pt x="60783" y="76602"/>
                      <a:pt x="65480" y="109389"/>
                    </a:cubicBezTo>
                    <a:cubicBezTo>
                      <a:pt x="65480" y="109389"/>
                      <a:pt x="81450" y="147249"/>
                      <a:pt x="91691" y="184357"/>
                    </a:cubicBezTo>
                    <a:cubicBezTo>
                      <a:pt x="101930" y="221465"/>
                      <a:pt x="129175" y="304607"/>
                      <a:pt x="137348" y="331569"/>
                    </a:cubicBezTo>
                    <a:cubicBezTo>
                      <a:pt x="145521" y="358531"/>
                      <a:pt x="168162" y="415932"/>
                      <a:pt x="179154" y="443270"/>
                    </a:cubicBezTo>
                    <a:cubicBezTo>
                      <a:pt x="190145" y="470608"/>
                      <a:pt x="211940" y="528760"/>
                      <a:pt x="219362" y="561171"/>
                    </a:cubicBezTo>
                    <a:cubicBezTo>
                      <a:pt x="226784" y="593582"/>
                      <a:pt x="257598" y="669772"/>
                      <a:pt x="267744" y="696264"/>
                    </a:cubicBezTo>
                    <a:cubicBezTo>
                      <a:pt x="277890" y="722757"/>
                      <a:pt x="300531" y="774802"/>
                      <a:pt x="302128" y="793497"/>
                    </a:cubicBezTo>
                    <a:cubicBezTo>
                      <a:pt x="303725" y="812193"/>
                      <a:pt x="302128" y="851650"/>
                      <a:pt x="302128" y="851650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8" name="Forme libre : forme 1997">
                <a:extLst>
                  <a:ext uri="{FF2B5EF4-FFF2-40B4-BE49-F238E27FC236}">
                    <a16:creationId xmlns:a16="http://schemas.microsoft.com/office/drawing/2014/main" id="{D68FE96F-087A-454C-B811-7F61881F3855}"/>
                  </a:ext>
                </a:extLst>
              </p:cNvPr>
              <p:cNvSpPr/>
              <p:nvPr/>
            </p:nvSpPr>
            <p:spPr>
              <a:xfrm>
                <a:off x="9040524" y="4610873"/>
                <a:ext cx="210249" cy="547563"/>
              </a:xfrm>
              <a:custGeom>
                <a:avLst/>
                <a:gdLst>
                  <a:gd name="connsiteX0" fmla="*/ 0 w 210249"/>
                  <a:gd name="connsiteY0" fmla="*/ 36502 h 547563"/>
                  <a:gd name="connsiteX1" fmla="*/ 36451 w 210249"/>
                  <a:gd name="connsiteY1" fmla="*/ 7097 h 547563"/>
                  <a:gd name="connsiteX2" fmla="*/ 69614 w 210249"/>
                  <a:gd name="connsiteY2" fmla="*/ 5500 h 547563"/>
                  <a:gd name="connsiteX3" fmla="*/ 88778 w 210249"/>
                  <a:gd name="connsiteY3" fmla="*/ 91835 h 547563"/>
                  <a:gd name="connsiteX4" fmla="*/ 113392 w 210249"/>
                  <a:gd name="connsiteY4" fmla="*/ 188693 h 547563"/>
                  <a:gd name="connsiteX5" fmla="*/ 150876 w 210249"/>
                  <a:gd name="connsiteY5" fmla="*/ 298421 h 547563"/>
                  <a:gd name="connsiteX6" fmla="*/ 197379 w 210249"/>
                  <a:gd name="connsiteY6" fmla="*/ 485842 h 547563"/>
                  <a:gd name="connsiteX7" fmla="*/ 210249 w 210249"/>
                  <a:gd name="connsiteY7" fmla="*/ 547564 h 54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0249" h="547563">
                    <a:moveTo>
                      <a:pt x="0" y="36502"/>
                    </a:moveTo>
                    <a:cubicBezTo>
                      <a:pt x="0" y="36502"/>
                      <a:pt x="17286" y="10949"/>
                      <a:pt x="36451" y="7097"/>
                    </a:cubicBezTo>
                    <a:cubicBezTo>
                      <a:pt x="36451" y="7097"/>
                      <a:pt x="54394" y="-7746"/>
                      <a:pt x="69614" y="5500"/>
                    </a:cubicBezTo>
                    <a:cubicBezTo>
                      <a:pt x="69614" y="5500"/>
                      <a:pt x="86805" y="76992"/>
                      <a:pt x="88778" y="91835"/>
                    </a:cubicBezTo>
                    <a:cubicBezTo>
                      <a:pt x="88778" y="91835"/>
                      <a:pt x="107943" y="166804"/>
                      <a:pt x="113392" y="188693"/>
                    </a:cubicBezTo>
                    <a:cubicBezTo>
                      <a:pt x="118841" y="210582"/>
                      <a:pt x="145051" y="279256"/>
                      <a:pt x="150876" y="298421"/>
                    </a:cubicBezTo>
                    <a:cubicBezTo>
                      <a:pt x="156701" y="317586"/>
                      <a:pt x="194655" y="472595"/>
                      <a:pt x="197379" y="485842"/>
                    </a:cubicBezTo>
                    <a:cubicBezTo>
                      <a:pt x="200103" y="499088"/>
                      <a:pt x="210249" y="547564"/>
                      <a:pt x="210249" y="547564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9" name="Forme libre : forme 1998">
                <a:extLst>
                  <a:ext uri="{FF2B5EF4-FFF2-40B4-BE49-F238E27FC236}">
                    <a16:creationId xmlns:a16="http://schemas.microsoft.com/office/drawing/2014/main" id="{698EF7D3-52AA-48C2-AEBB-EF5A55C91F1A}"/>
                  </a:ext>
                </a:extLst>
              </p:cNvPr>
              <p:cNvSpPr/>
              <p:nvPr/>
            </p:nvSpPr>
            <p:spPr>
              <a:xfrm>
                <a:off x="9253281" y="5177977"/>
                <a:ext cx="10516" cy="77692"/>
              </a:xfrm>
              <a:custGeom>
                <a:avLst/>
                <a:gdLst>
                  <a:gd name="connsiteX0" fmla="*/ 1062 w 10516"/>
                  <a:gd name="connsiteY0" fmla="*/ 0 h 77692"/>
                  <a:gd name="connsiteX1" fmla="*/ 780 w 10516"/>
                  <a:gd name="connsiteY1" fmla="*/ 39082 h 77692"/>
                  <a:gd name="connsiteX2" fmla="*/ 5665 w 10516"/>
                  <a:gd name="connsiteY2" fmla="*/ 77693 h 77692"/>
                  <a:gd name="connsiteX3" fmla="*/ 10081 w 10516"/>
                  <a:gd name="connsiteY3" fmla="*/ 58152 h 77692"/>
                  <a:gd name="connsiteX4" fmla="*/ 10175 w 10516"/>
                  <a:gd name="connsiteY4" fmla="*/ 38330 h 77692"/>
                  <a:gd name="connsiteX5" fmla="*/ 1062 w 10516"/>
                  <a:gd name="connsiteY5" fmla="*/ 0 h 77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516" h="77692">
                    <a:moveTo>
                      <a:pt x="1062" y="0"/>
                    </a:moveTo>
                    <a:cubicBezTo>
                      <a:pt x="-629" y="13434"/>
                      <a:pt x="29" y="26305"/>
                      <a:pt x="780" y="39082"/>
                    </a:cubicBezTo>
                    <a:cubicBezTo>
                      <a:pt x="1814" y="51952"/>
                      <a:pt x="3317" y="64447"/>
                      <a:pt x="5665" y="77693"/>
                    </a:cubicBezTo>
                    <a:cubicBezTo>
                      <a:pt x="8296" y="71399"/>
                      <a:pt x="9423" y="64728"/>
                      <a:pt x="10081" y="58152"/>
                    </a:cubicBezTo>
                    <a:cubicBezTo>
                      <a:pt x="10738" y="51576"/>
                      <a:pt x="10551" y="44906"/>
                      <a:pt x="10175" y="38330"/>
                    </a:cubicBezTo>
                    <a:cubicBezTo>
                      <a:pt x="8954" y="25365"/>
                      <a:pt x="6605" y="12307"/>
                      <a:pt x="106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0" name="Forme libre : forme 1999">
                <a:extLst>
                  <a:ext uri="{FF2B5EF4-FFF2-40B4-BE49-F238E27FC236}">
                    <a16:creationId xmlns:a16="http://schemas.microsoft.com/office/drawing/2014/main" id="{0CF331A1-E3F9-4E7A-B9C8-98E67AC1E37C}"/>
                  </a:ext>
                </a:extLst>
              </p:cNvPr>
              <p:cNvSpPr/>
              <p:nvPr/>
            </p:nvSpPr>
            <p:spPr>
              <a:xfrm>
                <a:off x="9087496" y="5106955"/>
                <a:ext cx="11743" cy="43308"/>
              </a:xfrm>
              <a:custGeom>
                <a:avLst/>
                <a:gdLst>
                  <a:gd name="connsiteX0" fmla="*/ 0 w 11743"/>
                  <a:gd name="connsiteY0" fmla="*/ 1503 h 43308"/>
                  <a:gd name="connsiteX1" fmla="*/ 11743 w 11743"/>
                  <a:gd name="connsiteY1" fmla="*/ 43309 h 43308"/>
                  <a:gd name="connsiteX2" fmla="*/ 9206 w 11743"/>
                  <a:gd name="connsiteY2" fmla="*/ 0 h 4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43308">
                    <a:moveTo>
                      <a:pt x="0" y="1503"/>
                    </a:moveTo>
                    <a:lnTo>
                      <a:pt x="11743" y="43309"/>
                    </a:lnTo>
                    <a:lnTo>
                      <a:pt x="9206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1" name="Forme libre : forme 2000">
                <a:extLst>
                  <a:ext uri="{FF2B5EF4-FFF2-40B4-BE49-F238E27FC236}">
                    <a16:creationId xmlns:a16="http://schemas.microsoft.com/office/drawing/2014/main" id="{2425C208-9B71-4E0A-8594-ED92924984D1}"/>
                  </a:ext>
                </a:extLst>
              </p:cNvPr>
              <p:cNvSpPr/>
              <p:nvPr/>
            </p:nvSpPr>
            <p:spPr>
              <a:xfrm>
                <a:off x="9075965" y="4617970"/>
                <a:ext cx="50237" cy="86652"/>
              </a:xfrm>
              <a:custGeom>
                <a:avLst/>
                <a:gdLst>
                  <a:gd name="connsiteX0" fmla="*/ 1010 w 50237"/>
                  <a:gd name="connsiteY0" fmla="*/ 0 h 86652"/>
                  <a:gd name="connsiteX1" fmla="*/ 822 w 50237"/>
                  <a:gd name="connsiteY1" fmla="*/ 27432 h 86652"/>
                  <a:gd name="connsiteX2" fmla="*/ 7680 w 50237"/>
                  <a:gd name="connsiteY2" fmla="*/ 54394 h 86652"/>
                  <a:gd name="connsiteX3" fmla="*/ 23745 w 50237"/>
                  <a:gd name="connsiteY3" fmla="*/ 77881 h 86652"/>
                  <a:gd name="connsiteX4" fmla="*/ 50237 w 50237"/>
                  <a:gd name="connsiteY4" fmla="*/ 86336 h 86652"/>
                  <a:gd name="connsiteX5" fmla="*/ 16417 w 50237"/>
                  <a:gd name="connsiteY5" fmla="*/ 50824 h 86652"/>
                  <a:gd name="connsiteX6" fmla="*/ 1010 w 50237"/>
                  <a:gd name="connsiteY6" fmla="*/ 0 h 86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237" h="86652">
                    <a:moveTo>
                      <a:pt x="1010" y="0"/>
                    </a:moveTo>
                    <a:cubicBezTo>
                      <a:pt x="-399" y="9113"/>
                      <a:pt x="-211" y="18319"/>
                      <a:pt x="822" y="27432"/>
                    </a:cubicBezTo>
                    <a:cubicBezTo>
                      <a:pt x="1949" y="36545"/>
                      <a:pt x="4204" y="45658"/>
                      <a:pt x="7680" y="54394"/>
                    </a:cubicBezTo>
                    <a:cubicBezTo>
                      <a:pt x="11156" y="63037"/>
                      <a:pt x="16229" y="71492"/>
                      <a:pt x="23745" y="77881"/>
                    </a:cubicBezTo>
                    <a:cubicBezTo>
                      <a:pt x="30979" y="84363"/>
                      <a:pt x="41125" y="87745"/>
                      <a:pt x="50237" y="86336"/>
                    </a:cubicBezTo>
                    <a:cubicBezTo>
                      <a:pt x="32106" y="81357"/>
                      <a:pt x="22711" y="66795"/>
                      <a:pt x="16417" y="50824"/>
                    </a:cubicBezTo>
                    <a:cubicBezTo>
                      <a:pt x="9841" y="34854"/>
                      <a:pt x="5801" y="17662"/>
                      <a:pt x="101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2" name="Forme libre : forme 2001">
                <a:extLst>
                  <a:ext uri="{FF2B5EF4-FFF2-40B4-BE49-F238E27FC236}">
                    <a16:creationId xmlns:a16="http://schemas.microsoft.com/office/drawing/2014/main" id="{A95CBCDB-E727-40DD-BCA6-049FF3DF8091}"/>
                  </a:ext>
                </a:extLst>
              </p:cNvPr>
              <p:cNvSpPr/>
              <p:nvPr/>
            </p:nvSpPr>
            <p:spPr>
              <a:xfrm>
                <a:off x="9067000" y="4440226"/>
                <a:ext cx="55725" cy="113019"/>
              </a:xfrm>
              <a:custGeom>
                <a:avLst/>
                <a:gdLst>
                  <a:gd name="connsiteX0" fmla="*/ 674 w 55725"/>
                  <a:gd name="connsiteY0" fmla="*/ 0 h 113019"/>
                  <a:gd name="connsiteX1" fmla="*/ 1144 w 55725"/>
                  <a:gd name="connsiteY1" fmla="*/ 34384 h 113019"/>
                  <a:gd name="connsiteX2" fmla="*/ 8001 w 55725"/>
                  <a:gd name="connsiteY2" fmla="*/ 68298 h 113019"/>
                  <a:gd name="connsiteX3" fmla="*/ 23878 w 55725"/>
                  <a:gd name="connsiteY3" fmla="*/ 99676 h 113019"/>
                  <a:gd name="connsiteX4" fmla="*/ 38158 w 55725"/>
                  <a:gd name="connsiteY4" fmla="*/ 110949 h 113019"/>
                  <a:gd name="connsiteX5" fmla="*/ 55726 w 55725"/>
                  <a:gd name="connsiteY5" fmla="*/ 111795 h 113019"/>
                  <a:gd name="connsiteX6" fmla="*/ 29797 w 55725"/>
                  <a:gd name="connsiteY6" fmla="*/ 95260 h 113019"/>
                  <a:gd name="connsiteX7" fmla="*/ 16926 w 55725"/>
                  <a:gd name="connsiteY7" fmla="*/ 65386 h 113019"/>
                  <a:gd name="connsiteX8" fmla="*/ 8284 w 55725"/>
                  <a:gd name="connsiteY8" fmla="*/ 33069 h 113019"/>
                  <a:gd name="connsiteX9" fmla="*/ 674 w 55725"/>
                  <a:gd name="connsiteY9" fmla="*/ 0 h 11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725" h="113019">
                    <a:moveTo>
                      <a:pt x="674" y="0"/>
                    </a:moveTo>
                    <a:cubicBezTo>
                      <a:pt x="-453" y="11461"/>
                      <a:pt x="-78" y="22922"/>
                      <a:pt x="1144" y="34384"/>
                    </a:cubicBezTo>
                    <a:cubicBezTo>
                      <a:pt x="2365" y="45845"/>
                      <a:pt x="4620" y="57119"/>
                      <a:pt x="8001" y="68298"/>
                    </a:cubicBezTo>
                    <a:cubicBezTo>
                      <a:pt x="11571" y="79289"/>
                      <a:pt x="16269" y="90375"/>
                      <a:pt x="23878" y="99676"/>
                    </a:cubicBezTo>
                    <a:cubicBezTo>
                      <a:pt x="27730" y="104373"/>
                      <a:pt x="32522" y="108413"/>
                      <a:pt x="38158" y="110949"/>
                    </a:cubicBezTo>
                    <a:cubicBezTo>
                      <a:pt x="43795" y="113392"/>
                      <a:pt x="50277" y="113673"/>
                      <a:pt x="55726" y="111795"/>
                    </a:cubicBezTo>
                    <a:cubicBezTo>
                      <a:pt x="43889" y="111701"/>
                      <a:pt x="35340" y="104185"/>
                      <a:pt x="29797" y="95260"/>
                    </a:cubicBezTo>
                    <a:cubicBezTo>
                      <a:pt x="24160" y="86148"/>
                      <a:pt x="20215" y="75908"/>
                      <a:pt x="16926" y="65386"/>
                    </a:cubicBezTo>
                    <a:cubicBezTo>
                      <a:pt x="13544" y="54864"/>
                      <a:pt x="10914" y="43966"/>
                      <a:pt x="8284" y="33069"/>
                    </a:cubicBezTo>
                    <a:lnTo>
                      <a:pt x="674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3" name="Forme libre : forme 2002">
                <a:extLst>
                  <a:ext uri="{FF2B5EF4-FFF2-40B4-BE49-F238E27FC236}">
                    <a16:creationId xmlns:a16="http://schemas.microsoft.com/office/drawing/2014/main" id="{9E7B5E38-BDD4-4351-8C25-6FBC9422CF26}"/>
                  </a:ext>
                </a:extLst>
              </p:cNvPr>
              <p:cNvSpPr/>
              <p:nvPr/>
            </p:nvSpPr>
            <p:spPr>
              <a:xfrm>
                <a:off x="9100343" y="4374558"/>
                <a:ext cx="50190" cy="109540"/>
              </a:xfrm>
              <a:custGeom>
                <a:avLst/>
                <a:gdLst>
                  <a:gd name="connsiteX0" fmla="*/ 3218 w 50190"/>
                  <a:gd name="connsiteY0" fmla="*/ 0 h 109540"/>
                  <a:gd name="connsiteX1" fmla="*/ 5379 w 50190"/>
                  <a:gd name="connsiteY1" fmla="*/ 65856 h 109540"/>
                  <a:gd name="connsiteX2" fmla="*/ 19940 w 50190"/>
                  <a:gd name="connsiteY2" fmla="*/ 96482 h 109540"/>
                  <a:gd name="connsiteX3" fmla="*/ 33374 w 50190"/>
                  <a:gd name="connsiteY3" fmla="*/ 107661 h 109540"/>
                  <a:gd name="connsiteX4" fmla="*/ 42112 w 50190"/>
                  <a:gd name="connsiteY4" fmla="*/ 109540 h 109540"/>
                  <a:gd name="connsiteX5" fmla="*/ 50191 w 50190"/>
                  <a:gd name="connsiteY5" fmla="*/ 106722 h 109540"/>
                  <a:gd name="connsiteX6" fmla="*/ 35723 w 50190"/>
                  <a:gd name="connsiteY6" fmla="*/ 103622 h 109540"/>
                  <a:gd name="connsiteX7" fmla="*/ 25953 w 50190"/>
                  <a:gd name="connsiteY7" fmla="*/ 92254 h 109540"/>
                  <a:gd name="connsiteX8" fmla="*/ 14492 w 50190"/>
                  <a:gd name="connsiteY8" fmla="*/ 63319 h 109540"/>
                  <a:gd name="connsiteX9" fmla="*/ 7446 w 50190"/>
                  <a:gd name="connsiteY9" fmla="*/ 32129 h 109540"/>
                  <a:gd name="connsiteX10" fmla="*/ 3218 w 50190"/>
                  <a:gd name="connsiteY10" fmla="*/ 0 h 10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190" h="109540">
                    <a:moveTo>
                      <a:pt x="3218" y="0"/>
                    </a:moveTo>
                    <a:cubicBezTo>
                      <a:pt x="-2231" y="21514"/>
                      <a:pt x="-258" y="44436"/>
                      <a:pt x="5379" y="65856"/>
                    </a:cubicBezTo>
                    <a:cubicBezTo>
                      <a:pt x="8479" y="76659"/>
                      <a:pt x="12707" y="87369"/>
                      <a:pt x="19940" y="96482"/>
                    </a:cubicBezTo>
                    <a:cubicBezTo>
                      <a:pt x="23510" y="100991"/>
                      <a:pt x="27926" y="105125"/>
                      <a:pt x="33374" y="107661"/>
                    </a:cubicBezTo>
                    <a:cubicBezTo>
                      <a:pt x="36099" y="108882"/>
                      <a:pt x="39106" y="109540"/>
                      <a:pt x="42112" y="109540"/>
                    </a:cubicBezTo>
                    <a:cubicBezTo>
                      <a:pt x="45118" y="109352"/>
                      <a:pt x="47936" y="108319"/>
                      <a:pt x="50191" y="106722"/>
                    </a:cubicBezTo>
                    <a:cubicBezTo>
                      <a:pt x="44742" y="108225"/>
                      <a:pt x="39669" y="106722"/>
                      <a:pt x="35723" y="103622"/>
                    </a:cubicBezTo>
                    <a:cubicBezTo>
                      <a:pt x="31683" y="100709"/>
                      <a:pt x="28677" y="96482"/>
                      <a:pt x="25953" y="92254"/>
                    </a:cubicBezTo>
                    <a:cubicBezTo>
                      <a:pt x="20786" y="83423"/>
                      <a:pt x="17216" y="73559"/>
                      <a:pt x="14492" y="63319"/>
                    </a:cubicBezTo>
                    <a:cubicBezTo>
                      <a:pt x="11580" y="53079"/>
                      <a:pt x="9418" y="42651"/>
                      <a:pt x="7446" y="32129"/>
                    </a:cubicBezTo>
                    <a:cubicBezTo>
                      <a:pt x="5567" y="21701"/>
                      <a:pt x="4346" y="10992"/>
                      <a:pt x="3218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4" name="Forme libre : forme 2003">
                <a:extLst>
                  <a:ext uri="{FF2B5EF4-FFF2-40B4-BE49-F238E27FC236}">
                    <a16:creationId xmlns:a16="http://schemas.microsoft.com/office/drawing/2014/main" id="{ECF41D95-3A60-4AA1-98EC-B259AD3C6636}"/>
                  </a:ext>
                </a:extLst>
              </p:cNvPr>
              <p:cNvSpPr/>
              <p:nvPr/>
            </p:nvSpPr>
            <p:spPr>
              <a:xfrm>
                <a:off x="9116150" y="4779086"/>
                <a:ext cx="17192" cy="6395"/>
              </a:xfrm>
              <a:custGeom>
                <a:avLst/>
                <a:gdLst>
                  <a:gd name="connsiteX0" fmla="*/ 17192 w 17192"/>
                  <a:gd name="connsiteY0" fmla="*/ 0 h 6395"/>
                  <a:gd name="connsiteX1" fmla="*/ 8267 w 17192"/>
                  <a:gd name="connsiteY1" fmla="*/ 1127 h 6395"/>
                  <a:gd name="connsiteX2" fmla="*/ 0 w 17192"/>
                  <a:gd name="connsiteY2" fmla="*/ 3288 h 6395"/>
                  <a:gd name="connsiteX3" fmla="*/ 0 w 17192"/>
                  <a:gd name="connsiteY3" fmla="*/ 5825 h 6395"/>
                  <a:gd name="connsiteX4" fmla="*/ 3006 w 17192"/>
                  <a:gd name="connsiteY4" fmla="*/ 4604 h 6395"/>
                  <a:gd name="connsiteX5" fmla="*/ 0 w 17192"/>
                  <a:gd name="connsiteY5" fmla="*/ 3288 h 6395"/>
                  <a:gd name="connsiteX6" fmla="*/ 0 w 17192"/>
                  <a:gd name="connsiteY6" fmla="*/ 5825 h 6395"/>
                  <a:gd name="connsiteX7" fmla="*/ 9395 w 17192"/>
                  <a:gd name="connsiteY7" fmla="*/ 5543 h 6395"/>
                  <a:gd name="connsiteX8" fmla="*/ 17192 w 17192"/>
                  <a:gd name="connsiteY8" fmla="*/ 0 h 6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92" h="6395">
                    <a:moveTo>
                      <a:pt x="17192" y="0"/>
                    </a:moveTo>
                    <a:cubicBezTo>
                      <a:pt x="13810" y="94"/>
                      <a:pt x="11085" y="564"/>
                      <a:pt x="8267" y="1127"/>
                    </a:cubicBezTo>
                    <a:cubicBezTo>
                      <a:pt x="5543" y="1691"/>
                      <a:pt x="2819" y="2349"/>
                      <a:pt x="0" y="3288"/>
                    </a:cubicBezTo>
                    <a:lnTo>
                      <a:pt x="0" y="5825"/>
                    </a:lnTo>
                    <a:cubicBezTo>
                      <a:pt x="1034" y="5449"/>
                      <a:pt x="1973" y="5167"/>
                      <a:pt x="3006" y="4604"/>
                    </a:cubicBezTo>
                    <a:cubicBezTo>
                      <a:pt x="1973" y="4040"/>
                      <a:pt x="1034" y="3664"/>
                      <a:pt x="0" y="3288"/>
                    </a:cubicBezTo>
                    <a:lnTo>
                      <a:pt x="0" y="5825"/>
                    </a:lnTo>
                    <a:cubicBezTo>
                      <a:pt x="3100" y="6670"/>
                      <a:pt x="6388" y="6576"/>
                      <a:pt x="9395" y="5543"/>
                    </a:cubicBezTo>
                    <a:cubicBezTo>
                      <a:pt x="12495" y="4509"/>
                      <a:pt x="15313" y="2724"/>
                      <a:pt x="1719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5" name="Forme libre : forme 2004">
                <a:extLst>
                  <a:ext uri="{FF2B5EF4-FFF2-40B4-BE49-F238E27FC236}">
                    <a16:creationId xmlns:a16="http://schemas.microsoft.com/office/drawing/2014/main" id="{BFB04EA9-944A-4885-94B7-30B061334003}"/>
                  </a:ext>
                </a:extLst>
              </p:cNvPr>
              <p:cNvSpPr/>
              <p:nvPr/>
            </p:nvSpPr>
            <p:spPr>
              <a:xfrm>
                <a:off x="9128456" y="4799225"/>
                <a:ext cx="11743" cy="5849"/>
              </a:xfrm>
              <a:custGeom>
                <a:avLst/>
                <a:gdLst>
                  <a:gd name="connsiteX0" fmla="*/ 11743 w 11743"/>
                  <a:gd name="connsiteY0" fmla="*/ 529 h 5849"/>
                  <a:gd name="connsiteX1" fmla="*/ 4979 w 11743"/>
                  <a:gd name="connsiteY1" fmla="*/ 717 h 5849"/>
                  <a:gd name="connsiteX2" fmla="*/ 0 w 11743"/>
                  <a:gd name="connsiteY2" fmla="*/ 5321 h 5849"/>
                  <a:gd name="connsiteX3" fmla="*/ 6764 w 11743"/>
                  <a:gd name="connsiteY3" fmla="*/ 5132 h 5849"/>
                  <a:gd name="connsiteX4" fmla="*/ 11743 w 11743"/>
                  <a:gd name="connsiteY4" fmla="*/ 529 h 5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3" h="5849">
                    <a:moveTo>
                      <a:pt x="11743" y="529"/>
                    </a:moveTo>
                    <a:cubicBezTo>
                      <a:pt x="9113" y="-410"/>
                      <a:pt x="6952" y="59"/>
                      <a:pt x="4979" y="717"/>
                    </a:cubicBezTo>
                    <a:cubicBezTo>
                      <a:pt x="3100" y="1562"/>
                      <a:pt x="1315" y="2784"/>
                      <a:pt x="0" y="5321"/>
                    </a:cubicBezTo>
                    <a:cubicBezTo>
                      <a:pt x="2631" y="6260"/>
                      <a:pt x="4791" y="5790"/>
                      <a:pt x="6764" y="5132"/>
                    </a:cubicBezTo>
                    <a:cubicBezTo>
                      <a:pt x="8643" y="4193"/>
                      <a:pt x="10428" y="2972"/>
                      <a:pt x="11743" y="52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6" name="Forme libre : forme 2005">
                <a:extLst>
                  <a:ext uri="{FF2B5EF4-FFF2-40B4-BE49-F238E27FC236}">
                    <a16:creationId xmlns:a16="http://schemas.microsoft.com/office/drawing/2014/main" id="{5F20D060-DF03-41AA-BAC6-3E125D35F66F}"/>
                  </a:ext>
                </a:extLst>
              </p:cNvPr>
              <p:cNvSpPr/>
              <p:nvPr/>
            </p:nvSpPr>
            <p:spPr>
              <a:xfrm>
                <a:off x="9161995" y="4947710"/>
                <a:ext cx="20198" cy="5132"/>
              </a:xfrm>
              <a:custGeom>
                <a:avLst/>
                <a:gdLst>
                  <a:gd name="connsiteX0" fmla="*/ 20198 w 20198"/>
                  <a:gd name="connsiteY0" fmla="*/ 101 h 5132"/>
                  <a:gd name="connsiteX1" fmla="*/ 10052 w 20198"/>
                  <a:gd name="connsiteY1" fmla="*/ 383 h 5132"/>
                  <a:gd name="connsiteX2" fmla="*/ 0 w 20198"/>
                  <a:gd name="connsiteY2" fmla="*/ 1886 h 5132"/>
                  <a:gd name="connsiteX3" fmla="*/ 10428 w 20198"/>
                  <a:gd name="connsiteY3" fmla="*/ 5081 h 5132"/>
                  <a:gd name="connsiteX4" fmla="*/ 20198 w 20198"/>
                  <a:gd name="connsiteY4" fmla="*/ 101 h 5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98" h="5132">
                    <a:moveTo>
                      <a:pt x="20198" y="101"/>
                    </a:moveTo>
                    <a:cubicBezTo>
                      <a:pt x="16346" y="-180"/>
                      <a:pt x="13247" y="195"/>
                      <a:pt x="10052" y="383"/>
                    </a:cubicBezTo>
                    <a:cubicBezTo>
                      <a:pt x="6858" y="759"/>
                      <a:pt x="3758" y="947"/>
                      <a:pt x="0" y="1886"/>
                    </a:cubicBezTo>
                    <a:cubicBezTo>
                      <a:pt x="2912" y="4517"/>
                      <a:pt x="6764" y="5362"/>
                      <a:pt x="10428" y="5081"/>
                    </a:cubicBezTo>
                    <a:cubicBezTo>
                      <a:pt x="14092" y="4704"/>
                      <a:pt x="17850" y="3296"/>
                      <a:pt x="20198" y="10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7" name="Forme libre : forme 2006">
                <a:extLst>
                  <a:ext uri="{FF2B5EF4-FFF2-40B4-BE49-F238E27FC236}">
                    <a16:creationId xmlns:a16="http://schemas.microsoft.com/office/drawing/2014/main" id="{21A329CD-8191-4629-914A-90D2B337A6FA}"/>
                  </a:ext>
                </a:extLst>
              </p:cNvPr>
              <p:cNvSpPr/>
              <p:nvPr/>
            </p:nvSpPr>
            <p:spPr>
              <a:xfrm>
                <a:off x="9169887" y="4966877"/>
                <a:ext cx="19540" cy="5288"/>
              </a:xfrm>
              <a:custGeom>
                <a:avLst/>
                <a:gdLst>
                  <a:gd name="connsiteX0" fmla="*/ 19541 w 19540"/>
                  <a:gd name="connsiteY0" fmla="*/ 100 h 5288"/>
                  <a:gd name="connsiteX1" fmla="*/ 9676 w 19540"/>
                  <a:gd name="connsiteY1" fmla="*/ 476 h 5288"/>
                  <a:gd name="connsiteX2" fmla="*/ 0 w 19540"/>
                  <a:gd name="connsiteY2" fmla="*/ 2730 h 5288"/>
                  <a:gd name="connsiteX3" fmla="*/ 10240 w 19540"/>
                  <a:gd name="connsiteY3" fmla="*/ 5173 h 5288"/>
                  <a:gd name="connsiteX4" fmla="*/ 19541 w 19540"/>
                  <a:gd name="connsiteY4" fmla="*/ 100 h 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40" h="5288">
                    <a:moveTo>
                      <a:pt x="19541" y="100"/>
                    </a:moveTo>
                    <a:cubicBezTo>
                      <a:pt x="15783" y="-182"/>
                      <a:pt x="12776" y="193"/>
                      <a:pt x="9676" y="476"/>
                    </a:cubicBezTo>
                    <a:cubicBezTo>
                      <a:pt x="6576" y="945"/>
                      <a:pt x="3570" y="1415"/>
                      <a:pt x="0" y="2730"/>
                    </a:cubicBezTo>
                    <a:cubicBezTo>
                      <a:pt x="3006" y="5079"/>
                      <a:pt x="6764" y="5548"/>
                      <a:pt x="10240" y="5173"/>
                    </a:cubicBezTo>
                    <a:cubicBezTo>
                      <a:pt x="13810" y="4609"/>
                      <a:pt x="17286" y="3200"/>
                      <a:pt x="19541" y="10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8" name="Forme libre : forme 2007">
                <a:extLst>
                  <a:ext uri="{FF2B5EF4-FFF2-40B4-BE49-F238E27FC236}">
                    <a16:creationId xmlns:a16="http://schemas.microsoft.com/office/drawing/2014/main" id="{5CFCCA2C-4456-4E95-A391-8662768A8B53}"/>
                  </a:ext>
                </a:extLst>
              </p:cNvPr>
              <p:cNvSpPr/>
              <p:nvPr/>
            </p:nvSpPr>
            <p:spPr>
              <a:xfrm>
                <a:off x="9172799" y="4780600"/>
                <a:ext cx="10521" cy="5782"/>
              </a:xfrm>
              <a:custGeom>
                <a:avLst/>
                <a:gdLst>
                  <a:gd name="connsiteX0" fmla="*/ 10522 w 10521"/>
                  <a:gd name="connsiteY0" fmla="*/ 834 h 5782"/>
                  <a:gd name="connsiteX1" fmla="*/ 4134 w 10521"/>
                  <a:gd name="connsiteY1" fmla="*/ 646 h 5782"/>
                  <a:gd name="connsiteX2" fmla="*/ 0 w 10521"/>
                  <a:gd name="connsiteY2" fmla="*/ 5531 h 5782"/>
                  <a:gd name="connsiteX3" fmla="*/ 6106 w 10521"/>
                  <a:gd name="connsiteY3" fmla="*/ 4968 h 5782"/>
                  <a:gd name="connsiteX4" fmla="*/ 10522 w 10521"/>
                  <a:gd name="connsiteY4" fmla="*/ 834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21" h="5782">
                    <a:moveTo>
                      <a:pt x="10522" y="834"/>
                    </a:moveTo>
                    <a:cubicBezTo>
                      <a:pt x="8173" y="-387"/>
                      <a:pt x="6013" y="-105"/>
                      <a:pt x="4134" y="646"/>
                    </a:cubicBezTo>
                    <a:cubicBezTo>
                      <a:pt x="2349" y="1586"/>
                      <a:pt x="658" y="2901"/>
                      <a:pt x="0" y="5531"/>
                    </a:cubicBezTo>
                    <a:cubicBezTo>
                      <a:pt x="2630" y="6095"/>
                      <a:pt x="4321" y="5626"/>
                      <a:pt x="6106" y="4968"/>
                    </a:cubicBezTo>
                    <a:cubicBezTo>
                      <a:pt x="7610" y="4122"/>
                      <a:pt x="9112" y="3089"/>
                      <a:pt x="10522" y="83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9" name="Forme libre : forme 2008">
                <a:extLst>
                  <a:ext uri="{FF2B5EF4-FFF2-40B4-BE49-F238E27FC236}">
                    <a16:creationId xmlns:a16="http://schemas.microsoft.com/office/drawing/2014/main" id="{6A4E67C3-4EFB-404A-8240-4F333213B624}"/>
                  </a:ext>
                </a:extLst>
              </p:cNvPr>
              <p:cNvSpPr/>
              <p:nvPr/>
            </p:nvSpPr>
            <p:spPr>
              <a:xfrm>
                <a:off x="9183370" y="4795478"/>
                <a:ext cx="8218" cy="4933"/>
              </a:xfrm>
              <a:custGeom>
                <a:avLst/>
                <a:gdLst>
                  <a:gd name="connsiteX0" fmla="*/ 8218 w 8218"/>
                  <a:gd name="connsiteY0" fmla="*/ 2678 h 4933"/>
                  <a:gd name="connsiteX1" fmla="*/ 3145 w 8218"/>
                  <a:gd name="connsiteY1" fmla="*/ 142 h 4933"/>
                  <a:gd name="connsiteX2" fmla="*/ 139 w 8218"/>
                  <a:gd name="connsiteY2" fmla="*/ 4933 h 4933"/>
                  <a:gd name="connsiteX3" fmla="*/ 4460 w 8218"/>
                  <a:gd name="connsiteY3" fmla="*/ 4651 h 4933"/>
                  <a:gd name="connsiteX4" fmla="*/ 8218 w 8218"/>
                  <a:gd name="connsiteY4" fmla="*/ 2678 h 4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8" h="4933">
                    <a:moveTo>
                      <a:pt x="8218" y="2678"/>
                    </a:moveTo>
                    <a:cubicBezTo>
                      <a:pt x="7561" y="330"/>
                      <a:pt x="5024" y="-328"/>
                      <a:pt x="3145" y="142"/>
                    </a:cubicBezTo>
                    <a:cubicBezTo>
                      <a:pt x="1266" y="706"/>
                      <a:pt x="-519" y="2491"/>
                      <a:pt x="139" y="4933"/>
                    </a:cubicBezTo>
                    <a:cubicBezTo>
                      <a:pt x="2488" y="4839"/>
                      <a:pt x="3427" y="4933"/>
                      <a:pt x="4460" y="4651"/>
                    </a:cubicBezTo>
                    <a:cubicBezTo>
                      <a:pt x="5400" y="4370"/>
                      <a:pt x="6151" y="3806"/>
                      <a:pt x="8218" y="2678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0" name="Forme libre : forme 2009">
                <a:extLst>
                  <a:ext uri="{FF2B5EF4-FFF2-40B4-BE49-F238E27FC236}">
                    <a16:creationId xmlns:a16="http://schemas.microsoft.com/office/drawing/2014/main" id="{8834D24B-5CB0-4F08-B9F7-DFD7D6E7D45A}"/>
                  </a:ext>
                </a:extLst>
              </p:cNvPr>
              <p:cNvSpPr/>
              <p:nvPr/>
            </p:nvSpPr>
            <p:spPr>
              <a:xfrm>
                <a:off x="9207741" y="4721005"/>
                <a:ext cx="8366" cy="6692"/>
              </a:xfrm>
              <a:custGeom>
                <a:avLst/>
                <a:gdLst>
                  <a:gd name="connsiteX0" fmla="*/ 8366 w 8366"/>
                  <a:gd name="connsiteY0" fmla="*/ 305 h 6692"/>
                  <a:gd name="connsiteX1" fmla="*/ 2542 w 8366"/>
                  <a:gd name="connsiteY1" fmla="*/ 1338 h 6692"/>
                  <a:gd name="connsiteX2" fmla="*/ 5 w 8366"/>
                  <a:gd name="connsiteY2" fmla="*/ 6693 h 6692"/>
                  <a:gd name="connsiteX3" fmla="*/ 5360 w 8366"/>
                  <a:gd name="connsiteY3" fmla="*/ 5002 h 6692"/>
                  <a:gd name="connsiteX4" fmla="*/ 8366 w 8366"/>
                  <a:gd name="connsiteY4" fmla="*/ 305 h 6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66" h="6692">
                    <a:moveTo>
                      <a:pt x="8366" y="305"/>
                    </a:moveTo>
                    <a:cubicBezTo>
                      <a:pt x="5924" y="-447"/>
                      <a:pt x="4045" y="305"/>
                      <a:pt x="2542" y="1338"/>
                    </a:cubicBezTo>
                    <a:cubicBezTo>
                      <a:pt x="1132" y="2559"/>
                      <a:pt x="-89" y="4156"/>
                      <a:pt x="5" y="6693"/>
                    </a:cubicBezTo>
                    <a:cubicBezTo>
                      <a:pt x="2542" y="6693"/>
                      <a:pt x="4045" y="5941"/>
                      <a:pt x="5360" y="5002"/>
                    </a:cubicBezTo>
                    <a:cubicBezTo>
                      <a:pt x="6675" y="3969"/>
                      <a:pt x="7709" y="2747"/>
                      <a:pt x="8366" y="305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1" name="Forme libre : forme 2010">
                <a:extLst>
                  <a:ext uri="{FF2B5EF4-FFF2-40B4-BE49-F238E27FC236}">
                    <a16:creationId xmlns:a16="http://schemas.microsoft.com/office/drawing/2014/main" id="{7C57E8F4-5733-43CA-8309-3DF9E828C9DB}"/>
                  </a:ext>
                </a:extLst>
              </p:cNvPr>
              <p:cNvSpPr/>
              <p:nvPr/>
            </p:nvSpPr>
            <p:spPr>
              <a:xfrm>
                <a:off x="9211656" y="4740908"/>
                <a:ext cx="4111" cy="4111"/>
              </a:xfrm>
              <a:custGeom>
                <a:avLst/>
                <a:gdLst>
                  <a:gd name="connsiteX0" fmla="*/ 3606 w 4111"/>
                  <a:gd name="connsiteY0" fmla="*/ 506 h 4111"/>
                  <a:gd name="connsiteX1" fmla="*/ 412 w 4111"/>
                  <a:gd name="connsiteY1" fmla="*/ 412 h 4111"/>
                  <a:gd name="connsiteX2" fmla="*/ 506 w 4111"/>
                  <a:gd name="connsiteY2" fmla="*/ 3606 h 4111"/>
                  <a:gd name="connsiteX3" fmla="*/ 3700 w 4111"/>
                  <a:gd name="connsiteY3" fmla="*/ 3700 h 4111"/>
                  <a:gd name="connsiteX4" fmla="*/ 3606 w 4111"/>
                  <a:gd name="connsiteY4" fmla="*/ 506 h 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11" h="4111">
                    <a:moveTo>
                      <a:pt x="3606" y="506"/>
                    </a:moveTo>
                    <a:cubicBezTo>
                      <a:pt x="1821" y="-246"/>
                      <a:pt x="975" y="-58"/>
                      <a:pt x="412" y="412"/>
                    </a:cubicBezTo>
                    <a:cubicBezTo>
                      <a:pt x="-58" y="975"/>
                      <a:pt x="-246" y="1821"/>
                      <a:pt x="506" y="3606"/>
                    </a:cubicBezTo>
                    <a:cubicBezTo>
                      <a:pt x="2291" y="4357"/>
                      <a:pt x="3136" y="4169"/>
                      <a:pt x="3700" y="3700"/>
                    </a:cubicBezTo>
                    <a:cubicBezTo>
                      <a:pt x="4170" y="3136"/>
                      <a:pt x="4357" y="2291"/>
                      <a:pt x="3606" y="506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2" name="Forme libre : forme 2011">
                <a:extLst>
                  <a:ext uri="{FF2B5EF4-FFF2-40B4-BE49-F238E27FC236}">
                    <a16:creationId xmlns:a16="http://schemas.microsoft.com/office/drawing/2014/main" id="{D08B4A86-77CD-45ED-A613-3B1EC918391E}"/>
                  </a:ext>
                </a:extLst>
              </p:cNvPr>
              <p:cNvSpPr/>
              <p:nvPr/>
            </p:nvSpPr>
            <p:spPr>
              <a:xfrm>
                <a:off x="9231609" y="4910046"/>
                <a:ext cx="5291" cy="4850"/>
              </a:xfrm>
              <a:custGeom>
                <a:avLst/>
                <a:gdLst>
                  <a:gd name="connsiteX0" fmla="*/ 4697 w 5291"/>
                  <a:gd name="connsiteY0" fmla="*/ 0 h 4850"/>
                  <a:gd name="connsiteX1" fmla="*/ 1221 w 5291"/>
                  <a:gd name="connsiteY1" fmla="*/ 564 h 4850"/>
                  <a:gd name="connsiteX2" fmla="*/ 0 w 5291"/>
                  <a:gd name="connsiteY2" fmla="*/ 3852 h 4850"/>
                  <a:gd name="connsiteX3" fmla="*/ 4227 w 5291"/>
                  <a:gd name="connsiteY3" fmla="*/ 4227 h 4850"/>
                  <a:gd name="connsiteX4" fmla="*/ 4697 w 5291"/>
                  <a:gd name="connsiteY4" fmla="*/ 0 h 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1" h="4850">
                    <a:moveTo>
                      <a:pt x="4697" y="0"/>
                    </a:moveTo>
                    <a:cubicBezTo>
                      <a:pt x="2630" y="0"/>
                      <a:pt x="1878" y="93"/>
                      <a:pt x="1221" y="564"/>
                    </a:cubicBezTo>
                    <a:cubicBezTo>
                      <a:pt x="658" y="1127"/>
                      <a:pt x="376" y="1785"/>
                      <a:pt x="0" y="3852"/>
                    </a:cubicBezTo>
                    <a:cubicBezTo>
                      <a:pt x="1597" y="5261"/>
                      <a:pt x="3194" y="4979"/>
                      <a:pt x="4227" y="4227"/>
                    </a:cubicBezTo>
                    <a:cubicBezTo>
                      <a:pt x="5167" y="3382"/>
                      <a:pt x="5825" y="1878"/>
                      <a:pt x="469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3" name="Forme libre : forme 2012">
                <a:extLst>
                  <a:ext uri="{FF2B5EF4-FFF2-40B4-BE49-F238E27FC236}">
                    <a16:creationId xmlns:a16="http://schemas.microsoft.com/office/drawing/2014/main" id="{0BFD794A-BA19-4DCF-9C5C-B11A5F96C5D5}"/>
                  </a:ext>
                </a:extLst>
              </p:cNvPr>
              <p:cNvSpPr/>
              <p:nvPr/>
            </p:nvSpPr>
            <p:spPr>
              <a:xfrm>
                <a:off x="9202233" y="5040254"/>
                <a:ext cx="42245" cy="221616"/>
              </a:xfrm>
              <a:custGeom>
                <a:avLst/>
                <a:gdLst>
                  <a:gd name="connsiteX0" fmla="*/ 42246 w 42245"/>
                  <a:gd name="connsiteY0" fmla="*/ 221616 h 221616"/>
                  <a:gd name="connsiteX1" fmla="*/ 13780 w 42245"/>
                  <a:gd name="connsiteY1" fmla="*/ 194654 h 221616"/>
                  <a:gd name="connsiteX2" fmla="*/ 13874 w 42245"/>
                  <a:gd name="connsiteY2" fmla="*/ 152567 h 221616"/>
                  <a:gd name="connsiteX3" fmla="*/ 9271 w 42245"/>
                  <a:gd name="connsiteY3" fmla="*/ 78632 h 221616"/>
                  <a:gd name="connsiteX4" fmla="*/ 158 w 42245"/>
                  <a:gd name="connsiteY4" fmla="*/ 0 h 221616"/>
                  <a:gd name="connsiteX5" fmla="*/ 42246 w 42245"/>
                  <a:gd name="connsiteY5" fmla="*/ 221616 h 221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245" h="221616">
                    <a:moveTo>
                      <a:pt x="42246" y="221616"/>
                    </a:moveTo>
                    <a:cubicBezTo>
                      <a:pt x="28154" y="221616"/>
                      <a:pt x="17069" y="208370"/>
                      <a:pt x="13780" y="194654"/>
                    </a:cubicBezTo>
                    <a:cubicBezTo>
                      <a:pt x="10492" y="180939"/>
                      <a:pt x="12935" y="166659"/>
                      <a:pt x="13874" y="152567"/>
                    </a:cubicBezTo>
                    <a:cubicBezTo>
                      <a:pt x="15471" y="127859"/>
                      <a:pt x="12371" y="103152"/>
                      <a:pt x="9271" y="78632"/>
                    </a:cubicBezTo>
                    <a:cubicBezTo>
                      <a:pt x="6077" y="53455"/>
                      <a:pt x="-1157" y="24989"/>
                      <a:pt x="158" y="0"/>
                    </a:cubicBezTo>
                    <a:cubicBezTo>
                      <a:pt x="21578" y="17943"/>
                      <a:pt x="41964" y="221616"/>
                      <a:pt x="42246" y="221616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4" name="Forme libre : forme 2013">
                <a:extLst>
                  <a:ext uri="{FF2B5EF4-FFF2-40B4-BE49-F238E27FC236}">
                    <a16:creationId xmlns:a16="http://schemas.microsoft.com/office/drawing/2014/main" id="{51AAE8BD-A4AC-498B-AF84-3BC42E55023F}"/>
                  </a:ext>
                </a:extLst>
              </p:cNvPr>
              <p:cNvSpPr/>
              <p:nvPr/>
            </p:nvSpPr>
            <p:spPr>
              <a:xfrm>
                <a:off x="9265523" y="4981350"/>
                <a:ext cx="88866" cy="311992"/>
              </a:xfrm>
              <a:custGeom>
                <a:avLst/>
                <a:gdLst>
                  <a:gd name="connsiteX0" fmla="*/ 0 w 88866"/>
                  <a:gd name="connsiteY0" fmla="*/ 0 h 311992"/>
                  <a:gd name="connsiteX1" fmla="*/ 18977 w 88866"/>
                  <a:gd name="connsiteY1" fmla="*/ 58716 h 311992"/>
                  <a:gd name="connsiteX2" fmla="*/ 65198 w 88866"/>
                  <a:gd name="connsiteY2" fmla="*/ 189769 h 311992"/>
                  <a:gd name="connsiteX3" fmla="*/ 86524 w 88866"/>
                  <a:gd name="connsiteY3" fmla="*/ 249895 h 311992"/>
                  <a:gd name="connsiteX4" fmla="*/ 79102 w 88866"/>
                  <a:gd name="connsiteY4" fmla="*/ 311992 h 311992"/>
                  <a:gd name="connsiteX5" fmla="*/ 55615 w 88866"/>
                  <a:gd name="connsiteY5" fmla="*/ 205364 h 311992"/>
                  <a:gd name="connsiteX6" fmla="*/ 33633 w 88866"/>
                  <a:gd name="connsiteY6" fmla="*/ 153319 h 311992"/>
                  <a:gd name="connsiteX7" fmla="*/ 22923 w 88866"/>
                  <a:gd name="connsiteY7" fmla="*/ 112453 h 311992"/>
                  <a:gd name="connsiteX8" fmla="*/ 1503 w 88866"/>
                  <a:gd name="connsiteY8" fmla="*/ 16628 h 311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866" h="311992">
                    <a:moveTo>
                      <a:pt x="0" y="0"/>
                    </a:moveTo>
                    <a:cubicBezTo>
                      <a:pt x="6294" y="19541"/>
                      <a:pt x="12588" y="39175"/>
                      <a:pt x="18977" y="58716"/>
                    </a:cubicBezTo>
                    <a:cubicBezTo>
                      <a:pt x="33162" y="102776"/>
                      <a:pt x="47442" y="146930"/>
                      <a:pt x="65198" y="189769"/>
                    </a:cubicBezTo>
                    <a:cubicBezTo>
                      <a:pt x="73371" y="209498"/>
                      <a:pt x="82296" y="229038"/>
                      <a:pt x="86524" y="249895"/>
                    </a:cubicBezTo>
                    <a:cubicBezTo>
                      <a:pt x="90751" y="270750"/>
                      <a:pt x="89812" y="293579"/>
                      <a:pt x="79102" y="311992"/>
                    </a:cubicBezTo>
                    <a:cubicBezTo>
                      <a:pt x="77505" y="275447"/>
                      <a:pt x="69520" y="239185"/>
                      <a:pt x="55615" y="205364"/>
                    </a:cubicBezTo>
                    <a:cubicBezTo>
                      <a:pt x="48475" y="187890"/>
                      <a:pt x="39739" y="171168"/>
                      <a:pt x="33633" y="153319"/>
                    </a:cubicBezTo>
                    <a:cubicBezTo>
                      <a:pt x="29029" y="139979"/>
                      <a:pt x="26023" y="126262"/>
                      <a:pt x="22923" y="112453"/>
                    </a:cubicBezTo>
                    <a:cubicBezTo>
                      <a:pt x="15783" y="80511"/>
                      <a:pt x="8643" y="48570"/>
                      <a:pt x="1503" y="16628"/>
                    </a:cubicBezTo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5" name="Forme libre : forme 2014">
                <a:extLst>
                  <a:ext uri="{FF2B5EF4-FFF2-40B4-BE49-F238E27FC236}">
                    <a16:creationId xmlns:a16="http://schemas.microsoft.com/office/drawing/2014/main" id="{C8574942-F33E-41CE-A323-676D3EA3327E}"/>
                  </a:ext>
                </a:extLst>
              </p:cNvPr>
              <p:cNvSpPr/>
              <p:nvPr/>
            </p:nvSpPr>
            <p:spPr>
              <a:xfrm>
                <a:off x="9316122" y="5018919"/>
                <a:ext cx="92309" cy="209694"/>
              </a:xfrm>
              <a:custGeom>
                <a:avLst/>
                <a:gdLst>
                  <a:gd name="connsiteX0" fmla="*/ 81957 w 92309"/>
                  <a:gd name="connsiteY0" fmla="*/ 131157 h 209694"/>
                  <a:gd name="connsiteX1" fmla="*/ 92292 w 92309"/>
                  <a:gd name="connsiteY1" fmla="*/ 166950 h 209694"/>
                  <a:gd name="connsiteX2" fmla="*/ 81488 w 92309"/>
                  <a:gd name="connsiteY2" fmla="*/ 209695 h 209694"/>
                  <a:gd name="connsiteX3" fmla="*/ 67396 w 92309"/>
                  <a:gd name="connsiteY3" fmla="*/ 142806 h 209694"/>
                  <a:gd name="connsiteX4" fmla="*/ 32824 w 92309"/>
                  <a:gd name="connsiteY4" fmla="*/ 82869 h 209694"/>
                  <a:gd name="connsiteX5" fmla="*/ 11217 w 92309"/>
                  <a:gd name="connsiteY5" fmla="*/ 38809 h 209694"/>
                  <a:gd name="connsiteX6" fmla="*/ 3231 w 92309"/>
                  <a:gd name="connsiteY6" fmla="*/ 9 h 209694"/>
                  <a:gd name="connsiteX7" fmla="*/ 27094 w 92309"/>
                  <a:gd name="connsiteY7" fmla="*/ 40124 h 209694"/>
                  <a:gd name="connsiteX8" fmla="*/ 54150 w 92309"/>
                  <a:gd name="connsiteY8" fmla="*/ 81930 h 209694"/>
                  <a:gd name="connsiteX9" fmla="*/ 81957 w 92309"/>
                  <a:gd name="connsiteY9" fmla="*/ 131157 h 209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309" h="209694">
                    <a:moveTo>
                      <a:pt x="81957" y="131157"/>
                    </a:moveTo>
                    <a:cubicBezTo>
                      <a:pt x="87312" y="142430"/>
                      <a:pt x="92009" y="154455"/>
                      <a:pt x="92292" y="166950"/>
                    </a:cubicBezTo>
                    <a:cubicBezTo>
                      <a:pt x="92667" y="181699"/>
                      <a:pt x="87031" y="195979"/>
                      <a:pt x="81488" y="209695"/>
                    </a:cubicBezTo>
                    <a:cubicBezTo>
                      <a:pt x="84118" y="186772"/>
                      <a:pt x="77354" y="163662"/>
                      <a:pt x="67396" y="142806"/>
                    </a:cubicBezTo>
                    <a:cubicBezTo>
                      <a:pt x="57438" y="121950"/>
                      <a:pt x="44285" y="102879"/>
                      <a:pt x="32824" y="82869"/>
                    </a:cubicBezTo>
                    <a:cubicBezTo>
                      <a:pt x="24745" y="68683"/>
                      <a:pt x="17511" y="53934"/>
                      <a:pt x="11217" y="38809"/>
                    </a:cubicBezTo>
                    <a:cubicBezTo>
                      <a:pt x="9338" y="34393"/>
                      <a:pt x="-6727" y="-649"/>
                      <a:pt x="3231" y="9"/>
                    </a:cubicBezTo>
                    <a:cubicBezTo>
                      <a:pt x="7741" y="291"/>
                      <a:pt x="23805" y="35051"/>
                      <a:pt x="27094" y="40124"/>
                    </a:cubicBezTo>
                    <a:cubicBezTo>
                      <a:pt x="35924" y="54122"/>
                      <a:pt x="45225" y="67931"/>
                      <a:pt x="54150" y="81930"/>
                    </a:cubicBezTo>
                    <a:cubicBezTo>
                      <a:pt x="64201" y="97806"/>
                      <a:pt x="73972" y="114059"/>
                      <a:pt x="81957" y="131157"/>
                    </a:cubicBezTo>
                    <a:close/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6" name="Forme libre : forme 2015">
                <a:extLst>
                  <a:ext uri="{FF2B5EF4-FFF2-40B4-BE49-F238E27FC236}">
                    <a16:creationId xmlns:a16="http://schemas.microsoft.com/office/drawing/2014/main" id="{3F96E97B-3B33-4ACA-A94D-75AAD5DF24CC}"/>
                  </a:ext>
                </a:extLst>
              </p:cNvPr>
              <p:cNvSpPr/>
              <p:nvPr/>
            </p:nvSpPr>
            <p:spPr>
              <a:xfrm>
                <a:off x="9083027" y="4619199"/>
                <a:ext cx="39511" cy="80973"/>
              </a:xfrm>
              <a:custGeom>
                <a:avLst/>
                <a:gdLst>
                  <a:gd name="connsiteX0" fmla="*/ 1370 w 39511"/>
                  <a:gd name="connsiteY0" fmla="*/ 4314 h 80973"/>
                  <a:gd name="connsiteX1" fmla="*/ 18656 w 39511"/>
                  <a:gd name="connsiteY1" fmla="*/ 274 h 80973"/>
                  <a:gd name="connsiteX2" fmla="*/ 21286 w 39511"/>
                  <a:gd name="connsiteY2" fmla="*/ 1402 h 80973"/>
                  <a:gd name="connsiteX3" fmla="*/ 22038 w 39511"/>
                  <a:gd name="connsiteY3" fmla="*/ 3375 h 80973"/>
                  <a:gd name="connsiteX4" fmla="*/ 39511 w 39511"/>
                  <a:gd name="connsiteY4" fmla="*/ 80973 h 80973"/>
                  <a:gd name="connsiteX5" fmla="*/ 14053 w 39511"/>
                  <a:gd name="connsiteY5" fmla="*/ 48374 h 80973"/>
                  <a:gd name="connsiteX6" fmla="*/ 430 w 39511"/>
                  <a:gd name="connsiteY6" fmla="*/ 8918 h 80973"/>
                  <a:gd name="connsiteX7" fmla="*/ 1370 w 39511"/>
                  <a:gd name="connsiteY7" fmla="*/ 4314 h 80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511" h="80973">
                    <a:moveTo>
                      <a:pt x="1370" y="4314"/>
                    </a:moveTo>
                    <a:cubicBezTo>
                      <a:pt x="6349" y="838"/>
                      <a:pt x="12643" y="-665"/>
                      <a:pt x="18656" y="274"/>
                    </a:cubicBezTo>
                    <a:cubicBezTo>
                      <a:pt x="19595" y="462"/>
                      <a:pt x="20722" y="650"/>
                      <a:pt x="21286" y="1402"/>
                    </a:cubicBezTo>
                    <a:cubicBezTo>
                      <a:pt x="21756" y="1965"/>
                      <a:pt x="21944" y="2623"/>
                      <a:pt x="22038" y="3375"/>
                    </a:cubicBezTo>
                    <a:cubicBezTo>
                      <a:pt x="27862" y="29303"/>
                      <a:pt x="30023" y="56172"/>
                      <a:pt x="39511" y="80973"/>
                    </a:cubicBezTo>
                    <a:cubicBezTo>
                      <a:pt x="28332" y="72706"/>
                      <a:pt x="20065" y="60963"/>
                      <a:pt x="14053" y="48374"/>
                    </a:cubicBezTo>
                    <a:cubicBezTo>
                      <a:pt x="8040" y="35786"/>
                      <a:pt x="4188" y="22352"/>
                      <a:pt x="430" y="8918"/>
                    </a:cubicBezTo>
                    <a:cubicBezTo>
                      <a:pt x="-603" y="6475"/>
                      <a:pt x="430" y="4784"/>
                      <a:pt x="1370" y="4314"/>
                    </a:cubicBezTo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7" name="Forme libre : forme 2016">
                <a:extLst>
                  <a:ext uri="{FF2B5EF4-FFF2-40B4-BE49-F238E27FC236}">
                    <a16:creationId xmlns:a16="http://schemas.microsoft.com/office/drawing/2014/main" id="{6340F445-71D5-4F81-B653-F4E74B3820D6}"/>
                  </a:ext>
                </a:extLst>
              </p:cNvPr>
              <p:cNvSpPr/>
              <p:nvPr/>
            </p:nvSpPr>
            <p:spPr>
              <a:xfrm>
                <a:off x="9072196" y="4440556"/>
                <a:ext cx="46351" cy="107236"/>
              </a:xfrm>
              <a:custGeom>
                <a:avLst/>
                <a:gdLst>
                  <a:gd name="connsiteX0" fmla="*/ 12671 w 46351"/>
                  <a:gd name="connsiteY0" fmla="*/ 327 h 107236"/>
                  <a:gd name="connsiteX1" fmla="*/ 14268 w 46351"/>
                  <a:gd name="connsiteY1" fmla="*/ 139 h 107236"/>
                  <a:gd name="connsiteX2" fmla="*/ 14831 w 46351"/>
                  <a:gd name="connsiteY2" fmla="*/ 985 h 107236"/>
                  <a:gd name="connsiteX3" fmla="*/ 45927 w 46351"/>
                  <a:gd name="connsiteY3" fmla="*/ 100943 h 107236"/>
                  <a:gd name="connsiteX4" fmla="*/ 45363 w 46351"/>
                  <a:gd name="connsiteY4" fmla="*/ 107237 h 107236"/>
                  <a:gd name="connsiteX5" fmla="*/ 36157 w 46351"/>
                  <a:gd name="connsiteY5" fmla="*/ 99721 h 107236"/>
                  <a:gd name="connsiteX6" fmla="*/ 19434 w 46351"/>
                  <a:gd name="connsiteY6" fmla="*/ 73605 h 107236"/>
                  <a:gd name="connsiteX7" fmla="*/ 13516 w 46351"/>
                  <a:gd name="connsiteY7" fmla="*/ 61298 h 107236"/>
                  <a:gd name="connsiteX8" fmla="*/ 10322 w 46351"/>
                  <a:gd name="connsiteY8" fmla="*/ 50682 h 107236"/>
                  <a:gd name="connsiteX9" fmla="*/ 2149 w 46351"/>
                  <a:gd name="connsiteY9" fmla="*/ 19868 h 107236"/>
                  <a:gd name="connsiteX10" fmla="*/ 1115 w 46351"/>
                  <a:gd name="connsiteY10" fmla="*/ 6716 h 107236"/>
                  <a:gd name="connsiteX11" fmla="*/ 12671 w 46351"/>
                  <a:gd name="connsiteY11" fmla="*/ 327 h 1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351" h="107236">
                    <a:moveTo>
                      <a:pt x="12671" y="327"/>
                    </a:moveTo>
                    <a:cubicBezTo>
                      <a:pt x="13140" y="45"/>
                      <a:pt x="13798" y="-142"/>
                      <a:pt x="14268" y="139"/>
                    </a:cubicBezTo>
                    <a:cubicBezTo>
                      <a:pt x="14549" y="327"/>
                      <a:pt x="14737" y="703"/>
                      <a:pt x="14831" y="985"/>
                    </a:cubicBezTo>
                    <a:cubicBezTo>
                      <a:pt x="28077" y="33302"/>
                      <a:pt x="38506" y="66841"/>
                      <a:pt x="45927" y="100943"/>
                    </a:cubicBezTo>
                    <a:cubicBezTo>
                      <a:pt x="46397" y="103103"/>
                      <a:pt x="46773" y="105640"/>
                      <a:pt x="45363" y="107237"/>
                    </a:cubicBezTo>
                    <a:cubicBezTo>
                      <a:pt x="41699" y="105546"/>
                      <a:pt x="38787" y="102727"/>
                      <a:pt x="36157" y="99721"/>
                    </a:cubicBezTo>
                    <a:cubicBezTo>
                      <a:pt x="29393" y="91924"/>
                      <a:pt x="24414" y="82717"/>
                      <a:pt x="19434" y="73605"/>
                    </a:cubicBezTo>
                    <a:cubicBezTo>
                      <a:pt x="17274" y="69565"/>
                      <a:pt x="15113" y="65619"/>
                      <a:pt x="13516" y="61298"/>
                    </a:cubicBezTo>
                    <a:cubicBezTo>
                      <a:pt x="12201" y="57822"/>
                      <a:pt x="11261" y="54252"/>
                      <a:pt x="10322" y="50682"/>
                    </a:cubicBezTo>
                    <a:cubicBezTo>
                      <a:pt x="7597" y="40442"/>
                      <a:pt x="4873" y="30108"/>
                      <a:pt x="2149" y="19868"/>
                    </a:cubicBezTo>
                    <a:cubicBezTo>
                      <a:pt x="1209" y="16298"/>
                      <a:pt x="-1515" y="10098"/>
                      <a:pt x="1115" y="6716"/>
                    </a:cubicBezTo>
                    <a:cubicBezTo>
                      <a:pt x="3464" y="3615"/>
                      <a:pt x="9382" y="2018"/>
                      <a:pt x="12671" y="327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8" name="Forme libre : forme 2017">
                <a:extLst>
                  <a:ext uri="{FF2B5EF4-FFF2-40B4-BE49-F238E27FC236}">
                    <a16:creationId xmlns:a16="http://schemas.microsoft.com/office/drawing/2014/main" id="{F56546B1-88FA-4D6B-9AEA-AFD88138CF48}"/>
                  </a:ext>
                </a:extLst>
              </p:cNvPr>
              <p:cNvSpPr/>
              <p:nvPr/>
            </p:nvSpPr>
            <p:spPr>
              <a:xfrm>
                <a:off x="9106801" y="4371270"/>
                <a:ext cx="37814" cy="109164"/>
              </a:xfrm>
              <a:custGeom>
                <a:avLst/>
                <a:gdLst>
                  <a:gd name="connsiteX0" fmla="*/ 10382 w 37814"/>
                  <a:gd name="connsiteY0" fmla="*/ 0 h 109164"/>
                  <a:gd name="connsiteX1" fmla="*/ 22219 w 37814"/>
                  <a:gd name="connsiteY1" fmla="*/ 44248 h 109164"/>
                  <a:gd name="connsiteX2" fmla="*/ 25225 w 37814"/>
                  <a:gd name="connsiteY2" fmla="*/ 56555 h 109164"/>
                  <a:gd name="connsiteX3" fmla="*/ 28795 w 37814"/>
                  <a:gd name="connsiteY3" fmla="*/ 71305 h 109164"/>
                  <a:gd name="connsiteX4" fmla="*/ 37814 w 37814"/>
                  <a:gd name="connsiteY4" fmla="*/ 109165 h 109164"/>
                  <a:gd name="connsiteX5" fmla="*/ 10946 w 37814"/>
                  <a:gd name="connsiteY5" fmla="*/ 63695 h 109164"/>
                  <a:gd name="connsiteX6" fmla="*/ 2679 w 37814"/>
                  <a:gd name="connsiteY6" fmla="*/ 25741 h 109164"/>
                  <a:gd name="connsiteX7" fmla="*/ 424 w 37814"/>
                  <a:gd name="connsiteY7" fmla="*/ 10334 h 109164"/>
                  <a:gd name="connsiteX8" fmla="*/ 10382 w 37814"/>
                  <a:gd name="connsiteY8" fmla="*/ 0 h 109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14" h="109164">
                    <a:moveTo>
                      <a:pt x="10382" y="0"/>
                    </a:moveTo>
                    <a:cubicBezTo>
                      <a:pt x="14985" y="14562"/>
                      <a:pt x="18649" y="29405"/>
                      <a:pt x="22219" y="44248"/>
                    </a:cubicBezTo>
                    <a:cubicBezTo>
                      <a:pt x="23253" y="48382"/>
                      <a:pt x="24192" y="52422"/>
                      <a:pt x="25225" y="56555"/>
                    </a:cubicBezTo>
                    <a:cubicBezTo>
                      <a:pt x="26446" y="61440"/>
                      <a:pt x="27574" y="66325"/>
                      <a:pt x="28795" y="71305"/>
                    </a:cubicBezTo>
                    <a:cubicBezTo>
                      <a:pt x="31895" y="83893"/>
                      <a:pt x="34902" y="96482"/>
                      <a:pt x="37814" y="109165"/>
                    </a:cubicBezTo>
                    <a:cubicBezTo>
                      <a:pt x="24004" y="97797"/>
                      <a:pt x="15831" y="80887"/>
                      <a:pt x="10946" y="63695"/>
                    </a:cubicBezTo>
                    <a:cubicBezTo>
                      <a:pt x="7376" y="51200"/>
                      <a:pt x="5215" y="38424"/>
                      <a:pt x="2679" y="25741"/>
                    </a:cubicBezTo>
                    <a:cubicBezTo>
                      <a:pt x="1833" y="21419"/>
                      <a:pt x="-1079" y="14749"/>
                      <a:pt x="424" y="10334"/>
                    </a:cubicBezTo>
                    <a:cubicBezTo>
                      <a:pt x="1269" y="7892"/>
                      <a:pt x="10570" y="752"/>
                      <a:pt x="10382" y="0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68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7449219" y="4127573"/>
              <a:ext cx="843065" cy="612730"/>
              <a:chOff x="7940801" y="3554792"/>
              <a:chExt cx="1131288" cy="822208"/>
            </a:xfrm>
            <a:solidFill>
              <a:srgbClr val="FC0606">
                <a:alpha val="30000"/>
              </a:srgbClr>
            </a:solidFill>
          </p:grpSpPr>
          <p:sp>
            <p:nvSpPr>
              <p:cNvPr id="2169" name="Forme libre : forme 2168">
                <a:extLst>
                  <a:ext uri="{FF2B5EF4-FFF2-40B4-BE49-F238E27FC236}">
                    <a16:creationId xmlns:a16="http://schemas.microsoft.com/office/drawing/2014/main" id="{20413743-9FB8-4CAE-A900-909AEAFE48C8}"/>
                  </a:ext>
                </a:extLst>
              </p:cNvPr>
              <p:cNvSpPr/>
              <p:nvPr/>
            </p:nvSpPr>
            <p:spPr>
              <a:xfrm>
                <a:off x="7940801" y="3554792"/>
                <a:ext cx="1131288" cy="822208"/>
              </a:xfrm>
              <a:custGeom>
                <a:avLst/>
                <a:gdLst>
                  <a:gd name="connsiteX0" fmla="*/ 1131288 w 1131288"/>
                  <a:gd name="connsiteY0" fmla="*/ 411104 h 822208"/>
                  <a:gd name="connsiteX1" fmla="*/ 565644 w 1131288"/>
                  <a:gd name="connsiteY1" fmla="*/ 822209 h 822208"/>
                  <a:gd name="connsiteX2" fmla="*/ -1 w 1131288"/>
                  <a:gd name="connsiteY2" fmla="*/ 411104 h 822208"/>
                  <a:gd name="connsiteX3" fmla="*/ 565644 w 1131288"/>
                  <a:gd name="connsiteY3" fmla="*/ 0 h 822208"/>
                  <a:gd name="connsiteX4" fmla="*/ 1131288 w 1131288"/>
                  <a:gd name="connsiteY4" fmla="*/ 411104 h 822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1288" h="822208">
                    <a:moveTo>
                      <a:pt x="1131288" y="411104"/>
                    </a:moveTo>
                    <a:cubicBezTo>
                      <a:pt x="1131288" y="638151"/>
                      <a:pt x="878041" y="822209"/>
                      <a:pt x="565644" y="822209"/>
                    </a:cubicBezTo>
                    <a:cubicBezTo>
                      <a:pt x="253247" y="822209"/>
                      <a:pt x="-1" y="638151"/>
                      <a:pt x="-1" y="411104"/>
                    </a:cubicBezTo>
                    <a:cubicBezTo>
                      <a:pt x="-1" y="184058"/>
                      <a:pt x="253247" y="0"/>
                      <a:pt x="565644" y="0"/>
                    </a:cubicBezTo>
                    <a:cubicBezTo>
                      <a:pt x="878040" y="0"/>
                      <a:pt x="1131288" y="184057"/>
                      <a:pt x="1131288" y="411104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0" name="Forme libre : forme 2169">
                <a:extLst>
                  <a:ext uri="{FF2B5EF4-FFF2-40B4-BE49-F238E27FC236}">
                    <a16:creationId xmlns:a16="http://schemas.microsoft.com/office/drawing/2014/main" id="{9C010891-E442-4B69-9668-2DA00A8384D8}"/>
                  </a:ext>
                </a:extLst>
              </p:cNvPr>
              <p:cNvSpPr/>
              <p:nvPr/>
            </p:nvSpPr>
            <p:spPr>
              <a:xfrm>
                <a:off x="7997356" y="3595940"/>
                <a:ext cx="1018178" cy="739912"/>
              </a:xfrm>
              <a:custGeom>
                <a:avLst/>
                <a:gdLst>
                  <a:gd name="connsiteX0" fmla="*/ 1018178 w 1018178"/>
                  <a:gd name="connsiteY0" fmla="*/ 369956 h 739912"/>
                  <a:gd name="connsiteX1" fmla="*/ 509089 w 1018178"/>
                  <a:gd name="connsiteY1" fmla="*/ 739912 h 739912"/>
                  <a:gd name="connsiteX2" fmla="*/ 0 w 1018178"/>
                  <a:gd name="connsiteY2" fmla="*/ 369956 h 739912"/>
                  <a:gd name="connsiteX3" fmla="*/ 509089 w 1018178"/>
                  <a:gd name="connsiteY3" fmla="*/ 0 h 739912"/>
                  <a:gd name="connsiteX4" fmla="*/ 1018178 w 1018178"/>
                  <a:gd name="connsiteY4" fmla="*/ 369956 h 739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8178" h="739912">
                    <a:moveTo>
                      <a:pt x="1018178" y="369956"/>
                    </a:moveTo>
                    <a:cubicBezTo>
                      <a:pt x="1018178" y="574277"/>
                      <a:pt x="790251" y="739912"/>
                      <a:pt x="509089" y="739912"/>
                    </a:cubicBezTo>
                    <a:cubicBezTo>
                      <a:pt x="227927" y="739912"/>
                      <a:pt x="0" y="574278"/>
                      <a:pt x="0" y="369956"/>
                    </a:cubicBezTo>
                    <a:cubicBezTo>
                      <a:pt x="0" y="165635"/>
                      <a:pt x="227927" y="0"/>
                      <a:pt x="509089" y="0"/>
                    </a:cubicBezTo>
                    <a:cubicBezTo>
                      <a:pt x="790251" y="0"/>
                      <a:pt x="1018178" y="165635"/>
                      <a:pt x="1018178" y="369956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1" name="Forme libre : forme 2170">
                <a:extLst>
                  <a:ext uri="{FF2B5EF4-FFF2-40B4-BE49-F238E27FC236}">
                    <a16:creationId xmlns:a16="http://schemas.microsoft.com/office/drawing/2014/main" id="{8F58D3B7-15AE-4860-930D-4B1B33DF9EBD}"/>
                  </a:ext>
                </a:extLst>
              </p:cNvPr>
              <p:cNvSpPr/>
              <p:nvPr/>
            </p:nvSpPr>
            <p:spPr>
              <a:xfrm>
                <a:off x="8048275" y="3632861"/>
                <a:ext cx="916341" cy="666071"/>
              </a:xfrm>
              <a:custGeom>
                <a:avLst/>
                <a:gdLst>
                  <a:gd name="connsiteX0" fmla="*/ 916341 w 916341"/>
                  <a:gd name="connsiteY0" fmla="*/ 333036 h 666071"/>
                  <a:gd name="connsiteX1" fmla="*/ 458170 w 916341"/>
                  <a:gd name="connsiteY1" fmla="*/ 666072 h 666071"/>
                  <a:gd name="connsiteX2" fmla="*/ -1 w 916341"/>
                  <a:gd name="connsiteY2" fmla="*/ 333036 h 666071"/>
                  <a:gd name="connsiteX3" fmla="*/ 458170 w 916341"/>
                  <a:gd name="connsiteY3" fmla="*/ 0 h 666071"/>
                  <a:gd name="connsiteX4" fmla="*/ 916341 w 916341"/>
                  <a:gd name="connsiteY4" fmla="*/ 333036 h 666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6341" h="666071">
                    <a:moveTo>
                      <a:pt x="916341" y="333036"/>
                    </a:moveTo>
                    <a:cubicBezTo>
                      <a:pt x="916341" y="516966"/>
                      <a:pt x="711211" y="666072"/>
                      <a:pt x="458170" y="666072"/>
                    </a:cubicBezTo>
                    <a:cubicBezTo>
                      <a:pt x="205130" y="666072"/>
                      <a:pt x="-1" y="516967"/>
                      <a:pt x="-1" y="333036"/>
                    </a:cubicBezTo>
                    <a:cubicBezTo>
                      <a:pt x="-1" y="149105"/>
                      <a:pt x="205130" y="0"/>
                      <a:pt x="458170" y="0"/>
                    </a:cubicBezTo>
                    <a:cubicBezTo>
                      <a:pt x="711211" y="0"/>
                      <a:pt x="916341" y="149105"/>
                      <a:pt x="916341" y="333036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93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7689013" y="4145242"/>
              <a:ext cx="363528" cy="363581"/>
              <a:chOff x="8262575" y="3578502"/>
              <a:chExt cx="487810" cy="487881"/>
            </a:xfrm>
            <a:solidFill>
              <a:srgbClr val="FC0606"/>
            </a:solidFill>
          </p:grpSpPr>
          <p:sp>
            <p:nvSpPr>
              <p:cNvPr id="2194" name="Forme libre : forme 2193">
                <a:extLst>
                  <a:ext uri="{FF2B5EF4-FFF2-40B4-BE49-F238E27FC236}">
                    <a16:creationId xmlns:a16="http://schemas.microsoft.com/office/drawing/2014/main" id="{3D0956A8-FA2D-4B92-9B61-54FF1153A6A5}"/>
                  </a:ext>
                </a:extLst>
              </p:cNvPr>
              <p:cNvSpPr/>
              <p:nvPr/>
            </p:nvSpPr>
            <p:spPr>
              <a:xfrm>
                <a:off x="8412688" y="3728685"/>
                <a:ext cx="187514" cy="187514"/>
              </a:xfrm>
              <a:custGeom>
                <a:avLst/>
                <a:gdLst>
                  <a:gd name="connsiteX0" fmla="*/ 187515 w 187514"/>
                  <a:gd name="connsiteY0" fmla="*/ 93757 h 187514"/>
                  <a:gd name="connsiteX1" fmla="*/ 93757 w 187514"/>
                  <a:gd name="connsiteY1" fmla="*/ 187515 h 187514"/>
                  <a:gd name="connsiteX2" fmla="*/ 0 w 187514"/>
                  <a:gd name="connsiteY2" fmla="*/ 93757 h 187514"/>
                  <a:gd name="connsiteX3" fmla="*/ 93757 w 187514"/>
                  <a:gd name="connsiteY3" fmla="*/ 0 h 187514"/>
                  <a:gd name="connsiteX4" fmla="*/ 187515 w 187514"/>
                  <a:gd name="connsiteY4" fmla="*/ 93757 h 187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514" h="187514">
                    <a:moveTo>
                      <a:pt x="187515" y="93757"/>
                    </a:moveTo>
                    <a:cubicBezTo>
                      <a:pt x="187515" y="145538"/>
                      <a:pt x="145538" y="187515"/>
                      <a:pt x="93757" y="187515"/>
                    </a:cubicBezTo>
                    <a:cubicBezTo>
                      <a:pt x="41977" y="187515"/>
                      <a:pt x="0" y="145538"/>
                      <a:pt x="0" y="93757"/>
                    </a:cubicBezTo>
                    <a:cubicBezTo>
                      <a:pt x="0" y="41977"/>
                      <a:pt x="41977" y="0"/>
                      <a:pt x="93757" y="0"/>
                    </a:cubicBezTo>
                    <a:cubicBezTo>
                      <a:pt x="145538" y="0"/>
                      <a:pt x="187515" y="41977"/>
                      <a:pt x="187515" y="93757"/>
                    </a:cubicBezTo>
                    <a:close/>
                  </a:path>
                </a:pathLst>
              </a:custGeom>
              <a:solidFill>
                <a:srgbClr val="FC0606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195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367230" y="3766545"/>
                <a:ext cx="195018" cy="195159"/>
                <a:chOff x="8367230" y="3766545"/>
                <a:chExt cx="195018" cy="195159"/>
              </a:xfrm>
              <a:solidFill>
                <a:srgbClr val="FC0606"/>
              </a:solidFill>
            </p:grpSpPr>
            <p:sp>
              <p:nvSpPr>
                <p:cNvPr id="2196" name="Forme libre : forme 2195">
                  <a:extLst>
                    <a:ext uri="{FF2B5EF4-FFF2-40B4-BE49-F238E27FC236}">
                      <a16:creationId xmlns:a16="http://schemas.microsoft.com/office/drawing/2014/main" id="{09E1553B-20C9-4858-95F3-F2D10B4C6091}"/>
                    </a:ext>
                  </a:extLst>
                </p:cNvPr>
                <p:cNvSpPr/>
                <p:nvPr/>
              </p:nvSpPr>
              <p:spPr>
                <a:xfrm>
                  <a:off x="8367230" y="3766545"/>
                  <a:ext cx="26105" cy="111700"/>
                </a:xfrm>
                <a:custGeom>
                  <a:avLst/>
                  <a:gdLst>
                    <a:gd name="connsiteX0" fmla="*/ 26012 w 26105"/>
                    <a:gd name="connsiteY0" fmla="*/ 97327 h 111700"/>
                    <a:gd name="connsiteX1" fmla="*/ 26105 w 26105"/>
                    <a:gd name="connsiteY1" fmla="*/ 14468 h 111700"/>
                    <a:gd name="connsiteX2" fmla="*/ 11638 w 26105"/>
                    <a:gd name="connsiteY2" fmla="*/ 0 h 111700"/>
                    <a:gd name="connsiteX3" fmla="*/ 11544 w 26105"/>
                    <a:gd name="connsiteY3" fmla="*/ 111701 h 111700"/>
                    <a:gd name="connsiteX4" fmla="*/ 26012 w 26105"/>
                    <a:gd name="connsiteY4" fmla="*/ 97327 h 111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05" h="111700">
                      <a:moveTo>
                        <a:pt x="26012" y="97327"/>
                      </a:moveTo>
                      <a:cubicBezTo>
                        <a:pt x="16335" y="70647"/>
                        <a:pt x="16335" y="41148"/>
                        <a:pt x="26105" y="14468"/>
                      </a:cubicBezTo>
                      <a:lnTo>
                        <a:pt x="11638" y="0"/>
                      </a:lnTo>
                      <a:cubicBezTo>
                        <a:pt x="-3864" y="35511"/>
                        <a:pt x="-3864" y="76190"/>
                        <a:pt x="11544" y="111701"/>
                      </a:cubicBezTo>
                      <a:lnTo>
                        <a:pt x="26012" y="97327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97" name="Forme libre : forme 2196">
                  <a:extLst>
                    <a:ext uri="{FF2B5EF4-FFF2-40B4-BE49-F238E27FC236}">
                      <a16:creationId xmlns:a16="http://schemas.microsoft.com/office/drawing/2014/main" id="{4FFA51EA-CE43-4658-ADC6-4368C76E2210}"/>
                    </a:ext>
                  </a:extLst>
                </p:cNvPr>
                <p:cNvSpPr/>
                <p:nvPr/>
              </p:nvSpPr>
              <p:spPr>
                <a:xfrm>
                  <a:off x="8450548" y="3935552"/>
                  <a:ext cx="111700" cy="26151"/>
                </a:xfrm>
                <a:custGeom>
                  <a:avLst/>
                  <a:gdLst>
                    <a:gd name="connsiteX0" fmla="*/ 97327 w 111700"/>
                    <a:gd name="connsiteY0" fmla="*/ 0 h 26151"/>
                    <a:gd name="connsiteX1" fmla="*/ 14467 w 111700"/>
                    <a:gd name="connsiteY1" fmla="*/ 94 h 26151"/>
                    <a:gd name="connsiteX2" fmla="*/ 0 w 111700"/>
                    <a:gd name="connsiteY2" fmla="*/ 14561 h 26151"/>
                    <a:gd name="connsiteX3" fmla="*/ 111701 w 111700"/>
                    <a:gd name="connsiteY3" fmla="*/ 14561 h 26151"/>
                    <a:gd name="connsiteX4" fmla="*/ 97327 w 111700"/>
                    <a:gd name="connsiteY4" fmla="*/ 0 h 26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700" h="26151">
                      <a:moveTo>
                        <a:pt x="97327" y="0"/>
                      </a:moveTo>
                      <a:cubicBezTo>
                        <a:pt x="70647" y="9676"/>
                        <a:pt x="41148" y="9770"/>
                        <a:pt x="14467" y="94"/>
                      </a:cubicBezTo>
                      <a:lnTo>
                        <a:pt x="0" y="14561"/>
                      </a:lnTo>
                      <a:cubicBezTo>
                        <a:pt x="35511" y="30062"/>
                        <a:pt x="76189" y="29968"/>
                        <a:pt x="111701" y="14561"/>
                      </a:cubicBezTo>
                      <a:lnTo>
                        <a:pt x="97327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198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450642" y="3683192"/>
                <a:ext cx="195018" cy="195147"/>
                <a:chOff x="8450642" y="3683192"/>
                <a:chExt cx="195018" cy="195147"/>
              </a:xfrm>
              <a:solidFill>
                <a:srgbClr val="FC0606"/>
              </a:solidFill>
            </p:grpSpPr>
            <p:sp>
              <p:nvSpPr>
                <p:cNvPr id="2199" name="Forme libre : forme 2198">
                  <a:extLst>
                    <a:ext uri="{FF2B5EF4-FFF2-40B4-BE49-F238E27FC236}">
                      <a16:creationId xmlns:a16="http://schemas.microsoft.com/office/drawing/2014/main" id="{4A1E039B-087D-44B2-A578-5C2F182491E0}"/>
                    </a:ext>
                  </a:extLst>
                </p:cNvPr>
                <p:cNvSpPr/>
                <p:nvPr/>
              </p:nvSpPr>
              <p:spPr>
                <a:xfrm>
                  <a:off x="8450642" y="3683192"/>
                  <a:ext cx="111700" cy="26140"/>
                </a:xfrm>
                <a:custGeom>
                  <a:avLst/>
                  <a:gdLst>
                    <a:gd name="connsiteX0" fmla="*/ 111701 w 111700"/>
                    <a:gd name="connsiteY0" fmla="*/ 11579 h 26140"/>
                    <a:gd name="connsiteX1" fmla="*/ 0 w 111700"/>
                    <a:gd name="connsiteY1" fmla="*/ 11673 h 26140"/>
                    <a:gd name="connsiteX2" fmla="*/ 14467 w 111700"/>
                    <a:gd name="connsiteY2" fmla="*/ 26140 h 26140"/>
                    <a:gd name="connsiteX3" fmla="*/ 97327 w 111700"/>
                    <a:gd name="connsiteY3" fmla="*/ 26046 h 26140"/>
                    <a:gd name="connsiteX4" fmla="*/ 111701 w 111700"/>
                    <a:gd name="connsiteY4" fmla="*/ 11579 h 2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700" h="26140">
                      <a:moveTo>
                        <a:pt x="111701" y="11579"/>
                      </a:moveTo>
                      <a:cubicBezTo>
                        <a:pt x="76189" y="-3922"/>
                        <a:pt x="35511" y="-3828"/>
                        <a:pt x="0" y="11673"/>
                      </a:cubicBezTo>
                      <a:lnTo>
                        <a:pt x="14467" y="26140"/>
                      </a:lnTo>
                      <a:cubicBezTo>
                        <a:pt x="41148" y="16464"/>
                        <a:pt x="70646" y="16370"/>
                        <a:pt x="97327" y="26046"/>
                      </a:cubicBezTo>
                      <a:lnTo>
                        <a:pt x="111701" y="11579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0" name="Forme libre : forme 2199">
                  <a:extLst>
                    <a:ext uri="{FF2B5EF4-FFF2-40B4-BE49-F238E27FC236}">
                      <a16:creationId xmlns:a16="http://schemas.microsoft.com/office/drawing/2014/main" id="{F0731E2E-3873-433E-9BA2-930EC1207792}"/>
                    </a:ext>
                  </a:extLst>
                </p:cNvPr>
                <p:cNvSpPr/>
                <p:nvPr/>
              </p:nvSpPr>
              <p:spPr>
                <a:xfrm>
                  <a:off x="8619555" y="3766545"/>
                  <a:ext cx="26105" cy="111794"/>
                </a:xfrm>
                <a:custGeom>
                  <a:avLst/>
                  <a:gdLst>
                    <a:gd name="connsiteX0" fmla="*/ 14561 w 26105"/>
                    <a:gd name="connsiteY0" fmla="*/ 0 h 111794"/>
                    <a:gd name="connsiteX1" fmla="*/ 94 w 26105"/>
                    <a:gd name="connsiteY1" fmla="*/ 14468 h 111794"/>
                    <a:gd name="connsiteX2" fmla="*/ 0 w 26105"/>
                    <a:gd name="connsiteY2" fmla="*/ 97327 h 111794"/>
                    <a:gd name="connsiteX3" fmla="*/ 14467 w 26105"/>
                    <a:gd name="connsiteY3" fmla="*/ 111795 h 111794"/>
                    <a:gd name="connsiteX4" fmla="*/ 14561 w 26105"/>
                    <a:gd name="connsiteY4" fmla="*/ 0 h 111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05" h="111794">
                      <a:moveTo>
                        <a:pt x="14561" y="0"/>
                      </a:moveTo>
                      <a:lnTo>
                        <a:pt x="94" y="14468"/>
                      </a:lnTo>
                      <a:cubicBezTo>
                        <a:pt x="9770" y="41148"/>
                        <a:pt x="9770" y="70647"/>
                        <a:pt x="0" y="97327"/>
                      </a:cubicBezTo>
                      <a:lnTo>
                        <a:pt x="14467" y="111795"/>
                      </a:lnTo>
                      <a:cubicBezTo>
                        <a:pt x="29969" y="76190"/>
                        <a:pt x="29969" y="35511"/>
                        <a:pt x="14561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01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310981" y="3724833"/>
                <a:ext cx="293167" cy="293038"/>
                <a:chOff x="8310981" y="3724833"/>
                <a:chExt cx="293167" cy="293038"/>
              </a:xfrm>
              <a:solidFill>
                <a:srgbClr val="FC0606"/>
              </a:solidFill>
            </p:grpSpPr>
            <p:sp>
              <p:nvSpPr>
                <p:cNvPr id="2202" name="Forme libre : forme 2201">
                  <a:extLst>
                    <a:ext uri="{FF2B5EF4-FFF2-40B4-BE49-F238E27FC236}">
                      <a16:creationId xmlns:a16="http://schemas.microsoft.com/office/drawing/2014/main" id="{102796BF-52F4-447F-ACB1-003990C18086}"/>
                    </a:ext>
                  </a:extLst>
                </p:cNvPr>
                <p:cNvSpPr/>
                <p:nvPr/>
              </p:nvSpPr>
              <p:spPr>
                <a:xfrm>
                  <a:off x="8310981" y="3724833"/>
                  <a:ext cx="39891" cy="195406"/>
                </a:xfrm>
                <a:custGeom>
                  <a:avLst/>
                  <a:gdLst>
                    <a:gd name="connsiteX0" fmla="*/ 39892 w 39891"/>
                    <a:gd name="connsiteY0" fmla="*/ 181502 h 195406"/>
                    <a:gd name="connsiteX1" fmla="*/ 39798 w 39891"/>
                    <a:gd name="connsiteY1" fmla="*/ 13716 h 195406"/>
                    <a:gd name="connsiteX2" fmla="*/ 26082 w 39891"/>
                    <a:gd name="connsiteY2" fmla="*/ 0 h 195406"/>
                    <a:gd name="connsiteX3" fmla="*/ 25988 w 39891"/>
                    <a:gd name="connsiteY3" fmla="*/ 195406 h 195406"/>
                    <a:gd name="connsiteX4" fmla="*/ 39892 w 39891"/>
                    <a:gd name="connsiteY4" fmla="*/ 181502 h 195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891" h="195406">
                      <a:moveTo>
                        <a:pt x="39892" y="181502"/>
                      </a:moveTo>
                      <a:cubicBezTo>
                        <a:pt x="11802" y="129269"/>
                        <a:pt x="11708" y="65856"/>
                        <a:pt x="39798" y="13716"/>
                      </a:cubicBezTo>
                      <a:lnTo>
                        <a:pt x="26082" y="0"/>
                      </a:lnTo>
                      <a:cubicBezTo>
                        <a:pt x="-8678" y="60313"/>
                        <a:pt x="-8678" y="135187"/>
                        <a:pt x="25988" y="195406"/>
                      </a:cubicBezTo>
                      <a:lnTo>
                        <a:pt x="39892" y="181502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3" name="Forme libre : forme 2202">
                  <a:extLst>
                    <a:ext uri="{FF2B5EF4-FFF2-40B4-BE49-F238E27FC236}">
                      <a16:creationId xmlns:a16="http://schemas.microsoft.com/office/drawing/2014/main" id="{F779D9AD-C908-4792-B787-7259A286D9CA}"/>
                    </a:ext>
                  </a:extLst>
                </p:cNvPr>
                <p:cNvSpPr/>
                <p:nvPr/>
              </p:nvSpPr>
              <p:spPr>
                <a:xfrm>
                  <a:off x="8408742" y="3978015"/>
                  <a:ext cx="195405" cy="39856"/>
                </a:xfrm>
                <a:custGeom>
                  <a:avLst/>
                  <a:gdLst>
                    <a:gd name="connsiteX0" fmla="*/ 181690 w 195405"/>
                    <a:gd name="connsiteY0" fmla="*/ 94 h 39856"/>
                    <a:gd name="connsiteX1" fmla="*/ 13904 w 195405"/>
                    <a:gd name="connsiteY1" fmla="*/ 0 h 39856"/>
                    <a:gd name="connsiteX2" fmla="*/ 0 w 195405"/>
                    <a:gd name="connsiteY2" fmla="*/ 13904 h 39856"/>
                    <a:gd name="connsiteX3" fmla="*/ 195406 w 195405"/>
                    <a:gd name="connsiteY3" fmla="*/ 13810 h 39856"/>
                    <a:gd name="connsiteX4" fmla="*/ 181690 w 195405"/>
                    <a:gd name="connsiteY4" fmla="*/ 94 h 39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5405" h="39856">
                      <a:moveTo>
                        <a:pt x="181690" y="94"/>
                      </a:moveTo>
                      <a:cubicBezTo>
                        <a:pt x="129457" y="28184"/>
                        <a:pt x="66044" y="28090"/>
                        <a:pt x="13904" y="0"/>
                      </a:cubicBezTo>
                      <a:lnTo>
                        <a:pt x="0" y="13904"/>
                      </a:lnTo>
                      <a:cubicBezTo>
                        <a:pt x="60219" y="48570"/>
                        <a:pt x="135093" y="48476"/>
                        <a:pt x="195406" y="13810"/>
                      </a:cubicBezTo>
                      <a:lnTo>
                        <a:pt x="181690" y="9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04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408836" y="3626919"/>
                <a:ext cx="293073" cy="293132"/>
                <a:chOff x="8408836" y="3626919"/>
                <a:chExt cx="293073" cy="293132"/>
              </a:xfrm>
              <a:solidFill>
                <a:srgbClr val="FC0606"/>
              </a:solidFill>
            </p:grpSpPr>
            <p:sp>
              <p:nvSpPr>
                <p:cNvPr id="2205" name="Forme libre : forme 2204">
                  <a:extLst>
                    <a:ext uri="{FF2B5EF4-FFF2-40B4-BE49-F238E27FC236}">
                      <a16:creationId xmlns:a16="http://schemas.microsoft.com/office/drawing/2014/main" id="{93B996B7-EF3D-4806-A49C-23C06A59C942}"/>
                    </a:ext>
                  </a:extLst>
                </p:cNvPr>
                <p:cNvSpPr/>
                <p:nvPr/>
              </p:nvSpPr>
              <p:spPr>
                <a:xfrm>
                  <a:off x="8408836" y="3626919"/>
                  <a:ext cx="195405" cy="39856"/>
                </a:xfrm>
                <a:custGeom>
                  <a:avLst/>
                  <a:gdLst>
                    <a:gd name="connsiteX0" fmla="*/ 195406 w 195405"/>
                    <a:gd name="connsiteY0" fmla="*/ 25952 h 39856"/>
                    <a:gd name="connsiteX1" fmla="*/ 0 w 195405"/>
                    <a:gd name="connsiteY1" fmla="*/ 26046 h 39856"/>
                    <a:gd name="connsiteX2" fmla="*/ 13716 w 195405"/>
                    <a:gd name="connsiteY2" fmla="*/ 39762 h 39856"/>
                    <a:gd name="connsiteX3" fmla="*/ 181502 w 195405"/>
                    <a:gd name="connsiteY3" fmla="*/ 39856 h 39856"/>
                    <a:gd name="connsiteX4" fmla="*/ 195406 w 195405"/>
                    <a:gd name="connsiteY4" fmla="*/ 25952 h 39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5405" h="39856">
                      <a:moveTo>
                        <a:pt x="195406" y="25952"/>
                      </a:moveTo>
                      <a:cubicBezTo>
                        <a:pt x="135187" y="-8713"/>
                        <a:pt x="60313" y="-8619"/>
                        <a:pt x="0" y="26046"/>
                      </a:cubicBezTo>
                      <a:lnTo>
                        <a:pt x="13716" y="39762"/>
                      </a:lnTo>
                      <a:cubicBezTo>
                        <a:pt x="65950" y="11673"/>
                        <a:pt x="129363" y="11767"/>
                        <a:pt x="181502" y="39856"/>
                      </a:cubicBezTo>
                      <a:lnTo>
                        <a:pt x="195406" y="25952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6" name="Forme libre : forme 2205">
                  <a:extLst>
                    <a:ext uri="{FF2B5EF4-FFF2-40B4-BE49-F238E27FC236}">
                      <a16:creationId xmlns:a16="http://schemas.microsoft.com/office/drawing/2014/main" id="{D44843F1-DBBB-4150-849A-E7911C1F2166}"/>
                    </a:ext>
                  </a:extLst>
                </p:cNvPr>
                <p:cNvSpPr/>
                <p:nvPr/>
              </p:nvSpPr>
              <p:spPr>
                <a:xfrm>
                  <a:off x="8662019" y="3724645"/>
                  <a:ext cx="39891" cy="195405"/>
                </a:xfrm>
                <a:custGeom>
                  <a:avLst/>
                  <a:gdLst>
                    <a:gd name="connsiteX0" fmla="*/ 13904 w 39891"/>
                    <a:gd name="connsiteY0" fmla="*/ 0 h 195405"/>
                    <a:gd name="connsiteX1" fmla="*/ 0 w 39891"/>
                    <a:gd name="connsiteY1" fmla="*/ 13904 h 195405"/>
                    <a:gd name="connsiteX2" fmla="*/ 94 w 39891"/>
                    <a:gd name="connsiteY2" fmla="*/ 181690 h 195405"/>
                    <a:gd name="connsiteX3" fmla="*/ 13810 w 39891"/>
                    <a:gd name="connsiteY3" fmla="*/ 195406 h 195405"/>
                    <a:gd name="connsiteX4" fmla="*/ 13904 w 39891"/>
                    <a:gd name="connsiteY4" fmla="*/ 0 h 195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891" h="195405">
                      <a:moveTo>
                        <a:pt x="13904" y="0"/>
                      </a:moveTo>
                      <a:lnTo>
                        <a:pt x="0" y="13904"/>
                      </a:lnTo>
                      <a:cubicBezTo>
                        <a:pt x="28090" y="66138"/>
                        <a:pt x="28184" y="129551"/>
                        <a:pt x="94" y="181690"/>
                      </a:cubicBezTo>
                      <a:lnTo>
                        <a:pt x="13810" y="195406"/>
                      </a:lnTo>
                      <a:cubicBezTo>
                        <a:pt x="48570" y="135093"/>
                        <a:pt x="48570" y="60219"/>
                        <a:pt x="13904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07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262575" y="3689416"/>
                <a:ext cx="376896" cy="376966"/>
                <a:chOff x="8262575" y="3689416"/>
                <a:chExt cx="376896" cy="376966"/>
              </a:xfrm>
              <a:solidFill>
                <a:srgbClr val="FC0606"/>
              </a:solidFill>
            </p:grpSpPr>
            <p:sp>
              <p:nvSpPr>
                <p:cNvPr id="2208" name="Forme libre : forme 2207">
                  <a:extLst>
                    <a:ext uri="{FF2B5EF4-FFF2-40B4-BE49-F238E27FC236}">
                      <a16:creationId xmlns:a16="http://schemas.microsoft.com/office/drawing/2014/main" id="{26C2E218-9111-4973-B81A-263F4A4AAB8F}"/>
                    </a:ext>
                  </a:extLst>
                </p:cNvPr>
                <p:cNvSpPr/>
                <p:nvPr/>
              </p:nvSpPr>
              <p:spPr>
                <a:xfrm>
                  <a:off x="8262575" y="3689416"/>
                  <a:ext cx="52879" cy="265864"/>
                </a:xfrm>
                <a:custGeom>
                  <a:avLst/>
                  <a:gdLst>
                    <a:gd name="connsiteX0" fmla="*/ 52880 w 52879"/>
                    <a:gd name="connsiteY0" fmla="*/ 252243 h 265864"/>
                    <a:gd name="connsiteX1" fmla="*/ 52786 w 52879"/>
                    <a:gd name="connsiteY1" fmla="*/ 13622 h 265864"/>
                    <a:gd name="connsiteX2" fmla="*/ 39163 w 52879"/>
                    <a:gd name="connsiteY2" fmla="*/ 0 h 265864"/>
                    <a:gd name="connsiteX3" fmla="*/ 39257 w 52879"/>
                    <a:gd name="connsiteY3" fmla="*/ 265865 h 265864"/>
                    <a:gd name="connsiteX4" fmla="*/ 52880 w 52879"/>
                    <a:gd name="connsiteY4" fmla="*/ 252243 h 265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79" h="265864">
                      <a:moveTo>
                        <a:pt x="52880" y="252243"/>
                      </a:moveTo>
                      <a:cubicBezTo>
                        <a:pt x="7504" y="179529"/>
                        <a:pt x="7316" y="86336"/>
                        <a:pt x="52786" y="13622"/>
                      </a:cubicBezTo>
                      <a:lnTo>
                        <a:pt x="39163" y="0"/>
                      </a:lnTo>
                      <a:cubicBezTo>
                        <a:pt x="-13164" y="80511"/>
                        <a:pt x="-12976" y="185354"/>
                        <a:pt x="39257" y="265865"/>
                      </a:cubicBezTo>
                      <a:lnTo>
                        <a:pt x="52880" y="252243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9" name="Forme libre : forme 2208">
                  <a:extLst>
                    <a:ext uri="{FF2B5EF4-FFF2-40B4-BE49-F238E27FC236}">
                      <a16:creationId xmlns:a16="http://schemas.microsoft.com/office/drawing/2014/main" id="{6A7C58F9-7E9A-4996-882B-59B7308A83C2}"/>
                    </a:ext>
                  </a:extLst>
                </p:cNvPr>
                <p:cNvSpPr/>
                <p:nvPr/>
              </p:nvSpPr>
              <p:spPr>
                <a:xfrm>
                  <a:off x="8373607" y="4013433"/>
                  <a:ext cx="265864" cy="52950"/>
                </a:xfrm>
                <a:custGeom>
                  <a:avLst/>
                  <a:gdLst>
                    <a:gd name="connsiteX0" fmla="*/ 252243 w 265864"/>
                    <a:gd name="connsiteY0" fmla="*/ 94 h 52950"/>
                    <a:gd name="connsiteX1" fmla="*/ 13622 w 265864"/>
                    <a:gd name="connsiteY1" fmla="*/ 0 h 52950"/>
                    <a:gd name="connsiteX2" fmla="*/ 0 w 265864"/>
                    <a:gd name="connsiteY2" fmla="*/ 13622 h 52950"/>
                    <a:gd name="connsiteX3" fmla="*/ 265865 w 265864"/>
                    <a:gd name="connsiteY3" fmla="*/ 13716 h 52950"/>
                    <a:gd name="connsiteX4" fmla="*/ 252243 w 265864"/>
                    <a:gd name="connsiteY4" fmla="*/ 94 h 5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5864" h="52950">
                      <a:moveTo>
                        <a:pt x="252243" y="94"/>
                      </a:moveTo>
                      <a:cubicBezTo>
                        <a:pt x="179529" y="45563"/>
                        <a:pt x="86336" y="45376"/>
                        <a:pt x="13622" y="0"/>
                      </a:cubicBezTo>
                      <a:lnTo>
                        <a:pt x="0" y="13622"/>
                      </a:lnTo>
                      <a:cubicBezTo>
                        <a:pt x="80511" y="65950"/>
                        <a:pt x="185354" y="66138"/>
                        <a:pt x="265865" y="13716"/>
                      </a:cubicBezTo>
                      <a:lnTo>
                        <a:pt x="252243" y="9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10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373513" y="3578502"/>
                <a:ext cx="376873" cy="376872"/>
                <a:chOff x="8373513" y="3578502"/>
                <a:chExt cx="376873" cy="376872"/>
              </a:xfrm>
              <a:solidFill>
                <a:srgbClr val="FC0606"/>
              </a:solidFill>
            </p:grpSpPr>
            <p:sp>
              <p:nvSpPr>
                <p:cNvPr id="2211" name="Forme libre : forme 2210">
                  <a:extLst>
                    <a:ext uri="{FF2B5EF4-FFF2-40B4-BE49-F238E27FC236}">
                      <a16:creationId xmlns:a16="http://schemas.microsoft.com/office/drawing/2014/main" id="{0D6E4CA3-F98B-4C90-9ACC-4F949C54743B}"/>
                    </a:ext>
                  </a:extLst>
                </p:cNvPr>
                <p:cNvSpPr/>
                <p:nvPr/>
              </p:nvSpPr>
              <p:spPr>
                <a:xfrm>
                  <a:off x="8697436" y="3689510"/>
                  <a:ext cx="52950" cy="265864"/>
                </a:xfrm>
                <a:custGeom>
                  <a:avLst/>
                  <a:gdLst>
                    <a:gd name="connsiteX0" fmla="*/ 13622 w 52950"/>
                    <a:gd name="connsiteY0" fmla="*/ 0 h 265864"/>
                    <a:gd name="connsiteX1" fmla="*/ 0 w 52950"/>
                    <a:gd name="connsiteY1" fmla="*/ 13622 h 265864"/>
                    <a:gd name="connsiteX2" fmla="*/ 94 w 52950"/>
                    <a:gd name="connsiteY2" fmla="*/ 252243 h 265864"/>
                    <a:gd name="connsiteX3" fmla="*/ 13716 w 52950"/>
                    <a:gd name="connsiteY3" fmla="*/ 265865 h 265864"/>
                    <a:gd name="connsiteX4" fmla="*/ 13622 w 52950"/>
                    <a:gd name="connsiteY4" fmla="*/ 0 h 265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950" h="265864">
                      <a:moveTo>
                        <a:pt x="13622" y="0"/>
                      </a:moveTo>
                      <a:lnTo>
                        <a:pt x="0" y="13622"/>
                      </a:lnTo>
                      <a:cubicBezTo>
                        <a:pt x="45376" y="86336"/>
                        <a:pt x="45564" y="179529"/>
                        <a:pt x="94" y="252243"/>
                      </a:cubicBezTo>
                      <a:lnTo>
                        <a:pt x="13716" y="265865"/>
                      </a:lnTo>
                      <a:cubicBezTo>
                        <a:pt x="66138" y="185354"/>
                        <a:pt x="65950" y="80605"/>
                        <a:pt x="13622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2" name="Forme libre : forme 2211">
                  <a:extLst>
                    <a:ext uri="{FF2B5EF4-FFF2-40B4-BE49-F238E27FC236}">
                      <a16:creationId xmlns:a16="http://schemas.microsoft.com/office/drawing/2014/main" id="{F2C545FC-E66E-481A-BD1F-FB01866746F8}"/>
                    </a:ext>
                  </a:extLst>
                </p:cNvPr>
                <p:cNvSpPr/>
                <p:nvPr/>
              </p:nvSpPr>
              <p:spPr>
                <a:xfrm>
                  <a:off x="8373513" y="3578502"/>
                  <a:ext cx="265864" cy="52949"/>
                </a:xfrm>
                <a:custGeom>
                  <a:avLst/>
                  <a:gdLst>
                    <a:gd name="connsiteX0" fmla="*/ 265865 w 265864"/>
                    <a:gd name="connsiteY0" fmla="*/ 39328 h 52949"/>
                    <a:gd name="connsiteX1" fmla="*/ 0 w 265864"/>
                    <a:gd name="connsiteY1" fmla="*/ 39234 h 52949"/>
                    <a:gd name="connsiteX2" fmla="*/ 13622 w 265864"/>
                    <a:gd name="connsiteY2" fmla="*/ 52856 h 52949"/>
                    <a:gd name="connsiteX3" fmla="*/ 252243 w 265864"/>
                    <a:gd name="connsiteY3" fmla="*/ 52950 h 52949"/>
                    <a:gd name="connsiteX4" fmla="*/ 265865 w 265864"/>
                    <a:gd name="connsiteY4" fmla="*/ 39328 h 5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5864" h="52949">
                      <a:moveTo>
                        <a:pt x="265865" y="39328"/>
                      </a:moveTo>
                      <a:cubicBezTo>
                        <a:pt x="185354" y="-13000"/>
                        <a:pt x="80511" y="-13187"/>
                        <a:pt x="0" y="39234"/>
                      </a:cubicBezTo>
                      <a:lnTo>
                        <a:pt x="13622" y="52856"/>
                      </a:lnTo>
                      <a:cubicBezTo>
                        <a:pt x="86336" y="7387"/>
                        <a:pt x="179529" y="7574"/>
                        <a:pt x="252243" y="52950"/>
                      </a:cubicBezTo>
                      <a:lnTo>
                        <a:pt x="265865" y="39328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13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7947606" y="4448947"/>
              <a:ext cx="327228" cy="327176"/>
              <a:chOff x="8609574" y="3986036"/>
              <a:chExt cx="439100" cy="439029"/>
            </a:xfrm>
            <a:solidFill>
              <a:srgbClr val="FC0606"/>
            </a:solidFill>
          </p:grpSpPr>
          <p:sp>
            <p:nvSpPr>
              <p:cNvPr id="2214" name="Forme libre : forme 2213">
                <a:extLst>
                  <a:ext uri="{FF2B5EF4-FFF2-40B4-BE49-F238E27FC236}">
                    <a16:creationId xmlns:a16="http://schemas.microsoft.com/office/drawing/2014/main" id="{2CE2ADAC-AD4D-4FEB-84ED-1104F5F74F2B}"/>
                  </a:ext>
                </a:extLst>
              </p:cNvPr>
              <p:cNvSpPr/>
              <p:nvPr/>
            </p:nvSpPr>
            <p:spPr>
              <a:xfrm>
                <a:off x="8744691" y="4121094"/>
                <a:ext cx="168913" cy="168913"/>
              </a:xfrm>
              <a:custGeom>
                <a:avLst/>
                <a:gdLst>
                  <a:gd name="connsiteX0" fmla="*/ 168913 w 168913"/>
                  <a:gd name="connsiteY0" fmla="*/ 84457 h 168913"/>
                  <a:gd name="connsiteX1" fmla="*/ 84457 w 168913"/>
                  <a:gd name="connsiteY1" fmla="*/ 168913 h 168913"/>
                  <a:gd name="connsiteX2" fmla="*/ 0 w 168913"/>
                  <a:gd name="connsiteY2" fmla="*/ 84457 h 168913"/>
                  <a:gd name="connsiteX3" fmla="*/ 84457 w 168913"/>
                  <a:gd name="connsiteY3" fmla="*/ 0 h 168913"/>
                  <a:gd name="connsiteX4" fmla="*/ 168913 w 168913"/>
                  <a:gd name="connsiteY4" fmla="*/ 84457 h 168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913" h="168913">
                    <a:moveTo>
                      <a:pt x="168913" y="84457"/>
                    </a:moveTo>
                    <a:cubicBezTo>
                      <a:pt x="168913" y="131101"/>
                      <a:pt x="131101" y="168913"/>
                      <a:pt x="84457" y="168913"/>
                    </a:cubicBezTo>
                    <a:cubicBezTo>
                      <a:pt x="37813" y="168913"/>
                      <a:pt x="0" y="131101"/>
                      <a:pt x="0" y="84457"/>
                    </a:cubicBezTo>
                    <a:cubicBezTo>
                      <a:pt x="0" y="37813"/>
                      <a:pt x="37813" y="0"/>
                      <a:pt x="84457" y="0"/>
                    </a:cubicBezTo>
                    <a:cubicBezTo>
                      <a:pt x="131101" y="0"/>
                      <a:pt x="168913" y="37813"/>
                      <a:pt x="168913" y="84457"/>
                    </a:cubicBezTo>
                    <a:close/>
                  </a:path>
                </a:pathLst>
              </a:custGeom>
              <a:solidFill>
                <a:srgbClr val="FC0606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215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703883" y="4155290"/>
                <a:ext cx="175525" cy="175583"/>
                <a:chOff x="8703883" y="4155290"/>
                <a:chExt cx="175525" cy="175583"/>
              </a:xfrm>
              <a:solidFill>
                <a:srgbClr val="FC0606"/>
              </a:solidFill>
            </p:grpSpPr>
            <p:sp>
              <p:nvSpPr>
                <p:cNvPr id="2216" name="Forme libre : forme 2215">
                  <a:extLst>
                    <a:ext uri="{FF2B5EF4-FFF2-40B4-BE49-F238E27FC236}">
                      <a16:creationId xmlns:a16="http://schemas.microsoft.com/office/drawing/2014/main" id="{470D4A31-15E4-4DF7-8643-372D35377308}"/>
                    </a:ext>
                  </a:extLst>
                </p:cNvPr>
                <p:cNvSpPr/>
                <p:nvPr/>
              </p:nvSpPr>
              <p:spPr>
                <a:xfrm>
                  <a:off x="8703883" y="4155290"/>
                  <a:ext cx="23427" cy="100521"/>
                </a:xfrm>
                <a:custGeom>
                  <a:avLst/>
                  <a:gdLst>
                    <a:gd name="connsiteX0" fmla="*/ 23334 w 23427"/>
                    <a:gd name="connsiteY0" fmla="*/ 87557 h 100521"/>
                    <a:gd name="connsiteX1" fmla="*/ 23428 w 23427"/>
                    <a:gd name="connsiteY1" fmla="*/ 12964 h 100521"/>
                    <a:gd name="connsiteX2" fmla="*/ 10464 w 23427"/>
                    <a:gd name="connsiteY2" fmla="*/ 0 h 100521"/>
                    <a:gd name="connsiteX3" fmla="*/ 10464 w 23427"/>
                    <a:gd name="connsiteY3" fmla="*/ 100521 h 100521"/>
                    <a:gd name="connsiteX4" fmla="*/ 23334 w 23427"/>
                    <a:gd name="connsiteY4" fmla="*/ 87557 h 100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27" h="100521">
                      <a:moveTo>
                        <a:pt x="23334" y="87557"/>
                      </a:moveTo>
                      <a:cubicBezTo>
                        <a:pt x="14597" y="63507"/>
                        <a:pt x="14691" y="37014"/>
                        <a:pt x="23428" y="12964"/>
                      </a:cubicBezTo>
                      <a:lnTo>
                        <a:pt x="10464" y="0"/>
                      </a:lnTo>
                      <a:cubicBezTo>
                        <a:pt x="-3441" y="31941"/>
                        <a:pt x="-3535" y="68580"/>
                        <a:pt x="10464" y="100521"/>
                      </a:cubicBezTo>
                      <a:lnTo>
                        <a:pt x="23334" y="87557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7" name="Forme libre : forme 2216">
                  <a:extLst>
                    <a:ext uri="{FF2B5EF4-FFF2-40B4-BE49-F238E27FC236}">
                      <a16:creationId xmlns:a16="http://schemas.microsoft.com/office/drawing/2014/main" id="{4A3222E8-C1AE-4883-A436-AF72CB4DA55E}"/>
                    </a:ext>
                  </a:extLst>
                </p:cNvPr>
                <p:cNvSpPr/>
                <p:nvPr/>
              </p:nvSpPr>
              <p:spPr>
                <a:xfrm>
                  <a:off x="8778887" y="4307387"/>
                  <a:ext cx="100521" cy="23486"/>
                </a:xfrm>
                <a:custGeom>
                  <a:avLst/>
                  <a:gdLst>
                    <a:gd name="connsiteX0" fmla="*/ 87557 w 100521"/>
                    <a:gd name="connsiteY0" fmla="*/ 0 h 23486"/>
                    <a:gd name="connsiteX1" fmla="*/ 12964 w 100521"/>
                    <a:gd name="connsiteY1" fmla="*/ 94 h 23486"/>
                    <a:gd name="connsiteX2" fmla="*/ 0 w 100521"/>
                    <a:gd name="connsiteY2" fmla="*/ 13059 h 23486"/>
                    <a:gd name="connsiteX3" fmla="*/ 100521 w 100521"/>
                    <a:gd name="connsiteY3" fmla="*/ 13059 h 23486"/>
                    <a:gd name="connsiteX4" fmla="*/ 87557 w 100521"/>
                    <a:gd name="connsiteY4" fmla="*/ 0 h 23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521" h="23486">
                      <a:moveTo>
                        <a:pt x="87557" y="0"/>
                      </a:moveTo>
                      <a:cubicBezTo>
                        <a:pt x="63507" y="8737"/>
                        <a:pt x="37014" y="8831"/>
                        <a:pt x="12964" y="94"/>
                      </a:cubicBezTo>
                      <a:lnTo>
                        <a:pt x="0" y="13059"/>
                      </a:lnTo>
                      <a:cubicBezTo>
                        <a:pt x="31941" y="26962"/>
                        <a:pt x="68580" y="26962"/>
                        <a:pt x="100521" y="13059"/>
                      </a:cubicBezTo>
                      <a:lnTo>
                        <a:pt x="87557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18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778887" y="4080228"/>
                <a:ext cx="175571" cy="175583"/>
                <a:chOff x="8778887" y="4080228"/>
                <a:chExt cx="175571" cy="175583"/>
              </a:xfrm>
              <a:solidFill>
                <a:srgbClr val="FC0606"/>
              </a:solidFill>
            </p:grpSpPr>
            <p:sp>
              <p:nvSpPr>
                <p:cNvPr id="2219" name="Forme libre : forme 2218">
                  <a:extLst>
                    <a:ext uri="{FF2B5EF4-FFF2-40B4-BE49-F238E27FC236}">
                      <a16:creationId xmlns:a16="http://schemas.microsoft.com/office/drawing/2014/main" id="{30C23B4A-2EBA-4252-B4F6-1C634169A1BC}"/>
                    </a:ext>
                  </a:extLst>
                </p:cNvPr>
                <p:cNvSpPr/>
                <p:nvPr/>
              </p:nvSpPr>
              <p:spPr>
                <a:xfrm>
                  <a:off x="8778887" y="4080228"/>
                  <a:ext cx="100521" cy="23392"/>
                </a:xfrm>
                <a:custGeom>
                  <a:avLst/>
                  <a:gdLst>
                    <a:gd name="connsiteX0" fmla="*/ 100521 w 100521"/>
                    <a:gd name="connsiteY0" fmla="*/ 10428 h 23392"/>
                    <a:gd name="connsiteX1" fmla="*/ 0 w 100521"/>
                    <a:gd name="connsiteY1" fmla="*/ 10428 h 23392"/>
                    <a:gd name="connsiteX2" fmla="*/ 12964 w 100521"/>
                    <a:gd name="connsiteY2" fmla="*/ 23392 h 23392"/>
                    <a:gd name="connsiteX3" fmla="*/ 87557 w 100521"/>
                    <a:gd name="connsiteY3" fmla="*/ 23298 h 23392"/>
                    <a:gd name="connsiteX4" fmla="*/ 100521 w 100521"/>
                    <a:gd name="connsiteY4" fmla="*/ 10428 h 23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521" h="23392">
                      <a:moveTo>
                        <a:pt x="100521" y="10428"/>
                      </a:moveTo>
                      <a:cubicBezTo>
                        <a:pt x="68580" y="-3476"/>
                        <a:pt x="31941" y="-3476"/>
                        <a:pt x="0" y="10428"/>
                      </a:cubicBezTo>
                      <a:lnTo>
                        <a:pt x="12964" y="23392"/>
                      </a:lnTo>
                      <a:cubicBezTo>
                        <a:pt x="37014" y="14655"/>
                        <a:pt x="63507" y="14561"/>
                        <a:pt x="87557" y="23298"/>
                      </a:cubicBezTo>
                      <a:lnTo>
                        <a:pt x="100521" y="10428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0" name="Forme libre : forme 2219">
                  <a:extLst>
                    <a:ext uri="{FF2B5EF4-FFF2-40B4-BE49-F238E27FC236}">
                      <a16:creationId xmlns:a16="http://schemas.microsoft.com/office/drawing/2014/main" id="{B7929F75-4A79-4864-8584-19C8FC2DE426}"/>
                    </a:ext>
                  </a:extLst>
                </p:cNvPr>
                <p:cNvSpPr/>
                <p:nvPr/>
              </p:nvSpPr>
              <p:spPr>
                <a:xfrm>
                  <a:off x="8930984" y="4155290"/>
                  <a:ext cx="23474" cy="100521"/>
                </a:xfrm>
                <a:custGeom>
                  <a:avLst/>
                  <a:gdLst>
                    <a:gd name="connsiteX0" fmla="*/ 13058 w 23474"/>
                    <a:gd name="connsiteY0" fmla="*/ 0 h 100521"/>
                    <a:gd name="connsiteX1" fmla="*/ 94 w 23474"/>
                    <a:gd name="connsiteY1" fmla="*/ 12964 h 100521"/>
                    <a:gd name="connsiteX2" fmla="*/ 0 w 23474"/>
                    <a:gd name="connsiteY2" fmla="*/ 87557 h 100521"/>
                    <a:gd name="connsiteX3" fmla="*/ 12964 w 23474"/>
                    <a:gd name="connsiteY3" fmla="*/ 100521 h 100521"/>
                    <a:gd name="connsiteX4" fmla="*/ 13058 w 23474"/>
                    <a:gd name="connsiteY4" fmla="*/ 0 h 100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74" h="100521">
                      <a:moveTo>
                        <a:pt x="13058" y="0"/>
                      </a:moveTo>
                      <a:lnTo>
                        <a:pt x="94" y="12964"/>
                      </a:lnTo>
                      <a:cubicBezTo>
                        <a:pt x="8831" y="37014"/>
                        <a:pt x="8737" y="63507"/>
                        <a:pt x="0" y="87557"/>
                      </a:cubicBezTo>
                      <a:lnTo>
                        <a:pt x="12964" y="100521"/>
                      </a:lnTo>
                      <a:cubicBezTo>
                        <a:pt x="26962" y="68580"/>
                        <a:pt x="26962" y="31941"/>
                        <a:pt x="13058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21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653294" y="4117712"/>
                <a:ext cx="263692" cy="263880"/>
                <a:chOff x="8653294" y="4117712"/>
                <a:chExt cx="263692" cy="263880"/>
              </a:xfrm>
              <a:solidFill>
                <a:srgbClr val="FC0606"/>
              </a:solidFill>
            </p:grpSpPr>
            <p:sp>
              <p:nvSpPr>
                <p:cNvPr id="2222" name="Forme libre : forme 2221">
                  <a:extLst>
                    <a:ext uri="{FF2B5EF4-FFF2-40B4-BE49-F238E27FC236}">
                      <a16:creationId xmlns:a16="http://schemas.microsoft.com/office/drawing/2014/main" id="{7BF128BC-E8B2-42DA-BF69-9BB05E03992A}"/>
                    </a:ext>
                  </a:extLst>
                </p:cNvPr>
                <p:cNvSpPr/>
                <p:nvPr/>
              </p:nvSpPr>
              <p:spPr>
                <a:xfrm>
                  <a:off x="8653294" y="4117712"/>
                  <a:ext cx="35781" cy="175865"/>
                </a:xfrm>
                <a:custGeom>
                  <a:avLst/>
                  <a:gdLst>
                    <a:gd name="connsiteX0" fmla="*/ 35782 w 35781"/>
                    <a:gd name="connsiteY0" fmla="*/ 163371 h 175865"/>
                    <a:gd name="connsiteX1" fmla="*/ 35782 w 35781"/>
                    <a:gd name="connsiteY1" fmla="*/ 12307 h 175865"/>
                    <a:gd name="connsiteX2" fmla="*/ 23475 w 35781"/>
                    <a:gd name="connsiteY2" fmla="*/ 0 h 175865"/>
                    <a:gd name="connsiteX3" fmla="*/ 23381 w 35781"/>
                    <a:gd name="connsiteY3" fmla="*/ 175865 h 175865"/>
                    <a:gd name="connsiteX4" fmla="*/ 35782 w 35781"/>
                    <a:gd name="connsiteY4" fmla="*/ 163371 h 175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781" h="175865">
                      <a:moveTo>
                        <a:pt x="35782" y="163371"/>
                      </a:moveTo>
                      <a:cubicBezTo>
                        <a:pt x="10510" y="116398"/>
                        <a:pt x="10416" y="59279"/>
                        <a:pt x="35782" y="12307"/>
                      </a:cubicBezTo>
                      <a:lnTo>
                        <a:pt x="23475" y="0"/>
                      </a:lnTo>
                      <a:cubicBezTo>
                        <a:pt x="-7809" y="54206"/>
                        <a:pt x="-7809" y="121659"/>
                        <a:pt x="23381" y="175865"/>
                      </a:cubicBezTo>
                      <a:lnTo>
                        <a:pt x="35782" y="163371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3" name="Forme libre : forme 2222">
                  <a:extLst>
                    <a:ext uri="{FF2B5EF4-FFF2-40B4-BE49-F238E27FC236}">
                      <a16:creationId xmlns:a16="http://schemas.microsoft.com/office/drawing/2014/main" id="{01BC9888-463D-4E66-B20D-AF84E7EBC51C}"/>
                    </a:ext>
                  </a:extLst>
                </p:cNvPr>
                <p:cNvSpPr/>
                <p:nvPr/>
              </p:nvSpPr>
              <p:spPr>
                <a:xfrm>
                  <a:off x="8741121" y="4345717"/>
                  <a:ext cx="175865" cy="35875"/>
                </a:xfrm>
                <a:custGeom>
                  <a:avLst/>
                  <a:gdLst>
                    <a:gd name="connsiteX0" fmla="*/ 163558 w 175865"/>
                    <a:gd name="connsiteY0" fmla="*/ 0 h 35875"/>
                    <a:gd name="connsiteX1" fmla="*/ 12495 w 175865"/>
                    <a:gd name="connsiteY1" fmla="*/ 0 h 35875"/>
                    <a:gd name="connsiteX2" fmla="*/ 0 w 175865"/>
                    <a:gd name="connsiteY2" fmla="*/ 12495 h 35875"/>
                    <a:gd name="connsiteX3" fmla="*/ 175866 w 175865"/>
                    <a:gd name="connsiteY3" fmla="*/ 12401 h 35875"/>
                    <a:gd name="connsiteX4" fmla="*/ 163558 w 175865"/>
                    <a:gd name="connsiteY4" fmla="*/ 0 h 35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865" h="35875">
                      <a:moveTo>
                        <a:pt x="163558" y="0"/>
                      </a:moveTo>
                      <a:cubicBezTo>
                        <a:pt x="116586" y="25271"/>
                        <a:pt x="59467" y="25271"/>
                        <a:pt x="12495" y="0"/>
                      </a:cubicBezTo>
                      <a:lnTo>
                        <a:pt x="0" y="12495"/>
                      </a:lnTo>
                      <a:cubicBezTo>
                        <a:pt x="54207" y="43685"/>
                        <a:pt x="121565" y="43685"/>
                        <a:pt x="175866" y="12401"/>
                      </a:cubicBezTo>
                      <a:lnTo>
                        <a:pt x="163558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24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741215" y="4029603"/>
                <a:ext cx="263833" cy="263880"/>
                <a:chOff x="8741215" y="4029603"/>
                <a:chExt cx="263833" cy="263880"/>
              </a:xfrm>
              <a:solidFill>
                <a:srgbClr val="FC0606"/>
              </a:solidFill>
            </p:grpSpPr>
            <p:sp>
              <p:nvSpPr>
                <p:cNvPr id="2225" name="Forme libre : forme 2224">
                  <a:extLst>
                    <a:ext uri="{FF2B5EF4-FFF2-40B4-BE49-F238E27FC236}">
                      <a16:creationId xmlns:a16="http://schemas.microsoft.com/office/drawing/2014/main" id="{40FF64FA-B432-4435-966E-A589ED2E13DB}"/>
                    </a:ext>
                  </a:extLst>
                </p:cNvPr>
                <p:cNvSpPr/>
                <p:nvPr/>
              </p:nvSpPr>
              <p:spPr>
                <a:xfrm>
                  <a:off x="8741215" y="4029603"/>
                  <a:ext cx="175865" cy="35781"/>
                </a:xfrm>
                <a:custGeom>
                  <a:avLst/>
                  <a:gdLst>
                    <a:gd name="connsiteX0" fmla="*/ 175865 w 175865"/>
                    <a:gd name="connsiteY0" fmla="*/ 23381 h 35781"/>
                    <a:gd name="connsiteX1" fmla="*/ 0 w 175865"/>
                    <a:gd name="connsiteY1" fmla="*/ 23474 h 35781"/>
                    <a:gd name="connsiteX2" fmla="*/ 12307 w 175865"/>
                    <a:gd name="connsiteY2" fmla="*/ 35781 h 35781"/>
                    <a:gd name="connsiteX3" fmla="*/ 163371 w 175865"/>
                    <a:gd name="connsiteY3" fmla="*/ 35781 h 35781"/>
                    <a:gd name="connsiteX4" fmla="*/ 175865 w 175865"/>
                    <a:gd name="connsiteY4" fmla="*/ 23381 h 35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865" h="35781">
                      <a:moveTo>
                        <a:pt x="175865" y="23381"/>
                      </a:moveTo>
                      <a:cubicBezTo>
                        <a:pt x="121659" y="-7809"/>
                        <a:pt x="54300" y="-7809"/>
                        <a:pt x="0" y="23474"/>
                      </a:cubicBezTo>
                      <a:lnTo>
                        <a:pt x="12307" y="35781"/>
                      </a:lnTo>
                      <a:cubicBezTo>
                        <a:pt x="59279" y="10510"/>
                        <a:pt x="116398" y="10510"/>
                        <a:pt x="163371" y="35781"/>
                      </a:cubicBezTo>
                      <a:lnTo>
                        <a:pt x="175865" y="23381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6" name="Forme libre : forme 2225">
                  <a:extLst>
                    <a:ext uri="{FF2B5EF4-FFF2-40B4-BE49-F238E27FC236}">
                      <a16:creationId xmlns:a16="http://schemas.microsoft.com/office/drawing/2014/main" id="{3137EA33-DFAC-48D5-81A6-AE8E33F44343}"/>
                    </a:ext>
                  </a:extLst>
                </p:cNvPr>
                <p:cNvSpPr/>
                <p:nvPr/>
              </p:nvSpPr>
              <p:spPr>
                <a:xfrm>
                  <a:off x="8969220" y="4117618"/>
                  <a:ext cx="35828" cy="175865"/>
                </a:xfrm>
                <a:custGeom>
                  <a:avLst/>
                  <a:gdLst>
                    <a:gd name="connsiteX0" fmla="*/ 12494 w 35828"/>
                    <a:gd name="connsiteY0" fmla="*/ 0 h 175865"/>
                    <a:gd name="connsiteX1" fmla="*/ 0 w 35828"/>
                    <a:gd name="connsiteY1" fmla="*/ 12495 h 175865"/>
                    <a:gd name="connsiteX2" fmla="*/ 0 w 35828"/>
                    <a:gd name="connsiteY2" fmla="*/ 163559 h 175865"/>
                    <a:gd name="connsiteX3" fmla="*/ 12307 w 35828"/>
                    <a:gd name="connsiteY3" fmla="*/ 175865 h 175865"/>
                    <a:gd name="connsiteX4" fmla="*/ 12494 w 35828"/>
                    <a:gd name="connsiteY4" fmla="*/ 0 h 175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828" h="175865">
                      <a:moveTo>
                        <a:pt x="12494" y="0"/>
                      </a:moveTo>
                      <a:lnTo>
                        <a:pt x="0" y="12495"/>
                      </a:lnTo>
                      <a:cubicBezTo>
                        <a:pt x="25271" y="59467"/>
                        <a:pt x="25365" y="116586"/>
                        <a:pt x="0" y="163559"/>
                      </a:cubicBezTo>
                      <a:lnTo>
                        <a:pt x="12307" y="175865"/>
                      </a:lnTo>
                      <a:cubicBezTo>
                        <a:pt x="43590" y="121565"/>
                        <a:pt x="43684" y="54207"/>
                        <a:pt x="12494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27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609574" y="4085865"/>
                <a:ext cx="339353" cy="339200"/>
                <a:chOff x="8609574" y="4085865"/>
                <a:chExt cx="339353" cy="339200"/>
              </a:xfrm>
              <a:solidFill>
                <a:srgbClr val="FC0606"/>
              </a:solidFill>
            </p:grpSpPr>
            <p:sp>
              <p:nvSpPr>
                <p:cNvPr id="2228" name="Forme libre : forme 2227">
                  <a:extLst>
                    <a:ext uri="{FF2B5EF4-FFF2-40B4-BE49-F238E27FC236}">
                      <a16:creationId xmlns:a16="http://schemas.microsoft.com/office/drawing/2014/main" id="{4CBF9102-5CB1-405A-9A01-BA7F90F979C3}"/>
                    </a:ext>
                  </a:extLst>
                </p:cNvPr>
                <p:cNvSpPr/>
                <p:nvPr/>
              </p:nvSpPr>
              <p:spPr>
                <a:xfrm>
                  <a:off x="8609574" y="4085865"/>
                  <a:ext cx="47653" cy="239278"/>
                </a:xfrm>
                <a:custGeom>
                  <a:avLst/>
                  <a:gdLst>
                    <a:gd name="connsiteX0" fmla="*/ 47654 w 47653"/>
                    <a:gd name="connsiteY0" fmla="*/ 227065 h 239278"/>
                    <a:gd name="connsiteX1" fmla="*/ 47560 w 47653"/>
                    <a:gd name="connsiteY1" fmla="*/ 12307 h 239278"/>
                    <a:gd name="connsiteX2" fmla="*/ 35253 w 47653"/>
                    <a:gd name="connsiteY2" fmla="*/ 0 h 239278"/>
                    <a:gd name="connsiteX3" fmla="*/ 35347 w 47653"/>
                    <a:gd name="connsiteY3" fmla="*/ 239278 h 239278"/>
                    <a:gd name="connsiteX4" fmla="*/ 47654 w 47653"/>
                    <a:gd name="connsiteY4" fmla="*/ 227065 h 239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653" h="239278">
                      <a:moveTo>
                        <a:pt x="47654" y="227065"/>
                      </a:moveTo>
                      <a:cubicBezTo>
                        <a:pt x="6788" y="161586"/>
                        <a:pt x="6694" y="77787"/>
                        <a:pt x="47560" y="12307"/>
                      </a:cubicBezTo>
                      <a:lnTo>
                        <a:pt x="35253" y="0"/>
                      </a:lnTo>
                      <a:cubicBezTo>
                        <a:pt x="-11814" y="72526"/>
                        <a:pt x="-11720" y="166753"/>
                        <a:pt x="35347" y="239278"/>
                      </a:cubicBezTo>
                      <a:lnTo>
                        <a:pt x="47654" y="227065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9" name="Forme libre : forme 2228">
                  <a:extLst>
                    <a:ext uri="{FF2B5EF4-FFF2-40B4-BE49-F238E27FC236}">
                      <a16:creationId xmlns:a16="http://schemas.microsoft.com/office/drawing/2014/main" id="{116EC30E-E559-4A0E-B551-C515F3BE9D6E}"/>
                    </a:ext>
                  </a:extLst>
                </p:cNvPr>
                <p:cNvSpPr/>
                <p:nvPr/>
              </p:nvSpPr>
              <p:spPr>
                <a:xfrm>
                  <a:off x="8709649" y="4377470"/>
                  <a:ext cx="239278" cy="47595"/>
                </a:xfrm>
                <a:custGeom>
                  <a:avLst/>
                  <a:gdLst>
                    <a:gd name="connsiteX0" fmla="*/ 226971 w 239278"/>
                    <a:gd name="connsiteY0" fmla="*/ 94 h 47595"/>
                    <a:gd name="connsiteX1" fmla="*/ 12213 w 239278"/>
                    <a:gd name="connsiteY1" fmla="*/ 0 h 47595"/>
                    <a:gd name="connsiteX2" fmla="*/ 0 w 239278"/>
                    <a:gd name="connsiteY2" fmla="*/ 12213 h 47595"/>
                    <a:gd name="connsiteX3" fmla="*/ 239278 w 239278"/>
                    <a:gd name="connsiteY3" fmla="*/ 12307 h 47595"/>
                    <a:gd name="connsiteX4" fmla="*/ 226971 w 239278"/>
                    <a:gd name="connsiteY4" fmla="*/ 94 h 47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278" h="47595">
                      <a:moveTo>
                        <a:pt x="226971" y="94"/>
                      </a:moveTo>
                      <a:cubicBezTo>
                        <a:pt x="161492" y="40960"/>
                        <a:pt x="77692" y="40866"/>
                        <a:pt x="12213" y="0"/>
                      </a:cubicBezTo>
                      <a:lnTo>
                        <a:pt x="0" y="12213"/>
                      </a:lnTo>
                      <a:cubicBezTo>
                        <a:pt x="72525" y="59279"/>
                        <a:pt x="166846" y="59467"/>
                        <a:pt x="239278" y="12307"/>
                      </a:cubicBezTo>
                      <a:lnTo>
                        <a:pt x="226971" y="9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30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709461" y="3986036"/>
                <a:ext cx="339212" cy="339200"/>
                <a:chOff x="8709461" y="3986036"/>
                <a:chExt cx="339212" cy="339200"/>
              </a:xfrm>
              <a:solidFill>
                <a:srgbClr val="FC0606"/>
              </a:solidFill>
            </p:grpSpPr>
            <p:sp>
              <p:nvSpPr>
                <p:cNvPr id="2231" name="Forme libre : forme 2230">
                  <a:extLst>
                    <a:ext uri="{FF2B5EF4-FFF2-40B4-BE49-F238E27FC236}">
                      <a16:creationId xmlns:a16="http://schemas.microsoft.com/office/drawing/2014/main" id="{FE698ACE-9819-414E-87B4-6D8A55F602CC}"/>
                    </a:ext>
                  </a:extLst>
                </p:cNvPr>
                <p:cNvSpPr/>
                <p:nvPr/>
              </p:nvSpPr>
              <p:spPr>
                <a:xfrm>
                  <a:off x="9001067" y="4085958"/>
                  <a:ext cx="47606" cy="239278"/>
                </a:xfrm>
                <a:custGeom>
                  <a:avLst/>
                  <a:gdLst>
                    <a:gd name="connsiteX0" fmla="*/ 12213 w 47606"/>
                    <a:gd name="connsiteY0" fmla="*/ 0 h 239278"/>
                    <a:gd name="connsiteX1" fmla="*/ 0 w 47606"/>
                    <a:gd name="connsiteY1" fmla="*/ 12213 h 239278"/>
                    <a:gd name="connsiteX2" fmla="*/ 94 w 47606"/>
                    <a:gd name="connsiteY2" fmla="*/ 226972 h 239278"/>
                    <a:gd name="connsiteX3" fmla="*/ 12401 w 47606"/>
                    <a:gd name="connsiteY3" fmla="*/ 239278 h 239278"/>
                    <a:gd name="connsiteX4" fmla="*/ 12213 w 47606"/>
                    <a:gd name="connsiteY4" fmla="*/ 0 h 239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606" h="239278">
                      <a:moveTo>
                        <a:pt x="12213" y="0"/>
                      </a:moveTo>
                      <a:lnTo>
                        <a:pt x="0" y="12213"/>
                      </a:lnTo>
                      <a:cubicBezTo>
                        <a:pt x="40867" y="77693"/>
                        <a:pt x="40961" y="161492"/>
                        <a:pt x="94" y="226972"/>
                      </a:cubicBezTo>
                      <a:lnTo>
                        <a:pt x="12401" y="239278"/>
                      </a:lnTo>
                      <a:cubicBezTo>
                        <a:pt x="59467" y="166847"/>
                        <a:pt x="59279" y="72526"/>
                        <a:pt x="12213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32" name="Forme libre : forme 2231">
                  <a:extLst>
                    <a:ext uri="{FF2B5EF4-FFF2-40B4-BE49-F238E27FC236}">
                      <a16:creationId xmlns:a16="http://schemas.microsoft.com/office/drawing/2014/main" id="{6B6D70C6-85E4-4FCC-90B0-6A38AC94F3CD}"/>
                    </a:ext>
                  </a:extLst>
                </p:cNvPr>
                <p:cNvSpPr/>
                <p:nvPr/>
              </p:nvSpPr>
              <p:spPr>
                <a:xfrm>
                  <a:off x="8709461" y="3986036"/>
                  <a:ext cx="239278" cy="47689"/>
                </a:xfrm>
                <a:custGeom>
                  <a:avLst/>
                  <a:gdLst>
                    <a:gd name="connsiteX0" fmla="*/ 239278 w 239278"/>
                    <a:gd name="connsiteY0" fmla="*/ 35382 h 47689"/>
                    <a:gd name="connsiteX1" fmla="*/ 0 w 239278"/>
                    <a:gd name="connsiteY1" fmla="*/ 35288 h 47689"/>
                    <a:gd name="connsiteX2" fmla="*/ 12307 w 239278"/>
                    <a:gd name="connsiteY2" fmla="*/ 47595 h 47689"/>
                    <a:gd name="connsiteX3" fmla="*/ 227065 w 239278"/>
                    <a:gd name="connsiteY3" fmla="*/ 47689 h 47689"/>
                    <a:gd name="connsiteX4" fmla="*/ 239278 w 239278"/>
                    <a:gd name="connsiteY4" fmla="*/ 35382 h 47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278" h="47689">
                      <a:moveTo>
                        <a:pt x="239278" y="35382"/>
                      </a:moveTo>
                      <a:cubicBezTo>
                        <a:pt x="166753" y="-11684"/>
                        <a:pt x="72432" y="-11872"/>
                        <a:pt x="0" y="35288"/>
                      </a:cubicBezTo>
                      <a:lnTo>
                        <a:pt x="12307" y="47595"/>
                      </a:lnTo>
                      <a:cubicBezTo>
                        <a:pt x="77786" y="6729"/>
                        <a:pt x="161586" y="6823"/>
                        <a:pt x="227065" y="47689"/>
                      </a:cubicBezTo>
                      <a:lnTo>
                        <a:pt x="239278" y="35382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33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7319105" y="4311219"/>
              <a:ext cx="310845" cy="310898"/>
              <a:chOff x="7766204" y="3801222"/>
              <a:chExt cx="417116" cy="417187"/>
            </a:xfrm>
            <a:solidFill>
              <a:srgbClr val="FC0606"/>
            </a:solidFill>
          </p:grpSpPr>
          <p:sp>
            <p:nvSpPr>
              <p:cNvPr id="2234" name="Forme libre : forme 2233">
                <a:extLst>
                  <a:ext uri="{FF2B5EF4-FFF2-40B4-BE49-F238E27FC236}">
                    <a16:creationId xmlns:a16="http://schemas.microsoft.com/office/drawing/2014/main" id="{7475BD28-31FE-4077-9FA7-DE1B8A7A118C}"/>
                  </a:ext>
                </a:extLst>
              </p:cNvPr>
              <p:cNvSpPr/>
              <p:nvPr/>
            </p:nvSpPr>
            <p:spPr>
              <a:xfrm>
                <a:off x="7894486" y="3929633"/>
                <a:ext cx="160458" cy="160458"/>
              </a:xfrm>
              <a:custGeom>
                <a:avLst/>
                <a:gdLst>
                  <a:gd name="connsiteX0" fmla="*/ 160459 w 160458"/>
                  <a:gd name="connsiteY0" fmla="*/ 80229 h 160458"/>
                  <a:gd name="connsiteX1" fmla="*/ 80230 w 160458"/>
                  <a:gd name="connsiteY1" fmla="*/ 160458 h 160458"/>
                  <a:gd name="connsiteX2" fmla="*/ 1 w 160458"/>
                  <a:gd name="connsiteY2" fmla="*/ 80229 h 160458"/>
                  <a:gd name="connsiteX3" fmla="*/ 80230 w 160458"/>
                  <a:gd name="connsiteY3" fmla="*/ 0 h 160458"/>
                  <a:gd name="connsiteX4" fmla="*/ 160459 w 160458"/>
                  <a:gd name="connsiteY4" fmla="*/ 80229 h 16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458" h="160458">
                    <a:moveTo>
                      <a:pt x="160459" y="80229"/>
                    </a:moveTo>
                    <a:cubicBezTo>
                      <a:pt x="160459" y="124539"/>
                      <a:pt x="124539" y="160458"/>
                      <a:pt x="80230" y="160458"/>
                    </a:cubicBezTo>
                    <a:cubicBezTo>
                      <a:pt x="35920" y="160458"/>
                      <a:pt x="1" y="124539"/>
                      <a:pt x="1" y="80229"/>
                    </a:cubicBezTo>
                    <a:cubicBezTo>
                      <a:pt x="1" y="35920"/>
                      <a:pt x="35920" y="0"/>
                      <a:pt x="80230" y="0"/>
                    </a:cubicBezTo>
                    <a:cubicBezTo>
                      <a:pt x="124539" y="0"/>
                      <a:pt x="160459" y="35920"/>
                      <a:pt x="160459" y="80229"/>
                    </a:cubicBezTo>
                    <a:close/>
                  </a:path>
                </a:pathLst>
              </a:custGeom>
              <a:solidFill>
                <a:srgbClr val="FC0606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235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7855804" y="3962139"/>
                <a:ext cx="166729" cy="166729"/>
                <a:chOff x="7855804" y="3962139"/>
                <a:chExt cx="166729" cy="166729"/>
              </a:xfrm>
              <a:solidFill>
                <a:srgbClr val="FC0606"/>
              </a:solidFill>
            </p:grpSpPr>
            <p:sp>
              <p:nvSpPr>
                <p:cNvPr id="2236" name="Forme libre : forme 2235">
                  <a:extLst>
                    <a:ext uri="{FF2B5EF4-FFF2-40B4-BE49-F238E27FC236}">
                      <a16:creationId xmlns:a16="http://schemas.microsoft.com/office/drawing/2014/main" id="{9D553193-39BB-463F-A87F-8E633B533862}"/>
                    </a:ext>
                  </a:extLst>
                </p:cNvPr>
                <p:cNvSpPr/>
                <p:nvPr/>
              </p:nvSpPr>
              <p:spPr>
                <a:xfrm>
                  <a:off x="7855804" y="3962139"/>
                  <a:ext cx="22241" cy="95542"/>
                </a:xfrm>
                <a:custGeom>
                  <a:avLst/>
                  <a:gdLst>
                    <a:gd name="connsiteX0" fmla="*/ 22148 w 22241"/>
                    <a:gd name="connsiteY0" fmla="*/ 83142 h 95542"/>
                    <a:gd name="connsiteX1" fmla="*/ 22242 w 22241"/>
                    <a:gd name="connsiteY1" fmla="*/ 12307 h 95542"/>
                    <a:gd name="connsiteX2" fmla="*/ 9935 w 22241"/>
                    <a:gd name="connsiteY2" fmla="*/ 0 h 95542"/>
                    <a:gd name="connsiteX3" fmla="*/ 9935 w 22241"/>
                    <a:gd name="connsiteY3" fmla="*/ 95542 h 95542"/>
                    <a:gd name="connsiteX4" fmla="*/ 22148 w 22241"/>
                    <a:gd name="connsiteY4" fmla="*/ 83142 h 95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41" h="95542">
                      <a:moveTo>
                        <a:pt x="22148" y="83142"/>
                      </a:moveTo>
                      <a:cubicBezTo>
                        <a:pt x="13880" y="60313"/>
                        <a:pt x="13880" y="35135"/>
                        <a:pt x="22242" y="12307"/>
                      </a:cubicBezTo>
                      <a:lnTo>
                        <a:pt x="9935" y="0"/>
                      </a:lnTo>
                      <a:cubicBezTo>
                        <a:pt x="-3312" y="30344"/>
                        <a:pt x="-3312" y="65198"/>
                        <a:pt x="9935" y="95542"/>
                      </a:cubicBezTo>
                      <a:lnTo>
                        <a:pt x="22148" y="83142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37" name="Forme libre : forme 2236">
                  <a:extLst>
                    <a:ext uri="{FF2B5EF4-FFF2-40B4-BE49-F238E27FC236}">
                      <a16:creationId xmlns:a16="http://schemas.microsoft.com/office/drawing/2014/main" id="{4CF7C2D3-E72D-4C02-AC44-6AA70DDCB8CF}"/>
                    </a:ext>
                  </a:extLst>
                </p:cNvPr>
                <p:cNvSpPr/>
                <p:nvPr/>
              </p:nvSpPr>
              <p:spPr>
                <a:xfrm>
                  <a:off x="7926992" y="4106532"/>
                  <a:ext cx="95542" cy="22335"/>
                </a:xfrm>
                <a:custGeom>
                  <a:avLst/>
                  <a:gdLst>
                    <a:gd name="connsiteX0" fmla="*/ 83141 w 95542"/>
                    <a:gd name="connsiteY0" fmla="*/ 0 h 22335"/>
                    <a:gd name="connsiteX1" fmla="*/ 12307 w 95542"/>
                    <a:gd name="connsiteY1" fmla="*/ 94 h 22335"/>
                    <a:gd name="connsiteX2" fmla="*/ 0 w 95542"/>
                    <a:gd name="connsiteY2" fmla="*/ 12401 h 22335"/>
                    <a:gd name="connsiteX3" fmla="*/ 95542 w 95542"/>
                    <a:gd name="connsiteY3" fmla="*/ 12401 h 22335"/>
                    <a:gd name="connsiteX4" fmla="*/ 83141 w 95542"/>
                    <a:gd name="connsiteY4" fmla="*/ 0 h 22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542" h="22335">
                      <a:moveTo>
                        <a:pt x="83141" y="0"/>
                      </a:moveTo>
                      <a:cubicBezTo>
                        <a:pt x="60313" y="8267"/>
                        <a:pt x="35135" y="8361"/>
                        <a:pt x="12307" y="94"/>
                      </a:cubicBezTo>
                      <a:lnTo>
                        <a:pt x="0" y="12401"/>
                      </a:lnTo>
                      <a:cubicBezTo>
                        <a:pt x="30344" y="25647"/>
                        <a:pt x="65198" y="25647"/>
                        <a:pt x="95542" y="12401"/>
                      </a:cubicBezTo>
                      <a:lnTo>
                        <a:pt x="83141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38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7926992" y="3890764"/>
                <a:ext cx="166811" cy="166823"/>
                <a:chOff x="7926992" y="3890764"/>
                <a:chExt cx="166811" cy="166823"/>
              </a:xfrm>
              <a:solidFill>
                <a:srgbClr val="FC0606"/>
              </a:solidFill>
            </p:grpSpPr>
            <p:sp>
              <p:nvSpPr>
                <p:cNvPr id="2239" name="Forme libre : forme 2238">
                  <a:extLst>
                    <a:ext uri="{FF2B5EF4-FFF2-40B4-BE49-F238E27FC236}">
                      <a16:creationId xmlns:a16="http://schemas.microsoft.com/office/drawing/2014/main" id="{E1ABD02E-31BF-4513-93E9-F933E58CE288}"/>
                    </a:ext>
                  </a:extLst>
                </p:cNvPr>
                <p:cNvSpPr/>
                <p:nvPr/>
              </p:nvSpPr>
              <p:spPr>
                <a:xfrm>
                  <a:off x="7926992" y="3890764"/>
                  <a:ext cx="95542" cy="22241"/>
                </a:xfrm>
                <a:custGeom>
                  <a:avLst/>
                  <a:gdLst>
                    <a:gd name="connsiteX0" fmla="*/ 95542 w 95542"/>
                    <a:gd name="connsiteY0" fmla="*/ 9935 h 22241"/>
                    <a:gd name="connsiteX1" fmla="*/ 0 w 95542"/>
                    <a:gd name="connsiteY1" fmla="*/ 9935 h 22241"/>
                    <a:gd name="connsiteX2" fmla="*/ 12400 w 95542"/>
                    <a:gd name="connsiteY2" fmla="*/ 22242 h 22241"/>
                    <a:gd name="connsiteX3" fmla="*/ 83235 w 95542"/>
                    <a:gd name="connsiteY3" fmla="*/ 22148 h 22241"/>
                    <a:gd name="connsiteX4" fmla="*/ 95542 w 95542"/>
                    <a:gd name="connsiteY4" fmla="*/ 9935 h 22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542" h="22241">
                      <a:moveTo>
                        <a:pt x="95542" y="9935"/>
                      </a:moveTo>
                      <a:cubicBezTo>
                        <a:pt x="65198" y="-3312"/>
                        <a:pt x="30438" y="-3312"/>
                        <a:pt x="0" y="9935"/>
                      </a:cubicBezTo>
                      <a:lnTo>
                        <a:pt x="12400" y="22242"/>
                      </a:lnTo>
                      <a:cubicBezTo>
                        <a:pt x="35229" y="13975"/>
                        <a:pt x="60407" y="13881"/>
                        <a:pt x="83235" y="22148"/>
                      </a:cubicBezTo>
                      <a:lnTo>
                        <a:pt x="95542" y="9935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0" name="Forme libre : forme 2239">
                  <a:extLst>
                    <a:ext uri="{FF2B5EF4-FFF2-40B4-BE49-F238E27FC236}">
                      <a16:creationId xmlns:a16="http://schemas.microsoft.com/office/drawing/2014/main" id="{1BA4F305-9EA6-4A20-8918-F6AFB1A553E0}"/>
                    </a:ext>
                  </a:extLst>
                </p:cNvPr>
                <p:cNvSpPr/>
                <p:nvPr/>
              </p:nvSpPr>
              <p:spPr>
                <a:xfrm>
                  <a:off x="8071479" y="3962045"/>
                  <a:ext cx="22323" cy="95542"/>
                </a:xfrm>
                <a:custGeom>
                  <a:avLst/>
                  <a:gdLst>
                    <a:gd name="connsiteX0" fmla="*/ 12400 w 22323"/>
                    <a:gd name="connsiteY0" fmla="*/ 0 h 95542"/>
                    <a:gd name="connsiteX1" fmla="*/ 93 w 22323"/>
                    <a:gd name="connsiteY1" fmla="*/ 12307 h 95542"/>
                    <a:gd name="connsiteX2" fmla="*/ 0 w 22323"/>
                    <a:gd name="connsiteY2" fmla="*/ 83142 h 95542"/>
                    <a:gd name="connsiteX3" fmla="*/ 12307 w 22323"/>
                    <a:gd name="connsiteY3" fmla="*/ 95542 h 95542"/>
                    <a:gd name="connsiteX4" fmla="*/ 12400 w 22323"/>
                    <a:gd name="connsiteY4" fmla="*/ 0 h 95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3" h="95542">
                      <a:moveTo>
                        <a:pt x="12400" y="0"/>
                      </a:moveTo>
                      <a:lnTo>
                        <a:pt x="93" y="12307"/>
                      </a:lnTo>
                      <a:cubicBezTo>
                        <a:pt x="8361" y="35136"/>
                        <a:pt x="8361" y="60313"/>
                        <a:pt x="0" y="83142"/>
                      </a:cubicBezTo>
                      <a:lnTo>
                        <a:pt x="12307" y="95542"/>
                      </a:lnTo>
                      <a:cubicBezTo>
                        <a:pt x="25647" y="65198"/>
                        <a:pt x="25647" y="30344"/>
                        <a:pt x="12400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41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7807634" y="3926345"/>
                <a:ext cx="250598" cy="250692"/>
                <a:chOff x="7807634" y="3926345"/>
                <a:chExt cx="250598" cy="250692"/>
              </a:xfrm>
              <a:solidFill>
                <a:srgbClr val="FC0606"/>
              </a:solidFill>
            </p:grpSpPr>
            <p:sp>
              <p:nvSpPr>
                <p:cNvPr id="2242" name="Forme libre : forme 2241">
                  <a:extLst>
                    <a:ext uri="{FF2B5EF4-FFF2-40B4-BE49-F238E27FC236}">
                      <a16:creationId xmlns:a16="http://schemas.microsoft.com/office/drawing/2014/main" id="{050BDBEE-C24B-4ADD-993F-43E69FC2341A}"/>
                    </a:ext>
                  </a:extLst>
                </p:cNvPr>
                <p:cNvSpPr/>
                <p:nvPr/>
              </p:nvSpPr>
              <p:spPr>
                <a:xfrm>
                  <a:off x="7807634" y="3926345"/>
                  <a:ext cx="34055" cy="167034"/>
                </a:xfrm>
                <a:custGeom>
                  <a:avLst/>
                  <a:gdLst>
                    <a:gd name="connsiteX0" fmla="*/ 34055 w 34055"/>
                    <a:gd name="connsiteY0" fmla="*/ 155197 h 167034"/>
                    <a:gd name="connsiteX1" fmla="*/ 34055 w 34055"/>
                    <a:gd name="connsiteY1" fmla="*/ 11743 h 167034"/>
                    <a:gd name="connsiteX2" fmla="*/ 22312 w 34055"/>
                    <a:gd name="connsiteY2" fmla="*/ 0 h 167034"/>
                    <a:gd name="connsiteX3" fmla="*/ 22218 w 34055"/>
                    <a:gd name="connsiteY3" fmla="*/ 167035 h 167034"/>
                    <a:gd name="connsiteX4" fmla="*/ 34055 w 34055"/>
                    <a:gd name="connsiteY4" fmla="*/ 155197 h 167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055" h="167034">
                      <a:moveTo>
                        <a:pt x="34055" y="155197"/>
                      </a:moveTo>
                      <a:cubicBezTo>
                        <a:pt x="10005" y="110573"/>
                        <a:pt x="10005" y="56367"/>
                        <a:pt x="34055" y="11743"/>
                      </a:cubicBezTo>
                      <a:lnTo>
                        <a:pt x="22312" y="0"/>
                      </a:lnTo>
                      <a:cubicBezTo>
                        <a:pt x="-7375" y="51576"/>
                        <a:pt x="-7468" y="115552"/>
                        <a:pt x="22218" y="167035"/>
                      </a:cubicBezTo>
                      <a:lnTo>
                        <a:pt x="34055" y="155197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3" name="Forme libre : forme 2242">
                  <a:extLst>
                    <a:ext uri="{FF2B5EF4-FFF2-40B4-BE49-F238E27FC236}">
                      <a16:creationId xmlns:a16="http://schemas.microsoft.com/office/drawing/2014/main" id="{1CD5FFA0-6F5C-4A68-9C03-1E25FAA97ED9}"/>
                    </a:ext>
                  </a:extLst>
                </p:cNvPr>
                <p:cNvSpPr/>
                <p:nvPr/>
              </p:nvSpPr>
              <p:spPr>
                <a:xfrm>
                  <a:off x="7891199" y="4142983"/>
                  <a:ext cx="167034" cy="34055"/>
                </a:xfrm>
                <a:custGeom>
                  <a:avLst/>
                  <a:gdLst>
                    <a:gd name="connsiteX0" fmla="*/ 155291 w 167034"/>
                    <a:gd name="connsiteY0" fmla="*/ 0 h 34055"/>
                    <a:gd name="connsiteX1" fmla="*/ 11837 w 167034"/>
                    <a:gd name="connsiteY1" fmla="*/ 0 h 34055"/>
                    <a:gd name="connsiteX2" fmla="*/ 0 w 167034"/>
                    <a:gd name="connsiteY2" fmla="*/ 11837 h 34055"/>
                    <a:gd name="connsiteX3" fmla="*/ 167034 w 167034"/>
                    <a:gd name="connsiteY3" fmla="*/ 11743 h 34055"/>
                    <a:gd name="connsiteX4" fmla="*/ 155291 w 167034"/>
                    <a:gd name="connsiteY4" fmla="*/ 0 h 34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034" h="34055">
                      <a:moveTo>
                        <a:pt x="155291" y="0"/>
                      </a:moveTo>
                      <a:cubicBezTo>
                        <a:pt x="110667" y="24050"/>
                        <a:pt x="56461" y="23956"/>
                        <a:pt x="11837" y="0"/>
                      </a:cubicBezTo>
                      <a:lnTo>
                        <a:pt x="0" y="11837"/>
                      </a:lnTo>
                      <a:cubicBezTo>
                        <a:pt x="51482" y="41524"/>
                        <a:pt x="115552" y="41430"/>
                        <a:pt x="167034" y="11743"/>
                      </a:cubicBezTo>
                      <a:lnTo>
                        <a:pt x="155291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44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7891292" y="3842687"/>
                <a:ext cx="250599" cy="250598"/>
                <a:chOff x="7891292" y="3842687"/>
                <a:chExt cx="250599" cy="250598"/>
              </a:xfrm>
              <a:solidFill>
                <a:srgbClr val="FC0606"/>
              </a:solidFill>
            </p:grpSpPr>
            <p:sp>
              <p:nvSpPr>
                <p:cNvPr id="2245" name="Forme libre : forme 2244">
                  <a:extLst>
                    <a:ext uri="{FF2B5EF4-FFF2-40B4-BE49-F238E27FC236}">
                      <a16:creationId xmlns:a16="http://schemas.microsoft.com/office/drawing/2014/main" id="{751003F1-D89A-4414-BC8B-4F79457115FE}"/>
                    </a:ext>
                  </a:extLst>
                </p:cNvPr>
                <p:cNvSpPr/>
                <p:nvPr/>
              </p:nvSpPr>
              <p:spPr>
                <a:xfrm>
                  <a:off x="7891292" y="3842687"/>
                  <a:ext cx="167034" cy="34055"/>
                </a:xfrm>
                <a:custGeom>
                  <a:avLst/>
                  <a:gdLst>
                    <a:gd name="connsiteX0" fmla="*/ 167035 w 167034"/>
                    <a:gd name="connsiteY0" fmla="*/ 22218 h 34055"/>
                    <a:gd name="connsiteX1" fmla="*/ 0 w 167034"/>
                    <a:gd name="connsiteY1" fmla="*/ 22312 h 34055"/>
                    <a:gd name="connsiteX2" fmla="*/ 11743 w 167034"/>
                    <a:gd name="connsiteY2" fmla="*/ 34055 h 34055"/>
                    <a:gd name="connsiteX3" fmla="*/ 155198 w 167034"/>
                    <a:gd name="connsiteY3" fmla="*/ 34055 h 34055"/>
                    <a:gd name="connsiteX4" fmla="*/ 167035 w 167034"/>
                    <a:gd name="connsiteY4" fmla="*/ 22218 h 34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034" h="34055">
                      <a:moveTo>
                        <a:pt x="167035" y="22218"/>
                      </a:moveTo>
                      <a:cubicBezTo>
                        <a:pt x="115553" y="-7469"/>
                        <a:pt x="51482" y="-7375"/>
                        <a:pt x="0" y="22312"/>
                      </a:cubicBezTo>
                      <a:lnTo>
                        <a:pt x="11743" y="34055"/>
                      </a:lnTo>
                      <a:cubicBezTo>
                        <a:pt x="56367" y="10005"/>
                        <a:pt x="110574" y="10099"/>
                        <a:pt x="155198" y="34055"/>
                      </a:cubicBezTo>
                      <a:lnTo>
                        <a:pt x="167035" y="22218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6" name="Forme libre : forme 2245">
                  <a:extLst>
                    <a:ext uri="{FF2B5EF4-FFF2-40B4-BE49-F238E27FC236}">
                      <a16:creationId xmlns:a16="http://schemas.microsoft.com/office/drawing/2014/main" id="{2DD2D526-5C3E-44EB-A684-F9DAF4252B6E}"/>
                    </a:ext>
                  </a:extLst>
                </p:cNvPr>
                <p:cNvSpPr/>
                <p:nvPr/>
              </p:nvSpPr>
              <p:spPr>
                <a:xfrm>
                  <a:off x="8107836" y="3926251"/>
                  <a:ext cx="34054" cy="167034"/>
                </a:xfrm>
                <a:custGeom>
                  <a:avLst/>
                  <a:gdLst>
                    <a:gd name="connsiteX0" fmla="*/ 11837 w 34054"/>
                    <a:gd name="connsiteY0" fmla="*/ 0 h 167034"/>
                    <a:gd name="connsiteX1" fmla="*/ 0 w 34054"/>
                    <a:gd name="connsiteY1" fmla="*/ 11837 h 167034"/>
                    <a:gd name="connsiteX2" fmla="*/ 0 w 34054"/>
                    <a:gd name="connsiteY2" fmla="*/ 155291 h 167034"/>
                    <a:gd name="connsiteX3" fmla="*/ 11743 w 34054"/>
                    <a:gd name="connsiteY3" fmla="*/ 167035 h 167034"/>
                    <a:gd name="connsiteX4" fmla="*/ 11837 w 34054"/>
                    <a:gd name="connsiteY4" fmla="*/ 0 h 167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054" h="167034">
                      <a:moveTo>
                        <a:pt x="11837" y="0"/>
                      </a:moveTo>
                      <a:lnTo>
                        <a:pt x="0" y="11837"/>
                      </a:lnTo>
                      <a:cubicBezTo>
                        <a:pt x="24050" y="56461"/>
                        <a:pt x="24050" y="110667"/>
                        <a:pt x="0" y="155291"/>
                      </a:cubicBezTo>
                      <a:lnTo>
                        <a:pt x="11743" y="167035"/>
                      </a:lnTo>
                      <a:cubicBezTo>
                        <a:pt x="41430" y="115553"/>
                        <a:pt x="41524" y="51482"/>
                        <a:pt x="11837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47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7766204" y="3896095"/>
                <a:ext cx="322279" cy="322314"/>
                <a:chOff x="7766204" y="3896095"/>
                <a:chExt cx="322279" cy="322314"/>
              </a:xfrm>
              <a:solidFill>
                <a:srgbClr val="FC0606"/>
              </a:solidFill>
            </p:grpSpPr>
            <p:sp>
              <p:nvSpPr>
                <p:cNvPr id="2248" name="Forme libre : forme 2247">
                  <a:extLst>
                    <a:ext uri="{FF2B5EF4-FFF2-40B4-BE49-F238E27FC236}">
                      <a16:creationId xmlns:a16="http://schemas.microsoft.com/office/drawing/2014/main" id="{F0B3DD80-9B01-4016-A15F-D21BD961564B}"/>
                    </a:ext>
                  </a:extLst>
                </p:cNvPr>
                <p:cNvSpPr/>
                <p:nvPr/>
              </p:nvSpPr>
              <p:spPr>
                <a:xfrm>
                  <a:off x="7766204" y="3896095"/>
                  <a:ext cx="45234" cy="227347"/>
                </a:xfrm>
                <a:custGeom>
                  <a:avLst/>
                  <a:gdLst>
                    <a:gd name="connsiteX0" fmla="*/ 45234 w 45234"/>
                    <a:gd name="connsiteY0" fmla="*/ 215698 h 227347"/>
                    <a:gd name="connsiteX1" fmla="*/ 45141 w 45234"/>
                    <a:gd name="connsiteY1" fmla="*/ 11649 h 227347"/>
                    <a:gd name="connsiteX2" fmla="*/ 33491 w 45234"/>
                    <a:gd name="connsiteY2" fmla="*/ 0 h 227347"/>
                    <a:gd name="connsiteX3" fmla="*/ 33585 w 45234"/>
                    <a:gd name="connsiteY3" fmla="*/ 227348 h 227347"/>
                    <a:gd name="connsiteX4" fmla="*/ 45234 w 45234"/>
                    <a:gd name="connsiteY4" fmla="*/ 215698 h 227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34" h="227347">
                      <a:moveTo>
                        <a:pt x="45234" y="215698"/>
                      </a:moveTo>
                      <a:cubicBezTo>
                        <a:pt x="6435" y="153506"/>
                        <a:pt x="6342" y="73841"/>
                        <a:pt x="45141" y="11649"/>
                      </a:cubicBezTo>
                      <a:lnTo>
                        <a:pt x="33491" y="0"/>
                      </a:lnTo>
                      <a:cubicBezTo>
                        <a:pt x="-11226" y="68862"/>
                        <a:pt x="-11133" y="158486"/>
                        <a:pt x="33585" y="227348"/>
                      </a:cubicBezTo>
                      <a:lnTo>
                        <a:pt x="45234" y="215698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9" name="Forme libre : forme 2248">
                  <a:extLst>
                    <a:ext uri="{FF2B5EF4-FFF2-40B4-BE49-F238E27FC236}">
                      <a16:creationId xmlns:a16="http://schemas.microsoft.com/office/drawing/2014/main" id="{1B585354-6247-4731-865D-6424200E5F32}"/>
                    </a:ext>
                  </a:extLst>
                </p:cNvPr>
                <p:cNvSpPr/>
                <p:nvPr/>
              </p:nvSpPr>
              <p:spPr>
                <a:xfrm>
                  <a:off x="7861136" y="4173139"/>
                  <a:ext cx="227347" cy="45270"/>
                </a:xfrm>
                <a:custGeom>
                  <a:avLst/>
                  <a:gdLst>
                    <a:gd name="connsiteX0" fmla="*/ 215698 w 227347"/>
                    <a:gd name="connsiteY0" fmla="*/ 94 h 45270"/>
                    <a:gd name="connsiteX1" fmla="*/ 11649 w 227347"/>
                    <a:gd name="connsiteY1" fmla="*/ 0 h 45270"/>
                    <a:gd name="connsiteX2" fmla="*/ 0 w 227347"/>
                    <a:gd name="connsiteY2" fmla="*/ 11649 h 45270"/>
                    <a:gd name="connsiteX3" fmla="*/ 227348 w 227347"/>
                    <a:gd name="connsiteY3" fmla="*/ 11743 h 45270"/>
                    <a:gd name="connsiteX4" fmla="*/ 215698 w 227347"/>
                    <a:gd name="connsiteY4" fmla="*/ 94 h 45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347" h="45270">
                      <a:moveTo>
                        <a:pt x="215698" y="94"/>
                      </a:moveTo>
                      <a:cubicBezTo>
                        <a:pt x="153506" y="38987"/>
                        <a:pt x="73841" y="38799"/>
                        <a:pt x="11649" y="0"/>
                      </a:cubicBezTo>
                      <a:lnTo>
                        <a:pt x="0" y="11649"/>
                      </a:lnTo>
                      <a:cubicBezTo>
                        <a:pt x="68861" y="56367"/>
                        <a:pt x="158486" y="56555"/>
                        <a:pt x="227348" y="11743"/>
                      </a:cubicBezTo>
                      <a:lnTo>
                        <a:pt x="215698" y="9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50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7861042" y="3801222"/>
                <a:ext cx="322278" cy="322314"/>
                <a:chOff x="7861042" y="3801222"/>
                <a:chExt cx="322278" cy="322314"/>
              </a:xfrm>
              <a:solidFill>
                <a:srgbClr val="FC0606"/>
              </a:solidFill>
            </p:grpSpPr>
            <p:sp>
              <p:nvSpPr>
                <p:cNvPr id="2251" name="Forme libre : forme 2250">
                  <a:extLst>
                    <a:ext uri="{FF2B5EF4-FFF2-40B4-BE49-F238E27FC236}">
                      <a16:creationId xmlns:a16="http://schemas.microsoft.com/office/drawing/2014/main" id="{167AEFDE-C62F-4F5F-B729-E614DCAF9219}"/>
                    </a:ext>
                  </a:extLst>
                </p:cNvPr>
                <p:cNvSpPr/>
                <p:nvPr/>
              </p:nvSpPr>
              <p:spPr>
                <a:xfrm>
                  <a:off x="8138086" y="3896189"/>
                  <a:ext cx="45234" cy="227347"/>
                </a:xfrm>
                <a:custGeom>
                  <a:avLst/>
                  <a:gdLst>
                    <a:gd name="connsiteX0" fmla="*/ 11649 w 45234"/>
                    <a:gd name="connsiteY0" fmla="*/ 0 h 227347"/>
                    <a:gd name="connsiteX1" fmla="*/ 0 w 45234"/>
                    <a:gd name="connsiteY1" fmla="*/ 11649 h 227347"/>
                    <a:gd name="connsiteX2" fmla="*/ 94 w 45234"/>
                    <a:gd name="connsiteY2" fmla="*/ 215698 h 227347"/>
                    <a:gd name="connsiteX3" fmla="*/ 11743 w 45234"/>
                    <a:gd name="connsiteY3" fmla="*/ 227347 h 227347"/>
                    <a:gd name="connsiteX4" fmla="*/ 11649 w 45234"/>
                    <a:gd name="connsiteY4" fmla="*/ 0 h 227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34" h="227347">
                      <a:moveTo>
                        <a:pt x="11649" y="0"/>
                      </a:moveTo>
                      <a:lnTo>
                        <a:pt x="0" y="11649"/>
                      </a:lnTo>
                      <a:cubicBezTo>
                        <a:pt x="38799" y="73841"/>
                        <a:pt x="38893" y="153506"/>
                        <a:pt x="94" y="215698"/>
                      </a:cubicBezTo>
                      <a:lnTo>
                        <a:pt x="11743" y="227347"/>
                      </a:lnTo>
                      <a:cubicBezTo>
                        <a:pt x="56461" y="158486"/>
                        <a:pt x="56367" y="68956"/>
                        <a:pt x="11649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2" name="Forme libre : forme 2251">
                  <a:extLst>
                    <a:ext uri="{FF2B5EF4-FFF2-40B4-BE49-F238E27FC236}">
                      <a16:creationId xmlns:a16="http://schemas.microsoft.com/office/drawing/2014/main" id="{139DF2CE-768F-4A21-A766-91B7AA8ED987}"/>
                    </a:ext>
                  </a:extLst>
                </p:cNvPr>
                <p:cNvSpPr/>
                <p:nvPr/>
              </p:nvSpPr>
              <p:spPr>
                <a:xfrm>
                  <a:off x="7861042" y="3801222"/>
                  <a:ext cx="227347" cy="45269"/>
                </a:xfrm>
                <a:custGeom>
                  <a:avLst/>
                  <a:gdLst>
                    <a:gd name="connsiteX0" fmla="*/ 227348 w 227347"/>
                    <a:gd name="connsiteY0" fmla="*/ 33621 h 45269"/>
                    <a:gd name="connsiteX1" fmla="*/ 0 w 227347"/>
                    <a:gd name="connsiteY1" fmla="*/ 33527 h 45269"/>
                    <a:gd name="connsiteX2" fmla="*/ 11649 w 227347"/>
                    <a:gd name="connsiteY2" fmla="*/ 45176 h 45269"/>
                    <a:gd name="connsiteX3" fmla="*/ 215698 w 227347"/>
                    <a:gd name="connsiteY3" fmla="*/ 45270 h 45269"/>
                    <a:gd name="connsiteX4" fmla="*/ 227348 w 227347"/>
                    <a:gd name="connsiteY4" fmla="*/ 33621 h 45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347" h="45269">
                      <a:moveTo>
                        <a:pt x="227348" y="33621"/>
                      </a:moveTo>
                      <a:cubicBezTo>
                        <a:pt x="158486" y="-11097"/>
                        <a:pt x="68862" y="-11285"/>
                        <a:pt x="0" y="33527"/>
                      </a:cubicBezTo>
                      <a:lnTo>
                        <a:pt x="11649" y="45176"/>
                      </a:lnTo>
                      <a:cubicBezTo>
                        <a:pt x="73841" y="6283"/>
                        <a:pt x="153506" y="6470"/>
                        <a:pt x="215698" y="45270"/>
                      </a:cubicBezTo>
                      <a:lnTo>
                        <a:pt x="227348" y="33621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53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7388809" y="4653894"/>
              <a:ext cx="279778" cy="279796"/>
              <a:chOff x="7859738" y="4261049"/>
              <a:chExt cx="375428" cy="375452"/>
            </a:xfrm>
            <a:solidFill>
              <a:srgbClr val="FC0606"/>
            </a:solidFill>
          </p:grpSpPr>
          <p:sp>
            <p:nvSpPr>
              <p:cNvPr id="2254" name="Forme libre : forme 2253">
                <a:extLst>
                  <a:ext uri="{FF2B5EF4-FFF2-40B4-BE49-F238E27FC236}">
                    <a16:creationId xmlns:a16="http://schemas.microsoft.com/office/drawing/2014/main" id="{43DFA5CD-BC02-4AD7-A4F2-032C57EB2139}"/>
                  </a:ext>
                </a:extLst>
              </p:cNvPr>
              <p:cNvSpPr/>
              <p:nvPr/>
            </p:nvSpPr>
            <p:spPr>
              <a:xfrm>
                <a:off x="7975279" y="4376625"/>
                <a:ext cx="144299" cy="144299"/>
              </a:xfrm>
              <a:custGeom>
                <a:avLst/>
                <a:gdLst>
                  <a:gd name="connsiteX0" fmla="*/ 144300 w 144299"/>
                  <a:gd name="connsiteY0" fmla="*/ 72150 h 144299"/>
                  <a:gd name="connsiteX1" fmla="*/ 72150 w 144299"/>
                  <a:gd name="connsiteY1" fmla="*/ 144300 h 144299"/>
                  <a:gd name="connsiteX2" fmla="*/ 0 w 144299"/>
                  <a:gd name="connsiteY2" fmla="*/ 72150 h 144299"/>
                  <a:gd name="connsiteX3" fmla="*/ 72150 w 144299"/>
                  <a:gd name="connsiteY3" fmla="*/ 0 h 144299"/>
                  <a:gd name="connsiteX4" fmla="*/ 144300 w 144299"/>
                  <a:gd name="connsiteY4" fmla="*/ 72150 h 144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299" h="144299">
                    <a:moveTo>
                      <a:pt x="144300" y="72150"/>
                    </a:moveTo>
                    <a:cubicBezTo>
                      <a:pt x="144300" y="111997"/>
                      <a:pt x="111997" y="144300"/>
                      <a:pt x="72150" y="144300"/>
                    </a:cubicBezTo>
                    <a:cubicBezTo>
                      <a:pt x="32303" y="144300"/>
                      <a:pt x="0" y="111997"/>
                      <a:pt x="0" y="72150"/>
                    </a:cubicBezTo>
                    <a:cubicBezTo>
                      <a:pt x="0" y="32303"/>
                      <a:pt x="32303" y="0"/>
                      <a:pt x="72150" y="0"/>
                    </a:cubicBezTo>
                    <a:cubicBezTo>
                      <a:pt x="111998" y="0"/>
                      <a:pt x="144300" y="32303"/>
                      <a:pt x="144300" y="72150"/>
                    </a:cubicBezTo>
                    <a:close/>
                  </a:path>
                </a:pathLst>
              </a:custGeom>
              <a:solidFill>
                <a:srgbClr val="FC0606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255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7940402" y="4405842"/>
                <a:ext cx="149959" cy="150147"/>
                <a:chOff x="7940402" y="4405842"/>
                <a:chExt cx="149959" cy="150147"/>
              </a:xfrm>
              <a:solidFill>
                <a:srgbClr val="FC0606"/>
              </a:solidFill>
            </p:grpSpPr>
            <p:sp>
              <p:nvSpPr>
                <p:cNvPr id="2256" name="Forme libre : forme 2255">
                  <a:extLst>
                    <a:ext uri="{FF2B5EF4-FFF2-40B4-BE49-F238E27FC236}">
                      <a16:creationId xmlns:a16="http://schemas.microsoft.com/office/drawing/2014/main" id="{983BE78C-E999-4C83-A8FC-1DC21DB0CBBB}"/>
                    </a:ext>
                  </a:extLst>
                </p:cNvPr>
                <p:cNvSpPr/>
                <p:nvPr/>
              </p:nvSpPr>
              <p:spPr>
                <a:xfrm>
                  <a:off x="7940402" y="4405842"/>
                  <a:ext cx="20033" cy="85959"/>
                </a:xfrm>
                <a:custGeom>
                  <a:avLst/>
                  <a:gdLst>
                    <a:gd name="connsiteX0" fmla="*/ 19940 w 20033"/>
                    <a:gd name="connsiteY0" fmla="*/ 74874 h 85959"/>
                    <a:gd name="connsiteX1" fmla="*/ 20034 w 20033"/>
                    <a:gd name="connsiteY1" fmla="*/ 11085 h 85959"/>
                    <a:gd name="connsiteX2" fmla="*/ 8948 w 20033"/>
                    <a:gd name="connsiteY2" fmla="*/ 0 h 85959"/>
                    <a:gd name="connsiteX3" fmla="*/ 8948 w 20033"/>
                    <a:gd name="connsiteY3" fmla="*/ 85960 h 85959"/>
                    <a:gd name="connsiteX4" fmla="*/ 19940 w 20033"/>
                    <a:gd name="connsiteY4" fmla="*/ 74874 h 8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033" h="85959">
                      <a:moveTo>
                        <a:pt x="19940" y="74874"/>
                      </a:moveTo>
                      <a:cubicBezTo>
                        <a:pt x="12518" y="54300"/>
                        <a:pt x="12518" y="31659"/>
                        <a:pt x="20034" y="11085"/>
                      </a:cubicBezTo>
                      <a:lnTo>
                        <a:pt x="8948" y="0"/>
                      </a:lnTo>
                      <a:cubicBezTo>
                        <a:pt x="-2983" y="27338"/>
                        <a:pt x="-2983" y="58622"/>
                        <a:pt x="8948" y="85960"/>
                      </a:cubicBezTo>
                      <a:lnTo>
                        <a:pt x="19940" y="7487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7" name="Forme libre : forme 2256">
                  <a:extLst>
                    <a:ext uri="{FF2B5EF4-FFF2-40B4-BE49-F238E27FC236}">
                      <a16:creationId xmlns:a16="http://schemas.microsoft.com/office/drawing/2014/main" id="{D69ABB1A-9578-481A-9EE6-3CEE3B19CA3F}"/>
                    </a:ext>
                  </a:extLst>
                </p:cNvPr>
                <p:cNvSpPr/>
                <p:nvPr/>
              </p:nvSpPr>
              <p:spPr>
                <a:xfrm>
                  <a:off x="8004402" y="4535862"/>
                  <a:ext cx="85959" cy="20127"/>
                </a:xfrm>
                <a:custGeom>
                  <a:avLst/>
                  <a:gdLst>
                    <a:gd name="connsiteX0" fmla="*/ 74874 w 85959"/>
                    <a:gd name="connsiteY0" fmla="*/ 0 h 20127"/>
                    <a:gd name="connsiteX1" fmla="*/ 11085 w 85959"/>
                    <a:gd name="connsiteY1" fmla="*/ 94 h 20127"/>
                    <a:gd name="connsiteX2" fmla="*/ 0 w 85959"/>
                    <a:gd name="connsiteY2" fmla="*/ 11180 h 20127"/>
                    <a:gd name="connsiteX3" fmla="*/ 85960 w 85959"/>
                    <a:gd name="connsiteY3" fmla="*/ 11180 h 20127"/>
                    <a:gd name="connsiteX4" fmla="*/ 74874 w 85959"/>
                    <a:gd name="connsiteY4" fmla="*/ 0 h 20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959" h="20127">
                      <a:moveTo>
                        <a:pt x="74874" y="0"/>
                      </a:moveTo>
                      <a:cubicBezTo>
                        <a:pt x="54300" y="7516"/>
                        <a:pt x="31659" y="7516"/>
                        <a:pt x="11085" y="94"/>
                      </a:cubicBezTo>
                      <a:lnTo>
                        <a:pt x="0" y="11180"/>
                      </a:lnTo>
                      <a:cubicBezTo>
                        <a:pt x="27338" y="23110"/>
                        <a:pt x="58622" y="23110"/>
                        <a:pt x="85960" y="11180"/>
                      </a:cubicBezTo>
                      <a:lnTo>
                        <a:pt x="74874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58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004497" y="4341654"/>
                <a:ext cx="150065" cy="150148"/>
                <a:chOff x="8004497" y="4341654"/>
                <a:chExt cx="150065" cy="150148"/>
              </a:xfrm>
              <a:solidFill>
                <a:srgbClr val="FC0606"/>
              </a:solidFill>
            </p:grpSpPr>
            <p:sp>
              <p:nvSpPr>
                <p:cNvPr id="2259" name="Forme libre : forme 2258">
                  <a:extLst>
                    <a:ext uri="{FF2B5EF4-FFF2-40B4-BE49-F238E27FC236}">
                      <a16:creationId xmlns:a16="http://schemas.microsoft.com/office/drawing/2014/main" id="{B25C2CF7-5E9C-4A76-BCC6-6CC5FF96DB2C}"/>
                    </a:ext>
                  </a:extLst>
                </p:cNvPr>
                <p:cNvSpPr/>
                <p:nvPr/>
              </p:nvSpPr>
              <p:spPr>
                <a:xfrm>
                  <a:off x="8004497" y="4341654"/>
                  <a:ext cx="85959" cy="20033"/>
                </a:xfrm>
                <a:custGeom>
                  <a:avLst/>
                  <a:gdLst>
                    <a:gd name="connsiteX0" fmla="*/ 85960 w 85959"/>
                    <a:gd name="connsiteY0" fmla="*/ 8948 h 20033"/>
                    <a:gd name="connsiteX1" fmla="*/ 0 w 85959"/>
                    <a:gd name="connsiteY1" fmla="*/ 8948 h 20033"/>
                    <a:gd name="connsiteX2" fmla="*/ 11085 w 85959"/>
                    <a:gd name="connsiteY2" fmla="*/ 20034 h 20033"/>
                    <a:gd name="connsiteX3" fmla="*/ 74874 w 85959"/>
                    <a:gd name="connsiteY3" fmla="*/ 19940 h 20033"/>
                    <a:gd name="connsiteX4" fmla="*/ 85960 w 85959"/>
                    <a:gd name="connsiteY4" fmla="*/ 8948 h 20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959" h="20033">
                      <a:moveTo>
                        <a:pt x="85960" y="8948"/>
                      </a:moveTo>
                      <a:cubicBezTo>
                        <a:pt x="58622" y="-2983"/>
                        <a:pt x="27338" y="-2983"/>
                        <a:pt x="0" y="8948"/>
                      </a:cubicBezTo>
                      <a:lnTo>
                        <a:pt x="11085" y="20034"/>
                      </a:lnTo>
                      <a:cubicBezTo>
                        <a:pt x="31659" y="12518"/>
                        <a:pt x="54300" y="12518"/>
                        <a:pt x="74874" y="19940"/>
                      </a:cubicBezTo>
                      <a:lnTo>
                        <a:pt x="85960" y="8948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0" name="Forme libre : forme 2259">
                  <a:extLst>
                    <a:ext uri="{FF2B5EF4-FFF2-40B4-BE49-F238E27FC236}">
                      <a16:creationId xmlns:a16="http://schemas.microsoft.com/office/drawing/2014/main" id="{4887E245-52A6-4FE7-B2AC-A9B390D39A98}"/>
                    </a:ext>
                  </a:extLst>
                </p:cNvPr>
                <p:cNvSpPr/>
                <p:nvPr/>
              </p:nvSpPr>
              <p:spPr>
                <a:xfrm>
                  <a:off x="8134516" y="4405842"/>
                  <a:ext cx="20045" cy="85959"/>
                </a:xfrm>
                <a:custGeom>
                  <a:avLst/>
                  <a:gdLst>
                    <a:gd name="connsiteX0" fmla="*/ 11180 w 20045"/>
                    <a:gd name="connsiteY0" fmla="*/ 0 h 85959"/>
                    <a:gd name="connsiteX1" fmla="*/ 94 w 20045"/>
                    <a:gd name="connsiteY1" fmla="*/ 11085 h 85959"/>
                    <a:gd name="connsiteX2" fmla="*/ 0 w 20045"/>
                    <a:gd name="connsiteY2" fmla="*/ 74874 h 85959"/>
                    <a:gd name="connsiteX3" fmla="*/ 11085 w 20045"/>
                    <a:gd name="connsiteY3" fmla="*/ 85960 h 85959"/>
                    <a:gd name="connsiteX4" fmla="*/ 11180 w 20045"/>
                    <a:gd name="connsiteY4" fmla="*/ 0 h 8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045" h="85959">
                      <a:moveTo>
                        <a:pt x="11180" y="0"/>
                      </a:moveTo>
                      <a:lnTo>
                        <a:pt x="94" y="11085"/>
                      </a:lnTo>
                      <a:cubicBezTo>
                        <a:pt x="7516" y="31659"/>
                        <a:pt x="7516" y="54300"/>
                        <a:pt x="0" y="74874"/>
                      </a:cubicBezTo>
                      <a:lnTo>
                        <a:pt x="11085" y="85960"/>
                      </a:lnTo>
                      <a:cubicBezTo>
                        <a:pt x="23017" y="58622"/>
                        <a:pt x="23017" y="27338"/>
                        <a:pt x="11180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61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7897164" y="4373712"/>
                <a:ext cx="225327" cy="225609"/>
                <a:chOff x="7897164" y="4373712"/>
                <a:chExt cx="225327" cy="225609"/>
              </a:xfrm>
              <a:solidFill>
                <a:srgbClr val="FC0606"/>
              </a:solidFill>
            </p:grpSpPr>
            <p:sp>
              <p:nvSpPr>
                <p:cNvPr id="2262" name="Forme libre : forme 2261">
                  <a:extLst>
                    <a:ext uri="{FF2B5EF4-FFF2-40B4-BE49-F238E27FC236}">
                      <a16:creationId xmlns:a16="http://schemas.microsoft.com/office/drawing/2014/main" id="{0428982A-9A02-467D-8DF6-32A32CDC6A5B}"/>
                    </a:ext>
                  </a:extLst>
                </p:cNvPr>
                <p:cNvSpPr/>
                <p:nvPr/>
              </p:nvSpPr>
              <p:spPr>
                <a:xfrm>
                  <a:off x="7897164" y="4373712"/>
                  <a:ext cx="30578" cy="150312"/>
                </a:xfrm>
                <a:custGeom>
                  <a:avLst/>
                  <a:gdLst>
                    <a:gd name="connsiteX0" fmla="*/ 30579 w 30578"/>
                    <a:gd name="connsiteY0" fmla="*/ 139696 h 150312"/>
                    <a:gd name="connsiteX1" fmla="*/ 30579 w 30578"/>
                    <a:gd name="connsiteY1" fmla="*/ 10522 h 150312"/>
                    <a:gd name="connsiteX2" fmla="*/ 20057 w 30578"/>
                    <a:gd name="connsiteY2" fmla="*/ 0 h 150312"/>
                    <a:gd name="connsiteX3" fmla="*/ 19963 w 30578"/>
                    <a:gd name="connsiteY3" fmla="*/ 150312 h 150312"/>
                    <a:gd name="connsiteX4" fmla="*/ 30579 w 30578"/>
                    <a:gd name="connsiteY4" fmla="*/ 139696 h 150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578" h="150312">
                      <a:moveTo>
                        <a:pt x="30579" y="139696"/>
                      </a:moveTo>
                      <a:cubicBezTo>
                        <a:pt x="8972" y="99488"/>
                        <a:pt x="8878" y="50730"/>
                        <a:pt x="30579" y="10522"/>
                      </a:cubicBezTo>
                      <a:lnTo>
                        <a:pt x="20057" y="0"/>
                      </a:lnTo>
                      <a:cubicBezTo>
                        <a:pt x="-6623" y="46409"/>
                        <a:pt x="-6717" y="103997"/>
                        <a:pt x="19963" y="150312"/>
                      </a:cubicBezTo>
                      <a:lnTo>
                        <a:pt x="30579" y="139696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3" name="Forme libre : forme 2262">
                  <a:extLst>
                    <a:ext uri="{FF2B5EF4-FFF2-40B4-BE49-F238E27FC236}">
                      <a16:creationId xmlns:a16="http://schemas.microsoft.com/office/drawing/2014/main" id="{C7D655A0-31AF-4BB2-B144-E08C9E0CCF69}"/>
                    </a:ext>
                  </a:extLst>
                </p:cNvPr>
                <p:cNvSpPr/>
                <p:nvPr/>
              </p:nvSpPr>
              <p:spPr>
                <a:xfrm>
                  <a:off x="7972179" y="4568649"/>
                  <a:ext cx="150312" cy="30673"/>
                </a:xfrm>
                <a:custGeom>
                  <a:avLst/>
                  <a:gdLst>
                    <a:gd name="connsiteX0" fmla="*/ 139884 w 150312"/>
                    <a:gd name="connsiteY0" fmla="*/ 0 h 30673"/>
                    <a:gd name="connsiteX1" fmla="*/ 10709 w 150312"/>
                    <a:gd name="connsiteY1" fmla="*/ 0 h 30673"/>
                    <a:gd name="connsiteX2" fmla="*/ 0 w 150312"/>
                    <a:gd name="connsiteY2" fmla="*/ 10710 h 30673"/>
                    <a:gd name="connsiteX3" fmla="*/ 150312 w 150312"/>
                    <a:gd name="connsiteY3" fmla="*/ 10616 h 30673"/>
                    <a:gd name="connsiteX4" fmla="*/ 139884 w 150312"/>
                    <a:gd name="connsiteY4" fmla="*/ 0 h 30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312" h="30673">
                      <a:moveTo>
                        <a:pt x="139884" y="0"/>
                      </a:moveTo>
                      <a:cubicBezTo>
                        <a:pt x="99676" y="21607"/>
                        <a:pt x="50918" y="21607"/>
                        <a:pt x="10709" y="0"/>
                      </a:cubicBezTo>
                      <a:lnTo>
                        <a:pt x="0" y="10710"/>
                      </a:lnTo>
                      <a:cubicBezTo>
                        <a:pt x="46315" y="37390"/>
                        <a:pt x="103997" y="37296"/>
                        <a:pt x="150312" y="10616"/>
                      </a:cubicBezTo>
                      <a:lnTo>
                        <a:pt x="139884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64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7972367" y="4298415"/>
                <a:ext cx="225504" cy="225609"/>
                <a:chOff x="7972367" y="4298415"/>
                <a:chExt cx="225504" cy="225609"/>
              </a:xfrm>
              <a:solidFill>
                <a:srgbClr val="FC0606"/>
              </a:solidFill>
            </p:grpSpPr>
            <p:sp>
              <p:nvSpPr>
                <p:cNvPr id="2265" name="Forme libre : forme 2264">
                  <a:extLst>
                    <a:ext uri="{FF2B5EF4-FFF2-40B4-BE49-F238E27FC236}">
                      <a16:creationId xmlns:a16="http://schemas.microsoft.com/office/drawing/2014/main" id="{3BB9C3C3-1F2A-4D1E-BFA0-39008FD236B4}"/>
                    </a:ext>
                  </a:extLst>
                </p:cNvPr>
                <p:cNvSpPr/>
                <p:nvPr/>
              </p:nvSpPr>
              <p:spPr>
                <a:xfrm>
                  <a:off x="7972367" y="4298415"/>
                  <a:ext cx="150312" cy="30579"/>
                </a:xfrm>
                <a:custGeom>
                  <a:avLst/>
                  <a:gdLst>
                    <a:gd name="connsiteX0" fmla="*/ 150312 w 150312"/>
                    <a:gd name="connsiteY0" fmla="*/ 19964 h 30579"/>
                    <a:gd name="connsiteX1" fmla="*/ 0 w 150312"/>
                    <a:gd name="connsiteY1" fmla="*/ 20057 h 30579"/>
                    <a:gd name="connsiteX2" fmla="*/ 10522 w 150312"/>
                    <a:gd name="connsiteY2" fmla="*/ 30579 h 30579"/>
                    <a:gd name="connsiteX3" fmla="*/ 139696 w 150312"/>
                    <a:gd name="connsiteY3" fmla="*/ 30579 h 30579"/>
                    <a:gd name="connsiteX4" fmla="*/ 150312 w 150312"/>
                    <a:gd name="connsiteY4" fmla="*/ 19964 h 30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312" h="30579">
                      <a:moveTo>
                        <a:pt x="150312" y="19964"/>
                      </a:moveTo>
                      <a:cubicBezTo>
                        <a:pt x="103997" y="-6717"/>
                        <a:pt x="46315" y="-6623"/>
                        <a:pt x="0" y="20057"/>
                      </a:cubicBezTo>
                      <a:lnTo>
                        <a:pt x="10522" y="30579"/>
                      </a:lnTo>
                      <a:cubicBezTo>
                        <a:pt x="50731" y="8972"/>
                        <a:pt x="99488" y="8972"/>
                        <a:pt x="139696" y="30579"/>
                      </a:cubicBezTo>
                      <a:lnTo>
                        <a:pt x="150312" y="1996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6" name="Forme libre : forme 2265">
                  <a:extLst>
                    <a:ext uri="{FF2B5EF4-FFF2-40B4-BE49-F238E27FC236}">
                      <a16:creationId xmlns:a16="http://schemas.microsoft.com/office/drawing/2014/main" id="{ECECC90B-E72E-467B-A1F7-B18087D45B0F}"/>
                    </a:ext>
                  </a:extLst>
                </p:cNvPr>
                <p:cNvSpPr/>
                <p:nvPr/>
              </p:nvSpPr>
              <p:spPr>
                <a:xfrm>
                  <a:off x="8167209" y="4373618"/>
                  <a:ext cx="30661" cy="150406"/>
                </a:xfrm>
                <a:custGeom>
                  <a:avLst/>
                  <a:gdLst>
                    <a:gd name="connsiteX0" fmla="*/ 10710 w 30661"/>
                    <a:gd name="connsiteY0" fmla="*/ 0 h 150406"/>
                    <a:gd name="connsiteX1" fmla="*/ 0 w 30661"/>
                    <a:gd name="connsiteY1" fmla="*/ 10710 h 150406"/>
                    <a:gd name="connsiteX2" fmla="*/ 0 w 30661"/>
                    <a:gd name="connsiteY2" fmla="*/ 139885 h 150406"/>
                    <a:gd name="connsiteX3" fmla="*/ 10522 w 30661"/>
                    <a:gd name="connsiteY3" fmla="*/ 150406 h 150406"/>
                    <a:gd name="connsiteX4" fmla="*/ 10710 w 30661"/>
                    <a:gd name="connsiteY4" fmla="*/ 0 h 150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661" h="150406">
                      <a:moveTo>
                        <a:pt x="10710" y="0"/>
                      </a:moveTo>
                      <a:lnTo>
                        <a:pt x="0" y="10710"/>
                      </a:lnTo>
                      <a:cubicBezTo>
                        <a:pt x="21608" y="50918"/>
                        <a:pt x="21702" y="99676"/>
                        <a:pt x="0" y="139885"/>
                      </a:cubicBezTo>
                      <a:lnTo>
                        <a:pt x="10522" y="150406"/>
                      </a:lnTo>
                      <a:cubicBezTo>
                        <a:pt x="37297" y="103903"/>
                        <a:pt x="37391" y="46315"/>
                        <a:pt x="10710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67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7859738" y="4346374"/>
                <a:ext cx="290091" cy="290126"/>
                <a:chOff x="7859738" y="4346374"/>
                <a:chExt cx="290091" cy="290126"/>
              </a:xfrm>
              <a:solidFill>
                <a:srgbClr val="FC0606"/>
              </a:solidFill>
            </p:grpSpPr>
            <p:sp>
              <p:nvSpPr>
                <p:cNvPr id="2268" name="Forme libre : forme 2267">
                  <a:extLst>
                    <a:ext uri="{FF2B5EF4-FFF2-40B4-BE49-F238E27FC236}">
                      <a16:creationId xmlns:a16="http://schemas.microsoft.com/office/drawing/2014/main" id="{9DDD4D44-66EE-4716-8747-54E376A95D03}"/>
                    </a:ext>
                  </a:extLst>
                </p:cNvPr>
                <p:cNvSpPr/>
                <p:nvPr/>
              </p:nvSpPr>
              <p:spPr>
                <a:xfrm>
                  <a:off x="7859738" y="4346374"/>
                  <a:ext cx="40760" cy="204612"/>
                </a:xfrm>
                <a:custGeom>
                  <a:avLst/>
                  <a:gdLst>
                    <a:gd name="connsiteX0" fmla="*/ 40761 w 40760"/>
                    <a:gd name="connsiteY0" fmla="*/ 194185 h 204612"/>
                    <a:gd name="connsiteX1" fmla="*/ 40667 w 40760"/>
                    <a:gd name="connsiteY1" fmla="*/ 10522 h 204612"/>
                    <a:gd name="connsiteX2" fmla="*/ 30145 w 40760"/>
                    <a:gd name="connsiteY2" fmla="*/ 0 h 204612"/>
                    <a:gd name="connsiteX3" fmla="*/ 30239 w 40760"/>
                    <a:gd name="connsiteY3" fmla="*/ 204613 h 204612"/>
                    <a:gd name="connsiteX4" fmla="*/ 40761 w 40760"/>
                    <a:gd name="connsiteY4" fmla="*/ 194185 h 2046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60" h="204612">
                      <a:moveTo>
                        <a:pt x="40761" y="194185"/>
                      </a:moveTo>
                      <a:cubicBezTo>
                        <a:pt x="5813" y="138193"/>
                        <a:pt x="5719" y="66513"/>
                        <a:pt x="40667" y="10522"/>
                      </a:cubicBezTo>
                      <a:lnTo>
                        <a:pt x="30145" y="0"/>
                      </a:lnTo>
                      <a:cubicBezTo>
                        <a:pt x="-10158" y="62004"/>
                        <a:pt x="-9970" y="142609"/>
                        <a:pt x="30239" y="204613"/>
                      </a:cubicBezTo>
                      <a:lnTo>
                        <a:pt x="40761" y="194185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9" name="Forme libre : forme 2268">
                  <a:extLst>
                    <a:ext uri="{FF2B5EF4-FFF2-40B4-BE49-F238E27FC236}">
                      <a16:creationId xmlns:a16="http://schemas.microsoft.com/office/drawing/2014/main" id="{B7DC4700-8576-4180-A8F2-1ABD0A7C2AFC}"/>
                    </a:ext>
                  </a:extLst>
                </p:cNvPr>
                <p:cNvSpPr/>
                <p:nvPr/>
              </p:nvSpPr>
              <p:spPr>
                <a:xfrm>
                  <a:off x="7945217" y="4595799"/>
                  <a:ext cx="204612" cy="40701"/>
                </a:xfrm>
                <a:custGeom>
                  <a:avLst/>
                  <a:gdLst>
                    <a:gd name="connsiteX0" fmla="*/ 194091 w 204612"/>
                    <a:gd name="connsiteY0" fmla="*/ 94 h 40701"/>
                    <a:gd name="connsiteX1" fmla="*/ 10428 w 204612"/>
                    <a:gd name="connsiteY1" fmla="*/ 0 h 40701"/>
                    <a:gd name="connsiteX2" fmla="*/ 0 w 204612"/>
                    <a:gd name="connsiteY2" fmla="*/ 10428 h 40701"/>
                    <a:gd name="connsiteX3" fmla="*/ 204612 w 204612"/>
                    <a:gd name="connsiteY3" fmla="*/ 10522 h 40701"/>
                    <a:gd name="connsiteX4" fmla="*/ 194091 w 204612"/>
                    <a:gd name="connsiteY4" fmla="*/ 94 h 40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4612" h="40701">
                      <a:moveTo>
                        <a:pt x="194091" y="94"/>
                      </a:moveTo>
                      <a:cubicBezTo>
                        <a:pt x="138099" y="35041"/>
                        <a:pt x="66419" y="34948"/>
                        <a:pt x="10428" y="0"/>
                      </a:cubicBezTo>
                      <a:lnTo>
                        <a:pt x="0" y="10428"/>
                      </a:lnTo>
                      <a:cubicBezTo>
                        <a:pt x="62004" y="50730"/>
                        <a:pt x="142609" y="50824"/>
                        <a:pt x="204612" y="10522"/>
                      </a:cubicBezTo>
                      <a:lnTo>
                        <a:pt x="194091" y="9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70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7945123" y="4261049"/>
                <a:ext cx="290044" cy="290126"/>
                <a:chOff x="7945123" y="4261049"/>
                <a:chExt cx="290044" cy="290126"/>
              </a:xfrm>
              <a:solidFill>
                <a:srgbClr val="FC0606"/>
              </a:solidFill>
            </p:grpSpPr>
            <p:sp>
              <p:nvSpPr>
                <p:cNvPr id="2271" name="Forme libre : forme 2270">
                  <a:extLst>
                    <a:ext uri="{FF2B5EF4-FFF2-40B4-BE49-F238E27FC236}">
                      <a16:creationId xmlns:a16="http://schemas.microsoft.com/office/drawing/2014/main" id="{582B05E6-7221-4206-B405-44D4F22E821F}"/>
                    </a:ext>
                  </a:extLst>
                </p:cNvPr>
                <p:cNvSpPr/>
                <p:nvPr/>
              </p:nvSpPr>
              <p:spPr>
                <a:xfrm>
                  <a:off x="8194453" y="4346562"/>
                  <a:ext cx="40713" cy="204612"/>
                </a:xfrm>
                <a:custGeom>
                  <a:avLst/>
                  <a:gdLst>
                    <a:gd name="connsiteX0" fmla="*/ 10428 w 40713"/>
                    <a:gd name="connsiteY0" fmla="*/ 0 h 204612"/>
                    <a:gd name="connsiteX1" fmla="*/ 0 w 40713"/>
                    <a:gd name="connsiteY1" fmla="*/ 10428 h 204612"/>
                    <a:gd name="connsiteX2" fmla="*/ 94 w 40713"/>
                    <a:gd name="connsiteY2" fmla="*/ 194091 h 204612"/>
                    <a:gd name="connsiteX3" fmla="*/ 10616 w 40713"/>
                    <a:gd name="connsiteY3" fmla="*/ 204613 h 204612"/>
                    <a:gd name="connsiteX4" fmla="*/ 10428 w 40713"/>
                    <a:gd name="connsiteY4" fmla="*/ 0 h 2046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13" h="204612">
                      <a:moveTo>
                        <a:pt x="10428" y="0"/>
                      </a:moveTo>
                      <a:lnTo>
                        <a:pt x="0" y="10428"/>
                      </a:lnTo>
                      <a:cubicBezTo>
                        <a:pt x="34948" y="66419"/>
                        <a:pt x="35041" y="138099"/>
                        <a:pt x="94" y="194091"/>
                      </a:cubicBezTo>
                      <a:lnTo>
                        <a:pt x="10616" y="204613"/>
                      </a:lnTo>
                      <a:cubicBezTo>
                        <a:pt x="50825" y="142609"/>
                        <a:pt x="50731" y="62004"/>
                        <a:pt x="10428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2" name="Forme libre : forme 2271">
                  <a:extLst>
                    <a:ext uri="{FF2B5EF4-FFF2-40B4-BE49-F238E27FC236}">
                      <a16:creationId xmlns:a16="http://schemas.microsoft.com/office/drawing/2014/main" id="{4DFDDCEA-4B8B-499B-87F4-D2473D074BD7}"/>
                    </a:ext>
                  </a:extLst>
                </p:cNvPr>
                <p:cNvSpPr/>
                <p:nvPr/>
              </p:nvSpPr>
              <p:spPr>
                <a:xfrm>
                  <a:off x="7945123" y="4261049"/>
                  <a:ext cx="204612" cy="40795"/>
                </a:xfrm>
                <a:custGeom>
                  <a:avLst/>
                  <a:gdLst>
                    <a:gd name="connsiteX0" fmla="*/ 204612 w 204612"/>
                    <a:gd name="connsiteY0" fmla="*/ 30274 h 40795"/>
                    <a:gd name="connsiteX1" fmla="*/ 0 w 204612"/>
                    <a:gd name="connsiteY1" fmla="*/ 30180 h 40795"/>
                    <a:gd name="connsiteX2" fmla="*/ 10522 w 204612"/>
                    <a:gd name="connsiteY2" fmla="*/ 40702 h 40795"/>
                    <a:gd name="connsiteX3" fmla="*/ 194185 w 204612"/>
                    <a:gd name="connsiteY3" fmla="*/ 40796 h 40795"/>
                    <a:gd name="connsiteX4" fmla="*/ 204612 w 204612"/>
                    <a:gd name="connsiteY4" fmla="*/ 30274 h 40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4612" h="40795">
                      <a:moveTo>
                        <a:pt x="204612" y="30274"/>
                      </a:moveTo>
                      <a:cubicBezTo>
                        <a:pt x="142609" y="-10029"/>
                        <a:pt x="62004" y="-10123"/>
                        <a:pt x="0" y="30180"/>
                      </a:cubicBezTo>
                      <a:lnTo>
                        <a:pt x="10522" y="40702"/>
                      </a:lnTo>
                      <a:cubicBezTo>
                        <a:pt x="66513" y="5754"/>
                        <a:pt x="138193" y="5848"/>
                        <a:pt x="194185" y="40796"/>
                      </a:cubicBezTo>
                      <a:lnTo>
                        <a:pt x="204612" y="3027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3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7530677" y="3996828"/>
              <a:ext cx="237781" cy="237755"/>
              <a:chOff x="8050107" y="3379349"/>
              <a:chExt cx="319073" cy="319038"/>
            </a:xfrm>
            <a:solidFill>
              <a:srgbClr val="FC0606"/>
            </a:solidFill>
          </p:grpSpPr>
          <p:sp>
            <p:nvSpPr>
              <p:cNvPr id="2274" name="Forme libre : forme 2273">
                <a:extLst>
                  <a:ext uri="{FF2B5EF4-FFF2-40B4-BE49-F238E27FC236}">
                    <a16:creationId xmlns:a16="http://schemas.microsoft.com/office/drawing/2014/main" id="{8196151C-EE04-4834-AA34-004574A8448A}"/>
                  </a:ext>
                </a:extLst>
              </p:cNvPr>
              <p:cNvSpPr/>
              <p:nvPr/>
            </p:nvSpPr>
            <p:spPr>
              <a:xfrm>
                <a:off x="8148326" y="3477569"/>
                <a:ext cx="122692" cy="122692"/>
              </a:xfrm>
              <a:custGeom>
                <a:avLst/>
                <a:gdLst>
                  <a:gd name="connsiteX0" fmla="*/ 122693 w 122692"/>
                  <a:gd name="connsiteY0" fmla="*/ 61346 h 122692"/>
                  <a:gd name="connsiteX1" fmla="*/ 61346 w 122692"/>
                  <a:gd name="connsiteY1" fmla="*/ 122693 h 122692"/>
                  <a:gd name="connsiteX2" fmla="*/ 0 w 122692"/>
                  <a:gd name="connsiteY2" fmla="*/ 61346 h 122692"/>
                  <a:gd name="connsiteX3" fmla="*/ 61346 w 122692"/>
                  <a:gd name="connsiteY3" fmla="*/ 0 h 122692"/>
                  <a:gd name="connsiteX4" fmla="*/ 122693 w 122692"/>
                  <a:gd name="connsiteY4" fmla="*/ 61346 h 122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692" h="122692">
                    <a:moveTo>
                      <a:pt x="122693" y="61346"/>
                    </a:moveTo>
                    <a:cubicBezTo>
                      <a:pt x="122693" y="95227"/>
                      <a:pt x="95227" y="122693"/>
                      <a:pt x="61346" y="122693"/>
                    </a:cubicBezTo>
                    <a:cubicBezTo>
                      <a:pt x="27465" y="122693"/>
                      <a:pt x="0" y="95227"/>
                      <a:pt x="0" y="61346"/>
                    </a:cubicBezTo>
                    <a:cubicBezTo>
                      <a:pt x="0" y="27466"/>
                      <a:pt x="27465" y="0"/>
                      <a:pt x="61346" y="0"/>
                    </a:cubicBezTo>
                    <a:cubicBezTo>
                      <a:pt x="95227" y="0"/>
                      <a:pt x="122693" y="27466"/>
                      <a:pt x="122693" y="61346"/>
                    </a:cubicBezTo>
                    <a:close/>
                  </a:path>
                </a:pathLst>
              </a:custGeom>
              <a:solidFill>
                <a:srgbClr val="FC0606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275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118546" y="3502277"/>
                <a:ext cx="127671" cy="127671"/>
                <a:chOff x="8118546" y="3502277"/>
                <a:chExt cx="127671" cy="127671"/>
              </a:xfrm>
              <a:solidFill>
                <a:srgbClr val="FC0606"/>
              </a:solidFill>
            </p:grpSpPr>
            <p:sp>
              <p:nvSpPr>
                <p:cNvPr id="2276" name="Forme libre : forme 2275">
                  <a:extLst>
                    <a:ext uri="{FF2B5EF4-FFF2-40B4-BE49-F238E27FC236}">
                      <a16:creationId xmlns:a16="http://schemas.microsoft.com/office/drawing/2014/main" id="{31FFF179-3292-459B-A593-CDF25375E880}"/>
                    </a:ext>
                  </a:extLst>
                </p:cNvPr>
                <p:cNvSpPr/>
                <p:nvPr/>
              </p:nvSpPr>
              <p:spPr>
                <a:xfrm>
                  <a:off x="8118546" y="3502277"/>
                  <a:ext cx="17097" cy="73089"/>
                </a:xfrm>
                <a:custGeom>
                  <a:avLst/>
                  <a:gdLst>
                    <a:gd name="connsiteX0" fmla="*/ 17004 w 17097"/>
                    <a:gd name="connsiteY0" fmla="*/ 63695 h 73089"/>
                    <a:gd name="connsiteX1" fmla="*/ 17098 w 17097"/>
                    <a:gd name="connsiteY1" fmla="*/ 9489 h 73089"/>
                    <a:gd name="connsiteX2" fmla="*/ 7609 w 17097"/>
                    <a:gd name="connsiteY2" fmla="*/ 0 h 73089"/>
                    <a:gd name="connsiteX3" fmla="*/ 7609 w 17097"/>
                    <a:gd name="connsiteY3" fmla="*/ 73089 h 73089"/>
                    <a:gd name="connsiteX4" fmla="*/ 17004 w 17097"/>
                    <a:gd name="connsiteY4" fmla="*/ 63695 h 73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97" h="73089">
                      <a:moveTo>
                        <a:pt x="17004" y="63695"/>
                      </a:moveTo>
                      <a:cubicBezTo>
                        <a:pt x="10710" y="46221"/>
                        <a:pt x="10710" y="26963"/>
                        <a:pt x="17098" y="9489"/>
                      </a:cubicBezTo>
                      <a:lnTo>
                        <a:pt x="7609" y="0"/>
                      </a:lnTo>
                      <a:cubicBezTo>
                        <a:pt x="-2536" y="23204"/>
                        <a:pt x="-2536" y="49885"/>
                        <a:pt x="7609" y="73089"/>
                      </a:cubicBezTo>
                      <a:lnTo>
                        <a:pt x="17004" y="63695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7" name="Forme libre : forme 2276">
                  <a:extLst>
                    <a:ext uri="{FF2B5EF4-FFF2-40B4-BE49-F238E27FC236}">
                      <a16:creationId xmlns:a16="http://schemas.microsoft.com/office/drawing/2014/main" id="{2FAB4FB7-7FA0-4EE5-8467-D8EEAC211209}"/>
                    </a:ext>
                  </a:extLst>
                </p:cNvPr>
                <p:cNvSpPr/>
                <p:nvPr/>
              </p:nvSpPr>
              <p:spPr>
                <a:xfrm>
                  <a:off x="8173128" y="3612850"/>
                  <a:ext cx="73089" cy="17097"/>
                </a:xfrm>
                <a:custGeom>
                  <a:avLst/>
                  <a:gdLst>
                    <a:gd name="connsiteX0" fmla="*/ 63601 w 73089"/>
                    <a:gd name="connsiteY0" fmla="*/ 0 h 17097"/>
                    <a:gd name="connsiteX1" fmla="*/ 9395 w 73089"/>
                    <a:gd name="connsiteY1" fmla="*/ 94 h 17097"/>
                    <a:gd name="connsiteX2" fmla="*/ 0 w 73089"/>
                    <a:gd name="connsiteY2" fmla="*/ 9488 h 17097"/>
                    <a:gd name="connsiteX3" fmla="*/ 73090 w 73089"/>
                    <a:gd name="connsiteY3" fmla="*/ 9488 h 17097"/>
                    <a:gd name="connsiteX4" fmla="*/ 63601 w 73089"/>
                    <a:gd name="connsiteY4" fmla="*/ 0 h 17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089" h="17097">
                      <a:moveTo>
                        <a:pt x="63601" y="0"/>
                      </a:moveTo>
                      <a:cubicBezTo>
                        <a:pt x="46127" y="6388"/>
                        <a:pt x="26869" y="6388"/>
                        <a:pt x="9395" y="94"/>
                      </a:cubicBezTo>
                      <a:lnTo>
                        <a:pt x="0" y="9488"/>
                      </a:lnTo>
                      <a:cubicBezTo>
                        <a:pt x="23205" y="19635"/>
                        <a:pt x="49885" y="19635"/>
                        <a:pt x="73090" y="9488"/>
                      </a:cubicBezTo>
                      <a:lnTo>
                        <a:pt x="63601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78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173128" y="3447789"/>
                <a:ext cx="127577" cy="127577"/>
                <a:chOff x="8173128" y="3447789"/>
                <a:chExt cx="127577" cy="127577"/>
              </a:xfrm>
              <a:solidFill>
                <a:srgbClr val="FC0606"/>
              </a:solidFill>
            </p:grpSpPr>
            <p:sp>
              <p:nvSpPr>
                <p:cNvPr id="2279" name="Forme libre : forme 2278">
                  <a:extLst>
                    <a:ext uri="{FF2B5EF4-FFF2-40B4-BE49-F238E27FC236}">
                      <a16:creationId xmlns:a16="http://schemas.microsoft.com/office/drawing/2014/main" id="{B1E325EB-62F0-4A3B-A9B8-90518634D0CB}"/>
                    </a:ext>
                  </a:extLst>
                </p:cNvPr>
                <p:cNvSpPr/>
                <p:nvPr/>
              </p:nvSpPr>
              <p:spPr>
                <a:xfrm>
                  <a:off x="8173128" y="3447789"/>
                  <a:ext cx="73089" cy="17098"/>
                </a:xfrm>
                <a:custGeom>
                  <a:avLst/>
                  <a:gdLst>
                    <a:gd name="connsiteX0" fmla="*/ 73090 w 73089"/>
                    <a:gd name="connsiteY0" fmla="*/ 7609 h 17098"/>
                    <a:gd name="connsiteX1" fmla="*/ 0 w 73089"/>
                    <a:gd name="connsiteY1" fmla="*/ 7609 h 17098"/>
                    <a:gd name="connsiteX2" fmla="*/ 9489 w 73089"/>
                    <a:gd name="connsiteY2" fmla="*/ 17098 h 17098"/>
                    <a:gd name="connsiteX3" fmla="*/ 63695 w 73089"/>
                    <a:gd name="connsiteY3" fmla="*/ 17004 h 17098"/>
                    <a:gd name="connsiteX4" fmla="*/ 73090 w 73089"/>
                    <a:gd name="connsiteY4" fmla="*/ 7609 h 17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089" h="17098">
                      <a:moveTo>
                        <a:pt x="73090" y="7609"/>
                      </a:moveTo>
                      <a:cubicBezTo>
                        <a:pt x="49885" y="-2536"/>
                        <a:pt x="23205" y="-2536"/>
                        <a:pt x="0" y="7609"/>
                      </a:cubicBezTo>
                      <a:lnTo>
                        <a:pt x="9489" y="17098"/>
                      </a:lnTo>
                      <a:cubicBezTo>
                        <a:pt x="26962" y="10710"/>
                        <a:pt x="46221" y="10710"/>
                        <a:pt x="63695" y="17004"/>
                      </a:cubicBezTo>
                      <a:lnTo>
                        <a:pt x="73090" y="7609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0" name="Forme libre : forme 2279">
                  <a:extLst>
                    <a:ext uri="{FF2B5EF4-FFF2-40B4-BE49-F238E27FC236}">
                      <a16:creationId xmlns:a16="http://schemas.microsoft.com/office/drawing/2014/main" id="{8209D596-0539-4114-92CE-6E0D89A35261}"/>
                    </a:ext>
                  </a:extLst>
                </p:cNvPr>
                <p:cNvSpPr/>
                <p:nvPr/>
              </p:nvSpPr>
              <p:spPr>
                <a:xfrm>
                  <a:off x="8283607" y="3502277"/>
                  <a:ext cx="17098" cy="73089"/>
                </a:xfrm>
                <a:custGeom>
                  <a:avLst/>
                  <a:gdLst>
                    <a:gd name="connsiteX0" fmla="*/ 9489 w 17098"/>
                    <a:gd name="connsiteY0" fmla="*/ 0 h 73089"/>
                    <a:gd name="connsiteX1" fmla="*/ 94 w 17098"/>
                    <a:gd name="connsiteY1" fmla="*/ 9395 h 73089"/>
                    <a:gd name="connsiteX2" fmla="*/ 0 w 17098"/>
                    <a:gd name="connsiteY2" fmla="*/ 63601 h 73089"/>
                    <a:gd name="connsiteX3" fmla="*/ 9489 w 17098"/>
                    <a:gd name="connsiteY3" fmla="*/ 73089 h 73089"/>
                    <a:gd name="connsiteX4" fmla="*/ 9489 w 17098"/>
                    <a:gd name="connsiteY4" fmla="*/ 0 h 73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98" h="73089">
                      <a:moveTo>
                        <a:pt x="9489" y="0"/>
                      </a:moveTo>
                      <a:lnTo>
                        <a:pt x="94" y="9395"/>
                      </a:lnTo>
                      <a:cubicBezTo>
                        <a:pt x="6388" y="26868"/>
                        <a:pt x="6388" y="46127"/>
                        <a:pt x="0" y="63601"/>
                      </a:cubicBezTo>
                      <a:lnTo>
                        <a:pt x="9489" y="73089"/>
                      </a:lnTo>
                      <a:cubicBezTo>
                        <a:pt x="19635" y="49885"/>
                        <a:pt x="19635" y="23299"/>
                        <a:pt x="9489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81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081849" y="3475127"/>
                <a:ext cx="191613" cy="191612"/>
                <a:chOff x="8081849" y="3475127"/>
                <a:chExt cx="191613" cy="191612"/>
              </a:xfrm>
              <a:solidFill>
                <a:srgbClr val="FC0606"/>
              </a:solidFill>
            </p:grpSpPr>
            <p:sp>
              <p:nvSpPr>
                <p:cNvPr id="2282" name="Forme libre : forme 2281">
                  <a:extLst>
                    <a:ext uri="{FF2B5EF4-FFF2-40B4-BE49-F238E27FC236}">
                      <a16:creationId xmlns:a16="http://schemas.microsoft.com/office/drawing/2014/main" id="{181B9055-EC0F-448D-88BE-B9034D88AC87}"/>
                    </a:ext>
                  </a:extLst>
                </p:cNvPr>
                <p:cNvSpPr/>
                <p:nvPr/>
              </p:nvSpPr>
              <p:spPr>
                <a:xfrm>
                  <a:off x="8081849" y="3475127"/>
                  <a:ext cx="25987" cy="127765"/>
                </a:xfrm>
                <a:custGeom>
                  <a:avLst/>
                  <a:gdLst>
                    <a:gd name="connsiteX0" fmla="*/ 25988 w 25987"/>
                    <a:gd name="connsiteY0" fmla="*/ 118653 h 127765"/>
                    <a:gd name="connsiteX1" fmla="*/ 25988 w 25987"/>
                    <a:gd name="connsiteY1" fmla="*/ 8925 h 127765"/>
                    <a:gd name="connsiteX2" fmla="*/ 17063 w 25987"/>
                    <a:gd name="connsiteY2" fmla="*/ 0 h 127765"/>
                    <a:gd name="connsiteX3" fmla="*/ 16969 w 25987"/>
                    <a:gd name="connsiteY3" fmla="*/ 127766 h 127765"/>
                    <a:gd name="connsiteX4" fmla="*/ 25988 w 25987"/>
                    <a:gd name="connsiteY4" fmla="*/ 118653 h 127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7" h="127765">
                      <a:moveTo>
                        <a:pt x="25988" y="118653"/>
                      </a:moveTo>
                      <a:cubicBezTo>
                        <a:pt x="7574" y="84457"/>
                        <a:pt x="7574" y="43027"/>
                        <a:pt x="25988" y="8925"/>
                      </a:cubicBezTo>
                      <a:lnTo>
                        <a:pt x="17063" y="0"/>
                      </a:lnTo>
                      <a:cubicBezTo>
                        <a:pt x="-5672" y="39457"/>
                        <a:pt x="-5672" y="88402"/>
                        <a:pt x="16969" y="127766"/>
                      </a:cubicBezTo>
                      <a:lnTo>
                        <a:pt x="25988" y="118653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3" name="Forme libre : forme 2282">
                  <a:extLst>
                    <a:ext uri="{FF2B5EF4-FFF2-40B4-BE49-F238E27FC236}">
                      <a16:creationId xmlns:a16="http://schemas.microsoft.com/office/drawing/2014/main" id="{B3C9E2E5-4595-4D1B-BBEB-FFEC5EF7C80C}"/>
                    </a:ext>
                  </a:extLst>
                </p:cNvPr>
                <p:cNvSpPr/>
                <p:nvPr/>
              </p:nvSpPr>
              <p:spPr>
                <a:xfrm>
                  <a:off x="8145696" y="3640658"/>
                  <a:ext cx="127765" cy="26081"/>
                </a:xfrm>
                <a:custGeom>
                  <a:avLst/>
                  <a:gdLst>
                    <a:gd name="connsiteX0" fmla="*/ 118841 w 127765"/>
                    <a:gd name="connsiteY0" fmla="*/ 0 h 26081"/>
                    <a:gd name="connsiteX1" fmla="*/ 9113 w 127765"/>
                    <a:gd name="connsiteY1" fmla="*/ 0 h 26081"/>
                    <a:gd name="connsiteX2" fmla="*/ 0 w 127765"/>
                    <a:gd name="connsiteY2" fmla="*/ 9113 h 26081"/>
                    <a:gd name="connsiteX3" fmla="*/ 127766 w 127765"/>
                    <a:gd name="connsiteY3" fmla="*/ 9019 h 26081"/>
                    <a:gd name="connsiteX4" fmla="*/ 118841 w 127765"/>
                    <a:gd name="connsiteY4" fmla="*/ 0 h 26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765" h="26081">
                      <a:moveTo>
                        <a:pt x="118841" y="0"/>
                      </a:moveTo>
                      <a:cubicBezTo>
                        <a:pt x="84645" y="18413"/>
                        <a:pt x="43215" y="18319"/>
                        <a:pt x="9113" y="0"/>
                      </a:cubicBezTo>
                      <a:lnTo>
                        <a:pt x="0" y="9113"/>
                      </a:lnTo>
                      <a:cubicBezTo>
                        <a:pt x="39363" y="31754"/>
                        <a:pt x="88403" y="31754"/>
                        <a:pt x="127766" y="9019"/>
                      </a:cubicBezTo>
                      <a:lnTo>
                        <a:pt x="118841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84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145790" y="3410997"/>
                <a:ext cx="191695" cy="191706"/>
                <a:chOff x="8145790" y="3410997"/>
                <a:chExt cx="191695" cy="191706"/>
              </a:xfrm>
              <a:solidFill>
                <a:srgbClr val="FC0606"/>
              </a:solidFill>
            </p:grpSpPr>
            <p:sp>
              <p:nvSpPr>
                <p:cNvPr id="2285" name="Forme libre : forme 2284">
                  <a:extLst>
                    <a:ext uri="{FF2B5EF4-FFF2-40B4-BE49-F238E27FC236}">
                      <a16:creationId xmlns:a16="http://schemas.microsoft.com/office/drawing/2014/main" id="{96655C12-34A9-438D-8619-3DC9227E3ECA}"/>
                    </a:ext>
                  </a:extLst>
                </p:cNvPr>
                <p:cNvSpPr/>
                <p:nvPr/>
              </p:nvSpPr>
              <p:spPr>
                <a:xfrm>
                  <a:off x="8145790" y="3410997"/>
                  <a:ext cx="127765" cy="25987"/>
                </a:xfrm>
                <a:custGeom>
                  <a:avLst/>
                  <a:gdLst>
                    <a:gd name="connsiteX0" fmla="*/ 127765 w 127765"/>
                    <a:gd name="connsiteY0" fmla="*/ 16969 h 25987"/>
                    <a:gd name="connsiteX1" fmla="*/ 0 w 127765"/>
                    <a:gd name="connsiteY1" fmla="*/ 17063 h 25987"/>
                    <a:gd name="connsiteX2" fmla="*/ 8925 w 127765"/>
                    <a:gd name="connsiteY2" fmla="*/ 25988 h 25987"/>
                    <a:gd name="connsiteX3" fmla="*/ 118653 w 127765"/>
                    <a:gd name="connsiteY3" fmla="*/ 25988 h 25987"/>
                    <a:gd name="connsiteX4" fmla="*/ 127765 w 127765"/>
                    <a:gd name="connsiteY4" fmla="*/ 16969 h 25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765" h="25987">
                      <a:moveTo>
                        <a:pt x="127765" y="16969"/>
                      </a:moveTo>
                      <a:cubicBezTo>
                        <a:pt x="88402" y="-5672"/>
                        <a:pt x="39363" y="-5672"/>
                        <a:pt x="0" y="17063"/>
                      </a:cubicBezTo>
                      <a:lnTo>
                        <a:pt x="8925" y="25988"/>
                      </a:lnTo>
                      <a:cubicBezTo>
                        <a:pt x="43121" y="7574"/>
                        <a:pt x="84551" y="7668"/>
                        <a:pt x="118653" y="25988"/>
                      </a:cubicBezTo>
                      <a:lnTo>
                        <a:pt x="127765" y="16969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6" name="Forme libre : forme 2285">
                  <a:extLst>
                    <a:ext uri="{FF2B5EF4-FFF2-40B4-BE49-F238E27FC236}">
                      <a16:creationId xmlns:a16="http://schemas.microsoft.com/office/drawing/2014/main" id="{FD488253-D7B3-41B3-AB88-741B2B8C3EC1}"/>
                    </a:ext>
                  </a:extLst>
                </p:cNvPr>
                <p:cNvSpPr/>
                <p:nvPr/>
              </p:nvSpPr>
              <p:spPr>
                <a:xfrm>
                  <a:off x="8311415" y="3474939"/>
                  <a:ext cx="26069" cy="127765"/>
                </a:xfrm>
                <a:custGeom>
                  <a:avLst/>
                  <a:gdLst>
                    <a:gd name="connsiteX0" fmla="*/ 9112 w 26069"/>
                    <a:gd name="connsiteY0" fmla="*/ 0 h 127765"/>
                    <a:gd name="connsiteX1" fmla="*/ 0 w 26069"/>
                    <a:gd name="connsiteY1" fmla="*/ 9112 h 127765"/>
                    <a:gd name="connsiteX2" fmla="*/ 0 w 26069"/>
                    <a:gd name="connsiteY2" fmla="*/ 118841 h 127765"/>
                    <a:gd name="connsiteX3" fmla="*/ 8925 w 26069"/>
                    <a:gd name="connsiteY3" fmla="*/ 127765 h 127765"/>
                    <a:gd name="connsiteX4" fmla="*/ 9112 w 26069"/>
                    <a:gd name="connsiteY4" fmla="*/ 0 h 127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069" h="127765">
                      <a:moveTo>
                        <a:pt x="9112" y="0"/>
                      </a:moveTo>
                      <a:lnTo>
                        <a:pt x="0" y="9112"/>
                      </a:lnTo>
                      <a:cubicBezTo>
                        <a:pt x="18413" y="43309"/>
                        <a:pt x="18413" y="84738"/>
                        <a:pt x="0" y="118841"/>
                      </a:cubicBezTo>
                      <a:lnTo>
                        <a:pt x="8925" y="127765"/>
                      </a:lnTo>
                      <a:cubicBezTo>
                        <a:pt x="31754" y="88402"/>
                        <a:pt x="31754" y="39363"/>
                        <a:pt x="9112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87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050107" y="3451828"/>
                <a:ext cx="246465" cy="246559"/>
                <a:chOff x="8050107" y="3451828"/>
                <a:chExt cx="246465" cy="246559"/>
              </a:xfrm>
              <a:solidFill>
                <a:srgbClr val="FC0606"/>
              </a:solidFill>
            </p:grpSpPr>
            <p:sp>
              <p:nvSpPr>
                <p:cNvPr id="2288" name="Forme libre : forme 2287">
                  <a:extLst>
                    <a:ext uri="{FF2B5EF4-FFF2-40B4-BE49-F238E27FC236}">
                      <a16:creationId xmlns:a16="http://schemas.microsoft.com/office/drawing/2014/main" id="{C28ED12E-B4B4-40D9-AA12-E6DD7C941862}"/>
                    </a:ext>
                  </a:extLst>
                </p:cNvPr>
                <p:cNvSpPr/>
                <p:nvPr/>
              </p:nvSpPr>
              <p:spPr>
                <a:xfrm>
                  <a:off x="8050107" y="3451828"/>
                  <a:ext cx="34618" cy="173892"/>
                </a:xfrm>
                <a:custGeom>
                  <a:avLst/>
                  <a:gdLst>
                    <a:gd name="connsiteX0" fmla="*/ 34619 w 34618"/>
                    <a:gd name="connsiteY0" fmla="*/ 165062 h 173892"/>
                    <a:gd name="connsiteX1" fmla="*/ 34525 w 34618"/>
                    <a:gd name="connsiteY1" fmla="*/ 8925 h 173892"/>
                    <a:gd name="connsiteX2" fmla="*/ 25600 w 34618"/>
                    <a:gd name="connsiteY2" fmla="*/ 0 h 173892"/>
                    <a:gd name="connsiteX3" fmla="*/ 25694 w 34618"/>
                    <a:gd name="connsiteY3" fmla="*/ 173893 h 173892"/>
                    <a:gd name="connsiteX4" fmla="*/ 34619 w 34618"/>
                    <a:gd name="connsiteY4" fmla="*/ 165062 h 173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618" h="173892">
                      <a:moveTo>
                        <a:pt x="34619" y="165062"/>
                      </a:moveTo>
                      <a:cubicBezTo>
                        <a:pt x="4932" y="117432"/>
                        <a:pt x="4838" y="56555"/>
                        <a:pt x="34525" y="8925"/>
                      </a:cubicBezTo>
                      <a:lnTo>
                        <a:pt x="25600" y="0"/>
                      </a:lnTo>
                      <a:cubicBezTo>
                        <a:pt x="-8596" y="52703"/>
                        <a:pt x="-8502" y="121189"/>
                        <a:pt x="25694" y="173893"/>
                      </a:cubicBezTo>
                      <a:lnTo>
                        <a:pt x="34619" y="165062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9" name="Forme libre : forme 2288">
                  <a:extLst>
                    <a:ext uri="{FF2B5EF4-FFF2-40B4-BE49-F238E27FC236}">
                      <a16:creationId xmlns:a16="http://schemas.microsoft.com/office/drawing/2014/main" id="{51D7CD33-11A7-4E29-9408-B4A69DF6902A}"/>
                    </a:ext>
                  </a:extLst>
                </p:cNvPr>
                <p:cNvSpPr/>
                <p:nvPr/>
              </p:nvSpPr>
              <p:spPr>
                <a:xfrm>
                  <a:off x="8122679" y="3663768"/>
                  <a:ext cx="173892" cy="34618"/>
                </a:xfrm>
                <a:custGeom>
                  <a:avLst/>
                  <a:gdLst>
                    <a:gd name="connsiteX0" fmla="*/ 165062 w 173892"/>
                    <a:gd name="connsiteY0" fmla="*/ 94 h 34618"/>
                    <a:gd name="connsiteX1" fmla="*/ 8925 w 173892"/>
                    <a:gd name="connsiteY1" fmla="*/ 0 h 34618"/>
                    <a:gd name="connsiteX2" fmla="*/ 0 w 173892"/>
                    <a:gd name="connsiteY2" fmla="*/ 8925 h 34618"/>
                    <a:gd name="connsiteX3" fmla="*/ 173893 w 173892"/>
                    <a:gd name="connsiteY3" fmla="*/ 9019 h 34618"/>
                    <a:gd name="connsiteX4" fmla="*/ 165062 w 173892"/>
                    <a:gd name="connsiteY4" fmla="*/ 94 h 3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892" h="34618">
                      <a:moveTo>
                        <a:pt x="165062" y="94"/>
                      </a:moveTo>
                      <a:cubicBezTo>
                        <a:pt x="117432" y="29781"/>
                        <a:pt x="56555" y="29781"/>
                        <a:pt x="8925" y="0"/>
                      </a:cubicBezTo>
                      <a:lnTo>
                        <a:pt x="0" y="8925"/>
                      </a:lnTo>
                      <a:cubicBezTo>
                        <a:pt x="52704" y="43121"/>
                        <a:pt x="121190" y="43215"/>
                        <a:pt x="173893" y="9019"/>
                      </a:cubicBezTo>
                      <a:lnTo>
                        <a:pt x="165062" y="9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90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122679" y="3379349"/>
                <a:ext cx="246500" cy="246559"/>
                <a:chOff x="8122679" y="3379349"/>
                <a:chExt cx="246500" cy="246559"/>
              </a:xfrm>
              <a:solidFill>
                <a:srgbClr val="FC0606"/>
              </a:solidFill>
            </p:grpSpPr>
            <p:sp>
              <p:nvSpPr>
                <p:cNvPr id="2291" name="Forme libre : forme 2290">
                  <a:extLst>
                    <a:ext uri="{FF2B5EF4-FFF2-40B4-BE49-F238E27FC236}">
                      <a16:creationId xmlns:a16="http://schemas.microsoft.com/office/drawing/2014/main" id="{E1BCC0AE-81C3-462A-9221-7C2F84D4988A}"/>
                    </a:ext>
                  </a:extLst>
                </p:cNvPr>
                <p:cNvSpPr/>
                <p:nvPr/>
              </p:nvSpPr>
              <p:spPr>
                <a:xfrm>
                  <a:off x="8334526" y="3451922"/>
                  <a:ext cx="34653" cy="173986"/>
                </a:xfrm>
                <a:custGeom>
                  <a:avLst/>
                  <a:gdLst>
                    <a:gd name="connsiteX0" fmla="*/ 8924 w 34653"/>
                    <a:gd name="connsiteY0" fmla="*/ 0 h 173986"/>
                    <a:gd name="connsiteX1" fmla="*/ 0 w 34653"/>
                    <a:gd name="connsiteY1" fmla="*/ 8925 h 173986"/>
                    <a:gd name="connsiteX2" fmla="*/ 93 w 34653"/>
                    <a:gd name="connsiteY2" fmla="*/ 165062 h 173986"/>
                    <a:gd name="connsiteX3" fmla="*/ 9018 w 34653"/>
                    <a:gd name="connsiteY3" fmla="*/ 173986 h 173986"/>
                    <a:gd name="connsiteX4" fmla="*/ 8924 w 34653"/>
                    <a:gd name="connsiteY4" fmla="*/ 0 h 173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653" h="173986">
                      <a:moveTo>
                        <a:pt x="8924" y="0"/>
                      </a:moveTo>
                      <a:lnTo>
                        <a:pt x="0" y="8925"/>
                      </a:lnTo>
                      <a:cubicBezTo>
                        <a:pt x="29686" y="56555"/>
                        <a:pt x="29780" y="117432"/>
                        <a:pt x="93" y="165062"/>
                      </a:cubicBezTo>
                      <a:lnTo>
                        <a:pt x="9018" y="173986"/>
                      </a:lnTo>
                      <a:cubicBezTo>
                        <a:pt x="43309" y="121283"/>
                        <a:pt x="43121" y="52703"/>
                        <a:pt x="8924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2" name="Forme libre : forme 2291">
                  <a:extLst>
                    <a:ext uri="{FF2B5EF4-FFF2-40B4-BE49-F238E27FC236}">
                      <a16:creationId xmlns:a16="http://schemas.microsoft.com/office/drawing/2014/main" id="{508A900A-7E99-402C-8D1B-B2647A0933C7}"/>
                    </a:ext>
                  </a:extLst>
                </p:cNvPr>
                <p:cNvSpPr/>
                <p:nvPr/>
              </p:nvSpPr>
              <p:spPr>
                <a:xfrm>
                  <a:off x="8122679" y="3379349"/>
                  <a:ext cx="173892" cy="34618"/>
                </a:xfrm>
                <a:custGeom>
                  <a:avLst/>
                  <a:gdLst>
                    <a:gd name="connsiteX0" fmla="*/ 173893 w 173892"/>
                    <a:gd name="connsiteY0" fmla="*/ 25694 h 34618"/>
                    <a:gd name="connsiteX1" fmla="*/ 0 w 173892"/>
                    <a:gd name="connsiteY1" fmla="*/ 25600 h 34618"/>
                    <a:gd name="connsiteX2" fmla="*/ 8925 w 173892"/>
                    <a:gd name="connsiteY2" fmla="*/ 34525 h 34618"/>
                    <a:gd name="connsiteX3" fmla="*/ 165062 w 173892"/>
                    <a:gd name="connsiteY3" fmla="*/ 34619 h 34618"/>
                    <a:gd name="connsiteX4" fmla="*/ 173893 w 173892"/>
                    <a:gd name="connsiteY4" fmla="*/ 25694 h 3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892" h="34618">
                      <a:moveTo>
                        <a:pt x="173893" y="25694"/>
                      </a:moveTo>
                      <a:cubicBezTo>
                        <a:pt x="121190" y="-8502"/>
                        <a:pt x="52704" y="-8596"/>
                        <a:pt x="0" y="25600"/>
                      </a:cubicBezTo>
                      <a:lnTo>
                        <a:pt x="8925" y="34525"/>
                      </a:lnTo>
                      <a:cubicBezTo>
                        <a:pt x="56555" y="4838"/>
                        <a:pt x="117432" y="4838"/>
                        <a:pt x="165062" y="34619"/>
                      </a:cubicBezTo>
                      <a:lnTo>
                        <a:pt x="173893" y="2569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93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8125694" y="4138180"/>
              <a:ext cx="237825" cy="237755"/>
              <a:chOff x="8848547" y="3569025"/>
              <a:chExt cx="319131" cy="319038"/>
            </a:xfrm>
            <a:solidFill>
              <a:srgbClr val="FC0606"/>
            </a:solidFill>
          </p:grpSpPr>
          <p:sp>
            <p:nvSpPr>
              <p:cNvPr id="2294" name="Forme libre : forme 2293">
                <a:extLst>
                  <a:ext uri="{FF2B5EF4-FFF2-40B4-BE49-F238E27FC236}">
                    <a16:creationId xmlns:a16="http://schemas.microsoft.com/office/drawing/2014/main" id="{DAF0EACC-4551-4FA3-ACE7-D0E144618A61}"/>
                  </a:ext>
                </a:extLst>
              </p:cNvPr>
              <p:cNvSpPr/>
              <p:nvPr/>
            </p:nvSpPr>
            <p:spPr>
              <a:xfrm>
                <a:off x="8946767" y="3667151"/>
                <a:ext cx="122692" cy="122692"/>
              </a:xfrm>
              <a:custGeom>
                <a:avLst/>
                <a:gdLst>
                  <a:gd name="connsiteX0" fmla="*/ 122693 w 122692"/>
                  <a:gd name="connsiteY0" fmla="*/ 61346 h 122692"/>
                  <a:gd name="connsiteX1" fmla="*/ 61346 w 122692"/>
                  <a:gd name="connsiteY1" fmla="*/ 122692 h 122692"/>
                  <a:gd name="connsiteX2" fmla="*/ 0 w 122692"/>
                  <a:gd name="connsiteY2" fmla="*/ 61346 h 122692"/>
                  <a:gd name="connsiteX3" fmla="*/ 61346 w 122692"/>
                  <a:gd name="connsiteY3" fmla="*/ 0 h 122692"/>
                  <a:gd name="connsiteX4" fmla="*/ 122693 w 122692"/>
                  <a:gd name="connsiteY4" fmla="*/ 61346 h 122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692" h="122692">
                    <a:moveTo>
                      <a:pt x="122693" y="61346"/>
                    </a:moveTo>
                    <a:cubicBezTo>
                      <a:pt x="122693" y="95227"/>
                      <a:pt x="95227" y="122692"/>
                      <a:pt x="61346" y="122692"/>
                    </a:cubicBezTo>
                    <a:cubicBezTo>
                      <a:pt x="27465" y="122692"/>
                      <a:pt x="0" y="95227"/>
                      <a:pt x="0" y="61346"/>
                    </a:cubicBezTo>
                    <a:cubicBezTo>
                      <a:pt x="0" y="27466"/>
                      <a:pt x="27465" y="0"/>
                      <a:pt x="61346" y="0"/>
                    </a:cubicBezTo>
                    <a:cubicBezTo>
                      <a:pt x="95227" y="0"/>
                      <a:pt x="122693" y="27466"/>
                      <a:pt x="122693" y="61346"/>
                    </a:cubicBezTo>
                    <a:close/>
                  </a:path>
                </a:pathLst>
              </a:custGeom>
              <a:solidFill>
                <a:srgbClr val="FC0606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295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917080" y="3691952"/>
                <a:ext cx="127577" cy="127671"/>
                <a:chOff x="8917080" y="3691952"/>
                <a:chExt cx="127577" cy="127671"/>
              </a:xfrm>
              <a:solidFill>
                <a:srgbClr val="FC0606"/>
              </a:solidFill>
            </p:grpSpPr>
            <p:sp>
              <p:nvSpPr>
                <p:cNvPr id="2296" name="Forme libre : forme 2295">
                  <a:extLst>
                    <a:ext uri="{FF2B5EF4-FFF2-40B4-BE49-F238E27FC236}">
                      <a16:creationId xmlns:a16="http://schemas.microsoft.com/office/drawing/2014/main" id="{684430B9-B42E-4BA6-A80E-2929EAC16381}"/>
                    </a:ext>
                  </a:extLst>
                </p:cNvPr>
                <p:cNvSpPr/>
                <p:nvPr/>
              </p:nvSpPr>
              <p:spPr>
                <a:xfrm>
                  <a:off x="8917080" y="3691952"/>
                  <a:ext cx="17097" cy="73089"/>
                </a:xfrm>
                <a:custGeom>
                  <a:avLst/>
                  <a:gdLst>
                    <a:gd name="connsiteX0" fmla="*/ 17004 w 17097"/>
                    <a:gd name="connsiteY0" fmla="*/ 63695 h 73089"/>
                    <a:gd name="connsiteX1" fmla="*/ 17098 w 17097"/>
                    <a:gd name="connsiteY1" fmla="*/ 9489 h 73089"/>
                    <a:gd name="connsiteX2" fmla="*/ 7609 w 17097"/>
                    <a:gd name="connsiteY2" fmla="*/ 0 h 73089"/>
                    <a:gd name="connsiteX3" fmla="*/ 7609 w 17097"/>
                    <a:gd name="connsiteY3" fmla="*/ 73089 h 73089"/>
                    <a:gd name="connsiteX4" fmla="*/ 17004 w 17097"/>
                    <a:gd name="connsiteY4" fmla="*/ 63695 h 73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97" h="73089">
                      <a:moveTo>
                        <a:pt x="17004" y="63695"/>
                      </a:moveTo>
                      <a:cubicBezTo>
                        <a:pt x="10710" y="46221"/>
                        <a:pt x="10710" y="26962"/>
                        <a:pt x="17098" y="9489"/>
                      </a:cubicBezTo>
                      <a:lnTo>
                        <a:pt x="7609" y="0"/>
                      </a:lnTo>
                      <a:cubicBezTo>
                        <a:pt x="-2536" y="23204"/>
                        <a:pt x="-2536" y="49885"/>
                        <a:pt x="7609" y="73089"/>
                      </a:cubicBezTo>
                      <a:lnTo>
                        <a:pt x="17004" y="63695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7" name="Forme libre : forme 2296">
                  <a:extLst>
                    <a:ext uri="{FF2B5EF4-FFF2-40B4-BE49-F238E27FC236}">
                      <a16:creationId xmlns:a16="http://schemas.microsoft.com/office/drawing/2014/main" id="{FA45BC8B-AB50-4197-AB3A-2D1ADD7B5999}"/>
                    </a:ext>
                  </a:extLst>
                </p:cNvPr>
                <p:cNvSpPr/>
                <p:nvPr/>
              </p:nvSpPr>
              <p:spPr>
                <a:xfrm>
                  <a:off x="8971568" y="3802526"/>
                  <a:ext cx="73089" cy="17097"/>
                </a:xfrm>
                <a:custGeom>
                  <a:avLst/>
                  <a:gdLst>
                    <a:gd name="connsiteX0" fmla="*/ 63601 w 73089"/>
                    <a:gd name="connsiteY0" fmla="*/ 0 h 17097"/>
                    <a:gd name="connsiteX1" fmla="*/ 9395 w 73089"/>
                    <a:gd name="connsiteY1" fmla="*/ 94 h 17097"/>
                    <a:gd name="connsiteX2" fmla="*/ 0 w 73089"/>
                    <a:gd name="connsiteY2" fmla="*/ 9488 h 17097"/>
                    <a:gd name="connsiteX3" fmla="*/ 73089 w 73089"/>
                    <a:gd name="connsiteY3" fmla="*/ 9488 h 17097"/>
                    <a:gd name="connsiteX4" fmla="*/ 63601 w 73089"/>
                    <a:gd name="connsiteY4" fmla="*/ 0 h 17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089" h="17097">
                      <a:moveTo>
                        <a:pt x="63601" y="0"/>
                      </a:moveTo>
                      <a:cubicBezTo>
                        <a:pt x="46127" y="6388"/>
                        <a:pt x="26868" y="6388"/>
                        <a:pt x="9395" y="94"/>
                      </a:cubicBezTo>
                      <a:lnTo>
                        <a:pt x="0" y="9488"/>
                      </a:lnTo>
                      <a:cubicBezTo>
                        <a:pt x="23204" y="19635"/>
                        <a:pt x="49885" y="19635"/>
                        <a:pt x="73089" y="9488"/>
                      </a:cubicBezTo>
                      <a:lnTo>
                        <a:pt x="63601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98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971568" y="3637464"/>
                <a:ext cx="127600" cy="127577"/>
                <a:chOff x="8971568" y="3637464"/>
                <a:chExt cx="127600" cy="127577"/>
              </a:xfrm>
              <a:solidFill>
                <a:srgbClr val="FC0606"/>
              </a:solidFill>
            </p:grpSpPr>
            <p:sp>
              <p:nvSpPr>
                <p:cNvPr id="2299" name="Forme libre : forme 2298">
                  <a:extLst>
                    <a:ext uri="{FF2B5EF4-FFF2-40B4-BE49-F238E27FC236}">
                      <a16:creationId xmlns:a16="http://schemas.microsoft.com/office/drawing/2014/main" id="{2B96A45F-DBA9-4558-89A1-137A6DB37A77}"/>
                    </a:ext>
                  </a:extLst>
                </p:cNvPr>
                <p:cNvSpPr/>
                <p:nvPr/>
              </p:nvSpPr>
              <p:spPr>
                <a:xfrm>
                  <a:off x="8971568" y="3637464"/>
                  <a:ext cx="73089" cy="17098"/>
                </a:xfrm>
                <a:custGeom>
                  <a:avLst/>
                  <a:gdLst>
                    <a:gd name="connsiteX0" fmla="*/ 73089 w 73089"/>
                    <a:gd name="connsiteY0" fmla="*/ 7609 h 17098"/>
                    <a:gd name="connsiteX1" fmla="*/ 0 w 73089"/>
                    <a:gd name="connsiteY1" fmla="*/ 7609 h 17098"/>
                    <a:gd name="connsiteX2" fmla="*/ 9488 w 73089"/>
                    <a:gd name="connsiteY2" fmla="*/ 17098 h 17098"/>
                    <a:gd name="connsiteX3" fmla="*/ 63695 w 73089"/>
                    <a:gd name="connsiteY3" fmla="*/ 17004 h 17098"/>
                    <a:gd name="connsiteX4" fmla="*/ 73089 w 73089"/>
                    <a:gd name="connsiteY4" fmla="*/ 7609 h 17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089" h="17098">
                      <a:moveTo>
                        <a:pt x="73089" y="7609"/>
                      </a:moveTo>
                      <a:cubicBezTo>
                        <a:pt x="49885" y="-2536"/>
                        <a:pt x="23204" y="-2536"/>
                        <a:pt x="0" y="7609"/>
                      </a:cubicBezTo>
                      <a:lnTo>
                        <a:pt x="9488" y="17098"/>
                      </a:lnTo>
                      <a:cubicBezTo>
                        <a:pt x="26962" y="10710"/>
                        <a:pt x="46221" y="10710"/>
                        <a:pt x="63695" y="17004"/>
                      </a:cubicBezTo>
                      <a:lnTo>
                        <a:pt x="73089" y="7609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0" name="Forme libre : forme 2299">
                  <a:extLst>
                    <a:ext uri="{FF2B5EF4-FFF2-40B4-BE49-F238E27FC236}">
                      <a16:creationId xmlns:a16="http://schemas.microsoft.com/office/drawing/2014/main" id="{EAB964D2-825A-4BCB-BD99-90D1F7D19398}"/>
                    </a:ext>
                  </a:extLst>
                </p:cNvPr>
                <p:cNvSpPr/>
                <p:nvPr/>
              </p:nvSpPr>
              <p:spPr>
                <a:xfrm>
                  <a:off x="9082142" y="3691952"/>
                  <a:ext cx="17027" cy="73089"/>
                </a:xfrm>
                <a:custGeom>
                  <a:avLst/>
                  <a:gdLst>
                    <a:gd name="connsiteX0" fmla="*/ 9489 w 17027"/>
                    <a:gd name="connsiteY0" fmla="*/ 0 h 73089"/>
                    <a:gd name="connsiteX1" fmla="*/ 94 w 17027"/>
                    <a:gd name="connsiteY1" fmla="*/ 9395 h 73089"/>
                    <a:gd name="connsiteX2" fmla="*/ 0 w 17027"/>
                    <a:gd name="connsiteY2" fmla="*/ 63601 h 73089"/>
                    <a:gd name="connsiteX3" fmla="*/ 9489 w 17027"/>
                    <a:gd name="connsiteY3" fmla="*/ 73089 h 73089"/>
                    <a:gd name="connsiteX4" fmla="*/ 9489 w 17027"/>
                    <a:gd name="connsiteY4" fmla="*/ 0 h 73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27" h="73089">
                      <a:moveTo>
                        <a:pt x="9489" y="0"/>
                      </a:moveTo>
                      <a:lnTo>
                        <a:pt x="94" y="9395"/>
                      </a:lnTo>
                      <a:cubicBezTo>
                        <a:pt x="6388" y="26868"/>
                        <a:pt x="6388" y="46127"/>
                        <a:pt x="0" y="63601"/>
                      </a:cubicBezTo>
                      <a:lnTo>
                        <a:pt x="9489" y="73089"/>
                      </a:lnTo>
                      <a:cubicBezTo>
                        <a:pt x="19541" y="49885"/>
                        <a:pt x="19541" y="23204"/>
                        <a:pt x="9489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301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880383" y="3664708"/>
                <a:ext cx="191519" cy="191707"/>
                <a:chOff x="8880383" y="3664708"/>
                <a:chExt cx="191519" cy="191707"/>
              </a:xfrm>
              <a:solidFill>
                <a:srgbClr val="FC0606"/>
              </a:solidFill>
            </p:grpSpPr>
            <p:sp>
              <p:nvSpPr>
                <p:cNvPr id="2302" name="Forme libre : forme 2301">
                  <a:extLst>
                    <a:ext uri="{FF2B5EF4-FFF2-40B4-BE49-F238E27FC236}">
                      <a16:creationId xmlns:a16="http://schemas.microsoft.com/office/drawing/2014/main" id="{25C456D5-C48B-43F2-8E6F-28A7B1901EF5}"/>
                    </a:ext>
                  </a:extLst>
                </p:cNvPr>
                <p:cNvSpPr/>
                <p:nvPr/>
              </p:nvSpPr>
              <p:spPr>
                <a:xfrm>
                  <a:off x="8880383" y="3664708"/>
                  <a:ext cx="25987" cy="127765"/>
                </a:xfrm>
                <a:custGeom>
                  <a:avLst/>
                  <a:gdLst>
                    <a:gd name="connsiteX0" fmla="*/ 25988 w 25987"/>
                    <a:gd name="connsiteY0" fmla="*/ 118653 h 127765"/>
                    <a:gd name="connsiteX1" fmla="*/ 25988 w 25987"/>
                    <a:gd name="connsiteY1" fmla="*/ 8925 h 127765"/>
                    <a:gd name="connsiteX2" fmla="*/ 17063 w 25987"/>
                    <a:gd name="connsiteY2" fmla="*/ 0 h 127765"/>
                    <a:gd name="connsiteX3" fmla="*/ 16969 w 25987"/>
                    <a:gd name="connsiteY3" fmla="*/ 127766 h 127765"/>
                    <a:gd name="connsiteX4" fmla="*/ 25988 w 25987"/>
                    <a:gd name="connsiteY4" fmla="*/ 118653 h 127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7" h="127765">
                      <a:moveTo>
                        <a:pt x="25988" y="118653"/>
                      </a:moveTo>
                      <a:cubicBezTo>
                        <a:pt x="7574" y="84457"/>
                        <a:pt x="7574" y="43027"/>
                        <a:pt x="25988" y="8925"/>
                      </a:cubicBezTo>
                      <a:lnTo>
                        <a:pt x="17063" y="0"/>
                      </a:lnTo>
                      <a:cubicBezTo>
                        <a:pt x="-5672" y="39457"/>
                        <a:pt x="-5672" y="88402"/>
                        <a:pt x="16969" y="127766"/>
                      </a:cubicBezTo>
                      <a:lnTo>
                        <a:pt x="25988" y="118653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3" name="Forme libre : forme 2302">
                  <a:extLst>
                    <a:ext uri="{FF2B5EF4-FFF2-40B4-BE49-F238E27FC236}">
                      <a16:creationId xmlns:a16="http://schemas.microsoft.com/office/drawing/2014/main" id="{FDABBD52-A584-4F0A-83D2-978A7CE1856B}"/>
                    </a:ext>
                  </a:extLst>
                </p:cNvPr>
                <p:cNvSpPr/>
                <p:nvPr/>
              </p:nvSpPr>
              <p:spPr>
                <a:xfrm>
                  <a:off x="8944136" y="3830333"/>
                  <a:ext cx="127765" cy="26081"/>
                </a:xfrm>
                <a:custGeom>
                  <a:avLst/>
                  <a:gdLst>
                    <a:gd name="connsiteX0" fmla="*/ 118841 w 127765"/>
                    <a:gd name="connsiteY0" fmla="*/ 0 h 26081"/>
                    <a:gd name="connsiteX1" fmla="*/ 9113 w 127765"/>
                    <a:gd name="connsiteY1" fmla="*/ 0 h 26081"/>
                    <a:gd name="connsiteX2" fmla="*/ 0 w 127765"/>
                    <a:gd name="connsiteY2" fmla="*/ 9113 h 26081"/>
                    <a:gd name="connsiteX3" fmla="*/ 127766 w 127765"/>
                    <a:gd name="connsiteY3" fmla="*/ 9019 h 26081"/>
                    <a:gd name="connsiteX4" fmla="*/ 118841 w 127765"/>
                    <a:gd name="connsiteY4" fmla="*/ 0 h 26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765" h="26081">
                      <a:moveTo>
                        <a:pt x="118841" y="0"/>
                      </a:moveTo>
                      <a:cubicBezTo>
                        <a:pt x="84645" y="18413"/>
                        <a:pt x="43215" y="18319"/>
                        <a:pt x="9113" y="0"/>
                      </a:cubicBezTo>
                      <a:lnTo>
                        <a:pt x="0" y="9113"/>
                      </a:lnTo>
                      <a:cubicBezTo>
                        <a:pt x="39363" y="31754"/>
                        <a:pt x="88403" y="31754"/>
                        <a:pt x="127766" y="9019"/>
                      </a:cubicBezTo>
                      <a:lnTo>
                        <a:pt x="118841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304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944324" y="3600673"/>
                <a:ext cx="191636" cy="191706"/>
                <a:chOff x="8944324" y="3600673"/>
                <a:chExt cx="191636" cy="191706"/>
              </a:xfrm>
              <a:solidFill>
                <a:srgbClr val="FC0606"/>
              </a:solidFill>
            </p:grpSpPr>
            <p:sp>
              <p:nvSpPr>
                <p:cNvPr id="2305" name="Forme libre : forme 2304">
                  <a:extLst>
                    <a:ext uri="{FF2B5EF4-FFF2-40B4-BE49-F238E27FC236}">
                      <a16:creationId xmlns:a16="http://schemas.microsoft.com/office/drawing/2014/main" id="{A239C365-18EC-4A51-9102-E951232F1A18}"/>
                    </a:ext>
                  </a:extLst>
                </p:cNvPr>
                <p:cNvSpPr/>
                <p:nvPr/>
              </p:nvSpPr>
              <p:spPr>
                <a:xfrm>
                  <a:off x="8944324" y="3600673"/>
                  <a:ext cx="127765" cy="25987"/>
                </a:xfrm>
                <a:custGeom>
                  <a:avLst/>
                  <a:gdLst>
                    <a:gd name="connsiteX0" fmla="*/ 127765 w 127765"/>
                    <a:gd name="connsiteY0" fmla="*/ 16969 h 25987"/>
                    <a:gd name="connsiteX1" fmla="*/ 0 w 127765"/>
                    <a:gd name="connsiteY1" fmla="*/ 17063 h 25987"/>
                    <a:gd name="connsiteX2" fmla="*/ 8925 w 127765"/>
                    <a:gd name="connsiteY2" fmla="*/ 25988 h 25987"/>
                    <a:gd name="connsiteX3" fmla="*/ 118653 w 127765"/>
                    <a:gd name="connsiteY3" fmla="*/ 25988 h 25987"/>
                    <a:gd name="connsiteX4" fmla="*/ 127765 w 127765"/>
                    <a:gd name="connsiteY4" fmla="*/ 16969 h 25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765" h="25987">
                      <a:moveTo>
                        <a:pt x="127765" y="16969"/>
                      </a:moveTo>
                      <a:cubicBezTo>
                        <a:pt x="88402" y="-5672"/>
                        <a:pt x="39363" y="-5672"/>
                        <a:pt x="0" y="17063"/>
                      </a:cubicBezTo>
                      <a:lnTo>
                        <a:pt x="8925" y="25988"/>
                      </a:lnTo>
                      <a:cubicBezTo>
                        <a:pt x="43121" y="7574"/>
                        <a:pt x="84551" y="7668"/>
                        <a:pt x="118653" y="25988"/>
                      </a:cubicBezTo>
                      <a:lnTo>
                        <a:pt x="127765" y="16969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6" name="Forme libre : forme 2305">
                  <a:extLst>
                    <a:ext uri="{FF2B5EF4-FFF2-40B4-BE49-F238E27FC236}">
                      <a16:creationId xmlns:a16="http://schemas.microsoft.com/office/drawing/2014/main" id="{9606EBFA-7BAD-47E8-8EA8-5021707C81FD}"/>
                    </a:ext>
                  </a:extLst>
                </p:cNvPr>
                <p:cNvSpPr/>
                <p:nvPr/>
              </p:nvSpPr>
              <p:spPr>
                <a:xfrm>
                  <a:off x="9109855" y="3664614"/>
                  <a:ext cx="26105" cy="127765"/>
                </a:xfrm>
                <a:custGeom>
                  <a:avLst/>
                  <a:gdLst>
                    <a:gd name="connsiteX0" fmla="*/ 9113 w 26105"/>
                    <a:gd name="connsiteY0" fmla="*/ 0 h 127765"/>
                    <a:gd name="connsiteX1" fmla="*/ 0 w 26105"/>
                    <a:gd name="connsiteY1" fmla="*/ 9113 h 127765"/>
                    <a:gd name="connsiteX2" fmla="*/ 0 w 26105"/>
                    <a:gd name="connsiteY2" fmla="*/ 118841 h 127765"/>
                    <a:gd name="connsiteX3" fmla="*/ 8925 w 26105"/>
                    <a:gd name="connsiteY3" fmla="*/ 127766 h 127765"/>
                    <a:gd name="connsiteX4" fmla="*/ 9113 w 26105"/>
                    <a:gd name="connsiteY4" fmla="*/ 0 h 127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05" h="127765">
                      <a:moveTo>
                        <a:pt x="9113" y="0"/>
                      </a:moveTo>
                      <a:lnTo>
                        <a:pt x="0" y="9113"/>
                      </a:lnTo>
                      <a:cubicBezTo>
                        <a:pt x="18413" y="43309"/>
                        <a:pt x="18413" y="84739"/>
                        <a:pt x="0" y="118841"/>
                      </a:cubicBezTo>
                      <a:lnTo>
                        <a:pt x="8925" y="127766"/>
                      </a:lnTo>
                      <a:cubicBezTo>
                        <a:pt x="31754" y="88309"/>
                        <a:pt x="31848" y="39363"/>
                        <a:pt x="9113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307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848547" y="3641504"/>
                <a:ext cx="246465" cy="246559"/>
                <a:chOff x="8848547" y="3641504"/>
                <a:chExt cx="246465" cy="246559"/>
              </a:xfrm>
              <a:solidFill>
                <a:srgbClr val="FC0606"/>
              </a:solidFill>
            </p:grpSpPr>
            <p:sp>
              <p:nvSpPr>
                <p:cNvPr id="2308" name="Forme libre : forme 2307">
                  <a:extLst>
                    <a:ext uri="{FF2B5EF4-FFF2-40B4-BE49-F238E27FC236}">
                      <a16:creationId xmlns:a16="http://schemas.microsoft.com/office/drawing/2014/main" id="{420EE90C-1008-4B8E-A201-F5A29C49C18C}"/>
                    </a:ext>
                  </a:extLst>
                </p:cNvPr>
                <p:cNvSpPr/>
                <p:nvPr/>
              </p:nvSpPr>
              <p:spPr>
                <a:xfrm>
                  <a:off x="8848547" y="3641504"/>
                  <a:ext cx="34618" cy="173892"/>
                </a:xfrm>
                <a:custGeom>
                  <a:avLst/>
                  <a:gdLst>
                    <a:gd name="connsiteX0" fmla="*/ 34619 w 34618"/>
                    <a:gd name="connsiteY0" fmla="*/ 165062 h 173892"/>
                    <a:gd name="connsiteX1" fmla="*/ 34525 w 34618"/>
                    <a:gd name="connsiteY1" fmla="*/ 8925 h 173892"/>
                    <a:gd name="connsiteX2" fmla="*/ 25600 w 34618"/>
                    <a:gd name="connsiteY2" fmla="*/ 0 h 173892"/>
                    <a:gd name="connsiteX3" fmla="*/ 25694 w 34618"/>
                    <a:gd name="connsiteY3" fmla="*/ 173893 h 173892"/>
                    <a:gd name="connsiteX4" fmla="*/ 34619 w 34618"/>
                    <a:gd name="connsiteY4" fmla="*/ 165062 h 173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618" h="173892">
                      <a:moveTo>
                        <a:pt x="34619" y="165062"/>
                      </a:moveTo>
                      <a:cubicBezTo>
                        <a:pt x="4932" y="117432"/>
                        <a:pt x="4838" y="56555"/>
                        <a:pt x="34525" y="8925"/>
                      </a:cubicBezTo>
                      <a:lnTo>
                        <a:pt x="25600" y="0"/>
                      </a:lnTo>
                      <a:cubicBezTo>
                        <a:pt x="-8596" y="52703"/>
                        <a:pt x="-8502" y="121189"/>
                        <a:pt x="25694" y="173893"/>
                      </a:cubicBezTo>
                      <a:lnTo>
                        <a:pt x="34619" y="165062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9" name="Forme libre : forme 2308">
                  <a:extLst>
                    <a:ext uri="{FF2B5EF4-FFF2-40B4-BE49-F238E27FC236}">
                      <a16:creationId xmlns:a16="http://schemas.microsoft.com/office/drawing/2014/main" id="{318D282B-26F6-47CC-A3FB-F51F26E8DB0E}"/>
                    </a:ext>
                  </a:extLst>
                </p:cNvPr>
                <p:cNvSpPr/>
                <p:nvPr/>
              </p:nvSpPr>
              <p:spPr>
                <a:xfrm>
                  <a:off x="8921119" y="3853444"/>
                  <a:ext cx="173892" cy="34618"/>
                </a:xfrm>
                <a:custGeom>
                  <a:avLst/>
                  <a:gdLst>
                    <a:gd name="connsiteX0" fmla="*/ 165062 w 173892"/>
                    <a:gd name="connsiteY0" fmla="*/ 94 h 34618"/>
                    <a:gd name="connsiteX1" fmla="*/ 8925 w 173892"/>
                    <a:gd name="connsiteY1" fmla="*/ 0 h 34618"/>
                    <a:gd name="connsiteX2" fmla="*/ 0 w 173892"/>
                    <a:gd name="connsiteY2" fmla="*/ 8925 h 34618"/>
                    <a:gd name="connsiteX3" fmla="*/ 173893 w 173892"/>
                    <a:gd name="connsiteY3" fmla="*/ 9019 h 34618"/>
                    <a:gd name="connsiteX4" fmla="*/ 165062 w 173892"/>
                    <a:gd name="connsiteY4" fmla="*/ 94 h 3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892" h="34618">
                      <a:moveTo>
                        <a:pt x="165062" y="94"/>
                      </a:moveTo>
                      <a:cubicBezTo>
                        <a:pt x="117432" y="29781"/>
                        <a:pt x="56555" y="29781"/>
                        <a:pt x="8925" y="0"/>
                      </a:cubicBezTo>
                      <a:lnTo>
                        <a:pt x="0" y="8925"/>
                      </a:lnTo>
                      <a:cubicBezTo>
                        <a:pt x="52704" y="43121"/>
                        <a:pt x="121190" y="43215"/>
                        <a:pt x="173893" y="9019"/>
                      </a:cubicBezTo>
                      <a:lnTo>
                        <a:pt x="165062" y="9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310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921119" y="3569025"/>
                <a:ext cx="246559" cy="246559"/>
                <a:chOff x="8921119" y="3569025"/>
                <a:chExt cx="246559" cy="246559"/>
              </a:xfrm>
              <a:solidFill>
                <a:srgbClr val="FC0606"/>
              </a:solidFill>
            </p:grpSpPr>
            <p:sp>
              <p:nvSpPr>
                <p:cNvPr id="2311" name="Forme libre : forme 2310">
                  <a:extLst>
                    <a:ext uri="{FF2B5EF4-FFF2-40B4-BE49-F238E27FC236}">
                      <a16:creationId xmlns:a16="http://schemas.microsoft.com/office/drawing/2014/main" id="{4022E4F8-5DF9-42A8-93B9-6FD0C6FEFC7B}"/>
                    </a:ext>
                  </a:extLst>
                </p:cNvPr>
                <p:cNvSpPr/>
                <p:nvPr/>
              </p:nvSpPr>
              <p:spPr>
                <a:xfrm>
                  <a:off x="9133060" y="3641598"/>
                  <a:ext cx="34618" cy="173986"/>
                </a:xfrm>
                <a:custGeom>
                  <a:avLst/>
                  <a:gdLst>
                    <a:gd name="connsiteX0" fmla="*/ 8924 w 34618"/>
                    <a:gd name="connsiteY0" fmla="*/ 0 h 173986"/>
                    <a:gd name="connsiteX1" fmla="*/ 0 w 34618"/>
                    <a:gd name="connsiteY1" fmla="*/ 8925 h 173986"/>
                    <a:gd name="connsiteX2" fmla="*/ 93 w 34618"/>
                    <a:gd name="connsiteY2" fmla="*/ 165062 h 173986"/>
                    <a:gd name="connsiteX3" fmla="*/ 9018 w 34618"/>
                    <a:gd name="connsiteY3" fmla="*/ 173986 h 173986"/>
                    <a:gd name="connsiteX4" fmla="*/ 8924 w 34618"/>
                    <a:gd name="connsiteY4" fmla="*/ 0 h 173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618" h="173986">
                      <a:moveTo>
                        <a:pt x="8924" y="0"/>
                      </a:moveTo>
                      <a:lnTo>
                        <a:pt x="0" y="8925"/>
                      </a:lnTo>
                      <a:cubicBezTo>
                        <a:pt x="29686" y="56555"/>
                        <a:pt x="29780" y="117432"/>
                        <a:pt x="93" y="165062"/>
                      </a:cubicBezTo>
                      <a:lnTo>
                        <a:pt x="9018" y="173986"/>
                      </a:lnTo>
                      <a:cubicBezTo>
                        <a:pt x="43215" y="121189"/>
                        <a:pt x="43121" y="52703"/>
                        <a:pt x="8924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2" name="Forme libre : forme 2311">
                  <a:extLst>
                    <a:ext uri="{FF2B5EF4-FFF2-40B4-BE49-F238E27FC236}">
                      <a16:creationId xmlns:a16="http://schemas.microsoft.com/office/drawing/2014/main" id="{E3CD7CFF-628B-4CCC-96EF-09B6792A318A}"/>
                    </a:ext>
                  </a:extLst>
                </p:cNvPr>
                <p:cNvSpPr/>
                <p:nvPr/>
              </p:nvSpPr>
              <p:spPr>
                <a:xfrm>
                  <a:off x="8921119" y="3569025"/>
                  <a:ext cx="173892" cy="34618"/>
                </a:xfrm>
                <a:custGeom>
                  <a:avLst/>
                  <a:gdLst>
                    <a:gd name="connsiteX0" fmla="*/ 173893 w 173892"/>
                    <a:gd name="connsiteY0" fmla="*/ 25694 h 34618"/>
                    <a:gd name="connsiteX1" fmla="*/ 0 w 173892"/>
                    <a:gd name="connsiteY1" fmla="*/ 25600 h 34618"/>
                    <a:gd name="connsiteX2" fmla="*/ 8925 w 173892"/>
                    <a:gd name="connsiteY2" fmla="*/ 34525 h 34618"/>
                    <a:gd name="connsiteX3" fmla="*/ 165062 w 173892"/>
                    <a:gd name="connsiteY3" fmla="*/ 34619 h 34618"/>
                    <a:gd name="connsiteX4" fmla="*/ 173893 w 173892"/>
                    <a:gd name="connsiteY4" fmla="*/ 25694 h 3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892" h="34618">
                      <a:moveTo>
                        <a:pt x="173893" y="25694"/>
                      </a:moveTo>
                      <a:cubicBezTo>
                        <a:pt x="121190" y="-8502"/>
                        <a:pt x="52704" y="-8596"/>
                        <a:pt x="0" y="25600"/>
                      </a:cubicBezTo>
                      <a:lnTo>
                        <a:pt x="8925" y="34525"/>
                      </a:lnTo>
                      <a:cubicBezTo>
                        <a:pt x="56555" y="4838"/>
                        <a:pt x="117432" y="4838"/>
                        <a:pt x="165062" y="34619"/>
                      </a:cubicBezTo>
                      <a:lnTo>
                        <a:pt x="173893" y="2569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313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7886661" y="4766575"/>
              <a:ext cx="166371" cy="166519"/>
              <a:chOff x="8527794" y="4412253"/>
              <a:chExt cx="223249" cy="223448"/>
            </a:xfrm>
            <a:solidFill>
              <a:srgbClr val="FC0606"/>
            </a:solidFill>
          </p:grpSpPr>
          <p:sp>
            <p:nvSpPr>
              <p:cNvPr id="2314" name="Forme libre : forme 2313">
                <a:extLst>
                  <a:ext uri="{FF2B5EF4-FFF2-40B4-BE49-F238E27FC236}">
                    <a16:creationId xmlns:a16="http://schemas.microsoft.com/office/drawing/2014/main" id="{B4C1E0DB-BD75-4B7C-9AA9-271A32FEC4AD}"/>
                  </a:ext>
                </a:extLst>
              </p:cNvPr>
              <p:cNvSpPr/>
              <p:nvPr/>
            </p:nvSpPr>
            <p:spPr>
              <a:xfrm>
                <a:off x="8596445" y="4480998"/>
                <a:ext cx="85865" cy="85865"/>
              </a:xfrm>
              <a:custGeom>
                <a:avLst/>
                <a:gdLst>
                  <a:gd name="connsiteX0" fmla="*/ 85866 w 85865"/>
                  <a:gd name="connsiteY0" fmla="*/ 42933 h 85865"/>
                  <a:gd name="connsiteX1" fmla="*/ 42933 w 85865"/>
                  <a:gd name="connsiteY1" fmla="*/ 85866 h 85865"/>
                  <a:gd name="connsiteX2" fmla="*/ 0 w 85865"/>
                  <a:gd name="connsiteY2" fmla="*/ 42933 h 85865"/>
                  <a:gd name="connsiteX3" fmla="*/ 42933 w 85865"/>
                  <a:gd name="connsiteY3" fmla="*/ 0 h 85865"/>
                  <a:gd name="connsiteX4" fmla="*/ 85866 w 85865"/>
                  <a:gd name="connsiteY4" fmla="*/ 42933 h 85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865" h="85865">
                    <a:moveTo>
                      <a:pt x="85866" y="42933"/>
                    </a:moveTo>
                    <a:cubicBezTo>
                      <a:pt x="85866" y="66644"/>
                      <a:pt x="66644" y="85866"/>
                      <a:pt x="42933" y="85866"/>
                    </a:cubicBezTo>
                    <a:cubicBezTo>
                      <a:pt x="19222" y="85866"/>
                      <a:pt x="0" y="66644"/>
                      <a:pt x="0" y="42933"/>
                    </a:cubicBezTo>
                    <a:cubicBezTo>
                      <a:pt x="0" y="19221"/>
                      <a:pt x="19222" y="0"/>
                      <a:pt x="42933" y="0"/>
                    </a:cubicBezTo>
                    <a:cubicBezTo>
                      <a:pt x="66644" y="0"/>
                      <a:pt x="85866" y="19221"/>
                      <a:pt x="85866" y="42933"/>
                    </a:cubicBezTo>
                    <a:close/>
                  </a:path>
                </a:pathLst>
              </a:custGeom>
              <a:solidFill>
                <a:srgbClr val="FC0606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315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575589" y="4498378"/>
                <a:ext cx="89341" cy="89271"/>
                <a:chOff x="8575589" y="4498378"/>
                <a:chExt cx="89341" cy="89271"/>
              </a:xfrm>
              <a:solidFill>
                <a:srgbClr val="FC0606"/>
              </a:solidFill>
            </p:grpSpPr>
            <p:sp>
              <p:nvSpPr>
                <p:cNvPr id="2316" name="Forme libre : forme 2315">
                  <a:extLst>
                    <a:ext uri="{FF2B5EF4-FFF2-40B4-BE49-F238E27FC236}">
                      <a16:creationId xmlns:a16="http://schemas.microsoft.com/office/drawing/2014/main" id="{9FC7543E-DA9A-40F4-9E7F-B9E9D874C133}"/>
                    </a:ext>
                  </a:extLst>
                </p:cNvPr>
                <p:cNvSpPr/>
                <p:nvPr/>
              </p:nvSpPr>
              <p:spPr>
                <a:xfrm>
                  <a:off x="8575589" y="4498378"/>
                  <a:ext cx="11931" cy="51200"/>
                </a:xfrm>
                <a:custGeom>
                  <a:avLst/>
                  <a:gdLst>
                    <a:gd name="connsiteX0" fmla="*/ 11931 w 11931"/>
                    <a:gd name="connsiteY0" fmla="*/ 44530 h 51200"/>
                    <a:gd name="connsiteX1" fmla="*/ 11931 w 11931"/>
                    <a:gd name="connsiteY1" fmla="*/ 6576 h 51200"/>
                    <a:gd name="connsiteX2" fmla="*/ 5355 w 11931"/>
                    <a:gd name="connsiteY2" fmla="*/ 0 h 51200"/>
                    <a:gd name="connsiteX3" fmla="*/ 5355 w 11931"/>
                    <a:gd name="connsiteY3" fmla="*/ 51200 h 51200"/>
                    <a:gd name="connsiteX4" fmla="*/ 11931 w 11931"/>
                    <a:gd name="connsiteY4" fmla="*/ 44530 h 51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31" h="51200">
                      <a:moveTo>
                        <a:pt x="11931" y="44530"/>
                      </a:moveTo>
                      <a:cubicBezTo>
                        <a:pt x="7516" y="32317"/>
                        <a:pt x="7516" y="18789"/>
                        <a:pt x="11931" y="6576"/>
                      </a:cubicBezTo>
                      <a:lnTo>
                        <a:pt x="5355" y="0"/>
                      </a:lnTo>
                      <a:cubicBezTo>
                        <a:pt x="-1785" y="16253"/>
                        <a:pt x="-1785" y="34854"/>
                        <a:pt x="5355" y="51200"/>
                      </a:cubicBezTo>
                      <a:lnTo>
                        <a:pt x="11931" y="4453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7" name="Forme libre : forme 2316">
                  <a:extLst>
                    <a:ext uri="{FF2B5EF4-FFF2-40B4-BE49-F238E27FC236}">
                      <a16:creationId xmlns:a16="http://schemas.microsoft.com/office/drawing/2014/main" id="{2466022F-DECA-4E5F-8CCD-C8D674EFFD95}"/>
                    </a:ext>
                  </a:extLst>
                </p:cNvPr>
                <p:cNvSpPr/>
                <p:nvPr/>
              </p:nvSpPr>
              <p:spPr>
                <a:xfrm>
                  <a:off x="8613731" y="4575789"/>
                  <a:ext cx="51200" cy="11860"/>
                </a:xfrm>
                <a:custGeom>
                  <a:avLst/>
                  <a:gdLst>
                    <a:gd name="connsiteX0" fmla="*/ 44530 w 51200"/>
                    <a:gd name="connsiteY0" fmla="*/ 0 h 11860"/>
                    <a:gd name="connsiteX1" fmla="*/ 6576 w 51200"/>
                    <a:gd name="connsiteY1" fmla="*/ 0 h 11860"/>
                    <a:gd name="connsiteX2" fmla="*/ 0 w 51200"/>
                    <a:gd name="connsiteY2" fmla="*/ 6576 h 11860"/>
                    <a:gd name="connsiteX3" fmla="*/ 51200 w 51200"/>
                    <a:gd name="connsiteY3" fmla="*/ 6576 h 11860"/>
                    <a:gd name="connsiteX4" fmla="*/ 44530 w 51200"/>
                    <a:gd name="connsiteY4" fmla="*/ 0 h 11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200" h="11860">
                      <a:moveTo>
                        <a:pt x="44530" y="0"/>
                      </a:moveTo>
                      <a:cubicBezTo>
                        <a:pt x="32317" y="4415"/>
                        <a:pt x="18789" y="4509"/>
                        <a:pt x="6576" y="0"/>
                      </a:cubicBezTo>
                      <a:lnTo>
                        <a:pt x="0" y="6576"/>
                      </a:lnTo>
                      <a:cubicBezTo>
                        <a:pt x="16252" y="13622"/>
                        <a:pt x="34854" y="13622"/>
                        <a:pt x="51200" y="6576"/>
                      </a:cubicBezTo>
                      <a:lnTo>
                        <a:pt x="44530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318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613731" y="4460212"/>
                <a:ext cx="89365" cy="89271"/>
                <a:chOff x="8613731" y="4460212"/>
                <a:chExt cx="89365" cy="89271"/>
              </a:xfrm>
              <a:solidFill>
                <a:srgbClr val="FC0606"/>
              </a:solidFill>
            </p:grpSpPr>
            <p:sp>
              <p:nvSpPr>
                <p:cNvPr id="2319" name="Forme libre : forme 2318">
                  <a:extLst>
                    <a:ext uri="{FF2B5EF4-FFF2-40B4-BE49-F238E27FC236}">
                      <a16:creationId xmlns:a16="http://schemas.microsoft.com/office/drawing/2014/main" id="{331DF729-5473-42DE-B38A-A80F9F5FDF8D}"/>
                    </a:ext>
                  </a:extLst>
                </p:cNvPr>
                <p:cNvSpPr/>
                <p:nvPr/>
              </p:nvSpPr>
              <p:spPr>
                <a:xfrm>
                  <a:off x="8613731" y="4460212"/>
                  <a:ext cx="51200" cy="11860"/>
                </a:xfrm>
                <a:custGeom>
                  <a:avLst/>
                  <a:gdLst>
                    <a:gd name="connsiteX0" fmla="*/ 51200 w 51200"/>
                    <a:gd name="connsiteY0" fmla="*/ 5284 h 11860"/>
                    <a:gd name="connsiteX1" fmla="*/ 0 w 51200"/>
                    <a:gd name="connsiteY1" fmla="*/ 5284 h 11860"/>
                    <a:gd name="connsiteX2" fmla="*/ 6576 w 51200"/>
                    <a:gd name="connsiteY2" fmla="*/ 11861 h 11860"/>
                    <a:gd name="connsiteX3" fmla="*/ 44530 w 51200"/>
                    <a:gd name="connsiteY3" fmla="*/ 11861 h 11860"/>
                    <a:gd name="connsiteX4" fmla="*/ 51200 w 51200"/>
                    <a:gd name="connsiteY4" fmla="*/ 5284 h 11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200" h="11860">
                      <a:moveTo>
                        <a:pt x="51200" y="5284"/>
                      </a:moveTo>
                      <a:cubicBezTo>
                        <a:pt x="34947" y="-1761"/>
                        <a:pt x="16346" y="-1761"/>
                        <a:pt x="0" y="5284"/>
                      </a:cubicBezTo>
                      <a:lnTo>
                        <a:pt x="6576" y="11861"/>
                      </a:lnTo>
                      <a:cubicBezTo>
                        <a:pt x="18789" y="7445"/>
                        <a:pt x="32317" y="7351"/>
                        <a:pt x="44530" y="11861"/>
                      </a:cubicBezTo>
                      <a:lnTo>
                        <a:pt x="51200" y="528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0" name="Forme libre : forme 2319">
                  <a:extLst>
                    <a:ext uri="{FF2B5EF4-FFF2-40B4-BE49-F238E27FC236}">
                      <a16:creationId xmlns:a16="http://schemas.microsoft.com/office/drawing/2014/main" id="{734FE839-8550-4618-A2C3-D12483631829}"/>
                    </a:ext>
                  </a:extLst>
                </p:cNvPr>
                <p:cNvSpPr/>
                <p:nvPr/>
              </p:nvSpPr>
              <p:spPr>
                <a:xfrm>
                  <a:off x="8691236" y="4498378"/>
                  <a:ext cx="11860" cy="51106"/>
                </a:xfrm>
                <a:custGeom>
                  <a:avLst/>
                  <a:gdLst>
                    <a:gd name="connsiteX0" fmla="*/ 6576 w 11860"/>
                    <a:gd name="connsiteY0" fmla="*/ 0 h 51106"/>
                    <a:gd name="connsiteX1" fmla="*/ 0 w 11860"/>
                    <a:gd name="connsiteY1" fmla="*/ 6576 h 51106"/>
                    <a:gd name="connsiteX2" fmla="*/ 0 w 11860"/>
                    <a:gd name="connsiteY2" fmla="*/ 44530 h 51106"/>
                    <a:gd name="connsiteX3" fmla="*/ 6576 w 11860"/>
                    <a:gd name="connsiteY3" fmla="*/ 51106 h 51106"/>
                    <a:gd name="connsiteX4" fmla="*/ 6576 w 11860"/>
                    <a:gd name="connsiteY4" fmla="*/ 0 h 51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60" h="51106">
                      <a:moveTo>
                        <a:pt x="6576" y="0"/>
                      </a:moveTo>
                      <a:lnTo>
                        <a:pt x="0" y="6576"/>
                      </a:lnTo>
                      <a:cubicBezTo>
                        <a:pt x="4415" y="18789"/>
                        <a:pt x="4415" y="32317"/>
                        <a:pt x="0" y="44530"/>
                      </a:cubicBezTo>
                      <a:lnTo>
                        <a:pt x="6576" y="51106"/>
                      </a:lnTo>
                      <a:cubicBezTo>
                        <a:pt x="13622" y="34854"/>
                        <a:pt x="13622" y="16253"/>
                        <a:pt x="6576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321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549825" y="4479213"/>
                <a:ext cx="134176" cy="134306"/>
                <a:chOff x="8549825" y="4479213"/>
                <a:chExt cx="134176" cy="134306"/>
              </a:xfrm>
              <a:solidFill>
                <a:srgbClr val="FC0606"/>
              </a:solidFill>
            </p:grpSpPr>
            <p:sp>
              <p:nvSpPr>
                <p:cNvPr id="2322" name="Forme libre : forme 2321">
                  <a:extLst>
                    <a:ext uri="{FF2B5EF4-FFF2-40B4-BE49-F238E27FC236}">
                      <a16:creationId xmlns:a16="http://schemas.microsoft.com/office/drawing/2014/main" id="{E55E0E8F-914F-4BC6-B49A-DC6BB8DCF485}"/>
                    </a:ext>
                  </a:extLst>
                </p:cNvPr>
                <p:cNvSpPr/>
                <p:nvPr/>
              </p:nvSpPr>
              <p:spPr>
                <a:xfrm>
                  <a:off x="8549825" y="4479213"/>
                  <a:ext cx="18248" cy="89435"/>
                </a:xfrm>
                <a:custGeom>
                  <a:avLst/>
                  <a:gdLst>
                    <a:gd name="connsiteX0" fmla="*/ 18249 w 18248"/>
                    <a:gd name="connsiteY0" fmla="*/ 83142 h 89435"/>
                    <a:gd name="connsiteX1" fmla="*/ 18249 w 18248"/>
                    <a:gd name="connsiteY1" fmla="*/ 6294 h 89435"/>
                    <a:gd name="connsiteX2" fmla="*/ 11954 w 18248"/>
                    <a:gd name="connsiteY2" fmla="*/ 0 h 89435"/>
                    <a:gd name="connsiteX3" fmla="*/ 11861 w 18248"/>
                    <a:gd name="connsiteY3" fmla="*/ 89436 h 89435"/>
                    <a:gd name="connsiteX4" fmla="*/ 18249 w 18248"/>
                    <a:gd name="connsiteY4" fmla="*/ 83142 h 89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48" h="89435">
                      <a:moveTo>
                        <a:pt x="18249" y="83142"/>
                      </a:moveTo>
                      <a:cubicBezTo>
                        <a:pt x="5378" y="59279"/>
                        <a:pt x="5378" y="30250"/>
                        <a:pt x="18249" y="6294"/>
                      </a:cubicBezTo>
                      <a:lnTo>
                        <a:pt x="11954" y="0"/>
                      </a:lnTo>
                      <a:cubicBezTo>
                        <a:pt x="-3922" y="27620"/>
                        <a:pt x="-4016" y="61910"/>
                        <a:pt x="11861" y="89436"/>
                      </a:cubicBezTo>
                      <a:lnTo>
                        <a:pt x="18249" y="83142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3" name="Forme libre : forme 2322">
                  <a:extLst>
                    <a:ext uri="{FF2B5EF4-FFF2-40B4-BE49-F238E27FC236}">
                      <a16:creationId xmlns:a16="http://schemas.microsoft.com/office/drawing/2014/main" id="{50435BB4-DBA2-4CD6-818D-69C83500EDF1}"/>
                    </a:ext>
                  </a:extLst>
                </p:cNvPr>
                <p:cNvSpPr/>
                <p:nvPr/>
              </p:nvSpPr>
              <p:spPr>
                <a:xfrm>
                  <a:off x="8594566" y="4595235"/>
                  <a:ext cx="89435" cy="18284"/>
                </a:xfrm>
                <a:custGeom>
                  <a:avLst/>
                  <a:gdLst>
                    <a:gd name="connsiteX0" fmla="*/ 83235 w 89435"/>
                    <a:gd name="connsiteY0" fmla="*/ 0 h 18284"/>
                    <a:gd name="connsiteX1" fmla="*/ 6388 w 89435"/>
                    <a:gd name="connsiteY1" fmla="*/ 0 h 18284"/>
                    <a:gd name="connsiteX2" fmla="*/ 0 w 89435"/>
                    <a:gd name="connsiteY2" fmla="*/ 6388 h 18284"/>
                    <a:gd name="connsiteX3" fmla="*/ 89435 w 89435"/>
                    <a:gd name="connsiteY3" fmla="*/ 6294 h 18284"/>
                    <a:gd name="connsiteX4" fmla="*/ 83235 w 89435"/>
                    <a:gd name="connsiteY4" fmla="*/ 0 h 18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435" h="18284">
                      <a:moveTo>
                        <a:pt x="83235" y="0"/>
                      </a:moveTo>
                      <a:cubicBezTo>
                        <a:pt x="59373" y="12870"/>
                        <a:pt x="30344" y="12870"/>
                        <a:pt x="6388" y="0"/>
                      </a:cubicBezTo>
                      <a:lnTo>
                        <a:pt x="0" y="6388"/>
                      </a:lnTo>
                      <a:cubicBezTo>
                        <a:pt x="27620" y="22265"/>
                        <a:pt x="61910" y="22265"/>
                        <a:pt x="89435" y="6294"/>
                      </a:cubicBezTo>
                      <a:lnTo>
                        <a:pt x="83235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324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594660" y="4434436"/>
                <a:ext cx="134177" cy="134306"/>
                <a:chOff x="8594660" y="4434436"/>
                <a:chExt cx="134177" cy="134306"/>
              </a:xfrm>
              <a:solidFill>
                <a:srgbClr val="FC0606"/>
              </a:solidFill>
            </p:grpSpPr>
            <p:sp>
              <p:nvSpPr>
                <p:cNvPr id="2325" name="Forme libre : forme 2324">
                  <a:extLst>
                    <a:ext uri="{FF2B5EF4-FFF2-40B4-BE49-F238E27FC236}">
                      <a16:creationId xmlns:a16="http://schemas.microsoft.com/office/drawing/2014/main" id="{7C1280FB-D51F-44D6-A114-EA04E7050EA5}"/>
                    </a:ext>
                  </a:extLst>
                </p:cNvPr>
                <p:cNvSpPr/>
                <p:nvPr/>
              </p:nvSpPr>
              <p:spPr>
                <a:xfrm>
                  <a:off x="8594660" y="4434436"/>
                  <a:ext cx="89436" cy="18284"/>
                </a:xfrm>
                <a:custGeom>
                  <a:avLst/>
                  <a:gdLst>
                    <a:gd name="connsiteX0" fmla="*/ 89436 w 89436"/>
                    <a:gd name="connsiteY0" fmla="*/ 11896 h 18284"/>
                    <a:gd name="connsiteX1" fmla="*/ 0 w 89436"/>
                    <a:gd name="connsiteY1" fmla="*/ 11990 h 18284"/>
                    <a:gd name="connsiteX2" fmla="*/ 6295 w 89436"/>
                    <a:gd name="connsiteY2" fmla="*/ 18284 h 18284"/>
                    <a:gd name="connsiteX3" fmla="*/ 83142 w 89436"/>
                    <a:gd name="connsiteY3" fmla="*/ 18284 h 18284"/>
                    <a:gd name="connsiteX4" fmla="*/ 89436 w 89436"/>
                    <a:gd name="connsiteY4" fmla="*/ 11896 h 18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436" h="18284">
                      <a:moveTo>
                        <a:pt x="89436" y="11896"/>
                      </a:moveTo>
                      <a:cubicBezTo>
                        <a:pt x="61816" y="-3981"/>
                        <a:pt x="27526" y="-3981"/>
                        <a:pt x="0" y="11990"/>
                      </a:cubicBezTo>
                      <a:lnTo>
                        <a:pt x="6295" y="18284"/>
                      </a:lnTo>
                      <a:cubicBezTo>
                        <a:pt x="30157" y="5414"/>
                        <a:pt x="59186" y="5414"/>
                        <a:pt x="83142" y="18284"/>
                      </a:cubicBezTo>
                      <a:lnTo>
                        <a:pt x="89436" y="11896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6" name="Forme libre : forme 2325">
                  <a:extLst>
                    <a:ext uri="{FF2B5EF4-FFF2-40B4-BE49-F238E27FC236}">
                      <a16:creationId xmlns:a16="http://schemas.microsoft.com/office/drawing/2014/main" id="{DD3A5231-C38C-46D9-B5F9-28E8D9A010FD}"/>
                    </a:ext>
                  </a:extLst>
                </p:cNvPr>
                <p:cNvSpPr/>
                <p:nvPr/>
              </p:nvSpPr>
              <p:spPr>
                <a:xfrm>
                  <a:off x="8710588" y="4479213"/>
                  <a:ext cx="18248" cy="89529"/>
                </a:xfrm>
                <a:custGeom>
                  <a:avLst/>
                  <a:gdLst>
                    <a:gd name="connsiteX0" fmla="*/ 6388 w 18248"/>
                    <a:gd name="connsiteY0" fmla="*/ 0 h 89529"/>
                    <a:gd name="connsiteX1" fmla="*/ 0 w 18248"/>
                    <a:gd name="connsiteY1" fmla="*/ 6388 h 89529"/>
                    <a:gd name="connsiteX2" fmla="*/ 0 w 18248"/>
                    <a:gd name="connsiteY2" fmla="*/ 83235 h 89529"/>
                    <a:gd name="connsiteX3" fmla="*/ 6294 w 18248"/>
                    <a:gd name="connsiteY3" fmla="*/ 89530 h 89529"/>
                    <a:gd name="connsiteX4" fmla="*/ 6388 w 18248"/>
                    <a:gd name="connsiteY4" fmla="*/ 0 h 89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48" h="89529">
                      <a:moveTo>
                        <a:pt x="6388" y="0"/>
                      </a:moveTo>
                      <a:lnTo>
                        <a:pt x="0" y="6388"/>
                      </a:lnTo>
                      <a:cubicBezTo>
                        <a:pt x="12870" y="30250"/>
                        <a:pt x="12870" y="59279"/>
                        <a:pt x="0" y="83235"/>
                      </a:cubicBezTo>
                      <a:lnTo>
                        <a:pt x="6294" y="89530"/>
                      </a:lnTo>
                      <a:cubicBezTo>
                        <a:pt x="22171" y="61816"/>
                        <a:pt x="22265" y="27526"/>
                        <a:pt x="6388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327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527794" y="4463148"/>
                <a:ext cx="172460" cy="172553"/>
                <a:chOff x="8527794" y="4463148"/>
                <a:chExt cx="172460" cy="172553"/>
              </a:xfrm>
              <a:solidFill>
                <a:srgbClr val="FC0606"/>
              </a:solidFill>
            </p:grpSpPr>
            <p:sp>
              <p:nvSpPr>
                <p:cNvPr id="2328" name="Forme libre : forme 2327">
                  <a:extLst>
                    <a:ext uri="{FF2B5EF4-FFF2-40B4-BE49-F238E27FC236}">
                      <a16:creationId xmlns:a16="http://schemas.microsoft.com/office/drawing/2014/main" id="{448BCEF0-CC18-464C-8DB4-4F480F468523}"/>
                    </a:ext>
                  </a:extLst>
                </p:cNvPr>
                <p:cNvSpPr/>
                <p:nvPr/>
              </p:nvSpPr>
              <p:spPr>
                <a:xfrm>
                  <a:off x="8527794" y="4463148"/>
                  <a:ext cx="24120" cy="121753"/>
                </a:xfrm>
                <a:custGeom>
                  <a:avLst/>
                  <a:gdLst>
                    <a:gd name="connsiteX0" fmla="*/ 24120 w 24120"/>
                    <a:gd name="connsiteY0" fmla="*/ 115459 h 121753"/>
                    <a:gd name="connsiteX1" fmla="*/ 24120 w 24120"/>
                    <a:gd name="connsiteY1" fmla="*/ 6200 h 121753"/>
                    <a:gd name="connsiteX2" fmla="*/ 17920 w 24120"/>
                    <a:gd name="connsiteY2" fmla="*/ 0 h 121753"/>
                    <a:gd name="connsiteX3" fmla="*/ 18014 w 24120"/>
                    <a:gd name="connsiteY3" fmla="*/ 121753 h 121753"/>
                    <a:gd name="connsiteX4" fmla="*/ 24120 w 24120"/>
                    <a:gd name="connsiteY4" fmla="*/ 115459 h 121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20" h="121753">
                      <a:moveTo>
                        <a:pt x="24120" y="115459"/>
                      </a:moveTo>
                      <a:cubicBezTo>
                        <a:pt x="3359" y="82108"/>
                        <a:pt x="3265" y="39457"/>
                        <a:pt x="24120" y="6200"/>
                      </a:cubicBezTo>
                      <a:lnTo>
                        <a:pt x="17920" y="0"/>
                      </a:lnTo>
                      <a:cubicBezTo>
                        <a:pt x="-6036" y="36921"/>
                        <a:pt x="-5942" y="84833"/>
                        <a:pt x="18014" y="121753"/>
                      </a:cubicBezTo>
                      <a:lnTo>
                        <a:pt x="24120" y="115459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9" name="Forme libre : forme 2328">
                  <a:extLst>
                    <a:ext uri="{FF2B5EF4-FFF2-40B4-BE49-F238E27FC236}">
                      <a16:creationId xmlns:a16="http://schemas.microsoft.com/office/drawing/2014/main" id="{7436C3D4-2F6D-448F-8C37-A7A04DEA10D9}"/>
                    </a:ext>
                  </a:extLst>
                </p:cNvPr>
                <p:cNvSpPr/>
                <p:nvPr/>
              </p:nvSpPr>
              <p:spPr>
                <a:xfrm>
                  <a:off x="8578501" y="4611488"/>
                  <a:ext cx="121753" cy="24214"/>
                </a:xfrm>
                <a:custGeom>
                  <a:avLst/>
                  <a:gdLst>
                    <a:gd name="connsiteX0" fmla="*/ 115458 w 121753"/>
                    <a:gd name="connsiteY0" fmla="*/ 0 h 24214"/>
                    <a:gd name="connsiteX1" fmla="*/ 6200 w 121753"/>
                    <a:gd name="connsiteY1" fmla="*/ 0 h 24214"/>
                    <a:gd name="connsiteX2" fmla="*/ 0 w 121753"/>
                    <a:gd name="connsiteY2" fmla="*/ 6200 h 24214"/>
                    <a:gd name="connsiteX3" fmla="*/ 121753 w 121753"/>
                    <a:gd name="connsiteY3" fmla="*/ 6294 h 24214"/>
                    <a:gd name="connsiteX4" fmla="*/ 115458 w 121753"/>
                    <a:gd name="connsiteY4" fmla="*/ 0 h 24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753" h="24214">
                      <a:moveTo>
                        <a:pt x="115458" y="0"/>
                      </a:moveTo>
                      <a:cubicBezTo>
                        <a:pt x="82108" y="20762"/>
                        <a:pt x="39457" y="20762"/>
                        <a:pt x="6200" y="0"/>
                      </a:cubicBezTo>
                      <a:lnTo>
                        <a:pt x="0" y="6200"/>
                      </a:lnTo>
                      <a:cubicBezTo>
                        <a:pt x="36920" y="30156"/>
                        <a:pt x="84833" y="30250"/>
                        <a:pt x="121753" y="6294"/>
                      </a:cubicBezTo>
                      <a:lnTo>
                        <a:pt x="115458" y="0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330" name="Graphique 1174">
                <a:extLst>
                  <a:ext uri="{FF2B5EF4-FFF2-40B4-BE49-F238E27FC236}">
                    <a16:creationId xmlns:a16="http://schemas.microsoft.com/office/drawing/2014/main" id="{64B2F26F-A347-4CB2-BB60-BBBC995AF829}"/>
                  </a:ext>
                </a:extLst>
              </p:cNvPr>
              <p:cNvGrpSpPr/>
              <p:nvPr/>
            </p:nvGrpSpPr>
            <p:grpSpPr>
              <a:xfrm>
                <a:off x="8578407" y="4412253"/>
                <a:ext cx="172636" cy="172553"/>
                <a:chOff x="8578407" y="4412253"/>
                <a:chExt cx="172636" cy="172553"/>
              </a:xfrm>
              <a:solidFill>
                <a:srgbClr val="FC0606"/>
              </a:solidFill>
            </p:grpSpPr>
            <p:sp>
              <p:nvSpPr>
                <p:cNvPr id="2331" name="Forme libre : forme 2330">
                  <a:extLst>
                    <a:ext uri="{FF2B5EF4-FFF2-40B4-BE49-F238E27FC236}">
                      <a16:creationId xmlns:a16="http://schemas.microsoft.com/office/drawing/2014/main" id="{FD6F560B-883C-45D9-A8D7-671C285DE1DC}"/>
                    </a:ext>
                  </a:extLst>
                </p:cNvPr>
                <p:cNvSpPr/>
                <p:nvPr/>
              </p:nvSpPr>
              <p:spPr>
                <a:xfrm>
                  <a:off x="8726841" y="4463148"/>
                  <a:ext cx="24202" cy="121659"/>
                </a:xfrm>
                <a:custGeom>
                  <a:avLst/>
                  <a:gdLst>
                    <a:gd name="connsiteX0" fmla="*/ 6201 w 24202"/>
                    <a:gd name="connsiteY0" fmla="*/ 0 h 121659"/>
                    <a:gd name="connsiteX1" fmla="*/ 0 w 24202"/>
                    <a:gd name="connsiteY1" fmla="*/ 6200 h 121659"/>
                    <a:gd name="connsiteX2" fmla="*/ 0 w 24202"/>
                    <a:gd name="connsiteY2" fmla="*/ 115459 h 121659"/>
                    <a:gd name="connsiteX3" fmla="*/ 6201 w 24202"/>
                    <a:gd name="connsiteY3" fmla="*/ 121659 h 121659"/>
                    <a:gd name="connsiteX4" fmla="*/ 6201 w 24202"/>
                    <a:gd name="connsiteY4" fmla="*/ 0 h 121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02" h="121659">
                      <a:moveTo>
                        <a:pt x="6201" y="0"/>
                      </a:moveTo>
                      <a:lnTo>
                        <a:pt x="0" y="6200"/>
                      </a:lnTo>
                      <a:cubicBezTo>
                        <a:pt x="20762" y="39551"/>
                        <a:pt x="20856" y="82202"/>
                        <a:pt x="0" y="115459"/>
                      </a:cubicBezTo>
                      <a:lnTo>
                        <a:pt x="6201" y="121659"/>
                      </a:lnTo>
                      <a:cubicBezTo>
                        <a:pt x="30251" y="84833"/>
                        <a:pt x="30157" y="36827"/>
                        <a:pt x="6201" y="0"/>
                      </a:cubicBez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2" name="Forme libre : forme 2331">
                  <a:extLst>
                    <a:ext uri="{FF2B5EF4-FFF2-40B4-BE49-F238E27FC236}">
                      <a16:creationId xmlns:a16="http://schemas.microsoft.com/office/drawing/2014/main" id="{1FEDFE63-5FFA-4F72-9CA1-65BF541FC97F}"/>
                    </a:ext>
                  </a:extLst>
                </p:cNvPr>
                <p:cNvSpPr/>
                <p:nvPr/>
              </p:nvSpPr>
              <p:spPr>
                <a:xfrm>
                  <a:off x="8578407" y="4412253"/>
                  <a:ext cx="121753" cy="24120"/>
                </a:xfrm>
                <a:custGeom>
                  <a:avLst/>
                  <a:gdLst>
                    <a:gd name="connsiteX0" fmla="*/ 121753 w 121753"/>
                    <a:gd name="connsiteY0" fmla="*/ 18014 h 24120"/>
                    <a:gd name="connsiteX1" fmla="*/ 0 w 121753"/>
                    <a:gd name="connsiteY1" fmla="*/ 17920 h 24120"/>
                    <a:gd name="connsiteX2" fmla="*/ 6201 w 121753"/>
                    <a:gd name="connsiteY2" fmla="*/ 24121 h 24120"/>
                    <a:gd name="connsiteX3" fmla="*/ 115459 w 121753"/>
                    <a:gd name="connsiteY3" fmla="*/ 24121 h 24120"/>
                    <a:gd name="connsiteX4" fmla="*/ 121753 w 121753"/>
                    <a:gd name="connsiteY4" fmla="*/ 18014 h 24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753" h="24120">
                      <a:moveTo>
                        <a:pt x="121753" y="18014"/>
                      </a:moveTo>
                      <a:cubicBezTo>
                        <a:pt x="84833" y="-5942"/>
                        <a:pt x="36920" y="-6036"/>
                        <a:pt x="0" y="17920"/>
                      </a:cubicBezTo>
                      <a:lnTo>
                        <a:pt x="6201" y="24121"/>
                      </a:lnTo>
                      <a:cubicBezTo>
                        <a:pt x="39551" y="3359"/>
                        <a:pt x="82202" y="3359"/>
                        <a:pt x="115459" y="24121"/>
                      </a:cubicBezTo>
                      <a:lnTo>
                        <a:pt x="121753" y="18014"/>
                      </a:lnTo>
                      <a:close/>
                    </a:path>
                  </a:pathLst>
                </a:custGeom>
                <a:solidFill>
                  <a:srgbClr val="FC0606"/>
                </a:solidFill>
                <a:ln w="93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351" name="Migraine-headache-pain-illustration">
            <a:extLst>
              <a:ext uri="{FF2B5EF4-FFF2-40B4-BE49-F238E27FC236}">
                <a16:creationId xmlns:a16="http://schemas.microsoft.com/office/drawing/2014/main" id="{C7D68689-E22E-489C-AA41-63209AC4FF8B}"/>
              </a:ext>
            </a:extLst>
          </p:cNvPr>
          <p:cNvGrpSpPr/>
          <p:nvPr/>
        </p:nvGrpSpPr>
        <p:grpSpPr>
          <a:xfrm>
            <a:off x="5627458" y="4111100"/>
            <a:ext cx="1363928" cy="1936647"/>
            <a:chOff x="5279115" y="4121062"/>
            <a:chExt cx="1363928" cy="1936647"/>
          </a:xfrm>
        </p:grpSpPr>
        <p:sp>
          <p:nvSpPr>
            <p:cNvPr id="1360" name="Forme libre : forme 1359">
              <a:extLst>
                <a:ext uri="{FF2B5EF4-FFF2-40B4-BE49-F238E27FC236}">
                  <a16:creationId xmlns:a16="http://schemas.microsoft.com/office/drawing/2014/main" id="{2E754C12-73DD-4707-A41E-FF4ADE7A6BFA}"/>
                </a:ext>
              </a:extLst>
            </p:cNvPr>
            <p:cNvSpPr/>
            <p:nvPr/>
          </p:nvSpPr>
          <p:spPr>
            <a:xfrm>
              <a:off x="5389302" y="4752802"/>
              <a:ext cx="161644" cy="359878"/>
            </a:xfrm>
            <a:custGeom>
              <a:avLst/>
              <a:gdLst>
                <a:gd name="connsiteX0" fmla="*/ 124762 w 216906"/>
                <a:gd name="connsiteY0" fmla="*/ 58197 h 482912"/>
                <a:gd name="connsiteX1" fmla="*/ 27904 w 216906"/>
                <a:gd name="connsiteY1" fmla="*/ 891 h 482912"/>
                <a:gd name="connsiteX2" fmla="*/ 52894 w 216906"/>
                <a:gd name="connsiteY2" fmla="*/ 329981 h 482912"/>
                <a:gd name="connsiteX3" fmla="*/ 208092 w 216906"/>
                <a:gd name="connsiteY3" fmla="*/ 437266 h 482912"/>
                <a:gd name="connsiteX4" fmla="*/ 124762 w 216906"/>
                <a:gd name="connsiteY4" fmla="*/ 58197 h 48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906" h="482912">
                  <a:moveTo>
                    <a:pt x="124762" y="58197"/>
                  </a:moveTo>
                  <a:cubicBezTo>
                    <a:pt x="124762" y="58197"/>
                    <a:pt x="83144" y="-8410"/>
                    <a:pt x="27904" y="891"/>
                  </a:cubicBezTo>
                  <a:cubicBezTo>
                    <a:pt x="-27241" y="10285"/>
                    <a:pt x="9115" y="199773"/>
                    <a:pt x="52894" y="329981"/>
                  </a:cubicBezTo>
                  <a:cubicBezTo>
                    <a:pt x="96672" y="460189"/>
                    <a:pt x="165346" y="537224"/>
                    <a:pt x="208092" y="437266"/>
                  </a:cubicBezTo>
                  <a:cubicBezTo>
                    <a:pt x="250742" y="337308"/>
                    <a:pt x="124762" y="58197"/>
                    <a:pt x="124762" y="58197"/>
                  </a:cubicBezTo>
                  <a:close/>
                </a:path>
              </a:pathLst>
            </a:custGeom>
            <a:solidFill>
              <a:srgbClr val="F9BEA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1" name="Forme libre : forme 1360">
              <a:extLst>
                <a:ext uri="{FF2B5EF4-FFF2-40B4-BE49-F238E27FC236}">
                  <a16:creationId xmlns:a16="http://schemas.microsoft.com/office/drawing/2014/main" id="{F34AB0CD-1415-4693-94E8-89EA48A50F63}"/>
                </a:ext>
              </a:extLst>
            </p:cNvPr>
            <p:cNvSpPr/>
            <p:nvPr/>
          </p:nvSpPr>
          <p:spPr>
            <a:xfrm>
              <a:off x="5389302" y="4752802"/>
              <a:ext cx="161644" cy="359878"/>
            </a:xfrm>
            <a:custGeom>
              <a:avLst/>
              <a:gdLst>
                <a:gd name="connsiteX0" fmla="*/ 124762 w 216906"/>
                <a:gd name="connsiteY0" fmla="*/ 58197 h 482912"/>
                <a:gd name="connsiteX1" fmla="*/ 27904 w 216906"/>
                <a:gd name="connsiteY1" fmla="*/ 891 h 482912"/>
                <a:gd name="connsiteX2" fmla="*/ 52894 w 216906"/>
                <a:gd name="connsiteY2" fmla="*/ 329981 h 482912"/>
                <a:gd name="connsiteX3" fmla="*/ 208092 w 216906"/>
                <a:gd name="connsiteY3" fmla="*/ 437266 h 482912"/>
                <a:gd name="connsiteX4" fmla="*/ 124762 w 216906"/>
                <a:gd name="connsiteY4" fmla="*/ 58197 h 48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906" h="482912">
                  <a:moveTo>
                    <a:pt x="124762" y="58197"/>
                  </a:moveTo>
                  <a:cubicBezTo>
                    <a:pt x="124762" y="58197"/>
                    <a:pt x="83144" y="-8410"/>
                    <a:pt x="27904" y="891"/>
                  </a:cubicBezTo>
                  <a:cubicBezTo>
                    <a:pt x="-27241" y="10285"/>
                    <a:pt x="9115" y="199773"/>
                    <a:pt x="52894" y="329981"/>
                  </a:cubicBezTo>
                  <a:cubicBezTo>
                    <a:pt x="96672" y="460189"/>
                    <a:pt x="165346" y="537224"/>
                    <a:pt x="208092" y="437266"/>
                  </a:cubicBezTo>
                  <a:cubicBezTo>
                    <a:pt x="250742" y="337308"/>
                    <a:pt x="124762" y="58197"/>
                    <a:pt x="124762" y="58197"/>
                  </a:cubicBezTo>
                  <a:close/>
                </a:path>
              </a:pathLst>
            </a:custGeom>
            <a:noFill/>
            <a:ln w="9389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2" name="Forme libre : forme 1361">
              <a:extLst>
                <a:ext uri="{FF2B5EF4-FFF2-40B4-BE49-F238E27FC236}">
                  <a16:creationId xmlns:a16="http://schemas.microsoft.com/office/drawing/2014/main" id="{B2DE5E37-CD25-46B0-9562-0AEA04351D17}"/>
                </a:ext>
              </a:extLst>
            </p:cNvPr>
            <p:cNvSpPr/>
            <p:nvPr/>
          </p:nvSpPr>
          <p:spPr>
            <a:xfrm>
              <a:off x="5395889" y="4793808"/>
              <a:ext cx="74207" cy="84626"/>
            </a:xfrm>
            <a:custGeom>
              <a:avLst/>
              <a:gdLst>
                <a:gd name="connsiteX0" fmla="*/ 99577 w 99576"/>
                <a:gd name="connsiteY0" fmla="*/ 97962 h 113557"/>
                <a:gd name="connsiteX1" fmla="*/ 13805 w 99576"/>
                <a:gd name="connsiteY1" fmla="*/ 71 h 113557"/>
                <a:gd name="connsiteX2" fmla="*/ 20099 w 99576"/>
                <a:gd name="connsiteY2" fmla="*/ 113557 h 113557"/>
                <a:gd name="connsiteX3" fmla="*/ 18032 w 99576"/>
                <a:gd name="connsiteY3" fmla="*/ 13599 h 113557"/>
                <a:gd name="connsiteX4" fmla="*/ 32594 w 99576"/>
                <a:gd name="connsiteY4" fmla="*/ 34455 h 113557"/>
                <a:gd name="connsiteX5" fmla="*/ 32594 w 99576"/>
                <a:gd name="connsiteY5" fmla="*/ 96929 h 113557"/>
                <a:gd name="connsiteX6" fmla="*/ 41988 w 99576"/>
                <a:gd name="connsiteY6" fmla="*/ 30322 h 113557"/>
                <a:gd name="connsiteX7" fmla="*/ 99577 w 99576"/>
                <a:gd name="connsiteY7" fmla="*/ 97962 h 11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576" h="113557">
                  <a:moveTo>
                    <a:pt x="99577" y="97962"/>
                  </a:moveTo>
                  <a:cubicBezTo>
                    <a:pt x="95067" y="95896"/>
                    <a:pt x="48189" y="-3029"/>
                    <a:pt x="13805" y="71"/>
                  </a:cubicBezTo>
                  <a:cubicBezTo>
                    <a:pt x="-20579" y="3172"/>
                    <a:pt x="20099" y="113557"/>
                    <a:pt x="20099" y="113557"/>
                  </a:cubicBezTo>
                  <a:cubicBezTo>
                    <a:pt x="20099" y="113557"/>
                    <a:pt x="-1414" y="16794"/>
                    <a:pt x="18032" y="13599"/>
                  </a:cubicBezTo>
                  <a:cubicBezTo>
                    <a:pt x="37479" y="10405"/>
                    <a:pt x="32594" y="34455"/>
                    <a:pt x="32594" y="34455"/>
                  </a:cubicBezTo>
                  <a:cubicBezTo>
                    <a:pt x="32594" y="34455"/>
                    <a:pt x="30527" y="87534"/>
                    <a:pt x="32594" y="96929"/>
                  </a:cubicBezTo>
                  <a:cubicBezTo>
                    <a:pt x="32594" y="96929"/>
                    <a:pt x="36727" y="31355"/>
                    <a:pt x="41988" y="30322"/>
                  </a:cubicBezTo>
                  <a:cubicBezTo>
                    <a:pt x="47249" y="29288"/>
                    <a:pt x="99577" y="97962"/>
                    <a:pt x="99577" y="97962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3" name="Forme libre : forme 1362">
              <a:extLst>
                <a:ext uri="{FF2B5EF4-FFF2-40B4-BE49-F238E27FC236}">
                  <a16:creationId xmlns:a16="http://schemas.microsoft.com/office/drawing/2014/main" id="{8B9A7DDC-F0E7-44D5-ACF8-467AA5A1ACAA}"/>
                </a:ext>
              </a:extLst>
            </p:cNvPr>
            <p:cNvSpPr/>
            <p:nvPr/>
          </p:nvSpPr>
          <p:spPr>
            <a:xfrm>
              <a:off x="6371281" y="4752802"/>
              <a:ext cx="161644" cy="359878"/>
            </a:xfrm>
            <a:custGeom>
              <a:avLst/>
              <a:gdLst>
                <a:gd name="connsiteX0" fmla="*/ 92144 w 216906"/>
                <a:gd name="connsiteY0" fmla="*/ 58197 h 482912"/>
                <a:gd name="connsiteX1" fmla="*/ 189002 w 216906"/>
                <a:gd name="connsiteY1" fmla="*/ 891 h 482912"/>
                <a:gd name="connsiteX2" fmla="*/ 164012 w 216906"/>
                <a:gd name="connsiteY2" fmla="*/ 329981 h 482912"/>
                <a:gd name="connsiteX3" fmla="*/ 8815 w 216906"/>
                <a:gd name="connsiteY3" fmla="*/ 437266 h 482912"/>
                <a:gd name="connsiteX4" fmla="*/ 92144 w 216906"/>
                <a:gd name="connsiteY4" fmla="*/ 58197 h 48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906" h="482912">
                  <a:moveTo>
                    <a:pt x="92144" y="58197"/>
                  </a:moveTo>
                  <a:cubicBezTo>
                    <a:pt x="92144" y="58197"/>
                    <a:pt x="133762" y="-8410"/>
                    <a:pt x="189002" y="891"/>
                  </a:cubicBezTo>
                  <a:cubicBezTo>
                    <a:pt x="244148" y="10285"/>
                    <a:pt x="207791" y="199773"/>
                    <a:pt x="164012" y="329981"/>
                  </a:cubicBezTo>
                  <a:cubicBezTo>
                    <a:pt x="120234" y="460189"/>
                    <a:pt x="51560" y="537224"/>
                    <a:pt x="8815" y="437266"/>
                  </a:cubicBezTo>
                  <a:cubicBezTo>
                    <a:pt x="-33836" y="337308"/>
                    <a:pt x="92144" y="58197"/>
                    <a:pt x="92144" y="58197"/>
                  </a:cubicBezTo>
                  <a:close/>
                </a:path>
              </a:pathLst>
            </a:custGeom>
            <a:solidFill>
              <a:srgbClr val="F9BEA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4" name="Forme libre : forme 1363">
              <a:extLst>
                <a:ext uri="{FF2B5EF4-FFF2-40B4-BE49-F238E27FC236}">
                  <a16:creationId xmlns:a16="http://schemas.microsoft.com/office/drawing/2014/main" id="{FB71FA0E-4CD5-49CA-854D-B853F4537F2A}"/>
                </a:ext>
              </a:extLst>
            </p:cNvPr>
            <p:cNvSpPr/>
            <p:nvPr/>
          </p:nvSpPr>
          <p:spPr>
            <a:xfrm>
              <a:off x="6372052" y="4752802"/>
              <a:ext cx="161644" cy="359878"/>
            </a:xfrm>
            <a:custGeom>
              <a:avLst/>
              <a:gdLst>
                <a:gd name="connsiteX0" fmla="*/ 92144 w 216906"/>
                <a:gd name="connsiteY0" fmla="*/ 58197 h 482912"/>
                <a:gd name="connsiteX1" fmla="*/ 189002 w 216906"/>
                <a:gd name="connsiteY1" fmla="*/ 891 h 482912"/>
                <a:gd name="connsiteX2" fmla="*/ 164012 w 216906"/>
                <a:gd name="connsiteY2" fmla="*/ 329981 h 482912"/>
                <a:gd name="connsiteX3" fmla="*/ 8815 w 216906"/>
                <a:gd name="connsiteY3" fmla="*/ 437266 h 482912"/>
                <a:gd name="connsiteX4" fmla="*/ 92144 w 216906"/>
                <a:gd name="connsiteY4" fmla="*/ 58197 h 48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906" h="482912">
                  <a:moveTo>
                    <a:pt x="92144" y="58197"/>
                  </a:moveTo>
                  <a:cubicBezTo>
                    <a:pt x="92144" y="58197"/>
                    <a:pt x="133762" y="-8410"/>
                    <a:pt x="189002" y="891"/>
                  </a:cubicBezTo>
                  <a:cubicBezTo>
                    <a:pt x="244148" y="10285"/>
                    <a:pt x="207791" y="199773"/>
                    <a:pt x="164012" y="329981"/>
                  </a:cubicBezTo>
                  <a:cubicBezTo>
                    <a:pt x="120234" y="460189"/>
                    <a:pt x="51560" y="537224"/>
                    <a:pt x="8815" y="437266"/>
                  </a:cubicBezTo>
                  <a:cubicBezTo>
                    <a:pt x="-33836" y="337308"/>
                    <a:pt x="92144" y="58197"/>
                    <a:pt x="92144" y="58197"/>
                  </a:cubicBezTo>
                  <a:close/>
                </a:path>
              </a:pathLst>
            </a:custGeom>
            <a:noFill/>
            <a:ln w="9389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5" name="Forme libre : forme 1364">
              <a:extLst>
                <a:ext uri="{FF2B5EF4-FFF2-40B4-BE49-F238E27FC236}">
                  <a16:creationId xmlns:a16="http://schemas.microsoft.com/office/drawing/2014/main" id="{6443BB6C-7DFD-414E-ACB2-392B7737A532}"/>
                </a:ext>
              </a:extLst>
            </p:cNvPr>
            <p:cNvSpPr/>
            <p:nvPr/>
          </p:nvSpPr>
          <p:spPr>
            <a:xfrm>
              <a:off x="6452131" y="4793808"/>
              <a:ext cx="74207" cy="84626"/>
            </a:xfrm>
            <a:custGeom>
              <a:avLst/>
              <a:gdLst>
                <a:gd name="connsiteX0" fmla="*/ 0 w 99576"/>
                <a:gd name="connsiteY0" fmla="*/ 97962 h 113557"/>
                <a:gd name="connsiteX1" fmla="*/ 85772 w 99576"/>
                <a:gd name="connsiteY1" fmla="*/ 71 h 113557"/>
                <a:gd name="connsiteX2" fmla="*/ 79478 w 99576"/>
                <a:gd name="connsiteY2" fmla="*/ 113557 h 113557"/>
                <a:gd name="connsiteX3" fmla="*/ 81544 w 99576"/>
                <a:gd name="connsiteY3" fmla="*/ 13599 h 113557"/>
                <a:gd name="connsiteX4" fmla="*/ 66983 w 99576"/>
                <a:gd name="connsiteY4" fmla="*/ 34455 h 113557"/>
                <a:gd name="connsiteX5" fmla="*/ 66983 w 99576"/>
                <a:gd name="connsiteY5" fmla="*/ 96929 h 113557"/>
                <a:gd name="connsiteX6" fmla="*/ 57588 w 99576"/>
                <a:gd name="connsiteY6" fmla="*/ 30322 h 113557"/>
                <a:gd name="connsiteX7" fmla="*/ 0 w 99576"/>
                <a:gd name="connsiteY7" fmla="*/ 97962 h 11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576" h="113557">
                  <a:moveTo>
                    <a:pt x="0" y="97962"/>
                  </a:moveTo>
                  <a:cubicBezTo>
                    <a:pt x="4509" y="95896"/>
                    <a:pt x="51388" y="-3029"/>
                    <a:pt x="85772" y="71"/>
                  </a:cubicBezTo>
                  <a:cubicBezTo>
                    <a:pt x="120156" y="3172"/>
                    <a:pt x="79478" y="113557"/>
                    <a:pt x="79478" y="113557"/>
                  </a:cubicBezTo>
                  <a:cubicBezTo>
                    <a:pt x="79478" y="113557"/>
                    <a:pt x="100991" y="16700"/>
                    <a:pt x="81544" y="13599"/>
                  </a:cubicBezTo>
                  <a:cubicBezTo>
                    <a:pt x="62098" y="10405"/>
                    <a:pt x="66983" y="34455"/>
                    <a:pt x="66983" y="34455"/>
                  </a:cubicBezTo>
                  <a:cubicBezTo>
                    <a:pt x="66983" y="34455"/>
                    <a:pt x="69049" y="87534"/>
                    <a:pt x="66983" y="96929"/>
                  </a:cubicBezTo>
                  <a:cubicBezTo>
                    <a:pt x="66983" y="96929"/>
                    <a:pt x="62849" y="31355"/>
                    <a:pt x="57588" y="30322"/>
                  </a:cubicBezTo>
                  <a:cubicBezTo>
                    <a:pt x="52327" y="29288"/>
                    <a:pt x="0" y="97962"/>
                    <a:pt x="0" y="97962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6" name="Forme libre : forme 1365">
              <a:extLst>
                <a:ext uri="{FF2B5EF4-FFF2-40B4-BE49-F238E27FC236}">
                  <a16:creationId xmlns:a16="http://schemas.microsoft.com/office/drawing/2014/main" id="{CFAA9C35-26FD-4296-BD5C-1F17827F72A9}"/>
                </a:ext>
              </a:extLst>
            </p:cNvPr>
            <p:cNvSpPr/>
            <p:nvPr/>
          </p:nvSpPr>
          <p:spPr>
            <a:xfrm>
              <a:off x="5295070" y="4175390"/>
              <a:ext cx="1331946" cy="1843863"/>
            </a:xfrm>
            <a:custGeom>
              <a:avLst/>
              <a:gdLst>
                <a:gd name="connsiteX0" fmla="*/ 1786932 w 1787307"/>
                <a:gd name="connsiteY0" fmla="*/ 2474235 h 2474235"/>
                <a:gd name="connsiteX1" fmla="*/ 1787308 w 1787307"/>
                <a:gd name="connsiteY1" fmla="*/ 2197190 h 2474235"/>
                <a:gd name="connsiteX2" fmla="*/ 1342101 w 1787307"/>
                <a:gd name="connsiteY2" fmla="*/ 2000376 h 2474235"/>
                <a:gd name="connsiteX3" fmla="*/ 1285828 w 1787307"/>
                <a:gd name="connsiteY3" fmla="*/ 1675513 h 2474235"/>
                <a:gd name="connsiteX4" fmla="*/ 1452957 w 1787307"/>
                <a:gd name="connsiteY4" fmla="*/ 1212081 h 2474235"/>
                <a:gd name="connsiteX5" fmla="*/ 1509230 w 1787307"/>
                <a:gd name="connsiteY5" fmla="*/ 805956 h 2474235"/>
                <a:gd name="connsiteX6" fmla="*/ 1465451 w 1787307"/>
                <a:gd name="connsiteY6" fmla="*/ 397764 h 2474235"/>
                <a:gd name="connsiteX7" fmla="*/ 903095 w 1787307"/>
                <a:gd name="connsiteY7" fmla="*/ 0 h 2474235"/>
                <a:gd name="connsiteX8" fmla="*/ 884212 w 1787307"/>
                <a:gd name="connsiteY8" fmla="*/ 0 h 2474235"/>
                <a:gd name="connsiteX9" fmla="*/ 321856 w 1787307"/>
                <a:gd name="connsiteY9" fmla="*/ 397764 h 2474235"/>
                <a:gd name="connsiteX10" fmla="*/ 278078 w 1787307"/>
                <a:gd name="connsiteY10" fmla="*/ 805956 h 2474235"/>
                <a:gd name="connsiteX11" fmla="*/ 334351 w 1787307"/>
                <a:gd name="connsiteY11" fmla="*/ 1212081 h 2474235"/>
                <a:gd name="connsiteX12" fmla="*/ 501480 w 1787307"/>
                <a:gd name="connsiteY12" fmla="*/ 1675513 h 2474235"/>
                <a:gd name="connsiteX13" fmla="*/ 445206 w 1787307"/>
                <a:gd name="connsiteY13" fmla="*/ 2000376 h 2474235"/>
                <a:gd name="connsiteX14" fmla="*/ 0 w 1787307"/>
                <a:gd name="connsiteY14" fmla="*/ 2197190 h 2474235"/>
                <a:gd name="connsiteX15" fmla="*/ 376 w 1787307"/>
                <a:gd name="connsiteY15" fmla="*/ 2474235 h 2474235"/>
                <a:gd name="connsiteX16" fmla="*/ 1786932 w 1787307"/>
                <a:gd name="connsiteY16" fmla="*/ 2474235 h 2474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87307" h="2474235">
                  <a:moveTo>
                    <a:pt x="1786932" y="2474235"/>
                  </a:moveTo>
                  <a:lnTo>
                    <a:pt x="1787308" y="2197190"/>
                  </a:lnTo>
                  <a:cubicBezTo>
                    <a:pt x="1787308" y="2197190"/>
                    <a:pt x="1426464" y="2059748"/>
                    <a:pt x="1342101" y="2000376"/>
                  </a:cubicBezTo>
                  <a:cubicBezTo>
                    <a:pt x="1257738" y="1941002"/>
                    <a:pt x="1285828" y="1675513"/>
                    <a:pt x="1285828" y="1675513"/>
                  </a:cubicBezTo>
                  <a:cubicBezTo>
                    <a:pt x="1460754" y="1439617"/>
                    <a:pt x="1425900" y="1299544"/>
                    <a:pt x="1452957" y="1212081"/>
                  </a:cubicBezTo>
                  <a:cubicBezTo>
                    <a:pt x="1480013" y="1124618"/>
                    <a:pt x="1509230" y="805956"/>
                    <a:pt x="1509230" y="805956"/>
                  </a:cubicBezTo>
                  <a:cubicBezTo>
                    <a:pt x="1509230" y="805956"/>
                    <a:pt x="1536286" y="639297"/>
                    <a:pt x="1465451" y="397764"/>
                  </a:cubicBezTo>
                  <a:cubicBezTo>
                    <a:pt x="1394617" y="156137"/>
                    <a:pt x="1184273" y="20762"/>
                    <a:pt x="903095" y="0"/>
                  </a:cubicBezTo>
                  <a:lnTo>
                    <a:pt x="884212" y="0"/>
                  </a:lnTo>
                  <a:cubicBezTo>
                    <a:pt x="603034" y="20856"/>
                    <a:pt x="392691" y="156231"/>
                    <a:pt x="321856" y="397764"/>
                  </a:cubicBezTo>
                  <a:cubicBezTo>
                    <a:pt x="251022" y="639391"/>
                    <a:pt x="278078" y="805956"/>
                    <a:pt x="278078" y="805956"/>
                  </a:cubicBezTo>
                  <a:cubicBezTo>
                    <a:pt x="278078" y="805956"/>
                    <a:pt x="307201" y="1124618"/>
                    <a:pt x="334351" y="1212081"/>
                  </a:cubicBezTo>
                  <a:cubicBezTo>
                    <a:pt x="361407" y="1299544"/>
                    <a:pt x="326554" y="1439617"/>
                    <a:pt x="501480" y="1675513"/>
                  </a:cubicBezTo>
                  <a:cubicBezTo>
                    <a:pt x="501480" y="1675513"/>
                    <a:pt x="529569" y="1941096"/>
                    <a:pt x="445206" y="2000376"/>
                  </a:cubicBezTo>
                  <a:cubicBezTo>
                    <a:pt x="360844" y="2059748"/>
                    <a:pt x="0" y="2197190"/>
                    <a:pt x="0" y="2197190"/>
                  </a:cubicBezTo>
                  <a:lnTo>
                    <a:pt x="376" y="2474235"/>
                  </a:lnTo>
                  <a:lnTo>
                    <a:pt x="1786932" y="2474235"/>
                  </a:lnTo>
                  <a:close/>
                </a:path>
              </a:pathLst>
            </a:custGeom>
            <a:solidFill>
              <a:srgbClr val="F9BEA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7" name="Forme libre : forme 1366">
              <a:extLst>
                <a:ext uri="{FF2B5EF4-FFF2-40B4-BE49-F238E27FC236}">
                  <a16:creationId xmlns:a16="http://schemas.microsoft.com/office/drawing/2014/main" id="{C80B55AE-6A4A-43A5-8DBF-249BA251BF6E}"/>
                </a:ext>
              </a:extLst>
            </p:cNvPr>
            <p:cNvSpPr/>
            <p:nvPr/>
          </p:nvSpPr>
          <p:spPr>
            <a:xfrm>
              <a:off x="5644943" y="4864712"/>
              <a:ext cx="194241" cy="17934"/>
            </a:xfrm>
            <a:custGeom>
              <a:avLst/>
              <a:gdLst>
                <a:gd name="connsiteX0" fmla="*/ 259905 w 260647"/>
                <a:gd name="connsiteY0" fmla="*/ 18413 h 24065"/>
                <a:gd name="connsiteX1" fmla="*/ 191701 w 260647"/>
                <a:gd name="connsiteY1" fmla="*/ 15125 h 24065"/>
                <a:gd name="connsiteX2" fmla="*/ 1368 w 260647"/>
                <a:gd name="connsiteY2" fmla="*/ 0 h 24065"/>
                <a:gd name="connsiteX3" fmla="*/ 18466 w 260647"/>
                <a:gd name="connsiteY3" fmla="*/ 14655 h 24065"/>
                <a:gd name="connsiteX4" fmla="*/ 191701 w 260647"/>
                <a:gd name="connsiteY4" fmla="*/ 22641 h 24065"/>
                <a:gd name="connsiteX5" fmla="*/ 259905 w 260647"/>
                <a:gd name="connsiteY5" fmla="*/ 18413 h 2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647" h="24065">
                  <a:moveTo>
                    <a:pt x="259905" y="18413"/>
                  </a:moveTo>
                  <a:cubicBezTo>
                    <a:pt x="267797" y="11931"/>
                    <a:pt x="210584" y="12025"/>
                    <a:pt x="191701" y="15125"/>
                  </a:cubicBezTo>
                  <a:cubicBezTo>
                    <a:pt x="172724" y="18131"/>
                    <a:pt x="41576" y="19635"/>
                    <a:pt x="1368" y="0"/>
                  </a:cubicBezTo>
                  <a:cubicBezTo>
                    <a:pt x="1368" y="0"/>
                    <a:pt x="-7181" y="5449"/>
                    <a:pt x="18466" y="14655"/>
                  </a:cubicBezTo>
                  <a:cubicBezTo>
                    <a:pt x="44113" y="23862"/>
                    <a:pt x="178549" y="25835"/>
                    <a:pt x="191701" y="22641"/>
                  </a:cubicBezTo>
                  <a:cubicBezTo>
                    <a:pt x="204853" y="19447"/>
                    <a:pt x="246565" y="29499"/>
                    <a:pt x="259905" y="18413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68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5621178" y="4866252"/>
              <a:ext cx="185391" cy="50967"/>
              <a:chOff x="5487798" y="4546008"/>
              <a:chExt cx="248772" cy="68392"/>
            </a:xfrm>
            <a:solidFill>
              <a:srgbClr val="333333"/>
            </a:solidFill>
          </p:grpSpPr>
          <p:sp>
            <p:nvSpPr>
              <p:cNvPr id="1369" name="Forme libre : forme 1368">
                <a:extLst>
                  <a:ext uri="{FF2B5EF4-FFF2-40B4-BE49-F238E27FC236}">
                    <a16:creationId xmlns:a16="http://schemas.microsoft.com/office/drawing/2014/main" id="{340D13D8-A14C-44AC-A152-6993A815B973}"/>
                  </a:ext>
                </a:extLst>
              </p:cNvPr>
              <p:cNvSpPr/>
              <p:nvPr/>
            </p:nvSpPr>
            <p:spPr>
              <a:xfrm>
                <a:off x="5487798" y="4546008"/>
                <a:ext cx="41148" cy="13953"/>
              </a:xfrm>
              <a:custGeom>
                <a:avLst/>
                <a:gdLst>
                  <a:gd name="connsiteX0" fmla="*/ 41148 w 41148"/>
                  <a:gd name="connsiteY0" fmla="*/ 4134 h 13953"/>
                  <a:gd name="connsiteX1" fmla="*/ 20856 w 41148"/>
                  <a:gd name="connsiteY1" fmla="*/ 13340 h 13953"/>
                  <a:gd name="connsiteX2" fmla="*/ 10146 w 41148"/>
                  <a:gd name="connsiteY2" fmla="*/ 13904 h 13953"/>
                  <a:gd name="connsiteX3" fmla="*/ 0 w 41148"/>
                  <a:gd name="connsiteY3" fmla="*/ 11180 h 13953"/>
                  <a:gd name="connsiteX4" fmla="*/ 10146 w 41148"/>
                  <a:gd name="connsiteY4" fmla="*/ 12213 h 13953"/>
                  <a:gd name="connsiteX5" fmla="*/ 20198 w 41148"/>
                  <a:gd name="connsiteY5" fmla="*/ 10146 h 13953"/>
                  <a:gd name="connsiteX6" fmla="*/ 36075 w 41148"/>
                  <a:gd name="connsiteY6" fmla="*/ 0 h 13953"/>
                  <a:gd name="connsiteX7" fmla="*/ 41148 w 41148"/>
                  <a:gd name="connsiteY7" fmla="*/ 4134 h 1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148" h="13953">
                    <a:moveTo>
                      <a:pt x="41148" y="4134"/>
                    </a:moveTo>
                    <a:cubicBezTo>
                      <a:pt x="35511" y="10146"/>
                      <a:pt x="27902" y="12495"/>
                      <a:pt x="20856" y="13340"/>
                    </a:cubicBezTo>
                    <a:cubicBezTo>
                      <a:pt x="17286" y="13716"/>
                      <a:pt x="13810" y="14092"/>
                      <a:pt x="10146" y="13904"/>
                    </a:cubicBezTo>
                    <a:cubicBezTo>
                      <a:pt x="6482" y="14186"/>
                      <a:pt x="3100" y="12683"/>
                      <a:pt x="0" y="11180"/>
                    </a:cubicBezTo>
                    <a:cubicBezTo>
                      <a:pt x="3382" y="12213"/>
                      <a:pt x="6764" y="13059"/>
                      <a:pt x="10146" y="12213"/>
                    </a:cubicBezTo>
                    <a:cubicBezTo>
                      <a:pt x="13434" y="11931"/>
                      <a:pt x="16910" y="10992"/>
                      <a:pt x="20198" y="10146"/>
                    </a:cubicBezTo>
                    <a:cubicBezTo>
                      <a:pt x="26680" y="8361"/>
                      <a:pt x="32787" y="4979"/>
                      <a:pt x="36075" y="0"/>
                    </a:cubicBezTo>
                    <a:lnTo>
                      <a:pt x="41148" y="4134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0" name="Forme libre : forme 1369">
                <a:extLst>
                  <a:ext uri="{FF2B5EF4-FFF2-40B4-BE49-F238E27FC236}">
                    <a16:creationId xmlns:a16="http://schemas.microsoft.com/office/drawing/2014/main" id="{B4583EE4-936D-409C-BF7E-DAD5B79220C2}"/>
                  </a:ext>
                </a:extLst>
              </p:cNvPr>
              <p:cNvSpPr/>
              <p:nvPr/>
            </p:nvSpPr>
            <p:spPr>
              <a:xfrm>
                <a:off x="5723319" y="4560570"/>
                <a:ext cx="13252" cy="29874"/>
              </a:xfrm>
              <a:custGeom>
                <a:avLst/>
                <a:gdLst>
                  <a:gd name="connsiteX0" fmla="*/ 5261 w 13252"/>
                  <a:gd name="connsiteY0" fmla="*/ 0 h 29874"/>
                  <a:gd name="connsiteX1" fmla="*/ 11461 w 13252"/>
                  <a:gd name="connsiteY1" fmla="*/ 15031 h 29874"/>
                  <a:gd name="connsiteX2" fmla="*/ 13246 w 13252"/>
                  <a:gd name="connsiteY2" fmla="*/ 23016 h 29874"/>
                  <a:gd name="connsiteX3" fmla="*/ 9395 w 13252"/>
                  <a:gd name="connsiteY3" fmla="*/ 29875 h 29874"/>
                  <a:gd name="connsiteX4" fmla="*/ 11461 w 13252"/>
                  <a:gd name="connsiteY4" fmla="*/ 23110 h 29874"/>
                  <a:gd name="connsiteX5" fmla="*/ 8267 w 13252"/>
                  <a:gd name="connsiteY5" fmla="*/ 16440 h 29874"/>
                  <a:gd name="connsiteX6" fmla="*/ 0 w 13252"/>
                  <a:gd name="connsiteY6" fmla="*/ 3946 h 29874"/>
                  <a:gd name="connsiteX7" fmla="*/ 5261 w 13252"/>
                  <a:gd name="connsiteY7" fmla="*/ 0 h 2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52" h="29874">
                    <a:moveTo>
                      <a:pt x="5261" y="0"/>
                    </a:moveTo>
                    <a:cubicBezTo>
                      <a:pt x="8455" y="5167"/>
                      <a:pt x="9676" y="10146"/>
                      <a:pt x="11461" y="15031"/>
                    </a:cubicBezTo>
                    <a:cubicBezTo>
                      <a:pt x="12307" y="17380"/>
                      <a:pt x="13340" y="20198"/>
                      <a:pt x="13246" y="23016"/>
                    </a:cubicBezTo>
                    <a:cubicBezTo>
                      <a:pt x="13246" y="25835"/>
                      <a:pt x="11837" y="28747"/>
                      <a:pt x="9395" y="29875"/>
                    </a:cubicBezTo>
                    <a:cubicBezTo>
                      <a:pt x="11461" y="28184"/>
                      <a:pt x="11931" y="25459"/>
                      <a:pt x="11461" y="23110"/>
                    </a:cubicBezTo>
                    <a:cubicBezTo>
                      <a:pt x="10992" y="20762"/>
                      <a:pt x="9676" y="18695"/>
                      <a:pt x="8267" y="16440"/>
                    </a:cubicBezTo>
                    <a:cubicBezTo>
                      <a:pt x="5543" y="11931"/>
                      <a:pt x="3100" y="7140"/>
                      <a:pt x="0" y="3946"/>
                    </a:cubicBezTo>
                    <a:lnTo>
                      <a:pt x="526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1" name="Forme libre : forme 1370">
                <a:extLst>
                  <a:ext uri="{FF2B5EF4-FFF2-40B4-BE49-F238E27FC236}">
                    <a16:creationId xmlns:a16="http://schemas.microsoft.com/office/drawing/2014/main" id="{BF05573B-4345-4845-BCAC-703B52A0537C}"/>
                  </a:ext>
                </a:extLst>
              </p:cNvPr>
              <p:cNvSpPr/>
              <p:nvPr/>
            </p:nvSpPr>
            <p:spPr>
              <a:xfrm>
                <a:off x="5705845" y="4563670"/>
                <a:ext cx="10747" cy="25740"/>
              </a:xfrm>
              <a:custGeom>
                <a:avLst/>
                <a:gdLst>
                  <a:gd name="connsiteX0" fmla="*/ 6294 w 10747"/>
                  <a:gd name="connsiteY0" fmla="*/ 0 h 25740"/>
                  <a:gd name="connsiteX1" fmla="*/ 10710 w 10747"/>
                  <a:gd name="connsiteY1" fmla="*/ 13246 h 25740"/>
                  <a:gd name="connsiteX2" fmla="*/ 7985 w 10747"/>
                  <a:gd name="connsiteY2" fmla="*/ 20574 h 25740"/>
                  <a:gd name="connsiteX3" fmla="*/ 3194 w 10747"/>
                  <a:gd name="connsiteY3" fmla="*/ 25741 h 25740"/>
                  <a:gd name="connsiteX4" fmla="*/ 6670 w 10747"/>
                  <a:gd name="connsiteY4" fmla="*/ 19635 h 25740"/>
                  <a:gd name="connsiteX5" fmla="*/ 7516 w 10747"/>
                  <a:gd name="connsiteY5" fmla="*/ 13810 h 25740"/>
                  <a:gd name="connsiteX6" fmla="*/ 0 w 10747"/>
                  <a:gd name="connsiteY6" fmla="*/ 1785 h 25740"/>
                  <a:gd name="connsiteX7" fmla="*/ 6294 w 10747"/>
                  <a:gd name="connsiteY7" fmla="*/ 0 h 2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747" h="25740">
                    <a:moveTo>
                      <a:pt x="6294" y="0"/>
                    </a:moveTo>
                    <a:cubicBezTo>
                      <a:pt x="6482" y="3382"/>
                      <a:pt x="10240" y="7704"/>
                      <a:pt x="10710" y="13246"/>
                    </a:cubicBezTo>
                    <a:cubicBezTo>
                      <a:pt x="10992" y="16065"/>
                      <a:pt x="9676" y="18883"/>
                      <a:pt x="7985" y="20574"/>
                    </a:cubicBezTo>
                    <a:cubicBezTo>
                      <a:pt x="6294" y="22359"/>
                      <a:pt x="4509" y="23768"/>
                      <a:pt x="3194" y="25741"/>
                    </a:cubicBezTo>
                    <a:cubicBezTo>
                      <a:pt x="4040" y="23486"/>
                      <a:pt x="5543" y="21607"/>
                      <a:pt x="6670" y="19635"/>
                    </a:cubicBezTo>
                    <a:cubicBezTo>
                      <a:pt x="7797" y="17662"/>
                      <a:pt x="8173" y="15689"/>
                      <a:pt x="7516" y="13810"/>
                    </a:cubicBezTo>
                    <a:cubicBezTo>
                      <a:pt x="6388" y="9864"/>
                      <a:pt x="2443" y="7422"/>
                      <a:pt x="0" y="1785"/>
                    </a:cubicBezTo>
                    <a:lnTo>
                      <a:pt x="6294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2" name="Forme libre : forme 1371">
                <a:extLst>
                  <a:ext uri="{FF2B5EF4-FFF2-40B4-BE49-F238E27FC236}">
                    <a16:creationId xmlns:a16="http://schemas.microsoft.com/office/drawing/2014/main" id="{BEC5822E-0300-465D-AFA3-8A823636C723}"/>
                  </a:ext>
                </a:extLst>
              </p:cNvPr>
              <p:cNvSpPr/>
              <p:nvPr/>
            </p:nvSpPr>
            <p:spPr>
              <a:xfrm>
                <a:off x="5498881" y="4553054"/>
                <a:ext cx="36640" cy="22627"/>
              </a:xfrm>
              <a:custGeom>
                <a:avLst/>
                <a:gdLst>
                  <a:gd name="connsiteX0" fmla="*/ 36641 w 36640"/>
                  <a:gd name="connsiteY0" fmla="*/ 0 h 22627"/>
                  <a:gd name="connsiteX1" fmla="*/ 31380 w 36640"/>
                  <a:gd name="connsiteY1" fmla="*/ 12119 h 22627"/>
                  <a:gd name="connsiteX2" fmla="*/ 20858 w 36640"/>
                  <a:gd name="connsiteY2" fmla="*/ 17944 h 22627"/>
                  <a:gd name="connsiteX3" fmla="*/ 10055 w 36640"/>
                  <a:gd name="connsiteY3" fmla="*/ 21514 h 22627"/>
                  <a:gd name="connsiteX4" fmla="*/ 4418 w 36640"/>
                  <a:gd name="connsiteY4" fmla="*/ 22547 h 22627"/>
                  <a:gd name="connsiteX5" fmla="*/ 2 w 36640"/>
                  <a:gd name="connsiteY5" fmla="*/ 19823 h 22627"/>
                  <a:gd name="connsiteX6" fmla="*/ 4324 w 36640"/>
                  <a:gd name="connsiteY6" fmla="*/ 21701 h 22627"/>
                  <a:gd name="connsiteX7" fmla="*/ 9585 w 36640"/>
                  <a:gd name="connsiteY7" fmla="*/ 19823 h 22627"/>
                  <a:gd name="connsiteX8" fmla="*/ 19449 w 36640"/>
                  <a:gd name="connsiteY8" fmla="*/ 14844 h 22627"/>
                  <a:gd name="connsiteX9" fmla="*/ 27716 w 36640"/>
                  <a:gd name="connsiteY9" fmla="*/ 8549 h 22627"/>
                  <a:gd name="connsiteX10" fmla="*/ 30065 w 36640"/>
                  <a:gd name="connsiteY10" fmla="*/ 0 h 22627"/>
                  <a:gd name="connsiteX11" fmla="*/ 36641 w 36640"/>
                  <a:gd name="connsiteY11" fmla="*/ 0 h 2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6640" h="22627">
                    <a:moveTo>
                      <a:pt x="36641" y="0"/>
                    </a:moveTo>
                    <a:cubicBezTo>
                      <a:pt x="36171" y="4885"/>
                      <a:pt x="34668" y="8455"/>
                      <a:pt x="31380" y="12119"/>
                    </a:cubicBezTo>
                    <a:cubicBezTo>
                      <a:pt x="28092" y="15125"/>
                      <a:pt x="24428" y="16534"/>
                      <a:pt x="20858" y="17944"/>
                    </a:cubicBezTo>
                    <a:cubicBezTo>
                      <a:pt x="17288" y="19353"/>
                      <a:pt x="13718" y="20574"/>
                      <a:pt x="10055" y="21514"/>
                    </a:cubicBezTo>
                    <a:cubicBezTo>
                      <a:pt x="8176" y="21983"/>
                      <a:pt x="6391" y="22359"/>
                      <a:pt x="4418" y="22547"/>
                    </a:cubicBezTo>
                    <a:cubicBezTo>
                      <a:pt x="2633" y="22923"/>
                      <a:pt x="-92" y="21983"/>
                      <a:pt x="2" y="19823"/>
                    </a:cubicBezTo>
                    <a:cubicBezTo>
                      <a:pt x="378" y="21889"/>
                      <a:pt x="2727" y="22265"/>
                      <a:pt x="4324" y="21701"/>
                    </a:cubicBezTo>
                    <a:cubicBezTo>
                      <a:pt x="6109" y="21232"/>
                      <a:pt x="7800" y="20574"/>
                      <a:pt x="9585" y="19823"/>
                    </a:cubicBezTo>
                    <a:cubicBezTo>
                      <a:pt x="12967" y="18413"/>
                      <a:pt x="16255" y="16722"/>
                      <a:pt x="19449" y="14844"/>
                    </a:cubicBezTo>
                    <a:cubicBezTo>
                      <a:pt x="22643" y="12964"/>
                      <a:pt x="25743" y="10992"/>
                      <a:pt x="27716" y="8549"/>
                    </a:cubicBezTo>
                    <a:cubicBezTo>
                      <a:pt x="29313" y="6482"/>
                      <a:pt x="30347" y="2630"/>
                      <a:pt x="30065" y="0"/>
                    </a:cubicBezTo>
                    <a:lnTo>
                      <a:pt x="3664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3" name="Forme libre : forme 1372">
                <a:extLst>
                  <a:ext uri="{FF2B5EF4-FFF2-40B4-BE49-F238E27FC236}">
                    <a16:creationId xmlns:a16="http://schemas.microsoft.com/office/drawing/2014/main" id="{5EFA185F-1E51-4E7D-8724-07D4982CC6B7}"/>
                  </a:ext>
                </a:extLst>
              </p:cNvPr>
              <p:cNvSpPr/>
              <p:nvPr/>
            </p:nvSpPr>
            <p:spPr>
              <a:xfrm>
                <a:off x="5619791" y="4562566"/>
                <a:ext cx="28418" cy="51834"/>
              </a:xfrm>
              <a:custGeom>
                <a:avLst/>
                <a:gdLst>
                  <a:gd name="connsiteX0" fmla="*/ 22171 w 28418"/>
                  <a:gd name="connsiteY0" fmla="*/ 2325 h 51834"/>
                  <a:gd name="connsiteX1" fmla="*/ 22171 w 28418"/>
                  <a:gd name="connsiteY1" fmla="*/ 5237 h 51834"/>
                  <a:gd name="connsiteX2" fmla="*/ 23486 w 28418"/>
                  <a:gd name="connsiteY2" fmla="*/ 6459 h 51834"/>
                  <a:gd name="connsiteX3" fmla="*/ 26211 w 28418"/>
                  <a:gd name="connsiteY3" fmla="*/ 6177 h 51834"/>
                  <a:gd name="connsiteX4" fmla="*/ 27338 w 28418"/>
                  <a:gd name="connsiteY4" fmla="*/ 4016 h 51834"/>
                  <a:gd name="connsiteX5" fmla="*/ 27526 w 28418"/>
                  <a:gd name="connsiteY5" fmla="*/ 5801 h 51834"/>
                  <a:gd name="connsiteX6" fmla="*/ 27714 w 28418"/>
                  <a:gd name="connsiteY6" fmla="*/ 9747 h 51834"/>
                  <a:gd name="connsiteX7" fmla="*/ 27338 w 28418"/>
                  <a:gd name="connsiteY7" fmla="*/ 17638 h 51834"/>
                  <a:gd name="connsiteX8" fmla="*/ 23017 w 28418"/>
                  <a:gd name="connsiteY8" fmla="*/ 32763 h 51834"/>
                  <a:gd name="connsiteX9" fmla="*/ 0 w 28418"/>
                  <a:gd name="connsiteY9" fmla="*/ 51834 h 51834"/>
                  <a:gd name="connsiteX10" fmla="*/ 20010 w 28418"/>
                  <a:gd name="connsiteY10" fmla="*/ 31448 h 51834"/>
                  <a:gd name="connsiteX11" fmla="*/ 22453 w 28418"/>
                  <a:gd name="connsiteY11" fmla="*/ 17262 h 51834"/>
                  <a:gd name="connsiteX12" fmla="*/ 22077 w 28418"/>
                  <a:gd name="connsiteY12" fmla="*/ 10029 h 51834"/>
                  <a:gd name="connsiteX13" fmla="*/ 21514 w 28418"/>
                  <a:gd name="connsiteY13" fmla="*/ 6459 h 51834"/>
                  <a:gd name="connsiteX14" fmla="*/ 21138 w 28418"/>
                  <a:gd name="connsiteY14" fmla="*/ 4580 h 51834"/>
                  <a:gd name="connsiteX15" fmla="*/ 22735 w 28418"/>
                  <a:gd name="connsiteY15" fmla="*/ 634 h 51834"/>
                  <a:gd name="connsiteX16" fmla="*/ 26399 w 28418"/>
                  <a:gd name="connsiteY16" fmla="*/ 352 h 51834"/>
                  <a:gd name="connsiteX17" fmla="*/ 27996 w 28418"/>
                  <a:gd name="connsiteY17" fmla="*/ 1855 h 51834"/>
                  <a:gd name="connsiteX18" fmla="*/ 27996 w 28418"/>
                  <a:gd name="connsiteY18" fmla="*/ 5237 h 51834"/>
                  <a:gd name="connsiteX19" fmla="*/ 22171 w 28418"/>
                  <a:gd name="connsiteY19" fmla="*/ 2325 h 51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8418" h="51834">
                    <a:moveTo>
                      <a:pt x="22171" y="2325"/>
                    </a:moveTo>
                    <a:cubicBezTo>
                      <a:pt x="21701" y="2983"/>
                      <a:pt x="21701" y="4486"/>
                      <a:pt x="22171" y="5237"/>
                    </a:cubicBezTo>
                    <a:cubicBezTo>
                      <a:pt x="22641" y="5989"/>
                      <a:pt x="23110" y="6271"/>
                      <a:pt x="23486" y="6459"/>
                    </a:cubicBezTo>
                    <a:cubicBezTo>
                      <a:pt x="24144" y="6741"/>
                      <a:pt x="24989" y="6928"/>
                      <a:pt x="26211" y="6177"/>
                    </a:cubicBezTo>
                    <a:cubicBezTo>
                      <a:pt x="27902" y="4674"/>
                      <a:pt x="27244" y="3922"/>
                      <a:pt x="27338" y="4016"/>
                    </a:cubicBezTo>
                    <a:lnTo>
                      <a:pt x="27526" y="5801"/>
                    </a:lnTo>
                    <a:lnTo>
                      <a:pt x="27714" y="9747"/>
                    </a:lnTo>
                    <a:cubicBezTo>
                      <a:pt x="27714" y="12377"/>
                      <a:pt x="27620" y="15008"/>
                      <a:pt x="27338" y="17638"/>
                    </a:cubicBezTo>
                    <a:cubicBezTo>
                      <a:pt x="26680" y="22899"/>
                      <a:pt x="25365" y="28066"/>
                      <a:pt x="23017" y="32763"/>
                    </a:cubicBezTo>
                    <a:cubicBezTo>
                      <a:pt x="18507" y="42158"/>
                      <a:pt x="9958" y="49767"/>
                      <a:pt x="0" y="51834"/>
                    </a:cubicBezTo>
                    <a:cubicBezTo>
                      <a:pt x="9676" y="48734"/>
                      <a:pt x="16816" y="40467"/>
                      <a:pt x="20010" y="31448"/>
                    </a:cubicBezTo>
                    <a:cubicBezTo>
                      <a:pt x="21607" y="26845"/>
                      <a:pt x="22359" y="22054"/>
                      <a:pt x="22453" y="17262"/>
                    </a:cubicBezTo>
                    <a:cubicBezTo>
                      <a:pt x="22453" y="14820"/>
                      <a:pt x="22359" y="12471"/>
                      <a:pt x="22077" y="10029"/>
                    </a:cubicBezTo>
                    <a:lnTo>
                      <a:pt x="21514" y="6459"/>
                    </a:lnTo>
                    <a:lnTo>
                      <a:pt x="21138" y="4580"/>
                    </a:lnTo>
                    <a:cubicBezTo>
                      <a:pt x="21232" y="4016"/>
                      <a:pt x="20574" y="2513"/>
                      <a:pt x="22735" y="634"/>
                    </a:cubicBezTo>
                    <a:cubicBezTo>
                      <a:pt x="24238" y="-305"/>
                      <a:pt x="25459" y="-24"/>
                      <a:pt x="26399" y="352"/>
                    </a:cubicBezTo>
                    <a:cubicBezTo>
                      <a:pt x="26868" y="634"/>
                      <a:pt x="27526" y="916"/>
                      <a:pt x="27996" y="1855"/>
                    </a:cubicBezTo>
                    <a:cubicBezTo>
                      <a:pt x="28559" y="2701"/>
                      <a:pt x="28559" y="4486"/>
                      <a:pt x="27996" y="5237"/>
                    </a:cubicBezTo>
                    <a:lnTo>
                      <a:pt x="22171" y="2325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4" name="Forme libre : forme 1373">
                <a:extLst>
                  <a:ext uri="{FF2B5EF4-FFF2-40B4-BE49-F238E27FC236}">
                    <a16:creationId xmlns:a16="http://schemas.microsoft.com/office/drawing/2014/main" id="{0730A20A-DC0E-4F08-A1D2-0236A66F5771}"/>
                  </a:ext>
                </a:extLst>
              </p:cNvPr>
              <p:cNvSpPr/>
              <p:nvPr/>
            </p:nvSpPr>
            <p:spPr>
              <a:xfrm>
                <a:off x="5526692" y="4560663"/>
                <a:ext cx="44155" cy="44718"/>
              </a:xfrm>
              <a:custGeom>
                <a:avLst/>
                <a:gdLst>
                  <a:gd name="connsiteX0" fmla="*/ 44154 w 44155"/>
                  <a:gd name="connsiteY0" fmla="*/ 0 h 44718"/>
                  <a:gd name="connsiteX1" fmla="*/ 28747 w 44155"/>
                  <a:gd name="connsiteY1" fmla="*/ 29593 h 44718"/>
                  <a:gd name="connsiteX2" fmla="*/ 0 w 44155"/>
                  <a:gd name="connsiteY2" fmla="*/ 44718 h 44718"/>
                  <a:gd name="connsiteX3" fmla="*/ 26493 w 44155"/>
                  <a:gd name="connsiteY3" fmla="*/ 27150 h 44718"/>
                  <a:gd name="connsiteX4" fmla="*/ 37578 w 44155"/>
                  <a:gd name="connsiteY4" fmla="*/ 376 h 44718"/>
                  <a:gd name="connsiteX5" fmla="*/ 44154 w 44155"/>
                  <a:gd name="connsiteY5" fmla="*/ 0 h 44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155" h="44718">
                    <a:moveTo>
                      <a:pt x="44154" y="0"/>
                    </a:moveTo>
                    <a:cubicBezTo>
                      <a:pt x="44248" y="12307"/>
                      <a:pt x="37202" y="22641"/>
                      <a:pt x="28747" y="29593"/>
                    </a:cubicBezTo>
                    <a:cubicBezTo>
                      <a:pt x="20104" y="36639"/>
                      <a:pt x="9958" y="40678"/>
                      <a:pt x="0" y="44718"/>
                    </a:cubicBezTo>
                    <a:cubicBezTo>
                      <a:pt x="9489" y="39739"/>
                      <a:pt x="19071" y="34572"/>
                      <a:pt x="26493" y="27150"/>
                    </a:cubicBezTo>
                    <a:cubicBezTo>
                      <a:pt x="33820" y="19916"/>
                      <a:pt x="38705" y="9864"/>
                      <a:pt x="37578" y="376"/>
                    </a:cubicBezTo>
                    <a:lnTo>
                      <a:pt x="44154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5" name="Forme libre : forme 1374">
                <a:extLst>
                  <a:ext uri="{FF2B5EF4-FFF2-40B4-BE49-F238E27FC236}">
                    <a16:creationId xmlns:a16="http://schemas.microsoft.com/office/drawing/2014/main" id="{70541B28-1361-4237-9B19-65B744CECB9A}"/>
                  </a:ext>
                </a:extLst>
              </p:cNvPr>
              <p:cNvSpPr/>
              <p:nvPr/>
            </p:nvSpPr>
            <p:spPr>
              <a:xfrm>
                <a:off x="5506117" y="4558127"/>
                <a:ext cx="48957" cy="25640"/>
              </a:xfrm>
              <a:custGeom>
                <a:avLst/>
                <a:gdLst>
                  <a:gd name="connsiteX0" fmla="*/ 48946 w 48957"/>
                  <a:gd name="connsiteY0" fmla="*/ 0 h 25640"/>
                  <a:gd name="connsiteX1" fmla="*/ 45845 w 48957"/>
                  <a:gd name="connsiteY1" fmla="*/ 8549 h 25640"/>
                  <a:gd name="connsiteX2" fmla="*/ 40866 w 48957"/>
                  <a:gd name="connsiteY2" fmla="*/ 14374 h 25640"/>
                  <a:gd name="connsiteX3" fmla="*/ 28465 w 48957"/>
                  <a:gd name="connsiteY3" fmla="*/ 22641 h 25640"/>
                  <a:gd name="connsiteX4" fmla="*/ 0 w 48957"/>
                  <a:gd name="connsiteY4" fmla="*/ 23204 h 25640"/>
                  <a:gd name="connsiteX5" fmla="*/ 26962 w 48957"/>
                  <a:gd name="connsiteY5" fmla="*/ 19635 h 25640"/>
                  <a:gd name="connsiteX6" fmla="*/ 37203 w 48957"/>
                  <a:gd name="connsiteY6" fmla="*/ 10991 h 25640"/>
                  <a:gd name="connsiteX7" fmla="*/ 40866 w 48957"/>
                  <a:gd name="connsiteY7" fmla="*/ 5543 h 25640"/>
                  <a:gd name="connsiteX8" fmla="*/ 42369 w 48957"/>
                  <a:gd name="connsiteY8" fmla="*/ 845 h 25640"/>
                  <a:gd name="connsiteX9" fmla="*/ 48946 w 48957"/>
                  <a:gd name="connsiteY9" fmla="*/ 0 h 25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957" h="25640">
                    <a:moveTo>
                      <a:pt x="48946" y="0"/>
                    </a:moveTo>
                    <a:cubicBezTo>
                      <a:pt x="49133" y="4134"/>
                      <a:pt x="47067" y="6482"/>
                      <a:pt x="45845" y="8549"/>
                    </a:cubicBezTo>
                    <a:cubicBezTo>
                      <a:pt x="44342" y="10616"/>
                      <a:pt x="42745" y="12589"/>
                      <a:pt x="40866" y="14374"/>
                    </a:cubicBezTo>
                    <a:cubicBezTo>
                      <a:pt x="37203" y="17944"/>
                      <a:pt x="32975" y="20762"/>
                      <a:pt x="28465" y="22641"/>
                    </a:cubicBezTo>
                    <a:cubicBezTo>
                      <a:pt x="19259" y="26493"/>
                      <a:pt x="8925" y="26586"/>
                      <a:pt x="0" y="23204"/>
                    </a:cubicBezTo>
                    <a:cubicBezTo>
                      <a:pt x="9207" y="25459"/>
                      <a:pt x="19071" y="24144"/>
                      <a:pt x="26962" y="19635"/>
                    </a:cubicBezTo>
                    <a:cubicBezTo>
                      <a:pt x="30908" y="17380"/>
                      <a:pt x="34384" y="14468"/>
                      <a:pt x="37203" y="10991"/>
                    </a:cubicBezTo>
                    <a:cubicBezTo>
                      <a:pt x="38612" y="9300"/>
                      <a:pt x="39833" y="7422"/>
                      <a:pt x="40866" y="5543"/>
                    </a:cubicBezTo>
                    <a:cubicBezTo>
                      <a:pt x="41994" y="3570"/>
                      <a:pt x="42651" y="1597"/>
                      <a:pt x="42369" y="845"/>
                    </a:cubicBezTo>
                    <a:lnTo>
                      <a:pt x="48946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6" name="Forme libre : forme 1375">
                <a:extLst>
                  <a:ext uri="{FF2B5EF4-FFF2-40B4-BE49-F238E27FC236}">
                    <a16:creationId xmlns:a16="http://schemas.microsoft.com/office/drawing/2014/main" id="{0BBA28AC-1CAB-49DC-B0AA-132BEC331E21}"/>
                  </a:ext>
                </a:extLst>
              </p:cNvPr>
              <p:cNvSpPr/>
              <p:nvPr/>
            </p:nvSpPr>
            <p:spPr>
              <a:xfrm>
                <a:off x="5591326" y="4564233"/>
                <a:ext cx="27391" cy="45187"/>
              </a:xfrm>
              <a:custGeom>
                <a:avLst/>
                <a:gdLst>
                  <a:gd name="connsiteX0" fmla="*/ 27244 w 27391"/>
                  <a:gd name="connsiteY0" fmla="*/ 0 h 45187"/>
                  <a:gd name="connsiteX1" fmla="*/ 21983 w 27391"/>
                  <a:gd name="connsiteY1" fmla="*/ 28184 h 45187"/>
                  <a:gd name="connsiteX2" fmla="*/ 0 w 27391"/>
                  <a:gd name="connsiteY2" fmla="*/ 45188 h 45187"/>
                  <a:gd name="connsiteX3" fmla="*/ 19165 w 27391"/>
                  <a:gd name="connsiteY3" fmla="*/ 26587 h 45187"/>
                  <a:gd name="connsiteX4" fmla="*/ 20762 w 27391"/>
                  <a:gd name="connsiteY4" fmla="*/ 658 h 45187"/>
                  <a:gd name="connsiteX5" fmla="*/ 27244 w 27391"/>
                  <a:gd name="connsiteY5" fmla="*/ 0 h 45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391" h="45187">
                    <a:moveTo>
                      <a:pt x="27244" y="0"/>
                    </a:moveTo>
                    <a:cubicBezTo>
                      <a:pt x="27714" y="9300"/>
                      <a:pt x="27338" y="19729"/>
                      <a:pt x="21983" y="28184"/>
                    </a:cubicBezTo>
                    <a:cubicBezTo>
                      <a:pt x="16816" y="36545"/>
                      <a:pt x="8549" y="41899"/>
                      <a:pt x="0" y="45188"/>
                    </a:cubicBezTo>
                    <a:cubicBezTo>
                      <a:pt x="8173" y="40960"/>
                      <a:pt x="15407" y="34666"/>
                      <a:pt x="19165" y="26587"/>
                    </a:cubicBezTo>
                    <a:cubicBezTo>
                      <a:pt x="22923" y="18601"/>
                      <a:pt x="22265" y="9489"/>
                      <a:pt x="20762" y="658"/>
                    </a:cubicBezTo>
                    <a:lnTo>
                      <a:pt x="27244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7" name="Forme libre : forme 1376">
                <a:extLst>
                  <a:ext uri="{FF2B5EF4-FFF2-40B4-BE49-F238E27FC236}">
                    <a16:creationId xmlns:a16="http://schemas.microsoft.com/office/drawing/2014/main" id="{2F8021C4-9B46-469A-88E5-0E68ACA51714}"/>
                  </a:ext>
                </a:extLst>
              </p:cNvPr>
              <p:cNvSpPr/>
              <p:nvPr/>
            </p:nvSpPr>
            <p:spPr>
              <a:xfrm>
                <a:off x="5550836" y="4563576"/>
                <a:ext cx="37765" cy="40490"/>
              </a:xfrm>
              <a:custGeom>
                <a:avLst/>
                <a:gdLst>
                  <a:gd name="connsiteX0" fmla="*/ 37766 w 37765"/>
                  <a:gd name="connsiteY0" fmla="*/ 282 h 40490"/>
                  <a:gd name="connsiteX1" fmla="*/ 24144 w 37765"/>
                  <a:gd name="connsiteY1" fmla="*/ 26023 h 40490"/>
                  <a:gd name="connsiteX2" fmla="*/ 0 w 37765"/>
                  <a:gd name="connsiteY2" fmla="*/ 40490 h 40490"/>
                  <a:gd name="connsiteX3" fmla="*/ 21795 w 37765"/>
                  <a:gd name="connsiteY3" fmla="*/ 23768 h 40490"/>
                  <a:gd name="connsiteX4" fmla="*/ 31190 w 37765"/>
                  <a:gd name="connsiteY4" fmla="*/ 0 h 40490"/>
                  <a:gd name="connsiteX5" fmla="*/ 37766 w 37765"/>
                  <a:gd name="connsiteY5" fmla="*/ 282 h 40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65" h="40490">
                    <a:moveTo>
                      <a:pt x="37766" y="282"/>
                    </a:moveTo>
                    <a:cubicBezTo>
                      <a:pt x="36827" y="10710"/>
                      <a:pt x="31190" y="19541"/>
                      <a:pt x="24144" y="26023"/>
                    </a:cubicBezTo>
                    <a:cubicBezTo>
                      <a:pt x="17004" y="32505"/>
                      <a:pt x="8643" y="37014"/>
                      <a:pt x="0" y="40490"/>
                    </a:cubicBezTo>
                    <a:cubicBezTo>
                      <a:pt x="8173" y="35981"/>
                      <a:pt x="15877" y="30626"/>
                      <a:pt x="21795" y="23768"/>
                    </a:cubicBezTo>
                    <a:cubicBezTo>
                      <a:pt x="27620" y="17004"/>
                      <a:pt x="31472" y="8361"/>
                      <a:pt x="31190" y="0"/>
                    </a:cubicBezTo>
                    <a:lnTo>
                      <a:pt x="37766" y="282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8" name="Forme libre : forme 1377">
                <a:extLst>
                  <a:ext uri="{FF2B5EF4-FFF2-40B4-BE49-F238E27FC236}">
                    <a16:creationId xmlns:a16="http://schemas.microsoft.com/office/drawing/2014/main" id="{2D652E89-3E6E-415A-B191-DCEA13D3AA07}"/>
                  </a:ext>
                </a:extLst>
              </p:cNvPr>
              <p:cNvSpPr/>
              <p:nvPr/>
            </p:nvSpPr>
            <p:spPr>
              <a:xfrm>
                <a:off x="5517861" y="4560851"/>
                <a:ext cx="44999" cy="21339"/>
              </a:xfrm>
              <a:custGeom>
                <a:avLst/>
                <a:gdLst>
                  <a:gd name="connsiteX0" fmla="*/ 45000 w 44999"/>
                  <a:gd name="connsiteY0" fmla="*/ 0 h 21339"/>
                  <a:gd name="connsiteX1" fmla="*/ 38799 w 44999"/>
                  <a:gd name="connsiteY1" fmla="*/ 13716 h 21339"/>
                  <a:gd name="connsiteX2" fmla="*/ 26305 w 44999"/>
                  <a:gd name="connsiteY2" fmla="*/ 20668 h 21339"/>
                  <a:gd name="connsiteX3" fmla="*/ 0 w 44999"/>
                  <a:gd name="connsiteY3" fmla="*/ 16159 h 21339"/>
                  <a:gd name="connsiteX4" fmla="*/ 25459 w 44999"/>
                  <a:gd name="connsiteY4" fmla="*/ 17474 h 21339"/>
                  <a:gd name="connsiteX5" fmla="*/ 38518 w 44999"/>
                  <a:gd name="connsiteY5" fmla="*/ 94 h 21339"/>
                  <a:gd name="connsiteX6" fmla="*/ 45000 w 44999"/>
                  <a:gd name="connsiteY6" fmla="*/ 0 h 2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999" h="21339">
                    <a:moveTo>
                      <a:pt x="45000" y="0"/>
                    </a:moveTo>
                    <a:cubicBezTo>
                      <a:pt x="44812" y="5449"/>
                      <a:pt x="42182" y="10240"/>
                      <a:pt x="38799" y="13716"/>
                    </a:cubicBezTo>
                    <a:cubicBezTo>
                      <a:pt x="35323" y="17192"/>
                      <a:pt x="30908" y="19635"/>
                      <a:pt x="26305" y="20668"/>
                    </a:cubicBezTo>
                    <a:cubicBezTo>
                      <a:pt x="17004" y="22641"/>
                      <a:pt x="7891" y="20010"/>
                      <a:pt x="0" y="16159"/>
                    </a:cubicBezTo>
                    <a:cubicBezTo>
                      <a:pt x="8267" y="18977"/>
                      <a:pt x="17474" y="20292"/>
                      <a:pt x="25459" y="17474"/>
                    </a:cubicBezTo>
                    <a:cubicBezTo>
                      <a:pt x="33163" y="14843"/>
                      <a:pt x="39269" y="7234"/>
                      <a:pt x="38518" y="94"/>
                    </a:cubicBezTo>
                    <a:lnTo>
                      <a:pt x="45000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9" name="Forme libre : forme 1378">
                <a:extLst>
                  <a:ext uri="{FF2B5EF4-FFF2-40B4-BE49-F238E27FC236}">
                    <a16:creationId xmlns:a16="http://schemas.microsoft.com/office/drawing/2014/main" id="{A06EA6EC-6DF3-4166-AABF-E819C2F31131}"/>
                  </a:ext>
                </a:extLst>
              </p:cNvPr>
              <p:cNvSpPr/>
              <p:nvPr/>
            </p:nvSpPr>
            <p:spPr>
              <a:xfrm>
                <a:off x="5648069" y="4564233"/>
                <a:ext cx="13503" cy="44248"/>
              </a:xfrm>
              <a:custGeom>
                <a:avLst/>
                <a:gdLst>
                  <a:gd name="connsiteX0" fmla="*/ 10991 w 13503"/>
                  <a:gd name="connsiteY0" fmla="*/ 0 h 44248"/>
                  <a:gd name="connsiteX1" fmla="*/ 12401 w 13503"/>
                  <a:gd name="connsiteY1" fmla="*/ 24426 h 44248"/>
                  <a:gd name="connsiteX2" fmla="*/ 0 w 13503"/>
                  <a:gd name="connsiteY2" fmla="*/ 44248 h 44248"/>
                  <a:gd name="connsiteX3" fmla="*/ 9113 w 13503"/>
                  <a:gd name="connsiteY3" fmla="*/ 23862 h 44248"/>
                  <a:gd name="connsiteX4" fmla="*/ 5073 w 13503"/>
                  <a:gd name="connsiteY4" fmla="*/ 2819 h 44248"/>
                  <a:gd name="connsiteX5" fmla="*/ 10991 w 13503"/>
                  <a:gd name="connsiteY5" fmla="*/ 0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03" h="44248">
                    <a:moveTo>
                      <a:pt x="10991" y="0"/>
                    </a:moveTo>
                    <a:cubicBezTo>
                      <a:pt x="13998" y="8079"/>
                      <a:pt x="14092" y="16440"/>
                      <a:pt x="12401" y="24426"/>
                    </a:cubicBezTo>
                    <a:cubicBezTo>
                      <a:pt x="10522" y="32317"/>
                      <a:pt x="6012" y="39363"/>
                      <a:pt x="0" y="44248"/>
                    </a:cubicBezTo>
                    <a:cubicBezTo>
                      <a:pt x="5261" y="38518"/>
                      <a:pt x="8361" y="31190"/>
                      <a:pt x="9113" y="23862"/>
                    </a:cubicBezTo>
                    <a:cubicBezTo>
                      <a:pt x="9770" y="16534"/>
                      <a:pt x="8361" y="8831"/>
                      <a:pt x="5073" y="2819"/>
                    </a:cubicBezTo>
                    <a:lnTo>
                      <a:pt x="1099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0" name="Forme libre : forme 1379">
                <a:extLst>
                  <a:ext uri="{FF2B5EF4-FFF2-40B4-BE49-F238E27FC236}">
                    <a16:creationId xmlns:a16="http://schemas.microsoft.com/office/drawing/2014/main" id="{2778CECC-2CC4-4E95-872D-7CCB789E9946}"/>
                  </a:ext>
                </a:extLst>
              </p:cNvPr>
              <p:cNvSpPr/>
              <p:nvPr/>
            </p:nvSpPr>
            <p:spPr>
              <a:xfrm>
                <a:off x="5670052" y="4562448"/>
                <a:ext cx="15017" cy="36732"/>
              </a:xfrm>
              <a:custGeom>
                <a:avLst/>
                <a:gdLst>
                  <a:gd name="connsiteX0" fmla="*/ 9207 w 15017"/>
                  <a:gd name="connsiteY0" fmla="*/ 0 h 36732"/>
                  <a:gd name="connsiteX1" fmla="*/ 12870 w 15017"/>
                  <a:gd name="connsiteY1" fmla="*/ 3288 h 36732"/>
                  <a:gd name="connsiteX2" fmla="*/ 13904 w 15017"/>
                  <a:gd name="connsiteY2" fmla="*/ 6013 h 36732"/>
                  <a:gd name="connsiteX3" fmla="*/ 14937 w 15017"/>
                  <a:gd name="connsiteY3" fmla="*/ 11461 h 36732"/>
                  <a:gd name="connsiteX4" fmla="*/ 13622 w 15017"/>
                  <a:gd name="connsiteY4" fmla="*/ 22077 h 36732"/>
                  <a:gd name="connsiteX5" fmla="*/ 0 w 15017"/>
                  <a:gd name="connsiteY5" fmla="*/ 36733 h 36732"/>
                  <a:gd name="connsiteX6" fmla="*/ 10428 w 15017"/>
                  <a:gd name="connsiteY6" fmla="*/ 21232 h 36732"/>
                  <a:gd name="connsiteX7" fmla="*/ 10052 w 15017"/>
                  <a:gd name="connsiteY7" fmla="*/ 12213 h 36732"/>
                  <a:gd name="connsiteX8" fmla="*/ 8549 w 15017"/>
                  <a:gd name="connsiteY8" fmla="*/ 8079 h 36732"/>
                  <a:gd name="connsiteX9" fmla="*/ 7704 w 15017"/>
                  <a:gd name="connsiteY9" fmla="*/ 6388 h 36732"/>
                  <a:gd name="connsiteX10" fmla="*/ 9207 w 15017"/>
                  <a:gd name="connsiteY10" fmla="*/ 0 h 36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017" h="36732">
                    <a:moveTo>
                      <a:pt x="9207" y="0"/>
                    </a:moveTo>
                    <a:cubicBezTo>
                      <a:pt x="11461" y="658"/>
                      <a:pt x="12401" y="2349"/>
                      <a:pt x="12870" y="3288"/>
                    </a:cubicBezTo>
                    <a:cubicBezTo>
                      <a:pt x="13340" y="4415"/>
                      <a:pt x="13622" y="5073"/>
                      <a:pt x="13904" y="6013"/>
                    </a:cubicBezTo>
                    <a:cubicBezTo>
                      <a:pt x="14468" y="7798"/>
                      <a:pt x="14749" y="9583"/>
                      <a:pt x="14937" y="11461"/>
                    </a:cubicBezTo>
                    <a:cubicBezTo>
                      <a:pt x="15219" y="15125"/>
                      <a:pt x="14749" y="18789"/>
                      <a:pt x="13622" y="22077"/>
                    </a:cubicBezTo>
                    <a:cubicBezTo>
                      <a:pt x="11273" y="28841"/>
                      <a:pt x="6106" y="34102"/>
                      <a:pt x="0" y="36733"/>
                    </a:cubicBezTo>
                    <a:cubicBezTo>
                      <a:pt x="5637" y="33163"/>
                      <a:pt x="9489" y="27338"/>
                      <a:pt x="10428" y="21232"/>
                    </a:cubicBezTo>
                    <a:cubicBezTo>
                      <a:pt x="10898" y="18225"/>
                      <a:pt x="10804" y="15125"/>
                      <a:pt x="10052" y="12213"/>
                    </a:cubicBezTo>
                    <a:cubicBezTo>
                      <a:pt x="9676" y="10804"/>
                      <a:pt x="9207" y="9395"/>
                      <a:pt x="8549" y="8079"/>
                    </a:cubicBezTo>
                    <a:cubicBezTo>
                      <a:pt x="8079" y="6670"/>
                      <a:pt x="6576" y="5449"/>
                      <a:pt x="7704" y="6388"/>
                    </a:cubicBezTo>
                    <a:lnTo>
                      <a:pt x="9207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1" name="Forme libre : forme 1380">
                <a:extLst>
                  <a:ext uri="{FF2B5EF4-FFF2-40B4-BE49-F238E27FC236}">
                    <a16:creationId xmlns:a16="http://schemas.microsoft.com/office/drawing/2014/main" id="{81435C85-21AC-4127-B3C2-2DD2CC228313}"/>
                  </a:ext>
                </a:extLst>
              </p:cNvPr>
              <p:cNvSpPr/>
              <p:nvPr/>
            </p:nvSpPr>
            <p:spPr>
              <a:xfrm>
                <a:off x="5638956" y="4565549"/>
                <a:ext cx="32692" cy="33444"/>
              </a:xfrm>
              <a:custGeom>
                <a:avLst/>
                <a:gdLst>
                  <a:gd name="connsiteX0" fmla="*/ 32693 w 32692"/>
                  <a:gd name="connsiteY0" fmla="*/ 376 h 33444"/>
                  <a:gd name="connsiteX1" fmla="*/ 21795 w 32692"/>
                  <a:gd name="connsiteY1" fmla="*/ 23110 h 33444"/>
                  <a:gd name="connsiteX2" fmla="*/ 0 w 32692"/>
                  <a:gd name="connsiteY2" fmla="*/ 33444 h 33444"/>
                  <a:gd name="connsiteX3" fmla="*/ 19353 w 32692"/>
                  <a:gd name="connsiteY3" fmla="*/ 20856 h 33444"/>
                  <a:gd name="connsiteX4" fmla="*/ 26211 w 32692"/>
                  <a:gd name="connsiteY4" fmla="*/ 0 h 33444"/>
                  <a:gd name="connsiteX5" fmla="*/ 32693 w 32692"/>
                  <a:gd name="connsiteY5" fmla="*/ 376 h 33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692" h="33444">
                    <a:moveTo>
                      <a:pt x="32693" y="376"/>
                    </a:moveTo>
                    <a:cubicBezTo>
                      <a:pt x="31754" y="9113"/>
                      <a:pt x="27714" y="17192"/>
                      <a:pt x="21795" y="23110"/>
                    </a:cubicBezTo>
                    <a:cubicBezTo>
                      <a:pt x="15783" y="29029"/>
                      <a:pt x="7985" y="32693"/>
                      <a:pt x="0" y="33444"/>
                    </a:cubicBezTo>
                    <a:cubicBezTo>
                      <a:pt x="7797" y="31565"/>
                      <a:pt x="14749" y="26962"/>
                      <a:pt x="19353" y="20856"/>
                    </a:cubicBezTo>
                    <a:cubicBezTo>
                      <a:pt x="23956" y="14749"/>
                      <a:pt x="26399" y="7234"/>
                      <a:pt x="26211" y="0"/>
                    </a:cubicBezTo>
                    <a:lnTo>
                      <a:pt x="32693" y="376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2" name="Forme libre : forme 1381">
                <a:extLst>
                  <a:ext uri="{FF2B5EF4-FFF2-40B4-BE49-F238E27FC236}">
                    <a16:creationId xmlns:a16="http://schemas.microsoft.com/office/drawing/2014/main" id="{F6873F18-14DB-4E18-BE29-500CB4F0935D}"/>
                  </a:ext>
                </a:extLst>
              </p:cNvPr>
              <p:cNvSpPr/>
              <p:nvPr/>
            </p:nvSpPr>
            <p:spPr>
              <a:xfrm>
                <a:off x="5576483" y="4563294"/>
                <a:ext cx="27713" cy="30528"/>
              </a:xfrm>
              <a:custGeom>
                <a:avLst/>
                <a:gdLst>
                  <a:gd name="connsiteX0" fmla="*/ 27714 w 27713"/>
                  <a:gd name="connsiteY0" fmla="*/ 0 h 30528"/>
                  <a:gd name="connsiteX1" fmla="*/ 24520 w 27713"/>
                  <a:gd name="connsiteY1" fmla="*/ 11368 h 30528"/>
                  <a:gd name="connsiteX2" fmla="*/ 18883 w 27713"/>
                  <a:gd name="connsiteY2" fmla="*/ 20950 h 30528"/>
                  <a:gd name="connsiteX3" fmla="*/ 0 w 27713"/>
                  <a:gd name="connsiteY3" fmla="*/ 30250 h 30528"/>
                  <a:gd name="connsiteX4" fmla="*/ 16065 w 27713"/>
                  <a:gd name="connsiteY4" fmla="*/ 19165 h 30528"/>
                  <a:gd name="connsiteX5" fmla="*/ 21044 w 27713"/>
                  <a:gd name="connsiteY5" fmla="*/ 188 h 30528"/>
                  <a:gd name="connsiteX6" fmla="*/ 27714 w 27713"/>
                  <a:gd name="connsiteY6" fmla="*/ 0 h 30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713" h="30528">
                    <a:moveTo>
                      <a:pt x="27714" y="0"/>
                    </a:moveTo>
                    <a:cubicBezTo>
                      <a:pt x="27526" y="4228"/>
                      <a:pt x="26117" y="7985"/>
                      <a:pt x="24520" y="11368"/>
                    </a:cubicBezTo>
                    <a:cubicBezTo>
                      <a:pt x="22829" y="14749"/>
                      <a:pt x="21138" y="17850"/>
                      <a:pt x="18883" y="20950"/>
                    </a:cubicBezTo>
                    <a:cubicBezTo>
                      <a:pt x="14655" y="26962"/>
                      <a:pt x="7234" y="31754"/>
                      <a:pt x="0" y="30250"/>
                    </a:cubicBezTo>
                    <a:cubicBezTo>
                      <a:pt x="7421" y="30532"/>
                      <a:pt x="13152" y="25083"/>
                      <a:pt x="16065" y="19165"/>
                    </a:cubicBezTo>
                    <a:cubicBezTo>
                      <a:pt x="18977" y="13153"/>
                      <a:pt x="21701" y="6013"/>
                      <a:pt x="21044" y="188"/>
                    </a:cubicBezTo>
                    <a:lnTo>
                      <a:pt x="27714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3" name="Forme libre : forme 1382">
                <a:extLst>
                  <a:ext uri="{FF2B5EF4-FFF2-40B4-BE49-F238E27FC236}">
                    <a16:creationId xmlns:a16="http://schemas.microsoft.com/office/drawing/2014/main" id="{F53A8F3F-3947-40F0-A2B8-DEB1E3EAC461}"/>
                  </a:ext>
                </a:extLst>
              </p:cNvPr>
              <p:cNvSpPr/>
              <p:nvPr/>
            </p:nvSpPr>
            <p:spPr>
              <a:xfrm>
                <a:off x="5536838" y="4560194"/>
                <a:ext cx="43778" cy="26694"/>
              </a:xfrm>
              <a:custGeom>
                <a:avLst/>
                <a:gdLst>
                  <a:gd name="connsiteX0" fmla="*/ 43779 w 43778"/>
                  <a:gd name="connsiteY0" fmla="*/ 3570 h 26694"/>
                  <a:gd name="connsiteX1" fmla="*/ 24238 w 43778"/>
                  <a:gd name="connsiteY1" fmla="*/ 20856 h 26694"/>
                  <a:gd name="connsiteX2" fmla="*/ 12401 w 43778"/>
                  <a:gd name="connsiteY2" fmla="*/ 25835 h 26694"/>
                  <a:gd name="connsiteX3" fmla="*/ 0 w 43778"/>
                  <a:gd name="connsiteY3" fmla="*/ 24708 h 26694"/>
                  <a:gd name="connsiteX4" fmla="*/ 11837 w 43778"/>
                  <a:gd name="connsiteY4" fmla="*/ 24238 h 26694"/>
                  <a:gd name="connsiteX5" fmla="*/ 22453 w 43778"/>
                  <a:gd name="connsiteY5" fmla="*/ 18037 h 26694"/>
                  <a:gd name="connsiteX6" fmla="*/ 38142 w 43778"/>
                  <a:gd name="connsiteY6" fmla="*/ 0 h 26694"/>
                  <a:gd name="connsiteX7" fmla="*/ 43779 w 43778"/>
                  <a:gd name="connsiteY7" fmla="*/ 3570 h 2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778" h="26694">
                    <a:moveTo>
                      <a:pt x="43779" y="3570"/>
                    </a:moveTo>
                    <a:cubicBezTo>
                      <a:pt x="38517" y="10804"/>
                      <a:pt x="31847" y="16722"/>
                      <a:pt x="24238" y="20856"/>
                    </a:cubicBezTo>
                    <a:cubicBezTo>
                      <a:pt x="20480" y="22923"/>
                      <a:pt x="16534" y="24614"/>
                      <a:pt x="12401" y="25835"/>
                    </a:cubicBezTo>
                    <a:cubicBezTo>
                      <a:pt x="8361" y="26962"/>
                      <a:pt x="3476" y="27338"/>
                      <a:pt x="0" y="24708"/>
                    </a:cubicBezTo>
                    <a:cubicBezTo>
                      <a:pt x="3758" y="26868"/>
                      <a:pt x="8173" y="25835"/>
                      <a:pt x="11837" y="24238"/>
                    </a:cubicBezTo>
                    <a:cubicBezTo>
                      <a:pt x="15595" y="22641"/>
                      <a:pt x="19165" y="20480"/>
                      <a:pt x="22453" y="18037"/>
                    </a:cubicBezTo>
                    <a:cubicBezTo>
                      <a:pt x="29029" y="13152"/>
                      <a:pt x="34384" y="6952"/>
                      <a:pt x="38142" y="0"/>
                    </a:cubicBezTo>
                    <a:lnTo>
                      <a:pt x="43779" y="357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4" name="Forme libre : forme 1383">
                <a:extLst>
                  <a:ext uri="{FF2B5EF4-FFF2-40B4-BE49-F238E27FC236}">
                    <a16:creationId xmlns:a16="http://schemas.microsoft.com/office/drawing/2014/main" id="{116CCAFB-F15A-46B1-A973-23FBA9C60B0C}"/>
                  </a:ext>
                </a:extLst>
              </p:cNvPr>
              <p:cNvSpPr/>
              <p:nvPr/>
            </p:nvSpPr>
            <p:spPr>
              <a:xfrm>
                <a:off x="5583247" y="4565549"/>
                <a:ext cx="52421" cy="30532"/>
              </a:xfrm>
              <a:custGeom>
                <a:avLst/>
                <a:gdLst>
                  <a:gd name="connsiteX0" fmla="*/ 52421 w 52421"/>
                  <a:gd name="connsiteY0" fmla="*/ 1127 h 30532"/>
                  <a:gd name="connsiteX1" fmla="*/ 31002 w 52421"/>
                  <a:gd name="connsiteY1" fmla="*/ 25459 h 30532"/>
                  <a:gd name="connsiteX2" fmla="*/ 0 w 52421"/>
                  <a:gd name="connsiteY2" fmla="*/ 30532 h 30532"/>
                  <a:gd name="connsiteX3" fmla="*/ 29499 w 52421"/>
                  <a:gd name="connsiteY3" fmla="*/ 22453 h 30532"/>
                  <a:gd name="connsiteX4" fmla="*/ 45845 w 52421"/>
                  <a:gd name="connsiteY4" fmla="*/ 0 h 30532"/>
                  <a:gd name="connsiteX5" fmla="*/ 52421 w 52421"/>
                  <a:gd name="connsiteY5" fmla="*/ 1127 h 30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21" h="30532">
                    <a:moveTo>
                      <a:pt x="52421" y="1127"/>
                    </a:moveTo>
                    <a:cubicBezTo>
                      <a:pt x="49885" y="12870"/>
                      <a:pt x="40772" y="21138"/>
                      <a:pt x="31002" y="25459"/>
                    </a:cubicBezTo>
                    <a:cubicBezTo>
                      <a:pt x="21044" y="29780"/>
                      <a:pt x="10334" y="30532"/>
                      <a:pt x="0" y="30532"/>
                    </a:cubicBezTo>
                    <a:cubicBezTo>
                      <a:pt x="10334" y="29405"/>
                      <a:pt x="20762" y="27432"/>
                      <a:pt x="29499" y="22453"/>
                    </a:cubicBezTo>
                    <a:cubicBezTo>
                      <a:pt x="38142" y="17568"/>
                      <a:pt x="45000" y="9113"/>
                      <a:pt x="45845" y="0"/>
                    </a:cubicBezTo>
                    <a:lnTo>
                      <a:pt x="52421" y="1127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5" name="Forme libre : forme 1384">
                <a:extLst>
                  <a:ext uri="{FF2B5EF4-FFF2-40B4-BE49-F238E27FC236}">
                    <a16:creationId xmlns:a16="http://schemas.microsoft.com/office/drawing/2014/main" id="{10A3654E-6E32-4597-B1F0-7ED97BCF5A9B}"/>
                  </a:ext>
                </a:extLst>
              </p:cNvPr>
              <p:cNvSpPr/>
              <p:nvPr/>
            </p:nvSpPr>
            <p:spPr>
              <a:xfrm>
                <a:off x="5609269" y="4566488"/>
                <a:ext cx="18338" cy="45939"/>
              </a:xfrm>
              <a:custGeom>
                <a:avLst/>
                <a:gdLst>
                  <a:gd name="connsiteX0" fmla="*/ 17286 w 18338"/>
                  <a:gd name="connsiteY0" fmla="*/ 0 h 45939"/>
                  <a:gd name="connsiteX1" fmla="*/ 18225 w 18338"/>
                  <a:gd name="connsiteY1" fmla="*/ 12495 h 45939"/>
                  <a:gd name="connsiteX2" fmla="*/ 16628 w 18338"/>
                  <a:gd name="connsiteY2" fmla="*/ 26117 h 45939"/>
                  <a:gd name="connsiteX3" fmla="*/ 0 w 18338"/>
                  <a:gd name="connsiteY3" fmla="*/ 45939 h 45939"/>
                  <a:gd name="connsiteX4" fmla="*/ 13434 w 18338"/>
                  <a:gd name="connsiteY4" fmla="*/ 25271 h 45939"/>
                  <a:gd name="connsiteX5" fmla="*/ 13340 w 18338"/>
                  <a:gd name="connsiteY5" fmla="*/ 13153 h 45939"/>
                  <a:gd name="connsiteX6" fmla="*/ 10710 w 18338"/>
                  <a:gd name="connsiteY6" fmla="*/ 94 h 45939"/>
                  <a:gd name="connsiteX7" fmla="*/ 17286 w 18338"/>
                  <a:gd name="connsiteY7" fmla="*/ 0 h 45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338" h="45939">
                    <a:moveTo>
                      <a:pt x="17286" y="0"/>
                    </a:moveTo>
                    <a:cubicBezTo>
                      <a:pt x="17004" y="3758"/>
                      <a:pt x="17850" y="7985"/>
                      <a:pt x="18225" y="12495"/>
                    </a:cubicBezTo>
                    <a:cubicBezTo>
                      <a:pt x="18601" y="17098"/>
                      <a:pt x="18037" y="21795"/>
                      <a:pt x="16628" y="26117"/>
                    </a:cubicBezTo>
                    <a:cubicBezTo>
                      <a:pt x="13810" y="34760"/>
                      <a:pt x="7704" y="41994"/>
                      <a:pt x="0" y="45939"/>
                    </a:cubicBezTo>
                    <a:cubicBezTo>
                      <a:pt x="7140" y="41054"/>
                      <a:pt x="11931" y="33351"/>
                      <a:pt x="13434" y="25271"/>
                    </a:cubicBezTo>
                    <a:cubicBezTo>
                      <a:pt x="14280" y="21232"/>
                      <a:pt x="14186" y="17192"/>
                      <a:pt x="13340" y="13153"/>
                    </a:cubicBezTo>
                    <a:cubicBezTo>
                      <a:pt x="12495" y="9113"/>
                      <a:pt x="11085" y="4979"/>
                      <a:pt x="10710" y="94"/>
                    </a:cubicBezTo>
                    <a:lnTo>
                      <a:pt x="17286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6" name="Forme libre : forme 1385">
                <a:extLst>
                  <a:ext uri="{FF2B5EF4-FFF2-40B4-BE49-F238E27FC236}">
                    <a16:creationId xmlns:a16="http://schemas.microsoft.com/office/drawing/2014/main" id="{41442BD3-95CD-47E3-8729-68656372D731}"/>
                  </a:ext>
                </a:extLst>
              </p:cNvPr>
              <p:cNvSpPr/>
              <p:nvPr/>
            </p:nvSpPr>
            <p:spPr>
              <a:xfrm>
                <a:off x="5687620" y="4564233"/>
                <a:ext cx="16190" cy="31283"/>
              </a:xfrm>
              <a:custGeom>
                <a:avLst/>
                <a:gdLst>
                  <a:gd name="connsiteX0" fmla="*/ 15595 w 16190"/>
                  <a:gd name="connsiteY0" fmla="*/ 658 h 31283"/>
                  <a:gd name="connsiteX1" fmla="*/ 15595 w 16190"/>
                  <a:gd name="connsiteY1" fmla="*/ 4697 h 31283"/>
                  <a:gd name="connsiteX2" fmla="*/ 16159 w 16190"/>
                  <a:gd name="connsiteY2" fmla="*/ 9113 h 31283"/>
                  <a:gd name="connsiteX3" fmla="*/ 14374 w 16190"/>
                  <a:gd name="connsiteY3" fmla="*/ 19165 h 31283"/>
                  <a:gd name="connsiteX4" fmla="*/ 0 w 16190"/>
                  <a:gd name="connsiteY4" fmla="*/ 31284 h 31283"/>
                  <a:gd name="connsiteX5" fmla="*/ 10804 w 16190"/>
                  <a:gd name="connsiteY5" fmla="*/ 18038 h 31283"/>
                  <a:gd name="connsiteX6" fmla="*/ 10616 w 16190"/>
                  <a:gd name="connsiteY6" fmla="*/ 9864 h 31283"/>
                  <a:gd name="connsiteX7" fmla="*/ 9300 w 16190"/>
                  <a:gd name="connsiteY7" fmla="*/ 5167 h 31283"/>
                  <a:gd name="connsiteX8" fmla="*/ 9019 w 16190"/>
                  <a:gd name="connsiteY8" fmla="*/ 0 h 31283"/>
                  <a:gd name="connsiteX9" fmla="*/ 15595 w 16190"/>
                  <a:gd name="connsiteY9" fmla="*/ 658 h 31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190" h="31283">
                    <a:moveTo>
                      <a:pt x="15595" y="658"/>
                    </a:moveTo>
                    <a:cubicBezTo>
                      <a:pt x="15501" y="1503"/>
                      <a:pt x="15595" y="3476"/>
                      <a:pt x="15595" y="4697"/>
                    </a:cubicBezTo>
                    <a:cubicBezTo>
                      <a:pt x="15407" y="4979"/>
                      <a:pt x="16159" y="7516"/>
                      <a:pt x="16159" y="9113"/>
                    </a:cubicBezTo>
                    <a:cubicBezTo>
                      <a:pt x="16346" y="12589"/>
                      <a:pt x="15689" y="16065"/>
                      <a:pt x="14374" y="19165"/>
                    </a:cubicBezTo>
                    <a:cubicBezTo>
                      <a:pt x="11743" y="25459"/>
                      <a:pt x="6106" y="29875"/>
                      <a:pt x="0" y="31284"/>
                    </a:cubicBezTo>
                    <a:cubicBezTo>
                      <a:pt x="5637" y="28747"/>
                      <a:pt x="9770" y="23580"/>
                      <a:pt x="10804" y="18038"/>
                    </a:cubicBezTo>
                    <a:cubicBezTo>
                      <a:pt x="11367" y="15313"/>
                      <a:pt x="11274" y="12401"/>
                      <a:pt x="10616" y="9864"/>
                    </a:cubicBezTo>
                    <a:cubicBezTo>
                      <a:pt x="10428" y="8361"/>
                      <a:pt x="9582" y="7985"/>
                      <a:pt x="9300" y="5167"/>
                    </a:cubicBezTo>
                    <a:cubicBezTo>
                      <a:pt x="9113" y="3382"/>
                      <a:pt x="9019" y="2255"/>
                      <a:pt x="9019" y="0"/>
                    </a:cubicBezTo>
                    <a:lnTo>
                      <a:pt x="15595" y="658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7" name="Forme libre : forme 1386">
                <a:extLst>
                  <a:ext uri="{FF2B5EF4-FFF2-40B4-BE49-F238E27FC236}">
                    <a16:creationId xmlns:a16="http://schemas.microsoft.com/office/drawing/2014/main" id="{9875B554-36FA-40F1-A520-4CDF9AC5D8BA}"/>
                  </a:ext>
                </a:extLst>
              </p:cNvPr>
              <p:cNvSpPr/>
              <p:nvPr/>
            </p:nvSpPr>
            <p:spPr>
              <a:xfrm>
                <a:off x="5687620" y="4566582"/>
                <a:ext cx="13187" cy="39550"/>
              </a:xfrm>
              <a:custGeom>
                <a:avLst/>
                <a:gdLst>
                  <a:gd name="connsiteX0" fmla="*/ 5637 w 13187"/>
                  <a:gd name="connsiteY0" fmla="*/ 0 h 39550"/>
                  <a:gd name="connsiteX1" fmla="*/ 13059 w 13187"/>
                  <a:gd name="connsiteY1" fmla="*/ 20104 h 39550"/>
                  <a:gd name="connsiteX2" fmla="*/ 11085 w 13187"/>
                  <a:gd name="connsiteY2" fmla="*/ 30814 h 39550"/>
                  <a:gd name="connsiteX3" fmla="*/ 5261 w 13187"/>
                  <a:gd name="connsiteY3" fmla="*/ 39551 h 39550"/>
                  <a:gd name="connsiteX4" fmla="*/ 9864 w 13187"/>
                  <a:gd name="connsiteY4" fmla="*/ 20668 h 39550"/>
                  <a:gd name="connsiteX5" fmla="*/ 0 w 13187"/>
                  <a:gd name="connsiteY5" fmla="*/ 3288 h 39550"/>
                  <a:gd name="connsiteX6" fmla="*/ 5637 w 13187"/>
                  <a:gd name="connsiteY6" fmla="*/ 0 h 3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187" h="39550">
                    <a:moveTo>
                      <a:pt x="5637" y="0"/>
                    </a:moveTo>
                    <a:cubicBezTo>
                      <a:pt x="8361" y="6294"/>
                      <a:pt x="12119" y="12495"/>
                      <a:pt x="13059" y="20104"/>
                    </a:cubicBezTo>
                    <a:cubicBezTo>
                      <a:pt x="13528" y="23862"/>
                      <a:pt x="12683" y="27714"/>
                      <a:pt x="11085" y="30814"/>
                    </a:cubicBezTo>
                    <a:cubicBezTo>
                      <a:pt x="9489" y="34008"/>
                      <a:pt x="7422" y="36827"/>
                      <a:pt x="5261" y="39551"/>
                    </a:cubicBezTo>
                    <a:cubicBezTo>
                      <a:pt x="8643" y="33633"/>
                      <a:pt x="11743" y="26868"/>
                      <a:pt x="9864" y="20668"/>
                    </a:cubicBezTo>
                    <a:cubicBezTo>
                      <a:pt x="8173" y="14468"/>
                      <a:pt x="3758" y="9113"/>
                      <a:pt x="0" y="3288"/>
                    </a:cubicBezTo>
                    <a:lnTo>
                      <a:pt x="5637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8" name="Forme libre : forme 1387">
                <a:extLst>
                  <a:ext uri="{FF2B5EF4-FFF2-40B4-BE49-F238E27FC236}">
                    <a16:creationId xmlns:a16="http://schemas.microsoft.com/office/drawing/2014/main" id="{1927D737-97CF-4EE7-A185-DA50855DD473}"/>
                  </a:ext>
                </a:extLst>
              </p:cNvPr>
              <p:cNvSpPr/>
              <p:nvPr/>
            </p:nvSpPr>
            <p:spPr>
              <a:xfrm>
                <a:off x="5703966" y="4559536"/>
                <a:ext cx="18902" cy="42181"/>
              </a:xfrm>
              <a:custGeom>
                <a:avLst/>
                <a:gdLst>
                  <a:gd name="connsiteX0" fmla="*/ 17098 w 18902"/>
                  <a:gd name="connsiteY0" fmla="*/ 0 h 42181"/>
                  <a:gd name="connsiteX1" fmla="*/ 18883 w 18902"/>
                  <a:gd name="connsiteY1" fmla="*/ 12683 h 42181"/>
                  <a:gd name="connsiteX2" fmla="*/ 16440 w 18902"/>
                  <a:gd name="connsiteY2" fmla="*/ 24895 h 42181"/>
                  <a:gd name="connsiteX3" fmla="*/ 9113 w 18902"/>
                  <a:gd name="connsiteY3" fmla="*/ 34666 h 42181"/>
                  <a:gd name="connsiteX4" fmla="*/ 0 w 18902"/>
                  <a:gd name="connsiteY4" fmla="*/ 42181 h 42181"/>
                  <a:gd name="connsiteX5" fmla="*/ 7704 w 18902"/>
                  <a:gd name="connsiteY5" fmla="*/ 33539 h 42181"/>
                  <a:gd name="connsiteX6" fmla="*/ 13059 w 18902"/>
                  <a:gd name="connsiteY6" fmla="*/ 23768 h 42181"/>
                  <a:gd name="connsiteX7" fmla="*/ 13810 w 18902"/>
                  <a:gd name="connsiteY7" fmla="*/ 12964 h 42181"/>
                  <a:gd name="connsiteX8" fmla="*/ 11180 w 18902"/>
                  <a:gd name="connsiteY8" fmla="*/ 2912 h 42181"/>
                  <a:gd name="connsiteX9" fmla="*/ 17098 w 18902"/>
                  <a:gd name="connsiteY9" fmla="*/ 0 h 42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902" h="42181">
                    <a:moveTo>
                      <a:pt x="17098" y="0"/>
                    </a:moveTo>
                    <a:cubicBezTo>
                      <a:pt x="18789" y="4415"/>
                      <a:pt x="18977" y="8549"/>
                      <a:pt x="18883" y="12683"/>
                    </a:cubicBezTo>
                    <a:cubicBezTo>
                      <a:pt x="18695" y="16816"/>
                      <a:pt x="18038" y="20950"/>
                      <a:pt x="16440" y="24895"/>
                    </a:cubicBezTo>
                    <a:cubicBezTo>
                      <a:pt x="14655" y="28841"/>
                      <a:pt x="11931" y="31848"/>
                      <a:pt x="9113" y="34666"/>
                    </a:cubicBezTo>
                    <a:cubicBezTo>
                      <a:pt x="6294" y="37484"/>
                      <a:pt x="3194" y="39833"/>
                      <a:pt x="0" y="42181"/>
                    </a:cubicBezTo>
                    <a:cubicBezTo>
                      <a:pt x="2724" y="39457"/>
                      <a:pt x="5449" y="36545"/>
                      <a:pt x="7704" y="33539"/>
                    </a:cubicBezTo>
                    <a:cubicBezTo>
                      <a:pt x="9958" y="30532"/>
                      <a:pt x="12025" y="27056"/>
                      <a:pt x="13059" y="23768"/>
                    </a:cubicBezTo>
                    <a:cubicBezTo>
                      <a:pt x="13998" y="20386"/>
                      <a:pt x="14186" y="16534"/>
                      <a:pt x="13810" y="12964"/>
                    </a:cubicBezTo>
                    <a:cubicBezTo>
                      <a:pt x="13434" y="9395"/>
                      <a:pt x="12683" y="5637"/>
                      <a:pt x="11180" y="2912"/>
                    </a:cubicBezTo>
                    <a:lnTo>
                      <a:pt x="17098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9" name="Forme libre : forme 1388">
                <a:extLst>
                  <a:ext uri="{FF2B5EF4-FFF2-40B4-BE49-F238E27FC236}">
                    <a16:creationId xmlns:a16="http://schemas.microsoft.com/office/drawing/2014/main" id="{C5027498-DFF8-4484-8591-F8E3CED5603C}"/>
                  </a:ext>
                </a:extLst>
              </p:cNvPr>
              <p:cNvSpPr/>
              <p:nvPr/>
            </p:nvSpPr>
            <p:spPr>
              <a:xfrm>
                <a:off x="5613591" y="4565267"/>
                <a:ext cx="28559" cy="38510"/>
              </a:xfrm>
              <a:custGeom>
                <a:avLst/>
                <a:gdLst>
                  <a:gd name="connsiteX0" fmla="*/ 28559 w 28559"/>
                  <a:gd name="connsiteY0" fmla="*/ 657 h 38510"/>
                  <a:gd name="connsiteX1" fmla="*/ 19729 w 28559"/>
                  <a:gd name="connsiteY1" fmla="*/ 24520 h 38510"/>
                  <a:gd name="connsiteX2" fmla="*/ 11461 w 28559"/>
                  <a:gd name="connsiteY2" fmla="*/ 34102 h 38510"/>
                  <a:gd name="connsiteX3" fmla="*/ 0 w 28559"/>
                  <a:gd name="connsiteY3" fmla="*/ 38424 h 38510"/>
                  <a:gd name="connsiteX4" fmla="*/ 10240 w 28559"/>
                  <a:gd name="connsiteY4" fmla="*/ 32881 h 38510"/>
                  <a:gd name="connsiteX5" fmla="*/ 16722 w 28559"/>
                  <a:gd name="connsiteY5" fmla="*/ 22923 h 38510"/>
                  <a:gd name="connsiteX6" fmla="*/ 21889 w 28559"/>
                  <a:gd name="connsiteY6" fmla="*/ 0 h 38510"/>
                  <a:gd name="connsiteX7" fmla="*/ 28559 w 28559"/>
                  <a:gd name="connsiteY7" fmla="*/ 657 h 3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559" h="38510">
                    <a:moveTo>
                      <a:pt x="28559" y="657"/>
                    </a:moveTo>
                    <a:cubicBezTo>
                      <a:pt x="27150" y="9206"/>
                      <a:pt x="24238" y="17286"/>
                      <a:pt x="19729" y="24520"/>
                    </a:cubicBezTo>
                    <a:cubicBezTo>
                      <a:pt x="17474" y="28090"/>
                      <a:pt x="14749" y="31471"/>
                      <a:pt x="11461" y="34102"/>
                    </a:cubicBezTo>
                    <a:cubicBezTo>
                      <a:pt x="8267" y="36732"/>
                      <a:pt x="4134" y="38987"/>
                      <a:pt x="0" y="38424"/>
                    </a:cubicBezTo>
                    <a:cubicBezTo>
                      <a:pt x="4228" y="38424"/>
                      <a:pt x="7610" y="35793"/>
                      <a:pt x="10240" y="32881"/>
                    </a:cubicBezTo>
                    <a:cubicBezTo>
                      <a:pt x="12964" y="29969"/>
                      <a:pt x="15031" y="26492"/>
                      <a:pt x="16722" y="22923"/>
                    </a:cubicBezTo>
                    <a:cubicBezTo>
                      <a:pt x="20010" y="15689"/>
                      <a:pt x="21701" y="7797"/>
                      <a:pt x="21889" y="0"/>
                    </a:cubicBezTo>
                    <a:lnTo>
                      <a:pt x="28559" y="657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0" name="Forme libre : forme 1389">
                <a:extLst>
                  <a:ext uri="{FF2B5EF4-FFF2-40B4-BE49-F238E27FC236}">
                    <a16:creationId xmlns:a16="http://schemas.microsoft.com/office/drawing/2014/main" id="{70A0CED2-A598-44E1-8BFC-0BDAC7911035}"/>
                  </a:ext>
                </a:extLst>
              </p:cNvPr>
              <p:cNvSpPr/>
              <p:nvPr/>
            </p:nvSpPr>
            <p:spPr>
              <a:xfrm>
                <a:off x="5552057" y="4563857"/>
                <a:ext cx="44529" cy="26032"/>
              </a:xfrm>
              <a:custGeom>
                <a:avLst/>
                <a:gdLst>
                  <a:gd name="connsiteX0" fmla="*/ 44530 w 44529"/>
                  <a:gd name="connsiteY0" fmla="*/ 564 h 26032"/>
                  <a:gd name="connsiteX1" fmla="*/ 39363 w 44529"/>
                  <a:gd name="connsiteY1" fmla="*/ 14655 h 26032"/>
                  <a:gd name="connsiteX2" fmla="*/ 27808 w 44529"/>
                  <a:gd name="connsiteY2" fmla="*/ 23862 h 26032"/>
                  <a:gd name="connsiteX3" fmla="*/ 13810 w 44529"/>
                  <a:gd name="connsiteY3" fmla="*/ 26023 h 26032"/>
                  <a:gd name="connsiteX4" fmla="*/ 0 w 44529"/>
                  <a:gd name="connsiteY4" fmla="*/ 25929 h 26032"/>
                  <a:gd name="connsiteX5" fmla="*/ 13716 w 44529"/>
                  <a:gd name="connsiteY5" fmla="*/ 24332 h 26032"/>
                  <a:gd name="connsiteX6" fmla="*/ 26493 w 44529"/>
                  <a:gd name="connsiteY6" fmla="*/ 20856 h 26032"/>
                  <a:gd name="connsiteX7" fmla="*/ 37954 w 44529"/>
                  <a:gd name="connsiteY7" fmla="*/ 0 h 26032"/>
                  <a:gd name="connsiteX8" fmla="*/ 44530 w 44529"/>
                  <a:gd name="connsiteY8" fmla="*/ 564 h 26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529" h="26032">
                    <a:moveTo>
                      <a:pt x="44530" y="564"/>
                    </a:moveTo>
                    <a:cubicBezTo>
                      <a:pt x="43872" y="5543"/>
                      <a:pt x="42181" y="10428"/>
                      <a:pt x="39363" y="14655"/>
                    </a:cubicBezTo>
                    <a:cubicBezTo>
                      <a:pt x="36639" y="18883"/>
                      <a:pt x="32411" y="22265"/>
                      <a:pt x="27808" y="23862"/>
                    </a:cubicBezTo>
                    <a:cubicBezTo>
                      <a:pt x="23204" y="25553"/>
                      <a:pt x="18413" y="26117"/>
                      <a:pt x="13810" y="26023"/>
                    </a:cubicBezTo>
                    <a:lnTo>
                      <a:pt x="0" y="25929"/>
                    </a:lnTo>
                    <a:lnTo>
                      <a:pt x="13716" y="24332"/>
                    </a:lnTo>
                    <a:cubicBezTo>
                      <a:pt x="18319" y="23956"/>
                      <a:pt x="22641" y="22735"/>
                      <a:pt x="26493" y="20856"/>
                    </a:cubicBezTo>
                    <a:cubicBezTo>
                      <a:pt x="34290" y="17004"/>
                      <a:pt x="37954" y="8267"/>
                      <a:pt x="37954" y="0"/>
                    </a:cubicBezTo>
                    <a:lnTo>
                      <a:pt x="44530" y="564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91" name="Forme libre : forme 1390">
              <a:extLst>
                <a:ext uri="{FF2B5EF4-FFF2-40B4-BE49-F238E27FC236}">
                  <a16:creationId xmlns:a16="http://schemas.microsoft.com/office/drawing/2014/main" id="{0C63644E-8ACA-4F90-880B-C369F56AA982}"/>
                </a:ext>
              </a:extLst>
            </p:cNvPr>
            <p:cNvSpPr/>
            <p:nvPr/>
          </p:nvSpPr>
          <p:spPr>
            <a:xfrm>
              <a:off x="5586104" y="4682105"/>
              <a:ext cx="272635" cy="100834"/>
            </a:xfrm>
            <a:custGeom>
              <a:avLst/>
              <a:gdLst>
                <a:gd name="connsiteX0" fmla="*/ 365259 w 365843"/>
                <a:gd name="connsiteY0" fmla="*/ 40047 h 135307"/>
                <a:gd name="connsiteX1" fmla="*/ 339706 w 365843"/>
                <a:gd name="connsiteY1" fmla="*/ 27 h 135307"/>
                <a:gd name="connsiteX2" fmla="*/ 158861 w 365843"/>
                <a:gd name="connsiteY2" fmla="*/ 35444 h 135307"/>
                <a:gd name="connsiteX3" fmla="*/ 0 w 365843"/>
                <a:gd name="connsiteY3" fmla="*/ 135308 h 135307"/>
                <a:gd name="connsiteX4" fmla="*/ 141294 w 365843"/>
                <a:gd name="connsiteY4" fmla="*/ 78565 h 135307"/>
                <a:gd name="connsiteX5" fmla="*/ 365259 w 365843"/>
                <a:gd name="connsiteY5" fmla="*/ 40047 h 13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3" h="135307">
                  <a:moveTo>
                    <a:pt x="365259" y="40047"/>
                  </a:moveTo>
                  <a:cubicBezTo>
                    <a:pt x="369017" y="27646"/>
                    <a:pt x="353985" y="1718"/>
                    <a:pt x="339706" y="27"/>
                  </a:cubicBezTo>
                  <a:cubicBezTo>
                    <a:pt x="331533" y="-1007"/>
                    <a:pt x="225093" y="28398"/>
                    <a:pt x="158861" y="35444"/>
                  </a:cubicBezTo>
                  <a:cubicBezTo>
                    <a:pt x="114237" y="40235"/>
                    <a:pt x="39551" y="32813"/>
                    <a:pt x="0" y="135308"/>
                  </a:cubicBezTo>
                  <a:cubicBezTo>
                    <a:pt x="0" y="135308"/>
                    <a:pt x="62474" y="67103"/>
                    <a:pt x="141294" y="78565"/>
                  </a:cubicBezTo>
                  <a:cubicBezTo>
                    <a:pt x="220114" y="89932"/>
                    <a:pt x="356052" y="70204"/>
                    <a:pt x="365259" y="40047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2" name="Forme libre : forme 1391">
              <a:extLst>
                <a:ext uri="{FF2B5EF4-FFF2-40B4-BE49-F238E27FC236}">
                  <a16:creationId xmlns:a16="http://schemas.microsoft.com/office/drawing/2014/main" id="{48544D7D-ABF9-4AB1-A336-6BD7900B29AF}"/>
                </a:ext>
              </a:extLst>
            </p:cNvPr>
            <p:cNvSpPr/>
            <p:nvPr/>
          </p:nvSpPr>
          <p:spPr>
            <a:xfrm>
              <a:off x="5844624" y="5061231"/>
              <a:ext cx="46234" cy="95074"/>
            </a:xfrm>
            <a:custGeom>
              <a:avLst/>
              <a:gdLst>
                <a:gd name="connsiteX0" fmla="*/ 17229 w 62040"/>
                <a:gd name="connsiteY0" fmla="*/ 0 h 127577"/>
                <a:gd name="connsiteX1" fmla="*/ 11122 w 62040"/>
                <a:gd name="connsiteY1" fmla="*/ 38799 h 127577"/>
                <a:gd name="connsiteX2" fmla="*/ 9150 w 62040"/>
                <a:gd name="connsiteY2" fmla="*/ 57588 h 127577"/>
                <a:gd name="connsiteX3" fmla="*/ 10747 w 62040"/>
                <a:gd name="connsiteY3" fmla="*/ 75908 h 127577"/>
                <a:gd name="connsiteX4" fmla="*/ 29911 w 62040"/>
                <a:gd name="connsiteY4" fmla="*/ 106064 h 127577"/>
                <a:gd name="connsiteX5" fmla="*/ 62041 w 62040"/>
                <a:gd name="connsiteY5" fmla="*/ 127578 h 127577"/>
                <a:gd name="connsiteX6" fmla="*/ 25308 w 62040"/>
                <a:gd name="connsiteY6" fmla="*/ 111795 h 127577"/>
                <a:gd name="connsiteX7" fmla="*/ 10465 w 62040"/>
                <a:gd name="connsiteY7" fmla="*/ 97327 h 127577"/>
                <a:gd name="connsiteX8" fmla="*/ 1540 w 62040"/>
                <a:gd name="connsiteY8" fmla="*/ 78068 h 127577"/>
                <a:gd name="connsiteX9" fmla="*/ 225 w 62040"/>
                <a:gd name="connsiteY9" fmla="*/ 57306 h 127577"/>
                <a:gd name="connsiteX10" fmla="*/ 3889 w 62040"/>
                <a:gd name="connsiteY10" fmla="*/ 37296 h 127577"/>
                <a:gd name="connsiteX11" fmla="*/ 17229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17229" y="0"/>
                  </a:moveTo>
                  <a:cubicBezTo>
                    <a:pt x="15350" y="13059"/>
                    <a:pt x="13189" y="26023"/>
                    <a:pt x="11122" y="38799"/>
                  </a:cubicBezTo>
                  <a:cubicBezTo>
                    <a:pt x="10277" y="45188"/>
                    <a:pt x="9056" y="51576"/>
                    <a:pt x="9150" y="57588"/>
                  </a:cubicBezTo>
                  <a:cubicBezTo>
                    <a:pt x="8962" y="64071"/>
                    <a:pt x="9244" y="70083"/>
                    <a:pt x="10747" y="75908"/>
                  </a:cubicBezTo>
                  <a:cubicBezTo>
                    <a:pt x="13283" y="87651"/>
                    <a:pt x="20705" y="97703"/>
                    <a:pt x="29911" y="106064"/>
                  </a:cubicBezTo>
                  <a:cubicBezTo>
                    <a:pt x="39400" y="114237"/>
                    <a:pt x="50485" y="121096"/>
                    <a:pt x="62041" y="127578"/>
                  </a:cubicBezTo>
                  <a:cubicBezTo>
                    <a:pt x="49170" y="124571"/>
                    <a:pt x="36488" y="119780"/>
                    <a:pt x="25308" y="111795"/>
                  </a:cubicBezTo>
                  <a:cubicBezTo>
                    <a:pt x="19860" y="107661"/>
                    <a:pt x="14599" y="103058"/>
                    <a:pt x="10465" y="97327"/>
                  </a:cubicBezTo>
                  <a:cubicBezTo>
                    <a:pt x="6331" y="91597"/>
                    <a:pt x="3231" y="85020"/>
                    <a:pt x="1540" y="78068"/>
                  </a:cubicBezTo>
                  <a:cubicBezTo>
                    <a:pt x="-57" y="71117"/>
                    <a:pt x="-245" y="63883"/>
                    <a:pt x="225" y="57306"/>
                  </a:cubicBezTo>
                  <a:cubicBezTo>
                    <a:pt x="695" y="50260"/>
                    <a:pt x="2198" y="43685"/>
                    <a:pt x="3889" y="37296"/>
                  </a:cubicBezTo>
                  <a:cubicBezTo>
                    <a:pt x="7365" y="24426"/>
                    <a:pt x="11874" y="12119"/>
                    <a:pt x="17229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3" name="Forme libre : forme 1392">
              <a:extLst>
                <a:ext uri="{FF2B5EF4-FFF2-40B4-BE49-F238E27FC236}">
                  <a16:creationId xmlns:a16="http://schemas.microsoft.com/office/drawing/2014/main" id="{96ED21FE-F743-4FED-8898-A7EC89242EF4}"/>
                </a:ext>
              </a:extLst>
            </p:cNvPr>
            <p:cNvSpPr/>
            <p:nvPr/>
          </p:nvSpPr>
          <p:spPr>
            <a:xfrm>
              <a:off x="5468766" y="4121062"/>
              <a:ext cx="984065" cy="783670"/>
            </a:xfrm>
            <a:custGeom>
              <a:avLst/>
              <a:gdLst>
                <a:gd name="connsiteX0" fmla="*/ 681197 w 1320493"/>
                <a:gd name="connsiteY0" fmla="*/ 320823 h 1051588"/>
                <a:gd name="connsiteX1" fmla="*/ 966508 w 1320493"/>
                <a:gd name="connsiteY1" fmla="*/ 260416 h 1051588"/>
                <a:gd name="connsiteX2" fmla="*/ 1242425 w 1320493"/>
                <a:gd name="connsiteY2" fmla="*/ 686364 h 1051588"/>
                <a:gd name="connsiteX3" fmla="*/ 1256517 w 1320493"/>
                <a:gd name="connsiteY3" fmla="*/ 1038001 h 1051588"/>
                <a:gd name="connsiteX4" fmla="*/ 1320494 w 1320493"/>
                <a:gd name="connsiteY4" fmla="*/ 868524 h 1051588"/>
                <a:gd name="connsiteX5" fmla="*/ 1258020 w 1320493"/>
                <a:gd name="connsiteY5" fmla="*/ 375969 h 1051588"/>
                <a:gd name="connsiteX6" fmla="*/ 674902 w 1320493"/>
                <a:gd name="connsiteY6" fmla="*/ 0 h 1051588"/>
                <a:gd name="connsiteX7" fmla="*/ 645591 w 1320493"/>
                <a:gd name="connsiteY7" fmla="*/ 0 h 1051588"/>
                <a:gd name="connsiteX8" fmla="*/ 62474 w 1320493"/>
                <a:gd name="connsiteY8" fmla="*/ 375969 h 1051588"/>
                <a:gd name="connsiteX9" fmla="*/ 0 w 1320493"/>
                <a:gd name="connsiteY9" fmla="*/ 868524 h 1051588"/>
                <a:gd name="connsiteX10" fmla="*/ 63977 w 1320493"/>
                <a:gd name="connsiteY10" fmla="*/ 1038001 h 1051588"/>
                <a:gd name="connsiteX11" fmla="*/ 78068 w 1320493"/>
                <a:gd name="connsiteY11" fmla="*/ 686364 h 1051588"/>
                <a:gd name="connsiteX12" fmla="*/ 353986 w 1320493"/>
                <a:gd name="connsiteY12" fmla="*/ 260416 h 1051588"/>
                <a:gd name="connsiteX13" fmla="*/ 639297 w 1320493"/>
                <a:gd name="connsiteY13" fmla="*/ 320823 h 1051588"/>
                <a:gd name="connsiteX14" fmla="*/ 660153 w 1320493"/>
                <a:gd name="connsiteY14" fmla="*/ 322984 h 1051588"/>
                <a:gd name="connsiteX15" fmla="*/ 681197 w 1320493"/>
                <a:gd name="connsiteY15" fmla="*/ 320823 h 105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20493" h="1051588">
                  <a:moveTo>
                    <a:pt x="681197" y="320823"/>
                  </a:moveTo>
                  <a:cubicBezTo>
                    <a:pt x="713514" y="318756"/>
                    <a:pt x="885340" y="244821"/>
                    <a:pt x="966508" y="260416"/>
                  </a:cubicBezTo>
                  <a:cubicBezTo>
                    <a:pt x="1047677" y="276011"/>
                    <a:pt x="1212269" y="316690"/>
                    <a:pt x="1242425" y="686364"/>
                  </a:cubicBezTo>
                  <a:cubicBezTo>
                    <a:pt x="1245901" y="729015"/>
                    <a:pt x="1241486" y="971112"/>
                    <a:pt x="1256517" y="1038001"/>
                  </a:cubicBezTo>
                  <a:cubicBezTo>
                    <a:pt x="1271548" y="1104890"/>
                    <a:pt x="1320494" y="904974"/>
                    <a:pt x="1320494" y="868524"/>
                  </a:cubicBezTo>
                  <a:cubicBezTo>
                    <a:pt x="1320494" y="832073"/>
                    <a:pt x="1287143" y="472826"/>
                    <a:pt x="1258020" y="375969"/>
                  </a:cubicBezTo>
                  <a:cubicBezTo>
                    <a:pt x="1228897" y="279111"/>
                    <a:pt x="1134107" y="11461"/>
                    <a:pt x="674902" y="0"/>
                  </a:cubicBezTo>
                  <a:lnTo>
                    <a:pt x="645591" y="0"/>
                  </a:lnTo>
                  <a:cubicBezTo>
                    <a:pt x="186387" y="11461"/>
                    <a:pt x="91597" y="279111"/>
                    <a:pt x="62474" y="375969"/>
                  </a:cubicBezTo>
                  <a:cubicBezTo>
                    <a:pt x="33351" y="472826"/>
                    <a:pt x="0" y="832073"/>
                    <a:pt x="0" y="868524"/>
                  </a:cubicBezTo>
                  <a:cubicBezTo>
                    <a:pt x="0" y="904974"/>
                    <a:pt x="48946" y="1104890"/>
                    <a:pt x="63977" y="1038001"/>
                  </a:cubicBezTo>
                  <a:cubicBezTo>
                    <a:pt x="79008" y="971018"/>
                    <a:pt x="74593" y="728921"/>
                    <a:pt x="78068" y="686364"/>
                  </a:cubicBezTo>
                  <a:cubicBezTo>
                    <a:pt x="108225" y="316690"/>
                    <a:pt x="272817" y="276105"/>
                    <a:pt x="353986" y="260416"/>
                  </a:cubicBezTo>
                  <a:cubicBezTo>
                    <a:pt x="435248" y="244821"/>
                    <a:pt x="607074" y="318756"/>
                    <a:pt x="639297" y="320823"/>
                  </a:cubicBezTo>
                  <a:cubicBezTo>
                    <a:pt x="639297" y="320823"/>
                    <a:pt x="651322" y="323171"/>
                    <a:pt x="660153" y="322984"/>
                  </a:cubicBezTo>
                  <a:cubicBezTo>
                    <a:pt x="669172" y="322796"/>
                    <a:pt x="681197" y="320823"/>
                    <a:pt x="681197" y="320823"/>
                  </a:cubicBezTo>
                  <a:close/>
                </a:path>
              </a:pathLst>
            </a:custGeom>
            <a:noFill/>
            <a:ln w="9389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4" name="Forme libre : forme 1393">
              <a:extLst>
                <a:ext uri="{FF2B5EF4-FFF2-40B4-BE49-F238E27FC236}">
                  <a16:creationId xmlns:a16="http://schemas.microsoft.com/office/drawing/2014/main" id="{C4BA066C-DC8B-4A64-9F7F-3814EC91D694}"/>
                </a:ext>
              </a:extLst>
            </p:cNvPr>
            <p:cNvSpPr/>
            <p:nvPr/>
          </p:nvSpPr>
          <p:spPr>
            <a:xfrm>
              <a:off x="6066035" y="4683174"/>
              <a:ext cx="264908" cy="123009"/>
            </a:xfrm>
            <a:custGeom>
              <a:avLst/>
              <a:gdLst>
                <a:gd name="connsiteX0" fmla="*/ 268 w 355474"/>
                <a:gd name="connsiteY0" fmla="*/ 37580 h 165063"/>
                <a:gd name="connsiteX1" fmla="*/ 29297 w 355474"/>
                <a:gd name="connsiteY1" fmla="*/ 2 h 165063"/>
                <a:gd name="connsiteX2" fmla="*/ 206196 w 355474"/>
                <a:gd name="connsiteY2" fmla="*/ 51390 h 165063"/>
                <a:gd name="connsiteX3" fmla="*/ 355475 w 355474"/>
                <a:gd name="connsiteY3" fmla="*/ 165063 h 165063"/>
                <a:gd name="connsiteX4" fmla="*/ 219818 w 355474"/>
                <a:gd name="connsiteY4" fmla="*/ 95920 h 165063"/>
                <a:gd name="connsiteX5" fmla="*/ 268 w 355474"/>
                <a:gd name="connsiteY5" fmla="*/ 37580 h 16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74" h="165063">
                  <a:moveTo>
                    <a:pt x="268" y="37580"/>
                  </a:moveTo>
                  <a:cubicBezTo>
                    <a:pt x="-2363" y="24897"/>
                    <a:pt x="14923" y="471"/>
                    <a:pt x="29297" y="2"/>
                  </a:cubicBezTo>
                  <a:cubicBezTo>
                    <a:pt x="37564" y="-280"/>
                    <a:pt x="140904" y="38519"/>
                    <a:pt x="206196" y="51390"/>
                  </a:cubicBezTo>
                  <a:cubicBezTo>
                    <a:pt x="250256" y="60126"/>
                    <a:pt x="325318" y="59375"/>
                    <a:pt x="355475" y="165063"/>
                  </a:cubicBezTo>
                  <a:cubicBezTo>
                    <a:pt x="355475" y="165063"/>
                    <a:pt x="299295" y="91504"/>
                    <a:pt x="219818" y="95920"/>
                  </a:cubicBezTo>
                  <a:cubicBezTo>
                    <a:pt x="140340" y="100335"/>
                    <a:pt x="6750" y="68581"/>
                    <a:pt x="268" y="37580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5" name="Forme libre : forme 1394">
              <a:extLst>
                <a:ext uri="{FF2B5EF4-FFF2-40B4-BE49-F238E27FC236}">
                  <a16:creationId xmlns:a16="http://schemas.microsoft.com/office/drawing/2014/main" id="{7D48AF79-2B05-431C-8664-04EC521A7FFE}"/>
                </a:ext>
              </a:extLst>
            </p:cNvPr>
            <p:cNvSpPr/>
            <p:nvPr/>
          </p:nvSpPr>
          <p:spPr>
            <a:xfrm>
              <a:off x="6031369" y="5061231"/>
              <a:ext cx="46234" cy="95074"/>
            </a:xfrm>
            <a:custGeom>
              <a:avLst/>
              <a:gdLst>
                <a:gd name="connsiteX0" fmla="*/ 44812 w 62040"/>
                <a:gd name="connsiteY0" fmla="*/ 0 h 127577"/>
                <a:gd name="connsiteX1" fmla="*/ 50918 w 62040"/>
                <a:gd name="connsiteY1" fmla="*/ 38799 h 127577"/>
                <a:gd name="connsiteX2" fmla="*/ 52891 w 62040"/>
                <a:gd name="connsiteY2" fmla="*/ 57588 h 127577"/>
                <a:gd name="connsiteX3" fmla="*/ 51294 w 62040"/>
                <a:gd name="connsiteY3" fmla="*/ 75908 h 127577"/>
                <a:gd name="connsiteX4" fmla="*/ 32129 w 62040"/>
                <a:gd name="connsiteY4" fmla="*/ 106064 h 127577"/>
                <a:gd name="connsiteX5" fmla="*/ 0 w 62040"/>
                <a:gd name="connsiteY5" fmla="*/ 127578 h 127577"/>
                <a:gd name="connsiteX6" fmla="*/ 36733 w 62040"/>
                <a:gd name="connsiteY6" fmla="*/ 111795 h 127577"/>
                <a:gd name="connsiteX7" fmla="*/ 51576 w 62040"/>
                <a:gd name="connsiteY7" fmla="*/ 97327 h 127577"/>
                <a:gd name="connsiteX8" fmla="*/ 60501 w 62040"/>
                <a:gd name="connsiteY8" fmla="*/ 78068 h 127577"/>
                <a:gd name="connsiteX9" fmla="*/ 61816 w 62040"/>
                <a:gd name="connsiteY9" fmla="*/ 57306 h 127577"/>
                <a:gd name="connsiteX10" fmla="*/ 58152 w 62040"/>
                <a:gd name="connsiteY10" fmla="*/ 37296 h 127577"/>
                <a:gd name="connsiteX11" fmla="*/ 44812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44812" y="0"/>
                  </a:moveTo>
                  <a:cubicBezTo>
                    <a:pt x="46691" y="13059"/>
                    <a:pt x="48851" y="26023"/>
                    <a:pt x="50918" y="38799"/>
                  </a:cubicBezTo>
                  <a:cubicBezTo>
                    <a:pt x="51764" y="45188"/>
                    <a:pt x="52985" y="51576"/>
                    <a:pt x="52891" y="57588"/>
                  </a:cubicBezTo>
                  <a:cubicBezTo>
                    <a:pt x="53079" y="64071"/>
                    <a:pt x="52797" y="70083"/>
                    <a:pt x="51294" y="75908"/>
                  </a:cubicBezTo>
                  <a:cubicBezTo>
                    <a:pt x="48758" y="87651"/>
                    <a:pt x="41336" y="97703"/>
                    <a:pt x="32129" y="106064"/>
                  </a:cubicBezTo>
                  <a:cubicBezTo>
                    <a:pt x="22641" y="114237"/>
                    <a:pt x="11555" y="121096"/>
                    <a:pt x="0" y="127578"/>
                  </a:cubicBezTo>
                  <a:cubicBezTo>
                    <a:pt x="12870" y="124571"/>
                    <a:pt x="25553" y="119780"/>
                    <a:pt x="36733" y="111795"/>
                  </a:cubicBezTo>
                  <a:cubicBezTo>
                    <a:pt x="42181" y="107661"/>
                    <a:pt x="47442" y="103058"/>
                    <a:pt x="51576" y="97327"/>
                  </a:cubicBezTo>
                  <a:cubicBezTo>
                    <a:pt x="55709" y="91597"/>
                    <a:pt x="58810" y="85020"/>
                    <a:pt x="60501" y="78068"/>
                  </a:cubicBezTo>
                  <a:cubicBezTo>
                    <a:pt x="62098" y="71117"/>
                    <a:pt x="62286" y="63883"/>
                    <a:pt x="61816" y="57306"/>
                  </a:cubicBezTo>
                  <a:cubicBezTo>
                    <a:pt x="61346" y="50260"/>
                    <a:pt x="59843" y="43685"/>
                    <a:pt x="58152" y="37296"/>
                  </a:cubicBezTo>
                  <a:cubicBezTo>
                    <a:pt x="54676" y="24426"/>
                    <a:pt x="50167" y="12119"/>
                    <a:pt x="44812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6" name="Forme libre : forme 1395">
              <a:extLst>
                <a:ext uri="{FF2B5EF4-FFF2-40B4-BE49-F238E27FC236}">
                  <a16:creationId xmlns:a16="http://schemas.microsoft.com/office/drawing/2014/main" id="{2CE2AE48-1DED-4CED-AD8A-5F16E011B09C}"/>
                </a:ext>
              </a:extLst>
            </p:cNvPr>
            <p:cNvSpPr/>
            <p:nvPr/>
          </p:nvSpPr>
          <p:spPr>
            <a:xfrm>
              <a:off x="5887166" y="5116433"/>
              <a:ext cx="36457" cy="28179"/>
            </a:xfrm>
            <a:custGeom>
              <a:avLst/>
              <a:gdLst>
                <a:gd name="connsiteX0" fmla="*/ 48922 w 48921"/>
                <a:gd name="connsiteY0" fmla="*/ 37814 h 37813"/>
                <a:gd name="connsiteX1" fmla="*/ 4956 w 48921"/>
                <a:gd name="connsiteY1" fmla="*/ 799 h 37813"/>
                <a:gd name="connsiteX2" fmla="*/ 30509 w 48921"/>
                <a:gd name="connsiteY2" fmla="*/ 27574 h 37813"/>
                <a:gd name="connsiteX3" fmla="*/ 48922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48922" y="37814"/>
                  </a:moveTo>
                  <a:cubicBezTo>
                    <a:pt x="48922" y="37814"/>
                    <a:pt x="23369" y="-6434"/>
                    <a:pt x="4956" y="799"/>
                  </a:cubicBezTo>
                  <a:cubicBezTo>
                    <a:pt x="-13458" y="8033"/>
                    <a:pt x="24966" y="24756"/>
                    <a:pt x="30509" y="27574"/>
                  </a:cubicBezTo>
                  <a:cubicBezTo>
                    <a:pt x="36051" y="30392"/>
                    <a:pt x="48922" y="37814"/>
                    <a:pt x="48922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7" name="Forme libre : forme 1396">
              <a:extLst>
                <a:ext uri="{FF2B5EF4-FFF2-40B4-BE49-F238E27FC236}">
                  <a16:creationId xmlns:a16="http://schemas.microsoft.com/office/drawing/2014/main" id="{2F2D5639-F238-4BAF-8A5D-381F18B361BC}"/>
                </a:ext>
              </a:extLst>
            </p:cNvPr>
            <p:cNvSpPr/>
            <p:nvPr/>
          </p:nvSpPr>
          <p:spPr>
            <a:xfrm>
              <a:off x="5997484" y="5116433"/>
              <a:ext cx="36457" cy="28179"/>
            </a:xfrm>
            <a:custGeom>
              <a:avLst/>
              <a:gdLst>
                <a:gd name="connsiteX0" fmla="*/ 0 w 48921"/>
                <a:gd name="connsiteY0" fmla="*/ 37814 h 37813"/>
                <a:gd name="connsiteX1" fmla="*/ 43966 w 48921"/>
                <a:gd name="connsiteY1" fmla="*/ 799 h 37813"/>
                <a:gd name="connsiteX2" fmla="*/ 18413 w 48921"/>
                <a:gd name="connsiteY2" fmla="*/ 27574 h 37813"/>
                <a:gd name="connsiteX3" fmla="*/ 0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0" y="37814"/>
                  </a:moveTo>
                  <a:cubicBezTo>
                    <a:pt x="0" y="37814"/>
                    <a:pt x="25553" y="-6434"/>
                    <a:pt x="43966" y="799"/>
                  </a:cubicBezTo>
                  <a:cubicBezTo>
                    <a:pt x="62379" y="8033"/>
                    <a:pt x="23956" y="24756"/>
                    <a:pt x="18413" y="27574"/>
                  </a:cubicBezTo>
                  <a:cubicBezTo>
                    <a:pt x="13058" y="30580"/>
                    <a:pt x="0" y="37814"/>
                    <a:pt x="0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8" name="Forme libre : forme 1397">
              <a:extLst>
                <a:ext uri="{FF2B5EF4-FFF2-40B4-BE49-F238E27FC236}">
                  <a16:creationId xmlns:a16="http://schemas.microsoft.com/office/drawing/2014/main" id="{F875FCEA-9CBE-4727-B7FC-F79B219198E6}"/>
                </a:ext>
              </a:extLst>
            </p:cNvPr>
            <p:cNvSpPr/>
            <p:nvPr/>
          </p:nvSpPr>
          <p:spPr>
            <a:xfrm>
              <a:off x="5902304" y="5052970"/>
              <a:ext cx="5217" cy="29894"/>
            </a:xfrm>
            <a:custGeom>
              <a:avLst/>
              <a:gdLst>
                <a:gd name="connsiteX0" fmla="*/ 7000 w 7000"/>
                <a:gd name="connsiteY0" fmla="*/ 0 h 40114"/>
                <a:gd name="connsiteX1" fmla="*/ 4745 w 7000"/>
                <a:gd name="connsiteY1" fmla="*/ 20292 h 40114"/>
                <a:gd name="connsiteX2" fmla="*/ 6718 w 7000"/>
                <a:gd name="connsiteY2" fmla="*/ 40115 h 40114"/>
                <a:gd name="connsiteX3" fmla="*/ 48 w 7000"/>
                <a:gd name="connsiteY3" fmla="*/ 20010 h 40114"/>
                <a:gd name="connsiteX4" fmla="*/ 7000 w 7000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00" h="40114">
                  <a:moveTo>
                    <a:pt x="7000" y="0"/>
                  </a:moveTo>
                  <a:cubicBezTo>
                    <a:pt x="6624" y="7140"/>
                    <a:pt x="5121" y="13716"/>
                    <a:pt x="4745" y="20292"/>
                  </a:cubicBezTo>
                  <a:cubicBezTo>
                    <a:pt x="4276" y="26868"/>
                    <a:pt x="4745" y="33256"/>
                    <a:pt x="6718" y="40115"/>
                  </a:cubicBezTo>
                  <a:cubicBezTo>
                    <a:pt x="1457" y="35041"/>
                    <a:pt x="-328" y="27150"/>
                    <a:pt x="48" y="20010"/>
                  </a:cubicBezTo>
                  <a:cubicBezTo>
                    <a:pt x="706" y="12776"/>
                    <a:pt x="3148" y="6012"/>
                    <a:pt x="700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9" name="Forme libre : forme 1398">
              <a:extLst>
                <a:ext uri="{FF2B5EF4-FFF2-40B4-BE49-F238E27FC236}">
                  <a16:creationId xmlns:a16="http://schemas.microsoft.com/office/drawing/2014/main" id="{C310F189-D70C-4C5F-B57B-8272E6303F10}"/>
                </a:ext>
              </a:extLst>
            </p:cNvPr>
            <p:cNvSpPr/>
            <p:nvPr/>
          </p:nvSpPr>
          <p:spPr>
            <a:xfrm>
              <a:off x="5910882" y="5092526"/>
              <a:ext cx="21423" cy="24434"/>
            </a:xfrm>
            <a:custGeom>
              <a:avLst/>
              <a:gdLst>
                <a:gd name="connsiteX0" fmla="*/ 0 w 28747"/>
                <a:gd name="connsiteY0" fmla="*/ 0 h 32787"/>
                <a:gd name="connsiteX1" fmla="*/ 18695 w 28747"/>
                <a:gd name="connsiteY1" fmla="*/ 12589 h 32787"/>
                <a:gd name="connsiteX2" fmla="*/ 28747 w 28747"/>
                <a:gd name="connsiteY2" fmla="*/ 32787 h 32787"/>
                <a:gd name="connsiteX3" fmla="*/ 15125 w 28747"/>
                <a:gd name="connsiteY3" fmla="*/ 15595 h 32787"/>
                <a:gd name="connsiteX4" fmla="*/ 0 w 28747"/>
                <a:gd name="connsiteY4" fmla="*/ 0 h 32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47" h="32787">
                  <a:moveTo>
                    <a:pt x="0" y="0"/>
                  </a:moveTo>
                  <a:cubicBezTo>
                    <a:pt x="7516" y="1692"/>
                    <a:pt x="13904" y="6764"/>
                    <a:pt x="18695" y="12589"/>
                  </a:cubicBezTo>
                  <a:cubicBezTo>
                    <a:pt x="23486" y="18508"/>
                    <a:pt x="26962" y="25365"/>
                    <a:pt x="28747" y="32787"/>
                  </a:cubicBezTo>
                  <a:cubicBezTo>
                    <a:pt x="23768" y="27056"/>
                    <a:pt x="19728" y="21044"/>
                    <a:pt x="15125" y="15595"/>
                  </a:cubicBezTo>
                  <a:cubicBezTo>
                    <a:pt x="10616" y="9959"/>
                    <a:pt x="5731" y="49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0" name="Forme libre : forme 1399">
              <a:extLst>
                <a:ext uri="{FF2B5EF4-FFF2-40B4-BE49-F238E27FC236}">
                  <a16:creationId xmlns:a16="http://schemas.microsoft.com/office/drawing/2014/main" id="{CE86EB4E-89F6-40B6-89D7-101CDA89F749}"/>
                </a:ext>
              </a:extLst>
            </p:cNvPr>
            <p:cNvSpPr/>
            <p:nvPr/>
          </p:nvSpPr>
          <p:spPr>
            <a:xfrm>
              <a:off x="6012326" y="5054720"/>
              <a:ext cx="5164" cy="29894"/>
            </a:xfrm>
            <a:custGeom>
              <a:avLst/>
              <a:gdLst>
                <a:gd name="connsiteX0" fmla="*/ 0 w 6929"/>
                <a:gd name="connsiteY0" fmla="*/ 0 h 40114"/>
                <a:gd name="connsiteX1" fmla="*/ 6858 w 6929"/>
                <a:gd name="connsiteY1" fmla="*/ 20010 h 40114"/>
                <a:gd name="connsiteX2" fmla="*/ 188 w 6929"/>
                <a:gd name="connsiteY2" fmla="*/ 40115 h 40114"/>
                <a:gd name="connsiteX3" fmla="*/ 2161 w 6929"/>
                <a:gd name="connsiteY3" fmla="*/ 20292 h 40114"/>
                <a:gd name="connsiteX4" fmla="*/ 0 w 6929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9" h="40114">
                  <a:moveTo>
                    <a:pt x="0" y="0"/>
                  </a:moveTo>
                  <a:cubicBezTo>
                    <a:pt x="3852" y="5919"/>
                    <a:pt x="6294" y="12776"/>
                    <a:pt x="6858" y="20010"/>
                  </a:cubicBezTo>
                  <a:cubicBezTo>
                    <a:pt x="7328" y="27150"/>
                    <a:pt x="5543" y="35135"/>
                    <a:pt x="188" y="40115"/>
                  </a:cubicBezTo>
                  <a:cubicBezTo>
                    <a:pt x="2161" y="33256"/>
                    <a:pt x="2630" y="26868"/>
                    <a:pt x="2161" y="20292"/>
                  </a:cubicBezTo>
                  <a:cubicBezTo>
                    <a:pt x="1879" y="13716"/>
                    <a:pt x="376" y="71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1" name="Forme libre : forme 1400">
              <a:extLst>
                <a:ext uri="{FF2B5EF4-FFF2-40B4-BE49-F238E27FC236}">
                  <a16:creationId xmlns:a16="http://schemas.microsoft.com/office/drawing/2014/main" id="{BC12AC40-598B-4B81-9865-967C7F9147DA}"/>
                </a:ext>
              </a:extLst>
            </p:cNvPr>
            <p:cNvSpPr/>
            <p:nvPr/>
          </p:nvSpPr>
          <p:spPr>
            <a:xfrm>
              <a:off x="5996458" y="4971618"/>
              <a:ext cx="10476" cy="55868"/>
            </a:xfrm>
            <a:custGeom>
              <a:avLst/>
              <a:gdLst>
                <a:gd name="connsiteX0" fmla="*/ 2973 w 14058"/>
                <a:gd name="connsiteY0" fmla="*/ 0 h 74968"/>
                <a:gd name="connsiteX1" fmla="*/ 5134 w 14058"/>
                <a:gd name="connsiteY1" fmla="*/ 38235 h 74968"/>
                <a:gd name="connsiteX2" fmla="*/ 14059 w 14058"/>
                <a:gd name="connsiteY2" fmla="*/ 74968 h 74968"/>
                <a:gd name="connsiteX3" fmla="*/ 437 w 14058"/>
                <a:gd name="connsiteY3" fmla="*/ 38705 h 74968"/>
                <a:gd name="connsiteX4" fmla="*/ 2973 w 14058"/>
                <a:gd name="connsiteY4" fmla="*/ 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58" h="74968">
                  <a:moveTo>
                    <a:pt x="2973" y="0"/>
                  </a:moveTo>
                  <a:cubicBezTo>
                    <a:pt x="4101" y="12964"/>
                    <a:pt x="3819" y="25741"/>
                    <a:pt x="5134" y="38235"/>
                  </a:cubicBezTo>
                  <a:cubicBezTo>
                    <a:pt x="6262" y="50824"/>
                    <a:pt x="8892" y="63037"/>
                    <a:pt x="14059" y="74968"/>
                  </a:cubicBezTo>
                  <a:cubicBezTo>
                    <a:pt x="5698" y="64916"/>
                    <a:pt x="1752" y="51576"/>
                    <a:pt x="437" y="38705"/>
                  </a:cubicBezTo>
                  <a:cubicBezTo>
                    <a:pt x="-690" y="25647"/>
                    <a:pt x="437" y="12682"/>
                    <a:pt x="2973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2" name="Forme libre : forme 1401">
              <a:extLst>
                <a:ext uri="{FF2B5EF4-FFF2-40B4-BE49-F238E27FC236}">
                  <a16:creationId xmlns:a16="http://schemas.microsoft.com/office/drawing/2014/main" id="{3F680FC2-1BBD-4487-B1C8-EF45764AF21B}"/>
                </a:ext>
              </a:extLst>
            </p:cNvPr>
            <p:cNvSpPr/>
            <p:nvPr/>
          </p:nvSpPr>
          <p:spPr>
            <a:xfrm>
              <a:off x="5996714" y="4774539"/>
              <a:ext cx="41166" cy="123498"/>
            </a:xfrm>
            <a:custGeom>
              <a:avLst/>
              <a:gdLst>
                <a:gd name="connsiteX0" fmla="*/ 55240 w 55239"/>
                <a:gd name="connsiteY0" fmla="*/ 0 h 165719"/>
                <a:gd name="connsiteX1" fmla="*/ 29687 w 55239"/>
                <a:gd name="connsiteY1" fmla="*/ 36357 h 165719"/>
                <a:gd name="connsiteX2" fmla="*/ 12964 w 55239"/>
                <a:gd name="connsiteY2" fmla="*/ 77411 h 165719"/>
                <a:gd name="connsiteX3" fmla="*/ 4228 w 55239"/>
                <a:gd name="connsiteY3" fmla="*/ 121001 h 165719"/>
                <a:gd name="connsiteX4" fmla="*/ 2349 w 55239"/>
                <a:gd name="connsiteY4" fmla="*/ 143266 h 165719"/>
                <a:gd name="connsiteX5" fmla="*/ 1785 w 55239"/>
                <a:gd name="connsiteY5" fmla="*/ 165719 h 165719"/>
                <a:gd name="connsiteX6" fmla="*/ 0 w 55239"/>
                <a:gd name="connsiteY6" fmla="*/ 143266 h 165719"/>
                <a:gd name="connsiteX7" fmla="*/ 564 w 55239"/>
                <a:gd name="connsiteY7" fmla="*/ 120720 h 165719"/>
                <a:gd name="connsiteX8" fmla="*/ 8361 w 55239"/>
                <a:gd name="connsiteY8" fmla="*/ 76190 h 165719"/>
                <a:gd name="connsiteX9" fmla="*/ 26399 w 55239"/>
                <a:gd name="connsiteY9" fmla="*/ 34666 h 165719"/>
                <a:gd name="connsiteX10" fmla="*/ 55240 w 55239"/>
                <a:gd name="connsiteY10" fmla="*/ 0 h 16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239" h="165719">
                  <a:moveTo>
                    <a:pt x="55240" y="0"/>
                  </a:moveTo>
                  <a:cubicBezTo>
                    <a:pt x="44906" y="10804"/>
                    <a:pt x="36639" y="23393"/>
                    <a:pt x="29687" y="36357"/>
                  </a:cubicBezTo>
                  <a:cubicBezTo>
                    <a:pt x="22735" y="49415"/>
                    <a:pt x="17098" y="63225"/>
                    <a:pt x="12964" y="77411"/>
                  </a:cubicBezTo>
                  <a:cubicBezTo>
                    <a:pt x="8831" y="91597"/>
                    <a:pt x="5919" y="106158"/>
                    <a:pt x="4228" y="121001"/>
                  </a:cubicBezTo>
                  <a:cubicBezTo>
                    <a:pt x="3006" y="128329"/>
                    <a:pt x="3006" y="135845"/>
                    <a:pt x="2349" y="143266"/>
                  </a:cubicBezTo>
                  <a:cubicBezTo>
                    <a:pt x="1973" y="150688"/>
                    <a:pt x="2161" y="158204"/>
                    <a:pt x="1785" y="165719"/>
                  </a:cubicBezTo>
                  <a:cubicBezTo>
                    <a:pt x="1034" y="158298"/>
                    <a:pt x="470" y="150782"/>
                    <a:pt x="0" y="143266"/>
                  </a:cubicBezTo>
                  <a:cubicBezTo>
                    <a:pt x="188" y="135751"/>
                    <a:pt x="-188" y="128235"/>
                    <a:pt x="564" y="120720"/>
                  </a:cubicBezTo>
                  <a:cubicBezTo>
                    <a:pt x="1503" y="105688"/>
                    <a:pt x="4509" y="90751"/>
                    <a:pt x="8361" y="76190"/>
                  </a:cubicBezTo>
                  <a:cubicBezTo>
                    <a:pt x="12964" y="61816"/>
                    <a:pt x="18695" y="47630"/>
                    <a:pt x="26399" y="34666"/>
                  </a:cubicBezTo>
                  <a:cubicBezTo>
                    <a:pt x="34290" y="21701"/>
                    <a:pt x="43497" y="9489"/>
                    <a:pt x="5524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3" name="Forme libre : forme 1402">
              <a:extLst>
                <a:ext uri="{FF2B5EF4-FFF2-40B4-BE49-F238E27FC236}">
                  <a16:creationId xmlns:a16="http://schemas.microsoft.com/office/drawing/2014/main" id="{C295926F-A95A-4E0D-B190-891AD67DB8BF}"/>
                </a:ext>
              </a:extLst>
            </p:cNvPr>
            <p:cNvSpPr/>
            <p:nvPr/>
          </p:nvSpPr>
          <p:spPr>
            <a:xfrm>
              <a:off x="5586104" y="4682105"/>
              <a:ext cx="272635" cy="100834"/>
            </a:xfrm>
            <a:custGeom>
              <a:avLst/>
              <a:gdLst>
                <a:gd name="connsiteX0" fmla="*/ 365259 w 365843"/>
                <a:gd name="connsiteY0" fmla="*/ 40047 h 135307"/>
                <a:gd name="connsiteX1" fmla="*/ 339706 w 365843"/>
                <a:gd name="connsiteY1" fmla="*/ 27 h 135307"/>
                <a:gd name="connsiteX2" fmla="*/ 158861 w 365843"/>
                <a:gd name="connsiteY2" fmla="*/ 35444 h 135307"/>
                <a:gd name="connsiteX3" fmla="*/ 0 w 365843"/>
                <a:gd name="connsiteY3" fmla="*/ 135308 h 135307"/>
                <a:gd name="connsiteX4" fmla="*/ 141294 w 365843"/>
                <a:gd name="connsiteY4" fmla="*/ 78565 h 135307"/>
                <a:gd name="connsiteX5" fmla="*/ 365259 w 365843"/>
                <a:gd name="connsiteY5" fmla="*/ 40047 h 13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3" h="135307">
                  <a:moveTo>
                    <a:pt x="365259" y="40047"/>
                  </a:moveTo>
                  <a:cubicBezTo>
                    <a:pt x="369017" y="27646"/>
                    <a:pt x="353985" y="1718"/>
                    <a:pt x="339706" y="27"/>
                  </a:cubicBezTo>
                  <a:cubicBezTo>
                    <a:pt x="331533" y="-1007"/>
                    <a:pt x="225093" y="28398"/>
                    <a:pt x="158861" y="35444"/>
                  </a:cubicBezTo>
                  <a:cubicBezTo>
                    <a:pt x="114237" y="40235"/>
                    <a:pt x="39551" y="32813"/>
                    <a:pt x="0" y="135308"/>
                  </a:cubicBezTo>
                  <a:cubicBezTo>
                    <a:pt x="0" y="135308"/>
                    <a:pt x="62474" y="67103"/>
                    <a:pt x="141294" y="78565"/>
                  </a:cubicBezTo>
                  <a:cubicBezTo>
                    <a:pt x="220114" y="89932"/>
                    <a:pt x="356052" y="70204"/>
                    <a:pt x="365259" y="40047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4" name="Forme libre : forme 1403">
              <a:extLst>
                <a:ext uri="{FF2B5EF4-FFF2-40B4-BE49-F238E27FC236}">
                  <a16:creationId xmlns:a16="http://schemas.microsoft.com/office/drawing/2014/main" id="{C0BF3CFF-5B2D-4AEC-AA94-50D8E4040E62}"/>
                </a:ext>
              </a:extLst>
            </p:cNvPr>
            <p:cNvSpPr/>
            <p:nvPr/>
          </p:nvSpPr>
          <p:spPr>
            <a:xfrm>
              <a:off x="5844624" y="5061231"/>
              <a:ext cx="46234" cy="95074"/>
            </a:xfrm>
            <a:custGeom>
              <a:avLst/>
              <a:gdLst>
                <a:gd name="connsiteX0" fmla="*/ 17229 w 62040"/>
                <a:gd name="connsiteY0" fmla="*/ 0 h 127577"/>
                <a:gd name="connsiteX1" fmla="*/ 11122 w 62040"/>
                <a:gd name="connsiteY1" fmla="*/ 38799 h 127577"/>
                <a:gd name="connsiteX2" fmla="*/ 9150 w 62040"/>
                <a:gd name="connsiteY2" fmla="*/ 57588 h 127577"/>
                <a:gd name="connsiteX3" fmla="*/ 10747 w 62040"/>
                <a:gd name="connsiteY3" fmla="*/ 75908 h 127577"/>
                <a:gd name="connsiteX4" fmla="*/ 29911 w 62040"/>
                <a:gd name="connsiteY4" fmla="*/ 106064 h 127577"/>
                <a:gd name="connsiteX5" fmla="*/ 62041 w 62040"/>
                <a:gd name="connsiteY5" fmla="*/ 127578 h 127577"/>
                <a:gd name="connsiteX6" fmla="*/ 25308 w 62040"/>
                <a:gd name="connsiteY6" fmla="*/ 111795 h 127577"/>
                <a:gd name="connsiteX7" fmla="*/ 10465 w 62040"/>
                <a:gd name="connsiteY7" fmla="*/ 97327 h 127577"/>
                <a:gd name="connsiteX8" fmla="*/ 1540 w 62040"/>
                <a:gd name="connsiteY8" fmla="*/ 78068 h 127577"/>
                <a:gd name="connsiteX9" fmla="*/ 225 w 62040"/>
                <a:gd name="connsiteY9" fmla="*/ 57306 h 127577"/>
                <a:gd name="connsiteX10" fmla="*/ 3889 w 62040"/>
                <a:gd name="connsiteY10" fmla="*/ 37296 h 127577"/>
                <a:gd name="connsiteX11" fmla="*/ 17229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17229" y="0"/>
                  </a:moveTo>
                  <a:cubicBezTo>
                    <a:pt x="15350" y="13059"/>
                    <a:pt x="13189" y="26023"/>
                    <a:pt x="11122" y="38799"/>
                  </a:cubicBezTo>
                  <a:cubicBezTo>
                    <a:pt x="10277" y="45188"/>
                    <a:pt x="9056" y="51576"/>
                    <a:pt x="9150" y="57588"/>
                  </a:cubicBezTo>
                  <a:cubicBezTo>
                    <a:pt x="8962" y="64071"/>
                    <a:pt x="9244" y="70083"/>
                    <a:pt x="10747" y="75908"/>
                  </a:cubicBezTo>
                  <a:cubicBezTo>
                    <a:pt x="13283" y="87651"/>
                    <a:pt x="20705" y="97703"/>
                    <a:pt x="29911" y="106064"/>
                  </a:cubicBezTo>
                  <a:cubicBezTo>
                    <a:pt x="39400" y="114237"/>
                    <a:pt x="50485" y="121096"/>
                    <a:pt x="62041" y="127578"/>
                  </a:cubicBezTo>
                  <a:cubicBezTo>
                    <a:pt x="49170" y="124571"/>
                    <a:pt x="36488" y="119780"/>
                    <a:pt x="25308" y="111795"/>
                  </a:cubicBezTo>
                  <a:cubicBezTo>
                    <a:pt x="19860" y="107661"/>
                    <a:pt x="14599" y="103058"/>
                    <a:pt x="10465" y="97327"/>
                  </a:cubicBezTo>
                  <a:cubicBezTo>
                    <a:pt x="6331" y="91597"/>
                    <a:pt x="3231" y="85020"/>
                    <a:pt x="1540" y="78068"/>
                  </a:cubicBezTo>
                  <a:cubicBezTo>
                    <a:pt x="-57" y="71117"/>
                    <a:pt x="-245" y="63883"/>
                    <a:pt x="225" y="57306"/>
                  </a:cubicBezTo>
                  <a:cubicBezTo>
                    <a:pt x="695" y="50260"/>
                    <a:pt x="2198" y="43685"/>
                    <a:pt x="3889" y="37296"/>
                  </a:cubicBezTo>
                  <a:cubicBezTo>
                    <a:pt x="7365" y="24426"/>
                    <a:pt x="11874" y="12119"/>
                    <a:pt x="17229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5" name="Forme libre : forme 1404">
              <a:extLst>
                <a:ext uri="{FF2B5EF4-FFF2-40B4-BE49-F238E27FC236}">
                  <a16:creationId xmlns:a16="http://schemas.microsoft.com/office/drawing/2014/main" id="{6CED4FD9-70B1-4015-A4B2-483B6E4B338A}"/>
                </a:ext>
              </a:extLst>
            </p:cNvPr>
            <p:cNvSpPr/>
            <p:nvPr/>
          </p:nvSpPr>
          <p:spPr>
            <a:xfrm>
              <a:off x="5468766" y="4121062"/>
              <a:ext cx="984065" cy="783670"/>
            </a:xfrm>
            <a:custGeom>
              <a:avLst/>
              <a:gdLst>
                <a:gd name="connsiteX0" fmla="*/ 681197 w 1320493"/>
                <a:gd name="connsiteY0" fmla="*/ 320823 h 1051588"/>
                <a:gd name="connsiteX1" fmla="*/ 966508 w 1320493"/>
                <a:gd name="connsiteY1" fmla="*/ 260416 h 1051588"/>
                <a:gd name="connsiteX2" fmla="*/ 1242425 w 1320493"/>
                <a:gd name="connsiteY2" fmla="*/ 686364 h 1051588"/>
                <a:gd name="connsiteX3" fmla="*/ 1256517 w 1320493"/>
                <a:gd name="connsiteY3" fmla="*/ 1038001 h 1051588"/>
                <a:gd name="connsiteX4" fmla="*/ 1320494 w 1320493"/>
                <a:gd name="connsiteY4" fmla="*/ 868524 h 1051588"/>
                <a:gd name="connsiteX5" fmla="*/ 1258020 w 1320493"/>
                <a:gd name="connsiteY5" fmla="*/ 375969 h 1051588"/>
                <a:gd name="connsiteX6" fmla="*/ 674902 w 1320493"/>
                <a:gd name="connsiteY6" fmla="*/ 0 h 1051588"/>
                <a:gd name="connsiteX7" fmla="*/ 645591 w 1320493"/>
                <a:gd name="connsiteY7" fmla="*/ 0 h 1051588"/>
                <a:gd name="connsiteX8" fmla="*/ 62474 w 1320493"/>
                <a:gd name="connsiteY8" fmla="*/ 375969 h 1051588"/>
                <a:gd name="connsiteX9" fmla="*/ 0 w 1320493"/>
                <a:gd name="connsiteY9" fmla="*/ 868524 h 1051588"/>
                <a:gd name="connsiteX10" fmla="*/ 63977 w 1320493"/>
                <a:gd name="connsiteY10" fmla="*/ 1038001 h 1051588"/>
                <a:gd name="connsiteX11" fmla="*/ 78068 w 1320493"/>
                <a:gd name="connsiteY11" fmla="*/ 686364 h 1051588"/>
                <a:gd name="connsiteX12" fmla="*/ 353986 w 1320493"/>
                <a:gd name="connsiteY12" fmla="*/ 260416 h 1051588"/>
                <a:gd name="connsiteX13" fmla="*/ 639297 w 1320493"/>
                <a:gd name="connsiteY13" fmla="*/ 320823 h 1051588"/>
                <a:gd name="connsiteX14" fmla="*/ 660153 w 1320493"/>
                <a:gd name="connsiteY14" fmla="*/ 322984 h 1051588"/>
                <a:gd name="connsiteX15" fmla="*/ 681197 w 1320493"/>
                <a:gd name="connsiteY15" fmla="*/ 320823 h 105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20493" h="1051588">
                  <a:moveTo>
                    <a:pt x="681197" y="320823"/>
                  </a:moveTo>
                  <a:cubicBezTo>
                    <a:pt x="713514" y="318756"/>
                    <a:pt x="885340" y="244821"/>
                    <a:pt x="966508" y="260416"/>
                  </a:cubicBezTo>
                  <a:cubicBezTo>
                    <a:pt x="1047677" y="276011"/>
                    <a:pt x="1212269" y="316690"/>
                    <a:pt x="1242425" y="686364"/>
                  </a:cubicBezTo>
                  <a:cubicBezTo>
                    <a:pt x="1245901" y="729015"/>
                    <a:pt x="1241486" y="971112"/>
                    <a:pt x="1256517" y="1038001"/>
                  </a:cubicBezTo>
                  <a:cubicBezTo>
                    <a:pt x="1271548" y="1104890"/>
                    <a:pt x="1320494" y="904974"/>
                    <a:pt x="1320494" y="868524"/>
                  </a:cubicBezTo>
                  <a:cubicBezTo>
                    <a:pt x="1320494" y="832073"/>
                    <a:pt x="1287143" y="472826"/>
                    <a:pt x="1258020" y="375969"/>
                  </a:cubicBezTo>
                  <a:cubicBezTo>
                    <a:pt x="1228897" y="279111"/>
                    <a:pt x="1134107" y="11461"/>
                    <a:pt x="674902" y="0"/>
                  </a:cubicBezTo>
                  <a:lnTo>
                    <a:pt x="645591" y="0"/>
                  </a:lnTo>
                  <a:cubicBezTo>
                    <a:pt x="186387" y="11461"/>
                    <a:pt x="91597" y="279111"/>
                    <a:pt x="62474" y="375969"/>
                  </a:cubicBezTo>
                  <a:cubicBezTo>
                    <a:pt x="33351" y="472826"/>
                    <a:pt x="0" y="832073"/>
                    <a:pt x="0" y="868524"/>
                  </a:cubicBezTo>
                  <a:cubicBezTo>
                    <a:pt x="0" y="904974"/>
                    <a:pt x="48946" y="1104890"/>
                    <a:pt x="63977" y="1038001"/>
                  </a:cubicBezTo>
                  <a:cubicBezTo>
                    <a:pt x="79008" y="971018"/>
                    <a:pt x="74593" y="728921"/>
                    <a:pt x="78068" y="686364"/>
                  </a:cubicBezTo>
                  <a:cubicBezTo>
                    <a:pt x="108225" y="316690"/>
                    <a:pt x="272817" y="276105"/>
                    <a:pt x="353986" y="260416"/>
                  </a:cubicBezTo>
                  <a:cubicBezTo>
                    <a:pt x="435248" y="244821"/>
                    <a:pt x="607074" y="318756"/>
                    <a:pt x="639297" y="320823"/>
                  </a:cubicBezTo>
                  <a:cubicBezTo>
                    <a:pt x="639297" y="320823"/>
                    <a:pt x="651322" y="323171"/>
                    <a:pt x="660153" y="322984"/>
                  </a:cubicBezTo>
                  <a:cubicBezTo>
                    <a:pt x="669172" y="322796"/>
                    <a:pt x="681197" y="320823"/>
                    <a:pt x="681197" y="320823"/>
                  </a:cubicBezTo>
                  <a:close/>
                </a:path>
              </a:pathLst>
            </a:custGeom>
            <a:noFill/>
            <a:ln w="9389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6" name="Forme libre : forme 1405">
              <a:extLst>
                <a:ext uri="{FF2B5EF4-FFF2-40B4-BE49-F238E27FC236}">
                  <a16:creationId xmlns:a16="http://schemas.microsoft.com/office/drawing/2014/main" id="{1246845E-6064-40E8-B3BA-6DB665A159D2}"/>
                </a:ext>
              </a:extLst>
            </p:cNvPr>
            <p:cNvSpPr/>
            <p:nvPr/>
          </p:nvSpPr>
          <p:spPr>
            <a:xfrm>
              <a:off x="6066035" y="4683174"/>
              <a:ext cx="264908" cy="123009"/>
            </a:xfrm>
            <a:custGeom>
              <a:avLst/>
              <a:gdLst>
                <a:gd name="connsiteX0" fmla="*/ 268 w 355474"/>
                <a:gd name="connsiteY0" fmla="*/ 37580 h 165063"/>
                <a:gd name="connsiteX1" fmla="*/ 29297 w 355474"/>
                <a:gd name="connsiteY1" fmla="*/ 2 h 165063"/>
                <a:gd name="connsiteX2" fmla="*/ 206196 w 355474"/>
                <a:gd name="connsiteY2" fmla="*/ 51390 h 165063"/>
                <a:gd name="connsiteX3" fmla="*/ 355475 w 355474"/>
                <a:gd name="connsiteY3" fmla="*/ 165063 h 165063"/>
                <a:gd name="connsiteX4" fmla="*/ 219818 w 355474"/>
                <a:gd name="connsiteY4" fmla="*/ 95920 h 165063"/>
                <a:gd name="connsiteX5" fmla="*/ 268 w 355474"/>
                <a:gd name="connsiteY5" fmla="*/ 37580 h 16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74" h="165063">
                  <a:moveTo>
                    <a:pt x="268" y="37580"/>
                  </a:moveTo>
                  <a:cubicBezTo>
                    <a:pt x="-2363" y="24897"/>
                    <a:pt x="14923" y="471"/>
                    <a:pt x="29297" y="2"/>
                  </a:cubicBezTo>
                  <a:cubicBezTo>
                    <a:pt x="37564" y="-280"/>
                    <a:pt x="140904" y="38519"/>
                    <a:pt x="206196" y="51390"/>
                  </a:cubicBezTo>
                  <a:cubicBezTo>
                    <a:pt x="250256" y="60126"/>
                    <a:pt x="325318" y="59375"/>
                    <a:pt x="355475" y="165063"/>
                  </a:cubicBezTo>
                  <a:cubicBezTo>
                    <a:pt x="355475" y="165063"/>
                    <a:pt x="299295" y="91504"/>
                    <a:pt x="219818" y="95920"/>
                  </a:cubicBezTo>
                  <a:cubicBezTo>
                    <a:pt x="140340" y="100335"/>
                    <a:pt x="6750" y="68581"/>
                    <a:pt x="268" y="37580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7" name="Forme libre : forme 1406">
              <a:extLst>
                <a:ext uri="{FF2B5EF4-FFF2-40B4-BE49-F238E27FC236}">
                  <a16:creationId xmlns:a16="http://schemas.microsoft.com/office/drawing/2014/main" id="{7B145B94-7E0D-47FD-8494-5B80CD23B8DB}"/>
                </a:ext>
              </a:extLst>
            </p:cNvPr>
            <p:cNvSpPr/>
            <p:nvPr/>
          </p:nvSpPr>
          <p:spPr>
            <a:xfrm>
              <a:off x="6031369" y="5061231"/>
              <a:ext cx="46234" cy="95074"/>
            </a:xfrm>
            <a:custGeom>
              <a:avLst/>
              <a:gdLst>
                <a:gd name="connsiteX0" fmla="*/ 44812 w 62040"/>
                <a:gd name="connsiteY0" fmla="*/ 0 h 127577"/>
                <a:gd name="connsiteX1" fmla="*/ 50918 w 62040"/>
                <a:gd name="connsiteY1" fmla="*/ 38799 h 127577"/>
                <a:gd name="connsiteX2" fmla="*/ 52891 w 62040"/>
                <a:gd name="connsiteY2" fmla="*/ 57588 h 127577"/>
                <a:gd name="connsiteX3" fmla="*/ 51294 w 62040"/>
                <a:gd name="connsiteY3" fmla="*/ 75908 h 127577"/>
                <a:gd name="connsiteX4" fmla="*/ 32129 w 62040"/>
                <a:gd name="connsiteY4" fmla="*/ 106064 h 127577"/>
                <a:gd name="connsiteX5" fmla="*/ 0 w 62040"/>
                <a:gd name="connsiteY5" fmla="*/ 127578 h 127577"/>
                <a:gd name="connsiteX6" fmla="*/ 36733 w 62040"/>
                <a:gd name="connsiteY6" fmla="*/ 111795 h 127577"/>
                <a:gd name="connsiteX7" fmla="*/ 51576 w 62040"/>
                <a:gd name="connsiteY7" fmla="*/ 97327 h 127577"/>
                <a:gd name="connsiteX8" fmla="*/ 60501 w 62040"/>
                <a:gd name="connsiteY8" fmla="*/ 78068 h 127577"/>
                <a:gd name="connsiteX9" fmla="*/ 61816 w 62040"/>
                <a:gd name="connsiteY9" fmla="*/ 57306 h 127577"/>
                <a:gd name="connsiteX10" fmla="*/ 58152 w 62040"/>
                <a:gd name="connsiteY10" fmla="*/ 37296 h 127577"/>
                <a:gd name="connsiteX11" fmla="*/ 44812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44812" y="0"/>
                  </a:moveTo>
                  <a:cubicBezTo>
                    <a:pt x="46691" y="13059"/>
                    <a:pt x="48851" y="26023"/>
                    <a:pt x="50918" y="38799"/>
                  </a:cubicBezTo>
                  <a:cubicBezTo>
                    <a:pt x="51764" y="45188"/>
                    <a:pt x="52985" y="51576"/>
                    <a:pt x="52891" y="57588"/>
                  </a:cubicBezTo>
                  <a:cubicBezTo>
                    <a:pt x="53079" y="64071"/>
                    <a:pt x="52797" y="70083"/>
                    <a:pt x="51294" y="75908"/>
                  </a:cubicBezTo>
                  <a:cubicBezTo>
                    <a:pt x="48758" y="87651"/>
                    <a:pt x="41336" y="97703"/>
                    <a:pt x="32129" y="106064"/>
                  </a:cubicBezTo>
                  <a:cubicBezTo>
                    <a:pt x="22641" y="114237"/>
                    <a:pt x="11555" y="121096"/>
                    <a:pt x="0" y="127578"/>
                  </a:cubicBezTo>
                  <a:cubicBezTo>
                    <a:pt x="12870" y="124571"/>
                    <a:pt x="25553" y="119780"/>
                    <a:pt x="36733" y="111795"/>
                  </a:cubicBezTo>
                  <a:cubicBezTo>
                    <a:pt x="42181" y="107661"/>
                    <a:pt x="47442" y="103058"/>
                    <a:pt x="51576" y="97327"/>
                  </a:cubicBezTo>
                  <a:cubicBezTo>
                    <a:pt x="55709" y="91597"/>
                    <a:pt x="58810" y="85020"/>
                    <a:pt x="60501" y="78068"/>
                  </a:cubicBezTo>
                  <a:cubicBezTo>
                    <a:pt x="62098" y="71117"/>
                    <a:pt x="62286" y="63883"/>
                    <a:pt x="61816" y="57306"/>
                  </a:cubicBezTo>
                  <a:cubicBezTo>
                    <a:pt x="61346" y="50260"/>
                    <a:pt x="59843" y="43685"/>
                    <a:pt x="58152" y="37296"/>
                  </a:cubicBezTo>
                  <a:cubicBezTo>
                    <a:pt x="54676" y="24426"/>
                    <a:pt x="50167" y="12119"/>
                    <a:pt x="44812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8" name="Forme libre : forme 1407">
              <a:extLst>
                <a:ext uri="{FF2B5EF4-FFF2-40B4-BE49-F238E27FC236}">
                  <a16:creationId xmlns:a16="http://schemas.microsoft.com/office/drawing/2014/main" id="{D4C03355-D70D-4715-9DAD-5A00775C85D4}"/>
                </a:ext>
              </a:extLst>
            </p:cNvPr>
            <p:cNvSpPr/>
            <p:nvPr/>
          </p:nvSpPr>
          <p:spPr>
            <a:xfrm>
              <a:off x="5887166" y="5116433"/>
              <a:ext cx="36457" cy="28179"/>
            </a:xfrm>
            <a:custGeom>
              <a:avLst/>
              <a:gdLst>
                <a:gd name="connsiteX0" fmla="*/ 48922 w 48921"/>
                <a:gd name="connsiteY0" fmla="*/ 37814 h 37813"/>
                <a:gd name="connsiteX1" fmla="*/ 4956 w 48921"/>
                <a:gd name="connsiteY1" fmla="*/ 799 h 37813"/>
                <a:gd name="connsiteX2" fmla="*/ 30509 w 48921"/>
                <a:gd name="connsiteY2" fmla="*/ 27574 h 37813"/>
                <a:gd name="connsiteX3" fmla="*/ 48922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48922" y="37814"/>
                  </a:moveTo>
                  <a:cubicBezTo>
                    <a:pt x="48922" y="37814"/>
                    <a:pt x="23369" y="-6434"/>
                    <a:pt x="4956" y="799"/>
                  </a:cubicBezTo>
                  <a:cubicBezTo>
                    <a:pt x="-13458" y="8033"/>
                    <a:pt x="24966" y="24756"/>
                    <a:pt x="30509" y="27574"/>
                  </a:cubicBezTo>
                  <a:cubicBezTo>
                    <a:pt x="36051" y="30392"/>
                    <a:pt x="48922" y="37814"/>
                    <a:pt x="48922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9" name="Forme libre : forme 1408">
              <a:extLst>
                <a:ext uri="{FF2B5EF4-FFF2-40B4-BE49-F238E27FC236}">
                  <a16:creationId xmlns:a16="http://schemas.microsoft.com/office/drawing/2014/main" id="{CD1EBF11-C876-4568-B596-8AA28F082485}"/>
                </a:ext>
              </a:extLst>
            </p:cNvPr>
            <p:cNvSpPr/>
            <p:nvPr/>
          </p:nvSpPr>
          <p:spPr>
            <a:xfrm>
              <a:off x="5997484" y="5116433"/>
              <a:ext cx="36457" cy="28179"/>
            </a:xfrm>
            <a:custGeom>
              <a:avLst/>
              <a:gdLst>
                <a:gd name="connsiteX0" fmla="*/ 0 w 48921"/>
                <a:gd name="connsiteY0" fmla="*/ 37814 h 37813"/>
                <a:gd name="connsiteX1" fmla="*/ 43966 w 48921"/>
                <a:gd name="connsiteY1" fmla="*/ 799 h 37813"/>
                <a:gd name="connsiteX2" fmla="*/ 18413 w 48921"/>
                <a:gd name="connsiteY2" fmla="*/ 27574 h 37813"/>
                <a:gd name="connsiteX3" fmla="*/ 0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0" y="37814"/>
                  </a:moveTo>
                  <a:cubicBezTo>
                    <a:pt x="0" y="37814"/>
                    <a:pt x="25553" y="-6434"/>
                    <a:pt x="43966" y="799"/>
                  </a:cubicBezTo>
                  <a:cubicBezTo>
                    <a:pt x="62379" y="8033"/>
                    <a:pt x="23956" y="24756"/>
                    <a:pt x="18413" y="27574"/>
                  </a:cubicBezTo>
                  <a:cubicBezTo>
                    <a:pt x="13058" y="30580"/>
                    <a:pt x="0" y="37814"/>
                    <a:pt x="0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0" name="Forme libre : forme 1409">
              <a:extLst>
                <a:ext uri="{FF2B5EF4-FFF2-40B4-BE49-F238E27FC236}">
                  <a16:creationId xmlns:a16="http://schemas.microsoft.com/office/drawing/2014/main" id="{284F7507-7953-494C-8884-E142F3D81F4B}"/>
                </a:ext>
              </a:extLst>
            </p:cNvPr>
            <p:cNvSpPr/>
            <p:nvPr/>
          </p:nvSpPr>
          <p:spPr>
            <a:xfrm>
              <a:off x="5902304" y="5052970"/>
              <a:ext cx="5217" cy="29894"/>
            </a:xfrm>
            <a:custGeom>
              <a:avLst/>
              <a:gdLst>
                <a:gd name="connsiteX0" fmla="*/ 7000 w 7000"/>
                <a:gd name="connsiteY0" fmla="*/ 0 h 40114"/>
                <a:gd name="connsiteX1" fmla="*/ 4745 w 7000"/>
                <a:gd name="connsiteY1" fmla="*/ 20292 h 40114"/>
                <a:gd name="connsiteX2" fmla="*/ 6718 w 7000"/>
                <a:gd name="connsiteY2" fmla="*/ 40115 h 40114"/>
                <a:gd name="connsiteX3" fmla="*/ 48 w 7000"/>
                <a:gd name="connsiteY3" fmla="*/ 20010 h 40114"/>
                <a:gd name="connsiteX4" fmla="*/ 7000 w 7000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00" h="40114">
                  <a:moveTo>
                    <a:pt x="7000" y="0"/>
                  </a:moveTo>
                  <a:cubicBezTo>
                    <a:pt x="6624" y="7140"/>
                    <a:pt x="5121" y="13716"/>
                    <a:pt x="4745" y="20292"/>
                  </a:cubicBezTo>
                  <a:cubicBezTo>
                    <a:pt x="4276" y="26868"/>
                    <a:pt x="4745" y="33256"/>
                    <a:pt x="6718" y="40115"/>
                  </a:cubicBezTo>
                  <a:cubicBezTo>
                    <a:pt x="1457" y="35041"/>
                    <a:pt x="-328" y="27150"/>
                    <a:pt x="48" y="20010"/>
                  </a:cubicBezTo>
                  <a:cubicBezTo>
                    <a:pt x="706" y="12776"/>
                    <a:pt x="3148" y="6012"/>
                    <a:pt x="700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1" name="Forme libre : forme 1410">
              <a:extLst>
                <a:ext uri="{FF2B5EF4-FFF2-40B4-BE49-F238E27FC236}">
                  <a16:creationId xmlns:a16="http://schemas.microsoft.com/office/drawing/2014/main" id="{4AF68A76-02B8-4133-AA2B-0DCE0165400D}"/>
                </a:ext>
              </a:extLst>
            </p:cNvPr>
            <p:cNvSpPr/>
            <p:nvPr/>
          </p:nvSpPr>
          <p:spPr>
            <a:xfrm>
              <a:off x="5910882" y="5092526"/>
              <a:ext cx="21423" cy="24434"/>
            </a:xfrm>
            <a:custGeom>
              <a:avLst/>
              <a:gdLst>
                <a:gd name="connsiteX0" fmla="*/ 0 w 28747"/>
                <a:gd name="connsiteY0" fmla="*/ 0 h 32787"/>
                <a:gd name="connsiteX1" fmla="*/ 18695 w 28747"/>
                <a:gd name="connsiteY1" fmla="*/ 12589 h 32787"/>
                <a:gd name="connsiteX2" fmla="*/ 28747 w 28747"/>
                <a:gd name="connsiteY2" fmla="*/ 32787 h 32787"/>
                <a:gd name="connsiteX3" fmla="*/ 15125 w 28747"/>
                <a:gd name="connsiteY3" fmla="*/ 15595 h 32787"/>
                <a:gd name="connsiteX4" fmla="*/ 0 w 28747"/>
                <a:gd name="connsiteY4" fmla="*/ 0 h 32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47" h="32787">
                  <a:moveTo>
                    <a:pt x="0" y="0"/>
                  </a:moveTo>
                  <a:cubicBezTo>
                    <a:pt x="7516" y="1692"/>
                    <a:pt x="13904" y="6764"/>
                    <a:pt x="18695" y="12589"/>
                  </a:cubicBezTo>
                  <a:cubicBezTo>
                    <a:pt x="23486" y="18508"/>
                    <a:pt x="26962" y="25365"/>
                    <a:pt x="28747" y="32787"/>
                  </a:cubicBezTo>
                  <a:cubicBezTo>
                    <a:pt x="23768" y="27056"/>
                    <a:pt x="19728" y="21044"/>
                    <a:pt x="15125" y="15595"/>
                  </a:cubicBezTo>
                  <a:cubicBezTo>
                    <a:pt x="10616" y="9959"/>
                    <a:pt x="5731" y="49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2" name="Forme libre : forme 1411">
              <a:extLst>
                <a:ext uri="{FF2B5EF4-FFF2-40B4-BE49-F238E27FC236}">
                  <a16:creationId xmlns:a16="http://schemas.microsoft.com/office/drawing/2014/main" id="{314CC2A9-17C3-4338-AF46-F28884F225B4}"/>
                </a:ext>
              </a:extLst>
            </p:cNvPr>
            <p:cNvSpPr/>
            <p:nvPr/>
          </p:nvSpPr>
          <p:spPr>
            <a:xfrm>
              <a:off x="6012326" y="5054720"/>
              <a:ext cx="5164" cy="29894"/>
            </a:xfrm>
            <a:custGeom>
              <a:avLst/>
              <a:gdLst>
                <a:gd name="connsiteX0" fmla="*/ 0 w 6929"/>
                <a:gd name="connsiteY0" fmla="*/ 0 h 40114"/>
                <a:gd name="connsiteX1" fmla="*/ 6858 w 6929"/>
                <a:gd name="connsiteY1" fmla="*/ 20010 h 40114"/>
                <a:gd name="connsiteX2" fmla="*/ 188 w 6929"/>
                <a:gd name="connsiteY2" fmla="*/ 40115 h 40114"/>
                <a:gd name="connsiteX3" fmla="*/ 2161 w 6929"/>
                <a:gd name="connsiteY3" fmla="*/ 20292 h 40114"/>
                <a:gd name="connsiteX4" fmla="*/ 0 w 6929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9" h="40114">
                  <a:moveTo>
                    <a:pt x="0" y="0"/>
                  </a:moveTo>
                  <a:cubicBezTo>
                    <a:pt x="3852" y="5919"/>
                    <a:pt x="6294" y="12776"/>
                    <a:pt x="6858" y="20010"/>
                  </a:cubicBezTo>
                  <a:cubicBezTo>
                    <a:pt x="7328" y="27150"/>
                    <a:pt x="5543" y="35135"/>
                    <a:pt x="188" y="40115"/>
                  </a:cubicBezTo>
                  <a:cubicBezTo>
                    <a:pt x="2161" y="33256"/>
                    <a:pt x="2630" y="26868"/>
                    <a:pt x="2161" y="20292"/>
                  </a:cubicBezTo>
                  <a:cubicBezTo>
                    <a:pt x="1879" y="13716"/>
                    <a:pt x="376" y="71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3" name="Forme libre : forme 1412">
              <a:extLst>
                <a:ext uri="{FF2B5EF4-FFF2-40B4-BE49-F238E27FC236}">
                  <a16:creationId xmlns:a16="http://schemas.microsoft.com/office/drawing/2014/main" id="{38E9046E-4CE3-4297-B526-CA58C8E91317}"/>
                </a:ext>
              </a:extLst>
            </p:cNvPr>
            <p:cNvSpPr/>
            <p:nvPr/>
          </p:nvSpPr>
          <p:spPr>
            <a:xfrm>
              <a:off x="5996458" y="4971618"/>
              <a:ext cx="10476" cy="55868"/>
            </a:xfrm>
            <a:custGeom>
              <a:avLst/>
              <a:gdLst>
                <a:gd name="connsiteX0" fmla="*/ 2973 w 14058"/>
                <a:gd name="connsiteY0" fmla="*/ 0 h 74968"/>
                <a:gd name="connsiteX1" fmla="*/ 5134 w 14058"/>
                <a:gd name="connsiteY1" fmla="*/ 38235 h 74968"/>
                <a:gd name="connsiteX2" fmla="*/ 14059 w 14058"/>
                <a:gd name="connsiteY2" fmla="*/ 74968 h 74968"/>
                <a:gd name="connsiteX3" fmla="*/ 437 w 14058"/>
                <a:gd name="connsiteY3" fmla="*/ 38705 h 74968"/>
                <a:gd name="connsiteX4" fmla="*/ 2973 w 14058"/>
                <a:gd name="connsiteY4" fmla="*/ 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58" h="74968">
                  <a:moveTo>
                    <a:pt x="2973" y="0"/>
                  </a:moveTo>
                  <a:cubicBezTo>
                    <a:pt x="4101" y="12964"/>
                    <a:pt x="3819" y="25741"/>
                    <a:pt x="5134" y="38235"/>
                  </a:cubicBezTo>
                  <a:cubicBezTo>
                    <a:pt x="6262" y="50824"/>
                    <a:pt x="8892" y="63037"/>
                    <a:pt x="14059" y="74968"/>
                  </a:cubicBezTo>
                  <a:cubicBezTo>
                    <a:pt x="5698" y="64916"/>
                    <a:pt x="1752" y="51576"/>
                    <a:pt x="437" y="38705"/>
                  </a:cubicBezTo>
                  <a:cubicBezTo>
                    <a:pt x="-690" y="25647"/>
                    <a:pt x="437" y="12682"/>
                    <a:pt x="2973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4" name="Forme libre : forme 1413">
              <a:extLst>
                <a:ext uri="{FF2B5EF4-FFF2-40B4-BE49-F238E27FC236}">
                  <a16:creationId xmlns:a16="http://schemas.microsoft.com/office/drawing/2014/main" id="{989824F5-D9C3-4AF0-875D-EE7F8B617D5B}"/>
                </a:ext>
              </a:extLst>
            </p:cNvPr>
            <p:cNvSpPr/>
            <p:nvPr/>
          </p:nvSpPr>
          <p:spPr>
            <a:xfrm>
              <a:off x="5996714" y="4774539"/>
              <a:ext cx="41166" cy="123498"/>
            </a:xfrm>
            <a:custGeom>
              <a:avLst/>
              <a:gdLst>
                <a:gd name="connsiteX0" fmla="*/ 55240 w 55239"/>
                <a:gd name="connsiteY0" fmla="*/ 0 h 165719"/>
                <a:gd name="connsiteX1" fmla="*/ 29687 w 55239"/>
                <a:gd name="connsiteY1" fmla="*/ 36357 h 165719"/>
                <a:gd name="connsiteX2" fmla="*/ 12964 w 55239"/>
                <a:gd name="connsiteY2" fmla="*/ 77411 h 165719"/>
                <a:gd name="connsiteX3" fmla="*/ 4228 w 55239"/>
                <a:gd name="connsiteY3" fmla="*/ 121001 h 165719"/>
                <a:gd name="connsiteX4" fmla="*/ 2349 w 55239"/>
                <a:gd name="connsiteY4" fmla="*/ 143266 h 165719"/>
                <a:gd name="connsiteX5" fmla="*/ 1785 w 55239"/>
                <a:gd name="connsiteY5" fmla="*/ 165719 h 165719"/>
                <a:gd name="connsiteX6" fmla="*/ 0 w 55239"/>
                <a:gd name="connsiteY6" fmla="*/ 143266 h 165719"/>
                <a:gd name="connsiteX7" fmla="*/ 564 w 55239"/>
                <a:gd name="connsiteY7" fmla="*/ 120720 h 165719"/>
                <a:gd name="connsiteX8" fmla="*/ 8361 w 55239"/>
                <a:gd name="connsiteY8" fmla="*/ 76190 h 165719"/>
                <a:gd name="connsiteX9" fmla="*/ 26399 w 55239"/>
                <a:gd name="connsiteY9" fmla="*/ 34666 h 165719"/>
                <a:gd name="connsiteX10" fmla="*/ 55240 w 55239"/>
                <a:gd name="connsiteY10" fmla="*/ 0 h 16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239" h="165719">
                  <a:moveTo>
                    <a:pt x="55240" y="0"/>
                  </a:moveTo>
                  <a:cubicBezTo>
                    <a:pt x="44906" y="10804"/>
                    <a:pt x="36639" y="23393"/>
                    <a:pt x="29687" y="36357"/>
                  </a:cubicBezTo>
                  <a:cubicBezTo>
                    <a:pt x="22735" y="49415"/>
                    <a:pt x="17098" y="63225"/>
                    <a:pt x="12964" y="77411"/>
                  </a:cubicBezTo>
                  <a:cubicBezTo>
                    <a:pt x="8831" y="91597"/>
                    <a:pt x="5919" y="106158"/>
                    <a:pt x="4228" y="121001"/>
                  </a:cubicBezTo>
                  <a:cubicBezTo>
                    <a:pt x="3006" y="128329"/>
                    <a:pt x="3006" y="135845"/>
                    <a:pt x="2349" y="143266"/>
                  </a:cubicBezTo>
                  <a:cubicBezTo>
                    <a:pt x="1973" y="150688"/>
                    <a:pt x="2161" y="158204"/>
                    <a:pt x="1785" y="165719"/>
                  </a:cubicBezTo>
                  <a:cubicBezTo>
                    <a:pt x="1034" y="158298"/>
                    <a:pt x="470" y="150782"/>
                    <a:pt x="0" y="143266"/>
                  </a:cubicBezTo>
                  <a:cubicBezTo>
                    <a:pt x="188" y="135751"/>
                    <a:pt x="-188" y="128235"/>
                    <a:pt x="564" y="120720"/>
                  </a:cubicBezTo>
                  <a:cubicBezTo>
                    <a:pt x="1503" y="105688"/>
                    <a:pt x="4509" y="90751"/>
                    <a:pt x="8361" y="76190"/>
                  </a:cubicBezTo>
                  <a:cubicBezTo>
                    <a:pt x="12964" y="61816"/>
                    <a:pt x="18695" y="47630"/>
                    <a:pt x="26399" y="34666"/>
                  </a:cubicBezTo>
                  <a:cubicBezTo>
                    <a:pt x="34290" y="21701"/>
                    <a:pt x="43497" y="9489"/>
                    <a:pt x="5524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5" name="Forme libre : forme 1414">
              <a:extLst>
                <a:ext uri="{FF2B5EF4-FFF2-40B4-BE49-F238E27FC236}">
                  <a16:creationId xmlns:a16="http://schemas.microsoft.com/office/drawing/2014/main" id="{2F1331CE-700B-411E-B644-D1AC3441FFFD}"/>
                </a:ext>
              </a:extLst>
            </p:cNvPr>
            <p:cNvSpPr/>
            <p:nvPr/>
          </p:nvSpPr>
          <p:spPr>
            <a:xfrm>
              <a:off x="5586104" y="4682105"/>
              <a:ext cx="272635" cy="100834"/>
            </a:xfrm>
            <a:custGeom>
              <a:avLst/>
              <a:gdLst>
                <a:gd name="connsiteX0" fmla="*/ 365259 w 365843"/>
                <a:gd name="connsiteY0" fmla="*/ 40047 h 135307"/>
                <a:gd name="connsiteX1" fmla="*/ 339706 w 365843"/>
                <a:gd name="connsiteY1" fmla="*/ 27 h 135307"/>
                <a:gd name="connsiteX2" fmla="*/ 158861 w 365843"/>
                <a:gd name="connsiteY2" fmla="*/ 35444 h 135307"/>
                <a:gd name="connsiteX3" fmla="*/ 0 w 365843"/>
                <a:gd name="connsiteY3" fmla="*/ 135308 h 135307"/>
                <a:gd name="connsiteX4" fmla="*/ 141294 w 365843"/>
                <a:gd name="connsiteY4" fmla="*/ 78565 h 135307"/>
                <a:gd name="connsiteX5" fmla="*/ 365259 w 365843"/>
                <a:gd name="connsiteY5" fmla="*/ 40047 h 13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3" h="135307">
                  <a:moveTo>
                    <a:pt x="365259" y="40047"/>
                  </a:moveTo>
                  <a:cubicBezTo>
                    <a:pt x="369017" y="27646"/>
                    <a:pt x="353985" y="1718"/>
                    <a:pt x="339706" y="27"/>
                  </a:cubicBezTo>
                  <a:cubicBezTo>
                    <a:pt x="331533" y="-1007"/>
                    <a:pt x="225093" y="28398"/>
                    <a:pt x="158861" y="35444"/>
                  </a:cubicBezTo>
                  <a:cubicBezTo>
                    <a:pt x="114237" y="40235"/>
                    <a:pt x="39551" y="32813"/>
                    <a:pt x="0" y="135308"/>
                  </a:cubicBezTo>
                  <a:cubicBezTo>
                    <a:pt x="0" y="135308"/>
                    <a:pt x="62474" y="67103"/>
                    <a:pt x="141294" y="78565"/>
                  </a:cubicBezTo>
                  <a:cubicBezTo>
                    <a:pt x="220114" y="89932"/>
                    <a:pt x="356052" y="70204"/>
                    <a:pt x="365259" y="40047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6" name="Forme libre : forme 1415">
              <a:extLst>
                <a:ext uri="{FF2B5EF4-FFF2-40B4-BE49-F238E27FC236}">
                  <a16:creationId xmlns:a16="http://schemas.microsoft.com/office/drawing/2014/main" id="{E9BBA721-0F02-477D-BB8D-FC791BB818D9}"/>
                </a:ext>
              </a:extLst>
            </p:cNvPr>
            <p:cNvSpPr/>
            <p:nvPr/>
          </p:nvSpPr>
          <p:spPr>
            <a:xfrm>
              <a:off x="5844624" y="5061231"/>
              <a:ext cx="46234" cy="95074"/>
            </a:xfrm>
            <a:custGeom>
              <a:avLst/>
              <a:gdLst>
                <a:gd name="connsiteX0" fmla="*/ 17229 w 62040"/>
                <a:gd name="connsiteY0" fmla="*/ 0 h 127577"/>
                <a:gd name="connsiteX1" fmla="*/ 11122 w 62040"/>
                <a:gd name="connsiteY1" fmla="*/ 38799 h 127577"/>
                <a:gd name="connsiteX2" fmla="*/ 9150 w 62040"/>
                <a:gd name="connsiteY2" fmla="*/ 57588 h 127577"/>
                <a:gd name="connsiteX3" fmla="*/ 10747 w 62040"/>
                <a:gd name="connsiteY3" fmla="*/ 75908 h 127577"/>
                <a:gd name="connsiteX4" fmla="*/ 29911 w 62040"/>
                <a:gd name="connsiteY4" fmla="*/ 106064 h 127577"/>
                <a:gd name="connsiteX5" fmla="*/ 62041 w 62040"/>
                <a:gd name="connsiteY5" fmla="*/ 127578 h 127577"/>
                <a:gd name="connsiteX6" fmla="*/ 25308 w 62040"/>
                <a:gd name="connsiteY6" fmla="*/ 111795 h 127577"/>
                <a:gd name="connsiteX7" fmla="*/ 10465 w 62040"/>
                <a:gd name="connsiteY7" fmla="*/ 97327 h 127577"/>
                <a:gd name="connsiteX8" fmla="*/ 1540 w 62040"/>
                <a:gd name="connsiteY8" fmla="*/ 78068 h 127577"/>
                <a:gd name="connsiteX9" fmla="*/ 225 w 62040"/>
                <a:gd name="connsiteY9" fmla="*/ 57306 h 127577"/>
                <a:gd name="connsiteX10" fmla="*/ 3889 w 62040"/>
                <a:gd name="connsiteY10" fmla="*/ 37296 h 127577"/>
                <a:gd name="connsiteX11" fmla="*/ 17229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17229" y="0"/>
                  </a:moveTo>
                  <a:cubicBezTo>
                    <a:pt x="15350" y="13059"/>
                    <a:pt x="13189" y="26023"/>
                    <a:pt x="11122" y="38799"/>
                  </a:cubicBezTo>
                  <a:cubicBezTo>
                    <a:pt x="10277" y="45188"/>
                    <a:pt x="9056" y="51576"/>
                    <a:pt x="9150" y="57588"/>
                  </a:cubicBezTo>
                  <a:cubicBezTo>
                    <a:pt x="8962" y="64071"/>
                    <a:pt x="9244" y="70083"/>
                    <a:pt x="10747" y="75908"/>
                  </a:cubicBezTo>
                  <a:cubicBezTo>
                    <a:pt x="13283" y="87651"/>
                    <a:pt x="20705" y="97703"/>
                    <a:pt x="29911" y="106064"/>
                  </a:cubicBezTo>
                  <a:cubicBezTo>
                    <a:pt x="39400" y="114237"/>
                    <a:pt x="50485" y="121096"/>
                    <a:pt x="62041" y="127578"/>
                  </a:cubicBezTo>
                  <a:cubicBezTo>
                    <a:pt x="49170" y="124571"/>
                    <a:pt x="36488" y="119780"/>
                    <a:pt x="25308" y="111795"/>
                  </a:cubicBezTo>
                  <a:cubicBezTo>
                    <a:pt x="19860" y="107661"/>
                    <a:pt x="14599" y="103058"/>
                    <a:pt x="10465" y="97327"/>
                  </a:cubicBezTo>
                  <a:cubicBezTo>
                    <a:pt x="6331" y="91597"/>
                    <a:pt x="3231" y="85020"/>
                    <a:pt x="1540" y="78068"/>
                  </a:cubicBezTo>
                  <a:cubicBezTo>
                    <a:pt x="-57" y="71117"/>
                    <a:pt x="-245" y="63883"/>
                    <a:pt x="225" y="57306"/>
                  </a:cubicBezTo>
                  <a:cubicBezTo>
                    <a:pt x="695" y="50260"/>
                    <a:pt x="2198" y="43685"/>
                    <a:pt x="3889" y="37296"/>
                  </a:cubicBezTo>
                  <a:cubicBezTo>
                    <a:pt x="7365" y="24426"/>
                    <a:pt x="11874" y="12119"/>
                    <a:pt x="17229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7" name="Forme libre : forme 1416">
              <a:extLst>
                <a:ext uri="{FF2B5EF4-FFF2-40B4-BE49-F238E27FC236}">
                  <a16:creationId xmlns:a16="http://schemas.microsoft.com/office/drawing/2014/main" id="{B9CD5EFD-9B76-4D74-8D95-5D17F2738343}"/>
                </a:ext>
              </a:extLst>
            </p:cNvPr>
            <p:cNvSpPr/>
            <p:nvPr/>
          </p:nvSpPr>
          <p:spPr>
            <a:xfrm>
              <a:off x="5468766" y="4121062"/>
              <a:ext cx="984065" cy="783670"/>
            </a:xfrm>
            <a:custGeom>
              <a:avLst/>
              <a:gdLst>
                <a:gd name="connsiteX0" fmla="*/ 681197 w 1320493"/>
                <a:gd name="connsiteY0" fmla="*/ 320823 h 1051588"/>
                <a:gd name="connsiteX1" fmla="*/ 966508 w 1320493"/>
                <a:gd name="connsiteY1" fmla="*/ 260416 h 1051588"/>
                <a:gd name="connsiteX2" fmla="*/ 1242425 w 1320493"/>
                <a:gd name="connsiteY2" fmla="*/ 686364 h 1051588"/>
                <a:gd name="connsiteX3" fmla="*/ 1256517 w 1320493"/>
                <a:gd name="connsiteY3" fmla="*/ 1038001 h 1051588"/>
                <a:gd name="connsiteX4" fmla="*/ 1320494 w 1320493"/>
                <a:gd name="connsiteY4" fmla="*/ 868524 h 1051588"/>
                <a:gd name="connsiteX5" fmla="*/ 1258020 w 1320493"/>
                <a:gd name="connsiteY5" fmla="*/ 375969 h 1051588"/>
                <a:gd name="connsiteX6" fmla="*/ 674902 w 1320493"/>
                <a:gd name="connsiteY6" fmla="*/ 0 h 1051588"/>
                <a:gd name="connsiteX7" fmla="*/ 645591 w 1320493"/>
                <a:gd name="connsiteY7" fmla="*/ 0 h 1051588"/>
                <a:gd name="connsiteX8" fmla="*/ 62474 w 1320493"/>
                <a:gd name="connsiteY8" fmla="*/ 375969 h 1051588"/>
                <a:gd name="connsiteX9" fmla="*/ 0 w 1320493"/>
                <a:gd name="connsiteY9" fmla="*/ 868524 h 1051588"/>
                <a:gd name="connsiteX10" fmla="*/ 63977 w 1320493"/>
                <a:gd name="connsiteY10" fmla="*/ 1038001 h 1051588"/>
                <a:gd name="connsiteX11" fmla="*/ 78068 w 1320493"/>
                <a:gd name="connsiteY11" fmla="*/ 686364 h 1051588"/>
                <a:gd name="connsiteX12" fmla="*/ 353986 w 1320493"/>
                <a:gd name="connsiteY12" fmla="*/ 260416 h 1051588"/>
                <a:gd name="connsiteX13" fmla="*/ 639297 w 1320493"/>
                <a:gd name="connsiteY13" fmla="*/ 320823 h 1051588"/>
                <a:gd name="connsiteX14" fmla="*/ 660153 w 1320493"/>
                <a:gd name="connsiteY14" fmla="*/ 322984 h 1051588"/>
                <a:gd name="connsiteX15" fmla="*/ 681197 w 1320493"/>
                <a:gd name="connsiteY15" fmla="*/ 320823 h 105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20493" h="1051588">
                  <a:moveTo>
                    <a:pt x="681197" y="320823"/>
                  </a:moveTo>
                  <a:cubicBezTo>
                    <a:pt x="713514" y="318756"/>
                    <a:pt x="885340" y="244821"/>
                    <a:pt x="966508" y="260416"/>
                  </a:cubicBezTo>
                  <a:cubicBezTo>
                    <a:pt x="1047677" y="276011"/>
                    <a:pt x="1212269" y="316690"/>
                    <a:pt x="1242425" y="686364"/>
                  </a:cubicBezTo>
                  <a:cubicBezTo>
                    <a:pt x="1245901" y="729015"/>
                    <a:pt x="1241486" y="971112"/>
                    <a:pt x="1256517" y="1038001"/>
                  </a:cubicBezTo>
                  <a:cubicBezTo>
                    <a:pt x="1271548" y="1104890"/>
                    <a:pt x="1320494" y="904974"/>
                    <a:pt x="1320494" y="868524"/>
                  </a:cubicBezTo>
                  <a:cubicBezTo>
                    <a:pt x="1320494" y="832073"/>
                    <a:pt x="1287143" y="472826"/>
                    <a:pt x="1258020" y="375969"/>
                  </a:cubicBezTo>
                  <a:cubicBezTo>
                    <a:pt x="1228897" y="279111"/>
                    <a:pt x="1134107" y="11461"/>
                    <a:pt x="674902" y="0"/>
                  </a:cubicBezTo>
                  <a:lnTo>
                    <a:pt x="645591" y="0"/>
                  </a:lnTo>
                  <a:cubicBezTo>
                    <a:pt x="186387" y="11461"/>
                    <a:pt x="91597" y="279111"/>
                    <a:pt x="62474" y="375969"/>
                  </a:cubicBezTo>
                  <a:cubicBezTo>
                    <a:pt x="33351" y="472826"/>
                    <a:pt x="0" y="832073"/>
                    <a:pt x="0" y="868524"/>
                  </a:cubicBezTo>
                  <a:cubicBezTo>
                    <a:pt x="0" y="904974"/>
                    <a:pt x="48946" y="1104890"/>
                    <a:pt x="63977" y="1038001"/>
                  </a:cubicBezTo>
                  <a:cubicBezTo>
                    <a:pt x="79008" y="971018"/>
                    <a:pt x="74593" y="728921"/>
                    <a:pt x="78068" y="686364"/>
                  </a:cubicBezTo>
                  <a:cubicBezTo>
                    <a:pt x="108225" y="316690"/>
                    <a:pt x="272817" y="276105"/>
                    <a:pt x="353986" y="260416"/>
                  </a:cubicBezTo>
                  <a:cubicBezTo>
                    <a:pt x="435248" y="244821"/>
                    <a:pt x="607074" y="318756"/>
                    <a:pt x="639297" y="320823"/>
                  </a:cubicBezTo>
                  <a:cubicBezTo>
                    <a:pt x="639297" y="320823"/>
                    <a:pt x="651322" y="323171"/>
                    <a:pt x="660153" y="322984"/>
                  </a:cubicBezTo>
                  <a:cubicBezTo>
                    <a:pt x="669172" y="322796"/>
                    <a:pt x="681197" y="320823"/>
                    <a:pt x="681197" y="320823"/>
                  </a:cubicBezTo>
                  <a:close/>
                </a:path>
              </a:pathLst>
            </a:custGeom>
            <a:noFill/>
            <a:ln w="9389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8" name="Forme libre : forme 1417">
              <a:extLst>
                <a:ext uri="{FF2B5EF4-FFF2-40B4-BE49-F238E27FC236}">
                  <a16:creationId xmlns:a16="http://schemas.microsoft.com/office/drawing/2014/main" id="{AE7BD621-683F-4A02-816B-FE6DAE6326EF}"/>
                </a:ext>
              </a:extLst>
            </p:cNvPr>
            <p:cNvSpPr/>
            <p:nvPr/>
          </p:nvSpPr>
          <p:spPr>
            <a:xfrm>
              <a:off x="6066035" y="4683174"/>
              <a:ext cx="264908" cy="123009"/>
            </a:xfrm>
            <a:custGeom>
              <a:avLst/>
              <a:gdLst>
                <a:gd name="connsiteX0" fmla="*/ 268 w 355474"/>
                <a:gd name="connsiteY0" fmla="*/ 37580 h 165063"/>
                <a:gd name="connsiteX1" fmla="*/ 29297 w 355474"/>
                <a:gd name="connsiteY1" fmla="*/ 2 h 165063"/>
                <a:gd name="connsiteX2" fmla="*/ 206196 w 355474"/>
                <a:gd name="connsiteY2" fmla="*/ 51390 h 165063"/>
                <a:gd name="connsiteX3" fmla="*/ 355475 w 355474"/>
                <a:gd name="connsiteY3" fmla="*/ 165063 h 165063"/>
                <a:gd name="connsiteX4" fmla="*/ 219818 w 355474"/>
                <a:gd name="connsiteY4" fmla="*/ 95920 h 165063"/>
                <a:gd name="connsiteX5" fmla="*/ 268 w 355474"/>
                <a:gd name="connsiteY5" fmla="*/ 37580 h 16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74" h="165063">
                  <a:moveTo>
                    <a:pt x="268" y="37580"/>
                  </a:moveTo>
                  <a:cubicBezTo>
                    <a:pt x="-2363" y="24897"/>
                    <a:pt x="14923" y="471"/>
                    <a:pt x="29297" y="2"/>
                  </a:cubicBezTo>
                  <a:cubicBezTo>
                    <a:pt x="37564" y="-280"/>
                    <a:pt x="140904" y="38519"/>
                    <a:pt x="206196" y="51390"/>
                  </a:cubicBezTo>
                  <a:cubicBezTo>
                    <a:pt x="250256" y="60126"/>
                    <a:pt x="325318" y="59375"/>
                    <a:pt x="355475" y="165063"/>
                  </a:cubicBezTo>
                  <a:cubicBezTo>
                    <a:pt x="355475" y="165063"/>
                    <a:pt x="299295" y="91504"/>
                    <a:pt x="219818" y="95920"/>
                  </a:cubicBezTo>
                  <a:cubicBezTo>
                    <a:pt x="140340" y="100335"/>
                    <a:pt x="6750" y="68581"/>
                    <a:pt x="268" y="37580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9" name="Forme libre : forme 1418">
              <a:extLst>
                <a:ext uri="{FF2B5EF4-FFF2-40B4-BE49-F238E27FC236}">
                  <a16:creationId xmlns:a16="http://schemas.microsoft.com/office/drawing/2014/main" id="{1954A6E0-5C99-45B8-9AF6-51A8C397FEC6}"/>
                </a:ext>
              </a:extLst>
            </p:cNvPr>
            <p:cNvSpPr/>
            <p:nvPr/>
          </p:nvSpPr>
          <p:spPr>
            <a:xfrm>
              <a:off x="6031369" y="5061231"/>
              <a:ext cx="46234" cy="95074"/>
            </a:xfrm>
            <a:custGeom>
              <a:avLst/>
              <a:gdLst>
                <a:gd name="connsiteX0" fmla="*/ 44812 w 62040"/>
                <a:gd name="connsiteY0" fmla="*/ 0 h 127577"/>
                <a:gd name="connsiteX1" fmla="*/ 50918 w 62040"/>
                <a:gd name="connsiteY1" fmla="*/ 38799 h 127577"/>
                <a:gd name="connsiteX2" fmla="*/ 52891 w 62040"/>
                <a:gd name="connsiteY2" fmla="*/ 57588 h 127577"/>
                <a:gd name="connsiteX3" fmla="*/ 51294 w 62040"/>
                <a:gd name="connsiteY3" fmla="*/ 75908 h 127577"/>
                <a:gd name="connsiteX4" fmla="*/ 32129 w 62040"/>
                <a:gd name="connsiteY4" fmla="*/ 106064 h 127577"/>
                <a:gd name="connsiteX5" fmla="*/ 0 w 62040"/>
                <a:gd name="connsiteY5" fmla="*/ 127578 h 127577"/>
                <a:gd name="connsiteX6" fmla="*/ 36733 w 62040"/>
                <a:gd name="connsiteY6" fmla="*/ 111795 h 127577"/>
                <a:gd name="connsiteX7" fmla="*/ 51576 w 62040"/>
                <a:gd name="connsiteY7" fmla="*/ 97327 h 127577"/>
                <a:gd name="connsiteX8" fmla="*/ 60501 w 62040"/>
                <a:gd name="connsiteY8" fmla="*/ 78068 h 127577"/>
                <a:gd name="connsiteX9" fmla="*/ 61816 w 62040"/>
                <a:gd name="connsiteY9" fmla="*/ 57306 h 127577"/>
                <a:gd name="connsiteX10" fmla="*/ 58152 w 62040"/>
                <a:gd name="connsiteY10" fmla="*/ 37296 h 127577"/>
                <a:gd name="connsiteX11" fmla="*/ 44812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44812" y="0"/>
                  </a:moveTo>
                  <a:cubicBezTo>
                    <a:pt x="46691" y="13059"/>
                    <a:pt x="48851" y="26023"/>
                    <a:pt x="50918" y="38799"/>
                  </a:cubicBezTo>
                  <a:cubicBezTo>
                    <a:pt x="51764" y="45188"/>
                    <a:pt x="52985" y="51576"/>
                    <a:pt x="52891" y="57588"/>
                  </a:cubicBezTo>
                  <a:cubicBezTo>
                    <a:pt x="53079" y="64071"/>
                    <a:pt x="52797" y="70083"/>
                    <a:pt x="51294" y="75908"/>
                  </a:cubicBezTo>
                  <a:cubicBezTo>
                    <a:pt x="48758" y="87651"/>
                    <a:pt x="41336" y="97703"/>
                    <a:pt x="32129" y="106064"/>
                  </a:cubicBezTo>
                  <a:cubicBezTo>
                    <a:pt x="22641" y="114237"/>
                    <a:pt x="11555" y="121096"/>
                    <a:pt x="0" y="127578"/>
                  </a:cubicBezTo>
                  <a:cubicBezTo>
                    <a:pt x="12870" y="124571"/>
                    <a:pt x="25553" y="119780"/>
                    <a:pt x="36733" y="111795"/>
                  </a:cubicBezTo>
                  <a:cubicBezTo>
                    <a:pt x="42181" y="107661"/>
                    <a:pt x="47442" y="103058"/>
                    <a:pt x="51576" y="97327"/>
                  </a:cubicBezTo>
                  <a:cubicBezTo>
                    <a:pt x="55709" y="91597"/>
                    <a:pt x="58810" y="85020"/>
                    <a:pt x="60501" y="78068"/>
                  </a:cubicBezTo>
                  <a:cubicBezTo>
                    <a:pt x="62098" y="71117"/>
                    <a:pt x="62286" y="63883"/>
                    <a:pt x="61816" y="57306"/>
                  </a:cubicBezTo>
                  <a:cubicBezTo>
                    <a:pt x="61346" y="50260"/>
                    <a:pt x="59843" y="43685"/>
                    <a:pt x="58152" y="37296"/>
                  </a:cubicBezTo>
                  <a:cubicBezTo>
                    <a:pt x="54676" y="24426"/>
                    <a:pt x="50167" y="12119"/>
                    <a:pt x="44812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0" name="Forme libre : forme 1419">
              <a:extLst>
                <a:ext uri="{FF2B5EF4-FFF2-40B4-BE49-F238E27FC236}">
                  <a16:creationId xmlns:a16="http://schemas.microsoft.com/office/drawing/2014/main" id="{B2CB62F2-61B2-4D8D-AD69-3F541288C953}"/>
                </a:ext>
              </a:extLst>
            </p:cNvPr>
            <p:cNvSpPr/>
            <p:nvPr/>
          </p:nvSpPr>
          <p:spPr>
            <a:xfrm>
              <a:off x="5887166" y="5116433"/>
              <a:ext cx="36457" cy="28179"/>
            </a:xfrm>
            <a:custGeom>
              <a:avLst/>
              <a:gdLst>
                <a:gd name="connsiteX0" fmla="*/ 48922 w 48921"/>
                <a:gd name="connsiteY0" fmla="*/ 37814 h 37813"/>
                <a:gd name="connsiteX1" fmla="*/ 4956 w 48921"/>
                <a:gd name="connsiteY1" fmla="*/ 799 h 37813"/>
                <a:gd name="connsiteX2" fmla="*/ 30509 w 48921"/>
                <a:gd name="connsiteY2" fmla="*/ 27574 h 37813"/>
                <a:gd name="connsiteX3" fmla="*/ 48922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48922" y="37814"/>
                  </a:moveTo>
                  <a:cubicBezTo>
                    <a:pt x="48922" y="37814"/>
                    <a:pt x="23369" y="-6434"/>
                    <a:pt x="4956" y="799"/>
                  </a:cubicBezTo>
                  <a:cubicBezTo>
                    <a:pt x="-13458" y="8033"/>
                    <a:pt x="24966" y="24756"/>
                    <a:pt x="30509" y="27574"/>
                  </a:cubicBezTo>
                  <a:cubicBezTo>
                    <a:pt x="36051" y="30392"/>
                    <a:pt x="48922" y="37814"/>
                    <a:pt x="48922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1" name="Forme libre : forme 1420">
              <a:extLst>
                <a:ext uri="{FF2B5EF4-FFF2-40B4-BE49-F238E27FC236}">
                  <a16:creationId xmlns:a16="http://schemas.microsoft.com/office/drawing/2014/main" id="{CDBF7D25-DBD3-497A-8480-93FCED03CB52}"/>
                </a:ext>
              </a:extLst>
            </p:cNvPr>
            <p:cNvSpPr/>
            <p:nvPr/>
          </p:nvSpPr>
          <p:spPr>
            <a:xfrm>
              <a:off x="5997484" y="5116433"/>
              <a:ext cx="36457" cy="28179"/>
            </a:xfrm>
            <a:custGeom>
              <a:avLst/>
              <a:gdLst>
                <a:gd name="connsiteX0" fmla="*/ 0 w 48921"/>
                <a:gd name="connsiteY0" fmla="*/ 37814 h 37813"/>
                <a:gd name="connsiteX1" fmla="*/ 43966 w 48921"/>
                <a:gd name="connsiteY1" fmla="*/ 799 h 37813"/>
                <a:gd name="connsiteX2" fmla="*/ 18413 w 48921"/>
                <a:gd name="connsiteY2" fmla="*/ 27574 h 37813"/>
                <a:gd name="connsiteX3" fmla="*/ 0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0" y="37814"/>
                  </a:moveTo>
                  <a:cubicBezTo>
                    <a:pt x="0" y="37814"/>
                    <a:pt x="25553" y="-6434"/>
                    <a:pt x="43966" y="799"/>
                  </a:cubicBezTo>
                  <a:cubicBezTo>
                    <a:pt x="62379" y="8033"/>
                    <a:pt x="23956" y="24756"/>
                    <a:pt x="18413" y="27574"/>
                  </a:cubicBezTo>
                  <a:cubicBezTo>
                    <a:pt x="13058" y="30580"/>
                    <a:pt x="0" y="37814"/>
                    <a:pt x="0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2" name="Forme libre : forme 1421">
              <a:extLst>
                <a:ext uri="{FF2B5EF4-FFF2-40B4-BE49-F238E27FC236}">
                  <a16:creationId xmlns:a16="http://schemas.microsoft.com/office/drawing/2014/main" id="{971C01E8-8E8F-4F57-AAE4-ABD00AA029F2}"/>
                </a:ext>
              </a:extLst>
            </p:cNvPr>
            <p:cNvSpPr/>
            <p:nvPr/>
          </p:nvSpPr>
          <p:spPr>
            <a:xfrm>
              <a:off x="5902304" y="5052970"/>
              <a:ext cx="5217" cy="29894"/>
            </a:xfrm>
            <a:custGeom>
              <a:avLst/>
              <a:gdLst>
                <a:gd name="connsiteX0" fmla="*/ 7000 w 7000"/>
                <a:gd name="connsiteY0" fmla="*/ 0 h 40114"/>
                <a:gd name="connsiteX1" fmla="*/ 4745 w 7000"/>
                <a:gd name="connsiteY1" fmla="*/ 20292 h 40114"/>
                <a:gd name="connsiteX2" fmla="*/ 6718 w 7000"/>
                <a:gd name="connsiteY2" fmla="*/ 40115 h 40114"/>
                <a:gd name="connsiteX3" fmla="*/ 48 w 7000"/>
                <a:gd name="connsiteY3" fmla="*/ 20010 h 40114"/>
                <a:gd name="connsiteX4" fmla="*/ 7000 w 7000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00" h="40114">
                  <a:moveTo>
                    <a:pt x="7000" y="0"/>
                  </a:moveTo>
                  <a:cubicBezTo>
                    <a:pt x="6624" y="7140"/>
                    <a:pt x="5121" y="13716"/>
                    <a:pt x="4745" y="20292"/>
                  </a:cubicBezTo>
                  <a:cubicBezTo>
                    <a:pt x="4276" y="26868"/>
                    <a:pt x="4745" y="33256"/>
                    <a:pt x="6718" y="40115"/>
                  </a:cubicBezTo>
                  <a:cubicBezTo>
                    <a:pt x="1457" y="35041"/>
                    <a:pt x="-328" y="27150"/>
                    <a:pt x="48" y="20010"/>
                  </a:cubicBezTo>
                  <a:cubicBezTo>
                    <a:pt x="706" y="12776"/>
                    <a:pt x="3148" y="6012"/>
                    <a:pt x="700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3" name="Forme libre : forme 1422">
              <a:extLst>
                <a:ext uri="{FF2B5EF4-FFF2-40B4-BE49-F238E27FC236}">
                  <a16:creationId xmlns:a16="http://schemas.microsoft.com/office/drawing/2014/main" id="{552DEEA6-AA7F-4EA3-92B3-FEB58685AC14}"/>
                </a:ext>
              </a:extLst>
            </p:cNvPr>
            <p:cNvSpPr/>
            <p:nvPr/>
          </p:nvSpPr>
          <p:spPr>
            <a:xfrm>
              <a:off x="5910882" y="5092526"/>
              <a:ext cx="21423" cy="24434"/>
            </a:xfrm>
            <a:custGeom>
              <a:avLst/>
              <a:gdLst>
                <a:gd name="connsiteX0" fmla="*/ 0 w 28747"/>
                <a:gd name="connsiteY0" fmla="*/ 0 h 32787"/>
                <a:gd name="connsiteX1" fmla="*/ 18695 w 28747"/>
                <a:gd name="connsiteY1" fmla="*/ 12589 h 32787"/>
                <a:gd name="connsiteX2" fmla="*/ 28747 w 28747"/>
                <a:gd name="connsiteY2" fmla="*/ 32787 h 32787"/>
                <a:gd name="connsiteX3" fmla="*/ 15125 w 28747"/>
                <a:gd name="connsiteY3" fmla="*/ 15595 h 32787"/>
                <a:gd name="connsiteX4" fmla="*/ 0 w 28747"/>
                <a:gd name="connsiteY4" fmla="*/ 0 h 32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47" h="32787">
                  <a:moveTo>
                    <a:pt x="0" y="0"/>
                  </a:moveTo>
                  <a:cubicBezTo>
                    <a:pt x="7516" y="1692"/>
                    <a:pt x="13904" y="6764"/>
                    <a:pt x="18695" y="12589"/>
                  </a:cubicBezTo>
                  <a:cubicBezTo>
                    <a:pt x="23486" y="18508"/>
                    <a:pt x="26962" y="25365"/>
                    <a:pt x="28747" y="32787"/>
                  </a:cubicBezTo>
                  <a:cubicBezTo>
                    <a:pt x="23768" y="27056"/>
                    <a:pt x="19728" y="21044"/>
                    <a:pt x="15125" y="15595"/>
                  </a:cubicBezTo>
                  <a:cubicBezTo>
                    <a:pt x="10616" y="9959"/>
                    <a:pt x="5731" y="49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4" name="Forme libre : forme 1423">
              <a:extLst>
                <a:ext uri="{FF2B5EF4-FFF2-40B4-BE49-F238E27FC236}">
                  <a16:creationId xmlns:a16="http://schemas.microsoft.com/office/drawing/2014/main" id="{84376436-3F01-441F-A406-D9C3A66D7CED}"/>
                </a:ext>
              </a:extLst>
            </p:cNvPr>
            <p:cNvSpPr/>
            <p:nvPr/>
          </p:nvSpPr>
          <p:spPr>
            <a:xfrm>
              <a:off x="6012326" y="5054720"/>
              <a:ext cx="5164" cy="29894"/>
            </a:xfrm>
            <a:custGeom>
              <a:avLst/>
              <a:gdLst>
                <a:gd name="connsiteX0" fmla="*/ 0 w 6929"/>
                <a:gd name="connsiteY0" fmla="*/ 0 h 40114"/>
                <a:gd name="connsiteX1" fmla="*/ 6858 w 6929"/>
                <a:gd name="connsiteY1" fmla="*/ 20010 h 40114"/>
                <a:gd name="connsiteX2" fmla="*/ 188 w 6929"/>
                <a:gd name="connsiteY2" fmla="*/ 40115 h 40114"/>
                <a:gd name="connsiteX3" fmla="*/ 2161 w 6929"/>
                <a:gd name="connsiteY3" fmla="*/ 20292 h 40114"/>
                <a:gd name="connsiteX4" fmla="*/ 0 w 6929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9" h="40114">
                  <a:moveTo>
                    <a:pt x="0" y="0"/>
                  </a:moveTo>
                  <a:cubicBezTo>
                    <a:pt x="3852" y="5919"/>
                    <a:pt x="6294" y="12776"/>
                    <a:pt x="6858" y="20010"/>
                  </a:cubicBezTo>
                  <a:cubicBezTo>
                    <a:pt x="7328" y="27150"/>
                    <a:pt x="5543" y="35135"/>
                    <a:pt x="188" y="40115"/>
                  </a:cubicBezTo>
                  <a:cubicBezTo>
                    <a:pt x="2161" y="33256"/>
                    <a:pt x="2630" y="26868"/>
                    <a:pt x="2161" y="20292"/>
                  </a:cubicBezTo>
                  <a:cubicBezTo>
                    <a:pt x="1879" y="13716"/>
                    <a:pt x="376" y="71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5" name="Forme libre : forme 1424">
              <a:extLst>
                <a:ext uri="{FF2B5EF4-FFF2-40B4-BE49-F238E27FC236}">
                  <a16:creationId xmlns:a16="http://schemas.microsoft.com/office/drawing/2014/main" id="{9E31DDF9-E271-4378-97DA-EB288BAB69F3}"/>
                </a:ext>
              </a:extLst>
            </p:cNvPr>
            <p:cNvSpPr/>
            <p:nvPr/>
          </p:nvSpPr>
          <p:spPr>
            <a:xfrm>
              <a:off x="5996458" y="4971618"/>
              <a:ext cx="10476" cy="55868"/>
            </a:xfrm>
            <a:custGeom>
              <a:avLst/>
              <a:gdLst>
                <a:gd name="connsiteX0" fmla="*/ 2973 w 14058"/>
                <a:gd name="connsiteY0" fmla="*/ 0 h 74968"/>
                <a:gd name="connsiteX1" fmla="*/ 5134 w 14058"/>
                <a:gd name="connsiteY1" fmla="*/ 38235 h 74968"/>
                <a:gd name="connsiteX2" fmla="*/ 14059 w 14058"/>
                <a:gd name="connsiteY2" fmla="*/ 74968 h 74968"/>
                <a:gd name="connsiteX3" fmla="*/ 437 w 14058"/>
                <a:gd name="connsiteY3" fmla="*/ 38705 h 74968"/>
                <a:gd name="connsiteX4" fmla="*/ 2973 w 14058"/>
                <a:gd name="connsiteY4" fmla="*/ 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58" h="74968">
                  <a:moveTo>
                    <a:pt x="2973" y="0"/>
                  </a:moveTo>
                  <a:cubicBezTo>
                    <a:pt x="4101" y="12964"/>
                    <a:pt x="3819" y="25741"/>
                    <a:pt x="5134" y="38235"/>
                  </a:cubicBezTo>
                  <a:cubicBezTo>
                    <a:pt x="6262" y="50824"/>
                    <a:pt x="8892" y="63037"/>
                    <a:pt x="14059" y="74968"/>
                  </a:cubicBezTo>
                  <a:cubicBezTo>
                    <a:pt x="5698" y="64916"/>
                    <a:pt x="1752" y="51576"/>
                    <a:pt x="437" y="38705"/>
                  </a:cubicBezTo>
                  <a:cubicBezTo>
                    <a:pt x="-690" y="25647"/>
                    <a:pt x="437" y="12682"/>
                    <a:pt x="2973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6" name="Forme libre : forme 1425">
              <a:extLst>
                <a:ext uri="{FF2B5EF4-FFF2-40B4-BE49-F238E27FC236}">
                  <a16:creationId xmlns:a16="http://schemas.microsoft.com/office/drawing/2014/main" id="{0653509B-AED2-4368-9812-0BEC1585C3D8}"/>
                </a:ext>
              </a:extLst>
            </p:cNvPr>
            <p:cNvSpPr/>
            <p:nvPr/>
          </p:nvSpPr>
          <p:spPr>
            <a:xfrm>
              <a:off x="5996714" y="4774539"/>
              <a:ext cx="41166" cy="123498"/>
            </a:xfrm>
            <a:custGeom>
              <a:avLst/>
              <a:gdLst>
                <a:gd name="connsiteX0" fmla="*/ 55240 w 55239"/>
                <a:gd name="connsiteY0" fmla="*/ 0 h 165719"/>
                <a:gd name="connsiteX1" fmla="*/ 29687 w 55239"/>
                <a:gd name="connsiteY1" fmla="*/ 36357 h 165719"/>
                <a:gd name="connsiteX2" fmla="*/ 12964 w 55239"/>
                <a:gd name="connsiteY2" fmla="*/ 77411 h 165719"/>
                <a:gd name="connsiteX3" fmla="*/ 4228 w 55239"/>
                <a:gd name="connsiteY3" fmla="*/ 121001 h 165719"/>
                <a:gd name="connsiteX4" fmla="*/ 2349 w 55239"/>
                <a:gd name="connsiteY4" fmla="*/ 143266 h 165719"/>
                <a:gd name="connsiteX5" fmla="*/ 1785 w 55239"/>
                <a:gd name="connsiteY5" fmla="*/ 165719 h 165719"/>
                <a:gd name="connsiteX6" fmla="*/ 0 w 55239"/>
                <a:gd name="connsiteY6" fmla="*/ 143266 h 165719"/>
                <a:gd name="connsiteX7" fmla="*/ 564 w 55239"/>
                <a:gd name="connsiteY7" fmla="*/ 120720 h 165719"/>
                <a:gd name="connsiteX8" fmla="*/ 8361 w 55239"/>
                <a:gd name="connsiteY8" fmla="*/ 76190 h 165719"/>
                <a:gd name="connsiteX9" fmla="*/ 26399 w 55239"/>
                <a:gd name="connsiteY9" fmla="*/ 34666 h 165719"/>
                <a:gd name="connsiteX10" fmla="*/ 55240 w 55239"/>
                <a:gd name="connsiteY10" fmla="*/ 0 h 16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239" h="165719">
                  <a:moveTo>
                    <a:pt x="55240" y="0"/>
                  </a:moveTo>
                  <a:cubicBezTo>
                    <a:pt x="44906" y="10804"/>
                    <a:pt x="36639" y="23393"/>
                    <a:pt x="29687" y="36357"/>
                  </a:cubicBezTo>
                  <a:cubicBezTo>
                    <a:pt x="22735" y="49415"/>
                    <a:pt x="17098" y="63225"/>
                    <a:pt x="12964" y="77411"/>
                  </a:cubicBezTo>
                  <a:cubicBezTo>
                    <a:pt x="8831" y="91597"/>
                    <a:pt x="5919" y="106158"/>
                    <a:pt x="4228" y="121001"/>
                  </a:cubicBezTo>
                  <a:cubicBezTo>
                    <a:pt x="3006" y="128329"/>
                    <a:pt x="3006" y="135845"/>
                    <a:pt x="2349" y="143266"/>
                  </a:cubicBezTo>
                  <a:cubicBezTo>
                    <a:pt x="1973" y="150688"/>
                    <a:pt x="2161" y="158204"/>
                    <a:pt x="1785" y="165719"/>
                  </a:cubicBezTo>
                  <a:cubicBezTo>
                    <a:pt x="1034" y="158298"/>
                    <a:pt x="470" y="150782"/>
                    <a:pt x="0" y="143266"/>
                  </a:cubicBezTo>
                  <a:cubicBezTo>
                    <a:pt x="188" y="135751"/>
                    <a:pt x="-188" y="128235"/>
                    <a:pt x="564" y="120720"/>
                  </a:cubicBezTo>
                  <a:cubicBezTo>
                    <a:pt x="1503" y="105688"/>
                    <a:pt x="4509" y="90751"/>
                    <a:pt x="8361" y="76190"/>
                  </a:cubicBezTo>
                  <a:cubicBezTo>
                    <a:pt x="12964" y="61816"/>
                    <a:pt x="18695" y="47630"/>
                    <a:pt x="26399" y="34666"/>
                  </a:cubicBezTo>
                  <a:cubicBezTo>
                    <a:pt x="34290" y="21701"/>
                    <a:pt x="43497" y="9489"/>
                    <a:pt x="5524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7" name="Forme libre : forme 1426">
              <a:extLst>
                <a:ext uri="{FF2B5EF4-FFF2-40B4-BE49-F238E27FC236}">
                  <a16:creationId xmlns:a16="http://schemas.microsoft.com/office/drawing/2014/main" id="{0B0B9783-A043-4DE1-BD60-1A9F82832CCD}"/>
                </a:ext>
              </a:extLst>
            </p:cNvPr>
            <p:cNvSpPr/>
            <p:nvPr/>
          </p:nvSpPr>
          <p:spPr>
            <a:xfrm>
              <a:off x="5586104" y="4682105"/>
              <a:ext cx="272635" cy="100834"/>
            </a:xfrm>
            <a:custGeom>
              <a:avLst/>
              <a:gdLst>
                <a:gd name="connsiteX0" fmla="*/ 365259 w 365843"/>
                <a:gd name="connsiteY0" fmla="*/ 40047 h 135307"/>
                <a:gd name="connsiteX1" fmla="*/ 339706 w 365843"/>
                <a:gd name="connsiteY1" fmla="*/ 27 h 135307"/>
                <a:gd name="connsiteX2" fmla="*/ 158861 w 365843"/>
                <a:gd name="connsiteY2" fmla="*/ 35444 h 135307"/>
                <a:gd name="connsiteX3" fmla="*/ 0 w 365843"/>
                <a:gd name="connsiteY3" fmla="*/ 135308 h 135307"/>
                <a:gd name="connsiteX4" fmla="*/ 141294 w 365843"/>
                <a:gd name="connsiteY4" fmla="*/ 78565 h 135307"/>
                <a:gd name="connsiteX5" fmla="*/ 365259 w 365843"/>
                <a:gd name="connsiteY5" fmla="*/ 40047 h 13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3" h="135307">
                  <a:moveTo>
                    <a:pt x="365259" y="40047"/>
                  </a:moveTo>
                  <a:cubicBezTo>
                    <a:pt x="369017" y="27646"/>
                    <a:pt x="353985" y="1718"/>
                    <a:pt x="339706" y="27"/>
                  </a:cubicBezTo>
                  <a:cubicBezTo>
                    <a:pt x="331533" y="-1007"/>
                    <a:pt x="225093" y="28398"/>
                    <a:pt x="158861" y="35444"/>
                  </a:cubicBezTo>
                  <a:cubicBezTo>
                    <a:pt x="114237" y="40235"/>
                    <a:pt x="39551" y="32813"/>
                    <a:pt x="0" y="135308"/>
                  </a:cubicBezTo>
                  <a:cubicBezTo>
                    <a:pt x="0" y="135308"/>
                    <a:pt x="62474" y="67103"/>
                    <a:pt x="141294" y="78565"/>
                  </a:cubicBezTo>
                  <a:cubicBezTo>
                    <a:pt x="220114" y="89932"/>
                    <a:pt x="356052" y="70204"/>
                    <a:pt x="365259" y="40047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8" name="Forme libre : forme 1427">
              <a:extLst>
                <a:ext uri="{FF2B5EF4-FFF2-40B4-BE49-F238E27FC236}">
                  <a16:creationId xmlns:a16="http://schemas.microsoft.com/office/drawing/2014/main" id="{E74A6E84-EF42-49DC-A9FD-77DA65DB97A8}"/>
                </a:ext>
              </a:extLst>
            </p:cNvPr>
            <p:cNvSpPr/>
            <p:nvPr/>
          </p:nvSpPr>
          <p:spPr>
            <a:xfrm>
              <a:off x="5844624" y="5061231"/>
              <a:ext cx="46234" cy="95074"/>
            </a:xfrm>
            <a:custGeom>
              <a:avLst/>
              <a:gdLst>
                <a:gd name="connsiteX0" fmla="*/ 17229 w 62040"/>
                <a:gd name="connsiteY0" fmla="*/ 0 h 127577"/>
                <a:gd name="connsiteX1" fmla="*/ 11122 w 62040"/>
                <a:gd name="connsiteY1" fmla="*/ 38799 h 127577"/>
                <a:gd name="connsiteX2" fmla="*/ 9150 w 62040"/>
                <a:gd name="connsiteY2" fmla="*/ 57588 h 127577"/>
                <a:gd name="connsiteX3" fmla="*/ 10747 w 62040"/>
                <a:gd name="connsiteY3" fmla="*/ 75908 h 127577"/>
                <a:gd name="connsiteX4" fmla="*/ 29911 w 62040"/>
                <a:gd name="connsiteY4" fmla="*/ 106064 h 127577"/>
                <a:gd name="connsiteX5" fmla="*/ 62041 w 62040"/>
                <a:gd name="connsiteY5" fmla="*/ 127578 h 127577"/>
                <a:gd name="connsiteX6" fmla="*/ 25308 w 62040"/>
                <a:gd name="connsiteY6" fmla="*/ 111795 h 127577"/>
                <a:gd name="connsiteX7" fmla="*/ 10465 w 62040"/>
                <a:gd name="connsiteY7" fmla="*/ 97327 h 127577"/>
                <a:gd name="connsiteX8" fmla="*/ 1540 w 62040"/>
                <a:gd name="connsiteY8" fmla="*/ 78068 h 127577"/>
                <a:gd name="connsiteX9" fmla="*/ 225 w 62040"/>
                <a:gd name="connsiteY9" fmla="*/ 57306 h 127577"/>
                <a:gd name="connsiteX10" fmla="*/ 3889 w 62040"/>
                <a:gd name="connsiteY10" fmla="*/ 37296 h 127577"/>
                <a:gd name="connsiteX11" fmla="*/ 17229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17229" y="0"/>
                  </a:moveTo>
                  <a:cubicBezTo>
                    <a:pt x="15350" y="13059"/>
                    <a:pt x="13189" y="26023"/>
                    <a:pt x="11122" y="38799"/>
                  </a:cubicBezTo>
                  <a:cubicBezTo>
                    <a:pt x="10277" y="45188"/>
                    <a:pt x="9056" y="51576"/>
                    <a:pt x="9150" y="57588"/>
                  </a:cubicBezTo>
                  <a:cubicBezTo>
                    <a:pt x="8962" y="64071"/>
                    <a:pt x="9244" y="70083"/>
                    <a:pt x="10747" y="75908"/>
                  </a:cubicBezTo>
                  <a:cubicBezTo>
                    <a:pt x="13283" y="87651"/>
                    <a:pt x="20705" y="97703"/>
                    <a:pt x="29911" y="106064"/>
                  </a:cubicBezTo>
                  <a:cubicBezTo>
                    <a:pt x="39400" y="114237"/>
                    <a:pt x="50485" y="121096"/>
                    <a:pt x="62041" y="127578"/>
                  </a:cubicBezTo>
                  <a:cubicBezTo>
                    <a:pt x="49170" y="124571"/>
                    <a:pt x="36488" y="119780"/>
                    <a:pt x="25308" y="111795"/>
                  </a:cubicBezTo>
                  <a:cubicBezTo>
                    <a:pt x="19860" y="107661"/>
                    <a:pt x="14599" y="103058"/>
                    <a:pt x="10465" y="97327"/>
                  </a:cubicBezTo>
                  <a:cubicBezTo>
                    <a:pt x="6331" y="91597"/>
                    <a:pt x="3231" y="85020"/>
                    <a:pt x="1540" y="78068"/>
                  </a:cubicBezTo>
                  <a:cubicBezTo>
                    <a:pt x="-57" y="71117"/>
                    <a:pt x="-245" y="63883"/>
                    <a:pt x="225" y="57306"/>
                  </a:cubicBezTo>
                  <a:cubicBezTo>
                    <a:pt x="695" y="50260"/>
                    <a:pt x="2198" y="43685"/>
                    <a:pt x="3889" y="37296"/>
                  </a:cubicBezTo>
                  <a:cubicBezTo>
                    <a:pt x="7365" y="24426"/>
                    <a:pt x="11874" y="12119"/>
                    <a:pt x="17229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9" name="Forme libre : forme 1428">
              <a:extLst>
                <a:ext uri="{FF2B5EF4-FFF2-40B4-BE49-F238E27FC236}">
                  <a16:creationId xmlns:a16="http://schemas.microsoft.com/office/drawing/2014/main" id="{EC6A1028-3CAA-4294-B176-70FAC2D8FF4B}"/>
                </a:ext>
              </a:extLst>
            </p:cNvPr>
            <p:cNvSpPr/>
            <p:nvPr/>
          </p:nvSpPr>
          <p:spPr>
            <a:xfrm>
              <a:off x="5468766" y="4121062"/>
              <a:ext cx="984065" cy="783670"/>
            </a:xfrm>
            <a:custGeom>
              <a:avLst/>
              <a:gdLst>
                <a:gd name="connsiteX0" fmla="*/ 681197 w 1320493"/>
                <a:gd name="connsiteY0" fmla="*/ 320823 h 1051588"/>
                <a:gd name="connsiteX1" fmla="*/ 966508 w 1320493"/>
                <a:gd name="connsiteY1" fmla="*/ 260416 h 1051588"/>
                <a:gd name="connsiteX2" fmla="*/ 1242425 w 1320493"/>
                <a:gd name="connsiteY2" fmla="*/ 686364 h 1051588"/>
                <a:gd name="connsiteX3" fmla="*/ 1256517 w 1320493"/>
                <a:gd name="connsiteY3" fmla="*/ 1038001 h 1051588"/>
                <a:gd name="connsiteX4" fmla="*/ 1320494 w 1320493"/>
                <a:gd name="connsiteY4" fmla="*/ 868524 h 1051588"/>
                <a:gd name="connsiteX5" fmla="*/ 1258020 w 1320493"/>
                <a:gd name="connsiteY5" fmla="*/ 375969 h 1051588"/>
                <a:gd name="connsiteX6" fmla="*/ 674902 w 1320493"/>
                <a:gd name="connsiteY6" fmla="*/ 0 h 1051588"/>
                <a:gd name="connsiteX7" fmla="*/ 645591 w 1320493"/>
                <a:gd name="connsiteY7" fmla="*/ 0 h 1051588"/>
                <a:gd name="connsiteX8" fmla="*/ 62474 w 1320493"/>
                <a:gd name="connsiteY8" fmla="*/ 375969 h 1051588"/>
                <a:gd name="connsiteX9" fmla="*/ 0 w 1320493"/>
                <a:gd name="connsiteY9" fmla="*/ 868524 h 1051588"/>
                <a:gd name="connsiteX10" fmla="*/ 63977 w 1320493"/>
                <a:gd name="connsiteY10" fmla="*/ 1038001 h 1051588"/>
                <a:gd name="connsiteX11" fmla="*/ 78068 w 1320493"/>
                <a:gd name="connsiteY11" fmla="*/ 686364 h 1051588"/>
                <a:gd name="connsiteX12" fmla="*/ 353986 w 1320493"/>
                <a:gd name="connsiteY12" fmla="*/ 260416 h 1051588"/>
                <a:gd name="connsiteX13" fmla="*/ 639297 w 1320493"/>
                <a:gd name="connsiteY13" fmla="*/ 320823 h 1051588"/>
                <a:gd name="connsiteX14" fmla="*/ 660153 w 1320493"/>
                <a:gd name="connsiteY14" fmla="*/ 322984 h 1051588"/>
                <a:gd name="connsiteX15" fmla="*/ 681197 w 1320493"/>
                <a:gd name="connsiteY15" fmla="*/ 320823 h 105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20493" h="1051588">
                  <a:moveTo>
                    <a:pt x="681197" y="320823"/>
                  </a:moveTo>
                  <a:cubicBezTo>
                    <a:pt x="713514" y="318756"/>
                    <a:pt x="885340" y="244821"/>
                    <a:pt x="966508" y="260416"/>
                  </a:cubicBezTo>
                  <a:cubicBezTo>
                    <a:pt x="1047677" y="276011"/>
                    <a:pt x="1212269" y="316690"/>
                    <a:pt x="1242425" y="686364"/>
                  </a:cubicBezTo>
                  <a:cubicBezTo>
                    <a:pt x="1245901" y="729015"/>
                    <a:pt x="1241486" y="971112"/>
                    <a:pt x="1256517" y="1038001"/>
                  </a:cubicBezTo>
                  <a:cubicBezTo>
                    <a:pt x="1271548" y="1104890"/>
                    <a:pt x="1320494" y="904974"/>
                    <a:pt x="1320494" y="868524"/>
                  </a:cubicBezTo>
                  <a:cubicBezTo>
                    <a:pt x="1320494" y="832073"/>
                    <a:pt x="1287143" y="472826"/>
                    <a:pt x="1258020" y="375969"/>
                  </a:cubicBezTo>
                  <a:cubicBezTo>
                    <a:pt x="1228897" y="279111"/>
                    <a:pt x="1134107" y="11461"/>
                    <a:pt x="674902" y="0"/>
                  </a:cubicBezTo>
                  <a:lnTo>
                    <a:pt x="645591" y="0"/>
                  </a:lnTo>
                  <a:cubicBezTo>
                    <a:pt x="186387" y="11461"/>
                    <a:pt x="91597" y="279111"/>
                    <a:pt x="62474" y="375969"/>
                  </a:cubicBezTo>
                  <a:cubicBezTo>
                    <a:pt x="33351" y="472826"/>
                    <a:pt x="0" y="832073"/>
                    <a:pt x="0" y="868524"/>
                  </a:cubicBezTo>
                  <a:cubicBezTo>
                    <a:pt x="0" y="904974"/>
                    <a:pt x="48946" y="1104890"/>
                    <a:pt x="63977" y="1038001"/>
                  </a:cubicBezTo>
                  <a:cubicBezTo>
                    <a:pt x="79008" y="971018"/>
                    <a:pt x="74593" y="728921"/>
                    <a:pt x="78068" y="686364"/>
                  </a:cubicBezTo>
                  <a:cubicBezTo>
                    <a:pt x="108225" y="316690"/>
                    <a:pt x="272817" y="276105"/>
                    <a:pt x="353986" y="260416"/>
                  </a:cubicBezTo>
                  <a:cubicBezTo>
                    <a:pt x="435248" y="244821"/>
                    <a:pt x="607074" y="318756"/>
                    <a:pt x="639297" y="320823"/>
                  </a:cubicBezTo>
                  <a:cubicBezTo>
                    <a:pt x="639297" y="320823"/>
                    <a:pt x="651322" y="323171"/>
                    <a:pt x="660153" y="322984"/>
                  </a:cubicBezTo>
                  <a:cubicBezTo>
                    <a:pt x="669172" y="322796"/>
                    <a:pt x="681197" y="320823"/>
                    <a:pt x="681197" y="320823"/>
                  </a:cubicBezTo>
                  <a:close/>
                </a:path>
              </a:pathLst>
            </a:custGeom>
            <a:noFill/>
            <a:ln w="9389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0" name="Forme libre : forme 1429">
              <a:extLst>
                <a:ext uri="{FF2B5EF4-FFF2-40B4-BE49-F238E27FC236}">
                  <a16:creationId xmlns:a16="http://schemas.microsoft.com/office/drawing/2014/main" id="{6184BECA-65E3-4E7B-9285-46DA5DEEE9C7}"/>
                </a:ext>
              </a:extLst>
            </p:cNvPr>
            <p:cNvSpPr/>
            <p:nvPr/>
          </p:nvSpPr>
          <p:spPr>
            <a:xfrm>
              <a:off x="6066035" y="4683174"/>
              <a:ext cx="264908" cy="123009"/>
            </a:xfrm>
            <a:custGeom>
              <a:avLst/>
              <a:gdLst>
                <a:gd name="connsiteX0" fmla="*/ 268 w 355474"/>
                <a:gd name="connsiteY0" fmla="*/ 37580 h 165063"/>
                <a:gd name="connsiteX1" fmla="*/ 29297 w 355474"/>
                <a:gd name="connsiteY1" fmla="*/ 2 h 165063"/>
                <a:gd name="connsiteX2" fmla="*/ 206196 w 355474"/>
                <a:gd name="connsiteY2" fmla="*/ 51390 h 165063"/>
                <a:gd name="connsiteX3" fmla="*/ 355475 w 355474"/>
                <a:gd name="connsiteY3" fmla="*/ 165063 h 165063"/>
                <a:gd name="connsiteX4" fmla="*/ 219818 w 355474"/>
                <a:gd name="connsiteY4" fmla="*/ 95920 h 165063"/>
                <a:gd name="connsiteX5" fmla="*/ 268 w 355474"/>
                <a:gd name="connsiteY5" fmla="*/ 37580 h 16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74" h="165063">
                  <a:moveTo>
                    <a:pt x="268" y="37580"/>
                  </a:moveTo>
                  <a:cubicBezTo>
                    <a:pt x="-2363" y="24897"/>
                    <a:pt x="14923" y="471"/>
                    <a:pt x="29297" y="2"/>
                  </a:cubicBezTo>
                  <a:cubicBezTo>
                    <a:pt x="37564" y="-280"/>
                    <a:pt x="140904" y="38519"/>
                    <a:pt x="206196" y="51390"/>
                  </a:cubicBezTo>
                  <a:cubicBezTo>
                    <a:pt x="250256" y="60126"/>
                    <a:pt x="325318" y="59375"/>
                    <a:pt x="355475" y="165063"/>
                  </a:cubicBezTo>
                  <a:cubicBezTo>
                    <a:pt x="355475" y="165063"/>
                    <a:pt x="299295" y="91504"/>
                    <a:pt x="219818" y="95920"/>
                  </a:cubicBezTo>
                  <a:cubicBezTo>
                    <a:pt x="140340" y="100335"/>
                    <a:pt x="6750" y="68581"/>
                    <a:pt x="268" y="37580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1" name="Forme libre : forme 1430">
              <a:extLst>
                <a:ext uri="{FF2B5EF4-FFF2-40B4-BE49-F238E27FC236}">
                  <a16:creationId xmlns:a16="http://schemas.microsoft.com/office/drawing/2014/main" id="{0EEFF61D-702D-45D0-9D5C-5951B6254752}"/>
                </a:ext>
              </a:extLst>
            </p:cNvPr>
            <p:cNvSpPr/>
            <p:nvPr/>
          </p:nvSpPr>
          <p:spPr>
            <a:xfrm>
              <a:off x="6031369" y="5061231"/>
              <a:ext cx="46234" cy="95074"/>
            </a:xfrm>
            <a:custGeom>
              <a:avLst/>
              <a:gdLst>
                <a:gd name="connsiteX0" fmla="*/ 44812 w 62040"/>
                <a:gd name="connsiteY0" fmla="*/ 0 h 127577"/>
                <a:gd name="connsiteX1" fmla="*/ 50918 w 62040"/>
                <a:gd name="connsiteY1" fmla="*/ 38799 h 127577"/>
                <a:gd name="connsiteX2" fmla="*/ 52891 w 62040"/>
                <a:gd name="connsiteY2" fmla="*/ 57588 h 127577"/>
                <a:gd name="connsiteX3" fmla="*/ 51294 w 62040"/>
                <a:gd name="connsiteY3" fmla="*/ 75908 h 127577"/>
                <a:gd name="connsiteX4" fmla="*/ 32129 w 62040"/>
                <a:gd name="connsiteY4" fmla="*/ 106064 h 127577"/>
                <a:gd name="connsiteX5" fmla="*/ 0 w 62040"/>
                <a:gd name="connsiteY5" fmla="*/ 127578 h 127577"/>
                <a:gd name="connsiteX6" fmla="*/ 36733 w 62040"/>
                <a:gd name="connsiteY6" fmla="*/ 111795 h 127577"/>
                <a:gd name="connsiteX7" fmla="*/ 51576 w 62040"/>
                <a:gd name="connsiteY7" fmla="*/ 97327 h 127577"/>
                <a:gd name="connsiteX8" fmla="*/ 60501 w 62040"/>
                <a:gd name="connsiteY8" fmla="*/ 78068 h 127577"/>
                <a:gd name="connsiteX9" fmla="*/ 61816 w 62040"/>
                <a:gd name="connsiteY9" fmla="*/ 57306 h 127577"/>
                <a:gd name="connsiteX10" fmla="*/ 58152 w 62040"/>
                <a:gd name="connsiteY10" fmla="*/ 37296 h 127577"/>
                <a:gd name="connsiteX11" fmla="*/ 44812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44812" y="0"/>
                  </a:moveTo>
                  <a:cubicBezTo>
                    <a:pt x="46691" y="13059"/>
                    <a:pt x="48851" y="26023"/>
                    <a:pt x="50918" y="38799"/>
                  </a:cubicBezTo>
                  <a:cubicBezTo>
                    <a:pt x="51764" y="45188"/>
                    <a:pt x="52985" y="51576"/>
                    <a:pt x="52891" y="57588"/>
                  </a:cubicBezTo>
                  <a:cubicBezTo>
                    <a:pt x="53079" y="64071"/>
                    <a:pt x="52797" y="70083"/>
                    <a:pt x="51294" y="75908"/>
                  </a:cubicBezTo>
                  <a:cubicBezTo>
                    <a:pt x="48758" y="87651"/>
                    <a:pt x="41336" y="97703"/>
                    <a:pt x="32129" y="106064"/>
                  </a:cubicBezTo>
                  <a:cubicBezTo>
                    <a:pt x="22641" y="114237"/>
                    <a:pt x="11555" y="121096"/>
                    <a:pt x="0" y="127578"/>
                  </a:cubicBezTo>
                  <a:cubicBezTo>
                    <a:pt x="12870" y="124571"/>
                    <a:pt x="25553" y="119780"/>
                    <a:pt x="36733" y="111795"/>
                  </a:cubicBezTo>
                  <a:cubicBezTo>
                    <a:pt x="42181" y="107661"/>
                    <a:pt x="47442" y="103058"/>
                    <a:pt x="51576" y="97327"/>
                  </a:cubicBezTo>
                  <a:cubicBezTo>
                    <a:pt x="55709" y="91597"/>
                    <a:pt x="58810" y="85020"/>
                    <a:pt x="60501" y="78068"/>
                  </a:cubicBezTo>
                  <a:cubicBezTo>
                    <a:pt x="62098" y="71117"/>
                    <a:pt x="62286" y="63883"/>
                    <a:pt x="61816" y="57306"/>
                  </a:cubicBezTo>
                  <a:cubicBezTo>
                    <a:pt x="61346" y="50260"/>
                    <a:pt x="59843" y="43685"/>
                    <a:pt x="58152" y="37296"/>
                  </a:cubicBezTo>
                  <a:cubicBezTo>
                    <a:pt x="54676" y="24426"/>
                    <a:pt x="50167" y="12119"/>
                    <a:pt x="44812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2" name="Forme libre : forme 1431">
              <a:extLst>
                <a:ext uri="{FF2B5EF4-FFF2-40B4-BE49-F238E27FC236}">
                  <a16:creationId xmlns:a16="http://schemas.microsoft.com/office/drawing/2014/main" id="{9544F37F-C17D-4CB3-960A-ABC84E5E4075}"/>
                </a:ext>
              </a:extLst>
            </p:cNvPr>
            <p:cNvSpPr/>
            <p:nvPr/>
          </p:nvSpPr>
          <p:spPr>
            <a:xfrm>
              <a:off x="5887166" y="5116433"/>
              <a:ext cx="36457" cy="28179"/>
            </a:xfrm>
            <a:custGeom>
              <a:avLst/>
              <a:gdLst>
                <a:gd name="connsiteX0" fmla="*/ 48922 w 48921"/>
                <a:gd name="connsiteY0" fmla="*/ 37814 h 37813"/>
                <a:gd name="connsiteX1" fmla="*/ 4956 w 48921"/>
                <a:gd name="connsiteY1" fmla="*/ 799 h 37813"/>
                <a:gd name="connsiteX2" fmla="*/ 30509 w 48921"/>
                <a:gd name="connsiteY2" fmla="*/ 27574 h 37813"/>
                <a:gd name="connsiteX3" fmla="*/ 48922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48922" y="37814"/>
                  </a:moveTo>
                  <a:cubicBezTo>
                    <a:pt x="48922" y="37814"/>
                    <a:pt x="23369" y="-6434"/>
                    <a:pt x="4956" y="799"/>
                  </a:cubicBezTo>
                  <a:cubicBezTo>
                    <a:pt x="-13458" y="8033"/>
                    <a:pt x="24966" y="24756"/>
                    <a:pt x="30509" y="27574"/>
                  </a:cubicBezTo>
                  <a:cubicBezTo>
                    <a:pt x="36051" y="30392"/>
                    <a:pt x="48922" y="37814"/>
                    <a:pt x="48922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3" name="Forme libre : forme 1432">
              <a:extLst>
                <a:ext uri="{FF2B5EF4-FFF2-40B4-BE49-F238E27FC236}">
                  <a16:creationId xmlns:a16="http://schemas.microsoft.com/office/drawing/2014/main" id="{9742469F-DAB2-44A1-A8F2-FDC39BED55EC}"/>
                </a:ext>
              </a:extLst>
            </p:cNvPr>
            <p:cNvSpPr/>
            <p:nvPr/>
          </p:nvSpPr>
          <p:spPr>
            <a:xfrm>
              <a:off x="5997484" y="5116433"/>
              <a:ext cx="36457" cy="28179"/>
            </a:xfrm>
            <a:custGeom>
              <a:avLst/>
              <a:gdLst>
                <a:gd name="connsiteX0" fmla="*/ 0 w 48921"/>
                <a:gd name="connsiteY0" fmla="*/ 37814 h 37813"/>
                <a:gd name="connsiteX1" fmla="*/ 43966 w 48921"/>
                <a:gd name="connsiteY1" fmla="*/ 799 h 37813"/>
                <a:gd name="connsiteX2" fmla="*/ 18413 w 48921"/>
                <a:gd name="connsiteY2" fmla="*/ 27574 h 37813"/>
                <a:gd name="connsiteX3" fmla="*/ 0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0" y="37814"/>
                  </a:moveTo>
                  <a:cubicBezTo>
                    <a:pt x="0" y="37814"/>
                    <a:pt x="25553" y="-6434"/>
                    <a:pt x="43966" y="799"/>
                  </a:cubicBezTo>
                  <a:cubicBezTo>
                    <a:pt x="62379" y="8033"/>
                    <a:pt x="23956" y="24756"/>
                    <a:pt x="18413" y="27574"/>
                  </a:cubicBezTo>
                  <a:cubicBezTo>
                    <a:pt x="13058" y="30580"/>
                    <a:pt x="0" y="37814"/>
                    <a:pt x="0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4" name="Forme libre : forme 1433">
              <a:extLst>
                <a:ext uri="{FF2B5EF4-FFF2-40B4-BE49-F238E27FC236}">
                  <a16:creationId xmlns:a16="http://schemas.microsoft.com/office/drawing/2014/main" id="{851D66A3-BB79-41F0-9036-D369A212C98D}"/>
                </a:ext>
              </a:extLst>
            </p:cNvPr>
            <p:cNvSpPr/>
            <p:nvPr/>
          </p:nvSpPr>
          <p:spPr>
            <a:xfrm>
              <a:off x="5902304" y="5052970"/>
              <a:ext cx="5217" cy="29894"/>
            </a:xfrm>
            <a:custGeom>
              <a:avLst/>
              <a:gdLst>
                <a:gd name="connsiteX0" fmla="*/ 7000 w 7000"/>
                <a:gd name="connsiteY0" fmla="*/ 0 h 40114"/>
                <a:gd name="connsiteX1" fmla="*/ 4745 w 7000"/>
                <a:gd name="connsiteY1" fmla="*/ 20292 h 40114"/>
                <a:gd name="connsiteX2" fmla="*/ 6718 w 7000"/>
                <a:gd name="connsiteY2" fmla="*/ 40115 h 40114"/>
                <a:gd name="connsiteX3" fmla="*/ 48 w 7000"/>
                <a:gd name="connsiteY3" fmla="*/ 20010 h 40114"/>
                <a:gd name="connsiteX4" fmla="*/ 7000 w 7000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00" h="40114">
                  <a:moveTo>
                    <a:pt x="7000" y="0"/>
                  </a:moveTo>
                  <a:cubicBezTo>
                    <a:pt x="6624" y="7140"/>
                    <a:pt x="5121" y="13716"/>
                    <a:pt x="4745" y="20292"/>
                  </a:cubicBezTo>
                  <a:cubicBezTo>
                    <a:pt x="4276" y="26868"/>
                    <a:pt x="4745" y="33256"/>
                    <a:pt x="6718" y="40115"/>
                  </a:cubicBezTo>
                  <a:cubicBezTo>
                    <a:pt x="1457" y="35041"/>
                    <a:pt x="-328" y="27150"/>
                    <a:pt x="48" y="20010"/>
                  </a:cubicBezTo>
                  <a:cubicBezTo>
                    <a:pt x="706" y="12776"/>
                    <a:pt x="3148" y="6012"/>
                    <a:pt x="700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5" name="Forme libre : forme 1434">
              <a:extLst>
                <a:ext uri="{FF2B5EF4-FFF2-40B4-BE49-F238E27FC236}">
                  <a16:creationId xmlns:a16="http://schemas.microsoft.com/office/drawing/2014/main" id="{32E62DEC-826C-4B96-8EC1-50C4BD932294}"/>
                </a:ext>
              </a:extLst>
            </p:cNvPr>
            <p:cNvSpPr/>
            <p:nvPr/>
          </p:nvSpPr>
          <p:spPr>
            <a:xfrm>
              <a:off x="5910882" y="5092526"/>
              <a:ext cx="21423" cy="24434"/>
            </a:xfrm>
            <a:custGeom>
              <a:avLst/>
              <a:gdLst>
                <a:gd name="connsiteX0" fmla="*/ 0 w 28747"/>
                <a:gd name="connsiteY0" fmla="*/ 0 h 32787"/>
                <a:gd name="connsiteX1" fmla="*/ 18695 w 28747"/>
                <a:gd name="connsiteY1" fmla="*/ 12589 h 32787"/>
                <a:gd name="connsiteX2" fmla="*/ 28747 w 28747"/>
                <a:gd name="connsiteY2" fmla="*/ 32787 h 32787"/>
                <a:gd name="connsiteX3" fmla="*/ 15125 w 28747"/>
                <a:gd name="connsiteY3" fmla="*/ 15595 h 32787"/>
                <a:gd name="connsiteX4" fmla="*/ 0 w 28747"/>
                <a:gd name="connsiteY4" fmla="*/ 0 h 32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47" h="32787">
                  <a:moveTo>
                    <a:pt x="0" y="0"/>
                  </a:moveTo>
                  <a:cubicBezTo>
                    <a:pt x="7516" y="1692"/>
                    <a:pt x="13904" y="6764"/>
                    <a:pt x="18695" y="12589"/>
                  </a:cubicBezTo>
                  <a:cubicBezTo>
                    <a:pt x="23486" y="18508"/>
                    <a:pt x="26962" y="25365"/>
                    <a:pt x="28747" y="32787"/>
                  </a:cubicBezTo>
                  <a:cubicBezTo>
                    <a:pt x="23768" y="27056"/>
                    <a:pt x="19728" y="21044"/>
                    <a:pt x="15125" y="15595"/>
                  </a:cubicBezTo>
                  <a:cubicBezTo>
                    <a:pt x="10616" y="9959"/>
                    <a:pt x="5731" y="49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6" name="Forme libre : forme 1435">
              <a:extLst>
                <a:ext uri="{FF2B5EF4-FFF2-40B4-BE49-F238E27FC236}">
                  <a16:creationId xmlns:a16="http://schemas.microsoft.com/office/drawing/2014/main" id="{E5C2D072-B81F-45C1-9564-43A4357C98ED}"/>
                </a:ext>
              </a:extLst>
            </p:cNvPr>
            <p:cNvSpPr/>
            <p:nvPr/>
          </p:nvSpPr>
          <p:spPr>
            <a:xfrm>
              <a:off x="6012326" y="5054720"/>
              <a:ext cx="5164" cy="29894"/>
            </a:xfrm>
            <a:custGeom>
              <a:avLst/>
              <a:gdLst>
                <a:gd name="connsiteX0" fmla="*/ 0 w 6929"/>
                <a:gd name="connsiteY0" fmla="*/ 0 h 40114"/>
                <a:gd name="connsiteX1" fmla="*/ 6858 w 6929"/>
                <a:gd name="connsiteY1" fmla="*/ 20010 h 40114"/>
                <a:gd name="connsiteX2" fmla="*/ 188 w 6929"/>
                <a:gd name="connsiteY2" fmla="*/ 40115 h 40114"/>
                <a:gd name="connsiteX3" fmla="*/ 2161 w 6929"/>
                <a:gd name="connsiteY3" fmla="*/ 20292 h 40114"/>
                <a:gd name="connsiteX4" fmla="*/ 0 w 6929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9" h="40114">
                  <a:moveTo>
                    <a:pt x="0" y="0"/>
                  </a:moveTo>
                  <a:cubicBezTo>
                    <a:pt x="3852" y="5919"/>
                    <a:pt x="6294" y="12776"/>
                    <a:pt x="6858" y="20010"/>
                  </a:cubicBezTo>
                  <a:cubicBezTo>
                    <a:pt x="7328" y="27150"/>
                    <a:pt x="5543" y="35135"/>
                    <a:pt x="188" y="40115"/>
                  </a:cubicBezTo>
                  <a:cubicBezTo>
                    <a:pt x="2161" y="33256"/>
                    <a:pt x="2630" y="26868"/>
                    <a:pt x="2161" y="20292"/>
                  </a:cubicBezTo>
                  <a:cubicBezTo>
                    <a:pt x="1879" y="13716"/>
                    <a:pt x="376" y="71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7" name="Forme libre : forme 1436">
              <a:extLst>
                <a:ext uri="{FF2B5EF4-FFF2-40B4-BE49-F238E27FC236}">
                  <a16:creationId xmlns:a16="http://schemas.microsoft.com/office/drawing/2014/main" id="{00AB98C5-AC8C-436B-8D14-D65DB39D9194}"/>
                </a:ext>
              </a:extLst>
            </p:cNvPr>
            <p:cNvSpPr/>
            <p:nvPr/>
          </p:nvSpPr>
          <p:spPr>
            <a:xfrm>
              <a:off x="5996458" y="4971618"/>
              <a:ext cx="10476" cy="55868"/>
            </a:xfrm>
            <a:custGeom>
              <a:avLst/>
              <a:gdLst>
                <a:gd name="connsiteX0" fmla="*/ 2973 w 14058"/>
                <a:gd name="connsiteY0" fmla="*/ 0 h 74968"/>
                <a:gd name="connsiteX1" fmla="*/ 5134 w 14058"/>
                <a:gd name="connsiteY1" fmla="*/ 38235 h 74968"/>
                <a:gd name="connsiteX2" fmla="*/ 14059 w 14058"/>
                <a:gd name="connsiteY2" fmla="*/ 74968 h 74968"/>
                <a:gd name="connsiteX3" fmla="*/ 437 w 14058"/>
                <a:gd name="connsiteY3" fmla="*/ 38705 h 74968"/>
                <a:gd name="connsiteX4" fmla="*/ 2973 w 14058"/>
                <a:gd name="connsiteY4" fmla="*/ 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58" h="74968">
                  <a:moveTo>
                    <a:pt x="2973" y="0"/>
                  </a:moveTo>
                  <a:cubicBezTo>
                    <a:pt x="4101" y="12964"/>
                    <a:pt x="3819" y="25741"/>
                    <a:pt x="5134" y="38235"/>
                  </a:cubicBezTo>
                  <a:cubicBezTo>
                    <a:pt x="6262" y="50824"/>
                    <a:pt x="8892" y="63037"/>
                    <a:pt x="14059" y="74968"/>
                  </a:cubicBezTo>
                  <a:cubicBezTo>
                    <a:pt x="5698" y="64916"/>
                    <a:pt x="1752" y="51576"/>
                    <a:pt x="437" y="38705"/>
                  </a:cubicBezTo>
                  <a:cubicBezTo>
                    <a:pt x="-690" y="25647"/>
                    <a:pt x="437" y="12682"/>
                    <a:pt x="2973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8" name="Forme libre : forme 1437">
              <a:extLst>
                <a:ext uri="{FF2B5EF4-FFF2-40B4-BE49-F238E27FC236}">
                  <a16:creationId xmlns:a16="http://schemas.microsoft.com/office/drawing/2014/main" id="{2FC2D0E3-683A-48F6-8703-4D56368CA6D0}"/>
                </a:ext>
              </a:extLst>
            </p:cNvPr>
            <p:cNvSpPr/>
            <p:nvPr/>
          </p:nvSpPr>
          <p:spPr>
            <a:xfrm>
              <a:off x="5996714" y="4774539"/>
              <a:ext cx="41166" cy="123498"/>
            </a:xfrm>
            <a:custGeom>
              <a:avLst/>
              <a:gdLst>
                <a:gd name="connsiteX0" fmla="*/ 55240 w 55239"/>
                <a:gd name="connsiteY0" fmla="*/ 0 h 165719"/>
                <a:gd name="connsiteX1" fmla="*/ 29687 w 55239"/>
                <a:gd name="connsiteY1" fmla="*/ 36357 h 165719"/>
                <a:gd name="connsiteX2" fmla="*/ 12964 w 55239"/>
                <a:gd name="connsiteY2" fmla="*/ 77411 h 165719"/>
                <a:gd name="connsiteX3" fmla="*/ 4228 w 55239"/>
                <a:gd name="connsiteY3" fmla="*/ 121001 h 165719"/>
                <a:gd name="connsiteX4" fmla="*/ 2349 w 55239"/>
                <a:gd name="connsiteY4" fmla="*/ 143266 h 165719"/>
                <a:gd name="connsiteX5" fmla="*/ 1785 w 55239"/>
                <a:gd name="connsiteY5" fmla="*/ 165719 h 165719"/>
                <a:gd name="connsiteX6" fmla="*/ 0 w 55239"/>
                <a:gd name="connsiteY6" fmla="*/ 143266 h 165719"/>
                <a:gd name="connsiteX7" fmla="*/ 564 w 55239"/>
                <a:gd name="connsiteY7" fmla="*/ 120720 h 165719"/>
                <a:gd name="connsiteX8" fmla="*/ 8361 w 55239"/>
                <a:gd name="connsiteY8" fmla="*/ 76190 h 165719"/>
                <a:gd name="connsiteX9" fmla="*/ 26399 w 55239"/>
                <a:gd name="connsiteY9" fmla="*/ 34666 h 165719"/>
                <a:gd name="connsiteX10" fmla="*/ 55240 w 55239"/>
                <a:gd name="connsiteY10" fmla="*/ 0 h 16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239" h="165719">
                  <a:moveTo>
                    <a:pt x="55240" y="0"/>
                  </a:moveTo>
                  <a:cubicBezTo>
                    <a:pt x="44906" y="10804"/>
                    <a:pt x="36639" y="23393"/>
                    <a:pt x="29687" y="36357"/>
                  </a:cubicBezTo>
                  <a:cubicBezTo>
                    <a:pt x="22735" y="49415"/>
                    <a:pt x="17098" y="63225"/>
                    <a:pt x="12964" y="77411"/>
                  </a:cubicBezTo>
                  <a:cubicBezTo>
                    <a:pt x="8831" y="91597"/>
                    <a:pt x="5919" y="106158"/>
                    <a:pt x="4228" y="121001"/>
                  </a:cubicBezTo>
                  <a:cubicBezTo>
                    <a:pt x="3006" y="128329"/>
                    <a:pt x="3006" y="135845"/>
                    <a:pt x="2349" y="143266"/>
                  </a:cubicBezTo>
                  <a:cubicBezTo>
                    <a:pt x="1973" y="150688"/>
                    <a:pt x="2161" y="158204"/>
                    <a:pt x="1785" y="165719"/>
                  </a:cubicBezTo>
                  <a:cubicBezTo>
                    <a:pt x="1034" y="158298"/>
                    <a:pt x="470" y="150782"/>
                    <a:pt x="0" y="143266"/>
                  </a:cubicBezTo>
                  <a:cubicBezTo>
                    <a:pt x="188" y="135751"/>
                    <a:pt x="-188" y="128235"/>
                    <a:pt x="564" y="120720"/>
                  </a:cubicBezTo>
                  <a:cubicBezTo>
                    <a:pt x="1503" y="105688"/>
                    <a:pt x="4509" y="90751"/>
                    <a:pt x="8361" y="76190"/>
                  </a:cubicBezTo>
                  <a:cubicBezTo>
                    <a:pt x="12964" y="61816"/>
                    <a:pt x="18695" y="47630"/>
                    <a:pt x="26399" y="34666"/>
                  </a:cubicBezTo>
                  <a:cubicBezTo>
                    <a:pt x="34290" y="21701"/>
                    <a:pt x="43497" y="9489"/>
                    <a:pt x="5524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9" name="Forme libre : forme 1438">
              <a:extLst>
                <a:ext uri="{FF2B5EF4-FFF2-40B4-BE49-F238E27FC236}">
                  <a16:creationId xmlns:a16="http://schemas.microsoft.com/office/drawing/2014/main" id="{D4DEEBAC-1CDF-4467-8E12-7FDD40E69472}"/>
                </a:ext>
              </a:extLst>
            </p:cNvPr>
            <p:cNvSpPr/>
            <p:nvPr/>
          </p:nvSpPr>
          <p:spPr>
            <a:xfrm>
              <a:off x="5586104" y="4682105"/>
              <a:ext cx="272635" cy="100834"/>
            </a:xfrm>
            <a:custGeom>
              <a:avLst/>
              <a:gdLst>
                <a:gd name="connsiteX0" fmla="*/ 365259 w 365843"/>
                <a:gd name="connsiteY0" fmla="*/ 40047 h 135307"/>
                <a:gd name="connsiteX1" fmla="*/ 339706 w 365843"/>
                <a:gd name="connsiteY1" fmla="*/ 27 h 135307"/>
                <a:gd name="connsiteX2" fmla="*/ 158861 w 365843"/>
                <a:gd name="connsiteY2" fmla="*/ 35444 h 135307"/>
                <a:gd name="connsiteX3" fmla="*/ 0 w 365843"/>
                <a:gd name="connsiteY3" fmla="*/ 135308 h 135307"/>
                <a:gd name="connsiteX4" fmla="*/ 141294 w 365843"/>
                <a:gd name="connsiteY4" fmla="*/ 78565 h 135307"/>
                <a:gd name="connsiteX5" fmla="*/ 365259 w 365843"/>
                <a:gd name="connsiteY5" fmla="*/ 40047 h 13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3" h="135307">
                  <a:moveTo>
                    <a:pt x="365259" y="40047"/>
                  </a:moveTo>
                  <a:cubicBezTo>
                    <a:pt x="369017" y="27646"/>
                    <a:pt x="353985" y="1718"/>
                    <a:pt x="339706" y="27"/>
                  </a:cubicBezTo>
                  <a:cubicBezTo>
                    <a:pt x="331533" y="-1007"/>
                    <a:pt x="225093" y="28398"/>
                    <a:pt x="158861" y="35444"/>
                  </a:cubicBezTo>
                  <a:cubicBezTo>
                    <a:pt x="114237" y="40235"/>
                    <a:pt x="39551" y="32813"/>
                    <a:pt x="0" y="135308"/>
                  </a:cubicBezTo>
                  <a:cubicBezTo>
                    <a:pt x="0" y="135308"/>
                    <a:pt x="62474" y="67103"/>
                    <a:pt x="141294" y="78565"/>
                  </a:cubicBezTo>
                  <a:cubicBezTo>
                    <a:pt x="220114" y="89932"/>
                    <a:pt x="356052" y="70204"/>
                    <a:pt x="365259" y="40047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0" name="Forme libre : forme 1439">
              <a:extLst>
                <a:ext uri="{FF2B5EF4-FFF2-40B4-BE49-F238E27FC236}">
                  <a16:creationId xmlns:a16="http://schemas.microsoft.com/office/drawing/2014/main" id="{6E367E6C-3E44-48BE-8102-61EFA9E49398}"/>
                </a:ext>
              </a:extLst>
            </p:cNvPr>
            <p:cNvSpPr/>
            <p:nvPr/>
          </p:nvSpPr>
          <p:spPr>
            <a:xfrm>
              <a:off x="5844624" y="5061231"/>
              <a:ext cx="46234" cy="95074"/>
            </a:xfrm>
            <a:custGeom>
              <a:avLst/>
              <a:gdLst>
                <a:gd name="connsiteX0" fmla="*/ 17229 w 62040"/>
                <a:gd name="connsiteY0" fmla="*/ 0 h 127577"/>
                <a:gd name="connsiteX1" fmla="*/ 11122 w 62040"/>
                <a:gd name="connsiteY1" fmla="*/ 38799 h 127577"/>
                <a:gd name="connsiteX2" fmla="*/ 9150 w 62040"/>
                <a:gd name="connsiteY2" fmla="*/ 57588 h 127577"/>
                <a:gd name="connsiteX3" fmla="*/ 10747 w 62040"/>
                <a:gd name="connsiteY3" fmla="*/ 75908 h 127577"/>
                <a:gd name="connsiteX4" fmla="*/ 29911 w 62040"/>
                <a:gd name="connsiteY4" fmla="*/ 106064 h 127577"/>
                <a:gd name="connsiteX5" fmla="*/ 62041 w 62040"/>
                <a:gd name="connsiteY5" fmla="*/ 127578 h 127577"/>
                <a:gd name="connsiteX6" fmla="*/ 25308 w 62040"/>
                <a:gd name="connsiteY6" fmla="*/ 111795 h 127577"/>
                <a:gd name="connsiteX7" fmla="*/ 10465 w 62040"/>
                <a:gd name="connsiteY7" fmla="*/ 97327 h 127577"/>
                <a:gd name="connsiteX8" fmla="*/ 1540 w 62040"/>
                <a:gd name="connsiteY8" fmla="*/ 78068 h 127577"/>
                <a:gd name="connsiteX9" fmla="*/ 225 w 62040"/>
                <a:gd name="connsiteY9" fmla="*/ 57306 h 127577"/>
                <a:gd name="connsiteX10" fmla="*/ 3889 w 62040"/>
                <a:gd name="connsiteY10" fmla="*/ 37296 h 127577"/>
                <a:gd name="connsiteX11" fmla="*/ 17229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17229" y="0"/>
                  </a:moveTo>
                  <a:cubicBezTo>
                    <a:pt x="15350" y="13059"/>
                    <a:pt x="13189" y="26023"/>
                    <a:pt x="11122" y="38799"/>
                  </a:cubicBezTo>
                  <a:cubicBezTo>
                    <a:pt x="10277" y="45188"/>
                    <a:pt x="9056" y="51576"/>
                    <a:pt x="9150" y="57588"/>
                  </a:cubicBezTo>
                  <a:cubicBezTo>
                    <a:pt x="8962" y="64071"/>
                    <a:pt x="9244" y="70083"/>
                    <a:pt x="10747" y="75908"/>
                  </a:cubicBezTo>
                  <a:cubicBezTo>
                    <a:pt x="13283" y="87651"/>
                    <a:pt x="20705" y="97703"/>
                    <a:pt x="29911" y="106064"/>
                  </a:cubicBezTo>
                  <a:cubicBezTo>
                    <a:pt x="39400" y="114237"/>
                    <a:pt x="50485" y="121096"/>
                    <a:pt x="62041" y="127578"/>
                  </a:cubicBezTo>
                  <a:cubicBezTo>
                    <a:pt x="49170" y="124571"/>
                    <a:pt x="36488" y="119780"/>
                    <a:pt x="25308" y="111795"/>
                  </a:cubicBezTo>
                  <a:cubicBezTo>
                    <a:pt x="19860" y="107661"/>
                    <a:pt x="14599" y="103058"/>
                    <a:pt x="10465" y="97327"/>
                  </a:cubicBezTo>
                  <a:cubicBezTo>
                    <a:pt x="6331" y="91597"/>
                    <a:pt x="3231" y="85020"/>
                    <a:pt x="1540" y="78068"/>
                  </a:cubicBezTo>
                  <a:cubicBezTo>
                    <a:pt x="-57" y="71117"/>
                    <a:pt x="-245" y="63883"/>
                    <a:pt x="225" y="57306"/>
                  </a:cubicBezTo>
                  <a:cubicBezTo>
                    <a:pt x="695" y="50260"/>
                    <a:pt x="2198" y="43685"/>
                    <a:pt x="3889" y="37296"/>
                  </a:cubicBezTo>
                  <a:cubicBezTo>
                    <a:pt x="7365" y="24426"/>
                    <a:pt x="11874" y="12119"/>
                    <a:pt x="17229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1" name="Forme libre : forme 1440">
              <a:extLst>
                <a:ext uri="{FF2B5EF4-FFF2-40B4-BE49-F238E27FC236}">
                  <a16:creationId xmlns:a16="http://schemas.microsoft.com/office/drawing/2014/main" id="{F075DF83-0229-4154-B1A7-8828B60296A5}"/>
                </a:ext>
              </a:extLst>
            </p:cNvPr>
            <p:cNvSpPr/>
            <p:nvPr/>
          </p:nvSpPr>
          <p:spPr>
            <a:xfrm>
              <a:off x="5468766" y="4121062"/>
              <a:ext cx="984065" cy="783670"/>
            </a:xfrm>
            <a:custGeom>
              <a:avLst/>
              <a:gdLst>
                <a:gd name="connsiteX0" fmla="*/ 681197 w 1320493"/>
                <a:gd name="connsiteY0" fmla="*/ 320823 h 1051588"/>
                <a:gd name="connsiteX1" fmla="*/ 966508 w 1320493"/>
                <a:gd name="connsiteY1" fmla="*/ 260416 h 1051588"/>
                <a:gd name="connsiteX2" fmla="*/ 1242425 w 1320493"/>
                <a:gd name="connsiteY2" fmla="*/ 686364 h 1051588"/>
                <a:gd name="connsiteX3" fmla="*/ 1256517 w 1320493"/>
                <a:gd name="connsiteY3" fmla="*/ 1038001 h 1051588"/>
                <a:gd name="connsiteX4" fmla="*/ 1320494 w 1320493"/>
                <a:gd name="connsiteY4" fmla="*/ 868524 h 1051588"/>
                <a:gd name="connsiteX5" fmla="*/ 1258020 w 1320493"/>
                <a:gd name="connsiteY5" fmla="*/ 375969 h 1051588"/>
                <a:gd name="connsiteX6" fmla="*/ 674902 w 1320493"/>
                <a:gd name="connsiteY6" fmla="*/ 0 h 1051588"/>
                <a:gd name="connsiteX7" fmla="*/ 645591 w 1320493"/>
                <a:gd name="connsiteY7" fmla="*/ 0 h 1051588"/>
                <a:gd name="connsiteX8" fmla="*/ 62474 w 1320493"/>
                <a:gd name="connsiteY8" fmla="*/ 375969 h 1051588"/>
                <a:gd name="connsiteX9" fmla="*/ 0 w 1320493"/>
                <a:gd name="connsiteY9" fmla="*/ 868524 h 1051588"/>
                <a:gd name="connsiteX10" fmla="*/ 63977 w 1320493"/>
                <a:gd name="connsiteY10" fmla="*/ 1038001 h 1051588"/>
                <a:gd name="connsiteX11" fmla="*/ 78068 w 1320493"/>
                <a:gd name="connsiteY11" fmla="*/ 686364 h 1051588"/>
                <a:gd name="connsiteX12" fmla="*/ 353986 w 1320493"/>
                <a:gd name="connsiteY12" fmla="*/ 260416 h 1051588"/>
                <a:gd name="connsiteX13" fmla="*/ 639297 w 1320493"/>
                <a:gd name="connsiteY13" fmla="*/ 320823 h 1051588"/>
                <a:gd name="connsiteX14" fmla="*/ 660153 w 1320493"/>
                <a:gd name="connsiteY14" fmla="*/ 322984 h 1051588"/>
                <a:gd name="connsiteX15" fmla="*/ 681197 w 1320493"/>
                <a:gd name="connsiteY15" fmla="*/ 320823 h 105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20493" h="1051588">
                  <a:moveTo>
                    <a:pt x="681197" y="320823"/>
                  </a:moveTo>
                  <a:cubicBezTo>
                    <a:pt x="713514" y="318756"/>
                    <a:pt x="885340" y="244821"/>
                    <a:pt x="966508" y="260416"/>
                  </a:cubicBezTo>
                  <a:cubicBezTo>
                    <a:pt x="1047677" y="276011"/>
                    <a:pt x="1212269" y="316690"/>
                    <a:pt x="1242425" y="686364"/>
                  </a:cubicBezTo>
                  <a:cubicBezTo>
                    <a:pt x="1245901" y="729015"/>
                    <a:pt x="1241486" y="971112"/>
                    <a:pt x="1256517" y="1038001"/>
                  </a:cubicBezTo>
                  <a:cubicBezTo>
                    <a:pt x="1271548" y="1104890"/>
                    <a:pt x="1320494" y="904974"/>
                    <a:pt x="1320494" y="868524"/>
                  </a:cubicBezTo>
                  <a:cubicBezTo>
                    <a:pt x="1320494" y="832073"/>
                    <a:pt x="1287143" y="472826"/>
                    <a:pt x="1258020" y="375969"/>
                  </a:cubicBezTo>
                  <a:cubicBezTo>
                    <a:pt x="1228897" y="279111"/>
                    <a:pt x="1134107" y="11461"/>
                    <a:pt x="674902" y="0"/>
                  </a:cubicBezTo>
                  <a:lnTo>
                    <a:pt x="645591" y="0"/>
                  </a:lnTo>
                  <a:cubicBezTo>
                    <a:pt x="186387" y="11461"/>
                    <a:pt x="91597" y="279111"/>
                    <a:pt x="62474" y="375969"/>
                  </a:cubicBezTo>
                  <a:cubicBezTo>
                    <a:pt x="33351" y="472826"/>
                    <a:pt x="0" y="832073"/>
                    <a:pt x="0" y="868524"/>
                  </a:cubicBezTo>
                  <a:cubicBezTo>
                    <a:pt x="0" y="904974"/>
                    <a:pt x="48946" y="1104890"/>
                    <a:pt x="63977" y="1038001"/>
                  </a:cubicBezTo>
                  <a:cubicBezTo>
                    <a:pt x="79008" y="971018"/>
                    <a:pt x="74593" y="728921"/>
                    <a:pt x="78068" y="686364"/>
                  </a:cubicBezTo>
                  <a:cubicBezTo>
                    <a:pt x="108225" y="316690"/>
                    <a:pt x="272817" y="276105"/>
                    <a:pt x="353986" y="260416"/>
                  </a:cubicBezTo>
                  <a:cubicBezTo>
                    <a:pt x="435248" y="244821"/>
                    <a:pt x="607074" y="318756"/>
                    <a:pt x="639297" y="320823"/>
                  </a:cubicBezTo>
                  <a:cubicBezTo>
                    <a:pt x="639297" y="320823"/>
                    <a:pt x="651322" y="323171"/>
                    <a:pt x="660153" y="322984"/>
                  </a:cubicBezTo>
                  <a:cubicBezTo>
                    <a:pt x="669172" y="322796"/>
                    <a:pt x="681197" y="320823"/>
                    <a:pt x="681197" y="320823"/>
                  </a:cubicBezTo>
                  <a:close/>
                </a:path>
              </a:pathLst>
            </a:custGeom>
            <a:noFill/>
            <a:ln w="9389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2" name="Forme libre : forme 1441">
              <a:extLst>
                <a:ext uri="{FF2B5EF4-FFF2-40B4-BE49-F238E27FC236}">
                  <a16:creationId xmlns:a16="http://schemas.microsoft.com/office/drawing/2014/main" id="{647E9944-475A-4AA2-B5D1-D0DC23250A84}"/>
                </a:ext>
              </a:extLst>
            </p:cNvPr>
            <p:cNvSpPr/>
            <p:nvPr/>
          </p:nvSpPr>
          <p:spPr>
            <a:xfrm>
              <a:off x="6066035" y="4683174"/>
              <a:ext cx="264908" cy="123009"/>
            </a:xfrm>
            <a:custGeom>
              <a:avLst/>
              <a:gdLst>
                <a:gd name="connsiteX0" fmla="*/ 268 w 355474"/>
                <a:gd name="connsiteY0" fmla="*/ 37580 h 165063"/>
                <a:gd name="connsiteX1" fmla="*/ 29297 w 355474"/>
                <a:gd name="connsiteY1" fmla="*/ 2 h 165063"/>
                <a:gd name="connsiteX2" fmla="*/ 206196 w 355474"/>
                <a:gd name="connsiteY2" fmla="*/ 51390 h 165063"/>
                <a:gd name="connsiteX3" fmla="*/ 355475 w 355474"/>
                <a:gd name="connsiteY3" fmla="*/ 165063 h 165063"/>
                <a:gd name="connsiteX4" fmla="*/ 219818 w 355474"/>
                <a:gd name="connsiteY4" fmla="*/ 95920 h 165063"/>
                <a:gd name="connsiteX5" fmla="*/ 268 w 355474"/>
                <a:gd name="connsiteY5" fmla="*/ 37580 h 16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74" h="165063">
                  <a:moveTo>
                    <a:pt x="268" y="37580"/>
                  </a:moveTo>
                  <a:cubicBezTo>
                    <a:pt x="-2363" y="24897"/>
                    <a:pt x="14923" y="471"/>
                    <a:pt x="29297" y="2"/>
                  </a:cubicBezTo>
                  <a:cubicBezTo>
                    <a:pt x="37564" y="-280"/>
                    <a:pt x="140904" y="38519"/>
                    <a:pt x="206196" y="51390"/>
                  </a:cubicBezTo>
                  <a:cubicBezTo>
                    <a:pt x="250256" y="60126"/>
                    <a:pt x="325318" y="59375"/>
                    <a:pt x="355475" y="165063"/>
                  </a:cubicBezTo>
                  <a:cubicBezTo>
                    <a:pt x="355475" y="165063"/>
                    <a:pt x="299295" y="91504"/>
                    <a:pt x="219818" y="95920"/>
                  </a:cubicBezTo>
                  <a:cubicBezTo>
                    <a:pt x="140340" y="100335"/>
                    <a:pt x="6750" y="68581"/>
                    <a:pt x="268" y="37580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3" name="Forme libre : forme 1442">
              <a:extLst>
                <a:ext uri="{FF2B5EF4-FFF2-40B4-BE49-F238E27FC236}">
                  <a16:creationId xmlns:a16="http://schemas.microsoft.com/office/drawing/2014/main" id="{D6FC3BAF-C714-4E4E-BED7-72FF2B80FD30}"/>
                </a:ext>
              </a:extLst>
            </p:cNvPr>
            <p:cNvSpPr/>
            <p:nvPr/>
          </p:nvSpPr>
          <p:spPr>
            <a:xfrm>
              <a:off x="6031369" y="5061231"/>
              <a:ext cx="46234" cy="95074"/>
            </a:xfrm>
            <a:custGeom>
              <a:avLst/>
              <a:gdLst>
                <a:gd name="connsiteX0" fmla="*/ 44812 w 62040"/>
                <a:gd name="connsiteY0" fmla="*/ 0 h 127577"/>
                <a:gd name="connsiteX1" fmla="*/ 50918 w 62040"/>
                <a:gd name="connsiteY1" fmla="*/ 38799 h 127577"/>
                <a:gd name="connsiteX2" fmla="*/ 52891 w 62040"/>
                <a:gd name="connsiteY2" fmla="*/ 57588 h 127577"/>
                <a:gd name="connsiteX3" fmla="*/ 51294 w 62040"/>
                <a:gd name="connsiteY3" fmla="*/ 75908 h 127577"/>
                <a:gd name="connsiteX4" fmla="*/ 32129 w 62040"/>
                <a:gd name="connsiteY4" fmla="*/ 106064 h 127577"/>
                <a:gd name="connsiteX5" fmla="*/ 0 w 62040"/>
                <a:gd name="connsiteY5" fmla="*/ 127578 h 127577"/>
                <a:gd name="connsiteX6" fmla="*/ 36733 w 62040"/>
                <a:gd name="connsiteY6" fmla="*/ 111795 h 127577"/>
                <a:gd name="connsiteX7" fmla="*/ 51576 w 62040"/>
                <a:gd name="connsiteY7" fmla="*/ 97327 h 127577"/>
                <a:gd name="connsiteX8" fmla="*/ 60501 w 62040"/>
                <a:gd name="connsiteY8" fmla="*/ 78068 h 127577"/>
                <a:gd name="connsiteX9" fmla="*/ 61816 w 62040"/>
                <a:gd name="connsiteY9" fmla="*/ 57306 h 127577"/>
                <a:gd name="connsiteX10" fmla="*/ 58152 w 62040"/>
                <a:gd name="connsiteY10" fmla="*/ 37296 h 127577"/>
                <a:gd name="connsiteX11" fmla="*/ 44812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44812" y="0"/>
                  </a:moveTo>
                  <a:cubicBezTo>
                    <a:pt x="46691" y="13059"/>
                    <a:pt x="48851" y="26023"/>
                    <a:pt x="50918" y="38799"/>
                  </a:cubicBezTo>
                  <a:cubicBezTo>
                    <a:pt x="51764" y="45188"/>
                    <a:pt x="52985" y="51576"/>
                    <a:pt x="52891" y="57588"/>
                  </a:cubicBezTo>
                  <a:cubicBezTo>
                    <a:pt x="53079" y="64071"/>
                    <a:pt x="52797" y="70083"/>
                    <a:pt x="51294" y="75908"/>
                  </a:cubicBezTo>
                  <a:cubicBezTo>
                    <a:pt x="48758" y="87651"/>
                    <a:pt x="41336" y="97703"/>
                    <a:pt x="32129" y="106064"/>
                  </a:cubicBezTo>
                  <a:cubicBezTo>
                    <a:pt x="22641" y="114237"/>
                    <a:pt x="11555" y="121096"/>
                    <a:pt x="0" y="127578"/>
                  </a:cubicBezTo>
                  <a:cubicBezTo>
                    <a:pt x="12870" y="124571"/>
                    <a:pt x="25553" y="119780"/>
                    <a:pt x="36733" y="111795"/>
                  </a:cubicBezTo>
                  <a:cubicBezTo>
                    <a:pt x="42181" y="107661"/>
                    <a:pt x="47442" y="103058"/>
                    <a:pt x="51576" y="97327"/>
                  </a:cubicBezTo>
                  <a:cubicBezTo>
                    <a:pt x="55709" y="91597"/>
                    <a:pt x="58810" y="85020"/>
                    <a:pt x="60501" y="78068"/>
                  </a:cubicBezTo>
                  <a:cubicBezTo>
                    <a:pt x="62098" y="71117"/>
                    <a:pt x="62286" y="63883"/>
                    <a:pt x="61816" y="57306"/>
                  </a:cubicBezTo>
                  <a:cubicBezTo>
                    <a:pt x="61346" y="50260"/>
                    <a:pt x="59843" y="43685"/>
                    <a:pt x="58152" y="37296"/>
                  </a:cubicBezTo>
                  <a:cubicBezTo>
                    <a:pt x="54676" y="24426"/>
                    <a:pt x="50167" y="12119"/>
                    <a:pt x="44812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4" name="Forme libre : forme 1443">
              <a:extLst>
                <a:ext uri="{FF2B5EF4-FFF2-40B4-BE49-F238E27FC236}">
                  <a16:creationId xmlns:a16="http://schemas.microsoft.com/office/drawing/2014/main" id="{CAC9BF0D-9A35-4879-A38E-2C8B44C505B3}"/>
                </a:ext>
              </a:extLst>
            </p:cNvPr>
            <p:cNvSpPr/>
            <p:nvPr/>
          </p:nvSpPr>
          <p:spPr>
            <a:xfrm>
              <a:off x="5887166" y="5116433"/>
              <a:ext cx="36457" cy="28179"/>
            </a:xfrm>
            <a:custGeom>
              <a:avLst/>
              <a:gdLst>
                <a:gd name="connsiteX0" fmla="*/ 48922 w 48921"/>
                <a:gd name="connsiteY0" fmla="*/ 37814 h 37813"/>
                <a:gd name="connsiteX1" fmla="*/ 4956 w 48921"/>
                <a:gd name="connsiteY1" fmla="*/ 799 h 37813"/>
                <a:gd name="connsiteX2" fmla="*/ 30509 w 48921"/>
                <a:gd name="connsiteY2" fmla="*/ 27574 h 37813"/>
                <a:gd name="connsiteX3" fmla="*/ 48922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48922" y="37814"/>
                  </a:moveTo>
                  <a:cubicBezTo>
                    <a:pt x="48922" y="37814"/>
                    <a:pt x="23369" y="-6434"/>
                    <a:pt x="4956" y="799"/>
                  </a:cubicBezTo>
                  <a:cubicBezTo>
                    <a:pt x="-13458" y="8033"/>
                    <a:pt x="24966" y="24756"/>
                    <a:pt x="30509" y="27574"/>
                  </a:cubicBezTo>
                  <a:cubicBezTo>
                    <a:pt x="36051" y="30392"/>
                    <a:pt x="48922" y="37814"/>
                    <a:pt x="48922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5" name="Forme libre : forme 1444">
              <a:extLst>
                <a:ext uri="{FF2B5EF4-FFF2-40B4-BE49-F238E27FC236}">
                  <a16:creationId xmlns:a16="http://schemas.microsoft.com/office/drawing/2014/main" id="{7D341AF4-56F9-4486-B96E-2D15331A7A47}"/>
                </a:ext>
              </a:extLst>
            </p:cNvPr>
            <p:cNvSpPr/>
            <p:nvPr/>
          </p:nvSpPr>
          <p:spPr>
            <a:xfrm>
              <a:off x="5997484" y="5116433"/>
              <a:ext cx="36457" cy="28179"/>
            </a:xfrm>
            <a:custGeom>
              <a:avLst/>
              <a:gdLst>
                <a:gd name="connsiteX0" fmla="*/ 0 w 48921"/>
                <a:gd name="connsiteY0" fmla="*/ 37814 h 37813"/>
                <a:gd name="connsiteX1" fmla="*/ 43966 w 48921"/>
                <a:gd name="connsiteY1" fmla="*/ 799 h 37813"/>
                <a:gd name="connsiteX2" fmla="*/ 18413 w 48921"/>
                <a:gd name="connsiteY2" fmla="*/ 27574 h 37813"/>
                <a:gd name="connsiteX3" fmla="*/ 0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0" y="37814"/>
                  </a:moveTo>
                  <a:cubicBezTo>
                    <a:pt x="0" y="37814"/>
                    <a:pt x="25553" y="-6434"/>
                    <a:pt x="43966" y="799"/>
                  </a:cubicBezTo>
                  <a:cubicBezTo>
                    <a:pt x="62379" y="8033"/>
                    <a:pt x="23956" y="24756"/>
                    <a:pt x="18413" y="27574"/>
                  </a:cubicBezTo>
                  <a:cubicBezTo>
                    <a:pt x="13058" y="30580"/>
                    <a:pt x="0" y="37814"/>
                    <a:pt x="0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6" name="Forme libre : forme 1445">
              <a:extLst>
                <a:ext uri="{FF2B5EF4-FFF2-40B4-BE49-F238E27FC236}">
                  <a16:creationId xmlns:a16="http://schemas.microsoft.com/office/drawing/2014/main" id="{9972213A-BDB0-426F-BC04-2DD4FA18736A}"/>
                </a:ext>
              </a:extLst>
            </p:cNvPr>
            <p:cNvSpPr/>
            <p:nvPr/>
          </p:nvSpPr>
          <p:spPr>
            <a:xfrm>
              <a:off x="5902304" y="5052970"/>
              <a:ext cx="5217" cy="29894"/>
            </a:xfrm>
            <a:custGeom>
              <a:avLst/>
              <a:gdLst>
                <a:gd name="connsiteX0" fmla="*/ 7000 w 7000"/>
                <a:gd name="connsiteY0" fmla="*/ 0 h 40114"/>
                <a:gd name="connsiteX1" fmla="*/ 4745 w 7000"/>
                <a:gd name="connsiteY1" fmla="*/ 20292 h 40114"/>
                <a:gd name="connsiteX2" fmla="*/ 6718 w 7000"/>
                <a:gd name="connsiteY2" fmla="*/ 40115 h 40114"/>
                <a:gd name="connsiteX3" fmla="*/ 48 w 7000"/>
                <a:gd name="connsiteY3" fmla="*/ 20010 h 40114"/>
                <a:gd name="connsiteX4" fmla="*/ 7000 w 7000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00" h="40114">
                  <a:moveTo>
                    <a:pt x="7000" y="0"/>
                  </a:moveTo>
                  <a:cubicBezTo>
                    <a:pt x="6624" y="7140"/>
                    <a:pt x="5121" y="13716"/>
                    <a:pt x="4745" y="20292"/>
                  </a:cubicBezTo>
                  <a:cubicBezTo>
                    <a:pt x="4276" y="26868"/>
                    <a:pt x="4745" y="33256"/>
                    <a:pt x="6718" y="40115"/>
                  </a:cubicBezTo>
                  <a:cubicBezTo>
                    <a:pt x="1457" y="35041"/>
                    <a:pt x="-328" y="27150"/>
                    <a:pt x="48" y="20010"/>
                  </a:cubicBezTo>
                  <a:cubicBezTo>
                    <a:pt x="706" y="12776"/>
                    <a:pt x="3148" y="6012"/>
                    <a:pt x="700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7" name="Forme libre : forme 1446">
              <a:extLst>
                <a:ext uri="{FF2B5EF4-FFF2-40B4-BE49-F238E27FC236}">
                  <a16:creationId xmlns:a16="http://schemas.microsoft.com/office/drawing/2014/main" id="{2068C7E7-0B99-470A-995E-0696CA964691}"/>
                </a:ext>
              </a:extLst>
            </p:cNvPr>
            <p:cNvSpPr/>
            <p:nvPr/>
          </p:nvSpPr>
          <p:spPr>
            <a:xfrm>
              <a:off x="5910882" y="5092526"/>
              <a:ext cx="21423" cy="24434"/>
            </a:xfrm>
            <a:custGeom>
              <a:avLst/>
              <a:gdLst>
                <a:gd name="connsiteX0" fmla="*/ 0 w 28747"/>
                <a:gd name="connsiteY0" fmla="*/ 0 h 32787"/>
                <a:gd name="connsiteX1" fmla="*/ 18695 w 28747"/>
                <a:gd name="connsiteY1" fmla="*/ 12589 h 32787"/>
                <a:gd name="connsiteX2" fmla="*/ 28747 w 28747"/>
                <a:gd name="connsiteY2" fmla="*/ 32787 h 32787"/>
                <a:gd name="connsiteX3" fmla="*/ 15125 w 28747"/>
                <a:gd name="connsiteY3" fmla="*/ 15595 h 32787"/>
                <a:gd name="connsiteX4" fmla="*/ 0 w 28747"/>
                <a:gd name="connsiteY4" fmla="*/ 0 h 32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47" h="32787">
                  <a:moveTo>
                    <a:pt x="0" y="0"/>
                  </a:moveTo>
                  <a:cubicBezTo>
                    <a:pt x="7516" y="1692"/>
                    <a:pt x="13904" y="6764"/>
                    <a:pt x="18695" y="12589"/>
                  </a:cubicBezTo>
                  <a:cubicBezTo>
                    <a:pt x="23486" y="18508"/>
                    <a:pt x="26962" y="25365"/>
                    <a:pt x="28747" y="32787"/>
                  </a:cubicBezTo>
                  <a:cubicBezTo>
                    <a:pt x="23768" y="27056"/>
                    <a:pt x="19728" y="21044"/>
                    <a:pt x="15125" y="15595"/>
                  </a:cubicBezTo>
                  <a:cubicBezTo>
                    <a:pt x="10616" y="9959"/>
                    <a:pt x="5731" y="49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8" name="Forme libre : forme 1447">
              <a:extLst>
                <a:ext uri="{FF2B5EF4-FFF2-40B4-BE49-F238E27FC236}">
                  <a16:creationId xmlns:a16="http://schemas.microsoft.com/office/drawing/2014/main" id="{94EB4ABE-F2F9-40D9-B868-3BCA1ED21D7B}"/>
                </a:ext>
              </a:extLst>
            </p:cNvPr>
            <p:cNvSpPr/>
            <p:nvPr/>
          </p:nvSpPr>
          <p:spPr>
            <a:xfrm>
              <a:off x="6012326" y="5054720"/>
              <a:ext cx="5164" cy="29894"/>
            </a:xfrm>
            <a:custGeom>
              <a:avLst/>
              <a:gdLst>
                <a:gd name="connsiteX0" fmla="*/ 0 w 6929"/>
                <a:gd name="connsiteY0" fmla="*/ 0 h 40114"/>
                <a:gd name="connsiteX1" fmla="*/ 6858 w 6929"/>
                <a:gd name="connsiteY1" fmla="*/ 20010 h 40114"/>
                <a:gd name="connsiteX2" fmla="*/ 188 w 6929"/>
                <a:gd name="connsiteY2" fmla="*/ 40115 h 40114"/>
                <a:gd name="connsiteX3" fmla="*/ 2161 w 6929"/>
                <a:gd name="connsiteY3" fmla="*/ 20292 h 40114"/>
                <a:gd name="connsiteX4" fmla="*/ 0 w 6929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9" h="40114">
                  <a:moveTo>
                    <a:pt x="0" y="0"/>
                  </a:moveTo>
                  <a:cubicBezTo>
                    <a:pt x="3852" y="5919"/>
                    <a:pt x="6294" y="12776"/>
                    <a:pt x="6858" y="20010"/>
                  </a:cubicBezTo>
                  <a:cubicBezTo>
                    <a:pt x="7328" y="27150"/>
                    <a:pt x="5543" y="35135"/>
                    <a:pt x="188" y="40115"/>
                  </a:cubicBezTo>
                  <a:cubicBezTo>
                    <a:pt x="2161" y="33256"/>
                    <a:pt x="2630" y="26868"/>
                    <a:pt x="2161" y="20292"/>
                  </a:cubicBezTo>
                  <a:cubicBezTo>
                    <a:pt x="1879" y="13716"/>
                    <a:pt x="376" y="71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9" name="Forme libre : forme 1448">
              <a:extLst>
                <a:ext uri="{FF2B5EF4-FFF2-40B4-BE49-F238E27FC236}">
                  <a16:creationId xmlns:a16="http://schemas.microsoft.com/office/drawing/2014/main" id="{888EC79B-FC1E-4AC3-A6C8-1238AAF81008}"/>
                </a:ext>
              </a:extLst>
            </p:cNvPr>
            <p:cNvSpPr/>
            <p:nvPr/>
          </p:nvSpPr>
          <p:spPr>
            <a:xfrm>
              <a:off x="5996458" y="4971618"/>
              <a:ext cx="10476" cy="55868"/>
            </a:xfrm>
            <a:custGeom>
              <a:avLst/>
              <a:gdLst>
                <a:gd name="connsiteX0" fmla="*/ 2973 w 14058"/>
                <a:gd name="connsiteY0" fmla="*/ 0 h 74968"/>
                <a:gd name="connsiteX1" fmla="*/ 5134 w 14058"/>
                <a:gd name="connsiteY1" fmla="*/ 38235 h 74968"/>
                <a:gd name="connsiteX2" fmla="*/ 14059 w 14058"/>
                <a:gd name="connsiteY2" fmla="*/ 74968 h 74968"/>
                <a:gd name="connsiteX3" fmla="*/ 437 w 14058"/>
                <a:gd name="connsiteY3" fmla="*/ 38705 h 74968"/>
                <a:gd name="connsiteX4" fmla="*/ 2973 w 14058"/>
                <a:gd name="connsiteY4" fmla="*/ 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58" h="74968">
                  <a:moveTo>
                    <a:pt x="2973" y="0"/>
                  </a:moveTo>
                  <a:cubicBezTo>
                    <a:pt x="4101" y="12964"/>
                    <a:pt x="3819" y="25741"/>
                    <a:pt x="5134" y="38235"/>
                  </a:cubicBezTo>
                  <a:cubicBezTo>
                    <a:pt x="6262" y="50824"/>
                    <a:pt x="8892" y="63037"/>
                    <a:pt x="14059" y="74968"/>
                  </a:cubicBezTo>
                  <a:cubicBezTo>
                    <a:pt x="5698" y="64916"/>
                    <a:pt x="1752" y="51576"/>
                    <a:pt x="437" y="38705"/>
                  </a:cubicBezTo>
                  <a:cubicBezTo>
                    <a:pt x="-690" y="25647"/>
                    <a:pt x="437" y="12682"/>
                    <a:pt x="2973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0" name="Forme libre : forme 1449">
              <a:extLst>
                <a:ext uri="{FF2B5EF4-FFF2-40B4-BE49-F238E27FC236}">
                  <a16:creationId xmlns:a16="http://schemas.microsoft.com/office/drawing/2014/main" id="{C95FC810-A877-47EF-A7C9-4AA7D9C27EB6}"/>
                </a:ext>
              </a:extLst>
            </p:cNvPr>
            <p:cNvSpPr/>
            <p:nvPr/>
          </p:nvSpPr>
          <p:spPr>
            <a:xfrm>
              <a:off x="5996714" y="4774539"/>
              <a:ext cx="41166" cy="123498"/>
            </a:xfrm>
            <a:custGeom>
              <a:avLst/>
              <a:gdLst>
                <a:gd name="connsiteX0" fmla="*/ 55240 w 55239"/>
                <a:gd name="connsiteY0" fmla="*/ 0 h 165719"/>
                <a:gd name="connsiteX1" fmla="*/ 29687 w 55239"/>
                <a:gd name="connsiteY1" fmla="*/ 36357 h 165719"/>
                <a:gd name="connsiteX2" fmla="*/ 12964 w 55239"/>
                <a:gd name="connsiteY2" fmla="*/ 77411 h 165719"/>
                <a:gd name="connsiteX3" fmla="*/ 4228 w 55239"/>
                <a:gd name="connsiteY3" fmla="*/ 121001 h 165719"/>
                <a:gd name="connsiteX4" fmla="*/ 2349 w 55239"/>
                <a:gd name="connsiteY4" fmla="*/ 143266 h 165719"/>
                <a:gd name="connsiteX5" fmla="*/ 1785 w 55239"/>
                <a:gd name="connsiteY5" fmla="*/ 165719 h 165719"/>
                <a:gd name="connsiteX6" fmla="*/ 0 w 55239"/>
                <a:gd name="connsiteY6" fmla="*/ 143266 h 165719"/>
                <a:gd name="connsiteX7" fmla="*/ 564 w 55239"/>
                <a:gd name="connsiteY7" fmla="*/ 120720 h 165719"/>
                <a:gd name="connsiteX8" fmla="*/ 8361 w 55239"/>
                <a:gd name="connsiteY8" fmla="*/ 76190 h 165719"/>
                <a:gd name="connsiteX9" fmla="*/ 26399 w 55239"/>
                <a:gd name="connsiteY9" fmla="*/ 34666 h 165719"/>
                <a:gd name="connsiteX10" fmla="*/ 55240 w 55239"/>
                <a:gd name="connsiteY10" fmla="*/ 0 h 16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239" h="165719">
                  <a:moveTo>
                    <a:pt x="55240" y="0"/>
                  </a:moveTo>
                  <a:cubicBezTo>
                    <a:pt x="44906" y="10804"/>
                    <a:pt x="36639" y="23393"/>
                    <a:pt x="29687" y="36357"/>
                  </a:cubicBezTo>
                  <a:cubicBezTo>
                    <a:pt x="22735" y="49415"/>
                    <a:pt x="17098" y="63225"/>
                    <a:pt x="12964" y="77411"/>
                  </a:cubicBezTo>
                  <a:cubicBezTo>
                    <a:pt x="8831" y="91597"/>
                    <a:pt x="5919" y="106158"/>
                    <a:pt x="4228" y="121001"/>
                  </a:cubicBezTo>
                  <a:cubicBezTo>
                    <a:pt x="3006" y="128329"/>
                    <a:pt x="3006" y="135845"/>
                    <a:pt x="2349" y="143266"/>
                  </a:cubicBezTo>
                  <a:cubicBezTo>
                    <a:pt x="1973" y="150688"/>
                    <a:pt x="2161" y="158204"/>
                    <a:pt x="1785" y="165719"/>
                  </a:cubicBezTo>
                  <a:cubicBezTo>
                    <a:pt x="1034" y="158298"/>
                    <a:pt x="470" y="150782"/>
                    <a:pt x="0" y="143266"/>
                  </a:cubicBezTo>
                  <a:cubicBezTo>
                    <a:pt x="188" y="135751"/>
                    <a:pt x="-188" y="128235"/>
                    <a:pt x="564" y="120720"/>
                  </a:cubicBezTo>
                  <a:cubicBezTo>
                    <a:pt x="1503" y="105688"/>
                    <a:pt x="4509" y="90751"/>
                    <a:pt x="8361" y="76190"/>
                  </a:cubicBezTo>
                  <a:cubicBezTo>
                    <a:pt x="12964" y="61816"/>
                    <a:pt x="18695" y="47630"/>
                    <a:pt x="26399" y="34666"/>
                  </a:cubicBezTo>
                  <a:cubicBezTo>
                    <a:pt x="34290" y="21701"/>
                    <a:pt x="43497" y="9489"/>
                    <a:pt x="5524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1" name="Forme libre : forme 1450">
              <a:extLst>
                <a:ext uri="{FF2B5EF4-FFF2-40B4-BE49-F238E27FC236}">
                  <a16:creationId xmlns:a16="http://schemas.microsoft.com/office/drawing/2014/main" id="{A8C26267-AEF4-4CCE-9A10-C16411346FA2}"/>
                </a:ext>
              </a:extLst>
            </p:cNvPr>
            <p:cNvSpPr/>
            <p:nvPr/>
          </p:nvSpPr>
          <p:spPr>
            <a:xfrm>
              <a:off x="5586104" y="4682105"/>
              <a:ext cx="272635" cy="100834"/>
            </a:xfrm>
            <a:custGeom>
              <a:avLst/>
              <a:gdLst>
                <a:gd name="connsiteX0" fmla="*/ 365259 w 365843"/>
                <a:gd name="connsiteY0" fmla="*/ 40047 h 135307"/>
                <a:gd name="connsiteX1" fmla="*/ 339706 w 365843"/>
                <a:gd name="connsiteY1" fmla="*/ 27 h 135307"/>
                <a:gd name="connsiteX2" fmla="*/ 158861 w 365843"/>
                <a:gd name="connsiteY2" fmla="*/ 35444 h 135307"/>
                <a:gd name="connsiteX3" fmla="*/ 0 w 365843"/>
                <a:gd name="connsiteY3" fmla="*/ 135308 h 135307"/>
                <a:gd name="connsiteX4" fmla="*/ 141294 w 365843"/>
                <a:gd name="connsiteY4" fmla="*/ 78565 h 135307"/>
                <a:gd name="connsiteX5" fmla="*/ 365259 w 365843"/>
                <a:gd name="connsiteY5" fmla="*/ 40047 h 13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3" h="135307">
                  <a:moveTo>
                    <a:pt x="365259" y="40047"/>
                  </a:moveTo>
                  <a:cubicBezTo>
                    <a:pt x="369017" y="27646"/>
                    <a:pt x="353985" y="1718"/>
                    <a:pt x="339706" y="27"/>
                  </a:cubicBezTo>
                  <a:cubicBezTo>
                    <a:pt x="331533" y="-1007"/>
                    <a:pt x="225093" y="28398"/>
                    <a:pt x="158861" y="35444"/>
                  </a:cubicBezTo>
                  <a:cubicBezTo>
                    <a:pt x="114237" y="40235"/>
                    <a:pt x="39551" y="32813"/>
                    <a:pt x="0" y="135308"/>
                  </a:cubicBezTo>
                  <a:cubicBezTo>
                    <a:pt x="0" y="135308"/>
                    <a:pt x="62474" y="67103"/>
                    <a:pt x="141294" y="78565"/>
                  </a:cubicBezTo>
                  <a:cubicBezTo>
                    <a:pt x="220114" y="89932"/>
                    <a:pt x="356052" y="70204"/>
                    <a:pt x="365259" y="40047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2" name="Forme libre : forme 1451">
              <a:extLst>
                <a:ext uri="{FF2B5EF4-FFF2-40B4-BE49-F238E27FC236}">
                  <a16:creationId xmlns:a16="http://schemas.microsoft.com/office/drawing/2014/main" id="{38D89794-5999-4F54-9FAA-6DE46A3E46E3}"/>
                </a:ext>
              </a:extLst>
            </p:cNvPr>
            <p:cNvSpPr/>
            <p:nvPr/>
          </p:nvSpPr>
          <p:spPr>
            <a:xfrm>
              <a:off x="5844624" y="5061231"/>
              <a:ext cx="46234" cy="95074"/>
            </a:xfrm>
            <a:custGeom>
              <a:avLst/>
              <a:gdLst>
                <a:gd name="connsiteX0" fmla="*/ 17229 w 62040"/>
                <a:gd name="connsiteY0" fmla="*/ 0 h 127577"/>
                <a:gd name="connsiteX1" fmla="*/ 11122 w 62040"/>
                <a:gd name="connsiteY1" fmla="*/ 38799 h 127577"/>
                <a:gd name="connsiteX2" fmla="*/ 9150 w 62040"/>
                <a:gd name="connsiteY2" fmla="*/ 57588 h 127577"/>
                <a:gd name="connsiteX3" fmla="*/ 10747 w 62040"/>
                <a:gd name="connsiteY3" fmla="*/ 75908 h 127577"/>
                <a:gd name="connsiteX4" fmla="*/ 29911 w 62040"/>
                <a:gd name="connsiteY4" fmla="*/ 106064 h 127577"/>
                <a:gd name="connsiteX5" fmla="*/ 62041 w 62040"/>
                <a:gd name="connsiteY5" fmla="*/ 127578 h 127577"/>
                <a:gd name="connsiteX6" fmla="*/ 25308 w 62040"/>
                <a:gd name="connsiteY6" fmla="*/ 111795 h 127577"/>
                <a:gd name="connsiteX7" fmla="*/ 10465 w 62040"/>
                <a:gd name="connsiteY7" fmla="*/ 97327 h 127577"/>
                <a:gd name="connsiteX8" fmla="*/ 1540 w 62040"/>
                <a:gd name="connsiteY8" fmla="*/ 78068 h 127577"/>
                <a:gd name="connsiteX9" fmla="*/ 225 w 62040"/>
                <a:gd name="connsiteY9" fmla="*/ 57306 h 127577"/>
                <a:gd name="connsiteX10" fmla="*/ 3889 w 62040"/>
                <a:gd name="connsiteY10" fmla="*/ 37296 h 127577"/>
                <a:gd name="connsiteX11" fmla="*/ 17229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17229" y="0"/>
                  </a:moveTo>
                  <a:cubicBezTo>
                    <a:pt x="15350" y="13059"/>
                    <a:pt x="13189" y="26023"/>
                    <a:pt x="11122" y="38799"/>
                  </a:cubicBezTo>
                  <a:cubicBezTo>
                    <a:pt x="10277" y="45188"/>
                    <a:pt x="9056" y="51576"/>
                    <a:pt x="9150" y="57588"/>
                  </a:cubicBezTo>
                  <a:cubicBezTo>
                    <a:pt x="8962" y="64071"/>
                    <a:pt x="9244" y="70083"/>
                    <a:pt x="10747" y="75908"/>
                  </a:cubicBezTo>
                  <a:cubicBezTo>
                    <a:pt x="13283" y="87651"/>
                    <a:pt x="20705" y="97703"/>
                    <a:pt x="29911" y="106064"/>
                  </a:cubicBezTo>
                  <a:cubicBezTo>
                    <a:pt x="39400" y="114237"/>
                    <a:pt x="50485" y="121096"/>
                    <a:pt x="62041" y="127578"/>
                  </a:cubicBezTo>
                  <a:cubicBezTo>
                    <a:pt x="49170" y="124571"/>
                    <a:pt x="36488" y="119780"/>
                    <a:pt x="25308" y="111795"/>
                  </a:cubicBezTo>
                  <a:cubicBezTo>
                    <a:pt x="19860" y="107661"/>
                    <a:pt x="14599" y="103058"/>
                    <a:pt x="10465" y="97327"/>
                  </a:cubicBezTo>
                  <a:cubicBezTo>
                    <a:pt x="6331" y="91597"/>
                    <a:pt x="3231" y="85020"/>
                    <a:pt x="1540" y="78068"/>
                  </a:cubicBezTo>
                  <a:cubicBezTo>
                    <a:pt x="-57" y="71117"/>
                    <a:pt x="-245" y="63883"/>
                    <a:pt x="225" y="57306"/>
                  </a:cubicBezTo>
                  <a:cubicBezTo>
                    <a:pt x="695" y="50260"/>
                    <a:pt x="2198" y="43685"/>
                    <a:pt x="3889" y="37296"/>
                  </a:cubicBezTo>
                  <a:cubicBezTo>
                    <a:pt x="7365" y="24426"/>
                    <a:pt x="11874" y="12119"/>
                    <a:pt x="17229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3" name="Forme libre : forme 1452">
              <a:extLst>
                <a:ext uri="{FF2B5EF4-FFF2-40B4-BE49-F238E27FC236}">
                  <a16:creationId xmlns:a16="http://schemas.microsoft.com/office/drawing/2014/main" id="{0439A015-806E-4767-8B71-724A67637C83}"/>
                </a:ext>
              </a:extLst>
            </p:cNvPr>
            <p:cNvSpPr/>
            <p:nvPr/>
          </p:nvSpPr>
          <p:spPr>
            <a:xfrm>
              <a:off x="5468766" y="4121062"/>
              <a:ext cx="984065" cy="783670"/>
            </a:xfrm>
            <a:custGeom>
              <a:avLst/>
              <a:gdLst>
                <a:gd name="connsiteX0" fmla="*/ 681197 w 1320493"/>
                <a:gd name="connsiteY0" fmla="*/ 320823 h 1051588"/>
                <a:gd name="connsiteX1" fmla="*/ 966508 w 1320493"/>
                <a:gd name="connsiteY1" fmla="*/ 260416 h 1051588"/>
                <a:gd name="connsiteX2" fmla="*/ 1242425 w 1320493"/>
                <a:gd name="connsiteY2" fmla="*/ 686364 h 1051588"/>
                <a:gd name="connsiteX3" fmla="*/ 1256517 w 1320493"/>
                <a:gd name="connsiteY3" fmla="*/ 1038001 h 1051588"/>
                <a:gd name="connsiteX4" fmla="*/ 1320494 w 1320493"/>
                <a:gd name="connsiteY4" fmla="*/ 868524 h 1051588"/>
                <a:gd name="connsiteX5" fmla="*/ 1258020 w 1320493"/>
                <a:gd name="connsiteY5" fmla="*/ 375969 h 1051588"/>
                <a:gd name="connsiteX6" fmla="*/ 674902 w 1320493"/>
                <a:gd name="connsiteY6" fmla="*/ 0 h 1051588"/>
                <a:gd name="connsiteX7" fmla="*/ 645591 w 1320493"/>
                <a:gd name="connsiteY7" fmla="*/ 0 h 1051588"/>
                <a:gd name="connsiteX8" fmla="*/ 62474 w 1320493"/>
                <a:gd name="connsiteY8" fmla="*/ 375969 h 1051588"/>
                <a:gd name="connsiteX9" fmla="*/ 0 w 1320493"/>
                <a:gd name="connsiteY9" fmla="*/ 868524 h 1051588"/>
                <a:gd name="connsiteX10" fmla="*/ 63977 w 1320493"/>
                <a:gd name="connsiteY10" fmla="*/ 1038001 h 1051588"/>
                <a:gd name="connsiteX11" fmla="*/ 78068 w 1320493"/>
                <a:gd name="connsiteY11" fmla="*/ 686364 h 1051588"/>
                <a:gd name="connsiteX12" fmla="*/ 353986 w 1320493"/>
                <a:gd name="connsiteY12" fmla="*/ 260416 h 1051588"/>
                <a:gd name="connsiteX13" fmla="*/ 639297 w 1320493"/>
                <a:gd name="connsiteY13" fmla="*/ 320823 h 1051588"/>
                <a:gd name="connsiteX14" fmla="*/ 660153 w 1320493"/>
                <a:gd name="connsiteY14" fmla="*/ 322984 h 1051588"/>
                <a:gd name="connsiteX15" fmla="*/ 681197 w 1320493"/>
                <a:gd name="connsiteY15" fmla="*/ 320823 h 105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20493" h="1051588">
                  <a:moveTo>
                    <a:pt x="681197" y="320823"/>
                  </a:moveTo>
                  <a:cubicBezTo>
                    <a:pt x="713514" y="318756"/>
                    <a:pt x="885340" y="244821"/>
                    <a:pt x="966508" y="260416"/>
                  </a:cubicBezTo>
                  <a:cubicBezTo>
                    <a:pt x="1047677" y="276011"/>
                    <a:pt x="1212269" y="316690"/>
                    <a:pt x="1242425" y="686364"/>
                  </a:cubicBezTo>
                  <a:cubicBezTo>
                    <a:pt x="1245901" y="729015"/>
                    <a:pt x="1241486" y="971112"/>
                    <a:pt x="1256517" y="1038001"/>
                  </a:cubicBezTo>
                  <a:cubicBezTo>
                    <a:pt x="1271548" y="1104890"/>
                    <a:pt x="1320494" y="904974"/>
                    <a:pt x="1320494" y="868524"/>
                  </a:cubicBezTo>
                  <a:cubicBezTo>
                    <a:pt x="1320494" y="832073"/>
                    <a:pt x="1287143" y="472826"/>
                    <a:pt x="1258020" y="375969"/>
                  </a:cubicBezTo>
                  <a:cubicBezTo>
                    <a:pt x="1228897" y="279111"/>
                    <a:pt x="1134107" y="11461"/>
                    <a:pt x="674902" y="0"/>
                  </a:cubicBezTo>
                  <a:lnTo>
                    <a:pt x="645591" y="0"/>
                  </a:lnTo>
                  <a:cubicBezTo>
                    <a:pt x="186387" y="11461"/>
                    <a:pt x="91597" y="279111"/>
                    <a:pt x="62474" y="375969"/>
                  </a:cubicBezTo>
                  <a:cubicBezTo>
                    <a:pt x="33351" y="472826"/>
                    <a:pt x="0" y="832073"/>
                    <a:pt x="0" y="868524"/>
                  </a:cubicBezTo>
                  <a:cubicBezTo>
                    <a:pt x="0" y="904974"/>
                    <a:pt x="48946" y="1104890"/>
                    <a:pt x="63977" y="1038001"/>
                  </a:cubicBezTo>
                  <a:cubicBezTo>
                    <a:pt x="79008" y="971018"/>
                    <a:pt x="74593" y="728921"/>
                    <a:pt x="78068" y="686364"/>
                  </a:cubicBezTo>
                  <a:cubicBezTo>
                    <a:pt x="108225" y="316690"/>
                    <a:pt x="272817" y="276105"/>
                    <a:pt x="353986" y="260416"/>
                  </a:cubicBezTo>
                  <a:cubicBezTo>
                    <a:pt x="435248" y="244821"/>
                    <a:pt x="607074" y="318756"/>
                    <a:pt x="639297" y="320823"/>
                  </a:cubicBezTo>
                  <a:cubicBezTo>
                    <a:pt x="639297" y="320823"/>
                    <a:pt x="651322" y="323171"/>
                    <a:pt x="660153" y="322984"/>
                  </a:cubicBezTo>
                  <a:cubicBezTo>
                    <a:pt x="669172" y="322796"/>
                    <a:pt x="681197" y="320823"/>
                    <a:pt x="681197" y="320823"/>
                  </a:cubicBezTo>
                  <a:close/>
                </a:path>
              </a:pathLst>
            </a:custGeom>
            <a:noFill/>
            <a:ln w="9389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4" name="Forme libre : forme 1453">
              <a:extLst>
                <a:ext uri="{FF2B5EF4-FFF2-40B4-BE49-F238E27FC236}">
                  <a16:creationId xmlns:a16="http://schemas.microsoft.com/office/drawing/2014/main" id="{5C681C27-C839-454D-A0ED-655F04AFC7AD}"/>
                </a:ext>
              </a:extLst>
            </p:cNvPr>
            <p:cNvSpPr/>
            <p:nvPr/>
          </p:nvSpPr>
          <p:spPr>
            <a:xfrm>
              <a:off x="6066035" y="4683174"/>
              <a:ext cx="264908" cy="123009"/>
            </a:xfrm>
            <a:custGeom>
              <a:avLst/>
              <a:gdLst>
                <a:gd name="connsiteX0" fmla="*/ 268 w 355474"/>
                <a:gd name="connsiteY0" fmla="*/ 37580 h 165063"/>
                <a:gd name="connsiteX1" fmla="*/ 29297 w 355474"/>
                <a:gd name="connsiteY1" fmla="*/ 2 h 165063"/>
                <a:gd name="connsiteX2" fmla="*/ 206196 w 355474"/>
                <a:gd name="connsiteY2" fmla="*/ 51390 h 165063"/>
                <a:gd name="connsiteX3" fmla="*/ 355475 w 355474"/>
                <a:gd name="connsiteY3" fmla="*/ 165063 h 165063"/>
                <a:gd name="connsiteX4" fmla="*/ 219818 w 355474"/>
                <a:gd name="connsiteY4" fmla="*/ 95920 h 165063"/>
                <a:gd name="connsiteX5" fmla="*/ 268 w 355474"/>
                <a:gd name="connsiteY5" fmla="*/ 37580 h 16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74" h="165063">
                  <a:moveTo>
                    <a:pt x="268" y="37580"/>
                  </a:moveTo>
                  <a:cubicBezTo>
                    <a:pt x="-2363" y="24897"/>
                    <a:pt x="14923" y="471"/>
                    <a:pt x="29297" y="2"/>
                  </a:cubicBezTo>
                  <a:cubicBezTo>
                    <a:pt x="37564" y="-280"/>
                    <a:pt x="140904" y="38519"/>
                    <a:pt x="206196" y="51390"/>
                  </a:cubicBezTo>
                  <a:cubicBezTo>
                    <a:pt x="250256" y="60126"/>
                    <a:pt x="325318" y="59375"/>
                    <a:pt x="355475" y="165063"/>
                  </a:cubicBezTo>
                  <a:cubicBezTo>
                    <a:pt x="355475" y="165063"/>
                    <a:pt x="299295" y="91504"/>
                    <a:pt x="219818" y="95920"/>
                  </a:cubicBezTo>
                  <a:cubicBezTo>
                    <a:pt x="140340" y="100335"/>
                    <a:pt x="6750" y="68581"/>
                    <a:pt x="268" y="37580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5" name="Forme libre : forme 1454">
              <a:extLst>
                <a:ext uri="{FF2B5EF4-FFF2-40B4-BE49-F238E27FC236}">
                  <a16:creationId xmlns:a16="http://schemas.microsoft.com/office/drawing/2014/main" id="{CD372DC5-3FF6-4C89-8BD4-F31459E7D525}"/>
                </a:ext>
              </a:extLst>
            </p:cNvPr>
            <p:cNvSpPr/>
            <p:nvPr/>
          </p:nvSpPr>
          <p:spPr>
            <a:xfrm>
              <a:off x="6031369" y="5061231"/>
              <a:ext cx="46234" cy="95074"/>
            </a:xfrm>
            <a:custGeom>
              <a:avLst/>
              <a:gdLst>
                <a:gd name="connsiteX0" fmla="*/ 44812 w 62040"/>
                <a:gd name="connsiteY0" fmla="*/ 0 h 127577"/>
                <a:gd name="connsiteX1" fmla="*/ 50918 w 62040"/>
                <a:gd name="connsiteY1" fmla="*/ 38799 h 127577"/>
                <a:gd name="connsiteX2" fmla="*/ 52891 w 62040"/>
                <a:gd name="connsiteY2" fmla="*/ 57588 h 127577"/>
                <a:gd name="connsiteX3" fmla="*/ 51294 w 62040"/>
                <a:gd name="connsiteY3" fmla="*/ 75908 h 127577"/>
                <a:gd name="connsiteX4" fmla="*/ 32129 w 62040"/>
                <a:gd name="connsiteY4" fmla="*/ 106064 h 127577"/>
                <a:gd name="connsiteX5" fmla="*/ 0 w 62040"/>
                <a:gd name="connsiteY5" fmla="*/ 127578 h 127577"/>
                <a:gd name="connsiteX6" fmla="*/ 36733 w 62040"/>
                <a:gd name="connsiteY6" fmla="*/ 111795 h 127577"/>
                <a:gd name="connsiteX7" fmla="*/ 51576 w 62040"/>
                <a:gd name="connsiteY7" fmla="*/ 97327 h 127577"/>
                <a:gd name="connsiteX8" fmla="*/ 60501 w 62040"/>
                <a:gd name="connsiteY8" fmla="*/ 78068 h 127577"/>
                <a:gd name="connsiteX9" fmla="*/ 61816 w 62040"/>
                <a:gd name="connsiteY9" fmla="*/ 57306 h 127577"/>
                <a:gd name="connsiteX10" fmla="*/ 58152 w 62040"/>
                <a:gd name="connsiteY10" fmla="*/ 37296 h 127577"/>
                <a:gd name="connsiteX11" fmla="*/ 44812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44812" y="0"/>
                  </a:moveTo>
                  <a:cubicBezTo>
                    <a:pt x="46691" y="13059"/>
                    <a:pt x="48851" y="26023"/>
                    <a:pt x="50918" y="38799"/>
                  </a:cubicBezTo>
                  <a:cubicBezTo>
                    <a:pt x="51764" y="45188"/>
                    <a:pt x="52985" y="51576"/>
                    <a:pt x="52891" y="57588"/>
                  </a:cubicBezTo>
                  <a:cubicBezTo>
                    <a:pt x="53079" y="64071"/>
                    <a:pt x="52797" y="70083"/>
                    <a:pt x="51294" y="75908"/>
                  </a:cubicBezTo>
                  <a:cubicBezTo>
                    <a:pt x="48758" y="87651"/>
                    <a:pt x="41336" y="97703"/>
                    <a:pt x="32129" y="106064"/>
                  </a:cubicBezTo>
                  <a:cubicBezTo>
                    <a:pt x="22641" y="114237"/>
                    <a:pt x="11555" y="121096"/>
                    <a:pt x="0" y="127578"/>
                  </a:cubicBezTo>
                  <a:cubicBezTo>
                    <a:pt x="12870" y="124571"/>
                    <a:pt x="25553" y="119780"/>
                    <a:pt x="36733" y="111795"/>
                  </a:cubicBezTo>
                  <a:cubicBezTo>
                    <a:pt x="42181" y="107661"/>
                    <a:pt x="47442" y="103058"/>
                    <a:pt x="51576" y="97327"/>
                  </a:cubicBezTo>
                  <a:cubicBezTo>
                    <a:pt x="55709" y="91597"/>
                    <a:pt x="58810" y="85020"/>
                    <a:pt x="60501" y="78068"/>
                  </a:cubicBezTo>
                  <a:cubicBezTo>
                    <a:pt x="62098" y="71117"/>
                    <a:pt x="62286" y="63883"/>
                    <a:pt x="61816" y="57306"/>
                  </a:cubicBezTo>
                  <a:cubicBezTo>
                    <a:pt x="61346" y="50260"/>
                    <a:pt x="59843" y="43685"/>
                    <a:pt x="58152" y="37296"/>
                  </a:cubicBezTo>
                  <a:cubicBezTo>
                    <a:pt x="54676" y="24426"/>
                    <a:pt x="50167" y="12119"/>
                    <a:pt x="44812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6" name="Forme libre : forme 1455">
              <a:extLst>
                <a:ext uri="{FF2B5EF4-FFF2-40B4-BE49-F238E27FC236}">
                  <a16:creationId xmlns:a16="http://schemas.microsoft.com/office/drawing/2014/main" id="{83C6575D-F186-4F60-A324-9971192D734C}"/>
                </a:ext>
              </a:extLst>
            </p:cNvPr>
            <p:cNvSpPr/>
            <p:nvPr/>
          </p:nvSpPr>
          <p:spPr>
            <a:xfrm>
              <a:off x="5887166" y="5116433"/>
              <a:ext cx="36457" cy="28179"/>
            </a:xfrm>
            <a:custGeom>
              <a:avLst/>
              <a:gdLst>
                <a:gd name="connsiteX0" fmla="*/ 48922 w 48921"/>
                <a:gd name="connsiteY0" fmla="*/ 37814 h 37813"/>
                <a:gd name="connsiteX1" fmla="*/ 4956 w 48921"/>
                <a:gd name="connsiteY1" fmla="*/ 799 h 37813"/>
                <a:gd name="connsiteX2" fmla="*/ 30509 w 48921"/>
                <a:gd name="connsiteY2" fmla="*/ 27574 h 37813"/>
                <a:gd name="connsiteX3" fmla="*/ 48922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48922" y="37814"/>
                  </a:moveTo>
                  <a:cubicBezTo>
                    <a:pt x="48922" y="37814"/>
                    <a:pt x="23369" y="-6434"/>
                    <a:pt x="4956" y="799"/>
                  </a:cubicBezTo>
                  <a:cubicBezTo>
                    <a:pt x="-13458" y="8033"/>
                    <a:pt x="24966" y="24756"/>
                    <a:pt x="30509" y="27574"/>
                  </a:cubicBezTo>
                  <a:cubicBezTo>
                    <a:pt x="36051" y="30392"/>
                    <a:pt x="48922" y="37814"/>
                    <a:pt x="48922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7" name="Forme libre : forme 1456">
              <a:extLst>
                <a:ext uri="{FF2B5EF4-FFF2-40B4-BE49-F238E27FC236}">
                  <a16:creationId xmlns:a16="http://schemas.microsoft.com/office/drawing/2014/main" id="{236AE2AF-BC8C-4F07-9CB2-E2BA12D208F9}"/>
                </a:ext>
              </a:extLst>
            </p:cNvPr>
            <p:cNvSpPr/>
            <p:nvPr/>
          </p:nvSpPr>
          <p:spPr>
            <a:xfrm>
              <a:off x="5997484" y="5116433"/>
              <a:ext cx="36457" cy="28179"/>
            </a:xfrm>
            <a:custGeom>
              <a:avLst/>
              <a:gdLst>
                <a:gd name="connsiteX0" fmla="*/ 0 w 48921"/>
                <a:gd name="connsiteY0" fmla="*/ 37814 h 37813"/>
                <a:gd name="connsiteX1" fmla="*/ 43966 w 48921"/>
                <a:gd name="connsiteY1" fmla="*/ 799 h 37813"/>
                <a:gd name="connsiteX2" fmla="*/ 18413 w 48921"/>
                <a:gd name="connsiteY2" fmla="*/ 27574 h 37813"/>
                <a:gd name="connsiteX3" fmla="*/ 0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0" y="37814"/>
                  </a:moveTo>
                  <a:cubicBezTo>
                    <a:pt x="0" y="37814"/>
                    <a:pt x="25553" y="-6434"/>
                    <a:pt x="43966" y="799"/>
                  </a:cubicBezTo>
                  <a:cubicBezTo>
                    <a:pt x="62379" y="8033"/>
                    <a:pt x="23956" y="24756"/>
                    <a:pt x="18413" y="27574"/>
                  </a:cubicBezTo>
                  <a:cubicBezTo>
                    <a:pt x="13058" y="30580"/>
                    <a:pt x="0" y="37814"/>
                    <a:pt x="0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8" name="Forme libre : forme 1457">
              <a:extLst>
                <a:ext uri="{FF2B5EF4-FFF2-40B4-BE49-F238E27FC236}">
                  <a16:creationId xmlns:a16="http://schemas.microsoft.com/office/drawing/2014/main" id="{C5A37D0E-26D2-43A0-A906-9EB60E568710}"/>
                </a:ext>
              </a:extLst>
            </p:cNvPr>
            <p:cNvSpPr/>
            <p:nvPr/>
          </p:nvSpPr>
          <p:spPr>
            <a:xfrm>
              <a:off x="5902304" y="5052970"/>
              <a:ext cx="5217" cy="29894"/>
            </a:xfrm>
            <a:custGeom>
              <a:avLst/>
              <a:gdLst>
                <a:gd name="connsiteX0" fmla="*/ 7000 w 7000"/>
                <a:gd name="connsiteY0" fmla="*/ 0 h 40114"/>
                <a:gd name="connsiteX1" fmla="*/ 4745 w 7000"/>
                <a:gd name="connsiteY1" fmla="*/ 20292 h 40114"/>
                <a:gd name="connsiteX2" fmla="*/ 6718 w 7000"/>
                <a:gd name="connsiteY2" fmla="*/ 40115 h 40114"/>
                <a:gd name="connsiteX3" fmla="*/ 48 w 7000"/>
                <a:gd name="connsiteY3" fmla="*/ 20010 h 40114"/>
                <a:gd name="connsiteX4" fmla="*/ 7000 w 7000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00" h="40114">
                  <a:moveTo>
                    <a:pt x="7000" y="0"/>
                  </a:moveTo>
                  <a:cubicBezTo>
                    <a:pt x="6624" y="7140"/>
                    <a:pt x="5121" y="13716"/>
                    <a:pt x="4745" y="20292"/>
                  </a:cubicBezTo>
                  <a:cubicBezTo>
                    <a:pt x="4276" y="26868"/>
                    <a:pt x="4745" y="33256"/>
                    <a:pt x="6718" y="40115"/>
                  </a:cubicBezTo>
                  <a:cubicBezTo>
                    <a:pt x="1457" y="35041"/>
                    <a:pt x="-328" y="27150"/>
                    <a:pt x="48" y="20010"/>
                  </a:cubicBezTo>
                  <a:cubicBezTo>
                    <a:pt x="706" y="12776"/>
                    <a:pt x="3148" y="6012"/>
                    <a:pt x="700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9" name="Forme libre : forme 1458">
              <a:extLst>
                <a:ext uri="{FF2B5EF4-FFF2-40B4-BE49-F238E27FC236}">
                  <a16:creationId xmlns:a16="http://schemas.microsoft.com/office/drawing/2014/main" id="{554447AF-92F2-4B84-8377-D10C95FE5DBA}"/>
                </a:ext>
              </a:extLst>
            </p:cNvPr>
            <p:cNvSpPr/>
            <p:nvPr/>
          </p:nvSpPr>
          <p:spPr>
            <a:xfrm>
              <a:off x="5910882" y="5092526"/>
              <a:ext cx="21423" cy="24434"/>
            </a:xfrm>
            <a:custGeom>
              <a:avLst/>
              <a:gdLst>
                <a:gd name="connsiteX0" fmla="*/ 0 w 28747"/>
                <a:gd name="connsiteY0" fmla="*/ 0 h 32787"/>
                <a:gd name="connsiteX1" fmla="*/ 18695 w 28747"/>
                <a:gd name="connsiteY1" fmla="*/ 12589 h 32787"/>
                <a:gd name="connsiteX2" fmla="*/ 28747 w 28747"/>
                <a:gd name="connsiteY2" fmla="*/ 32787 h 32787"/>
                <a:gd name="connsiteX3" fmla="*/ 15125 w 28747"/>
                <a:gd name="connsiteY3" fmla="*/ 15595 h 32787"/>
                <a:gd name="connsiteX4" fmla="*/ 0 w 28747"/>
                <a:gd name="connsiteY4" fmla="*/ 0 h 32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47" h="32787">
                  <a:moveTo>
                    <a:pt x="0" y="0"/>
                  </a:moveTo>
                  <a:cubicBezTo>
                    <a:pt x="7516" y="1692"/>
                    <a:pt x="13904" y="6764"/>
                    <a:pt x="18695" y="12589"/>
                  </a:cubicBezTo>
                  <a:cubicBezTo>
                    <a:pt x="23486" y="18508"/>
                    <a:pt x="26962" y="25365"/>
                    <a:pt x="28747" y="32787"/>
                  </a:cubicBezTo>
                  <a:cubicBezTo>
                    <a:pt x="23768" y="27056"/>
                    <a:pt x="19728" y="21044"/>
                    <a:pt x="15125" y="15595"/>
                  </a:cubicBezTo>
                  <a:cubicBezTo>
                    <a:pt x="10616" y="9959"/>
                    <a:pt x="5731" y="49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0" name="Forme libre : forme 1459">
              <a:extLst>
                <a:ext uri="{FF2B5EF4-FFF2-40B4-BE49-F238E27FC236}">
                  <a16:creationId xmlns:a16="http://schemas.microsoft.com/office/drawing/2014/main" id="{167D4A2E-B693-4AA0-973C-D1D1CD90D7BB}"/>
                </a:ext>
              </a:extLst>
            </p:cNvPr>
            <p:cNvSpPr/>
            <p:nvPr/>
          </p:nvSpPr>
          <p:spPr>
            <a:xfrm>
              <a:off x="6012326" y="5054720"/>
              <a:ext cx="5164" cy="29894"/>
            </a:xfrm>
            <a:custGeom>
              <a:avLst/>
              <a:gdLst>
                <a:gd name="connsiteX0" fmla="*/ 0 w 6929"/>
                <a:gd name="connsiteY0" fmla="*/ 0 h 40114"/>
                <a:gd name="connsiteX1" fmla="*/ 6858 w 6929"/>
                <a:gd name="connsiteY1" fmla="*/ 20010 h 40114"/>
                <a:gd name="connsiteX2" fmla="*/ 188 w 6929"/>
                <a:gd name="connsiteY2" fmla="*/ 40115 h 40114"/>
                <a:gd name="connsiteX3" fmla="*/ 2161 w 6929"/>
                <a:gd name="connsiteY3" fmla="*/ 20292 h 40114"/>
                <a:gd name="connsiteX4" fmla="*/ 0 w 6929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9" h="40114">
                  <a:moveTo>
                    <a:pt x="0" y="0"/>
                  </a:moveTo>
                  <a:cubicBezTo>
                    <a:pt x="3852" y="5919"/>
                    <a:pt x="6294" y="12776"/>
                    <a:pt x="6858" y="20010"/>
                  </a:cubicBezTo>
                  <a:cubicBezTo>
                    <a:pt x="7328" y="27150"/>
                    <a:pt x="5543" y="35135"/>
                    <a:pt x="188" y="40115"/>
                  </a:cubicBezTo>
                  <a:cubicBezTo>
                    <a:pt x="2161" y="33256"/>
                    <a:pt x="2630" y="26868"/>
                    <a:pt x="2161" y="20292"/>
                  </a:cubicBezTo>
                  <a:cubicBezTo>
                    <a:pt x="1879" y="13716"/>
                    <a:pt x="376" y="71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1" name="Forme libre : forme 1460">
              <a:extLst>
                <a:ext uri="{FF2B5EF4-FFF2-40B4-BE49-F238E27FC236}">
                  <a16:creationId xmlns:a16="http://schemas.microsoft.com/office/drawing/2014/main" id="{EE006E6E-9BB3-4DB7-A523-9A90871A57DB}"/>
                </a:ext>
              </a:extLst>
            </p:cNvPr>
            <p:cNvSpPr/>
            <p:nvPr/>
          </p:nvSpPr>
          <p:spPr>
            <a:xfrm>
              <a:off x="5996458" y="4971618"/>
              <a:ext cx="10476" cy="55868"/>
            </a:xfrm>
            <a:custGeom>
              <a:avLst/>
              <a:gdLst>
                <a:gd name="connsiteX0" fmla="*/ 2973 w 14058"/>
                <a:gd name="connsiteY0" fmla="*/ 0 h 74968"/>
                <a:gd name="connsiteX1" fmla="*/ 5134 w 14058"/>
                <a:gd name="connsiteY1" fmla="*/ 38235 h 74968"/>
                <a:gd name="connsiteX2" fmla="*/ 14059 w 14058"/>
                <a:gd name="connsiteY2" fmla="*/ 74968 h 74968"/>
                <a:gd name="connsiteX3" fmla="*/ 437 w 14058"/>
                <a:gd name="connsiteY3" fmla="*/ 38705 h 74968"/>
                <a:gd name="connsiteX4" fmla="*/ 2973 w 14058"/>
                <a:gd name="connsiteY4" fmla="*/ 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58" h="74968">
                  <a:moveTo>
                    <a:pt x="2973" y="0"/>
                  </a:moveTo>
                  <a:cubicBezTo>
                    <a:pt x="4101" y="12964"/>
                    <a:pt x="3819" y="25741"/>
                    <a:pt x="5134" y="38235"/>
                  </a:cubicBezTo>
                  <a:cubicBezTo>
                    <a:pt x="6262" y="50824"/>
                    <a:pt x="8892" y="63037"/>
                    <a:pt x="14059" y="74968"/>
                  </a:cubicBezTo>
                  <a:cubicBezTo>
                    <a:pt x="5698" y="64916"/>
                    <a:pt x="1752" y="51576"/>
                    <a:pt x="437" y="38705"/>
                  </a:cubicBezTo>
                  <a:cubicBezTo>
                    <a:pt x="-690" y="25647"/>
                    <a:pt x="437" y="12682"/>
                    <a:pt x="2973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2" name="Forme libre : forme 1461">
              <a:extLst>
                <a:ext uri="{FF2B5EF4-FFF2-40B4-BE49-F238E27FC236}">
                  <a16:creationId xmlns:a16="http://schemas.microsoft.com/office/drawing/2014/main" id="{FF180A78-3911-4CC8-894F-F5AF924C6614}"/>
                </a:ext>
              </a:extLst>
            </p:cNvPr>
            <p:cNvSpPr/>
            <p:nvPr/>
          </p:nvSpPr>
          <p:spPr>
            <a:xfrm>
              <a:off x="5996714" y="4774539"/>
              <a:ext cx="41166" cy="123498"/>
            </a:xfrm>
            <a:custGeom>
              <a:avLst/>
              <a:gdLst>
                <a:gd name="connsiteX0" fmla="*/ 55240 w 55239"/>
                <a:gd name="connsiteY0" fmla="*/ 0 h 165719"/>
                <a:gd name="connsiteX1" fmla="*/ 29687 w 55239"/>
                <a:gd name="connsiteY1" fmla="*/ 36357 h 165719"/>
                <a:gd name="connsiteX2" fmla="*/ 12964 w 55239"/>
                <a:gd name="connsiteY2" fmla="*/ 77411 h 165719"/>
                <a:gd name="connsiteX3" fmla="*/ 4228 w 55239"/>
                <a:gd name="connsiteY3" fmla="*/ 121001 h 165719"/>
                <a:gd name="connsiteX4" fmla="*/ 2349 w 55239"/>
                <a:gd name="connsiteY4" fmla="*/ 143266 h 165719"/>
                <a:gd name="connsiteX5" fmla="*/ 1785 w 55239"/>
                <a:gd name="connsiteY5" fmla="*/ 165719 h 165719"/>
                <a:gd name="connsiteX6" fmla="*/ 0 w 55239"/>
                <a:gd name="connsiteY6" fmla="*/ 143266 h 165719"/>
                <a:gd name="connsiteX7" fmla="*/ 564 w 55239"/>
                <a:gd name="connsiteY7" fmla="*/ 120720 h 165719"/>
                <a:gd name="connsiteX8" fmla="*/ 8361 w 55239"/>
                <a:gd name="connsiteY8" fmla="*/ 76190 h 165719"/>
                <a:gd name="connsiteX9" fmla="*/ 26399 w 55239"/>
                <a:gd name="connsiteY9" fmla="*/ 34666 h 165719"/>
                <a:gd name="connsiteX10" fmla="*/ 55240 w 55239"/>
                <a:gd name="connsiteY10" fmla="*/ 0 h 16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239" h="165719">
                  <a:moveTo>
                    <a:pt x="55240" y="0"/>
                  </a:moveTo>
                  <a:cubicBezTo>
                    <a:pt x="44906" y="10804"/>
                    <a:pt x="36639" y="23393"/>
                    <a:pt x="29687" y="36357"/>
                  </a:cubicBezTo>
                  <a:cubicBezTo>
                    <a:pt x="22735" y="49415"/>
                    <a:pt x="17098" y="63225"/>
                    <a:pt x="12964" y="77411"/>
                  </a:cubicBezTo>
                  <a:cubicBezTo>
                    <a:pt x="8831" y="91597"/>
                    <a:pt x="5919" y="106158"/>
                    <a:pt x="4228" y="121001"/>
                  </a:cubicBezTo>
                  <a:cubicBezTo>
                    <a:pt x="3006" y="128329"/>
                    <a:pt x="3006" y="135845"/>
                    <a:pt x="2349" y="143266"/>
                  </a:cubicBezTo>
                  <a:cubicBezTo>
                    <a:pt x="1973" y="150688"/>
                    <a:pt x="2161" y="158204"/>
                    <a:pt x="1785" y="165719"/>
                  </a:cubicBezTo>
                  <a:cubicBezTo>
                    <a:pt x="1034" y="158298"/>
                    <a:pt x="470" y="150782"/>
                    <a:pt x="0" y="143266"/>
                  </a:cubicBezTo>
                  <a:cubicBezTo>
                    <a:pt x="188" y="135751"/>
                    <a:pt x="-188" y="128235"/>
                    <a:pt x="564" y="120720"/>
                  </a:cubicBezTo>
                  <a:cubicBezTo>
                    <a:pt x="1503" y="105688"/>
                    <a:pt x="4509" y="90751"/>
                    <a:pt x="8361" y="76190"/>
                  </a:cubicBezTo>
                  <a:cubicBezTo>
                    <a:pt x="12964" y="61816"/>
                    <a:pt x="18695" y="47630"/>
                    <a:pt x="26399" y="34666"/>
                  </a:cubicBezTo>
                  <a:cubicBezTo>
                    <a:pt x="34290" y="21701"/>
                    <a:pt x="43497" y="9489"/>
                    <a:pt x="5524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3" name="Forme libre : forme 1462">
              <a:extLst>
                <a:ext uri="{FF2B5EF4-FFF2-40B4-BE49-F238E27FC236}">
                  <a16:creationId xmlns:a16="http://schemas.microsoft.com/office/drawing/2014/main" id="{3F13068C-83C9-445A-9F36-3663CBEAD88E}"/>
                </a:ext>
              </a:extLst>
            </p:cNvPr>
            <p:cNvSpPr/>
            <p:nvPr/>
          </p:nvSpPr>
          <p:spPr>
            <a:xfrm>
              <a:off x="5586104" y="4682105"/>
              <a:ext cx="272635" cy="100834"/>
            </a:xfrm>
            <a:custGeom>
              <a:avLst/>
              <a:gdLst>
                <a:gd name="connsiteX0" fmla="*/ 365259 w 365843"/>
                <a:gd name="connsiteY0" fmla="*/ 40047 h 135307"/>
                <a:gd name="connsiteX1" fmla="*/ 339706 w 365843"/>
                <a:gd name="connsiteY1" fmla="*/ 27 h 135307"/>
                <a:gd name="connsiteX2" fmla="*/ 158861 w 365843"/>
                <a:gd name="connsiteY2" fmla="*/ 35444 h 135307"/>
                <a:gd name="connsiteX3" fmla="*/ 0 w 365843"/>
                <a:gd name="connsiteY3" fmla="*/ 135308 h 135307"/>
                <a:gd name="connsiteX4" fmla="*/ 141294 w 365843"/>
                <a:gd name="connsiteY4" fmla="*/ 78565 h 135307"/>
                <a:gd name="connsiteX5" fmla="*/ 365259 w 365843"/>
                <a:gd name="connsiteY5" fmla="*/ 40047 h 13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3" h="135307">
                  <a:moveTo>
                    <a:pt x="365259" y="40047"/>
                  </a:moveTo>
                  <a:cubicBezTo>
                    <a:pt x="369017" y="27646"/>
                    <a:pt x="353985" y="1718"/>
                    <a:pt x="339706" y="27"/>
                  </a:cubicBezTo>
                  <a:cubicBezTo>
                    <a:pt x="331533" y="-1007"/>
                    <a:pt x="225093" y="28398"/>
                    <a:pt x="158861" y="35444"/>
                  </a:cubicBezTo>
                  <a:cubicBezTo>
                    <a:pt x="114237" y="40235"/>
                    <a:pt x="39551" y="32813"/>
                    <a:pt x="0" y="135308"/>
                  </a:cubicBezTo>
                  <a:cubicBezTo>
                    <a:pt x="0" y="135308"/>
                    <a:pt x="62474" y="67103"/>
                    <a:pt x="141294" y="78565"/>
                  </a:cubicBezTo>
                  <a:cubicBezTo>
                    <a:pt x="220114" y="89932"/>
                    <a:pt x="356052" y="70204"/>
                    <a:pt x="365259" y="40047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4" name="Forme libre : forme 1463">
              <a:extLst>
                <a:ext uri="{FF2B5EF4-FFF2-40B4-BE49-F238E27FC236}">
                  <a16:creationId xmlns:a16="http://schemas.microsoft.com/office/drawing/2014/main" id="{97BC3B5A-B3C1-49A2-AA4B-EE7819B8A17C}"/>
                </a:ext>
              </a:extLst>
            </p:cNvPr>
            <p:cNvSpPr/>
            <p:nvPr/>
          </p:nvSpPr>
          <p:spPr>
            <a:xfrm>
              <a:off x="5844624" y="5061231"/>
              <a:ext cx="46234" cy="95074"/>
            </a:xfrm>
            <a:custGeom>
              <a:avLst/>
              <a:gdLst>
                <a:gd name="connsiteX0" fmla="*/ 17229 w 62040"/>
                <a:gd name="connsiteY0" fmla="*/ 0 h 127577"/>
                <a:gd name="connsiteX1" fmla="*/ 11122 w 62040"/>
                <a:gd name="connsiteY1" fmla="*/ 38799 h 127577"/>
                <a:gd name="connsiteX2" fmla="*/ 9150 w 62040"/>
                <a:gd name="connsiteY2" fmla="*/ 57588 h 127577"/>
                <a:gd name="connsiteX3" fmla="*/ 10747 w 62040"/>
                <a:gd name="connsiteY3" fmla="*/ 75908 h 127577"/>
                <a:gd name="connsiteX4" fmla="*/ 29911 w 62040"/>
                <a:gd name="connsiteY4" fmla="*/ 106064 h 127577"/>
                <a:gd name="connsiteX5" fmla="*/ 62041 w 62040"/>
                <a:gd name="connsiteY5" fmla="*/ 127578 h 127577"/>
                <a:gd name="connsiteX6" fmla="*/ 25308 w 62040"/>
                <a:gd name="connsiteY6" fmla="*/ 111795 h 127577"/>
                <a:gd name="connsiteX7" fmla="*/ 10465 w 62040"/>
                <a:gd name="connsiteY7" fmla="*/ 97327 h 127577"/>
                <a:gd name="connsiteX8" fmla="*/ 1540 w 62040"/>
                <a:gd name="connsiteY8" fmla="*/ 78068 h 127577"/>
                <a:gd name="connsiteX9" fmla="*/ 225 w 62040"/>
                <a:gd name="connsiteY9" fmla="*/ 57306 h 127577"/>
                <a:gd name="connsiteX10" fmla="*/ 3889 w 62040"/>
                <a:gd name="connsiteY10" fmla="*/ 37296 h 127577"/>
                <a:gd name="connsiteX11" fmla="*/ 17229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17229" y="0"/>
                  </a:moveTo>
                  <a:cubicBezTo>
                    <a:pt x="15350" y="13059"/>
                    <a:pt x="13189" y="26023"/>
                    <a:pt x="11122" y="38799"/>
                  </a:cubicBezTo>
                  <a:cubicBezTo>
                    <a:pt x="10277" y="45188"/>
                    <a:pt x="9056" y="51576"/>
                    <a:pt x="9150" y="57588"/>
                  </a:cubicBezTo>
                  <a:cubicBezTo>
                    <a:pt x="8962" y="64071"/>
                    <a:pt x="9244" y="70083"/>
                    <a:pt x="10747" y="75908"/>
                  </a:cubicBezTo>
                  <a:cubicBezTo>
                    <a:pt x="13283" y="87651"/>
                    <a:pt x="20705" y="97703"/>
                    <a:pt x="29911" y="106064"/>
                  </a:cubicBezTo>
                  <a:cubicBezTo>
                    <a:pt x="39400" y="114237"/>
                    <a:pt x="50485" y="121096"/>
                    <a:pt x="62041" y="127578"/>
                  </a:cubicBezTo>
                  <a:cubicBezTo>
                    <a:pt x="49170" y="124571"/>
                    <a:pt x="36488" y="119780"/>
                    <a:pt x="25308" y="111795"/>
                  </a:cubicBezTo>
                  <a:cubicBezTo>
                    <a:pt x="19860" y="107661"/>
                    <a:pt x="14599" y="103058"/>
                    <a:pt x="10465" y="97327"/>
                  </a:cubicBezTo>
                  <a:cubicBezTo>
                    <a:pt x="6331" y="91597"/>
                    <a:pt x="3231" y="85020"/>
                    <a:pt x="1540" y="78068"/>
                  </a:cubicBezTo>
                  <a:cubicBezTo>
                    <a:pt x="-57" y="71117"/>
                    <a:pt x="-245" y="63883"/>
                    <a:pt x="225" y="57306"/>
                  </a:cubicBezTo>
                  <a:cubicBezTo>
                    <a:pt x="695" y="50260"/>
                    <a:pt x="2198" y="43685"/>
                    <a:pt x="3889" y="37296"/>
                  </a:cubicBezTo>
                  <a:cubicBezTo>
                    <a:pt x="7365" y="24426"/>
                    <a:pt x="11874" y="12119"/>
                    <a:pt x="17229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5" name="Forme libre : forme 1464">
              <a:extLst>
                <a:ext uri="{FF2B5EF4-FFF2-40B4-BE49-F238E27FC236}">
                  <a16:creationId xmlns:a16="http://schemas.microsoft.com/office/drawing/2014/main" id="{053F7FCF-739E-4740-8F4F-776069C72292}"/>
                </a:ext>
              </a:extLst>
            </p:cNvPr>
            <p:cNvSpPr/>
            <p:nvPr/>
          </p:nvSpPr>
          <p:spPr>
            <a:xfrm>
              <a:off x="5468766" y="4121062"/>
              <a:ext cx="984065" cy="783670"/>
            </a:xfrm>
            <a:custGeom>
              <a:avLst/>
              <a:gdLst>
                <a:gd name="connsiteX0" fmla="*/ 681197 w 1320493"/>
                <a:gd name="connsiteY0" fmla="*/ 320823 h 1051588"/>
                <a:gd name="connsiteX1" fmla="*/ 966508 w 1320493"/>
                <a:gd name="connsiteY1" fmla="*/ 260416 h 1051588"/>
                <a:gd name="connsiteX2" fmla="*/ 1242425 w 1320493"/>
                <a:gd name="connsiteY2" fmla="*/ 686364 h 1051588"/>
                <a:gd name="connsiteX3" fmla="*/ 1256517 w 1320493"/>
                <a:gd name="connsiteY3" fmla="*/ 1038001 h 1051588"/>
                <a:gd name="connsiteX4" fmla="*/ 1320494 w 1320493"/>
                <a:gd name="connsiteY4" fmla="*/ 868524 h 1051588"/>
                <a:gd name="connsiteX5" fmla="*/ 1258020 w 1320493"/>
                <a:gd name="connsiteY5" fmla="*/ 375969 h 1051588"/>
                <a:gd name="connsiteX6" fmla="*/ 674902 w 1320493"/>
                <a:gd name="connsiteY6" fmla="*/ 0 h 1051588"/>
                <a:gd name="connsiteX7" fmla="*/ 645591 w 1320493"/>
                <a:gd name="connsiteY7" fmla="*/ 0 h 1051588"/>
                <a:gd name="connsiteX8" fmla="*/ 62474 w 1320493"/>
                <a:gd name="connsiteY8" fmla="*/ 375969 h 1051588"/>
                <a:gd name="connsiteX9" fmla="*/ 0 w 1320493"/>
                <a:gd name="connsiteY9" fmla="*/ 868524 h 1051588"/>
                <a:gd name="connsiteX10" fmla="*/ 63977 w 1320493"/>
                <a:gd name="connsiteY10" fmla="*/ 1038001 h 1051588"/>
                <a:gd name="connsiteX11" fmla="*/ 78068 w 1320493"/>
                <a:gd name="connsiteY11" fmla="*/ 686364 h 1051588"/>
                <a:gd name="connsiteX12" fmla="*/ 353986 w 1320493"/>
                <a:gd name="connsiteY12" fmla="*/ 260416 h 1051588"/>
                <a:gd name="connsiteX13" fmla="*/ 639297 w 1320493"/>
                <a:gd name="connsiteY13" fmla="*/ 320823 h 1051588"/>
                <a:gd name="connsiteX14" fmla="*/ 660153 w 1320493"/>
                <a:gd name="connsiteY14" fmla="*/ 322984 h 1051588"/>
                <a:gd name="connsiteX15" fmla="*/ 681197 w 1320493"/>
                <a:gd name="connsiteY15" fmla="*/ 320823 h 105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20493" h="1051588">
                  <a:moveTo>
                    <a:pt x="681197" y="320823"/>
                  </a:moveTo>
                  <a:cubicBezTo>
                    <a:pt x="713514" y="318756"/>
                    <a:pt x="885340" y="244821"/>
                    <a:pt x="966508" y="260416"/>
                  </a:cubicBezTo>
                  <a:cubicBezTo>
                    <a:pt x="1047677" y="276011"/>
                    <a:pt x="1212269" y="316690"/>
                    <a:pt x="1242425" y="686364"/>
                  </a:cubicBezTo>
                  <a:cubicBezTo>
                    <a:pt x="1245901" y="729015"/>
                    <a:pt x="1241486" y="971112"/>
                    <a:pt x="1256517" y="1038001"/>
                  </a:cubicBezTo>
                  <a:cubicBezTo>
                    <a:pt x="1271548" y="1104890"/>
                    <a:pt x="1320494" y="904974"/>
                    <a:pt x="1320494" y="868524"/>
                  </a:cubicBezTo>
                  <a:cubicBezTo>
                    <a:pt x="1320494" y="832073"/>
                    <a:pt x="1287143" y="472826"/>
                    <a:pt x="1258020" y="375969"/>
                  </a:cubicBezTo>
                  <a:cubicBezTo>
                    <a:pt x="1228897" y="279111"/>
                    <a:pt x="1134107" y="11461"/>
                    <a:pt x="674902" y="0"/>
                  </a:cubicBezTo>
                  <a:lnTo>
                    <a:pt x="645591" y="0"/>
                  </a:lnTo>
                  <a:cubicBezTo>
                    <a:pt x="186387" y="11461"/>
                    <a:pt x="91597" y="279111"/>
                    <a:pt x="62474" y="375969"/>
                  </a:cubicBezTo>
                  <a:cubicBezTo>
                    <a:pt x="33351" y="472826"/>
                    <a:pt x="0" y="832073"/>
                    <a:pt x="0" y="868524"/>
                  </a:cubicBezTo>
                  <a:cubicBezTo>
                    <a:pt x="0" y="904974"/>
                    <a:pt x="48946" y="1104890"/>
                    <a:pt x="63977" y="1038001"/>
                  </a:cubicBezTo>
                  <a:cubicBezTo>
                    <a:pt x="79008" y="971018"/>
                    <a:pt x="74593" y="728921"/>
                    <a:pt x="78068" y="686364"/>
                  </a:cubicBezTo>
                  <a:cubicBezTo>
                    <a:pt x="108225" y="316690"/>
                    <a:pt x="272817" y="276105"/>
                    <a:pt x="353986" y="260416"/>
                  </a:cubicBezTo>
                  <a:cubicBezTo>
                    <a:pt x="435248" y="244821"/>
                    <a:pt x="607074" y="318756"/>
                    <a:pt x="639297" y="320823"/>
                  </a:cubicBezTo>
                  <a:cubicBezTo>
                    <a:pt x="639297" y="320823"/>
                    <a:pt x="651322" y="323171"/>
                    <a:pt x="660153" y="322984"/>
                  </a:cubicBezTo>
                  <a:cubicBezTo>
                    <a:pt x="669172" y="322796"/>
                    <a:pt x="681197" y="320823"/>
                    <a:pt x="681197" y="320823"/>
                  </a:cubicBezTo>
                  <a:close/>
                </a:path>
              </a:pathLst>
            </a:custGeom>
            <a:noFill/>
            <a:ln w="9389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6" name="Forme libre : forme 1465">
              <a:extLst>
                <a:ext uri="{FF2B5EF4-FFF2-40B4-BE49-F238E27FC236}">
                  <a16:creationId xmlns:a16="http://schemas.microsoft.com/office/drawing/2014/main" id="{B919F8C6-3767-4753-B4C7-A5BB1363D75D}"/>
                </a:ext>
              </a:extLst>
            </p:cNvPr>
            <p:cNvSpPr/>
            <p:nvPr/>
          </p:nvSpPr>
          <p:spPr>
            <a:xfrm>
              <a:off x="6066035" y="4683174"/>
              <a:ext cx="264908" cy="123009"/>
            </a:xfrm>
            <a:custGeom>
              <a:avLst/>
              <a:gdLst>
                <a:gd name="connsiteX0" fmla="*/ 268 w 355474"/>
                <a:gd name="connsiteY0" fmla="*/ 37580 h 165063"/>
                <a:gd name="connsiteX1" fmla="*/ 29297 w 355474"/>
                <a:gd name="connsiteY1" fmla="*/ 2 h 165063"/>
                <a:gd name="connsiteX2" fmla="*/ 206196 w 355474"/>
                <a:gd name="connsiteY2" fmla="*/ 51390 h 165063"/>
                <a:gd name="connsiteX3" fmla="*/ 355475 w 355474"/>
                <a:gd name="connsiteY3" fmla="*/ 165063 h 165063"/>
                <a:gd name="connsiteX4" fmla="*/ 219818 w 355474"/>
                <a:gd name="connsiteY4" fmla="*/ 95920 h 165063"/>
                <a:gd name="connsiteX5" fmla="*/ 268 w 355474"/>
                <a:gd name="connsiteY5" fmla="*/ 37580 h 16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74" h="165063">
                  <a:moveTo>
                    <a:pt x="268" y="37580"/>
                  </a:moveTo>
                  <a:cubicBezTo>
                    <a:pt x="-2363" y="24897"/>
                    <a:pt x="14923" y="471"/>
                    <a:pt x="29297" y="2"/>
                  </a:cubicBezTo>
                  <a:cubicBezTo>
                    <a:pt x="37564" y="-280"/>
                    <a:pt x="140904" y="38519"/>
                    <a:pt x="206196" y="51390"/>
                  </a:cubicBezTo>
                  <a:cubicBezTo>
                    <a:pt x="250256" y="60126"/>
                    <a:pt x="325318" y="59375"/>
                    <a:pt x="355475" y="165063"/>
                  </a:cubicBezTo>
                  <a:cubicBezTo>
                    <a:pt x="355475" y="165063"/>
                    <a:pt x="299295" y="91504"/>
                    <a:pt x="219818" y="95920"/>
                  </a:cubicBezTo>
                  <a:cubicBezTo>
                    <a:pt x="140340" y="100335"/>
                    <a:pt x="6750" y="68581"/>
                    <a:pt x="268" y="37580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7" name="Forme libre : forme 1466">
              <a:extLst>
                <a:ext uri="{FF2B5EF4-FFF2-40B4-BE49-F238E27FC236}">
                  <a16:creationId xmlns:a16="http://schemas.microsoft.com/office/drawing/2014/main" id="{4159E8DD-9043-4D1A-A00E-AEDB10C3C063}"/>
                </a:ext>
              </a:extLst>
            </p:cNvPr>
            <p:cNvSpPr/>
            <p:nvPr/>
          </p:nvSpPr>
          <p:spPr>
            <a:xfrm>
              <a:off x="6031369" y="5061231"/>
              <a:ext cx="46234" cy="95074"/>
            </a:xfrm>
            <a:custGeom>
              <a:avLst/>
              <a:gdLst>
                <a:gd name="connsiteX0" fmla="*/ 44812 w 62040"/>
                <a:gd name="connsiteY0" fmla="*/ 0 h 127577"/>
                <a:gd name="connsiteX1" fmla="*/ 50918 w 62040"/>
                <a:gd name="connsiteY1" fmla="*/ 38799 h 127577"/>
                <a:gd name="connsiteX2" fmla="*/ 52891 w 62040"/>
                <a:gd name="connsiteY2" fmla="*/ 57588 h 127577"/>
                <a:gd name="connsiteX3" fmla="*/ 51294 w 62040"/>
                <a:gd name="connsiteY3" fmla="*/ 75908 h 127577"/>
                <a:gd name="connsiteX4" fmla="*/ 32129 w 62040"/>
                <a:gd name="connsiteY4" fmla="*/ 106064 h 127577"/>
                <a:gd name="connsiteX5" fmla="*/ 0 w 62040"/>
                <a:gd name="connsiteY5" fmla="*/ 127578 h 127577"/>
                <a:gd name="connsiteX6" fmla="*/ 36733 w 62040"/>
                <a:gd name="connsiteY6" fmla="*/ 111795 h 127577"/>
                <a:gd name="connsiteX7" fmla="*/ 51576 w 62040"/>
                <a:gd name="connsiteY7" fmla="*/ 97327 h 127577"/>
                <a:gd name="connsiteX8" fmla="*/ 60501 w 62040"/>
                <a:gd name="connsiteY8" fmla="*/ 78068 h 127577"/>
                <a:gd name="connsiteX9" fmla="*/ 61816 w 62040"/>
                <a:gd name="connsiteY9" fmla="*/ 57306 h 127577"/>
                <a:gd name="connsiteX10" fmla="*/ 58152 w 62040"/>
                <a:gd name="connsiteY10" fmla="*/ 37296 h 127577"/>
                <a:gd name="connsiteX11" fmla="*/ 44812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44812" y="0"/>
                  </a:moveTo>
                  <a:cubicBezTo>
                    <a:pt x="46691" y="13059"/>
                    <a:pt x="48851" y="26023"/>
                    <a:pt x="50918" y="38799"/>
                  </a:cubicBezTo>
                  <a:cubicBezTo>
                    <a:pt x="51764" y="45188"/>
                    <a:pt x="52985" y="51576"/>
                    <a:pt x="52891" y="57588"/>
                  </a:cubicBezTo>
                  <a:cubicBezTo>
                    <a:pt x="53079" y="64071"/>
                    <a:pt x="52797" y="70083"/>
                    <a:pt x="51294" y="75908"/>
                  </a:cubicBezTo>
                  <a:cubicBezTo>
                    <a:pt x="48758" y="87651"/>
                    <a:pt x="41336" y="97703"/>
                    <a:pt x="32129" y="106064"/>
                  </a:cubicBezTo>
                  <a:cubicBezTo>
                    <a:pt x="22641" y="114237"/>
                    <a:pt x="11555" y="121096"/>
                    <a:pt x="0" y="127578"/>
                  </a:cubicBezTo>
                  <a:cubicBezTo>
                    <a:pt x="12870" y="124571"/>
                    <a:pt x="25553" y="119780"/>
                    <a:pt x="36733" y="111795"/>
                  </a:cubicBezTo>
                  <a:cubicBezTo>
                    <a:pt x="42181" y="107661"/>
                    <a:pt x="47442" y="103058"/>
                    <a:pt x="51576" y="97327"/>
                  </a:cubicBezTo>
                  <a:cubicBezTo>
                    <a:pt x="55709" y="91597"/>
                    <a:pt x="58810" y="85020"/>
                    <a:pt x="60501" y="78068"/>
                  </a:cubicBezTo>
                  <a:cubicBezTo>
                    <a:pt x="62098" y="71117"/>
                    <a:pt x="62286" y="63883"/>
                    <a:pt x="61816" y="57306"/>
                  </a:cubicBezTo>
                  <a:cubicBezTo>
                    <a:pt x="61346" y="50260"/>
                    <a:pt x="59843" y="43685"/>
                    <a:pt x="58152" y="37296"/>
                  </a:cubicBezTo>
                  <a:cubicBezTo>
                    <a:pt x="54676" y="24426"/>
                    <a:pt x="50167" y="12119"/>
                    <a:pt x="44812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8" name="Forme libre : forme 1467">
              <a:extLst>
                <a:ext uri="{FF2B5EF4-FFF2-40B4-BE49-F238E27FC236}">
                  <a16:creationId xmlns:a16="http://schemas.microsoft.com/office/drawing/2014/main" id="{4FC9D068-818A-4490-890F-444B042E4F99}"/>
                </a:ext>
              </a:extLst>
            </p:cNvPr>
            <p:cNvSpPr/>
            <p:nvPr/>
          </p:nvSpPr>
          <p:spPr>
            <a:xfrm>
              <a:off x="5887166" y="5116433"/>
              <a:ext cx="36457" cy="28179"/>
            </a:xfrm>
            <a:custGeom>
              <a:avLst/>
              <a:gdLst>
                <a:gd name="connsiteX0" fmla="*/ 48922 w 48921"/>
                <a:gd name="connsiteY0" fmla="*/ 37814 h 37813"/>
                <a:gd name="connsiteX1" fmla="*/ 4956 w 48921"/>
                <a:gd name="connsiteY1" fmla="*/ 799 h 37813"/>
                <a:gd name="connsiteX2" fmla="*/ 30509 w 48921"/>
                <a:gd name="connsiteY2" fmla="*/ 27574 h 37813"/>
                <a:gd name="connsiteX3" fmla="*/ 48922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48922" y="37814"/>
                  </a:moveTo>
                  <a:cubicBezTo>
                    <a:pt x="48922" y="37814"/>
                    <a:pt x="23369" y="-6434"/>
                    <a:pt x="4956" y="799"/>
                  </a:cubicBezTo>
                  <a:cubicBezTo>
                    <a:pt x="-13458" y="8033"/>
                    <a:pt x="24966" y="24756"/>
                    <a:pt x="30509" y="27574"/>
                  </a:cubicBezTo>
                  <a:cubicBezTo>
                    <a:pt x="36051" y="30392"/>
                    <a:pt x="48922" y="37814"/>
                    <a:pt x="48922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9" name="Forme libre : forme 1468">
              <a:extLst>
                <a:ext uri="{FF2B5EF4-FFF2-40B4-BE49-F238E27FC236}">
                  <a16:creationId xmlns:a16="http://schemas.microsoft.com/office/drawing/2014/main" id="{1CF61B0B-6477-4F9C-9449-45AEE09C15F9}"/>
                </a:ext>
              </a:extLst>
            </p:cNvPr>
            <p:cNvSpPr/>
            <p:nvPr/>
          </p:nvSpPr>
          <p:spPr>
            <a:xfrm>
              <a:off x="5997484" y="5116433"/>
              <a:ext cx="36457" cy="28179"/>
            </a:xfrm>
            <a:custGeom>
              <a:avLst/>
              <a:gdLst>
                <a:gd name="connsiteX0" fmla="*/ 0 w 48921"/>
                <a:gd name="connsiteY0" fmla="*/ 37814 h 37813"/>
                <a:gd name="connsiteX1" fmla="*/ 43966 w 48921"/>
                <a:gd name="connsiteY1" fmla="*/ 799 h 37813"/>
                <a:gd name="connsiteX2" fmla="*/ 18413 w 48921"/>
                <a:gd name="connsiteY2" fmla="*/ 27574 h 37813"/>
                <a:gd name="connsiteX3" fmla="*/ 0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0" y="37814"/>
                  </a:moveTo>
                  <a:cubicBezTo>
                    <a:pt x="0" y="37814"/>
                    <a:pt x="25553" y="-6434"/>
                    <a:pt x="43966" y="799"/>
                  </a:cubicBezTo>
                  <a:cubicBezTo>
                    <a:pt x="62379" y="8033"/>
                    <a:pt x="23956" y="24756"/>
                    <a:pt x="18413" y="27574"/>
                  </a:cubicBezTo>
                  <a:cubicBezTo>
                    <a:pt x="13058" y="30580"/>
                    <a:pt x="0" y="37814"/>
                    <a:pt x="0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0" name="Forme libre : forme 1469">
              <a:extLst>
                <a:ext uri="{FF2B5EF4-FFF2-40B4-BE49-F238E27FC236}">
                  <a16:creationId xmlns:a16="http://schemas.microsoft.com/office/drawing/2014/main" id="{0553BC4B-7C62-44F3-9623-9ACE6C7B07F2}"/>
                </a:ext>
              </a:extLst>
            </p:cNvPr>
            <p:cNvSpPr/>
            <p:nvPr/>
          </p:nvSpPr>
          <p:spPr>
            <a:xfrm>
              <a:off x="5902304" y="5052970"/>
              <a:ext cx="5217" cy="29894"/>
            </a:xfrm>
            <a:custGeom>
              <a:avLst/>
              <a:gdLst>
                <a:gd name="connsiteX0" fmla="*/ 7000 w 7000"/>
                <a:gd name="connsiteY0" fmla="*/ 0 h 40114"/>
                <a:gd name="connsiteX1" fmla="*/ 4745 w 7000"/>
                <a:gd name="connsiteY1" fmla="*/ 20292 h 40114"/>
                <a:gd name="connsiteX2" fmla="*/ 6718 w 7000"/>
                <a:gd name="connsiteY2" fmla="*/ 40115 h 40114"/>
                <a:gd name="connsiteX3" fmla="*/ 48 w 7000"/>
                <a:gd name="connsiteY3" fmla="*/ 20010 h 40114"/>
                <a:gd name="connsiteX4" fmla="*/ 7000 w 7000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00" h="40114">
                  <a:moveTo>
                    <a:pt x="7000" y="0"/>
                  </a:moveTo>
                  <a:cubicBezTo>
                    <a:pt x="6624" y="7140"/>
                    <a:pt x="5121" y="13716"/>
                    <a:pt x="4745" y="20292"/>
                  </a:cubicBezTo>
                  <a:cubicBezTo>
                    <a:pt x="4276" y="26868"/>
                    <a:pt x="4745" y="33256"/>
                    <a:pt x="6718" y="40115"/>
                  </a:cubicBezTo>
                  <a:cubicBezTo>
                    <a:pt x="1457" y="35041"/>
                    <a:pt x="-328" y="27150"/>
                    <a:pt x="48" y="20010"/>
                  </a:cubicBezTo>
                  <a:cubicBezTo>
                    <a:pt x="706" y="12776"/>
                    <a:pt x="3148" y="6012"/>
                    <a:pt x="700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1" name="Forme libre : forme 1470">
              <a:extLst>
                <a:ext uri="{FF2B5EF4-FFF2-40B4-BE49-F238E27FC236}">
                  <a16:creationId xmlns:a16="http://schemas.microsoft.com/office/drawing/2014/main" id="{2B67E121-BAF0-4C27-A6B8-7C15CD95CDD3}"/>
                </a:ext>
              </a:extLst>
            </p:cNvPr>
            <p:cNvSpPr/>
            <p:nvPr/>
          </p:nvSpPr>
          <p:spPr>
            <a:xfrm>
              <a:off x="5910882" y="5092526"/>
              <a:ext cx="21423" cy="24434"/>
            </a:xfrm>
            <a:custGeom>
              <a:avLst/>
              <a:gdLst>
                <a:gd name="connsiteX0" fmla="*/ 0 w 28747"/>
                <a:gd name="connsiteY0" fmla="*/ 0 h 32787"/>
                <a:gd name="connsiteX1" fmla="*/ 18695 w 28747"/>
                <a:gd name="connsiteY1" fmla="*/ 12589 h 32787"/>
                <a:gd name="connsiteX2" fmla="*/ 28747 w 28747"/>
                <a:gd name="connsiteY2" fmla="*/ 32787 h 32787"/>
                <a:gd name="connsiteX3" fmla="*/ 15125 w 28747"/>
                <a:gd name="connsiteY3" fmla="*/ 15595 h 32787"/>
                <a:gd name="connsiteX4" fmla="*/ 0 w 28747"/>
                <a:gd name="connsiteY4" fmla="*/ 0 h 32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47" h="32787">
                  <a:moveTo>
                    <a:pt x="0" y="0"/>
                  </a:moveTo>
                  <a:cubicBezTo>
                    <a:pt x="7516" y="1692"/>
                    <a:pt x="13904" y="6764"/>
                    <a:pt x="18695" y="12589"/>
                  </a:cubicBezTo>
                  <a:cubicBezTo>
                    <a:pt x="23486" y="18508"/>
                    <a:pt x="26962" y="25365"/>
                    <a:pt x="28747" y="32787"/>
                  </a:cubicBezTo>
                  <a:cubicBezTo>
                    <a:pt x="23768" y="27056"/>
                    <a:pt x="19728" y="21044"/>
                    <a:pt x="15125" y="15595"/>
                  </a:cubicBezTo>
                  <a:cubicBezTo>
                    <a:pt x="10616" y="9959"/>
                    <a:pt x="5731" y="49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2" name="Forme libre : forme 1471">
              <a:extLst>
                <a:ext uri="{FF2B5EF4-FFF2-40B4-BE49-F238E27FC236}">
                  <a16:creationId xmlns:a16="http://schemas.microsoft.com/office/drawing/2014/main" id="{187661CB-A2EE-4521-99C9-31E7B4531B2E}"/>
                </a:ext>
              </a:extLst>
            </p:cNvPr>
            <p:cNvSpPr/>
            <p:nvPr/>
          </p:nvSpPr>
          <p:spPr>
            <a:xfrm>
              <a:off x="6012326" y="5054720"/>
              <a:ext cx="5164" cy="29894"/>
            </a:xfrm>
            <a:custGeom>
              <a:avLst/>
              <a:gdLst>
                <a:gd name="connsiteX0" fmla="*/ 0 w 6929"/>
                <a:gd name="connsiteY0" fmla="*/ 0 h 40114"/>
                <a:gd name="connsiteX1" fmla="*/ 6858 w 6929"/>
                <a:gd name="connsiteY1" fmla="*/ 20010 h 40114"/>
                <a:gd name="connsiteX2" fmla="*/ 188 w 6929"/>
                <a:gd name="connsiteY2" fmla="*/ 40115 h 40114"/>
                <a:gd name="connsiteX3" fmla="*/ 2161 w 6929"/>
                <a:gd name="connsiteY3" fmla="*/ 20292 h 40114"/>
                <a:gd name="connsiteX4" fmla="*/ 0 w 6929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9" h="40114">
                  <a:moveTo>
                    <a:pt x="0" y="0"/>
                  </a:moveTo>
                  <a:cubicBezTo>
                    <a:pt x="3852" y="5919"/>
                    <a:pt x="6294" y="12776"/>
                    <a:pt x="6858" y="20010"/>
                  </a:cubicBezTo>
                  <a:cubicBezTo>
                    <a:pt x="7328" y="27150"/>
                    <a:pt x="5543" y="35135"/>
                    <a:pt x="188" y="40115"/>
                  </a:cubicBezTo>
                  <a:cubicBezTo>
                    <a:pt x="2161" y="33256"/>
                    <a:pt x="2630" y="26868"/>
                    <a:pt x="2161" y="20292"/>
                  </a:cubicBezTo>
                  <a:cubicBezTo>
                    <a:pt x="1879" y="13716"/>
                    <a:pt x="376" y="71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3" name="Forme libre : forme 1472">
              <a:extLst>
                <a:ext uri="{FF2B5EF4-FFF2-40B4-BE49-F238E27FC236}">
                  <a16:creationId xmlns:a16="http://schemas.microsoft.com/office/drawing/2014/main" id="{3DF753A4-2AAC-46FA-B450-20F0B492EB46}"/>
                </a:ext>
              </a:extLst>
            </p:cNvPr>
            <p:cNvSpPr/>
            <p:nvPr/>
          </p:nvSpPr>
          <p:spPr>
            <a:xfrm>
              <a:off x="5996458" y="4971618"/>
              <a:ext cx="10476" cy="55868"/>
            </a:xfrm>
            <a:custGeom>
              <a:avLst/>
              <a:gdLst>
                <a:gd name="connsiteX0" fmla="*/ 2973 w 14058"/>
                <a:gd name="connsiteY0" fmla="*/ 0 h 74968"/>
                <a:gd name="connsiteX1" fmla="*/ 5134 w 14058"/>
                <a:gd name="connsiteY1" fmla="*/ 38235 h 74968"/>
                <a:gd name="connsiteX2" fmla="*/ 14059 w 14058"/>
                <a:gd name="connsiteY2" fmla="*/ 74968 h 74968"/>
                <a:gd name="connsiteX3" fmla="*/ 437 w 14058"/>
                <a:gd name="connsiteY3" fmla="*/ 38705 h 74968"/>
                <a:gd name="connsiteX4" fmla="*/ 2973 w 14058"/>
                <a:gd name="connsiteY4" fmla="*/ 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58" h="74968">
                  <a:moveTo>
                    <a:pt x="2973" y="0"/>
                  </a:moveTo>
                  <a:cubicBezTo>
                    <a:pt x="4101" y="12964"/>
                    <a:pt x="3819" y="25741"/>
                    <a:pt x="5134" y="38235"/>
                  </a:cubicBezTo>
                  <a:cubicBezTo>
                    <a:pt x="6262" y="50824"/>
                    <a:pt x="8892" y="63037"/>
                    <a:pt x="14059" y="74968"/>
                  </a:cubicBezTo>
                  <a:cubicBezTo>
                    <a:pt x="5698" y="64916"/>
                    <a:pt x="1752" y="51576"/>
                    <a:pt x="437" y="38705"/>
                  </a:cubicBezTo>
                  <a:cubicBezTo>
                    <a:pt x="-690" y="25647"/>
                    <a:pt x="437" y="12682"/>
                    <a:pt x="2973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4" name="Forme libre : forme 1473">
              <a:extLst>
                <a:ext uri="{FF2B5EF4-FFF2-40B4-BE49-F238E27FC236}">
                  <a16:creationId xmlns:a16="http://schemas.microsoft.com/office/drawing/2014/main" id="{199A8E9C-3889-4288-9864-13C0DC690930}"/>
                </a:ext>
              </a:extLst>
            </p:cNvPr>
            <p:cNvSpPr/>
            <p:nvPr/>
          </p:nvSpPr>
          <p:spPr>
            <a:xfrm>
              <a:off x="5996714" y="4774539"/>
              <a:ext cx="41166" cy="123498"/>
            </a:xfrm>
            <a:custGeom>
              <a:avLst/>
              <a:gdLst>
                <a:gd name="connsiteX0" fmla="*/ 55240 w 55239"/>
                <a:gd name="connsiteY0" fmla="*/ 0 h 165719"/>
                <a:gd name="connsiteX1" fmla="*/ 29687 w 55239"/>
                <a:gd name="connsiteY1" fmla="*/ 36357 h 165719"/>
                <a:gd name="connsiteX2" fmla="*/ 12964 w 55239"/>
                <a:gd name="connsiteY2" fmla="*/ 77411 h 165719"/>
                <a:gd name="connsiteX3" fmla="*/ 4228 w 55239"/>
                <a:gd name="connsiteY3" fmla="*/ 121001 h 165719"/>
                <a:gd name="connsiteX4" fmla="*/ 2349 w 55239"/>
                <a:gd name="connsiteY4" fmla="*/ 143266 h 165719"/>
                <a:gd name="connsiteX5" fmla="*/ 1785 w 55239"/>
                <a:gd name="connsiteY5" fmla="*/ 165719 h 165719"/>
                <a:gd name="connsiteX6" fmla="*/ 0 w 55239"/>
                <a:gd name="connsiteY6" fmla="*/ 143266 h 165719"/>
                <a:gd name="connsiteX7" fmla="*/ 564 w 55239"/>
                <a:gd name="connsiteY7" fmla="*/ 120720 h 165719"/>
                <a:gd name="connsiteX8" fmla="*/ 8361 w 55239"/>
                <a:gd name="connsiteY8" fmla="*/ 76190 h 165719"/>
                <a:gd name="connsiteX9" fmla="*/ 26399 w 55239"/>
                <a:gd name="connsiteY9" fmla="*/ 34666 h 165719"/>
                <a:gd name="connsiteX10" fmla="*/ 55240 w 55239"/>
                <a:gd name="connsiteY10" fmla="*/ 0 h 16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239" h="165719">
                  <a:moveTo>
                    <a:pt x="55240" y="0"/>
                  </a:moveTo>
                  <a:cubicBezTo>
                    <a:pt x="44906" y="10804"/>
                    <a:pt x="36639" y="23393"/>
                    <a:pt x="29687" y="36357"/>
                  </a:cubicBezTo>
                  <a:cubicBezTo>
                    <a:pt x="22735" y="49415"/>
                    <a:pt x="17098" y="63225"/>
                    <a:pt x="12964" y="77411"/>
                  </a:cubicBezTo>
                  <a:cubicBezTo>
                    <a:pt x="8831" y="91597"/>
                    <a:pt x="5919" y="106158"/>
                    <a:pt x="4228" y="121001"/>
                  </a:cubicBezTo>
                  <a:cubicBezTo>
                    <a:pt x="3006" y="128329"/>
                    <a:pt x="3006" y="135845"/>
                    <a:pt x="2349" y="143266"/>
                  </a:cubicBezTo>
                  <a:cubicBezTo>
                    <a:pt x="1973" y="150688"/>
                    <a:pt x="2161" y="158204"/>
                    <a:pt x="1785" y="165719"/>
                  </a:cubicBezTo>
                  <a:cubicBezTo>
                    <a:pt x="1034" y="158298"/>
                    <a:pt x="470" y="150782"/>
                    <a:pt x="0" y="143266"/>
                  </a:cubicBezTo>
                  <a:cubicBezTo>
                    <a:pt x="188" y="135751"/>
                    <a:pt x="-188" y="128235"/>
                    <a:pt x="564" y="120720"/>
                  </a:cubicBezTo>
                  <a:cubicBezTo>
                    <a:pt x="1503" y="105688"/>
                    <a:pt x="4509" y="90751"/>
                    <a:pt x="8361" y="76190"/>
                  </a:cubicBezTo>
                  <a:cubicBezTo>
                    <a:pt x="12964" y="61816"/>
                    <a:pt x="18695" y="47630"/>
                    <a:pt x="26399" y="34666"/>
                  </a:cubicBezTo>
                  <a:cubicBezTo>
                    <a:pt x="34290" y="21701"/>
                    <a:pt x="43497" y="9489"/>
                    <a:pt x="5524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5" name="Forme libre : forme 1474">
              <a:extLst>
                <a:ext uri="{FF2B5EF4-FFF2-40B4-BE49-F238E27FC236}">
                  <a16:creationId xmlns:a16="http://schemas.microsoft.com/office/drawing/2014/main" id="{145CD0BD-531B-4321-A3E4-B97042DBD1C6}"/>
                </a:ext>
              </a:extLst>
            </p:cNvPr>
            <p:cNvSpPr/>
            <p:nvPr/>
          </p:nvSpPr>
          <p:spPr>
            <a:xfrm>
              <a:off x="5586104" y="4682105"/>
              <a:ext cx="272635" cy="100834"/>
            </a:xfrm>
            <a:custGeom>
              <a:avLst/>
              <a:gdLst>
                <a:gd name="connsiteX0" fmla="*/ 365259 w 365843"/>
                <a:gd name="connsiteY0" fmla="*/ 40047 h 135307"/>
                <a:gd name="connsiteX1" fmla="*/ 339706 w 365843"/>
                <a:gd name="connsiteY1" fmla="*/ 27 h 135307"/>
                <a:gd name="connsiteX2" fmla="*/ 158861 w 365843"/>
                <a:gd name="connsiteY2" fmla="*/ 35444 h 135307"/>
                <a:gd name="connsiteX3" fmla="*/ 0 w 365843"/>
                <a:gd name="connsiteY3" fmla="*/ 135308 h 135307"/>
                <a:gd name="connsiteX4" fmla="*/ 141294 w 365843"/>
                <a:gd name="connsiteY4" fmla="*/ 78565 h 135307"/>
                <a:gd name="connsiteX5" fmla="*/ 365259 w 365843"/>
                <a:gd name="connsiteY5" fmla="*/ 40047 h 13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3" h="135307">
                  <a:moveTo>
                    <a:pt x="365259" y="40047"/>
                  </a:moveTo>
                  <a:cubicBezTo>
                    <a:pt x="369017" y="27646"/>
                    <a:pt x="353985" y="1718"/>
                    <a:pt x="339706" y="27"/>
                  </a:cubicBezTo>
                  <a:cubicBezTo>
                    <a:pt x="331533" y="-1007"/>
                    <a:pt x="225093" y="28398"/>
                    <a:pt x="158861" y="35444"/>
                  </a:cubicBezTo>
                  <a:cubicBezTo>
                    <a:pt x="114237" y="40235"/>
                    <a:pt x="39551" y="32813"/>
                    <a:pt x="0" y="135308"/>
                  </a:cubicBezTo>
                  <a:cubicBezTo>
                    <a:pt x="0" y="135308"/>
                    <a:pt x="62474" y="67103"/>
                    <a:pt x="141294" y="78565"/>
                  </a:cubicBezTo>
                  <a:cubicBezTo>
                    <a:pt x="220114" y="89932"/>
                    <a:pt x="356052" y="70204"/>
                    <a:pt x="365259" y="40047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6" name="Forme libre : forme 1475">
              <a:extLst>
                <a:ext uri="{FF2B5EF4-FFF2-40B4-BE49-F238E27FC236}">
                  <a16:creationId xmlns:a16="http://schemas.microsoft.com/office/drawing/2014/main" id="{E2C0BFCB-7F6E-47E6-880E-F99E2874D2EF}"/>
                </a:ext>
              </a:extLst>
            </p:cNvPr>
            <p:cNvSpPr/>
            <p:nvPr/>
          </p:nvSpPr>
          <p:spPr>
            <a:xfrm>
              <a:off x="5844624" y="5061231"/>
              <a:ext cx="46234" cy="95074"/>
            </a:xfrm>
            <a:custGeom>
              <a:avLst/>
              <a:gdLst>
                <a:gd name="connsiteX0" fmla="*/ 17229 w 62040"/>
                <a:gd name="connsiteY0" fmla="*/ 0 h 127577"/>
                <a:gd name="connsiteX1" fmla="*/ 11122 w 62040"/>
                <a:gd name="connsiteY1" fmla="*/ 38799 h 127577"/>
                <a:gd name="connsiteX2" fmla="*/ 9150 w 62040"/>
                <a:gd name="connsiteY2" fmla="*/ 57588 h 127577"/>
                <a:gd name="connsiteX3" fmla="*/ 10747 w 62040"/>
                <a:gd name="connsiteY3" fmla="*/ 75908 h 127577"/>
                <a:gd name="connsiteX4" fmla="*/ 29911 w 62040"/>
                <a:gd name="connsiteY4" fmla="*/ 106064 h 127577"/>
                <a:gd name="connsiteX5" fmla="*/ 62041 w 62040"/>
                <a:gd name="connsiteY5" fmla="*/ 127578 h 127577"/>
                <a:gd name="connsiteX6" fmla="*/ 25308 w 62040"/>
                <a:gd name="connsiteY6" fmla="*/ 111795 h 127577"/>
                <a:gd name="connsiteX7" fmla="*/ 10465 w 62040"/>
                <a:gd name="connsiteY7" fmla="*/ 97327 h 127577"/>
                <a:gd name="connsiteX8" fmla="*/ 1540 w 62040"/>
                <a:gd name="connsiteY8" fmla="*/ 78068 h 127577"/>
                <a:gd name="connsiteX9" fmla="*/ 225 w 62040"/>
                <a:gd name="connsiteY9" fmla="*/ 57306 h 127577"/>
                <a:gd name="connsiteX10" fmla="*/ 3889 w 62040"/>
                <a:gd name="connsiteY10" fmla="*/ 37296 h 127577"/>
                <a:gd name="connsiteX11" fmla="*/ 17229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17229" y="0"/>
                  </a:moveTo>
                  <a:cubicBezTo>
                    <a:pt x="15350" y="13059"/>
                    <a:pt x="13189" y="26023"/>
                    <a:pt x="11122" y="38799"/>
                  </a:cubicBezTo>
                  <a:cubicBezTo>
                    <a:pt x="10277" y="45188"/>
                    <a:pt x="9056" y="51576"/>
                    <a:pt x="9150" y="57588"/>
                  </a:cubicBezTo>
                  <a:cubicBezTo>
                    <a:pt x="8962" y="64071"/>
                    <a:pt x="9244" y="70083"/>
                    <a:pt x="10747" y="75908"/>
                  </a:cubicBezTo>
                  <a:cubicBezTo>
                    <a:pt x="13283" y="87651"/>
                    <a:pt x="20705" y="97703"/>
                    <a:pt x="29911" y="106064"/>
                  </a:cubicBezTo>
                  <a:cubicBezTo>
                    <a:pt x="39400" y="114237"/>
                    <a:pt x="50485" y="121096"/>
                    <a:pt x="62041" y="127578"/>
                  </a:cubicBezTo>
                  <a:cubicBezTo>
                    <a:pt x="49170" y="124571"/>
                    <a:pt x="36488" y="119780"/>
                    <a:pt x="25308" y="111795"/>
                  </a:cubicBezTo>
                  <a:cubicBezTo>
                    <a:pt x="19860" y="107661"/>
                    <a:pt x="14599" y="103058"/>
                    <a:pt x="10465" y="97327"/>
                  </a:cubicBezTo>
                  <a:cubicBezTo>
                    <a:pt x="6331" y="91597"/>
                    <a:pt x="3231" y="85020"/>
                    <a:pt x="1540" y="78068"/>
                  </a:cubicBezTo>
                  <a:cubicBezTo>
                    <a:pt x="-57" y="71117"/>
                    <a:pt x="-245" y="63883"/>
                    <a:pt x="225" y="57306"/>
                  </a:cubicBezTo>
                  <a:cubicBezTo>
                    <a:pt x="695" y="50260"/>
                    <a:pt x="2198" y="43685"/>
                    <a:pt x="3889" y="37296"/>
                  </a:cubicBezTo>
                  <a:cubicBezTo>
                    <a:pt x="7365" y="24426"/>
                    <a:pt x="11874" y="12119"/>
                    <a:pt x="17229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7" name="Forme libre : forme 1476">
              <a:extLst>
                <a:ext uri="{FF2B5EF4-FFF2-40B4-BE49-F238E27FC236}">
                  <a16:creationId xmlns:a16="http://schemas.microsoft.com/office/drawing/2014/main" id="{C2F0E7F3-7AC3-4906-A7AA-7CF12CB80BEB}"/>
                </a:ext>
              </a:extLst>
            </p:cNvPr>
            <p:cNvSpPr/>
            <p:nvPr/>
          </p:nvSpPr>
          <p:spPr>
            <a:xfrm>
              <a:off x="5788713" y="5243048"/>
              <a:ext cx="172365" cy="61819"/>
            </a:xfrm>
            <a:custGeom>
              <a:avLst/>
              <a:gdLst>
                <a:gd name="connsiteX0" fmla="*/ 231293 w 231293"/>
                <a:gd name="connsiteY0" fmla="*/ 20481 h 82953"/>
                <a:gd name="connsiteX1" fmla="*/ 200667 w 231293"/>
                <a:gd name="connsiteY1" fmla="*/ 12213 h 82953"/>
                <a:gd name="connsiteX2" fmla="*/ 185354 w 231293"/>
                <a:gd name="connsiteY2" fmla="*/ 8455 h 82953"/>
                <a:gd name="connsiteX3" fmla="*/ 170698 w 231293"/>
                <a:gd name="connsiteY3" fmla="*/ 6389 h 82953"/>
                <a:gd name="connsiteX4" fmla="*/ 142515 w 231293"/>
                <a:gd name="connsiteY4" fmla="*/ 17474 h 82953"/>
                <a:gd name="connsiteX5" fmla="*/ 114519 w 231293"/>
                <a:gd name="connsiteY5" fmla="*/ 32036 h 82953"/>
                <a:gd name="connsiteX6" fmla="*/ 85208 w 231293"/>
                <a:gd name="connsiteY6" fmla="*/ 45564 h 82953"/>
                <a:gd name="connsiteX7" fmla="*/ 54676 w 231293"/>
                <a:gd name="connsiteY7" fmla="*/ 54583 h 82953"/>
                <a:gd name="connsiteX8" fmla="*/ 25177 w 231293"/>
                <a:gd name="connsiteY8" fmla="*/ 64916 h 82953"/>
                <a:gd name="connsiteX9" fmla="*/ 0 w 231293"/>
                <a:gd name="connsiteY9" fmla="*/ 82954 h 82953"/>
                <a:gd name="connsiteX10" fmla="*/ 22923 w 231293"/>
                <a:gd name="connsiteY10" fmla="*/ 60689 h 82953"/>
                <a:gd name="connsiteX11" fmla="*/ 52234 w 231293"/>
                <a:gd name="connsiteY11" fmla="*/ 47443 h 82953"/>
                <a:gd name="connsiteX12" fmla="*/ 82014 w 231293"/>
                <a:gd name="connsiteY12" fmla="*/ 37014 h 82953"/>
                <a:gd name="connsiteX13" fmla="*/ 110104 w 231293"/>
                <a:gd name="connsiteY13" fmla="*/ 23768 h 82953"/>
                <a:gd name="connsiteX14" fmla="*/ 138663 w 231293"/>
                <a:gd name="connsiteY14" fmla="*/ 9771 h 82953"/>
                <a:gd name="connsiteX15" fmla="*/ 170041 w 231293"/>
                <a:gd name="connsiteY15" fmla="*/ 0 h 82953"/>
                <a:gd name="connsiteX16" fmla="*/ 186481 w 231293"/>
                <a:gd name="connsiteY16" fmla="*/ 3288 h 82953"/>
                <a:gd name="connsiteX17" fmla="*/ 201606 w 231293"/>
                <a:gd name="connsiteY17" fmla="*/ 8455 h 82953"/>
                <a:gd name="connsiteX18" fmla="*/ 231293 w 231293"/>
                <a:gd name="connsiteY18" fmla="*/ 20481 h 82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1293" h="82953">
                  <a:moveTo>
                    <a:pt x="231293" y="20481"/>
                  </a:moveTo>
                  <a:cubicBezTo>
                    <a:pt x="221053" y="17756"/>
                    <a:pt x="210907" y="14749"/>
                    <a:pt x="200667" y="12213"/>
                  </a:cubicBezTo>
                  <a:lnTo>
                    <a:pt x="185354" y="8455"/>
                  </a:lnTo>
                  <a:cubicBezTo>
                    <a:pt x="180469" y="7516"/>
                    <a:pt x="174738" y="5919"/>
                    <a:pt x="170698" y="6389"/>
                  </a:cubicBezTo>
                  <a:cubicBezTo>
                    <a:pt x="161398" y="7986"/>
                    <a:pt x="151815" y="13059"/>
                    <a:pt x="142515" y="17474"/>
                  </a:cubicBezTo>
                  <a:lnTo>
                    <a:pt x="114519" y="32036"/>
                  </a:lnTo>
                  <a:cubicBezTo>
                    <a:pt x="105125" y="36921"/>
                    <a:pt x="95636" y="41900"/>
                    <a:pt x="85208" y="45564"/>
                  </a:cubicBezTo>
                  <a:cubicBezTo>
                    <a:pt x="74968" y="48946"/>
                    <a:pt x="64728" y="51764"/>
                    <a:pt x="54676" y="54583"/>
                  </a:cubicBezTo>
                  <a:cubicBezTo>
                    <a:pt x="44624" y="57401"/>
                    <a:pt x="34572" y="60595"/>
                    <a:pt x="25177" y="64916"/>
                  </a:cubicBezTo>
                  <a:cubicBezTo>
                    <a:pt x="15689" y="69050"/>
                    <a:pt x="6670" y="74593"/>
                    <a:pt x="0" y="82954"/>
                  </a:cubicBezTo>
                  <a:cubicBezTo>
                    <a:pt x="4791" y="73278"/>
                    <a:pt x="13810" y="66326"/>
                    <a:pt x="22923" y="60689"/>
                  </a:cubicBezTo>
                  <a:cubicBezTo>
                    <a:pt x="32317" y="55334"/>
                    <a:pt x="42275" y="51200"/>
                    <a:pt x="52234" y="47443"/>
                  </a:cubicBezTo>
                  <a:lnTo>
                    <a:pt x="82014" y="37014"/>
                  </a:lnTo>
                  <a:cubicBezTo>
                    <a:pt x="91503" y="33633"/>
                    <a:pt x="100709" y="28372"/>
                    <a:pt x="110104" y="23768"/>
                  </a:cubicBezTo>
                  <a:cubicBezTo>
                    <a:pt x="119498" y="18977"/>
                    <a:pt x="128893" y="14092"/>
                    <a:pt x="138663" y="9771"/>
                  </a:cubicBezTo>
                  <a:cubicBezTo>
                    <a:pt x="148527" y="5543"/>
                    <a:pt x="158204" y="940"/>
                    <a:pt x="170041" y="0"/>
                  </a:cubicBezTo>
                  <a:cubicBezTo>
                    <a:pt x="176617" y="0"/>
                    <a:pt x="181220" y="1973"/>
                    <a:pt x="186481" y="3288"/>
                  </a:cubicBezTo>
                  <a:cubicBezTo>
                    <a:pt x="191648" y="4791"/>
                    <a:pt x="196627" y="6482"/>
                    <a:pt x="201606" y="8455"/>
                  </a:cubicBezTo>
                  <a:cubicBezTo>
                    <a:pt x="211846" y="12307"/>
                    <a:pt x="221711" y="16159"/>
                    <a:pt x="231293" y="20481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8" name="Forme libre : forme 1477">
              <a:extLst>
                <a:ext uri="{FF2B5EF4-FFF2-40B4-BE49-F238E27FC236}">
                  <a16:creationId xmlns:a16="http://schemas.microsoft.com/office/drawing/2014/main" id="{E470F34D-E7B6-480A-A941-EEC90FC4E775}"/>
                </a:ext>
              </a:extLst>
            </p:cNvPr>
            <p:cNvSpPr/>
            <p:nvPr/>
          </p:nvSpPr>
          <p:spPr>
            <a:xfrm>
              <a:off x="5295070" y="4175390"/>
              <a:ext cx="1331946" cy="1637402"/>
            </a:xfrm>
            <a:custGeom>
              <a:avLst/>
              <a:gdLst>
                <a:gd name="connsiteX0" fmla="*/ 1787308 w 1787307"/>
                <a:gd name="connsiteY0" fmla="*/ 2197190 h 2197190"/>
                <a:gd name="connsiteX1" fmla="*/ 1342101 w 1787307"/>
                <a:gd name="connsiteY1" fmla="*/ 2000376 h 2197190"/>
                <a:gd name="connsiteX2" fmla="*/ 1285828 w 1787307"/>
                <a:gd name="connsiteY2" fmla="*/ 1675513 h 2197190"/>
                <a:gd name="connsiteX3" fmla="*/ 1452957 w 1787307"/>
                <a:gd name="connsiteY3" fmla="*/ 1212081 h 2197190"/>
                <a:gd name="connsiteX4" fmla="*/ 1509230 w 1787307"/>
                <a:gd name="connsiteY4" fmla="*/ 805956 h 2197190"/>
                <a:gd name="connsiteX5" fmla="*/ 1465451 w 1787307"/>
                <a:gd name="connsiteY5" fmla="*/ 397764 h 2197190"/>
                <a:gd name="connsiteX6" fmla="*/ 903095 w 1787307"/>
                <a:gd name="connsiteY6" fmla="*/ 0 h 2197190"/>
                <a:gd name="connsiteX7" fmla="*/ 884212 w 1787307"/>
                <a:gd name="connsiteY7" fmla="*/ 0 h 2197190"/>
                <a:gd name="connsiteX8" fmla="*/ 321856 w 1787307"/>
                <a:gd name="connsiteY8" fmla="*/ 397764 h 2197190"/>
                <a:gd name="connsiteX9" fmla="*/ 278078 w 1787307"/>
                <a:gd name="connsiteY9" fmla="*/ 805956 h 2197190"/>
                <a:gd name="connsiteX10" fmla="*/ 334351 w 1787307"/>
                <a:gd name="connsiteY10" fmla="*/ 1212081 h 2197190"/>
                <a:gd name="connsiteX11" fmla="*/ 501480 w 1787307"/>
                <a:gd name="connsiteY11" fmla="*/ 1675513 h 2197190"/>
                <a:gd name="connsiteX12" fmla="*/ 445206 w 1787307"/>
                <a:gd name="connsiteY12" fmla="*/ 2000376 h 2197190"/>
                <a:gd name="connsiteX13" fmla="*/ 0 w 1787307"/>
                <a:gd name="connsiteY13" fmla="*/ 2197190 h 2197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7307" h="2197190">
                  <a:moveTo>
                    <a:pt x="1787308" y="2197190"/>
                  </a:moveTo>
                  <a:cubicBezTo>
                    <a:pt x="1787308" y="2197190"/>
                    <a:pt x="1426464" y="2059748"/>
                    <a:pt x="1342101" y="2000376"/>
                  </a:cubicBezTo>
                  <a:cubicBezTo>
                    <a:pt x="1257738" y="1941002"/>
                    <a:pt x="1285828" y="1675513"/>
                    <a:pt x="1285828" y="1675513"/>
                  </a:cubicBezTo>
                  <a:cubicBezTo>
                    <a:pt x="1460754" y="1439617"/>
                    <a:pt x="1425900" y="1299544"/>
                    <a:pt x="1452957" y="1212081"/>
                  </a:cubicBezTo>
                  <a:cubicBezTo>
                    <a:pt x="1480013" y="1124618"/>
                    <a:pt x="1509230" y="805956"/>
                    <a:pt x="1509230" y="805956"/>
                  </a:cubicBezTo>
                  <a:cubicBezTo>
                    <a:pt x="1509230" y="805956"/>
                    <a:pt x="1536286" y="639297"/>
                    <a:pt x="1465451" y="397764"/>
                  </a:cubicBezTo>
                  <a:cubicBezTo>
                    <a:pt x="1394617" y="156137"/>
                    <a:pt x="1184273" y="20762"/>
                    <a:pt x="903095" y="0"/>
                  </a:cubicBezTo>
                  <a:lnTo>
                    <a:pt x="884212" y="0"/>
                  </a:lnTo>
                  <a:cubicBezTo>
                    <a:pt x="603034" y="20856"/>
                    <a:pt x="392691" y="156231"/>
                    <a:pt x="321856" y="397764"/>
                  </a:cubicBezTo>
                  <a:cubicBezTo>
                    <a:pt x="251022" y="639391"/>
                    <a:pt x="278078" y="805956"/>
                    <a:pt x="278078" y="805956"/>
                  </a:cubicBezTo>
                  <a:cubicBezTo>
                    <a:pt x="278078" y="805956"/>
                    <a:pt x="307201" y="1124618"/>
                    <a:pt x="334351" y="1212081"/>
                  </a:cubicBezTo>
                  <a:cubicBezTo>
                    <a:pt x="361407" y="1299544"/>
                    <a:pt x="326554" y="1439617"/>
                    <a:pt x="501480" y="1675513"/>
                  </a:cubicBezTo>
                  <a:cubicBezTo>
                    <a:pt x="501480" y="1675513"/>
                    <a:pt x="529569" y="1941096"/>
                    <a:pt x="445206" y="2000376"/>
                  </a:cubicBezTo>
                  <a:cubicBezTo>
                    <a:pt x="360844" y="2059748"/>
                    <a:pt x="0" y="2197190"/>
                    <a:pt x="0" y="2197190"/>
                  </a:cubicBezTo>
                </a:path>
              </a:pathLst>
            </a:custGeom>
            <a:noFill/>
            <a:ln w="9389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9" name="Forme libre : forme 1478">
              <a:extLst>
                <a:ext uri="{FF2B5EF4-FFF2-40B4-BE49-F238E27FC236}">
                  <a16:creationId xmlns:a16="http://schemas.microsoft.com/office/drawing/2014/main" id="{4B682578-3B52-4BB6-9B35-11961D7E998C}"/>
                </a:ext>
              </a:extLst>
            </p:cNvPr>
            <p:cNvSpPr/>
            <p:nvPr/>
          </p:nvSpPr>
          <p:spPr>
            <a:xfrm>
              <a:off x="5468766" y="4121062"/>
              <a:ext cx="984065" cy="783670"/>
            </a:xfrm>
            <a:custGeom>
              <a:avLst/>
              <a:gdLst>
                <a:gd name="connsiteX0" fmla="*/ 681197 w 1320493"/>
                <a:gd name="connsiteY0" fmla="*/ 320823 h 1051588"/>
                <a:gd name="connsiteX1" fmla="*/ 966508 w 1320493"/>
                <a:gd name="connsiteY1" fmla="*/ 260416 h 1051588"/>
                <a:gd name="connsiteX2" fmla="*/ 1242425 w 1320493"/>
                <a:gd name="connsiteY2" fmla="*/ 686364 h 1051588"/>
                <a:gd name="connsiteX3" fmla="*/ 1256517 w 1320493"/>
                <a:gd name="connsiteY3" fmla="*/ 1038001 h 1051588"/>
                <a:gd name="connsiteX4" fmla="*/ 1320494 w 1320493"/>
                <a:gd name="connsiteY4" fmla="*/ 868524 h 1051588"/>
                <a:gd name="connsiteX5" fmla="*/ 1258020 w 1320493"/>
                <a:gd name="connsiteY5" fmla="*/ 375969 h 1051588"/>
                <a:gd name="connsiteX6" fmla="*/ 674902 w 1320493"/>
                <a:gd name="connsiteY6" fmla="*/ 0 h 1051588"/>
                <a:gd name="connsiteX7" fmla="*/ 645591 w 1320493"/>
                <a:gd name="connsiteY7" fmla="*/ 0 h 1051588"/>
                <a:gd name="connsiteX8" fmla="*/ 62474 w 1320493"/>
                <a:gd name="connsiteY8" fmla="*/ 375969 h 1051588"/>
                <a:gd name="connsiteX9" fmla="*/ 0 w 1320493"/>
                <a:gd name="connsiteY9" fmla="*/ 868524 h 1051588"/>
                <a:gd name="connsiteX10" fmla="*/ 63977 w 1320493"/>
                <a:gd name="connsiteY10" fmla="*/ 1038001 h 1051588"/>
                <a:gd name="connsiteX11" fmla="*/ 78068 w 1320493"/>
                <a:gd name="connsiteY11" fmla="*/ 686364 h 1051588"/>
                <a:gd name="connsiteX12" fmla="*/ 353986 w 1320493"/>
                <a:gd name="connsiteY12" fmla="*/ 260416 h 1051588"/>
                <a:gd name="connsiteX13" fmla="*/ 639297 w 1320493"/>
                <a:gd name="connsiteY13" fmla="*/ 320823 h 1051588"/>
                <a:gd name="connsiteX14" fmla="*/ 660153 w 1320493"/>
                <a:gd name="connsiteY14" fmla="*/ 322984 h 1051588"/>
                <a:gd name="connsiteX15" fmla="*/ 681197 w 1320493"/>
                <a:gd name="connsiteY15" fmla="*/ 320823 h 105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20493" h="1051588">
                  <a:moveTo>
                    <a:pt x="681197" y="320823"/>
                  </a:moveTo>
                  <a:cubicBezTo>
                    <a:pt x="713514" y="318756"/>
                    <a:pt x="885340" y="244821"/>
                    <a:pt x="966508" y="260416"/>
                  </a:cubicBezTo>
                  <a:cubicBezTo>
                    <a:pt x="1047677" y="276011"/>
                    <a:pt x="1212269" y="316690"/>
                    <a:pt x="1242425" y="686364"/>
                  </a:cubicBezTo>
                  <a:cubicBezTo>
                    <a:pt x="1245901" y="729015"/>
                    <a:pt x="1241486" y="971112"/>
                    <a:pt x="1256517" y="1038001"/>
                  </a:cubicBezTo>
                  <a:cubicBezTo>
                    <a:pt x="1271548" y="1104890"/>
                    <a:pt x="1320494" y="904974"/>
                    <a:pt x="1320494" y="868524"/>
                  </a:cubicBezTo>
                  <a:cubicBezTo>
                    <a:pt x="1320494" y="832073"/>
                    <a:pt x="1287143" y="472826"/>
                    <a:pt x="1258020" y="375969"/>
                  </a:cubicBezTo>
                  <a:cubicBezTo>
                    <a:pt x="1228897" y="279111"/>
                    <a:pt x="1134107" y="11461"/>
                    <a:pt x="674902" y="0"/>
                  </a:cubicBezTo>
                  <a:lnTo>
                    <a:pt x="645591" y="0"/>
                  </a:lnTo>
                  <a:cubicBezTo>
                    <a:pt x="186387" y="11461"/>
                    <a:pt x="91597" y="279111"/>
                    <a:pt x="62474" y="375969"/>
                  </a:cubicBezTo>
                  <a:cubicBezTo>
                    <a:pt x="33351" y="472826"/>
                    <a:pt x="0" y="832073"/>
                    <a:pt x="0" y="868524"/>
                  </a:cubicBezTo>
                  <a:cubicBezTo>
                    <a:pt x="0" y="904974"/>
                    <a:pt x="48946" y="1104890"/>
                    <a:pt x="63977" y="1038001"/>
                  </a:cubicBezTo>
                  <a:cubicBezTo>
                    <a:pt x="79008" y="971018"/>
                    <a:pt x="74593" y="728921"/>
                    <a:pt x="78068" y="686364"/>
                  </a:cubicBezTo>
                  <a:cubicBezTo>
                    <a:pt x="108225" y="316690"/>
                    <a:pt x="272817" y="276105"/>
                    <a:pt x="353986" y="260416"/>
                  </a:cubicBezTo>
                  <a:cubicBezTo>
                    <a:pt x="435248" y="244821"/>
                    <a:pt x="607074" y="318756"/>
                    <a:pt x="639297" y="320823"/>
                  </a:cubicBezTo>
                  <a:cubicBezTo>
                    <a:pt x="639297" y="320823"/>
                    <a:pt x="651322" y="323171"/>
                    <a:pt x="660153" y="322984"/>
                  </a:cubicBezTo>
                  <a:cubicBezTo>
                    <a:pt x="669172" y="322796"/>
                    <a:pt x="681197" y="320823"/>
                    <a:pt x="681197" y="320823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0" name="Forme libre : forme 1479">
              <a:extLst>
                <a:ext uri="{FF2B5EF4-FFF2-40B4-BE49-F238E27FC236}">
                  <a16:creationId xmlns:a16="http://schemas.microsoft.com/office/drawing/2014/main" id="{B67C2BC3-C6C3-48C3-85A4-B013A302FCCF}"/>
                </a:ext>
              </a:extLst>
            </p:cNvPr>
            <p:cNvSpPr/>
            <p:nvPr/>
          </p:nvSpPr>
          <p:spPr>
            <a:xfrm>
              <a:off x="5468766" y="4121062"/>
              <a:ext cx="984065" cy="783670"/>
            </a:xfrm>
            <a:custGeom>
              <a:avLst/>
              <a:gdLst>
                <a:gd name="connsiteX0" fmla="*/ 681197 w 1320493"/>
                <a:gd name="connsiteY0" fmla="*/ 320823 h 1051588"/>
                <a:gd name="connsiteX1" fmla="*/ 966508 w 1320493"/>
                <a:gd name="connsiteY1" fmla="*/ 260416 h 1051588"/>
                <a:gd name="connsiteX2" fmla="*/ 1242425 w 1320493"/>
                <a:gd name="connsiteY2" fmla="*/ 686364 h 1051588"/>
                <a:gd name="connsiteX3" fmla="*/ 1256517 w 1320493"/>
                <a:gd name="connsiteY3" fmla="*/ 1038001 h 1051588"/>
                <a:gd name="connsiteX4" fmla="*/ 1320494 w 1320493"/>
                <a:gd name="connsiteY4" fmla="*/ 868524 h 1051588"/>
                <a:gd name="connsiteX5" fmla="*/ 1258020 w 1320493"/>
                <a:gd name="connsiteY5" fmla="*/ 375969 h 1051588"/>
                <a:gd name="connsiteX6" fmla="*/ 674902 w 1320493"/>
                <a:gd name="connsiteY6" fmla="*/ 0 h 1051588"/>
                <a:gd name="connsiteX7" fmla="*/ 645591 w 1320493"/>
                <a:gd name="connsiteY7" fmla="*/ 0 h 1051588"/>
                <a:gd name="connsiteX8" fmla="*/ 62474 w 1320493"/>
                <a:gd name="connsiteY8" fmla="*/ 375969 h 1051588"/>
                <a:gd name="connsiteX9" fmla="*/ 0 w 1320493"/>
                <a:gd name="connsiteY9" fmla="*/ 868524 h 1051588"/>
                <a:gd name="connsiteX10" fmla="*/ 63977 w 1320493"/>
                <a:gd name="connsiteY10" fmla="*/ 1038001 h 1051588"/>
                <a:gd name="connsiteX11" fmla="*/ 78068 w 1320493"/>
                <a:gd name="connsiteY11" fmla="*/ 686364 h 1051588"/>
                <a:gd name="connsiteX12" fmla="*/ 353986 w 1320493"/>
                <a:gd name="connsiteY12" fmla="*/ 260416 h 1051588"/>
                <a:gd name="connsiteX13" fmla="*/ 639297 w 1320493"/>
                <a:gd name="connsiteY13" fmla="*/ 320823 h 1051588"/>
                <a:gd name="connsiteX14" fmla="*/ 660153 w 1320493"/>
                <a:gd name="connsiteY14" fmla="*/ 322984 h 1051588"/>
                <a:gd name="connsiteX15" fmla="*/ 681197 w 1320493"/>
                <a:gd name="connsiteY15" fmla="*/ 320823 h 105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20493" h="1051588">
                  <a:moveTo>
                    <a:pt x="681197" y="320823"/>
                  </a:moveTo>
                  <a:cubicBezTo>
                    <a:pt x="713514" y="318756"/>
                    <a:pt x="885340" y="244821"/>
                    <a:pt x="966508" y="260416"/>
                  </a:cubicBezTo>
                  <a:cubicBezTo>
                    <a:pt x="1047677" y="276011"/>
                    <a:pt x="1212269" y="316690"/>
                    <a:pt x="1242425" y="686364"/>
                  </a:cubicBezTo>
                  <a:cubicBezTo>
                    <a:pt x="1245901" y="729015"/>
                    <a:pt x="1241486" y="971112"/>
                    <a:pt x="1256517" y="1038001"/>
                  </a:cubicBezTo>
                  <a:cubicBezTo>
                    <a:pt x="1271548" y="1104890"/>
                    <a:pt x="1320494" y="904974"/>
                    <a:pt x="1320494" y="868524"/>
                  </a:cubicBezTo>
                  <a:cubicBezTo>
                    <a:pt x="1320494" y="832073"/>
                    <a:pt x="1287143" y="472826"/>
                    <a:pt x="1258020" y="375969"/>
                  </a:cubicBezTo>
                  <a:cubicBezTo>
                    <a:pt x="1228897" y="279111"/>
                    <a:pt x="1134107" y="11461"/>
                    <a:pt x="674902" y="0"/>
                  </a:cubicBezTo>
                  <a:lnTo>
                    <a:pt x="645591" y="0"/>
                  </a:lnTo>
                  <a:cubicBezTo>
                    <a:pt x="186387" y="11461"/>
                    <a:pt x="91597" y="279111"/>
                    <a:pt x="62474" y="375969"/>
                  </a:cubicBezTo>
                  <a:cubicBezTo>
                    <a:pt x="33351" y="472826"/>
                    <a:pt x="0" y="832073"/>
                    <a:pt x="0" y="868524"/>
                  </a:cubicBezTo>
                  <a:cubicBezTo>
                    <a:pt x="0" y="904974"/>
                    <a:pt x="48946" y="1104890"/>
                    <a:pt x="63977" y="1038001"/>
                  </a:cubicBezTo>
                  <a:cubicBezTo>
                    <a:pt x="79008" y="971018"/>
                    <a:pt x="74593" y="728921"/>
                    <a:pt x="78068" y="686364"/>
                  </a:cubicBezTo>
                  <a:cubicBezTo>
                    <a:pt x="108225" y="316690"/>
                    <a:pt x="272817" y="276105"/>
                    <a:pt x="353986" y="260416"/>
                  </a:cubicBezTo>
                  <a:cubicBezTo>
                    <a:pt x="435248" y="244821"/>
                    <a:pt x="607074" y="318756"/>
                    <a:pt x="639297" y="320823"/>
                  </a:cubicBezTo>
                  <a:cubicBezTo>
                    <a:pt x="639297" y="320823"/>
                    <a:pt x="651322" y="323171"/>
                    <a:pt x="660153" y="322984"/>
                  </a:cubicBezTo>
                  <a:cubicBezTo>
                    <a:pt x="669172" y="322796"/>
                    <a:pt x="681197" y="320823"/>
                    <a:pt x="681197" y="320823"/>
                  </a:cubicBezTo>
                  <a:close/>
                </a:path>
              </a:pathLst>
            </a:custGeom>
            <a:noFill/>
            <a:ln w="9389" cap="rnd">
              <a:solidFill>
                <a:srgbClr val="33333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1" name="Forme libre : forme 1480">
              <a:extLst>
                <a:ext uri="{FF2B5EF4-FFF2-40B4-BE49-F238E27FC236}">
                  <a16:creationId xmlns:a16="http://schemas.microsoft.com/office/drawing/2014/main" id="{BF6E9F94-6925-4973-9623-5FCFE554B870}"/>
                </a:ext>
              </a:extLst>
            </p:cNvPr>
            <p:cNvSpPr/>
            <p:nvPr/>
          </p:nvSpPr>
          <p:spPr>
            <a:xfrm>
              <a:off x="6083044" y="4864712"/>
              <a:ext cx="194241" cy="17934"/>
            </a:xfrm>
            <a:custGeom>
              <a:avLst/>
              <a:gdLst>
                <a:gd name="connsiteX0" fmla="*/ 742 w 260647"/>
                <a:gd name="connsiteY0" fmla="*/ 18413 h 24065"/>
                <a:gd name="connsiteX1" fmla="*/ 68947 w 260647"/>
                <a:gd name="connsiteY1" fmla="*/ 15125 h 24065"/>
                <a:gd name="connsiteX2" fmla="*/ 259279 w 260647"/>
                <a:gd name="connsiteY2" fmla="*/ 0 h 24065"/>
                <a:gd name="connsiteX3" fmla="*/ 242182 w 260647"/>
                <a:gd name="connsiteY3" fmla="*/ 14655 h 24065"/>
                <a:gd name="connsiteX4" fmla="*/ 68947 w 260647"/>
                <a:gd name="connsiteY4" fmla="*/ 22641 h 24065"/>
                <a:gd name="connsiteX5" fmla="*/ 742 w 260647"/>
                <a:gd name="connsiteY5" fmla="*/ 18413 h 2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647" h="24065">
                  <a:moveTo>
                    <a:pt x="742" y="18413"/>
                  </a:moveTo>
                  <a:cubicBezTo>
                    <a:pt x="-7149" y="11931"/>
                    <a:pt x="50063" y="12025"/>
                    <a:pt x="68947" y="15125"/>
                  </a:cubicBezTo>
                  <a:cubicBezTo>
                    <a:pt x="87923" y="18131"/>
                    <a:pt x="219071" y="19635"/>
                    <a:pt x="259279" y="0"/>
                  </a:cubicBezTo>
                  <a:cubicBezTo>
                    <a:pt x="259279" y="0"/>
                    <a:pt x="267828" y="5449"/>
                    <a:pt x="242182" y="14655"/>
                  </a:cubicBezTo>
                  <a:cubicBezTo>
                    <a:pt x="216534" y="23862"/>
                    <a:pt x="82099" y="25835"/>
                    <a:pt x="68947" y="22641"/>
                  </a:cubicBezTo>
                  <a:cubicBezTo>
                    <a:pt x="55794" y="19447"/>
                    <a:pt x="14083" y="29499"/>
                    <a:pt x="742" y="18413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82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6115657" y="4866252"/>
              <a:ext cx="185391" cy="50967"/>
              <a:chOff x="6151327" y="4546008"/>
              <a:chExt cx="248772" cy="68392"/>
            </a:xfrm>
            <a:solidFill>
              <a:srgbClr val="333333"/>
            </a:solidFill>
          </p:grpSpPr>
          <p:sp>
            <p:nvSpPr>
              <p:cNvPr id="1483" name="Forme libre : forme 1482">
                <a:extLst>
                  <a:ext uri="{FF2B5EF4-FFF2-40B4-BE49-F238E27FC236}">
                    <a16:creationId xmlns:a16="http://schemas.microsoft.com/office/drawing/2014/main" id="{B1ADF0CB-17DB-485D-8D7F-B4258EA3B492}"/>
                  </a:ext>
                </a:extLst>
              </p:cNvPr>
              <p:cNvSpPr/>
              <p:nvPr/>
            </p:nvSpPr>
            <p:spPr>
              <a:xfrm>
                <a:off x="6358952" y="4546008"/>
                <a:ext cx="41148" cy="13953"/>
              </a:xfrm>
              <a:custGeom>
                <a:avLst/>
                <a:gdLst>
                  <a:gd name="connsiteX0" fmla="*/ 0 w 41148"/>
                  <a:gd name="connsiteY0" fmla="*/ 4134 h 13953"/>
                  <a:gd name="connsiteX1" fmla="*/ 20292 w 41148"/>
                  <a:gd name="connsiteY1" fmla="*/ 13340 h 13953"/>
                  <a:gd name="connsiteX2" fmla="*/ 31002 w 41148"/>
                  <a:gd name="connsiteY2" fmla="*/ 13904 h 13953"/>
                  <a:gd name="connsiteX3" fmla="*/ 41148 w 41148"/>
                  <a:gd name="connsiteY3" fmla="*/ 11180 h 13953"/>
                  <a:gd name="connsiteX4" fmla="*/ 31002 w 41148"/>
                  <a:gd name="connsiteY4" fmla="*/ 12213 h 13953"/>
                  <a:gd name="connsiteX5" fmla="*/ 20950 w 41148"/>
                  <a:gd name="connsiteY5" fmla="*/ 10146 h 13953"/>
                  <a:gd name="connsiteX6" fmla="*/ 5073 w 41148"/>
                  <a:gd name="connsiteY6" fmla="*/ 0 h 13953"/>
                  <a:gd name="connsiteX7" fmla="*/ 0 w 41148"/>
                  <a:gd name="connsiteY7" fmla="*/ 4134 h 1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148" h="13953">
                    <a:moveTo>
                      <a:pt x="0" y="4134"/>
                    </a:moveTo>
                    <a:cubicBezTo>
                      <a:pt x="5637" y="10146"/>
                      <a:pt x="13246" y="12495"/>
                      <a:pt x="20292" y="13340"/>
                    </a:cubicBezTo>
                    <a:cubicBezTo>
                      <a:pt x="23862" y="13716"/>
                      <a:pt x="27338" y="14092"/>
                      <a:pt x="31002" y="13904"/>
                    </a:cubicBezTo>
                    <a:cubicBezTo>
                      <a:pt x="34666" y="14186"/>
                      <a:pt x="38048" y="12683"/>
                      <a:pt x="41148" y="11180"/>
                    </a:cubicBezTo>
                    <a:cubicBezTo>
                      <a:pt x="37766" y="12213"/>
                      <a:pt x="34384" y="13059"/>
                      <a:pt x="31002" y="12213"/>
                    </a:cubicBezTo>
                    <a:cubicBezTo>
                      <a:pt x="27714" y="11931"/>
                      <a:pt x="24238" y="10992"/>
                      <a:pt x="20950" y="10146"/>
                    </a:cubicBezTo>
                    <a:cubicBezTo>
                      <a:pt x="14468" y="8361"/>
                      <a:pt x="8361" y="4979"/>
                      <a:pt x="5073" y="0"/>
                    </a:cubicBezTo>
                    <a:lnTo>
                      <a:pt x="0" y="4134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4" name="Forme libre : forme 1483">
                <a:extLst>
                  <a:ext uri="{FF2B5EF4-FFF2-40B4-BE49-F238E27FC236}">
                    <a16:creationId xmlns:a16="http://schemas.microsoft.com/office/drawing/2014/main" id="{CDC6033E-5BE9-41B7-804C-E41B2A827E2E}"/>
                  </a:ext>
                </a:extLst>
              </p:cNvPr>
              <p:cNvSpPr/>
              <p:nvPr/>
            </p:nvSpPr>
            <p:spPr>
              <a:xfrm>
                <a:off x="6151327" y="4560570"/>
                <a:ext cx="13252" cy="29874"/>
              </a:xfrm>
              <a:custGeom>
                <a:avLst/>
                <a:gdLst>
                  <a:gd name="connsiteX0" fmla="*/ 7991 w 13252"/>
                  <a:gd name="connsiteY0" fmla="*/ 0 h 29874"/>
                  <a:gd name="connsiteX1" fmla="*/ 1791 w 13252"/>
                  <a:gd name="connsiteY1" fmla="*/ 15031 h 29874"/>
                  <a:gd name="connsiteX2" fmla="*/ 6 w 13252"/>
                  <a:gd name="connsiteY2" fmla="*/ 23016 h 29874"/>
                  <a:gd name="connsiteX3" fmla="*/ 3857 w 13252"/>
                  <a:gd name="connsiteY3" fmla="*/ 29875 h 29874"/>
                  <a:gd name="connsiteX4" fmla="*/ 1791 w 13252"/>
                  <a:gd name="connsiteY4" fmla="*/ 23110 h 29874"/>
                  <a:gd name="connsiteX5" fmla="*/ 4985 w 13252"/>
                  <a:gd name="connsiteY5" fmla="*/ 16440 h 29874"/>
                  <a:gd name="connsiteX6" fmla="*/ 13252 w 13252"/>
                  <a:gd name="connsiteY6" fmla="*/ 3946 h 29874"/>
                  <a:gd name="connsiteX7" fmla="*/ 7991 w 13252"/>
                  <a:gd name="connsiteY7" fmla="*/ 0 h 2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52" h="29874">
                    <a:moveTo>
                      <a:pt x="7991" y="0"/>
                    </a:moveTo>
                    <a:cubicBezTo>
                      <a:pt x="4797" y="5167"/>
                      <a:pt x="3576" y="10146"/>
                      <a:pt x="1791" y="15031"/>
                    </a:cubicBezTo>
                    <a:cubicBezTo>
                      <a:pt x="945" y="17380"/>
                      <a:pt x="-88" y="20198"/>
                      <a:pt x="6" y="23016"/>
                    </a:cubicBezTo>
                    <a:cubicBezTo>
                      <a:pt x="6" y="25835"/>
                      <a:pt x="1415" y="28747"/>
                      <a:pt x="3857" y="29875"/>
                    </a:cubicBezTo>
                    <a:cubicBezTo>
                      <a:pt x="1791" y="28184"/>
                      <a:pt x="1321" y="25459"/>
                      <a:pt x="1791" y="23110"/>
                    </a:cubicBezTo>
                    <a:cubicBezTo>
                      <a:pt x="2261" y="20762"/>
                      <a:pt x="3576" y="18695"/>
                      <a:pt x="4985" y="16440"/>
                    </a:cubicBezTo>
                    <a:cubicBezTo>
                      <a:pt x="7709" y="11931"/>
                      <a:pt x="10152" y="7140"/>
                      <a:pt x="13252" y="3946"/>
                    </a:cubicBezTo>
                    <a:lnTo>
                      <a:pt x="799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5" name="Forme libre : forme 1484">
                <a:extLst>
                  <a:ext uri="{FF2B5EF4-FFF2-40B4-BE49-F238E27FC236}">
                    <a16:creationId xmlns:a16="http://schemas.microsoft.com/office/drawing/2014/main" id="{13B99341-D6F6-4B6C-9BCC-6C591F878838}"/>
                  </a:ext>
                </a:extLst>
              </p:cNvPr>
              <p:cNvSpPr/>
              <p:nvPr/>
            </p:nvSpPr>
            <p:spPr>
              <a:xfrm>
                <a:off x="6171305" y="4563670"/>
                <a:ext cx="10654" cy="25740"/>
              </a:xfrm>
              <a:custGeom>
                <a:avLst/>
                <a:gdLst>
                  <a:gd name="connsiteX0" fmla="*/ 4454 w 10654"/>
                  <a:gd name="connsiteY0" fmla="*/ 0 h 25740"/>
                  <a:gd name="connsiteX1" fmla="*/ 38 w 10654"/>
                  <a:gd name="connsiteY1" fmla="*/ 13246 h 25740"/>
                  <a:gd name="connsiteX2" fmla="*/ 2763 w 10654"/>
                  <a:gd name="connsiteY2" fmla="*/ 20574 h 25740"/>
                  <a:gd name="connsiteX3" fmla="*/ 7554 w 10654"/>
                  <a:gd name="connsiteY3" fmla="*/ 25741 h 25740"/>
                  <a:gd name="connsiteX4" fmla="*/ 4078 w 10654"/>
                  <a:gd name="connsiteY4" fmla="*/ 19635 h 25740"/>
                  <a:gd name="connsiteX5" fmla="*/ 3232 w 10654"/>
                  <a:gd name="connsiteY5" fmla="*/ 13810 h 25740"/>
                  <a:gd name="connsiteX6" fmla="*/ 10654 w 10654"/>
                  <a:gd name="connsiteY6" fmla="*/ 1785 h 25740"/>
                  <a:gd name="connsiteX7" fmla="*/ 4454 w 10654"/>
                  <a:gd name="connsiteY7" fmla="*/ 0 h 2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654" h="25740">
                    <a:moveTo>
                      <a:pt x="4454" y="0"/>
                    </a:moveTo>
                    <a:cubicBezTo>
                      <a:pt x="4266" y="3382"/>
                      <a:pt x="508" y="7704"/>
                      <a:pt x="38" y="13246"/>
                    </a:cubicBezTo>
                    <a:cubicBezTo>
                      <a:pt x="-244" y="16065"/>
                      <a:pt x="1072" y="18883"/>
                      <a:pt x="2763" y="20574"/>
                    </a:cubicBezTo>
                    <a:cubicBezTo>
                      <a:pt x="4454" y="22359"/>
                      <a:pt x="6239" y="23768"/>
                      <a:pt x="7554" y="25741"/>
                    </a:cubicBezTo>
                    <a:cubicBezTo>
                      <a:pt x="6708" y="23486"/>
                      <a:pt x="5205" y="21607"/>
                      <a:pt x="4078" y="19635"/>
                    </a:cubicBezTo>
                    <a:cubicBezTo>
                      <a:pt x="2950" y="17662"/>
                      <a:pt x="2575" y="15689"/>
                      <a:pt x="3232" y="13810"/>
                    </a:cubicBezTo>
                    <a:cubicBezTo>
                      <a:pt x="4360" y="9864"/>
                      <a:pt x="8305" y="7422"/>
                      <a:pt x="10654" y="1785"/>
                    </a:cubicBezTo>
                    <a:lnTo>
                      <a:pt x="4454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6" name="Forme libre : forme 1485">
                <a:extLst>
                  <a:ext uri="{FF2B5EF4-FFF2-40B4-BE49-F238E27FC236}">
                    <a16:creationId xmlns:a16="http://schemas.microsoft.com/office/drawing/2014/main" id="{91A81226-4463-403A-9BEA-785E9822D096}"/>
                  </a:ext>
                </a:extLst>
              </p:cNvPr>
              <p:cNvSpPr/>
              <p:nvPr/>
            </p:nvSpPr>
            <p:spPr>
              <a:xfrm>
                <a:off x="6352376" y="4553054"/>
                <a:ext cx="36640" cy="22627"/>
              </a:xfrm>
              <a:custGeom>
                <a:avLst/>
                <a:gdLst>
                  <a:gd name="connsiteX0" fmla="*/ 0 w 36640"/>
                  <a:gd name="connsiteY0" fmla="*/ 0 h 22627"/>
                  <a:gd name="connsiteX1" fmla="*/ 5261 w 36640"/>
                  <a:gd name="connsiteY1" fmla="*/ 12119 h 22627"/>
                  <a:gd name="connsiteX2" fmla="*/ 15783 w 36640"/>
                  <a:gd name="connsiteY2" fmla="*/ 17944 h 22627"/>
                  <a:gd name="connsiteX3" fmla="*/ 26586 w 36640"/>
                  <a:gd name="connsiteY3" fmla="*/ 21514 h 22627"/>
                  <a:gd name="connsiteX4" fmla="*/ 32223 w 36640"/>
                  <a:gd name="connsiteY4" fmla="*/ 22547 h 22627"/>
                  <a:gd name="connsiteX5" fmla="*/ 36639 w 36640"/>
                  <a:gd name="connsiteY5" fmla="*/ 19823 h 22627"/>
                  <a:gd name="connsiteX6" fmla="*/ 32317 w 36640"/>
                  <a:gd name="connsiteY6" fmla="*/ 21701 h 22627"/>
                  <a:gd name="connsiteX7" fmla="*/ 27056 w 36640"/>
                  <a:gd name="connsiteY7" fmla="*/ 19823 h 22627"/>
                  <a:gd name="connsiteX8" fmla="*/ 17192 w 36640"/>
                  <a:gd name="connsiteY8" fmla="*/ 14844 h 22627"/>
                  <a:gd name="connsiteX9" fmla="*/ 8925 w 36640"/>
                  <a:gd name="connsiteY9" fmla="*/ 8549 h 22627"/>
                  <a:gd name="connsiteX10" fmla="*/ 6576 w 36640"/>
                  <a:gd name="connsiteY10" fmla="*/ 0 h 22627"/>
                  <a:gd name="connsiteX11" fmla="*/ 0 w 36640"/>
                  <a:gd name="connsiteY11" fmla="*/ 0 h 2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6640" h="22627">
                    <a:moveTo>
                      <a:pt x="0" y="0"/>
                    </a:moveTo>
                    <a:cubicBezTo>
                      <a:pt x="470" y="4885"/>
                      <a:pt x="1973" y="8455"/>
                      <a:pt x="5261" y="12119"/>
                    </a:cubicBezTo>
                    <a:cubicBezTo>
                      <a:pt x="8549" y="15125"/>
                      <a:pt x="12213" y="16534"/>
                      <a:pt x="15783" y="17944"/>
                    </a:cubicBezTo>
                    <a:cubicBezTo>
                      <a:pt x="19353" y="19353"/>
                      <a:pt x="22923" y="20574"/>
                      <a:pt x="26586" y="21514"/>
                    </a:cubicBezTo>
                    <a:cubicBezTo>
                      <a:pt x="28465" y="21983"/>
                      <a:pt x="30250" y="22359"/>
                      <a:pt x="32223" y="22547"/>
                    </a:cubicBezTo>
                    <a:cubicBezTo>
                      <a:pt x="34008" y="22923"/>
                      <a:pt x="36733" y="21983"/>
                      <a:pt x="36639" y="19823"/>
                    </a:cubicBezTo>
                    <a:cubicBezTo>
                      <a:pt x="36263" y="21889"/>
                      <a:pt x="33914" y="22265"/>
                      <a:pt x="32317" y="21701"/>
                    </a:cubicBezTo>
                    <a:cubicBezTo>
                      <a:pt x="30532" y="21232"/>
                      <a:pt x="28841" y="20574"/>
                      <a:pt x="27056" y="19823"/>
                    </a:cubicBezTo>
                    <a:cubicBezTo>
                      <a:pt x="23674" y="18413"/>
                      <a:pt x="20386" y="16722"/>
                      <a:pt x="17192" y="14844"/>
                    </a:cubicBezTo>
                    <a:cubicBezTo>
                      <a:pt x="13998" y="12964"/>
                      <a:pt x="10898" y="10992"/>
                      <a:pt x="8925" y="8549"/>
                    </a:cubicBezTo>
                    <a:cubicBezTo>
                      <a:pt x="7328" y="6482"/>
                      <a:pt x="6294" y="2630"/>
                      <a:pt x="657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7" name="Forme libre : forme 1486">
                <a:extLst>
                  <a:ext uri="{FF2B5EF4-FFF2-40B4-BE49-F238E27FC236}">
                    <a16:creationId xmlns:a16="http://schemas.microsoft.com/office/drawing/2014/main" id="{67B1031C-F435-4BD0-B1A0-87A8466898B5}"/>
                  </a:ext>
                </a:extLst>
              </p:cNvPr>
              <p:cNvSpPr/>
              <p:nvPr/>
            </p:nvSpPr>
            <p:spPr>
              <a:xfrm>
                <a:off x="6239689" y="4562566"/>
                <a:ext cx="28418" cy="51834"/>
              </a:xfrm>
              <a:custGeom>
                <a:avLst/>
                <a:gdLst>
                  <a:gd name="connsiteX0" fmla="*/ 6247 w 28418"/>
                  <a:gd name="connsiteY0" fmla="*/ 2325 h 51834"/>
                  <a:gd name="connsiteX1" fmla="*/ 6247 w 28418"/>
                  <a:gd name="connsiteY1" fmla="*/ 5237 h 51834"/>
                  <a:gd name="connsiteX2" fmla="*/ 4932 w 28418"/>
                  <a:gd name="connsiteY2" fmla="*/ 6459 h 51834"/>
                  <a:gd name="connsiteX3" fmla="*/ 2208 w 28418"/>
                  <a:gd name="connsiteY3" fmla="*/ 6177 h 51834"/>
                  <a:gd name="connsiteX4" fmla="*/ 1080 w 28418"/>
                  <a:gd name="connsiteY4" fmla="*/ 4016 h 51834"/>
                  <a:gd name="connsiteX5" fmla="*/ 893 w 28418"/>
                  <a:gd name="connsiteY5" fmla="*/ 5801 h 51834"/>
                  <a:gd name="connsiteX6" fmla="*/ 705 w 28418"/>
                  <a:gd name="connsiteY6" fmla="*/ 9747 h 51834"/>
                  <a:gd name="connsiteX7" fmla="*/ 1080 w 28418"/>
                  <a:gd name="connsiteY7" fmla="*/ 17638 h 51834"/>
                  <a:gd name="connsiteX8" fmla="*/ 5402 w 28418"/>
                  <a:gd name="connsiteY8" fmla="*/ 32763 h 51834"/>
                  <a:gd name="connsiteX9" fmla="*/ 28419 w 28418"/>
                  <a:gd name="connsiteY9" fmla="*/ 51834 h 51834"/>
                  <a:gd name="connsiteX10" fmla="*/ 8408 w 28418"/>
                  <a:gd name="connsiteY10" fmla="*/ 31448 h 51834"/>
                  <a:gd name="connsiteX11" fmla="*/ 5965 w 28418"/>
                  <a:gd name="connsiteY11" fmla="*/ 17262 h 51834"/>
                  <a:gd name="connsiteX12" fmla="*/ 6341 w 28418"/>
                  <a:gd name="connsiteY12" fmla="*/ 10029 h 51834"/>
                  <a:gd name="connsiteX13" fmla="*/ 6905 w 28418"/>
                  <a:gd name="connsiteY13" fmla="*/ 6459 h 51834"/>
                  <a:gd name="connsiteX14" fmla="*/ 7281 w 28418"/>
                  <a:gd name="connsiteY14" fmla="*/ 4580 h 51834"/>
                  <a:gd name="connsiteX15" fmla="*/ 5684 w 28418"/>
                  <a:gd name="connsiteY15" fmla="*/ 634 h 51834"/>
                  <a:gd name="connsiteX16" fmla="*/ 2020 w 28418"/>
                  <a:gd name="connsiteY16" fmla="*/ 352 h 51834"/>
                  <a:gd name="connsiteX17" fmla="*/ 423 w 28418"/>
                  <a:gd name="connsiteY17" fmla="*/ 1855 h 51834"/>
                  <a:gd name="connsiteX18" fmla="*/ 423 w 28418"/>
                  <a:gd name="connsiteY18" fmla="*/ 5237 h 51834"/>
                  <a:gd name="connsiteX19" fmla="*/ 6247 w 28418"/>
                  <a:gd name="connsiteY19" fmla="*/ 2325 h 51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8418" h="51834">
                    <a:moveTo>
                      <a:pt x="6247" y="2325"/>
                    </a:moveTo>
                    <a:cubicBezTo>
                      <a:pt x="6717" y="2983"/>
                      <a:pt x="6717" y="4486"/>
                      <a:pt x="6247" y="5237"/>
                    </a:cubicBezTo>
                    <a:cubicBezTo>
                      <a:pt x="5778" y="5989"/>
                      <a:pt x="5308" y="6271"/>
                      <a:pt x="4932" y="6459"/>
                    </a:cubicBezTo>
                    <a:cubicBezTo>
                      <a:pt x="4275" y="6741"/>
                      <a:pt x="3429" y="6928"/>
                      <a:pt x="2208" y="6177"/>
                    </a:cubicBezTo>
                    <a:cubicBezTo>
                      <a:pt x="517" y="4674"/>
                      <a:pt x="1174" y="3922"/>
                      <a:pt x="1080" y="4016"/>
                    </a:cubicBezTo>
                    <a:lnTo>
                      <a:pt x="893" y="5801"/>
                    </a:lnTo>
                    <a:lnTo>
                      <a:pt x="705" y="9747"/>
                    </a:lnTo>
                    <a:cubicBezTo>
                      <a:pt x="705" y="12377"/>
                      <a:pt x="799" y="15008"/>
                      <a:pt x="1080" y="17638"/>
                    </a:cubicBezTo>
                    <a:cubicBezTo>
                      <a:pt x="1738" y="22899"/>
                      <a:pt x="3053" y="28066"/>
                      <a:pt x="5402" y="32763"/>
                    </a:cubicBezTo>
                    <a:cubicBezTo>
                      <a:pt x="9911" y="42158"/>
                      <a:pt x="18460" y="49767"/>
                      <a:pt x="28419" y="51834"/>
                    </a:cubicBezTo>
                    <a:cubicBezTo>
                      <a:pt x="18742" y="48734"/>
                      <a:pt x="11602" y="40467"/>
                      <a:pt x="8408" y="31448"/>
                    </a:cubicBezTo>
                    <a:cubicBezTo>
                      <a:pt x="6811" y="26845"/>
                      <a:pt x="6060" y="22054"/>
                      <a:pt x="5965" y="17262"/>
                    </a:cubicBezTo>
                    <a:cubicBezTo>
                      <a:pt x="5965" y="14820"/>
                      <a:pt x="6060" y="12471"/>
                      <a:pt x="6341" y="10029"/>
                    </a:cubicBezTo>
                    <a:lnTo>
                      <a:pt x="6905" y="6459"/>
                    </a:lnTo>
                    <a:lnTo>
                      <a:pt x="7281" y="4580"/>
                    </a:lnTo>
                    <a:cubicBezTo>
                      <a:pt x="7187" y="4016"/>
                      <a:pt x="7844" y="2513"/>
                      <a:pt x="5684" y="634"/>
                    </a:cubicBezTo>
                    <a:cubicBezTo>
                      <a:pt x="4180" y="-305"/>
                      <a:pt x="2959" y="-24"/>
                      <a:pt x="2020" y="352"/>
                    </a:cubicBezTo>
                    <a:cubicBezTo>
                      <a:pt x="1550" y="634"/>
                      <a:pt x="893" y="916"/>
                      <a:pt x="423" y="1855"/>
                    </a:cubicBezTo>
                    <a:cubicBezTo>
                      <a:pt x="-141" y="2701"/>
                      <a:pt x="-141" y="4486"/>
                      <a:pt x="423" y="5237"/>
                    </a:cubicBezTo>
                    <a:lnTo>
                      <a:pt x="6247" y="2325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8" name="Forme libre : forme 1487">
                <a:extLst>
                  <a:ext uri="{FF2B5EF4-FFF2-40B4-BE49-F238E27FC236}">
                    <a16:creationId xmlns:a16="http://schemas.microsoft.com/office/drawing/2014/main" id="{A08BAEE2-9123-4FE1-B961-35636CA66FFC}"/>
                  </a:ext>
                </a:extLst>
              </p:cNvPr>
              <p:cNvSpPr/>
              <p:nvPr/>
            </p:nvSpPr>
            <p:spPr>
              <a:xfrm>
                <a:off x="6317052" y="4560663"/>
                <a:ext cx="44155" cy="44718"/>
              </a:xfrm>
              <a:custGeom>
                <a:avLst/>
                <a:gdLst>
                  <a:gd name="connsiteX0" fmla="*/ 1 w 44155"/>
                  <a:gd name="connsiteY0" fmla="*/ 0 h 44718"/>
                  <a:gd name="connsiteX1" fmla="*/ 15408 w 44155"/>
                  <a:gd name="connsiteY1" fmla="*/ 29593 h 44718"/>
                  <a:gd name="connsiteX2" fmla="*/ 44155 w 44155"/>
                  <a:gd name="connsiteY2" fmla="*/ 44718 h 44718"/>
                  <a:gd name="connsiteX3" fmla="*/ 17663 w 44155"/>
                  <a:gd name="connsiteY3" fmla="*/ 27150 h 44718"/>
                  <a:gd name="connsiteX4" fmla="*/ 6577 w 44155"/>
                  <a:gd name="connsiteY4" fmla="*/ 376 h 44718"/>
                  <a:gd name="connsiteX5" fmla="*/ 1 w 44155"/>
                  <a:gd name="connsiteY5" fmla="*/ 0 h 44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155" h="44718">
                    <a:moveTo>
                      <a:pt x="1" y="0"/>
                    </a:moveTo>
                    <a:cubicBezTo>
                      <a:pt x="-93" y="12307"/>
                      <a:pt x="6953" y="22641"/>
                      <a:pt x="15408" y="29593"/>
                    </a:cubicBezTo>
                    <a:cubicBezTo>
                      <a:pt x="24051" y="36639"/>
                      <a:pt x="34197" y="40678"/>
                      <a:pt x="44155" y="44718"/>
                    </a:cubicBezTo>
                    <a:cubicBezTo>
                      <a:pt x="34667" y="39739"/>
                      <a:pt x="25084" y="34572"/>
                      <a:pt x="17663" y="27150"/>
                    </a:cubicBezTo>
                    <a:cubicBezTo>
                      <a:pt x="10335" y="19916"/>
                      <a:pt x="5450" y="9864"/>
                      <a:pt x="6577" y="37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9" name="Forme libre : forme 1488">
                <a:extLst>
                  <a:ext uri="{FF2B5EF4-FFF2-40B4-BE49-F238E27FC236}">
                    <a16:creationId xmlns:a16="http://schemas.microsoft.com/office/drawing/2014/main" id="{723ECF27-FC4D-4115-992F-B5DA026C9BD0}"/>
                  </a:ext>
                </a:extLst>
              </p:cNvPr>
              <p:cNvSpPr/>
              <p:nvPr/>
            </p:nvSpPr>
            <p:spPr>
              <a:xfrm>
                <a:off x="6332823" y="4558127"/>
                <a:ext cx="48957" cy="25640"/>
              </a:xfrm>
              <a:custGeom>
                <a:avLst/>
                <a:gdLst>
                  <a:gd name="connsiteX0" fmla="*/ 12 w 48957"/>
                  <a:gd name="connsiteY0" fmla="*/ 0 h 25640"/>
                  <a:gd name="connsiteX1" fmla="*/ 3112 w 48957"/>
                  <a:gd name="connsiteY1" fmla="*/ 8549 h 25640"/>
                  <a:gd name="connsiteX2" fmla="*/ 8091 w 48957"/>
                  <a:gd name="connsiteY2" fmla="*/ 14374 h 25640"/>
                  <a:gd name="connsiteX3" fmla="*/ 20492 w 48957"/>
                  <a:gd name="connsiteY3" fmla="*/ 22641 h 25640"/>
                  <a:gd name="connsiteX4" fmla="*/ 48958 w 48957"/>
                  <a:gd name="connsiteY4" fmla="*/ 23204 h 25640"/>
                  <a:gd name="connsiteX5" fmla="*/ 21995 w 48957"/>
                  <a:gd name="connsiteY5" fmla="*/ 19635 h 25640"/>
                  <a:gd name="connsiteX6" fmla="*/ 11755 w 48957"/>
                  <a:gd name="connsiteY6" fmla="*/ 10991 h 25640"/>
                  <a:gd name="connsiteX7" fmla="*/ 8091 w 48957"/>
                  <a:gd name="connsiteY7" fmla="*/ 5543 h 25640"/>
                  <a:gd name="connsiteX8" fmla="*/ 6588 w 48957"/>
                  <a:gd name="connsiteY8" fmla="*/ 845 h 25640"/>
                  <a:gd name="connsiteX9" fmla="*/ 12 w 48957"/>
                  <a:gd name="connsiteY9" fmla="*/ 0 h 25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957" h="25640">
                    <a:moveTo>
                      <a:pt x="12" y="0"/>
                    </a:moveTo>
                    <a:cubicBezTo>
                      <a:pt x="-176" y="4134"/>
                      <a:pt x="1891" y="6482"/>
                      <a:pt x="3112" y="8549"/>
                    </a:cubicBezTo>
                    <a:cubicBezTo>
                      <a:pt x="4615" y="10616"/>
                      <a:pt x="6212" y="12589"/>
                      <a:pt x="8091" y="14374"/>
                    </a:cubicBezTo>
                    <a:cubicBezTo>
                      <a:pt x="11755" y="17944"/>
                      <a:pt x="15983" y="20762"/>
                      <a:pt x="20492" y="22641"/>
                    </a:cubicBezTo>
                    <a:cubicBezTo>
                      <a:pt x="29699" y="26493"/>
                      <a:pt x="40033" y="26586"/>
                      <a:pt x="48958" y="23204"/>
                    </a:cubicBezTo>
                    <a:cubicBezTo>
                      <a:pt x="39751" y="25459"/>
                      <a:pt x="29887" y="24144"/>
                      <a:pt x="21995" y="19635"/>
                    </a:cubicBezTo>
                    <a:cubicBezTo>
                      <a:pt x="18050" y="17380"/>
                      <a:pt x="14574" y="14468"/>
                      <a:pt x="11755" y="10991"/>
                    </a:cubicBezTo>
                    <a:cubicBezTo>
                      <a:pt x="10346" y="9300"/>
                      <a:pt x="9125" y="7422"/>
                      <a:pt x="8091" y="5543"/>
                    </a:cubicBezTo>
                    <a:cubicBezTo>
                      <a:pt x="6964" y="3570"/>
                      <a:pt x="6306" y="1597"/>
                      <a:pt x="6588" y="845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0" name="Forme libre : forme 1489">
                <a:extLst>
                  <a:ext uri="{FF2B5EF4-FFF2-40B4-BE49-F238E27FC236}">
                    <a16:creationId xmlns:a16="http://schemas.microsoft.com/office/drawing/2014/main" id="{07E68AD4-BF22-4D59-AA99-83784F3A6A39}"/>
                  </a:ext>
                </a:extLst>
              </p:cNvPr>
              <p:cNvSpPr/>
              <p:nvPr/>
            </p:nvSpPr>
            <p:spPr>
              <a:xfrm>
                <a:off x="6269181" y="4564233"/>
                <a:ext cx="27391" cy="45187"/>
              </a:xfrm>
              <a:custGeom>
                <a:avLst/>
                <a:gdLst>
                  <a:gd name="connsiteX0" fmla="*/ 148 w 27391"/>
                  <a:gd name="connsiteY0" fmla="*/ 0 h 45187"/>
                  <a:gd name="connsiteX1" fmla="*/ 5409 w 27391"/>
                  <a:gd name="connsiteY1" fmla="*/ 28184 h 45187"/>
                  <a:gd name="connsiteX2" fmla="*/ 27392 w 27391"/>
                  <a:gd name="connsiteY2" fmla="*/ 45188 h 45187"/>
                  <a:gd name="connsiteX3" fmla="*/ 8227 w 27391"/>
                  <a:gd name="connsiteY3" fmla="*/ 26587 h 45187"/>
                  <a:gd name="connsiteX4" fmla="*/ 6630 w 27391"/>
                  <a:gd name="connsiteY4" fmla="*/ 658 h 45187"/>
                  <a:gd name="connsiteX5" fmla="*/ 148 w 27391"/>
                  <a:gd name="connsiteY5" fmla="*/ 0 h 45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391" h="45187">
                    <a:moveTo>
                      <a:pt x="148" y="0"/>
                    </a:moveTo>
                    <a:cubicBezTo>
                      <a:pt x="-322" y="9300"/>
                      <a:pt x="54" y="19729"/>
                      <a:pt x="5409" y="28184"/>
                    </a:cubicBezTo>
                    <a:cubicBezTo>
                      <a:pt x="10576" y="36545"/>
                      <a:pt x="18843" y="41899"/>
                      <a:pt x="27392" y="45188"/>
                    </a:cubicBezTo>
                    <a:cubicBezTo>
                      <a:pt x="19219" y="40960"/>
                      <a:pt x="11985" y="34666"/>
                      <a:pt x="8227" y="26587"/>
                    </a:cubicBezTo>
                    <a:cubicBezTo>
                      <a:pt x="4469" y="18601"/>
                      <a:pt x="5127" y="9489"/>
                      <a:pt x="6630" y="658"/>
                    </a:cubicBez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1" name="Forme libre : forme 1490">
                <a:extLst>
                  <a:ext uri="{FF2B5EF4-FFF2-40B4-BE49-F238E27FC236}">
                    <a16:creationId xmlns:a16="http://schemas.microsoft.com/office/drawing/2014/main" id="{ACED2E01-0507-4B9E-82DD-27ED9FE78232}"/>
                  </a:ext>
                </a:extLst>
              </p:cNvPr>
              <p:cNvSpPr/>
              <p:nvPr/>
            </p:nvSpPr>
            <p:spPr>
              <a:xfrm>
                <a:off x="6299297" y="4563576"/>
                <a:ext cx="37765" cy="40490"/>
              </a:xfrm>
              <a:custGeom>
                <a:avLst/>
                <a:gdLst>
                  <a:gd name="connsiteX0" fmla="*/ 0 w 37765"/>
                  <a:gd name="connsiteY0" fmla="*/ 282 h 40490"/>
                  <a:gd name="connsiteX1" fmla="*/ 13622 w 37765"/>
                  <a:gd name="connsiteY1" fmla="*/ 26023 h 40490"/>
                  <a:gd name="connsiteX2" fmla="*/ 37766 w 37765"/>
                  <a:gd name="connsiteY2" fmla="*/ 40490 h 40490"/>
                  <a:gd name="connsiteX3" fmla="*/ 15971 w 37765"/>
                  <a:gd name="connsiteY3" fmla="*/ 23768 h 40490"/>
                  <a:gd name="connsiteX4" fmla="*/ 6576 w 37765"/>
                  <a:gd name="connsiteY4" fmla="*/ 0 h 40490"/>
                  <a:gd name="connsiteX5" fmla="*/ 0 w 37765"/>
                  <a:gd name="connsiteY5" fmla="*/ 282 h 40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65" h="40490">
                    <a:moveTo>
                      <a:pt x="0" y="282"/>
                    </a:moveTo>
                    <a:cubicBezTo>
                      <a:pt x="939" y="10710"/>
                      <a:pt x="6576" y="19541"/>
                      <a:pt x="13622" y="26023"/>
                    </a:cubicBezTo>
                    <a:cubicBezTo>
                      <a:pt x="20762" y="32505"/>
                      <a:pt x="29123" y="37014"/>
                      <a:pt x="37766" y="40490"/>
                    </a:cubicBezTo>
                    <a:cubicBezTo>
                      <a:pt x="29593" y="35981"/>
                      <a:pt x="21889" y="30626"/>
                      <a:pt x="15971" y="23768"/>
                    </a:cubicBezTo>
                    <a:cubicBezTo>
                      <a:pt x="10146" y="17004"/>
                      <a:pt x="6294" y="8361"/>
                      <a:pt x="6576" y="0"/>
                    </a:cubicBez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2" name="Forme libre : forme 1491">
                <a:extLst>
                  <a:ext uri="{FF2B5EF4-FFF2-40B4-BE49-F238E27FC236}">
                    <a16:creationId xmlns:a16="http://schemas.microsoft.com/office/drawing/2014/main" id="{9A1DB813-AA68-4888-89C8-9420691817FA}"/>
                  </a:ext>
                </a:extLst>
              </p:cNvPr>
              <p:cNvSpPr/>
              <p:nvPr/>
            </p:nvSpPr>
            <p:spPr>
              <a:xfrm>
                <a:off x="6325038" y="4560851"/>
                <a:ext cx="44999" cy="21339"/>
              </a:xfrm>
              <a:custGeom>
                <a:avLst/>
                <a:gdLst>
                  <a:gd name="connsiteX0" fmla="*/ 0 w 44999"/>
                  <a:gd name="connsiteY0" fmla="*/ 0 h 21339"/>
                  <a:gd name="connsiteX1" fmla="*/ 6200 w 44999"/>
                  <a:gd name="connsiteY1" fmla="*/ 13716 h 21339"/>
                  <a:gd name="connsiteX2" fmla="*/ 18695 w 44999"/>
                  <a:gd name="connsiteY2" fmla="*/ 20668 h 21339"/>
                  <a:gd name="connsiteX3" fmla="*/ 45000 w 44999"/>
                  <a:gd name="connsiteY3" fmla="*/ 16159 h 21339"/>
                  <a:gd name="connsiteX4" fmla="*/ 19540 w 44999"/>
                  <a:gd name="connsiteY4" fmla="*/ 17474 h 21339"/>
                  <a:gd name="connsiteX5" fmla="*/ 6482 w 44999"/>
                  <a:gd name="connsiteY5" fmla="*/ 94 h 21339"/>
                  <a:gd name="connsiteX6" fmla="*/ 0 w 44999"/>
                  <a:gd name="connsiteY6" fmla="*/ 0 h 2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999" h="21339">
                    <a:moveTo>
                      <a:pt x="0" y="0"/>
                    </a:moveTo>
                    <a:cubicBezTo>
                      <a:pt x="188" y="5449"/>
                      <a:pt x="2818" y="10240"/>
                      <a:pt x="6200" y="13716"/>
                    </a:cubicBezTo>
                    <a:cubicBezTo>
                      <a:pt x="9676" y="17192"/>
                      <a:pt x="14092" y="19635"/>
                      <a:pt x="18695" y="20668"/>
                    </a:cubicBezTo>
                    <a:cubicBezTo>
                      <a:pt x="27995" y="22641"/>
                      <a:pt x="37108" y="20010"/>
                      <a:pt x="45000" y="16159"/>
                    </a:cubicBezTo>
                    <a:cubicBezTo>
                      <a:pt x="36733" y="18977"/>
                      <a:pt x="27526" y="20292"/>
                      <a:pt x="19540" y="17474"/>
                    </a:cubicBezTo>
                    <a:cubicBezTo>
                      <a:pt x="11837" y="14843"/>
                      <a:pt x="5731" y="7234"/>
                      <a:pt x="6482" y="9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3" name="Forme libre : forme 1492">
                <a:extLst>
                  <a:ext uri="{FF2B5EF4-FFF2-40B4-BE49-F238E27FC236}">
                    <a16:creationId xmlns:a16="http://schemas.microsoft.com/office/drawing/2014/main" id="{FDB70F4F-142F-4A75-8A38-7E4CED03C9B2}"/>
                  </a:ext>
                </a:extLst>
              </p:cNvPr>
              <p:cNvSpPr/>
              <p:nvPr/>
            </p:nvSpPr>
            <p:spPr>
              <a:xfrm>
                <a:off x="6226326" y="4564233"/>
                <a:ext cx="13503" cy="44248"/>
              </a:xfrm>
              <a:custGeom>
                <a:avLst/>
                <a:gdLst>
                  <a:gd name="connsiteX0" fmla="*/ 2512 w 13503"/>
                  <a:gd name="connsiteY0" fmla="*/ 0 h 44248"/>
                  <a:gd name="connsiteX1" fmla="*/ 1102 w 13503"/>
                  <a:gd name="connsiteY1" fmla="*/ 24426 h 44248"/>
                  <a:gd name="connsiteX2" fmla="*/ 13503 w 13503"/>
                  <a:gd name="connsiteY2" fmla="*/ 44248 h 44248"/>
                  <a:gd name="connsiteX3" fmla="*/ 4391 w 13503"/>
                  <a:gd name="connsiteY3" fmla="*/ 23862 h 44248"/>
                  <a:gd name="connsiteX4" fmla="*/ 8430 w 13503"/>
                  <a:gd name="connsiteY4" fmla="*/ 2819 h 44248"/>
                  <a:gd name="connsiteX5" fmla="*/ 2512 w 13503"/>
                  <a:gd name="connsiteY5" fmla="*/ 0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03" h="44248">
                    <a:moveTo>
                      <a:pt x="2512" y="0"/>
                    </a:moveTo>
                    <a:cubicBezTo>
                      <a:pt x="-494" y="8079"/>
                      <a:pt x="-588" y="16440"/>
                      <a:pt x="1102" y="24426"/>
                    </a:cubicBezTo>
                    <a:cubicBezTo>
                      <a:pt x="2981" y="32317"/>
                      <a:pt x="7491" y="39363"/>
                      <a:pt x="13503" y="44248"/>
                    </a:cubicBezTo>
                    <a:cubicBezTo>
                      <a:pt x="8242" y="38518"/>
                      <a:pt x="5142" y="31190"/>
                      <a:pt x="4391" y="23862"/>
                    </a:cubicBezTo>
                    <a:cubicBezTo>
                      <a:pt x="3733" y="16534"/>
                      <a:pt x="5142" y="8831"/>
                      <a:pt x="8430" y="2819"/>
                    </a:cubicBezTo>
                    <a:lnTo>
                      <a:pt x="2512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4" name="Forme libre : forme 1493">
                <a:extLst>
                  <a:ext uri="{FF2B5EF4-FFF2-40B4-BE49-F238E27FC236}">
                    <a16:creationId xmlns:a16="http://schemas.microsoft.com/office/drawing/2014/main" id="{932BE470-F772-4DD5-A817-362F4DF2CA9E}"/>
                  </a:ext>
                </a:extLst>
              </p:cNvPr>
              <p:cNvSpPr/>
              <p:nvPr/>
            </p:nvSpPr>
            <p:spPr>
              <a:xfrm>
                <a:off x="6202829" y="4562448"/>
                <a:ext cx="15017" cy="36732"/>
              </a:xfrm>
              <a:custGeom>
                <a:avLst/>
                <a:gdLst>
                  <a:gd name="connsiteX0" fmla="*/ 5810 w 15017"/>
                  <a:gd name="connsiteY0" fmla="*/ 0 h 36732"/>
                  <a:gd name="connsiteX1" fmla="*/ 2147 w 15017"/>
                  <a:gd name="connsiteY1" fmla="*/ 3288 h 36732"/>
                  <a:gd name="connsiteX2" fmla="*/ 1113 w 15017"/>
                  <a:gd name="connsiteY2" fmla="*/ 6013 h 36732"/>
                  <a:gd name="connsiteX3" fmla="*/ 80 w 15017"/>
                  <a:gd name="connsiteY3" fmla="*/ 11461 h 36732"/>
                  <a:gd name="connsiteX4" fmla="*/ 1395 w 15017"/>
                  <a:gd name="connsiteY4" fmla="*/ 22077 h 36732"/>
                  <a:gd name="connsiteX5" fmla="*/ 15017 w 15017"/>
                  <a:gd name="connsiteY5" fmla="*/ 36733 h 36732"/>
                  <a:gd name="connsiteX6" fmla="*/ 4589 w 15017"/>
                  <a:gd name="connsiteY6" fmla="*/ 21232 h 36732"/>
                  <a:gd name="connsiteX7" fmla="*/ 4965 w 15017"/>
                  <a:gd name="connsiteY7" fmla="*/ 12213 h 36732"/>
                  <a:gd name="connsiteX8" fmla="*/ 6468 w 15017"/>
                  <a:gd name="connsiteY8" fmla="*/ 8079 h 36732"/>
                  <a:gd name="connsiteX9" fmla="*/ 7314 w 15017"/>
                  <a:gd name="connsiteY9" fmla="*/ 6388 h 36732"/>
                  <a:gd name="connsiteX10" fmla="*/ 5810 w 15017"/>
                  <a:gd name="connsiteY10" fmla="*/ 0 h 36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017" h="36732">
                    <a:moveTo>
                      <a:pt x="5810" y="0"/>
                    </a:moveTo>
                    <a:cubicBezTo>
                      <a:pt x="3556" y="658"/>
                      <a:pt x="2616" y="2349"/>
                      <a:pt x="2147" y="3288"/>
                    </a:cubicBezTo>
                    <a:cubicBezTo>
                      <a:pt x="1677" y="4415"/>
                      <a:pt x="1395" y="5073"/>
                      <a:pt x="1113" y="6013"/>
                    </a:cubicBezTo>
                    <a:cubicBezTo>
                      <a:pt x="550" y="7798"/>
                      <a:pt x="268" y="9583"/>
                      <a:pt x="80" y="11461"/>
                    </a:cubicBezTo>
                    <a:cubicBezTo>
                      <a:pt x="-202" y="15125"/>
                      <a:pt x="268" y="18789"/>
                      <a:pt x="1395" y="22077"/>
                    </a:cubicBezTo>
                    <a:cubicBezTo>
                      <a:pt x="3744" y="28841"/>
                      <a:pt x="8911" y="34102"/>
                      <a:pt x="15017" y="36733"/>
                    </a:cubicBezTo>
                    <a:cubicBezTo>
                      <a:pt x="9380" y="33163"/>
                      <a:pt x="5529" y="27338"/>
                      <a:pt x="4589" y="21232"/>
                    </a:cubicBezTo>
                    <a:cubicBezTo>
                      <a:pt x="4119" y="18225"/>
                      <a:pt x="4214" y="15125"/>
                      <a:pt x="4965" y="12213"/>
                    </a:cubicBezTo>
                    <a:cubicBezTo>
                      <a:pt x="5341" y="10804"/>
                      <a:pt x="5810" y="9395"/>
                      <a:pt x="6468" y="8079"/>
                    </a:cubicBezTo>
                    <a:cubicBezTo>
                      <a:pt x="6938" y="6670"/>
                      <a:pt x="8441" y="5449"/>
                      <a:pt x="7314" y="6388"/>
                    </a:cubicBezTo>
                    <a:lnTo>
                      <a:pt x="5810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5" name="Forme libre : forme 1494">
                <a:extLst>
                  <a:ext uri="{FF2B5EF4-FFF2-40B4-BE49-F238E27FC236}">
                    <a16:creationId xmlns:a16="http://schemas.microsoft.com/office/drawing/2014/main" id="{75EC675D-ECBE-4DCA-A5F3-839FC43A4D28}"/>
                  </a:ext>
                </a:extLst>
              </p:cNvPr>
              <p:cNvSpPr/>
              <p:nvPr/>
            </p:nvSpPr>
            <p:spPr>
              <a:xfrm>
                <a:off x="6216249" y="4565549"/>
                <a:ext cx="32693" cy="33444"/>
              </a:xfrm>
              <a:custGeom>
                <a:avLst/>
                <a:gdLst>
                  <a:gd name="connsiteX0" fmla="*/ 0 w 32693"/>
                  <a:gd name="connsiteY0" fmla="*/ 376 h 33444"/>
                  <a:gd name="connsiteX1" fmla="*/ 10898 w 32693"/>
                  <a:gd name="connsiteY1" fmla="*/ 23110 h 33444"/>
                  <a:gd name="connsiteX2" fmla="*/ 32693 w 32693"/>
                  <a:gd name="connsiteY2" fmla="*/ 33444 h 33444"/>
                  <a:gd name="connsiteX3" fmla="*/ 13340 w 32693"/>
                  <a:gd name="connsiteY3" fmla="*/ 20856 h 33444"/>
                  <a:gd name="connsiteX4" fmla="*/ 6482 w 32693"/>
                  <a:gd name="connsiteY4" fmla="*/ 0 h 33444"/>
                  <a:gd name="connsiteX5" fmla="*/ 0 w 32693"/>
                  <a:gd name="connsiteY5" fmla="*/ 376 h 33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693" h="33444">
                    <a:moveTo>
                      <a:pt x="0" y="376"/>
                    </a:moveTo>
                    <a:cubicBezTo>
                      <a:pt x="940" y="9113"/>
                      <a:pt x="4979" y="17192"/>
                      <a:pt x="10898" y="23110"/>
                    </a:cubicBezTo>
                    <a:cubicBezTo>
                      <a:pt x="16910" y="29029"/>
                      <a:pt x="24708" y="32693"/>
                      <a:pt x="32693" y="33444"/>
                    </a:cubicBezTo>
                    <a:cubicBezTo>
                      <a:pt x="24896" y="31565"/>
                      <a:pt x="17944" y="26962"/>
                      <a:pt x="13340" y="20856"/>
                    </a:cubicBezTo>
                    <a:cubicBezTo>
                      <a:pt x="8737" y="14749"/>
                      <a:pt x="6294" y="7234"/>
                      <a:pt x="6482" y="0"/>
                    </a:cubicBezTo>
                    <a:lnTo>
                      <a:pt x="0" y="376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6" name="Forme libre : forme 1495">
                <a:extLst>
                  <a:ext uri="{FF2B5EF4-FFF2-40B4-BE49-F238E27FC236}">
                    <a16:creationId xmlns:a16="http://schemas.microsoft.com/office/drawing/2014/main" id="{787305B8-80CF-4A40-AF05-A67A705B6798}"/>
                  </a:ext>
                </a:extLst>
              </p:cNvPr>
              <p:cNvSpPr/>
              <p:nvPr/>
            </p:nvSpPr>
            <p:spPr>
              <a:xfrm>
                <a:off x="6283702" y="4563294"/>
                <a:ext cx="27713" cy="30528"/>
              </a:xfrm>
              <a:custGeom>
                <a:avLst/>
                <a:gdLst>
                  <a:gd name="connsiteX0" fmla="*/ 0 w 27713"/>
                  <a:gd name="connsiteY0" fmla="*/ 0 h 30528"/>
                  <a:gd name="connsiteX1" fmla="*/ 3194 w 27713"/>
                  <a:gd name="connsiteY1" fmla="*/ 11368 h 30528"/>
                  <a:gd name="connsiteX2" fmla="*/ 8831 w 27713"/>
                  <a:gd name="connsiteY2" fmla="*/ 20950 h 30528"/>
                  <a:gd name="connsiteX3" fmla="*/ 27714 w 27713"/>
                  <a:gd name="connsiteY3" fmla="*/ 30250 h 30528"/>
                  <a:gd name="connsiteX4" fmla="*/ 11649 w 27713"/>
                  <a:gd name="connsiteY4" fmla="*/ 19165 h 30528"/>
                  <a:gd name="connsiteX5" fmla="*/ 6670 w 27713"/>
                  <a:gd name="connsiteY5" fmla="*/ 188 h 30528"/>
                  <a:gd name="connsiteX6" fmla="*/ 0 w 27713"/>
                  <a:gd name="connsiteY6" fmla="*/ 0 h 30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713" h="30528">
                    <a:moveTo>
                      <a:pt x="0" y="0"/>
                    </a:moveTo>
                    <a:cubicBezTo>
                      <a:pt x="188" y="4228"/>
                      <a:pt x="1597" y="7985"/>
                      <a:pt x="3194" y="11368"/>
                    </a:cubicBezTo>
                    <a:cubicBezTo>
                      <a:pt x="4885" y="14749"/>
                      <a:pt x="6576" y="17850"/>
                      <a:pt x="8831" y="20950"/>
                    </a:cubicBezTo>
                    <a:cubicBezTo>
                      <a:pt x="13058" y="26962"/>
                      <a:pt x="20480" y="31754"/>
                      <a:pt x="27714" y="30250"/>
                    </a:cubicBezTo>
                    <a:cubicBezTo>
                      <a:pt x="20292" y="30532"/>
                      <a:pt x="14561" y="25083"/>
                      <a:pt x="11649" y="19165"/>
                    </a:cubicBezTo>
                    <a:cubicBezTo>
                      <a:pt x="8737" y="13153"/>
                      <a:pt x="6012" y="6013"/>
                      <a:pt x="6670" y="18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7" name="Forme libre : forme 1496">
                <a:extLst>
                  <a:ext uri="{FF2B5EF4-FFF2-40B4-BE49-F238E27FC236}">
                    <a16:creationId xmlns:a16="http://schemas.microsoft.com/office/drawing/2014/main" id="{4E0DF347-62C1-48A4-9C21-76BED1F5465D}"/>
                  </a:ext>
                </a:extLst>
              </p:cNvPr>
              <p:cNvSpPr/>
              <p:nvPr/>
            </p:nvSpPr>
            <p:spPr>
              <a:xfrm>
                <a:off x="6307282" y="4560194"/>
                <a:ext cx="43778" cy="26694"/>
              </a:xfrm>
              <a:custGeom>
                <a:avLst/>
                <a:gdLst>
                  <a:gd name="connsiteX0" fmla="*/ 0 w 43778"/>
                  <a:gd name="connsiteY0" fmla="*/ 3570 h 26694"/>
                  <a:gd name="connsiteX1" fmla="*/ 19541 w 43778"/>
                  <a:gd name="connsiteY1" fmla="*/ 20856 h 26694"/>
                  <a:gd name="connsiteX2" fmla="*/ 31378 w 43778"/>
                  <a:gd name="connsiteY2" fmla="*/ 25835 h 26694"/>
                  <a:gd name="connsiteX3" fmla="*/ 43779 w 43778"/>
                  <a:gd name="connsiteY3" fmla="*/ 24708 h 26694"/>
                  <a:gd name="connsiteX4" fmla="*/ 31942 w 43778"/>
                  <a:gd name="connsiteY4" fmla="*/ 24238 h 26694"/>
                  <a:gd name="connsiteX5" fmla="*/ 21326 w 43778"/>
                  <a:gd name="connsiteY5" fmla="*/ 18037 h 26694"/>
                  <a:gd name="connsiteX6" fmla="*/ 5637 w 43778"/>
                  <a:gd name="connsiteY6" fmla="*/ 0 h 26694"/>
                  <a:gd name="connsiteX7" fmla="*/ 0 w 43778"/>
                  <a:gd name="connsiteY7" fmla="*/ 3570 h 26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778" h="26694">
                    <a:moveTo>
                      <a:pt x="0" y="3570"/>
                    </a:moveTo>
                    <a:cubicBezTo>
                      <a:pt x="5261" y="10804"/>
                      <a:pt x="11931" y="16722"/>
                      <a:pt x="19541" y="20856"/>
                    </a:cubicBezTo>
                    <a:cubicBezTo>
                      <a:pt x="23299" y="22923"/>
                      <a:pt x="27244" y="24614"/>
                      <a:pt x="31378" y="25835"/>
                    </a:cubicBezTo>
                    <a:cubicBezTo>
                      <a:pt x="35418" y="26962"/>
                      <a:pt x="40303" y="27338"/>
                      <a:pt x="43779" y="24708"/>
                    </a:cubicBezTo>
                    <a:cubicBezTo>
                      <a:pt x="40021" y="26868"/>
                      <a:pt x="35605" y="25835"/>
                      <a:pt x="31942" y="24238"/>
                    </a:cubicBezTo>
                    <a:cubicBezTo>
                      <a:pt x="28184" y="22641"/>
                      <a:pt x="24614" y="20480"/>
                      <a:pt x="21326" y="18037"/>
                    </a:cubicBezTo>
                    <a:cubicBezTo>
                      <a:pt x="14749" y="13152"/>
                      <a:pt x="9395" y="6952"/>
                      <a:pt x="5637" y="0"/>
                    </a:cubicBezTo>
                    <a:lnTo>
                      <a:pt x="0" y="357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8" name="Forme libre : forme 1497">
                <a:extLst>
                  <a:ext uri="{FF2B5EF4-FFF2-40B4-BE49-F238E27FC236}">
                    <a16:creationId xmlns:a16="http://schemas.microsoft.com/office/drawing/2014/main" id="{74E43848-5D84-42CA-B81B-19B30DD57D3F}"/>
                  </a:ext>
                </a:extLst>
              </p:cNvPr>
              <p:cNvSpPr/>
              <p:nvPr/>
            </p:nvSpPr>
            <p:spPr>
              <a:xfrm>
                <a:off x="6252230" y="4565549"/>
                <a:ext cx="52421" cy="30532"/>
              </a:xfrm>
              <a:custGeom>
                <a:avLst/>
                <a:gdLst>
                  <a:gd name="connsiteX0" fmla="*/ 0 w 52421"/>
                  <a:gd name="connsiteY0" fmla="*/ 1127 h 30532"/>
                  <a:gd name="connsiteX1" fmla="*/ 21419 w 52421"/>
                  <a:gd name="connsiteY1" fmla="*/ 25459 h 30532"/>
                  <a:gd name="connsiteX2" fmla="*/ 52421 w 52421"/>
                  <a:gd name="connsiteY2" fmla="*/ 30532 h 30532"/>
                  <a:gd name="connsiteX3" fmla="*/ 22923 w 52421"/>
                  <a:gd name="connsiteY3" fmla="*/ 22453 h 30532"/>
                  <a:gd name="connsiteX4" fmla="*/ 6576 w 52421"/>
                  <a:gd name="connsiteY4" fmla="*/ 0 h 30532"/>
                  <a:gd name="connsiteX5" fmla="*/ 0 w 52421"/>
                  <a:gd name="connsiteY5" fmla="*/ 1127 h 30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21" h="30532">
                    <a:moveTo>
                      <a:pt x="0" y="1127"/>
                    </a:moveTo>
                    <a:cubicBezTo>
                      <a:pt x="2536" y="12870"/>
                      <a:pt x="11649" y="21138"/>
                      <a:pt x="21419" y="25459"/>
                    </a:cubicBezTo>
                    <a:cubicBezTo>
                      <a:pt x="31378" y="29780"/>
                      <a:pt x="42087" y="30532"/>
                      <a:pt x="52421" y="30532"/>
                    </a:cubicBezTo>
                    <a:cubicBezTo>
                      <a:pt x="42087" y="29405"/>
                      <a:pt x="31659" y="27432"/>
                      <a:pt x="22923" y="22453"/>
                    </a:cubicBezTo>
                    <a:cubicBezTo>
                      <a:pt x="14280" y="17568"/>
                      <a:pt x="7422" y="9113"/>
                      <a:pt x="6576" y="0"/>
                    </a:cubicBezTo>
                    <a:lnTo>
                      <a:pt x="0" y="1127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9" name="Forme libre : forme 1498">
                <a:extLst>
                  <a:ext uri="{FF2B5EF4-FFF2-40B4-BE49-F238E27FC236}">
                    <a16:creationId xmlns:a16="http://schemas.microsoft.com/office/drawing/2014/main" id="{D10700C7-B7AD-42BE-AC73-0CBA9EA5C9B2}"/>
                  </a:ext>
                </a:extLst>
              </p:cNvPr>
              <p:cNvSpPr/>
              <p:nvPr/>
            </p:nvSpPr>
            <p:spPr>
              <a:xfrm>
                <a:off x="6260290" y="4566488"/>
                <a:ext cx="18338" cy="45939"/>
              </a:xfrm>
              <a:custGeom>
                <a:avLst/>
                <a:gdLst>
                  <a:gd name="connsiteX0" fmla="*/ 1053 w 18338"/>
                  <a:gd name="connsiteY0" fmla="*/ 0 h 45939"/>
                  <a:gd name="connsiteX1" fmla="*/ 114 w 18338"/>
                  <a:gd name="connsiteY1" fmla="*/ 12495 h 45939"/>
                  <a:gd name="connsiteX2" fmla="*/ 1711 w 18338"/>
                  <a:gd name="connsiteY2" fmla="*/ 26117 h 45939"/>
                  <a:gd name="connsiteX3" fmla="*/ 18339 w 18338"/>
                  <a:gd name="connsiteY3" fmla="*/ 45939 h 45939"/>
                  <a:gd name="connsiteX4" fmla="*/ 4905 w 18338"/>
                  <a:gd name="connsiteY4" fmla="*/ 25271 h 45939"/>
                  <a:gd name="connsiteX5" fmla="*/ 4999 w 18338"/>
                  <a:gd name="connsiteY5" fmla="*/ 13153 h 45939"/>
                  <a:gd name="connsiteX6" fmla="*/ 7629 w 18338"/>
                  <a:gd name="connsiteY6" fmla="*/ 94 h 45939"/>
                  <a:gd name="connsiteX7" fmla="*/ 1053 w 18338"/>
                  <a:gd name="connsiteY7" fmla="*/ 0 h 45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338" h="45939">
                    <a:moveTo>
                      <a:pt x="1053" y="0"/>
                    </a:moveTo>
                    <a:cubicBezTo>
                      <a:pt x="1335" y="3758"/>
                      <a:pt x="489" y="7985"/>
                      <a:pt x="114" y="12495"/>
                    </a:cubicBezTo>
                    <a:cubicBezTo>
                      <a:pt x="-262" y="17098"/>
                      <a:pt x="301" y="21795"/>
                      <a:pt x="1711" y="26117"/>
                    </a:cubicBezTo>
                    <a:cubicBezTo>
                      <a:pt x="4529" y="34760"/>
                      <a:pt x="10635" y="41994"/>
                      <a:pt x="18339" y="45939"/>
                    </a:cubicBezTo>
                    <a:cubicBezTo>
                      <a:pt x="11199" y="41054"/>
                      <a:pt x="6408" y="33351"/>
                      <a:pt x="4905" y="25271"/>
                    </a:cubicBezTo>
                    <a:cubicBezTo>
                      <a:pt x="4059" y="21232"/>
                      <a:pt x="4153" y="17192"/>
                      <a:pt x="4999" y="13153"/>
                    </a:cubicBezTo>
                    <a:cubicBezTo>
                      <a:pt x="5844" y="9113"/>
                      <a:pt x="7253" y="4979"/>
                      <a:pt x="7629" y="94"/>
                    </a:cubicBezTo>
                    <a:lnTo>
                      <a:pt x="1053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0" name="Forme libre : forme 1499">
                <a:extLst>
                  <a:ext uri="{FF2B5EF4-FFF2-40B4-BE49-F238E27FC236}">
                    <a16:creationId xmlns:a16="http://schemas.microsoft.com/office/drawing/2014/main" id="{69C0974A-9885-4250-BCD3-A0CF725B9F01}"/>
                  </a:ext>
                </a:extLst>
              </p:cNvPr>
              <p:cNvSpPr/>
              <p:nvPr/>
            </p:nvSpPr>
            <p:spPr>
              <a:xfrm>
                <a:off x="6184089" y="4564233"/>
                <a:ext cx="16190" cy="31283"/>
              </a:xfrm>
              <a:custGeom>
                <a:avLst/>
                <a:gdLst>
                  <a:gd name="connsiteX0" fmla="*/ 595 w 16190"/>
                  <a:gd name="connsiteY0" fmla="*/ 658 h 31283"/>
                  <a:gd name="connsiteX1" fmla="*/ 595 w 16190"/>
                  <a:gd name="connsiteY1" fmla="*/ 4697 h 31283"/>
                  <a:gd name="connsiteX2" fmla="*/ 32 w 16190"/>
                  <a:gd name="connsiteY2" fmla="*/ 9113 h 31283"/>
                  <a:gd name="connsiteX3" fmla="*/ 1817 w 16190"/>
                  <a:gd name="connsiteY3" fmla="*/ 19165 h 31283"/>
                  <a:gd name="connsiteX4" fmla="*/ 16190 w 16190"/>
                  <a:gd name="connsiteY4" fmla="*/ 31284 h 31283"/>
                  <a:gd name="connsiteX5" fmla="*/ 5387 w 16190"/>
                  <a:gd name="connsiteY5" fmla="*/ 18038 h 31283"/>
                  <a:gd name="connsiteX6" fmla="*/ 5574 w 16190"/>
                  <a:gd name="connsiteY6" fmla="*/ 9864 h 31283"/>
                  <a:gd name="connsiteX7" fmla="*/ 6889 w 16190"/>
                  <a:gd name="connsiteY7" fmla="*/ 5167 h 31283"/>
                  <a:gd name="connsiteX8" fmla="*/ 7172 w 16190"/>
                  <a:gd name="connsiteY8" fmla="*/ 0 h 31283"/>
                  <a:gd name="connsiteX9" fmla="*/ 595 w 16190"/>
                  <a:gd name="connsiteY9" fmla="*/ 658 h 31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190" h="31283">
                    <a:moveTo>
                      <a:pt x="595" y="658"/>
                    </a:moveTo>
                    <a:cubicBezTo>
                      <a:pt x="689" y="1503"/>
                      <a:pt x="595" y="3476"/>
                      <a:pt x="595" y="4697"/>
                    </a:cubicBezTo>
                    <a:cubicBezTo>
                      <a:pt x="783" y="4979"/>
                      <a:pt x="32" y="7516"/>
                      <a:pt x="32" y="9113"/>
                    </a:cubicBezTo>
                    <a:cubicBezTo>
                      <a:pt x="-156" y="12589"/>
                      <a:pt x="501" y="16065"/>
                      <a:pt x="1817" y="19165"/>
                    </a:cubicBezTo>
                    <a:cubicBezTo>
                      <a:pt x="4447" y="25459"/>
                      <a:pt x="10084" y="29875"/>
                      <a:pt x="16190" y="31284"/>
                    </a:cubicBezTo>
                    <a:cubicBezTo>
                      <a:pt x="10553" y="28747"/>
                      <a:pt x="6420" y="23580"/>
                      <a:pt x="5387" y="18038"/>
                    </a:cubicBezTo>
                    <a:cubicBezTo>
                      <a:pt x="4823" y="15313"/>
                      <a:pt x="4917" y="12401"/>
                      <a:pt x="5574" y="9864"/>
                    </a:cubicBezTo>
                    <a:cubicBezTo>
                      <a:pt x="5762" y="8361"/>
                      <a:pt x="6608" y="7985"/>
                      <a:pt x="6889" y="5167"/>
                    </a:cubicBezTo>
                    <a:cubicBezTo>
                      <a:pt x="7078" y="3382"/>
                      <a:pt x="7172" y="2255"/>
                      <a:pt x="7172" y="0"/>
                    </a:cubicBezTo>
                    <a:lnTo>
                      <a:pt x="595" y="658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1" name="Forme libre : forme 1500">
                <a:extLst>
                  <a:ext uri="{FF2B5EF4-FFF2-40B4-BE49-F238E27FC236}">
                    <a16:creationId xmlns:a16="http://schemas.microsoft.com/office/drawing/2014/main" id="{4904B9F7-3363-4A6F-B646-492B3A59DE20}"/>
                  </a:ext>
                </a:extLst>
              </p:cNvPr>
              <p:cNvSpPr/>
              <p:nvPr/>
            </p:nvSpPr>
            <p:spPr>
              <a:xfrm>
                <a:off x="6187091" y="4566582"/>
                <a:ext cx="13187" cy="39550"/>
              </a:xfrm>
              <a:custGeom>
                <a:avLst/>
                <a:gdLst>
                  <a:gd name="connsiteX0" fmla="*/ 7551 w 13187"/>
                  <a:gd name="connsiteY0" fmla="*/ 0 h 39550"/>
                  <a:gd name="connsiteX1" fmla="*/ 129 w 13187"/>
                  <a:gd name="connsiteY1" fmla="*/ 20104 h 39550"/>
                  <a:gd name="connsiteX2" fmla="*/ 2102 w 13187"/>
                  <a:gd name="connsiteY2" fmla="*/ 30814 h 39550"/>
                  <a:gd name="connsiteX3" fmla="*/ 7927 w 13187"/>
                  <a:gd name="connsiteY3" fmla="*/ 39551 h 39550"/>
                  <a:gd name="connsiteX4" fmla="*/ 3323 w 13187"/>
                  <a:gd name="connsiteY4" fmla="*/ 20668 h 39550"/>
                  <a:gd name="connsiteX5" fmla="*/ 13188 w 13187"/>
                  <a:gd name="connsiteY5" fmla="*/ 3288 h 39550"/>
                  <a:gd name="connsiteX6" fmla="*/ 7551 w 13187"/>
                  <a:gd name="connsiteY6" fmla="*/ 0 h 3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187" h="39550">
                    <a:moveTo>
                      <a:pt x="7551" y="0"/>
                    </a:moveTo>
                    <a:cubicBezTo>
                      <a:pt x="4826" y="6294"/>
                      <a:pt x="1069" y="12495"/>
                      <a:pt x="129" y="20104"/>
                    </a:cubicBezTo>
                    <a:cubicBezTo>
                      <a:pt x="-340" y="23862"/>
                      <a:pt x="505" y="27714"/>
                      <a:pt x="2102" y="30814"/>
                    </a:cubicBezTo>
                    <a:cubicBezTo>
                      <a:pt x="3699" y="34008"/>
                      <a:pt x="5766" y="36827"/>
                      <a:pt x="7927" y="39551"/>
                    </a:cubicBezTo>
                    <a:cubicBezTo>
                      <a:pt x="4545" y="33633"/>
                      <a:pt x="1445" y="26868"/>
                      <a:pt x="3323" y="20668"/>
                    </a:cubicBezTo>
                    <a:cubicBezTo>
                      <a:pt x="5015" y="14468"/>
                      <a:pt x="9430" y="9113"/>
                      <a:pt x="13188" y="3288"/>
                    </a:cubicBezTo>
                    <a:lnTo>
                      <a:pt x="755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2" name="Forme libre : forme 1501">
                <a:extLst>
                  <a:ext uri="{FF2B5EF4-FFF2-40B4-BE49-F238E27FC236}">
                    <a16:creationId xmlns:a16="http://schemas.microsoft.com/office/drawing/2014/main" id="{4BB69787-056A-4DCF-AAF2-56A47359260F}"/>
                  </a:ext>
                </a:extLst>
              </p:cNvPr>
              <p:cNvSpPr/>
              <p:nvPr/>
            </p:nvSpPr>
            <p:spPr>
              <a:xfrm>
                <a:off x="6165030" y="4559536"/>
                <a:ext cx="18902" cy="42181"/>
              </a:xfrm>
              <a:custGeom>
                <a:avLst/>
                <a:gdLst>
                  <a:gd name="connsiteX0" fmla="*/ 1805 w 18902"/>
                  <a:gd name="connsiteY0" fmla="*/ 0 h 42181"/>
                  <a:gd name="connsiteX1" fmla="*/ 20 w 18902"/>
                  <a:gd name="connsiteY1" fmla="*/ 12683 h 42181"/>
                  <a:gd name="connsiteX2" fmla="*/ 2462 w 18902"/>
                  <a:gd name="connsiteY2" fmla="*/ 24895 h 42181"/>
                  <a:gd name="connsiteX3" fmla="*/ 9790 w 18902"/>
                  <a:gd name="connsiteY3" fmla="*/ 34666 h 42181"/>
                  <a:gd name="connsiteX4" fmla="*/ 18902 w 18902"/>
                  <a:gd name="connsiteY4" fmla="*/ 42181 h 42181"/>
                  <a:gd name="connsiteX5" fmla="*/ 11199 w 18902"/>
                  <a:gd name="connsiteY5" fmla="*/ 33539 h 42181"/>
                  <a:gd name="connsiteX6" fmla="*/ 5844 w 18902"/>
                  <a:gd name="connsiteY6" fmla="*/ 23768 h 42181"/>
                  <a:gd name="connsiteX7" fmla="*/ 5093 w 18902"/>
                  <a:gd name="connsiteY7" fmla="*/ 12964 h 42181"/>
                  <a:gd name="connsiteX8" fmla="*/ 7723 w 18902"/>
                  <a:gd name="connsiteY8" fmla="*/ 2912 h 42181"/>
                  <a:gd name="connsiteX9" fmla="*/ 1805 w 18902"/>
                  <a:gd name="connsiteY9" fmla="*/ 0 h 42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902" h="42181">
                    <a:moveTo>
                      <a:pt x="1805" y="0"/>
                    </a:moveTo>
                    <a:cubicBezTo>
                      <a:pt x="113" y="4415"/>
                      <a:pt x="-74" y="8549"/>
                      <a:pt x="20" y="12683"/>
                    </a:cubicBezTo>
                    <a:cubicBezTo>
                      <a:pt x="207" y="16816"/>
                      <a:pt x="865" y="20950"/>
                      <a:pt x="2462" y="24895"/>
                    </a:cubicBezTo>
                    <a:cubicBezTo>
                      <a:pt x="4247" y="28841"/>
                      <a:pt x="6972" y="31848"/>
                      <a:pt x="9790" y="34666"/>
                    </a:cubicBezTo>
                    <a:cubicBezTo>
                      <a:pt x="12608" y="37484"/>
                      <a:pt x="15708" y="39833"/>
                      <a:pt x="18902" y="42181"/>
                    </a:cubicBezTo>
                    <a:cubicBezTo>
                      <a:pt x="16178" y="39457"/>
                      <a:pt x="13454" y="36545"/>
                      <a:pt x="11199" y="33539"/>
                    </a:cubicBezTo>
                    <a:cubicBezTo>
                      <a:pt x="8944" y="30532"/>
                      <a:pt x="6878" y="27056"/>
                      <a:pt x="5844" y="23768"/>
                    </a:cubicBezTo>
                    <a:cubicBezTo>
                      <a:pt x="4905" y="20386"/>
                      <a:pt x="4717" y="16534"/>
                      <a:pt x="5093" y="12964"/>
                    </a:cubicBezTo>
                    <a:cubicBezTo>
                      <a:pt x="5468" y="9395"/>
                      <a:pt x="6220" y="5637"/>
                      <a:pt x="7723" y="2912"/>
                    </a:cubicBezTo>
                    <a:lnTo>
                      <a:pt x="1805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3" name="Forme libre : forme 1502">
                <a:extLst>
                  <a:ext uri="{FF2B5EF4-FFF2-40B4-BE49-F238E27FC236}">
                    <a16:creationId xmlns:a16="http://schemas.microsoft.com/office/drawing/2014/main" id="{48A1461C-4791-422E-954C-26F39B1EA260}"/>
                  </a:ext>
                </a:extLst>
              </p:cNvPr>
              <p:cNvSpPr/>
              <p:nvPr/>
            </p:nvSpPr>
            <p:spPr>
              <a:xfrm>
                <a:off x="6245748" y="4565267"/>
                <a:ext cx="28559" cy="38510"/>
              </a:xfrm>
              <a:custGeom>
                <a:avLst/>
                <a:gdLst>
                  <a:gd name="connsiteX0" fmla="*/ 0 w 28559"/>
                  <a:gd name="connsiteY0" fmla="*/ 657 h 38510"/>
                  <a:gd name="connsiteX1" fmla="*/ 8831 w 28559"/>
                  <a:gd name="connsiteY1" fmla="*/ 24520 h 38510"/>
                  <a:gd name="connsiteX2" fmla="*/ 17098 w 28559"/>
                  <a:gd name="connsiteY2" fmla="*/ 34102 h 38510"/>
                  <a:gd name="connsiteX3" fmla="*/ 28559 w 28559"/>
                  <a:gd name="connsiteY3" fmla="*/ 38424 h 38510"/>
                  <a:gd name="connsiteX4" fmla="*/ 18319 w 28559"/>
                  <a:gd name="connsiteY4" fmla="*/ 32881 h 38510"/>
                  <a:gd name="connsiteX5" fmla="*/ 11837 w 28559"/>
                  <a:gd name="connsiteY5" fmla="*/ 22923 h 38510"/>
                  <a:gd name="connsiteX6" fmla="*/ 6670 w 28559"/>
                  <a:gd name="connsiteY6" fmla="*/ 0 h 38510"/>
                  <a:gd name="connsiteX7" fmla="*/ 0 w 28559"/>
                  <a:gd name="connsiteY7" fmla="*/ 657 h 3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559" h="38510">
                    <a:moveTo>
                      <a:pt x="0" y="657"/>
                    </a:moveTo>
                    <a:cubicBezTo>
                      <a:pt x="1409" y="9206"/>
                      <a:pt x="4321" y="17286"/>
                      <a:pt x="8831" y="24520"/>
                    </a:cubicBezTo>
                    <a:cubicBezTo>
                      <a:pt x="11085" y="28090"/>
                      <a:pt x="13810" y="31471"/>
                      <a:pt x="17098" y="34102"/>
                    </a:cubicBezTo>
                    <a:cubicBezTo>
                      <a:pt x="20292" y="36732"/>
                      <a:pt x="24426" y="38987"/>
                      <a:pt x="28559" y="38424"/>
                    </a:cubicBezTo>
                    <a:cubicBezTo>
                      <a:pt x="24332" y="38424"/>
                      <a:pt x="20950" y="35793"/>
                      <a:pt x="18319" y="32881"/>
                    </a:cubicBezTo>
                    <a:cubicBezTo>
                      <a:pt x="15595" y="29969"/>
                      <a:pt x="13528" y="26492"/>
                      <a:pt x="11837" y="22923"/>
                    </a:cubicBezTo>
                    <a:cubicBezTo>
                      <a:pt x="8549" y="15689"/>
                      <a:pt x="6858" y="7797"/>
                      <a:pt x="6670" y="0"/>
                    </a:cubicBezTo>
                    <a:lnTo>
                      <a:pt x="0" y="657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4" name="Forme libre : forme 1503">
                <a:extLst>
                  <a:ext uri="{FF2B5EF4-FFF2-40B4-BE49-F238E27FC236}">
                    <a16:creationId xmlns:a16="http://schemas.microsoft.com/office/drawing/2014/main" id="{A268A763-D112-459D-8567-2F8849067D7B}"/>
                  </a:ext>
                </a:extLst>
              </p:cNvPr>
              <p:cNvSpPr/>
              <p:nvPr/>
            </p:nvSpPr>
            <p:spPr>
              <a:xfrm>
                <a:off x="6291312" y="4563857"/>
                <a:ext cx="44529" cy="26032"/>
              </a:xfrm>
              <a:custGeom>
                <a:avLst/>
                <a:gdLst>
                  <a:gd name="connsiteX0" fmla="*/ 0 w 44529"/>
                  <a:gd name="connsiteY0" fmla="*/ 564 h 26032"/>
                  <a:gd name="connsiteX1" fmla="*/ 5167 w 44529"/>
                  <a:gd name="connsiteY1" fmla="*/ 14655 h 26032"/>
                  <a:gd name="connsiteX2" fmla="*/ 16722 w 44529"/>
                  <a:gd name="connsiteY2" fmla="*/ 23862 h 26032"/>
                  <a:gd name="connsiteX3" fmla="*/ 30720 w 44529"/>
                  <a:gd name="connsiteY3" fmla="*/ 26023 h 26032"/>
                  <a:gd name="connsiteX4" fmla="*/ 44530 w 44529"/>
                  <a:gd name="connsiteY4" fmla="*/ 25929 h 26032"/>
                  <a:gd name="connsiteX5" fmla="*/ 30814 w 44529"/>
                  <a:gd name="connsiteY5" fmla="*/ 24332 h 26032"/>
                  <a:gd name="connsiteX6" fmla="*/ 18037 w 44529"/>
                  <a:gd name="connsiteY6" fmla="*/ 20856 h 26032"/>
                  <a:gd name="connsiteX7" fmla="*/ 6576 w 44529"/>
                  <a:gd name="connsiteY7" fmla="*/ 0 h 26032"/>
                  <a:gd name="connsiteX8" fmla="*/ 0 w 44529"/>
                  <a:gd name="connsiteY8" fmla="*/ 564 h 26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529" h="26032">
                    <a:moveTo>
                      <a:pt x="0" y="564"/>
                    </a:moveTo>
                    <a:cubicBezTo>
                      <a:pt x="657" y="5543"/>
                      <a:pt x="2349" y="10428"/>
                      <a:pt x="5167" y="14655"/>
                    </a:cubicBezTo>
                    <a:cubicBezTo>
                      <a:pt x="7891" y="18883"/>
                      <a:pt x="12119" y="22265"/>
                      <a:pt x="16722" y="23862"/>
                    </a:cubicBezTo>
                    <a:cubicBezTo>
                      <a:pt x="21325" y="25553"/>
                      <a:pt x="26117" y="26117"/>
                      <a:pt x="30720" y="26023"/>
                    </a:cubicBezTo>
                    <a:lnTo>
                      <a:pt x="44530" y="25929"/>
                    </a:lnTo>
                    <a:lnTo>
                      <a:pt x="30814" y="24332"/>
                    </a:lnTo>
                    <a:cubicBezTo>
                      <a:pt x="26211" y="23956"/>
                      <a:pt x="21889" y="22735"/>
                      <a:pt x="18037" y="20856"/>
                    </a:cubicBezTo>
                    <a:cubicBezTo>
                      <a:pt x="10240" y="17004"/>
                      <a:pt x="6576" y="8267"/>
                      <a:pt x="6576" y="0"/>
                    </a:cubicBezTo>
                    <a:lnTo>
                      <a:pt x="0" y="564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505" name="Forme libre : forme 1504">
              <a:extLst>
                <a:ext uri="{FF2B5EF4-FFF2-40B4-BE49-F238E27FC236}">
                  <a16:creationId xmlns:a16="http://schemas.microsoft.com/office/drawing/2014/main" id="{BABE3104-6CF2-4A94-947E-DCDAE6D0019E}"/>
                </a:ext>
              </a:extLst>
            </p:cNvPr>
            <p:cNvSpPr/>
            <p:nvPr/>
          </p:nvSpPr>
          <p:spPr>
            <a:xfrm>
              <a:off x="6066035" y="4683174"/>
              <a:ext cx="264908" cy="123009"/>
            </a:xfrm>
            <a:custGeom>
              <a:avLst/>
              <a:gdLst>
                <a:gd name="connsiteX0" fmla="*/ 268 w 355474"/>
                <a:gd name="connsiteY0" fmla="*/ 37580 h 165063"/>
                <a:gd name="connsiteX1" fmla="*/ 29297 w 355474"/>
                <a:gd name="connsiteY1" fmla="*/ 2 h 165063"/>
                <a:gd name="connsiteX2" fmla="*/ 206196 w 355474"/>
                <a:gd name="connsiteY2" fmla="*/ 51390 h 165063"/>
                <a:gd name="connsiteX3" fmla="*/ 355475 w 355474"/>
                <a:gd name="connsiteY3" fmla="*/ 165063 h 165063"/>
                <a:gd name="connsiteX4" fmla="*/ 219818 w 355474"/>
                <a:gd name="connsiteY4" fmla="*/ 95920 h 165063"/>
                <a:gd name="connsiteX5" fmla="*/ 268 w 355474"/>
                <a:gd name="connsiteY5" fmla="*/ 37580 h 16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74" h="165063">
                  <a:moveTo>
                    <a:pt x="268" y="37580"/>
                  </a:moveTo>
                  <a:cubicBezTo>
                    <a:pt x="-2363" y="24897"/>
                    <a:pt x="14923" y="471"/>
                    <a:pt x="29297" y="2"/>
                  </a:cubicBezTo>
                  <a:cubicBezTo>
                    <a:pt x="37564" y="-280"/>
                    <a:pt x="140904" y="38519"/>
                    <a:pt x="206196" y="51390"/>
                  </a:cubicBezTo>
                  <a:cubicBezTo>
                    <a:pt x="250256" y="60126"/>
                    <a:pt x="325318" y="59375"/>
                    <a:pt x="355475" y="165063"/>
                  </a:cubicBezTo>
                  <a:cubicBezTo>
                    <a:pt x="355475" y="165063"/>
                    <a:pt x="299295" y="91504"/>
                    <a:pt x="219818" y="95920"/>
                  </a:cubicBezTo>
                  <a:cubicBezTo>
                    <a:pt x="140340" y="100335"/>
                    <a:pt x="6750" y="68581"/>
                    <a:pt x="268" y="37580"/>
                  </a:cubicBezTo>
                  <a:close/>
                </a:path>
              </a:pathLst>
            </a:custGeom>
            <a:solidFill>
              <a:srgbClr val="B5857D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6" name="Forme libre : forme 1505">
              <a:extLst>
                <a:ext uri="{FF2B5EF4-FFF2-40B4-BE49-F238E27FC236}">
                  <a16:creationId xmlns:a16="http://schemas.microsoft.com/office/drawing/2014/main" id="{473993B5-FFA8-40D2-BBAC-C85330C94BB6}"/>
                </a:ext>
              </a:extLst>
            </p:cNvPr>
            <p:cNvSpPr/>
            <p:nvPr/>
          </p:nvSpPr>
          <p:spPr>
            <a:xfrm>
              <a:off x="6031369" y="5061231"/>
              <a:ext cx="46234" cy="95074"/>
            </a:xfrm>
            <a:custGeom>
              <a:avLst/>
              <a:gdLst>
                <a:gd name="connsiteX0" fmla="*/ 44812 w 62040"/>
                <a:gd name="connsiteY0" fmla="*/ 0 h 127577"/>
                <a:gd name="connsiteX1" fmla="*/ 50918 w 62040"/>
                <a:gd name="connsiteY1" fmla="*/ 38799 h 127577"/>
                <a:gd name="connsiteX2" fmla="*/ 52891 w 62040"/>
                <a:gd name="connsiteY2" fmla="*/ 57588 h 127577"/>
                <a:gd name="connsiteX3" fmla="*/ 51294 w 62040"/>
                <a:gd name="connsiteY3" fmla="*/ 75908 h 127577"/>
                <a:gd name="connsiteX4" fmla="*/ 32129 w 62040"/>
                <a:gd name="connsiteY4" fmla="*/ 106064 h 127577"/>
                <a:gd name="connsiteX5" fmla="*/ 0 w 62040"/>
                <a:gd name="connsiteY5" fmla="*/ 127578 h 127577"/>
                <a:gd name="connsiteX6" fmla="*/ 36733 w 62040"/>
                <a:gd name="connsiteY6" fmla="*/ 111795 h 127577"/>
                <a:gd name="connsiteX7" fmla="*/ 51576 w 62040"/>
                <a:gd name="connsiteY7" fmla="*/ 97327 h 127577"/>
                <a:gd name="connsiteX8" fmla="*/ 60501 w 62040"/>
                <a:gd name="connsiteY8" fmla="*/ 78068 h 127577"/>
                <a:gd name="connsiteX9" fmla="*/ 61816 w 62040"/>
                <a:gd name="connsiteY9" fmla="*/ 57306 h 127577"/>
                <a:gd name="connsiteX10" fmla="*/ 58152 w 62040"/>
                <a:gd name="connsiteY10" fmla="*/ 37296 h 127577"/>
                <a:gd name="connsiteX11" fmla="*/ 44812 w 62040"/>
                <a:gd name="connsiteY11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40" h="127577">
                  <a:moveTo>
                    <a:pt x="44812" y="0"/>
                  </a:moveTo>
                  <a:cubicBezTo>
                    <a:pt x="46691" y="13059"/>
                    <a:pt x="48851" y="26023"/>
                    <a:pt x="50918" y="38799"/>
                  </a:cubicBezTo>
                  <a:cubicBezTo>
                    <a:pt x="51764" y="45188"/>
                    <a:pt x="52985" y="51576"/>
                    <a:pt x="52891" y="57588"/>
                  </a:cubicBezTo>
                  <a:cubicBezTo>
                    <a:pt x="53079" y="64071"/>
                    <a:pt x="52797" y="70083"/>
                    <a:pt x="51294" y="75908"/>
                  </a:cubicBezTo>
                  <a:cubicBezTo>
                    <a:pt x="48758" y="87651"/>
                    <a:pt x="41336" y="97703"/>
                    <a:pt x="32129" y="106064"/>
                  </a:cubicBezTo>
                  <a:cubicBezTo>
                    <a:pt x="22641" y="114237"/>
                    <a:pt x="11555" y="121096"/>
                    <a:pt x="0" y="127578"/>
                  </a:cubicBezTo>
                  <a:cubicBezTo>
                    <a:pt x="12870" y="124571"/>
                    <a:pt x="25553" y="119780"/>
                    <a:pt x="36733" y="111795"/>
                  </a:cubicBezTo>
                  <a:cubicBezTo>
                    <a:pt x="42181" y="107661"/>
                    <a:pt x="47442" y="103058"/>
                    <a:pt x="51576" y="97327"/>
                  </a:cubicBezTo>
                  <a:cubicBezTo>
                    <a:pt x="55709" y="91597"/>
                    <a:pt x="58810" y="85020"/>
                    <a:pt x="60501" y="78068"/>
                  </a:cubicBezTo>
                  <a:cubicBezTo>
                    <a:pt x="62098" y="71117"/>
                    <a:pt x="62286" y="63883"/>
                    <a:pt x="61816" y="57306"/>
                  </a:cubicBezTo>
                  <a:cubicBezTo>
                    <a:pt x="61346" y="50260"/>
                    <a:pt x="59843" y="43685"/>
                    <a:pt x="58152" y="37296"/>
                  </a:cubicBezTo>
                  <a:cubicBezTo>
                    <a:pt x="54676" y="24426"/>
                    <a:pt x="50167" y="12119"/>
                    <a:pt x="44812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7" name="Forme libre : forme 1506">
              <a:extLst>
                <a:ext uri="{FF2B5EF4-FFF2-40B4-BE49-F238E27FC236}">
                  <a16:creationId xmlns:a16="http://schemas.microsoft.com/office/drawing/2014/main" id="{EE016CF6-3D02-44A9-916A-FBBD28D74144}"/>
                </a:ext>
              </a:extLst>
            </p:cNvPr>
            <p:cNvSpPr/>
            <p:nvPr/>
          </p:nvSpPr>
          <p:spPr>
            <a:xfrm>
              <a:off x="5961079" y="5243048"/>
              <a:ext cx="172225" cy="61819"/>
            </a:xfrm>
            <a:custGeom>
              <a:avLst/>
              <a:gdLst>
                <a:gd name="connsiteX0" fmla="*/ 0 w 231105"/>
                <a:gd name="connsiteY0" fmla="*/ 20481 h 82953"/>
                <a:gd name="connsiteX1" fmla="*/ 29499 w 231105"/>
                <a:gd name="connsiteY1" fmla="*/ 8455 h 82953"/>
                <a:gd name="connsiteX2" fmla="*/ 44624 w 231105"/>
                <a:gd name="connsiteY2" fmla="*/ 3288 h 82953"/>
                <a:gd name="connsiteX3" fmla="*/ 61064 w 231105"/>
                <a:gd name="connsiteY3" fmla="*/ 0 h 82953"/>
                <a:gd name="connsiteX4" fmla="*/ 92442 w 231105"/>
                <a:gd name="connsiteY4" fmla="*/ 9771 h 82953"/>
                <a:gd name="connsiteX5" fmla="*/ 121001 w 231105"/>
                <a:gd name="connsiteY5" fmla="*/ 23768 h 82953"/>
                <a:gd name="connsiteX6" fmla="*/ 149091 w 231105"/>
                <a:gd name="connsiteY6" fmla="*/ 37014 h 82953"/>
                <a:gd name="connsiteX7" fmla="*/ 178872 w 231105"/>
                <a:gd name="connsiteY7" fmla="*/ 47443 h 82953"/>
                <a:gd name="connsiteX8" fmla="*/ 208183 w 231105"/>
                <a:gd name="connsiteY8" fmla="*/ 60689 h 82953"/>
                <a:gd name="connsiteX9" fmla="*/ 231105 w 231105"/>
                <a:gd name="connsiteY9" fmla="*/ 82954 h 82953"/>
                <a:gd name="connsiteX10" fmla="*/ 205928 w 231105"/>
                <a:gd name="connsiteY10" fmla="*/ 64916 h 82953"/>
                <a:gd name="connsiteX11" fmla="*/ 176429 w 231105"/>
                <a:gd name="connsiteY11" fmla="*/ 54583 h 82953"/>
                <a:gd name="connsiteX12" fmla="*/ 145897 w 231105"/>
                <a:gd name="connsiteY12" fmla="*/ 45564 h 82953"/>
                <a:gd name="connsiteX13" fmla="*/ 116586 w 231105"/>
                <a:gd name="connsiteY13" fmla="*/ 32036 h 82953"/>
                <a:gd name="connsiteX14" fmla="*/ 88590 w 231105"/>
                <a:gd name="connsiteY14" fmla="*/ 17474 h 82953"/>
                <a:gd name="connsiteX15" fmla="*/ 60407 w 231105"/>
                <a:gd name="connsiteY15" fmla="*/ 6389 h 82953"/>
                <a:gd name="connsiteX16" fmla="*/ 45751 w 231105"/>
                <a:gd name="connsiteY16" fmla="*/ 8455 h 82953"/>
                <a:gd name="connsiteX17" fmla="*/ 30438 w 231105"/>
                <a:gd name="connsiteY17" fmla="*/ 12213 h 82953"/>
                <a:gd name="connsiteX18" fmla="*/ 0 w 231105"/>
                <a:gd name="connsiteY18" fmla="*/ 20481 h 82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1105" h="82953">
                  <a:moveTo>
                    <a:pt x="0" y="20481"/>
                  </a:moveTo>
                  <a:cubicBezTo>
                    <a:pt x="9676" y="16065"/>
                    <a:pt x="19541" y="12213"/>
                    <a:pt x="29499" y="8455"/>
                  </a:cubicBezTo>
                  <a:cubicBezTo>
                    <a:pt x="34478" y="6576"/>
                    <a:pt x="39457" y="4791"/>
                    <a:pt x="44624" y="3288"/>
                  </a:cubicBezTo>
                  <a:cubicBezTo>
                    <a:pt x="49979" y="1879"/>
                    <a:pt x="54488" y="0"/>
                    <a:pt x="61064" y="0"/>
                  </a:cubicBezTo>
                  <a:cubicBezTo>
                    <a:pt x="72902" y="940"/>
                    <a:pt x="82578" y="5543"/>
                    <a:pt x="92442" y="9771"/>
                  </a:cubicBezTo>
                  <a:cubicBezTo>
                    <a:pt x="102212" y="14092"/>
                    <a:pt x="111607" y="19071"/>
                    <a:pt x="121001" y="23768"/>
                  </a:cubicBezTo>
                  <a:cubicBezTo>
                    <a:pt x="130490" y="28466"/>
                    <a:pt x="139603" y="33633"/>
                    <a:pt x="149091" y="37014"/>
                  </a:cubicBezTo>
                  <a:lnTo>
                    <a:pt x="178872" y="47443"/>
                  </a:lnTo>
                  <a:cubicBezTo>
                    <a:pt x="188830" y="51200"/>
                    <a:pt x="198788" y="55334"/>
                    <a:pt x="208183" y="60689"/>
                  </a:cubicBezTo>
                  <a:cubicBezTo>
                    <a:pt x="217295" y="66326"/>
                    <a:pt x="226314" y="73278"/>
                    <a:pt x="231105" y="82954"/>
                  </a:cubicBezTo>
                  <a:cubicBezTo>
                    <a:pt x="224435" y="74593"/>
                    <a:pt x="215510" y="69050"/>
                    <a:pt x="205928" y="64916"/>
                  </a:cubicBezTo>
                  <a:cubicBezTo>
                    <a:pt x="196533" y="60595"/>
                    <a:pt x="186575" y="57401"/>
                    <a:pt x="176429" y="54583"/>
                  </a:cubicBezTo>
                  <a:cubicBezTo>
                    <a:pt x="166283" y="51670"/>
                    <a:pt x="156137" y="48946"/>
                    <a:pt x="145897" y="45564"/>
                  </a:cubicBezTo>
                  <a:cubicBezTo>
                    <a:pt x="135469" y="41900"/>
                    <a:pt x="125981" y="36921"/>
                    <a:pt x="116586" y="32036"/>
                  </a:cubicBezTo>
                  <a:lnTo>
                    <a:pt x="88590" y="17474"/>
                  </a:lnTo>
                  <a:cubicBezTo>
                    <a:pt x="79290" y="13059"/>
                    <a:pt x="69707" y="7986"/>
                    <a:pt x="60407" y="6389"/>
                  </a:cubicBezTo>
                  <a:cubicBezTo>
                    <a:pt x="56367" y="5919"/>
                    <a:pt x="50730" y="7422"/>
                    <a:pt x="45751" y="8455"/>
                  </a:cubicBezTo>
                  <a:lnTo>
                    <a:pt x="30438" y="12213"/>
                  </a:lnTo>
                  <a:cubicBezTo>
                    <a:pt x="20480" y="14844"/>
                    <a:pt x="10334" y="17756"/>
                    <a:pt x="0" y="20481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8" name="Forme libre : forme 1507">
              <a:extLst>
                <a:ext uri="{FF2B5EF4-FFF2-40B4-BE49-F238E27FC236}">
                  <a16:creationId xmlns:a16="http://schemas.microsoft.com/office/drawing/2014/main" id="{1D7CF720-0F1E-4334-9D08-AAAF09C73F61}"/>
                </a:ext>
              </a:extLst>
            </p:cNvPr>
            <p:cNvSpPr/>
            <p:nvPr/>
          </p:nvSpPr>
          <p:spPr>
            <a:xfrm>
              <a:off x="5795434" y="5299797"/>
              <a:ext cx="331429" cy="5796"/>
            </a:xfrm>
            <a:custGeom>
              <a:avLst/>
              <a:gdLst>
                <a:gd name="connsiteX0" fmla="*/ 444737 w 444736"/>
                <a:gd name="connsiteY0" fmla="*/ 6804 h 7778"/>
                <a:gd name="connsiteX1" fmla="*/ 333505 w 444736"/>
                <a:gd name="connsiteY1" fmla="*/ 6428 h 7778"/>
                <a:gd name="connsiteX2" fmla="*/ 277984 w 444736"/>
                <a:gd name="connsiteY2" fmla="*/ 6522 h 7778"/>
                <a:gd name="connsiteX3" fmla="*/ 222368 w 444736"/>
                <a:gd name="connsiteY3" fmla="*/ 7744 h 7778"/>
                <a:gd name="connsiteX4" fmla="*/ 166753 w 444736"/>
                <a:gd name="connsiteY4" fmla="*/ 6522 h 7778"/>
                <a:gd name="connsiteX5" fmla="*/ 111231 w 444736"/>
                <a:gd name="connsiteY5" fmla="*/ 6428 h 7778"/>
                <a:gd name="connsiteX6" fmla="*/ 0 w 444736"/>
                <a:gd name="connsiteY6" fmla="*/ 6804 h 7778"/>
                <a:gd name="connsiteX7" fmla="*/ 111137 w 444736"/>
                <a:gd name="connsiteY7" fmla="*/ 979 h 7778"/>
                <a:gd name="connsiteX8" fmla="*/ 166847 w 444736"/>
                <a:gd name="connsiteY8" fmla="*/ 40 h 7778"/>
                <a:gd name="connsiteX9" fmla="*/ 222462 w 444736"/>
                <a:gd name="connsiteY9" fmla="*/ 604 h 7778"/>
                <a:gd name="connsiteX10" fmla="*/ 278078 w 444736"/>
                <a:gd name="connsiteY10" fmla="*/ 40 h 7778"/>
                <a:gd name="connsiteX11" fmla="*/ 333787 w 444736"/>
                <a:gd name="connsiteY11" fmla="*/ 979 h 7778"/>
                <a:gd name="connsiteX12" fmla="*/ 444737 w 444736"/>
                <a:gd name="connsiteY12" fmla="*/ 6804 h 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4736" h="7778">
                  <a:moveTo>
                    <a:pt x="444737" y="6804"/>
                  </a:moveTo>
                  <a:lnTo>
                    <a:pt x="333505" y="6428"/>
                  </a:lnTo>
                  <a:lnTo>
                    <a:pt x="277984" y="6522"/>
                  </a:lnTo>
                  <a:cubicBezTo>
                    <a:pt x="259477" y="6522"/>
                    <a:pt x="241063" y="7931"/>
                    <a:pt x="222368" y="7744"/>
                  </a:cubicBezTo>
                  <a:cubicBezTo>
                    <a:pt x="203673" y="8025"/>
                    <a:pt x="185260" y="6522"/>
                    <a:pt x="166753" y="6522"/>
                  </a:cubicBezTo>
                  <a:lnTo>
                    <a:pt x="111231" y="6428"/>
                  </a:lnTo>
                  <a:lnTo>
                    <a:pt x="0" y="6804"/>
                  </a:lnTo>
                  <a:cubicBezTo>
                    <a:pt x="37014" y="3986"/>
                    <a:pt x="74029" y="2201"/>
                    <a:pt x="111137" y="979"/>
                  </a:cubicBezTo>
                  <a:cubicBezTo>
                    <a:pt x="129645" y="228"/>
                    <a:pt x="148246" y="134"/>
                    <a:pt x="166847" y="40"/>
                  </a:cubicBezTo>
                  <a:cubicBezTo>
                    <a:pt x="185448" y="-242"/>
                    <a:pt x="204049" y="1073"/>
                    <a:pt x="222462" y="604"/>
                  </a:cubicBezTo>
                  <a:cubicBezTo>
                    <a:pt x="240876" y="1073"/>
                    <a:pt x="259477" y="-242"/>
                    <a:pt x="278078" y="40"/>
                  </a:cubicBezTo>
                  <a:cubicBezTo>
                    <a:pt x="296679" y="134"/>
                    <a:pt x="315186" y="228"/>
                    <a:pt x="333787" y="979"/>
                  </a:cubicBezTo>
                  <a:cubicBezTo>
                    <a:pt x="370708" y="2295"/>
                    <a:pt x="407722" y="4080"/>
                    <a:pt x="444737" y="6804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9" name="Forme libre : forme 1508">
              <a:extLst>
                <a:ext uri="{FF2B5EF4-FFF2-40B4-BE49-F238E27FC236}">
                  <a16:creationId xmlns:a16="http://schemas.microsoft.com/office/drawing/2014/main" id="{C4E9CE2A-8187-4E31-B395-D029CB4769D7}"/>
                </a:ext>
              </a:extLst>
            </p:cNvPr>
            <p:cNvSpPr/>
            <p:nvPr/>
          </p:nvSpPr>
          <p:spPr>
            <a:xfrm>
              <a:off x="5791934" y="5311098"/>
              <a:ext cx="338430" cy="58739"/>
            </a:xfrm>
            <a:custGeom>
              <a:avLst/>
              <a:gdLst>
                <a:gd name="connsiteX0" fmla="*/ 454131 w 454131"/>
                <a:gd name="connsiteY0" fmla="*/ 0 h 78820"/>
                <a:gd name="connsiteX1" fmla="*/ 348631 w 454131"/>
                <a:gd name="connsiteY1" fmla="*/ 61064 h 78820"/>
                <a:gd name="connsiteX2" fmla="*/ 288506 w 454131"/>
                <a:gd name="connsiteY2" fmla="*/ 74687 h 78820"/>
                <a:gd name="connsiteX3" fmla="*/ 273193 w 454131"/>
                <a:gd name="connsiteY3" fmla="*/ 76753 h 78820"/>
                <a:gd name="connsiteX4" fmla="*/ 257786 w 454131"/>
                <a:gd name="connsiteY4" fmla="*/ 77974 h 78820"/>
                <a:gd name="connsiteX5" fmla="*/ 227066 w 454131"/>
                <a:gd name="connsiteY5" fmla="*/ 78820 h 78820"/>
                <a:gd name="connsiteX6" fmla="*/ 196345 w 454131"/>
                <a:gd name="connsiteY6" fmla="*/ 77974 h 78820"/>
                <a:gd name="connsiteX7" fmla="*/ 180939 w 454131"/>
                <a:gd name="connsiteY7" fmla="*/ 76753 h 78820"/>
                <a:gd name="connsiteX8" fmla="*/ 165625 w 454131"/>
                <a:gd name="connsiteY8" fmla="*/ 74687 h 78820"/>
                <a:gd name="connsiteX9" fmla="*/ 105501 w 454131"/>
                <a:gd name="connsiteY9" fmla="*/ 61064 h 78820"/>
                <a:gd name="connsiteX10" fmla="*/ 0 w 454131"/>
                <a:gd name="connsiteY10" fmla="*/ 0 h 78820"/>
                <a:gd name="connsiteX11" fmla="*/ 51012 w 454131"/>
                <a:gd name="connsiteY11" fmla="*/ 32787 h 78820"/>
                <a:gd name="connsiteX12" fmla="*/ 107567 w 454131"/>
                <a:gd name="connsiteY12" fmla="*/ 54207 h 78820"/>
                <a:gd name="connsiteX13" fmla="*/ 227066 w 454131"/>
                <a:gd name="connsiteY13" fmla="*/ 69426 h 78820"/>
                <a:gd name="connsiteX14" fmla="*/ 346564 w 454131"/>
                <a:gd name="connsiteY14" fmla="*/ 54207 h 78820"/>
                <a:gd name="connsiteX15" fmla="*/ 403119 w 454131"/>
                <a:gd name="connsiteY15" fmla="*/ 32787 h 78820"/>
                <a:gd name="connsiteX16" fmla="*/ 454131 w 454131"/>
                <a:gd name="connsiteY16" fmla="*/ 0 h 7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4131" h="78820">
                  <a:moveTo>
                    <a:pt x="454131" y="0"/>
                  </a:moveTo>
                  <a:cubicBezTo>
                    <a:pt x="425384" y="29217"/>
                    <a:pt x="387618" y="48475"/>
                    <a:pt x="348631" y="61064"/>
                  </a:cubicBezTo>
                  <a:cubicBezTo>
                    <a:pt x="329090" y="67641"/>
                    <a:pt x="308892" y="71868"/>
                    <a:pt x="288506" y="74687"/>
                  </a:cubicBezTo>
                  <a:lnTo>
                    <a:pt x="273193" y="76753"/>
                  </a:lnTo>
                  <a:lnTo>
                    <a:pt x="257786" y="77974"/>
                  </a:lnTo>
                  <a:cubicBezTo>
                    <a:pt x="247452" y="79102"/>
                    <a:pt x="237306" y="78632"/>
                    <a:pt x="227066" y="78820"/>
                  </a:cubicBezTo>
                  <a:cubicBezTo>
                    <a:pt x="216826" y="78632"/>
                    <a:pt x="206679" y="79008"/>
                    <a:pt x="196345" y="77974"/>
                  </a:cubicBezTo>
                  <a:lnTo>
                    <a:pt x="180939" y="76753"/>
                  </a:lnTo>
                  <a:lnTo>
                    <a:pt x="165625" y="74687"/>
                  </a:lnTo>
                  <a:cubicBezTo>
                    <a:pt x="145239" y="71868"/>
                    <a:pt x="125041" y="67641"/>
                    <a:pt x="105501" y="61064"/>
                  </a:cubicBezTo>
                  <a:cubicBezTo>
                    <a:pt x="66513" y="48475"/>
                    <a:pt x="28747" y="29123"/>
                    <a:pt x="0" y="0"/>
                  </a:cubicBezTo>
                  <a:cubicBezTo>
                    <a:pt x="15407" y="13340"/>
                    <a:pt x="32881" y="23862"/>
                    <a:pt x="51012" y="32787"/>
                  </a:cubicBezTo>
                  <a:cubicBezTo>
                    <a:pt x="69144" y="41806"/>
                    <a:pt x="88121" y="48852"/>
                    <a:pt x="107567" y="54207"/>
                  </a:cubicBezTo>
                  <a:cubicBezTo>
                    <a:pt x="146367" y="65292"/>
                    <a:pt x="186669" y="70177"/>
                    <a:pt x="227066" y="69426"/>
                  </a:cubicBezTo>
                  <a:cubicBezTo>
                    <a:pt x="267556" y="70177"/>
                    <a:pt x="307765" y="65292"/>
                    <a:pt x="346564" y="54207"/>
                  </a:cubicBezTo>
                  <a:cubicBezTo>
                    <a:pt x="366010" y="48852"/>
                    <a:pt x="384988" y="41806"/>
                    <a:pt x="403119" y="32787"/>
                  </a:cubicBezTo>
                  <a:cubicBezTo>
                    <a:pt x="421157" y="23862"/>
                    <a:pt x="438630" y="13340"/>
                    <a:pt x="454131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0" name="Forme libre : forme 1509">
              <a:extLst>
                <a:ext uri="{FF2B5EF4-FFF2-40B4-BE49-F238E27FC236}">
                  <a16:creationId xmlns:a16="http://schemas.microsoft.com/office/drawing/2014/main" id="{34EC73C7-ED3A-434E-982B-158709E16420}"/>
                </a:ext>
              </a:extLst>
            </p:cNvPr>
            <p:cNvSpPr/>
            <p:nvPr/>
          </p:nvSpPr>
          <p:spPr>
            <a:xfrm>
              <a:off x="5668856" y="5424025"/>
              <a:ext cx="584446" cy="140860"/>
            </a:xfrm>
            <a:custGeom>
              <a:avLst/>
              <a:gdLst>
                <a:gd name="connsiteX0" fmla="*/ 0 w 784254"/>
                <a:gd name="connsiteY0" fmla="*/ 0 h 189017"/>
                <a:gd name="connsiteX1" fmla="*/ 86617 w 784254"/>
                <a:gd name="connsiteY1" fmla="*/ 68768 h 189017"/>
                <a:gd name="connsiteX2" fmla="*/ 181408 w 784254"/>
                <a:gd name="connsiteY2" fmla="*/ 125041 h 189017"/>
                <a:gd name="connsiteX3" fmla="*/ 283902 w 784254"/>
                <a:gd name="connsiteY3" fmla="*/ 164498 h 189017"/>
                <a:gd name="connsiteX4" fmla="*/ 392127 w 784254"/>
                <a:gd name="connsiteY4" fmla="*/ 179623 h 189017"/>
                <a:gd name="connsiteX5" fmla="*/ 500352 w 784254"/>
                <a:gd name="connsiteY5" fmla="*/ 164498 h 189017"/>
                <a:gd name="connsiteX6" fmla="*/ 602846 w 784254"/>
                <a:gd name="connsiteY6" fmla="*/ 125041 h 189017"/>
                <a:gd name="connsiteX7" fmla="*/ 697637 w 784254"/>
                <a:gd name="connsiteY7" fmla="*/ 68768 h 189017"/>
                <a:gd name="connsiteX8" fmla="*/ 784254 w 784254"/>
                <a:gd name="connsiteY8" fmla="*/ 0 h 189017"/>
                <a:gd name="connsiteX9" fmla="*/ 606134 w 784254"/>
                <a:gd name="connsiteY9" fmla="*/ 131429 h 189017"/>
                <a:gd name="connsiteX10" fmla="*/ 502701 w 784254"/>
                <a:gd name="connsiteY10" fmla="*/ 172765 h 189017"/>
                <a:gd name="connsiteX11" fmla="*/ 392221 w 784254"/>
                <a:gd name="connsiteY11" fmla="*/ 189018 h 189017"/>
                <a:gd name="connsiteX12" fmla="*/ 281742 w 784254"/>
                <a:gd name="connsiteY12" fmla="*/ 172765 h 189017"/>
                <a:gd name="connsiteX13" fmla="*/ 178308 w 784254"/>
                <a:gd name="connsiteY13" fmla="*/ 131429 h 189017"/>
                <a:gd name="connsiteX14" fmla="*/ 0 w 784254"/>
                <a:gd name="connsiteY14" fmla="*/ 0 h 18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4254" h="189017">
                  <a:moveTo>
                    <a:pt x="0" y="0"/>
                  </a:moveTo>
                  <a:cubicBezTo>
                    <a:pt x="27150" y="24989"/>
                    <a:pt x="56273" y="47912"/>
                    <a:pt x="86617" y="68768"/>
                  </a:cubicBezTo>
                  <a:cubicBezTo>
                    <a:pt x="116868" y="89812"/>
                    <a:pt x="148527" y="108601"/>
                    <a:pt x="181408" y="125041"/>
                  </a:cubicBezTo>
                  <a:cubicBezTo>
                    <a:pt x="214383" y="141387"/>
                    <a:pt x="248673" y="154540"/>
                    <a:pt x="283902" y="164498"/>
                  </a:cubicBezTo>
                  <a:cubicBezTo>
                    <a:pt x="319226" y="174362"/>
                    <a:pt x="355676" y="178684"/>
                    <a:pt x="392127" y="179623"/>
                  </a:cubicBezTo>
                  <a:cubicBezTo>
                    <a:pt x="428578" y="178684"/>
                    <a:pt x="465029" y="174362"/>
                    <a:pt x="500352" y="164498"/>
                  </a:cubicBezTo>
                  <a:cubicBezTo>
                    <a:pt x="535581" y="154540"/>
                    <a:pt x="569872" y="141293"/>
                    <a:pt x="602846" y="125041"/>
                  </a:cubicBezTo>
                  <a:cubicBezTo>
                    <a:pt x="635727" y="108695"/>
                    <a:pt x="667387" y="89812"/>
                    <a:pt x="697637" y="68768"/>
                  </a:cubicBezTo>
                  <a:cubicBezTo>
                    <a:pt x="727981" y="47912"/>
                    <a:pt x="757104" y="25083"/>
                    <a:pt x="784254" y="0"/>
                  </a:cubicBezTo>
                  <a:cubicBezTo>
                    <a:pt x="732303" y="52609"/>
                    <a:pt x="671802" y="96763"/>
                    <a:pt x="606134" y="131429"/>
                  </a:cubicBezTo>
                  <a:cubicBezTo>
                    <a:pt x="573348" y="148997"/>
                    <a:pt x="538306" y="162150"/>
                    <a:pt x="502701" y="172765"/>
                  </a:cubicBezTo>
                  <a:cubicBezTo>
                    <a:pt x="466814" y="183099"/>
                    <a:pt x="429611" y="187890"/>
                    <a:pt x="392221" y="189018"/>
                  </a:cubicBezTo>
                  <a:cubicBezTo>
                    <a:pt x="354831" y="187796"/>
                    <a:pt x="317629" y="183005"/>
                    <a:pt x="281742" y="172765"/>
                  </a:cubicBezTo>
                  <a:cubicBezTo>
                    <a:pt x="246043" y="162150"/>
                    <a:pt x="211095" y="148997"/>
                    <a:pt x="178308" y="131429"/>
                  </a:cubicBezTo>
                  <a:cubicBezTo>
                    <a:pt x="112546" y="96763"/>
                    <a:pt x="51952" y="52609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1" name="Forme libre : forme 1510">
              <a:extLst>
                <a:ext uri="{FF2B5EF4-FFF2-40B4-BE49-F238E27FC236}">
                  <a16:creationId xmlns:a16="http://schemas.microsoft.com/office/drawing/2014/main" id="{8B968970-F656-4D57-8724-D6958D637FF0}"/>
                </a:ext>
              </a:extLst>
            </p:cNvPr>
            <p:cNvSpPr/>
            <p:nvPr/>
          </p:nvSpPr>
          <p:spPr>
            <a:xfrm>
              <a:off x="5887166" y="5116433"/>
              <a:ext cx="36457" cy="28179"/>
            </a:xfrm>
            <a:custGeom>
              <a:avLst/>
              <a:gdLst>
                <a:gd name="connsiteX0" fmla="*/ 48922 w 48921"/>
                <a:gd name="connsiteY0" fmla="*/ 37814 h 37813"/>
                <a:gd name="connsiteX1" fmla="*/ 4956 w 48921"/>
                <a:gd name="connsiteY1" fmla="*/ 799 h 37813"/>
                <a:gd name="connsiteX2" fmla="*/ 30509 w 48921"/>
                <a:gd name="connsiteY2" fmla="*/ 27574 h 37813"/>
                <a:gd name="connsiteX3" fmla="*/ 48922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48922" y="37814"/>
                  </a:moveTo>
                  <a:cubicBezTo>
                    <a:pt x="48922" y="37814"/>
                    <a:pt x="23369" y="-6434"/>
                    <a:pt x="4956" y="799"/>
                  </a:cubicBezTo>
                  <a:cubicBezTo>
                    <a:pt x="-13458" y="8033"/>
                    <a:pt x="24966" y="24756"/>
                    <a:pt x="30509" y="27574"/>
                  </a:cubicBezTo>
                  <a:cubicBezTo>
                    <a:pt x="36051" y="30392"/>
                    <a:pt x="48922" y="37814"/>
                    <a:pt x="48922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2" name="Forme libre : forme 1511">
              <a:extLst>
                <a:ext uri="{FF2B5EF4-FFF2-40B4-BE49-F238E27FC236}">
                  <a16:creationId xmlns:a16="http://schemas.microsoft.com/office/drawing/2014/main" id="{24AA6CC6-9008-43BD-A61B-90B95D09B989}"/>
                </a:ext>
              </a:extLst>
            </p:cNvPr>
            <p:cNvSpPr/>
            <p:nvPr/>
          </p:nvSpPr>
          <p:spPr>
            <a:xfrm>
              <a:off x="5997484" y="5116433"/>
              <a:ext cx="36457" cy="28179"/>
            </a:xfrm>
            <a:custGeom>
              <a:avLst/>
              <a:gdLst>
                <a:gd name="connsiteX0" fmla="*/ 0 w 48921"/>
                <a:gd name="connsiteY0" fmla="*/ 37814 h 37813"/>
                <a:gd name="connsiteX1" fmla="*/ 43966 w 48921"/>
                <a:gd name="connsiteY1" fmla="*/ 799 h 37813"/>
                <a:gd name="connsiteX2" fmla="*/ 18413 w 48921"/>
                <a:gd name="connsiteY2" fmla="*/ 27574 h 37813"/>
                <a:gd name="connsiteX3" fmla="*/ 0 w 48921"/>
                <a:gd name="connsiteY3" fmla="*/ 37814 h 3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21" h="37813">
                  <a:moveTo>
                    <a:pt x="0" y="37814"/>
                  </a:moveTo>
                  <a:cubicBezTo>
                    <a:pt x="0" y="37814"/>
                    <a:pt x="25553" y="-6434"/>
                    <a:pt x="43966" y="799"/>
                  </a:cubicBezTo>
                  <a:cubicBezTo>
                    <a:pt x="62379" y="8033"/>
                    <a:pt x="23956" y="24756"/>
                    <a:pt x="18413" y="27574"/>
                  </a:cubicBezTo>
                  <a:cubicBezTo>
                    <a:pt x="13058" y="30580"/>
                    <a:pt x="0" y="37814"/>
                    <a:pt x="0" y="37814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3" name="Forme libre : forme 1512">
              <a:extLst>
                <a:ext uri="{FF2B5EF4-FFF2-40B4-BE49-F238E27FC236}">
                  <a16:creationId xmlns:a16="http://schemas.microsoft.com/office/drawing/2014/main" id="{37082217-719D-44DE-8549-1905CF1B924F}"/>
                </a:ext>
              </a:extLst>
            </p:cNvPr>
            <p:cNvSpPr/>
            <p:nvPr/>
          </p:nvSpPr>
          <p:spPr>
            <a:xfrm>
              <a:off x="5902304" y="5052970"/>
              <a:ext cx="5217" cy="29894"/>
            </a:xfrm>
            <a:custGeom>
              <a:avLst/>
              <a:gdLst>
                <a:gd name="connsiteX0" fmla="*/ 7000 w 7000"/>
                <a:gd name="connsiteY0" fmla="*/ 0 h 40114"/>
                <a:gd name="connsiteX1" fmla="*/ 4745 w 7000"/>
                <a:gd name="connsiteY1" fmla="*/ 20292 h 40114"/>
                <a:gd name="connsiteX2" fmla="*/ 6718 w 7000"/>
                <a:gd name="connsiteY2" fmla="*/ 40115 h 40114"/>
                <a:gd name="connsiteX3" fmla="*/ 48 w 7000"/>
                <a:gd name="connsiteY3" fmla="*/ 20010 h 40114"/>
                <a:gd name="connsiteX4" fmla="*/ 7000 w 7000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00" h="40114">
                  <a:moveTo>
                    <a:pt x="7000" y="0"/>
                  </a:moveTo>
                  <a:cubicBezTo>
                    <a:pt x="6624" y="7140"/>
                    <a:pt x="5121" y="13716"/>
                    <a:pt x="4745" y="20292"/>
                  </a:cubicBezTo>
                  <a:cubicBezTo>
                    <a:pt x="4276" y="26868"/>
                    <a:pt x="4745" y="33256"/>
                    <a:pt x="6718" y="40115"/>
                  </a:cubicBezTo>
                  <a:cubicBezTo>
                    <a:pt x="1457" y="35041"/>
                    <a:pt x="-328" y="27150"/>
                    <a:pt x="48" y="20010"/>
                  </a:cubicBezTo>
                  <a:cubicBezTo>
                    <a:pt x="706" y="12776"/>
                    <a:pt x="3148" y="6012"/>
                    <a:pt x="700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4" name="Forme libre : forme 1513">
              <a:extLst>
                <a:ext uri="{FF2B5EF4-FFF2-40B4-BE49-F238E27FC236}">
                  <a16:creationId xmlns:a16="http://schemas.microsoft.com/office/drawing/2014/main" id="{15AB5600-E237-4E85-BC64-8000765624C0}"/>
                </a:ext>
              </a:extLst>
            </p:cNvPr>
            <p:cNvSpPr/>
            <p:nvPr/>
          </p:nvSpPr>
          <p:spPr>
            <a:xfrm>
              <a:off x="5910882" y="5092526"/>
              <a:ext cx="21423" cy="24434"/>
            </a:xfrm>
            <a:custGeom>
              <a:avLst/>
              <a:gdLst>
                <a:gd name="connsiteX0" fmla="*/ 0 w 28747"/>
                <a:gd name="connsiteY0" fmla="*/ 0 h 32787"/>
                <a:gd name="connsiteX1" fmla="*/ 18695 w 28747"/>
                <a:gd name="connsiteY1" fmla="*/ 12589 h 32787"/>
                <a:gd name="connsiteX2" fmla="*/ 28747 w 28747"/>
                <a:gd name="connsiteY2" fmla="*/ 32787 h 32787"/>
                <a:gd name="connsiteX3" fmla="*/ 15125 w 28747"/>
                <a:gd name="connsiteY3" fmla="*/ 15595 h 32787"/>
                <a:gd name="connsiteX4" fmla="*/ 0 w 28747"/>
                <a:gd name="connsiteY4" fmla="*/ 0 h 32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47" h="32787">
                  <a:moveTo>
                    <a:pt x="0" y="0"/>
                  </a:moveTo>
                  <a:cubicBezTo>
                    <a:pt x="7516" y="1692"/>
                    <a:pt x="13904" y="6764"/>
                    <a:pt x="18695" y="12589"/>
                  </a:cubicBezTo>
                  <a:cubicBezTo>
                    <a:pt x="23486" y="18508"/>
                    <a:pt x="26962" y="25365"/>
                    <a:pt x="28747" y="32787"/>
                  </a:cubicBezTo>
                  <a:cubicBezTo>
                    <a:pt x="23768" y="27056"/>
                    <a:pt x="19728" y="21044"/>
                    <a:pt x="15125" y="15595"/>
                  </a:cubicBezTo>
                  <a:cubicBezTo>
                    <a:pt x="10616" y="9959"/>
                    <a:pt x="5731" y="49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5" name="Forme libre : forme 1514">
              <a:extLst>
                <a:ext uri="{FF2B5EF4-FFF2-40B4-BE49-F238E27FC236}">
                  <a16:creationId xmlns:a16="http://schemas.microsoft.com/office/drawing/2014/main" id="{E06116FB-2443-4108-9EA1-1E43515B7FD1}"/>
                </a:ext>
              </a:extLst>
            </p:cNvPr>
            <p:cNvSpPr/>
            <p:nvPr/>
          </p:nvSpPr>
          <p:spPr>
            <a:xfrm>
              <a:off x="6012326" y="5054720"/>
              <a:ext cx="5164" cy="29894"/>
            </a:xfrm>
            <a:custGeom>
              <a:avLst/>
              <a:gdLst>
                <a:gd name="connsiteX0" fmla="*/ 0 w 6929"/>
                <a:gd name="connsiteY0" fmla="*/ 0 h 40114"/>
                <a:gd name="connsiteX1" fmla="*/ 6858 w 6929"/>
                <a:gd name="connsiteY1" fmla="*/ 20010 h 40114"/>
                <a:gd name="connsiteX2" fmla="*/ 188 w 6929"/>
                <a:gd name="connsiteY2" fmla="*/ 40115 h 40114"/>
                <a:gd name="connsiteX3" fmla="*/ 2161 w 6929"/>
                <a:gd name="connsiteY3" fmla="*/ 20292 h 40114"/>
                <a:gd name="connsiteX4" fmla="*/ 0 w 6929"/>
                <a:gd name="connsiteY4" fmla="*/ 0 h 4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9" h="40114">
                  <a:moveTo>
                    <a:pt x="0" y="0"/>
                  </a:moveTo>
                  <a:cubicBezTo>
                    <a:pt x="3852" y="5919"/>
                    <a:pt x="6294" y="12776"/>
                    <a:pt x="6858" y="20010"/>
                  </a:cubicBezTo>
                  <a:cubicBezTo>
                    <a:pt x="7328" y="27150"/>
                    <a:pt x="5543" y="35135"/>
                    <a:pt x="188" y="40115"/>
                  </a:cubicBezTo>
                  <a:cubicBezTo>
                    <a:pt x="2161" y="33256"/>
                    <a:pt x="2630" y="26868"/>
                    <a:pt x="2161" y="20292"/>
                  </a:cubicBezTo>
                  <a:cubicBezTo>
                    <a:pt x="1879" y="13716"/>
                    <a:pt x="376" y="71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6" name="Forme libre : forme 1515">
              <a:extLst>
                <a:ext uri="{FF2B5EF4-FFF2-40B4-BE49-F238E27FC236}">
                  <a16:creationId xmlns:a16="http://schemas.microsoft.com/office/drawing/2014/main" id="{227CF902-A6D4-4873-967F-176752A713B6}"/>
                </a:ext>
              </a:extLst>
            </p:cNvPr>
            <p:cNvSpPr/>
            <p:nvPr/>
          </p:nvSpPr>
          <p:spPr>
            <a:xfrm>
              <a:off x="5987542" y="5094275"/>
              <a:ext cx="21423" cy="24434"/>
            </a:xfrm>
            <a:custGeom>
              <a:avLst/>
              <a:gdLst>
                <a:gd name="connsiteX0" fmla="*/ 28747 w 28747"/>
                <a:gd name="connsiteY0" fmla="*/ 0 h 32787"/>
                <a:gd name="connsiteX1" fmla="*/ 13622 w 28747"/>
                <a:gd name="connsiteY1" fmla="*/ 15595 h 32787"/>
                <a:gd name="connsiteX2" fmla="*/ 0 w 28747"/>
                <a:gd name="connsiteY2" fmla="*/ 32787 h 32787"/>
                <a:gd name="connsiteX3" fmla="*/ 10052 w 28747"/>
                <a:gd name="connsiteY3" fmla="*/ 12589 h 32787"/>
                <a:gd name="connsiteX4" fmla="*/ 28747 w 28747"/>
                <a:gd name="connsiteY4" fmla="*/ 0 h 32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47" h="32787">
                  <a:moveTo>
                    <a:pt x="28747" y="0"/>
                  </a:moveTo>
                  <a:cubicBezTo>
                    <a:pt x="23017" y="4979"/>
                    <a:pt x="18131" y="9959"/>
                    <a:pt x="13622" y="15595"/>
                  </a:cubicBezTo>
                  <a:cubicBezTo>
                    <a:pt x="9019" y="21138"/>
                    <a:pt x="4979" y="27056"/>
                    <a:pt x="0" y="32787"/>
                  </a:cubicBezTo>
                  <a:cubicBezTo>
                    <a:pt x="1691" y="25365"/>
                    <a:pt x="5261" y="18602"/>
                    <a:pt x="10052" y="12589"/>
                  </a:cubicBezTo>
                  <a:cubicBezTo>
                    <a:pt x="14844" y="6764"/>
                    <a:pt x="21232" y="1692"/>
                    <a:pt x="28747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7" name="Forme libre : forme 1516">
              <a:extLst>
                <a:ext uri="{FF2B5EF4-FFF2-40B4-BE49-F238E27FC236}">
                  <a16:creationId xmlns:a16="http://schemas.microsoft.com/office/drawing/2014/main" id="{D5450C1B-575B-4CFB-B740-1798B0E0B0A7}"/>
                </a:ext>
              </a:extLst>
            </p:cNvPr>
            <p:cNvSpPr/>
            <p:nvPr/>
          </p:nvSpPr>
          <p:spPr>
            <a:xfrm>
              <a:off x="5996458" y="4971618"/>
              <a:ext cx="10476" cy="55868"/>
            </a:xfrm>
            <a:custGeom>
              <a:avLst/>
              <a:gdLst>
                <a:gd name="connsiteX0" fmla="*/ 2973 w 14058"/>
                <a:gd name="connsiteY0" fmla="*/ 0 h 74968"/>
                <a:gd name="connsiteX1" fmla="*/ 5134 w 14058"/>
                <a:gd name="connsiteY1" fmla="*/ 38235 h 74968"/>
                <a:gd name="connsiteX2" fmla="*/ 14059 w 14058"/>
                <a:gd name="connsiteY2" fmla="*/ 74968 h 74968"/>
                <a:gd name="connsiteX3" fmla="*/ 437 w 14058"/>
                <a:gd name="connsiteY3" fmla="*/ 38705 h 74968"/>
                <a:gd name="connsiteX4" fmla="*/ 2973 w 14058"/>
                <a:gd name="connsiteY4" fmla="*/ 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58" h="74968">
                  <a:moveTo>
                    <a:pt x="2973" y="0"/>
                  </a:moveTo>
                  <a:cubicBezTo>
                    <a:pt x="4101" y="12964"/>
                    <a:pt x="3819" y="25741"/>
                    <a:pt x="5134" y="38235"/>
                  </a:cubicBezTo>
                  <a:cubicBezTo>
                    <a:pt x="6262" y="50824"/>
                    <a:pt x="8892" y="63037"/>
                    <a:pt x="14059" y="74968"/>
                  </a:cubicBezTo>
                  <a:cubicBezTo>
                    <a:pt x="5698" y="64916"/>
                    <a:pt x="1752" y="51576"/>
                    <a:pt x="437" y="38705"/>
                  </a:cubicBezTo>
                  <a:cubicBezTo>
                    <a:pt x="-690" y="25647"/>
                    <a:pt x="437" y="12682"/>
                    <a:pt x="2973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8" name="Forme libre : forme 1517">
              <a:extLst>
                <a:ext uri="{FF2B5EF4-FFF2-40B4-BE49-F238E27FC236}">
                  <a16:creationId xmlns:a16="http://schemas.microsoft.com/office/drawing/2014/main" id="{C22E4F2D-FA7E-4970-A435-DA6ED90FF877}"/>
                </a:ext>
              </a:extLst>
            </p:cNvPr>
            <p:cNvSpPr/>
            <p:nvPr/>
          </p:nvSpPr>
          <p:spPr>
            <a:xfrm>
              <a:off x="5996714" y="4774539"/>
              <a:ext cx="41166" cy="123498"/>
            </a:xfrm>
            <a:custGeom>
              <a:avLst/>
              <a:gdLst>
                <a:gd name="connsiteX0" fmla="*/ 55240 w 55239"/>
                <a:gd name="connsiteY0" fmla="*/ 0 h 165719"/>
                <a:gd name="connsiteX1" fmla="*/ 29687 w 55239"/>
                <a:gd name="connsiteY1" fmla="*/ 36357 h 165719"/>
                <a:gd name="connsiteX2" fmla="*/ 12964 w 55239"/>
                <a:gd name="connsiteY2" fmla="*/ 77411 h 165719"/>
                <a:gd name="connsiteX3" fmla="*/ 4228 w 55239"/>
                <a:gd name="connsiteY3" fmla="*/ 121001 h 165719"/>
                <a:gd name="connsiteX4" fmla="*/ 2349 w 55239"/>
                <a:gd name="connsiteY4" fmla="*/ 143266 h 165719"/>
                <a:gd name="connsiteX5" fmla="*/ 1785 w 55239"/>
                <a:gd name="connsiteY5" fmla="*/ 165719 h 165719"/>
                <a:gd name="connsiteX6" fmla="*/ 0 w 55239"/>
                <a:gd name="connsiteY6" fmla="*/ 143266 h 165719"/>
                <a:gd name="connsiteX7" fmla="*/ 564 w 55239"/>
                <a:gd name="connsiteY7" fmla="*/ 120720 h 165719"/>
                <a:gd name="connsiteX8" fmla="*/ 8361 w 55239"/>
                <a:gd name="connsiteY8" fmla="*/ 76190 h 165719"/>
                <a:gd name="connsiteX9" fmla="*/ 26399 w 55239"/>
                <a:gd name="connsiteY9" fmla="*/ 34666 h 165719"/>
                <a:gd name="connsiteX10" fmla="*/ 55240 w 55239"/>
                <a:gd name="connsiteY10" fmla="*/ 0 h 16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239" h="165719">
                  <a:moveTo>
                    <a:pt x="55240" y="0"/>
                  </a:moveTo>
                  <a:cubicBezTo>
                    <a:pt x="44906" y="10804"/>
                    <a:pt x="36639" y="23393"/>
                    <a:pt x="29687" y="36357"/>
                  </a:cubicBezTo>
                  <a:cubicBezTo>
                    <a:pt x="22735" y="49415"/>
                    <a:pt x="17098" y="63225"/>
                    <a:pt x="12964" y="77411"/>
                  </a:cubicBezTo>
                  <a:cubicBezTo>
                    <a:pt x="8831" y="91597"/>
                    <a:pt x="5919" y="106158"/>
                    <a:pt x="4228" y="121001"/>
                  </a:cubicBezTo>
                  <a:cubicBezTo>
                    <a:pt x="3006" y="128329"/>
                    <a:pt x="3006" y="135845"/>
                    <a:pt x="2349" y="143266"/>
                  </a:cubicBezTo>
                  <a:cubicBezTo>
                    <a:pt x="1973" y="150688"/>
                    <a:pt x="2161" y="158204"/>
                    <a:pt x="1785" y="165719"/>
                  </a:cubicBezTo>
                  <a:cubicBezTo>
                    <a:pt x="1034" y="158298"/>
                    <a:pt x="470" y="150782"/>
                    <a:pt x="0" y="143266"/>
                  </a:cubicBezTo>
                  <a:cubicBezTo>
                    <a:pt x="188" y="135751"/>
                    <a:pt x="-188" y="128235"/>
                    <a:pt x="564" y="120720"/>
                  </a:cubicBezTo>
                  <a:cubicBezTo>
                    <a:pt x="1503" y="105688"/>
                    <a:pt x="4509" y="90751"/>
                    <a:pt x="8361" y="76190"/>
                  </a:cubicBezTo>
                  <a:cubicBezTo>
                    <a:pt x="12964" y="61816"/>
                    <a:pt x="18695" y="47630"/>
                    <a:pt x="26399" y="34666"/>
                  </a:cubicBezTo>
                  <a:cubicBezTo>
                    <a:pt x="34290" y="21701"/>
                    <a:pt x="43497" y="9489"/>
                    <a:pt x="55240" y="0"/>
                  </a:cubicBezTo>
                  <a:close/>
                </a:path>
              </a:pathLst>
            </a:custGeom>
            <a:solidFill>
              <a:srgbClr val="000000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9" name="Forme libre : forme 1518">
              <a:extLst>
                <a:ext uri="{FF2B5EF4-FFF2-40B4-BE49-F238E27FC236}">
                  <a16:creationId xmlns:a16="http://schemas.microsoft.com/office/drawing/2014/main" id="{0935CE22-9ABB-4749-8552-20E3DCE3931E}"/>
                </a:ext>
              </a:extLst>
            </p:cNvPr>
            <p:cNvSpPr/>
            <p:nvPr/>
          </p:nvSpPr>
          <p:spPr>
            <a:xfrm>
              <a:off x="5960790" y="4149330"/>
              <a:ext cx="4886" cy="215367"/>
            </a:xfrm>
            <a:custGeom>
              <a:avLst/>
              <a:gdLst>
                <a:gd name="connsiteX0" fmla="*/ 387 w 6557"/>
                <a:gd name="connsiteY0" fmla="*/ 21 h 288996"/>
                <a:gd name="connsiteX1" fmla="*/ 4239 w 6557"/>
                <a:gd name="connsiteY1" fmla="*/ 288997 h 288996"/>
                <a:gd name="connsiteX2" fmla="*/ 387 w 6557"/>
                <a:gd name="connsiteY2" fmla="*/ 21 h 28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7" h="288996">
                  <a:moveTo>
                    <a:pt x="387" y="21"/>
                  </a:moveTo>
                  <a:cubicBezTo>
                    <a:pt x="-364" y="-2704"/>
                    <a:pt x="-458" y="260907"/>
                    <a:pt x="4239" y="288997"/>
                  </a:cubicBezTo>
                  <a:cubicBezTo>
                    <a:pt x="4239" y="288997"/>
                    <a:pt x="11473" y="38350"/>
                    <a:pt x="387" y="21"/>
                  </a:cubicBezTo>
                  <a:close/>
                </a:path>
              </a:pathLst>
            </a:custGeom>
            <a:solidFill>
              <a:srgbClr val="333333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0" name="Forme libre : forme 1519">
              <a:extLst>
                <a:ext uri="{FF2B5EF4-FFF2-40B4-BE49-F238E27FC236}">
                  <a16:creationId xmlns:a16="http://schemas.microsoft.com/office/drawing/2014/main" id="{26847694-31A2-474D-92D9-00260070A74F}"/>
                </a:ext>
              </a:extLst>
            </p:cNvPr>
            <p:cNvSpPr/>
            <p:nvPr/>
          </p:nvSpPr>
          <p:spPr>
            <a:xfrm>
              <a:off x="5633679" y="4809575"/>
              <a:ext cx="184089" cy="58836"/>
            </a:xfrm>
            <a:custGeom>
              <a:avLst/>
              <a:gdLst>
                <a:gd name="connsiteX0" fmla="*/ 5116 w 247024"/>
                <a:gd name="connsiteY0" fmla="*/ 49561 h 78950"/>
                <a:gd name="connsiteX1" fmla="*/ 36400 w 247024"/>
                <a:gd name="connsiteY1" fmla="*/ 70229 h 78950"/>
                <a:gd name="connsiteX2" fmla="*/ 58665 w 247024"/>
                <a:gd name="connsiteY2" fmla="*/ 73705 h 78950"/>
                <a:gd name="connsiteX3" fmla="*/ 173278 w 247024"/>
                <a:gd name="connsiteY3" fmla="*/ 77933 h 78950"/>
                <a:gd name="connsiteX4" fmla="*/ 205877 w 247024"/>
                <a:gd name="connsiteY4" fmla="*/ 76712 h 78950"/>
                <a:gd name="connsiteX5" fmla="*/ 228799 w 247024"/>
                <a:gd name="connsiteY5" fmla="*/ 77181 h 78950"/>
                <a:gd name="connsiteX6" fmla="*/ 245334 w 247024"/>
                <a:gd name="connsiteY6" fmla="*/ 65814 h 78950"/>
                <a:gd name="connsiteX7" fmla="*/ 247025 w 247024"/>
                <a:gd name="connsiteY7" fmla="*/ 62526 h 78950"/>
                <a:gd name="connsiteX8" fmla="*/ 245052 w 247024"/>
                <a:gd name="connsiteY8" fmla="*/ 58862 h 78950"/>
                <a:gd name="connsiteX9" fmla="*/ 211514 w 247024"/>
                <a:gd name="connsiteY9" fmla="*/ 32933 h 78950"/>
                <a:gd name="connsiteX10" fmla="*/ 184363 w 247024"/>
                <a:gd name="connsiteY10" fmla="*/ 26451 h 78950"/>
                <a:gd name="connsiteX11" fmla="*/ 155710 w 247024"/>
                <a:gd name="connsiteY11" fmla="*/ 14896 h 78950"/>
                <a:gd name="connsiteX12" fmla="*/ 30199 w 247024"/>
                <a:gd name="connsiteY12" fmla="*/ 7004 h 78950"/>
                <a:gd name="connsiteX13" fmla="*/ 8498 w 247024"/>
                <a:gd name="connsiteY13" fmla="*/ 17338 h 78950"/>
                <a:gd name="connsiteX14" fmla="*/ 513 w 247024"/>
                <a:gd name="connsiteY14" fmla="*/ 38946 h 78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7024" h="78950">
                  <a:moveTo>
                    <a:pt x="5116" y="49561"/>
                  </a:moveTo>
                  <a:cubicBezTo>
                    <a:pt x="13101" y="59426"/>
                    <a:pt x="24187" y="66753"/>
                    <a:pt x="36400" y="70229"/>
                  </a:cubicBezTo>
                  <a:cubicBezTo>
                    <a:pt x="43633" y="72296"/>
                    <a:pt x="51149" y="72954"/>
                    <a:pt x="58665" y="73705"/>
                  </a:cubicBezTo>
                  <a:cubicBezTo>
                    <a:pt x="96806" y="77181"/>
                    <a:pt x="135136" y="80751"/>
                    <a:pt x="173278" y="77933"/>
                  </a:cubicBezTo>
                  <a:cubicBezTo>
                    <a:pt x="184082" y="77087"/>
                    <a:pt x="194979" y="75772"/>
                    <a:pt x="205877" y="76712"/>
                  </a:cubicBezTo>
                  <a:cubicBezTo>
                    <a:pt x="213580" y="77369"/>
                    <a:pt x="221378" y="79154"/>
                    <a:pt x="228799" y="77181"/>
                  </a:cubicBezTo>
                  <a:cubicBezTo>
                    <a:pt x="235376" y="75396"/>
                    <a:pt x="240824" y="70887"/>
                    <a:pt x="245334" y="65814"/>
                  </a:cubicBezTo>
                  <a:cubicBezTo>
                    <a:pt x="246179" y="64874"/>
                    <a:pt x="247025" y="63747"/>
                    <a:pt x="247025" y="62526"/>
                  </a:cubicBezTo>
                  <a:cubicBezTo>
                    <a:pt x="247025" y="61117"/>
                    <a:pt x="245992" y="59895"/>
                    <a:pt x="245052" y="58862"/>
                  </a:cubicBezTo>
                  <a:cubicBezTo>
                    <a:pt x="235282" y="48434"/>
                    <a:pt x="224854" y="38006"/>
                    <a:pt x="211514" y="32933"/>
                  </a:cubicBezTo>
                  <a:cubicBezTo>
                    <a:pt x="202777" y="29645"/>
                    <a:pt x="193288" y="28893"/>
                    <a:pt x="184363" y="26451"/>
                  </a:cubicBezTo>
                  <a:cubicBezTo>
                    <a:pt x="174405" y="23726"/>
                    <a:pt x="165199" y="18935"/>
                    <a:pt x="155710" y="14896"/>
                  </a:cubicBezTo>
                  <a:cubicBezTo>
                    <a:pt x="116347" y="-1733"/>
                    <a:pt x="71347" y="-4551"/>
                    <a:pt x="30199" y="7004"/>
                  </a:cubicBezTo>
                  <a:cubicBezTo>
                    <a:pt x="22402" y="9165"/>
                    <a:pt x="14604" y="11983"/>
                    <a:pt x="8498" y="17338"/>
                  </a:cubicBezTo>
                  <a:cubicBezTo>
                    <a:pt x="2485" y="22693"/>
                    <a:pt x="-1460" y="31148"/>
                    <a:pt x="513" y="38946"/>
                  </a:cubicBezTo>
                </a:path>
              </a:pathLst>
            </a:custGeom>
            <a:solidFill>
              <a:srgbClr val="F9C6B9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1" name="Forme libre : forme 1520">
              <a:extLst>
                <a:ext uri="{FF2B5EF4-FFF2-40B4-BE49-F238E27FC236}">
                  <a16:creationId xmlns:a16="http://schemas.microsoft.com/office/drawing/2014/main" id="{C7CA207E-BCFF-411E-8EB8-C05325A7BDDB}"/>
                </a:ext>
              </a:extLst>
            </p:cNvPr>
            <p:cNvSpPr/>
            <p:nvPr/>
          </p:nvSpPr>
          <p:spPr>
            <a:xfrm>
              <a:off x="5914477" y="4833627"/>
              <a:ext cx="89802" cy="282793"/>
            </a:xfrm>
            <a:custGeom>
              <a:avLst/>
              <a:gdLst>
                <a:gd name="connsiteX0" fmla="*/ 102179 w 120503"/>
                <a:gd name="connsiteY0" fmla="*/ 45282 h 379473"/>
                <a:gd name="connsiteX1" fmla="*/ 99454 w 120503"/>
                <a:gd name="connsiteY1" fmla="*/ 171920 h 379473"/>
                <a:gd name="connsiteX2" fmla="*/ 111197 w 120503"/>
                <a:gd name="connsiteY2" fmla="*/ 260792 h 379473"/>
                <a:gd name="connsiteX3" fmla="*/ 118901 w 120503"/>
                <a:gd name="connsiteY3" fmla="*/ 286251 h 379473"/>
                <a:gd name="connsiteX4" fmla="*/ 90154 w 120503"/>
                <a:gd name="connsiteY4" fmla="*/ 374465 h 379473"/>
                <a:gd name="connsiteX5" fmla="*/ 85362 w 120503"/>
                <a:gd name="connsiteY5" fmla="*/ 378506 h 379473"/>
                <a:gd name="connsiteX6" fmla="*/ 78598 w 120503"/>
                <a:gd name="connsiteY6" fmla="*/ 379445 h 379473"/>
                <a:gd name="connsiteX7" fmla="*/ 1375 w 120503"/>
                <a:gd name="connsiteY7" fmla="*/ 324017 h 379473"/>
                <a:gd name="connsiteX8" fmla="*/ 2503 w 120503"/>
                <a:gd name="connsiteY8" fmla="*/ 311523 h 379473"/>
                <a:gd name="connsiteX9" fmla="*/ 8139 w 120503"/>
                <a:gd name="connsiteY9" fmla="*/ 309831 h 379473"/>
                <a:gd name="connsiteX10" fmla="*/ 39047 w 120503"/>
                <a:gd name="connsiteY10" fmla="*/ 306167 h 379473"/>
                <a:gd name="connsiteX11" fmla="*/ 70143 w 120503"/>
                <a:gd name="connsiteY11" fmla="*/ 297337 h 379473"/>
                <a:gd name="connsiteX12" fmla="*/ 87523 w 120503"/>
                <a:gd name="connsiteY12" fmla="*/ 268965 h 379473"/>
                <a:gd name="connsiteX13" fmla="*/ 89214 w 120503"/>
                <a:gd name="connsiteY13" fmla="*/ 235051 h 379473"/>
                <a:gd name="connsiteX14" fmla="*/ 97294 w 120503"/>
                <a:gd name="connsiteY14" fmla="*/ 48476 h 379473"/>
                <a:gd name="connsiteX15" fmla="*/ 108661 w 120503"/>
                <a:gd name="connsiteY15" fmla="*/ 0 h 379473"/>
                <a:gd name="connsiteX16" fmla="*/ 102179 w 120503"/>
                <a:gd name="connsiteY16" fmla="*/ 45282 h 379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0503" h="379473">
                  <a:moveTo>
                    <a:pt x="102179" y="45282"/>
                  </a:moveTo>
                  <a:cubicBezTo>
                    <a:pt x="96636" y="87181"/>
                    <a:pt x="97763" y="129645"/>
                    <a:pt x="99454" y="171920"/>
                  </a:cubicBezTo>
                  <a:cubicBezTo>
                    <a:pt x="100675" y="201888"/>
                    <a:pt x="102273" y="232139"/>
                    <a:pt x="111197" y="260792"/>
                  </a:cubicBezTo>
                  <a:cubicBezTo>
                    <a:pt x="113828" y="269247"/>
                    <a:pt x="117116" y="277514"/>
                    <a:pt x="118901" y="286251"/>
                  </a:cubicBezTo>
                  <a:cubicBezTo>
                    <a:pt x="125383" y="317723"/>
                    <a:pt x="111479" y="350510"/>
                    <a:pt x="90154" y="374465"/>
                  </a:cubicBezTo>
                  <a:cubicBezTo>
                    <a:pt x="88744" y="376063"/>
                    <a:pt x="87241" y="377660"/>
                    <a:pt x="85362" y="378506"/>
                  </a:cubicBezTo>
                  <a:cubicBezTo>
                    <a:pt x="83295" y="379445"/>
                    <a:pt x="80947" y="379539"/>
                    <a:pt x="78598" y="379445"/>
                  </a:cubicBezTo>
                  <a:cubicBezTo>
                    <a:pt x="44966" y="378506"/>
                    <a:pt x="13025" y="355583"/>
                    <a:pt x="1375" y="324017"/>
                  </a:cubicBezTo>
                  <a:cubicBezTo>
                    <a:pt x="-222" y="319790"/>
                    <a:pt x="-1067" y="314247"/>
                    <a:pt x="2503" y="311523"/>
                  </a:cubicBezTo>
                  <a:cubicBezTo>
                    <a:pt x="4100" y="310301"/>
                    <a:pt x="6167" y="310019"/>
                    <a:pt x="8139" y="309831"/>
                  </a:cubicBezTo>
                  <a:cubicBezTo>
                    <a:pt x="18473" y="308610"/>
                    <a:pt x="28713" y="307389"/>
                    <a:pt x="39047" y="306167"/>
                  </a:cubicBezTo>
                  <a:cubicBezTo>
                    <a:pt x="49851" y="304852"/>
                    <a:pt x="61125" y="303443"/>
                    <a:pt x="70143" y="297337"/>
                  </a:cubicBezTo>
                  <a:cubicBezTo>
                    <a:pt x="79538" y="290948"/>
                    <a:pt x="85080" y="280051"/>
                    <a:pt x="87523" y="268965"/>
                  </a:cubicBezTo>
                  <a:cubicBezTo>
                    <a:pt x="89966" y="257880"/>
                    <a:pt x="89590" y="246418"/>
                    <a:pt x="89214" y="235051"/>
                  </a:cubicBezTo>
                  <a:cubicBezTo>
                    <a:pt x="87241" y="172859"/>
                    <a:pt x="86584" y="110010"/>
                    <a:pt x="97294" y="48476"/>
                  </a:cubicBezTo>
                  <a:cubicBezTo>
                    <a:pt x="100018" y="32975"/>
                    <a:pt x="102085" y="14186"/>
                    <a:pt x="108661" y="0"/>
                  </a:cubicBezTo>
                  <a:cubicBezTo>
                    <a:pt x="113264" y="10522"/>
                    <a:pt x="103776" y="33820"/>
                    <a:pt x="102179" y="45282"/>
                  </a:cubicBezTo>
                  <a:close/>
                </a:path>
              </a:pathLst>
            </a:custGeom>
            <a:solidFill>
              <a:srgbClr val="F9C6B9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2" name="Forme libre : forme 1521">
              <a:extLst>
                <a:ext uri="{FF2B5EF4-FFF2-40B4-BE49-F238E27FC236}">
                  <a16:creationId xmlns:a16="http://schemas.microsoft.com/office/drawing/2014/main" id="{C79CD698-86DE-4AEF-B2C7-B2FF6AB94F4A}"/>
                </a:ext>
              </a:extLst>
            </p:cNvPr>
            <p:cNvSpPr/>
            <p:nvPr/>
          </p:nvSpPr>
          <p:spPr>
            <a:xfrm>
              <a:off x="6100048" y="4805408"/>
              <a:ext cx="190478" cy="67815"/>
            </a:xfrm>
            <a:custGeom>
              <a:avLst/>
              <a:gdLst>
                <a:gd name="connsiteX0" fmla="*/ 753 w 255598"/>
                <a:gd name="connsiteY0" fmla="*/ 76196 h 90999"/>
                <a:gd name="connsiteX1" fmla="*/ 18415 w 255598"/>
                <a:gd name="connsiteY1" fmla="*/ 85779 h 90999"/>
                <a:gd name="connsiteX2" fmla="*/ 225564 w 255598"/>
                <a:gd name="connsiteY2" fmla="*/ 77042 h 90999"/>
                <a:gd name="connsiteX3" fmla="*/ 249896 w 255598"/>
                <a:gd name="connsiteY3" fmla="*/ 65487 h 90999"/>
                <a:gd name="connsiteX4" fmla="*/ 253748 w 255598"/>
                <a:gd name="connsiteY4" fmla="*/ 35424 h 90999"/>
                <a:gd name="connsiteX5" fmla="*/ 242662 w 255598"/>
                <a:gd name="connsiteY5" fmla="*/ 16541 h 90999"/>
                <a:gd name="connsiteX6" fmla="*/ 214103 w 255598"/>
                <a:gd name="connsiteY6" fmla="*/ 5738 h 90999"/>
                <a:gd name="connsiteX7" fmla="*/ 102496 w 255598"/>
                <a:gd name="connsiteY7" fmla="*/ 2543 h 90999"/>
                <a:gd name="connsiteX8" fmla="*/ 19073 w 255598"/>
                <a:gd name="connsiteY8" fmla="*/ 31197 h 90999"/>
                <a:gd name="connsiteX9" fmla="*/ 753 w 255598"/>
                <a:gd name="connsiteY9" fmla="*/ 76196 h 9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598" h="90999">
                  <a:moveTo>
                    <a:pt x="753" y="76196"/>
                  </a:moveTo>
                  <a:cubicBezTo>
                    <a:pt x="3196" y="82772"/>
                    <a:pt x="11463" y="84839"/>
                    <a:pt x="18415" y="85779"/>
                  </a:cubicBezTo>
                  <a:cubicBezTo>
                    <a:pt x="87277" y="94985"/>
                    <a:pt x="157736" y="91979"/>
                    <a:pt x="225564" y="77042"/>
                  </a:cubicBezTo>
                  <a:cubicBezTo>
                    <a:pt x="234489" y="75069"/>
                    <a:pt x="244072" y="72532"/>
                    <a:pt x="249896" y="65487"/>
                  </a:cubicBezTo>
                  <a:cubicBezTo>
                    <a:pt x="256660" y="57407"/>
                    <a:pt x="256660" y="45570"/>
                    <a:pt x="253748" y="35424"/>
                  </a:cubicBezTo>
                  <a:cubicBezTo>
                    <a:pt x="251681" y="28284"/>
                    <a:pt x="248205" y="21426"/>
                    <a:pt x="242662" y="16541"/>
                  </a:cubicBezTo>
                  <a:cubicBezTo>
                    <a:pt x="234959" y="9683"/>
                    <a:pt x="224343" y="7428"/>
                    <a:pt x="214103" y="5738"/>
                  </a:cubicBezTo>
                  <a:cubicBezTo>
                    <a:pt x="177276" y="-369"/>
                    <a:pt x="139604" y="-1872"/>
                    <a:pt x="102496" y="2543"/>
                  </a:cubicBezTo>
                  <a:cubicBezTo>
                    <a:pt x="77882" y="5456"/>
                    <a:pt x="34198" y="8368"/>
                    <a:pt x="19073" y="31197"/>
                  </a:cubicBezTo>
                  <a:cubicBezTo>
                    <a:pt x="12496" y="41155"/>
                    <a:pt x="-3662" y="64359"/>
                    <a:pt x="753" y="76196"/>
                  </a:cubicBezTo>
                  <a:close/>
                </a:path>
              </a:pathLst>
            </a:custGeom>
            <a:solidFill>
              <a:srgbClr val="F8C6B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3" name="Forme libre : forme 1522">
              <a:extLst>
                <a:ext uri="{FF2B5EF4-FFF2-40B4-BE49-F238E27FC236}">
                  <a16:creationId xmlns:a16="http://schemas.microsoft.com/office/drawing/2014/main" id="{0AA89682-5B55-4E8B-BAEF-D5C99A960D62}"/>
                </a:ext>
              </a:extLst>
            </p:cNvPr>
            <p:cNvSpPr/>
            <p:nvPr/>
          </p:nvSpPr>
          <p:spPr>
            <a:xfrm>
              <a:off x="5982169" y="5152314"/>
              <a:ext cx="30717" cy="87884"/>
            </a:xfrm>
            <a:custGeom>
              <a:avLst/>
              <a:gdLst>
                <a:gd name="connsiteX0" fmla="*/ 14162 w 41218"/>
                <a:gd name="connsiteY0" fmla="*/ 49227 h 117930"/>
                <a:gd name="connsiteX1" fmla="*/ 12378 w 41218"/>
                <a:gd name="connsiteY1" fmla="*/ 0 h 117930"/>
                <a:gd name="connsiteX2" fmla="*/ 20739 w 41218"/>
                <a:gd name="connsiteY2" fmla="*/ 28465 h 117930"/>
                <a:gd name="connsiteX3" fmla="*/ 22900 w 41218"/>
                <a:gd name="connsiteY3" fmla="*/ 55240 h 117930"/>
                <a:gd name="connsiteX4" fmla="*/ 41219 w 41218"/>
                <a:gd name="connsiteY4" fmla="*/ 116022 h 117930"/>
                <a:gd name="connsiteX5" fmla="*/ 13317 w 41218"/>
                <a:gd name="connsiteY5" fmla="*/ 114143 h 117930"/>
                <a:gd name="connsiteX6" fmla="*/ 1480 w 41218"/>
                <a:gd name="connsiteY6" fmla="*/ 110198 h 117930"/>
                <a:gd name="connsiteX7" fmla="*/ 14162 w 41218"/>
                <a:gd name="connsiteY7" fmla="*/ 49227 h 11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218" h="117930">
                  <a:moveTo>
                    <a:pt x="14162" y="49227"/>
                  </a:moveTo>
                  <a:cubicBezTo>
                    <a:pt x="15102" y="32787"/>
                    <a:pt x="16041" y="16064"/>
                    <a:pt x="12378" y="0"/>
                  </a:cubicBezTo>
                  <a:cubicBezTo>
                    <a:pt x="16511" y="9018"/>
                    <a:pt x="19424" y="18695"/>
                    <a:pt x="20739" y="28465"/>
                  </a:cubicBezTo>
                  <a:cubicBezTo>
                    <a:pt x="21960" y="37390"/>
                    <a:pt x="22054" y="46315"/>
                    <a:pt x="22900" y="55240"/>
                  </a:cubicBezTo>
                  <a:cubicBezTo>
                    <a:pt x="24872" y="76472"/>
                    <a:pt x="31167" y="97233"/>
                    <a:pt x="41219" y="116022"/>
                  </a:cubicBezTo>
                  <a:cubicBezTo>
                    <a:pt x="38119" y="110292"/>
                    <a:pt x="18108" y="113016"/>
                    <a:pt x="13317" y="114143"/>
                  </a:cubicBezTo>
                  <a:cubicBezTo>
                    <a:pt x="4298" y="116304"/>
                    <a:pt x="-3311" y="123256"/>
                    <a:pt x="1480" y="110198"/>
                  </a:cubicBezTo>
                  <a:cubicBezTo>
                    <a:pt x="9183" y="89718"/>
                    <a:pt x="12941" y="71211"/>
                    <a:pt x="14162" y="49227"/>
                  </a:cubicBezTo>
                  <a:close/>
                </a:path>
              </a:pathLst>
            </a:custGeom>
            <a:solidFill>
              <a:srgbClr val="F8C6B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4" name="Forme libre : forme 1523">
              <a:extLst>
                <a:ext uri="{FF2B5EF4-FFF2-40B4-BE49-F238E27FC236}">
                  <a16:creationId xmlns:a16="http://schemas.microsoft.com/office/drawing/2014/main" id="{EB6346BE-BB7F-4F25-B27B-E8F52A1D3BEB}"/>
                </a:ext>
              </a:extLst>
            </p:cNvPr>
            <p:cNvSpPr/>
            <p:nvPr/>
          </p:nvSpPr>
          <p:spPr>
            <a:xfrm>
              <a:off x="5926466" y="5170420"/>
              <a:ext cx="38142" cy="81098"/>
            </a:xfrm>
            <a:custGeom>
              <a:avLst/>
              <a:gdLst>
                <a:gd name="connsiteX0" fmla="*/ 39495 w 51182"/>
                <a:gd name="connsiteY0" fmla="*/ 60630 h 108824"/>
                <a:gd name="connsiteX1" fmla="*/ 51144 w 51182"/>
                <a:gd name="connsiteY1" fmla="*/ 108824 h 108824"/>
                <a:gd name="connsiteX2" fmla="*/ 8868 w 51182"/>
                <a:gd name="connsiteY2" fmla="*/ 91538 h 108824"/>
                <a:gd name="connsiteX3" fmla="*/ 1071 w 51182"/>
                <a:gd name="connsiteY3" fmla="*/ 86089 h 108824"/>
                <a:gd name="connsiteX4" fmla="*/ 37 w 51182"/>
                <a:gd name="connsiteY4" fmla="*/ 79044 h 108824"/>
                <a:gd name="connsiteX5" fmla="*/ 4829 w 51182"/>
                <a:gd name="connsiteY5" fmla="*/ 53209 h 108824"/>
                <a:gd name="connsiteX6" fmla="*/ 14505 w 51182"/>
                <a:gd name="connsiteY6" fmla="*/ 14409 h 108824"/>
                <a:gd name="connsiteX7" fmla="*/ 25591 w 51182"/>
                <a:gd name="connsiteY7" fmla="*/ 1351 h 108824"/>
                <a:gd name="connsiteX8" fmla="*/ 34703 w 51182"/>
                <a:gd name="connsiteY8" fmla="*/ 23146 h 108824"/>
                <a:gd name="connsiteX9" fmla="*/ 39495 w 51182"/>
                <a:gd name="connsiteY9" fmla="*/ 60630 h 108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182" h="108824">
                  <a:moveTo>
                    <a:pt x="39495" y="60630"/>
                  </a:moveTo>
                  <a:cubicBezTo>
                    <a:pt x="43910" y="76695"/>
                    <a:pt x="51801" y="92196"/>
                    <a:pt x="51144" y="108824"/>
                  </a:cubicBezTo>
                  <a:cubicBezTo>
                    <a:pt x="37052" y="103094"/>
                    <a:pt x="22960" y="97269"/>
                    <a:pt x="8868" y="91538"/>
                  </a:cubicBezTo>
                  <a:cubicBezTo>
                    <a:pt x="5862" y="90317"/>
                    <a:pt x="2668" y="88908"/>
                    <a:pt x="1071" y="86089"/>
                  </a:cubicBezTo>
                  <a:cubicBezTo>
                    <a:pt x="-57" y="83929"/>
                    <a:pt x="-57" y="81392"/>
                    <a:pt x="37" y="79044"/>
                  </a:cubicBezTo>
                  <a:cubicBezTo>
                    <a:pt x="601" y="70307"/>
                    <a:pt x="2668" y="61757"/>
                    <a:pt x="4829" y="53209"/>
                  </a:cubicBezTo>
                  <a:cubicBezTo>
                    <a:pt x="8023" y="40244"/>
                    <a:pt x="11217" y="27280"/>
                    <a:pt x="14505" y="14409"/>
                  </a:cubicBezTo>
                  <a:cubicBezTo>
                    <a:pt x="16290" y="6988"/>
                    <a:pt x="16290" y="-3816"/>
                    <a:pt x="25591" y="1351"/>
                  </a:cubicBezTo>
                  <a:cubicBezTo>
                    <a:pt x="32918" y="5390"/>
                    <a:pt x="34327" y="15912"/>
                    <a:pt x="34703" y="23146"/>
                  </a:cubicBezTo>
                  <a:cubicBezTo>
                    <a:pt x="35361" y="35735"/>
                    <a:pt x="36112" y="48229"/>
                    <a:pt x="39495" y="60630"/>
                  </a:cubicBezTo>
                  <a:close/>
                </a:path>
              </a:pathLst>
            </a:custGeom>
            <a:solidFill>
              <a:srgbClr val="F4AD9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5" name="Forme libre : forme 1524">
              <a:extLst>
                <a:ext uri="{FF2B5EF4-FFF2-40B4-BE49-F238E27FC236}">
                  <a16:creationId xmlns:a16="http://schemas.microsoft.com/office/drawing/2014/main" id="{2CF66B0A-5CE5-4205-8B33-BD031BD9A860}"/>
                </a:ext>
              </a:extLst>
            </p:cNvPr>
            <p:cNvSpPr/>
            <p:nvPr/>
          </p:nvSpPr>
          <p:spPr>
            <a:xfrm>
              <a:off x="5892469" y="5360595"/>
              <a:ext cx="165223" cy="33392"/>
            </a:xfrm>
            <a:custGeom>
              <a:avLst/>
              <a:gdLst>
                <a:gd name="connsiteX0" fmla="*/ 15500 w 221709"/>
                <a:gd name="connsiteY0" fmla="*/ 12495 h 44808"/>
                <a:gd name="connsiteX1" fmla="*/ 221709 w 221709"/>
                <a:gd name="connsiteY1" fmla="*/ 0 h 44808"/>
                <a:gd name="connsiteX2" fmla="*/ 17285 w 221709"/>
                <a:gd name="connsiteY2" fmla="*/ 41430 h 44808"/>
                <a:gd name="connsiteX3" fmla="*/ 15500 w 221709"/>
                <a:gd name="connsiteY3" fmla="*/ 12495 h 44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709" h="44808">
                  <a:moveTo>
                    <a:pt x="15500" y="12495"/>
                  </a:moveTo>
                  <a:cubicBezTo>
                    <a:pt x="15500" y="12495"/>
                    <a:pt x="146647" y="30438"/>
                    <a:pt x="221709" y="0"/>
                  </a:cubicBezTo>
                  <a:cubicBezTo>
                    <a:pt x="221709" y="0"/>
                    <a:pt x="116773" y="59373"/>
                    <a:pt x="17285" y="41430"/>
                  </a:cubicBezTo>
                  <a:cubicBezTo>
                    <a:pt x="17285" y="41336"/>
                    <a:pt x="-20387" y="13998"/>
                    <a:pt x="15500" y="12495"/>
                  </a:cubicBezTo>
                  <a:close/>
                </a:path>
              </a:pathLst>
            </a:custGeom>
            <a:solidFill>
              <a:srgbClr val="F4AD9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6" name="Forme libre : forme 1525">
              <a:extLst>
                <a:ext uri="{FF2B5EF4-FFF2-40B4-BE49-F238E27FC236}">
                  <a16:creationId xmlns:a16="http://schemas.microsoft.com/office/drawing/2014/main" id="{9CF2CEC2-E7C6-4A98-B9A1-D48EAB088148}"/>
                </a:ext>
              </a:extLst>
            </p:cNvPr>
            <p:cNvSpPr/>
            <p:nvPr/>
          </p:nvSpPr>
          <p:spPr>
            <a:xfrm>
              <a:off x="5850092" y="5404692"/>
              <a:ext cx="194597" cy="95883"/>
            </a:xfrm>
            <a:custGeom>
              <a:avLst/>
              <a:gdLst>
                <a:gd name="connsiteX0" fmla="*/ 70768 w 261125"/>
                <a:gd name="connsiteY0" fmla="*/ 19648 h 128663"/>
                <a:gd name="connsiteX1" fmla="*/ 22574 w 261125"/>
                <a:gd name="connsiteY1" fmla="*/ 48395 h 128663"/>
                <a:gd name="connsiteX2" fmla="*/ 3691 w 261125"/>
                <a:gd name="connsiteY2" fmla="*/ 81651 h 128663"/>
                <a:gd name="connsiteX3" fmla="*/ 27 w 261125"/>
                <a:gd name="connsiteY3" fmla="*/ 95461 h 128663"/>
                <a:gd name="connsiteX4" fmla="*/ 6509 w 261125"/>
                <a:gd name="connsiteY4" fmla="*/ 110023 h 128663"/>
                <a:gd name="connsiteX5" fmla="*/ 28117 w 261125"/>
                <a:gd name="connsiteY5" fmla="*/ 128436 h 128663"/>
                <a:gd name="connsiteX6" fmla="*/ 51415 w 261125"/>
                <a:gd name="connsiteY6" fmla="*/ 120263 h 128663"/>
                <a:gd name="connsiteX7" fmla="*/ 113137 w 261125"/>
                <a:gd name="connsiteY7" fmla="*/ 75921 h 128663"/>
                <a:gd name="connsiteX8" fmla="*/ 150715 w 261125"/>
                <a:gd name="connsiteY8" fmla="*/ 68405 h 128663"/>
                <a:gd name="connsiteX9" fmla="*/ 191487 w 261125"/>
                <a:gd name="connsiteY9" fmla="*/ 66714 h 128663"/>
                <a:gd name="connsiteX10" fmla="*/ 224462 w 261125"/>
                <a:gd name="connsiteY10" fmla="*/ 68499 h 128663"/>
                <a:gd name="connsiteX11" fmla="*/ 257155 w 261125"/>
                <a:gd name="connsiteY11" fmla="*/ 44637 h 128663"/>
                <a:gd name="connsiteX12" fmla="*/ 256779 w 261125"/>
                <a:gd name="connsiteY12" fmla="*/ 12508 h 128663"/>
                <a:gd name="connsiteX13" fmla="*/ 223053 w 261125"/>
                <a:gd name="connsiteY13" fmla="*/ 1798 h 128663"/>
                <a:gd name="connsiteX14" fmla="*/ 172511 w 261125"/>
                <a:gd name="connsiteY14" fmla="*/ 295 h 128663"/>
                <a:gd name="connsiteX15" fmla="*/ 70768 w 261125"/>
                <a:gd name="connsiteY15" fmla="*/ 19648 h 1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1125" h="128663">
                  <a:moveTo>
                    <a:pt x="70768" y="19648"/>
                  </a:moveTo>
                  <a:cubicBezTo>
                    <a:pt x="52918" y="25942"/>
                    <a:pt x="34975" y="34021"/>
                    <a:pt x="22574" y="48395"/>
                  </a:cubicBezTo>
                  <a:cubicBezTo>
                    <a:pt x="14213" y="58071"/>
                    <a:pt x="8858" y="70002"/>
                    <a:pt x="3691" y="81651"/>
                  </a:cubicBezTo>
                  <a:cubicBezTo>
                    <a:pt x="1718" y="86066"/>
                    <a:pt x="-255" y="90670"/>
                    <a:pt x="27" y="95461"/>
                  </a:cubicBezTo>
                  <a:cubicBezTo>
                    <a:pt x="403" y="100816"/>
                    <a:pt x="3503" y="105607"/>
                    <a:pt x="6509" y="110023"/>
                  </a:cubicBezTo>
                  <a:cubicBezTo>
                    <a:pt x="11958" y="118102"/>
                    <a:pt x="18534" y="126839"/>
                    <a:pt x="28117" y="128436"/>
                  </a:cubicBezTo>
                  <a:cubicBezTo>
                    <a:pt x="36478" y="129751"/>
                    <a:pt x="44557" y="125148"/>
                    <a:pt x="51415" y="120263"/>
                  </a:cubicBezTo>
                  <a:cubicBezTo>
                    <a:pt x="71989" y="105326"/>
                    <a:pt x="89369" y="85033"/>
                    <a:pt x="113137" y="75921"/>
                  </a:cubicBezTo>
                  <a:cubicBezTo>
                    <a:pt x="125068" y="71317"/>
                    <a:pt x="138033" y="69814"/>
                    <a:pt x="150715" y="68405"/>
                  </a:cubicBezTo>
                  <a:cubicBezTo>
                    <a:pt x="164243" y="66902"/>
                    <a:pt x="177959" y="65586"/>
                    <a:pt x="191487" y="66714"/>
                  </a:cubicBezTo>
                  <a:cubicBezTo>
                    <a:pt x="202479" y="67653"/>
                    <a:pt x="213565" y="70190"/>
                    <a:pt x="224462" y="68499"/>
                  </a:cubicBezTo>
                  <a:cubicBezTo>
                    <a:pt x="238366" y="66432"/>
                    <a:pt x="250955" y="57226"/>
                    <a:pt x="257155" y="44637"/>
                  </a:cubicBezTo>
                  <a:cubicBezTo>
                    <a:pt x="262134" y="34585"/>
                    <a:pt x="262886" y="21902"/>
                    <a:pt x="256779" y="12508"/>
                  </a:cubicBezTo>
                  <a:cubicBezTo>
                    <a:pt x="248794" y="201"/>
                    <a:pt x="235454" y="2925"/>
                    <a:pt x="223053" y="1798"/>
                  </a:cubicBezTo>
                  <a:cubicBezTo>
                    <a:pt x="206237" y="295"/>
                    <a:pt x="189421" y="-457"/>
                    <a:pt x="172511" y="295"/>
                  </a:cubicBezTo>
                  <a:cubicBezTo>
                    <a:pt x="137939" y="1610"/>
                    <a:pt x="103461" y="8186"/>
                    <a:pt x="70768" y="19648"/>
                  </a:cubicBezTo>
                  <a:close/>
                </a:path>
              </a:pathLst>
            </a:custGeom>
            <a:solidFill>
              <a:srgbClr val="F8C6B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7" name="Forme libre : forme 1526">
              <a:extLst>
                <a:ext uri="{FF2B5EF4-FFF2-40B4-BE49-F238E27FC236}">
                  <a16:creationId xmlns:a16="http://schemas.microsoft.com/office/drawing/2014/main" id="{A73C6DE6-2277-4F31-BDE5-915CD14991CA}"/>
                </a:ext>
              </a:extLst>
            </p:cNvPr>
            <p:cNvSpPr/>
            <p:nvPr/>
          </p:nvSpPr>
          <p:spPr>
            <a:xfrm>
              <a:off x="5552495" y="4327034"/>
              <a:ext cx="312602" cy="299534"/>
            </a:xfrm>
            <a:custGeom>
              <a:avLst/>
              <a:gdLst>
                <a:gd name="connsiteX0" fmla="*/ 400493 w 419473"/>
                <a:gd name="connsiteY0" fmla="*/ 27335 h 401937"/>
                <a:gd name="connsiteX1" fmla="*/ 364418 w 419473"/>
                <a:gd name="connsiteY1" fmla="*/ 17095 h 401937"/>
                <a:gd name="connsiteX2" fmla="*/ 260608 w 419473"/>
                <a:gd name="connsiteY2" fmla="*/ 467 h 401937"/>
                <a:gd name="connsiteX3" fmla="*/ 142237 w 419473"/>
                <a:gd name="connsiteY3" fmla="*/ 49788 h 401937"/>
                <a:gd name="connsiteX4" fmla="*/ 97707 w 419473"/>
                <a:gd name="connsiteY4" fmla="*/ 85393 h 401937"/>
                <a:gd name="connsiteX5" fmla="*/ 31006 w 419473"/>
                <a:gd name="connsiteY5" fmla="*/ 217668 h 401937"/>
                <a:gd name="connsiteX6" fmla="*/ 4 w 419473"/>
                <a:gd name="connsiteY6" fmla="*/ 363659 h 401937"/>
                <a:gd name="connsiteX7" fmla="*/ 10244 w 419473"/>
                <a:gd name="connsiteY7" fmla="*/ 398043 h 401937"/>
                <a:gd name="connsiteX8" fmla="*/ 20296 w 419473"/>
                <a:gd name="connsiteY8" fmla="*/ 401707 h 401937"/>
                <a:gd name="connsiteX9" fmla="*/ 28376 w 419473"/>
                <a:gd name="connsiteY9" fmla="*/ 391279 h 401937"/>
                <a:gd name="connsiteX10" fmla="*/ 102311 w 419473"/>
                <a:gd name="connsiteY10" fmla="*/ 202073 h 401937"/>
                <a:gd name="connsiteX11" fmla="*/ 259481 w 419473"/>
                <a:gd name="connsiteY11" fmla="*/ 84172 h 401937"/>
                <a:gd name="connsiteX12" fmla="*/ 351735 w 419473"/>
                <a:gd name="connsiteY12" fmla="*/ 80884 h 401937"/>
                <a:gd name="connsiteX13" fmla="*/ 416182 w 419473"/>
                <a:gd name="connsiteY13" fmla="*/ 55613 h 401937"/>
                <a:gd name="connsiteX14" fmla="*/ 400493 w 419473"/>
                <a:gd name="connsiteY14" fmla="*/ 27335 h 40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19473" h="401937">
                  <a:moveTo>
                    <a:pt x="400493" y="27335"/>
                  </a:moveTo>
                  <a:cubicBezTo>
                    <a:pt x="388468" y="23953"/>
                    <a:pt x="376443" y="20477"/>
                    <a:pt x="364418" y="17095"/>
                  </a:cubicBezTo>
                  <a:cubicBezTo>
                    <a:pt x="330504" y="7419"/>
                    <a:pt x="295744" y="-2257"/>
                    <a:pt x="260608" y="467"/>
                  </a:cubicBezTo>
                  <a:cubicBezTo>
                    <a:pt x="217488" y="3849"/>
                    <a:pt x="178030" y="25644"/>
                    <a:pt x="142237" y="49788"/>
                  </a:cubicBezTo>
                  <a:cubicBezTo>
                    <a:pt x="126455" y="60404"/>
                    <a:pt x="110954" y="71771"/>
                    <a:pt x="97707" y="85393"/>
                  </a:cubicBezTo>
                  <a:cubicBezTo>
                    <a:pt x="63042" y="121186"/>
                    <a:pt x="46319" y="170320"/>
                    <a:pt x="31006" y="217668"/>
                  </a:cubicBezTo>
                  <a:cubicBezTo>
                    <a:pt x="15599" y="265204"/>
                    <a:pt x="380" y="313680"/>
                    <a:pt x="4" y="363659"/>
                  </a:cubicBezTo>
                  <a:cubicBezTo>
                    <a:pt x="-90" y="375966"/>
                    <a:pt x="1226" y="389588"/>
                    <a:pt x="10244" y="398043"/>
                  </a:cubicBezTo>
                  <a:cubicBezTo>
                    <a:pt x="12969" y="400579"/>
                    <a:pt x="16727" y="402646"/>
                    <a:pt x="20296" y="401707"/>
                  </a:cubicBezTo>
                  <a:cubicBezTo>
                    <a:pt x="24712" y="400579"/>
                    <a:pt x="26873" y="395600"/>
                    <a:pt x="28376" y="391279"/>
                  </a:cubicBezTo>
                  <a:cubicBezTo>
                    <a:pt x="50641" y="327208"/>
                    <a:pt x="67927" y="260601"/>
                    <a:pt x="102311" y="202073"/>
                  </a:cubicBezTo>
                  <a:cubicBezTo>
                    <a:pt x="136695" y="143545"/>
                    <a:pt x="192216" y="92721"/>
                    <a:pt x="259481" y="84172"/>
                  </a:cubicBezTo>
                  <a:cubicBezTo>
                    <a:pt x="290013" y="80320"/>
                    <a:pt x="321203" y="85299"/>
                    <a:pt x="351735" y="80884"/>
                  </a:cubicBezTo>
                  <a:cubicBezTo>
                    <a:pt x="374752" y="77596"/>
                    <a:pt x="397017" y="68859"/>
                    <a:pt x="416182" y="55613"/>
                  </a:cubicBezTo>
                  <a:cubicBezTo>
                    <a:pt x="425952" y="48849"/>
                    <a:pt x="411954" y="30623"/>
                    <a:pt x="400493" y="27335"/>
                  </a:cubicBezTo>
                  <a:close/>
                </a:path>
              </a:pathLst>
            </a:custGeom>
            <a:solidFill>
              <a:srgbClr val="F8C6BB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8" name="Forme libre : forme 1527">
              <a:extLst>
                <a:ext uri="{FF2B5EF4-FFF2-40B4-BE49-F238E27FC236}">
                  <a16:creationId xmlns:a16="http://schemas.microsoft.com/office/drawing/2014/main" id="{C7C37BB4-D7C2-420E-8DE1-FA8D3E252B3B}"/>
                </a:ext>
              </a:extLst>
            </p:cNvPr>
            <p:cNvSpPr/>
            <p:nvPr/>
          </p:nvSpPr>
          <p:spPr>
            <a:xfrm>
              <a:off x="5437121" y="5528830"/>
              <a:ext cx="259026" cy="270590"/>
            </a:xfrm>
            <a:custGeom>
              <a:avLst/>
              <a:gdLst>
                <a:gd name="connsiteX0" fmla="*/ 337827 w 347581"/>
                <a:gd name="connsiteY0" fmla="*/ 0 h 363098"/>
                <a:gd name="connsiteX1" fmla="*/ 300249 w 347581"/>
                <a:gd name="connsiteY1" fmla="*/ 170605 h 363098"/>
                <a:gd name="connsiteX2" fmla="*/ 196721 w 347581"/>
                <a:gd name="connsiteY2" fmla="*/ 251492 h 363098"/>
                <a:gd name="connsiteX3" fmla="*/ 135093 w 347581"/>
                <a:gd name="connsiteY3" fmla="*/ 286439 h 363098"/>
                <a:gd name="connsiteX4" fmla="*/ 0 w 347581"/>
                <a:gd name="connsiteY4" fmla="*/ 363098 h 363098"/>
                <a:gd name="connsiteX5" fmla="*/ 75532 w 347581"/>
                <a:gd name="connsiteY5" fmla="*/ 332942 h 363098"/>
                <a:gd name="connsiteX6" fmla="*/ 274038 w 347581"/>
                <a:gd name="connsiteY6" fmla="*/ 239279 h 363098"/>
                <a:gd name="connsiteX7" fmla="*/ 309925 w 347581"/>
                <a:gd name="connsiteY7" fmla="*/ 217953 h 363098"/>
                <a:gd name="connsiteX8" fmla="*/ 343745 w 347581"/>
                <a:gd name="connsiteY8" fmla="*/ 139509 h 363098"/>
                <a:gd name="connsiteX9" fmla="*/ 343088 w 347581"/>
                <a:gd name="connsiteY9" fmla="*/ 23393 h 363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581" h="363098">
                  <a:moveTo>
                    <a:pt x="337827" y="0"/>
                  </a:moveTo>
                  <a:cubicBezTo>
                    <a:pt x="336700" y="59092"/>
                    <a:pt x="334257" y="122223"/>
                    <a:pt x="300249" y="170605"/>
                  </a:cubicBezTo>
                  <a:cubicBezTo>
                    <a:pt x="274884" y="206773"/>
                    <a:pt x="235145" y="229696"/>
                    <a:pt x="196721" y="251492"/>
                  </a:cubicBezTo>
                  <a:cubicBezTo>
                    <a:pt x="176147" y="263141"/>
                    <a:pt x="155573" y="274790"/>
                    <a:pt x="135093" y="286439"/>
                  </a:cubicBezTo>
                  <a:cubicBezTo>
                    <a:pt x="90093" y="311992"/>
                    <a:pt x="45000" y="337545"/>
                    <a:pt x="0" y="363098"/>
                  </a:cubicBezTo>
                  <a:cubicBezTo>
                    <a:pt x="26211" y="356147"/>
                    <a:pt x="50918" y="344497"/>
                    <a:pt x="75532" y="332942"/>
                  </a:cubicBezTo>
                  <a:cubicBezTo>
                    <a:pt x="141669" y="301752"/>
                    <a:pt x="207901" y="270469"/>
                    <a:pt x="274038" y="239279"/>
                  </a:cubicBezTo>
                  <a:cubicBezTo>
                    <a:pt x="286627" y="233360"/>
                    <a:pt x="299497" y="227253"/>
                    <a:pt x="309925" y="217953"/>
                  </a:cubicBezTo>
                  <a:cubicBezTo>
                    <a:pt x="331626" y="198600"/>
                    <a:pt x="339800" y="168350"/>
                    <a:pt x="343745" y="139509"/>
                  </a:cubicBezTo>
                  <a:cubicBezTo>
                    <a:pt x="349100" y="101085"/>
                    <a:pt x="348819" y="61816"/>
                    <a:pt x="343088" y="23393"/>
                  </a:cubicBezTo>
                </a:path>
              </a:pathLst>
            </a:custGeom>
            <a:solidFill>
              <a:srgbClr val="F8C6BB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9" name="Forme libre : forme 1528">
              <a:extLst>
                <a:ext uri="{FF2B5EF4-FFF2-40B4-BE49-F238E27FC236}">
                  <a16:creationId xmlns:a16="http://schemas.microsoft.com/office/drawing/2014/main" id="{55CB8D1B-ECD8-4B02-A55F-BED300678517}"/>
                </a:ext>
              </a:extLst>
            </p:cNvPr>
            <p:cNvSpPr/>
            <p:nvPr/>
          </p:nvSpPr>
          <p:spPr>
            <a:xfrm>
              <a:off x="5736415" y="5492705"/>
              <a:ext cx="457447" cy="115869"/>
            </a:xfrm>
            <a:custGeom>
              <a:avLst/>
              <a:gdLst>
                <a:gd name="connsiteX0" fmla="*/ 0 w 613837"/>
                <a:gd name="connsiteY0" fmla="*/ 10522 h 155482"/>
                <a:gd name="connsiteX1" fmla="*/ 613838 w 613837"/>
                <a:gd name="connsiteY1" fmla="*/ 0 h 155482"/>
                <a:gd name="connsiteX2" fmla="*/ 0 w 613837"/>
                <a:gd name="connsiteY2" fmla="*/ 10522 h 1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3837" h="155482">
                  <a:moveTo>
                    <a:pt x="0" y="10522"/>
                  </a:moveTo>
                  <a:cubicBezTo>
                    <a:pt x="0" y="10522"/>
                    <a:pt x="301470" y="257786"/>
                    <a:pt x="613838" y="0"/>
                  </a:cubicBezTo>
                  <a:cubicBezTo>
                    <a:pt x="613838" y="0"/>
                    <a:pt x="342055" y="342712"/>
                    <a:pt x="0" y="10522"/>
                  </a:cubicBezTo>
                  <a:close/>
                </a:path>
              </a:pathLst>
            </a:custGeom>
            <a:solidFill>
              <a:srgbClr val="F4AD9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0" name="Forme libre : forme 1529">
              <a:extLst>
                <a:ext uri="{FF2B5EF4-FFF2-40B4-BE49-F238E27FC236}">
                  <a16:creationId xmlns:a16="http://schemas.microsoft.com/office/drawing/2014/main" id="{36126E04-89B9-4C7D-8076-384537D4E88C}"/>
                </a:ext>
              </a:extLst>
            </p:cNvPr>
            <p:cNvSpPr/>
            <p:nvPr/>
          </p:nvSpPr>
          <p:spPr>
            <a:xfrm>
              <a:off x="6024298" y="5084614"/>
              <a:ext cx="61486" cy="79060"/>
            </a:xfrm>
            <a:custGeom>
              <a:avLst/>
              <a:gdLst>
                <a:gd name="connsiteX0" fmla="*/ 71492 w 82507"/>
                <a:gd name="connsiteY0" fmla="*/ 0 h 106089"/>
                <a:gd name="connsiteX1" fmla="*/ 0 w 82507"/>
                <a:gd name="connsiteY1" fmla="*/ 106064 h 106089"/>
                <a:gd name="connsiteX2" fmla="*/ 71492 w 82507"/>
                <a:gd name="connsiteY2" fmla="*/ 0 h 106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2507" h="106089">
                  <a:moveTo>
                    <a:pt x="71492" y="0"/>
                  </a:moveTo>
                  <a:cubicBezTo>
                    <a:pt x="71492" y="0"/>
                    <a:pt x="107286" y="74310"/>
                    <a:pt x="0" y="106064"/>
                  </a:cubicBezTo>
                  <a:cubicBezTo>
                    <a:pt x="0" y="106064"/>
                    <a:pt x="118465" y="110573"/>
                    <a:pt x="71492" y="0"/>
                  </a:cubicBezTo>
                  <a:close/>
                </a:path>
              </a:pathLst>
            </a:custGeom>
            <a:solidFill>
              <a:srgbClr val="F4AD9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1" name="Forme libre : forme 1530">
              <a:extLst>
                <a:ext uri="{FF2B5EF4-FFF2-40B4-BE49-F238E27FC236}">
                  <a16:creationId xmlns:a16="http://schemas.microsoft.com/office/drawing/2014/main" id="{58EE3210-9D3B-4C83-AFB2-C35622503844}"/>
                </a:ext>
              </a:extLst>
            </p:cNvPr>
            <p:cNvSpPr/>
            <p:nvPr/>
          </p:nvSpPr>
          <p:spPr>
            <a:xfrm>
              <a:off x="5840038" y="5084684"/>
              <a:ext cx="47121" cy="75894"/>
            </a:xfrm>
            <a:custGeom>
              <a:avLst/>
              <a:gdLst>
                <a:gd name="connsiteX0" fmla="*/ 63215 w 63230"/>
                <a:gd name="connsiteY0" fmla="*/ 101837 h 101840"/>
                <a:gd name="connsiteX1" fmla="*/ 6190 w 63230"/>
                <a:gd name="connsiteY1" fmla="*/ 0 h 101840"/>
                <a:gd name="connsiteX2" fmla="*/ 63215 w 63230"/>
                <a:gd name="connsiteY2" fmla="*/ 101837 h 10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230" h="101840">
                  <a:moveTo>
                    <a:pt x="63215" y="101837"/>
                  </a:moveTo>
                  <a:cubicBezTo>
                    <a:pt x="64530" y="102118"/>
                    <a:pt x="-14666" y="84457"/>
                    <a:pt x="6190" y="0"/>
                  </a:cubicBezTo>
                  <a:cubicBezTo>
                    <a:pt x="6190" y="-93"/>
                    <a:pt x="-27724" y="85114"/>
                    <a:pt x="63215" y="101837"/>
                  </a:cubicBezTo>
                  <a:close/>
                </a:path>
              </a:pathLst>
            </a:custGeom>
            <a:solidFill>
              <a:srgbClr val="F4AD9A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2" name="Forme libre : forme 1531">
              <a:extLst>
                <a:ext uri="{FF2B5EF4-FFF2-40B4-BE49-F238E27FC236}">
                  <a16:creationId xmlns:a16="http://schemas.microsoft.com/office/drawing/2014/main" id="{98DC0D66-4233-4E96-8077-A0E5289183F9}"/>
                </a:ext>
              </a:extLst>
            </p:cNvPr>
            <p:cNvSpPr/>
            <p:nvPr/>
          </p:nvSpPr>
          <p:spPr>
            <a:xfrm>
              <a:off x="5566921" y="4149457"/>
              <a:ext cx="368267" cy="217621"/>
            </a:xfrm>
            <a:custGeom>
              <a:avLst/>
              <a:gdLst>
                <a:gd name="connsiteX0" fmla="*/ 277232 w 494169"/>
                <a:gd name="connsiteY0" fmla="*/ 185674 h 292020"/>
                <a:gd name="connsiteX1" fmla="*/ 162149 w 494169"/>
                <a:gd name="connsiteY1" fmla="*/ 212167 h 292020"/>
                <a:gd name="connsiteX2" fmla="*/ 45094 w 494169"/>
                <a:gd name="connsiteY2" fmla="*/ 292020 h 292020"/>
                <a:gd name="connsiteX3" fmla="*/ 219644 w 494169"/>
                <a:gd name="connsiteY3" fmla="*/ 182762 h 292020"/>
                <a:gd name="connsiteX4" fmla="*/ 340645 w 494169"/>
                <a:gd name="connsiteY4" fmla="*/ 183513 h 292020"/>
                <a:gd name="connsiteX5" fmla="*/ 190051 w 494169"/>
                <a:gd name="connsiteY5" fmla="*/ 179568 h 292020"/>
                <a:gd name="connsiteX6" fmla="*/ 52703 w 494169"/>
                <a:gd name="connsiteY6" fmla="*/ 245048 h 292020"/>
                <a:gd name="connsiteX7" fmla="*/ 128235 w 494169"/>
                <a:gd name="connsiteY7" fmla="*/ 181353 h 292020"/>
                <a:gd name="connsiteX8" fmla="*/ 224247 w 494169"/>
                <a:gd name="connsiteY8" fmla="*/ 152606 h 292020"/>
                <a:gd name="connsiteX9" fmla="*/ 100709 w 494169"/>
                <a:gd name="connsiteY9" fmla="*/ 176468 h 292020"/>
                <a:gd name="connsiteX10" fmla="*/ 121565 w 494169"/>
                <a:gd name="connsiteY10" fmla="*/ 153733 h 292020"/>
                <a:gd name="connsiteX11" fmla="*/ 205176 w 494169"/>
                <a:gd name="connsiteY11" fmla="*/ 110894 h 292020"/>
                <a:gd name="connsiteX12" fmla="*/ 0 w 494169"/>
                <a:gd name="connsiteY12" fmla="*/ 242041 h 292020"/>
                <a:gd name="connsiteX13" fmla="*/ 53830 w 494169"/>
                <a:gd name="connsiteY13" fmla="*/ 168482 h 292020"/>
                <a:gd name="connsiteX14" fmla="*/ 133684 w 494169"/>
                <a:gd name="connsiteY14" fmla="*/ 105445 h 292020"/>
                <a:gd name="connsiteX15" fmla="*/ 35605 w 494169"/>
                <a:gd name="connsiteY15" fmla="*/ 161437 h 292020"/>
                <a:gd name="connsiteX16" fmla="*/ 210907 w 494169"/>
                <a:gd name="connsiteY16" fmla="*/ 31041 h 292020"/>
                <a:gd name="connsiteX17" fmla="*/ 477147 w 494169"/>
                <a:gd name="connsiteY17" fmla="*/ 2575 h 292020"/>
                <a:gd name="connsiteX18" fmla="*/ 142703 w 494169"/>
                <a:gd name="connsiteY18" fmla="*/ 101405 h 292020"/>
                <a:gd name="connsiteX19" fmla="*/ 288882 w 494169"/>
                <a:gd name="connsiteY19" fmla="*/ 52460 h 292020"/>
                <a:gd name="connsiteX20" fmla="*/ 424257 w 494169"/>
                <a:gd name="connsiteY20" fmla="*/ 37805 h 292020"/>
                <a:gd name="connsiteX21" fmla="*/ 191836 w 494169"/>
                <a:gd name="connsiteY21" fmla="*/ 96990 h 292020"/>
                <a:gd name="connsiteX22" fmla="*/ 271502 w 494169"/>
                <a:gd name="connsiteY22" fmla="*/ 84401 h 292020"/>
                <a:gd name="connsiteX23" fmla="*/ 228475 w 494169"/>
                <a:gd name="connsiteY23" fmla="*/ 101311 h 292020"/>
                <a:gd name="connsiteX24" fmla="*/ 272911 w 494169"/>
                <a:gd name="connsiteY24" fmla="*/ 95393 h 292020"/>
                <a:gd name="connsiteX25" fmla="*/ 200761 w 494169"/>
                <a:gd name="connsiteY25" fmla="*/ 131280 h 292020"/>
                <a:gd name="connsiteX26" fmla="*/ 438724 w 494169"/>
                <a:gd name="connsiteY26" fmla="*/ 108357 h 292020"/>
                <a:gd name="connsiteX27" fmla="*/ 239090 w 494169"/>
                <a:gd name="connsiteY27" fmla="*/ 149036 h 292020"/>
                <a:gd name="connsiteX28" fmla="*/ 347409 w 494169"/>
                <a:gd name="connsiteY28" fmla="*/ 140769 h 292020"/>
                <a:gd name="connsiteX29" fmla="*/ 281272 w 494169"/>
                <a:gd name="connsiteY29" fmla="*/ 148848 h 292020"/>
                <a:gd name="connsiteX30" fmla="*/ 341209 w 494169"/>
                <a:gd name="connsiteY30" fmla="*/ 149505 h 292020"/>
                <a:gd name="connsiteX31" fmla="*/ 397482 w 494169"/>
                <a:gd name="connsiteY31" fmla="*/ 165664 h 292020"/>
                <a:gd name="connsiteX32" fmla="*/ 342336 w 494169"/>
                <a:gd name="connsiteY32" fmla="*/ 171113 h 292020"/>
                <a:gd name="connsiteX33" fmla="*/ 410634 w 494169"/>
                <a:gd name="connsiteY33" fmla="*/ 186050 h 292020"/>
                <a:gd name="connsiteX34" fmla="*/ 372680 w 494169"/>
                <a:gd name="connsiteY34" fmla="*/ 190653 h 292020"/>
                <a:gd name="connsiteX35" fmla="*/ 494152 w 494169"/>
                <a:gd name="connsiteY35" fmla="*/ 258670 h 292020"/>
                <a:gd name="connsiteX36" fmla="*/ 277232 w 494169"/>
                <a:gd name="connsiteY36" fmla="*/ 185674 h 292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94169" h="292020">
                  <a:moveTo>
                    <a:pt x="277232" y="185674"/>
                  </a:moveTo>
                  <a:cubicBezTo>
                    <a:pt x="237681" y="185487"/>
                    <a:pt x="199445" y="198921"/>
                    <a:pt x="162149" y="212167"/>
                  </a:cubicBezTo>
                  <a:cubicBezTo>
                    <a:pt x="116398" y="228419"/>
                    <a:pt x="66325" y="248430"/>
                    <a:pt x="45094" y="292020"/>
                  </a:cubicBezTo>
                  <a:cubicBezTo>
                    <a:pt x="78914" y="229641"/>
                    <a:pt x="150218" y="196854"/>
                    <a:pt x="219644" y="182762"/>
                  </a:cubicBezTo>
                  <a:cubicBezTo>
                    <a:pt x="259571" y="174683"/>
                    <a:pt x="301752" y="171489"/>
                    <a:pt x="340645" y="183513"/>
                  </a:cubicBezTo>
                  <a:cubicBezTo>
                    <a:pt x="295458" y="158900"/>
                    <a:pt x="240030" y="167731"/>
                    <a:pt x="190051" y="179568"/>
                  </a:cubicBezTo>
                  <a:cubicBezTo>
                    <a:pt x="139884" y="191405"/>
                    <a:pt x="87557" y="207094"/>
                    <a:pt x="52703" y="245048"/>
                  </a:cubicBezTo>
                  <a:cubicBezTo>
                    <a:pt x="69613" y="216112"/>
                    <a:pt x="97797" y="195257"/>
                    <a:pt x="128235" y="181353"/>
                  </a:cubicBezTo>
                  <a:cubicBezTo>
                    <a:pt x="158673" y="167449"/>
                    <a:pt x="191648" y="160027"/>
                    <a:pt x="224247" y="152606"/>
                  </a:cubicBezTo>
                  <a:cubicBezTo>
                    <a:pt x="181972" y="148378"/>
                    <a:pt x="138381" y="156739"/>
                    <a:pt x="100709" y="176468"/>
                  </a:cubicBezTo>
                  <a:cubicBezTo>
                    <a:pt x="102118" y="165946"/>
                    <a:pt x="112264" y="159088"/>
                    <a:pt x="121565" y="153733"/>
                  </a:cubicBezTo>
                  <a:cubicBezTo>
                    <a:pt x="148715" y="138138"/>
                    <a:pt x="176617" y="123859"/>
                    <a:pt x="205176" y="110894"/>
                  </a:cubicBezTo>
                  <a:cubicBezTo>
                    <a:pt x="121941" y="121510"/>
                    <a:pt x="44530" y="171019"/>
                    <a:pt x="0" y="242041"/>
                  </a:cubicBezTo>
                  <a:cubicBezTo>
                    <a:pt x="6952" y="211979"/>
                    <a:pt x="30532" y="188774"/>
                    <a:pt x="53830" y="168482"/>
                  </a:cubicBezTo>
                  <a:cubicBezTo>
                    <a:pt x="79384" y="146217"/>
                    <a:pt x="106064" y="125174"/>
                    <a:pt x="133684" y="105445"/>
                  </a:cubicBezTo>
                  <a:cubicBezTo>
                    <a:pt x="96669" y="114652"/>
                    <a:pt x="62379" y="134286"/>
                    <a:pt x="35605" y="161437"/>
                  </a:cubicBezTo>
                  <a:cubicBezTo>
                    <a:pt x="90845" y="113524"/>
                    <a:pt x="143924" y="60445"/>
                    <a:pt x="210907" y="31041"/>
                  </a:cubicBezTo>
                  <a:cubicBezTo>
                    <a:pt x="293391" y="-5222"/>
                    <a:pt x="387148" y="-1652"/>
                    <a:pt x="477147" y="2575"/>
                  </a:cubicBezTo>
                  <a:cubicBezTo>
                    <a:pt x="358871" y="-3156"/>
                    <a:pt x="238903" y="32262"/>
                    <a:pt x="142703" y="101405"/>
                  </a:cubicBezTo>
                  <a:cubicBezTo>
                    <a:pt x="190615" y="82710"/>
                    <a:pt x="239372" y="66364"/>
                    <a:pt x="288882" y="52460"/>
                  </a:cubicBezTo>
                  <a:cubicBezTo>
                    <a:pt x="332942" y="40059"/>
                    <a:pt x="379163" y="29631"/>
                    <a:pt x="424257" y="37805"/>
                  </a:cubicBezTo>
                  <a:cubicBezTo>
                    <a:pt x="343651" y="32168"/>
                    <a:pt x="265959" y="64861"/>
                    <a:pt x="191836" y="96990"/>
                  </a:cubicBezTo>
                  <a:cubicBezTo>
                    <a:pt x="216825" y="86468"/>
                    <a:pt x="244445" y="82053"/>
                    <a:pt x="271502" y="84401"/>
                  </a:cubicBezTo>
                  <a:cubicBezTo>
                    <a:pt x="256658" y="88723"/>
                    <a:pt x="242284" y="94360"/>
                    <a:pt x="228475" y="101311"/>
                  </a:cubicBezTo>
                  <a:cubicBezTo>
                    <a:pt x="243318" y="99339"/>
                    <a:pt x="258161" y="97366"/>
                    <a:pt x="272911" y="95393"/>
                  </a:cubicBezTo>
                  <a:cubicBezTo>
                    <a:pt x="248861" y="107324"/>
                    <a:pt x="224811" y="119349"/>
                    <a:pt x="200761" y="131280"/>
                  </a:cubicBezTo>
                  <a:cubicBezTo>
                    <a:pt x="276763" y="103566"/>
                    <a:pt x="360468" y="87877"/>
                    <a:pt x="438724" y="108357"/>
                  </a:cubicBezTo>
                  <a:cubicBezTo>
                    <a:pt x="370614" y="110988"/>
                    <a:pt x="302879" y="124798"/>
                    <a:pt x="239090" y="149036"/>
                  </a:cubicBezTo>
                  <a:cubicBezTo>
                    <a:pt x="274226" y="139359"/>
                    <a:pt x="311241" y="136541"/>
                    <a:pt x="347409" y="140769"/>
                  </a:cubicBezTo>
                  <a:cubicBezTo>
                    <a:pt x="325238" y="142459"/>
                    <a:pt x="303161" y="145184"/>
                    <a:pt x="281272" y="148848"/>
                  </a:cubicBezTo>
                  <a:cubicBezTo>
                    <a:pt x="300812" y="153263"/>
                    <a:pt x="321199" y="150069"/>
                    <a:pt x="341209" y="149505"/>
                  </a:cubicBezTo>
                  <a:cubicBezTo>
                    <a:pt x="361219" y="148942"/>
                    <a:pt x="383015" y="151854"/>
                    <a:pt x="397482" y="165664"/>
                  </a:cubicBezTo>
                  <a:cubicBezTo>
                    <a:pt x="378975" y="166040"/>
                    <a:pt x="360562" y="167825"/>
                    <a:pt x="342336" y="171113"/>
                  </a:cubicBezTo>
                  <a:cubicBezTo>
                    <a:pt x="365729" y="172052"/>
                    <a:pt x="389027" y="177125"/>
                    <a:pt x="410634" y="186050"/>
                  </a:cubicBezTo>
                  <a:cubicBezTo>
                    <a:pt x="398046" y="188305"/>
                    <a:pt x="385457" y="189808"/>
                    <a:pt x="372680" y="190653"/>
                  </a:cubicBezTo>
                  <a:cubicBezTo>
                    <a:pt x="392127" y="189432"/>
                    <a:pt x="495749" y="239881"/>
                    <a:pt x="494152" y="258670"/>
                  </a:cubicBezTo>
                  <a:cubicBezTo>
                    <a:pt x="418808" y="242511"/>
                    <a:pt x="357649" y="186144"/>
                    <a:pt x="277232" y="185674"/>
                  </a:cubicBezTo>
                  <a:close/>
                </a:path>
              </a:pathLst>
            </a:custGeom>
            <a:solidFill>
              <a:srgbClr val="C99D97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3" name="Forme libre : forme 1532">
              <a:extLst>
                <a:ext uri="{FF2B5EF4-FFF2-40B4-BE49-F238E27FC236}">
                  <a16:creationId xmlns:a16="http://schemas.microsoft.com/office/drawing/2014/main" id="{4898869E-984E-4C02-8965-20A39D861C47}"/>
                </a:ext>
              </a:extLst>
            </p:cNvPr>
            <p:cNvSpPr/>
            <p:nvPr/>
          </p:nvSpPr>
          <p:spPr>
            <a:xfrm>
              <a:off x="5975487" y="4149457"/>
              <a:ext cx="368338" cy="217621"/>
            </a:xfrm>
            <a:custGeom>
              <a:avLst/>
              <a:gdLst>
                <a:gd name="connsiteX0" fmla="*/ 217032 w 494264"/>
                <a:gd name="connsiteY0" fmla="*/ 185674 h 292020"/>
                <a:gd name="connsiteX1" fmla="*/ 332115 w 494264"/>
                <a:gd name="connsiteY1" fmla="*/ 212167 h 292020"/>
                <a:gd name="connsiteX2" fmla="*/ 449170 w 494264"/>
                <a:gd name="connsiteY2" fmla="*/ 292020 h 292020"/>
                <a:gd name="connsiteX3" fmla="*/ 274620 w 494264"/>
                <a:gd name="connsiteY3" fmla="*/ 182762 h 292020"/>
                <a:gd name="connsiteX4" fmla="*/ 153619 w 494264"/>
                <a:gd name="connsiteY4" fmla="*/ 183513 h 292020"/>
                <a:gd name="connsiteX5" fmla="*/ 304213 w 494264"/>
                <a:gd name="connsiteY5" fmla="*/ 179568 h 292020"/>
                <a:gd name="connsiteX6" fmla="*/ 441561 w 494264"/>
                <a:gd name="connsiteY6" fmla="*/ 245048 h 292020"/>
                <a:gd name="connsiteX7" fmla="*/ 366029 w 494264"/>
                <a:gd name="connsiteY7" fmla="*/ 181353 h 292020"/>
                <a:gd name="connsiteX8" fmla="*/ 270017 w 494264"/>
                <a:gd name="connsiteY8" fmla="*/ 152606 h 292020"/>
                <a:gd name="connsiteX9" fmla="*/ 393555 w 494264"/>
                <a:gd name="connsiteY9" fmla="*/ 176468 h 292020"/>
                <a:gd name="connsiteX10" fmla="*/ 372699 w 494264"/>
                <a:gd name="connsiteY10" fmla="*/ 153733 h 292020"/>
                <a:gd name="connsiteX11" fmla="*/ 289088 w 494264"/>
                <a:gd name="connsiteY11" fmla="*/ 110894 h 292020"/>
                <a:gd name="connsiteX12" fmla="*/ 494264 w 494264"/>
                <a:gd name="connsiteY12" fmla="*/ 242041 h 292020"/>
                <a:gd name="connsiteX13" fmla="*/ 440433 w 494264"/>
                <a:gd name="connsiteY13" fmla="*/ 168482 h 292020"/>
                <a:gd name="connsiteX14" fmla="*/ 360580 w 494264"/>
                <a:gd name="connsiteY14" fmla="*/ 105445 h 292020"/>
                <a:gd name="connsiteX15" fmla="*/ 458659 w 494264"/>
                <a:gd name="connsiteY15" fmla="*/ 161437 h 292020"/>
                <a:gd name="connsiteX16" fmla="*/ 283357 w 494264"/>
                <a:gd name="connsiteY16" fmla="*/ 31041 h 292020"/>
                <a:gd name="connsiteX17" fmla="*/ 17116 w 494264"/>
                <a:gd name="connsiteY17" fmla="*/ 2575 h 292020"/>
                <a:gd name="connsiteX18" fmla="*/ 351561 w 494264"/>
                <a:gd name="connsiteY18" fmla="*/ 101405 h 292020"/>
                <a:gd name="connsiteX19" fmla="*/ 205383 w 494264"/>
                <a:gd name="connsiteY19" fmla="*/ 52460 h 292020"/>
                <a:gd name="connsiteX20" fmla="*/ 70008 w 494264"/>
                <a:gd name="connsiteY20" fmla="*/ 37805 h 292020"/>
                <a:gd name="connsiteX21" fmla="*/ 302428 w 494264"/>
                <a:gd name="connsiteY21" fmla="*/ 96990 h 292020"/>
                <a:gd name="connsiteX22" fmla="*/ 222762 w 494264"/>
                <a:gd name="connsiteY22" fmla="*/ 84401 h 292020"/>
                <a:gd name="connsiteX23" fmla="*/ 265789 w 494264"/>
                <a:gd name="connsiteY23" fmla="*/ 101311 h 292020"/>
                <a:gd name="connsiteX24" fmla="*/ 221353 w 494264"/>
                <a:gd name="connsiteY24" fmla="*/ 95393 h 292020"/>
                <a:gd name="connsiteX25" fmla="*/ 293503 w 494264"/>
                <a:gd name="connsiteY25" fmla="*/ 131280 h 292020"/>
                <a:gd name="connsiteX26" fmla="*/ 55540 w 494264"/>
                <a:gd name="connsiteY26" fmla="*/ 108357 h 292020"/>
                <a:gd name="connsiteX27" fmla="*/ 255173 w 494264"/>
                <a:gd name="connsiteY27" fmla="*/ 149036 h 292020"/>
                <a:gd name="connsiteX28" fmla="*/ 146855 w 494264"/>
                <a:gd name="connsiteY28" fmla="*/ 140769 h 292020"/>
                <a:gd name="connsiteX29" fmla="*/ 212992 w 494264"/>
                <a:gd name="connsiteY29" fmla="*/ 148848 h 292020"/>
                <a:gd name="connsiteX30" fmla="*/ 153055 w 494264"/>
                <a:gd name="connsiteY30" fmla="*/ 149505 h 292020"/>
                <a:gd name="connsiteX31" fmla="*/ 96688 w 494264"/>
                <a:gd name="connsiteY31" fmla="*/ 165664 h 292020"/>
                <a:gd name="connsiteX32" fmla="*/ 151834 w 494264"/>
                <a:gd name="connsiteY32" fmla="*/ 171113 h 292020"/>
                <a:gd name="connsiteX33" fmla="*/ 83536 w 494264"/>
                <a:gd name="connsiteY33" fmla="*/ 186050 h 292020"/>
                <a:gd name="connsiteX34" fmla="*/ 121489 w 494264"/>
                <a:gd name="connsiteY34" fmla="*/ 190653 h 292020"/>
                <a:gd name="connsiteX35" fmla="*/ 18 w 494264"/>
                <a:gd name="connsiteY35" fmla="*/ 258670 h 292020"/>
                <a:gd name="connsiteX36" fmla="*/ 217032 w 494264"/>
                <a:gd name="connsiteY36" fmla="*/ 185674 h 292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94264" h="292020">
                  <a:moveTo>
                    <a:pt x="217032" y="185674"/>
                  </a:moveTo>
                  <a:cubicBezTo>
                    <a:pt x="256583" y="185487"/>
                    <a:pt x="294818" y="198921"/>
                    <a:pt x="332115" y="212167"/>
                  </a:cubicBezTo>
                  <a:cubicBezTo>
                    <a:pt x="377866" y="228419"/>
                    <a:pt x="427939" y="248430"/>
                    <a:pt x="449170" y="292020"/>
                  </a:cubicBezTo>
                  <a:cubicBezTo>
                    <a:pt x="415350" y="229641"/>
                    <a:pt x="344046" y="196854"/>
                    <a:pt x="274620" y="182762"/>
                  </a:cubicBezTo>
                  <a:cubicBezTo>
                    <a:pt x="234693" y="174683"/>
                    <a:pt x="192512" y="171489"/>
                    <a:pt x="153619" y="183513"/>
                  </a:cubicBezTo>
                  <a:cubicBezTo>
                    <a:pt x="198806" y="158900"/>
                    <a:pt x="254234" y="167731"/>
                    <a:pt x="304213" y="179568"/>
                  </a:cubicBezTo>
                  <a:cubicBezTo>
                    <a:pt x="354380" y="191405"/>
                    <a:pt x="406707" y="207094"/>
                    <a:pt x="441561" y="245048"/>
                  </a:cubicBezTo>
                  <a:cubicBezTo>
                    <a:pt x="424651" y="216112"/>
                    <a:pt x="396467" y="195257"/>
                    <a:pt x="366029" y="181353"/>
                  </a:cubicBezTo>
                  <a:cubicBezTo>
                    <a:pt x="335591" y="167449"/>
                    <a:pt x="302616" y="160027"/>
                    <a:pt x="270017" y="152606"/>
                  </a:cubicBezTo>
                  <a:cubicBezTo>
                    <a:pt x="312292" y="148378"/>
                    <a:pt x="355883" y="156739"/>
                    <a:pt x="393555" y="176468"/>
                  </a:cubicBezTo>
                  <a:cubicBezTo>
                    <a:pt x="392145" y="165946"/>
                    <a:pt x="382000" y="159088"/>
                    <a:pt x="372699" y="153733"/>
                  </a:cubicBezTo>
                  <a:cubicBezTo>
                    <a:pt x="345549" y="138138"/>
                    <a:pt x="317647" y="123859"/>
                    <a:pt x="289088" y="110894"/>
                  </a:cubicBezTo>
                  <a:cubicBezTo>
                    <a:pt x="372323" y="121510"/>
                    <a:pt x="449734" y="171019"/>
                    <a:pt x="494264" y="242041"/>
                  </a:cubicBezTo>
                  <a:cubicBezTo>
                    <a:pt x="487312" y="211979"/>
                    <a:pt x="463732" y="188774"/>
                    <a:pt x="440433" y="168482"/>
                  </a:cubicBezTo>
                  <a:cubicBezTo>
                    <a:pt x="414880" y="146217"/>
                    <a:pt x="388200" y="125174"/>
                    <a:pt x="360580" y="105445"/>
                  </a:cubicBezTo>
                  <a:cubicBezTo>
                    <a:pt x="397594" y="114652"/>
                    <a:pt x="431884" y="134286"/>
                    <a:pt x="458659" y="161437"/>
                  </a:cubicBezTo>
                  <a:cubicBezTo>
                    <a:pt x="403419" y="113524"/>
                    <a:pt x="350340" y="60445"/>
                    <a:pt x="283357" y="31041"/>
                  </a:cubicBezTo>
                  <a:cubicBezTo>
                    <a:pt x="200873" y="-5222"/>
                    <a:pt x="107116" y="-1652"/>
                    <a:pt x="17116" y="2575"/>
                  </a:cubicBezTo>
                  <a:cubicBezTo>
                    <a:pt x="135393" y="-3156"/>
                    <a:pt x="255361" y="32262"/>
                    <a:pt x="351561" y="101405"/>
                  </a:cubicBezTo>
                  <a:cubicBezTo>
                    <a:pt x="303649" y="82710"/>
                    <a:pt x="254892" y="66364"/>
                    <a:pt x="205383" y="52460"/>
                  </a:cubicBezTo>
                  <a:cubicBezTo>
                    <a:pt x="161322" y="40059"/>
                    <a:pt x="115101" y="29631"/>
                    <a:pt x="70008" y="37805"/>
                  </a:cubicBezTo>
                  <a:cubicBezTo>
                    <a:pt x="150612" y="32168"/>
                    <a:pt x="228305" y="64861"/>
                    <a:pt x="302428" y="96990"/>
                  </a:cubicBezTo>
                  <a:cubicBezTo>
                    <a:pt x="277438" y="86468"/>
                    <a:pt x="249819" y="82053"/>
                    <a:pt x="222762" y="84401"/>
                  </a:cubicBezTo>
                  <a:cubicBezTo>
                    <a:pt x="237606" y="88723"/>
                    <a:pt x="251979" y="94360"/>
                    <a:pt x="265789" y="101311"/>
                  </a:cubicBezTo>
                  <a:cubicBezTo>
                    <a:pt x="250946" y="99339"/>
                    <a:pt x="236103" y="97366"/>
                    <a:pt x="221353" y="95393"/>
                  </a:cubicBezTo>
                  <a:cubicBezTo>
                    <a:pt x="245403" y="107324"/>
                    <a:pt x="269453" y="119349"/>
                    <a:pt x="293503" y="131280"/>
                  </a:cubicBezTo>
                  <a:cubicBezTo>
                    <a:pt x="217501" y="103566"/>
                    <a:pt x="133796" y="87877"/>
                    <a:pt x="55540" y="108357"/>
                  </a:cubicBezTo>
                  <a:cubicBezTo>
                    <a:pt x="123650" y="110988"/>
                    <a:pt x="191385" y="124798"/>
                    <a:pt x="255173" y="149036"/>
                  </a:cubicBezTo>
                  <a:cubicBezTo>
                    <a:pt x="220038" y="139359"/>
                    <a:pt x="183024" y="136541"/>
                    <a:pt x="146855" y="140769"/>
                  </a:cubicBezTo>
                  <a:cubicBezTo>
                    <a:pt x="169026" y="142459"/>
                    <a:pt x="191103" y="145184"/>
                    <a:pt x="212992" y="148848"/>
                  </a:cubicBezTo>
                  <a:cubicBezTo>
                    <a:pt x="193451" y="153263"/>
                    <a:pt x="173065" y="150069"/>
                    <a:pt x="153055" y="149505"/>
                  </a:cubicBezTo>
                  <a:cubicBezTo>
                    <a:pt x="133045" y="148942"/>
                    <a:pt x="111249" y="151854"/>
                    <a:pt x="96688" y="165664"/>
                  </a:cubicBezTo>
                  <a:cubicBezTo>
                    <a:pt x="115195" y="166040"/>
                    <a:pt x="133608" y="167825"/>
                    <a:pt x="151834" y="171113"/>
                  </a:cubicBezTo>
                  <a:cubicBezTo>
                    <a:pt x="128441" y="172052"/>
                    <a:pt x="105143" y="177125"/>
                    <a:pt x="83536" y="186050"/>
                  </a:cubicBezTo>
                  <a:cubicBezTo>
                    <a:pt x="96124" y="188305"/>
                    <a:pt x="108713" y="189808"/>
                    <a:pt x="121489" y="190653"/>
                  </a:cubicBezTo>
                  <a:cubicBezTo>
                    <a:pt x="102043" y="189432"/>
                    <a:pt x="-1579" y="239881"/>
                    <a:pt x="18" y="258670"/>
                  </a:cubicBezTo>
                  <a:cubicBezTo>
                    <a:pt x="75456" y="242511"/>
                    <a:pt x="136615" y="186144"/>
                    <a:pt x="217032" y="185674"/>
                  </a:cubicBezTo>
                  <a:close/>
                </a:path>
              </a:pathLst>
            </a:custGeom>
            <a:solidFill>
              <a:srgbClr val="C99D97"/>
            </a:solidFill>
            <a:ln w="93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915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5279115" y="4730353"/>
              <a:ext cx="352501" cy="1327356"/>
              <a:chOff x="5028791" y="4363648"/>
              <a:chExt cx="473013" cy="1781147"/>
            </a:xfrm>
            <a:solidFill>
              <a:schemeClr val="accent1"/>
            </a:solidFill>
          </p:grpSpPr>
          <p:sp>
            <p:nvSpPr>
              <p:cNvPr id="1916" name="Forme libre : forme 1915">
                <a:extLst>
                  <a:ext uri="{FF2B5EF4-FFF2-40B4-BE49-F238E27FC236}">
                    <a16:creationId xmlns:a16="http://schemas.microsoft.com/office/drawing/2014/main" id="{349FC2FA-BB7D-40CA-9B47-08DA790AB105}"/>
                  </a:ext>
                </a:extLst>
              </p:cNvPr>
              <p:cNvSpPr/>
              <p:nvPr/>
            </p:nvSpPr>
            <p:spPr>
              <a:xfrm>
                <a:off x="5028791" y="4363648"/>
                <a:ext cx="473002" cy="1781147"/>
              </a:xfrm>
              <a:custGeom>
                <a:avLst/>
                <a:gdLst>
                  <a:gd name="connsiteX0" fmla="*/ 456940 w 473002"/>
                  <a:gd name="connsiteY0" fmla="*/ 1360903 h 1781147"/>
                  <a:gd name="connsiteX1" fmla="*/ 453088 w 473002"/>
                  <a:gd name="connsiteY1" fmla="*/ 1432396 h 1781147"/>
                  <a:gd name="connsiteX2" fmla="*/ 383287 w 473002"/>
                  <a:gd name="connsiteY2" fmla="*/ 1754158 h 1781147"/>
                  <a:gd name="connsiteX3" fmla="*/ 82381 w 473002"/>
                  <a:gd name="connsiteY3" fmla="*/ 1762519 h 1781147"/>
                  <a:gd name="connsiteX4" fmla="*/ 108121 w 473002"/>
                  <a:gd name="connsiteY4" fmla="*/ 1475141 h 1781147"/>
                  <a:gd name="connsiteX5" fmla="*/ 85481 w 473002"/>
                  <a:gd name="connsiteY5" fmla="*/ 1286123 h 1781147"/>
                  <a:gd name="connsiteX6" fmla="*/ 37099 w 473002"/>
                  <a:gd name="connsiteY6" fmla="*/ 1044778 h 1781147"/>
                  <a:gd name="connsiteX7" fmla="*/ 14458 w 473002"/>
                  <a:gd name="connsiteY7" fmla="*/ 915133 h 1781147"/>
                  <a:gd name="connsiteX8" fmla="*/ 5909 w 473002"/>
                  <a:gd name="connsiteY8" fmla="*/ 797232 h 1781147"/>
                  <a:gd name="connsiteX9" fmla="*/ 108967 w 473002"/>
                  <a:gd name="connsiteY9" fmla="*/ 602014 h 1781147"/>
                  <a:gd name="connsiteX10" fmla="*/ 182338 w 473002"/>
                  <a:gd name="connsiteY10" fmla="*/ 394301 h 1781147"/>
                  <a:gd name="connsiteX11" fmla="*/ 241712 w 473002"/>
                  <a:gd name="connsiteY11" fmla="*/ 183394 h 1781147"/>
                  <a:gd name="connsiteX12" fmla="*/ 268298 w 473002"/>
                  <a:gd name="connsiteY12" fmla="*/ 117820 h 1781147"/>
                  <a:gd name="connsiteX13" fmla="*/ 296951 w 473002"/>
                  <a:gd name="connsiteY13" fmla="*/ 1234 h 1781147"/>
                  <a:gd name="connsiteX14" fmla="*/ 315177 w 473002"/>
                  <a:gd name="connsiteY14" fmla="*/ 11099 h 1781147"/>
                  <a:gd name="connsiteX15" fmla="*/ 359989 w 473002"/>
                  <a:gd name="connsiteY15" fmla="*/ 76672 h 1781147"/>
                  <a:gd name="connsiteX16" fmla="*/ 392775 w 473002"/>
                  <a:gd name="connsiteY16" fmla="*/ 168269 h 1781147"/>
                  <a:gd name="connsiteX17" fmla="*/ 378214 w 473002"/>
                  <a:gd name="connsiteY17" fmla="*/ 283821 h 1781147"/>
                  <a:gd name="connsiteX18" fmla="*/ 373517 w 473002"/>
                  <a:gd name="connsiteY18" fmla="*/ 445219 h 1781147"/>
                  <a:gd name="connsiteX19" fmla="*/ 354258 w 473002"/>
                  <a:gd name="connsiteY19" fmla="*/ 529018 h 1781147"/>
                  <a:gd name="connsiteX20" fmla="*/ 339133 w 473002"/>
                  <a:gd name="connsiteY20" fmla="*/ 641471 h 1781147"/>
                  <a:gd name="connsiteX21" fmla="*/ 326638 w 473002"/>
                  <a:gd name="connsiteY21" fmla="*/ 744059 h 1781147"/>
                  <a:gd name="connsiteX22" fmla="*/ 361022 w 473002"/>
                  <a:gd name="connsiteY22" fmla="*/ 858578 h 1781147"/>
                  <a:gd name="connsiteX23" fmla="*/ 361868 w 473002"/>
                  <a:gd name="connsiteY23" fmla="*/ 893902 h 1781147"/>
                  <a:gd name="connsiteX24" fmla="*/ 417483 w 473002"/>
                  <a:gd name="connsiteY24" fmla="*/ 1041583 h 1781147"/>
                  <a:gd name="connsiteX25" fmla="*/ 472911 w 473002"/>
                  <a:gd name="connsiteY25" fmla="*/ 1243096 h 1781147"/>
                  <a:gd name="connsiteX26" fmla="*/ 456940 w 473002"/>
                  <a:gd name="connsiteY26" fmla="*/ 1360903 h 1781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73002" h="1781147">
                    <a:moveTo>
                      <a:pt x="456940" y="1360903"/>
                    </a:moveTo>
                    <a:cubicBezTo>
                      <a:pt x="459101" y="1379974"/>
                      <a:pt x="458443" y="1402991"/>
                      <a:pt x="453088" y="1432396"/>
                    </a:cubicBezTo>
                    <a:cubicBezTo>
                      <a:pt x="436930" y="1520422"/>
                      <a:pt x="403579" y="1588627"/>
                      <a:pt x="383287" y="1754158"/>
                    </a:cubicBezTo>
                    <a:cubicBezTo>
                      <a:pt x="381784" y="1766559"/>
                      <a:pt x="163549" y="1803103"/>
                      <a:pt x="82381" y="1762519"/>
                    </a:cubicBezTo>
                    <a:cubicBezTo>
                      <a:pt x="82381" y="1762519"/>
                      <a:pt x="108121" y="1510276"/>
                      <a:pt x="108121" y="1475141"/>
                    </a:cubicBezTo>
                    <a:cubicBezTo>
                      <a:pt x="108121" y="1440005"/>
                      <a:pt x="101076" y="1354891"/>
                      <a:pt x="85481" y="1286123"/>
                    </a:cubicBezTo>
                    <a:cubicBezTo>
                      <a:pt x="69886" y="1217355"/>
                      <a:pt x="44051" y="1077564"/>
                      <a:pt x="37099" y="1044778"/>
                    </a:cubicBezTo>
                    <a:cubicBezTo>
                      <a:pt x="30053" y="1011991"/>
                      <a:pt x="21504" y="933828"/>
                      <a:pt x="14458" y="915133"/>
                    </a:cubicBezTo>
                    <a:cubicBezTo>
                      <a:pt x="7412" y="896344"/>
                      <a:pt x="-8652" y="831522"/>
                      <a:pt x="5909" y="797232"/>
                    </a:cubicBezTo>
                    <a:cubicBezTo>
                      <a:pt x="23383" y="756084"/>
                      <a:pt x="88675" y="672285"/>
                      <a:pt x="108967" y="602014"/>
                    </a:cubicBezTo>
                    <a:cubicBezTo>
                      <a:pt x="129259" y="531743"/>
                      <a:pt x="165240" y="433288"/>
                      <a:pt x="182338" y="394301"/>
                    </a:cubicBezTo>
                    <a:cubicBezTo>
                      <a:pt x="199530" y="355220"/>
                      <a:pt x="230720" y="216275"/>
                      <a:pt x="241712" y="183394"/>
                    </a:cubicBezTo>
                    <a:cubicBezTo>
                      <a:pt x="252609" y="150607"/>
                      <a:pt x="258903" y="127121"/>
                      <a:pt x="268298" y="117820"/>
                    </a:cubicBezTo>
                    <a:cubicBezTo>
                      <a:pt x="268298" y="117820"/>
                      <a:pt x="291691" y="6871"/>
                      <a:pt x="296951" y="1234"/>
                    </a:cubicBezTo>
                    <a:cubicBezTo>
                      <a:pt x="302212" y="-4403"/>
                      <a:pt x="315177" y="11099"/>
                      <a:pt x="315177" y="11099"/>
                    </a:cubicBezTo>
                    <a:cubicBezTo>
                      <a:pt x="315177" y="11099"/>
                      <a:pt x="365719" y="-2993"/>
                      <a:pt x="359989" y="76672"/>
                    </a:cubicBezTo>
                    <a:cubicBezTo>
                      <a:pt x="359989" y="76672"/>
                      <a:pt x="406867" y="95461"/>
                      <a:pt x="392775" y="168269"/>
                    </a:cubicBezTo>
                    <a:cubicBezTo>
                      <a:pt x="378684" y="241170"/>
                      <a:pt x="378214" y="283821"/>
                      <a:pt x="378214" y="283821"/>
                    </a:cubicBezTo>
                    <a:cubicBezTo>
                      <a:pt x="378214" y="283821"/>
                      <a:pt x="402640" y="330700"/>
                      <a:pt x="373517" y="445219"/>
                    </a:cubicBezTo>
                    <a:cubicBezTo>
                      <a:pt x="368256" y="465793"/>
                      <a:pt x="357922" y="504593"/>
                      <a:pt x="354258" y="529018"/>
                    </a:cubicBezTo>
                    <a:cubicBezTo>
                      <a:pt x="350594" y="553444"/>
                      <a:pt x="339133" y="623246"/>
                      <a:pt x="339133" y="641471"/>
                    </a:cubicBezTo>
                    <a:cubicBezTo>
                      <a:pt x="339133" y="659696"/>
                      <a:pt x="326638" y="744059"/>
                      <a:pt x="326638" y="744059"/>
                    </a:cubicBezTo>
                    <a:cubicBezTo>
                      <a:pt x="326638" y="744059"/>
                      <a:pt x="362525" y="819591"/>
                      <a:pt x="361022" y="858578"/>
                    </a:cubicBezTo>
                    <a:cubicBezTo>
                      <a:pt x="360552" y="869664"/>
                      <a:pt x="361116" y="881876"/>
                      <a:pt x="361868" y="893902"/>
                    </a:cubicBezTo>
                    <a:cubicBezTo>
                      <a:pt x="361868" y="893902"/>
                      <a:pt x="407337" y="1011051"/>
                      <a:pt x="417483" y="1041583"/>
                    </a:cubicBezTo>
                    <a:cubicBezTo>
                      <a:pt x="427629" y="1072021"/>
                      <a:pt x="471407" y="1202511"/>
                      <a:pt x="472911" y="1243096"/>
                    </a:cubicBezTo>
                    <a:cubicBezTo>
                      <a:pt x="474414" y="1283774"/>
                      <a:pt x="456940" y="1360903"/>
                      <a:pt x="456940" y="1360903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7" name="Forme libre : forme 1916">
                <a:extLst>
                  <a:ext uri="{FF2B5EF4-FFF2-40B4-BE49-F238E27FC236}">
                    <a16:creationId xmlns:a16="http://schemas.microsoft.com/office/drawing/2014/main" id="{5A73E532-62AB-4615-BDF1-6551196DCDBF}"/>
                  </a:ext>
                </a:extLst>
              </p:cNvPr>
              <p:cNvSpPr/>
              <p:nvPr/>
            </p:nvSpPr>
            <p:spPr>
              <a:xfrm>
                <a:off x="5385022" y="5296724"/>
                <a:ext cx="94227" cy="397200"/>
              </a:xfrm>
              <a:custGeom>
                <a:avLst/>
                <a:gdLst>
                  <a:gd name="connsiteX0" fmla="*/ 7704 w 94227"/>
                  <a:gd name="connsiteY0" fmla="*/ 0 h 397200"/>
                  <a:gd name="connsiteX1" fmla="*/ 7891 w 94227"/>
                  <a:gd name="connsiteY1" fmla="*/ 13810 h 397200"/>
                  <a:gd name="connsiteX2" fmla="*/ 6764 w 94227"/>
                  <a:gd name="connsiteY2" fmla="*/ 20762 h 397200"/>
                  <a:gd name="connsiteX3" fmla="*/ 2818 w 94227"/>
                  <a:gd name="connsiteY3" fmla="*/ 27150 h 397200"/>
                  <a:gd name="connsiteX4" fmla="*/ 2912 w 94227"/>
                  <a:gd name="connsiteY4" fmla="*/ 25083 h 397200"/>
                  <a:gd name="connsiteX5" fmla="*/ 28277 w 94227"/>
                  <a:gd name="connsiteY5" fmla="*/ 66983 h 397200"/>
                  <a:gd name="connsiteX6" fmla="*/ 33163 w 94227"/>
                  <a:gd name="connsiteY6" fmla="*/ 91221 h 397200"/>
                  <a:gd name="connsiteX7" fmla="*/ 34948 w 94227"/>
                  <a:gd name="connsiteY7" fmla="*/ 115365 h 397200"/>
                  <a:gd name="connsiteX8" fmla="*/ 48006 w 94227"/>
                  <a:gd name="connsiteY8" fmla="*/ 210719 h 397200"/>
                  <a:gd name="connsiteX9" fmla="*/ 65104 w 94227"/>
                  <a:gd name="connsiteY9" fmla="*/ 305604 h 397200"/>
                  <a:gd name="connsiteX10" fmla="*/ 77599 w 94227"/>
                  <a:gd name="connsiteY10" fmla="*/ 351731 h 397200"/>
                  <a:gd name="connsiteX11" fmla="*/ 94227 w 94227"/>
                  <a:gd name="connsiteY11" fmla="*/ 397201 h 397200"/>
                  <a:gd name="connsiteX12" fmla="*/ 73653 w 94227"/>
                  <a:gd name="connsiteY12" fmla="*/ 353516 h 397200"/>
                  <a:gd name="connsiteX13" fmla="*/ 58434 w 94227"/>
                  <a:gd name="connsiteY13" fmla="*/ 307201 h 397200"/>
                  <a:gd name="connsiteX14" fmla="*/ 38799 w 94227"/>
                  <a:gd name="connsiteY14" fmla="*/ 212222 h 397200"/>
                  <a:gd name="connsiteX15" fmla="*/ 26868 w 94227"/>
                  <a:gd name="connsiteY15" fmla="*/ 115929 h 397200"/>
                  <a:gd name="connsiteX16" fmla="*/ 26117 w 94227"/>
                  <a:gd name="connsiteY16" fmla="*/ 91785 h 397200"/>
                  <a:gd name="connsiteX17" fmla="*/ 22641 w 94227"/>
                  <a:gd name="connsiteY17" fmla="*/ 68486 h 397200"/>
                  <a:gd name="connsiteX18" fmla="*/ 1221 w 94227"/>
                  <a:gd name="connsiteY18" fmla="*/ 27056 h 397200"/>
                  <a:gd name="connsiteX19" fmla="*/ 0 w 94227"/>
                  <a:gd name="connsiteY19" fmla="*/ 25835 h 397200"/>
                  <a:gd name="connsiteX20" fmla="*/ 1315 w 94227"/>
                  <a:gd name="connsiteY20" fmla="*/ 24989 h 397200"/>
                  <a:gd name="connsiteX21" fmla="*/ 6388 w 94227"/>
                  <a:gd name="connsiteY21" fmla="*/ 13622 h 397200"/>
                  <a:gd name="connsiteX22" fmla="*/ 7704 w 94227"/>
                  <a:gd name="connsiteY22" fmla="*/ 0 h 39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4227" h="397200">
                    <a:moveTo>
                      <a:pt x="7704" y="0"/>
                    </a:moveTo>
                    <a:cubicBezTo>
                      <a:pt x="7985" y="4603"/>
                      <a:pt x="8173" y="9206"/>
                      <a:pt x="7891" y="13810"/>
                    </a:cubicBezTo>
                    <a:cubicBezTo>
                      <a:pt x="7704" y="16159"/>
                      <a:pt x="7421" y="18413"/>
                      <a:pt x="6764" y="20762"/>
                    </a:cubicBezTo>
                    <a:cubicBezTo>
                      <a:pt x="6106" y="23017"/>
                      <a:pt x="5073" y="25459"/>
                      <a:pt x="2818" y="27150"/>
                    </a:cubicBezTo>
                    <a:lnTo>
                      <a:pt x="2912" y="25083"/>
                    </a:lnTo>
                    <a:cubicBezTo>
                      <a:pt x="15595" y="36075"/>
                      <a:pt x="23392" y="51200"/>
                      <a:pt x="28277" y="66983"/>
                    </a:cubicBezTo>
                    <a:cubicBezTo>
                      <a:pt x="30626" y="74875"/>
                      <a:pt x="32129" y="83048"/>
                      <a:pt x="33163" y="91221"/>
                    </a:cubicBezTo>
                    <a:lnTo>
                      <a:pt x="34948" y="115365"/>
                    </a:lnTo>
                    <a:cubicBezTo>
                      <a:pt x="37860" y="147212"/>
                      <a:pt x="43027" y="179060"/>
                      <a:pt x="48006" y="210719"/>
                    </a:cubicBezTo>
                    <a:cubicBezTo>
                      <a:pt x="53267" y="242473"/>
                      <a:pt x="58810" y="274132"/>
                      <a:pt x="65104" y="305604"/>
                    </a:cubicBezTo>
                    <a:cubicBezTo>
                      <a:pt x="68392" y="321293"/>
                      <a:pt x="71586" y="336981"/>
                      <a:pt x="77599" y="351731"/>
                    </a:cubicBezTo>
                    <a:cubicBezTo>
                      <a:pt x="83423" y="366574"/>
                      <a:pt x="90469" y="381417"/>
                      <a:pt x="94227" y="397201"/>
                    </a:cubicBezTo>
                    <a:cubicBezTo>
                      <a:pt x="88590" y="382075"/>
                      <a:pt x="80887" y="367983"/>
                      <a:pt x="73653" y="353516"/>
                    </a:cubicBezTo>
                    <a:cubicBezTo>
                      <a:pt x="66419" y="338766"/>
                      <a:pt x="62568" y="322702"/>
                      <a:pt x="58434" y="307201"/>
                    </a:cubicBezTo>
                    <a:cubicBezTo>
                      <a:pt x="50261" y="275823"/>
                      <a:pt x="44342" y="244069"/>
                      <a:pt x="38799" y="212222"/>
                    </a:cubicBezTo>
                    <a:cubicBezTo>
                      <a:pt x="33632" y="180281"/>
                      <a:pt x="28841" y="148339"/>
                      <a:pt x="26868" y="115929"/>
                    </a:cubicBezTo>
                    <a:cubicBezTo>
                      <a:pt x="26305" y="107755"/>
                      <a:pt x="26493" y="99582"/>
                      <a:pt x="26117" y="91785"/>
                    </a:cubicBezTo>
                    <a:cubicBezTo>
                      <a:pt x="25553" y="83987"/>
                      <a:pt x="24520" y="76095"/>
                      <a:pt x="22641" y="68486"/>
                    </a:cubicBezTo>
                    <a:cubicBezTo>
                      <a:pt x="18601" y="53455"/>
                      <a:pt x="12119" y="38330"/>
                      <a:pt x="1221" y="27056"/>
                    </a:cubicBezTo>
                    <a:lnTo>
                      <a:pt x="0" y="25835"/>
                    </a:lnTo>
                    <a:lnTo>
                      <a:pt x="1315" y="24989"/>
                    </a:lnTo>
                    <a:cubicBezTo>
                      <a:pt x="4509" y="22923"/>
                      <a:pt x="5637" y="17943"/>
                      <a:pt x="6388" y="13622"/>
                    </a:cubicBezTo>
                    <a:cubicBezTo>
                      <a:pt x="7234" y="9113"/>
                      <a:pt x="7516" y="4509"/>
                      <a:pt x="770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8" name="Forme libre : forme 1917">
                <a:extLst>
                  <a:ext uri="{FF2B5EF4-FFF2-40B4-BE49-F238E27FC236}">
                    <a16:creationId xmlns:a16="http://schemas.microsoft.com/office/drawing/2014/main" id="{99AF1B9B-6E40-4BA1-80DE-D9544BFE25E4}"/>
                  </a:ext>
                </a:extLst>
              </p:cNvPr>
              <p:cNvSpPr/>
              <p:nvPr/>
            </p:nvSpPr>
            <p:spPr>
              <a:xfrm>
                <a:off x="5028791" y="4363648"/>
                <a:ext cx="473013" cy="1762518"/>
              </a:xfrm>
              <a:custGeom>
                <a:avLst/>
                <a:gdLst>
                  <a:gd name="connsiteX0" fmla="*/ 82381 w 473013"/>
                  <a:gd name="connsiteY0" fmla="*/ 1762519 h 1762518"/>
                  <a:gd name="connsiteX1" fmla="*/ 108121 w 473013"/>
                  <a:gd name="connsiteY1" fmla="*/ 1475141 h 1762518"/>
                  <a:gd name="connsiteX2" fmla="*/ 85481 w 473013"/>
                  <a:gd name="connsiteY2" fmla="*/ 1286123 h 1762518"/>
                  <a:gd name="connsiteX3" fmla="*/ 37099 w 473013"/>
                  <a:gd name="connsiteY3" fmla="*/ 1044778 h 1762518"/>
                  <a:gd name="connsiteX4" fmla="*/ 14458 w 473013"/>
                  <a:gd name="connsiteY4" fmla="*/ 915133 h 1762518"/>
                  <a:gd name="connsiteX5" fmla="*/ 5909 w 473013"/>
                  <a:gd name="connsiteY5" fmla="*/ 797232 h 1762518"/>
                  <a:gd name="connsiteX6" fmla="*/ 108967 w 473013"/>
                  <a:gd name="connsiteY6" fmla="*/ 602014 h 1762518"/>
                  <a:gd name="connsiteX7" fmla="*/ 182338 w 473013"/>
                  <a:gd name="connsiteY7" fmla="*/ 394301 h 1762518"/>
                  <a:gd name="connsiteX8" fmla="*/ 241712 w 473013"/>
                  <a:gd name="connsiteY8" fmla="*/ 183394 h 1762518"/>
                  <a:gd name="connsiteX9" fmla="*/ 268298 w 473013"/>
                  <a:gd name="connsiteY9" fmla="*/ 117820 h 1762518"/>
                  <a:gd name="connsiteX10" fmla="*/ 296951 w 473013"/>
                  <a:gd name="connsiteY10" fmla="*/ 1234 h 1762518"/>
                  <a:gd name="connsiteX11" fmla="*/ 315177 w 473013"/>
                  <a:gd name="connsiteY11" fmla="*/ 11099 h 1762518"/>
                  <a:gd name="connsiteX12" fmla="*/ 359989 w 473013"/>
                  <a:gd name="connsiteY12" fmla="*/ 76672 h 1762518"/>
                  <a:gd name="connsiteX13" fmla="*/ 392775 w 473013"/>
                  <a:gd name="connsiteY13" fmla="*/ 168269 h 1762518"/>
                  <a:gd name="connsiteX14" fmla="*/ 378214 w 473013"/>
                  <a:gd name="connsiteY14" fmla="*/ 283821 h 1762518"/>
                  <a:gd name="connsiteX15" fmla="*/ 373517 w 473013"/>
                  <a:gd name="connsiteY15" fmla="*/ 445219 h 1762518"/>
                  <a:gd name="connsiteX16" fmla="*/ 354258 w 473013"/>
                  <a:gd name="connsiteY16" fmla="*/ 529018 h 1762518"/>
                  <a:gd name="connsiteX17" fmla="*/ 339133 w 473013"/>
                  <a:gd name="connsiteY17" fmla="*/ 641471 h 1762518"/>
                  <a:gd name="connsiteX18" fmla="*/ 326638 w 473013"/>
                  <a:gd name="connsiteY18" fmla="*/ 744059 h 1762518"/>
                  <a:gd name="connsiteX19" fmla="*/ 361022 w 473013"/>
                  <a:gd name="connsiteY19" fmla="*/ 858578 h 1762518"/>
                  <a:gd name="connsiteX20" fmla="*/ 361868 w 473013"/>
                  <a:gd name="connsiteY20" fmla="*/ 893902 h 1762518"/>
                  <a:gd name="connsiteX21" fmla="*/ 417483 w 473013"/>
                  <a:gd name="connsiteY21" fmla="*/ 1041583 h 1762518"/>
                  <a:gd name="connsiteX22" fmla="*/ 472911 w 473013"/>
                  <a:gd name="connsiteY22" fmla="*/ 1243096 h 1762518"/>
                  <a:gd name="connsiteX23" fmla="*/ 456940 w 473013"/>
                  <a:gd name="connsiteY23" fmla="*/ 1360903 h 1762518"/>
                  <a:gd name="connsiteX24" fmla="*/ 453088 w 473013"/>
                  <a:gd name="connsiteY24" fmla="*/ 1432396 h 1762518"/>
                  <a:gd name="connsiteX25" fmla="*/ 383287 w 473013"/>
                  <a:gd name="connsiteY25" fmla="*/ 1754158 h 176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73013" h="1762518">
                    <a:moveTo>
                      <a:pt x="82381" y="1762519"/>
                    </a:moveTo>
                    <a:cubicBezTo>
                      <a:pt x="82381" y="1762519"/>
                      <a:pt x="108121" y="1510276"/>
                      <a:pt x="108121" y="1475141"/>
                    </a:cubicBezTo>
                    <a:cubicBezTo>
                      <a:pt x="108121" y="1440005"/>
                      <a:pt x="101076" y="1354891"/>
                      <a:pt x="85481" y="1286123"/>
                    </a:cubicBezTo>
                    <a:cubicBezTo>
                      <a:pt x="69886" y="1217355"/>
                      <a:pt x="44051" y="1077564"/>
                      <a:pt x="37099" y="1044778"/>
                    </a:cubicBezTo>
                    <a:cubicBezTo>
                      <a:pt x="30053" y="1011991"/>
                      <a:pt x="21504" y="933828"/>
                      <a:pt x="14458" y="915133"/>
                    </a:cubicBezTo>
                    <a:cubicBezTo>
                      <a:pt x="7412" y="896344"/>
                      <a:pt x="-8652" y="831522"/>
                      <a:pt x="5909" y="797232"/>
                    </a:cubicBezTo>
                    <a:cubicBezTo>
                      <a:pt x="23383" y="756084"/>
                      <a:pt x="88675" y="672285"/>
                      <a:pt x="108967" y="602014"/>
                    </a:cubicBezTo>
                    <a:cubicBezTo>
                      <a:pt x="129259" y="531743"/>
                      <a:pt x="165240" y="433288"/>
                      <a:pt x="182338" y="394301"/>
                    </a:cubicBezTo>
                    <a:cubicBezTo>
                      <a:pt x="199530" y="355220"/>
                      <a:pt x="230720" y="216275"/>
                      <a:pt x="241712" y="183394"/>
                    </a:cubicBezTo>
                    <a:cubicBezTo>
                      <a:pt x="252609" y="150607"/>
                      <a:pt x="258903" y="127121"/>
                      <a:pt x="268298" y="117820"/>
                    </a:cubicBezTo>
                    <a:cubicBezTo>
                      <a:pt x="268298" y="117820"/>
                      <a:pt x="291691" y="6871"/>
                      <a:pt x="296951" y="1234"/>
                    </a:cubicBezTo>
                    <a:cubicBezTo>
                      <a:pt x="302212" y="-4403"/>
                      <a:pt x="315177" y="11099"/>
                      <a:pt x="315177" y="11099"/>
                    </a:cubicBezTo>
                    <a:cubicBezTo>
                      <a:pt x="315177" y="11099"/>
                      <a:pt x="365719" y="-2993"/>
                      <a:pt x="359989" y="76672"/>
                    </a:cubicBezTo>
                    <a:cubicBezTo>
                      <a:pt x="359989" y="76672"/>
                      <a:pt x="406867" y="95461"/>
                      <a:pt x="392775" y="168269"/>
                    </a:cubicBezTo>
                    <a:cubicBezTo>
                      <a:pt x="378684" y="241170"/>
                      <a:pt x="378214" y="283821"/>
                      <a:pt x="378214" y="283821"/>
                    </a:cubicBezTo>
                    <a:cubicBezTo>
                      <a:pt x="378214" y="283821"/>
                      <a:pt x="402640" y="330700"/>
                      <a:pt x="373517" y="445219"/>
                    </a:cubicBezTo>
                    <a:cubicBezTo>
                      <a:pt x="368256" y="465793"/>
                      <a:pt x="357922" y="504593"/>
                      <a:pt x="354258" y="529018"/>
                    </a:cubicBezTo>
                    <a:cubicBezTo>
                      <a:pt x="350594" y="553444"/>
                      <a:pt x="339133" y="623246"/>
                      <a:pt x="339133" y="641471"/>
                    </a:cubicBezTo>
                    <a:cubicBezTo>
                      <a:pt x="339133" y="659696"/>
                      <a:pt x="326638" y="744059"/>
                      <a:pt x="326638" y="744059"/>
                    </a:cubicBezTo>
                    <a:cubicBezTo>
                      <a:pt x="326638" y="744059"/>
                      <a:pt x="362525" y="819591"/>
                      <a:pt x="361022" y="858578"/>
                    </a:cubicBezTo>
                    <a:cubicBezTo>
                      <a:pt x="360552" y="869664"/>
                      <a:pt x="361116" y="881876"/>
                      <a:pt x="361868" y="893902"/>
                    </a:cubicBezTo>
                    <a:cubicBezTo>
                      <a:pt x="361868" y="893902"/>
                      <a:pt x="407337" y="1011051"/>
                      <a:pt x="417483" y="1041583"/>
                    </a:cubicBezTo>
                    <a:cubicBezTo>
                      <a:pt x="427629" y="1072021"/>
                      <a:pt x="471407" y="1202511"/>
                      <a:pt x="472911" y="1243096"/>
                    </a:cubicBezTo>
                    <a:cubicBezTo>
                      <a:pt x="474508" y="1283680"/>
                      <a:pt x="456940" y="1360903"/>
                      <a:pt x="456940" y="1360903"/>
                    </a:cubicBezTo>
                    <a:cubicBezTo>
                      <a:pt x="459101" y="1379974"/>
                      <a:pt x="458443" y="1402991"/>
                      <a:pt x="453088" y="1432396"/>
                    </a:cubicBezTo>
                    <a:cubicBezTo>
                      <a:pt x="436930" y="1520422"/>
                      <a:pt x="403579" y="1588627"/>
                      <a:pt x="383287" y="1754158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9" name="Forme libre : forme 1918">
                <a:extLst>
                  <a:ext uri="{FF2B5EF4-FFF2-40B4-BE49-F238E27FC236}">
                    <a16:creationId xmlns:a16="http://schemas.microsoft.com/office/drawing/2014/main" id="{89AF1971-8F20-44B9-AF24-03653934B044}"/>
                  </a:ext>
                </a:extLst>
              </p:cNvPr>
              <p:cNvSpPr/>
              <p:nvPr/>
            </p:nvSpPr>
            <p:spPr>
              <a:xfrm>
                <a:off x="5085848" y="4433707"/>
                <a:ext cx="302837" cy="851649"/>
              </a:xfrm>
              <a:custGeom>
                <a:avLst/>
                <a:gdLst>
                  <a:gd name="connsiteX0" fmla="*/ 302838 w 302837"/>
                  <a:gd name="connsiteY0" fmla="*/ 6519 h 851649"/>
                  <a:gd name="connsiteX1" fmla="*/ 294007 w 302837"/>
                  <a:gd name="connsiteY1" fmla="*/ 6519 h 851649"/>
                  <a:gd name="connsiteX2" fmla="*/ 272493 w 302837"/>
                  <a:gd name="connsiteY2" fmla="*/ 412 h 851649"/>
                  <a:gd name="connsiteX3" fmla="*/ 237358 w 302837"/>
                  <a:gd name="connsiteY3" fmla="*/ 109389 h 851649"/>
                  <a:gd name="connsiteX4" fmla="*/ 211147 w 302837"/>
                  <a:gd name="connsiteY4" fmla="*/ 184357 h 851649"/>
                  <a:gd name="connsiteX5" fmla="*/ 165490 w 302837"/>
                  <a:gd name="connsiteY5" fmla="*/ 331569 h 851649"/>
                  <a:gd name="connsiteX6" fmla="*/ 123684 w 302837"/>
                  <a:gd name="connsiteY6" fmla="*/ 443270 h 851649"/>
                  <a:gd name="connsiteX7" fmla="*/ 83475 w 302837"/>
                  <a:gd name="connsiteY7" fmla="*/ 561171 h 851649"/>
                  <a:gd name="connsiteX8" fmla="*/ 35094 w 302837"/>
                  <a:gd name="connsiteY8" fmla="*/ 696264 h 851649"/>
                  <a:gd name="connsiteX9" fmla="*/ 710 w 302837"/>
                  <a:gd name="connsiteY9" fmla="*/ 793497 h 851649"/>
                  <a:gd name="connsiteX10" fmla="*/ 710 w 302837"/>
                  <a:gd name="connsiteY10" fmla="*/ 851650 h 85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837" h="851649">
                    <a:moveTo>
                      <a:pt x="302838" y="6519"/>
                    </a:moveTo>
                    <a:lnTo>
                      <a:pt x="294007" y="6519"/>
                    </a:lnTo>
                    <a:cubicBezTo>
                      <a:pt x="294007" y="6519"/>
                      <a:pt x="278412" y="-1936"/>
                      <a:pt x="272493" y="412"/>
                    </a:cubicBezTo>
                    <a:cubicBezTo>
                      <a:pt x="266669" y="2761"/>
                      <a:pt x="242055" y="76602"/>
                      <a:pt x="237358" y="109389"/>
                    </a:cubicBezTo>
                    <a:cubicBezTo>
                      <a:pt x="237358" y="109389"/>
                      <a:pt x="221387" y="147249"/>
                      <a:pt x="211147" y="184357"/>
                    </a:cubicBezTo>
                    <a:cubicBezTo>
                      <a:pt x="201001" y="221465"/>
                      <a:pt x="173663" y="304607"/>
                      <a:pt x="165490" y="331569"/>
                    </a:cubicBezTo>
                    <a:cubicBezTo>
                      <a:pt x="157317" y="358531"/>
                      <a:pt x="134676" y="415932"/>
                      <a:pt x="123684" y="443270"/>
                    </a:cubicBezTo>
                    <a:cubicBezTo>
                      <a:pt x="112787" y="470608"/>
                      <a:pt x="90897" y="528760"/>
                      <a:pt x="83475" y="561171"/>
                    </a:cubicBezTo>
                    <a:cubicBezTo>
                      <a:pt x="76054" y="593582"/>
                      <a:pt x="45240" y="669772"/>
                      <a:pt x="35094" y="696264"/>
                    </a:cubicBezTo>
                    <a:cubicBezTo>
                      <a:pt x="24948" y="722851"/>
                      <a:pt x="2307" y="774802"/>
                      <a:pt x="710" y="793497"/>
                    </a:cubicBezTo>
                    <a:cubicBezTo>
                      <a:pt x="-887" y="812193"/>
                      <a:pt x="710" y="851650"/>
                      <a:pt x="710" y="851650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0" name="Forme libre : forme 1919">
                <a:extLst>
                  <a:ext uri="{FF2B5EF4-FFF2-40B4-BE49-F238E27FC236}">
                    <a16:creationId xmlns:a16="http://schemas.microsoft.com/office/drawing/2014/main" id="{93D63B40-BB83-4E3C-8C0F-2D4A51FC5286}"/>
                  </a:ext>
                </a:extLst>
              </p:cNvPr>
              <p:cNvSpPr/>
              <p:nvPr/>
            </p:nvSpPr>
            <p:spPr>
              <a:xfrm>
                <a:off x="5196662" y="4610873"/>
                <a:ext cx="210249" cy="547563"/>
              </a:xfrm>
              <a:custGeom>
                <a:avLst/>
                <a:gdLst>
                  <a:gd name="connsiteX0" fmla="*/ 210249 w 210249"/>
                  <a:gd name="connsiteY0" fmla="*/ 36502 h 547563"/>
                  <a:gd name="connsiteX1" fmla="*/ 173799 w 210249"/>
                  <a:gd name="connsiteY1" fmla="*/ 7097 h 547563"/>
                  <a:gd name="connsiteX2" fmla="*/ 140636 w 210249"/>
                  <a:gd name="connsiteY2" fmla="*/ 5500 h 547563"/>
                  <a:gd name="connsiteX3" fmla="*/ 121471 w 210249"/>
                  <a:gd name="connsiteY3" fmla="*/ 91835 h 547563"/>
                  <a:gd name="connsiteX4" fmla="*/ 96857 w 210249"/>
                  <a:gd name="connsiteY4" fmla="*/ 188693 h 547563"/>
                  <a:gd name="connsiteX5" fmla="*/ 59373 w 210249"/>
                  <a:gd name="connsiteY5" fmla="*/ 298421 h 547563"/>
                  <a:gd name="connsiteX6" fmla="*/ 12871 w 210249"/>
                  <a:gd name="connsiteY6" fmla="*/ 485842 h 547563"/>
                  <a:gd name="connsiteX7" fmla="*/ 0 w 210249"/>
                  <a:gd name="connsiteY7" fmla="*/ 547564 h 54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0249" h="547563">
                    <a:moveTo>
                      <a:pt x="210249" y="36502"/>
                    </a:moveTo>
                    <a:cubicBezTo>
                      <a:pt x="210249" y="36502"/>
                      <a:pt x="192964" y="10949"/>
                      <a:pt x="173799" y="7097"/>
                    </a:cubicBezTo>
                    <a:cubicBezTo>
                      <a:pt x="173799" y="7097"/>
                      <a:pt x="155855" y="-7746"/>
                      <a:pt x="140636" y="5500"/>
                    </a:cubicBezTo>
                    <a:cubicBezTo>
                      <a:pt x="140636" y="5500"/>
                      <a:pt x="123444" y="76992"/>
                      <a:pt x="121471" y="91835"/>
                    </a:cubicBezTo>
                    <a:cubicBezTo>
                      <a:pt x="121471" y="91835"/>
                      <a:pt x="102306" y="166804"/>
                      <a:pt x="96857" y="188693"/>
                    </a:cubicBezTo>
                    <a:cubicBezTo>
                      <a:pt x="91409" y="210582"/>
                      <a:pt x="65198" y="279256"/>
                      <a:pt x="59373" y="298421"/>
                    </a:cubicBezTo>
                    <a:cubicBezTo>
                      <a:pt x="53549" y="317586"/>
                      <a:pt x="15595" y="472595"/>
                      <a:pt x="12871" y="485842"/>
                    </a:cubicBezTo>
                    <a:cubicBezTo>
                      <a:pt x="10146" y="499088"/>
                      <a:pt x="0" y="547564"/>
                      <a:pt x="0" y="547564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1" name="Forme libre : forme 1920">
                <a:extLst>
                  <a:ext uri="{FF2B5EF4-FFF2-40B4-BE49-F238E27FC236}">
                    <a16:creationId xmlns:a16="http://schemas.microsoft.com/office/drawing/2014/main" id="{3AD09A86-92E3-43F1-B2E9-C32D2E1AFDAB}"/>
                  </a:ext>
                </a:extLst>
              </p:cNvPr>
              <p:cNvSpPr/>
              <p:nvPr/>
            </p:nvSpPr>
            <p:spPr>
              <a:xfrm>
                <a:off x="5183638" y="5177977"/>
                <a:ext cx="10516" cy="77692"/>
              </a:xfrm>
              <a:custGeom>
                <a:avLst/>
                <a:gdLst>
                  <a:gd name="connsiteX0" fmla="*/ 9454 w 10516"/>
                  <a:gd name="connsiteY0" fmla="*/ 0 h 77692"/>
                  <a:gd name="connsiteX1" fmla="*/ 9736 w 10516"/>
                  <a:gd name="connsiteY1" fmla="*/ 39082 h 77692"/>
                  <a:gd name="connsiteX2" fmla="*/ 4851 w 10516"/>
                  <a:gd name="connsiteY2" fmla="*/ 77693 h 77692"/>
                  <a:gd name="connsiteX3" fmla="*/ 435 w 10516"/>
                  <a:gd name="connsiteY3" fmla="*/ 58152 h 77692"/>
                  <a:gd name="connsiteX4" fmla="*/ 342 w 10516"/>
                  <a:gd name="connsiteY4" fmla="*/ 38330 h 77692"/>
                  <a:gd name="connsiteX5" fmla="*/ 9454 w 10516"/>
                  <a:gd name="connsiteY5" fmla="*/ 0 h 77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516" h="77692">
                    <a:moveTo>
                      <a:pt x="9454" y="0"/>
                    </a:moveTo>
                    <a:cubicBezTo>
                      <a:pt x="11145" y="13434"/>
                      <a:pt x="10487" y="26305"/>
                      <a:pt x="9736" y="39082"/>
                    </a:cubicBezTo>
                    <a:cubicBezTo>
                      <a:pt x="8702" y="51952"/>
                      <a:pt x="7199" y="64447"/>
                      <a:pt x="4851" y="77693"/>
                    </a:cubicBezTo>
                    <a:cubicBezTo>
                      <a:pt x="2220" y="71399"/>
                      <a:pt x="1093" y="64728"/>
                      <a:pt x="435" y="58152"/>
                    </a:cubicBezTo>
                    <a:cubicBezTo>
                      <a:pt x="-222" y="51576"/>
                      <a:pt x="-34" y="44906"/>
                      <a:pt x="342" y="38330"/>
                    </a:cubicBezTo>
                    <a:cubicBezTo>
                      <a:pt x="1563" y="25365"/>
                      <a:pt x="3911" y="12307"/>
                      <a:pt x="945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2" name="Forme libre : forme 1921">
                <a:extLst>
                  <a:ext uri="{FF2B5EF4-FFF2-40B4-BE49-F238E27FC236}">
                    <a16:creationId xmlns:a16="http://schemas.microsoft.com/office/drawing/2014/main" id="{FF883CA7-2A47-40FE-930C-B641868B658B}"/>
                  </a:ext>
                </a:extLst>
              </p:cNvPr>
              <p:cNvSpPr/>
              <p:nvPr/>
            </p:nvSpPr>
            <p:spPr>
              <a:xfrm>
                <a:off x="5348196" y="5106955"/>
                <a:ext cx="11743" cy="43308"/>
              </a:xfrm>
              <a:custGeom>
                <a:avLst/>
                <a:gdLst>
                  <a:gd name="connsiteX0" fmla="*/ 11743 w 11743"/>
                  <a:gd name="connsiteY0" fmla="*/ 1503 h 43308"/>
                  <a:gd name="connsiteX1" fmla="*/ 0 w 11743"/>
                  <a:gd name="connsiteY1" fmla="*/ 43309 h 43308"/>
                  <a:gd name="connsiteX2" fmla="*/ 2537 w 11743"/>
                  <a:gd name="connsiteY2" fmla="*/ 0 h 4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43308">
                    <a:moveTo>
                      <a:pt x="11743" y="1503"/>
                    </a:moveTo>
                    <a:lnTo>
                      <a:pt x="0" y="43309"/>
                    </a:lnTo>
                    <a:lnTo>
                      <a:pt x="2537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3" name="Forme libre : forme 1922">
                <a:extLst>
                  <a:ext uri="{FF2B5EF4-FFF2-40B4-BE49-F238E27FC236}">
                    <a16:creationId xmlns:a16="http://schemas.microsoft.com/office/drawing/2014/main" id="{B075B4A0-A3D0-464A-ACA5-0028CCDFDE13}"/>
                  </a:ext>
                </a:extLst>
              </p:cNvPr>
              <p:cNvSpPr/>
              <p:nvPr/>
            </p:nvSpPr>
            <p:spPr>
              <a:xfrm>
                <a:off x="5321233" y="4617970"/>
                <a:ext cx="50237" cy="86652"/>
              </a:xfrm>
              <a:custGeom>
                <a:avLst/>
                <a:gdLst>
                  <a:gd name="connsiteX0" fmla="*/ 49227 w 50237"/>
                  <a:gd name="connsiteY0" fmla="*/ 0 h 86652"/>
                  <a:gd name="connsiteX1" fmla="*/ 49415 w 50237"/>
                  <a:gd name="connsiteY1" fmla="*/ 27432 h 86652"/>
                  <a:gd name="connsiteX2" fmla="*/ 42557 w 50237"/>
                  <a:gd name="connsiteY2" fmla="*/ 54394 h 86652"/>
                  <a:gd name="connsiteX3" fmla="*/ 26493 w 50237"/>
                  <a:gd name="connsiteY3" fmla="*/ 77881 h 86652"/>
                  <a:gd name="connsiteX4" fmla="*/ 0 w 50237"/>
                  <a:gd name="connsiteY4" fmla="*/ 86336 h 86652"/>
                  <a:gd name="connsiteX5" fmla="*/ 33820 w 50237"/>
                  <a:gd name="connsiteY5" fmla="*/ 50824 h 86652"/>
                  <a:gd name="connsiteX6" fmla="*/ 49227 w 50237"/>
                  <a:gd name="connsiteY6" fmla="*/ 0 h 86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237" h="86652">
                    <a:moveTo>
                      <a:pt x="49227" y="0"/>
                    </a:moveTo>
                    <a:cubicBezTo>
                      <a:pt x="50637" y="9113"/>
                      <a:pt x="50449" y="18319"/>
                      <a:pt x="49415" y="27432"/>
                    </a:cubicBezTo>
                    <a:cubicBezTo>
                      <a:pt x="48288" y="36545"/>
                      <a:pt x="46033" y="45658"/>
                      <a:pt x="42557" y="54394"/>
                    </a:cubicBezTo>
                    <a:cubicBezTo>
                      <a:pt x="39081" y="63037"/>
                      <a:pt x="34008" y="71492"/>
                      <a:pt x="26493" y="77881"/>
                    </a:cubicBezTo>
                    <a:cubicBezTo>
                      <a:pt x="19259" y="84363"/>
                      <a:pt x="9113" y="87745"/>
                      <a:pt x="0" y="86336"/>
                    </a:cubicBezTo>
                    <a:cubicBezTo>
                      <a:pt x="18131" y="81357"/>
                      <a:pt x="27526" y="66795"/>
                      <a:pt x="33820" y="50824"/>
                    </a:cubicBezTo>
                    <a:cubicBezTo>
                      <a:pt x="40396" y="34854"/>
                      <a:pt x="44436" y="17662"/>
                      <a:pt x="4922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4" name="Forme libre : forme 1923">
                <a:extLst>
                  <a:ext uri="{FF2B5EF4-FFF2-40B4-BE49-F238E27FC236}">
                    <a16:creationId xmlns:a16="http://schemas.microsoft.com/office/drawing/2014/main" id="{C122C968-5A0C-4B73-8DDE-A519F88FB7C1}"/>
                  </a:ext>
                </a:extLst>
              </p:cNvPr>
              <p:cNvSpPr/>
              <p:nvPr/>
            </p:nvSpPr>
            <p:spPr>
              <a:xfrm>
                <a:off x="5324709" y="4440226"/>
                <a:ext cx="55725" cy="113019"/>
              </a:xfrm>
              <a:custGeom>
                <a:avLst/>
                <a:gdLst>
                  <a:gd name="connsiteX0" fmla="*/ 55052 w 55725"/>
                  <a:gd name="connsiteY0" fmla="*/ 0 h 113019"/>
                  <a:gd name="connsiteX1" fmla="*/ 54582 w 55725"/>
                  <a:gd name="connsiteY1" fmla="*/ 34384 h 113019"/>
                  <a:gd name="connsiteX2" fmla="*/ 47724 w 55725"/>
                  <a:gd name="connsiteY2" fmla="*/ 68298 h 113019"/>
                  <a:gd name="connsiteX3" fmla="*/ 31848 w 55725"/>
                  <a:gd name="connsiteY3" fmla="*/ 99676 h 113019"/>
                  <a:gd name="connsiteX4" fmla="*/ 17568 w 55725"/>
                  <a:gd name="connsiteY4" fmla="*/ 110949 h 113019"/>
                  <a:gd name="connsiteX5" fmla="*/ 0 w 55725"/>
                  <a:gd name="connsiteY5" fmla="*/ 111795 h 113019"/>
                  <a:gd name="connsiteX6" fmla="*/ 25929 w 55725"/>
                  <a:gd name="connsiteY6" fmla="*/ 95260 h 113019"/>
                  <a:gd name="connsiteX7" fmla="*/ 38799 w 55725"/>
                  <a:gd name="connsiteY7" fmla="*/ 65386 h 113019"/>
                  <a:gd name="connsiteX8" fmla="*/ 47443 w 55725"/>
                  <a:gd name="connsiteY8" fmla="*/ 33069 h 113019"/>
                  <a:gd name="connsiteX9" fmla="*/ 55052 w 55725"/>
                  <a:gd name="connsiteY9" fmla="*/ 0 h 11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725" h="113019">
                    <a:moveTo>
                      <a:pt x="55052" y="0"/>
                    </a:moveTo>
                    <a:cubicBezTo>
                      <a:pt x="56179" y="11461"/>
                      <a:pt x="55803" y="22922"/>
                      <a:pt x="54582" y="34384"/>
                    </a:cubicBezTo>
                    <a:cubicBezTo>
                      <a:pt x="53361" y="45845"/>
                      <a:pt x="51106" y="57119"/>
                      <a:pt x="47724" y="68298"/>
                    </a:cubicBezTo>
                    <a:cubicBezTo>
                      <a:pt x="44154" y="79289"/>
                      <a:pt x="39457" y="90375"/>
                      <a:pt x="31848" y="99676"/>
                    </a:cubicBezTo>
                    <a:cubicBezTo>
                      <a:pt x="27996" y="104373"/>
                      <a:pt x="23204" y="108413"/>
                      <a:pt x="17568" y="110949"/>
                    </a:cubicBezTo>
                    <a:cubicBezTo>
                      <a:pt x="11931" y="113392"/>
                      <a:pt x="5449" y="113673"/>
                      <a:pt x="0" y="111795"/>
                    </a:cubicBezTo>
                    <a:cubicBezTo>
                      <a:pt x="11837" y="111701"/>
                      <a:pt x="20386" y="104185"/>
                      <a:pt x="25929" y="95260"/>
                    </a:cubicBezTo>
                    <a:cubicBezTo>
                      <a:pt x="31566" y="86148"/>
                      <a:pt x="35511" y="75908"/>
                      <a:pt x="38799" y="65386"/>
                    </a:cubicBezTo>
                    <a:cubicBezTo>
                      <a:pt x="42182" y="54864"/>
                      <a:pt x="44812" y="43966"/>
                      <a:pt x="47443" y="33069"/>
                    </a:cubicBezTo>
                    <a:lnTo>
                      <a:pt x="55052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5" name="Forme libre : forme 1924">
                <a:extLst>
                  <a:ext uri="{FF2B5EF4-FFF2-40B4-BE49-F238E27FC236}">
                    <a16:creationId xmlns:a16="http://schemas.microsoft.com/office/drawing/2014/main" id="{6F9D2592-910E-4FEE-9AD0-D324648A0FEE}"/>
                  </a:ext>
                </a:extLst>
              </p:cNvPr>
              <p:cNvSpPr/>
              <p:nvPr/>
            </p:nvSpPr>
            <p:spPr>
              <a:xfrm>
                <a:off x="5296902" y="4374558"/>
                <a:ext cx="50190" cy="109540"/>
              </a:xfrm>
              <a:custGeom>
                <a:avLst/>
                <a:gdLst>
                  <a:gd name="connsiteX0" fmla="*/ 46973 w 50190"/>
                  <a:gd name="connsiteY0" fmla="*/ 0 h 109540"/>
                  <a:gd name="connsiteX1" fmla="*/ 44812 w 50190"/>
                  <a:gd name="connsiteY1" fmla="*/ 65856 h 109540"/>
                  <a:gd name="connsiteX2" fmla="*/ 30250 w 50190"/>
                  <a:gd name="connsiteY2" fmla="*/ 96482 h 109540"/>
                  <a:gd name="connsiteX3" fmla="*/ 16816 w 50190"/>
                  <a:gd name="connsiteY3" fmla="*/ 107661 h 109540"/>
                  <a:gd name="connsiteX4" fmla="*/ 8079 w 50190"/>
                  <a:gd name="connsiteY4" fmla="*/ 109540 h 109540"/>
                  <a:gd name="connsiteX5" fmla="*/ 0 w 50190"/>
                  <a:gd name="connsiteY5" fmla="*/ 106722 h 109540"/>
                  <a:gd name="connsiteX6" fmla="*/ 14468 w 50190"/>
                  <a:gd name="connsiteY6" fmla="*/ 103622 h 109540"/>
                  <a:gd name="connsiteX7" fmla="*/ 24238 w 50190"/>
                  <a:gd name="connsiteY7" fmla="*/ 92254 h 109540"/>
                  <a:gd name="connsiteX8" fmla="*/ 35699 w 50190"/>
                  <a:gd name="connsiteY8" fmla="*/ 63319 h 109540"/>
                  <a:gd name="connsiteX9" fmla="*/ 42745 w 50190"/>
                  <a:gd name="connsiteY9" fmla="*/ 32129 h 109540"/>
                  <a:gd name="connsiteX10" fmla="*/ 46973 w 50190"/>
                  <a:gd name="connsiteY10" fmla="*/ 0 h 10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190" h="109540">
                    <a:moveTo>
                      <a:pt x="46973" y="0"/>
                    </a:moveTo>
                    <a:cubicBezTo>
                      <a:pt x="52421" y="21514"/>
                      <a:pt x="50449" y="44436"/>
                      <a:pt x="44812" y="65856"/>
                    </a:cubicBezTo>
                    <a:cubicBezTo>
                      <a:pt x="41712" y="76659"/>
                      <a:pt x="37484" y="87369"/>
                      <a:pt x="30250" y="96482"/>
                    </a:cubicBezTo>
                    <a:cubicBezTo>
                      <a:pt x="26680" y="100991"/>
                      <a:pt x="22265" y="105125"/>
                      <a:pt x="16816" y="107661"/>
                    </a:cubicBezTo>
                    <a:cubicBezTo>
                      <a:pt x="14092" y="108882"/>
                      <a:pt x="11085" y="109540"/>
                      <a:pt x="8079" y="109540"/>
                    </a:cubicBezTo>
                    <a:cubicBezTo>
                      <a:pt x="5073" y="109352"/>
                      <a:pt x="2255" y="108319"/>
                      <a:pt x="0" y="106722"/>
                    </a:cubicBezTo>
                    <a:cubicBezTo>
                      <a:pt x="5449" y="108225"/>
                      <a:pt x="10522" y="106722"/>
                      <a:pt x="14468" y="103622"/>
                    </a:cubicBezTo>
                    <a:cubicBezTo>
                      <a:pt x="18507" y="100709"/>
                      <a:pt x="21514" y="96482"/>
                      <a:pt x="24238" y="92254"/>
                    </a:cubicBezTo>
                    <a:cubicBezTo>
                      <a:pt x="29405" y="83423"/>
                      <a:pt x="32975" y="73559"/>
                      <a:pt x="35699" y="63319"/>
                    </a:cubicBezTo>
                    <a:cubicBezTo>
                      <a:pt x="38611" y="53079"/>
                      <a:pt x="40772" y="42651"/>
                      <a:pt x="42745" y="32129"/>
                    </a:cubicBezTo>
                    <a:cubicBezTo>
                      <a:pt x="44624" y="21701"/>
                      <a:pt x="45845" y="10992"/>
                      <a:pt x="4697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6" name="Forme libre : forme 1925">
                <a:extLst>
                  <a:ext uri="{FF2B5EF4-FFF2-40B4-BE49-F238E27FC236}">
                    <a16:creationId xmlns:a16="http://schemas.microsoft.com/office/drawing/2014/main" id="{27CA0AFF-BE04-4D1D-AD1B-6A9F13521099}"/>
                  </a:ext>
                </a:extLst>
              </p:cNvPr>
              <p:cNvSpPr/>
              <p:nvPr/>
            </p:nvSpPr>
            <p:spPr>
              <a:xfrm>
                <a:off x="5314093" y="4779086"/>
                <a:ext cx="17192" cy="6395"/>
              </a:xfrm>
              <a:custGeom>
                <a:avLst/>
                <a:gdLst>
                  <a:gd name="connsiteX0" fmla="*/ 0 w 17192"/>
                  <a:gd name="connsiteY0" fmla="*/ 0 h 6395"/>
                  <a:gd name="connsiteX1" fmla="*/ 8925 w 17192"/>
                  <a:gd name="connsiteY1" fmla="*/ 1127 h 6395"/>
                  <a:gd name="connsiteX2" fmla="*/ 17192 w 17192"/>
                  <a:gd name="connsiteY2" fmla="*/ 3288 h 6395"/>
                  <a:gd name="connsiteX3" fmla="*/ 17192 w 17192"/>
                  <a:gd name="connsiteY3" fmla="*/ 5825 h 6395"/>
                  <a:gd name="connsiteX4" fmla="*/ 14186 w 17192"/>
                  <a:gd name="connsiteY4" fmla="*/ 4604 h 6395"/>
                  <a:gd name="connsiteX5" fmla="*/ 17192 w 17192"/>
                  <a:gd name="connsiteY5" fmla="*/ 3288 h 6395"/>
                  <a:gd name="connsiteX6" fmla="*/ 17192 w 17192"/>
                  <a:gd name="connsiteY6" fmla="*/ 5825 h 6395"/>
                  <a:gd name="connsiteX7" fmla="*/ 7798 w 17192"/>
                  <a:gd name="connsiteY7" fmla="*/ 5543 h 6395"/>
                  <a:gd name="connsiteX8" fmla="*/ 0 w 17192"/>
                  <a:gd name="connsiteY8" fmla="*/ 0 h 6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92" h="6395">
                    <a:moveTo>
                      <a:pt x="0" y="0"/>
                    </a:moveTo>
                    <a:cubicBezTo>
                      <a:pt x="3382" y="94"/>
                      <a:pt x="6107" y="564"/>
                      <a:pt x="8925" y="1127"/>
                    </a:cubicBezTo>
                    <a:cubicBezTo>
                      <a:pt x="11649" y="1691"/>
                      <a:pt x="14374" y="2349"/>
                      <a:pt x="17192" y="3288"/>
                    </a:cubicBezTo>
                    <a:lnTo>
                      <a:pt x="17192" y="5825"/>
                    </a:lnTo>
                    <a:cubicBezTo>
                      <a:pt x="16159" y="5449"/>
                      <a:pt x="15219" y="5167"/>
                      <a:pt x="14186" y="4604"/>
                    </a:cubicBezTo>
                    <a:cubicBezTo>
                      <a:pt x="15219" y="4040"/>
                      <a:pt x="16159" y="3664"/>
                      <a:pt x="17192" y="3288"/>
                    </a:cubicBezTo>
                    <a:lnTo>
                      <a:pt x="17192" y="5825"/>
                    </a:lnTo>
                    <a:cubicBezTo>
                      <a:pt x="14092" y="6670"/>
                      <a:pt x="10804" y="6576"/>
                      <a:pt x="7798" y="5543"/>
                    </a:cubicBezTo>
                    <a:cubicBezTo>
                      <a:pt x="4697" y="4509"/>
                      <a:pt x="1879" y="2724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7" name="Forme libre : forme 1926">
                <a:extLst>
                  <a:ext uri="{FF2B5EF4-FFF2-40B4-BE49-F238E27FC236}">
                    <a16:creationId xmlns:a16="http://schemas.microsoft.com/office/drawing/2014/main" id="{3B2695BA-76DE-406A-8361-CAC09114D333}"/>
                  </a:ext>
                </a:extLst>
              </p:cNvPr>
              <p:cNvSpPr/>
              <p:nvPr/>
            </p:nvSpPr>
            <p:spPr>
              <a:xfrm>
                <a:off x="5307236" y="4799225"/>
                <a:ext cx="11743" cy="5849"/>
              </a:xfrm>
              <a:custGeom>
                <a:avLst/>
                <a:gdLst>
                  <a:gd name="connsiteX0" fmla="*/ 0 w 11743"/>
                  <a:gd name="connsiteY0" fmla="*/ 529 h 5849"/>
                  <a:gd name="connsiteX1" fmla="*/ 6764 w 11743"/>
                  <a:gd name="connsiteY1" fmla="*/ 717 h 5849"/>
                  <a:gd name="connsiteX2" fmla="*/ 11743 w 11743"/>
                  <a:gd name="connsiteY2" fmla="*/ 5321 h 5849"/>
                  <a:gd name="connsiteX3" fmla="*/ 4979 w 11743"/>
                  <a:gd name="connsiteY3" fmla="*/ 5132 h 5849"/>
                  <a:gd name="connsiteX4" fmla="*/ 0 w 11743"/>
                  <a:gd name="connsiteY4" fmla="*/ 529 h 5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3" h="5849">
                    <a:moveTo>
                      <a:pt x="0" y="529"/>
                    </a:moveTo>
                    <a:cubicBezTo>
                      <a:pt x="2630" y="-410"/>
                      <a:pt x="4791" y="59"/>
                      <a:pt x="6764" y="717"/>
                    </a:cubicBezTo>
                    <a:cubicBezTo>
                      <a:pt x="8643" y="1562"/>
                      <a:pt x="10428" y="2784"/>
                      <a:pt x="11743" y="5321"/>
                    </a:cubicBezTo>
                    <a:cubicBezTo>
                      <a:pt x="9113" y="6260"/>
                      <a:pt x="6952" y="5790"/>
                      <a:pt x="4979" y="5132"/>
                    </a:cubicBezTo>
                    <a:cubicBezTo>
                      <a:pt x="3100" y="4193"/>
                      <a:pt x="1315" y="2972"/>
                      <a:pt x="0" y="52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8" name="Forme libre : forme 1927">
                <a:extLst>
                  <a:ext uri="{FF2B5EF4-FFF2-40B4-BE49-F238E27FC236}">
                    <a16:creationId xmlns:a16="http://schemas.microsoft.com/office/drawing/2014/main" id="{32B2E190-0EF1-40FB-A34F-CC5AD23597E0}"/>
                  </a:ext>
                </a:extLst>
              </p:cNvPr>
              <p:cNvSpPr/>
              <p:nvPr/>
            </p:nvSpPr>
            <p:spPr>
              <a:xfrm>
                <a:off x="5265242" y="4947710"/>
                <a:ext cx="20198" cy="5132"/>
              </a:xfrm>
              <a:custGeom>
                <a:avLst/>
                <a:gdLst>
                  <a:gd name="connsiteX0" fmla="*/ 0 w 20198"/>
                  <a:gd name="connsiteY0" fmla="*/ 101 h 5132"/>
                  <a:gd name="connsiteX1" fmla="*/ 10146 w 20198"/>
                  <a:gd name="connsiteY1" fmla="*/ 383 h 5132"/>
                  <a:gd name="connsiteX2" fmla="*/ 20198 w 20198"/>
                  <a:gd name="connsiteY2" fmla="*/ 1886 h 5132"/>
                  <a:gd name="connsiteX3" fmla="*/ 9770 w 20198"/>
                  <a:gd name="connsiteY3" fmla="*/ 5081 h 5132"/>
                  <a:gd name="connsiteX4" fmla="*/ 0 w 20198"/>
                  <a:gd name="connsiteY4" fmla="*/ 101 h 5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98" h="5132">
                    <a:moveTo>
                      <a:pt x="0" y="101"/>
                    </a:moveTo>
                    <a:cubicBezTo>
                      <a:pt x="3852" y="-180"/>
                      <a:pt x="6952" y="195"/>
                      <a:pt x="10146" y="383"/>
                    </a:cubicBezTo>
                    <a:cubicBezTo>
                      <a:pt x="13340" y="759"/>
                      <a:pt x="16440" y="947"/>
                      <a:pt x="20198" y="1886"/>
                    </a:cubicBezTo>
                    <a:cubicBezTo>
                      <a:pt x="17286" y="4517"/>
                      <a:pt x="13434" y="5362"/>
                      <a:pt x="9770" y="5081"/>
                    </a:cubicBezTo>
                    <a:cubicBezTo>
                      <a:pt x="6106" y="4704"/>
                      <a:pt x="2349" y="3296"/>
                      <a:pt x="0" y="10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9" name="Forme libre : forme 1928">
                <a:extLst>
                  <a:ext uri="{FF2B5EF4-FFF2-40B4-BE49-F238E27FC236}">
                    <a16:creationId xmlns:a16="http://schemas.microsoft.com/office/drawing/2014/main" id="{9844C3A1-14ED-43A6-9711-D8E99E2E8A93}"/>
                  </a:ext>
                </a:extLst>
              </p:cNvPr>
              <p:cNvSpPr/>
              <p:nvPr/>
            </p:nvSpPr>
            <p:spPr>
              <a:xfrm>
                <a:off x="5258008" y="4966877"/>
                <a:ext cx="19540" cy="5288"/>
              </a:xfrm>
              <a:custGeom>
                <a:avLst/>
                <a:gdLst>
                  <a:gd name="connsiteX0" fmla="*/ 0 w 19540"/>
                  <a:gd name="connsiteY0" fmla="*/ 100 h 5288"/>
                  <a:gd name="connsiteX1" fmla="*/ 9864 w 19540"/>
                  <a:gd name="connsiteY1" fmla="*/ 476 h 5288"/>
                  <a:gd name="connsiteX2" fmla="*/ 19541 w 19540"/>
                  <a:gd name="connsiteY2" fmla="*/ 2730 h 5288"/>
                  <a:gd name="connsiteX3" fmla="*/ 9301 w 19540"/>
                  <a:gd name="connsiteY3" fmla="*/ 5173 h 5288"/>
                  <a:gd name="connsiteX4" fmla="*/ 0 w 19540"/>
                  <a:gd name="connsiteY4" fmla="*/ 100 h 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40" h="5288">
                    <a:moveTo>
                      <a:pt x="0" y="100"/>
                    </a:moveTo>
                    <a:cubicBezTo>
                      <a:pt x="3758" y="-182"/>
                      <a:pt x="6764" y="193"/>
                      <a:pt x="9864" y="476"/>
                    </a:cubicBezTo>
                    <a:cubicBezTo>
                      <a:pt x="12964" y="945"/>
                      <a:pt x="15971" y="1415"/>
                      <a:pt x="19541" y="2730"/>
                    </a:cubicBezTo>
                    <a:cubicBezTo>
                      <a:pt x="16534" y="5079"/>
                      <a:pt x="12777" y="5548"/>
                      <a:pt x="9301" y="5173"/>
                    </a:cubicBezTo>
                    <a:cubicBezTo>
                      <a:pt x="5731" y="4609"/>
                      <a:pt x="2255" y="3200"/>
                      <a:pt x="0" y="10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0" name="Forme libre : forme 1929">
                <a:extLst>
                  <a:ext uri="{FF2B5EF4-FFF2-40B4-BE49-F238E27FC236}">
                    <a16:creationId xmlns:a16="http://schemas.microsoft.com/office/drawing/2014/main" id="{16399E7C-35B1-43CB-87E9-6F044807F185}"/>
                  </a:ext>
                </a:extLst>
              </p:cNvPr>
              <p:cNvSpPr/>
              <p:nvPr/>
            </p:nvSpPr>
            <p:spPr>
              <a:xfrm>
                <a:off x="5264115" y="4780600"/>
                <a:ext cx="10521" cy="5782"/>
              </a:xfrm>
              <a:custGeom>
                <a:avLst/>
                <a:gdLst>
                  <a:gd name="connsiteX0" fmla="*/ 0 w 10521"/>
                  <a:gd name="connsiteY0" fmla="*/ 834 h 5782"/>
                  <a:gd name="connsiteX1" fmla="*/ 6388 w 10521"/>
                  <a:gd name="connsiteY1" fmla="*/ 646 h 5782"/>
                  <a:gd name="connsiteX2" fmla="*/ 10522 w 10521"/>
                  <a:gd name="connsiteY2" fmla="*/ 5531 h 5782"/>
                  <a:gd name="connsiteX3" fmla="*/ 4415 w 10521"/>
                  <a:gd name="connsiteY3" fmla="*/ 4968 h 5782"/>
                  <a:gd name="connsiteX4" fmla="*/ 0 w 10521"/>
                  <a:gd name="connsiteY4" fmla="*/ 834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21" h="5782">
                    <a:moveTo>
                      <a:pt x="0" y="834"/>
                    </a:moveTo>
                    <a:cubicBezTo>
                      <a:pt x="2349" y="-387"/>
                      <a:pt x="4509" y="-105"/>
                      <a:pt x="6388" y="646"/>
                    </a:cubicBezTo>
                    <a:cubicBezTo>
                      <a:pt x="8173" y="1586"/>
                      <a:pt x="9864" y="2901"/>
                      <a:pt x="10522" y="5531"/>
                    </a:cubicBezTo>
                    <a:cubicBezTo>
                      <a:pt x="7891" y="6095"/>
                      <a:pt x="6200" y="5626"/>
                      <a:pt x="4415" y="4968"/>
                    </a:cubicBezTo>
                    <a:cubicBezTo>
                      <a:pt x="2912" y="4122"/>
                      <a:pt x="1409" y="3089"/>
                      <a:pt x="0" y="83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1" name="Forme libre : forme 1930">
                <a:extLst>
                  <a:ext uri="{FF2B5EF4-FFF2-40B4-BE49-F238E27FC236}">
                    <a16:creationId xmlns:a16="http://schemas.microsoft.com/office/drawing/2014/main" id="{8C760FC5-FECA-4054-BB5C-DA1D1FC29FA6}"/>
                  </a:ext>
                </a:extLst>
              </p:cNvPr>
              <p:cNvSpPr/>
              <p:nvPr/>
            </p:nvSpPr>
            <p:spPr>
              <a:xfrm>
                <a:off x="5255848" y="4795478"/>
                <a:ext cx="8218" cy="4933"/>
              </a:xfrm>
              <a:custGeom>
                <a:avLst/>
                <a:gdLst>
                  <a:gd name="connsiteX0" fmla="*/ 0 w 8218"/>
                  <a:gd name="connsiteY0" fmla="*/ 2678 h 4933"/>
                  <a:gd name="connsiteX1" fmla="*/ 5073 w 8218"/>
                  <a:gd name="connsiteY1" fmla="*/ 142 h 4933"/>
                  <a:gd name="connsiteX2" fmla="*/ 8079 w 8218"/>
                  <a:gd name="connsiteY2" fmla="*/ 4933 h 4933"/>
                  <a:gd name="connsiteX3" fmla="*/ 3758 w 8218"/>
                  <a:gd name="connsiteY3" fmla="*/ 4651 h 4933"/>
                  <a:gd name="connsiteX4" fmla="*/ 0 w 8218"/>
                  <a:gd name="connsiteY4" fmla="*/ 2678 h 4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8" h="4933">
                    <a:moveTo>
                      <a:pt x="0" y="2678"/>
                    </a:moveTo>
                    <a:cubicBezTo>
                      <a:pt x="658" y="330"/>
                      <a:pt x="3194" y="-328"/>
                      <a:pt x="5073" y="142"/>
                    </a:cubicBezTo>
                    <a:cubicBezTo>
                      <a:pt x="6952" y="706"/>
                      <a:pt x="8737" y="2491"/>
                      <a:pt x="8079" y="4933"/>
                    </a:cubicBezTo>
                    <a:cubicBezTo>
                      <a:pt x="5731" y="4839"/>
                      <a:pt x="4791" y="4933"/>
                      <a:pt x="3758" y="4651"/>
                    </a:cubicBezTo>
                    <a:cubicBezTo>
                      <a:pt x="2818" y="4370"/>
                      <a:pt x="2067" y="3806"/>
                      <a:pt x="0" y="2678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2" name="Forme libre : forme 1931">
                <a:extLst>
                  <a:ext uri="{FF2B5EF4-FFF2-40B4-BE49-F238E27FC236}">
                    <a16:creationId xmlns:a16="http://schemas.microsoft.com/office/drawing/2014/main" id="{F82CD281-F2A8-467A-99D5-AC04E54B08BC}"/>
                  </a:ext>
                </a:extLst>
              </p:cNvPr>
              <p:cNvSpPr/>
              <p:nvPr/>
            </p:nvSpPr>
            <p:spPr>
              <a:xfrm>
                <a:off x="5231328" y="4721005"/>
                <a:ext cx="8366" cy="6692"/>
              </a:xfrm>
              <a:custGeom>
                <a:avLst/>
                <a:gdLst>
                  <a:gd name="connsiteX0" fmla="*/ 0 w 8366"/>
                  <a:gd name="connsiteY0" fmla="*/ 305 h 6692"/>
                  <a:gd name="connsiteX1" fmla="*/ 5825 w 8366"/>
                  <a:gd name="connsiteY1" fmla="*/ 1338 h 6692"/>
                  <a:gd name="connsiteX2" fmla="*/ 8361 w 8366"/>
                  <a:gd name="connsiteY2" fmla="*/ 6693 h 6692"/>
                  <a:gd name="connsiteX3" fmla="*/ 3006 w 8366"/>
                  <a:gd name="connsiteY3" fmla="*/ 5002 h 6692"/>
                  <a:gd name="connsiteX4" fmla="*/ 0 w 8366"/>
                  <a:gd name="connsiteY4" fmla="*/ 305 h 6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66" h="6692">
                    <a:moveTo>
                      <a:pt x="0" y="305"/>
                    </a:moveTo>
                    <a:cubicBezTo>
                      <a:pt x="2443" y="-447"/>
                      <a:pt x="4322" y="305"/>
                      <a:pt x="5825" y="1338"/>
                    </a:cubicBezTo>
                    <a:cubicBezTo>
                      <a:pt x="7234" y="2559"/>
                      <a:pt x="8455" y="4156"/>
                      <a:pt x="8361" y="6693"/>
                    </a:cubicBezTo>
                    <a:cubicBezTo>
                      <a:pt x="5825" y="6693"/>
                      <a:pt x="4322" y="5941"/>
                      <a:pt x="3006" y="5002"/>
                    </a:cubicBezTo>
                    <a:cubicBezTo>
                      <a:pt x="1691" y="3969"/>
                      <a:pt x="658" y="2747"/>
                      <a:pt x="0" y="305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3" name="Forme libre : forme 1932">
                <a:extLst>
                  <a:ext uri="{FF2B5EF4-FFF2-40B4-BE49-F238E27FC236}">
                    <a16:creationId xmlns:a16="http://schemas.microsoft.com/office/drawing/2014/main" id="{0410FB04-A133-4121-9890-D5F604D4FF27}"/>
                  </a:ext>
                </a:extLst>
              </p:cNvPr>
              <p:cNvSpPr/>
              <p:nvPr/>
            </p:nvSpPr>
            <p:spPr>
              <a:xfrm>
                <a:off x="5231668" y="4740908"/>
                <a:ext cx="4111" cy="4111"/>
              </a:xfrm>
              <a:custGeom>
                <a:avLst/>
                <a:gdLst>
                  <a:gd name="connsiteX0" fmla="*/ 506 w 4111"/>
                  <a:gd name="connsiteY0" fmla="*/ 506 h 4111"/>
                  <a:gd name="connsiteX1" fmla="*/ 3700 w 4111"/>
                  <a:gd name="connsiteY1" fmla="*/ 412 h 4111"/>
                  <a:gd name="connsiteX2" fmla="*/ 3606 w 4111"/>
                  <a:gd name="connsiteY2" fmla="*/ 3606 h 4111"/>
                  <a:gd name="connsiteX3" fmla="*/ 412 w 4111"/>
                  <a:gd name="connsiteY3" fmla="*/ 3700 h 4111"/>
                  <a:gd name="connsiteX4" fmla="*/ 506 w 4111"/>
                  <a:gd name="connsiteY4" fmla="*/ 506 h 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11" h="4111">
                    <a:moveTo>
                      <a:pt x="506" y="506"/>
                    </a:moveTo>
                    <a:cubicBezTo>
                      <a:pt x="2291" y="-246"/>
                      <a:pt x="3136" y="-58"/>
                      <a:pt x="3700" y="412"/>
                    </a:cubicBezTo>
                    <a:cubicBezTo>
                      <a:pt x="4170" y="975"/>
                      <a:pt x="4357" y="1821"/>
                      <a:pt x="3606" y="3606"/>
                    </a:cubicBezTo>
                    <a:cubicBezTo>
                      <a:pt x="1821" y="4357"/>
                      <a:pt x="975" y="4169"/>
                      <a:pt x="412" y="3700"/>
                    </a:cubicBezTo>
                    <a:cubicBezTo>
                      <a:pt x="-58" y="3136"/>
                      <a:pt x="-246" y="2291"/>
                      <a:pt x="506" y="506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4" name="Forme libre : forme 1933">
                <a:extLst>
                  <a:ext uri="{FF2B5EF4-FFF2-40B4-BE49-F238E27FC236}">
                    <a16:creationId xmlns:a16="http://schemas.microsoft.com/office/drawing/2014/main" id="{963E24D7-48AF-419C-B67E-D2793A3D829A}"/>
                  </a:ext>
                </a:extLst>
              </p:cNvPr>
              <p:cNvSpPr/>
              <p:nvPr/>
            </p:nvSpPr>
            <p:spPr>
              <a:xfrm>
                <a:off x="5210535" y="4910046"/>
                <a:ext cx="5291" cy="4850"/>
              </a:xfrm>
              <a:custGeom>
                <a:avLst/>
                <a:gdLst>
                  <a:gd name="connsiteX0" fmla="*/ 594 w 5291"/>
                  <a:gd name="connsiteY0" fmla="*/ 0 h 4850"/>
                  <a:gd name="connsiteX1" fmla="*/ 4070 w 5291"/>
                  <a:gd name="connsiteY1" fmla="*/ 564 h 4850"/>
                  <a:gd name="connsiteX2" fmla="*/ 5292 w 5291"/>
                  <a:gd name="connsiteY2" fmla="*/ 3852 h 4850"/>
                  <a:gd name="connsiteX3" fmla="*/ 1064 w 5291"/>
                  <a:gd name="connsiteY3" fmla="*/ 4227 h 4850"/>
                  <a:gd name="connsiteX4" fmla="*/ 594 w 5291"/>
                  <a:gd name="connsiteY4" fmla="*/ 0 h 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1" h="4850">
                    <a:moveTo>
                      <a:pt x="594" y="0"/>
                    </a:moveTo>
                    <a:cubicBezTo>
                      <a:pt x="2661" y="0"/>
                      <a:pt x="3413" y="93"/>
                      <a:pt x="4070" y="564"/>
                    </a:cubicBezTo>
                    <a:cubicBezTo>
                      <a:pt x="4634" y="1127"/>
                      <a:pt x="4916" y="1785"/>
                      <a:pt x="5292" y="3852"/>
                    </a:cubicBezTo>
                    <a:cubicBezTo>
                      <a:pt x="3695" y="5261"/>
                      <a:pt x="2098" y="4979"/>
                      <a:pt x="1064" y="4227"/>
                    </a:cubicBezTo>
                    <a:cubicBezTo>
                      <a:pt x="125" y="3382"/>
                      <a:pt x="-533" y="1878"/>
                      <a:pt x="59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5" name="Forme libre : forme 1934">
                <a:extLst>
                  <a:ext uri="{FF2B5EF4-FFF2-40B4-BE49-F238E27FC236}">
                    <a16:creationId xmlns:a16="http://schemas.microsoft.com/office/drawing/2014/main" id="{ABCC7F68-437E-48B2-90C2-9B4165624C8B}"/>
                  </a:ext>
                </a:extLst>
              </p:cNvPr>
              <p:cNvSpPr/>
              <p:nvPr/>
            </p:nvSpPr>
            <p:spPr>
              <a:xfrm>
                <a:off x="5202956" y="5040254"/>
                <a:ext cx="42245" cy="221616"/>
              </a:xfrm>
              <a:custGeom>
                <a:avLst/>
                <a:gdLst>
                  <a:gd name="connsiteX0" fmla="*/ 0 w 42245"/>
                  <a:gd name="connsiteY0" fmla="*/ 221616 h 221616"/>
                  <a:gd name="connsiteX1" fmla="*/ 28465 w 42245"/>
                  <a:gd name="connsiteY1" fmla="*/ 194654 h 221616"/>
                  <a:gd name="connsiteX2" fmla="*/ 28371 w 42245"/>
                  <a:gd name="connsiteY2" fmla="*/ 152567 h 221616"/>
                  <a:gd name="connsiteX3" fmla="*/ 32975 w 42245"/>
                  <a:gd name="connsiteY3" fmla="*/ 78632 h 221616"/>
                  <a:gd name="connsiteX4" fmla="*/ 42088 w 42245"/>
                  <a:gd name="connsiteY4" fmla="*/ 0 h 221616"/>
                  <a:gd name="connsiteX5" fmla="*/ 0 w 42245"/>
                  <a:gd name="connsiteY5" fmla="*/ 221616 h 221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245" h="221616">
                    <a:moveTo>
                      <a:pt x="0" y="221616"/>
                    </a:moveTo>
                    <a:cubicBezTo>
                      <a:pt x="14092" y="221616"/>
                      <a:pt x="25177" y="208370"/>
                      <a:pt x="28465" y="194654"/>
                    </a:cubicBezTo>
                    <a:cubicBezTo>
                      <a:pt x="31754" y="180939"/>
                      <a:pt x="29311" y="166659"/>
                      <a:pt x="28371" y="152567"/>
                    </a:cubicBezTo>
                    <a:cubicBezTo>
                      <a:pt x="26774" y="127859"/>
                      <a:pt x="29875" y="103152"/>
                      <a:pt x="32975" y="78632"/>
                    </a:cubicBezTo>
                    <a:cubicBezTo>
                      <a:pt x="36169" y="53455"/>
                      <a:pt x="43403" y="24989"/>
                      <a:pt x="42088" y="0"/>
                    </a:cubicBezTo>
                    <a:cubicBezTo>
                      <a:pt x="20668" y="17943"/>
                      <a:pt x="282" y="221616"/>
                      <a:pt x="0" y="221616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6" name="Forme libre : forme 1935">
                <a:extLst>
                  <a:ext uri="{FF2B5EF4-FFF2-40B4-BE49-F238E27FC236}">
                    <a16:creationId xmlns:a16="http://schemas.microsoft.com/office/drawing/2014/main" id="{003B27C7-0CF1-4D28-A437-1971F46B0575}"/>
                  </a:ext>
                </a:extLst>
              </p:cNvPr>
              <p:cNvSpPr/>
              <p:nvPr/>
            </p:nvSpPr>
            <p:spPr>
              <a:xfrm>
                <a:off x="5093046" y="4981350"/>
                <a:ext cx="88866" cy="311992"/>
              </a:xfrm>
              <a:custGeom>
                <a:avLst/>
                <a:gdLst>
                  <a:gd name="connsiteX0" fmla="*/ 88867 w 88866"/>
                  <a:gd name="connsiteY0" fmla="*/ 0 h 311992"/>
                  <a:gd name="connsiteX1" fmla="*/ 69889 w 88866"/>
                  <a:gd name="connsiteY1" fmla="*/ 58716 h 311992"/>
                  <a:gd name="connsiteX2" fmla="*/ 23669 w 88866"/>
                  <a:gd name="connsiteY2" fmla="*/ 189769 h 311992"/>
                  <a:gd name="connsiteX3" fmla="*/ 2343 w 88866"/>
                  <a:gd name="connsiteY3" fmla="*/ 249895 h 311992"/>
                  <a:gd name="connsiteX4" fmla="*/ 9765 w 88866"/>
                  <a:gd name="connsiteY4" fmla="*/ 311992 h 311992"/>
                  <a:gd name="connsiteX5" fmla="*/ 33251 w 88866"/>
                  <a:gd name="connsiteY5" fmla="*/ 205364 h 311992"/>
                  <a:gd name="connsiteX6" fmla="*/ 55234 w 88866"/>
                  <a:gd name="connsiteY6" fmla="*/ 153319 h 311992"/>
                  <a:gd name="connsiteX7" fmla="*/ 65944 w 88866"/>
                  <a:gd name="connsiteY7" fmla="*/ 112453 h 311992"/>
                  <a:gd name="connsiteX8" fmla="*/ 87363 w 88866"/>
                  <a:gd name="connsiteY8" fmla="*/ 16628 h 311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866" h="311992">
                    <a:moveTo>
                      <a:pt x="88867" y="0"/>
                    </a:moveTo>
                    <a:cubicBezTo>
                      <a:pt x="82572" y="19541"/>
                      <a:pt x="76278" y="39175"/>
                      <a:pt x="69889" y="58716"/>
                    </a:cubicBezTo>
                    <a:cubicBezTo>
                      <a:pt x="55704" y="102776"/>
                      <a:pt x="41424" y="146930"/>
                      <a:pt x="23669" y="189769"/>
                    </a:cubicBezTo>
                    <a:cubicBezTo>
                      <a:pt x="15495" y="209498"/>
                      <a:pt x="6570" y="229038"/>
                      <a:pt x="2343" y="249895"/>
                    </a:cubicBezTo>
                    <a:cubicBezTo>
                      <a:pt x="-1885" y="270750"/>
                      <a:pt x="-945" y="293579"/>
                      <a:pt x="9765" y="311992"/>
                    </a:cubicBezTo>
                    <a:cubicBezTo>
                      <a:pt x="11362" y="275447"/>
                      <a:pt x="19347" y="239185"/>
                      <a:pt x="33251" y="205364"/>
                    </a:cubicBezTo>
                    <a:cubicBezTo>
                      <a:pt x="40391" y="187890"/>
                      <a:pt x="49128" y="171168"/>
                      <a:pt x="55234" y="153319"/>
                    </a:cubicBezTo>
                    <a:cubicBezTo>
                      <a:pt x="59837" y="139979"/>
                      <a:pt x="62844" y="126262"/>
                      <a:pt x="65944" y="112453"/>
                    </a:cubicBezTo>
                    <a:cubicBezTo>
                      <a:pt x="73084" y="80511"/>
                      <a:pt x="80223" y="48570"/>
                      <a:pt x="87363" y="16628"/>
                    </a:cubicBezTo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7" name="Forme libre : forme 1936">
                <a:extLst>
                  <a:ext uri="{FF2B5EF4-FFF2-40B4-BE49-F238E27FC236}">
                    <a16:creationId xmlns:a16="http://schemas.microsoft.com/office/drawing/2014/main" id="{A5DBCC97-3A6B-4B90-9D66-06726711A1CA}"/>
                  </a:ext>
                </a:extLst>
              </p:cNvPr>
              <p:cNvSpPr/>
              <p:nvPr/>
            </p:nvSpPr>
            <p:spPr>
              <a:xfrm>
                <a:off x="5039004" y="5018919"/>
                <a:ext cx="92309" cy="209694"/>
              </a:xfrm>
              <a:custGeom>
                <a:avLst/>
                <a:gdLst>
                  <a:gd name="connsiteX0" fmla="*/ 10352 w 92309"/>
                  <a:gd name="connsiteY0" fmla="*/ 131157 h 209694"/>
                  <a:gd name="connsiteX1" fmla="*/ 18 w 92309"/>
                  <a:gd name="connsiteY1" fmla="*/ 166950 h 209694"/>
                  <a:gd name="connsiteX2" fmla="*/ 10822 w 92309"/>
                  <a:gd name="connsiteY2" fmla="*/ 209695 h 209694"/>
                  <a:gd name="connsiteX3" fmla="*/ 24913 w 92309"/>
                  <a:gd name="connsiteY3" fmla="*/ 142806 h 209694"/>
                  <a:gd name="connsiteX4" fmla="*/ 59485 w 92309"/>
                  <a:gd name="connsiteY4" fmla="*/ 82869 h 209694"/>
                  <a:gd name="connsiteX5" fmla="*/ 81093 w 92309"/>
                  <a:gd name="connsiteY5" fmla="*/ 38809 h 209694"/>
                  <a:gd name="connsiteX6" fmla="*/ 89078 w 92309"/>
                  <a:gd name="connsiteY6" fmla="*/ 9 h 209694"/>
                  <a:gd name="connsiteX7" fmla="*/ 65216 w 92309"/>
                  <a:gd name="connsiteY7" fmla="*/ 40124 h 209694"/>
                  <a:gd name="connsiteX8" fmla="*/ 38160 w 92309"/>
                  <a:gd name="connsiteY8" fmla="*/ 81930 h 209694"/>
                  <a:gd name="connsiteX9" fmla="*/ 10352 w 92309"/>
                  <a:gd name="connsiteY9" fmla="*/ 131157 h 209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309" h="209694">
                    <a:moveTo>
                      <a:pt x="10352" y="131157"/>
                    </a:moveTo>
                    <a:cubicBezTo>
                      <a:pt x="4997" y="142430"/>
                      <a:pt x="300" y="154455"/>
                      <a:pt x="18" y="166950"/>
                    </a:cubicBezTo>
                    <a:cubicBezTo>
                      <a:pt x="-358" y="181699"/>
                      <a:pt x="5279" y="195979"/>
                      <a:pt x="10822" y="209695"/>
                    </a:cubicBezTo>
                    <a:cubicBezTo>
                      <a:pt x="8191" y="186772"/>
                      <a:pt x="14955" y="163662"/>
                      <a:pt x="24913" y="142806"/>
                    </a:cubicBezTo>
                    <a:cubicBezTo>
                      <a:pt x="34872" y="121950"/>
                      <a:pt x="48024" y="102879"/>
                      <a:pt x="59485" y="82869"/>
                    </a:cubicBezTo>
                    <a:cubicBezTo>
                      <a:pt x="67564" y="68683"/>
                      <a:pt x="74798" y="53934"/>
                      <a:pt x="81093" y="38809"/>
                    </a:cubicBezTo>
                    <a:cubicBezTo>
                      <a:pt x="82972" y="34393"/>
                      <a:pt x="99036" y="-649"/>
                      <a:pt x="89078" y="9"/>
                    </a:cubicBezTo>
                    <a:cubicBezTo>
                      <a:pt x="84568" y="291"/>
                      <a:pt x="68504" y="35051"/>
                      <a:pt x="65216" y="40124"/>
                    </a:cubicBezTo>
                    <a:cubicBezTo>
                      <a:pt x="56385" y="54122"/>
                      <a:pt x="47084" y="67931"/>
                      <a:pt x="38160" y="81930"/>
                    </a:cubicBezTo>
                    <a:cubicBezTo>
                      <a:pt x="28108" y="97806"/>
                      <a:pt x="18337" y="114059"/>
                      <a:pt x="10352" y="131157"/>
                    </a:cubicBezTo>
                    <a:close/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8" name="Forme libre : forme 1937">
                <a:extLst>
                  <a:ext uri="{FF2B5EF4-FFF2-40B4-BE49-F238E27FC236}">
                    <a16:creationId xmlns:a16="http://schemas.microsoft.com/office/drawing/2014/main" id="{2F4AE495-7967-4B90-8F40-0BF2C5E6EC33}"/>
                  </a:ext>
                </a:extLst>
              </p:cNvPr>
              <p:cNvSpPr/>
              <p:nvPr/>
            </p:nvSpPr>
            <p:spPr>
              <a:xfrm>
                <a:off x="5324897" y="4619199"/>
                <a:ext cx="39511" cy="80973"/>
              </a:xfrm>
              <a:custGeom>
                <a:avLst/>
                <a:gdLst>
                  <a:gd name="connsiteX0" fmla="*/ 38142 w 39511"/>
                  <a:gd name="connsiteY0" fmla="*/ 4314 h 80973"/>
                  <a:gd name="connsiteX1" fmla="*/ 20856 w 39511"/>
                  <a:gd name="connsiteY1" fmla="*/ 274 h 80973"/>
                  <a:gd name="connsiteX2" fmla="*/ 18225 w 39511"/>
                  <a:gd name="connsiteY2" fmla="*/ 1402 h 80973"/>
                  <a:gd name="connsiteX3" fmla="*/ 17474 w 39511"/>
                  <a:gd name="connsiteY3" fmla="*/ 3375 h 80973"/>
                  <a:gd name="connsiteX4" fmla="*/ 0 w 39511"/>
                  <a:gd name="connsiteY4" fmla="*/ 80973 h 80973"/>
                  <a:gd name="connsiteX5" fmla="*/ 25459 w 39511"/>
                  <a:gd name="connsiteY5" fmla="*/ 48374 h 80973"/>
                  <a:gd name="connsiteX6" fmla="*/ 39081 w 39511"/>
                  <a:gd name="connsiteY6" fmla="*/ 8918 h 80973"/>
                  <a:gd name="connsiteX7" fmla="*/ 38142 w 39511"/>
                  <a:gd name="connsiteY7" fmla="*/ 4314 h 80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511" h="80973">
                    <a:moveTo>
                      <a:pt x="38142" y="4314"/>
                    </a:moveTo>
                    <a:cubicBezTo>
                      <a:pt x="33163" y="838"/>
                      <a:pt x="26868" y="-665"/>
                      <a:pt x="20856" y="274"/>
                    </a:cubicBezTo>
                    <a:cubicBezTo>
                      <a:pt x="19916" y="462"/>
                      <a:pt x="18789" y="650"/>
                      <a:pt x="18225" y="1402"/>
                    </a:cubicBezTo>
                    <a:cubicBezTo>
                      <a:pt x="17755" y="1965"/>
                      <a:pt x="17568" y="2623"/>
                      <a:pt x="17474" y="3375"/>
                    </a:cubicBezTo>
                    <a:cubicBezTo>
                      <a:pt x="11649" y="29303"/>
                      <a:pt x="9488" y="56172"/>
                      <a:pt x="0" y="80973"/>
                    </a:cubicBezTo>
                    <a:cubicBezTo>
                      <a:pt x="11179" y="72706"/>
                      <a:pt x="19446" y="60963"/>
                      <a:pt x="25459" y="48374"/>
                    </a:cubicBezTo>
                    <a:cubicBezTo>
                      <a:pt x="31471" y="35786"/>
                      <a:pt x="35323" y="22352"/>
                      <a:pt x="39081" y="8918"/>
                    </a:cubicBezTo>
                    <a:cubicBezTo>
                      <a:pt x="40114" y="6475"/>
                      <a:pt x="39081" y="4784"/>
                      <a:pt x="38142" y="4314"/>
                    </a:cubicBezTo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9" name="Forme libre : forme 1938">
                <a:extLst>
                  <a:ext uri="{FF2B5EF4-FFF2-40B4-BE49-F238E27FC236}">
                    <a16:creationId xmlns:a16="http://schemas.microsoft.com/office/drawing/2014/main" id="{7FF3A5FA-D534-42AF-8EA8-8BCED1915235}"/>
                  </a:ext>
                </a:extLst>
              </p:cNvPr>
              <p:cNvSpPr/>
              <p:nvPr/>
            </p:nvSpPr>
            <p:spPr>
              <a:xfrm>
                <a:off x="5328888" y="4440556"/>
                <a:ext cx="46351" cy="107236"/>
              </a:xfrm>
              <a:custGeom>
                <a:avLst/>
                <a:gdLst>
                  <a:gd name="connsiteX0" fmla="*/ 33681 w 46351"/>
                  <a:gd name="connsiteY0" fmla="*/ 327 h 107236"/>
                  <a:gd name="connsiteX1" fmla="*/ 32084 w 46351"/>
                  <a:gd name="connsiteY1" fmla="*/ 139 h 107236"/>
                  <a:gd name="connsiteX2" fmla="*/ 31521 w 46351"/>
                  <a:gd name="connsiteY2" fmla="*/ 985 h 107236"/>
                  <a:gd name="connsiteX3" fmla="*/ 425 w 46351"/>
                  <a:gd name="connsiteY3" fmla="*/ 100943 h 107236"/>
                  <a:gd name="connsiteX4" fmla="*/ 988 w 46351"/>
                  <a:gd name="connsiteY4" fmla="*/ 107237 h 107236"/>
                  <a:gd name="connsiteX5" fmla="*/ 10195 w 46351"/>
                  <a:gd name="connsiteY5" fmla="*/ 99721 h 107236"/>
                  <a:gd name="connsiteX6" fmla="*/ 26917 w 46351"/>
                  <a:gd name="connsiteY6" fmla="*/ 73605 h 107236"/>
                  <a:gd name="connsiteX7" fmla="*/ 32836 w 46351"/>
                  <a:gd name="connsiteY7" fmla="*/ 61298 h 107236"/>
                  <a:gd name="connsiteX8" fmla="*/ 36030 w 46351"/>
                  <a:gd name="connsiteY8" fmla="*/ 50682 h 107236"/>
                  <a:gd name="connsiteX9" fmla="*/ 44203 w 46351"/>
                  <a:gd name="connsiteY9" fmla="*/ 19868 h 107236"/>
                  <a:gd name="connsiteX10" fmla="*/ 45236 w 46351"/>
                  <a:gd name="connsiteY10" fmla="*/ 6716 h 107236"/>
                  <a:gd name="connsiteX11" fmla="*/ 33681 w 46351"/>
                  <a:gd name="connsiteY11" fmla="*/ 327 h 1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351" h="107236">
                    <a:moveTo>
                      <a:pt x="33681" y="327"/>
                    </a:moveTo>
                    <a:cubicBezTo>
                      <a:pt x="33211" y="45"/>
                      <a:pt x="32554" y="-142"/>
                      <a:pt x="32084" y="139"/>
                    </a:cubicBezTo>
                    <a:cubicBezTo>
                      <a:pt x="31802" y="327"/>
                      <a:pt x="31614" y="703"/>
                      <a:pt x="31521" y="985"/>
                    </a:cubicBezTo>
                    <a:cubicBezTo>
                      <a:pt x="18274" y="33302"/>
                      <a:pt x="7846" y="66841"/>
                      <a:pt x="425" y="100943"/>
                    </a:cubicBezTo>
                    <a:cubicBezTo>
                      <a:pt x="-45" y="103103"/>
                      <a:pt x="-421" y="105640"/>
                      <a:pt x="988" y="107237"/>
                    </a:cubicBezTo>
                    <a:cubicBezTo>
                      <a:pt x="4652" y="105546"/>
                      <a:pt x="7564" y="102727"/>
                      <a:pt x="10195" y="99721"/>
                    </a:cubicBezTo>
                    <a:cubicBezTo>
                      <a:pt x="16959" y="91924"/>
                      <a:pt x="21938" y="82717"/>
                      <a:pt x="26917" y="73605"/>
                    </a:cubicBezTo>
                    <a:cubicBezTo>
                      <a:pt x="29078" y="69565"/>
                      <a:pt x="31239" y="65619"/>
                      <a:pt x="32836" y="61298"/>
                    </a:cubicBezTo>
                    <a:cubicBezTo>
                      <a:pt x="34151" y="57822"/>
                      <a:pt x="35090" y="54252"/>
                      <a:pt x="36030" y="50682"/>
                    </a:cubicBezTo>
                    <a:cubicBezTo>
                      <a:pt x="38754" y="40442"/>
                      <a:pt x="41479" y="30108"/>
                      <a:pt x="44203" y="19868"/>
                    </a:cubicBezTo>
                    <a:cubicBezTo>
                      <a:pt x="45142" y="16298"/>
                      <a:pt x="47867" y="10098"/>
                      <a:pt x="45236" y="6716"/>
                    </a:cubicBezTo>
                    <a:cubicBezTo>
                      <a:pt x="42888" y="3615"/>
                      <a:pt x="36969" y="2018"/>
                      <a:pt x="33681" y="327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0" name="Forme libre : forme 1939">
                <a:extLst>
                  <a:ext uri="{FF2B5EF4-FFF2-40B4-BE49-F238E27FC236}">
                    <a16:creationId xmlns:a16="http://schemas.microsoft.com/office/drawing/2014/main" id="{391E3CF5-9505-4E84-892E-F294AF13207F}"/>
                  </a:ext>
                </a:extLst>
              </p:cNvPr>
              <p:cNvSpPr/>
              <p:nvPr/>
            </p:nvSpPr>
            <p:spPr>
              <a:xfrm>
                <a:off x="5302820" y="4371270"/>
                <a:ext cx="37813" cy="109164"/>
              </a:xfrm>
              <a:custGeom>
                <a:avLst/>
                <a:gdLst>
                  <a:gd name="connsiteX0" fmla="*/ 27432 w 37813"/>
                  <a:gd name="connsiteY0" fmla="*/ 0 h 109164"/>
                  <a:gd name="connsiteX1" fmla="*/ 15595 w 37813"/>
                  <a:gd name="connsiteY1" fmla="*/ 44248 h 109164"/>
                  <a:gd name="connsiteX2" fmla="*/ 12589 w 37813"/>
                  <a:gd name="connsiteY2" fmla="*/ 56555 h 109164"/>
                  <a:gd name="connsiteX3" fmla="*/ 9019 w 37813"/>
                  <a:gd name="connsiteY3" fmla="*/ 71305 h 109164"/>
                  <a:gd name="connsiteX4" fmla="*/ 0 w 37813"/>
                  <a:gd name="connsiteY4" fmla="*/ 109165 h 109164"/>
                  <a:gd name="connsiteX5" fmla="*/ 26868 w 37813"/>
                  <a:gd name="connsiteY5" fmla="*/ 63695 h 109164"/>
                  <a:gd name="connsiteX6" fmla="*/ 35135 w 37813"/>
                  <a:gd name="connsiteY6" fmla="*/ 25741 h 109164"/>
                  <a:gd name="connsiteX7" fmla="*/ 37390 w 37813"/>
                  <a:gd name="connsiteY7" fmla="*/ 10334 h 109164"/>
                  <a:gd name="connsiteX8" fmla="*/ 27432 w 37813"/>
                  <a:gd name="connsiteY8" fmla="*/ 0 h 109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13" h="109164">
                    <a:moveTo>
                      <a:pt x="27432" y="0"/>
                    </a:moveTo>
                    <a:cubicBezTo>
                      <a:pt x="22829" y="14562"/>
                      <a:pt x="19165" y="29405"/>
                      <a:pt x="15595" y="44248"/>
                    </a:cubicBezTo>
                    <a:cubicBezTo>
                      <a:pt x="14561" y="48382"/>
                      <a:pt x="13622" y="52422"/>
                      <a:pt x="12589" y="56555"/>
                    </a:cubicBezTo>
                    <a:cubicBezTo>
                      <a:pt x="11367" y="61440"/>
                      <a:pt x="10240" y="66325"/>
                      <a:pt x="9019" y="71305"/>
                    </a:cubicBezTo>
                    <a:cubicBezTo>
                      <a:pt x="5919" y="83893"/>
                      <a:pt x="2912" y="96482"/>
                      <a:pt x="0" y="109165"/>
                    </a:cubicBezTo>
                    <a:cubicBezTo>
                      <a:pt x="13810" y="97797"/>
                      <a:pt x="21983" y="80887"/>
                      <a:pt x="26868" y="63695"/>
                    </a:cubicBezTo>
                    <a:cubicBezTo>
                      <a:pt x="30438" y="51200"/>
                      <a:pt x="32599" y="38424"/>
                      <a:pt x="35135" y="25741"/>
                    </a:cubicBezTo>
                    <a:cubicBezTo>
                      <a:pt x="35981" y="21419"/>
                      <a:pt x="38893" y="14749"/>
                      <a:pt x="37390" y="10334"/>
                    </a:cubicBezTo>
                    <a:cubicBezTo>
                      <a:pt x="36545" y="7892"/>
                      <a:pt x="27244" y="752"/>
                      <a:pt x="27432" y="0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41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6290542" y="4730329"/>
              <a:ext cx="352501" cy="1327379"/>
              <a:chOff x="6386000" y="4363616"/>
              <a:chExt cx="473013" cy="1781178"/>
            </a:xfrm>
            <a:solidFill>
              <a:schemeClr val="accent1"/>
            </a:solidFill>
          </p:grpSpPr>
          <p:sp>
            <p:nvSpPr>
              <p:cNvPr id="1942" name="Forme libre : forme 1941">
                <a:extLst>
                  <a:ext uri="{FF2B5EF4-FFF2-40B4-BE49-F238E27FC236}">
                    <a16:creationId xmlns:a16="http://schemas.microsoft.com/office/drawing/2014/main" id="{29864F3A-FB3E-4A1A-AC38-4B43A578B877}"/>
                  </a:ext>
                </a:extLst>
              </p:cNvPr>
              <p:cNvSpPr/>
              <p:nvPr/>
            </p:nvSpPr>
            <p:spPr>
              <a:xfrm>
                <a:off x="6386011" y="4363616"/>
                <a:ext cx="473002" cy="1781178"/>
              </a:xfrm>
              <a:custGeom>
                <a:avLst/>
                <a:gdLst>
                  <a:gd name="connsiteX0" fmla="*/ 16062 w 473002"/>
                  <a:gd name="connsiteY0" fmla="*/ 1360934 h 1781178"/>
                  <a:gd name="connsiteX1" fmla="*/ 19914 w 473002"/>
                  <a:gd name="connsiteY1" fmla="*/ 1432427 h 1781178"/>
                  <a:gd name="connsiteX2" fmla="*/ 89716 w 473002"/>
                  <a:gd name="connsiteY2" fmla="*/ 1754189 h 1781178"/>
                  <a:gd name="connsiteX3" fmla="*/ 390622 w 473002"/>
                  <a:gd name="connsiteY3" fmla="*/ 1762550 h 1781178"/>
                  <a:gd name="connsiteX4" fmla="*/ 364881 w 473002"/>
                  <a:gd name="connsiteY4" fmla="*/ 1475172 h 1781178"/>
                  <a:gd name="connsiteX5" fmla="*/ 387522 w 473002"/>
                  <a:gd name="connsiteY5" fmla="*/ 1286154 h 1781178"/>
                  <a:gd name="connsiteX6" fmla="*/ 435903 w 473002"/>
                  <a:gd name="connsiteY6" fmla="*/ 1044809 h 1781178"/>
                  <a:gd name="connsiteX7" fmla="*/ 458544 w 473002"/>
                  <a:gd name="connsiteY7" fmla="*/ 915164 h 1781178"/>
                  <a:gd name="connsiteX8" fmla="*/ 467093 w 473002"/>
                  <a:gd name="connsiteY8" fmla="*/ 797263 h 1781178"/>
                  <a:gd name="connsiteX9" fmla="*/ 364035 w 473002"/>
                  <a:gd name="connsiteY9" fmla="*/ 602045 h 1781178"/>
                  <a:gd name="connsiteX10" fmla="*/ 290664 w 473002"/>
                  <a:gd name="connsiteY10" fmla="*/ 394332 h 1781178"/>
                  <a:gd name="connsiteX11" fmla="*/ 231291 w 473002"/>
                  <a:gd name="connsiteY11" fmla="*/ 183425 h 1781178"/>
                  <a:gd name="connsiteX12" fmla="*/ 204704 w 473002"/>
                  <a:gd name="connsiteY12" fmla="*/ 117851 h 1781178"/>
                  <a:gd name="connsiteX13" fmla="*/ 176051 w 473002"/>
                  <a:gd name="connsiteY13" fmla="*/ 1265 h 1781178"/>
                  <a:gd name="connsiteX14" fmla="*/ 157826 w 473002"/>
                  <a:gd name="connsiteY14" fmla="*/ 11130 h 1781178"/>
                  <a:gd name="connsiteX15" fmla="*/ 113014 w 473002"/>
                  <a:gd name="connsiteY15" fmla="*/ 76703 h 1781178"/>
                  <a:gd name="connsiteX16" fmla="*/ 80227 w 473002"/>
                  <a:gd name="connsiteY16" fmla="*/ 168300 h 1781178"/>
                  <a:gd name="connsiteX17" fmla="*/ 94788 w 473002"/>
                  <a:gd name="connsiteY17" fmla="*/ 283853 h 1781178"/>
                  <a:gd name="connsiteX18" fmla="*/ 99486 w 473002"/>
                  <a:gd name="connsiteY18" fmla="*/ 445250 h 1781178"/>
                  <a:gd name="connsiteX19" fmla="*/ 118745 w 473002"/>
                  <a:gd name="connsiteY19" fmla="*/ 529049 h 1781178"/>
                  <a:gd name="connsiteX20" fmla="*/ 133870 w 473002"/>
                  <a:gd name="connsiteY20" fmla="*/ 641502 h 1781178"/>
                  <a:gd name="connsiteX21" fmla="*/ 146364 w 473002"/>
                  <a:gd name="connsiteY21" fmla="*/ 744090 h 1781178"/>
                  <a:gd name="connsiteX22" fmla="*/ 111980 w 473002"/>
                  <a:gd name="connsiteY22" fmla="*/ 858609 h 1781178"/>
                  <a:gd name="connsiteX23" fmla="*/ 111135 w 473002"/>
                  <a:gd name="connsiteY23" fmla="*/ 893933 h 1781178"/>
                  <a:gd name="connsiteX24" fmla="*/ 55519 w 473002"/>
                  <a:gd name="connsiteY24" fmla="*/ 1041614 h 1781178"/>
                  <a:gd name="connsiteX25" fmla="*/ 92 w 473002"/>
                  <a:gd name="connsiteY25" fmla="*/ 1243127 h 1781178"/>
                  <a:gd name="connsiteX26" fmla="*/ 16062 w 473002"/>
                  <a:gd name="connsiteY26" fmla="*/ 1360934 h 1781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73002" h="1781178">
                    <a:moveTo>
                      <a:pt x="16062" y="1360934"/>
                    </a:moveTo>
                    <a:cubicBezTo>
                      <a:pt x="13902" y="1380005"/>
                      <a:pt x="14559" y="1403022"/>
                      <a:pt x="19914" y="1432427"/>
                    </a:cubicBezTo>
                    <a:cubicBezTo>
                      <a:pt x="36073" y="1520453"/>
                      <a:pt x="69423" y="1588658"/>
                      <a:pt x="89716" y="1754189"/>
                    </a:cubicBezTo>
                    <a:cubicBezTo>
                      <a:pt x="91218" y="1766590"/>
                      <a:pt x="309453" y="1803134"/>
                      <a:pt x="390622" y="1762550"/>
                    </a:cubicBezTo>
                    <a:cubicBezTo>
                      <a:pt x="390622" y="1762550"/>
                      <a:pt x="364881" y="1510307"/>
                      <a:pt x="364881" y="1475172"/>
                    </a:cubicBezTo>
                    <a:cubicBezTo>
                      <a:pt x="364881" y="1440036"/>
                      <a:pt x="371927" y="1354922"/>
                      <a:pt x="387522" y="1286154"/>
                    </a:cubicBezTo>
                    <a:cubicBezTo>
                      <a:pt x="403117" y="1217386"/>
                      <a:pt x="428952" y="1077595"/>
                      <a:pt x="435903" y="1044809"/>
                    </a:cubicBezTo>
                    <a:cubicBezTo>
                      <a:pt x="442856" y="1012022"/>
                      <a:pt x="451498" y="933859"/>
                      <a:pt x="458544" y="915164"/>
                    </a:cubicBezTo>
                    <a:cubicBezTo>
                      <a:pt x="465590" y="896375"/>
                      <a:pt x="481655" y="831553"/>
                      <a:pt x="467093" y="797263"/>
                    </a:cubicBezTo>
                    <a:cubicBezTo>
                      <a:pt x="449620" y="756115"/>
                      <a:pt x="384328" y="672316"/>
                      <a:pt x="364035" y="602045"/>
                    </a:cubicBezTo>
                    <a:cubicBezTo>
                      <a:pt x="343743" y="531774"/>
                      <a:pt x="307762" y="433319"/>
                      <a:pt x="290664" y="394332"/>
                    </a:cubicBezTo>
                    <a:cubicBezTo>
                      <a:pt x="273472" y="355251"/>
                      <a:pt x="242282" y="216306"/>
                      <a:pt x="231291" y="183425"/>
                    </a:cubicBezTo>
                    <a:cubicBezTo>
                      <a:pt x="220393" y="150638"/>
                      <a:pt x="214099" y="127152"/>
                      <a:pt x="204704" y="117851"/>
                    </a:cubicBezTo>
                    <a:cubicBezTo>
                      <a:pt x="204704" y="117851"/>
                      <a:pt x="181312" y="6902"/>
                      <a:pt x="176051" y="1265"/>
                    </a:cubicBezTo>
                    <a:cubicBezTo>
                      <a:pt x="170884" y="-4465"/>
                      <a:pt x="157826" y="11130"/>
                      <a:pt x="157826" y="11130"/>
                    </a:cubicBezTo>
                    <a:cubicBezTo>
                      <a:pt x="157826" y="11130"/>
                      <a:pt x="107283" y="-2962"/>
                      <a:pt x="113014" y="76703"/>
                    </a:cubicBezTo>
                    <a:cubicBezTo>
                      <a:pt x="113014" y="76703"/>
                      <a:pt x="66135" y="95492"/>
                      <a:pt x="80227" y="168300"/>
                    </a:cubicBezTo>
                    <a:cubicBezTo>
                      <a:pt x="94319" y="241201"/>
                      <a:pt x="94788" y="283853"/>
                      <a:pt x="94788" y="283853"/>
                    </a:cubicBezTo>
                    <a:cubicBezTo>
                      <a:pt x="94788" y="283853"/>
                      <a:pt x="70363" y="330731"/>
                      <a:pt x="99486" y="445250"/>
                    </a:cubicBezTo>
                    <a:cubicBezTo>
                      <a:pt x="104747" y="465824"/>
                      <a:pt x="115081" y="504624"/>
                      <a:pt x="118745" y="529049"/>
                    </a:cubicBezTo>
                    <a:cubicBezTo>
                      <a:pt x="122408" y="553475"/>
                      <a:pt x="133870" y="623277"/>
                      <a:pt x="133870" y="641502"/>
                    </a:cubicBezTo>
                    <a:cubicBezTo>
                      <a:pt x="133870" y="659727"/>
                      <a:pt x="146364" y="744090"/>
                      <a:pt x="146364" y="744090"/>
                    </a:cubicBezTo>
                    <a:cubicBezTo>
                      <a:pt x="146364" y="744090"/>
                      <a:pt x="110477" y="819622"/>
                      <a:pt x="111980" y="858609"/>
                    </a:cubicBezTo>
                    <a:cubicBezTo>
                      <a:pt x="112450" y="869695"/>
                      <a:pt x="111886" y="881907"/>
                      <a:pt x="111135" y="893933"/>
                    </a:cubicBezTo>
                    <a:cubicBezTo>
                      <a:pt x="111135" y="893933"/>
                      <a:pt x="65665" y="1011082"/>
                      <a:pt x="55519" y="1041614"/>
                    </a:cubicBezTo>
                    <a:cubicBezTo>
                      <a:pt x="45373" y="1072052"/>
                      <a:pt x="1595" y="1202543"/>
                      <a:pt x="92" y="1243127"/>
                    </a:cubicBezTo>
                    <a:cubicBezTo>
                      <a:pt x="-1411" y="1283805"/>
                      <a:pt x="16062" y="1360934"/>
                      <a:pt x="16062" y="1360934"/>
                    </a:cubicBezTo>
                    <a:close/>
                  </a:path>
                </a:pathLst>
              </a:custGeom>
              <a:solidFill>
                <a:srgbClr val="F9BEA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3" name="Forme libre : forme 1942">
                <a:extLst>
                  <a:ext uri="{FF2B5EF4-FFF2-40B4-BE49-F238E27FC236}">
                    <a16:creationId xmlns:a16="http://schemas.microsoft.com/office/drawing/2014/main" id="{736C3368-D8B1-4F48-912F-617B53D7FD4C}"/>
                  </a:ext>
                </a:extLst>
              </p:cNvPr>
              <p:cNvSpPr/>
              <p:nvPr/>
            </p:nvSpPr>
            <p:spPr>
              <a:xfrm>
                <a:off x="6408555" y="5296724"/>
                <a:ext cx="94227" cy="397200"/>
              </a:xfrm>
              <a:custGeom>
                <a:avLst/>
                <a:gdLst>
                  <a:gd name="connsiteX0" fmla="*/ 86524 w 94227"/>
                  <a:gd name="connsiteY0" fmla="*/ 0 h 397200"/>
                  <a:gd name="connsiteX1" fmla="*/ 86336 w 94227"/>
                  <a:gd name="connsiteY1" fmla="*/ 13810 h 397200"/>
                  <a:gd name="connsiteX2" fmla="*/ 87463 w 94227"/>
                  <a:gd name="connsiteY2" fmla="*/ 20762 h 397200"/>
                  <a:gd name="connsiteX3" fmla="*/ 91409 w 94227"/>
                  <a:gd name="connsiteY3" fmla="*/ 27150 h 397200"/>
                  <a:gd name="connsiteX4" fmla="*/ 91315 w 94227"/>
                  <a:gd name="connsiteY4" fmla="*/ 25083 h 397200"/>
                  <a:gd name="connsiteX5" fmla="*/ 65950 w 94227"/>
                  <a:gd name="connsiteY5" fmla="*/ 66983 h 397200"/>
                  <a:gd name="connsiteX6" fmla="*/ 61064 w 94227"/>
                  <a:gd name="connsiteY6" fmla="*/ 91221 h 397200"/>
                  <a:gd name="connsiteX7" fmla="*/ 59279 w 94227"/>
                  <a:gd name="connsiteY7" fmla="*/ 115365 h 397200"/>
                  <a:gd name="connsiteX8" fmla="*/ 46221 w 94227"/>
                  <a:gd name="connsiteY8" fmla="*/ 210719 h 397200"/>
                  <a:gd name="connsiteX9" fmla="*/ 29123 w 94227"/>
                  <a:gd name="connsiteY9" fmla="*/ 305604 h 397200"/>
                  <a:gd name="connsiteX10" fmla="*/ 16628 w 94227"/>
                  <a:gd name="connsiteY10" fmla="*/ 351731 h 397200"/>
                  <a:gd name="connsiteX11" fmla="*/ 0 w 94227"/>
                  <a:gd name="connsiteY11" fmla="*/ 397201 h 397200"/>
                  <a:gd name="connsiteX12" fmla="*/ 20574 w 94227"/>
                  <a:gd name="connsiteY12" fmla="*/ 353516 h 397200"/>
                  <a:gd name="connsiteX13" fmla="*/ 35793 w 94227"/>
                  <a:gd name="connsiteY13" fmla="*/ 307201 h 397200"/>
                  <a:gd name="connsiteX14" fmla="*/ 55428 w 94227"/>
                  <a:gd name="connsiteY14" fmla="*/ 212222 h 397200"/>
                  <a:gd name="connsiteX15" fmla="*/ 67359 w 94227"/>
                  <a:gd name="connsiteY15" fmla="*/ 115929 h 397200"/>
                  <a:gd name="connsiteX16" fmla="*/ 68110 w 94227"/>
                  <a:gd name="connsiteY16" fmla="*/ 91785 h 397200"/>
                  <a:gd name="connsiteX17" fmla="*/ 71586 w 94227"/>
                  <a:gd name="connsiteY17" fmla="*/ 68486 h 397200"/>
                  <a:gd name="connsiteX18" fmla="*/ 93006 w 94227"/>
                  <a:gd name="connsiteY18" fmla="*/ 27056 h 397200"/>
                  <a:gd name="connsiteX19" fmla="*/ 94227 w 94227"/>
                  <a:gd name="connsiteY19" fmla="*/ 25835 h 397200"/>
                  <a:gd name="connsiteX20" fmla="*/ 92912 w 94227"/>
                  <a:gd name="connsiteY20" fmla="*/ 24989 h 397200"/>
                  <a:gd name="connsiteX21" fmla="*/ 87839 w 94227"/>
                  <a:gd name="connsiteY21" fmla="*/ 13622 h 397200"/>
                  <a:gd name="connsiteX22" fmla="*/ 86524 w 94227"/>
                  <a:gd name="connsiteY22" fmla="*/ 0 h 39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4227" h="397200">
                    <a:moveTo>
                      <a:pt x="86524" y="0"/>
                    </a:moveTo>
                    <a:cubicBezTo>
                      <a:pt x="86242" y="4603"/>
                      <a:pt x="86054" y="9206"/>
                      <a:pt x="86336" y="13810"/>
                    </a:cubicBezTo>
                    <a:cubicBezTo>
                      <a:pt x="86524" y="16159"/>
                      <a:pt x="86806" y="18413"/>
                      <a:pt x="87463" y="20762"/>
                    </a:cubicBezTo>
                    <a:cubicBezTo>
                      <a:pt x="88121" y="23017"/>
                      <a:pt x="89154" y="25459"/>
                      <a:pt x="91409" y="27150"/>
                    </a:cubicBezTo>
                    <a:lnTo>
                      <a:pt x="91315" y="25083"/>
                    </a:lnTo>
                    <a:cubicBezTo>
                      <a:pt x="78632" y="36075"/>
                      <a:pt x="70835" y="51200"/>
                      <a:pt x="65950" y="66983"/>
                    </a:cubicBezTo>
                    <a:cubicBezTo>
                      <a:pt x="63601" y="74875"/>
                      <a:pt x="62098" y="83048"/>
                      <a:pt x="61064" y="91221"/>
                    </a:cubicBezTo>
                    <a:lnTo>
                      <a:pt x="59279" y="115365"/>
                    </a:lnTo>
                    <a:cubicBezTo>
                      <a:pt x="56367" y="147212"/>
                      <a:pt x="51200" y="179060"/>
                      <a:pt x="46221" y="210719"/>
                    </a:cubicBezTo>
                    <a:cubicBezTo>
                      <a:pt x="40960" y="242473"/>
                      <a:pt x="35418" y="274132"/>
                      <a:pt x="29123" y="305604"/>
                    </a:cubicBezTo>
                    <a:cubicBezTo>
                      <a:pt x="25835" y="321293"/>
                      <a:pt x="22641" y="336981"/>
                      <a:pt x="16628" y="351731"/>
                    </a:cubicBezTo>
                    <a:cubicBezTo>
                      <a:pt x="10804" y="366574"/>
                      <a:pt x="3758" y="381417"/>
                      <a:pt x="0" y="397201"/>
                    </a:cubicBezTo>
                    <a:cubicBezTo>
                      <a:pt x="5637" y="382075"/>
                      <a:pt x="13340" y="367983"/>
                      <a:pt x="20574" y="353516"/>
                    </a:cubicBezTo>
                    <a:cubicBezTo>
                      <a:pt x="27808" y="338766"/>
                      <a:pt x="31660" y="322702"/>
                      <a:pt x="35793" y="307201"/>
                    </a:cubicBezTo>
                    <a:cubicBezTo>
                      <a:pt x="43967" y="275823"/>
                      <a:pt x="49885" y="244069"/>
                      <a:pt x="55428" y="212222"/>
                    </a:cubicBezTo>
                    <a:cubicBezTo>
                      <a:pt x="60595" y="180281"/>
                      <a:pt x="65386" y="148339"/>
                      <a:pt x="67359" y="115929"/>
                    </a:cubicBezTo>
                    <a:cubicBezTo>
                      <a:pt x="67922" y="107755"/>
                      <a:pt x="67735" y="99582"/>
                      <a:pt x="68110" y="91785"/>
                    </a:cubicBezTo>
                    <a:cubicBezTo>
                      <a:pt x="68674" y="83987"/>
                      <a:pt x="69707" y="76095"/>
                      <a:pt x="71586" y="68486"/>
                    </a:cubicBezTo>
                    <a:cubicBezTo>
                      <a:pt x="75626" y="53455"/>
                      <a:pt x="82108" y="38330"/>
                      <a:pt x="93006" y="27056"/>
                    </a:cubicBezTo>
                    <a:lnTo>
                      <a:pt x="94227" y="25835"/>
                    </a:lnTo>
                    <a:lnTo>
                      <a:pt x="92912" y="24989"/>
                    </a:lnTo>
                    <a:cubicBezTo>
                      <a:pt x="89718" y="22923"/>
                      <a:pt x="88591" y="17943"/>
                      <a:pt x="87839" y="13622"/>
                    </a:cubicBezTo>
                    <a:cubicBezTo>
                      <a:pt x="86993" y="9113"/>
                      <a:pt x="86712" y="4509"/>
                      <a:pt x="8652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4" name="Forme libre : forme 1943">
                <a:extLst>
                  <a:ext uri="{FF2B5EF4-FFF2-40B4-BE49-F238E27FC236}">
                    <a16:creationId xmlns:a16="http://schemas.microsoft.com/office/drawing/2014/main" id="{D8C50EC0-5044-4204-9C6A-72401A1CB5BE}"/>
                  </a:ext>
                </a:extLst>
              </p:cNvPr>
              <p:cNvSpPr/>
              <p:nvPr/>
            </p:nvSpPr>
            <p:spPr>
              <a:xfrm>
                <a:off x="6386000" y="4363616"/>
                <a:ext cx="473013" cy="1762549"/>
              </a:xfrm>
              <a:custGeom>
                <a:avLst/>
                <a:gdLst>
                  <a:gd name="connsiteX0" fmla="*/ 390633 w 473013"/>
                  <a:gd name="connsiteY0" fmla="*/ 1762550 h 1762549"/>
                  <a:gd name="connsiteX1" fmla="*/ 364892 w 473013"/>
                  <a:gd name="connsiteY1" fmla="*/ 1475172 h 1762549"/>
                  <a:gd name="connsiteX2" fmla="*/ 387533 w 473013"/>
                  <a:gd name="connsiteY2" fmla="*/ 1286154 h 1762549"/>
                  <a:gd name="connsiteX3" fmla="*/ 435914 w 473013"/>
                  <a:gd name="connsiteY3" fmla="*/ 1044809 h 1762549"/>
                  <a:gd name="connsiteX4" fmla="*/ 458555 w 473013"/>
                  <a:gd name="connsiteY4" fmla="*/ 915164 h 1762549"/>
                  <a:gd name="connsiteX5" fmla="*/ 467104 w 473013"/>
                  <a:gd name="connsiteY5" fmla="*/ 797263 h 1762549"/>
                  <a:gd name="connsiteX6" fmla="*/ 364046 w 473013"/>
                  <a:gd name="connsiteY6" fmla="*/ 602045 h 1762549"/>
                  <a:gd name="connsiteX7" fmla="*/ 290675 w 473013"/>
                  <a:gd name="connsiteY7" fmla="*/ 394332 h 1762549"/>
                  <a:gd name="connsiteX8" fmla="*/ 231302 w 473013"/>
                  <a:gd name="connsiteY8" fmla="*/ 183425 h 1762549"/>
                  <a:gd name="connsiteX9" fmla="*/ 204715 w 473013"/>
                  <a:gd name="connsiteY9" fmla="*/ 117851 h 1762549"/>
                  <a:gd name="connsiteX10" fmla="*/ 176062 w 473013"/>
                  <a:gd name="connsiteY10" fmla="*/ 1265 h 1762549"/>
                  <a:gd name="connsiteX11" fmla="*/ 157837 w 473013"/>
                  <a:gd name="connsiteY11" fmla="*/ 11130 h 1762549"/>
                  <a:gd name="connsiteX12" fmla="*/ 113025 w 473013"/>
                  <a:gd name="connsiteY12" fmla="*/ 76703 h 1762549"/>
                  <a:gd name="connsiteX13" fmla="*/ 80238 w 473013"/>
                  <a:gd name="connsiteY13" fmla="*/ 168300 h 1762549"/>
                  <a:gd name="connsiteX14" fmla="*/ 94799 w 473013"/>
                  <a:gd name="connsiteY14" fmla="*/ 283853 h 1762549"/>
                  <a:gd name="connsiteX15" fmla="*/ 99497 w 473013"/>
                  <a:gd name="connsiteY15" fmla="*/ 445250 h 1762549"/>
                  <a:gd name="connsiteX16" fmla="*/ 118756 w 473013"/>
                  <a:gd name="connsiteY16" fmla="*/ 529049 h 1762549"/>
                  <a:gd name="connsiteX17" fmla="*/ 133881 w 473013"/>
                  <a:gd name="connsiteY17" fmla="*/ 641502 h 1762549"/>
                  <a:gd name="connsiteX18" fmla="*/ 146375 w 473013"/>
                  <a:gd name="connsiteY18" fmla="*/ 744090 h 1762549"/>
                  <a:gd name="connsiteX19" fmla="*/ 111991 w 473013"/>
                  <a:gd name="connsiteY19" fmla="*/ 858609 h 1762549"/>
                  <a:gd name="connsiteX20" fmla="*/ 111146 w 473013"/>
                  <a:gd name="connsiteY20" fmla="*/ 893933 h 1762549"/>
                  <a:gd name="connsiteX21" fmla="*/ 55530 w 473013"/>
                  <a:gd name="connsiteY21" fmla="*/ 1041614 h 1762549"/>
                  <a:gd name="connsiteX22" fmla="*/ 103 w 473013"/>
                  <a:gd name="connsiteY22" fmla="*/ 1243127 h 1762549"/>
                  <a:gd name="connsiteX23" fmla="*/ 16073 w 473013"/>
                  <a:gd name="connsiteY23" fmla="*/ 1360934 h 1762549"/>
                  <a:gd name="connsiteX24" fmla="*/ 19925 w 473013"/>
                  <a:gd name="connsiteY24" fmla="*/ 1432427 h 1762549"/>
                  <a:gd name="connsiteX25" fmla="*/ 89726 w 473013"/>
                  <a:gd name="connsiteY25" fmla="*/ 1754189 h 1762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73013" h="1762549">
                    <a:moveTo>
                      <a:pt x="390633" y="1762550"/>
                    </a:moveTo>
                    <a:cubicBezTo>
                      <a:pt x="390633" y="1762550"/>
                      <a:pt x="364892" y="1510307"/>
                      <a:pt x="364892" y="1475172"/>
                    </a:cubicBezTo>
                    <a:cubicBezTo>
                      <a:pt x="364892" y="1440036"/>
                      <a:pt x="371938" y="1354922"/>
                      <a:pt x="387533" y="1286154"/>
                    </a:cubicBezTo>
                    <a:cubicBezTo>
                      <a:pt x="403128" y="1217386"/>
                      <a:pt x="428962" y="1077595"/>
                      <a:pt x="435914" y="1044809"/>
                    </a:cubicBezTo>
                    <a:cubicBezTo>
                      <a:pt x="442866" y="1012022"/>
                      <a:pt x="451509" y="933859"/>
                      <a:pt x="458555" y="915164"/>
                    </a:cubicBezTo>
                    <a:cubicBezTo>
                      <a:pt x="465601" y="896375"/>
                      <a:pt x="481666" y="831553"/>
                      <a:pt x="467104" y="797263"/>
                    </a:cubicBezTo>
                    <a:cubicBezTo>
                      <a:pt x="449631" y="756115"/>
                      <a:pt x="384338" y="672316"/>
                      <a:pt x="364046" y="602045"/>
                    </a:cubicBezTo>
                    <a:cubicBezTo>
                      <a:pt x="343754" y="531774"/>
                      <a:pt x="307773" y="433319"/>
                      <a:pt x="290675" y="394332"/>
                    </a:cubicBezTo>
                    <a:cubicBezTo>
                      <a:pt x="273483" y="355251"/>
                      <a:pt x="242293" y="216306"/>
                      <a:pt x="231302" y="183425"/>
                    </a:cubicBezTo>
                    <a:cubicBezTo>
                      <a:pt x="220404" y="150638"/>
                      <a:pt x="214110" y="127152"/>
                      <a:pt x="204715" y="117851"/>
                    </a:cubicBezTo>
                    <a:cubicBezTo>
                      <a:pt x="204715" y="117851"/>
                      <a:pt x="181323" y="6902"/>
                      <a:pt x="176062" y="1265"/>
                    </a:cubicBezTo>
                    <a:cubicBezTo>
                      <a:pt x="170895" y="-4465"/>
                      <a:pt x="157837" y="11130"/>
                      <a:pt x="157837" y="11130"/>
                    </a:cubicBezTo>
                    <a:cubicBezTo>
                      <a:pt x="157837" y="11130"/>
                      <a:pt x="107294" y="-2962"/>
                      <a:pt x="113025" y="76703"/>
                    </a:cubicBezTo>
                    <a:cubicBezTo>
                      <a:pt x="113025" y="76703"/>
                      <a:pt x="66146" y="95492"/>
                      <a:pt x="80238" y="168300"/>
                    </a:cubicBezTo>
                    <a:cubicBezTo>
                      <a:pt x="94330" y="241201"/>
                      <a:pt x="94799" y="283853"/>
                      <a:pt x="94799" y="283853"/>
                    </a:cubicBezTo>
                    <a:cubicBezTo>
                      <a:pt x="94799" y="283853"/>
                      <a:pt x="70373" y="330731"/>
                      <a:pt x="99497" y="445250"/>
                    </a:cubicBezTo>
                    <a:cubicBezTo>
                      <a:pt x="104757" y="465824"/>
                      <a:pt x="115092" y="504624"/>
                      <a:pt x="118756" y="529049"/>
                    </a:cubicBezTo>
                    <a:cubicBezTo>
                      <a:pt x="122419" y="553475"/>
                      <a:pt x="133881" y="623277"/>
                      <a:pt x="133881" y="641502"/>
                    </a:cubicBezTo>
                    <a:cubicBezTo>
                      <a:pt x="133881" y="659727"/>
                      <a:pt x="146375" y="744090"/>
                      <a:pt x="146375" y="744090"/>
                    </a:cubicBezTo>
                    <a:cubicBezTo>
                      <a:pt x="146375" y="744090"/>
                      <a:pt x="110488" y="819622"/>
                      <a:pt x="111991" y="858609"/>
                    </a:cubicBezTo>
                    <a:cubicBezTo>
                      <a:pt x="112461" y="869695"/>
                      <a:pt x="111897" y="881907"/>
                      <a:pt x="111146" y="893933"/>
                    </a:cubicBezTo>
                    <a:cubicBezTo>
                      <a:pt x="111146" y="893933"/>
                      <a:pt x="65676" y="1011082"/>
                      <a:pt x="55530" y="1041614"/>
                    </a:cubicBezTo>
                    <a:cubicBezTo>
                      <a:pt x="45384" y="1072052"/>
                      <a:pt x="1606" y="1202543"/>
                      <a:pt x="103" y="1243127"/>
                    </a:cubicBezTo>
                    <a:cubicBezTo>
                      <a:pt x="-1495" y="1283711"/>
                      <a:pt x="16073" y="1360934"/>
                      <a:pt x="16073" y="1360934"/>
                    </a:cubicBezTo>
                    <a:cubicBezTo>
                      <a:pt x="13913" y="1380005"/>
                      <a:pt x="14570" y="1403022"/>
                      <a:pt x="19925" y="1432427"/>
                    </a:cubicBezTo>
                    <a:cubicBezTo>
                      <a:pt x="36084" y="1520453"/>
                      <a:pt x="69434" y="1588658"/>
                      <a:pt x="89726" y="1754189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5" name="Forme libre : forme 1944">
                <a:extLst>
                  <a:ext uri="{FF2B5EF4-FFF2-40B4-BE49-F238E27FC236}">
                    <a16:creationId xmlns:a16="http://schemas.microsoft.com/office/drawing/2014/main" id="{2B8326E8-F9EE-4ADD-9969-74EEC8E7FE0D}"/>
                  </a:ext>
                </a:extLst>
              </p:cNvPr>
              <p:cNvSpPr/>
              <p:nvPr/>
            </p:nvSpPr>
            <p:spPr>
              <a:xfrm>
                <a:off x="6499118" y="4433707"/>
                <a:ext cx="302837" cy="851649"/>
              </a:xfrm>
              <a:custGeom>
                <a:avLst/>
                <a:gdLst>
                  <a:gd name="connsiteX0" fmla="*/ 0 w 302837"/>
                  <a:gd name="connsiteY0" fmla="*/ 6519 h 851649"/>
                  <a:gd name="connsiteX1" fmla="*/ 8831 w 302837"/>
                  <a:gd name="connsiteY1" fmla="*/ 6519 h 851649"/>
                  <a:gd name="connsiteX2" fmla="*/ 30344 w 302837"/>
                  <a:gd name="connsiteY2" fmla="*/ 412 h 851649"/>
                  <a:gd name="connsiteX3" fmla="*/ 65480 w 302837"/>
                  <a:gd name="connsiteY3" fmla="*/ 109389 h 851649"/>
                  <a:gd name="connsiteX4" fmla="*/ 91691 w 302837"/>
                  <a:gd name="connsiteY4" fmla="*/ 184357 h 851649"/>
                  <a:gd name="connsiteX5" fmla="*/ 137348 w 302837"/>
                  <a:gd name="connsiteY5" fmla="*/ 331569 h 851649"/>
                  <a:gd name="connsiteX6" fmla="*/ 179154 w 302837"/>
                  <a:gd name="connsiteY6" fmla="*/ 443270 h 851649"/>
                  <a:gd name="connsiteX7" fmla="*/ 219362 w 302837"/>
                  <a:gd name="connsiteY7" fmla="*/ 561171 h 851649"/>
                  <a:gd name="connsiteX8" fmla="*/ 267744 w 302837"/>
                  <a:gd name="connsiteY8" fmla="*/ 696264 h 851649"/>
                  <a:gd name="connsiteX9" fmla="*/ 302128 w 302837"/>
                  <a:gd name="connsiteY9" fmla="*/ 793497 h 851649"/>
                  <a:gd name="connsiteX10" fmla="*/ 302128 w 302837"/>
                  <a:gd name="connsiteY10" fmla="*/ 851650 h 85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837" h="851649">
                    <a:moveTo>
                      <a:pt x="0" y="6519"/>
                    </a:moveTo>
                    <a:lnTo>
                      <a:pt x="8831" y="6519"/>
                    </a:lnTo>
                    <a:cubicBezTo>
                      <a:pt x="8831" y="6519"/>
                      <a:pt x="24426" y="-1936"/>
                      <a:pt x="30344" y="412"/>
                    </a:cubicBezTo>
                    <a:cubicBezTo>
                      <a:pt x="36169" y="2761"/>
                      <a:pt x="60783" y="76602"/>
                      <a:pt x="65480" y="109389"/>
                    </a:cubicBezTo>
                    <a:cubicBezTo>
                      <a:pt x="65480" y="109389"/>
                      <a:pt x="81450" y="147249"/>
                      <a:pt x="91691" y="184357"/>
                    </a:cubicBezTo>
                    <a:cubicBezTo>
                      <a:pt x="101931" y="221465"/>
                      <a:pt x="129175" y="304607"/>
                      <a:pt x="137348" y="331569"/>
                    </a:cubicBezTo>
                    <a:cubicBezTo>
                      <a:pt x="145521" y="358531"/>
                      <a:pt x="168162" y="415932"/>
                      <a:pt x="179154" y="443270"/>
                    </a:cubicBezTo>
                    <a:cubicBezTo>
                      <a:pt x="190051" y="470608"/>
                      <a:pt x="211940" y="528760"/>
                      <a:pt x="219362" y="561171"/>
                    </a:cubicBezTo>
                    <a:cubicBezTo>
                      <a:pt x="226784" y="593582"/>
                      <a:pt x="257598" y="669772"/>
                      <a:pt x="267744" y="696264"/>
                    </a:cubicBezTo>
                    <a:cubicBezTo>
                      <a:pt x="277890" y="722851"/>
                      <a:pt x="300531" y="774802"/>
                      <a:pt x="302128" y="793497"/>
                    </a:cubicBezTo>
                    <a:cubicBezTo>
                      <a:pt x="303725" y="812286"/>
                      <a:pt x="302128" y="851650"/>
                      <a:pt x="302128" y="851650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6" name="Forme libre : forme 1945">
                <a:extLst>
                  <a:ext uri="{FF2B5EF4-FFF2-40B4-BE49-F238E27FC236}">
                    <a16:creationId xmlns:a16="http://schemas.microsoft.com/office/drawing/2014/main" id="{3C046537-5CE4-4A0B-BA5F-60FFEA96F3A0}"/>
                  </a:ext>
                </a:extLst>
              </p:cNvPr>
              <p:cNvSpPr/>
              <p:nvPr/>
            </p:nvSpPr>
            <p:spPr>
              <a:xfrm>
                <a:off x="6480893" y="4610873"/>
                <a:ext cx="210249" cy="547563"/>
              </a:xfrm>
              <a:custGeom>
                <a:avLst/>
                <a:gdLst>
                  <a:gd name="connsiteX0" fmla="*/ 0 w 210249"/>
                  <a:gd name="connsiteY0" fmla="*/ 36502 h 547563"/>
                  <a:gd name="connsiteX1" fmla="*/ 36451 w 210249"/>
                  <a:gd name="connsiteY1" fmla="*/ 7097 h 547563"/>
                  <a:gd name="connsiteX2" fmla="*/ 69613 w 210249"/>
                  <a:gd name="connsiteY2" fmla="*/ 5500 h 547563"/>
                  <a:gd name="connsiteX3" fmla="*/ 88778 w 210249"/>
                  <a:gd name="connsiteY3" fmla="*/ 91835 h 547563"/>
                  <a:gd name="connsiteX4" fmla="*/ 113392 w 210249"/>
                  <a:gd name="connsiteY4" fmla="*/ 188693 h 547563"/>
                  <a:gd name="connsiteX5" fmla="*/ 150876 w 210249"/>
                  <a:gd name="connsiteY5" fmla="*/ 298421 h 547563"/>
                  <a:gd name="connsiteX6" fmla="*/ 197379 w 210249"/>
                  <a:gd name="connsiteY6" fmla="*/ 485842 h 547563"/>
                  <a:gd name="connsiteX7" fmla="*/ 210249 w 210249"/>
                  <a:gd name="connsiteY7" fmla="*/ 547564 h 54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0249" h="547563">
                    <a:moveTo>
                      <a:pt x="0" y="36502"/>
                    </a:moveTo>
                    <a:cubicBezTo>
                      <a:pt x="0" y="36502"/>
                      <a:pt x="17286" y="10949"/>
                      <a:pt x="36451" y="7097"/>
                    </a:cubicBezTo>
                    <a:cubicBezTo>
                      <a:pt x="36451" y="7097"/>
                      <a:pt x="54394" y="-7746"/>
                      <a:pt x="69613" y="5500"/>
                    </a:cubicBezTo>
                    <a:cubicBezTo>
                      <a:pt x="69613" y="5500"/>
                      <a:pt x="86805" y="76992"/>
                      <a:pt x="88778" y="91835"/>
                    </a:cubicBezTo>
                    <a:cubicBezTo>
                      <a:pt x="88778" y="91835"/>
                      <a:pt x="107943" y="166804"/>
                      <a:pt x="113392" y="188693"/>
                    </a:cubicBezTo>
                    <a:cubicBezTo>
                      <a:pt x="118841" y="210582"/>
                      <a:pt x="145051" y="279256"/>
                      <a:pt x="150876" y="298421"/>
                    </a:cubicBezTo>
                    <a:cubicBezTo>
                      <a:pt x="156701" y="317586"/>
                      <a:pt x="194654" y="472595"/>
                      <a:pt x="197379" y="485842"/>
                    </a:cubicBezTo>
                    <a:cubicBezTo>
                      <a:pt x="200103" y="499088"/>
                      <a:pt x="210249" y="547564"/>
                      <a:pt x="210249" y="547564"/>
                    </a:cubicBezTo>
                  </a:path>
                </a:pathLst>
              </a:custGeom>
              <a:noFill/>
              <a:ln w="9389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7" name="Forme libre : forme 1946">
                <a:extLst>
                  <a:ext uri="{FF2B5EF4-FFF2-40B4-BE49-F238E27FC236}">
                    <a16:creationId xmlns:a16="http://schemas.microsoft.com/office/drawing/2014/main" id="{7FE94320-6197-48DB-9180-3F5DB617800C}"/>
                  </a:ext>
                </a:extLst>
              </p:cNvPr>
              <p:cNvSpPr/>
              <p:nvPr/>
            </p:nvSpPr>
            <p:spPr>
              <a:xfrm>
                <a:off x="6693556" y="5177977"/>
                <a:ext cx="10516" cy="77692"/>
              </a:xfrm>
              <a:custGeom>
                <a:avLst/>
                <a:gdLst>
                  <a:gd name="connsiteX0" fmla="*/ 1062 w 10516"/>
                  <a:gd name="connsiteY0" fmla="*/ 0 h 77692"/>
                  <a:gd name="connsiteX1" fmla="*/ 780 w 10516"/>
                  <a:gd name="connsiteY1" fmla="*/ 39082 h 77692"/>
                  <a:gd name="connsiteX2" fmla="*/ 5665 w 10516"/>
                  <a:gd name="connsiteY2" fmla="*/ 77693 h 77692"/>
                  <a:gd name="connsiteX3" fmla="*/ 10081 w 10516"/>
                  <a:gd name="connsiteY3" fmla="*/ 58152 h 77692"/>
                  <a:gd name="connsiteX4" fmla="*/ 10175 w 10516"/>
                  <a:gd name="connsiteY4" fmla="*/ 38330 h 77692"/>
                  <a:gd name="connsiteX5" fmla="*/ 1062 w 10516"/>
                  <a:gd name="connsiteY5" fmla="*/ 0 h 77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516" h="77692">
                    <a:moveTo>
                      <a:pt x="1062" y="0"/>
                    </a:moveTo>
                    <a:cubicBezTo>
                      <a:pt x="-629" y="13434"/>
                      <a:pt x="29" y="26305"/>
                      <a:pt x="780" y="39082"/>
                    </a:cubicBezTo>
                    <a:cubicBezTo>
                      <a:pt x="1814" y="51952"/>
                      <a:pt x="3317" y="64447"/>
                      <a:pt x="5665" y="77693"/>
                    </a:cubicBezTo>
                    <a:cubicBezTo>
                      <a:pt x="8296" y="71399"/>
                      <a:pt x="9423" y="64728"/>
                      <a:pt x="10081" y="58152"/>
                    </a:cubicBezTo>
                    <a:cubicBezTo>
                      <a:pt x="10739" y="51576"/>
                      <a:pt x="10551" y="44906"/>
                      <a:pt x="10175" y="38330"/>
                    </a:cubicBezTo>
                    <a:cubicBezTo>
                      <a:pt x="9048" y="25365"/>
                      <a:pt x="6699" y="12307"/>
                      <a:pt x="106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8" name="Forme libre : forme 1947">
                <a:extLst>
                  <a:ext uri="{FF2B5EF4-FFF2-40B4-BE49-F238E27FC236}">
                    <a16:creationId xmlns:a16="http://schemas.microsoft.com/office/drawing/2014/main" id="{1866A356-EDC2-4CAD-A1AD-A8DC03D60AFA}"/>
                  </a:ext>
                </a:extLst>
              </p:cNvPr>
              <p:cNvSpPr/>
              <p:nvPr/>
            </p:nvSpPr>
            <p:spPr>
              <a:xfrm>
                <a:off x="6527866" y="5106955"/>
                <a:ext cx="11743" cy="43308"/>
              </a:xfrm>
              <a:custGeom>
                <a:avLst/>
                <a:gdLst>
                  <a:gd name="connsiteX0" fmla="*/ 0 w 11743"/>
                  <a:gd name="connsiteY0" fmla="*/ 1503 h 43308"/>
                  <a:gd name="connsiteX1" fmla="*/ 11743 w 11743"/>
                  <a:gd name="connsiteY1" fmla="*/ 43309 h 43308"/>
                  <a:gd name="connsiteX2" fmla="*/ 9207 w 11743"/>
                  <a:gd name="connsiteY2" fmla="*/ 0 h 4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43" h="43308">
                    <a:moveTo>
                      <a:pt x="0" y="1503"/>
                    </a:moveTo>
                    <a:lnTo>
                      <a:pt x="11743" y="43309"/>
                    </a:lnTo>
                    <a:lnTo>
                      <a:pt x="9207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9" name="Forme libre : forme 1948">
                <a:extLst>
                  <a:ext uri="{FF2B5EF4-FFF2-40B4-BE49-F238E27FC236}">
                    <a16:creationId xmlns:a16="http://schemas.microsoft.com/office/drawing/2014/main" id="{58C3ACD5-FC77-4403-A456-EBA09E376201}"/>
                  </a:ext>
                </a:extLst>
              </p:cNvPr>
              <p:cNvSpPr/>
              <p:nvPr/>
            </p:nvSpPr>
            <p:spPr>
              <a:xfrm>
                <a:off x="6516334" y="4617970"/>
                <a:ext cx="50237" cy="86652"/>
              </a:xfrm>
              <a:custGeom>
                <a:avLst/>
                <a:gdLst>
                  <a:gd name="connsiteX0" fmla="*/ 1010 w 50237"/>
                  <a:gd name="connsiteY0" fmla="*/ 0 h 86652"/>
                  <a:gd name="connsiteX1" fmla="*/ 822 w 50237"/>
                  <a:gd name="connsiteY1" fmla="*/ 27432 h 86652"/>
                  <a:gd name="connsiteX2" fmla="*/ 7680 w 50237"/>
                  <a:gd name="connsiteY2" fmla="*/ 54394 h 86652"/>
                  <a:gd name="connsiteX3" fmla="*/ 23745 w 50237"/>
                  <a:gd name="connsiteY3" fmla="*/ 77881 h 86652"/>
                  <a:gd name="connsiteX4" fmla="*/ 50237 w 50237"/>
                  <a:gd name="connsiteY4" fmla="*/ 86336 h 86652"/>
                  <a:gd name="connsiteX5" fmla="*/ 16417 w 50237"/>
                  <a:gd name="connsiteY5" fmla="*/ 50824 h 86652"/>
                  <a:gd name="connsiteX6" fmla="*/ 1010 w 50237"/>
                  <a:gd name="connsiteY6" fmla="*/ 0 h 86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237" h="86652">
                    <a:moveTo>
                      <a:pt x="1010" y="0"/>
                    </a:moveTo>
                    <a:cubicBezTo>
                      <a:pt x="-399" y="9113"/>
                      <a:pt x="-211" y="18319"/>
                      <a:pt x="822" y="27432"/>
                    </a:cubicBezTo>
                    <a:cubicBezTo>
                      <a:pt x="1949" y="36545"/>
                      <a:pt x="4204" y="45658"/>
                      <a:pt x="7680" y="54394"/>
                    </a:cubicBezTo>
                    <a:cubicBezTo>
                      <a:pt x="11156" y="63037"/>
                      <a:pt x="16229" y="71492"/>
                      <a:pt x="23745" y="77881"/>
                    </a:cubicBezTo>
                    <a:cubicBezTo>
                      <a:pt x="30978" y="84363"/>
                      <a:pt x="41124" y="87745"/>
                      <a:pt x="50237" y="86336"/>
                    </a:cubicBezTo>
                    <a:cubicBezTo>
                      <a:pt x="32106" y="81357"/>
                      <a:pt x="22711" y="66795"/>
                      <a:pt x="16417" y="50824"/>
                    </a:cubicBezTo>
                    <a:cubicBezTo>
                      <a:pt x="9841" y="34854"/>
                      <a:pt x="5801" y="17662"/>
                      <a:pt x="101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0" name="Forme libre : forme 1949">
                <a:extLst>
                  <a:ext uri="{FF2B5EF4-FFF2-40B4-BE49-F238E27FC236}">
                    <a16:creationId xmlns:a16="http://schemas.microsoft.com/office/drawing/2014/main" id="{10F704F7-485B-48CC-8E1F-7790874EBBC4}"/>
                  </a:ext>
                </a:extLst>
              </p:cNvPr>
              <p:cNvSpPr/>
              <p:nvPr/>
            </p:nvSpPr>
            <p:spPr>
              <a:xfrm>
                <a:off x="6507275" y="4440226"/>
                <a:ext cx="55725" cy="113019"/>
              </a:xfrm>
              <a:custGeom>
                <a:avLst/>
                <a:gdLst>
                  <a:gd name="connsiteX0" fmla="*/ 674 w 55725"/>
                  <a:gd name="connsiteY0" fmla="*/ 0 h 113019"/>
                  <a:gd name="connsiteX1" fmla="*/ 1144 w 55725"/>
                  <a:gd name="connsiteY1" fmla="*/ 34384 h 113019"/>
                  <a:gd name="connsiteX2" fmla="*/ 8002 w 55725"/>
                  <a:gd name="connsiteY2" fmla="*/ 68298 h 113019"/>
                  <a:gd name="connsiteX3" fmla="*/ 23878 w 55725"/>
                  <a:gd name="connsiteY3" fmla="*/ 99676 h 113019"/>
                  <a:gd name="connsiteX4" fmla="*/ 38158 w 55725"/>
                  <a:gd name="connsiteY4" fmla="*/ 110949 h 113019"/>
                  <a:gd name="connsiteX5" fmla="*/ 55726 w 55725"/>
                  <a:gd name="connsiteY5" fmla="*/ 111795 h 113019"/>
                  <a:gd name="connsiteX6" fmla="*/ 29797 w 55725"/>
                  <a:gd name="connsiteY6" fmla="*/ 95260 h 113019"/>
                  <a:gd name="connsiteX7" fmla="*/ 16926 w 55725"/>
                  <a:gd name="connsiteY7" fmla="*/ 65386 h 113019"/>
                  <a:gd name="connsiteX8" fmla="*/ 8284 w 55725"/>
                  <a:gd name="connsiteY8" fmla="*/ 33069 h 113019"/>
                  <a:gd name="connsiteX9" fmla="*/ 674 w 55725"/>
                  <a:gd name="connsiteY9" fmla="*/ 0 h 11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725" h="113019">
                    <a:moveTo>
                      <a:pt x="674" y="0"/>
                    </a:moveTo>
                    <a:cubicBezTo>
                      <a:pt x="-453" y="11461"/>
                      <a:pt x="-78" y="22922"/>
                      <a:pt x="1144" y="34384"/>
                    </a:cubicBezTo>
                    <a:cubicBezTo>
                      <a:pt x="2365" y="45845"/>
                      <a:pt x="4620" y="57119"/>
                      <a:pt x="8002" y="68298"/>
                    </a:cubicBezTo>
                    <a:cubicBezTo>
                      <a:pt x="11572" y="79289"/>
                      <a:pt x="16269" y="90375"/>
                      <a:pt x="23878" y="99676"/>
                    </a:cubicBezTo>
                    <a:cubicBezTo>
                      <a:pt x="27730" y="104373"/>
                      <a:pt x="32521" y="108413"/>
                      <a:pt x="38158" y="110949"/>
                    </a:cubicBezTo>
                    <a:cubicBezTo>
                      <a:pt x="43795" y="113392"/>
                      <a:pt x="50277" y="113673"/>
                      <a:pt x="55726" y="111795"/>
                    </a:cubicBezTo>
                    <a:cubicBezTo>
                      <a:pt x="43889" y="111701"/>
                      <a:pt x="35340" y="104185"/>
                      <a:pt x="29797" y="95260"/>
                    </a:cubicBezTo>
                    <a:cubicBezTo>
                      <a:pt x="24160" y="86148"/>
                      <a:pt x="20214" y="75908"/>
                      <a:pt x="16926" y="65386"/>
                    </a:cubicBezTo>
                    <a:cubicBezTo>
                      <a:pt x="13544" y="54864"/>
                      <a:pt x="10914" y="43966"/>
                      <a:pt x="8284" y="33069"/>
                    </a:cubicBezTo>
                    <a:lnTo>
                      <a:pt x="674" y="0"/>
                    </a:ln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1" name="Forme libre : forme 1950">
                <a:extLst>
                  <a:ext uri="{FF2B5EF4-FFF2-40B4-BE49-F238E27FC236}">
                    <a16:creationId xmlns:a16="http://schemas.microsoft.com/office/drawing/2014/main" id="{BBC79C76-0DC7-4192-B0EF-3A4C20C1FDE6}"/>
                  </a:ext>
                </a:extLst>
              </p:cNvPr>
              <p:cNvSpPr/>
              <p:nvPr/>
            </p:nvSpPr>
            <p:spPr>
              <a:xfrm>
                <a:off x="6540712" y="4374558"/>
                <a:ext cx="50190" cy="109540"/>
              </a:xfrm>
              <a:custGeom>
                <a:avLst/>
                <a:gdLst>
                  <a:gd name="connsiteX0" fmla="*/ 3218 w 50190"/>
                  <a:gd name="connsiteY0" fmla="*/ 0 h 109540"/>
                  <a:gd name="connsiteX1" fmla="*/ 5379 w 50190"/>
                  <a:gd name="connsiteY1" fmla="*/ 65856 h 109540"/>
                  <a:gd name="connsiteX2" fmla="*/ 19940 w 50190"/>
                  <a:gd name="connsiteY2" fmla="*/ 96482 h 109540"/>
                  <a:gd name="connsiteX3" fmla="*/ 33375 w 50190"/>
                  <a:gd name="connsiteY3" fmla="*/ 107661 h 109540"/>
                  <a:gd name="connsiteX4" fmla="*/ 42112 w 50190"/>
                  <a:gd name="connsiteY4" fmla="*/ 109540 h 109540"/>
                  <a:gd name="connsiteX5" fmla="*/ 50191 w 50190"/>
                  <a:gd name="connsiteY5" fmla="*/ 106722 h 109540"/>
                  <a:gd name="connsiteX6" fmla="*/ 35723 w 50190"/>
                  <a:gd name="connsiteY6" fmla="*/ 103622 h 109540"/>
                  <a:gd name="connsiteX7" fmla="*/ 25953 w 50190"/>
                  <a:gd name="connsiteY7" fmla="*/ 92254 h 109540"/>
                  <a:gd name="connsiteX8" fmla="*/ 14492 w 50190"/>
                  <a:gd name="connsiteY8" fmla="*/ 63319 h 109540"/>
                  <a:gd name="connsiteX9" fmla="*/ 7446 w 50190"/>
                  <a:gd name="connsiteY9" fmla="*/ 32129 h 109540"/>
                  <a:gd name="connsiteX10" fmla="*/ 3218 w 50190"/>
                  <a:gd name="connsiteY10" fmla="*/ 0 h 10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190" h="109540">
                    <a:moveTo>
                      <a:pt x="3218" y="0"/>
                    </a:moveTo>
                    <a:cubicBezTo>
                      <a:pt x="-2230" y="21514"/>
                      <a:pt x="-258" y="44436"/>
                      <a:pt x="5379" y="65856"/>
                    </a:cubicBezTo>
                    <a:cubicBezTo>
                      <a:pt x="8479" y="76659"/>
                      <a:pt x="12707" y="87369"/>
                      <a:pt x="19940" y="96482"/>
                    </a:cubicBezTo>
                    <a:cubicBezTo>
                      <a:pt x="23510" y="100991"/>
                      <a:pt x="27926" y="105125"/>
                      <a:pt x="33375" y="107661"/>
                    </a:cubicBezTo>
                    <a:cubicBezTo>
                      <a:pt x="36099" y="108882"/>
                      <a:pt x="39105" y="109540"/>
                      <a:pt x="42112" y="109540"/>
                    </a:cubicBezTo>
                    <a:cubicBezTo>
                      <a:pt x="45118" y="109352"/>
                      <a:pt x="47936" y="108319"/>
                      <a:pt x="50191" y="106722"/>
                    </a:cubicBezTo>
                    <a:cubicBezTo>
                      <a:pt x="44742" y="108225"/>
                      <a:pt x="39669" y="106722"/>
                      <a:pt x="35723" y="103622"/>
                    </a:cubicBezTo>
                    <a:cubicBezTo>
                      <a:pt x="31684" y="100709"/>
                      <a:pt x="28678" y="96482"/>
                      <a:pt x="25953" y="92254"/>
                    </a:cubicBezTo>
                    <a:cubicBezTo>
                      <a:pt x="20786" y="83423"/>
                      <a:pt x="17216" y="73559"/>
                      <a:pt x="14492" y="63319"/>
                    </a:cubicBezTo>
                    <a:cubicBezTo>
                      <a:pt x="11579" y="53079"/>
                      <a:pt x="9419" y="42651"/>
                      <a:pt x="7446" y="32129"/>
                    </a:cubicBezTo>
                    <a:cubicBezTo>
                      <a:pt x="5567" y="21701"/>
                      <a:pt x="4346" y="10992"/>
                      <a:pt x="3218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2" name="Forme libre : forme 1951">
                <a:extLst>
                  <a:ext uri="{FF2B5EF4-FFF2-40B4-BE49-F238E27FC236}">
                    <a16:creationId xmlns:a16="http://schemas.microsoft.com/office/drawing/2014/main" id="{812D8FCE-3AE3-43DE-80D9-0D1844AC37E9}"/>
                  </a:ext>
                </a:extLst>
              </p:cNvPr>
              <p:cNvSpPr/>
              <p:nvPr/>
            </p:nvSpPr>
            <p:spPr>
              <a:xfrm>
                <a:off x="6556519" y="4779086"/>
                <a:ext cx="17192" cy="6395"/>
              </a:xfrm>
              <a:custGeom>
                <a:avLst/>
                <a:gdLst>
                  <a:gd name="connsiteX0" fmla="*/ 17192 w 17192"/>
                  <a:gd name="connsiteY0" fmla="*/ 0 h 6395"/>
                  <a:gd name="connsiteX1" fmla="*/ 8267 w 17192"/>
                  <a:gd name="connsiteY1" fmla="*/ 1127 h 6395"/>
                  <a:gd name="connsiteX2" fmla="*/ 0 w 17192"/>
                  <a:gd name="connsiteY2" fmla="*/ 3288 h 6395"/>
                  <a:gd name="connsiteX3" fmla="*/ 0 w 17192"/>
                  <a:gd name="connsiteY3" fmla="*/ 5825 h 6395"/>
                  <a:gd name="connsiteX4" fmla="*/ 3006 w 17192"/>
                  <a:gd name="connsiteY4" fmla="*/ 4604 h 6395"/>
                  <a:gd name="connsiteX5" fmla="*/ 0 w 17192"/>
                  <a:gd name="connsiteY5" fmla="*/ 3288 h 6395"/>
                  <a:gd name="connsiteX6" fmla="*/ 0 w 17192"/>
                  <a:gd name="connsiteY6" fmla="*/ 5825 h 6395"/>
                  <a:gd name="connsiteX7" fmla="*/ 9395 w 17192"/>
                  <a:gd name="connsiteY7" fmla="*/ 5543 h 6395"/>
                  <a:gd name="connsiteX8" fmla="*/ 17192 w 17192"/>
                  <a:gd name="connsiteY8" fmla="*/ 0 h 6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92" h="6395">
                    <a:moveTo>
                      <a:pt x="17192" y="0"/>
                    </a:moveTo>
                    <a:cubicBezTo>
                      <a:pt x="13810" y="94"/>
                      <a:pt x="11086" y="564"/>
                      <a:pt x="8267" y="1127"/>
                    </a:cubicBezTo>
                    <a:cubicBezTo>
                      <a:pt x="5543" y="1691"/>
                      <a:pt x="2819" y="2349"/>
                      <a:pt x="0" y="3288"/>
                    </a:cubicBezTo>
                    <a:lnTo>
                      <a:pt x="0" y="5825"/>
                    </a:lnTo>
                    <a:cubicBezTo>
                      <a:pt x="1034" y="5449"/>
                      <a:pt x="1973" y="5167"/>
                      <a:pt x="3006" y="4604"/>
                    </a:cubicBezTo>
                    <a:cubicBezTo>
                      <a:pt x="1973" y="4040"/>
                      <a:pt x="1034" y="3664"/>
                      <a:pt x="0" y="3288"/>
                    </a:cubicBezTo>
                    <a:lnTo>
                      <a:pt x="0" y="5825"/>
                    </a:lnTo>
                    <a:cubicBezTo>
                      <a:pt x="3100" y="6670"/>
                      <a:pt x="6388" y="6576"/>
                      <a:pt x="9395" y="5543"/>
                    </a:cubicBezTo>
                    <a:cubicBezTo>
                      <a:pt x="12401" y="4509"/>
                      <a:pt x="15313" y="2724"/>
                      <a:pt x="1719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3" name="Forme libre : forme 1952">
                <a:extLst>
                  <a:ext uri="{FF2B5EF4-FFF2-40B4-BE49-F238E27FC236}">
                    <a16:creationId xmlns:a16="http://schemas.microsoft.com/office/drawing/2014/main" id="{1613E8E1-8041-4452-8BE1-B9228AC87B7D}"/>
                  </a:ext>
                </a:extLst>
              </p:cNvPr>
              <p:cNvSpPr/>
              <p:nvPr/>
            </p:nvSpPr>
            <p:spPr>
              <a:xfrm>
                <a:off x="6568732" y="4799225"/>
                <a:ext cx="11743" cy="5849"/>
              </a:xfrm>
              <a:custGeom>
                <a:avLst/>
                <a:gdLst>
                  <a:gd name="connsiteX0" fmla="*/ 11743 w 11743"/>
                  <a:gd name="connsiteY0" fmla="*/ 529 h 5849"/>
                  <a:gd name="connsiteX1" fmla="*/ 4979 w 11743"/>
                  <a:gd name="connsiteY1" fmla="*/ 717 h 5849"/>
                  <a:gd name="connsiteX2" fmla="*/ 0 w 11743"/>
                  <a:gd name="connsiteY2" fmla="*/ 5321 h 5849"/>
                  <a:gd name="connsiteX3" fmla="*/ 6764 w 11743"/>
                  <a:gd name="connsiteY3" fmla="*/ 5132 h 5849"/>
                  <a:gd name="connsiteX4" fmla="*/ 11743 w 11743"/>
                  <a:gd name="connsiteY4" fmla="*/ 529 h 5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3" h="5849">
                    <a:moveTo>
                      <a:pt x="11743" y="529"/>
                    </a:moveTo>
                    <a:cubicBezTo>
                      <a:pt x="9113" y="-410"/>
                      <a:pt x="6952" y="59"/>
                      <a:pt x="4979" y="717"/>
                    </a:cubicBezTo>
                    <a:cubicBezTo>
                      <a:pt x="3100" y="1562"/>
                      <a:pt x="1315" y="2784"/>
                      <a:pt x="0" y="5321"/>
                    </a:cubicBezTo>
                    <a:cubicBezTo>
                      <a:pt x="2630" y="6260"/>
                      <a:pt x="4791" y="5790"/>
                      <a:pt x="6764" y="5132"/>
                    </a:cubicBezTo>
                    <a:cubicBezTo>
                      <a:pt x="8737" y="4193"/>
                      <a:pt x="10522" y="2972"/>
                      <a:pt x="11743" y="52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4" name="Forme libre : forme 1953">
                <a:extLst>
                  <a:ext uri="{FF2B5EF4-FFF2-40B4-BE49-F238E27FC236}">
                    <a16:creationId xmlns:a16="http://schemas.microsoft.com/office/drawing/2014/main" id="{0364D720-13C0-4508-84B2-D692B1E9E8FE}"/>
                  </a:ext>
                </a:extLst>
              </p:cNvPr>
              <p:cNvSpPr/>
              <p:nvPr/>
            </p:nvSpPr>
            <p:spPr>
              <a:xfrm>
                <a:off x="6602364" y="4947710"/>
                <a:ext cx="20198" cy="5132"/>
              </a:xfrm>
              <a:custGeom>
                <a:avLst/>
                <a:gdLst>
                  <a:gd name="connsiteX0" fmla="*/ 20198 w 20198"/>
                  <a:gd name="connsiteY0" fmla="*/ 101 h 5132"/>
                  <a:gd name="connsiteX1" fmla="*/ 10052 w 20198"/>
                  <a:gd name="connsiteY1" fmla="*/ 383 h 5132"/>
                  <a:gd name="connsiteX2" fmla="*/ 0 w 20198"/>
                  <a:gd name="connsiteY2" fmla="*/ 1886 h 5132"/>
                  <a:gd name="connsiteX3" fmla="*/ 10428 w 20198"/>
                  <a:gd name="connsiteY3" fmla="*/ 5081 h 5132"/>
                  <a:gd name="connsiteX4" fmla="*/ 20198 w 20198"/>
                  <a:gd name="connsiteY4" fmla="*/ 101 h 5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98" h="5132">
                    <a:moveTo>
                      <a:pt x="20198" y="101"/>
                    </a:moveTo>
                    <a:cubicBezTo>
                      <a:pt x="16347" y="-180"/>
                      <a:pt x="13246" y="195"/>
                      <a:pt x="10052" y="383"/>
                    </a:cubicBezTo>
                    <a:cubicBezTo>
                      <a:pt x="6858" y="759"/>
                      <a:pt x="3758" y="947"/>
                      <a:pt x="0" y="1886"/>
                    </a:cubicBezTo>
                    <a:cubicBezTo>
                      <a:pt x="2912" y="4517"/>
                      <a:pt x="6764" y="5362"/>
                      <a:pt x="10428" y="5081"/>
                    </a:cubicBezTo>
                    <a:cubicBezTo>
                      <a:pt x="14092" y="4704"/>
                      <a:pt x="17850" y="3296"/>
                      <a:pt x="20198" y="10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5" name="Forme libre : forme 1954">
                <a:extLst>
                  <a:ext uri="{FF2B5EF4-FFF2-40B4-BE49-F238E27FC236}">
                    <a16:creationId xmlns:a16="http://schemas.microsoft.com/office/drawing/2014/main" id="{EDA44590-E3C2-4319-BCF0-A04591DA2713}"/>
                  </a:ext>
                </a:extLst>
              </p:cNvPr>
              <p:cNvSpPr/>
              <p:nvPr/>
            </p:nvSpPr>
            <p:spPr>
              <a:xfrm>
                <a:off x="6610255" y="4966877"/>
                <a:ext cx="19540" cy="5288"/>
              </a:xfrm>
              <a:custGeom>
                <a:avLst/>
                <a:gdLst>
                  <a:gd name="connsiteX0" fmla="*/ 19541 w 19540"/>
                  <a:gd name="connsiteY0" fmla="*/ 100 h 5288"/>
                  <a:gd name="connsiteX1" fmla="*/ 9676 w 19540"/>
                  <a:gd name="connsiteY1" fmla="*/ 476 h 5288"/>
                  <a:gd name="connsiteX2" fmla="*/ 0 w 19540"/>
                  <a:gd name="connsiteY2" fmla="*/ 2730 h 5288"/>
                  <a:gd name="connsiteX3" fmla="*/ 10240 w 19540"/>
                  <a:gd name="connsiteY3" fmla="*/ 5173 h 5288"/>
                  <a:gd name="connsiteX4" fmla="*/ 19541 w 19540"/>
                  <a:gd name="connsiteY4" fmla="*/ 100 h 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40" h="5288">
                    <a:moveTo>
                      <a:pt x="19541" y="100"/>
                    </a:moveTo>
                    <a:cubicBezTo>
                      <a:pt x="15783" y="-182"/>
                      <a:pt x="12777" y="193"/>
                      <a:pt x="9676" y="476"/>
                    </a:cubicBezTo>
                    <a:cubicBezTo>
                      <a:pt x="6576" y="945"/>
                      <a:pt x="3570" y="1415"/>
                      <a:pt x="0" y="2730"/>
                    </a:cubicBezTo>
                    <a:cubicBezTo>
                      <a:pt x="3006" y="5079"/>
                      <a:pt x="6764" y="5548"/>
                      <a:pt x="10240" y="5173"/>
                    </a:cubicBezTo>
                    <a:cubicBezTo>
                      <a:pt x="13716" y="4609"/>
                      <a:pt x="17192" y="3200"/>
                      <a:pt x="19541" y="10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6" name="Forme libre : forme 1955">
                <a:extLst>
                  <a:ext uri="{FF2B5EF4-FFF2-40B4-BE49-F238E27FC236}">
                    <a16:creationId xmlns:a16="http://schemas.microsoft.com/office/drawing/2014/main" id="{C6526627-2B84-493F-86FF-7B2D989200A9}"/>
                  </a:ext>
                </a:extLst>
              </p:cNvPr>
              <p:cNvSpPr/>
              <p:nvPr/>
            </p:nvSpPr>
            <p:spPr>
              <a:xfrm>
                <a:off x="6613074" y="4780600"/>
                <a:ext cx="10521" cy="5782"/>
              </a:xfrm>
              <a:custGeom>
                <a:avLst/>
                <a:gdLst>
                  <a:gd name="connsiteX0" fmla="*/ 10522 w 10521"/>
                  <a:gd name="connsiteY0" fmla="*/ 834 h 5782"/>
                  <a:gd name="connsiteX1" fmla="*/ 4134 w 10521"/>
                  <a:gd name="connsiteY1" fmla="*/ 646 h 5782"/>
                  <a:gd name="connsiteX2" fmla="*/ 0 w 10521"/>
                  <a:gd name="connsiteY2" fmla="*/ 5531 h 5782"/>
                  <a:gd name="connsiteX3" fmla="*/ 6106 w 10521"/>
                  <a:gd name="connsiteY3" fmla="*/ 4968 h 5782"/>
                  <a:gd name="connsiteX4" fmla="*/ 10522 w 10521"/>
                  <a:gd name="connsiteY4" fmla="*/ 834 h 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21" h="5782">
                    <a:moveTo>
                      <a:pt x="10522" y="834"/>
                    </a:moveTo>
                    <a:cubicBezTo>
                      <a:pt x="8173" y="-387"/>
                      <a:pt x="6012" y="-105"/>
                      <a:pt x="4134" y="646"/>
                    </a:cubicBezTo>
                    <a:cubicBezTo>
                      <a:pt x="2349" y="1586"/>
                      <a:pt x="657" y="2901"/>
                      <a:pt x="0" y="5531"/>
                    </a:cubicBezTo>
                    <a:cubicBezTo>
                      <a:pt x="2630" y="6095"/>
                      <a:pt x="4321" y="5626"/>
                      <a:pt x="6106" y="4968"/>
                    </a:cubicBezTo>
                    <a:cubicBezTo>
                      <a:pt x="7703" y="4122"/>
                      <a:pt x="9206" y="3089"/>
                      <a:pt x="10522" y="83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7" name="Forme libre : forme 1956">
                <a:extLst>
                  <a:ext uri="{FF2B5EF4-FFF2-40B4-BE49-F238E27FC236}">
                    <a16:creationId xmlns:a16="http://schemas.microsoft.com/office/drawing/2014/main" id="{A7AE78AB-2980-4EC1-932D-1DBEB9E205AB}"/>
                  </a:ext>
                </a:extLst>
              </p:cNvPr>
              <p:cNvSpPr/>
              <p:nvPr/>
            </p:nvSpPr>
            <p:spPr>
              <a:xfrm>
                <a:off x="6623738" y="4795478"/>
                <a:ext cx="8218" cy="4933"/>
              </a:xfrm>
              <a:custGeom>
                <a:avLst/>
                <a:gdLst>
                  <a:gd name="connsiteX0" fmla="*/ 8218 w 8218"/>
                  <a:gd name="connsiteY0" fmla="*/ 2678 h 4933"/>
                  <a:gd name="connsiteX1" fmla="*/ 3145 w 8218"/>
                  <a:gd name="connsiteY1" fmla="*/ 142 h 4933"/>
                  <a:gd name="connsiteX2" fmla="*/ 139 w 8218"/>
                  <a:gd name="connsiteY2" fmla="*/ 4933 h 4933"/>
                  <a:gd name="connsiteX3" fmla="*/ 4461 w 8218"/>
                  <a:gd name="connsiteY3" fmla="*/ 4651 h 4933"/>
                  <a:gd name="connsiteX4" fmla="*/ 8218 w 8218"/>
                  <a:gd name="connsiteY4" fmla="*/ 2678 h 4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8" h="4933">
                    <a:moveTo>
                      <a:pt x="8218" y="2678"/>
                    </a:moveTo>
                    <a:cubicBezTo>
                      <a:pt x="7561" y="330"/>
                      <a:pt x="5024" y="-328"/>
                      <a:pt x="3145" y="142"/>
                    </a:cubicBezTo>
                    <a:cubicBezTo>
                      <a:pt x="1266" y="706"/>
                      <a:pt x="-519" y="2491"/>
                      <a:pt x="139" y="4933"/>
                    </a:cubicBezTo>
                    <a:cubicBezTo>
                      <a:pt x="2488" y="4839"/>
                      <a:pt x="3427" y="4933"/>
                      <a:pt x="4461" y="4651"/>
                    </a:cubicBezTo>
                    <a:cubicBezTo>
                      <a:pt x="5400" y="4370"/>
                      <a:pt x="6152" y="3806"/>
                      <a:pt x="8218" y="2678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8" name="Forme libre : forme 1957">
                <a:extLst>
                  <a:ext uri="{FF2B5EF4-FFF2-40B4-BE49-F238E27FC236}">
                    <a16:creationId xmlns:a16="http://schemas.microsoft.com/office/drawing/2014/main" id="{C3B4BC68-5DE9-4418-95CB-48D7C63825C8}"/>
                  </a:ext>
                </a:extLst>
              </p:cNvPr>
              <p:cNvSpPr/>
              <p:nvPr/>
            </p:nvSpPr>
            <p:spPr>
              <a:xfrm>
                <a:off x="6648110" y="4721005"/>
                <a:ext cx="8366" cy="6692"/>
              </a:xfrm>
              <a:custGeom>
                <a:avLst/>
                <a:gdLst>
                  <a:gd name="connsiteX0" fmla="*/ 8366 w 8366"/>
                  <a:gd name="connsiteY0" fmla="*/ 305 h 6692"/>
                  <a:gd name="connsiteX1" fmla="*/ 2542 w 8366"/>
                  <a:gd name="connsiteY1" fmla="*/ 1338 h 6692"/>
                  <a:gd name="connsiteX2" fmla="*/ 5 w 8366"/>
                  <a:gd name="connsiteY2" fmla="*/ 6693 h 6692"/>
                  <a:gd name="connsiteX3" fmla="*/ 5360 w 8366"/>
                  <a:gd name="connsiteY3" fmla="*/ 5002 h 6692"/>
                  <a:gd name="connsiteX4" fmla="*/ 8366 w 8366"/>
                  <a:gd name="connsiteY4" fmla="*/ 305 h 6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66" h="6692">
                    <a:moveTo>
                      <a:pt x="8366" y="305"/>
                    </a:moveTo>
                    <a:cubicBezTo>
                      <a:pt x="5924" y="-447"/>
                      <a:pt x="4045" y="305"/>
                      <a:pt x="2542" y="1338"/>
                    </a:cubicBezTo>
                    <a:cubicBezTo>
                      <a:pt x="1133" y="2559"/>
                      <a:pt x="-89" y="4156"/>
                      <a:pt x="5" y="6693"/>
                    </a:cubicBezTo>
                    <a:cubicBezTo>
                      <a:pt x="2542" y="6693"/>
                      <a:pt x="4045" y="5941"/>
                      <a:pt x="5360" y="5002"/>
                    </a:cubicBezTo>
                    <a:cubicBezTo>
                      <a:pt x="6675" y="3969"/>
                      <a:pt x="7709" y="2747"/>
                      <a:pt x="8366" y="305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9" name="Forme libre : forme 1958">
                <a:extLst>
                  <a:ext uri="{FF2B5EF4-FFF2-40B4-BE49-F238E27FC236}">
                    <a16:creationId xmlns:a16="http://schemas.microsoft.com/office/drawing/2014/main" id="{8C35B15F-676B-45BA-9983-A2DCF1EBCC6E}"/>
                  </a:ext>
                </a:extLst>
              </p:cNvPr>
              <p:cNvSpPr/>
              <p:nvPr/>
            </p:nvSpPr>
            <p:spPr>
              <a:xfrm>
                <a:off x="6652025" y="4740908"/>
                <a:ext cx="4111" cy="4111"/>
              </a:xfrm>
              <a:custGeom>
                <a:avLst/>
                <a:gdLst>
                  <a:gd name="connsiteX0" fmla="*/ 3606 w 4111"/>
                  <a:gd name="connsiteY0" fmla="*/ 506 h 4111"/>
                  <a:gd name="connsiteX1" fmla="*/ 412 w 4111"/>
                  <a:gd name="connsiteY1" fmla="*/ 412 h 4111"/>
                  <a:gd name="connsiteX2" fmla="*/ 506 w 4111"/>
                  <a:gd name="connsiteY2" fmla="*/ 3606 h 4111"/>
                  <a:gd name="connsiteX3" fmla="*/ 3700 w 4111"/>
                  <a:gd name="connsiteY3" fmla="*/ 3700 h 4111"/>
                  <a:gd name="connsiteX4" fmla="*/ 3606 w 4111"/>
                  <a:gd name="connsiteY4" fmla="*/ 506 h 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11" h="4111">
                    <a:moveTo>
                      <a:pt x="3606" y="506"/>
                    </a:moveTo>
                    <a:cubicBezTo>
                      <a:pt x="1821" y="-246"/>
                      <a:pt x="975" y="-58"/>
                      <a:pt x="412" y="412"/>
                    </a:cubicBezTo>
                    <a:cubicBezTo>
                      <a:pt x="-58" y="975"/>
                      <a:pt x="-246" y="1821"/>
                      <a:pt x="506" y="3606"/>
                    </a:cubicBezTo>
                    <a:cubicBezTo>
                      <a:pt x="2291" y="4357"/>
                      <a:pt x="3136" y="4169"/>
                      <a:pt x="3700" y="3700"/>
                    </a:cubicBezTo>
                    <a:cubicBezTo>
                      <a:pt x="4170" y="3136"/>
                      <a:pt x="4357" y="2291"/>
                      <a:pt x="3606" y="506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0" name="Forme libre : forme 1959">
                <a:extLst>
                  <a:ext uri="{FF2B5EF4-FFF2-40B4-BE49-F238E27FC236}">
                    <a16:creationId xmlns:a16="http://schemas.microsoft.com/office/drawing/2014/main" id="{BA4A1FE8-5E59-4E46-ABC5-3579488E53AE}"/>
                  </a:ext>
                </a:extLst>
              </p:cNvPr>
              <p:cNvSpPr/>
              <p:nvPr/>
            </p:nvSpPr>
            <p:spPr>
              <a:xfrm>
                <a:off x="6671978" y="4910046"/>
                <a:ext cx="5291" cy="4850"/>
              </a:xfrm>
              <a:custGeom>
                <a:avLst/>
                <a:gdLst>
                  <a:gd name="connsiteX0" fmla="*/ 4697 w 5291"/>
                  <a:gd name="connsiteY0" fmla="*/ 0 h 4850"/>
                  <a:gd name="connsiteX1" fmla="*/ 1221 w 5291"/>
                  <a:gd name="connsiteY1" fmla="*/ 564 h 4850"/>
                  <a:gd name="connsiteX2" fmla="*/ 0 w 5291"/>
                  <a:gd name="connsiteY2" fmla="*/ 3852 h 4850"/>
                  <a:gd name="connsiteX3" fmla="*/ 4228 w 5291"/>
                  <a:gd name="connsiteY3" fmla="*/ 4227 h 4850"/>
                  <a:gd name="connsiteX4" fmla="*/ 4697 w 5291"/>
                  <a:gd name="connsiteY4" fmla="*/ 0 h 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1" h="4850">
                    <a:moveTo>
                      <a:pt x="4697" y="0"/>
                    </a:moveTo>
                    <a:cubicBezTo>
                      <a:pt x="2630" y="0"/>
                      <a:pt x="1879" y="93"/>
                      <a:pt x="1221" y="564"/>
                    </a:cubicBezTo>
                    <a:cubicBezTo>
                      <a:pt x="658" y="1127"/>
                      <a:pt x="376" y="1785"/>
                      <a:pt x="0" y="3852"/>
                    </a:cubicBezTo>
                    <a:cubicBezTo>
                      <a:pt x="1597" y="5261"/>
                      <a:pt x="3194" y="4979"/>
                      <a:pt x="4228" y="4227"/>
                    </a:cubicBezTo>
                    <a:cubicBezTo>
                      <a:pt x="5167" y="3382"/>
                      <a:pt x="5825" y="1878"/>
                      <a:pt x="469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1" name="Forme libre : forme 1960">
                <a:extLst>
                  <a:ext uri="{FF2B5EF4-FFF2-40B4-BE49-F238E27FC236}">
                    <a16:creationId xmlns:a16="http://schemas.microsoft.com/office/drawing/2014/main" id="{05C7C6D4-6A68-4210-AD91-480DBD70D2D3}"/>
                  </a:ext>
                </a:extLst>
              </p:cNvPr>
              <p:cNvSpPr/>
              <p:nvPr/>
            </p:nvSpPr>
            <p:spPr>
              <a:xfrm>
                <a:off x="6642603" y="5040254"/>
                <a:ext cx="42245" cy="221616"/>
              </a:xfrm>
              <a:custGeom>
                <a:avLst/>
                <a:gdLst>
                  <a:gd name="connsiteX0" fmla="*/ 42245 w 42245"/>
                  <a:gd name="connsiteY0" fmla="*/ 221616 h 221616"/>
                  <a:gd name="connsiteX1" fmla="*/ 13780 w 42245"/>
                  <a:gd name="connsiteY1" fmla="*/ 194654 h 221616"/>
                  <a:gd name="connsiteX2" fmla="*/ 13874 w 42245"/>
                  <a:gd name="connsiteY2" fmla="*/ 152567 h 221616"/>
                  <a:gd name="connsiteX3" fmla="*/ 9271 w 42245"/>
                  <a:gd name="connsiteY3" fmla="*/ 78632 h 221616"/>
                  <a:gd name="connsiteX4" fmla="*/ 158 w 42245"/>
                  <a:gd name="connsiteY4" fmla="*/ 0 h 221616"/>
                  <a:gd name="connsiteX5" fmla="*/ 42245 w 42245"/>
                  <a:gd name="connsiteY5" fmla="*/ 221616 h 221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245" h="221616">
                    <a:moveTo>
                      <a:pt x="42245" y="221616"/>
                    </a:moveTo>
                    <a:cubicBezTo>
                      <a:pt x="28154" y="221616"/>
                      <a:pt x="17068" y="208370"/>
                      <a:pt x="13780" y="194654"/>
                    </a:cubicBezTo>
                    <a:cubicBezTo>
                      <a:pt x="10492" y="180939"/>
                      <a:pt x="12934" y="166659"/>
                      <a:pt x="13874" y="152567"/>
                    </a:cubicBezTo>
                    <a:cubicBezTo>
                      <a:pt x="15471" y="127859"/>
                      <a:pt x="12371" y="103152"/>
                      <a:pt x="9271" y="78632"/>
                    </a:cubicBezTo>
                    <a:cubicBezTo>
                      <a:pt x="6076" y="53455"/>
                      <a:pt x="-1157" y="24989"/>
                      <a:pt x="158" y="0"/>
                    </a:cubicBezTo>
                    <a:cubicBezTo>
                      <a:pt x="21578" y="17943"/>
                      <a:pt x="41870" y="221616"/>
                      <a:pt x="42245" y="221616"/>
                    </a:cubicBezTo>
                    <a:close/>
                  </a:path>
                </a:pathLst>
              </a:custGeom>
              <a:solidFill>
                <a:srgbClr val="F8C6BA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2" name="Forme libre : forme 1961">
                <a:extLst>
                  <a:ext uri="{FF2B5EF4-FFF2-40B4-BE49-F238E27FC236}">
                    <a16:creationId xmlns:a16="http://schemas.microsoft.com/office/drawing/2014/main" id="{E183923B-C201-4612-A85E-1E181469B21E}"/>
                  </a:ext>
                </a:extLst>
              </p:cNvPr>
              <p:cNvSpPr/>
              <p:nvPr/>
            </p:nvSpPr>
            <p:spPr>
              <a:xfrm>
                <a:off x="6705892" y="4981350"/>
                <a:ext cx="88866" cy="311992"/>
              </a:xfrm>
              <a:custGeom>
                <a:avLst/>
                <a:gdLst>
                  <a:gd name="connsiteX0" fmla="*/ 0 w 88866"/>
                  <a:gd name="connsiteY0" fmla="*/ 0 h 311992"/>
                  <a:gd name="connsiteX1" fmla="*/ 18977 w 88866"/>
                  <a:gd name="connsiteY1" fmla="*/ 58716 h 311992"/>
                  <a:gd name="connsiteX2" fmla="*/ 65198 w 88866"/>
                  <a:gd name="connsiteY2" fmla="*/ 189769 h 311992"/>
                  <a:gd name="connsiteX3" fmla="*/ 86523 w 88866"/>
                  <a:gd name="connsiteY3" fmla="*/ 249895 h 311992"/>
                  <a:gd name="connsiteX4" fmla="*/ 79102 w 88866"/>
                  <a:gd name="connsiteY4" fmla="*/ 311992 h 311992"/>
                  <a:gd name="connsiteX5" fmla="*/ 55615 w 88866"/>
                  <a:gd name="connsiteY5" fmla="*/ 205364 h 311992"/>
                  <a:gd name="connsiteX6" fmla="*/ 33632 w 88866"/>
                  <a:gd name="connsiteY6" fmla="*/ 153319 h 311992"/>
                  <a:gd name="connsiteX7" fmla="*/ 22922 w 88866"/>
                  <a:gd name="connsiteY7" fmla="*/ 112453 h 311992"/>
                  <a:gd name="connsiteX8" fmla="*/ 1503 w 88866"/>
                  <a:gd name="connsiteY8" fmla="*/ 16628 h 311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866" h="311992">
                    <a:moveTo>
                      <a:pt x="0" y="0"/>
                    </a:moveTo>
                    <a:cubicBezTo>
                      <a:pt x="6294" y="19541"/>
                      <a:pt x="12589" y="39175"/>
                      <a:pt x="18977" y="58716"/>
                    </a:cubicBezTo>
                    <a:cubicBezTo>
                      <a:pt x="33163" y="102776"/>
                      <a:pt x="47442" y="146930"/>
                      <a:pt x="65198" y="189769"/>
                    </a:cubicBezTo>
                    <a:cubicBezTo>
                      <a:pt x="73371" y="209498"/>
                      <a:pt x="82296" y="229038"/>
                      <a:pt x="86523" y="249895"/>
                    </a:cubicBezTo>
                    <a:cubicBezTo>
                      <a:pt x="90751" y="270750"/>
                      <a:pt x="89812" y="293579"/>
                      <a:pt x="79102" y="311992"/>
                    </a:cubicBezTo>
                    <a:cubicBezTo>
                      <a:pt x="77505" y="275447"/>
                      <a:pt x="69519" y="239185"/>
                      <a:pt x="55615" y="205364"/>
                    </a:cubicBezTo>
                    <a:cubicBezTo>
                      <a:pt x="48475" y="187890"/>
                      <a:pt x="39739" y="171168"/>
                      <a:pt x="33632" y="153319"/>
                    </a:cubicBezTo>
                    <a:cubicBezTo>
                      <a:pt x="29029" y="139979"/>
                      <a:pt x="26023" y="126262"/>
                      <a:pt x="22922" y="112453"/>
                    </a:cubicBezTo>
                    <a:cubicBezTo>
                      <a:pt x="15783" y="80511"/>
                      <a:pt x="8643" y="48570"/>
                      <a:pt x="1503" y="16628"/>
                    </a:cubicBezTo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3" name="Forme libre : forme 1962">
                <a:extLst>
                  <a:ext uri="{FF2B5EF4-FFF2-40B4-BE49-F238E27FC236}">
                    <a16:creationId xmlns:a16="http://schemas.microsoft.com/office/drawing/2014/main" id="{B9AEBB1D-9F3D-4C2F-9A40-028F668B438E}"/>
                  </a:ext>
                </a:extLst>
              </p:cNvPr>
              <p:cNvSpPr/>
              <p:nvPr/>
            </p:nvSpPr>
            <p:spPr>
              <a:xfrm>
                <a:off x="6756491" y="5018919"/>
                <a:ext cx="92309" cy="209694"/>
              </a:xfrm>
              <a:custGeom>
                <a:avLst/>
                <a:gdLst>
                  <a:gd name="connsiteX0" fmla="*/ 81957 w 92309"/>
                  <a:gd name="connsiteY0" fmla="*/ 131157 h 209694"/>
                  <a:gd name="connsiteX1" fmla="*/ 92291 w 92309"/>
                  <a:gd name="connsiteY1" fmla="*/ 166950 h 209694"/>
                  <a:gd name="connsiteX2" fmla="*/ 81488 w 92309"/>
                  <a:gd name="connsiteY2" fmla="*/ 209695 h 209694"/>
                  <a:gd name="connsiteX3" fmla="*/ 67396 w 92309"/>
                  <a:gd name="connsiteY3" fmla="*/ 142806 h 209694"/>
                  <a:gd name="connsiteX4" fmla="*/ 32824 w 92309"/>
                  <a:gd name="connsiteY4" fmla="*/ 82869 h 209694"/>
                  <a:gd name="connsiteX5" fmla="*/ 11217 w 92309"/>
                  <a:gd name="connsiteY5" fmla="*/ 38809 h 209694"/>
                  <a:gd name="connsiteX6" fmla="*/ 3231 w 92309"/>
                  <a:gd name="connsiteY6" fmla="*/ 9 h 209694"/>
                  <a:gd name="connsiteX7" fmla="*/ 27093 w 92309"/>
                  <a:gd name="connsiteY7" fmla="*/ 40124 h 209694"/>
                  <a:gd name="connsiteX8" fmla="*/ 54150 w 92309"/>
                  <a:gd name="connsiteY8" fmla="*/ 81930 h 209694"/>
                  <a:gd name="connsiteX9" fmla="*/ 81957 w 92309"/>
                  <a:gd name="connsiteY9" fmla="*/ 131157 h 209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309" h="209694">
                    <a:moveTo>
                      <a:pt x="81957" y="131157"/>
                    </a:moveTo>
                    <a:cubicBezTo>
                      <a:pt x="87312" y="142430"/>
                      <a:pt x="92009" y="154455"/>
                      <a:pt x="92291" y="166950"/>
                    </a:cubicBezTo>
                    <a:cubicBezTo>
                      <a:pt x="92667" y="181699"/>
                      <a:pt x="87030" y="195979"/>
                      <a:pt x="81488" y="209695"/>
                    </a:cubicBezTo>
                    <a:cubicBezTo>
                      <a:pt x="84118" y="186772"/>
                      <a:pt x="77354" y="163662"/>
                      <a:pt x="67396" y="142806"/>
                    </a:cubicBezTo>
                    <a:cubicBezTo>
                      <a:pt x="57438" y="121950"/>
                      <a:pt x="44285" y="102879"/>
                      <a:pt x="32824" y="82869"/>
                    </a:cubicBezTo>
                    <a:cubicBezTo>
                      <a:pt x="24745" y="68683"/>
                      <a:pt x="17511" y="53934"/>
                      <a:pt x="11217" y="38809"/>
                    </a:cubicBezTo>
                    <a:cubicBezTo>
                      <a:pt x="9338" y="34393"/>
                      <a:pt x="-6727" y="-649"/>
                      <a:pt x="3231" y="9"/>
                    </a:cubicBezTo>
                    <a:cubicBezTo>
                      <a:pt x="7741" y="291"/>
                      <a:pt x="23805" y="35051"/>
                      <a:pt x="27093" y="40124"/>
                    </a:cubicBezTo>
                    <a:cubicBezTo>
                      <a:pt x="35924" y="54122"/>
                      <a:pt x="45225" y="67931"/>
                      <a:pt x="54150" y="81930"/>
                    </a:cubicBezTo>
                    <a:cubicBezTo>
                      <a:pt x="64202" y="97806"/>
                      <a:pt x="73878" y="114059"/>
                      <a:pt x="81957" y="131157"/>
                    </a:cubicBezTo>
                    <a:close/>
                  </a:path>
                </a:pathLst>
              </a:custGeom>
              <a:solidFill>
                <a:srgbClr val="F8C6BB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4" name="Forme libre : forme 1963">
                <a:extLst>
                  <a:ext uri="{FF2B5EF4-FFF2-40B4-BE49-F238E27FC236}">
                    <a16:creationId xmlns:a16="http://schemas.microsoft.com/office/drawing/2014/main" id="{04BC78FC-CADC-469A-BF14-76556DC6DA81}"/>
                  </a:ext>
                </a:extLst>
              </p:cNvPr>
              <p:cNvSpPr/>
              <p:nvPr/>
            </p:nvSpPr>
            <p:spPr>
              <a:xfrm>
                <a:off x="6523354" y="4619199"/>
                <a:ext cx="39553" cy="80973"/>
              </a:xfrm>
              <a:custGeom>
                <a:avLst/>
                <a:gdLst>
                  <a:gd name="connsiteX0" fmla="*/ 1411 w 39553"/>
                  <a:gd name="connsiteY0" fmla="*/ 4314 h 80973"/>
                  <a:gd name="connsiteX1" fmla="*/ 18697 w 39553"/>
                  <a:gd name="connsiteY1" fmla="*/ 274 h 80973"/>
                  <a:gd name="connsiteX2" fmla="*/ 21328 w 39553"/>
                  <a:gd name="connsiteY2" fmla="*/ 1402 h 80973"/>
                  <a:gd name="connsiteX3" fmla="*/ 22079 w 39553"/>
                  <a:gd name="connsiteY3" fmla="*/ 3375 h 80973"/>
                  <a:gd name="connsiteX4" fmla="*/ 39553 w 39553"/>
                  <a:gd name="connsiteY4" fmla="*/ 80973 h 80973"/>
                  <a:gd name="connsiteX5" fmla="*/ 14094 w 39553"/>
                  <a:gd name="connsiteY5" fmla="*/ 48374 h 80973"/>
                  <a:gd name="connsiteX6" fmla="*/ 472 w 39553"/>
                  <a:gd name="connsiteY6" fmla="*/ 8918 h 80973"/>
                  <a:gd name="connsiteX7" fmla="*/ 1411 w 39553"/>
                  <a:gd name="connsiteY7" fmla="*/ 4314 h 80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553" h="80973">
                    <a:moveTo>
                      <a:pt x="1411" y="4314"/>
                    </a:moveTo>
                    <a:cubicBezTo>
                      <a:pt x="6390" y="838"/>
                      <a:pt x="12685" y="-665"/>
                      <a:pt x="18697" y="274"/>
                    </a:cubicBezTo>
                    <a:cubicBezTo>
                      <a:pt x="19636" y="462"/>
                      <a:pt x="20764" y="650"/>
                      <a:pt x="21328" y="1402"/>
                    </a:cubicBezTo>
                    <a:cubicBezTo>
                      <a:pt x="21797" y="1965"/>
                      <a:pt x="21985" y="2623"/>
                      <a:pt x="22079" y="3375"/>
                    </a:cubicBezTo>
                    <a:cubicBezTo>
                      <a:pt x="27904" y="29303"/>
                      <a:pt x="30064" y="56172"/>
                      <a:pt x="39553" y="80973"/>
                    </a:cubicBezTo>
                    <a:cubicBezTo>
                      <a:pt x="28374" y="72706"/>
                      <a:pt x="20106" y="60963"/>
                      <a:pt x="14094" y="48374"/>
                    </a:cubicBezTo>
                    <a:cubicBezTo>
                      <a:pt x="8081" y="35786"/>
                      <a:pt x="4230" y="22352"/>
                      <a:pt x="472" y="8918"/>
                    </a:cubicBezTo>
                    <a:cubicBezTo>
                      <a:pt x="-656" y="6475"/>
                      <a:pt x="472" y="4784"/>
                      <a:pt x="1411" y="4314"/>
                    </a:cubicBezTo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5" name="Forme libre : forme 1964">
                <a:extLst>
                  <a:ext uri="{FF2B5EF4-FFF2-40B4-BE49-F238E27FC236}">
                    <a16:creationId xmlns:a16="http://schemas.microsoft.com/office/drawing/2014/main" id="{B9471F20-A4A4-4701-8951-115764E06A99}"/>
                  </a:ext>
                </a:extLst>
              </p:cNvPr>
              <p:cNvSpPr/>
              <p:nvPr/>
            </p:nvSpPr>
            <p:spPr>
              <a:xfrm>
                <a:off x="6512565" y="4440556"/>
                <a:ext cx="46351" cy="107236"/>
              </a:xfrm>
              <a:custGeom>
                <a:avLst/>
                <a:gdLst>
                  <a:gd name="connsiteX0" fmla="*/ 12671 w 46351"/>
                  <a:gd name="connsiteY0" fmla="*/ 327 h 107236"/>
                  <a:gd name="connsiteX1" fmla="*/ 14267 w 46351"/>
                  <a:gd name="connsiteY1" fmla="*/ 139 h 107236"/>
                  <a:gd name="connsiteX2" fmla="*/ 14831 w 46351"/>
                  <a:gd name="connsiteY2" fmla="*/ 985 h 107236"/>
                  <a:gd name="connsiteX3" fmla="*/ 45927 w 46351"/>
                  <a:gd name="connsiteY3" fmla="*/ 100943 h 107236"/>
                  <a:gd name="connsiteX4" fmla="*/ 45364 w 46351"/>
                  <a:gd name="connsiteY4" fmla="*/ 107237 h 107236"/>
                  <a:gd name="connsiteX5" fmla="*/ 36157 w 46351"/>
                  <a:gd name="connsiteY5" fmla="*/ 99721 h 107236"/>
                  <a:gd name="connsiteX6" fmla="*/ 19435 w 46351"/>
                  <a:gd name="connsiteY6" fmla="*/ 73605 h 107236"/>
                  <a:gd name="connsiteX7" fmla="*/ 13516 w 46351"/>
                  <a:gd name="connsiteY7" fmla="*/ 61298 h 107236"/>
                  <a:gd name="connsiteX8" fmla="*/ 10322 w 46351"/>
                  <a:gd name="connsiteY8" fmla="*/ 50682 h 107236"/>
                  <a:gd name="connsiteX9" fmla="*/ 2149 w 46351"/>
                  <a:gd name="connsiteY9" fmla="*/ 19868 h 107236"/>
                  <a:gd name="connsiteX10" fmla="*/ 1115 w 46351"/>
                  <a:gd name="connsiteY10" fmla="*/ 6716 h 107236"/>
                  <a:gd name="connsiteX11" fmla="*/ 12671 w 46351"/>
                  <a:gd name="connsiteY11" fmla="*/ 327 h 1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351" h="107236">
                    <a:moveTo>
                      <a:pt x="12671" y="327"/>
                    </a:moveTo>
                    <a:cubicBezTo>
                      <a:pt x="13140" y="45"/>
                      <a:pt x="13798" y="-142"/>
                      <a:pt x="14267" y="139"/>
                    </a:cubicBezTo>
                    <a:cubicBezTo>
                      <a:pt x="14550" y="327"/>
                      <a:pt x="14737" y="703"/>
                      <a:pt x="14831" y="985"/>
                    </a:cubicBezTo>
                    <a:cubicBezTo>
                      <a:pt x="28077" y="33302"/>
                      <a:pt x="38505" y="66841"/>
                      <a:pt x="45927" y="100943"/>
                    </a:cubicBezTo>
                    <a:cubicBezTo>
                      <a:pt x="46397" y="103103"/>
                      <a:pt x="46773" y="105640"/>
                      <a:pt x="45364" y="107237"/>
                    </a:cubicBezTo>
                    <a:cubicBezTo>
                      <a:pt x="41700" y="105546"/>
                      <a:pt x="38787" y="102727"/>
                      <a:pt x="36157" y="99721"/>
                    </a:cubicBezTo>
                    <a:cubicBezTo>
                      <a:pt x="29393" y="91924"/>
                      <a:pt x="24414" y="82717"/>
                      <a:pt x="19435" y="73605"/>
                    </a:cubicBezTo>
                    <a:cubicBezTo>
                      <a:pt x="17274" y="69565"/>
                      <a:pt x="15113" y="65619"/>
                      <a:pt x="13516" y="61298"/>
                    </a:cubicBezTo>
                    <a:cubicBezTo>
                      <a:pt x="12201" y="57822"/>
                      <a:pt x="11261" y="54252"/>
                      <a:pt x="10322" y="50682"/>
                    </a:cubicBezTo>
                    <a:cubicBezTo>
                      <a:pt x="7597" y="40442"/>
                      <a:pt x="4873" y="30108"/>
                      <a:pt x="2149" y="19868"/>
                    </a:cubicBezTo>
                    <a:cubicBezTo>
                      <a:pt x="1209" y="16298"/>
                      <a:pt x="-1515" y="10098"/>
                      <a:pt x="1115" y="6716"/>
                    </a:cubicBezTo>
                    <a:cubicBezTo>
                      <a:pt x="3464" y="3615"/>
                      <a:pt x="9382" y="2018"/>
                      <a:pt x="12671" y="327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6" name="Forme libre : forme 1965">
                <a:extLst>
                  <a:ext uri="{FF2B5EF4-FFF2-40B4-BE49-F238E27FC236}">
                    <a16:creationId xmlns:a16="http://schemas.microsoft.com/office/drawing/2014/main" id="{D5C3D46C-6A5F-4CC7-8200-8C59A706FF91}"/>
                  </a:ext>
                </a:extLst>
              </p:cNvPr>
              <p:cNvSpPr/>
              <p:nvPr/>
            </p:nvSpPr>
            <p:spPr>
              <a:xfrm>
                <a:off x="6547170" y="4371270"/>
                <a:ext cx="37813" cy="109164"/>
              </a:xfrm>
              <a:custGeom>
                <a:avLst/>
                <a:gdLst>
                  <a:gd name="connsiteX0" fmla="*/ 10382 w 37813"/>
                  <a:gd name="connsiteY0" fmla="*/ 0 h 109164"/>
                  <a:gd name="connsiteX1" fmla="*/ 22219 w 37813"/>
                  <a:gd name="connsiteY1" fmla="*/ 44248 h 109164"/>
                  <a:gd name="connsiteX2" fmla="*/ 25225 w 37813"/>
                  <a:gd name="connsiteY2" fmla="*/ 56555 h 109164"/>
                  <a:gd name="connsiteX3" fmla="*/ 28795 w 37813"/>
                  <a:gd name="connsiteY3" fmla="*/ 71305 h 109164"/>
                  <a:gd name="connsiteX4" fmla="*/ 37814 w 37813"/>
                  <a:gd name="connsiteY4" fmla="*/ 109165 h 109164"/>
                  <a:gd name="connsiteX5" fmla="*/ 10946 w 37813"/>
                  <a:gd name="connsiteY5" fmla="*/ 63695 h 109164"/>
                  <a:gd name="connsiteX6" fmla="*/ 2678 w 37813"/>
                  <a:gd name="connsiteY6" fmla="*/ 25741 h 109164"/>
                  <a:gd name="connsiteX7" fmla="*/ 424 w 37813"/>
                  <a:gd name="connsiteY7" fmla="*/ 10334 h 109164"/>
                  <a:gd name="connsiteX8" fmla="*/ 10382 w 37813"/>
                  <a:gd name="connsiteY8" fmla="*/ 0 h 109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813" h="109164">
                    <a:moveTo>
                      <a:pt x="10382" y="0"/>
                    </a:moveTo>
                    <a:cubicBezTo>
                      <a:pt x="14985" y="14562"/>
                      <a:pt x="18649" y="29405"/>
                      <a:pt x="22219" y="44248"/>
                    </a:cubicBezTo>
                    <a:cubicBezTo>
                      <a:pt x="23253" y="48382"/>
                      <a:pt x="24192" y="52422"/>
                      <a:pt x="25225" y="56555"/>
                    </a:cubicBezTo>
                    <a:cubicBezTo>
                      <a:pt x="26447" y="61440"/>
                      <a:pt x="27574" y="66325"/>
                      <a:pt x="28795" y="71305"/>
                    </a:cubicBezTo>
                    <a:cubicBezTo>
                      <a:pt x="31896" y="83893"/>
                      <a:pt x="34902" y="96482"/>
                      <a:pt x="37814" y="109165"/>
                    </a:cubicBezTo>
                    <a:cubicBezTo>
                      <a:pt x="24004" y="97797"/>
                      <a:pt x="15831" y="80887"/>
                      <a:pt x="10946" y="63695"/>
                    </a:cubicBezTo>
                    <a:cubicBezTo>
                      <a:pt x="7376" y="51200"/>
                      <a:pt x="5215" y="38424"/>
                      <a:pt x="2678" y="25741"/>
                    </a:cubicBezTo>
                    <a:cubicBezTo>
                      <a:pt x="1833" y="21419"/>
                      <a:pt x="-1079" y="14749"/>
                      <a:pt x="424" y="10334"/>
                    </a:cubicBezTo>
                    <a:cubicBezTo>
                      <a:pt x="1269" y="7892"/>
                      <a:pt x="10570" y="752"/>
                      <a:pt x="10382" y="0"/>
                    </a:cubicBezTo>
                    <a:close/>
                  </a:path>
                </a:pathLst>
              </a:custGeom>
              <a:solidFill>
                <a:srgbClr val="F9DAD2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72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5524215" y="4448711"/>
              <a:ext cx="435184" cy="374835"/>
              <a:chOff x="5357684" y="3985719"/>
              <a:chExt cx="583963" cy="502982"/>
            </a:xfrm>
            <a:solidFill>
              <a:srgbClr val="FC0606">
                <a:alpha val="30000"/>
              </a:srgbClr>
            </a:solidFill>
          </p:grpSpPr>
          <p:sp>
            <p:nvSpPr>
              <p:cNvPr id="2173" name="Forme libre : forme 2172">
                <a:extLst>
                  <a:ext uri="{FF2B5EF4-FFF2-40B4-BE49-F238E27FC236}">
                    <a16:creationId xmlns:a16="http://schemas.microsoft.com/office/drawing/2014/main" id="{081E476A-BAFC-45A1-BC89-D47FC8FA1DB6}"/>
                  </a:ext>
                </a:extLst>
              </p:cNvPr>
              <p:cNvSpPr/>
              <p:nvPr/>
            </p:nvSpPr>
            <p:spPr>
              <a:xfrm>
                <a:off x="5357684" y="3985719"/>
                <a:ext cx="583963" cy="502982"/>
              </a:xfrm>
              <a:custGeom>
                <a:avLst/>
                <a:gdLst>
                  <a:gd name="connsiteX0" fmla="*/ 583963 w 583963"/>
                  <a:gd name="connsiteY0" fmla="*/ 251491 h 502982"/>
                  <a:gd name="connsiteX1" fmla="*/ 291982 w 583963"/>
                  <a:gd name="connsiteY1" fmla="*/ 502983 h 502982"/>
                  <a:gd name="connsiteX2" fmla="*/ 0 w 583963"/>
                  <a:gd name="connsiteY2" fmla="*/ 251491 h 502982"/>
                  <a:gd name="connsiteX3" fmla="*/ 291982 w 583963"/>
                  <a:gd name="connsiteY3" fmla="*/ 0 h 502982"/>
                  <a:gd name="connsiteX4" fmla="*/ 583963 w 583963"/>
                  <a:gd name="connsiteY4" fmla="*/ 251491 h 502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3963" h="502982">
                    <a:moveTo>
                      <a:pt x="583963" y="251491"/>
                    </a:moveTo>
                    <a:cubicBezTo>
                      <a:pt x="583963" y="390386"/>
                      <a:pt x="453239" y="502983"/>
                      <a:pt x="291982" y="502983"/>
                    </a:cubicBezTo>
                    <a:cubicBezTo>
                      <a:pt x="130725" y="502983"/>
                      <a:pt x="0" y="390386"/>
                      <a:pt x="0" y="251491"/>
                    </a:cubicBezTo>
                    <a:cubicBezTo>
                      <a:pt x="0" y="112596"/>
                      <a:pt x="130725" y="0"/>
                      <a:pt x="291982" y="0"/>
                    </a:cubicBezTo>
                    <a:cubicBezTo>
                      <a:pt x="453239" y="0"/>
                      <a:pt x="583963" y="112597"/>
                      <a:pt x="583963" y="251491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4" name="Forme libre : forme 2173">
                <a:extLst>
                  <a:ext uri="{FF2B5EF4-FFF2-40B4-BE49-F238E27FC236}">
                    <a16:creationId xmlns:a16="http://schemas.microsoft.com/office/drawing/2014/main" id="{AE275E41-6F94-4D11-BB8E-1B29B5B9EBF0}"/>
                  </a:ext>
                </a:extLst>
              </p:cNvPr>
              <p:cNvSpPr/>
              <p:nvPr/>
            </p:nvSpPr>
            <p:spPr>
              <a:xfrm>
                <a:off x="5386807" y="4010896"/>
                <a:ext cx="525717" cy="452627"/>
              </a:xfrm>
              <a:custGeom>
                <a:avLst/>
                <a:gdLst>
                  <a:gd name="connsiteX0" fmla="*/ 525717 w 525717"/>
                  <a:gd name="connsiteY0" fmla="*/ 226314 h 452627"/>
                  <a:gd name="connsiteX1" fmla="*/ 262859 w 525717"/>
                  <a:gd name="connsiteY1" fmla="*/ 452628 h 452627"/>
                  <a:gd name="connsiteX2" fmla="*/ 0 w 525717"/>
                  <a:gd name="connsiteY2" fmla="*/ 226314 h 452627"/>
                  <a:gd name="connsiteX3" fmla="*/ 262859 w 525717"/>
                  <a:gd name="connsiteY3" fmla="*/ 0 h 452627"/>
                  <a:gd name="connsiteX4" fmla="*/ 525717 w 525717"/>
                  <a:gd name="connsiteY4" fmla="*/ 226314 h 45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5717" h="452627">
                    <a:moveTo>
                      <a:pt x="525717" y="226314"/>
                    </a:moveTo>
                    <a:cubicBezTo>
                      <a:pt x="525717" y="351304"/>
                      <a:pt x="408032" y="452628"/>
                      <a:pt x="262859" y="452628"/>
                    </a:cubicBezTo>
                    <a:cubicBezTo>
                      <a:pt x="117686" y="452628"/>
                      <a:pt x="0" y="351304"/>
                      <a:pt x="0" y="226314"/>
                    </a:cubicBezTo>
                    <a:cubicBezTo>
                      <a:pt x="0" y="101324"/>
                      <a:pt x="117686" y="0"/>
                      <a:pt x="262859" y="0"/>
                    </a:cubicBezTo>
                    <a:cubicBezTo>
                      <a:pt x="408032" y="0"/>
                      <a:pt x="525717" y="101324"/>
                      <a:pt x="525717" y="226314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5" name="Forme libre : forme 2174">
                <a:extLst>
                  <a:ext uri="{FF2B5EF4-FFF2-40B4-BE49-F238E27FC236}">
                    <a16:creationId xmlns:a16="http://schemas.microsoft.com/office/drawing/2014/main" id="{0BF897AA-6319-4BF2-B9DD-74037F25AFAC}"/>
                  </a:ext>
                </a:extLst>
              </p:cNvPr>
              <p:cNvSpPr/>
              <p:nvPr/>
            </p:nvSpPr>
            <p:spPr>
              <a:xfrm>
                <a:off x="5413112" y="4033537"/>
                <a:ext cx="473108" cy="407346"/>
              </a:xfrm>
              <a:custGeom>
                <a:avLst/>
                <a:gdLst>
                  <a:gd name="connsiteX0" fmla="*/ 473108 w 473108"/>
                  <a:gd name="connsiteY0" fmla="*/ 203673 h 407346"/>
                  <a:gd name="connsiteX1" fmla="*/ 236554 w 473108"/>
                  <a:gd name="connsiteY1" fmla="*/ 407346 h 407346"/>
                  <a:gd name="connsiteX2" fmla="*/ 0 w 473108"/>
                  <a:gd name="connsiteY2" fmla="*/ 203673 h 407346"/>
                  <a:gd name="connsiteX3" fmla="*/ 236554 w 473108"/>
                  <a:gd name="connsiteY3" fmla="*/ 0 h 407346"/>
                  <a:gd name="connsiteX4" fmla="*/ 473108 w 473108"/>
                  <a:gd name="connsiteY4" fmla="*/ 203673 h 407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3108" h="407346">
                    <a:moveTo>
                      <a:pt x="473108" y="203673"/>
                    </a:moveTo>
                    <a:cubicBezTo>
                      <a:pt x="473108" y="316159"/>
                      <a:pt x="367199" y="407346"/>
                      <a:pt x="236554" y="407346"/>
                    </a:cubicBezTo>
                    <a:cubicBezTo>
                      <a:pt x="105909" y="407346"/>
                      <a:pt x="0" y="316159"/>
                      <a:pt x="0" y="203673"/>
                    </a:cubicBezTo>
                    <a:cubicBezTo>
                      <a:pt x="0" y="91188"/>
                      <a:pt x="105909" y="0"/>
                      <a:pt x="236554" y="0"/>
                    </a:cubicBezTo>
                    <a:cubicBezTo>
                      <a:pt x="367199" y="0"/>
                      <a:pt x="473108" y="91188"/>
                      <a:pt x="473108" y="203673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76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5964020" y="4448711"/>
              <a:ext cx="435184" cy="374835"/>
              <a:chOff x="5947848" y="3985719"/>
              <a:chExt cx="583963" cy="502982"/>
            </a:xfrm>
            <a:solidFill>
              <a:srgbClr val="FC0606">
                <a:alpha val="30000"/>
              </a:srgbClr>
            </a:solidFill>
          </p:grpSpPr>
          <p:sp>
            <p:nvSpPr>
              <p:cNvPr id="2177" name="Forme libre : forme 2176">
                <a:extLst>
                  <a:ext uri="{FF2B5EF4-FFF2-40B4-BE49-F238E27FC236}">
                    <a16:creationId xmlns:a16="http://schemas.microsoft.com/office/drawing/2014/main" id="{19EBC1E8-93A0-4CBD-8021-5B0A3FD6874A}"/>
                  </a:ext>
                </a:extLst>
              </p:cNvPr>
              <p:cNvSpPr/>
              <p:nvPr/>
            </p:nvSpPr>
            <p:spPr>
              <a:xfrm>
                <a:off x="5947848" y="3985719"/>
                <a:ext cx="583963" cy="502982"/>
              </a:xfrm>
              <a:custGeom>
                <a:avLst/>
                <a:gdLst>
                  <a:gd name="connsiteX0" fmla="*/ 583964 w 583963"/>
                  <a:gd name="connsiteY0" fmla="*/ 251491 h 502982"/>
                  <a:gd name="connsiteX1" fmla="*/ 291982 w 583963"/>
                  <a:gd name="connsiteY1" fmla="*/ 502983 h 502982"/>
                  <a:gd name="connsiteX2" fmla="*/ 0 w 583963"/>
                  <a:gd name="connsiteY2" fmla="*/ 251491 h 502982"/>
                  <a:gd name="connsiteX3" fmla="*/ 291982 w 583963"/>
                  <a:gd name="connsiteY3" fmla="*/ 0 h 502982"/>
                  <a:gd name="connsiteX4" fmla="*/ 583964 w 583963"/>
                  <a:gd name="connsiteY4" fmla="*/ 251491 h 502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3963" h="502982">
                    <a:moveTo>
                      <a:pt x="583964" y="251491"/>
                    </a:moveTo>
                    <a:cubicBezTo>
                      <a:pt x="583964" y="390386"/>
                      <a:pt x="453239" y="502983"/>
                      <a:pt x="291982" y="502983"/>
                    </a:cubicBezTo>
                    <a:cubicBezTo>
                      <a:pt x="130725" y="502983"/>
                      <a:pt x="0" y="390386"/>
                      <a:pt x="0" y="251491"/>
                    </a:cubicBezTo>
                    <a:cubicBezTo>
                      <a:pt x="0" y="112596"/>
                      <a:pt x="130725" y="0"/>
                      <a:pt x="291982" y="0"/>
                    </a:cubicBezTo>
                    <a:cubicBezTo>
                      <a:pt x="453239" y="0"/>
                      <a:pt x="583964" y="112597"/>
                      <a:pt x="583964" y="251491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8" name="Forme libre : forme 2177">
                <a:extLst>
                  <a:ext uri="{FF2B5EF4-FFF2-40B4-BE49-F238E27FC236}">
                    <a16:creationId xmlns:a16="http://schemas.microsoft.com/office/drawing/2014/main" id="{93C8A9F6-079A-4275-9FF5-3E4616608EE3}"/>
                  </a:ext>
                </a:extLst>
              </p:cNvPr>
              <p:cNvSpPr/>
              <p:nvPr/>
            </p:nvSpPr>
            <p:spPr>
              <a:xfrm>
                <a:off x="5976971" y="4010896"/>
                <a:ext cx="525717" cy="452627"/>
              </a:xfrm>
              <a:custGeom>
                <a:avLst/>
                <a:gdLst>
                  <a:gd name="connsiteX0" fmla="*/ 525717 w 525717"/>
                  <a:gd name="connsiteY0" fmla="*/ 226314 h 452627"/>
                  <a:gd name="connsiteX1" fmla="*/ 262859 w 525717"/>
                  <a:gd name="connsiteY1" fmla="*/ 452628 h 452627"/>
                  <a:gd name="connsiteX2" fmla="*/ 0 w 525717"/>
                  <a:gd name="connsiteY2" fmla="*/ 226314 h 452627"/>
                  <a:gd name="connsiteX3" fmla="*/ 262859 w 525717"/>
                  <a:gd name="connsiteY3" fmla="*/ 0 h 452627"/>
                  <a:gd name="connsiteX4" fmla="*/ 525717 w 525717"/>
                  <a:gd name="connsiteY4" fmla="*/ 226314 h 45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5717" h="452627">
                    <a:moveTo>
                      <a:pt x="525717" y="226314"/>
                    </a:moveTo>
                    <a:cubicBezTo>
                      <a:pt x="525717" y="351304"/>
                      <a:pt x="408032" y="452628"/>
                      <a:pt x="262859" y="452628"/>
                    </a:cubicBezTo>
                    <a:cubicBezTo>
                      <a:pt x="117686" y="452628"/>
                      <a:pt x="0" y="351304"/>
                      <a:pt x="0" y="226314"/>
                    </a:cubicBezTo>
                    <a:cubicBezTo>
                      <a:pt x="0" y="101324"/>
                      <a:pt x="117686" y="0"/>
                      <a:pt x="262859" y="0"/>
                    </a:cubicBezTo>
                    <a:cubicBezTo>
                      <a:pt x="408032" y="0"/>
                      <a:pt x="525717" y="101324"/>
                      <a:pt x="525717" y="226314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9" name="Forme libre : forme 2178">
                <a:extLst>
                  <a:ext uri="{FF2B5EF4-FFF2-40B4-BE49-F238E27FC236}">
                    <a16:creationId xmlns:a16="http://schemas.microsoft.com/office/drawing/2014/main" id="{31CD1378-5021-43A2-BC21-8053C0AD929E}"/>
                  </a:ext>
                </a:extLst>
              </p:cNvPr>
              <p:cNvSpPr/>
              <p:nvPr/>
            </p:nvSpPr>
            <p:spPr>
              <a:xfrm>
                <a:off x="6003276" y="4033537"/>
                <a:ext cx="473108" cy="407346"/>
              </a:xfrm>
              <a:custGeom>
                <a:avLst/>
                <a:gdLst>
                  <a:gd name="connsiteX0" fmla="*/ 473108 w 473108"/>
                  <a:gd name="connsiteY0" fmla="*/ 203673 h 407346"/>
                  <a:gd name="connsiteX1" fmla="*/ 236554 w 473108"/>
                  <a:gd name="connsiteY1" fmla="*/ 407346 h 407346"/>
                  <a:gd name="connsiteX2" fmla="*/ 0 w 473108"/>
                  <a:gd name="connsiteY2" fmla="*/ 203673 h 407346"/>
                  <a:gd name="connsiteX3" fmla="*/ 236554 w 473108"/>
                  <a:gd name="connsiteY3" fmla="*/ 0 h 407346"/>
                  <a:gd name="connsiteX4" fmla="*/ 473108 w 473108"/>
                  <a:gd name="connsiteY4" fmla="*/ 203673 h 407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3108" h="407346">
                    <a:moveTo>
                      <a:pt x="473108" y="203673"/>
                    </a:moveTo>
                    <a:cubicBezTo>
                      <a:pt x="473108" y="316159"/>
                      <a:pt x="367199" y="407346"/>
                      <a:pt x="236554" y="407346"/>
                    </a:cubicBezTo>
                    <a:cubicBezTo>
                      <a:pt x="105909" y="407346"/>
                      <a:pt x="0" y="316159"/>
                      <a:pt x="0" y="203673"/>
                    </a:cubicBezTo>
                    <a:cubicBezTo>
                      <a:pt x="0" y="91188"/>
                      <a:pt x="105909" y="0"/>
                      <a:pt x="236554" y="0"/>
                    </a:cubicBezTo>
                    <a:cubicBezTo>
                      <a:pt x="367199" y="0"/>
                      <a:pt x="473108" y="91188"/>
                      <a:pt x="473108" y="203673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80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5822109" y="4842729"/>
              <a:ext cx="274581" cy="337449"/>
              <a:chOff x="5757421" y="4514442"/>
              <a:chExt cx="368453" cy="452815"/>
            </a:xfrm>
            <a:solidFill>
              <a:srgbClr val="FC0606">
                <a:alpha val="30000"/>
              </a:srgbClr>
            </a:solidFill>
          </p:grpSpPr>
          <p:sp>
            <p:nvSpPr>
              <p:cNvPr id="2181" name="Forme libre : forme 2180">
                <a:extLst>
                  <a:ext uri="{FF2B5EF4-FFF2-40B4-BE49-F238E27FC236}">
                    <a16:creationId xmlns:a16="http://schemas.microsoft.com/office/drawing/2014/main" id="{DA3A804B-6201-4EA6-9DF9-10FA7D0CBF01}"/>
                  </a:ext>
                </a:extLst>
              </p:cNvPr>
              <p:cNvSpPr/>
              <p:nvPr/>
            </p:nvSpPr>
            <p:spPr>
              <a:xfrm>
                <a:off x="5757421" y="4514442"/>
                <a:ext cx="368453" cy="452815"/>
              </a:xfrm>
              <a:custGeom>
                <a:avLst/>
                <a:gdLst>
                  <a:gd name="connsiteX0" fmla="*/ 368453 w 368453"/>
                  <a:gd name="connsiteY0" fmla="*/ 226408 h 452815"/>
                  <a:gd name="connsiteX1" fmla="*/ 184227 w 368453"/>
                  <a:gd name="connsiteY1" fmla="*/ 452816 h 452815"/>
                  <a:gd name="connsiteX2" fmla="*/ 0 w 368453"/>
                  <a:gd name="connsiteY2" fmla="*/ 226408 h 452815"/>
                  <a:gd name="connsiteX3" fmla="*/ 184227 w 368453"/>
                  <a:gd name="connsiteY3" fmla="*/ 0 h 452815"/>
                  <a:gd name="connsiteX4" fmla="*/ 368453 w 368453"/>
                  <a:gd name="connsiteY4" fmla="*/ 226408 h 452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453" h="452815">
                    <a:moveTo>
                      <a:pt x="368453" y="226408"/>
                    </a:moveTo>
                    <a:cubicBezTo>
                      <a:pt x="368453" y="351450"/>
                      <a:pt x="285972" y="452816"/>
                      <a:pt x="184227" y="452816"/>
                    </a:cubicBezTo>
                    <a:cubicBezTo>
                      <a:pt x="82481" y="452816"/>
                      <a:pt x="0" y="351450"/>
                      <a:pt x="0" y="226408"/>
                    </a:cubicBezTo>
                    <a:cubicBezTo>
                      <a:pt x="0" y="101366"/>
                      <a:pt x="82481" y="0"/>
                      <a:pt x="184227" y="0"/>
                    </a:cubicBezTo>
                    <a:cubicBezTo>
                      <a:pt x="285972" y="0"/>
                      <a:pt x="368453" y="101366"/>
                      <a:pt x="368453" y="226408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2" name="Forme libre : forme 2181">
                <a:extLst>
                  <a:ext uri="{FF2B5EF4-FFF2-40B4-BE49-F238E27FC236}">
                    <a16:creationId xmlns:a16="http://schemas.microsoft.com/office/drawing/2014/main" id="{EBBCD28C-C9AC-4217-B8BE-EEDAD8A28FA9}"/>
                  </a:ext>
                </a:extLst>
              </p:cNvPr>
              <p:cNvSpPr/>
              <p:nvPr/>
            </p:nvSpPr>
            <p:spPr>
              <a:xfrm>
                <a:off x="5775834" y="4537083"/>
                <a:ext cx="331626" cy="407534"/>
              </a:xfrm>
              <a:custGeom>
                <a:avLst/>
                <a:gdLst>
                  <a:gd name="connsiteX0" fmla="*/ 331627 w 331626"/>
                  <a:gd name="connsiteY0" fmla="*/ 203767 h 407534"/>
                  <a:gd name="connsiteX1" fmla="*/ 165813 w 331626"/>
                  <a:gd name="connsiteY1" fmla="*/ 407534 h 407534"/>
                  <a:gd name="connsiteX2" fmla="*/ 0 w 331626"/>
                  <a:gd name="connsiteY2" fmla="*/ 203767 h 407534"/>
                  <a:gd name="connsiteX3" fmla="*/ 165813 w 331626"/>
                  <a:gd name="connsiteY3" fmla="*/ 0 h 407534"/>
                  <a:gd name="connsiteX4" fmla="*/ 331627 w 331626"/>
                  <a:gd name="connsiteY4" fmla="*/ 203767 h 407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626" h="407534">
                    <a:moveTo>
                      <a:pt x="331627" y="203767"/>
                    </a:moveTo>
                    <a:cubicBezTo>
                      <a:pt x="331627" y="316305"/>
                      <a:pt x="257390" y="407534"/>
                      <a:pt x="165813" y="407534"/>
                    </a:cubicBezTo>
                    <a:cubicBezTo>
                      <a:pt x="74237" y="407534"/>
                      <a:pt x="0" y="316305"/>
                      <a:pt x="0" y="203767"/>
                    </a:cubicBezTo>
                    <a:cubicBezTo>
                      <a:pt x="0" y="91230"/>
                      <a:pt x="74237" y="0"/>
                      <a:pt x="165813" y="0"/>
                    </a:cubicBezTo>
                    <a:cubicBezTo>
                      <a:pt x="257390" y="0"/>
                      <a:pt x="331627" y="91230"/>
                      <a:pt x="331627" y="203767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3" name="Forme libre : forme 2182">
                <a:extLst>
                  <a:ext uri="{FF2B5EF4-FFF2-40B4-BE49-F238E27FC236}">
                    <a16:creationId xmlns:a16="http://schemas.microsoft.com/office/drawing/2014/main" id="{530BAE7D-01BB-4606-AF22-369345BD4D27}"/>
                  </a:ext>
                </a:extLst>
              </p:cNvPr>
              <p:cNvSpPr/>
              <p:nvPr/>
            </p:nvSpPr>
            <p:spPr>
              <a:xfrm>
                <a:off x="5792463" y="4557469"/>
                <a:ext cx="298369" cy="366762"/>
              </a:xfrm>
              <a:custGeom>
                <a:avLst/>
                <a:gdLst>
                  <a:gd name="connsiteX0" fmla="*/ 298370 w 298369"/>
                  <a:gd name="connsiteY0" fmla="*/ 183381 h 366762"/>
                  <a:gd name="connsiteX1" fmla="*/ 149185 w 298369"/>
                  <a:gd name="connsiteY1" fmla="*/ 366762 h 366762"/>
                  <a:gd name="connsiteX2" fmla="*/ 0 w 298369"/>
                  <a:gd name="connsiteY2" fmla="*/ 183381 h 366762"/>
                  <a:gd name="connsiteX3" fmla="*/ 149185 w 298369"/>
                  <a:gd name="connsiteY3" fmla="*/ 1 h 366762"/>
                  <a:gd name="connsiteX4" fmla="*/ 298370 w 298369"/>
                  <a:gd name="connsiteY4" fmla="*/ 183381 h 366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8369" h="366762">
                    <a:moveTo>
                      <a:pt x="298370" y="183381"/>
                    </a:moveTo>
                    <a:cubicBezTo>
                      <a:pt x="298370" y="284660"/>
                      <a:pt x="231578" y="366762"/>
                      <a:pt x="149185" y="366762"/>
                    </a:cubicBezTo>
                    <a:cubicBezTo>
                      <a:pt x="66792" y="366762"/>
                      <a:pt x="0" y="284660"/>
                      <a:pt x="0" y="183381"/>
                    </a:cubicBezTo>
                    <a:cubicBezTo>
                      <a:pt x="0" y="82103"/>
                      <a:pt x="66792" y="1"/>
                      <a:pt x="149185" y="1"/>
                    </a:cubicBezTo>
                    <a:cubicBezTo>
                      <a:pt x="231578" y="1"/>
                      <a:pt x="298370" y="82103"/>
                      <a:pt x="298370" y="183381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84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5588625" y="4147316"/>
              <a:ext cx="742949" cy="317286"/>
              <a:chOff x="5444114" y="3581285"/>
              <a:chExt cx="996946" cy="425759"/>
            </a:xfrm>
            <a:solidFill>
              <a:srgbClr val="FC0606">
                <a:alpha val="30000"/>
              </a:srgbClr>
            </a:solidFill>
          </p:grpSpPr>
          <p:sp>
            <p:nvSpPr>
              <p:cNvPr id="2185" name="Forme libre : forme 2184">
                <a:extLst>
                  <a:ext uri="{FF2B5EF4-FFF2-40B4-BE49-F238E27FC236}">
                    <a16:creationId xmlns:a16="http://schemas.microsoft.com/office/drawing/2014/main" id="{A35F99D8-AF25-4AE8-98B5-2E1BD361652C}"/>
                  </a:ext>
                </a:extLst>
              </p:cNvPr>
              <p:cNvSpPr/>
              <p:nvPr/>
            </p:nvSpPr>
            <p:spPr>
              <a:xfrm>
                <a:off x="5444114" y="3581285"/>
                <a:ext cx="996946" cy="425759"/>
              </a:xfrm>
              <a:custGeom>
                <a:avLst/>
                <a:gdLst>
                  <a:gd name="connsiteX0" fmla="*/ 996947 w 996946"/>
                  <a:gd name="connsiteY0" fmla="*/ 212880 h 425759"/>
                  <a:gd name="connsiteX1" fmla="*/ 498473 w 996946"/>
                  <a:gd name="connsiteY1" fmla="*/ 425760 h 425759"/>
                  <a:gd name="connsiteX2" fmla="*/ 0 w 996946"/>
                  <a:gd name="connsiteY2" fmla="*/ 212880 h 425759"/>
                  <a:gd name="connsiteX3" fmla="*/ 498473 w 996946"/>
                  <a:gd name="connsiteY3" fmla="*/ 0 h 425759"/>
                  <a:gd name="connsiteX4" fmla="*/ 996947 w 996946"/>
                  <a:gd name="connsiteY4" fmla="*/ 212880 h 42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6946" h="425759">
                    <a:moveTo>
                      <a:pt x="996947" y="212880"/>
                    </a:moveTo>
                    <a:cubicBezTo>
                      <a:pt x="996947" y="330450"/>
                      <a:pt x="773773" y="425760"/>
                      <a:pt x="498473" y="425760"/>
                    </a:cubicBezTo>
                    <a:cubicBezTo>
                      <a:pt x="223174" y="425760"/>
                      <a:pt x="0" y="330450"/>
                      <a:pt x="0" y="212880"/>
                    </a:cubicBezTo>
                    <a:cubicBezTo>
                      <a:pt x="0" y="95310"/>
                      <a:pt x="223174" y="0"/>
                      <a:pt x="498473" y="0"/>
                    </a:cubicBezTo>
                    <a:cubicBezTo>
                      <a:pt x="773773" y="0"/>
                      <a:pt x="996947" y="95310"/>
                      <a:pt x="996947" y="212880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6" name="Forme libre : forme 2185">
                <a:extLst>
                  <a:ext uri="{FF2B5EF4-FFF2-40B4-BE49-F238E27FC236}">
                    <a16:creationId xmlns:a16="http://schemas.microsoft.com/office/drawing/2014/main" id="{4BE31465-674F-44F6-8748-80232FA5D70A}"/>
                  </a:ext>
                </a:extLst>
              </p:cNvPr>
              <p:cNvSpPr/>
              <p:nvPr/>
            </p:nvSpPr>
            <p:spPr>
              <a:xfrm>
                <a:off x="5493999" y="3602610"/>
                <a:ext cx="897176" cy="383108"/>
              </a:xfrm>
              <a:custGeom>
                <a:avLst/>
                <a:gdLst>
                  <a:gd name="connsiteX0" fmla="*/ 897177 w 897176"/>
                  <a:gd name="connsiteY0" fmla="*/ 191554 h 383108"/>
                  <a:gd name="connsiteX1" fmla="*/ 448588 w 897176"/>
                  <a:gd name="connsiteY1" fmla="*/ 383109 h 383108"/>
                  <a:gd name="connsiteX2" fmla="*/ 0 w 897176"/>
                  <a:gd name="connsiteY2" fmla="*/ 191554 h 383108"/>
                  <a:gd name="connsiteX3" fmla="*/ 448588 w 897176"/>
                  <a:gd name="connsiteY3" fmla="*/ 0 h 383108"/>
                  <a:gd name="connsiteX4" fmla="*/ 897177 w 897176"/>
                  <a:gd name="connsiteY4" fmla="*/ 191554 h 383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7176" h="383108">
                    <a:moveTo>
                      <a:pt x="897177" y="191554"/>
                    </a:moveTo>
                    <a:cubicBezTo>
                      <a:pt x="897177" y="297347"/>
                      <a:pt x="696337" y="383109"/>
                      <a:pt x="448588" y="383109"/>
                    </a:cubicBezTo>
                    <a:cubicBezTo>
                      <a:pt x="200840" y="383109"/>
                      <a:pt x="0" y="297347"/>
                      <a:pt x="0" y="191554"/>
                    </a:cubicBezTo>
                    <a:cubicBezTo>
                      <a:pt x="0" y="85762"/>
                      <a:pt x="200840" y="0"/>
                      <a:pt x="448588" y="0"/>
                    </a:cubicBezTo>
                    <a:cubicBezTo>
                      <a:pt x="696337" y="0"/>
                      <a:pt x="897177" y="85762"/>
                      <a:pt x="897177" y="191554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7" name="Forme libre : forme 2186">
                <a:extLst>
                  <a:ext uri="{FF2B5EF4-FFF2-40B4-BE49-F238E27FC236}">
                    <a16:creationId xmlns:a16="http://schemas.microsoft.com/office/drawing/2014/main" id="{443C026F-AC16-4D87-9B02-E9B6EDA9992C}"/>
                  </a:ext>
                </a:extLst>
              </p:cNvPr>
              <p:cNvSpPr/>
              <p:nvPr/>
            </p:nvSpPr>
            <p:spPr>
              <a:xfrm>
                <a:off x="5538811" y="3621775"/>
                <a:ext cx="807552" cy="344778"/>
              </a:xfrm>
              <a:custGeom>
                <a:avLst/>
                <a:gdLst>
                  <a:gd name="connsiteX0" fmla="*/ 807553 w 807552"/>
                  <a:gd name="connsiteY0" fmla="*/ 172389 h 344778"/>
                  <a:gd name="connsiteX1" fmla="*/ 403776 w 807552"/>
                  <a:gd name="connsiteY1" fmla="*/ 344779 h 344778"/>
                  <a:gd name="connsiteX2" fmla="*/ 0 w 807552"/>
                  <a:gd name="connsiteY2" fmla="*/ 172389 h 344778"/>
                  <a:gd name="connsiteX3" fmla="*/ 403776 w 807552"/>
                  <a:gd name="connsiteY3" fmla="*/ 0 h 344778"/>
                  <a:gd name="connsiteX4" fmla="*/ 807553 w 807552"/>
                  <a:gd name="connsiteY4" fmla="*/ 172389 h 34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7552" h="344778">
                    <a:moveTo>
                      <a:pt x="807553" y="172389"/>
                    </a:moveTo>
                    <a:cubicBezTo>
                      <a:pt x="807553" y="267598"/>
                      <a:pt x="626776" y="344779"/>
                      <a:pt x="403776" y="344779"/>
                    </a:cubicBezTo>
                    <a:cubicBezTo>
                      <a:pt x="180777" y="344779"/>
                      <a:pt x="0" y="267598"/>
                      <a:pt x="0" y="172389"/>
                    </a:cubicBezTo>
                    <a:cubicBezTo>
                      <a:pt x="0" y="77181"/>
                      <a:pt x="180777" y="0"/>
                      <a:pt x="403776" y="0"/>
                    </a:cubicBezTo>
                    <a:cubicBezTo>
                      <a:pt x="626776" y="0"/>
                      <a:pt x="807553" y="77181"/>
                      <a:pt x="807553" y="172389"/>
                    </a:cubicBezTo>
                    <a:close/>
                  </a:path>
                </a:pathLst>
              </a:custGeom>
              <a:solidFill>
                <a:srgbClr val="FC0606">
                  <a:alpha val="30000"/>
                </a:srgbClr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333" name="Graphique 1174">
              <a:extLst>
                <a:ext uri="{FF2B5EF4-FFF2-40B4-BE49-F238E27FC236}">
                  <a16:creationId xmlns:a16="http://schemas.microsoft.com/office/drawing/2014/main" id="{64B2F26F-A347-4CB2-BB60-BBBC995AF829}"/>
                </a:ext>
              </a:extLst>
            </p:cNvPr>
            <p:cNvGrpSpPr/>
            <p:nvPr/>
          </p:nvGrpSpPr>
          <p:grpSpPr>
            <a:xfrm>
              <a:off x="5586103" y="4682102"/>
              <a:ext cx="744840" cy="474200"/>
              <a:chOff x="5440732" y="4298906"/>
              <a:chExt cx="999483" cy="636317"/>
            </a:xfrm>
            <a:solidFill>
              <a:schemeClr val="accent1"/>
            </a:solidFill>
          </p:grpSpPr>
          <p:sp>
            <p:nvSpPr>
              <p:cNvPr id="2334" name="Forme libre : forme 2333">
                <a:extLst>
                  <a:ext uri="{FF2B5EF4-FFF2-40B4-BE49-F238E27FC236}">
                    <a16:creationId xmlns:a16="http://schemas.microsoft.com/office/drawing/2014/main" id="{26A18D97-2FF5-41B0-A0F3-8166D7F58171}"/>
                  </a:ext>
                </a:extLst>
              </p:cNvPr>
              <p:cNvSpPr/>
              <p:nvPr/>
            </p:nvSpPr>
            <p:spPr>
              <a:xfrm>
                <a:off x="5440732" y="4298906"/>
                <a:ext cx="365843" cy="135307"/>
              </a:xfrm>
              <a:custGeom>
                <a:avLst/>
                <a:gdLst>
                  <a:gd name="connsiteX0" fmla="*/ 365259 w 365843"/>
                  <a:gd name="connsiteY0" fmla="*/ 40047 h 135307"/>
                  <a:gd name="connsiteX1" fmla="*/ 339706 w 365843"/>
                  <a:gd name="connsiteY1" fmla="*/ 27 h 135307"/>
                  <a:gd name="connsiteX2" fmla="*/ 158861 w 365843"/>
                  <a:gd name="connsiteY2" fmla="*/ 35444 h 135307"/>
                  <a:gd name="connsiteX3" fmla="*/ 0 w 365843"/>
                  <a:gd name="connsiteY3" fmla="*/ 135308 h 135307"/>
                  <a:gd name="connsiteX4" fmla="*/ 141294 w 365843"/>
                  <a:gd name="connsiteY4" fmla="*/ 78565 h 135307"/>
                  <a:gd name="connsiteX5" fmla="*/ 365259 w 365843"/>
                  <a:gd name="connsiteY5" fmla="*/ 40047 h 135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843" h="135307">
                    <a:moveTo>
                      <a:pt x="365259" y="40047"/>
                    </a:moveTo>
                    <a:cubicBezTo>
                      <a:pt x="369017" y="27646"/>
                      <a:pt x="353985" y="1718"/>
                      <a:pt x="339706" y="27"/>
                    </a:cubicBezTo>
                    <a:cubicBezTo>
                      <a:pt x="331533" y="-1007"/>
                      <a:pt x="225093" y="28398"/>
                      <a:pt x="158861" y="35444"/>
                    </a:cubicBezTo>
                    <a:cubicBezTo>
                      <a:pt x="114237" y="40235"/>
                      <a:pt x="39551" y="32813"/>
                      <a:pt x="0" y="135308"/>
                    </a:cubicBezTo>
                    <a:cubicBezTo>
                      <a:pt x="0" y="135308"/>
                      <a:pt x="62474" y="67103"/>
                      <a:pt x="141294" y="78565"/>
                    </a:cubicBezTo>
                    <a:cubicBezTo>
                      <a:pt x="220114" y="89932"/>
                      <a:pt x="356052" y="70204"/>
                      <a:pt x="365259" y="40047"/>
                    </a:cubicBezTo>
                    <a:close/>
                  </a:path>
                </a:pathLst>
              </a:custGeom>
              <a:solidFill>
                <a:srgbClr val="754A45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5" name="Forme libre : forme 2334">
                <a:extLst>
                  <a:ext uri="{FF2B5EF4-FFF2-40B4-BE49-F238E27FC236}">
                    <a16:creationId xmlns:a16="http://schemas.microsoft.com/office/drawing/2014/main" id="{795A5A16-3EA2-4CCB-B379-6DCAAF8C76AB}"/>
                  </a:ext>
                </a:extLst>
              </p:cNvPr>
              <p:cNvSpPr/>
              <p:nvPr/>
            </p:nvSpPr>
            <p:spPr>
              <a:xfrm>
                <a:off x="5787634" y="4807645"/>
                <a:ext cx="62040" cy="127577"/>
              </a:xfrm>
              <a:custGeom>
                <a:avLst/>
                <a:gdLst>
                  <a:gd name="connsiteX0" fmla="*/ 17229 w 62040"/>
                  <a:gd name="connsiteY0" fmla="*/ 0 h 127577"/>
                  <a:gd name="connsiteX1" fmla="*/ 11122 w 62040"/>
                  <a:gd name="connsiteY1" fmla="*/ 38799 h 127577"/>
                  <a:gd name="connsiteX2" fmla="*/ 9150 w 62040"/>
                  <a:gd name="connsiteY2" fmla="*/ 57588 h 127577"/>
                  <a:gd name="connsiteX3" fmla="*/ 10747 w 62040"/>
                  <a:gd name="connsiteY3" fmla="*/ 75908 h 127577"/>
                  <a:gd name="connsiteX4" fmla="*/ 29911 w 62040"/>
                  <a:gd name="connsiteY4" fmla="*/ 106064 h 127577"/>
                  <a:gd name="connsiteX5" fmla="*/ 62041 w 62040"/>
                  <a:gd name="connsiteY5" fmla="*/ 127578 h 127577"/>
                  <a:gd name="connsiteX6" fmla="*/ 25308 w 62040"/>
                  <a:gd name="connsiteY6" fmla="*/ 111795 h 127577"/>
                  <a:gd name="connsiteX7" fmla="*/ 10465 w 62040"/>
                  <a:gd name="connsiteY7" fmla="*/ 97327 h 127577"/>
                  <a:gd name="connsiteX8" fmla="*/ 1540 w 62040"/>
                  <a:gd name="connsiteY8" fmla="*/ 78068 h 127577"/>
                  <a:gd name="connsiteX9" fmla="*/ 225 w 62040"/>
                  <a:gd name="connsiteY9" fmla="*/ 57306 h 127577"/>
                  <a:gd name="connsiteX10" fmla="*/ 3889 w 62040"/>
                  <a:gd name="connsiteY10" fmla="*/ 37296 h 127577"/>
                  <a:gd name="connsiteX11" fmla="*/ 17229 w 62040"/>
                  <a:gd name="connsiteY11" fmla="*/ 0 h 127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040" h="127577">
                    <a:moveTo>
                      <a:pt x="17229" y="0"/>
                    </a:moveTo>
                    <a:cubicBezTo>
                      <a:pt x="15350" y="13059"/>
                      <a:pt x="13189" y="26023"/>
                      <a:pt x="11122" y="38799"/>
                    </a:cubicBezTo>
                    <a:cubicBezTo>
                      <a:pt x="10277" y="45188"/>
                      <a:pt x="9056" y="51576"/>
                      <a:pt x="9150" y="57588"/>
                    </a:cubicBezTo>
                    <a:cubicBezTo>
                      <a:pt x="8962" y="64071"/>
                      <a:pt x="9244" y="70083"/>
                      <a:pt x="10747" y="75908"/>
                    </a:cubicBezTo>
                    <a:cubicBezTo>
                      <a:pt x="13283" y="87651"/>
                      <a:pt x="20705" y="97703"/>
                      <a:pt x="29911" y="106064"/>
                    </a:cubicBezTo>
                    <a:cubicBezTo>
                      <a:pt x="39400" y="114237"/>
                      <a:pt x="50485" y="121096"/>
                      <a:pt x="62041" y="127578"/>
                    </a:cubicBezTo>
                    <a:cubicBezTo>
                      <a:pt x="49170" y="124571"/>
                      <a:pt x="36488" y="119780"/>
                      <a:pt x="25308" y="111795"/>
                    </a:cubicBezTo>
                    <a:cubicBezTo>
                      <a:pt x="19860" y="107661"/>
                      <a:pt x="14599" y="103058"/>
                      <a:pt x="10465" y="97327"/>
                    </a:cubicBezTo>
                    <a:cubicBezTo>
                      <a:pt x="6331" y="91597"/>
                      <a:pt x="3231" y="85020"/>
                      <a:pt x="1540" y="78068"/>
                    </a:cubicBezTo>
                    <a:cubicBezTo>
                      <a:pt x="-57" y="71117"/>
                      <a:pt x="-245" y="63883"/>
                      <a:pt x="225" y="57306"/>
                    </a:cubicBezTo>
                    <a:cubicBezTo>
                      <a:pt x="695" y="50260"/>
                      <a:pt x="2198" y="43685"/>
                      <a:pt x="3889" y="37296"/>
                    </a:cubicBezTo>
                    <a:cubicBezTo>
                      <a:pt x="7365" y="24426"/>
                      <a:pt x="11874" y="12119"/>
                      <a:pt x="1722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6" name="Forme libre : forme 2335">
                <a:extLst>
                  <a:ext uri="{FF2B5EF4-FFF2-40B4-BE49-F238E27FC236}">
                    <a16:creationId xmlns:a16="http://schemas.microsoft.com/office/drawing/2014/main" id="{39043269-868D-474B-B8CF-7C9391BFF902}"/>
                  </a:ext>
                </a:extLst>
              </p:cNvPr>
              <p:cNvSpPr/>
              <p:nvPr/>
            </p:nvSpPr>
            <p:spPr>
              <a:xfrm>
                <a:off x="6084740" y="4300340"/>
                <a:ext cx="355474" cy="165063"/>
              </a:xfrm>
              <a:custGeom>
                <a:avLst/>
                <a:gdLst>
                  <a:gd name="connsiteX0" fmla="*/ 268 w 355474"/>
                  <a:gd name="connsiteY0" fmla="*/ 37580 h 165063"/>
                  <a:gd name="connsiteX1" fmla="*/ 29297 w 355474"/>
                  <a:gd name="connsiteY1" fmla="*/ 2 h 165063"/>
                  <a:gd name="connsiteX2" fmla="*/ 206196 w 355474"/>
                  <a:gd name="connsiteY2" fmla="*/ 51390 h 165063"/>
                  <a:gd name="connsiteX3" fmla="*/ 355475 w 355474"/>
                  <a:gd name="connsiteY3" fmla="*/ 165063 h 165063"/>
                  <a:gd name="connsiteX4" fmla="*/ 219818 w 355474"/>
                  <a:gd name="connsiteY4" fmla="*/ 95920 h 165063"/>
                  <a:gd name="connsiteX5" fmla="*/ 268 w 355474"/>
                  <a:gd name="connsiteY5" fmla="*/ 37580 h 16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5474" h="165063">
                    <a:moveTo>
                      <a:pt x="268" y="37580"/>
                    </a:moveTo>
                    <a:cubicBezTo>
                      <a:pt x="-2363" y="24897"/>
                      <a:pt x="14923" y="471"/>
                      <a:pt x="29297" y="2"/>
                    </a:cubicBezTo>
                    <a:cubicBezTo>
                      <a:pt x="37564" y="-280"/>
                      <a:pt x="140904" y="38519"/>
                      <a:pt x="206196" y="51390"/>
                    </a:cubicBezTo>
                    <a:cubicBezTo>
                      <a:pt x="250256" y="60126"/>
                      <a:pt x="325318" y="59375"/>
                      <a:pt x="355475" y="165063"/>
                    </a:cubicBezTo>
                    <a:cubicBezTo>
                      <a:pt x="355475" y="165063"/>
                      <a:pt x="299295" y="91504"/>
                      <a:pt x="219818" y="95920"/>
                    </a:cubicBezTo>
                    <a:cubicBezTo>
                      <a:pt x="140340" y="100335"/>
                      <a:pt x="6750" y="68581"/>
                      <a:pt x="268" y="37580"/>
                    </a:cubicBezTo>
                    <a:close/>
                  </a:path>
                </a:pathLst>
              </a:custGeom>
              <a:solidFill>
                <a:srgbClr val="754A45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7" name="Forme libre : forme 2336">
                <a:extLst>
                  <a:ext uri="{FF2B5EF4-FFF2-40B4-BE49-F238E27FC236}">
                    <a16:creationId xmlns:a16="http://schemas.microsoft.com/office/drawing/2014/main" id="{725FF958-0A4D-4D17-B27E-2A0036D6885A}"/>
                  </a:ext>
                </a:extLst>
              </p:cNvPr>
              <p:cNvSpPr/>
              <p:nvPr/>
            </p:nvSpPr>
            <p:spPr>
              <a:xfrm>
                <a:off x="6038223" y="4807645"/>
                <a:ext cx="62040" cy="127577"/>
              </a:xfrm>
              <a:custGeom>
                <a:avLst/>
                <a:gdLst>
                  <a:gd name="connsiteX0" fmla="*/ 44812 w 62040"/>
                  <a:gd name="connsiteY0" fmla="*/ 0 h 127577"/>
                  <a:gd name="connsiteX1" fmla="*/ 50918 w 62040"/>
                  <a:gd name="connsiteY1" fmla="*/ 38799 h 127577"/>
                  <a:gd name="connsiteX2" fmla="*/ 52891 w 62040"/>
                  <a:gd name="connsiteY2" fmla="*/ 57588 h 127577"/>
                  <a:gd name="connsiteX3" fmla="*/ 51294 w 62040"/>
                  <a:gd name="connsiteY3" fmla="*/ 75908 h 127577"/>
                  <a:gd name="connsiteX4" fmla="*/ 32129 w 62040"/>
                  <a:gd name="connsiteY4" fmla="*/ 106064 h 127577"/>
                  <a:gd name="connsiteX5" fmla="*/ 0 w 62040"/>
                  <a:gd name="connsiteY5" fmla="*/ 127578 h 127577"/>
                  <a:gd name="connsiteX6" fmla="*/ 36733 w 62040"/>
                  <a:gd name="connsiteY6" fmla="*/ 111795 h 127577"/>
                  <a:gd name="connsiteX7" fmla="*/ 51576 w 62040"/>
                  <a:gd name="connsiteY7" fmla="*/ 97327 h 127577"/>
                  <a:gd name="connsiteX8" fmla="*/ 60501 w 62040"/>
                  <a:gd name="connsiteY8" fmla="*/ 78068 h 127577"/>
                  <a:gd name="connsiteX9" fmla="*/ 61816 w 62040"/>
                  <a:gd name="connsiteY9" fmla="*/ 57306 h 127577"/>
                  <a:gd name="connsiteX10" fmla="*/ 58152 w 62040"/>
                  <a:gd name="connsiteY10" fmla="*/ 37296 h 127577"/>
                  <a:gd name="connsiteX11" fmla="*/ 44812 w 62040"/>
                  <a:gd name="connsiteY11" fmla="*/ 0 h 127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040" h="127577">
                    <a:moveTo>
                      <a:pt x="44812" y="0"/>
                    </a:moveTo>
                    <a:cubicBezTo>
                      <a:pt x="46691" y="13059"/>
                      <a:pt x="48851" y="26023"/>
                      <a:pt x="50918" y="38799"/>
                    </a:cubicBezTo>
                    <a:cubicBezTo>
                      <a:pt x="51764" y="45188"/>
                      <a:pt x="52985" y="51576"/>
                      <a:pt x="52891" y="57588"/>
                    </a:cubicBezTo>
                    <a:cubicBezTo>
                      <a:pt x="53079" y="64071"/>
                      <a:pt x="52797" y="70083"/>
                      <a:pt x="51294" y="75908"/>
                    </a:cubicBezTo>
                    <a:cubicBezTo>
                      <a:pt x="48758" y="87651"/>
                      <a:pt x="41336" y="97703"/>
                      <a:pt x="32129" y="106064"/>
                    </a:cubicBezTo>
                    <a:cubicBezTo>
                      <a:pt x="22641" y="114237"/>
                      <a:pt x="11555" y="121096"/>
                      <a:pt x="0" y="127578"/>
                    </a:cubicBezTo>
                    <a:cubicBezTo>
                      <a:pt x="12870" y="124571"/>
                      <a:pt x="25553" y="119780"/>
                      <a:pt x="36733" y="111795"/>
                    </a:cubicBezTo>
                    <a:cubicBezTo>
                      <a:pt x="42181" y="107661"/>
                      <a:pt x="47442" y="103058"/>
                      <a:pt x="51576" y="97327"/>
                    </a:cubicBezTo>
                    <a:cubicBezTo>
                      <a:pt x="55709" y="91597"/>
                      <a:pt x="58810" y="85020"/>
                      <a:pt x="60501" y="78068"/>
                    </a:cubicBezTo>
                    <a:cubicBezTo>
                      <a:pt x="62098" y="71117"/>
                      <a:pt x="62286" y="63883"/>
                      <a:pt x="61816" y="57306"/>
                    </a:cubicBezTo>
                    <a:cubicBezTo>
                      <a:pt x="61346" y="50260"/>
                      <a:pt x="59843" y="43685"/>
                      <a:pt x="58152" y="37296"/>
                    </a:cubicBezTo>
                    <a:cubicBezTo>
                      <a:pt x="54676" y="24426"/>
                      <a:pt x="50167" y="12119"/>
                      <a:pt x="4481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8" name="Forme libre : forme 2337">
                <a:extLst>
                  <a:ext uri="{FF2B5EF4-FFF2-40B4-BE49-F238E27FC236}">
                    <a16:creationId xmlns:a16="http://schemas.microsoft.com/office/drawing/2014/main" id="{1FEA60A7-F97E-4585-8694-6542FAF54C95}"/>
                  </a:ext>
                </a:extLst>
              </p:cNvPr>
              <p:cNvSpPr/>
              <p:nvPr/>
            </p:nvSpPr>
            <p:spPr>
              <a:xfrm>
                <a:off x="5844720" y="4881720"/>
                <a:ext cx="48921" cy="37813"/>
              </a:xfrm>
              <a:custGeom>
                <a:avLst/>
                <a:gdLst>
                  <a:gd name="connsiteX0" fmla="*/ 48922 w 48921"/>
                  <a:gd name="connsiteY0" fmla="*/ 37814 h 37813"/>
                  <a:gd name="connsiteX1" fmla="*/ 4956 w 48921"/>
                  <a:gd name="connsiteY1" fmla="*/ 799 h 37813"/>
                  <a:gd name="connsiteX2" fmla="*/ 30509 w 48921"/>
                  <a:gd name="connsiteY2" fmla="*/ 27574 h 37813"/>
                  <a:gd name="connsiteX3" fmla="*/ 48922 w 48921"/>
                  <a:gd name="connsiteY3" fmla="*/ 37814 h 37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921" h="37813">
                    <a:moveTo>
                      <a:pt x="48922" y="37814"/>
                    </a:moveTo>
                    <a:cubicBezTo>
                      <a:pt x="48922" y="37814"/>
                      <a:pt x="23369" y="-6434"/>
                      <a:pt x="4956" y="799"/>
                    </a:cubicBezTo>
                    <a:cubicBezTo>
                      <a:pt x="-13458" y="8033"/>
                      <a:pt x="24966" y="24756"/>
                      <a:pt x="30509" y="27574"/>
                    </a:cubicBezTo>
                    <a:cubicBezTo>
                      <a:pt x="36051" y="30392"/>
                      <a:pt x="48922" y="37814"/>
                      <a:pt x="48922" y="3781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9" name="Forme libre : forme 2338">
                <a:extLst>
                  <a:ext uri="{FF2B5EF4-FFF2-40B4-BE49-F238E27FC236}">
                    <a16:creationId xmlns:a16="http://schemas.microsoft.com/office/drawing/2014/main" id="{15FD9C79-BC58-4430-B6C7-7EB811113A71}"/>
                  </a:ext>
                </a:extLst>
              </p:cNvPr>
              <p:cNvSpPr/>
              <p:nvPr/>
            </p:nvSpPr>
            <p:spPr>
              <a:xfrm>
                <a:off x="5992754" y="4881720"/>
                <a:ext cx="48921" cy="37813"/>
              </a:xfrm>
              <a:custGeom>
                <a:avLst/>
                <a:gdLst>
                  <a:gd name="connsiteX0" fmla="*/ 0 w 48921"/>
                  <a:gd name="connsiteY0" fmla="*/ 37814 h 37813"/>
                  <a:gd name="connsiteX1" fmla="*/ 43966 w 48921"/>
                  <a:gd name="connsiteY1" fmla="*/ 799 h 37813"/>
                  <a:gd name="connsiteX2" fmla="*/ 18413 w 48921"/>
                  <a:gd name="connsiteY2" fmla="*/ 27574 h 37813"/>
                  <a:gd name="connsiteX3" fmla="*/ 0 w 48921"/>
                  <a:gd name="connsiteY3" fmla="*/ 37814 h 37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921" h="37813">
                    <a:moveTo>
                      <a:pt x="0" y="37814"/>
                    </a:moveTo>
                    <a:cubicBezTo>
                      <a:pt x="0" y="37814"/>
                      <a:pt x="25553" y="-6434"/>
                      <a:pt x="43966" y="799"/>
                    </a:cubicBezTo>
                    <a:cubicBezTo>
                      <a:pt x="62379" y="8033"/>
                      <a:pt x="23956" y="24756"/>
                      <a:pt x="18413" y="27574"/>
                    </a:cubicBezTo>
                    <a:cubicBezTo>
                      <a:pt x="13058" y="30580"/>
                      <a:pt x="0" y="37814"/>
                      <a:pt x="0" y="3781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0" name="Forme libre : forme 2339">
                <a:extLst>
                  <a:ext uri="{FF2B5EF4-FFF2-40B4-BE49-F238E27FC236}">
                    <a16:creationId xmlns:a16="http://schemas.microsoft.com/office/drawing/2014/main" id="{D2689B20-BC20-46F5-B89D-C62FB66EEFBB}"/>
                  </a:ext>
                </a:extLst>
              </p:cNvPr>
              <p:cNvSpPr/>
              <p:nvPr/>
            </p:nvSpPr>
            <p:spPr>
              <a:xfrm>
                <a:off x="5865034" y="4796560"/>
                <a:ext cx="7000" cy="40114"/>
              </a:xfrm>
              <a:custGeom>
                <a:avLst/>
                <a:gdLst>
                  <a:gd name="connsiteX0" fmla="*/ 7000 w 7000"/>
                  <a:gd name="connsiteY0" fmla="*/ 0 h 40114"/>
                  <a:gd name="connsiteX1" fmla="*/ 4745 w 7000"/>
                  <a:gd name="connsiteY1" fmla="*/ 20292 h 40114"/>
                  <a:gd name="connsiteX2" fmla="*/ 6718 w 7000"/>
                  <a:gd name="connsiteY2" fmla="*/ 40115 h 40114"/>
                  <a:gd name="connsiteX3" fmla="*/ 48 w 7000"/>
                  <a:gd name="connsiteY3" fmla="*/ 20010 h 40114"/>
                  <a:gd name="connsiteX4" fmla="*/ 7000 w 7000"/>
                  <a:gd name="connsiteY4" fmla="*/ 0 h 40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00" h="40114">
                    <a:moveTo>
                      <a:pt x="7000" y="0"/>
                    </a:moveTo>
                    <a:cubicBezTo>
                      <a:pt x="6624" y="7140"/>
                      <a:pt x="5121" y="13716"/>
                      <a:pt x="4745" y="20292"/>
                    </a:cubicBezTo>
                    <a:cubicBezTo>
                      <a:pt x="4276" y="26868"/>
                      <a:pt x="4745" y="33256"/>
                      <a:pt x="6718" y="40115"/>
                    </a:cubicBezTo>
                    <a:cubicBezTo>
                      <a:pt x="1457" y="35041"/>
                      <a:pt x="-328" y="27150"/>
                      <a:pt x="48" y="20010"/>
                    </a:cubicBezTo>
                    <a:cubicBezTo>
                      <a:pt x="706" y="12776"/>
                      <a:pt x="3148" y="6012"/>
                      <a:pt x="700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1" name="Forme libre : forme 2340">
                <a:extLst>
                  <a:ext uri="{FF2B5EF4-FFF2-40B4-BE49-F238E27FC236}">
                    <a16:creationId xmlns:a16="http://schemas.microsoft.com/office/drawing/2014/main" id="{3FA3DC74-78F5-47A8-824D-A038E7BC1868}"/>
                  </a:ext>
                </a:extLst>
              </p:cNvPr>
              <p:cNvSpPr/>
              <p:nvPr/>
            </p:nvSpPr>
            <p:spPr>
              <a:xfrm>
                <a:off x="5876544" y="4849639"/>
                <a:ext cx="28747" cy="32787"/>
              </a:xfrm>
              <a:custGeom>
                <a:avLst/>
                <a:gdLst>
                  <a:gd name="connsiteX0" fmla="*/ 0 w 28747"/>
                  <a:gd name="connsiteY0" fmla="*/ 0 h 32787"/>
                  <a:gd name="connsiteX1" fmla="*/ 18695 w 28747"/>
                  <a:gd name="connsiteY1" fmla="*/ 12589 h 32787"/>
                  <a:gd name="connsiteX2" fmla="*/ 28747 w 28747"/>
                  <a:gd name="connsiteY2" fmla="*/ 32787 h 32787"/>
                  <a:gd name="connsiteX3" fmla="*/ 15125 w 28747"/>
                  <a:gd name="connsiteY3" fmla="*/ 15595 h 32787"/>
                  <a:gd name="connsiteX4" fmla="*/ 0 w 28747"/>
                  <a:gd name="connsiteY4" fmla="*/ 0 h 32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47" h="32787">
                    <a:moveTo>
                      <a:pt x="0" y="0"/>
                    </a:moveTo>
                    <a:cubicBezTo>
                      <a:pt x="7516" y="1692"/>
                      <a:pt x="13904" y="6764"/>
                      <a:pt x="18695" y="12589"/>
                    </a:cubicBezTo>
                    <a:cubicBezTo>
                      <a:pt x="23486" y="18508"/>
                      <a:pt x="26962" y="25365"/>
                      <a:pt x="28747" y="32787"/>
                    </a:cubicBezTo>
                    <a:cubicBezTo>
                      <a:pt x="23768" y="27056"/>
                      <a:pt x="19728" y="21044"/>
                      <a:pt x="15125" y="15595"/>
                    </a:cubicBezTo>
                    <a:cubicBezTo>
                      <a:pt x="10616" y="9959"/>
                      <a:pt x="5731" y="4979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2" name="Forme libre : forme 2341">
                <a:extLst>
                  <a:ext uri="{FF2B5EF4-FFF2-40B4-BE49-F238E27FC236}">
                    <a16:creationId xmlns:a16="http://schemas.microsoft.com/office/drawing/2014/main" id="{6E76A04B-7387-415F-9F83-936C87920C3E}"/>
                  </a:ext>
                </a:extLst>
              </p:cNvPr>
              <p:cNvSpPr/>
              <p:nvPr/>
            </p:nvSpPr>
            <p:spPr>
              <a:xfrm>
                <a:off x="6012670" y="4798909"/>
                <a:ext cx="6929" cy="40114"/>
              </a:xfrm>
              <a:custGeom>
                <a:avLst/>
                <a:gdLst>
                  <a:gd name="connsiteX0" fmla="*/ 0 w 6929"/>
                  <a:gd name="connsiteY0" fmla="*/ 0 h 40114"/>
                  <a:gd name="connsiteX1" fmla="*/ 6858 w 6929"/>
                  <a:gd name="connsiteY1" fmla="*/ 20010 h 40114"/>
                  <a:gd name="connsiteX2" fmla="*/ 188 w 6929"/>
                  <a:gd name="connsiteY2" fmla="*/ 40115 h 40114"/>
                  <a:gd name="connsiteX3" fmla="*/ 2161 w 6929"/>
                  <a:gd name="connsiteY3" fmla="*/ 20292 h 40114"/>
                  <a:gd name="connsiteX4" fmla="*/ 0 w 6929"/>
                  <a:gd name="connsiteY4" fmla="*/ 0 h 40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9" h="40114">
                    <a:moveTo>
                      <a:pt x="0" y="0"/>
                    </a:moveTo>
                    <a:cubicBezTo>
                      <a:pt x="3852" y="5919"/>
                      <a:pt x="6294" y="12776"/>
                      <a:pt x="6858" y="20010"/>
                    </a:cubicBezTo>
                    <a:cubicBezTo>
                      <a:pt x="7328" y="27150"/>
                      <a:pt x="5543" y="35135"/>
                      <a:pt x="188" y="40115"/>
                    </a:cubicBezTo>
                    <a:cubicBezTo>
                      <a:pt x="2161" y="33256"/>
                      <a:pt x="2630" y="26868"/>
                      <a:pt x="2161" y="20292"/>
                    </a:cubicBezTo>
                    <a:cubicBezTo>
                      <a:pt x="1879" y="13716"/>
                      <a:pt x="376" y="714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3" name="Forme libre : forme 2342">
                <a:extLst>
                  <a:ext uri="{FF2B5EF4-FFF2-40B4-BE49-F238E27FC236}">
                    <a16:creationId xmlns:a16="http://schemas.microsoft.com/office/drawing/2014/main" id="{DFEDA956-F11D-49D5-B223-C73310CD63A4}"/>
                  </a:ext>
                </a:extLst>
              </p:cNvPr>
              <p:cNvSpPr/>
              <p:nvPr/>
            </p:nvSpPr>
            <p:spPr>
              <a:xfrm>
                <a:off x="5991377" y="4687396"/>
                <a:ext cx="14058" cy="74968"/>
              </a:xfrm>
              <a:custGeom>
                <a:avLst/>
                <a:gdLst>
                  <a:gd name="connsiteX0" fmla="*/ 2973 w 14058"/>
                  <a:gd name="connsiteY0" fmla="*/ 0 h 74968"/>
                  <a:gd name="connsiteX1" fmla="*/ 5134 w 14058"/>
                  <a:gd name="connsiteY1" fmla="*/ 38235 h 74968"/>
                  <a:gd name="connsiteX2" fmla="*/ 14059 w 14058"/>
                  <a:gd name="connsiteY2" fmla="*/ 74968 h 74968"/>
                  <a:gd name="connsiteX3" fmla="*/ 437 w 14058"/>
                  <a:gd name="connsiteY3" fmla="*/ 38705 h 74968"/>
                  <a:gd name="connsiteX4" fmla="*/ 2973 w 14058"/>
                  <a:gd name="connsiteY4" fmla="*/ 0 h 74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58" h="74968">
                    <a:moveTo>
                      <a:pt x="2973" y="0"/>
                    </a:moveTo>
                    <a:cubicBezTo>
                      <a:pt x="4101" y="12964"/>
                      <a:pt x="3819" y="25741"/>
                      <a:pt x="5134" y="38235"/>
                    </a:cubicBezTo>
                    <a:cubicBezTo>
                      <a:pt x="6262" y="50824"/>
                      <a:pt x="8892" y="63037"/>
                      <a:pt x="14059" y="74968"/>
                    </a:cubicBezTo>
                    <a:cubicBezTo>
                      <a:pt x="5698" y="64916"/>
                      <a:pt x="1752" y="51576"/>
                      <a:pt x="437" y="38705"/>
                    </a:cubicBezTo>
                    <a:cubicBezTo>
                      <a:pt x="-690" y="25647"/>
                      <a:pt x="437" y="12682"/>
                      <a:pt x="297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4" name="Forme libre : forme 2343">
                <a:extLst>
                  <a:ext uri="{FF2B5EF4-FFF2-40B4-BE49-F238E27FC236}">
                    <a16:creationId xmlns:a16="http://schemas.microsoft.com/office/drawing/2014/main" id="{675601D7-1B56-47D5-AA7C-C53CBD5E72C7}"/>
                  </a:ext>
                </a:extLst>
              </p:cNvPr>
              <p:cNvSpPr/>
              <p:nvPr/>
            </p:nvSpPr>
            <p:spPr>
              <a:xfrm>
                <a:off x="5991720" y="4422940"/>
                <a:ext cx="55239" cy="165719"/>
              </a:xfrm>
              <a:custGeom>
                <a:avLst/>
                <a:gdLst>
                  <a:gd name="connsiteX0" fmla="*/ 55240 w 55239"/>
                  <a:gd name="connsiteY0" fmla="*/ 0 h 165719"/>
                  <a:gd name="connsiteX1" fmla="*/ 29687 w 55239"/>
                  <a:gd name="connsiteY1" fmla="*/ 36357 h 165719"/>
                  <a:gd name="connsiteX2" fmla="*/ 12964 w 55239"/>
                  <a:gd name="connsiteY2" fmla="*/ 77411 h 165719"/>
                  <a:gd name="connsiteX3" fmla="*/ 4228 w 55239"/>
                  <a:gd name="connsiteY3" fmla="*/ 121001 h 165719"/>
                  <a:gd name="connsiteX4" fmla="*/ 2349 w 55239"/>
                  <a:gd name="connsiteY4" fmla="*/ 143266 h 165719"/>
                  <a:gd name="connsiteX5" fmla="*/ 1785 w 55239"/>
                  <a:gd name="connsiteY5" fmla="*/ 165719 h 165719"/>
                  <a:gd name="connsiteX6" fmla="*/ 0 w 55239"/>
                  <a:gd name="connsiteY6" fmla="*/ 143266 h 165719"/>
                  <a:gd name="connsiteX7" fmla="*/ 564 w 55239"/>
                  <a:gd name="connsiteY7" fmla="*/ 120720 h 165719"/>
                  <a:gd name="connsiteX8" fmla="*/ 8361 w 55239"/>
                  <a:gd name="connsiteY8" fmla="*/ 76190 h 165719"/>
                  <a:gd name="connsiteX9" fmla="*/ 26399 w 55239"/>
                  <a:gd name="connsiteY9" fmla="*/ 34666 h 165719"/>
                  <a:gd name="connsiteX10" fmla="*/ 55240 w 55239"/>
                  <a:gd name="connsiteY10" fmla="*/ 0 h 16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5239" h="165719">
                    <a:moveTo>
                      <a:pt x="55240" y="0"/>
                    </a:moveTo>
                    <a:cubicBezTo>
                      <a:pt x="44906" y="10804"/>
                      <a:pt x="36639" y="23393"/>
                      <a:pt x="29687" y="36357"/>
                    </a:cubicBezTo>
                    <a:cubicBezTo>
                      <a:pt x="22735" y="49415"/>
                      <a:pt x="17098" y="63225"/>
                      <a:pt x="12964" y="77411"/>
                    </a:cubicBezTo>
                    <a:cubicBezTo>
                      <a:pt x="8831" y="91597"/>
                      <a:pt x="5919" y="106158"/>
                      <a:pt x="4228" y="121001"/>
                    </a:cubicBezTo>
                    <a:cubicBezTo>
                      <a:pt x="3006" y="128329"/>
                      <a:pt x="3006" y="135845"/>
                      <a:pt x="2349" y="143266"/>
                    </a:cubicBezTo>
                    <a:cubicBezTo>
                      <a:pt x="1973" y="150688"/>
                      <a:pt x="2161" y="158204"/>
                      <a:pt x="1785" y="165719"/>
                    </a:cubicBezTo>
                    <a:cubicBezTo>
                      <a:pt x="1034" y="158298"/>
                      <a:pt x="470" y="150782"/>
                      <a:pt x="0" y="143266"/>
                    </a:cubicBezTo>
                    <a:cubicBezTo>
                      <a:pt x="188" y="135751"/>
                      <a:pt x="-188" y="128235"/>
                      <a:pt x="564" y="120720"/>
                    </a:cubicBezTo>
                    <a:cubicBezTo>
                      <a:pt x="1503" y="105688"/>
                      <a:pt x="4509" y="90751"/>
                      <a:pt x="8361" y="76190"/>
                    </a:cubicBezTo>
                    <a:cubicBezTo>
                      <a:pt x="12964" y="61816"/>
                      <a:pt x="18695" y="47630"/>
                      <a:pt x="26399" y="34666"/>
                    </a:cubicBezTo>
                    <a:cubicBezTo>
                      <a:pt x="34290" y="21701"/>
                      <a:pt x="43497" y="9489"/>
                      <a:pt x="5524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352" name="ZoneTexte 2351">
            <a:extLst>
              <a:ext uri="{FF2B5EF4-FFF2-40B4-BE49-F238E27FC236}">
                <a16:creationId xmlns:a16="http://schemas.microsoft.com/office/drawing/2014/main" id="{EC6B0F92-9148-4B85-829C-14E8B9A2856E}"/>
              </a:ext>
            </a:extLst>
          </p:cNvPr>
          <p:cNvSpPr txBox="1"/>
          <p:nvPr/>
        </p:nvSpPr>
        <p:spPr>
          <a:xfrm>
            <a:off x="2742610" y="3623238"/>
            <a:ext cx="10695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Migraine</a:t>
            </a:r>
          </a:p>
        </p:txBody>
      </p:sp>
      <p:sp>
        <p:nvSpPr>
          <p:cNvPr id="2353" name="ZoneTexte 2352">
            <a:extLst>
              <a:ext uri="{FF2B5EF4-FFF2-40B4-BE49-F238E27FC236}">
                <a16:creationId xmlns:a16="http://schemas.microsoft.com/office/drawing/2014/main" id="{DA09A1D4-89BA-4373-84B4-6B2255F218D2}"/>
              </a:ext>
            </a:extLst>
          </p:cNvPr>
          <p:cNvSpPr txBox="1"/>
          <p:nvPr/>
        </p:nvSpPr>
        <p:spPr>
          <a:xfrm>
            <a:off x="5876710" y="3623238"/>
            <a:ext cx="97982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Tension</a:t>
            </a:r>
          </a:p>
        </p:txBody>
      </p:sp>
      <p:sp>
        <p:nvSpPr>
          <p:cNvPr id="2354" name="ZoneTexte 2353">
            <a:extLst>
              <a:ext uri="{FF2B5EF4-FFF2-40B4-BE49-F238E27FC236}">
                <a16:creationId xmlns:a16="http://schemas.microsoft.com/office/drawing/2014/main" id="{D601878D-343E-46A8-AF84-CAFCFE0B8D8E}"/>
              </a:ext>
            </a:extLst>
          </p:cNvPr>
          <p:cNvSpPr txBox="1"/>
          <p:nvPr/>
        </p:nvSpPr>
        <p:spPr>
          <a:xfrm>
            <a:off x="8760003" y="3623158"/>
            <a:ext cx="76174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Sinus</a:t>
            </a:r>
          </a:p>
        </p:txBody>
      </p:sp>
      <p:sp>
        <p:nvSpPr>
          <p:cNvPr id="2355" name="ZoneTexte 2354">
            <a:extLst>
              <a:ext uri="{FF2B5EF4-FFF2-40B4-BE49-F238E27FC236}">
                <a16:creationId xmlns:a16="http://schemas.microsoft.com/office/drawing/2014/main" id="{4FB53087-2CB3-4BA8-8D5B-F37BD45B3F32}"/>
              </a:ext>
            </a:extLst>
          </p:cNvPr>
          <p:cNvSpPr txBox="1"/>
          <p:nvPr/>
        </p:nvSpPr>
        <p:spPr>
          <a:xfrm>
            <a:off x="2699546" y="6011556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Cluster</a:t>
            </a:r>
          </a:p>
        </p:txBody>
      </p:sp>
      <p:sp>
        <p:nvSpPr>
          <p:cNvPr id="2356" name="ZoneTexte 2355">
            <a:extLst>
              <a:ext uri="{FF2B5EF4-FFF2-40B4-BE49-F238E27FC236}">
                <a16:creationId xmlns:a16="http://schemas.microsoft.com/office/drawing/2014/main" id="{4173BF84-C556-4BF9-946C-35B015F0C006}"/>
              </a:ext>
            </a:extLst>
          </p:cNvPr>
          <p:cNvSpPr txBox="1"/>
          <p:nvPr/>
        </p:nvSpPr>
        <p:spPr>
          <a:xfrm>
            <a:off x="5854254" y="6011420"/>
            <a:ext cx="88998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Allergy</a:t>
            </a:r>
          </a:p>
        </p:txBody>
      </p:sp>
      <p:sp>
        <p:nvSpPr>
          <p:cNvPr id="2357" name="ZoneTexte 2356">
            <a:extLst>
              <a:ext uri="{FF2B5EF4-FFF2-40B4-BE49-F238E27FC236}">
                <a16:creationId xmlns:a16="http://schemas.microsoft.com/office/drawing/2014/main" id="{10FEFB0E-7056-4C43-AB92-D82C2A59EC47}"/>
              </a:ext>
            </a:extLst>
          </p:cNvPr>
          <p:cNvSpPr txBox="1"/>
          <p:nvPr/>
        </p:nvSpPr>
        <p:spPr>
          <a:xfrm>
            <a:off x="8414608" y="6010470"/>
            <a:ext cx="1210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Exertional</a:t>
            </a:r>
          </a:p>
        </p:txBody>
      </p:sp>
    </p:spTree>
    <p:extLst>
      <p:ext uri="{BB962C8B-B14F-4D97-AF65-F5344CB8AC3E}">
        <p14:creationId xmlns:p14="http://schemas.microsoft.com/office/powerpoint/2010/main" val="541970535"/>
      </p:ext>
    </p:extLst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97285443-FB36-480C-B8CD-0ABF49BC07F8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26A756C3-C442-4DF6-9E0C-09EE28D994D9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3.xml><?xml version="1.0" encoding="utf-8"?>
<ds:datastoreItem xmlns:ds="http://schemas.openxmlformats.org/officeDocument/2006/customXml" ds:itemID="{7186D010-1204-45EE-8AD3-501B3369CA7C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15</TotalTime>
  <Words>406</Words>
  <Application>Microsoft Office PowerPoint</Application>
  <PresentationFormat>Widescreen</PresentationFormat>
  <Paragraphs>272</Paragraphs>
  <Slides>39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39</vt:i4>
      </vt:variant>
    </vt:vector>
  </HeadingPairs>
  <TitlesOfParts>
    <vt:vector size="47" baseType="lpstr">
      <vt:lpstr>Arial</vt:lpstr>
      <vt:lpstr>Arial Unicode MS</vt:lpstr>
      <vt:lpstr>Calibri</vt:lpstr>
      <vt:lpstr>Corbel</vt:lpstr>
      <vt:lpstr>Georgia</vt:lpstr>
      <vt:lpstr>Myriad Roman</vt:lpstr>
      <vt:lpstr>Tahoma</vt:lpstr>
      <vt:lpstr>SMART theme</vt:lpstr>
      <vt:lpstr>PowerPoint Presentation</vt:lpstr>
      <vt:lpstr>Nervous system</vt:lpstr>
      <vt:lpstr>Brain (1)</vt:lpstr>
      <vt:lpstr>Brain (2)</vt:lpstr>
      <vt:lpstr>Brain (3)</vt:lpstr>
      <vt:lpstr>Brain (4)</vt:lpstr>
      <vt:lpstr>Brain (5)</vt:lpstr>
      <vt:lpstr>Brain (6)</vt:lpstr>
      <vt:lpstr>Brain (7)</vt:lpstr>
      <vt:lpstr>Brain (8)</vt:lpstr>
      <vt:lpstr>Functional areas of the brain</vt:lpstr>
      <vt:lpstr>Suprachiasmatic nucleus</vt:lpstr>
      <vt:lpstr>Cerebrospinal fluid</vt:lpstr>
      <vt:lpstr>Brain arteries (1)</vt:lpstr>
      <vt:lpstr>Brain arteries (2)</vt:lpstr>
      <vt:lpstr>Brain arteries (3)</vt:lpstr>
      <vt:lpstr>Circle of Willis</vt:lpstr>
      <vt:lpstr>Brain sections (1)</vt:lpstr>
      <vt:lpstr>Brain sections (2)</vt:lpstr>
      <vt:lpstr>Cerebellum</vt:lpstr>
      <vt:lpstr>Brainstem (1)</vt:lpstr>
      <vt:lpstr>Brainstem (2)</vt:lpstr>
      <vt:lpstr>Spinal cord sections (1)</vt:lpstr>
      <vt:lpstr>Spinal cord sections (2)</vt:lpstr>
      <vt:lpstr>Spinal cord sections (3)</vt:lpstr>
      <vt:lpstr>Dermatomes</vt:lpstr>
      <vt:lpstr>Meninges</vt:lpstr>
      <vt:lpstr>Nerve</vt:lpstr>
      <vt:lpstr>Nervous system</vt:lpstr>
      <vt:lpstr>Sciatic nerve</vt:lpstr>
      <vt:lpstr>Sympathetic nervous system</vt:lpstr>
      <vt:lpstr>Parasympathetic nervous system</vt:lpstr>
      <vt:lpstr>Neuropathies</vt:lpstr>
      <vt:lpstr>Ischemic stroke</vt:lpstr>
      <vt:lpstr>Hemorrhagic stroke</vt:lpstr>
      <vt:lpstr>Meningitis</vt:lpstr>
      <vt:lpstr>Alzheimer disease</vt:lpstr>
      <vt:lpstr>Parkinson’s disease</vt:lpstr>
      <vt:lpstr>Pain - Migraines 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7</cp:revision>
  <dcterms:created xsi:type="dcterms:W3CDTF">2023-01-30T11:59:30Z</dcterms:created>
  <dcterms:modified xsi:type="dcterms:W3CDTF">2026-09-12T19:55:21Z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